
<file path=[Content_Types].xml><?xml version="1.0" encoding="utf-8"?>
<Types xmlns="http://schemas.openxmlformats.org/package/2006/content-types">
  <Default Extension="xml" ContentType="application/xml"/>
  <Default Extension="jpeg" ContentType="image/jpeg"/>
  <Default Extension="bin" ContentType="application/vnd.openxmlformats-officedocument.presentationml.printerSettings"/>
  <Default Extension="rels" ContentType="application/vnd.openxmlformats-package.relationships+xml"/>
  <Default Extension="gif" ContentType="image/gif"/>
  <Default Extension="png" ContentType="image/png"/>
  <Default Extension="svg" ContentType="image/svg+xml"/>
  <Default Extension="bmp" ContentType="image/bmp"/>
  <Default Extension="emf" ContentType="image/x-emf"/>
  <Default Extension="wmf" ContentType="image/x-wmf"/>
  <Default Extension="tiff" ContentType="image/tiff"/>
  <Default Extension="pdf" ContentType="application/pdf"/>
  <Default Extension="jpg" ContentType="application/octet-stream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tags/tag1.xml" ContentType="application/vnd.openxmlformats-officedocument.presentationml.tags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docProps/core.xml" ContentType="application/vnd.openxmlformats-package.core-properties+xml"/>
  <Override PartName="/docProps/app.xml" ContentType="application/vnd.openxmlformats-officedocument.extended-properties+xml"/>
  <Override PartName="/ppt/slides/slide1.xml" ContentType="application/vnd.openxmlformats-officedocument.presentationml.slide+xml"/>
</Types>
</file>

<file path=_rels/.rels><?xml version="1.0" encoding="UTF-8" standalone="yes"?>

<Relationships  xmlns="http://schemas.openxmlformats.org/package/2006/relationships">
<Relationship Id="rId3" Type="http://schemas.openxmlformats.org/package/2006/relationships/metadata/core-properties" Target="docProps/core.xml"/>
<Relationship Id="rId4" Type="http://schemas.openxmlformats.org/officeDocument/2006/relationships/extended-properties" Target="docProps/app.xml"/>
<Relationship Id="rId1" Type="http://schemas.openxmlformats.org/officeDocument/2006/relationships/officeDocument" Target="ppt/presentation.xml"/>
<Relationship Id="rId2" Type="http://schemas.openxmlformats.org/package/2006/relationships/metadata/thumbnail" Target="docProps/thumbnail.jpeg"/>
</Relationships>
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48" r:id="rId1"/>
  </p:sldMasterIdLst>
  <p:sldIdLst>
    <p:sldId id="256" r:id="rId8"/>
  </p:sldIdLst>
  <p:sldSz cx="9144000" cy="6858000" type="screen4x3"/>
  <p:notesSz cx="6858000" cy="9144000"/>
  <p:custDataLst>
    <p:tags r:id="rId3"/>
  </p:custDataLst>
  <p:defaultTextStyle>
    <a:defPPr>
      <a:defRPr lang="en-US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15620"/>
    <p:restoredTop sz="94660"/>
  </p:normalViewPr>
  <p:slideViewPr>
    <p:cSldViewPr>
      <p:cViewPr varScale="1">
        <p:scale>
          <a:sx n="92" d="100"/>
          <a:sy n="92" d="100"/>
        </p:scale>
        <p:origin x="-1376" y="-104"/>
      </p:cViewPr>
      <p:guideLst>
        <p:guide orient="horz" pos="2160"/>
        <p:guide pos="2880"/>
      </p:guideLst>
    </p:cSldViewPr>
  </p:slideViewPr>
  <p:notesTextViewPr>
    <p:cViewPr>
      <p:scale>
        <a:sx n="1" d="1"/>
        <a:sy n="1" d="1"/>
      </p:scale>
      <p:origin x="0" y="0"/>
    </p:cViewPr>
  </p:notesTextViewPr>
  <p:gridSpacing cx="72008" cy="72008"/>
</p:viewPr>
</file>

<file path=ppt/_rels/presentation.xml.rels><?xml version="1.0" encoding="UTF-8" standalone="yes"?>

<Relationships  xmlns="http://schemas.openxmlformats.org/package/2006/relationships">
<Relationship Id="rId3" Type="http://schemas.openxmlformats.org/officeDocument/2006/relationships/tags" Target="tags/tag1.xml"/>
<Relationship Id="rId4" Type="http://schemas.openxmlformats.org/officeDocument/2006/relationships/presProps" Target="presProps.xml"/>
<Relationship Id="rId5" Type="http://schemas.openxmlformats.org/officeDocument/2006/relationships/viewProps" Target="viewProps.xml"/>
<Relationship Id="rId6" Type="http://schemas.openxmlformats.org/officeDocument/2006/relationships/theme" Target="theme/theme1.xml"/>
<Relationship Id="rId7" Type="http://schemas.openxmlformats.org/officeDocument/2006/relationships/tableStyles" Target="tableStyles.xml"/>
<Relationship Id="rId1" Type="http://schemas.openxmlformats.org/officeDocument/2006/relationships/slideMaster" Target="slideMasters/slideMaster1.xml"/>
<Relationship Id="rId2" Type="http://schemas.openxmlformats.org/officeDocument/2006/relationships/printerSettings" Target="printerSettings/printerSettings1.bin"/>
<Relationship Id="rId8" Type="http://schemas.openxmlformats.org/officeDocument/2006/relationships/slide" Target="slides/slide1.xml"/>
</Relationships>
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685800" y="2130425"/>
            <a:ext cx="7772400" cy="1470025"/>
          </a:xfrm>
        </p:spPr>
        <p:txBody>
          <a:bodyPr/>
          <a:lstStyle/>
          <a:p>
            <a:r>
              <a:rPr lang="en-US" smtClean="0"/>
              <a:t>Click to edit Master title style</a:t>
            </a:r>
            <a:endParaRPr lang="en-GB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 smtClean="0"/>
              <a:t>Click to edit Master subtitle style</a:t>
            </a:r>
            <a:endParaRPr lang="en-GB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6744CE3-0875-4B69-89C0-6F72D8139561}" type="datetimeFigureOut">
              <a:rPr lang="en-GB" smtClean="0"/>
              <a:t>26/05/17</a:t>
            </a:fld>
            <a:endParaRPr lang="en-GB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DADB20D-508E-4C6D-A9E4-257D5607B0F6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4214881138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GB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GB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6744CE3-0875-4B69-89C0-6F72D8139561}" type="datetimeFigureOut">
              <a:rPr lang="en-GB" smtClean="0"/>
              <a:t>26/05/17</a:t>
            </a:fld>
            <a:endParaRPr lang="en-GB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DADB20D-508E-4C6D-A9E4-257D5607B0F6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71576982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en-US" smtClean="0"/>
              <a:t>Click to edit Master title style</a:t>
            </a:r>
            <a:endParaRPr lang="en-GB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6744CE3-0875-4B69-89C0-6F72D8139561}" type="datetimeFigureOut">
              <a:rPr lang="en-GB" smtClean="0"/>
              <a:t>26/05/17</a:t>
            </a:fld>
            <a:endParaRPr lang="en-GB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DADB20D-508E-4C6D-A9E4-257D5607B0F6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431545585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GB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457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GB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48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GB"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6744CE3-0875-4B69-89C0-6F72D8139561}" type="datetimeFigureOut">
              <a:rPr lang="en-GB" smtClean="0"/>
              <a:t>26/05/17</a:t>
            </a:fld>
            <a:endParaRPr lang="en-GB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DADB20D-508E-4C6D-A9E4-257D5607B0F6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468392282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GB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GB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GB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6744CE3-0875-4B69-89C0-6F72D8139561}" type="datetimeFigureOut">
              <a:rPr lang="en-GB" smtClean="0"/>
              <a:t>26/05/17</a:t>
            </a:fld>
            <a:endParaRPr lang="en-GB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DADB20D-508E-4C6D-A9E4-257D5607B0F6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120349123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GB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6744CE3-0875-4B69-89C0-6F72D8139561}" type="datetimeFigureOut">
              <a:rPr lang="en-GB" smtClean="0"/>
              <a:t>26/05/17</a:t>
            </a:fld>
            <a:endParaRPr lang="en-GB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DADB20D-508E-4C6D-A9E4-257D5607B0F6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385807973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6744CE3-0875-4B69-89C0-6F72D8139561}" type="datetimeFigureOut">
              <a:rPr lang="en-GB" smtClean="0"/>
              <a:t>26/05/17</a:t>
            </a:fld>
            <a:endParaRPr lang="en-GB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DADB20D-508E-4C6D-A9E4-257D5607B0F6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755996059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3.xml"/><Relationship Id="rId4" Type="http://schemas.openxmlformats.org/officeDocument/2006/relationships/slideLayout" Target="../slideLayouts/slideLayout4.xml"/><Relationship Id="rId5" Type="http://schemas.openxmlformats.org/officeDocument/2006/relationships/slideLayout" Target="../slideLayouts/slideLayout5.xml"/><Relationship Id="rId6" Type="http://schemas.openxmlformats.org/officeDocument/2006/relationships/slideLayout" Target="../slideLayouts/slideLayout6.xml"/><Relationship Id="rId7" Type="http://schemas.openxmlformats.org/officeDocument/2006/relationships/slideLayout" Target="../slideLayouts/slideLayout7.xml"/><Relationship Id="rId8" Type="http://schemas.openxmlformats.org/officeDocument/2006/relationships/theme" Target="../theme/theme1.xml"/><Relationship Id="rId1" Type="http://schemas.openxmlformats.org/officeDocument/2006/relationships/slideLayout" Target="../slideLayouts/slideLayout1.xml"/><Relationship Id="rId2" Type="http://schemas.openxmlformats.org/officeDocument/2006/relationships/slideLayout" Target="../slideLayouts/slideLayout2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 smtClean="0"/>
              <a:t>Click to edit Master title style</a:t>
            </a:r>
            <a:endParaRPr lang="en-GB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600200"/>
            <a:ext cx="8229600" cy="4525963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GB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457200" y="6356350"/>
            <a:ext cx="2133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E6744CE3-0875-4B69-89C0-6F72D8139561}" type="datetimeFigureOut">
              <a:rPr lang="en-GB" smtClean="0"/>
              <a:t>26/05/17</a:t>
            </a:fld>
            <a:endParaRPr lang="en-GB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3124200" y="6356350"/>
            <a:ext cx="2895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en-GB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6553200" y="6356350"/>
            <a:ext cx="2133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8DADB20D-508E-4C6D-A9E4-257D5607B0F6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07823620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</p:sldLayoutIdLst>
  <p:txStyles>
    <p:titleStyle>
      <a:lvl1pPr algn="ctr" defTabSz="914400" rtl="0" eaLnBrk="1" latinLnBrk="0" hangingPunct="1"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342900" indent="-3429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3200" kern="1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defTabSz="914400" rtl="0" eaLnBrk="1" latinLnBrk="0" hangingPunct="1">
        <a:spcBef>
          <a:spcPct val="20000"/>
        </a:spcBef>
        <a:buFont typeface="Arial" panose="020B0604020202020204" pitchFamily="34" charset="0"/>
        <a:buChar char="–"/>
        <a:defRPr sz="28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–"/>
        <a:defRPr sz="20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»"/>
        <a:defRPr sz="20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7.xml"/>
</Relationships>
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 xmlns:pic="http://schemas.openxmlformats.org/drawingml/2006/picture">
        <p:nvGrpSpPr>
          <p:cNvPr id="2" name=""/>
          <p:cNvGrpSpPr/>
          <p:nvPr/>
        </p:nvGrpSpPr>
        <p:grpSpPr>
          <a:xfrm rot="0">
            <a:off x="0" y="0"/>
            <a:ext cx="9144000" cy="6858000"/>
            <a:chOff x="0" y="0"/>
            <a:chExt cx="9144000" cy="6858000"/>
          </a:xfrm>
        </p:grpSpPr>
        <p:sp>
          <p:nvSpPr>
            <p:cNvPr id="3" name="rc3"/>
            <p:cNvSpPr/>
            <p:nvPr/>
          </p:nvSpPr>
          <p:spPr>
            <a:xfrm>
              <a:off x="0" y="0"/>
              <a:ext cx="9144000" cy="6858000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9525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" name="rc4"/>
            <p:cNvSpPr/>
            <p:nvPr/>
          </p:nvSpPr>
          <p:spPr>
            <a:xfrm>
              <a:off x="0" y="0"/>
              <a:ext cx="9143999" cy="6858000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" name="pg5"/>
            <p:cNvSpPr/>
            <p:nvPr/>
          </p:nvSpPr>
          <p:spPr>
            <a:xfrm>
              <a:off x="386606" y="1383196"/>
              <a:ext cx="8554953" cy="999549"/>
            </a:xfrm>
            <a:custGeom>
              <a:avLst/>
              <a:pathLst>
                <a:path w="8554953" h="999549">
                  <a:moveTo>
                    <a:pt x="0" y="16941"/>
                  </a:moveTo>
                  <a:lnTo>
                    <a:pt x="522133" y="16941"/>
                  </a:lnTo>
                  <a:lnTo>
                    <a:pt x="523387" y="16971"/>
                  </a:lnTo>
                  <a:lnTo>
                    <a:pt x="531587" y="17184"/>
                  </a:lnTo>
                  <a:lnTo>
                    <a:pt x="552095" y="17772"/>
                  </a:lnTo>
                  <a:lnTo>
                    <a:pt x="588346" y="18927"/>
                  </a:lnTo>
                  <a:lnTo>
                    <a:pt x="641538" y="20819"/>
                  </a:lnTo>
                  <a:lnTo>
                    <a:pt x="710570" y="23575"/>
                  </a:lnTo>
                  <a:lnTo>
                    <a:pt x="792420" y="27270"/>
                  </a:lnTo>
                  <a:lnTo>
                    <a:pt x="882902" y="31927"/>
                  </a:lnTo>
                  <a:lnTo>
                    <a:pt x="977553" y="37535"/>
                  </a:lnTo>
                  <a:lnTo>
                    <a:pt x="1072372" y="44071"/>
                  </a:lnTo>
                  <a:lnTo>
                    <a:pt x="1164275" y="51523"/>
                  </a:lnTo>
                  <a:lnTo>
                    <a:pt x="1251222" y="59904"/>
                  </a:lnTo>
                  <a:lnTo>
                    <a:pt x="1332144" y="69265"/>
                  </a:lnTo>
                  <a:lnTo>
                    <a:pt x="1406739" y="79696"/>
                  </a:lnTo>
                  <a:lnTo>
                    <a:pt x="1475261" y="91327"/>
                  </a:lnTo>
                  <a:lnTo>
                    <a:pt x="1538325" y="104325"/>
                  </a:lnTo>
                  <a:lnTo>
                    <a:pt x="1596750" y="118889"/>
                  </a:lnTo>
                  <a:lnTo>
                    <a:pt x="1651454" y="135230"/>
                  </a:lnTo>
                  <a:lnTo>
                    <a:pt x="1703361" y="153547"/>
                  </a:lnTo>
                  <a:lnTo>
                    <a:pt x="1753326" y="173986"/>
                  </a:lnTo>
                  <a:lnTo>
                    <a:pt x="1768425" y="180709"/>
                  </a:lnTo>
                  <a:lnTo>
                    <a:pt x="1818094" y="204567"/>
                  </a:lnTo>
                  <a:lnTo>
                    <a:pt x="1867278" y="230744"/>
                  </a:lnTo>
                  <a:lnTo>
                    <a:pt x="1916448" y="259277"/>
                  </a:lnTo>
                  <a:lnTo>
                    <a:pt x="1965932" y="290133"/>
                  </a:lnTo>
                  <a:lnTo>
                    <a:pt x="2015937" y="323198"/>
                  </a:lnTo>
                  <a:lnTo>
                    <a:pt x="2066559" y="358273"/>
                  </a:lnTo>
                  <a:lnTo>
                    <a:pt x="2117798" y="395075"/>
                  </a:lnTo>
                  <a:lnTo>
                    <a:pt x="2169572" y="433240"/>
                  </a:lnTo>
                  <a:lnTo>
                    <a:pt x="2221734" y="472337"/>
                  </a:lnTo>
                  <a:lnTo>
                    <a:pt x="2274089" y="511889"/>
                  </a:lnTo>
                  <a:lnTo>
                    <a:pt x="2326425" y="551394"/>
                  </a:lnTo>
                  <a:lnTo>
                    <a:pt x="2378529" y="590355"/>
                  </a:lnTo>
                  <a:lnTo>
                    <a:pt x="2430214" y="628299"/>
                  </a:lnTo>
                  <a:lnTo>
                    <a:pt x="2481343" y="664808"/>
                  </a:lnTo>
                  <a:lnTo>
                    <a:pt x="2531849" y="699533"/>
                  </a:lnTo>
                  <a:lnTo>
                    <a:pt x="2581748" y="732204"/>
                  </a:lnTo>
                  <a:lnTo>
                    <a:pt x="2631156" y="762638"/>
                  </a:lnTo>
                  <a:lnTo>
                    <a:pt x="2680300" y="790738"/>
                  </a:lnTo>
                  <a:lnTo>
                    <a:pt x="2729533" y="816484"/>
                  </a:lnTo>
                  <a:lnTo>
                    <a:pt x="2770117" y="835781"/>
                  </a:lnTo>
                  <a:lnTo>
                    <a:pt x="2819636" y="856883"/>
                  </a:lnTo>
                  <a:lnTo>
                    <a:pt x="2870859" y="875842"/>
                  </a:lnTo>
                  <a:lnTo>
                    <a:pt x="2924606" y="892771"/>
                  </a:lnTo>
                  <a:lnTo>
                    <a:pt x="2981786" y="907859"/>
                  </a:lnTo>
                  <a:lnTo>
                    <a:pt x="3043329" y="921318"/>
                  </a:lnTo>
                  <a:lnTo>
                    <a:pt x="3110094" y="933350"/>
                  </a:lnTo>
                  <a:lnTo>
                    <a:pt x="3182773" y="944134"/>
                  </a:lnTo>
                  <a:lnTo>
                    <a:pt x="3261750" y="953813"/>
                  </a:lnTo>
                  <a:lnTo>
                    <a:pt x="3346917" y="962488"/>
                  </a:lnTo>
                  <a:lnTo>
                    <a:pt x="3437464" y="970223"/>
                  </a:lnTo>
                  <a:lnTo>
                    <a:pt x="3531666" y="977042"/>
                  </a:lnTo>
                  <a:lnTo>
                    <a:pt x="3626758" y="982938"/>
                  </a:lnTo>
                  <a:lnTo>
                    <a:pt x="3718989" y="987889"/>
                  </a:lnTo>
                  <a:lnTo>
                    <a:pt x="3803971" y="991880"/>
                  </a:lnTo>
                  <a:lnTo>
                    <a:pt x="3877340" y="994919"/>
                  </a:lnTo>
                  <a:lnTo>
                    <a:pt x="3935624" y="997066"/>
                  </a:lnTo>
                  <a:lnTo>
                    <a:pt x="3977071" y="998432"/>
                  </a:lnTo>
                  <a:lnTo>
                    <a:pt x="4002156" y="999174"/>
                  </a:lnTo>
                  <a:lnTo>
                    <a:pt x="4013655" y="999482"/>
                  </a:lnTo>
                  <a:lnTo>
                    <a:pt x="4016409" y="999549"/>
                  </a:lnTo>
                  <a:lnTo>
                    <a:pt x="4538543" y="999549"/>
                  </a:lnTo>
                  <a:lnTo>
                    <a:pt x="4539799" y="999521"/>
                  </a:lnTo>
                  <a:lnTo>
                    <a:pt x="4548014" y="999325"/>
                  </a:lnTo>
                  <a:lnTo>
                    <a:pt x="4568560" y="998783"/>
                  </a:lnTo>
                  <a:lnTo>
                    <a:pt x="4604874" y="997719"/>
                  </a:lnTo>
                  <a:lnTo>
                    <a:pt x="4658150" y="995976"/>
                  </a:lnTo>
                  <a:lnTo>
                    <a:pt x="4727280" y="993437"/>
                  </a:lnTo>
                  <a:lnTo>
                    <a:pt x="4809229" y="990033"/>
                  </a:lnTo>
                  <a:lnTo>
                    <a:pt x="4899802" y="985744"/>
                  </a:lnTo>
                  <a:lnTo>
                    <a:pt x="4994526" y="980579"/>
                  </a:lnTo>
                  <a:lnTo>
                    <a:pt x="5089398" y="974560"/>
                  </a:lnTo>
                  <a:lnTo>
                    <a:pt x="5181332" y="967697"/>
                  </a:lnTo>
                  <a:lnTo>
                    <a:pt x="5268294" y="959978"/>
                  </a:lnTo>
                  <a:lnTo>
                    <a:pt x="5349217" y="951357"/>
                  </a:lnTo>
                  <a:lnTo>
                    <a:pt x="5423805" y="941750"/>
                  </a:lnTo>
                  <a:lnTo>
                    <a:pt x="5492318" y="931037"/>
                  </a:lnTo>
                  <a:lnTo>
                    <a:pt x="5555371" y="919062"/>
                  </a:lnTo>
                  <a:lnTo>
                    <a:pt x="5613789" y="905645"/>
                  </a:lnTo>
                  <a:lnTo>
                    <a:pt x="5668492" y="890590"/>
                  </a:lnTo>
                  <a:lnTo>
                    <a:pt x="5720404" y="873712"/>
                  </a:lnTo>
                  <a:lnTo>
                    <a:pt x="5770383" y="854880"/>
                  </a:lnTo>
                  <a:lnTo>
                    <a:pt x="5784835" y="848958"/>
                  </a:lnTo>
                  <a:lnTo>
                    <a:pt x="5835091" y="826745"/>
                  </a:lnTo>
                  <a:lnTo>
                    <a:pt x="5884858" y="802348"/>
                  </a:lnTo>
                  <a:lnTo>
                    <a:pt x="5934619" y="775733"/>
                  </a:lnTo>
                  <a:lnTo>
                    <a:pt x="5984712" y="746934"/>
                  </a:lnTo>
                  <a:lnTo>
                    <a:pt x="6035344" y="716062"/>
                  </a:lnTo>
                  <a:lnTo>
                    <a:pt x="6086611" y="683310"/>
                  </a:lnTo>
                  <a:lnTo>
                    <a:pt x="6138507" y="648956"/>
                  </a:lnTo>
                  <a:lnTo>
                    <a:pt x="6190939" y="613350"/>
                  </a:lnTo>
                  <a:lnTo>
                    <a:pt x="6243751" y="576907"/>
                  </a:lnTo>
                  <a:lnTo>
                    <a:pt x="6296739" y="540085"/>
                  </a:lnTo>
                  <a:lnTo>
                    <a:pt x="6349681" y="503364"/>
                  </a:lnTo>
                  <a:lnTo>
                    <a:pt x="6402357" y="467217"/>
                  </a:lnTo>
                  <a:lnTo>
                    <a:pt x="6454581" y="432086"/>
                  </a:lnTo>
                  <a:lnTo>
                    <a:pt x="6506221" y="398362"/>
                  </a:lnTo>
                  <a:lnTo>
                    <a:pt x="6557218" y="366366"/>
                  </a:lnTo>
                  <a:lnTo>
                    <a:pt x="6607608" y="336339"/>
                  </a:lnTo>
                  <a:lnTo>
                    <a:pt x="6657530" y="308442"/>
                  </a:lnTo>
                  <a:lnTo>
                    <a:pt x="6707244" y="282753"/>
                  </a:lnTo>
                  <a:lnTo>
                    <a:pt x="6757147" y="259276"/>
                  </a:lnTo>
                  <a:lnTo>
                    <a:pt x="6786527" y="246593"/>
                  </a:lnTo>
                  <a:lnTo>
                    <a:pt x="6836078" y="227176"/>
                  </a:lnTo>
                  <a:lnTo>
                    <a:pt x="6887338" y="209733"/>
                  </a:lnTo>
                  <a:lnTo>
                    <a:pt x="6941124" y="194159"/>
                  </a:lnTo>
                  <a:lnTo>
                    <a:pt x="6998352" y="180279"/>
                  </a:lnTo>
                  <a:lnTo>
                    <a:pt x="7059949" y="167900"/>
                  </a:lnTo>
                  <a:lnTo>
                    <a:pt x="7126778" y="156833"/>
                  </a:lnTo>
                  <a:lnTo>
                    <a:pt x="7199531" y="146914"/>
                  </a:lnTo>
                  <a:lnTo>
                    <a:pt x="7278591" y="138013"/>
                  </a:lnTo>
                  <a:lnTo>
                    <a:pt x="7363847" y="130035"/>
                  </a:lnTo>
                  <a:lnTo>
                    <a:pt x="7454483" y="122923"/>
                  </a:lnTo>
                  <a:lnTo>
                    <a:pt x="7548763" y="116655"/>
                  </a:lnTo>
                  <a:lnTo>
                    <a:pt x="7643911" y="111237"/>
                  </a:lnTo>
                  <a:lnTo>
                    <a:pt x="7736161" y="106688"/>
                  </a:lnTo>
                  <a:lnTo>
                    <a:pt x="7821115" y="103024"/>
                  </a:lnTo>
                  <a:lnTo>
                    <a:pt x="7894402" y="100235"/>
                  </a:lnTo>
                  <a:lnTo>
                    <a:pt x="7952558" y="98268"/>
                  </a:lnTo>
                  <a:lnTo>
                    <a:pt x="7993848" y="97018"/>
                  </a:lnTo>
                  <a:lnTo>
                    <a:pt x="8018774" y="96340"/>
                  </a:lnTo>
                  <a:lnTo>
                    <a:pt x="8030141" y="96061"/>
                  </a:lnTo>
                  <a:lnTo>
                    <a:pt x="8032819" y="96001"/>
                  </a:lnTo>
                  <a:lnTo>
                    <a:pt x="8554953" y="96001"/>
                  </a:lnTo>
                  <a:lnTo>
                    <a:pt x="8554953" y="79060"/>
                  </a:lnTo>
                  <a:lnTo>
                    <a:pt x="8032819" y="79060"/>
                  </a:lnTo>
                  <a:lnTo>
                    <a:pt x="8031563" y="79087"/>
                  </a:lnTo>
                  <a:lnTo>
                    <a:pt x="8023347" y="79283"/>
                  </a:lnTo>
                  <a:lnTo>
                    <a:pt x="8002802" y="79825"/>
                  </a:lnTo>
                  <a:lnTo>
                    <a:pt x="7966488" y="80890"/>
                  </a:lnTo>
                  <a:lnTo>
                    <a:pt x="7913212" y="82633"/>
                  </a:lnTo>
                  <a:lnTo>
                    <a:pt x="7844082" y="85172"/>
                  </a:lnTo>
                  <a:lnTo>
                    <a:pt x="7762133" y="88575"/>
                  </a:lnTo>
                  <a:lnTo>
                    <a:pt x="7671560" y="92865"/>
                  </a:lnTo>
                  <a:lnTo>
                    <a:pt x="7576836" y="98029"/>
                  </a:lnTo>
                  <a:lnTo>
                    <a:pt x="7481964" y="104049"/>
                  </a:lnTo>
                  <a:lnTo>
                    <a:pt x="7390030" y="110912"/>
                  </a:lnTo>
                  <a:lnTo>
                    <a:pt x="7303068" y="118631"/>
                  </a:lnTo>
                  <a:lnTo>
                    <a:pt x="7222145" y="127252"/>
                  </a:lnTo>
                  <a:lnTo>
                    <a:pt x="7147557" y="136858"/>
                  </a:lnTo>
                  <a:lnTo>
                    <a:pt x="7079044" y="147572"/>
                  </a:lnTo>
                  <a:lnTo>
                    <a:pt x="7015991" y="159546"/>
                  </a:lnTo>
                  <a:lnTo>
                    <a:pt x="6957573" y="172964"/>
                  </a:lnTo>
                  <a:lnTo>
                    <a:pt x="6902870" y="188019"/>
                  </a:lnTo>
                  <a:lnTo>
                    <a:pt x="6850958" y="204897"/>
                  </a:lnTo>
                  <a:lnTo>
                    <a:pt x="6800979" y="223729"/>
                  </a:lnTo>
                  <a:lnTo>
                    <a:pt x="6786527" y="229651"/>
                  </a:lnTo>
                  <a:lnTo>
                    <a:pt x="6736271" y="251864"/>
                  </a:lnTo>
                  <a:lnTo>
                    <a:pt x="6686504" y="276260"/>
                  </a:lnTo>
                  <a:lnTo>
                    <a:pt x="6636743" y="302875"/>
                  </a:lnTo>
                  <a:lnTo>
                    <a:pt x="6586650" y="331675"/>
                  </a:lnTo>
                  <a:lnTo>
                    <a:pt x="6536018" y="362547"/>
                  </a:lnTo>
                  <a:lnTo>
                    <a:pt x="6484750" y="395299"/>
                  </a:lnTo>
                  <a:lnTo>
                    <a:pt x="6432855" y="429653"/>
                  </a:lnTo>
                  <a:lnTo>
                    <a:pt x="6380423" y="465259"/>
                  </a:lnTo>
                  <a:lnTo>
                    <a:pt x="6327611" y="501702"/>
                  </a:lnTo>
                  <a:lnTo>
                    <a:pt x="6274623" y="538523"/>
                  </a:lnTo>
                  <a:lnTo>
                    <a:pt x="6221681" y="575244"/>
                  </a:lnTo>
                  <a:lnTo>
                    <a:pt x="6169005" y="611392"/>
                  </a:lnTo>
                  <a:lnTo>
                    <a:pt x="6116781" y="646523"/>
                  </a:lnTo>
                  <a:lnTo>
                    <a:pt x="6065141" y="680247"/>
                  </a:lnTo>
                  <a:lnTo>
                    <a:pt x="6014144" y="712243"/>
                  </a:lnTo>
                  <a:lnTo>
                    <a:pt x="5963754" y="742269"/>
                  </a:lnTo>
                  <a:lnTo>
                    <a:pt x="5913832" y="770166"/>
                  </a:lnTo>
                  <a:lnTo>
                    <a:pt x="5864117" y="795856"/>
                  </a:lnTo>
                  <a:lnTo>
                    <a:pt x="5814215" y="819333"/>
                  </a:lnTo>
                  <a:lnTo>
                    <a:pt x="5784835" y="832016"/>
                  </a:lnTo>
                  <a:lnTo>
                    <a:pt x="5735283" y="851433"/>
                  </a:lnTo>
                  <a:lnTo>
                    <a:pt x="5684024" y="868876"/>
                  </a:lnTo>
                  <a:lnTo>
                    <a:pt x="5630237" y="884450"/>
                  </a:lnTo>
                  <a:lnTo>
                    <a:pt x="5573010" y="898329"/>
                  </a:lnTo>
                  <a:lnTo>
                    <a:pt x="5511413" y="910709"/>
                  </a:lnTo>
                  <a:lnTo>
                    <a:pt x="5444584" y="921776"/>
                  </a:lnTo>
                  <a:lnTo>
                    <a:pt x="5371831" y="931694"/>
                  </a:lnTo>
                  <a:lnTo>
                    <a:pt x="5292771" y="940595"/>
                  </a:lnTo>
                  <a:lnTo>
                    <a:pt x="5207515" y="948573"/>
                  </a:lnTo>
                  <a:lnTo>
                    <a:pt x="5116879" y="955685"/>
                  </a:lnTo>
                  <a:lnTo>
                    <a:pt x="5022599" y="961953"/>
                  </a:lnTo>
                  <a:lnTo>
                    <a:pt x="4927451" y="967372"/>
                  </a:lnTo>
                  <a:lnTo>
                    <a:pt x="4835201" y="971921"/>
                  </a:lnTo>
                  <a:lnTo>
                    <a:pt x="4750247" y="975585"/>
                  </a:lnTo>
                  <a:lnTo>
                    <a:pt x="4676960" y="978374"/>
                  </a:lnTo>
                  <a:lnTo>
                    <a:pt x="4618804" y="980341"/>
                  </a:lnTo>
                  <a:lnTo>
                    <a:pt x="4577514" y="981590"/>
                  </a:lnTo>
                  <a:lnTo>
                    <a:pt x="4552588" y="982268"/>
                  </a:lnTo>
                  <a:lnTo>
                    <a:pt x="4541221" y="982547"/>
                  </a:lnTo>
                  <a:lnTo>
                    <a:pt x="4538543" y="982607"/>
                  </a:lnTo>
                  <a:lnTo>
                    <a:pt x="4016409" y="982607"/>
                  </a:lnTo>
                  <a:lnTo>
                    <a:pt x="4015155" y="982577"/>
                  </a:lnTo>
                  <a:lnTo>
                    <a:pt x="4006955" y="982365"/>
                  </a:lnTo>
                  <a:lnTo>
                    <a:pt x="3986447" y="981777"/>
                  </a:lnTo>
                  <a:lnTo>
                    <a:pt x="3950196" y="980621"/>
                  </a:lnTo>
                  <a:lnTo>
                    <a:pt x="3897004" y="978729"/>
                  </a:lnTo>
                  <a:lnTo>
                    <a:pt x="3827972" y="975973"/>
                  </a:lnTo>
                  <a:lnTo>
                    <a:pt x="3746122" y="972278"/>
                  </a:lnTo>
                  <a:lnTo>
                    <a:pt x="3655640" y="967622"/>
                  </a:lnTo>
                  <a:lnTo>
                    <a:pt x="3560990" y="962014"/>
                  </a:lnTo>
                  <a:lnTo>
                    <a:pt x="3466170" y="955477"/>
                  </a:lnTo>
                  <a:lnTo>
                    <a:pt x="3374268" y="948025"/>
                  </a:lnTo>
                  <a:lnTo>
                    <a:pt x="3287320" y="939644"/>
                  </a:lnTo>
                  <a:lnTo>
                    <a:pt x="3206399" y="930283"/>
                  </a:lnTo>
                  <a:lnTo>
                    <a:pt x="3131803" y="919853"/>
                  </a:lnTo>
                  <a:lnTo>
                    <a:pt x="3063281" y="908222"/>
                  </a:lnTo>
                  <a:lnTo>
                    <a:pt x="3000217" y="895223"/>
                  </a:lnTo>
                  <a:lnTo>
                    <a:pt x="2941792" y="880659"/>
                  </a:lnTo>
                  <a:lnTo>
                    <a:pt x="2887088" y="864319"/>
                  </a:lnTo>
                  <a:lnTo>
                    <a:pt x="2835181" y="846001"/>
                  </a:lnTo>
                  <a:lnTo>
                    <a:pt x="2785216" y="825563"/>
                  </a:lnTo>
                  <a:lnTo>
                    <a:pt x="2770117" y="818839"/>
                  </a:lnTo>
                  <a:lnTo>
                    <a:pt x="2720448" y="794981"/>
                  </a:lnTo>
                  <a:lnTo>
                    <a:pt x="2671264" y="768804"/>
                  </a:lnTo>
                  <a:lnTo>
                    <a:pt x="2622095" y="740271"/>
                  </a:lnTo>
                  <a:lnTo>
                    <a:pt x="2572610" y="709415"/>
                  </a:lnTo>
                  <a:lnTo>
                    <a:pt x="2522605" y="676350"/>
                  </a:lnTo>
                  <a:lnTo>
                    <a:pt x="2471983" y="641275"/>
                  </a:lnTo>
                  <a:lnTo>
                    <a:pt x="2420744" y="604473"/>
                  </a:lnTo>
                  <a:lnTo>
                    <a:pt x="2368970" y="566309"/>
                  </a:lnTo>
                  <a:lnTo>
                    <a:pt x="2316809" y="527212"/>
                  </a:lnTo>
                  <a:lnTo>
                    <a:pt x="2264453" y="487660"/>
                  </a:lnTo>
                  <a:lnTo>
                    <a:pt x="2212117" y="448154"/>
                  </a:lnTo>
                  <a:lnTo>
                    <a:pt x="2160013" y="409194"/>
                  </a:lnTo>
                  <a:lnTo>
                    <a:pt x="2108328" y="371249"/>
                  </a:lnTo>
                  <a:lnTo>
                    <a:pt x="2057199" y="334740"/>
                  </a:lnTo>
                  <a:lnTo>
                    <a:pt x="2006693" y="300016"/>
                  </a:lnTo>
                  <a:lnTo>
                    <a:pt x="1956794" y="267345"/>
                  </a:lnTo>
                  <a:lnTo>
                    <a:pt x="1907386" y="236910"/>
                  </a:lnTo>
                  <a:lnTo>
                    <a:pt x="1858243" y="208810"/>
                  </a:lnTo>
                  <a:lnTo>
                    <a:pt x="1809009" y="183065"/>
                  </a:lnTo>
                  <a:lnTo>
                    <a:pt x="1768425" y="163767"/>
                  </a:lnTo>
                  <a:lnTo>
                    <a:pt x="1718907" y="142665"/>
                  </a:lnTo>
                  <a:lnTo>
                    <a:pt x="1667683" y="123706"/>
                  </a:lnTo>
                  <a:lnTo>
                    <a:pt x="1613936" y="106777"/>
                  </a:lnTo>
                  <a:lnTo>
                    <a:pt x="1556756" y="91689"/>
                  </a:lnTo>
                  <a:lnTo>
                    <a:pt x="1495213" y="78231"/>
                  </a:lnTo>
                  <a:lnTo>
                    <a:pt x="1428448" y="66198"/>
                  </a:lnTo>
                  <a:lnTo>
                    <a:pt x="1355769" y="55414"/>
                  </a:lnTo>
                  <a:lnTo>
                    <a:pt x="1276792" y="45736"/>
                  </a:lnTo>
                  <a:lnTo>
                    <a:pt x="1191625" y="37060"/>
                  </a:lnTo>
                  <a:lnTo>
                    <a:pt x="1101078" y="29325"/>
                  </a:lnTo>
                  <a:lnTo>
                    <a:pt x="1006876" y="22506"/>
                  </a:lnTo>
                  <a:lnTo>
                    <a:pt x="911784" y="16611"/>
                  </a:lnTo>
                  <a:lnTo>
                    <a:pt x="819553" y="11659"/>
                  </a:lnTo>
                  <a:lnTo>
                    <a:pt x="734571" y="7669"/>
                  </a:lnTo>
                  <a:lnTo>
                    <a:pt x="661202" y="4629"/>
                  </a:lnTo>
                  <a:lnTo>
                    <a:pt x="602918" y="2482"/>
                  </a:lnTo>
                  <a:lnTo>
                    <a:pt x="561472" y="1117"/>
                  </a:lnTo>
                  <a:lnTo>
                    <a:pt x="536386" y="374"/>
                  </a:lnTo>
                  <a:lnTo>
                    <a:pt x="524887" y="66"/>
                  </a:lnTo>
                  <a:lnTo>
                    <a:pt x="5221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6" name="pl6"/>
            <p:cNvSpPr/>
            <p:nvPr/>
          </p:nvSpPr>
          <p:spPr>
            <a:xfrm>
              <a:off x="386606" y="1400137"/>
              <a:ext cx="8554953" cy="982607"/>
            </a:xfrm>
            <a:custGeom>
              <a:avLst/>
              <a:pathLst>
                <a:path w="8554953" h="982607">
                  <a:moveTo>
                    <a:pt x="0" y="0"/>
                  </a:moveTo>
                  <a:lnTo>
                    <a:pt x="522133" y="0"/>
                  </a:lnTo>
                  <a:lnTo>
                    <a:pt x="523387" y="29"/>
                  </a:lnTo>
                  <a:lnTo>
                    <a:pt x="531587" y="242"/>
                  </a:lnTo>
                  <a:lnTo>
                    <a:pt x="552095" y="830"/>
                  </a:lnTo>
                  <a:lnTo>
                    <a:pt x="588346" y="1985"/>
                  </a:lnTo>
                  <a:lnTo>
                    <a:pt x="641538" y="3877"/>
                  </a:lnTo>
                  <a:lnTo>
                    <a:pt x="710570" y="6634"/>
                  </a:lnTo>
                  <a:lnTo>
                    <a:pt x="792420" y="10328"/>
                  </a:lnTo>
                  <a:lnTo>
                    <a:pt x="882902" y="14985"/>
                  </a:lnTo>
                  <a:lnTo>
                    <a:pt x="977553" y="20593"/>
                  </a:lnTo>
                  <a:lnTo>
                    <a:pt x="1072372" y="27129"/>
                  </a:lnTo>
                  <a:lnTo>
                    <a:pt x="1164275" y="34581"/>
                  </a:lnTo>
                  <a:lnTo>
                    <a:pt x="1251222" y="42963"/>
                  </a:lnTo>
                  <a:lnTo>
                    <a:pt x="1332144" y="52324"/>
                  </a:lnTo>
                  <a:lnTo>
                    <a:pt x="1406739" y="62754"/>
                  </a:lnTo>
                  <a:lnTo>
                    <a:pt x="1475261" y="74385"/>
                  </a:lnTo>
                  <a:lnTo>
                    <a:pt x="1538325" y="87384"/>
                  </a:lnTo>
                  <a:lnTo>
                    <a:pt x="1596750" y="101948"/>
                  </a:lnTo>
                  <a:lnTo>
                    <a:pt x="1651454" y="118288"/>
                  </a:lnTo>
                  <a:lnTo>
                    <a:pt x="1703361" y="136606"/>
                  </a:lnTo>
                  <a:lnTo>
                    <a:pt x="1753326" y="157044"/>
                  </a:lnTo>
                  <a:lnTo>
                    <a:pt x="1768425" y="163767"/>
                  </a:lnTo>
                  <a:lnTo>
                    <a:pt x="1818094" y="187626"/>
                  </a:lnTo>
                  <a:lnTo>
                    <a:pt x="1867278" y="213802"/>
                  </a:lnTo>
                  <a:lnTo>
                    <a:pt x="1916448" y="242336"/>
                  </a:lnTo>
                  <a:lnTo>
                    <a:pt x="1965932" y="273191"/>
                  </a:lnTo>
                  <a:lnTo>
                    <a:pt x="2015937" y="306256"/>
                  </a:lnTo>
                  <a:lnTo>
                    <a:pt x="2066559" y="341332"/>
                  </a:lnTo>
                  <a:lnTo>
                    <a:pt x="2117798" y="378134"/>
                  </a:lnTo>
                  <a:lnTo>
                    <a:pt x="2169572" y="416298"/>
                  </a:lnTo>
                  <a:lnTo>
                    <a:pt x="2221734" y="455395"/>
                  </a:lnTo>
                  <a:lnTo>
                    <a:pt x="2274089" y="494947"/>
                  </a:lnTo>
                  <a:lnTo>
                    <a:pt x="2326425" y="534453"/>
                  </a:lnTo>
                  <a:lnTo>
                    <a:pt x="2378529" y="573413"/>
                  </a:lnTo>
                  <a:lnTo>
                    <a:pt x="2430214" y="611357"/>
                  </a:lnTo>
                  <a:lnTo>
                    <a:pt x="2481343" y="647867"/>
                  </a:lnTo>
                  <a:lnTo>
                    <a:pt x="2531849" y="682591"/>
                  </a:lnTo>
                  <a:lnTo>
                    <a:pt x="2581748" y="715262"/>
                  </a:lnTo>
                  <a:lnTo>
                    <a:pt x="2631156" y="745697"/>
                  </a:lnTo>
                  <a:lnTo>
                    <a:pt x="2680300" y="773797"/>
                  </a:lnTo>
                  <a:lnTo>
                    <a:pt x="2729533" y="799542"/>
                  </a:lnTo>
                  <a:lnTo>
                    <a:pt x="2770117" y="818839"/>
                  </a:lnTo>
                  <a:lnTo>
                    <a:pt x="2819636" y="839942"/>
                  </a:lnTo>
                  <a:lnTo>
                    <a:pt x="2870859" y="858901"/>
                  </a:lnTo>
                  <a:lnTo>
                    <a:pt x="2924606" y="875830"/>
                  </a:lnTo>
                  <a:lnTo>
                    <a:pt x="2981786" y="890918"/>
                  </a:lnTo>
                  <a:lnTo>
                    <a:pt x="3043329" y="904376"/>
                  </a:lnTo>
                  <a:lnTo>
                    <a:pt x="3110094" y="916409"/>
                  </a:lnTo>
                  <a:lnTo>
                    <a:pt x="3182773" y="927193"/>
                  </a:lnTo>
                  <a:lnTo>
                    <a:pt x="3261750" y="936871"/>
                  </a:lnTo>
                  <a:lnTo>
                    <a:pt x="3346917" y="945547"/>
                  </a:lnTo>
                  <a:lnTo>
                    <a:pt x="3437464" y="953282"/>
                  </a:lnTo>
                  <a:lnTo>
                    <a:pt x="3531666" y="960100"/>
                  </a:lnTo>
                  <a:lnTo>
                    <a:pt x="3626758" y="965996"/>
                  </a:lnTo>
                  <a:lnTo>
                    <a:pt x="3718989" y="970948"/>
                  </a:lnTo>
                  <a:lnTo>
                    <a:pt x="3803971" y="974938"/>
                  </a:lnTo>
                  <a:lnTo>
                    <a:pt x="3877340" y="977978"/>
                  </a:lnTo>
                  <a:lnTo>
                    <a:pt x="3935624" y="980125"/>
                  </a:lnTo>
                  <a:lnTo>
                    <a:pt x="3977071" y="981490"/>
                  </a:lnTo>
                  <a:lnTo>
                    <a:pt x="4002156" y="982233"/>
                  </a:lnTo>
                  <a:lnTo>
                    <a:pt x="4013655" y="982540"/>
                  </a:lnTo>
                  <a:lnTo>
                    <a:pt x="4016371" y="982606"/>
                  </a:lnTo>
                  <a:lnTo>
                    <a:pt x="4016409" y="982607"/>
                  </a:lnTo>
                  <a:lnTo>
                    <a:pt x="4538543" y="982607"/>
                  </a:lnTo>
                  <a:lnTo>
                    <a:pt x="4539799" y="982580"/>
                  </a:lnTo>
                  <a:lnTo>
                    <a:pt x="4548014" y="982384"/>
                  </a:lnTo>
                  <a:lnTo>
                    <a:pt x="4568560" y="981842"/>
                  </a:lnTo>
                  <a:lnTo>
                    <a:pt x="4604874" y="980778"/>
                  </a:lnTo>
                  <a:lnTo>
                    <a:pt x="4658150" y="979035"/>
                  </a:lnTo>
                  <a:lnTo>
                    <a:pt x="4727280" y="976495"/>
                  </a:lnTo>
                  <a:lnTo>
                    <a:pt x="4809229" y="973092"/>
                  </a:lnTo>
                  <a:lnTo>
                    <a:pt x="4899802" y="968803"/>
                  </a:lnTo>
                  <a:lnTo>
                    <a:pt x="4994526" y="963638"/>
                  </a:lnTo>
                  <a:lnTo>
                    <a:pt x="5089398" y="957618"/>
                  </a:lnTo>
                  <a:lnTo>
                    <a:pt x="5181332" y="950755"/>
                  </a:lnTo>
                  <a:lnTo>
                    <a:pt x="5268294" y="943037"/>
                  </a:lnTo>
                  <a:lnTo>
                    <a:pt x="5349217" y="934416"/>
                  </a:lnTo>
                  <a:lnTo>
                    <a:pt x="5423805" y="924809"/>
                  </a:lnTo>
                  <a:lnTo>
                    <a:pt x="5492318" y="914095"/>
                  </a:lnTo>
                  <a:lnTo>
                    <a:pt x="5555371" y="902121"/>
                  </a:lnTo>
                  <a:lnTo>
                    <a:pt x="5613789" y="888703"/>
                  </a:lnTo>
                  <a:lnTo>
                    <a:pt x="5668492" y="873648"/>
                  </a:lnTo>
                  <a:lnTo>
                    <a:pt x="5720404" y="856770"/>
                  </a:lnTo>
                  <a:lnTo>
                    <a:pt x="5770383" y="837938"/>
                  </a:lnTo>
                  <a:lnTo>
                    <a:pt x="5784835" y="832016"/>
                  </a:lnTo>
                  <a:lnTo>
                    <a:pt x="5835091" y="809803"/>
                  </a:lnTo>
                  <a:lnTo>
                    <a:pt x="5884858" y="785407"/>
                  </a:lnTo>
                  <a:lnTo>
                    <a:pt x="5934619" y="758792"/>
                  </a:lnTo>
                  <a:lnTo>
                    <a:pt x="5984712" y="729992"/>
                  </a:lnTo>
                  <a:lnTo>
                    <a:pt x="6035344" y="699120"/>
                  </a:lnTo>
                  <a:lnTo>
                    <a:pt x="6086611" y="666369"/>
                  </a:lnTo>
                  <a:lnTo>
                    <a:pt x="6138507" y="632014"/>
                  </a:lnTo>
                  <a:lnTo>
                    <a:pt x="6190939" y="596408"/>
                  </a:lnTo>
                  <a:lnTo>
                    <a:pt x="6243751" y="559965"/>
                  </a:lnTo>
                  <a:lnTo>
                    <a:pt x="6296739" y="523144"/>
                  </a:lnTo>
                  <a:lnTo>
                    <a:pt x="6349681" y="486423"/>
                  </a:lnTo>
                  <a:lnTo>
                    <a:pt x="6402357" y="450276"/>
                  </a:lnTo>
                  <a:lnTo>
                    <a:pt x="6454581" y="415145"/>
                  </a:lnTo>
                  <a:lnTo>
                    <a:pt x="6506221" y="381420"/>
                  </a:lnTo>
                  <a:lnTo>
                    <a:pt x="6557218" y="349424"/>
                  </a:lnTo>
                  <a:lnTo>
                    <a:pt x="6607608" y="319398"/>
                  </a:lnTo>
                  <a:lnTo>
                    <a:pt x="6657530" y="291501"/>
                  </a:lnTo>
                  <a:lnTo>
                    <a:pt x="6707244" y="265812"/>
                  </a:lnTo>
                  <a:lnTo>
                    <a:pt x="6757147" y="242334"/>
                  </a:lnTo>
                  <a:lnTo>
                    <a:pt x="6786527" y="229651"/>
                  </a:lnTo>
                  <a:lnTo>
                    <a:pt x="6836078" y="210235"/>
                  </a:lnTo>
                  <a:lnTo>
                    <a:pt x="6887338" y="192791"/>
                  </a:lnTo>
                  <a:lnTo>
                    <a:pt x="6941124" y="177217"/>
                  </a:lnTo>
                  <a:lnTo>
                    <a:pt x="6998352" y="163338"/>
                  </a:lnTo>
                  <a:lnTo>
                    <a:pt x="7059949" y="150958"/>
                  </a:lnTo>
                  <a:lnTo>
                    <a:pt x="7126778" y="139891"/>
                  </a:lnTo>
                  <a:lnTo>
                    <a:pt x="7199531" y="129973"/>
                  </a:lnTo>
                  <a:lnTo>
                    <a:pt x="7278591" y="121072"/>
                  </a:lnTo>
                  <a:lnTo>
                    <a:pt x="7363847" y="113094"/>
                  </a:lnTo>
                  <a:lnTo>
                    <a:pt x="7454483" y="105982"/>
                  </a:lnTo>
                  <a:lnTo>
                    <a:pt x="7548763" y="99714"/>
                  </a:lnTo>
                  <a:lnTo>
                    <a:pt x="7643911" y="94295"/>
                  </a:lnTo>
                  <a:lnTo>
                    <a:pt x="7736161" y="89746"/>
                  </a:lnTo>
                  <a:lnTo>
                    <a:pt x="7821115" y="86082"/>
                  </a:lnTo>
                  <a:lnTo>
                    <a:pt x="7894402" y="83293"/>
                  </a:lnTo>
                  <a:lnTo>
                    <a:pt x="7952558" y="81326"/>
                  </a:lnTo>
                  <a:lnTo>
                    <a:pt x="7993848" y="80077"/>
                  </a:lnTo>
                  <a:lnTo>
                    <a:pt x="8018774" y="79399"/>
                  </a:lnTo>
                  <a:lnTo>
                    <a:pt x="8030141" y="79120"/>
                  </a:lnTo>
                  <a:lnTo>
                    <a:pt x="8032786" y="79061"/>
                  </a:lnTo>
                  <a:lnTo>
                    <a:pt x="8032819" y="79060"/>
                  </a:lnTo>
                  <a:lnTo>
                    <a:pt x="8554953" y="79060"/>
                  </a:lnTo>
                  <a:lnTo>
                    <a:pt x="8554953" y="7906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7" name="pl7"/>
            <p:cNvSpPr/>
            <p:nvPr/>
          </p:nvSpPr>
          <p:spPr>
            <a:xfrm>
              <a:off x="386606" y="1383196"/>
              <a:ext cx="8554953" cy="982607"/>
            </a:xfrm>
            <a:custGeom>
              <a:avLst/>
              <a:pathLst>
                <a:path w="8554953" h="982607">
                  <a:moveTo>
                    <a:pt x="8554953" y="79060"/>
                  </a:moveTo>
                  <a:lnTo>
                    <a:pt x="8032819" y="79060"/>
                  </a:lnTo>
                  <a:lnTo>
                    <a:pt x="8031563" y="79087"/>
                  </a:lnTo>
                  <a:lnTo>
                    <a:pt x="8023347" y="79283"/>
                  </a:lnTo>
                  <a:lnTo>
                    <a:pt x="8002802" y="79825"/>
                  </a:lnTo>
                  <a:lnTo>
                    <a:pt x="7966488" y="80890"/>
                  </a:lnTo>
                  <a:lnTo>
                    <a:pt x="7913212" y="82633"/>
                  </a:lnTo>
                  <a:lnTo>
                    <a:pt x="7844082" y="85172"/>
                  </a:lnTo>
                  <a:lnTo>
                    <a:pt x="7762133" y="88575"/>
                  </a:lnTo>
                  <a:lnTo>
                    <a:pt x="7671560" y="92865"/>
                  </a:lnTo>
                  <a:lnTo>
                    <a:pt x="7576836" y="98029"/>
                  </a:lnTo>
                  <a:lnTo>
                    <a:pt x="7481964" y="104049"/>
                  </a:lnTo>
                  <a:lnTo>
                    <a:pt x="7390030" y="110912"/>
                  </a:lnTo>
                  <a:lnTo>
                    <a:pt x="7303068" y="118631"/>
                  </a:lnTo>
                  <a:lnTo>
                    <a:pt x="7222145" y="127252"/>
                  </a:lnTo>
                  <a:lnTo>
                    <a:pt x="7147557" y="136858"/>
                  </a:lnTo>
                  <a:lnTo>
                    <a:pt x="7079044" y="147572"/>
                  </a:lnTo>
                  <a:lnTo>
                    <a:pt x="7015991" y="159546"/>
                  </a:lnTo>
                  <a:lnTo>
                    <a:pt x="6957573" y="172964"/>
                  </a:lnTo>
                  <a:lnTo>
                    <a:pt x="6902870" y="188019"/>
                  </a:lnTo>
                  <a:lnTo>
                    <a:pt x="6850958" y="204897"/>
                  </a:lnTo>
                  <a:lnTo>
                    <a:pt x="6800979" y="223729"/>
                  </a:lnTo>
                  <a:lnTo>
                    <a:pt x="6786527" y="229651"/>
                  </a:lnTo>
                  <a:lnTo>
                    <a:pt x="6736271" y="251864"/>
                  </a:lnTo>
                  <a:lnTo>
                    <a:pt x="6686504" y="276260"/>
                  </a:lnTo>
                  <a:lnTo>
                    <a:pt x="6636743" y="302875"/>
                  </a:lnTo>
                  <a:lnTo>
                    <a:pt x="6586650" y="331675"/>
                  </a:lnTo>
                  <a:lnTo>
                    <a:pt x="6536018" y="362547"/>
                  </a:lnTo>
                  <a:lnTo>
                    <a:pt x="6484750" y="395299"/>
                  </a:lnTo>
                  <a:lnTo>
                    <a:pt x="6432855" y="429653"/>
                  </a:lnTo>
                  <a:lnTo>
                    <a:pt x="6380423" y="465259"/>
                  </a:lnTo>
                  <a:lnTo>
                    <a:pt x="6327611" y="501702"/>
                  </a:lnTo>
                  <a:lnTo>
                    <a:pt x="6274623" y="538523"/>
                  </a:lnTo>
                  <a:lnTo>
                    <a:pt x="6221681" y="575244"/>
                  </a:lnTo>
                  <a:lnTo>
                    <a:pt x="6169005" y="611392"/>
                  </a:lnTo>
                  <a:lnTo>
                    <a:pt x="6116781" y="646523"/>
                  </a:lnTo>
                  <a:lnTo>
                    <a:pt x="6065141" y="680247"/>
                  </a:lnTo>
                  <a:lnTo>
                    <a:pt x="6014144" y="712243"/>
                  </a:lnTo>
                  <a:lnTo>
                    <a:pt x="5963754" y="742269"/>
                  </a:lnTo>
                  <a:lnTo>
                    <a:pt x="5913832" y="770166"/>
                  </a:lnTo>
                  <a:lnTo>
                    <a:pt x="5864117" y="795856"/>
                  </a:lnTo>
                  <a:lnTo>
                    <a:pt x="5814215" y="819333"/>
                  </a:lnTo>
                  <a:lnTo>
                    <a:pt x="5784835" y="832016"/>
                  </a:lnTo>
                  <a:lnTo>
                    <a:pt x="5735283" y="851433"/>
                  </a:lnTo>
                  <a:lnTo>
                    <a:pt x="5684024" y="868876"/>
                  </a:lnTo>
                  <a:lnTo>
                    <a:pt x="5630237" y="884450"/>
                  </a:lnTo>
                  <a:lnTo>
                    <a:pt x="5573010" y="898329"/>
                  </a:lnTo>
                  <a:lnTo>
                    <a:pt x="5511413" y="910709"/>
                  </a:lnTo>
                  <a:lnTo>
                    <a:pt x="5444584" y="921776"/>
                  </a:lnTo>
                  <a:lnTo>
                    <a:pt x="5371831" y="931694"/>
                  </a:lnTo>
                  <a:lnTo>
                    <a:pt x="5292771" y="940595"/>
                  </a:lnTo>
                  <a:lnTo>
                    <a:pt x="5207515" y="948573"/>
                  </a:lnTo>
                  <a:lnTo>
                    <a:pt x="5116879" y="955685"/>
                  </a:lnTo>
                  <a:lnTo>
                    <a:pt x="5022599" y="961953"/>
                  </a:lnTo>
                  <a:lnTo>
                    <a:pt x="4927451" y="967372"/>
                  </a:lnTo>
                  <a:lnTo>
                    <a:pt x="4835201" y="971921"/>
                  </a:lnTo>
                  <a:lnTo>
                    <a:pt x="4750247" y="975585"/>
                  </a:lnTo>
                  <a:lnTo>
                    <a:pt x="4676960" y="978374"/>
                  </a:lnTo>
                  <a:lnTo>
                    <a:pt x="4618804" y="980341"/>
                  </a:lnTo>
                  <a:lnTo>
                    <a:pt x="4577514" y="981590"/>
                  </a:lnTo>
                  <a:lnTo>
                    <a:pt x="4552588" y="982268"/>
                  </a:lnTo>
                  <a:lnTo>
                    <a:pt x="4541221" y="982547"/>
                  </a:lnTo>
                  <a:lnTo>
                    <a:pt x="4538576" y="982607"/>
                  </a:lnTo>
                  <a:lnTo>
                    <a:pt x="4538543" y="982607"/>
                  </a:lnTo>
                  <a:lnTo>
                    <a:pt x="4016409" y="982607"/>
                  </a:lnTo>
                  <a:lnTo>
                    <a:pt x="4015155" y="982577"/>
                  </a:lnTo>
                  <a:lnTo>
                    <a:pt x="4006955" y="982365"/>
                  </a:lnTo>
                  <a:lnTo>
                    <a:pt x="3986447" y="981777"/>
                  </a:lnTo>
                  <a:lnTo>
                    <a:pt x="3950196" y="980621"/>
                  </a:lnTo>
                  <a:lnTo>
                    <a:pt x="3897004" y="978729"/>
                  </a:lnTo>
                  <a:lnTo>
                    <a:pt x="3827972" y="975973"/>
                  </a:lnTo>
                  <a:lnTo>
                    <a:pt x="3746122" y="972278"/>
                  </a:lnTo>
                  <a:lnTo>
                    <a:pt x="3655640" y="967622"/>
                  </a:lnTo>
                  <a:lnTo>
                    <a:pt x="3560990" y="962014"/>
                  </a:lnTo>
                  <a:lnTo>
                    <a:pt x="3466170" y="955477"/>
                  </a:lnTo>
                  <a:lnTo>
                    <a:pt x="3374268" y="948025"/>
                  </a:lnTo>
                  <a:lnTo>
                    <a:pt x="3287320" y="939644"/>
                  </a:lnTo>
                  <a:lnTo>
                    <a:pt x="3206399" y="930283"/>
                  </a:lnTo>
                  <a:lnTo>
                    <a:pt x="3131803" y="919853"/>
                  </a:lnTo>
                  <a:lnTo>
                    <a:pt x="3063281" y="908222"/>
                  </a:lnTo>
                  <a:lnTo>
                    <a:pt x="3000217" y="895223"/>
                  </a:lnTo>
                  <a:lnTo>
                    <a:pt x="2941792" y="880659"/>
                  </a:lnTo>
                  <a:lnTo>
                    <a:pt x="2887088" y="864319"/>
                  </a:lnTo>
                  <a:lnTo>
                    <a:pt x="2835181" y="846001"/>
                  </a:lnTo>
                  <a:lnTo>
                    <a:pt x="2785216" y="825563"/>
                  </a:lnTo>
                  <a:lnTo>
                    <a:pt x="2770117" y="818839"/>
                  </a:lnTo>
                  <a:lnTo>
                    <a:pt x="2720448" y="794981"/>
                  </a:lnTo>
                  <a:lnTo>
                    <a:pt x="2671264" y="768804"/>
                  </a:lnTo>
                  <a:lnTo>
                    <a:pt x="2622095" y="740271"/>
                  </a:lnTo>
                  <a:lnTo>
                    <a:pt x="2572610" y="709415"/>
                  </a:lnTo>
                  <a:lnTo>
                    <a:pt x="2522605" y="676350"/>
                  </a:lnTo>
                  <a:lnTo>
                    <a:pt x="2471983" y="641275"/>
                  </a:lnTo>
                  <a:lnTo>
                    <a:pt x="2420744" y="604473"/>
                  </a:lnTo>
                  <a:lnTo>
                    <a:pt x="2368970" y="566309"/>
                  </a:lnTo>
                  <a:lnTo>
                    <a:pt x="2316809" y="527212"/>
                  </a:lnTo>
                  <a:lnTo>
                    <a:pt x="2264453" y="487660"/>
                  </a:lnTo>
                  <a:lnTo>
                    <a:pt x="2212117" y="448154"/>
                  </a:lnTo>
                  <a:lnTo>
                    <a:pt x="2160013" y="409194"/>
                  </a:lnTo>
                  <a:lnTo>
                    <a:pt x="2108328" y="371249"/>
                  </a:lnTo>
                  <a:lnTo>
                    <a:pt x="2057199" y="334740"/>
                  </a:lnTo>
                  <a:lnTo>
                    <a:pt x="2006693" y="300016"/>
                  </a:lnTo>
                  <a:lnTo>
                    <a:pt x="1956794" y="267345"/>
                  </a:lnTo>
                  <a:lnTo>
                    <a:pt x="1907386" y="236910"/>
                  </a:lnTo>
                  <a:lnTo>
                    <a:pt x="1858243" y="208810"/>
                  </a:lnTo>
                  <a:lnTo>
                    <a:pt x="1809009" y="183065"/>
                  </a:lnTo>
                  <a:lnTo>
                    <a:pt x="1768425" y="163767"/>
                  </a:lnTo>
                  <a:lnTo>
                    <a:pt x="1718907" y="142665"/>
                  </a:lnTo>
                  <a:lnTo>
                    <a:pt x="1667683" y="123706"/>
                  </a:lnTo>
                  <a:lnTo>
                    <a:pt x="1613936" y="106777"/>
                  </a:lnTo>
                  <a:lnTo>
                    <a:pt x="1556756" y="91689"/>
                  </a:lnTo>
                  <a:lnTo>
                    <a:pt x="1495213" y="78231"/>
                  </a:lnTo>
                  <a:lnTo>
                    <a:pt x="1428448" y="66198"/>
                  </a:lnTo>
                  <a:lnTo>
                    <a:pt x="1355769" y="55414"/>
                  </a:lnTo>
                  <a:lnTo>
                    <a:pt x="1276792" y="45736"/>
                  </a:lnTo>
                  <a:lnTo>
                    <a:pt x="1191625" y="37060"/>
                  </a:lnTo>
                  <a:lnTo>
                    <a:pt x="1101078" y="29325"/>
                  </a:lnTo>
                  <a:lnTo>
                    <a:pt x="1006876" y="22506"/>
                  </a:lnTo>
                  <a:lnTo>
                    <a:pt x="911784" y="16611"/>
                  </a:lnTo>
                  <a:lnTo>
                    <a:pt x="819553" y="11659"/>
                  </a:lnTo>
                  <a:lnTo>
                    <a:pt x="734571" y="7669"/>
                  </a:lnTo>
                  <a:lnTo>
                    <a:pt x="661202" y="4629"/>
                  </a:lnTo>
                  <a:lnTo>
                    <a:pt x="602918" y="2482"/>
                  </a:lnTo>
                  <a:lnTo>
                    <a:pt x="561472" y="1117"/>
                  </a:lnTo>
                  <a:lnTo>
                    <a:pt x="536386" y="374"/>
                  </a:lnTo>
                  <a:lnTo>
                    <a:pt x="524887" y="66"/>
                  </a:lnTo>
                  <a:lnTo>
                    <a:pt x="522171" y="0"/>
                  </a:lnTo>
                  <a:lnTo>
                    <a:pt x="522133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8" name="pg8"/>
            <p:cNvSpPr/>
            <p:nvPr/>
          </p:nvSpPr>
          <p:spPr>
            <a:xfrm>
              <a:off x="386606" y="1400137"/>
              <a:ext cx="8554953" cy="1010843"/>
            </a:xfrm>
            <a:custGeom>
              <a:avLst/>
              <a:pathLst>
                <a:path w="8554953" h="1010843">
                  <a:moveTo>
                    <a:pt x="0" y="5647"/>
                  </a:moveTo>
                  <a:lnTo>
                    <a:pt x="522133" y="5647"/>
                  </a:lnTo>
                  <a:lnTo>
                    <a:pt x="523386" y="5677"/>
                  </a:lnTo>
                  <a:lnTo>
                    <a:pt x="531581" y="5895"/>
                  </a:lnTo>
                  <a:lnTo>
                    <a:pt x="552078" y="6496"/>
                  </a:lnTo>
                  <a:lnTo>
                    <a:pt x="588311" y="7677"/>
                  </a:lnTo>
                  <a:lnTo>
                    <a:pt x="641478" y="9611"/>
                  </a:lnTo>
                  <a:lnTo>
                    <a:pt x="710480" y="12429"/>
                  </a:lnTo>
                  <a:lnTo>
                    <a:pt x="792300" y="16207"/>
                  </a:lnTo>
                  <a:lnTo>
                    <a:pt x="882755" y="20969"/>
                  </a:lnTo>
                  <a:lnTo>
                    <a:pt x="977383" y="26703"/>
                  </a:lnTo>
                  <a:lnTo>
                    <a:pt x="1072187" y="33386"/>
                  </a:lnTo>
                  <a:lnTo>
                    <a:pt x="1164080" y="41006"/>
                  </a:lnTo>
                  <a:lnTo>
                    <a:pt x="1251023" y="49576"/>
                  </a:lnTo>
                  <a:lnTo>
                    <a:pt x="1331944" y="59148"/>
                  </a:lnTo>
                  <a:lnTo>
                    <a:pt x="1406541" y="69813"/>
                  </a:lnTo>
                  <a:lnTo>
                    <a:pt x="1475067" y="81705"/>
                  </a:lnTo>
                  <a:lnTo>
                    <a:pt x="1538133" y="94996"/>
                  </a:lnTo>
                  <a:lnTo>
                    <a:pt x="1596561" y="109886"/>
                  </a:lnTo>
                  <a:lnTo>
                    <a:pt x="1651265" y="126592"/>
                  </a:lnTo>
                  <a:lnTo>
                    <a:pt x="1703170" y="145319"/>
                  </a:lnTo>
                  <a:lnTo>
                    <a:pt x="1753132" y="166215"/>
                  </a:lnTo>
                  <a:lnTo>
                    <a:pt x="1768425" y="173179"/>
                  </a:lnTo>
                  <a:lnTo>
                    <a:pt x="1817923" y="197498"/>
                  </a:lnTo>
                  <a:lnTo>
                    <a:pt x="1866939" y="224171"/>
                  </a:lnTo>
                  <a:lnTo>
                    <a:pt x="1915937" y="253239"/>
                  </a:lnTo>
                  <a:lnTo>
                    <a:pt x="1965245" y="284667"/>
                  </a:lnTo>
                  <a:lnTo>
                    <a:pt x="2015069" y="318342"/>
                  </a:lnTo>
                  <a:lnTo>
                    <a:pt x="2065504" y="354063"/>
                  </a:lnTo>
                  <a:lnTo>
                    <a:pt x="2116553" y="391546"/>
                  </a:lnTo>
                  <a:lnTo>
                    <a:pt x="2168136" y="430422"/>
                  </a:lnTo>
                  <a:lnTo>
                    <a:pt x="2220109" y="470259"/>
                  </a:lnTo>
                  <a:lnTo>
                    <a:pt x="2272281" y="510573"/>
                  </a:lnTo>
                  <a:lnTo>
                    <a:pt x="2324441" y="550858"/>
                  </a:lnTo>
                  <a:lnTo>
                    <a:pt x="2376377" y="590608"/>
                  </a:lnTo>
                  <a:lnTo>
                    <a:pt x="2427905" y="629345"/>
                  </a:lnTo>
                  <a:lnTo>
                    <a:pt x="2478886" y="666641"/>
                  </a:lnTo>
                  <a:lnTo>
                    <a:pt x="2529249" y="702140"/>
                  </a:lnTo>
                  <a:lnTo>
                    <a:pt x="2579006" y="735564"/>
                  </a:lnTo>
                  <a:lnTo>
                    <a:pt x="2628266" y="766724"/>
                  </a:lnTo>
                  <a:lnTo>
                    <a:pt x="2677247" y="795516"/>
                  </a:lnTo>
                  <a:lnTo>
                    <a:pt x="2726291" y="821915"/>
                  </a:lnTo>
                  <a:lnTo>
                    <a:pt x="2770117" y="843310"/>
                  </a:lnTo>
                  <a:lnTo>
                    <a:pt x="2819626" y="864894"/>
                  </a:lnTo>
                  <a:lnTo>
                    <a:pt x="2870839" y="884286"/>
                  </a:lnTo>
                  <a:lnTo>
                    <a:pt x="2924573" y="901601"/>
                  </a:lnTo>
                  <a:lnTo>
                    <a:pt x="2981740" y="917034"/>
                  </a:lnTo>
                  <a:lnTo>
                    <a:pt x="3043266" y="930801"/>
                  </a:lnTo>
                  <a:lnTo>
                    <a:pt x="3110011" y="943109"/>
                  </a:lnTo>
                  <a:lnTo>
                    <a:pt x="3182669" y="954140"/>
                  </a:lnTo>
                  <a:lnTo>
                    <a:pt x="3261620" y="964041"/>
                  </a:lnTo>
                  <a:lnTo>
                    <a:pt x="3346761" y="972916"/>
                  </a:lnTo>
                  <a:lnTo>
                    <a:pt x="3437281" y="980829"/>
                  </a:lnTo>
                  <a:lnTo>
                    <a:pt x="3531460" y="987805"/>
                  </a:lnTo>
                  <a:lnTo>
                    <a:pt x="3626534" y="993837"/>
                  </a:lnTo>
                  <a:lnTo>
                    <a:pt x="3718760" y="998904"/>
                  </a:lnTo>
                  <a:lnTo>
                    <a:pt x="3803751" y="1002988"/>
                  </a:lnTo>
                  <a:lnTo>
                    <a:pt x="3877144" y="1006100"/>
                  </a:lnTo>
                  <a:lnTo>
                    <a:pt x="3935467" y="1008298"/>
                  </a:lnTo>
                  <a:lnTo>
                    <a:pt x="3976960" y="1009697"/>
                  </a:lnTo>
                  <a:lnTo>
                    <a:pt x="4002093" y="1010458"/>
                  </a:lnTo>
                  <a:lnTo>
                    <a:pt x="4013632" y="1010774"/>
                  </a:lnTo>
                  <a:lnTo>
                    <a:pt x="4016409" y="1010843"/>
                  </a:lnTo>
                  <a:lnTo>
                    <a:pt x="4538543" y="1010843"/>
                  </a:lnTo>
                  <a:lnTo>
                    <a:pt x="4539805" y="1010822"/>
                  </a:lnTo>
                  <a:lnTo>
                    <a:pt x="4548054" y="1010669"/>
                  </a:lnTo>
                  <a:lnTo>
                    <a:pt x="4568681" y="1010247"/>
                  </a:lnTo>
                  <a:lnTo>
                    <a:pt x="4605132" y="1009419"/>
                  </a:lnTo>
                  <a:lnTo>
                    <a:pt x="4658594" y="1008062"/>
                  </a:lnTo>
                  <a:lnTo>
                    <a:pt x="4727939" y="1006086"/>
                  </a:lnTo>
                  <a:lnTo>
                    <a:pt x="4810108" y="1003438"/>
                  </a:lnTo>
                  <a:lnTo>
                    <a:pt x="4900880" y="1000102"/>
                  </a:lnTo>
                  <a:lnTo>
                    <a:pt x="4995764" y="996085"/>
                  </a:lnTo>
                  <a:lnTo>
                    <a:pt x="5090750" y="991404"/>
                  </a:lnTo>
                  <a:lnTo>
                    <a:pt x="5182754" y="986068"/>
                  </a:lnTo>
                  <a:lnTo>
                    <a:pt x="5269747" y="980066"/>
                  </a:lnTo>
                  <a:lnTo>
                    <a:pt x="5350673" y="973362"/>
                  </a:lnTo>
                  <a:lnTo>
                    <a:pt x="5425247" y="965891"/>
                  </a:lnTo>
                  <a:lnTo>
                    <a:pt x="5493736" y="957557"/>
                  </a:lnTo>
                  <a:lnTo>
                    <a:pt x="5556767" y="948239"/>
                  </a:lnTo>
                  <a:lnTo>
                    <a:pt x="5615171" y="937797"/>
                  </a:lnTo>
                  <a:lnTo>
                    <a:pt x="5669870" y="926079"/>
                  </a:lnTo>
                  <a:lnTo>
                    <a:pt x="5721796" y="912940"/>
                  </a:lnTo>
                  <a:lnTo>
                    <a:pt x="5771803" y="898281"/>
                  </a:lnTo>
                  <a:lnTo>
                    <a:pt x="5784835" y="894135"/>
                  </a:lnTo>
                  <a:lnTo>
                    <a:pt x="5836510" y="876406"/>
                  </a:lnTo>
                  <a:lnTo>
                    <a:pt x="5887683" y="856886"/>
                  </a:lnTo>
                  <a:lnTo>
                    <a:pt x="5938874" y="835548"/>
                  </a:lnTo>
                  <a:lnTo>
                    <a:pt x="5990439" y="812425"/>
                  </a:lnTo>
                  <a:lnTo>
                    <a:pt x="6042592" y="787617"/>
                  </a:lnTo>
                  <a:lnTo>
                    <a:pt x="6095420" y="761298"/>
                  </a:lnTo>
                  <a:lnTo>
                    <a:pt x="6148902" y="733710"/>
                  </a:lnTo>
                  <a:lnTo>
                    <a:pt x="6202923" y="705160"/>
                  </a:lnTo>
                  <a:lnTo>
                    <a:pt x="6257300" y="676008"/>
                  </a:lnTo>
                  <a:lnTo>
                    <a:pt x="6311804" y="646645"/>
                  </a:lnTo>
                  <a:lnTo>
                    <a:pt x="6366191" y="617476"/>
                  </a:lnTo>
                  <a:lnTo>
                    <a:pt x="6420231" y="588894"/>
                  </a:lnTo>
                  <a:lnTo>
                    <a:pt x="6473738" y="561259"/>
                  </a:lnTo>
                  <a:lnTo>
                    <a:pt x="6526594" y="534882"/>
                  </a:lnTo>
                  <a:lnTo>
                    <a:pt x="6578774" y="510008"/>
                  </a:lnTo>
                  <a:lnTo>
                    <a:pt x="6630360" y="486812"/>
                  </a:lnTo>
                  <a:lnTo>
                    <a:pt x="6681560" y="465399"/>
                  </a:lnTo>
                  <a:lnTo>
                    <a:pt x="6732725" y="445804"/>
                  </a:lnTo>
                  <a:lnTo>
                    <a:pt x="6784367" y="428002"/>
                  </a:lnTo>
                  <a:lnTo>
                    <a:pt x="6786527" y="427302"/>
                  </a:lnTo>
                  <a:lnTo>
                    <a:pt x="6836151" y="412234"/>
                  </a:lnTo>
                  <a:lnTo>
                    <a:pt x="6887489" y="398699"/>
                  </a:lnTo>
                  <a:lnTo>
                    <a:pt x="6941364" y="386616"/>
                  </a:lnTo>
                  <a:lnTo>
                    <a:pt x="6998694" y="375851"/>
                  </a:lnTo>
                  <a:lnTo>
                    <a:pt x="7060411" y="366250"/>
                  </a:lnTo>
                  <a:lnTo>
                    <a:pt x="7127381" y="357668"/>
                  </a:lnTo>
                  <a:lnTo>
                    <a:pt x="7200298" y="349978"/>
                  </a:lnTo>
                  <a:lnTo>
                    <a:pt x="7279540" y="343078"/>
                  </a:lnTo>
                  <a:lnTo>
                    <a:pt x="7364992" y="336895"/>
                  </a:lnTo>
                  <a:lnTo>
                    <a:pt x="7455822" y="331384"/>
                  </a:lnTo>
                  <a:lnTo>
                    <a:pt x="7550275" y="326529"/>
                  </a:lnTo>
                  <a:lnTo>
                    <a:pt x="7645544" y="322334"/>
                  </a:lnTo>
                  <a:lnTo>
                    <a:pt x="7737835" y="318816"/>
                  </a:lnTo>
                  <a:lnTo>
                    <a:pt x="7822723" y="315986"/>
                  </a:lnTo>
                  <a:lnTo>
                    <a:pt x="7895830" y="313835"/>
                  </a:lnTo>
                  <a:lnTo>
                    <a:pt x="7953704" y="312322"/>
                  </a:lnTo>
                  <a:lnTo>
                    <a:pt x="7994647" y="311364"/>
                  </a:lnTo>
                  <a:lnTo>
                    <a:pt x="8019223" y="310848"/>
                  </a:lnTo>
                  <a:lnTo>
                    <a:pt x="8030304" y="310637"/>
                  </a:lnTo>
                  <a:lnTo>
                    <a:pt x="8032819" y="310594"/>
                  </a:lnTo>
                  <a:lnTo>
                    <a:pt x="8554953" y="310594"/>
                  </a:lnTo>
                  <a:lnTo>
                    <a:pt x="8554953" y="304947"/>
                  </a:lnTo>
                  <a:lnTo>
                    <a:pt x="8032819" y="304947"/>
                  </a:lnTo>
                  <a:lnTo>
                    <a:pt x="8031557" y="304968"/>
                  </a:lnTo>
                  <a:lnTo>
                    <a:pt x="8023308" y="305121"/>
                  </a:lnTo>
                  <a:lnTo>
                    <a:pt x="8002681" y="305542"/>
                  </a:lnTo>
                  <a:lnTo>
                    <a:pt x="7966230" y="306371"/>
                  </a:lnTo>
                  <a:lnTo>
                    <a:pt x="7912768" y="307728"/>
                  </a:lnTo>
                  <a:lnTo>
                    <a:pt x="7843423" y="309703"/>
                  </a:lnTo>
                  <a:lnTo>
                    <a:pt x="7761254" y="312351"/>
                  </a:lnTo>
                  <a:lnTo>
                    <a:pt x="7670482" y="315688"/>
                  </a:lnTo>
                  <a:lnTo>
                    <a:pt x="7575598" y="319704"/>
                  </a:lnTo>
                  <a:lnTo>
                    <a:pt x="7480612" y="324385"/>
                  </a:lnTo>
                  <a:lnTo>
                    <a:pt x="7388608" y="329722"/>
                  </a:lnTo>
                  <a:lnTo>
                    <a:pt x="7301615" y="335724"/>
                  </a:lnTo>
                  <a:lnTo>
                    <a:pt x="7220689" y="342428"/>
                  </a:lnTo>
                  <a:lnTo>
                    <a:pt x="7146115" y="349899"/>
                  </a:lnTo>
                  <a:lnTo>
                    <a:pt x="7077626" y="358233"/>
                  </a:lnTo>
                  <a:lnTo>
                    <a:pt x="7014595" y="367550"/>
                  </a:lnTo>
                  <a:lnTo>
                    <a:pt x="6956191" y="377992"/>
                  </a:lnTo>
                  <a:lnTo>
                    <a:pt x="6901492" y="389711"/>
                  </a:lnTo>
                  <a:lnTo>
                    <a:pt x="6849566" y="402850"/>
                  </a:lnTo>
                  <a:lnTo>
                    <a:pt x="6799559" y="417509"/>
                  </a:lnTo>
                  <a:lnTo>
                    <a:pt x="6786527" y="421655"/>
                  </a:lnTo>
                  <a:lnTo>
                    <a:pt x="6734852" y="439384"/>
                  </a:lnTo>
                  <a:lnTo>
                    <a:pt x="6683679" y="458904"/>
                  </a:lnTo>
                  <a:lnTo>
                    <a:pt x="6632488" y="480242"/>
                  </a:lnTo>
                  <a:lnTo>
                    <a:pt x="6580923" y="503365"/>
                  </a:lnTo>
                  <a:lnTo>
                    <a:pt x="6528770" y="528173"/>
                  </a:lnTo>
                  <a:lnTo>
                    <a:pt x="6475942" y="554492"/>
                  </a:lnTo>
                  <a:lnTo>
                    <a:pt x="6422460" y="582080"/>
                  </a:lnTo>
                  <a:lnTo>
                    <a:pt x="6368439" y="610630"/>
                  </a:lnTo>
                  <a:lnTo>
                    <a:pt x="6314062" y="639782"/>
                  </a:lnTo>
                  <a:lnTo>
                    <a:pt x="6259558" y="669145"/>
                  </a:lnTo>
                  <a:lnTo>
                    <a:pt x="6205171" y="698314"/>
                  </a:lnTo>
                  <a:lnTo>
                    <a:pt x="6151131" y="726896"/>
                  </a:lnTo>
                  <a:lnTo>
                    <a:pt x="6097624" y="754531"/>
                  </a:lnTo>
                  <a:lnTo>
                    <a:pt x="6044768" y="780908"/>
                  </a:lnTo>
                  <a:lnTo>
                    <a:pt x="5992588" y="805782"/>
                  </a:lnTo>
                  <a:lnTo>
                    <a:pt x="5941002" y="828977"/>
                  </a:lnTo>
                  <a:lnTo>
                    <a:pt x="5889802" y="850391"/>
                  </a:lnTo>
                  <a:lnTo>
                    <a:pt x="5838637" y="869986"/>
                  </a:lnTo>
                  <a:lnTo>
                    <a:pt x="5786995" y="887788"/>
                  </a:lnTo>
                  <a:lnTo>
                    <a:pt x="5784835" y="888488"/>
                  </a:lnTo>
                  <a:lnTo>
                    <a:pt x="5735211" y="903556"/>
                  </a:lnTo>
                  <a:lnTo>
                    <a:pt x="5683873" y="917091"/>
                  </a:lnTo>
                  <a:lnTo>
                    <a:pt x="5629998" y="929173"/>
                  </a:lnTo>
                  <a:lnTo>
                    <a:pt x="5572668" y="939939"/>
                  </a:lnTo>
                  <a:lnTo>
                    <a:pt x="5510951" y="949540"/>
                  </a:lnTo>
                  <a:lnTo>
                    <a:pt x="5443981" y="958122"/>
                  </a:lnTo>
                  <a:lnTo>
                    <a:pt x="5371064" y="965812"/>
                  </a:lnTo>
                  <a:lnTo>
                    <a:pt x="5291822" y="972712"/>
                  </a:lnTo>
                  <a:lnTo>
                    <a:pt x="5206370" y="978895"/>
                  </a:lnTo>
                  <a:lnTo>
                    <a:pt x="5115540" y="984406"/>
                  </a:lnTo>
                  <a:lnTo>
                    <a:pt x="5021087" y="989261"/>
                  </a:lnTo>
                  <a:lnTo>
                    <a:pt x="4925818" y="993455"/>
                  </a:lnTo>
                  <a:lnTo>
                    <a:pt x="4833527" y="996974"/>
                  </a:lnTo>
                  <a:lnTo>
                    <a:pt x="4748639" y="999804"/>
                  </a:lnTo>
                  <a:lnTo>
                    <a:pt x="4675532" y="1001954"/>
                  </a:lnTo>
                  <a:lnTo>
                    <a:pt x="4617658" y="1003468"/>
                  </a:lnTo>
                  <a:lnTo>
                    <a:pt x="4576715" y="1004426"/>
                  </a:lnTo>
                  <a:lnTo>
                    <a:pt x="4552139" y="1004942"/>
                  </a:lnTo>
                  <a:lnTo>
                    <a:pt x="4541058" y="1005152"/>
                  </a:lnTo>
                  <a:lnTo>
                    <a:pt x="4538543" y="1005196"/>
                  </a:lnTo>
                  <a:lnTo>
                    <a:pt x="4016409" y="1005196"/>
                  </a:lnTo>
                  <a:lnTo>
                    <a:pt x="4015156" y="1005166"/>
                  </a:lnTo>
                  <a:lnTo>
                    <a:pt x="4006961" y="1004948"/>
                  </a:lnTo>
                  <a:lnTo>
                    <a:pt x="3986464" y="1004347"/>
                  </a:lnTo>
                  <a:lnTo>
                    <a:pt x="3950231" y="1003166"/>
                  </a:lnTo>
                  <a:lnTo>
                    <a:pt x="3897064" y="1001231"/>
                  </a:lnTo>
                  <a:lnTo>
                    <a:pt x="3828062" y="998413"/>
                  </a:lnTo>
                  <a:lnTo>
                    <a:pt x="3746242" y="994635"/>
                  </a:lnTo>
                  <a:lnTo>
                    <a:pt x="3655787" y="989874"/>
                  </a:lnTo>
                  <a:lnTo>
                    <a:pt x="3561159" y="984140"/>
                  </a:lnTo>
                  <a:lnTo>
                    <a:pt x="3466355" y="977457"/>
                  </a:lnTo>
                  <a:lnTo>
                    <a:pt x="3374462" y="969837"/>
                  </a:lnTo>
                  <a:lnTo>
                    <a:pt x="3287519" y="961266"/>
                  </a:lnTo>
                  <a:lnTo>
                    <a:pt x="3206598" y="951695"/>
                  </a:lnTo>
                  <a:lnTo>
                    <a:pt x="3132001" y="941030"/>
                  </a:lnTo>
                  <a:lnTo>
                    <a:pt x="3063475" y="929138"/>
                  </a:lnTo>
                  <a:lnTo>
                    <a:pt x="3000409" y="915847"/>
                  </a:lnTo>
                  <a:lnTo>
                    <a:pt x="2941981" y="900957"/>
                  </a:lnTo>
                  <a:lnTo>
                    <a:pt x="2887277" y="884251"/>
                  </a:lnTo>
                  <a:lnTo>
                    <a:pt x="2835372" y="865524"/>
                  </a:lnTo>
                  <a:lnTo>
                    <a:pt x="2785410" y="844628"/>
                  </a:lnTo>
                  <a:lnTo>
                    <a:pt x="2770117" y="837663"/>
                  </a:lnTo>
                  <a:lnTo>
                    <a:pt x="2720619" y="813345"/>
                  </a:lnTo>
                  <a:lnTo>
                    <a:pt x="2671603" y="786671"/>
                  </a:lnTo>
                  <a:lnTo>
                    <a:pt x="2622605" y="757604"/>
                  </a:lnTo>
                  <a:lnTo>
                    <a:pt x="2573297" y="726175"/>
                  </a:lnTo>
                  <a:lnTo>
                    <a:pt x="2523474" y="692501"/>
                  </a:lnTo>
                  <a:lnTo>
                    <a:pt x="2473038" y="656779"/>
                  </a:lnTo>
                  <a:lnTo>
                    <a:pt x="2421989" y="619297"/>
                  </a:lnTo>
                  <a:lnTo>
                    <a:pt x="2370406" y="580421"/>
                  </a:lnTo>
                  <a:lnTo>
                    <a:pt x="2318434" y="540584"/>
                  </a:lnTo>
                  <a:lnTo>
                    <a:pt x="2266261" y="500269"/>
                  </a:lnTo>
                  <a:lnTo>
                    <a:pt x="2214102" y="459984"/>
                  </a:lnTo>
                  <a:lnTo>
                    <a:pt x="2162165" y="420234"/>
                  </a:lnTo>
                  <a:lnTo>
                    <a:pt x="2110637" y="381498"/>
                  </a:lnTo>
                  <a:lnTo>
                    <a:pt x="2059656" y="344201"/>
                  </a:lnTo>
                  <a:lnTo>
                    <a:pt x="2009293" y="308703"/>
                  </a:lnTo>
                  <a:lnTo>
                    <a:pt x="1959536" y="275279"/>
                  </a:lnTo>
                  <a:lnTo>
                    <a:pt x="1910276" y="244118"/>
                  </a:lnTo>
                  <a:lnTo>
                    <a:pt x="1861295" y="215327"/>
                  </a:lnTo>
                  <a:lnTo>
                    <a:pt x="1812251" y="188928"/>
                  </a:lnTo>
                  <a:lnTo>
                    <a:pt x="1768425" y="167532"/>
                  </a:lnTo>
                  <a:lnTo>
                    <a:pt x="1718916" y="145949"/>
                  </a:lnTo>
                  <a:lnTo>
                    <a:pt x="1667703" y="126557"/>
                  </a:lnTo>
                  <a:lnTo>
                    <a:pt x="1613969" y="109241"/>
                  </a:lnTo>
                  <a:lnTo>
                    <a:pt x="1556803" y="93808"/>
                  </a:lnTo>
                  <a:lnTo>
                    <a:pt x="1495277" y="80042"/>
                  </a:lnTo>
                  <a:lnTo>
                    <a:pt x="1428531" y="67734"/>
                  </a:lnTo>
                  <a:lnTo>
                    <a:pt x="1355874" y="56702"/>
                  </a:lnTo>
                  <a:lnTo>
                    <a:pt x="1276922" y="46802"/>
                  </a:lnTo>
                  <a:lnTo>
                    <a:pt x="1191781" y="37927"/>
                  </a:lnTo>
                  <a:lnTo>
                    <a:pt x="1101261" y="30014"/>
                  </a:lnTo>
                  <a:lnTo>
                    <a:pt x="1007083" y="23038"/>
                  </a:lnTo>
                  <a:lnTo>
                    <a:pt x="912008" y="17006"/>
                  </a:lnTo>
                  <a:lnTo>
                    <a:pt x="819782" y="11939"/>
                  </a:lnTo>
                  <a:lnTo>
                    <a:pt x="734792" y="7855"/>
                  </a:lnTo>
                  <a:lnTo>
                    <a:pt x="661398" y="4743"/>
                  </a:lnTo>
                  <a:lnTo>
                    <a:pt x="603076" y="2545"/>
                  </a:lnTo>
                  <a:lnTo>
                    <a:pt x="561582" y="1146"/>
                  </a:lnTo>
                  <a:lnTo>
                    <a:pt x="536449" y="384"/>
                  </a:lnTo>
                  <a:lnTo>
                    <a:pt x="524910" y="69"/>
                  </a:lnTo>
                  <a:lnTo>
                    <a:pt x="5221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9" name="pl9"/>
            <p:cNvSpPr/>
            <p:nvPr/>
          </p:nvSpPr>
          <p:spPr>
            <a:xfrm>
              <a:off x="386606" y="1405784"/>
              <a:ext cx="8554953" cy="1005196"/>
            </a:xfrm>
            <a:custGeom>
              <a:avLst/>
              <a:pathLst>
                <a:path w="8554953" h="1005196">
                  <a:moveTo>
                    <a:pt x="0" y="0"/>
                  </a:moveTo>
                  <a:lnTo>
                    <a:pt x="522133" y="0"/>
                  </a:lnTo>
                  <a:lnTo>
                    <a:pt x="523386" y="30"/>
                  </a:lnTo>
                  <a:lnTo>
                    <a:pt x="531581" y="247"/>
                  </a:lnTo>
                  <a:lnTo>
                    <a:pt x="552078" y="849"/>
                  </a:lnTo>
                  <a:lnTo>
                    <a:pt x="588311" y="2030"/>
                  </a:lnTo>
                  <a:lnTo>
                    <a:pt x="641478" y="3964"/>
                  </a:lnTo>
                  <a:lnTo>
                    <a:pt x="710480" y="6782"/>
                  </a:lnTo>
                  <a:lnTo>
                    <a:pt x="792300" y="10560"/>
                  </a:lnTo>
                  <a:lnTo>
                    <a:pt x="882755" y="15321"/>
                  </a:lnTo>
                  <a:lnTo>
                    <a:pt x="977383" y="21055"/>
                  </a:lnTo>
                  <a:lnTo>
                    <a:pt x="1072187" y="27739"/>
                  </a:lnTo>
                  <a:lnTo>
                    <a:pt x="1164080" y="35359"/>
                  </a:lnTo>
                  <a:lnTo>
                    <a:pt x="1251023" y="43929"/>
                  </a:lnTo>
                  <a:lnTo>
                    <a:pt x="1331944" y="53501"/>
                  </a:lnTo>
                  <a:lnTo>
                    <a:pt x="1406541" y="64166"/>
                  </a:lnTo>
                  <a:lnTo>
                    <a:pt x="1475067" y="76058"/>
                  </a:lnTo>
                  <a:lnTo>
                    <a:pt x="1538133" y="89348"/>
                  </a:lnTo>
                  <a:lnTo>
                    <a:pt x="1596561" y="104239"/>
                  </a:lnTo>
                  <a:lnTo>
                    <a:pt x="1651265" y="120945"/>
                  </a:lnTo>
                  <a:lnTo>
                    <a:pt x="1703170" y="139672"/>
                  </a:lnTo>
                  <a:lnTo>
                    <a:pt x="1753132" y="160568"/>
                  </a:lnTo>
                  <a:lnTo>
                    <a:pt x="1768425" y="167532"/>
                  </a:lnTo>
                  <a:lnTo>
                    <a:pt x="1817923" y="191851"/>
                  </a:lnTo>
                  <a:lnTo>
                    <a:pt x="1866939" y="218524"/>
                  </a:lnTo>
                  <a:lnTo>
                    <a:pt x="1915937" y="247592"/>
                  </a:lnTo>
                  <a:lnTo>
                    <a:pt x="1965245" y="279020"/>
                  </a:lnTo>
                  <a:lnTo>
                    <a:pt x="2015069" y="312695"/>
                  </a:lnTo>
                  <a:lnTo>
                    <a:pt x="2065504" y="348416"/>
                  </a:lnTo>
                  <a:lnTo>
                    <a:pt x="2116553" y="385898"/>
                  </a:lnTo>
                  <a:lnTo>
                    <a:pt x="2168136" y="424775"/>
                  </a:lnTo>
                  <a:lnTo>
                    <a:pt x="2220109" y="464612"/>
                  </a:lnTo>
                  <a:lnTo>
                    <a:pt x="2272281" y="504926"/>
                  </a:lnTo>
                  <a:lnTo>
                    <a:pt x="2324441" y="545211"/>
                  </a:lnTo>
                  <a:lnTo>
                    <a:pt x="2376377" y="584961"/>
                  </a:lnTo>
                  <a:lnTo>
                    <a:pt x="2427905" y="623698"/>
                  </a:lnTo>
                  <a:lnTo>
                    <a:pt x="2478886" y="660994"/>
                  </a:lnTo>
                  <a:lnTo>
                    <a:pt x="2529249" y="696493"/>
                  </a:lnTo>
                  <a:lnTo>
                    <a:pt x="2579006" y="729917"/>
                  </a:lnTo>
                  <a:lnTo>
                    <a:pt x="2628266" y="761077"/>
                  </a:lnTo>
                  <a:lnTo>
                    <a:pt x="2677247" y="789869"/>
                  </a:lnTo>
                  <a:lnTo>
                    <a:pt x="2726291" y="816268"/>
                  </a:lnTo>
                  <a:lnTo>
                    <a:pt x="2770117" y="837663"/>
                  </a:lnTo>
                  <a:lnTo>
                    <a:pt x="2819626" y="859247"/>
                  </a:lnTo>
                  <a:lnTo>
                    <a:pt x="2870839" y="878639"/>
                  </a:lnTo>
                  <a:lnTo>
                    <a:pt x="2924573" y="895954"/>
                  </a:lnTo>
                  <a:lnTo>
                    <a:pt x="2981740" y="911387"/>
                  </a:lnTo>
                  <a:lnTo>
                    <a:pt x="3043266" y="925154"/>
                  </a:lnTo>
                  <a:lnTo>
                    <a:pt x="3110011" y="937462"/>
                  </a:lnTo>
                  <a:lnTo>
                    <a:pt x="3182669" y="948493"/>
                  </a:lnTo>
                  <a:lnTo>
                    <a:pt x="3261620" y="958394"/>
                  </a:lnTo>
                  <a:lnTo>
                    <a:pt x="3346761" y="967269"/>
                  </a:lnTo>
                  <a:lnTo>
                    <a:pt x="3437281" y="975182"/>
                  </a:lnTo>
                  <a:lnTo>
                    <a:pt x="3531460" y="982158"/>
                  </a:lnTo>
                  <a:lnTo>
                    <a:pt x="3626534" y="988190"/>
                  </a:lnTo>
                  <a:lnTo>
                    <a:pt x="3718760" y="993257"/>
                  </a:lnTo>
                  <a:lnTo>
                    <a:pt x="3803751" y="997341"/>
                  </a:lnTo>
                  <a:lnTo>
                    <a:pt x="3877144" y="1000452"/>
                  </a:lnTo>
                  <a:lnTo>
                    <a:pt x="3935467" y="1002651"/>
                  </a:lnTo>
                  <a:lnTo>
                    <a:pt x="3976960" y="1004050"/>
                  </a:lnTo>
                  <a:lnTo>
                    <a:pt x="4002093" y="1004811"/>
                  </a:lnTo>
                  <a:lnTo>
                    <a:pt x="4013632" y="1005127"/>
                  </a:lnTo>
                  <a:lnTo>
                    <a:pt x="4016370" y="1005195"/>
                  </a:lnTo>
                  <a:lnTo>
                    <a:pt x="4016409" y="1005196"/>
                  </a:lnTo>
                  <a:lnTo>
                    <a:pt x="4538543" y="1005196"/>
                  </a:lnTo>
                  <a:lnTo>
                    <a:pt x="4539805" y="1005175"/>
                  </a:lnTo>
                  <a:lnTo>
                    <a:pt x="4548054" y="1005022"/>
                  </a:lnTo>
                  <a:lnTo>
                    <a:pt x="4568681" y="1004600"/>
                  </a:lnTo>
                  <a:lnTo>
                    <a:pt x="4605132" y="1003772"/>
                  </a:lnTo>
                  <a:lnTo>
                    <a:pt x="4658594" y="1002415"/>
                  </a:lnTo>
                  <a:lnTo>
                    <a:pt x="4727939" y="1000439"/>
                  </a:lnTo>
                  <a:lnTo>
                    <a:pt x="4810108" y="997791"/>
                  </a:lnTo>
                  <a:lnTo>
                    <a:pt x="4900880" y="994455"/>
                  </a:lnTo>
                  <a:lnTo>
                    <a:pt x="4995764" y="990438"/>
                  </a:lnTo>
                  <a:lnTo>
                    <a:pt x="5090750" y="985757"/>
                  </a:lnTo>
                  <a:lnTo>
                    <a:pt x="5182754" y="980421"/>
                  </a:lnTo>
                  <a:lnTo>
                    <a:pt x="5269747" y="974419"/>
                  </a:lnTo>
                  <a:lnTo>
                    <a:pt x="5350673" y="967715"/>
                  </a:lnTo>
                  <a:lnTo>
                    <a:pt x="5425247" y="960243"/>
                  </a:lnTo>
                  <a:lnTo>
                    <a:pt x="5493736" y="951909"/>
                  </a:lnTo>
                  <a:lnTo>
                    <a:pt x="5556767" y="942592"/>
                  </a:lnTo>
                  <a:lnTo>
                    <a:pt x="5615171" y="932150"/>
                  </a:lnTo>
                  <a:lnTo>
                    <a:pt x="5669870" y="920431"/>
                  </a:lnTo>
                  <a:lnTo>
                    <a:pt x="5721796" y="907293"/>
                  </a:lnTo>
                  <a:lnTo>
                    <a:pt x="5771803" y="892634"/>
                  </a:lnTo>
                  <a:lnTo>
                    <a:pt x="5784835" y="888488"/>
                  </a:lnTo>
                  <a:lnTo>
                    <a:pt x="5836510" y="870759"/>
                  </a:lnTo>
                  <a:lnTo>
                    <a:pt x="5887683" y="851239"/>
                  </a:lnTo>
                  <a:lnTo>
                    <a:pt x="5938874" y="829901"/>
                  </a:lnTo>
                  <a:lnTo>
                    <a:pt x="5990439" y="806778"/>
                  </a:lnTo>
                  <a:lnTo>
                    <a:pt x="6042592" y="781970"/>
                  </a:lnTo>
                  <a:lnTo>
                    <a:pt x="6095420" y="755651"/>
                  </a:lnTo>
                  <a:lnTo>
                    <a:pt x="6148902" y="728063"/>
                  </a:lnTo>
                  <a:lnTo>
                    <a:pt x="6202923" y="699513"/>
                  </a:lnTo>
                  <a:lnTo>
                    <a:pt x="6257300" y="670361"/>
                  </a:lnTo>
                  <a:lnTo>
                    <a:pt x="6311804" y="640998"/>
                  </a:lnTo>
                  <a:lnTo>
                    <a:pt x="6366191" y="611829"/>
                  </a:lnTo>
                  <a:lnTo>
                    <a:pt x="6420231" y="583246"/>
                  </a:lnTo>
                  <a:lnTo>
                    <a:pt x="6473738" y="555612"/>
                  </a:lnTo>
                  <a:lnTo>
                    <a:pt x="6526594" y="529235"/>
                  </a:lnTo>
                  <a:lnTo>
                    <a:pt x="6578774" y="504361"/>
                  </a:lnTo>
                  <a:lnTo>
                    <a:pt x="6630360" y="481165"/>
                  </a:lnTo>
                  <a:lnTo>
                    <a:pt x="6681560" y="459752"/>
                  </a:lnTo>
                  <a:lnTo>
                    <a:pt x="6732725" y="440157"/>
                  </a:lnTo>
                  <a:lnTo>
                    <a:pt x="6784367" y="422355"/>
                  </a:lnTo>
                  <a:lnTo>
                    <a:pt x="6786527" y="421655"/>
                  </a:lnTo>
                  <a:lnTo>
                    <a:pt x="6836151" y="406586"/>
                  </a:lnTo>
                  <a:lnTo>
                    <a:pt x="6887489" y="393052"/>
                  </a:lnTo>
                  <a:lnTo>
                    <a:pt x="6941364" y="380969"/>
                  </a:lnTo>
                  <a:lnTo>
                    <a:pt x="6998694" y="370204"/>
                  </a:lnTo>
                  <a:lnTo>
                    <a:pt x="7060411" y="360603"/>
                  </a:lnTo>
                  <a:lnTo>
                    <a:pt x="7127381" y="352021"/>
                  </a:lnTo>
                  <a:lnTo>
                    <a:pt x="7200298" y="344331"/>
                  </a:lnTo>
                  <a:lnTo>
                    <a:pt x="7279540" y="337431"/>
                  </a:lnTo>
                  <a:lnTo>
                    <a:pt x="7364992" y="331247"/>
                  </a:lnTo>
                  <a:lnTo>
                    <a:pt x="7455822" y="325737"/>
                  </a:lnTo>
                  <a:lnTo>
                    <a:pt x="7550275" y="320882"/>
                  </a:lnTo>
                  <a:lnTo>
                    <a:pt x="7645544" y="316687"/>
                  </a:lnTo>
                  <a:lnTo>
                    <a:pt x="7737835" y="313169"/>
                  </a:lnTo>
                  <a:lnTo>
                    <a:pt x="7822723" y="310339"/>
                  </a:lnTo>
                  <a:lnTo>
                    <a:pt x="7895830" y="308188"/>
                  </a:lnTo>
                  <a:lnTo>
                    <a:pt x="7953704" y="306675"/>
                  </a:lnTo>
                  <a:lnTo>
                    <a:pt x="7994647" y="305717"/>
                  </a:lnTo>
                  <a:lnTo>
                    <a:pt x="8019223" y="305201"/>
                  </a:lnTo>
                  <a:lnTo>
                    <a:pt x="8030304" y="304990"/>
                  </a:lnTo>
                  <a:lnTo>
                    <a:pt x="8032795" y="304947"/>
                  </a:lnTo>
                  <a:lnTo>
                    <a:pt x="8032819" y="304947"/>
                  </a:lnTo>
                  <a:lnTo>
                    <a:pt x="8554953" y="304947"/>
                  </a:lnTo>
                  <a:lnTo>
                    <a:pt x="8554953" y="304947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0" name="pl10"/>
            <p:cNvSpPr/>
            <p:nvPr/>
          </p:nvSpPr>
          <p:spPr>
            <a:xfrm>
              <a:off x="386606" y="1400137"/>
              <a:ext cx="8554953" cy="1005196"/>
            </a:xfrm>
            <a:custGeom>
              <a:avLst/>
              <a:pathLst>
                <a:path w="8554953" h="1005196">
                  <a:moveTo>
                    <a:pt x="8554953" y="304947"/>
                  </a:moveTo>
                  <a:lnTo>
                    <a:pt x="8032819" y="304947"/>
                  </a:lnTo>
                  <a:lnTo>
                    <a:pt x="8031557" y="304968"/>
                  </a:lnTo>
                  <a:lnTo>
                    <a:pt x="8023308" y="305121"/>
                  </a:lnTo>
                  <a:lnTo>
                    <a:pt x="8002681" y="305542"/>
                  </a:lnTo>
                  <a:lnTo>
                    <a:pt x="7966230" y="306371"/>
                  </a:lnTo>
                  <a:lnTo>
                    <a:pt x="7912768" y="307728"/>
                  </a:lnTo>
                  <a:lnTo>
                    <a:pt x="7843423" y="309703"/>
                  </a:lnTo>
                  <a:lnTo>
                    <a:pt x="7761254" y="312351"/>
                  </a:lnTo>
                  <a:lnTo>
                    <a:pt x="7670482" y="315688"/>
                  </a:lnTo>
                  <a:lnTo>
                    <a:pt x="7575598" y="319704"/>
                  </a:lnTo>
                  <a:lnTo>
                    <a:pt x="7480612" y="324385"/>
                  </a:lnTo>
                  <a:lnTo>
                    <a:pt x="7388608" y="329722"/>
                  </a:lnTo>
                  <a:lnTo>
                    <a:pt x="7301615" y="335724"/>
                  </a:lnTo>
                  <a:lnTo>
                    <a:pt x="7220689" y="342428"/>
                  </a:lnTo>
                  <a:lnTo>
                    <a:pt x="7146115" y="349899"/>
                  </a:lnTo>
                  <a:lnTo>
                    <a:pt x="7077626" y="358233"/>
                  </a:lnTo>
                  <a:lnTo>
                    <a:pt x="7014595" y="367550"/>
                  </a:lnTo>
                  <a:lnTo>
                    <a:pt x="6956191" y="377992"/>
                  </a:lnTo>
                  <a:lnTo>
                    <a:pt x="6901492" y="389711"/>
                  </a:lnTo>
                  <a:lnTo>
                    <a:pt x="6849566" y="402850"/>
                  </a:lnTo>
                  <a:lnTo>
                    <a:pt x="6799559" y="417509"/>
                  </a:lnTo>
                  <a:lnTo>
                    <a:pt x="6786527" y="421655"/>
                  </a:lnTo>
                  <a:lnTo>
                    <a:pt x="6734852" y="439384"/>
                  </a:lnTo>
                  <a:lnTo>
                    <a:pt x="6683679" y="458904"/>
                  </a:lnTo>
                  <a:lnTo>
                    <a:pt x="6632488" y="480242"/>
                  </a:lnTo>
                  <a:lnTo>
                    <a:pt x="6580923" y="503365"/>
                  </a:lnTo>
                  <a:lnTo>
                    <a:pt x="6528770" y="528173"/>
                  </a:lnTo>
                  <a:lnTo>
                    <a:pt x="6475942" y="554492"/>
                  </a:lnTo>
                  <a:lnTo>
                    <a:pt x="6422460" y="582080"/>
                  </a:lnTo>
                  <a:lnTo>
                    <a:pt x="6368439" y="610630"/>
                  </a:lnTo>
                  <a:lnTo>
                    <a:pt x="6314062" y="639782"/>
                  </a:lnTo>
                  <a:lnTo>
                    <a:pt x="6259558" y="669145"/>
                  </a:lnTo>
                  <a:lnTo>
                    <a:pt x="6205171" y="698314"/>
                  </a:lnTo>
                  <a:lnTo>
                    <a:pt x="6151131" y="726896"/>
                  </a:lnTo>
                  <a:lnTo>
                    <a:pt x="6097624" y="754531"/>
                  </a:lnTo>
                  <a:lnTo>
                    <a:pt x="6044768" y="780908"/>
                  </a:lnTo>
                  <a:lnTo>
                    <a:pt x="5992588" y="805782"/>
                  </a:lnTo>
                  <a:lnTo>
                    <a:pt x="5941002" y="828977"/>
                  </a:lnTo>
                  <a:lnTo>
                    <a:pt x="5889802" y="850391"/>
                  </a:lnTo>
                  <a:lnTo>
                    <a:pt x="5838637" y="869986"/>
                  </a:lnTo>
                  <a:lnTo>
                    <a:pt x="5786995" y="887788"/>
                  </a:lnTo>
                  <a:lnTo>
                    <a:pt x="5784835" y="888488"/>
                  </a:lnTo>
                  <a:lnTo>
                    <a:pt x="5735211" y="903556"/>
                  </a:lnTo>
                  <a:lnTo>
                    <a:pt x="5683873" y="917091"/>
                  </a:lnTo>
                  <a:lnTo>
                    <a:pt x="5629998" y="929173"/>
                  </a:lnTo>
                  <a:lnTo>
                    <a:pt x="5572668" y="939939"/>
                  </a:lnTo>
                  <a:lnTo>
                    <a:pt x="5510951" y="949540"/>
                  </a:lnTo>
                  <a:lnTo>
                    <a:pt x="5443981" y="958122"/>
                  </a:lnTo>
                  <a:lnTo>
                    <a:pt x="5371064" y="965812"/>
                  </a:lnTo>
                  <a:lnTo>
                    <a:pt x="5291822" y="972712"/>
                  </a:lnTo>
                  <a:lnTo>
                    <a:pt x="5206370" y="978895"/>
                  </a:lnTo>
                  <a:lnTo>
                    <a:pt x="5115540" y="984406"/>
                  </a:lnTo>
                  <a:lnTo>
                    <a:pt x="5021087" y="989261"/>
                  </a:lnTo>
                  <a:lnTo>
                    <a:pt x="4925818" y="993455"/>
                  </a:lnTo>
                  <a:lnTo>
                    <a:pt x="4833527" y="996974"/>
                  </a:lnTo>
                  <a:lnTo>
                    <a:pt x="4748639" y="999804"/>
                  </a:lnTo>
                  <a:lnTo>
                    <a:pt x="4675532" y="1001954"/>
                  </a:lnTo>
                  <a:lnTo>
                    <a:pt x="4617658" y="1003468"/>
                  </a:lnTo>
                  <a:lnTo>
                    <a:pt x="4576715" y="1004426"/>
                  </a:lnTo>
                  <a:lnTo>
                    <a:pt x="4552139" y="1004942"/>
                  </a:lnTo>
                  <a:lnTo>
                    <a:pt x="4541058" y="1005152"/>
                  </a:lnTo>
                  <a:lnTo>
                    <a:pt x="4538567" y="1005196"/>
                  </a:lnTo>
                  <a:lnTo>
                    <a:pt x="4538543" y="1005196"/>
                  </a:lnTo>
                  <a:lnTo>
                    <a:pt x="4016409" y="1005196"/>
                  </a:lnTo>
                  <a:lnTo>
                    <a:pt x="4015156" y="1005166"/>
                  </a:lnTo>
                  <a:lnTo>
                    <a:pt x="4006961" y="1004948"/>
                  </a:lnTo>
                  <a:lnTo>
                    <a:pt x="3986464" y="1004347"/>
                  </a:lnTo>
                  <a:lnTo>
                    <a:pt x="3950231" y="1003166"/>
                  </a:lnTo>
                  <a:lnTo>
                    <a:pt x="3897064" y="1001231"/>
                  </a:lnTo>
                  <a:lnTo>
                    <a:pt x="3828062" y="998413"/>
                  </a:lnTo>
                  <a:lnTo>
                    <a:pt x="3746242" y="994635"/>
                  </a:lnTo>
                  <a:lnTo>
                    <a:pt x="3655787" y="989874"/>
                  </a:lnTo>
                  <a:lnTo>
                    <a:pt x="3561159" y="984140"/>
                  </a:lnTo>
                  <a:lnTo>
                    <a:pt x="3466355" y="977457"/>
                  </a:lnTo>
                  <a:lnTo>
                    <a:pt x="3374462" y="969837"/>
                  </a:lnTo>
                  <a:lnTo>
                    <a:pt x="3287519" y="961266"/>
                  </a:lnTo>
                  <a:lnTo>
                    <a:pt x="3206598" y="951695"/>
                  </a:lnTo>
                  <a:lnTo>
                    <a:pt x="3132001" y="941030"/>
                  </a:lnTo>
                  <a:lnTo>
                    <a:pt x="3063475" y="929138"/>
                  </a:lnTo>
                  <a:lnTo>
                    <a:pt x="3000409" y="915847"/>
                  </a:lnTo>
                  <a:lnTo>
                    <a:pt x="2941981" y="900957"/>
                  </a:lnTo>
                  <a:lnTo>
                    <a:pt x="2887277" y="884251"/>
                  </a:lnTo>
                  <a:lnTo>
                    <a:pt x="2835372" y="865524"/>
                  </a:lnTo>
                  <a:lnTo>
                    <a:pt x="2785410" y="844628"/>
                  </a:lnTo>
                  <a:lnTo>
                    <a:pt x="2770117" y="837663"/>
                  </a:lnTo>
                  <a:lnTo>
                    <a:pt x="2720619" y="813345"/>
                  </a:lnTo>
                  <a:lnTo>
                    <a:pt x="2671603" y="786671"/>
                  </a:lnTo>
                  <a:lnTo>
                    <a:pt x="2622605" y="757604"/>
                  </a:lnTo>
                  <a:lnTo>
                    <a:pt x="2573297" y="726175"/>
                  </a:lnTo>
                  <a:lnTo>
                    <a:pt x="2523474" y="692501"/>
                  </a:lnTo>
                  <a:lnTo>
                    <a:pt x="2473038" y="656779"/>
                  </a:lnTo>
                  <a:lnTo>
                    <a:pt x="2421989" y="619297"/>
                  </a:lnTo>
                  <a:lnTo>
                    <a:pt x="2370406" y="580421"/>
                  </a:lnTo>
                  <a:lnTo>
                    <a:pt x="2318434" y="540584"/>
                  </a:lnTo>
                  <a:lnTo>
                    <a:pt x="2266261" y="500269"/>
                  </a:lnTo>
                  <a:lnTo>
                    <a:pt x="2214102" y="459984"/>
                  </a:lnTo>
                  <a:lnTo>
                    <a:pt x="2162165" y="420234"/>
                  </a:lnTo>
                  <a:lnTo>
                    <a:pt x="2110637" y="381498"/>
                  </a:lnTo>
                  <a:lnTo>
                    <a:pt x="2059656" y="344201"/>
                  </a:lnTo>
                  <a:lnTo>
                    <a:pt x="2009293" y="308703"/>
                  </a:lnTo>
                  <a:lnTo>
                    <a:pt x="1959536" y="275279"/>
                  </a:lnTo>
                  <a:lnTo>
                    <a:pt x="1910276" y="244118"/>
                  </a:lnTo>
                  <a:lnTo>
                    <a:pt x="1861295" y="215327"/>
                  </a:lnTo>
                  <a:lnTo>
                    <a:pt x="1812251" y="188928"/>
                  </a:lnTo>
                  <a:lnTo>
                    <a:pt x="1768425" y="167532"/>
                  </a:lnTo>
                  <a:lnTo>
                    <a:pt x="1718916" y="145949"/>
                  </a:lnTo>
                  <a:lnTo>
                    <a:pt x="1667703" y="126557"/>
                  </a:lnTo>
                  <a:lnTo>
                    <a:pt x="1613969" y="109241"/>
                  </a:lnTo>
                  <a:lnTo>
                    <a:pt x="1556803" y="93808"/>
                  </a:lnTo>
                  <a:lnTo>
                    <a:pt x="1495277" y="80042"/>
                  </a:lnTo>
                  <a:lnTo>
                    <a:pt x="1428531" y="67734"/>
                  </a:lnTo>
                  <a:lnTo>
                    <a:pt x="1355874" y="56702"/>
                  </a:lnTo>
                  <a:lnTo>
                    <a:pt x="1276922" y="46802"/>
                  </a:lnTo>
                  <a:lnTo>
                    <a:pt x="1191781" y="37927"/>
                  </a:lnTo>
                  <a:lnTo>
                    <a:pt x="1101261" y="30014"/>
                  </a:lnTo>
                  <a:lnTo>
                    <a:pt x="1007083" y="23038"/>
                  </a:lnTo>
                  <a:lnTo>
                    <a:pt x="912008" y="17006"/>
                  </a:lnTo>
                  <a:lnTo>
                    <a:pt x="819782" y="11939"/>
                  </a:lnTo>
                  <a:lnTo>
                    <a:pt x="734792" y="7855"/>
                  </a:lnTo>
                  <a:lnTo>
                    <a:pt x="661398" y="4743"/>
                  </a:lnTo>
                  <a:lnTo>
                    <a:pt x="603076" y="2545"/>
                  </a:lnTo>
                  <a:lnTo>
                    <a:pt x="561582" y="1146"/>
                  </a:lnTo>
                  <a:lnTo>
                    <a:pt x="536449" y="384"/>
                  </a:lnTo>
                  <a:lnTo>
                    <a:pt x="524910" y="69"/>
                  </a:lnTo>
                  <a:lnTo>
                    <a:pt x="522172" y="0"/>
                  </a:lnTo>
                  <a:lnTo>
                    <a:pt x="522133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1" name="pg11"/>
            <p:cNvSpPr/>
            <p:nvPr/>
          </p:nvSpPr>
          <p:spPr>
            <a:xfrm>
              <a:off x="386606" y="1405784"/>
              <a:ext cx="8554953" cy="1027785"/>
            </a:xfrm>
            <a:custGeom>
              <a:avLst/>
              <a:pathLst>
                <a:path w="8554953" h="1027785">
                  <a:moveTo>
                    <a:pt x="0" y="11294"/>
                  </a:moveTo>
                  <a:lnTo>
                    <a:pt x="522133" y="11294"/>
                  </a:lnTo>
                  <a:lnTo>
                    <a:pt x="523386" y="11325"/>
                  </a:lnTo>
                  <a:lnTo>
                    <a:pt x="531579" y="11544"/>
                  </a:lnTo>
                  <a:lnTo>
                    <a:pt x="552070" y="12152"/>
                  </a:lnTo>
                  <a:lnTo>
                    <a:pt x="588293" y="13346"/>
                  </a:lnTo>
                  <a:lnTo>
                    <a:pt x="641447" y="15302"/>
                  </a:lnTo>
                  <a:lnTo>
                    <a:pt x="710434" y="18151"/>
                  </a:lnTo>
                  <a:lnTo>
                    <a:pt x="792239" y="21970"/>
                  </a:lnTo>
                  <a:lnTo>
                    <a:pt x="882680" y="26784"/>
                  </a:lnTo>
                  <a:lnTo>
                    <a:pt x="977297" y="32581"/>
                  </a:lnTo>
                  <a:lnTo>
                    <a:pt x="1072093" y="39338"/>
                  </a:lnTo>
                  <a:lnTo>
                    <a:pt x="1163981" y="47041"/>
                  </a:lnTo>
                  <a:lnTo>
                    <a:pt x="1250922" y="55706"/>
                  </a:lnTo>
                  <a:lnTo>
                    <a:pt x="1331843" y="65383"/>
                  </a:lnTo>
                  <a:lnTo>
                    <a:pt x="1406441" y="76165"/>
                  </a:lnTo>
                  <a:lnTo>
                    <a:pt x="1474968" y="88188"/>
                  </a:lnTo>
                  <a:lnTo>
                    <a:pt x="1538036" y="101624"/>
                  </a:lnTo>
                  <a:lnTo>
                    <a:pt x="1596465" y="116677"/>
                  </a:lnTo>
                  <a:lnTo>
                    <a:pt x="1651169" y="133566"/>
                  </a:lnTo>
                  <a:lnTo>
                    <a:pt x="1703074" y="152497"/>
                  </a:lnTo>
                  <a:lnTo>
                    <a:pt x="1753033" y="173621"/>
                  </a:lnTo>
                  <a:lnTo>
                    <a:pt x="1768425" y="180709"/>
                  </a:lnTo>
                  <a:lnTo>
                    <a:pt x="1817838" y="205256"/>
                  </a:lnTo>
                  <a:lnTo>
                    <a:pt x="1866768" y="232176"/>
                  </a:lnTo>
                  <a:lnTo>
                    <a:pt x="1915681" y="261509"/>
                  </a:lnTo>
                  <a:lnTo>
                    <a:pt x="1964901" y="293220"/>
                  </a:lnTo>
                  <a:lnTo>
                    <a:pt x="2014633" y="327197"/>
                  </a:lnTo>
                  <a:lnTo>
                    <a:pt x="2064974" y="363239"/>
                  </a:lnTo>
                  <a:lnTo>
                    <a:pt x="2115928" y="401058"/>
                  </a:lnTo>
                  <a:lnTo>
                    <a:pt x="2167415" y="440287"/>
                  </a:lnTo>
                  <a:lnTo>
                    <a:pt x="2219293" y="480491"/>
                  </a:lnTo>
                  <a:lnTo>
                    <a:pt x="2271373" y="521184"/>
                  </a:lnTo>
                  <a:lnTo>
                    <a:pt x="2323444" y="561856"/>
                  </a:lnTo>
                  <a:lnTo>
                    <a:pt x="2375297" y="601998"/>
                  </a:lnTo>
                  <a:lnTo>
                    <a:pt x="2426746" y="641129"/>
                  </a:lnTo>
                  <a:lnTo>
                    <a:pt x="2477652" y="678817"/>
                  </a:lnTo>
                  <a:lnTo>
                    <a:pt x="2527943" y="714702"/>
                  </a:lnTo>
                  <a:lnTo>
                    <a:pt x="2577629" y="748502"/>
                  </a:lnTo>
                  <a:lnTo>
                    <a:pt x="2626815" y="780025"/>
                  </a:lnTo>
                  <a:lnTo>
                    <a:pt x="2675715" y="809163"/>
                  </a:lnTo>
                  <a:lnTo>
                    <a:pt x="2724665" y="835890"/>
                  </a:lnTo>
                  <a:lnTo>
                    <a:pt x="2770117" y="858370"/>
                  </a:lnTo>
                  <a:lnTo>
                    <a:pt x="2819621" y="880193"/>
                  </a:lnTo>
                  <a:lnTo>
                    <a:pt x="2870828" y="899802"/>
                  </a:lnTo>
                  <a:lnTo>
                    <a:pt x="2924556" y="917310"/>
                  </a:lnTo>
                  <a:lnTo>
                    <a:pt x="2981716" y="932916"/>
                  </a:lnTo>
                  <a:lnTo>
                    <a:pt x="3043234" y="946836"/>
                  </a:lnTo>
                  <a:lnTo>
                    <a:pt x="3109970" y="959282"/>
                  </a:lnTo>
                  <a:lnTo>
                    <a:pt x="3182615" y="970437"/>
                  </a:lnTo>
                  <a:lnTo>
                    <a:pt x="3261554" y="980449"/>
                  </a:lnTo>
                  <a:lnTo>
                    <a:pt x="3346681" y="989424"/>
                  </a:lnTo>
                  <a:lnTo>
                    <a:pt x="3437188" y="997426"/>
                  </a:lnTo>
                  <a:lnTo>
                    <a:pt x="3531355" y="1004480"/>
                  </a:lnTo>
                  <a:lnTo>
                    <a:pt x="3626421" y="1010581"/>
                  </a:lnTo>
                  <a:lnTo>
                    <a:pt x="3718643" y="1015705"/>
                  </a:lnTo>
                  <a:lnTo>
                    <a:pt x="3803638" y="1019836"/>
                  </a:lnTo>
                  <a:lnTo>
                    <a:pt x="3877044" y="1022984"/>
                  </a:lnTo>
                  <a:lnTo>
                    <a:pt x="3935386" y="1025208"/>
                  </a:lnTo>
                  <a:lnTo>
                    <a:pt x="3976904" y="1026624"/>
                  </a:lnTo>
                  <a:lnTo>
                    <a:pt x="4002061" y="1027395"/>
                  </a:lnTo>
                  <a:lnTo>
                    <a:pt x="4013620" y="1027714"/>
                  </a:lnTo>
                  <a:lnTo>
                    <a:pt x="4016409" y="1027785"/>
                  </a:lnTo>
                  <a:lnTo>
                    <a:pt x="4538543" y="1027785"/>
                  </a:lnTo>
                  <a:lnTo>
                    <a:pt x="4539810" y="1027773"/>
                  </a:lnTo>
                  <a:lnTo>
                    <a:pt x="4548097" y="1027692"/>
                  </a:lnTo>
                  <a:lnTo>
                    <a:pt x="4568814" y="1027466"/>
                  </a:lnTo>
                  <a:lnTo>
                    <a:pt x="4605414" y="1027023"/>
                  </a:lnTo>
                  <a:lnTo>
                    <a:pt x="4659078" y="1026298"/>
                  </a:lnTo>
                  <a:lnTo>
                    <a:pt x="4728656" y="1025241"/>
                  </a:lnTo>
                  <a:lnTo>
                    <a:pt x="4811063" y="1023826"/>
                  </a:lnTo>
                  <a:lnTo>
                    <a:pt x="4902050" y="1022043"/>
                  </a:lnTo>
                  <a:lnTo>
                    <a:pt x="4997108" y="1019897"/>
                  </a:lnTo>
                  <a:lnTo>
                    <a:pt x="5092219" y="1017397"/>
                  </a:lnTo>
                  <a:lnTo>
                    <a:pt x="5184297" y="1014546"/>
                  </a:lnTo>
                  <a:lnTo>
                    <a:pt x="5271324" y="1011340"/>
                  </a:lnTo>
                  <a:lnTo>
                    <a:pt x="5352252" y="1007759"/>
                  </a:lnTo>
                  <a:lnTo>
                    <a:pt x="5426810" y="1003766"/>
                  </a:lnTo>
                  <a:lnTo>
                    <a:pt x="5495274" y="999312"/>
                  </a:lnTo>
                  <a:lnTo>
                    <a:pt x="5558281" y="994332"/>
                  </a:lnTo>
                  <a:lnTo>
                    <a:pt x="5616669" y="988749"/>
                  </a:lnTo>
                  <a:lnTo>
                    <a:pt x="5671366" y="982482"/>
                  </a:lnTo>
                  <a:lnTo>
                    <a:pt x="5723305" y="975455"/>
                  </a:lnTo>
                  <a:lnTo>
                    <a:pt x="5773344" y="967615"/>
                  </a:lnTo>
                  <a:lnTo>
                    <a:pt x="5784835" y="965666"/>
                  </a:lnTo>
                  <a:lnTo>
                    <a:pt x="5838296" y="955884"/>
                  </a:lnTo>
                  <a:lnTo>
                    <a:pt x="5891241" y="945081"/>
                  </a:lnTo>
                  <a:lnTo>
                    <a:pt x="5944236" y="933241"/>
                  </a:lnTo>
                  <a:lnTo>
                    <a:pt x="5997661" y="920389"/>
                  </a:lnTo>
                  <a:lnTo>
                    <a:pt x="6051735" y="906588"/>
                  </a:lnTo>
                  <a:lnTo>
                    <a:pt x="6106536" y="891947"/>
                  </a:lnTo>
                  <a:lnTo>
                    <a:pt x="6162018" y="876617"/>
                  </a:lnTo>
                  <a:lnTo>
                    <a:pt x="6218036" y="860786"/>
                  </a:lnTo>
                  <a:lnTo>
                    <a:pt x="6274369" y="844673"/>
                  </a:lnTo>
                  <a:lnTo>
                    <a:pt x="6330757" y="828511"/>
                  </a:lnTo>
                  <a:lnTo>
                    <a:pt x="6386930" y="812540"/>
                  </a:lnTo>
                  <a:lnTo>
                    <a:pt x="6442649" y="796985"/>
                  </a:lnTo>
                  <a:lnTo>
                    <a:pt x="6497735" y="782047"/>
                  </a:lnTo>
                  <a:lnTo>
                    <a:pt x="6552099" y="767893"/>
                  </a:lnTo>
                  <a:lnTo>
                    <a:pt x="6605767" y="754650"/>
                  </a:lnTo>
                  <a:lnTo>
                    <a:pt x="6658898" y="742400"/>
                  </a:lnTo>
                  <a:lnTo>
                    <a:pt x="6711806" y="731180"/>
                  </a:lnTo>
                  <a:lnTo>
                    <a:pt x="6764979" y="720993"/>
                  </a:lnTo>
                  <a:lnTo>
                    <a:pt x="6786527" y="717190"/>
                  </a:lnTo>
                  <a:lnTo>
                    <a:pt x="6836230" y="709158"/>
                  </a:lnTo>
                  <a:lnTo>
                    <a:pt x="6887653" y="701945"/>
                  </a:lnTo>
                  <a:lnTo>
                    <a:pt x="6941624" y="695507"/>
                  </a:lnTo>
                  <a:lnTo>
                    <a:pt x="6999065" y="689771"/>
                  </a:lnTo>
                  <a:lnTo>
                    <a:pt x="7060913" y="684657"/>
                  </a:lnTo>
                  <a:lnTo>
                    <a:pt x="7128037" y="680086"/>
                  </a:lnTo>
                  <a:lnTo>
                    <a:pt x="7201130" y="675991"/>
                  </a:lnTo>
                  <a:lnTo>
                    <a:pt x="7280572" y="672318"/>
                  </a:lnTo>
                  <a:lnTo>
                    <a:pt x="7366236" y="669026"/>
                  </a:lnTo>
                  <a:lnTo>
                    <a:pt x="7457277" y="666094"/>
                  </a:lnTo>
                  <a:lnTo>
                    <a:pt x="7551916" y="663511"/>
                  </a:lnTo>
                  <a:lnTo>
                    <a:pt x="7647316" y="661282"/>
                  </a:lnTo>
                  <a:lnTo>
                    <a:pt x="7739650" y="659413"/>
                  </a:lnTo>
                  <a:lnTo>
                    <a:pt x="7824465" y="657912"/>
                  </a:lnTo>
                  <a:lnTo>
                    <a:pt x="7897372" y="656774"/>
                  </a:lnTo>
                  <a:lnTo>
                    <a:pt x="7954937" y="655975"/>
                  </a:lnTo>
                  <a:lnTo>
                    <a:pt x="7995505" y="655471"/>
                  </a:lnTo>
                  <a:lnTo>
                    <a:pt x="8019701" y="655201"/>
                  </a:lnTo>
                  <a:lnTo>
                    <a:pt x="8030473" y="655093"/>
                  </a:lnTo>
                  <a:lnTo>
                    <a:pt x="8032819" y="655071"/>
                  </a:lnTo>
                  <a:lnTo>
                    <a:pt x="8554953" y="655071"/>
                  </a:lnTo>
                  <a:lnTo>
                    <a:pt x="8554953" y="643777"/>
                  </a:lnTo>
                  <a:lnTo>
                    <a:pt x="8032819" y="643777"/>
                  </a:lnTo>
                  <a:lnTo>
                    <a:pt x="8031552" y="643788"/>
                  </a:lnTo>
                  <a:lnTo>
                    <a:pt x="8023265" y="643870"/>
                  </a:lnTo>
                  <a:lnTo>
                    <a:pt x="8002548" y="644096"/>
                  </a:lnTo>
                  <a:lnTo>
                    <a:pt x="7965948" y="644539"/>
                  </a:lnTo>
                  <a:lnTo>
                    <a:pt x="7912284" y="645264"/>
                  </a:lnTo>
                  <a:lnTo>
                    <a:pt x="7842706" y="646320"/>
                  </a:lnTo>
                  <a:lnTo>
                    <a:pt x="7760299" y="647736"/>
                  </a:lnTo>
                  <a:lnTo>
                    <a:pt x="7669312" y="649519"/>
                  </a:lnTo>
                  <a:lnTo>
                    <a:pt x="7574254" y="651665"/>
                  </a:lnTo>
                  <a:lnTo>
                    <a:pt x="7479143" y="654165"/>
                  </a:lnTo>
                  <a:lnTo>
                    <a:pt x="7387065" y="657016"/>
                  </a:lnTo>
                  <a:lnTo>
                    <a:pt x="7300038" y="660222"/>
                  </a:lnTo>
                  <a:lnTo>
                    <a:pt x="7219110" y="663803"/>
                  </a:lnTo>
                  <a:lnTo>
                    <a:pt x="7144552" y="667795"/>
                  </a:lnTo>
                  <a:lnTo>
                    <a:pt x="7076088" y="672249"/>
                  </a:lnTo>
                  <a:lnTo>
                    <a:pt x="7013081" y="677230"/>
                  </a:lnTo>
                  <a:lnTo>
                    <a:pt x="6954693" y="682813"/>
                  </a:lnTo>
                  <a:lnTo>
                    <a:pt x="6899996" y="689080"/>
                  </a:lnTo>
                  <a:lnTo>
                    <a:pt x="6848057" y="696107"/>
                  </a:lnTo>
                  <a:lnTo>
                    <a:pt x="6798018" y="703946"/>
                  </a:lnTo>
                  <a:lnTo>
                    <a:pt x="6786527" y="705896"/>
                  </a:lnTo>
                  <a:lnTo>
                    <a:pt x="6733066" y="715677"/>
                  </a:lnTo>
                  <a:lnTo>
                    <a:pt x="6680121" y="726481"/>
                  </a:lnTo>
                  <a:lnTo>
                    <a:pt x="6627126" y="738320"/>
                  </a:lnTo>
                  <a:lnTo>
                    <a:pt x="6573701" y="751173"/>
                  </a:lnTo>
                  <a:lnTo>
                    <a:pt x="6519627" y="764974"/>
                  </a:lnTo>
                  <a:lnTo>
                    <a:pt x="6464826" y="779615"/>
                  </a:lnTo>
                  <a:lnTo>
                    <a:pt x="6409344" y="794945"/>
                  </a:lnTo>
                  <a:lnTo>
                    <a:pt x="6353326" y="810776"/>
                  </a:lnTo>
                  <a:lnTo>
                    <a:pt x="6296993" y="826889"/>
                  </a:lnTo>
                  <a:lnTo>
                    <a:pt x="6240605" y="843050"/>
                  </a:lnTo>
                  <a:lnTo>
                    <a:pt x="6184432" y="859022"/>
                  </a:lnTo>
                  <a:lnTo>
                    <a:pt x="6128712" y="874577"/>
                  </a:lnTo>
                  <a:lnTo>
                    <a:pt x="6073627" y="889515"/>
                  </a:lnTo>
                  <a:lnTo>
                    <a:pt x="6019263" y="903668"/>
                  </a:lnTo>
                  <a:lnTo>
                    <a:pt x="5965595" y="916911"/>
                  </a:lnTo>
                  <a:lnTo>
                    <a:pt x="5912464" y="929162"/>
                  </a:lnTo>
                  <a:lnTo>
                    <a:pt x="5859556" y="940381"/>
                  </a:lnTo>
                  <a:lnTo>
                    <a:pt x="5806383" y="950569"/>
                  </a:lnTo>
                  <a:lnTo>
                    <a:pt x="5784835" y="954371"/>
                  </a:lnTo>
                  <a:lnTo>
                    <a:pt x="5735132" y="962404"/>
                  </a:lnTo>
                  <a:lnTo>
                    <a:pt x="5683709" y="969617"/>
                  </a:lnTo>
                  <a:lnTo>
                    <a:pt x="5629738" y="976055"/>
                  </a:lnTo>
                  <a:lnTo>
                    <a:pt x="5572297" y="981791"/>
                  </a:lnTo>
                  <a:lnTo>
                    <a:pt x="5510449" y="986905"/>
                  </a:lnTo>
                  <a:lnTo>
                    <a:pt x="5443325" y="991475"/>
                  </a:lnTo>
                  <a:lnTo>
                    <a:pt x="5370232" y="995570"/>
                  </a:lnTo>
                  <a:lnTo>
                    <a:pt x="5290790" y="999244"/>
                  </a:lnTo>
                  <a:lnTo>
                    <a:pt x="5205126" y="1002535"/>
                  </a:lnTo>
                  <a:lnTo>
                    <a:pt x="5114085" y="1005468"/>
                  </a:lnTo>
                  <a:lnTo>
                    <a:pt x="5019446" y="1008050"/>
                  </a:lnTo>
                  <a:lnTo>
                    <a:pt x="4924046" y="1010280"/>
                  </a:lnTo>
                  <a:lnTo>
                    <a:pt x="4831712" y="1012148"/>
                  </a:lnTo>
                  <a:lnTo>
                    <a:pt x="4746897" y="1013649"/>
                  </a:lnTo>
                  <a:lnTo>
                    <a:pt x="4673989" y="1014788"/>
                  </a:lnTo>
                  <a:lnTo>
                    <a:pt x="4616425" y="1015587"/>
                  </a:lnTo>
                  <a:lnTo>
                    <a:pt x="4575857" y="1016090"/>
                  </a:lnTo>
                  <a:lnTo>
                    <a:pt x="4551661" y="1016360"/>
                  </a:lnTo>
                  <a:lnTo>
                    <a:pt x="4540889" y="1016469"/>
                  </a:lnTo>
                  <a:lnTo>
                    <a:pt x="4538543" y="1016490"/>
                  </a:lnTo>
                  <a:lnTo>
                    <a:pt x="4016409" y="1016490"/>
                  </a:lnTo>
                  <a:lnTo>
                    <a:pt x="4015156" y="1016460"/>
                  </a:lnTo>
                  <a:lnTo>
                    <a:pt x="4006964" y="1016240"/>
                  </a:lnTo>
                  <a:lnTo>
                    <a:pt x="3986472" y="1015632"/>
                  </a:lnTo>
                  <a:lnTo>
                    <a:pt x="3950249" y="1014438"/>
                  </a:lnTo>
                  <a:lnTo>
                    <a:pt x="3897095" y="1012482"/>
                  </a:lnTo>
                  <a:lnTo>
                    <a:pt x="3828108" y="1009633"/>
                  </a:lnTo>
                  <a:lnTo>
                    <a:pt x="3746303" y="1005814"/>
                  </a:lnTo>
                  <a:lnTo>
                    <a:pt x="3655862" y="1001001"/>
                  </a:lnTo>
                  <a:lnTo>
                    <a:pt x="3561245" y="995204"/>
                  </a:lnTo>
                  <a:lnTo>
                    <a:pt x="3466449" y="988447"/>
                  </a:lnTo>
                  <a:lnTo>
                    <a:pt x="3374561" y="980743"/>
                  </a:lnTo>
                  <a:lnTo>
                    <a:pt x="3287620" y="972078"/>
                  </a:lnTo>
                  <a:lnTo>
                    <a:pt x="3206699" y="962401"/>
                  </a:lnTo>
                  <a:lnTo>
                    <a:pt x="3132101" y="951619"/>
                  </a:lnTo>
                  <a:lnTo>
                    <a:pt x="3063574" y="939596"/>
                  </a:lnTo>
                  <a:lnTo>
                    <a:pt x="3000506" y="926160"/>
                  </a:lnTo>
                  <a:lnTo>
                    <a:pt x="2942077" y="911107"/>
                  </a:lnTo>
                  <a:lnTo>
                    <a:pt x="2887373" y="894219"/>
                  </a:lnTo>
                  <a:lnTo>
                    <a:pt x="2835469" y="875287"/>
                  </a:lnTo>
                  <a:lnTo>
                    <a:pt x="2785509" y="854163"/>
                  </a:lnTo>
                  <a:lnTo>
                    <a:pt x="2770117" y="847075"/>
                  </a:lnTo>
                  <a:lnTo>
                    <a:pt x="2720704" y="822528"/>
                  </a:lnTo>
                  <a:lnTo>
                    <a:pt x="2671774" y="795608"/>
                  </a:lnTo>
                  <a:lnTo>
                    <a:pt x="2622861" y="766276"/>
                  </a:lnTo>
                  <a:lnTo>
                    <a:pt x="2573641" y="734564"/>
                  </a:lnTo>
                  <a:lnTo>
                    <a:pt x="2523909" y="700587"/>
                  </a:lnTo>
                  <a:lnTo>
                    <a:pt x="2473568" y="664545"/>
                  </a:lnTo>
                  <a:lnTo>
                    <a:pt x="2422614" y="626726"/>
                  </a:lnTo>
                  <a:lnTo>
                    <a:pt x="2371127" y="587497"/>
                  </a:lnTo>
                  <a:lnTo>
                    <a:pt x="2319249" y="547293"/>
                  </a:lnTo>
                  <a:lnTo>
                    <a:pt x="2267169" y="506601"/>
                  </a:lnTo>
                  <a:lnTo>
                    <a:pt x="2215098" y="465928"/>
                  </a:lnTo>
                  <a:lnTo>
                    <a:pt x="2163245" y="425786"/>
                  </a:lnTo>
                  <a:lnTo>
                    <a:pt x="2111797" y="386655"/>
                  </a:lnTo>
                  <a:lnTo>
                    <a:pt x="2060890" y="348967"/>
                  </a:lnTo>
                  <a:lnTo>
                    <a:pt x="2010599" y="313082"/>
                  </a:lnTo>
                  <a:lnTo>
                    <a:pt x="1960913" y="279282"/>
                  </a:lnTo>
                  <a:lnTo>
                    <a:pt x="1911727" y="247759"/>
                  </a:lnTo>
                  <a:lnTo>
                    <a:pt x="1862827" y="218621"/>
                  </a:lnTo>
                  <a:lnTo>
                    <a:pt x="1813877" y="191894"/>
                  </a:lnTo>
                  <a:lnTo>
                    <a:pt x="1768425" y="169415"/>
                  </a:lnTo>
                  <a:lnTo>
                    <a:pt x="1718922" y="147591"/>
                  </a:lnTo>
                  <a:lnTo>
                    <a:pt x="1667714" y="127983"/>
                  </a:lnTo>
                  <a:lnTo>
                    <a:pt x="1613986" y="110474"/>
                  </a:lnTo>
                  <a:lnTo>
                    <a:pt x="1556826" y="94868"/>
                  </a:lnTo>
                  <a:lnTo>
                    <a:pt x="1495309" y="80948"/>
                  </a:lnTo>
                  <a:lnTo>
                    <a:pt x="1428573" y="68502"/>
                  </a:lnTo>
                  <a:lnTo>
                    <a:pt x="1355927" y="57347"/>
                  </a:lnTo>
                  <a:lnTo>
                    <a:pt x="1276988" y="47335"/>
                  </a:lnTo>
                  <a:lnTo>
                    <a:pt x="1191861" y="38361"/>
                  </a:lnTo>
                  <a:lnTo>
                    <a:pt x="1101354" y="30359"/>
                  </a:lnTo>
                  <a:lnTo>
                    <a:pt x="1007188" y="23304"/>
                  </a:lnTo>
                  <a:lnTo>
                    <a:pt x="912121" y="17203"/>
                  </a:lnTo>
                  <a:lnTo>
                    <a:pt x="819899" y="12079"/>
                  </a:lnTo>
                  <a:lnTo>
                    <a:pt x="734904" y="7948"/>
                  </a:lnTo>
                  <a:lnTo>
                    <a:pt x="661498" y="4800"/>
                  </a:lnTo>
                  <a:lnTo>
                    <a:pt x="603156" y="2576"/>
                  </a:lnTo>
                  <a:lnTo>
                    <a:pt x="561639" y="1161"/>
                  </a:lnTo>
                  <a:lnTo>
                    <a:pt x="536481" y="390"/>
                  </a:lnTo>
                  <a:lnTo>
                    <a:pt x="524922" y="70"/>
                  </a:lnTo>
                  <a:lnTo>
                    <a:pt x="5221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12" name="pl12"/>
            <p:cNvSpPr/>
            <p:nvPr/>
          </p:nvSpPr>
          <p:spPr>
            <a:xfrm>
              <a:off x="386606" y="1417079"/>
              <a:ext cx="8554953" cy="1016490"/>
            </a:xfrm>
            <a:custGeom>
              <a:avLst/>
              <a:pathLst>
                <a:path w="8554953" h="1016490">
                  <a:moveTo>
                    <a:pt x="0" y="0"/>
                  </a:moveTo>
                  <a:lnTo>
                    <a:pt x="522133" y="0"/>
                  </a:lnTo>
                  <a:lnTo>
                    <a:pt x="523386" y="30"/>
                  </a:lnTo>
                  <a:lnTo>
                    <a:pt x="531579" y="250"/>
                  </a:lnTo>
                  <a:lnTo>
                    <a:pt x="552070" y="858"/>
                  </a:lnTo>
                  <a:lnTo>
                    <a:pt x="588293" y="2052"/>
                  </a:lnTo>
                  <a:lnTo>
                    <a:pt x="641447" y="4007"/>
                  </a:lnTo>
                  <a:lnTo>
                    <a:pt x="710434" y="6856"/>
                  </a:lnTo>
                  <a:lnTo>
                    <a:pt x="792239" y="10676"/>
                  </a:lnTo>
                  <a:lnTo>
                    <a:pt x="882680" y="15489"/>
                  </a:lnTo>
                  <a:lnTo>
                    <a:pt x="977297" y="21286"/>
                  </a:lnTo>
                  <a:lnTo>
                    <a:pt x="1072093" y="28043"/>
                  </a:lnTo>
                  <a:lnTo>
                    <a:pt x="1163981" y="35747"/>
                  </a:lnTo>
                  <a:lnTo>
                    <a:pt x="1250922" y="44412"/>
                  </a:lnTo>
                  <a:lnTo>
                    <a:pt x="1331843" y="54088"/>
                  </a:lnTo>
                  <a:lnTo>
                    <a:pt x="1406441" y="64871"/>
                  </a:lnTo>
                  <a:lnTo>
                    <a:pt x="1474968" y="76893"/>
                  </a:lnTo>
                  <a:lnTo>
                    <a:pt x="1538036" y="90330"/>
                  </a:lnTo>
                  <a:lnTo>
                    <a:pt x="1596465" y="105383"/>
                  </a:lnTo>
                  <a:lnTo>
                    <a:pt x="1651169" y="122271"/>
                  </a:lnTo>
                  <a:lnTo>
                    <a:pt x="1703074" y="141203"/>
                  </a:lnTo>
                  <a:lnTo>
                    <a:pt x="1753033" y="162327"/>
                  </a:lnTo>
                  <a:lnTo>
                    <a:pt x="1768425" y="169415"/>
                  </a:lnTo>
                  <a:lnTo>
                    <a:pt x="1817838" y="193961"/>
                  </a:lnTo>
                  <a:lnTo>
                    <a:pt x="1866768" y="220882"/>
                  </a:lnTo>
                  <a:lnTo>
                    <a:pt x="1915681" y="250214"/>
                  </a:lnTo>
                  <a:lnTo>
                    <a:pt x="1964901" y="281926"/>
                  </a:lnTo>
                  <a:lnTo>
                    <a:pt x="2014633" y="315903"/>
                  </a:lnTo>
                  <a:lnTo>
                    <a:pt x="2064974" y="351944"/>
                  </a:lnTo>
                  <a:lnTo>
                    <a:pt x="2115928" y="389764"/>
                  </a:lnTo>
                  <a:lnTo>
                    <a:pt x="2167415" y="428993"/>
                  </a:lnTo>
                  <a:lnTo>
                    <a:pt x="2219293" y="469196"/>
                  </a:lnTo>
                  <a:lnTo>
                    <a:pt x="2271373" y="509889"/>
                  </a:lnTo>
                  <a:lnTo>
                    <a:pt x="2323444" y="550561"/>
                  </a:lnTo>
                  <a:lnTo>
                    <a:pt x="2375297" y="590704"/>
                  </a:lnTo>
                  <a:lnTo>
                    <a:pt x="2426746" y="629835"/>
                  </a:lnTo>
                  <a:lnTo>
                    <a:pt x="2477652" y="667523"/>
                  </a:lnTo>
                  <a:lnTo>
                    <a:pt x="2527943" y="703408"/>
                  </a:lnTo>
                  <a:lnTo>
                    <a:pt x="2577629" y="737208"/>
                  </a:lnTo>
                  <a:lnTo>
                    <a:pt x="2626815" y="768731"/>
                  </a:lnTo>
                  <a:lnTo>
                    <a:pt x="2675715" y="797869"/>
                  </a:lnTo>
                  <a:lnTo>
                    <a:pt x="2724665" y="824596"/>
                  </a:lnTo>
                  <a:lnTo>
                    <a:pt x="2770117" y="847075"/>
                  </a:lnTo>
                  <a:lnTo>
                    <a:pt x="2819621" y="868899"/>
                  </a:lnTo>
                  <a:lnTo>
                    <a:pt x="2870828" y="888507"/>
                  </a:lnTo>
                  <a:lnTo>
                    <a:pt x="2924556" y="906016"/>
                  </a:lnTo>
                  <a:lnTo>
                    <a:pt x="2981716" y="921621"/>
                  </a:lnTo>
                  <a:lnTo>
                    <a:pt x="3043234" y="935542"/>
                  </a:lnTo>
                  <a:lnTo>
                    <a:pt x="3109970" y="947988"/>
                  </a:lnTo>
                  <a:lnTo>
                    <a:pt x="3182615" y="959143"/>
                  </a:lnTo>
                  <a:lnTo>
                    <a:pt x="3261554" y="969154"/>
                  </a:lnTo>
                  <a:lnTo>
                    <a:pt x="3346681" y="978129"/>
                  </a:lnTo>
                  <a:lnTo>
                    <a:pt x="3437188" y="986131"/>
                  </a:lnTo>
                  <a:lnTo>
                    <a:pt x="3531355" y="993186"/>
                  </a:lnTo>
                  <a:lnTo>
                    <a:pt x="3626421" y="999286"/>
                  </a:lnTo>
                  <a:lnTo>
                    <a:pt x="3718643" y="1004411"/>
                  </a:lnTo>
                  <a:lnTo>
                    <a:pt x="3803638" y="1008542"/>
                  </a:lnTo>
                  <a:lnTo>
                    <a:pt x="3877044" y="1011689"/>
                  </a:lnTo>
                  <a:lnTo>
                    <a:pt x="3935386" y="1013914"/>
                  </a:lnTo>
                  <a:lnTo>
                    <a:pt x="3976904" y="1015329"/>
                  </a:lnTo>
                  <a:lnTo>
                    <a:pt x="4002061" y="1016100"/>
                  </a:lnTo>
                  <a:lnTo>
                    <a:pt x="4013620" y="1016420"/>
                  </a:lnTo>
                  <a:lnTo>
                    <a:pt x="4016369" y="1016489"/>
                  </a:lnTo>
                  <a:lnTo>
                    <a:pt x="4016409" y="1016490"/>
                  </a:lnTo>
                  <a:lnTo>
                    <a:pt x="4538543" y="1016490"/>
                  </a:lnTo>
                  <a:lnTo>
                    <a:pt x="4539810" y="1016479"/>
                  </a:lnTo>
                  <a:lnTo>
                    <a:pt x="4548097" y="1016397"/>
                  </a:lnTo>
                  <a:lnTo>
                    <a:pt x="4568814" y="1016172"/>
                  </a:lnTo>
                  <a:lnTo>
                    <a:pt x="4605414" y="1015729"/>
                  </a:lnTo>
                  <a:lnTo>
                    <a:pt x="4659078" y="1015003"/>
                  </a:lnTo>
                  <a:lnTo>
                    <a:pt x="4728656" y="1013947"/>
                  </a:lnTo>
                  <a:lnTo>
                    <a:pt x="4811063" y="1012532"/>
                  </a:lnTo>
                  <a:lnTo>
                    <a:pt x="4902050" y="1010749"/>
                  </a:lnTo>
                  <a:lnTo>
                    <a:pt x="4997108" y="1008603"/>
                  </a:lnTo>
                  <a:lnTo>
                    <a:pt x="5092219" y="1006102"/>
                  </a:lnTo>
                  <a:lnTo>
                    <a:pt x="5184297" y="1003252"/>
                  </a:lnTo>
                  <a:lnTo>
                    <a:pt x="5271324" y="1000046"/>
                  </a:lnTo>
                  <a:lnTo>
                    <a:pt x="5352252" y="996464"/>
                  </a:lnTo>
                  <a:lnTo>
                    <a:pt x="5426810" y="992472"/>
                  </a:lnTo>
                  <a:lnTo>
                    <a:pt x="5495274" y="988018"/>
                  </a:lnTo>
                  <a:lnTo>
                    <a:pt x="5558281" y="983038"/>
                  </a:lnTo>
                  <a:lnTo>
                    <a:pt x="5616669" y="977454"/>
                  </a:lnTo>
                  <a:lnTo>
                    <a:pt x="5671366" y="971188"/>
                  </a:lnTo>
                  <a:lnTo>
                    <a:pt x="5723305" y="964161"/>
                  </a:lnTo>
                  <a:lnTo>
                    <a:pt x="5773344" y="956321"/>
                  </a:lnTo>
                  <a:lnTo>
                    <a:pt x="5784835" y="954371"/>
                  </a:lnTo>
                  <a:lnTo>
                    <a:pt x="5838296" y="944590"/>
                  </a:lnTo>
                  <a:lnTo>
                    <a:pt x="5891241" y="933786"/>
                  </a:lnTo>
                  <a:lnTo>
                    <a:pt x="5944236" y="921947"/>
                  </a:lnTo>
                  <a:lnTo>
                    <a:pt x="5997661" y="909094"/>
                  </a:lnTo>
                  <a:lnTo>
                    <a:pt x="6051735" y="895294"/>
                  </a:lnTo>
                  <a:lnTo>
                    <a:pt x="6106536" y="880653"/>
                  </a:lnTo>
                  <a:lnTo>
                    <a:pt x="6162018" y="865322"/>
                  </a:lnTo>
                  <a:lnTo>
                    <a:pt x="6218036" y="849492"/>
                  </a:lnTo>
                  <a:lnTo>
                    <a:pt x="6274369" y="833378"/>
                  </a:lnTo>
                  <a:lnTo>
                    <a:pt x="6330757" y="817217"/>
                  </a:lnTo>
                  <a:lnTo>
                    <a:pt x="6386930" y="801246"/>
                  </a:lnTo>
                  <a:lnTo>
                    <a:pt x="6442649" y="785690"/>
                  </a:lnTo>
                  <a:lnTo>
                    <a:pt x="6497735" y="770752"/>
                  </a:lnTo>
                  <a:lnTo>
                    <a:pt x="6552099" y="756599"/>
                  </a:lnTo>
                  <a:lnTo>
                    <a:pt x="6605767" y="743356"/>
                  </a:lnTo>
                  <a:lnTo>
                    <a:pt x="6658898" y="731105"/>
                  </a:lnTo>
                  <a:lnTo>
                    <a:pt x="6711806" y="719886"/>
                  </a:lnTo>
                  <a:lnTo>
                    <a:pt x="6764979" y="709699"/>
                  </a:lnTo>
                  <a:lnTo>
                    <a:pt x="6786527" y="705896"/>
                  </a:lnTo>
                  <a:lnTo>
                    <a:pt x="6836230" y="697864"/>
                  </a:lnTo>
                  <a:lnTo>
                    <a:pt x="6887653" y="690650"/>
                  </a:lnTo>
                  <a:lnTo>
                    <a:pt x="6941624" y="684212"/>
                  </a:lnTo>
                  <a:lnTo>
                    <a:pt x="6999065" y="678477"/>
                  </a:lnTo>
                  <a:lnTo>
                    <a:pt x="7060913" y="673363"/>
                  </a:lnTo>
                  <a:lnTo>
                    <a:pt x="7128037" y="668792"/>
                  </a:lnTo>
                  <a:lnTo>
                    <a:pt x="7201130" y="664697"/>
                  </a:lnTo>
                  <a:lnTo>
                    <a:pt x="7280572" y="661023"/>
                  </a:lnTo>
                  <a:lnTo>
                    <a:pt x="7366236" y="657732"/>
                  </a:lnTo>
                  <a:lnTo>
                    <a:pt x="7457277" y="654799"/>
                  </a:lnTo>
                  <a:lnTo>
                    <a:pt x="7551916" y="652217"/>
                  </a:lnTo>
                  <a:lnTo>
                    <a:pt x="7647316" y="649988"/>
                  </a:lnTo>
                  <a:lnTo>
                    <a:pt x="7739650" y="648119"/>
                  </a:lnTo>
                  <a:lnTo>
                    <a:pt x="7824465" y="646618"/>
                  </a:lnTo>
                  <a:lnTo>
                    <a:pt x="7897372" y="645480"/>
                  </a:lnTo>
                  <a:lnTo>
                    <a:pt x="7954937" y="644681"/>
                  </a:lnTo>
                  <a:lnTo>
                    <a:pt x="7995505" y="644177"/>
                  </a:lnTo>
                  <a:lnTo>
                    <a:pt x="8019701" y="643907"/>
                  </a:lnTo>
                  <a:lnTo>
                    <a:pt x="8030473" y="643799"/>
                  </a:lnTo>
                  <a:lnTo>
                    <a:pt x="8032802" y="643777"/>
                  </a:lnTo>
                  <a:lnTo>
                    <a:pt x="8032819" y="643777"/>
                  </a:lnTo>
                  <a:lnTo>
                    <a:pt x="8554953" y="643777"/>
                  </a:lnTo>
                  <a:lnTo>
                    <a:pt x="8554953" y="643777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3" name="pl13"/>
            <p:cNvSpPr/>
            <p:nvPr/>
          </p:nvSpPr>
          <p:spPr>
            <a:xfrm>
              <a:off x="386606" y="1405784"/>
              <a:ext cx="8554953" cy="1016490"/>
            </a:xfrm>
            <a:custGeom>
              <a:avLst/>
              <a:pathLst>
                <a:path w="8554953" h="1016490">
                  <a:moveTo>
                    <a:pt x="8554953" y="643777"/>
                  </a:moveTo>
                  <a:lnTo>
                    <a:pt x="8032819" y="643777"/>
                  </a:lnTo>
                  <a:lnTo>
                    <a:pt x="8031552" y="643788"/>
                  </a:lnTo>
                  <a:lnTo>
                    <a:pt x="8023265" y="643870"/>
                  </a:lnTo>
                  <a:lnTo>
                    <a:pt x="8002548" y="644096"/>
                  </a:lnTo>
                  <a:lnTo>
                    <a:pt x="7965948" y="644539"/>
                  </a:lnTo>
                  <a:lnTo>
                    <a:pt x="7912284" y="645264"/>
                  </a:lnTo>
                  <a:lnTo>
                    <a:pt x="7842706" y="646320"/>
                  </a:lnTo>
                  <a:lnTo>
                    <a:pt x="7760299" y="647736"/>
                  </a:lnTo>
                  <a:lnTo>
                    <a:pt x="7669312" y="649519"/>
                  </a:lnTo>
                  <a:lnTo>
                    <a:pt x="7574254" y="651665"/>
                  </a:lnTo>
                  <a:lnTo>
                    <a:pt x="7479143" y="654165"/>
                  </a:lnTo>
                  <a:lnTo>
                    <a:pt x="7387065" y="657016"/>
                  </a:lnTo>
                  <a:lnTo>
                    <a:pt x="7300038" y="660222"/>
                  </a:lnTo>
                  <a:lnTo>
                    <a:pt x="7219110" y="663803"/>
                  </a:lnTo>
                  <a:lnTo>
                    <a:pt x="7144552" y="667795"/>
                  </a:lnTo>
                  <a:lnTo>
                    <a:pt x="7076088" y="672249"/>
                  </a:lnTo>
                  <a:lnTo>
                    <a:pt x="7013081" y="677230"/>
                  </a:lnTo>
                  <a:lnTo>
                    <a:pt x="6954693" y="682813"/>
                  </a:lnTo>
                  <a:lnTo>
                    <a:pt x="6899996" y="689080"/>
                  </a:lnTo>
                  <a:lnTo>
                    <a:pt x="6848057" y="696107"/>
                  </a:lnTo>
                  <a:lnTo>
                    <a:pt x="6798018" y="703946"/>
                  </a:lnTo>
                  <a:lnTo>
                    <a:pt x="6786527" y="705896"/>
                  </a:lnTo>
                  <a:lnTo>
                    <a:pt x="6733066" y="715677"/>
                  </a:lnTo>
                  <a:lnTo>
                    <a:pt x="6680121" y="726481"/>
                  </a:lnTo>
                  <a:lnTo>
                    <a:pt x="6627126" y="738320"/>
                  </a:lnTo>
                  <a:lnTo>
                    <a:pt x="6573701" y="751173"/>
                  </a:lnTo>
                  <a:lnTo>
                    <a:pt x="6519627" y="764974"/>
                  </a:lnTo>
                  <a:lnTo>
                    <a:pt x="6464826" y="779615"/>
                  </a:lnTo>
                  <a:lnTo>
                    <a:pt x="6409344" y="794945"/>
                  </a:lnTo>
                  <a:lnTo>
                    <a:pt x="6353326" y="810776"/>
                  </a:lnTo>
                  <a:lnTo>
                    <a:pt x="6296993" y="826889"/>
                  </a:lnTo>
                  <a:lnTo>
                    <a:pt x="6240605" y="843050"/>
                  </a:lnTo>
                  <a:lnTo>
                    <a:pt x="6184432" y="859022"/>
                  </a:lnTo>
                  <a:lnTo>
                    <a:pt x="6128712" y="874577"/>
                  </a:lnTo>
                  <a:lnTo>
                    <a:pt x="6073627" y="889515"/>
                  </a:lnTo>
                  <a:lnTo>
                    <a:pt x="6019263" y="903668"/>
                  </a:lnTo>
                  <a:lnTo>
                    <a:pt x="5965595" y="916911"/>
                  </a:lnTo>
                  <a:lnTo>
                    <a:pt x="5912464" y="929162"/>
                  </a:lnTo>
                  <a:lnTo>
                    <a:pt x="5859556" y="940381"/>
                  </a:lnTo>
                  <a:lnTo>
                    <a:pt x="5806383" y="950569"/>
                  </a:lnTo>
                  <a:lnTo>
                    <a:pt x="5784835" y="954371"/>
                  </a:lnTo>
                  <a:lnTo>
                    <a:pt x="5735132" y="962404"/>
                  </a:lnTo>
                  <a:lnTo>
                    <a:pt x="5683709" y="969617"/>
                  </a:lnTo>
                  <a:lnTo>
                    <a:pt x="5629738" y="976055"/>
                  </a:lnTo>
                  <a:lnTo>
                    <a:pt x="5572297" y="981791"/>
                  </a:lnTo>
                  <a:lnTo>
                    <a:pt x="5510449" y="986905"/>
                  </a:lnTo>
                  <a:lnTo>
                    <a:pt x="5443325" y="991475"/>
                  </a:lnTo>
                  <a:lnTo>
                    <a:pt x="5370232" y="995570"/>
                  </a:lnTo>
                  <a:lnTo>
                    <a:pt x="5290790" y="999244"/>
                  </a:lnTo>
                  <a:lnTo>
                    <a:pt x="5205126" y="1002535"/>
                  </a:lnTo>
                  <a:lnTo>
                    <a:pt x="5114085" y="1005468"/>
                  </a:lnTo>
                  <a:lnTo>
                    <a:pt x="5019446" y="1008050"/>
                  </a:lnTo>
                  <a:lnTo>
                    <a:pt x="4924046" y="1010280"/>
                  </a:lnTo>
                  <a:lnTo>
                    <a:pt x="4831712" y="1012148"/>
                  </a:lnTo>
                  <a:lnTo>
                    <a:pt x="4746897" y="1013649"/>
                  </a:lnTo>
                  <a:lnTo>
                    <a:pt x="4673989" y="1014788"/>
                  </a:lnTo>
                  <a:lnTo>
                    <a:pt x="4616425" y="1015587"/>
                  </a:lnTo>
                  <a:lnTo>
                    <a:pt x="4575857" y="1016090"/>
                  </a:lnTo>
                  <a:lnTo>
                    <a:pt x="4551661" y="1016360"/>
                  </a:lnTo>
                  <a:lnTo>
                    <a:pt x="4540889" y="1016469"/>
                  </a:lnTo>
                  <a:lnTo>
                    <a:pt x="4538560" y="1016490"/>
                  </a:lnTo>
                  <a:lnTo>
                    <a:pt x="4538543" y="1016490"/>
                  </a:lnTo>
                  <a:lnTo>
                    <a:pt x="4016409" y="1016490"/>
                  </a:lnTo>
                  <a:lnTo>
                    <a:pt x="4015156" y="1016460"/>
                  </a:lnTo>
                  <a:lnTo>
                    <a:pt x="4006964" y="1016240"/>
                  </a:lnTo>
                  <a:lnTo>
                    <a:pt x="3986472" y="1015632"/>
                  </a:lnTo>
                  <a:lnTo>
                    <a:pt x="3950249" y="1014438"/>
                  </a:lnTo>
                  <a:lnTo>
                    <a:pt x="3897095" y="1012482"/>
                  </a:lnTo>
                  <a:lnTo>
                    <a:pt x="3828108" y="1009633"/>
                  </a:lnTo>
                  <a:lnTo>
                    <a:pt x="3746303" y="1005814"/>
                  </a:lnTo>
                  <a:lnTo>
                    <a:pt x="3655862" y="1001001"/>
                  </a:lnTo>
                  <a:lnTo>
                    <a:pt x="3561245" y="995204"/>
                  </a:lnTo>
                  <a:lnTo>
                    <a:pt x="3466449" y="988447"/>
                  </a:lnTo>
                  <a:lnTo>
                    <a:pt x="3374561" y="980743"/>
                  </a:lnTo>
                  <a:lnTo>
                    <a:pt x="3287620" y="972078"/>
                  </a:lnTo>
                  <a:lnTo>
                    <a:pt x="3206699" y="962401"/>
                  </a:lnTo>
                  <a:lnTo>
                    <a:pt x="3132101" y="951619"/>
                  </a:lnTo>
                  <a:lnTo>
                    <a:pt x="3063574" y="939596"/>
                  </a:lnTo>
                  <a:lnTo>
                    <a:pt x="3000506" y="926160"/>
                  </a:lnTo>
                  <a:lnTo>
                    <a:pt x="2942077" y="911107"/>
                  </a:lnTo>
                  <a:lnTo>
                    <a:pt x="2887373" y="894219"/>
                  </a:lnTo>
                  <a:lnTo>
                    <a:pt x="2835469" y="875287"/>
                  </a:lnTo>
                  <a:lnTo>
                    <a:pt x="2785509" y="854163"/>
                  </a:lnTo>
                  <a:lnTo>
                    <a:pt x="2770117" y="847075"/>
                  </a:lnTo>
                  <a:lnTo>
                    <a:pt x="2720704" y="822528"/>
                  </a:lnTo>
                  <a:lnTo>
                    <a:pt x="2671774" y="795608"/>
                  </a:lnTo>
                  <a:lnTo>
                    <a:pt x="2622861" y="766276"/>
                  </a:lnTo>
                  <a:lnTo>
                    <a:pt x="2573641" y="734564"/>
                  </a:lnTo>
                  <a:lnTo>
                    <a:pt x="2523909" y="700587"/>
                  </a:lnTo>
                  <a:lnTo>
                    <a:pt x="2473568" y="664545"/>
                  </a:lnTo>
                  <a:lnTo>
                    <a:pt x="2422614" y="626726"/>
                  </a:lnTo>
                  <a:lnTo>
                    <a:pt x="2371127" y="587497"/>
                  </a:lnTo>
                  <a:lnTo>
                    <a:pt x="2319249" y="547293"/>
                  </a:lnTo>
                  <a:lnTo>
                    <a:pt x="2267169" y="506601"/>
                  </a:lnTo>
                  <a:lnTo>
                    <a:pt x="2215098" y="465928"/>
                  </a:lnTo>
                  <a:lnTo>
                    <a:pt x="2163245" y="425786"/>
                  </a:lnTo>
                  <a:lnTo>
                    <a:pt x="2111797" y="386655"/>
                  </a:lnTo>
                  <a:lnTo>
                    <a:pt x="2060890" y="348967"/>
                  </a:lnTo>
                  <a:lnTo>
                    <a:pt x="2010599" y="313082"/>
                  </a:lnTo>
                  <a:lnTo>
                    <a:pt x="1960913" y="279282"/>
                  </a:lnTo>
                  <a:lnTo>
                    <a:pt x="1911727" y="247759"/>
                  </a:lnTo>
                  <a:lnTo>
                    <a:pt x="1862827" y="218621"/>
                  </a:lnTo>
                  <a:lnTo>
                    <a:pt x="1813877" y="191894"/>
                  </a:lnTo>
                  <a:lnTo>
                    <a:pt x="1768425" y="169415"/>
                  </a:lnTo>
                  <a:lnTo>
                    <a:pt x="1718922" y="147591"/>
                  </a:lnTo>
                  <a:lnTo>
                    <a:pt x="1667714" y="127983"/>
                  </a:lnTo>
                  <a:lnTo>
                    <a:pt x="1613986" y="110474"/>
                  </a:lnTo>
                  <a:lnTo>
                    <a:pt x="1556826" y="94868"/>
                  </a:lnTo>
                  <a:lnTo>
                    <a:pt x="1495309" y="80948"/>
                  </a:lnTo>
                  <a:lnTo>
                    <a:pt x="1428573" y="68502"/>
                  </a:lnTo>
                  <a:lnTo>
                    <a:pt x="1355927" y="57347"/>
                  </a:lnTo>
                  <a:lnTo>
                    <a:pt x="1276988" y="47335"/>
                  </a:lnTo>
                  <a:lnTo>
                    <a:pt x="1191861" y="38361"/>
                  </a:lnTo>
                  <a:lnTo>
                    <a:pt x="1101354" y="30359"/>
                  </a:lnTo>
                  <a:lnTo>
                    <a:pt x="1007188" y="23304"/>
                  </a:lnTo>
                  <a:lnTo>
                    <a:pt x="912121" y="17203"/>
                  </a:lnTo>
                  <a:lnTo>
                    <a:pt x="819899" y="12079"/>
                  </a:lnTo>
                  <a:lnTo>
                    <a:pt x="734904" y="7948"/>
                  </a:lnTo>
                  <a:lnTo>
                    <a:pt x="661498" y="4800"/>
                  </a:lnTo>
                  <a:lnTo>
                    <a:pt x="603156" y="2576"/>
                  </a:lnTo>
                  <a:lnTo>
                    <a:pt x="561639" y="1161"/>
                  </a:lnTo>
                  <a:lnTo>
                    <a:pt x="536481" y="390"/>
                  </a:lnTo>
                  <a:lnTo>
                    <a:pt x="524922" y="70"/>
                  </a:lnTo>
                  <a:lnTo>
                    <a:pt x="522173" y="0"/>
                  </a:lnTo>
                  <a:lnTo>
                    <a:pt x="522133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4" name="pg14"/>
            <p:cNvSpPr/>
            <p:nvPr/>
          </p:nvSpPr>
          <p:spPr>
            <a:xfrm>
              <a:off x="386606" y="1417079"/>
              <a:ext cx="8554953" cy="1033432"/>
            </a:xfrm>
            <a:custGeom>
              <a:avLst/>
              <a:pathLst>
                <a:path w="8554953" h="1033432">
                  <a:moveTo>
                    <a:pt x="0" y="5647"/>
                  </a:moveTo>
                  <a:lnTo>
                    <a:pt x="522133" y="5647"/>
                  </a:lnTo>
                  <a:lnTo>
                    <a:pt x="523385" y="5678"/>
                  </a:lnTo>
                  <a:lnTo>
                    <a:pt x="531576" y="5900"/>
                  </a:lnTo>
                  <a:lnTo>
                    <a:pt x="552061" y="6514"/>
                  </a:lnTo>
                  <a:lnTo>
                    <a:pt x="588275" y="7721"/>
                  </a:lnTo>
                  <a:lnTo>
                    <a:pt x="641416" y="9698"/>
                  </a:lnTo>
                  <a:lnTo>
                    <a:pt x="710388" y="12578"/>
                  </a:lnTo>
                  <a:lnTo>
                    <a:pt x="792177" y="16438"/>
                  </a:lnTo>
                  <a:lnTo>
                    <a:pt x="882605" y="21304"/>
                  </a:lnTo>
                  <a:lnTo>
                    <a:pt x="977210" y="27164"/>
                  </a:lnTo>
                  <a:lnTo>
                    <a:pt x="1071998" y="33995"/>
                  </a:lnTo>
                  <a:lnTo>
                    <a:pt x="1163881" y="41782"/>
                  </a:lnTo>
                  <a:lnTo>
                    <a:pt x="1250820" y="50541"/>
                  </a:lnTo>
                  <a:lnTo>
                    <a:pt x="1331740" y="60323"/>
                  </a:lnTo>
                  <a:lnTo>
                    <a:pt x="1406340" y="71222"/>
                  </a:lnTo>
                  <a:lnTo>
                    <a:pt x="1474868" y="83375"/>
                  </a:lnTo>
                  <a:lnTo>
                    <a:pt x="1537938" y="96957"/>
                  </a:lnTo>
                  <a:lnTo>
                    <a:pt x="1596368" y="112173"/>
                  </a:lnTo>
                  <a:lnTo>
                    <a:pt x="1651072" y="129244"/>
                  </a:lnTo>
                  <a:lnTo>
                    <a:pt x="1702976" y="148380"/>
                  </a:lnTo>
                  <a:lnTo>
                    <a:pt x="1752933" y="169732"/>
                  </a:lnTo>
                  <a:lnTo>
                    <a:pt x="1768425" y="176944"/>
                  </a:lnTo>
                  <a:lnTo>
                    <a:pt x="1817752" y="201718"/>
                  </a:lnTo>
                  <a:lnTo>
                    <a:pt x="1866598" y="228884"/>
                  </a:lnTo>
                  <a:lnTo>
                    <a:pt x="1915424" y="258480"/>
                  </a:lnTo>
                  <a:lnTo>
                    <a:pt x="1964555" y="290474"/>
                  </a:lnTo>
                  <a:lnTo>
                    <a:pt x="2014196" y="324751"/>
                  </a:lnTo>
                  <a:lnTo>
                    <a:pt x="2064444" y="361110"/>
                  </a:lnTo>
                  <a:lnTo>
                    <a:pt x="2115302" y="399265"/>
                  </a:lnTo>
                  <a:lnTo>
                    <a:pt x="2166693" y="438845"/>
                  </a:lnTo>
                  <a:lnTo>
                    <a:pt x="2218476" y="479413"/>
                  </a:lnTo>
                  <a:lnTo>
                    <a:pt x="2270463" y="520482"/>
                  </a:lnTo>
                  <a:lnTo>
                    <a:pt x="2322445" y="561539"/>
                  </a:lnTo>
                  <a:lnTo>
                    <a:pt x="2374214" y="602073"/>
                  </a:lnTo>
                  <a:lnTo>
                    <a:pt x="2425583" y="641596"/>
                  </a:lnTo>
                  <a:lnTo>
                    <a:pt x="2476414" y="679676"/>
                  </a:lnTo>
                  <a:lnTo>
                    <a:pt x="2526634" y="715946"/>
                  </a:lnTo>
                  <a:lnTo>
                    <a:pt x="2576248" y="750122"/>
                  </a:lnTo>
                  <a:lnTo>
                    <a:pt x="2625360" y="782008"/>
                  </a:lnTo>
                  <a:lnTo>
                    <a:pt x="2674179" y="811493"/>
                  </a:lnTo>
                  <a:lnTo>
                    <a:pt x="2723036" y="838547"/>
                  </a:lnTo>
                  <a:lnTo>
                    <a:pt x="2770117" y="862134"/>
                  </a:lnTo>
                  <a:lnTo>
                    <a:pt x="2819616" y="884199"/>
                  </a:lnTo>
                  <a:lnTo>
                    <a:pt x="2870818" y="904023"/>
                  </a:lnTo>
                  <a:lnTo>
                    <a:pt x="2924540" y="921725"/>
                  </a:lnTo>
                  <a:lnTo>
                    <a:pt x="2981692" y="937503"/>
                  </a:lnTo>
                  <a:lnTo>
                    <a:pt x="3043201" y="951577"/>
                  </a:lnTo>
                  <a:lnTo>
                    <a:pt x="3109927" y="964161"/>
                  </a:lnTo>
                  <a:lnTo>
                    <a:pt x="3182562" y="975440"/>
                  </a:lnTo>
                  <a:lnTo>
                    <a:pt x="3261488" y="985562"/>
                  </a:lnTo>
                  <a:lnTo>
                    <a:pt x="3346601" y="994637"/>
                  </a:lnTo>
                  <a:lnTo>
                    <a:pt x="3437094" y="1002728"/>
                  </a:lnTo>
                  <a:lnTo>
                    <a:pt x="3531249" y="1009861"/>
                  </a:lnTo>
                  <a:lnTo>
                    <a:pt x="3626306" y="1016030"/>
                  </a:lnTo>
                  <a:lnTo>
                    <a:pt x="3718526" y="1021212"/>
                  </a:lnTo>
                  <a:lnTo>
                    <a:pt x="3803525" y="1025389"/>
                  </a:lnTo>
                  <a:lnTo>
                    <a:pt x="3876944" y="1028573"/>
                  </a:lnTo>
                  <a:lnTo>
                    <a:pt x="3935305" y="1030823"/>
                  </a:lnTo>
                  <a:lnTo>
                    <a:pt x="3976847" y="1032256"/>
                  </a:lnTo>
                  <a:lnTo>
                    <a:pt x="4002029" y="1033036"/>
                  </a:lnTo>
                  <a:lnTo>
                    <a:pt x="4013608" y="1033361"/>
                  </a:lnTo>
                  <a:lnTo>
                    <a:pt x="4016409" y="1033432"/>
                  </a:lnTo>
                  <a:lnTo>
                    <a:pt x="4538543" y="1033432"/>
                  </a:lnTo>
                  <a:lnTo>
                    <a:pt x="4539812" y="1033429"/>
                  </a:lnTo>
                  <a:lnTo>
                    <a:pt x="4548112" y="1033405"/>
                  </a:lnTo>
                  <a:lnTo>
                    <a:pt x="4568862" y="1033340"/>
                  </a:lnTo>
                  <a:lnTo>
                    <a:pt x="4605517" y="1033212"/>
                  </a:lnTo>
                  <a:lnTo>
                    <a:pt x="4659254" y="1033003"/>
                  </a:lnTo>
                  <a:lnTo>
                    <a:pt x="4728918" y="1032698"/>
                  </a:lnTo>
                  <a:lnTo>
                    <a:pt x="4811412" y="1032290"/>
                  </a:lnTo>
                  <a:lnTo>
                    <a:pt x="4902477" y="1031776"/>
                  </a:lnTo>
                  <a:lnTo>
                    <a:pt x="4997598" y="1031158"/>
                  </a:lnTo>
                  <a:lnTo>
                    <a:pt x="5092754" y="1030437"/>
                  </a:lnTo>
                  <a:lnTo>
                    <a:pt x="5184859" y="1029615"/>
                  </a:lnTo>
                  <a:lnTo>
                    <a:pt x="5271898" y="1028691"/>
                  </a:lnTo>
                  <a:lnTo>
                    <a:pt x="5352827" y="1027659"/>
                  </a:lnTo>
                  <a:lnTo>
                    <a:pt x="5427378" y="1026508"/>
                  </a:lnTo>
                  <a:lnTo>
                    <a:pt x="5495834" y="1025224"/>
                  </a:lnTo>
                  <a:lnTo>
                    <a:pt x="5558832" y="1023788"/>
                  </a:lnTo>
                  <a:lnTo>
                    <a:pt x="5617214" y="1022178"/>
                  </a:lnTo>
                  <a:lnTo>
                    <a:pt x="5671910" y="1020371"/>
                  </a:lnTo>
                  <a:lnTo>
                    <a:pt x="5723855" y="1018344"/>
                  </a:lnTo>
                  <a:lnTo>
                    <a:pt x="5773905" y="1016083"/>
                  </a:lnTo>
                  <a:lnTo>
                    <a:pt x="5784835" y="1015549"/>
                  </a:lnTo>
                  <a:lnTo>
                    <a:pt x="5839026" y="1012692"/>
                  </a:lnTo>
                  <a:lnTo>
                    <a:pt x="5892695" y="1009533"/>
                  </a:lnTo>
                  <a:lnTo>
                    <a:pt x="5946429" y="1006068"/>
                  </a:lnTo>
                  <a:lnTo>
                    <a:pt x="6000617" y="1002303"/>
                  </a:lnTo>
                  <a:lnTo>
                    <a:pt x="6055479" y="998259"/>
                  </a:lnTo>
                  <a:lnTo>
                    <a:pt x="6111089" y="993970"/>
                  </a:lnTo>
                  <a:lnTo>
                    <a:pt x="6167390" y="989480"/>
                  </a:lnTo>
                  <a:lnTo>
                    <a:pt x="6224222" y="984849"/>
                  </a:lnTo>
                  <a:lnTo>
                    <a:pt x="6281350" y="980141"/>
                  </a:lnTo>
                  <a:lnTo>
                    <a:pt x="6338499" y="975428"/>
                  </a:lnTo>
                  <a:lnTo>
                    <a:pt x="6395392" y="970781"/>
                  </a:lnTo>
                  <a:lnTo>
                    <a:pt x="6451786" y="966266"/>
                  </a:lnTo>
                  <a:lnTo>
                    <a:pt x="6507507" y="961943"/>
                  </a:lnTo>
                  <a:lnTo>
                    <a:pt x="6562482" y="957859"/>
                  </a:lnTo>
                  <a:lnTo>
                    <a:pt x="6616761" y="954051"/>
                  </a:lnTo>
                  <a:lnTo>
                    <a:pt x="6670543" y="950539"/>
                  </a:lnTo>
                  <a:lnTo>
                    <a:pt x="6724190" y="947334"/>
                  </a:lnTo>
                  <a:lnTo>
                    <a:pt x="6778255" y="944432"/>
                  </a:lnTo>
                  <a:lnTo>
                    <a:pt x="6786527" y="944018"/>
                  </a:lnTo>
                  <a:lnTo>
                    <a:pt x="6836258" y="941705"/>
                  </a:lnTo>
                  <a:lnTo>
                    <a:pt x="6887713" y="939627"/>
                  </a:lnTo>
                  <a:lnTo>
                    <a:pt x="6941719" y="937773"/>
                  </a:lnTo>
                  <a:lnTo>
                    <a:pt x="6999200" y="936121"/>
                  </a:lnTo>
                  <a:lnTo>
                    <a:pt x="7061096" y="934649"/>
                  </a:lnTo>
                  <a:lnTo>
                    <a:pt x="7128276" y="933333"/>
                  </a:lnTo>
                  <a:lnTo>
                    <a:pt x="7201434" y="932154"/>
                  </a:lnTo>
                  <a:lnTo>
                    <a:pt x="7280948" y="931096"/>
                  </a:lnTo>
                  <a:lnTo>
                    <a:pt x="7366689" y="930148"/>
                  </a:lnTo>
                  <a:lnTo>
                    <a:pt x="7457807" y="929304"/>
                  </a:lnTo>
                  <a:lnTo>
                    <a:pt x="7552514" y="928561"/>
                  </a:lnTo>
                  <a:lnTo>
                    <a:pt x="7647962" y="927919"/>
                  </a:lnTo>
                  <a:lnTo>
                    <a:pt x="7740310" y="927382"/>
                  </a:lnTo>
                  <a:lnTo>
                    <a:pt x="7825098" y="926950"/>
                  </a:lnTo>
                  <a:lnTo>
                    <a:pt x="7897933" y="926623"/>
                  </a:lnTo>
                  <a:lnTo>
                    <a:pt x="7955384" y="926394"/>
                  </a:lnTo>
                  <a:lnTo>
                    <a:pt x="7995814" y="926250"/>
                  </a:lnTo>
                  <a:lnTo>
                    <a:pt x="8019872" y="926172"/>
                  </a:lnTo>
                  <a:lnTo>
                    <a:pt x="8030532" y="926142"/>
                  </a:lnTo>
                  <a:lnTo>
                    <a:pt x="8032819" y="926136"/>
                  </a:lnTo>
                  <a:lnTo>
                    <a:pt x="8554953" y="926136"/>
                  </a:lnTo>
                  <a:lnTo>
                    <a:pt x="8554953" y="920488"/>
                  </a:lnTo>
                  <a:lnTo>
                    <a:pt x="8032819" y="920488"/>
                  </a:lnTo>
                  <a:lnTo>
                    <a:pt x="8031549" y="920492"/>
                  </a:lnTo>
                  <a:lnTo>
                    <a:pt x="8023250" y="920515"/>
                  </a:lnTo>
                  <a:lnTo>
                    <a:pt x="8002500" y="920580"/>
                  </a:lnTo>
                  <a:lnTo>
                    <a:pt x="7965845" y="920708"/>
                  </a:lnTo>
                  <a:lnTo>
                    <a:pt x="7912108" y="920917"/>
                  </a:lnTo>
                  <a:lnTo>
                    <a:pt x="7842444" y="921222"/>
                  </a:lnTo>
                  <a:lnTo>
                    <a:pt x="7759950" y="921630"/>
                  </a:lnTo>
                  <a:lnTo>
                    <a:pt x="7668885" y="922144"/>
                  </a:lnTo>
                  <a:lnTo>
                    <a:pt x="7573764" y="922762"/>
                  </a:lnTo>
                  <a:lnTo>
                    <a:pt x="7478608" y="923483"/>
                  </a:lnTo>
                  <a:lnTo>
                    <a:pt x="7386503" y="924305"/>
                  </a:lnTo>
                  <a:lnTo>
                    <a:pt x="7299464" y="925229"/>
                  </a:lnTo>
                  <a:lnTo>
                    <a:pt x="7218535" y="926262"/>
                  </a:lnTo>
                  <a:lnTo>
                    <a:pt x="7143984" y="927412"/>
                  </a:lnTo>
                  <a:lnTo>
                    <a:pt x="7075528" y="928697"/>
                  </a:lnTo>
                  <a:lnTo>
                    <a:pt x="7012530" y="930133"/>
                  </a:lnTo>
                  <a:lnTo>
                    <a:pt x="6954148" y="931742"/>
                  </a:lnTo>
                  <a:lnTo>
                    <a:pt x="6899452" y="933550"/>
                  </a:lnTo>
                  <a:lnTo>
                    <a:pt x="6847507" y="935576"/>
                  </a:lnTo>
                  <a:lnTo>
                    <a:pt x="6797457" y="937837"/>
                  </a:lnTo>
                  <a:lnTo>
                    <a:pt x="6786527" y="938371"/>
                  </a:lnTo>
                  <a:lnTo>
                    <a:pt x="6732336" y="941228"/>
                  </a:lnTo>
                  <a:lnTo>
                    <a:pt x="6678667" y="944387"/>
                  </a:lnTo>
                  <a:lnTo>
                    <a:pt x="6624933" y="947852"/>
                  </a:lnTo>
                  <a:lnTo>
                    <a:pt x="6570745" y="951617"/>
                  </a:lnTo>
                  <a:lnTo>
                    <a:pt x="6515883" y="955661"/>
                  </a:lnTo>
                  <a:lnTo>
                    <a:pt x="6460273" y="959950"/>
                  </a:lnTo>
                  <a:lnTo>
                    <a:pt x="6403972" y="964440"/>
                  </a:lnTo>
                  <a:lnTo>
                    <a:pt x="6347140" y="969071"/>
                  </a:lnTo>
                  <a:lnTo>
                    <a:pt x="6290012" y="973779"/>
                  </a:lnTo>
                  <a:lnTo>
                    <a:pt x="6232863" y="978492"/>
                  </a:lnTo>
                  <a:lnTo>
                    <a:pt x="6175970" y="983139"/>
                  </a:lnTo>
                  <a:lnTo>
                    <a:pt x="6119576" y="987654"/>
                  </a:lnTo>
                  <a:lnTo>
                    <a:pt x="6063855" y="991977"/>
                  </a:lnTo>
                  <a:lnTo>
                    <a:pt x="6008880" y="996061"/>
                  </a:lnTo>
                  <a:lnTo>
                    <a:pt x="5954601" y="999869"/>
                  </a:lnTo>
                  <a:lnTo>
                    <a:pt x="5900819" y="1003381"/>
                  </a:lnTo>
                  <a:lnTo>
                    <a:pt x="5847172" y="1006586"/>
                  </a:lnTo>
                  <a:lnTo>
                    <a:pt x="5793107" y="1009488"/>
                  </a:lnTo>
                  <a:lnTo>
                    <a:pt x="5784835" y="1009902"/>
                  </a:lnTo>
                  <a:lnTo>
                    <a:pt x="5735104" y="1012215"/>
                  </a:lnTo>
                  <a:lnTo>
                    <a:pt x="5683649" y="1014293"/>
                  </a:lnTo>
                  <a:lnTo>
                    <a:pt x="5629643" y="1016147"/>
                  </a:lnTo>
                  <a:lnTo>
                    <a:pt x="5572162" y="1017799"/>
                  </a:lnTo>
                  <a:lnTo>
                    <a:pt x="5510266" y="1019272"/>
                  </a:lnTo>
                  <a:lnTo>
                    <a:pt x="5443086" y="1020588"/>
                  </a:lnTo>
                  <a:lnTo>
                    <a:pt x="5369928" y="1021767"/>
                  </a:lnTo>
                  <a:lnTo>
                    <a:pt x="5290414" y="1022824"/>
                  </a:lnTo>
                  <a:lnTo>
                    <a:pt x="5204673" y="1023772"/>
                  </a:lnTo>
                  <a:lnTo>
                    <a:pt x="5113555" y="1024616"/>
                  </a:lnTo>
                  <a:lnTo>
                    <a:pt x="5018848" y="1025359"/>
                  </a:lnTo>
                  <a:lnTo>
                    <a:pt x="4923400" y="1026001"/>
                  </a:lnTo>
                  <a:lnTo>
                    <a:pt x="4831052" y="1026538"/>
                  </a:lnTo>
                  <a:lnTo>
                    <a:pt x="4746264" y="1026970"/>
                  </a:lnTo>
                  <a:lnTo>
                    <a:pt x="4673429" y="1027297"/>
                  </a:lnTo>
                  <a:lnTo>
                    <a:pt x="4615978" y="1027526"/>
                  </a:lnTo>
                  <a:lnTo>
                    <a:pt x="4575548" y="1027671"/>
                  </a:lnTo>
                  <a:lnTo>
                    <a:pt x="4551489" y="1027748"/>
                  </a:lnTo>
                  <a:lnTo>
                    <a:pt x="4540830" y="1027779"/>
                  </a:lnTo>
                  <a:lnTo>
                    <a:pt x="4538543" y="1027785"/>
                  </a:lnTo>
                  <a:lnTo>
                    <a:pt x="4016409" y="1027785"/>
                  </a:lnTo>
                  <a:lnTo>
                    <a:pt x="4015157" y="1027754"/>
                  </a:lnTo>
                  <a:lnTo>
                    <a:pt x="4006966" y="1027531"/>
                  </a:lnTo>
                  <a:lnTo>
                    <a:pt x="3986481" y="1026917"/>
                  </a:lnTo>
                  <a:lnTo>
                    <a:pt x="3950267" y="1025710"/>
                  </a:lnTo>
                  <a:lnTo>
                    <a:pt x="3897126" y="1023733"/>
                  </a:lnTo>
                  <a:lnTo>
                    <a:pt x="3828154" y="1020854"/>
                  </a:lnTo>
                  <a:lnTo>
                    <a:pt x="3746365" y="1016993"/>
                  </a:lnTo>
                  <a:lnTo>
                    <a:pt x="3655937" y="1012127"/>
                  </a:lnTo>
                  <a:lnTo>
                    <a:pt x="3561332" y="1006267"/>
                  </a:lnTo>
                  <a:lnTo>
                    <a:pt x="3466544" y="999437"/>
                  </a:lnTo>
                  <a:lnTo>
                    <a:pt x="3374661" y="991649"/>
                  </a:lnTo>
                  <a:lnTo>
                    <a:pt x="3287722" y="982890"/>
                  </a:lnTo>
                  <a:lnTo>
                    <a:pt x="3206802" y="973108"/>
                  </a:lnTo>
                  <a:lnTo>
                    <a:pt x="3132203" y="962209"/>
                  </a:lnTo>
                  <a:lnTo>
                    <a:pt x="3063674" y="950056"/>
                  </a:lnTo>
                  <a:lnTo>
                    <a:pt x="3000604" y="936474"/>
                  </a:lnTo>
                  <a:lnTo>
                    <a:pt x="2942175" y="921258"/>
                  </a:lnTo>
                  <a:lnTo>
                    <a:pt x="2887470" y="904187"/>
                  </a:lnTo>
                  <a:lnTo>
                    <a:pt x="2835566" y="885051"/>
                  </a:lnTo>
                  <a:lnTo>
                    <a:pt x="2785609" y="863699"/>
                  </a:lnTo>
                  <a:lnTo>
                    <a:pt x="2770117" y="856487"/>
                  </a:lnTo>
                  <a:lnTo>
                    <a:pt x="2720790" y="831713"/>
                  </a:lnTo>
                  <a:lnTo>
                    <a:pt x="2671944" y="804548"/>
                  </a:lnTo>
                  <a:lnTo>
                    <a:pt x="2623118" y="774952"/>
                  </a:lnTo>
                  <a:lnTo>
                    <a:pt x="2573987" y="742958"/>
                  </a:lnTo>
                  <a:lnTo>
                    <a:pt x="2524346" y="708681"/>
                  </a:lnTo>
                  <a:lnTo>
                    <a:pt x="2474098" y="672321"/>
                  </a:lnTo>
                  <a:lnTo>
                    <a:pt x="2423240" y="634167"/>
                  </a:lnTo>
                  <a:lnTo>
                    <a:pt x="2371849" y="594587"/>
                  </a:lnTo>
                  <a:lnTo>
                    <a:pt x="2320067" y="554019"/>
                  </a:lnTo>
                  <a:lnTo>
                    <a:pt x="2268079" y="512949"/>
                  </a:lnTo>
                  <a:lnTo>
                    <a:pt x="2216097" y="471892"/>
                  </a:lnTo>
                  <a:lnTo>
                    <a:pt x="2164328" y="431359"/>
                  </a:lnTo>
                  <a:lnTo>
                    <a:pt x="2112959" y="391835"/>
                  </a:lnTo>
                  <a:lnTo>
                    <a:pt x="2062128" y="353755"/>
                  </a:lnTo>
                  <a:lnTo>
                    <a:pt x="2011909" y="317485"/>
                  </a:lnTo>
                  <a:lnTo>
                    <a:pt x="1962294" y="283309"/>
                  </a:lnTo>
                  <a:lnTo>
                    <a:pt x="1913182" y="251424"/>
                  </a:lnTo>
                  <a:lnTo>
                    <a:pt x="1864363" y="221939"/>
                  </a:lnTo>
                  <a:lnTo>
                    <a:pt x="1815507" y="194884"/>
                  </a:lnTo>
                  <a:lnTo>
                    <a:pt x="1768425" y="171297"/>
                  </a:lnTo>
                  <a:lnTo>
                    <a:pt x="1718927" y="149233"/>
                  </a:lnTo>
                  <a:lnTo>
                    <a:pt x="1667725" y="129408"/>
                  </a:lnTo>
                  <a:lnTo>
                    <a:pt x="1614003" y="111706"/>
                  </a:lnTo>
                  <a:lnTo>
                    <a:pt x="1556850" y="95928"/>
                  </a:lnTo>
                  <a:lnTo>
                    <a:pt x="1495341" y="81854"/>
                  </a:lnTo>
                  <a:lnTo>
                    <a:pt x="1428615" y="69270"/>
                  </a:lnTo>
                  <a:lnTo>
                    <a:pt x="1355981" y="57992"/>
                  </a:lnTo>
                  <a:lnTo>
                    <a:pt x="1277054" y="47869"/>
                  </a:lnTo>
                  <a:lnTo>
                    <a:pt x="1191941" y="38795"/>
                  </a:lnTo>
                  <a:lnTo>
                    <a:pt x="1101448" y="30704"/>
                  </a:lnTo>
                  <a:lnTo>
                    <a:pt x="1007294" y="23570"/>
                  </a:lnTo>
                  <a:lnTo>
                    <a:pt x="912236" y="17401"/>
                  </a:lnTo>
                  <a:lnTo>
                    <a:pt x="820017" y="12219"/>
                  </a:lnTo>
                  <a:lnTo>
                    <a:pt x="735017" y="8042"/>
                  </a:lnTo>
                  <a:lnTo>
                    <a:pt x="661599" y="4858"/>
                  </a:lnTo>
                  <a:lnTo>
                    <a:pt x="603237" y="2608"/>
                  </a:lnTo>
                  <a:lnTo>
                    <a:pt x="561696" y="1175"/>
                  </a:lnTo>
                  <a:lnTo>
                    <a:pt x="536513" y="395"/>
                  </a:lnTo>
                  <a:lnTo>
                    <a:pt x="524934" y="71"/>
                  </a:lnTo>
                  <a:lnTo>
                    <a:pt x="5221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15" name="pl15"/>
            <p:cNvSpPr/>
            <p:nvPr/>
          </p:nvSpPr>
          <p:spPr>
            <a:xfrm>
              <a:off x="386606" y="1422726"/>
              <a:ext cx="8554953" cy="1027785"/>
            </a:xfrm>
            <a:custGeom>
              <a:avLst/>
              <a:pathLst>
                <a:path w="8554953" h="1027785">
                  <a:moveTo>
                    <a:pt x="0" y="0"/>
                  </a:moveTo>
                  <a:lnTo>
                    <a:pt x="522133" y="0"/>
                  </a:lnTo>
                  <a:lnTo>
                    <a:pt x="523385" y="31"/>
                  </a:lnTo>
                  <a:lnTo>
                    <a:pt x="531576" y="253"/>
                  </a:lnTo>
                  <a:lnTo>
                    <a:pt x="552061" y="867"/>
                  </a:lnTo>
                  <a:lnTo>
                    <a:pt x="588275" y="2074"/>
                  </a:lnTo>
                  <a:lnTo>
                    <a:pt x="641416" y="4051"/>
                  </a:lnTo>
                  <a:lnTo>
                    <a:pt x="710388" y="6931"/>
                  </a:lnTo>
                  <a:lnTo>
                    <a:pt x="792177" y="10791"/>
                  </a:lnTo>
                  <a:lnTo>
                    <a:pt x="882605" y="15657"/>
                  </a:lnTo>
                  <a:lnTo>
                    <a:pt x="977210" y="21517"/>
                  </a:lnTo>
                  <a:lnTo>
                    <a:pt x="1071998" y="28347"/>
                  </a:lnTo>
                  <a:lnTo>
                    <a:pt x="1163881" y="36135"/>
                  </a:lnTo>
                  <a:lnTo>
                    <a:pt x="1250820" y="44894"/>
                  </a:lnTo>
                  <a:lnTo>
                    <a:pt x="1331740" y="54676"/>
                  </a:lnTo>
                  <a:lnTo>
                    <a:pt x="1406340" y="65575"/>
                  </a:lnTo>
                  <a:lnTo>
                    <a:pt x="1474868" y="77728"/>
                  </a:lnTo>
                  <a:lnTo>
                    <a:pt x="1537938" y="91310"/>
                  </a:lnTo>
                  <a:lnTo>
                    <a:pt x="1596368" y="106526"/>
                  </a:lnTo>
                  <a:lnTo>
                    <a:pt x="1651072" y="123597"/>
                  </a:lnTo>
                  <a:lnTo>
                    <a:pt x="1702976" y="142733"/>
                  </a:lnTo>
                  <a:lnTo>
                    <a:pt x="1752933" y="164085"/>
                  </a:lnTo>
                  <a:lnTo>
                    <a:pt x="1768425" y="171297"/>
                  </a:lnTo>
                  <a:lnTo>
                    <a:pt x="1817752" y="196071"/>
                  </a:lnTo>
                  <a:lnTo>
                    <a:pt x="1866598" y="223237"/>
                  </a:lnTo>
                  <a:lnTo>
                    <a:pt x="1915424" y="252833"/>
                  </a:lnTo>
                  <a:lnTo>
                    <a:pt x="1964555" y="284826"/>
                  </a:lnTo>
                  <a:lnTo>
                    <a:pt x="2014196" y="319103"/>
                  </a:lnTo>
                  <a:lnTo>
                    <a:pt x="2064444" y="355463"/>
                  </a:lnTo>
                  <a:lnTo>
                    <a:pt x="2115302" y="393617"/>
                  </a:lnTo>
                  <a:lnTo>
                    <a:pt x="2166693" y="433197"/>
                  </a:lnTo>
                  <a:lnTo>
                    <a:pt x="2218476" y="473766"/>
                  </a:lnTo>
                  <a:lnTo>
                    <a:pt x="2270463" y="514835"/>
                  </a:lnTo>
                  <a:lnTo>
                    <a:pt x="2322445" y="555892"/>
                  </a:lnTo>
                  <a:lnTo>
                    <a:pt x="2374214" y="596425"/>
                  </a:lnTo>
                  <a:lnTo>
                    <a:pt x="2425583" y="635949"/>
                  </a:lnTo>
                  <a:lnTo>
                    <a:pt x="2476414" y="674029"/>
                  </a:lnTo>
                  <a:lnTo>
                    <a:pt x="2526634" y="710299"/>
                  </a:lnTo>
                  <a:lnTo>
                    <a:pt x="2576248" y="744475"/>
                  </a:lnTo>
                  <a:lnTo>
                    <a:pt x="2625360" y="776361"/>
                  </a:lnTo>
                  <a:lnTo>
                    <a:pt x="2674179" y="805845"/>
                  </a:lnTo>
                  <a:lnTo>
                    <a:pt x="2723036" y="832900"/>
                  </a:lnTo>
                  <a:lnTo>
                    <a:pt x="2770117" y="856487"/>
                  </a:lnTo>
                  <a:lnTo>
                    <a:pt x="2819616" y="878551"/>
                  </a:lnTo>
                  <a:lnTo>
                    <a:pt x="2870818" y="898376"/>
                  </a:lnTo>
                  <a:lnTo>
                    <a:pt x="2924540" y="916078"/>
                  </a:lnTo>
                  <a:lnTo>
                    <a:pt x="2981692" y="931856"/>
                  </a:lnTo>
                  <a:lnTo>
                    <a:pt x="3043201" y="945930"/>
                  </a:lnTo>
                  <a:lnTo>
                    <a:pt x="3109927" y="958514"/>
                  </a:lnTo>
                  <a:lnTo>
                    <a:pt x="3182562" y="969792"/>
                  </a:lnTo>
                  <a:lnTo>
                    <a:pt x="3261488" y="979915"/>
                  </a:lnTo>
                  <a:lnTo>
                    <a:pt x="3346601" y="988989"/>
                  </a:lnTo>
                  <a:lnTo>
                    <a:pt x="3437094" y="997081"/>
                  </a:lnTo>
                  <a:lnTo>
                    <a:pt x="3531249" y="1004214"/>
                  </a:lnTo>
                  <a:lnTo>
                    <a:pt x="3626306" y="1010383"/>
                  </a:lnTo>
                  <a:lnTo>
                    <a:pt x="3718526" y="1015565"/>
                  </a:lnTo>
                  <a:lnTo>
                    <a:pt x="3803525" y="1019742"/>
                  </a:lnTo>
                  <a:lnTo>
                    <a:pt x="3876944" y="1022926"/>
                  </a:lnTo>
                  <a:lnTo>
                    <a:pt x="3935305" y="1025176"/>
                  </a:lnTo>
                  <a:lnTo>
                    <a:pt x="3976847" y="1026609"/>
                  </a:lnTo>
                  <a:lnTo>
                    <a:pt x="4002029" y="1027389"/>
                  </a:lnTo>
                  <a:lnTo>
                    <a:pt x="4013608" y="1027713"/>
                  </a:lnTo>
                  <a:lnTo>
                    <a:pt x="4016368" y="1027784"/>
                  </a:lnTo>
                  <a:lnTo>
                    <a:pt x="4016409" y="1027785"/>
                  </a:lnTo>
                  <a:lnTo>
                    <a:pt x="4538543" y="1027785"/>
                  </a:lnTo>
                  <a:lnTo>
                    <a:pt x="4539812" y="1027781"/>
                  </a:lnTo>
                  <a:lnTo>
                    <a:pt x="4548112" y="1027758"/>
                  </a:lnTo>
                  <a:lnTo>
                    <a:pt x="4568862" y="1027693"/>
                  </a:lnTo>
                  <a:lnTo>
                    <a:pt x="4605517" y="1027565"/>
                  </a:lnTo>
                  <a:lnTo>
                    <a:pt x="4659254" y="1027356"/>
                  </a:lnTo>
                  <a:lnTo>
                    <a:pt x="4728918" y="1027051"/>
                  </a:lnTo>
                  <a:lnTo>
                    <a:pt x="4811412" y="1026643"/>
                  </a:lnTo>
                  <a:lnTo>
                    <a:pt x="4902477" y="1026129"/>
                  </a:lnTo>
                  <a:lnTo>
                    <a:pt x="4997598" y="1025511"/>
                  </a:lnTo>
                  <a:lnTo>
                    <a:pt x="5092754" y="1024790"/>
                  </a:lnTo>
                  <a:lnTo>
                    <a:pt x="5184859" y="1023968"/>
                  </a:lnTo>
                  <a:lnTo>
                    <a:pt x="5271898" y="1023044"/>
                  </a:lnTo>
                  <a:lnTo>
                    <a:pt x="5352827" y="1022011"/>
                  </a:lnTo>
                  <a:lnTo>
                    <a:pt x="5427378" y="1020861"/>
                  </a:lnTo>
                  <a:lnTo>
                    <a:pt x="5495834" y="1019577"/>
                  </a:lnTo>
                  <a:lnTo>
                    <a:pt x="5558832" y="1018140"/>
                  </a:lnTo>
                  <a:lnTo>
                    <a:pt x="5617214" y="1016531"/>
                  </a:lnTo>
                  <a:lnTo>
                    <a:pt x="5671910" y="1014723"/>
                  </a:lnTo>
                  <a:lnTo>
                    <a:pt x="5723855" y="1012697"/>
                  </a:lnTo>
                  <a:lnTo>
                    <a:pt x="5773905" y="1010436"/>
                  </a:lnTo>
                  <a:lnTo>
                    <a:pt x="5784835" y="1009902"/>
                  </a:lnTo>
                  <a:lnTo>
                    <a:pt x="5839026" y="1007045"/>
                  </a:lnTo>
                  <a:lnTo>
                    <a:pt x="5892695" y="1003886"/>
                  </a:lnTo>
                  <a:lnTo>
                    <a:pt x="5946429" y="1000421"/>
                  </a:lnTo>
                  <a:lnTo>
                    <a:pt x="6000617" y="996656"/>
                  </a:lnTo>
                  <a:lnTo>
                    <a:pt x="6055479" y="992612"/>
                  </a:lnTo>
                  <a:lnTo>
                    <a:pt x="6111089" y="988323"/>
                  </a:lnTo>
                  <a:lnTo>
                    <a:pt x="6167390" y="983833"/>
                  </a:lnTo>
                  <a:lnTo>
                    <a:pt x="6224222" y="979202"/>
                  </a:lnTo>
                  <a:lnTo>
                    <a:pt x="6281350" y="974494"/>
                  </a:lnTo>
                  <a:lnTo>
                    <a:pt x="6338499" y="969781"/>
                  </a:lnTo>
                  <a:lnTo>
                    <a:pt x="6395392" y="965134"/>
                  </a:lnTo>
                  <a:lnTo>
                    <a:pt x="6451786" y="960619"/>
                  </a:lnTo>
                  <a:lnTo>
                    <a:pt x="6507507" y="956296"/>
                  </a:lnTo>
                  <a:lnTo>
                    <a:pt x="6562482" y="952212"/>
                  </a:lnTo>
                  <a:lnTo>
                    <a:pt x="6616761" y="948404"/>
                  </a:lnTo>
                  <a:lnTo>
                    <a:pt x="6670543" y="944892"/>
                  </a:lnTo>
                  <a:lnTo>
                    <a:pt x="6724190" y="941687"/>
                  </a:lnTo>
                  <a:lnTo>
                    <a:pt x="6778255" y="938785"/>
                  </a:lnTo>
                  <a:lnTo>
                    <a:pt x="6786527" y="938371"/>
                  </a:lnTo>
                  <a:lnTo>
                    <a:pt x="6836258" y="936058"/>
                  </a:lnTo>
                  <a:lnTo>
                    <a:pt x="6887713" y="933980"/>
                  </a:lnTo>
                  <a:lnTo>
                    <a:pt x="6941719" y="932126"/>
                  </a:lnTo>
                  <a:lnTo>
                    <a:pt x="6999200" y="930474"/>
                  </a:lnTo>
                  <a:lnTo>
                    <a:pt x="7061096" y="929001"/>
                  </a:lnTo>
                  <a:lnTo>
                    <a:pt x="7128276" y="927685"/>
                  </a:lnTo>
                  <a:lnTo>
                    <a:pt x="7201434" y="926506"/>
                  </a:lnTo>
                  <a:lnTo>
                    <a:pt x="7280948" y="925449"/>
                  </a:lnTo>
                  <a:lnTo>
                    <a:pt x="7366689" y="924501"/>
                  </a:lnTo>
                  <a:lnTo>
                    <a:pt x="7457807" y="923657"/>
                  </a:lnTo>
                  <a:lnTo>
                    <a:pt x="7552514" y="922914"/>
                  </a:lnTo>
                  <a:lnTo>
                    <a:pt x="7647962" y="922272"/>
                  </a:lnTo>
                  <a:lnTo>
                    <a:pt x="7740310" y="921735"/>
                  </a:lnTo>
                  <a:lnTo>
                    <a:pt x="7825098" y="921303"/>
                  </a:lnTo>
                  <a:lnTo>
                    <a:pt x="7897933" y="920976"/>
                  </a:lnTo>
                  <a:lnTo>
                    <a:pt x="7955384" y="920747"/>
                  </a:lnTo>
                  <a:lnTo>
                    <a:pt x="7995814" y="920603"/>
                  </a:lnTo>
                  <a:lnTo>
                    <a:pt x="8019872" y="920525"/>
                  </a:lnTo>
                  <a:lnTo>
                    <a:pt x="8030532" y="920494"/>
                  </a:lnTo>
                  <a:lnTo>
                    <a:pt x="8032805" y="920488"/>
                  </a:lnTo>
                  <a:lnTo>
                    <a:pt x="8032819" y="920488"/>
                  </a:lnTo>
                  <a:lnTo>
                    <a:pt x="8554953" y="920488"/>
                  </a:lnTo>
                  <a:lnTo>
                    <a:pt x="8554953" y="920488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6" name="pl16"/>
            <p:cNvSpPr/>
            <p:nvPr/>
          </p:nvSpPr>
          <p:spPr>
            <a:xfrm>
              <a:off x="386606" y="1417079"/>
              <a:ext cx="8554953" cy="1027785"/>
            </a:xfrm>
            <a:custGeom>
              <a:avLst/>
              <a:pathLst>
                <a:path w="8554953" h="1027785">
                  <a:moveTo>
                    <a:pt x="8554953" y="920488"/>
                  </a:moveTo>
                  <a:lnTo>
                    <a:pt x="8032819" y="920488"/>
                  </a:lnTo>
                  <a:lnTo>
                    <a:pt x="8031549" y="920492"/>
                  </a:lnTo>
                  <a:lnTo>
                    <a:pt x="8023250" y="920515"/>
                  </a:lnTo>
                  <a:lnTo>
                    <a:pt x="8002500" y="920580"/>
                  </a:lnTo>
                  <a:lnTo>
                    <a:pt x="7965845" y="920708"/>
                  </a:lnTo>
                  <a:lnTo>
                    <a:pt x="7912108" y="920917"/>
                  </a:lnTo>
                  <a:lnTo>
                    <a:pt x="7842444" y="921222"/>
                  </a:lnTo>
                  <a:lnTo>
                    <a:pt x="7759950" y="921630"/>
                  </a:lnTo>
                  <a:lnTo>
                    <a:pt x="7668885" y="922144"/>
                  </a:lnTo>
                  <a:lnTo>
                    <a:pt x="7573764" y="922762"/>
                  </a:lnTo>
                  <a:lnTo>
                    <a:pt x="7478608" y="923483"/>
                  </a:lnTo>
                  <a:lnTo>
                    <a:pt x="7386503" y="924305"/>
                  </a:lnTo>
                  <a:lnTo>
                    <a:pt x="7299464" y="925229"/>
                  </a:lnTo>
                  <a:lnTo>
                    <a:pt x="7218535" y="926262"/>
                  </a:lnTo>
                  <a:lnTo>
                    <a:pt x="7143984" y="927412"/>
                  </a:lnTo>
                  <a:lnTo>
                    <a:pt x="7075528" y="928697"/>
                  </a:lnTo>
                  <a:lnTo>
                    <a:pt x="7012530" y="930133"/>
                  </a:lnTo>
                  <a:lnTo>
                    <a:pt x="6954148" y="931742"/>
                  </a:lnTo>
                  <a:lnTo>
                    <a:pt x="6899452" y="933550"/>
                  </a:lnTo>
                  <a:lnTo>
                    <a:pt x="6847507" y="935576"/>
                  </a:lnTo>
                  <a:lnTo>
                    <a:pt x="6797457" y="937837"/>
                  </a:lnTo>
                  <a:lnTo>
                    <a:pt x="6786527" y="938371"/>
                  </a:lnTo>
                  <a:lnTo>
                    <a:pt x="6732336" y="941228"/>
                  </a:lnTo>
                  <a:lnTo>
                    <a:pt x="6678667" y="944387"/>
                  </a:lnTo>
                  <a:lnTo>
                    <a:pt x="6624933" y="947852"/>
                  </a:lnTo>
                  <a:lnTo>
                    <a:pt x="6570745" y="951617"/>
                  </a:lnTo>
                  <a:lnTo>
                    <a:pt x="6515883" y="955661"/>
                  </a:lnTo>
                  <a:lnTo>
                    <a:pt x="6460273" y="959950"/>
                  </a:lnTo>
                  <a:lnTo>
                    <a:pt x="6403972" y="964440"/>
                  </a:lnTo>
                  <a:lnTo>
                    <a:pt x="6347140" y="969071"/>
                  </a:lnTo>
                  <a:lnTo>
                    <a:pt x="6290012" y="973779"/>
                  </a:lnTo>
                  <a:lnTo>
                    <a:pt x="6232863" y="978492"/>
                  </a:lnTo>
                  <a:lnTo>
                    <a:pt x="6175970" y="983139"/>
                  </a:lnTo>
                  <a:lnTo>
                    <a:pt x="6119576" y="987654"/>
                  </a:lnTo>
                  <a:lnTo>
                    <a:pt x="6063855" y="991977"/>
                  </a:lnTo>
                  <a:lnTo>
                    <a:pt x="6008880" y="996061"/>
                  </a:lnTo>
                  <a:lnTo>
                    <a:pt x="5954601" y="999869"/>
                  </a:lnTo>
                  <a:lnTo>
                    <a:pt x="5900819" y="1003381"/>
                  </a:lnTo>
                  <a:lnTo>
                    <a:pt x="5847172" y="1006586"/>
                  </a:lnTo>
                  <a:lnTo>
                    <a:pt x="5793107" y="1009488"/>
                  </a:lnTo>
                  <a:lnTo>
                    <a:pt x="5784835" y="1009902"/>
                  </a:lnTo>
                  <a:lnTo>
                    <a:pt x="5735104" y="1012215"/>
                  </a:lnTo>
                  <a:lnTo>
                    <a:pt x="5683649" y="1014293"/>
                  </a:lnTo>
                  <a:lnTo>
                    <a:pt x="5629643" y="1016147"/>
                  </a:lnTo>
                  <a:lnTo>
                    <a:pt x="5572162" y="1017799"/>
                  </a:lnTo>
                  <a:lnTo>
                    <a:pt x="5510266" y="1019272"/>
                  </a:lnTo>
                  <a:lnTo>
                    <a:pt x="5443086" y="1020588"/>
                  </a:lnTo>
                  <a:lnTo>
                    <a:pt x="5369928" y="1021767"/>
                  </a:lnTo>
                  <a:lnTo>
                    <a:pt x="5290414" y="1022824"/>
                  </a:lnTo>
                  <a:lnTo>
                    <a:pt x="5204673" y="1023772"/>
                  </a:lnTo>
                  <a:lnTo>
                    <a:pt x="5113555" y="1024616"/>
                  </a:lnTo>
                  <a:lnTo>
                    <a:pt x="5018848" y="1025359"/>
                  </a:lnTo>
                  <a:lnTo>
                    <a:pt x="4923400" y="1026001"/>
                  </a:lnTo>
                  <a:lnTo>
                    <a:pt x="4831052" y="1026538"/>
                  </a:lnTo>
                  <a:lnTo>
                    <a:pt x="4746264" y="1026970"/>
                  </a:lnTo>
                  <a:lnTo>
                    <a:pt x="4673429" y="1027297"/>
                  </a:lnTo>
                  <a:lnTo>
                    <a:pt x="4615978" y="1027526"/>
                  </a:lnTo>
                  <a:lnTo>
                    <a:pt x="4575548" y="1027671"/>
                  </a:lnTo>
                  <a:lnTo>
                    <a:pt x="4551489" y="1027748"/>
                  </a:lnTo>
                  <a:lnTo>
                    <a:pt x="4540830" y="1027779"/>
                  </a:lnTo>
                  <a:lnTo>
                    <a:pt x="4538557" y="1027785"/>
                  </a:lnTo>
                  <a:lnTo>
                    <a:pt x="4538543" y="1027785"/>
                  </a:lnTo>
                  <a:lnTo>
                    <a:pt x="4016409" y="1027785"/>
                  </a:lnTo>
                  <a:lnTo>
                    <a:pt x="4015157" y="1027754"/>
                  </a:lnTo>
                  <a:lnTo>
                    <a:pt x="4006966" y="1027531"/>
                  </a:lnTo>
                  <a:lnTo>
                    <a:pt x="3986481" y="1026917"/>
                  </a:lnTo>
                  <a:lnTo>
                    <a:pt x="3950267" y="1025710"/>
                  </a:lnTo>
                  <a:lnTo>
                    <a:pt x="3897126" y="1023733"/>
                  </a:lnTo>
                  <a:lnTo>
                    <a:pt x="3828154" y="1020854"/>
                  </a:lnTo>
                  <a:lnTo>
                    <a:pt x="3746365" y="1016993"/>
                  </a:lnTo>
                  <a:lnTo>
                    <a:pt x="3655937" y="1012127"/>
                  </a:lnTo>
                  <a:lnTo>
                    <a:pt x="3561332" y="1006267"/>
                  </a:lnTo>
                  <a:lnTo>
                    <a:pt x="3466544" y="999437"/>
                  </a:lnTo>
                  <a:lnTo>
                    <a:pt x="3374661" y="991649"/>
                  </a:lnTo>
                  <a:lnTo>
                    <a:pt x="3287722" y="982890"/>
                  </a:lnTo>
                  <a:lnTo>
                    <a:pt x="3206802" y="973108"/>
                  </a:lnTo>
                  <a:lnTo>
                    <a:pt x="3132203" y="962209"/>
                  </a:lnTo>
                  <a:lnTo>
                    <a:pt x="3063674" y="950056"/>
                  </a:lnTo>
                  <a:lnTo>
                    <a:pt x="3000604" y="936474"/>
                  </a:lnTo>
                  <a:lnTo>
                    <a:pt x="2942175" y="921258"/>
                  </a:lnTo>
                  <a:lnTo>
                    <a:pt x="2887470" y="904187"/>
                  </a:lnTo>
                  <a:lnTo>
                    <a:pt x="2835566" y="885051"/>
                  </a:lnTo>
                  <a:lnTo>
                    <a:pt x="2785609" y="863699"/>
                  </a:lnTo>
                  <a:lnTo>
                    <a:pt x="2770117" y="856487"/>
                  </a:lnTo>
                  <a:lnTo>
                    <a:pt x="2720790" y="831713"/>
                  </a:lnTo>
                  <a:lnTo>
                    <a:pt x="2671944" y="804548"/>
                  </a:lnTo>
                  <a:lnTo>
                    <a:pt x="2623118" y="774952"/>
                  </a:lnTo>
                  <a:lnTo>
                    <a:pt x="2573987" y="742958"/>
                  </a:lnTo>
                  <a:lnTo>
                    <a:pt x="2524346" y="708681"/>
                  </a:lnTo>
                  <a:lnTo>
                    <a:pt x="2474098" y="672321"/>
                  </a:lnTo>
                  <a:lnTo>
                    <a:pt x="2423240" y="634167"/>
                  </a:lnTo>
                  <a:lnTo>
                    <a:pt x="2371849" y="594587"/>
                  </a:lnTo>
                  <a:lnTo>
                    <a:pt x="2320067" y="554019"/>
                  </a:lnTo>
                  <a:lnTo>
                    <a:pt x="2268079" y="512949"/>
                  </a:lnTo>
                  <a:lnTo>
                    <a:pt x="2216097" y="471892"/>
                  </a:lnTo>
                  <a:lnTo>
                    <a:pt x="2164328" y="431359"/>
                  </a:lnTo>
                  <a:lnTo>
                    <a:pt x="2112959" y="391835"/>
                  </a:lnTo>
                  <a:lnTo>
                    <a:pt x="2062128" y="353755"/>
                  </a:lnTo>
                  <a:lnTo>
                    <a:pt x="2011909" y="317485"/>
                  </a:lnTo>
                  <a:lnTo>
                    <a:pt x="1962294" y="283309"/>
                  </a:lnTo>
                  <a:lnTo>
                    <a:pt x="1913182" y="251424"/>
                  </a:lnTo>
                  <a:lnTo>
                    <a:pt x="1864363" y="221939"/>
                  </a:lnTo>
                  <a:lnTo>
                    <a:pt x="1815507" y="194884"/>
                  </a:lnTo>
                  <a:lnTo>
                    <a:pt x="1768425" y="171297"/>
                  </a:lnTo>
                  <a:lnTo>
                    <a:pt x="1718927" y="149233"/>
                  </a:lnTo>
                  <a:lnTo>
                    <a:pt x="1667725" y="129408"/>
                  </a:lnTo>
                  <a:lnTo>
                    <a:pt x="1614003" y="111706"/>
                  </a:lnTo>
                  <a:lnTo>
                    <a:pt x="1556850" y="95928"/>
                  </a:lnTo>
                  <a:lnTo>
                    <a:pt x="1495341" y="81854"/>
                  </a:lnTo>
                  <a:lnTo>
                    <a:pt x="1428615" y="69270"/>
                  </a:lnTo>
                  <a:lnTo>
                    <a:pt x="1355981" y="57992"/>
                  </a:lnTo>
                  <a:lnTo>
                    <a:pt x="1277054" y="47869"/>
                  </a:lnTo>
                  <a:lnTo>
                    <a:pt x="1191941" y="38795"/>
                  </a:lnTo>
                  <a:lnTo>
                    <a:pt x="1101448" y="30704"/>
                  </a:lnTo>
                  <a:lnTo>
                    <a:pt x="1007294" y="23570"/>
                  </a:lnTo>
                  <a:lnTo>
                    <a:pt x="912236" y="17401"/>
                  </a:lnTo>
                  <a:lnTo>
                    <a:pt x="820017" y="12219"/>
                  </a:lnTo>
                  <a:lnTo>
                    <a:pt x="735017" y="8042"/>
                  </a:lnTo>
                  <a:lnTo>
                    <a:pt x="661599" y="4858"/>
                  </a:lnTo>
                  <a:lnTo>
                    <a:pt x="603237" y="2608"/>
                  </a:lnTo>
                  <a:lnTo>
                    <a:pt x="561696" y="1175"/>
                  </a:lnTo>
                  <a:lnTo>
                    <a:pt x="536513" y="395"/>
                  </a:lnTo>
                  <a:lnTo>
                    <a:pt x="524934" y="71"/>
                  </a:lnTo>
                  <a:lnTo>
                    <a:pt x="522174" y="0"/>
                  </a:lnTo>
                  <a:lnTo>
                    <a:pt x="522133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7" name="pg17"/>
            <p:cNvSpPr/>
            <p:nvPr/>
          </p:nvSpPr>
          <p:spPr>
            <a:xfrm>
              <a:off x="386606" y="1422726"/>
              <a:ext cx="8554953" cy="1372262"/>
            </a:xfrm>
            <a:custGeom>
              <a:avLst/>
              <a:pathLst>
                <a:path w="8554953" h="1372262">
                  <a:moveTo>
                    <a:pt x="0" y="5647"/>
                  </a:moveTo>
                  <a:lnTo>
                    <a:pt x="522133" y="5647"/>
                  </a:lnTo>
                  <a:lnTo>
                    <a:pt x="523385" y="5678"/>
                  </a:lnTo>
                  <a:lnTo>
                    <a:pt x="531576" y="5900"/>
                  </a:lnTo>
                  <a:lnTo>
                    <a:pt x="552061" y="6514"/>
                  </a:lnTo>
                  <a:lnTo>
                    <a:pt x="588275" y="7721"/>
                  </a:lnTo>
                  <a:lnTo>
                    <a:pt x="641416" y="9698"/>
                  </a:lnTo>
                  <a:lnTo>
                    <a:pt x="710388" y="12578"/>
                  </a:lnTo>
                  <a:lnTo>
                    <a:pt x="792177" y="16438"/>
                  </a:lnTo>
                  <a:lnTo>
                    <a:pt x="882605" y="21304"/>
                  </a:lnTo>
                  <a:lnTo>
                    <a:pt x="977210" y="27164"/>
                  </a:lnTo>
                  <a:lnTo>
                    <a:pt x="1071998" y="33995"/>
                  </a:lnTo>
                  <a:lnTo>
                    <a:pt x="1163881" y="41782"/>
                  </a:lnTo>
                  <a:lnTo>
                    <a:pt x="1250820" y="50541"/>
                  </a:lnTo>
                  <a:lnTo>
                    <a:pt x="1331740" y="60323"/>
                  </a:lnTo>
                  <a:lnTo>
                    <a:pt x="1406340" y="71222"/>
                  </a:lnTo>
                  <a:lnTo>
                    <a:pt x="1474868" y="83375"/>
                  </a:lnTo>
                  <a:lnTo>
                    <a:pt x="1537938" y="96957"/>
                  </a:lnTo>
                  <a:lnTo>
                    <a:pt x="1596368" y="112173"/>
                  </a:lnTo>
                  <a:lnTo>
                    <a:pt x="1651072" y="129244"/>
                  </a:lnTo>
                  <a:lnTo>
                    <a:pt x="1702976" y="148380"/>
                  </a:lnTo>
                  <a:lnTo>
                    <a:pt x="1752933" y="169732"/>
                  </a:lnTo>
                  <a:lnTo>
                    <a:pt x="1768425" y="176944"/>
                  </a:lnTo>
                  <a:lnTo>
                    <a:pt x="1817752" y="201718"/>
                  </a:lnTo>
                  <a:lnTo>
                    <a:pt x="1866598" y="228884"/>
                  </a:lnTo>
                  <a:lnTo>
                    <a:pt x="1915424" y="258480"/>
                  </a:lnTo>
                  <a:lnTo>
                    <a:pt x="1964555" y="290474"/>
                  </a:lnTo>
                  <a:lnTo>
                    <a:pt x="2014196" y="324751"/>
                  </a:lnTo>
                  <a:lnTo>
                    <a:pt x="2064444" y="361110"/>
                  </a:lnTo>
                  <a:lnTo>
                    <a:pt x="2115302" y="399265"/>
                  </a:lnTo>
                  <a:lnTo>
                    <a:pt x="2166693" y="438845"/>
                  </a:lnTo>
                  <a:lnTo>
                    <a:pt x="2218476" y="479413"/>
                  </a:lnTo>
                  <a:lnTo>
                    <a:pt x="2270463" y="520482"/>
                  </a:lnTo>
                  <a:lnTo>
                    <a:pt x="2322445" y="561539"/>
                  </a:lnTo>
                  <a:lnTo>
                    <a:pt x="2374214" y="602073"/>
                  </a:lnTo>
                  <a:lnTo>
                    <a:pt x="2425583" y="641596"/>
                  </a:lnTo>
                  <a:lnTo>
                    <a:pt x="2476414" y="679676"/>
                  </a:lnTo>
                  <a:lnTo>
                    <a:pt x="2526634" y="715946"/>
                  </a:lnTo>
                  <a:lnTo>
                    <a:pt x="2576248" y="750122"/>
                  </a:lnTo>
                  <a:lnTo>
                    <a:pt x="2625360" y="782008"/>
                  </a:lnTo>
                  <a:lnTo>
                    <a:pt x="2674179" y="811493"/>
                  </a:lnTo>
                  <a:lnTo>
                    <a:pt x="2723036" y="838547"/>
                  </a:lnTo>
                  <a:lnTo>
                    <a:pt x="2770117" y="862134"/>
                  </a:lnTo>
                  <a:lnTo>
                    <a:pt x="2819616" y="884199"/>
                  </a:lnTo>
                  <a:lnTo>
                    <a:pt x="2870818" y="904023"/>
                  </a:lnTo>
                  <a:lnTo>
                    <a:pt x="2924540" y="921725"/>
                  </a:lnTo>
                  <a:lnTo>
                    <a:pt x="2981692" y="937503"/>
                  </a:lnTo>
                  <a:lnTo>
                    <a:pt x="3043201" y="951577"/>
                  </a:lnTo>
                  <a:lnTo>
                    <a:pt x="3109927" y="964161"/>
                  </a:lnTo>
                  <a:lnTo>
                    <a:pt x="3182562" y="975440"/>
                  </a:lnTo>
                  <a:lnTo>
                    <a:pt x="3261488" y="985562"/>
                  </a:lnTo>
                  <a:lnTo>
                    <a:pt x="3346601" y="994637"/>
                  </a:lnTo>
                  <a:lnTo>
                    <a:pt x="3437094" y="1002728"/>
                  </a:lnTo>
                  <a:lnTo>
                    <a:pt x="3531249" y="1009861"/>
                  </a:lnTo>
                  <a:lnTo>
                    <a:pt x="3626306" y="1016030"/>
                  </a:lnTo>
                  <a:lnTo>
                    <a:pt x="3718526" y="1021212"/>
                  </a:lnTo>
                  <a:lnTo>
                    <a:pt x="3803525" y="1025389"/>
                  </a:lnTo>
                  <a:lnTo>
                    <a:pt x="3876944" y="1028573"/>
                  </a:lnTo>
                  <a:lnTo>
                    <a:pt x="3935305" y="1030823"/>
                  </a:lnTo>
                  <a:lnTo>
                    <a:pt x="3976847" y="1032256"/>
                  </a:lnTo>
                  <a:lnTo>
                    <a:pt x="4002029" y="1033036"/>
                  </a:lnTo>
                  <a:lnTo>
                    <a:pt x="4013608" y="1033361"/>
                  </a:lnTo>
                  <a:lnTo>
                    <a:pt x="4016409" y="1033432"/>
                  </a:lnTo>
                  <a:lnTo>
                    <a:pt x="4538543" y="1033432"/>
                  </a:lnTo>
                  <a:lnTo>
                    <a:pt x="4539811" y="1033442"/>
                  </a:lnTo>
                  <a:lnTo>
                    <a:pt x="4548100" y="1033516"/>
                  </a:lnTo>
                  <a:lnTo>
                    <a:pt x="4568823" y="1033722"/>
                  </a:lnTo>
                  <a:lnTo>
                    <a:pt x="4605433" y="1034124"/>
                  </a:lnTo>
                  <a:lnTo>
                    <a:pt x="4659111" y="1034784"/>
                  </a:lnTo>
                  <a:lnTo>
                    <a:pt x="4728706" y="1035745"/>
                  </a:lnTo>
                  <a:lnTo>
                    <a:pt x="4811129" y="1037032"/>
                  </a:lnTo>
                  <a:lnTo>
                    <a:pt x="4902131" y="1038653"/>
                  </a:lnTo>
                  <a:lnTo>
                    <a:pt x="4997201" y="1040604"/>
                  </a:lnTo>
                  <a:lnTo>
                    <a:pt x="5092320" y="1042878"/>
                  </a:lnTo>
                  <a:lnTo>
                    <a:pt x="5184403" y="1045470"/>
                  </a:lnTo>
                  <a:lnTo>
                    <a:pt x="5271432" y="1048385"/>
                  </a:lnTo>
                  <a:lnTo>
                    <a:pt x="5352361" y="1051642"/>
                  </a:lnTo>
                  <a:lnTo>
                    <a:pt x="5426917" y="1055272"/>
                  </a:lnTo>
                  <a:lnTo>
                    <a:pt x="5495380" y="1059323"/>
                  </a:lnTo>
                  <a:lnTo>
                    <a:pt x="5558385" y="1063852"/>
                  </a:lnTo>
                  <a:lnTo>
                    <a:pt x="5616772" y="1068929"/>
                  </a:lnTo>
                  <a:lnTo>
                    <a:pt x="5671469" y="1074628"/>
                  </a:lnTo>
                  <a:lnTo>
                    <a:pt x="5723409" y="1081018"/>
                  </a:lnTo>
                  <a:lnTo>
                    <a:pt x="5773450" y="1088147"/>
                  </a:lnTo>
                  <a:lnTo>
                    <a:pt x="5784835" y="1089904"/>
                  </a:lnTo>
                  <a:lnTo>
                    <a:pt x="5838430" y="1098820"/>
                  </a:lnTo>
                  <a:lnTo>
                    <a:pt x="5891509" y="1108669"/>
                  </a:lnTo>
                  <a:lnTo>
                    <a:pt x="5944639" y="1119466"/>
                  </a:lnTo>
                  <a:lnTo>
                    <a:pt x="5998205" y="1131187"/>
                  </a:lnTo>
                  <a:lnTo>
                    <a:pt x="6052424" y="1143775"/>
                  </a:lnTo>
                  <a:lnTo>
                    <a:pt x="6107374" y="1157128"/>
                  </a:lnTo>
                  <a:lnTo>
                    <a:pt x="6163007" y="1171109"/>
                  </a:lnTo>
                  <a:lnTo>
                    <a:pt x="6219174" y="1185543"/>
                  </a:lnTo>
                  <a:lnTo>
                    <a:pt x="6275654" y="1200232"/>
                  </a:lnTo>
                  <a:lnTo>
                    <a:pt x="6332182" y="1214960"/>
                  </a:lnTo>
                  <a:lnTo>
                    <a:pt x="6388489" y="1229508"/>
                  </a:lnTo>
                  <a:lnTo>
                    <a:pt x="6444333" y="1243672"/>
                  </a:lnTo>
                  <a:lnTo>
                    <a:pt x="6499536" y="1257265"/>
                  </a:lnTo>
                  <a:lnTo>
                    <a:pt x="6554012" y="1270138"/>
                  </a:lnTo>
                  <a:lnTo>
                    <a:pt x="6607792" y="1282175"/>
                  </a:lnTo>
                  <a:lnTo>
                    <a:pt x="6661042" y="1293304"/>
                  </a:lnTo>
                  <a:lnTo>
                    <a:pt x="6714084" y="1303490"/>
                  </a:lnTo>
                  <a:lnTo>
                    <a:pt x="6767418" y="1312733"/>
                  </a:lnTo>
                  <a:lnTo>
                    <a:pt x="6786527" y="1315790"/>
                  </a:lnTo>
                  <a:lnTo>
                    <a:pt x="6836235" y="1323093"/>
                  </a:lnTo>
                  <a:lnTo>
                    <a:pt x="6887664" y="1329651"/>
                  </a:lnTo>
                  <a:lnTo>
                    <a:pt x="6941642" y="1335505"/>
                  </a:lnTo>
                  <a:lnTo>
                    <a:pt x="6999091" y="1340719"/>
                  </a:lnTo>
                  <a:lnTo>
                    <a:pt x="7060948" y="1345368"/>
                  </a:lnTo>
                  <a:lnTo>
                    <a:pt x="7128082" y="1349524"/>
                  </a:lnTo>
                  <a:lnTo>
                    <a:pt x="7201188" y="1353246"/>
                  </a:lnTo>
                  <a:lnTo>
                    <a:pt x="7280643" y="1356586"/>
                  </a:lnTo>
                  <a:lnTo>
                    <a:pt x="7366321" y="1359578"/>
                  </a:lnTo>
                  <a:lnTo>
                    <a:pt x="7457377" y="1362244"/>
                  </a:lnTo>
                  <a:lnTo>
                    <a:pt x="7552029" y="1364592"/>
                  </a:lnTo>
                  <a:lnTo>
                    <a:pt x="7647438" y="1366619"/>
                  </a:lnTo>
                  <a:lnTo>
                    <a:pt x="7739775" y="1368317"/>
                  </a:lnTo>
                  <a:lnTo>
                    <a:pt x="7824584" y="1369681"/>
                  </a:lnTo>
                  <a:lnTo>
                    <a:pt x="7897478" y="1370716"/>
                  </a:lnTo>
                  <a:lnTo>
                    <a:pt x="7955022" y="1371442"/>
                  </a:lnTo>
                  <a:lnTo>
                    <a:pt x="7995563" y="1371899"/>
                  </a:lnTo>
                  <a:lnTo>
                    <a:pt x="8019734" y="1372144"/>
                  </a:lnTo>
                  <a:lnTo>
                    <a:pt x="8030484" y="1372243"/>
                  </a:lnTo>
                  <a:lnTo>
                    <a:pt x="8032819" y="1372262"/>
                  </a:lnTo>
                  <a:lnTo>
                    <a:pt x="8554953" y="1372262"/>
                  </a:lnTo>
                  <a:lnTo>
                    <a:pt x="8554953" y="1366615"/>
                  </a:lnTo>
                  <a:lnTo>
                    <a:pt x="8032819" y="1366615"/>
                  </a:lnTo>
                  <a:lnTo>
                    <a:pt x="8031551" y="1366605"/>
                  </a:lnTo>
                  <a:lnTo>
                    <a:pt x="8023262" y="1366530"/>
                  </a:lnTo>
                  <a:lnTo>
                    <a:pt x="8002539" y="1366325"/>
                  </a:lnTo>
                  <a:lnTo>
                    <a:pt x="7965929" y="1365922"/>
                  </a:lnTo>
                  <a:lnTo>
                    <a:pt x="7912251" y="1365263"/>
                  </a:lnTo>
                  <a:lnTo>
                    <a:pt x="7842656" y="1364302"/>
                  </a:lnTo>
                  <a:lnTo>
                    <a:pt x="7760233" y="1363015"/>
                  </a:lnTo>
                  <a:lnTo>
                    <a:pt x="7669231" y="1361394"/>
                  </a:lnTo>
                  <a:lnTo>
                    <a:pt x="7574161" y="1359442"/>
                  </a:lnTo>
                  <a:lnTo>
                    <a:pt x="7479042" y="1357169"/>
                  </a:lnTo>
                  <a:lnTo>
                    <a:pt x="7386959" y="1354577"/>
                  </a:lnTo>
                  <a:lnTo>
                    <a:pt x="7299930" y="1351661"/>
                  </a:lnTo>
                  <a:lnTo>
                    <a:pt x="7219001" y="1348405"/>
                  </a:lnTo>
                  <a:lnTo>
                    <a:pt x="7144445" y="1344774"/>
                  </a:lnTo>
                  <a:lnTo>
                    <a:pt x="7075982" y="1340724"/>
                  </a:lnTo>
                  <a:lnTo>
                    <a:pt x="7012977" y="1336195"/>
                  </a:lnTo>
                  <a:lnTo>
                    <a:pt x="6954590" y="1331118"/>
                  </a:lnTo>
                  <a:lnTo>
                    <a:pt x="6899893" y="1325419"/>
                  </a:lnTo>
                  <a:lnTo>
                    <a:pt x="6847953" y="1319029"/>
                  </a:lnTo>
                  <a:lnTo>
                    <a:pt x="6797912" y="1311899"/>
                  </a:lnTo>
                  <a:lnTo>
                    <a:pt x="6786527" y="1310143"/>
                  </a:lnTo>
                  <a:lnTo>
                    <a:pt x="6732932" y="1301227"/>
                  </a:lnTo>
                  <a:lnTo>
                    <a:pt x="6679853" y="1291377"/>
                  </a:lnTo>
                  <a:lnTo>
                    <a:pt x="6626723" y="1280581"/>
                  </a:lnTo>
                  <a:lnTo>
                    <a:pt x="6573157" y="1268860"/>
                  </a:lnTo>
                  <a:lnTo>
                    <a:pt x="6518938" y="1256272"/>
                  </a:lnTo>
                  <a:lnTo>
                    <a:pt x="6463988" y="1242919"/>
                  </a:lnTo>
                  <a:lnTo>
                    <a:pt x="6408355" y="1228938"/>
                  </a:lnTo>
                  <a:lnTo>
                    <a:pt x="6352188" y="1214503"/>
                  </a:lnTo>
                  <a:lnTo>
                    <a:pt x="6295708" y="1199814"/>
                  </a:lnTo>
                  <a:lnTo>
                    <a:pt x="6239180" y="1185087"/>
                  </a:lnTo>
                  <a:lnTo>
                    <a:pt x="6182873" y="1170538"/>
                  </a:lnTo>
                  <a:lnTo>
                    <a:pt x="6127029" y="1156375"/>
                  </a:lnTo>
                  <a:lnTo>
                    <a:pt x="6071826" y="1142781"/>
                  </a:lnTo>
                  <a:lnTo>
                    <a:pt x="6017350" y="1129909"/>
                  </a:lnTo>
                  <a:lnTo>
                    <a:pt x="5963570" y="1117871"/>
                  </a:lnTo>
                  <a:lnTo>
                    <a:pt x="5910320" y="1106743"/>
                  </a:lnTo>
                  <a:lnTo>
                    <a:pt x="5857278" y="1096557"/>
                  </a:lnTo>
                  <a:lnTo>
                    <a:pt x="5803944" y="1087313"/>
                  </a:lnTo>
                  <a:lnTo>
                    <a:pt x="5784835" y="1084256"/>
                  </a:lnTo>
                  <a:lnTo>
                    <a:pt x="5735127" y="1076954"/>
                  </a:lnTo>
                  <a:lnTo>
                    <a:pt x="5683698" y="1070395"/>
                  </a:lnTo>
                  <a:lnTo>
                    <a:pt x="5629720" y="1064542"/>
                  </a:lnTo>
                  <a:lnTo>
                    <a:pt x="5572271" y="1059328"/>
                  </a:lnTo>
                  <a:lnTo>
                    <a:pt x="5510414" y="1054678"/>
                  </a:lnTo>
                  <a:lnTo>
                    <a:pt x="5443280" y="1050523"/>
                  </a:lnTo>
                  <a:lnTo>
                    <a:pt x="5370174" y="1046800"/>
                  </a:lnTo>
                  <a:lnTo>
                    <a:pt x="5290719" y="1043460"/>
                  </a:lnTo>
                  <a:lnTo>
                    <a:pt x="5205041" y="1040468"/>
                  </a:lnTo>
                  <a:lnTo>
                    <a:pt x="5113985" y="1037802"/>
                  </a:lnTo>
                  <a:lnTo>
                    <a:pt x="5019333" y="1035455"/>
                  </a:lnTo>
                  <a:lnTo>
                    <a:pt x="4923924" y="1033428"/>
                  </a:lnTo>
                  <a:lnTo>
                    <a:pt x="4831587" y="1031730"/>
                  </a:lnTo>
                  <a:lnTo>
                    <a:pt x="4746778" y="1030366"/>
                  </a:lnTo>
                  <a:lnTo>
                    <a:pt x="4673884" y="1029331"/>
                  </a:lnTo>
                  <a:lnTo>
                    <a:pt x="4616340" y="1028605"/>
                  </a:lnTo>
                  <a:lnTo>
                    <a:pt x="4575799" y="1028148"/>
                  </a:lnTo>
                  <a:lnTo>
                    <a:pt x="4551628" y="1027903"/>
                  </a:lnTo>
                  <a:lnTo>
                    <a:pt x="4540878" y="1027804"/>
                  </a:lnTo>
                  <a:lnTo>
                    <a:pt x="4538543" y="1027785"/>
                  </a:lnTo>
                  <a:lnTo>
                    <a:pt x="4016409" y="1027785"/>
                  </a:lnTo>
                  <a:lnTo>
                    <a:pt x="4015157" y="1027754"/>
                  </a:lnTo>
                  <a:lnTo>
                    <a:pt x="4006966" y="1027531"/>
                  </a:lnTo>
                  <a:lnTo>
                    <a:pt x="3986481" y="1026917"/>
                  </a:lnTo>
                  <a:lnTo>
                    <a:pt x="3950267" y="1025710"/>
                  </a:lnTo>
                  <a:lnTo>
                    <a:pt x="3897126" y="1023733"/>
                  </a:lnTo>
                  <a:lnTo>
                    <a:pt x="3828154" y="1020854"/>
                  </a:lnTo>
                  <a:lnTo>
                    <a:pt x="3746365" y="1016993"/>
                  </a:lnTo>
                  <a:lnTo>
                    <a:pt x="3655937" y="1012127"/>
                  </a:lnTo>
                  <a:lnTo>
                    <a:pt x="3561332" y="1006267"/>
                  </a:lnTo>
                  <a:lnTo>
                    <a:pt x="3466544" y="999437"/>
                  </a:lnTo>
                  <a:lnTo>
                    <a:pt x="3374661" y="991649"/>
                  </a:lnTo>
                  <a:lnTo>
                    <a:pt x="3287722" y="982890"/>
                  </a:lnTo>
                  <a:lnTo>
                    <a:pt x="3206802" y="973108"/>
                  </a:lnTo>
                  <a:lnTo>
                    <a:pt x="3132203" y="962209"/>
                  </a:lnTo>
                  <a:lnTo>
                    <a:pt x="3063674" y="950056"/>
                  </a:lnTo>
                  <a:lnTo>
                    <a:pt x="3000604" y="936474"/>
                  </a:lnTo>
                  <a:lnTo>
                    <a:pt x="2942175" y="921258"/>
                  </a:lnTo>
                  <a:lnTo>
                    <a:pt x="2887470" y="904187"/>
                  </a:lnTo>
                  <a:lnTo>
                    <a:pt x="2835566" y="885051"/>
                  </a:lnTo>
                  <a:lnTo>
                    <a:pt x="2785609" y="863699"/>
                  </a:lnTo>
                  <a:lnTo>
                    <a:pt x="2770117" y="856487"/>
                  </a:lnTo>
                  <a:lnTo>
                    <a:pt x="2720790" y="831713"/>
                  </a:lnTo>
                  <a:lnTo>
                    <a:pt x="2671944" y="804548"/>
                  </a:lnTo>
                  <a:lnTo>
                    <a:pt x="2623118" y="774952"/>
                  </a:lnTo>
                  <a:lnTo>
                    <a:pt x="2573987" y="742958"/>
                  </a:lnTo>
                  <a:lnTo>
                    <a:pt x="2524346" y="708681"/>
                  </a:lnTo>
                  <a:lnTo>
                    <a:pt x="2474098" y="672321"/>
                  </a:lnTo>
                  <a:lnTo>
                    <a:pt x="2423240" y="634167"/>
                  </a:lnTo>
                  <a:lnTo>
                    <a:pt x="2371849" y="594587"/>
                  </a:lnTo>
                  <a:lnTo>
                    <a:pt x="2320067" y="554019"/>
                  </a:lnTo>
                  <a:lnTo>
                    <a:pt x="2268079" y="512949"/>
                  </a:lnTo>
                  <a:lnTo>
                    <a:pt x="2216097" y="471892"/>
                  </a:lnTo>
                  <a:lnTo>
                    <a:pt x="2164328" y="431359"/>
                  </a:lnTo>
                  <a:lnTo>
                    <a:pt x="2112959" y="391835"/>
                  </a:lnTo>
                  <a:lnTo>
                    <a:pt x="2062128" y="353755"/>
                  </a:lnTo>
                  <a:lnTo>
                    <a:pt x="2011909" y="317485"/>
                  </a:lnTo>
                  <a:lnTo>
                    <a:pt x="1962294" y="283309"/>
                  </a:lnTo>
                  <a:lnTo>
                    <a:pt x="1913182" y="251424"/>
                  </a:lnTo>
                  <a:lnTo>
                    <a:pt x="1864363" y="221939"/>
                  </a:lnTo>
                  <a:lnTo>
                    <a:pt x="1815507" y="194884"/>
                  </a:lnTo>
                  <a:lnTo>
                    <a:pt x="1768425" y="171297"/>
                  </a:lnTo>
                  <a:lnTo>
                    <a:pt x="1718927" y="149233"/>
                  </a:lnTo>
                  <a:lnTo>
                    <a:pt x="1667725" y="129408"/>
                  </a:lnTo>
                  <a:lnTo>
                    <a:pt x="1614003" y="111706"/>
                  </a:lnTo>
                  <a:lnTo>
                    <a:pt x="1556850" y="95928"/>
                  </a:lnTo>
                  <a:lnTo>
                    <a:pt x="1495341" y="81854"/>
                  </a:lnTo>
                  <a:lnTo>
                    <a:pt x="1428615" y="69270"/>
                  </a:lnTo>
                  <a:lnTo>
                    <a:pt x="1355981" y="57992"/>
                  </a:lnTo>
                  <a:lnTo>
                    <a:pt x="1277054" y="47869"/>
                  </a:lnTo>
                  <a:lnTo>
                    <a:pt x="1191941" y="38795"/>
                  </a:lnTo>
                  <a:lnTo>
                    <a:pt x="1101448" y="30704"/>
                  </a:lnTo>
                  <a:lnTo>
                    <a:pt x="1007294" y="23570"/>
                  </a:lnTo>
                  <a:lnTo>
                    <a:pt x="912236" y="17401"/>
                  </a:lnTo>
                  <a:lnTo>
                    <a:pt x="820017" y="12219"/>
                  </a:lnTo>
                  <a:lnTo>
                    <a:pt x="735017" y="8042"/>
                  </a:lnTo>
                  <a:lnTo>
                    <a:pt x="661599" y="4858"/>
                  </a:lnTo>
                  <a:lnTo>
                    <a:pt x="603237" y="2608"/>
                  </a:lnTo>
                  <a:lnTo>
                    <a:pt x="561696" y="1175"/>
                  </a:lnTo>
                  <a:lnTo>
                    <a:pt x="536513" y="395"/>
                  </a:lnTo>
                  <a:lnTo>
                    <a:pt x="524934" y="71"/>
                  </a:lnTo>
                  <a:lnTo>
                    <a:pt x="5221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18" name="pl18"/>
            <p:cNvSpPr/>
            <p:nvPr/>
          </p:nvSpPr>
          <p:spPr>
            <a:xfrm>
              <a:off x="386606" y="1428373"/>
              <a:ext cx="8554953" cy="1366615"/>
            </a:xfrm>
            <a:custGeom>
              <a:avLst/>
              <a:pathLst>
                <a:path w="8554953" h="1366615">
                  <a:moveTo>
                    <a:pt x="0" y="0"/>
                  </a:moveTo>
                  <a:lnTo>
                    <a:pt x="522133" y="0"/>
                  </a:lnTo>
                  <a:lnTo>
                    <a:pt x="523385" y="31"/>
                  </a:lnTo>
                  <a:lnTo>
                    <a:pt x="531576" y="253"/>
                  </a:lnTo>
                  <a:lnTo>
                    <a:pt x="552061" y="867"/>
                  </a:lnTo>
                  <a:lnTo>
                    <a:pt x="588275" y="2074"/>
                  </a:lnTo>
                  <a:lnTo>
                    <a:pt x="641416" y="4051"/>
                  </a:lnTo>
                  <a:lnTo>
                    <a:pt x="710388" y="6931"/>
                  </a:lnTo>
                  <a:lnTo>
                    <a:pt x="792177" y="10791"/>
                  </a:lnTo>
                  <a:lnTo>
                    <a:pt x="882605" y="15657"/>
                  </a:lnTo>
                  <a:lnTo>
                    <a:pt x="977210" y="21517"/>
                  </a:lnTo>
                  <a:lnTo>
                    <a:pt x="1071998" y="28347"/>
                  </a:lnTo>
                  <a:lnTo>
                    <a:pt x="1163881" y="36135"/>
                  </a:lnTo>
                  <a:lnTo>
                    <a:pt x="1250820" y="44894"/>
                  </a:lnTo>
                  <a:lnTo>
                    <a:pt x="1331740" y="54676"/>
                  </a:lnTo>
                  <a:lnTo>
                    <a:pt x="1406340" y="65575"/>
                  </a:lnTo>
                  <a:lnTo>
                    <a:pt x="1474868" y="77728"/>
                  </a:lnTo>
                  <a:lnTo>
                    <a:pt x="1537938" y="91310"/>
                  </a:lnTo>
                  <a:lnTo>
                    <a:pt x="1596368" y="106526"/>
                  </a:lnTo>
                  <a:lnTo>
                    <a:pt x="1651072" y="123597"/>
                  </a:lnTo>
                  <a:lnTo>
                    <a:pt x="1702976" y="142733"/>
                  </a:lnTo>
                  <a:lnTo>
                    <a:pt x="1752933" y="164085"/>
                  </a:lnTo>
                  <a:lnTo>
                    <a:pt x="1768425" y="171297"/>
                  </a:lnTo>
                  <a:lnTo>
                    <a:pt x="1817752" y="196071"/>
                  </a:lnTo>
                  <a:lnTo>
                    <a:pt x="1866598" y="223237"/>
                  </a:lnTo>
                  <a:lnTo>
                    <a:pt x="1915424" y="252833"/>
                  </a:lnTo>
                  <a:lnTo>
                    <a:pt x="1964555" y="284826"/>
                  </a:lnTo>
                  <a:lnTo>
                    <a:pt x="2014196" y="319103"/>
                  </a:lnTo>
                  <a:lnTo>
                    <a:pt x="2064444" y="355463"/>
                  </a:lnTo>
                  <a:lnTo>
                    <a:pt x="2115302" y="393617"/>
                  </a:lnTo>
                  <a:lnTo>
                    <a:pt x="2166693" y="433197"/>
                  </a:lnTo>
                  <a:lnTo>
                    <a:pt x="2218476" y="473766"/>
                  </a:lnTo>
                  <a:lnTo>
                    <a:pt x="2270463" y="514835"/>
                  </a:lnTo>
                  <a:lnTo>
                    <a:pt x="2322445" y="555892"/>
                  </a:lnTo>
                  <a:lnTo>
                    <a:pt x="2374214" y="596425"/>
                  </a:lnTo>
                  <a:lnTo>
                    <a:pt x="2425583" y="635949"/>
                  </a:lnTo>
                  <a:lnTo>
                    <a:pt x="2476414" y="674029"/>
                  </a:lnTo>
                  <a:lnTo>
                    <a:pt x="2526634" y="710299"/>
                  </a:lnTo>
                  <a:lnTo>
                    <a:pt x="2576248" y="744475"/>
                  </a:lnTo>
                  <a:lnTo>
                    <a:pt x="2625360" y="776361"/>
                  </a:lnTo>
                  <a:lnTo>
                    <a:pt x="2674179" y="805845"/>
                  </a:lnTo>
                  <a:lnTo>
                    <a:pt x="2723036" y="832900"/>
                  </a:lnTo>
                  <a:lnTo>
                    <a:pt x="2770117" y="856487"/>
                  </a:lnTo>
                  <a:lnTo>
                    <a:pt x="2819616" y="878551"/>
                  </a:lnTo>
                  <a:lnTo>
                    <a:pt x="2870818" y="898376"/>
                  </a:lnTo>
                  <a:lnTo>
                    <a:pt x="2924540" y="916078"/>
                  </a:lnTo>
                  <a:lnTo>
                    <a:pt x="2981692" y="931856"/>
                  </a:lnTo>
                  <a:lnTo>
                    <a:pt x="3043201" y="945930"/>
                  </a:lnTo>
                  <a:lnTo>
                    <a:pt x="3109927" y="958514"/>
                  </a:lnTo>
                  <a:lnTo>
                    <a:pt x="3182562" y="969792"/>
                  </a:lnTo>
                  <a:lnTo>
                    <a:pt x="3261488" y="979915"/>
                  </a:lnTo>
                  <a:lnTo>
                    <a:pt x="3346601" y="988989"/>
                  </a:lnTo>
                  <a:lnTo>
                    <a:pt x="3437094" y="997081"/>
                  </a:lnTo>
                  <a:lnTo>
                    <a:pt x="3531249" y="1004214"/>
                  </a:lnTo>
                  <a:lnTo>
                    <a:pt x="3626306" y="1010383"/>
                  </a:lnTo>
                  <a:lnTo>
                    <a:pt x="3718526" y="1015565"/>
                  </a:lnTo>
                  <a:lnTo>
                    <a:pt x="3803525" y="1019742"/>
                  </a:lnTo>
                  <a:lnTo>
                    <a:pt x="3876944" y="1022926"/>
                  </a:lnTo>
                  <a:lnTo>
                    <a:pt x="3935305" y="1025176"/>
                  </a:lnTo>
                  <a:lnTo>
                    <a:pt x="3976847" y="1026609"/>
                  </a:lnTo>
                  <a:lnTo>
                    <a:pt x="4002029" y="1027389"/>
                  </a:lnTo>
                  <a:lnTo>
                    <a:pt x="4013608" y="1027713"/>
                  </a:lnTo>
                  <a:lnTo>
                    <a:pt x="4016368" y="1027784"/>
                  </a:lnTo>
                  <a:lnTo>
                    <a:pt x="4016409" y="1027785"/>
                  </a:lnTo>
                  <a:lnTo>
                    <a:pt x="4538543" y="1027785"/>
                  </a:lnTo>
                  <a:lnTo>
                    <a:pt x="4539811" y="1027795"/>
                  </a:lnTo>
                  <a:lnTo>
                    <a:pt x="4548100" y="1027869"/>
                  </a:lnTo>
                  <a:lnTo>
                    <a:pt x="4568823" y="1028074"/>
                  </a:lnTo>
                  <a:lnTo>
                    <a:pt x="4605433" y="1028477"/>
                  </a:lnTo>
                  <a:lnTo>
                    <a:pt x="4659111" y="1029137"/>
                  </a:lnTo>
                  <a:lnTo>
                    <a:pt x="4728706" y="1030097"/>
                  </a:lnTo>
                  <a:lnTo>
                    <a:pt x="4811129" y="1031385"/>
                  </a:lnTo>
                  <a:lnTo>
                    <a:pt x="4902131" y="1033006"/>
                  </a:lnTo>
                  <a:lnTo>
                    <a:pt x="4997201" y="1034957"/>
                  </a:lnTo>
                  <a:lnTo>
                    <a:pt x="5092320" y="1037231"/>
                  </a:lnTo>
                  <a:lnTo>
                    <a:pt x="5184403" y="1039823"/>
                  </a:lnTo>
                  <a:lnTo>
                    <a:pt x="5271432" y="1042738"/>
                  </a:lnTo>
                  <a:lnTo>
                    <a:pt x="5352361" y="1045995"/>
                  </a:lnTo>
                  <a:lnTo>
                    <a:pt x="5426917" y="1049625"/>
                  </a:lnTo>
                  <a:lnTo>
                    <a:pt x="5495380" y="1053675"/>
                  </a:lnTo>
                  <a:lnTo>
                    <a:pt x="5558385" y="1058204"/>
                  </a:lnTo>
                  <a:lnTo>
                    <a:pt x="5616772" y="1063282"/>
                  </a:lnTo>
                  <a:lnTo>
                    <a:pt x="5671469" y="1068981"/>
                  </a:lnTo>
                  <a:lnTo>
                    <a:pt x="5723409" y="1075371"/>
                  </a:lnTo>
                  <a:lnTo>
                    <a:pt x="5773450" y="1082500"/>
                  </a:lnTo>
                  <a:lnTo>
                    <a:pt x="5784835" y="1084256"/>
                  </a:lnTo>
                  <a:lnTo>
                    <a:pt x="5838430" y="1093172"/>
                  </a:lnTo>
                  <a:lnTo>
                    <a:pt x="5891509" y="1103022"/>
                  </a:lnTo>
                  <a:lnTo>
                    <a:pt x="5944639" y="1113818"/>
                  </a:lnTo>
                  <a:lnTo>
                    <a:pt x="5998205" y="1125540"/>
                  </a:lnTo>
                  <a:lnTo>
                    <a:pt x="6052424" y="1138127"/>
                  </a:lnTo>
                  <a:lnTo>
                    <a:pt x="6107374" y="1151481"/>
                  </a:lnTo>
                  <a:lnTo>
                    <a:pt x="6163007" y="1165462"/>
                  </a:lnTo>
                  <a:lnTo>
                    <a:pt x="6219174" y="1179896"/>
                  </a:lnTo>
                  <a:lnTo>
                    <a:pt x="6275654" y="1194585"/>
                  </a:lnTo>
                  <a:lnTo>
                    <a:pt x="6332182" y="1209313"/>
                  </a:lnTo>
                  <a:lnTo>
                    <a:pt x="6388489" y="1223861"/>
                  </a:lnTo>
                  <a:lnTo>
                    <a:pt x="6444333" y="1238024"/>
                  </a:lnTo>
                  <a:lnTo>
                    <a:pt x="6499536" y="1251618"/>
                  </a:lnTo>
                  <a:lnTo>
                    <a:pt x="6554012" y="1264491"/>
                  </a:lnTo>
                  <a:lnTo>
                    <a:pt x="6607792" y="1276528"/>
                  </a:lnTo>
                  <a:lnTo>
                    <a:pt x="6661042" y="1287657"/>
                  </a:lnTo>
                  <a:lnTo>
                    <a:pt x="6714084" y="1297842"/>
                  </a:lnTo>
                  <a:lnTo>
                    <a:pt x="6767418" y="1307086"/>
                  </a:lnTo>
                  <a:lnTo>
                    <a:pt x="6786527" y="1310143"/>
                  </a:lnTo>
                  <a:lnTo>
                    <a:pt x="6836235" y="1317446"/>
                  </a:lnTo>
                  <a:lnTo>
                    <a:pt x="6887664" y="1324004"/>
                  </a:lnTo>
                  <a:lnTo>
                    <a:pt x="6941642" y="1329857"/>
                  </a:lnTo>
                  <a:lnTo>
                    <a:pt x="6999091" y="1335072"/>
                  </a:lnTo>
                  <a:lnTo>
                    <a:pt x="7060948" y="1339721"/>
                  </a:lnTo>
                  <a:lnTo>
                    <a:pt x="7128082" y="1343877"/>
                  </a:lnTo>
                  <a:lnTo>
                    <a:pt x="7201188" y="1347599"/>
                  </a:lnTo>
                  <a:lnTo>
                    <a:pt x="7280643" y="1350939"/>
                  </a:lnTo>
                  <a:lnTo>
                    <a:pt x="7366321" y="1353931"/>
                  </a:lnTo>
                  <a:lnTo>
                    <a:pt x="7457377" y="1356597"/>
                  </a:lnTo>
                  <a:lnTo>
                    <a:pt x="7552029" y="1358945"/>
                  </a:lnTo>
                  <a:lnTo>
                    <a:pt x="7647438" y="1360971"/>
                  </a:lnTo>
                  <a:lnTo>
                    <a:pt x="7739775" y="1362670"/>
                  </a:lnTo>
                  <a:lnTo>
                    <a:pt x="7824584" y="1364034"/>
                  </a:lnTo>
                  <a:lnTo>
                    <a:pt x="7897478" y="1365068"/>
                  </a:lnTo>
                  <a:lnTo>
                    <a:pt x="7955022" y="1365794"/>
                  </a:lnTo>
                  <a:lnTo>
                    <a:pt x="7995563" y="1366252"/>
                  </a:lnTo>
                  <a:lnTo>
                    <a:pt x="8019734" y="1366497"/>
                  </a:lnTo>
                  <a:lnTo>
                    <a:pt x="8030484" y="1366595"/>
                  </a:lnTo>
                  <a:lnTo>
                    <a:pt x="8032803" y="1366615"/>
                  </a:lnTo>
                  <a:lnTo>
                    <a:pt x="8032819" y="1366615"/>
                  </a:lnTo>
                  <a:lnTo>
                    <a:pt x="8554953" y="1366615"/>
                  </a:lnTo>
                  <a:lnTo>
                    <a:pt x="8554953" y="1366615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9" name="pl19"/>
            <p:cNvSpPr/>
            <p:nvPr/>
          </p:nvSpPr>
          <p:spPr>
            <a:xfrm>
              <a:off x="386606" y="1422726"/>
              <a:ext cx="8554953" cy="1366615"/>
            </a:xfrm>
            <a:custGeom>
              <a:avLst/>
              <a:pathLst>
                <a:path w="8554953" h="1366615">
                  <a:moveTo>
                    <a:pt x="8554953" y="1366615"/>
                  </a:moveTo>
                  <a:lnTo>
                    <a:pt x="8032819" y="1366615"/>
                  </a:lnTo>
                  <a:lnTo>
                    <a:pt x="8031551" y="1366605"/>
                  </a:lnTo>
                  <a:lnTo>
                    <a:pt x="8023262" y="1366530"/>
                  </a:lnTo>
                  <a:lnTo>
                    <a:pt x="8002539" y="1366325"/>
                  </a:lnTo>
                  <a:lnTo>
                    <a:pt x="7965929" y="1365922"/>
                  </a:lnTo>
                  <a:lnTo>
                    <a:pt x="7912251" y="1365263"/>
                  </a:lnTo>
                  <a:lnTo>
                    <a:pt x="7842656" y="1364302"/>
                  </a:lnTo>
                  <a:lnTo>
                    <a:pt x="7760233" y="1363015"/>
                  </a:lnTo>
                  <a:lnTo>
                    <a:pt x="7669231" y="1361394"/>
                  </a:lnTo>
                  <a:lnTo>
                    <a:pt x="7574161" y="1359442"/>
                  </a:lnTo>
                  <a:lnTo>
                    <a:pt x="7479042" y="1357169"/>
                  </a:lnTo>
                  <a:lnTo>
                    <a:pt x="7386959" y="1354577"/>
                  </a:lnTo>
                  <a:lnTo>
                    <a:pt x="7299930" y="1351661"/>
                  </a:lnTo>
                  <a:lnTo>
                    <a:pt x="7219001" y="1348405"/>
                  </a:lnTo>
                  <a:lnTo>
                    <a:pt x="7144445" y="1344774"/>
                  </a:lnTo>
                  <a:lnTo>
                    <a:pt x="7075982" y="1340724"/>
                  </a:lnTo>
                  <a:lnTo>
                    <a:pt x="7012977" y="1336195"/>
                  </a:lnTo>
                  <a:lnTo>
                    <a:pt x="6954590" y="1331118"/>
                  </a:lnTo>
                  <a:lnTo>
                    <a:pt x="6899893" y="1325419"/>
                  </a:lnTo>
                  <a:lnTo>
                    <a:pt x="6847953" y="1319029"/>
                  </a:lnTo>
                  <a:lnTo>
                    <a:pt x="6797912" y="1311899"/>
                  </a:lnTo>
                  <a:lnTo>
                    <a:pt x="6786527" y="1310143"/>
                  </a:lnTo>
                  <a:lnTo>
                    <a:pt x="6732932" y="1301227"/>
                  </a:lnTo>
                  <a:lnTo>
                    <a:pt x="6679853" y="1291377"/>
                  </a:lnTo>
                  <a:lnTo>
                    <a:pt x="6626723" y="1280581"/>
                  </a:lnTo>
                  <a:lnTo>
                    <a:pt x="6573157" y="1268860"/>
                  </a:lnTo>
                  <a:lnTo>
                    <a:pt x="6518938" y="1256272"/>
                  </a:lnTo>
                  <a:lnTo>
                    <a:pt x="6463988" y="1242919"/>
                  </a:lnTo>
                  <a:lnTo>
                    <a:pt x="6408355" y="1228938"/>
                  </a:lnTo>
                  <a:lnTo>
                    <a:pt x="6352188" y="1214503"/>
                  </a:lnTo>
                  <a:lnTo>
                    <a:pt x="6295708" y="1199814"/>
                  </a:lnTo>
                  <a:lnTo>
                    <a:pt x="6239180" y="1185087"/>
                  </a:lnTo>
                  <a:lnTo>
                    <a:pt x="6182873" y="1170538"/>
                  </a:lnTo>
                  <a:lnTo>
                    <a:pt x="6127029" y="1156375"/>
                  </a:lnTo>
                  <a:lnTo>
                    <a:pt x="6071826" y="1142781"/>
                  </a:lnTo>
                  <a:lnTo>
                    <a:pt x="6017350" y="1129909"/>
                  </a:lnTo>
                  <a:lnTo>
                    <a:pt x="5963570" y="1117871"/>
                  </a:lnTo>
                  <a:lnTo>
                    <a:pt x="5910320" y="1106743"/>
                  </a:lnTo>
                  <a:lnTo>
                    <a:pt x="5857278" y="1096557"/>
                  </a:lnTo>
                  <a:lnTo>
                    <a:pt x="5803944" y="1087313"/>
                  </a:lnTo>
                  <a:lnTo>
                    <a:pt x="5784835" y="1084256"/>
                  </a:lnTo>
                  <a:lnTo>
                    <a:pt x="5735127" y="1076954"/>
                  </a:lnTo>
                  <a:lnTo>
                    <a:pt x="5683698" y="1070395"/>
                  </a:lnTo>
                  <a:lnTo>
                    <a:pt x="5629720" y="1064542"/>
                  </a:lnTo>
                  <a:lnTo>
                    <a:pt x="5572271" y="1059328"/>
                  </a:lnTo>
                  <a:lnTo>
                    <a:pt x="5510414" y="1054678"/>
                  </a:lnTo>
                  <a:lnTo>
                    <a:pt x="5443280" y="1050523"/>
                  </a:lnTo>
                  <a:lnTo>
                    <a:pt x="5370174" y="1046800"/>
                  </a:lnTo>
                  <a:lnTo>
                    <a:pt x="5290719" y="1043460"/>
                  </a:lnTo>
                  <a:lnTo>
                    <a:pt x="5205041" y="1040468"/>
                  </a:lnTo>
                  <a:lnTo>
                    <a:pt x="5113985" y="1037802"/>
                  </a:lnTo>
                  <a:lnTo>
                    <a:pt x="5019333" y="1035455"/>
                  </a:lnTo>
                  <a:lnTo>
                    <a:pt x="4923924" y="1033428"/>
                  </a:lnTo>
                  <a:lnTo>
                    <a:pt x="4831587" y="1031730"/>
                  </a:lnTo>
                  <a:lnTo>
                    <a:pt x="4746778" y="1030366"/>
                  </a:lnTo>
                  <a:lnTo>
                    <a:pt x="4673884" y="1029331"/>
                  </a:lnTo>
                  <a:lnTo>
                    <a:pt x="4616340" y="1028605"/>
                  </a:lnTo>
                  <a:lnTo>
                    <a:pt x="4575799" y="1028148"/>
                  </a:lnTo>
                  <a:lnTo>
                    <a:pt x="4551628" y="1027903"/>
                  </a:lnTo>
                  <a:lnTo>
                    <a:pt x="4540878" y="1027804"/>
                  </a:lnTo>
                  <a:lnTo>
                    <a:pt x="4538559" y="1027785"/>
                  </a:lnTo>
                  <a:lnTo>
                    <a:pt x="4538543" y="1027785"/>
                  </a:lnTo>
                  <a:lnTo>
                    <a:pt x="4016409" y="1027785"/>
                  </a:lnTo>
                  <a:lnTo>
                    <a:pt x="4015157" y="1027754"/>
                  </a:lnTo>
                  <a:lnTo>
                    <a:pt x="4006966" y="1027531"/>
                  </a:lnTo>
                  <a:lnTo>
                    <a:pt x="3986481" y="1026917"/>
                  </a:lnTo>
                  <a:lnTo>
                    <a:pt x="3950267" y="1025710"/>
                  </a:lnTo>
                  <a:lnTo>
                    <a:pt x="3897126" y="1023733"/>
                  </a:lnTo>
                  <a:lnTo>
                    <a:pt x="3828154" y="1020854"/>
                  </a:lnTo>
                  <a:lnTo>
                    <a:pt x="3746365" y="1016993"/>
                  </a:lnTo>
                  <a:lnTo>
                    <a:pt x="3655937" y="1012127"/>
                  </a:lnTo>
                  <a:lnTo>
                    <a:pt x="3561332" y="1006267"/>
                  </a:lnTo>
                  <a:lnTo>
                    <a:pt x="3466544" y="999437"/>
                  </a:lnTo>
                  <a:lnTo>
                    <a:pt x="3374661" y="991649"/>
                  </a:lnTo>
                  <a:lnTo>
                    <a:pt x="3287722" y="982890"/>
                  </a:lnTo>
                  <a:lnTo>
                    <a:pt x="3206802" y="973108"/>
                  </a:lnTo>
                  <a:lnTo>
                    <a:pt x="3132203" y="962209"/>
                  </a:lnTo>
                  <a:lnTo>
                    <a:pt x="3063674" y="950056"/>
                  </a:lnTo>
                  <a:lnTo>
                    <a:pt x="3000604" y="936474"/>
                  </a:lnTo>
                  <a:lnTo>
                    <a:pt x="2942175" y="921258"/>
                  </a:lnTo>
                  <a:lnTo>
                    <a:pt x="2887470" y="904187"/>
                  </a:lnTo>
                  <a:lnTo>
                    <a:pt x="2835566" y="885051"/>
                  </a:lnTo>
                  <a:lnTo>
                    <a:pt x="2785609" y="863699"/>
                  </a:lnTo>
                  <a:lnTo>
                    <a:pt x="2770117" y="856487"/>
                  </a:lnTo>
                  <a:lnTo>
                    <a:pt x="2720790" y="831713"/>
                  </a:lnTo>
                  <a:lnTo>
                    <a:pt x="2671944" y="804548"/>
                  </a:lnTo>
                  <a:lnTo>
                    <a:pt x="2623118" y="774952"/>
                  </a:lnTo>
                  <a:lnTo>
                    <a:pt x="2573987" y="742958"/>
                  </a:lnTo>
                  <a:lnTo>
                    <a:pt x="2524346" y="708681"/>
                  </a:lnTo>
                  <a:lnTo>
                    <a:pt x="2474098" y="672321"/>
                  </a:lnTo>
                  <a:lnTo>
                    <a:pt x="2423240" y="634167"/>
                  </a:lnTo>
                  <a:lnTo>
                    <a:pt x="2371849" y="594587"/>
                  </a:lnTo>
                  <a:lnTo>
                    <a:pt x="2320067" y="554019"/>
                  </a:lnTo>
                  <a:lnTo>
                    <a:pt x="2268079" y="512949"/>
                  </a:lnTo>
                  <a:lnTo>
                    <a:pt x="2216097" y="471892"/>
                  </a:lnTo>
                  <a:lnTo>
                    <a:pt x="2164328" y="431359"/>
                  </a:lnTo>
                  <a:lnTo>
                    <a:pt x="2112959" y="391835"/>
                  </a:lnTo>
                  <a:lnTo>
                    <a:pt x="2062128" y="353755"/>
                  </a:lnTo>
                  <a:lnTo>
                    <a:pt x="2011909" y="317485"/>
                  </a:lnTo>
                  <a:lnTo>
                    <a:pt x="1962294" y="283309"/>
                  </a:lnTo>
                  <a:lnTo>
                    <a:pt x="1913182" y="251424"/>
                  </a:lnTo>
                  <a:lnTo>
                    <a:pt x="1864363" y="221939"/>
                  </a:lnTo>
                  <a:lnTo>
                    <a:pt x="1815507" y="194884"/>
                  </a:lnTo>
                  <a:lnTo>
                    <a:pt x="1768425" y="171297"/>
                  </a:lnTo>
                  <a:lnTo>
                    <a:pt x="1718927" y="149233"/>
                  </a:lnTo>
                  <a:lnTo>
                    <a:pt x="1667725" y="129408"/>
                  </a:lnTo>
                  <a:lnTo>
                    <a:pt x="1614003" y="111706"/>
                  </a:lnTo>
                  <a:lnTo>
                    <a:pt x="1556850" y="95928"/>
                  </a:lnTo>
                  <a:lnTo>
                    <a:pt x="1495341" y="81854"/>
                  </a:lnTo>
                  <a:lnTo>
                    <a:pt x="1428615" y="69270"/>
                  </a:lnTo>
                  <a:lnTo>
                    <a:pt x="1355981" y="57992"/>
                  </a:lnTo>
                  <a:lnTo>
                    <a:pt x="1277054" y="47869"/>
                  </a:lnTo>
                  <a:lnTo>
                    <a:pt x="1191941" y="38795"/>
                  </a:lnTo>
                  <a:lnTo>
                    <a:pt x="1101448" y="30704"/>
                  </a:lnTo>
                  <a:lnTo>
                    <a:pt x="1007294" y="23570"/>
                  </a:lnTo>
                  <a:lnTo>
                    <a:pt x="912236" y="17401"/>
                  </a:lnTo>
                  <a:lnTo>
                    <a:pt x="820017" y="12219"/>
                  </a:lnTo>
                  <a:lnTo>
                    <a:pt x="735017" y="8042"/>
                  </a:lnTo>
                  <a:lnTo>
                    <a:pt x="661599" y="4858"/>
                  </a:lnTo>
                  <a:lnTo>
                    <a:pt x="603237" y="2608"/>
                  </a:lnTo>
                  <a:lnTo>
                    <a:pt x="561696" y="1175"/>
                  </a:lnTo>
                  <a:lnTo>
                    <a:pt x="536513" y="395"/>
                  </a:lnTo>
                  <a:lnTo>
                    <a:pt x="524934" y="71"/>
                  </a:lnTo>
                  <a:lnTo>
                    <a:pt x="522174" y="0"/>
                  </a:lnTo>
                  <a:lnTo>
                    <a:pt x="522133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0" name="pg20"/>
            <p:cNvSpPr/>
            <p:nvPr/>
          </p:nvSpPr>
          <p:spPr>
            <a:xfrm>
              <a:off x="386606" y="1428373"/>
              <a:ext cx="8554953" cy="1615090"/>
            </a:xfrm>
            <a:custGeom>
              <a:avLst/>
              <a:pathLst>
                <a:path w="8554953" h="1615090">
                  <a:moveTo>
                    <a:pt x="0" y="28235"/>
                  </a:moveTo>
                  <a:lnTo>
                    <a:pt x="522133" y="28235"/>
                  </a:lnTo>
                  <a:lnTo>
                    <a:pt x="523385" y="28266"/>
                  </a:lnTo>
                  <a:lnTo>
                    <a:pt x="531576" y="28489"/>
                  </a:lnTo>
                  <a:lnTo>
                    <a:pt x="552061" y="29103"/>
                  </a:lnTo>
                  <a:lnTo>
                    <a:pt x="588275" y="30310"/>
                  </a:lnTo>
                  <a:lnTo>
                    <a:pt x="641416" y="32287"/>
                  </a:lnTo>
                  <a:lnTo>
                    <a:pt x="710388" y="35166"/>
                  </a:lnTo>
                  <a:lnTo>
                    <a:pt x="792177" y="39027"/>
                  </a:lnTo>
                  <a:lnTo>
                    <a:pt x="882605" y="43893"/>
                  </a:lnTo>
                  <a:lnTo>
                    <a:pt x="977210" y="49753"/>
                  </a:lnTo>
                  <a:lnTo>
                    <a:pt x="1071998" y="56583"/>
                  </a:lnTo>
                  <a:lnTo>
                    <a:pt x="1163881" y="64371"/>
                  </a:lnTo>
                  <a:lnTo>
                    <a:pt x="1250820" y="73130"/>
                  </a:lnTo>
                  <a:lnTo>
                    <a:pt x="1331740" y="82912"/>
                  </a:lnTo>
                  <a:lnTo>
                    <a:pt x="1406340" y="93811"/>
                  </a:lnTo>
                  <a:lnTo>
                    <a:pt x="1474868" y="105964"/>
                  </a:lnTo>
                  <a:lnTo>
                    <a:pt x="1537938" y="119546"/>
                  </a:lnTo>
                  <a:lnTo>
                    <a:pt x="1596368" y="134762"/>
                  </a:lnTo>
                  <a:lnTo>
                    <a:pt x="1651072" y="151833"/>
                  </a:lnTo>
                  <a:lnTo>
                    <a:pt x="1702976" y="170969"/>
                  </a:lnTo>
                  <a:lnTo>
                    <a:pt x="1752933" y="192321"/>
                  </a:lnTo>
                  <a:lnTo>
                    <a:pt x="1768425" y="199533"/>
                  </a:lnTo>
                  <a:lnTo>
                    <a:pt x="1817752" y="224307"/>
                  </a:lnTo>
                  <a:lnTo>
                    <a:pt x="1866598" y="251472"/>
                  </a:lnTo>
                  <a:lnTo>
                    <a:pt x="1915424" y="281068"/>
                  </a:lnTo>
                  <a:lnTo>
                    <a:pt x="1964555" y="313062"/>
                  </a:lnTo>
                  <a:lnTo>
                    <a:pt x="2014196" y="347339"/>
                  </a:lnTo>
                  <a:lnTo>
                    <a:pt x="2064444" y="383699"/>
                  </a:lnTo>
                  <a:lnTo>
                    <a:pt x="2115302" y="421853"/>
                  </a:lnTo>
                  <a:lnTo>
                    <a:pt x="2166693" y="461433"/>
                  </a:lnTo>
                  <a:lnTo>
                    <a:pt x="2218476" y="502001"/>
                  </a:lnTo>
                  <a:lnTo>
                    <a:pt x="2270463" y="543071"/>
                  </a:lnTo>
                  <a:lnTo>
                    <a:pt x="2322445" y="584128"/>
                  </a:lnTo>
                  <a:lnTo>
                    <a:pt x="2374214" y="624661"/>
                  </a:lnTo>
                  <a:lnTo>
                    <a:pt x="2425583" y="664185"/>
                  </a:lnTo>
                  <a:lnTo>
                    <a:pt x="2476414" y="702265"/>
                  </a:lnTo>
                  <a:lnTo>
                    <a:pt x="2526634" y="738535"/>
                  </a:lnTo>
                  <a:lnTo>
                    <a:pt x="2576248" y="772711"/>
                  </a:lnTo>
                  <a:lnTo>
                    <a:pt x="2625360" y="804596"/>
                  </a:lnTo>
                  <a:lnTo>
                    <a:pt x="2674179" y="834081"/>
                  </a:lnTo>
                  <a:lnTo>
                    <a:pt x="2723036" y="861136"/>
                  </a:lnTo>
                  <a:lnTo>
                    <a:pt x="2770117" y="884723"/>
                  </a:lnTo>
                  <a:lnTo>
                    <a:pt x="2819616" y="906787"/>
                  </a:lnTo>
                  <a:lnTo>
                    <a:pt x="2870818" y="926612"/>
                  </a:lnTo>
                  <a:lnTo>
                    <a:pt x="2924540" y="944314"/>
                  </a:lnTo>
                  <a:lnTo>
                    <a:pt x="2981692" y="960092"/>
                  </a:lnTo>
                  <a:lnTo>
                    <a:pt x="3043201" y="974166"/>
                  </a:lnTo>
                  <a:lnTo>
                    <a:pt x="3109927" y="986750"/>
                  </a:lnTo>
                  <a:lnTo>
                    <a:pt x="3182562" y="998028"/>
                  </a:lnTo>
                  <a:lnTo>
                    <a:pt x="3261488" y="1008151"/>
                  </a:lnTo>
                  <a:lnTo>
                    <a:pt x="3346601" y="1017225"/>
                  </a:lnTo>
                  <a:lnTo>
                    <a:pt x="3437094" y="1025316"/>
                  </a:lnTo>
                  <a:lnTo>
                    <a:pt x="3531249" y="1032450"/>
                  </a:lnTo>
                  <a:lnTo>
                    <a:pt x="3626306" y="1038619"/>
                  </a:lnTo>
                  <a:lnTo>
                    <a:pt x="3718526" y="1043801"/>
                  </a:lnTo>
                  <a:lnTo>
                    <a:pt x="3803525" y="1047978"/>
                  </a:lnTo>
                  <a:lnTo>
                    <a:pt x="3876944" y="1051162"/>
                  </a:lnTo>
                  <a:lnTo>
                    <a:pt x="3935305" y="1053412"/>
                  </a:lnTo>
                  <a:lnTo>
                    <a:pt x="3976847" y="1054845"/>
                  </a:lnTo>
                  <a:lnTo>
                    <a:pt x="4002029" y="1055625"/>
                  </a:lnTo>
                  <a:lnTo>
                    <a:pt x="4013608" y="1055949"/>
                  </a:lnTo>
                  <a:lnTo>
                    <a:pt x="4016409" y="1056020"/>
                  </a:lnTo>
                  <a:lnTo>
                    <a:pt x="4538543" y="1056020"/>
                  </a:lnTo>
                  <a:lnTo>
                    <a:pt x="4539807" y="1056038"/>
                  </a:lnTo>
                  <a:lnTo>
                    <a:pt x="4548075" y="1056160"/>
                  </a:lnTo>
                  <a:lnTo>
                    <a:pt x="4568748" y="1056497"/>
                  </a:lnTo>
                  <a:lnTo>
                    <a:pt x="4605274" y="1057160"/>
                  </a:lnTo>
                  <a:lnTo>
                    <a:pt x="4658838" y="1058246"/>
                  </a:lnTo>
                  <a:lnTo>
                    <a:pt x="4728301" y="1059827"/>
                  </a:lnTo>
                  <a:lnTo>
                    <a:pt x="4810590" y="1061945"/>
                  </a:lnTo>
                  <a:lnTo>
                    <a:pt x="4901471" y="1064615"/>
                  </a:lnTo>
                  <a:lnTo>
                    <a:pt x="4996443" y="1067828"/>
                  </a:lnTo>
                  <a:lnTo>
                    <a:pt x="5091492" y="1071572"/>
                  </a:lnTo>
                  <a:lnTo>
                    <a:pt x="5183533" y="1075840"/>
                  </a:lnTo>
                  <a:lnTo>
                    <a:pt x="5270544" y="1080640"/>
                  </a:lnTo>
                  <a:lnTo>
                    <a:pt x="5351471" y="1086003"/>
                  </a:lnTo>
                  <a:lnTo>
                    <a:pt x="5426036" y="1091980"/>
                  </a:lnTo>
                  <a:lnTo>
                    <a:pt x="5494513" y="1098647"/>
                  </a:lnTo>
                  <a:lnTo>
                    <a:pt x="5557532" y="1106102"/>
                  </a:lnTo>
                  <a:lnTo>
                    <a:pt x="5615927" y="1114458"/>
                  </a:lnTo>
                  <a:lnTo>
                    <a:pt x="5670626" y="1123836"/>
                  </a:lnTo>
                  <a:lnTo>
                    <a:pt x="5722558" y="1134352"/>
                  </a:lnTo>
                  <a:lnTo>
                    <a:pt x="5772581" y="1146083"/>
                  </a:lnTo>
                  <a:lnTo>
                    <a:pt x="5784835" y="1149199"/>
                  </a:lnTo>
                  <a:lnTo>
                    <a:pt x="5837375" y="1163604"/>
                  </a:lnTo>
                  <a:lnTo>
                    <a:pt x="5889407" y="1179489"/>
                  </a:lnTo>
                  <a:lnTo>
                    <a:pt x="5941471" y="1196874"/>
                  </a:lnTo>
                  <a:lnTo>
                    <a:pt x="5993937" y="1215730"/>
                  </a:lnTo>
                  <a:lnTo>
                    <a:pt x="6047019" y="1235968"/>
                  </a:lnTo>
                  <a:lnTo>
                    <a:pt x="6100802" y="1257440"/>
                  </a:lnTo>
                  <a:lnTo>
                    <a:pt x="6155253" y="1279936"/>
                  </a:lnTo>
                  <a:lnTo>
                    <a:pt x="6210242" y="1303192"/>
                  </a:lnTo>
                  <a:lnTo>
                    <a:pt x="6265569" y="1326904"/>
                  </a:lnTo>
                  <a:lnTo>
                    <a:pt x="6320989" y="1350738"/>
                  </a:lnTo>
                  <a:lnTo>
                    <a:pt x="6376247" y="1374357"/>
                  </a:lnTo>
                  <a:lnTo>
                    <a:pt x="6431106" y="1397434"/>
                  </a:lnTo>
                  <a:lnTo>
                    <a:pt x="6485382" y="1419672"/>
                  </a:lnTo>
                  <a:lnTo>
                    <a:pt x="6538972" y="1440824"/>
                  </a:lnTo>
                  <a:lnTo>
                    <a:pt x="6591872" y="1460696"/>
                  </a:lnTo>
                  <a:lnTo>
                    <a:pt x="6644199" y="1479155"/>
                  </a:lnTo>
                  <a:lnTo>
                    <a:pt x="6696211" y="1496129"/>
                  </a:lnTo>
                  <a:lnTo>
                    <a:pt x="6748321" y="1511604"/>
                  </a:lnTo>
                  <a:lnTo>
                    <a:pt x="6786527" y="1521912"/>
                  </a:lnTo>
                  <a:lnTo>
                    <a:pt x="6836191" y="1533952"/>
                  </a:lnTo>
                  <a:lnTo>
                    <a:pt x="6887572" y="1544765"/>
                  </a:lnTo>
                  <a:lnTo>
                    <a:pt x="6941495" y="1554417"/>
                  </a:lnTo>
                  <a:lnTo>
                    <a:pt x="6998881" y="1563016"/>
                  </a:lnTo>
                  <a:lnTo>
                    <a:pt x="7060664" y="1570684"/>
                  </a:lnTo>
                  <a:lnTo>
                    <a:pt x="7127712" y="1577538"/>
                  </a:lnTo>
                  <a:lnTo>
                    <a:pt x="7200718" y="1583679"/>
                  </a:lnTo>
                  <a:lnTo>
                    <a:pt x="7280061" y="1589189"/>
                  </a:lnTo>
                  <a:lnTo>
                    <a:pt x="7365620" y="1594125"/>
                  </a:lnTo>
                  <a:lnTo>
                    <a:pt x="7456556" y="1598525"/>
                  </a:lnTo>
                  <a:lnTo>
                    <a:pt x="7551103" y="1602400"/>
                  </a:lnTo>
                  <a:lnTo>
                    <a:pt x="7646439" y="1605746"/>
                  </a:lnTo>
                  <a:lnTo>
                    <a:pt x="7738752" y="1608552"/>
                  </a:lnTo>
                  <a:lnTo>
                    <a:pt x="7823603" y="1610807"/>
                  </a:lnTo>
                  <a:lnTo>
                    <a:pt x="7896610" y="1612520"/>
                  </a:lnTo>
                  <a:lnTo>
                    <a:pt x="7954328" y="1613723"/>
                  </a:lnTo>
                  <a:lnTo>
                    <a:pt x="7995082" y="1614483"/>
                  </a:lnTo>
                  <a:lnTo>
                    <a:pt x="8019466" y="1614892"/>
                  </a:lnTo>
                  <a:lnTo>
                    <a:pt x="8030390" y="1615057"/>
                  </a:lnTo>
                  <a:lnTo>
                    <a:pt x="8032819" y="1615090"/>
                  </a:lnTo>
                  <a:lnTo>
                    <a:pt x="8554953" y="1615090"/>
                  </a:lnTo>
                  <a:lnTo>
                    <a:pt x="8554953" y="1586855"/>
                  </a:lnTo>
                  <a:lnTo>
                    <a:pt x="8032819" y="1586855"/>
                  </a:lnTo>
                  <a:lnTo>
                    <a:pt x="8031554" y="1586837"/>
                  </a:lnTo>
                  <a:lnTo>
                    <a:pt x="8023286" y="1586715"/>
                  </a:lnTo>
                  <a:lnTo>
                    <a:pt x="8002614" y="1586378"/>
                  </a:lnTo>
                  <a:lnTo>
                    <a:pt x="7966088" y="1585715"/>
                  </a:lnTo>
                  <a:lnTo>
                    <a:pt x="7912524" y="1584629"/>
                  </a:lnTo>
                  <a:lnTo>
                    <a:pt x="7843061" y="1583048"/>
                  </a:lnTo>
                  <a:lnTo>
                    <a:pt x="7760772" y="1580930"/>
                  </a:lnTo>
                  <a:lnTo>
                    <a:pt x="7669891" y="1578261"/>
                  </a:lnTo>
                  <a:lnTo>
                    <a:pt x="7574919" y="1575047"/>
                  </a:lnTo>
                  <a:lnTo>
                    <a:pt x="7479870" y="1571303"/>
                  </a:lnTo>
                  <a:lnTo>
                    <a:pt x="7387829" y="1567035"/>
                  </a:lnTo>
                  <a:lnTo>
                    <a:pt x="7300818" y="1562235"/>
                  </a:lnTo>
                  <a:lnTo>
                    <a:pt x="7219891" y="1556872"/>
                  </a:lnTo>
                  <a:lnTo>
                    <a:pt x="7145326" y="1550895"/>
                  </a:lnTo>
                  <a:lnTo>
                    <a:pt x="7076849" y="1544228"/>
                  </a:lnTo>
                  <a:lnTo>
                    <a:pt x="7013830" y="1536773"/>
                  </a:lnTo>
                  <a:lnTo>
                    <a:pt x="6955435" y="1528417"/>
                  </a:lnTo>
                  <a:lnTo>
                    <a:pt x="6900736" y="1519039"/>
                  </a:lnTo>
                  <a:lnTo>
                    <a:pt x="6848804" y="1508524"/>
                  </a:lnTo>
                  <a:lnTo>
                    <a:pt x="6798781" y="1496792"/>
                  </a:lnTo>
                  <a:lnTo>
                    <a:pt x="6786527" y="1493676"/>
                  </a:lnTo>
                  <a:lnTo>
                    <a:pt x="6733986" y="1479271"/>
                  </a:lnTo>
                  <a:lnTo>
                    <a:pt x="6681955" y="1463387"/>
                  </a:lnTo>
                  <a:lnTo>
                    <a:pt x="6629890" y="1446001"/>
                  </a:lnTo>
                  <a:lnTo>
                    <a:pt x="6577425" y="1427145"/>
                  </a:lnTo>
                  <a:lnTo>
                    <a:pt x="6524343" y="1406907"/>
                  </a:lnTo>
                  <a:lnTo>
                    <a:pt x="6470559" y="1385435"/>
                  </a:lnTo>
                  <a:lnTo>
                    <a:pt x="6416109" y="1362939"/>
                  </a:lnTo>
                  <a:lnTo>
                    <a:pt x="6361119" y="1339683"/>
                  </a:lnTo>
                  <a:lnTo>
                    <a:pt x="6305793" y="1315972"/>
                  </a:lnTo>
                  <a:lnTo>
                    <a:pt x="6250373" y="1292137"/>
                  </a:lnTo>
                  <a:lnTo>
                    <a:pt x="6195115" y="1268518"/>
                  </a:lnTo>
                  <a:lnTo>
                    <a:pt x="6140256" y="1245441"/>
                  </a:lnTo>
                  <a:lnTo>
                    <a:pt x="6085980" y="1223203"/>
                  </a:lnTo>
                  <a:lnTo>
                    <a:pt x="6032390" y="1202051"/>
                  </a:lnTo>
                  <a:lnTo>
                    <a:pt x="5979490" y="1182179"/>
                  </a:lnTo>
                  <a:lnTo>
                    <a:pt x="5927163" y="1163721"/>
                  </a:lnTo>
                  <a:lnTo>
                    <a:pt x="5875151" y="1146746"/>
                  </a:lnTo>
                  <a:lnTo>
                    <a:pt x="5823041" y="1131271"/>
                  </a:lnTo>
                  <a:lnTo>
                    <a:pt x="5784835" y="1120963"/>
                  </a:lnTo>
                  <a:lnTo>
                    <a:pt x="5735171" y="1108923"/>
                  </a:lnTo>
                  <a:lnTo>
                    <a:pt x="5683790" y="1098110"/>
                  </a:lnTo>
                  <a:lnTo>
                    <a:pt x="5629867" y="1088459"/>
                  </a:lnTo>
                  <a:lnTo>
                    <a:pt x="5572481" y="1079859"/>
                  </a:lnTo>
                  <a:lnTo>
                    <a:pt x="5510697" y="1072191"/>
                  </a:lnTo>
                  <a:lnTo>
                    <a:pt x="5443650" y="1065337"/>
                  </a:lnTo>
                  <a:lnTo>
                    <a:pt x="5370644" y="1059196"/>
                  </a:lnTo>
                  <a:lnTo>
                    <a:pt x="5291301" y="1053687"/>
                  </a:lnTo>
                  <a:lnTo>
                    <a:pt x="5205742" y="1048750"/>
                  </a:lnTo>
                  <a:lnTo>
                    <a:pt x="5114806" y="1044350"/>
                  </a:lnTo>
                  <a:lnTo>
                    <a:pt x="5020259" y="1040475"/>
                  </a:lnTo>
                  <a:lnTo>
                    <a:pt x="4924923" y="1037129"/>
                  </a:lnTo>
                  <a:lnTo>
                    <a:pt x="4832610" y="1034323"/>
                  </a:lnTo>
                  <a:lnTo>
                    <a:pt x="4747759" y="1032068"/>
                  </a:lnTo>
                  <a:lnTo>
                    <a:pt x="4674752" y="1030355"/>
                  </a:lnTo>
                  <a:lnTo>
                    <a:pt x="4617034" y="1029152"/>
                  </a:lnTo>
                  <a:lnTo>
                    <a:pt x="4576280" y="1028392"/>
                  </a:lnTo>
                  <a:lnTo>
                    <a:pt x="4551896" y="1027983"/>
                  </a:lnTo>
                  <a:lnTo>
                    <a:pt x="4540972" y="1027818"/>
                  </a:lnTo>
                  <a:lnTo>
                    <a:pt x="4538543" y="1027785"/>
                  </a:lnTo>
                  <a:lnTo>
                    <a:pt x="4016409" y="1027785"/>
                  </a:lnTo>
                  <a:lnTo>
                    <a:pt x="4015157" y="1027754"/>
                  </a:lnTo>
                  <a:lnTo>
                    <a:pt x="4006966" y="1027531"/>
                  </a:lnTo>
                  <a:lnTo>
                    <a:pt x="3986481" y="1026917"/>
                  </a:lnTo>
                  <a:lnTo>
                    <a:pt x="3950267" y="1025710"/>
                  </a:lnTo>
                  <a:lnTo>
                    <a:pt x="3897126" y="1023733"/>
                  </a:lnTo>
                  <a:lnTo>
                    <a:pt x="3828154" y="1020854"/>
                  </a:lnTo>
                  <a:lnTo>
                    <a:pt x="3746365" y="1016993"/>
                  </a:lnTo>
                  <a:lnTo>
                    <a:pt x="3655937" y="1012127"/>
                  </a:lnTo>
                  <a:lnTo>
                    <a:pt x="3561332" y="1006267"/>
                  </a:lnTo>
                  <a:lnTo>
                    <a:pt x="3466544" y="999437"/>
                  </a:lnTo>
                  <a:lnTo>
                    <a:pt x="3374661" y="991649"/>
                  </a:lnTo>
                  <a:lnTo>
                    <a:pt x="3287722" y="982890"/>
                  </a:lnTo>
                  <a:lnTo>
                    <a:pt x="3206802" y="973108"/>
                  </a:lnTo>
                  <a:lnTo>
                    <a:pt x="3132203" y="962209"/>
                  </a:lnTo>
                  <a:lnTo>
                    <a:pt x="3063674" y="950056"/>
                  </a:lnTo>
                  <a:lnTo>
                    <a:pt x="3000604" y="936474"/>
                  </a:lnTo>
                  <a:lnTo>
                    <a:pt x="2942175" y="921258"/>
                  </a:lnTo>
                  <a:lnTo>
                    <a:pt x="2887470" y="904187"/>
                  </a:lnTo>
                  <a:lnTo>
                    <a:pt x="2835566" y="885051"/>
                  </a:lnTo>
                  <a:lnTo>
                    <a:pt x="2785609" y="863699"/>
                  </a:lnTo>
                  <a:lnTo>
                    <a:pt x="2770117" y="856487"/>
                  </a:lnTo>
                  <a:lnTo>
                    <a:pt x="2720790" y="831713"/>
                  </a:lnTo>
                  <a:lnTo>
                    <a:pt x="2671944" y="804548"/>
                  </a:lnTo>
                  <a:lnTo>
                    <a:pt x="2623118" y="774952"/>
                  </a:lnTo>
                  <a:lnTo>
                    <a:pt x="2573987" y="742958"/>
                  </a:lnTo>
                  <a:lnTo>
                    <a:pt x="2524346" y="708681"/>
                  </a:lnTo>
                  <a:lnTo>
                    <a:pt x="2474098" y="672321"/>
                  </a:lnTo>
                  <a:lnTo>
                    <a:pt x="2423240" y="634167"/>
                  </a:lnTo>
                  <a:lnTo>
                    <a:pt x="2371849" y="594587"/>
                  </a:lnTo>
                  <a:lnTo>
                    <a:pt x="2320067" y="554019"/>
                  </a:lnTo>
                  <a:lnTo>
                    <a:pt x="2268079" y="512949"/>
                  </a:lnTo>
                  <a:lnTo>
                    <a:pt x="2216097" y="471892"/>
                  </a:lnTo>
                  <a:lnTo>
                    <a:pt x="2164328" y="431359"/>
                  </a:lnTo>
                  <a:lnTo>
                    <a:pt x="2112959" y="391835"/>
                  </a:lnTo>
                  <a:lnTo>
                    <a:pt x="2062128" y="353755"/>
                  </a:lnTo>
                  <a:lnTo>
                    <a:pt x="2011909" y="317485"/>
                  </a:lnTo>
                  <a:lnTo>
                    <a:pt x="1962294" y="283309"/>
                  </a:lnTo>
                  <a:lnTo>
                    <a:pt x="1913182" y="251424"/>
                  </a:lnTo>
                  <a:lnTo>
                    <a:pt x="1864363" y="221939"/>
                  </a:lnTo>
                  <a:lnTo>
                    <a:pt x="1815507" y="194884"/>
                  </a:lnTo>
                  <a:lnTo>
                    <a:pt x="1768425" y="171297"/>
                  </a:lnTo>
                  <a:lnTo>
                    <a:pt x="1718927" y="149233"/>
                  </a:lnTo>
                  <a:lnTo>
                    <a:pt x="1667725" y="129408"/>
                  </a:lnTo>
                  <a:lnTo>
                    <a:pt x="1614003" y="111706"/>
                  </a:lnTo>
                  <a:lnTo>
                    <a:pt x="1556850" y="95928"/>
                  </a:lnTo>
                  <a:lnTo>
                    <a:pt x="1495341" y="81854"/>
                  </a:lnTo>
                  <a:lnTo>
                    <a:pt x="1428615" y="69270"/>
                  </a:lnTo>
                  <a:lnTo>
                    <a:pt x="1355981" y="57992"/>
                  </a:lnTo>
                  <a:lnTo>
                    <a:pt x="1277054" y="47869"/>
                  </a:lnTo>
                  <a:lnTo>
                    <a:pt x="1191941" y="38795"/>
                  </a:lnTo>
                  <a:lnTo>
                    <a:pt x="1101448" y="30704"/>
                  </a:lnTo>
                  <a:lnTo>
                    <a:pt x="1007294" y="23570"/>
                  </a:lnTo>
                  <a:lnTo>
                    <a:pt x="912236" y="17401"/>
                  </a:lnTo>
                  <a:lnTo>
                    <a:pt x="820017" y="12219"/>
                  </a:lnTo>
                  <a:lnTo>
                    <a:pt x="735017" y="8042"/>
                  </a:lnTo>
                  <a:lnTo>
                    <a:pt x="661599" y="4858"/>
                  </a:lnTo>
                  <a:lnTo>
                    <a:pt x="603237" y="2608"/>
                  </a:lnTo>
                  <a:lnTo>
                    <a:pt x="561696" y="1175"/>
                  </a:lnTo>
                  <a:lnTo>
                    <a:pt x="536513" y="395"/>
                  </a:lnTo>
                  <a:lnTo>
                    <a:pt x="524934" y="71"/>
                  </a:lnTo>
                  <a:lnTo>
                    <a:pt x="5221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21" name="pl21"/>
            <p:cNvSpPr/>
            <p:nvPr/>
          </p:nvSpPr>
          <p:spPr>
            <a:xfrm>
              <a:off x="386606" y="1456609"/>
              <a:ext cx="8554953" cy="1586855"/>
            </a:xfrm>
            <a:custGeom>
              <a:avLst/>
              <a:pathLst>
                <a:path w="8554953" h="1586855">
                  <a:moveTo>
                    <a:pt x="0" y="0"/>
                  </a:moveTo>
                  <a:lnTo>
                    <a:pt x="522133" y="0"/>
                  </a:lnTo>
                  <a:lnTo>
                    <a:pt x="523385" y="31"/>
                  </a:lnTo>
                  <a:lnTo>
                    <a:pt x="531576" y="253"/>
                  </a:lnTo>
                  <a:lnTo>
                    <a:pt x="552061" y="867"/>
                  </a:lnTo>
                  <a:lnTo>
                    <a:pt x="588275" y="2074"/>
                  </a:lnTo>
                  <a:lnTo>
                    <a:pt x="641416" y="4051"/>
                  </a:lnTo>
                  <a:lnTo>
                    <a:pt x="710388" y="6931"/>
                  </a:lnTo>
                  <a:lnTo>
                    <a:pt x="792177" y="10791"/>
                  </a:lnTo>
                  <a:lnTo>
                    <a:pt x="882605" y="15657"/>
                  </a:lnTo>
                  <a:lnTo>
                    <a:pt x="977210" y="21517"/>
                  </a:lnTo>
                  <a:lnTo>
                    <a:pt x="1071998" y="28347"/>
                  </a:lnTo>
                  <a:lnTo>
                    <a:pt x="1163881" y="36135"/>
                  </a:lnTo>
                  <a:lnTo>
                    <a:pt x="1250820" y="44894"/>
                  </a:lnTo>
                  <a:lnTo>
                    <a:pt x="1331740" y="54676"/>
                  </a:lnTo>
                  <a:lnTo>
                    <a:pt x="1406340" y="65575"/>
                  </a:lnTo>
                  <a:lnTo>
                    <a:pt x="1474868" y="77728"/>
                  </a:lnTo>
                  <a:lnTo>
                    <a:pt x="1537938" y="91310"/>
                  </a:lnTo>
                  <a:lnTo>
                    <a:pt x="1596368" y="106526"/>
                  </a:lnTo>
                  <a:lnTo>
                    <a:pt x="1651072" y="123597"/>
                  </a:lnTo>
                  <a:lnTo>
                    <a:pt x="1702976" y="142733"/>
                  </a:lnTo>
                  <a:lnTo>
                    <a:pt x="1752933" y="164085"/>
                  </a:lnTo>
                  <a:lnTo>
                    <a:pt x="1768425" y="171297"/>
                  </a:lnTo>
                  <a:lnTo>
                    <a:pt x="1817752" y="196071"/>
                  </a:lnTo>
                  <a:lnTo>
                    <a:pt x="1866598" y="223237"/>
                  </a:lnTo>
                  <a:lnTo>
                    <a:pt x="1915424" y="252833"/>
                  </a:lnTo>
                  <a:lnTo>
                    <a:pt x="1964555" y="284826"/>
                  </a:lnTo>
                  <a:lnTo>
                    <a:pt x="2014196" y="319103"/>
                  </a:lnTo>
                  <a:lnTo>
                    <a:pt x="2064444" y="355463"/>
                  </a:lnTo>
                  <a:lnTo>
                    <a:pt x="2115302" y="393617"/>
                  </a:lnTo>
                  <a:lnTo>
                    <a:pt x="2166693" y="433197"/>
                  </a:lnTo>
                  <a:lnTo>
                    <a:pt x="2218476" y="473766"/>
                  </a:lnTo>
                  <a:lnTo>
                    <a:pt x="2270463" y="514835"/>
                  </a:lnTo>
                  <a:lnTo>
                    <a:pt x="2322445" y="555892"/>
                  </a:lnTo>
                  <a:lnTo>
                    <a:pt x="2374214" y="596425"/>
                  </a:lnTo>
                  <a:lnTo>
                    <a:pt x="2425583" y="635949"/>
                  </a:lnTo>
                  <a:lnTo>
                    <a:pt x="2476414" y="674029"/>
                  </a:lnTo>
                  <a:lnTo>
                    <a:pt x="2526634" y="710299"/>
                  </a:lnTo>
                  <a:lnTo>
                    <a:pt x="2576248" y="744475"/>
                  </a:lnTo>
                  <a:lnTo>
                    <a:pt x="2625360" y="776361"/>
                  </a:lnTo>
                  <a:lnTo>
                    <a:pt x="2674179" y="805845"/>
                  </a:lnTo>
                  <a:lnTo>
                    <a:pt x="2723036" y="832900"/>
                  </a:lnTo>
                  <a:lnTo>
                    <a:pt x="2770117" y="856487"/>
                  </a:lnTo>
                  <a:lnTo>
                    <a:pt x="2819616" y="878551"/>
                  </a:lnTo>
                  <a:lnTo>
                    <a:pt x="2870818" y="898376"/>
                  </a:lnTo>
                  <a:lnTo>
                    <a:pt x="2924540" y="916078"/>
                  </a:lnTo>
                  <a:lnTo>
                    <a:pt x="2981692" y="931856"/>
                  </a:lnTo>
                  <a:lnTo>
                    <a:pt x="3043201" y="945930"/>
                  </a:lnTo>
                  <a:lnTo>
                    <a:pt x="3109927" y="958514"/>
                  </a:lnTo>
                  <a:lnTo>
                    <a:pt x="3182562" y="969792"/>
                  </a:lnTo>
                  <a:lnTo>
                    <a:pt x="3261488" y="979915"/>
                  </a:lnTo>
                  <a:lnTo>
                    <a:pt x="3346601" y="988989"/>
                  </a:lnTo>
                  <a:lnTo>
                    <a:pt x="3437094" y="997081"/>
                  </a:lnTo>
                  <a:lnTo>
                    <a:pt x="3531249" y="1004214"/>
                  </a:lnTo>
                  <a:lnTo>
                    <a:pt x="3626306" y="1010383"/>
                  </a:lnTo>
                  <a:lnTo>
                    <a:pt x="3718526" y="1015565"/>
                  </a:lnTo>
                  <a:lnTo>
                    <a:pt x="3803525" y="1019742"/>
                  </a:lnTo>
                  <a:lnTo>
                    <a:pt x="3876944" y="1022926"/>
                  </a:lnTo>
                  <a:lnTo>
                    <a:pt x="3935305" y="1025176"/>
                  </a:lnTo>
                  <a:lnTo>
                    <a:pt x="3976847" y="1026609"/>
                  </a:lnTo>
                  <a:lnTo>
                    <a:pt x="4002029" y="1027389"/>
                  </a:lnTo>
                  <a:lnTo>
                    <a:pt x="4013608" y="1027713"/>
                  </a:lnTo>
                  <a:lnTo>
                    <a:pt x="4016368" y="1027784"/>
                  </a:lnTo>
                  <a:lnTo>
                    <a:pt x="4016409" y="1027785"/>
                  </a:lnTo>
                  <a:lnTo>
                    <a:pt x="4538543" y="1027785"/>
                  </a:lnTo>
                  <a:lnTo>
                    <a:pt x="4539807" y="1027802"/>
                  </a:lnTo>
                  <a:lnTo>
                    <a:pt x="4548075" y="1027924"/>
                  </a:lnTo>
                  <a:lnTo>
                    <a:pt x="4568748" y="1028261"/>
                  </a:lnTo>
                  <a:lnTo>
                    <a:pt x="4605274" y="1028924"/>
                  </a:lnTo>
                  <a:lnTo>
                    <a:pt x="4658838" y="1030010"/>
                  </a:lnTo>
                  <a:lnTo>
                    <a:pt x="4728301" y="1031591"/>
                  </a:lnTo>
                  <a:lnTo>
                    <a:pt x="4810590" y="1033710"/>
                  </a:lnTo>
                  <a:lnTo>
                    <a:pt x="4901471" y="1036379"/>
                  </a:lnTo>
                  <a:lnTo>
                    <a:pt x="4996443" y="1039592"/>
                  </a:lnTo>
                  <a:lnTo>
                    <a:pt x="5091492" y="1043336"/>
                  </a:lnTo>
                  <a:lnTo>
                    <a:pt x="5183533" y="1047604"/>
                  </a:lnTo>
                  <a:lnTo>
                    <a:pt x="5270544" y="1052404"/>
                  </a:lnTo>
                  <a:lnTo>
                    <a:pt x="5351471" y="1057767"/>
                  </a:lnTo>
                  <a:lnTo>
                    <a:pt x="5426036" y="1063744"/>
                  </a:lnTo>
                  <a:lnTo>
                    <a:pt x="5494513" y="1070411"/>
                  </a:lnTo>
                  <a:lnTo>
                    <a:pt x="5557532" y="1077866"/>
                  </a:lnTo>
                  <a:lnTo>
                    <a:pt x="5615927" y="1086222"/>
                  </a:lnTo>
                  <a:lnTo>
                    <a:pt x="5670626" y="1095600"/>
                  </a:lnTo>
                  <a:lnTo>
                    <a:pt x="5722558" y="1106116"/>
                  </a:lnTo>
                  <a:lnTo>
                    <a:pt x="5772581" y="1117847"/>
                  </a:lnTo>
                  <a:lnTo>
                    <a:pt x="5784835" y="1120963"/>
                  </a:lnTo>
                  <a:lnTo>
                    <a:pt x="5837375" y="1135368"/>
                  </a:lnTo>
                  <a:lnTo>
                    <a:pt x="5889407" y="1151253"/>
                  </a:lnTo>
                  <a:lnTo>
                    <a:pt x="5941471" y="1168638"/>
                  </a:lnTo>
                  <a:lnTo>
                    <a:pt x="5993937" y="1187494"/>
                  </a:lnTo>
                  <a:lnTo>
                    <a:pt x="6047019" y="1207733"/>
                  </a:lnTo>
                  <a:lnTo>
                    <a:pt x="6100802" y="1229204"/>
                  </a:lnTo>
                  <a:lnTo>
                    <a:pt x="6155253" y="1251700"/>
                  </a:lnTo>
                  <a:lnTo>
                    <a:pt x="6210242" y="1274956"/>
                  </a:lnTo>
                  <a:lnTo>
                    <a:pt x="6265569" y="1298668"/>
                  </a:lnTo>
                  <a:lnTo>
                    <a:pt x="6320989" y="1322502"/>
                  </a:lnTo>
                  <a:lnTo>
                    <a:pt x="6376247" y="1346121"/>
                  </a:lnTo>
                  <a:lnTo>
                    <a:pt x="6431106" y="1369198"/>
                  </a:lnTo>
                  <a:lnTo>
                    <a:pt x="6485382" y="1391437"/>
                  </a:lnTo>
                  <a:lnTo>
                    <a:pt x="6538972" y="1412588"/>
                  </a:lnTo>
                  <a:lnTo>
                    <a:pt x="6591872" y="1432460"/>
                  </a:lnTo>
                  <a:lnTo>
                    <a:pt x="6644199" y="1450919"/>
                  </a:lnTo>
                  <a:lnTo>
                    <a:pt x="6696211" y="1467893"/>
                  </a:lnTo>
                  <a:lnTo>
                    <a:pt x="6748321" y="1483368"/>
                  </a:lnTo>
                  <a:lnTo>
                    <a:pt x="6786527" y="1493676"/>
                  </a:lnTo>
                  <a:lnTo>
                    <a:pt x="6836191" y="1505716"/>
                  </a:lnTo>
                  <a:lnTo>
                    <a:pt x="6887572" y="1516529"/>
                  </a:lnTo>
                  <a:lnTo>
                    <a:pt x="6941495" y="1526181"/>
                  </a:lnTo>
                  <a:lnTo>
                    <a:pt x="6998881" y="1534780"/>
                  </a:lnTo>
                  <a:lnTo>
                    <a:pt x="7060664" y="1542448"/>
                  </a:lnTo>
                  <a:lnTo>
                    <a:pt x="7127712" y="1549302"/>
                  </a:lnTo>
                  <a:lnTo>
                    <a:pt x="7200718" y="1555443"/>
                  </a:lnTo>
                  <a:lnTo>
                    <a:pt x="7280061" y="1560953"/>
                  </a:lnTo>
                  <a:lnTo>
                    <a:pt x="7365620" y="1565890"/>
                  </a:lnTo>
                  <a:lnTo>
                    <a:pt x="7456556" y="1570289"/>
                  </a:lnTo>
                  <a:lnTo>
                    <a:pt x="7551103" y="1574164"/>
                  </a:lnTo>
                  <a:lnTo>
                    <a:pt x="7646439" y="1577510"/>
                  </a:lnTo>
                  <a:lnTo>
                    <a:pt x="7738752" y="1580316"/>
                  </a:lnTo>
                  <a:lnTo>
                    <a:pt x="7823603" y="1582571"/>
                  </a:lnTo>
                  <a:lnTo>
                    <a:pt x="7896610" y="1584284"/>
                  </a:lnTo>
                  <a:lnTo>
                    <a:pt x="7954328" y="1585487"/>
                  </a:lnTo>
                  <a:lnTo>
                    <a:pt x="7995082" y="1586247"/>
                  </a:lnTo>
                  <a:lnTo>
                    <a:pt x="8019466" y="1586656"/>
                  </a:lnTo>
                  <a:lnTo>
                    <a:pt x="8030390" y="1586821"/>
                  </a:lnTo>
                  <a:lnTo>
                    <a:pt x="8032799" y="1586854"/>
                  </a:lnTo>
                  <a:lnTo>
                    <a:pt x="8032819" y="1586855"/>
                  </a:lnTo>
                  <a:lnTo>
                    <a:pt x="8554953" y="1586855"/>
                  </a:lnTo>
                  <a:lnTo>
                    <a:pt x="8554953" y="1586855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2" name="pl22"/>
            <p:cNvSpPr/>
            <p:nvPr/>
          </p:nvSpPr>
          <p:spPr>
            <a:xfrm>
              <a:off x="386606" y="1428373"/>
              <a:ext cx="8554953" cy="1586855"/>
            </a:xfrm>
            <a:custGeom>
              <a:avLst/>
              <a:pathLst>
                <a:path w="8554953" h="1586855">
                  <a:moveTo>
                    <a:pt x="8554953" y="1586855"/>
                  </a:moveTo>
                  <a:lnTo>
                    <a:pt x="8032819" y="1586855"/>
                  </a:lnTo>
                  <a:lnTo>
                    <a:pt x="8031554" y="1586837"/>
                  </a:lnTo>
                  <a:lnTo>
                    <a:pt x="8023286" y="1586715"/>
                  </a:lnTo>
                  <a:lnTo>
                    <a:pt x="8002614" y="1586378"/>
                  </a:lnTo>
                  <a:lnTo>
                    <a:pt x="7966088" y="1585715"/>
                  </a:lnTo>
                  <a:lnTo>
                    <a:pt x="7912524" y="1584629"/>
                  </a:lnTo>
                  <a:lnTo>
                    <a:pt x="7843061" y="1583048"/>
                  </a:lnTo>
                  <a:lnTo>
                    <a:pt x="7760772" y="1580930"/>
                  </a:lnTo>
                  <a:lnTo>
                    <a:pt x="7669891" y="1578261"/>
                  </a:lnTo>
                  <a:lnTo>
                    <a:pt x="7574919" y="1575047"/>
                  </a:lnTo>
                  <a:lnTo>
                    <a:pt x="7479870" y="1571303"/>
                  </a:lnTo>
                  <a:lnTo>
                    <a:pt x="7387829" y="1567035"/>
                  </a:lnTo>
                  <a:lnTo>
                    <a:pt x="7300818" y="1562235"/>
                  </a:lnTo>
                  <a:lnTo>
                    <a:pt x="7219891" y="1556872"/>
                  </a:lnTo>
                  <a:lnTo>
                    <a:pt x="7145326" y="1550895"/>
                  </a:lnTo>
                  <a:lnTo>
                    <a:pt x="7076849" y="1544228"/>
                  </a:lnTo>
                  <a:lnTo>
                    <a:pt x="7013830" y="1536773"/>
                  </a:lnTo>
                  <a:lnTo>
                    <a:pt x="6955435" y="1528417"/>
                  </a:lnTo>
                  <a:lnTo>
                    <a:pt x="6900736" y="1519039"/>
                  </a:lnTo>
                  <a:lnTo>
                    <a:pt x="6848804" y="1508524"/>
                  </a:lnTo>
                  <a:lnTo>
                    <a:pt x="6798781" y="1496792"/>
                  </a:lnTo>
                  <a:lnTo>
                    <a:pt x="6786527" y="1493676"/>
                  </a:lnTo>
                  <a:lnTo>
                    <a:pt x="6733986" y="1479271"/>
                  </a:lnTo>
                  <a:lnTo>
                    <a:pt x="6681955" y="1463387"/>
                  </a:lnTo>
                  <a:lnTo>
                    <a:pt x="6629890" y="1446001"/>
                  </a:lnTo>
                  <a:lnTo>
                    <a:pt x="6577425" y="1427145"/>
                  </a:lnTo>
                  <a:lnTo>
                    <a:pt x="6524343" y="1406907"/>
                  </a:lnTo>
                  <a:lnTo>
                    <a:pt x="6470559" y="1385435"/>
                  </a:lnTo>
                  <a:lnTo>
                    <a:pt x="6416109" y="1362939"/>
                  </a:lnTo>
                  <a:lnTo>
                    <a:pt x="6361119" y="1339683"/>
                  </a:lnTo>
                  <a:lnTo>
                    <a:pt x="6305793" y="1315972"/>
                  </a:lnTo>
                  <a:lnTo>
                    <a:pt x="6250373" y="1292137"/>
                  </a:lnTo>
                  <a:lnTo>
                    <a:pt x="6195115" y="1268518"/>
                  </a:lnTo>
                  <a:lnTo>
                    <a:pt x="6140256" y="1245441"/>
                  </a:lnTo>
                  <a:lnTo>
                    <a:pt x="6085980" y="1223203"/>
                  </a:lnTo>
                  <a:lnTo>
                    <a:pt x="6032390" y="1202051"/>
                  </a:lnTo>
                  <a:lnTo>
                    <a:pt x="5979490" y="1182179"/>
                  </a:lnTo>
                  <a:lnTo>
                    <a:pt x="5927163" y="1163721"/>
                  </a:lnTo>
                  <a:lnTo>
                    <a:pt x="5875151" y="1146746"/>
                  </a:lnTo>
                  <a:lnTo>
                    <a:pt x="5823041" y="1131271"/>
                  </a:lnTo>
                  <a:lnTo>
                    <a:pt x="5784835" y="1120963"/>
                  </a:lnTo>
                  <a:lnTo>
                    <a:pt x="5735171" y="1108923"/>
                  </a:lnTo>
                  <a:lnTo>
                    <a:pt x="5683790" y="1098110"/>
                  </a:lnTo>
                  <a:lnTo>
                    <a:pt x="5629867" y="1088459"/>
                  </a:lnTo>
                  <a:lnTo>
                    <a:pt x="5572481" y="1079859"/>
                  </a:lnTo>
                  <a:lnTo>
                    <a:pt x="5510697" y="1072191"/>
                  </a:lnTo>
                  <a:lnTo>
                    <a:pt x="5443650" y="1065337"/>
                  </a:lnTo>
                  <a:lnTo>
                    <a:pt x="5370644" y="1059196"/>
                  </a:lnTo>
                  <a:lnTo>
                    <a:pt x="5291301" y="1053687"/>
                  </a:lnTo>
                  <a:lnTo>
                    <a:pt x="5205742" y="1048750"/>
                  </a:lnTo>
                  <a:lnTo>
                    <a:pt x="5114806" y="1044350"/>
                  </a:lnTo>
                  <a:lnTo>
                    <a:pt x="5020259" y="1040475"/>
                  </a:lnTo>
                  <a:lnTo>
                    <a:pt x="4924923" y="1037129"/>
                  </a:lnTo>
                  <a:lnTo>
                    <a:pt x="4832610" y="1034323"/>
                  </a:lnTo>
                  <a:lnTo>
                    <a:pt x="4747759" y="1032068"/>
                  </a:lnTo>
                  <a:lnTo>
                    <a:pt x="4674752" y="1030355"/>
                  </a:lnTo>
                  <a:lnTo>
                    <a:pt x="4617034" y="1029152"/>
                  </a:lnTo>
                  <a:lnTo>
                    <a:pt x="4576280" y="1028392"/>
                  </a:lnTo>
                  <a:lnTo>
                    <a:pt x="4551896" y="1027983"/>
                  </a:lnTo>
                  <a:lnTo>
                    <a:pt x="4540972" y="1027818"/>
                  </a:lnTo>
                  <a:lnTo>
                    <a:pt x="4538563" y="1027785"/>
                  </a:lnTo>
                  <a:lnTo>
                    <a:pt x="4538543" y="1027785"/>
                  </a:lnTo>
                  <a:lnTo>
                    <a:pt x="4016409" y="1027785"/>
                  </a:lnTo>
                  <a:lnTo>
                    <a:pt x="4015157" y="1027754"/>
                  </a:lnTo>
                  <a:lnTo>
                    <a:pt x="4006966" y="1027531"/>
                  </a:lnTo>
                  <a:lnTo>
                    <a:pt x="3986481" y="1026917"/>
                  </a:lnTo>
                  <a:lnTo>
                    <a:pt x="3950267" y="1025710"/>
                  </a:lnTo>
                  <a:lnTo>
                    <a:pt x="3897126" y="1023733"/>
                  </a:lnTo>
                  <a:lnTo>
                    <a:pt x="3828154" y="1020854"/>
                  </a:lnTo>
                  <a:lnTo>
                    <a:pt x="3746365" y="1016993"/>
                  </a:lnTo>
                  <a:lnTo>
                    <a:pt x="3655937" y="1012127"/>
                  </a:lnTo>
                  <a:lnTo>
                    <a:pt x="3561332" y="1006267"/>
                  </a:lnTo>
                  <a:lnTo>
                    <a:pt x="3466544" y="999437"/>
                  </a:lnTo>
                  <a:lnTo>
                    <a:pt x="3374661" y="991649"/>
                  </a:lnTo>
                  <a:lnTo>
                    <a:pt x="3287722" y="982890"/>
                  </a:lnTo>
                  <a:lnTo>
                    <a:pt x="3206802" y="973108"/>
                  </a:lnTo>
                  <a:lnTo>
                    <a:pt x="3132203" y="962209"/>
                  </a:lnTo>
                  <a:lnTo>
                    <a:pt x="3063674" y="950056"/>
                  </a:lnTo>
                  <a:lnTo>
                    <a:pt x="3000604" y="936474"/>
                  </a:lnTo>
                  <a:lnTo>
                    <a:pt x="2942175" y="921258"/>
                  </a:lnTo>
                  <a:lnTo>
                    <a:pt x="2887470" y="904187"/>
                  </a:lnTo>
                  <a:lnTo>
                    <a:pt x="2835566" y="885051"/>
                  </a:lnTo>
                  <a:lnTo>
                    <a:pt x="2785609" y="863699"/>
                  </a:lnTo>
                  <a:lnTo>
                    <a:pt x="2770117" y="856487"/>
                  </a:lnTo>
                  <a:lnTo>
                    <a:pt x="2720790" y="831713"/>
                  </a:lnTo>
                  <a:lnTo>
                    <a:pt x="2671944" y="804548"/>
                  </a:lnTo>
                  <a:lnTo>
                    <a:pt x="2623118" y="774952"/>
                  </a:lnTo>
                  <a:lnTo>
                    <a:pt x="2573987" y="742958"/>
                  </a:lnTo>
                  <a:lnTo>
                    <a:pt x="2524346" y="708681"/>
                  </a:lnTo>
                  <a:lnTo>
                    <a:pt x="2474098" y="672321"/>
                  </a:lnTo>
                  <a:lnTo>
                    <a:pt x="2423240" y="634167"/>
                  </a:lnTo>
                  <a:lnTo>
                    <a:pt x="2371849" y="594587"/>
                  </a:lnTo>
                  <a:lnTo>
                    <a:pt x="2320067" y="554019"/>
                  </a:lnTo>
                  <a:lnTo>
                    <a:pt x="2268079" y="512949"/>
                  </a:lnTo>
                  <a:lnTo>
                    <a:pt x="2216097" y="471892"/>
                  </a:lnTo>
                  <a:lnTo>
                    <a:pt x="2164328" y="431359"/>
                  </a:lnTo>
                  <a:lnTo>
                    <a:pt x="2112959" y="391835"/>
                  </a:lnTo>
                  <a:lnTo>
                    <a:pt x="2062128" y="353755"/>
                  </a:lnTo>
                  <a:lnTo>
                    <a:pt x="2011909" y="317485"/>
                  </a:lnTo>
                  <a:lnTo>
                    <a:pt x="1962294" y="283309"/>
                  </a:lnTo>
                  <a:lnTo>
                    <a:pt x="1913182" y="251424"/>
                  </a:lnTo>
                  <a:lnTo>
                    <a:pt x="1864363" y="221939"/>
                  </a:lnTo>
                  <a:lnTo>
                    <a:pt x="1815507" y="194884"/>
                  </a:lnTo>
                  <a:lnTo>
                    <a:pt x="1768425" y="171297"/>
                  </a:lnTo>
                  <a:lnTo>
                    <a:pt x="1718927" y="149233"/>
                  </a:lnTo>
                  <a:lnTo>
                    <a:pt x="1667725" y="129408"/>
                  </a:lnTo>
                  <a:lnTo>
                    <a:pt x="1614003" y="111706"/>
                  </a:lnTo>
                  <a:lnTo>
                    <a:pt x="1556850" y="95928"/>
                  </a:lnTo>
                  <a:lnTo>
                    <a:pt x="1495341" y="81854"/>
                  </a:lnTo>
                  <a:lnTo>
                    <a:pt x="1428615" y="69270"/>
                  </a:lnTo>
                  <a:lnTo>
                    <a:pt x="1355981" y="57992"/>
                  </a:lnTo>
                  <a:lnTo>
                    <a:pt x="1277054" y="47869"/>
                  </a:lnTo>
                  <a:lnTo>
                    <a:pt x="1191941" y="38795"/>
                  </a:lnTo>
                  <a:lnTo>
                    <a:pt x="1101448" y="30704"/>
                  </a:lnTo>
                  <a:lnTo>
                    <a:pt x="1007294" y="23570"/>
                  </a:lnTo>
                  <a:lnTo>
                    <a:pt x="912236" y="17401"/>
                  </a:lnTo>
                  <a:lnTo>
                    <a:pt x="820017" y="12219"/>
                  </a:lnTo>
                  <a:lnTo>
                    <a:pt x="735017" y="8042"/>
                  </a:lnTo>
                  <a:lnTo>
                    <a:pt x="661599" y="4858"/>
                  </a:lnTo>
                  <a:lnTo>
                    <a:pt x="603237" y="2608"/>
                  </a:lnTo>
                  <a:lnTo>
                    <a:pt x="561696" y="1175"/>
                  </a:lnTo>
                  <a:lnTo>
                    <a:pt x="536513" y="395"/>
                  </a:lnTo>
                  <a:lnTo>
                    <a:pt x="524934" y="71"/>
                  </a:lnTo>
                  <a:lnTo>
                    <a:pt x="522174" y="0"/>
                  </a:lnTo>
                  <a:lnTo>
                    <a:pt x="522133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3" name="pg23"/>
            <p:cNvSpPr/>
            <p:nvPr/>
          </p:nvSpPr>
          <p:spPr>
            <a:xfrm>
              <a:off x="386606" y="1456609"/>
              <a:ext cx="8554953" cy="1880507"/>
            </a:xfrm>
            <a:custGeom>
              <a:avLst/>
              <a:pathLst>
                <a:path w="8554953" h="1880507">
                  <a:moveTo>
                    <a:pt x="0" y="5647"/>
                  </a:moveTo>
                  <a:lnTo>
                    <a:pt x="522133" y="5647"/>
                  </a:lnTo>
                  <a:lnTo>
                    <a:pt x="523385" y="5678"/>
                  </a:lnTo>
                  <a:lnTo>
                    <a:pt x="531572" y="5904"/>
                  </a:lnTo>
                  <a:lnTo>
                    <a:pt x="552048" y="6528"/>
                  </a:lnTo>
                  <a:lnTo>
                    <a:pt x="588248" y="7755"/>
                  </a:lnTo>
                  <a:lnTo>
                    <a:pt x="641369" y="9763"/>
                  </a:lnTo>
                  <a:lnTo>
                    <a:pt x="710318" y="12689"/>
                  </a:lnTo>
                  <a:lnTo>
                    <a:pt x="792084" y="16611"/>
                  </a:lnTo>
                  <a:lnTo>
                    <a:pt x="882490" y="21556"/>
                  </a:lnTo>
                  <a:lnTo>
                    <a:pt x="977078" y="27510"/>
                  </a:lnTo>
                  <a:lnTo>
                    <a:pt x="1071854" y="34450"/>
                  </a:lnTo>
                  <a:lnTo>
                    <a:pt x="1163729" y="42364"/>
                  </a:lnTo>
                  <a:lnTo>
                    <a:pt x="1250665" y="51264"/>
                  </a:lnTo>
                  <a:lnTo>
                    <a:pt x="1331585" y="61203"/>
                  </a:lnTo>
                  <a:lnTo>
                    <a:pt x="1406185" y="72278"/>
                  </a:lnTo>
                  <a:lnTo>
                    <a:pt x="1474717" y="84627"/>
                  </a:lnTo>
                  <a:lnTo>
                    <a:pt x="1537789" y="98426"/>
                  </a:lnTo>
                  <a:lnTo>
                    <a:pt x="1596220" y="113886"/>
                  </a:lnTo>
                  <a:lnTo>
                    <a:pt x="1650925" y="131230"/>
                  </a:lnTo>
                  <a:lnTo>
                    <a:pt x="1702827" y="150673"/>
                  </a:lnTo>
                  <a:lnTo>
                    <a:pt x="1752782" y="172367"/>
                  </a:lnTo>
                  <a:lnTo>
                    <a:pt x="1768425" y="179768"/>
                  </a:lnTo>
                  <a:lnTo>
                    <a:pt x="1817623" y="204881"/>
                  </a:lnTo>
                  <a:lnTo>
                    <a:pt x="1866341" y="232412"/>
                  </a:lnTo>
                  <a:lnTo>
                    <a:pt x="1915038" y="262400"/>
                  </a:lnTo>
                  <a:lnTo>
                    <a:pt x="1964036" y="294814"/>
                  </a:lnTo>
                  <a:lnTo>
                    <a:pt x="2013539" y="329538"/>
                  </a:lnTo>
                  <a:lnTo>
                    <a:pt x="2063646" y="366371"/>
                  </a:lnTo>
                  <a:lnTo>
                    <a:pt x="2114360" y="405024"/>
                  </a:lnTo>
                  <a:lnTo>
                    <a:pt x="2165607" y="445126"/>
                  </a:lnTo>
                  <a:lnTo>
                    <a:pt x="2217246" y="486238"/>
                  </a:lnTo>
                  <a:lnTo>
                    <a:pt x="2269094" y="527868"/>
                  </a:lnTo>
                  <a:lnTo>
                    <a:pt x="2320943" y="569500"/>
                  </a:lnTo>
                  <a:lnTo>
                    <a:pt x="2372584" y="610616"/>
                  </a:lnTo>
                  <a:lnTo>
                    <a:pt x="2423834" y="650727"/>
                  </a:lnTo>
                  <a:lnTo>
                    <a:pt x="2474553" y="689391"/>
                  </a:lnTo>
                  <a:lnTo>
                    <a:pt x="2524663" y="726238"/>
                  </a:lnTo>
                  <a:lnTo>
                    <a:pt x="2574170" y="760977"/>
                  </a:lnTo>
                  <a:lnTo>
                    <a:pt x="2623171" y="793407"/>
                  </a:lnTo>
                  <a:lnTo>
                    <a:pt x="2671869" y="823412"/>
                  </a:lnTo>
                  <a:lnTo>
                    <a:pt x="2720585" y="850960"/>
                  </a:lnTo>
                  <a:lnTo>
                    <a:pt x="2769779" y="876089"/>
                  </a:lnTo>
                  <a:lnTo>
                    <a:pt x="2770117" y="876252"/>
                  </a:lnTo>
                  <a:lnTo>
                    <a:pt x="2819608" y="898677"/>
                  </a:lnTo>
                  <a:lnTo>
                    <a:pt x="2870802" y="918825"/>
                  </a:lnTo>
                  <a:lnTo>
                    <a:pt x="2924514" y="936817"/>
                  </a:lnTo>
                  <a:lnTo>
                    <a:pt x="2981655" y="952854"/>
                  </a:lnTo>
                  <a:lnTo>
                    <a:pt x="3043152" y="967159"/>
                  </a:lnTo>
                  <a:lnTo>
                    <a:pt x="3109863" y="979949"/>
                  </a:lnTo>
                  <a:lnTo>
                    <a:pt x="3182480" y="991413"/>
                  </a:lnTo>
                  <a:lnTo>
                    <a:pt x="3261387" y="1001703"/>
                  </a:lnTo>
                  <a:lnTo>
                    <a:pt x="3346479" y="1010927"/>
                  </a:lnTo>
                  <a:lnTo>
                    <a:pt x="3436951" y="1019151"/>
                  </a:lnTo>
                  <a:lnTo>
                    <a:pt x="3531087" y="1026402"/>
                  </a:lnTo>
                  <a:lnTo>
                    <a:pt x="3626132" y="1032674"/>
                  </a:lnTo>
                  <a:lnTo>
                    <a:pt x="3718347" y="1037943"/>
                  </a:lnTo>
                  <a:lnTo>
                    <a:pt x="3803353" y="1042190"/>
                  </a:lnTo>
                  <a:lnTo>
                    <a:pt x="3876790" y="1045429"/>
                  </a:lnTo>
                  <a:lnTo>
                    <a:pt x="3935182" y="1047717"/>
                  </a:lnTo>
                  <a:lnTo>
                    <a:pt x="3976760" y="1049175"/>
                  </a:lnTo>
                  <a:lnTo>
                    <a:pt x="4001980" y="1049970"/>
                  </a:lnTo>
                  <a:lnTo>
                    <a:pt x="4013590" y="1050300"/>
                  </a:lnTo>
                  <a:lnTo>
                    <a:pt x="4016409" y="1050373"/>
                  </a:lnTo>
                  <a:lnTo>
                    <a:pt x="4538543" y="1050373"/>
                  </a:lnTo>
                  <a:lnTo>
                    <a:pt x="4539801" y="1050399"/>
                  </a:lnTo>
                  <a:lnTo>
                    <a:pt x="4548030" y="1050579"/>
                  </a:lnTo>
                  <a:lnTo>
                    <a:pt x="4568607" y="1051078"/>
                  </a:lnTo>
                  <a:lnTo>
                    <a:pt x="4604974" y="1052057"/>
                  </a:lnTo>
                  <a:lnTo>
                    <a:pt x="4658323" y="1053661"/>
                  </a:lnTo>
                  <a:lnTo>
                    <a:pt x="4727536" y="1055998"/>
                  </a:lnTo>
                  <a:lnTo>
                    <a:pt x="4809571" y="1059130"/>
                  </a:lnTo>
                  <a:lnTo>
                    <a:pt x="4900222" y="1063076"/>
                  </a:lnTo>
                  <a:lnTo>
                    <a:pt x="4995008" y="1067828"/>
                  </a:lnTo>
                  <a:lnTo>
                    <a:pt x="5089925" y="1073365"/>
                  </a:lnTo>
                  <a:lnTo>
                    <a:pt x="5181886" y="1079679"/>
                  </a:lnTo>
                  <a:lnTo>
                    <a:pt x="5268860" y="1086779"/>
                  </a:lnTo>
                  <a:lnTo>
                    <a:pt x="5349784" y="1094711"/>
                  </a:lnTo>
                  <a:lnTo>
                    <a:pt x="5424367" y="1103549"/>
                  </a:lnTo>
                  <a:lnTo>
                    <a:pt x="5492871" y="1113406"/>
                  </a:lnTo>
                  <a:lnTo>
                    <a:pt x="5555915" y="1124425"/>
                  </a:lnTo>
                  <a:lnTo>
                    <a:pt x="5614328" y="1136772"/>
                  </a:lnTo>
                  <a:lnTo>
                    <a:pt x="5669029" y="1150628"/>
                  </a:lnTo>
                  <a:lnTo>
                    <a:pt x="5720946" y="1166161"/>
                  </a:lnTo>
                  <a:lnTo>
                    <a:pt x="5770936" y="1183493"/>
                  </a:lnTo>
                  <a:lnTo>
                    <a:pt x="5784835" y="1188729"/>
                  </a:lnTo>
                  <a:lnTo>
                    <a:pt x="5835622" y="1209364"/>
                  </a:lnTo>
                  <a:lnTo>
                    <a:pt x="5885914" y="1232050"/>
                  </a:lnTo>
                  <a:lnTo>
                    <a:pt x="5936210" y="1256817"/>
                  </a:lnTo>
                  <a:lnTo>
                    <a:pt x="5986852" y="1283631"/>
                  </a:lnTo>
                  <a:lnTo>
                    <a:pt x="6038052" y="1312385"/>
                  </a:lnTo>
                  <a:lnTo>
                    <a:pt x="6089902" y="1342889"/>
                  </a:lnTo>
                  <a:lnTo>
                    <a:pt x="6142390" y="1374879"/>
                  </a:lnTo>
                  <a:lnTo>
                    <a:pt x="6195417" y="1408016"/>
                  </a:lnTo>
                  <a:lnTo>
                    <a:pt x="6248815" y="1441903"/>
                  </a:lnTo>
                  <a:lnTo>
                    <a:pt x="6302372" y="1476103"/>
                  </a:lnTo>
                  <a:lnTo>
                    <a:pt x="6355856" y="1510160"/>
                  </a:lnTo>
                  <a:lnTo>
                    <a:pt x="6409045" y="1543629"/>
                  </a:lnTo>
                  <a:lnTo>
                    <a:pt x="6461752" y="1576095"/>
                  </a:lnTo>
                  <a:lnTo>
                    <a:pt x="6513849" y="1607194"/>
                  </a:lnTo>
                  <a:lnTo>
                    <a:pt x="6565289" y="1636634"/>
                  </a:lnTo>
                  <a:lnTo>
                    <a:pt x="6616124" y="1664196"/>
                  </a:lnTo>
                  <a:lnTo>
                    <a:pt x="6666517" y="1689743"/>
                  </a:lnTo>
                  <a:lnTo>
                    <a:pt x="6716761" y="1713212"/>
                  </a:lnTo>
                  <a:lnTo>
                    <a:pt x="6767293" y="1734612"/>
                  </a:lnTo>
                  <a:lnTo>
                    <a:pt x="6786527" y="1742152"/>
                  </a:lnTo>
                  <a:lnTo>
                    <a:pt x="6836107" y="1760000"/>
                  </a:lnTo>
                  <a:lnTo>
                    <a:pt x="6887397" y="1776034"/>
                  </a:lnTo>
                  <a:lnTo>
                    <a:pt x="6941218" y="1790348"/>
                  </a:lnTo>
                  <a:lnTo>
                    <a:pt x="6998485" y="1803104"/>
                  </a:lnTo>
                  <a:lnTo>
                    <a:pt x="7060129" y="1814481"/>
                  </a:lnTo>
                  <a:lnTo>
                    <a:pt x="7127013" y="1824651"/>
                  </a:lnTo>
                  <a:lnTo>
                    <a:pt x="7199830" y="1833765"/>
                  </a:lnTo>
                  <a:lnTo>
                    <a:pt x="7278961" y="1841944"/>
                  </a:lnTo>
                  <a:lnTo>
                    <a:pt x="7364293" y="1849274"/>
                  </a:lnTo>
                  <a:lnTo>
                    <a:pt x="7455004" y="1855807"/>
                  </a:lnTo>
                  <a:lnTo>
                    <a:pt x="7549352" y="1861565"/>
                  </a:lnTo>
                  <a:lnTo>
                    <a:pt x="7644547" y="1866541"/>
                  </a:lnTo>
                  <a:lnTo>
                    <a:pt x="7736813" y="1870717"/>
                  </a:lnTo>
                  <a:lnTo>
                    <a:pt x="7821742" y="1874079"/>
                  </a:lnTo>
                  <a:lnTo>
                    <a:pt x="7894959" y="1876636"/>
                  </a:lnTo>
                  <a:lnTo>
                    <a:pt x="7953006" y="1878439"/>
                  </a:lnTo>
                  <a:lnTo>
                    <a:pt x="7994160" y="1879581"/>
                  </a:lnTo>
                  <a:lnTo>
                    <a:pt x="8018950" y="1880200"/>
                  </a:lnTo>
                  <a:lnTo>
                    <a:pt x="8030205" y="1880454"/>
                  </a:lnTo>
                  <a:lnTo>
                    <a:pt x="8032819" y="1880507"/>
                  </a:lnTo>
                  <a:lnTo>
                    <a:pt x="8554953" y="1880507"/>
                  </a:lnTo>
                  <a:lnTo>
                    <a:pt x="8554953" y="1874860"/>
                  </a:lnTo>
                  <a:lnTo>
                    <a:pt x="8032819" y="1874860"/>
                  </a:lnTo>
                  <a:lnTo>
                    <a:pt x="8031561" y="1874835"/>
                  </a:lnTo>
                  <a:lnTo>
                    <a:pt x="8023332" y="1874655"/>
                  </a:lnTo>
                  <a:lnTo>
                    <a:pt x="8002755" y="1874156"/>
                  </a:lnTo>
                  <a:lnTo>
                    <a:pt x="7966388" y="1873176"/>
                  </a:lnTo>
                  <a:lnTo>
                    <a:pt x="7913039" y="1871572"/>
                  </a:lnTo>
                  <a:lnTo>
                    <a:pt x="7843826" y="1869236"/>
                  </a:lnTo>
                  <a:lnTo>
                    <a:pt x="7761791" y="1866104"/>
                  </a:lnTo>
                  <a:lnTo>
                    <a:pt x="7671140" y="1862158"/>
                  </a:lnTo>
                  <a:lnTo>
                    <a:pt x="7576354" y="1857406"/>
                  </a:lnTo>
                  <a:lnTo>
                    <a:pt x="7481437" y="1851868"/>
                  </a:lnTo>
                  <a:lnTo>
                    <a:pt x="7389476" y="1845555"/>
                  </a:lnTo>
                  <a:lnTo>
                    <a:pt x="7302502" y="1838454"/>
                  </a:lnTo>
                  <a:lnTo>
                    <a:pt x="7221578" y="1830523"/>
                  </a:lnTo>
                  <a:lnTo>
                    <a:pt x="7146995" y="1821685"/>
                  </a:lnTo>
                  <a:lnTo>
                    <a:pt x="7078491" y="1811827"/>
                  </a:lnTo>
                  <a:lnTo>
                    <a:pt x="7015447" y="1800809"/>
                  </a:lnTo>
                  <a:lnTo>
                    <a:pt x="6957034" y="1788462"/>
                  </a:lnTo>
                  <a:lnTo>
                    <a:pt x="6902333" y="1774606"/>
                  </a:lnTo>
                  <a:lnTo>
                    <a:pt x="6850416" y="1759073"/>
                  </a:lnTo>
                  <a:lnTo>
                    <a:pt x="6800426" y="1741741"/>
                  </a:lnTo>
                  <a:lnTo>
                    <a:pt x="6786527" y="1736505"/>
                  </a:lnTo>
                  <a:lnTo>
                    <a:pt x="6735740" y="1715869"/>
                  </a:lnTo>
                  <a:lnTo>
                    <a:pt x="6685448" y="1693184"/>
                  </a:lnTo>
                  <a:lnTo>
                    <a:pt x="6635152" y="1668417"/>
                  </a:lnTo>
                  <a:lnTo>
                    <a:pt x="6584510" y="1641602"/>
                  </a:lnTo>
                  <a:lnTo>
                    <a:pt x="6533310" y="1612849"/>
                  </a:lnTo>
                  <a:lnTo>
                    <a:pt x="6481460" y="1582344"/>
                  </a:lnTo>
                  <a:lnTo>
                    <a:pt x="6428972" y="1550354"/>
                  </a:lnTo>
                  <a:lnTo>
                    <a:pt x="6375945" y="1517217"/>
                  </a:lnTo>
                  <a:lnTo>
                    <a:pt x="6322547" y="1483330"/>
                  </a:lnTo>
                  <a:lnTo>
                    <a:pt x="6268990" y="1449131"/>
                  </a:lnTo>
                  <a:lnTo>
                    <a:pt x="6215506" y="1415073"/>
                  </a:lnTo>
                  <a:lnTo>
                    <a:pt x="6162317" y="1381604"/>
                  </a:lnTo>
                  <a:lnTo>
                    <a:pt x="6109610" y="1349139"/>
                  </a:lnTo>
                  <a:lnTo>
                    <a:pt x="6057513" y="1318039"/>
                  </a:lnTo>
                  <a:lnTo>
                    <a:pt x="6006073" y="1288600"/>
                  </a:lnTo>
                  <a:lnTo>
                    <a:pt x="5955238" y="1261038"/>
                  </a:lnTo>
                  <a:lnTo>
                    <a:pt x="5904845" y="1235491"/>
                  </a:lnTo>
                  <a:lnTo>
                    <a:pt x="5854601" y="1212022"/>
                  </a:lnTo>
                  <a:lnTo>
                    <a:pt x="5804069" y="1190622"/>
                  </a:lnTo>
                  <a:lnTo>
                    <a:pt x="5784835" y="1183082"/>
                  </a:lnTo>
                  <a:lnTo>
                    <a:pt x="5735255" y="1165233"/>
                  </a:lnTo>
                  <a:lnTo>
                    <a:pt x="5683965" y="1149200"/>
                  </a:lnTo>
                  <a:lnTo>
                    <a:pt x="5630144" y="1134885"/>
                  </a:lnTo>
                  <a:lnTo>
                    <a:pt x="5572877" y="1122129"/>
                  </a:lnTo>
                  <a:lnTo>
                    <a:pt x="5511233" y="1110753"/>
                  </a:lnTo>
                  <a:lnTo>
                    <a:pt x="5444349" y="1100582"/>
                  </a:lnTo>
                  <a:lnTo>
                    <a:pt x="5371532" y="1091468"/>
                  </a:lnTo>
                  <a:lnTo>
                    <a:pt x="5292401" y="1083290"/>
                  </a:lnTo>
                  <a:lnTo>
                    <a:pt x="5207069" y="1075960"/>
                  </a:lnTo>
                  <a:lnTo>
                    <a:pt x="5116358" y="1069426"/>
                  </a:lnTo>
                  <a:lnTo>
                    <a:pt x="5022010" y="1063669"/>
                  </a:lnTo>
                  <a:lnTo>
                    <a:pt x="4926815" y="1058693"/>
                  </a:lnTo>
                  <a:lnTo>
                    <a:pt x="4834548" y="1054517"/>
                  </a:lnTo>
                  <a:lnTo>
                    <a:pt x="4749620" y="1051155"/>
                  </a:lnTo>
                  <a:lnTo>
                    <a:pt x="4676403" y="1048597"/>
                  </a:lnTo>
                  <a:lnTo>
                    <a:pt x="4618356" y="1046795"/>
                  </a:lnTo>
                  <a:lnTo>
                    <a:pt x="4577202" y="1045652"/>
                  </a:lnTo>
                  <a:lnTo>
                    <a:pt x="4552412" y="1045033"/>
                  </a:lnTo>
                  <a:lnTo>
                    <a:pt x="4541157" y="1044780"/>
                  </a:lnTo>
                  <a:lnTo>
                    <a:pt x="4538543" y="1044726"/>
                  </a:lnTo>
                  <a:lnTo>
                    <a:pt x="4016409" y="1044726"/>
                  </a:lnTo>
                  <a:lnTo>
                    <a:pt x="4015157" y="1044695"/>
                  </a:lnTo>
                  <a:lnTo>
                    <a:pt x="4006970" y="1044469"/>
                  </a:lnTo>
                  <a:lnTo>
                    <a:pt x="3986494" y="1043844"/>
                  </a:lnTo>
                  <a:lnTo>
                    <a:pt x="3950295" y="1042618"/>
                  </a:lnTo>
                  <a:lnTo>
                    <a:pt x="3897174" y="1040610"/>
                  </a:lnTo>
                  <a:lnTo>
                    <a:pt x="3828224" y="1037684"/>
                  </a:lnTo>
                  <a:lnTo>
                    <a:pt x="3746459" y="1033761"/>
                  </a:lnTo>
                  <a:lnTo>
                    <a:pt x="3656052" y="1028817"/>
                  </a:lnTo>
                  <a:lnTo>
                    <a:pt x="3561464" y="1022863"/>
                  </a:lnTo>
                  <a:lnTo>
                    <a:pt x="3466688" y="1015922"/>
                  </a:lnTo>
                  <a:lnTo>
                    <a:pt x="3374813" y="1008009"/>
                  </a:lnTo>
                  <a:lnTo>
                    <a:pt x="3287877" y="999109"/>
                  </a:lnTo>
                  <a:lnTo>
                    <a:pt x="3206957" y="989170"/>
                  </a:lnTo>
                  <a:lnTo>
                    <a:pt x="3132357" y="978095"/>
                  </a:lnTo>
                  <a:lnTo>
                    <a:pt x="3063826" y="965746"/>
                  </a:lnTo>
                  <a:lnTo>
                    <a:pt x="3000754" y="951947"/>
                  </a:lnTo>
                  <a:lnTo>
                    <a:pt x="2942322" y="936487"/>
                  </a:lnTo>
                  <a:lnTo>
                    <a:pt x="2887617" y="919142"/>
                  </a:lnTo>
                  <a:lnTo>
                    <a:pt x="2835715" y="899700"/>
                  </a:lnTo>
                  <a:lnTo>
                    <a:pt x="2785760" y="878006"/>
                  </a:lnTo>
                  <a:lnTo>
                    <a:pt x="2770117" y="870605"/>
                  </a:lnTo>
                  <a:lnTo>
                    <a:pt x="2720919" y="845492"/>
                  </a:lnTo>
                  <a:lnTo>
                    <a:pt x="2672201" y="817961"/>
                  </a:lnTo>
                  <a:lnTo>
                    <a:pt x="2623504" y="787973"/>
                  </a:lnTo>
                  <a:lnTo>
                    <a:pt x="2574506" y="755559"/>
                  </a:lnTo>
                  <a:lnTo>
                    <a:pt x="2525003" y="720835"/>
                  </a:lnTo>
                  <a:lnTo>
                    <a:pt x="2474897" y="684002"/>
                  </a:lnTo>
                  <a:lnTo>
                    <a:pt x="2424182" y="645349"/>
                  </a:lnTo>
                  <a:lnTo>
                    <a:pt x="2372936" y="605247"/>
                  </a:lnTo>
                  <a:lnTo>
                    <a:pt x="2321296" y="564135"/>
                  </a:lnTo>
                  <a:lnTo>
                    <a:pt x="2269448" y="522505"/>
                  </a:lnTo>
                  <a:lnTo>
                    <a:pt x="2217599" y="480873"/>
                  </a:lnTo>
                  <a:lnTo>
                    <a:pt x="2165958" y="439757"/>
                  </a:lnTo>
                  <a:lnTo>
                    <a:pt x="2114708" y="399646"/>
                  </a:lnTo>
                  <a:lnTo>
                    <a:pt x="2063990" y="360982"/>
                  </a:lnTo>
                  <a:lnTo>
                    <a:pt x="2013879" y="324135"/>
                  </a:lnTo>
                  <a:lnTo>
                    <a:pt x="1964372" y="289396"/>
                  </a:lnTo>
                  <a:lnTo>
                    <a:pt x="1915371" y="256966"/>
                  </a:lnTo>
                  <a:lnTo>
                    <a:pt x="1866673" y="226961"/>
                  </a:lnTo>
                  <a:lnTo>
                    <a:pt x="1817957" y="199413"/>
                  </a:lnTo>
                  <a:lnTo>
                    <a:pt x="1768763" y="174284"/>
                  </a:lnTo>
                  <a:lnTo>
                    <a:pt x="1768425" y="174121"/>
                  </a:lnTo>
                  <a:lnTo>
                    <a:pt x="1718934" y="151696"/>
                  </a:lnTo>
                  <a:lnTo>
                    <a:pt x="1667741" y="131547"/>
                  </a:lnTo>
                  <a:lnTo>
                    <a:pt x="1614028" y="113555"/>
                  </a:lnTo>
                  <a:lnTo>
                    <a:pt x="1556887" y="97519"/>
                  </a:lnTo>
                  <a:lnTo>
                    <a:pt x="1495390" y="83214"/>
                  </a:lnTo>
                  <a:lnTo>
                    <a:pt x="1428679" y="70423"/>
                  </a:lnTo>
                  <a:lnTo>
                    <a:pt x="1356062" y="58959"/>
                  </a:lnTo>
                  <a:lnTo>
                    <a:pt x="1277155" y="48670"/>
                  </a:lnTo>
                  <a:lnTo>
                    <a:pt x="1192063" y="39446"/>
                  </a:lnTo>
                  <a:lnTo>
                    <a:pt x="1101591" y="31222"/>
                  </a:lnTo>
                  <a:lnTo>
                    <a:pt x="1007455" y="23970"/>
                  </a:lnTo>
                  <a:lnTo>
                    <a:pt x="912410" y="17699"/>
                  </a:lnTo>
                  <a:lnTo>
                    <a:pt x="820196" y="12430"/>
                  </a:lnTo>
                  <a:lnTo>
                    <a:pt x="735189" y="8182"/>
                  </a:lnTo>
                  <a:lnTo>
                    <a:pt x="661752" y="4944"/>
                  </a:lnTo>
                  <a:lnTo>
                    <a:pt x="603360" y="2655"/>
                  </a:lnTo>
                  <a:lnTo>
                    <a:pt x="561782" y="1198"/>
                  </a:lnTo>
                  <a:lnTo>
                    <a:pt x="536562" y="403"/>
                  </a:lnTo>
                  <a:lnTo>
                    <a:pt x="524952" y="72"/>
                  </a:lnTo>
                  <a:lnTo>
                    <a:pt x="5221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24" name="pl24"/>
            <p:cNvSpPr/>
            <p:nvPr/>
          </p:nvSpPr>
          <p:spPr>
            <a:xfrm>
              <a:off x="386606" y="1462256"/>
              <a:ext cx="8554953" cy="1874860"/>
            </a:xfrm>
            <a:custGeom>
              <a:avLst/>
              <a:pathLst>
                <a:path w="8554953" h="1874860">
                  <a:moveTo>
                    <a:pt x="0" y="0"/>
                  </a:moveTo>
                  <a:lnTo>
                    <a:pt x="522133" y="0"/>
                  </a:lnTo>
                  <a:lnTo>
                    <a:pt x="523385" y="31"/>
                  </a:lnTo>
                  <a:lnTo>
                    <a:pt x="531572" y="257"/>
                  </a:lnTo>
                  <a:lnTo>
                    <a:pt x="552048" y="881"/>
                  </a:lnTo>
                  <a:lnTo>
                    <a:pt x="588248" y="2107"/>
                  </a:lnTo>
                  <a:lnTo>
                    <a:pt x="641369" y="4116"/>
                  </a:lnTo>
                  <a:lnTo>
                    <a:pt x="710318" y="7042"/>
                  </a:lnTo>
                  <a:lnTo>
                    <a:pt x="792084" y="10964"/>
                  </a:lnTo>
                  <a:lnTo>
                    <a:pt x="882490" y="15908"/>
                  </a:lnTo>
                  <a:lnTo>
                    <a:pt x="977078" y="21863"/>
                  </a:lnTo>
                  <a:lnTo>
                    <a:pt x="1071854" y="28803"/>
                  </a:lnTo>
                  <a:lnTo>
                    <a:pt x="1163729" y="36716"/>
                  </a:lnTo>
                  <a:lnTo>
                    <a:pt x="1250665" y="45616"/>
                  </a:lnTo>
                  <a:lnTo>
                    <a:pt x="1331585" y="55556"/>
                  </a:lnTo>
                  <a:lnTo>
                    <a:pt x="1406185" y="66631"/>
                  </a:lnTo>
                  <a:lnTo>
                    <a:pt x="1474717" y="78979"/>
                  </a:lnTo>
                  <a:lnTo>
                    <a:pt x="1537789" y="92779"/>
                  </a:lnTo>
                  <a:lnTo>
                    <a:pt x="1596220" y="108239"/>
                  </a:lnTo>
                  <a:lnTo>
                    <a:pt x="1650925" y="125583"/>
                  </a:lnTo>
                  <a:lnTo>
                    <a:pt x="1702827" y="145026"/>
                  </a:lnTo>
                  <a:lnTo>
                    <a:pt x="1752782" y="166719"/>
                  </a:lnTo>
                  <a:lnTo>
                    <a:pt x="1768425" y="174121"/>
                  </a:lnTo>
                  <a:lnTo>
                    <a:pt x="1817623" y="199234"/>
                  </a:lnTo>
                  <a:lnTo>
                    <a:pt x="1866341" y="226764"/>
                  </a:lnTo>
                  <a:lnTo>
                    <a:pt x="1915038" y="256753"/>
                  </a:lnTo>
                  <a:lnTo>
                    <a:pt x="1964036" y="289167"/>
                  </a:lnTo>
                  <a:lnTo>
                    <a:pt x="2013539" y="323891"/>
                  </a:lnTo>
                  <a:lnTo>
                    <a:pt x="2063646" y="360724"/>
                  </a:lnTo>
                  <a:lnTo>
                    <a:pt x="2114360" y="399377"/>
                  </a:lnTo>
                  <a:lnTo>
                    <a:pt x="2165607" y="439479"/>
                  </a:lnTo>
                  <a:lnTo>
                    <a:pt x="2217246" y="480590"/>
                  </a:lnTo>
                  <a:lnTo>
                    <a:pt x="2269094" y="522220"/>
                  </a:lnTo>
                  <a:lnTo>
                    <a:pt x="2320943" y="563852"/>
                  </a:lnTo>
                  <a:lnTo>
                    <a:pt x="2372584" y="604969"/>
                  </a:lnTo>
                  <a:lnTo>
                    <a:pt x="2423834" y="645080"/>
                  </a:lnTo>
                  <a:lnTo>
                    <a:pt x="2474553" y="683744"/>
                  </a:lnTo>
                  <a:lnTo>
                    <a:pt x="2524663" y="720590"/>
                  </a:lnTo>
                  <a:lnTo>
                    <a:pt x="2574170" y="755330"/>
                  </a:lnTo>
                  <a:lnTo>
                    <a:pt x="2623171" y="787759"/>
                  </a:lnTo>
                  <a:lnTo>
                    <a:pt x="2671869" y="817765"/>
                  </a:lnTo>
                  <a:lnTo>
                    <a:pt x="2720585" y="845312"/>
                  </a:lnTo>
                  <a:lnTo>
                    <a:pt x="2769779" y="870442"/>
                  </a:lnTo>
                  <a:lnTo>
                    <a:pt x="2770117" y="870605"/>
                  </a:lnTo>
                  <a:lnTo>
                    <a:pt x="2819608" y="893030"/>
                  </a:lnTo>
                  <a:lnTo>
                    <a:pt x="2870802" y="913178"/>
                  </a:lnTo>
                  <a:lnTo>
                    <a:pt x="2924514" y="931170"/>
                  </a:lnTo>
                  <a:lnTo>
                    <a:pt x="2981655" y="947207"/>
                  </a:lnTo>
                  <a:lnTo>
                    <a:pt x="3043152" y="961512"/>
                  </a:lnTo>
                  <a:lnTo>
                    <a:pt x="3109863" y="974302"/>
                  </a:lnTo>
                  <a:lnTo>
                    <a:pt x="3182480" y="985766"/>
                  </a:lnTo>
                  <a:lnTo>
                    <a:pt x="3261387" y="996056"/>
                  </a:lnTo>
                  <a:lnTo>
                    <a:pt x="3346479" y="1005279"/>
                  </a:lnTo>
                  <a:lnTo>
                    <a:pt x="3436951" y="1013504"/>
                  </a:lnTo>
                  <a:lnTo>
                    <a:pt x="3531087" y="1020755"/>
                  </a:lnTo>
                  <a:lnTo>
                    <a:pt x="3626132" y="1027027"/>
                  </a:lnTo>
                  <a:lnTo>
                    <a:pt x="3718347" y="1032295"/>
                  </a:lnTo>
                  <a:lnTo>
                    <a:pt x="3803353" y="1036543"/>
                  </a:lnTo>
                  <a:lnTo>
                    <a:pt x="3876790" y="1039781"/>
                  </a:lnTo>
                  <a:lnTo>
                    <a:pt x="3935182" y="1042070"/>
                  </a:lnTo>
                  <a:lnTo>
                    <a:pt x="3976760" y="1043528"/>
                  </a:lnTo>
                  <a:lnTo>
                    <a:pt x="4001980" y="1044323"/>
                  </a:lnTo>
                  <a:lnTo>
                    <a:pt x="4013590" y="1044653"/>
                  </a:lnTo>
                  <a:lnTo>
                    <a:pt x="4016367" y="1044725"/>
                  </a:lnTo>
                  <a:lnTo>
                    <a:pt x="4016409" y="1044726"/>
                  </a:lnTo>
                  <a:lnTo>
                    <a:pt x="4538543" y="1044726"/>
                  </a:lnTo>
                  <a:lnTo>
                    <a:pt x="4539801" y="1044751"/>
                  </a:lnTo>
                  <a:lnTo>
                    <a:pt x="4548030" y="1044932"/>
                  </a:lnTo>
                  <a:lnTo>
                    <a:pt x="4568607" y="1045431"/>
                  </a:lnTo>
                  <a:lnTo>
                    <a:pt x="4604974" y="1046410"/>
                  </a:lnTo>
                  <a:lnTo>
                    <a:pt x="4658323" y="1048014"/>
                  </a:lnTo>
                  <a:lnTo>
                    <a:pt x="4727536" y="1050351"/>
                  </a:lnTo>
                  <a:lnTo>
                    <a:pt x="4809571" y="1053482"/>
                  </a:lnTo>
                  <a:lnTo>
                    <a:pt x="4900222" y="1057429"/>
                  </a:lnTo>
                  <a:lnTo>
                    <a:pt x="4995008" y="1062180"/>
                  </a:lnTo>
                  <a:lnTo>
                    <a:pt x="5089925" y="1067718"/>
                  </a:lnTo>
                  <a:lnTo>
                    <a:pt x="5181886" y="1074032"/>
                  </a:lnTo>
                  <a:lnTo>
                    <a:pt x="5268860" y="1081132"/>
                  </a:lnTo>
                  <a:lnTo>
                    <a:pt x="5349784" y="1089063"/>
                  </a:lnTo>
                  <a:lnTo>
                    <a:pt x="5424367" y="1097902"/>
                  </a:lnTo>
                  <a:lnTo>
                    <a:pt x="5492871" y="1107759"/>
                  </a:lnTo>
                  <a:lnTo>
                    <a:pt x="5555915" y="1118778"/>
                  </a:lnTo>
                  <a:lnTo>
                    <a:pt x="5614328" y="1131125"/>
                  </a:lnTo>
                  <a:lnTo>
                    <a:pt x="5669029" y="1144981"/>
                  </a:lnTo>
                  <a:lnTo>
                    <a:pt x="5720946" y="1160514"/>
                  </a:lnTo>
                  <a:lnTo>
                    <a:pt x="5770936" y="1177845"/>
                  </a:lnTo>
                  <a:lnTo>
                    <a:pt x="5784835" y="1183082"/>
                  </a:lnTo>
                  <a:lnTo>
                    <a:pt x="5835622" y="1203717"/>
                  </a:lnTo>
                  <a:lnTo>
                    <a:pt x="5885914" y="1226402"/>
                  </a:lnTo>
                  <a:lnTo>
                    <a:pt x="5936210" y="1251169"/>
                  </a:lnTo>
                  <a:lnTo>
                    <a:pt x="5986852" y="1277984"/>
                  </a:lnTo>
                  <a:lnTo>
                    <a:pt x="6038052" y="1306737"/>
                  </a:lnTo>
                  <a:lnTo>
                    <a:pt x="6089902" y="1337242"/>
                  </a:lnTo>
                  <a:lnTo>
                    <a:pt x="6142390" y="1369232"/>
                  </a:lnTo>
                  <a:lnTo>
                    <a:pt x="6195417" y="1402369"/>
                  </a:lnTo>
                  <a:lnTo>
                    <a:pt x="6248815" y="1436256"/>
                  </a:lnTo>
                  <a:lnTo>
                    <a:pt x="6302372" y="1470456"/>
                  </a:lnTo>
                  <a:lnTo>
                    <a:pt x="6355856" y="1504513"/>
                  </a:lnTo>
                  <a:lnTo>
                    <a:pt x="6409045" y="1537982"/>
                  </a:lnTo>
                  <a:lnTo>
                    <a:pt x="6461752" y="1570447"/>
                  </a:lnTo>
                  <a:lnTo>
                    <a:pt x="6513849" y="1601547"/>
                  </a:lnTo>
                  <a:lnTo>
                    <a:pt x="6565289" y="1630987"/>
                  </a:lnTo>
                  <a:lnTo>
                    <a:pt x="6616124" y="1658549"/>
                  </a:lnTo>
                  <a:lnTo>
                    <a:pt x="6666517" y="1684095"/>
                  </a:lnTo>
                  <a:lnTo>
                    <a:pt x="6716761" y="1707565"/>
                  </a:lnTo>
                  <a:lnTo>
                    <a:pt x="6767293" y="1728965"/>
                  </a:lnTo>
                  <a:lnTo>
                    <a:pt x="6786527" y="1736505"/>
                  </a:lnTo>
                  <a:lnTo>
                    <a:pt x="6836107" y="1754353"/>
                  </a:lnTo>
                  <a:lnTo>
                    <a:pt x="6887397" y="1770387"/>
                  </a:lnTo>
                  <a:lnTo>
                    <a:pt x="6941218" y="1784701"/>
                  </a:lnTo>
                  <a:lnTo>
                    <a:pt x="6998485" y="1797457"/>
                  </a:lnTo>
                  <a:lnTo>
                    <a:pt x="7060129" y="1808834"/>
                  </a:lnTo>
                  <a:lnTo>
                    <a:pt x="7127013" y="1819004"/>
                  </a:lnTo>
                  <a:lnTo>
                    <a:pt x="7199830" y="1828118"/>
                  </a:lnTo>
                  <a:lnTo>
                    <a:pt x="7278961" y="1836297"/>
                  </a:lnTo>
                  <a:lnTo>
                    <a:pt x="7364293" y="1843627"/>
                  </a:lnTo>
                  <a:lnTo>
                    <a:pt x="7455004" y="1850160"/>
                  </a:lnTo>
                  <a:lnTo>
                    <a:pt x="7549352" y="1855918"/>
                  </a:lnTo>
                  <a:lnTo>
                    <a:pt x="7644547" y="1860894"/>
                  </a:lnTo>
                  <a:lnTo>
                    <a:pt x="7736813" y="1865070"/>
                  </a:lnTo>
                  <a:lnTo>
                    <a:pt x="7821742" y="1868432"/>
                  </a:lnTo>
                  <a:lnTo>
                    <a:pt x="7894959" y="1870989"/>
                  </a:lnTo>
                  <a:lnTo>
                    <a:pt x="7953006" y="1872791"/>
                  </a:lnTo>
                  <a:lnTo>
                    <a:pt x="7994160" y="1873934"/>
                  </a:lnTo>
                  <a:lnTo>
                    <a:pt x="8018950" y="1874553"/>
                  </a:lnTo>
                  <a:lnTo>
                    <a:pt x="8030205" y="1874807"/>
                  </a:lnTo>
                  <a:lnTo>
                    <a:pt x="8032789" y="1874860"/>
                  </a:lnTo>
                  <a:lnTo>
                    <a:pt x="8032819" y="1874860"/>
                  </a:lnTo>
                  <a:lnTo>
                    <a:pt x="8554953" y="1874860"/>
                  </a:lnTo>
                  <a:lnTo>
                    <a:pt x="8554953" y="187486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5" name="pl25"/>
            <p:cNvSpPr/>
            <p:nvPr/>
          </p:nvSpPr>
          <p:spPr>
            <a:xfrm>
              <a:off x="386606" y="1456609"/>
              <a:ext cx="8554953" cy="1874860"/>
            </a:xfrm>
            <a:custGeom>
              <a:avLst/>
              <a:pathLst>
                <a:path w="8554953" h="1874860">
                  <a:moveTo>
                    <a:pt x="8554953" y="1874860"/>
                  </a:moveTo>
                  <a:lnTo>
                    <a:pt x="8032819" y="1874860"/>
                  </a:lnTo>
                  <a:lnTo>
                    <a:pt x="8031561" y="1874835"/>
                  </a:lnTo>
                  <a:lnTo>
                    <a:pt x="8023332" y="1874655"/>
                  </a:lnTo>
                  <a:lnTo>
                    <a:pt x="8002755" y="1874156"/>
                  </a:lnTo>
                  <a:lnTo>
                    <a:pt x="7966388" y="1873176"/>
                  </a:lnTo>
                  <a:lnTo>
                    <a:pt x="7913039" y="1871572"/>
                  </a:lnTo>
                  <a:lnTo>
                    <a:pt x="7843826" y="1869236"/>
                  </a:lnTo>
                  <a:lnTo>
                    <a:pt x="7761791" y="1866104"/>
                  </a:lnTo>
                  <a:lnTo>
                    <a:pt x="7671140" y="1862158"/>
                  </a:lnTo>
                  <a:lnTo>
                    <a:pt x="7576354" y="1857406"/>
                  </a:lnTo>
                  <a:lnTo>
                    <a:pt x="7481437" y="1851868"/>
                  </a:lnTo>
                  <a:lnTo>
                    <a:pt x="7389476" y="1845555"/>
                  </a:lnTo>
                  <a:lnTo>
                    <a:pt x="7302502" y="1838454"/>
                  </a:lnTo>
                  <a:lnTo>
                    <a:pt x="7221578" y="1830523"/>
                  </a:lnTo>
                  <a:lnTo>
                    <a:pt x="7146995" y="1821685"/>
                  </a:lnTo>
                  <a:lnTo>
                    <a:pt x="7078491" y="1811827"/>
                  </a:lnTo>
                  <a:lnTo>
                    <a:pt x="7015447" y="1800809"/>
                  </a:lnTo>
                  <a:lnTo>
                    <a:pt x="6957034" y="1788462"/>
                  </a:lnTo>
                  <a:lnTo>
                    <a:pt x="6902333" y="1774606"/>
                  </a:lnTo>
                  <a:lnTo>
                    <a:pt x="6850416" y="1759073"/>
                  </a:lnTo>
                  <a:lnTo>
                    <a:pt x="6800426" y="1741741"/>
                  </a:lnTo>
                  <a:lnTo>
                    <a:pt x="6786527" y="1736505"/>
                  </a:lnTo>
                  <a:lnTo>
                    <a:pt x="6735740" y="1715869"/>
                  </a:lnTo>
                  <a:lnTo>
                    <a:pt x="6685448" y="1693184"/>
                  </a:lnTo>
                  <a:lnTo>
                    <a:pt x="6635152" y="1668417"/>
                  </a:lnTo>
                  <a:lnTo>
                    <a:pt x="6584510" y="1641602"/>
                  </a:lnTo>
                  <a:lnTo>
                    <a:pt x="6533310" y="1612849"/>
                  </a:lnTo>
                  <a:lnTo>
                    <a:pt x="6481460" y="1582344"/>
                  </a:lnTo>
                  <a:lnTo>
                    <a:pt x="6428972" y="1550354"/>
                  </a:lnTo>
                  <a:lnTo>
                    <a:pt x="6375945" y="1517217"/>
                  </a:lnTo>
                  <a:lnTo>
                    <a:pt x="6322547" y="1483330"/>
                  </a:lnTo>
                  <a:lnTo>
                    <a:pt x="6268990" y="1449131"/>
                  </a:lnTo>
                  <a:lnTo>
                    <a:pt x="6215506" y="1415073"/>
                  </a:lnTo>
                  <a:lnTo>
                    <a:pt x="6162317" y="1381604"/>
                  </a:lnTo>
                  <a:lnTo>
                    <a:pt x="6109610" y="1349139"/>
                  </a:lnTo>
                  <a:lnTo>
                    <a:pt x="6057513" y="1318039"/>
                  </a:lnTo>
                  <a:lnTo>
                    <a:pt x="6006073" y="1288600"/>
                  </a:lnTo>
                  <a:lnTo>
                    <a:pt x="5955238" y="1261038"/>
                  </a:lnTo>
                  <a:lnTo>
                    <a:pt x="5904845" y="1235491"/>
                  </a:lnTo>
                  <a:lnTo>
                    <a:pt x="5854601" y="1212022"/>
                  </a:lnTo>
                  <a:lnTo>
                    <a:pt x="5804069" y="1190622"/>
                  </a:lnTo>
                  <a:lnTo>
                    <a:pt x="5784835" y="1183082"/>
                  </a:lnTo>
                  <a:lnTo>
                    <a:pt x="5735255" y="1165233"/>
                  </a:lnTo>
                  <a:lnTo>
                    <a:pt x="5683965" y="1149200"/>
                  </a:lnTo>
                  <a:lnTo>
                    <a:pt x="5630144" y="1134885"/>
                  </a:lnTo>
                  <a:lnTo>
                    <a:pt x="5572877" y="1122129"/>
                  </a:lnTo>
                  <a:lnTo>
                    <a:pt x="5511233" y="1110753"/>
                  </a:lnTo>
                  <a:lnTo>
                    <a:pt x="5444349" y="1100582"/>
                  </a:lnTo>
                  <a:lnTo>
                    <a:pt x="5371532" y="1091468"/>
                  </a:lnTo>
                  <a:lnTo>
                    <a:pt x="5292401" y="1083290"/>
                  </a:lnTo>
                  <a:lnTo>
                    <a:pt x="5207069" y="1075960"/>
                  </a:lnTo>
                  <a:lnTo>
                    <a:pt x="5116358" y="1069426"/>
                  </a:lnTo>
                  <a:lnTo>
                    <a:pt x="5022010" y="1063669"/>
                  </a:lnTo>
                  <a:lnTo>
                    <a:pt x="4926815" y="1058693"/>
                  </a:lnTo>
                  <a:lnTo>
                    <a:pt x="4834548" y="1054517"/>
                  </a:lnTo>
                  <a:lnTo>
                    <a:pt x="4749620" y="1051155"/>
                  </a:lnTo>
                  <a:lnTo>
                    <a:pt x="4676403" y="1048597"/>
                  </a:lnTo>
                  <a:lnTo>
                    <a:pt x="4618356" y="1046795"/>
                  </a:lnTo>
                  <a:lnTo>
                    <a:pt x="4577202" y="1045652"/>
                  </a:lnTo>
                  <a:lnTo>
                    <a:pt x="4552412" y="1045033"/>
                  </a:lnTo>
                  <a:lnTo>
                    <a:pt x="4541157" y="1044780"/>
                  </a:lnTo>
                  <a:lnTo>
                    <a:pt x="4538572" y="1044727"/>
                  </a:lnTo>
                  <a:lnTo>
                    <a:pt x="4538543" y="1044726"/>
                  </a:lnTo>
                  <a:lnTo>
                    <a:pt x="4016409" y="1044726"/>
                  </a:lnTo>
                  <a:lnTo>
                    <a:pt x="4015157" y="1044695"/>
                  </a:lnTo>
                  <a:lnTo>
                    <a:pt x="4006970" y="1044469"/>
                  </a:lnTo>
                  <a:lnTo>
                    <a:pt x="3986494" y="1043844"/>
                  </a:lnTo>
                  <a:lnTo>
                    <a:pt x="3950295" y="1042618"/>
                  </a:lnTo>
                  <a:lnTo>
                    <a:pt x="3897174" y="1040610"/>
                  </a:lnTo>
                  <a:lnTo>
                    <a:pt x="3828224" y="1037684"/>
                  </a:lnTo>
                  <a:lnTo>
                    <a:pt x="3746459" y="1033761"/>
                  </a:lnTo>
                  <a:lnTo>
                    <a:pt x="3656052" y="1028817"/>
                  </a:lnTo>
                  <a:lnTo>
                    <a:pt x="3561464" y="1022863"/>
                  </a:lnTo>
                  <a:lnTo>
                    <a:pt x="3466688" y="1015922"/>
                  </a:lnTo>
                  <a:lnTo>
                    <a:pt x="3374813" y="1008009"/>
                  </a:lnTo>
                  <a:lnTo>
                    <a:pt x="3287877" y="999109"/>
                  </a:lnTo>
                  <a:lnTo>
                    <a:pt x="3206957" y="989170"/>
                  </a:lnTo>
                  <a:lnTo>
                    <a:pt x="3132357" y="978095"/>
                  </a:lnTo>
                  <a:lnTo>
                    <a:pt x="3063826" y="965746"/>
                  </a:lnTo>
                  <a:lnTo>
                    <a:pt x="3000754" y="951947"/>
                  </a:lnTo>
                  <a:lnTo>
                    <a:pt x="2942322" y="936487"/>
                  </a:lnTo>
                  <a:lnTo>
                    <a:pt x="2887617" y="919142"/>
                  </a:lnTo>
                  <a:lnTo>
                    <a:pt x="2835715" y="899700"/>
                  </a:lnTo>
                  <a:lnTo>
                    <a:pt x="2785760" y="878006"/>
                  </a:lnTo>
                  <a:lnTo>
                    <a:pt x="2770117" y="870605"/>
                  </a:lnTo>
                  <a:lnTo>
                    <a:pt x="2720919" y="845492"/>
                  </a:lnTo>
                  <a:lnTo>
                    <a:pt x="2672201" y="817961"/>
                  </a:lnTo>
                  <a:lnTo>
                    <a:pt x="2623504" y="787973"/>
                  </a:lnTo>
                  <a:lnTo>
                    <a:pt x="2574506" y="755559"/>
                  </a:lnTo>
                  <a:lnTo>
                    <a:pt x="2525003" y="720835"/>
                  </a:lnTo>
                  <a:lnTo>
                    <a:pt x="2474897" y="684002"/>
                  </a:lnTo>
                  <a:lnTo>
                    <a:pt x="2424182" y="645349"/>
                  </a:lnTo>
                  <a:lnTo>
                    <a:pt x="2372936" y="605247"/>
                  </a:lnTo>
                  <a:lnTo>
                    <a:pt x="2321296" y="564135"/>
                  </a:lnTo>
                  <a:lnTo>
                    <a:pt x="2269448" y="522505"/>
                  </a:lnTo>
                  <a:lnTo>
                    <a:pt x="2217599" y="480873"/>
                  </a:lnTo>
                  <a:lnTo>
                    <a:pt x="2165958" y="439757"/>
                  </a:lnTo>
                  <a:lnTo>
                    <a:pt x="2114708" y="399646"/>
                  </a:lnTo>
                  <a:lnTo>
                    <a:pt x="2063990" y="360982"/>
                  </a:lnTo>
                  <a:lnTo>
                    <a:pt x="2013879" y="324135"/>
                  </a:lnTo>
                  <a:lnTo>
                    <a:pt x="1964372" y="289396"/>
                  </a:lnTo>
                  <a:lnTo>
                    <a:pt x="1915371" y="256966"/>
                  </a:lnTo>
                  <a:lnTo>
                    <a:pt x="1866673" y="226961"/>
                  </a:lnTo>
                  <a:lnTo>
                    <a:pt x="1817957" y="199413"/>
                  </a:lnTo>
                  <a:lnTo>
                    <a:pt x="1768763" y="174284"/>
                  </a:lnTo>
                  <a:lnTo>
                    <a:pt x="1768425" y="174121"/>
                  </a:lnTo>
                  <a:lnTo>
                    <a:pt x="1718934" y="151696"/>
                  </a:lnTo>
                  <a:lnTo>
                    <a:pt x="1667741" y="131547"/>
                  </a:lnTo>
                  <a:lnTo>
                    <a:pt x="1614028" y="113555"/>
                  </a:lnTo>
                  <a:lnTo>
                    <a:pt x="1556887" y="97519"/>
                  </a:lnTo>
                  <a:lnTo>
                    <a:pt x="1495390" y="83214"/>
                  </a:lnTo>
                  <a:lnTo>
                    <a:pt x="1428679" y="70423"/>
                  </a:lnTo>
                  <a:lnTo>
                    <a:pt x="1356062" y="58959"/>
                  </a:lnTo>
                  <a:lnTo>
                    <a:pt x="1277155" y="48670"/>
                  </a:lnTo>
                  <a:lnTo>
                    <a:pt x="1192063" y="39446"/>
                  </a:lnTo>
                  <a:lnTo>
                    <a:pt x="1101591" y="31222"/>
                  </a:lnTo>
                  <a:lnTo>
                    <a:pt x="1007455" y="23970"/>
                  </a:lnTo>
                  <a:lnTo>
                    <a:pt x="912410" y="17699"/>
                  </a:lnTo>
                  <a:lnTo>
                    <a:pt x="820196" y="12430"/>
                  </a:lnTo>
                  <a:lnTo>
                    <a:pt x="735189" y="8182"/>
                  </a:lnTo>
                  <a:lnTo>
                    <a:pt x="661752" y="4944"/>
                  </a:lnTo>
                  <a:lnTo>
                    <a:pt x="603360" y="2655"/>
                  </a:lnTo>
                  <a:lnTo>
                    <a:pt x="561782" y="1198"/>
                  </a:lnTo>
                  <a:lnTo>
                    <a:pt x="536562" y="403"/>
                  </a:lnTo>
                  <a:lnTo>
                    <a:pt x="524952" y="72"/>
                  </a:lnTo>
                  <a:lnTo>
                    <a:pt x="522175" y="1"/>
                  </a:lnTo>
                  <a:lnTo>
                    <a:pt x="522133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6" name="pg26"/>
            <p:cNvSpPr/>
            <p:nvPr/>
          </p:nvSpPr>
          <p:spPr>
            <a:xfrm>
              <a:off x="386606" y="1462256"/>
              <a:ext cx="8554953" cy="2625934"/>
            </a:xfrm>
            <a:custGeom>
              <a:avLst/>
              <a:pathLst>
                <a:path w="8554953" h="2625934">
                  <a:moveTo>
                    <a:pt x="0" y="5647"/>
                  </a:moveTo>
                  <a:lnTo>
                    <a:pt x="522133" y="5647"/>
                  </a:lnTo>
                  <a:lnTo>
                    <a:pt x="523385" y="5678"/>
                  </a:lnTo>
                  <a:lnTo>
                    <a:pt x="531572" y="5904"/>
                  </a:lnTo>
                  <a:lnTo>
                    <a:pt x="552048" y="6528"/>
                  </a:lnTo>
                  <a:lnTo>
                    <a:pt x="588248" y="7755"/>
                  </a:lnTo>
                  <a:lnTo>
                    <a:pt x="641369" y="9763"/>
                  </a:lnTo>
                  <a:lnTo>
                    <a:pt x="710318" y="12689"/>
                  </a:lnTo>
                  <a:lnTo>
                    <a:pt x="792084" y="16611"/>
                  </a:lnTo>
                  <a:lnTo>
                    <a:pt x="882490" y="21556"/>
                  </a:lnTo>
                  <a:lnTo>
                    <a:pt x="977078" y="27510"/>
                  </a:lnTo>
                  <a:lnTo>
                    <a:pt x="1071854" y="34450"/>
                  </a:lnTo>
                  <a:lnTo>
                    <a:pt x="1163729" y="42364"/>
                  </a:lnTo>
                  <a:lnTo>
                    <a:pt x="1250665" y="51264"/>
                  </a:lnTo>
                  <a:lnTo>
                    <a:pt x="1331585" y="61203"/>
                  </a:lnTo>
                  <a:lnTo>
                    <a:pt x="1406185" y="72278"/>
                  </a:lnTo>
                  <a:lnTo>
                    <a:pt x="1474717" y="84627"/>
                  </a:lnTo>
                  <a:lnTo>
                    <a:pt x="1537789" y="98426"/>
                  </a:lnTo>
                  <a:lnTo>
                    <a:pt x="1596220" y="113886"/>
                  </a:lnTo>
                  <a:lnTo>
                    <a:pt x="1650925" y="131230"/>
                  </a:lnTo>
                  <a:lnTo>
                    <a:pt x="1702827" y="150673"/>
                  </a:lnTo>
                  <a:lnTo>
                    <a:pt x="1752782" y="172367"/>
                  </a:lnTo>
                  <a:lnTo>
                    <a:pt x="1768425" y="179768"/>
                  </a:lnTo>
                  <a:lnTo>
                    <a:pt x="1817623" y="204881"/>
                  </a:lnTo>
                  <a:lnTo>
                    <a:pt x="1866341" y="232412"/>
                  </a:lnTo>
                  <a:lnTo>
                    <a:pt x="1915038" y="262400"/>
                  </a:lnTo>
                  <a:lnTo>
                    <a:pt x="1964036" y="294814"/>
                  </a:lnTo>
                  <a:lnTo>
                    <a:pt x="2013539" y="329538"/>
                  </a:lnTo>
                  <a:lnTo>
                    <a:pt x="2063646" y="366371"/>
                  </a:lnTo>
                  <a:lnTo>
                    <a:pt x="2114360" y="405024"/>
                  </a:lnTo>
                  <a:lnTo>
                    <a:pt x="2165607" y="445126"/>
                  </a:lnTo>
                  <a:lnTo>
                    <a:pt x="2217246" y="486238"/>
                  </a:lnTo>
                  <a:lnTo>
                    <a:pt x="2269094" y="527868"/>
                  </a:lnTo>
                  <a:lnTo>
                    <a:pt x="2320943" y="569500"/>
                  </a:lnTo>
                  <a:lnTo>
                    <a:pt x="2372584" y="610616"/>
                  </a:lnTo>
                  <a:lnTo>
                    <a:pt x="2423834" y="650727"/>
                  </a:lnTo>
                  <a:lnTo>
                    <a:pt x="2474553" y="689391"/>
                  </a:lnTo>
                  <a:lnTo>
                    <a:pt x="2524663" y="726238"/>
                  </a:lnTo>
                  <a:lnTo>
                    <a:pt x="2574170" y="760977"/>
                  </a:lnTo>
                  <a:lnTo>
                    <a:pt x="2623171" y="793407"/>
                  </a:lnTo>
                  <a:lnTo>
                    <a:pt x="2671869" y="823412"/>
                  </a:lnTo>
                  <a:lnTo>
                    <a:pt x="2720585" y="850960"/>
                  </a:lnTo>
                  <a:lnTo>
                    <a:pt x="2769779" y="876089"/>
                  </a:lnTo>
                  <a:lnTo>
                    <a:pt x="2770117" y="876252"/>
                  </a:lnTo>
                  <a:lnTo>
                    <a:pt x="2819608" y="898677"/>
                  </a:lnTo>
                  <a:lnTo>
                    <a:pt x="2870802" y="918825"/>
                  </a:lnTo>
                  <a:lnTo>
                    <a:pt x="2924514" y="936817"/>
                  </a:lnTo>
                  <a:lnTo>
                    <a:pt x="2981655" y="952854"/>
                  </a:lnTo>
                  <a:lnTo>
                    <a:pt x="3043152" y="967159"/>
                  </a:lnTo>
                  <a:lnTo>
                    <a:pt x="3109863" y="979949"/>
                  </a:lnTo>
                  <a:lnTo>
                    <a:pt x="3182480" y="991413"/>
                  </a:lnTo>
                  <a:lnTo>
                    <a:pt x="3261387" y="1001703"/>
                  </a:lnTo>
                  <a:lnTo>
                    <a:pt x="3346479" y="1010927"/>
                  </a:lnTo>
                  <a:lnTo>
                    <a:pt x="3436951" y="1019151"/>
                  </a:lnTo>
                  <a:lnTo>
                    <a:pt x="3531087" y="1026402"/>
                  </a:lnTo>
                  <a:lnTo>
                    <a:pt x="3626132" y="1032674"/>
                  </a:lnTo>
                  <a:lnTo>
                    <a:pt x="3718347" y="1037943"/>
                  </a:lnTo>
                  <a:lnTo>
                    <a:pt x="3803353" y="1042190"/>
                  </a:lnTo>
                  <a:lnTo>
                    <a:pt x="3876790" y="1045429"/>
                  </a:lnTo>
                  <a:lnTo>
                    <a:pt x="3935182" y="1047717"/>
                  </a:lnTo>
                  <a:lnTo>
                    <a:pt x="3976760" y="1049175"/>
                  </a:lnTo>
                  <a:lnTo>
                    <a:pt x="4001980" y="1049970"/>
                  </a:lnTo>
                  <a:lnTo>
                    <a:pt x="4013590" y="1050300"/>
                  </a:lnTo>
                  <a:lnTo>
                    <a:pt x="4016409" y="1050373"/>
                  </a:lnTo>
                  <a:lnTo>
                    <a:pt x="4538543" y="1050373"/>
                  </a:lnTo>
                  <a:lnTo>
                    <a:pt x="4539773" y="1050420"/>
                  </a:lnTo>
                  <a:lnTo>
                    <a:pt x="4547819" y="1050754"/>
                  </a:lnTo>
                  <a:lnTo>
                    <a:pt x="4567957" y="1051679"/>
                  </a:lnTo>
                  <a:lnTo>
                    <a:pt x="4603589" y="1053495"/>
                  </a:lnTo>
                  <a:lnTo>
                    <a:pt x="4655941" y="1056471"/>
                  </a:lnTo>
                  <a:lnTo>
                    <a:pt x="4723997" y="1060809"/>
                  </a:lnTo>
                  <a:lnTo>
                    <a:pt x="4804849" y="1066630"/>
                  </a:lnTo>
                  <a:lnTo>
                    <a:pt x="4894424" y="1073972"/>
                  </a:lnTo>
                  <a:lnTo>
                    <a:pt x="4988336" y="1082822"/>
                  </a:lnTo>
                  <a:lnTo>
                    <a:pt x="5082625" y="1093142"/>
                  </a:lnTo>
                  <a:lnTo>
                    <a:pt x="5174202" y="1104912"/>
                  </a:lnTo>
                  <a:lnTo>
                    <a:pt x="5261000" y="1118150"/>
                  </a:lnTo>
                  <a:lnTo>
                    <a:pt x="5341902" y="1132928"/>
                  </a:lnTo>
                  <a:lnTo>
                    <a:pt x="5416560" y="1149385"/>
                  </a:lnTo>
                  <a:lnTo>
                    <a:pt x="5485185" y="1167720"/>
                  </a:lnTo>
                  <a:lnTo>
                    <a:pt x="5548351" y="1188191"/>
                  </a:lnTo>
                  <a:lnTo>
                    <a:pt x="5606848" y="1211104"/>
                  </a:lnTo>
                  <a:lnTo>
                    <a:pt x="5661570" y="1236791"/>
                  </a:lnTo>
                  <a:lnTo>
                    <a:pt x="5713425" y="1265572"/>
                  </a:lnTo>
                  <a:lnTo>
                    <a:pt x="5763267" y="1297691"/>
                  </a:lnTo>
                  <a:lnTo>
                    <a:pt x="5784835" y="1312967"/>
                  </a:lnTo>
                  <a:lnTo>
                    <a:pt x="5829967" y="1347552"/>
                  </a:lnTo>
                  <a:lnTo>
                    <a:pt x="5874659" y="1385196"/>
                  </a:lnTo>
                  <a:lnTo>
                    <a:pt x="5919279" y="1425954"/>
                  </a:lnTo>
                  <a:lnTo>
                    <a:pt x="5964096" y="1469807"/>
                  </a:lnTo>
                  <a:lnTo>
                    <a:pt x="6009292" y="1516651"/>
                  </a:lnTo>
                  <a:lnTo>
                    <a:pt x="6054972" y="1566290"/>
                  </a:lnTo>
                  <a:lnTo>
                    <a:pt x="6101171" y="1618434"/>
                  </a:lnTo>
                  <a:lnTo>
                    <a:pt x="6147863" y="1672701"/>
                  </a:lnTo>
                  <a:lnTo>
                    <a:pt x="6194969" y="1728629"/>
                  </a:lnTo>
                  <a:lnTo>
                    <a:pt x="6242370" y="1785686"/>
                  </a:lnTo>
                  <a:lnTo>
                    <a:pt x="6289918" y="1843291"/>
                  </a:lnTo>
                  <a:lnTo>
                    <a:pt x="6337451" y="1900843"/>
                  </a:lnTo>
                  <a:lnTo>
                    <a:pt x="6384809" y="1957740"/>
                  </a:lnTo>
                  <a:lnTo>
                    <a:pt x="6431849" y="2013409"/>
                  </a:lnTo>
                  <a:lnTo>
                    <a:pt x="6478458" y="2067330"/>
                  </a:lnTo>
                  <a:lnTo>
                    <a:pt x="6524565" y="2119053"/>
                  </a:lnTo>
                  <a:lnTo>
                    <a:pt x="6570155" y="2168212"/>
                  </a:lnTo>
                  <a:lnTo>
                    <a:pt x="6615273" y="2214535"/>
                  </a:lnTo>
                  <a:lnTo>
                    <a:pt x="6660039" y="2257842"/>
                  </a:lnTo>
                  <a:lnTo>
                    <a:pt x="6704650" y="2298044"/>
                  </a:lnTo>
                  <a:lnTo>
                    <a:pt x="6749390" y="2335137"/>
                  </a:lnTo>
                  <a:lnTo>
                    <a:pt x="6786527" y="2363341"/>
                  </a:lnTo>
                  <a:lnTo>
                    <a:pt x="6835716" y="2396967"/>
                  </a:lnTo>
                  <a:lnTo>
                    <a:pt x="6886583" y="2427200"/>
                  </a:lnTo>
                  <a:lnTo>
                    <a:pt x="6939928" y="2454218"/>
                  </a:lnTo>
                  <a:lnTo>
                    <a:pt x="6996645" y="2478315"/>
                  </a:lnTo>
                  <a:lnTo>
                    <a:pt x="7057642" y="2499825"/>
                  </a:lnTo>
                  <a:lnTo>
                    <a:pt x="7123769" y="2519068"/>
                  </a:lnTo>
                  <a:lnTo>
                    <a:pt x="7195710" y="2536326"/>
                  </a:lnTo>
                  <a:lnTo>
                    <a:pt x="7273859" y="2551825"/>
                  </a:lnTo>
                  <a:lnTo>
                    <a:pt x="7358139" y="2565731"/>
                  </a:lnTo>
                  <a:lnTo>
                    <a:pt x="7447800" y="2578144"/>
                  </a:lnTo>
                  <a:lnTo>
                    <a:pt x="7541212" y="2589106"/>
                  </a:lnTo>
                  <a:lnTo>
                    <a:pt x="7635734" y="2598610"/>
                  </a:lnTo>
                  <a:lnTo>
                    <a:pt x="7727755" y="2606622"/>
                  </a:lnTo>
                  <a:lnTo>
                    <a:pt x="7813001" y="2613114"/>
                  </a:lnTo>
                  <a:lnTo>
                    <a:pt x="7887157" y="2618097"/>
                  </a:lnTo>
                  <a:lnTo>
                    <a:pt x="7946697" y="2621655"/>
                  </a:lnTo>
                  <a:lnTo>
                    <a:pt x="7989699" y="2623953"/>
                  </a:lnTo>
                  <a:lnTo>
                    <a:pt x="8016386" y="2625235"/>
                  </a:lnTo>
                  <a:lnTo>
                    <a:pt x="8029227" y="2625793"/>
                  </a:lnTo>
                  <a:lnTo>
                    <a:pt x="8032819" y="2625934"/>
                  </a:lnTo>
                  <a:lnTo>
                    <a:pt x="8554953" y="2625934"/>
                  </a:lnTo>
                  <a:lnTo>
                    <a:pt x="8554953" y="2620287"/>
                  </a:lnTo>
                  <a:lnTo>
                    <a:pt x="8032819" y="2620287"/>
                  </a:lnTo>
                  <a:lnTo>
                    <a:pt x="8031589" y="2620240"/>
                  </a:lnTo>
                  <a:lnTo>
                    <a:pt x="8023543" y="2619906"/>
                  </a:lnTo>
                  <a:lnTo>
                    <a:pt x="8003405" y="2618981"/>
                  </a:lnTo>
                  <a:lnTo>
                    <a:pt x="7967773" y="2617165"/>
                  </a:lnTo>
                  <a:lnTo>
                    <a:pt x="7915421" y="2614190"/>
                  </a:lnTo>
                  <a:lnTo>
                    <a:pt x="7847365" y="2609851"/>
                  </a:lnTo>
                  <a:lnTo>
                    <a:pt x="7766513" y="2604031"/>
                  </a:lnTo>
                  <a:lnTo>
                    <a:pt x="7676938" y="2596688"/>
                  </a:lnTo>
                  <a:lnTo>
                    <a:pt x="7583026" y="2587839"/>
                  </a:lnTo>
                  <a:lnTo>
                    <a:pt x="7488737" y="2577518"/>
                  </a:lnTo>
                  <a:lnTo>
                    <a:pt x="7397159" y="2565748"/>
                  </a:lnTo>
                  <a:lnTo>
                    <a:pt x="7310362" y="2552510"/>
                  </a:lnTo>
                  <a:lnTo>
                    <a:pt x="7229460" y="2537732"/>
                  </a:lnTo>
                  <a:lnTo>
                    <a:pt x="7154802" y="2521275"/>
                  </a:lnTo>
                  <a:lnTo>
                    <a:pt x="7086177" y="2502940"/>
                  </a:lnTo>
                  <a:lnTo>
                    <a:pt x="7023011" y="2482469"/>
                  </a:lnTo>
                  <a:lnTo>
                    <a:pt x="6964514" y="2459556"/>
                  </a:lnTo>
                  <a:lnTo>
                    <a:pt x="6909792" y="2433869"/>
                  </a:lnTo>
                  <a:lnTo>
                    <a:pt x="6857936" y="2405088"/>
                  </a:lnTo>
                  <a:lnTo>
                    <a:pt x="6808095" y="2372970"/>
                  </a:lnTo>
                  <a:lnTo>
                    <a:pt x="6786527" y="2357693"/>
                  </a:lnTo>
                  <a:lnTo>
                    <a:pt x="6741395" y="2323108"/>
                  </a:lnTo>
                  <a:lnTo>
                    <a:pt x="6696703" y="2285464"/>
                  </a:lnTo>
                  <a:lnTo>
                    <a:pt x="6652083" y="2244706"/>
                  </a:lnTo>
                  <a:lnTo>
                    <a:pt x="6607266" y="2200853"/>
                  </a:lnTo>
                  <a:lnTo>
                    <a:pt x="6562070" y="2154009"/>
                  </a:lnTo>
                  <a:lnTo>
                    <a:pt x="6516390" y="2104370"/>
                  </a:lnTo>
                  <a:lnTo>
                    <a:pt x="6470191" y="2052227"/>
                  </a:lnTo>
                  <a:lnTo>
                    <a:pt x="6423499" y="1997959"/>
                  </a:lnTo>
                  <a:lnTo>
                    <a:pt x="6376392" y="1942031"/>
                  </a:lnTo>
                  <a:lnTo>
                    <a:pt x="6328992" y="1884975"/>
                  </a:lnTo>
                  <a:lnTo>
                    <a:pt x="6281444" y="1827369"/>
                  </a:lnTo>
                  <a:lnTo>
                    <a:pt x="6233911" y="1769817"/>
                  </a:lnTo>
                  <a:lnTo>
                    <a:pt x="6186553" y="1712920"/>
                  </a:lnTo>
                  <a:lnTo>
                    <a:pt x="6139513" y="1657251"/>
                  </a:lnTo>
                  <a:lnTo>
                    <a:pt x="6092904" y="1603330"/>
                  </a:lnTo>
                  <a:lnTo>
                    <a:pt x="6046797" y="1551607"/>
                  </a:lnTo>
                  <a:lnTo>
                    <a:pt x="6001207" y="1502448"/>
                  </a:lnTo>
                  <a:lnTo>
                    <a:pt x="5956089" y="1456125"/>
                  </a:lnTo>
                  <a:lnTo>
                    <a:pt x="5911322" y="1412818"/>
                  </a:lnTo>
                  <a:lnTo>
                    <a:pt x="5866712" y="1372616"/>
                  </a:lnTo>
                  <a:lnTo>
                    <a:pt x="5821972" y="1335523"/>
                  </a:lnTo>
                  <a:lnTo>
                    <a:pt x="5784835" y="1307320"/>
                  </a:lnTo>
                  <a:lnTo>
                    <a:pt x="5735646" y="1273694"/>
                  </a:lnTo>
                  <a:lnTo>
                    <a:pt x="5684779" y="1243460"/>
                  </a:lnTo>
                  <a:lnTo>
                    <a:pt x="5631434" y="1216443"/>
                  </a:lnTo>
                  <a:lnTo>
                    <a:pt x="5574717" y="1192345"/>
                  </a:lnTo>
                  <a:lnTo>
                    <a:pt x="5513720" y="1170835"/>
                  </a:lnTo>
                  <a:lnTo>
                    <a:pt x="5447593" y="1151592"/>
                  </a:lnTo>
                  <a:lnTo>
                    <a:pt x="5375652" y="1134334"/>
                  </a:lnTo>
                  <a:lnTo>
                    <a:pt x="5297503" y="1118835"/>
                  </a:lnTo>
                  <a:lnTo>
                    <a:pt x="5213223" y="1104929"/>
                  </a:lnTo>
                  <a:lnTo>
                    <a:pt x="5123562" y="1092516"/>
                  </a:lnTo>
                  <a:lnTo>
                    <a:pt x="5030150" y="1081554"/>
                  </a:lnTo>
                  <a:lnTo>
                    <a:pt x="4935628" y="1072051"/>
                  </a:lnTo>
                  <a:lnTo>
                    <a:pt x="4843607" y="1064038"/>
                  </a:lnTo>
                  <a:lnTo>
                    <a:pt x="4758361" y="1057546"/>
                  </a:lnTo>
                  <a:lnTo>
                    <a:pt x="4684205" y="1052563"/>
                  </a:lnTo>
                  <a:lnTo>
                    <a:pt x="4624665" y="1049005"/>
                  </a:lnTo>
                  <a:lnTo>
                    <a:pt x="4581663" y="1046707"/>
                  </a:lnTo>
                  <a:lnTo>
                    <a:pt x="4554976" y="1045425"/>
                  </a:lnTo>
                  <a:lnTo>
                    <a:pt x="4542135" y="1044868"/>
                  </a:lnTo>
                  <a:lnTo>
                    <a:pt x="4538543" y="1044726"/>
                  </a:lnTo>
                  <a:lnTo>
                    <a:pt x="4016409" y="1044726"/>
                  </a:lnTo>
                  <a:lnTo>
                    <a:pt x="4015157" y="1044695"/>
                  </a:lnTo>
                  <a:lnTo>
                    <a:pt x="4006970" y="1044469"/>
                  </a:lnTo>
                  <a:lnTo>
                    <a:pt x="3986494" y="1043844"/>
                  </a:lnTo>
                  <a:lnTo>
                    <a:pt x="3950295" y="1042618"/>
                  </a:lnTo>
                  <a:lnTo>
                    <a:pt x="3897174" y="1040610"/>
                  </a:lnTo>
                  <a:lnTo>
                    <a:pt x="3828224" y="1037684"/>
                  </a:lnTo>
                  <a:lnTo>
                    <a:pt x="3746459" y="1033761"/>
                  </a:lnTo>
                  <a:lnTo>
                    <a:pt x="3656052" y="1028817"/>
                  </a:lnTo>
                  <a:lnTo>
                    <a:pt x="3561464" y="1022863"/>
                  </a:lnTo>
                  <a:lnTo>
                    <a:pt x="3466688" y="1015922"/>
                  </a:lnTo>
                  <a:lnTo>
                    <a:pt x="3374813" y="1008009"/>
                  </a:lnTo>
                  <a:lnTo>
                    <a:pt x="3287877" y="999109"/>
                  </a:lnTo>
                  <a:lnTo>
                    <a:pt x="3206957" y="989170"/>
                  </a:lnTo>
                  <a:lnTo>
                    <a:pt x="3132357" y="978095"/>
                  </a:lnTo>
                  <a:lnTo>
                    <a:pt x="3063826" y="965746"/>
                  </a:lnTo>
                  <a:lnTo>
                    <a:pt x="3000754" y="951947"/>
                  </a:lnTo>
                  <a:lnTo>
                    <a:pt x="2942322" y="936487"/>
                  </a:lnTo>
                  <a:lnTo>
                    <a:pt x="2887617" y="919142"/>
                  </a:lnTo>
                  <a:lnTo>
                    <a:pt x="2835715" y="899700"/>
                  </a:lnTo>
                  <a:lnTo>
                    <a:pt x="2785760" y="878006"/>
                  </a:lnTo>
                  <a:lnTo>
                    <a:pt x="2770117" y="870605"/>
                  </a:lnTo>
                  <a:lnTo>
                    <a:pt x="2720919" y="845492"/>
                  </a:lnTo>
                  <a:lnTo>
                    <a:pt x="2672201" y="817961"/>
                  </a:lnTo>
                  <a:lnTo>
                    <a:pt x="2623504" y="787973"/>
                  </a:lnTo>
                  <a:lnTo>
                    <a:pt x="2574506" y="755559"/>
                  </a:lnTo>
                  <a:lnTo>
                    <a:pt x="2525003" y="720835"/>
                  </a:lnTo>
                  <a:lnTo>
                    <a:pt x="2474897" y="684002"/>
                  </a:lnTo>
                  <a:lnTo>
                    <a:pt x="2424182" y="645349"/>
                  </a:lnTo>
                  <a:lnTo>
                    <a:pt x="2372936" y="605247"/>
                  </a:lnTo>
                  <a:lnTo>
                    <a:pt x="2321296" y="564135"/>
                  </a:lnTo>
                  <a:lnTo>
                    <a:pt x="2269448" y="522505"/>
                  </a:lnTo>
                  <a:lnTo>
                    <a:pt x="2217599" y="480873"/>
                  </a:lnTo>
                  <a:lnTo>
                    <a:pt x="2165958" y="439757"/>
                  </a:lnTo>
                  <a:lnTo>
                    <a:pt x="2114708" y="399646"/>
                  </a:lnTo>
                  <a:lnTo>
                    <a:pt x="2063990" y="360982"/>
                  </a:lnTo>
                  <a:lnTo>
                    <a:pt x="2013879" y="324135"/>
                  </a:lnTo>
                  <a:lnTo>
                    <a:pt x="1964372" y="289396"/>
                  </a:lnTo>
                  <a:lnTo>
                    <a:pt x="1915371" y="256966"/>
                  </a:lnTo>
                  <a:lnTo>
                    <a:pt x="1866673" y="226961"/>
                  </a:lnTo>
                  <a:lnTo>
                    <a:pt x="1817957" y="199413"/>
                  </a:lnTo>
                  <a:lnTo>
                    <a:pt x="1768763" y="174284"/>
                  </a:lnTo>
                  <a:lnTo>
                    <a:pt x="1768425" y="174121"/>
                  </a:lnTo>
                  <a:lnTo>
                    <a:pt x="1718934" y="151696"/>
                  </a:lnTo>
                  <a:lnTo>
                    <a:pt x="1667741" y="131547"/>
                  </a:lnTo>
                  <a:lnTo>
                    <a:pt x="1614028" y="113555"/>
                  </a:lnTo>
                  <a:lnTo>
                    <a:pt x="1556887" y="97519"/>
                  </a:lnTo>
                  <a:lnTo>
                    <a:pt x="1495390" y="83214"/>
                  </a:lnTo>
                  <a:lnTo>
                    <a:pt x="1428679" y="70423"/>
                  </a:lnTo>
                  <a:lnTo>
                    <a:pt x="1356062" y="58959"/>
                  </a:lnTo>
                  <a:lnTo>
                    <a:pt x="1277155" y="48670"/>
                  </a:lnTo>
                  <a:lnTo>
                    <a:pt x="1192063" y="39446"/>
                  </a:lnTo>
                  <a:lnTo>
                    <a:pt x="1101591" y="31222"/>
                  </a:lnTo>
                  <a:lnTo>
                    <a:pt x="1007455" y="23970"/>
                  </a:lnTo>
                  <a:lnTo>
                    <a:pt x="912410" y="17699"/>
                  </a:lnTo>
                  <a:lnTo>
                    <a:pt x="820196" y="12430"/>
                  </a:lnTo>
                  <a:lnTo>
                    <a:pt x="735189" y="8182"/>
                  </a:lnTo>
                  <a:lnTo>
                    <a:pt x="661752" y="4944"/>
                  </a:lnTo>
                  <a:lnTo>
                    <a:pt x="603360" y="2655"/>
                  </a:lnTo>
                  <a:lnTo>
                    <a:pt x="561782" y="1198"/>
                  </a:lnTo>
                  <a:lnTo>
                    <a:pt x="536562" y="403"/>
                  </a:lnTo>
                  <a:lnTo>
                    <a:pt x="524952" y="72"/>
                  </a:lnTo>
                  <a:lnTo>
                    <a:pt x="5221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27" name="pl27"/>
            <p:cNvSpPr/>
            <p:nvPr/>
          </p:nvSpPr>
          <p:spPr>
            <a:xfrm>
              <a:off x="386606" y="1467903"/>
              <a:ext cx="8554953" cy="2620287"/>
            </a:xfrm>
            <a:custGeom>
              <a:avLst/>
              <a:pathLst>
                <a:path w="8554953" h="2620287">
                  <a:moveTo>
                    <a:pt x="0" y="0"/>
                  </a:moveTo>
                  <a:lnTo>
                    <a:pt x="522133" y="0"/>
                  </a:lnTo>
                  <a:lnTo>
                    <a:pt x="523385" y="31"/>
                  </a:lnTo>
                  <a:lnTo>
                    <a:pt x="531572" y="257"/>
                  </a:lnTo>
                  <a:lnTo>
                    <a:pt x="552048" y="881"/>
                  </a:lnTo>
                  <a:lnTo>
                    <a:pt x="588248" y="2107"/>
                  </a:lnTo>
                  <a:lnTo>
                    <a:pt x="641369" y="4116"/>
                  </a:lnTo>
                  <a:lnTo>
                    <a:pt x="710318" y="7042"/>
                  </a:lnTo>
                  <a:lnTo>
                    <a:pt x="792084" y="10964"/>
                  </a:lnTo>
                  <a:lnTo>
                    <a:pt x="882490" y="15908"/>
                  </a:lnTo>
                  <a:lnTo>
                    <a:pt x="977078" y="21863"/>
                  </a:lnTo>
                  <a:lnTo>
                    <a:pt x="1071854" y="28803"/>
                  </a:lnTo>
                  <a:lnTo>
                    <a:pt x="1163729" y="36716"/>
                  </a:lnTo>
                  <a:lnTo>
                    <a:pt x="1250665" y="45616"/>
                  </a:lnTo>
                  <a:lnTo>
                    <a:pt x="1331585" y="55556"/>
                  </a:lnTo>
                  <a:lnTo>
                    <a:pt x="1406185" y="66631"/>
                  </a:lnTo>
                  <a:lnTo>
                    <a:pt x="1474717" y="78979"/>
                  </a:lnTo>
                  <a:lnTo>
                    <a:pt x="1537789" y="92779"/>
                  </a:lnTo>
                  <a:lnTo>
                    <a:pt x="1596220" y="108239"/>
                  </a:lnTo>
                  <a:lnTo>
                    <a:pt x="1650925" y="125583"/>
                  </a:lnTo>
                  <a:lnTo>
                    <a:pt x="1702827" y="145026"/>
                  </a:lnTo>
                  <a:lnTo>
                    <a:pt x="1752782" y="166719"/>
                  </a:lnTo>
                  <a:lnTo>
                    <a:pt x="1768425" y="174121"/>
                  </a:lnTo>
                  <a:lnTo>
                    <a:pt x="1817623" y="199234"/>
                  </a:lnTo>
                  <a:lnTo>
                    <a:pt x="1866341" y="226764"/>
                  </a:lnTo>
                  <a:lnTo>
                    <a:pt x="1915038" y="256753"/>
                  </a:lnTo>
                  <a:lnTo>
                    <a:pt x="1964036" y="289167"/>
                  </a:lnTo>
                  <a:lnTo>
                    <a:pt x="2013539" y="323891"/>
                  </a:lnTo>
                  <a:lnTo>
                    <a:pt x="2063646" y="360724"/>
                  </a:lnTo>
                  <a:lnTo>
                    <a:pt x="2114360" y="399377"/>
                  </a:lnTo>
                  <a:lnTo>
                    <a:pt x="2165607" y="439479"/>
                  </a:lnTo>
                  <a:lnTo>
                    <a:pt x="2217246" y="480590"/>
                  </a:lnTo>
                  <a:lnTo>
                    <a:pt x="2269094" y="522220"/>
                  </a:lnTo>
                  <a:lnTo>
                    <a:pt x="2320943" y="563852"/>
                  </a:lnTo>
                  <a:lnTo>
                    <a:pt x="2372584" y="604969"/>
                  </a:lnTo>
                  <a:lnTo>
                    <a:pt x="2423834" y="645080"/>
                  </a:lnTo>
                  <a:lnTo>
                    <a:pt x="2474553" y="683744"/>
                  </a:lnTo>
                  <a:lnTo>
                    <a:pt x="2524663" y="720590"/>
                  </a:lnTo>
                  <a:lnTo>
                    <a:pt x="2574170" y="755330"/>
                  </a:lnTo>
                  <a:lnTo>
                    <a:pt x="2623171" y="787759"/>
                  </a:lnTo>
                  <a:lnTo>
                    <a:pt x="2671869" y="817765"/>
                  </a:lnTo>
                  <a:lnTo>
                    <a:pt x="2720585" y="845312"/>
                  </a:lnTo>
                  <a:lnTo>
                    <a:pt x="2769779" y="870442"/>
                  </a:lnTo>
                  <a:lnTo>
                    <a:pt x="2770117" y="870605"/>
                  </a:lnTo>
                  <a:lnTo>
                    <a:pt x="2819608" y="893030"/>
                  </a:lnTo>
                  <a:lnTo>
                    <a:pt x="2870802" y="913178"/>
                  </a:lnTo>
                  <a:lnTo>
                    <a:pt x="2924514" y="931170"/>
                  </a:lnTo>
                  <a:lnTo>
                    <a:pt x="2981655" y="947207"/>
                  </a:lnTo>
                  <a:lnTo>
                    <a:pt x="3043152" y="961512"/>
                  </a:lnTo>
                  <a:lnTo>
                    <a:pt x="3109863" y="974302"/>
                  </a:lnTo>
                  <a:lnTo>
                    <a:pt x="3182480" y="985766"/>
                  </a:lnTo>
                  <a:lnTo>
                    <a:pt x="3261387" y="996056"/>
                  </a:lnTo>
                  <a:lnTo>
                    <a:pt x="3346479" y="1005279"/>
                  </a:lnTo>
                  <a:lnTo>
                    <a:pt x="3436951" y="1013504"/>
                  </a:lnTo>
                  <a:lnTo>
                    <a:pt x="3531087" y="1020755"/>
                  </a:lnTo>
                  <a:lnTo>
                    <a:pt x="3626132" y="1027027"/>
                  </a:lnTo>
                  <a:lnTo>
                    <a:pt x="3718347" y="1032295"/>
                  </a:lnTo>
                  <a:lnTo>
                    <a:pt x="3803353" y="1036543"/>
                  </a:lnTo>
                  <a:lnTo>
                    <a:pt x="3876790" y="1039781"/>
                  </a:lnTo>
                  <a:lnTo>
                    <a:pt x="3935182" y="1042070"/>
                  </a:lnTo>
                  <a:lnTo>
                    <a:pt x="3976760" y="1043528"/>
                  </a:lnTo>
                  <a:lnTo>
                    <a:pt x="4001980" y="1044323"/>
                  </a:lnTo>
                  <a:lnTo>
                    <a:pt x="4013590" y="1044653"/>
                  </a:lnTo>
                  <a:lnTo>
                    <a:pt x="4016367" y="1044725"/>
                  </a:lnTo>
                  <a:lnTo>
                    <a:pt x="4016409" y="1044726"/>
                  </a:lnTo>
                  <a:lnTo>
                    <a:pt x="4538543" y="1044726"/>
                  </a:lnTo>
                  <a:lnTo>
                    <a:pt x="4539773" y="1044773"/>
                  </a:lnTo>
                  <a:lnTo>
                    <a:pt x="4547819" y="1045107"/>
                  </a:lnTo>
                  <a:lnTo>
                    <a:pt x="4567957" y="1046032"/>
                  </a:lnTo>
                  <a:lnTo>
                    <a:pt x="4603589" y="1047848"/>
                  </a:lnTo>
                  <a:lnTo>
                    <a:pt x="4655941" y="1050823"/>
                  </a:lnTo>
                  <a:lnTo>
                    <a:pt x="4723997" y="1055162"/>
                  </a:lnTo>
                  <a:lnTo>
                    <a:pt x="4804849" y="1060982"/>
                  </a:lnTo>
                  <a:lnTo>
                    <a:pt x="4894424" y="1068325"/>
                  </a:lnTo>
                  <a:lnTo>
                    <a:pt x="4988336" y="1077174"/>
                  </a:lnTo>
                  <a:lnTo>
                    <a:pt x="5082625" y="1087495"/>
                  </a:lnTo>
                  <a:lnTo>
                    <a:pt x="5174202" y="1099265"/>
                  </a:lnTo>
                  <a:lnTo>
                    <a:pt x="5261000" y="1112503"/>
                  </a:lnTo>
                  <a:lnTo>
                    <a:pt x="5341902" y="1127281"/>
                  </a:lnTo>
                  <a:lnTo>
                    <a:pt x="5416560" y="1143738"/>
                  </a:lnTo>
                  <a:lnTo>
                    <a:pt x="5485185" y="1162073"/>
                  </a:lnTo>
                  <a:lnTo>
                    <a:pt x="5548351" y="1182544"/>
                  </a:lnTo>
                  <a:lnTo>
                    <a:pt x="5606848" y="1205457"/>
                  </a:lnTo>
                  <a:lnTo>
                    <a:pt x="5661570" y="1231144"/>
                  </a:lnTo>
                  <a:lnTo>
                    <a:pt x="5713425" y="1259925"/>
                  </a:lnTo>
                  <a:lnTo>
                    <a:pt x="5763267" y="1292043"/>
                  </a:lnTo>
                  <a:lnTo>
                    <a:pt x="5784835" y="1307320"/>
                  </a:lnTo>
                  <a:lnTo>
                    <a:pt x="5829967" y="1341905"/>
                  </a:lnTo>
                  <a:lnTo>
                    <a:pt x="5874659" y="1379549"/>
                  </a:lnTo>
                  <a:lnTo>
                    <a:pt x="5919279" y="1420307"/>
                  </a:lnTo>
                  <a:lnTo>
                    <a:pt x="5964096" y="1464160"/>
                  </a:lnTo>
                  <a:lnTo>
                    <a:pt x="6009292" y="1511004"/>
                  </a:lnTo>
                  <a:lnTo>
                    <a:pt x="6054972" y="1560643"/>
                  </a:lnTo>
                  <a:lnTo>
                    <a:pt x="6101171" y="1612786"/>
                  </a:lnTo>
                  <a:lnTo>
                    <a:pt x="6147863" y="1667054"/>
                  </a:lnTo>
                  <a:lnTo>
                    <a:pt x="6194969" y="1722982"/>
                  </a:lnTo>
                  <a:lnTo>
                    <a:pt x="6242370" y="1780038"/>
                  </a:lnTo>
                  <a:lnTo>
                    <a:pt x="6289918" y="1837644"/>
                  </a:lnTo>
                  <a:lnTo>
                    <a:pt x="6337451" y="1895196"/>
                  </a:lnTo>
                  <a:lnTo>
                    <a:pt x="6384809" y="1952093"/>
                  </a:lnTo>
                  <a:lnTo>
                    <a:pt x="6431849" y="2007762"/>
                  </a:lnTo>
                  <a:lnTo>
                    <a:pt x="6478458" y="2061683"/>
                  </a:lnTo>
                  <a:lnTo>
                    <a:pt x="6524565" y="2113406"/>
                  </a:lnTo>
                  <a:lnTo>
                    <a:pt x="6570155" y="2162565"/>
                  </a:lnTo>
                  <a:lnTo>
                    <a:pt x="6615273" y="2208888"/>
                  </a:lnTo>
                  <a:lnTo>
                    <a:pt x="6660039" y="2252195"/>
                  </a:lnTo>
                  <a:lnTo>
                    <a:pt x="6704650" y="2292397"/>
                  </a:lnTo>
                  <a:lnTo>
                    <a:pt x="6749390" y="2329490"/>
                  </a:lnTo>
                  <a:lnTo>
                    <a:pt x="6786527" y="2357693"/>
                  </a:lnTo>
                  <a:lnTo>
                    <a:pt x="6835716" y="2391319"/>
                  </a:lnTo>
                  <a:lnTo>
                    <a:pt x="6886583" y="2421553"/>
                  </a:lnTo>
                  <a:lnTo>
                    <a:pt x="6939928" y="2448570"/>
                  </a:lnTo>
                  <a:lnTo>
                    <a:pt x="6996645" y="2472668"/>
                  </a:lnTo>
                  <a:lnTo>
                    <a:pt x="7057642" y="2494178"/>
                  </a:lnTo>
                  <a:lnTo>
                    <a:pt x="7123769" y="2513421"/>
                  </a:lnTo>
                  <a:lnTo>
                    <a:pt x="7195710" y="2530679"/>
                  </a:lnTo>
                  <a:lnTo>
                    <a:pt x="7273859" y="2546178"/>
                  </a:lnTo>
                  <a:lnTo>
                    <a:pt x="7358139" y="2560084"/>
                  </a:lnTo>
                  <a:lnTo>
                    <a:pt x="7447800" y="2572497"/>
                  </a:lnTo>
                  <a:lnTo>
                    <a:pt x="7541212" y="2583459"/>
                  </a:lnTo>
                  <a:lnTo>
                    <a:pt x="7635734" y="2592962"/>
                  </a:lnTo>
                  <a:lnTo>
                    <a:pt x="7727755" y="2600975"/>
                  </a:lnTo>
                  <a:lnTo>
                    <a:pt x="7813001" y="2607467"/>
                  </a:lnTo>
                  <a:lnTo>
                    <a:pt x="7887157" y="2612450"/>
                  </a:lnTo>
                  <a:lnTo>
                    <a:pt x="7946697" y="2616008"/>
                  </a:lnTo>
                  <a:lnTo>
                    <a:pt x="7989699" y="2618306"/>
                  </a:lnTo>
                  <a:lnTo>
                    <a:pt x="8016386" y="2619588"/>
                  </a:lnTo>
                  <a:lnTo>
                    <a:pt x="8029227" y="2620145"/>
                  </a:lnTo>
                  <a:lnTo>
                    <a:pt x="8032710" y="2620283"/>
                  </a:lnTo>
                  <a:lnTo>
                    <a:pt x="8032819" y="2620287"/>
                  </a:lnTo>
                  <a:lnTo>
                    <a:pt x="8554953" y="2620287"/>
                  </a:lnTo>
                  <a:lnTo>
                    <a:pt x="8554953" y="2620287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8" name="pl28"/>
            <p:cNvSpPr/>
            <p:nvPr/>
          </p:nvSpPr>
          <p:spPr>
            <a:xfrm>
              <a:off x="386606" y="1462256"/>
              <a:ext cx="8554953" cy="2620287"/>
            </a:xfrm>
            <a:custGeom>
              <a:avLst/>
              <a:pathLst>
                <a:path w="8554953" h="2620287">
                  <a:moveTo>
                    <a:pt x="8554953" y="2620287"/>
                  </a:moveTo>
                  <a:lnTo>
                    <a:pt x="8032819" y="2620287"/>
                  </a:lnTo>
                  <a:lnTo>
                    <a:pt x="8031589" y="2620240"/>
                  </a:lnTo>
                  <a:lnTo>
                    <a:pt x="8023543" y="2619906"/>
                  </a:lnTo>
                  <a:lnTo>
                    <a:pt x="8003405" y="2618981"/>
                  </a:lnTo>
                  <a:lnTo>
                    <a:pt x="7967773" y="2617165"/>
                  </a:lnTo>
                  <a:lnTo>
                    <a:pt x="7915421" y="2614190"/>
                  </a:lnTo>
                  <a:lnTo>
                    <a:pt x="7847365" y="2609851"/>
                  </a:lnTo>
                  <a:lnTo>
                    <a:pt x="7766513" y="2604031"/>
                  </a:lnTo>
                  <a:lnTo>
                    <a:pt x="7676938" y="2596688"/>
                  </a:lnTo>
                  <a:lnTo>
                    <a:pt x="7583026" y="2587839"/>
                  </a:lnTo>
                  <a:lnTo>
                    <a:pt x="7488737" y="2577518"/>
                  </a:lnTo>
                  <a:lnTo>
                    <a:pt x="7397159" y="2565748"/>
                  </a:lnTo>
                  <a:lnTo>
                    <a:pt x="7310362" y="2552510"/>
                  </a:lnTo>
                  <a:lnTo>
                    <a:pt x="7229460" y="2537732"/>
                  </a:lnTo>
                  <a:lnTo>
                    <a:pt x="7154802" y="2521275"/>
                  </a:lnTo>
                  <a:lnTo>
                    <a:pt x="7086177" y="2502940"/>
                  </a:lnTo>
                  <a:lnTo>
                    <a:pt x="7023011" y="2482469"/>
                  </a:lnTo>
                  <a:lnTo>
                    <a:pt x="6964514" y="2459556"/>
                  </a:lnTo>
                  <a:lnTo>
                    <a:pt x="6909792" y="2433869"/>
                  </a:lnTo>
                  <a:lnTo>
                    <a:pt x="6857936" y="2405088"/>
                  </a:lnTo>
                  <a:lnTo>
                    <a:pt x="6808095" y="2372970"/>
                  </a:lnTo>
                  <a:lnTo>
                    <a:pt x="6786527" y="2357693"/>
                  </a:lnTo>
                  <a:lnTo>
                    <a:pt x="6741395" y="2323108"/>
                  </a:lnTo>
                  <a:lnTo>
                    <a:pt x="6696703" y="2285464"/>
                  </a:lnTo>
                  <a:lnTo>
                    <a:pt x="6652083" y="2244706"/>
                  </a:lnTo>
                  <a:lnTo>
                    <a:pt x="6607266" y="2200853"/>
                  </a:lnTo>
                  <a:lnTo>
                    <a:pt x="6562070" y="2154009"/>
                  </a:lnTo>
                  <a:lnTo>
                    <a:pt x="6516390" y="2104370"/>
                  </a:lnTo>
                  <a:lnTo>
                    <a:pt x="6470191" y="2052227"/>
                  </a:lnTo>
                  <a:lnTo>
                    <a:pt x="6423499" y="1997959"/>
                  </a:lnTo>
                  <a:lnTo>
                    <a:pt x="6376392" y="1942031"/>
                  </a:lnTo>
                  <a:lnTo>
                    <a:pt x="6328992" y="1884975"/>
                  </a:lnTo>
                  <a:lnTo>
                    <a:pt x="6281444" y="1827369"/>
                  </a:lnTo>
                  <a:lnTo>
                    <a:pt x="6233911" y="1769817"/>
                  </a:lnTo>
                  <a:lnTo>
                    <a:pt x="6186553" y="1712920"/>
                  </a:lnTo>
                  <a:lnTo>
                    <a:pt x="6139513" y="1657251"/>
                  </a:lnTo>
                  <a:lnTo>
                    <a:pt x="6092904" y="1603330"/>
                  </a:lnTo>
                  <a:lnTo>
                    <a:pt x="6046797" y="1551607"/>
                  </a:lnTo>
                  <a:lnTo>
                    <a:pt x="6001207" y="1502448"/>
                  </a:lnTo>
                  <a:lnTo>
                    <a:pt x="5956089" y="1456125"/>
                  </a:lnTo>
                  <a:lnTo>
                    <a:pt x="5911322" y="1412818"/>
                  </a:lnTo>
                  <a:lnTo>
                    <a:pt x="5866712" y="1372616"/>
                  </a:lnTo>
                  <a:lnTo>
                    <a:pt x="5821972" y="1335523"/>
                  </a:lnTo>
                  <a:lnTo>
                    <a:pt x="5784835" y="1307320"/>
                  </a:lnTo>
                  <a:lnTo>
                    <a:pt x="5735646" y="1273694"/>
                  </a:lnTo>
                  <a:lnTo>
                    <a:pt x="5684779" y="1243460"/>
                  </a:lnTo>
                  <a:lnTo>
                    <a:pt x="5631434" y="1216443"/>
                  </a:lnTo>
                  <a:lnTo>
                    <a:pt x="5574717" y="1192345"/>
                  </a:lnTo>
                  <a:lnTo>
                    <a:pt x="5513720" y="1170835"/>
                  </a:lnTo>
                  <a:lnTo>
                    <a:pt x="5447593" y="1151592"/>
                  </a:lnTo>
                  <a:lnTo>
                    <a:pt x="5375652" y="1134334"/>
                  </a:lnTo>
                  <a:lnTo>
                    <a:pt x="5297503" y="1118835"/>
                  </a:lnTo>
                  <a:lnTo>
                    <a:pt x="5213223" y="1104929"/>
                  </a:lnTo>
                  <a:lnTo>
                    <a:pt x="5123562" y="1092516"/>
                  </a:lnTo>
                  <a:lnTo>
                    <a:pt x="5030150" y="1081554"/>
                  </a:lnTo>
                  <a:lnTo>
                    <a:pt x="4935628" y="1072051"/>
                  </a:lnTo>
                  <a:lnTo>
                    <a:pt x="4843607" y="1064038"/>
                  </a:lnTo>
                  <a:lnTo>
                    <a:pt x="4758361" y="1057546"/>
                  </a:lnTo>
                  <a:lnTo>
                    <a:pt x="4684205" y="1052563"/>
                  </a:lnTo>
                  <a:lnTo>
                    <a:pt x="4624665" y="1049005"/>
                  </a:lnTo>
                  <a:lnTo>
                    <a:pt x="4581663" y="1046707"/>
                  </a:lnTo>
                  <a:lnTo>
                    <a:pt x="4554976" y="1045425"/>
                  </a:lnTo>
                  <a:lnTo>
                    <a:pt x="4542135" y="1044868"/>
                  </a:lnTo>
                  <a:lnTo>
                    <a:pt x="4538652" y="1044730"/>
                  </a:lnTo>
                  <a:lnTo>
                    <a:pt x="4538543" y="1044726"/>
                  </a:lnTo>
                  <a:lnTo>
                    <a:pt x="4016409" y="1044726"/>
                  </a:lnTo>
                  <a:lnTo>
                    <a:pt x="4015157" y="1044695"/>
                  </a:lnTo>
                  <a:lnTo>
                    <a:pt x="4006970" y="1044469"/>
                  </a:lnTo>
                  <a:lnTo>
                    <a:pt x="3986494" y="1043844"/>
                  </a:lnTo>
                  <a:lnTo>
                    <a:pt x="3950295" y="1042618"/>
                  </a:lnTo>
                  <a:lnTo>
                    <a:pt x="3897174" y="1040610"/>
                  </a:lnTo>
                  <a:lnTo>
                    <a:pt x="3828224" y="1037684"/>
                  </a:lnTo>
                  <a:lnTo>
                    <a:pt x="3746459" y="1033761"/>
                  </a:lnTo>
                  <a:lnTo>
                    <a:pt x="3656052" y="1028817"/>
                  </a:lnTo>
                  <a:lnTo>
                    <a:pt x="3561464" y="1022863"/>
                  </a:lnTo>
                  <a:lnTo>
                    <a:pt x="3466688" y="1015922"/>
                  </a:lnTo>
                  <a:lnTo>
                    <a:pt x="3374813" y="1008009"/>
                  </a:lnTo>
                  <a:lnTo>
                    <a:pt x="3287877" y="999109"/>
                  </a:lnTo>
                  <a:lnTo>
                    <a:pt x="3206957" y="989170"/>
                  </a:lnTo>
                  <a:lnTo>
                    <a:pt x="3132357" y="978095"/>
                  </a:lnTo>
                  <a:lnTo>
                    <a:pt x="3063826" y="965746"/>
                  </a:lnTo>
                  <a:lnTo>
                    <a:pt x="3000754" y="951947"/>
                  </a:lnTo>
                  <a:lnTo>
                    <a:pt x="2942322" y="936487"/>
                  </a:lnTo>
                  <a:lnTo>
                    <a:pt x="2887617" y="919142"/>
                  </a:lnTo>
                  <a:lnTo>
                    <a:pt x="2835715" y="899700"/>
                  </a:lnTo>
                  <a:lnTo>
                    <a:pt x="2785760" y="878006"/>
                  </a:lnTo>
                  <a:lnTo>
                    <a:pt x="2770117" y="870605"/>
                  </a:lnTo>
                  <a:lnTo>
                    <a:pt x="2720919" y="845492"/>
                  </a:lnTo>
                  <a:lnTo>
                    <a:pt x="2672201" y="817961"/>
                  </a:lnTo>
                  <a:lnTo>
                    <a:pt x="2623504" y="787973"/>
                  </a:lnTo>
                  <a:lnTo>
                    <a:pt x="2574506" y="755559"/>
                  </a:lnTo>
                  <a:lnTo>
                    <a:pt x="2525003" y="720835"/>
                  </a:lnTo>
                  <a:lnTo>
                    <a:pt x="2474897" y="684002"/>
                  </a:lnTo>
                  <a:lnTo>
                    <a:pt x="2424182" y="645349"/>
                  </a:lnTo>
                  <a:lnTo>
                    <a:pt x="2372936" y="605247"/>
                  </a:lnTo>
                  <a:lnTo>
                    <a:pt x="2321296" y="564135"/>
                  </a:lnTo>
                  <a:lnTo>
                    <a:pt x="2269448" y="522505"/>
                  </a:lnTo>
                  <a:lnTo>
                    <a:pt x="2217599" y="480873"/>
                  </a:lnTo>
                  <a:lnTo>
                    <a:pt x="2165958" y="439757"/>
                  </a:lnTo>
                  <a:lnTo>
                    <a:pt x="2114708" y="399646"/>
                  </a:lnTo>
                  <a:lnTo>
                    <a:pt x="2063990" y="360982"/>
                  </a:lnTo>
                  <a:lnTo>
                    <a:pt x="2013879" y="324135"/>
                  </a:lnTo>
                  <a:lnTo>
                    <a:pt x="1964372" y="289396"/>
                  </a:lnTo>
                  <a:lnTo>
                    <a:pt x="1915371" y="256966"/>
                  </a:lnTo>
                  <a:lnTo>
                    <a:pt x="1866673" y="226961"/>
                  </a:lnTo>
                  <a:lnTo>
                    <a:pt x="1817957" y="199413"/>
                  </a:lnTo>
                  <a:lnTo>
                    <a:pt x="1768763" y="174284"/>
                  </a:lnTo>
                  <a:lnTo>
                    <a:pt x="1768425" y="174121"/>
                  </a:lnTo>
                  <a:lnTo>
                    <a:pt x="1718934" y="151696"/>
                  </a:lnTo>
                  <a:lnTo>
                    <a:pt x="1667741" y="131547"/>
                  </a:lnTo>
                  <a:lnTo>
                    <a:pt x="1614028" y="113555"/>
                  </a:lnTo>
                  <a:lnTo>
                    <a:pt x="1556887" y="97519"/>
                  </a:lnTo>
                  <a:lnTo>
                    <a:pt x="1495390" y="83214"/>
                  </a:lnTo>
                  <a:lnTo>
                    <a:pt x="1428679" y="70423"/>
                  </a:lnTo>
                  <a:lnTo>
                    <a:pt x="1356062" y="58959"/>
                  </a:lnTo>
                  <a:lnTo>
                    <a:pt x="1277155" y="48670"/>
                  </a:lnTo>
                  <a:lnTo>
                    <a:pt x="1192063" y="39446"/>
                  </a:lnTo>
                  <a:lnTo>
                    <a:pt x="1101591" y="31222"/>
                  </a:lnTo>
                  <a:lnTo>
                    <a:pt x="1007455" y="23970"/>
                  </a:lnTo>
                  <a:lnTo>
                    <a:pt x="912410" y="17699"/>
                  </a:lnTo>
                  <a:lnTo>
                    <a:pt x="820196" y="12430"/>
                  </a:lnTo>
                  <a:lnTo>
                    <a:pt x="735189" y="8182"/>
                  </a:lnTo>
                  <a:lnTo>
                    <a:pt x="661752" y="4944"/>
                  </a:lnTo>
                  <a:lnTo>
                    <a:pt x="603360" y="2655"/>
                  </a:lnTo>
                  <a:lnTo>
                    <a:pt x="561782" y="1198"/>
                  </a:lnTo>
                  <a:lnTo>
                    <a:pt x="536562" y="403"/>
                  </a:lnTo>
                  <a:lnTo>
                    <a:pt x="524952" y="72"/>
                  </a:lnTo>
                  <a:lnTo>
                    <a:pt x="522175" y="1"/>
                  </a:lnTo>
                  <a:lnTo>
                    <a:pt x="522133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9" name="pg29"/>
            <p:cNvSpPr/>
            <p:nvPr/>
          </p:nvSpPr>
          <p:spPr>
            <a:xfrm>
              <a:off x="386606" y="1467903"/>
              <a:ext cx="8554953" cy="3512540"/>
            </a:xfrm>
            <a:custGeom>
              <a:avLst/>
              <a:pathLst>
                <a:path w="8554953" h="3512540">
                  <a:moveTo>
                    <a:pt x="0" y="5647"/>
                  </a:moveTo>
                  <a:lnTo>
                    <a:pt x="522133" y="5647"/>
                  </a:lnTo>
                  <a:lnTo>
                    <a:pt x="523384" y="5679"/>
                  </a:lnTo>
                  <a:lnTo>
                    <a:pt x="531566" y="5909"/>
                  </a:lnTo>
                  <a:lnTo>
                    <a:pt x="552031" y="6547"/>
                  </a:lnTo>
                  <a:lnTo>
                    <a:pt x="588210" y="7799"/>
                  </a:lnTo>
                  <a:lnTo>
                    <a:pt x="641304" y="9849"/>
                  </a:lnTo>
                  <a:lnTo>
                    <a:pt x="710222" y="12837"/>
                  </a:lnTo>
                  <a:lnTo>
                    <a:pt x="791957" y="16842"/>
                  </a:lnTo>
                  <a:lnTo>
                    <a:pt x="882334" y="21890"/>
                  </a:lnTo>
                  <a:lnTo>
                    <a:pt x="976899" y="27970"/>
                  </a:lnTo>
                  <a:lnTo>
                    <a:pt x="1071658" y="35057"/>
                  </a:lnTo>
                  <a:lnTo>
                    <a:pt x="1163523" y="43138"/>
                  </a:lnTo>
                  <a:lnTo>
                    <a:pt x="1250454" y="52226"/>
                  </a:lnTo>
                  <a:lnTo>
                    <a:pt x="1331373" y="62375"/>
                  </a:lnTo>
                  <a:lnTo>
                    <a:pt x="1405976" y="73684"/>
                  </a:lnTo>
                  <a:lnTo>
                    <a:pt x="1474511" y="86292"/>
                  </a:lnTo>
                  <a:lnTo>
                    <a:pt x="1537586" y="100382"/>
                  </a:lnTo>
                  <a:lnTo>
                    <a:pt x="1596019" y="116167"/>
                  </a:lnTo>
                  <a:lnTo>
                    <a:pt x="1650725" y="133875"/>
                  </a:lnTo>
                  <a:lnTo>
                    <a:pt x="1702625" y="153725"/>
                  </a:lnTo>
                  <a:lnTo>
                    <a:pt x="1752576" y="175874"/>
                  </a:lnTo>
                  <a:lnTo>
                    <a:pt x="1768425" y="183533"/>
                  </a:lnTo>
                  <a:lnTo>
                    <a:pt x="1817451" y="209094"/>
                  </a:lnTo>
                  <a:lnTo>
                    <a:pt x="1865998" y="237107"/>
                  </a:lnTo>
                  <a:lnTo>
                    <a:pt x="1914521" y="267614"/>
                  </a:lnTo>
                  <a:lnTo>
                    <a:pt x="1963341" y="300582"/>
                  </a:lnTo>
                  <a:lnTo>
                    <a:pt x="2012660" y="335895"/>
                  </a:lnTo>
                  <a:lnTo>
                    <a:pt x="2062578" y="373353"/>
                  </a:lnTo>
                  <a:lnTo>
                    <a:pt x="2113100" y="412664"/>
                  </a:lnTo>
                  <a:lnTo>
                    <a:pt x="2164153" y="453455"/>
                  </a:lnTo>
                  <a:lnTo>
                    <a:pt x="2215601" y="495283"/>
                  </a:lnTo>
                  <a:lnTo>
                    <a:pt x="2267263" y="537654"/>
                  </a:lnTo>
                  <a:lnTo>
                    <a:pt x="2318932" y="580046"/>
                  </a:lnTo>
                  <a:lnTo>
                    <a:pt x="2370404" y="621935"/>
                  </a:lnTo>
                  <a:lnTo>
                    <a:pt x="2421493" y="662823"/>
                  </a:lnTo>
                  <a:lnTo>
                    <a:pt x="2472060" y="702263"/>
                  </a:lnTo>
                  <a:lnTo>
                    <a:pt x="2522026" y="739877"/>
                  </a:lnTo>
                  <a:lnTo>
                    <a:pt x="2571389" y="775365"/>
                  </a:lnTo>
                  <a:lnTo>
                    <a:pt x="2620242" y="808520"/>
                  </a:lnTo>
                  <a:lnTo>
                    <a:pt x="2668778" y="839220"/>
                  </a:lnTo>
                  <a:lnTo>
                    <a:pt x="2717309" y="867427"/>
                  </a:lnTo>
                  <a:lnTo>
                    <a:pt x="2766278" y="893176"/>
                  </a:lnTo>
                  <a:lnTo>
                    <a:pt x="2770117" y="895076"/>
                  </a:lnTo>
                  <a:lnTo>
                    <a:pt x="2819597" y="917981"/>
                  </a:lnTo>
                  <a:lnTo>
                    <a:pt x="2870780" y="938562"/>
                  </a:lnTo>
                  <a:lnTo>
                    <a:pt x="2924479" y="956940"/>
                  </a:lnTo>
                  <a:lnTo>
                    <a:pt x="2981606" y="973321"/>
                  </a:lnTo>
                  <a:lnTo>
                    <a:pt x="3043085" y="987934"/>
                  </a:lnTo>
                  <a:lnTo>
                    <a:pt x="3109776" y="1001000"/>
                  </a:lnTo>
                  <a:lnTo>
                    <a:pt x="3182369" y="1012711"/>
                  </a:lnTo>
                  <a:lnTo>
                    <a:pt x="3261249" y="1023222"/>
                  </a:lnTo>
                  <a:lnTo>
                    <a:pt x="3346313" y="1032646"/>
                  </a:lnTo>
                  <a:lnTo>
                    <a:pt x="3436757" y="1041048"/>
                  </a:lnTo>
                  <a:lnTo>
                    <a:pt x="3530868" y="1048457"/>
                  </a:lnTo>
                  <a:lnTo>
                    <a:pt x="3625895" y="1054865"/>
                  </a:lnTo>
                  <a:lnTo>
                    <a:pt x="3718104" y="1060249"/>
                  </a:lnTo>
                  <a:lnTo>
                    <a:pt x="3803119" y="1064591"/>
                  </a:lnTo>
                  <a:lnTo>
                    <a:pt x="3876582" y="1067901"/>
                  </a:lnTo>
                  <a:lnTo>
                    <a:pt x="3935014" y="1070242"/>
                  </a:lnTo>
                  <a:lnTo>
                    <a:pt x="3976642" y="1071734"/>
                  </a:lnTo>
                  <a:lnTo>
                    <a:pt x="4001913" y="1072548"/>
                  </a:lnTo>
                  <a:lnTo>
                    <a:pt x="4013565" y="1072887"/>
                  </a:lnTo>
                  <a:lnTo>
                    <a:pt x="4016409" y="1072962"/>
                  </a:lnTo>
                  <a:lnTo>
                    <a:pt x="4538543" y="1072962"/>
                  </a:lnTo>
                  <a:lnTo>
                    <a:pt x="4539722" y="1073031"/>
                  </a:lnTo>
                  <a:lnTo>
                    <a:pt x="4547442" y="1073527"/>
                  </a:lnTo>
                  <a:lnTo>
                    <a:pt x="4566790" y="1074897"/>
                  </a:lnTo>
                  <a:lnTo>
                    <a:pt x="4601097" y="1077589"/>
                  </a:lnTo>
                  <a:lnTo>
                    <a:pt x="4651646" y="1082006"/>
                  </a:lnTo>
                  <a:lnTo>
                    <a:pt x="4717594" y="1088455"/>
                  </a:lnTo>
                  <a:lnTo>
                    <a:pt x="4796277" y="1097123"/>
                  </a:lnTo>
                  <a:lnTo>
                    <a:pt x="4883859" y="1108080"/>
                  </a:lnTo>
                  <a:lnTo>
                    <a:pt x="4976133" y="1121309"/>
                  </a:lnTo>
                  <a:lnTo>
                    <a:pt x="5069225" y="1136758"/>
                  </a:lnTo>
                  <a:lnTo>
                    <a:pt x="5160050" y="1154389"/>
                  </a:lnTo>
                  <a:lnTo>
                    <a:pt x="5246481" y="1174218"/>
                  </a:lnTo>
                  <a:lnTo>
                    <a:pt x="5327309" y="1196339"/>
                  </a:lnTo>
                  <a:lnTo>
                    <a:pt x="5402086" y="1220939"/>
                  </a:lnTo>
                  <a:lnTo>
                    <a:pt x="5470925" y="1248296"/>
                  </a:lnTo>
                  <a:lnTo>
                    <a:pt x="5534318" y="1278777"/>
                  </a:lnTo>
                  <a:lnTo>
                    <a:pt x="5592987" y="1312821"/>
                  </a:lnTo>
                  <a:lnTo>
                    <a:pt x="5647772" y="1350915"/>
                  </a:lnTo>
                  <a:lnTo>
                    <a:pt x="5699547" y="1393546"/>
                  </a:lnTo>
                  <a:lnTo>
                    <a:pt x="5749150" y="1441118"/>
                  </a:lnTo>
                  <a:lnTo>
                    <a:pt x="5784835" y="1479558"/>
                  </a:lnTo>
                  <a:lnTo>
                    <a:pt x="5824210" y="1525978"/>
                  </a:lnTo>
                  <a:lnTo>
                    <a:pt x="5863211" y="1575983"/>
                  </a:lnTo>
                  <a:lnTo>
                    <a:pt x="5902095" y="1629645"/>
                  </a:lnTo>
                  <a:lnTo>
                    <a:pt x="5941059" y="1686971"/>
                  </a:lnTo>
                  <a:lnTo>
                    <a:pt x="5980249" y="1747893"/>
                  </a:lnTo>
                  <a:lnTo>
                    <a:pt x="6019764" y="1812267"/>
                  </a:lnTo>
                  <a:lnTo>
                    <a:pt x="6059658" y="1879862"/>
                  </a:lnTo>
                  <a:lnTo>
                    <a:pt x="6099947" y="1950367"/>
                  </a:lnTo>
                  <a:lnTo>
                    <a:pt x="6140613" y="2023385"/>
                  </a:lnTo>
                  <a:lnTo>
                    <a:pt x="6181606" y="2098448"/>
                  </a:lnTo>
                  <a:lnTo>
                    <a:pt x="6222851" y="2175024"/>
                  </a:lnTo>
                  <a:lnTo>
                    <a:pt x="6264256" y="2252533"/>
                  </a:lnTo>
                  <a:lnTo>
                    <a:pt x="6305717" y="2330363"/>
                  </a:lnTo>
                  <a:lnTo>
                    <a:pt x="6347126" y="2407893"/>
                  </a:lnTo>
                  <a:lnTo>
                    <a:pt x="6388378" y="2484510"/>
                  </a:lnTo>
                  <a:lnTo>
                    <a:pt x="6429380" y="2559633"/>
                  </a:lnTo>
                  <a:lnTo>
                    <a:pt x="6470058" y="2632727"/>
                  </a:lnTo>
                  <a:lnTo>
                    <a:pt x="6510361" y="2703322"/>
                  </a:lnTo>
                  <a:lnTo>
                    <a:pt x="6550268" y="2771021"/>
                  </a:lnTo>
                  <a:lnTo>
                    <a:pt x="6589794" y="2835507"/>
                  </a:lnTo>
                  <a:lnTo>
                    <a:pt x="6628994" y="2896548"/>
                  </a:lnTo>
                  <a:lnTo>
                    <a:pt x="6667964" y="2953995"/>
                  </a:lnTo>
                  <a:lnTo>
                    <a:pt x="6706847" y="3007781"/>
                  </a:lnTo>
                  <a:lnTo>
                    <a:pt x="6745841" y="3057907"/>
                  </a:lnTo>
                  <a:lnTo>
                    <a:pt x="6785199" y="3104445"/>
                  </a:lnTo>
                  <a:lnTo>
                    <a:pt x="6786527" y="3105944"/>
                  </a:lnTo>
                  <a:lnTo>
                    <a:pt x="6835001" y="3157301"/>
                  </a:lnTo>
                  <a:lnTo>
                    <a:pt x="6885096" y="3203553"/>
                  </a:lnTo>
                  <a:lnTo>
                    <a:pt x="6937573" y="3244955"/>
                  </a:lnTo>
                  <a:lnTo>
                    <a:pt x="6993288" y="3281944"/>
                  </a:lnTo>
                  <a:lnTo>
                    <a:pt x="7053113" y="3315011"/>
                  </a:lnTo>
                  <a:lnTo>
                    <a:pt x="7117866" y="3344636"/>
                  </a:lnTo>
                  <a:lnTo>
                    <a:pt x="7188221" y="3371241"/>
                  </a:lnTo>
                  <a:lnTo>
                    <a:pt x="7264587" y="3395170"/>
                  </a:lnTo>
                  <a:lnTo>
                    <a:pt x="7346949" y="3416679"/>
                  </a:lnTo>
                  <a:lnTo>
                    <a:pt x="7434679" y="3435928"/>
                  </a:lnTo>
                  <a:lnTo>
                    <a:pt x="7526341" y="3452990"/>
                  </a:lnTo>
                  <a:lnTo>
                    <a:pt x="7619555" y="3467865"/>
                  </a:lnTo>
                  <a:lnTo>
                    <a:pt x="7711001" y="3480505"/>
                  </a:lnTo>
                  <a:lnTo>
                    <a:pt x="7796663" y="3490863"/>
                  </a:lnTo>
                  <a:lnTo>
                    <a:pt x="7872356" y="3498940"/>
                  </a:lnTo>
                  <a:lnTo>
                    <a:pt x="7934475" y="3504835"/>
                  </a:lnTo>
                  <a:lnTo>
                    <a:pt x="7980778" y="3508767"/>
                  </a:lnTo>
                  <a:lnTo>
                    <a:pt x="8010967" y="3511073"/>
                  </a:lnTo>
                  <a:lnTo>
                    <a:pt x="8026881" y="3512170"/>
                  </a:lnTo>
                  <a:lnTo>
                    <a:pt x="8032337" y="3512512"/>
                  </a:lnTo>
                  <a:lnTo>
                    <a:pt x="8032819" y="3512540"/>
                  </a:lnTo>
                  <a:lnTo>
                    <a:pt x="8554953" y="3512540"/>
                  </a:lnTo>
                  <a:lnTo>
                    <a:pt x="8554953" y="3506893"/>
                  </a:lnTo>
                  <a:lnTo>
                    <a:pt x="8032819" y="3506893"/>
                  </a:lnTo>
                  <a:lnTo>
                    <a:pt x="8031640" y="3506823"/>
                  </a:lnTo>
                  <a:lnTo>
                    <a:pt x="8023920" y="3506328"/>
                  </a:lnTo>
                  <a:lnTo>
                    <a:pt x="8004572" y="3504958"/>
                  </a:lnTo>
                  <a:lnTo>
                    <a:pt x="7970265" y="3502265"/>
                  </a:lnTo>
                  <a:lnTo>
                    <a:pt x="7919716" y="3497849"/>
                  </a:lnTo>
                  <a:lnTo>
                    <a:pt x="7853768" y="3491400"/>
                  </a:lnTo>
                  <a:lnTo>
                    <a:pt x="7775085" y="3482732"/>
                  </a:lnTo>
                  <a:lnTo>
                    <a:pt x="7687503" y="3471775"/>
                  </a:lnTo>
                  <a:lnTo>
                    <a:pt x="7595229" y="3458546"/>
                  </a:lnTo>
                  <a:lnTo>
                    <a:pt x="7502137" y="3443097"/>
                  </a:lnTo>
                  <a:lnTo>
                    <a:pt x="7411312" y="3425466"/>
                  </a:lnTo>
                  <a:lnTo>
                    <a:pt x="7324881" y="3405637"/>
                  </a:lnTo>
                  <a:lnTo>
                    <a:pt x="7244053" y="3383515"/>
                  </a:lnTo>
                  <a:lnTo>
                    <a:pt x="7169276" y="3358916"/>
                  </a:lnTo>
                  <a:lnTo>
                    <a:pt x="7100437" y="3331558"/>
                  </a:lnTo>
                  <a:lnTo>
                    <a:pt x="7037044" y="3301078"/>
                  </a:lnTo>
                  <a:lnTo>
                    <a:pt x="6978375" y="3267034"/>
                  </a:lnTo>
                  <a:lnTo>
                    <a:pt x="6923590" y="3228940"/>
                  </a:lnTo>
                  <a:lnTo>
                    <a:pt x="6871815" y="3186309"/>
                  </a:lnTo>
                  <a:lnTo>
                    <a:pt x="6822212" y="3138737"/>
                  </a:lnTo>
                  <a:lnTo>
                    <a:pt x="6786527" y="3100296"/>
                  </a:lnTo>
                  <a:lnTo>
                    <a:pt x="6747152" y="3053877"/>
                  </a:lnTo>
                  <a:lnTo>
                    <a:pt x="6708151" y="3003872"/>
                  </a:lnTo>
                  <a:lnTo>
                    <a:pt x="6669267" y="2950210"/>
                  </a:lnTo>
                  <a:lnTo>
                    <a:pt x="6630303" y="2892884"/>
                  </a:lnTo>
                  <a:lnTo>
                    <a:pt x="6591113" y="2831961"/>
                  </a:lnTo>
                  <a:lnTo>
                    <a:pt x="6551598" y="2767588"/>
                  </a:lnTo>
                  <a:lnTo>
                    <a:pt x="6511704" y="2699992"/>
                  </a:lnTo>
                  <a:lnTo>
                    <a:pt x="6471415" y="2629488"/>
                  </a:lnTo>
                  <a:lnTo>
                    <a:pt x="6430749" y="2556470"/>
                  </a:lnTo>
                  <a:lnTo>
                    <a:pt x="6389756" y="2481407"/>
                  </a:lnTo>
                  <a:lnTo>
                    <a:pt x="6348511" y="2404830"/>
                  </a:lnTo>
                  <a:lnTo>
                    <a:pt x="6307106" y="2327322"/>
                  </a:lnTo>
                  <a:lnTo>
                    <a:pt x="6265645" y="2249492"/>
                  </a:lnTo>
                  <a:lnTo>
                    <a:pt x="6224236" y="2171962"/>
                  </a:lnTo>
                  <a:lnTo>
                    <a:pt x="6182984" y="2095345"/>
                  </a:lnTo>
                  <a:lnTo>
                    <a:pt x="6141982" y="2020222"/>
                  </a:lnTo>
                  <a:lnTo>
                    <a:pt x="6101304" y="1947127"/>
                  </a:lnTo>
                  <a:lnTo>
                    <a:pt x="6061001" y="1876532"/>
                  </a:lnTo>
                  <a:lnTo>
                    <a:pt x="6021094" y="1808834"/>
                  </a:lnTo>
                  <a:lnTo>
                    <a:pt x="5981567" y="1744348"/>
                  </a:lnTo>
                  <a:lnTo>
                    <a:pt x="5942368" y="1683307"/>
                  </a:lnTo>
                  <a:lnTo>
                    <a:pt x="5903398" y="1625859"/>
                  </a:lnTo>
                  <a:lnTo>
                    <a:pt x="5864515" y="1572074"/>
                  </a:lnTo>
                  <a:lnTo>
                    <a:pt x="5825521" y="1521948"/>
                  </a:lnTo>
                  <a:lnTo>
                    <a:pt x="5786163" y="1475410"/>
                  </a:lnTo>
                  <a:lnTo>
                    <a:pt x="5784835" y="1473911"/>
                  </a:lnTo>
                  <a:lnTo>
                    <a:pt x="5736361" y="1422553"/>
                  </a:lnTo>
                  <a:lnTo>
                    <a:pt x="5686266" y="1376302"/>
                  </a:lnTo>
                  <a:lnTo>
                    <a:pt x="5633789" y="1334899"/>
                  </a:lnTo>
                  <a:lnTo>
                    <a:pt x="5578074" y="1297911"/>
                  </a:lnTo>
                  <a:lnTo>
                    <a:pt x="5518249" y="1264844"/>
                  </a:lnTo>
                  <a:lnTo>
                    <a:pt x="5453496" y="1235219"/>
                  </a:lnTo>
                  <a:lnTo>
                    <a:pt x="5383141" y="1208614"/>
                  </a:lnTo>
                  <a:lnTo>
                    <a:pt x="5306775" y="1184684"/>
                  </a:lnTo>
                  <a:lnTo>
                    <a:pt x="5224413" y="1163176"/>
                  </a:lnTo>
                  <a:lnTo>
                    <a:pt x="5136683" y="1143927"/>
                  </a:lnTo>
                  <a:lnTo>
                    <a:pt x="5045021" y="1126864"/>
                  </a:lnTo>
                  <a:lnTo>
                    <a:pt x="4951807" y="1111990"/>
                  </a:lnTo>
                  <a:lnTo>
                    <a:pt x="4860361" y="1099350"/>
                  </a:lnTo>
                  <a:lnTo>
                    <a:pt x="4774699" y="1088992"/>
                  </a:lnTo>
                  <a:lnTo>
                    <a:pt x="4699006" y="1080914"/>
                  </a:lnTo>
                  <a:lnTo>
                    <a:pt x="4636887" y="1075020"/>
                  </a:lnTo>
                  <a:lnTo>
                    <a:pt x="4590584" y="1071088"/>
                  </a:lnTo>
                  <a:lnTo>
                    <a:pt x="4560395" y="1068782"/>
                  </a:lnTo>
                  <a:lnTo>
                    <a:pt x="4544481" y="1067684"/>
                  </a:lnTo>
                  <a:lnTo>
                    <a:pt x="4539025" y="1067343"/>
                  </a:lnTo>
                  <a:lnTo>
                    <a:pt x="4538543" y="1067315"/>
                  </a:lnTo>
                  <a:lnTo>
                    <a:pt x="4016409" y="1067315"/>
                  </a:lnTo>
                  <a:lnTo>
                    <a:pt x="4015158" y="1067283"/>
                  </a:lnTo>
                  <a:lnTo>
                    <a:pt x="4006976" y="1067052"/>
                  </a:lnTo>
                  <a:lnTo>
                    <a:pt x="3986511" y="1066415"/>
                  </a:lnTo>
                  <a:lnTo>
                    <a:pt x="3950332" y="1065163"/>
                  </a:lnTo>
                  <a:lnTo>
                    <a:pt x="3897238" y="1063112"/>
                  </a:lnTo>
                  <a:lnTo>
                    <a:pt x="3828320" y="1060125"/>
                  </a:lnTo>
                  <a:lnTo>
                    <a:pt x="3746586" y="1056120"/>
                  </a:lnTo>
                  <a:lnTo>
                    <a:pt x="3656208" y="1051071"/>
                  </a:lnTo>
                  <a:lnTo>
                    <a:pt x="3561643" y="1044991"/>
                  </a:lnTo>
                  <a:lnTo>
                    <a:pt x="3466884" y="1037904"/>
                  </a:lnTo>
                  <a:lnTo>
                    <a:pt x="3375019" y="1029824"/>
                  </a:lnTo>
                  <a:lnTo>
                    <a:pt x="3288088" y="1020736"/>
                  </a:lnTo>
                  <a:lnTo>
                    <a:pt x="3207169" y="1010586"/>
                  </a:lnTo>
                  <a:lnTo>
                    <a:pt x="3132566" y="999278"/>
                  </a:lnTo>
                  <a:lnTo>
                    <a:pt x="3064032" y="986669"/>
                  </a:lnTo>
                  <a:lnTo>
                    <a:pt x="3000956" y="972579"/>
                  </a:lnTo>
                  <a:lnTo>
                    <a:pt x="2942523" y="956795"/>
                  </a:lnTo>
                  <a:lnTo>
                    <a:pt x="2887817" y="939086"/>
                  </a:lnTo>
                  <a:lnTo>
                    <a:pt x="2835917" y="919236"/>
                  </a:lnTo>
                  <a:lnTo>
                    <a:pt x="2785966" y="897088"/>
                  </a:lnTo>
                  <a:lnTo>
                    <a:pt x="2770117" y="889429"/>
                  </a:lnTo>
                  <a:lnTo>
                    <a:pt x="2721091" y="863868"/>
                  </a:lnTo>
                  <a:lnTo>
                    <a:pt x="2672544" y="835854"/>
                  </a:lnTo>
                  <a:lnTo>
                    <a:pt x="2624021" y="805347"/>
                  </a:lnTo>
                  <a:lnTo>
                    <a:pt x="2575201" y="772380"/>
                  </a:lnTo>
                  <a:lnTo>
                    <a:pt x="2525882" y="737066"/>
                  </a:lnTo>
                  <a:lnTo>
                    <a:pt x="2475964" y="699609"/>
                  </a:lnTo>
                  <a:lnTo>
                    <a:pt x="2425442" y="660298"/>
                  </a:lnTo>
                  <a:lnTo>
                    <a:pt x="2374389" y="619506"/>
                  </a:lnTo>
                  <a:lnTo>
                    <a:pt x="2322941" y="577678"/>
                  </a:lnTo>
                  <a:lnTo>
                    <a:pt x="2271280" y="535307"/>
                  </a:lnTo>
                  <a:lnTo>
                    <a:pt x="2219610" y="492916"/>
                  </a:lnTo>
                  <a:lnTo>
                    <a:pt x="2168139" y="451027"/>
                  </a:lnTo>
                  <a:lnTo>
                    <a:pt x="2117049" y="410138"/>
                  </a:lnTo>
                  <a:lnTo>
                    <a:pt x="2066482" y="370698"/>
                  </a:lnTo>
                  <a:lnTo>
                    <a:pt x="2016517" y="333085"/>
                  </a:lnTo>
                  <a:lnTo>
                    <a:pt x="1967153" y="297596"/>
                  </a:lnTo>
                  <a:lnTo>
                    <a:pt x="1918300" y="264441"/>
                  </a:lnTo>
                  <a:lnTo>
                    <a:pt x="1869764" y="233741"/>
                  </a:lnTo>
                  <a:lnTo>
                    <a:pt x="1821233" y="205534"/>
                  </a:lnTo>
                  <a:lnTo>
                    <a:pt x="1772264" y="179786"/>
                  </a:lnTo>
                  <a:lnTo>
                    <a:pt x="1768425" y="177885"/>
                  </a:lnTo>
                  <a:lnTo>
                    <a:pt x="1718945" y="154980"/>
                  </a:lnTo>
                  <a:lnTo>
                    <a:pt x="1667763" y="134400"/>
                  </a:lnTo>
                  <a:lnTo>
                    <a:pt x="1614063" y="116022"/>
                  </a:lnTo>
                  <a:lnTo>
                    <a:pt x="1556936" y="99641"/>
                  </a:lnTo>
                  <a:lnTo>
                    <a:pt x="1495457" y="85027"/>
                  </a:lnTo>
                  <a:lnTo>
                    <a:pt x="1428766" y="71962"/>
                  </a:lnTo>
                  <a:lnTo>
                    <a:pt x="1356173" y="60250"/>
                  </a:lnTo>
                  <a:lnTo>
                    <a:pt x="1277293" y="49739"/>
                  </a:lnTo>
                  <a:lnTo>
                    <a:pt x="1192229" y="40316"/>
                  </a:lnTo>
                  <a:lnTo>
                    <a:pt x="1101785" y="31913"/>
                  </a:lnTo>
                  <a:lnTo>
                    <a:pt x="1007674" y="24505"/>
                  </a:lnTo>
                  <a:lnTo>
                    <a:pt x="912647" y="18096"/>
                  </a:lnTo>
                  <a:lnTo>
                    <a:pt x="820438" y="12712"/>
                  </a:lnTo>
                  <a:lnTo>
                    <a:pt x="735423" y="8371"/>
                  </a:lnTo>
                  <a:lnTo>
                    <a:pt x="661960" y="5060"/>
                  </a:lnTo>
                  <a:lnTo>
                    <a:pt x="603528" y="2719"/>
                  </a:lnTo>
                  <a:lnTo>
                    <a:pt x="561900" y="1228"/>
                  </a:lnTo>
                  <a:lnTo>
                    <a:pt x="536629" y="414"/>
                  </a:lnTo>
                  <a:lnTo>
                    <a:pt x="524977" y="75"/>
                  </a:lnTo>
                  <a:lnTo>
                    <a:pt x="5221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30" name="pl30"/>
            <p:cNvSpPr/>
            <p:nvPr/>
          </p:nvSpPr>
          <p:spPr>
            <a:xfrm>
              <a:off x="386606" y="1473551"/>
              <a:ext cx="8554953" cy="3506893"/>
            </a:xfrm>
            <a:custGeom>
              <a:avLst/>
              <a:pathLst>
                <a:path w="8554953" h="3506893">
                  <a:moveTo>
                    <a:pt x="0" y="0"/>
                  </a:moveTo>
                  <a:lnTo>
                    <a:pt x="522133" y="0"/>
                  </a:lnTo>
                  <a:lnTo>
                    <a:pt x="523384" y="32"/>
                  </a:lnTo>
                  <a:lnTo>
                    <a:pt x="531566" y="262"/>
                  </a:lnTo>
                  <a:lnTo>
                    <a:pt x="552031" y="900"/>
                  </a:lnTo>
                  <a:lnTo>
                    <a:pt x="588210" y="2152"/>
                  </a:lnTo>
                  <a:lnTo>
                    <a:pt x="641304" y="4202"/>
                  </a:lnTo>
                  <a:lnTo>
                    <a:pt x="710222" y="7190"/>
                  </a:lnTo>
                  <a:lnTo>
                    <a:pt x="791957" y="11195"/>
                  </a:lnTo>
                  <a:lnTo>
                    <a:pt x="882334" y="16243"/>
                  </a:lnTo>
                  <a:lnTo>
                    <a:pt x="976899" y="22323"/>
                  </a:lnTo>
                  <a:lnTo>
                    <a:pt x="1071658" y="29410"/>
                  </a:lnTo>
                  <a:lnTo>
                    <a:pt x="1163523" y="37491"/>
                  </a:lnTo>
                  <a:lnTo>
                    <a:pt x="1250454" y="46579"/>
                  </a:lnTo>
                  <a:lnTo>
                    <a:pt x="1331373" y="56728"/>
                  </a:lnTo>
                  <a:lnTo>
                    <a:pt x="1405976" y="68037"/>
                  </a:lnTo>
                  <a:lnTo>
                    <a:pt x="1474511" y="80645"/>
                  </a:lnTo>
                  <a:lnTo>
                    <a:pt x="1537586" y="94735"/>
                  </a:lnTo>
                  <a:lnTo>
                    <a:pt x="1596019" y="110520"/>
                  </a:lnTo>
                  <a:lnTo>
                    <a:pt x="1650725" y="128228"/>
                  </a:lnTo>
                  <a:lnTo>
                    <a:pt x="1702625" y="148078"/>
                  </a:lnTo>
                  <a:lnTo>
                    <a:pt x="1752576" y="170227"/>
                  </a:lnTo>
                  <a:lnTo>
                    <a:pt x="1768425" y="177885"/>
                  </a:lnTo>
                  <a:lnTo>
                    <a:pt x="1817451" y="203447"/>
                  </a:lnTo>
                  <a:lnTo>
                    <a:pt x="1865998" y="231460"/>
                  </a:lnTo>
                  <a:lnTo>
                    <a:pt x="1914521" y="261967"/>
                  </a:lnTo>
                  <a:lnTo>
                    <a:pt x="1963341" y="294935"/>
                  </a:lnTo>
                  <a:lnTo>
                    <a:pt x="2012660" y="330248"/>
                  </a:lnTo>
                  <a:lnTo>
                    <a:pt x="2062578" y="367706"/>
                  </a:lnTo>
                  <a:lnTo>
                    <a:pt x="2113100" y="407017"/>
                  </a:lnTo>
                  <a:lnTo>
                    <a:pt x="2164153" y="447808"/>
                  </a:lnTo>
                  <a:lnTo>
                    <a:pt x="2215601" y="489636"/>
                  </a:lnTo>
                  <a:lnTo>
                    <a:pt x="2267263" y="532007"/>
                  </a:lnTo>
                  <a:lnTo>
                    <a:pt x="2318932" y="574399"/>
                  </a:lnTo>
                  <a:lnTo>
                    <a:pt x="2370404" y="616287"/>
                  </a:lnTo>
                  <a:lnTo>
                    <a:pt x="2421493" y="657176"/>
                  </a:lnTo>
                  <a:lnTo>
                    <a:pt x="2472060" y="696616"/>
                  </a:lnTo>
                  <a:lnTo>
                    <a:pt x="2522026" y="734229"/>
                  </a:lnTo>
                  <a:lnTo>
                    <a:pt x="2571389" y="769718"/>
                  </a:lnTo>
                  <a:lnTo>
                    <a:pt x="2620242" y="802873"/>
                  </a:lnTo>
                  <a:lnTo>
                    <a:pt x="2668778" y="833573"/>
                  </a:lnTo>
                  <a:lnTo>
                    <a:pt x="2717309" y="861780"/>
                  </a:lnTo>
                  <a:lnTo>
                    <a:pt x="2766278" y="887529"/>
                  </a:lnTo>
                  <a:lnTo>
                    <a:pt x="2770117" y="889429"/>
                  </a:lnTo>
                  <a:lnTo>
                    <a:pt x="2819597" y="912334"/>
                  </a:lnTo>
                  <a:lnTo>
                    <a:pt x="2870780" y="932914"/>
                  </a:lnTo>
                  <a:lnTo>
                    <a:pt x="2924479" y="951293"/>
                  </a:lnTo>
                  <a:lnTo>
                    <a:pt x="2981606" y="967674"/>
                  </a:lnTo>
                  <a:lnTo>
                    <a:pt x="3043085" y="982287"/>
                  </a:lnTo>
                  <a:lnTo>
                    <a:pt x="3109776" y="995353"/>
                  </a:lnTo>
                  <a:lnTo>
                    <a:pt x="3182369" y="1007064"/>
                  </a:lnTo>
                  <a:lnTo>
                    <a:pt x="3261249" y="1017575"/>
                  </a:lnTo>
                  <a:lnTo>
                    <a:pt x="3346313" y="1026998"/>
                  </a:lnTo>
                  <a:lnTo>
                    <a:pt x="3436757" y="1035401"/>
                  </a:lnTo>
                  <a:lnTo>
                    <a:pt x="3530868" y="1042810"/>
                  </a:lnTo>
                  <a:lnTo>
                    <a:pt x="3625895" y="1049218"/>
                  </a:lnTo>
                  <a:lnTo>
                    <a:pt x="3718104" y="1054602"/>
                  </a:lnTo>
                  <a:lnTo>
                    <a:pt x="3803119" y="1058944"/>
                  </a:lnTo>
                  <a:lnTo>
                    <a:pt x="3876582" y="1062254"/>
                  </a:lnTo>
                  <a:lnTo>
                    <a:pt x="3935014" y="1064595"/>
                  </a:lnTo>
                  <a:lnTo>
                    <a:pt x="3976642" y="1066087"/>
                  </a:lnTo>
                  <a:lnTo>
                    <a:pt x="4001913" y="1066901"/>
                  </a:lnTo>
                  <a:lnTo>
                    <a:pt x="4013565" y="1067240"/>
                  </a:lnTo>
                  <a:lnTo>
                    <a:pt x="4016365" y="1067314"/>
                  </a:lnTo>
                  <a:lnTo>
                    <a:pt x="4016409" y="1067315"/>
                  </a:lnTo>
                  <a:lnTo>
                    <a:pt x="4538543" y="1067315"/>
                  </a:lnTo>
                  <a:lnTo>
                    <a:pt x="4539722" y="1067384"/>
                  </a:lnTo>
                  <a:lnTo>
                    <a:pt x="4547442" y="1067880"/>
                  </a:lnTo>
                  <a:lnTo>
                    <a:pt x="4566790" y="1069250"/>
                  </a:lnTo>
                  <a:lnTo>
                    <a:pt x="4601097" y="1071942"/>
                  </a:lnTo>
                  <a:lnTo>
                    <a:pt x="4651646" y="1076359"/>
                  </a:lnTo>
                  <a:lnTo>
                    <a:pt x="4717594" y="1082808"/>
                  </a:lnTo>
                  <a:lnTo>
                    <a:pt x="4796277" y="1091476"/>
                  </a:lnTo>
                  <a:lnTo>
                    <a:pt x="4883859" y="1102433"/>
                  </a:lnTo>
                  <a:lnTo>
                    <a:pt x="4976133" y="1115662"/>
                  </a:lnTo>
                  <a:lnTo>
                    <a:pt x="5069225" y="1131111"/>
                  </a:lnTo>
                  <a:lnTo>
                    <a:pt x="5160050" y="1148742"/>
                  </a:lnTo>
                  <a:lnTo>
                    <a:pt x="5246481" y="1168571"/>
                  </a:lnTo>
                  <a:lnTo>
                    <a:pt x="5327309" y="1190692"/>
                  </a:lnTo>
                  <a:lnTo>
                    <a:pt x="5402086" y="1215292"/>
                  </a:lnTo>
                  <a:lnTo>
                    <a:pt x="5470925" y="1242649"/>
                  </a:lnTo>
                  <a:lnTo>
                    <a:pt x="5534318" y="1273130"/>
                  </a:lnTo>
                  <a:lnTo>
                    <a:pt x="5592987" y="1307174"/>
                  </a:lnTo>
                  <a:lnTo>
                    <a:pt x="5647772" y="1345268"/>
                  </a:lnTo>
                  <a:lnTo>
                    <a:pt x="5699547" y="1387899"/>
                  </a:lnTo>
                  <a:lnTo>
                    <a:pt x="5749150" y="1435471"/>
                  </a:lnTo>
                  <a:lnTo>
                    <a:pt x="5784835" y="1473911"/>
                  </a:lnTo>
                  <a:lnTo>
                    <a:pt x="5824210" y="1520331"/>
                  </a:lnTo>
                  <a:lnTo>
                    <a:pt x="5863211" y="1570336"/>
                  </a:lnTo>
                  <a:lnTo>
                    <a:pt x="5902095" y="1623998"/>
                  </a:lnTo>
                  <a:lnTo>
                    <a:pt x="5941059" y="1681324"/>
                  </a:lnTo>
                  <a:lnTo>
                    <a:pt x="5980249" y="1742246"/>
                  </a:lnTo>
                  <a:lnTo>
                    <a:pt x="6019764" y="1806620"/>
                  </a:lnTo>
                  <a:lnTo>
                    <a:pt x="6059658" y="1874215"/>
                  </a:lnTo>
                  <a:lnTo>
                    <a:pt x="6099947" y="1944719"/>
                  </a:lnTo>
                  <a:lnTo>
                    <a:pt x="6140613" y="2017738"/>
                  </a:lnTo>
                  <a:lnTo>
                    <a:pt x="6181606" y="2092801"/>
                  </a:lnTo>
                  <a:lnTo>
                    <a:pt x="6222851" y="2169377"/>
                  </a:lnTo>
                  <a:lnTo>
                    <a:pt x="6264256" y="2246886"/>
                  </a:lnTo>
                  <a:lnTo>
                    <a:pt x="6305717" y="2324716"/>
                  </a:lnTo>
                  <a:lnTo>
                    <a:pt x="6347126" y="2402245"/>
                  </a:lnTo>
                  <a:lnTo>
                    <a:pt x="6388378" y="2478863"/>
                  </a:lnTo>
                  <a:lnTo>
                    <a:pt x="6429380" y="2553986"/>
                  </a:lnTo>
                  <a:lnTo>
                    <a:pt x="6470058" y="2627080"/>
                  </a:lnTo>
                  <a:lnTo>
                    <a:pt x="6510361" y="2697675"/>
                  </a:lnTo>
                  <a:lnTo>
                    <a:pt x="6550268" y="2765374"/>
                  </a:lnTo>
                  <a:lnTo>
                    <a:pt x="6589794" y="2829860"/>
                  </a:lnTo>
                  <a:lnTo>
                    <a:pt x="6628994" y="2890901"/>
                  </a:lnTo>
                  <a:lnTo>
                    <a:pt x="6667964" y="2948348"/>
                  </a:lnTo>
                  <a:lnTo>
                    <a:pt x="6706847" y="3002133"/>
                  </a:lnTo>
                  <a:lnTo>
                    <a:pt x="6745841" y="3052260"/>
                  </a:lnTo>
                  <a:lnTo>
                    <a:pt x="6785199" y="3098798"/>
                  </a:lnTo>
                  <a:lnTo>
                    <a:pt x="6786527" y="3100296"/>
                  </a:lnTo>
                  <a:lnTo>
                    <a:pt x="6835001" y="3151654"/>
                  </a:lnTo>
                  <a:lnTo>
                    <a:pt x="6885096" y="3197906"/>
                  </a:lnTo>
                  <a:lnTo>
                    <a:pt x="6937573" y="3239308"/>
                  </a:lnTo>
                  <a:lnTo>
                    <a:pt x="6993288" y="3276296"/>
                  </a:lnTo>
                  <a:lnTo>
                    <a:pt x="7053113" y="3309364"/>
                  </a:lnTo>
                  <a:lnTo>
                    <a:pt x="7117866" y="3338989"/>
                  </a:lnTo>
                  <a:lnTo>
                    <a:pt x="7188221" y="3365594"/>
                  </a:lnTo>
                  <a:lnTo>
                    <a:pt x="7264587" y="3389523"/>
                  </a:lnTo>
                  <a:lnTo>
                    <a:pt x="7346949" y="3411032"/>
                  </a:lnTo>
                  <a:lnTo>
                    <a:pt x="7434679" y="3430281"/>
                  </a:lnTo>
                  <a:lnTo>
                    <a:pt x="7526341" y="3447343"/>
                  </a:lnTo>
                  <a:lnTo>
                    <a:pt x="7619555" y="3462217"/>
                  </a:lnTo>
                  <a:lnTo>
                    <a:pt x="7711001" y="3474857"/>
                  </a:lnTo>
                  <a:lnTo>
                    <a:pt x="7796663" y="3485215"/>
                  </a:lnTo>
                  <a:lnTo>
                    <a:pt x="7872356" y="3493293"/>
                  </a:lnTo>
                  <a:lnTo>
                    <a:pt x="7934475" y="3499188"/>
                  </a:lnTo>
                  <a:lnTo>
                    <a:pt x="7980778" y="3503120"/>
                  </a:lnTo>
                  <a:lnTo>
                    <a:pt x="8010967" y="3505425"/>
                  </a:lnTo>
                  <a:lnTo>
                    <a:pt x="8026881" y="3506523"/>
                  </a:lnTo>
                  <a:lnTo>
                    <a:pt x="8032337" y="3506865"/>
                  </a:lnTo>
                  <a:lnTo>
                    <a:pt x="8032819" y="3506893"/>
                  </a:lnTo>
                  <a:lnTo>
                    <a:pt x="8554953" y="3506893"/>
                  </a:lnTo>
                  <a:lnTo>
                    <a:pt x="8554953" y="3506893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31" name="pl31"/>
            <p:cNvSpPr/>
            <p:nvPr/>
          </p:nvSpPr>
          <p:spPr>
            <a:xfrm>
              <a:off x="386606" y="1467903"/>
              <a:ext cx="8554953" cy="3506893"/>
            </a:xfrm>
            <a:custGeom>
              <a:avLst/>
              <a:pathLst>
                <a:path w="8554953" h="3506893">
                  <a:moveTo>
                    <a:pt x="8554953" y="3506893"/>
                  </a:moveTo>
                  <a:lnTo>
                    <a:pt x="8032819" y="3506893"/>
                  </a:lnTo>
                  <a:lnTo>
                    <a:pt x="8031640" y="3506823"/>
                  </a:lnTo>
                  <a:lnTo>
                    <a:pt x="8023920" y="3506328"/>
                  </a:lnTo>
                  <a:lnTo>
                    <a:pt x="8004572" y="3504958"/>
                  </a:lnTo>
                  <a:lnTo>
                    <a:pt x="7970265" y="3502265"/>
                  </a:lnTo>
                  <a:lnTo>
                    <a:pt x="7919716" y="3497849"/>
                  </a:lnTo>
                  <a:lnTo>
                    <a:pt x="7853768" y="3491400"/>
                  </a:lnTo>
                  <a:lnTo>
                    <a:pt x="7775085" y="3482732"/>
                  </a:lnTo>
                  <a:lnTo>
                    <a:pt x="7687503" y="3471775"/>
                  </a:lnTo>
                  <a:lnTo>
                    <a:pt x="7595229" y="3458546"/>
                  </a:lnTo>
                  <a:lnTo>
                    <a:pt x="7502137" y="3443097"/>
                  </a:lnTo>
                  <a:lnTo>
                    <a:pt x="7411312" y="3425466"/>
                  </a:lnTo>
                  <a:lnTo>
                    <a:pt x="7324881" y="3405637"/>
                  </a:lnTo>
                  <a:lnTo>
                    <a:pt x="7244053" y="3383515"/>
                  </a:lnTo>
                  <a:lnTo>
                    <a:pt x="7169276" y="3358916"/>
                  </a:lnTo>
                  <a:lnTo>
                    <a:pt x="7100437" y="3331558"/>
                  </a:lnTo>
                  <a:lnTo>
                    <a:pt x="7037044" y="3301078"/>
                  </a:lnTo>
                  <a:lnTo>
                    <a:pt x="6978375" y="3267034"/>
                  </a:lnTo>
                  <a:lnTo>
                    <a:pt x="6923590" y="3228940"/>
                  </a:lnTo>
                  <a:lnTo>
                    <a:pt x="6871815" y="3186309"/>
                  </a:lnTo>
                  <a:lnTo>
                    <a:pt x="6822212" y="3138737"/>
                  </a:lnTo>
                  <a:lnTo>
                    <a:pt x="6786527" y="3100296"/>
                  </a:lnTo>
                  <a:lnTo>
                    <a:pt x="6747152" y="3053877"/>
                  </a:lnTo>
                  <a:lnTo>
                    <a:pt x="6708151" y="3003872"/>
                  </a:lnTo>
                  <a:lnTo>
                    <a:pt x="6669267" y="2950210"/>
                  </a:lnTo>
                  <a:lnTo>
                    <a:pt x="6630303" y="2892884"/>
                  </a:lnTo>
                  <a:lnTo>
                    <a:pt x="6591113" y="2831961"/>
                  </a:lnTo>
                  <a:lnTo>
                    <a:pt x="6551598" y="2767588"/>
                  </a:lnTo>
                  <a:lnTo>
                    <a:pt x="6511704" y="2699992"/>
                  </a:lnTo>
                  <a:lnTo>
                    <a:pt x="6471415" y="2629488"/>
                  </a:lnTo>
                  <a:lnTo>
                    <a:pt x="6430749" y="2556470"/>
                  </a:lnTo>
                  <a:lnTo>
                    <a:pt x="6389756" y="2481407"/>
                  </a:lnTo>
                  <a:lnTo>
                    <a:pt x="6348511" y="2404830"/>
                  </a:lnTo>
                  <a:lnTo>
                    <a:pt x="6307106" y="2327322"/>
                  </a:lnTo>
                  <a:lnTo>
                    <a:pt x="6265645" y="2249492"/>
                  </a:lnTo>
                  <a:lnTo>
                    <a:pt x="6224236" y="2171962"/>
                  </a:lnTo>
                  <a:lnTo>
                    <a:pt x="6182984" y="2095345"/>
                  </a:lnTo>
                  <a:lnTo>
                    <a:pt x="6141982" y="2020222"/>
                  </a:lnTo>
                  <a:lnTo>
                    <a:pt x="6101304" y="1947127"/>
                  </a:lnTo>
                  <a:lnTo>
                    <a:pt x="6061001" y="1876532"/>
                  </a:lnTo>
                  <a:lnTo>
                    <a:pt x="6021094" y="1808834"/>
                  </a:lnTo>
                  <a:lnTo>
                    <a:pt x="5981567" y="1744348"/>
                  </a:lnTo>
                  <a:lnTo>
                    <a:pt x="5942368" y="1683307"/>
                  </a:lnTo>
                  <a:lnTo>
                    <a:pt x="5903398" y="1625859"/>
                  </a:lnTo>
                  <a:lnTo>
                    <a:pt x="5864515" y="1572074"/>
                  </a:lnTo>
                  <a:lnTo>
                    <a:pt x="5825521" y="1521948"/>
                  </a:lnTo>
                  <a:lnTo>
                    <a:pt x="5786163" y="1475410"/>
                  </a:lnTo>
                  <a:lnTo>
                    <a:pt x="5784835" y="1473911"/>
                  </a:lnTo>
                  <a:lnTo>
                    <a:pt x="5736361" y="1422553"/>
                  </a:lnTo>
                  <a:lnTo>
                    <a:pt x="5686266" y="1376302"/>
                  </a:lnTo>
                  <a:lnTo>
                    <a:pt x="5633789" y="1334899"/>
                  </a:lnTo>
                  <a:lnTo>
                    <a:pt x="5578074" y="1297911"/>
                  </a:lnTo>
                  <a:lnTo>
                    <a:pt x="5518249" y="1264844"/>
                  </a:lnTo>
                  <a:lnTo>
                    <a:pt x="5453496" y="1235219"/>
                  </a:lnTo>
                  <a:lnTo>
                    <a:pt x="5383141" y="1208614"/>
                  </a:lnTo>
                  <a:lnTo>
                    <a:pt x="5306775" y="1184684"/>
                  </a:lnTo>
                  <a:lnTo>
                    <a:pt x="5224413" y="1163176"/>
                  </a:lnTo>
                  <a:lnTo>
                    <a:pt x="5136683" y="1143927"/>
                  </a:lnTo>
                  <a:lnTo>
                    <a:pt x="5045021" y="1126864"/>
                  </a:lnTo>
                  <a:lnTo>
                    <a:pt x="4951807" y="1111990"/>
                  </a:lnTo>
                  <a:lnTo>
                    <a:pt x="4860361" y="1099350"/>
                  </a:lnTo>
                  <a:lnTo>
                    <a:pt x="4774699" y="1088992"/>
                  </a:lnTo>
                  <a:lnTo>
                    <a:pt x="4699006" y="1080914"/>
                  </a:lnTo>
                  <a:lnTo>
                    <a:pt x="4636887" y="1075020"/>
                  </a:lnTo>
                  <a:lnTo>
                    <a:pt x="4590584" y="1071088"/>
                  </a:lnTo>
                  <a:lnTo>
                    <a:pt x="4560395" y="1068782"/>
                  </a:lnTo>
                  <a:lnTo>
                    <a:pt x="4544481" y="1067684"/>
                  </a:lnTo>
                  <a:lnTo>
                    <a:pt x="4539025" y="1067343"/>
                  </a:lnTo>
                  <a:lnTo>
                    <a:pt x="4538543" y="1067315"/>
                  </a:lnTo>
                  <a:lnTo>
                    <a:pt x="4016409" y="1067315"/>
                  </a:lnTo>
                  <a:lnTo>
                    <a:pt x="4015158" y="1067283"/>
                  </a:lnTo>
                  <a:lnTo>
                    <a:pt x="4006976" y="1067052"/>
                  </a:lnTo>
                  <a:lnTo>
                    <a:pt x="3986511" y="1066415"/>
                  </a:lnTo>
                  <a:lnTo>
                    <a:pt x="3950332" y="1065163"/>
                  </a:lnTo>
                  <a:lnTo>
                    <a:pt x="3897238" y="1063112"/>
                  </a:lnTo>
                  <a:lnTo>
                    <a:pt x="3828320" y="1060125"/>
                  </a:lnTo>
                  <a:lnTo>
                    <a:pt x="3746586" y="1056120"/>
                  </a:lnTo>
                  <a:lnTo>
                    <a:pt x="3656208" y="1051071"/>
                  </a:lnTo>
                  <a:lnTo>
                    <a:pt x="3561643" y="1044991"/>
                  </a:lnTo>
                  <a:lnTo>
                    <a:pt x="3466884" y="1037904"/>
                  </a:lnTo>
                  <a:lnTo>
                    <a:pt x="3375019" y="1029824"/>
                  </a:lnTo>
                  <a:lnTo>
                    <a:pt x="3288088" y="1020736"/>
                  </a:lnTo>
                  <a:lnTo>
                    <a:pt x="3207169" y="1010586"/>
                  </a:lnTo>
                  <a:lnTo>
                    <a:pt x="3132566" y="999278"/>
                  </a:lnTo>
                  <a:lnTo>
                    <a:pt x="3064032" y="986669"/>
                  </a:lnTo>
                  <a:lnTo>
                    <a:pt x="3000956" y="972579"/>
                  </a:lnTo>
                  <a:lnTo>
                    <a:pt x="2942523" y="956795"/>
                  </a:lnTo>
                  <a:lnTo>
                    <a:pt x="2887817" y="939086"/>
                  </a:lnTo>
                  <a:lnTo>
                    <a:pt x="2835917" y="919236"/>
                  </a:lnTo>
                  <a:lnTo>
                    <a:pt x="2785966" y="897088"/>
                  </a:lnTo>
                  <a:lnTo>
                    <a:pt x="2770117" y="889429"/>
                  </a:lnTo>
                  <a:lnTo>
                    <a:pt x="2721091" y="863868"/>
                  </a:lnTo>
                  <a:lnTo>
                    <a:pt x="2672544" y="835854"/>
                  </a:lnTo>
                  <a:lnTo>
                    <a:pt x="2624021" y="805347"/>
                  </a:lnTo>
                  <a:lnTo>
                    <a:pt x="2575201" y="772380"/>
                  </a:lnTo>
                  <a:lnTo>
                    <a:pt x="2525882" y="737066"/>
                  </a:lnTo>
                  <a:lnTo>
                    <a:pt x="2475964" y="699609"/>
                  </a:lnTo>
                  <a:lnTo>
                    <a:pt x="2425442" y="660298"/>
                  </a:lnTo>
                  <a:lnTo>
                    <a:pt x="2374389" y="619506"/>
                  </a:lnTo>
                  <a:lnTo>
                    <a:pt x="2322941" y="577678"/>
                  </a:lnTo>
                  <a:lnTo>
                    <a:pt x="2271280" y="535307"/>
                  </a:lnTo>
                  <a:lnTo>
                    <a:pt x="2219610" y="492916"/>
                  </a:lnTo>
                  <a:lnTo>
                    <a:pt x="2168139" y="451027"/>
                  </a:lnTo>
                  <a:lnTo>
                    <a:pt x="2117049" y="410138"/>
                  </a:lnTo>
                  <a:lnTo>
                    <a:pt x="2066482" y="370698"/>
                  </a:lnTo>
                  <a:lnTo>
                    <a:pt x="2016517" y="333085"/>
                  </a:lnTo>
                  <a:lnTo>
                    <a:pt x="1967153" y="297596"/>
                  </a:lnTo>
                  <a:lnTo>
                    <a:pt x="1918300" y="264441"/>
                  </a:lnTo>
                  <a:lnTo>
                    <a:pt x="1869764" y="233741"/>
                  </a:lnTo>
                  <a:lnTo>
                    <a:pt x="1821233" y="205534"/>
                  </a:lnTo>
                  <a:lnTo>
                    <a:pt x="1772264" y="179786"/>
                  </a:lnTo>
                  <a:lnTo>
                    <a:pt x="1768425" y="177885"/>
                  </a:lnTo>
                  <a:lnTo>
                    <a:pt x="1718945" y="154980"/>
                  </a:lnTo>
                  <a:lnTo>
                    <a:pt x="1667763" y="134400"/>
                  </a:lnTo>
                  <a:lnTo>
                    <a:pt x="1614063" y="116022"/>
                  </a:lnTo>
                  <a:lnTo>
                    <a:pt x="1556936" y="99641"/>
                  </a:lnTo>
                  <a:lnTo>
                    <a:pt x="1495457" y="85027"/>
                  </a:lnTo>
                  <a:lnTo>
                    <a:pt x="1428766" y="71962"/>
                  </a:lnTo>
                  <a:lnTo>
                    <a:pt x="1356173" y="60250"/>
                  </a:lnTo>
                  <a:lnTo>
                    <a:pt x="1277293" y="49739"/>
                  </a:lnTo>
                  <a:lnTo>
                    <a:pt x="1192229" y="40316"/>
                  </a:lnTo>
                  <a:lnTo>
                    <a:pt x="1101785" y="31913"/>
                  </a:lnTo>
                  <a:lnTo>
                    <a:pt x="1007674" y="24505"/>
                  </a:lnTo>
                  <a:lnTo>
                    <a:pt x="912647" y="18096"/>
                  </a:lnTo>
                  <a:lnTo>
                    <a:pt x="820438" y="12712"/>
                  </a:lnTo>
                  <a:lnTo>
                    <a:pt x="735423" y="8371"/>
                  </a:lnTo>
                  <a:lnTo>
                    <a:pt x="661960" y="5060"/>
                  </a:lnTo>
                  <a:lnTo>
                    <a:pt x="603528" y="2719"/>
                  </a:lnTo>
                  <a:lnTo>
                    <a:pt x="561900" y="1228"/>
                  </a:lnTo>
                  <a:lnTo>
                    <a:pt x="536629" y="414"/>
                  </a:lnTo>
                  <a:lnTo>
                    <a:pt x="524977" y="75"/>
                  </a:lnTo>
                  <a:lnTo>
                    <a:pt x="522177" y="1"/>
                  </a:lnTo>
                  <a:lnTo>
                    <a:pt x="522133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32" name="pg32"/>
            <p:cNvSpPr/>
            <p:nvPr/>
          </p:nvSpPr>
          <p:spPr>
            <a:xfrm>
              <a:off x="386606" y="1473551"/>
              <a:ext cx="8554953" cy="4032080"/>
            </a:xfrm>
            <a:custGeom>
              <a:avLst/>
              <a:pathLst>
                <a:path w="8554953" h="4032080">
                  <a:moveTo>
                    <a:pt x="0" y="22588"/>
                  </a:moveTo>
                  <a:lnTo>
                    <a:pt x="522133" y="22588"/>
                  </a:lnTo>
                  <a:lnTo>
                    <a:pt x="523384" y="22621"/>
                  </a:lnTo>
                  <a:lnTo>
                    <a:pt x="531562" y="22855"/>
                  </a:lnTo>
                  <a:lnTo>
                    <a:pt x="552018" y="23502"/>
                  </a:lnTo>
                  <a:lnTo>
                    <a:pt x="588182" y="24773"/>
                  </a:lnTo>
                  <a:lnTo>
                    <a:pt x="641255" y="26855"/>
                  </a:lnTo>
                  <a:lnTo>
                    <a:pt x="710150" y="29889"/>
                  </a:lnTo>
                  <a:lnTo>
                    <a:pt x="791860" y="33956"/>
                  </a:lnTo>
                  <a:lnTo>
                    <a:pt x="882215" y="39082"/>
                  </a:lnTo>
                  <a:lnTo>
                    <a:pt x="976762" y="45256"/>
                  </a:lnTo>
                  <a:lnTo>
                    <a:pt x="1071508" y="52453"/>
                  </a:lnTo>
                  <a:lnTo>
                    <a:pt x="1163366" y="60659"/>
                  </a:lnTo>
                  <a:lnTo>
                    <a:pt x="1250293" y="69888"/>
                  </a:lnTo>
                  <a:lnTo>
                    <a:pt x="1331212" y="80195"/>
                  </a:lnTo>
                  <a:lnTo>
                    <a:pt x="1405816" y="91678"/>
                  </a:lnTo>
                  <a:lnTo>
                    <a:pt x="1474353" y="104482"/>
                  </a:lnTo>
                  <a:lnTo>
                    <a:pt x="1537431" y="118789"/>
                  </a:lnTo>
                  <a:lnTo>
                    <a:pt x="1595866" y="134817"/>
                  </a:lnTo>
                  <a:lnTo>
                    <a:pt x="1650572" y="152797"/>
                  </a:lnTo>
                  <a:lnTo>
                    <a:pt x="1702471" y="172952"/>
                  </a:lnTo>
                  <a:lnTo>
                    <a:pt x="1752419" y="195442"/>
                  </a:lnTo>
                  <a:lnTo>
                    <a:pt x="1768425" y="203298"/>
                  </a:lnTo>
                  <a:lnTo>
                    <a:pt x="1817321" y="229192"/>
                  </a:lnTo>
                  <a:lnTo>
                    <a:pt x="1865739" y="257564"/>
                  </a:lnTo>
                  <a:lnTo>
                    <a:pt x="1914132" y="288456"/>
                  </a:lnTo>
                  <a:lnTo>
                    <a:pt x="1962818" y="321835"/>
                  </a:lnTo>
                  <a:lnTo>
                    <a:pt x="2011999" y="357586"/>
                  </a:lnTo>
                  <a:lnTo>
                    <a:pt x="2061775" y="395507"/>
                  </a:lnTo>
                  <a:lnTo>
                    <a:pt x="2112152" y="435306"/>
                  </a:lnTo>
                  <a:lnTo>
                    <a:pt x="2163060" y="476609"/>
                  </a:lnTo>
                  <a:lnTo>
                    <a:pt x="2214364" y="518969"/>
                  </a:lnTo>
                  <a:lnTo>
                    <a:pt x="2265885" y="561891"/>
                  </a:lnTo>
                  <a:lnTo>
                    <a:pt x="2317419" y="604847"/>
                  </a:lnTo>
                  <a:lnTo>
                    <a:pt x="2368763" y="647311"/>
                  </a:lnTo>
                  <a:lnTo>
                    <a:pt x="2419731" y="688779"/>
                  </a:lnTo>
                  <a:lnTo>
                    <a:pt x="2470184" y="728799"/>
                  </a:lnTo>
                  <a:lnTo>
                    <a:pt x="2520040" y="766985"/>
                  </a:lnTo>
                  <a:lnTo>
                    <a:pt x="2569296" y="803034"/>
                  </a:lnTo>
                  <a:lnTo>
                    <a:pt x="2618037" y="836733"/>
                  </a:lnTo>
                  <a:lnTo>
                    <a:pt x="2666453" y="867955"/>
                  </a:lnTo>
                  <a:lnTo>
                    <a:pt x="2714846" y="896658"/>
                  </a:lnTo>
                  <a:lnTo>
                    <a:pt x="2763648" y="922873"/>
                  </a:lnTo>
                  <a:lnTo>
                    <a:pt x="2770117" y="926136"/>
                  </a:lnTo>
                  <a:lnTo>
                    <a:pt x="2819589" y="949401"/>
                  </a:lnTo>
                  <a:lnTo>
                    <a:pt x="2870763" y="970305"/>
                  </a:lnTo>
                  <a:lnTo>
                    <a:pt x="2924453" y="988973"/>
                  </a:lnTo>
                  <a:lnTo>
                    <a:pt x="2981568" y="1005612"/>
                  </a:lnTo>
                  <a:lnTo>
                    <a:pt x="3043034" y="1020456"/>
                  </a:lnTo>
                  <a:lnTo>
                    <a:pt x="3109709" y="1033729"/>
                  </a:lnTo>
                  <a:lnTo>
                    <a:pt x="3182284" y="1045625"/>
                  </a:lnTo>
                  <a:lnTo>
                    <a:pt x="3261145" y="1056303"/>
                  </a:lnTo>
                  <a:lnTo>
                    <a:pt x="3346187" y="1065876"/>
                  </a:lnTo>
                  <a:lnTo>
                    <a:pt x="3436610" y="1074412"/>
                  </a:lnTo>
                  <a:lnTo>
                    <a:pt x="3530701" y="1081939"/>
                  </a:lnTo>
                  <a:lnTo>
                    <a:pt x="3625715" y="1088449"/>
                  </a:lnTo>
                  <a:lnTo>
                    <a:pt x="3717918" y="1093920"/>
                  </a:lnTo>
                  <a:lnTo>
                    <a:pt x="3802940" y="1098332"/>
                  </a:lnTo>
                  <a:lnTo>
                    <a:pt x="3876423" y="1101697"/>
                  </a:lnTo>
                  <a:lnTo>
                    <a:pt x="3934886" y="1104077"/>
                  </a:lnTo>
                  <a:lnTo>
                    <a:pt x="3976552" y="1105594"/>
                  </a:lnTo>
                  <a:lnTo>
                    <a:pt x="4001862" y="1106423"/>
                  </a:lnTo>
                  <a:lnTo>
                    <a:pt x="4013546" y="1106768"/>
                  </a:lnTo>
                  <a:lnTo>
                    <a:pt x="4016409" y="1106845"/>
                  </a:lnTo>
                  <a:lnTo>
                    <a:pt x="4538543" y="1106845"/>
                  </a:lnTo>
                  <a:lnTo>
                    <a:pt x="4539686" y="1106926"/>
                  </a:lnTo>
                  <a:lnTo>
                    <a:pt x="4547181" y="1107502"/>
                  </a:lnTo>
                  <a:lnTo>
                    <a:pt x="4565984" y="1109094"/>
                  </a:lnTo>
                  <a:lnTo>
                    <a:pt x="4599371" y="1112223"/>
                  </a:lnTo>
                  <a:lnTo>
                    <a:pt x="4648662" y="1117361"/>
                  </a:lnTo>
                  <a:lnTo>
                    <a:pt x="4713132" y="1124871"/>
                  </a:lnTo>
                  <a:lnTo>
                    <a:pt x="4790280" y="1134978"/>
                  </a:lnTo>
                  <a:lnTo>
                    <a:pt x="4876437" y="1147773"/>
                  </a:lnTo>
                  <a:lnTo>
                    <a:pt x="4967524" y="1163239"/>
                  </a:lnTo>
                  <a:lnTo>
                    <a:pt x="5059734" y="1181320"/>
                  </a:lnTo>
                  <a:lnTo>
                    <a:pt x="5149989" y="1201965"/>
                  </a:lnTo>
                  <a:lnTo>
                    <a:pt x="5236126" y="1225186"/>
                  </a:lnTo>
                  <a:lnTo>
                    <a:pt x="5316875" y="1251080"/>
                  </a:lnTo>
                  <a:lnTo>
                    <a:pt x="5391718" y="1279850"/>
                  </a:lnTo>
                  <a:lnTo>
                    <a:pt x="5460702" y="1311804"/>
                  </a:lnTo>
                  <a:lnTo>
                    <a:pt x="5524257" y="1347355"/>
                  </a:lnTo>
                  <a:lnTo>
                    <a:pt x="5583059" y="1387001"/>
                  </a:lnTo>
                  <a:lnTo>
                    <a:pt x="5637907" y="1431303"/>
                  </a:lnTo>
                  <a:lnTo>
                    <a:pt x="5689650" y="1480832"/>
                  </a:lnTo>
                  <a:lnTo>
                    <a:pt x="5739111" y="1536087"/>
                  </a:lnTo>
                  <a:lnTo>
                    <a:pt x="5784835" y="1594384"/>
                  </a:lnTo>
                  <a:lnTo>
                    <a:pt x="5821603" y="1646206"/>
                  </a:lnTo>
                  <a:lnTo>
                    <a:pt x="5858029" y="1701767"/>
                  </a:lnTo>
                  <a:lnTo>
                    <a:pt x="5894326" y="1761143"/>
                  </a:lnTo>
                  <a:lnTo>
                    <a:pt x="5930663" y="1824351"/>
                  </a:lnTo>
                  <a:lnTo>
                    <a:pt x="5967169" y="1891345"/>
                  </a:lnTo>
                  <a:lnTo>
                    <a:pt x="6003933" y="1962005"/>
                  </a:lnTo>
                  <a:lnTo>
                    <a:pt x="6041013" y="2036138"/>
                  </a:lnTo>
                  <a:lnTo>
                    <a:pt x="6078435" y="2113474"/>
                  </a:lnTo>
                  <a:lnTo>
                    <a:pt x="6116198" y="2193667"/>
                  </a:lnTo>
                  <a:lnTo>
                    <a:pt x="6154275" y="2276300"/>
                  </a:lnTo>
                  <a:lnTo>
                    <a:pt x="6192618" y="2360891"/>
                  </a:lnTo>
                  <a:lnTo>
                    <a:pt x="6231160" y="2446905"/>
                  </a:lnTo>
                  <a:lnTo>
                    <a:pt x="6269824" y="2533767"/>
                  </a:lnTo>
                  <a:lnTo>
                    <a:pt x="6308524" y="2620878"/>
                  </a:lnTo>
                  <a:lnTo>
                    <a:pt x="6347173" y="2707630"/>
                  </a:lnTo>
                  <a:lnTo>
                    <a:pt x="6385684" y="2793429"/>
                  </a:lnTo>
                  <a:lnTo>
                    <a:pt x="6423983" y="2877705"/>
                  </a:lnTo>
                  <a:lnTo>
                    <a:pt x="6462006" y="2959931"/>
                  </a:lnTo>
                  <a:lnTo>
                    <a:pt x="6499709" y="3039637"/>
                  </a:lnTo>
                  <a:lnTo>
                    <a:pt x="6537069" y="3116418"/>
                  </a:lnTo>
                  <a:lnTo>
                    <a:pt x="6574090" y="3189942"/>
                  </a:lnTo>
                  <a:lnTo>
                    <a:pt x="6610802" y="3259952"/>
                  </a:lnTo>
                  <a:lnTo>
                    <a:pt x="6647269" y="3326269"/>
                  </a:lnTo>
                  <a:lnTo>
                    <a:pt x="6683588" y="3388787"/>
                  </a:lnTo>
                  <a:lnTo>
                    <a:pt x="6719895" y="3447471"/>
                  </a:lnTo>
                  <a:lnTo>
                    <a:pt x="6756365" y="3502349"/>
                  </a:lnTo>
                  <a:lnTo>
                    <a:pt x="6786527" y="3544541"/>
                  </a:lnTo>
                  <a:lnTo>
                    <a:pt x="6834497" y="3605522"/>
                  </a:lnTo>
                  <a:lnTo>
                    <a:pt x="6884047" y="3660504"/>
                  </a:lnTo>
                  <a:lnTo>
                    <a:pt x="6935914" y="3709780"/>
                  </a:lnTo>
                  <a:lnTo>
                    <a:pt x="6990927" y="3753854"/>
                  </a:lnTo>
                  <a:lnTo>
                    <a:pt x="7049931" y="3793299"/>
                  </a:lnTo>
                  <a:lnTo>
                    <a:pt x="7113724" y="3828673"/>
                  </a:lnTo>
                  <a:lnTo>
                    <a:pt x="7182971" y="3860472"/>
                  </a:lnTo>
                  <a:lnTo>
                    <a:pt x="7258089" y="3889103"/>
                  </a:lnTo>
                  <a:lnTo>
                    <a:pt x="7339104" y="3914870"/>
                  </a:lnTo>
                  <a:lnTo>
                    <a:pt x="7425465" y="3937970"/>
                  </a:lnTo>
                  <a:lnTo>
                    <a:pt x="7515866" y="3958497"/>
                  </a:lnTo>
                  <a:lnTo>
                    <a:pt x="7608099" y="3976458"/>
                  </a:lnTo>
                  <a:lnTo>
                    <a:pt x="7699046" y="3991803"/>
                  </a:lnTo>
                  <a:lnTo>
                    <a:pt x="7784877" y="4004472"/>
                  </a:lnTo>
                  <a:lnTo>
                    <a:pt x="7861513" y="4014457"/>
                  </a:lnTo>
                  <a:lnTo>
                    <a:pt x="7925325" y="4021851"/>
                  </a:lnTo>
                  <a:lnTo>
                    <a:pt x="7973881" y="4026887"/>
                  </a:lnTo>
                  <a:lnTo>
                    <a:pt x="8006550" y="4029935"/>
                  </a:lnTo>
                  <a:lnTo>
                    <a:pt x="8024744" y="4031468"/>
                  </a:lnTo>
                  <a:lnTo>
                    <a:pt x="8031824" y="4032010"/>
                  </a:lnTo>
                  <a:lnTo>
                    <a:pt x="8032819" y="4032080"/>
                  </a:lnTo>
                  <a:lnTo>
                    <a:pt x="8554953" y="4032080"/>
                  </a:lnTo>
                  <a:lnTo>
                    <a:pt x="8554953" y="4009491"/>
                  </a:lnTo>
                  <a:lnTo>
                    <a:pt x="8032819" y="4009491"/>
                  </a:lnTo>
                  <a:lnTo>
                    <a:pt x="8031676" y="4009410"/>
                  </a:lnTo>
                  <a:lnTo>
                    <a:pt x="8024181" y="4008834"/>
                  </a:lnTo>
                  <a:lnTo>
                    <a:pt x="8005378" y="4007242"/>
                  </a:lnTo>
                  <a:lnTo>
                    <a:pt x="7971991" y="4004113"/>
                  </a:lnTo>
                  <a:lnTo>
                    <a:pt x="7922700" y="3998975"/>
                  </a:lnTo>
                  <a:lnTo>
                    <a:pt x="7858230" y="3991465"/>
                  </a:lnTo>
                  <a:lnTo>
                    <a:pt x="7781082" y="3981358"/>
                  </a:lnTo>
                  <a:lnTo>
                    <a:pt x="7694925" y="3968564"/>
                  </a:lnTo>
                  <a:lnTo>
                    <a:pt x="7603838" y="3953097"/>
                  </a:lnTo>
                  <a:lnTo>
                    <a:pt x="7511628" y="3935016"/>
                  </a:lnTo>
                  <a:lnTo>
                    <a:pt x="7421373" y="3914371"/>
                  </a:lnTo>
                  <a:lnTo>
                    <a:pt x="7335236" y="3891150"/>
                  </a:lnTo>
                  <a:lnTo>
                    <a:pt x="7254487" y="3865256"/>
                  </a:lnTo>
                  <a:lnTo>
                    <a:pt x="7179644" y="3836486"/>
                  </a:lnTo>
                  <a:lnTo>
                    <a:pt x="7110660" y="3804532"/>
                  </a:lnTo>
                  <a:lnTo>
                    <a:pt x="7047104" y="3768981"/>
                  </a:lnTo>
                  <a:lnTo>
                    <a:pt x="6988303" y="3729335"/>
                  </a:lnTo>
                  <a:lnTo>
                    <a:pt x="6933455" y="3685033"/>
                  </a:lnTo>
                  <a:lnTo>
                    <a:pt x="6881712" y="3635504"/>
                  </a:lnTo>
                  <a:lnTo>
                    <a:pt x="6832251" y="3580249"/>
                  </a:lnTo>
                  <a:lnTo>
                    <a:pt x="6786527" y="3521952"/>
                  </a:lnTo>
                  <a:lnTo>
                    <a:pt x="6749759" y="3470130"/>
                  </a:lnTo>
                  <a:lnTo>
                    <a:pt x="6713333" y="3414569"/>
                  </a:lnTo>
                  <a:lnTo>
                    <a:pt x="6677036" y="3355193"/>
                  </a:lnTo>
                  <a:lnTo>
                    <a:pt x="6640699" y="3291985"/>
                  </a:lnTo>
                  <a:lnTo>
                    <a:pt x="6604193" y="3224991"/>
                  </a:lnTo>
                  <a:lnTo>
                    <a:pt x="6567429" y="3154331"/>
                  </a:lnTo>
                  <a:lnTo>
                    <a:pt x="6530349" y="3080198"/>
                  </a:lnTo>
                  <a:lnTo>
                    <a:pt x="6492927" y="3002862"/>
                  </a:lnTo>
                  <a:lnTo>
                    <a:pt x="6455164" y="2922669"/>
                  </a:lnTo>
                  <a:lnTo>
                    <a:pt x="6417087" y="2840036"/>
                  </a:lnTo>
                  <a:lnTo>
                    <a:pt x="6378744" y="2755445"/>
                  </a:lnTo>
                  <a:lnTo>
                    <a:pt x="6340202" y="2669431"/>
                  </a:lnTo>
                  <a:lnTo>
                    <a:pt x="6301538" y="2582569"/>
                  </a:lnTo>
                  <a:lnTo>
                    <a:pt x="6262838" y="2495458"/>
                  </a:lnTo>
                  <a:lnTo>
                    <a:pt x="6224189" y="2408706"/>
                  </a:lnTo>
                  <a:lnTo>
                    <a:pt x="6185678" y="2322907"/>
                  </a:lnTo>
                  <a:lnTo>
                    <a:pt x="6147379" y="2238631"/>
                  </a:lnTo>
                  <a:lnTo>
                    <a:pt x="6109356" y="2156405"/>
                  </a:lnTo>
                  <a:lnTo>
                    <a:pt x="6071653" y="2076699"/>
                  </a:lnTo>
                  <a:lnTo>
                    <a:pt x="6034293" y="1999918"/>
                  </a:lnTo>
                  <a:lnTo>
                    <a:pt x="5997272" y="1926394"/>
                  </a:lnTo>
                  <a:lnTo>
                    <a:pt x="5960560" y="1856384"/>
                  </a:lnTo>
                  <a:lnTo>
                    <a:pt x="5924093" y="1790067"/>
                  </a:lnTo>
                  <a:lnTo>
                    <a:pt x="5887774" y="1727549"/>
                  </a:lnTo>
                  <a:lnTo>
                    <a:pt x="5851467" y="1668865"/>
                  </a:lnTo>
                  <a:lnTo>
                    <a:pt x="5814996" y="1613987"/>
                  </a:lnTo>
                  <a:lnTo>
                    <a:pt x="5784835" y="1571795"/>
                  </a:lnTo>
                  <a:lnTo>
                    <a:pt x="5736865" y="1510814"/>
                  </a:lnTo>
                  <a:lnTo>
                    <a:pt x="5687315" y="1455832"/>
                  </a:lnTo>
                  <a:lnTo>
                    <a:pt x="5635448" y="1406556"/>
                  </a:lnTo>
                  <a:lnTo>
                    <a:pt x="5580435" y="1362482"/>
                  </a:lnTo>
                  <a:lnTo>
                    <a:pt x="5521431" y="1323037"/>
                  </a:lnTo>
                  <a:lnTo>
                    <a:pt x="5457638" y="1287663"/>
                  </a:lnTo>
                  <a:lnTo>
                    <a:pt x="5388391" y="1255864"/>
                  </a:lnTo>
                  <a:lnTo>
                    <a:pt x="5313273" y="1227233"/>
                  </a:lnTo>
                  <a:lnTo>
                    <a:pt x="5232258" y="1201466"/>
                  </a:lnTo>
                  <a:lnTo>
                    <a:pt x="5145897" y="1178366"/>
                  </a:lnTo>
                  <a:lnTo>
                    <a:pt x="5055496" y="1157839"/>
                  </a:lnTo>
                  <a:lnTo>
                    <a:pt x="4963263" y="1139878"/>
                  </a:lnTo>
                  <a:lnTo>
                    <a:pt x="4872316" y="1124533"/>
                  </a:lnTo>
                  <a:lnTo>
                    <a:pt x="4786485" y="1111864"/>
                  </a:lnTo>
                  <a:lnTo>
                    <a:pt x="4709849" y="1101879"/>
                  </a:lnTo>
                  <a:lnTo>
                    <a:pt x="4646037" y="1094485"/>
                  </a:lnTo>
                  <a:lnTo>
                    <a:pt x="4597480" y="1089449"/>
                  </a:lnTo>
                  <a:lnTo>
                    <a:pt x="4564812" y="1086401"/>
                  </a:lnTo>
                  <a:lnTo>
                    <a:pt x="4546618" y="1084868"/>
                  </a:lnTo>
                  <a:lnTo>
                    <a:pt x="4539538" y="1084326"/>
                  </a:lnTo>
                  <a:lnTo>
                    <a:pt x="4538543" y="1084256"/>
                  </a:lnTo>
                  <a:lnTo>
                    <a:pt x="4016409" y="1084256"/>
                  </a:lnTo>
                  <a:lnTo>
                    <a:pt x="4015159" y="1084224"/>
                  </a:lnTo>
                  <a:lnTo>
                    <a:pt x="4006980" y="1083990"/>
                  </a:lnTo>
                  <a:lnTo>
                    <a:pt x="3986525" y="1083342"/>
                  </a:lnTo>
                  <a:lnTo>
                    <a:pt x="3950361" y="1082071"/>
                  </a:lnTo>
                  <a:lnTo>
                    <a:pt x="3897287" y="1079989"/>
                  </a:lnTo>
                  <a:lnTo>
                    <a:pt x="3828393" y="1076955"/>
                  </a:lnTo>
                  <a:lnTo>
                    <a:pt x="3746683" y="1072889"/>
                  </a:lnTo>
                  <a:lnTo>
                    <a:pt x="3656327" y="1067762"/>
                  </a:lnTo>
                  <a:lnTo>
                    <a:pt x="3561780" y="1061588"/>
                  </a:lnTo>
                  <a:lnTo>
                    <a:pt x="3467034" y="1054391"/>
                  </a:lnTo>
                  <a:lnTo>
                    <a:pt x="3375177" y="1046185"/>
                  </a:lnTo>
                  <a:lnTo>
                    <a:pt x="3288249" y="1036957"/>
                  </a:lnTo>
                  <a:lnTo>
                    <a:pt x="3207330" y="1026650"/>
                  </a:lnTo>
                  <a:lnTo>
                    <a:pt x="3132726" y="1015166"/>
                  </a:lnTo>
                  <a:lnTo>
                    <a:pt x="3064189" y="1002363"/>
                  </a:lnTo>
                  <a:lnTo>
                    <a:pt x="3001111" y="988056"/>
                  </a:lnTo>
                  <a:lnTo>
                    <a:pt x="2942676" y="972028"/>
                  </a:lnTo>
                  <a:lnTo>
                    <a:pt x="2887970" y="954047"/>
                  </a:lnTo>
                  <a:lnTo>
                    <a:pt x="2836071" y="933892"/>
                  </a:lnTo>
                  <a:lnTo>
                    <a:pt x="2786124" y="911403"/>
                  </a:lnTo>
                  <a:lnTo>
                    <a:pt x="2770117" y="903547"/>
                  </a:lnTo>
                  <a:lnTo>
                    <a:pt x="2721221" y="877652"/>
                  </a:lnTo>
                  <a:lnTo>
                    <a:pt x="2672803" y="849280"/>
                  </a:lnTo>
                  <a:lnTo>
                    <a:pt x="2624410" y="818388"/>
                  </a:lnTo>
                  <a:lnTo>
                    <a:pt x="2575724" y="785010"/>
                  </a:lnTo>
                  <a:lnTo>
                    <a:pt x="2526543" y="749258"/>
                  </a:lnTo>
                  <a:lnTo>
                    <a:pt x="2476767" y="711338"/>
                  </a:lnTo>
                  <a:lnTo>
                    <a:pt x="2426390" y="671539"/>
                  </a:lnTo>
                  <a:lnTo>
                    <a:pt x="2375482" y="630236"/>
                  </a:lnTo>
                  <a:lnTo>
                    <a:pt x="2324178" y="587875"/>
                  </a:lnTo>
                  <a:lnTo>
                    <a:pt x="2272657" y="544954"/>
                  </a:lnTo>
                  <a:lnTo>
                    <a:pt x="2221123" y="501997"/>
                  </a:lnTo>
                  <a:lnTo>
                    <a:pt x="2169780" y="459534"/>
                  </a:lnTo>
                  <a:lnTo>
                    <a:pt x="2118811" y="418065"/>
                  </a:lnTo>
                  <a:lnTo>
                    <a:pt x="2068358" y="378046"/>
                  </a:lnTo>
                  <a:lnTo>
                    <a:pt x="2018502" y="339860"/>
                  </a:lnTo>
                  <a:lnTo>
                    <a:pt x="1969246" y="303810"/>
                  </a:lnTo>
                  <a:lnTo>
                    <a:pt x="1920505" y="270111"/>
                  </a:lnTo>
                  <a:lnTo>
                    <a:pt x="1872089" y="238889"/>
                  </a:lnTo>
                  <a:lnTo>
                    <a:pt x="1823697" y="210187"/>
                  </a:lnTo>
                  <a:lnTo>
                    <a:pt x="1774894" y="183972"/>
                  </a:lnTo>
                  <a:lnTo>
                    <a:pt x="1768425" y="180709"/>
                  </a:lnTo>
                  <a:lnTo>
                    <a:pt x="1718953" y="157444"/>
                  </a:lnTo>
                  <a:lnTo>
                    <a:pt x="1667779" y="136540"/>
                  </a:lnTo>
                  <a:lnTo>
                    <a:pt x="1614089" y="117872"/>
                  </a:lnTo>
                  <a:lnTo>
                    <a:pt x="1556974" y="101232"/>
                  </a:lnTo>
                  <a:lnTo>
                    <a:pt x="1495508" y="86388"/>
                  </a:lnTo>
                  <a:lnTo>
                    <a:pt x="1428833" y="73116"/>
                  </a:lnTo>
                  <a:lnTo>
                    <a:pt x="1356258" y="61219"/>
                  </a:lnTo>
                  <a:lnTo>
                    <a:pt x="1277398" y="50542"/>
                  </a:lnTo>
                  <a:lnTo>
                    <a:pt x="1192355" y="40969"/>
                  </a:lnTo>
                  <a:lnTo>
                    <a:pt x="1101933" y="32433"/>
                  </a:lnTo>
                  <a:lnTo>
                    <a:pt x="1007841" y="24906"/>
                  </a:lnTo>
                  <a:lnTo>
                    <a:pt x="912828" y="18395"/>
                  </a:lnTo>
                  <a:lnTo>
                    <a:pt x="820624" y="12924"/>
                  </a:lnTo>
                  <a:lnTo>
                    <a:pt x="735602" y="8512"/>
                  </a:lnTo>
                  <a:lnTo>
                    <a:pt x="662119" y="5147"/>
                  </a:lnTo>
                  <a:lnTo>
                    <a:pt x="603656" y="2767"/>
                  </a:lnTo>
                  <a:lnTo>
                    <a:pt x="561990" y="1250"/>
                  </a:lnTo>
                  <a:lnTo>
                    <a:pt x="536681" y="422"/>
                  </a:lnTo>
                  <a:lnTo>
                    <a:pt x="524996" y="76"/>
                  </a:lnTo>
                  <a:lnTo>
                    <a:pt x="5221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33" name="pl33"/>
            <p:cNvSpPr/>
            <p:nvPr/>
          </p:nvSpPr>
          <p:spPr>
            <a:xfrm>
              <a:off x="386606" y="1496139"/>
              <a:ext cx="8554953" cy="4009491"/>
            </a:xfrm>
            <a:custGeom>
              <a:avLst/>
              <a:pathLst>
                <a:path w="8554953" h="4009491">
                  <a:moveTo>
                    <a:pt x="0" y="0"/>
                  </a:moveTo>
                  <a:lnTo>
                    <a:pt x="522133" y="0"/>
                  </a:lnTo>
                  <a:lnTo>
                    <a:pt x="523384" y="32"/>
                  </a:lnTo>
                  <a:lnTo>
                    <a:pt x="531562" y="266"/>
                  </a:lnTo>
                  <a:lnTo>
                    <a:pt x="552018" y="914"/>
                  </a:lnTo>
                  <a:lnTo>
                    <a:pt x="588182" y="2185"/>
                  </a:lnTo>
                  <a:lnTo>
                    <a:pt x="641255" y="4267"/>
                  </a:lnTo>
                  <a:lnTo>
                    <a:pt x="710150" y="7300"/>
                  </a:lnTo>
                  <a:lnTo>
                    <a:pt x="791860" y="11367"/>
                  </a:lnTo>
                  <a:lnTo>
                    <a:pt x="882215" y="16494"/>
                  </a:lnTo>
                  <a:lnTo>
                    <a:pt x="976762" y="22668"/>
                  </a:lnTo>
                  <a:lnTo>
                    <a:pt x="1071508" y="29865"/>
                  </a:lnTo>
                  <a:lnTo>
                    <a:pt x="1163366" y="38070"/>
                  </a:lnTo>
                  <a:lnTo>
                    <a:pt x="1250293" y="47299"/>
                  </a:lnTo>
                  <a:lnTo>
                    <a:pt x="1331212" y="57606"/>
                  </a:lnTo>
                  <a:lnTo>
                    <a:pt x="1405816" y="69090"/>
                  </a:lnTo>
                  <a:lnTo>
                    <a:pt x="1474353" y="81893"/>
                  </a:lnTo>
                  <a:lnTo>
                    <a:pt x="1537431" y="96200"/>
                  </a:lnTo>
                  <a:lnTo>
                    <a:pt x="1595866" y="112228"/>
                  </a:lnTo>
                  <a:lnTo>
                    <a:pt x="1650572" y="130209"/>
                  </a:lnTo>
                  <a:lnTo>
                    <a:pt x="1702471" y="150364"/>
                  </a:lnTo>
                  <a:lnTo>
                    <a:pt x="1752419" y="172853"/>
                  </a:lnTo>
                  <a:lnTo>
                    <a:pt x="1768425" y="180709"/>
                  </a:lnTo>
                  <a:lnTo>
                    <a:pt x="1817321" y="206603"/>
                  </a:lnTo>
                  <a:lnTo>
                    <a:pt x="1865739" y="234976"/>
                  </a:lnTo>
                  <a:lnTo>
                    <a:pt x="1914132" y="265867"/>
                  </a:lnTo>
                  <a:lnTo>
                    <a:pt x="1962818" y="299246"/>
                  </a:lnTo>
                  <a:lnTo>
                    <a:pt x="2011999" y="334997"/>
                  </a:lnTo>
                  <a:lnTo>
                    <a:pt x="2061775" y="372918"/>
                  </a:lnTo>
                  <a:lnTo>
                    <a:pt x="2112152" y="412717"/>
                  </a:lnTo>
                  <a:lnTo>
                    <a:pt x="2163060" y="454020"/>
                  </a:lnTo>
                  <a:lnTo>
                    <a:pt x="2214364" y="496381"/>
                  </a:lnTo>
                  <a:lnTo>
                    <a:pt x="2265885" y="539302"/>
                  </a:lnTo>
                  <a:lnTo>
                    <a:pt x="2317419" y="582258"/>
                  </a:lnTo>
                  <a:lnTo>
                    <a:pt x="2368763" y="624722"/>
                  </a:lnTo>
                  <a:lnTo>
                    <a:pt x="2419731" y="666190"/>
                  </a:lnTo>
                  <a:lnTo>
                    <a:pt x="2470184" y="706210"/>
                  </a:lnTo>
                  <a:lnTo>
                    <a:pt x="2520040" y="744396"/>
                  </a:lnTo>
                  <a:lnTo>
                    <a:pt x="2569296" y="780446"/>
                  </a:lnTo>
                  <a:lnTo>
                    <a:pt x="2618037" y="814145"/>
                  </a:lnTo>
                  <a:lnTo>
                    <a:pt x="2666453" y="845366"/>
                  </a:lnTo>
                  <a:lnTo>
                    <a:pt x="2714846" y="874069"/>
                  </a:lnTo>
                  <a:lnTo>
                    <a:pt x="2763648" y="900284"/>
                  </a:lnTo>
                  <a:lnTo>
                    <a:pt x="2770117" y="903547"/>
                  </a:lnTo>
                  <a:lnTo>
                    <a:pt x="2819589" y="926812"/>
                  </a:lnTo>
                  <a:lnTo>
                    <a:pt x="2870763" y="947716"/>
                  </a:lnTo>
                  <a:lnTo>
                    <a:pt x="2924453" y="966384"/>
                  </a:lnTo>
                  <a:lnTo>
                    <a:pt x="2981568" y="983024"/>
                  </a:lnTo>
                  <a:lnTo>
                    <a:pt x="3043034" y="997868"/>
                  </a:lnTo>
                  <a:lnTo>
                    <a:pt x="3109709" y="1011140"/>
                  </a:lnTo>
                  <a:lnTo>
                    <a:pt x="3182284" y="1023037"/>
                  </a:lnTo>
                  <a:lnTo>
                    <a:pt x="3261145" y="1033714"/>
                  </a:lnTo>
                  <a:lnTo>
                    <a:pt x="3346187" y="1043287"/>
                  </a:lnTo>
                  <a:lnTo>
                    <a:pt x="3436610" y="1051823"/>
                  </a:lnTo>
                  <a:lnTo>
                    <a:pt x="3530701" y="1059350"/>
                  </a:lnTo>
                  <a:lnTo>
                    <a:pt x="3625715" y="1065861"/>
                  </a:lnTo>
                  <a:lnTo>
                    <a:pt x="3717918" y="1071332"/>
                  </a:lnTo>
                  <a:lnTo>
                    <a:pt x="3802940" y="1075744"/>
                  </a:lnTo>
                  <a:lnTo>
                    <a:pt x="3876423" y="1079109"/>
                  </a:lnTo>
                  <a:lnTo>
                    <a:pt x="3934886" y="1081489"/>
                  </a:lnTo>
                  <a:lnTo>
                    <a:pt x="3976552" y="1083006"/>
                  </a:lnTo>
                  <a:lnTo>
                    <a:pt x="4001862" y="1083834"/>
                  </a:lnTo>
                  <a:lnTo>
                    <a:pt x="4013546" y="1084179"/>
                  </a:lnTo>
                  <a:lnTo>
                    <a:pt x="4016364" y="1084255"/>
                  </a:lnTo>
                  <a:lnTo>
                    <a:pt x="4016409" y="1084256"/>
                  </a:lnTo>
                  <a:lnTo>
                    <a:pt x="4538543" y="1084256"/>
                  </a:lnTo>
                  <a:lnTo>
                    <a:pt x="4539686" y="1084337"/>
                  </a:lnTo>
                  <a:lnTo>
                    <a:pt x="4547181" y="1084913"/>
                  </a:lnTo>
                  <a:lnTo>
                    <a:pt x="4565984" y="1086505"/>
                  </a:lnTo>
                  <a:lnTo>
                    <a:pt x="4599371" y="1089635"/>
                  </a:lnTo>
                  <a:lnTo>
                    <a:pt x="4648662" y="1094772"/>
                  </a:lnTo>
                  <a:lnTo>
                    <a:pt x="4713132" y="1102282"/>
                  </a:lnTo>
                  <a:lnTo>
                    <a:pt x="4790280" y="1112390"/>
                  </a:lnTo>
                  <a:lnTo>
                    <a:pt x="4876437" y="1125184"/>
                  </a:lnTo>
                  <a:lnTo>
                    <a:pt x="4967524" y="1140651"/>
                  </a:lnTo>
                  <a:lnTo>
                    <a:pt x="5059734" y="1158731"/>
                  </a:lnTo>
                  <a:lnTo>
                    <a:pt x="5149989" y="1179377"/>
                  </a:lnTo>
                  <a:lnTo>
                    <a:pt x="5236126" y="1202597"/>
                  </a:lnTo>
                  <a:lnTo>
                    <a:pt x="5316875" y="1228491"/>
                  </a:lnTo>
                  <a:lnTo>
                    <a:pt x="5391718" y="1257261"/>
                  </a:lnTo>
                  <a:lnTo>
                    <a:pt x="5460702" y="1289215"/>
                  </a:lnTo>
                  <a:lnTo>
                    <a:pt x="5524257" y="1324766"/>
                  </a:lnTo>
                  <a:lnTo>
                    <a:pt x="5583059" y="1364412"/>
                  </a:lnTo>
                  <a:lnTo>
                    <a:pt x="5637907" y="1408714"/>
                  </a:lnTo>
                  <a:lnTo>
                    <a:pt x="5689650" y="1458244"/>
                  </a:lnTo>
                  <a:lnTo>
                    <a:pt x="5739111" y="1513499"/>
                  </a:lnTo>
                  <a:lnTo>
                    <a:pt x="5784835" y="1571795"/>
                  </a:lnTo>
                  <a:lnTo>
                    <a:pt x="5821603" y="1623617"/>
                  </a:lnTo>
                  <a:lnTo>
                    <a:pt x="5858029" y="1679178"/>
                  </a:lnTo>
                  <a:lnTo>
                    <a:pt x="5894326" y="1738554"/>
                  </a:lnTo>
                  <a:lnTo>
                    <a:pt x="5930663" y="1801763"/>
                  </a:lnTo>
                  <a:lnTo>
                    <a:pt x="5967169" y="1868756"/>
                  </a:lnTo>
                  <a:lnTo>
                    <a:pt x="6003933" y="1939416"/>
                  </a:lnTo>
                  <a:lnTo>
                    <a:pt x="6041013" y="2013549"/>
                  </a:lnTo>
                  <a:lnTo>
                    <a:pt x="6078435" y="2090885"/>
                  </a:lnTo>
                  <a:lnTo>
                    <a:pt x="6116198" y="2171078"/>
                  </a:lnTo>
                  <a:lnTo>
                    <a:pt x="6154275" y="2253711"/>
                  </a:lnTo>
                  <a:lnTo>
                    <a:pt x="6192618" y="2338302"/>
                  </a:lnTo>
                  <a:lnTo>
                    <a:pt x="6231160" y="2424316"/>
                  </a:lnTo>
                  <a:lnTo>
                    <a:pt x="6269824" y="2511178"/>
                  </a:lnTo>
                  <a:lnTo>
                    <a:pt x="6308524" y="2598289"/>
                  </a:lnTo>
                  <a:lnTo>
                    <a:pt x="6347173" y="2685042"/>
                  </a:lnTo>
                  <a:lnTo>
                    <a:pt x="6385684" y="2770840"/>
                  </a:lnTo>
                  <a:lnTo>
                    <a:pt x="6423983" y="2855116"/>
                  </a:lnTo>
                  <a:lnTo>
                    <a:pt x="6462006" y="2937342"/>
                  </a:lnTo>
                  <a:lnTo>
                    <a:pt x="6499709" y="3017048"/>
                  </a:lnTo>
                  <a:lnTo>
                    <a:pt x="6537069" y="3093829"/>
                  </a:lnTo>
                  <a:lnTo>
                    <a:pt x="6574090" y="3167353"/>
                  </a:lnTo>
                  <a:lnTo>
                    <a:pt x="6610802" y="3237363"/>
                  </a:lnTo>
                  <a:lnTo>
                    <a:pt x="6647269" y="3303680"/>
                  </a:lnTo>
                  <a:lnTo>
                    <a:pt x="6683588" y="3366198"/>
                  </a:lnTo>
                  <a:lnTo>
                    <a:pt x="6719895" y="3424882"/>
                  </a:lnTo>
                  <a:lnTo>
                    <a:pt x="6756365" y="3479760"/>
                  </a:lnTo>
                  <a:lnTo>
                    <a:pt x="6786527" y="3521952"/>
                  </a:lnTo>
                  <a:lnTo>
                    <a:pt x="6834497" y="3582933"/>
                  </a:lnTo>
                  <a:lnTo>
                    <a:pt x="6884047" y="3637915"/>
                  </a:lnTo>
                  <a:lnTo>
                    <a:pt x="6935914" y="3687191"/>
                  </a:lnTo>
                  <a:lnTo>
                    <a:pt x="6990927" y="3731265"/>
                  </a:lnTo>
                  <a:lnTo>
                    <a:pt x="7049931" y="3770710"/>
                  </a:lnTo>
                  <a:lnTo>
                    <a:pt x="7113724" y="3806084"/>
                  </a:lnTo>
                  <a:lnTo>
                    <a:pt x="7182971" y="3837883"/>
                  </a:lnTo>
                  <a:lnTo>
                    <a:pt x="7258089" y="3866514"/>
                  </a:lnTo>
                  <a:lnTo>
                    <a:pt x="7339104" y="3892281"/>
                  </a:lnTo>
                  <a:lnTo>
                    <a:pt x="7425465" y="3915381"/>
                  </a:lnTo>
                  <a:lnTo>
                    <a:pt x="7515866" y="3935908"/>
                  </a:lnTo>
                  <a:lnTo>
                    <a:pt x="7608099" y="3953869"/>
                  </a:lnTo>
                  <a:lnTo>
                    <a:pt x="7699046" y="3969214"/>
                  </a:lnTo>
                  <a:lnTo>
                    <a:pt x="7784877" y="3981884"/>
                  </a:lnTo>
                  <a:lnTo>
                    <a:pt x="7861513" y="3991868"/>
                  </a:lnTo>
                  <a:lnTo>
                    <a:pt x="7925325" y="3999262"/>
                  </a:lnTo>
                  <a:lnTo>
                    <a:pt x="7973881" y="4004298"/>
                  </a:lnTo>
                  <a:lnTo>
                    <a:pt x="8006550" y="4007346"/>
                  </a:lnTo>
                  <a:lnTo>
                    <a:pt x="8024744" y="4008879"/>
                  </a:lnTo>
                  <a:lnTo>
                    <a:pt x="8031824" y="4009421"/>
                  </a:lnTo>
                  <a:lnTo>
                    <a:pt x="8032819" y="4009491"/>
                  </a:lnTo>
                  <a:lnTo>
                    <a:pt x="8554953" y="4009491"/>
                  </a:lnTo>
                  <a:lnTo>
                    <a:pt x="8554953" y="4009491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34" name="pl34"/>
            <p:cNvSpPr/>
            <p:nvPr/>
          </p:nvSpPr>
          <p:spPr>
            <a:xfrm>
              <a:off x="386606" y="1473551"/>
              <a:ext cx="8554953" cy="4009491"/>
            </a:xfrm>
            <a:custGeom>
              <a:avLst/>
              <a:pathLst>
                <a:path w="8554953" h="4009491">
                  <a:moveTo>
                    <a:pt x="8554953" y="4009491"/>
                  </a:moveTo>
                  <a:lnTo>
                    <a:pt x="8032819" y="4009491"/>
                  </a:lnTo>
                  <a:lnTo>
                    <a:pt x="8031676" y="4009410"/>
                  </a:lnTo>
                  <a:lnTo>
                    <a:pt x="8024181" y="4008834"/>
                  </a:lnTo>
                  <a:lnTo>
                    <a:pt x="8005378" y="4007242"/>
                  </a:lnTo>
                  <a:lnTo>
                    <a:pt x="7971991" y="4004113"/>
                  </a:lnTo>
                  <a:lnTo>
                    <a:pt x="7922700" y="3998975"/>
                  </a:lnTo>
                  <a:lnTo>
                    <a:pt x="7858230" y="3991465"/>
                  </a:lnTo>
                  <a:lnTo>
                    <a:pt x="7781082" y="3981358"/>
                  </a:lnTo>
                  <a:lnTo>
                    <a:pt x="7694925" y="3968564"/>
                  </a:lnTo>
                  <a:lnTo>
                    <a:pt x="7603838" y="3953097"/>
                  </a:lnTo>
                  <a:lnTo>
                    <a:pt x="7511628" y="3935016"/>
                  </a:lnTo>
                  <a:lnTo>
                    <a:pt x="7421373" y="3914371"/>
                  </a:lnTo>
                  <a:lnTo>
                    <a:pt x="7335236" y="3891150"/>
                  </a:lnTo>
                  <a:lnTo>
                    <a:pt x="7254487" y="3865256"/>
                  </a:lnTo>
                  <a:lnTo>
                    <a:pt x="7179644" y="3836486"/>
                  </a:lnTo>
                  <a:lnTo>
                    <a:pt x="7110660" y="3804532"/>
                  </a:lnTo>
                  <a:lnTo>
                    <a:pt x="7047104" y="3768981"/>
                  </a:lnTo>
                  <a:lnTo>
                    <a:pt x="6988303" y="3729335"/>
                  </a:lnTo>
                  <a:lnTo>
                    <a:pt x="6933455" y="3685033"/>
                  </a:lnTo>
                  <a:lnTo>
                    <a:pt x="6881712" y="3635504"/>
                  </a:lnTo>
                  <a:lnTo>
                    <a:pt x="6832251" y="3580249"/>
                  </a:lnTo>
                  <a:lnTo>
                    <a:pt x="6786527" y="3521952"/>
                  </a:lnTo>
                  <a:lnTo>
                    <a:pt x="6749759" y="3470130"/>
                  </a:lnTo>
                  <a:lnTo>
                    <a:pt x="6713333" y="3414569"/>
                  </a:lnTo>
                  <a:lnTo>
                    <a:pt x="6677036" y="3355193"/>
                  </a:lnTo>
                  <a:lnTo>
                    <a:pt x="6640699" y="3291985"/>
                  </a:lnTo>
                  <a:lnTo>
                    <a:pt x="6604193" y="3224991"/>
                  </a:lnTo>
                  <a:lnTo>
                    <a:pt x="6567429" y="3154331"/>
                  </a:lnTo>
                  <a:lnTo>
                    <a:pt x="6530349" y="3080198"/>
                  </a:lnTo>
                  <a:lnTo>
                    <a:pt x="6492927" y="3002862"/>
                  </a:lnTo>
                  <a:lnTo>
                    <a:pt x="6455164" y="2922669"/>
                  </a:lnTo>
                  <a:lnTo>
                    <a:pt x="6417087" y="2840036"/>
                  </a:lnTo>
                  <a:lnTo>
                    <a:pt x="6378744" y="2755445"/>
                  </a:lnTo>
                  <a:lnTo>
                    <a:pt x="6340202" y="2669431"/>
                  </a:lnTo>
                  <a:lnTo>
                    <a:pt x="6301538" y="2582569"/>
                  </a:lnTo>
                  <a:lnTo>
                    <a:pt x="6262838" y="2495458"/>
                  </a:lnTo>
                  <a:lnTo>
                    <a:pt x="6224189" y="2408706"/>
                  </a:lnTo>
                  <a:lnTo>
                    <a:pt x="6185678" y="2322907"/>
                  </a:lnTo>
                  <a:lnTo>
                    <a:pt x="6147379" y="2238631"/>
                  </a:lnTo>
                  <a:lnTo>
                    <a:pt x="6109356" y="2156405"/>
                  </a:lnTo>
                  <a:lnTo>
                    <a:pt x="6071653" y="2076699"/>
                  </a:lnTo>
                  <a:lnTo>
                    <a:pt x="6034293" y="1999918"/>
                  </a:lnTo>
                  <a:lnTo>
                    <a:pt x="5997272" y="1926394"/>
                  </a:lnTo>
                  <a:lnTo>
                    <a:pt x="5960560" y="1856384"/>
                  </a:lnTo>
                  <a:lnTo>
                    <a:pt x="5924093" y="1790067"/>
                  </a:lnTo>
                  <a:lnTo>
                    <a:pt x="5887774" y="1727549"/>
                  </a:lnTo>
                  <a:lnTo>
                    <a:pt x="5851467" y="1668865"/>
                  </a:lnTo>
                  <a:lnTo>
                    <a:pt x="5814996" y="1613987"/>
                  </a:lnTo>
                  <a:lnTo>
                    <a:pt x="5784835" y="1571795"/>
                  </a:lnTo>
                  <a:lnTo>
                    <a:pt x="5736865" y="1510814"/>
                  </a:lnTo>
                  <a:lnTo>
                    <a:pt x="5687315" y="1455832"/>
                  </a:lnTo>
                  <a:lnTo>
                    <a:pt x="5635448" y="1406556"/>
                  </a:lnTo>
                  <a:lnTo>
                    <a:pt x="5580435" y="1362482"/>
                  </a:lnTo>
                  <a:lnTo>
                    <a:pt x="5521431" y="1323037"/>
                  </a:lnTo>
                  <a:lnTo>
                    <a:pt x="5457638" y="1287663"/>
                  </a:lnTo>
                  <a:lnTo>
                    <a:pt x="5388391" y="1255864"/>
                  </a:lnTo>
                  <a:lnTo>
                    <a:pt x="5313273" y="1227233"/>
                  </a:lnTo>
                  <a:lnTo>
                    <a:pt x="5232258" y="1201466"/>
                  </a:lnTo>
                  <a:lnTo>
                    <a:pt x="5145897" y="1178366"/>
                  </a:lnTo>
                  <a:lnTo>
                    <a:pt x="5055496" y="1157839"/>
                  </a:lnTo>
                  <a:lnTo>
                    <a:pt x="4963263" y="1139878"/>
                  </a:lnTo>
                  <a:lnTo>
                    <a:pt x="4872316" y="1124533"/>
                  </a:lnTo>
                  <a:lnTo>
                    <a:pt x="4786485" y="1111864"/>
                  </a:lnTo>
                  <a:lnTo>
                    <a:pt x="4709849" y="1101879"/>
                  </a:lnTo>
                  <a:lnTo>
                    <a:pt x="4646037" y="1094485"/>
                  </a:lnTo>
                  <a:lnTo>
                    <a:pt x="4597480" y="1089449"/>
                  </a:lnTo>
                  <a:lnTo>
                    <a:pt x="4564812" y="1086401"/>
                  </a:lnTo>
                  <a:lnTo>
                    <a:pt x="4546618" y="1084868"/>
                  </a:lnTo>
                  <a:lnTo>
                    <a:pt x="4539538" y="1084326"/>
                  </a:lnTo>
                  <a:lnTo>
                    <a:pt x="4538543" y="1084256"/>
                  </a:lnTo>
                  <a:lnTo>
                    <a:pt x="4016409" y="1084256"/>
                  </a:lnTo>
                  <a:lnTo>
                    <a:pt x="4015159" y="1084224"/>
                  </a:lnTo>
                  <a:lnTo>
                    <a:pt x="4006980" y="1083990"/>
                  </a:lnTo>
                  <a:lnTo>
                    <a:pt x="3986525" y="1083342"/>
                  </a:lnTo>
                  <a:lnTo>
                    <a:pt x="3950361" y="1082071"/>
                  </a:lnTo>
                  <a:lnTo>
                    <a:pt x="3897287" y="1079989"/>
                  </a:lnTo>
                  <a:lnTo>
                    <a:pt x="3828393" y="1076955"/>
                  </a:lnTo>
                  <a:lnTo>
                    <a:pt x="3746683" y="1072889"/>
                  </a:lnTo>
                  <a:lnTo>
                    <a:pt x="3656327" y="1067762"/>
                  </a:lnTo>
                  <a:lnTo>
                    <a:pt x="3561780" y="1061588"/>
                  </a:lnTo>
                  <a:lnTo>
                    <a:pt x="3467034" y="1054391"/>
                  </a:lnTo>
                  <a:lnTo>
                    <a:pt x="3375177" y="1046185"/>
                  </a:lnTo>
                  <a:lnTo>
                    <a:pt x="3288249" y="1036957"/>
                  </a:lnTo>
                  <a:lnTo>
                    <a:pt x="3207330" y="1026650"/>
                  </a:lnTo>
                  <a:lnTo>
                    <a:pt x="3132726" y="1015166"/>
                  </a:lnTo>
                  <a:lnTo>
                    <a:pt x="3064189" y="1002363"/>
                  </a:lnTo>
                  <a:lnTo>
                    <a:pt x="3001111" y="988056"/>
                  </a:lnTo>
                  <a:lnTo>
                    <a:pt x="2942676" y="972028"/>
                  </a:lnTo>
                  <a:lnTo>
                    <a:pt x="2887970" y="954047"/>
                  </a:lnTo>
                  <a:lnTo>
                    <a:pt x="2836071" y="933892"/>
                  </a:lnTo>
                  <a:lnTo>
                    <a:pt x="2786124" y="911403"/>
                  </a:lnTo>
                  <a:lnTo>
                    <a:pt x="2770117" y="903547"/>
                  </a:lnTo>
                  <a:lnTo>
                    <a:pt x="2721221" y="877652"/>
                  </a:lnTo>
                  <a:lnTo>
                    <a:pt x="2672803" y="849280"/>
                  </a:lnTo>
                  <a:lnTo>
                    <a:pt x="2624410" y="818388"/>
                  </a:lnTo>
                  <a:lnTo>
                    <a:pt x="2575724" y="785010"/>
                  </a:lnTo>
                  <a:lnTo>
                    <a:pt x="2526543" y="749258"/>
                  </a:lnTo>
                  <a:lnTo>
                    <a:pt x="2476767" y="711338"/>
                  </a:lnTo>
                  <a:lnTo>
                    <a:pt x="2426390" y="671539"/>
                  </a:lnTo>
                  <a:lnTo>
                    <a:pt x="2375482" y="630236"/>
                  </a:lnTo>
                  <a:lnTo>
                    <a:pt x="2324178" y="587875"/>
                  </a:lnTo>
                  <a:lnTo>
                    <a:pt x="2272657" y="544954"/>
                  </a:lnTo>
                  <a:lnTo>
                    <a:pt x="2221123" y="501997"/>
                  </a:lnTo>
                  <a:lnTo>
                    <a:pt x="2169780" y="459534"/>
                  </a:lnTo>
                  <a:lnTo>
                    <a:pt x="2118811" y="418065"/>
                  </a:lnTo>
                  <a:lnTo>
                    <a:pt x="2068358" y="378046"/>
                  </a:lnTo>
                  <a:lnTo>
                    <a:pt x="2018502" y="339860"/>
                  </a:lnTo>
                  <a:lnTo>
                    <a:pt x="1969246" y="303810"/>
                  </a:lnTo>
                  <a:lnTo>
                    <a:pt x="1920505" y="270111"/>
                  </a:lnTo>
                  <a:lnTo>
                    <a:pt x="1872089" y="238889"/>
                  </a:lnTo>
                  <a:lnTo>
                    <a:pt x="1823697" y="210187"/>
                  </a:lnTo>
                  <a:lnTo>
                    <a:pt x="1774894" y="183972"/>
                  </a:lnTo>
                  <a:lnTo>
                    <a:pt x="1768425" y="180709"/>
                  </a:lnTo>
                  <a:lnTo>
                    <a:pt x="1718953" y="157444"/>
                  </a:lnTo>
                  <a:lnTo>
                    <a:pt x="1667779" y="136540"/>
                  </a:lnTo>
                  <a:lnTo>
                    <a:pt x="1614089" y="117872"/>
                  </a:lnTo>
                  <a:lnTo>
                    <a:pt x="1556974" y="101232"/>
                  </a:lnTo>
                  <a:lnTo>
                    <a:pt x="1495508" y="86388"/>
                  </a:lnTo>
                  <a:lnTo>
                    <a:pt x="1428833" y="73116"/>
                  </a:lnTo>
                  <a:lnTo>
                    <a:pt x="1356258" y="61219"/>
                  </a:lnTo>
                  <a:lnTo>
                    <a:pt x="1277398" y="50542"/>
                  </a:lnTo>
                  <a:lnTo>
                    <a:pt x="1192355" y="40969"/>
                  </a:lnTo>
                  <a:lnTo>
                    <a:pt x="1101933" y="32433"/>
                  </a:lnTo>
                  <a:lnTo>
                    <a:pt x="1007841" y="24906"/>
                  </a:lnTo>
                  <a:lnTo>
                    <a:pt x="912828" y="18395"/>
                  </a:lnTo>
                  <a:lnTo>
                    <a:pt x="820624" y="12924"/>
                  </a:lnTo>
                  <a:lnTo>
                    <a:pt x="735602" y="8512"/>
                  </a:lnTo>
                  <a:lnTo>
                    <a:pt x="662119" y="5147"/>
                  </a:lnTo>
                  <a:lnTo>
                    <a:pt x="603656" y="2767"/>
                  </a:lnTo>
                  <a:lnTo>
                    <a:pt x="561990" y="1250"/>
                  </a:lnTo>
                  <a:lnTo>
                    <a:pt x="536681" y="422"/>
                  </a:lnTo>
                  <a:lnTo>
                    <a:pt x="524996" y="76"/>
                  </a:lnTo>
                  <a:lnTo>
                    <a:pt x="522178" y="1"/>
                  </a:lnTo>
                  <a:lnTo>
                    <a:pt x="522133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35" name="pg35"/>
            <p:cNvSpPr/>
            <p:nvPr/>
          </p:nvSpPr>
          <p:spPr>
            <a:xfrm>
              <a:off x="386606" y="620828"/>
              <a:ext cx="8554953" cy="5110689"/>
            </a:xfrm>
            <a:custGeom>
              <a:avLst/>
              <a:pathLst>
                <a:path w="8554953" h="5110689">
                  <a:moveTo>
                    <a:pt x="0" y="2541226"/>
                  </a:moveTo>
                  <a:lnTo>
                    <a:pt x="522133" y="2541226"/>
                  </a:lnTo>
                  <a:lnTo>
                    <a:pt x="523303" y="2541299"/>
                  </a:lnTo>
                  <a:lnTo>
                    <a:pt x="530965" y="2541817"/>
                  </a:lnTo>
                  <a:lnTo>
                    <a:pt x="550174" y="2543248"/>
                  </a:lnTo>
                  <a:lnTo>
                    <a:pt x="584245" y="2546062"/>
                  </a:lnTo>
                  <a:lnTo>
                    <a:pt x="634472" y="2550678"/>
                  </a:lnTo>
                  <a:lnTo>
                    <a:pt x="700043" y="2557420"/>
                  </a:lnTo>
                  <a:lnTo>
                    <a:pt x="778336" y="2566486"/>
                  </a:lnTo>
                  <a:lnTo>
                    <a:pt x="865556" y="2577948"/>
                  </a:lnTo>
                  <a:lnTo>
                    <a:pt x="957530" y="2591793"/>
                  </a:lnTo>
                  <a:lnTo>
                    <a:pt x="1050402" y="2607965"/>
                  </a:lnTo>
                  <a:lnTo>
                    <a:pt x="1141085" y="2626423"/>
                  </a:lnTo>
                  <a:lnTo>
                    <a:pt x="1227443" y="2647183"/>
                  </a:lnTo>
                  <a:lnTo>
                    <a:pt x="1308253" y="2670340"/>
                  </a:lnTo>
                  <a:lnTo>
                    <a:pt x="1383049" y="2696086"/>
                  </a:lnTo>
                  <a:lnTo>
                    <a:pt x="1451925" y="2724708"/>
                  </a:lnTo>
                  <a:lnTo>
                    <a:pt x="1515360" y="2756586"/>
                  </a:lnTo>
                  <a:lnTo>
                    <a:pt x="1574061" y="2792177"/>
                  </a:lnTo>
                  <a:lnTo>
                    <a:pt x="1628861" y="2831988"/>
                  </a:lnTo>
                  <a:lnTo>
                    <a:pt x="1680626" y="2876531"/>
                  </a:lnTo>
                  <a:lnTo>
                    <a:pt x="1730190" y="2926233"/>
                  </a:lnTo>
                  <a:lnTo>
                    <a:pt x="1768425" y="2969470"/>
                  </a:lnTo>
                  <a:lnTo>
                    <a:pt x="1807061" y="3017403"/>
                  </a:lnTo>
                  <a:lnTo>
                    <a:pt x="1845332" y="3068970"/>
                  </a:lnTo>
                  <a:lnTo>
                    <a:pt x="1883481" y="3124242"/>
                  </a:lnTo>
                  <a:lnTo>
                    <a:pt x="1921699" y="3183231"/>
                  </a:lnTo>
                  <a:lnTo>
                    <a:pt x="1960126" y="3245874"/>
                  </a:lnTo>
                  <a:lnTo>
                    <a:pt x="1998858" y="3312034"/>
                  </a:lnTo>
                  <a:lnTo>
                    <a:pt x="2037951" y="3381491"/>
                  </a:lnTo>
                  <a:lnTo>
                    <a:pt x="2077425" y="3453944"/>
                  </a:lnTo>
                  <a:lnTo>
                    <a:pt x="2117266" y="3529012"/>
                  </a:lnTo>
                  <a:lnTo>
                    <a:pt x="2157432" y="3606239"/>
                  </a:lnTo>
                  <a:lnTo>
                    <a:pt x="2197856" y="3685106"/>
                  </a:lnTo>
                  <a:lnTo>
                    <a:pt x="2238453" y="3765044"/>
                  </a:lnTo>
                  <a:lnTo>
                    <a:pt x="2279128" y="3845450"/>
                  </a:lnTo>
                  <a:lnTo>
                    <a:pt x="2319778" y="3925706"/>
                  </a:lnTo>
                  <a:lnTo>
                    <a:pt x="2360303" y="4005199"/>
                  </a:lnTo>
                  <a:lnTo>
                    <a:pt x="2400611" y="4083340"/>
                  </a:lnTo>
                  <a:lnTo>
                    <a:pt x="2440627" y="4159581"/>
                  </a:lnTo>
                  <a:lnTo>
                    <a:pt x="2480294" y="4233434"/>
                  </a:lnTo>
                  <a:lnTo>
                    <a:pt x="2519583" y="4304478"/>
                  </a:lnTo>
                  <a:lnTo>
                    <a:pt x="2558496" y="4372370"/>
                  </a:lnTo>
                  <a:lnTo>
                    <a:pt x="2597071" y="4436848"/>
                  </a:lnTo>
                  <a:lnTo>
                    <a:pt x="2635382" y="4497733"/>
                  </a:lnTo>
                  <a:lnTo>
                    <a:pt x="2673546" y="4554924"/>
                  </a:lnTo>
                  <a:lnTo>
                    <a:pt x="2711728" y="4608395"/>
                  </a:lnTo>
                  <a:lnTo>
                    <a:pt x="2750141" y="4658188"/>
                  </a:lnTo>
                  <a:lnTo>
                    <a:pt x="2770117" y="4682446"/>
                  </a:lnTo>
                  <a:lnTo>
                    <a:pt x="2818463" y="4736403"/>
                  </a:lnTo>
                  <a:lnTo>
                    <a:pt x="2868419" y="4785011"/>
                  </a:lnTo>
                  <a:lnTo>
                    <a:pt x="2920741" y="4828535"/>
                  </a:lnTo>
                  <a:lnTo>
                    <a:pt x="2976276" y="4867431"/>
                  </a:lnTo>
                  <a:lnTo>
                    <a:pt x="3035892" y="4902213"/>
                  </a:lnTo>
                  <a:lnTo>
                    <a:pt x="3100399" y="4933383"/>
                  </a:lnTo>
                  <a:lnTo>
                    <a:pt x="3170471" y="4961381"/>
                  </a:lnTo>
                  <a:lnTo>
                    <a:pt x="3246519" y="4986571"/>
                  </a:lnTo>
                  <a:lnTo>
                    <a:pt x="3328537" y="5009220"/>
                  </a:lnTo>
                  <a:lnTo>
                    <a:pt x="3415919" y="5029499"/>
                  </a:lnTo>
                  <a:lnTo>
                    <a:pt x="3507262" y="5047485"/>
                  </a:lnTo>
                  <a:lnTo>
                    <a:pt x="3600231" y="5063180"/>
                  </a:lnTo>
                  <a:lnTo>
                    <a:pt x="3691557" y="5076536"/>
                  </a:lnTo>
                  <a:lnTo>
                    <a:pt x="3777272" y="5087502"/>
                  </a:lnTo>
                  <a:lnTo>
                    <a:pt x="3853216" y="5096077"/>
                  </a:lnTo>
                  <a:lnTo>
                    <a:pt x="3915776" y="5102358"/>
                  </a:lnTo>
                  <a:lnTo>
                    <a:pt x="3962660" y="5106571"/>
                  </a:lnTo>
                  <a:lnTo>
                    <a:pt x="3993480" y="5109062"/>
                  </a:lnTo>
                  <a:lnTo>
                    <a:pt x="4009967" y="5110265"/>
                  </a:lnTo>
                  <a:lnTo>
                    <a:pt x="4015819" y="5110653"/>
                  </a:lnTo>
                  <a:lnTo>
                    <a:pt x="4016409" y="5110689"/>
                  </a:lnTo>
                  <a:lnTo>
                    <a:pt x="4538543" y="5110689"/>
                  </a:lnTo>
                  <a:lnTo>
                    <a:pt x="4539385" y="5110586"/>
                  </a:lnTo>
                  <a:lnTo>
                    <a:pt x="4544938" y="5109854"/>
                  </a:lnTo>
                  <a:lnTo>
                    <a:pt x="4559003" y="5107828"/>
                  </a:lnTo>
                  <a:lnTo>
                    <a:pt x="4584305" y="5103838"/>
                  </a:lnTo>
                  <a:lnTo>
                    <a:pt x="4622328" y="5097249"/>
                  </a:lnTo>
                  <a:lnTo>
                    <a:pt x="4673195" y="5087527"/>
                  </a:lnTo>
                  <a:lnTo>
                    <a:pt x="4735735" y="5074284"/>
                  </a:lnTo>
                  <a:lnTo>
                    <a:pt x="4807737" y="5057299"/>
                  </a:lnTo>
                  <a:lnTo>
                    <a:pt x="4886373" y="5036498"/>
                  </a:lnTo>
                  <a:lnTo>
                    <a:pt x="4968645" y="5011915"/>
                  </a:lnTo>
                  <a:lnTo>
                    <a:pt x="5051785" y="4983629"/>
                  </a:lnTo>
                  <a:lnTo>
                    <a:pt x="5133514" y="4951706"/>
                  </a:lnTo>
                  <a:lnTo>
                    <a:pt x="5212154" y="4916145"/>
                  </a:lnTo>
                  <a:lnTo>
                    <a:pt x="5286634" y="4876851"/>
                  </a:lnTo>
                  <a:lnTo>
                    <a:pt x="5356407" y="4833611"/>
                  </a:lnTo>
                  <a:lnTo>
                    <a:pt x="5421349" y="4786090"/>
                  </a:lnTo>
                  <a:lnTo>
                    <a:pt x="5481644" y="4733828"/>
                  </a:lnTo>
                  <a:lnTo>
                    <a:pt x="5537688" y="4676257"/>
                  </a:lnTo>
                  <a:lnTo>
                    <a:pt x="5590007" y="4612711"/>
                  </a:lnTo>
                  <a:lnTo>
                    <a:pt x="5639198" y="4542465"/>
                  </a:lnTo>
                  <a:lnTo>
                    <a:pt x="5685885" y="4464789"/>
                  </a:lnTo>
                  <a:lnTo>
                    <a:pt x="5730671" y="4379038"/>
                  </a:lnTo>
                  <a:lnTo>
                    <a:pt x="5774107" y="4284802"/>
                  </a:lnTo>
                  <a:lnTo>
                    <a:pt x="5784835" y="4259849"/>
                  </a:lnTo>
                  <a:lnTo>
                    <a:pt x="5813776" y="4189297"/>
                  </a:lnTo>
                  <a:lnTo>
                    <a:pt x="5842474" y="4114736"/>
                  </a:lnTo>
                  <a:lnTo>
                    <a:pt x="5871040" y="4036086"/>
                  </a:lnTo>
                  <a:lnTo>
                    <a:pt x="5899569" y="3953306"/>
                  </a:lnTo>
                  <a:lnTo>
                    <a:pt x="5928135" y="3866393"/>
                  </a:lnTo>
                  <a:lnTo>
                    <a:pt x="5956802" y="3775389"/>
                  </a:lnTo>
                  <a:lnTo>
                    <a:pt x="5985616" y="3680385"/>
                  </a:lnTo>
                  <a:lnTo>
                    <a:pt x="6014610" y="3581518"/>
                  </a:lnTo>
                  <a:lnTo>
                    <a:pt x="6043807" y="3478979"/>
                  </a:lnTo>
                  <a:lnTo>
                    <a:pt x="6073216" y="3373008"/>
                  </a:lnTo>
                  <a:lnTo>
                    <a:pt x="6102838" y="3263896"/>
                  </a:lnTo>
                  <a:lnTo>
                    <a:pt x="6132661" y="3151985"/>
                  </a:lnTo>
                  <a:lnTo>
                    <a:pt x="6162668" y="3037657"/>
                  </a:lnTo>
                  <a:lnTo>
                    <a:pt x="6192830" y="2921337"/>
                  </a:lnTo>
                  <a:lnTo>
                    <a:pt x="6223116" y="2803485"/>
                  </a:lnTo>
                  <a:lnTo>
                    <a:pt x="6253489" y="2684585"/>
                  </a:lnTo>
                  <a:lnTo>
                    <a:pt x="6283906" y="2565142"/>
                  </a:lnTo>
                  <a:lnTo>
                    <a:pt x="6314326" y="2445668"/>
                  </a:lnTo>
                  <a:lnTo>
                    <a:pt x="6344705" y="2326679"/>
                  </a:lnTo>
                  <a:lnTo>
                    <a:pt x="6375004" y="2208679"/>
                  </a:lnTo>
                  <a:lnTo>
                    <a:pt x="6405183" y="2092157"/>
                  </a:lnTo>
                  <a:lnTo>
                    <a:pt x="6435209" y="1977574"/>
                  </a:lnTo>
                  <a:lnTo>
                    <a:pt x="6465054" y="1865359"/>
                  </a:lnTo>
                  <a:lnTo>
                    <a:pt x="6494700" y="1755903"/>
                  </a:lnTo>
                  <a:lnTo>
                    <a:pt x="6524135" y="1649550"/>
                  </a:lnTo>
                  <a:lnTo>
                    <a:pt x="6553356" y="1546597"/>
                  </a:lnTo>
                  <a:lnTo>
                    <a:pt x="6582373" y="1447291"/>
                  </a:lnTo>
                  <a:lnTo>
                    <a:pt x="6611206" y="1351828"/>
                  </a:lnTo>
                  <a:lnTo>
                    <a:pt x="6639888" y="1260352"/>
                  </a:lnTo>
                  <a:lnTo>
                    <a:pt x="6668464" y="1172958"/>
                  </a:lnTo>
                  <a:lnTo>
                    <a:pt x="6696993" y="1089695"/>
                  </a:lnTo>
                  <a:lnTo>
                    <a:pt x="6725551" y="1010565"/>
                  </a:lnTo>
                  <a:lnTo>
                    <a:pt x="6754228" y="935530"/>
                  </a:lnTo>
                  <a:lnTo>
                    <a:pt x="6783134" y="864516"/>
                  </a:lnTo>
                  <a:lnTo>
                    <a:pt x="6786527" y="856487"/>
                  </a:lnTo>
                  <a:lnTo>
                    <a:pt x="6829699" y="760108"/>
                  </a:lnTo>
                  <a:lnTo>
                    <a:pt x="6874098" y="672256"/>
                  </a:lnTo>
                  <a:lnTo>
                    <a:pt x="6920253" y="592611"/>
                  </a:lnTo>
                  <a:lnTo>
                    <a:pt x="6968759" y="520570"/>
                  </a:lnTo>
                  <a:lnTo>
                    <a:pt x="7020236" y="455415"/>
                  </a:lnTo>
                  <a:lnTo>
                    <a:pt x="7075293" y="396411"/>
                  </a:lnTo>
                  <a:lnTo>
                    <a:pt x="7134480" y="342877"/>
                  </a:lnTo>
                  <a:lnTo>
                    <a:pt x="7198230" y="294215"/>
                  </a:lnTo>
                  <a:lnTo>
                    <a:pt x="7266791" y="249939"/>
                  </a:lnTo>
                  <a:lnTo>
                    <a:pt x="7340124" y="209681"/>
                  </a:lnTo>
                  <a:lnTo>
                    <a:pt x="7417800" y="173198"/>
                  </a:lnTo>
                  <a:lnTo>
                    <a:pt x="7498887" y="140366"/>
                  </a:lnTo>
                  <a:lnTo>
                    <a:pt x="7581865" y="111165"/>
                  </a:lnTo>
                  <a:lnTo>
                    <a:pt x="7664599" y="85646"/>
                  </a:lnTo>
                  <a:lnTo>
                    <a:pt x="7744424" y="63892"/>
                  </a:lnTo>
                  <a:lnTo>
                    <a:pt x="7818369" y="45951"/>
                  </a:lnTo>
                  <a:lnTo>
                    <a:pt x="7883520" y="31785"/>
                  </a:lnTo>
                  <a:lnTo>
                    <a:pt x="7937469" y="21211"/>
                  </a:lnTo>
                  <a:lnTo>
                    <a:pt x="7978751" y="13882"/>
                  </a:lnTo>
                  <a:lnTo>
                    <a:pt x="8007154" y="9297"/>
                  </a:lnTo>
                  <a:lnTo>
                    <a:pt x="8023824" y="6842"/>
                  </a:lnTo>
                  <a:lnTo>
                    <a:pt x="8031194" y="5849"/>
                  </a:lnTo>
                  <a:lnTo>
                    <a:pt x="8032819" y="5647"/>
                  </a:lnTo>
                  <a:lnTo>
                    <a:pt x="8554953" y="5647"/>
                  </a:lnTo>
                  <a:lnTo>
                    <a:pt x="8554953" y="0"/>
                  </a:lnTo>
                  <a:lnTo>
                    <a:pt x="8032819" y="0"/>
                  </a:lnTo>
                  <a:lnTo>
                    <a:pt x="8031977" y="102"/>
                  </a:lnTo>
                  <a:lnTo>
                    <a:pt x="8026423" y="835"/>
                  </a:lnTo>
                  <a:lnTo>
                    <a:pt x="8012359" y="2861"/>
                  </a:lnTo>
                  <a:lnTo>
                    <a:pt x="7987057" y="6851"/>
                  </a:lnTo>
                  <a:lnTo>
                    <a:pt x="7949034" y="13440"/>
                  </a:lnTo>
                  <a:lnTo>
                    <a:pt x="7898167" y="23162"/>
                  </a:lnTo>
                  <a:lnTo>
                    <a:pt x="7835627" y="36404"/>
                  </a:lnTo>
                  <a:lnTo>
                    <a:pt x="7763624" y="53390"/>
                  </a:lnTo>
                  <a:lnTo>
                    <a:pt x="7684989" y="74191"/>
                  </a:lnTo>
                  <a:lnTo>
                    <a:pt x="7602717" y="98774"/>
                  </a:lnTo>
                  <a:lnTo>
                    <a:pt x="7519577" y="127060"/>
                  </a:lnTo>
                  <a:lnTo>
                    <a:pt x="7437848" y="158983"/>
                  </a:lnTo>
                  <a:lnTo>
                    <a:pt x="7359208" y="194544"/>
                  </a:lnTo>
                  <a:lnTo>
                    <a:pt x="7284728" y="233838"/>
                  </a:lnTo>
                  <a:lnTo>
                    <a:pt x="7214955" y="277078"/>
                  </a:lnTo>
                  <a:lnTo>
                    <a:pt x="7150013" y="324599"/>
                  </a:lnTo>
                  <a:lnTo>
                    <a:pt x="7089718" y="376860"/>
                  </a:lnTo>
                  <a:lnTo>
                    <a:pt x="7033674" y="434432"/>
                  </a:lnTo>
                  <a:lnTo>
                    <a:pt x="6981355" y="497978"/>
                  </a:lnTo>
                  <a:lnTo>
                    <a:pt x="6932163" y="568224"/>
                  </a:lnTo>
                  <a:lnTo>
                    <a:pt x="6885477" y="645900"/>
                  </a:lnTo>
                  <a:lnTo>
                    <a:pt x="6840691" y="731651"/>
                  </a:lnTo>
                  <a:lnTo>
                    <a:pt x="6797255" y="825887"/>
                  </a:lnTo>
                  <a:lnTo>
                    <a:pt x="6786527" y="850840"/>
                  </a:lnTo>
                  <a:lnTo>
                    <a:pt x="6757586" y="921392"/>
                  </a:lnTo>
                  <a:lnTo>
                    <a:pt x="6728888" y="995953"/>
                  </a:lnTo>
                  <a:lnTo>
                    <a:pt x="6700322" y="1074603"/>
                  </a:lnTo>
                  <a:lnTo>
                    <a:pt x="6671793" y="1157383"/>
                  </a:lnTo>
                  <a:lnTo>
                    <a:pt x="6643226" y="1244296"/>
                  </a:lnTo>
                  <a:lnTo>
                    <a:pt x="6614560" y="1335300"/>
                  </a:lnTo>
                  <a:lnTo>
                    <a:pt x="6585746" y="1430304"/>
                  </a:lnTo>
                  <a:lnTo>
                    <a:pt x="6556752" y="1529171"/>
                  </a:lnTo>
                  <a:lnTo>
                    <a:pt x="6527555" y="1631710"/>
                  </a:lnTo>
                  <a:lnTo>
                    <a:pt x="6498146" y="1737681"/>
                  </a:lnTo>
                  <a:lnTo>
                    <a:pt x="6468524" y="1846792"/>
                  </a:lnTo>
                  <a:lnTo>
                    <a:pt x="6438701" y="1958704"/>
                  </a:lnTo>
                  <a:lnTo>
                    <a:pt x="6408694" y="2073032"/>
                  </a:lnTo>
                  <a:lnTo>
                    <a:pt x="6378532" y="2189352"/>
                  </a:lnTo>
                  <a:lnTo>
                    <a:pt x="6348245" y="2307204"/>
                  </a:lnTo>
                  <a:lnTo>
                    <a:pt x="6317873" y="2426104"/>
                  </a:lnTo>
                  <a:lnTo>
                    <a:pt x="6287456" y="2545547"/>
                  </a:lnTo>
                  <a:lnTo>
                    <a:pt x="6257036" y="2665020"/>
                  </a:lnTo>
                  <a:lnTo>
                    <a:pt x="6226656" y="2784010"/>
                  </a:lnTo>
                  <a:lnTo>
                    <a:pt x="6196358" y="2902010"/>
                  </a:lnTo>
                  <a:lnTo>
                    <a:pt x="6166179" y="3018532"/>
                  </a:lnTo>
                  <a:lnTo>
                    <a:pt x="6136153" y="3133115"/>
                  </a:lnTo>
                  <a:lnTo>
                    <a:pt x="6106307" y="3245329"/>
                  </a:lnTo>
                  <a:lnTo>
                    <a:pt x="6076662" y="3354786"/>
                  </a:lnTo>
                  <a:lnTo>
                    <a:pt x="6047227" y="3461139"/>
                  </a:lnTo>
                  <a:lnTo>
                    <a:pt x="6018006" y="3564092"/>
                  </a:lnTo>
                  <a:lnTo>
                    <a:pt x="5988989" y="3663398"/>
                  </a:lnTo>
                  <a:lnTo>
                    <a:pt x="5960156" y="3758861"/>
                  </a:lnTo>
                  <a:lnTo>
                    <a:pt x="5931474" y="3850337"/>
                  </a:lnTo>
                  <a:lnTo>
                    <a:pt x="5902898" y="3937731"/>
                  </a:lnTo>
                  <a:lnTo>
                    <a:pt x="5874369" y="4020994"/>
                  </a:lnTo>
                  <a:lnTo>
                    <a:pt x="5845811" y="4100124"/>
                  </a:lnTo>
                  <a:lnTo>
                    <a:pt x="5817134" y="4175159"/>
                  </a:lnTo>
                  <a:lnTo>
                    <a:pt x="5788228" y="4246173"/>
                  </a:lnTo>
                  <a:lnTo>
                    <a:pt x="5784835" y="4254202"/>
                  </a:lnTo>
                  <a:lnTo>
                    <a:pt x="5741663" y="4350581"/>
                  </a:lnTo>
                  <a:lnTo>
                    <a:pt x="5697264" y="4438433"/>
                  </a:lnTo>
                  <a:lnTo>
                    <a:pt x="5651109" y="4518078"/>
                  </a:lnTo>
                  <a:lnTo>
                    <a:pt x="5602603" y="4590119"/>
                  </a:lnTo>
                  <a:lnTo>
                    <a:pt x="5551126" y="4655274"/>
                  </a:lnTo>
                  <a:lnTo>
                    <a:pt x="5496069" y="4714278"/>
                  </a:lnTo>
                  <a:lnTo>
                    <a:pt x="5436882" y="4767812"/>
                  </a:lnTo>
                  <a:lnTo>
                    <a:pt x="5373132" y="4816473"/>
                  </a:lnTo>
                  <a:lnTo>
                    <a:pt x="5304571" y="4860750"/>
                  </a:lnTo>
                  <a:lnTo>
                    <a:pt x="5231238" y="4901008"/>
                  </a:lnTo>
                  <a:lnTo>
                    <a:pt x="5153562" y="4937491"/>
                  </a:lnTo>
                  <a:lnTo>
                    <a:pt x="5072475" y="4970323"/>
                  </a:lnTo>
                  <a:lnTo>
                    <a:pt x="4989497" y="4999524"/>
                  </a:lnTo>
                  <a:lnTo>
                    <a:pt x="4906763" y="5025043"/>
                  </a:lnTo>
                  <a:lnTo>
                    <a:pt x="4826938" y="5046797"/>
                  </a:lnTo>
                  <a:lnTo>
                    <a:pt x="4752993" y="5064737"/>
                  </a:lnTo>
                  <a:lnTo>
                    <a:pt x="4687842" y="5078904"/>
                  </a:lnTo>
                  <a:lnTo>
                    <a:pt x="4633893" y="5089478"/>
                  </a:lnTo>
                  <a:lnTo>
                    <a:pt x="4592611" y="5096807"/>
                  </a:lnTo>
                  <a:lnTo>
                    <a:pt x="4564208" y="5101392"/>
                  </a:lnTo>
                  <a:lnTo>
                    <a:pt x="4547537" y="5103847"/>
                  </a:lnTo>
                  <a:lnTo>
                    <a:pt x="4540168" y="5104840"/>
                  </a:lnTo>
                  <a:lnTo>
                    <a:pt x="4538543" y="5105042"/>
                  </a:lnTo>
                  <a:lnTo>
                    <a:pt x="4016409" y="5105042"/>
                  </a:lnTo>
                  <a:lnTo>
                    <a:pt x="4015239" y="5104970"/>
                  </a:lnTo>
                  <a:lnTo>
                    <a:pt x="4007577" y="5104452"/>
                  </a:lnTo>
                  <a:lnTo>
                    <a:pt x="3988368" y="5103020"/>
                  </a:lnTo>
                  <a:lnTo>
                    <a:pt x="3954297" y="5100207"/>
                  </a:lnTo>
                  <a:lnTo>
                    <a:pt x="3904070" y="5095591"/>
                  </a:lnTo>
                  <a:lnTo>
                    <a:pt x="3838499" y="5088849"/>
                  </a:lnTo>
                  <a:lnTo>
                    <a:pt x="3760207" y="5079783"/>
                  </a:lnTo>
                  <a:lnTo>
                    <a:pt x="3672986" y="5068320"/>
                  </a:lnTo>
                  <a:lnTo>
                    <a:pt x="3581012" y="5054476"/>
                  </a:lnTo>
                  <a:lnTo>
                    <a:pt x="3488141" y="5038304"/>
                  </a:lnTo>
                  <a:lnTo>
                    <a:pt x="3397458" y="5019846"/>
                  </a:lnTo>
                  <a:lnTo>
                    <a:pt x="3311099" y="4999086"/>
                  </a:lnTo>
                  <a:lnTo>
                    <a:pt x="3230289" y="4975929"/>
                  </a:lnTo>
                  <a:lnTo>
                    <a:pt x="3155493" y="4950183"/>
                  </a:lnTo>
                  <a:lnTo>
                    <a:pt x="3086617" y="4921561"/>
                  </a:lnTo>
                  <a:lnTo>
                    <a:pt x="3023183" y="4889683"/>
                  </a:lnTo>
                  <a:lnTo>
                    <a:pt x="2964481" y="4854092"/>
                  </a:lnTo>
                  <a:lnTo>
                    <a:pt x="2909682" y="4814280"/>
                  </a:lnTo>
                  <a:lnTo>
                    <a:pt x="2857917" y="4769738"/>
                  </a:lnTo>
                  <a:lnTo>
                    <a:pt x="2808352" y="4720036"/>
                  </a:lnTo>
                  <a:lnTo>
                    <a:pt x="2770117" y="4676798"/>
                  </a:lnTo>
                  <a:lnTo>
                    <a:pt x="2731481" y="4628865"/>
                  </a:lnTo>
                  <a:lnTo>
                    <a:pt x="2693211" y="4577299"/>
                  </a:lnTo>
                  <a:lnTo>
                    <a:pt x="2655061" y="4522027"/>
                  </a:lnTo>
                  <a:lnTo>
                    <a:pt x="2616843" y="4463038"/>
                  </a:lnTo>
                  <a:lnTo>
                    <a:pt x="2578416" y="4400395"/>
                  </a:lnTo>
                  <a:lnTo>
                    <a:pt x="2539684" y="4334235"/>
                  </a:lnTo>
                  <a:lnTo>
                    <a:pt x="2500591" y="4264778"/>
                  </a:lnTo>
                  <a:lnTo>
                    <a:pt x="2461117" y="4192325"/>
                  </a:lnTo>
                  <a:lnTo>
                    <a:pt x="2421276" y="4117257"/>
                  </a:lnTo>
                  <a:lnTo>
                    <a:pt x="2381110" y="4040030"/>
                  </a:lnTo>
                  <a:lnTo>
                    <a:pt x="2340686" y="3961163"/>
                  </a:lnTo>
                  <a:lnTo>
                    <a:pt x="2300089" y="3881225"/>
                  </a:lnTo>
                  <a:lnTo>
                    <a:pt x="2259414" y="3800819"/>
                  </a:lnTo>
                  <a:lnTo>
                    <a:pt x="2218764" y="3720563"/>
                  </a:lnTo>
                  <a:lnTo>
                    <a:pt x="2178239" y="3641070"/>
                  </a:lnTo>
                  <a:lnTo>
                    <a:pt x="2137931" y="3562929"/>
                  </a:lnTo>
                  <a:lnTo>
                    <a:pt x="2097915" y="3486687"/>
                  </a:lnTo>
                  <a:lnTo>
                    <a:pt x="2058249" y="3412834"/>
                  </a:lnTo>
                  <a:lnTo>
                    <a:pt x="2018959" y="3341790"/>
                  </a:lnTo>
                  <a:lnTo>
                    <a:pt x="1980046" y="3273898"/>
                  </a:lnTo>
                  <a:lnTo>
                    <a:pt x="1941471" y="3209420"/>
                  </a:lnTo>
                  <a:lnTo>
                    <a:pt x="1903160" y="3148536"/>
                  </a:lnTo>
                  <a:lnTo>
                    <a:pt x="1864996" y="3091345"/>
                  </a:lnTo>
                  <a:lnTo>
                    <a:pt x="1826815" y="3037874"/>
                  </a:lnTo>
                  <a:lnTo>
                    <a:pt x="1788401" y="2988081"/>
                  </a:lnTo>
                  <a:lnTo>
                    <a:pt x="1768425" y="2963823"/>
                  </a:lnTo>
                  <a:lnTo>
                    <a:pt x="1720079" y="2909865"/>
                  </a:lnTo>
                  <a:lnTo>
                    <a:pt x="1670124" y="2861258"/>
                  </a:lnTo>
                  <a:lnTo>
                    <a:pt x="1617802" y="2817733"/>
                  </a:lnTo>
                  <a:lnTo>
                    <a:pt x="1562266" y="2778838"/>
                  </a:lnTo>
                  <a:lnTo>
                    <a:pt x="1502651" y="2744055"/>
                  </a:lnTo>
                  <a:lnTo>
                    <a:pt x="1438143" y="2712886"/>
                  </a:lnTo>
                  <a:lnTo>
                    <a:pt x="1368071" y="2684887"/>
                  </a:lnTo>
                  <a:lnTo>
                    <a:pt x="1292023" y="2659698"/>
                  </a:lnTo>
                  <a:lnTo>
                    <a:pt x="1210005" y="2637049"/>
                  </a:lnTo>
                  <a:lnTo>
                    <a:pt x="1122623" y="2616770"/>
                  </a:lnTo>
                  <a:lnTo>
                    <a:pt x="1031280" y="2598784"/>
                  </a:lnTo>
                  <a:lnTo>
                    <a:pt x="938312" y="2583089"/>
                  </a:lnTo>
                  <a:lnTo>
                    <a:pt x="846985" y="2569733"/>
                  </a:lnTo>
                  <a:lnTo>
                    <a:pt x="761270" y="2558767"/>
                  </a:lnTo>
                  <a:lnTo>
                    <a:pt x="685326" y="2550192"/>
                  </a:lnTo>
                  <a:lnTo>
                    <a:pt x="622766" y="2543910"/>
                  </a:lnTo>
                  <a:lnTo>
                    <a:pt x="575882" y="2539697"/>
                  </a:lnTo>
                  <a:lnTo>
                    <a:pt x="545062" y="2537207"/>
                  </a:lnTo>
                  <a:lnTo>
                    <a:pt x="528575" y="2536003"/>
                  </a:lnTo>
                  <a:lnTo>
                    <a:pt x="522724" y="2535615"/>
                  </a:lnTo>
                  <a:lnTo>
                    <a:pt x="522133" y="2535579"/>
                  </a:lnTo>
                  <a:lnTo>
                    <a:pt x="0" y="2535579"/>
                  </a:lnTo>
                  <a:close/>
                </a:path>
              </a:pathLst>
            </a:custGeom>
            <a:solidFill>
              <a:srgbClr val="8FA8D6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36" name="pl36"/>
            <p:cNvSpPr/>
            <p:nvPr/>
          </p:nvSpPr>
          <p:spPr>
            <a:xfrm>
              <a:off x="386606" y="626475"/>
              <a:ext cx="8554953" cy="5105042"/>
            </a:xfrm>
            <a:custGeom>
              <a:avLst/>
              <a:pathLst>
                <a:path w="8554953" h="5105042">
                  <a:moveTo>
                    <a:pt x="0" y="2535579"/>
                  </a:moveTo>
                  <a:lnTo>
                    <a:pt x="522133" y="2535579"/>
                  </a:lnTo>
                  <a:lnTo>
                    <a:pt x="523303" y="2535652"/>
                  </a:lnTo>
                  <a:lnTo>
                    <a:pt x="530965" y="2536170"/>
                  </a:lnTo>
                  <a:lnTo>
                    <a:pt x="550174" y="2537601"/>
                  </a:lnTo>
                  <a:lnTo>
                    <a:pt x="584245" y="2540415"/>
                  </a:lnTo>
                  <a:lnTo>
                    <a:pt x="634472" y="2545031"/>
                  </a:lnTo>
                  <a:lnTo>
                    <a:pt x="700043" y="2551773"/>
                  </a:lnTo>
                  <a:lnTo>
                    <a:pt x="778336" y="2560838"/>
                  </a:lnTo>
                  <a:lnTo>
                    <a:pt x="865556" y="2572301"/>
                  </a:lnTo>
                  <a:lnTo>
                    <a:pt x="957530" y="2586146"/>
                  </a:lnTo>
                  <a:lnTo>
                    <a:pt x="1050402" y="2602317"/>
                  </a:lnTo>
                  <a:lnTo>
                    <a:pt x="1141085" y="2620776"/>
                  </a:lnTo>
                  <a:lnTo>
                    <a:pt x="1227443" y="2641536"/>
                  </a:lnTo>
                  <a:lnTo>
                    <a:pt x="1308253" y="2664693"/>
                  </a:lnTo>
                  <a:lnTo>
                    <a:pt x="1383049" y="2690438"/>
                  </a:lnTo>
                  <a:lnTo>
                    <a:pt x="1451925" y="2719061"/>
                  </a:lnTo>
                  <a:lnTo>
                    <a:pt x="1515360" y="2750939"/>
                  </a:lnTo>
                  <a:lnTo>
                    <a:pt x="1574061" y="2786530"/>
                  </a:lnTo>
                  <a:lnTo>
                    <a:pt x="1628861" y="2826341"/>
                  </a:lnTo>
                  <a:lnTo>
                    <a:pt x="1680626" y="2870884"/>
                  </a:lnTo>
                  <a:lnTo>
                    <a:pt x="1730190" y="2920586"/>
                  </a:lnTo>
                  <a:lnTo>
                    <a:pt x="1768425" y="2963823"/>
                  </a:lnTo>
                  <a:lnTo>
                    <a:pt x="1807061" y="3011756"/>
                  </a:lnTo>
                  <a:lnTo>
                    <a:pt x="1845332" y="3063322"/>
                  </a:lnTo>
                  <a:lnTo>
                    <a:pt x="1883481" y="3118595"/>
                  </a:lnTo>
                  <a:lnTo>
                    <a:pt x="1921699" y="3177583"/>
                  </a:lnTo>
                  <a:lnTo>
                    <a:pt x="1960126" y="3240227"/>
                  </a:lnTo>
                  <a:lnTo>
                    <a:pt x="1998858" y="3306387"/>
                  </a:lnTo>
                  <a:lnTo>
                    <a:pt x="2037951" y="3375844"/>
                  </a:lnTo>
                  <a:lnTo>
                    <a:pt x="2077425" y="3448297"/>
                  </a:lnTo>
                  <a:lnTo>
                    <a:pt x="2117266" y="3523364"/>
                  </a:lnTo>
                  <a:lnTo>
                    <a:pt x="2157432" y="3600591"/>
                  </a:lnTo>
                  <a:lnTo>
                    <a:pt x="2197856" y="3679459"/>
                  </a:lnTo>
                  <a:lnTo>
                    <a:pt x="2238453" y="3759397"/>
                  </a:lnTo>
                  <a:lnTo>
                    <a:pt x="2279128" y="3839803"/>
                  </a:lnTo>
                  <a:lnTo>
                    <a:pt x="2319778" y="3920059"/>
                  </a:lnTo>
                  <a:lnTo>
                    <a:pt x="2360303" y="3999552"/>
                  </a:lnTo>
                  <a:lnTo>
                    <a:pt x="2400611" y="4077692"/>
                  </a:lnTo>
                  <a:lnTo>
                    <a:pt x="2440627" y="4153934"/>
                  </a:lnTo>
                  <a:lnTo>
                    <a:pt x="2480294" y="4227787"/>
                  </a:lnTo>
                  <a:lnTo>
                    <a:pt x="2519583" y="4298831"/>
                  </a:lnTo>
                  <a:lnTo>
                    <a:pt x="2558496" y="4366723"/>
                  </a:lnTo>
                  <a:lnTo>
                    <a:pt x="2597071" y="4431201"/>
                  </a:lnTo>
                  <a:lnTo>
                    <a:pt x="2635382" y="4492086"/>
                  </a:lnTo>
                  <a:lnTo>
                    <a:pt x="2673546" y="4549277"/>
                  </a:lnTo>
                  <a:lnTo>
                    <a:pt x="2711728" y="4602748"/>
                  </a:lnTo>
                  <a:lnTo>
                    <a:pt x="2750141" y="4652541"/>
                  </a:lnTo>
                  <a:lnTo>
                    <a:pt x="2770117" y="4676798"/>
                  </a:lnTo>
                  <a:lnTo>
                    <a:pt x="2818463" y="4730756"/>
                  </a:lnTo>
                  <a:lnTo>
                    <a:pt x="2868419" y="4779364"/>
                  </a:lnTo>
                  <a:lnTo>
                    <a:pt x="2920741" y="4822888"/>
                  </a:lnTo>
                  <a:lnTo>
                    <a:pt x="2976276" y="4861784"/>
                  </a:lnTo>
                  <a:lnTo>
                    <a:pt x="3035892" y="4896566"/>
                  </a:lnTo>
                  <a:lnTo>
                    <a:pt x="3100399" y="4927735"/>
                  </a:lnTo>
                  <a:lnTo>
                    <a:pt x="3170471" y="4955734"/>
                  </a:lnTo>
                  <a:lnTo>
                    <a:pt x="3246519" y="4980924"/>
                  </a:lnTo>
                  <a:lnTo>
                    <a:pt x="3328537" y="5003573"/>
                  </a:lnTo>
                  <a:lnTo>
                    <a:pt x="3415919" y="5023851"/>
                  </a:lnTo>
                  <a:lnTo>
                    <a:pt x="3507262" y="5041838"/>
                  </a:lnTo>
                  <a:lnTo>
                    <a:pt x="3600231" y="5057533"/>
                  </a:lnTo>
                  <a:lnTo>
                    <a:pt x="3691557" y="5070888"/>
                  </a:lnTo>
                  <a:lnTo>
                    <a:pt x="3777272" y="5081854"/>
                  </a:lnTo>
                  <a:lnTo>
                    <a:pt x="3853216" y="5090429"/>
                  </a:lnTo>
                  <a:lnTo>
                    <a:pt x="3915776" y="5096711"/>
                  </a:lnTo>
                  <a:lnTo>
                    <a:pt x="3962660" y="5100924"/>
                  </a:lnTo>
                  <a:lnTo>
                    <a:pt x="3993480" y="5103415"/>
                  </a:lnTo>
                  <a:lnTo>
                    <a:pt x="4009967" y="5104618"/>
                  </a:lnTo>
                  <a:lnTo>
                    <a:pt x="4015819" y="5105006"/>
                  </a:lnTo>
                  <a:lnTo>
                    <a:pt x="4016409" y="5105042"/>
                  </a:lnTo>
                  <a:lnTo>
                    <a:pt x="4538543" y="5105042"/>
                  </a:lnTo>
                  <a:lnTo>
                    <a:pt x="4539385" y="5104939"/>
                  </a:lnTo>
                  <a:lnTo>
                    <a:pt x="4544938" y="5104206"/>
                  </a:lnTo>
                  <a:lnTo>
                    <a:pt x="4559003" y="5102181"/>
                  </a:lnTo>
                  <a:lnTo>
                    <a:pt x="4584305" y="5098191"/>
                  </a:lnTo>
                  <a:lnTo>
                    <a:pt x="4622328" y="5091602"/>
                  </a:lnTo>
                  <a:lnTo>
                    <a:pt x="4673195" y="5081880"/>
                  </a:lnTo>
                  <a:lnTo>
                    <a:pt x="4735735" y="5068637"/>
                  </a:lnTo>
                  <a:lnTo>
                    <a:pt x="4807737" y="5051652"/>
                  </a:lnTo>
                  <a:lnTo>
                    <a:pt x="4886373" y="5030851"/>
                  </a:lnTo>
                  <a:lnTo>
                    <a:pt x="4968645" y="5006268"/>
                  </a:lnTo>
                  <a:lnTo>
                    <a:pt x="5051785" y="4977982"/>
                  </a:lnTo>
                  <a:lnTo>
                    <a:pt x="5133514" y="4946058"/>
                  </a:lnTo>
                  <a:lnTo>
                    <a:pt x="5212154" y="4910498"/>
                  </a:lnTo>
                  <a:lnTo>
                    <a:pt x="5286634" y="4871203"/>
                  </a:lnTo>
                  <a:lnTo>
                    <a:pt x="5356407" y="4827964"/>
                  </a:lnTo>
                  <a:lnTo>
                    <a:pt x="5421349" y="4780442"/>
                  </a:lnTo>
                  <a:lnTo>
                    <a:pt x="5481644" y="4728181"/>
                  </a:lnTo>
                  <a:lnTo>
                    <a:pt x="5537688" y="4670610"/>
                  </a:lnTo>
                  <a:lnTo>
                    <a:pt x="5590007" y="4607064"/>
                  </a:lnTo>
                  <a:lnTo>
                    <a:pt x="5639198" y="4536818"/>
                  </a:lnTo>
                  <a:lnTo>
                    <a:pt x="5685885" y="4459142"/>
                  </a:lnTo>
                  <a:lnTo>
                    <a:pt x="5730671" y="4373391"/>
                  </a:lnTo>
                  <a:lnTo>
                    <a:pt x="5774107" y="4279155"/>
                  </a:lnTo>
                  <a:lnTo>
                    <a:pt x="5784835" y="4254202"/>
                  </a:lnTo>
                  <a:lnTo>
                    <a:pt x="5813776" y="4183650"/>
                  </a:lnTo>
                  <a:lnTo>
                    <a:pt x="5842474" y="4109089"/>
                  </a:lnTo>
                  <a:lnTo>
                    <a:pt x="5871040" y="4030439"/>
                  </a:lnTo>
                  <a:lnTo>
                    <a:pt x="5899569" y="3947659"/>
                  </a:lnTo>
                  <a:lnTo>
                    <a:pt x="5928135" y="3860745"/>
                  </a:lnTo>
                  <a:lnTo>
                    <a:pt x="5956802" y="3769742"/>
                  </a:lnTo>
                  <a:lnTo>
                    <a:pt x="5985616" y="3674737"/>
                  </a:lnTo>
                  <a:lnTo>
                    <a:pt x="6014610" y="3575871"/>
                  </a:lnTo>
                  <a:lnTo>
                    <a:pt x="6043807" y="3473331"/>
                  </a:lnTo>
                  <a:lnTo>
                    <a:pt x="6073216" y="3367361"/>
                  </a:lnTo>
                  <a:lnTo>
                    <a:pt x="6102838" y="3258249"/>
                  </a:lnTo>
                  <a:lnTo>
                    <a:pt x="6132661" y="3146337"/>
                  </a:lnTo>
                  <a:lnTo>
                    <a:pt x="6162668" y="3032009"/>
                  </a:lnTo>
                  <a:lnTo>
                    <a:pt x="6192830" y="2915690"/>
                  </a:lnTo>
                  <a:lnTo>
                    <a:pt x="6223116" y="2797838"/>
                  </a:lnTo>
                  <a:lnTo>
                    <a:pt x="6253489" y="2678938"/>
                  </a:lnTo>
                  <a:lnTo>
                    <a:pt x="6283906" y="2559495"/>
                  </a:lnTo>
                  <a:lnTo>
                    <a:pt x="6314326" y="2440021"/>
                  </a:lnTo>
                  <a:lnTo>
                    <a:pt x="6344705" y="2321032"/>
                  </a:lnTo>
                  <a:lnTo>
                    <a:pt x="6375004" y="2203032"/>
                  </a:lnTo>
                  <a:lnTo>
                    <a:pt x="6405183" y="2086510"/>
                  </a:lnTo>
                  <a:lnTo>
                    <a:pt x="6435209" y="1971927"/>
                  </a:lnTo>
                  <a:lnTo>
                    <a:pt x="6465054" y="1859712"/>
                  </a:lnTo>
                  <a:lnTo>
                    <a:pt x="6494700" y="1750256"/>
                  </a:lnTo>
                  <a:lnTo>
                    <a:pt x="6524135" y="1643903"/>
                  </a:lnTo>
                  <a:lnTo>
                    <a:pt x="6553356" y="1540950"/>
                  </a:lnTo>
                  <a:lnTo>
                    <a:pt x="6582373" y="1441644"/>
                  </a:lnTo>
                  <a:lnTo>
                    <a:pt x="6611206" y="1346180"/>
                  </a:lnTo>
                  <a:lnTo>
                    <a:pt x="6639888" y="1254705"/>
                  </a:lnTo>
                  <a:lnTo>
                    <a:pt x="6668464" y="1167311"/>
                  </a:lnTo>
                  <a:lnTo>
                    <a:pt x="6696993" y="1084048"/>
                  </a:lnTo>
                  <a:lnTo>
                    <a:pt x="6725551" y="1004918"/>
                  </a:lnTo>
                  <a:lnTo>
                    <a:pt x="6754228" y="929883"/>
                  </a:lnTo>
                  <a:lnTo>
                    <a:pt x="6783134" y="858868"/>
                  </a:lnTo>
                  <a:lnTo>
                    <a:pt x="6786527" y="850840"/>
                  </a:lnTo>
                  <a:lnTo>
                    <a:pt x="6829699" y="754460"/>
                  </a:lnTo>
                  <a:lnTo>
                    <a:pt x="6874098" y="666609"/>
                  </a:lnTo>
                  <a:lnTo>
                    <a:pt x="6920253" y="586964"/>
                  </a:lnTo>
                  <a:lnTo>
                    <a:pt x="6968759" y="514923"/>
                  </a:lnTo>
                  <a:lnTo>
                    <a:pt x="7020236" y="449767"/>
                  </a:lnTo>
                  <a:lnTo>
                    <a:pt x="7075293" y="390764"/>
                  </a:lnTo>
                  <a:lnTo>
                    <a:pt x="7134480" y="337230"/>
                  </a:lnTo>
                  <a:lnTo>
                    <a:pt x="7198230" y="288568"/>
                  </a:lnTo>
                  <a:lnTo>
                    <a:pt x="7266791" y="244292"/>
                  </a:lnTo>
                  <a:lnTo>
                    <a:pt x="7340124" y="204034"/>
                  </a:lnTo>
                  <a:lnTo>
                    <a:pt x="7417800" y="167551"/>
                  </a:lnTo>
                  <a:lnTo>
                    <a:pt x="7498887" y="134719"/>
                  </a:lnTo>
                  <a:lnTo>
                    <a:pt x="7581865" y="105518"/>
                  </a:lnTo>
                  <a:lnTo>
                    <a:pt x="7664599" y="79999"/>
                  </a:lnTo>
                  <a:lnTo>
                    <a:pt x="7744424" y="58244"/>
                  </a:lnTo>
                  <a:lnTo>
                    <a:pt x="7818369" y="40304"/>
                  </a:lnTo>
                  <a:lnTo>
                    <a:pt x="7883520" y="26138"/>
                  </a:lnTo>
                  <a:lnTo>
                    <a:pt x="7937469" y="15564"/>
                  </a:lnTo>
                  <a:lnTo>
                    <a:pt x="7978751" y="8235"/>
                  </a:lnTo>
                  <a:lnTo>
                    <a:pt x="8007154" y="3650"/>
                  </a:lnTo>
                  <a:lnTo>
                    <a:pt x="8023824" y="1195"/>
                  </a:lnTo>
                  <a:lnTo>
                    <a:pt x="8031194" y="202"/>
                  </a:lnTo>
                  <a:lnTo>
                    <a:pt x="8032805" y="1"/>
                  </a:lnTo>
                  <a:lnTo>
                    <a:pt x="8032819" y="0"/>
                  </a:lnTo>
                  <a:lnTo>
                    <a:pt x="8554953" y="0"/>
                  </a:lnTo>
                  <a:lnTo>
                    <a:pt x="8554953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37" name="pl37"/>
            <p:cNvSpPr/>
            <p:nvPr/>
          </p:nvSpPr>
          <p:spPr>
            <a:xfrm>
              <a:off x="386606" y="620828"/>
              <a:ext cx="8554953" cy="5105042"/>
            </a:xfrm>
            <a:custGeom>
              <a:avLst/>
              <a:pathLst>
                <a:path w="8554953" h="5105042">
                  <a:moveTo>
                    <a:pt x="8554953" y="0"/>
                  </a:moveTo>
                  <a:lnTo>
                    <a:pt x="8032819" y="0"/>
                  </a:lnTo>
                  <a:lnTo>
                    <a:pt x="8031977" y="102"/>
                  </a:lnTo>
                  <a:lnTo>
                    <a:pt x="8026423" y="835"/>
                  </a:lnTo>
                  <a:lnTo>
                    <a:pt x="8012359" y="2861"/>
                  </a:lnTo>
                  <a:lnTo>
                    <a:pt x="7987057" y="6851"/>
                  </a:lnTo>
                  <a:lnTo>
                    <a:pt x="7949034" y="13440"/>
                  </a:lnTo>
                  <a:lnTo>
                    <a:pt x="7898167" y="23162"/>
                  </a:lnTo>
                  <a:lnTo>
                    <a:pt x="7835627" y="36404"/>
                  </a:lnTo>
                  <a:lnTo>
                    <a:pt x="7763624" y="53390"/>
                  </a:lnTo>
                  <a:lnTo>
                    <a:pt x="7684989" y="74191"/>
                  </a:lnTo>
                  <a:lnTo>
                    <a:pt x="7602717" y="98774"/>
                  </a:lnTo>
                  <a:lnTo>
                    <a:pt x="7519577" y="127060"/>
                  </a:lnTo>
                  <a:lnTo>
                    <a:pt x="7437848" y="158983"/>
                  </a:lnTo>
                  <a:lnTo>
                    <a:pt x="7359208" y="194544"/>
                  </a:lnTo>
                  <a:lnTo>
                    <a:pt x="7284728" y="233838"/>
                  </a:lnTo>
                  <a:lnTo>
                    <a:pt x="7214955" y="277078"/>
                  </a:lnTo>
                  <a:lnTo>
                    <a:pt x="7150013" y="324599"/>
                  </a:lnTo>
                  <a:lnTo>
                    <a:pt x="7089718" y="376860"/>
                  </a:lnTo>
                  <a:lnTo>
                    <a:pt x="7033674" y="434432"/>
                  </a:lnTo>
                  <a:lnTo>
                    <a:pt x="6981355" y="497978"/>
                  </a:lnTo>
                  <a:lnTo>
                    <a:pt x="6932163" y="568224"/>
                  </a:lnTo>
                  <a:lnTo>
                    <a:pt x="6885477" y="645900"/>
                  </a:lnTo>
                  <a:lnTo>
                    <a:pt x="6840691" y="731651"/>
                  </a:lnTo>
                  <a:lnTo>
                    <a:pt x="6797255" y="825887"/>
                  </a:lnTo>
                  <a:lnTo>
                    <a:pt x="6786527" y="850840"/>
                  </a:lnTo>
                  <a:lnTo>
                    <a:pt x="6757586" y="921392"/>
                  </a:lnTo>
                  <a:lnTo>
                    <a:pt x="6728888" y="995953"/>
                  </a:lnTo>
                  <a:lnTo>
                    <a:pt x="6700322" y="1074603"/>
                  </a:lnTo>
                  <a:lnTo>
                    <a:pt x="6671793" y="1157383"/>
                  </a:lnTo>
                  <a:lnTo>
                    <a:pt x="6643226" y="1244296"/>
                  </a:lnTo>
                  <a:lnTo>
                    <a:pt x="6614560" y="1335300"/>
                  </a:lnTo>
                  <a:lnTo>
                    <a:pt x="6585746" y="1430304"/>
                  </a:lnTo>
                  <a:lnTo>
                    <a:pt x="6556752" y="1529171"/>
                  </a:lnTo>
                  <a:lnTo>
                    <a:pt x="6527555" y="1631710"/>
                  </a:lnTo>
                  <a:lnTo>
                    <a:pt x="6498146" y="1737681"/>
                  </a:lnTo>
                  <a:lnTo>
                    <a:pt x="6468524" y="1846792"/>
                  </a:lnTo>
                  <a:lnTo>
                    <a:pt x="6438701" y="1958704"/>
                  </a:lnTo>
                  <a:lnTo>
                    <a:pt x="6408694" y="2073032"/>
                  </a:lnTo>
                  <a:lnTo>
                    <a:pt x="6378532" y="2189352"/>
                  </a:lnTo>
                  <a:lnTo>
                    <a:pt x="6348245" y="2307204"/>
                  </a:lnTo>
                  <a:lnTo>
                    <a:pt x="6317873" y="2426104"/>
                  </a:lnTo>
                  <a:lnTo>
                    <a:pt x="6287456" y="2545547"/>
                  </a:lnTo>
                  <a:lnTo>
                    <a:pt x="6257036" y="2665020"/>
                  </a:lnTo>
                  <a:lnTo>
                    <a:pt x="6226656" y="2784010"/>
                  </a:lnTo>
                  <a:lnTo>
                    <a:pt x="6196358" y="2902010"/>
                  </a:lnTo>
                  <a:lnTo>
                    <a:pt x="6166179" y="3018532"/>
                  </a:lnTo>
                  <a:lnTo>
                    <a:pt x="6136153" y="3133115"/>
                  </a:lnTo>
                  <a:lnTo>
                    <a:pt x="6106307" y="3245329"/>
                  </a:lnTo>
                  <a:lnTo>
                    <a:pt x="6076662" y="3354786"/>
                  </a:lnTo>
                  <a:lnTo>
                    <a:pt x="6047227" y="3461139"/>
                  </a:lnTo>
                  <a:lnTo>
                    <a:pt x="6018006" y="3564092"/>
                  </a:lnTo>
                  <a:lnTo>
                    <a:pt x="5988989" y="3663398"/>
                  </a:lnTo>
                  <a:lnTo>
                    <a:pt x="5960156" y="3758861"/>
                  </a:lnTo>
                  <a:lnTo>
                    <a:pt x="5931474" y="3850337"/>
                  </a:lnTo>
                  <a:lnTo>
                    <a:pt x="5902898" y="3937731"/>
                  </a:lnTo>
                  <a:lnTo>
                    <a:pt x="5874369" y="4020994"/>
                  </a:lnTo>
                  <a:lnTo>
                    <a:pt x="5845811" y="4100124"/>
                  </a:lnTo>
                  <a:lnTo>
                    <a:pt x="5817134" y="4175159"/>
                  </a:lnTo>
                  <a:lnTo>
                    <a:pt x="5788228" y="4246173"/>
                  </a:lnTo>
                  <a:lnTo>
                    <a:pt x="5784835" y="4254202"/>
                  </a:lnTo>
                  <a:lnTo>
                    <a:pt x="5741663" y="4350581"/>
                  </a:lnTo>
                  <a:lnTo>
                    <a:pt x="5697264" y="4438433"/>
                  </a:lnTo>
                  <a:lnTo>
                    <a:pt x="5651109" y="4518078"/>
                  </a:lnTo>
                  <a:lnTo>
                    <a:pt x="5602603" y="4590119"/>
                  </a:lnTo>
                  <a:lnTo>
                    <a:pt x="5551126" y="4655274"/>
                  </a:lnTo>
                  <a:lnTo>
                    <a:pt x="5496069" y="4714278"/>
                  </a:lnTo>
                  <a:lnTo>
                    <a:pt x="5436882" y="4767812"/>
                  </a:lnTo>
                  <a:lnTo>
                    <a:pt x="5373132" y="4816473"/>
                  </a:lnTo>
                  <a:lnTo>
                    <a:pt x="5304571" y="4860750"/>
                  </a:lnTo>
                  <a:lnTo>
                    <a:pt x="5231238" y="4901008"/>
                  </a:lnTo>
                  <a:lnTo>
                    <a:pt x="5153562" y="4937491"/>
                  </a:lnTo>
                  <a:lnTo>
                    <a:pt x="5072475" y="4970323"/>
                  </a:lnTo>
                  <a:lnTo>
                    <a:pt x="4989497" y="4999524"/>
                  </a:lnTo>
                  <a:lnTo>
                    <a:pt x="4906763" y="5025043"/>
                  </a:lnTo>
                  <a:lnTo>
                    <a:pt x="4826938" y="5046797"/>
                  </a:lnTo>
                  <a:lnTo>
                    <a:pt x="4752993" y="5064737"/>
                  </a:lnTo>
                  <a:lnTo>
                    <a:pt x="4687842" y="5078904"/>
                  </a:lnTo>
                  <a:lnTo>
                    <a:pt x="4633893" y="5089478"/>
                  </a:lnTo>
                  <a:lnTo>
                    <a:pt x="4592611" y="5096807"/>
                  </a:lnTo>
                  <a:lnTo>
                    <a:pt x="4564208" y="5101392"/>
                  </a:lnTo>
                  <a:lnTo>
                    <a:pt x="4547537" y="5103847"/>
                  </a:lnTo>
                  <a:lnTo>
                    <a:pt x="4540168" y="5104840"/>
                  </a:lnTo>
                  <a:lnTo>
                    <a:pt x="4538556" y="5105041"/>
                  </a:lnTo>
                  <a:lnTo>
                    <a:pt x="4538543" y="5105042"/>
                  </a:lnTo>
                  <a:lnTo>
                    <a:pt x="4016409" y="5105042"/>
                  </a:lnTo>
                  <a:lnTo>
                    <a:pt x="4015239" y="5104970"/>
                  </a:lnTo>
                  <a:lnTo>
                    <a:pt x="4007577" y="5104452"/>
                  </a:lnTo>
                  <a:lnTo>
                    <a:pt x="3988368" y="5103020"/>
                  </a:lnTo>
                  <a:lnTo>
                    <a:pt x="3954297" y="5100207"/>
                  </a:lnTo>
                  <a:lnTo>
                    <a:pt x="3904070" y="5095591"/>
                  </a:lnTo>
                  <a:lnTo>
                    <a:pt x="3838499" y="5088849"/>
                  </a:lnTo>
                  <a:lnTo>
                    <a:pt x="3760207" y="5079783"/>
                  </a:lnTo>
                  <a:lnTo>
                    <a:pt x="3672986" y="5068320"/>
                  </a:lnTo>
                  <a:lnTo>
                    <a:pt x="3581012" y="5054476"/>
                  </a:lnTo>
                  <a:lnTo>
                    <a:pt x="3488141" y="5038304"/>
                  </a:lnTo>
                  <a:lnTo>
                    <a:pt x="3397458" y="5019846"/>
                  </a:lnTo>
                  <a:lnTo>
                    <a:pt x="3311099" y="4999086"/>
                  </a:lnTo>
                  <a:lnTo>
                    <a:pt x="3230289" y="4975929"/>
                  </a:lnTo>
                  <a:lnTo>
                    <a:pt x="3155493" y="4950183"/>
                  </a:lnTo>
                  <a:lnTo>
                    <a:pt x="3086617" y="4921561"/>
                  </a:lnTo>
                  <a:lnTo>
                    <a:pt x="3023183" y="4889683"/>
                  </a:lnTo>
                  <a:lnTo>
                    <a:pt x="2964481" y="4854092"/>
                  </a:lnTo>
                  <a:lnTo>
                    <a:pt x="2909682" y="4814280"/>
                  </a:lnTo>
                  <a:lnTo>
                    <a:pt x="2857917" y="4769738"/>
                  </a:lnTo>
                  <a:lnTo>
                    <a:pt x="2808352" y="4720036"/>
                  </a:lnTo>
                  <a:lnTo>
                    <a:pt x="2770117" y="4676798"/>
                  </a:lnTo>
                  <a:lnTo>
                    <a:pt x="2731481" y="4628865"/>
                  </a:lnTo>
                  <a:lnTo>
                    <a:pt x="2693211" y="4577299"/>
                  </a:lnTo>
                  <a:lnTo>
                    <a:pt x="2655061" y="4522027"/>
                  </a:lnTo>
                  <a:lnTo>
                    <a:pt x="2616843" y="4463038"/>
                  </a:lnTo>
                  <a:lnTo>
                    <a:pt x="2578416" y="4400395"/>
                  </a:lnTo>
                  <a:lnTo>
                    <a:pt x="2539684" y="4334235"/>
                  </a:lnTo>
                  <a:lnTo>
                    <a:pt x="2500591" y="4264778"/>
                  </a:lnTo>
                  <a:lnTo>
                    <a:pt x="2461117" y="4192325"/>
                  </a:lnTo>
                  <a:lnTo>
                    <a:pt x="2421276" y="4117257"/>
                  </a:lnTo>
                  <a:lnTo>
                    <a:pt x="2381110" y="4040030"/>
                  </a:lnTo>
                  <a:lnTo>
                    <a:pt x="2340686" y="3961163"/>
                  </a:lnTo>
                  <a:lnTo>
                    <a:pt x="2300089" y="3881225"/>
                  </a:lnTo>
                  <a:lnTo>
                    <a:pt x="2259414" y="3800819"/>
                  </a:lnTo>
                  <a:lnTo>
                    <a:pt x="2218764" y="3720563"/>
                  </a:lnTo>
                  <a:lnTo>
                    <a:pt x="2178239" y="3641070"/>
                  </a:lnTo>
                  <a:lnTo>
                    <a:pt x="2137931" y="3562929"/>
                  </a:lnTo>
                  <a:lnTo>
                    <a:pt x="2097915" y="3486687"/>
                  </a:lnTo>
                  <a:lnTo>
                    <a:pt x="2058249" y="3412834"/>
                  </a:lnTo>
                  <a:lnTo>
                    <a:pt x="2018959" y="3341790"/>
                  </a:lnTo>
                  <a:lnTo>
                    <a:pt x="1980046" y="3273898"/>
                  </a:lnTo>
                  <a:lnTo>
                    <a:pt x="1941471" y="3209420"/>
                  </a:lnTo>
                  <a:lnTo>
                    <a:pt x="1903160" y="3148536"/>
                  </a:lnTo>
                  <a:lnTo>
                    <a:pt x="1864996" y="3091345"/>
                  </a:lnTo>
                  <a:lnTo>
                    <a:pt x="1826815" y="3037874"/>
                  </a:lnTo>
                  <a:lnTo>
                    <a:pt x="1788401" y="2988081"/>
                  </a:lnTo>
                  <a:lnTo>
                    <a:pt x="1768425" y="2963823"/>
                  </a:lnTo>
                  <a:lnTo>
                    <a:pt x="1720079" y="2909865"/>
                  </a:lnTo>
                  <a:lnTo>
                    <a:pt x="1670124" y="2861258"/>
                  </a:lnTo>
                  <a:lnTo>
                    <a:pt x="1617802" y="2817733"/>
                  </a:lnTo>
                  <a:lnTo>
                    <a:pt x="1562266" y="2778838"/>
                  </a:lnTo>
                  <a:lnTo>
                    <a:pt x="1502651" y="2744055"/>
                  </a:lnTo>
                  <a:lnTo>
                    <a:pt x="1438143" y="2712886"/>
                  </a:lnTo>
                  <a:lnTo>
                    <a:pt x="1368071" y="2684887"/>
                  </a:lnTo>
                  <a:lnTo>
                    <a:pt x="1292023" y="2659698"/>
                  </a:lnTo>
                  <a:lnTo>
                    <a:pt x="1210005" y="2637049"/>
                  </a:lnTo>
                  <a:lnTo>
                    <a:pt x="1122623" y="2616770"/>
                  </a:lnTo>
                  <a:lnTo>
                    <a:pt x="1031280" y="2598784"/>
                  </a:lnTo>
                  <a:lnTo>
                    <a:pt x="938312" y="2583089"/>
                  </a:lnTo>
                  <a:lnTo>
                    <a:pt x="846985" y="2569733"/>
                  </a:lnTo>
                  <a:lnTo>
                    <a:pt x="761270" y="2558767"/>
                  </a:lnTo>
                  <a:lnTo>
                    <a:pt x="685326" y="2550192"/>
                  </a:lnTo>
                  <a:lnTo>
                    <a:pt x="622766" y="2543910"/>
                  </a:lnTo>
                  <a:lnTo>
                    <a:pt x="575882" y="2539697"/>
                  </a:lnTo>
                  <a:lnTo>
                    <a:pt x="545062" y="2537207"/>
                  </a:lnTo>
                  <a:lnTo>
                    <a:pt x="528575" y="2536003"/>
                  </a:lnTo>
                  <a:lnTo>
                    <a:pt x="522724" y="2535615"/>
                  </a:lnTo>
                  <a:lnTo>
                    <a:pt x="522133" y="2535579"/>
                  </a:lnTo>
                  <a:lnTo>
                    <a:pt x="0" y="2535579"/>
                  </a:lnTo>
                  <a:lnTo>
                    <a:pt x="0" y="2535579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38" name="pg38"/>
            <p:cNvSpPr/>
            <p:nvPr/>
          </p:nvSpPr>
          <p:spPr>
            <a:xfrm>
              <a:off x="386606" y="671652"/>
              <a:ext cx="8554953" cy="5071159"/>
            </a:xfrm>
            <a:custGeom>
              <a:avLst/>
              <a:pathLst>
                <a:path w="8554953" h="5071159">
                  <a:moveTo>
                    <a:pt x="0" y="2496049"/>
                  </a:moveTo>
                  <a:lnTo>
                    <a:pt x="522133" y="2496049"/>
                  </a:lnTo>
                  <a:lnTo>
                    <a:pt x="523302" y="2496122"/>
                  </a:lnTo>
                  <a:lnTo>
                    <a:pt x="530962" y="2496640"/>
                  </a:lnTo>
                  <a:lnTo>
                    <a:pt x="550165" y="2498075"/>
                  </a:lnTo>
                  <a:lnTo>
                    <a:pt x="584226" y="2500893"/>
                  </a:lnTo>
                  <a:lnTo>
                    <a:pt x="634439" y="2505518"/>
                  </a:lnTo>
                  <a:lnTo>
                    <a:pt x="699993" y="2512273"/>
                  </a:lnTo>
                  <a:lnTo>
                    <a:pt x="778268" y="2521355"/>
                  </a:lnTo>
                  <a:lnTo>
                    <a:pt x="865472" y="2532840"/>
                  </a:lnTo>
                  <a:lnTo>
                    <a:pt x="957433" y="2546711"/>
                  </a:lnTo>
                  <a:lnTo>
                    <a:pt x="1050294" y="2562914"/>
                  </a:lnTo>
                  <a:lnTo>
                    <a:pt x="1140971" y="2581408"/>
                  </a:lnTo>
                  <a:lnTo>
                    <a:pt x="1227326" y="2602208"/>
                  </a:lnTo>
                  <a:lnTo>
                    <a:pt x="1308136" y="2625409"/>
                  </a:lnTo>
                  <a:lnTo>
                    <a:pt x="1382932" y="2651204"/>
                  </a:lnTo>
                  <a:lnTo>
                    <a:pt x="1451810" y="2679881"/>
                  </a:lnTo>
                  <a:lnTo>
                    <a:pt x="1515246" y="2711819"/>
                  </a:lnTo>
                  <a:lnTo>
                    <a:pt x="1573949" y="2747476"/>
                  </a:lnTo>
                  <a:lnTo>
                    <a:pt x="1628750" y="2787362"/>
                  </a:lnTo>
                  <a:lnTo>
                    <a:pt x="1680514" y="2831986"/>
                  </a:lnTo>
                  <a:lnTo>
                    <a:pt x="1730077" y="2881780"/>
                  </a:lnTo>
                  <a:lnTo>
                    <a:pt x="1768425" y="2925234"/>
                  </a:lnTo>
                  <a:lnTo>
                    <a:pt x="1807030" y="2973232"/>
                  </a:lnTo>
                  <a:lnTo>
                    <a:pt x="1845269" y="3024865"/>
                  </a:lnTo>
                  <a:lnTo>
                    <a:pt x="1883388" y="3080206"/>
                  </a:lnTo>
                  <a:lnTo>
                    <a:pt x="1921574" y="3139265"/>
                  </a:lnTo>
                  <a:lnTo>
                    <a:pt x="1959968" y="3201981"/>
                  </a:lnTo>
                  <a:lnTo>
                    <a:pt x="1998667" y="3268217"/>
                  </a:lnTo>
                  <a:lnTo>
                    <a:pt x="2037726" y="3337753"/>
                  </a:lnTo>
                  <a:lnTo>
                    <a:pt x="2077166" y="3410288"/>
                  </a:lnTo>
                  <a:lnTo>
                    <a:pt x="2116972" y="3485443"/>
                  </a:lnTo>
                  <a:lnTo>
                    <a:pt x="2157102" y="3562761"/>
                  </a:lnTo>
                  <a:lnTo>
                    <a:pt x="2197491" y="3641726"/>
                  </a:lnTo>
                  <a:lnTo>
                    <a:pt x="2238054" y="3721767"/>
                  </a:lnTo>
                  <a:lnTo>
                    <a:pt x="2278696" y="3802282"/>
                  </a:lnTo>
                  <a:lnTo>
                    <a:pt x="2319313" y="3882653"/>
                  </a:lnTo>
                  <a:lnTo>
                    <a:pt x="2359807" y="3962268"/>
                  </a:lnTo>
                  <a:lnTo>
                    <a:pt x="2400086" y="4040538"/>
                  </a:lnTo>
                  <a:lnTo>
                    <a:pt x="2440072" y="4116913"/>
                  </a:lnTo>
                  <a:lnTo>
                    <a:pt x="2479712" y="4190906"/>
                  </a:lnTo>
                  <a:lnTo>
                    <a:pt x="2518975" y="4262093"/>
                  </a:lnTo>
                  <a:lnTo>
                    <a:pt x="2557863" y="4330131"/>
                  </a:lnTo>
                  <a:lnTo>
                    <a:pt x="2596411" y="4394757"/>
                  </a:lnTo>
                  <a:lnTo>
                    <a:pt x="2634694" y="4455790"/>
                  </a:lnTo>
                  <a:lnTo>
                    <a:pt x="2672828" y="4513128"/>
                  </a:lnTo>
                  <a:lnTo>
                    <a:pt x="2710976" y="4566744"/>
                  </a:lnTo>
                  <a:lnTo>
                    <a:pt x="2749351" y="4616679"/>
                  </a:lnTo>
                  <a:lnTo>
                    <a:pt x="2770117" y="4641974"/>
                  </a:lnTo>
                  <a:lnTo>
                    <a:pt x="2818457" y="4696045"/>
                  </a:lnTo>
                  <a:lnTo>
                    <a:pt x="2868407" y="4744754"/>
                  </a:lnTo>
                  <a:lnTo>
                    <a:pt x="2920722" y="4788371"/>
                  </a:lnTo>
                  <a:lnTo>
                    <a:pt x="2976250" y="4827349"/>
                  </a:lnTo>
                  <a:lnTo>
                    <a:pt x="3035856" y="4862206"/>
                  </a:lnTo>
                  <a:lnTo>
                    <a:pt x="3100353" y="4893442"/>
                  </a:lnTo>
                  <a:lnTo>
                    <a:pt x="3170412" y="4921501"/>
                  </a:lnTo>
                  <a:lnTo>
                    <a:pt x="3246445" y="4946746"/>
                  </a:lnTo>
                  <a:lnTo>
                    <a:pt x="3328449" y="4969444"/>
                  </a:lnTo>
                  <a:lnTo>
                    <a:pt x="3415815" y="4989768"/>
                  </a:lnTo>
                  <a:lnTo>
                    <a:pt x="3507144" y="5007794"/>
                  </a:lnTo>
                  <a:lnTo>
                    <a:pt x="3600101" y="5023525"/>
                  </a:lnTo>
                  <a:lnTo>
                    <a:pt x="3691422" y="5036912"/>
                  </a:lnTo>
                  <a:lnTo>
                    <a:pt x="3777139" y="5047904"/>
                  </a:lnTo>
                  <a:lnTo>
                    <a:pt x="3853095" y="5056501"/>
                  </a:lnTo>
                  <a:lnTo>
                    <a:pt x="3915674" y="5062800"/>
                  </a:lnTo>
                  <a:lnTo>
                    <a:pt x="3962583" y="5067025"/>
                  </a:lnTo>
                  <a:lnTo>
                    <a:pt x="3993432" y="5069524"/>
                  </a:lnTo>
                  <a:lnTo>
                    <a:pt x="4009944" y="5070733"/>
                  </a:lnTo>
                  <a:lnTo>
                    <a:pt x="4015813" y="5071123"/>
                  </a:lnTo>
                  <a:lnTo>
                    <a:pt x="4016409" y="5071159"/>
                  </a:lnTo>
                  <a:lnTo>
                    <a:pt x="4538543" y="5071159"/>
                  </a:lnTo>
                  <a:lnTo>
                    <a:pt x="4539388" y="5071057"/>
                  </a:lnTo>
                  <a:lnTo>
                    <a:pt x="4544960" y="5070327"/>
                  </a:lnTo>
                  <a:lnTo>
                    <a:pt x="4559072" y="5068310"/>
                  </a:lnTo>
                  <a:lnTo>
                    <a:pt x="4584454" y="5064336"/>
                  </a:lnTo>
                  <a:lnTo>
                    <a:pt x="4622590" y="5057776"/>
                  </a:lnTo>
                  <a:lnTo>
                    <a:pt x="4673598" y="5048096"/>
                  </a:lnTo>
                  <a:lnTo>
                    <a:pt x="4736293" y="5034913"/>
                  </a:lnTo>
                  <a:lnTo>
                    <a:pt x="4808452" y="5018005"/>
                  </a:lnTo>
                  <a:lnTo>
                    <a:pt x="4887230" y="4997303"/>
                  </a:lnTo>
                  <a:lnTo>
                    <a:pt x="4969623" y="4972840"/>
                  </a:lnTo>
                  <a:lnTo>
                    <a:pt x="5052857" y="4944696"/>
                  </a:lnTo>
                  <a:lnTo>
                    <a:pt x="5134649" y="4912933"/>
                  </a:lnTo>
                  <a:lnTo>
                    <a:pt x="5213327" y="4877553"/>
                  </a:lnTo>
                  <a:lnTo>
                    <a:pt x="5287822" y="4838457"/>
                  </a:lnTo>
                  <a:lnTo>
                    <a:pt x="5357595" y="4795432"/>
                  </a:lnTo>
                  <a:lnTo>
                    <a:pt x="5422526" y="4748142"/>
                  </a:lnTo>
                  <a:lnTo>
                    <a:pt x="5482806" y="4696127"/>
                  </a:lnTo>
                  <a:lnTo>
                    <a:pt x="5538833" y="4638819"/>
                  </a:lnTo>
                  <a:lnTo>
                    <a:pt x="5591139" y="4575553"/>
                  </a:lnTo>
                  <a:lnTo>
                    <a:pt x="5640324" y="4505608"/>
                  </a:lnTo>
                  <a:lnTo>
                    <a:pt x="5687012" y="4428256"/>
                  </a:lnTo>
                  <a:lnTo>
                    <a:pt x="5731811" y="4342860"/>
                  </a:lnTo>
                  <a:lnTo>
                    <a:pt x="5775268" y="4249018"/>
                  </a:lnTo>
                  <a:lnTo>
                    <a:pt x="5784835" y="4226907"/>
                  </a:lnTo>
                  <a:lnTo>
                    <a:pt x="5813879" y="4156643"/>
                  </a:lnTo>
                  <a:lnTo>
                    <a:pt x="5842678" y="4082373"/>
                  </a:lnTo>
                  <a:lnTo>
                    <a:pt x="5871347" y="4004016"/>
                  </a:lnTo>
                  <a:lnTo>
                    <a:pt x="5899977" y="3921531"/>
                  </a:lnTo>
                  <a:lnTo>
                    <a:pt x="5928648" y="3834916"/>
                  </a:lnTo>
                  <a:lnTo>
                    <a:pt x="5957419" y="3744214"/>
                  </a:lnTo>
                  <a:lnTo>
                    <a:pt x="5986340" y="3649517"/>
                  </a:lnTo>
                  <a:lnTo>
                    <a:pt x="6015443" y="3550963"/>
                  </a:lnTo>
                  <a:lnTo>
                    <a:pt x="6044751" y="3448746"/>
                  </a:lnTo>
                  <a:lnTo>
                    <a:pt x="6074273" y="3343108"/>
                  </a:lnTo>
                  <a:lnTo>
                    <a:pt x="6104009" y="3234343"/>
                  </a:lnTo>
                  <a:lnTo>
                    <a:pt x="6133947" y="3122793"/>
                  </a:lnTo>
                  <a:lnTo>
                    <a:pt x="6164069" y="3008846"/>
                  </a:lnTo>
                  <a:lnTo>
                    <a:pt x="6194346" y="2892929"/>
                  </a:lnTo>
                  <a:lnTo>
                    <a:pt x="6224746" y="2775505"/>
                  </a:lnTo>
                  <a:lnTo>
                    <a:pt x="6255231" y="2657060"/>
                  </a:lnTo>
                  <a:lnTo>
                    <a:pt x="6285758" y="2538102"/>
                  </a:lnTo>
                  <a:lnTo>
                    <a:pt x="6316286" y="2419144"/>
                  </a:lnTo>
                  <a:lnTo>
                    <a:pt x="6346770" y="2300703"/>
                  </a:lnTo>
                  <a:lnTo>
                    <a:pt x="6377170" y="2183285"/>
                  </a:lnTo>
                  <a:lnTo>
                    <a:pt x="6407446" y="2067378"/>
                  </a:lnTo>
                  <a:lnTo>
                    <a:pt x="6437567" y="1953442"/>
                  </a:lnTo>
                  <a:lnTo>
                    <a:pt x="6467504" y="1841905"/>
                  </a:lnTo>
                  <a:lnTo>
                    <a:pt x="6497239" y="1733155"/>
                  </a:lnTo>
                  <a:lnTo>
                    <a:pt x="6526760" y="1627533"/>
                  </a:lnTo>
                  <a:lnTo>
                    <a:pt x="6556066" y="1525334"/>
                  </a:lnTo>
                  <a:lnTo>
                    <a:pt x="6585169" y="1426800"/>
                  </a:lnTo>
                  <a:lnTo>
                    <a:pt x="6614088" y="1332122"/>
                  </a:lnTo>
                  <a:lnTo>
                    <a:pt x="6642860" y="1241441"/>
                  </a:lnTo>
                  <a:lnTo>
                    <a:pt x="6671530" y="1154847"/>
                  </a:lnTo>
                  <a:lnTo>
                    <a:pt x="6700160" y="1072382"/>
                  </a:lnTo>
                  <a:lnTo>
                    <a:pt x="6728829" y="994046"/>
                  </a:lnTo>
                  <a:lnTo>
                    <a:pt x="6757630" y="919797"/>
                  </a:lnTo>
                  <a:lnTo>
                    <a:pt x="6786527" y="849899"/>
                  </a:lnTo>
                  <a:lnTo>
                    <a:pt x="6829750" y="754158"/>
                  </a:lnTo>
                  <a:lnTo>
                    <a:pt x="6874205" y="666899"/>
                  </a:lnTo>
                  <a:lnTo>
                    <a:pt x="6920420" y="587800"/>
                  </a:lnTo>
                  <a:lnTo>
                    <a:pt x="6968994" y="516263"/>
                  </a:lnTo>
                  <a:lnTo>
                    <a:pt x="7020549" y="451570"/>
                  </a:lnTo>
                  <a:lnTo>
                    <a:pt x="7075696" y="392992"/>
                  </a:lnTo>
                  <a:lnTo>
                    <a:pt x="7134986" y="339849"/>
                  </a:lnTo>
                  <a:lnTo>
                    <a:pt x="7198853" y="291548"/>
                  </a:lnTo>
                  <a:lnTo>
                    <a:pt x="7267543" y="247604"/>
                  </a:lnTo>
                  <a:lnTo>
                    <a:pt x="7341014" y="207654"/>
                  </a:lnTo>
                  <a:lnTo>
                    <a:pt x="7418830" y="171456"/>
                  </a:lnTo>
                  <a:lnTo>
                    <a:pt x="7500050" y="138889"/>
                  </a:lnTo>
                  <a:lnTo>
                    <a:pt x="7583139" y="109933"/>
                  </a:lnTo>
                  <a:lnTo>
                    <a:pt x="7665946" y="84641"/>
                  </a:lnTo>
                  <a:lnTo>
                    <a:pt x="7745789" y="63093"/>
                  </a:lnTo>
                  <a:lnTo>
                    <a:pt x="7819686" y="45340"/>
                  </a:lnTo>
                  <a:lnTo>
                    <a:pt x="7884715" y="31339"/>
                  </a:lnTo>
                  <a:lnTo>
                    <a:pt x="7938478" y="20905"/>
                  </a:lnTo>
                  <a:lnTo>
                    <a:pt x="7979526" y="13689"/>
                  </a:lnTo>
                  <a:lnTo>
                    <a:pt x="8007674" y="9190"/>
                  </a:lnTo>
                  <a:lnTo>
                    <a:pt x="8024106" y="6794"/>
                  </a:lnTo>
                  <a:lnTo>
                    <a:pt x="8031291" y="5835"/>
                  </a:lnTo>
                  <a:lnTo>
                    <a:pt x="8032819" y="5647"/>
                  </a:lnTo>
                  <a:lnTo>
                    <a:pt x="8554953" y="5647"/>
                  </a:lnTo>
                  <a:lnTo>
                    <a:pt x="8554953" y="0"/>
                  </a:lnTo>
                  <a:lnTo>
                    <a:pt x="8032819" y="0"/>
                  </a:lnTo>
                  <a:lnTo>
                    <a:pt x="8031974" y="102"/>
                  </a:lnTo>
                  <a:lnTo>
                    <a:pt x="8026402" y="832"/>
                  </a:lnTo>
                  <a:lnTo>
                    <a:pt x="8012290" y="2849"/>
                  </a:lnTo>
                  <a:lnTo>
                    <a:pt x="7986908" y="6822"/>
                  </a:lnTo>
                  <a:lnTo>
                    <a:pt x="7948772" y="13383"/>
                  </a:lnTo>
                  <a:lnTo>
                    <a:pt x="7897764" y="23063"/>
                  </a:lnTo>
                  <a:lnTo>
                    <a:pt x="7835069" y="36246"/>
                  </a:lnTo>
                  <a:lnTo>
                    <a:pt x="7762910" y="53153"/>
                  </a:lnTo>
                  <a:lnTo>
                    <a:pt x="7684132" y="73855"/>
                  </a:lnTo>
                  <a:lnTo>
                    <a:pt x="7601739" y="98318"/>
                  </a:lnTo>
                  <a:lnTo>
                    <a:pt x="7518505" y="126463"/>
                  </a:lnTo>
                  <a:lnTo>
                    <a:pt x="7436713" y="158225"/>
                  </a:lnTo>
                  <a:lnTo>
                    <a:pt x="7358035" y="193606"/>
                  </a:lnTo>
                  <a:lnTo>
                    <a:pt x="7283540" y="232702"/>
                  </a:lnTo>
                  <a:lnTo>
                    <a:pt x="7213767" y="275727"/>
                  </a:lnTo>
                  <a:lnTo>
                    <a:pt x="7148836" y="323017"/>
                  </a:lnTo>
                  <a:lnTo>
                    <a:pt x="7088556" y="375031"/>
                  </a:lnTo>
                  <a:lnTo>
                    <a:pt x="7032529" y="432340"/>
                  </a:lnTo>
                  <a:lnTo>
                    <a:pt x="6980223" y="495605"/>
                  </a:lnTo>
                  <a:lnTo>
                    <a:pt x="6931038" y="565551"/>
                  </a:lnTo>
                  <a:lnTo>
                    <a:pt x="6884350" y="642903"/>
                  </a:lnTo>
                  <a:lnTo>
                    <a:pt x="6839551" y="728299"/>
                  </a:lnTo>
                  <a:lnTo>
                    <a:pt x="6796094" y="822141"/>
                  </a:lnTo>
                  <a:lnTo>
                    <a:pt x="6786527" y="844252"/>
                  </a:lnTo>
                  <a:lnTo>
                    <a:pt x="6757483" y="914515"/>
                  </a:lnTo>
                  <a:lnTo>
                    <a:pt x="6728683" y="988786"/>
                  </a:lnTo>
                  <a:lnTo>
                    <a:pt x="6700015" y="1067142"/>
                  </a:lnTo>
                  <a:lnTo>
                    <a:pt x="6671385" y="1149628"/>
                  </a:lnTo>
                  <a:lnTo>
                    <a:pt x="6642714" y="1236243"/>
                  </a:lnTo>
                  <a:lnTo>
                    <a:pt x="6613942" y="1326944"/>
                  </a:lnTo>
                  <a:lnTo>
                    <a:pt x="6585022" y="1421642"/>
                  </a:lnTo>
                  <a:lnTo>
                    <a:pt x="6555918" y="1520195"/>
                  </a:lnTo>
                  <a:lnTo>
                    <a:pt x="6526611" y="1622413"/>
                  </a:lnTo>
                  <a:lnTo>
                    <a:pt x="6497088" y="1728051"/>
                  </a:lnTo>
                  <a:lnTo>
                    <a:pt x="6467353" y="1836816"/>
                  </a:lnTo>
                  <a:lnTo>
                    <a:pt x="6437415" y="1948366"/>
                  </a:lnTo>
                  <a:lnTo>
                    <a:pt x="6407293" y="2062313"/>
                  </a:lnTo>
                  <a:lnTo>
                    <a:pt x="6377016" y="2178229"/>
                  </a:lnTo>
                  <a:lnTo>
                    <a:pt x="6346616" y="2295654"/>
                  </a:lnTo>
                  <a:lnTo>
                    <a:pt x="6316131" y="2414098"/>
                  </a:lnTo>
                  <a:lnTo>
                    <a:pt x="6285604" y="2533057"/>
                  </a:lnTo>
                  <a:lnTo>
                    <a:pt x="6255076" y="2652015"/>
                  </a:lnTo>
                  <a:lnTo>
                    <a:pt x="6224592" y="2770455"/>
                  </a:lnTo>
                  <a:lnTo>
                    <a:pt x="6194192" y="2887873"/>
                  </a:lnTo>
                  <a:lnTo>
                    <a:pt x="6163916" y="3003781"/>
                  </a:lnTo>
                  <a:lnTo>
                    <a:pt x="6133795" y="3117717"/>
                  </a:lnTo>
                  <a:lnTo>
                    <a:pt x="6103858" y="3229254"/>
                  </a:lnTo>
                  <a:lnTo>
                    <a:pt x="6074123" y="3338004"/>
                  </a:lnTo>
                  <a:lnTo>
                    <a:pt x="6044602" y="3443625"/>
                  </a:lnTo>
                  <a:lnTo>
                    <a:pt x="6015296" y="3545825"/>
                  </a:lnTo>
                  <a:lnTo>
                    <a:pt x="5986193" y="3644359"/>
                  </a:lnTo>
                  <a:lnTo>
                    <a:pt x="5957273" y="3739037"/>
                  </a:lnTo>
                  <a:lnTo>
                    <a:pt x="5928502" y="3829718"/>
                  </a:lnTo>
                  <a:lnTo>
                    <a:pt x="5899832" y="3916312"/>
                  </a:lnTo>
                  <a:lnTo>
                    <a:pt x="5871202" y="3998776"/>
                  </a:lnTo>
                  <a:lnTo>
                    <a:pt x="5842533" y="4077112"/>
                  </a:lnTo>
                  <a:lnTo>
                    <a:pt x="5813732" y="4151362"/>
                  </a:lnTo>
                  <a:lnTo>
                    <a:pt x="5784835" y="4221260"/>
                  </a:lnTo>
                  <a:lnTo>
                    <a:pt x="5741612" y="4317001"/>
                  </a:lnTo>
                  <a:lnTo>
                    <a:pt x="5697157" y="4404260"/>
                  </a:lnTo>
                  <a:lnTo>
                    <a:pt x="5650942" y="4483358"/>
                  </a:lnTo>
                  <a:lnTo>
                    <a:pt x="5602368" y="4554896"/>
                  </a:lnTo>
                  <a:lnTo>
                    <a:pt x="5550813" y="4619588"/>
                  </a:lnTo>
                  <a:lnTo>
                    <a:pt x="5495666" y="4678167"/>
                  </a:lnTo>
                  <a:lnTo>
                    <a:pt x="5436376" y="4731310"/>
                  </a:lnTo>
                  <a:lnTo>
                    <a:pt x="5372509" y="4779611"/>
                  </a:lnTo>
                  <a:lnTo>
                    <a:pt x="5303819" y="4823554"/>
                  </a:lnTo>
                  <a:lnTo>
                    <a:pt x="5230348" y="4863505"/>
                  </a:lnTo>
                  <a:lnTo>
                    <a:pt x="5152532" y="4899703"/>
                  </a:lnTo>
                  <a:lnTo>
                    <a:pt x="5071312" y="4932270"/>
                  </a:lnTo>
                  <a:lnTo>
                    <a:pt x="4988223" y="4961226"/>
                  </a:lnTo>
                  <a:lnTo>
                    <a:pt x="4905416" y="4986518"/>
                  </a:lnTo>
                  <a:lnTo>
                    <a:pt x="4825573" y="5008065"/>
                  </a:lnTo>
                  <a:lnTo>
                    <a:pt x="4751676" y="5025818"/>
                  </a:lnTo>
                  <a:lnTo>
                    <a:pt x="4686647" y="5039820"/>
                  </a:lnTo>
                  <a:lnTo>
                    <a:pt x="4632884" y="5050254"/>
                  </a:lnTo>
                  <a:lnTo>
                    <a:pt x="4591836" y="5057469"/>
                  </a:lnTo>
                  <a:lnTo>
                    <a:pt x="4563688" y="5061969"/>
                  </a:lnTo>
                  <a:lnTo>
                    <a:pt x="4547256" y="5064365"/>
                  </a:lnTo>
                  <a:lnTo>
                    <a:pt x="4540071" y="5065324"/>
                  </a:lnTo>
                  <a:lnTo>
                    <a:pt x="4538543" y="5065512"/>
                  </a:lnTo>
                  <a:lnTo>
                    <a:pt x="4016409" y="5065512"/>
                  </a:lnTo>
                  <a:lnTo>
                    <a:pt x="4015240" y="5065439"/>
                  </a:lnTo>
                  <a:lnTo>
                    <a:pt x="4007580" y="5064921"/>
                  </a:lnTo>
                  <a:lnTo>
                    <a:pt x="3988377" y="5063486"/>
                  </a:lnTo>
                  <a:lnTo>
                    <a:pt x="3954316" y="5060668"/>
                  </a:lnTo>
                  <a:lnTo>
                    <a:pt x="3904104" y="5056043"/>
                  </a:lnTo>
                  <a:lnTo>
                    <a:pt x="3838549" y="5049288"/>
                  </a:lnTo>
                  <a:lnTo>
                    <a:pt x="3760274" y="5040206"/>
                  </a:lnTo>
                  <a:lnTo>
                    <a:pt x="3673070" y="5028721"/>
                  </a:lnTo>
                  <a:lnTo>
                    <a:pt x="3581109" y="5014850"/>
                  </a:lnTo>
                  <a:lnTo>
                    <a:pt x="3488248" y="4998647"/>
                  </a:lnTo>
                  <a:lnTo>
                    <a:pt x="3397571" y="4980153"/>
                  </a:lnTo>
                  <a:lnTo>
                    <a:pt x="3311216" y="4959353"/>
                  </a:lnTo>
                  <a:lnTo>
                    <a:pt x="3230406" y="4936152"/>
                  </a:lnTo>
                  <a:lnTo>
                    <a:pt x="3155610" y="4910357"/>
                  </a:lnTo>
                  <a:lnTo>
                    <a:pt x="3086732" y="4881680"/>
                  </a:lnTo>
                  <a:lnTo>
                    <a:pt x="3023296" y="4849742"/>
                  </a:lnTo>
                  <a:lnTo>
                    <a:pt x="2964593" y="4814085"/>
                  </a:lnTo>
                  <a:lnTo>
                    <a:pt x="2909793" y="4774199"/>
                  </a:lnTo>
                  <a:lnTo>
                    <a:pt x="2858028" y="4729575"/>
                  </a:lnTo>
                  <a:lnTo>
                    <a:pt x="2808465" y="4679781"/>
                  </a:lnTo>
                  <a:lnTo>
                    <a:pt x="2770117" y="4636327"/>
                  </a:lnTo>
                  <a:lnTo>
                    <a:pt x="2731513" y="4588329"/>
                  </a:lnTo>
                  <a:lnTo>
                    <a:pt x="2693273" y="4536697"/>
                  </a:lnTo>
                  <a:lnTo>
                    <a:pt x="2655155" y="4481356"/>
                  </a:lnTo>
                  <a:lnTo>
                    <a:pt x="2616968" y="4422296"/>
                  </a:lnTo>
                  <a:lnTo>
                    <a:pt x="2578574" y="4359580"/>
                  </a:lnTo>
                  <a:lnTo>
                    <a:pt x="2539875" y="4293344"/>
                  </a:lnTo>
                  <a:lnTo>
                    <a:pt x="2500816" y="4223808"/>
                  </a:lnTo>
                  <a:lnTo>
                    <a:pt x="2461377" y="4151273"/>
                  </a:lnTo>
                  <a:lnTo>
                    <a:pt x="2421571" y="4076118"/>
                  </a:lnTo>
                  <a:lnTo>
                    <a:pt x="2381440" y="3998800"/>
                  </a:lnTo>
                  <a:lnTo>
                    <a:pt x="2341051" y="3919836"/>
                  </a:lnTo>
                  <a:lnTo>
                    <a:pt x="2300488" y="3839795"/>
                  </a:lnTo>
                  <a:lnTo>
                    <a:pt x="2259847" y="3759279"/>
                  </a:lnTo>
                  <a:lnTo>
                    <a:pt x="2219229" y="3678908"/>
                  </a:lnTo>
                  <a:lnTo>
                    <a:pt x="2178735" y="3599293"/>
                  </a:lnTo>
                  <a:lnTo>
                    <a:pt x="2138457" y="3521024"/>
                  </a:lnTo>
                  <a:lnTo>
                    <a:pt x="2098470" y="3444648"/>
                  </a:lnTo>
                  <a:lnTo>
                    <a:pt x="2058830" y="3370655"/>
                  </a:lnTo>
                  <a:lnTo>
                    <a:pt x="2019567" y="3299468"/>
                  </a:lnTo>
                  <a:lnTo>
                    <a:pt x="1980680" y="3231430"/>
                  </a:lnTo>
                  <a:lnTo>
                    <a:pt x="1942131" y="3166804"/>
                  </a:lnTo>
                  <a:lnTo>
                    <a:pt x="1903848" y="3105771"/>
                  </a:lnTo>
                  <a:lnTo>
                    <a:pt x="1865714" y="3048433"/>
                  </a:lnTo>
                  <a:lnTo>
                    <a:pt x="1827566" y="2994817"/>
                  </a:lnTo>
                  <a:lnTo>
                    <a:pt x="1789191" y="2944882"/>
                  </a:lnTo>
                  <a:lnTo>
                    <a:pt x="1768425" y="2919587"/>
                  </a:lnTo>
                  <a:lnTo>
                    <a:pt x="1720085" y="2865516"/>
                  </a:lnTo>
                  <a:lnTo>
                    <a:pt x="1670136" y="2816807"/>
                  </a:lnTo>
                  <a:lnTo>
                    <a:pt x="1617820" y="2773190"/>
                  </a:lnTo>
                  <a:lnTo>
                    <a:pt x="1562292" y="2734212"/>
                  </a:lnTo>
                  <a:lnTo>
                    <a:pt x="1502687" y="2699355"/>
                  </a:lnTo>
                  <a:lnTo>
                    <a:pt x="1438190" y="2668119"/>
                  </a:lnTo>
                  <a:lnTo>
                    <a:pt x="1368130" y="2640060"/>
                  </a:lnTo>
                  <a:lnTo>
                    <a:pt x="1292097" y="2614815"/>
                  </a:lnTo>
                  <a:lnTo>
                    <a:pt x="1210093" y="2592117"/>
                  </a:lnTo>
                  <a:lnTo>
                    <a:pt x="1122727" y="2571793"/>
                  </a:lnTo>
                  <a:lnTo>
                    <a:pt x="1031398" y="2553767"/>
                  </a:lnTo>
                  <a:lnTo>
                    <a:pt x="938441" y="2538036"/>
                  </a:lnTo>
                  <a:lnTo>
                    <a:pt x="847120" y="2524649"/>
                  </a:lnTo>
                  <a:lnTo>
                    <a:pt x="761403" y="2513657"/>
                  </a:lnTo>
                  <a:lnTo>
                    <a:pt x="685447" y="2505060"/>
                  </a:lnTo>
                  <a:lnTo>
                    <a:pt x="622868" y="2498761"/>
                  </a:lnTo>
                  <a:lnTo>
                    <a:pt x="575959" y="2494536"/>
                  </a:lnTo>
                  <a:lnTo>
                    <a:pt x="545110" y="2492037"/>
                  </a:lnTo>
                  <a:lnTo>
                    <a:pt x="528598" y="2490828"/>
                  </a:lnTo>
                  <a:lnTo>
                    <a:pt x="522729" y="2490438"/>
                  </a:lnTo>
                  <a:lnTo>
                    <a:pt x="522133" y="2490402"/>
                  </a:lnTo>
                  <a:lnTo>
                    <a:pt x="0" y="2490402"/>
                  </a:lnTo>
                  <a:close/>
                </a:path>
              </a:pathLst>
            </a:custGeom>
            <a:solidFill>
              <a:srgbClr val="8FA8D6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39" name="pl39"/>
            <p:cNvSpPr/>
            <p:nvPr/>
          </p:nvSpPr>
          <p:spPr>
            <a:xfrm>
              <a:off x="386606" y="677299"/>
              <a:ext cx="8554953" cy="5065512"/>
            </a:xfrm>
            <a:custGeom>
              <a:avLst/>
              <a:pathLst>
                <a:path w="8554953" h="5065512">
                  <a:moveTo>
                    <a:pt x="0" y="2490402"/>
                  </a:moveTo>
                  <a:lnTo>
                    <a:pt x="522133" y="2490402"/>
                  </a:lnTo>
                  <a:lnTo>
                    <a:pt x="523302" y="2490475"/>
                  </a:lnTo>
                  <a:lnTo>
                    <a:pt x="530962" y="2490993"/>
                  </a:lnTo>
                  <a:lnTo>
                    <a:pt x="550165" y="2492427"/>
                  </a:lnTo>
                  <a:lnTo>
                    <a:pt x="584226" y="2495246"/>
                  </a:lnTo>
                  <a:lnTo>
                    <a:pt x="634439" y="2499871"/>
                  </a:lnTo>
                  <a:lnTo>
                    <a:pt x="699993" y="2506626"/>
                  </a:lnTo>
                  <a:lnTo>
                    <a:pt x="778268" y="2515708"/>
                  </a:lnTo>
                  <a:lnTo>
                    <a:pt x="865472" y="2527193"/>
                  </a:lnTo>
                  <a:lnTo>
                    <a:pt x="957433" y="2541064"/>
                  </a:lnTo>
                  <a:lnTo>
                    <a:pt x="1050294" y="2557267"/>
                  </a:lnTo>
                  <a:lnTo>
                    <a:pt x="1140971" y="2575761"/>
                  </a:lnTo>
                  <a:lnTo>
                    <a:pt x="1227326" y="2596560"/>
                  </a:lnTo>
                  <a:lnTo>
                    <a:pt x="1308136" y="2619762"/>
                  </a:lnTo>
                  <a:lnTo>
                    <a:pt x="1382932" y="2645557"/>
                  </a:lnTo>
                  <a:lnTo>
                    <a:pt x="1451810" y="2674234"/>
                  </a:lnTo>
                  <a:lnTo>
                    <a:pt x="1515246" y="2706172"/>
                  </a:lnTo>
                  <a:lnTo>
                    <a:pt x="1573949" y="2741829"/>
                  </a:lnTo>
                  <a:lnTo>
                    <a:pt x="1628750" y="2781715"/>
                  </a:lnTo>
                  <a:lnTo>
                    <a:pt x="1680514" y="2826339"/>
                  </a:lnTo>
                  <a:lnTo>
                    <a:pt x="1730077" y="2876132"/>
                  </a:lnTo>
                  <a:lnTo>
                    <a:pt x="1768425" y="2919587"/>
                  </a:lnTo>
                  <a:lnTo>
                    <a:pt x="1807030" y="2967585"/>
                  </a:lnTo>
                  <a:lnTo>
                    <a:pt x="1845269" y="3019217"/>
                  </a:lnTo>
                  <a:lnTo>
                    <a:pt x="1883388" y="3074558"/>
                  </a:lnTo>
                  <a:lnTo>
                    <a:pt x="1921574" y="3133618"/>
                  </a:lnTo>
                  <a:lnTo>
                    <a:pt x="1959968" y="3196334"/>
                  </a:lnTo>
                  <a:lnTo>
                    <a:pt x="1998667" y="3262569"/>
                  </a:lnTo>
                  <a:lnTo>
                    <a:pt x="2037726" y="3332106"/>
                  </a:lnTo>
                  <a:lnTo>
                    <a:pt x="2077166" y="3404641"/>
                  </a:lnTo>
                  <a:lnTo>
                    <a:pt x="2116972" y="3479796"/>
                  </a:lnTo>
                  <a:lnTo>
                    <a:pt x="2157102" y="3557114"/>
                  </a:lnTo>
                  <a:lnTo>
                    <a:pt x="2197491" y="3636078"/>
                  </a:lnTo>
                  <a:lnTo>
                    <a:pt x="2238054" y="3716119"/>
                  </a:lnTo>
                  <a:lnTo>
                    <a:pt x="2278696" y="3796635"/>
                  </a:lnTo>
                  <a:lnTo>
                    <a:pt x="2319313" y="3877006"/>
                  </a:lnTo>
                  <a:lnTo>
                    <a:pt x="2359807" y="3956621"/>
                  </a:lnTo>
                  <a:lnTo>
                    <a:pt x="2400086" y="4034890"/>
                  </a:lnTo>
                  <a:lnTo>
                    <a:pt x="2440072" y="4111266"/>
                  </a:lnTo>
                  <a:lnTo>
                    <a:pt x="2479712" y="4185259"/>
                  </a:lnTo>
                  <a:lnTo>
                    <a:pt x="2518975" y="4256446"/>
                  </a:lnTo>
                  <a:lnTo>
                    <a:pt x="2557863" y="4324484"/>
                  </a:lnTo>
                  <a:lnTo>
                    <a:pt x="2596411" y="4389110"/>
                  </a:lnTo>
                  <a:lnTo>
                    <a:pt x="2634694" y="4450143"/>
                  </a:lnTo>
                  <a:lnTo>
                    <a:pt x="2672828" y="4507481"/>
                  </a:lnTo>
                  <a:lnTo>
                    <a:pt x="2710976" y="4561097"/>
                  </a:lnTo>
                  <a:lnTo>
                    <a:pt x="2749351" y="4611032"/>
                  </a:lnTo>
                  <a:lnTo>
                    <a:pt x="2770117" y="4636327"/>
                  </a:lnTo>
                  <a:lnTo>
                    <a:pt x="2818457" y="4690397"/>
                  </a:lnTo>
                  <a:lnTo>
                    <a:pt x="2868407" y="4739107"/>
                  </a:lnTo>
                  <a:lnTo>
                    <a:pt x="2920722" y="4782724"/>
                  </a:lnTo>
                  <a:lnTo>
                    <a:pt x="2976250" y="4821702"/>
                  </a:lnTo>
                  <a:lnTo>
                    <a:pt x="3035856" y="4856559"/>
                  </a:lnTo>
                  <a:lnTo>
                    <a:pt x="3100353" y="4887795"/>
                  </a:lnTo>
                  <a:lnTo>
                    <a:pt x="3170412" y="4915854"/>
                  </a:lnTo>
                  <a:lnTo>
                    <a:pt x="3246445" y="4941099"/>
                  </a:lnTo>
                  <a:lnTo>
                    <a:pt x="3328449" y="4963797"/>
                  </a:lnTo>
                  <a:lnTo>
                    <a:pt x="3415815" y="4984121"/>
                  </a:lnTo>
                  <a:lnTo>
                    <a:pt x="3507144" y="5002147"/>
                  </a:lnTo>
                  <a:lnTo>
                    <a:pt x="3600101" y="5017878"/>
                  </a:lnTo>
                  <a:lnTo>
                    <a:pt x="3691422" y="5031265"/>
                  </a:lnTo>
                  <a:lnTo>
                    <a:pt x="3777139" y="5042257"/>
                  </a:lnTo>
                  <a:lnTo>
                    <a:pt x="3853095" y="5050854"/>
                  </a:lnTo>
                  <a:lnTo>
                    <a:pt x="3915674" y="5057153"/>
                  </a:lnTo>
                  <a:lnTo>
                    <a:pt x="3962583" y="5061378"/>
                  </a:lnTo>
                  <a:lnTo>
                    <a:pt x="3993432" y="5063877"/>
                  </a:lnTo>
                  <a:lnTo>
                    <a:pt x="4009944" y="5065086"/>
                  </a:lnTo>
                  <a:lnTo>
                    <a:pt x="4015813" y="5065476"/>
                  </a:lnTo>
                  <a:lnTo>
                    <a:pt x="4016409" y="5065512"/>
                  </a:lnTo>
                  <a:lnTo>
                    <a:pt x="4538543" y="5065512"/>
                  </a:lnTo>
                  <a:lnTo>
                    <a:pt x="4539388" y="5065410"/>
                  </a:lnTo>
                  <a:lnTo>
                    <a:pt x="4544960" y="5064680"/>
                  </a:lnTo>
                  <a:lnTo>
                    <a:pt x="4559072" y="5062663"/>
                  </a:lnTo>
                  <a:lnTo>
                    <a:pt x="4584454" y="5058689"/>
                  </a:lnTo>
                  <a:lnTo>
                    <a:pt x="4622590" y="5052128"/>
                  </a:lnTo>
                  <a:lnTo>
                    <a:pt x="4673598" y="5042449"/>
                  </a:lnTo>
                  <a:lnTo>
                    <a:pt x="4736293" y="5029266"/>
                  </a:lnTo>
                  <a:lnTo>
                    <a:pt x="4808452" y="5012358"/>
                  </a:lnTo>
                  <a:lnTo>
                    <a:pt x="4887230" y="4991656"/>
                  </a:lnTo>
                  <a:lnTo>
                    <a:pt x="4969623" y="4967193"/>
                  </a:lnTo>
                  <a:lnTo>
                    <a:pt x="5052857" y="4939049"/>
                  </a:lnTo>
                  <a:lnTo>
                    <a:pt x="5134649" y="4907286"/>
                  </a:lnTo>
                  <a:lnTo>
                    <a:pt x="5213327" y="4871906"/>
                  </a:lnTo>
                  <a:lnTo>
                    <a:pt x="5287822" y="4832810"/>
                  </a:lnTo>
                  <a:lnTo>
                    <a:pt x="5357595" y="4789785"/>
                  </a:lnTo>
                  <a:lnTo>
                    <a:pt x="5422526" y="4742494"/>
                  </a:lnTo>
                  <a:lnTo>
                    <a:pt x="5482806" y="4690480"/>
                  </a:lnTo>
                  <a:lnTo>
                    <a:pt x="5538833" y="4633172"/>
                  </a:lnTo>
                  <a:lnTo>
                    <a:pt x="5591139" y="4569906"/>
                  </a:lnTo>
                  <a:lnTo>
                    <a:pt x="5640324" y="4499961"/>
                  </a:lnTo>
                  <a:lnTo>
                    <a:pt x="5687012" y="4422609"/>
                  </a:lnTo>
                  <a:lnTo>
                    <a:pt x="5731811" y="4337212"/>
                  </a:lnTo>
                  <a:lnTo>
                    <a:pt x="5775268" y="4243371"/>
                  </a:lnTo>
                  <a:lnTo>
                    <a:pt x="5784835" y="4221260"/>
                  </a:lnTo>
                  <a:lnTo>
                    <a:pt x="5813879" y="4150996"/>
                  </a:lnTo>
                  <a:lnTo>
                    <a:pt x="5842678" y="4076726"/>
                  </a:lnTo>
                  <a:lnTo>
                    <a:pt x="5871347" y="3998369"/>
                  </a:lnTo>
                  <a:lnTo>
                    <a:pt x="5899977" y="3915884"/>
                  </a:lnTo>
                  <a:lnTo>
                    <a:pt x="5928648" y="3829269"/>
                  </a:lnTo>
                  <a:lnTo>
                    <a:pt x="5957419" y="3738567"/>
                  </a:lnTo>
                  <a:lnTo>
                    <a:pt x="5986340" y="3643870"/>
                  </a:lnTo>
                  <a:lnTo>
                    <a:pt x="6015443" y="3545316"/>
                  </a:lnTo>
                  <a:lnTo>
                    <a:pt x="6044751" y="3443099"/>
                  </a:lnTo>
                  <a:lnTo>
                    <a:pt x="6074273" y="3337461"/>
                  </a:lnTo>
                  <a:lnTo>
                    <a:pt x="6104009" y="3228695"/>
                  </a:lnTo>
                  <a:lnTo>
                    <a:pt x="6133947" y="3117146"/>
                  </a:lnTo>
                  <a:lnTo>
                    <a:pt x="6164069" y="3003199"/>
                  </a:lnTo>
                  <a:lnTo>
                    <a:pt x="6194346" y="2887282"/>
                  </a:lnTo>
                  <a:lnTo>
                    <a:pt x="6224746" y="2769858"/>
                  </a:lnTo>
                  <a:lnTo>
                    <a:pt x="6255231" y="2651413"/>
                  </a:lnTo>
                  <a:lnTo>
                    <a:pt x="6285758" y="2532454"/>
                  </a:lnTo>
                  <a:lnTo>
                    <a:pt x="6316286" y="2413497"/>
                  </a:lnTo>
                  <a:lnTo>
                    <a:pt x="6346770" y="2295056"/>
                  </a:lnTo>
                  <a:lnTo>
                    <a:pt x="6377170" y="2177638"/>
                  </a:lnTo>
                  <a:lnTo>
                    <a:pt x="6407446" y="2061730"/>
                  </a:lnTo>
                  <a:lnTo>
                    <a:pt x="6437567" y="1947795"/>
                  </a:lnTo>
                  <a:lnTo>
                    <a:pt x="6467504" y="1836258"/>
                  </a:lnTo>
                  <a:lnTo>
                    <a:pt x="6497239" y="1727508"/>
                  </a:lnTo>
                  <a:lnTo>
                    <a:pt x="6526760" y="1621886"/>
                  </a:lnTo>
                  <a:lnTo>
                    <a:pt x="6556066" y="1519687"/>
                  </a:lnTo>
                  <a:lnTo>
                    <a:pt x="6585169" y="1421153"/>
                  </a:lnTo>
                  <a:lnTo>
                    <a:pt x="6614088" y="1326475"/>
                  </a:lnTo>
                  <a:lnTo>
                    <a:pt x="6642860" y="1235794"/>
                  </a:lnTo>
                  <a:lnTo>
                    <a:pt x="6671530" y="1149199"/>
                  </a:lnTo>
                  <a:lnTo>
                    <a:pt x="6700160" y="1066735"/>
                  </a:lnTo>
                  <a:lnTo>
                    <a:pt x="6728829" y="988399"/>
                  </a:lnTo>
                  <a:lnTo>
                    <a:pt x="6757630" y="914149"/>
                  </a:lnTo>
                  <a:lnTo>
                    <a:pt x="6786527" y="844252"/>
                  </a:lnTo>
                  <a:lnTo>
                    <a:pt x="6829750" y="748511"/>
                  </a:lnTo>
                  <a:lnTo>
                    <a:pt x="6874205" y="661252"/>
                  </a:lnTo>
                  <a:lnTo>
                    <a:pt x="6920420" y="582153"/>
                  </a:lnTo>
                  <a:lnTo>
                    <a:pt x="6968994" y="510616"/>
                  </a:lnTo>
                  <a:lnTo>
                    <a:pt x="7020549" y="445923"/>
                  </a:lnTo>
                  <a:lnTo>
                    <a:pt x="7075696" y="387345"/>
                  </a:lnTo>
                  <a:lnTo>
                    <a:pt x="7134986" y="334202"/>
                  </a:lnTo>
                  <a:lnTo>
                    <a:pt x="7198853" y="285901"/>
                  </a:lnTo>
                  <a:lnTo>
                    <a:pt x="7267543" y="241957"/>
                  </a:lnTo>
                  <a:lnTo>
                    <a:pt x="7341014" y="202007"/>
                  </a:lnTo>
                  <a:lnTo>
                    <a:pt x="7418830" y="165809"/>
                  </a:lnTo>
                  <a:lnTo>
                    <a:pt x="7500050" y="133242"/>
                  </a:lnTo>
                  <a:lnTo>
                    <a:pt x="7583139" y="104285"/>
                  </a:lnTo>
                  <a:lnTo>
                    <a:pt x="7665946" y="78993"/>
                  </a:lnTo>
                  <a:lnTo>
                    <a:pt x="7745789" y="57446"/>
                  </a:lnTo>
                  <a:lnTo>
                    <a:pt x="7819686" y="39693"/>
                  </a:lnTo>
                  <a:lnTo>
                    <a:pt x="7884715" y="25692"/>
                  </a:lnTo>
                  <a:lnTo>
                    <a:pt x="7938478" y="15258"/>
                  </a:lnTo>
                  <a:lnTo>
                    <a:pt x="7979526" y="8042"/>
                  </a:lnTo>
                  <a:lnTo>
                    <a:pt x="8007674" y="3543"/>
                  </a:lnTo>
                  <a:lnTo>
                    <a:pt x="8024106" y="1147"/>
                  </a:lnTo>
                  <a:lnTo>
                    <a:pt x="8031291" y="188"/>
                  </a:lnTo>
                  <a:lnTo>
                    <a:pt x="8032809" y="1"/>
                  </a:lnTo>
                  <a:lnTo>
                    <a:pt x="8032819" y="0"/>
                  </a:lnTo>
                  <a:lnTo>
                    <a:pt x="8554953" y="0"/>
                  </a:lnTo>
                  <a:lnTo>
                    <a:pt x="8554953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40" name="pl40"/>
            <p:cNvSpPr/>
            <p:nvPr/>
          </p:nvSpPr>
          <p:spPr>
            <a:xfrm>
              <a:off x="386606" y="671652"/>
              <a:ext cx="8554953" cy="5065512"/>
            </a:xfrm>
            <a:custGeom>
              <a:avLst/>
              <a:pathLst>
                <a:path w="8554953" h="5065512">
                  <a:moveTo>
                    <a:pt x="8554953" y="0"/>
                  </a:moveTo>
                  <a:lnTo>
                    <a:pt x="8032819" y="0"/>
                  </a:lnTo>
                  <a:lnTo>
                    <a:pt x="8031974" y="102"/>
                  </a:lnTo>
                  <a:lnTo>
                    <a:pt x="8026402" y="832"/>
                  </a:lnTo>
                  <a:lnTo>
                    <a:pt x="8012290" y="2849"/>
                  </a:lnTo>
                  <a:lnTo>
                    <a:pt x="7986908" y="6822"/>
                  </a:lnTo>
                  <a:lnTo>
                    <a:pt x="7948772" y="13383"/>
                  </a:lnTo>
                  <a:lnTo>
                    <a:pt x="7897764" y="23063"/>
                  </a:lnTo>
                  <a:lnTo>
                    <a:pt x="7835069" y="36246"/>
                  </a:lnTo>
                  <a:lnTo>
                    <a:pt x="7762910" y="53153"/>
                  </a:lnTo>
                  <a:lnTo>
                    <a:pt x="7684132" y="73855"/>
                  </a:lnTo>
                  <a:lnTo>
                    <a:pt x="7601739" y="98318"/>
                  </a:lnTo>
                  <a:lnTo>
                    <a:pt x="7518505" y="126463"/>
                  </a:lnTo>
                  <a:lnTo>
                    <a:pt x="7436713" y="158225"/>
                  </a:lnTo>
                  <a:lnTo>
                    <a:pt x="7358035" y="193606"/>
                  </a:lnTo>
                  <a:lnTo>
                    <a:pt x="7283540" y="232702"/>
                  </a:lnTo>
                  <a:lnTo>
                    <a:pt x="7213767" y="275727"/>
                  </a:lnTo>
                  <a:lnTo>
                    <a:pt x="7148836" y="323017"/>
                  </a:lnTo>
                  <a:lnTo>
                    <a:pt x="7088556" y="375031"/>
                  </a:lnTo>
                  <a:lnTo>
                    <a:pt x="7032529" y="432340"/>
                  </a:lnTo>
                  <a:lnTo>
                    <a:pt x="6980223" y="495605"/>
                  </a:lnTo>
                  <a:lnTo>
                    <a:pt x="6931038" y="565551"/>
                  </a:lnTo>
                  <a:lnTo>
                    <a:pt x="6884350" y="642903"/>
                  </a:lnTo>
                  <a:lnTo>
                    <a:pt x="6839551" y="728299"/>
                  </a:lnTo>
                  <a:lnTo>
                    <a:pt x="6796094" y="822141"/>
                  </a:lnTo>
                  <a:lnTo>
                    <a:pt x="6786527" y="844252"/>
                  </a:lnTo>
                  <a:lnTo>
                    <a:pt x="6757483" y="914515"/>
                  </a:lnTo>
                  <a:lnTo>
                    <a:pt x="6728683" y="988786"/>
                  </a:lnTo>
                  <a:lnTo>
                    <a:pt x="6700015" y="1067142"/>
                  </a:lnTo>
                  <a:lnTo>
                    <a:pt x="6671385" y="1149628"/>
                  </a:lnTo>
                  <a:lnTo>
                    <a:pt x="6642714" y="1236243"/>
                  </a:lnTo>
                  <a:lnTo>
                    <a:pt x="6613942" y="1326944"/>
                  </a:lnTo>
                  <a:lnTo>
                    <a:pt x="6585022" y="1421642"/>
                  </a:lnTo>
                  <a:lnTo>
                    <a:pt x="6555918" y="1520195"/>
                  </a:lnTo>
                  <a:lnTo>
                    <a:pt x="6526611" y="1622413"/>
                  </a:lnTo>
                  <a:lnTo>
                    <a:pt x="6497088" y="1728051"/>
                  </a:lnTo>
                  <a:lnTo>
                    <a:pt x="6467353" y="1836816"/>
                  </a:lnTo>
                  <a:lnTo>
                    <a:pt x="6437415" y="1948366"/>
                  </a:lnTo>
                  <a:lnTo>
                    <a:pt x="6407293" y="2062313"/>
                  </a:lnTo>
                  <a:lnTo>
                    <a:pt x="6377016" y="2178229"/>
                  </a:lnTo>
                  <a:lnTo>
                    <a:pt x="6346616" y="2295654"/>
                  </a:lnTo>
                  <a:lnTo>
                    <a:pt x="6316131" y="2414098"/>
                  </a:lnTo>
                  <a:lnTo>
                    <a:pt x="6285604" y="2533057"/>
                  </a:lnTo>
                  <a:lnTo>
                    <a:pt x="6255076" y="2652015"/>
                  </a:lnTo>
                  <a:lnTo>
                    <a:pt x="6224592" y="2770455"/>
                  </a:lnTo>
                  <a:lnTo>
                    <a:pt x="6194192" y="2887873"/>
                  </a:lnTo>
                  <a:lnTo>
                    <a:pt x="6163916" y="3003781"/>
                  </a:lnTo>
                  <a:lnTo>
                    <a:pt x="6133795" y="3117717"/>
                  </a:lnTo>
                  <a:lnTo>
                    <a:pt x="6103858" y="3229254"/>
                  </a:lnTo>
                  <a:lnTo>
                    <a:pt x="6074123" y="3338004"/>
                  </a:lnTo>
                  <a:lnTo>
                    <a:pt x="6044602" y="3443625"/>
                  </a:lnTo>
                  <a:lnTo>
                    <a:pt x="6015296" y="3545825"/>
                  </a:lnTo>
                  <a:lnTo>
                    <a:pt x="5986193" y="3644359"/>
                  </a:lnTo>
                  <a:lnTo>
                    <a:pt x="5957273" y="3739037"/>
                  </a:lnTo>
                  <a:lnTo>
                    <a:pt x="5928502" y="3829718"/>
                  </a:lnTo>
                  <a:lnTo>
                    <a:pt x="5899832" y="3916312"/>
                  </a:lnTo>
                  <a:lnTo>
                    <a:pt x="5871202" y="3998776"/>
                  </a:lnTo>
                  <a:lnTo>
                    <a:pt x="5842533" y="4077112"/>
                  </a:lnTo>
                  <a:lnTo>
                    <a:pt x="5813732" y="4151362"/>
                  </a:lnTo>
                  <a:lnTo>
                    <a:pt x="5784835" y="4221260"/>
                  </a:lnTo>
                  <a:lnTo>
                    <a:pt x="5741612" y="4317001"/>
                  </a:lnTo>
                  <a:lnTo>
                    <a:pt x="5697157" y="4404260"/>
                  </a:lnTo>
                  <a:lnTo>
                    <a:pt x="5650942" y="4483358"/>
                  </a:lnTo>
                  <a:lnTo>
                    <a:pt x="5602368" y="4554896"/>
                  </a:lnTo>
                  <a:lnTo>
                    <a:pt x="5550813" y="4619588"/>
                  </a:lnTo>
                  <a:lnTo>
                    <a:pt x="5495666" y="4678167"/>
                  </a:lnTo>
                  <a:lnTo>
                    <a:pt x="5436376" y="4731310"/>
                  </a:lnTo>
                  <a:lnTo>
                    <a:pt x="5372509" y="4779611"/>
                  </a:lnTo>
                  <a:lnTo>
                    <a:pt x="5303819" y="4823554"/>
                  </a:lnTo>
                  <a:lnTo>
                    <a:pt x="5230348" y="4863505"/>
                  </a:lnTo>
                  <a:lnTo>
                    <a:pt x="5152532" y="4899703"/>
                  </a:lnTo>
                  <a:lnTo>
                    <a:pt x="5071312" y="4932270"/>
                  </a:lnTo>
                  <a:lnTo>
                    <a:pt x="4988223" y="4961226"/>
                  </a:lnTo>
                  <a:lnTo>
                    <a:pt x="4905416" y="4986518"/>
                  </a:lnTo>
                  <a:lnTo>
                    <a:pt x="4825573" y="5008065"/>
                  </a:lnTo>
                  <a:lnTo>
                    <a:pt x="4751676" y="5025818"/>
                  </a:lnTo>
                  <a:lnTo>
                    <a:pt x="4686647" y="5039820"/>
                  </a:lnTo>
                  <a:lnTo>
                    <a:pt x="4632884" y="5050254"/>
                  </a:lnTo>
                  <a:lnTo>
                    <a:pt x="4591836" y="5057469"/>
                  </a:lnTo>
                  <a:lnTo>
                    <a:pt x="4563688" y="5061969"/>
                  </a:lnTo>
                  <a:lnTo>
                    <a:pt x="4547256" y="5064365"/>
                  </a:lnTo>
                  <a:lnTo>
                    <a:pt x="4540071" y="5065324"/>
                  </a:lnTo>
                  <a:lnTo>
                    <a:pt x="4538552" y="5065511"/>
                  </a:lnTo>
                  <a:lnTo>
                    <a:pt x="4538543" y="5065512"/>
                  </a:lnTo>
                  <a:lnTo>
                    <a:pt x="4016409" y="5065512"/>
                  </a:lnTo>
                  <a:lnTo>
                    <a:pt x="4015240" y="5065439"/>
                  </a:lnTo>
                  <a:lnTo>
                    <a:pt x="4007580" y="5064921"/>
                  </a:lnTo>
                  <a:lnTo>
                    <a:pt x="3988377" y="5063486"/>
                  </a:lnTo>
                  <a:lnTo>
                    <a:pt x="3954316" y="5060668"/>
                  </a:lnTo>
                  <a:lnTo>
                    <a:pt x="3904104" y="5056043"/>
                  </a:lnTo>
                  <a:lnTo>
                    <a:pt x="3838549" y="5049288"/>
                  </a:lnTo>
                  <a:lnTo>
                    <a:pt x="3760274" y="5040206"/>
                  </a:lnTo>
                  <a:lnTo>
                    <a:pt x="3673070" y="5028721"/>
                  </a:lnTo>
                  <a:lnTo>
                    <a:pt x="3581109" y="5014850"/>
                  </a:lnTo>
                  <a:lnTo>
                    <a:pt x="3488248" y="4998647"/>
                  </a:lnTo>
                  <a:lnTo>
                    <a:pt x="3397571" y="4980153"/>
                  </a:lnTo>
                  <a:lnTo>
                    <a:pt x="3311216" y="4959353"/>
                  </a:lnTo>
                  <a:lnTo>
                    <a:pt x="3230406" y="4936152"/>
                  </a:lnTo>
                  <a:lnTo>
                    <a:pt x="3155610" y="4910357"/>
                  </a:lnTo>
                  <a:lnTo>
                    <a:pt x="3086732" y="4881680"/>
                  </a:lnTo>
                  <a:lnTo>
                    <a:pt x="3023296" y="4849742"/>
                  </a:lnTo>
                  <a:lnTo>
                    <a:pt x="2964593" y="4814085"/>
                  </a:lnTo>
                  <a:lnTo>
                    <a:pt x="2909793" y="4774199"/>
                  </a:lnTo>
                  <a:lnTo>
                    <a:pt x="2858028" y="4729575"/>
                  </a:lnTo>
                  <a:lnTo>
                    <a:pt x="2808465" y="4679781"/>
                  </a:lnTo>
                  <a:lnTo>
                    <a:pt x="2770117" y="4636327"/>
                  </a:lnTo>
                  <a:lnTo>
                    <a:pt x="2731513" y="4588329"/>
                  </a:lnTo>
                  <a:lnTo>
                    <a:pt x="2693273" y="4536697"/>
                  </a:lnTo>
                  <a:lnTo>
                    <a:pt x="2655155" y="4481356"/>
                  </a:lnTo>
                  <a:lnTo>
                    <a:pt x="2616968" y="4422296"/>
                  </a:lnTo>
                  <a:lnTo>
                    <a:pt x="2578574" y="4359580"/>
                  </a:lnTo>
                  <a:lnTo>
                    <a:pt x="2539875" y="4293344"/>
                  </a:lnTo>
                  <a:lnTo>
                    <a:pt x="2500816" y="4223808"/>
                  </a:lnTo>
                  <a:lnTo>
                    <a:pt x="2461377" y="4151273"/>
                  </a:lnTo>
                  <a:lnTo>
                    <a:pt x="2421571" y="4076118"/>
                  </a:lnTo>
                  <a:lnTo>
                    <a:pt x="2381440" y="3998800"/>
                  </a:lnTo>
                  <a:lnTo>
                    <a:pt x="2341051" y="3919836"/>
                  </a:lnTo>
                  <a:lnTo>
                    <a:pt x="2300488" y="3839795"/>
                  </a:lnTo>
                  <a:lnTo>
                    <a:pt x="2259847" y="3759279"/>
                  </a:lnTo>
                  <a:lnTo>
                    <a:pt x="2219229" y="3678908"/>
                  </a:lnTo>
                  <a:lnTo>
                    <a:pt x="2178735" y="3599293"/>
                  </a:lnTo>
                  <a:lnTo>
                    <a:pt x="2138457" y="3521024"/>
                  </a:lnTo>
                  <a:lnTo>
                    <a:pt x="2098470" y="3444648"/>
                  </a:lnTo>
                  <a:lnTo>
                    <a:pt x="2058830" y="3370655"/>
                  </a:lnTo>
                  <a:lnTo>
                    <a:pt x="2019567" y="3299468"/>
                  </a:lnTo>
                  <a:lnTo>
                    <a:pt x="1980680" y="3231430"/>
                  </a:lnTo>
                  <a:lnTo>
                    <a:pt x="1942131" y="3166804"/>
                  </a:lnTo>
                  <a:lnTo>
                    <a:pt x="1903848" y="3105771"/>
                  </a:lnTo>
                  <a:lnTo>
                    <a:pt x="1865714" y="3048433"/>
                  </a:lnTo>
                  <a:lnTo>
                    <a:pt x="1827566" y="2994817"/>
                  </a:lnTo>
                  <a:lnTo>
                    <a:pt x="1789191" y="2944882"/>
                  </a:lnTo>
                  <a:lnTo>
                    <a:pt x="1768425" y="2919587"/>
                  </a:lnTo>
                  <a:lnTo>
                    <a:pt x="1720085" y="2865516"/>
                  </a:lnTo>
                  <a:lnTo>
                    <a:pt x="1670136" y="2816807"/>
                  </a:lnTo>
                  <a:lnTo>
                    <a:pt x="1617820" y="2773190"/>
                  </a:lnTo>
                  <a:lnTo>
                    <a:pt x="1562292" y="2734212"/>
                  </a:lnTo>
                  <a:lnTo>
                    <a:pt x="1502687" y="2699355"/>
                  </a:lnTo>
                  <a:lnTo>
                    <a:pt x="1438190" y="2668119"/>
                  </a:lnTo>
                  <a:lnTo>
                    <a:pt x="1368130" y="2640060"/>
                  </a:lnTo>
                  <a:lnTo>
                    <a:pt x="1292097" y="2614815"/>
                  </a:lnTo>
                  <a:lnTo>
                    <a:pt x="1210093" y="2592117"/>
                  </a:lnTo>
                  <a:lnTo>
                    <a:pt x="1122727" y="2571793"/>
                  </a:lnTo>
                  <a:lnTo>
                    <a:pt x="1031398" y="2553767"/>
                  </a:lnTo>
                  <a:lnTo>
                    <a:pt x="938441" y="2538036"/>
                  </a:lnTo>
                  <a:lnTo>
                    <a:pt x="847120" y="2524649"/>
                  </a:lnTo>
                  <a:lnTo>
                    <a:pt x="761403" y="2513657"/>
                  </a:lnTo>
                  <a:lnTo>
                    <a:pt x="685447" y="2505060"/>
                  </a:lnTo>
                  <a:lnTo>
                    <a:pt x="622868" y="2498761"/>
                  </a:lnTo>
                  <a:lnTo>
                    <a:pt x="575959" y="2494536"/>
                  </a:lnTo>
                  <a:lnTo>
                    <a:pt x="545110" y="2492037"/>
                  </a:lnTo>
                  <a:lnTo>
                    <a:pt x="528598" y="2490828"/>
                  </a:lnTo>
                  <a:lnTo>
                    <a:pt x="522729" y="2490438"/>
                  </a:lnTo>
                  <a:lnTo>
                    <a:pt x="522133" y="2490402"/>
                  </a:lnTo>
                  <a:lnTo>
                    <a:pt x="0" y="2490402"/>
                  </a:lnTo>
                  <a:lnTo>
                    <a:pt x="0" y="2490402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41" name="pg41"/>
            <p:cNvSpPr/>
            <p:nvPr/>
          </p:nvSpPr>
          <p:spPr>
            <a:xfrm>
              <a:off x="386606" y="1829322"/>
              <a:ext cx="8554953" cy="3936078"/>
            </a:xfrm>
            <a:custGeom>
              <a:avLst/>
              <a:pathLst>
                <a:path w="8554953" h="3936078">
                  <a:moveTo>
                    <a:pt x="0" y="1349673"/>
                  </a:moveTo>
                  <a:lnTo>
                    <a:pt x="522133" y="1349673"/>
                  </a:lnTo>
                  <a:lnTo>
                    <a:pt x="523302" y="1349746"/>
                  </a:lnTo>
                  <a:lnTo>
                    <a:pt x="530956" y="1350267"/>
                  </a:lnTo>
                  <a:lnTo>
                    <a:pt x="550146" y="1351706"/>
                  </a:lnTo>
                  <a:lnTo>
                    <a:pt x="584187" y="1354535"/>
                  </a:lnTo>
                  <a:lnTo>
                    <a:pt x="634371" y="1359177"/>
                  </a:lnTo>
                  <a:lnTo>
                    <a:pt x="699892" y="1365957"/>
                  </a:lnTo>
                  <a:lnTo>
                    <a:pt x="778132" y="1375074"/>
                  </a:lnTo>
                  <a:lnTo>
                    <a:pt x="865304" y="1386602"/>
                  </a:lnTo>
                  <a:lnTo>
                    <a:pt x="957238" y="1400526"/>
                  </a:lnTo>
                  <a:lnTo>
                    <a:pt x="1050080" y="1416791"/>
                  </a:lnTo>
                  <a:lnTo>
                    <a:pt x="1140744" y="1435356"/>
                  </a:lnTo>
                  <a:lnTo>
                    <a:pt x="1227092" y="1456236"/>
                  </a:lnTo>
                  <a:lnTo>
                    <a:pt x="1307900" y="1479527"/>
                  </a:lnTo>
                  <a:lnTo>
                    <a:pt x="1382698" y="1505420"/>
                  </a:lnTo>
                  <a:lnTo>
                    <a:pt x="1451579" y="1534205"/>
                  </a:lnTo>
                  <a:lnTo>
                    <a:pt x="1515019" y="1566264"/>
                  </a:lnTo>
                  <a:lnTo>
                    <a:pt x="1573725" y="1602054"/>
                  </a:lnTo>
                  <a:lnTo>
                    <a:pt x="1628527" y="1642086"/>
                  </a:lnTo>
                  <a:lnTo>
                    <a:pt x="1680290" y="1686875"/>
                  </a:lnTo>
                  <a:lnTo>
                    <a:pt x="1729850" y="1736850"/>
                  </a:lnTo>
                  <a:lnTo>
                    <a:pt x="1768425" y="1780741"/>
                  </a:lnTo>
                  <a:lnTo>
                    <a:pt x="1806967" y="1828867"/>
                  </a:lnTo>
                  <a:lnTo>
                    <a:pt x="1845145" y="1880633"/>
                  </a:lnTo>
                  <a:lnTo>
                    <a:pt x="1883201" y="1936110"/>
                  </a:lnTo>
                  <a:lnTo>
                    <a:pt x="1921324" y="1995311"/>
                  </a:lnTo>
                  <a:lnTo>
                    <a:pt x="1959654" y="2058173"/>
                  </a:lnTo>
                  <a:lnTo>
                    <a:pt x="1998286" y="2124559"/>
                  </a:lnTo>
                  <a:lnTo>
                    <a:pt x="2037278" y="2194253"/>
                  </a:lnTo>
                  <a:lnTo>
                    <a:pt x="2076648" y="2266953"/>
                  </a:lnTo>
                  <a:lnTo>
                    <a:pt x="2116384" y="2342280"/>
                  </a:lnTo>
                  <a:lnTo>
                    <a:pt x="2156445" y="2419781"/>
                  </a:lnTo>
                  <a:lnTo>
                    <a:pt x="2196764" y="2498939"/>
                  </a:lnTo>
                  <a:lnTo>
                    <a:pt x="2237258" y="2579185"/>
                  </a:lnTo>
                  <a:lnTo>
                    <a:pt x="2277833" y="2659918"/>
                  </a:lnTo>
                  <a:lnTo>
                    <a:pt x="2318385" y="2740520"/>
                  </a:lnTo>
                  <a:lnTo>
                    <a:pt x="2358817" y="2820379"/>
                  </a:lnTo>
                  <a:lnTo>
                    <a:pt x="2399037" y="2898904"/>
                  </a:lnTo>
                  <a:lnTo>
                    <a:pt x="2438967" y="2975548"/>
                  </a:lnTo>
                  <a:lnTo>
                    <a:pt x="2478552" y="3049818"/>
                  </a:lnTo>
                  <a:lnTo>
                    <a:pt x="2517763" y="3121291"/>
                  </a:lnTo>
                  <a:lnTo>
                    <a:pt x="2556598" y="3189621"/>
                  </a:lnTo>
                  <a:lnTo>
                    <a:pt x="2595094" y="3254542"/>
                  </a:lnTo>
                  <a:lnTo>
                    <a:pt x="2633322" y="3315871"/>
                  </a:lnTo>
                  <a:lnTo>
                    <a:pt x="2671397" y="3373504"/>
                  </a:lnTo>
                  <a:lnTo>
                    <a:pt x="2709479" y="3427410"/>
                  </a:lnTo>
                  <a:lnTo>
                    <a:pt x="2747777" y="3477628"/>
                  </a:lnTo>
                  <a:lnTo>
                    <a:pt x="2770117" y="3505010"/>
                  </a:lnTo>
                  <a:lnTo>
                    <a:pt x="2818446" y="3559306"/>
                  </a:lnTo>
                  <a:lnTo>
                    <a:pt x="2868383" y="3608220"/>
                  </a:lnTo>
                  <a:lnTo>
                    <a:pt x="2920684" y="3652020"/>
                  </a:lnTo>
                  <a:lnTo>
                    <a:pt x="2976196" y="3691164"/>
                  </a:lnTo>
                  <a:lnTo>
                    <a:pt x="3035784" y="3726169"/>
                  </a:lnTo>
                  <a:lnTo>
                    <a:pt x="3100259" y="3757540"/>
                  </a:lnTo>
                  <a:lnTo>
                    <a:pt x="3170293" y="3785720"/>
                  </a:lnTo>
                  <a:lnTo>
                    <a:pt x="3246298" y="3811074"/>
                  </a:lnTo>
                  <a:lnTo>
                    <a:pt x="3328271" y="3833872"/>
                  </a:lnTo>
                  <a:lnTo>
                    <a:pt x="3415606" y="3854284"/>
                  </a:lnTo>
                  <a:lnTo>
                    <a:pt x="3506906" y="3872392"/>
                  </a:lnTo>
                  <a:lnTo>
                    <a:pt x="3599842" y="3888194"/>
                  </a:lnTo>
                  <a:lnTo>
                    <a:pt x="3691152" y="3901643"/>
                  </a:lnTo>
                  <a:lnTo>
                    <a:pt x="3776873" y="3912689"/>
                  </a:lnTo>
                  <a:lnTo>
                    <a:pt x="3852851" y="3921330"/>
                  </a:lnTo>
                  <a:lnTo>
                    <a:pt x="3915469" y="3927663"/>
                  </a:lnTo>
                  <a:lnTo>
                    <a:pt x="3962430" y="3931913"/>
                  </a:lnTo>
                  <a:lnTo>
                    <a:pt x="3993334" y="3934428"/>
                  </a:lnTo>
                  <a:lnTo>
                    <a:pt x="4009898" y="3935646"/>
                  </a:lnTo>
                  <a:lnTo>
                    <a:pt x="4015803" y="3936040"/>
                  </a:lnTo>
                  <a:lnTo>
                    <a:pt x="4016409" y="3936078"/>
                  </a:lnTo>
                  <a:lnTo>
                    <a:pt x="4538543" y="3936078"/>
                  </a:lnTo>
                  <a:lnTo>
                    <a:pt x="4539471" y="3935990"/>
                  </a:lnTo>
                  <a:lnTo>
                    <a:pt x="4545585" y="3935367"/>
                  </a:lnTo>
                  <a:lnTo>
                    <a:pt x="4561025" y="3933644"/>
                  </a:lnTo>
                  <a:lnTo>
                    <a:pt x="4588693" y="3930251"/>
                  </a:lnTo>
                  <a:lnTo>
                    <a:pt x="4630052" y="3924659"/>
                  </a:lnTo>
                  <a:lnTo>
                    <a:pt x="4685013" y="3916429"/>
                  </a:lnTo>
                  <a:lnTo>
                    <a:pt x="4752041" y="3905259"/>
                  </a:lnTo>
                  <a:lnTo>
                    <a:pt x="4828506" y="3890989"/>
                  </a:lnTo>
                  <a:lnTo>
                    <a:pt x="4911190" y="3873586"/>
                  </a:lnTo>
                  <a:lnTo>
                    <a:pt x="4996820" y="3853093"/>
                  </a:lnTo>
                  <a:lnTo>
                    <a:pt x="5082489" y="3829579"/>
                  </a:lnTo>
                  <a:lnTo>
                    <a:pt x="5165908" y="3803083"/>
                  </a:lnTo>
                  <a:lnTo>
                    <a:pt x="5245489" y="3773576"/>
                  </a:lnTo>
                  <a:lnTo>
                    <a:pt x="5320306" y="3740937"/>
                  </a:lnTo>
                  <a:lnTo>
                    <a:pt x="5389984" y="3704937"/>
                  </a:lnTo>
                  <a:lnTo>
                    <a:pt x="5454565" y="3665239"/>
                  </a:lnTo>
                  <a:lnTo>
                    <a:pt x="5514387" y="3621401"/>
                  </a:lnTo>
                  <a:lnTo>
                    <a:pt x="5569976" y="3572894"/>
                  </a:lnTo>
                  <a:lnTo>
                    <a:pt x="5621968" y="3519118"/>
                  </a:lnTo>
                  <a:lnTo>
                    <a:pt x="5671046" y="3459446"/>
                  </a:lnTo>
                  <a:lnTo>
                    <a:pt x="5717887" y="3393298"/>
                  </a:lnTo>
                  <a:lnTo>
                    <a:pt x="5763123" y="3320246"/>
                  </a:lnTo>
                  <a:lnTo>
                    <a:pt x="5784835" y="3281947"/>
                  </a:lnTo>
                  <a:lnTo>
                    <a:pt x="5817382" y="3220695"/>
                  </a:lnTo>
                  <a:lnTo>
                    <a:pt x="5849640" y="3155529"/>
                  </a:lnTo>
                  <a:lnTo>
                    <a:pt x="5881763" y="3086370"/>
                  </a:lnTo>
                  <a:lnTo>
                    <a:pt x="5913876" y="3013185"/>
                  </a:lnTo>
                  <a:lnTo>
                    <a:pt x="5946078" y="2935993"/>
                  </a:lnTo>
                  <a:lnTo>
                    <a:pt x="5978446" y="2854869"/>
                  </a:lnTo>
                  <a:lnTo>
                    <a:pt x="6011033" y="2769948"/>
                  </a:lnTo>
                  <a:lnTo>
                    <a:pt x="6043874" y="2681427"/>
                  </a:lnTo>
                  <a:lnTo>
                    <a:pt x="6076983" y="2589567"/>
                  </a:lnTo>
                  <a:lnTo>
                    <a:pt x="6110360" y="2494691"/>
                  </a:lnTo>
                  <a:lnTo>
                    <a:pt x="6143988" y="2397180"/>
                  </a:lnTo>
                  <a:lnTo>
                    <a:pt x="6177835" y="2297470"/>
                  </a:lnTo>
                  <a:lnTo>
                    <a:pt x="6211859" y="2196042"/>
                  </a:lnTo>
                  <a:lnTo>
                    <a:pt x="6246011" y="2093418"/>
                  </a:lnTo>
                  <a:lnTo>
                    <a:pt x="6280233" y="1990142"/>
                  </a:lnTo>
                  <a:lnTo>
                    <a:pt x="6314465" y="1886777"/>
                  </a:lnTo>
                  <a:lnTo>
                    <a:pt x="6348645" y="1783885"/>
                  </a:lnTo>
                  <a:lnTo>
                    <a:pt x="6382716" y="1682019"/>
                  </a:lnTo>
                  <a:lnTo>
                    <a:pt x="6416625" y="1581708"/>
                  </a:lnTo>
                  <a:lnTo>
                    <a:pt x="6450326" y="1483447"/>
                  </a:lnTo>
                  <a:lnTo>
                    <a:pt x="6483785" y="1387688"/>
                  </a:lnTo>
                  <a:lnTo>
                    <a:pt x="6516981" y="1294831"/>
                  </a:lnTo>
                  <a:lnTo>
                    <a:pt x="6549906" y="1205216"/>
                  </a:lnTo>
                  <a:lnTo>
                    <a:pt x="6582571" y="1119125"/>
                  </a:lnTo>
                  <a:lnTo>
                    <a:pt x="6615004" y="1036775"/>
                  </a:lnTo>
                  <a:lnTo>
                    <a:pt x="6647252" y="958320"/>
                  </a:lnTo>
                  <a:lnTo>
                    <a:pt x="6679384" y="883855"/>
                  </a:lnTo>
                  <a:lnTo>
                    <a:pt x="6711491" y="813416"/>
                  </a:lnTo>
                  <a:lnTo>
                    <a:pt x="6743691" y="746986"/>
                  </a:lnTo>
                  <a:lnTo>
                    <a:pt x="6776127" y="684500"/>
                  </a:lnTo>
                  <a:lnTo>
                    <a:pt x="6786527" y="665424"/>
                  </a:lnTo>
                  <a:lnTo>
                    <a:pt x="6831179" y="588934"/>
                  </a:lnTo>
                  <a:lnTo>
                    <a:pt x="6877162" y="519446"/>
                  </a:lnTo>
                  <a:lnTo>
                    <a:pt x="6925062" y="456672"/>
                  </a:lnTo>
                  <a:lnTo>
                    <a:pt x="6975542" y="400089"/>
                  </a:lnTo>
                  <a:lnTo>
                    <a:pt x="7029288" y="349082"/>
                  </a:lnTo>
                  <a:lnTo>
                    <a:pt x="7086965" y="303031"/>
                  </a:lnTo>
                  <a:lnTo>
                    <a:pt x="7149162" y="261369"/>
                  </a:lnTo>
                  <a:lnTo>
                    <a:pt x="7216320" y="223608"/>
                  </a:lnTo>
                  <a:lnTo>
                    <a:pt x="7288640" y="189360"/>
                  </a:lnTo>
                  <a:lnTo>
                    <a:pt x="7365969" y="158343"/>
                  </a:lnTo>
                  <a:lnTo>
                    <a:pt x="7447666" y="130383"/>
                  </a:lnTo>
                  <a:lnTo>
                    <a:pt x="7532477" y="105408"/>
                  </a:lnTo>
                  <a:lnTo>
                    <a:pt x="7618455" y="83430"/>
                  </a:lnTo>
                  <a:lnTo>
                    <a:pt x="7702974" y="64507"/>
                  </a:lnTo>
                  <a:lnTo>
                    <a:pt x="7782899" y="48702"/>
                  </a:lnTo>
                  <a:lnTo>
                    <a:pt x="7854922" y="36027"/>
                  </a:lnTo>
                  <a:lnTo>
                    <a:pt x="7916057" y="26387"/>
                  </a:lnTo>
                  <a:lnTo>
                    <a:pt x="7964177" y="19552"/>
                  </a:lnTo>
                  <a:lnTo>
                    <a:pt x="7998456" y="15144"/>
                  </a:lnTo>
                  <a:lnTo>
                    <a:pt x="8019600" y="12675"/>
                  </a:lnTo>
                  <a:lnTo>
                    <a:pt x="8029831" y="11585"/>
                  </a:lnTo>
                  <a:lnTo>
                    <a:pt x="8032819" y="11294"/>
                  </a:lnTo>
                  <a:lnTo>
                    <a:pt x="8554953" y="11294"/>
                  </a:lnTo>
                  <a:lnTo>
                    <a:pt x="8554953" y="0"/>
                  </a:lnTo>
                  <a:lnTo>
                    <a:pt x="8032819" y="0"/>
                  </a:lnTo>
                  <a:lnTo>
                    <a:pt x="8031891" y="87"/>
                  </a:lnTo>
                  <a:lnTo>
                    <a:pt x="8025777" y="710"/>
                  </a:lnTo>
                  <a:lnTo>
                    <a:pt x="8010337" y="2433"/>
                  </a:lnTo>
                  <a:lnTo>
                    <a:pt x="7982669" y="5826"/>
                  </a:lnTo>
                  <a:lnTo>
                    <a:pt x="7941310" y="11419"/>
                  </a:lnTo>
                  <a:lnTo>
                    <a:pt x="7886349" y="19648"/>
                  </a:lnTo>
                  <a:lnTo>
                    <a:pt x="7819321" y="30818"/>
                  </a:lnTo>
                  <a:lnTo>
                    <a:pt x="7742856" y="45088"/>
                  </a:lnTo>
                  <a:lnTo>
                    <a:pt x="7660172" y="62491"/>
                  </a:lnTo>
                  <a:lnTo>
                    <a:pt x="7574542" y="82984"/>
                  </a:lnTo>
                  <a:lnTo>
                    <a:pt x="7488873" y="106498"/>
                  </a:lnTo>
                  <a:lnTo>
                    <a:pt x="7405454" y="132994"/>
                  </a:lnTo>
                  <a:lnTo>
                    <a:pt x="7325873" y="162501"/>
                  </a:lnTo>
                  <a:lnTo>
                    <a:pt x="7251056" y="195140"/>
                  </a:lnTo>
                  <a:lnTo>
                    <a:pt x="7181378" y="231140"/>
                  </a:lnTo>
                  <a:lnTo>
                    <a:pt x="7116797" y="270839"/>
                  </a:lnTo>
                  <a:lnTo>
                    <a:pt x="7056975" y="314676"/>
                  </a:lnTo>
                  <a:lnTo>
                    <a:pt x="7001386" y="363183"/>
                  </a:lnTo>
                  <a:lnTo>
                    <a:pt x="6949394" y="416960"/>
                  </a:lnTo>
                  <a:lnTo>
                    <a:pt x="6900316" y="476631"/>
                  </a:lnTo>
                  <a:lnTo>
                    <a:pt x="6853475" y="542780"/>
                  </a:lnTo>
                  <a:lnTo>
                    <a:pt x="6808238" y="615831"/>
                  </a:lnTo>
                  <a:lnTo>
                    <a:pt x="6786527" y="654130"/>
                  </a:lnTo>
                  <a:lnTo>
                    <a:pt x="6753980" y="715382"/>
                  </a:lnTo>
                  <a:lnTo>
                    <a:pt x="6721722" y="780548"/>
                  </a:lnTo>
                  <a:lnTo>
                    <a:pt x="6689599" y="849707"/>
                  </a:lnTo>
                  <a:lnTo>
                    <a:pt x="6657486" y="922892"/>
                  </a:lnTo>
                  <a:lnTo>
                    <a:pt x="6625284" y="1000084"/>
                  </a:lnTo>
                  <a:lnTo>
                    <a:pt x="6592916" y="1081209"/>
                  </a:lnTo>
                  <a:lnTo>
                    <a:pt x="6560329" y="1166130"/>
                  </a:lnTo>
                  <a:lnTo>
                    <a:pt x="6527488" y="1254650"/>
                  </a:lnTo>
                  <a:lnTo>
                    <a:pt x="6494379" y="1346510"/>
                  </a:lnTo>
                  <a:lnTo>
                    <a:pt x="6461002" y="1441386"/>
                  </a:lnTo>
                  <a:lnTo>
                    <a:pt x="6427374" y="1538897"/>
                  </a:lnTo>
                  <a:lnTo>
                    <a:pt x="6393527" y="1638608"/>
                  </a:lnTo>
                  <a:lnTo>
                    <a:pt x="6359503" y="1740035"/>
                  </a:lnTo>
                  <a:lnTo>
                    <a:pt x="6325351" y="1842660"/>
                  </a:lnTo>
                  <a:lnTo>
                    <a:pt x="6291129" y="1945935"/>
                  </a:lnTo>
                  <a:lnTo>
                    <a:pt x="6256897" y="2049300"/>
                  </a:lnTo>
                  <a:lnTo>
                    <a:pt x="6222717" y="2152192"/>
                  </a:lnTo>
                  <a:lnTo>
                    <a:pt x="6188646" y="2254058"/>
                  </a:lnTo>
                  <a:lnTo>
                    <a:pt x="6154737" y="2354369"/>
                  </a:lnTo>
                  <a:lnTo>
                    <a:pt x="6121036" y="2452630"/>
                  </a:lnTo>
                  <a:lnTo>
                    <a:pt x="6087577" y="2548389"/>
                  </a:lnTo>
                  <a:lnTo>
                    <a:pt x="6054381" y="2641246"/>
                  </a:lnTo>
                  <a:lnTo>
                    <a:pt x="6021456" y="2730861"/>
                  </a:lnTo>
                  <a:lnTo>
                    <a:pt x="5988791" y="2816952"/>
                  </a:lnTo>
                  <a:lnTo>
                    <a:pt x="5956358" y="2899302"/>
                  </a:lnTo>
                  <a:lnTo>
                    <a:pt x="5924110" y="2977757"/>
                  </a:lnTo>
                  <a:lnTo>
                    <a:pt x="5891978" y="3052222"/>
                  </a:lnTo>
                  <a:lnTo>
                    <a:pt x="5859871" y="3122661"/>
                  </a:lnTo>
                  <a:lnTo>
                    <a:pt x="5827671" y="3189091"/>
                  </a:lnTo>
                  <a:lnTo>
                    <a:pt x="5795235" y="3251577"/>
                  </a:lnTo>
                  <a:lnTo>
                    <a:pt x="5784835" y="3270653"/>
                  </a:lnTo>
                  <a:lnTo>
                    <a:pt x="5740183" y="3347143"/>
                  </a:lnTo>
                  <a:lnTo>
                    <a:pt x="5694200" y="3416631"/>
                  </a:lnTo>
                  <a:lnTo>
                    <a:pt x="5646300" y="3479405"/>
                  </a:lnTo>
                  <a:lnTo>
                    <a:pt x="5595820" y="3535988"/>
                  </a:lnTo>
                  <a:lnTo>
                    <a:pt x="5542074" y="3586996"/>
                  </a:lnTo>
                  <a:lnTo>
                    <a:pt x="5484397" y="3633046"/>
                  </a:lnTo>
                  <a:lnTo>
                    <a:pt x="5422200" y="3674708"/>
                  </a:lnTo>
                  <a:lnTo>
                    <a:pt x="5355042" y="3712469"/>
                  </a:lnTo>
                  <a:lnTo>
                    <a:pt x="5282722" y="3746717"/>
                  </a:lnTo>
                  <a:lnTo>
                    <a:pt x="5205393" y="3777735"/>
                  </a:lnTo>
                  <a:lnTo>
                    <a:pt x="5123696" y="3805694"/>
                  </a:lnTo>
                  <a:lnTo>
                    <a:pt x="5038885" y="3830669"/>
                  </a:lnTo>
                  <a:lnTo>
                    <a:pt x="4952907" y="3852647"/>
                  </a:lnTo>
                  <a:lnTo>
                    <a:pt x="4868388" y="3871571"/>
                  </a:lnTo>
                  <a:lnTo>
                    <a:pt x="4788463" y="3887375"/>
                  </a:lnTo>
                  <a:lnTo>
                    <a:pt x="4716440" y="3900050"/>
                  </a:lnTo>
                  <a:lnTo>
                    <a:pt x="4655305" y="3909690"/>
                  </a:lnTo>
                  <a:lnTo>
                    <a:pt x="4607185" y="3916526"/>
                  </a:lnTo>
                  <a:lnTo>
                    <a:pt x="4572906" y="3920933"/>
                  </a:lnTo>
                  <a:lnTo>
                    <a:pt x="4551762" y="3923403"/>
                  </a:lnTo>
                  <a:lnTo>
                    <a:pt x="4541531" y="3924492"/>
                  </a:lnTo>
                  <a:lnTo>
                    <a:pt x="4538543" y="3924783"/>
                  </a:lnTo>
                  <a:lnTo>
                    <a:pt x="4016409" y="3924783"/>
                  </a:lnTo>
                  <a:lnTo>
                    <a:pt x="4015241" y="3924710"/>
                  </a:lnTo>
                  <a:lnTo>
                    <a:pt x="4007586" y="3924190"/>
                  </a:lnTo>
                  <a:lnTo>
                    <a:pt x="3988396" y="3922750"/>
                  </a:lnTo>
                  <a:lnTo>
                    <a:pt x="3954356" y="3919921"/>
                  </a:lnTo>
                  <a:lnTo>
                    <a:pt x="3904171" y="3915280"/>
                  </a:lnTo>
                  <a:lnTo>
                    <a:pt x="3838651" y="3908500"/>
                  </a:lnTo>
                  <a:lnTo>
                    <a:pt x="3760410" y="3899383"/>
                  </a:lnTo>
                  <a:lnTo>
                    <a:pt x="3673238" y="3887855"/>
                  </a:lnTo>
                  <a:lnTo>
                    <a:pt x="3581304" y="3873931"/>
                  </a:lnTo>
                  <a:lnTo>
                    <a:pt x="3488462" y="3857666"/>
                  </a:lnTo>
                  <a:lnTo>
                    <a:pt x="3397799" y="3839101"/>
                  </a:lnTo>
                  <a:lnTo>
                    <a:pt x="3311450" y="3818221"/>
                  </a:lnTo>
                  <a:lnTo>
                    <a:pt x="3230642" y="3794930"/>
                  </a:lnTo>
                  <a:lnTo>
                    <a:pt x="3155844" y="3769037"/>
                  </a:lnTo>
                  <a:lnTo>
                    <a:pt x="3086963" y="3740251"/>
                  </a:lnTo>
                  <a:lnTo>
                    <a:pt x="3023523" y="3708193"/>
                  </a:lnTo>
                  <a:lnTo>
                    <a:pt x="2964817" y="3672403"/>
                  </a:lnTo>
                  <a:lnTo>
                    <a:pt x="2910015" y="3632371"/>
                  </a:lnTo>
                  <a:lnTo>
                    <a:pt x="2858252" y="3587582"/>
                  </a:lnTo>
                  <a:lnTo>
                    <a:pt x="2808692" y="3537607"/>
                  </a:lnTo>
                  <a:lnTo>
                    <a:pt x="2770117" y="3493716"/>
                  </a:lnTo>
                  <a:lnTo>
                    <a:pt x="2731575" y="3445589"/>
                  </a:lnTo>
                  <a:lnTo>
                    <a:pt x="2693398" y="3393824"/>
                  </a:lnTo>
                  <a:lnTo>
                    <a:pt x="2655341" y="3338346"/>
                  </a:lnTo>
                  <a:lnTo>
                    <a:pt x="2617218" y="3279146"/>
                  </a:lnTo>
                  <a:lnTo>
                    <a:pt x="2578889" y="3216284"/>
                  </a:lnTo>
                  <a:lnTo>
                    <a:pt x="2540256" y="3149897"/>
                  </a:lnTo>
                  <a:lnTo>
                    <a:pt x="2501265" y="3080204"/>
                  </a:lnTo>
                  <a:lnTo>
                    <a:pt x="2461894" y="3007504"/>
                  </a:lnTo>
                  <a:lnTo>
                    <a:pt x="2422158" y="2932177"/>
                  </a:lnTo>
                  <a:lnTo>
                    <a:pt x="2382098" y="2854676"/>
                  </a:lnTo>
                  <a:lnTo>
                    <a:pt x="2341778" y="2775518"/>
                  </a:lnTo>
                  <a:lnTo>
                    <a:pt x="2301284" y="2695272"/>
                  </a:lnTo>
                  <a:lnTo>
                    <a:pt x="2260709" y="2614539"/>
                  </a:lnTo>
                  <a:lnTo>
                    <a:pt x="2220157" y="2533937"/>
                  </a:lnTo>
                  <a:lnTo>
                    <a:pt x="2179725" y="2454078"/>
                  </a:lnTo>
                  <a:lnTo>
                    <a:pt x="2139506" y="2375553"/>
                  </a:lnTo>
                  <a:lnTo>
                    <a:pt x="2099575" y="2298909"/>
                  </a:lnTo>
                  <a:lnTo>
                    <a:pt x="2059990" y="2224639"/>
                  </a:lnTo>
                  <a:lnTo>
                    <a:pt x="2020780" y="2153166"/>
                  </a:lnTo>
                  <a:lnTo>
                    <a:pt x="1981944" y="2084836"/>
                  </a:lnTo>
                  <a:lnTo>
                    <a:pt x="1943448" y="2019915"/>
                  </a:lnTo>
                  <a:lnTo>
                    <a:pt x="1905220" y="1958586"/>
                  </a:lnTo>
                  <a:lnTo>
                    <a:pt x="1867145" y="1900953"/>
                  </a:lnTo>
                  <a:lnTo>
                    <a:pt x="1829063" y="1847047"/>
                  </a:lnTo>
                  <a:lnTo>
                    <a:pt x="1790765" y="1796829"/>
                  </a:lnTo>
                  <a:lnTo>
                    <a:pt x="1768425" y="1769446"/>
                  </a:lnTo>
                  <a:lnTo>
                    <a:pt x="1720096" y="1715151"/>
                  </a:lnTo>
                  <a:lnTo>
                    <a:pt x="1670159" y="1666237"/>
                  </a:lnTo>
                  <a:lnTo>
                    <a:pt x="1617858" y="1622437"/>
                  </a:lnTo>
                  <a:lnTo>
                    <a:pt x="1562346" y="1583293"/>
                  </a:lnTo>
                  <a:lnTo>
                    <a:pt x="1502759" y="1548287"/>
                  </a:lnTo>
                  <a:lnTo>
                    <a:pt x="1438284" y="1516917"/>
                  </a:lnTo>
                  <a:lnTo>
                    <a:pt x="1368249" y="1488737"/>
                  </a:lnTo>
                  <a:lnTo>
                    <a:pt x="1292244" y="1463383"/>
                  </a:lnTo>
                  <a:lnTo>
                    <a:pt x="1210271" y="1440585"/>
                  </a:lnTo>
                  <a:lnTo>
                    <a:pt x="1122936" y="1420172"/>
                  </a:lnTo>
                  <a:lnTo>
                    <a:pt x="1031636" y="1402065"/>
                  </a:lnTo>
                  <a:lnTo>
                    <a:pt x="938700" y="1386263"/>
                  </a:lnTo>
                  <a:lnTo>
                    <a:pt x="847390" y="1372814"/>
                  </a:lnTo>
                  <a:lnTo>
                    <a:pt x="761669" y="1361768"/>
                  </a:lnTo>
                  <a:lnTo>
                    <a:pt x="685691" y="1353127"/>
                  </a:lnTo>
                  <a:lnTo>
                    <a:pt x="623073" y="1346794"/>
                  </a:lnTo>
                  <a:lnTo>
                    <a:pt x="576113" y="1342544"/>
                  </a:lnTo>
                  <a:lnTo>
                    <a:pt x="545208" y="1340028"/>
                  </a:lnTo>
                  <a:lnTo>
                    <a:pt x="528645" y="1338811"/>
                  </a:lnTo>
                  <a:lnTo>
                    <a:pt x="522739" y="1338416"/>
                  </a:lnTo>
                  <a:lnTo>
                    <a:pt x="522133" y="1338379"/>
                  </a:lnTo>
                  <a:lnTo>
                    <a:pt x="0" y="1338379"/>
                  </a:lnTo>
                  <a:close/>
                </a:path>
              </a:pathLst>
            </a:custGeom>
            <a:solidFill>
              <a:srgbClr val="8FA8D6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42" name="pl42"/>
            <p:cNvSpPr/>
            <p:nvPr/>
          </p:nvSpPr>
          <p:spPr>
            <a:xfrm>
              <a:off x="386606" y="1840617"/>
              <a:ext cx="8554953" cy="3924783"/>
            </a:xfrm>
            <a:custGeom>
              <a:avLst/>
              <a:pathLst>
                <a:path w="8554953" h="3924783">
                  <a:moveTo>
                    <a:pt x="0" y="1338379"/>
                  </a:moveTo>
                  <a:lnTo>
                    <a:pt x="522133" y="1338379"/>
                  </a:lnTo>
                  <a:lnTo>
                    <a:pt x="523302" y="1338452"/>
                  </a:lnTo>
                  <a:lnTo>
                    <a:pt x="530956" y="1338973"/>
                  </a:lnTo>
                  <a:lnTo>
                    <a:pt x="550146" y="1340412"/>
                  </a:lnTo>
                  <a:lnTo>
                    <a:pt x="584187" y="1343241"/>
                  </a:lnTo>
                  <a:lnTo>
                    <a:pt x="634371" y="1347883"/>
                  </a:lnTo>
                  <a:lnTo>
                    <a:pt x="699892" y="1354663"/>
                  </a:lnTo>
                  <a:lnTo>
                    <a:pt x="778132" y="1363779"/>
                  </a:lnTo>
                  <a:lnTo>
                    <a:pt x="865304" y="1375308"/>
                  </a:lnTo>
                  <a:lnTo>
                    <a:pt x="957238" y="1389231"/>
                  </a:lnTo>
                  <a:lnTo>
                    <a:pt x="1050080" y="1405496"/>
                  </a:lnTo>
                  <a:lnTo>
                    <a:pt x="1140744" y="1424062"/>
                  </a:lnTo>
                  <a:lnTo>
                    <a:pt x="1227092" y="1444941"/>
                  </a:lnTo>
                  <a:lnTo>
                    <a:pt x="1307900" y="1468232"/>
                  </a:lnTo>
                  <a:lnTo>
                    <a:pt x="1382698" y="1494126"/>
                  </a:lnTo>
                  <a:lnTo>
                    <a:pt x="1451579" y="1522911"/>
                  </a:lnTo>
                  <a:lnTo>
                    <a:pt x="1515019" y="1554969"/>
                  </a:lnTo>
                  <a:lnTo>
                    <a:pt x="1573725" y="1590759"/>
                  </a:lnTo>
                  <a:lnTo>
                    <a:pt x="1628527" y="1630792"/>
                  </a:lnTo>
                  <a:lnTo>
                    <a:pt x="1680290" y="1675580"/>
                  </a:lnTo>
                  <a:lnTo>
                    <a:pt x="1729850" y="1725556"/>
                  </a:lnTo>
                  <a:lnTo>
                    <a:pt x="1768425" y="1769446"/>
                  </a:lnTo>
                  <a:lnTo>
                    <a:pt x="1806967" y="1817573"/>
                  </a:lnTo>
                  <a:lnTo>
                    <a:pt x="1845145" y="1869338"/>
                  </a:lnTo>
                  <a:lnTo>
                    <a:pt x="1883201" y="1924816"/>
                  </a:lnTo>
                  <a:lnTo>
                    <a:pt x="1921324" y="1984016"/>
                  </a:lnTo>
                  <a:lnTo>
                    <a:pt x="1959654" y="2046878"/>
                  </a:lnTo>
                  <a:lnTo>
                    <a:pt x="1998286" y="2113265"/>
                  </a:lnTo>
                  <a:lnTo>
                    <a:pt x="2037278" y="2182958"/>
                  </a:lnTo>
                  <a:lnTo>
                    <a:pt x="2076648" y="2255659"/>
                  </a:lnTo>
                  <a:lnTo>
                    <a:pt x="2116384" y="2330986"/>
                  </a:lnTo>
                  <a:lnTo>
                    <a:pt x="2156445" y="2408487"/>
                  </a:lnTo>
                  <a:lnTo>
                    <a:pt x="2196764" y="2487644"/>
                  </a:lnTo>
                  <a:lnTo>
                    <a:pt x="2237258" y="2567891"/>
                  </a:lnTo>
                  <a:lnTo>
                    <a:pt x="2277833" y="2648623"/>
                  </a:lnTo>
                  <a:lnTo>
                    <a:pt x="2318385" y="2729226"/>
                  </a:lnTo>
                  <a:lnTo>
                    <a:pt x="2358817" y="2809084"/>
                  </a:lnTo>
                  <a:lnTo>
                    <a:pt x="2399037" y="2887610"/>
                  </a:lnTo>
                  <a:lnTo>
                    <a:pt x="2438967" y="2964253"/>
                  </a:lnTo>
                  <a:lnTo>
                    <a:pt x="2478552" y="3038523"/>
                  </a:lnTo>
                  <a:lnTo>
                    <a:pt x="2517763" y="3109996"/>
                  </a:lnTo>
                  <a:lnTo>
                    <a:pt x="2556598" y="3178326"/>
                  </a:lnTo>
                  <a:lnTo>
                    <a:pt x="2595094" y="3243248"/>
                  </a:lnTo>
                  <a:lnTo>
                    <a:pt x="2633322" y="3304577"/>
                  </a:lnTo>
                  <a:lnTo>
                    <a:pt x="2671397" y="3362210"/>
                  </a:lnTo>
                  <a:lnTo>
                    <a:pt x="2709479" y="3416116"/>
                  </a:lnTo>
                  <a:lnTo>
                    <a:pt x="2747777" y="3466334"/>
                  </a:lnTo>
                  <a:lnTo>
                    <a:pt x="2770117" y="3493716"/>
                  </a:lnTo>
                  <a:lnTo>
                    <a:pt x="2818446" y="3548012"/>
                  </a:lnTo>
                  <a:lnTo>
                    <a:pt x="2868383" y="3596925"/>
                  </a:lnTo>
                  <a:lnTo>
                    <a:pt x="2920684" y="3640726"/>
                  </a:lnTo>
                  <a:lnTo>
                    <a:pt x="2976196" y="3679870"/>
                  </a:lnTo>
                  <a:lnTo>
                    <a:pt x="3035784" y="3714875"/>
                  </a:lnTo>
                  <a:lnTo>
                    <a:pt x="3100259" y="3746245"/>
                  </a:lnTo>
                  <a:lnTo>
                    <a:pt x="3170293" y="3774426"/>
                  </a:lnTo>
                  <a:lnTo>
                    <a:pt x="3246298" y="3799780"/>
                  </a:lnTo>
                  <a:lnTo>
                    <a:pt x="3328271" y="3822577"/>
                  </a:lnTo>
                  <a:lnTo>
                    <a:pt x="3415606" y="3842990"/>
                  </a:lnTo>
                  <a:lnTo>
                    <a:pt x="3506906" y="3861097"/>
                  </a:lnTo>
                  <a:lnTo>
                    <a:pt x="3599842" y="3876899"/>
                  </a:lnTo>
                  <a:lnTo>
                    <a:pt x="3691152" y="3890349"/>
                  </a:lnTo>
                  <a:lnTo>
                    <a:pt x="3776873" y="3901395"/>
                  </a:lnTo>
                  <a:lnTo>
                    <a:pt x="3852851" y="3910035"/>
                  </a:lnTo>
                  <a:lnTo>
                    <a:pt x="3915469" y="3916368"/>
                  </a:lnTo>
                  <a:lnTo>
                    <a:pt x="3962430" y="3920618"/>
                  </a:lnTo>
                  <a:lnTo>
                    <a:pt x="3993334" y="3923134"/>
                  </a:lnTo>
                  <a:lnTo>
                    <a:pt x="4009898" y="3924352"/>
                  </a:lnTo>
                  <a:lnTo>
                    <a:pt x="4015803" y="3924746"/>
                  </a:lnTo>
                  <a:lnTo>
                    <a:pt x="4016409" y="3924783"/>
                  </a:lnTo>
                  <a:lnTo>
                    <a:pt x="4538543" y="3924783"/>
                  </a:lnTo>
                  <a:lnTo>
                    <a:pt x="4539471" y="3924696"/>
                  </a:lnTo>
                  <a:lnTo>
                    <a:pt x="4545585" y="3924073"/>
                  </a:lnTo>
                  <a:lnTo>
                    <a:pt x="4561025" y="3922350"/>
                  </a:lnTo>
                  <a:lnTo>
                    <a:pt x="4588693" y="3918957"/>
                  </a:lnTo>
                  <a:lnTo>
                    <a:pt x="4630052" y="3913364"/>
                  </a:lnTo>
                  <a:lnTo>
                    <a:pt x="4685013" y="3905135"/>
                  </a:lnTo>
                  <a:lnTo>
                    <a:pt x="4752041" y="3893964"/>
                  </a:lnTo>
                  <a:lnTo>
                    <a:pt x="4828506" y="3879695"/>
                  </a:lnTo>
                  <a:lnTo>
                    <a:pt x="4911190" y="3862291"/>
                  </a:lnTo>
                  <a:lnTo>
                    <a:pt x="4996820" y="3841799"/>
                  </a:lnTo>
                  <a:lnTo>
                    <a:pt x="5082489" y="3818285"/>
                  </a:lnTo>
                  <a:lnTo>
                    <a:pt x="5165908" y="3791789"/>
                  </a:lnTo>
                  <a:lnTo>
                    <a:pt x="5245489" y="3762282"/>
                  </a:lnTo>
                  <a:lnTo>
                    <a:pt x="5320306" y="3729643"/>
                  </a:lnTo>
                  <a:lnTo>
                    <a:pt x="5389984" y="3693643"/>
                  </a:lnTo>
                  <a:lnTo>
                    <a:pt x="5454565" y="3653944"/>
                  </a:lnTo>
                  <a:lnTo>
                    <a:pt x="5514387" y="3610107"/>
                  </a:lnTo>
                  <a:lnTo>
                    <a:pt x="5569976" y="3561600"/>
                  </a:lnTo>
                  <a:lnTo>
                    <a:pt x="5621968" y="3507823"/>
                  </a:lnTo>
                  <a:lnTo>
                    <a:pt x="5671046" y="3448152"/>
                  </a:lnTo>
                  <a:lnTo>
                    <a:pt x="5717887" y="3382003"/>
                  </a:lnTo>
                  <a:lnTo>
                    <a:pt x="5763123" y="3308952"/>
                  </a:lnTo>
                  <a:lnTo>
                    <a:pt x="5784835" y="3270653"/>
                  </a:lnTo>
                  <a:lnTo>
                    <a:pt x="5817382" y="3209401"/>
                  </a:lnTo>
                  <a:lnTo>
                    <a:pt x="5849640" y="3144235"/>
                  </a:lnTo>
                  <a:lnTo>
                    <a:pt x="5881763" y="3075076"/>
                  </a:lnTo>
                  <a:lnTo>
                    <a:pt x="5913876" y="3001891"/>
                  </a:lnTo>
                  <a:lnTo>
                    <a:pt x="5946078" y="2924699"/>
                  </a:lnTo>
                  <a:lnTo>
                    <a:pt x="5978446" y="2843574"/>
                  </a:lnTo>
                  <a:lnTo>
                    <a:pt x="6011033" y="2758653"/>
                  </a:lnTo>
                  <a:lnTo>
                    <a:pt x="6043874" y="2670133"/>
                  </a:lnTo>
                  <a:lnTo>
                    <a:pt x="6076983" y="2578273"/>
                  </a:lnTo>
                  <a:lnTo>
                    <a:pt x="6110360" y="2483397"/>
                  </a:lnTo>
                  <a:lnTo>
                    <a:pt x="6143988" y="2385885"/>
                  </a:lnTo>
                  <a:lnTo>
                    <a:pt x="6177835" y="2286175"/>
                  </a:lnTo>
                  <a:lnTo>
                    <a:pt x="6211859" y="2184748"/>
                  </a:lnTo>
                  <a:lnTo>
                    <a:pt x="6246011" y="2082123"/>
                  </a:lnTo>
                  <a:lnTo>
                    <a:pt x="6280233" y="1978848"/>
                  </a:lnTo>
                  <a:lnTo>
                    <a:pt x="6314465" y="1875483"/>
                  </a:lnTo>
                  <a:lnTo>
                    <a:pt x="6348645" y="1772591"/>
                  </a:lnTo>
                  <a:lnTo>
                    <a:pt x="6382716" y="1670725"/>
                  </a:lnTo>
                  <a:lnTo>
                    <a:pt x="6416625" y="1570414"/>
                  </a:lnTo>
                  <a:lnTo>
                    <a:pt x="6450326" y="1472153"/>
                  </a:lnTo>
                  <a:lnTo>
                    <a:pt x="6483785" y="1376394"/>
                  </a:lnTo>
                  <a:lnTo>
                    <a:pt x="6516981" y="1283536"/>
                  </a:lnTo>
                  <a:lnTo>
                    <a:pt x="6549906" y="1193922"/>
                  </a:lnTo>
                  <a:lnTo>
                    <a:pt x="6582571" y="1107831"/>
                  </a:lnTo>
                  <a:lnTo>
                    <a:pt x="6615004" y="1025481"/>
                  </a:lnTo>
                  <a:lnTo>
                    <a:pt x="6647252" y="947026"/>
                  </a:lnTo>
                  <a:lnTo>
                    <a:pt x="6679384" y="872561"/>
                  </a:lnTo>
                  <a:lnTo>
                    <a:pt x="6711491" y="802122"/>
                  </a:lnTo>
                  <a:lnTo>
                    <a:pt x="6743691" y="735692"/>
                  </a:lnTo>
                  <a:lnTo>
                    <a:pt x="6776127" y="673206"/>
                  </a:lnTo>
                  <a:lnTo>
                    <a:pt x="6786527" y="654130"/>
                  </a:lnTo>
                  <a:lnTo>
                    <a:pt x="6831179" y="577640"/>
                  </a:lnTo>
                  <a:lnTo>
                    <a:pt x="6877162" y="508152"/>
                  </a:lnTo>
                  <a:lnTo>
                    <a:pt x="6925062" y="445378"/>
                  </a:lnTo>
                  <a:lnTo>
                    <a:pt x="6975542" y="388795"/>
                  </a:lnTo>
                  <a:lnTo>
                    <a:pt x="7029288" y="337787"/>
                  </a:lnTo>
                  <a:lnTo>
                    <a:pt x="7086965" y="291737"/>
                  </a:lnTo>
                  <a:lnTo>
                    <a:pt x="7149162" y="250075"/>
                  </a:lnTo>
                  <a:lnTo>
                    <a:pt x="7216320" y="212314"/>
                  </a:lnTo>
                  <a:lnTo>
                    <a:pt x="7288640" y="178066"/>
                  </a:lnTo>
                  <a:lnTo>
                    <a:pt x="7365969" y="147048"/>
                  </a:lnTo>
                  <a:lnTo>
                    <a:pt x="7447666" y="119089"/>
                  </a:lnTo>
                  <a:lnTo>
                    <a:pt x="7532477" y="94114"/>
                  </a:lnTo>
                  <a:lnTo>
                    <a:pt x="7618455" y="72135"/>
                  </a:lnTo>
                  <a:lnTo>
                    <a:pt x="7702974" y="53212"/>
                  </a:lnTo>
                  <a:lnTo>
                    <a:pt x="7782899" y="37408"/>
                  </a:lnTo>
                  <a:lnTo>
                    <a:pt x="7854922" y="24732"/>
                  </a:lnTo>
                  <a:lnTo>
                    <a:pt x="7916057" y="15093"/>
                  </a:lnTo>
                  <a:lnTo>
                    <a:pt x="7964177" y="8257"/>
                  </a:lnTo>
                  <a:lnTo>
                    <a:pt x="7998456" y="3850"/>
                  </a:lnTo>
                  <a:lnTo>
                    <a:pt x="8019600" y="1380"/>
                  </a:lnTo>
                  <a:lnTo>
                    <a:pt x="8029831" y="291"/>
                  </a:lnTo>
                  <a:lnTo>
                    <a:pt x="8032707" y="10"/>
                  </a:lnTo>
                  <a:lnTo>
                    <a:pt x="8032819" y="0"/>
                  </a:lnTo>
                  <a:lnTo>
                    <a:pt x="8554953" y="0"/>
                  </a:lnTo>
                  <a:lnTo>
                    <a:pt x="8554953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43" name="pl43"/>
            <p:cNvSpPr/>
            <p:nvPr/>
          </p:nvSpPr>
          <p:spPr>
            <a:xfrm>
              <a:off x="386606" y="1829322"/>
              <a:ext cx="8554953" cy="3924783"/>
            </a:xfrm>
            <a:custGeom>
              <a:avLst/>
              <a:pathLst>
                <a:path w="8554953" h="3924783">
                  <a:moveTo>
                    <a:pt x="8554953" y="0"/>
                  </a:moveTo>
                  <a:lnTo>
                    <a:pt x="8032819" y="0"/>
                  </a:lnTo>
                  <a:lnTo>
                    <a:pt x="8031891" y="87"/>
                  </a:lnTo>
                  <a:lnTo>
                    <a:pt x="8025777" y="710"/>
                  </a:lnTo>
                  <a:lnTo>
                    <a:pt x="8010337" y="2433"/>
                  </a:lnTo>
                  <a:lnTo>
                    <a:pt x="7982669" y="5826"/>
                  </a:lnTo>
                  <a:lnTo>
                    <a:pt x="7941310" y="11419"/>
                  </a:lnTo>
                  <a:lnTo>
                    <a:pt x="7886349" y="19648"/>
                  </a:lnTo>
                  <a:lnTo>
                    <a:pt x="7819321" y="30818"/>
                  </a:lnTo>
                  <a:lnTo>
                    <a:pt x="7742856" y="45088"/>
                  </a:lnTo>
                  <a:lnTo>
                    <a:pt x="7660172" y="62491"/>
                  </a:lnTo>
                  <a:lnTo>
                    <a:pt x="7574542" y="82984"/>
                  </a:lnTo>
                  <a:lnTo>
                    <a:pt x="7488873" y="106498"/>
                  </a:lnTo>
                  <a:lnTo>
                    <a:pt x="7405454" y="132994"/>
                  </a:lnTo>
                  <a:lnTo>
                    <a:pt x="7325873" y="162501"/>
                  </a:lnTo>
                  <a:lnTo>
                    <a:pt x="7251056" y="195140"/>
                  </a:lnTo>
                  <a:lnTo>
                    <a:pt x="7181378" y="231140"/>
                  </a:lnTo>
                  <a:lnTo>
                    <a:pt x="7116797" y="270839"/>
                  </a:lnTo>
                  <a:lnTo>
                    <a:pt x="7056975" y="314676"/>
                  </a:lnTo>
                  <a:lnTo>
                    <a:pt x="7001386" y="363183"/>
                  </a:lnTo>
                  <a:lnTo>
                    <a:pt x="6949394" y="416960"/>
                  </a:lnTo>
                  <a:lnTo>
                    <a:pt x="6900316" y="476631"/>
                  </a:lnTo>
                  <a:lnTo>
                    <a:pt x="6853475" y="542780"/>
                  </a:lnTo>
                  <a:lnTo>
                    <a:pt x="6808238" y="615831"/>
                  </a:lnTo>
                  <a:lnTo>
                    <a:pt x="6786527" y="654130"/>
                  </a:lnTo>
                  <a:lnTo>
                    <a:pt x="6753980" y="715382"/>
                  </a:lnTo>
                  <a:lnTo>
                    <a:pt x="6721722" y="780548"/>
                  </a:lnTo>
                  <a:lnTo>
                    <a:pt x="6689599" y="849707"/>
                  </a:lnTo>
                  <a:lnTo>
                    <a:pt x="6657486" y="922892"/>
                  </a:lnTo>
                  <a:lnTo>
                    <a:pt x="6625284" y="1000084"/>
                  </a:lnTo>
                  <a:lnTo>
                    <a:pt x="6592916" y="1081209"/>
                  </a:lnTo>
                  <a:lnTo>
                    <a:pt x="6560329" y="1166130"/>
                  </a:lnTo>
                  <a:lnTo>
                    <a:pt x="6527488" y="1254650"/>
                  </a:lnTo>
                  <a:lnTo>
                    <a:pt x="6494379" y="1346510"/>
                  </a:lnTo>
                  <a:lnTo>
                    <a:pt x="6461002" y="1441386"/>
                  </a:lnTo>
                  <a:lnTo>
                    <a:pt x="6427374" y="1538897"/>
                  </a:lnTo>
                  <a:lnTo>
                    <a:pt x="6393527" y="1638608"/>
                  </a:lnTo>
                  <a:lnTo>
                    <a:pt x="6359503" y="1740035"/>
                  </a:lnTo>
                  <a:lnTo>
                    <a:pt x="6325351" y="1842660"/>
                  </a:lnTo>
                  <a:lnTo>
                    <a:pt x="6291129" y="1945935"/>
                  </a:lnTo>
                  <a:lnTo>
                    <a:pt x="6256897" y="2049300"/>
                  </a:lnTo>
                  <a:lnTo>
                    <a:pt x="6222717" y="2152192"/>
                  </a:lnTo>
                  <a:lnTo>
                    <a:pt x="6188646" y="2254058"/>
                  </a:lnTo>
                  <a:lnTo>
                    <a:pt x="6154737" y="2354369"/>
                  </a:lnTo>
                  <a:lnTo>
                    <a:pt x="6121036" y="2452630"/>
                  </a:lnTo>
                  <a:lnTo>
                    <a:pt x="6087577" y="2548389"/>
                  </a:lnTo>
                  <a:lnTo>
                    <a:pt x="6054381" y="2641246"/>
                  </a:lnTo>
                  <a:lnTo>
                    <a:pt x="6021456" y="2730861"/>
                  </a:lnTo>
                  <a:lnTo>
                    <a:pt x="5988791" y="2816952"/>
                  </a:lnTo>
                  <a:lnTo>
                    <a:pt x="5956358" y="2899302"/>
                  </a:lnTo>
                  <a:lnTo>
                    <a:pt x="5924110" y="2977757"/>
                  </a:lnTo>
                  <a:lnTo>
                    <a:pt x="5891978" y="3052222"/>
                  </a:lnTo>
                  <a:lnTo>
                    <a:pt x="5859871" y="3122661"/>
                  </a:lnTo>
                  <a:lnTo>
                    <a:pt x="5827671" y="3189091"/>
                  </a:lnTo>
                  <a:lnTo>
                    <a:pt x="5795235" y="3251577"/>
                  </a:lnTo>
                  <a:lnTo>
                    <a:pt x="5784835" y="3270653"/>
                  </a:lnTo>
                  <a:lnTo>
                    <a:pt x="5740183" y="3347143"/>
                  </a:lnTo>
                  <a:lnTo>
                    <a:pt x="5694200" y="3416631"/>
                  </a:lnTo>
                  <a:lnTo>
                    <a:pt x="5646300" y="3479405"/>
                  </a:lnTo>
                  <a:lnTo>
                    <a:pt x="5595820" y="3535988"/>
                  </a:lnTo>
                  <a:lnTo>
                    <a:pt x="5542074" y="3586996"/>
                  </a:lnTo>
                  <a:lnTo>
                    <a:pt x="5484397" y="3633046"/>
                  </a:lnTo>
                  <a:lnTo>
                    <a:pt x="5422200" y="3674708"/>
                  </a:lnTo>
                  <a:lnTo>
                    <a:pt x="5355042" y="3712469"/>
                  </a:lnTo>
                  <a:lnTo>
                    <a:pt x="5282722" y="3746717"/>
                  </a:lnTo>
                  <a:lnTo>
                    <a:pt x="5205393" y="3777735"/>
                  </a:lnTo>
                  <a:lnTo>
                    <a:pt x="5123696" y="3805694"/>
                  </a:lnTo>
                  <a:lnTo>
                    <a:pt x="5038885" y="3830669"/>
                  </a:lnTo>
                  <a:lnTo>
                    <a:pt x="4952907" y="3852647"/>
                  </a:lnTo>
                  <a:lnTo>
                    <a:pt x="4868388" y="3871571"/>
                  </a:lnTo>
                  <a:lnTo>
                    <a:pt x="4788463" y="3887375"/>
                  </a:lnTo>
                  <a:lnTo>
                    <a:pt x="4716440" y="3900050"/>
                  </a:lnTo>
                  <a:lnTo>
                    <a:pt x="4655305" y="3909690"/>
                  </a:lnTo>
                  <a:lnTo>
                    <a:pt x="4607185" y="3916526"/>
                  </a:lnTo>
                  <a:lnTo>
                    <a:pt x="4572906" y="3920933"/>
                  </a:lnTo>
                  <a:lnTo>
                    <a:pt x="4551762" y="3923403"/>
                  </a:lnTo>
                  <a:lnTo>
                    <a:pt x="4541531" y="3924492"/>
                  </a:lnTo>
                  <a:lnTo>
                    <a:pt x="4538654" y="3924773"/>
                  </a:lnTo>
                  <a:lnTo>
                    <a:pt x="4538543" y="3924783"/>
                  </a:lnTo>
                  <a:lnTo>
                    <a:pt x="4016409" y="3924783"/>
                  </a:lnTo>
                  <a:lnTo>
                    <a:pt x="4015241" y="3924710"/>
                  </a:lnTo>
                  <a:lnTo>
                    <a:pt x="4007586" y="3924190"/>
                  </a:lnTo>
                  <a:lnTo>
                    <a:pt x="3988396" y="3922750"/>
                  </a:lnTo>
                  <a:lnTo>
                    <a:pt x="3954356" y="3919921"/>
                  </a:lnTo>
                  <a:lnTo>
                    <a:pt x="3904171" y="3915280"/>
                  </a:lnTo>
                  <a:lnTo>
                    <a:pt x="3838651" y="3908500"/>
                  </a:lnTo>
                  <a:lnTo>
                    <a:pt x="3760410" y="3899383"/>
                  </a:lnTo>
                  <a:lnTo>
                    <a:pt x="3673238" y="3887855"/>
                  </a:lnTo>
                  <a:lnTo>
                    <a:pt x="3581304" y="3873931"/>
                  </a:lnTo>
                  <a:lnTo>
                    <a:pt x="3488462" y="3857666"/>
                  </a:lnTo>
                  <a:lnTo>
                    <a:pt x="3397799" y="3839101"/>
                  </a:lnTo>
                  <a:lnTo>
                    <a:pt x="3311450" y="3818221"/>
                  </a:lnTo>
                  <a:lnTo>
                    <a:pt x="3230642" y="3794930"/>
                  </a:lnTo>
                  <a:lnTo>
                    <a:pt x="3155844" y="3769037"/>
                  </a:lnTo>
                  <a:lnTo>
                    <a:pt x="3086963" y="3740251"/>
                  </a:lnTo>
                  <a:lnTo>
                    <a:pt x="3023523" y="3708193"/>
                  </a:lnTo>
                  <a:lnTo>
                    <a:pt x="2964817" y="3672403"/>
                  </a:lnTo>
                  <a:lnTo>
                    <a:pt x="2910015" y="3632371"/>
                  </a:lnTo>
                  <a:lnTo>
                    <a:pt x="2858252" y="3587582"/>
                  </a:lnTo>
                  <a:lnTo>
                    <a:pt x="2808692" y="3537607"/>
                  </a:lnTo>
                  <a:lnTo>
                    <a:pt x="2770117" y="3493716"/>
                  </a:lnTo>
                  <a:lnTo>
                    <a:pt x="2731575" y="3445589"/>
                  </a:lnTo>
                  <a:lnTo>
                    <a:pt x="2693398" y="3393824"/>
                  </a:lnTo>
                  <a:lnTo>
                    <a:pt x="2655341" y="3338346"/>
                  </a:lnTo>
                  <a:lnTo>
                    <a:pt x="2617218" y="3279146"/>
                  </a:lnTo>
                  <a:lnTo>
                    <a:pt x="2578889" y="3216284"/>
                  </a:lnTo>
                  <a:lnTo>
                    <a:pt x="2540256" y="3149897"/>
                  </a:lnTo>
                  <a:lnTo>
                    <a:pt x="2501265" y="3080204"/>
                  </a:lnTo>
                  <a:lnTo>
                    <a:pt x="2461894" y="3007504"/>
                  </a:lnTo>
                  <a:lnTo>
                    <a:pt x="2422158" y="2932177"/>
                  </a:lnTo>
                  <a:lnTo>
                    <a:pt x="2382098" y="2854676"/>
                  </a:lnTo>
                  <a:lnTo>
                    <a:pt x="2341778" y="2775518"/>
                  </a:lnTo>
                  <a:lnTo>
                    <a:pt x="2301284" y="2695272"/>
                  </a:lnTo>
                  <a:lnTo>
                    <a:pt x="2260709" y="2614539"/>
                  </a:lnTo>
                  <a:lnTo>
                    <a:pt x="2220157" y="2533937"/>
                  </a:lnTo>
                  <a:lnTo>
                    <a:pt x="2179725" y="2454078"/>
                  </a:lnTo>
                  <a:lnTo>
                    <a:pt x="2139506" y="2375553"/>
                  </a:lnTo>
                  <a:lnTo>
                    <a:pt x="2099575" y="2298909"/>
                  </a:lnTo>
                  <a:lnTo>
                    <a:pt x="2059990" y="2224639"/>
                  </a:lnTo>
                  <a:lnTo>
                    <a:pt x="2020780" y="2153166"/>
                  </a:lnTo>
                  <a:lnTo>
                    <a:pt x="1981944" y="2084836"/>
                  </a:lnTo>
                  <a:lnTo>
                    <a:pt x="1943448" y="2019915"/>
                  </a:lnTo>
                  <a:lnTo>
                    <a:pt x="1905220" y="1958586"/>
                  </a:lnTo>
                  <a:lnTo>
                    <a:pt x="1867145" y="1900953"/>
                  </a:lnTo>
                  <a:lnTo>
                    <a:pt x="1829063" y="1847047"/>
                  </a:lnTo>
                  <a:lnTo>
                    <a:pt x="1790765" y="1796829"/>
                  </a:lnTo>
                  <a:lnTo>
                    <a:pt x="1768425" y="1769446"/>
                  </a:lnTo>
                  <a:lnTo>
                    <a:pt x="1720096" y="1715151"/>
                  </a:lnTo>
                  <a:lnTo>
                    <a:pt x="1670159" y="1666237"/>
                  </a:lnTo>
                  <a:lnTo>
                    <a:pt x="1617858" y="1622437"/>
                  </a:lnTo>
                  <a:lnTo>
                    <a:pt x="1562346" y="1583293"/>
                  </a:lnTo>
                  <a:lnTo>
                    <a:pt x="1502759" y="1548287"/>
                  </a:lnTo>
                  <a:lnTo>
                    <a:pt x="1438284" y="1516917"/>
                  </a:lnTo>
                  <a:lnTo>
                    <a:pt x="1368249" y="1488737"/>
                  </a:lnTo>
                  <a:lnTo>
                    <a:pt x="1292244" y="1463383"/>
                  </a:lnTo>
                  <a:lnTo>
                    <a:pt x="1210271" y="1440585"/>
                  </a:lnTo>
                  <a:lnTo>
                    <a:pt x="1122936" y="1420172"/>
                  </a:lnTo>
                  <a:lnTo>
                    <a:pt x="1031636" y="1402065"/>
                  </a:lnTo>
                  <a:lnTo>
                    <a:pt x="938700" y="1386263"/>
                  </a:lnTo>
                  <a:lnTo>
                    <a:pt x="847390" y="1372814"/>
                  </a:lnTo>
                  <a:lnTo>
                    <a:pt x="761669" y="1361768"/>
                  </a:lnTo>
                  <a:lnTo>
                    <a:pt x="685691" y="1353127"/>
                  </a:lnTo>
                  <a:lnTo>
                    <a:pt x="623073" y="1346794"/>
                  </a:lnTo>
                  <a:lnTo>
                    <a:pt x="576113" y="1342544"/>
                  </a:lnTo>
                  <a:lnTo>
                    <a:pt x="545208" y="1340028"/>
                  </a:lnTo>
                  <a:lnTo>
                    <a:pt x="528645" y="1338811"/>
                  </a:lnTo>
                  <a:lnTo>
                    <a:pt x="522739" y="1338416"/>
                  </a:lnTo>
                  <a:lnTo>
                    <a:pt x="522133" y="1338379"/>
                  </a:lnTo>
                  <a:lnTo>
                    <a:pt x="0" y="1338379"/>
                  </a:lnTo>
                  <a:lnTo>
                    <a:pt x="0" y="1338379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44" name="pg44"/>
            <p:cNvSpPr/>
            <p:nvPr/>
          </p:nvSpPr>
          <p:spPr>
            <a:xfrm>
              <a:off x="386606" y="2207683"/>
              <a:ext cx="8554953" cy="3580306"/>
            </a:xfrm>
            <a:custGeom>
              <a:avLst/>
              <a:pathLst>
                <a:path w="8554953" h="3580306">
                  <a:moveTo>
                    <a:pt x="0" y="976960"/>
                  </a:moveTo>
                  <a:lnTo>
                    <a:pt x="522133" y="976960"/>
                  </a:lnTo>
                  <a:lnTo>
                    <a:pt x="523300" y="977033"/>
                  </a:lnTo>
                  <a:lnTo>
                    <a:pt x="530947" y="977557"/>
                  </a:lnTo>
                  <a:lnTo>
                    <a:pt x="550119" y="979004"/>
                  </a:lnTo>
                  <a:lnTo>
                    <a:pt x="584128" y="981849"/>
                  </a:lnTo>
                  <a:lnTo>
                    <a:pt x="634269" y="986516"/>
                  </a:lnTo>
                  <a:lnTo>
                    <a:pt x="699739" y="993334"/>
                  </a:lnTo>
                  <a:lnTo>
                    <a:pt x="777927" y="1002501"/>
                  </a:lnTo>
                  <a:lnTo>
                    <a:pt x="865051" y="1014095"/>
                  </a:lnTo>
                  <a:lnTo>
                    <a:pt x="956945" y="1028098"/>
                  </a:lnTo>
                  <a:lnTo>
                    <a:pt x="1049756" y="1044456"/>
                  </a:lnTo>
                  <a:lnTo>
                    <a:pt x="1140401" y="1063127"/>
                  </a:lnTo>
                  <a:lnTo>
                    <a:pt x="1226740" y="1084127"/>
                  </a:lnTo>
                  <a:lnTo>
                    <a:pt x="1307545" y="1107551"/>
                  </a:lnTo>
                  <a:lnTo>
                    <a:pt x="1382345" y="1133592"/>
                  </a:lnTo>
                  <a:lnTo>
                    <a:pt x="1451232" y="1162540"/>
                  </a:lnTo>
                  <a:lnTo>
                    <a:pt x="1514677" y="1194778"/>
                  </a:lnTo>
                  <a:lnTo>
                    <a:pt x="1573388" y="1230767"/>
                  </a:lnTo>
                  <a:lnTo>
                    <a:pt x="1628191" y="1271019"/>
                  </a:lnTo>
                  <a:lnTo>
                    <a:pt x="1679954" y="1316053"/>
                  </a:lnTo>
                  <a:lnTo>
                    <a:pt x="1729508" y="1366301"/>
                  </a:lnTo>
                  <a:lnTo>
                    <a:pt x="1768425" y="1410851"/>
                  </a:lnTo>
                  <a:lnTo>
                    <a:pt x="1806873" y="1459170"/>
                  </a:lnTo>
                  <a:lnTo>
                    <a:pt x="1844959" y="1511134"/>
                  </a:lnTo>
                  <a:lnTo>
                    <a:pt x="1882922" y="1566816"/>
                  </a:lnTo>
                  <a:lnTo>
                    <a:pt x="1920951" y="1626226"/>
                  </a:lnTo>
                  <a:lnTo>
                    <a:pt x="1959184" y="1689306"/>
                  </a:lnTo>
                  <a:lnTo>
                    <a:pt x="1997718" y="1755918"/>
                  </a:lnTo>
                  <a:lnTo>
                    <a:pt x="2036608" y="1825846"/>
                  </a:lnTo>
                  <a:lnTo>
                    <a:pt x="2075875" y="1898792"/>
                  </a:lnTo>
                  <a:lnTo>
                    <a:pt x="2115507" y="1974377"/>
                  </a:lnTo>
                  <a:lnTo>
                    <a:pt x="2155463" y="2052151"/>
                  </a:lnTo>
                  <a:lnTo>
                    <a:pt x="2195678" y="2131596"/>
                  </a:lnTo>
                  <a:lnTo>
                    <a:pt x="2236070" y="2212149"/>
                  </a:lnTo>
                  <a:lnTo>
                    <a:pt x="2276545" y="2293206"/>
                  </a:lnTo>
                  <a:lnTo>
                    <a:pt x="2317001" y="2374153"/>
                  </a:lnTo>
                  <a:lnTo>
                    <a:pt x="2357340" y="2454375"/>
                  </a:lnTo>
                  <a:lnTo>
                    <a:pt x="2397470" y="2533283"/>
                  </a:lnTo>
                  <a:lnTo>
                    <a:pt x="2437316" y="2610326"/>
                  </a:lnTo>
                  <a:lnTo>
                    <a:pt x="2476820" y="2685011"/>
                  </a:lnTo>
                  <a:lnTo>
                    <a:pt x="2515952" y="2756912"/>
                  </a:lnTo>
                  <a:lnTo>
                    <a:pt x="2554710" y="2825679"/>
                  </a:lnTo>
                  <a:lnTo>
                    <a:pt x="2593127" y="2891042"/>
                  </a:lnTo>
                  <a:lnTo>
                    <a:pt x="2631274" y="2952815"/>
                  </a:lnTo>
                  <a:lnTo>
                    <a:pt x="2669260" y="3010889"/>
                  </a:lnTo>
                  <a:lnTo>
                    <a:pt x="2707243" y="3065230"/>
                  </a:lnTo>
                  <a:lnTo>
                    <a:pt x="2745428" y="3115872"/>
                  </a:lnTo>
                  <a:lnTo>
                    <a:pt x="2770117" y="3146415"/>
                  </a:lnTo>
                  <a:lnTo>
                    <a:pt x="2818429" y="3201048"/>
                  </a:lnTo>
                  <a:lnTo>
                    <a:pt x="2868347" y="3250268"/>
                  </a:lnTo>
                  <a:lnTo>
                    <a:pt x="2920628" y="3294344"/>
                  </a:lnTo>
                  <a:lnTo>
                    <a:pt x="2976116" y="3333736"/>
                  </a:lnTo>
                  <a:lnTo>
                    <a:pt x="3035675" y="3368964"/>
                  </a:lnTo>
                  <a:lnTo>
                    <a:pt x="3100117" y="3400536"/>
                  </a:lnTo>
                  <a:lnTo>
                    <a:pt x="3170114" y="3428897"/>
                  </a:lnTo>
                  <a:lnTo>
                    <a:pt x="3246076" y="3454416"/>
                  </a:lnTo>
                  <a:lnTo>
                    <a:pt x="3328003" y="3477362"/>
                  </a:lnTo>
                  <a:lnTo>
                    <a:pt x="3415292" y="3497909"/>
                  </a:lnTo>
                  <a:lnTo>
                    <a:pt x="3506549" y="3516137"/>
                  </a:lnTo>
                  <a:lnTo>
                    <a:pt x="3599452" y="3532046"/>
                  </a:lnTo>
                  <a:lnTo>
                    <a:pt x="3690745" y="3545590"/>
                  </a:lnTo>
                  <a:lnTo>
                    <a:pt x="3776473" y="3556715"/>
                  </a:lnTo>
                  <a:lnTo>
                    <a:pt x="3852483" y="3565422"/>
                  </a:lnTo>
                  <a:lnTo>
                    <a:pt x="3915160" y="3571806"/>
                  </a:lnTo>
                  <a:lnTo>
                    <a:pt x="3962198" y="3576094"/>
                  </a:lnTo>
                  <a:lnTo>
                    <a:pt x="3993187" y="3578634"/>
                  </a:lnTo>
                  <a:lnTo>
                    <a:pt x="4009827" y="3579867"/>
                  </a:lnTo>
                  <a:lnTo>
                    <a:pt x="4015787" y="3580267"/>
                  </a:lnTo>
                  <a:lnTo>
                    <a:pt x="4016409" y="3580306"/>
                  </a:lnTo>
                  <a:lnTo>
                    <a:pt x="4538543" y="3580306"/>
                  </a:lnTo>
                  <a:lnTo>
                    <a:pt x="4539634" y="3580212"/>
                  </a:lnTo>
                  <a:lnTo>
                    <a:pt x="4546795" y="3579541"/>
                  </a:lnTo>
                  <a:lnTo>
                    <a:pt x="4564787" y="3577687"/>
                  </a:lnTo>
                  <a:lnTo>
                    <a:pt x="4596805" y="3574041"/>
                  </a:lnTo>
                  <a:lnTo>
                    <a:pt x="4644214" y="3568050"/>
                  </a:lnTo>
                  <a:lnTo>
                    <a:pt x="4706456" y="3559277"/>
                  </a:lnTo>
                  <a:lnTo>
                    <a:pt x="4781271" y="3547447"/>
                  </a:lnTo>
                  <a:lnTo>
                    <a:pt x="4865240" y="3532440"/>
                  </a:lnTo>
                  <a:lnTo>
                    <a:pt x="4954479" y="3514263"/>
                  </a:lnTo>
                  <a:lnTo>
                    <a:pt x="5045291" y="3492981"/>
                  </a:lnTo>
                  <a:lnTo>
                    <a:pt x="5134619" y="3468657"/>
                  </a:lnTo>
                  <a:lnTo>
                    <a:pt x="5220253" y="3441293"/>
                  </a:lnTo>
                  <a:lnTo>
                    <a:pt x="5300836" y="3410796"/>
                  </a:lnTo>
                  <a:lnTo>
                    <a:pt x="5375749" y="3376954"/>
                  </a:lnTo>
                  <a:lnTo>
                    <a:pt x="5444936" y="3339433"/>
                  </a:lnTo>
                  <a:lnTo>
                    <a:pt x="5508740" y="3297781"/>
                  </a:lnTo>
                  <a:lnTo>
                    <a:pt x="5567757" y="3251436"/>
                  </a:lnTo>
                  <a:lnTo>
                    <a:pt x="5622730" y="3199762"/>
                  </a:lnTo>
                  <a:lnTo>
                    <a:pt x="5674461" y="3142088"/>
                  </a:lnTo>
                  <a:lnTo>
                    <a:pt x="5723750" y="3077793"/>
                  </a:lnTo>
                  <a:lnTo>
                    <a:pt x="5771330" y="3006450"/>
                  </a:lnTo>
                  <a:lnTo>
                    <a:pt x="5784835" y="2984529"/>
                  </a:lnTo>
                  <a:lnTo>
                    <a:pt x="5818711" y="2926375"/>
                  </a:lnTo>
                  <a:lnTo>
                    <a:pt x="5852281" y="2864354"/>
                  </a:lnTo>
                  <a:lnTo>
                    <a:pt x="5885717" y="2798387"/>
                  </a:lnTo>
                  <a:lnTo>
                    <a:pt x="5919156" y="2728446"/>
                  </a:lnTo>
                  <a:lnTo>
                    <a:pt x="5952707" y="2654557"/>
                  </a:lnTo>
                  <a:lnTo>
                    <a:pt x="5986452" y="2576811"/>
                  </a:lnTo>
                  <a:lnTo>
                    <a:pt x="6020445" y="2495359"/>
                  </a:lnTo>
                  <a:lnTo>
                    <a:pt x="6054719" y="2410421"/>
                  </a:lnTo>
                  <a:lnTo>
                    <a:pt x="6089287" y="2322286"/>
                  </a:lnTo>
                  <a:lnTo>
                    <a:pt x="6124139" y="2231306"/>
                  </a:lnTo>
                  <a:lnTo>
                    <a:pt x="6159250" y="2137897"/>
                  </a:lnTo>
                  <a:lnTo>
                    <a:pt x="6194580" y="2042526"/>
                  </a:lnTo>
                  <a:lnTo>
                    <a:pt x="6230076" y="1945710"/>
                  </a:lnTo>
                  <a:lnTo>
                    <a:pt x="6265678" y="1847997"/>
                  </a:lnTo>
                  <a:lnTo>
                    <a:pt x="6301319" y="1749959"/>
                  </a:lnTo>
                  <a:lnTo>
                    <a:pt x="6336929" y="1652176"/>
                  </a:lnTo>
                  <a:lnTo>
                    <a:pt x="6372442" y="1555219"/>
                  </a:lnTo>
                  <a:lnTo>
                    <a:pt x="6407795" y="1459643"/>
                  </a:lnTo>
                  <a:lnTo>
                    <a:pt x="6442935" y="1365967"/>
                  </a:lnTo>
                  <a:lnTo>
                    <a:pt x="6477821" y="1274666"/>
                  </a:lnTo>
                  <a:lnTo>
                    <a:pt x="6512424" y="1186162"/>
                  </a:lnTo>
                  <a:lnTo>
                    <a:pt x="6546734" y="1100817"/>
                  </a:lnTo>
                  <a:lnTo>
                    <a:pt x="6580760" y="1018924"/>
                  </a:lnTo>
                  <a:lnTo>
                    <a:pt x="6614533" y="940714"/>
                  </a:lnTo>
                  <a:lnTo>
                    <a:pt x="6648104" y="866347"/>
                  </a:lnTo>
                  <a:lnTo>
                    <a:pt x="6681552" y="795919"/>
                  </a:lnTo>
                  <a:lnTo>
                    <a:pt x="6714981" y="729466"/>
                  </a:lnTo>
                  <a:lnTo>
                    <a:pt x="6748526" y="666965"/>
                  </a:lnTo>
                  <a:lnTo>
                    <a:pt x="6782354" y="608343"/>
                  </a:lnTo>
                  <a:lnTo>
                    <a:pt x="6786527" y="601423"/>
                  </a:lnTo>
                  <a:lnTo>
                    <a:pt x="6833732" y="528019"/>
                  </a:lnTo>
                  <a:lnTo>
                    <a:pt x="6882457" y="461720"/>
                  </a:lnTo>
                  <a:lnTo>
                    <a:pt x="6933403" y="402193"/>
                  </a:lnTo>
                  <a:lnTo>
                    <a:pt x="6987357" y="348855"/>
                  </a:lnTo>
                  <a:lnTo>
                    <a:pt x="7045126" y="301041"/>
                  </a:lnTo>
                  <a:lnTo>
                    <a:pt x="7107479" y="258095"/>
                  </a:lnTo>
                  <a:lnTo>
                    <a:pt x="7175063" y="219434"/>
                  </a:lnTo>
                  <a:lnTo>
                    <a:pt x="7248308" y="184569"/>
                  </a:lnTo>
                  <a:lnTo>
                    <a:pt x="7327290" y="153134"/>
                  </a:lnTo>
                  <a:lnTo>
                    <a:pt x="7411570" y="124880"/>
                  </a:lnTo>
                  <a:lnTo>
                    <a:pt x="7500020" y="99682"/>
                  </a:lnTo>
                  <a:lnTo>
                    <a:pt x="7590682" y="77517"/>
                  </a:lnTo>
                  <a:lnTo>
                    <a:pt x="7680733" y="58436"/>
                  </a:lnTo>
                  <a:lnTo>
                    <a:pt x="7766624" y="42510"/>
                  </a:lnTo>
                  <a:lnTo>
                    <a:pt x="7844467" y="29768"/>
                  </a:lnTo>
                  <a:lnTo>
                    <a:pt x="7910634" y="20134"/>
                  </a:lnTo>
                  <a:lnTo>
                    <a:pt x="7962464" y="13378"/>
                  </a:lnTo>
                  <a:lnTo>
                    <a:pt x="7998869" y="9108"/>
                  </a:lnTo>
                  <a:lnTo>
                    <a:pt x="8020658" y="6798"/>
                  </a:lnTo>
                  <a:lnTo>
                    <a:pt x="8030521" y="5849"/>
                  </a:lnTo>
                  <a:lnTo>
                    <a:pt x="8032819" y="5647"/>
                  </a:lnTo>
                  <a:lnTo>
                    <a:pt x="8554953" y="5647"/>
                  </a:lnTo>
                  <a:lnTo>
                    <a:pt x="8554953" y="0"/>
                  </a:lnTo>
                  <a:lnTo>
                    <a:pt x="8032819" y="0"/>
                  </a:lnTo>
                  <a:lnTo>
                    <a:pt x="8031728" y="93"/>
                  </a:lnTo>
                  <a:lnTo>
                    <a:pt x="8024567" y="764"/>
                  </a:lnTo>
                  <a:lnTo>
                    <a:pt x="8006575" y="2618"/>
                  </a:lnTo>
                  <a:lnTo>
                    <a:pt x="7974557" y="6264"/>
                  </a:lnTo>
                  <a:lnTo>
                    <a:pt x="7927148" y="12256"/>
                  </a:lnTo>
                  <a:lnTo>
                    <a:pt x="7864906" y="21028"/>
                  </a:lnTo>
                  <a:lnTo>
                    <a:pt x="7790091" y="32859"/>
                  </a:lnTo>
                  <a:lnTo>
                    <a:pt x="7706122" y="47865"/>
                  </a:lnTo>
                  <a:lnTo>
                    <a:pt x="7616883" y="66042"/>
                  </a:lnTo>
                  <a:lnTo>
                    <a:pt x="7526071" y="87324"/>
                  </a:lnTo>
                  <a:lnTo>
                    <a:pt x="7436743" y="111648"/>
                  </a:lnTo>
                  <a:lnTo>
                    <a:pt x="7351109" y="139012"/>
                  </a:lnTo>
                  <a:lnTo>
                    <a:pt x="7270526" y="169510"/>
                  </a:lnTo>
                  <a:lnTo>
                    <a:pt x="7195613" y="203352"/>
                  </a:lnTo>
                  <a:lnTo>
                    <a:pt x="7126426" y="240872"/>
                  </a:lnTo>
                  <a:lnTo>
                    <a:pt x="7062622" y="282525"/>
                  </a:lnTo>
                  <a:lnTo>
                    <a:pt x="7003605" y="328869"/>
                  </a:lnTo>
                  <a:lnTo>
                    <a:pt x="6948632" y="380543"/>
                  </a:lnTo>
                  <a:lnTo>
                    <a:pt x="6896900" y="438218"/>
                  </a:lnTo>
                  <a:lnTo>
                    <a:pt x="6847612" y="502513"/>
                  </a:lnTo>
                  <a:lnTo>
                    <a:pt x="6800032" y="573855"/>
                  </a:lnTo>
                  <a:lnTo>
                    <a:pt x="6786527" y="595776"/>
                  </a:lnTo>
                  <a:lnTo>
                    <a:pt x="6752651" y="653930"/>
                  </a:lnTo>
                  <a:lnTo>
                    <a:pt x="6719081" y="715951"/>
                  </a:lnTo>
                  <a:lnTo>
                    <a:pt x="6685645" y="781918"/>
                  </a:lnTo>
                  <a:lnTo>
                    <a:pt x="6652206" y="851860"/>
                  </a:lnTo>
                  <a:lnTo>
                    <a:pt x="6618655" y="925748"/>
                  </a:lnTo>
                  <a:lnTo>
                    <a:pt x="6584910" y="1003495"/>
                  </a:lnTo>
                  <a:lnTo>
                    <a:pt x="6550917" y="1084947"/>
                  </a:lnTo>
                  <a:lnTo>
                    <a:pt x="6516643" y="1169884"/>
                  </a:lnTo>
                  <a:lnTo>
                    <a:pt x="6482075" y="1258019"/>
                  </a:lnTo>
                  <a:lnTo>
                    <a:pt x="6447223" y="1348999"/>
                  </a:lnTo>
                  <a:lnTo>
                    <a:pt x="6412112" y="1442409"/>
                  </a:lnTo>
                  <a:lnTo>
                    <a:pt x="6376782" y="1537779"/>
                  </a:lnTo>
                  <a:lnTo>
                    <a:pt x="6341286" y="1634596"/>
                  </a:lnTo>
                  <a:lnTo>
                    <a:pt x="6305684" y="1732308"/>
                  </a:lnTo>
                  <a:lnTo>
                    <a:pt x="6270043" y="1830346"/>
                  </a:lnTo>
                  <a:lnTo>
                    <a:pt x="6234433" y="1928130"/>
                  </a:lnTo>
                  <a:lnTo>
                    <a:pt x="6198920" y="2025086"/>
                  </a:lnTo>
                  <a:lnTo>
                    <a:pt x="6163567" y="2120662"/>
                  </a:lnTo>
                  <a:lnTo>
                    <a:pt x="6128426" y="2214338"/>
                  </a:lnTo>
                  <a:lnTo>
                    <a:pt x="6093541" y="2305639"/>
                  </a:lnTo>
                  <a:lnTo>
                    <a:pt x="6058938" y="2394143"/>
                  </a:lnTo>
                  <a:lnTo>
                    <a:pt x="6024628" y="2479489"/>
                  </a:lnTo>
                  <a:lnTo>
                    <a:pt x="5990602" y="2561381"/>
                  </a:lnTo>
                  <a:lnTo>
                    <a:pt x="5956829" y="2639591"/>
                  </a:lnTo>
                  <a:lnTo>
                    <a:pt x="5923258" y="2713958"/>
                  </a:lnTo>
                  <a:lnTo>
                    <a:pt x="5889810" y="2784386"/>
                  </a:lnTo>
                  <a:lnTo>
                    <a:pt x="5856381" y="2850839"/>
                  </a:lnTo>
                  <a:lnTo>
                    <a:pt x="5822836" y="2913341"/>
                  </a:lnTo>
                  <a:lnTo>
                    <a:pt x="5789008" y="2971963"/>
                  </a:lnTo>
                  <a:lnTo>
                    <a:pt x="5784835" y="2978882"/>
                  </a:lnTo>
                  <a:lnTo>
                    <a:pt x="5737630" y="3052287"/>
                  </a:lnTo>
                  <a:lnTo>
                    <a:pt x="5688905" y="3118585"/>
                  </a:lnTo>
                  <a:lnTo>
                    <a:pt x="5637959" y="3178113"/>
                  </a:lnTo>
                  <a:lnTo>
                    <a:pt x="5584005" y="3231450"/>
                  </a:lnTo>
                  <a:lnTo>
                    <a:pt x="5526236" y="3279265"/>
                  </a:lnTo>
                  <a:lnTo>
                    <a:pt x="5463883" y="3322210"/>
                  </a:lnTo>
                  <a:lnTo>
                    <a:pt x="5396299" y="3360872"/>
                  </a:lnTo>
                  <a:lnTo>
                    <a:pt x="5323054" y="3395736"/>
                  </a:lnTo>
                  <a:lnTo>
                    <a:pt x="5244072" y="3427172"/>
                  </a:lnTo>
                  <a:lnTo>
                    <a:pt x="5159792" y="3455426"/>
                  </a:lnTo>
                  <a:lnTo>
                    <a:pt x="5071342" y="3480624"/>
                  </a:lnTo>
                  <a:lnTo>
                    <a:pt x="4980680" y="3502788"/>
                  </a:lnTo>
                  <a:lnTo>
                    <a:pt x="4890629" y="3521870"/>
                  </a:lnTo>
                  <a:lnTo>
                    <a:pt x="4804738" y="3537796"/>
                  </a:lnTo>
                  <a:lnTo>
                    <a:pt x="4726895" y="3550537"/>
                  </a:lnTo>
                  <a:lnTo>
                    <a:pt x="4660728" y="3560171"/>
                  </a:lnTo>
                  <a:lnTo>
                    <a:pt x="4608898" y="3566927"/>
                  </a:lnTo>
                  <a:lnTo>
                    <a:pt x="4572493" y="3571198"/>
                  </a:lnTo>
                  <a:lnTo>
                    <a:pt x="4550704" y="3573508"/>
                  </a:lnTo>
                  <a:lnTo>
                    <a:pt x="4540841" y="3574457"/>
                  </a:lnTo>
                  <a:lnTo>
                    <a:pt x="4538543" y="3574659"/>
                  </a:lnTo>
                  <a:lnTo>
                    <a:pt x="4016409" y="3574659"/>
                  </a:lnTo>
                  <a:lnTo>
                    <a:pt x="4015242" y="3574585"/>
                  </a:lnTo>
                  <a:lnTo>
                    <a:pt x="4007595" y="3574062"/>
                  </a:lnTo>
                  <a:lnTo>
                    <a:pt x="3988423" y="3572615"/>
                  </a:lnTo>
                  <a:lnTo>
                    <a:pt x="3954415" y="3569770"/>
                  </a:lnTo>
                  <a:lnTo>
                    <a:pt x="3904273" y="3565103"/>
                  </a:lnTo>
                  <a:lnTo>
                    <a:pt x="3838803" y="3558285"/>
                  </a:lnTo>
                  <a:lnTo>
                    <a:pt x="3760615" y="3549118"/>
                  </a:lnTo>
                  <a:lnTo>
                    <a:pt x="3673491" y="3537524"/>
                  </a:lnTo>
                  <a:lnTo>
                    <a:pt x="3581597" y="3523521"/>
                  </a:lnTo>
                  <a:lnTo>
                    <a:pt x="3488786" y="3507163"/>
                  </a:lnTo>
                  <a:lnTo>
                    <a:pt x="3398141" y="3488492"/>
                  </a:lnTo>
                  <a:lnTo>
                    <a:pt x="3311802" y="3467492"/>
                  </a:lnTo>
                  <a:lnTo>
                    <a:pt x="3230997" y="3444068"/>
                  </a:lnTo>
                  <a:lnTo>
                    <a:pt x="3156197" y="3418027"/>
                  </a:lnTo>
                  <a:lnTo>
                    <a:pt x="3087310" y="3389079"/>
                  </a:lnTo>
                  <a:lnTo>
                    <a:pt x="3023865" y="3356841"/>
                  </a:lnTo>
                  <a:lnTo>
                    <a:pt x="2965155" y="3320852"/>
                  </a:lnTo>
                  <a:lnTo>
                    <a:pt x="2910351" y="3280600"/>
                  </a:lnTo>
                  <a:lnTo>
                    <a:pt x="2858589" y="3235566"/>
                  </a:lnTo>
                  <a:lnTo>
                    <a:pt x="2809034" y="3185318"/>
                  </a:lnTo>
                  <a:lnTo>
                    <a:pt x="2770117" y="3140768"/>
                  </a:lnTo>
                  <a:lnTo>
                    <a:pt x="2731669" y="3092449"/>
                  </a:lnTo>
                  <a:lnTo>
                    <a:pt x="2693584" y="3040485"/>
                  </a:lnTo>
                  <a:lnTo>
                    <a:pt x="2655620" y="2984803"/>
                  </a:lnTo>
                  <a:lnTo>
                    <a:pt x="2617591" y="2925392"/>
                  </a:lnTo>
                  <a:lnTo>
                    <a:pt x="2579358" y="2862313"/>
                  </a:lnTo>
                  <a:lnTo>
                    <a:pt x="2540825" y="2795701"/>
                  </a:lnTo>
                  <a:lnTo>
                    <a:pt x="2501934" y="2725773"/>
                  </a:lnTo>
                  <a:lnTo>
                    <a:pt x="2462667" y="2652827"/>
                  </a:lnTo>
                  <a:lnTo>
                    <a:pt x="2423035" y="2577242"/>
                  </a:lnTo>
                  <a:lnTo>
                    <a:pt x="2383079" y="2499468"/>
                  </a:lnTo>
                  <a:lnTo>
                    <a:pt x="2342864" y="2420022"/>
                  </a:lnTo>
                  <a:lnTo>
                    <a:pt x="2302472" y="2339470"/>
                  </a:lnTo>
                  <a:lnTo>
                    <a:pt x="2261998" y="2258413"/>
                  </a:lnTo>
                  <a:lnTo>
                    <a:pt x="2221542" y="2177466"/>
                  </a:lnTo>
                  <a:lnTo>
                    <a:pt x="2181203" y="2097244"/>
                  </a:lnTo>
                  <a:lnTo>
                    <a:pt x="2141072" y="2018336"/>
                  </a:lnTo>
                  <a:lnTo>
                    <a:pt x="2101226" y="1941293"/>
                  </a:lnTo>
                  <a:lnTo>
                    <a:pt x="2061722" y="1866608"/>
                  </a:lnTo>
                  <a:lnTo>
                    <a:pt x="2022590" y="1794707"/>
                  </a:lnTo>
                  <a:lnTo>
                    <a:pt x="1983832" y="1725940"/>
                  </a:lnTo>
                  <a:lnTo>
                    <a:pt x="1945415" y="1660577"/>
                  </a:lnTo>
                  <a:lnTo>
                    <a:pt x="1907269" y="1598804"/>
                  </a:lnTo>
                  <a:lnTo>
                    <a:pt x="1869282" y="1540730"/>
                  </a:lnTo>
                  <a:lnTo>
                    <a:pt x="1831299" y="1486389"/>
                  </a:lnTo>
                  <a:lnTo>
                    <a:pt x="1793114" y="1435746"/>
                  </a:lnTo>
                  <a:lnTo>
                    <a:pt x="1768425" y="1405204"/>
                  </a:lnTo>
                  <a:lnTo>
                    <a:pt x="1720113" y="1350571"/>
                  </a:lnTo>
                  <a:lnTo>
                    <a:pt x="1670195" y="1301351"/>
                  </a:lnTo>
                  <a:lnTo>
                    <a:pt x="1617914" y="1257275"/>
                  </a:lnTo>
                  <a:lnTo>
                    <a:pt x="1562426" y="1217883"/>
                  </a:lnTo>
                  <a:lnTo>
                    <a:pt x="1502867" y="1182655"/>
                  </a:lnTo>
                  <a:lnTo>
                    <a:pt x="1438425" y="1151083"/>
                  </a:lnTo>
                  <a:lnTo>
                    <a:pt x="1368428" y="1122721"/>
                  </a:lnTo>
                  <a:lnTo>
                    <a:pt x="1292466" y="1097203"/>
                  </a:lnTo>
                  <a:lnTo>
                    <a:pt x="1210539" y="1074257"/>
                  </a:lnTo>
                  <a:lnTo>
                    <a:pt x="1123250" y="1053710"/>
                  </a:lnTo>
                  <a:lnTo>
                    <a:pt x="1031993" y="1035482"/>
                  </a:lnTo>
                  <a:lnTo>
                    <a:pt x="939090" y="1019573"/>
                  </a:lnTo>
                  <a:lnTo>
                    <a:pt x="847797" y="1006029"/>
                  </a:lnTo>
                  <a:lnTo>
                    <a:pt x="762069" y="994904"/>
                  </a:lnTo>
                  <a:lnTo>
                    <a:pt x="686059" y="986197"/>
                  </a:lnTo>
                  <a:lnTo>
                    <a:pt x="623382" y="979813"/>
                  </a:lnTo>
                  <a:lnTo>
                    <a:pt x="576344" y="975525"/>
                  </a:lnTo>
                  <a:lnTo>
                    <a:pt x="545355" y="972984"/>
                  </a:lnTo>
                  <a:lnTo>
                    <a:pt x="528715" y="971752"/>
                  </a:lnTo>
                  <a:lnTo>
                    <a:pt x="522755" y="971351"/>
                  </a:lnTo>
                  <a:lnTo>
                    <a:pt x="522133" y="971313"/>
                  </a:lnTo>
                  <a:lnTo>
                    <a:pt x="0" y="971313"/>
                  </a:lnTo>
                  <a:close/>
                </a:path>
              </a:pathLst>
            </a:custGeom>
            <a:solidFill>
              <a:srgbClr val="8FA8D6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45" name="pl45"/>
            <p:cNvSpPr/>
            <p:nvPr/>
          </p:nvSpPr>
          <p:spPr>
            <a:xfrm>
              <a:off x="386606" y="2213330"/>
              <a:ext cx="8554953" cy="3574659"/>
            </a:xfrm>
            <a:custGeom>
              <a:avLst/>
              <a:pathLst>
                <a:path w="8554953" h="3574659">
                  <a:moveTo>
                    <a:pt x="0" y="971313"/>
                  </a:moveTo>
                  <a:lnTo>
                    <a:pt x="522133" y="971313"/>
                  </a:lnTo>
                  <a:lnTo>
                    <a:pt x="523300" y="971386"/>
                  </a:lnTo>
                  <a:lnTo>
                    <a:pt x="530947" y="971910"/>
                  </a:lnTo>
                  <a:lnTo>
                    <a:pt x="550119" y="973357"/>
                  </a:lnTo>
                  <a:lnTo>
                    <a:pt x="584128" y="976202"/>
                  </a:lnTo>
                  <a:lnTo>
                    <a:pt x="634269" y="980869"/>
                  </a:lnTo>
                  <a:lnTo>
                    <a:pt x="699739" y="987686"/>
                  </a:lnTo>
                  <a:lnTo>
                    <a:pt x="777927" y="996854"/>
                  </a:lnTo>
                  <a:lnTo>
                    <a:pt x="865051" y="1008447"/>
                  </a:lnTo>
                  <a:lnTo>
                    <a:pt x="956945" y="1022450"/>
                  </a:lnTo>
                  <a:lnTo>
                    <a:pt x="1049756" y="1038808"/>
                  </a:lnTo>
                  <a:lnTo>
                    <a:pt x="1140401" y="1057480"/>
                  </a:lnTo>
                  <a:lnTo>
                    <a:pt x="1226740" y="1078480"/>
                  </a:lnTo>
                  <a:lnTo>
                    <a:pt x="1307545" y="1101904"/>
                  </a:lnTo>
                  <a:lnTo>
                    <a:pt x="1382345" y="1127945"/>
                  </a:lnTo>
                  <a:lnTo>
                    <a:pt x="1451232" y="1156893"/>
                  </a:lnTo>
                  <a:lnTo>
                    <a:pt x="1514677" y="1189131"/>
                  </a:lnTo>
                  <a:lnTo>
                    <a:pt x="1573388" y="1225119"/>
                  </a:lnTo>
                  <a:lnTo>
                    <a:pt x="1628191" y="1265372"/>
                  </a:lnTo>
                  <a:lnTo>
                    <a:pt x="1679954" y="1310405"/>
                  </a:lnTo>
                  <a:lnTo>
                    <a:pt x="1729508" y="1360654"/>
                  </a:lnTo>
                  <a:lnTo>
                    <a:pt x="1768425" y="1405204"/>
                  </a:lnTo>
                  <a:lnTo>
                    <a:pt x="1806873" y="1453523"/>
                  </a:lnTo>
                  <a:lnTo>
                    <a:pt x="1844959" y="1505487"/>
                  </a:lnTo>
                  <a:lnTo>
                    <a:pt x="1882922" y="1561169"/>
                  </a:lnTo>
                  <a:lnTo>
                    <a:pt x="1920951" y="1620579"/>
                  </a:lnTo>
                  <a:lnTo>
                    <a:pt x="1959184" y="1683659"/>
                  </a:lnTo>
                  <a:lnTo>
                    <a:pt x="1997718" y="1750271"/>
                  </a:lnTo>
                  <a:lnTo>
                    <a:pt x="2036608" y="1820199"/>
                  </a:lnTo>
                  <a:lnTo>
                    <a:pt x="2075875" y="1893145"/>
                  </a:lnTo>
                  <a:lnTo>
                    <a:pt x="2115507" y="1968730"/>
                  </a:lnTo>
                  <a:lnTo>
                    <a:pt x="2155463" y="2046503"/>
                  </a:lnTo>
                  <a:lnTo>
                    <a:pt x="2195678" y="2125949"/>
                  </a:lnTo>
                  <a:lnTo>
                    <a:pt x="2236070" y="2206501"/>
                  </a:lnTo>
                  <a:lnTo>
                    <a:pt x="2276545" y="2287559"/>
                  </a:lnTo>
                  <a:lnTo>
                    <a:pt x="2317001" y="2368505"/>
                  </a:lnTo>
                  <a:lnTo>
                    <a:pt x="2357340" y="2448728"/>
                  </a:lnTo>
                  <a:lnTo>
                    <a:pt x="2397470" y="2527635"/>
                  </a:lnTo>
                  <a:lnTo>
                    <a:pt x="2437316" y="2604679"/>
                  </a:lnTo>
                  <a:lnTo>
                    <a:pt x="2476820" y="2679364"/>
                  </a:lnTo>
                  <a:lnTo>
                    <a:pt x="2515952" y="2751265"/>
                  </a:lnTo>
                  <a:lnTo>
                    <a:pt x="2554710" y="2820031"/>
                  </a:lnTo>
                  <a:lnTo>
                    <a:pt x="2593127" y="2885395"/>
                  </a:lnTo>
                  <a:lnTo>
                    <a:pt x="2631274" y="2947168"/>
                  </a:lnTo>
                  <a:lnTo>
                    <a:pt x="2669260" y="3005242"/>
                  </a:lnTo>
                  <a:lnTo>
                    <a:pt x="2707243" y="3059583"/>
                  </a:lnTo>
                  <a:lnTo>
                    <a:pt x="2745428" y="3110225"/>
                  </a:lnTo>
                  <a:lnTo>
                    <a:pt x="2770117" y="3140768"/>
                  </a:lnTo>
                  <a:lnTo>
                    <a:pt x="2818429" y="3195401"/>
                  </a:lnTo>
                  <a:lnTo>
                    <a:pt x="2868347" y="3244621"/>
                  </a:lnTo>
                  <a:lnTo>
                    <a:pt x="2920628" y="3288697"/>
                  </a:lnTo>
                  <a:lnTo>
                    <a:pt x="2976116" y="3328089"/>
                  </a:lnTo>
                  <a:lnTo>
                    <a:pt x="3035675" y="3363317"/>
                  </a:lnTo>
                  <a:lnTo>
                    <a:pt x="3100117" y="3394888"/>
                  </a:lnTo>
                  <a:lnTo>
                    <a:pt x="3170114" y="3423250"/>
                  </a:lnTo>
                  <a:lnTo>
                    <a:pt x="3246076" y="3448768"/>
                  </a:lnTo>
                  <a:lnTo>
                    <a:pt x="3328003" y="3471714"/>
                  </a:lnTo>
                  <a:lnTo>
                    <a:pt x="3415292" y="3492262"/>
                  </a:lnTo>
                  <a:lnTo>
                    <a:pt x="3506549" y="3510490"/>
                  </a:lnTo>
                  <a:lnTo>
                    <a:pt x="3599452" y="3526399"/>
                  </a:lnTo>
                  <a:lnTo>
                    <a:pt x="3690745" y="3539942"/>
                  </a:lnTo>
                  <a:lnTo>
                    <a:pt x="3776473" y="3551068"/>
                  </a:lnTo>
                  <a:lnTo>
                    <a:pt x="3852483" y="3559775"/>
                  </a:lnTo>
                  <a:lnTo>
                    <a:pt x="3915160" y="3566159"/>
                  </a:lnTo>
                  <a:lnTo>
                    <a:pt x="3962198" y="3570447"/>
                  </a:lnTo>
                  <a:lnTo>
                    <a:pt x="3993187" y="3572987"/>
                  </a:lnTo>
                  <a:lnTo>
                    <a:pt x="4009827" y="3574220"/>
                  </a:lnTo>
                  <a:lnTo>
                    <a:pt x="4015787" y="3574620"/>
                  </a:lnTo>
                  <a:lnTo>
                    <a:pt x="4016409" y="3574659"/>
                  </a:lnTo>
                  <a:lnTo>
                    <a:pt x="4538543" y="3574659"/>
                  </a:lnTo>
                  <a:lnTo>
                    <a:pt x="4539634" y="3574565"/>
                  </a:lnTo>
                  <a:lnTo>
                    <a:pt x="4546795" y="3573894"/>
                  </a:lnTo>
                  <a:lnTo>
                    <a:pt x="4564787" y="3572040"/>
                  </a:lnTo>
                  <a:lnTo>
                    <a:pt x="4596805" y="3568394"/>
                  </a:lnTo>
                  <a:lnTo>
                    <a:pt x="4644214" y="3562402"/>
                  </a:lnTo>
                  <a:lnTo>
                    <a:pt x="4706456" y="3553630"/>
                  </a:lnTo>
                  <a:lnTo>
                    <a:pt x="4781271" y="3541800"/>
                  </a:lnTo>
                  <a:lnTo>
                    <a:pt x="4865240" y="3526793"/>
                  </a:lnTo>
                  <a:lnTo>
                    <a:pt x="4954479" y="3508616"/>
                  </a:lnTo>
                  <a:lnTo>
                    <a:pt x="5045291" y="3487334"/>
                  </a:lnTo>
                  <a:lnTo>
                    <a:pt x="5134619" y="3463010"/>
                  </a:lnTo>
                  <a:lnTo>
                    <a:pt x="5220253" y="3435646"/>
                  </a:lnTo>
                  <a:lnTo>
                    <a:pt x="5300836" y="3405149"/>
                  </a:lnTo>
                  <a:lnTo>
                    <a:pt x="5375749" y="3371307"/>
                  </a:lnTo>
                  <a:lnTo>
                    <a:pt x="5444936" y="3333786"/>
                  </a:lnTo>
                  <a:lnTo>
                    <a:pt x="5508740" y="3292133"/>
                  </a:lnTo>
                  <a:lnTo>
                    <a:pt x="5567757" y="3245789"/>
                  </a:lnTo>
                  <a:lnTo>
                    <a:pt x="5622730" y="3194115"/>
                  </a:lnTo>
                  <a:lnTo>
                    <a:pt x="5674461" y="3136440"/>
                  </a:lnTo>
                  <a:lnTo>
                    <a:pt x="5723750" y="3072146"/>
                  </a:lnTo>
                  <a:lnTo>
                    <a:pt x="5771330" y="3000803"/>
                  </a:lnTo>
                  <a:lnTo>
                    <a:pt x="5784835" y="2978882"/>
                  </a:lnTo>
                  <a:lnTo>
                    <a:pt x="5818711" y="2920728"/>
                  </a:lnTo>
                  <a:lnTo>
                    <a:pt x="5852281" y="2858707"/>
                  </a:lnTo>
                  <a:lnTo>
                    <a:pt x="5885717" y="2792740"/>
                  </a:lnTo>
                  <a:lnTo>
                    <a:pt x="5919156" y="2722799"/>
                  </a:lnTo>
                  <a:lnTo>
                    <a:pt x="5952707" y="2648910"/>
                  </a:lnTo>
                  <a:lnTo>
                    <a:pt x="5986452" y="2571164"/>
                  </a:lnTo>
                  <a:lnTo>
                    <a:pt x="6020445" y="2489711"/>
                  </a:lnTo>
                  <a:lnTo>
                    <a:pt x="6054719" y="2404774"/>
                  </a:lnTo>
                  <a:lnTo>
                    <a:pt x="6089287" y="2316639"/>
                  </a:lnTo>
                  <a:lnTo>
                    <a:pt x="6124139" y="2225659"/>
                  </a:lnTo>
                  <a:lnTo>
                    <a:pt x="6159250" y="2132249"/>
                  </a:lnTo>
                  <a:lnTo>
                    <a:pt x="6194580" y="2036879"/>
                  </a:lnTo>
                  <a:lnTo>
                    <a:pt x="6230076" y="1940063"/>
                  </a:lnTo>
                  <a:lnTo>
                    <a:pt x="6265678" y="1842350"/>
                  </a:lnTo>
                  <a:lnTo>
                    <a:pt x="6301319" y="1744312"/>
                  </a:lnTo>
                  <a:lnTo>
                    <a:pt x="6336929" y="1646528"/>
                  </a:lnTo>
                  <a:lnTo>
                    <a:pt x="6372442" y="1549572"/>
                  </a:lnTo>
                  <a:lnTo>
                    <a:pt x="6407795" y="1453996"/>
                  </a:lnTo>
                  <a:lnTo>
                    <a:pt x="6442935" y="1360320"/>
                  </a:lnTo>
                  <a:lnTo>
                    <a:pt x="6477821" y="1269019"/>
                  </a:lnTo>
                  <a:lnTo>
                    <a:pt x="6512424" y="1180515"/>
                  </a:lnTo>
                  <a:lnTo>
                    <a:pt x="6546734" y="1095169"/>
                  </a:lnTo>
                  <a:lnTo>
                    <a:pt x="6580760" y="1013277"/>
                  </a:lnTo>
                  <a:lnTo>
                    <a:pt x="6614533" y="935067"/>
                  </a:lnTo>
                  <a:lnTo>
                    <a:pt x="6648104" y="860700"/>
                  </a:lnTo>
                  <a:lnTo>
                    <a:pt x="6681552" y="790272"/>
                  </a:lnTo>
                  <a:lnTo>
                    <a:pt x="6714981" y="723819"/>
                  </a:lnTo>
                  <a:lnTo>
                    <a:pt x="6748526" y="661318"/>
                  </a:lnTo>
                  <a:lnTo>
                    <a:pt x="6782354" y="602696"/>
                  </a:lnTo>
                  <a:lnTo>
                    <a:pt x="6786527" y="595776"/>
                  </a:lnTo>
                  <a:lnTo>
                    <a:pt x="6833732" y="522371"/>
                  </a:lnTo>
                  <a:lnTo>
                    <a:pt x="6882457" y="456073"/>
                  </a:lnTo>
                  <a:lnTo>
                    <a:pt x="6933403" y="396546"/>
                  </a:lnTo>
                  <a:lnTo>
                    <a:pt x="6987357" y="343208"/>
                  </a:lnTo>
                  <a:lnTo>
                    <a:pt x="7045126" y="295394"/>
                  </a:lnTo>
                  <a:lnTo>
                    <a:pt x="7107479" y="252448"/>
                  </a:lnTo>
                  <a:lnTo>
                    <a:pt x="7175063" y="213786"/>
                  </a:lnTo>
                  <a:lnTo>
                    <a:pt x="7248308" y="178922"/>
                  </a:lnTo>
                  <a:lnTo>
                    <a:pt x="7327290" y="147487"/>
                  </a:lnTo>
                  <a:lnTo>
                    <a:pt x="7411570" y="119233"/>
                  </a:lnTo>
                  <a:lnTo>
                    <a:pt x="7500020" y="94035"/>
                  </a:lnTo>
                  <a:lnTo>
                    <a:pt x="7590682" y="71870"/>
                  </a:lnTo>
                  <a:lnTo>
                    <a:pt x="7680733" y="52789"/>
                  </a:lnTo>
                  <a:lnTo>
                    <a:pt x="7766624" y="36863"/>
                  </a:lnTo>
                  <a:lnTo>
                    <a:pt x="7844467" y="24121"/>
                  </a:lnTo>
                  <a:lnTo>
                    <a:pt x="7910634" y="14487"/>
                  </a:lnTo>
                  <a:lnTo>
                    <a:pt x="7962464" y="7731"/>
                  </a:lnTo>
                  <a:lnTo>
                    <a:pt x="7998869" y="3461"/>
                  </a:lnTo>
                  <a:lnTo>
                    <a:pt x="8020658" y="1151"/>
                  </a:lnTo>
                  <a:lnTo>
                    <a:pt x="8030521" y="202"/>
                  </a:lnTo>
                  <a:lnTo>
                    <a:pt x="8032792" y="2"/>
                  </a:lnTo>
                  <a:lnTo>
                    <a:pt x="8032819" y="0"/>
                  </a:lnTo>
                  <a:lnTo>
                    <a:pt x="8554953" y="0"/>
                  </a:lnTo>
                  <a:lnTo>
                    <a:pt x="8554953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46" name="pl46"/>
            <p:cNvSpPr/>
            <p:nvPr/>
          </p:nvSpPr>
          <p:spPr>
            <a:xfrm>
              <a:off x="386606" y="2207683"/>
              <a:ext cx="8554953" cy="3574659"/>
            </a:xfrm>
            <a:custGeom>
              <a:avLst/>
              <a:pathLst>
                <a:path w="8554953" h="3574659">
                  <a:moveTo>
                    <a:pt x="8554953" y="0"/>
                  </a:moveTo>
                  <a:lnTo>
                    <a:pt x="8032819" y="0"/>
                  </a:lnTo>
                  <a:lnTo>
                    <a:pt x="8031728" y="93"/>
                  </a:lnTo>
                  <a:lnTo>
                    <a:pt x="8024567" y="764"/>
                  </a:lnTo>
                  <a:lnTo>
                    <a:pt x="8006575" y="2618"/>
                  </a:lnTo>
                  <a:lnTo>
                    <a:pt x="7974557" y="6264"/>
                  </a:lnTo>
                  <a:lnTo>
                    <a:pt x="7927148" y="12256"/>
                  </a:lnTo>
                  <a:lnTo>
                    <a:pt x="7864906" y="21028"/>
                  </a:lnTo>
                  <a:lnTo>
                    <a:pt x="7790091" y="32859"/>
                  </a:lnTo>
                  <a:lnTo>
                    <a:pt x="7706122" y="47865"/>
                  </a:lnTo>
                  <a:lnTo>
                    <a:pt x="7616883" y="66042"/>
                  </a:lnTo>
                  <a:lnTo>
                    <a:pt x="7526071" y="87324"/>
                  </a:lnTo>
                  <a:lnTo>
                    <a:pt x="7436743" y="111648"/>
                  </a:lnTo>
                  <a:lnTo>
                    <a:pt x="7351109" y="139012"/>
                  </a:lnTo>
                  <a:lnTo>
                    <a:pt x="7270526" y="169510"/>
                  </a:lnTo>
                  <a:lnTo>
                    <a:pt x="7195613" y="203352"/>
                  </a:lnTo>
                  <a:lnTo>
                    <a:pt x="7126426" y="240872"/>
                  </a:lnTo>
                  <a:lnTo>
                    <a:pt x="7062622" y="282525"/>
                  </a:lnTo>
                  <a:lnTo>
                    <a:pt x="7003605" y="328869"/>
                  </a:lnTo>
                  <a:lnTo>
                    <a:pt x="6948632" y="380543"/>
                  </a:lnTo>
                  <a:lnTo>
                    <a:pt x="6896900" y="438218"/>
                  </a:lnTo>
                  <a:lnTo>
                    <a:pt x="6847612" y="502513"/>
                  </a:lnTo>
                  <a:lnTo>
                    <a:pt x="6800032" y="573855"/>
                  </a:lnTo>
                  <a:lnTo>
                    <a:pt x="6786527" y="595776"/>
                  </a:lnTo>
                  <a:lnTo>
                    <a:pt x="6752651" y="653930"/>
                  </a:lnTo>
                  <a:lnTo>
                    <a:pt x="6719081" y="715951"/>
                  </a:lnTo>
                  <a:lnTo>
                    <a:pt x="6685645" y="781918"/>
                  </a:lnTo>
                  <a:lnTo>
                    <a:pt x="6652206" y="851860"/>
                  </a:lnTo>
                  <a:lnTo>
                    <a:pt x="6618655" y="925748"/>
                  </a:lnTo>
                  <a:lnTo>
                    <a:pt x="6584910" y="1003495"/>
                  </a:lnTo>
                  <a:lnTo>
                    <a:pt x="6550917" y="1084947"/>
                  </a:lnTo>
                  <a:lnTo>
                    <a:pt x="6516643" y="1169884"/>
                  </a:lnTo>
                  <a:lnTo>
                    <a:pt x="6482075" y="1258019"/>
                  </a:lnTo>
                  <a:lnTo>
                    <a:pt x="6447223" y="1348999"/>
                  </a:lnTo>
                  <a:lnTo>
                    <a:pt x="6412112" y="1442409"/>
                  </a:lnTo>
                  <a:lnTo>
                    <a:pt x="6376782" y="1537779"/>
                  </a:lnTo>
                  <a:lnTo>
                    <a:pt x="6341286" y="1634596"/>
                  </a:lnTo>
                  <a:lnTo>
                    <a:pt x="6305684" y="1732308"/>
                  </a:lnTo>
                  <a:lnTo>
                    <a:pt x="6270043" y="1830346"/>
                  </a:lnTo>
                  <a:lnTo>
                    <a:pt x="6234433" y="1928130"/>
                  </a:lnTo>
                  <a:lnTo>
                    <a:pt x="6198920" y="2025086"/>
                  </a:lnTo>
                  <a:lnTo>
                    <a:pt x="6163567" y="2120662"/>
                  </a:lnTo>
                  <a:lnTo>
                    <a:pt x="6128426" y="2214338"/>
                  </a:lnTo>
                  <a:lnTo>
                    <a:pt x="6093541" y="2305639"/>
                  </a:lnTo>
                  <a:lnTo>
                    <a:pt x="6058938" y="2394143"/>
                  </a:lnTo>
                  <a:lnTo>
                    <a:pt x="6024628" y="2479489"/>
                  </a:lnTo>
                  <a:lnTo>
                    <a:pt x="5990602" y="2561381"/>
                  </a:lnTo>
                  <a:lnTo>
                    <a:pt x="5956829" y="2639591"/>
                  </a:lnTo>
                  <a:lnTo>
                    <a:pt x="5923258" y="2713958"/>
                  </a:lnTo>
                  <a:lnTo>
                    <a:pt x="5889810" y="2784386"/>
                  </a:lnTo>
                  <a:lnTo>
                    <a:pt x="5856381" y="2850839"/>
                  </a:lnTo>
                  <a:lnTo>
                    <a:pt x="5822836" y="2913341"/>
                  </a:lnTo>
                  <a:lnTo>
                    <a:pt x="5789008" y="2971963"/>
                  </a:lnTo>
                  <a:lnTo>
                    <a:pt x="5784835" y="2978882"/>
                  </a:lnTo>
                  <a:lnTo>
                    <a:pt x="5737630" y="3052287"/>
                  </a:lnTo>
                  <a:lnTo>
                    <a:pt x="5688905" y="3118585"/>
                  </a:lnTo>
                  <a:lnTo>
                    <a:pt x="5637959" y="3178113"/>
                  </a:lnTo>
                  <a:lnTo>
                    <a:pt x="5584005" y="3231450"/>
                  </a:lnTo>
                  <a:lnTo>
                    <a:pt x="5526236" y="3279265"/>
                  </a:lnTo>
                  <a:lnTo>
                    <a:pt x="5463883" y="3322210"/>
                  </a:lnTo>
                  <a:lnTo>
                    <a:pt x="5396299" y="3360872"/>
                  </a:lnTo>
                  <a:lnTo>
                    <a:pt x="5323054" y="3395736"/>
                  </a:lnTo>
                  <a:lnTo>
                    <a:pt x="5244072" y="3427172"/>
                  </a:lnTo>
                  <a:lnTo>
                    <a:pt x="5159792" y="3455426"/>
                  </a:lnTo>
                  <a:lnTo>
                    <a:pt x="5071342" y="3480624"/>
                  </a:lnTo>
                  <a:lnTo>
                    <a:pt x="4980680" y="3502788"/>
                  </a:lnTo>
                  <a:lnTo>
                    <a:pt x="4890629" y="3521870"/>
                  </a:lnTo>
                  <a:lnTo>
                    <a:pt x="4804738" y="3537796"/>
                  </a:lnTo>
                  <a:lnTo>
                    <a:pt x="4726895" y="3550537"/>
                  </a:lnTo>
                  <a:lnTo>
                    <a:pt x="4660728" y="3560171"/>
                  </a:lnTo>
                  <a:lnTo>
                    <a:pt x="4608898" y="3566927"/>
                  </a:lnTo>
                  <a:lnTo>
                    <a:pt x="4572493" y="3571198"/>
                  </a:lnTo>
                  <a:lnTo>
                    <a:pt x="4550704" y="3573508"/>
                  </a:lnTo>
                  <a:lnTo>
                    <a:pt x="4540841" y="3574457"/>
                  </a:lnTo>
                  <a:lnTo>
                    <a:pt x="4538570" y="3574657"/>
                  </a:lnTo>
                  <a:lnTo>
                    <a:pt x="4538543" y="3574659"/>
                  </a:lnTo>
                  <a:lnTo>
                    <a:pt x="4016409" y="3574659"/>
                  </a:lnTo>
                  <a:lnTo>
                    <a:pt x="4015242" y="3574585"/>
                  </a:lnTo>
                  <a:lnTo>
                    <a:pt x="4007595" y="3574062"/>
                  </a:lnTo>
                  <a:lnTo>
                    <a:pt x="3988423" y="3572615"/>
                  </a:lnTo>
                  <a:lnTo>
                    <a:pt x="3954415" y="3569770"/>
                  </a:lnTo>
                  <a:lnTo>
                    <a:pt x="3904273" y="3565103"/>
                  </a:lnTo>
                  <a:lnTo>
                    <a:pt x="3838803" y="3558285"/>
                  </a:lnTo>
                  <a:lnTo>
                    <a:pt x="3760615" y="3549118"/>
                  </a:lnTo>
                  <a:lnTo>
                    <a:pt x="3673491" y="3537524"/>
                  </a:lnTo>
                  <a:lnTo>
                    <a:pt x="3581597" y="3523521"/>
                  </a:lnTo>
                  <a:lnTo>
                    <a:pt x="3488786" y="3507163"/>
                  </a:lnTo>
                  <a:lnTo>
                    <a:pt x="3398141" y="3488492"/>
                  </a:lnTo>
                  <a:lnTo>
                    <a:pt x="3311802" y="3467492"/>
                  </a:lnTo>
                  <a:lnTo>
                    <a:pt x="3230997" y="3444068"/>
                  </a:lnTo>
                  <a:lnTo>
                    <a:pt x="3156197" y="3418027"/>
                  </a:lnTo>
                  <a:lnTo>
                    <a:pt x="3087310" y="3389079"/>
                  </a:lnTo>
                  <a:lnTo>
                    <a:pt x="3023865" y="3356841"/>
                  </a:lnTo>
                  <a:lnTo>
                    <a:pt x="2965155" y="3320852"/>
                  </a:lnTo>
                  <a:lnTo>
                    <a:pt x="2910351" y="3280600"/>
                  </a:lnTo>
                  <a:lnTo>
                    <a:pt x="2858589" y="3235566"/>
                  </a:lnTo>
                  <a:lnTo>
                    <a:pt x="2809034" y="3185318"/>
                  </a:lnTo>
                  <a:lnTo>
                    <a:pt x="2770117" y="3140768"/>
                  </a:lnTo>
                  <a:lnTo>
                    <a:pt x="2731669" y="3092449"/>
                  </a:lnTo>
                  <a:lnTo>
                    <a:pt x="2693584" y="3040485"/>
                  </a:lnTo>
                  <a:lnTo>
                    <a:pt x="2655620" y="2984803"/>
                  </a:lnTo>
                  <a:lnTo>
                    <a:pt x="2617591" y="2925392"/>
                  </a:lnTo>
                  <a:lnTo>
                    <a:pt x="2579358" y="2862313"/>
                  </a:lnTo>
                  <a:lnTo>
                    <a:pt x="2540825" y="2795701"/>
                  </a:lnTo>
                  <a:lnTo>
                    <a:pt x="2501934" y="2725773"/>
                  </a:lnTo>
                  <a:lnTo>
                    <a:pt x="2462667" y="2652827"/>
                  </a:lnTo>
                  <a:lnTo>
                    <a:pt x="2423035" y="2577242"/>
                  </a:lnTo>
                  <a:lnTo>
                    <a:pt x="2383079" y="2499468"/>
                  </a:lnTo>
                  <a:lnTo>
                    <a:pt x="2342864" y="2420022"/>
                  </a:lnTo>
                  <a:lnTo>
                    <a:pt x="2302472" y="2339470"/>
                  </a:lnTo>
                  <a:lnTo>
                    <a:pt x="2261998" y="2258413"/>
                  </a:lnTo>
                  <a:lnTo>
                    <a:pt x="2221542" y="2177466"/>
                  </a:lnTo>
                  <a:lnTo>
                    <a:pt x="2181203" y="2097244"/>
                  </a:lnTo>
                  <a:lnTo>
                    <a:pt x="2141072" y="2018336"/>
                  </a:lnTo>
                  <a:lnTo>
                    <a:pt x="2101226" y="1941293"/>
                  </a:lnTo>
                  <a:lnTo>
                    <a:pt x="2061722" y="1866608"/>
                  </a:lnTo>
                  <a:lnTo>
                    <a:pt x="2022590" y="1794707"/>
                  </a:lnTo>
                  <a:lnTo>
                    <a:pt x="1983832" y="1725940"/>
                  </a:lnTo>
                  <a:lnTo>
                    <a:pt x="1945415" y="1660577"/>
                  </a:lnTo>
                  <a:lnTo>
                    <a:pt x="1907269" y="1598804"/>
                  </a:lnTo>
                  <a:lnTo>
                    <a:pt x="1869282" y="1540730"/>
                  </a:lnTo>
                  <a:lnTo>
                    <a:pt x="1831299" y="1486389"/>
                  </a:lnTo>
                  <a:lnTo>
                    <a:pt x="1793114" y="1435746"/>
                  </a:lnTo>
                  <a:lnTo>
                    <a:pt x="1768425" y="1405204"/>
                  </a:lnTo>
                  <a:lnTo>
                    <a:pt x="1720113" y="1350571"/>
                  </a:lnTo>
                  <a:lnTo>
                    <a:pt x="1670195" y="1301351"/>
                  </a:lnTo>
                  <a:lnTo>
                    <a:pt x="1617914" y="1257275"/>
                  </a:lnTo>
                  <a:lnTo>
                    <a:pt x="1562426" y="1217883"/>
                  </a:lnTo>
                  <a:lnTo>
                    <a:pt x="1502867" y="1182655"/>
                  </a:lnTo>
                  <a:lnTo>
                    <a:pt x="1438425" y="1151083"/>
                  </a:lnTo>
                  <a:lnTo>
                    <a:pt x="1368428" y="1122721"/>
                  </a:lnTo>
                  <a:lnTo>
                    <a:pt x="1292466" y="1097203"/>
                  </a:lnTo>
                  <a:lnTo>
                    <a:pt x="1210539" y="1074257"/>
                  </a:lnTo>
                  <a:lnTo>
                    <a:pt x="1123250" y="1053710"/>
                  </a:lnTo>
                  <a:lnTo>
                    <a:pt x="1031993" y="1035482"/>
                  </a:lnTo>
                  <a:lnTo>
                    <a:pt x="939090" y="1019573"/>
                  </a:lnTo>
                  <a:lnTo>
                    <a:pt x="847797" y="1006029"/>
                  </a:lnTo>
                  <a:lnTo>
                    <a:pt x="762069" y="994904"/>
                  </a:lnTo>
                  <a:lnTo>
                    <a:pt x="686059" y="986197"/>
                  </a:lnTo>
                  <a:lnTo>
                    <a:pt x="623382" y="979813"/>
                  </a:lnTo>
                  <a:lnTo>
                    <a:pt x="576344" y="975525"/>
                  </a:lnTo>
                  <a:lnTo>
                    <a:pt x="545355" y="972984"/>
                  </a:lnTo>
                  <a:lnTo>
                    <a:pt x="528715" y="971752"/>
                  </a:lnTo>
                  <a:lnTo>
                    <a:pt x="522755" y="971351"/>
                  </a:lnTo>
                  <a:lnTo>
                    <a:pt x="522133" y="971313"/>
                  </a:lnTo>
                  <a:lnTo>
                    <a:pt x="0" y="971313"/>
                  </a:lnTo>
                  <a:lnTo>
                    <a:pt x="0" y="971313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47" name="pg47"/>
            <p:cNvSpPr/>
            <p:nvPr/>
          </p:nvSpPr>
          <p:spPr>
            <a:xfrm>
              <a:off x="386606" y="2461805"/>
              <a:ext cx="8554953" cy="3343125"/>
            </a:xfrm>
            <a:custGeom>
              <a:avLst/>
              <a:pathLst>
                <a:path w="8554953" h="3343125">
                  <a:moveTo>
                    <a:pt x="0" y="728485"/>
                  </a:moveTo>
                  <a:lnTo>
                    <a:pt x="522133" y="728485"/>
                  </a:lnTo>
                  <a:lnTo>
                    <a:pt x="523300" y="728558"/>
                  </a:lnTo>
                  <a:lnTo>
                    <a:pt x="530941" y="729084"/>
                  </a:lnTo>
                  <a:lnTo>
                    <a:pt x="550100" y="730536"/>
                  </a:lnTo>
                  <a:lnTo>
                    <a:pt x="584088" y="733391"/>
                  </a:lnTo>
                  <a:lnTo>
                    <a:pt x="634201" y="738075"/>
                  </a:lnTo>
                  <a:lnTo>
                    <a:pt x="699637" y="744918"/>
                  </a:lnTo>
                  <a:lnTo>
                    <a:pt x="777790" y="754120"/>
                  </a:lnTo>
                  <a:lnTo>
                    <a:pt x="864881" y="765756"/>
                  </a:lnTo>
                  <a:lnTo>
                    <a:pt x="956748" y="779812"/>
                  </a:lnTo>
                  <a:lnTo>
                    <a:pt x="1049540" y="796232"/>
                  </a:lnTo>
                  <a:lnTo>
                    <a:pt x="1140172" y="814974"/>
                  </a:lnTo>
                  <a:lnTo>
                    <a:pt x="1226504" y="836054"/>
                  </a:lnTo>
                  <a:lnTo>
                    <a:pt x="1307308" y="859567"/>
                  </a:lnTo>
                  <a:lnTo>
                    <a:pt x="1382109" y="885706"/>
                  </a:lnTo>
                  <a:lnTo>
                    <a:pt x="1450999" y="914762"/>
                  </a:lnTo>
                  <a:lnTo>
                    <a:pt x="1514448" y="947119"/>
                  </a:lnTo>
                  <a:lnTo>
                    <a:pt x="1573162" y="983240"/>
                  </a:lnTo>
                  <a:lnTo>
                    <a:pt x="1627967" y="1023639"/>
                  </a:lnTo>
                  <a:lnTo>
                    <a:pt x="1679728" y="1068835"/>
                  </a:lnTo>
                  <a:lnTo>
                    <a:pt x="1729280" y="1119265"/>
                  </a:lnTo>
                  <a:lnTo>
                    <a:pt x="1768425" y="1164258"/>
                  </a:lnTo>
                  <a:lnTo>
                    <a:pt x="1806811" y="1212705"/>
                  </a:lnTo>
                  <a:lnTo>
                    <a:pt x="1844835" y="1264800"/>
                  </a:lnTo>
                  <a:lnTo>
                    <a:pt x="1882737" y="1320618"/>
                  </a:lnTo>
                  <a:lnTo>
                    <a:pt x="1920703" y="1380168"/>
                  </a:lnTo>
                  <a:lnTo>
                    <a:pt x="1958872" y="1443392"/>
                  </a:lnTo>
                  <a:lnTo>
                    <a:pt x="1997340" y="1510154"/>
                  </a:lnTo>
                  <a:lnTo>
                    <a:pt x="2036164" y="1580237"/>
                  </a:lnTo>
                  <a:lnTo>
                    <a:pt x="2075363" y="1653346"/>
                  </a:lnTo>
                  <a:lnTo>
                    <a:pt x="2114925" y="1729102"/>
                  </a:lnTo>
                  <a:lnTo>
                    <a:pt x="2154812" y="1807056"/>
                  </a:lnTo>
                  <a:lnTo>
                    <a:pt x="2194958" y="1886693"/>
                  </a:lnTo>
                  <a:lnTo>
                    <a:pt x="2235282" y="1967448"/>
                  </a:lnTo>
                  <a:lnTo>
                    <a:pt x="2275690" y="2048721"/>
                  </a:lnTo>
                  <a:lnTo>
                    <a:pt x="2316082" y="2129896"/>
                  </a:lnTo>
                  <a:lnTo>
                    <a:pt x="2356359" y="2210360"/>
                  </a:lnTo>
                  <a:lnTo>
                    <a:pt x="2396431" y="2289521"/>
                  </a:lnTo>
                  <a:lnTo>
                    <a:pt x="2436220" y="2366830"/>
                  </a:lnTo>
                  <a:lnTo>
                    <a:pt x="2475671" y="2441791"/>
                  </a:lnTo>
                  <a:lnTo>
                    <a:pt x="2514750" y="2513976"/>
                  </a:lnTo>
                  <a:lnTo>
                    <a:pt x="2553457" y="2583033"/>
                  </a:lnTo>
                  <a:lnTo>
                    <a:pt x="2591822" y="2648690"/>
                  </a:lnTo>
                  <a:lnTo>
                    <a:pt x="2629914" y="2710758"/>
                  </a:lnTo>
                  <a:lnTo>
                    <a:pt x="2667843" y="2769126"/>
                  </a:lnTo>
                  <a:lnTo>
                    <a:pt x="2705761" y="2823757"/>
                  </a:lnTo>
                  <a:lnTo>
                    <a:pt x="2743871" y="2874683"/>
                  </a:lnTo>
                  <a:lnTo>
                    <a:pt x="2770117" y="2907351"/>
                  </a:lnTo>
                  <a:lnTo>
                    <a:pt x="2818417" y="2962209"/>
                  </a:lnTo>
                  <a:lnTo>
                    <a:pt x="2868323" y="3011633"/>
                  </a:lnTo>
                  <a:lnTo>
                    <a:pt x="2920590" y="3055893"/>
                  </a:lnTo>
                  <a:lnTo>
                    <a:pt x="2976062" y="3095450"/>
                  </a:lnTo>
                  <a:lnTo>
                    <a:pt x="3035602" y="3130827"/>
                  </a:lnTo>
                  <a:lnTo>
                    <a:pt x="3100023" y="3162532"/>
                  </a:lnTo>
                  <a:lnTo>
                    <a:pt x="3169994" y="3191015"/>
                  </a:lnTo>
                  <a:lnTo>
                    <a:pt x="3245928" y="3216643"/>
                  </a:lnTo>
                  <a:lnTo>
                    <a:pt x="3327824" y="3239688"/>
                  </a:lnTo>
                  <a:lnTo>
                    <a:pt x="3415082" y="3260325"/>
                  </a:lnTo>
                  <a:lnTo>
                    <a:pt x="3506310" y="3278633"/>
                  </a:lnTo>
                  <a:lnTo>
                    <a:pt x="3599190" y="3294614"/>
                  </a:lnTo>
                  <a:lnTo>
                    <a:pt x="3690473" y="3308220"/>
                  </a:lnTo>
                  <a:lnTo>
                    <a:pt x="3776205" y="3319399"/>
                  </a:lnTo>
                  <a:lnTo>
                    <a:pt x="3852237" y="3328149"/>
                  </a:lnTo>
                  <a:lnTo>
                    <a:pt x="3914953" y="3334568"/>
                  </a:lnTo>
                  <a:lnTo>
                    <a:pt x="3962042" y="3338881"/>
                  </a:lnTo>
                  <a:lnTo>
                    <a:pt x="3993088" y="3341438"/>
                  </a:lnTo>
                  <a:lnTo>
                    <a:pt x="4009780" y="3342680"/>
                  </a:lnTo>
                  <a:lnTo>
                    <a:pt x="4015777" y="3343085"/>
                  </a:lnTo>
                  <a:lnTo>
                    <a:pt x="4016409" y="3343125"/>
                  </a:lnTo>
                  <a:lnTo>
                    <a:pt x="4538543" y="3343125"/>
                  </a:lnTo>
                  <a:lnTo>
                    <a:pt x="4539654" y="3343035"/>
                  </a:lnTo>
                  <a:lnTo>
                    <a:pt x="4546940" y="3342398"/>
                  </a:lnTo>
                  <a:lnTo>
                    <a:pt x="4565237" y="3340635"/>
                  </a:lnTo>
                  <a:lnTo>
                    <a:pt x="4597770" y="3337168"/>
                  </a:lnTo>
                  <a:lnTo>
                    <a:pt x="4645889" y="3331473"/>
                  </a:lnTo>
                  <a:lnTo>
                    <a:pt x="4708972" y="3323141"/>
                  </a:lnTo>
                  <a:lnTo>
                    <a:pt x="4784672" y="3311912"/>
                  </a:lnTo>
                  <a:lnTo>
                    <a:pt x="4869474" y="3297681"/>
                  </a:lnTo>
                  <a:lnTo>
                    <a:pt x="4959420" y="3280455"/>
                  </a:lnTo>
                  <a:lnTo>
                    <a:pt x="5050771" y="3260299"/>
                  </a:lnTo>
                  <a:lnTo>
                    <a:pt x="5140459" y="3237270"/>
                  </a:lnTo>
                  <a:lnTo>
                    <a:pt x="5226291" y="3211366"/>
                  </a:lnTo>
                  <a:lnTo>
                    <a:pt x="5306945" y="3182490"/>
                  </a:lnTo>
                  <a:lnTo>
                    <a:pt x="5381836" y="3150433"/>
                  </a:lnTo>
                  <a:lnTo>
                    <a:pt x="5450948" y="3114867"/>
                  </a:lnTo>
                  <a:lnTo>
                    <a:pt x="5514657" y="3075353"/>
                  </a:lnTo>
                  <a:lnTo>
                    <a:pt x="5573591" y="3031349"/>
                  </a:lnTo>
                  <a:lnTo>
                    <a:pt x="5628513" y="2982243"/>
                  </a:lnTo>
                  <a:lnTo>
                    <a:pt x="5680243" y="2927399"/>
                  </a:lnTo>
                  <a:lnTo>
                    <a:pt x="5729592" y="2866240"/>
                  </a:lnTo>
                  <a:lnTo>
                    <a:pt x="5777291" y="2798394"/>
                  </a:lnTo>
                  <a:lnTo>
                    <a:pt x="5784835" y="2786878"/>
                  </a:lnTo>
                  <a:lnTo>
                    <a:pt x="5819697" y="2730939"/>
                  </a:lnTo>
                  <a:lnTo>
                    <a:pt x="5854241" y="2671172"/>
                  </a:lnTo>
                  <a:lnTo>
                    <a:pt x="5888652" y="2607499"/>
                  </a:lnTo>
                  <a:lnTo>
                    <a:pt x="5923078" y="2539895"/>
                  </a:lnTo>
                  <a:lnTo>
                    <a:pt x="5957634" y="2468395"/>
                  </a:lnTo>
                  <a:lnTo>
                    <a:pt x="5992405" y="2393096"/>
                  </a:lnTo>
                  <a:lnTo>
                    <a:pt x="6027447" y="2314166"/>
                  </a:lnTo>
                  <a:lnTo>
                    <a:pt x="6062791" y="2231842"/>
                  </a:lnTo>
                  <a:lnTo>
                    <a:pt x="6098445" y="2146432"/>
                  </a:lnTo>
                  <a:lnTo>
                    <a:pt x="6134395" y="2058310"/>
                  </a:lnTo>
                  <a:lnTo>
                    <a:pt x="6170608" y="1967916"/>
                  </a:lnTo>
                  <a:lnTo>
                    <a:pt x="6207037" y="1875742"/>
                  </a:lnTo>
                  <a:lnTo>
                    <a:pt x="6243620" y="1782326"/>
                  </a:lnTo>
                  <a:lnTo>
                    <a:pt x="6280289" y="1688237"/>
                  </a:lnTo>
                  <a:lnTo>
                    <a:pt x="6316968" y="1594060"/>
                  </a:lnTo>
                  <a:lnTo>
                    <a:pt x="6353584" y="1500386"/>
                  </a:lnTo>
                  <a:lnTo>
                    <a:pt x="6390065" y="1407790"/>
                  </a:lnTo>
                  <a:lnTo>
                    <a:pt x="6426347" y="1316819"/>
                  </a:lnTo>
                  <a:lnTo>
                    <a:pt x="6462379" y="1227981"/>
                  </a:lnTo>
                  <a:lnTo>
                    <a:pt x="6498122" y="1141732"/>
                  </a:lnTo>
                  <a:lnTo>
                    <a:pt x="6533557" y="1058466"/>
                  </a:lnTo>
                  <a:lnTo>
                    <a:pt x="6568686" y="978510"/>
                  </a:lnTo>
                  <a:lnTo>
                    <a:pt x="6603532" y="902124"/>
                  </a:lnTo>
                  <a:lnTo>
                    <a:pt x="6638143" y="829494"/>
                  </a:lnTo>
                  <a:lnTo>
                    <a:pt x="6672597" y="760738"/>
                  </a:lnTo>
                  <a:lnTo>
                    <a:pt x="6706999" y="695910"/>
                  </a:lnTo>
                  <a:lnTo>
                    <a:pt x="6741486" y="635000"/>
                  </a:lnTo>
                  <a:lnTo>
                    <a:pt x="6776233" y="577946"/>
                  </a:lnTo>
                  <a:lnTo>
                    <a:pt x="6786527" y="561893"/>
                  </a:lnTo>
                  <a:lnTo>
                    <a:pt x="6834022" y="492964"/>
                  </a:lnTo>
                  <a:lnTo>
                    <a:pt x="6883059" y="430749"/>
                  </a:lnTo>
                  <a:lnTo>
                    <a:pt x="6934354" y="374927"/>
                  </a:lnTo>
                  <a:lnTo>
                    <a:pt x="6988708" y="324943"/>
                  </a:lnTo>
                  <a:lnTo>
                    <a:pt x="7046944" y="280163"/>
                  </a:lnTo>
                  <a:lnTo>
                    <a:pt x="7109840" y="239966"/>
                  </a:lnTo>
                  <a:lnTo>
                    <a:pt x="7178052" y="203799"/>
                  </a:lnTo>
                  <a:lnTo>
                    <a:pt x="7252004" y="171204"/>
                  </a:lnTo>
                  <a:lnTo>
                    <a:pt x="7331755" y="141835"/>
                  </a:lnTo>
                  <a:lnTo>
                    <a:pt x="7416824" y="115463"/>
                  </a:lnTo>
                  <a:lnTo>
                    <a:pt x="7506018" y="91975"/>
                  </a:lnTo>
                  <a:lnTo>
                    <a:pt x="7597287" y="71356"/>
                  </a:lnTo>
                  <a:lnTo>
                    <a:pt x="7687697" y="53655"/>
                  </a:lnTo>
                  <a:lnTo>
                    <a:pt x="7773592" y="38940"/>
                  </a:lnTo>
                  <a:lnTo>
                    <a:pt x="7851010" y="27233"/>
                  </a:lnTo>
                  <a:lnTo>
                    <a:pt x="7916315" y="18449"/>
                  </a:lnTo>
                  <a:lnTo>
                    <a:pt x="7966927" y="12355"/>
                  </a:lnTo>
                  <a:lnTo>
                    <a:pt x="8001922" y="8564"/>
                  </a:lnTo>
                  <a:lnTo>
                    <a:pt x="8022332" y="6566"/>
                  </a:lnTo>
                  <a:lnTo>
                    <a:pt x="8031098" y="5787"/>
                  </a:lnTo>
                  <a:lnTo>
                    <a:pt x="8032819" y="5647"/>
                  </a:lnTo>
                  <a:lnTo>
                    <a:pt x="8554953" y="5647"/>
                  </a:lnTo>
                  <a:lnTo>
                    <a:pt x="8554953" y="0"/>
                  </a:lnTo>
                  <a:lnTo>
                    <a:pt x="8032819" y="0"/>
                  </a:lnTo>
                  <a:lnTo>
                    <a:pt x="8031708" y="89"/>
                  </a:lnTo>
                  <a:lnTo>
                    <a:pt x="8024422" y="727"/>
                  </a:lnTo>
                  <a:lnTo>
                    <a:pt x="8006125" y="2490"/>
                  </a:lnTo>
                  <a:lnTo>
                    <a:pt x="7973592" y="5956"/>
                  </a:lnTo>
                  <a:lnTo>
                    <a:pt x="7925473" y="11651"/>
                  </a:lnTo>
                  <a:lnTo>
                    <a:pt x="7862389" y="19983"/>
                  </a:lnTo>
                  <a:lnTo>
                    <a:pt x="7786690" y="31212"/>
                  </a:lnTo>
                  <a:lnTo>
                    <a:pt x="7701888" y="45444"/>
                  </a:lnTo>
                  <a:lnTo>
                    <a:pt x="7611942" y="62669"/>
                  </a:lnTo>
                  <a:lnTo>
                    <a:pt x="7520591" y="82825"/>
                  </a:lnTo>
                  <a:lnTo>
                    <a:pt x="7430903" y="105854"/>
                  </a:lnTo>
                  <a:lnTo>
                    <a:pt x="7345070" y="131758"/>
                  </a:lnTo>
                  <a:lnTo>
                    <a:pt x="7264417" y="160634"/>
                  </a:lnTo>
                  <a:lnTo>
                    <a:pt x="7189526" y="192691"/>
                  </a:lnTo>
                  <a:lnTo>
                    <a:pt x="7120414" y="228257"/>
                  </a:lnTo>
                  <a:lnTo>
                    <a:pt x="7056705" y="267772"/>
                  </a:lnTo>
                  <a:lnTo>
                    <a:pt x="6997771" y="311776"/>
                  </a:lnTo>
                  <a:lnTo>
                    <a:pt x="6942849" y="360881"/>
                  </a:lnTo>
                  <a:lnTo>
                    <a:pt x="6891119" y="415726"/>
                  </a:lnTo>
                  <a:lnTo>
                    <a:pt x="6841770" y="476884"/>
                  </a:lnTo>
                  <a:lnTo>
                    <a:pt x="6794071" y="544730"/>
                  </a:lnTo>
                  <a:lnTo>
                    <a:pt x="6786527" y="556246"/>
                  </a:lnTo>
                  <a:lnTo>
                    <a:pt x="6751665" y="612185"/>
                  </a:lnTo>
                  <a:lnTo>
                    <a:pt x="6717121" y="671952"/>
                  </a:lnTo>
                  <a:lnTo>
                    <a:pt x="6682710" y="735625"/>
                  </a:lnTo>
                  <a:lnTo>
                    <a:pt x="6648284" y="803229"/>
                  </a:lnTo>
                  <a:lnTo>
                    <a:pt x="6613727" y="874730"/>
                  </a:lnTo>
                  <a:lnTo>
                    <a:pt x="6578957" y="950028"/>
                  </a:lnTo>
                  <a:lnTo>
                    <a:pt x="6543915" y="1028958"/>
                  </a:lnTo>
                  <a:lnTo>
                    <a:pt x="6508571" y="1111282"/>
                  </a:lnTo>
                  <a:lnTo>
                    <a:pt x="6472917" y="1196693"/>
                  </a:lnTo>
                  <a:lnTo>
                    <a:pt x="6436967" y="1284814"/>
                  </a:lnTo>
                  <a:lnTo>
                    <a:pt x="6400754" y="1375208"/>
                  </a:lnTo>
                  <a:lnTo>
                    <a:pt x="6364325" y="1467382"/>
                  </a:lnTo>
                  <a:lnTo>
                    <a:pt x="6327742" y="1560798"/>
                  </a:lnTo>
                  <a:lnTo>
                    <a:pt x="6291073" y="1654888"/>
                  </a:lnTo>
                  <a:lnTo>
                    <a:pt x="6254394" y="1749064"/>
                  </a:lnTo>
                  <a:lnTo>
                    <a:pt x="6217778" y="1842738"/>
                  </a:lnTo>
                  <a:lnTo>
                    <a:pt x="6181297" y="1935334"/>
                  </a:lnTo>
                  <a:lnTo>
                    <a:pt x="6145015" y="2026305"/>
                  </a:lnTo>
                  <a:lnTo>
                    <a:pt x="6108983" y="2115143"/>
                  </a:lnTo>
                  <a:lnTo>
                    <a:pt x="6073240" y="2201392"/>
                  </a:lnTo>
                  <a:lnTo>
                    <a:pt x="6037805" y="2284659"/>
                  </a:lnTo>
                  <a:lnTo>
                    <a:pt x="6002676" y="2364614"/>
                  </a:lnTo>
                  <a:lnTo>
                    <a:pt x="5967830" y="2441001"/>
                  </a:lnTo>
                  <a:lnTo>
                    <a:pt x="5933219" y="2513631"/>
                  </a:lnTo>
                  <a:lnTo>
                    <a:pt x="5898765" y="2582386"/>
                  </a:lnTo>
                  <a:lnTo>
                    <a:pt x="5864363" y="2647215"/>
                  </a:lnTo>
                  <a:lnTo>
                    <a:pt x="5829876" y="2708124"/>
                  </a:lnTo>
                  <a:lnTo>
                    <a:pt x="5795129" y="2765178"/>
                  </a:lnTo>
                  <a:lnTo>
                    <a:pt x="5784835" y="2781231"/>
                  </a:lnTo>
                  <a:lnTo>
                    <a:pt x="5737340" y="2850160"/>
                  </a:lnTo>
                  <a:lnTo>
                    <a:pt x="5688303" y="2912375"/>
                  </a:lnTo>
                  <a:lnTo>
                    <a:pt x="5637008" y="2968197"/>
                  </a:lnTo>
                  <a:lnTo>
                    <a:pt x="5582654" y="3018181"/>
                  </a:lnTo>
                  <a:lnTo>
                    <a:pt x="5524418" y="3062961"/>
                  </a:lnTo>
                  <a:lnTo>
                    <a:pt x="5461522" y="3103158"/>
                  </a:lnTo>
                  <a:lnTo>
                    <a:pt x="5393310" y="3139325"/>
                  </a:lnTo>
                  <a:lnTo>
                    <a:pt x="5319358" y="3171920"/>
                  </a:lnTo>
                  <a:lnTo>
                    <a:pt x="5239607" y="3201289"/>
                  </a:lnTo>
                  <a:lnTo>
                    <a:pt x="5154538" y="3227661"/>
                  </a:lnTo>
                  <a:lnTo>
                    <a:pt x="5065344" y="3251149"/>
                  </a:lnTo>
                  <a:lnTo>
                    <a:pt x="4974075" y="3271769"/>
                  </a:lnTo>
                  <a:lnTo>
                    <a:pt x="4883665" y="3289469"/>
                  </a:lnTo>
                  <a:lnTo>
                    <a:pt x="4797770" y="3304184"/>
                  </a:lnTo>
                  <a:lnTo>
                    <a:pt x="4720352" y="3315891"/>
                  </a:lnTo>
                  <a:lnTo>
                    <a:pt x="4655047" y="3324675"/>
                  </a:lnTo>
                  <a:lnTo>
                    <a:pt x="4604435" y="3330769"/>
                  </a:lnTo>
                  <a:lnTo>
                    <a:pt x="4569440" y="3334561"/>
                  </a:lnTo>
                  <a:lnTo>
                    <a:pt x="4549030" y="3336559"/>
                  </a:lnTo>
                  <a:lnTo>
                    <a:pt x="4540264" y="3337338"/>
                  </a:lnTo>
                  <a:lnTo>
                    <a:pt x="4538543" y="3337478"/>
                  </a:lnTo>
                  <a:lnTo>
                    <a:pt x="4016409" y="3337478"/>
                  </a:lnTo>
                  <a:lnTo>
                    <a:pt x="4015243" y="3337404"/>
                  </a:lnTo>
                  <a:lnTo>
                    <a:pt x="4007601" y="3336879"/>
                  </a:lnTo>
                  <a:lnTo>
                    <a:pt x="3988442" y="3335426"/>
                  </a:lnTo>
                  <a:lnTo>
                    <a:pt x="3954454" y="3332571"/>
                  </a:lnTo>
                  <a:lnTo>
                    <a:pt x="3904342" y="3327887"/>
                  </a:lnTo>
                  <a:lnTo>
                    <a:pt x="3838905" y="3321044"/>
                  </a:lnTo>
                  <a:lnTo>
                    <a:pt x="3760752" y="3311843"/>
                  </a:lnTo>
                  <a:lnTo>
                    <a:pt x="3673661" y="3300206"/>
                  </a:lnTo>
                  <a:lnTo>
                    <a:pt x="3581794" y="3286151"/>
                  </a:lnTo>
                  <a:lnTo>
                    <a:pt x="3489002" y="3269731"/>
                  </a:lnTo>
                  <a:lnTo>
                    <a:pt x="3398371" y="3250988"/>
                  </a:lnTo>
                  <a:lnTo>
                    <a:pt x="3312038" y="3229909"/>
                  </a:lnTo>
                  <a:lnTo>
                    <a:pt x="3231235" y="3206396"/>
                  </a:lnTo>
                  <a:lnTo>
                    <a:pt x="3156433" y="3180257"/>
                  </a:lnTo>
                  <a:lnTo>
                    <a:pt x="3087543" y="3151200"/>
                  </a:lnTo>
                  <a:lnTo>
                    <a:pt x="3024094" y="3118843"/>
                  </a:lnTo>
                  <a:lnTo>
                    <a:pt x="2965381" y="3082722"/>
                  </a:lnTo>
                  <a:lnTo>
                    <a:pt x="2910576" y="3042323"/>
                  </a:lnTo>
                  <a:lnTo>
                    <a:pt x="2858814" y="2997127"/>
                  </a:lnTo>
                  <a:lnTo>
                    <a:pt x="2809263" y="2946697"/>
                  </a:lnTo>
                  <a:lnTo>
                    <a:pt x="2770117" y="2901704"/>
                  </a:lnTo>
                  <a:lnTo>
                    <a:pt x="2731731" y="2853257"/>
                  </a:lnTo>
                  <a:lnTo>
                    <a:pt x="2693707" y="2801162"/>
                  </a:lnTo>
                  <a:lnTo>
                    <a:pt x="2655805" y="2745344"/>
                  </a:lnTo>
                  <a:lnTo>
                    <a:pt x="2617839" y="2685794"/>
                  </a:lnTo>
                  <a:lnTo>
                    <a:pt x="2579670" y="2622570"/>
                  </a:lnTo>
                  <a:lnTo>
                    <a:pt x="2541202" y="2555809"/>
                  </a:lnTo>
                  <a:lnTo>
                    <a:pt x="2502379" y="2485725"/>
                  </a:lnTo>
                  <a:lnTo>
                    <a:pt x="2463180" y="2412616"/>
                  </a:lnTo>
                  <a:lnTo>
                    <a:pt x="2423617" y="2336860"/>
                  </a:lnTo>
                  <a:lnTo>
                    <a:pt x="2383730" y="2258906"/>
                  </a:lnTo>
                  <a:lnTo>
                    <a:pt x="2343584" y="2179269"/>
                  </a:lnTo>
                  <a:lnTo>
                    <a:pt x="2303260" y="2098514"/>
                  </a:lnTo>
                  <a:lnTo>
                    <a:pt x="2262852" y="2017241"/>
                  </a:lnTo>
                  <a:lnTo>
                    <a:pt x="2222460" y="1936066"/>
                  </a:lnTo>
                  <a:lnTo>
                    <a:pt x="2182183" y="1855603"/>
                  </a:lnTo>
                  <a:lnTo>
                    <a:pt x="2142111" y="1776441"/>
                  </a:lnTo>
                  <a:lnTo>
                    <a:pt x="2102322" y="1699132"/>
                  </a:lnTo>
                  <a:lnTo>
                    <a:pt x="2062872" y="1624171"/>
                  </a:lnTo>
                  <a:lnTo>
                    <a:pt x="2023792" y="1551986"/>
                  </a:lnTo>
                  <a:lnTo>
                    <a:pt x="1985085" y="1482929"/>
                  </a:lnTo>
                  <a:lnTo>
                    <a:pt x="1946720" y="1417272"/>
                  </a:lnTo>
                  <a:lnTo>
                    <a:pt x="1908628" y="1355204"/>
                  </a:lnTo>
                  <a:lnTo>
                    <a:pt x="1870700" y="1296836"/>
                  </a:lnTo>
                  <a:lnTo>
                    <a:pt x="1832782" y="1242205"/>
                  </a:lnTo>
                  <a:lnTo>
                    <a:pt x="1794671" y="1191280"/>
                  </a:lnTo>
                  <a:lnTo>
                    <a:pt x="1768425" y="1158611"/>
                  </a:lnTo>
                  <a:lnTo>
                    <a:pt x="1720125" y="1103753"/>
                  </a:lnTo>
                  <a:lnTo>
                    <a:pt x="1670219" y="1054329"/>
                  </a:lnTo>
                  <a:lnTo>
                    <a:pt x="1617952" y="1010070"/>
                  </a:lnTo>
                  <a:lnTo>
                    <a:pt x="1562480" y="970513"/>
                  </a:lnTo>
                  <a:lnTo>
                    <a:pt x="1502940" y="935135"/>
                  </a:lnTo>
                  <a:lnTo>
                    <a:pt x="1438519" y="903430"/>
                  </a:lnTo>
                  <a:lnTo>
                    <a:pt x="1368548" y="874947"/>
                  </a:lnTo>
                  <a:lnTo>
                    <a:pt x="1292614" y="849320"/>
                  </a:lnTo>
                  <a:lnTo>
                    <a:pt x="1210718" y="826274"/>
                  </a:lnTo>
                  <a:lnTo>
                    <a:pt x="1123461" y="805638"/>
                  </a:lnTo>
                  <a:lnTo>
                    <a:pt x="1032232" y="787329"/>
                  </a:lnTo>
                  <a:lnTo>
                    <a:pt x="939352" y="771348"/>
                  </a:lnTo>
                  <a:lnTo>
                    <a:pt x="848069" y="757742"/>
                  </a:lnTo>
                  <a:lnTo>
                    <a:pt x="762337" y="746563"/>
                  </a:lnTo>
                  <a:lnTo>
                    <a:pt x="686305" y="737813"/>
                  </a:lnTo>
                  <a:lnTo>
                    <a:pt x="623589" y="731394"/>
                  </a:lnTo>
                  <a:lnTo>
                    <a:pt x="576500" y="727081"/>
                  </a:lnTo>
                  <a:lnTo>
                    <a:pt x="545454" y="724524"/>
                  </a:lnTo>
                  <a:lnTo>
                    <a:pt x="528762" y="723282"/>
                  </a:lnTo>
                  <a:lnTo>
                    <a:pt x="522766" y="722877"/>
                  </a:lnTo>
                  <a:lnTo>
                    <a:pt x="522133" y="722837"/>
                  </a:lnTo>
                  <a:lnTo>
                    <a:pt x="0" y="722837"/>
                  </a:lnTo>
                  <a:close/>
                </a:path>
              </a:pathLst>
            </a:custGeom>
            <a:solidFill>
              <a:srgbClr val="8FA8D6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48" name="pl48"/>
            <p:cNvSpPr/>
            <p:nvPr/>
          </p:nvSpPr>
          <p:spPr>
            <a:xfrm>
              <a:off x="386606" y="2467453"/>
              <a:ext cx="8554953" cy="3337478"/>
            </a:xfrm>
            <a:custGeom>
              <a:avLst/>
              <a:pathLst>
                <a:path w="8554953" h="3337478">
                  <a:moveTo>
                    <a:pt x="0" y="722837"/>
                  </a:moveTo>
                  <a:lnTo>
                    <a:pt x="522133" y="722837"/>
                  </a:lnTo>
                  <a:lnTo>
                    <a:pt x="523300" y="722911"/>
                  </a:lnTo>
                  <a:lnTo>
                    <a:pt x="530941" y="723436"/>
                  </a:lnTo>
                  <a:lnTo>
                    <a:pt x="550100" y="724889"/>
                  </a:lnTo>
                  <a:lnTo>
                    <a:pt x="584088" y="727744"/>
                  </a:lnTo>
                  <a:lnTo>
                    <a:pt x="634201" y="732428"/>
                  </a:lnTo>
                  <a:lnTo>
                    <a:pt x="699637" y="739271"/>
                  </a:lnTo>
                  <a:lnTo>
                    <a:pt x="777790" y="748472"/>
                  </a:lnTo>
                  <a:lnTo>
                    <a:pt x="864881" y="760109"/>
                  </a:lnTo>
                  <a:lnTo>
                    <a:pt x="956748" y="774165"/>
                  </a:lnTo>
                  <a:lnTo>
                    <a:pt x="1049540" y="790584"/>
                  </a:lnTo>
                  <a:lnTo>
                    <a:pt x="1140172" y="809327"/>
                  </a:lnTo>
                  <a:lnTo>
                    <a:pt x="1226504" y="830407"/>
                  </a:lnTo>
                  <a:lnTo>
                    <a:pt x="1307308" y="853919"/>
                  </a:lnTo>
                  <a:lnTo>
                    <a:pt x="1382109" y="880058"/>
                  </a:lnTo>
                  <a:lnTo>
                    <a:pt x="1450999" y="909115"/>
                  </a:lnTo>
                  <a:lnTo>
                    <a:pt x="1514448" y="941472"/>
                  </a:lnTo>
                  <a:lnTo>
                    <a:pt x="1573162" y="977593"/>
                  </a:lnTo>
                  <a:lnTo>
                    <a:pt x="1627967" y="1017992"/>
                  </a:lnTo>
                  <a:lnTo>
                    <a:pt x="1679728" y="1063188"/>
                  </a:lnTo>
                  <a:lnTo>
                    <a:pt x="1729280" y="1113618"/>
                  </a:lnTo>
                  <a:lnTo>
                    <a:pt x="1768425" y="1158611"/>
                  </a:lnTo>
                  <a:lnTo>
                    <a:pt x="1806811" y="1207058"/>
                  </a:lnTo>
                  <a:lnTo>
                    <a:pt x="1844835" y="1259153"/>
                  </a:lnTo>
                  <a:lnTo>
                    <a:pt x="1882737" y="1314971"/>
                  </a:lnTo>
                  <a:lnTo>
                    <a:pt x="1920703" y="1374521"/>
                  </a:lnTo>
                  <a:lnTo>
                    <a:pt x="1958872" y="1437745"/>
                  </a:lnTo>
                  <a:lnTo>
                    <a:pt x="1997340" y="1504506"/>
                  </a:lnTo>
                  <a:lnTo>
                    <a:pt x="2036164" y="1574590"/>
                  </a:lnTo>
                  <a:lnTo>
                    <a:pt x="2075363" y="1647699"/>
                  </a:lnTo>
                  <a:lnTo>
                    <a:pt x="2114925" y="1723455"/>
                  </a:lnTo>
                  <a:lnTo>
                    <a:pt x="2154812" y="1801409"/>
                  </a:lnTo>
                  <a:lnTo>
                    <a:pt x="2194958" y="1881046"/>
                  </a:lnTo>
                  <a:lnTo>
                    <a:pt x="2235282" y="1961801"/>
                  </a:lnTo>
                  <a:lnTo>
                    <a:pt x="2275690" y="2043074"/>
                  </a:lnTo>
                  <a:lnTo>
                    <a:pt x="2316082" y="2124249"/>
                  </a:lnTo>
                  <a:lnTo>
                    <a:pt x="2356359" y="2204712"/>
                  </a:lnTo>
                  <a:lnTo>
                    <a:pt x="2396431" y="2283874"/>
                  </a:lnTo>
                  <a:lnTo>
                    <a:pt x="2436220" y="2361183"/>
                  </a:lnTo>
                  <a:lnTo>
                    <a:pt x="2475671" y="2436144"/>
                  </a:lnTo>
                  <a:lnTo>
                    <a:pt x="2514750" y="2508329"/>
                  </a:lnTo>
                  <a:lnTo>
                    <a:pt x="2553457" y="2577386"/>
                  </a:lnTo>
                  <a:lnTo>
                    <a:pt x="2591822" y="2643043"/>
                  </a:lnTo>
                  <a:lnTo>
                    <a:pt x="2629914" y="2705111"/>
                  </a:lnTo>
                  <a:lnTo>
                    <a:pt x="2667843" y="2763479"/>
                  </a:lnTo>
                  <a:lnTo>
                    <a:pt x="2705761" y="2818110"/>
                  </a:lnTo>
                  <a:lnTo>
                    <a:pt x="2743871" y="2869035"/>
                  </a:lnTo>
                  <a:lnTo>
                    <a:pt x="2770117" y="2901704"/>
                  </a:lnTo>
                  <a:lnTo>
                    <a:pt x="2818417" y="2956562"/>
                  </a:lnTo>
                  <a:lnTo>
                    <a:pt x="2868323" y="3005986"/>
                  </a:lnTo>
                  <a:lnTo>
                    <a:pt x="2920590" y="3050245"/>
                  </a:lnTo>
                  <a:lnTo>
                    <a:pt x="2976062" y="3089802"/>
                  </a:lnTo>
                  <a:lnTo>
                    <a:pt x="3035602" y="3125180"/>
                  </a:lnTo>
                  <a:lnTo>
                    <a:pt x="3100023" y="3156885"/>
                  </a:lnTo>
                  <a:lnTo>
                    <a:pt x="3169994" y="3185368"/>
                  </a:lnTo>
                  <a:lnTo>
                    <a:pt x="3245928" y="3210995"/>
                  </a:lnTo>
                  <a:lnTo>
                    <a:pt x="3327824" y="3234041"/>
                  </a:lnTo>
                  <a:lnTo>
                    <a:pt x="3415082" y="3254677"/>
                  </a:lnTo>
                  <a:lnTo>
                    <a:pt x="3506310" y="3272986"/>
                  </a:lnTo>
                  <a:lnTo>
                    <a:pt x="3599190" y="3288967"/>
                  </a:lnTo>
                  <a:lnTo>
                    <a:pt x="3690473" y="3302573"/>
                  </a:lnTo>
                  <a:lnTo>
                    <a:pt x="3776205" y="3313752"/>
                  </a:lnTo>
                  <a:lnTo>
                    <a:pt x="3852237" y="3322502"/>
                  </a:lnTo>
                  <a:lnTo>
                    <a:pt x="3914953" y="3328921"/>
                  </a:lnTo>
                  <a:lnTo>
                    <a:pt x="3962042" y="3333234"/>
                  </a:lnTo>
                  <a:lnTo>
                    <a:pt x="3993088" y="3335791"/>
                  </a:lnTo>
                  <a:lnTo>
                    <a:pt x="4009780" y="3337033"/>
                  </a:lnTo>
                  <a:lnTo>
                    <a:pt x="4015777" y="3337438"/>
                  </a:lnTo>
                  <a:lnTo>
                    <a:pt x="4016409" y="3337478"/>
                  </a:lnTo>
                  <a:lnTo>
                    <a:pt x="4538543" y="3337478"/>
                  </a:lnTo>
                  <a:lnTo>
                    <a:pt x="4539654" y="3337388"/>
                  </a:lnTo>
                  <a:lnTo>
                    <a:pt x="4546940" y="3336751"/>
                  </a:lnTo>
                  <a:lnTo>
                    <a:pt x="4565237" y="3334988"/>
                  </a:lnTo>
                  <a:lnTo>
                    <a:pt x="4597770" y="3331521"/>
                  </a:lnTo>
                  <a:lnTo>
                    <a:pt x="4645889" y="3325826"/>
                  </a:lnTo>
                  <a:lnTo>
                    <a:pt x="4708972" y="3317494"/>
                  </a:lnTo>
                  <a:lnTo>
                    <a:pt x="4784672" y="3306265"/>
                  </a:lnTo>
                  <a:lnTo>
                    <a:pt x="4869474" y="3292034"/>
                  </a:lnTo>
                  <a:lnTo>
                    <a:pt x="4959420" y="3274808"/>
                  </a:lnTo>
                  <a:lnTo>
                    <a:pt x="5050771" y="3254652"/>
                  </a:lnTo>
                  <a:lnTo>
                    <a:pt x="5140459" y="3231623"/>
                  </a:lnTo>
                  <a:lnTo>
                    <a:pt x="5226291" y="3205719"/>
                  </a:lnTo>
                  <a:lnTo>
                    <a:pt x="5306945" y="3176843"/>
                  </a:lnTo>
                  <a:lnTo>
                    <a:pt x="5381836" y="3144786"/>
                  </a:lnTo>
                  <a:lnTo>
                    <a:pt x="5450948" y="3109220"/>
                  </a:lnTo>
                  <a:lnTo>
                    <a:pt x="5514657" y="3069705"/>
                  </a:lnTo>
                  <a:lnTo>
                    <a:pt x="5573591" y="3025701"/>
                  </a:lnTo>
                  <a:lnTo>
                    <a:pt x="5628513" y="2976596"/>
                  </a:lnTo>
                  <a:lnTo>
                    <a:pt x="5680243" y="2921752"/>
                  </a:lnTo>
                  <a:lnTo>
                    <a:pt x="5729592" y="2860593"/>
                  </a:lnTo>
                  <a:lnTo>
                    <a:pt x="5777291" y="2792747"/>
                  </a:lnTo>
                  <a:lnTo>
                    <a:pt x="5784835" y="2781231"/>
                  </a:lnTo>
                  <a:lnTo>
                    <a:pt x="5819697" y="2725292"/>
                  </a:lnTo>
                  <a:lnTo>
                    <a:pt x="5854241" y="2665525"/>
                  </a:lnTo>
                  <a:lnTo>
                    <a:pt x="5888652" y="2601852"/>
                  </a:lnTo>
                  <a:lnTo>
                    <a:pt x="5923078" y="2534248"/>
                  </a:lnTo>
                  <a:lnTo>
                    <a:pt x="5957634" y="2462748"/>
                  </a:lnTo>
                  <a:lnTo>
                    <a:pt x="5992405" y="2387449"/>
                  </a:lnTo>
                  <a:lnTo>
                    <a:pt x="6027447" y="2308519"/>
                  </a:lnTo>
                  <a:lnTo>
                    <a:pt x="6062791" y="2226195"/>
                  </a:lnTo>
                  <a:lnTo>
                    <a:pt x="6098445" y="2140785"/>
                  </a:lnTo>
                  <a:lnTo>
                    <a:pt x="6134395" y="2052663"/>
                  </a:lnTo>
                  <a:lnTo>
                    <a:pt x="6170608" y="1962269"/>
                  </a:lnTo>
                  <a:lnTo>
                    <a:pt x="6207037" y="1870095"/>
                  </a:lnTo>
                  <a:lnTo>
                    <a:pt x="6243620" y="1776679"/>
                  </a:lnTo>
                  <a:lnTo>
                    <a:pt x="6280289" y="1682589"/>
                  </a:lnTo>
                  <a:lnTo>
                    <a:pt x="6316968" y="1588413"/>
                  </a:lnTo>
                  <a:lnTo>
                    <a:pt x="6353584" y="1494739"/>
                  </a:lnTo>
                  <a:lnTo>
                    <a:pt x="6390065" y="1402143"/>
                  </a:lnTo>
                  <a:lnTo>
                    <a:pt x="6426347" y="1311172"/>
                  </a:lnTo>
                  <a:lnTo>
                    <a:pt x="6462379" y="1222334"/>
                  </a:lnTo>
                  <a:lnTo>
                    <a:pt x="6498122" y="1136085"/>
                  </a:lnTo>
                  <a:lnTo>
                    <a:pt x="6533557" y="1052818"/>
                  </a:lnTo>
                  <a:lnTo>
                    <a:pt x="6568686" y="972863"/>
                  </a:lnTo>
                  <a:lnTo>
                    <a:pt x="6603532" y="896477"/>
                  </a:lnTo>
                  <a:lnTo>
                    <a:pt x="6638143" y="823846"/>
                  </a:lnTo>
                  <a:lnTo>
                    <a:pt x="6672597" y="755091"/>
                  </a:lnTo>
                  <a:lnTo>
                    <a:pt x="6706999" y="690262"/>
                  </a:lnTo>
                  <a:lnTo>
                    <a:pt x="6741486" y="629353"/>
                  </a:lnTo>
                  <a:lnTo>
                    <a:pt x="6776233" y="572299"/>
                  </a:lnTo>
                  <a:lnTo>
                    <a:pt x="6786527" y="556246"/>
                  </a:lnTo>
                  <a:lnTo>
                    <a:pt x="6834022" y="487317"/>
                  </a:lnTo>
                  <a:lnTo>
                    <a:pt x="6883059" y="425102"/>
                  </a:lnTo>
                  <a:lnTo>
                    <a:pt x="6934354" y="369280"/>
                  </a:lnTo>
                  <a:lnTo>
                    <a:pt x="6988708" y="319296"/>
                  </a:lnTo>
                  <a:lnTo>
                    <a:pt x="7046944" y="274516"/>
                  </a:lnTo>
                  <a:lnTo>
                    <a:pt x="7109840" y="234319"/>
                  </a:lnTo>
                  <a:lnTo>
                    <a:pt x="7178052" y="198152"/>
                  </a:lnTo>
                  <a:lnTo>
                    <a:pt x="7252004" y="165557"/>
                  </a:lnTo>
                  <a:lnTo>
                    <a:pt x="7331755" y="136188"/>
                  </a:lnTo>
                  <a:lnTo>
                    <a:pt x="7416824" y="109816"/>
                  </a:lnTo>
                  <a:lnTo>
                    <a:pt x="7506018" y="86328"/>
                  </a:lnTo>
                  <a:lnTo>
                    <a:pt x="7597287" y="65709"/>
                  </a:lnTo>
                  <a:lnTo>
                    <a:pt x="7687697" y="48008"/>
                  </a:lnTo>
                  <a:lnTo>
                    <a:pt x="7773592" y="33293"/>
                  </a:lnTo>
                  <a:lnTo>
                    <a:pt x="7851010" y="21586"/>
                  </a:lnTo>
                  <a:lnTo>
                    <a:pt x="7916315" y="12802"/>
                  </a:lnTo>
                  <a:lnTo>
                    <a:pt x="7966927" y="6708"/>
                  </a:lnTo>
                  <a:lnTo>
                    <a:pt x="8001922" y="2917"/>
                  </a:lnTo>
                  <a:lnTo>
                    <a:pt x="8022332" y="918"/>
                  </a:lnTo>
                  <a:lnTo>
                    <a:pt x="8031098" y="140"/>
                  </a:lnTo>
                  <a:lnTo>
                    <a:pt x="8032814" y="0"/>
                  </a:lnTo>
                  <a:lnTo>
                    <a:pt x="8032819" y="0"/>
                  </a:lnTo>
                  <a:lnTo>
                    <a:pt x="8554953" y="0"/>
                  </a:lnTo>
                  <a:lnTo>
                    <a:pt x="8554953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49" name="pl49"/>
            <p:cNvSpPr/>
            <p:nvPr/>
          </p:nvSpPr>
          <p:spPr>
            <a:xfrm>
              <a:off x="386606" y="2461805"/>
              <a:ext cx="8554953" cy="3337478"/>
            </a:xfrm>
            <a:custGeom>
              <a:avLst/>
              <a:pathLst>
                <a:path w="8554953" h="3337478">
                  <a:moveTo>
                    <a:pt x="8554953" y="0"/>
                  </a:moveTo>
                  <a:lnTo>
                    <a:pt x="8032819" y="0"/>
                  </a:lnTo>
                  <a:lnTo>
                    <a:pt x="8031708" y="89"/>
                  </a:lnTo>
                  <a:lnTo>
                    <a:pt x="8024422" y="727"/>
                  </a:lnTo>
                  <a:lnTo>
                    <a:pt x="8006125" y="2490"/>
                  </a:lnTo>
                  <a:lnTo>
                    <a:pt x="7973592" y="5956"/>
                  </a:lnTo>
                  <a:lnTo>
                    <a:pt x="7925473" y="11651"/>
                  </a:lnTo>
                  <a:lnTo>
                    <a:pt x="7862389" y="19983"/>
                  </a:lnTo>
                  <a:lnTo>
                    <a:pt x="7786690" y="31212"/>
                  </a:lnTo>
                  <a:lnTo>
                    <a:pt x="7701888" y="45444"/>
                  </a:lnTo>
                  <a:lnTo>
                    <a:pt x="7611942" y="62669"/>
                  </a:lnTo>
                  <a:lnTo>
                    <a:pt x="7520591" y="82825"/>
                  </a:lnTo>
                  <a:lnTo>
                    <a:pt x="7430903" y="105854"/>
                  </a:lnTo>
                  <a:lnTo>
                    <a:pt x="7345070" y="131758"/>
                  </a:lnTo>
                  <a:lnTo>
                    <a:pt x="7264417" y="160634"/>
                  </a:lnTo>
                  <a:lnTo>
                    <a:pt x="7189526" y="192691"/>
                  </a:lnTo>
                  <a:lnTo>
                    <a:pt x="7120414" y="228257"/>
                  </a:lnTo>
                  <a:lnTo>
                    <a:pt x="7056705" y="267772"/>
                  </a:lnTo>
                  <a:lnTo>
                    <a:pt x="6997771" y="311776"/>
                  </a:lnTo>
                  <a:lnTo>
                    <a:pt x="6942849" y="360881"/>
                  </a:lnTo>
                  <a:lnTo>
                    <a:pt x="6891119" y="415726"/>
                  </a:lnTo>
                  <a:lnTo>
                    <a:pt x="6841770" y="476884"/>
                  </a:lnTo>
                  <a:lnTo>
                    <a:pt x="6794071" y="544730"/>
                  </a:lnTo>
                  <a:lnTo>
                    <a:pt x="6786527" y="556246"/>
                  </a:lnTo>
                  <a:lnTo>
                    <a:pt x="6751665" y="612185"/>
                  </a:lnTo>
                  <a:lnTo>
                    <a:pt x="6717121" y="671952"/>
                  </a:lnTo>
                  <a:lnTo>
                    <a:pt x="6682710" y="735625"/>
                  </a:lnTo>
                  <a:lnTo>
                    <a:pt x="6648284" y="803229"/>
                  </a:lnTo>
                  <a:lnTo>
                    <a:pt x="6613727" y="874730"/>
                  </a:lnTo>
                  <a:lnTo>
                    <a:pt x="6578957" y="950028"/>
                  </a:lnTo>
                  <a:lnTo>
                    <a:pt x="6543915" y="1028958"/>
                  </a:lnTo>
                  <a:lnTo>
                    <a:pt x="6508571" y="1111282"/>
                  </a:lnTo>
                  <a:lnTo>
                    <a:pt x="6472917" y="1196693"/>
                  </a:lnTo>
                  <a:lnTo>
                    <a:pt x="6436967" y="1284814"/>
                  </a:lnTo>
                  <a:lnTo>
                    <a:pt x="6400754" y="1375208"/>
                  </a:lnTo>
                  <a:lnTo>
                    <a:pt x="6364325" y="1467382"/>
                  </a:lnTo>
                  <a:lnTo>
                    <a:pt x="6327742" y="1560798"/>
                  </a:lnTo>
                  <a:lnTo>
                    <a:pt x="6291073" y="1654888"/>
                  </a:lnTo>
                  <a:lnTo>
                    <a:pt x="6254394" y="1749064"/>
                  </a:lnTo>
                  <a:lnTo>
                    <a:pt x="6217778" y="1842738"/>
                  </a:lnTo>
                  <a:lnTo>
                    <a:pt x="6181297" y="1935334"/>
                  </a:lnTo>
                  <a:lnTo>
                    <a:pt x="6145015" y="2026305"/>
                  </a:lnTo>
                  <a:lnTo>
                    <a:pt x="6108983" y="2115143"/>
                  </a:lnTo>
                  <a:lnTo>
                    <a:pt x="6073240" y="2201392"/>
                  </a:lnTo>
                  <a:lnTo>
                    <a:pt x="6037805" y="2284659"/>
                  </a:lnTo>
                  <a:lnTo>
                    <a:pt x="6002676" y="2364614"/>
                  </a:lnTo>
                  <a:lnTo>
                    <a:pt x="5967830" y="2441001"/>
                  </a:lnTo>
                  <a:lnTo>
                    <a:pt x="5933219" y="2513631"/>
                  </a:lnTo>
                  <a:lnTo>
                    <a:pt x="5898765" y="2582386"/>
                  </a:lnTo>
                  <a:lnTo>
                    <a:pt x="5864363" y="2647215"/>
                  </a:lnTo>
                  <a:lnTo>
                    <a:pt x="5829876" y="2708124"/>
                  </a:lnTo>
                  <a:lnTo>
                    <a:pt x="5795129" y="2765178"/>
                  </a:lnTo>
                  <a:lnTo>
                    <a:pt x="5784835" y="2781231"/>
                  </a:lnTo>
                  <a:lnTo>
                    <a:pt x="5737340" y="2850160"/>
                  </a:lnTo>
                  <a:lnTo>
                    <a:pt x="5688303" y="2912375"/>
                  </a:lnTo>
                  <a:lnTo>
                    <a:pt x="5637008" y="2968197"/>
                  </a:lnTo>
                  <a:lnTo>
                    <a:pt x="5582654" y="3018181"/>
                  </a:lnTo>
                  <a:lnTo>
                    <a:pt x="5524418" y="3062961"/>
                  </a:lnTo>
                  <a:lnTo>
                    <a:pt x="5461522" y="3103158"/>
                  </a:lnTo>
                  <a:lnTo>
                    <a:pt x="5393310" y="3139325"/>
                  </a:lnTo>
                  <a:lnTo>
                    <a:pt x="5319358" y="3171920"/>
                  </a:lnTo>
                  <a:lnTo>
                    <a:pt x="5239607" y="3201289"/>
                  </a:lnTo>
                  <a:lnTo>
                    <a:pt x="5154538" y="3227661"/>
                  </a:lnTo>
                  <a:lnTo>
                    <a:pt x="5065344" y="3251149"/>
                  </a:lnTo>
                  <a:lnTo>
                    <a:pt x="4974075" y="3271769"/>
                  </a:lnTo>
                  <a:lnTo>
                    <a:pt x="4883665" y="3289469"/>
                  </a:lnTo>
                  <a:lnTo>
                    <a:pt x="4797770" y="3304184"/>
                  </a:lnTo>
                  <a:lnTo>
                    <a:pt x="4720352" y="3315891"/>
                  </a:lnTo>
                  <a:lnTo>
                    <a:pt x="4655047" y="3324675"/>
                  </a:lnTo>
                  <a:lnTo>
                    <a:pt x="4604435" y="3330769"/>
                  </a:lnTo>
                  <a:lnTo>
                    <a:pt x="4569440" y="3334561"/>
                  </a:lnTo>
                  <a:lnTo>
                    <a:pt x="4549030" y="3336559"/>
                  </a:lnTo>
                  <a:lnTo>
                    <a:pt x="4540264" y="3337338"/>
                  </a:lnTo>
                  <a:lnTo>
                    <a:pt x="4538547" y="3337477"/>
                  </a:lnTo>
                  <a:lnTo>
                    <a:pt x="4538543" y="3337478"/>
                  </a:lnTo>
                  <a:lnTo>
                    <a:pt x="4016409" y="3337478"/>
                  </a:lnTo>
                  <a:lnTo>
                    <a:pt x="4015243" y="3337404"/>
                  </a:lnTo>
                  <a:lnTo>
                    <a:pt x="4007601" y="3336879"/>
                  </a:lnTo>
                  <a:lnTo>
                    <a:pt x="3988442" y="3335426"/>
                  </a:lnTo>
                  <a:lnTo>
                    <a:pt x="3954454" y="3332571"/>
                  </a:lnTo>
                  <a:lnTo>
                    <a:pt x="3904342" y="3327887"/>
                  </a:lnTo>
                  <a:lnTo>
                    <a:pt x="3838905" y="3321044"/>
                  </a:lnTo>
                  <a:lnTo>
                    <a:pt x="3760752" y="3311843"/>
                  </a:lnTo>
                  <a:lnTo>
                    <a:pt x="3673661" y="3300206"/>
                  </a:lnTo>
                  <a:lnTo>
                    <a:pt x="3581794" y="3286151"/>
                  </a:lnTo>
                  <a:lnTo>
                    <a:pt x="3489002" y="3269731"/>
                  </a:lnTo>
                  <a:lnTo>
                    <a:pt x="3398371" y="3250988"/>
                  </a:lnTo>
                  <a:lnTo>
                    <a:pt x="3312038" y="3229909"/>
                  </a:lnTo>
                  <a:lnTo>
                    <a:pt x="3231235" y="3206396"/>
                  </a:lnTo>
                  <a:lnTo>
                    <a:pt x="3156433" y="3180257"/>
                  </a:lnTo>
                  <a:lnTo>
                    <a:pt x="3087543" y="3151200"/>
                  </a:lnTo>
                  <a:lnTo>
                    <a:pt x="3024094" y="3118843"/>
                  </a:lnTo>
                  <a:lnTo>
                    <a:pt x="2965381" y="3082722"/>
                  </a:lnTo>
                  <a:lnTo>
                    <a:pt x="2910576" y="3042323"/>
                  </a:lnTo>
                  <a:lnTo>
                    <a:pt x="2858814" y="2997127"/>
                  </a:lnTo>
                  <a:lnTo>
                    <a:pt x="2809263" y="2946697"/>
                  </a:lnTo>
                  <a:lnTo>
                    <a:pt x="2770117" y="2901704"/>
                  </a:lnTo>
                  <a:lnTo>
                    <a:pt x="2731731" y="2853257"/>
                  </a:lnTo>
                  <a:lnTo>
                    <a:pt x="2693707" y="2801162"/>
                  </a:lnTo>
                  <a:lnTo>
                    <a:pt x="2655805" y="2745344"/>
                  </a:lnTo>
                  <a:lnTo>
                    <a:pt x="2617839" y="2685794"/>
                  </a:lnTo>
                  <a:lnTo>
                    <a:pt x="2579670" y="2622570"/>
                  </a:lnTo>
                  <a:lnTo>
                    <a:pt x="2541202" y="2555809"/>
                  </a:lnTo>
                  <a:lnTo>
                    <a:pt x="2502379" y="2485725"/>
                  </a:lnTo>
                  <a:lnTo>
                    <a:pt x="2463180" y="2412616"/>
                  </a:lnTo>
                  <a:lnTo>
                    <a:pt x="2423617" y="2336860"/>
                  </a:lnTo>
                  <a:lnTo>
                    <a:pt x="2383730" y="2258906"/>
                  </a:lnTo>
                  <a:lnTo>
                    <a:pt x="2343584" y="2179269"/>
                  </a:lnTo>
                  <a:lnTo>
                    <a:pt x="2303260" y="2098514"/>
                  </a:lnTo>
                  <a:lnTo>
                    <a:pt x="2262852" y="2017241"/>
                  </a:lnTo>
                  <a:lnTo>
                    <a:pt x="2222460" y="1936066"/>
                  </a:lnTo>
                  <a:lnTo>
                    <a:pt x="2182183" y="1855603"/>
                  </a:lnTo>
                  <a:lnTo>
                    <a:pt x="2142111" y="1776441"/>
                  </a:lnTo>
                  <a:lnTo>
                    <a:pt x="2102322" y="1699132"/>
                  </a:lnTo>
                  <a:lnTo>
                    <a:pt x="2062872" y="1624171"/>
                  </a:lnTo>
                  <a:lnTo>
                    <a:pt x="2023792" y="1551986"/>
                  </a:lnTo>
                  <a:lnTo>
                    <a:pt x="1985085" y="1482929"/>
                  </a:lnTo>
                  <a:lnTo>
                    <a:pt x="1946720" y="1417272"/>
                  </a:lnTo>
                  <a:lnTo>
                    <a:pt x="1908628" y="1355204"/>
                  </a:lnTo>
                  <a:lnTo>
                    <a:pt x="1870700" y="1296836"/>
                  </a:lnTo>
                  <a:lnTo>
                    <a:pt x="1832782" y="1242205"/>
                  </a:lnTo>
                  <a:lnTo>
                    <a:pt x="1794671" y="1191280"/>
                  </a:lnTo>
                  <a:lnTo>
                    <a:pt x="1768425" y="1158611"/>
                  </a:lnTo>
                  <a:lnTo>
                    <a:pt x="1720125" y="1103753"/>
                  </a:lnTo>
                  <a:lnTo>
                    <a:pt x="1670219" y="1054329"/>
                  </a:lnTo>
                  <a:lnTo>
                    <a:pt x="1617952" y="1010070"/>
                  </a:lnTo>
                  <a:lnTo>
                    <a:pt x="1562480" y="970513"/>
                  </a:lnTo>
                  <a:lnTo>
                    <a:pt x="1502940" y="935135"/>
                  </a:lnTo>
                  <a:lnTo>
                    <a:pt x="1438519" y="903430"/>
                  </a:lnTo>
                  <a:lnTo>
                    <a:pt x="1368548" y="874947"/>
                  </a:lnTo>
                  <a:lnTo>
                    <a:pt x="1292614" y="849320"/>
                  </a:lnTo>
                  <a:lnTo>
                    <a:pt x="1210718" y="826274"/>
                  </a:lnTo>
                  <a:lnTo>
                    <a:pt x="1123461" y="805638"/>
                  </a:lnTo>
                  <a:lnTo>
                    <a:pt x="1032232" y="787329"/>
                  </a:lnTo>
                  <a:lnTo>
                    <a:pt x="939352" y="771348"/>
                  </a:lnTo>
                  <a:lnTo>
                    <a:pt x="848069" y="757742"/>
                  </a:lnTo>
                  <a:lnTo>
                    <a:pt x="762337" y="746563"/>
                  </a:lnTo>
                  <a:lnTo>
                    <a:pt x="686305" y="737813"/>
                  </a:lnTo>
                  <a:lnTo>
                    <a:pt x="623589" y="731394"/>
                  </a:lnTo>
                  <a:lnTo>
                    <a:pt x="576500" y="727081"/>
                  </a:lnTo>
                  <a:lnTo>
                    <a:pt x="545454" y="724524"/>
                  </a:lnTo>
                  <a:lnTo>
                    <a:pt x="528762" y="723282"/>
                  </a:lnTo>
                  <a:lnTo>
                    <a:pt x="522766" y="722877"/>
                  </a:lnTo>
                  <a:lnTo>
                    <a:pt x="522133" y="722837"/>
                  </a:lnTo>
                  <a:lnTo>
                    <a:pt x="0" y="722837"/>
                  </a:lnTo>
                  <a:lnTo>
                    <a:pt x="0" y="722837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50" name="pg50"/>
            <p:cNvSpPr/>
            <p:nvPr/>
          </p:nvSpPr>
          <p:spPr>
            <a:xfrm>
              <a:off x="386606" y="3190291"/>
              <a:ext cx="8554953" cy="2625934"/>
            </a:xfrm>
            <a:custGeom>
              <a:avLst/>
              <a:pathLst>
                <a:path w="8554953" h="2625934">
                  <a:moveTo>
                    <a:pt x="0" y="5647"/>
                  </a:moveTo>
                  <a:lnTo>
                    <a:pt x="522133" y="5647"/>
                  </a:lnTo>
                  <a:lnTo>
                    <a:pt x="523299" y="5720"/>
                  </a:lnTo>
                  <a:lnTo>
                    <a:pt x="530938" y="6247"/>
                  </a:lnTo>
                  <a:lnTo>
                    <a:pt x="550091" y="7702"/>
                  </a:lnTo>
                  <a:lnTo>
                    <a:pt x="584068" y="10562"/>
                  </a:lnTo>
                  <a:lnTo>
                    <a:pt x="634166" y="15255"/>
                  </a:lnTo>
                  <a:lnTo>
                    <a:pt x="699586" y="22110"/>
                  </a:lnTo>
                  <a:lnTo>
                    <a:pt x="777721" y="31328"/>
                  </a:lnTo>
                  <a:lnTo>
                    <a:pt x="864797" y="42986"/>
                  </a:lnTo>
                  <a:lnTo>
                    <a:pt x="956650" y="57068"/>
                  </a:lnTo>
                  <a:lnTo>
                    <a:pt x="1049431" y="73519"/>
                  </a:lnTo>
                  <a:lnTo>
                    <a:pt x="1140057" y="92297"/>
                  </a:lnTo>
                  <a:lnTo>
                    <a:pt x="1226386" y="113417"/>
                  </a:lnTo>
                  <a:lnTo>
                    <a:pt x="1307188" y="136974"/>
                  </a:lnTo>
                  <a:lnTo>
                    <a:pt x="1381991" y="163162"/>
                  </a:lnTo>
                  <a:lnTo>
                    <a:pt x="1450882" y="192272"/>
                  </a:lnTo>
                  <a:lnTo>
                    <a:pt x="1514333" y="224689"/>
                  </a:lnTo>
                  <a:lnTo>
                    <a:pt x="1573048" y="260875"/>
                  </a:lnTo>
                  <a:lnTo>
                    <a:pt x="1627854" y="301348"/>
                  </a:lnTo>
                  <a:lnTo>
                    <a:pt x="1679615" y="346625"/>
                  </a:lnTo>
                  <a:lnTo>
                    <a:pt x="1729165" y="397146"/>
                  </a:lnTo>
                  <a:lnTo>
                    <a:pt x="1768425" y="442361"/>
                  </a:lnTo>
                  <a:lnTo>
                    <a:pt x="1806780" y="490872"/>
                  </a:lnTo>
                  <a:lnTo>
                    <a:pt x="1844774" y="543033"/>
                  </a:lnTo>
                  <a:lnTo>
                    <a:pt x="1882645" y="598918"/>
                  </a:lnTo>
                  <a:lnTo>
                    <a:pt x="1920580" y="658538"/>
                  </a:lnTo>
                  <a:lnTo>
                    <a:pt x="1958717" y="721834"/>
                  </a:lnTo>
                  <a:lnTo>
                    <a:pt x="1997152" y="788670"/>
                  </a:lnTo>
                  <a:lnTo>
                    <a:pt x="2035942" y="858831"/>
                  </a:lnTo>
                  <a:lnTo>
                    <a:pt x="2075107" y="932021"/>
                  </a:lnTo>
                  <a:lnTo>
                    <a:pt x="2114635" y="1007863"/>
                  </a:lnTo>
                  <a:lnTo>
                    <a:pt x="2154487" y="1085907"/>
                  </a:lnTo>
                  <a:lnTo>
                    <a:pt x="2194599" y="1165639"/>
                  </a:lnTo>
                  <a:lnTo>
                    <a:pt x="2234889" y="1246495"/>
                  </a:lnTo>
                  <a:lnTo>
                    <a:pt x="2275264" y="1327875"/>
                  </a:lnTo>
                  <a:lnTo>
                    <a:pt x="2315624" y="1409164"/>
                  </a:lnTo>
                  <a:lnTo>
                    <a:pt x="2355870" y="1489748"/>
                  </a:lnTo>
                  <a:lnTo>
                    <a:pt x="2395912" y="1569036"/>
                  </a:lnTo>
                  <a:lnTo>
                    <a:pt x="2435674" y="1646477"/>
                  </a:lnTo>
                  <a:lnTo>
                    <a:pt x="2475097" y="1721576"/>
                  </a:lnTo>
                  <a:lnTo>
                    <a:pt x="2514151" y="1793902"/>
                  </a:lnTo>
                  <a:lnTo>
                    <a:pt x="2552832" y="1863104"/>
                  </a:lnTo>
                  <a:lnTo>
                    <a:pt x="2591171" y="1928909"/>
                  </a:lnTo>
                  <a:lnTo>
                    <a:pt x="2629236" y="1991124"/>
                  </a:lnTo>
                  <a:lnTo>
                    <a:pt x="2667136" y="2049639"/>
                  </a:lnTo>
                  <a:lnTo>
                    <a:pt x="2705021" y="2104414"/>
                  </a:lnTo>
                  <a:lnTo>
                    <a:pt x="2743095" y="2155482"/>
                  </a:lnTo>
                  <a:lnTo>
                    <a:pt x="2770117" y="2189219"/>
                  </a:lnTo>
                  <a:lnTo>
                    <a:pt x="2818411" y="2244190"/>
                  </a:lnTo>
                  <a:lnTo>
                    <a:pt x="2868311" y="2293715"/>
                  </a:lnTo>
                  <a:lnTo>
                    <a:pt x="2920571" y="2338067"/>
                  </a:lnTo>
                  <a:lnTo>
                    <a:pt x="2976035" y="2377706"/>
                  </a:lnTo>
                  <a:lnTo>
                    <a:pt x="3035566" y="2413158"/>
                  </a:lnTo>
                  <a:lnTo>
                    <a:pt x="3099975" y="2444930"/>
                  </a:lnTo>
                  <a:lnTo>
                    <a:pt x="3169934" y="2473473"/>
                  </a:lnTo>
                  <a:lnTo>
                    <a:pt x="3245854" y="2499156"/>
                  </a:lnTo>
                  <a:lnTo>
                    <a:pt x="3327734" y="2522250"/>
                  </a:lnTo>
                  <a:lnTo>
                    <a:pt x="3414976" y="2542932"/>
                  </a:lnTo>
                  <a:lnTo>
                    <a:pt x="3506190" y="2561281"/>
                  </a:lnTo>
                  <a:lnTo>
                    <a:pt x="3599059" y="2577297"/>
                  </a:lnTo>
                  <a:lnTo>
                    <a:pt x="3690336" y="2590935"/>
                  </a:lnTo>
                  <a:lnTo>
                    <a:pt x="3776070" y="2602141"/>
                  </a:lnTo>
                  <a:lnTo>
                    <a:pt x="3852114" y="2610913"/>
                  </a:lnTo>
                  <a:lnTo>
                    <a:pt x="3914849" y="2617349"/>
                  </a:lnTo>
                  <a:lnTo>
                    <a:pt x="3961964" y="2621674"/>
                  </a:lnTo>
                  <a:lnTo>
                    <a:pt x="3993039" y="2624240"/>
                  </a:lnTo>
                  <a:lnTo>
                    <a:pt x="4009757" y="2625487"/>
                  </a:lnTo>
                  <a:lnTo>
                    <a:pt x="4015771" y="2625894"/>
                  </a:lnTo>
                  <a:lnTo>
                    <a:pt x="4016409" y="2625934"/>
                  </a:lnTo>
                  <a:lnTo>
                    <a:pt x="4538543" y="2625934"/>
                  </a:lnTo>
                  <a:lnTo>
                    <a:pt x="4539713" y="2625862"/>
                  </a:lnTo>
                  <a:lnTo>
                    <a:pt x="4547375" y="2625344"/>
                  </a:lnTo>
                  <a:lnTo>
                    <a:pt x="4566584" y="2623912"/>
                  </a:lnTo>
                  <a:lnTo>
                    <a:pt x="4600655" y="2621099"/>
                  </a:lnTo>
                  <a:lnTo>
                    <a:pt x="4650882" y="2616483"/>
                  </a:lnTo>
                  <a:lnTo>
                    <a:pt x="4716453" y="2609741"/>
                  </a:lnTo>
                  <a:lnTo>
                    <a:pt x="4794746" y="2600675"/>
                  </a:lnTo>
                  <a:lnTo>
                    <a:pt x="4881966" y="2589212"/>
                  </a:lnTo>
                  <a:lnTo>
                    <a:pt x="4973940" y="2575368"/>
                  </a:lnTo>
                  <a:lnTo>
                    <a:pt x="5066811" y="2559196"/>
                  </a:lnTo>
                  <a:lnTo>
                    <a:pt x="5157494" y="2540737"/>
                  </a:lnTo>
                  <a:lnTo>
                    <a:pt x="5243853" y="2519978"/>
                  </a:lnTo>
                  <a:lnTo>
                    <a:pt x="5324663" y="2496821"/>
                  </a:lnTo>
                  <a:lnTo>
                    <a:pt x="5399459" y="2471075"/>
                  </a:lnTo>
                  <a:lnTo>
                    <a:pt x="5468335" y="2442453"/>
                  </a:lnTo>
                  <a:lnTo>
                    <a:pt x="5531769" y="2410575"/>
                  </a:lnTo>
                  <a:lnTo>
                    <a:pt x="5590471" y="2374984"/>
                  </a:lnTo>
                  <a:lnTo>
                    <a:pt x="5645271" y="2335172"/>
                  </a:lnTo>
                  <a:lnTo>
                    <a:pt x="5697035" y="2290630"/>
                  </a:lnTo>
                  <a:lnTo>
                    <a:pt x="5746600" y="2240928"/>
                  </a:lnTo>
                  <a:lnTo>
                    <a:pt x="5784835" y="2197690"/>
                  </a:lnTo>
                  <a:lnTo>
                    <a:pt x="5823471" y="2149757"/>
                  </a:lnTo>
                  <a:lnTo>
                    <a:pt x="5861742" y="2098191"/>
                  </a:lnTo>
                  <a:lnTo>
                    <a:pt x="5899891" y="2042918"/>
                  </a:lnTo>
                  <a:lnTo>
                    <a:pt x="5938109" y="1983930"/>
                  </a:lnTo>
                  <a:lnTo>
                    <a:pt x="5976536" y="1921287"/>
                  </a:lnTo>
                  <a:lnTo>
                    <a:pt x="6015268" y="1855127"/>
                  </a:lnTo>
                  <a:lnTo>
                    <a:pt x="6054361" y="1785670"/>
                  </a:lnTo>
                  <a:lnTo>
                    <a:pt x="6093835" y="1713217"/>
                  </a:lnTo>
                  <a:lnTo>
                    <a:pt x="6133676" y="1638149"/>
                  </a:lnTo>
                  <a:lnTo>
                    <a:pt x="6173842" y="1560922"/>
                  </a:lnTo>
                  <a:lnTo>
                    <a:pt x="6214266" y="1482055"/>
                  </a:lnTo>
                  <a:lnTo>
                    <a:pt x="6254863" y="1402117"/>
                  </a:lnTo>
                  <a:lnTo>
                    <a:pt x="6295538" y="1321711"/>
                  </a:lnTo>
                  <a:lnTo>
                    <a:pt x="6336188" y="1241455"/>
                  </a:lnTo>
                  <a:lnTo>
                    <a:pt x="6376713" y="1161962"/>
                  </a:lnTo>
                  <a:lnTo>
                    <a:pt x="6417021" y="1083821"/>
                  </a:lnTo>
                  <a:lnTo>
                    <a:pt x="6457037" y="1007579"/>
                  </a:lnTo>
                  <a:lnTo>
                    <a:pt x="6496703" y="933726"/>
                  </a:lnTo>
                  <a:lnTo>
                    <a:pt x="6535993" y="862682"/>
                  </a:lnTo>
                  <a:lnTo>
                    <a:pt x="6574906" y="794790"/>
                  </a:lnTo>
                  <a:lnTo>
                    <a:pt x="6613481" y="730312"/>
                  </a:lnTo>
                  <a:lnTo>
                    <a:pt x="6651792" y="669428"/>
                  </a:lnTo>
                  <a:lnTo>
                    <a:pt x="6689956" y="612237"/>
                  </a:lnTo>
                  <a:lnTo>
                    <a:pt x="6728137" y="558766"/>
                  </a:lnTo>
                  <a:lnTo>
                    <a:pt x="6766551" y="508973"/>
                  </a:lnTo>
                  <a:lnTo>
                    <a:pt x="6786527" y="484715"/>
                  </a:lnTo>
                  <a:lnTo>
                    <a:pt x="6834873" y="430757"/>
                  </a:lnTo>
                  <a:lnTo>
                    <a:pt x="6884828" y="382149"/>
                  </a:lnTo>
                  <a:lnTo>
                    <a:pt x="6937151" y="338625"/>
                  </a:lnTo>
                  <a:lnTo>
                    <a:pt x="6992686" y="299729"/>
                  </a:lnTo>
                  <a:lnTo>
                    <a:pt x="7052301" y="264947"/>
                  </a:lnTo>
                  <a:lnTo>
                    <a:pt x="7116809" y="233778"/>
                  </a:lnTo>
                  <a:lnTo>
                    <a:pt x="7186881" y="205779"/>
                  </a:lnTo>
                  <a:lnTo>
                    <a:pt x="7262929" y="180589"/>
                  </a:lnTo>
                  <a:lnTo>
                    <a:pt x="7344947" y="157941"/>
                  </a:lnTo>
                  <a:lnTo>
                    <a:pt x="7432329" y="137662"/>
                  </a:lnTo>
                  <a:lnTo>
                    <a:pt x="7523672" y="119675"/>
                  </a:lnTo>
                  <a:lnTo>
                    <a:pt x="7616640" y="103981"/>
                  </a:lnTo>
                  <a:lnTo>
                    <a:pt x="7707967" y="90625"/>
                  </a:lnTo>
                  <a:lnTo>
                    <a:pt x="7793682" y="79659"/>
                  </a:lnTo>
                  <a:lnTo>
                    <a:pt x="7869626" y="71084"/>
                  </a:lnTo>
                  <a:lnTo>
                    <a:pt x="7932186" y="64802"/>
                  </a:lnTo>
                  <a:lnTo>
                    <a:pt x="7979070" y="60589"/>
                  </a:lnTo>
                  <a:lnTo>
                    <a:pt x="8009890" y="58099"/>
                  </a:lnTo>
                  <a:lnTo>
                    <a:pt x="8026377" y="56895"/>
                  </a:lnTo>
                  <a:lnTo>
                    <a:pt x="8032229" y="56507"/>
                  </a:lnTo>
                  <a:lnTo>
                    <a:pt x="8032819" y="56471"/>
                  </a:lnTo>
                  <a:lnTo>
                    <a:pt x="8554953" y="56471"/>
                  </a:lnTo>
                  <a:lnTo>
                    <a:pt x="8554953" y="50824"/>
                  </a:lnTo>
                  <a:lnTo>
                    <a:pt x="8032819" y="50824"/>
                  </a:lnTo>
                  <a:lnTo>
                    <a:pt x="8031649" y="50897"/>
                  </a:lnTo>
                  <a:lnTo>
                    <a:pt x="8023987" y="51414"/>
                  </a:lnTo>
                  <a:lnTo>
                    <a:pt x="8004778" y="52846"/>
                  </a:lnTo>
                  <a:lnTo>
                    <a:pt x="7970707" y="55659"/>
                  </a:lnTo>
                  <a:lnTo>
                    <a:pt x="7920480" y="60275"/>
                  </a:lnTo>
                  <a:lnTo>
                    <a:pt x="7854909" y="67018"/>
                  </a:lnTo>
                  <a:lnTo>
                    <a:pt x="7776616" y="76083"/>
                  </a:lnTo>
                  <a:lnTo>
                    <a:pt x="7689396" y="87546"/>
                  </a:lnTo>
                  <a:lnTo>
                    <a:pt x="7597422" y="101390"/>
                  </a:lnTo>
                  <a:lnTo>
                    <a:pt x="7504550" y="117562"/>
                  </a:lnTo>
                  <a:lnTo>
                    <a:pt x="7413868" y="136021"/>
                  </a:lnTo>
                  <a:lnTo>
                    <a:pt x="7327509" y="156780"/>
                  </a:lnTo>
                  <a:lnTo>
                    <a:pt x="7246699" y="179938"/>
                  </a:lnTo>
                  <a:lnTo>
                    <a:pt x="7171903" y="205683"/>
                  </a:lnTo>
                  <a:lnTo>
                    <a:pt x="7103027" y="234305"/>
                  </a:lnTo>
                  <a:lnTo>
                    <a:pt x="7039593" y="266183"/>
                  </a:lnTo>
                  <a:lnTo>
                    <a:pt x="6980891" y="301774"/>
                  </a:lnTo>
                  <a:lnTo>
                    <a:pt x="6926091" y="341586"/>
                  </a:lnTo>
                  <a:lnTo>
                    <a:pt x="6874326" y="386128"/>
                  </a:lnTo>
                  <a:lnTo>
                    <a:pt x="6824762" y="435830"/>
                  </a:lnTo>
                  <a:lnTo>
                    <a:pt x="6786527" y="479068"/>
                  </a:lnTo>
                  <a:lnTo>
                    <a:pt x="6747891" y="527001"/>
                  </a:lnTo>
                  <a:lnTo>
                    <a:pt x="6709620" y="578567"/>
                  </a:lnTo>
                  <a:lnTo>
                    <a:pt x="6671471" y="633840"/>
                  </a:lnTo>
                  <a:lnTo>
                    <a:pt x="6633253" y="692828"/>
                  </a:lnTo>
                  <a:lnTo>
                    <a:pt x="6594826" y="755471"/>
                  </a:lnTo>
                  <a:lnTo>
                    <a:pt x="6556094" y="821631"/>
                  </a:lnTo>
                  <a:lnTo>
                    <a:pt x="6517001" y="891088"/>
                  </a:lnTo>
                  <a:lnTo>
                    <a:pt x="6477527" y="963541"/>
                  </a:lnTo>
                  <a:lnTo>
                    <a:pt x="6437686" y="1038609"/>
                  </a:lnTo>
                  <a:lnTo>
                    <a:pt x="6397520" y="1115836"/>
                  </a:lnTo>
                  <a:lnTo>
                    <a:pt x="6357096" y="1194703"/>
                  </a:lnTo>
                  <a:lnTo>
                    <a:pt x="6316499" y="1274642"/>
                  </a:lnTo>
                  <a:lnTo>
                    <a:pt x="6275824" y="1355048"/>
                  </a:lnTo>
                  <a:lnTo>
                    <a:pt x="6235174" y="1435304"/>
                  </a:lnTo>
                  <a:lnTo>
                    <a:pt x="6194649" y="1514796"/>
                  </a:lnTo>
                  <a:lnTo>
                    <a:pt x="6154341" y="1592937"/>
                  </a:lnTo>
                  <a:lnTo>
                    <a:pt x="6114325" y="1669179"/>
                  </a:lnTo>
                  <a:lnTo>
                    <a:pt x="6074659" y="1743032"/>
                  </a:lnTo>
                  <a:lnTo>
                    <a:pt x="6035369" y="1814076"/>
                  </a:lnTo>
                  <a:lnTo>
                    <a:pt x="5996456" y="1881968"/>
                  </a:lnTo>
                  <a:lnTo>
                    <a:pt x="5957881" y="1946446"/>
                  </a:lnTo>
                  <a:lnTo>
                    <a:pt x="5919570" y="2007330"/>
                  </a:lnTo>
                  <a:lnTo>
                    <a:pt x="5881406" y="2064521"/>
                  </a:lnTo>
                  <a:lnTo>
                    <a:pt x="5843224" y="2117992"/>
                  </a:lnTo>
                  <a:lnTo>
                    <a:pt x="5804811" y="2167785"/>
                  </a:lnTo>
                  <a:lnTo>
                    <a:pt x="5784835" y="2192043"/>
                  </a:lnTo>
                  <a:lnTo>
                    <a:pt x="5736489" y="2246001"/>
                  </a:lnTo>
                  <a:lnTo>
                    <a:pt x="5686534" y="2294609"/>
                  </a:lnTo>
                  <a:lnTo>
                    <a:pt x="5634211" y="2338133"/>
                  </a:lnTo>
                  <a:lnTo>
                    <a:pt x="5578676" y="2377029"/>
                  </a:lnTo>
                  <a:lnTo>
                    <a:pt x="5519060" y="2411811"/>
                  </a:lnTo>
                  <a:lnTo>
                    <a:pt x="5454553" y="2442980"/>
                  </a:lnTo>
                  <a:lnTo>
                    <a:pt x="5384481" y="2470979"/>
                  </a:lnTo>
                  <a:lnTo>
                    <a:pt x="5308433" y="2496169"/>
                  </a:lnTo>
                  <a:lnTo>
                    <a:pt x="5226415" y="2518817"/>
                  </a:lnTo>
                  <a:lnTo>
                    <a:pt x="5139033" y="2539096"/>
                  </a:lnTo>
                  <a:lnTo>
                    <a:pt x="5047690" y="2557083"/>
                  </a:lnTo>
                  <a:lnTo>
                    <a:pt x="4954721" y="2572777"/>
                  </a:lnTo>
                  <a:lnTo>
                    <a:pt x="4863395" y="2586133"/>
                  </a:lnTo>
                  <a:lnTo>
                    <a:pt x="4777680" y="2597099"/>
                  </a:lnTo>
                  <a:lnTo>
                    <a:pt x="4701736" y="2605674"/>
                  </a:lnTo>
                  <a:lnTo>
                    <a:pt x="4639176" y="2611956"/>
                  </a:lnTo>
                  <a:lnTo>
                    <a:pt x="4592292" y="2616169"/>
                  </a:lnTo>
                  <a:lnTo>
                    <a:pt x="4561472" y="2618660"/>
                  </a:lnTo>
                  <a:lnTo>
                    <a:pt x="4544985" y="2619863"/>
                  </a:lnTo>
                  <a:lnTo>
                    <a:pt x="4539133" y="2620251"/>
                  </a:lnTo>
                  <a:lnTo>
                    <a:pt x="4538543" y="2620287"/>
                  </a:lnTo>
                  <a:lnTo>
                    <a:pt x="4016409" y="2620287"/>
                  </a:lnTo>
                  <a:lnTo>
                    <a:pt x="4015243" y="2620213"/>
                  </a:lnTo>
                  <a:lnTo>
                    <a:pt x="4007604" y="2619687"/>
                  </a:lnTo>
                  <a:lnTo>
                    <a:pt x="3988451" y="2618232"/>
                  </a:lnTo>
                  <a:lnTo>
                    <a:pt x="3954474" y="2615372"/>
                  </a:lnTo>
                  <a:lnTo>
                    <a:pt x="3904376" y="2610679"/>
                  </a:lnTo>
                  <a:lnTo>
                    <a:pt x="3838956" y="2603824"/>
                  </a:lnTo>
                  <a:lnTo>
                    <a:pt x="3760821" y="2594605"/>
                  </a:lnTo>
                  <a:lnTo>
                    <a:pt x="3673746" y="2582947"/>
                  </a:lnTo>
                  <a:lnTo>
                    <a:pt x="3581892" y="2568865"/>
                  </a:lnTo>
                  <a:lnTo>
                    <a:pt x="3489111" y="2552414"/>
                  </a:lnTo>
                  <a:lnTo>
                    <a:pt x="3398485" y="2533636"/>
                  </a:lnTo>
                  <a:lnTo>
                    <a:pt x="3312156" y="2512517"/>
                  </a:lnTo>
                  <a:lnTo>
                    <a:pt x="3231354" y="2488960"/>
                  </a:lnTo>
                  <a:lnTo>
                    <a:pt x="3156551" y="2462772"/>
                  </a:lnTo>
                  <a:lnTo>
                    <a:pt x="3087660" y="2433662"/>
                  </a:lnTo>
                  <a:lnTo>
                    <a:pt x="3024209" y="2401245"/>
                  </a:lnTo>
                  <a:lnTo>
                    <a:pt x="2965494" y="2365058"/>
                  </a:lnTo>
                  <a:lnTo>
                    <a:pt x="2910688" y="2324586"/>
                  </a:lnTo>
                  <a:lnTo>
                    <a:pt x="2858927" y="2279308"/>
                  </a:lnTo>
                  <a:lnTo>
                    <a:pt x="2809377" y="2228788"/>
                  </a:lnTo>
                  <a:lnTo>
                    <a:pt x="2770117" y="2183572"/>
                  </a:lnTo>
                  <a:lnTo>
                    <a:pt x="2731762" y="2135062"/>
                  </a:lnTo>
                  <a:lnTo>
                    <a:pt x="2693768" y="2082901"/>
                  </a:lnTo>
                  <a:lnTo>
                    <a:pt x="2655897" y="2027016"/>
                  </a:lnTo>
                  <a:lnTo>
                    <a:pt x="2617962" y="1967396"/>
                  </a:lnTo>
                  <a:lnTo>
                    <a:pt x="2579825" y="1904100"/>
                  </a:lnTo>
                  <a:lnTo>
                    <a:pt x="2541390" y="1837263"/>
                  </a:lnTo>
                  <a:lnTo>
                    <a:pt x="2502600" y="1767102"/>
                  </a:lnTo>
                  <a:lnTo>
                    <a:pt x="2463435" y="1693913"/>
                  </a:lnTo>
                  <a:lnTo>
                    <a:pt x="2423907" y="1618071"/>
                  </a:lnTo>
                  <a:lnTo>
                    <a:pt x="2384055" y="1540027"/>
                  </a:lnTo>
                  <a:lnTo>
                    <a:pt x="2343943" y="1460295"/>
                  </a:lnTo>
                  <a:lnTo>
                    <a:pt x="2303653" y="1379438"/>
                  </a:lnTo>
                  <a:lnTo>
                    <a:pt x="2263278" y="1298058"/>
                  </a:lnTo>
                  <a:lnTo>
                    <a:pt x="2222919" y="1216770"/>
                  </a:lnTo>
                  <a:lnTo>
                    <a:pt x="2182672" y="1136186"/>
                  </a:lnTo>
                  <a:lnTo>
                    <a:pt x="2142630" y="1056897"/>
                  </a:lnTo>
                  <a:lnTo>
                    <a:pt x="2102868" y="979456"/>
                  </a:lnTo>
                  <a:lnTo>
                    <a:pt x="2063445" y="904358"/>
                  </a:lnTo>
                  <a:lnTo>
                    <a:pt x="2024391" y="832031"/>
                  </a:lnTo>
                  <a:lnTo>
                    <a:pt x="1985710" y="762829"/>
                  </a:lnTo>
                  <a:lnTo>
                    <a:pt x="1947371" y="697025"/>
                  </a:lnTo>
                  <a:lnTo>
                    <a:pt x="1909306" y="634809"/>
                  </a:lnTo>
                  <a:lnTo>
                    <a:pt x="1871406" y="576295"/>
                  </a:lnTo>
                  <a:lnTo>
                    <a:pt x="1833521" y="521519"/>
                  </a:lnTo>
                  <a:lnTo>
                    <a:pt x="1795447" y="470452"/>
                  </a:lnTo>
                  <a:lnTo>
                    <a:pt x="1768425" y="436714"/>
                  </a:lnTo>
                  <a:lnTo>
                    <a:pt x="1720131" y="381744"/>
                  </a:lnTo>
                  <a:lnTo>
                    <a:pt x="1670231" y="332218"/>
                  </a:lnTo>
                  <a:lnTo>
                    <a:pt x="1617971" y="287867"/>
                  </a:lnTo>
                  <a:lnTo>
                    <a:pt x="1562507" y="248227"/>
                  </a:lnTo>
                  <a:lnTo>
                    <a:pt x="1502976" y="212776"/>
                  </a:lnTo>
                  <a:lnTo>
                    <a:pt x="1438567" y="181003"/>
                  </a:lnTo>
                  <a:lnTo>
                    <a:pt x="1368608" y="152460"/>
                  </a:lnTo>
                  <a:lnTo>
                    <a:pt x="1292689" y="126778"/>
                  </a:lnTo>
                  <a:lnTo>
                    <a:pt x="1210808" y="103683"/>
                  </a:lnTo>
                  <a:lnTo>
                    <a:pt x="1123566" y="83002"/>
                  </a:lnTo>
                  <a:lnTo>
                    <a:pt x="1032352" y="64653"/>
                  </a:lnTo>
                  <a:lnTo>
                    <a:pt x="939483" y="48636"/>
                  </a:lnTo>
                  <a:lnTo>
                    <a:pt x="848206" y="34999"/>
                  </a:lnTo>
                  <a:lnTo>
                    <a:pt x="762472" y="23793"/>
                  </a:lnTo>
                  <a:lnTo>
                    <a:pt x="686428" y="15021"/>
                  </a:lnTo>
                  <a:lnTo>
                    <a:pt x="623693" y="8585"/>
                  </a:lnTo>
                  <a:lnTo>
                    <a:pt x="576578" y="4259"/>
                  </a:lnTo>
                  <a:lnTo>
                    <a:pt x="545504" y="1693"/>
                  </a:lnTo>
                  <a:lnTo>
                    <a:pt x="528786" y="447"/>
                  </a:lnTo>
                  <a:lnTo>
                    <a:pt x="522771" y="39"/>
                  </a:lnTo>
                  <a:lnTo>
                    <a:pt x="5221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51" name="pl51"/>
            <p:cNvSpPr/>
            <p:nvPr/>
          </p:nvSpPr>
          <p:spPr>
            <a:xfrm>
              <a:off x="386606" y="3195938"/>
              <a:ext cx="8554953" cy="2620287"/>
            </a:xfrm>
            <a:custGeom>
              <a:avLst/>
              <a:pathLst>
                <a:path w="8554953" h="2620287">
                  <a:moveTo>
                    <a:pt x="0" y="0"/>
                  </a:moveTo>
                  <a:lnTo>
                    <a:pt x="522133" y="0"/>
                  </a:lnTo>
                  <a:lnTo>
                    <a:pt x="523299" y="73"/>
                  </a:lnTo>
                  <a:lnTo>
                    <a:pt x="530938" y="600"/>
                  </a:lnTo>
                  <a:lnTo>
                    <a:pt x="550091" y="2055"/>
                  </a:lnTo>
                  <a:lnTo>
                    <a:pt x="584068" y="4915"/>
                  </a:lnTo>
                  <a:lnTo>
                    <a:pt x="634166" y="9608"/>
                  </a:lnTo>
                  <a:lnTo>
                    <a:pt x="699586" y="16463"/>
                  </a:lnTo>
                  <a:lnTo>
                    <a:pt x="777721" y="25681"/>
                  </a:lnTo>
                  <a:lnTo>
                    <a:pt x="864797" y="37339"/>
                  </a:lnTo>
                  <a:lnTo>
                    <a:pt x="956650" y="51421"/>
                  </a:lnTo>
                  <a:lnTo>
                    <a:pt x="1049431" y="67872"/>
                  </a:lnTo>
                  <a:lnTo>
                    <a:pt x="1140057" y="86650"/>
                  </a:lnTo>
                  <a:lnTo>
                    <a:pt x="1226386" y="107769"/>
                  </a:lnTo>
                  <a:lnTo>
                    <a:pt x="1307188" y="131327"/>
                  </a:lnTo>
                  <a:lnTo>
                    <a:pt x="1381991" y="157515"/>
                  </a:lnTo>
                  <a:lnTo>
                    <a:pt x="1450882" y="186625"/>
                  </a:lnTo>
                  <a:lnTo>
                    <a:pt x="1514333" y="219042"/>
                  </a:lnTo>
                  <a:lnTo>
                    <a:pt x="1573048" y="255228"/>
                  </a:lnTo>
                  <a:lnTo>
                    <a:pt x="1627854" y="295701"/>
                  </a:lnTo>
                  <a:lnTo>
                    <a:pt x="1679615" y="340978"/>
                  </a:lnTo>
                  <a:lnTo>
                    <a:pt x="1729165" y="391499"/>
                  </a:lnTo>
                  <a:lnTo>
                    <a:pt x="1768425" y="436714"/>
                  </a:lnTo>
                  <a:lnTo>
                    <a:pt x="1806780" y="485225"/>
                  </a:lnTo>
                  <a:lnTo>
                    <a:pt x="1844774" y="537386"/>
                  </a:lnTo>
                  <a:lnTo>
                    <a:pt x="1882645" y="593271"/>
                  </a:lnTo>
                  <a:lnTo>
                    <a:pt x="1920580" y="652891"/>
                  </a:lnTo>
                  <a:lnTo>
                    <a:pt x="1958717" y="716187"/>
                  </a:lnTo>
                  <a:lnTo>
                    <a:pt x="1997152" y="783023"/>
                  </a:lnTo>
                  <a:lnTo>
                    <a:pt x="2035942" y="853184"/>
                  </a:lnTo>
                  <a:lnTo>
                    <a:pt x="2075107" y="926374"/>
                  </a:lnTo>
                  <a:lnTo>
                    <a:pt x="2114635" y="1002216"/>
                  </a:lnTo>
                  <a:lnTo>
                    <a:pt x="2154487" y="1080259"/>
                  </a:lnTo>
                  <a:lnTo>
                    <a:pt x="2194599" y="1159992"/>
                  </a:lnTo>
                  <a:lnTo>
                    <a:pt x="2234889" y="1240848"/>
                  </a:lnTo>
                  <a:lnTo>
                    <a:pt x="2275264" y="1322228"/>
                  </a:lnTo>
                  <a:lnTo>
                    <a:pt x="2315624" y="1403517"/>
                  </a:lnTo>
                  <a:lnTo>
                    <a:pt x="2355870" y="1484101"/>
                  </a:lnTo>
                  <a:lnTo>
                    <a:pt x="2395912" y="1563389"/>
                  </a:lnTo>
                  <a:lnTo>
                    <a:pt x="2435674" y="1640830"/>
                  </a:lnTo>
                  <a:lnTo>
                    <a:pt x="2475097" y="1715929"/>
                  </a:lnTo>
                  <a:lnTo>
                    <a:pt x="2514151" y="1788255"/>
                  </a:lnTo>
                  <a:lnTo>
                    <a:pt x="2552832" y="1857457"/>
                  </a:lnTo>
                  <a:lnTo>
                    <a:pt x="2591171" y="1923261"/>
                  </a:lnTo>
                  <a:lnTo>
                    <a:pt x="2629236" y="1985477"/>
                  </a:lnTo>
                  <a:lnTo>
                    <a:pt x="2667136" y="2043991"/>
                  </a:lnTo>
                  <a:lnTo>
                    <a:pt x="2705021" y="2098767"/>
                  </a:lnTo>
                  <a:lnTo>
                    <a:pt x="2743095" y="2149834"/>
                  </a:lnTo>
                  <a:lnTo>
                    <a:pt x="2770117" y="2183572"/>
                  </a:lnTo>
                  <a:lnTo>
                    <a:pt x="2818411" y="2238543"/>
                  </a:lnTo>
                  <a:lnTo>
                    <a:pt x="2868311" y="2288068"/>
                  </a:lnTo>
                  <a:lnTo>
                    <a:pt x="2920571" y="2332419"/>
                  </a:lnTo>
                  <a:lnTo>
                    <a:pt x="2976035" y="2372059"/>
                  </a:lnTo>
                  <a:lnTo>
                    <a:pt x="3035566" y="2407511"/>
                  </a:lnTo>
                  <a:lnTo>
                    <a:pt x="3099975" y="2439283"/>
                  </a:lnTo>
                  <a:lnTo>
                    <a:pt x="3169934" y="2467826"/>
                  </a:lnTo>
                  <a:lnTo>
                    <a:pt x="3245854" y="2493509"/>
                  </a:lnTo>
                  <a:lnTo>
                    <a:pt x="3327734" y="2516603"/>
                  </a:lnTo>
                  <a:lnTo>
                    <a:pt x="3414976" y="2537285"/>
                  </a:lnTo>
                  <a:lnTo>
                    <a:pt x="3506190" y="2555633"/>
                  </a:lnTo>
                  <a:lnTo>
                    <a:pt x="3599059" y="2571650"/>
                  </a:lnTo>
                  <a:lnTo>
                    <a:pt x="3690336" y="2585288"/>
                  </a:lnTo>
                  <a:lnTo>
                    <a:pt x="3776070" y="2596494"/>
                  </a:lnTo>
                  <a:lnTo>
                    <a:pt x="3852114" y="2605266"/>
                  </a:lnTo>
                  <a:lnTo>
                    <a:pt x="3914849" y="2611702"/>
                  </a:lnTo>
                  <a:lnTo>
                    <a:pt x="3961964" y="2616027"/>
                  </a:lnTo>
                  <a:lnTo>
                    <a:pt x="3993039" y="2618593"/>
                  </a:lnTo>
                  <a:lnTo>
                    <a:pt x="4009757" y="2619840"/>
                  </a:lnTo>
                  <a:lnTo>
                    <a:pt x="4015771" y="2620247"/>
                  </a:lnTo>
                  <a:lnTo>
                    <a:pt x="4016409" y="2620287"/>
                  </a:lnTo>
                  <a:lnTo>
                    <a:pt x="4538543" y="2620287"/>
                  </a:lnTo>
                  <a:lnTo>
                    <a:pt x="4539713" y="2620214"/>
                  </a:lnTo>
                  <a:lnTo>
                    <a:pt x="4547375" y="2619697"/>
                  </a:lnTo>
                  <a:lnTo>
                    <a:pt x="4566584" y="2618265"/>
                  </a:lnTo>
                  <a:lnTo>
                    <a:pt x="4600655" y="2615452"/>
                  </a:lnTo>
                  <a:lnTo>
                    <a:pt x="4650882" y="2610836"/>
                  </a:lnTo>
                  <a:lnTo>
                    <a:pt x="4716453" y="2604093"/>
                  </a:lnTo>
                  <a:lnTo>
                    <a:pt x="4794746" y="2595028"/>
                  </a:lnTo>
                  <a:lnTo>
                    <a:pt x="4881966" y="2583565"/>
                  </a:lnTo>
                  <a:lnTo>
                    <a:pt x="4973940" y="2569720"/>
                  </a:lnTo>
                  <a:lnTo>
                    <a:pt x="5066811" y="2553549"/>
                  </a:lnTo>
                  <a:lnTo>
                    <a:pt x="5157494" y="2535090"/>
                  </a:lnTo>
                  <a:lnTo>
                    <a:pt x="5243853" y="2514331"/>
                  </a:lnTo>
                  <a:lnTo>
                    <a:pt x="5324663" y="2491173"/>
                  </a:lnTo>
                  <a:lnTo>
                    <a:pt x="5399459" y="2465428"/>
                  </a:lnTo>
                  <a:lnTo>
                    <a:pt x="5468335" y="2436806"/>
                  </a:lnTo>
                  <a:lnTo>
                    <a:pt x="5531769" y="2404928"/>
                  </a:lnTo>
                  <a:lnTo>
                    <a:pt x="5590471" y="2369337"/>
                  </a:lnTo>
                  <a:lnTo>
                    <a:pt x="5645271" y="2329525"/>
                  </a:lnTo>
                  <a:lnTo>
                    <a:pt x="5697035" y="2284983"/>
                  </a:lnTo>
                  <a:lnTo>
                    <a:pt x="5746600" y="2235281"/>
                  </a:lnTo>
                  <a:lnTo>
                    <a:pt x="5784835" y="2192043"/>
                  </a:lnTo>
                  <a:lnTo>
                    <a:pt x="5823471" y="2144110"/>
                  </a:lnTo>
                  <a:lnTo>
                    <a:pt x="5861742" y="2092544"/>
                  </a:lnTo>
                  <a:lnTo>
                    <a:pt x="5899891" y="2037271"/>
                  </a:lnTo>
                  <a:lnTo>
                    <a:pt x="5938109" y="1978283"/>
                  </a:lnTo>
                  <a:lnTo>
                    <a:pt x="5976536" y="1915640"/>
                  </a:lnTo>
                  <a:lnTo>
                    <a:pt x="6015268" y="1849480"/>
                  </a:lnTo>
                  <a:lnTo>
                    <a:pt x="6054361" y="1780023"/>
                  </a:lnTo>
                  <a:lnTo>
                    <a:pt x="6093835" y="1707569"/>
                  </a:lnTo>
                  <a:lnTo>
                    <a:pt x="6133676" y="1632502"/>
                  </a:lnTo>
                  <a:lnTo>
                    <a:pt x="6173842" y="1555275"/>
                  </a:lnTo>
                  <a:lnTo>
                    <a:pt x="6214266" y="1476408"/>
                  </a:lnTo>
                  <a:lnTo>
                    <a:pt x="6254863" y="1396469"/>
                  </a:lnTo>
                  <a:lnTo>
                    <a:pt x="6295538" y="1316063"/>
                  </a:lnTo>
                  <a:lnTo>
                    <a:pt x="6336188" y="1235807"/>
                  </a:lnTo>
                  <a:lnTo>
                    <a:pt x="6376713" y="1156315"/>
                  </a:lnTo>
                  <a:lnTo>
                    <a:pt x="6417021" y="1078174"/>
                  </a:lnTo>
                  <a:lnTo>
                    <a:pt x="6457037" y="1001932"/>
                  </a:lnTo>
                  <a:lnTo>
                    <a:pt x="6496703" y="928079"/>
                  </a:lnTo>
                  <a:lnTo>
                    <a:pt x="6535993" y="857035"/>
                  </a:lnTo>
                  <a:lnTo>
                    <a:pt x="6574906" y="789143"/>
                  </a:lnTo>
                  <a:lnTo>
                    <a:pt x="6613481" y="724665"/>
                  </a:lnTo>
                  <a:lnTo>
                    <a:pt x="6651792" y="663780"/>
                  </a:lnTo>
                  <a:lnTo>
                    <a:pt x="6689956" y="606590"/>
                  </a:lnTo>
                  <a:lnTo>
                    <a:pt x="6728137" y="553119"/>
                  </a:lnTo>
                  <a:lnTo>
                    <a:pt x="6766551" y="503326"/>
                  </a:lnTo>
                  <a:lnTo>
                    <a:pt x="6786527" y="479068"/>
                  </a:lnTo>
                  <a:lnTo>
                    <a:pt x="6834873" y="425110"/>
                  </a:lnTo>
                  <a:lnTo>
                    <a:pt x="6884828" y="376502"/>
                  </a:lnTo>
                  <a:lnTo>
                    <a:pt x="6937151" y="332978"/>
                  </a:lnTo>
                  <a:lnTo>
                    <a:pt x="6992686" y="294082"/>
                  </a:lnTo>
                  <a:lnTo>
                    <a:pt x="7052301" y="259300"/>
                  </a:lnTo>
                  <a:lnTo>
                    <a:pt x="7116809" y="228131"/>
                  </a:lnTo>
                  <a:lnTo>
                    <a:pt x="7186881" y="200132"/>
                  </a:lnTo>
                  <a:lnTo>
                    <a:pt x="7262929" y="174942"/>
                  </a:lnTo>
                  <a:lnTo>
                    <a:pt x="7344947" y="152293"/>
                  </a:lnTo>
                  <a:lnTo>
                    <a:pt x="7432329" y="132015"/>
                  </a:lnTo>
                  <a:lnTo>
                    <a:pt x="7523672" y="114028"/>
                  </a:lnTo>
                  <a:lnTo>
                    <a:pt x="7616640" y="98334"/>
                  </a:lnTo>
                  <a:lnTo>
                    <a:pt x="7707967" y="84978"/>
                  </a:lnTo>
                  <a:lnTo>
                    <a:pt x="7793682" y="74012"/>
                  </a:lnTo>
                  <a:lnTo>
                    <a:pt x="7869626" y="65437"/>
                  </a:lnTo>
                  <a:lnTo>
                    <a:pt x="7932186" y="59155"/>
                  </a:lnTo>
                  <a:lnTo>
                    <a:pt x="7979070" y="54942"/>
                  </a:lnTo>
                  <a:lnTo>
                    <a:pt x="8009890" y="52451"/>
                  </a:lnTo>
                  <a:lnTo>
                    <a:pt x="8026377" y="51248"/>
                  </a:lnTo>
                  <a:lnTo>
                    <a:pt x="8032229" y="50860"/>
                  </a:lnTo>
                  <a:lnTo>
                    <a:pt x="8032819" y="50824"/>
                  </a:lnTo>
                  <a:lnTo>
                    <a:pt x="8554953" y="50824"/>
                  </a:lnTo>
                  <a:lnTo>
                    <a:pt x="8554953" y="50824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52" name="pl52"/>
            <p:cNvSpPr/>
            <p:nvPr/>
          </p:nvSpPr>
          <p:spPr>
            <a:xfrm>
              <a:off x="386606" y="3190291"/>
              <a:ext cx="8554953" cy="2620287"/>
            </a:xfrm>
            <a:custGeom>
              <a:avLst/>
              <a:pathLst>
                <a:path w="8554953" h="2620287">
                  <a:moveTo>
                    <a:pt x="8554953" y="50824"/>
                  </a:moveTo>
                  <a:lnTo>
                    <a:pt x="8032819" y="50824"/>
                  </a:lnTo>
                  <a:lnTo>
                    <a:pt x="8031649" y="50897"/>
                  </a:lnTo>
                  <a:lnTo>
                    <a:pt x="8023987" y="51414"/>
                  </a:lnTo>
                  <a:lnTo>
                    <a:pt x="8004778" y="52846"/>
                  </a:lnTo>
                  <a:lnTo>
                    <a:pt x="7970707" y="55659"/>
                  </a:lnTo>
                  <a:lnTo>
                    <a:pt x="7920480" y="60275"/>
                  </a:lnTo>
                  <a:lnTo>
                    <a:pt x="7854909" y="67018"/>
                  </a:lnTo>
                  <a:lnTo>
                    <a:pt x="7776616" y="76083"/>
                  </a:lnTo>
                  <a:lnTo>
                    <a:pt x="7689396" y="87546"/>
                  </a:lnTo>
                  <a:lnTo>
                    <a:pt x="7597422" y="101390"/>
                  </a:lnTo>
                  <a:lnTo>
                    <a:pt x="7504550" y="117562"/>
                  </a:lnTo>
                  <a:lnTo>
                    <a:pt x="7413868" y="136021"/>
                  </a:lnTo>
                  <a:lnTo>
                    <a:pt x="7327509" y="156780"/>
                  </a:lnTo>
                  <a:lnTo>
                    <a:pt x="7246699" y="179938"/>
                  </a:lnTo>
                  <a:lnTo>
                    <a:pt x="7171903" y="205683"/>
                  </a:lnTo>
                  <a:lnTo>
                    <a:pt x="7103027" y="234305"/>
                  </a:lnTo>
                  <a:lnTo>
                    <a:pt x="7039593" y="266183"/>
                  </a:lnTo>
                  <a:lnTo>
                    <a:pt x="6980891" y="301774"/>
                  </a:lnTo>
                  <a:lnTo>
                    <a:pt x="6926091" y="341586"/>
                  </a:lnTo>
                  <a:lnTo>
                    <a:pt x="6874326" y="386128"/>
                  </a:lnTo>
                  <a:lnTo>
                    <a:pt x="6824762" y="435830"/>
                  </a:lnTo>
                  <a:lnTo>
                    <a:pt x="6786527" y="479068"/>
                  </a:lnTo>
                  <a:lnTo>
                    <a:pt x="6747891" y="527001"/>
                  </a:lnTo>
                  <a:lnTo>
                    <a:pt x="6709620" y="578567"/>
                  </a:lnTo>
                  <a:lnTo>
                    <a:pt x="6671471" y="633840"/>
                  </a:lnTo>
                  <a:lnTo>
                    <a:pt x="6633253" y="692828"/>
                  </a:lnTo>
                  <a:lnTo>
                    <a:pt x="6594826" y="755471"/>
                  </a:lnTo>
                  <a:lnTo>
                    <a:pt x="6556094" y="821631"/>
                  </a:lnTo>
                  <a:lnTo>
                    <a:pt x="6517001" y="891088"/>
                  </a:lnTo>
                  <a:lnTo>
                    <a:pt x="6477527" y="963541"/>
                  </a:lnTo>
                  <a:lnTo>
                    <a:pt x="6437686" y="1038609"/>
                  </a:lnTo>
                  <a:lnTo>
                    <a:pt x="6397520" y="1115836"/>
                  </a:lnTo>
                  <a:lnTo>
                    <a:pt x="6357096" y="1194703"/>
                  </a:lnTo>
                  <a:lnTo>
                    <a:pt x="6316499" y="1274642"/>
                  </a:lnTo>
                  <a:lnTo>
                    <a:pt x="6275824" y="1355048"/>
                  </a:lnTo>
                  <a:lnTo>
                    <a:pt x="6235174" y="1435304"/>
                  </a:lnTo>
                  <a:lnTo>
                    <a:pt x="6194649" y="1514796"/>
                  </a:lnTo>
                  <a:lnTo>
                    <a:pt x="6154341" y="1592937"/>
                  </a:lnTo>
                  <a:lnTo>
                    <a:pt x="6114325" y="1669179"/>
                  </a:lnTo>
                  <a:lnTo>
                    <a:pt x="6074659" y="1743032"/>
                  </a:lnTo>
                  <a:lnTo>
                    <a:pt x="6035369" y="1814076"/>
                  </a:lnTo>
                  <a:lnTo>
                    <a:pt x="5996456" y="1881968"/>
                  </a:lnTo>
                  <a:lnTo>
                    <a:pt x="5957881" y="1946446"/>
                  </a:lnTo>
                  <a:lnTo>
                    <a:pt x="5919570" y="2007330"/>
                  </a:lnTo>
                  <a:lnTo>
                    <a:pt x="5881406" y="2064521"/>
                  </a:lnTo>
                  <a:lnTo>
                    <a:pt x="5843224" y="2117992"/>
                  </a:lnTo>
                  <a:lnTo>
                    <a:pt x="5804811" y="2167785"/>
                  </a:lnTo>
                  <a:lnTo>
                    <a:pt x="5784835" y="2192043"/>
                  </a:lnTo>
                  <a:lnTo>
                    <a:pt x="5736489" y="2246001"/>
                  </a:lnTo>
                  <a:lnTo>
                    <a:pt x="5686534" y="2294609"/>
                  </a:lnTo>
                  <a:lnTo>
                    <a:pt x="5634211" y="2338133"/>
                  </a:lnTo>
                  <a:lnTo>
                    <a:pt x="5578676" y="2377029"/>
                  </a:lnTo>
                  <a:lnTo>
                    <a:pt x="5519060" y="2411811"/>
                  </a:lnTo>
                  <a:lnTo>
                    <a:pt x="5454553" y="2442980"/>
                  </a:lnTo>
                  <a:lnTo>
                    <a:pt x="5384481" y="2470979"/>
                  </a:lnTo>
                  <a:lnTo>
                    <a:pt x="5308433" y="2496169"/>
                  </a:lnTo>
                  <a:lnTo>
                    <a:pt x="5226415" y="2518817"/>
                  </a:lnTo>
                  <a:lnTo>
                    <a:pt x="5139033" y="2539096"/>
                  </a:lnTo>
                  <a:lnTo>
                    <a:pt x="5047690" y="2557083"/>
                  </a:lnTo>
                  <a:lnTo>
                    <a:pt x="4954721" y="2572777"/>
                  </a:lnTo>
                  <a:lnTo>
                    <a:pt x="4863395" y="2586133"/>
                  </a:lnTo>
                  <a:lnTo>
                    <a:pt x="4777680" y="2597099"/>
                  </a:lnTo>
                  <a:lnTo>
                    <a:pt x="4701736" y="2605674"/>
                  </a:lnTo>
                  <a:lnTo>
                    <a:pt x="4639176" y="2611956"/>
                  </a:lnTo>
                  <a:lnTo>
                    <a:pt x="4592292" y="2616169"/>
                  </a:lnTo>
                  <a:lnTo>
                    <a:pt x="4561472" y="2618660"/>
                  </a:lnTo>
                  <a:lnTo>
                    <a:pt x="4544985" y="2619863"/>
                  </a:lnTo>
                  <a:lnTo>
                    <a:pt x="4539133" y="2620251"/>
                  </a:lnTo>
                  <a:lnTo>
                    <a:pt x="4538543" y="2620287"/>
                  </a:lnTo>
                  <a:lnTo>
                    <a:pt x="4016409" y="2620287"/>
                  </a:lnTo>
                  <a:lnTo>
                    <a:pt x="4015243" y="2620213"/>
                  </a:lnTo>
                  <a:lnTo>
                    <a:pt x="4007604" y="2619687"/>
                  </a:lnTo>
                  <a:lnTo>
                    <a:pt x="3988451" y="2618232"/>
                  </a:lnTo>
                  <a:lnTo>
                    <a:pt x="3954474" y="2615372"/>
                  </a:lnTo>
                  <a:lnTo>
                    <a:pt x="3904376" y="2610679"/>
                  </a:lnTo>
                  <a:lnTo>
                    <a:pt x="3838956" y="2603824"/>
                  </a:lnTo>
                  <a:lnTo>
                    <a:pt x="3760821" y="2594605"/>
                  </a:lnTo>
                  <a:lnTo>
                    <a:pt x="3673746" y="2582947"/>
                  </a:lnTo>
                  <a:lnTo>
                    <a:pt x="3581892" y="2568865"/>
                  </a:lnTo>
                  <a:lnTo>
                    <a:pt x="3489111" y="2552414"/>
                  </a:lnTo>
                  <a:lnTo>
                    <a:pt x="3398485" y="2533636"/>
                  </a:lnTo>
                  <a:lnTo>
                    <a:pt x="3312156" y="2512517"/>
                  </a:lnTo>
                  <a:lnTo>
                    <a:pt x="3231354" y="2488960"/>
                  </a:lnTo>
                  <a:lnTo>
                    <a:pt x="3156551" y="2462772"/>
                  </a:lnTo>
                  <a:lnTo>
                    <a:pt x="3087660" y="2433662"/>
                  </a:lnTo>
                  <a:lnTo>
                    <a:pt x="3024209" y="2401245"/>
                  </a:lnTo>
                  <a:lnTo>
                    <a:pt x="2965494" y="2365058"/>
                  </a:lnTo>
                  <a:lnTo>
                    <a:pt x="2910688" y="2324586"/>
                  </a:lnTo>
                  <a:lnTo>
                    <a:pt x="2858927" y="2279308"/>
                  </a:lnTo>
                  <a:lnTo>
                    <a:pt x="2809377" y="2228788"/>
                  </a:lnTo>
                  <a:lnTo>
                    <a:pt x="2770117" y="2183572"/>
                  </a:lnTo>
                  <a:lnTo>
                    <a:pt x="2731762" y="2135062"/>
                  </a:lnTo>
                  <a:lnTo>
                    <a:pt x="2693768" y="2082901"/>
                  </a:lnTo>
                  <a:lnTo>
                    <a:pt x="2655897" y="2027016"/>
                  </a:lnTo>
                  <a:lnTo>
                    <a:pt x="2617962" y="1967396"/>
                  </a:lnTo>
                  <a:lnTo>
                    <a:pt x="2579825" y="1904100"/>
                  </a:lnTo>
                  <a:lnTo>
                    <a:pt x="2541390" y="1837263"/>
                  </a:lnTo>
                  <a:lnTo>
                    <a:pt x="2502600" y="1767102"/>
                  </a:lnTo>
                  <a:lnTo>
                    <a:pt x="2463435" y="1693913"/>
                  </a:lnTo>
                  <a:lnTo>
                    <a:pt x="2423907" y="1618071"/>
                  </a:lnTo>
                  <a:lnTo>
                    <a:pt x="2384055" y="1540027"/>
                  </a:lnTo>
                  <a:lnTo>
                    <a:pt x="2343943" y="1460295"/>
                  </a:lnTo>
                  <a:lnTo>
                    <a:pt x="2303653" y="1379438"/>
                  </a:lnTo>
                  <a:lnTo>
                    <a:pt x="2263278" y="1298058"/>
                  </a:lnTo>
                  <a:lnTo>
                    <a:pt x="2222919" y="1216770"/>
                  </a:lnTo>
                  <a:lnTo>
                    <a:pt x="2182672" y="1136186"/>
                  </a:lnTo>
                  <a:lnTo>
                    <a:pt x="2142630" y="1056897"/>
                  </a:lnTo>
                  <a:lnTo>
                    <a:pt x="2102868" y="979456"/>
                  </a:lnTo>
                  <a:lnTo>
                    <a:pt x="2063445" y="904358"/>
                  </a:lnTo>
                  <a:lnTo>
                    <a:pt x="2024391" y="832031"/>
                  </a:lnTo>
                  <a:lnTo>
                    <a:pt x="1985710" y="762829"/>
                  </a:lnTo>
                  <a:lnTo>
                    <a:pt x="1947371" y="697025"/>
                  </a:lnTo>
                  <a:lnTo>
                    <a:pt x="1909306" y="634809"/>
                  </a:lnTo>
                  <a:lnTo>
                    <a:pt x="1871406" y="576295"/>
                  </a:lnTo>
                  <a:lnTo>
                    <a:pt x="1833521" y="521519"/>
                  </a:lnTo>
                  <a:lnTo>
                    <a:pt x="1795447" y="470452"/>
                  </a:lnTo>
                  <a:lnTo>
                    <a:pt x="1768425" y="436714"/>
                  </a:lnTo>
                  <a:lnTo>
                    <a:pt x="1720131" y="381744"/>
                  </a:lnTo>
                  <a:lnTo>
                    <a:pt x="1670231" y="332218"/>
                  </a:lnTo>
                  <a:lnTo>
                    <a:pt x="1617971" y="287867"/>
                  </a:lnTo>
                  <a:lnTo>
                    <a:pt x="1562507" y="248227"/>
                  </a:lnTo>
                  <a:lnTo>
                    <a:pt x="1502976" y="212776"/>
                  </a:lnTo>
                  <a:lnTo>
                    <a:pt x="1438567" y="181003"/>
                  </a:lnTo>
                  <a:lnTo>
                    <a:pt x="1368608" y="152460"/>
                  </a:lnTo>
                  <a:lnTo>
                    <a:pt x="1292689" y="126778"/>
                  </a:lnTo>
                  <a:lnTo>
                    <a:pt x="1210808" y="103683"/>
                  </a:lnTo>
                  <a:lnTo>
                    <a:pt x="1123566" y="83002"/>
                  </a:lnTo>
                  <a:lnTo>
                    <a:pt x="1032352" y="64653"/>
                  </a:lnTo>
                  <a:lnTo>
                    <a:pt x="939483" y="48636"/>
                  </a:lnTo>
                  <a:lnTo>
                    <a:pt x="848206" y="34999"/>
                  </a:lnTo>
                  <a:lnTo>
                    <a:pt x="762472" y="23793"/>
                  </a:lnTo>
                  <a:lnTo>
                    <a:pt x="686428" y="15021"/>
                  </a:lnTo>
                  <a:lnTo>
                    <a:pt x="623693" y="8585"/>
                  </a:lnTo>
                  <a:lnTo>
                    <a:pt x="576578" y="4259"/>
                  </a:lnTo>
                  <a:lnTo>
                    <a:pt x="545504" y="1693"/>
                  </a:lnTo>
                  <a:lnTo>
                    <a:pt x="528786" y="447"/>
                  </a:lnTo>
                  <a:lnTo>
                    <a:pt x="522771" y="39"/>
                  </a:lnTo>
                  <a:lnTo>
                    <a:pt x="522133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53" name="pg53"/>
            <p:cNvSpPr/>
            <p:nvPr/>
          </p:nvSpPr>
          <p:spPr>
            <a:xfrm>
              <a:off x="386606" y="3195938"/>
              <a:ext cx="8554953" cy="2631581"/>
            </a:xfrm>
            <a:custGeom>
              <a:avLst/>
              <a:pathLst>
                <a:path w="8554953" h="2631581">
                  <a:moveTo>
                    <a:pt x="0" y="5647"/>
                  </a:moveTo>
                  <a:lnTo>
                    <a:pt x="522133" y="5647"/>
                  </a:lnTo>
                  <a:lnTo>
                    <a:pt x="523299" y="5721"/>
                  </a:lnTo>
                  <a:lnTo>
                    <a:pt x="530935" y="6248"/>
                  </a:lnTo>
                  <a:lnTo>
                    <a:pt x="550082" y="7706"/>
                  </a:lnTo>
                  <a:lnTo>
                    <a:pt x="584048" y="10571"/>
                  </a:lnTo>
                  <a:lnTo>
                    <a:pt x="634132" y="15272"/>
                  </a:lnTo>
                  <a:lnTo>
                    <a:pt x="699535" y="22140"/>
                  </a:lnTo>
                  <a:lnTo>
                    <a:pt x="777653" y="31375"/>
                  </a:lnTo>
                  <a:lnTo>
                    <a:pt x="864711" y="43055"/>
                  </a:lnTo>
                  <a:lnTo>
                    <a:pt x="956551" y="57163"/>
                  </a:lnTo>
                  <a:lnTo>
                    <a:pt x="1049323" y="73645"/>
                  </a:lnTo>
                  <a:lnTo>
                    <a:pt x="1139942" y="92458"/>
                  </a:lnTo>
                  <a:lnTo>
                    <a:pt x="1226267" y="113617"/>
                  </a:lnTo>
                  <a:lnTo>
                    <a:pt x="1307069" y="137219"/>
                  </a:lnTo>
                  <a:lnTo>
                    <a:pt x="1381872" y="163456"/>
                  </a:lnTo>
                  <a:lnTo>
                    <a:pt x="1450765" y="192620"/>
                  </a:lnTo>
                  <a:lnTo>
                    <a:pt x="1514218" y="225096"/>
                  </a:lnTo>
                  <a:lnTo>
                    <a:pt x="1572935" y="261349"/>
                  </a:lnTo>
                  <a:lnTo>
                    <a:pt x="1627741" y="301894"/>
                  </a:lnTo>
                  <a:lnTo>
                    <a:pt x="1679502" y="347253"/>
                  </a:lnTo>
                  <a:lnTo>
                    <a:pt x="1729050" y="397864"/>
                  </a:lnTo>
                  <a:lnTo>
                    <a:pt x="1768425" y="443302"/>
                  </a:lnTo>
                  <a:lnTo>
                    <a:pt x="1806749" y="491877"/>
                  </a:lnTo>
                  <a:lnTo>
                    <a:pt x="1844712" y="544103"/>
                  </a:lnTo>
                  <a:lnTo>
                    <a:pt x="1882553" y="600056"/>
                  </a:lnTo>
                  <a:lnTo>
                    <a:pt x="1920456" y="659746"/>
                  </a:lnTo>
                  <a:lnTo>
                    <a:pt x="1958562" y="723113"/>
                  </a:lnTo>
                  <a:lnTo>
                    <a:pt x="1996965" y="790024"/>
                  </a:lnTo>
                  <a:lnTo>
                    <a:pt x="2035721" y="860263"/>
                  </a:lnTo>
                  <a:lnTo>
                    <a:pt x="2074852" y="933533"/>
                  </a:lnTo>
                  <a:lnTo>
                    <a:pt x="2114346" y="1009460"/>
                  </a:lnTo>
                  <a:lnTo>
                    <a:pt x="2154163" y="1087594"/>
                  </a:lnTo>
                  <a:lnTo>
                    <a:pt x="2194240" y="1167421"/>
                  </a:lnTo>
                  <a:lnTo>
                    <a:pt x="2234497" y="1248378"/>
                  </a:lnTo>
                  <a:lnTo>
                    <a:pt x="2274838" y="1329865"/>
                  </a:lnTo>
                  <a:lnTo>
                    <a:pt x="2315166" y="1411268"/>
                  </a:lnTo>
                  <a:lnTo>
                    <a:pt x="2355382" y="1491972"/>
                  </a:lnTo>
                  <a:lnTo>
                    <a:pt x="2395395" y="1571386"/>
                  </a:lnTo>
                  <a:lnTo>
                    <a:pt x="2435128" y="1648960"/>
                  </a:lnTo>
                  <a:lnTo>
                    <a:pt x="2474525" y="1724195"/>
                  </a:lnTo>
                  <a:lnTo>
                    <a:pt x="2513552" y="1796664"/>
                  </a:lnTo>
                  <a:lnTo>
                    <a:pt x="2552208" y="1866010"/>
                  </a:lnTo>
                  <a:lnTo>
                    <a:pt x="2590521" y="1931961"/>
                  </a:lnTo>
                  <a:lnTo>
                    <a:pt x="2628560" y="1994324"/>
                  </a:lnTo>
                  <a:lnTo>
                    <a:pt x="2666430" y="2052985"/>
                  </a:lnTo>
                  <a:lnTo>
                    <a:pt x="2704284" y="2107906"/>
                  </a:lnTo>
                  <a:lnTo>
                    <a:pt x="2742320" y="2159115"/>
                  </a:lnTo>
                  <a:lnTo>
                    <a:pt x="2770117" y="2193925"/>
                  </a:lnTo>
                  <a:lnTo>
                    <a:pt x="2818406" y="2249008"/>
                  </a:lnTo>
                  <a:lnTo>
                    <a:pt x="2868299" y="2298635"/>
                  </a:lnTo>
                  <a:lnTo>
                    <a:pt x="2920552" y="2343079"/>
                  </a:lnTo>
                  <a:lnTo>
                    <a:pt x="2976008" y="2382801"/>
                  </a:lnTo>
                  <a:lnTo>
                    <a:pt x="3035529" y="2418327"/>
                  </a:lnTo>
                  <a:lnTo>
                    <a:pt x="3099928" y="2450166"/>
                  </a:lnTo>
                  <a:lnTo>
                    <a:pt x="3169874" y="2478770"/>
                  </a:lnTo>
                  <a:lnTo>
                    <a:pt x="3245779" y="2504507"/>
                  </a:lnTo>
                  <a:lnTo>
                    <a:pt x="3327644" y="2527651"/>
                  </a:lnTo>
                  <a:lnTo>
                    <a:pt x="3414871" y="2548377"/>
                  </a:lnTo>
                  <a:lnTo>
                    <a:pt x="3506070" y="2566766"/>
                  </a:lnTo>
                  <a:lnTo>
                    <a:pt x="3598928" y="2582819"/>
                  </a:lnTo>
                  <a:lnTo>
                    <a:pt x="3690199" y="2596487"/>
                  </a:lnTo>
                  <a:lnTo>
                    <a:pt x="3775936" y="2607720"/>
                  </a:lnTo>
                  <a:lnTo>
                    <a:pt x="3851990" y="2616514"/>
                  </a:lnTo>
                  <a:lnTo>
                    <a:pt x="3914745" y="2622967"/>
                  </a:lnTo>
                  <a:lnTo>
                    <a:pt x="3961886" y="2627305"/>
                  </a:lnTo>
                  <a:lnTo>
                    <a:pt x="3992989" y="2629880"/>
                  </a:lnTo>
                  <a:lnTo>
                    <a:pt x="4009733" y="2631132"/>
                  </a:lnTo>
                  <a:lnTo>
                    <a:pt x="4015766" y="2631541"/>
                  </a:lnTo>
                  <a:lnTo>
                    <a:pt x="4016409" y="2631581"/>
                  </a:lnTo>
                  <a:lnTo>
                    <a:pt x="4538543" y="2631581"/>
                  </a:lnTo>
                  <a:lnTo>
                    <a:pt x="4539798" y="2631552"/>
                  </a:lnTo>
                  <a:lnTo>
                    <a:pt x="4548002" y="2631344"/>
                  </a:lnTo>
                  <a:lnTo>
                    <a:pt x="4568521" y="2630769"/>
                  </a:lnTo>
                  <a:lnTo>
                    <a:pt x="4604791" y="2629640"/>
                  </a:lnTo>
                  <a:lnTo>
                    <a:pt x="4658008" y="2627790"/>
                  </a:lnTo>
                  <a:lnTo>
                    <a:pt x="4727068" y="2625096"/>
                  </a:lnTo>
                  <a:lnTo>
                    <a:pt x="4808947" y="2621484"/>
                  </a:lnTo>
                  <a:lnTo>
                    <a:pt x="4899456" y="2616932"/>
                  </a:lnTo>
                  <a:lnTo>
                    <a:pt x="4994128" y="2611451"/>
                  </a:lnTo>
                  <a:lnTo>
                    <a:pt x="5088963" y="2605062"/>
                  </a:lnTo>
                  <a:lnTo>
                    <a:pt x="5180875" y="2597778"/>
                  </a:lnTo>
                  <a:lnTo>
                    <a:pt x="5267827" y="2589586"/>
                  </a:lnTo>
                  <a:lnTo>
                    <a:pt x="5348748" y="2580436"/>
                  </a:lnTo>
                  <a:lnTo>
                    <a:pt x="5423342" y="2570240"/>
                  </a:lnTo>
                  <a:lnTo>
                    <a:pt x="5491861" y="2558871"/>
                  </a:lnTo>
                  <a:lnTo>
                    <a:pt x="5554922" y="2546164"/>
                  </a:lnTo>
                  <a:lnTo>
                    <a:pt x="5613345" y="2531927"/>
                  </a:lnTo>
                  <a:lnTo>
                    <a:pt x="5668048" y="2515953"/>
                  </a:lnTo>
                  <a:lnTo>
                    <a:pt x="5719957" y="2498046"/>
                  </a:lnTo>
                  <a:lnTo>
                    <a:pt x="5769926" y="2478066"/>
                  </a:lnTo>
                  <a:lnTo>
                    <a:pt x="5784835" y="2471578"/>
                  </a:lnTo>
                  <a:lnTo>
                    <a:pt x="5834673" y="2448184"/>
                  </a:lnTo>
                  <a:lnTo>
                    <a:pt x="5884025" y="2422510"/>
                  </a:lnTo>
                  <a:lnTo>
                    <a:pt x="5933365" y="2394517"/>
                  </a:lnTo>
                  <a:lnTo>
                    <a:pt x="5983025" y="2364240"/>
                  </a:lnTo>
                  <a:lnTo>
                    <a:pt x="6033210" y="2331792"/>
                  </a:lnTo>
                  <a:lnTo>
                    <a:pt x="6084018" y="2297371"/>
                  </a:lnTo>
                  <a:lnTo>
                    <a:pt x="6135446" y="2261258"/>
                  </a:lnTo>
                  <a:lnTo>
                    <a:pt x="6187410" y="2223814"/>
                  </a:lnTo>
                  <a:lnTo>
                    <a:pt x="6239759" y="2185465"/>
                  </a:lnTo>
                  <a:lnTo>
                    <a:pt x="6292298" y="2146683"/>
                  </a:lnTo>
                  <a:lnTo>
                    <a:pt x="6344808" y="2107964"/>
                  </a:lnTo>
                  <a:lnTo>
                    <a:pt x="6397077" y="2069800"/>
                  </a:lnTo>
                  <a:lnTo>
                    <a:pt x="6448918" y="2032653"/>
                  </a:lnTo>
                  <a:lnTo>
                    <a:pt x="6500195" y="1996935"/>
                  </a:lnTo>
                  <a:lnTo>
                    <a:pt x="6550843" y="1962987"/>
                  </a:lnTo>
                  <a:lnTo>
                    <a:pt x="6600883" y="1931070"/>
                  </a:lnTo>
                  <a:lnTo>
                    <a:pt x="6650438" y="1901361"/>
                  </a:lnTo>
                  <a:lnTo>
                    <a:pt x="6699745" y="1873952"/>
                  </a:lnTo>
                  <a:lnTo>
                    <a:pt x="6749168" y="1848857"/>
                  </a:lnTo>
                  <a:lnTo>
                    <a:pt x="6786527" y="1831565"/>
                  </a:lnTo>
                  <a:lnTo>
                    <a:pt x="6836055" y="1810944"/>
                  </a:lnTo>
                  <a:lnTo>
                    <a:pt x="6887289" y="1792418"/>
                  </a:lnTo>
                  <a:lnTo>
                    <a:pt x="6941048" y="1775876"/>
                  </a:lnTo>
                  <a:lnTo>
                    <a:pt x="6998242" y="1761133"/>
                  </a:lnTo>
                  <a:lnTo>
                    <a:pt x="7059800" y="1747983"/>
                  </a:lnTo>
                  <a:lnTo>
                    <a:pt x="7126584" y="1736226"/>
                  </a:lnTo>
                  <a:lnTo>
                    <a:pt x="7199285" y="1725689"/>
                  </a:lnTo>
                  <a:lnTo>
                    <a:pt x="7278287" y="1716233"/>
                  </a:lnTo>
                  <a:lnTo>
                    <a:pt x="7363480" y="1707757"/>
                  </a:lnTo>
                  <a:lnTo>
                    <a:pt x="7454053" y="1700200"/>
                  </a:lnTo>
                  <a:lnTo>
                    <a:pt x="7548278" y="1693538"/>
                  </a:lnTo>
                  <a:lnTo>
                    <a:pt x="7643386" y="1687779"/>
                  </a:lnTo>
                  <a:lnTo>
                    <a:pt x="7735623" y="1682943"/>
                  </a:lnTo>
                  <a:lnTo>
                    <a:pt x="7820597" y="1679046"/>
                  </a:lnTo>
                  <a:lnTo>
                    <a:pt x="7893942" y="1676078"/>
                  </a:lnTo>
                  <a:lnTo>
                    <a:pt x="7952189" y="1673982"/>
                  </a:lnTo>
                  <a:lnTo>
                    <a:pt x="7993589" y="1672650"/>
                  </a:lnTo>
                  <a:lnTo>
                    <a:pt x="8018627" y="1671926"/>
                  </a:lnTo>
                  <a:lnTo>
                    <a:pt x="8030088" y="1671627"/>
                  </a:lnTo>
                  <a:lnTo>
                    <a:pt x="8032819" y="1671562"/>
                  </a:lnTo>
                  <a:lnTo>
                    <a:pt x="8554953" y="1671562"/>
                  </a:lnTo>
                  <a:lnTo>
                    <a:pt x="8554953" y="1665915"/>
                  </a:lnTo>
                  <a:lnTo>
                    <a:pt x="8032819" y="1665915"/>
                  </a:lnTo>
                  <a:lnTo>
                    <a:pt x="8031564" y="1665944"/>
                  </a:lnTo>
                  <a:lnTo>
                    <a:pt x="8023360" y="1666152"/>
                  </a:lnTo>
                  <a:lnTo>
                    <a:pt x="8002841" y="1666727"/>
                  </a:lnTo>
                  <a:lnTo>
                    <a:pt x="7966571" y="1667856"/>
                  </a:lnTo>
                  <a:lnTo>
                    <a:pt x="7913354" y="1669706"/>
                  </a:lnTo>
                  <a:lnTo>
                    <a:pt x="7844294" y="1672400"/>
                  </a:lnTo>
                  <a:lnTo>
                    <a:pt x="7762415" y="1676012"/>
                  </a:lnTo>
                  <a:lnTo>
                    <a:pt x="7671906" y="1680564"/>
                  </a:lnTo>
                  <a:lnTo>
                    <a:pt x="7577234" y="1686045"/>
                  </a:lnTo>
                  <a:lnTo>
                    <a:pt x="7482399" y="1692434"/>
                  </a:lnTo>
                  <a:lnTo>
                    <a:pt x="7390487" y="1699718"/>
                  </a:lnTo>
                  <a:lnTo>
                    <a:pt x="7303535" y="1707911"/>
                  </a:lnTo>
                  <a:lnTo>
                    <a:pt x="7222613" y="1717061"/>
                  </a:lnTo>
                  <a:lnTo>
                    <a:pt x="7148020" y="1727256"/>
                  </a:lnTo>
                  <a:lnTo>
                    <a:pt x="7079501" y="1738625"/>
                  </a:lnTo>
                  <a:lnTo>
                    <a:pt x="7016440" y="1751332"/>
                  </a:lnTo>
                  <a:lnTo>
                    <a:pt x="6958017" y="1765569"/>
                  </a:lnTo>
                  <a:lnTo>
                    <a:pt x="6903314" y="1781543"/>
                  </a:lnTo>
                  <a:lnTo>
                    <a:pt x="6851405" y="1799450"/>
                  </a:lnTo>
                  <a:lnTo>
                    <a:pt x="6801436" y="1819431"/>
                  </a:lnTo>
                  <a:lnTo>
                    <a:pt x="6786527" y="1825918"/>
                  </a:lnTo>
                  <a:lnTo>
                    <a:pt x="6736689" y="1849312"/>
                  </a:lnTo>
                  <a:lnTo>
                    <a:pt x="6687337" y="1874986"/>
                  </a:lnTo>
                  <a:lnTo>
                    <a:pt x="6637997" y="1902979"/>
                  </a:lnTo>
                  <a:lnTo>
                    <a:pt x="6588337" y="1933256"/>
                  </a:lnTo>
                  <a:lnTo>
                    <a:pt x="6538152" y="1965704"/>
                  </a:lnTo>
                  <a:lnTo>
                    <a:pt x="6487344" y="2000125"/>
                  </a:lnTo>
                  <a:lnTo>
                    <a:pt x="6435915" y="2036238"/>
                  </a:lnTo>
                  <a:lnTo>
                    <a:pt x="6383952" y="2073682"/>
                  </a:lnTo>
                  <a:lnTo>
                    <a:pt x="6331603" y="2112032"/>
                  </a:lnTo>
                  <a:lnTo>
                    <a:pt x="6279064" y="2150813"/>
                  </a:lnTo>
                  <a:lnTo>
                    <a:pt x="6226554" y="2189532"/>
                  </a:lnTo>
                  <a:lnTo>
                    <a:pt x="6174285" y="2227697"/>
                  </a:lnTo>
                  <a:lnTo>
                    <a:pt x="6122444" y="2264843"/>
                  </a:lnTo>
                  <a:lnTo>
                    <a:pt x="6071167" y="2300561"/>
                  </a:lnTo>
                  <a:lnTo>
                    <a:pt x="6020519" y="2334509"/>
                  </a:lnTo>
                  <a:lnTo>
                    <a:pt x="5970479" y="2366426"/>
                  </a:lnTo>
                  <a:lnTo>
                    <a:pt x="5920924" y="2396135"/>
                  </a:lnTo>
                  <a:lnTo>
                    <a:pt x="5871617" y="2423544"/>
                  </a:lnTo>
                  <a:lnTo>
                    <a:pt x="5822194" y="2448639"/>
                  </a:lnTo>
                  <a:lnTo>
                    <a:pt x="5784835" y="2465931"/>
                  </a:lnTo>
                  <a:lnTo>
                    <a:pt x="5735307" y="2486552"/>
                  </a:lnTo>
                  <a:lnTo>
                    <a:pt x="5684072" y="2505078"/>
                  </a:lnTo>
                  <a:lnTo>
                    <a:pt x="5630314" y="2521620"/>
                  </a:lnTo>
                  <a:lnTo>
                    <a:pt x="5573120" y="2536363"/>
                  </a:lnTo>
                  <a:lnTo>
                    <a:pt x="5511562" y="2549513"/>
                  </a:lnTo>
                  <a:lnTo>
                    <a:pt x="5444778" y="2561270"/>
                  </a:lnTo>
                  <a:lnTo>
                    <a:pt x="5372077" y="2571807"/>
                  </a:lnTo>
                  <a:lnTo>
                    <a:pt x="5293075" y="2581263"/>
                  </a:lnTo>
                  <a:lnTo>
                    <a:pt x="5207882" y="2589739"/>
                  </a:lnTo>
                  <a:lnTo>
                    <a:pt x="5117309" y="2597297"/>
                  </a:lnTo>
                  <a:lnTo>
                    <a:pt x="5023084" y="2603958"/>
                  </a:lnTo>
                  <a:lnTo>
                    <a:pt x="4927976" y="2609717"/>
                  </a:lnTo>
                  <a:lnTo>
                    <a:pt x="4835739" y="2614554"/>
                  </a:lnTo>
                  <a:lnTo>
                    <a:pt x="4750765" y="2618450"/>
                  </a:lnTo>
                  <a:lnTo>
                    <a:pt x="4677420" y="2621418"/>
                  </a:lnTo>
                  <a:lnTo>
                    <a:pt x="4619173" y="2623514"/>
                  </a:lnTo>
                  <a:lnTo>
                    <a:pt x="4577773" y="2624846"/>
                  </a:lnTo>
                  <a:lnTo>
                    <a:pt x="4552735" y="2625570"/>
                  </a:lnTo>
                  <a:lnTo>
                    <a:pt x="4541274" y="2625869"/>
                  </a:lnTo>
                  <a:lnTo>
                    <a:pt x="4538543" y="2625934"/>
                  </a:lnTo>
                  <a:lnTo>
                    <a:pt x="4016409" y="2625934"/>
                  </a:lnTo>
                  <a:lnTo>
                    <a:pt x="4015243" y="2625860"/>
                  </a:lnTo>
                  <a:lnTo>
                    <a:pt x="4007607" y="2625333"/>
                  </a:lnTo>
                  <a:lnTo>
                    <a:pt x="3988460" y="2623875"/>
                  </a:lnTo>
                  <a:lnTo>
                    <a:pt x="3954494" y="2621010"/>
                  </a:lnTo>
                  <a:lnTo>
                    <a:pt x="3904410" y="2616309"/>
                  </a:lnTo>
                  <a:lnTo>
                    <a:pt x="3839007" y="2609441"/>
                  </a:lnTo>
                  <a:lnTo>
                    <a:pt x="3760890" y="2600206"/>
                  </a:lnTo>
                  <a:lnTo>
                    <a:pt x="3673831" y="2588526"/>
                  </a:lnTo>
                  <a:lnTo>
                    <a:pt x="3581991" y="2574418"/>
                  </a:lnTo>
                  <a:lnTo>
                    <a:pt x="3489219" y="2557936"/>
                  </a:lnTo>
                  <a:lnTo>
                    <a:pt x="3398601" y="2539123"/>
                  </a:lnTo>
                  <a:lnTo>
                    <a:pt x="3312275" y="2517964"/>
                  </a:lnTo>
                  <a:lnTo>
                    <a:pt x="3231473" y="2494362"/>
                  </a:lnTo>
                  <a:lnTo>
                    <a:pt x="3156670" y="2468125"/>
                  </a:lnTo>
                  <a:lnTo>
                    <a:pt x="3087777" y="2438961"/>
                  </a:lnTo>
                  <a:lnTo>
                    <a:pt x="3024324" y="2406485"/>
                  </a:lnTo>
                  <a:lnTo>
                    <a:pt x="2965607" y="2370232"/>
                  </a:lnTo>
                  <a:lnTo>
                    <a:pt x="2910801" y="2329687"/>
                  </a:lnTo>
                  <a:lnTo>
                    <a:pt x="2859040" y="2284328"/>
                  </a:lnTo>
                  <a:lnTo>
                    <a:pt x="2809492" y="2233717"/>
                  </a:lnTo>
                  <a:lnTo>
                    <a:pt x="2770117" y="2188278"/>
                  </a:lnTo>
                  <a:lnTo>
                    <a:pt x="2731793" y="2139704"/>
                  </a:lnTo>
                  <a:lnTo>
                    <a:pt x="2693830" y="2087477"/>
                  </a:lnTo>
                  <a:lnTo>
                    <a:pt x="2655989" y="2031525"/>
                  </a:lnTo>
                  <a:lnTo>
                    <a:pt x="2618086" y="1971835"/>
                  </a:lnTo>
                  <a:lnTo>
                    <a:pt x="2579980" y="1908468"/>
                  </a:lnTo>
                  <a:lnTo>
                    <a:pt x="2541577" y="1841557"/>
                  </a:lnTo>
                  <a:lnTo>
                    <a:pt x="2502821" y="1771318"/>
                  </a:lnTo>
                  <a:lnTo>
                    <a:pt x="2463690" y="1698048"/>
                  </a:lnTo>
                  <a:lnTo>
                    <a:pt x="2424196" y="1622121"/>
                  </a:lnTo>
                  <a:lnTo>
                    <a:pt x="2384379" y="1543987"/>
                  </a:lnTo>
                  <a:lnTo>
                    <a:pt x="2344302" y="1464160"/>
                  </a:lnTo>
                  <a:lnTo>
                    <a:pt x="2304045" y="1383203"/>
                  </a:lnTo>
                  <a:lnTo>
                    <a:pt x="2263704" y="1301715"/>
                  </a:lnTo>
                  <a:lnTo>
                    <a:pt x="2223376" y="1220313"/>
                  </a:lnTo>
                  <a:lnTo>
                    <a:pt x="2183160" y="1139609"/>
                  </a:lnTo>
                  <a:lnTo>
                    <a:pt x="2143147" y="1060195"/>
                  </a:lnTo>
                  <a:lnTo>
                    <a:pt x="2103414" y="982621"/>
                  </a:lnTo>
                  <a:lnTo>
                    <a:pt x="2064017" y="907385"/>
                  </a:lnTo>
                  <a:lnTo>
                    <a:pt x="2024990" y="834917"/>
                  </a:lnTo>
                  <a:lnTo>
                    <a:pt x="1986334" y="765571"/>
                  </a:lnTo>
                  <a:lnTo>
                    <a:pt x="1948021" y="699619"/>
                  </a:lnTo>
                  <a:lnTo>
                    <a:pt x="1909982" y="637257"/>
                  </a:lnTo>
                  <a:lnTo>
                    <a:pt x="1872112" y="578595"/>
                  </a:lnTo>
                  <a:lnTo>
                    <a:pt x="1834258" y="523675"/>
                  </a:lnTo>
                  <a:lnTo>
                    <a:pt x="1796222" y="472466"/>
                  </a:lnTo>
                  <a:lnTo>
                    <a:pt x="1768425" y="437655"/>
                  </a:lnTo>
                  <a:lnTo>
                    <a:pt x="1720136" y="382573"/>
                  </a:lnTo>
                  <a:lnTo>
                    <a:pt x="1670243" y="332946"/>
                  </a:lnTo>
                  <a:lnTo>
                    <a:pt x="1617990" y="288502"/>
                  </a:lnTo>
                  <a:lnTo>
                    <a:pt x="1562534" y="248780"/>
                  </a:lnTo>
                  <a:lnTo>
                    <a:pt x="1503013" y="213254"/>
                  </a:lnTo>
                  <a:lnTo>
                    <a:pt x="1438614" y="181415"/>
                  </a:lnTo>
                  <a:lnTo>
                    <a:pt x="1368669" y="152811"/>
                  </a:lnTo>
                  <a:lnTo>
                    <a:pt x="1292763" y="127074"/>
                  </a:lnTo>
                  <a:lnTo>
                    <a:pt x="1210898" y="103930"/>
                  </a:lnTo>
                  <a:lnTo>
                    <a:pt x="1123672" y="83203"/>
                  </a:lnTo>
                  <a:lnTo>
                    <a:pt x="1032472" y="64815"/>
                  </a:lnTo>
                  <a:lnTo>
                    <a:pt x="939614" y="48762"/>
                  </a:lnTo>
                  <a:lnTo>
                    <a:pt x="848343" y="35093"/>
                  </a:lnTo>
                  <a:lnTo>
                    <a:pt x="762607" y="23861"/>
                  </a:lnTo>
                  <a:lnTo>
                    <a:pt x="686552" y="15066"/>
                  </a:lnTo>
                  <a:lnTo>
                    <a:pt x="623798" y="8613"/>
                  </a:lnTo>
                  <a:lnTo>
                    <a:pt x="576656" y="4275"/>
                  </a:lnTo>
                  <a:lnTo>
                    <a:pt x="545553" y="1701"/>
                  </a:lnTo>
                  <a:lnTo>
                    <a:pt x="528809" y="449"/>
                  </a:lnTo>
                  <a:lnTo>
                    <a:pt x="522777" y="40"/>
                  </a:lnTo>
                  <a:lnTo>
                    <a:pt x="5221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54" name="pl54"/>
            <p:cNvSpPr/>
            <p:nvPr/>
          </p:nvSpPr>
          <p:spPr>
            <a:xfrm>
              <a:off x="386606" y="3201585"/>
              <a:ext cx="8554953" cy="2625934"/>
            </a:xfrm>
            <a:custGeom>
              <a:avLst/>
              <a:pathLst>
                <a:path w="8554953" h="2625934">
                  <a:moveTo>
                    <a:pt x="0" y="0"/>
                  </a:moveTo>
                  <a:lnTo>
                    <a:pt x="522133" y="0"/>
                  </a:lnTo>
                  <a:lnTo>
                    <a:pt x="523299" y="73"/>
                  </a:lnTo>
                  <a:lnTo>
                    <a:pt x="530935" y="601"/>
                  </a:lnTo>
                  <a:lnTo>
                    <a:pt x="550082" y="2058"/>
                  </a:lnTo>
                  <a:lnTo>
                    <a:pt x="584048" y="4924"/>
                  </a:lnTo>
                  <a:lnTo>
                    <a:pt x="634132" y="9625"/>
                  </a:lnTo>
                  <a:lnTo>
                    <a:pt x="699535" y="16492"/>
                  </a:lnTo>
                  <a:lnTo>
                    <a:pt x="777653" y="25728"/>
                  </a:lnTo>
                  <a:lnTo>
                    <a:pt x="864711" y="37408"/>
                  </a:lnTo>
                  <a:lnTo>
                    <a:pt x="956551" y="51516"/>
                  </a:lnTo>
                  <a:lnTo>
                    <a:pt x="1049323" y="67998"/>
                  </a:lnTo>
                  <a:lnTo>
                    <a:pt x="1139942" y="86811"/>
                  </a:lnTo>
                  <a:lnTo>
                    <a:pt x="1226267" y="107970"/>
                  </a:lnTo>
                  <a:lnTo>
                    <a:pt x="1307069" y="131572"/>
                  </a:lnTo>
                  <a:lnTo>
                    <a:pt x="1381872" y="157808"/>
                  </a:lnTo>
                  <a:lnTo>
                    <a:pt x="1450765" y="186973"/>
                  </a:lnTo>
                  <a:lnTo>
                    <a:pt x="1514218" y="219449"/>
                  </a:lnTo>
                  <a:lnTo>
                    <a:pt x="1572935" y="255702"/>
                  </a:lnTo>
                  <a:lnTo>
                    <a:pt x="1627741" y="296247"/>
                  </a:lnTo>
                  <a:lnTo>
                    <a:pt x="1679502" y="341605"/>
                  </a:lnTo>
                  <a:lnTo>
                    <a:pt x="1729050" y="392217"/>
                  </a:lnTo>
                  <a:lnTo>
                    <a:pt x="1768425" y="437655"/>
                  </a:lnTo>
                  <a:lnTo>
                    <a:pt x="1806749" y="486230"/>
                  </a:lnTo>
                  <a:lnTo>
                    <a:pt x="1844712" y="538456"/>
                  </a:lnTo>
                  <a:lnTo>
                    <a:pt x="1882553" y="594409"/>
                  </a:lnTo>
                  <a:lnTo>
                    <a:pt x="1920456" y="654098"/>
                  </a:lnTo>
                  <a:lnTo>
                    <a:pt x="1958562" y="717466"/>
                  </a:lnTo>
                  <a:lnTo>
                    <a:pt x="1996965" y="784377"/>
                  </a:lnTo>
                  <a:lnTo>
                    <a:pt x="2035721" y="854615"/>
                  </a:lnTo>
                  <a:lnTo>
                    <a:pt x="2074852" y="927886"/>
                  </a:lnTo>
                  <a:lnTo>
                    <a:pt x="2114346" y="1003813"/>
                  </a:lnTo>
                  <a:lnTo>
                    <a:pt x="2154163" y="1081946"/>
                  </a:lnTo>
                  <a:lnTo>
                    <a:pt x="2194240" y="1161774"/>
                  </a:lnTo>
                  <a:lnTo>
                    <a:pt x="2234497" y="1242731"/>
                  </a:lnTo>
                  <a:lnTo>
                    <a:pt x="2274838" y="1324218"/>
                  </a:lnTo>
                  <a:lnTo>
                    <a:pt x="2315166" y="1405620"/>
                  </a:lnTo>
                  <a:lnTo>
                    <a:pt x="2355382" y="1486324"/>
                  </a:lnTo>
                  <a:lnTo>
                    <a:pt x="2395395" y="1565739"/>
                  </a:lnTo>
                  <a:lnTo>
                    <a:pt x="2435128" y="1643312"/>
                  </a:lnTo>
                  <a:lnTo>
                    <a:pt x="2474525" y="1718548"/>
                  </a:lnTo>
                  <a:lnTo>
                    <a:pt x="2513552" y="1791016"/>
                  </a:lnTo>
                  <a:lnTo>
                    <a:pt x="2552208" y="1860363"/>
                  </a:lnTo>
                  <a:lnTo>
                    <a:pt x="2590521" y="1926314"/>
                  </a:lnTo>
                  <a:lnTo>
                    <a:pt x="2628560" y="1988677"/>
                  </a:lnTo>
                  <a:lnTo>
                    <a:pt x="2666430" y="2047338"/>
                  </a:lnTo>
                  <a:lnTo>
                    <a:pt x="2704284" y="2102259"/>
                  </a:lnTo>
                  <a:lnTo>
                    <a:pt x="2742320" y="2153468"/>
                  </a:lnTo>
                  <a:lnTo>
                    <a:pt x="2770117" y="2188278"/>
                  </a:lnTo>
                  <a:lnTo>
                    <a:pt x="2818406" y="2243361"/>
                  </a:lnTo>
                  <a:lnTo>
                    <a:pt x="2868299" y="2292988"/>
                  </a:lnTo>
                  <a:lnTo>
                    <a:pt x="2920552" y="2337431"/>
                  </a:lnTo>
                  <a:lnTo>
                    <a:pt x="2976008" y="2377154"/>
                  </a:lnTo>
                  <a:lnTo>
                    <a:pt x="3035529" y="2412680"/>
                  </a:lnTo>
                  <a:lnTo>
                    <a:pt x="3099928" y="2444519"/>
                  </a:lnTo>
                  <a:lnTo>
                    <a:pt x="3169874" y="2473122"/>
                  </a:lnTo>
                  <a:lnTo>
                    <a:pt x="3245779" y="2498859"/>
                  </a:lnTo>
                  <a:lnTo>
                    <a:pt x="3327644" y="2522004"/>
                  </a:lnTo>
                  <a:lnTo>
                    <a:pt x="3414871" y="2542730"/>
                  </a:lnTo>
                  <a:lnTo>
                    <a:pt x="3506070" y="2561119"/>
                  </a:lnTo>
                  <a:lnTo>
                    <a:pt x="3598928" y="2577172"/>
                  </a:lnTo>
                  <a:lnTo>
                    <a:pt x="3690199" y="2590840"/>
                  </a:lnTo>
                  <a:lnTo>
                    <a:pt x="3775936" y="2602073"/>
                  </a:lnTo>
                  <a:lnTo>
                    <a:pt x="3851990" y="2610867"/>
                  </a:lnTo>
                  <a:lnTo>
                    <a:pt x="3914745" y="2617320"/>
                  </a:lnTo>
                  <a:lnTo>
                    <a:pt x="3961886" y="2621658"/>
                  </a:lnTo>
                  <a:lnTo>
                    <a:pt x="3992989" y="2624233"/>
                  </a:lnTo>
                  <a:lnTo>
                    <a:pt x="4009733" y="2625484"/>
                  </a:lnTo>
                  <a:lnTo>
                    <a:pt x="4015766" y="2625894"/>
                  </a:lnTo>
                  <a:lnTo>
                    <a:pt x="4016409" y="2625934"/>
                  </a:lnTo>
                  <a:lnTo>
                    <a:pt x="4538543" y="2625934"/>
                  </a:lnTo>
                  <a:lnTo>
                    <a:pt x="4539798" y="2625905"/>
                  </a:lnTo>
                  <a:lnTo>
                    <a:pt x="4548002" y="2625697"/>
                  </a:lnTo>
                  <a:lnTo>
                    <a:pt x="4568521" y="2625122"/>
                  </a:lnTo>
                  <a:lnTo>
                    <a:pt x="4604791" y="2623993"/>
                  </a:lnTo>
                  <a:lnTo>
                    <a:pt x="4658008" y="2622143"/>
                  </a:lnTo>
                  <a:lnTo>
                    <a:pt x="4727068" y="2619449"/>
                  </a:lnTo>
                  <a:lnTo>
                    <a:pt x="4808947" y="2615837"/>
                  </a:lnTo>
                  <a:lnTo>
                    <a:pt x="4899456" y="2611285"/>
                  </a:lnTo>
                  <a:lnTo>
                    <a:pt x="4994128" y="2605804"/>
                  </a:lnTo>
                  <a:lnTo>
                    <a:pt x="5088963" y="2599415"/>
                  </a:lnTo>
                  <a:lnTo>
                    <a:pt x="5180875" y="2592131"/>
                  </a:lnTo>
                  <a:lnTo>
                    <a:pt x="5267827" y="2583938"/>
                  </a:lnTo>
                  <a:lnTo>
                    <a:pt x="5348748" y="2574789"/>
                  </a:lnTo>
                  <a:lnTo>
                    <a:pt x="5423342" y="2564593"/>
                  </a:lnTo>
                  <a:lnTo>
                    <a:pt x="5491861" y="2553224"/>
                  </a:lnTo>
                  <a:lnTo>
                    <a:pt x="5554922" y="2540517"/>
                  </a:lnTo>
                  <a:lnTo>
                    <a:pt x="5613345" y="2526280"/>
                  </a:lnTo>
                  <a:lnTo>
                    <a:pt x="5668048" y="2510306"/>
                  </a:lnTo>
                  <a:lnTo>
                    <a:pt x="5719957" y="2492399"/>
                  </a:lnTo>
                  <a:lnTo>
                    <a:pt x="5769926" y="2472419"/>
                  </a:lnTo>
                  <a:lnTo>
                    <a:pt x="5784835" y="2465931"/>
                  </a:lnTo>
                  <a:lnTo>
                    <a:pt x="5834673" y="2442537"/>
                  </a:lnTo>
                  <a:lnTo>
                    <a:pt x="5884025" y="2416863"/>
                  </a:lnTo>
                  <a:lnTo>
                    <a:pt x="5933365" y="2388870"/>
                  </a:lnTo>
                  <a:lnTo>
                    <a:pt x="5983025" y="2358593"/>
                  </a:lnTo>
                  <a:lnTo>
                    <a:pt x="6033210" y="2326145"/>
                  </a:lnTo>
                  <a:lnTo>
                    <a:pt x="6084018" y="2291724"/>
                  </a:lnTo>
                  <a:lnTo>
                    <a:pt x="6135446" y="2255611"/>
                  </a:lnTo>
                  <a:lnTo>
                    <a:pt x="6187410" y="2218167"/>
                  </a:lnTo>
                  <a:lnTo>
                    <a:pt x="6239759" y="2179818"/>
                  </a:lnTo>
                  <a:lnTo>
                    <a:pt x="6292298" y="2141036"/>
                  </a:lnTo>
                  <a:lnTo>
                    <a:pt x="6344808" y="2102317"/>
                  </a:lnTo>
                  <a:lnTo>
                    <a:pt x="6397077" y="2064153"/>
                  </a:lnTo>
                  <a:lnTo>
                    <a:pt x="6448918" y="2027006"/>
                  </a:lnTo>
                  <a:lnTo>
                    <a:pt x="6500195" y="1991288"/>
                  </a:lnTo>
                  <a:lnTo>
                    <a:pt x="6550843" y="1957340"/>
                  </a:lnTo>
                  <a:lnTo>
                    <a:pt x="6600883" y="1925423"/>
                  </a:lnTo>
                  <a:lnTo>
                    <a:pt x="6650438" y="1895714"/>
                  </a:lnTo>
                  <a:lnTo>
                    <a:pt x="6699745" y="1868305"/>
                  </a:lnTo>
                  <a:lnTo>
                    <a:pt x="6749168" y="1843210"/>
                  </a:lnTo>
                  <a:lnTo>
                    <a:pt x="6786527" y="1825918"/>
                  </a:lnTo>
                  <a:lnTo>
                    <a:pt x="6836055" y="1805297"/>
                  </a:lnTo>
                  <a:lnTo>
                    <a:pt x="6887289" y="1786771"/>
                  </a:lnTo>
                  <a:lnTo>
                    <a:pt x="6941048" y="1770229"/>
                  </a:lnTo>
                  <a:lnTo>
                    <a:pt x="6998242" y="1755486"/>
                  </a:lnTo>
                  <a:lnTo>
                    <a:pt x="7059800" y="1742336"/>
                  </a:lnTo>
                  <a:lnTo>
                    <a:pt x="7126584" y="1730579"/>
                  </a:lnTo>
                  <a:lnTo>
                    <a:pt x="7199285" y="1720042"/>
                  </a:lnTo>
                  <a:lnTo>
                    <a:pt x="7278287" y="1710586"/>
                  </a:lnTo>
                  <a:lnTo>
                    <a:pt x="7363480" y="1702110"/>
                  </a:lnTo>
                  <a:lnTo>
                    <a:pt x="7454053" y="1694553"/>
                  </a:lnTo>
                  <a:lnTo>
                    <a:pt x="7548278" y="1687891"/>
                  </a:lnTo>
                  <a:lnTo>
                    <a:pt x="7643386" y="1682132"/>
                  </a:lnTo>
                  <a:lnTo>
                    <a:pt x="7735623" y="1677295"/>
                  </a:lnTo>
                  <a:lnTo>
                    <a:pt x="7820597" y="1673399"/>
                  </a:lnTo>
                  <a:lnTo>
                    <a:pt x="7893942" y="1670431"/>
                  </a:lnTo>
                  <a:lnTo>
                    <a:pt x="7952189" y="1668335"/>
                  </a:lnTo>
                  <a:lnTo>
                    <a:pt x="7993589" y="1667003"/>
                  </a:lnTo>
                  <a:lnTo>
                    <a:pt x="8018627" y="1666279"/>
                  </a:lnTo>
                  <a:lnTo>
                    <a:pt x="8030088" y="1665980"/>
                  </a:lnTo>
                  <a:lnTo>
                    <a:pt x="8032783" y="1665916"/>
                  </a:lnTo>
                  <a:lnTo>
                    <a:pt x="8032819" y="1665915"/>
                  </a:lnTo>
                  <a:lnTo>
                    <a:pt x="8554953" y="1665915"/>
                  </a:lnTo>
                  <a:lnTo>
                    <a:pt x="8554953" y="1665915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55" name="pl55"/>
            <p:cNvSpPr/>
            <p:nvPr/>
          </p:nvSpPr>
          <p:spPr>
            <a:xfrm>
              <a:off x="386606" y="3195938"/>
              <a:ext cx="8554953" cy="2625934"/>
            </a:xfrm>
            <a:custGeom>
              <a:avLst/>
              <a:pathLst>
                <a:path w="8554953" h="2625934">
                  <a:moveTo>
                    <a:pt x="8554953" y="1665915"/>
                  </a:moveTo>
                  <a:lnTo>
                    <a:pt x="8032819" y="1665915"/>
                  </a:lnTo>
                  <a:lnTo>
                    <a:pt x="8031564" y="1665944"/>
                  </a:lnTo>
                  <a:lnTo>
                    <a:pt x="8023360" y="1666152"/>
                  </a:lnTo>
                  <a:lnTo>
                    <a:pt x="8002841" y="1666727"/>
                  </a:lnTo>
                  <a:lnTo>
                    <a:pt x="7966571" y="1667856"/>
                  </a:lnTo>
                  <a:lnTo>
                    <a:pt x="7913354" y="1669706"/>
                  </a:lnTo>
                  <a:lnTo>
                    <a:pt x="7844294" y="1672400"/>
                  </a:lnTo>
                  <a:lnTo>
                    <a:pt x="7762415" y="1676012"/>
                  </a:lnTo>
                  <a:lnTo>
                    <a:pt x="7671906" y="1680564"/>
                  </a:lnTo>
                  <a:lnTo>
                    <a:pt x="7577234" y="1686045"/>
                  </a:lnTo>
                  <a:lnTo>
                    <a:pt x="7482399" y="1692434"/>
                  </a:lnTo>
                  <a:lnTo>
                    <a:pt x="7390487" y="1699718"/>
                  </a:lnTo>
                  <a:lnTo>
                    <a:pt x="7303535" y="1707911"/>
                  </a:lnTo>
                  <a:lnTo>
                    <a:pt x="7222613" y="1717061"/>
                  </a:lnTo>
                  <a:lnTo>
                    <a:pt x="7148020" y="1727256"/>
                  </a:lnTo>
                  <a:lnTo>
                    <a:pt x="7079501" y="1738625"/>
                  </a:lnTo>
                  <a:lnTo>
                    <a:pt x="7016440" y="1751332"/>
                  </a:lnTo>
                  <a:lnTo>
                    <a:pt x="6958017" y="1765569"/>
                  </a:lnTo>
                  <a:lnTo>
                    <a:pt x="6903314" y="1781543"/>
                  </a:lnTo>
                  <a:lnTo>
                    <a:pt x="6851405" y="1799450"/>
                  </a:lnTo>
                  <a:lnTo>
                    <a:pt x="6801436" y="1819431"/>
                  </a:lnTo>
                  <a:lnTo>
                    <a:pt x="6786527" y="1825918"/>
                  </a:lnTo>
                  <a:lnTo>
                    <a:pt x="6736689" y="1849312"/>
                  </a:lnTo>
                  <a:lnTo>
                    <a:pt x="6687337" y="1874986"/>
                  </a:lnTo>
                  <a:lnTo>
                    <a:pt x="6637997" y="1902979"/>
                  </a:lnTo>
                  <a:lnTo>
                    <a:pt x="6588337" y="1933256"/>
                  </a:lnTo>
                  <a:lnTo>
                    <a:pt x="6538152" y="1965704"/>
                  </a:lnTo>
                  <a:lnTo>
                    <a:pt x="6487344" y="2000125"/>
                  </a:lnTo>
                  <a:lnTo>
                    <a:pt x="6435915" y="2036238"/>
                  </a:lnTo>
                  <a:lnTo>
                    <a:pt x="6383952" y="2073682"/>
                  </a:lnTo>
                  <a:lnTo>
                    <a:pt x="6331603" y="2112032"/>
                  </a:lnTo>
                  <a:lnTo>
                    <a:pt x="6279064" y="2150813"/>
                  </a:lnTo>
                  <a:lnTo>
                    <a:pt x="6226554" y="2189532"/>
                  </a:lnTo>
                  <a:lnTo>
                    <a:pt x="6174285" y="2227697"/>
                  </a:lnTo>
                  <a:lnTo>
                    <a:pt x="6122444" y="2264843"/>
                  </a:lnTo>
                  <a:lnTo>
                    <a:pt x="6071167" y="2300561"/>
                  </a:lnTo>
                  <a:lnTo>
                    <a:pt x="6020519" y="2334509"/>
                  </a:lnTo>
                  <a:lnTo>
                    <a:pt x="5970479" y="2366426"/>
                  </a:lnTo>
                  <a:lnTo>
                    <a:pt x="5920924" y="2396135"/>
                  </a:lnTo>
                  <a:lnTo>
                    <a:pt x="5871617" y="2423544"/>
                  </a:lnTo>
                  <a:lnTo>
                    <a:pt x="5822194" y="2448639"/>
                  </a:lnTo>
                  <a:lnTo>
                    <a:pt x="5784835" y="2465931"/>
                  </a:lnTo>
                  <a:lnTo>
                    <a:pt x="5735307" y="2486552"/>
                  </a:lnTo>
                  <a:lnTo>
                    <a:pt x="5684072" y="2505078"/>
                  </a:lnTo>
                  <a:lnTo>
                    <a:pt x="5630314" y="2521620"/>
                  </a:lnTo>
                  <a:lnTo>
                    <a:pt x="5573120" y="2536363"/>
                  </a:lnTo>
                  <a:lnTo>
                    <a:pt x="5511562" y="2549513"/>
                  </a:lnTo>
                  <a:lnTo>
                    <a:pt x="5444778" y="2561270"/>
                  </a:lnTo>
                  <a:lnTo>
                    <a:pt x="5372077" y="2571807"/>
                  </a:lnTo>
                  <a:lnTo>
                    <a:pt x="5293075" y="2581263"/>
                  </a:lnTo>
                  <a:lnTo>
                    <a:pt x="5207882" y="2589739"/>
                  </a:lnTo>
                  <a:lnTo>
                    <a:pt x="5117309" y="2597297"/>
                  </a:lnTo>
                  <a:lnTo>
                    <a:pt x="5023084" y="2603958"/>
                  </a:lnTo>
                  <a:lnTo>
                    <a:pt x="4927976" y="2609717"/>
                  </a:lnTo>
                  <a:lnTo>
                    <a:pt x="4835739" y="2614554"/>
                  </a:lnTo>
                  <a:lnTo>
                    <a:pt x="4750765" y="2618450"/>
                  </a:lnTo>
                  <a:lnTo>
                    <a:pt x="4677420" y="2621418"/>
                  </a:lnTo>
                  <a:lnTo>
                    <a:pt x="4619173" y="2623514"/>
                  </a:lnTo>
                  <a:lnTo>
                    <a:pt x="4577773" y="2624846"/>
                  </a:lnTo>
                  <a:lnTo>
                    <a:pt x="4552735" y="2625570"/>
                  </a:lnTo>
                  <a:lnTo>
                    <a:pt x="4541274" y="2625869"/>
                  </a:lnTo>
                  <a:lnTo>
                    <a:pt x="4538579" y="2625933"/>
                  </a:lnTo>
                  <a:lnTo>
                    <a:pt x="4538543" y="2625934"/>
                  </a:lnTo>
                  <a:lnTo>
                    <a:pt x="4016409" y="2625934"/>
                  </a:lnTo>
                  <a:lnTo>
                    <a:pt x="4015243" y="2625860"/>
                  </a:lnTo>
                  <a:lnTo>
                    <a:pt x="4007607" y="2625333"/>
                  </a:lnTo>
                  <a:lnTo>
                    <a:pt x="3988460" y="2623875"/>
                  </a:lnTo>
                  <a:lnTo>
                    <a:pt x="3954494" y="2621010"/>
                  </a:lnTo>
                  <a:lnTo>
                    <a:pt x="3904410" y="2616309"/>
                  </a:lnTo>
                  <a:lnTo>
                    <a:pt x="3839007" y="2609441"/>
                  </a:lnTo>
                  <a:lnTo>
                    <a:pt x="3760890" y="2600206"/>
                  </a:lnTo>
                  <a:lnTo>
                    <a:pt x="3673831" y="2588526"/>
                  </a:lnTo>
                  <a:lnTo>
                    <a:pt x="3581991" y="2574418"/>
                  </a:lnTo>
                  <a:lnTo>
                    <a:pt x="3489219" y="2557936"/>
                  </a:lnTo>
                  <a:lnTo>
                    <a:pt x="3398601" y="2539123"/>
                  </a:lnTo>
                  <a:lnTo>
                    <a:pt x="3312275" y="2517964"/>
                  </a:lnTo>
                  <a:lnTo>
                    <a:pt x="3231473" y="2494362"/>
                  </a:lnTo>
                  <a:lnTo>
                    <a:pt x="3156670" y="2468125"/>
                  </a:lnTo>
                  <a:lnTo>
                    <a:pt x="3087777" y="2438961"/>
                  </a:lnTo>
                  <a:lnTo>
                    <a:pt x="3024324" y="2406485"/>
                  </a:lnTo>
                  <a:lnTo>
                    <a:pt x="2965607" y="2370232"/>
                  </a:lnTo>
                  <a:lnTo>
                    <a:pt x="2910801" y="2329687"/>
                  </a:lnTo>
                  <a:lnTo>
                    <a:pt x="2859040" y="2284328"/>
                  </a:lnTo>
                  <a:lnTo>
                    <a:pt x="2809492" y="2233717"/>
                  </a:lnTo>
                  <a:lnTo>
                    <a:pt x="2770117" y="2188278"/>
                  </a:lnTo>
                  <a:lnTo>
                    <a:pt x="2731793" y="2139704"/>
                  </a:lnTo>
                  <a:lnTo>
                    <a:pt x="2693830" y="2087477"/>
                  </a:lnTo>
                  <a:lnTo>
                    <a:pt x="2655989" y="2031525"/>
                  </a:lnTo>
                  <a:lnTo>
                    <a:pt x="2618086" y="1971835"/>
                  </a:lnTo>
                  <a:lnTo>
                    <a:pt x="2579980" y="1908468"/>
                  </a:lnTo>
                  <a:lnTo>
                    <a:pt x="2541577" y="1841557"/>
                  </a:lnTo>
                  <a:lnTo>
                    <a:pt x="2502821" y="1771318"/>
                  </a:lnTo>
                  <a:lnTo>
                    <a:pt x="2463690" y="1698048"/>
                  </a:lnTo>
                  <a:lnTo>
                    <a:pt x="2424196" y="1622121"/>
                  </a:lnTo>
                  <a:lnTo>
                    <a:pt x="2384379" y="1543987"/>
                  </a:lnTo>
                  <a:lnTo>
                    <a:pt x="2344302" y="1464160"/>
                  </a:lnTo>
                  <a:lnTo>
                    <a:pt x="2304045" y="1383203"/>
                  </a:lnTo>
                  <a:lnTo>
                    <a:pt x="2263704" y="1301715"/>
                  </a:lnTo>
                  <a:lnTo>
                    <a:pt x="2223376" y="1220313"/>
                  </a:lnTo>
                  <a:lnTo>
                    <a:pt x="2183160" y="1139609"/>
                  </a:lnTo>
                  <a:lnTo>
                    <a:pt x="2143147" y="1060195"/>
                  </a:lnTo>
                  <a:lnTo>
                    <a:pt x="2103414" y="982621"/>
                  </a:lnTo>
                  <a:lnTo>
                    <a:pt x="2064017" y="907385"/>
                  </a:lnTo>
                  <a:lnTo>
                    <a:pt x="2024990" y="834917"/>
                  </a:lnTo>
                  <a:lnTo>
                    <a:pt x="1986334" y="765571"/>
                  </a:lnTo>
                  <a:lnTo>
                    <a:pt x="1948021" y="699619"/>
                  </a:lnTo>
                  <a:lnTo>
                    <a:pt x="1909982" y="637257"/>
                  </a:lnTo>
                  <a:lnTo>
                    <a:pt x="1872112" y="578595"/>
                  </a:lnTo>
                  <a:lnTo>
                    <a:pt x="1834258" y="523675"/>
                  </a:lnTo>
                  <a:lnTo>
                    <a:pt x="1796222" y="472466"/>
                  </a:lnTo>
                  <a:lnTo>
                    <a:pt x="1768425" y="437655"/>
                  </a:lnTo>
                  <a:lnTo>
                    <a:pt x="1720136" y="382573"/>
                  </a:lnTo>
                  <a:lnTo>
                    <a:pt x="1670243" y="332946"/>
                  </a:lnTo>
                  <a:lnTo>
                    <a:pt x="1617990" y="288502"/>
                  </a:lnTo>
                  <a:lnTo>
                    <a:pt x="1562534" y="248780"/>
                  </a:lnTo>
                  <a:lnTo>
                    <a:pt x="1503013" y="213254"/>
                  </a:lnTo>
                  <a:lnTo>
                    <a:pt x="1438614" y="181415"/>
                  </a:lnTo>
                  <a:lnTo>
                    <a:pt x="1368669" y="152811"/>
                  </a:lnTo>
                  <a:lnTo>
                    <a:pt x="1292763" y="127074"/>
                  </a:lnTo>
                  <a:lnTo>
                    <a:pt x="1210898" y="103930"/>
                  </a:lnTo>
                  <a:lnTo>
                    <a:pt x="1123672" y="83203"/>
                  </a:lnTo>
                  <a:lnTo>
                    <a:pt x="1032472" y="64815"/>
                  </a:lnTo>
                  <a:lnTo>
                    <a:pt x="939614" y="48762"/>
                  </a:lnTo>
                  <a:lnTo>
                    <a:pt x="848343" y="35093"/>
                  </a:lnTo>
                  <a:lnTo>
                    <a:pt x="762607" y="23861"/>
                  </a:lnTo>
                  <a:lnTo>
                    <a:pt x="686552" y="15066"/>
                  </a:lnTo>
                  <a:lnTo>
                    <a:pt x="623798" y="8613"/>
                  </a:lnTo>
                  <a:lnTo>
                    <a:pt x="576656" y="4275"/>
                  </a:lnTo>
                  <a:lnTo>
                    <a:pt x="545553" y="1701"/>
                  </a:lnTo>
                  <a:lnTo>
                    <a:pt x="528809" y="449"/>
                  </a:lnTo>
                  <a:lnTo>
                    <a:pt x="522777" y="40"/>
                  </a:lnTo>
                  <a:lnTo>
                    <a:pt x="522133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56" name="pg56"/>
            <p:cNvSpPr/>
            <p:nvPr/>
          </p:nvSpPr>
          <p:spPr>
            <a:xfrm>
              <a:off x="386606" y="987894"/>
              <a:ext cx="8554953" cy="5082453"/>
            </a:xfrm>
            <a:custGeom>
              <a:avLst/>
              <a:pathLst>
                <a:path w="8554953" h="5082453">
                  <a:moveTo>
                    <a:pt x="0" y="2281457"/>
                  </a:moveTo>
                  <a:lnTo>
                    <a:pt x="522133" y="2281457"/>
                  </a:lnTo>
                  <a:lnTo>
                    <a:pt x="523286" y="2281535"/>
                  </a:lnTo>
                  <a:lnTo>
                    <a:pt x="530840" y="2282091"/>
                  </a:lnTo>
                  <a:lnTo>
                    <a:pt x="549789" y="2283628"/>
                  </a:lnTo>
                  <a:lnTo>
                    <a:pt x="583421" y="2286650"/>
                  </a:lnTo>
                  <a:lnTo>
                    <a:pt x="633048" y="2291610"/>
                  </a:lnTo>
                  <a:lnTo>
                    <a:pt x="697913" y="2298857"/>
                  </a:lnTo>
                  <a:lnTo>
                    <a:pt x="775472" y="2308609"/>
                  </a:lnTo>
                  <a:lnTo>
                    <a:pt x="862012" y="2320947"/>
                  </a:lnTo>
                  <a:lnTo>
                    <a:pt x="953420" y="2335858"/>
                  </a:lnTo>
                  <a:lnTo>
                    <a:pt x="1045870" y="2353284"/>
                  </a:lnTo>
                  <a:lnTo>
                    <a:pt x="1136281" y="2373180"/>
                  </a:lnTo>
                  <a:lnTo>
                    <a:pt x="1222499" y="2395556"/>
                  </a:lnTo>
                  <a:lnTo>
                    <a:pt x="1303272" y="2420511"/>
                  </a:lnTo>
                  <a:lnTo>
                    <a:pt x="1378099" y="2448244"/>
                  </a:lnTo>
                  <a:lnTo>
                    <a:pt x="1447044" y="2479057"/>
                  </a:lnTo>
                  <a:lnTo>
                    <a:pt x="1510556" y="2513352"/>
                  </a:lnTo>
                  <a:lnTo>
                    <a:pt x="1569321" y="2551612"/>
                  </a:lnTo>
                  <a:lnTo>
                    <a:pt x="1624151" y="2594382"/>
                  </a:lnTo>
                  <a:lnTo>
                    <a:pt x="1675900" y="2642212"/>
                  </a:lnTo>
                  <a:lnTo>
                    <a:pt x="1725398" y="2695576"/>
                  </a:lnTo>
                  <a:lnTo>
                    <a:pt x="1768425" y="2748289"/>
                  </a:lnTo>
                  <a:lnTo>
                    <a:pt x="1805820" y="2798793"/>
                  </a:lnTo>
                  <a:lnTo>
                    <a:pt x="1842865" y="2853002"/>
                  </a:lnTo>
                  <a:lnTo>
                    <a:pt x="1879784" y="2910991"/>
                  </a:lnTo>
                  <a:lnTo>
                    <a:pt x="1916752" y="2972777"/>
                  </a:lnTo>
                  <a:lnTo>
                    <a:pt x="1953901" y="3038307"/>
                  </a:lnTo>
                  <a:lnTo>
                    <a:pt x="1991325" y="3107454"/>
                  </a:lnTo>
                  <a:lnTo>
                    <a:pt x="2029079" y="3180019"/>
                  </a:lnTo>
                  <a:lnTo>
                    <a:pt x="2067189" y="3255719"/>
                  </a:lnTo>
                  <a:lnTo>
                    <a:pt x="2105648" y="3334196"/>
                  </a:lnTo>
                  <a:lnTo>
                    <a:pt x="2144426" y="3415021"/>
                  </a:lnTo>
                  <a:lnTo>
                    <a:pt x="2183469" y="3497697"/>
                  </a:lnTo>
                  <a:lnTo>
                    <a:pt x="2222703" y="3581679"/>
                  </a:lnTo>
                  <a:lnTo>
                    <a:pt x="2262046" y="3666380"/>
                  </a:lnTo>
                  <a:lnTo>
                    <a:pt x="2301406" y="3751193"/>
                  </a:lnTo>
                  <a:lnTo>
                    <a:pt x="2340690" y="3835508"/>
                  </a:lnTo>
                  <a:lnTo>
                    <a:pt x="2379812" y="3918729"/>
                  </a:lnTo>
                  <a:lnTo>
                    <a:pt x="2418694" y="4000294"/>
                  </a:lnTo>
                  <a:lnTo>
                    <a:pt x="2457276" y="4079687"/>
                  </a:lnTo>
                  <a:lnTo>
                    <a:pt x="2495516" y="4156452"/>
                  </a:lnTo>
                  <a:lnTo>
                    <a:pt x="2533400" y="4230204"/>
                  </a:lnTo>
                  <a:lnTo>
                    <a:pt x="2570940" y="4300633"/>
                  </a:lnTo>
                  <a:lnTo>
                    <a:pt x="2608181" y="4367510"/>
                  </a:lnTo>
                  <a:lnTo>
                    <a:pt x="2645202" y="4430679"/>
                  </a:lnTo>
                  <a:lnTo>
                    <a:pt x="2682121" y="4490064"/>
                  </a:lnTo>
                  <a:lnTo>
                    <a:pt x="2719096" y="4545655"/>
                  </a:lnTo>
                  <a:lnTo>
                    <a:pt x="2756334" y="4597506"/>
                  </a:lnTo>
                  <a:lnTo>
                    <a:pt x="2770117" y="4615621"/>
                  </a:lnTo>
                  <a:lnTo>
                    <a:pt x="2818222" y="4674166"/>
                  </a:lnTo>
                  <a:lnTo>
                    <a:pt x="2867918" y="4726936"/>
                  </a:lnTo>
                  <a:lnTo>
                    <a:pt x="2919949" y="4774214"/>
                  </a:lnTo>
                  <a:lnTo>
                    <a:pt x="2975149" y="4816487"/>
                  </a:lnTo>
                  <a:lnTo>
                    <a:pt x="3034372" y="4854310"/>
                  </a:lnTo>
                  <a:lnTo>
                    <a:pt x="3098422" y="4888220"/>
                  </a:lnTo>
                  <a:lnTo>
                    <a:pt x="3167964" y="4918695"/>
                  </a:lnTo>
                  <a:lnTo>
                    <a:pt x="3243417" y="4946126"/>
                  </a:lnTo>
                  <a:lnTo>
                    <a:pt x="3324792" y="4970805"/>
                  </a:lnTo>
                  <a:lnTo>
                    <a:pt x="3411520" y="4992920"/>
                  </a:lnTo>
                  <a:lnTo>
                    <a:pt x="3502260" y="5012558"/>
                  </a:lnTo>
                  <a:lnTo>
                    <a:pt x="3594761" y="5029725"/>
                  </a:lnTo>
                  <a:lnTo>
                    <a:pt x="3685849" y="5044370"/>
                  </a:lnTo>
                  <a:lnTo>
                    <a:pt x="3771645" y="5056438"/>
                  </a:lnTo>
                  <a:lnTo>
                    <a:pt x="3848040" y="5065923"/>
                  </a:lnTo>
                  <a:lnTo>
                    <a:pt x="3911409" y="5072919"/>
                  </a:lnTo>
                  <a:lnTo>
                    <a:pt x="3959368" y="5077659"/>
                  </a:lnTo>
                  <a:lnTo>
                    <a:pt x="3991373" y="5080503"/>
                  </a:lnTo>
                  <a:lnTo>
                    <a:pt x="4008948" y="5081915"/>
                  </a:lnTo>
                  <a:lnTo>
                    <a:pt x="4015576" y="5082398"/>
                  </a:lnTo>
                  <a:lnTo>
                    <a:pt x="4016409" y="5082453"/>
                  </a:lnTo>
                  <a:lnTo>
                    <a:pt x="4538543" y="5082453"/>
                  </a:lnTo>
                  <a:lnTo>
                    <a:pt x="4539387" y="5082351"/>
                  </a:lnTo>
                  <a:lnTo>
                    <a:pt x="4544954" y="5081620"/>
                  </a:lnTo>
                  <a:lnTo>
                    <a:pt x="4559052" y="5079601"/>
                  </a:lnTo>
                  <a:lnTo>
                    <a:pt x="4584411" y="5075622"/>
                  </a:lnTo>
                  <a:lnTo>
                    <a:pt x="4622515" y="5069054"/>
                  </a:lnTo>
                  <a:lnTo>
                    <a:pt x="4673483" y="5059362"/>
                  </a:lnTo>
                  <a:lnTo>
                    <a:pt x="4736133" y="5046162"/>
                  </a:lnTo>
                  <a:lnTo>
                    <a:pt x="4808248" y="5029232"/>
                  </a:lnTo>
                  <a:lnTo>
                    <a:pt x="4886985" y="5008501"/>
                  </a:lnTo>
                  <a:lnTo>
                    <a:pt x="4969344" y="4984004"/>
                  </a:lnTo>
                  <a:lnTo>
                    <a:pt x="5052551" y="4955819"/>
                  </a:lnTo>
                  <a:lnTo>
                    <a:pt x="5134325" y="4924010"/>
                  </a:lnTo>
                  <a:lnTo>
                    <a:pt x="5212992" y="4888578"/>
                  </a:lnTo>
                  <a:lnTo>
                    <a:pt x="5287483" y="4849425"/>
                  </a:lnTo>
                  <a:lnTo>
                    <a:pt x="5357256" y="4806339"/>
                  </a:lnTo>
                  <a:lnTo>
                    <a:pt x="5422190" y="4758982"/>
                  </a:lnTo>
                  <a:lnTo>
                    <a:pt x="5482474" y="4706897"/>
                  </a:lnTo>
                  <a:lnTo>
                    <a:pt x="5538506" y="4649513"/>
                  </a:lnTo>
                  <a:lnTo>
                    <a:pt x="5590816" y="4586167"/>
                  </a:lnTo>
                  <a:lnTo>
                    <a:pt x="5640003" y="4516136"/>
                  </a:lnTo>
                  <a:lnTo>
                    <a:pt x="5686690" y="4438691"/>
                  </a:lnTo>
                  <a:lnTo>
                    <a:pt x="5731486" y="4353193"/>
                  </a:lnTo>
                  <a:lnTo>
                    <a:pt x="5774936" y="4259238"/>
                  </a:lnTo>
                  <a:lnTo>
                    <a:pt x="5784835" y="4236319"/>
                  </a:lnTo>
                  <a:lnTo>
                    <a:pt x="5813849" y="4165973"/>
                  </a:lnTo>
                  <a:lnTo>
                    <a:pt x="5842620" y="4091619"/>
                  </a:lnTo>
                  <a:lnTo>
                    <a:pt x="5871259" y="4013179"/>
                  </a:lnTo>
                  <a:lnTo>
                    <a:pt x="5899860" y="3930609"/>
                  </a:lnTo>
                  <a:lnTo>
                    <a:pt x="5928501" y="3843909"/>
                  </a:lnTo>
                  <a:lnTo>
                    <a:pt x="5957242" y="3753120"/>
                  </a:lnTo>
                  <a:lnTo>
                    <a:pt x="5986132" y="3658335"/>
                  </a:lnTo>
                  <a:lnTo>
                    <a:pt x="6015204" y="3559692"/>
                  </a:lnTo>
                  <a:lnTo>
                    <a:pt x="6044480" y="3457382"/>
                  </a:lnTo>
                  <a:lnTo>
                    <a:pt x="6073970" y="3351649"/>
                  </a:lnTo>
                  <a:lnTo>
                    <a:pt x="6103673" y="3242785"/>
                  </a:lnTo>
                  <a:lnTo>
                    <a:pt x="6133578" y="3131131"/>
                  </a:lnTo>
                  <a:lnTo>
                    <a:pt x="6163667" y="3017075"/>
                  </a:lnTo>
                  <a:lnTo>
                    <a:pt x="6193911" y="2901043"/>
                  </a:lnTo>
                  <a:lnTo>
                    <a:pt x="6224279" y="2783496"/>
                  </a:lnTo>
                  <a:lnTo>
                    <a:pt x="6254731" y="2664921"/>
                  </a:lnTo>
                  <a:lnTo>
                    <a:pt x="6285227" y="2545823"/>
                  </a:lnTo>
                  <a:lnTo>
                    <a:pt x="6315724" y="2426718"/>
                  </a:lnTo>
                  <a:lnTo>
                    <a:pt x="6346178" y="2308120"/>
                  </a:lnTo>
                  <a:lnTo>
                    <a:pt x="6376549" y="2190535"/>
                  </a:lnTo>
                  <a:lnTo>
                    <a:pt x="6406797" y="2074451"/>
                  </a:lnTo>
                  <a:lnTo>
                    <a:pt x="6436891" y="1960330"/>
                  </a:lnTo>
                  <a:lnTo>
                    <a:pt x="6466802" y="1848599"/>
                  </a:lnTo>
                  <a:lnTo>
                    <a:pt x="6496511" y="1739647"/>
                  </a:lnTo>
                  <a:lnTo>
                    <a:pt x="6526007" y="1633816"/>
                  </a:lnTo>
                  <a:lnTo>
                    <a:pt x="6555289" y="1531401"/>
                  </a:lnTo>
                  <a:lnTo>
                    <a:pt x="6584367" y="1432645"/>
                  </a:lnTo>
                  <a:lnTo>
                    <a:pt x="6613262" y="1337743"/>
                  </a:lnTo>
                  <a:lnTo>
                    <a:pt x="6642008" y="1246834"/>
                  </a:lnTo>
                  <a:lnTo>
                    <a:pt x="6670651" y="1160011"/>
                  </a:lnTo>
                  <a:lnTo>
                    <a:pt x="6699252" y="1077319"/>
                  </a:lnTo>
                  <a:lnTo>
                    <a:pt x="6727889" y="998756"/>
                  </a:lnTo>
                  <a:lnTo>
                    <a:pt x="6756654" y="924281"/>
                  </a:lnTo>
                  <a:lnTo>
                    <a:pt x="6785659" y="853817"/>
                  </a:lnTo>
                  <a:lnTo>
                    <a:pt x="6786527" y="851781"/>
                  </a:lnTo>
                  <a:lnTo>
                    <a:pt x="6829736" y="755858"/>
                  </a:lnTo>
                  <a:lnTo>
                    <a:pt x="6874174" y="668429"/>
                  </a:lnTo>
                  <a:lnTo>
                    <a:pt x="6920372" y="589174"/>
                  </a:lnTo>
                  <a:lnTo>
                    <a:pt x="6968927" y="517493"/>
                  </a:lnTo>
                  <a:lnTo>
                    <a:pt x="7020460" y="452668"/>
                  </a:lnTo>
                  <a:lnTo>
                    <a:pt x="7075581" y="393968"/>
                  </a:lnTo>
                  <a:lnTo>
                    <a:pt x="7134841" y="340713"/>
                  </a:lnTo>
                  <a:lnTo>
                    <a:pt x="7198675" y="292309"/>
                  </a:lnTo>
                  <a:lnTo>
                    <a:pt x="7267328" y="248270"/>
                  </a:lnTo>
                  <a:lnTo>
                    <a:pt x="7340759" y="208232"/>
                  </a:lnTo>
                  <a:lnTo>
                    <a:pt x="7418536" y="171953"/>
                  </a:lnTo>
                  <a:lnTo>
                    <a:pt x="7499718" y="139310"/>
                  </a:lnTo>
                  <a:lnTo>
                    <a:pt x="7582775" y="110284"/>
                  </a:lnTo>
                  <a:lnTo>
                    <a:pt x="7665562" y="84927"/>
                  </a:lnTo>
                  <a:lnTo>
                    <a:pt x="7745400" y="63321"/>
                  </a:lnTo>
                  <a:lnTo>
                    <a:pt x="7819310" y="45514"/>
                  </a:lnTo>
                  <a:lnTo>
                    <a:pt x="7884374" y="31466"/>
                  </a:lnTo>
                  <a:lnTo>
                    <a:pt x="7938190" y="20992"/>
                  </a:lnTo>
                  <a:lnTo>
                    <a:pt x="7979305" y="13744"/>
                  </a:lnTo>
                  <a:lnTo>
                    <a:pt x="8007526" y="9220"/>
                  </a:lnTo>
                  <a:lnTo>
                    <a:pt x="8024026" y="6808"/>
                  </a:lnTo>
                  <a:lnTo>
                    <a:pt x="8031263" y="5839"/>
                  </a:lnTo>
                  <a:lnTo>
                    <a:pt x="8032819" y="5647"/>
                  </a:lnTo>
                  <a:lnTo>
                    <a:pt x="8554953" y="5647"/>
                  </a:lnTo>
                  <a:lnTo>
                    <a:pt x="8554953" y="0"/>
                  </a:lnTo>
                  <a:lnTo>
                    <a:pt x="8032819" y="0"/>
                  </a:lnTo>
                  <a:lnTo>
                    <a:pt x="8031975" y="102"/>
                  </a:lnTo>
                  <a:lnTo>
                    <a:pt x="8026408" y="833"/>
                  </a:lnTo>
                  <a:lnTo>
                    <a:pt x="8012310" y="2852"/>
                  </a:lnTo>
                  <a:lnTo>
                    <a:pt x="7986950" y="6831"/>
                  </a:lnTo>
                  <a:lnTo>
                    <a:pt x="7948847" y="13399"/>
                  </a:lnTo>
                  <a:lnTo>
                    <a:pt x="7897879" y="23091"/>
                  </a:lnTo>
                  <a:lnTo>
                    <a:pt x="7835229" y="36291"/>
                  </a:lnTo>
                  <a:lnTo>
                    <a:pt x="7763114" y="53221"/>
                  </a:lnTo>
                  <a:lnTo>
                    <a:pt x="7684376" y="73952"/>
                  </a:lnTo>
                  <a:lnTo>
                    <a:pt x="7602018" y="98449"/>
                  </a:lnTo>
                  <a:lnTo>
                    <a:pt x="7518811" y="126634"/>
                  </a:lnTo>
                  <a:lnTo>
                    <a:pt x="7437037" y="158443"/>
                  </a:lnTo>
                  <a:lnTo>
                    <a:pt x="7358370" y="193875"/>
                  </a:lnTo>
                  <a:lnTo>
                    <a:pt x="7283879" y="233028"/>
                  </a:lnTo>
                  <a:lnTo>
                    <a:pt x="7214106" y="276114"/>
                  </a:lnTo>
                  <a:lnTo>
                    <a:pt x="7149172" y="323471"/>
                  </a:lnTo>
                  <a:lnTo>
                    <a:pt x="7088888" y="375556"/>
                  </a:lnTo>
                  <a:lnTo>
                    <a:pt x="7032856" y="432940"/>
                  </a:lnTo>
                  <a:lnTo>
                    <a:pt x="6980546" y="496286"/>
                  </a:lnTo>
                  <a:lnTo>
                    <a:pt x="6931359" y="566317"/>
                  </a:lnTo>
                  <a:lnTo>
                    <a:pt x="6884671" y="643762"/>
                  </a:lnTo>
                  <a:lnTo>
                    <a:pt x="6839876" y="729260"/>
                  </a:lnTo>
                  <a:lnTo>
                    <a:pt x="6796425" y="823215"/>
                  </a:lnTo>
                  <a:lnTo>
                    <a:pt x="6786527" y="846134"/>
                  </a:lnTo>
                  <a:lnTo>
                    <a:pt x="6757513" y="916480"/>
                  </a:lnTo>
                  <a:lnTo>
                    <a:pt x="6728742" y="990834"/>
                  </a:lnTo>
                  <a:lnTo>
                    <a:pt x="6700103" y="1069274"/>
                  </a:lnTo>
                  <a:lnTo>
                    <a:pt x="6671502" y="1151844"/>
                  </a:lnTo>
                  <a:lnTo>
                    <a:pt x="6642861" y="1238544"/>
                  </a:lnTo>
                  <a:lnTo>
                    <a:pt x="6614119" y="1329333"/>
                  </a:lnTo>
                  <a:lnTo>
                    <a:pt x="6585230" y="1424118"/>
                  </a:lnTo>
                  <a:lnTo>
                    <a:pt x="6556157" y="1522761"/>
                  </a:lnTo>
                  <a:lnTo>
                    <a:pt x="6526881" y="1625071"/>
                  </a:lnTo>
                  <a:lnTo>
                    <a:pt x="6497392" y="1730804"/>
                  </a:lnTo>
                  <a:lnTo>
                    <a:pt x="6467689" y="1839668"/>
                  </a:lnTo>
                  <a:lnTo>
                    <a:pt x="6437783" y="1951322"/>
                  </a:lnTo>
                  <a:lnTo>
                    <a:pt x="6407695" y="2065378"/>
                  </a:lnTo>
                  <a:lnTo>
                    <a:pt x="6377451" y="2181410"/>
                  </a:lnTo>
                  <a:lnTo>
                    <a:pt x="6347083" y="2298957"/>
                  </a:lnTo>
                  <a:lnTo>
                    <a:pt x="6316631" y="2417532"/>
                  </a:lnTo>
                  <a:lnTo>
                    <a:pt x="6286135" y="2536630"/>
                  </a:lnTo>
                  <a:lnTo>
                    <a:pt x="6255638" y="2655735"/>
                  </a:lnTo>
                  <a:lnTo>
                    <a:pt x="6225184" y="2774333"/>
                  </a:lnTo>
                  <a:lnTo>
                    <a:pt x="6194813" y="2891918"/>
                  </a:lnTo>
                  <a:lnTo>
                    <a:pt x="6164565" y="3008002"/>
                  </a:lnTo>
                  <a:lnTo>
                    <a:pt x="6134471" y="3122123"/>
                  </a:lnTo>
                  <a:lnTo>
                    <a:pt x="6104560" y="3233854"/>
                  </a:lnTo>
                  <a:lnTo>
                    <a:pt x="6074851" y="3342806"/>
                  </a:lnTo>
                  <a:lnTo>
                    <a:pt x="6045355" y="3448637"/>
                  </a:lnTo>
                  <a:lnTo>
                    <a:pt x="6016073" y="3551052"/>
                  </a:lnTo>
                  <a:lnTo>
                    <a:pt x="5986995" y="3649808"/>
                  </a:lnTo>
                  <a:lnTo>
                    <a:pt x="5958100" y="3744710"/>
                  </a:lnTo>
                  <a:lnTo>
                    <a:pt x="5929354" y="3835619"/>
                  </a:lnTo>
                  <a:lnTo>
                    <a:pt x="5900711" y="3922442"/>
                  </a:lnTo>
                  <a:lnTo>
                    <a:pt x="5872110" y="4005134"/>
                  </a:lnTo>
                  <a:lnTo>
                    <a:pt x="5843473" y="4083697"/>
                  </a:lnTo>
                  <a:lnTo>
                    <a:pt x="5814708" y="4158172"/>
                  </a:lnTo>
                  <a:lnTo>
                    <a:pt x="5785703" y="4228636"/>
                  </a:lnTo>
                  <a:lnTo>
                    <a:pt x="5784835" y="4230672"/>
                  </a:lnTo>
                  <a:lnTo>
                    <a:pt x="5741626" y="4326595"/>
                  </a:lnTo>
                  <a:lnTo>
                    <a:pt x="5697188" y="4414024"/>
                  </a:lnTo>
                  <a:lnTo>
                    <a:pt x="5650989" y="4493279"/>
                  </a:lnTo>
                  <a:lnTo>
                    <a:pt x="5602435" y="4564960"/>
                  </a:lnTo>
                  <a:lnTo>
                    <a:pt x="5550902" y="4629785"/>
                  </a:lnTo>
                  <a:lnTo>
                    <a:pt x="5495781" y="4688485"/>
                  </a:lnTo>
                  <a:lnTo>
                    <a:pt x="5436521" y="4741740"/>
                  </a:lnTo>
                  <a:lnTo>
                    <a:pt x="5372687" y="4790144"/>
                  </a:lnTo>
                  <a:lnTo>
                    <a:pt x="5304034" y="4834182"/>
                  </a:lnTo>
                  <a:lnTo>
                    <a:pt x="5230602" y="4874221"/>
                  </a:lnTo>
                  <a:lnTo>
                    <a:pt x="5152826" y="4910500"/>
                  </a:lnTo>
                  <a:lnTo>
                    <a:pt x="5071644" y="4943143"/>
                  </a:lnTo>
                  <a:lnTo>
                    <a:pt x="4988586" y="4972169"/>
                  </a:lnTo>
                  <a:lnTo>
                    <a:pt x="4905800" y="4997526"/>
                  </a:lnTo>
                  <a:lnTo>
                    <a:pt x="4825962" y="5019132"/>
                  </a:lnTo>
                  <a:lnTo>
                    <a:pt x="4752052" y="5036939"/>
                  </a:lnTo>
                  <a:lnTo>
                    <a:pt x="4686988" y="5050987"/>
                  </a:lnTo>
                  <a:lnTo>
                    <a:pt x="4633172" y="5061461"/>
                  </a:lnTo>
                  <a:lnTo>
                    <a:pt x="4592057" y="5068709"/>
                  </a:lnTo>
                  <a:lnTo>
                    <a:pt x="4563836" y="5073233"/>
                  </a:lnTo>
                  <a:lnTo>
                    <a:pt x="4547336" y="5075645"/>
                  </a:lnTo>
                  <a:lnTo>
                    <a:pt x="4540099" y="5076614"/>
                  </a:lnTo>
                  <a:lnTo>
                    <a:pt x="4538543" y="5076806"/>
                  </a:lnTo>
                  <a:lnTo>
                    <a:pt x="4016409" y="5076806"/>
                  </a:lnTo>
                  <a:lnTo>
                    <a:pt x="4015256" y="5076728"/>
                  </a:lnTo>
                  <a:lnTo>
                    <a:pt x="4007702" y="5076172"/>
                  </a:lnTo>
                  <a:lnTo>
                    <a:pt x="3988753" y="5074635"/>
                  </a:lnTo>
                  <a:lnTo>
                    <a:pt x="3955121" y="5071613"/>
                  </a:lnTo>
                  <a:lnTo>
                    <a:pt x="3905494" y="5066653"/>
                  </a:lnTo>
                  <a:lnTo>
                    <a:pt x="3840629" y="5059406"/>
                  </a:lnTo>
                  <a:lnTo>
                    <a:pt x="3763070" y="5049654"/>
                  </a:lnTo>
                  <a:lnTo>
                    <a:pt x="3676530" y="5037316"/>
                  </a:lnTo>
                  <a:lnTo>
                    <a:pt x="3585122" y="5022404"/>
                  </a:lnTo>
                  <a:lnTo>
                    <a:pt x="3492672" y="5004979"/>
                  </a:lnTo>
                  <a:lnTo>
                    <a:pt x="3402261" y="4985083"/>
                  </a:lnTo>
                  <a:lnTo>
                    <a:pt x="3316043" y="4962707"/>
                  </a:lnTo>
                  <a:lnTo>
                    <a:pt x="3235270" y="4937752"/>
                  </a:lnTo>
                  <a:lnTo>
                    <a:pt x="3160443" y="4910019"/>
                  </a:lnTo>
                  <a:lnTo>
                    <a:pt x="3091498" y="4879206"/>
                  </a:lnTo>
                  <a:lnTo>
                    <a:pt x="3027986" y="4844911"/>
                  </a:lnTo>
                  <a:lnTo>
                    <a:pt x="2969221" y="4806651"/>
                  </a:lnTo>
                  <a:lnTo>
                    <a:pt x="2914391" y="4763881"/>
                  </a:lnTo>
                  <a:lnTo>
                    <a:pt x="2862642" y="4716051"/>
                  </a:lnTo>
                  <a:lnTo>
                    <a:pt x="2813145" y="4662687"/>
                  </a:lnTo>
                  <a:lnTo>
                    <a:pt x="2770117" y="4609974"/>
                  </a:lnTo>
                  <a:lnTo>
                    <a:pt x="2732722" y="4559470"/>
                  </a:lnTo>
                  <a:lnTo>
                    <a:pt x="2695677" y="4505261"/>
                  </a:lnTo>
                  <a:lnTo>
                    <a:pt x="2658758" y="4447271"/>
                  </a:lnTo>
                  <a:lnTo>
                    <a:pt x="2621790" y="4385486"/>
                  </a:lnTo>
                  <a:lnTo>
                    <a:pt x="2584641" y="4319956"/>
                  </a:lnTo>
                  <a:lnTo>
                    <a:pt x="2547218" y="4250808"/>
                  </a:lnTo>
                  <a:lnTo>
                    <a:pt x="2509463" y="4178244"/>
                  </a:lnTo>
                  <a:lnTo>
                    <a:pt x="2471353" y="4102544"/>
                  </a:lnTo>
                  <a:lnTo>
                    <a:pt x="2432894" y="4024067"/>
                  </a:lnTo>
                  <a:lnTo>
                    <a:pt x="2394116" y="3943242"/>
                  </a:lnTo>
                  <a:lnTo>
                    <a:pt x="2355074" y="3860566"/>
                  </a:lnTo>
                  <a:lnTo>
                    <a:pt x="2315839" y="3776584"/>
                  </a:lnTo>
                  <a:lnTo>
                    <a:pt x="2276496" y="3691883"/>
                  </a:lnTo>
                  <a:lnTo>
                    <a:pt x="2237136" y="3607070"/>
                  </a:lnTo>
                  <a:lnTo>
                    <a:pt x="2197852" y="3522755"/>
                  </a:lnTo>
                  <a:lnTo>
                    <a:pt x="2158730" y="3439534"/>
                  </a:lnTo>
                  <a:lnTo>
                    <a:pt x="2119848" y="3357969"/>
                  </a:lnTo>
                  <a:lnTo>
                    <a:pt x="2081266" y="3278576"/>
                  </a:lnTo>
                  <a:lnTo>
                    <a:pt x="2043026" y="3201811"/>
                  </a:lnTo>
                  <a:lnTo>
                    <a:pt x="2005142" y="3128059"/>
                  </a:lnTo>
                  <a:lnTo>
                    <a:pt x="1967602" y="3057629"/>
                  </a:lnTo>
                  <a:lnTo>
                    <a:pt x="1930361" y="2990753"/>
                  </a:lnTo>
                  <a:lnTo>
                    <a:pt x="1893340" y="2927584"/>
                  </a:lnTo>
                  <a:lnTo>
                    <a:pt x="1856421" y="2868199"/>
                  </a:lnTo>
                  <a:lnTo>
                    <a:pt x="1819446" y="2812608"/>
                  </a:lnTo>
                  <a:lnTo>
                    <a:pt x="1782208" y="2760757"/>
                  </a:lnTo>
                  <a:lnTo>
                    <a:pt x="1768425" y="2742642"/>
                  </a:lnTo>
                  <a:lnTo>
                    <a:pt x="1720320" y="2684097"/>
                  </a:lnTo>
                  <a:lnTo>
                    <a:pt x="1670625" y="2631327"/>
                  </a:lnTo>
                  <a:lnTo>
                    <a:pt x="1618594" y="2584049"/>
                  </a:lnTo>
                  <a:lnTo>
                    <a:pt x="1563393" y="2541776"/>
                  </a:lnTo>
                  <a:lnTo>
                    <a:pt x="1504170" y="2503953"/>
                  </a:lnTo>
                  <a:lnTo>
                    <a:pt x="1440121" y="2470043"/>
                  </a:lnTo>
                  <a:lnTo>
                    <a:pt x="1370578" y="2439568"/>
                  </a:lnTo>
                  <a:lnTo>
                    <a:pt x="1295126" y="2412137"/>
                  </a:lnTo>
                  <a:lnTo>
                    <a:pt x="1213750" y="2387458"/>
                  </a:lnTo>
                  <a:lnTo>
                    <a:pt x="1127022" y="2365343"/>
                  </a:lnTo>
                  <a:lnTo>
                    <a:pt x="1036282" y="2345705"/>
                  </a:lnTo>
                  <a:lnTo>
                    <a:pt x="943781" y="2328538"/>
                  </a:lnTo>
                  <a:lnTo>
                    <a:pt x="852693" y="2313893"/>
                  </a:lnTo>
                  <a:lnTo>
                    <a:pt x="766898" y="2301825"/>
                  </a:lnTo>
                  <a:lnTo>
                    <a:pt x="690502" y="2292340"/>
                  </a:lnTo>
                  <a:lnTo>
                    <a:pt x="627134" y="2285343"/>
                  </a:lnTo>
                  <a:lnTo>
                    <a:pt x="579174" y="2280604"/>
                  </a:lnTo>
                  <a:lnTo>
                    <a:pt x="547169" y="2277760"/>
                  </a:lnTo>
                  <a:lnTo>
                    <a:pt x="529594" y="2276348"/>
                  </a:lnTo>
                  <a:lnTo>
                    <a:pt x="522967" y="2275865"/>
                  </a:lnTo>
                  <a:lnTo>
                    <a:pt x="522133" y="2275809"/>
                  </a:lnTo>
                  <a:lnTo>
                    <a:pt x="0" y="2275809"/>
                  </a:lnTo>
                  <a:close/>
                </a:path>
              </a:pathLst>
            </a:custGeom>
            <a:solidFill>
              <a:srgbClr val="8FA8D6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57" name="pl57"/>
            <p:cNvSpPr/>
            <p:nvPr/>
          </p:nvSpPr>
          <p:spPr>
            <a:xfrm>
              <a:off x="386606" y="993541"/>
              <a:ext cx="8554953" cy="5076806"/>
            </a:xfrm>
            <a:custGeom>
              <a:avLst/>
              <a:pathLst>
                <a:path w="8554953" h="5076806">
                  <a:moveTo>
                    <a:pt x="0" y="2275809"/>
                  </a:moveTo>
                  <a:lnTo>
                    <a:pt x="522133" y="2275809"/>
                  </a:lnTo>
                  <a:lnTo>
                    <a:pt x="523286" y="2275887"/>
                  </a:lnTo>
                  <a:lnTo>
                    <a:pt x="530840" y="2276443"/>
                  </a:lnTo>
                  <a:lnTo>
                    <a:pt x="549789" y="2277981"/>
                  </a:lnTo>
                  <a:lnTo>
                    <a:pt x="583421" y="2281003"/>
                  </a:lnTo>
                  <a:lnTo>
                    <a:pt x="633048" y="2285962"/>
                  </a:lnTo>
                  <a:lnTo>
                    <a:pt x="697913" y="2293210"/>
                  </a:lnTo>
                  <a:lnTo>
                    <a:pt x="775472" y="2302962"/>
                  </a:lnTo>
                  <a:lnTo>
                    <a:pt x="862012" y="2315300"/>
                  </a:lnTo>
                  <a:lnTo>
                    <a:pt x="953420" y="2330211"/>
                  </a:lnTo>
                  <a:lnTo>
                    <a:pt x="1045870" y="2347637"/>
                  </a:lnTo>
                  <a:lnTo>
                    <a:pt x="1136281" y="2367532"/>
                  </a:lnTo>
                  <a:lnTo>
                    <a:pt x="1222499" y="2389909"/>
                  </a:lnTo>
                  <a:lnTo>
                    <a:pt x="1303272" y="2414864"/>
                  </a:lnTo>
                  <a:lnTo>
                    <a:pt x="1378099" y="2442597"/>
                  </a:lnTo>
                  <a:lnTo>
                    <a:pt x="1447044" y="2473410"/>
                  </a:lnTo>
                  <a:lnTo>
                    <a:pt x="1510556" y="2507704"/>
                  </a:lnTo>
                  <a:lnTo>
                    <a:pt x="1569321" y="2545965"/>
                  </a:lnTo>
                  <a:lnTo>
                    <a:pt x="1624151" y="2588735"/>
                  </a:lnTo>
                  <a:lnTo>
                    <a:pt x="1675900" y="2636565"/>
                  </a:lnTo>
                  <a:lnTo>
                    <a:pt x="1725398" y="2689928"/>
                  </a:lnTo>
                  <a:lnTo>
                    <a:pt x="1768425" y="2742642"/>
                  </a:lnTo>
                  <a:lnTo>
                    <a:pt x="1805820" y="2793146"/>
                  </a:lnTo>
                  <a:lnTo>
                    <a:pt x="1842865" y="2847355"/>
                  </a:lnTo>
                  <a:lnTo>
                    <a:pt x="1879784" y="2905344"/>
                  </a:lnTo>
                  <a:lnTo>
                    <a:pt x="1916752" y="2967130"/>
                  </a:lnTo>
                  <a:lnTo>
                    <a:pt x="1953901" y="3032659"/>
                  </a:lnTo>
                  <a:lnTo>
                    <a:pt x="1991325" y="3101807"/>
                  </a:lnTo>
                  <a:lnTo>
                    <a:pt x="2029079" y="3174372"/>
                  </a:lnTo>
                  <a:lnTo>
                    <a:pt x="2067189" y="3250072"/>
                  </a:lnTo>
                  <a:lnTo>
                    <a:pt x="2105648" y="3328549"/>
                  </a:lnTo>
                  <a:lnTo>
                    <a:pt x="2144426" y="3409374"/>
                  </a:lnTo>
                  <a:lnTo>
                    <a:pt x="2183469" y="3492050"/>
                  </a:lnTo>
                  <a:lnTo>
                    <a:pt x="2222703" y="3576032"/>
                  </a:lnTo>
                  <a:lnTo>
                    <a:pt x="2262046" y="3660732"/>
                  </a:lnTo>
                  <a:lnTo>
                    <a:pt x="2301406" y="3745546"/>
                  </a:lnTo>
                  <a:lnTo>
                    <a:pt x="2340690" y="3829861"/>
                  </a:lnTo>
                  <a:lnTo>
                    <a:pt x="2379812" y="3913082"/>
                  </a:lnTo>
                  <a:lnTo>
                    <a:pt x="2418694" y="3994647"/>
                  </a:lnTo>
                  <a:lnTo>
                    <a:pt x="2457276" y="4074040"/>
                  </a:lnTo>
                  <a:lnTo>
                    <a:pt x="2495516" y="4150805"/>
                  </a:lnTo>
                  <a:lnTo>
                    <a:pt x="2533400" y="4224557"/>
                  </a:lnTo>
                  <a:lnTo>
                    <a:pt x="2570940" y="4294986"/>
                  </a:lnTo>
                  <a:lnTo>
                    <a:pt x="2608181" y="4361862"/>
                  </a:lnTo>
                  <a:lnTo>
                    <a:pt x="2645202" y="4425032"/>
                  </a:lnTo>
                  <a:lnTo>
                    <a:pt x="2682121" y="4484417"/>
                  </a:lnTo>
                  <a:lnTo>
                    <a:pt x="2719096" y="4540008"/>
                  </a:lnTo>
                  <a:lnTo>
                    <a:pt x="2756334" y="4591859"/>
                  </a:lnTo>
                  <a:lnTo>
                    <a:pt x="2770117" y="4609974"/>
                  </a:lnTo>
                  <a:lnTo>
                    <a:pt x="2818222" y="4668519"/>
                  </a:lnTo>
                  <a:lnTo>
                    <a:pt x="2867918" y="4721288"/>
                  </a:lnTo>
                  <a:lnTo>
                    <a:pt x="2919949" y="4768566"/>
                  </a:lnTo>
                  <a:lnTo>
                    <a:pt x="2975149" y="4810840"/>
                  </a:lnTo>
                  <a:lnTo>
                    <a:pt x="3034372" y="4848663"/>
                  </a:lnTo>
                  <a:lnTo>
                    <a:pt x="3098422" y="4882573"/>
                  </a:lnTo>
                  <a:lnTo>
                    <a:pt x="3167964" y="4913048"/>
                  </a:lnTo>
                  <a:lnTo>
                    <a:pt x="3243417" y="4940479"/>
                  </a:lnTo>
                  <a:lnTo>
                    <a:pt x="3324792" y="4965158"/>
                  </a:lnTo>
                  <a:lnTo>
                    <a:pt x="3411520" y="4987272"/>
                  </a:lnTo>
                  <a:lnTo>
                    <a:pt x="3502260" y="5006911"/>
                  </a:lnTo>
                  <a:lnTo>
                    <a:pt x="3594761" y="5024077"/>
                  </a:lnTo>
                  <a:lnTo>
                    <a:pt x="3685849" y="5038723"/>
                  </a:lnTo>
                  <a:lnTo>
                    <a:pt x="3771645" y="5050791"/>
                  </a:lnTo>
                  <a:lnTo>
                    <a:pt x="3848040" y="5060276"/>
                  </a:lnTo>
                  <a:lnTo>
                    <a:pt x="3911409" y="5067272"/>
                  </a:lnTo>
                  <a:lnTo>
                    <a:pt x="3959368" y="5072011"/>
                  </a:lnTo>
                  <a:lnTo>
                    <a:pt x="3991373" y="5074856"/>
                  </a:lnTo>
                  <a:lnTo>
                    <a:pt x="4008948" y="5076267"/>
                  </a:lnTo>
                  <a:lnTo>
                    <a:pt x="4015576" y="5076750"/>
                  </a:lnTo>
                  <a:lnTo>
                    <a:pt x="4016409" y="5076806"/>
                  </a:lnTo>
                  <a:lnTo>
                    <a:pt x="4538543" y="5076806"/>
                  </a:lnTo>
                  <a:lnTo>
                    <a:pt x="4539387" y="5076704"/>
                  </a:lnTo>
                  <a:lnTo>
                    <a:pt x="4544954" y="5075973"/>
                  </a:lnTo>
                  <a:lnTo>
                    <a:pt x="4559052" y="5073954"/>
                  </a:lnTo>
                  <a:lnTo>
                    <a:pt x="4584411" y="5069975"/>
                  </a:lnTo>
                  <a:lnTo>
                    <a:pt x="4622515" y="5063406"/>
                  </a:lnTo>
                  <a:lnTo>
                    <a:pt x="4673483" y="5053715"/>
                  </a:lnTo>
                  <a:lnTo>
                    <a:pt x="4736133" y="5040514"/>
                  </a:lnTo>
                  <a:lnTo>
                    <a:pt x="4808248" y="5023585"/>
                  </a:lnTo>
                  <a:lnTo>
                    <a:pt x="4886985" y="5002854"/>
                  </a:lnTo>
                  <a:lnTo>
                    <a:pt x="4969344" y="4978357"/>
                  </a:lnTo>
                  <a:lnTo>
                    <a:pt x="5052551" y="4950172"/>
                  </a:lnTo>
                  <a:lnTo>
                    <a:pt x="5134325" y="4918363"/>
                  </a:lnTo>
                  <a:lnTo>
                    <a:pt x="5212992" y="4882931"/>
                  </a:lnTo>
                  <a:lnTo>
                    <a:pt x="5287483" y="4843778"/>
                  </a:lnTo>
                  <a:lnTo>
                    <a:pt x="5357256" y="4800692"/>
                  </a:lnTo>
                  <a:lnTo>
                    <a:pt x="5422190" y="4753335"/>
                  </a:lnTo>
                  <a:lnTo>
                    <a:pt x="5482474" y="4701250"/>
                  </a:lnTo>
                  <a:lnTo>
                    <a:pt x="5538506" y="4643866"/>
                  </a:lnTo>
                  <a:lnTo>
                    <a:pt x="5590816" y="4580520"/>
                  </a:lnTo>
                  <a:lnTo>
                    <a:pt x="5640003" y="4510489"/>
                  </a:lnTo>
                  <a:lnTo>
                    <a:pt x="5686690" y="4433044"/>
                  </a:lnTo>
                  <a:lnTo>
                    <a:pt x="5731486" y="4347546"/>
                  </a:lnTo>
                  <a:lnTo>
                    <a:pt x="5774936" y="4253591"/>
                  </a:lnTo>
                  <a:lnTo>
                    <a:pt x="5784835" y="4230672"/>
                  </a:lnTo>
                  <a:lnTo>
                    <a:pt x="5813849" y="4160326"/>
                  </a:lnTo>
                  <a:lnTo>
                    <a:pt x="5842620" y="4085972"/>
                  </a:lnTo>
                  <a:lnTo>
                    <a:pt x="5871259" y="4007532"/>
                  </a:lnTo>
                  <a:lnTo>
                    <a:pt x="5899860" y="3924962"/>
                  </a:lnTo>
                  <a:lnTo>
                    <a:pt x="5928501" y="3838261"/>
                  </a:lnTo>
                  <a:lnTo>
                    <a:pt x="5957242" y="3747473"/>
                  </a:lnTo>
                  <a:lnTo>
                    <a:pt x="5986132" y="3652688"/>
                  </a:lnTo>
                  <a:lnTo>
                    <a:pt x="6015204" y="3554045"/>
                  </a:lnTo>
                  <a:lnTo>
                    <a:pt x="6044480" y="3451735"/>
                  </a:lnTo>
                  <a:lnTo>
                    <a:pt x="6073970" y="3346002"/>
                  </a:lnTo>
                  <a:lnTo>
                    <a:pt x="6103673" y="3237137"/>
                  </a:lnTo>
                  <a:lnTo>
                    <a:pt x="6133578" y="3125484"/>
                  </a:lnTo>
                  <a:lnTo>
                    <a:pt x="6163667" y="3011428"/>
                  </a:lnTo>
                  <a:lnTo>
                    <a:pt x="6193911" y="2895396"/>
                  </a:lnTo>
                  <a:lnTo>
                    <a:pt x="6224279" y="2777849"/>
                  </a:lnTo>
                  <a:lnTo>
                    <a:pt x="6254731" y="2659274"/>
                  </a:lnTo>
                  <a:lnTo>
                    <a:pt x="6285227" y="2540176"/>
                  </a:lnTo>
                  <a:lnTo>
                    <a:pt x="6315724" y="2421071"/>
                  </a:lnTo>
                  <a:lnTo>
                    <a:pt x="6346178" y="2302473"/>
                  </a:lnTo>
                  <a:lnTo>
                    <a:pt x="6376549" y="2184888"/>
                  </a:lnTo>
                  <a:lnTo>
                    <a:pt x="6406797" y="2068804"/>
                  </a:lnTo>
                  <a:lnTo>
                    <a:pt x="6436891" y="1954683"/>
                  </a:lnTo>
                  <a:lnTo>
                    <a:pt x="6466802" y="1842952"/>
                  </a:lnTo>
                  <a:lnTo>
                    <a:pt x="6496511" y="1734000"/>
                  </a:lnTo>
                  <a:lnTo>
                    <a:pt x="6526007" y="1628169"/>
                  </a:lnTo>
                  <a:lnTo>
                    <a:pt x="6555289" y="1525753"/>
                  </a:lnTo>
                  <a:lnTo>
                    <a:pt x="6584367" y="1426998"/>
                  </a:lnTo>
                  <a:lnTo>
                    <a:pt x="6613262" y="1332096"/>
                  </a:lnTo>
                  <a:lnTo>
                    <a:pt x="6642008" y="1241187"/>
                  </a:lnTo>
                  <a:lnTo>
                    <a:pt x="6670651" y="1154364"/>
                  </a:lnTo>
                  <a:lnTo>
                    <a:pt x="6699252" y="1071671"/>
                  </a:lnTo>
                  <a:lnTo>
                    <a:pt x="6727889" y="993108"/>
                  </a:lnTo>
                  <a:lnTo>
                    <a:pt x="6756654" y="918634"/>
                  </a:lnTo>
                  <a:lnTo>
                    <a:pt x="6785659" y="848170"/>
                  </a:lnTo>
                  <a:lnTo>
                    <a:pt x="6786527" y="846134"/>
                  </a:lnTo>
                  <a:lnTo>
                    <a:pt x="6829736" y="750210"/>
                  </a:lnTo>
                  <a:lnTo>
                    <a:pt x="6874174" y="662782"/>
                  </a:lnTo>
                  <a:lnTo>
                    <a:pt x="6920372" y="583527"/>
                  </a:lnTo>
                  <a:lnTo>
                    <a:pt x="6968927" y="511846"/>
                  </a:lnTo>
                  <a:lnTo>
                    <a:pt x="7020460" y="447021"/>
                  </a:lnTo>
                  <a:lnTo>
                    <a:pt x="7075581" y="388321"/>
                  </a:lnTo>
                  <a:lnTo>
                    <a:pt x="7134841" y="335066"/>
                  </a:lnTo>
                  <a:lnTo>
                    <a:pt x="7198675" y="286662"/>
                  </a:lnTo>
                  <a:lnTo>
                    <a:pt x="7267328" y="242623"/>
                  </a:lnTo>
                  <a:lnTo>
                    <a:pt x="7340759" y="202585"/>
                  </a:lnTo>
                  <a:lnTo>
                    <a:pt x="7418536" y="166306"/>
                  </a:lnTo>
                  <a:lnTo>
                    <a:pt x="7499718" y="133663"/>
                  </a:lnTo>
                  <a:lnTo>
                    <a:pt x="7582775" y="104637"/>
                  </a:lnTo>
                  <a:lnTo>
                    <a:pt x="7665562" y="79280"/>
                  </a:lnTo>
                  <a:lnTo>
                    <a:pt x="7745400" y="57674"/>
                  </a:lnTo>
                  <a:lnTo>
                    <a:pt x="7819310" y="39867"/>
                  </a:lnTo>
                  <a:lnTo>
                    <a:pt x="7884374" y="25819"/>
                  </a:lnTo>
                  <a:lnTo>
                    <a:pt x="7938190" y="15345"/>
                  </a:lnTo>
                  <a:lnTo>
                    <a:pt x="7979305" y="8097"/>
                  </a:lnTo>
                  <a:lnTo>
                    <a:pt x="8007526" y="3573"/>
                  </a:lnTo>
                  <a:lnTo>
                    <a:pt x="8024026" y="1160"/>
                  </a:lnTo>
                  <a:lnTo>
                    <a:pt x="8031263" y="192"/>
                  </a:lnTo>
                  <a:lnTo>
                    <a:pt x="8032808" y="1"/>
                  </a:lnTo>
                  <a:lnTo>
                    <a:pt x="8032819" y="0"/>
                  </a:lnTo>
                  <a:lnTo>
                    <a:pt x="8554953" y="0"/>
                  </a:lnTo>
                  <a:lnTo>
                    <a:pt x="8554953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58" name="pl58"/>
            <p:cNvSpPr/>
            <p:nvPr/>
          </p:nvSpPr>
          <p:spPr>
            <a:xfrm>
              <a:off x="386606" y="987894"/>
              <a:ext cx="8554953" cy="5076806"/>
            </a:xfrm>
            <a:custGeom>
              <a:avLst/>
              <a:pathLst>
                <a:path w="8554953" h="5076806">
                  <a:moveTo>
                    <a:pt x="8554953" y="0"/>
                  </a:moveTo>
                  <a:lnTo>
                    <a:pt x="8032819" y="0"/>
                  </a:lnTo>
                  <a:lnTo>
                    <a:pt x="8031975" y="102"/>
                  </a:lnTo>
                  <a:lnTo>
                    <a:pt x="8026408" y="833"/>
                  </a:lnTo>
                  <a:lnTo>
                    <a:pt x="8012310" y="2852"/>
                  </a:lnTo>
                  <a:lnTo>
                    <a:pt x="7986950" y="6831"/>
                  </a:lnTo>
                  <a:lnTo>
                    <a:pt x="7948847" y="13399"/>
                  </a:lnTo>
                  <a:lnTo>
                    <a:pt x="7897879" y="23091"/>
                  </a:lnTo>
                  <a:lnTo>
                    <a:pt x="7835229" y="36291"/>
                  </a:lnTo>
                  <a:lnTo>
                    <a:pt x="7763114" y="53221"/>
                  </a:lnTo>
                  <a:lnTo>
                    <a:pt x="7684376" y="73952"/>
                  </a:lnTo>
                  <a:lnTo>
                    <a:pt x="7602018" y="98449"/>
                  </a:lnTo>
                  <a:lnTo>
                    <a:pt x="7518811" y="126634"/>
                  </a:lnTo>
                  <a:lnTo>
                    <a:pt x="7437037" y="158443"/>
                  </a:lnTo>
                  <a:lnTo>
                    <a:pt x="7358370" y="193875"/>
                  </a:lnTo>
                  <a:lnTo>
                    <a:pt x="7283879" y="233028"/>
                  </a:lnTo>
                  <a:lnTo>
                    <a:pt x="7214106" y="276114"/>
                  </a:lnTo>
                  <a:lnTo>
                    <a:pt x="7149172" y="323471"/>
                  </a:lnTo>
                  <a:lnTo>
                    <a:pt x="7088888" y="375556"/>
                  </a:lnTo>
                  <a:lnTo>
                    <a:pt x="7032856" y="432940"/>
                  </a:lnTo>
                  <a:lnTo>
                    <a:pt x="6980546" y="496286"/>
                  </a:lnTo>
                  <a:lnTo>
                    <a:pt x="6931359" y="566317"/>
                  </a:lnTo>
                  <a:lnTo>
                    <a:pt x="6884671" y="643762"/>
                  </a:lnTo>
                  <a:lnTo>
                    <a:pt x="6839876" y="729260"/>
                  </a:lnTo>
                  <a:lnTo>
                    <a:pt x="6796425" y="823215"/>
                  </a:lnTo>
                  <a:lnTo>
                    <a:pt x="6786527" y="846134"/>
                  </a:lnTo>
                  <a:lnTo>
                    <a:pt x="6757513" y="916480"/>
                  </a:lnTo>
                  <a:lnTo>
                    <a:pt x="6728742" y="990834"/>
                  </a:lnTo>
                  <a:lnTo>
                    <a:pt x="6700103" y="1069274"/>
                  </a:lnTo>
                  <a:lnTo>
                    <a:pt x="6671502" y="1151844"/>
                  </a:lnTo>
                  <a:lnTo>
                    <a:pt x="6642861" y="1238544"/>
                  </a:lnTo>
                  <a:lnTo>
                    <a:pt x="6614119" y="1329333"/>
                  </a:lnTo>
                  <a:lnTo>
                    <a:pt x="6585230" y="1424118"/>
                  </a:lnTo>
                  <a:lnTo>
                    <a:pt x="6556157" y="1522761"/>
                  </a:lnTo>
                  <a:lnTo>
                    <a:pt x="6526881" y="1625071"/>
                  </a:lnTo>
                  <a:lnTo>
                    <a:pt x="6497392" y="1730804"/>
                  </a:lnTo>
                  <a:lnTo>
                    <a:pt x="6467689" y="1839668"/>
                  </a:lnTo>
                  <a:lnTo>
                    <a:pt x="6437783" y="1951322"/>
                  </a:lnTo>
                  <a:lnTo>
                    <a:pt x="6407695" y="2065378"/>
                  </a:lnTo>
                  <a:lnTo>
                    <a:pt x="6377451" y="2181410"/>
                  </a:lnTo>
                  <a:lnTo>
                    <a:pt x="6347083" y="2298957"/>
                  </a:lnTo>
                  <a:lnTo>
                    <a:pt x="6316631" y="2417532"/>
                  </a:lnTo>
                  <a:lnTo>
                    <a:pt x="6286135" y="2536630"/>
                  </a:lnTo>
                  <a:lnTo>
                    <a:pt x="6255638" y="2655735"/>
                  </a:lnTo>
                  <a:lnTo>
                    <a:pt x="6225184" y="2774333"/>
                  </a:lnTo>
                  <a:lnTo>
                    <a:pt x="6194813" y="2891918"/>
                  </a:lnTo>
                  <a:lnTo>
                    <a:pt x="6164565" y="3008002"/>
                  </a:lnTo>
                  <a:lnTo>
                    <a:pt x="6134471" y="3122123"/>
                  </a:lnTo>
                  <a:lnTo>
                    <a:pt x="6104560" y="3233854"/>
                  </a:lnTo>
                  <a:lnTo>
                    <a:pt x="6074851" y="3342806"/>
                  </a:lnTo>
                  <a:lnTo>
                    <a:pt x="6045355" y="3448637"/>
                  </a:lnTo>
                  <a:lnTo>
                    <a:pt x="6016073" y="3551052"/>
                  </a:lnTo>
                  <a:lnTo>
                    <a:pt x="5986995" y="3649808"/>
                  </a:lnTo>
                  <a:lnTo>
                    <a:pt x="5958100" y="3744710"/>
                  </a:lnTo>
                  <a:lnTo>
                    <a:pt x="5929354" y="3835619"/>
                  </a:lnTo>
                  <a:lnTo>
                    <a:pt x="5900711" y="3922442"/>
                  </a:lnTo>
                  <a:lnTo>
                    <a:pt x="5872110" y="4005134"/>
                  </a:lnTo>
                  <a:lnTo>
                    <a:pt x="5843473" y="4083697"/>
                  </a:lnTo>
                  <a:lnTo>
                    <a:pt x="5814708" y="4158172"/>
                  </a:lnTo>
                  <a:lnTo>
                    <a:pt x="5785703" y="4228636"/>
                  </a:lnTo>
                  <a:lnTo>
                    <a:pt x="5784835" y="4230672"/>
                  </a:lnTo>
                  <a:lnTo>
                    <a:pt x="5741626" y="4326595"/>
                  </a:lnTo>
                  <a:lnTo>
                    <a:pt x="5697188" y="4414024"/>
                  </a:lnTo>
                  <a:lnTo>
                    <a:pt x="5650989" y="4493279"/>
                  </a:lnTo>
                  <a:lnTo>
                    <a:pt x="5602435" y="4564960"/>
                  </a:lnTo>
                  <a:lnTo>
                    <a:pt x="5550902" y="4629785"/>
                  </a:lnTo>
                  <a:lnTo>
                    <a:pt x="5495781" y="4688485"/>
                  </a:lnTo>
                  <a:lnTo>
                    <a:pt x="5436521" y="4741740"/>
                  </a:lnTo>
                  <a:lnTo>
                    <a:pt x="5372687" y="4790144"/>
                  </a:lnTo>
                  <a:lnTo>
                    <a:pt x="5304034" y="4834182"/>
                  </a:lnTo>
                  <a:lnTo>
                    <a:pt x="5230602" y="4874221"/>
                  </a:lnTo>
                  <a:lnTo>
                    <a:pt x="5152826" y="4910500"/>
                  </a:lnTo>
                  <a:lnTo>
                    <a:pt x="5071644" y="4943143"/>
                  </a:lnTo>
                  <a:lnTo>
                    <a:pt x="4988586" y="4972169"/>
                  </a:lnTo>
                  <a:lnTo>
                    <a:pt x="4905800" y="4997526"/>
                  </a:lnTo>
                  <a:lnTo>
                    <a:pt x="4825962" y="5019132"/>
                  </a:lnTo>
                  <a:lnTo>
                    <a:pt x="4752052" y="5036939"/>
                  </a:lnTo>
                  <a:lnTo>
                    <a:pt x="4686988" y="5050987"/>
                  </a:lnTo>
                  <a:lnTo>
                    <a:pt x="4633172" y="5061461"/>
                  </a:lnTo>
                  <a:lnTo>
                    <a:pt x="4592057" y="5068709"/>
                  </a:lnTo>
                  <a:lnTo>
                    <a:pt x="4563836" y="5073233"/>
                  </a:lnTo>
                  <a:lnTo>
                    <a:pt x="4547336" y="5075645"/>
                  </a:lnTo>
                  <a:lnTo>
                    <a:pt x="4540099" y="5076614"/>
                  </a:lnTo>
                  <a:lnTo>
                    <a:pt x="4538554" y="5076805"/>
                  </a:lnTo>
                  <a:lnTo>
                    <a:pt x="4538543" y="5076806"/>
                  </a:lnTo>
                  <a:lnTo>
                    <a:pt x="4016409" y="5076806"/>
                  </a:lnTo>
                  <a:lnTo>
                    <a:pt x="4015256" y="5076728"/>
                  </a:lnTo>
                  <a:lnTo>
                    <a:pt x="4007702" y="5076172"/>
                  </a:lnTo>
                  <a:lnTo>
                    <a:pt x="3988753" y="5074635"/>
                  </a:lnTo>
                  <a:lnTo>
                    <a:pt x="3955121" y="5071613"/>
                  </a:lnTo>
                  <a:lnTo>
                    <a:pt x="3905494" y="5066653"/>
                  </a:lnTo>
                  <a:lnTo>
                    <a:pt x="3840629" y="5059406"/>
                  </a:lnTo>
                  <a:lnTo>
                    <a:pt x="3763070" y="5049654"/>
                  </a:lnTo>
                  <a:lnTo>
                    <a:pt x="3676530" y="5037316"/>
                  </a:lnTo>
                  <a:lnTo>
                    <a:pt x="3585122" y="5022404"/>
                  </a:lnTo>
                  <a:lnTo>
                    <a:pt x="3492672" y="5004979"/>
                  </a:lnTo>
                  <a:lnTo>
                    <a:pt x="3402261" y="4985083"/>
                  </a:lnTo>
                  <a:lnTo>
                    <a:pt x="3316043" y="4962707"/>
                  </a:lnTo>
                  <a:lnTo>
                    <a:pt x="3235270" y="4937752"/>
                  </a:lnTo>
                  <a:lnTo>
                    <a:pt x="3160443" y="4910019"/>
                  </a:lnTo>
                  <a:lnTo>
                    <a:pt x="3091498" y="4879206"/>
                  </a:lnTo>
                  <a:lnTo>
                    <a:pt x="3027986" y="4844911"/>
                  </a:lnTo>
                  <a:lnTo>
                    <a:pt x="2969221" y="4806651"/>
                  </a:lnTo>
                  <a:lnTo>
                    <a:pt x="2914391" y="4763881"/>
                  </a:lnTo>
                  <a:lnTo>
                    <a:pt x="2862642" y="4716051"/>
                  </a:lnTo>
                  <a:lnTo>
                    <a:pt x="2813145" y="4662687"/>
                  </a:lnTo>
                  <a:lnTo>
                    <a:pt x="2770117" y="4609974"/>
                  </a:lnTo>
                  <a:lnTo>
                    <a:pt x="2732722" y="4559470"/>
                  </a:lnTo>
                  <a:lnTo>
                    <a:pt x="2695677" y="4505261"/>
                  </a:lnTo>
                  <a:lnTo>
                    <a:pt x="2658758" y="4447271"/>
                  </a:lnTo>
                  <a:lnTo>
                    <a:pt x="2621790" y="4385486"/>
                  </a:lnTo>
                  <a:lnTo>
                    <a:pt x="2584641" y="4319956"/>
                  </a:lnTo>
                  <a:lnTo>
                    <a:pt x="2547218" y="4250808"/>
                  </a:lnTo>
                  <a:lnTo>
                    <a:pt x="2509463" y="4178244"/>
                  </a:lnTo>
                  <a:lnTo>
                    <a:pt x="2471353" y="4102544"/>
                  </a:lnTo>
                  <a:lnTo>
                    <a:pt x="2432894" y="4024067"/>
                  </a:lnTo>
                  <a:lnTo>
                    <a:pt x="2394116" y="3943242"/>
                  </a:lnTo>
                  <a:lnTo>
                    <a:pt x="2355074" y="3860566"/>
                  </a:lnTo>
                  <a:lnTo>
                    <a:pt x="2315839" y="3776584"/>
                  </a:lnTo>
                  <a:lnTo>
                    <a:pt x="2276496" y="3691883"/>
                  </a:lnTo>
                  <a:lnTo>
                    <a:pt x="2237136" y="3607070"/>
                  </a:lnTo>
                  <a:lnTo>
                    <a:pt x="2197852" y="3522755"/>
                  </a:lnTo>
                  <a:lnTo>
                    <a:pt x="2158730" y="3439534"/>
                  </a:lnTo>
                  <a:lnTo>
                    <a:pt x="2119848" y="3357969"/>
                  </a:lnTo>
                  <a:lnTo>
                    <a:pt x="2081266" y="3278576"/>
                  </a:lnTo>
                  <a:lnTo>
                    <a:pt x="2043026" y="3201811"/>
                  </a:lnTo>
                  <a:lnTo>
                    <a:pt x="2005142" y="3128059"/>
                  </a:lnTo>
                  <a:lnTo>
                    <a:pt x="1967602" y="3057629"/>
                  </a:lnTo>
                  <a:lnTo>
                    <a:pt x="1930361" y="2990753"/>
                  </a:lnTo>
                  <a:lnTo>
                    <a:pt x="1893340" y="2927584"/>
                  </a:lnTo>
                  <a:lnTo>
                    <a:pt x="1856421" y="2868199"/>
                  </a:lnTo>
                  <a:lnTo>
                    <a:pt x="1819446" y="2812608"/>
                  </a:lnTo>
                  <a:lnTo>
                    <a:pt x="1782208" y="2760757"/>
                  </a:lnTo>
                  <a:lnTo>
                    <a:pt x="1768425" y="2742642"/>
                  </a:lnTo>
                  <a:lnTo>
                    <a:pt x="1720320" y="2684097"/>
                  </a:lnTo>
                  <a:lnTo>
                    <a:pt x="1670625" y="2631327"/>
                  </a:lnTo>
                  <a:lnTo>
                    <a:pt x="1618594" y="2584049"/>
                  </a:lnTo>
                  <a:lnTo>
                    <a:pt x="1563393" y="2541776"/>
                  </a:lnTo>
                  <a:lnTo>
                    <a:pt x="1504170" y="2503953"/>
                  </a:lnTo>
                  <a:lnTo>
                    <a:pt x="1440121" y="2470043"/>
                  </a:lnTo>
                  <a:lnTo>
                    <a:pt x="1370578" y="2439568"/>
                  </a:lnTo>
                  <a:lnTo>
                    <a:pt x="1295126" y="2412137"/>
                  </a:lnTo>
                  <a:lnTo>
                    <a:pt x="1213750" y="2387458"/>
                  </a:lnTo>
                  <a:lnTo>
                    <a:pt x="1127022" y="2365343"/>
                  </a:lnTo>
                  <a:lnTo>
                    <a:pt x="1036282" y="2345705"/>
                  </a:lnTo>
                  <a:lnTo>
                    <a:pt x="943781" y="2328538"/>
                  </a:lnTo>
                  <a:lnTo>
                    <a:pt x="852693" y="2313893"/>
                  </a:lnTo>
                  <a:lnTo>
                    <a:pt x="766898" y="2301825"/>
                  </a:lnTo>
                  <a:lnTo>
                    <a:pt x="690502" y="2292340"/>
                  </a:lnTo>
                  <a:lnTo>
                    <a:pt x="627134" y="2285343"/>
                  </a:lnTo>
                  <a:lnTo>
                    <a:pt x="579174" y="2280604"/>
                  </a:lnTo>
                  <a:lnTo>
                    <a:pt x="547169" y="2277760"/>
                  </a:lnTo>
                  <a:lnTo>
                    <a:pt x="529594" y="2276348"/>
                  </a:lnTo>
                  <a:lnTo>
                    <a:pt x="522967" y="2275865"/>
                  </a:lnTo>
                  <a:lnTo>
                    <a:pt x="522133" y="2275809"/>
                  </a:lnTo>
                  <a:lnTo>
                    <a:pt x="0" y="2275809"/>
                  </a:lnTo>
                  <a:lnTo>
                    <a:pt x="0" y="2275809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59" name="pg59"/>
            <p:cNvSpPr/>
            <p:nvPr/>
          </p:nvSpPr>
          <p:spPr>
            <a:xfrm>
              <a:off x="386606" y="1349313"/>
              <a:ext cx="8554953" cy="4749270"/>
            </a:xfrm>
            <a:custGeom>
              <a:avLst/>
              <a:pathLst>
                <a:path w="8554953" h="4749270">
                  <a:moveTo>
                    <a:pt x="0" y="1942626"/>
                  </a:moveTo>
                  <a:lnTo>
                    <a:pt x="522133" y="1942626"/>
                  </a:lnTo>
                  <a:lnTo>
                    <a:pt x="523285" y="1942704"/>
                  </a:lnTo>
                  <a:lnTo>
                    <a:pt x="530837" y="1943261"/>
                  </a:lnTo>
                  <a:lnTo>
                    <a:pt x="549779" y="1944801"/>
                  </a:lnTo>
                  <a:lnTo>
                    <a:pt x="583401" y="1947828"/>
                  </a:lnTo>
                  <a:lnTo>
                    <a:pt x="633012" y="1952796"/>
                  </a:lnTo>
                  <a:lnTo>
                    <a:pt x="697859" y="1960056"/>
                  </a:lnTo>
                  <a:lnTo>
                    <a:pt x="775400" y="1969824"/>
                  </a:lnTo>
                  <a:lnTo>
                    <a:pt x="861923" y="1982183"/>
                  </a:lnTo>
                  <a:lnTo>
                    <a:pt x="953317" y="1997120"/>
                  </a:lnTo>
                  <a:lnTo>
                    <a:pt x="1045756" y="2014576"/>
                  </a:lnTo>
                  <a:lnTo>
                    <a:pt x="1136160" y="2034505"/>
                  </a:lnTo>
                  <a:lnTo>
                    <a:pt x="1222375" y="2056920"/>
                  </a:lnTo>
                  <a:lnTo>
                    <a:pt x="1303146" y="2081919"/>
                  </a:lnTo>
                  <a:lnTo>
                    <a:pt x="1377974" y="2109699"/>
                  </a:lnTo>
                  <a:lnTo>
                    <a:pt x="1446921" y="2140565"/>
                  </a:lnTo>
                  <a:lnTo>
                    <a:pt x="1510435" y="2174917"/>
                  </a:lnTo>
                  <a:lnTo>
                    <a:pt x="1569202" y="2213241"/>
                  </a:lnTo>
                  <a:lnTo>
                    <a:pt x="1624032" y="2256082"/>
                  </a:lnTo>
                  <a:lnTo>
                    <a:pt x="1675781" y="2303990"/>
                  </a:lnTo>
                  <a:lnTo>
                    <a:pt x="1725277" y="2357440"/>
                  </a:lnTo>
                  <a:lnTo>
                    <a:pt x="1768425" y="2410400"/>
                  </a:lnTo>
                  <a:lnTo>
                    <a:pt x="1805791" y="2460964"/>
                  </a:lnTo>
                  <a:lnTo>
                    <a:pt x="1842808" y="2515236"/>
                  </a:lnTo>
                  <a:lnTo>
                    <a:pt x="1879698" y="2573290"/>
                  </a:lnTo>
                  <a:lnTo>
                    <a:pt x="1916636" y="2635141"/>
                  </a:lnTo>
                  <a:lnTo>
                    <a:pt x="1953756" y="2700738"/>
                  </a:lnTo>
                  <a:lnTo>
                    <a:pt x="1991148" y="2769956"/>
                  </a:lnTo>
                  <a:lnTo>
                    <a:pt x="2028871" y="2842593"/>
                  </a:lnTo>
                  <a:lnTo>
                    <a:pt x="2066949" y="2918369"/>
                  </a:lnTo>
                  <a:lnTo>
                    <a:pt x="2105377" y="2996926"/>
                  </a:lnTo>
                  <a:lnTo>
                    <a:pt x="2144122" y="3077835"/>
                  </a:lnTo>
                  <a:lnTo>
                    <a:pt x="2183132" y="3160600"/>
                  </a:lnTo>
                  <a:lnTo>
                    <a:pt x="2222334" y="3244676"/>
                  </a:lnTo>
                  <a:lnTo>
                    <a:pt x="2261646" y="3329477"/>
                  </a:lnTo>
                  <a:lnTo>
                    <a:pt x="2300975" y="3414397"/>
                  </a:lnTo>
                  <a:lnTo>
                    <a:pt x="2340230" y="3498825"/>
                  </a:lnTo>
                  <a:lnTo>
                    <a:pt x="2379324" y="3582166"/>
                  </a:lnTo>
                  <a:lnTo>
                    <a:pt x="2418179" y="3663856"/>
                  </a:lnTo>
                  <a:lnTo>
                    <a:pt x="2456735" y="3743379"/>
                  </a:lnTo>
                  <a:lnTo>
                    <a:pt x="2494951" y="3820280"/>
                  </a:lnTo>
                  <a:lnTo>
                    <a:pt x="2532810" y="3894172"/>
                  </a:lnTo>
                  <a:lnTo>
                    <a:pt x="2570326" y="3964743"/>
                  </a:lnTo>
                  <a:lnTo>
                    <a:pt x="2607542" y="4031763"/>
                  </a:lnTo>
                  <a:lnTo>
                    <a:pt x="2644537" y="4095077"/>
                  </a:lnTo>
                  <a:lnTo>
                    <a:pt x="2681428" y="4154605"/>
                  </a:lnTo>
                  <a:lnTo>
                    <a:pt x="2718372" y="4210337"/>
                  </a:lnTo>
                  <a:lnTo>
                    <a:pt x="2755573" y="4262326"/>
                  </a:lnTo>
                  <a:lnTo>
                    <a:pt x="2770117" y="4281496"/>
                  </a:lnTo>
                  <a:lnTo>
                    <a:pt x="2818216" y="4340153"/>
                  </a:lnTo>
                  <a:lnTo>
                    <a:pt x="2867905" y="4393023"/>
                  </a:lnTo>
                  <a:lnTo>
                    <a:pt x="2919929" y="4440392"/>
                  </a:lnTo>
                  <a:lnTo>
                    <a:pt x="2975121" y="4482748"/>
                  </a:lnTo>
                  <a:lnTo>
                    <a:pt x="3034334" y="4520645"/>
                  </a:lnTo>
                  <a:lnTo>
                    <a:pt x="3098372" y="4554621"/>
                  </a:lnTo>
                  <a:lnTo>
                    <a:pt x="3167902" y="4585157"/>
                  </a:lnTo>
                  <a:lnTo>
                    <a:pt x="3243339" y="4612642"/>
                  </a:lnTo>
                  <a:lnTo>
                    <a:pt x="3324698" y="4637371"/>
                  </a:lnTo>
                  <a:lnTo>
                    <a:pt x="3411410" y="4659530"/>
                  </a:lnTo>
                  <a:lnTo>
                    <a:pt x="3502135" y="4679209"/>
                  </a:lnTo>
                  <a:lnTo>
                    <a:pt x="3594623" y="4696411"/>
                  </a:lnTo>
                  <a:lnTo>
                    <a:pt x="3685705" y="4711088"/>
                  </a:lnTo>
                  <a:lnTo>
                    <a:pt x="3771503" y="4723184"/>
                  </a:lnTo>
                  <a:lnTo>
                    <a:pt x="3847909" y="4732691"/>
                  </a:lnTo>
                  <a:lnTo>
                    <a:pt x="3911297" y="4739706"/>
                  </a:lnTo>
                  <a:lnTo>
                    <a:pt x="3959284" y="4744458"/>
                  </a:lnTo>
                  <a:lnTo>
                    <a:pt x="3991319" y="4747312"/>
                  </a:lnTo>
                  <a:lnTo>
                    <a:pt x="4008922" y="4748728"/>
                  </a:lnTo>
                  <a:lnTo>
                    <a:pt x="4015569" y="4749214"/>
                  </a:lnTo>
                  <a:lnTo>
                    <a:pt x="4016409" y="4749270"/>
                  </a:lnTo>
                  <a:lnTo>
                    <a:pt x="4538543" y="4749270"/>
                  </a:lnTo>
                  <a:lnTo>
                    <a:pt x="4539413" y="4749172"/>
                  </a:lnTo>
                  <a:lnTo>
                    <a:pt x="4545147" y="4748470"/>
                  </a:lnTo>
                  <a:lnTo>
                    <a:pt x="4559657" y="4746530"/>
                  </a:lnTo>
                  <a:lnTo>
                    <a:pt x="4585727" y="4742709"/>
                  </a:lnTo>
                  <a:lnTo>
                    <a:pt x="4624835" y="4736404"/>
                  </a:lnTo>
                  <a:lnTo>
                    <a:pt x="4677041" y="4727108"/>
                  </a:lnTo>
                  <a:lnTo>
                    <a:pt x="4741057" y="4714461"/>
                  </a:lnTo>
                  <a:lnTo>
                    <a:pt x="4814539" y="4698260"/>
                  </a:lnTo>
                  <a:lnTo>
                    <a:pt x="4894528" y="4678447"/>
                  </a:lnTo>
                  <a:lnTo>
                    <a:pt x="4977935" y="4655060"/>
                  </a:lnTo>
                  <a:lnTo>
                    <a:pt x="5061943" y="4628177"/>
                  </a:lnTo>
                  <a:lnTo>
                    <a:pt x="5144263" y="4597853"/>
                  </a:lnTo>
                  <a:lnTo>
                    <a:pt x="5223246" y="4564080"/>
                  </a:lnTo>
                  <a:lnTo>
                    <a:pt x="5297862" y="4526750"/>
                  </a:lnTo>
                  <a:lnTo>
                    <a:pt x="5367623" y="4485643"/>
                  </a:lnTo>
                  <a:lnTo>
                    <a:pt x="5432456" y="4440417"/>
                  </a:lnTo>
                  <a:lnTo>
                    <a:pt x="5492598" y="4390615"/>
                  </a:lnTo>
                  <a:lnTo>
                    <a:pt x="5548487" y="4335672"/>
                  </a:lnTo>
                  <a:lnTo>
                    <a:pt x="5600687" y="4274938"/>
                  </a:lnTo>
                  <a:lnTo>
                    <a:pt x="5649823" y="4207714"/>
                  </a:lnTo>
                  <a:lnTo>
                    <a:pt x="5696539" y="4133308"/>
                  </a:lnTo>
                  <a:lnTo>
                    <a:pt x="5741451" y="4051141"/>
                  </a:lnTo>
                  <a:lnTo>
                    <a:pt x="5784835" y="3961490"/>
                  </a:lnTo>
                  <a:lnTo>
                    <a:pt x="5814807" y="3893758"/>
                  </a:lnTo>
                  <a:lnTo>
                    <a:pt x="5844524" y="3822040"/>
                  </a:lnTo>
                  <a:lnTo>
                    <a:pt x="5874107" y="3746256"/>
                  </a:lnTo>
                  <a:lnTo>
                    <a:pt x="5903659" y="3666367"/>
                  </a:lnTo>
                  <a:lnTo>
                    <a:pt x="5933263" y="3582375"/>
                  </a:lnTo>
                  <a:lnTo>
                    <a:pt x="5962983" y="3494333"/>
                  </a:lnTo>
                  <a:lnTo>
                    <a:pt x="5992870" y="3402342"/>
                  </a:lnTo>
                  <a:lnTo>
                    <a:pt x="6022958" y="3306556"/>
                  </a:lnTo>
                  <a:lnTo>
                    <a:pt x="6053268" y="3207187"/>
                  </a:lnTo>
                  <a:lnTo>
                    <a:pt x="6083807" y="3104496"/>
                  </a:lnTo>
                  <a:lnTo>
                    <a:pt x="6114570" y="2998801"/>
                  </a:lnTo>
                  <a:lnTo>
                    <a:pt x="6145543" y="2890470"/>
                  </a:lnTo>
                  <a:lnTo>
                    <a:pt x="6176701" y="2779916"/>
                  </a:lnTo>
                  <a:lnTo>
                    <a:pt x="6208011" y="2667592"/>
                  </a:lnTo>
                  <a:lnTo>
                    <a:pt x="6239433" y="2553984"/>
                  </a:lnTo>
                  <a:lnTo>
                    <a:pt x="6270925" y="2439603"/>
                  </a:lnTo>
                  <a:lnTo>
                    <a:pt x="6302439" y="2324974"/>
                  </a:lnTo>
                  <a:lnTo>
                    <a:pt x="6333928" y="2210627"/>
                  </a:lnTo>
                  <a:lnTo>
                    <a:pt x="6365345" y="2097086"/>
                  </a:lnTo>
                  <a:lnTo>
                    <a:pt x="6396646" y="1984861"/>
                  </a:lnTo>
                  <a:lnTo>
                    <a:pt x="6427793" y="1874434"/>
                  </a:lnTo>
                  <a:lnTo>
                    <a:pt x="6458753" y="1766259"/>
                  </a:lnTo>
                  <a:lnTo>
                    <a:pt x="6489503" y="1660745"/>
                  </a:lnTo>
                  <a:lnTo>
                    <a:pt x="6520027" y="1558256"/>
                  </a:lnTo>
                  <a:lnTo>
                    <a:pt x="6550322" y="1459107"/>
                  </a:lnTo>
                  <a:lnTo>
                    <a:pt x="6580396" y="1363557"/>
                  </a:lnTo>
                  <a:lnTo>
                    <a:pt x="6610272" y="1271813"/>
                  </a:lnTo>
                  <a:lnTo>
                    <a:pt x="6639983" y="1184025"/>
                  </a:lnTo>
                  <a:lnTo>
                    <a:pt x="6669581" y="1100293"/>
                  </a:lnTo>
                  <a:lnTo>
                    <a:pt x="6699133" y="1020665"/>
                  </a:lnTo>
                  <a:lnTo>
                    <a:pt x="6728721" y="945141"/>
                  </a:lnTo>
                  <a:lnTo>
                    <a:pt x="6758450" y="873679"/>
                  </a:lnTo>
                  <a:lnTo>
                    <a:pt x="6786527" y="810369"/>
                  </a:lnTo>
                  <a:lnTo>
                    <a:pt x="6830187" y="720180"/>
                  </a:lnTo>
                  <a:lnTo>
                    <a:pt x="6875108" y="638063"/>
                  </a:lnTo>
                  <a:lnTo>
                    <a:pt x="6921837" y="563704"/>
                  </a:lnTo>
                  <a:lnTo>
                    <a:pt x="6970991" y="496522"/>
                  </a:lnTo>
                  <a:lnTo>
                    <a:pt x="7023211" y="435827"/>
                  </a:lnTo>
                  <a:lnTo>
                    <a:pt x="7079125" y="380918"/>
                  </a:lnTo>
                  <a:lnTo>
                    <a:pt x="7139295" y="331146"/>
                  </a:lnTo>
                  <a:lnTo>
                    <a:pt x="7204159" y="285947"/>
                  </a:lnTo>
                  <a:lnTo>
                    <a:pt x="7273950" y="244864"/>
                  </a:lnTo>
                  <a:lnTo>
                    <a:pt x="7348596" y="207557"/>
                  </a:lnTo>
                  <a:lnTo>
                    <a:pt x="7427603" y="173806"/>
                  </a:lnTo>
                  <a:lnTo>
                    <a:pt x="7509940" y="143504"/>
                  </a:lnTo>
                  <a:lnTo>
                    <a:pt x="7593952" y="116642"/>
                  </a:lnTo>
                  <a:lnTo>
                    <a:pt x="7677347" y="93277"/>
                  </a:lnTo>
                  <a:lnTo>
                    <a:pt x="7757305" y="73487"/>
                  </a:lnTo>
                  <a:lnTo>
                    <a:pt x="7830736" y="57308"/>
                  </a:lnTo>
                  <a:lnTo>
                    <a:pt x="7894685" y="44682"/>
                  </a:lnTo>
                  <a:lnTo>
                    <a:pt x="7946812" y="35407"/>
                  </a:lnTo>
                  <a:lnTo>
                    <a:pt x="7985837" y="29118"/>
                  </a:lnTo>
                  <a:lnTo>
                    <a:pt x="8011829" y="25311"/>
                  </a:lnTo>
                  <a:lnTo>
                    <a:pt x="8026274" y="23381"/>
                  </a:lnTo>
                  <a:lnTo>
                    <a:pt x="8031965" y="22685"/>
                  </a:lnTo>
                  <a:lnTo>
                    <a:pt x="8032819" y="22588"/>
                  </a:lnTo>
                  <a:lnTo>
                    <a:pt x="8554953" y="22588"/>
                  </a:lnTo>
                  <a:lnTo>
                    <a:pt x="8554953" y="0"/>
                  </a:lnTo>
                  <a:lnTo>
                    <a:pt x="8032819" y="0"/>
                  </a:lnTo>
                  <a:lnTo>
                    <a:pt x="8031949" y="98"/>
                  </a:lnTo>
                  <a:lnTo>
                    <a:pt x="8026214" y="800"/>
                  </a:lnTo>
                  <a:lnTo>
                    <a:pt x="8011705" y="2739"/>
                  </a:lnTo>
                  <a:lnTo>
                    <a:pt x="7985635" y="6560"/>
                  </a:lnTo>
                  <a:lnTo>
                    <a:pt x="7946527" y="12866"/>
                  </a:lnTo>
                  <a:lnTo>
                    <a:pt x="7894321" y="22162"/>
                  </a:lnTo>
                  <a:lnTo>
                    <a:pt x="7830305" y="34809"/>
                  </a:lnTo>
                  <a:lnTo>
                    <a:pt x="7756823" y="51010"/>
                  </a:lnTo>
                  <a:lnTo>
                    <a:pt x="7676834" y="70823"/>
                  </a:lnTo>
                  <a:lnTo>
                    <a:pt x="7593427" y="94210"/>
                  </a:lnTo>
                  <a:lnTo>
                    <a:pt x="7509419" y="121093"/>
                  </a:lnTo>
                  <a:lnTo>
                    <a:pt x="7427099" y="151417"/>
                  </a:lnTo>
                  <a:lnTo>
                    <a:pt x="7348116" y="185190"/>
                  </a:lnTo>
                  <a:lnTo>
                    <a:pt x="7273500" y="222520"/>
                  </a:lnTo>
                  <a:lnTo>
                    <a:pt x="7203739" y="263627"/>
                  </a:lnTo>
                  <a:lnTo>
                    <a:pt x="7138906" y="308853"/>
                  </a:lnTo>
                  <a:lnTo>
                    <a:pt x="7078764" y="358655"/>
                  </a:lnTo>
                  <a:lnTo>
                    <a:pt x="7022875" y="413598"/>
                  </a:lnTo>
                  <a:lnTo>
                    <a:pt x="6970675" y="474331"/>
                  </a:lnTo>
                  <a:lnTo>
                    <a:pt x="6921539" y="541556"/>
                  </a:lnTo>
                  <a:lnTo>
                    <a:pt x="6874823" y="615962"/>
                  </a:lnTo>
                  <a:lnTo>
                    <a:pt x="6829911" y="698129"/>
                  </a:lnTo>
                  <a:lnTo>
                    <a:pt x="6786527" y="787780"/>
                  </a:lnTo>
                  <a:lnTo>
                    <a:pt x="6756555" y="855512"/>
                  </a:lnTo>
                  <a:lnTo>
                    <a:pt x="6726838" y="927230"/>
                  </a:lnTo>
                  <a:lnTo>
                    <a:pt x="6697255" y="1003014"/>
                  </a:lnTo>
                  <a:lnTo>
                    <a:pt x="6667703" y="1082903"/>
                  </a:lnTo>
                  <a:lnTo>
                    <a:pt x="6638099" y="1166895"/>
                  </a:lnTo>
                  <a:lnTo>
                    <a:pt x="6608379" y="1254937"/>
                  </a:lnTo>
                  <a:lnTo>
                    <a:pt x="6578492" y="1346928"/>
                  </a:lnTo>
                  <a:lnTo>
                    <a:pt x="6548404" y="1442713"/>
                  </a:lnTo>
                  <a:lnTo>
                    <a:pt x="6518094" y="1542083"/>
                  </a:lnTo>
                  <a:lnTo>
                    <a:pt x="6487555" y="1644774"/>
                  </a:lnTo>
                  <a:lnTo>
                    <a:pt x="6456792" y="1750469"/>
                  </a:lnTo>
                  <a:lnTo>
                    <a:pt x="6425819" y="1858800"/>
                  </a:lnTo>
                  <a:lnTo>
                    <a:pt x="6394661" y="1969354"/>
                  </a:lnTo>
                  <a:lnTo>
                    <a:pt x="6363351" y="2081678"/>
                  </a:lnTo>
                  <a:lnTo>
                    <a:pt x="6331929" y="2195286"/>
                  </a:lnTo>
                  <a:lnTo>
                    <a:pt x="6300437" y="2309667"/>
                  </a:lnTo>
                  <a:lnTo>
                    <a:pt x="6268923" y="2424295"/>
                  </a:lnTo>
                  <a:lnTo>
                    <a:pt x="6237434" y="2538643"/>
                  </a:lnTo>
                  <a:lnTo>
                    <a:pt x="6206017" y="2652184"/>
                  </a:lnTo>
                  <a:lnTo>
                    <a:pt x="6174716" y="2764409"/>
                  </a:lnTo>
                  <a:lnTo>
                    <a:pt x="6143569" y="2874835"/>
                  </a:lnTo>
                  <a:lnTo>
                    <a:pt x="6112609" y="2983011"/>
                  </a:lnTo>
                  <a:lnTo>
                    <a:pt x="6081859" y="3088525"/>
                  </a:lnTo>
                  <a:lnTo>
                    <a:pt x="6051335" y="3191014"/>
                  </a:lnTo>
                  <a:lnTo>
                    <a:pt x="6021040" y="3290163"/>
                  </a:lnTo>
                  <a:lnTo>
                    <a:pt x="5990965" y="3385713"/>
                  </a:lnTo>
                  <a:lnTo>
                    <a:pt x="5961090" y="3477457"/>
                  </a:lnTo>
                  <a:lnTo>
                    <a:pt x="5931379" y="3565245"/>
                  </a:lnTo>
                  <a:lnTo>
                    <a:pt x="5901781" y="3648976"/>
                  </a:lnTo>
                  <a:lnTo>
                    <a:pt x="5872229" y="3728605"/>
                  </a:lnTo>
                  <a:lnTo>
                    <a:pt x="5842641" y="3804128"/>
                  </a:lnTo>
                  <a:lnTo>
                    <a:pt x="5812912" y="3875590"/>
                  </a:lnTo>
                  <a:lnTo>
                    <a:pt x="5784835" y="3938901"/>
                  </a:lnTo>
                  <a:lnTo>
                    <a:pt x="5741175" y="4029090"/>
                  </a:lnTo>
                  <a:lnTo>
                    <a:pt x="5696254" y="4111207"/>
                  </a:lnTo>
                  <a:lnTo>
                    <a:pt x="5649525" y="4185566"/>
                  </a:lnTo>
                  <a:lnTo>
                    <a:pt x="5600371" y="4252748"/>
                  </a:lnTo>
                  <a:lnTo>
                    <a:pt x="5548151" y="4313443"/>
                  </a:lnTo>
                  <a:lnTo>
                    <a:pt x="5492237" y="4368352"/>
                  </a:lnTo>
                  <a:lnTo>
                    <a:pt x="5432067" y="4418124"/>
                  </a:lnTo>
                  <a:lnTo>
                    <a:pt x="5367203" y="4463323"/>
                  </a:lnTo>
                  <a:lnTo>
                    <a:pt x="5297411" y="4504405"/>
                  </a:lnTo>
                  <a:lnTo>
                    <a:pt x="5222765" y="4541712"/>
                  </a:lnTo>
                  <a:lnTo>
                    <a:pt x="5143759" y="4575464"/>
                  </a:lnTo>
                  <a:lnTo>
                    <a:pt x="5061422" y="4605766"/>
                  </a:lnTo>
                  <a:lnTo>
                    <a:pt x="4977410" y="4632628"/>
                  </a:lnTo>
                  <a:lnTo>
                    <a:pt x="4894015" y="4655993"/>
                  </a:lnTo>
                  <a:lnTo>
                    <a:pt x="4814057" y="4675783"/>
                  </a:lnTo>
                  <a:lnTo>
                    <a:pt x="4740626" y="4691962"/>
                  </a:lnTo>
                  <a:lnTo>
                    <a:pt x="4676677" y="4704588"/>
                  </a:lnTo>
                  <a:lnTo>
                    <a:pt x="4624550" y="4713863"/>
                  </a:lnTo>
                  <a:lnTo>
                    <a:pt x="4585524" y="4720152"/>
                  </a:lnTo>
                  <a:lnTo>
                    <a:pt x="4559533" y="4723959"/>
                  </a:lnTo>
                  <a:lnTo>
                    <a:pt x="4545088" y="4725889"/>
                  </a:lnTo>
                  <a:lnTo>
                    <a:pt x="4539397" y="4726585"/>
                  </a:lnTo>
                  <a:lnTo>
                    <a:pt x="4538543" y="4726682"/>
                  </a:lnTo>
                  <a:lnTo>
                    <a:pt x="4016409" y="4726682"/>
                  </a:lnTo>
                  <a:lnTo>
                    <a:pt x="4015257" y="4726604"/>
                  </a:lnTo>
                  <a:lnTo>
                    <a:pt x="4007705" y="4726047"/>
                  </a:lnTo>
                  <a:lnTo>
                    <a:pt x="3988763" y="4724507"/>
                  </a:lnTo>
                  <a:lnTo>
                    <a:pt x="3955142" y="4721480"/>
                  </a:lnTo>
                  <a:lnTo>
                    <a:pt x="3905530" y="4716512"/>
                  </a:lnTo>
                  <a:lnTo>
                    <a:pt x="3840683" y="4709252"/>
                  </a:lnTo>
                  <a:lnTo>
                    <a:pt x="3763142" y="4699484"/>
                  </a:lnTo>
                  <a:lnTo>
                    <a:pt x="3676619" y="4687125"/>
                  </a:lnTo>
                  <a:lnTo>
                    <a:pt x="3585226" y="4672188"/>
                  </a:lnTo>
                  <a:lnTo>
                    <a:pt x="3492786" y="4654732"/>
                  </a:lnTo>
                  <a:lnTo>
                    <a:pt x="3402382" y="4634803"/>
                  </a:lnTo>
                  <a:lnTo>
                    <a:pt x="3316168" y="4612388"/>
                  </a:lnTo>
                  <a:lnTo>
                    <a:pt x="3235396" y="4587389"/>
                  </a:lnTo>
                  <a:lnTo>
                    <a:pt x="3160568" y="4559609"/>
                  </a:lnTo>
                  <a:lnTo>
                    <a:pt x="3091621" y="4528743"/>
                  </a:lnTo>
                  <a:lnTo>
                    <a:pt x="3028107" y="4494391"/>
                  </a:lnTo>
                  <a:lnTo>
                    <a:pt x="2969341" y="4456067"/>
                  </a:lnTo>
                  <a:lnTo>
                    <a:pt x="2914510" y="4413226"/>
                  </a:lnTo>
                  <a:lnTo>
                    <a:pt x="2862761" y="4365318"/>
                  </a:lnTo>
                  <a:lnTo>
                    <a:pt x="2813265" y="4311868"/>
                  </a:lnTo>
                  <a:lnTo>
                    <a:pt x="2770117" y="4258908"/>
                  </a:lnTo>
                  <a:lnTo>
                    <a:pt x="2732751" y="4208344"/>
                  </a:lnTo>
                  <a:lnTo>
                    <a:pt x="2695735" y="4154072"/>
                  </a:lnTo>
                  <a:lnTo>
                    <a:pt x="2658845" y="4096018"/>
                  </a:lnTo>
                  <a:lnTo>
                    <a:pt x="2621906" y="4034167"/>
                  </a:lnTo>
                  <a:lnTo>
                    <a:pt x="2584787" y="3968570"/>
                  </a:lnTo>
                  <a:lnTo>
                    <a:pt x="2547394" y="3899352"/>
                  </a:lnTo>
                  <a:lnTo>
                    <a:pt x="2509671" y="3826715"/>
                  </a:lnTo>
                  <a:lnTo>
                    <a:pt x="2471593" y="3750939"/>
                  </a:lnTo>
                  <a:lnTo>
                    <a:pt x="2433166" y="3672382"/>
                  </a:lnTo>
                  <a:lnTo>
                    <a:pt x="2394420" y="3591473"/>
                  </a:lnTo>
                  <a:lnTo>
                    <a:pt x="2355410" y="3508708"/>
                  </a:lnTo>
                  <a:lnTo>
                    <a:pt x="2316208" y="3424632"/>
                  </a:lnTo>
                  <a:lnTo>
                    <a:pt x="2276896" y="3339831"/>
                  </a:lnTo>
                  <a:lnTo>
                    <a:pt x="2237567" y="3254911"/>
                  </a:lnTo>
                  <a:lnTo>
                    <a:pt x="2198312" y="3170483"/>
                  </a:lnTo>
                  <a:lnTo>
                    <a:pt x="2159218" y="3087142"/>
                  </a:lnTo>
                  <a:lnTo>
                    <a:pt x="2120363" y="3005452"/>
                  </a:lnTo>
                  <a:lnTo>
                    <a:pt x="2081807" y="2925929"/>
                  </a:lnTo>
                  <a:lnTo>
                    <a:pt x="2043591" y="2849028"/>
                  </a:lnTo>
                  <a:lnTo>
                    <a:pt x="2005732" y="2775136"/>
                  </a:lnTo>
                  <a:lnTo>
                    <a:pt x="1968216" y="2704565"/>
                  </a:lnTo>
                  <a:lnTo>
                    <a:pt x="1931000" y="2637545"/>
                  </a:lnTo>
                  <a:lnTo>
                    <a:pt x="1894005" y="2574231"/>
                  </a:lnTo>
                  <a:lnTo>
                    <a:pt x="1857114" y="2514703"/>
                  </a:lnTo>
                  <a:lnTo>
                    <a:pt x="1820170" y="2458971"/>
                  </a:lnTo>
                  <a:lnTo>
                    <a:pt x="1782970" y="2406982"/>
                  </a:lnTo>
                  <a:lnTo>
                    <a:pt x="1768425" y="2387812"/>
                  </a:lnTo>
                  <a:lnTo>
                    <a:pt x="1720326" y="2329155"/>
                  </a:lnTo>
                  <a:lnTo>
                    <a:pt x="1670637" y="2276285"/>
                  </a:lnTo>
                  <a:lnTo>
                    <a:pt x="1618614" y="2228916"/>
                  </a:lnTo>
                  <a:lnTo>
                    <a:pt x="1563422" y="2186560"/>
                  </a:lnTo>
                  <a:lnTo>
                    <a:pt x="1504208" y="2148663"/>
                  </a:lnTo>
                  <a:lnTo>
                    <a:pt x="1440170" y="2114687"/>
                  </a:lnTo>
                  <a:lnTo>
                    <a:pt x="1370641" y="2084152"/>
                  </a:lnTo>
                  <a:lnTo>
                    <a:pt x="1295204" y="2056666"/>
                  </a:lnTo>
                  <a:lnTo>
                    <a:pt x="1213845" y="2031938"/>
                  </a:lnTo>
                  <a:lnTo>
                    <a:pt x="1127133" y="2009778"/>
                  </a:lnTo>
                  <a:lnTo>
                    <a:pt x="1036407" y="1990099"/>
                  </a:lnTo>
                  <a:lnTo>
                    <a:pt x="943919" y="1972897"/>
                  </a:lnTo>
                  <a:lnTo>
                    <a:pt x="852837" y="1958220"/>
                  </a:lnTo>
                  <a:lnTo>
                    <a:pt x="767040" y="1946124"/>
                  </a:lnTo>
                  <a:lnTo>
                    <a:pt x="690633" y="1936617"/>
                  </a:lnTo>
                  <a:lnTo>
                    <a:pt x="627245" y="1929602"/>
                  </a:lnTo>
                  <a:lnTo>
                    <a:pt x="579258" y="1924850"/>
                  </a:lnTo>
                  <a:lnTo>
                    <a:pt x="547224" y="1921996"/>
                  </a:lnTo>
                  <a:lnTo>
                    <a:pt x="529621" y="1920580"/>
                  </a:lnTo>
                  <a:lnTo>
                    <a:pt x="522973" y="1920094"/>
                  </a:lnTo>
                  <a:lnTo>
                    <a:pt x="522133" y="1920038"/>
                  </a:lnTo>
                  <a:lnTo>
                    <a:pt x="0" y="1920038"/>
                  </a:lnTo>
                  <a:close/>
                </a:path>
              </a:pathLst>
            </a:custGeom>
            <a:solidFill>
              <a:srgbClr val="8FA8D6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60" name="pl60"/>
            <p:cNvSpPr/>
            <p:nvPr/>
          </p:nvSpPr>
          <p:spPr>
            <a:xfrm>
              <a:off x="386606" y="1371901"/>
              <a:ext cx="8554953" cy="4726682"/>
            </a:xfrm>
            <a:custGeom>
              <a:avLst/>
              <a:pathLst>
                <a:path w="8554953" h="4726682">
                  <a:moveTo>
                    <a:pt x="0" y="1920038"/>
                  </a:moveTo>
                  <a:lnTo>
                    <a:pt x="522133" y="1920038"/>
                  </a:lnTo>
                  <a:lnTo>
                    <a:pt x="523285" y="1920116"/>
                  </a:lnTo>
                  <a:lnTo>
                    <a:pt x="530837" y="1920673"/>
                  </a:lnTo>
                  <a:lnTo>
                    <a:pt x="549779" y="1922213"/>
                  </a:lnTo>
                  <a:lnTo>
                    <a:pt x="583401" y="1925239"/>
                  </a:lnTo>
                  <a:lnTo>
                    <a:pt x="633012" y="1930207"/>
                  </a:lnTo>
                  <a:lnTo>
                    <a:pt x="697859" y="1937467"/>
                  </a:lnTo>
                  <a:lnTo>
                    <a:pt x="775400" y="1947235"/>
                  </a:lnTo>
                  <a:lnTo>
                    <a:pt x="861923" y="1959594"/>
                  </a:lnTo>
                  <a:lnTo>
                    <a:pt x="953317" y="1974531"/>
                  </a:lnTo>
                  <a:lnTo>
                    <a:pt x="1045756" y="1991987"/>
                  </a:lnTo>
                  <a:lnTo>
                    <a:pt x="1136160" y="2011917"/>
                  </a:lnTo>
                  <a:lnTo>
                    <a:pt x="1222375" y="2034332"/>
                  </a:lnTo>
                  <a:lnTo>
                    <a:pt x="1303146" y="2059330"/>
                  </a:lnTo>
                  <a:lnTo>
                    <a:pt x="1377974" y="2087111"/>
                  </a:lnTo>
                  <a:lnTo>
                    <a:pt x="1446921" y="2117976"/>
                  </a:lnTo>
                  <a:lnTo>
                    <a:pt x="1510435" y="2152328"/>
                  </a:lnTo>
                  <a:lnTo>
                    <a:pt x="1569202" y="2190653"/>
                  </a:lnTo>
                  <a:lnTo>
                    <a:pt x="1624032" y="2233493"/>
                  </a:lnTo>
                  <a:lnTo>
                    <a:pt x="1675781" y="2281401"/>
                  </a:lnTo>
                  <a:lnTo>
                    <a:pt x="1725277" y="2334852"/>
                  </a:lnTo>
                  <a:lnTo>
                    <a:pt x="1768425" y="2387812"/>
                  </a:lnTo>
                  <a:lnTo>
                    <a:pt x="1805791" y="2438376"/>
                  </a:lnTo>
                  <a:lnTo>
                    <a:pt x="1842808" y="2492647"/>
                  </a:lnTo>
                  <a:lnTo>
                    <a:pt x="1879698" y="2550701"/>
                  </a:lnTo>
                  <a:lnTo>
                    <a:pt x="1916636" y="2612552"/>
                  </a:lnTo>
                  <a:lnTo>
                    <a:pt x="1953756" y="2678150"/>
                  </a:lnTo>
                  <a:lnTo>
                    <a:pt x="1991148" y="2747368"/>
                  </a:lnTo>
                  <a:lnTo>
                    <a:pt x="2028871" y="2820005"/>
                  </a:lnTo>
                  <a:lnTo>
                    <a:pt x="2066949" y="2895780"/>
                  </a:lnTo>
                  <a:lnTo>
                    <a:pt x="2105377" y="2974337"/>
                  </a:lnTo>
                  <a:lnTo>
                    <a:pt x="2144122" y="3055246"/>
                  </a:lnTo>
                  <a:lnTo>
                    <a:pt x="2183132" y="3138011"/>
                  </a:lnTo>
                  <a:lnTo>
                    <a:pt x="2222334" y="3222087"/>
                  </a:lnTo>
                  <a:lnTo>
                    <a:pt x="2261646" y="3306888"/>
                  </a:lnTo>
                  <a:lnTo>
                    <a:pt x="2300975" y="3391808"/>
                  </a:lnTo>
                  <a:lnTo>
                    <a:pt x="2340230" y="3476236"/>
                  </a:lnTo>
                  <a:lnTo>
                    <a:pt x="2379324" y="3559577"/>
                  </a:lnTo>
                  <a:lnTo>
                    <a:pt x="2418179" y="3641267"/>
                  </a:lnTo>
                  <a:lnTo>
                    <a:pt x="2456735" y="3720791"/>
                  </a:lnTo>
                  <a:lnTo>
                    <a:pt x="2494951" y="3797691"/>
                  </a:lnTo>
                  <a:lnTo>
                    <a:pt x="2532810" y="3871583"/>
                  </a:lnTo>
                  <a:lnTo>
                    <a:pt x="2570326" y="3942155"/>
                  </a:lnTo>
                  <a:lnTo>
                    <a:pt x="2607542" y="4009175"/>
                  </a:lnTo>
                  <a:lnTo>
                    <a:pt x="2644537" y="4072488"/>
                  </a:lnTo>
                  <a:lnTo>
                    <a:pt x="2681428" y="4132016"/>
                  </a:lnTo>
                  <a:lnTo>
                    <a:pt x="2718372" y="4187748"/>
                  </a:lnTo>
                  <a:lnTo>
                    <a:pt x="2755573" y="4239737"/>
                  </a:lnTo>
                  <a:lnTo>
                    <a:pt x="2770117" y="4258908"/>
                  </a:lnTo>
                  <a:lnTo>
                    <a:pt x="2818216" y="4317564"/>
                  </a:lnTo>
                  <a:lnTo>
                    <a:pt x="2867905" y="4370435"/>
                  </a:lnTo>
                  <a:lnTo>
                    <a:pt x="2919929" y="4417804"/>
                  </a:lnTo>
                  <a:lnTo>
                    <a:pt x="2975121" y="4460159"/>
                  </a:lnTo>
                  <a:lnTo>
                    <a:pt x="3034334" y="4498056"/>
                  </a:lnTo>
                  <a:lnTo>
                    <a:pt x="3098372" y="4532033"/>
                  </a:lnTo>
                  <a:lnTo>
                    <a:pt x="3167902" y="4562568"/>
                  </a:lnTo>
                  <a:lnTo>
                    <a:pt x="3243339" y="4590053"/>
                  </a:lnTo>
                  <a:lnTo>
                    <a:pt x="3324698" y="4614782"/>
                  </a:lnTo>
                  <a:lnTo>
                    <a:pt x="3411410" y="4636941"/>
                  </a:lnTo>
                  <a:lnTo>
                    <a:pt x="3502135" y="4656620"/>
                  </a:lnTo>
                  <a:lnTo>
                    <a:pt x="3594623" y="4673823"/>
                  </a:lnTo>
                  <a:lnTo>
                    <a:pt x="3685705" y="4688500"/>
                  </a:lnTo>
                  <a:lnTo>
                    <a:pt x="3771503" y="4700595"/>
                  </a:lnTo>
                  <a:lnTo>
                    <a:pt x="3847909" y="4710102"/>
                  </a:lnTo>
                  <a:lnTo>
                    <a:pt x="3911297" y="4717117"/>
                  </a:lnTo>
                  <a:lnTo>
                    <a:pt x="3959284" y="4721869"/>
                  </a:lnTo>
                  <a:lnTo>
                    <a:pt x="3991319" y="4724723"/>
                  </a:lnTo>
                  <a:lnTo>
                    <a:pt x="4008922" y="4726140"/>
                  </a:lnTo>
                  <a:lnTo>
                    <a:pt x="4015569" y="4726625"/>
                  </a:lnTo>
                  <a:lnTo>
                    <a:pt x="4016409" y="4726682"/>
                  </a:lnTo>
                  <a:lnTo>
                    <a:pt x="4538543" y="4726682"/>
                  </a:lnTo>
                  <a:lnTo>
                    <a:pt x="4539413" y="4726583"/>
                  </a:lnTo>
                  <a:lnTo>
                    <a:pt x="4545147" y="4725881"/>
                  </a:lnTo>
                  <a:lnTo>
                    <a:pt x="4559657" y="4723942"/>
                  </a:lnTo>
                  <a:lnTo>
                    <a:pt x="4585727" y="4720121"/>
                  </a:lnTo>
                  <a:lnTo>
                    <a:pt x="4624835" y="4713815"/>
                  </a:lnTo>
                  <a:lnTo>
                    <a:pt x="4677041" y="4704520"/>
                  </a:lnTo>
                  <a:lnTo>
                    <a:pt x="4741057" y="4691872"/>
                  </a:lnTo>
                  <a:lnTo>
                    <a:pt x="4814539" y="4675671"/>
                  </a:lnTo>
                  <a:lnTo>
                    <a:pt x="4894528" y="4655858"/>
                  </a:lnTo>
                  <a:lnTo>
                    <a:pt x="4977935" y="4632471"/>
                  </a:lnTo>
                  <a:lnTo>
                    <a:pt x="5061943" y="4605588"/>
                  </a:lnTo>
                  <a:lnTo>
                    <a:pt x="5144263" y="4575264"/>
                  </a:lnTo>
                  <a:lnTo>
                    <a:pt x="5223246" y="4541491"/>
                  </a:lnTo>
                  <a:lnTo>
                    <a:pt x="5297862" y="4504161"/>
                  </a:lnTo>
                  <a:lnTo>
                    <a:pt x="5367623" y="4463054"/>
                  </a:lnTo>
                  <a:lnTo>
                    <a:pt x="5432456" y="4417828"/>
                  </a:lnTo>
                  <a:lnTo>
                    <a:pt x="5492598" y="4368026"/>
                  </a:lnTo>
                  <a:lnTo>
                    <a:pt x="5548487" y="4313083"/>
                  </a:lnTo>
                  <a:lnTo>
                    <a:pt x="5600687" y="4252350"/>
                  </a:lnTo>
                  <a:lnTo>
                    <a:pt x="5649823" y="4185125"/>
                  </a:lnTo>
                  <a:lnTo>
                    <a:pt x="5696539" y="4110719"/>
                  </a:lnTo>
                  <a:lnTo>
                    <a:pt x="5741451" y="4028552"/>
                  </a:lnTo>
                  <a:lnTo>
                    <a:pt x="5784835" y="3938901"/>
                  </a:lnTo>
                  <a:lnTo>
                    <a:pt x="5814807" y="3871169"/>
                  </a:lnTo>
                  <a:lnTo>
                    <a:pt x="5844524" y="3799451"/>
                  </a:lnTo>
                  <a:lnTo>
                    <a:pt x="5874107" y="3723667"/>
                  </a:lnTo>
                  <a:lnTo>
                    <a:pt x="5903659" y="3643778"/>
                  </a:lnTo>
                  <a:lnTo>
                    <a:pt x="5933263" y="3559786"/>
                  </a:lnTo>
                  <a:lnTo>
                    <a:pt x="5962983" y="3471744"/>
                  </a:lnTo>
                  <a:lnTo>
                    <a:pt x="5992870" y="3379753"/>
                  </a:lnTo>
                  <a:lnTo>
                    <a:pt x="6022958" y="3283968"/>
                  </a:lnTo>
                  <a:lnTo>
                    <a:pt x="6053268" y="3184598"/>
                  </a:lnTo>
                  <a:lnTo>
                    <a:pt x="6083807" y="3081907"/>
                  </a:lnTo>
                  <a:lnTo>
                    <a:pt x="6114570" y="2976212"/>
                  </a:lnTo>
                  <a:lnTo>
                    <a:pt x="6145543" y="2867881"/>
                  </a:lnTo>
                  <a:lnTo>
                    <a:pt x="6176701" y="2757327"/>
                  </a:lnTo>
                  <a:lnTo>
                    <a:pt x="6208011" y="2645003"/>
                  </a:lnTo>
                  <a:lnTo>
                    <a:pt x="6239433" y="2531395"/>
                  </a:lnTo>
                  <a:lnTo>
                    <a:pt x="6270925" y="2417015"/>
                  </a:lnTo>
                  <a:lnTo>
                    <a:pt x="6302439" y="2302386"/>
                  </a:lnTo>
                  <a:lnTo>
                    <a:pt x="6333928" y="2188039"/>
                  </a:lnTo>
                  <a:lnTo>
                    <a:pt x="6365345" y="2074498"/>
                  </a:lnTo>
                  <a:lnTo>
                    <a:pt x="6396646" y="1962272"/>
                  </a:lnTo>
                  <a:lnTo>
                    <a:pt x="6427793" y="1851846"/>
                  </a:lnTo>
                  <a:lnTo>
                    <a:pt x="6458753" y="1743670"/>
                  </a:lnTo>
                  <a:lnTo>
                    <a:pt x="6489503" y="1638156"/>
                  </a:lnTo>
                  <a:lnTo>
                    <a:pt x="6520027" y="1535667"/>
                  </a:lnTo>
                  <a:lnTo>
                    <a:pt x="6550322" y="1436518"/>
                  </a:lnTo>
                  <a:lnTo>
                    <a:pt x="6580396" y="1340968"/>
                  </a:lnTo>
                  <a:lnTo>
                    <a:pt x="6610272" y="1249224"/>
                  </a:lnTo>
                  <a:lnTo>
                    <a:pt x="6639983" y="1161437"/>
                  </a:lnTo>
                  <a:lnTo>
                    <a:pt x="6669581" y="1077705"/>
                  </a:lnTo>
                  <a:lnTo>
                    <a:pt x="6699133" y="998077"/>
                  </a:lnTo>
                  <a:lnTo>
                    <a:pt x="6728721" y="922553"/>
                  </a:lnTo>
                  <a:lnTo>
                    <a:pt x="6758450" y="851091"/>
                  </a:lnTo>
                  <a:lnTo>
                    <a:pt x="6786527" y="787780"/>
                  </a:lnTo>
                  <a:lnTo>
                    <a:pt x="6830187" y="697592"/>
                  </a:lnTo>
                  <a:lnTo>
                    <a:pt x="6875108" y="615474"/>
                  </a:lnTo>
                  <a:lnTo>
                    <a:pt x="6921837" y="541115"/>
                  </a:lnTo>
                  <a:lnTo>
                    <a:pt x="6970991" y="473933"/>
                  </a:lnTo>
                  <a:lnTo>
                    <a:pt x="7023211" y="413238"/>
                  </a:lnTo>
                  <a:lnTo>
                    <a:pt x="7079125" y="358329"/>
                  </a:lnTo>
                  <a:lnTo>
                    <a:pt x="7139295" y="308557"/>
                  </a:lnTo>
                  <a:lnTo>
                    <a:pt x="7204159" y="263358"/>
                  </a:lnTo>
                  <a:lnTo>
                    <a:pt x="7273950" y="222276"/>
                  </a:lnTo>
                  <a:lnTo>
                    <a:pt x="7348596" y="184969"/>
                  </a:lnTo>
                  <a:lnTo>
                    <a:pt x="7427603" y="151217"/>
                  </a:lnTo>
                  <a:lnTo>
                    <a:pt x="7509940" y="120915"/>
                  </a:lnTo>
                  <a:lnTo>
                    <a:pt x="7593952" y="94053"/>
                  </a:lnTo>
                  <a:lnTo>
                    <a:pt x="7677347" y="70688"/>
                  </a:lnTo>
                  <a:lnTo>
                    <a:pt x="7757305" y="50898"/>
                  </a:lnTo>
                  <a:lnTo>
                    <a:pt x="7830736" y="34719"/>
                  </a:lnTo>
                  <a:lnTo>
                    <a:pt x="7894685" y="22094"/>
                  </a:lnTo>
                  <a:lnTo>
                    <a:pt x="7946812" y="12818"/>
                  </a:lnTo>
                  <a:lnTo>
                    <a:pt x="7985837" y="6529"/>
                  </a:lnTo>
                  <a:lnTo>
                    <a:pt x="8011829" y="2722"/>
                  </a:lnTo>
                  <a:lnTo>
                    <a:pt x="8026274" y="792"/>
                  </a:lnTo>
                  <a:lnTo>
                    <a:pt x="8031965" y="96"/>
                  </a:lnTo>
                  <a:lnTo>
                    <a:pt x="8032819" y="0"/>
                  </a:lnTo>
                  <a:lnTo>
                    <a:pt x="8554953" y="0"/>
                  </a:lnTo>
                  <a:lnTo>
                    <a:pt x="8554953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61" name="pl61"/>
            <p:cNvSpPr/>
            <p:nvPr/>
          </p:nvSpPr>
          <p:spPr>
            <a:xfrm>
              <a:off x="386606" y="1349313"/>
              <a:ext cx="8554953" cy="4726682"/>
            </a:xfrm>
            <a:custGeom>
              <a:avLst/>
              <a:pathLst>
                <a:path w="8554953" h="4726682">
                  <a:moveTo>
                    <a:pt x="8554953" y="0"/>
                  </a:moveTo>
                  <a:lnTo>
                    <a:pt x="8032819" y="0"/>
                  </a:lnTo>
                  <a:lnTo>
                    <a:pt x="8031949" y="98"/>
                  </a:lnTo>
                  <a:lnTo>
                    <a:pt x="8026214" y="800"/>
                  </a:lnTo>
                  <a:lnTo>
                    <a:pt x="8011705" y="2739"/>
                  </a:lnTo>
                  <a:lnTo>
                    <a:pt x="7985635" y="6560"/>
                  </a:lnTo>
                  <a:lnTo>
                    <a:pt x="7946527" y="12866"/>
                  </a:lnTo>
                  <a:lnTo>
                    <a:pt x="7894321" y="22162"/>
                  </a:lnTo>
                  <a:lnTo>
                    <a:pt x="7830305" y="34809"/>
                  </a:lnTo>
                  <a:lnTo>
                    <a:pt x="7756823" y="51010"/>
                  </a:lnTo>
                  <a:lnTo>
                    <a:pt x="7676834" y="70823"/>
                  </a:lnTo>
                  <a:lnTo>
                    <a:pt x="7593427" y="94210"/>
                  </a:lnTo>
                  <a:lnTo>
                    <a:pt x="7509419" y="121093"/>
                  </a:lnTo>
                  <a:lnTo>
                    <a:pt x="7427099" y="151417"/>
                  </a:lnTo>
                  <a:lnTo>
                    <a:pt x="7348116" y="185190"/>
                  </a:lnTo>
                  <a:lnTo>
                    <a:pt x="7273500" y="222520"/>
                  </a:lnTo>
                  <a:lnTo>
                    <a:pt x="7203739" y="263627"/>
                  </a:lnTo>
                  <a:lnTo>
                    <a:pt x="7138906" y="308853"/>
                  </a:lnTo>
                  <a:lnTo>
                    <a:pt x="7078764" y="358655"/>
                  </a:lnTo>
                  <a:lnTo>
                    <a:pt x="7022875" y="413598"/>
                  </a:lnTo>
                  <a:lnTo>
                    <a:pt x="6970675" y="474331"/>
                  </a:lnTo>
                  <a:lnTo>
                    <a:pt x="6921539" y="541556"/>
                  </a:lnTo>
                  <a:lnTo>
                    <a:pt x="6874823" y="615962"/>
                  </a:lnTo>
                  <a:lnTo>
                    <a:pt x="6829911" y="698129"/>
                  </a:lnTo>
                  <a:lnTo>
                    <a:pt x="6786527" y="787780"/>
                  </a:lnTo>
                  <a:lnTo>
                    <a:pt x="6756555" y="855512"/>
                  </a:lnTo>
                  <a:lnTo>
                    <a:pt x="6726838" y="927230"/>
                  </a:lnTo>
                  <a:lnTo>
                    <a:pt x="6697255" y="1003014"/>
                  </a:lnTo>
                  <a:lnTo>
                    <a:pt x="6667703" y="1082903"/>
                  </a:lnTo>
                  <a:lnTo>
                    <a:pt x="6638099" y="1166895"/>
                  </a:lnTo>
                  <a:lnTo>
                    <a:pt x="6608379" y="1254937"/>
                  </a:lnTo>
                  <a:lnTo>
                    <a:pt x="6578492" y="1346928"/>
                  </a:lnTo>
                  <a:lnTo>
                    <a:pt x="6548404" y="1442713"/>
                  </a:lnTo>
                  <a:lnTo>
                    <a:pt x="6518094" y="1542083"/>
                  </a:lnTo>
                  <a:lnTo>
                    <a:pt x="6487555" y="1644774"/>
                  </a:lnTo>
                  <a:lnTo>
                    <a:pt x="6456792" y="1750469"/>
                  </a:lnTo>
                  <a:lnTo>
                    <a:pt x="6425819" y="1858800"/>
                  </a:lnTo>
                  <a:lnTo>
                    <a:pt x="6394661" y="1969354"/>
                  </a:lnTo>
                  <a:lnTo>
                    <a:pt x="6363351" y="2081678"/>
                  </a:lnTo>
                  <a:lnTo>
                    <a:pt x="6331929" y="2195286"/>
                  </a:lnTo>
                  <a:lnTo>
                    <a:pt x="6300437" y="2309667"/>
                  </a:lnTo>
                  <a:lnTo>
                    <a:pt x="6268923" y="2424295"/>
                  </a:lnTo>
                  <a:lnTo>
                    <a:pt x="6237434" y="2538643"/>
                  </a:lnTo>
                  <a:lnTo>
                    <a:pt x="6206017" y="2652184"/>
                  </a:lnTo>
                  <a:lnTo>
                    <a:pt x="6174716" y="2764409"/>
                  </a:lnTo>
                  <a:lnTo>
                    <a:pt x="6143569" y="2874835"/>
                  </a:lnTo>
                  <a:lnTo>
                    <a:pt x="6112609" y="2983011"/>
                  </a:lnTo>
                  <a:lnTo>
                    <a:pt x="6081859" y="3088525"/>
                  </a:lnTo>
                  <a:lnTo>
                    <a:pt x="6051335" y="3191014"/>
                  </a:lnTo>
                  <a:lnTo>
                    <a:pt x="6021040" y="3290163"/>
                  </a:lnTo>
                  <a:lnTo>
                    <a:pt x="5990965" y="3385713"/>
                  </a:lnTo>
                  <a:lnTo>
                    <a:pt x="5961090" y="3477457"/>
                  </a:lnTo>
                  <a:lnTo>
                    <a:pt x="5931379" y="3565245"/>
                  </a:lnTo>
                  <a:lnTo>
                    <a:pt x="5901781" y="3648976"/>
                  </a:lnTo>
                  <a:lnTo>
                    <a:pt x="5872229" y="3728605"/>
                  </a:lnTo>
                  <a:lnTo>
                    <a:pt x="5842641" y="3804128"/>
                  </a:lnTo>
                  <a:lnTo>
                    <a:pt x="5812912" y="3875590"/>
                  </a:lnTo>
                  <a:lnTo>
                    <a:pt x="5784835" y="3938901"/>
                  </a:lnTo>
                  <a:lnTo>
                    <a:pt x="5741175" y="4029090"/>
                  </a:lnTo>
                  <a:lnTo>
                    <a:pt x="5696254" y="4111207"/>
                  </a:lnTo>
                  <a:lnTo>
                    <a:pt x="5649525" y="4185566"/>
                  </a:lnTo>
                  <a:lnTo>
                    <a:pt x="5600371" y="4252748"/>
                  </a:lnTo>
                  <a:lnTo>
                    <a:pt x="5548151" y="4313443"/>
                  </a:lnTo>
                  <a:lnTo>
                    <a:pt x="5492237" y="4368352"/>
                  </a:lnTo>
                  <a:lnTo>
                    <a:pt x="5432067" y="4418124"/>
                  </a:lnTo>
                  <a:lnTo>
                    <a:pt x="5367203" y="4463323"/>
                  </a:lnTo>
                  <a:lnTo>
                    <a:pt x="5297411" y="4504405"/>
                  </a:lnTo>
                  <a:lnTo>
                    <a:pt x="5222765" y="4541712"/>
                  </a:lnTo>
                  <a:lnTo>
                    <a:pt x="5143759" y="4575464"/>
                  </a:lnTo>
                  <a:lnTo>
                    <a:pt x="5061422" y="4605766"/>
                  </a:lnTo>
                  <a:lnTo>
                    <a:pt x="4977410" y="4632628"/>
                  </a:lnTo>
                  <a:lnTo>
                    <a:pt x="4894015" y="4655993"/>
                  </a:lnTo>
                  <a:lnTo>
                    <a:pt x="4814057" y="4675783"/>
                  </a:lnTo>
                  <a:lnTo>
                    <a:pt x="4740626" y="4691962"/>
                  </a:lnTo>
                  <a:lnTo>
                    <a:pt x="4676677" y="4704588"/>
                  </a:lnTo>
                  <a:lnTo>
                    <a:pt x="4624550" y="4713863"/>
                  </a:lnTo>
                  <a:lnTo>
                    <a:pt x="4585524" y="4720152"/>
                  </a:lnTo>
                  <a:lnTo>
                    <a:pt x="4559533" y="4723959"/>
                  </a:lnTo>
                  <a:lnTo>
                    <a:pt x="4545088" y="4725889"/>
                  </a:lnTo>
                  <a:lnTo>
                    <a:pt x="4539397" y="4726585"/>
                  </a:lnTo>
                  <a:lnTo>
                    <a:pt x="4538543" y="4726682"/>
                  </a:lnTo>
                  <a:lnTo>
                    <a:pt x="4016409" y="4726682"/>
                  </a:lnTo>
                  <a:lnTo>
                    <a:pt x="4015257" y="4726604"/>
                  </a:lnTo>
                  <a:lnTo>
                    <a:pt x="4007705" y="4726047"/>
                  </a:lnTo>
                  <a:lnTo>
                    <a:pt x="3988763" y="4724507"/>
                  </a:lnTo>
                  <a:lnTo>
                    <a:pt x="3955142" y="4721480"/>
                  </a:lnTo>
                  <a:lnTo>
                    <a:pt x="3905530" y="4716512"/>
                  </a:lnTo>
                  <a:lnTo>
                    <a:pt x="3840683" y="4709252"/>
                  </a:lnTo>
                  <a:lnTo>
                    <a:pt x="3763142" y="4699484"/>
                  </a:lnTo>
                  <a:lnTo>
                    <a:pt x="3676619" y="4687125"/>
                  </a:lnTo>
                  <a:lnTo>
                    <a:pt x="3585226" y="4672188"/>
                  </a:lnTo>
                  <a:lnTo>
                    <a:pt x="3492786" y="4654732"/>
                  </a:lnTo>
                  <a:lnTo>
                    <a:pt x="3402382" y="4634803"/>
                  </a:lnTo>
                  <a:lnTo>
                    <a:pt x="3316168" y="4612388"/>
                  </a:lnTo>
                  <a:lnTo>
                    <a:pt x="3235396" y="4587389"/>
                  </a:lnTo>
                  <a:lnTo>
                    <a:pt x="3160568" y="4559609"/>
                  </a:lnTo>
                  <a:lnTo>
                    <a:pt x="3091621" y="4528743"/>
                  </a:lnTo>
                  <a:lnTo>
                    <a:pt x="3028107" y="4494391"/>
                  </a:lnTo>
                  <a:lnTo>
                    <a:pt x="2969341" y="4456067"/>
                  </a:lnTo>
                  <a:lnTo>
                    <a:pt x="2914510" y="4413226"/>
                  </a:lnTo>
                  <a:lnTo>
                    <a:pt x="2862761" y="4365318"/>
                  </a:lnTo>
                  <a:lnTo>
                    <a:pt x="2813265" y="4311868"/>
                  </a:lnTo>
                  <a:lnTo>
                    <a:pt x="2770117" y="4258908"/>
                  </a:lnTo>
                  <a:lnTo>
                    <a:pt x="2732751" y="4208344"/>
                  </a:lnTo>
                  <a:lnTo>
                    <a:pt x="2695735" y="4154072"/>
                  </a:lnTo>
                  <a:lnTo>
                    <a:pt x="2658845" y="4096018"/>
                  </a:lnTo>
                  <a:lnTo>
                    <a:pt x="2621906" y="4034167"/>
                  </a:lnTo>
                  <a:lnTo>
                    <a:pt x="2584787" y="3968570"/>
                  </a:lnTo>
                  <a:lnTo>
                    <a:pt x="2547394" y="3899352"/>
                  </a:lnTo>
                  <a:lnTo>
                    <a:pt x="2509671" y="3826715"/>
                  </a:lnTo>
                  <a:lnTo>
                    <a:pt x="2471593" y="3750939"/>
                  </a:lnTo>
                  <a:lnTo>
                    <a:pt x="2433166" y="3672382"/>
                  </a:lnTo>
                  <a:lnTo>
                    <a:pt x="2394420" y="3591473"/>
                  </a:lnTo>
                  <a:lnTo>
                    <a:pt x="2355410" y="3508708"/>
                  </a:lnTo>
                  <a:lnTo>
                    <a:pt x="2316208" y="3424632"/>
                  </a:lnTo>
                  <a:lnTo>
                    <a:pt x="2276896" y="3339831"/>
                  </a:lnTo>
                  <a:lnTo>
                    <a:pt x="2237567" y="3254911"/>
                  </a:lnTo>
                  <a:lnTo>
                    <a:pt x="2198312" y="3170483"/>
                  </a:lnTo>
                  <a:lnTo>
                    <a:pt x="2159218" y="3087142"/>
                  </a:lnTo>
                  <a:lnTo>
                    <a:pt x="2120363" y="3005452"/>
                  </a:lnTo>
                  <a:lnTo>
                    <a:pt x="2081807" y="2925929"/>
                  </a:lnTo>
                  <a:lnTo>
                    <a:pt x="2043591" y="2849028"/>
                  </a:lnTo>
                  <a:lnTo>
                    <a:pt x="2005732" y="2775136"/>
                  </a:lnTo>
                  <a:lnTo>
                    <a:pt x="1968216" y="2704565"/>
                  </a:lnTo>
                  <a:lnTo>
                    <a:pt x="1931000" y="2637545"/>
                  </a:lnTo>
                  <a:lnTo>
                    <a:pt x="1894005" y="2574231"/>
                  </a:lnTo>
                  <a:lnTo>
                    <a:pt x="1857114" y="2514703"/>
                  </a:lnTo>
                  <a:lnTo>
                    <a:pt x="1820170" y="2458971"/>
                  </a:lnTo>
                  <a:lnTo>
                    <a:pt x="1782970" y="2406982"/>
                  </a:lnTo>
                  <a:lnTo>
                    <a:pt x="1768425" y="2387812"/>
                  </a:lnTo>
                  <a:lnTo>
                    <a:pt x="1720326" y="2329155"/>
                  </a:lnTo>
                  <a:lnTo>
                    <a:pt x="1670637" y="2276285"/>
                  </a:lnTo>
                  <a:lnTo>
                    <a:pt x="1618614" y="2228916"/>
                  </a:lnTo>
                  <a:lnTo>
                    <a:pt x="1563422" y="2186560"/>
                  </a:lnTo>
                  <a:lnTo>
                    <a:pt x="1504208" y="2148663"/>
                  </a:lnTo>
                  <a:lnTo>
                    <a:pt x="1440170" y="2114687"/>
                  </a:lnTo>
                  <a:lnTo>
                    <a:pt x="1370641" y="2084152"/>
                  </a:lnTo>
                  <a:lnTo>
                    <a:pt x="1295204" y="2056666"/>
                  </a:lnTo>
                  <a:lnTo>
                    <a:pt x="1213845" y="2031938"/>
                  </a:lnTo>
                  <a:lnTo>
                    <a:pt x="1127133" y="2009778"/>
                  </a:lnTo>
                  <a:lnTo>
                    <a:pt x="1036407" y="1990099"/>
                  </a:lnTo>
                  <a:lnTo>
                    <a:pt x="943919" y="1972897"/>
                  </a:lnTo>
                  <a:lnTo>
                    <a:pt x="852837" y="1958220"/>
                  </a:lnTo>
                  <a:lnTo>
                    <a:pt x="767040" y="1946124"/>
                  </a:lnTo>
                  <a:lnTo>
                    <a:pt x="690633" y="1936617"/>
                  </a:lnTo>
                  <a:lnTo>
                    <a:pt x="627245" y="1929602"/>
                  </a:lnTo>
                  <a:lnTo>
                    <a:pt x="579258" y="1924850"/>
                  </a:lnTo>
                  <a:lnTo>
                    <a:pt x="547224" y="1921996"/>
                  </a:lnTo>
                  <a:lnTo>
                    <a:pt x="529621" y="1920580"/>
                  </a:lnTo>
                  <a:lnTo>
                    <a:pt x="522973" y="1920094"/>
                  </a:lnTo>
                  <a:lnTo>
                    <a:pt x="522133" y="1920038"/>
                  </a:lnTo>
                  <a:lnTo>
                    <a:pt x="0" y="1920038"/>
                  </a:lnTo>
                  <a:lnTo>
                    <a:pt x="0" y="1920038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62" name="pg62"/>
            <p:cNvSpPr/>
            <p:nvPr/>
          </p:nvSpPr>
          <p:spPr>
            <a:xfrm>
              <a:off x="386606" y="1637318"/>
              <a:ext cx="8554953" cy="4466912"/>
            </a:xfrm>
            <a:custGeom>
              <a:avLst/>
              <a:pathLst>
                <a:path w="8554953" h="4466912">
                  <a:moveTo>
                    <a:pt x="0" y="1660268"/>
                  </a:moveTo>
                  <a:lnTo>
                    <a:pt x="522133" y="1660268"/>
                  </a:lnTo>
                  <a:lnTo>
                    <a:pt x="523285" y="1660346"/>
                  </a:lnTo>
                  <a:lnTo>
                    <a:pt x="530837" y="1660903"/>
                  </a:lnTo>
                  <a:lnTo>
                    <a:pt x="549779" y="1662443"/>
                  </a:lnTo>
                  <a:lnTo>
                    <a:pt x="583401" y="1665470"/>
                  </a:lnTo>
                  <a:lnTo>
                    <a:pt x="633012" y="1670437"/>
                  </a:lnTo>
                  <a:lnTo>
                    <a:pt x="697859" y="1677697"/>
                  </a:lnTo>
                  <a:lnTo>
                    <a:pt x="775400" y="1687465"/>
                  </a:lnTo>
                  <a:lnTo>
                    <a:pt x="861923" y="1699825"/>
                  </a:lnTo>
                  <a:lnTo>
                    <a:pt x="953317" y="1714761"/>
                  </a:lnTo>
                  <a:lnTo>
                    <a:pt x="1045756" y="1732217"/>
                  </a:lnTo>
                  <a:lnTo>
                    <a:pt x="1136160" y="1752147"/>
                  </a:lnTo>
                  <a:lnTo>
                    <a:pt x="1222375" y="1774562"/>
                  </a:lnTo>
                  <a:lnTo>
                    <a:pt x="1303146" y="1799560"/>
                  </a:lnTo>
                  <a:lnTo>
                    <a:pt x="1377974" y="1827341"/>
                  </a:lnTo>
                  <a:lnTo>
                    <a:pt x="1446921" y="1858206"/>
                  </a:lnTo>
                  <a:lnTo>
                    <a:pt x="1510435" y="1892558"/>
                  </a:lnTo>
                  <a:lnTo>
                    <a:pt x="1569202" y="1930883"/>
                  </a:lnTo>
                  <a:lnTo>
                    <a:pt x="1624032" y="1973723"/>
                  </a:lnTo>
                  <a:lnTo>
                    <a:pt x="1675781" y="2021631"/>
                  </a:lnTo>
                  <a:lnTo>
                    <a:pt x="1725277" y="2075082"/>
                  </a:lnTo>
                  <a:lnTo>
                    <a:pt x="1768425" y="2128042"/>
                  </a:lnTo>
                  <a:lnTo>
                    <a:pt x="1805791" y="2178606"/>
                  </a:lnTo>
                  <a:lnTo>
                    <a:pt x="1842808" y="2232877"/>
                  </a:lnTo>
                  <a:lnTo>
                    <a:pt x="1879698" y="2290931"/>
                  </a:lnTo>
                  <a:lnTo>
                    <a:pt x="1916636" y="2352783"/>
                  </a:lnTo>
                  <a:lnTo>
                    <a:pt x="1953756" y="2418380"/>
                  </a:lnTo>
                  <a:lnTo>
                    <a:pt x="1991148" y="2487598"/>
                  </a:lnTo>
                  <a:lnTo>
                    <a:pt x="2028871" y="2560235"/>
                  </a:lnTo>
                  <a:lnTo>
                    <a:pt x="2066949" y="2636011"/>
                  </a:lnTo>
                  <a:lnTo>
                    <a:pt x="2105377" y="2714568"/>
                  </a:lnTo>
                  <a:lnTo>
                    <a:pt x="2144122" y="2795476"/>
                  </a:lnTo>
                  <a:lnTo>
                    <a:pt x="2183132" y="2878242"/>
                  </a:lnTo>
                  <a:lnTo>
                    <a:pt x="2222334" y="2962317"/>
                  </a:lnTo>
                  <a:lnTo>
                    <a:pt x="2261646" y="3047119"/>
                  </a:lnTo>
                  <a:lnTo>
                    <a:pt x="2300975" y="3132038"/>
                  </a:lnTo>
                  <a:lnTo>
                    <a:pt x="2340230" y="3216466"/>
                  </a:lnTo>
                  <a:lnTo>
                    <a:pt x="2379324" y="3299807"/>
                  </a:lnTo>
                  <a:lnTo>
                    <a:pt x="2418179" y="3381497"/>
                  </a:lnTo>
                  <a:lnTo>
                    <a:pt x="2456735" y="3461021"/>
                  </a:lnTo>
                  <a:lnTo>
                    <a:pt x="2494951" y="3537922"/>
                  </a:lnTo>
                  <a:lnTo>
                    <a:pt x="2532810" y="3611813"/>
                  </a:lnTo>
                  <a:lnTo>
                    <a:pt x="2570326" y="3682385"/>
                  </a:lnTo>
                  <a:lnTo>
                    <a:pt x="2607542" y="3749405"/>
                  </a:lnTo>
                  <a:lnTo>
                    <a:pt x="2644537" y="3812718"/>
                  </a:lnTo>
                  <a:lnTo>
                    <a:pt x="2681428" y="3872246"/>
                  </a:lnTo>
                  <a:lnTo>
                    <a:pt x="2718372" y="3927978"/>
                  </a:lnTo>
                  <a:lnTo>
                    <a:pt x="2755573" y="3979967"/>
                  </a:lnTo>
                  <a:lnTo>
                    <a:pt x="2770117" y="3999138"/>
                  </a:lnTo>
                  <a:lnTo>
                    <a:pt x="2818216" y="4057794"/>
                  </a:lnTo>
                  <a:lnTo>
                    <a:pt x="2867905" y="4110665"/>
                  </a:lnTo>
                  <a:lnTo>
                    <a:pt x="2919929" y="4158034"/>
                  </a:lnTo>
                  <a:lnTo>
                    <a:pt x="2975121" y="4200390"/>
                  </a:lnTo>
                  <a:lnTo>
                    <a:pt x="3034334" y="4238286"/>
                  </a:lnTo>
                  <a:lnTo>
                    <a:pt x="3098372" y="4272263"/>
                  </a:lnTo>
                  <a:lnTo>
                    <a:pt x="3167902" y="4302798"/>
                  </a:lnTo>
                  <a:lnTo>
                    <a:pt x="3243339" y="4330284"/>
                  </a:lnTo>
                  <a:lnTo>
                    <a:pt x="3324698" y="4355012"/>
                  </a:lnTo>
                  <a:lnTo>
                    <a:pt x="3411410" y="4377171"/>
                  </a:lnTo>
                  <a:lnTo>
                    <a:pt x="3502135" y="4396850"/>
                  </a:lnTo>
                  <a:lnTo>
                    <a:pt x="3594623" y="4414053"/>
                  </a:lnTo>
                  <a:lnTo>
                    <a:pt x="3685705" y="4428730"/>
                  </a:lnTo>
                  <a:lnTo>
                    <a:pt x="3771503" y="4440825"/>
                  </a:lnTo>
                  <a:lnTo>
                    <a:pt x="3847909" y="4450332"/>
                  </a:lnTo>
                  <a:lnTo>
                    <a:pt x="3911297" y="4457347"/>
                  </a:lnTo>
                  <a:lnTo>
                    <a:pt x="3959284" y="4462099"/>
                  </a:lnTo>
                  <a:lnTo>
                    <a:pt x="3991319" y="4464953"/>
                  </a:lnTo>
                  <a:lnTo>
                    <a:pt x="4008922" y="4466370"/>
                  </a:lnTo>
                  <a:lnTo>
                    <a:pt x="4015569" y="4466855"/>
                  </a:lnTo>
                  <a:lnTo>
                    <a:pt x="4016409" y="4466912"/>
                  </a:lnTo>
                  <a:lnTo>
                    <a:pt x="4538543" y="4466912"/>
                  </a:lnTo>
                  <a:lnTo>
                    <a:pt x="4539432" y="4466817"/>
                  </a:lnTo>
                  <a:lnTo>
                    <a:pt x="4545294" y="4466139"/>
                  </a:lnTo>
                  <a:lnTo>
                    <a:pt x="4560114" y="4464266"/>
                  </a:lnTo>
                  <a:lnTo>
                    <a:pt x="4586719" y="4460576"/>
                  </a:lnTo>
                  <a:lnTo>
                    <a:pt x="4626583" y="4454489"/>
                  </a:lnTo>
                  <a:lnTo>
                    <a:pt x="4679717" y="4445521"/>
                  </a:lnTo>
                  <a:lnTo>
                    <a:pt x="4744751" y="4433329"/>
                  </a:lnTo>
                  <a:lnTo>
                    <a:pt x="4819246" y="4417726"/>
                  </a:lnTo>
                  <a:lnTo>
                    <a:pt x="4900156" y="4398662"/>
                  </a:lnTo>
                  <a:lnTo>
                    <a:pt x="4984329" y="4376179"/>
                  </a:lnTo>
                  <a:lnTo>
                    <a:pt x="5068914" y="4350350"/>
                  </a:lnTo>
                  <a:lnTo>
                    <a:pt x="5151622" y="4321226"/>
                  </a:lnTo>
                  <a:lnTo>
                    <a:pt x="5230821" y="4288792"/>
                  </a:lnTo>
                  <a:lnTo>
                    <a:pt x="5305517" y="4252934"/>
                  </a:lnTo>
                  <a:lnTo>
                    <a:pt x="5375258" y="4213426"/>
                  </a:lnTo>
                  <a:lnTo>
                    <a:pt x="5440011" y="4169928"/>
                  </a:lnTo>
                  <a:lnTo>
                    <a:pt x="5500045" y="4121983"/>
                  </a:lnTo>
                  <a:lnTo>
                    <a:pt x="5555830" y="4069036"/>
                  </a:lnTo>
                  <a:lnTo>
                    <a:pt x="5607954" y="4010450"/>
                  </a:lnTo>
                  <a:lnTo>
                    <a:pt x="5657062" y="3945546"/>
                  </a:lnTo>
                  <a:lnTo>
                    <a:pt x="5703810" y="3873667"/>
                  </a:lnTo>
                  <a:lnTo>
                    <a:pt x="5748821" y="3794281"/>
                  </a:lnTo>
                  <a:lnTo>
                    <a:pt x="5784835" y="3723368"/>
                  </a:lnTo>
                  <a:lnTo>
                    <a:pt x="5815596" y="3657698"/>
                  </a:lnTo>
                  <a:lnTo>
                    <a:pt x="5846091" y="3588062"/>
                  </a:lnTo>
                  <a:lnTo>
                    <a:pt x="5876452" y="3514380"/>
                  </a:lnTo>
                  <a:lnTo>
                    <a:pt x="5906787" y="3436614"/>
                  </a:lnTo>
                  <a:lnTo>
                    <a:pt x="5937184" y="3354772"/>
                  </a:lnTo>
                  <a:lnTo>
                    <a:pt x="5967713" y="3268912"/>
                  </a:lnTo>
                  <a:lnTo>
                    <a:pt x="5998424" y="3179147"/>
                  </a:lnTo>
                  <a:lnTo>
                    <a:pt x="6029351" y="3085644"/>
                  </a:lnTo>
                  <a:lnTo>
                    <a:pt x="6060515" y="2988627"/>
                  </a:lnTo>
                  <a:lnTo>
                    <a:pt x="6091920" y="2888378"/>
                  </a:lnTo>
                  <a:lnTo>
                    <a:pt x="6123559" y="2785235"/>
                  </a:lnTo>
                  <a:lnTo>
                    <a:pt x="6155411" y="2679585"/>
                  </a:lnTo>
                  <a:lnTo>
                    <a:pt x="6187449" y="2571863"/>
                  </a:lnTo>
                  <a:lnTo>
                    <a:pt x="6219633" y="2462545"/>
                  </a:lnTo>
                  <a:lnTo>
                    <a:pt x="6251919" y="2352135"/>
                  </a:lnTo>
                  <a:lnTo>
                    <a:pt x="6284259" y="2241163"/>
                  </a:lnTo>
                  <a:lnTo>
                    <a:pt x="6316601" y="2130167"/>
                  </a:lnTo>
                  <a:lnTo>
                    <a:pt x="6348893" y="2019687"/>
                  </a:lnTo>
                  <a:lnTo>
                    <a:pt x="6381088" y="1910252"/>
                  </a:lnTo>
                  <a:lnTo>
                    <a:pt x="6413140" y="1802370"/>
                  </a:lnTo>
                  <a:lnTo>
                    <a:pt x="6445010" y="1696520"/>
                  </a:lnTo>
                  <a:lnTo>
                    <a:pt x="6476669" y="1593140"/>
                  </a:lnTo>
                  <a:lnTo>
                    <a:pt x="6508095" y="1492622"/>
                  </a:lnTo>
                  <a:lnTo>
                    <a:pt x="6539280" y="1395309"/>
                  </a:lnTo>
                  <a:lnTo>
                    <a:pt x="6570228" y="1301487"/>
                  </a:lnTo>
                  <a:lnTo>
                    <a:pt x="6600956" y="1211385"/>
                  </a:lnTo>
                  <a:lnTo>
                    <a:pt x="6631499" y="1125177"/>
                  </a:lnTo>
                  <a:lnTo>
                    <a:pt x="6661906" y="1042979"/>
                  </a:lnTo>
                  <a:lnTo>
                    <a:pt x="6692243" y="964854"/>
                  </a:lnTo>
                  <a:lnTo>
                    <a:pt x="6722598" y="890813"/>
                  </a:lnTo>
                  <a:lnTo>
                    <a:pt x="6753076" y="820824"/>
                  </a:lnTo>
                  <a:lnTo>
                    <a:pt x="6783808" y="754810"/>
                  </a:lnTo>
                  <a:lnTo>
                    <a:pt x="6786527" y="749191"/>
                  </a:lnTo>
                  <a:lnTo>
                    <a:pt x="6830523" y="663449"/>
                  </a:lnTo>
                  <a:lnTo>
                    <a:pt x="6875803" y="585441"/>
                  </a:lnTo>
                  <a:lnTo>
                    <a:pt x="6922928" y="514859"/>
                  </a:lnTo>
                  <a:lnTo>
                    <a:pt x="6972529" y="451140"/>
                  </a:lnTo>
                  <a:lnTo>
                    <a:pt x="7025264" y="393616"/>
                  </a:lnTo>
                  <a:lnTo>
                    <a:pt x="7081772" y="341612"/>
                  </a:lnTo>
                  <a:lnTo>
                    <a:pt x="7142624" y="294505"/>
                  </a:lnTo>
                  <a:lnTo>
                    <a:pt x="7208260" y="251753"/>
                  </a:lnTo>
                  <a:lnTo>
                    <a:pt x="7278903" y="212923"/>
                  </a:lnTo>
                  <a:lnTo>
                    <a:pt x="7354455" y="177693"/>
                  </a:lnTo>
                  <a:lnTo>
                    <a:pt x="7434376" y="145859"/>
                  </a:lnTo>
                  <a:lnTo>
                    <a:pt x="7517560" y="117326"/>
                  </a:lnTo>
                  <a:lnTo>
                    <a:pt x="7602259" y="92093"/>
                  </a:lnTo>
                  <a:lnTo>
                    <a:pt x="7686068" y="70218"/>
                  </a:lnTo>
                  <a:lnTo>
                    <a:pt x="7766062" y="51775"/>
                  </a:lnTo>
                  <a:lnTo>
                    <a:pt x="7839071" y="36792"/>
                  </a:lnTo>
                  <a:lnTo>
                    <a:pt x="7902122" y="25197"/>
                  </a:lnTo>
                  <a:lnTo>
                    <a:pt x="7952936" y="16777"/>
                  </a:lnTo>
                  <a:lnTo>
                    <a:pt x="7990375" y="11159"/>
                  </a:lnTo>
                  <a:lnTo>
                    <a:pt x="8014713" y="7840"/>
                  </a:lnTo>
                  <a:lnTo>
                    <a:pt x="8027680" y="6228"/>
                  </a:lnTo>
                  <a:lnTo>
                    <a:pt x="8032323" y="5699"/>
                  </a:lnTo>
                  <a:lnTo>
                    <a:pt x="8032819" y="5647"/>
                  </a:lnTo>
                  <a:lnTo>
                    <a:pt x="8554953" y="5647"/>
                  </a:lnTo>
                  <a:lnTo>
                    <a:pt x="8554953" y="0"/>
                  </a:lnTo>
                  <a:lnTo>
                    <a:pt x="8032819" y="0"/>
                  </a:lnTo>
                  <a:lnTo>
                    <a:pt x="8031930" y="95"/>
                  </a:lnTo>
                  <a:lnTo>
                    <a:pt x="8026068" y="772"/>
                  </a:lnTo>
                  <a:lnTo>
                    <a:pt x="8011247" y="2646"/>
                  </a:lnTo>
                  <a:lnTo>
                    <a:pt x="7984643" y="6336"/>
                  </a:lnTo>
                  <a:lnTo>
                    <a:pt x="7944779" y="12423"/>
                  </a:lnTo>
                  <a:lnTo>
                    <a:pt x="7891645" y="21391"/>
                  </a:lnTo>
                  <a:lnTo>
                    <a:pt x="7826611" y="33582"/>
                  </a:lnTo>
                  <a:lnTo>
                    <a:pt x="7752116" y="49185"/>
                  </a:lnTo>
                  <a:lnTo>
                    <a:pt x="7671206" y="68249"/>
                  </a:lnTo>
                  <a:lnTo>
                    <a:pt x="7587033" y="90732"/>
                  </a:lnTo>
                  <a:lnTo>
                    <a:pt x="7502448" y="116561"/>
                  </a:lnTo>
                  <a:lnTo>
                    <a:pt x="7419740" y="145685"/>
                  </a:lnTo>
                  <a:lnTo>
                    <a:pt x="7340541" y="178119"/>
                  </a:lnTo>
                  <a:lnTo>
                    <a:pt x="7265845" y="213978"/>
                  </a:lnTo>
                  <a:lnTo>
                    <a:pt x="7196104" y="253485"/>
                  </a:lnTo>
                  <a:lnTo>
                    <a:pt x="7131351" y="296984"/>
                  </a:lnTo>
                  <a:lnTo>
                    <a:pt x="7071317" y="344928"/>
                  </a:lnTo>
                  <a:lnTo>
                    <a:pt x="7015532" y="397875"/>
                  </a:lnTo>
                  <a:lnTo>
                    <a:pt x="6963408" y="456461"/>
                  </a:lnTo>
                  <a:lnTo>
                    <a:pt x="6914300" y="521365"/>
                  </a:lnTo>
                  <a:lnTo>
                    <a:pt x="6867552" y="593245"/>
                  </a:lnTo>
                  <a:lnTo>
                    <a:pt x="6822541" y="672631"/>
                  </a:lnTo>
                  <a:lnTo>
                    <a:pt x="6786527" y="743544"/>
                  </a:lnTo>
                  <a:lnTo>
                    <a:pt x="6755766" y="809214"/>
                  </a:lnTo>
                  <a:lnTo>
                    <a:pt x="6725271" y="878850"/>
                  </a:lnTo>
                  <a:lnTo>
                    <a:pt x="6694910" y="952532"/>
                  </a:lnTo>
                  <a:lnTo>
                    <a:pt x="6664575" y="1030298"/>
                  </a:lnTo>
                  <a:lnTo>
                    <a:pt x="6634178" y="1112140"/>
                  </a:lnTo>
                  <a:lnTo>
                    <a:pt x="6603649" y="1197999"/>
                  </a:lnTo>
                  <a:lnTo>
                    <a:pt x="6572938" y="1287764"/>
                  </a:lnTo>
                  <a:lnTo>
                    <a:pt x="6542011" y="1381267"/>
                  </a:lnTo>
                  <a:lnTo>
                    <a:pt x="6510847" y="1478284"/>
                  </a:lnTo>
                  <a:lnTo>
                    <a:pt x="6479442" y="1578533"/>
                  </a:lnTo>
                  <a:lnTo>
                    <a:pt x="6447803" y="1681677"/>
                  </a:lnTo>
                  <a:lnTo>
                    <a:pt x="6415951" y="1787327"/>
                  </a:lnTo>
                  <a:lnTo>
                    <a:pt x="6383913" y="1895048"/>
                  </a:lnTo>
                  <a:lnTo>
                    <a:pt x="6351729" y="2004367"/>
                  </a:lnTo>
                  <a:lnTo>
                    <a:pt x="6319443" y="2114776"/>
                  </a:lnTo>
                  <a:lnTo>
                    <a:pt x="6287103" y="2225748"/>
                  </a:lnTo>
                  <a:lnTo>
                    <a:pt x="6254761" y="2336744"/>
                  </a:lnTo>
                  <a:lnTo>
                    <a:pt x="6222468" y="2447224"/>
                  </a:lnTo>
                  <a:lnTo>
                    <a:pt x="6190274" y="2556659"/>
                  </a:lnTo>
                  <a:lnTo>
                    <a:pt x="6158222" y="2664541"/>
                  </a:lnTo>
                  <a:lnTo>
                    <a:pt x="6126352" y="2770391"/>
                  </a:lnTo>
                  <a:lnTo>
                    <a:pt x="6094693" y="2873772"/>
                  </a:lnTo>
                  <a:lnTo>
                    <a:pt x="6063267" y="2974289"/>
                  </a:lnTo>
                  <a:lnTo>
                    <a:pt x="6032082" y="3071602"/>
                  </a:lnTo>
                  <a:lnTo>
                    <a:pt x="6001134" y="3165425"/>
                  </a:lnTo>
                  <a:lnTo>
                    <a:pt x="5970406" y="3255526"/>
                  </a:lnTo>
                  <a:lnTo>
                    <a:pt x="5939863" y="3341734"/>
                  </a:lnTo>
                  <a:lnTo>
                    <a:pt x="5909456" y="3423932"/>
                  </a:lnTo>
                  <a:lnTo>
                    <a:pt x="5879119" y="3502058"/>
                  </a:lnTo>
                  <a:lnTo>
                    <a:pt x="5848764" y="3576098"/>
                  </a:lnTo>
                  <a:lnTo>
                    <a:pt x="5818286" y="3646087"/>
                  </a:lnTo>
                  <a:lnTo>
                    <a:pt x="5787554" y="3712102"/>
                  </a:lnTo>
                  <a:lnTo>
                    <a:pt x="5784835" y="3717720"/>
                  </a:lnTo>
                  <a:lnTo>
                    <a:pt x="5740839" y="3803462"/>
                  </a:lnTo>
                  <a:lnTo>
                    <a:pt x="5695559" y="3881471"/>
                  </a:lnTo>
                  <a:lnTo>
                    <a:pt x="5648434" y="3952053"/>
                  </a:lnTo>
                  <a:lnTo>
                    <a:pt x="5598833" y="4015772"/>
                  </a:lnTo>
                  <a:lnTo>
                    <a:pt x="5546098" y="4073295"/>
                  </a:lnTo>
                  <a:lnTo>
                    <a:pt x="5489590" y="4125299"/>
                  </a:lnTo>
                  <a:lnTo>
                    <a:pt x="5428738" y="4172407"/>
                  </a:lnTo>
                  <a:lnTo>
                    <a:pt x="5363102" y="4215158"/>
                  </a:lnTo>
                  <a:lnTo>
                    <a:pt x="5292459" y="4253988"/>
                  </a:lnTo>
                  <a:lnTo>
                    <a:pt x="5216907" y="4289218"/>
                  </a:lnTo>
                  <a:lnTo>
                    <a:pt x="5136986" y="4321053"/>
                  </a:lnTo>
                  <a:lnTo>
                    <a:pt x="5053802" y="4349586"/>
                  </a:lnTo>
                  <a:lnTo>
                    <a:pt x="4969103" y="4374819"/>
                  </a:lnTo>
                  <a:lnTo>
                    <a:pt x="4885294" y="4396693"/>
                  </a:lnTo>
                  <a:lnTo>
                    <a:pt x="4805300" y="4415137"/>
                  </a:lnTo>
                  <a:lnTo>
                    <a:pt x="4732291" y="4430120"/>
                  </a:lnTo>
                  <a:lnTo>
                    <a:pt x="4669240" y="4441714"/>
                  </a:lnTo>
                  <a:lnTo>
                    <a:pt x="4618426" y="4450135"/>
                  </a:lnTo>
                  <a:lnTo>
                    <a:pt x="4580987" y="4455752"/>
                  </a:lnTo>
                  <a:lnTo>
                    <a:pt x="4556649" y="4459071"/>
                  </a:lnTo>
                  <a:lnTo>
                    <a:pt x="4543682" y="4460683"/>
                  </a:lnTo>
                  <a:lnTo>
                    <a:pt x="4539039" y="4461212"/>
                  </a:lnTo>
                  <a:lnTo>
                    <a:pt x="4538543" y="4461265"/>
                  </a:lnTo>
                  <a:lnTo>
                    <a:pt x="4016409" y="4461265"/>
                  </a:lnTo>
                  <a:lnTo>
                    <a:pt x="4015257" y="4461187"/>
                  </a:lnTo>
                  <a:lnTo>
                    <a:pt x="4007705" y="4460630"/>
                  </a:lnTo>
                  <a:lnTo>
                    <a:pt x="3988763" y="4459090"/>
                  </a:lnTo>
                  <a:lnTo>
                    <a:pt x="3955142" y="4456063"/>
                  </a:lnTo>
                  <a:lnTo>
                    <a:pt x="3905530" y="4451095"/>
                  </a:lnTo>
                  <a:lnTo>
                    <a:pt x="3840683" y="4443835"/>
                  </a:lnTo>
                  <a:lnTo>
                    <a:pt x="3763142" y="4434067"/>
                  </a:lnTo>
                  <a:lnTo>
                    <a:pt x="3676619" y="4421708"/>
                  </a:lnTo>
                  <a:lnTo>
                    <a:pt x="3585226" y="4406771"/>
                  </a:lnTo>
                  <a:lnTo>
                    <a:pt x="3492786" y="4389315"/>
                  </a:lnTo>
                  <a:lnTo>
                    <a:pt x="3402382" y="4369386"/>
                  </a:lnTo>
                  <a:lnTo>
                    <a:pt x="3316168" y="4346971"/>
                  </a:lnTo>
                  <a:lnTo>
                    <a:pt x="3235396" y="4321972"/>
                  </a:lnTo>
                  <a:lnTo>
                    <a:pt x="3160568" y="4294192"/>
                  </a:lnTo>
                  <a:lnTo>
                    <a:pt x="3091621" y="4263326"/>
                  </a:lnTo>
                  <a:lnTo>
                    <a:pt x="3028107" y="4228974"/>
                  </a:lnTo>
                  <a:lnTo>
                    <a:pt x="2969341" y="4190650"/>
                  </a:lnTo>
                  <a:lnTo>
                    <a:pt x="2914510" y="4147809"/>
                  </a:lnTo>
                  <a:lnTo>
                    <a:pt x="2862761" y="4099901"/>
                  </a:lnTo>
                  <a:lnTo>
                    <a:pt x="2813265" y="4046451"/>
                  </a:lnTo>
                  <a:lnTo>
                    <a:pt x="2770117" y="3993491"/>
                  </a:lnTo>
                  <a:lnTo>
                    <a:pt x="2732751" y="3942927"/>
                  </a:lnTo>
                  <a:lnTo>
                    <a:pt x="2695735" y="3888655"/>
                  </a:lnTo>
                  <a:lnTo>
                    <a:pt x="2658845" y="3830601"/>
                  </a:lnTo>
                  <a:lnTo>
                    <a:pt x="2621906" y="3768750"/>
                  </a:lnTo>
                  <a:lnTo>
                    <a:pt x="2584787" y="3703153"/>
                  </a:lnTo>
                  <a:lnTo>
                    <a:pt x="2547394" y="3633935"/>
                  </a:lnTo>
                  <a:lnTo>
                    <a:pt x="2509671" y="3561298"/>
                  </a:lnTo>
                  <a:lnTo>
                    <a:pt x="2471593" y="3485522"/>
                  </a:lnTo>
                  <a:lnTo>
                    <a:pt x="2433166" y="3406965"/>
                  </a:lnTo>
                  <a:lnTo>
                    <a:pt x="2394420" y="3326056"/>
                  </a:lnTo>
                  <a:lnTo>
                    <a:pt x="2355410" y="3243291"/>
                  </a:lnTo>
                  <a:lnTo>
                    <a:pt x="2316208" y="3159215"/>
                  </a:lnTo>
                  <a:lnTo>
                    <a:pt x="2276896" y="3074414"/>
                  </a:lnTo>
                  <a:lnTo>
                    <a:pt x="2237567" y="2989494"/>
                  </a:lnTo>
                  <a:lnTo>
                    <a:pt x="2198312" y="2905066"/>
                  </a:lnTo>
                  <a:lnTo>
                    <a:pt x="2159218" y="2821725"/>
                  </a:lnTo>
                  <a:lnTo>
                    <a:pt x="2120363" y="2740035"/>
                  </a:lnTo>
                  <a:lnTo>
                    <a:pt x="2081807" y="2660512"/>
                  </a:lnTo>
                  <a:lnTo>
                    <a:pt x="2043591" y="2583611"/>
                  </a:lnTo>
                  <a:lnTo>
                    <a:pt x="2005732" y="2509719"/>
                  </a:lnTo>
                  <a:lnTo>
                    <a:pt x="1968216" y="2439148"/>
                  </a:lnTo>
                  <a:lnTo>
                    <a:pt x="1931000" y="2372128"/>
                  </a:lnTo>
                  <a:lnTo>
                    <a:pt x="1894005" y="2308814"/>
                  </a:lnTo>
                  <a:lnTo>
                    <a:pt x="1857114" y="2249286"/>
                  </a:lnTo>
                  <a:lnTo>
                    <a:pt x="1820170" y="2193554"/>
                  </a:lnTo>
                  <a:lnTo>
                    <a:pt x="1782970" y="2141565"/>
                  </a:lnTo>
                  <a:lnTo>
                    <a:pt x="1768425" y="2122395"/>
                  </a:lnTo>
                  <a:lnTo>
                    <a:pt x="1720326" y="2063738"/>
                  </a:lnTo>
                  <a:lnTo>
                    <a:pt x="1670637" y="2010868"/>
                  </a:lnTo>
                  <a:lnTo>
                    <a:pt x="1618614" y="1963499"/>
                  </a:lnTo>
                  <a:lnTo>
                    <a:pt x="1563422" y="1921143"/>
                  </a:lnTo>
                  <a:lnTo>
                    <a:pt x="1504208" y="1883246"/>
                  </a:lnTo>
                  <a:lnTo>
                    <a:pt x="1440170" y="1849270"/>
                  </a:lnTo>
                  <a:lnTo>
                    <a:pt x="1370641" y="1818735"/>
                  </a:lnTo>
                  <a:lnTo>
                    <a:pt x="1295204" y="1791249"/>
                  </a:lnTo>
                  <a:lnTo>
                    <a:pt x="1213845" y="1766520"/>
                  </a:lnTo>
                  <a:lnTo>
                    <a:pt x="1127133" y="1744361"/>
                  </a:lnTo>
                  <a:lnTo>
                    <a:pt x="1036407" y="1724682"/>
                  </a:lnTo>
                  <a:lnTo>
                    <a:pt x="943919" y="1707480"/>
                  </a:lnTo>
                  <a:lnTo>
                    <a:pt x="852837" y="1692803"/>
                  </a:lnTo>
                  <a:lnTo>
                    <a:pt x="767040" y="1680707"/>
                  </a:lnTo>
                  <a:lnTo>
                    <a:pt x="690633" y="1671200"/>
                  </a:lnTo>
                  <a:lnTo>
                    <a:pt x="627245" y="1664185"/>
                  </a:lnTo>
                  <a:lnTo>
                    <a:pt x="579258" y="1659433"/>
                  </a:lnTo>
                  <a:lnTo>
                    <a:pt x="547224" y="1656579"/>
                  </a:lnTo>
                  <a:lnTo>
                    <a:pt x="529621" y="1655163"/>
                  </a:lnTo>
                  <a:lnTo>
                    <a:pt x="522973" y="1654677"/>
                  </a:lnTo>
                  <a:lnTo>
                    <a:pt x="522133" y="1654621"/>
                  </a:lnTo>
                  <a:lnTo>
                    <a:pt x="0" y="1654621"/>
                  </a:lnTo>
                  <a:close/>
                </a:path>
              </a:pathLst>
            </a:custGeom>
            <a:solidFill>
              <a:srgbClr val="8FA8D6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63" name="pl63"/>
            <p:cNvSpPr/>
            <p:nvPr/>
          </p:nvSpPr>
          <p:spPr>
            <a:xfrm>
              <a:off x="386606" y="1642966"/>
              <a:ext cx="8554953" cy="4461265"/>
            </a:xfrm>
            <a:custGeom>
              <a:avLst/>
              <a:pathLst>
                <a:path w="8554953" h="4461265">
                  <a:moveTo>
                    <a:pt x="0" y="1654621"/>
                  </a:moveTo>
                  <a:lnTo>
                    <a:pt x="522133" y="1654621"/>
                  </a:lnTo>
                  <a:lnTo>
                    <a:pt x="523285" y="1654699"/>
                  </a:lnTo>
                  <a:lnTo>
                    <a:pt x="530837" y="1655256"/>
                  </a:lnTo>
                  <a:lnTo>
                    <a:pt x="549779" y="1656795"/>
                  </a:lnTo>
                  <a:lnTo>
                    <a:pt x="583401" y="1659822"/>
                  </a:lnTo>
                  <a:lnTo>
                    <a:pt x="633012" y="1664790"/>
                  </a:lnTo>
                  <a:lnTo>
                    <a:pt x="697859" y="1672050"/>
                  </a:lnTo>
                  <a:lnTo>
                    <a:pt x="775400" y="1681818"/>
                  </a:lnTo>
                  <a:lnTo>
                    <a:pt x="861923" y="1694177"/>
                  </a:lnTo>
                  <a:lnTo>
                    <a:pt x="953317" y="1709114"/>
                  </a:lnTo>
                  <a:lnTo>
                    <a:pt x="1045756" y="1726570"/>
                  </a:lnTo>
                  <a:lnTo>
                    <a:pt x="1136160" y="1746500"/>
                  </a:lnTo>
                  <a:lnTo>
                    <a:pt x="1222375" y="1768915"/>
                  </a:lnTo>
                  <a:lnTo>
                    <a:pt x="1303146" y="1793913"/>
                  </a:lnTo>
                  <a:lnTo>
                    <a:pt x="1377974" y="1821694"/>
                  </a:lnTo>
                  <a:lnTo>
                    <a:pt x="1446921" y="1852559"/>
                  </a:lnTo>
                  <a:lnTo>
                    <a:pt x="1510435" y="1886911"/>
                  </a:lnTo>
                  <a:lnTo>
                    <a:pt x="1569202" y="1925236"/>
                  </a:lnTo>
                  <a:lnTo>
                    <a:pt x="1624032" y="1968076"/>
                  </a:lnTo>
                  <a:lnTo>
                    <a:pt x="1675781" y="2015984"/>
                  </a:lnTo>
                  <a:lnTo>
                    <a:pt x="1725277" y="2069435"/>
                  </a:lnTo>
                  <a:lnTo>
                    <a:pt x="1768425" y="2122395"/>
                  </a:lnTo>
                  <a:lnTo>
                    <a:pt x="1805791" y="2172959"/>
                  </a:lnTo>
                  <a:lnTo>
                    <a:pt x="1842808" y="2227230"/>
                  </a:lnTo>
                  <a:lnTo>
                    <a:pt x="1879698" y="2285284"/>
                  </a:lnTo>
                  <a:lnTo>
                    <a:pt x="1916636" y="2347135"/>
                  </a:lnTo>
                  <a:lnTo>
                    <a:pt x="1953756" y="2412733"/>
                  </a:lnTo>
                  <a:lnTo>
                    <a:pt x="1991148" y="2481951"/>
                  </a:lnTo>
                  <a:lnTo>
                    <a:pt x="2028871" y="2554588"/>
                  </a:lnTo>
                  <a:lnTo>
                    <a:pt x="2066949" y="2630363"/>
                  </a:lnTo>
                  <a:lnTo>
                    <a:pt x="2105377" y="2708920"/>
                  </a:lnTo>
                  <a:lnTo>
                    <a:pt x="2144122" y="2789829"/>
                  </a:lnTo>
                  <a:lnTo>
                    <a:pt x="2183132" y="2872594"/>
                  </a:lnTo>
                  <a:lnTo>
                    <a:pt x="2222334" y="2956670"/>
                  </a:lnTo>
                  <a:lnTo>
                    <a:pt x="2261646" y="3041471"/>
                  </a:lnTo>
                  <a:lnTo>
                    <a:pt x="2300975" y="3126391"/>
                  </a:lnTo>
                  <a:lnTo>
                    <a:pt x="2340230" y="3210819"/>
                  </a:lnTo>
                  <a:lnTo>
                    <a:pt x="2379324" y="3294160"/>
                  </a:lnTo>
                  <a:lnTo>
                    <a:pt x="2418179" y="3375850"/>
                  </a:lnTo>
                  <a:lnTo>
                    <a:pt x="2456735" y="3455374"/>
                  </a:lnTo>
                  <a:lnTo>
                    <a:pt x="2494951" y="3532274"/>
                  </a:lnTo>
                  <a:lnTo>
                    <a:pt x="2532810" y="3606166"/>
                  </a:lnTo>
                  <a:lnTo>
                    <a:pt x="2570326" y="3676738"/>
                  </a:lnTo>
                  <a:lnTo>
                    <a:pt x="2607542" y="3743758"/>
                  </a:lnTo>
                  <a:lnTo>
                    <a:pt x="2644537" y="3807071"/>
                  </a:lnTo>
                  <a:lnTo>
                    <a:pt x="2681428" y="3866599"/>
                  </a:lnTo>
                  <a:lnTo>
                    <a:pt x="2718372" y="3922331"/>
                  </a:lnTo>
                  <a:lnTo>
                    <a:pt x="2755573" y="3974320"/>
                  </a:lnTo>
                  <a:lnTo>
                    <a:pt x="2770117" y="3993491"/>
                  </a:lnTo>
                  <a:lnTo>
                    <a:pt x="2818216" y="4052147"/>
                  </a:lnTo>
                  <a:lnTo>
                    <a:pt x="2867905" y="4105018"/>
                  </a:lnTo>
                  <a:lnTo>
                    <a:pt x="2919929" y="4152387"/>
                  </a:lnTo>
                  <a:lnTo>
                    <a:pt x="2975121" y="4194742"/>
                  </a:lnTo>
                  <a:lnTo>
                    <a:pt x="3034334" y="4232639"/>
                  </a:lnTo>
                  <a:lnTo>
                    <a:pt x="3098372" y="4266616"/>
                  </a:lnTo>
                  <a:lnTo>
                    <a:pt x="3167902" y="4297151"/>
                  </a:lnTo>
                  <a:lnTo>
                    <a:pt x="3243339" y="4324636"/>
                  </a:lnTo>
                  <a:lnTo>
                    <a:pt x="3324698" y="4349365"/>
                  </a:lnTo>
                  <a:lnTo>
                    <a:pt x="3411410" y="4371524"/>
                  </a:lnTo>
                  <a:lnTo>
                    <a:pt x="3502135" y="4391203"/>
                  </a:lnTo>
                  <a:lnTo>
                    <a:pt x="3594623" y="4408406"/>
                  </a:lnTo>
                  <a:lnTo>
                    <a:pt x="3685705" y="4423083"/>
                  </a:lnTo>
                  <a:lnTo>
                    <a:pt x="3771503" y="4435178"/>
                  </a:lnTo>
                  <a:lnTo>
                    <a:pt x="3847909" y="4444685"/>
                  </a:lnTo>
                  <a:lnTo>
                    <a:pt x="3911297" y="4451700"/>
                  </a:lnTo>
                  <a:lnTo>
                    <a:pt x="3959284" y="4456452"/>
                  </a:lnTo>
                  <a:lnTo>
                    <a:pt x="3991319" y="4459306"/>
                  </a:lnTo>
                  <a:lnTo>
                    <a:pt x="4008922" y="4460723"/>
                  </a:lnTo>
                  <a:lnTo>
                    <a:pt x="4015569" y="4461208"/>
                  </a:lnTo>
                  <a:lnTo>
                    <a:pt x="4016409" y="4461265"/>
                  </a:lnTo>
                  <a:lnTo>
                    <a:pt x="4538543" y="4461265"/>
                  </a:lnTo>
                  <a:lnTo>
                    <a:pt x="4539432" y="4461170"/>
                  </a:lnTo>
                  <a:lnTo>
                    <a:pt x="4545294" y="4460492"/>
                  </a:lnTo>
                  <a:lnTo>
                    <a:pt x="4560114" y="4458618"/>
                  </a:lnTo>
                  <a:lnTo>
                    <a:pt x="4586719" y="4454929"/>
                  </a:lnTo>
                  <a:lnTo>
                    <a:pt x="4626583" y="4448842"/>
                  </a:lnTo>
                  <a:lnTo>
                    <a:pt x="4679717" y="4439874"/>
                  </a:lnTo>
                  <a:lnTo>
                    <a:pt x="4744751" y="4427682"/>
                  </a:lnTo>
                  <a:lnTo>
                    <a:pt x="4819246" y="4412079"/>
                  </a:lnTo>
                  <a:lnTo>
                    <a:pt x="4900156" y="4393015"/>
                  </a:lnTo>
                  <a:lnTo>
                    <a:pt x="4984329" y="4370532"/>
                  </a:lnTo>
                  <a:lnTo>
                    <a:pt x="5068914" y="4344703"/>
                  </a:lnTo>
                  <a:lnTo>
                    <a:pt x="5151622" y="4315579"/>
                  </a:lnTo>
                  <a:lnTo>
                    <a:pt x="5230821" y="4283145"/>
                  </a:lnTo>
                  <a:lnTo>
                    <a:pt x="5305517" y="4247287"/>
                  </a:lnTo>
                  <a:lnTo>
                    <a:pt x="5375258" y="4207779"/>
                  </a:lnTo>
                  <a:lnTo>
                    <a:pt x="5440011" y="4164281"/>
                  </a:lnTo>
                  <a:lnTo>
                    <a:pt x="5500045" y="4116336"/>
                  </a:lnTo>
                  <a:lnTo>
                    <a:pt x="5555830" y="4063389"/>
                  </a:lnTo>
                  <a:lnTo>
                    <a:pt x="5607954" y="4004803"/>
                  </a:lnTo>
                  <a:lnTo>
                    <a:pt x="5657062" y="3939899"/>
                  </a:lnTo>
                  <a:lnTo>
                    <a:pt x="5703810" y="3868019"/>
                  </a:lnTo>
                  <a:lnTo>
                    <a:pt x="5748821" y="3788634"/>
                  </a:lnTo>
                  <a:lnTo>
                    <a:pt x="5784835" y="3717720"/>
                  </a:lnTo>
                  <a:lnTo>
                    <a:pt x="5815596" y="3652050"/>
                  </a:lnTo>
                  <a:lnTo>
                    <a:pt x="5846091" y="3582414"/>
                  </a:lnTo>
                  <a:lnTo>
                    <a:pt x="5876452" y="3508732"/>
                  </a:lnTo>
                  <a:lnTo>
                    <a:pt x="5906787" y="3430966"/>
                  </a:lnTo>
                  <a:lnTo>
                    <a:pt x="5937184" y="3349125"/>
                  </a:lnTo>
                  <a:lnTo>
                    <a:pt x="5967713" y="3263265"/>
                  </a:lnTo>
                  <a:lnTo>
                    <a:pt x="5998424" y="3173500"/>
                  </a:lnTo>
                  <a:lnTo>
                    <a:pt x="6029351" y="3079997"/>
                  </a:lnTo>
                  <a:lnTo>
                    <a:pt x="6060515" y="2982980"/>
                  </a:lnTo>
                  <a:lnTo>
                    <a:pt x="6091920" y="2882731"/>
                  </a:lnTo>
                  <a:lnTo>
                    <a:pt x="6123559" y="2779588"/>
                  </a:lnTo>
                  <a:lnTo>
                    <a:pt x="6155411" y="2673937"/>
                  </a:lnTo>
                  <a:lnTo>
                    <a:pt x="6187449" y="2566216"/>
                  </a:lnTo>
                  <a:lnTo>
                    <a:pt x="6219633" y="2456897"/>
                  </a:lnTo>
                  <a:lnTo>
                    <a:pt x="6251919" y="2346488"/>
                  </a:lnTo>
                  <a:lnTo>
                    <a:pt x="6284259" y="2235516"/>
                  </a:lnTo>
                  <a:lnTo>
                    <a:pt x="6316601" y="2124520"/>
                  </a:lnTo>
                  <a:lnTo>
                    <a:pt x="6348893" y="2014040"/>
                  </a:lnTo>
                  <a:lnTo>
                    <a:pt x="6381088" y="1904605"/>
                  </a:lnTo>
                  <a:lnTo>
                    <a:pt x="6413140" y="1796723"/>
                  </a:lnTo>
                  <a:lnTo>
                    <a:pt x="6445010" y="1690873"/>
                  </a:lnTo>
                  <a:lnTo>
                    <a:pt x="6476669" y="1587492"/>
                  </a:lnTo>
                  <a:lnTo>
                    <a:pt x="6508095" y="1486975"/>
                  </a:lnTo>
                  <a:lnTo>
                    <a:pt x="6539280" y="1389662"/>
                  </a:lnTo>
                  <a:lnTo>
                    <a:pt x="6570228" y="1295840"/>
                  </a:lnTo>
                  <a:lnTo>
                    <a:pt x="6600956" y="1205738"/>
                  </a:lnTo>
                  <a:lnTo>
                    <a:pt x="6631499" y="1119530"/>
                  </a:lnTo>
                  <a:lnTo>
                    <a:pt x="6661906" y="1037332"/>
                  </a:lnTo>
                  <a:lnTo>
                    <a:pt x="6692243" y="959206"/>
                  </a:lnTo>
                  <a:lnTo>
                    <a:pt x="6722598" y="885166"/>
                  </a:lnTo>
                  <a:lnTo>
                    <a:pt x="6753076" y="815177"/>
                  </a:lnTo>
                  <a:lnTo>
                    <a:pt x="6783808" y="749162"/>
                  </a:lnTo>
                  <a:lnTo>
                    <a:pt x="6786527" y="743544"/>
                  </a:lnTo>
                  <a:lnTo>
                    <a:pt x="6830523" y="657802"/>
                  </a:lnTo>
                  <a:lnTo>
                    <a:pt x="6875803" y="579794"/>
                  </a:lnTo>
                  <a:lnTo>
                    <a:pt x="6922928" y="509212"/>
                  </a:lnTo>
                  <a:lnTo>
                    <a:pt x="6972529" y="445493"/>
                  </a:lnTo>
                  <a:lnTo>
                    <a:pt x="7025264" y="387969"/>
                  </a:lnTo>
                  <a:lnTo>
                    <a:pt x="7081772" y="335965"/>
                  </a:lnTo>
                  <a:lnTo>
                    <a:pt x="7142624" y="288858"/>
                  </a:lnTo>
                  <a:lnTo>
                    <a:pt x="7208260" y="246106"/>
                  </a:lnTo>
                  <a:lnTo>
                    <a:pt x="7278903" y="207276"/>
                  </a:lnTo>
                  <a:lnTo>
                    <a:pt x="7354455" y="172046"/>
                  </a:lnTo>
                  <a:lnTo>
                    <a:pt x="7434376" y="140212"/>
                  </a:lnTo>
                  <a:lnTo>
                    <a:pt x="7517560" y="111679"/>
                  </a:lnTo>
                  <a:lnTo>
                    <a:pt x="7602259" y="86445"/>
                  </a:lnTo>
                  <a:lnTo>
                    <a:pt x="7686068" y="64571"/>
                  </a:lnTo>
                  <a:lnTo>
                    <a:pt x="7766062" y="46128"/>
                  </a:lnTo>
                  <a:lnTo>
                    <a:pt x="7839071" y="31145"/>
                  </a:lnTo>
                  <a:lnTo>
                    <a:pt x="7902122" y="19550"/>
                  </a:lnTo>
                  <a:lnTo>
                    <a:pt x="7952936" y="11129"/>
                  </a:lnTo>
                  <a:lnTo>
                    <a:pt x="7990375" y="5512"/>
                  </a:lnTo>
                  <a:lnTo>
                    <a:pt x="8014713" y="2193"/>
                  </a:lnTo>
                  <a:lnTo>
                    <a:pt x="8027680" y="581"/>
                  </a:lnTo>
                  <a:lnTo>
                    <a:pt x="8032323" y="52"/>
                  </a:lnTo>
                  <a:lnTo>
                    <a:pt x="8032819" y="0"/>
                  </a:lnTo>
                  <a:lnTo>
                    <a:pt x="8554953" y="0"/>
                  </a:lnTo>
                  <a:lnTo>
                    <a:pt x="8554953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64" name="pl64"/>
            <p:cNvSpPr/>
            <p:nvPr/>
          </p:nvSpPr>
          <p:spPr>
            <a:xfrm>
              <a:off x="386606" y="1637318"/>
              <a:ext cx="8554953" cy="4461265"/>
            </a:xfrm>
            <a:custGeom>
              <a:avLst/>
              <a:pathLst>
                <a:path w="8554953" h="4461265">
                  <a:moveTo>
                    <a:pt x="8554953" y="0"/>
                  </a:moveTo>
                  <a:lnTo>
                    <a:pt x="8032819" y="0"/>
                  </a:lnTo>
                  <a:lnTo>
                    <a:pt x="8031930" y="95"/>
                  </a:lnTo>
                  <a:lnTo>
                    <a:pt x="8026068" y="772"/>
                  </a:lnTo>
                  <a:lnTo>
                    <a:pt x="8011247" y="2646"/>
                  </a:lnTo>
                  <a:lnTo>
                    <a:pt x="7984643" y="6336"/>
                  </a:lnTo>
                  <a:lnTo>
                    <a:pt x="7944779" y="12423"/>
                  </a:lnTo>
                  <a:lnTo>
                    <a:pt x="7891645" y="21391"/>
                  </a:lnTo>
                  <a:lnTo>
                    <a:pt x="7826611" y="33582"/>
                  </a:lnTo>
                  <a:lnTo>
                    <a:pt x="7752116" y="49185"/>
                  </a:lnTo>
                  <a:lnTo>
                    <a:pt x="7671206" y="68249"/>
                  </a:lnTo>
                  <a:lnTo>
                    <a:pt x="7587033" y="90732"/>
                  </a:lnTo>
                  <a:lnTo>
                    <a:pt x="7502448" y="116561"/>
                  </a:lnTo>
                  <a:lnTo>
                    <a:pt x="7419740" y="145685"/>
                  </a:lnTo>
                  <a:lnTo>
                    <a:pt x="7340541" y="178119"/>
                  </a:lnTo>
                  <a:lnTo>
                    <a:pt x="7265845" y="213978"/>
                  </a:lnTo>
                  <a:lnTo>
                    <a:pt x="7196104" y="253485"/>
                  </a:lnTo>
                  <a:lnTo>
                    <a:pt x="7131351" y="296984"/>
                  </a:lnTo>
                  <a:lnTo>
                    <a:pt x="7071317" y="344928"/>
                  </a:lnTo>
                  <a:lnTo>
                    <a:pt x="7015532" y="397875"/>
                  </a:lnTo>
                  <a:lnTo>
                    <a:pt x="6963408" y="456461"/>
                  </a:lnTo>
                  <a:lnTo>
                    <a:pt x="6914300" y="521365"/>
                  </a:lnTo>
                  <a:lnTo>
                    <a:pt x="6867552" y="593245"/>
                  </a:lnTo>
                  <a:lnTo>
                    <a:pt x="6822541" y="672631"/>
                  </a:lnTo>
                  <a:lnTo>
                    <a:pt x="6786527" y="743544"/>
                  </a:lnTo>
                  <a:lnTo>
                    <a:pt x="6755766" y="809214"/>
                  </a:lnTo>
                  <a:lnTo>
                    <a:pt x="6725271" y="878850"/>
                  </a:lnTo>
                  <a:lnTo>
                    <a:pt x="6694910" y="952532"/>
                  </a:lnTo>
                  <a:lnTo>
                    <a:pt x="6664575" y="1030298"/>
                  </a:lnTo>
                  <a:lnTo>
                    <a:pt x="6634178" y="1112140"/>
                  </a:lnTo>
                  <a:lnTo>
                    <a:pt x="6603649" y="1197999"/>
                  </a:lnTo>
                  <a:lnTo>
                    <a:pt x="6572938" y="1287764"/>
                  </a:lnTo>
                  <a:lnTo>
                    <a:pt x="6542011" y="1381267"/>
                  </a:lnTo>
                  <a:lnTo>
                    <a:pt x="6510847" y="1478284"/>
                  </a:lnTo>
                  <a:lnTo>
                    <a:pt x="6479442" y="1578533"/>
                  </a:lnTo>
                  <a:lnTo>
                    <a:pt x="6447803" y="1681677"/>
                  </a:lnTo>
                  <a:lnTo>
                    <a:pt x="6415951" y="1787327"/>
                  </a:lnTo>
                  <a:lnTo>
                    <a:pt x="6383913" y="1895048"/>
                  </a:lnTo>
                  <a:lnTo>
                    <a:pt x="6351729" y="2004367"/>
                  </a:lnTo>
                  <a:lnTo>
                    <a:pt x="6319443" y="2114776"/>
                  </a:lnTo>
                  <a:lnTo>
                    <a:pt x="6287103" y="2225748"/>
                  </a:lnTo>
                  <a:lnTo>
                    <a:pt x="6254761" y="2336744"/>
                  </a:lnTo>
                  <a:lnTo>
                    <a:pt x="6222468" y="2447224"/>
                  </a:lnTo>
                  <a:lnTo>
                    <a:pt x="6190274" y="2556659"/>
                  </a:lnTo>
                  <a:lnTo>
                    <a:pt x="6158222" y="2664541"/>
                  </a:lnTo>
                  <a:lnTo>
                    <a:pt x="6126352" y="2770391"/>
                  </a:lnTo>
                  <a:lnTo>
                    <a:pt x="6094693" y="2873772"/>
                  </a:lnTo>
                  <a:lnTo>
                    <a:pt x="6063267" y="2974289"/>
                  </a:lnTo>
                  <a:lnTo>
                    <a:pt x="6032082" y="3071602"/>
                  </a:lnTo>
                  <a:lnTo>
                    <a:pt x="6001134" y="3165425"/>
                  </a:lnTo>
                  <a:lnTo>
                    <a:pt x="5970406" y="3255526"/>
                  </a:lnTo>
                  <a:lnTo>
                    <a:pt x="5939863" y="3341734"/>
                  </a:lnTo>
                  <a:lnTo>
                    <a:pt x="5909456" y="3423932"/>
                  </a:lnTo>
                  <a:lnTo>
                    <a:pt x="5879119" y="3502058"/>
                  </a:lnTo>
                  <a:lnTo>
                    <a:pt x="5848764" y="3576098"/>
                  </a:lnTo>
                  <a:lnTo>
                    <a:pt x="5818286" y="3646087"/>
                  </a:lnTo>
                  <a:lnTo>
                    <a:pt x="5787554" y="3712102"/>
                  </a:lnTo>
                  <a:lnTo>
                    <a:pt x="5784835" y="3717720"/>
                  </a:lnTo>
                  <a:lnTo>
                    <a:pt x="5740839" y="3803462"/>
                  </a:lnTo>
                  <a:lnTo>
                    <a:pt x="5695559" y="3881471"/>
                  </a:lnTo>
                  <a:lnTo>
                    <a:pt x="5648434" y="3952053"/>
                  </a:lnTo>
                  <a:lnTo>
                    <a:pt x="5598833" y="4015772"/>
                  </a:lnTo>
                  <a:lnTo>
                    <a:pt x="5546098" y="4073295"/>
                  </a:lnTo>
                  <a:lnTo>
                    <a:pt x="5489590" y="4125299"/>
                  </a:lnTo>
                  <a:lnTo>
                    <a:pt x="5428738" y="4172407"/>
                  </a:lnTo>
                  <a:lnTo>
                    <a:pt x="5363102" y="4215158"/>
                  </a:lnTo>
                  <a:lnTo>
                    <a:pt x="5292459" y="4253988"/>
                  </a:lnTo>
                  <a:lnTo>
                    <a:pt x="5216907" y="4289218"/>
                  </a:lnTo>
                  <a:lnTo>
                    <a:pt x="5136986" y="4321053"/>
                  </a:lnTo>
                  <a:lnTo>
                    <a:pt x="5053802" y="4349586"/>
                  </a:lnTo>
                  <a:lnTo>
                    <a:pt x="4969103" y="4374819"/>
                  </a:lnTo>
                  <a:lnTo>
                    <a:pt x="4885294" y="4396693"/>
                  </a:lnTo>
                  <a:lnTo>
                    <a:pt x="4805300" y="4415137"/>
                  </a:lnTo>
                  <a:lnTo>
                    <a:pt x="4732291" y="4430120"/>
                  </a:lnTo>
                  <a:lnTo>
                    <a:pt x="4669240" y="4441714"/>
                  </a:lnTo>
                  <a:lnTo>
                    <a:pt x="4618426" y="4450135"/>
                  </a:lnTo>
                  <a:lnTo>
                    <a:pt x="4580987" y="4455752"/>
                  </a:lnTo>
                  <a:lnTo>
                    <a:pt x="4556649" y="4459071"/>
                  </a:lnTo>
                  <a:lnTo>
                    <a:pt x="4543682" y="4460683"/>
                  </a:lnTo>
                  <a:lnTo>
                    <a:pt x="4539039" y="4461212"/>
                  </a:lnTo>
                  <a:lnTo>
                    <a:pt x="4538543" y="4461265"/>
                  </a:lnTo>
                  <a:lnTo>
                    <a:pt x="4016409" y="4461265"/>
                  </a:lnTo>
                  <a:lnTo>
                    <a:pt x="4015257" y="4461187"/>
                  </a:lnTo>
                  <a:lnTo>
                    <a:pt x="4007705" y="4460630"/>
                  </a:lnTo>
                  <a:lnTo>
                    <a:pt x="3988763" y="4459090"/>
                  </a:lnTo>
                  <a:lnTo>
                    <a:pt x="3955142" y="4456063"/>
                  </a:lnTo>
                  <a:lnTo>
                    <a:pt x="3905530" y="4451095"/>
                  </a:lnTo>
                  <a:lnTo>
                    <a:pt x="3840683" y="4443835"/>
                  </a:lnTo>
                  <a:lnTo>
                    <a:pt x="3763142" y="4434067"/>
                  </a:lnTo>
                  <a:lnTo>
                    <a:pt x="3676619" y="4421708"/>
                  </a:lnTo>
                  <a:lnTo>
                    <a:pt x="3585226" y="4406771"/>
                  </a:lnTo>
                  <a:lnTo>
                    <a:pt x="3492786" y="4389315"/>
                  </a:lnTo>
                  <a:lnTo>
                    <a:pt x="3402382" y="4369386"/>
                  </a:lnTo>
                  <a:lnTo>
                    <a:pt x="3316168" y="4346971"/>
                  </a:lnTo>
                  <a:lnTo>
                    <a:pt x="3235396" y="4321972"/>
                  </a:lnTo>
                  <a:lnTo>
                    <a:pt x="3160568" y="4294192"/>
                  </a:lnTo>
                  <a:lnTo>
                    <a:pt x="3091621" y="4263326"/>
                  </a:lnTo>
                  <a:lnTo>
                    <a:pt x="3028107" y="4228974"/>
                  </a:lnTo>
                  <a:lnTo>
                    <a:pt x="2969341" y="4190650"/>
                  </a:lnTo>
                  <a:lnTo>
                    <a:pt x="2914510" y="4147809"/>
                  </a:lnTo>
                  <a:lnTo>
                    <a:pt x="2862761" y="4099901"/>
                  </a:lnTo>
                  <a:lnTo>
                    <a:pt x="2813265" y="4046451"/>
                  </a:lnTo>
                  <a:lnTo>
                    <a:pt x="2770117" y="3993491"/>
                  </a:lnTo>
                  <a:lnTo>
                    <a:pt x="2732751" y="3942927"/>
                  </a:lnTo>
                  <a:lnTo>
                    <a:pt x="2695735" y="3888655"/>
                  </a:lnTo>
                  <a:lnTo>
                    <a:pt x="2658845" y="3830601"/>
                  </a:lnTo>
                  <a:lnTo>
                    <a:pt x="2621906" y="3768750"/>
                  </a:lnTo>
                  <a:lnTo>
                    <a:pt x="2584787" y="3703153"/>
                  </a:lnTo>
                  <a:lnTo>
                    <a:pt x="2547394" y="3633935"/>
                  </a:lnTo>
                  <a:lnTo>
                    <a:pt x="2509671" y="3561298"/>
                  </a:lnTo>
                  <a:lnTo>
                    <a:pt x="2471593" y="3485522"/>
                  </a:lnTo>
                  <a:lnTo>
                    <a:pt x="2433166" y="3406965"/>
                  </a:lnTo>
                  <a:lnTo>
                    <a:pt x="2394420" y="3326056"/>
                  </a:lnTo>
                  <a:lnTo>
                    <a:pt x="2355410" y="3243291"/>
                  </a:lnTo>
                  <a:lnTo>
                    <a:pt x="2316208" y="3159215"/>
                  </a:lnTo>
                  <a:lnTo>
                    <a:pt x="2276896" y="3074414"/>
                  </a:lnTo>
                  <a:lnTo>
                    <a:pt x="2237567" y="2989494"/>
                  </a:lnTo>
                  <a:lnTo>
                    <a:pt x="2198312" y="2905066"/>
                  </a:lnTo>
                  <a:lnTo>
                    <a:pt x="2159218" y="2821725"/>
                  </a:lnTo>
                  <a:lnTo>
                    <a:pt x="2120363" y="2740035"/>
                  </a:lnTo>
                  <a:lnTo>
                    <a:pt x="2081807" y="2660512"/>
                  </a:lnTo>
                  <a:lnTo>
                    <a:pt x="2043591" y="2583611"/>
                  </a:lnTo>
                  <a:lnTo>
                    <a:pt x="2005732" y="2509719"/>
                  </a:lnTo>
                  <a:lnTo>
                    <a:pt x="1968216" y="2439148"/>
                  </a:lnTo>
                  <a:lnTo>
                    <a:pt x="1931000" y="2372128"/>
                  </a:lnTo>
                  <a:lnTo>
                    <a:pt x="1894005" y="2308814"/>
                  </a:lnTo>
                  <a:lnTo>
                    <a:pt x="1857114" y="2249286"/>
                  </a:lnTo>
                  <a:lnTo>
                    <a:pt x="1820170" y="2193554"/>
                  </a:lnTo>
                  <a:lnTo>
                    <a:pt x="1782970" y="2141565"/>
                  </a:lnTo>
                  <a:lnTo>
                    <a:pt x="1768425" y="2122395"/>
                  </a:lnTo>
                  <a:lnTo>
                    <a:pt x="1720326" y="2063738"/>
                  </a:lnTo>
                  <a:lnTo>
                    <a:pt x="1670637" y="2010868"/>
                  </a:lnTo>
                  <a:lnTo>
                    <a:pt x="1618614" y="1963499"/>
                  </a:lnTo>
                  <a:lnTo>
                    <a:pt x="1563422" y="1921143"/>
                  </a:lnTo>
                  <a:lnTo>
                    <a:pt x="1504208" y="1883246"/>
                  </a:lnTo>
                  <a:lnTo>
                    <a:pt x="1440170" y="1849270"/>
                  </a:lnTo>
                  <a:lnTo>
                    <a:pt x="1370641" y="1818735"/>
                  </a:lnTo>
                  <a:lnTo>
                    <a:pt x="1295204" y="1791249"/>
                  </a:lnTo>
                  <a:lnTo>
                    <a:pt x="1213845" y="1766520"/>
                  </a:lnTo>
                  <a:lnTo>
                    <a:pt x="1127133" y="1744361"/>
                  </a:lnTo>
                  <a:lnTo>
                    <a:pt x="1036407" y="1724682"/>
                  </a:lnTo>
                  <a:lnTo>
                    <a:pt x="943919" y="1707480"/>
                  </a:lnTo>
                  <a:lnTo>
                    <a:pt x="852837" y="1692803"/>
                  </a:lnTo>
                  <a:lnTo>
                    <a:pt x="767040" y="1680707"/>
                  </a:lnTo>
                  <a:lnTo>
                    <a:pt x="690633" y="1671200"/>
                  </a:lnTo>
                  <a:lnTo>
                    <a:pt x="627245" y="1664185"/>
                  </a:lnTo>
                  <a:lnTo>
                    <a:pt x="579258" y="1659433"/>
                  </a:lnTo>
                  <a:lnTo>
                    <a:pt x="547224" y="1656579"/>
                  </a:lnTo>
                  <a:lnTo>
                    <a:pt x="529621" y="1655163"/>
                  </a:lnTo>
                  <a:lnTo>
                    <a:pt x="522973" y="1654677"/>
                  </a:lnTo>
                  <a:lnTo>
                    <a:pt x="522133" y="1654621"/>
                  </a:lnTo>
                  <a:lnTo>
                    <a:pt x="0" y="1654621"/>
                  </a:lnTo>
                  <a:lnTo>
                    <a:pt x="0" y="1654621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65" name="pg65"/>
            <p:cNvSpPr/>
            <p:nvPr/>
          </p:nvSpPr>
          <p:spPr>
            <a:xfrm>
              <a:off x="386606" y="3297587"/>
              <a:ext cx="8554953" cy="2896998"/>
            </a:xfrm>
            <a:custGeom>
              <a:avLst/>
              <a:pathLst>
                <a:path w="8554953" h="2896998">
                  <a:moveTo>
                    <a:pt x="0" y="5647"/>
                  </a:moveTo>
                  <a:lnTo>
                    <a:pt x="522133" y="5647"/>
                  </a:lnTo>
                  <a:lnTo>
                    <a:pt x="523284" y="5725"/>
                  </a:lnTo>
                  <a:lnTo>
                    <a:pt x="530825" y="6286"/>
                  </a:lnTo>
                  <a:lnTo>
                    <a:pt x="549740" y="7836"/>
                  </a:lnTo>
                  <a:lnTo>
                    <a:pt x="583318" y="10882"/>
                  </a:lnTo>
                  <a:lnTo>
                    <a:pt x="632869" y="15883"/>
                  </a:lnTo>
                  <a:lnTo>
                    <a:pt x="697645" y="23191"/>
                  </a:lnTo>
                  <a:lnTo>
                    <a:pt x="775112" y="33024"/>
                  </a:lnTo>
                  <a:lnTo>
                    <a:pt x="861566" y="45467"/>
                  </a:lnTo>
                  <a:lnTo>
                    <a:pt x="952902" y="60505"/>
                  </a:lnTo>
                  <a:lnTo>
                    <a:pt x="1045298" y="78081"/>
                  </a:lnTo>
                  <a:lnTo>
                    <a:pt x="1135674" y="98148"/>
                  </a:lnTo>
                  <a:lnTo>
                    <a:pt x="1221874" y="120718"/>
                  </a:lnTo>
                  <a:lnTo>
                    <a:pt x="1302642" y="145888"/>
                  </a:lnTo>
                  <a:lnTo>
                    <a:pt x="1377473" y="173858"/>
                  </a:lnTo>
                  <a:lnTo>
                    <a:pt x="1446427" y="204933"/>
                  </a:lnTo>
                  <a:lnTo>
                    <a:pt x="1509949" y="239515"/>
                  </a:lnTo>
                  <a:lnTo>
                    <a:pt x="1568722" y="278094"/>
                  </a:lnTo>
                  <a:lnTo>
                    <a:pt x="1623555" y="321216"/>
                  </a:lnTo>
                  <a:lnTo>
                    <a:pt x="1675303" y="369436"/>
                  </a:lnTo>
                  <a:lnTo>
                    <a:pt x="1724792" y="423234"/>
                  </a:lnTo>
                  <a:lnTo>
                    <a:pt x="1768425" y="477185"/>
                  </a:lnTo>
                  <a:lnTo>
                    <a:pt x="1805675" y="527992"/>
                  </a:lnTo>
                  <a:lnTo>
                    <a:pt x="1842577" y="582512"/>
                  </a:lnTo>
                  <a:lnTo>
                    <a:pt x="1879353" y="640821"/>
                  </a:lnTo>
                  <a:lnTo>
                    <a:pt x="1916175" y="702934"/>
                  </a:lnTo>
                  <a:lnTo>
                    <a:pt x="1953175" y="768801"/>
                  </a:lnTo>
                  <a:lnTo>
                    <a:pt x="1990446" y="838298"/>
                  </a:lnTo>
                  <a:lnTo>
                    <a:pt x="2028045" y="911225"/>
                  </a:lnTo>
                  <a:lnTo>
                    <a:pt x="2065996" y="987303"/>
                  </a:lnTo>
                  <a:lnTo>
                    <a:pt x="2104294" y="1066177"/>
                  </a:lnTo>
                  <a:lnTo>
                    <a:pt x="2142910" y="1147419"/>
                  </a:lnTo>
                  <a:lnTo>
                    <a:pt x="2181791" y="1230538"/>
                  </a:lnTo>
                  <a:lnTo>
                    <a:pt x="2220866" y="1314990"/>
                  </a:lnTo>
                  <a:lnTo>
                    <a:pt x="2260052" y="1400190"/>
                  </a:lnTo>
                  <a:lnTo>
                    <a:pt x="2299260" y="1485534"/>
                  </a:lnTo>
                  <a:lnTo>
                    <a:pt x="2338398" y="1570412"/>
                  </a:lnTo>
                  <a:lnTo>
                    <a:pt x="2377380" y="1654228"/>
                  </a:lnTo>
                  <a:lnTo>
                    <a:pt x="2416128" y="1736418"/>
                  </a:lnTo>
                  <a:lnTo>
                    <a:pt x="2454581" y="1816463"/>
                  </a:lnTo>
                  <a:lnTo>
                    <a:pt x="2492698" y="1893904"/>
                  </a:lnTo>
                  <a:lnTo>
                    <a:pt x="2530461" y="1968352"/>
                  </a:lnTo>
                  <a:lnTo>
                    <a:pt x="2567881" y="2039491"/>
                  </a:lnTo>
                  <a:lnTo>
                    <a:pt x="2604999" y="2107084"/>
                  </a:lnTo>
                  <a:lnTo>
                    <a:pt x="2641891" y="2170973"/>
                  </a:lnTo>
                  <a:lnTo>
                    <a:pt x="2678670" y="2231073"/>
                  </a:lnTo>
                  <a:lnTo>
                    <a:pt x="2715488" y="2287369"/>
                  </a:lnTo>
                  <a:lnTo>
                    <a:pt x="2752543" y="2339908"/>
                  </a:lnTo>
                  <a:lnTo>
                    <a:pt x="2770117" y="2363341"/>
                  </a:lnTo>
                  <a:lnTo>
                    <a:pt x="2818192" y="2422441"/>
                  </a:lnTo>
                  <a:lnTo>
                    <a:pt x="2867854" y="2475715"/>
                  </a:lnTo>
                  <a:lnTo>
                    <a:pt x="2919849" y="2523448"/>
                  </a:lnTo>
                  <a:lnTo>
                    <a:pt x="2975007" y="2566132"/>
                  </a:lnTo>
                  <a:lnTo>
                    <a:pt x="3034181" y="2604324"/>
                  </a:lnTo>
                  <a:lnTo>
                    <a:pt x="3098173" y="2638567"/>
                  </a:lnTo>
                  <a:lnTo>
                    <a:pt x="3167649" y="2669343"/>
                  </a:lnTo>
                  <a:lnTo>
                    <a:pt x="3243026" y="2697047"/>
                  </a:lnTo>
                  <a:lnTo>
                    <a:pt x="3324320" y="2721973"/>
                  </a:lnTo>
                  <a:lnTo>
                    <a:pt x="3410966" y="2744312"/>
                  </a:lnTo>
                  <a:lnTo>
                    <a:pt x="3501630" y="2764152"/>
                  </a:lnTo>
                  <a:lnTo>
                    <a:pt x="3594071" y="2781499"/>
                  </a:lnTo>
                  <a:lnTo>
                    <a:pt x="3685128" y="2796303"/>
                  </a:lnTo>
                  <a:lnTo>
                    <a:pt x="3770932" y="2808507"/>
                  </a:lnTo>
                  <a:lnTo>
                    <a:pt x="3847382" y="2818104"/>
                  </a:lnTo>
                  <a:lnTo>
                    <a:pt x="3910851" y="2825191"/>
                  </a:lnTo>
                  <a:lnTo>
                    <a:pt x="3958945" y="2829996"/>
                  </a:lnTo>
                  <a:lnTo>
                    <a:pt x="3991099" y="2832886"/>
                  </a:lnTo>
                  <a:lnTo>
                    <a:pt x="4008813" y="2834325"/>
                  </a:lnTo>
                  <a:lnTo>
                    <a:pt x="4015541" y="2834821"/>
                  </a:lnTo>
                  <a:lnTo>
                    <a:pt x="4016409" y="2834879"/>
                  </a:lnTo>
                  <a:lnTo>
                    <a:pt x="4538543" y="2834879"/>
                  </a:lnTo>
                  <a:lnTo>
                    <a:pt x="4539813" y="2834881"/>
                  </a:lnTo>
                  <a:lnTo>
                    <a:pt x="4548113" y="2834895"/>
                  </a:lnTo>
                  <a:lnTo>
                    <a:pt x="4568865" y="2834933"/>
                  </a:lnTo>
                  <a:lnTo>
                    <a:pt x="4605523" y="2835007"/>
                  </a:lnTo>
                  <a:lnTo>
                    <a:pt x="4659265" y="2835128"/>
                  </a:lnTo>
                  <a:lnTo>
                    <a:pt x="4728934" y="2835304"/>
                  </a:lnTo>
                  <a:lnTo>
                    <a:pt x="4811433" y="2835540"/>
                  </a:lnTo>
                  <a:lnTo>
                    <a:pt x="4902503" y="2835838"/>
                  </a:lnTo>
                  <a:lnTo>
                    <a:pt x="4997628" y="2836196"/>
                  </a:lnTo>
                  <a:lnTo>
                    <a:pt x="5092786" y="2836613"/>
                  </a:lnTo>
                  <a:lnTo>
                    <a:pt x="5184893" y="2837089"/>
                  </a:lnTo>
                  <a:lnTo>
                    <a:pt x="5271932" y="2837624"/>
                  </a:lnTo>
                  <a:lnTo>
                    <a:pt x="5352862" y="2838222"/>
                  </a:lnTo>
                  <a:lnTo>
                    <a:pt x="5427413" y="2838888"/>
                  </a:lnTo>
                  <a:lnTo>
                    <a:pt x="5495868" y="2839632"/>
                  </a:lnTo>
                  <a:lnTo>
                    <a:pt x="5558865" y="2840463"/>
                  </a:lnTo>
                  <a:lnTo>
                    <a:pt x="5617247" y="2841395"/>
                  </a:lnTo>
                  <a:lnTo>
                    <a:pt x="5671943" y="2842442"/>
                  </a:lnTo>
                  <a:lnTo>
                    <a:pt x="5723888" y="2843615"/>
                  </a:lnTo>
                  <a:lnTo>
                    <a:pt x="5773939" y="2844924"/>
                  </a:lnTo>
                  <a:lnTo>
                    <a:pt x="5784835" y="2845233"/>
                  </a:lnTo>
                  <a:lnTo>
                    <a:pt x="5839071" y="2846888"/>
                  </a:lnTo>
                  <a:lnTo>
                    <a:pt x="5892786" y="2848719"/>
                  </a:lnTo>
                  <a:lnTo>
                    <a:pt x="5946566" y="2850727"/>
                  </a:lnTo>
                  <a:lnTo>
                    <a:pt x="6000801" y="2852909"/>
                  </a:lnTo>
                  <a:lnTo>
                    <a:pt x="6055713" y="2855253"/>
                  </a:lnTo>
                  <a:lnTo>
                    <a:pt x="6111373" y="2857739"/>
                  </a:lnTo>
                  <a:lnTo>
                    <a:pt x="6167725" y="2860341"/>
                  </a:lnTo>
                  <a:lnTo>
                    <a:pt x="6224607" y="2863025"/>
                  </a:lnTo>
                  <a:lnTo>
                    <a:pt x="6281785" y="2865753"/>
                  </a:lnTo>
                  <a:lnTo>
                    <a:pt x="6338981" y="2868483"/>
                  </a:lnTo>
                  <a:lnTo>
                    <a:pt x="6395919" y="2871176"/>
                  </a:lnTo>
                  <a:lnTo>
                    <a:pt x="6452355" y="2873791"/>
                  </a:lnTo>
                  <a:lnTo>
                    <a:pt x="6508115" y="2876294"/>
                  </a:lnTo>
                  <a:lnTo>
                    <a:pt x="6563128" y="2878659"/>
                  </a:lnTo>
                  <a:lnTo>
                    <a:pt x="6617445" y="2880864"/>
                  </a:lnTo>
                  <a:lnTo>
                    <a:pt x="6671268" y="2882896"/>
                  </a:lnTo>
                  <a:lnTo>
                    <a:pt x="6724962" y="2884751"/>
                  </a:lnTo>
                  <a:lnTo>
                    <a:pt x="6779085" y="2886430"/>
                  </a:lnTo>
                  <a:lnTo>
                    <a:pt x="6786527" y="2886645"/>
                  </a:lnTo>
                  <a:lnTo>
                    <a:pt x="6836260" y="2887985"/>
                  </a:lnTo>
                  <a:lnTo>
                    <a:pt x="6887717" y="2889187"/>
                  </a:lnTo>
                  <a:lnTo>
                    <a:pt x="6941725" y="2890261"/>
                  </a:lnTo>
                  <a:lnTo>
                    <a:pt x="6999209" y="2891217"/>
                  </a:lnTo>
                  <a:lnTo>
                    <a:pt x="7061107" y="2892070"/>
                  </a:lnTo>
                  <a:lnTo>
                    <a:pt x="7128290" y="2892832"/>
                  </a:lnTo>
                  <a:lnTo>
                    <a:pt x="7201452" y="2893514"/>
                  </a:lnTo>
                  <a:lnTo>
                    <a:pt x="7280970" y="2894127"/>
                  </a:lnTo>
                  <a:lnTo>
                    <a:pt x="7366717" y="2894675"/>
                  </a:lnTo>
                  <a:lnTo>
                    <a:pt x="7457839" y="2895164"/>
                  </a:lnTo>
                  <a:lnTo>
                    <a:pt x="7552550" y="2895594"/>
                  </a:lnTo>
                  <a:lnTo>
                    <a:pt x="7648001" y="2895966"/>
                  </a:lnTo>
                  <a:lnTo>
                    <a:pt x="7740350" y="2896277"/>
                  </a:lnTo>
                  <a:lnTo>
                    <a:pt x="7825136" y="2896527"/>
                  </a:lnTo>
                  <a:lnTo>
                    <a:pt x="7897966" y="2896716"/>
                  </a:lnTo>
                  <a:lnTo>
                    <a:pt x="7955411" y="2896849"/>
                  </a:lnTo>
                  <a:lnTo>
                    <a:pt x="7995833" y="2896932"/>
                  </a:lnTo>
                  <a:lnTo>
                    <a:pt x="8019883" y="2896977"/>
                  </a:lnTo>
                  <a:lnTo>
                    <a:pt x="8030536" y="2896995"/>
                  </a:lnTo>
                  <a:lnTo>
                    <a:pt x="8032819" y="2896998"/>
                  </a:lnTo>
                  <a:lnTo>
                    <a:pt x="8554953" y="2896998"/>
                  </a:lnTo>
                  <a:lnTo>
                    <a:pt x="8554953" y="2891351"/>
                  </a:lnTo>
                  <a:lnTo>
                    <a:pt x="8032819" y="2891351"/>
                  </a:lnTo>
                  <a:lnTo>
                    <a:pt x="8031549" y="2891349"/>
                  </a:lnTo>
                  <a:lnTo>
                    <a:pt x="8023249" y="2891336"/>
                  </a:lnTo>
                  <a:lnTo>
                    <a:pt x="8002497" y="2891298"/>
                  </a:lnTo>
                  <a:lnTo>
                    <a:pt x="7965839" y="2891224"/>
                  </a:lnTo>
                  <a:lnTo>
                    <a:pt x="7912097" y="2891103"/>
                  </a:lnTo>
                  <a:lnTo>
                    <a:pt x="7842428" y="2890926"/>
                  </a:lnTo>
                  <a:lnTo>
                    <a:pt x="7759929" y="2890690"/>
                  </a:lnTo>
                  <a:lnTo>
                    <a:pt x="7668859" y="2890393"/>
                  </a:lnTo>
                  <a:lnTo>
                    <a:pt x="7573734" y="2890034"/>
                  </a:lnTo>
                  <a:lnTo>
                    <a:pt x="7478576" y="2889617"/>
                  </a:lnTo>
                  <a:lnTo>
                    <a:pt x="7386469" y="2889141"/>
                  </a:lnTo>
                  <a:lnTo>
                    <a:pt x="7299430" y="2888606"/>
                  </a:lnTo>
                  <a:lnTo>
                    <a:pt x="7218500" y="2888008"/>
                  </a:lnTo>
                  <a:lnTo>
                    <a:pt x="7143949" y="2887342"/>
                  </a:lnTo>
                  <a:lnTo>
                    <a:pt x="7075494" y="2886599"/>
                  </a:lnTo>
                  <a:lnTo>
                    <a:pt x="7012497" y="2885767"/>
                  </a:lnTo>
                  <a:lnTo>
                    <a:pt x="6954115" y="2884835"/>
                  </a:lnTo>
                  <a:lnTo>
                    <a:pt x="6899419" y="2883789"/>
                  </a:lnTo>
                  <a:lnTo>
                    <a:pt x="6847474" y="2882615"/>
                  </a:lnTo>
                  <a:lnTo>
                    <a:pt x="6797423" y="2881306"/>
                  </a:lnTo>
                  <a:lnTo>
                    <a:pt x="6786527" y="2880998"/>
                  </a:lnTo>
                  <a:lnTo>
                    <a:pt x="6732291" y="2879343"/>
                  </a:lnTo>
                  <a:lnTo>
                    <a:pt x="6678576" y="2877512"/>
                  </a:lnTo>
                  <a:lnTo>
                    <a:pt x="6624796" y="2875503"/>
                  </a:lnTo>
                  <a:lnTo>
                    <a:pt x="6570561" y="2873322"/>
                  </a:lnTo>
                  <a:lnTo>
                    <a:pt x="6515649" y="2870978"/>
                  </a:lnTo>
                  <a:lnTo>
                    <a:pt x="6459989" y="2868492"/>
                  </a:lnTo>
                  <a:lnTo>
                    <a:pt x="6403637" y="2865890"/>
                  </a:lnTo>
                  <a:lnTo>
                    <a:pt x="6346755" y="2863206"/>
                  </a:lnTo>
                  <a:lnTo>
                    <a:pt x="6289577" y="2860478"/>
                  </a:lnTo>
                  <a:lnTo>
                    <a:pt x="6232381" y="2857747"/>
                  </a:lnTo>
                  <a:lnTo>
                    <a:pt x="6175443" y="2855055"/>
                  </a:lnTo>
                  <a:lnTo>
                    <a:pt x="6119007" y="2852440"/>
                  </a:lnTo>
                  <a:lnTo>
                    <a:pt x="6063247" y="2849936"/>
                  </a:lnTo>
                  <a:lnTo>
                    <a:pt x="6008234" y="2847572"/>
                  </a:lnTo>
                  <a:lnTo>
                    <a:pt x="5953917" y="2845367"/>
                  </a:lnTo>
                  <a:lnTo>
                    <a:pt x="5900094" y="2843334"/>
                  </a:lnTo>
                  <a:lnTo>
                    <a:pt x="5846400" y="2841480"/>
                  </a:lnTo>
                  <a:lnTo>
                    <a:pt x="5792277" y="2839801"/>
                  </a:lnTo>
                  <a:lnTo>
                    <a:pt x="5784835" y="2839585"/>
                  </a:lnTo>
                  <a:lnTo>
                    <a:pt x="5735102" y="2838246"/>
                  </a:lnTo>
                  <a:lnTo>
                    <a:pt x="5683645" y="2837043"/>
                  </a:lnTo>
                  <a:lnTo>
                    <a:pt x="5629637" y="2835970"/>
                  </a:lnTo>
                  <a:lnTo>
                    <a:pt x="5572153" y="2835013"/>
                  </a:lnTo>
                  <a:lnTo>
                    <a:pt x="5510255" y="2834161"/>
                  </a:lnTo>
                  <a:lnTo>
                    <a:pt x="5443072" y="2833399"/>
                  </a:lnTo>
                  <a:lnTo>
                    <a:pt x="5369910" y="2832716"/>
                  </a:lnTo>
                  <a:lnTo>
                    <a:pt x="5290391" y="2832104"/>
                  </a:lnTo>
                  <a:lnTo>
                    <a:pt x="5204645" y="2831555"/>
                  </a:lnTo>
                  <a:lnTo>
                    <a:pt x="5113523" y="2831067"/>
                  </a:lnTo>
                  <a:lnTo>
                    <a:pt x="5018812" y="2830636"/>
                  </a:lnTo>
                  <a:lnTo>
                    <a:pt x="4923361" y="2830265"/>
                  </a:lnTo>
                  <a:lnTo>
                    <a:pt x="4831012" y="2829954"/>
                  </a:lnTo>
                  <a:lnTo>
                    <a:pt x="4746226" y="2829704"/>
                  </a:lnTo>
                  <a:lnTo>
                    <a:pt x="4673396" y="2829515"/>
                  </a:lnTo>
                  <a:lnTo>
                    <a:pt x="4615951" y="2829382"/>
                  </a:lnTo>
                  <a:lnTo>
                    <a:pt x="4575529" y="2829298"/>
                  </a:lnTo>
                  <a:lnTo>
                    <a:pt x="4551479" y="2829254"/>
                  </a:lnTo>
                  <a:lnTo>
                    <a:pt x="4540826" y="2829236"/>
                  </a:lnTo>
                  <a:lnTo>
                    <a:pt x="4538543" y="2829232"/>
                  </a:lnTo>
                  <a:lnTo>
                    <a:pt x="4016409" y="2829232"/>
                  </a:lnTo>
                  <a:lnTo>
                    <a:pt x="4015258" y="2829154"/>
                  </a:lnTo>
                  <a:lnTo>
                    <a:pt x="4007717" y="2828593"/>
                  </a:lnTo>
                  <a:lnTo>
                    <a:pt x="3988802" y="2827043"/>
                  </a:lnTo>
                  <a:lnTo>
                    <a:pt x="3955224" y="2823996"/>
                  </a:lnTo>
                  <a:lnTo>
                    <a:pt x="3905673" y="2818996"/>
                  </a:lnTo>
                  <a:lnTo>
                    <a:pt x="3840897" y="2811688"/>
                  </a:lnTo>
                  <a:lnTo>
                    <a:pt x="3763430" y="2801855"/>
                  </a:lnTo>
                  <a:lnTo>
                    <a:pt x="3676976" y="2789412"/>
                  </a:lnTo>
                  <a:lnTo>
                    <a:pt x="3585640" y="2774373"/>
                  </a:lnTo>
                  <a:lnTo>
                    <a:pt x="3493244" y="2756798"/>
                  </a:lnTo>
                  <a:lnTo>
                    <a:pt x="3402868" y="2736731"/>
                  </a:lnTo>
                  <a:lnTo>
                    <a:pt x="3316668" y="2714161"/>
                  </a:lnTo>
                  <a:lnTo>
                    <a:pt x="3235900" y="2688991"/>
                  </a:lnTo>
                  <a:lnTo>
                    <a:pt x="3161069" y="2661020"/>
                  </a:lnTo>
                  <a:lnTo>
                    <a:pt x="3092116" y="2629946"/>
                  </a:lnTo>
                  <a:lnTo>
                    <a:pt x="3028594" y="2595363"/>
                  </a:lnTo>
                  <a:lnTo>
                    <a:pt x="2969821" y="2556785"/>
                  </a:lnTo>
                  <a:lnTo>
                    <a:pt x="2914987" y="2513663"/>
                  </a:lnTo>
                  <a:lnTo>
                    <a:pt x="2863239" y="2465443"/>
                  </a:lnTo>
                  <a:lnTo>
                    <a:pt x="2813750" y="2411645"/>
                  </a:lnTo>
                  <a:lnTo>
                    <a:pt x="2770117" y="2357693"/>
                  </a:lnTo>
                  <a:lnTo>
                    <a:pt x="2732867" y="2306887"/>
                  </a:lnTo>
                  <a:lnTo>
                    <a:pt x="2695965" y="2252367"/>
                  </a:lnTo>
                  <a:lnTo>
                    <a:pt x="2659189" y="2194058"/>
                  </a:lnTo>
                  <a:lnTo>
                    <a:pt x="2622367" y="2131944"/>
                  </a:lnTo>
                  <a:lnTo>
                    <a:pt x="2585367" y="2066077"/>
                  </a:lnTo>
                  <a:lnTo>
                    <a:pt x="2548096" y="1996581"/>
                  </a:lnTo>
                  <a:lnTo>
                    <a:pt x="2510497" y="1923654"/>
                  </a:lnTo>
                  <a:lnTo>
                    <a:pt x="2472546" y="1847576"/>
                  </a:lnTo>
                  <a:lnTo>
                    <a:pt x="2434248" y="1768702"/>
                  </a:lnTo>
                  <a:lnTo>
                    <a:pt x="2395632" y="1687460"/>
                  </a:lnTo>
                  <a:lnTo>
                    <a:pt x="2356751" y="1604341"/>
                  </a:lnTo>
                  <a:lnTo>
                    <a:pt x="2317676" y="1519889"/>
                  </a:lnTo>
                  <a:lnTo>
                    <a:pt x="2278490" y="1434689"/>
                  </a:lnTo>
                  <a:lnTo>
                    <a:pt x="2239282" y="1349345"/>
                  </a:lnTo>
                  <a:lnTo>
                    <a:pt x="2200144" y="1264467"/>
                  </a:lnTo>
                  <a:lnTo>
                    <a:pt x="2161162" y="1180651"/>
                  </a:lnTo>
                  <a:lnTo>
                    <a:pt x="2122414" y="1098461"/>
                  </a:lnTo>
                  <a:lnTo>
                    <a:pt x="2083961" y="1018416"/>
                  </a:lnTo>
                  <a:lnTo>
                    <a:pt x="2045844" y="940975"/>
                  </a:lnTo>
                  <a:lnTo>
                    <a:pt x="2008081" y="866527"/>
                  </a:lnTo>
                  <a:lnTo>
                    <a:pt x="1970661" y="795388"/>
                  </a:lnTo>
                  <a:lnTo>
                    <a:pt x="1933543" y="727795"/>
                  </a:lnTo>
                  <a:lnTo>
                    <a:pt x="1896651" y="663906"/>
                  </a:lnTo>
                  <a:lnTo>
                    <a:pt x="1859872" y="603806"/>
                  </a:lnTo>
                  <a:lnTo>
                    <a:pt x="1823054" y="547510"/>
                  </a:lnTo>
                  <a:lnTo>
                    <a:pt x="1785999" y="494971"/>
                  </a:lnTo>
                  <a:lnTo>
                    <a:pt x="1768425" y="471538"/>
                  </a:lnTo>
                  <a:lnTo>
                    <a:pt x="1720350" y="412438"/>
                  </a:lnTo>
                  <a:lnTo>
                    <a:pt x="1670688" y="359164"/>
                  </a:lnTo>
                  <a:lnTo>
                    <a:pt x="1618693" y="311431"/>
                  </a:lnTo>
                  <a:lnTo>
                    <a:pt x="1563535" y="268747"/>
                  </a:lnTo>
                  <a:lnTo>
                    <a:pt x="1504361" y="230555"/>
                  </a:lnTo>
                  <a:lnTo>
                    <a:pt x="1440370" y="196312"/>
                  </a:lnTo>
                  <a:lnTo>
                    <a:pt x="1370893" y="165536"/>
                  </a:lnTo>
                  <a:lnTo>
                    <a:pt x="1295516" y="137832"/>
                  </a:lnTo>
                  <a:lnTo>
                    <a:pt x="1214222" y="112906"/>
                  </a:lnTo>
                  <a:lnTo>
                    <a:pt x="1127576" y="90567"/>
                  </a:lnTo>
                  <a:lnTo>
                    <a:pt x="1036912" y="70727"/>
                  </a:lnTo>
                  <a:lnTo>
                    <a:pt x="944471" y="53380"/>
                  </a:lnTo>
                  <a:lnTo>
                    <a:pt x="853414" y="38576"/>
                  </a:lnTo>
                  <a:lnTo>
                    <a:pt x="767610" y="26372"/>
                  </a:lnTo>
                  <a:lnTo>
                    <a:pt x="691160" y="16774"/>
                  </a:lnTo>
                  <a:lnTo>
                    <a:pt x="627691" y="9688"/>
                  </a:lnTo>
                  <a:lnTo>
                    <a:pt x="579597" y="4883"/>
                  </a:lnTo>
                  <a:lnTo>
                    <a:pt x="547443" y="1993"/>
                  </a:lnTo>
                  <a:lnTo>
                    <a:pt x="529729" y="554"/>
                  </a:lnTo>
                  <a:lnTo>
                    <a:pt x="523001" y="58"/>
                  </a:lnTo>
                  <a:lnTo>
                    <a:pt x="5221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66" name="pl66"/>
            <p:cNvSpPr/>
            <p:nvPr/>
          </p:nvSpPr>
          <p:spPr>
            <a:xfrm>
              <a:off x="386606" y="3303234"/>
              <a:ext cx="8554953" cy="2891351"/>
            </a:xfrm>
            <a:custGeom>
              <a:avLst/>
              <a:pathLst>
                <a:path w="8554953" h="2891351">
                  <a:moveTo>
                    <a:pt x="0" y="0"/>
                  </a:moveTo>
                  <a:lnTo>
                    <a:pt x="522133" y="0"/>
                  </a:lnTo>
                  <a:lnTo>
                    <a:pt x="523284" y="78"/>
                  </a:lnTo>
                  <a:lnTo>
                    <a:pt x="530825" y="639"/>
                  </a:lnTo>
                  <a:lnTo>
                    <a:pt x="549740" y="2189"/>
                  </a:lnTo>
                  <a:lnTo>
                    <a:pt x="583318" y="5235"/>
                  </a:lnTo>
                  <a:lnTo>
                    <a:pt x="632869" y="10236"/>
                  </a:lnTo>
                  <a:lnTo>
                    <a:pt x="697645" y="17544"/>
                  </a:lnTo>
                  <a:lnTo>
                    <a:pt x="775112" y="27377"/>
                  </a:lnTo>
                  <a:lnTo>
                    <a:pt x="861566" y="39820"/>
                  </a:lnTo>
                  <a:lnTo>
                    <a:pt x="952902" y="54858"/>
                  </a:lnTo>
                  <a:lnTo>
                    <a:pt x="1045298" y="72434"/>
                  </a:lnTo>
                  <a:lnTo>
                    <a:pt x="1135674" y="92501"/>
                  </a:lnTo>
                  <a:lnTo>
                    <a:pt x="1221874" y="115071"/>
                  </a:lnTo>
                  <a:lnTo>
                    <a:pt x="1302642" y="140241"/>
                  </a:lnTo>
                  <a:lnTo>
                    <a:pt x="1377473" y="168211"/>
                  </a:lnTo>
                  <a:lnTo>
                    <a:pt x="1446427" y="199286"/>
                  </a:lnTo>
                  <a:lnTo>
                    <a:pt x="1509949" y="233868"/>
                  </a:lnTo>
                  <a:lnTo>
                    <a:pt x="1568722" y="272447"/>
                  </a:lnTo>
                  <a:lnTo>
                    <a:pt x="1623555" y="315568"/>
                  </a:lnTo>
                  <a:lnTo>
                    <a:pt x="1675303" y="363789"/>
                  </a:lnTo>
                  <a:lnTo>
                    <a:pt x="1724792" y="417586"/>
                  </a:lnTo>
                  <a:lnTo>
                    <a:pt x="1768425" y="471538"/>
                  </a:lnTo>
                  <a:lnTo>
                    <a:pt x="1805675" y="522345"/>
                  </a:lnTo>
                  <a:lnTo>
                    <a:pt x="1842577" y="576865"/>
                  </a:lnTo>
                  <a:lnTo>
                    <a:pt x="1879353" y="635174"/>
                  </a:lnTo>
                  <a:lnTo>
                    <a:pt x="1916175" y="697287"/>
                  </a:lnTo>
                  <a:lnTo>
                    <a:pt x="1953175" y="763154"/>
                  </a:lnTo>
                  <a:lnTo>
                    <a:pt x="1990446" y="832651"/>
                  </a:lnTo>
                  <a:lnTo>
                    <a:pt x="2028045" y="905578"/>
                  </a:lnTo>
                  <a:lnTo>
                    <a:pt x="2065996" y="981655"/>
                  </a:lnTo>
                  <a:lnTo>
                    <a:pt x="2104294" y="1060529"/>
                  </a:lnTo>
                  <a:lnTo>
                    <a:pt x="2142910" y="1141772"/>
                  </a:lnTo>
                  <a:lnTo>
                    <a:pt x="2181791" y="1224891"/>
                  </a:lnTo>
                  <a:lnTo>
                    <a:pt x="2220866" y="1309343"/>
                  </a:lnTo>
                  <a:lnTo>
                    <a:pt x="2260052" y="1394543"/>
                  </a:lnTo>
                  <a:lnTo>
                    <a:pt x="2299260" y="1479887"/>
                  </a:lnTo>
                  <a:lnTo>
                    <a:pt x="2338398" y="1564765"/>
                  </a:lnTo>
                  <a:lnTo>
                    <a:pt x="2377380" y="1648581"/>
                  </a:lnTo>
                  <a:lnTo>
                    <a:pt x="2416128" y="1730771"/>
                  </a:lnTo>
                  <a:lnTo>
                    <a:pt x="2454581" y="1810816"/>
                  </a:lnTo>
                  <a:lnTo>
                    <a:pt x="2492698" y="1888257"/>
                  </a:lnTo>
                  <a:lnTo>
                    <a:pt x="2530461" y="1962704"/>
                  </a:lnTo>
                  <a:lnTo>
                    <a:pt x="2567881" y="2033843"/>
                  </a:lnTo>
                  <a:lnTo>
                    <a:pt x="2604999" y="2101437"/>
                  </a:lnTo>
                  <a:lnTo>
                    <a:pt x="2641891" y="2165326"/>
                  </a:lnTo>
                  <a:lnTo>
                    <a:pt x="2678670" y="2225426"/>
                  </a:lnTo>
                  <a:lnTo>
                    <a:pt x="2715488" y="2281721"/>
                  </a:lnTo>
                  <a:lnTo>
                    <a:pt x="2752543" y="2334261"/>
                  </a:lnTo>
                  <a:lnTo>
                    <a:pt x="2770117" y="2357693"/>
                  </a:lnTo>
                  <a:lnTo>
                    <a:pt x="2818192" y="2416794"/>
                  </a:lnTo>
                  <a:lnTo>
                    <a:pt x="2867854" y="2470068"/>
                  </a:lnTo>
                  <a:lnTo>
                    <a:pt x="2919849" y="2517801"/>
                  </a:lnTo>
                  <a:lnTo>
                    <a:pt x="2975007" y="2560484"/>
                  </a:lnTo>
                  <a:lnTo>
                    <a:pt x="3034181" y="2598676"/>
                  </a:lnTo>
                  <a:lnTo>
                    <a:pt x="3098173" y="2632920"/>
                  </a:lnTo>
                  <a:lnTo>
                    <a:pt x="3167649" y="2663696"/>
                  </a:lnTo>
                  <a:lnTo>
                    <a:pt x="3243026" y="2691400"/>
                  </a:lnTo>
                  <a:lnTo>
                    <a:pt x="3324320" y="2716326"/>
                  </a:lnTo>
                  <a:lnTo>
                    <a:pt x="3410966" y="2738665"/>
                  </a:lnTo>
                  <a:lnTo>
                    <a:pt x="3501630" y="2758505"/>
                  </a:lnTo>
                  <a:lnTo>
                    <a:pt x="3594071" y="2775852"/>
                  </a:lnTo>
                  <a:lnTo>
                    <a:pt x="3685128" y="2790655"/>
                  </a:lnTo>
                  <a:lnTo>
                    <a:pt x="3770932" y="2802860"/>
                  </a:lnTo>
                  <a:lnTo>
                    <a:pt x="3847382" y="2812457"/>
                  </a:lnTo>
                  <a:lnTo>
                    <a:pt x="3910851" y="2819543"/>
                  </a:lnTo>
                  <a:lnTo>
                    <a:pt x="3958945" y="2824349"/>
                  </a:lnTo>
                  <a:lnTo>
                    <a:pt x="3991099" y="2827239"/>
                  </a:lnTo>
                  <a:lnTo>
                    <a:pt x="4008813" y="2828677"/>
                  </a:lnTo>
                  <a:lnTo>
                    <a:pt x="4015541" y="2829173"/>
                  </a:lnTo>
                  <a:lnTo>
                    <a:pt x="4016409" y="2829232"/>
                  </a:lnTo>
                  <a:lnTo>
                    <a:pt x="4538543" y="2829232"/>
                  </a:lnTo>
                  <a:lnTo>
                    <a:pt x="4539813" y="2829234"/>
                  </a:lnTo>
                  <a:lnTo>
                    <a:pt x="4548113" y="2829248"/>
                  </a:lnTo>
                  <a:lnTo>
                    <a:pt x="4568865" y="2829285"/>
                  </a:lnTo>
                  <a:lnTo>
                    <a:pt x="4605523" y="2829359"/>
                  </a:lnTo>
                  <a:lnTo>
                    <a:pt x="4659265" y="2829480"/>
                  </a:lnTo>
                  <a:lnTo>
                    <a:pt x="4728934" y="2829657"/>
                  </a:lnTo>
                  <a:lnTo>
                    <a:pt x="4811433" y="2829893"/>
                  </a:lnTo>
                  <a:lnTo>
                    <a:pt x="4902503" y="2830191"/>
                  </a:lnTo>
                  <a:lnTo>
                    <a:pt x="4997628" y="2830549"/>
                  </a:lnTo>
                  <a:lnTo>
                    <a:pt x="5092786" y="2830966"/>
                  </a:lnTo>
                  <a:lnTo>
                    <a:pt x="5184893" y="2831442"/>
                  </a:lnTo>
                  <a:lnTo>
                    <a:pt x="5271932" y="2831977"/>
                  </a:lnTo>
                  <a:lnTo>
                    <a:pt x="5352862" y="2832575"/>
                  </a:lnTo>
                  <a:lnTo>
                    <a:pt x="5427413" y="2833241"/>
                  </a:lnTo>
                  <a:lnTo>
                    <a:pt x="5495868" y="2833985"/>
                  </a:lnTo>
                  <a:lnTo>
                    <a:pt x="5558865" y="2834816"/>
                  </a:lnTo>
                  <a:lnTo>
                    <a:pt x="5617247" y="2835748"/>
                  </a:lnTo>
                  <a:lnTo>
                    <a:pt x="5671943" y="2836795"/>
                  </a:lnTo>
                  <a:lnTo>
                    <a:pt x="5723888" y="2837968"/>
                  </a:lnTo>
                  <a:lnTo>
                    <a:pt x="5773939" y="2839277"/>
                  </a:lnTo>
                  <a:lnTo>
                    <a:pt x="5784835" y="2839585"/>
                  </a:lnTo>
                  <a:lnTo>
                    <a:pt x="5839071" y="2841241"/>
                  </a:lnTo>
                  <a:lnTo>
                    <a:pt x="5892786" y="2843071"/>
                  </a:lnTo>
                  <a:lnTo>
                    <a:pt x="5946566" y="2845080"/>
                  </a:lnTo>
                  <a:lnTo>
                    <a:pt x="6000801" y="2847262"/>
                  </a:lnTo>
                  <a:lnTo>
                    <a:pt x="6055713" y="2849605"/>
                  </a:lnTo>
                  <a:lnTo>
                    <a:pt x="6111373" y="2852092"/>
                  </a:lnTo>
                  <a:lnTo>
                    <a:pt x="6167725" y="2854693"/>
                  </a:lnTo>
                  <a:lnTo>
                    <a:pt x="6224607" y="2857377"/>
                  </a:lnTo>
                  <a:lnTo>
                    <a:pt x="6281785" y="2860105"/>
                  </a:lnTo>
                  <a:lnTo>
                    <a:pt x="6338981" y="2862836"/>
                  </a:lnTo>
                  <a:lnTo>
                    <a:pt x="6395919" y="2865529"/>
                  </a:lnTo>
                  <a:lnTo>
                    <a:pt x="6452355" y="2868144"/>
                  </a:lnTo>
                  <a:lnTo>
                    <a:pt x="6508115" y="2870647"/>
                  </a:lnTo>
                  <a:lnTo>
                    <a:pt x="6563128" y="2873012"/>
                  </a:lnTo>
                  <a:lnTo>
                    <a:pt x="6617445" y="2875216"/>
                  </a:lnTo>
                  <a:lnTo>
                    <a:pt x="6671268" y="2877249"/>
                  </a:lnTo>
                  <a:lnTo>
                    <a:pt x="6724962" y="2879104"/>
                  </a:lnTo>
                  <a:lnTo>
                    <a:pt x="6779085" y="2880783"/>
                  </a:lnTo>
                  <a:lnTo>
                    <a:pt x="6786527" y="2880998"/>
                  </a:lnTo>
                  <a:lnTo>
                    <a:pt x="6836260" y="2882337"/>
                  </a:lnTo>
                  <a:lnTo>
                    <a:pt x="6887717" y="2883540"/>
                  </a:lnTo>
                  <a:lnTo>
                    <a:pt x="6941725" y="2884614"/>
                  </a:lnTo>
                  <a:lnTo>
                    <a:pt x="6999209" y="2885570"/>
                  </a:lnTo>
                  <a:lnTo>
                    <a:pt x="7061107" y="2886423"/>
                  </a:lnTo>
                  <a:lnTo>
                    <a:pt x="7128290" y="2887185"/>
                  </a:lnTo>
                  <a:lnTo>
                    <a:pt x="7201452" y="2887867"/>
                  </a:lnTo>
                  <a:lnTo>
                    <a:pt x="7280970" y="2888479"/>
                  </a:lnTo>
                  <a:lnTo>
                    <a:pt x="7366717" y="2889028"/>
                  </a:lnTo>
                  <a:lnTo>
                    <a:pt x="7457839" y="2889517"/>
                  </a:lnTo>
                  <a:lnTo>
                    <a:pt x="7552550" y="2889947"/>
                  </a:lnTo>
                  <a:lnTo>
                    <a:pt x="7648001" y="2890318"/>
                  </a:lnTo>
                  <a:lnTo>
                    <a:pt x="7740350" y="2890630"/>
                  </a:lnTo>
                  <a:lnTo>
                    <a:pt x="7825136" y="2890879"/>
                  </a:lnTo>
                  <a:lnTo>
                    <a:pt x="7897966" y="2891069"/>
                  </a:lnTo>
                  <a:lnTo>
                    <a:pt x="7955411" y="2891202"/>
                  </a:lnTo>
                  <a:lnTo>
                    <a:pt x="7995833" y="2891285"/>
                  </a:lnTo>
                  <a:lnTo>
                    <a:pt x="8019883" y="2891330"/>
                  </a:lnTo>
                  <a:lnTo>
                    <a:pt x="8030536" y="2891348"/>
                  </a:lnTo>
                  <a:lnTo>
                    <a:pt x="8032805" y="2891351"/>
                  </a:lnTo>
                  <a:lnTo>
                    <a:pt x="8032819" y="2891351"/>
                  </a:lnTo>
                  <a:lnTo>
                    <a:pt x="8554953" y="2891351"/>
                  </a:lnTo>
                  <a:lnTo>
                    <a:pt x="8554953" y="2891351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67" name="pl67"/>
            <p:cNvSpPr/>
            <p:nvPr/>
          </p:nvSpPr>
          <p:spPr>
            <a:xfrm>
              <a:off x="386606" y="3297587"/>
              <a:ext cx="8554953" cy="2891351"/>
            </a:xfrm>
            <a:custGeom>
              <a:avLst/>
              <a:pathLst>
                <a:path w="8554953" h="2891351">
                  <a:moveTo>
                    <a:pt x="8554953" y="2891351"/>
                  </a:moveTo>
                  <a:lnTo>
                    <a:pt x="8032819" y="2891351"/>
                  </a:lnTo>
                  <a:lnTo>
                    <a:pt x="8031549" y="2891349"/>
                  </a:lnTo>
                  <a:lnTo>
                    <a:pt x="8023249" y="2891336"/>
                  </a:lnTo>
                  <a:lnTo>
                    <a:pt x="8002497" y="2891298"/>
                  </a:lnTo>
                  <a:lnTo>
                    <a:pt x="7965839" y="2891224"/>
                  </a:lnTo>
                  <a:lnTo>
                    <a:pt x="7912097" y="2891103"/>
                  </a:lnTo>
                  <a:lnTo>
                    <a:pt x="7842428" y="2890926"/>
                  </a:lnTo>
                  <a:lnTo>
                    <a:pt x="7759929" y="2890690"/>
                  </a:lnTo>
                  <a:lnTo>
                    <a:pt x="7668859" y="2890393"/>
                  </a:lnTo>
                  <a:lnTo>
                    <a:pt x="7573734" y="2890034"/>
                  </a:lnTo>
                  <a:lnTo>
                    <a:pt x="7478576" y="2889617"/>
                  </a:lnTo>
                  <a:lnTo>
                    <a:pt x="7386469" y="2889141"/>
                  </a:lnTo>
                  <a:lnTo>
                    <a:pt x="7299430" y="2888606"/>
                  </a:lnTo>
                  <a:lnTo>
                    <a:pt x="7218500" y="2888008"/>
                  </a:lnTo>
                  <a:lnTo>
                    <a:pt x="7143949" y="2887342"/>
                  </a:lnTo>
                  <a:lnTo>
                    <a:pt x="7075494" y="2886599"/>
                  </a:lnTo>
                  <a:lnTo>
                    <a:pt x="7012497" y="2885767"/>
                  </a:lnTo>
                  <a:lnTo>
                    <a:pt x="6954115" y="2884835"/>
                  </a:lnTo>
                  <a:lnTo>
                    <a:pt x="6899419" y="2883789"/>
                  </a:lnTo>
                  <a:lnTo>
                    <a:pt x="6847474" y="2882615"/>
                  </a:lnTo>
                  <a:lnTo>
                    <a:pt x="6797423" y="2881306"/>
                  </a:lnTo>
                  <a:lnTo>
                    <a:pt x="6786527" y="2880998"/>
                  </a:lnTo>
                  <a:lnTo>
                    <a:pt x="6732291" y="2879343"/>
                  </a:lnTo>
                  <a:lnTo>
                    <a:pt x="6678576" y="2877512"/>
                  </a:lnTo>
                  <a:lnTo>
                    <a:pt x="6624796" y="2875503"/>
                  </a:lnTo>
                  <a:lnTo>
                    <a:pt x="6570561" y="2873322"/>
                  </a:lnTo>
                  <a:lnTo>
                    <a:pt x="6515649" y="2870978"/>
                  </a:lnTo>
                  <a:lnTo>
                    <a:pt x="6459989" y="2868492"/>
                  </a:lnTo>
                  <a:lnTo>
                    <a:pt x="6403637" y="2865890"/>
                  </a:lnTo>
                  <a:lnTo>
                    <a:pt x="6346755" y="2863206"/>
                  </a:lnTo>
                  <a:lnTo>
                    <a:pt x="6289577" y="2860478"/>
                  </a:lnTo>
                  <a:lnTo>
                    <a:pt x="6232381" y="2857747"/>
                  </a:lnTo>
                  <a:lnTo>
                    <a:pt x="6175443" y="2855055"/>
                  </a:lnTo>
                  <a:lnTo>
                    <a:pt x="6119007" y="2852440"/>
                  </a:lnTo>
                  <a:lnTo>
                    <a:pt x="6063247" y="2849936"/>
                  </a:lnTo>
                  <a:lnTo>
                    <a:pt x="6008234" y="2847572"/>
                  </a:lnTo>
                  <a:lnTo>
                    <a:pt x="5953917" y="2845367"/>
                  </a:lnTo>
                  <a:lnTo>
                    <a:pt x="5900094" y="2843334"/>
                  </a:lnTo>
                  <a:lnTo>
                    <a:pt x="5846400" y="2841480"/>
                  </a:lnTo>
                  <a:lnTo>
                    <a:pt x="5792277" y="2839801"/>
                  </a:lnTo>
                  <a:lnTo>
                    <a:pt x="5784835" y="2839585"/>
                  </a:lnTo>
                  <a:lnTo>
                    <a:pt x="5735102" y="2838246"/>
                  </a:lnTo>
                  <a:lnTo>
                    <a:pt x="5683645" y="2837043"/>
                  </a:lnTo>
                  <a:lnTo>
                    <a:pt x="5629637" y="2835970"/>
                  </a:lnTo>
                  <a:lnTo>
                    <a:pt x="5572153" y="2835013"/>
                  </a:lnTo>
                  <a:lnTo>
                    <a:pt x="5510255" y="2834161"/>
                  </a:lnTo>
                  <a:lnTo>
                    <a:pt x="5443072" y="2833399"/>
                  </a:lnTo>
                  <a:lnTo>
                    <a:pt x="5369910" y="2832716"/>
                  </a:lnTo>
                  <a:lnTo>
                    <a:pt x="5290391" y="2832104"/>
                  </a:lnTo>
                  <a:lnTo>
                    <a:pt x="5204645" y="2831555"/>
                  </a:lnTo>
                  <a:lnTo>
                    <a:pt x="5113523" y="2831067"/>
                  </a:lnTo>
                  <a:lnTo>
                    <a:pt x="5018812" y="2830636"/>
                  </a:lnTo>
                  <a:lnTo>
                    <a:pt x="4923361" y="2830265"/>
                  </a:lnTo>
                  <a:lnTo>
                    <a:pt x="4831012" y="2829954"/>
                  </a:lnTo>
                  <a:lnTo>
                    <a:pt x="4746226" y="2829704"/>
                  </a:lnTo>
                  <a:lnTo>
                    <a:pt x="4673396" y="2829515"/>
                  </a:lnTo>
                  <a:lnTo>
                    <a:pt x="4615951" y="2829382"/>
                  </a:lnTo>
                  <a:lnTo>
                    <a:pt x="4575529" y="2829298"/>
                  </a:lnTo>
                  <a:lnTo>
                    <a:pt x="4551479" y="2829254"/>
                  </a:lnTo>
                  <a:lnTo>
                    <a:pt x="4540826" y="2829236"/>
                  </a:lnTo>
                  <a:lnTo>
                    <a:pt x="4538557" y="2829232"/>
                  </a:lnTo>
                  <a:lnTo>
                    <a:pt x="4538543" y="2829232"/>
                  </a:lnTo>
                  <a:lnTo>
                    <a:pt x="4016409" y="2829232"/>
                  </a:lnTo>
                  <a:lnTo>
                    <a:pt x="4015258" y="2829154"/>
                  </a:lnTo>
                  <a:lnTo>
                    <a:pt x="4007717" y="2828593"/>
                  </a:lnTo>
                  <a:lnTo>
                    <a:pt x="3988802" y="2827043"/>
                  </a:lnTo>
                  <a:lnTo>
                    <a:pt x="3955224" y="2823996"/>
                  </a:lnTo>
                  <a:lnTo>
                    <a:pt x="3905673" y="2818996"/>
                  </a:lnTo>
                  <a:lnTo>
                    <a:pt x="3840897" y="2811688"/>
                  </a:lnTo>
                  <a:lnTo>
                    <a:pt x="3763430" y="2801855"/>
                  </a:lnTo>
                  <a:lnTo>
                    <a:pt x="3676976" y="2789412"/>
                  </a:lnTo>
                  <a:lnTo>
                    <a:pt x="3585640" y="2774373"/>
                  </a:lnTo>
                  <a:lnTo>
                    <a:pt x="3493244" y="2756798"/>
                  </a:lnTo>
                  <a:lnTo>
                    <a:pt x="3402868" y="2736731"/>
                  </a:lnTo>
                  <a:lnTo>
                    <a:pt x="3316668" y="2714161"/>
                  </a:lnTo>
                  <a:lnTo>
                    <a:pt x="3235900" y="2688991"/>
                  </a:lnTo>
                  <a:lnTo>
                    <a:pt x="3161069" y="2661020"/>
                  </a:lnTo>
                  <a:lnTo>
                    <a:pt x="3092116" y="2629946"/>
                  </a:lnTo>
                  <a:lnTo>
                    <a:pt x="3028594" y="2595363"/>
                  </a:lnTo>
                  <a:lnTo>
                    <a:pt x="2969821" y="2556785"/>
                  </a:lnTo>
                  <a:lnTo>
                    <a:pt x="2914987" y="2513663"/>
                  </a:lnTo>
                  <a:lnTo>
                    <a:pt x="2863239" y="2465443"/>
                  </a:lnTo>
                  <a:lnTo>
                    <a:pt x="2813750" y="2411645"/>
                  </a:lnTo>
                  <a:lnTo>
                    <a:pt x="2770117" y="2357693"/>
                  </a:lnTo>
                  <a:lnTo>
                    <a:pt x="2732867" y="2306887"/>
                  </a:lnTo>
                  <a:lnTo>
                    <a:pt x="2695965" y="2252367"/>
                  </a:lnTo>
                  <a:lnTo>
                    <a:pt x="2659189" y="2194058"/>
                  </a:lnTo>
                  <a:lnTo>
                    <a:pt x="2622367" y="2131944"/>
                  </a:lnTo>
                  <a:lnTo>
                    <a:pt x="2585367" y="2066077"/>
                  </a:lnTo>
                  <a:lnTo>
                    <a:pt x="2548096" y="1996581"/>
                  </a:lnTo>
                  <a:lnTo>
                    <a:pt x="2510497" y="1923654"/>
                  </a:lnTo>
                  <a:lnTo>
                    <a:pt x="2472546" y="1847576"/>
                  </a:lnTo>
                  <a:lnTo>
                    <a:pt x="2434248" y="1768702"/>
                  </a:lnTo>
                  <a:lnTo>
                    <a:pt x="2395632" y="1687460"/>
                  </a:lnTo>
                  <a:lnTo>
                    <a:pt x="2356751" y="1604341"/>
                  </a:lnTo>
                  <a:lnTo>
                    <a:pt x="2317676" y="1519889"/>
                  </a:lnTo>
                  <a:lnTo>
                    <a:pt x="2278490" y="1434689"/>
                  </a:lnTo>
                  <a:lnTo>
                    <a:pt x="2239282" y="1349345"/>
                  </a:lnTo>
                  <a:lnTo>
                    <a:pt x="2200144" y="1264467"/>
                  </a:lnTo>
                  <a:lnTo>
                    <a:pt x="2161162" y="1180651"/>
                  </a:lnTo>
                  <a:lnTo>
                    <a:pt x="2122414" y="1098461"/>
                  </a:lnTo>
                  <a:lnTo>
                    <a:pt x="2083961" y="1018416"/>
                  </a:lnTo>
                  <a:lnTo>
                    <a:pt x="2045844" y="940975"/>
                  </a:lnTo>
                  <a:lnTo>
                    <a:pt x="2008081" y="866527"/>
                  </a:lnTo>
                  <a:lnTo>
                    <a:pt x="1970661" y="795388"/>
                  </a:lnTo>
                  <a:lnTo>
                    <a:pt x="1933543" y="727795"/>
                  </a:lnTo>
                  <a:lnTo>
                    <a:pt x="1896651" y="663906"/>
                  </a:lnTo>
                  <a:lnTo>
                    <a:pt x="1859872" y="603806"/>
                  </a:lnTo>
                  <a:lnTo>
                    <a:pt x="1823054" y="547510"/>
                  </a:lnTo>
                  <a:lnTo>
                    <a:pt x="1785999" y="494971"/>
                  </a:lnTo>
                  <a:lnTo>
                    <a:pt x="1768425" y="471538"/>
                  </a:lnTo>
                  <a:lnTo>
                    <a:pt x="1720350" y="412438"/>
                  </a:lnTo>
                  <a:lnTo>
                    <a:pt x="1670688" y="359164"/>
                  </a:lnTo>
                  <a:lnTo>
                    <a:pt x="1618693" y="311431"/>
                  </a:lnTo>
                  <a:lnTo>
                    <a:pt x="1563535" y="268747"/>
                  </a:lnTo>
                  <a:lnTo>
                    <a:pt x="1504361" y="230555"/>
                  </a:lnTo>
                  <a:lnTo>
                    <a:pt x="1440370" y="196312"/>
                  </a:lnTo>
                  <a:lnTo>
                    <a:pt x="1370893" y="165536"/>
                  </a:lnTo>
                  <a:lnTo>
                    <a:pt x="1295516" y="137832"/>
                  </a:lnTo>
                  <a:lnTo>
                    <a:pt x="1214222" y="112906"/>
                  </a:lnTo>
                  <a:lnTo>
                    <a:pt x="1127576" y="90567"/>
                  </a:lnTo>
                  <a:lnTo>
                    <a:pt x="1036912" y="70727"/>
                  </a:lnTo>
                  <a:lnTo>
                    <a:pt x="944471" y="53380"/>
                  </a:lnTo>
                  <a:lnTo>
                    <a:pt x="853414" y="38576"/>
                  </a:lnTo>
                  <a:lnTo>
                    <a:pt x="767610" y="26372"/>
                  </a:lnTo>
                  <a:lnTo>
                    <a:pt x="691160" y="16774"/>
                  </a:lnTo>
                  <a:lnTo>
                    <a:pt x="627691" y="9688"/>
                  </a:lnTo>
                  <a:lnTo>
                    <a:pt x="579597" y="4883"/>
                  </a:lnTo>
                  <a:lnTo>
                    <a:pt x="547443" y="1993"/>
                  </a:lnTo>
                  <a:lnTo>
                    <a:pt x="529729" y="554"/>
                  </a:lnTo>
                  <a:lnTo>
                    <a:pt x="523001" y="58"/>
                  </a:lnTo>
                  <a:lnTo>
                    <a:pt x="522133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68" name="pg68"/>
            <p:cNvSpPr/>
            <p:nvPr/>
          </p:nvSpPr>
          <p:spPr>
            <a:xfrm>
              <a:off x="386606" y="3201585"/>
              <a:ext cx="8554953" cy="2688053"/>
            </a:xfrm>
            <a:custGeom>
              <a:avLst/>
              <a:pathLst>
                <a:path w="8554953" h="2688053">
                  <a:moveTo>
                    <a:pt x="0" y="5647"/>
                  </a:moveTo>
                  <a:lnTo>
                    <a:pt x="522133" y="5647"/>
                  </a:lnTo>
                  <a:lnTo>
                    <a:pt x="523295" y="5722"/>
                  </a:lnTo>
                  <a:lnTo>
                    <a:pt x="530905" y="6259"/>
                  </a:lnTo>
                  <a:lnTo>
                    <a:pt x="549989" y="7742"/>
                  </a:lnTo>
                  <a:lnTo>
                    <a:pt x="583849" y="10659"/>
                  </a:lnTo>
                  <a:lnTo>
                    <a:pt x="633787" y="15444"/>
                  </a:lnTo>
                  <a:lnTo>
                    <a:pt x="699019" y="22436"/>
                  </a:lnTo>
                  <a:lnTo>
                    <a:pt x="776960" y="31840"/>
                  </a:lnTo>
                  <a:lnTo>
                    <a:pt x="863854" y="43734"/>
                  </a:lnTo>
                  <a:lnTo>
                    <a:pt x="955557" y="58104"/>
                  </a:lnTo>
                  <a:lnTo>
                    <a:pt x="1048227" y="74893"/>
                  </a:lnTo>
                  <a:lnTo>
                    <a:pt x="1138780" y="94058"/>
                  </a:lnTo>
                  <a:lnTo>
                    <a:pt x="1225072" y="115613"/>
                  </a:lnTo>
                  <a:lnTo>
                    <a:pt x="1305865" y="139656"/>
                  </a:lnTo>
                  <a:lnTo>
                    <a:pt x="1380676" y="166380"/>
                  </a:lnTo>
                  <a:lnTo>
                    <a:pt x="1449586" y="196081"/>
                  </a:lnTo>
                  <a:lnTo>
                    <a:pt x="1513057" y="229150"/>
                  </a:lnTo>
                  <a:lnTo>
                    <a:pt x="1571789" y="266057"/>
                  </a:lnTo>
                  <a:lnTo>
                    <a:pt x="1626603" y="307328"/>
                  </a:lnTo>
                  <a:lnTo>
                    <a:pt x="1678359" y="353494"/>
                  </a:lnTo>
                  <a:lnTo>
                    <a:pt x="1727891" y="405004"/>
                  </a:lnTo>
                  <a:lnTo>
                    <a:pt x="1768425" y="452714"/>
                  </a:lnTo>
                  <a:lnTo>
                    <a:pt x="1806444" y="501921"/>
                  </a:lnTo>
                  <a:lnTo>
                    <a:pt x="1844105" y="554797"/>
                  </a:lnTo>
                  <a:lnTo>
                    <a:pt x="1881642" y="611418"/>
                  </a:lnTo>
                  <a:lnTo>
                    <a:pt x="1919237" y="671796"/>
                  </a:lnTo>
                  <a:lnTo>
                    <a:pt x="1957028" y="735875"/>
                  </a:lnTo>
                  <a:lnTo>
                    <a:pt x="1995108" y="803521"/>
                  </a:lnTo>
                  <a:lnTo>
                    <a:pt x="2033534" y="874526"/>
                  </a:lnTo>
                  <a:lnTo>
                    <a:pt x="2072329" y="948597"/>
                  </a:lnTo>
                  <a:lnTo>
                    <a:pt x="2111482" y="1025365"/>
                  </a:lnTo>
                  <a:lnTo>
                    <a:pt x="2150958" y="1104386"/>
                  </a:lnTo>
                  <a:lnTo>
                    <a:pt x="2190695" y="1185153"/>
                  </a:lnTo>
                  <a:lnTo>
                    <a:pt x="2230615" y="1267107"/>
                  </a:lnTo>
                  <a:lnTo>
                    <a:pt x="2270629" y="1349653"/>
                  </a:lnTo>
                  <a:lnTo>
                    <a:pt x="2310640" y="1432179"/>
                  </a:lnTo>
                  <a:lnTo>
                    <a:pt x="2350551" y="1514071"/>
                  </a:lnTo>
                  <a:lnTo>
                    <a:pt x="2390272" y="1594737"/>
                  </a:lnTo>
                  <a:lnTo>
                    <a:pt x="2429727" y="1673620"/>
                  </a:lnTo>
                  <a:lnTo>
                    <a:pt x="2468857" y="1750218"/>
                  </a:lnTo>
                  <a:lnTo>
                    <a:pt x="2507627" y="1824092"/>
                  </a:lnTo>
                  <a:lnTo>
                    <a:pt x="2546029" y="1894877"/>
                  </a:lnTo>
                  <a:lnTo>
                    <a:pt x="2584087" y="1962288"/>
                  </a:lnTo>
                  <a:lnTo>
                    <a:pt x="2621861" y="2026118"/>
                  </a:lnTo>
                  <a:lnTo>
                    <a:pt x="2659448" y="2086242"/>
                  </a:lnTo>
                  <a:lnTo>
                    <a:pt x="2696987" y="2142608"/>
                  </a:lnTo>
                  <a:lnTo>
                    <a:pt x="2734664" y="2195233"/>
                  </a:lnTo>
                  <a:lnTo>
                    <a:pt x="2770117" y="2240985"/>
                  </a:lnTo>
                  <a:lnTo>
                    <a:pt x="2818347" y="2297189"/>
                  </a:lnTo>
                  <a:lnTo>
                    <a:pt x="2868178" y="2347833"/>
                  </a:lnTo>
                  <a:lnTo>
                    <a:pt x="2920360" y="2393193"/>
                  </a:lnTo>
                  <a:lnTo>
                    <a:pt x="2975735" y="2433740"/>
                  </a:lnTo>
                  <a:lnTo>
                    <a:pt x="3035162" y="2470008"/>
                  </a:lnTo>
                  <a:lnTo>
                    <a:pt x="3099449" y="2502516"/>
                  </a:lnTo>
                  <a:lnTo>
                    <a:pt x="3169267" y="2531724"/>
                  </a:lnTo>
                  <a:lnTo>
                    <a:pt x="3245028" y="2558008"/>
                  </a:lnTo>
                  <a:lnTo>
                    <a:pt x="3326738" y="2581648"/>
                  </a:lnTo>
                  <a:lnTo>
                    <a:pt x="3413806" y="2602822"/>
                  </a:lnTo>
                  <a:lnTo>
                    <a:pt x="3504860" y="2621613"/>
                  </a:lnTo>
                  <a:lnTo>
                    <a:pt x="3597605" y="2638025"/>
                  </a:lnTo>
                  <a:lnTo>
                    <a:pt x="3688819" y="2652007"/>
                  </a:lnTo>
                  <a:lnTo>
                    <a:pt x="3774576" y="2663508"/>
                  </a:lnTo>
                  <a:lnTo>
                    <a:pt x="3850740" y="2672523"/>
                  </a:lnTo>
                  <a:lnTo>
                    <a:pt x="3913691" y="2679150"/>
                  </a:lnTo>
                  <a:lnTo>
                    <a:pt x="3961094" y="2683615"/>
                  </a:lnTo>
                  <a:lnTo>
                    <a:pt x="3992483" y="2686274"/>
                  </a:lnTo>
                  <a:lnTo>
                    <a:pt x="4009490" y="2687576"/>
                  </a:lnTo>
                  <a:lnTo>
                    <a:pt x="4015709" y="2688008"/>
                  </a:lnTo>
                  <a:lnTo>
                    <a:pt x="4016409" y="2688053"/>
                  </a:lnTo>
                  <a:lnTo>
                    <a:pt x="4538543" y="2688053"/>
                  </a:lnTo>
                  <a:lnTo>
                    <a:pt x="4539766" y="2688003"/>
                  </a:lnTo>
                  <a:lnTo>
                    <a:pt x="4547771" y="2687643"/>
                  </a:lnTo>
                  <a:lnTo>
                    <a:pt x="4567808" y="2686647"/>
                  </a:lnTo>
                  <a:lnTo>
                    <a:pt x="4603270" y="2684693"/>
                  </a:lnTo>
                  <a:lnTo>
                    <a:pt x="4655392" y="2681489"/>
                  </a:lnTo>
                  <a:lnTo>
                    <a:pt x="4723180" y="2676817"/>
                  </a:lnTo>
                  <a:lnTo>
                    <a:pt x="4803757" y="2670547"/>
                  </a:lnTo>
                  <a:lnTo>
                    <a:pt x="4893081" y="2662636"/>
                  </a:lnTo>
                  <a:lnTo>
                    <a:pt x="4986788" y="2653099"/>
                  </a:lnTo>
                  <a:lnTo>
                    <a:pt x="5080929" y="2641975"/>
                  </a:lnTo>
                  <a:lnTo>
                    <a:pt x="5172415" y="2629288"/>
                  </a:lnTo>
                  <a:lnTo>
                    <a:pt x="5259169" y="2615019"/>
                  </a:lnTo>
                  <a:lnTo>
                    <a:pt x="5340063" y="2599090"/>
                  </a:lnTo>
                  <a:lnTo>
                    <a:pt x="5414739" y="2581356"/>
                  </a:lnTo>
                  <a:lnTo>
                    <a:pt x="5483391" y="2561603"/>
                  </a:lnTo>
                  <a:lnTo>
                    <a:pt x="5546585" y="2539554"/>
                  </a:lnTo>
                  <a:lnTo>
                    <a:pt x="5605103" y="2514881"/>
                  </a:lnTo>
                  <a:lnTo>
                    <a:pt x="5659831" y="2487228"/>
                  </a:lnTo>
                  <a:lnTo>
                    <a:pt x="5711674" y="2456247"/>
                  </a:lnTo>
                  <a:lnTo>
                    <a:pt x="5761483" y="2421675"/>
                  </a:lnTo>
                  <a:lnTo>
                    <a:pt x="5784835" y="2403812"/>
                  </a:lnTo>
                  <a:lnTo>
                    <a:pt x="5829012" y="2367207"/>
                  </a:lnTo>
                  <a:lnTo>
                    <a:pt x="5872759" y="2327432"/>
                  </a:lnTo>
                  <a:lnTo>
                    <a:pt x="5916425" y="2284429"/>
                  </a:lnTo>
                  <a:lnTo>
                    <a:pt x="5960266" y="2238213"/>
                  </a:lnTo>
                  <a:lnTo>
                    <a:pt x="6004458" y="2188883"/>
                  </a:lnTo>
                  <a:lnTo>
                    <a:pt x="6049107" y="2136629"/>
                  </a:lnTo>
                  <a:lnTo>
                    <a:pt x="6094253" y="2081733"/>
                  </a:lnTo>
                  <a:lnTo>
                    <a:pt x="6139878" y="2024570"/>
                  </a:lnTo>
                  <a:lnTo>
                    <a:pt x="6185915" y="1965598"/>
                  </a:lnTo>
                  <a:lnTo>
                    <a:pt x="6232260" y="1905346"/>
                  </a:lnTo>
                  <a:lnTo>
                    <a:pt x="6278776" y="1844393"/>
                  </a:lnTo>
                  <a:lnTo>
                    <a:pt x="6325316" y="1783348"/>
                  </a:lnTo>
                  <a:lnTo>
                    <a:pt x="6371726" y="1722826"/>
                  </a:lnTo>
                  <a:lnTo>
                    <a:pt x="6417868" y="1663416"/>
                  </a:lnTo>
                  <a:lnTo>
                    <a:pt x="6463624" y="1605666"/>
                  </a:lnTo>
                  <a:lnTo>
                    <a:pt x="6508916" y="1550054"/>
                  </a:lnTo>
                  <a:lnTo>
                    <a:pt x="6553711" y="1496982"/>
                  </a:lnTo>
                  <a:lnTo>
                    <a:pt x="6598030" y="1446761"/>
                  </a:lnTo>
                  <a:lnTo>
                    <a:pt x="6641961" y="1399607"/>
                  </a:lnTo>
                  <a:lnTo>
                    <a:pt x="6685655" y="1355646"/>
                  </a:lnTo>
                  <a:lnTo>
                    <a:pt x="6729346" y="1314917"/>
                  </a:lnTo>
                  <a:lnTo>
                    <a:pt x="6773354" y="1277382"/>
                  </a:lnTo>
                  <a:lnTo>
                    <a:pt x="6786527" y="1266848"/>
                  </a:lnTo>
                  <a:lnTo>
                    <a:pt x="6835625" y="1230513"/>
                  </a:lnTo>
                  <a:lnTo>
                    <a:pt x="6886394" y="1197837"/>
                  </a:lnTo>
                  <a:lnTo>
                    <a:pt x="6939629" y="1168630"/>
                  </a:lnTo>
                  <a:lnTo>
                    <a:pt x="6996218" y="1142575"/>
                  </a:lnTo>
                  <a:lnTo>
                    <a:pt x="7057067" y="1119313"/>
                  </a:lnTo>
                  <a:lnTo>
                    <a:pt x="7123018" y="1098498"/>
                  </a:lnTo>
                  <a:lnTo>
                    <a:pt x="7194757" y="1079827"/>
                  </a:lnTo>
                  <a:lnTo>
                    <a:pt x="7272679" y="1063056"/>
                  </a:lnTo>
                  <a:lnTo>
                    <a:pt x="7356715" y="1048006"/>
                  </a:lnTo>
                  <a:lnTo>
                    <a:pt x="7446132" y="1034567"/>
                  </a:lnTo>
                  <a:lnTo>
                    <a:pt x="7539324" y="1022693"/>
                  </a:lnTo>
                  <a:lnTo>
                    <a:pt x="7633686" y="1012391"/>
                  </a:lnTo>
                  <a:lnTo>
                    <a:pt x="7725643" y="1003697"/>
                  </a:lnTo>
                  <a:lnTo>
                    <a:pt x="7810953" y="996643"/>
                  </a:lnTo>
                  <a:lnTo>
                    <a:pt x="7885317" y="991216"/>
                  </a:lnTo>
                  <a:lnTo>
                    <a:pt x="7945195" y="987331"/>
                  </a:lnTo>
                  <a:lnTo>
                    <a:pt x="7988623" y="984810"/>
                  </a:lnTo>
                  <a:lnTo>
                    <a:pt x="8015752" y="983395"/>
                  </a:lnTo>
                  <a:lnTo>
                    <a:pt x="8028971" y="982772"/>
                  </a:lnTo>
                  <a:lnTo>
                    <a:pt x="8032681" y="982613"/>
                  </a:lnTo>
                  <a:lnTo>
                    <a:pt x="8032819" y="982607"/>
                  </a:lnTo>
                  <a:lnTo>
                    <a:pt x="8554953" y="982607"/>
                  </a:lnTo>
                  <a:lnTo>
                    <a:pt x="8554953" y="976960"/>
                  </a:lnTo>
                  <a:lnTo>
                    <a:pt x="8032819" y="976960"/>
                  </a:lnTo>
                  <a:lnTo>
                    <a:pt x="8031596" y="977011"/>
                  </a:lnTo>
                  <a:lnTo>
                    <a:pt x="8023591" y="977370"/>
                  </a:lnTo>
                  <a:lnTo>
                    <a:pt x="8003554" y="978366"/>
                  </a:lnTo>
                  <a:lnTo>
                    <a:pt x="7968092" y="980320"/>
                  </a:lnTo>
                  <a:lnTo>
                    <a:pt x="7915970" y="983524"/>
                  </a:lnTo>
                  <a:lnTo>
                    <a:pt x="7848182" y="988196"/>
                  </a:lnTo>
                  <a:lnTo>
                    <a:pt x="7767605" y="994466"/>
                  </a:lnTo>
                  <a:lnTo>
                    <a:pt x="7678281" y="1002377"/>
                  </a:lnTo>
                  <a:lnTo>
                    <a:pt x="7584574" y="1011914"/>
                  </a:lnTo>
                  <a:lnTo>
                    <a:pt x="7490433" y="1023038"/>
                  </a:lnTo>
                  <a:lnTo>
                    <a:pt x="7398947" y="1035725"/>
                  </a:lnTo>
                  <a:lnTo>
                    <a:pt x="7312193" y="1049994"/>
                  </a:lnTo>
                  <a:lnTo>
                    <a:pt x="7231298" y="1065923"/>
                  </a:lnTo>
                  <a:lnTo>
                    <a:pt x="7156623" y="1083657"/>
                  </a:lnTo>
                  <a:lnTo>
                    <a:pt x="7087971" y="1103410"/>
                  </a:lnTo>
                  <a:lnTo>
                    <a:pt x="7024777" y="1125459"/>
                  </a:lnTo>
                  <a:lnTo>
                    <a:pt x="6966259" y="1150132"/>
                  </a:lnTo>
                  <a:lnTo>
                    <a:pt x="6911531" y="1177785"/>
                  </a:lnTo>
                  <a:lnTo>
                    <a:pt x="6859688" y="1208766"/>
                  </a:lnTo>
                  <a:lnTo>
                    <a:pt x="6809879" y="1243338"/>
                  </a:lnTo>
                  <a:lnTo>
                    <a:pt x="6786527" y="1261201"/>
                  </a:lnTo>
                  <a:lnTo>
                    <a:pt x="6742350" y="1297806"/>
                  </a:lnTo>
                  <a:lnTo>
                    <a:pt x="6698603" y="1337581"/>
                  </a:lnTo>
                  <a:lnTo>
                    <a:pt x="6654937" y="1380584"/>
                  </a:lnTo>
                  <a:lnTo>
                    <a:pt x="6611096" y="1426800"/>
                  </a:lnTo>
                  <a:lnTo>
                    <a:pt x="6566904" y="1476130"/>
                  </a:lnTo>
                  <a:lnTo>
                    <a:pt x="6522255" y="1528384"/>
                  </a:lnTo>
                  <a:lnTo>
                    <a:pt x="6477109" y="1583280"/>
                  </a:lnTo>
                  <a:lnTo>
                    <a:pt x="6431484" y="1640443"/>
                  </a:lnTo>
                  <a:lnTo>
                    <a:pt x="6385447" y="1699415"/>
                  </a:lnTo>
                  <a:lnTo>
                    <a:pt x="6339102" y="1759667"/>
                  </a:lnTo>
                  <a:lnTo>
                    <a:pt x="6292586" y="1820620"/>
                  </a:lnTo>
                  <a:lnTo>
                    <a:pt x="6246046" y="1881665"/>
                  </a:lnTo>
                  <a:lnTo>
                    <a:pt x="6199636" y="1942187"/>
                  </a:lnTo>
                  <a:lnTo>
                    <a:pt x="6153494" y="2001597"/>
                  </a:lnTo>
                  <a:lnTo>
                    <a:pt x="6107738" y="2059348"/>
                  </a:lnTo>
                  <a:lnTo>
                    <a:pt x="6062446" y="2114959"/>
                  </a:lnTo>
                  <a:lnTo>
                    <a:pt x="6017651" y="2168031"/>
                  </a:lnTo>
                  <a:lnTo>
                    <a:pt x="5973331" y="2218252"/>
                  </a:lnTo>
                  <a:lnTo>
                    <a:pt x="5929401" y="2265406"/>
                  </a:lnTo>
                  <a:lnTo>
                    <a:pt x="5885707" y="2309367"/>
                  </a:lnTo>
                  <a:lnTo>
                    <a:pt x="5842015" y="2350096"/>
                  </a:lnTo>
                  <a:lnTo>
                    <a:pt x="5798008" y="2387631"/>
                  </a:lnTo>
                  <a:lnTo>
                    <a:pt x="5784835" y="2398165"/>
                  </a:lnTo>
                  <a:lnTo>
                    <a:pt x="5735737" y="2434500"/>
                  </a:lnTo>
                  <a:lnTo>
                    <a:pt x="5684968" y="2467176"/>
                  </a:lnTo>
                  <a:lnTo>
                    <a:pt x="5631733" y="2496383"/>
                  </a:lnTo>
                  <a:lnTo>
                    <a:pt x="5575144" y="2522438"/>
                  </a:lnTo>
                  <a:lnTo>
                    <a:pt x="5514295" y="2545700"/>
                  </a:lnTo>
                  <a:lnTo>
                    <a:pt x="5448344" y="2566515"/>
                  </a:lnTo>
                  <a:lnTo>
                    <a:pt x="5376605" y="2585186"/>
                  </a:lnTo>
                  <a:lnTo>
                    <a:pt x="5298683" y="2601957"/>
                  </a:lnTo>
                  <a:lnTo>
                    <a:pt x="5214647" y="2617007"/>
                  </a:lnTo>
                  <a:lnTo>
                    <a:pt x="5125230" y="2630446"/>
                  </a:lnTo>
                  <a:lnTo>
                    <a:pt x="5032038" y="2642320"/>
                  </a:lnTo>
                  <a:lnTo>
                    <a:pt x="4937676" y="2652622"/>
                  </a:lnTo>
                  <a:lnTo>
                    <a:pt x="4845719" y="2661316"/>
                  </a:lnTo>
                  <a:lnTo>
                    <a:pt x="4760409" y="2668370"/>
                  </a:lnTo>
                  <a:lnTo>
                    <a:pt x="4686045" y="2673797"/>
                  </a:lnTo>
                  <a:lnTo>
                    <a:pt x="4626167" y="2677682"/>
                  </a:lnTo>
                  <a:lnTo>
                    <a:pt x="4582739" y="2680203"/>
                  </a:lnTo>
                  <a:lnTo>
                    <a:pt x="4555610" y="2681618"/>
                  </a:lnTo>
                  <a:lnTo>
                    <a:pt x="4542391" y="2682241"/>
                  </a:lnTo>
                  <a:lnTo>
                    <a:pt x="4538681" y="2682400"/>
                  </a:lnTo>
                  <a:lnTo>
                    <a:pt x="4538543" y="2682406"/>
                  </a:lnTo>
                  <a:lnTo>
                    <a:pt x="4016409" y="2682406"/>
                  </a:lnTo>
                  <a:lnTo>
                    <a:pt x="4015248" y="2682331"/>
                  </a:lnTo>
                  <a:lnTo>
                    <a:pt x="4007637" y="2681794"/>
                  </a:lnTo>
                  <a:lnTo>
                    <a:pt x="3988554" y="2680310"/>
                  </a:lnTo>
                  <a:lnTo>
                    <a:pt x="3954693" y="2677394"/>
                  </a:lnTo>
                  <a:lnTo>
                    <a:pt x="3904755" y="2672608"/>
                  </a:lnTo>
                  <a:lnTo>
                    <a:pt x="3839523" y="2665617"/>
                  </a:lnTo>
                  <a:lnTo>
                    <a:pt x="3761583" y="2656213"/>
                  </a:lnTo>
                  <a:lnTo>
                    <a:pt x="3674688" y="2644319"/>
                  </a:lnTo>
                  <a:lnTo>
                    <a:pt x="3582985" y="2629949"/>
                  </a:lnTo>
                  <a:lnTo>
                    <a:pt x="3490316" y="2613160"/>
                  </a:lnTo>
                  <a:lnTo>
                    <a:pt x="3399762" y="2593994"/>
                  </a:lnTo>
                  <a:lnTo>
                    <a:pt x="3313470" y="2572439"/>
                  </a:lnTo>
                  <a:lnTo>
                    <a:pt x="3232677" y="2548397"/>
                  </a:lnTo>
                  <a:lnTo>
                    <a:pt x="3157866" y="2521673"/>
                  </a:lnTo>
                  <a:lnTo>
                    <a:pt x="3088957" y="2491972"/>
                  </a:lnTo>
                  <a:lnTo>
                    <a:pt x="3025485" y="2458903"/>
                  </a:lnTo>
                  <a:lnTo>
                    <a:pt x="2966753" y="2421995"/>
                  </a:lnTo>
                  <a:lnTo>
                    <a:pt x="2911940" y="2380724"/>
                  </a:lnTo>
                  <a:lnTo>
                    <a:pt x="2860183" y="2334559"/>
                  </a:lnTo>
                  <a:lnTo>
                    <a:pt x="2810651" y="2283049"/>
                  </a:lnTo>
                  <a:lnTo>
                    <a:pt x="2770117" y="2235338"/>
                  </a:lnTo>
                  <a:lnTo>
                    <a:pt x="2732098" y="2186132"/>
                  </a:lnTo>
                  <a:lnTo>
                    <a:pt x="2694438" y="2133255"/>
                  </a:lnTo>
                  <a:lnTo>
                    <a:pt x="2656900" y="2076634"/>
                  </a:lnTo>
                  <a:lnTo>
                    <a:pt x="2619305" y="2016256"/>
                  </a:lnTo>
                  <a:lnTo>
                    <a:pt x="2581514" y="1952178"/>
                  </a:lnTo>
                  <a:lnTo>
                    <a:pt x="2543434" y="1884531"/>
                  </a:lnTo>
                  <a:lnTo>
                    <a:pt x="2505008" y="1813526"/>
                  </a:lnTo>
                  <a:lnTo>
                    <a:pt x="2466213" y="1739455"/>
                  </a:lnTo>
                  <a:lnTo>
                    <a:pt x="2427060" y="1662688"/>
                  </a:lnTo>
                  <a:lnTo>
                    <a:pt x="2387585" y="1583667"/>
                  </a:lnTo>
                  <a:lnTo>
                    <a:pt x="2347848" y="1502900"/>
                  </a:lnTo>
                  <a:lnTo>
                    <a:pt x="2307927" y="1420945"/>
                  </a:lnTo>
                  <a:lnTo>
                    <a:pt x="2267913" y="1338399"/>
                  </a:lnTo>
                  <a:lnTo>
                    <a:pt x="2227902" y="1255873"/>
                  </a:lnTo>
                  <a:lnTo>
                    <a:pt x="2187991" y="1173981"/>
                  </a:lnTo>
                  <a:lnTo>
                    <a:pt x="2148270" y="1093316"/>
                  </a:lnTo>
                  <a:lnTo>
                    <a:pt x="2108815" y="1014432"/>
                  </a:lnTo>
                  <a:lnTo>
                    <a:pt x="2069685" y="937834"/>
                  </a:lnTo>
                  <a:lnTo>
                    <a:pt x="2030915" y="863960"/>
                  </a:lnTo>
                  <a:lnTo>
                    <a:pt x="1992514" y="793175"/>
                  </a:lnTo>
                  <a:lnTo>
                    <a:pt x="1954455" y="725765"/>
                  </a:lnTo>
                  <a:lnTo>
                    <a:pt x="1916682" y="661934"/>
                  </a:lnTo>
                  <a:lnTo>
                    <a:pt x="1879095" y="601810"/>
                  </a:lnTo>
                  <a:lnTo>
                    <a:pt x="1841555" y="545444"/>
                  </a:lnTo>
                  <a:lnTo>
                    <a:pt x="1803878" y="492820"/>
                  </a:lnTo>
                  <a:lnTo>
                    <a:pt x="1768425" y="447067"/>
                  </a:lnTo>
                  <a:lnTo>
                    <a:pt x="1720195" y="390864"/>
                  </a:lnTo>
                  <a:lnTo>
                    <a:pt x="1670364" y="340220"/>
                  </a:lnTo>
                  <a:lnTo>
                    <a:pt x="1618182" y="294860"/>
                  </a:lnTo>
                  <a:lnTo>
                    <a:pt x="1562807" y="254313"/>
                  </a:lnTo>
                  <a:lnTo>
                    <a:pt x="1503380" y="218044"/>
                  </a:lnTo>
                  <a:lnTo>
                    <a:pt x="1439093" y="185536"/>
                  </a:lnTo>
                  <a:lnTo>
                    <a:pt x="1369275" y="156328"/>
                  </a:lnTo>
                  <a:lnTo>
                    <a:pt x="1293514" y="130044"/>
                  </a:lnTo>
                  <a:lnTo>
                    <a:pt x="1211804" y="106405"/>
                  </a:lnTo>
                  <a:lnTo>
                    <a:pt x="1124736" y="85231"/>
                  </a:lnTo>
                  <a:lnTo>
                    <a:pt x="1033682" y="66439"/>
                  </a:lnTo>
                  <a:lnTo>
                    <a:pt x="940937" y="50028"/>
                  </a:lnTo>
                  <a:lnTo>
                    <a:pt x="849723" y="36045"/>
                  </a:lnTo>
                  <a:lnTo>
                    <a:pt x="763966" y="24544"/>
                  </a:lnTo>
                  <a:lnTo>
                    <a:pt x="687802" y="15529"/>
                  </a:lnTo>
                  <a:lnTo>
                    <a:pt x="624851" y="8903"/>
                  </a:lnTo>
                  <a:lnTo>
                    <a:pt x="577448" y="4438"/>
                  </a:lnTo>
                  <a:lnTo>
                    <a:pt x="546059" y="1778"/>
                  </a:lnTo>
                  <a:lnTo>
                    <a:pt x="529052" y="476"/>
                  </a:lnTo>
                  <a:lnTo>
                    <a:pt x="522833" y="44"/>
                  </a:lnTo>
                  <a:lnTo>
                    <a:pt x="5221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69" name="pl69"/>
            <p:cNvSpPr/>
            <p:nvPr/>
          </p:nvSpPr>
          <p:spPr>
            <a:xfrm>
              <a:off x="386606" y="3207232"/>
              <a:ext cx="8554953" cy="2682406"/>
            </a:xfrm>
            <a:custGeom>
              <a:avLst/>
              <a:pathLst>
                <a:path w="8554953" h="2682406">
                  <a:moveTo>
                    <a:pt x="0" y="0"/>
                  </a:moveTo>
                  <a:lnTo>
                    <a:pt x="522133" y="0"/>
                  </a:lnTo>
                  <a:lnTo>
                    <a:pt x="523295" y="75"/>
                  </a:lnTo>
                  <a:lnTo>
                    <a:pt x="530905" y="611"/>
                  </a:lnTo>
                  <a:lnTo>
                    <a:pt x="549989" y="2095"/>
                  </a:lnTo>
                  <a:lnTo>
                    <a:pt x="583849" y="5012"/>
                  </a:lnTo>
                  <a:lnTo>
                    <a:pt x="633787" y="9797"/>
                  </a:lnTo>
                  <a:lnTo>
                    <a:pt x="699019" y="16789"/>
                  </a:lnTo>
                  <a:lnTo>
                    <a:pt x="776960" y="26192"/>
                  </a:lnTo>
                  <a:lnTo>
                    <a:pt x="863854" y="38087"/>
                  </a:lnTo>
                  <a:lnTo>
                    <a:pt x="955557" y="52456"/>
                  </a:lnTo>
                  <a:lnTo>
                    <a:pt x="1048227" y="69246"/>
                  </a:lnTo>
                  <a:lnTo>
                    <a:pt x="1138780" y="88411"/>
                  </a:lnTo>
                  <a:lnTo>
                    <a:pt x="1225072" y="109966"/>
                  </a:lnTo>
                  <a:lnTo>
                    <a:pt x="1305865" y="134008"/>
                  </a:lnTo>
                  <a:lnTo>
                    <a:pt x="1380676" y="160732"/>
                  </a:lnTo>
                  <a:lnTo>
                    <a:pt x="1449586" y="190434"/>
                  </a:lnTo>
                  <a:lnTo>
                    <a:pt x="1513057" y="223502"/>
                  </a:lnTo>
                  <a:lnTo>
                    <a:pt x="1571789" y="260410"/>
                  </a:lnTo>
                  <a:lnTo>
                    <a:pt x="1626603" y="301681"/>
                  </a:lnTo>
                  <a:lnTo>
                    <a:pt x="1678359" y="347847"/>
                  </a:lnTo>
                  <a:lnTo>
                    <a:pt x="1727891" y="399357"/>
                  </a:lnTo>
                  <a:lnTo>
                    <a:pt x="1768425" y="447067"/>
                  </a:lnTo>
                  <a:lnTo>
                    <a:pt x="1806444" y="496273"/>
                  </a:lnTo>
                  <a:lnTo>
                    <a:pt x="1844105" y="549150"/>
                  </a:lnTo>
                  <a:lnTo>
                    <a:pt x="1881642" y="605771"/>
                  </a:lnTo>
                  <a:lnTo>
                    <a:pt x="1919237" y="666149"/>
                  </a:lnTo>
                  <a:lnTo>
                    <a:pt x="1957028" y="730227"/>
                  </a:lnTo>
                  <a:lnTo>
                    <a:pt x="1995108" y="797874"/>
                  </a:lnTo>
                  <a:lnTo>
                    <a:pt x="2033534" y="868879"/>
                  </a:lnTo>
                  <a:lnTo>
                    <a:pt x="2072329" y="942950"/>
                  </a:lnTo>
                  <a:lnTo>
                    <a:pt x="2111482" y="1019718"/>
                  </a:lnTo>
                  <a:lnTo>
                    <a:pt x="2150958" y="1098739"/>
                  </a:lnTo>
                  <a:lnTo>
                    <a:pt x="2190695" y="1179506"/>
                  </a:lnTo>
                  <a:lnTo>
                    <a:pt x="2230615" y="1261460"/>
                  </a:lnTo>
                  <a:lnTo>
                    <a:pt x="2270629" y="1344006"/>
                  </a:lnTo>
                  <a:lnTo>
                    <a:pt x="2310640" y="1426532"/>
                  </a:lnTo>
                  <a:lnTo>
                    <a:pt x="2350551" y="1508424"/>
                  </a:lnTo>
                  <a:lnTo>
                    <a:pt x="2390272" y="1589090"/>
                  </a:lnTo>
                  <a:lnTo>
                    <a:pt x="2429727" y="1667973"/>
                  </a:lnTo>
                  <a:lnTo>
                    <a:pt x="2468857" y="1744571"/>
                  </a:lnTo>
                  <a:lnTo>
                    <a:pt x="2507627" y="1818445"/>
                  </a:lnTo>
                  <a:lnTo>
                    <a:pt x="2546029" y="1889230"/>
                  </a:lnTo>
                  <a:lnTo>
                    <a:pt x="2584087" y="1956641"/>
                  </a:lnTo>
                  <a:lnTo>
                    <a:pt x="2621861" y="2020471"/>
                  </a:lnTo>
                  <a:lnTo>
                    <a:pt x="2659448" y="2080595"/>
                  </a:lnTo>
                  <a:lnTo>
                    <a:pt x="2696987" y="2136961"/>
                  </a:lnTo>
                  <a:lnTo>
                    <a:pt x="2734664" y="2189586"/>
                  </a:lnTo>
                  <a:lnTo>
                    <a:pt x="2770117" y="2235338"/>
                  </a:lnTo>
                  <a:lnTo>
                    <a:pt x="2818347" y="2291542"/>
                  </a:lnTo>
                  <a:lnTo>
                    <a:pt x="2868178" y="2342185"/>
                  </a:lnTo>
                  <a:lnTo>
                    <a:pt x="2920360" y="2387546"/>
                  </a:lnTo>
                  <a:lnTo>
                    <a:pt x="2975735" y="2428093"/>
                  </a:lnTo>
                  <a:lnTo>
                    <a:pt x="3035162" y="2464361"/>
                  </a:lnTo>
                  <a:lnTo>
                    <a:pt x="3099449" y="2496869"/>
                  </a:lnTo>
                  <a:lnTo>
                    <a:pt x="3169267" y="2526077"/>
                  </a:lnTo>
                  <a:lnTo>
                    <a:pt x="3245028" y="2552361"/>
                  </a:lnTo>
                  <a:lnTo>
                    <a:pt x="3326738" y="2576001"/>
                  </a:lnTo>
                  <a:lnTo>
                    <a:pt x="3413806" y="2597175"/>
                  </a:lnTo>
                  <a:lnTo>
                    <a:pt x="3504860" y="2615966"/>
                  </a:lnTo>
                  <a:lnTo>
                    <a:pt x="3597605" y="2632378"/>
                  </a:lnTo>
                  <a:lnTo>
                    <a:pt x="3688819" y="2646360"/>
                  </a:lnTo>
                  <a:lnTo>
                    <a:pt x="3774576" y="2657861"/>
                  </a:lnTo>
                  <a:lnTo>
                    <a:pt x="3850740" y="2666876"/>
                  </a:lnTo>
                  <a:lnTo>
                    <a:pt x="3913691" y="2673502"/>
                  </a:lnTo>
                  <a:lnTo>
                    <a:pt x="3961094" y="2677968"/>
                  </a:lnTo>
                  <a:lnTo>
                    <a:pt x="3992483" y="2680627"/>
                  </a:lnTo>
                  <a:lnTo>
                    <a:pt x="4009490" y="2681929"/>
                  </a:lnTo>
                  <a:lnTo>
                    <a:pt x="4015709" y="2682361"/>
                  </a:lnTo>
                  <a:lnTo>
                    <a:pt x="4016409" y="2682406"/>
                  </a:lnTo>
                  <a:lnTo>
                    <a:pt x="4538543" y="2682406"/>
                  </a:lnTo>
                  <a:lnTo>
                    <a:pt x="4539766" y="2682355"/>
                  </a:lnTo>
                  <a:lnTo>
                    <a:pt x="4547771" y="2681995"/>
                  </a:lnTo>
                  <a:lnTo>
                    <a:pt x="4567808" y="2681000"/>
                  </a:lnTo>
                  <a:lnTo>
                    <a:pt x="4603270" y="2679045"/>
                  </a:lnTo>
                  <a:lnTo>
                    <a:pt x="4655392" y="2675841"/>
                  </a:lnTo>
                  <a:lnTo>
                    <a:pt x="4723180" y="2671169"/>
                  </a:lnTo>
                  <a:lnTo>
                    <a:pt x="4803757" y="2664900"/>
                  </a:lnTo>
                  <a:lnTo>
                    <a:pt x="4893081" y="2656989"/>
                  </a:lnTo>
                  <a:lnTo>
                    <a:pt x="4986788" y="2647452"/>
                  </a:lnTo>
                  <a:lnTo>
                    <a:pt x="5080929" y="2636328"/>
                  </a:lnTo>
                  <a:lnTo>
                    <a:pt x="5172415" y="2623641"/>
                  </a:lnTo>
                  <a:lnTo>
                    <a:pt x="5259169" y="2609372"/>
                  </a:lnTo>
                  <a:lnTo>
                    <a:pt x="5340063" y="2593443"/>
                  </a:lnTo>
                  <a:lnTo>
                    <a:pt x="5414739" y="2575709"/>
                  </a:lnTo>
                  <a:lnTo>
                    <a:pt x="5483391" y="2555956"/>
                  </a:lnTo>
                  <a:lnTo>
                    <a:pt x="5546585" y="2533906"/>
                  </a:lnTo>
                  <a:lnTo>
                    <a:pt x="5605103" y="2509234"/>
                  </a:lnTo>
                  <a:lnTo>
                    <a:pt x="5659831" y="2481580"/>
                  </a:lnTo>
                  <a:lnTo>
                    <a:pt x="5711674" y="2450600"/>
                  </a:lnTo>
                  <a:lnTo>
                    <a:pt x="5761483" y="2416028"/>
                  </a:lnTo>
                  <a:lnTo>
                    <a:pt x="5784835" y="2398165"/>
                  </a:lnTo>
                  <a:lnTo>
                    <a:pt x="5829012" y="2361559"/>
                  </a:lnTo>
                  <a:lnTo>
                    <a:pt x="5872759" y="2321785"/>
                  </a:lnTo>
                  <a:lnTo>
                    <a:pt x="5916425" y="2278782"/>
                  </a:lnTo>
                  <a:lnTo>
                    <a:pt x="5960266" y="2232566"/>
                  </a:lnTo>
                  <a:lnTo>
                    <a:pt x="6004458" y="2183236"/>
                  </a:lnTo>
                  <a:lnTo>
                    <a:pt x="6049107" y="2130982"/>
                  </a:lnTo>
                  <a:lnTo>
                    <a:pt x="6094253" y="2076086"/>
                  </a:lnTo>
                  <a:lnTo>
                    <a:pt x="6139878" y="2018923"/>
                  </a:lnTo>
                  <a:lnTo>
                    <a:pt x="6185915" y="1959951"/>
                  </a:lnTo>
                  <a:lnTo>
                    <a:pt x="6232260" y="1899698"/>
                  </a:lnTo>
                  <a:lnTo>
                    <a:pt x="6278776" y="1838746"/>
                  </a:lnTo>
                  <a:lnTo>
                    <a:pt x="6325316" y="1777701"/>
                  </a:lnTo>
                  <a:lnTo>
                    <a:pt x="6371726" y="1717179"/>
                  </a:lnTo>
                  <a:lnTo>
                    <a:pt x="6417868" y="1657769"/>
                  </a:lnTo>
                  <a:lnTo>
                    <a:pt x="6463624" y="1600018"/>
                  </a:lnTo>
                  <a:lnTo>
                    <a:pt x="6508916" y="1544407"/>
                  </a:lnTo>
                  <a:lnTo>
                    <a:pt x="6553711" y="1491335"/>
                  </a:lnTo>
                  <a:lnTo>
                    <a:pt x="6598030" y="1441114"/>
                  </a:lnTo>
                  <a:lnTo>
                    <a:pt x="6641961" y="1393960"/>
                  </a:lnTo>
                  <a:lnTo>
                    <a:pt x="6685655" y="1349999"/>
                  </a:lnTo>
                  <a:lnTo>
                    <a:pt x="6729346" y="1309270"/>
                  </a:lnTo>
                  <a:lnTo>
                    <a:pt x="6773354" y="1271735"/>
                  </a:lnTo>
                  <a:lnTo>
                    <a:pt x="6786527" y="1261201"/>
                  </a:lnTo>
                  <a:lnTo>
                    <a:pt x="6835625" y="1224866"/>
                  </a:lnTo>
                  <a:lnTo>
                    <a:pt x="6886394" y="1192189"/>
                  </a:lnTo>
                  <a:lnTo>
                    <a:pt x="6939629" y="1162983"/>
                  </a:lnTo>
                  <a:lnTo>
                    <a:pt x="6996218" y="1136928"/>
                  </a:lnTo>
                  <a:lnTo>
                    <a:pt x="7057067" y="1113665"/>
                  </a:lnTo>
                  <a:lnTo>
                    <a:pt x="7123018" y="1092851"/>
                  </a:lnTo>
                  <a:lnTo>
                    <a:pt x="7194757" y="1074180"/>
                  </a:lnTo>
                  <a:lnTo>
                    <a:pt x="7272679" y="1057409"/>
                  </a:lnTo>
                  <a:lnTo>
                    <a:pt x="7356715" y="1042359"/>
                  </a:lnTo>
                  <a:lnTo>
                    <a:pt x="7446132" y="1028920"/>
                  </a:lnTo>
                  <a:lnTo>
                    <a:pt x="7539324" y="1017046"/>
                  </a:lnTo>
                  <a:lnTo>
                    <a:pt x="7633686" y="1006744"/>
                  </a:lnTo>
                  <a:lnTo>
                    <a:pt x="7725643" y="998050"/>
                  </a:lnTo>
                  <a:lnTo>
                    <a:pt x="7810953" y="990996"/>
                  </a:lnTo>
                  <a:lnTo>
                    <a:pt x="7885317" y="985569"/>
                  </a:lnTo>
                  <a:lnTo>
                    <a:pt x="7945195" y="981684"/>
                  </a:lnTo>
                  <a:lnTo>
                    <a:pt x="7988623" y="979163"/>
                  </a:lnTo>
                  <a:lnTo>
                    <a:pt x="8015752" y="977747"/>
                  </a:lnTo>
                  <a:lnTo>
                    <a:pt x="8028971" y="977125"/>
                  </a:lnTo>
                  <a:lnTo>
                    <a:pt x="8032681" y="976966"/>
                  </a:lnTo>
                  <a:lnTo>
                    <a:pt x="8032819" y="976960"/>
                  </a:lnTo>
                  <a:lnTo>
                    <a:pt x="8554953" y="976960"/>
                  </a:lnTo>
                  <a:lnTo>
                    <a:pt x="8554953" y="97696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70" name="pl70"/>
            <p:cNvSpPr/>
            <p:nvPr/>
          </p:nvSpPr>
          <p:spPr>
            <a:xfrm>
              <a:off x="386606" y="3201585"/>
              <a:ext cx="8554953" cy="2682406"/>
            </a:xfrm>
            <a:custGeom>
              <a:avLst/>
              <a:pathLst>
                <a:path w="8554953" h="2682406">
                  <a:moveTo>
                    <a:pt x="8554953" y="976960"/>
                  </a:moveTo>
                  <a:lnTo>
                    <a:pt x="8032819" y="976960"/>
                  </a:lnTo>
                  <a:lnTo>
                    <a:pt x="8031596" y="977011"/>
                  </a:lnTo>
                  <a:lnTo>
                    <a:pt x="8023591" y="977370"/>
                  </a:lnTo>
                  <a:lnTo>
                    <a:pt x="8003554" y="978366"/>
                  </a:lnTo>
                  <a:lnTo>
                    <a:pt x="7968092" y="980320"/>
                  </a:lnTo>
                  <a:lnTo>
                    <a:pt x="7915970" y="983524"/>
                  </a:lnTo>
                  <a:lnTo>
                    <a:pt x="7848182" y="988196"/>
                  </a:lnTo>
                  <a:lnTo>
                    <a:pt x="7767605" y="994466"/>
                  </a:lnTo>
                  <a:lnTo>
                    <a:pt x="7678281" y="1002377"/>
                  </a:lnTo>
                  <a:lnTo>
                    <a:pt x="7584574" y="1011914"/>
                  </a:lnTo>
                  <a:lnTo>
                    <a:pt x="7490433" y="1023038"/>
                  </a:lnTo>
                  <a:lnTo>
                    <a:pt x="7398947" y="1035725"/>
                  </a:lnTo>
                  <a:lnTo>
                    <a:pt x="7312193" y="1049994"/>
                  </a:lnTo>
                  <a:lnTo>
                    <a:pt x="7231298" y="1065923"/>
                  </a:lnTo>
                  <a:lnTo>
                    <a:pt x="7156623" y="1083657"/>
                  </a:lnTo>
                  <a:lnTo>
                    <a:pt x="7087971" y="1103410"/>
                  </a:lnTo>
                  <a:lnTo>
                    <a:pt x="7024777" y="1125459"/>
                  </a:lnTo>
                  <a:lnTo>
                    <a:pt x="6966259" y="1150132"/>
                  </a:lnTo>
                  <a:lnTo>
                    <a:pt x="6911531" y="1177785"/>
                  </a:lnTo>
                  <a:lnTo>
                    <a:pt x="6859688" y="1208766"/>
                  </a:lnTo>
                  <a:lnTo>
                    <a:pt x="6809879" y="1243338"/>
                  </a:lnTo>
                  <a:lnTo>
                    <a:pt x="6786527" y="1261201"/>
                  </a:lnTo>
                  <a:lnTo>
                    <a:pt x="6742350" y="1297806"/>
                  </a:lnTo>
                  <a:lnTo>
                    <a:pt x="6698603" y="1337581"/>
                  </a:lnTo>
                  <a:lnTo>
                    <a:pt x="6654937" y="1380584"/>
                  </a:lnTo>
                  <a:lnTo>
                    <a:pt x="6611096" y="1426800"/>
                  </a:lnTo>
                  <a:lnTo>
                    <a:pt x="6566904" y="1476130"/>
                  </a:lnTo>
                  <a:lnTo>
                    <a:pt x="6522255" y="1528384"/>
                  </a:lnTo>
                  <a:lnTo>
                    <a:pt x="6477109" y="1583280"/>
                  </a:lnTo>
                  <a:lnTo>
                    <a:pt x="6431484" y="1640443"/>
                  </a:lnTo>
                  <a:lnTo>
                    <a:pt x="6385447" y="1699415"/>
                  </a:lnTo>
                  <a:lnTo>
                    <a:pt x="6339102" y="1759667"/>
                  </a:lnTo>
                  <a:lnTo>
                    <a:pt x="6292586" y="1820620"/>
                  </a:lnTo>
                  <a:lnTo>
                    <a:pt x="6246046" y="1881665"/>
                  </a:lnTo>
                  <a:lnTo>
                    <a:pt x="6199636" y="1942187"/>
                  </a:lnTo>
                  <a:lnTo>
                    <a:pt x="6153494" y="2001597"/>
                  </a:lnTo>
                  <a:lnTo>
                    <a:pt x="6107738" y="2059348"/>
                  </a:lnTo>
                  <a:lnTo>
                    <a:pt x="6062446" y="2114959"/>
                  </a:lnTo>
                  <a:lnTo>
                    <a:pt x="6017651" y="2168031"/>
                  </a:lnTo>
                  <a:lnTo>
                    <a:pt x="5973331" y="2218252"/>
                  </a:lnTo>
                  <a:lnTo>
                    <a:pt x="5929401" y="2265406"/>
                  </a:lnTo>
                  <a:lnTo>
                    <a:pt x="5885707" y="2309367"/>
                  </a:lnTo>
                  <a:lnTo>
                    <a:pt x="5842015" y="2350096"/>
                  </a:lnTo>
                  <a:lnTo>
                    <a:pt x="5798008" y="2387631"/>
                  </a:lnTo>
                  <a:lnTo>
                    <a:pt x="5784835" y="2398165"/>
                  </a:lnTo>
                  <a:lnTo>
                    <a:pt x="5735737" y="2434500"/>
                  </a:lnTo>
                  <a:lnTo>
                    <a:pt x="5684968" y="2467176"/>
                  </a:lnTo>
                  <a:lnTo>
                    <a:pt x="5631733" y="2496383"/>
                  </a:lnTo>
                  <a:lnTo>
                    <a:pt x="5575144" y="2522438"/>
                  </a:lnTo>
                  <a:lnTo>
                    <a:pt x="5514295" y="2545700"/>
                  </a:lnTo>
                  <a:lnTo>
                    <a:pt x="5448344" y="2566515"/>
                  </a:lnTo>
                  <a:lnTo>
                    <a:pt x="5376605" y="2585186"/>
                  </a:lnTo>
                  <a:lnTo>
                    <a:pt x="5298683" y="2601957"/>
                  </a:lnTo>
                  <a:lnTo>
                    <a:pt x="5214647" y="2617007"/>
                  </a:lnTo>
                  <a:lnTo>
                    <a:pt x="5125230" y="2630446"/>
                  </a:lnTo>
                  <a:lnTo>
                    <a:pt x="5032038" y="2642320"/>
                  </a:lnTo>
                  <a:lnTo>
                    <a:pt x="4937676" y="2652622"/>
                  </a:lnTo>
                  <a:lnTo>
                    <a:pt x="4845719" y="2661316"/>
                  </a:lnTo>
                  <a:lnTo>
                    <a:pt x="4760409" y="2668370"/>
                  </a:lnTo>
                  <a:lnTo>
                    <a:pt x="4686045" y="2673797"/>
                  </a:lnTo>
                  <a:lnTo>
                    <a:pt x="4626167" y="2677682"/>
                  </a:lnTo>
                  <a:lnTo>
                    <a:pt x="4582739" y="2680203"/>
                  </a:lnTo>
                  <a:lnTo>
                    <a:pt x="4555610" y="2681618"/>
                  </a:lnTo>
                  <a:lnTo>
                    <a:pt x="4542391" y="2682241"/>
                  </a:lnTo>
                  <a:lnTo>
                    <a:pt x="4538681" y="2682400"/>
                  </a:lnTo>
                  <a:lnTo>
                    <a:pt x="4538543" y="2682406"/>
                  </a:lnTo>
                  <a:lnTo>
                    <a:pt x="4016409" y="2682406"/>
                  </a:lnTo>
                  <a:lnTo>
                    <a:pt x="4015248" y="2682331"/>
                  </a:lnTo>
                  <a:lnTo>
                    <a:pt x="4007637" y="2681794"/>
                  </a:lnTo>
                  <a:lnTo>
                    <a:pt x="3988554" y="2680310"/>
                  </a:lnTo>
                  <a:lnTo>
                    <a:pt x="3954693" y="2677394"/>
                  </a:lnTo>
                  <a:lnTo>
                    <a:pt x="3904755" y="2672608"/>
                  </a:lnTo>
                  <a:lnTo>
                    <a:pt x="3839523" y="2665617"/>
                  </a:lnTo>
                  <a:lnTo>
                    <a:pt x="3761583" y="2656213"/>
                  </a:lnTo>
                  <a:lnTo>
                    <a:pt x="3674688" y="2644319"/>
                  </a:lnTo>
                  <a:lnTo>
                    <a:pt x="3582985" y="2629949"/>
                  </a:lnTo>
                  <a:lnTo>
                    <a:pt x="3490316" y="2613160"/>
                  </a:lnTo>
                  <a:lnTo>
                    <a:pt x="3399762" y="2593994"/>
                  </a:lnTo>
                  <a:lnTo>
                    <a:pt x="3313470" y="2572439"/>
                  </a:lnTo>
                  <a:lnTo>
                    <a:pt x="3232677" y="2548397"/>
                  </a:lnTo>
                  <a:lnTo>
                    <a:pt x="3157866" y="2521673"/>
                  </a:lnTo>
                  <a:lnTo>
                    <a:pt x="3088957" y="2491972"/>
                  </a:lnTo>
                  <a:lnTo>
                    <a:pt x="3025485" y="2458903"/>
                  </a:lnTo>
                  <a:lnTo>
                    <a:pt x="2966753" y="2421995"/>
                  </a:lnTo>
                  <a:lnTo>
                    <a:pt x="2911940" y="2380724"/>
                  </a:lnTo>
                  <a:lnTo>
                    <a:pt x="2860183" y="2334559"/>
                  </a:lnTo>
                  <a:lnTo>
                    <a:pt x="2810651" y="2283049"/>
                  </a:lnTo>
                  <a:lnTo>
                    <a:pt x="2770117" y="2235338"/>
                  </a:lnTo>
                  <a:lnTo>
                    <a:pt x="2732098" y="2186132"/>
                  </a:lnTo>
                  <a:lnTo>
                    <a:pt x="2694438" y="2133255"/>
                  </a:lnTo>
                  <a:lnTo>
                    <a:pt x="2656900" y="2076634"/>
                  </a:lnTo>
                  <a:lnTo>
                    <a:pt x="2619305" y="2016256"/>
                  </a:lnTo>
                  <a:lnTo>
                    <a:pt x="2581514" y="1952178"/>
                  </a:lnTo>
                  <a:lnTo>
                    <a:pt x="2543434" y="1884531"/>
                  </a:lnTo>
                  <a:lnTo>
                    <a:pt x="2505008" y="1813526"/>
                  </a:lnTo>
                  <a:lnTo>
                    <a:pt x="2466213" y="1739455"/>
                  </a:lnTo>
                  <a:lnTo>
                    <a:pt x="2427060" y="1662688"/>
                  </a:lnTo>
                  <a:lnTo>
                    <a:pt x="2387585" y="1583667"/>
                  </a:lnTo>
                  <a:lnTo>
                    <a:pt x="2347848" y="1502900"/>
                  </a:lnTo>
                  <a:lnTo>
                    <a:pt x="2307927" y="1420945"/>
                  </a:lnTo>
                  <a:lnTo>
                    <a:pt x="2267913" y="1338399"/>
                  </a:lnTo>
                  <a:lnTo>
                    <a:pt x="2227902" y="1255873"/>
                  </a:lnTo>
                  <a:lnTo>
                    <a:pt x="2187991" y="1173981"/>
                  </a:lnTo>
                  <a:lnTo>
                    <a:pt x="2148270" y="1093316"/>
                  </a:lnTo>
                  <a:lnTo>
                    <a:pt x="2108815" y="1014432"/>
                  </a:lnTo>
                  <a:lnTo>
                    <a:pt x="2069685" y="937834"/>
                  </a:lnTo>
                  <a:lnTo>
                    <a:pt x="2030915" y="863960"/>
                  </a:lnTo>
                  <a:lnTo>
                    <a:pt x="1992514" y="793175"/>
                  </a:lnTo>
                  <a:lnTo>
                    <a:pt x="1954455" y="725765"/>
                  </a:lnTo>
                  <a:lnTo>
                    <a:pt x="1916682" y="661934"/>
                  </a:lnTo>
                  <a:lnTo>
                    <a:pt x="1879095" y="601810"/>
                  </a:lnTo>
                  <a:lnTo>
                    <a:pt x="1841555" y="545444"/>
                  </a:lnTo>
                  <a:lnTo>
                    <a:pt x="1803878" y="492820"/>
                  </a:lnTo>
                  <a:lnTo>
                    <a:pt x="1768425" y="447067"/>
                  </a:lnTo>
                  <a:lnTo>
                    <a:pt x="1720195" y="390864"/>
                  </a:lnTo>
                  <a:lnTo>
                    <a:pt x="1670364" y="340220"/>
                  </a:lnTo>
                  <a:lnTo>
                    <a:pt x="1618182" y="294860"/>
                  </a:lnTo>
                  <a:lnTo>
                    <a:pt x="1562807" y="254313"/>
                  </a:lnTo>
                  <a:lnTo>
                    <a:pt x="1503380" y="218044"/>
                  </a:lnTo>
                  <a:lnTo>
                    <a:pt x="1439093" y="185536"/>
                  </a:lnTo>
                  <a:lnTo>
                    <a:pt x="1369275" y="156328"/>
                  </a:lnTo>
                  <a:lnTo>
                    <a:pt x="1293514" y="130044"/>
                  </a:lnTo>
                  <a:lnTo>
                    <a:pt x="1211804" y="106405"/>
                  </a:lnTo>
                  <a:lnTo>
                    <a:pt x="1124736" y="85231"/>
                  </a:lnTo>
                  <a:lnTo>
                    <a:pt x="1033682" y="66439"/>
                  </a:lnTo>
                  <a:lnTo>
                    <a:pt x="940937" y="50028"/>
                  </a:lnTo>
                  <a:lnTo>
                    <a:pt x="849723" y="36045"/>
                  </a:lnTo>
                  <a:lnTo>
                    <a:pt x="763966" y="24544"/>
                  </a:lnTo>
                  <a:lnTo>
                    <a:pt x="687802" y="15529"/>
                  </a:lnTo>
                  <a:lnTo>
                    <a:pt x="624851" y="8903"/>
                  </a:lnTo>
                  <a:lnTo>
                    <a:pt x="577448" y="4438"/>
                  </a:lnTo>
                  <a:lnTo>
                    <a:pt x="546059" y="1778"/>
                  </a:lnTo>
                  <a:lnTo>
                    <a:pt x="529052" y="476"/>
                  </a:lnTo>
                  <a:lnTo>
                    <a:pt x="522833" y="44"/>
                  </a:lnTo>
                  <a:lnTo>
                    <a:pt x="522133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71" name="pg71"/>
            <p:cNvSpPr/>
            <p:nvPr/>
          </p:nvSpPr>
          <p:spPr>
            <a:xfrm>
              <a:off x="386606" y="3207232"/>
              <a:ext cx="8554953" cy="2688053"/>
            </a:xfrm>
            <a:custGeom>
              <a:avLst/>
              <a:pathLst>
                <a:path w="8554953" h="2688053">
                  <a:moveTo>
                    <a:pt x="0" y="5647"/>
                  </a:moveTo>
                  <a:lnTo>
                    <a:pt x="522133" y="5647"/>
                  </a:lnTo>
                  <a:lnTo>
                    <a:pt x="523295" y="5722"/>
                  </a:lnTo>
                  <a:lnTo>
                    <a:pt x="530905" y="6259"/>
                  </a:lnTo>
                  <a:lnTo>
                    <a:pt x="549989" y="7742"/>
                  </a:lnTo>
                  <a:lnTo>
                    <a:pt x="583849" y="10659"/>
                  </a:lnTo>
                  <a:lnTo>
                    <a:pt x="633787" y="15444"/>
                  </a:lnTo>
                  <a:lnTo>
                    <a:pt x="699019" y="22436"/>
                  </a:lnTo>
                  <a:lnTo>
                    <a:pt x="776960" y="31840"/>
                  </a:lnTo>
                  <a:lnTo>
                    <a:pt x="863854" y="43734"/>
                  </a:lnTo>
                  <a:lnTo>
                    <a:pt x="955557" y="58104"/>
                  </a:lnTo>
                  <a:lnTo>
                    <a:pt x="1048227" y="74893"/>
                  </a:lnTo>
                  <a:lnTo>
                    <a:pt x="1138780" y="94058"/>
                  </a:lnTo>
                  <a:lnTo>
                    <a:pt x="1225072" y="115613"/>
                  </a:lnTo>
                  <a:lnTo>
                    <a:pt x="1305865" y="139656"/>
                  </a:lnTo>
                  <a:lnTo>
                    <a:pt x="1380676" y="166380"/>
                  </a:lnTo>
                  <a:lnTo>
                    <a:pt x="1449586" y="196081"/>
                  </a:lnTo>
                  <a:lnTo>
                    <a:pt x="1513057" y="229150"/>
                  </a:lnTo>
                  <a:lnTo>
                    <a:pt x="1571789" y="266057"/>
                  </a:lnTo>
                  <a:lnTo>
                    <a:pt x="1626603" y="307328"/>
                  </a:lnTo>
                  <a:lnTo>
                    <a:pt x="1678359" y="353494"/>
                  </a:lnTo>
                  <a:lnTo>
                    <a:pt x="1727891" y="405004"/>
                  </a:lnTo>
                  <a:lnTo>
                    <a:pt x="1768425" y="452714"/>
                  </a:lnTo>
                  <a:lnTo>
                    <a:pt x="1806444" y="501921"/>
                  </a:lnTo>
                  <a:lnTo>
                    <a:pt x="1844105" y="554797"/>
                  </a:lnTo>
                  <a:lnTo>
                    <a:pt x="1881642" y="611418"/>
                  </a:lnTo>
                  <a:lnTo>
                    <a:pt x="1919237" y="671796"/>
                  </a:lnTo>
                  <a:lnTo>
                    <a:pt x="1957028" y="735875"/>
                  </a:lnTo>
                  <a:lnTo>
                    <a:pt x="1995108" y="803521"/>
                  </a:lnTo>
                  <a:lnTo>
                    <a:pt x="2033534" y="874526"/>
                  </a:lnTo>
                  <a:lnTo>
                    <a:pt x="2072329" y="948597"/>
                  </a:lnTo>
                  <a:lnTo>
                    <a:pt x="2111482" y="1025365"/>
                  </a:lnTo>
                  <a:lnTo>
                    <a:pt x="2150958" y="1104386"/>
                  </a:lnTo>
                  <a:lnTo>
                    <a:pt x="2190695" y="1185153"/>
                  </a:lnTo>
                  <a:lnTo>
                    <a:pt x="2230615" y="1267107"/>
                  </a:lnTo>
                  <a:lnTo>
                    <a:pt x="2270629" y="1349653"/>
                  </a:lnTo>
                  <a:lnTo>
                    <a:pt x="2310640" y="1432179"/>
                  </a:lnTo>
                  <a:lnTo>
                    <a:pt x="2350551" y="1514071"/>
                  </a:lnTo>
                  <a:lnTo>
                    <a:pt x="2390272" y="1594737"/>
                  </a:lnTo>
                  <a:lnTo>
                    <a:pt x="2429727" y="1673620"/>
                  </a:lnTo>
                  <a:lnTo>
                    <a:pt x="2468857" y="1750218"/>
                  </a:lnTo>
                  <a:lnTo>
                    <a:pt x="2507627" y="1824092"/>
                  </a:lnTo>
                  <a:lnTo>
                    <a:pt x="2546029" y="1894877"/>
                  </a:lnTo>
                  <a:lnTo>
                    <a:pt x="2584087" y="1962288"/>
                  </a:lnTo>
                  <a:lnTo>
                    <a:pt x="2621861" y="2026118"/>
                  </a:lnTo>
                  <a:lnTo>
                    <a:pt x="2659448" y="2086242"/>
                  </a:lnTo>
                  <a:lnTo>
                    <a:pt x="2696987" y="2142608"/>
                  </a:lnTo>
                  <a:lnTo>
                    <a:pt x="2734664" y="2195233"/>
                  </a:lnTo>
                  <a:lnTo>
                    <a:pt x="2770117" y="2240985"/>
                  </a:lnTo>
                  <a:lnTo>
                    <a:pt x="2818347" y="2297189"/>
                  </a:lnTo>
                  <a:lnTo>
                    <a:pt x="2868178" y="2347833"/>
                  </a:lnTo>
                  <a:lnTo>
                    <a:pt x="2920360" y="2393193"/>
                  </a:lnTo>
                  <a:lnTo>
                    <a:pt x="2975735" y="2433740"/>
                  </a:lnTo>
                  <a:lnTo>
                    <a:pt x="3035162" y="2470008"/>
                  </a:lnTo>
                  <a:lnTo>
                    <a:pt x="3099449" y="2502516"/>
                  </a:lnTo>
                  <a:lnTo>
                    <a:pt x="3169267" y="2531724"/>
                  </a:lnTo>
                  <a:lnTo>
                    <a:pt x="3245028" y="2558008"/>
                  </a:lnTo>
                  <a:lnTo>
                    <a:pt x="3326738" y="2581648"/>
                  </a:lnTo>
                  <a:lnTo>
                    <a:pt x="3413806" y="2602822"/>
                  </a:lnTo>
                  <a:lnTo>
                    <a:pt x="3504860" y="2621613"/>
                  </a:lnTo>
                  <a:lnTo>
                    <a:pt x="3597605" y="2638025"/>
                  </a:lnTo>
                  <a:lnTo>
                    <a:pt x="3688819" y="2652007"/>
                  </a:lnTo>
                  <a:lnTo>
                    <a:pt x="3774576" y="2663508"/>
                  </a:lnTo>
                  <a:lnTo>
                    <a:pt x="3850740" y="2672523"/>
                  </a:lnTo>
                  <a:lnTo>
                    <a:pt x="3913691" y="2679150"/>
                  </a:lnTo>
                  <a:lnTo>
                    <a:pt x="3961094" y="2683615"/>
                  </a:lnTo>
                  <a:lnTo>
                    <a:pt x="3992483" y="2686274"/>
                  </a:lnTo>
                  <a:lnTo>
                    <a:pt x="4009490" y="2687576"/>
                  </a:lnTo>
                  <a:lnTo>
                    <a:pt x="4015709" y="2688008"/>
                  </a:lnTo>
                  <a:lnTo>
                    <a:pt x="4016409" y="2688053"/>
                  </a:lnTo>
                  <a:lnTo>
                    <a:pt x="4538543" y="2688053"/>
                  </a:lnTo>
                  <a:lnTo>
                    <a:pt x="4539812" y="2688049"/>
                  </a:lnTo>
                  <a:lnTo>
                    <a:pt x="4548111" y="2688018"/>
                  </a:lnTo>
                  <a:lnTo>
                    <a:pt x="4568859" y="2687932"/>
                  </a:lnTo>
                  <a:lnTo>
                    <a:pt x="4605510" y="2687764"/>
                  </a:lnTo>
                  <a:lnTo>
                    <a:pt x="4659243" y="2687489"/>
                  </a:lnTo>
                  <a:lnTo>
                    <a:pt x="4728901" y="2687088"/>
                  </a:lnTo>
                  <a:lnTo>
                    <a:pt x="4811389" y="2686551"/>
                  </a:lnTo>
                  <a:lnTo>
                    <a:pt x="4902449" y="2685875"/>
                  </a:lnTo>
                  <a:lnTo>
                    <a:pt x="4997566" y="2685061"/>
                  </a:lnTo>
                  <a:lnTo>
                    <a:pt x="5092718" y="2684113"/>
                  </a:lnTo>
                  <a:lnTo>
                    <a:pt x="5184822" y="2683032"/>
                  </a:lnTo>
                  <a:lnTo>
                    <a:pt x="5271860" y="2681816"/>
                  </a:lnTo>
                  <a:lnTo>
                    <a:pt x="5352789" y="2680457"/>
                  </a:lnTo>
                  <a:lnTo>
                    <a:pt x="5427341" y="2678943"/>
                  </a:lnTo>
                  <a:lnTo>
                    <a:pt x="5495797" y="2677254"/>
                  </a:lnTo>
                  <a:lnTo>
                    <a:pt x="5558796" y="2675364"/>
                  </a:lnTo>
                  <a:lnTo>
                    <a:pt x="5617178" y="2673246"/>
                  </a:lnTo>
                  <a:lnTo>
                    <a:pt x="5671874" y="2670869"/>
                  </a:lnTo>
                  <a:lnTo>
                    <a:pt x="5723818" y="2668203"/>
                  </a:lnTo>
                  <a:lnTo>
                    <a:pt x="5773868" y="2665228"/>
                  </a:lnTo>
                  <a:lnTo>
                    <a:pt x="5784835" y="2664523"/>
                  </a:lnTo>
                  <a:lnTo>
                    <a:pt x="5838976" y="2660768"/>
                  </a:lnTo>
                  <a:lnTo>
                    <a:pt x="5892596" y="2656616"/>
                  </a:lnTo>
                  <a:lnTo>
                    <a:pt x="5946279" y="2652061"/>
                  </a:lnTo>
                  <a:lnTo>
                    <a:pt x="6000415" y="2647113"/>
                  </a:lnTo>
                  <a:lnTo>
                    <a:pt x="6055224" y="2641799"/>
                  </a:lnTo>
                  <a:lnTo>
                    <a:pt x="6110778" y="2636161"/>
                  </a:lnTo>
                  <a:lnTo>
                    <a:pt x="6167023" y="2630261"/>
                  </a:lnTo>
                  <a:lnTo>
                    <a:pt x="6223799" y="2624174"/>
                  </a:lnTo>
                  <a:lnTo>
                    <a:pt x="6280873" y="2617986"/>
                  </a:lnTo>
                  <a:lnTo>
                    <a:pt x="6337971" y="2611790"/>
                  </a:lnTo>
                  <a:lnTo>
                    <a:pt x="6394815" y="2605679"/>
                  </a:lnTo>
                  <a:lnTo>
                    <a:pt x="6451163" y="2599742"/>
                  </a:lnTo>
                  <a:lnTo>
                    <a:pt x="6506841" y="2594055"/>
                  </a:lnTo>
                  <a:lnTo>
                    <a:pt x="6561774" y="2588683"/>
                  </a:lnTo>
                  <a:lnTo>
                    <a:pt x="6616012" y="2583671"/>
                  </a:lnTo>
                  <a:lnTo>
                    <a:pt x="6669749" y="2579049"/>
                  </a:lnTo>
                  <a:lnTo>
                    <a:pt x="6723344" y="2574829"/>
                  </a:lnTo>
                  <a:lnTo>
                    <a:pt x="6777347" y="2571008"/>
                  </a:lnTo>
                  <a:lnTo>
                    <a:pt x="6786527" y="2570404"/>
                  </a:lnTo>
                  <a:lnTo>
                    <a:pt x="6836257" y="2567360"/>
                  </a:lnTo>
                  <a:lnTo>
                    <a:pt x="6887709" y="2564626"/>
                  </a:lnTo>
                  <a:lnTo>
                    <a:pt x="6941713" y="2562186"/>
                  </a:lnTo>
                  <a:lnTo>
                    <a:pt x="6999191" y="2560013"/>
                  </a:lnTo>
                  <a:lnTo>
                    <a:pt x="7061084" y="2558075"/>
                  </a:lnTo>
                  <a:lnTo>
                    <a:pt x="7128260" y="2556344"/>
                  </a:lnTo>
                  <a:lnTo>
                    <a:pt x="7201414" y="2554792"/>
                  </a:lnTo>
                  <a:lnTo>
                    <a:pt x="7280923" y="2553401"/>
                  </a:lnTo>
                  <a:lnTo>
                    <a:pt x="7366659" y="2552154"/>
                  </a:lnTo>
                  <a:lnTo>
                    <a:pt x="7457772" y="2551043"/>
                  </a:lnTo>
                  <a:lnTo>
                    <a:pt x="7552475" y="2550065"/>
                  </a:lnTo>
                  <a:lnTo>
                    <a:pt x="7647919" y="2549221"/>
                  </a:lnTo>
                  <a:lnTo>
                    <a:pt x="7740267" y="2548514"/>
                  </a:lnTo>
                  <a:lnTo>
                    <a:pt x="7825056" y="2547946"/>
                  </a:lnTo>
                  <a:lnTo>
                    <a:pt x="7897896" y="2547516"/>
                  </a:lnTo>
                  <a:lnTo>
                    <a:pt x="7955354" y="2547214"/>
                  </a:lnTo>
                  <a:lnTo>
                    <a:pt x="7995794" y="2547024"/>
                  </a:lnTo>
                  <a:lnTo>
                    <a:pt x="8019861" y="2546922"/>
                  </a:lnTo>
                  <a:lnTo>
                    <a:pt x="8030528" y="2546882"/>
                  </a:lnTo>
                  <a:lnTo>
                    <a:pt x="8032819" y="2546874"/>
                  </a:lnTo>
                  <a:lnTo>
                    <a:pt x="8554953" y="2546874"/>
                  </a:lnTo>
                  <a:lnTo>
                    <a:pt x="8554953" y="2541226"/>
                  </a:lnTo>
                  <a:lnTo>
                    <a:pt x="8032819" y="2541226"/>
                  </a:lnTo>
                  <a:lnTo>
                    <a:pt x="8031550" y="2541231"/>
                  </a:lnTo>
                  <a:lnTo>
                    <a:pt x="8023251" y="2541262"/>
                  </a:lnTo>
                  <a:lnTo>
                    <a:pt x="8002503" y="2541347"/>
                  </a:lnTo>
                  <a:lnTo>
                    <a:pt x="7965852" y="2541515"/>
                  </a:lnTo>
                  <a:lnTo>
                    <a:pt x="7912119" y="2541791"/>
                  </a:lnTo>
                  <a:lnTo>
                    <a:pt x="7842461" y="2542191"/>
                  </a:lnTo>
                  <a:lnTo>
                    <a:pt x="7759973" y="2542728"/>
                  </a:lnTo>
                  <a:lnTo>
                    <a:pt x="7668913" y="2543404"/>
                  </a:lnTo>
                  <a:lnTo>
                    <a:pt x="7573796" y="2544218"/>
                  </a:lnTo>
                  <a:lnTo>
                    <a:pt x="7478644" y="2545167"/>
                  </a:lnTo>
                  <a:lnTo>
                    <a:pt x="7386540" y="2546248"/>
                  </a:lnTo>
                  <a:lnTo>
                    <a:pt x="7299502" y="2547464"/>
                  </a:lnTo>
                  <a:lnTo>
                    <a:pt x="7218573" y="2548822"/>
                  </a:lnTo>
                  <a:lnTo>
                    <a:pt x="7144021" y="2550336"/>
                  </a:lnTo>
                  <a:lnTo>
                    <a:pt x="7075565" y="2552026"/>
                  </a:lnTo>
                  <a:lnTo>
                    <a:pt x="7012566" y="2553915"/>
                  </a:lnTo>
                  <a:lnTo>
                    <a:pt x="6954184" y="2556033"/>
                  </a:lnTo>
                  <a:lnTo>
                    <a:pt x="6899488" y="2558411"/>
                  </a:lnTo>
                  <a:lnTo>
                    <a:pt x="6847544" y="2561077"/>
                  </a:lnTo>
                  <a:lnTo>
                    <a:pt x="6797494" y="2564051"/>
                  </a:lnTo>
                  <a:lnTo>
                    <a:pt x="6786527" y="2564756"/>
                  </a:lnTo>
                  <a:lnTo>
                    <a:pt x="6732386" y="2568511"/>
                  </a:lnTo>
                  <a:lnTo>
                    <a:pt x="6678766" y="2572664"/>
                  </a:lnTo>
                  <a:lnTo>
                    <a:pt x="6625083" y="2577219"/>
                  </a:lnTo>
                  <a:lnTo>
                    <a:pt x="6570947" y="2582166"/>
                  </a:lnTo>
                  <a:lnTo>
                    <a:pt x="6516138" y="2587481"/>
                  </a:lnTo>
                  <a:lnTo>
                    <a:pt x="6460584" y="2593118"/>
                  </a:lnTo>
                  <a:lnTo>
                    <a:pt x="6404339" y="2599018"/>
                  </a:lnTo>
                  <a:lnTo>
                    <a:pt x="6347563" y="2605106"/>
                  </a:lnTo>
                  <a:lnTo>
                    <a:pt x="6290489" y="2611294"/>
                  </a:lnTo>
                  <a:lnTo>
                    <a:pt x="6233391" y="2617490"/>
                  </a:lnTo>
                  <a:lnTo>
                    <a:pt x="6176547" y="2623600"/>
                  </a:lnTo>
                  <a:lnTo>
                    <a:pt x="6120199" y="2629538"/>
                  </a:lnTo>
                  <a:lnTo>
                    <a:pt x="6064521" y="2635224"/>
                  </a:lnTo>
                  <a:lnTo>
                    <a:pt x="6009588" y="2640596"/>
                  </a:lnTo>
                  <a:lnTo>
                    <a:pt x="5955350" y="2645608"/>
                  </a:lnTo>
                  <a:lnTo>
                    <a:pt x="5901613" y="2650230"/>
                  </a:lnTo>
                  <a:lnTo>
                    <a:pt x="5848018" y="2654450"/>
                  </a:lnTo>
                  <a:lnTo>
                    <a:pt x="5794014" y="2658271"/>
                  </a:lnTo>
                  <a:lnTo>
                    <a:pt x="5784835" y="2658876"/>
                  </a:lnTo>
                  <a:lnTo>
                    <a:pt x="5735105" y="2661920"/>
                  </a:lnTo>
                  <a:lnTo>
                    <a:pt x="5683653" y="2664653"/>
                  </a:lnTo>
                  <a:lnTo>
                    <a:pt x="5629649" y="2667093"/>
                  </a:lnTo>
                  <a:lnTo>
                    <a:pt x="5572170" y="2669266"/>
                  </a:lnTo>
                  <a:lnTo>
                    <a:pt x="5510278" y="2671204"/>
                  </a:lnTo>
                  <a:lnTo>
                    <a:pt x="5443102" y="2672936"/>
                  </a:lnTo>
                  <a:lnTo>
                    <a:pt x="5369948" y="2674487"/>
                  </a:lnTo>
                  <a:lnTo>
                    <a:pt x="5290439" y="2675879"/>
                  </a:lnTo>
                  <a:lnTo>
                    <a:pt x="5204703" y="2677125"/>
                  </a:lnTo>
                  <a:lnTo>
                    <a:pt x="5113590" y="2678236"/>
                  </a:lnTo>
                  <a:lnTo>
                    <a:pt x="5018887" y="2679214"/>
                  </a:lnTo>
                  <a:lnTo>
                    <a:pt x="4923443" y="2680058"/>
                  </a:lnTo>
                  <a:lnTo>
                    <a:pt x="4831095" y="2680765"/>
                  </a:lnTo>
                  <a:lnTo>
                    <a:pt x="4746306" y="2681333"/>
                  </a:lnTo>
                  <a:lnTo>
                    <a:pt x="4673466" y="2681764"/>
                  </a:lnTo>
                  <a:lnTo>
                    <a:pt x="4616008" y="2682066"/>
                  </a:lnTo>
                  <a:lnTo>
                    <a:pt x="4575568" y="2682256"/>
                  </a:lnTo>
                  <a:lnTo>
                    <a:pt x="4551501" y="2682357"/>
                  </a:lnTo>
                  <a:lnTo>
                    <a:pt x="4540834" y="2682398"/>
                  </a:lnTo>
                  <a:lnTo>
                    <a:pt x="4538543" y="2682406"/>
                  </a:lnTo>
                  <a:lnTo>
                    <a:pt x="4016409" y="2682406"/>
                  </a:lnTo>
                  <a:lnTo>
                    <a:pt x="4015248" y="2682331"/>
                  </a:lnTo>
                  <a:lnTo>
                    <a:pt x="4007637" y="2681794"/>
                  </a:lnTo>
                  <a:lnTo>
                    <a:pt x="3988554" y="2680310"/>
                  </a:lnTo>
                  <a:lnTo>
                    <a:pt x="3954693" y="2677394"/>
                  </a:lnTo>
                  <a:lnTo>
                    <a:pt x="3904755" y="2672608"/>
                  </a:lnTo>
                  <a:lnTo>
                    <a:pt x="3839523" y="2665617"/>
                  </a:lnTo>
                  <a:lnTo>
                    <a:pt x="3761583" y="2656213"/>
                  </a:lnTo>
                  <a:lnTo>
                    <a:pt x="3674688" y="2644319"/>
                  </a:lnTo>
                  <a:lnTo>
                    <a:pt x="3582985" y="2629949"/>
                  </a:lnTo>
                  <a:lnTo>
                    <a:pt x="3490316" y="2613160"/>
                  </a:lnTo>
                  <a:lnTo>
                    <a:pt x="3399762" y="2593994"/>
                  </a:lnTo>
                  <a:lnTo>
                    <a:pt x="3313470" y="2572439"/>
                  </a:lnTo>
                  <a:lnTo>
                    <a:pt x="3232677" y="2548397"/>
                  </a:lnTo>
                  <a:lnTo>
                    <a:pt x="3157866" y="2521673"/>
                  </a:lnTo>
                  <a:lnTo>
                    <a:pt x="3088957" y="2491972"/>
                  </a:lnTo>
                  <a:lnTo>
                    <a:pt x="3025485" y="2458903"/>
                  </a:lnTo>
                  <a:lnTo>
                    <a:pt x="2966753" y="2421995"/>
                  </a:lnTo>
                  <a:lnTo>
                    <a:pt x="2911940" y="2380724"/>
                  </a:lnTo>
                  <a:lnTo>
                    <a:pt x="2860183" y="2334559"/>
                  </a:lnTo>
                  <a:lnTo>
                    <a:pt x="2810651" y="2283049"/>
                  </a:lnTo>
                  <a:lnTo>
                    <a:pt x="2770117" y="2235338"/>
                  </a:lnTo>
                  <a:lnTo>
                    <a:pt x="2732098" y="2186132"/>
                  </a:lnTo>
                  <a:lnTo>
                    <a:pt x="2694438" y="2133255"/>
                  </a:lnTo>
                  <a:lnTo>
                    <a:pt x="2656900" y="2076634"/>
                  </a:lnTo>
                  <a:lnTo>
                    <a:pt x="2619305" y="2016256"/>
                  </a:lnTo>
                  <a:lnTo>
                    <a:pt x="2581514" y="1952178"/>
                  </a:lnTo>
                  <a:lnTo>
                    <a:pt x="2543434" y="1884531"/>
                  </a:lnTo>
                  <a:lnTo>
                    <a:pt x="2505008" y="1813526"/>
                  </a:lnTo>
                  <a:lnTo>
                    <a:pt x="2466213" y="1739455"/>
                  </a:lnTo>
                  <a:lnTo>
                    <a:pt x="2427060" y="1662688"/>
                  </a:lnTo>
                  <a:lnTo>
                    <a:pt x="2387585" y="1583667"/>
                  </a:lnTo>
                  <a:lnTo>
                    <a:pt x="2347848" y="1502900"/>
                  </a:lnTo>
                  <a:lnTo>
                    <a:pt x="2307927" y="1420945"/>
                  </a:lnTo>
                  <a:lnTo>
                    <a:pt x="2267913" y="1338399"/>
                  </a:lnTo>
                  <a:lnTo>
                    <a:pt x="2227902" y="1255873"/>
                  </a:lnTo>
                  <a:lnTo>
                    <a:pt x="2187991" y="1173981"/>
                  </a:lnTo>
                  <a:lnTo>
                    <a:pt x="2148270" y="1093316"/>
                  </a:lnTo>
                  <a:lnTo>
                    <a:pt x="2108815" y="1014432"/>
                  </a:lnTo>
                  <a:lnTo>
                    <a:pt x="2069685" y="937834"/>
                  </a:lnTo>
                  <a:lnTo>
                    <a:pt x="2030915" y="863960"/>
                  </a:lnTo>
                  <a:lnTo>
                    <a:pt x="1992514" y="793175"/>
                  </a:lnTo>
                  <a:lnTo>
                    <a:pt x="1954455" y="725765"/>
                  </a:lnTo>
                  <a:lnTo>
                    <a:pt x="1916682" y="661934"/>
                  </a:lnTo>
                  <a:lnTo>
                    <a:pt x="1879095" y="601810"/>
                  </a:lnTo>
                  <a:lnTo>
                    <a:pt x="1841555" y="545444"/>
                  </a:lnTo>
                  <a:lnTo>
                    <a:pt x="1803878" y="492820"/>
                  </a:lnTo>
                  <a:lnTo>
                    <a:pt x="1768425" y="447067"/>
                  </a:lnTo>
                  <a:lnTo>
                    <a:pt x="1720195" y="390864"/>
                  </a:lnTo>
                  <a:lnTo>
                    <a:pt x="1670364" y="340220"/>
                  </a:lnTo>
                  <a:lnTo>
                    <a:pt x="1618182" y="294860"/>
                  </a:lnTo>
                  <a:lnTo>
                    <a:pt x="1562807" y="254313"/>
                  </a:lnTo>
                  <a:lnTo>
                    <a:pt x="1503380" y="218044"/>
                  </a:lnTo>
                  <a:lnTo>
                    <a:pt x="1439093" y="185536"/>
                  </a:lnTo>
                  <a:lnTo>
                    <a:pt x="1369275" y="156328"/>
                  </a:lnTo>
                  <a:lnTo>
                    <a:pt x="1293514" y="130044"/>
                  </a:lnTo>
                  <a:lnTo>
                    <a:pt x="1211804" y="106405"/>
                  </a:lnTo>
                  <a:lnTo>
                    <a:pt x="1124736" y="85231"/>
                  </a:lnTo>
                  <a:lnTo>
                    <a:pt x="1033682" y="66439"/>
                  </a:lnTo>
                  <a:lnTo>
                    <a:pt x="940937" y="50028"/>
                  </a:lnTo>
                  <a:lnTo>
                    <a:pt x="849723" y="36045"/>
                  </a:lnTo>
                  <a:lnTo>
                    <a:pt x="763966" y="24544"/>
                  </a:lnTo>
                  <a:lnTo>
                    <a:pt x="687802" y="15529"/>
                  </a:lnTo>
                  <a:lnTo>
                    <a:pt x="624851" y="8903"/>
                  </a:lnTo>
                  <a:lnTo>
                    <a:pt x="577448" y="4438"/>
                  </a:lnTo>
                  <a:lnTo>
                    <a:pt x="546059" y="1778"/>
                  </a:lnTo>
                  <a:lnTo>
                    <a:pt x="529052" y="476"/>
                  </a:lnTo>
                  <a:lnTo>
                    <a:pt x="522833" y="44"/>
                  </a:lnTo>
                  <a:lnTo>
                    <a:pt x="5221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72" name="pl72"/>
            <p:cNvSpPr/>
            <p:nvPr/>
          </p:nvSpPr>
          <p:spPr>
            <a:xfrm>
              <a:off x="386606" y="3212879"/>
              <a:ext cx="8554953" cy="2682406"/>
            </a:xfrm>
            <a:custGeom>
              <a:avLst/>
              <a:pathLst>
                <a:path w="8554953" h="2682406">
                  <a:moveTo>
                    <a:pt x="0" y="0"/>
                  </a:moveTo>
                  <a:lnTo>
                    <a:pt x="522133" y="0"/>
                  </a:lnTo>
                  <a:lnTo>
                    <a:pt x="523295" y="75"/>
                  </a:lnTo>
                  <a:lnTo>
                    <a:pt x="530905" y="611"/>
                  </a:lnTo>
                  <a:lnTo>
                    <a:pt x="549989" y="2095"/>
                  </a:lnTo>
                  <a:lnTo>
                    <a:pt x="583849" y="5012"/>
                  </a:lnTo>
                  <a:lnTo>
                    <a:pt x="633787" y="9797"/>
                  </a:lnTo>
                  <a:lnTo>
                    <a:pt x="699019" y="16789"/>
                  </a:lnTo>
                  <a:lnTo>
                    <a:pt x="776960" y="26192"/>
                  </a:lnTo>
                  <a:lnTo>
                    <a:pt x="863854" y="38087"/>
                  </a:lnTo>
                  <a:lnTo>
                    <a:pt x="955557" y="52456"/>
                  </a:lnTo>
                  <a:lnTo>
                    <a:pt x="1048227" y="69246"/>
                  </a:lnTo>
                  <a:lnTo>
                    <a:pt x="1138780" y="88411"/>
                  </a:lnTo>
                  <a:lnTo>
                    <a:pt x="1225072" y="109966"/>
                  </a:lnTo>
                  <a:lnTo>
                    <a:pt x="1305865" y="134008"/>
                  </a:lnTo>
                  <a:lnTo>
                    <a:pt x="1380676" y="160732"/>
                  </a:lnTo>
                  <a:lnTo>
                    <a:pt x="1449586" y="190434"/>
                  </a:lnTo>
                  <a:lnTo>
                    <a:pt x="1513057" y="223502"/>
                  </a:lnTo>
                  <a:lnTo>
                    <a:pt x="1571789" y="260410"/>
                  </a:lnTo>
                  <a:lnTo>
                    <a:pt x="1626603" y="301681"/>
                  </a:lnTo>
                  <a:lnTo>
                    <a:pt x="1678359" y="347847"/>
                  </a:lnTo>
                  <a:lnTo>
                    <a:pt x="1727891" y="399357"/>
                  </a:lnTo>
                  <a:lnTo>
                    <a:pt x="1768425" y="447067"/>
                  </a:lnTo>
                  <a:lnTo>
                    <a:pt x="1806444" y="496273"/>
                  </a:lnTo>
                  <a:lnTo>
                    <a:pt x="1844105" y="549150"/>
                  </a:lnTo>
                  <a:lnTo>
                    <a:pt x="1881642" y="605771"/>
                  </a:lnTo>
                  <a:lnTo>
                    <a:pt x="1919237" y="666149"/>
                  </a:lnTo>
                  <a:lnTo>
                    <a:pt x="1957028" y="730227"/>
                  </a:lnTo>
                  <a:lnTo>
                    <a:pt x="1995108" y="797874"/>
                  </a:lnTo>
                  <a:lnTo>
                    <a:pt x="2033534" y="868879"/>
                  </a:lnTo>
                  <a:lnTo>
                    <a:pt x="2072329" y="942950"/>
                  </a:lnTo>
                  <a:lnTo>
                    <a:pt x="2111482" y="1019718"/>
                  </a:lnTo>
                  <a:lnTo>
                    <a:pt x="2150958" y="1098739"/>
                  </a:lnTo>
                  <a:lnTo>
                    <a:pt x="2190695" y="1179506"/>
                  </a:lnTo>
                  <a:lnTo>
                    <a:pt x="2230615" y="1261460"/>
                  </a:lnTo>
                  <a:lnTo>
                    <a:pt x="2270629" y="1344006"/>
                  </a:lnTo>
                  <a:lnTo>
                    <a:pt x="2310640" y="1426532"/>
                  </a:lnTo>
                  <a:lnTo>
                    <a:pt x="2350551" y="1508424"/>
                  </a:lnTo>
                  <a:lnTo>
                    <a:pt x="2390272" y="1589090"/>
                  </a:lnTo>
                  <a:lnTo>
                    <a:pt x="2429727" y="1667973"/>
                  </a:lnTo>
                  <a:lnTo>
                    <a:pt x="2468857" y="1744571"/>
                  </a:lnTo>
                  <a:lnTo>
                    <a:pt x="2507627" y="1818445"/>
                  </a:lnTo>
                  <a:lnTo>
                    <a:pt x="2546029" y="1889230"/>
                  </a:lnTo>
                  <a:lnTo>
                    <a:pt x="2584087" y="1956641"/>
                  </a:lnTo>
                  <a:lnTo>
                    <a:pt x="2621861" y="2020471"/>
                  </a:lnTo>
                  <a:lnTo>
                    <a:pt x="2659448" y="2080595"/>
                  </a:lnTo>
                  <a:lnTo>
                    <a:pt x="2696987" y="2136961"/>
                  </a:lnTo>
                  <a:lnTo>
                    <a:pt x="2734664" y="2189586"/>
                  </a:lnTo>
                  <a:lnTo>
                    <a:pt x="2770117" y="2235338"/>
                  </a:lnTo>
                  <a:lnTo>
                    <a:pt x="2818347" y="2291542"/>
                  </a:lnTo>
                  <a:lnTo>
                    <a:pt x="2868178" y="2342185"/>
                  </a:lnTo>
                  <a:lnTo>
                    <a:pt x="2920360" y="2387546"/>
                  </a:lnTo>
                  <a:lnTo>
                    <a:pt x="2975735" y="2428093"/>
                  </a:lnTo>
                  <a:lnTo>
                    <a:pt x="3035162" y="2464361"/>
                  </a:lnTo>
                  <a:lnTo>
                    <a:pt x="3099449" y="2496869"/>
                  </a:lnTo>
                  <a:lnTo>
                    <a:pt x="3169267" y="2526077"/>
                  </a:lnTo>
                  <a:lnTo>
                    <a:pt x="3245028" y="2552361"/>
                  </a:lnTo>
                  <a:lnTo>
                    <a:pt x="3326738" y="2576001"/>
                  </a:lnTo>
                  <a:lnTo>
                    <a:pt x="3413806" y="2597175"/>
                  </a:lnTo>
                  <a:lnTo>
                    <a:pt x="3504860" y="2615966"/>
                  </a:lnTo>
                  <a:lnTo>
                    <a:pt x="3597605" y="2632378"/>
                  </a:lnTo>
                  <a:lnTo>
                    <a:pt x="3688819" y="2646360"/>
                  </a:lnTo>
                  <a:lnTo>
                    <a:pt x="3774576" y="2657861"/>
                  </a:lnTo>
                  <a:lnTo>
                    <a:pt x="3850740" y="2666876"/>
                  </a:lnTo>
                  <a:lnTo>
                    <a:pt x="3913691" y="2673502"/>
                  </a:lnTo>
                  <a:lnTo>
                    <a:pt x="3961094" y="2677968"/>
                  </a:lnTo>
                  <a:lnTo>
                    <a:pt x="3992483" y="2680627"/>
                  </a:lnTo>
                  <a:lnTo>
                    <a:pt x="4009490" y="2681929"/>
                  </a:lnTo>
                  <a:lnTo>
                    <a:pt x="4015709" y="2682361"/>
                  </a:lnTo>
                  <a:lnTo>
                    <a:pt x="4016409" y="2682406"/>
                  </a:lnTo>
                  <a:lnTo>
                    <a:pt x="4538543" y="2682406"/>
                  </a:lnTo>
                  <a:lnTo>
                    <a:pt x="4539812" y="2682401"/>
                  </a:lnTo>
                  <a:lnTo>
                    <a:pt x="4548111" y="2682370"/>
                  </a:lnTo>
                  <a:lnTo>
                    <a:pt x="4568859" y="2682285"/>
                  </a:lnTo>
                  <a:lnTo>
                    <a:pt x="4605510" y="2682117"/>
                  </a:lnTo>
                  <a:lnTo>
                    <a:pt x="4659243" y="2681842"/>
                  </a:lnTo>
                  <a:lnTo>
                    <a:pt x="4728901" y="2681441"/>
                  </a:lnTo>
                  <a:lnTo>
                    <a:pt x="4811389" y="2680904"/>
                  </a:lnTo>
                  <a:lnTo>
                    <a:pt x="4902449" y="2680228"/>
                  </a:lnTo>
                  <a:lnTo>
                    <a:pt x="4997566" y="2679414"/>
                  </a:lnTo>
                  <a:lnTo>
                    <a:pt x="5092718" y="2678465"/>
                  </a:lnTo>
                  <a:lnTo>
                    <a:pt x="5184822" y="2677384"/>
                  </a:lnTo>
                  <a:lnTo>
                    <a:pt x="5271860" y="2676169"/>
                  </a:lnTo>
                  <a:lnTo>
                    <a:pt x="5352789" y="2674810"/>
                  </a:lnTo>
                  <a:lnTo>
                    <a:pt x="5427341" y="2673296"/>
                  </a:lnTo>
                  <a:lnTo>
                    <a:pt x="5495797" y="2671607"/>
                  </a:lnTo>
                  <a:lnTo>
                    <a:pt x="5558796" y="2669717"/>
                  </a:lnTo>
                  <a:lnTo>
                    <a:pt x="5617178" y="2667599"/>
                  </a:lnTo>
                  <a:lnTo>
                    <a:pt x="5671874" y="2665222"/>
                  </a:lnTo>
                  <a:lnTo>
                    <a:pt x="5723818" y="2662556"/>
                  </a:lnTo>
                  <a:lnTo>
                    <a:pt x="5773868" y="2659581"/>
                  </a:lnTo>
                  <a:lnTo>
                    <a:pt x="5784835" y="2658876"/>
                  </a:lnTo>
                  <a:lnTo>
                    <a:pt x="5838976" y="2655121"/>
                  </a:lnTo>
                  <a:lnTo>
                    <a:pt x="5892596" y="2650968"/>
                  </a:lnTo>
                  <a:lnTo>
                    <a:pt x="5946279" y="2646414"/>
                  </a:lnTo>
                  <a:lnTo>
                    <a:pt x="6000415" y="2641466"/>
                  </a:lnTo>
                  <a:lnTo>
                    <a:pt x="6055224" y="2636152"/>
                  </a:lnTo>
                  <a:lnTo>
                    <a:pt x="6110778" y="2630514"/>
                  </a:lnTo>
                  <a:lnTo>
                    <a:pt x="6167023" y="2624614"/>
                  </a:lnTo>
                  <a:lnTo>
                    <a:pt x="6223799" y="2618527"/>
                  </a:lnTo>
                  <a:lnTo>
                    <a:pt x="6280873" y="2612339"/>
                  </a:lnTo>
                  <a:lnTo>
                    <a:pt x="6337971" y="2606143"/>
                  </a:lnTo>
                  <a:lnTo>
                    <a:pt x="6394815" y="2600032"/>
                  </a:lnTo>
                  <a:lnTo>
                    <a:pt x="6451163" y="2594095"/>
                  </a:lnTo>
                  <a:lnTo>
                    <a:pt x="6506841" y="2588408"/>
                  </a:lnTo>
                  <a:lnTo>
                    <a:pt x="6561774" y="2583036"/>
                  </a:lnTo>
                  <a:lnTo>
                    <a:pt x="6616012" y="2578024"/>
                  </a:lnTo>
                  <a:lnTo>
                    <a:pt x="6669749" y="2573402"/>
                  </a:lnTo>
                  <a:lnTo>
                    <a:pt x="6723344" y="2569182"/>
                  </a:lnTo>
                  <a:lnTo>
                    <a:pt x="6777347" y="2565361"/>
                  </a:lnTo>
                  <a:lnTo>
                    <a:pt x="6786527" y="2564756"/>
                  </a:lnTo>
                  <a:lnTo>
                    <a:pt x="6836257" y="2561712"/>
                  </a:lnTo>
                  <a:lnTo>
                    <a:pt x="6887709" y="2558979"/>
                  </a:lnTo>
                  <a:lnTo>
                    <a:pt x="6941713" y="2556539"/>
                  </a:lnTo>
                  <a:lnTo>
                    <a:pt x="6999191" y="2554366"/>
                  </a:lnTo>
                  <a:lnTo>
                    <a:pt x="7061084" y="2552428"/>
                  </a:lnTo>
                  <a:lnTo>
                    <a:pt x="7128260" y="2550697"/>
                  </a:lnTo>
                  <a:lnTo>
                    <a:pt x="7201414" y="2549145"/>
                  </a:lnTo>
                  <a:lnTo>
                    <a:pt x="7280923" y="2547754"/>
                  </a:lnTo>
                  <a:lnTo>
                    <a:pt x="7366659" y="2546507"/>
                  </a:lnTo>
                  <a:lnTo>
                    <a:pt x="7457772" y="2545396"/>
                  </a:lnTo>
                  <a:lnTo>
                    <a:pt x="7552475" y="2544418"/>
                  </a:lnTo>
                  <a:lnTo>
                    <a:pt x="7647919" y="2543574"/>
                  </a:lnTo>
                  <a:lnTo>
                    <a:pt x="7740267" y="2542867"/>
                  </a:lnTo>
                  <a:lnTo>
                    <a:pt x="7825056" y="2542299"/>
                  </a:lnTo>
                  <a:lnTo>
                    <a:pt x="7897896" y="2541869"/>
                  </a:lnTo>
                  <a:lnTo>
                    <a:pt x="7955354" y="2541567"/>
                  </a:lnTo>
                  <a:lnTo>
                    <a:pt x="7995794" y="2541377"/>
                  </a:lnTo>
                  <a:lnTo>
                    <a:pt x="8019861" y="2541275"/>
                  </a:lnTo>
                  <a:lnTo>
                    <a:pt x="8030528" y="2541234"/>
                  </a:lnTo>
                  <a:lnTo>
                    <a:pt x="8032805" y="2541227"/>
                  </a:lnTo>
                  <a:lnTo>
                    <a:pt x="8032819" y="2541226"/>
                  </a:lnTo>
                  <a:lnTo>
                    <a:pt x="8554953" y="2541226"/>
                  </a:lnTo>
                  <a:lnTo>
                    <a:pt x="8554953" y="2541226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73" name="pl73"/>
            <p:cNvSpPr/>
            <p:nvPr/>
          </p:nvSpPr>
          <p:spPr>
            <a:xfrm>
              <a:off x="386606" y="3207232"/>
              <a:ext cx="8554953" cy="2682406"/>
            </a:xfrm>
            <a:custGeom>
              <a:avLst/>
              <a:pathLst>
                <a:path w="8554953" h="2682406">
                  <a:moveTo>
                    <a:pt x="8554953" y="2541226"/>
                  </a:moveTo>
                  <a:lnTo>
                    <a:pt x="8032819" y="2541226"/>
                  </a:lnTo>
                  <a:lnTo>
                    <a:pt x="8031550" y="2541231"/>
                  </a:lnTo>
                  <a:lnTo>
                    <a:pt x="8023251" y="2541262"/>
                  </a:lnTo>
                  <a:lnTo>
                    <a:pt x="8002503" y="2541347"/>
                  </a:lnTo>
                  <a:lnTo>
                    <a:pt x="7965852" y="2541515"/>
                  </a:lnTo>
                  <a:lnTo>
                    <a:pt x="7912119" y="2541791"/>
                  </a:lnTo>
                  <a:lnTo>
                    <a:pt x="7842461" y="2542191"/>
                  </a:lnTo>
                  <a:lnTo>
                    <a:pt x="7759973" y="2542728"/>
                  </a:lnTo>
                  <a:lnTo>
                    <a:pt x="7668913" y="2543404"/>
                  </a:lnTo>
                  <a:lnTo>
                    <a:pt x="7573796" y="2544218"/>
                  </a:lnTo>
                  <a:lnTo>
                    <a:pt x="7478644" y="2545167"/>
                  </a:lnTo>
                  <a:lnTo>
                    <a:pt x="7386540" y="2546248"/>
                  </a:lnTo>
                  <a:lnTo>
                    <a:pt x="7299502" y="2547464"/>
                  </a:lnTo>
                  <a:lnTo>
                    <a:pt x="7218573" y="2548822"/>
                  </a:lnTo>
                  <a:lnTo>
                    <a:pt x="7144021" y="2550336"/>
                  </a:lnTo>
                  <a:lnTo>
                    <a:pt x="7075565" y="2552026"/>
                  </a:lnTo>
                  <a:lnTo>
                    <a:pt x="7012566" y="2553915"/>
                  </a:lnTo>
                  <a:lnTo>
                    <a:pt x="6954184" y="2556033"/>
                  </a:lnTo>
                  <a:lnTo>
                    <a:pt x="6899488" y="2558411"/>
                  </a:lnTo>
                  <a:lnTo>
                    <a:pt x="6847544" y="2561077"/>
                  </a:lnTo>
                  <a:lnTo>
                    <a:pt x="6797494" y="2564051"/>
                  </a:lnTo>
                  <a:lnTo>
                    <a:pt x="6786527" y="2564756"/>
                  </a:lnTo>
                  <a:lnTo>
                    <a:pt x="6732386" y="2568511"/>
                  </a:lnTo>
                  <a:lnTo>
                    <a:pt x="6678766" y="2572664"/>
                  </a:lnTo>
                  <a:lnTo>
                    <a:pt x="6625083" y="2577219"/>
                  </a:lnTo>
                  <a:lnTo>
                    <a:pt x="6570947" y="2582166"/>
                  </a:lnTo>
                  <a:lnTo>
                    <a:pt x="6516138" y="2587481"/>
                  </a:lnTo>
                  <a:lnTo>
                    <a:pt x="6460584" y="2593118"/>
                  </a:lnTo>
                  <a:lnTo>
                    <a:pt x="6404339" y="2599018"/>
                  </a:lnTo>
                  <a:lnTo>
                    <a:pt x="6347563" y="2605106"/>
                  </a:lnTo>
                  <a:lnTo>
                    <a:pt x="6290489" y="2611294"/>
                  </a:lnTo>
                  <a:lnTo>
                    <a:pt x="6233391" y="2617490"/>
                  </a:lnTo>
                  <a:lnTo>
                    <a:pt x="6176547" y="2623600"/>
                  </a:lnTo>
                  <a:lnTo>
                    <a:pt x="6120199" y="2629538"/>
                  </a:lnTo>
                  <a:lnTo>
                    <a:pt x="6064521" y="2635224"/>
                  </a:lnTo>
                  <a:lnTo>
                    <a:pt x="6009588" y="2640596"/>
                  </a:lnTo>
                  <a:lnTo>
                    <a:pt x="5955350" y="2645608"/>
                  </a:lnTo>
                  <a:lnTo>
                    <a:pt x="5901613" y="2650230"/>
                  </a:lnTo>
                  <a:lnTo>
                    <a:pt x="5848018" y="2654450"/>
                  </a:lnTo>
                  <a:lnTo>
                    <a:pt x="5794014" y="2658271"/>
                  </a:lnTo>
                  <a:lnTo>
                    <a:pt x="5784835" y="2658876"/>
                  </a:lnTo>
                  <a:lnTo>
                    <a:pt x="5735105" y="2661920"/>
                  </a:lnTo>
                  <a:lnTo>
                    <a:pt x="5683653" y="2664653"/>
                  </a:lnTo>
                  <a:lnTo>
                    <a:pt x="5629649" y="2667093"/>
                  </a:lnTo>
                  <a:lnTo>
                    <a:pt x="5572170" y="2669266"/>
                  </a:lnTo>
                  <a:lnTo>
                    <a:pt x="5510278" y="2671204"/>
                  </a:lnTo>
                  <a:lnTo>
                    <a:pt x="5443102" y="2672936"/>
                  </a:lnTo>
                  <a:lnTo>
                    <a:pt x="5369948" y="2674487"/>
                  </a:lnTo>
                  <a:lnTo>
                    <a:pt x="5290439" y="2675879"/>
                  </a:lnTo>
                  <a:lnTo>
                    <a:pt x="5204703" y="2677125"/>
                  </a:lnTo>
                  <a:lnTo>
                    <a:pt x="5113590" y="2678236"/>
                  </a:lnTo>
                  <a:lnTo>
                    <a:pt x="5018887" y="2679214"/>
                  </a:lnTo>
                  <a:lnTo>
                    <a:pt x="4923443" y="2680058"/>
                  </a:lnTo>
                  <a:lnTo>
                    <a:pt x="4831095" y="2680765"/>
                  </a:lnTo>
                  <a:lnTo>
                    <a:pt x="4746306" y="2681333"/>
                  </a:lnTo>
                  <a:lnTo>
                    <a:pt x="4673466" y="2681764"/>
                  </a:lnTo>
                  <a:lnTo>
                    <a:pt x="4616008" y="2682066"/>
                  </a:lnTo>
                  <a:lnTo>
                    <a:pt x="4575568" y="2682256"/>
                  </a:lnTo>
                  <a:lnTo>
                    <a:pt x="4551501" y="2682357"/>
                  </a:lnTo>
                  <a:lnTo>
                    <a:pt x="4540834" y="2682398"/>
                  </a:lnTo>
                  <a:lnTo>
                    <a:pt x="4538557" y="2682406"/>
                  </a:lnTo>
                  <a:lnTo>
                    <a:pt x="4538543" y="2682406"/>
                  </a:lnTo>
                  <a:lnTo>
                    <a:pt x="4016409" y="2682406"/>
                  </a:lnTo>
                  <a:lnTo>
                    <a:pt x="4015248" y="2682331"/>
                  </a:lnTo>
                  <a:lnTo>
                    <a:pt x="4007637" y="2681794"/>
                  </a:lnTo>
                  <a:lnTo>
                    <a:pt x="3988554" y="2680310"/>
                  </a:lnTo>
                  <a:lnTo>
                    <a:pt x="3954693" y="2677394"/>
                  </a:lnTo>
                  <a:lnTo>
                    <a:pt x="3904755" y="2672608"/>
                  </a:lnTo>
                  <a:lnTo>
                    <a:pt x="3839523" y="2665617"/>
                  </a:lnTo>
                  <a:lnTo>
                    <a:pt x="3761583" y="2656213"/>
                  </a:lnTo>
                  <a:lnTo>
                    <a:pt x="3674688" y="2644319"/>
                  </a:lnTo>
                  <a:lnTo>
                    <a:pt x="3582985" y="2629949"/>
                  </a:lnTo>
                  <a:lnTo>
                    <a:pt x="3490316" y="2613160"/>
                  </a:lnTo>
                  <a:lnTo>
                    <a:pt x="3399762" y="2593994"/>
                  </a:lnTo>
                  <a:lnTo>
                    <a:pt x="3313470" y="2572439"/>
                  </a:lnTo>
                  <a:lnTo>
                    <a:pt x="3232677" y="2548397"/>
                  </a:lnTo>
                  <a:lnTo>
                    <a:pt x="3157866" y="2521673"/>
                  </a:lnTo>
                  <a:lnTo>
                    <a:pt x="3088957" y="2491972"/>
                  </a:lnTo>
                  <a:lnTo>
                    <a:pt x="3025485" y="2458903"/>
                  </a:lnTo>
                  <a:lnTo>
                    <a:pt x="2966753" y="2421995"/>
                  </a:lnTo>
                  <a:lnTo>
                    <a:pt x="2911940" y="2380724"/>
                  </a:lnTo>
                  <a:lnTo>
                    <a:pt x="2860183" y="2334559"/>
                  </a:lnTo>
                  <a:lnTo>
                    <a:pt x="2810651" y="2283049"/>
                  </a:lnTo>
                  <a:lnTo>
                    <a:pt x="2770117" y="2235338"/>
                  </a:lnTo>
                  <a:lnTo>
                    <a:pt x="2732098" y="2186132"/>
                  </a:lnTo>
                  <a:lnTo>
                    <a:pt x="2694438" y="2133255"/>
                  </a:lnTo>
                  <a:lnTo>
                    <a:pt x="2656900" y="2076634"/>
                  </a:lnTo>
                  <a:lnTo>
                    <a:pt x="2619305" y="2016256"/>
                  </a:lnTo>
                  <a:lnTo>
                    <a:pt x="2581514" y="1952178"/>
                  </a:lnTo>
                  <a:lnTo>
                    <a:pt x="2543434" y="1884531"/>
                  </a:lnTo>
                  <a:lnTo>
                    <a:pt x="2505008" y="1813526"/>
                  </a:lnTo>
                  <a:lnTo>
                    <a:pt x="2466213" y="1739455"/>
                  </a:lnTo>
                  <a:lnTo>
                    <a:pt x="2427060" y="1662688"/>
                  </a:lnTo>
                  <a:lnTo>
                    <a:pt x="2387585" y="1583667"/>
                  </a:lnTo>
                  <a:lnTo>
                    <a:pt x="2347848" y="1502900"/>
                  </a:lnTo>
                  <a:lnTo>
                    <a:pt x="2307927" y="1420945"/>
                  </a:lnTo>
                  <a:lnTo>
                    <a:pt x="2267913" y="1338399"/>
                  </a:lnTo>
                  <a:lnTo>
                    <a:pt x="2227902" y="1255873"/>
                  </a:lnTo>
                  <a:lnTo>
                    <a:pt x="2187991" y="1173981"/>
                  </a:lnTo>
                  <a:lnTo>
                    <a:pt x="2148270" y="1093316"/>
                  </a:lnTo>
                  <a:lnTo>
                    <a:pt x="2108815" y="1014432"/>
                  </a:lnTo>
                  <a:lnTo>
                    <a:pt x="2069685" y="937834"/>
                  </a:lnTo>
                  <a:lnTo>
                    <a:pt x="2030915" y="863960"/>
                  </a:lnTo>
                  <a:lnTo>
                    <a:pt x="1992514" y="793175"/>
                  </a:lnTo>
                  <a:lnTo>
                    <a:pt x="1954455" y="725765"/>
                  </a:lnTo>
                  <a:lnTo>
                    <a:pt x="1916682" y="661934"/>
                  </a:lnTo>
                  <a:lnTo>
                    <a:pt x="1879095" y="601810"/>
                  </a:lnTo>
                  <a:lnTo>
                    <a:pt x="1841555" y="545444"/>
                  </a:lnTo>
                  <a:lnTo>
                    <a:pt x="1803878" y="492820"/>
                  </a:lnTo>
                  <a:lnTo>
                    <a:pt x="1768425" y="447067"/>
                  </a:lnTo>
                  <a:lnTo>
                    <a:pt x="1720195" y="390864"/>
                  </a:lnTo>
                  <a:lnTo>
                    <a:pt x="1670364" y="340220"/>
                  </a:lnTo>
                  <a:lnTo>
                    <a:pt x="1618182" y="294860"/>
                  </a:lnTo>
                  <a:lnTo>
                    <a:pt x="1562807" y="254313"/>
                  </a:lnTo>
                  <a:lnTo>
                    <a:pt x="1503380" y="218044"/>
                  </a:lnTo>
                  <a:lnTo>
                    <a:pt x="1439093" y="185536"/>
                  </a:lnTo>
                  <a:lnTo>
                    <a:pt x="1369275" y="156328"/>
                  </a:lnTo>
                  <a:lnTo>
                    <a:pt x="1293514" y="130044"/>
                  </a:lnTo>
                  <a:lnTo>
                    <a:pt x="1211804" y="106405"/>
                  </a:lnTo>
                  <a:lnTo>
                    <a:pt x="1124736" y="85231"/>
                  </a:lnTo>
                  <a:lnTo>
                    <a:pt x="1033682" y="66439"/>
                  </a:lnTo>
                  <a:lnTo>
                    <a:pt x="940937" y="50028"/>
                  </a:lnTo>
                  <a:lnTo>
                    <a:pt x="849723" y="36045"/>
                  </a:lnTo>
                  <a:lnTo>
                    <a:pt x="763966" y="24544"/>
                  </a:lnTo>
                  <a:lnTo>
                    <a:pt x="687802" y="15529"/>
                  </a:lnTo>
                  <a:lnTo>
                    <a:pt x="624851" y="8903"/>
                  </a:lnTo>
                  <a:lnTo>
                    <a:pt x="577448" y="4438"/>
                  </a:lnTo>
                  <a:lnTo>
                    <a:pt x="546059" y="1778"/>
                  </a:lnTo>
                  <a:lnTo>
                    <a:pt x="529052" y="476"/>
                  </a:lnTo>
                  <a:lnTo>
                    <a:pt x="522833" y="44"/>
                  </a:lnTo>
                  <a:lnTo>
                    <a:pt x="522133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74" name="pg74"/>
            <p:cNvSpPr/>
            <p:nvPr/>
          </p:nvSpPr>
          <p:spPr>
            <a:xfrm>
              <a:off x="386606" y="1095190"/>
              <a:ext cx="8554953" cy="739779"/>
            </a:xfrm>
            <a:custGeom>
              <a:avLst/>
              <a:pathLst>
                <a:path w="8554953" h="739779">
                  <a:moveTo>
                    <a:pt x="0" y="5647"/>
                  </a:moveTo>
                  <a:lnTo>
                    <a:pt x="522133" y="5647"/>
                  </a:lnTo>
                  <a:lnTo>
                    <a:pt x="523394" y="5669"/>
                  </a:lnTo>
                  <a:lnTo>
                    <a:pt x="531638" y="5829"/>
                  </a:lnTo>
                  <a:lnTo>
                    <a:pt x="552253" y="6271"/>
                  </a:lnTo>
                  <a:lnTo>
                    <a:pt x="588684" y="7139"/>
                  </a:lnTo>
                  <a:lnTo>
                    <a:pt x="642118" y="8560"/>
                  </a:lnTo>
                  <a:lnTo>
                    <a:pt x="711430" y="10630"/>
                  </a:lnTo>
                  <a:lnTo>
                    <a:pt x="793567" y="13405"/>
                  </a:lnTo>
                  <a:lnTo>
                    <a:pt x="884309" y="16901"/>
                  </a:lnTo>
                  <a:lnTo>
                    <a:pt x="979169" y="21110"/>
                  </a:lnTo>
                  <a:lnTo>
                    <a:pt x="1074138" y="26015"/>
                  </a:lnTo>
                  <a:lnTo>
                    <a:pt x="1166132" y="31606"/>
                  </a:lnTo>
                  <a:lnTo>
                    <a:pt x="1253120" y="37896"/>
                  </a:lnTo>
                  <a:lnTo>
                    <a:pt x="1334046" y="44920"/>
                  </a:lnTo>
                  <a:lnTo>
                    <a:pt x="1408622" y="52749"/>
                  </a:lnTo>
                  <a:lnTo>
                    <a:pt x="1477115" y="61482"/>
                  </a:lnTo>
                  <a:lnTo>
                    <a:pt x="1540149" y="71244"/>
                  </a:lnTo>
                  <a:lnTo>
                    <a:pt x="1598555" y="82184"/>
                  </a:lnTo>
                  <a:lnTo>
                    <a:pt x="1653254" y="94462"/>
                  </a:lnTo>
                  <a:lnTo>
                    <a:pt x="1705178" y="108227"/>
                  </a:lnTo>
                  <a:lnTo>
                    <a:pt x="1755180" y="123586"/>
                  </a:lnTo>
                  <a:lnTo>
                    <a:pt x="1768425" y="128002"/>
                  </a:lnTo>
                  <a:lnTo>
                    <a:pt x="1819876" y="146503"/>
                  </a:lnTo>
                  <a:lnTo>
                    <a:pt x="1870826" y="166866"/>
                  </a:lnTo>
                  <a:lnTo>
                    <a:pt x="1921791" y="189118"/>
                  </a:lnTo>
                  <a:lnTo>
                    <a:pt x="1973123" y="213226"/>
                  </a:lnTo>
                  <a:lnTo>
                    <a:pt x="2025034" y="239087"/>
                  </a:lnTo>
                  <a:lnTo>
                    <a:pt x="2077615" y="266524"/>
                  </a:lnTo>
                  <a:lnTo>
                    <a:pt x="2130846" y="295287"/>
                  </a:lnTo>
                  <a:lnTo>
                    <a:pt x="2184616" y="325060"/>
                  </a:lnTo>
                  <a:lnTo>
                    <a:pt x="2238746" y="355474"/>
                  </a:lnTo>
                  <a:lnTo>
                    <a:pt x="2293011" y="386122"/>
                  </a:lnTo>
                  <a:lnTo>
                    <a:pt x="2347171" y="416588"/>
                  </a:lnTo>
                  <a:lnTo>
                    <a:pt x="2400997" y="446462"/>
                  </a:lnTo>
                  <a:lnTo>
                    <a:pt x="2454302" y="475370"/>
                  </a:lnTo>
                  <a:lnTo>
                    <a:pt x="2506968" y="502988"/>
                  </a:lnTo>
                  <a:lnTo>
                    <a:pt x="2558961" y="529057"/>
                  </a:lnTo>
                  <a:lnTo>
                    <a:pt x="2610356" y="553392"/>
                  </a:lnTo>
                  <a:lnTo>
                    <a:pt x="2661350" y="575880"/>
                  </a:lnTo>
                  <a:lnTo>
                    <a:pt x="2712278" y="596478"/>
                  </a:lnTo>
                  <a:lnTo>
                    <a:pt x="2763632" y="615209"/>
                  </a:lnTo>
                  <a:lnTo>
                    <a:pt x="2770117" y="617424"/>
                  </a:lnTo>
                  <a:lnTo>
                    <a:pt x="2819730" y="633218"/>
                  </a:lnTo>
                  <a:lnTo>
                    <a:pt x="2871057" y="647405"/>
                  </a:lnTo>
                  <a:lnTo>
                    <a:pt x="2924918" y="660070"/>
                  </a:lnTo>
                  <a:lnTo>
                    <a:pt x="2982233" y="671355"/>
                  </a:lnTo>
                  <a:lnTo>
                    <a:pt x="3043932" y="681420"/>
                  </a:lnTo>
                  <a:lnTo>
                    <a:pt x="3110881" y="690416"/>
                  </a:lnTo>
                  <a:lnTo>
                    <a:pt x="3183773" y="698478"/>
                  </a:lnTo>
                  <a:lnTo>
                    <a:pt x="3262988" y="705711"/>
                  </a:lnTo>
                  <a:lnTo>
                    <a:pt x="3348411" y="712194"/>
                  </a:lnTo>
                  <a:lnTo>
                    <a:pt x="3439211" y="717971"/>
                  </a:lnTo>
                  <a:lnTo>
                    <a:pt x="3533639" y="723062"/>
                  </a:lnTo>
                  <a:lnTo>
                    <a:pt x="3628890" y="727460"/>
                  </a:lnTo>
                  <a:lnTo>
                    <a:pt x="3721175" y="731149"/>
                  </a:lnTo>
                  <a:lnTo>
                    <a:pt x="3806073" y="734118"/>
                  </a:lnTo>
                  <a:lnTo>
                    <a:pt x="3879207" y="736374"/>
                  </a:lnTo>
                  <a:lnTo>
                    <a:pt x="3937123" y="737963"/>
                  </a:lnTo>
                  <a:lnTo>
                    <a:pt x="3978118" y="738968"/>
                  </a:lnTo>
                  <a:lnTo>
                    <a:pt x="4002747" y="739511"/>
                  </a:lnTo>
                  <a:lnTo>
                    <a:pt x="4013870" y="739733"/>
                  </a:lnTo>
                  <a:lnTo>
                    <a:pt x="4016409" y="739779"/>
                  </a:lnTo>
                  <a:lnTo>
                    <a:pt x="4538543" y="739779"/>
                  </a:lnTo>
                  <a:lnTo>
                    <a:pt x="4539807" y="739761"/>
                  </a:lnTo>
                  <a:lnTo>
                    <a:pt x="4548074" y="739637"/>
                  </a:lnTo>
                  <a:lnTo>
                    <a:pt x="4568743" y="739293"/>
                  </a:lnTo>
                  <a:lnTo>
                    <a:pt x="4605264" y="738616"/>
                  </a:lnTo>
                  <a:lnTo>
                    <a:pt x="4658821" y="737509"/>
                  </a:lnTo>
                  <a:lnTo>
                    <a:pt x="4728275" y="735896"/>
                  </a:lnTo>
                  <a:lnTo>
                    <a:pt x="4810555" y="733735"/>
                  </a:lnTo>
                  <a:lnTo>
                    <a:pt x="4901428" y="731013"/>
                  </a:lnTo>
                  <a:lnTo>
                    <a:pt x="4996394" y="727735"/>
                  </a:lnTo>
                  <a:lnTo>
                    <a:pt x="5091439" y="723916"/>
                  </a:lnTo>
                  <a:lnTo>
                    <a:pt x="5183477" y="719562"/>
                  </a:lnTo>
                  <a:lnTo>
                    <a:pt x="5270486" y="714665"/>
                  </a:lnTo>
                  <a:lnTo>
                    <a:pt x="5351413" y="709195"/>
                  </a:lnTo>
                  <a:lnTo>
                    <a:pt x="5425980" y="703098"/>
                  </a:lnTo>
                  <a:lnTo>
                    <a:pt x="5494458" y="696297"/>
                  </a:lnTo>
                  <a:lnTo>
                    <a:pt x="5557477" y="688693"/>
                  </a:lnTo>
                  <a:lnTo>
                    <a:pt x="5615873" y="680170"/>
                  </a:lnTo>
                  <a:lnTo>
                    <a:pt x="5670571" y="670603"/>
                  </a:lnTo>
                  <a:lnTo>
                    <a:pt x="5722503" y="659878"/>
                  </a:lnTo>
                  <a:lnTo>
                    <a:pt x="5772525" y="647911"/>
                  </a:lnTo>
                  <a:lnTo>
                    <a:pt x="5784835" y="644718"/>
                  </a:lnTo>
                  <a:lnTo>
                    <a:pt x="5837311" y="630041"/>
                  </a:lnTo>
                  <a:lnTo>
                    <a:pt x="5889278" y="613859"/>
                  </a:lnTo>
                  <a:lnTo>
                    <a:pt x="5941278" y="596149"/>
                  </a:lnTo>
                  <a:lnTo>
                    <a:pt x="5993676" y="576942"/>
                  </a:lnTo>
                  <a:lnTo>
                    <a:pt x="6046689" y="556327"/>
                  </a:lnTo>
                  <a:lnTo>
                    <a:pt x="6100401" y="534457"/>
                  </a:lnTo>
                  <a:lnTo>
                    <a:pt x="6154779" y="511543"/>
                  </a:lnTo>
                  <a:lnTo>
                    <a:pt x="6209696" y="487852"/>
                  </a:lnTo>
                  <a:lnTo>
                    <a:pt x="6264952" y="463694"/>
                  </a:lnTo>
                  <a:lnTo>
                    <a:pt x="6320304" y="439407"/>
                  </a:lnTo>
                  <a:lnTo>
                    <a:pt x="6375497" y="415336"/>
                  </a:lnTo>
                  <a:lnTo>
                    <a:pt x="6430295" y="391812"/>
                  </a:lnTo>
                  <a:lnTo>
                    <a:pt x="6484515" y="369137"/>
                  </a:lnTo>
                  <a:lnTo>
                    <a:pt x="6538050" y="347564"/>
                  </a:lnTo>
                  <a:lnTo>
                    <a:pt x="6590896" y="327292"/>
                  </a:lnTo>
                  <a:lnTo>
                    <a:pt x="6643168" y="308455"/>
                  </a:lnTo>
                  <a:lnTo>
                    <a:pt x="6695118" y="291128"/>
                  </a:lnTo>
                  <a:lnTo>
                    <a:pt x="6747155" y="275327"/>
                  </a:lnTo>
                  <a:lnTo>
                    <a:pt x="6786527" y="264475"/>
                  </a:lnTo>
                  <a:lnTo>
                    <a:pt x="6836188" y="252193"/>
                  </a:lnTo>
                  <a:lnTo>
                    <a:pt x="6887566" y="241162"/>
                  </a:lnTo>
                  <a:lnTo>
                    <a:pt x="6941486" y="231316"/>
                  </a:lnTo>
                  <a:lnTo>
                    <a:pt x="6998868" y="222543"/>
                  </a:lnTo>
                  <a:lnTo>
                    <a:pt x="7060646" y="214720"/>
                  </a:lnTo>
                  <a:lnTo>
                    <a:pt x="7127688" y="207728"/>
                  </a:lnTo>
                  <a:lnTo>
                    <a:pt x="7200688" y="201463"/>
                  </a:lnTo>
                  <a:lnTo>
                    <a:pt x="7280023" y="195842"/>
                  </a:lnTo>
                  <a:lnTo>
                    <a:pt x="7365575" y="190806"/>
                  </a:lnTo>
                  <a:lnTo>
                    <a:pt x="7456503" y="186317"/>
                  </a:lnTo>
                  <a:lnTo>
                    <a:pt x="7551044" y="182364"/>
                  </a:lnTo>
                  <a:lnTo>
                    <a:pt x="7646375" y="178950"/>
                  </a:lnTo>
                  <a:lnTo>
                    <a:pt x="7738686" y="176087"/>
                  </a:lnTo>
                  <a:lnTo>
                    <a:pt x="7823540" y="173786"/>
                  </a:lnTo>
                  <a:lnTo>
                    <a:pt x="7896554" y="172039"/>
                  </a:lnTo>
                  <a:lnTo>
                    <a:pt x="7954283" y="170811"/>
                  </a:lnTo>
                  <a:lnTo>
                    <a:pt x="7995050" y="170035"/>
                  </a:lnTo>
                  <a:lnTo>
                    <a:pt x="8019448" y="169618"/>
                  </a:lnTo>
                  <a:lnTo>
                    <a:pt x="8030384" y="169449"/>
                  </a:lnTo>
                  <a:lnTo>
                    <a:pt x="8032819" y="169415"/>
                  </a:lnTo>
                  <a:lnTo>
                    <a:pt x="8554953" y="169415"/>
                  </a:lnTo>
                  <a:lnTo>
                    <a:pt x="8554953" y="163767"/>
                  </a:lnTo>
                  <a:lnTo>
                    <a:pt x="8032819" y="163767"/>
                  </a:lnTo>
                  <a:lnTo>
                    <a:pt x="8031555" y="163785"/>
                  </a:lnTo>
                  <a:lnTo>
                    <a:pt x="8023288" y="163909"/>
                  </a:lnTo>
                  <a:lnTo>
                    <a:pt x="8002619" y="164254"/>
                  </a:lnTo>
                  <a:lnTo>
                    <a:pt x="7966098" y="164930"/>
                  </a:lnTo>
                  <a:lnTo>
                    <a:pt x="7912541" y="166037"/>
                  </a:lnTo>
                  <a:lnTo>
                    <a:pt x="7843087" y="167650"/>
                  </a:lnTo>
                  <a:lnTo>
                    <a:pt x="7760806" y="169811"/>
                  </a:lnTo>
                  <a:lnTo>
                    <a:pt x="7669934" y="172534"/>
                  </a:lnTo>
                  <a:lnTo>
                    <a:pt x="7574968" y="175811"/>
                  </a:lnTo>
                  <a:lnTo>
                    <a:pt x="7479923" y="179630"/>
                  </a:lnTo>
                  <a:lnTo>
                    <a:pt x="7387885" y="183984"/>
                  </a:lnTo>
                  <a:lnTo>
                    <a:pt x="7300876" y="188881"/>
                  </a:lnTo>
                  <a:lnTo>
                    <a:pt x="7219948" y="194351"/>
                  </a:lnTo>
                  <a:lnTo>
                    <a:pt x="7145382" y="200448"/>
                  </a:lnTo>
                  <a:lnTo>
                    <a:pt x="7076904" y="207249"/>
                  </a:lnTo>
                  <a:lnTo>
                    <a:pt x="7013885" y="214853"/>
                  </a:lnTo>
                  <a:lnTo>
                    <a:pt x="6955489" y="223377"/>
                  </a:lnTo>
                  <a:lnTo>
                    <a:pt x="6900791" y="232943"/>
                  </a:lnTo>
                  <a:lnTo>
                    <a:pt x="6848859" y="243669"/>
                  </a:lnTo>
                  <a:lnTo>
                    <a:pt x="6798837" y="255635"/>
                  </a:lnTo>
                  <a:lnTo>
                    <a:pt x="6786527" y="258828"/>
                  </a:lnTo>
                  <a:lnTo>
                    <a:pt x="6734051" y="273505"/>
                  </a:lnTo>
                  <a:lnTo>
                    <a:pt x="6682084" y="289688"/>
                  </a:lnTo>
                  <a:lnTo>
                    <a:pt x="6630084" y="307398"/>
                  </a:lnTo>
                  <a:lnTo>
                    <a:pt x="6577686" y="326605"/>
                  </a:lnTo>
                  <a:lnTo>
                    <a:pt x="6524673" y="347219"/>
                  </a:lnTo>
                  <a:lnTo>
                    <a:pt x="6470961" y="369089"/>
                  </a:lnTo>
                  <a:lnTo>
                    <a:pt x="6416583" y="392004"/>
                  </a:lnTo>
                  <a:lnTo>
                    <a:pt x="6361666" y="415695"/>
                  </a:lnTo>
                  <a:lnTo>
                    <a:pt x="6306410" y="439852"/>
                  </a:lnTo>
                  <a:lnTo>
                    <a:pt x="6251058" y="464139"/>
                  </a:lnTo>
                  <a:lnTo>
                    <a:pt x="6195865" y="488210"/>
                  </a:lnTo>
                  <a:lnTo>
                    <a:pt x="6141067" y="511734"/>
                  </a:lnTo>
                  <a:lnTo>
                    <a:pt x="6086847" y="534409"/>
                  </a:lnTo>
                  <a:lnTo>
                    <a:pt x="6033312" y="555982"/>
                  </a:lnTo>
                  <a:lnTo>
                    <a:pt x="5980466" y="576255"/>
                  </a:lnTo>
                  <a:lnTo>
                    <a:pt x="5928194" y="595092"/>
                  </a:lnTo>
                  <a:lnTo>
                    <a:pt x="5876244" y="612419"/>
                  </a:lnTo>
                  <a:lnTo>
                    <a:pt x="5824207" y="628219"/>
                  </a:lnTo>
                  <a:lnTo>
                    <a:pt x="5784835" y="639071"/>
                  </a:lnTo>
                  <a:lnTo>
                    <a:pt x="5735174" y="651353"/>
                  </a:lnTo>
                  <a:lnTo>
                    <a:pt x="5683796" y="662384"/>
                  </a:lnTo>
                  <a:lnTo>
                    <a:pt x="5629876" y="672231"/>
                  </a:lnTo>
                  <a:lnTo>
                    <a:pt x="5572494" y="681003"/>
                  </a:lnTo>
                  <a:lnTo>
                    <a:pt x="5510716" y="688826"/>
                  </a:lnTo>
                  <a:lnTo>
                    <a:pt x="5443674" y="695818"/>
                  </a:lnTo>
                  <a:lnTo>
                    <a:pt x="5370674" y="702083"/>
                  </a:lnTo>
                  <a:lnTo>
                    <a:pt x="5291339" y="707704"/>
                  </a:lnTo>
                  <a:lnTo>
                    <a:pt x="5205787" y="712741"/>
                  </a:lnTo>
                  <a:lnTo>
                    <a:pt x="5114859" y="717229"/>
                  </a:lnTo>
                  <a:lnTo>
                    <a:pt x="5020318" y="721182"/>
                  </a:lnTo>
                  <a:lnTo>
                    <a:pt x="4924987" y="724597"/>
                  </a:lnTo>
                  <a:lnTo>
                    <a:pt x="4832676" y="727459"/>
                  </a:lnTo>
                  <a:lnTo>
                    <a:pt x="4747822" y="729760"/>
                  </a:lnTo>
                  <a:lnTo>
                    <a:pt x="4674808" y="731508"/>
                  </a:lnTo>
                  <a:lnTo>
                    <a:pt x="4617079" y="732736"/>
                  </a:lnTo>
                  <a:lnTo>
                    <a:pt x="4576311" y="733511"/>
                  </a:lnTo>
                  <a:lnTo>
                    <a:pt x="4551913" y="733929"/>
                  </a:lnTo>
                  <a:lnTo>
                    <a:pt x="4540978" y="734098"/>
                  </a:lnTo>
                  <a:lnTo>
                    <a:pt x="4538543" y="734132"/>
                  </a:lnTo>
                  <a:lnTo>
                    <a:pt x="4016409" y="734132"/>
                  </a:lnTo>
                  <a:lnTo>
                    <a:pt x="4015148" y="734109"/>
                  </a:lnTo>
                  <a:lnTo>
                    <a:pt x="4006904" y="733950"/>
                  </a:lnTo>
                  <a:lnTo>
                    <a:pt x="3986289" y="733508"/>
                  </a:lnTo>
                  <a:lnTo>
                    <a:pt x="3949858" y="732640"/>
                  </a:lnTo>
                  <a:lnTo>
                    <a:pt x="3896424" y="731218"/>
                  </a:lnTo>
                  <a:lnTo>
                    <a:pt x="3827112" y="729148"/>
                  </a:lnTo>
                  <a:lnTo>
                    <a:pt x="3744976" y="726374"/>
                  </a:lnTo>
                  <a:lnTo>
                    <a:pt x="3654234" y="722878"/>
                  </a:lnTo>
                  <a:lnTo>
                    <a:pt x="3559373" y="718669"/>
                  </a:lnTo>
                  <a:lnTo>
                    <a:pt x="3464404" y="713764"/>
                  </a:lnTo>
                  <a:lnTo>
                    <a:pt x="3372410" y="708172"/>
                  </a:lnTo>
                  <a:lnTo>
                    <a:pt x="3285422" y="701883"/>
                  </a:lnTo>
                  <a:lnTo>
                    <a:pt x="3204497" y="694858"/>
                  </a:lnTo>
                  <a:lnTo>
                    <a:pt x="3129921" y="687029"/>
                  </a:lnTo>
                  <a:lnTo>
                    <a:pt x="3061428" y="678297"/>
                  </a:lnTo>
                  <a:lnTo>
                    <a:pt x="2998393" y="668534"/>
                  </a:lnTo>
                  <a:lnTo>
                    <a:pt x="2939988" y="657594"/>
                  </a:lnTo>
                  <a:lnTo>
                    <a:pt x="2885288" y="645316"/>
                  </a:lnTo>
                  <a:lnTo>
                    <a:pt x="2833364" y="631551"/>
                  </a:lnTo>
                  <a:lnTo>
                    <a:pt x="2783362" y="616193"/>
                  </a:lnTo>
                  <a:lnTo>
                    <a:pt x="2770117" y="611776"/>
                  </a:lnTo>
                  <a:lnTo>
                    <a:pt x="2718666" y="593275"/>
                  </a:lnTo>
                  <a:lnTo>
                    <a:pt x="2667716" y="572913"/>
                  </a:lnTo>
                  <a:lnTo>
                    <a:pt x="2616751" y="550660"/>
                  </a:lnTo>
                  <a:lnTo>
                    <a:pt x="2565420" y="526552"/>
                  </a:lnTo>
                  <a:lnTo>
                    <a:pt x="2513508" y="500691"/>
                  </a:lnTo>
                  <a:lnTo>
                    <a:pt x="2460927" y="473254"/>
                  </a:lnTo>
                  <a:lnTo>
                    <a:pt x="2407696" y="444491"/>
                  </a:lnTo>
                  <a:lnTo>
                    <a:pt x="2353926" y="414718"/>
                  </a:lnTo>
                  <a:lnTo>
                    <a:pt x="2299796" y="384305"/>
                  </a:lnTo>
                  <a:lnTo>
                    <a:pt x="2245531" y="353656"/>
                  </a:lnTo>
                  <a:lnTo>
                    <a:pt x="2191372" y="323191"/>
                  </a:lnTo>
                  <a:lnTo>
                    <a:pt x="2137546" y="293316"/>
                  </a:lnTo>
                  <a:lnTo>
                    <a:pt x="2084240" y="264408"/>
                  </a:lnTo>
                  <a:lnTo>
                    <a:pt x="2031574" y="236790"/>
                  </a:lnTo>
                  <a:lnTo>
                    <a:pt x="1979582" y="210721"/>
                  </a:lnTo>
                  <a:lnTo>
                    <a:pt x="1928186" y="186386"/>
                  </a:lnTo>
                  <a:lnTo>
                    <a:pt x="1877192" y="163899"/>
                  </a:lnTo>
                  <a:lnTo>
                    <a:pt x="1826264" y="143300"/>
                  </a:lnTo>
                  <a:lnTo>
                    <a:pt x="1774910" y="124570"/>
                  </a:lnTo>
                  <a:lnTo>
                    <a:pt x="1768425" y="122355"/>
                  </a:lnTo>
                  <a:lnTo>
                    <a:pt x="1718812" y="106561"/>
                  </a:lnTo>
                  <a:lnTo>
                    <a:pt x="1667486" y="92373"/>
                  </a:lnTo>
                  <a:lnTo>
                    <a:pt x="1613624" y="79708"/>
                  </a:lnTo>
                  <a:lnTo>
                    <a:pt x="1556310" y="68423"/>
                  </a:lnTo>
                  <a:lnTo>
                    <a:pt x="1494610" y="58359"/>
                  </a:lnTo>
                  <a:lnTo>
                    <a:pt x="1427661" y="49362"/>
                  </a:lnTo>
                  <a:lnTo>
                    <a:pt x="1354769" y="41301"/>
                  </a:lnTo>
                  <a:lnTo>
                    <a:pt x="1275554" y="34067"/>
                  </a:lnTo>
                  <a:lnTo>
                    <a:pt x="1190131" y="27585"/>
                  </a:lnTo>
                  <a:lnTo>
                    <a:pt x="1099331" y="21807"/>
                  </a:lnTo>
                  <a:lnTo>
                    <a:pt x="1004903" y="16717"/>
                  </a:lnTo>
                  <a:lnTo>
                    <a:pt x="909652" y="12319"/>
                  </a:lnTo>
                  <a:lnTo>
                    <a:pt x="817367" y="8629"/>
                  </a:lnTo>
                  <a:lnTo>
                    <a:pt x="732469" y="5660"/>
                  </a:lnTo>
                  <a:lnTo>
                    <a:pt x="659335" y="3404"/>
                  </a:lnTo>
                  <a:lnTo>
                    <a:pt x="601419" y="1816"/>
                  </a:lnTo>
                  <a:lnTo>
                    <a:pt x="560424" y="810"/>
                  </a:lnTo>
                  <a:lnTo>
                    <a:pt x="535795" y="267"/>
                  </a:lnTo>
                  <a:lnTo>
                    <a:pt x="524672" y="46"/>
                  </a:lnTo>
                  <a:lnTo>
                    <a:pt x="5221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75" name="pl75"/>
            <p:cNvSpPr/>
            <p:nvPr/>
          </p:nvSpPr>
          <p:spPr>
            <a:xfrm>
              <a:off x="386606" y="1100837"/>
              <a:ext cx="8554953" cy="734132"/>
            </a:xfrm>
            <a:custGeom>
              <a:avLst/>
              <a:pathLst>
                <a:path w="8554953" h="734132">
                  <a:moveTo>
                    <a:pt x="0" y="0"/>
                  </a:moveTo>
                  <a:lnTo>
                    <a:pt x="522133" y="0"/>
                  </a:lnTo>
                  <a:lnTo>
                    <a:pt x="523394" y="22"/>
                  </a:lnTo>
                  <a:lnTo>
                    <a:pt x="531638" y="182"/>
                  </a:lnTo>
                  <a:lnTo>
                    <a:pt x="552253" y="624"/>
                  </a:lnTo>
                  <a:lnTo>
                    <a:pt x="588684" y="1492"/>
                  </a:lnTo>
                  <a:lnTo>
                    <a:pt x="642118" y="2913"/>
                  </a:lnTo>
                  <a:lnTo>
                    <a:pt x="711430" y="4983"/>
                  </a:lnTo>
                  <a:lnTo>
                    <a:pt x="793567" y="7758"/>
                  </a:lnTo>
                  <a:lnTo>
                    <a:pt x="884309" y="11254"/>
                  </a:lnTo>
                  <a:lnTo>
                    <a:pt x="979169" y="15462"/>
                  </a:lnTo>
                  <a:lnTo>
                    <a:pt x="1074138" y="20367"/>
                  </a:lnTo>
                  <a:lnTo>
                    <a:pt x="1166132" y="25959"/>
                  </a:lnTo>
                  <a:lnTo>
                    <a:pt x="1253120" y="32248"/>
                  </a:lnTo>
                  <a:lnTo>
                    <a:pt x="1334046" y="39273"/>
                  </a:lnTo>
                  <a:lnTo>
                    <a:pt x="1408622" y="47102"/>
                  </a:lnTo>
                  <a:lnTo>
                    <a:pt x="1477115" y="55835"/>
                  </a:lnTo>
                  <a:lnTo>
                    <a:pt x="1540149" y="65597"/>
                  </a:lnTo>
                  <a:lnTo>
                    <a:pt x="1598555" y="76537"/>
                  </a:lnTo>
                  <a:lnTo>
                    <a:pt x="1653254" y="88815"/>
                  </a:lnTo>
                  <a:lnTo>
                    <a:pt x="1705178" y="102580"/>
                  </a:lnTo>
                  <a:lnTo>
                    <a:pt x="1755180" y="117939"/>
                  </a:lnTo>
                  <a:lnTo>
                    <a:pt x="1768425" y="122355"/>
                  </a:lnTo>
                  <a:lnTo>
                    <a:pt x="1819876" y="140856"/>
                  </a:lnTo>
                  <a:lnTo>
                    <a:pt x="1870826" y="161219"/>
                  </a:lnTo>
                  <a:lnTo>
                    <a:pt x="1921791" y="183471"/>
                  </a:lnTo>
                  <a:lnTo>
                    <a:pt x="1973123" y="207579"/>
                  </a:lnTo>
                  <a:lnTo>
                    <a:pt x="2025034" y="233440"/>
                  </a:lnTo>
                  <a:lnTo>
                    <a:pt x="2077615" y="260877"/>
                  </a:lnTo>
                  <a:lnTo>
                    <a:pt x="2130846" y="289640"/>
                  </a:lnTo>
                  <a:lnTo>
                    <a:pt x="2184616" y="319413"/>
                  </a:lnTo>
                  <a:lnTo>
                    <a:pt x="2238746" y="349827"/>
                  </a:lnTo>
                  <a:lnTo>
                    <a:pt x="2293011" y="380475"/>
                  </a:lnTo>
                  <a:lnTo>
                    <a:pt x="2347171" y="410941"/>
                  </a:lnTo>
                  <a:lnTo>
                    <a:pt x="2400997" y="440815"/>
                  </a:lnTo>
                  <a:lnTo>
                    <a:pt x="2454302" y="469723"/>
                  </a:lnTo>
                  <a:lnTo>
                    <a:pt x="2506968" y="497341"/>
                  </a:lnTo>
                  <a:lnTo>
                    <a:pt x="2558961" y="523410"/>
                  </a:lnTo>
                  <a:lnTo>
                    <a:pt x="2610356" y="547745"/>
                  </a:lnTo>
                  <a:lnTo>
                    <a:pt x="2661350" y="570232"/>
                  </a:lnTo>
                  <a:lnTo>
                    <a:pt x="2712278" y="590831"/>
                  </a:lnTo>
                  <a:lnTo>
                    <a:pt x="2763632" y="609562"/>
                  </a:lnTo>
                  <a:lnTo>
                    <a:pt x="2770117" y="611776"/>
                  </a:lnTo>
                  <a:lnTo>
                    <a:pt x="2819730" y="627571"/>
                  </a:lnTo>
                  <a:lnTo>
                    <a:pt x="2871057" y="641758"/>
                  </a:lnTo>
                  <a:lnTo>
                    <a:pt x="2924918" y="654423"/>
                  </a:lnTo>
                  <a:lnTo>
                    <a:pt x="2982233" y="665708"/>
                  </a:lnTo>
                  <a:lnTo>
                    <a:pt x="3043932" y="675773"/>
                  </a:lnTo>
                  <a:lnTo>
                    <a:pt x="3110881" y="684769"/>
                  </a:lnTo>
                  <a:lnTo>
                    <a:pt x="3183773" y="692831"/>
                  </a:lnTo>
                  <a:lnTo>
                    <a:pt x="3262988" y="700064"/>
                  </a:lnTo>
                  <a:lnTo>
                    <a:pt x="3348411" y="706547"/>
                  </a:lnTo>
                  <a:lnTo>
                    <a:pt x="3439211" y="712324"/>
                  </a:lnTo>
                  <a:lnTo>
                    <a:pt x="3533639" y="717415"/>
                  </a:lnTo>
                  <a:lnTo>
                    <a:pt x="3628890" y="721813"/>
                  </a:lnTo>
                  <a:lnTo>
                    <a:pt x="3721175" y="725502"/>
                  </a:lnTo>
                  <a:lnTo>
                    <a:pt x="3806073" y="728471"/>
                  </a:lnTo>
                  <a:lnTo>
                    <a:pt x="3879207" y="730727"/>
                  </a:lnTo>
                  <a:lnTo>
                    <a:pt x="3937123" y="732316"/>
                  </a:lnTo>
                  <a:lnTo>
                    <a:pt x="3978118" y="733321"/>
                  </a:lnTo>
                  <a:lnTo>
                    <a:pt x="4002747" y="733864"/>
                  </a:lnTo>
                  <a:lnTo>
                    <a:pt x="4013870" y="734086"/>
                  </a:lnTo>
                  <a:lnTo>
                    <a:pt x="4016384" y="734131"/>
                  </a:lnTo>
                  <a:lnTo>
                    <a:pt x="4016409" y="734132"/>
                  </a:lnTo>
                  <a:lnTo>
                    <a:pt x="4538543" y="734132"/>
                  </a:lnTo>
                  <a:lnTo>
                    <a:pt x="4539807" y="734114"/>
                  </a:lnTo>
                  <a:lnTo>
                    <a:pt x="4548074" y="733990"/>
                  </a:lnTo>
                  <a:lnTo>
                    <a:pt x="4568743" y="733645"/>
                  </a:lnTo>
                  <a:lnTo>
                    <a:pt x="4605264" y="732969"/>
                  </a:lnTo>
                  <a:lnTo>
                    <a:pt x="4658821" y="731862"/>
                  </a:lnTo>
                  <a:lnTo>
                    <a:pt x="4728275" y="730249"/>
                  </a:lnTo>
                  <a:lnTo>
                    <a:pt x="4810555" y="728088"/>
                  </a:lnTo>
                  <a:lnTo>
                    <a:pt x="4901428" y="725365"/>
                  </a:lnTo>
                  <a:lnTo>
                    <a:pt x="4996394" y="722088"/>
                  </a:lnTo>
                  <a:lnTo>
                    <a:pt x="5091439" y="718269"/>
                  </a:lnTo>
                  <a:lnTo>
                    <a:pt x="5183477" y="713915"/>
                  </a:lnTo>
                  <a:lnTo>
                    <a:pt x="5270486" y="709018"/>
                  </a:lnTo>
                  <a:lnTo>
                    <a:pt x="5351413" y="703548"/>
                  </a:lnTo>
                  <a:lnTo>
                    <a:pt x="5425980" y="697451"/>
                  </a:lnTo>
                  <a:lnTo>
                    <a:pt x="5494458" y="690650"/>
                  </a:lnTo>
                  <a:lnTo>
                    <a:pt x="5557477" y="683046"/>
                  </a:lnTo>
                  <a:lnTo>
                    <a:pt x="5615873" y="674523"/>
                  </a:lnTo>
                  <a:lnTo>
                    <a:pt x="5670571" y="664956"/>
                  </a:lnTo>
                  <a:lnTo>
                    <a:pt x="5722503" y="654230"/>
                  </a:lnTo>
                  <a:lnTo>
                    <a:pt x="5772525" y="642264"/>
                  </a:lnTo>
                  <a:lnTo>
                    <a:pt x="5784835" y="639071"/>
                  </a:lnTo>
                  <a:lnTo>
                    <a:pt x="5837311" y="624394"/>
                  </a:lnTo>
                  <a:lnTo>
                    <a:pt x="5889278" y="608211"/>
                  </a:lnTo>
                  <a:lnTo>
                    <a:pt x="5941278" y="590501"/>
                  </a:lnTo>
                  <a:lnTo>
                    <a:pt x="5993676" y="571295"/>
                  </a:lnTo>
                  <a:lnTo>
                    <a:pt x="6046689" y="550680"/>
                  </a:lnTo>
                  <a:lnTo>
                    <a:pt x="6100401" y="528810"/>
                  </a:lnTo>
                  <a:lnTo>
                    <a:pt x="6154779" y="505895"/>
                  </a:lnTo>
                  <a:lnTo>
                    <a:pt x="6209696" y="482204"/>
                  </a:lnTo>
                  <a:lnTo>
                    <a:pt x="6264952" y="458047"/>
                  </a:lnTo>
                  <a:lnTo>
                    <a:pt x="6320304" y="433760"/>
                  </a:lnTo>
                  <a:lnTo>
                    <a:pt x="6375497" y="409689"/>
                  </a:lnTo>
                  <a:lnTo>
                    <a:pt x="6430295" y="386165"/>
                  </a:lnTo>
                  <a:lnTo>
                    <a:pt x="6484515" y="363490"/>
                  </a:lnTo>
                  <a:lnTo>
                    <a:pt x="6538050" y="341917"/>
                  </a:lnTo>
                  <a:lnTo>
                    <a:pt x="6590896" y="321645"/>
                  </a:lnTo>
                  <a:lnTo>
                    <a:pt x="6643168" y="302808"/>
                  </a:lnTo>
                  <a:lnTo>
                    <a:pt x="6695118" y="285481"/>
                  </a:lnTo>
                  <a:lnTo>
                    <a:pt x="6747155" y="269680"/>
                  </a:lnTo>
                  <a:lnTo>
                    <a:pt x="6786527" y="258828"/>
                  </a:lnTo>
                  <a:lnTo>
                    <a:pt x="6836188" y="246546"/>
                  </a:lnTo>
                  <a:lnTo>
                    <a:pt x="6887566" y="235515"/>
                  </a:lnTo>
                  <a:lnTo>
                    <a:pt x="6941486" y="225669"/>
                  </a:lnTo>
                  <a:lnTo>
                    <a:pt x="6998868" y="216896"/>
                  </a:lnTo>
                  <a:lnTo>
                    <a:pt x="7060646" y="209073"/>
                  </a:lnTo>
                  <a:lnTo>
                    <a:pt x="7127688" y="202081"/>
                  </a:lnTo>
                  <a:lnTo>
                    <a:pt x="7200688" y="195816"/>
                  </a:lnTo>
                  <a:lnTo>
                    <a:pt x="7280023" y="190195"/>
                  </a:lnTo>
                  <a:lnTo>
                    <a:pt x="7365575" y="185158"/>
                  </a:lnTo>
                  <a:lnTo>
                    <a:pt x="7456503" y="180670"/>
                  </a:lnTo>
                  <a:lnTo>
                    <a:pt x="7551044" y="176717"/>
                  </a:lnTo>
                  <a:lnTo>
                    <a:pt x="7646375" y="173303"/>
                  </a:lnTo>
                  <a:lnTo>
                    <a:pt x="7738686" y="170440"/>
                  </a:lnTo>
                  <a:lnTo>
                    <a:pt x="7823540" y="168139"/>
                  </a:lnTo>
                  <a:lnTo>
                    <a:pt x="7896554" y="166391"/>
                  </a:lnTo>
                  <a:lnTo>
                    <a:pt x="7954283" y="165163"/>
                  </a:lnTo>
                  <a:lnTo>
                    <a:pt x="7995050" y="164388"/>
                  </a:lnTo>
                  <a:lnTo>
                    <a:pt x="8019448" y="163971"/>
                  </a:lnTo>
                  <a:lnTo>
                    <a:pt x="8030384" y="163802"/>
                  </a:lnTo>
                  <a:lnTo>
                    <a:pt x="8032799" y="163768"/>
                  </a:lnTo>
                  <a:lnTo>
                    <a:pt x="8032819" y="163767"/>
                  </a:lnTo>
                  <a:lnTo>
                    <a:pt x="8554953" y="163767"/>
                  </a:lnTo>
                  <a:lnTo>
                    <a:pt x="8554953" y="163767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76" name="pl76"/>
            <p:cNvSpPr/>
            <p:nvPr/>
          </p:nvSpPr>
          <p:spPr>
            <a:xfrm>
              <a:off x="386606" y="1095190"/>
              <a:ext cx="8554953" cy="734132"/>
            </a:xfrm>
            <a:custGeom>
              <a:avLst/>
              <a:pathLst>
                <a:path w="8554953" h="734132">
                  <a:moveTo>
                    <a:pt x="8554953" y="163767"/>
                  </a:moveTo>
                  <a:lnTo>
                    <a:pt x="8032819" y="163767"/>
                  </a:lnTo>
                  <a:lnTo>
                    <a:pt x="8031555" y="163785"/>
                  </a:lnTo>
                  <a:lnTo>
                    <a:pt x="8023288" y="163909"/>
                  </a:lnTo>
                  <a:lnTo>
                    <a:pt x="8002619" y="164254"/>
                  </a:lnTo>
                  <a:lnTo>
                    <a:pt x="7966098" y="164930"/>
                  </a:lnTo>
                  <a:lnTo>
                    <a:pt x="7912541" y="166037"/>
                  </a:lnTo>
                  <a:lnTo>
                    <a:pt x="7843087" y="167650"/>
                  </a:lnTo>
                  <a:lnTo>
                    <a:pt x="7760806" y="169811"/>
                  </a:lnTo>
                  <a:lnTo>
                    <a:pt x="7669934" y="172534"/>
                  </a:lnTo>
                  <a:lnTo>
                    <a:pt x="7574968" y="175811"/>
                  </a:lnTo>
                  <a:lnTo>
                    <a:pt x="7479923" y="179630"/>
                  </a:lnTo>
                  <a:lnTo>
                    <a:pt x="7387885" y="183984"/>
                  </a:lnTo>
                  <a:lnTo>
                    <a:pt x="7300876" y="188881"/>
                  </a:lnTo>
                  <a:lnTo>
                    <a:pt x="7219948" y="194351"/>
                  </a:lnTo>
                  <a:lnTo>
                    <a:pt x="7145382" y="200448"/>
                  </a:lnTo>
                  <a:lnTo>
                    <a:pt x="7076904" y="207249"/>
                  </a:lnTo>
                  <a:lnTo>
                    <a:pt x="7013885" y="214853"/>
                  </a:lnTo>
                  <a:lnTo>
                    <a:pt x="6955489" y="223377"/>
                  </a:lnTo>
                  <a:lnTo>
                    <a:pt x="6900791" y="232943"/>
                  </a:lnTo>
                  <a:lnTo>
                    <a:pt x="6848859" y="243669"/>
                  </a:lnTo>
                  <a:lnTo>
                    <a:pt x="6798837" y="255635"/>
                  </a:lnTo>
                  <a:lnTo>
                    <a:pt x="6786527" y="258828"/>
                  </a:lnTo>
                  <a:lnTo>
                    <a:pt x="6734051" y="273505"/>
                  </a:lnTo>
                  <a:lnTo>
                    <a:pt x="6682084" y="289688"/>
                  </a:lnTo>
                  <a:lnTo>
                    <a:pt x="6630084" y="307398"/>
                  </a:lnTo>
                  <a:lnTo>
                    <a:pt x="6577686" y="326605"/>
                  </a:lnTo>
                  <a:lnTo>
                    <a:pt x="6524673" y="347219"/>
                  </a:lnTo>
                  <a:lnTo>
                    <a:pt x="6470961" y="369089"/>
                  </a:lnTo>
                  <a:lnTo>
                    <a:pt x="6416583" y="392004"/>
                  </a:lnTo>
                  <a:lnTo>
                    <a:pt x="6361666" y="415695"/>
                  </a:lnTo>
                  <a:lnTo>
                    <a:pt x="6306410" y="439852"/>
                  </a:lnTo>
                  <a:lnTo>
                    <a:pt x="6251058" y="464139"/>
                  </a:lnTo>
                  <a:lnTo>
                    <a:pt x="6195865" y="488210"/>
                  </a:lnTo>
                  <a:lnTo>
                    <a:pt x="6141067" y="511734"/>
                  </a:lnTo>
                  <a:lnTo>
                    <a:pt x="6086847" y="534409"/>
                  </a:lnTo>
                  <a:lnTo>
                    <a:pt x="6033312" y="555982"/>
                  </a:lnTo>
                  <a:lnTo>
                    <a:pt x="5980466" y="576255"/>
                  </a:lnTo>
                  <a:lnTo>
                    <a:pt x="5928194" y="595092"/>
                  </a:lnTo>
                  <a:lnTo>
                    <a:pt x="5876244" y="612419"/>
                  </a:lnTo>
                  <a:lnTo>
                    <a:pt x="5824207" y="628219"/>
                  </a:lnTo>
                  <a:lnTo>
                    <a:pt x="5784835" y="639071"/>
                  </a:lnTo>
                  <a:lnTo>
                    <a:pt x="5735174" y="651353"/>
                  </a:lnTo>
                  <a:lnTo>
                    <a:pt x="5683796" y="662384"/>
                  </a:lnTo>
                  <a:lnTo>
                    <a:pt x="5629876" y="672231"/>
                  </a:lnTo>
                  <a:lnTo>
                    <a:pt x="5572494" y="681003"/>
                  </a:lnTo>
                  <a:lnTo>
                    <a:pt x="5510716" y="688826"/>
                  </a:lnTo>
                  <a:lnTo>
                    <a:pt x="5443674" y="695818"/>
                  </a:lnTo>
                  <a:lnTo>
                    <a:pt x="5370674" y="702083"/>
                  </a:lnTo>
                  <a:lnTo>
                    <a:pt x="5291339" y="707704"/>
                  </a:lnTo>
                  <a:lnTo>
                    <a:pt x="5205787" y="712741"/>
                  </a:lnTo>
                  <a:lnTo>
                    <a:pt x="5114859" y="717229"/>
                  </a:lnTo>
                  <a:lnTo>
                    <a:pt x="5020318" y="721182"/>
                  </a:lnTo>
                  <a:lnTo>
                    <a:pt x="4924987" y="724597"/>
                  </a:lnTo>
                  <a:lnTo>
                    <a:pt x="4832676" y="727459"/>
                  </a:lnTo>
                  <a:lnTo>
                    <a:pt x="4747822" y="729760"/>
                  </a:lnTo>
                  <a:lnTo>
                    <a:pt x="4674808" y="731508"/>
                  </a:lnTo>
                  <a:lnTo>
                    <a:pt x="4617079" y="732736"/>
                  </a:lnTo>
                  <a:lnTo>
                    <a:pt x="4576311" y="733511"/>
                  </a:lnTo>
                  <a:lnTo>
                    <a:pt x="4551913" y="733929"/>
                  </a:lnTo>
                  <a:lnTo>
                    <a:pt x="4540978" y="734098"/>
                  </a:lnTo>
                  <a:lnTo>
                    <a:pt x="4538563" y="734131"/>
                  </a:lnTo>
                  <a:lnTo>
                    <a:pt x="4538543" y="734132"/>
                  </a:lnTo>
                  <a:lnTo>
                    <a:pt x="4016409" y="734132"/>
                  </a:lnTo>
                  <a:lnTo>
                    <a:pt x="4015148" y="734109"/>
                  </a:lnTo>
                  <a:lnTo>
                    <a:pt x="4006904" y="733950"/>
                  </a:lnTo>
                  <a:lnTo>
                    <a:pt x="3986289" y="733508"/>
                  </a:lnTo>
                  <a:lnTo>
                    <a:pt x="3949858" y="732640"/>
                  </a:lnTo>
                  <a:lnTo>
                    <a:pt x="3896424" y="731218"/>
                  </a:lnTo>
                  <a:lnTo>
                    <a:pt x="3827112" y="729148"/>
                  </a:lnTo>
                  <a:lnTo>
                    <a:pt x="3744976" y="726374"/>
                  </a:lnTo>
                  <a:lnTo>
                    <a:pt x="3654234" y="722878"/>
                  </a:lnTo>
                  <a:lnTo>
                    <a:pt x="3559373" y="718669"/>
                  </a:lnTo>
                  <a:lnTo>
                    <a:pt x="3464404" y="713764"/>
                  </a:lnTo>
                  <a:lnTo>
                    <a:pt x="3372410" y="708172"/>
                  </a:lnTo>
                  <a:lnTo>
                    <a:pt x="3285422" y="701883"/>
                  </a:lnTo>
                  <a:lnTo>
                    <a:pt x="3204497" y="694858"/>
                  </a:lnTo>
                  <a:lnTo>
                    <a:pt x="3129921" y="687029"/>
                  </a:lnTo>
                  <a:lnTo>
                    <a:pt x="3061428" y="678297"/>
                  </a:lnTo>
                  <a:lnTo>
                    <a:pt x="2998393" y="668534"/>
                  </a:lnTo>
                  <a:lnTo>
                    <a:pt x="2939988" y="657594"/>
                  </a:lnTo>
                  <a:lnTo>
                    <a:pt x="2885288" y="645316"/>
                  </a:lnTo>
                  <a:lnTo>
                    <a:pt x="2833364" y="631551"/>
                  </a:lnTo>
                  <a:lnTo>
                    <a:pt x="2783362" y="616193"/>
                  </a:lnTo>
                  <a:lnTo>
                    <a:pt x="2770117" y="611776"/>
                  </a:lnTo>
                  <a:lnTo>
                    <a:pt x="2718666" y="593275"/>
                  </a:lnTo>
                  <a:lnTo>
                    <a:pt x="2667716" y="572913"/>
                  </a:lnTo>
                  <a:lnTo>
                    <a:pt x="2616751" y="550660"/>
                  </a:lnTo>
                  <a:lnTo>
                    <a:pt x="2565420" y="526552"/>
                  </a:lnTo>
                  <a:lnTo>
                    <a:pt x="2513508" y="500691"/>
                  </a:lnTo>
                  <a:lnTo>
                    <a:pt x="2460927" y="473254"/>
                  </a:lnTo>
                  <a:lnTo>
                    <a:pt x="2407696" y="444491"/>
                  </a:lnTo>
                  <a:lnTo>
                    <a:pt x="2353926" y="414718"/>
                  </a:lnTo>
                  <a:lnTo>
                    <a:pt x="2299796" y="384305"/>
                  </a:lnTo>
                  <a:lnTo>
                    <a:pt x="2245531" y="353656"/>
                  </a:lnTo>
                  <a:lnTo>
                    <a:pt x="2191372" y="323191"/>
                  </a:lnTo>
                  <a:lnTo>
                    <a:pt x="2137546" y="293316"/>
                  </a:lnTo>
                  <a:lnTo>
                    <a:pt x="2084240" y="264408"/>
                  </a:lnTo>
                  <a:lnTo>
                    <a:pt x="2031574" y="236790"/>
                  </a:lnTo>
                  <a:lnTo>
                    <a:pt x="1979582" y="210721"/>
                  </a:lnTo>
                  <a:lnTo>
                    <a:pt x="1928186" y="186386"/>
                  </a:lnTo>
                  <a:lnTo>
                    <a:pt x="1877192" y="163899"/>
                  </a:lnTo>
                  <a:lnTo>
                    <a:pt x="1826264" y="143300"/>
                  </a:lnTo>
                  <a:lnTo>
                    <a:pt x="1774910" y="124570"/>
                  </a:lnTo>
                  <a:lnTo>
                    <a:pt x="1768425" y="122355"/>
                  </a:lnTo>
                  <a:lnTo>
                    <a:pt x="1718812" y="106561"/>
                  </a:lnTo>
                  <a:lnTo>
                    <a:pt x="1667486" y="92373"/>
                  </a:lnTo>
                  <a:lnTo>
                    <a:pt x="1613624" y="79708"/>
                  </a:lnTo>
                  <a:lnTo>
                    <a:pt x="1556310" y="68423"/>
                  </a:lnTo>
                  <a:lnTo>
                    <a:pt x="1494610" y="58359"/>
                  </a:lnTo>
                  <a:lnTo>
                    <a:pt x="1427661" y="49362"/>
                  </a:lnTo>
                  <a:lnTo>
                    <a:pt x="1354769" y="41301"/>
                  </a:lnTo>
                  <a:lnTo>
                    <a:pt x="1275554" y="34067"/>
                  </a:lnTo>
                  <a:lnTo>
                    <a:pt x="1190131" y="27585"/>
                  </a:lnTo>
                  <a:lnTo>
                    <a:pt x="1099331" y="21807"/>
                  </a:lnTo>
                  <a:lnTo>
                    <a:pt x="1004903" y="16717"/>
                  </a:lnTo>
                  <a:lnTo>
                    <a:pt x="909652" y="12319"/>
                  </a:lnTo>
                  <a:lnTo>
                    <a:pt x="817367" y="8629"/>
                  </a:lnTo>
                  <a:lnTo>
                    <a:pt x="732469" y="5660"/>
                  </a:lnTo>
                  <a:lnTo>
                    <a:pt x="659335" y="3404"/>
                  </a:lnTo>
                  <a:lnTo>
                    <a:pt x="601419" y="1816"/>
                  </a:lnTo>
                  <a:lnTo>
                    <a:pt x="560424" y="810"/>
                  </a:lnTo>
                  <a:lnTo>
                    <a:pt x="535795" y="267"/>
                  </a:lnTo>
                  <a:lnTo>
                    <a:pt x="524672" y="46"/>
                  </a:lnTo>
                  <a:lnTo>
                    <a:pt x="522159" y="0"/>
                  </a:lnTo>
                  <a:lnTo>
                    <a:pt x="522133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77" name="pg77"/>
            <p:cNvSpPr/>
            <p:nvPr/>
          </p:nvSpPr>
          <p:spPr>
            <a:xfrm>
              <a:off x="386606" y="1100837"/>
              <a:ext cx="8554953" cy="739779"/>
            </a:xfrm>
            <a:custGeom>
              <a:avLst/>
              <a:pathLst>
                <a:path w="8554953" h="739779">
                  <a:moveTo>
                    <a:pt x="0" y="5647"/>
                  </a:moveTo>
                  <a:lnTo>
                    <a:pt x="522133" y="5647"/>
                  </a:lnTo>
                  <a:lnTo>
                    <a:pt x="523394" y="5669"/>
                  </a:lnTo>
                  <a:lnTo>
                    <a:pt x="531638" y="5829"/>
                  </a:lnTo>
                  <a:lnTo>
                    <a:pt x="552253" y="6271"/>
                  </a:lnTo>
                  <a:lnTo>
                    <a:pt x="588684" y="7139"/>
                  </a:lnTo>
                  <a:lnTo>
                    <a:pt x="642118" y="8560"/>
                  </a:lnTo>
                  <a:lnTo>
                    <a:pt x="711430" y="10630"/>
                  </a:lnTo>
                  <a:lnTo>
                    <a:pt x="793567" y="13405"/>
                  </a:lnTo>
                  <a:lnTo>
                    <a:pt x="884309" y="16901"/>
                  </a:lnTo>
                  <a:lnTo>
                    <a:pt x="979169" y="21110"/>
                  </a:lnTo>
                  <a:lnTo>
                    <a:pt x="1074138" y="26015"/>
                  </a:lnTo>
                  <a:lnTo>
                    <a:pt x="1166132" y="31606"/>
                  </a:lnTo>
                  <a:lnTo>
                    <a:pt x="1253120" y="37896"/>
                  </a:lnTo>
                  <a:lnTo>
                    <a:pt x="1334046" y="44920"/>
                  </a:lnTo>
                  <a:lnTo>
                    <a:pt x="1408622" y="52749"/>
                  </a:lnTo>
                  <a:lnTo>
                    <a:pt x="1477115" y="61482"/>
                  </a:lnTo>
                  <a:lnTo>
                    <a:pt x="1540149" y="71244"/>
                  </a:lnTo>
                  <a:lnTo>
                    <a:pt x="1598555" y="82184"/>
                  </a:lnTo>
                  <a:lnTo>
                    <a:pt x="1653254" y="94462"/>
                  </a:lnTo>
                  <a:lnTo>
                    <a:pt x="1705178" y="108227"/>
                  </a:lnTo>
                  <a:lnTo>
                    <a:pt x="1755180" y="123586"/>
                  </a:lnTo>
                  <a:lnTo>
                    <a:pt x="1768425" y="128002"/>
                  </a:lnTo>
                  <a:lnTo>
                    <a:pt x="1819876" y="146503"/>
                  </a:lnTo>
                  <a:lnTo>
                    <a:pt x="1870826" y="166866"/>
                  </a:lnTo>
                  <a:lnTo>
                    <a:pt x="1921791" y="189118"/>
                  </a:lnTo>
                  <a:lnTo>
                    <a:pt x="1973123" y="213226"/>
                  </a:lnTo>
                  <a:lnTo>
                    <a:pt x="2025034" y="239087"/>
                  </a:lnTo>
                  <a:lnTo>
                    <a:pt x="2077615" y="266524"/>
                  </a:lnTo>
                  <a:lnTo>
                    <a:pt x="2130846" y="295287"/>
                  </a:lnTo>
                  <a:lnTo>
                    <a:pt x="2184616" y="325060"/>
                  </a:lnTo>
                  <a:lnTo>
                    <a:pt x="2238746" y="355474"/>
                  </a:lnTo>
                  <a:lnTo>
                    <a:pt x="2293011" y="386122"/>
                  </a:lnTo>
                  <a:lnTo>
                    <a:pt x="2347171" y="416588"/>
                  </a:lnTo>
                  <a:lnTo>
                    <a:pt x="2400997" y="446462"/>
                  </a:lnTo>
                  <a:lnTo>
                    <a:pt x="2454302" y="475370"/>
                  </a:lnTo>
                  <a:lnTo>
                    <a:pt x="2506968" y="502988"/>
                  </a:lnTo>
                  <a:lnTo>
                    <a:pt x="2558961" y="529057"/>
                  </a:lnTo>
                  <a:lnTo>
                    <a:pt x="2610356" y="553392"/>
                  </a:lnTo>
                  <a:lnTo>
                    <a:pt x="2661350" y="575880"/>
                  </a:lnTo>
                  <a:lnTo>
                    <a:pt x="2712278" y="596478"/>
                  </a:lnTo>
                  <a:lnTo>
                    <a:pt x="2763632" y="615209"/>
                  </a:lnTo>
                  <a:lnTo>
                    <a:pt x="2770117" y="617424"/>
                  </a:lnTo>
                  <a:lnTo>
                    <a:pt x="2819730" y="633218"/>
                  </a:lnTo>
                  <a:lnTo>
                    <a:pt x="2871057" y="647405"/>
                  </a:lnTo>
                  <a:lnTo>
                    <a:pt x="2924918" y="660070"/>
                  </a:lnTo>
                  <a:lnTo>
                    <a:pt x="2982233" y="671355"/>
                  </a:lnTo>
                  <a:lnTo>
                    <a:pt x="3043932" y="681420"/>
                  </a:lnTo>
                  <a:lnTo>
                    <a:pt x="3110881" y="690416"/>
                  </a:lnTo>
                  <a:lnTo>
                    <a:pt x="3183773" y="698478"/>
                  </a:lnTo>
                  <a:lnTo>
                    <a:pt x="3262988" y="705711"/>
                  </a:lnTo>
                  <a:lnTo>
                    <a:pt x="3348411" y="712194"/>
                  </a:lnTo>
                  <a:lnTo>
                    <a:pt x="3439211" y="717971"/>
                  </a:lnTo>
                  <a:lnTo>
                    <a:pt x="3533639" y="723062"/>
                  </a:lnTo>
                  <a:lnTo>
                    <a:pt x="3628890" y="727460"/>
                  </a:lnTo>
                  <a:lnTo>
                    <a:pt x="3721175" y="731149"/>
                  </a:lnTo>
                  <a:lnTo>
                    <a:pt x="3806073" y="734118"/>
                  </a:lnTo>
                  <a:lnTo>
                    <a:pt x="3879207" y="736374"/>
                  </a:lnTo>
                  <a:lnTo>
                    <a:pt x="3937123" y="737963"/>
                  </a:lnTo>
                  <a:lnTo>
                    <a:pt x="3978118" y="738968"/>
                  </a:lnTo>
                  <a:lnTo>
                    <a:pt x="4002747" y="739511"/>
                  </a:lnTo>
                  <a:lnTo>
                    <a:pt x="4013870" y="739733"/>
                  </a:lnTo>
                  <a:lnTo>
                    <a:pt x="4016409" y="739779"/>
                  </a:lnTo>
                  <a:lnTo>
                    <a:pt x="4538543" y="739779"/>
                  </a:lnTo>
                  <a:lnTo>
                    <a:pt x="4539812" y="739775"/>
                  </a:lnTo>
                  <a:lnTo>
                    <a:pt x="4548112" y="739745"/>
                  </a:lnTo>
                  <a:lnTo>
                    <a:pt x="4568859" y="739663"/>
                  </a:lnTo>
                  <a:lnTo>
                    <a:pt x="4605511" y="739502"/>
                  </a:lnTo>
                  <a:lnTo>
                    <a:pt x="4659245" y="739237"/>
                  </a:lnTo>
                  <a:lnTo>
                    <a:pt x="4728904" y="738853"/>
                  </a:lnTo>
                  <a:lnTo>
                    <a:pt x="4811393" y="738337"/>
                  </a:lnTo>
                  <a:lnTo>
                    <a:pt x="4902454" y="737688"/>
                  </a:lnTo>
                  <a:lnTo>
                    <a:pt x="4997572" y="736907"/>
                  </a:lnTo>
                  <a:lnTo>
                    <a:pt x="5092725" y="735996"/>
                  </a:lnTo>
                  <a:lnTo>
                    <a:pt x="5184829" y="734958"/>
                  </a:lnTo>
                  <a:lnTo>
                    <a:pt x="5271867" y="733791"/>
                  </a:lnTo>
                  <a:lnTo>
                    <a:pt x="5352796" y="732487"/>
                  </a:lnTo>
                  <a:lnTo>
                    <a:pt x="5427348" y="731033"/>
                  </a:lnTo>
                  <a:lnTo>
                    <a:pt x="5495804" y="729412"/>
                  </a:lnTo>
                  <a:lnTo>
                    <a:pt x="5558803" y="727598"/>
                  </a:lnTo>
                  <a:lnTo>
                    <a:pt x="5617184" y="725564"/>
                  </a:lnTo>
                  <a:lnTo>
                    <a:pt x="5671881" y="723282"/>
                  </a:lnTo>
                  <a:lnTo>
                    <a:pt x="5723825" y="720722"/>
                  </a:lnTo>
                  <a:lnTo>
                    <a:pt x="5773875" y="717867"/>
                  </a:lnTo>
                  <a:lnTo>
                    <a:pt x="5784835" y="717190"/>
                  </a:lnTo>
                  <a:lnTo>
                    <a:pt x="5838985" y="713585"/>
                  </a:lnTo>
                  <a:lnTo>
                    <a:pt x="5892615" y="709598"/>
                  </a:lnTo>
                  <a:lnTo>
                    <a:pt x="5946307" y="705224"/>
                  </a:lnTo>
                  <a:lnTo>
                    <a:pt x="6000452" y="700473"/>
                  </a:lnTo>
                  <a:lnTo>
                    <a:pt x="6055271" y="695370"/>
                  </a:lnTo>
                  <a:lnTo>
                    <a:pt x="6110836" y="689957"/>
                  </a:lnTo>
                  <a:lnTo>
                    <a:pt x="6167091" y="684292"/>
                  </a:lnTo>
                  <a:lnTo>
                    <a:pt x="6223878" y="678447"/>
                  </a:lnTo>
                  <a:lnTo>
                    <a:pt x="6280962" y="672505"/>
                  </a:lnTo>
                  <a:lnTo>
                    <a:pt x="6338069" y="666556"/>
                  </a:lnTo>
                  <a:lnTo>
                    <a:pt x="6394922" y="660689"/>
                  </a:lnTo>
                  <a:lnTo>
                    <a:pt x="6451279" y="654989"/>
                  </a:lnTo>
                  <a:lnTo>
                    <a:pt x="6506964" y="649529"/>
                  </a:lnTo>
                  <a:lnTo>
                    <a:pt x="6561905" y="644372"/>
                  </a:lnTo>
                  <a:lnTo>
                    <a:pt x="6616151" y="639561"/>
                  </a:lnTo>
                  <a:lnTo>
                    <a:pt x="6669896" y="635124"/>
                  </a:lnTo>
                  <a:lnTo>
                    <a:pt x="6723501" y="631073"/>
                  </a:lnTo>
                  <a:lnTo>
                    <a:pt x="6777516" y="627405"/>
                  </a:lnTo>
                  <a:lnTo>
                    <a:pt x="6786527" y="626835"/>
                  </a:lnTo>
                  <a:lnTo>
                    <a:pt x="6836257" y="623913"/>
                  </a:lnTo>
                  <a:lnTo>
                    <a:pt x="6887710" y="621289"/>
                  </a:lnTo>
                  <a:lnTo>
                    <a:pt x="6941714" y="618947"/>
                  </a:lnTo>
                  <a:lnTo>
                    <a:pt x="6999193" y="616861"/>
                  </a:lnTo>
                  <a:lnTo>
                    <a:pt x="7061086" y="615000"/>
                  </a:lnTo>
                  <a:lnTo>
                    <a:pt x="7128263" y="613338"/>
                  </a:lnTo>
                  <a:lnTo>
                    <a:pt x="7201418" y="611849"/>
                  </a:lnTo>
                  <a:lnTo>
                    <a:pt x="7280928" y="610513"/>
                  </a:lnTo>
                  <a:lnTo>
                    <a:pt x="7366665" y="609316"/>
                  </a:lnTo>
                  <a:lnTo>
                    <a:pt x="7457779" y="608250"/>
                  </a:lnTo>
                  <a:lnTo>
                    <a:pt x="7552482" y="607311"/>
                  </a:lnTo>
                  <a:lnTo>
                    <a:pt x="7647927" y="606500"/>
                  </a:lnTo>
                  <a:lnTo>
                    <a:pt x="7740275" y="605821"/>
                  </a:lnTo>
                  <a:lnTo>
                    <a:pt x="7825064" y="605276"/>
                  </a:lnTo>
                  <a:lnTo>
                    <a:pt x="7897902" y="604863"/>
                  </a:lnTo>
                  <a:lnTo>
                    <a:pt x="7955360" y="604573"/>
                  </a:lnTo>
                  <a:lnTo>
                    <a:pt x="7995797" y="604391"/>
                  </a:lnTo>
                  <a:lnTo>
                    <a:pt x="8019863" y="604293"/>
                  </a:lnTo>
                  <a:lnTo>
                    <a:pt x="8030529" y="604254"/>
                  </a:lnTo>
                  <a:lnTo>
                    <a:pt x="8032819" y="604247"/>
                  </a:lnTo>
                  <a:lnTo>
                    <a:pt x="8554953" y="604247"/>
                  </a:lnTo>
                  <a:lnTo>
                    <a:pt x="8554953" y="598600"/>
                  </a:lnTo>
                  <a:lnTo>
                    <a:pt x="8032819" y="598600"/>
                  </a:lnTo>
                  <a:lnTo>
                    <a:pt x="8031550" y="598604"/>
                  </a:lnTo>
                  <a:lnTo>
                    <a:pt x="8023250" y="598634"/>
                  </a:lnTo>
                  <a:lnTo>
                    <a:pt x="8002503" y="598716"/>
                  </a:lnTo>
                  <a:lnTo>
                    <a:pt x="7965851" y="598877"/>
                  </a:lnTo>
                  <a:lnTo>
                    <a:pt x="7912117" y="599141"/>
                  </a:lnTo>
                  <a:lnTo>
                    <a:pt x="7842458" y="599526"/>
                  </a:lnTo>
                  <a:lnTo>
                    <a:pt x="7759969" y="600041"/>
                  </a:lnTo>
                  <a:lnTo>
                    <a:pt x="7668908" y="600691"/>
                  </a:lnTo>
                  <a:lnTo>
                    <a:pt x="7573790" y="601472"/>
                  </a:lnTo>
                  <a:lnTo>
                    <a:pt x="7478637" y="602382"/>
                  </a:lnTo>
                  <a:lnTo>
                    <a:pt x="7386533" y="603420"/>
                  </a:lnTo>
                  <a:lnTo>
                    <a:pt x="7299495" y="604587"/>
                  </a:lnTo>
                  <a:lnTo>
                    <a:pt x="7218566" y="605891"/>
                  </a:lnTo>
                  <a:lnTo>
                    <a:pt x="7144014" y="607345"/>
                  </a:lnTo>
                  <a:lnTo>
                    <a:pt x="7075558" y="608967"/>
                  </a:lnTo>
                  <a:lnTo>
                    <a:pt x="7012559" y="610781"/>
                  </a:lnTo>
                  <a:lnTo>
                    <a:pt x="6954177" y="612814"/>
                  </a:lnTo>
                  <a:lnTo>
                    <a:pt x="6899481" y="615097"/>
                  </a:lnTo>
                  <a:lnTo>
                    <a:pt x="6847537" y="617656"/>
                  </a:lnTo>
                  <a:lnTo>
                    <a:pt x="6797487" y="620512"/>
                  </a:lnTo>
                  <a:lnTo>
                    <a:pt x="6786527" y="621188"/>
                  </a:lnTo>
                  <a:lnTo>
                    <a:pt x="6732377" y="624794"/>
                  </a:lnTo>
                  <a:lnTo>
                    <a:pt x="6678747" y="628781"/>
                  </a:lnTo>
                  <a:lnTo>
                    <a:pt x="6625055" y="633154"/>
                  </a:lnTo>
                  <a:lnTo>
                    <a:pt x="6570910" y="637905"/>
                  </a:lnTo>
                  <a:lnTo>
                    <a:pt x="6516091" y="643008"/>
                  </a:lnTo>
                  <a:lnTo>
                    <a:pt x="6460526" y="648421"/>
                  </a:lnTo>
                  <a:lnTo>
                    <a:pt x="6404271" y="654087"/>
                  </a:lnTo>
                  <a:lnTo>
                    <a:pt x="6347484" y="659932"/>
                  </a:lnTo>
                  <a:lnTo>
                    <a:pt x="6290400" y="665873"/>
                  </a:lnTo>
                  <a:lnTo>
                    <a:pt x="6233293" y="671823"/>
                  </a:lnTo>
                  <a:lnTo>
                    <a:pt x="6176440" y="677690"/>
                  </a:lnTo>
                  <a:lnTo>
                    <a:pt x="6120083" y="683390"/>
                  </a:lnTo>
                  <a:lnTo>
                    <a:pt x="6064398" y="688849"/>
                  </a:lnTo>
                  <a:lnTo>
                    <a:pt x="6009457" y="694007"/>
                  </a:lnTo>
                  <a:lnTo>
                    <a:pt x="5955211" y="698818"/>
                  </a:lnTo>
                  <a:lnTo>
                    <a:pt x="5901466" y="703255"/>
                  </a:lnTo>
                  <a:lnTo>
                    <a:pt x="5847861" y="707306"/>
                  </a:lnTo>
                  <a:lnTo>
                    <a:pt x="5793846" y="710973"/>
                  </a:lnTo>
                  <a:lnTo>
                    <a:pt x="5784835" y="711543"/>
                  </a:lnTo>
                  <a:lnTo>
                    <a:pt x="5735105" y="714465"/>
                  </a:lnTo>
                  <a:lnTo>
                    <a:pt x="5683652" y="717090"/>
                  </a:lnTo>
                  <a:lnTo>
                    <a:pt x="5629648" y="719432"/>
                  </a:lnTo>
                  <a:lnTo>
                    <a:pt x="5572169" y="721518"/>
                  </a:lnTo>
                  <a:lnTo>
                    <a:pt x="5510276" y="723378"/>
                  </a:lnTo>
                  <a:lnTo>
                    <a:pt x="5443099" y="725040"/>
                  </a:lnTo>
                  <a:lnTo>
                    <a:pt x="5369944" y="726530"/>
                  </a:lnTo>
                  <a:lnTo>
                    <a:pt x="5290434" y="727866"/>
                  </a:lnTo>
                  <a:lnTo>
                    <a:pt x="5204697" y="729063"/>
                  </a:lnTo>
                  <a:lnTo>
                    <a:pt x="5113583" y="730129"/>
                  </a:lnTo>
                  <a:lnTo>
                    <a:pt x="5018880" y="731068"/>
                  </a:lnTo>
                  <a:lnTo>
                    <a:pt x="4923435" y="731878"/>
                  </a:lnTo>
                  <a:lnTo>
                    <a:pt x="4831087" y="732557"/>
                  </a:lnTo>
                  <a:lnTo>
                    <a:pt x="4746298" y="733102"/>
                  </a:lnTo>
                  <a:lnTo>
                    <a:pt x="4673460" y="733515"/>
                  </a:lnTo>
                  <a:lnTo>
                    <a:pt x="4616002" y="733805"/>
                  </a:lnTo>
                  <a:lnTo>
                    <a:pt x="4575565" y="733988"/>
                  </a:lnTo>
                  <a:lnTo>
                    <a:pt x="4551499" y="734085"/>
                  </a:lnTo>
                  <a:lnTo>
                    <a:pt x="4540833" y="734124"/>
                  </a:lnTo>
                  <a:lnTo>
                    <a:pt x="4538543" y="734132"/>
                  </a:lnTo>
                  <a:lnTo>
                    <a:pt x="4016409" y="734132"/>
                  </a:lnTo>
                  <a:lnTo>
                    <a:pt x="4015148" y="734109"/>
                  </a:lnTo>
                  <a:lnTo>
                    <a:pt x="4006904" y="733950"/>
                  </a:lnTo>
                  <a:lnTo>
                    <a:pt x="3986289" y="733508"/>
                  </a:lnTo>
                  <a:lnTo>
                    <a:pt x="3949858" y="732640"/>
                  </a:lnTo>
                  <a:lnTo>
                    <a:pt x="3896424" y="731218"/>
                  </a:lnTo>
                  <a:lnTo>
                    <a:pt x="3827112" y="729148"/>
                  </a:lnTo>
                  <a:lnTo>
                    <a:pt x="3744976" y="726374"/>
                  </a:lnTo>
                  <a:lnTo>
                    <a:pt x="3654234" y="722878"/>
                  </a:lnTo>
                  <a:lnTo>
                    <a:pt x="3559373" y="718669"/>
                  </a:lnTo>
                  <a:lnTo>
                    <a:pt x="3464404" y="713764"/>
                  </a:lnTo>
                  <a:lnTo>
                    <a:pt x="3372410" y="708172"/>
                  </a:lnTo>
                  <a:lnTo>
                    <a:pt x="3285422" y="701883"/>
                  </a:lnTo>
                  <a:lnTo>
                    <a:pt x="3204497" y="694858"/>
                  </a:lnTo>
                  <a:lnTo>
                    <a:pt x="3129921" y="687029"/>
                  </a:lnTo>
                  <a:lnTo>
                    <a:pt x="3061428" y="678297"/>
                  </a:lnTo>
                  <a:lnTo>
                    <a:pt x="2998393" y="668534"/>
                  </a:lnTo>
                  <a:lnTo>
                    <a:pt x="2939988" y="657594"/>
                  </a:lnTo>
                  <a:lnTo>
                    <a:pt x="2885288" y="645316"/>
                  </a:lnTo>
                  <a:lnTo>
                    <a:pt x="2833364" y="631551"/>
                  </a:lnTo>
                  <a:lnTo>
                    <a:pt x="2783362" y="616193"/>
                  </a:lnTo>
                  <a:lnTo>
                    <a:pt x="2770117" y="611776"/>
                  </a:lnTo>
                  <a:lnTo>
                    <a:pt x="2718666" y="593275"/>
                  </a:lnTo>
                  <a:lnTo>
                    <a:pt x="2667716" y="572913"/>
                  </a:lnTo>
                  <a:lnTo>
                    <a:pt x="2616751" y="550660"/>
                  </a:lnTo>
                  <a:lnTo>
                    <a:pt x="2565420" y="526552"/>
                  </a:lnTo>
                  <a:lnTo>
                    <a:pt x="2513508" y="500691"/>
                  </a:lnTo>
                  <a:lnTo>
                    <a:pt x="2460927" y="473254"/>
                  </a:lnTo>
                  <a:lnTo>
                    <a:pt x="2407696" y="444491"/>
                  </a:lnTo>
                  <a:lnTo>
                    <a:pt x="2353926" y="414718"/>
                  </a:lnTo>
                  <a:lnTo>
                    <a:pt x="2299796" y="384305"/>
                  </a:lnTo>
                  <a:lnTo>
                    <a:pt x="2245531" y="353656"/>
                  </a:lnTo>
                  <a:lnTo>
                    <a:pt x="2191372" y="323191"/>
                  </a:lnTo>
                  <a:lnTo>
                    <a:pt x="2137546" y="293316"/>
                  </a:lnTo>
                  <a:lnTo>
                    <a:pt x="2084240" y="264408"/>
                  </a:lnTo>
                  <a:lnTo>
                    <a:pt x="2031574" y="236790"/>
                  </a:lnTo>
                  <a:lnTo>
                    <a:pt x="1979582" y="210721"/>
                  </a:lnTo>
                  <a:lnTo>
                    <a:pt x="1928186" y="186386"/>
                  </a:lnTo>
                  <a:lnTo>
                    <a:pt x="1877192" y="163899"/>
                  </a:lnTo>
                  <a:lnTo>
                    <a:pt x="1826264" y="143300"/>
                  </a:lnTo>
                  <a:lnTo>
                    <a:pt x="1774910" y="124570"/>
                  </a:lnTo>
                  <a:lnTo>
                    <a:pt x="1768425" y="122355"/>
                  </a:lnTo>
                  <a:lnTo>
                    <a:pt x="1718812" y="106561"/>
                  </a:lnTo>
                  <a:lnTo>
                    <a:pt x="1667486" y="92373"/>
                  </a:lnTo>
                  <a:lnTo>
                    <a:pt x="1613624" y="79708"/>
                  </a:lnTo>
                  <a:lnTo>
                    <a:pt x="1556310" y="68423"/>
                  </a:lnTo>
                  <a:lnTo>
                    <a:pt x="1494610" y="58359"/>
                  </a:lnTo>
                  <a:lnTo>
                    <a:pt x="1427661" y="49362"/>
                  </a:lnTo>
                  <a:lnTo>
                    <a:pt x="1354769" y="41301"/>
                  </a:lnTo>
                  <a:lnTo>
                    <a:pt x="1275554" y="34067"/>
                  </a:lnTo>
                  <a:lnTo>
                    <a:pt x="1190131" y="27585"/>
                  </a:lnTo>
                  <a:lnTo>
                    <a:pt x="1099331" y="21807"/>
                  </a:lnTo>
                  <a:lnTo>
                    <a:pt x="1004903" y="16717"/>
                  </a:lnTo>
                  <a:lnTo>
                    <a:pt x="909652" y="12319"/>
                  </a:lnTo>
                  <a:lnTo>
                    <a:pt x="817367" y="8629"/>
                  </a:lnTo>
                  <a:lnTo>
                    <a:pt x="732469" y="5660"/>
                  </a:lnTo>
                  <a:lnTo>
                    <a:pt x="659335" y="3404"/>
                  </a:lnTo>
                  <a:lnTo>
                    <a:pt x="601419" y="1816"/>
                  </a:lnTo>
                  <a:lnTo>
                    <a:pt x="560424" y="810"/>
                  </a:lnTo>
                  <a:lnTo>
                    <a:pt x="535795" y="267"/>
                  </a:lnTo>
                  <a:lnTo>
                    <a:pt x="524672" y="46"/>
                  </a:lnTo>
                  <a:lnTo>
                    <a:pt x="5221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78" name="pl78"/>
            <p:cNvSpPr/>
            <p:nvPr/>
          </p:nvSpPr>
          <p:spPr>
            <a:xfrm>
              <a:off x="386606" y="1106484"/>
              <a:ext cx="8554953" cy="734132"/>
            </a:xfrm>
            <a:custGeom>
              <a:avLst/>
              <a:pathLst>
                <a:path w="8554953" h="734132">
                  <a:moveTo>
                    <a:pt x="0" y="0"/>
                  </a:moveTo>
                  <a:lnTo>
                    <a:pt x="522133" y="0"/>
                  </a:lnTo>
                  <a:lnTo>
                    <a:pt x="523394" y="22"/>
                  </a:lnTo>
                  <a:lnTo>
                    <a:pt x="531638" y="182"/>
                  </a:lnTo>
                  <a:lnTo>
                    <a:pt x="552253" y="624"/>
                  </a:lnTo>
                  <a:lnTo>
                    <a:pt x="588684" y="1492"/>
                  </a:lnTo>
                  <a:lnTo>
                    <a:pt x="642118" y="2913"/>
                  </a:lnTo>
                  <a:lnTo>
                    <a:pt x="711430" y="4983"/>
                  </a:lnTo>
                  <a:lnTo>
                    <a:pt x="793567" y="7758"/>
                  </a:lnTo>
                  <a:lnTo>
                    <a:pt x="884309" y="11254"/>
                  </a:lnTo>
                  <a:lnTo>
                    <a:pt x="979169" y="15462"/>
                  </a:lnTo>
                  <a:lnTo>
                    <a:pt x="1074138" y="20367"/>
                  </a:lnTo>
                  <a:lnTo>
                    <a:pt x="1166132" y="25959"/>
                  </a:lnTo>
                  <a:lnTo>
                    <a:pt x="1253120" y="32248"/>
                  </a:lnTo>
                  <a:lnTo>
                    <a:pt x="1334046" y="39273"/>
                  </a:lnTo>
                  <a:lnTo>
                    <a:pt x="1408622" y="47102"/>
                  </a:lnTo>
                  <a:lnTo>
                    <a:pt x="1477115" y="55835"/>
                  </a:lnTo>
                  <a:lnTo>
                    <a:pt x="1540149" y="65597"/>
                  </a:lnTo>
                  <a:lnTo>
                    <a:pt x="1598555" y="76537"/>
                  </a:lnTo>
                  <a:lnTo>
                    <a:pt x="1653254" y="88815"/>
                  </a:lnTo>
                  <a:lnTo>
                    <a:pt x="1705178" y="102580"/>
                  </a:lnTo>
                  <a:lnTo>
                    <a:pt x="1755180" y="117939"/>
                  </a:lnTo>
                  <a:lnTo>
                    <a:pt x="1768425" y="122355"/>
                  </a:lnTo>
                  <a:lnTo>
                    <a:pt x="1819876" y="140856"/>
                  </a:lnTo>
                  <a:lnTo>
                    <a:pt x="1870826" y="161219"/>
                  </a:lnTo>
                  <a:lnTo>
                    <a:pt x="1921791" y="183471"/>
                  </a:lnTo>
                  <a:lnTo>
                    <a:pt x="1973123" y="207579"/>
                  </a:lnTo>
                  <a:lnTo>
                    <a:pt x="2025034" y="233440"/>
                  </a:lnTo>
                  <a:lnTo>
                    <a:pt x="2077615" y="260877"/>
                  </a:lnTo>
                  <a:lnTo>
                    <a:pt x="2130846" y="289640"/>
                  </a:lnTo>
                  <a:lnTo>
                    <a:pt x="2184616" y="319413"/>
                  </a:lnTo>
                  <a:lnTo>
                    <a:pt x="2238746" y="349827"/>
                  </a:lnTo>
                  <a:lnTo>
                    <a:pt x="2293011" y="380475"/>
                  </a:lnTo>
                  <a:lnTo>
                    <a:pt x="2347171" y="410941"/>
                  </a:lnTo>
                  <a:lnTo>
                    <a:pt x="2400997" y="440815"/>
                  </a:lnTo>
                  <a:lnTo>
                    <a:pt x="2454302" y="469723"/>
                  </a:lnTo>
                  <a:lnTo>
                    <a:pt x="2506968" y="497341"/>
                  </a:lnTo>
                  <a:lnTo>
                    <a:pt x="2558961" y="523410"/>
                  </a:lnTo>
                  <a:lnTo>
                    <a:pt x="2610356" y="547745"/>
                  </a:lnTo>
                  <a:lnTo>
                    <a:pt x="2661350" y="570232"/>
                  </a:lnTo>
                  <a:lnTo>
                    <a:pt x="2712278" y="590831"/>
                  </a:lnTo>
                  <a:lnTo>
                    <a:pt x="2763632" y="609562"/>
                  </a:lnTo>
                  <a:lnTo>
                    <a:pt x="2770117" y="611776"/>
                  </a:lnTo>
                  <a:lnTo>
                    <a:pt x="2819730" y="627571"/>
                  </a:lnTo>
                  <a:lnTo>
                    <a:pt x="2871057" y="641758"/>
                  </a:lnTo>
                  <a:lnTo>
                    <a:pt x="2924918" y="654423"/>
                  </a:lnTo>
                  <a:lnTo>
                    <a:pt x="2982233" y="665708"/>
                  </a:lnTo>
                  <a:lnTo>
                    <a:pt x="3043932" y="675773"/>
                  </a:lnTo>
                  <a:lnTo>
                    <a:pt x="3110881" y="684769"/>
                  </a:lnTo>
                  <a:lnTo>
                    <a:pt x="3183773" y="692831"/>
                  </a:lnTo>
                  <a:lnTo>
                    <a:pt x="3262988" y="700064"/>
                  </a:lnTo>
                  <a:lnTo>
                    <a:pt x="3348411" y="706547"/>
                  </a:lnTo>
                  <a:lnTo>
                    <a:pt x="3439211" y="712324"/>
                  </a:lnTo>
                  <a:lnTo>
                    <a:pt x="3533639" y="717415"/>
                  </a:lnTo>
                  <a:lnTo>
                    <a:pt x="3628890" y="721813"/>
                  </a:lnTo>
                  <a:lnTo>
                    <a:pt x="3721175" y="725502"/>
                  </a:lnTo>
                  <a:lnTo>
                    <a:pt x="3806073" y="728471"/>
                  </a:lnTo>
                  <a:lnTo>
                    <a:pt x="3879207" y="730727"/>
                  </a:lnTo>
                  <a:lnTo>
                    <a:pt x="3937123" y="732316"/>
                  </a:lnTo>
                  <a:lnTo>
                    <a:pt x="3978118" y="733321"/>
                  </a:lnTo>
                  <a:lnTo>
                    <a:pt x="4002747" y="733864"/>
                  </a:lnTo>
                  <a:lnTo>
                    <a:pt x="4013870" y="734086"/>
                  </a:lnTo>
                  <a:lnTo>
                    <a:pt x="4016384" y="734131"/>
                  </a:lnTo>
                  <a:lnTo>
                    <a:pt x="4016409" y="734132"/>
                  </a:lnTo>
                  <a:lnTo>
                    <a:pt x="4538543" y="734132"/>
                  </a:lnTo>
                  <a:lnTo>
                    <a:pt x="4539812" y="734128"/>
                  </a:lnTo>
                  <a:lnTo>
                    <a:pt x="4548112" y="734098"/>
                  </a:lnTo>
                  <a:lnTo>
                    <a:pt x="4568859" y="734016"/>
                  </a:lnTo>
                  <a:lnTo>
                    <a:pt x="4605511" y="733854"/>
                  </a:lnTo>
                  <a:lnTo>
                    <a:pt x="4659245" y="733590"/>
                  </a:lnTo>
                  <a:lnTo>
                    <a:pt x="4728904" y="733205"/>
                  </a:lnTo>
                  <a:lnTo>
                    <a:pt x="4811393" y="732690"/>
                  </a:lnTo>
                  <a:lnTo>
                    <a:pt x="4902454" y="732041"/>
                  </a:lnTo>
                  <a:lnTo>
                    <a:pt x="4997572" y="731259"/>
                  </a:lnTo>
                  <a:lnTo>
                    <a:pt x="5092725" y="730349"/>
                  </a:lnTo>
                  <a:lnTo>
                    <a:pt x="5184829" y="729311"/>
                  </a:lnTo>
                  <a:lnTo>
                    <a:pt x="5271867" y="728144"/>
                  </a:lnTo>
                  <a:lnTo>
                    <a:pt x="5352796" y="726840"/>
                  </a:lnTo>
                  <a:lnTo>
                    <a:pt x="5427348" y="725386"/>
                  </a:lnTo>
                  <a:lnTo>
                    <a:pt x="5495804" y="723764"/>
                  </a:lnTo>
                  <a:lnTo>
                    <a:pt x="5558803" y="721951"/>
                  </a:lnTo>
                  <a:lnTo>
                    <a:pt x="5617184" y="719917"/>
                  </a:lnTo>
                  <a:lnTo>
                    <a:pt x="5671881" y="717635"/>
                  </a:lnTo>
                  <a:lnTo>
                    <a:pt x="5723825" y="715075"/>
                  </a:lnTo>
                  <a:lnTo>
                    <a:pt x="5773875" y="712220"/>
                  </a:lnTo>
                  <a:lnTo>
                    <a:pt x="5784835" y="711543"/>
                  </a:lnTo>
                  <a:lnTo>
                    <a:pt x="5838985" y="707937"/>
                  </a:lnTo>
                  <a:lnTo>
                    <a:pt x="5892615" y="703951"/>
                  </a:lnTo>
                  <a:lnTo>
                    <a:pt x="5946307" y="699577"/>
                  </a:lnTo>
                  <a:lnTo>
                    <a:pt x="6000452" y="694826"/>
                  </a:lnTo>
                  <a:lnTo>
                    <a:pt x="6055271" y="689723"/>
                  </a:lnTo>
                  <a:lnTo>
                    <a:pt x="6110836" y="684310"/>
                  </a:lnTo>
                  <a:lnTo>
                    <a:pt x="6167091" y="678645"/>
                  </a:lnTo>
                  <a:lnTo>
                    <a:pt x="6223878" y="672800"/>
                  </a:lnTo>
                  <a:lnTo>
                    <a:pt x="6280962" y="666858"/>
                  </a:lnTo>
                  <a:lnTo>
                    <a:pt x="6338069" y="660909"/>
                  </a:lnTo>
                  <a:lnTo>
                    <a:pt x="6394922" y="655042"/>
                  </a:lnTo>
                  <a:lnTo>
                    <a:pt x="6451279" y="649341"/>
                  </a:lnTo>
                  <a:lnTo>
                    <a:pt x="6506964" y="643882"/>
                  </a:lnTo>
                  <a:lnTo>
                    <a:pt x="6561905" y="638725"/>
                  </a:lnTo>
                  <a:lnTo>
                    <a:pt x="6616151" y="633914"/>
                  </a:lnTo>
                  <a:lnTo>
                    <a:pt x="6669896" y="629477"/>
                  </a:lnTo>
                  <a:lnTo>
                    <a:pt x="6723501" y="625426"/>
                  </a:lnTo>
                  <a:lnTo>
                    <a:pt x="6777516" y="621758"/>
                  </a:lnTo>
                  <a:lnTo>
                    <a:pt x="6786527" y="621188"/>
                  </a:lnTo>
                  <a:lnTo>
                    <a:pt x="6836257" y="618266"/>
                  </a:lnTo>
                  <a:lnTo>
                    <a:pt x="6887710" y="615642"/>
                  </a:lnTo>
                  <a:lnTo>
                    <a:pt x="6941714" y="613300"/>
                  </a:lnTo>
                  <a:lnTo>
                    <a:pt x="6999193" y="611213"/>
                  </a:lnTo>
                  <a:lnTo>
                    <a:pt x="7061086" y="609353"/>
                  </a:lnTo>
                  <a:lnTo>
                    <a:pt x="7128263" y="607691"/>
                  </a:lnTo>
                  <a:lnTo>
                    <a:pt x="7201418" y="606202"/>
                  </a:lnTo>
                  <a:lnTo>
                    <a:pt x="7280928" y="604866"/>
                  </a:lnTo>
                  <a:lnTo>
                    <a:pt x="7366665" y="603669"/>
                  </a:lnTo>
                  <a:lnTo>
                    <a:pt x="7457779" y="602602"/>
                  </a:lnTo>
                  <a:lnTo>
                    <a:pt x="7552482" y="601664"/>
                  </a:lnTo>
                  <a:lnTo>
                    <a:pt x="7647927" y="600853"/>
                  </a:lnTo>
                  <a:lnTo>
                    <a:pt x="7740275" y="600174"/>
                  </a:lnTo>
                  <a:lnTo>
                    <a:pt x="7825064" y="599629"/>
                  </a:lnTo>
                  <a:lnTo>
                    <a:pt x="7897902" y="599216"/>
                  </a:lnTo>
                  <a:lnTo>
                    <a:pt x="7955360" y="598926"/>
                  </a:lnTo>
                  <a:lnTo>
                    <a:pt x="7995797" y="598744"/>
                  </a:lnTo>
                  <a:lnTo>
                    <a:pt x="8019863" y="598646"/>
                  </a:lnTo>
                  <a:lnTo>
                    <a:pt x="8030529" y="598607"/>
                  </a:lnTo>
                  <a:lnTo>
                    <a:pt x="8032805" y="598600"/>
                  </a:lnTo>
                  <a:lnTo>
                    <a:pt x="8032819" y="598600"/>
                  </a:lnTo>
                  <a:lnTo>
                    <a:pt x="8554953" y="598600"/>
                  </a:lnTo>
                  <a:lnTo>
                    <a:pt x="8554953" y="59860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79" name="pl79"/>
            <p:cNvSpPr/>
            <p:nvPr/>
          </p:nvSpPr>
          <p:spPr>
            <a:xfrm>
              <a:off x="386606" y="1100837"/>
              <a:ext cx="8554953" cy="734132"/>
            </a:xfrm>
            <a:custGeom>
              <a:avLst/>
              <a:pathLst>
                <a:path w="8554953" h="734132">
                  <a:moveTo>
                    <a:pt x="8554953" y="598600"/>
                  </a:moveTo>
                  <a:lnTo>
                    <a:pt x="8032819" y="598600"/>
                  </a:lnTo>
                  <a:lnTo>
                    <a:pt x="8031550" y="598604"/>
                  </a:lnTo>
                  <a:lnTo>
                    <a:pt x="8023250" y="598634"/>
                  </a:lnTo>
                  <a:lnTo>
                    <a:pt x="8002503" y="598716"/>
                  </a:lnTo>
                  <a:lnTo>
                    <a:pt x="7965851" y="598877"/>
                  </a:lnTo>
                  <a:lnTo>
                    <a:pt x="7912117" y="599141"/>
                  </a:lnTo>
                  <a:lnTo>
                    <a:pt x="7842458" y="599526"/>
                  </a:lnTo>
                  <a:lnTo>
                    <a:pt x="7759969" y="600041"/>
                  </a:lnTo>
                  <a:lnTo>
                    <a:pt x="7668908" y="600691"/>
                  </a:lnTo>
                  <a:lnTo>
                    <a:pt x="7573790" y="601472"/>
                  </a:lnTo>
                  <a:lnTo>
                    <a:pt x="7478637" y="602382"/>
                  </a:lnTo>
                  <a:lnTo>
                    <a:pt x="7386533" y="603420"/>
                  </a:lnTo>
                  <a:lnTo>
                    <a:pt x="7299495" y="604587"/>
                  </a:lnTo>
                  <a:lnTo>
                    <a:pt x="7218566" y="605891"/>
                  </a:lnTo>
                  <a:lnTo>
                    <a:pt x="7144014" y="607345"/>
                  </a:lnTo>
                  <a:lnTo>
                    <a:pt x="7075558" y="608967"/>
                  </a:lnTo>
                  <a:lnTo>
                    <a:pt x="7012559" y="610781"/>
                  </a:lnTo>
                  <a:lnTo>
                    <a:pt x="6954177" y="612814"/>
                  </a:lnTo>
                  <a:lnTo>
                    <a:pt x="6899481" y="615097"/>
                  </a:lnTo>
                  <a:lnTo>
                    <a:pt x="6847537" y="617656"/>
                  </a:lnTo>
                  <a:lnTo>
                    <a:pt x="6797487" y="620512"/>
                  </a:lnTo>
                  <a:lnTo>
                    <a:pt x="6786527" y="621188"/>
                  </a:lnTo>
                  <a:lnTo>
                    <a:pt x="6732377" y="624794"/>
                  </a:lnTo>
                  <a:lnTo>
                    <a:pt x="6678747" y="628781"/>
                  </a:lnTo>
                  <a:lnTo>
                    <a:pt x="6625055" y="633154"/>
                  </a:lnTo>
                  <a:lnTo>
                    <a:pt x="6570910" y="637905"/>
                  </a:lnTo>
                  <a:lnTo>
                    <a:pt x="6516091" y="643008"/>
                  </a:lnTo>
                  <a:lnTo>
                    <a:pt x="6460526" y="648421"/>
                  </a:lnTo>
                  <a:lnTo>
                    <a:pt x="6404271" y="654087"/>
                  </a:lnTo>
                  <a:lnTo>
                    <a:pt x="6347484" y="659932"/>
                  </a:lnTo>
                  <a:lnTo>
                    <a:pt x="6290400" y="665873"/>
                  </a:lnTo>
                  <a:lnTo>
                    <a:pt x="6233293" y="671823"/>
                  </a:lnTo>
                  <a:lnTo>
                    <a:pt x="6176440" y="677690"/>
                  </a:lnTo>
                  <a:lnTo>
                    <a:pt x="6120083" y="683390"/>
                  </a:lnTo>
                  <a:lnTo>
                    <a:pt x="6064398" y="688849"/>
                  </a:lnTo>
                  <a:lnTo>
                    <a:pt x="6009457" y="694007"/>
                  </a:lnTo>
                  <a:lnTo>
                    <a:pt x="5955211" y="698818"/>
                  </a:lnTo>
                  <a:lnTo>
                    <a:pt x="5901466" y="703255"/>
                  </a:lnTo>
                  <a:lnTo>
                    <a:pt x="5847861" y="707306"/>
                  </a:lnTo>
                  <a:lnTo>
                    <a:pt x="5793846" y="710973"/>
                  </a:lnTo>
                  <a:lnTo>
                    <a:pt x="5784835" y="711543"/>
                  </a:lnTo>
                  <a:lnTo>
                    <a:pt x="5735105" y="714465"/>
                  </a:lnTo>
                  <a:lnTo>
                    <a:pt x="5683652" y="717090"/>
                  </a:lnTo>
                  <a:lnTo>
                    <a:pt x="5629648" y="719432"/>
                  </a:lnTo>
                  <a:lnTo>
                    <a:pt x="5572169" y="721518"/>
                  </a:lnTo>
                  <a:lnTo>
                    <a:pt x="5510276" y="723378"/>
                  </a:lnTo>
                  <a:lnTo>
                    <a:pt x="5443099" y="725040"/>
                  </a:lnTo>
                  <a:lnTo>
                    <a:pt x="5369944" y="726530"/>
                  </a:lnTo>
                  <a:lnTo>
                    <a:pt x="5290434" y="727866"/>
                  </a:lnTo>
                  <a:lnTo>
                    <a:pt x="5204697" y="729063"/>
                  </a:lnTo>
                  <a:lnTo>
                    <a:pt x="5113583" y="730129"/>
                  </a:lnTo>
                  <a:lnTo>
                    <a:pt x="5018880" y="731068"/>
                  </a:lnTo>
                  <a:lnTo>
                    <a:pt x="4923435" y="731878"/>
                  </a:lnTo>
                  <a:lnTo>
                    <a:pt x="4831087" y="732557"/>
                  </a:lnTo>
                  <a:lnTo>
                    <a:pt x="4746298" y="733102"/>
                  </a:lnTo>
                  <a:lnTo>
                    <a:pt x="4673460" y="733515"/>
                  </a:lnTo>
                  <a:lnTo>
                    <a:pt x="4616002" y="733805"/>
                  </a:lnTo>
                  <a:lnTo>
                    <a:pt x="4575565" y="733988"/>
                  </a:lnTo>
                  <a:lnTo>
                    <a:pt x="4551499" y="734085"/>
                  </a:lnTo>
                  <a:lnTo>
                    <a:pt x="4540833" y="734124"/>
                  </a:lnTo>
                  <a:lnTo>
                    <a:pt x="4538557" y="734132"/>
                  </a:lnTo>
                  <a:lnTo>
                    <a:pt x="4538543" y="734132"/>
                  </a:lnTo>
                  <a:lnTo>
                    <a:pt x="4016409" y="734132"/>
                  </a:lnTo>
                  <a:lnTo>
                    <a:pt x="4015148" y="734109"/>
                  </a:lnTo>
                  <a:lnTo>
                    <a:pt x="4006904" y="733950"/>
                  </a:lnTo>
                  <a:lnTo>
                    <a:pt x="3986289" y="733508"/>
                  </a:lnTo>
                  <a:lnTo>
                    <a:pt x="3949858" y="732640"/>
                  </a:lnTo>
                  <a:lnTo>
                    <a:pt x="3896424" y="731218"/>
                  </a:lnTo>
                  <a:lnTo>
                    <a:pt x="3827112" y="729148"/>
                  </a:lnTo>
                  <a:lnTo>
                    <a:pt x="3744976" y="726374"/>
                  </a:lnTo>
                  <a:lnTo>
                    <a:pt x="3654234" y="722878"/>
                  </a:lnTo>
                  <a:lnTo>
                    <a:pt x="3559373" y="718669"/>
                  </a:lnTo>
                  <a:lnTo>
                    <a:pt x="3464404" y="713764"/>
                  </a:lnTo>
                  <a:lnTo>
                    <a:pt x="3372410" y="708172"/>
                  </a:lnTo>
                  <a:lnTo>
                    <a:pt x="3285422" y="701883"/>
                  </a:lnTo>
                  <a:lnTo>
                    <a:pt x="3204497" y="694858"/>
                  </a:lnTo>
                  <a:lnTo>
                    <a:pt x="3129921" y="687029"/>
                  </a:lnTo>
                  <a:lnTo>
                    <a:pt x="3061428" y="678297"/>
                  </a:lnTo>
                  <a:lnTo>
                    <a:pt x="2998393" y="668534"/>
                  </a:lnTo>
                  <a:lnTo>
                    <a:pt x="2939988" y="657594"/>
                  </a:lnTo>
                  <a:lnTo>
                    <a:pt x="2885288" y="645316"/>
                  </a:lnTo>
                  <a:lnTo>
                    <a:pt x="2833364" y="631551"/>
                  </a:lnTo>
                  <a:lnTo>
                    <a:pt x="2783362" y="616193"/>
                  </a:lnTo>
                  <a:lnTo>
                    <a:pt x="2770117" y="611776"/>
                  </a:lnTo>
                  <a:lnTo>
                    <a:pt x="2718666" y="593275"/>
                  </a:lnTo>
                  <a:lnTo>
                    <a:pt x="2667716" y="572913"/>
                  </a:lnTo>
                  <a:lnTo>
                    <a:pt x="2616751" y="550660"/>
                  </a:lnTo>
                  <a:lnTo>
                    <a:pt x="2565420" y="526552"/>
                  </a:lnTo>
                  <a:lnTo>
                    <a:pt x="2513508" y="500691"/>
                  </a:lnTo>
                  <a:lnTo>
                    <a:pt x="2460927" y="473254"/>
                  </a:lnTo>
                  <a:lnTo>
                    <a:pt x="2407696" y="444491"/>
                  </a:lnTo>
                  <a:lnTo>
                    <a:pt x="2353926" y="414718"/>
                  </a:lnTo>
                  <a:lnTo>
                    <a:pt x="2299796" y="384305"/>
                  </a:lnTo>
                  <a:lnTo>
                    <a:pt x="2245531" y="353656"/>
                  </a:lnTo>
                  <a:lnTo>
                    <a:pt x="2191372" y="323191"/>
                  </a:lnTo>
                  <a:lnTo>
                    <a:pt x="2137546" y="293316"/>
                  </a:lnTo>
                  <a:lnTo>
                    <a:pt x="2084240" y="264408"/>
                  </a:lnTo>
                  <a:lnTo>
                    <a:pt x="2031574" y="236790"/>
                  </a:lnTo>
                  <a:lnTo>
                    <a:pt x="1979582" y="210721"/>
                  </a:lnTo>
                  <a:lnTo>
                    <a:pt x="1928186" y="186386"/>
                  </a:lnTo>
                  <a:lnTo>
                    <a:pt x="1877192" y="163899"/>
                  </a:lnTo>
                  <a:lnTo>
                    <a:pt x="1826264" y="143300"/>
                  </a:lnTo>
                  <a:lnTo>
                    <a:pt x="1774910" y="124570"/>
                  </a:lnTo>
                  <a:lnTo>
                    <a:pt x="1768425" y="122355"/>
                  </a:lnTo>
                  <a:lnTo>
                    <a:pt x="1718812" y="106561"/>
                  </a:lnTo>
                  <a:lnTo>
                    <a:pt x="1667486" y="92373"/>
                  </a:lnTo>
                  <a:lnTo>
                    <a:pt x="1613624" y="79708"/>
                  </a:lnTo>
                  <a:lnTo>
                    <a:pt x="1556310" y="68423"/>
                  </a:lnTo>
                  <a:lnTo>
                    <a:pt x="1494610" y="58359"/>
                  </a:lnTo>
                  <a:lnTo>
                    <a:pt x="1427661" y="49362"/>
                  </a:lnTo>
                  <a:lnTo>
                    <a:pt x="1354769" y="41301"/>
                  </a:lnTo>
                  <a:lnTo>
                    <a:pt x="1275554" y="34067"/>
                  </a:lnTo>
                  <a:lnTo>
                    <a:pt x="1190131" y="27585"/>
                  </a:lnTo>
                  <a:lnTo>
                    <a:pt x="1099331" y="21807"/>
                  </a:lnTo>
                  <a:lnTo>
                    <a:pt x="1004903" y="16717"/>
                  </a:lnTo>
                  <a:lnTo>
                    <a:pt x="909652" y="12319"/>
                  </a:lnTo>
                  <a:lnTo>
                    <a:pt x="817367" y="8629"/>
                  </a:lnTo>
                  <a:lnTo>
                    <a:pt x="732469" y="5660"/>
                  </a:lnTo>
                  <a:lnTo>
                    <a:pt x="659335" y="3404"/>
                  </a:lnTo>
                  <a:lnTo>
                    <a:pt x="601419" y="1816"/>
                  </a:lnTo>
                  <a:lnTo>
                    <a:pt x="560424" y="810"/>
                  </a:lnTo>
                  <a:lnTo>
                    <a:pt x="535795" y="267"/>
                  </a:lnTo>
                  <a:lnTo>
                    <a:pt x="524672" y="46"/>
                  </a:lnTo>
                  <a:lnTo>
                    <a:pt x="522159" y="0"/>
                  </a:lnTo>
                  <a:lnTo>
                    <a:pt x="522133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80" name="pg80"/>
            <p:cNvSpPr/>
            <p:nvPr/>
          </p:nvSpPr>
          <p:spPr>
            <a:xfrm>
              <a:off x="386606" y="1106484"/>
              <a:ext cx="8554953" cy="1440028"/>
            </a:xfrm>
            <a:custGeom>
              <a:avLst/>
              <a:pathLst>
                <a:path w="8554953" h="1440028">
                  <a:moveTo>
                    <a:pt x="0" y="5647"/>
                  </a:moveTo>
                  <a:lnTo>
                    <a:pt x="522133" y="5647"/>
                  </a:lnTo>
                  <a:lnTo>
                    <a:pt x="523394" y="5669"/>
                  </a:lnTo>
                  <a:lnTo>
                    <a:pt x="531637" y="5830"/>
                  </a:lnTo>
                  <a:lnTo>
                    <a:pt x="552250" y="6276"/>
                  </a:lnTo>
                  <a:lnTo>
                    <a:pt x="588677" y="7150"/>
                  </a:lnTo>
                  <a:lnTo>
                    <a:pt x="642107" y="8582"/>
                  </a:lnTo>
                  <a:lnTo>
                    <a:pt x="711414" y="10668"/>
                  </a:lnTo>
                  <a:lnTo>
                    <a:pt x="793544" y="13464"/>
                  </a:lnTo>
                  <a:lnTo>
                    <a:pt x="884281" y="16986"/>
                  </a:lnTo>
                  <a:lnTo>
                    <a:pt x="979137" y="21227"/>
                  </a:lnTo>
                  <a:lnTo>
                    <a:pt x="1074104" y="26169"/>
                  </a:lnTo>
                  <a:lnTo>
                    <a:pt x="1166095" y="31804"/>
                  </a:lnTo>
                  <a:lnTo>
                    <a:pt x="1253083" y="38141"/>
                  </a:lnTo>
                  <a:lnTo>
                    <a:pt x="1334008" y="45219"/>
                  </a:lnTo>
                  <a:lnTo>
                    <a:pt x="1408585" y="53108"/>
                  </a:lnTo>
                  <a:lnTo>
                    <a:pt x="1477078" y="61906"/>
                  </a:lnTo>
                  <a:lnTo>
                    <a:pt x="1540113" y="71742"/>
                  </a:lnTo>
                  <a:lnTo>
                    <a:pt x="1598519" y="82766"/>
                  </a:lnTo>
                  <a:lnTo>
                    <a:pt x="1653219" y="95137"/>
                  </a:lnTo>
                  <a:lnTo>
                    <a:pt x="1705142" y="109006"/>
                  </a:lnTo>
                  <a:lnTo>
                    <a:pt x="1755144" y="124481"/>
                  </a:lnTo>
                  <a:lnTo>
                    <a:pt x="1768425" y="128943"/>
                  </a:lnTo>
                  <a:lnTo>
                    <a:pt x="1819838" y="147572"/>
                  </a:lnTo>
                  <a:lnTo>
                    <a:pt x="1870751" y="168074"/>
                  </a:lnTo>
                  <a:lnTo>
                    <a:pt x="1921677" y="190477"/>
                  </a:lnTo>
                  <a:lnTo>
                    <a:pt x="1972969" y="214748"/>
                  </a:lnTo>
                  <a:lnTo>
                    <a:pt x="2024840" y="240783"/>
                  </a:lnTo>
                  <a:lnTo>
                    <a:pt x="2077379" y="268405"/>
                  </a:lnTo>
                  <a:lnTo>
                    <a:pt x="2130568" y="297362"/>
                  </a:lnTo>
                  <a:lnTo>
                    <a:pt x="2184295" y="327337"/>
                  </a:lnTo>
                  <a:lnTo>
                    <a:pt x="2238383" y="357959"/>
                  </a:lnTo>
                  <a:lnTo>
                    <a:pt x="2292608" y="388820"/>
                  </a:lnTo>
                  <a:lnTo>
                    <a:pt x="2346729" y="419500"/>
                  </a:lnTo>
                  <a:lnTo>
                    <a:pt x="2400519" y="449588"/>
                  </a:lnTo>
                  <a:lnTo>
                    <a:pt x="2453791" y="478708"/>
                  </a:lnTo>
                  <a:lnTo>
                    <a:pt x="2506424" y="506532"/>
                  </a:lnTo>
                  <a:lnTo>
                    <a:pt x="2558385" y="532800"/>
                  </a:lnTo>
                  <a:lnTo>
                    <a:pt x="2609748" y="557325"/>
                  </a:lnTo>
                  <a:lnTo>
                    <a:pt x="2660708" y="579992"/>
                  </a:lnTo>
                  <a:lnTo>
                    <a:pt x="2711596" y="600758"/>
                  </a:lnTo>
                  <a:lnTo>
                    <a:pt x="2762901" y="619644"/>
                  </a:lnTo>
                  <a:lnTo>
                    <a:pt x="2770117" y="622130"/>
                  </a:lnTo>
                  <a:lnTo>
                    <a:pt x="2819728" y="638045"/>
                  </a:lnTo>
                  <a:lnTo>
                    <a:pt x="2871053" y="652341"/>
                  </a:lnTo>
                  <a:lnTo>
                    <a:pt x="2924912" y="665103"/>
                  </a:lnTo>
                  <a:lnTo>
                    <a:pt x="2982224" y="676475"/>
                  </a:lnTo>
                  <a:lnTo>
                    <a:pt x="3043920" y="686616"/>
                  </a:lnTo>
                  <a:lnTo>
                    <a:pt x="3110866" y="695682"/>
                  </a:lnTo>
                  <a:lnTo>
                    <a:pt x="3183754" y="703805"/>
                  </a:lnTo>
                  <a:lnTo>
                    <a:pt x="3262964" y="711094"/>
                  </a:lnTo>
                  <a:lnTo>
                    <a:pt x="3348381" y="717627"/>
                  </a:lnTo>
                  <a:lnTo>
                    <a:pt x="3439177" y="723449"/>
                  </a:lnTo>
                  <a:lnTo>
                    <a:pt x="3533600" y="728578"/>
                  </a:lnTo>
                  <a:lnTo>
                    <a:pt x="3628848" y="733010"/>
                  </a:lnTo>
                  <a:lnTo>
                    <a:pt x="3721132" y="736729"/>
                  </a:lnTo>
                  <a:lnTo>
                    <a:pt x="3806032" y="739720"/>
                  </a:lnTo>
                  <a:lnTo>
                    <a:pt x="3879171" y="741994"/>
                  </a:lnTo>
                  <a:lnTo>
                    <a:pt x="3937094" y="743595"/>
                  </a:lnTo>
                  <a:lnTo>
                    <a:pt x="3978098" y="744609"/>
                  </a:lnTo>
                  <a:lnTo>
                    <a:pt x="4002735" y="745156"/>
                  </a:lnTo>
                  <a:lnTo>
                    <a:pt x="4013866" y="745380"/>
                  </a:lnTo>
                  <a:lnTo>
                    <a:pt x="4016409" y="745426"/>
                  </a:lnTo>
                  <a:lnTo>
                    <a:pt x="4538543" y="745426"/>
                  </a:lnTo>
                  <a:lnTo>
                    <a:pt x="4539805" y="745447"/>
                  </a:lnTo>
                  <a:lnTo>
                    <a:pt x="4548055" y="745599"/>
                  </a:lnTo>
                  <a:lnTo>
                    <a:pt x="4568684" y="746017"/>
                  </a:lnTo>
                  <a:lnTo>
                    <a:pt x="4605139" y="746839"/>
                  </a:lnTo>
                  <a:lnTo>
                    <a:pt x="4658605" y="748185"/>
                  </a:lnTo>
                  <a:lnTo>
                    <a:pt x="4727955" y="750145"/>
                  </a:lnTo>
                  <a:lnTo>
                    <a:pt x="4810129" y="752772"/>
                  </a:lnTo>
                  <a:lnTo>
                    <a:pt x="4900906" y="756081"/>
                  </a:lnTo>
                  <a:lnTo>
                    <a:pt x="4995794" y="760066"/>
                  </a:lnTo>
                  <a:lnTo>
                    <a:pt x="5090783" y="764710"/>
                  </a:lnTo>
                  <a:lnTo>
                    <a:pt x="5182789" y="770003"/>
                  </a:lnTo>
                  <a:lnTo>
                    <a:pt x="5269783" y="775957"/>
                  </a:lnTo>
                  <a:lnTo>
                    <a:pt x="5350708" y="782608"/>
                  </a:lnTo>
                  <a:lnTo>
                    <a:pt x="5425282" y="790020"/>
                  </a:lnTo>
                  <a:lnTo>
                    <a:pt x="5493771" y="798287"/>
                  </a:lnTo>
                  <a:lnTo>
                    <a:pt x="5556801" y="807530"/>
                  </a:lnTo>
                  <a:lnTo>
                    <a:pt x="5615204" y="817889"/>
                  </a:lnTo>
                  <a:lnTo>
                    <a:pt x="5669904" y="829515"/>
                  </a:lnTo>
                  <a:lnTo>
                    <a:pt x="5721829" y="842549"/>
                  </a:lnTo>
                  <a:lnTo>
                    <a:pt x="5771837" y="857091"/>
                  </a:lnTo>
                  <a:lnTo>
                    <a:pt x="5784835" y="861193"/>
                  </a:lnTo>
                  <a:lnTo>
                    <a:pt x="5836547" y="878792"/>
                  </a:lnTo>
                  <a:lnTo>
                    <a:pt x="5887757" y="898170"/>
                  </a:lnTo>
                  <a:lnTo>
                    <a:pt x="5938985" y="919355"/>
                  </a:lnTo>
                  <a:lnTo>
                    <a:pt x="5990588" y="942313"/>
                  </a:lnTo>
                  <a:lnTo>
                    <a:pt x="6042780" y="966943"/>
                  </a:lnTo>
                  <a:lnTo>
                    <a:pt x="6095649" y="993074"/>
                  </a:lnTo>
                  <a:lnTo>
                    <a:pt x="6149172" y="1020465"/>
                  </a:lnTo>
                  <a:lnTo>
                    <a:pt x="6203235" y="1048808"/>
                  </a:lnTo>
                  <a:lnTo>
                    <a:pt x="6257652" y="1077749"/>
                  </a:lnTo>
                  <a:lnTo>
                    <a:pt x="6312195" y="1106896"/>
                  </a:lnTo>
                  <a:lnTo>
                    <a:pt x="6366619" y="1135848"/>
                  </a:lnTo>
                  <a:lnTo>
                    <a:pt x="6420694" y="1164213"/>
                  </a:lnTo>
                  <a:lnTo>
                    <a:pt x="6474234" y="1191635"/>
                  </a:lnTo>
                  <a:lnTo>
                    <a:pt x="6527122" y="1217805"/>
                  </a:lnTo>
                  <a:lnTo>
                    <a:pt x="6579332" y="1242479"/>
                  </a:lnTo>
                  <a:lnTo>
                    <a:pt x="6630949" y="1265485"/>
                  </a:lnTo>
                  <a:lnTo>
                    <a:pt x="6682184" y="1286719"/>
                  </a:lnTo>
                  <a:lnTo>
                    <a:pt x="6733388" y="1306148"/>
                  </a:lnTo>
                  <a:lnTo>
                    <a:pt x="6785078" y="1323796"/>
                  </a:lnTo>
                  <a:lnTo>
                    <a:pt x="6786527" y="1324261"/>
                  </a:lnTo>
                  <a:lnTo>
                    <a:pt x="6836153" y="1339209"/>
                  </a:lnTo>
                  <a:lnTo>
                    <a:pt x="6887493" y="1352635"/>
                  </a:lnTo>
                  <a:lnTo>
                    <a:pt x="6941370" y="1364620"/>
                  </a:lnTo>
                  <a:lnTo>
                    <a:pt x="6998702" y="1375299"/>
                  </a:lnTo>
                  <a:lnTo>
                    <a:pt x="7060422" y="1384823"/>
                  </a:lnTo>
                  <a:lnTo>
                    <a:pt x="7127396" y="1393335"/>
                  </a:lnTo>
                  <a:lnTo>
                    <a:pt x="7200316" y="1400963"/>
                  </a:lnTo>
                  <a:lnTo>
                    <a:pt x="7279563" y="1407808"/>
                  </a:lnTo>
                  <a:lnTo>
                    <a:pt x="7365020" y="1413941"/>
                  </a:lnTo>
                  <a:lnTo>
                    <a:pt x="7455854" y="1419408"/>
                  </a:lnTo>
                  <a:lnTo>
                    <a:pt x="7550311" y="1424223"/>
                  </a:lnTo>
                  <a:lnTo>
                    <a:pt x="7645583" y="1428384"/>
                  </a:lnTo>
                  <a:lnTo>
                    <a:pt x="7737876" y="1431874"/>
                  </a:lnTo>
                  <a:lnTo>
                    <a:pt x="7822762" y="1434681"/>
                  </a:lnTo>
                  <a:lnTo>
                    <a:pt x="7895865" y="1436814"/>
                  </a:lnTo>
                  <a:lnTo>
                    <a:pt x="7953731" y="1438315"/>
                  </a:lnTo>
                  <a:lnTo>
                    <a:pt x="7994667" y="1439264"/>
                  </a:lnTo>
                  <a:lnTo>
                    <a:pt x="8019234" y="1439777"/>
                  </a:lnTo>
                  <a:lnTo>
                    <a:pt x="8030308" y="1439985"/>
                  </a:lnTo>
                  <a:lnTo>
                    <a:pt x="8032819" y="1440028"/>
                  </a:lnTo>
                  <a:lnTo>
                    <a:pt x="8554953" y="1440028"/>
                  </a:lnTo>
                  <a:lnTo>
                    <a:pt x="8554953" y="1434381"/>
                  </a:lnTo>
                  <a:lnTo>
                    <a:pt x="8032819" y="1434381"/>
                  </a:lnTo>
                  <a:lnTo>
                    <a:pt x="8031557" y="1434360"/>
                  </a:lnTo>
                  <a:lnTo>
                    <a:pt x="8023307" y="1434208"/>
                  </a:lnTo>
                  <a:lnTo>
                    <a:pt x="8002678" y="1433790"/>
                  </a:lnTo>
                  <a:lnTo>
                    <a:pt x="7966223" y="1432968"/>
                  </a:lnTo>
                  <a:lnTo>
                    <a:pt x="7912757" y="1431622"/>
                  </a:lnTo>
                  <a:lnTo>
                    <a:pt x="7843407" y="1429662"/>
                  </a:lnTo>
                  <a:lnTo>
                    <a:pt x="7761233" y="1427035"/>
                  </a:lnTo>
                  <a:lnTo>
                    <a:pt x="7670456" y="1423726"/>
                  </a:lnTo>
                  <a:lnTo>
                    <a:pt x="7575568" y="1419741"/>
                  </a:lnTo>
                  <a:lnTo>
                    <a:pt x="7480579" y="1415097"/>
                  </a:lnTo>
                  <a:lnTo>
                    <a:pt x="7388573" y="1409804"/>
                  </a:lnTo>
                  <a:lnTo>
                    <a:pt x="7301579" y="1403850"/>
                  </a:lnTo>
                  <a:lnTo>
                    <a:pt x="7220653" y="1397199"/>
                  </a:lnTo>
                  <a:lnTo>
                    <a:pt x="7146080" y="1389787"/>
                  </a:lnTo>
                  <a:lnTo>
                    <a:pt x="7077591" y="1381520"/>
                  </a:lnTo>
                  <a:lnTo>
                    <a:pt x="7014561" y="1372277"/>
                  </a:lnTo>
                  <a:lnTo>
                    <a:pt x="6956158" y="1361918"/>
                  </a:lnTo>
                  <a:lnTo>
                    <a:pt x="6901458" y="1350292"/>
                  </a:lnTo>
                  <a:lnTo>
                    <a:pt x="6849533" y="1337258"/>
                  </a:lnTo>
                  <a:lnTo>
                    <a:pt x="6799525" y="1322716"/>
                  </a:lnTo>
                  <a:lnTo>
                    <a:pt x="6786527" y="1318614"/>
                  </a:lnTo>
                  <a:lnTo>
                    <a:pt x="6734815" y="1301015"/>
                  </a:lnTo>
                  <a:lnTo>
                    <a:pt x="6683605" y="1281637"/>
                  </a:lnTo>
                  <a:lnTo>
                    <a:pt x="6632377" y="1260452"/>
                  </a:lnTo>
                  <a:lnTo>
                    <a:pt x="6580774" y="1237494"/>
                  </a:lnTo>
                  <a:lnTo>
                    <a:pt x="6528582" y="1212864"/>
                  </a:lnTo>
                  <a:lnTo>
                    <a:pt x="6475713" y="1186733"/>
                  </a:lnTo>
                  <a:lnTo>
                    <a:pt x="6422190" y="1159343"/>
                  </a:lnTo>
                  <a:lnTo>
                    <a:pt x="6368127" y="1130999"/>
                  </a:lnTo>
                  <a:lnTo>
                    <a:pt x="6313710" y="1102058"/>
                  </a:lnTo>
                  <a:lnTo>
                    <a:pt x="6259167" y="1072911"/>
                  </a:lnTo>
                  <a:lnTo>
                    <a:pt x="6204743" y="1043959"/>
                  </a:lnTo>
                  <a:lnTo>
                    <a:pt x="6150668" y="1015594"/>
                  </a:lnTo>
                  <a:lnTo>
                    <a:pt x="6097128" y="988172"/>
                  </a:lnTo>
                  <a:lnTo>
                    <a:pt x="6044240" y="962003"/>
                  </a:lnTo>
                  <a:lnTo>
                    <a:pt x="5992030" y="937328"/>
                  </a:lnTo>
                  <a:lnTo>
                    <a:pt x="5940412" y="914322"/>
                  </a:lnTo>
                  <a:lnTo>
                    <a:pt x="5889178" y="893088"/>
                  </a:lnTo>
                  <a:lnTo>
                    <a:pt x="5837974" y="873659"/>
                  </a:lnTo>
                  <a:lnTo>
                    <a:pt x="5786284" y="856012"/>
                  </a:lnTo>
                  <a:lnTo>
                    <a:pt x="5784835" y="855546"/>
                  </a:lnTo>
                  <a:lnTo>
                    <a:pt x="5735209" y="840598"/>
                  </a:lnTo>
                  <a:lnTo>
                    <a:pt x="5683869" y="827172"/>
                  </a:lnTo>
                  <a:lnTo>
                    <a:pt x="5629992" y="815187"/>
                  </a:lnTo>
                  <a:lnTo>
                    <a:pt x="5572660" y="804508"/>
                  </a:lnTo>
                  <a:lnTo>
                    <a:pt x="5510940" y="794984"/>
                  </a:lnTo>
                  <a:lnTo>
                    <a:pt x="5443966" y="786472"/>
                  </a:lnTo>
                  <a:lnTo>
                    <a:pt x="5371046" y="778844"/>
                  </a:lnTo>
                  <a:lnTo>
                    <a:pt x="5291799" y="771999"/>
                  </a:lnTo>
                  <a:lnTo>
                    <a:pt x="5206342" y="765866"/>
                  </a:lnTo>
                  <a:lnTo>
                    <a:pt x="5115508" y="760399"/>
                  </a:lnTo>
                  <a:lnTo>
                    <a:pt x="5021051" y="755584"/>
                  </a:lnTo>
                  <a:lnTo>
                    <a:pt x="4925778" y="751423"/>
                  </a:lnTo>
                  <a:lnTo>
                    <a:pt x="4833486" y="747934"/>
                  </a:lnTo>
                  <a:lnTo>
                    <a:pt x="4748600" y="745126"/>
                  </a:lnTo>
                  <a:lnTo>
                    <a:pt x="4675497" y="742993"/>
                  </a:lnTo>
                  <a:lnTo>
                    <a:pt x="4617631" y="741492"/>
                  </a:lnTo>
                  <a:lnTo>
                    <a:pt x="4576695" y="740543"/>
                  </a:lnTo>
                  <a:lnTo>
                    <a:pt x="4552128" y="740030"/>
                  </a:lnTo>
                  <a:lnTo>
                    <a:pt x="4541054" y="739822"/>
                  </a:lnTo>
                  <a:lnTo>
                    <a:pt x="4538543" y="739779"/>
                  </a:lnTo>
                  <a:lnTo>
                    <a:pt x="4016409" y="739779"/>
                  </a:lnTo>
                  <a:lnTo>
                    <a:pt x="4015148" y="739756"/>
                  </a:lnTo>
                  <a:lnTo>
                    <a:pt x="4006905" y="739595"/>
                  </a:lnTo>
                  <a:lnTo>
                    <a:pt x="3986292" y="739150"/>
                  </a:lnTo>
                  <a:lnTo>
                    <a:pt x="3949865" y="738276"/>
                  </a:lnTo>
                  <a:lnTo>
                    <a:pt x="3896435" y="736843"/>
                  </a:lnTo>
                  <a:lnTo>
                    <a:pt x="3827129" y="734757"/>
                  </a:lnTo>
                  <a:lnTo>
                    <a:pt x="3744998" y="731962"/>
                  </a:lnTo>
                  <a:lnTo>
                    <a:pt x="3654261" y="728439"/>
                  </a:lnTo>
                  <a:lnTo>
                    <a:pt x="3559405" y="724198"/>
                  </a:lnTo>
                  <a:lnTo>
                    <a:pt x="3464438" y="719256"/>
                  </a:lnTo>
                  <a:lnTo>
                    <a:pt x="3372447" y="713622"/>
                  </a:lnTo>
                  <a:lnTo>
                    <a:pt x="3285459" y="707285"/>
                  </a:lnTo>
                  <a:lnTo>
                    <a:pt x="3204534" y="700207"/>
                  </a:lnTo>
                  <a:lnTo>
                    <a:pt x="3129957" y="692318"/>
                  </a:lnTo>
                  <a:lnTo>
                    <a:pt x="3061464" y="683519"/>
                  </a:lnTo>
                  <a:lnTo>
                    <a:pt x="2998429" y="673683"/>
                  </a:lnTo>
                  <a:lnTo>
                    <a:pt x="2940023" y="662660"/>
                  </a:lnTo>
                  <a:lnTo>
                    <a:pt x="2885323" y="650289"/>
                  </a:lnTo>
                  <a:lnTo>
                    <a:pt x="2833400" y="636419"/>
                  </a:lnTo>
                  <a:lnTo>
                    <a:pt x="2783398" y="620945"/>
                  </a:lnTo>
                  <a:lnTo>
                    <a:pt x="2770117" y="616482"/>
                  </a:lnTo>
                  <a:lnTo>
                    <a:pt x="2718704" y="597853"/>
                  </a:lnTo>
                  <a:lnTo>
                    <a:pt x="2667791" y="577352"/>
                  </a:lnTo>
                  <a:lnTo>
                    <a:pt x="2616865" y="554948"/>
                  </a:lnTo>
                  <a:lnTo>
                    <a:pt x="2565573" y="530677"/>
                  </a:lnTo>
                  <a:lnTo>
                    <a:pt x="2513702" y="504642"/>
                  </a:lnTo>
                  <a:lnTo>
                    <a:pt x="2461163" y="477021"/>
                  </a:lnTo>
                  <a:lnTo>
                    <a:pt x="2407975" y="448064"/>
                  </a:lnTo>
                  <a:lnTo>
                    <a:pt x="2354247" y="418089"/>
                  </a:lnTo>
                  <a:lnTo>
                    <a:pt x="2300159" y="387467"/>
                  </a:lnTo>
                  <a:lnTo>
                    <a:pt x="2245934" y="356606"/>
                  </a:lnTo>
                  <a:lnTo>
                    <a:pt x="2191813" y="325926"/>
                  </a:lnTo>
                  <a:lnTo>
                    <a:pt x="2138023" y="295837"/>
                  </a:lnTo>
                  <a:lnTo>
                    <a:pt x="2084751" y="266718"/>
                  </a:lnTo>
                  <a:lnTo>
                    <a:pt x="2032119" y="238894"/>
                  </a:lnTo>
                  <a:lnTo>
                    <a:pt x="1980157" y="212625"/>
                  </a:lnTo>
                  <a:lnTo>
                    <a:pt x="1928794" y="188101"/>
                  </a:lnTo>
                  <a:lnTo>
                    <a:pt x="1877835" y="165434"/>
                  </a:lnTo>
                  <a:lnTo>
                    <a:pt x="1826947" y="144667"/>
                  </a:lnTo>
                  <a:lnTo>
                    <a:pt x="1775641" y="125781"/>
                  </a:lnTo>
                  <a:lnTo>
                    <a:pt x="1768425" y="123296"/>
                  </a:lnTo>
                  <a:lnTo>
                    <a:pt x="1718814" y="107381"/>
                  </a:lnTo>
                  <a:lnTo>
                    <a:pt x="1667489" y="93085"/>
                  </a:lnTo>
                  <a:lnTo>
                    <a:pt x="1613630" y="80323"/>
                  </a:lnTo>
                  <a:lnTo>
                    <a:pt x="1556318" y="68951"/>
                  </a:lnTo>
                  <a:lnTo>
                    <a:pt x="1494622" y="58809"/>
                  </a:lnTo>
                  <a:lnTo>
                    <a:pt x="1427676" y="49744"/>
                  </a:lnTo>
                  <a:lnTo>
                    <a:pt x="1354789" y="41620"/>
                  </a:lnTo>
                  <a:lnTo>
                    <a:pt x="1275578" y="34331"/>
                  </a:lnTo>
                  <a:lnTo>
                    <a:pt x="1190161" y="27799"/>
                  </a:lnTo>
                  <a:lnTo>
                    <a:pt x="1099365" y="21977"/>
                  </a:lnTo>
                  <a:lnTo>
                    <a:pt x="1004942" y="16847"/>
                  </a:lnTo>
                  <a:lnTo>
                    <a:pt x="909694" y="12415"/>
                  </a:lnTo>
                  <a:lnTo>
                    <a:pt x="817410" y="8697"/>
                  </a:lnTo>
                  <a:lnTo>
                    <a:pt x="732510" y="5705"/>
                  </a:lnTo>
                  <a:lnTo>
                    <a:pt x="659372" y="3431"/>
                  </a:lnTo>
                  <a:lnTo>
                    <a:pt x="601448" y="1830"/>
                  </a:lnTo>
                  <a:lnTo>
                    <a:pt x="560444" y="817"/>
                  </a:lnTo>
                  <a:lnTo>
                    <a:pt x="535807" y="269"/>
                  </a:lnTo>
                  <a:lnTo>
                    <a:pt x="524676" y="46"/>
                  </a:lnTo>
                  <a:lnTo>
                    <a:pt x="5221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81" name="pl81"/>
            <p:cNvSpPr/>
            <p:nvPr/>
          </p:nvSpPr>
          <p:spPr>
            <a:xfrm>
              <a:off x="386606" y="1112132"/>
              <a:ext cx="8554953" cy="1434381"/>
            </a:xfrm>
            <a:custGeom>
              <a:avLst/>
              <a:pathLst>
                <a:path w="8554953" h="1434381">
                  <a:moveTo>
                    <a:pt x="0" y="0"/>
                  </a:moveTo>
                  <a:lnTo>
                    <a:pt x="522133" y="0"/>
                  </a:lnTo>
                  <a:lnTo>
                    <a:pt x="523394" y="22"/>
                  </a:lnTo>
                  <a:lnTo>
                    <a:pt x="531637" y="183"/>
                  </a:lnTo>
                  <a:lnTo>
                    <a:pt x="552250" y="628"/>
                  </a:lnTo>
                  <a:lnTo>
                    <a:pt x="588677" y="1503"/>
                  </a:lnTo>
                  <a:lnTo>
                    <a:pt x="642107" y="2935"/>
                  </a:lnTo>
                  <a:lnTo>
                    <a:pt x="711414" y="5021"/>
                  </a:lnTo>
                  <a:lnTo>
                    <a:pt x="793544" y="7817"/>
                  </a:lnTo>
                  <a:lnTo>
                    <a:pt x="884281" y="11339"/>
                  </a:lnTo>
                  <a:lnTo>
                    <a:pt x="979137" y="15580"/>
                  </a:lnTo>
                  <a:lnTo>
                    <a:pt x="1074104" y="20522"/>
                  </a:lnTo>
                  <a:lnTo>
                    <a:pt x="1166095" y="26156"/>
                  </a:lnTo>
                  <a:lnTo>
                    <a:pt x="1253083" y="32493"/>
                  </a:lnTo>
                  <a:lnTo>
                    <a:pt x="1334008" y="39572"/>
                  </a:lnTo>
                  <a:lnTo>
                    <a:pt x="1408585" y="47460"/>
                  </a:lnTo>
                  <a:lnTo>
                    <a:pt x="1477078" y="56259"/>
                  </a:lnTo>
                  <a:lnTo>
                    <a:pt x="1540113" y="66095"/>
                  </a:lnTo>
                  <a:lnTo>
                    <a:pt x="1598519" y="77119"/>
                  </a:lnTo>
                  <a:lnTo>
                    <a:pt x="1653219" y="89490"/>
                  </a:lnTo>
                  <a:lnTo>
                    <a:pt x="1705142" y="103359"/>
                  </a:lnTo>
                  <a:lnTo>
                    <a:pt x="1755144" y="118834"/>
                  </a:lnTo>
                  <a:lnTo>
                    <a:pt x="1768425" y="123296"/>
                  </a:lnTo>
                  <a:lnTo>
                    <a:pt x="1819838" y="141925"/>
                  </a:lnTo>
                  <a:lnTo>
                    <a:pt x="1870751" y="162427"/>
                  </a:lnTo>
                  <a:lnTo>
                    <a:pt x="1921677" y="184830"/>
                  </a:lnTo>
                  <a:lnTo>
                    <a:pt x="1972969" y="209101"/>
                  </a:lnTo>
                  <a:lnTo>
                    <a:pt x="2024840" y="235136"/>
                  </a:lnTo>
                  <a:lnTo>
                    <a:pt x="2077379" y="262757"/>
                  </a:lnTo>
                  <a:lnTo>
                    <a:pt x="2130568" y="291715"/>
                  </a:lnTo>
                  <a:lnTo>
                    <a:pt x="2184295" y="321690"/>
                  </a:lnTo>
                  <a:lnTo>
                    <a:pt x="2238383" y="352311"/>
                  </a:lnTo>
                  <a:lnTo>
                    <a:pt x="2292608" y="383173"/>
                  </a:lnTo>
                  <a:lnTo>
                    <a:pt x="2346729" y="413853"/>
                  </a:lnTo>
                  <a:lnTo>
                    <a:pt x="2400519" y="443941"/>
                  </a:lnTo>
                  <a:lnTo>
                    <a:pt x="2453791" y="473061"/>
                  </a:lnTo>
                  <a:lnTo>
                    <a:pt x="2506424" y="500885"/>
                  </a:lnTo>
                  <a:lnTo>
                    <a:pt x="2558385" y="527153"/>
                  </a:lnTo>
                  <a:lnTo>
                    <a:pt x="2609748" y="551678"/>
                  </a:lnTo>
                  <a:lnTo>
                    <a:pt x="2660708" y="574345"/>
                  </a:lnTo>
                  <a:lnTo>
                    <a:pt x="2711596" y="595111"/>
                  </a:lnTo>
                  <a:lnTo>
                    <a:pt x="2762901" y="613997"/>
                  </a:lnTo>
                  <a:lnTo>
                    <a:pt x="2770117" y="616482"/>
                  </a:lnTo>
                  <a:lnTo>
                    <a:pt x="2819728" y="632398"/>
                  </a:lnTo>
                  <a:lnTo>
                    <a:pt x="2871053" y="646693"/>
                  </a:lnTo>
                  <a:lnTo>
                    <a:pt x="2924912" y="659456"/>
                  </a:lnTo>
                  <a:lnTo>
                    <a:pt x="2982224" y="670827"/>
                  </a:lnTo>
                  <a:lnTo>
                    <a:pt x="3043920" y="680969"/>
                  </a:lnTo>
                  <a:lnTo>
                    <a:pt x="3110866" y="690035"/>
                  </a:lnTo>
                  <a:lnTo>
                    <a:pt x="3183754" y="698158"/>
                  </a:lnTo>
                  <a:lnTo>
                    <a:pt x="3262964" y="705447"/>
                  </a:lnTo>
                  <a:lnTo>
                    <a:pt x="3348381" y="711980"/>
                  </a:lnTo>
                  <a:lnTo>
                    <a:pt x="3439177" y="717802"/>
                  </a:lnTo>
                  <a:lnTo>
                    <a:pt x="3533600" y="722931"/>
                  </a:lnTo>
                  <a:lnTo>
                    <a:pt x="3628848" y="727363"/>
                  </a:lnTo>
                  <a:lnTo>
                    <a:pt x="3721132" y="731081"/>
                  </a:lnTo>
                  <a:lnTo>
                    <a:pt x="3806032" y="734073"/>
                  </a:lnTo>
                  <a:lnTo>
                    <a:pt x="3879171" y="736347"/>
                  </a:lnTo>
                  <a:lnTo>
                    <a:pt x="3937094" y="737948"/>
                  </a:lnTo>
                  <a:lnTo>
                    <a:pt x="3978098" y="738962"/>
                  </a:lnTo>
                  <a:lnTo>
                    <a:pt x="4002735" y="739509"/>
                  </a:lnTo>
                  <a:lnTo>
                    <a:pt x="4013866" y="739732"/>
                  </a:lnTo>
                  <a:lnTo>
                    <a:pt x="4016383" y="739778"/>
                  </a:lnTo>
                  <a:lnTo>
                    <a:pt x="4016409" y="739779"/>
                  </a:lnTo>
                  <a:lnTo>
                    <a:pt x="4538543" y="739779"/>
                  </a:lnTo>
                  <a:lnTo>
                    <a:pt x="4539805" y="739800"/>
                  </a:lnTo>
                  <a:lnTo>
                    <a:pt x="4548055" y="739951"/>
                  </a:lnTo>
                  <a:lnTo>
                    <a:pt x="4568684" y="740370"/>
                  </a:lnTo>
                  <a:lnTo>
                    <a:pt x="4605139" y="741192"/>
                  </a:lnTo>
                  <a:lnTo>
                    <a:pt x="4658605" y="742538"/>
                  </a:lnTo>
                  <a:lnTo>
                    <a:pt x="4727955" y="744498"/>
                  </a:lnTo>
                  <a:lnTo>
                    <a:pt x="4810129" y="747125"/>
                  </a:lnTo>
                  <a:lnTo>
                    <a:pt x="4900906" y="750434"/>
                  </a:lnTo>
                  <a:lnTo>
                    <a:pt x="4995794" y="754419"/>
                  </a:lnTo>
                  <a:lnTo>
                    <a:pt x="5090783" y="759063"/>
                  </a:lnTo>
                  <a:lnTo>
                    <a:pt x="5182789" y="764356"/>
                  </a:lnTo>
                  <a:lnTo>
                    <a:pt x="5269783" y="770310"/>
                  </a:lnTo>
                  <a:lnTo>
                    <a:pt x="5350708" y="776961"/>
                  </a:lnTo>
                  <a:lnTo>
                    <a:pt x="5425282" y="784373"/>
                  </a:lnTo>
                  <a:lnTo>
                    <a:pt x="5493771" y="792640"/>
                  </a:lnTo>
                  <a:lnTo>
                    <a:pt x="5556801" y="801883"/>
                  </a:lnTo>
                  <a:lnTo>
                    <a:pt x="5615204" y="812242"/>
                  </a:lnTo>
                  <a:lnTo>
                    <a:pt x="5669904" y="823868"/>
                  </a:lnTo>
                  <a:lnTo>
                    <a:pt x="5721829" y="836902"/>
                  </a:lnTo>
                  <a:lnTo>
                    <a:pt x="5771837" y="851444"/>
                  </a:lnTo>
                  <a:lnTo>
                    <a:pt x="5784835" y="855546"/>
                  </a:lnTo>
                  <a:lnTo>
                    <a:pt x="5836547" y="873145"/>
                  </a:lnTo>
                  <a:lnTo>
                    <a:pt x="5887757" y="892523"/>
                  </a:lnTo>
                  <a:lnTo>
                    <a:pt x="5938985" y="913708"/>
                  </a:lnTo>
                  <a:lnTo>
                    <a:pt x="5990588" y="936666"/>
                  </a:lnTo>
                  <a:lnTo>
                    <a:pt x="6042780" y="961296"/>
                  </a:lnTo>
                  <a:lnTo>
                    <a:pt x="6095649" y="987427"/>
                  </a:lnTo>
                  <a:lnTo>
                    <a:pt x="6149172" y="1014817"/>
                  </a:lnTo>
                  <a:lnTo>
                    <a:pt x="6203235" y="1043161"/>
                  </a:lnTo>
                  <a:lnTo>
                    <a:pt x="6257652" y="1072102"/>
                  </a:lnTo>
                  <a:lnTo>
                    <a:pt x="6312195" y="1101249"/>
                  </a:lnTo>
                  <a:lnTo>
                    <a:pt x="6366619" y="1130201"/>
                  </a:lnTo>
                  <a:lnTo>
                    <a:pt x="6420694" y="1158566"/>
                  </a:lnTo>
                  <a:lnTo>
                    <a:pt x="6474234" y="1185988"/>
                  </a:lnTo>
                  <a:lnTo>
                    <a:pt x="6527122" y="1212157"/>
                  </a:lnTo>
                  <a:lnTo>
                    <a:pt x="6579332" y="1236832"/>
                  </a:lnTo>
                  <a:lnTo>
                    <a:pt x="6630949" y="1259838"/>
                  </a:lnTo>
                  <a:lnTo>
                    <a:pt x="6682184" y="1281072"/>
                  </a:lnTo>
                  <a:lnTo>
                    <a:pt x="6733388" y="1300501"/>
                  </a:lnTo>
                  <a:lnTo>
                    <a:pt x="6785078" y="1318148"/>
                  </a:lnTo>
                  <a:lnTo>
                    <a:pt x="6786527" y="1318614"/>
                  </a:lnTo>
                  <a:lnTo>
                    <a:pt x="6836153" y="1333561"/>
                  </a:lnTo>
                  <a:lnTo>
                    <a:pt x="6887493" y="1346987"/>
                  </a:lnTo>
                  <a:lnTo>
                    <a:pt x="6941370" y="1358973"/>
                  </a:lnTo>
                  <a:lnTo>
                    <a:pt x="6998702" y="1369652"/>
                  </a:lnTo>
                  <a:lnTo>
                    <a:pt x="7060422" y="1379175"/>
                  </a:lnTo>
                  <a:lnTo>
                    <a:pt x="7127396" y="1387688"/>
                  </a:lnTo>
                  <a:lnTo>
                    <a:pt x="7200316" y="1395316"/>
                  </a:lnTo>
                  <a:lnTo>
                    <a:pt x="7279563" y="1402161"/>
                  </a:lnTo>
                  <a:lnTo>
                    <a:pt x="7365020" y="1408294"/>
                  </a:lnTo>
                  <a:lnTo>
                    <a:pt x="7455854" y="1413761"/>
                  </a:lnTo>
                  <a:lnTo>
                    <a:pt x="7550311" y="1418576"/>
                  </a:lnTo>
                  <a:lnTo>
                    <a:pt x="7645583" y="1422737"/>
                  </a:lnTo>
                  <a:lnTo>
                    <a:pt x="7737876" y="1426226"/>
                  </a:lnTo>
                  <a:lnTo>
                    <a:pt x="7822762" y="1429033"/>
                  </a:lnTo>
                  <a:lnTo>
                    <a:pt x="7895865" y="1431167"/>
                  </a:lnTo>
                  <a:lnTo>
                    <a:pt x="7953731" y="1432668"/>
                  </a:lnTo>
                  <a:lnTo>
                    <a:pt x="7994667" y="1433617"/>
                  </a:lnTo>
                  <a:lnTo>
                    <a:pt x="8019234" y="1434129"/>
                  </a:lnTo>
                  <a:lnTo>
                    <a:pt x="8030308" y="1434338"/>
                  </a:lnTo>
                  <a:lnTo>
                    <a:pt x="8032795" y="1434381"/>
                  </a:lnTo>
                  <a:lnTo>
                    <a:pt x="8032819" y="1434381"/>
                  </a:lnTo>
                  <a:lnTo>
                    <a:pt x="8554953" y="1434381"/>
                  </a:lnTo>
                  <a:lnTo>
                    <a:pt x="8554953" y="1434381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82" name="pl82"/>
            <p:cNvSpPr/>
            <p:nvPr/>
          </p:nvSpPr>
          <p:spPr>
            <a:xfrm>
              <a:off x="386606" y="1106484"/>
              <a:ext cx="8554953" cy="1434381"/>
            </a:xfrm>
            <a:custGeom>
              <a:avLst/>
              <a:pathLst>
                <a:path w="8554953" h="1434381">
                  <a:moveTo>
                    <a:pt x="8554953" y="1434381"/>
                  </a:moveTo>
                  <a:lnTo>
                    <a:pt x="8032819" y="1434381"/>
                  </a:lnTo>
                  <a:lnTo>
                    <a:pt x="8031557" y="1434360"/>
                  </a:lnTo>
                  <a:lnTo>
                    <a:pt x="8023307" y="1434208"/>
                  </a:lnTo>
                  <a:lnTo>
                    <a:pt x="8002678" y="1433790"/>
                  </a:lnTo>
                  <a:lnTo>
                    <a:pt x="7966223" y="1432968"/>
                  </a:lnTo>
                  <a:lnTo>
                    <a:pt x="7912757" y="1431622"/>
                  </a:lnTo>
                  <a:lnTo>
                    <a:pt x="7843407" y="1429662"/>
                  </a:lnTo>
                  <a:lnTo>
                    <a:pt x="7761233" y="1427035"/>
                  </a:lnTo>
                  <a:lnTo>
                    <a:pt x="7670456" y="1423726"/>
                  </a:lnTo>
                  <a:lnTo>
                    <a:pt x="7575568" y="1419741"/>
                  </a:lnTo>
                  <a:lnTo>
                    <a:pt x="7480579" y="1415097"/>
                  </a:lnTo>
                  <a:lnTo>
                    <a:pt x="7388573" y="1409804"/>
                  </a:lnTo>
                  <a:lnTo>
                    <a:pt x="7301579" y="1403850"/>
                  </a:lnTo>
                  <a:lnTo>
                    <a:pt x="7220653" y="1397199"/>
                  </a:lnTo>
                  <a:lnTo>
                    <a:pt x="7146080" y="1389787"/>
                  </a:lnTo>
                  <a:lnTo>
                    <a:pt x="7077591" y="1381520"/>
                  </a:lnTo>
                  <a:lnTo>
                    <a:pt x="7014561" y="1372277"/>
                  </a:lnTo>
                  <a:lnTo>
                    <a:pt x="6956158" y="1361918"/>
                  </a:lnTo>
                  <a:lnTo>
                    <a:pt x="6901458" y="1350292"/>
                  </a:lnTo>
                  <a:lnTo>
                    <a:pt x="6849533" y="1337258"/>
                  </a:lnTo>
                  <a:lnTo>
                    <a:pt x="6799525" y="1322716"/>
                  </a:lnTo>
                  <a:lnTo>
                    <a:pt x="6786527" y="1318614"/>
                  </a:lnTo>
                  <a:lnTo>
                    <a:pt x="6734815" y="1301015"/>
                  </a:lnTo>
                  <a:lnTo>
                    <a:pt x="6683605" y="1281637"/>
                  </a:lnTo>
                  <a:lnTo>
                    <a:pt x="6632377" y="1260452"/>
                  </a:lnTo>
                  <a:lnTo>
                    <a:pt x="6580774" y="1237494"/>
                  </a:lnTo>
                  <a:lnTo>
                    <a:pt x="6528582" y="1212864"/>
                  </a:lnTo>
                  <a:lnTo>
                    <a:pt x="6475713" y="1186733"/>
                  </a:lnTo>
                  <a:lnTo>
                    <a:pt x="6422190" y="1159343"/>
                  </a:lnTo>
                  <a:lnTo>
                    <a:pt x="6368127" y="1130999"/>
                  </a:lnTo>
                  <a:lnTo>
                    <a:pt x="6313710" y="1102058"/>
                  </a:lnTo>
                  <a:lnTo>
                    <a:pt x="6259167" y="1072911"/>
                  </a:lnTo>
                  <a:lnTo>
                    <a:pt x="6204743" y="1043959"/>
                  </a:lnTo>
                  <a:lnTo>
                    <a:pt x="6150668" y="1015594"/>
                  </a:lnTo>
                  <a:lnTo>
                    <a:pt x="6097128" y="988172"/>
                  </a:lnTo>
                  <a:lnTo>
                    <a:pt x="6044240" y="962003"/>
                  </a:lnTo>
                  <a:lnTo>
                    <a:pt x="5992030" y="937328"/>
                  </a:lnTo>
                  <a:lnTo>
                    <a:pt x="5940412" y="914322"/>
                  </a:lnTo>
                  <a:lnTo>
                    <a:pt x="5889178" y="893088"/>
                  </a:lnTo>
                  <a:lnTo>
                    <a:pt x="5837974" y="873659"/>
                  </a:lnTo>
                  <a:lnTo>
                    <a:pt x="5786284" y="856012"/>
                  </a:lnTo>
                  <a:lnTo>
                    <a:pt x="5784835" y="855546"/>
                  </a:lnTo>
                  <a:lnTo>
                    <a:pt x="5735209" y="840598"/>
                  </a:lnTo>
                  <a:lnTo>
                    <a:pt x="5683869" y="827172"/>
                  </a:lnTo>
                  <a:lnTo>
                    <a:pt x="5629992" y="815187"/>
                  </a:lnTo>
                  <a:lnTo>
                    <a:pt x="5572660" y="804508"/>
                  </a:lnTo>
                  <a:lnTo>
                    <a:pt x="5510940" y="794984"/>
                  </a:lnTo>
                  <a:lnTo>
                    <a:pt x="5443966" y="786472"/>
                  </a:lnTo>
                  <a:lnTo>
                    <a:pt x="5371046" y="778844"/>
                  </a:lnTo>
                  <a:lnTo>
                    <a:pt x="5291799" y="771999"/>
                  </a:lnTo>
                  <a:lnTo>
                    <a:pt x="5206342" y="765866"/>
                  </a:lnTo>
                  <a:lnTo>
                    <a:pt x="5115508" y="760399"/>
                  </a:lnTo>
                  <a:lnTo>
                    <a:pt x="5021051" y="755584"/>
                  </a:lnTo>
                  <a:lnTo>
                    <a:pt x="4925778" y="751423"/>
                  </a:lnTo>
                  <a:lnTo>
                    <a:pt x="4833486" y="747934"/>
                  </a:lnTo>
                  <a:lnTo>
                    <a:pt x="4748600" y="745126"/>
                  </a:lnTo>
                  <a:lnTo>
                    <a:pt x="4675497" y="742993"/>
                  </a:lnTo>
                  <a:lnTo>
                    <a:pt x="4617631" y="741492"/>
                  </a:lnTo>
                  <a:lnTo>
                    <a:pt x="4576695" y="740543"/>
                  </a:lnTo>
                  <a:lnTo>
                    <a:pt x="4552128" y="740030"/>
                  </a:lnTo>
                  <a:lnTo>
                    <a:pt x="4541054" y="739822"/>
                  </a:lnTo>
                  <a:lnTo>
                    <a:pt x="4538567" y="739779"/>
                  </a:lnTo>
                  <a:lnTo>
                    <a:pt x="4538543" y="739779"/>
                  </a:lnTo>
                  <a:lnTo>
                    <a:pt x="4016409" y="739779"/>
                  </a:lnTo>
                  <a:lnTo>
                    <a:pt x="4015148" y="739756"/>
                  </a:lnTo>
                  <a:lnTo>
                    <a:pt x="4006905" y="739595"/>
                  </a:lnTo>
                  <a:lnTo>
                    <a:pt x="3986292" y="739150"/>
                  </a:lnTo>
                  <a:lnTo>
                    <a:pt x="3949865" y="738276"/>
                  </a:lnTo>
                  <a:lnTo>
                    <a:pt x="3896435" y="736843"/>
                  </a:lnTo>
                  <a:lnTo>
                    <a:pt x="3827129" y="734757"/>
                  </a:lnTo>
                  <a:lnTo>
                    <a:pt x="3744998" y="731962"/>
                  </a:lnTo>
                  <a:lnTo>
                    <a:pt x="3654261" y="728439"/>
                  </a:lnTo>
                  <a:lnTo>
                    <a:pt x="3559405" y="724198"/>
                  </a:lnTo>
                  <a:lnTo>
                    <a:pt x="3464438" y="719256"/>
                  </a:lnTo>
                  <a:lnTo>
                    <a:pt x="3372447" y="713622"/>
                  </a:lnTo>
                  <a:lnTo>
                    <a:pt x="3285459" y="707285"/>
                  </a:lnTo>
                  <a:lnTo>
                    <a:pt x="3204534" y="700207"/>
                  </a:lnTo>
                  <a:lnTo>
                    <a:pt x="3129957" y="692318"/>
                  </a:lnTo>
                  <a:lnTo>
                    <a:pt x="3061464" y="683519"/>
                  </a:lnTo>
                  <a:lnTo>
                    <a:pt x="2998429" y="673683"/>
                  </a:lnTo>
                  <a:lnTo>
                    <a:pt x="2940023" y="662660"/>
                  </a:lnTo>
                  <a:lnTo>
                    <a:pt x="2885323" y="650289"/>
                  </a:lnTo>
                  <a:lnTo>
                    <a:pt x="2833400" y="636419"/>
                  </a:lnTo>
                  <a:lnTo>
                    <a:pt x="2783398" y="620945"/>
                  </a:lnTo>
                  <a:lnTo>
                    <a:pt x="2770117" y="616482"/>
                  </a:lnTo>
                  <a:lnTo>
                    <a:pt x="2718704" y="597853"/>
                  </a:lnTo>
                  <a:lnTo>
                    <a:pt x="2667791" y="577352"/>
                  </a:lnTo>
                  <a:lnTo>
                    <a:pt x="2616865" y="554948"/>
                  </a:lnTo>
                  <a:lnTo>
                    <a:pt x="2565573" y="530677"/>
                  </a:lnTo>
                  <a:lnTo>
                    <a:pt x="2513702" y="504642"/>
                  </a:lnTo>
                  <a:lnTo>
                    <a:pt x="2461163" y="477021"/>
                  </a:lnTo>
                  <a:lnTo>
                    <a:pt x="2407975" y="448064"/>
                  </a:lnTo>
                  <a:lnTo>
                    <a:pt x="2354247" y="418089"/>
                  </a:lnTo>
                  <a:lnTo>
                    <a:pt x="2300159" y="387467"/>
                  </a:lnTo>
                  <a:lnTo>
                    <a:pt x="2245934" y="356606"/>
                  </a:lnTo>
                  <a:lnTo>
                    <a:pt x="2191813" y="325926"/>
                  </a:lnTo>
                  <a:lnTo>
                    <a:pt x="2138023" y="295837"/>
                  </a:lnTo>
                  <a:lnTo>
                    <a:pt x="2084751" y="266718"/>
                  </a:lnTo>
                  <a:lnTo>
                    <a:pt x="2032119" y="238894"/>
                  </a:lnTo>
                  <a:lnTo>
                    <a:pt x="1980157" y="212625"/>
                  </a:lnTo>
                  <a:lnTo>
                    <a:pt x="1928794" y="188101"/>
                  </a:lnTo>
                  <a:lnTo>
                    <a:pt x="1877835" y="165434"/>
                  </a:lnTo>
                  <a:lnTo>
                    <a:pt x="1826947" y="144667"/>
                  </a:lnTo>
                  <a:lnTo>
                    <a:pt x="1775641" y="125781"/>
                  </a:lnTo>
                  <a:lnTo>
                    <a:pt x="1768425" y="123296"/>
                  </a:lnTo>
                  <a:lnTo>
                    <a:pt x="1718814" y="107381"/>
                  </a:lnTo>
                  <a:lnTo>
                    <a:pt x="1667489" y="93085"/>
                  </a:lnTo>
                  <a:lnTo>
                    <a:pt x="1613630" y="80323"/>
                  </a:lnTo>
                  <a:lnTo>
                    <a:pt x="1556318" y="68951"/>
                  </a:lnTo>
                  <a:lnTo>
                    <a:pt x="1494622" y="58809"/>
                  </a:lnTo>
                  <a:lnTo>
                    <a:pt x="1427676" y="49744"/>
                  </a:lnTo>
                  <a:lnTo>
                    <a:pt x="1354789" y="41620"/>
                  </a:lnTo>
                  <a:lnTo>
                    <a:pt x="1275578" y="34331"/>
                  </a:lnTo>
                  <a:lnTo>
                    <a:pt x="1190161" y="27799"/>
                  </a:lnTo>
                  <a:lnTo>
                    <a:pt x="1099365" y="21977"/>
                  </a:lnTo>
                  <a:lnTo>
                    <a:pt x="1004942" y="16847"/>
                  </a:lnTo>
                  <a:lnTo>
                    <a:pt x="909694" y="12415"/>
                  </a:lnTo>
                  <a:lnTo>
                    <a:pt x="817410" y="8697"/>
                  </a:lnTo>
                  <a:lnTo>
                    <a:pt x="732510" y="5705"/>
                  </a:lnTo>
                  <a:lnTo>
                    <a:pt x="659372" y="3431"/>
                  </a:lnTo>
                  <a:lnTo>
                    <a:pt x="601448" y="1830"/>
                  </a:lnTo>
                  <a:lnTo>
                    <a:pt x="560444" y="817"/>
                  </a:lnTo>
                  <a:lnTo>
                    <a:pt x="535807" y="269"/>
                  </a:lnTo>
                  <a:lnTo>
                    <a:pt x="524676" y="46"/>
                  </a:lnTo>
                  <a:lnTo>
                    <a:pt x="522159" y="0"/>
                  </a:lnTo>
                  <a:lnTo>
                    <a:pt x="522133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83" name="pg83"/>
            <p:cNvSpPr/>
            <p:nvPr/>
          </p:nvSpPr>
          <p:spPr>
            <a:xfrm>
              <a:off x="386606" y="1112132"/>
              <a:ext cx="8554953" cy="1671562"/>
            </a:xfrm>
            <a:custGeom>
              <a:avLst/>
              <a:pathLst>
                <a:path w="8554953" h="1671562">
                  <a:moveTo>
                    <a:pt x="0" y="22588"/>
                  </a:moveTo>
                  <a:lnTo>
                    <a:pt x="522133" y="22588"/>
                  </a:lnTo>
                  <a:lnTo>
                    <a:pt x="523394" y="22611"/>
                  </a:lnTo>
                  <a:lnTo>
                    <a:pt x="531636" y="22773"/>
                  </a:lnTo>
                  <a:lnTo>
                    <a:pt x="552247" y="23222"/>
                  </a:lnTo>
                  <a:lnTo>
                    <a:pt x="588670" y="24103"/>
                  </a:lnTo>
                  <a:lnTo>
                    <a:pt x="642095" y="25546"/>
                  </a:lnTo>
                  <a:lnTo>
                    <a:pt x="711397" y="27648"/>
                  </a:lnTo>
                  <a:lnTo>
                    <a:pt x="793521" y="30464"/>
                  </a:lnTo>
                  <a:lnTo>
                    <a:pt x="884253" y="34013"/>
                  </a:lnTo>
                  <a:lnTo>
                    <a:pt x="979105" y="38286"/>
                  </a:lnTo>
                  <a:lnTo>
                    <a:pt x="1074069" y="43266"/>
                  </a:lnTo>
                  <a:lnTo>
                    <a:pt x="1166059" y="48942"/>
                  </a:lnTo>
                  <a:lnTo>
                    <a:pt x="1253046" y="55327"/>
                  </a:lnTo>
                  <a:lnTo>
                    <a:pt x="1333971" y="62459"/>
                  </a:lnTo>
                  <a:lnTo>
                    <a:pt x="1408548" y="70407"/>
                  </a:lnTo>
                  <a:lnTo>
                    <a:pt x="1477042" y="79272"/>
                  </a:lnTo>
                  <a:lnTo>
                    <a:pt x="1540077" y="89182"/>
                  </a:lnTo>
                  <a:lnTo>
                    <a:pt x="1598484" y="100289"/>
                  </a:lnTo>
                  <a:lnTo>
                    <a:pt x="1653184" y="112753"/>
                  </a:lnTo>
                  <a:lnTo>
                    <a:pt x="1705106" y="126726"/>
                  </a:lnTo>
                  <a:lnTo>
                    <a:pt x="1755108" y="142317"/>
                  </a:lnTo>
                  <a:lnTo>
                    <a:pt x="1768425" y="146826"/>
                  </a:lnTo>
                  <a:lnTo>
                    <a:pt x="1819800" y="165582"/>
                  </a:lnTo>
                  <a:lnTo>
                    <a:pt x="1870675" y="186223"/>
                  </a:lnTo>
                  <a:lnTo>
                    <a:pt x="1921563" y="208777"/>
                  </a:lnTo>
                  <a:lnTo>
                    <a:pt x="1972816" y="233210"/>
                  </a:lnTo>
                  <a:lnTo>
                    <a:pt x="2024646" y="259419"/>
                  </a:lnTo>
                  <a:lnTo>
                    <a:pt x="2077143" y="287224"/>
                  </a:lnTo>
                  <a:lnTo>
                    <a:pt x="2130288" y="316375"/>
                  </a:lnTo>
                  <a:lnTo>
                    <a:pt x="2183973" y="346551"/>
                  </a:lnTo>
                  <a:lnTo>
                    <a:pt x="2238019" y="377381"/>
                  </a:lnTo>
                  <a:lnTo>
                    <a:pt x="2292203" y="408454"/>
                  </a:lnTo>
                  <a:lnTo>
                    <a:pt x="2346286" y="439349"/>
                  </a:lnTo>
                  <a:lnTo>
                    <a:pt x="2400039" y="469651"/>
                  </a:lnTo>
                  <a:lnTo>
                    <a:pt x="2453277" y="498982"/>
                  </a:lnTo>
                  <a:lnTo>
                    <a:pt x="2505877" y="527012"/>
                  </a:lnTo>
                  <a:lnTo>
                    <a:pt x="2557807" y="553479"/>
                  </a:lnTo>
                  <a:lnTo>
                    <a:pt x="2609138" y="578193"/>
                  </a:lnTo>
                  <a:lnTo>
                    <a:pt x="2660063" y="601040"/>
                  </a:lnTo>
                  <a:lnTo>
                    <a:pt x="2710911" y="621974"/>
                  </a:lnTo>
                  <a:lnTo>
                    <a:pt x="2762168" y="641016"/>
                  </a:lnTo>
                  <a:lnTo>
                    <a:pt x="2770117" y="643777"/>
                  </a:lnTo>
                  <a:lnTo>
                    <a:pt x="2819727" y="659813"/>
                  </a:lnTo>
                  <a:lnTo>
                    <a:pt x="2871049" y="674218"/>
                  </a:lnTo>
                  <a:lnTo>
                    <a:pt x="2924906" y="687077"/>
                  </a:lnTo>
                  <a:lnTo>
                    <a:pt x="2982215" y="698535"/>
                  </a:lnTo>
                  <a:lnTo>
                    <a:pt x="3043908" y="708754"/>
                  </a:lnTo>
                  <a:lnTo>
                    <a:pt x="3110850" y="717889"/>
                  </a:lnTo>
                  <a:lnTo>
                    <a:pt x="3183734" y="726074"/>
                  </a:lnTo>
                  <a:lnTo>
                    <a:pt x="3262940" y="733419"/>
                  </a:lnTo>
                  <a:lnTo>
                    <a:pt x="3348352" y="740001"/>
                  </a:lnTo>
                  <a:lnTo>
                    <a:pt x="3439143" y="745868"/>
                  </a:lnTo>
                  <a:lnTo>
                    <a:pt x="3533561" y="751036"/>
                  </a:lnTo>
                  <a:lnTo>
                    <a:pt x="3628806" y="755503"/>
                  </a:lnTo>
                  <a:lnTo>
                    <a:pt x="3721089" y="759249"/>
                  </a:lnTo>
                  <a:lnTo>
                    <a:pt x="3805990" y="762264"/>
                  </a:lnTo>
                  <a:lnTo>
                    <a:pt x="3879134" y="764556"/>
                  </a:lnTo>
                  <a:lnTo>
                    <a:pt x="3937064" y="766169"/>
                  </a:lnTo>
                  <a:lnTo>
                    <a:pt x="3978078" y="767191"/>
                  </a:lnTo>
                  <a:lnTo>
                    <a:pt x="4002724" y="767743"/>
                  </a:lnTo>
                  <a:lnTo>
                    <a:pt x="4013862" y="767968"/>
                  </a:lnTo>
                  <a:lnTo>
                    <a:pt x="4016409" y="768015"/>
                  </a:lnTo>
                  <a:lnTo>
                    <a:pt x="4538543" y="768015"/>
                  </a:lnTo>
                  <a:lnTo>
                    <a:pt x="4539799" y="768042"/>
                  </a:lnTo>
                  <a:lnTo>
                    <a:pt x="4548014" y="768238"/>
                  </a:lnTo>
                  <a:lnTo>
                    <a:pt x="4568560" y="768780"/>
                  </a:lnTo>
                  <a:lnTo>
                    <a:pt x="4604874" y="769844"/>
                  </a:lnTo>
                  <a:lnTo>
                    <a:pt x="4658150" y="771588"/>
                  </a:lnTo>
                  <a:lnTo>
                    <a:pt x="4727280" y="774127"/>
                  </a:lnTo>
                  <a:lnTo>
                    <a:pt x="4809229" y="777530"/>
                  </a:lnTo>
                  <a:lnTo>
                    <a:pt x="4899802" y="781820"/>
                  </a:lnTo>
                  <a:lnTo>
                    <a:pt x="4994526" y="786984"/>
                  </a:lnTo>
                  <a:lnTo>
                    <a:pt x="5089398" y="793004"/>
                  </a:lnTo>
                  <a:lnTo>
                    <a:pt x="5181332" y="799867"/>
                  </a:lnTo>
                  <a:lnTo>
                    <a:pt x="5268294" y="807585"/>
                  </a:lnTo>
                  <a:lnTo>
                    <a:pt x="5349217" y="816206"/>
                  </a:lnTo>
                  <a:lnTo>
                    <a:pt x="5423805" y="825813"/>
                  </a:lnTo>
                  <a:lnTo>
                    <a:pt x="5492318" y="836527"/>
                  </a:lnTo>
                  <a:lnTo>
                    <a:pt x="5555371" y="848501"/>
                  </a:lnTo>
                  <a:lnTo>
                    <a:pt x="5613789" y="861919"/>
                  </a:lnTo>
                  <a:lnTo>
                    <a:pt x="5668492" y="876974"/>
                  </a:lnTo>
                  <a:lnTo>
                    <a:pt x="5720404" y="893852"/>
                  </a:lnTo>
                  <a:lnTo>
                    <a:pt x="5770383" y="912684"/>
                  </a:lnTo>
                  <a:lnTo>
                    <a:pt x="5784835" y="918606"/>
                  </a:lnTo>
                  <a:lnTo>
                    <a:pt x="5835091" y="940819"/>
                  </a:lnTo>
                  <a:lnTo>
                    <a:pt x="5884858" y="965215"/>
                  </a:lnTo>
                  <a:lnTo>
                    <a:pt x="5934619" y="991830"/>
                  </a:lnTo>
                  <a:lnTo>
                    <a:pt x="5984712" y="1020630"/>
                  </a:lnTo>
                  <a:lnTo>
                    <a:pt x="6035344" y="1051502"/>
                  </a:lnTo>
                  <a:lnTo>
                    <a:pt x="6086611" y="1084253"/>
                  </a:lnTo>
                  <a:lnTo>
                    <a:pt x="6138507" y="1118608"/>
                  </a:lnTo>
                  <a:lnTo>
                    <a:pt x="6190939" y="1154214"/>
                  </a:lnTo>
                  <a:lnTo>
                    <a:pt x="6243751" y="1190657"/>
                  </a:lnTo>
                  <a:lnTo>
                    <a:pt x="6296739" y="1227478"/>
                  </a:lnTo>
                  <a:lnTo>
                    <a:pt x="6349681" y="1264199"/>
                  </a:lnTo>
                  <a:lnTo>
                    <a:pt x="6402357" y="1300346"/>
                  </a:lnTo>
                  <a:lnTo>
                    <a:pt x="6454581" y="1335477"/>
                  </a:lnTo>
                  <a:lnTo>
                    <a:pt x="6506221" y="1369202"/>
                  </a:lnTo>
                  <a:lnTo>
                    <a:pt x="6557218" y="1401198"/>
                  </a:lnTo>
                  <a:lnTo>
                    <a:pt x="6607608" y="1431224"/>
                  </a:lnTo>
                  <a:lnTo>
                    <a:pt x="6657530" y="1459121"/>
                  </a:lnTo>
                  <a:lnTo>
                    <a:pt x="6707244" y="1484811"/>
                  </a:lnTo>
                  <a:lnTo>
                    <a:pt x="6757147" y="1508288"/>
                  </a:lnTo>
                  <a:lnTo>
                    <a:pt x="6786527" y="1520971"/>
                  </a:lnTo>
                  <a:lnTo>
                    <a:pt x="6836078" y="1540388"/>
                  </a:lnTo>
                  <a:lnTo>
                    <a:pt x="6887338" y="1557831"/>
                  </a:lnTo>
                  <a:lnTo>
                    <a:pt x="6941124" y="1573405"/>
                  </a:lnTo>
                  <a:lnTo>
                    <a:pt x="6998352" y="1587284"/>
                  </a:lnTo>
                  <a:lnTo>
                    <a:pt x="7059949" y="1599664"/>
                  </a:lnTo>
                  <a:lnTo>
                    <a:pt x="7126778" y="1610731"/>
                  </a:lnTo>
                  <a:lnTo>
                    <a:pt x="7199531" y="1620649"/>
                  </a:lnTo>
                  <a:lnTo>
                    <a:pt x="7278591" y="1629550"/>
                  </a:lnTo>
                  <a:lnTo>
                    <a:pt x="7363847" y="1637528"/>
                  </a:lnTo>
                  <a:lnTo>
                    <a:pt x="7454483" y="1644640"/>
                  </a:lnTo>
                  <a:lnTo>
                    <a:pt x="7548763" y="1650908"/>
                  </a:lnTo>
                  <a:lnTo>
                    <a:pt x="7643911" y="1656327"/>
                  </a:lnTo>
                  <a:lnTo>
                    <a:pt x="7736161" y="1660876"/>
                  </a:lnTo>
                  <a:lnTo>
                    <a:pt x="7821115" y="1664540"/>
                  </a:lnTo>
                  <a:lnTo>
                    <a:pt x="7894402" y="1667329"/>
                  </a:lnTo>
                  <a:lnTo>
                    <a:pt x="7952558" y="1669296"/>
                  </a:lnTo>
                  <a:lnTo>
                    <a:pt x="7993848" y="1670545"/>
                  </a:lnTo>
                  <a:lnTo>
                    <a:pt x="8018774" y="1671223"/>
                  </a:lnTo>
                  <a:lnTo>
                    <a:pt x="8030141" y="1671502"/>
                  </a:lnTo>
                  <a:lnTo>
                    <a:pt x="8032819" y="1671562"/>
                  </a:lnTo>
                  <a:lnTo>
                    <a:pt x="8554953" y="1671562"/>
                  </a:lnTo>
                  <a:lnTo>
                    <a:pt x="8554953" y="1648973"/>
                  </a:lnTo>
                  <a:lnTo>
                    <a:pt x="8032819" y="1648973"/>
                  </a:lnTo>
                  <a:lnTo>
                    <a:pt x="8031563" y="1648946"/>
                  </a:lnTo>
                  <a:lnTo>
                    <a:pt x="8023347" y="1648750"/>
                  </a:lnTo>
                  <a:lnTo>
                    <a:pt x="8002802" y="1648208"/>
                  </a:lnTo>
                  <a:lnTo>
                    <a:pt x="7966488" y="1647144"/>
                  </a:lnTo>
                  <a:lnTo>
                    <a:pt x="7913212" y="1645401"/>
                  </a:lnTo>
                  <a:lnTo>
                    <a:pt x="7844082" y="1642861"/>
                  </a:lnTo>
                  <a:lnTo>
                    <a:pt x="7762133" y="1639458"/>
                  </a:lnTo>
                  <a:lnTo>
                    <a:pt x="7671560" y="1635169"/>
                  </a:lnTo>
                  <a:lnTo>
                    <a:pt x="7576836" y="1630004"/>
                  </a:lnTo>
                  <a:lnTo>
                    <a:pt x="7481964" y="1623984"/>
                  </a:lnTo>
                  <a:lnTo>
                    <a:pt x="7390030" y="1617122"/>
                  </a:lnTo>
                  <a:lnTo>
                    <a:pt x="7303068" y="1609403"/>
                  </a:lnTo>
                  <a:lnTo>
                    <a:pt x="7222145" y="1600782"/>
                  </a:lnTo>
                  <a:lnTo>
                    <a:pt x="7147557" y="1591175"/>
                  </a:lnTo>
                  <a:lnTo>
                    <a:pt x="7079044" y="1580462"/>
                  </a:lnTo>
                  <a:lnTo>
                    <a:pt x="7015991" y="1568487"/>
                  </a:lnTo>
                  <a:lnTo>
                    <a:pt x="6957573" y="1555070"/>
                  </a:lnTo>
                  <a:lnTo>
                    <a:pt x="6902870" y="1540014"/>
                  </a:lnTo>
                  <a:lnTo>
                    <a:pt x="6850958" y="1523136"/>
                  </a:lnTo>
                  <a:lnTo>
                    <a:pt x="6800979" y="1504305"/>
                  </a:lnTo>
                  <a:lnTo>
                    <a:pt x="6786527" y="1498382"/>
                  </a:lnTo>
                  <a:lnTo>
                    <a:pt x="6736271" y="1476170"/>
                  </a:lnTo>
                  <a:lnTo>
                    <a:pt x="6686504" y="1451773"/>
                  </a:lnTo>
                  <a:lnTo>
                    <a:pt x="6636743" y="1425158"/>
                  </a:lnTo>
                  <a:lnTo>
                    <a:pt x="6586650" y="1396359"/>
                  </a:lnTo>
                  <a:lnTo>
                    <a:pt x="6536018" y="1365486"/>
                  </a:lnTo>
                  <a:lnTo>
                    <a:pt x="6484750" y="1332735"/>
                  </a:lnTo>
                  <a:lnTo>
                    <a:pt x="6432855" y="1298380"/>
                  </a:lnTo>
                  <a:lnTo>
                    <a:pt x="6380423" y="1262774"/>
                  </a:lnTo>
                  <a:lnTo>
                    <a:pt x="6327611" y="1226331"/>
                  </a:lnTo>
                  <a:lnTo>
                    <a:pt x="6274623" y="1189510"/>
                  </a:lnTo>
                  <a:lnTo>
                    <a:pt x="6221681" y="1152789"/>
                  </a:lnTo>
                  <a:lnTo>
                    <a:pt x="6169005" y="1116642"/>
                  </a:lnTo>
                  <a:lnTo>
                    <a:pt x="6116781" y="1081511"/>
                  </a:lnTo>
                  <a:lnTo>
                    <a:pt x="6065141" y="1047786"/>
                  </a:lnTo>
                  <a:lnTo>
                    <a:pt x="6014144" y="1015790"/>
                  </a:lnTo>
                  <a:lnTo>
                    <a:pt x="5963754" y="985764"/>
                  </a:lnTo>
                  <a:lnTo>
                    <a:pt x="5913832" y="957867"/>
                  </a:lnTo>
                  <a:lnTo>
                    <a:pt x="5864117" y="932178"/>
                  </a:lnTo>
                  <a:lnTo>
                    <a:pt x="5814215" y="908700"/>
                  </a:lnTo>
                  <a:lnTo>
                    <a:pt x="5784835" y="896017"/>
                  </a:lnTo>
                  <a:lnTo>
                    <a:pt x="5735283" y="876601"/>
                  </a:lnTo>
                  <a:lnTo>
                    <a:pt x="5684024" y="859157"/>
                  </a:lnTo>
                  <a:lnTo>
                    <a:pt x="5630237" y="843583"/>
                  </a:lnTo>
                  <a:lnTo>
                    <a:pt x="5573010" y="829704"/>
                  </a:lnTo>
                  <a:lnTo>
                    <a:pt x="5511413" y="817324"/>
                  </a:lnTo>
                  <a:lnTo>
                    <a:pt x="5444584" y="806257"/>
                  </a:lnTo>
                  <a:lnTo>
                    <a:pt x="5371831" y="796339"/>
                  </a:lnTo>
                  <a:lnTo>
                    <a:pt x="5292771" y="787438"/>
                  </a:lnTo>
                  <a:lnTo>
                    <a:pt x="5207515" y="779460"/>
                  </a:lnTo>
                  <a:lnTo>
                    <a:pt x="5116879" y="772348"/>
                  </a:lnTo>
                  <a:lnTo>
                    <a:pt x="5022599" y="766080"/>
                  </a:lnTo>
                  <a:lnTo>
                    <a:pt x="4927451" y="760661"/>
                  </a:lnTo>
                  <a:lnTo>
                    <a:pt x="4835201" y="756112"/>
                  </a:lnTo>
                  <a:lnTo>
                    <a:pt x="4750247" y="752449"/>
                  </a:lnTo>
                  <a:lnTo>
                    <a:pt x="4676960" y="749660"/>
                  </a:lnTo>
                  <a:lnTo>
                    <a:pt x="4618804" y="747692"/>
                  </a:lnTo>
                  <a:lnTo>
                    <a:pt x="4577514" y="746443"/>
                  </a:lnTo>
                  <a:lnTo>
                    <a:pt x="4552588" y="745765"/>
                  </a:lnTo>
                  <a:lnTo>
                    <a:pt x="4541221" y="745486"/>
                  </a:lnTo>
                  <a:lnTo>
                    <a:pt x="4538543" y="745426"/>
                  </a:lnTo>
                  <a:lnTo>
                    <a:pt x="4016409" y="745426"/>
                  </a:lnTo>
                  <a:lnTo>
                    <a:pt x="4015149" y="745403"/>
                  </a:lnTo>
                  <a:lnTo>
                    <a:pt x="4006906" y="745241"/>
                  </a:lnTo>
                  <a:lnTo>
                    <a:pt x="3986295" y="744792"/>
                  </a:lnTo>
                  <a:lnTo>
                    <a:pt x="3949872" y="743911"/>
                  </a:lnTo>
                  <a:lnTo>
                    <a:pt x="3896447" y="742468"/>
                  </a:lnTo>
                  <a:lnTo>
                    <a:pt x="3827146" y="740367"/>
                  </a:lnTo>
                  <a:lnTo>
                    <a:pt x="3745021" y="737550"/>
                  </a:lnTo>
                  <a:lnTo>
                    <a:pt x="3654289" y="734001"/>
                  </a:lnTo>
                  <a:lnTo>
                    <a:pt x="3559437" y="729728"/>
                  </a:lnTo>
                  <a:lnTo>
                    <a:pt x="3464473" y="724749"/>
                  </a:lnTo>
                  <a:lnTo>
                    <a:pt x="3372484" y="719072"/>
                  </a:lnTo>
                  <a:lnTo>
                    <a:pt x="3285496" y="712687"/>
                  </a:lnTo>
                  <a:lnTo>
                    <a:pt x="3204571" y="705555"/>
                  </a:lnTo>
                  <a:lnTo>
                    <a:pt x="3129995" y="697607"/>
                  </a:lnTo>
                  <a:lnTo>
                    <a:pt x="3061500" y="688742"/>
                  </a:lnTo>
                  <a:lnTo>
                    <a:pt x="2998465" y="678832"/>
                  </a:lnTo>
                  <a:lnTo>
                    <a:pt x="2940059" y="667726"/>
                  </a:lnTo>
                  <a:lnTo>
                    <a:pt x="2885358" y="655262"/>
                  </a:lnTo>
                  <a:lnTo>
                    <a:pt x="2833436" y="641288"/>
                  </a:lnTo>
                  <a:lnTo>
                    <a:pt x="2783435" y="625697"/>
                  </a:lnTo>
                  <a:lnTo>
                    <a:pt x="2770117" y="621188"/>
                  </a:lnTo>
                  <a:lnTo>
                    <a:pt x="2718742" y="602432"/>
                  </a:lnTo>
                  <a:lnTo>
                    <a:pt x="2667867" y="581791"/>
                  </a:lnTo>
                  <a:lnTo>
                    <a:pt x="2616979" y="559237"/>
                  </a:lnTo>
                  <a:lnTo>
                    <a:pt x="2565727" y="534804"/>
                  </a:lnTo>
                  <a:lnTo>
                    <a:pt x="2513897" y="508596"/>
                  </a:lnTo>
                  <a:lnTo>
                    <a:pt x="2461399" y="480790"/>
                  </a:lnTo>
                  <a:lnTo>
                    <a:pt x="2408254" y="451640"/>
                  </a:lnTo>
                  <a:lnTo>
                    <a:pt x="2354569" y="421463"/>
                  </a:lnTo>
                  <a:lnTo>
                    <a:pt x="2300523" y="390633"/>
                  </a:lnTo>
                  <a:lnTo>
                    <a:pt x="2246339" y="359560"/>
                  </a:lnTo>
                  <a:lnTo>
                    <a:pt x="2192256" y="328665"/>
                  </a:lnTo>
                  <a:lnTo>
                    <a:pt x="2138503" y="298363"/>
                  </a:lnTo>
                  <a:lnTo>
                    <a:pt x="2085265" y="269033"/>
                  </a:lnTo>
                  <a:lnTo>
                    <a:pt x="2032665" y="241002"/>
                  </a:lnTo>
                  <a:lnTo>
                    <a:pt x="1980735" y="214535"/>
                  </a:lnTo>
                  <a:lnTo>
                    <a:pt x="1929404" y="189821"/>
                  </a:lnTo>
                  <a:lnTo>
                    <a:pt x="1878480" y="166974"/>
                  </a:lnTo>
                  <a:lnTo>
                    <a:pt x="1827632" y="146040"/>
                  </a:lnTo>
                  <a:lnTo>
                    <a:pt x="1776374" y="126998"/>
                  </a:lnTo>
                  <a:lnTo>
                    <a:pt x="1768425" y="124237"/>
                  </a:lnTo>
                  <a:lnTo>
                    <a:pt x="1718816" y="108201"/>
                  </a:lnTo>
                  <a:lnTo>
                    <a:pt x="1667493" y="93797"/>
                  </a:lnTo>
                  <a:lnTo>
                    <a:pt x="1613636" y="80937"/>
                  </a:lnTo>
                  <a:lnTo>
                    <a:pt x="1556327" y="69479"/>
                  </a:lnTo>
                  <a:lnTo>
                    <a:pt x="1494634" y="59260"/>
                  </a:lnTo>
                  <a:lnTo>
                    <a:pt x="1427692" y="50126"/>
                  </a:lnTo>
                  <a:lnTo>
                    <a:pt x="1354808" y="41940"/>
                  </a:lnTo>
                  <a:lnTo>
                    <a:pt x="1275603" y="34595"/>
                  </a:lnTo>
                  <a:lnTo>
                    <a:pt x="1190190" y="28013"/>
                  </a:lnTo>
                  <a:lnTo>
                    <a:pt x="1099399" y="22147"/>
                  </a:lnTo>
                  <a:lnTo>
                    <a:pt x="1004981" y="16978"/>
                  </a:lnTo>
                  <a:lnTo>
                    <a:pt x="909736" y="12512"/>
                  </a:lnTo>
                  <a:lnTo>
                    <a:pt x="817453" y="8765"/>
                  </a:lnTo>
                  <a:lnTo>
                    <a:pt x="732552" y="5750"/>
                  </a:lnTo>
                  <a:lnTo>
                    <a:pt x="659408" y="3459"/>
                  </a:lnTo>
                  <a:lnTo>
                    <a:pt x="601478" y="1845"/>
                  </a:lnTo>
                  <a:lnTo>
                    <a:pt x="560465" y="823"/>
                  </a:lnTo>
                  <a:lnTo>
                    <a:pt x="535818" y="272"/>
                  </a:lnTo>
                  <a:lnTo>
                    <a:pt x="524681" y="46"/>
                  </a:lnTo>
                  <a:lnTo>
                    <a:pt x="5221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84" name="pl84"/>
            <p:cNvSpPr/>
            <p:nvPr/>
          </p:nvSpPr>
          <p:spPr>
            <a:xfrm>
              <a:off x="386606" y="1134720"/>
              <a:ext cx="8554953" cy="1648973"/>
            </a:xfrm>
            <a:custGeom>
              <a:avLst/>
              <a:pathLst>
                <a:path w="8554953" h="1648973">
                  <a:moveTo>
                    <a:pt x="0" y="0"/>
                  </a:moveTo>
                  <a:lnTo>
                    <a:pt x="522133" y="0"/>
                  </a:lnTo>
                  <a:lnTo>
                    <a:pt x="523394" y="22"/>
                  </a:lnTo>
                  <a:lnTo>
                    <a:pt x="531636" y="184"/>
                  </a:lnTo>
                  <a:lnTo>
                    <a:pt x="552247" y="633"/>
                  </a:lnTo>
                  <a:lnTo>
                    <a:pt x="588670" y="1514"/>
                  </a:lnTo>
                  <a:lnTo>
                    <a:pt x="642095" y="2957"/>
                  </a:lnTo>
                  <a:lnTo>
                    <a:pt x="711397" y="5059"/>
                  </a:lnTo>
                  <a:lnTo>
                    <a:pt x="793521" y="7875"/>
                  </a:lnTo>
                  <a:lnTo>
                    <a:pt x="884253" y="11424"/>
                  </a:lnTo>
                  <a:lnTo>
                    <a:pt x="979105" y="15697"/>
                  </a:lnTo>
                  <a:lnTo>
                    <a:pt x="1074069" y="20677"/>
                  </a:lnTo>
                  <a:lnTo>
                    <a:pt x="1166059" y="26354"/>
                  </a:lnTo>
                  <a:lnTo>
                    <a:pt x="1253046" y="32738"/>
                  </a:lnTo>
                  <a:lnTo>
                    <a:pt x="1333971" y="39870"/>
                  </a:lnTo>
                  <a:lnTo>
                    <a:pt x="1408548" y="47818"/>
                  </a:lnTo>
                  <a:lnTo>
                    <a:pt x="1477042" y="56683"/>
                  </a:lnTo>
                  <a:lnTo>
                    <a:pt x="1540077" y="66594"/>
                  </a:lnTo>
                  <a:lnTo>
                    <a:pt x="1598484" y="77700"/>
                  </a:lnTo>
                  <a:lnTo>
                    <a:pt x="1653184" y="90164"/>
                  </a:lnTo>
                  <a:lnTo>
                    <a:pt x="1705106" y="104138"/>
                  </a:lnTo>
                  <a:lnTo>
                    <a:pt x="1755108" y="119729"/>
                  </a:lnTo>
                  <a:lnTo>
                    <a:pt x="1768425" y="124237"/>
                  </a:lnTo>
                  <a:lnTo>
                    <a:pt x="1819800" y="142994"/>
                  </a:lnTo>
                  <a:lnTo>
                    <a:pt x="1870675" y="163635"/>
                  </a:lnTo>
                  <a:lnTo>
                    <a:pt x="1921563" y="186188"/>
                  </a:lnTo>
                  <a:lnTo>
                    <a:pt x="1972816" y="210622"/>
                  </a:lnTo>
                  <a:lnTo>
                    <a:pt x="2024646" y="236830"/>
                  </a:lnTo>
                  <a:lnTo>
                    <a:pt x="2077143" y="264635"/>
                  </a:lnTo>
                  <a:lnTo>
                    <a:pt x="2130288" y="293786"/>
                  </a:lnTo>
                  <a:lnTo>
                    <a:pt x="2183973" y="323963"/>
                  </a:lnTo>
                  <a:lnTo>
                    <a:pt x="2238019" y="354792"/>
                  </a:lnTo>
                  <a:lnTo>
                    <a:pt x="2292203" y="385866"/>
                  </a:lnTo>
                  <a:lnTo>
                    <a:pt x="2346286" y="416760"/>
                  </a:lnTo>
                  <a:lnTo>
                    <a:pt x="2400039" y="447063"/>
                  </a:lnTo>
                  <a:lnTo>
                    <a:pt x="2453277" y="476393"/>
                  </a:lnTo>
                  <a:lnTo>
                    <a:pt x="2505877" y="504423"/>
                  </a:lnTo>
                  <a:lnTo>
                    <a:pt x="2557807" y="530890"/>
                  </a:lnTo>
                  <a:lnTo>
                    <a:pt x="2609138" y="555605"/>
                  </a:lnTo>
                  <a:lnTo>
                    <a:pt x="2660063" y="578451"/>
                  </a:lnTo>
                  <a:lnTo>
                    <a:pt x="2710911" y="599385"/>
                  </a:lnTo>
                  <a:lnTo>
                    <a:pt x="2762168" y="618427"/>
                  </a:lnTo>
                  <a:lnTo>
                    <a:pt x="2770117" y="621188"/>
                  </a:lnTo>
                  <a:lnTo>
                    <a:pt x="2819727" y="637225"/>
                  </a:lnTo>
                  <a:lnTo>
                    <a:pt x="2871049" y="651629"/>
                  </a:lnTo>
                  <a:lnTo>
                    <a:pt x="2924906" y="664488"/>
                  </a:lnTo>
                  <a:lnTo>
                    <a:pt x="2982215" y="675947"/>
                  </a:lnTo>
                  <a:lnTo>
                    <a:pt x="3043908" y="686165"/>
                  </a:lnTo>
                  <a:lnTo>
                    <a:pt x="3110850" y="695300"/>
                  </a:lnTo>
                  <a:lnTo>
                    <a:pt x="3183734" y="703485"/>
                  </a:lnTo>
                  <a:lnTo>
                    <a:pt x="3262940" y="710830"/>
                  </a:lnTo>
                  <a:lnTo>
                    <a:pt x="3348352" y="717412"/>
                  </a:lnTo>
                  <a:lnTo>
                    <a:pt x="3439143" y="723279"/>
                  </a:lnTo>
                  <a:lnTo>
                    <a:pt x="3533561" y="728448"/>
                  </a:lnTo>
                  <a:lnTo>
                    <a:pt x="3628806" y="732914"/>
                  </a:lnTo>
                  <a:lnTo>
                    <a:pt x="3721089" y="736661"/>
                  </a:lnTo>
                  <a:lnTo>
                    <a:pt x="3805990" y="739675"/>
                  </a:lnTo>
                  <a:lnTo>
                    <a:pt x="3879134" y="741967"/>
                  </a:lnTo>
                  <a:lnTo>
                    <a:pt x="3937064" y="743581"/>
                  </a:lnTo>
                  <a:lnTo>
                    <a:pt x="3978078" y="744602"/>
                  </a:lnTo>
                  <a:lnTo>
                    <a:pt x="4002724" y="745154"/>
                  </a:lnTo>
                  <a:lnTo>
                    <a:pt x="4013862" y="745379"/>
                  </a:lnTo>
                  <a:lnTo>
                    <a:pt x="4016383" y="745426"/>
                  </a:lnTo>
                  <a:lnTo>
                    <a:pt x="4016409" y="745426"/>
                  </a:lnTo>
                  <a:lnTo>
                    <a:pt x="4538543" y="745426"/>
                  </a:lnTo>
                  <a:lnTo>
                    <a:pt x="4539799" y="745454"/>
                  </a:lnTo>
                  <a:lnTo>
                    <a:pt x="4548014" y="745650"/>
                  </a:lnTo>
                  <a:lnTo>
                    <a:pt x="4568560" y="746191"/>
                  </a:lnTo>
                  <a:lnTo>
                    <a:pt x="4604874" y="747256"/>
                  </a:lnTo>
                  <a:lnTo>
                    <a:pt x="4658150" y="748999"/>
                  </a:lnTo>
                  <a:lnTo>
                    <a:pt x="4727280" y="751538"/>
                  </a:lnTo>
                  <a:lnTo>
                    <a:pt x="4809229" y="754942"/>
                  </a:lnTo>
                  <a:lnTo>
                    <a:pt x="4899802" y="759231"/>
                  </a:lnTo>
                  <a:lnTo>
                    <a:pt x="4994526" y="764396"/>
                  </a:lnTo>
                  <a:lnTo>
                    <a:pt x="5089398" y="770415"/>
                  </a:lnTo>
                  <a:lnTo>
                    <a:pt x="5181332" y="777278"/>
                  </a:lnTo>
                  <a:lnTo>
                    <a:pt x="5268294" y="784997"/>
                  </a:lnTo>
                  <a:lnTo>
                    <a:pt x="5349217" y="793618"/>
                  </a:lnTo>
                  <a:lnTo>
                    <a:pt x="5423805" y="803225"/>
                  </a:lnTo>
                  <a:lnTo>
                    <a:pt x="5492318" y="813938"/>
                  </a:lnTo>
                  <a:lnTo>
                    <a:pt x="5555371" y="825912"/>
                  </a:lnTo>
                  <a:lnTo>
                    <a:pt x="5613789" y="839330"/>
                  </a:lnTo>
                  <a:lnTo>
                    <a:pt x="5668492" y="854385"/>
                  </a:lnTo>
                  <a:lnTo>
                    <a:pt x="5720404" y="871263"/>
                  </a:lnTo>
                  <a:lnTo>
                    <a:pt x="5770383" y="890095"/>
                  </a:lnTo>
                  <a:lnTo>
                    <a:pt x="5784835" y="896017"/>
                  </a:lnTo>
                  <a:lnTo>
                    <a:pt x="5835091" y="918230"/>
                  </a:lnTo>
                  <a:lnTo>
                    <a:pt x="5884858" y="942626"/>
                  </a:lnTo>
                  <a:lnTo>
                    <a:pt x="5934619" y="969241"/>
                  </a:lnTo>
                  <a:lnTo>
                    <a:pt x="5984712" y="998041"/>
                  </a:lnTo>
                  <a:lnTo>
                    <a:pt x="6035344" y="1028913"/>
                  </a:lnTo>
                  <a:lnTo>
                    <a:pt x="6086611" y="1061665"/>
                  </a:lnTo>
                  <a:lnTo>
                    <a:pt x="6138507" y="1096019"/>
                  </a:lnTo>
                  <a:lnTo>
                    <a:pt x="6190939" y="1131625"/>
                  </a:lnTo>
                  <a:lnTo>
                    <a:pt x="6243751" y="1168068"/>
                  </a:lnTo>
                  <a:lnTo>
                    <a:pt x="6296739" y="1204889"/>
                  </a:lnTo>
                  <a:lnTo>
                    <a:pt x="6349681" y="1241610"/>
                  </a:lnTo>
                  <a:lnTo>
                    <a:pt x="6402357" y="1277758"/>
                  </a:lnTo>
                  <a:lnTo>
                    <a:pt x="6454581" y="1312889"/>
                  </a:lnTo>
                  <a:lnTo>
                    <a:pt x="6506221" y="1346613"/>
                  </a:lnTo>
                  <a:lnTo>
                    <a:pt x="6557218" y="1378609"/>
                  </a:lnTo>
                  <a:lnTo>
                    <a:pt x="6607608" y="1408636"/>
                  </a:lnTo>
                  <a:lnTo>
                    <a:pt x="6657530" y="1436533"/>
                  </a:lnTo>
                  <a:lnTo>
                    <a:pt x="6707244" y="1462222"/>
                  </a:lnTo>
                  <a:lnTo>
                    <a:pt x="6757147" y="1485699"/>
                  </a:lnTo>
                  <a:lnTo>
                    <a:pt x="6786527" y="1498382"/>
                  </a:lnTo>
                  <a:lnTo>
                    <a:pt x="6836078" y="1517799"/>
                  </a:lnTo>
                  <a:lnTo>
                    <a:pt x="6887338" y="1535242"/>
                  </a:lnTo>
                  <a:lnTo>
                    <a:pt x="6941124" y="1550816"/>
                  </a:lnTo>
                  <a:lnTo>
                    <a:pt x="6998352" y="1564696"/>
                  </a:lnTo>
                  <a:lnTo>
                    <a:pt x="7059949" y="1577075"/>
                  </a:lnTo>
                  <a:lnTo>
                    <a:pt x="7126778" y="1588142"/>
                  </a:lnTo>
                  <a:lnTo>
                    <a:pt x="7199531" y="1598061"/>
                  </a:lnTo>
                  <a:lnTo>
                    <a:pt x="7278591" y="1606961"/>
                  </a:lnTo>
                  <a:lnTo>
                    <a:pt x="7363847" y="1614939"/>
                  </a:lnTo>
                  <a:lnTo>
                    <a:pt x="7454483" y="1622051"/>
                  </a:lnTo>
                  <a:lnTo>
                    <a:pt x="7548763" y="1628320"/>
                  </a:lnTo>
                  <a:lnTo>
                    <a:pt x="7643911" y="1633738"/>
                  </a:lnTo>
                  <a:lnTo>
                    <a:pt x="7736161" y="1638287"/>
                  </a:lnTo>
                  <a:lnTo>
                    <a:pt x="7821115" y="1641951"/>
                  </a:lnTo>
                  <a:lnTo>
                    <a:pt x="7894402" y="1644740"/>
                  </a:lnTo>
                  <a:lnTo>
                    <a:pt x="7952558" y="1646707"/>
                  </a:lnTo>
                  <a:lnTo>
                    <a:pt x="7993848" y="1647957"/>
                  </a:lnTo>
                  <a:lnTo>
                    <a:pt x="8018774" y="1648634"/>
                  </a:lnTo>
                  <a:lnTo>
                    <a:pt x="8030141" y="1648914"/>
                  </a:lnTo>
                  <a:lnTo>
                    <a:pt x="8032786" y="1648973"/>
                  </a:lnTo>
                  <a:lnTo>
                    <a:pt x="8032819" y="1648973"/>
                  </a:lnTo>
                  <a:lnTo>
                    <a:pt x="8554953" y="1648973"/>
                  </a:lnTo>
                  <a:lnTo>
                    <a:pt x="8554953" y="1648973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85" name="pl85"/>
            <p:cNvSpPr/>
            <p:nvPr/>
          </p:nvSpPr>
          <p:spPr>
            <a:xfrm>
              <a:off x="386606" y="1112132"/>
              <a:ext cx="8554953" cy="1648973"/>
            </a:xfrm>
            <a:custGeom>
              <a:avLst/>
              <a:pathLst>
                <a:path w="8554953" h="1648973">
                  <a:moveTo>
                    <a:pt x="8554953" y="1648973"/>
                  </a:moveTo>
                  <a:lnTo>
                    <a:pt x="8032819" y="1648973"/>
                  </a:lnTo>
                  <a:lnTo>
                    <a:pt x="8031563" y="1648946"/>
                  </a:lnTo>
                  <a:lnTo>
                    <a:pt x="8023347" y="1648750"/>
                  </a:lnTo>
                  <a:lnTo>
                    <a:pt x="8002802" y="1648208"/>
                  </a:lnTo>
                  <a:lnTo>
                    <a:pt x="7966488" y="1647144"/>
                  </a:lnTo>
                  <a:lnTo>
                    <a:pt x="7913212" y="1645401"/>
                  </a:lnTo>
                  <a:lnTo>
                    <a:pt x="7844082" y="1642861"/>
                  </a:lnTo>
                  <a:lnTo>
                    <a:pt x="7762133" y="1639458"/>
                  </a:lnTo>
                  <a:lnTo>
                    <a:pt x="7671560" y="1635169"/>
                  </a:lnTo>
                  <a:lnTo>
                    <a:pt x="7576836" y="1630004"/>
                  </a:lnTo>
                  <a:lnTo>
                    <a:pt x="7481964" y="1623984"/>
                  </a:lnTo>
                  <a:lnTo>
                    <a:pt x="7390030" y="1617122"/>
                  </a:lnTo>
                  <a:lnTo>
                    <a:pt x="7303068" y="1609403"/>
                  </a:lnTo>
                  <a:lnTo>
                    <a:pt x="7222145" y="1600782"/>
                  </a:lnTo>
                  <a:lnTo>
                    <a:pt x="7147557" y="1591175"/>
                  </a:lnTo>
                  <a:lnTo>
                    <a:pt x="7079044" y="1580462"/>
                  </a:lnTo>
                  <a:lnTo>
                    <a:pt x="7015991" y="1568487"/>
                  </a:lnTo>
                  <a:lnTo>
                    <a:pt x="6957573" y="1555070"/>
                  </a:lnTo>
                  <a:lnTo>
                    <a:pt x="6902870" y="1540014"/>
                  </a:lnTo>
                  <a:lnTo>
                    <a:pt x="6850958" y="1523136"/>
                  </a:lnTo>
                  <a:lnTo>
                    <a:pt x="6800979" y="1504305"/>
                  </a:lnTo>
                  <a:lnTo>
                    <a:pt x="6786527" y="1498382"/>
                  </a:lnTo>
                  <a:lnTo>
                    <a:pt x="6736271" y="1476170"/>
                  </a:lnTo>
                  <a:lnTo>
                    <a:pt x="6686504" y="1451773"/>
                  </a:lnTo>
                  <a:lnTo>
                    <a:pt x="6636743" y="1425158"/>
                  </a:lnTo>
                  <a:lnTo>
                    <a:pt x="6586650" y="1396359"/>
                  </a:lnTo>
                  <a:lnTo>
                    <a:pt x="6536018" y="1365486"/>
                  </a:lnTo>
                  <a:lnTo>
                    <a:pt x="6484750" y="1332735"/>
                  </a:lnTo>
                  <a:lnTo>
                    <a:pt x="6432855" y="1298380"/>
                  </a:lnTo>
                  <a:lnTo>
                    <a:pt x="6380423" y="1262774"/>
                  </a:lnTo>
                  <a:lnTo>
                    <a:pt x="6327611" y="1226331"/>
                  </a:lnTo>
                  <a:lnTo>
                    <a:pt x="6274623" y="1189510"/>
                  </a:lnTo>
                  <a:lnTo>
                    <a:pt x="6221681" y="1152789"/>
                  </a:lnTo>
                  <a:lnTo>
                    <a:pt x="6169005" y="1116642"/>
                  </a:lnTo>
                  <a:lnTo>
                    <a:pt x="6116781" y="1081511"/>
                  </a:lnTo>
                  <a:lnTo>
                    <a:pt x="6065141" y="1047786"/>
                  </a:lnTo>
                  <a:lnTo>
                    <a:pt x="6014144" y="1015790"/>
                  </a:lnTo>
                  <a:lnTo>
                    <a:pt x="5963754" y="985764"/>
                  </a:lnTo>
                  <a:lnTo>
                    <a:pt x="5913832" y="957867"/>
                  </a:lnTo>
                  <a:lnTo>
                    <a:pt x="5864117" y="932178"/>
                  </a:lnTo>
                  <a:lnTo>
                    <a:pt x="5814215" y="908700"/>
                  </a:lnTo>
                  <a:lnTo>
                    <a:pt x="5784835" y="896017"/>
                  </a:lnTo>
                  <a:lnTo>
                    <a:pt x="5735283" y="876601"/>
                  </a:lnTo>
                  <a:lnTo>
                    <a:pt x="5684024" y="859157"/>
                  </a:lnTo>
                  <a:lnTo>
                    <a:pt x="5630237" y="843583"/>
                  </a:lnTo>
                  <a:lnTo>
                    <a:pt x="5573010" y="829704"/>
                  </a:lnTo>
                  <a:lnTo>
                    <a:pt x="5511413" y="817324"/>
                  </a:lnTo>
                  <a:lnTo>
                    <a:pt x="5444584" y="806257"/>
                  </a:lnTo>
                  <a:lnTo>
                    <a:pt x="5371831" y="796339"/>
                  </a:lnTo>
                  <a:lnTo>
                    <a:pt x="5292771" y="787438"/>
                  </a:lnTo>
                  <a:lnTo>
                    <a:pt x="5207515" y="779460"/>
                  </a:lnTo>
                  <a:lnTo>
                    <a:pt x="5116879" y="772348"/>
                  </a:lnTo>
                  <a:lnTo>
                    <a:pt x="5022599" y="766080"/>
                  </a:lnTo>
                  <a:lnTo>
                    <a:pt x="4927451" y="760661"/>
                  </a:lnTo>
                  <a:lnTo>
                    <a:pt x="4835201" y="756112"/>
                  </a:lnTo>
                  <a:lnTo>
                    <a:pt x="4750247" y="752449"/>
                  </a:lnTo>
                  <a:lnTo>
                    <a:pt x="4676960" y="749660"/>
                  </a:lnTo>
                  <a:lnTo>
                    <a:pt x="4618804" y="747692"/>
                  </a:lnTo>
                  <a:lnTo>
                    <a:pt x="4577514" y="746443"/>
                  </a:lnTo>
                  <a:lnTo>
                    <a:pt x="4552588" y="745765"/>
                  </a:lnTo>
                  <a:lnTo>
                    <a:pt x="4541221" y="745486"/>
                  </a:lnTo>
                  <a:lnTo>
                    <a:pt x="4538576" y="745427"/>
                  </a:lnTo>
                  <a:lnTo>
                    <a:pt x="4538543" y="745426"/>
                  </a:lnTo>
                  <a:lnTo>
                    <a:pt x="4016409" y="745426"/>
                  </a:lnTo>
                  <a:lnTo>
                    <a:pt x="4015149" y="745403"/>
                  </a:lnTo>
                  <a:lnTo>
                    <a:pt x="4006906" y="745241"/>
                  </a:lnTo>
                  <a:lnTo>
                    <a:pt x="3986295" y="744792"/>
                  </a:lnTo>
                  <a:lnTo>
                    <a:pt x="3949872" y="743911"/>
                  </a:lnTo>
                  <a:lnTo>
                    <a:pt x="3896447" y="742468"/>
                  </a:lnTo>
                  <a:lnTo>
                    <a:pt x="3827146" y="740367"/>
                  </a:lnTo>
                  <a:lnTo>
                    <a:pt x="3745021" y="737550"/>
                  </a:lnTo>
                  <a:lnTo>
                    <a:pt x="3654289" y="734001"/>
                  </a:lnTo>
                  <a:lnTo>
                    <a:pt x="3559437" y="729728"/>
                  </a:lnTo>
                  <a:lnTo>
                    <a:pt x="3464473" y="724749"/>
                  </a:lnTo>
                  <a:lnTo>
                    <a:pt x="3372484" y="719072"/>
                  </a:lnTo>
                  <a:lnTo>
                    <a:pt x="3285496" y="712687"/>
                  </a:lnTo>
                  <a:lnTo>
                    <a:pt x="3204571" y="705555"/>
                  </a:lnTo>
                  <a:lnTo>
                    <a:pt x="3129995" y="697607"/>
                  </a:lnTo>
                  <a:lnTo>
                    <a:pt x="3061500" y="688742"/>
                  </a:lnTo>
                  <a:lnTo>
                    <a:pt x="2998465" y="678832"/>
                  </a:lnTo>
                  <a:lnTo>
                    <a:pt x="2940059" y="667726"/>
                  </a:lnTo>
                  <a:lnTo>
                    <a:pt x="2885358" y="655262"/>
                  </a:lnTo>
                  <a:lnTo>
                    <a:pt x="2833436" y="641288"/>
                  </a:lnTo>
                  <a:lnTo>
                    <a:pt x="2783435" y="625697"/>
                  </a:lnTo>
                  <a:lnTo>
                    <a:pt x="2770117" y="621188"/>
                  </a:lnTo>
                  <a:lnTo>
                    <a:pt x="2718742" y="602432"/>
                  </a:lnTo>
                  <a:lnTo>
                    <a:pt x="2667867" y="581791"/>
                  </a:lnTo>
                  <a:lnTo>
                    <a:pt x="2616979" y="559237"/>
                  </a:lnTo>
                  <a:lnTo>
                    <a:pt x="2565727" y="534804"/>
                  </a:lnTo>
                  <a:lnTo>
                    <a:pt x="2513897" y="508596"/>
                  </a:lnTo>
                  <a:lnTo>
                    <a:pt x="2461399" y="480790"/>
                  </a:lnTo>
                  <a:lnTo>
                    <a:pt x="2408254" y="451640"/>
                  </a:lnTo>
                  <a:lnTo>
                    <a:pt x="2354569" y="421463"/>
                  </a:lnTo>
                  <a:lnTo>
                    <a:pt x="2300523" y="390633"/>
                  </a:lnTo>
                  <a:lnTo>
                    <a:pt x="2246339" y="359560"/>
                  </a:lnTo>
                  <a:lnTo>
                    <a:pt x="2192256" y="328665"/>
                  </a:lnTo>
                  <a:lnTo>
                    <a:pt x="2138503" y="298363"/>
                  </a:lnTo>
                  <a:lnTo>
                    <a:pt x="2085265" y="269033"/>
                  </a:lnTo>
                  <a:lnTo>
                    <a:pt x="2032665" y="241002"/>
                  </a:lnTo>
                  <a:lnTo>
                    <a:pt x="1980735" y="214535"/>
                  </a:lnTo>
                  <a:lnTo>
                    <a:pt x="1929404" y="189821"/>
                  </a:lnTo>
                  <a:lnTo>
                    <a:pt x="1878480" y="166974"/>
                  </a:lnTo>
                  <a:lnTo>
                    <a:pt x="1827632" y="146040"/>
                  </a:lnTo>
                  <a:lnTo>
                    <a:pt x="1776374" y="126998"/>
                  </a:lnTo>
                  <a:lnTo>
                    <a:pt x="1768425" y="124237"/>
                  </a:lnTo>
                  <a:lnTo>
                    <a:pt x="1718816" y="108201"/>
                  </a:lnTo>
                  <a:lnTo>
                    <a:pt x="1667493" y="93797"/>
                  </a:lnTo>
                  <a:lnTo>
                    <a:pt x="1613636" y="80937"/>
                  </a:lnTo>
                  <a:lnTo>
                    <a:pt x="1556327" y="69479"/>
                  </a:lnTo>
                  <a:lnTo>
                    <a:pt x="1494634" y="59260"/>
                  </a:lnTo>
                  <a:lnTo>
                    <a:pt x="1427692" y="50126"/>
                  </a:lnTo>
                  <a:lnTo>
                    <a:pt x="1354808" y="41940"/>
                  </a:lnTo>
                  <a:lnTo>
                    <a:pt x="1275603" y="34595"/>
                  </a:lnTo>
                  <a:lnTo>
                    <a:pt x="1190190" y="28013"/>
                  </a:lnTo>
                  <a:lnTo>
                    <a:pt x="1099399" y="22147"/>
                  </a:lnTo>
                  <a:lnTo>
                    <a:pt x="1004981" y="16978"/>
                  </a:lnTo>
                  <a:lnTo>
                    <a:pt x="909736" y="12512"/>
                  </a:lnTo>
                  <a:lnTo>
                    <a:pt x="817453" y="8765"/>
                  </a:lnTo>
                  <a:lnTo>
                    <a:pt x="732552" y="5750"/>
                  </a:lnTo>
                  <a:lnTo>
                    <a:pt x="659408" y="3459"/>
                  </a:lnTo>
                  <a:lnTo>
                    <a:pt x="601478" y="1845"/>
                  </a:lnTo>
                  <a:lnTo>
                    <a:pt x="560465" y="823"/>
                  </a:lnTo>
                  <a:lnTo>
                    <a:pt x="535818" y="272"/>
                  </a:lnTo>
                  <a:lnTo>
                    <a:pt x="524681" y="46"/>
                  </a:lnTo>
                  <a:lnTo>
                    <a:pt x="522159" y="0"/>
                  </a:lnTo>
                  <a:lnTo>
                    <a:pt x="522133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86" name="pg86"/>
            <p:cNvSpPr/>
            <p:nvPr/>
          </p:nvSpPr>
          <p:spPr>
            <a:xfrm>
              <a:off x="386606" y="1134720"/>
              <a:ext cx="8554953" cy="1863566"/>
            </a:xfrm>
            <a:custGeom>
              <a:avLst/>
              <a:pathLst>
                <a:path w="8554953" h="1863566">
                  <a:moveTo>
                    <a:pt x="0" y="5647"/>
                  </a:moveTo>
                  <a:lnTo>
                    <a:pt x="522133" y="5647"/>
                  </a:lnTo>
                  <a:lnTo>
                    <a:pt x="523394" y="5669"/>
                  </a:lnTo>
                  <a:lnTo>
                    <a:pt x="531636" y="5832"/>
                  </a:lnTo>
                  <a:lnTo>
                    <a:pt x="552247" y="6280"/>
                  </a:lnTo>
                  <a:lnTo>
                    <a:pt x="588670" y="7161"/>
                  </a:lnTo>
                  <a:lnTo>
                    <a:pt x="642095" y="8604"/>
                  </a:lnTo>
                  <a:lnTo>
                    <a:pt x="711397" y="10706"/>
                  </a:lnTo>
                  <a:lnTo>
                    <a:pt x="793521" y="13523"/>
                  </a:lnTo>
                  <a:lnTo>
                    <a:pt x="884253" y="17072"/>
                  </a:lnTo>
                  <a:lnTo>
                    <a:pt x="979105" y="21344"/>
                  </a:lnTo>
                  <a:lnTo>
                    <a:pt x="1074069" y="26324"/>
                  </a:lnTo>
                  <a:lnTo>
                    <a:pt x="1166059" y="32001"/>
                  </a:lnTo>
                  <a:lnTo>
                    <a:pt x="1253046" y="38386"/>
                  </a:lnTo>
                  <a:lnTo>
                    <a:pt x="1333971" y="45517"/>
                  </a:lnTo>
                  <a:lnTo>
                    <a:pt x="1408548" y="53465"/>
                  </a:lnTo>
                  <a:lnTo>
                    <a:pt x="1477042" y="62330"/>
                  </a:lnTo>
                  <a:lnTo>
                    <a:pt x="1540077" y="72241"/>
                  </a:lnTo>
                  <a:lnTo>
                    <a:pt x="1598484" y="83347"/>
                  </a:lnTo>
                  <a:lnTo>
                    <a:pt x="1653184" y="95811"/>
                  </a:lnTo>
                  <a:lnTo>
                    <a:pt x="1705106" y="109785"/>
                  </a:lnTo>
                  <a:lnTo>
                    <a:pt x="1755108" y="125376"/>
                  </a:lnTo>
                  <a:lnTo>
                    <a:pt x="1768425" y="129884"/>
                  </a:lnTo>
                  <a:lnTo>
                    <a:pt x="1819800" y="148641"/>
                  </a:lnTo>
                  <a:lnTo>
                    <a:pt x="1870675" y="169282"/>
                  </a:lnTo>
                  <a:lnTo>
                    <a:pt x="1921563" y="191836"/>
                  </a:lnTo>
                  <a:lnTo>
                    <a:pt x="1972816" y="216269"/>
                  </a:lnTo>
                  <a:lnTo>
                    <a:pt x="2024646" y="242477"/>
                  </a:lnTo>
                  <a:lnTo>
                    <a:pt x="2077143" y="270283"/>
                  </a:lnTo>
                  <a:lnTo>
                    <a:pt x="2130288" y="299433"/>
                  </a:lnTo>
                  <a:lnTo>
                    <a:pt x="2183973" y="329610"/>
                  </a:lnTo>
                  <a:lnTo>
                    <a:pt x="2238019" y="360440"/>
                  </a:lnTo>
                  <a:lnTo>
                    <a:pt x="2292203" y="391513"/>
                  </a:lnTo>
                  <a:lnTo>
                    <a:pt x="2346286" y="422407"/>
                  </a:lnTo>
                  <a:lnTo>
                    <a:pt x="2400039" y="452710"/>
                  </a:lnTo>
                  <a:lnTo>
                    <a:pt x="2453277" y="482040"/>
                  </a:lnTo>
                  <a:lnTo>
                    <a:pt x="2505877" y="510070"/>
                  </a:lnTo>
                  <a:lnTo>
                    <a:pt x="2557807" y="536538"/>
                  </a:lnTo>
                  <a:lnTo>
                    <a:pt x="2609138" y="561252"/>
                  </a:lnTo>
                  <a:lnTo>
                    <a:pt x="2660063" y="584098"/>
                  </a:lnTo>
                  <a:lnTo>
                    <a:pt x="2710911" y="605033"/>
                  </a:lnTo>
                  <a:lnTo>
                    <a:pt x="2762168" y="624074"/>
                  </a:lnTo>
                  <a:lnTo>
                    <a:pt x="2770117" y="626835"/>
                  </a:lnTo>
                  <a:lnTo>
                    <a:pt x="2819727" y="642872"/>
                  </a:lnTo>
                  <a:lnTo>
                    <a:pt x="2871049" y="657276"/>
                  </a:lnTo>
                  <a:lnTo>
                    <a:pt x="2924906" y="670135"/>
                  </a:lnTo>
                  <a:lnTo>
                    <a:pt x="2982215" y="681594"/>
                  </a:lnTo>
                  <a:lnTo>
                    <a:pt x="3043908" y="691813"/>
                  </a:lnTo>
                  <a:lnTo>
                    <a:pt x="3110850" y="700947"/>
                  </a:lnTo>
                  <a:lnTo>
                    <a:pt x="3183734" y="709133"/>
                  </a:lnTo>
                  <a:lnTo>
                    <a:pt x="3262940" y="716477"/>
                  </a:lnTo>
                  <a:lnTo>
                    <a:pt x="3348352" y="723060"/>
                  </a:lnTo>
                  <a:lnTo>
                    <a:pt x="3439143" y="728926"/>
                  </a:lnTo>
                  <a:lnTo>
                    <a:pt x="3533561" y="734095"/>
                  </a:lnTo>
                  <a:lnTo>
                    <a:pt x="3628806" y="738561"/>
                  </a:lnTo>
                  <a:lnTo>
                    <a:pt x="3721089" y="742308"/>
                  </a:lnTo>
                  <a:lnTo>
                    <a:pt x="3805990" y="745322"/>
                  </a:lnTo>
                  <a:lnTo>
                    <a:pt x="3879134" y="747614"/>
                  </a:lnTo>
                  <a:lnTo>
                    <a:pt x="3937064" y="749228"/>
                  </a:lnTo>
                  <a:lnTo>
                    <a:pt x="3978078" y="750249"/>
                  </a:lnTo>
                  <a:lnTo>
                    <a:pt x="4002724" y="750801"/>
                  </a:lnTo>
                  <a:lnTo>
                    <a:pt x="4013862" y="751026"/>
                  </a:lnTo>
                  <a:lnTo>
                    <a:pt x="4016409" y="751073"/>
                  </a:lnTo>
                  <a:lnTo>
                    <a:pt x="4538543" y="751073"/>
                  </a:lnTo>
                  <a:lnTo>
                    <a:pt x="4539792" y="751107"/>
                  </a:lnTo>
                  <a:lnTo>
                    <a:pt x="4547964" y="751347"/>
                  </a:lnTo>
                  <a:lnTo>
                    <a:pt x="4568405" y="752010"/>
                  </a:lnTo>
                  <a:lnTo>
                    <a:pt x="4604543" y="753313"/>
                  </a:lnTo>
                  <a:lnTo>
                    <a:pt x="4657582" y="755448"/>
                  </a:lnTo>
                  <a:lnTo>
                    <a:pt x="4726436" y="758558"/>
                  </a:lnTo>
                  <a:lnTo>
                    <a:pt x="4808105" y="762728"/>
                  </a:lnTo>
                  <a:lnTo>
                    <a:pt x="4898422" y="767984"/>
                  </a:lnTo>
                  <a:lnTo>
                    <a:pt x="4992939" y="774315"/>
                  </a:lnTo>
                  <a:lnTo>
                    <a:pt x="5087664" y="781695"/>
                  </a:lnTo>
                  <a:lnTo>
                    <a:pt x="5179508" y="790109"/>
                  </a:lnTo>
                  <a:lnTo>
                    <a:pt x="5266429" y="799572"/>
                  </a:lnTo>
                  <a:lnTo>
                    <a:pt x="5347347" y="810141"/>
                  </a:lnTo>
                  <a:lnTo>
                    <a:pt x="5421954" y="821915"/>
                  </a:lnTo>
                  <a:lnTo>
                    <a:pt x="5490496" y="835043"/>
                  </a:lnTo>
                  <a:lnTo>
                    <a:pt x="5553578" y="849712"/>
                  </a:lnTo>
                  <a:lnTo>
                    <a:pt x="5612016" y="866144"/>
                  </a:lnTo>
                  <a:lnTo>
                    <a:pt x="5666722" y="884578"/>
                  </a:lnTo>
                  <a:lnTo>
                    <a:pt x="5718619" y="905240"/>
                  </a:lnTo>
                  <a:lnTo>
                    <a:pt x="5768561" y="928296"/>
                  </a:lnTo>
                  <a:lnTo>
                    <a:pt x="5784835" y="936489"/>
                  </a:lnTo>
                  <a:lnTo>
                    <a:pt x="5833514" y="962933"/>
                  </a:lnTo>
                  <a:lnTo>
                    <a:pt x="5881717" y="991897"/>
                  </a:lnTo>
                  <a:lnTo>
                    <a:pt x="5929892" y="1023423"/>
                  </a:lnTo>
                  <a:lnTo>
                    <a:pt x="5978354" y="1057479"/>
                  </a:lnTo>
                  <a:lnTo>
                    <a:pt x="6027305" y="1093951"/>
                  </a:lnTo>
                  <a:lnTo>
                    <a:pt x="6076843" y="1132634"/>
                  </a:lnTo>
                  <a:lnTo>
                    <a:pt x="6126979" y="1173237"/>
                  </a:lnTo>
                  <a:lnTo>
                    <a:pt x="6177643" y="1215381"/>
                  </a:lnTo>
                  <a:lnTo>
                    <a:pt x="6228706" y="1258619"/>
                  </a:lnTo>
                  <a:lnTo>
                    <a:pt x="6279992" y="1302448"/>
                  </a:lnTo>
                  <a:lnTo>
                    <a:pt x="6331300" y="1346337"/>
                  </a:lnTo>
                  <a:lnTo>
                    <a:pt x="6382429" y="1389751"/>
                  </a:lnTo>
                  <a:lnTo>
                    <a:pt x="6433195" y="1432179"/>
                  </a:lnTo>
                  <a:lnTo>
                    <a:pt x="6483456" y="1473159"/>
                  </a:lnTo>
                  <a:lnTo>
                    <a:pt x="6533129" y="1512296"/>
                  </a:lnTo>
                  <a:lnTo>
                    <a:pt x="6582204" y="1549278"/>
                  </a:lnTo>
                  <a:lnTo>
                    <a:pt x="6630761" y="1583883"/>
                  </a:lnTo>
                  <a:lnTo>
                    <a:pt x="6678976" y="1615975"/>
                  </a:lnTo>
                  <a:lnTo>
                    <a:pt x="6727140" y="1645506"/>
                  </a:lnTo>
                  <a:lnTo>
                    <a:pt x="6775668" y="1672502"/>
                  </a:lnTo>
                  <a:lnTo>
                    <a:pt x="6786527" y="1678151"/>
                  </a:lnTo>
                  <a:lnTo>
                    <a:pt x="6835986" y="1702015"/>
                  </a:lnTo>
                  <a:lnTo>
                    <a:pt x="6887144" y="1723459"/>
                  </a:lnTo>
                  <a:lnTo>
                    <a:pt x="6940818" y="1742610"/>
                  </a:lnTo>
                  <a:lnTo>
                    <a:pt x="6997914" y="1759680"/>
                  </a:lnTo>
                  <a:lnTo>
                    <a:pt x="7059357" y="1774908"/>
                  </a:lnTo>
                  <a:lnTo>
                    <a:pt x="7126006" y="1788525"/>
                  </a:lnTo>
                  <a:lnTo>
                    <a:pt x="7198551" y="1800730"/>
                  </a:lnTo>
                  <a:lnTo>
                    <a:pt x="7277376" y="1811685"/>
                  </a:lnTo>
                  <a:lnTo>
                    <a:pt x="7362382" y="1821507"/>
                  </a:lnTo>
                  <a:lnTo>
                    <a:pt x="7452768" y="1830266"/>
                  </a:lnTo>
                  <a:lnTo>
                    <a:pt x="7546827" y="1837989"/>
                  </a:lnTo>
                  <a:lnTo>
                    <a:pt x="7641817" y="1844671"/>
                  </a:lnTo>
                  <a:lnTo>
                    <a:pt x="7734013" y="1850287"/>
                  </a:lnTo>
                  <a:lnTo>
                    <a:pt x="7819046" y="1854817"/>
                  </a:lnTo>
                  <a:lnTo>
                    <a:pt x="7892562" y="1858272"/>
                  </a:lnTo>
                  <a:lnTo>
                    <a:pt x="7951078" y="1860718"/>
                  </a:lnTo>
                  <a:lnTo>
                    <a:pt x="7992808" y="1862277"/>
                  </a:lnTo>
                  <a:lnTo>
                    <a:pt x="8018184" y="1863130"/>
                  </a:lnTo>
                  <a:lnTo>
                    <a:pt x="8029923" y="1863486"/>
                  </a:lnTo>
                  <a:lnTo>
                    <a:pt x="8032819" y="1863566"/>
                  </a:lnTo>
                  <a:lnTo>
                    <a:pt x="8554953" y="1863566"/>
                  </a:lnTo>
                  <a:lnTo>
                    <a:pt x="8554953" y="1857919"/>
                  </a:lnTo>
                  <a:lnTo>
                    <a:pt x="8032819" y="1857919"/>
                  </a:lnTo>
                  <a:lnTo>
                    <a:pt x="8031570" y="1857885"/>
                  </a:lnTo>
                  <a:lnTo>
                    <a:pt x="8023398" y="1857645"/>
                  </a:lnTo>
                  <a:lnTo>
                    <a:pt x="8002957" y="1856982"/>
                  </a:lnTo>
                  <a:lnTo>
                    <a:pt x="7966819" y="1855679"/>
                  </a:lnTo>
                  <a:lnTo>
                    <a:pt x="7913780" y="1853544"/>
                  </a:lnTo>
                  <a:lnTo>
                    <a:pt x="7844926" y="1850434"/>
                  </a:lnTo>
                  <a:lnTo>
                    <a:pt x="7763257" y="1846264"/>
                  </a:lnTo>
                  <a:lnTo>
                    <a:pt x="7672940" y="1841008"/>
                  </a:lnTo>
                  <a:lnTo>
                    <a:pt x="7578423" y="1834677"/>
                  </a:lnTo>
                  <a:lnTo>
                    <a:pt x="7483698" y="1827297"/>
                  </a:lnTo>
                  <a:lnTo>
                    <a:pt x="7391854" y="1818883"/>
                  </a:lnTo>
                  <a:lnTo>
                    <a:pt x="7304933" y="1809420"/>
                  </a:lnTo>
                  <a:lnTo>
                    <a:pt x="7224015" y="1798851"/>
                  </a:lnTo>
                  <a:lnTo>
                    <a:pt x="7149407" y="1787077"/>
                  </a:lnTo>
                  <a:lnTo>
                    <a:pt x="7080866" y="1773949"/>
                  </a:lnTo>
                  <a:lnTo>
                    <a:pt x="7017784" y="1759280"/>
                  </a:lnTo>
                  <a:lnTo>
                    <a:pt x="6959346" y="1742848"/>
                  </a:lnTo>
                  <a:lnTo>
                    <a:pt x="6904640" y="1724414"/>
                  </a:lnTo>
                  <a:lnTo>
                    <a:pt x="6852743" y="1703752"/>
                  </a:lnTo>
                  <a:lnTo>
                    <a:pt x="6802801" y="1680696"/>
                  </a:lnTo>
                  <a:lnTo>
                    <a:pt x="6786527" y="1672503"/>
                  </a:lnTo>
                  <a:lnTo>
                    <a:pt x="6737848" y="1646059"/>
                  </a:lnTo>
                  <a:lnTo>
                    <a:pt x="6689644" y="1617095"/>
                  </a:lnTo>
                  <a:lnTo>
                    <a:pt x="6641470" y="1585569"/>
                  </a:lnTo>
                  <a:lnTo>
                    <a:pt x="6593008" y="1551513"/>
                  </a:lnTo>
                  <a:lnTo>
                    <a:pt x="6544057" y="1515041"/>
                  </a:lnTo>
                  <a:lnTo>
                    <a:pt x="6494519" y="1476358"/>
                  </a:lnTo>
                  <a:lnTo>
                    <a:pt x="6444383" y="1435755"/>
                  </a:lnTo>
                  <a:lnTo>
                    <a:pt x="6393719" y="1393611"/>
                  </a:lnTo>
                  <a:lnTo>
                    <a:pt x="6342656" y="1350373"/>
                  </a:lnTo>
                  <a:lnTo>
                    <a:pt x="6291370" y="1306544"/>
                  </a:lnTo>
                  <a:lnTo>
                    <a:pt x="6240062" y="1262655"/>
                  </a:lnTo>
                  <a:lnTo>
                    <a:pt x="6188933" y="1219241"/>
                  </a:lnTo>
                  <a:lnTo>
                    <a:pt x="6138167" y="1176813"/>
                  </a:lnTo>
                  <a:lnTo>
                    <a:pt x="6087906" y="1135833"/>
                  </a:lnTo>
                  <a:lnTo>
                    <a:pt x="6038233" y="1096696"/>
                  </a:lnTo>
                  <a:lnTo>
                    <a:pt x="5989158" y="1059714"/>
                  </a:lnTo>
                  <a:lnTo>
                    <a:pt x="5940601" y="1025109"/>
                  </a:lnTo>
                  <a:lnTo>
                    <a:pt x="5892386" y="993017"/>
                  </a:lnTo>
                  <a:lnTo>
                    <a:pt x="5844222" y="963486"/>
                  </a:lnTo>
                  <a:lnTo>
                    <a:pt x="5795694" y="936490"/>
                  </a:lnTo>
                  <a:lnTo>
                    <a:pt x="5784835" y="930842"/>
                  </a:lnTo>
                  <a:lnTo>
                    <a:pt x="5735376" y="906977"/>
                  </a:lnTo>
                  <a:lnTo>
                    <a:pt x="5684217" y="885533"/>
                  </a:lnTo>
                  <a:lnTo>
                    <a:pt x="5630544" y="866382"/>
                  </a:lnTo>
                  <a:lnTo>
                    <a:pt x="5573448" y="849313"/>
                  </a:lnTo>
                  <a:lnTo>
                    <a:pt x="5512005" y="834084"/>
                  </a:lnTo>
                  <a:lnTo>
                    <a:pt x="5445356" y="820467"/>
                  </a:lnTo>
                  <a:lnTo>
                    <a:pt x="5372811" y="808262"/>
                  </a:lnTo>
                  <a:lnTo>
                    <a:pt x="5293986" y="797307"/>
                  </a:lnTo>
                  <a:lnTo>
                    <a:pt x="5208980" y="787485"/>
                  </a:lnTo>
                  <a:lnTo>
                    <a:pt x="5118594" y="778726"/>
                  </a:lnTo>
                  <a:lnTo>
                    <a:pt x="5024535" y="771003"/>
                  </a:lnTo>
                  <a:lnTo>
                    <a:pt x="4929545" y="764321"/>
                  </a:lnTo>
                  <a:lnTo>
                    <a:pt x="4837349" y="758705"/>
                  </a:lnTo>
                  <a:lnTo>
                    <a:pt x="4752316" y="754176"/>
                  </a:lnTo>
                  <a:lnTo>
                    <a:pt x="4678800" y="750720"/>
                  </a:lnTo>
                  <a:lnTo>
                    <a:pt x="4620284" y="748274"/>
                  </a:lnTo>
                  <a:lnTo>
                    <a:pt x="4578554" y="746715"/>
                  </a:lnTo>
                  <a:lnTo>
                    <a:pt x="4553178" y="745862"/>
                  </a:lnTo>
                  <a:lnTo>
                    <a:pt x="4541439" y="745506"/>
                  </a:lnTo>
                  <a:lnTo>
                    <a:pt x="4538543" y="745426"/>
                  </a:lnTo>
                  <a:lnTo>
                    <a:pt x="4016409" y="745426"/>
                  </a:lnTo>
                  <a:lnTo>
                    <a:pt x="4015149" y="745403"/>
                  </a:lnTo>
                  <a:lnTo>
                    <a:pt x="4006906" y="745241"/>
                  </a:lnTo>
                  <a:lnTo>
                    <a:pt x="3986295" y="744792"/>
                  </a:lnTo>
                  <a:lnTo>
                    <a:pt x="3949872" y="743911"/>
                  </a:lnTo>
                  <a:lnTo>
                    <a:pt x="3896447" y="742468"/>
                  </a:lnTo>
                  <a:lnTo>
                    <a:pt x="3827146" y="740367"/>
                  </a:lnTo>
                  <a:lnTo>
                    <a:pt x="3745021" y="737550"/>
                  </a:lnTo>
                  <a:lnTo>
                    <a:pt x="3654289" y="734001"/>
                  </a:lnTo>
                  <a:lnTo>
                    <a:pt x="3559437" y="729728"/>
                  </a:lnTo>
                  <a:lnTo>
                    <a:pt x="3464473" y="724749"/>
                  </a:lnTo>
                  <a:lnTo>
                    <a:pt x="3372484" y="719072"/>
                  </a:lnTo>
                  <a:lnTo>
                    <a:pt x="3285496" y="712687"/>
                  </a:lnTo>
                  <a:lnTo>
                    <a:pt x="3204571" y="705555"/>
                  </a:lnTo>
                  <a:lnTo>
                    <a:pt x="3129995" y="697607"/>
                  </a:lnTo>
                  <a:lnTo>
                    <a:pt x="3061500" y="688742"/>
                  </a:lnTo>
                  <a:lnTo>
                    <a:pt x="2998465" y="678832"/>
                  </a:lnTo>
                  <a:lnTo>
                    <a:pt x="2940059" y="667726"/>
                  </a:lnTo>
                  <a:lnTo>
                    <a:pt x="2885358" y="655262"/>
                  </a:lnTo>
                  <a:lnTo>
                    <a:pt x="2833436" y="641288"/>
                  </a:lnTo>
                  <a:lnTo>
                    <a:pt x="2783435" y="625697"/>
                  </a:lnTo>
                  <a:lnTo>
                    <a:pt x="2770117" y="621188"/>
                  </a:lnTo>
                  <a:lnTo>
                    <a:pt x="2718742" y="602432"/>
                  </a:lnTo>
                  <a:lnTo>
                    <a:pt x="2667867" y="581791"/>
                  </a:lnTo>
                  <a:lnTo>
                    <a:pt x="2616979" y="559237"/>
                  </a:lnTo>
                  <a:lnTo>
                    <a:pt x="2565727" y="534804"/>
                  </a:lnTo>
                  <a:lnTo>
                    <a:pt x="2513897" y="508596"/>
                  </a:lnTo>
                  <a:lnTo>
                    <a:pt x="2461399" y="480790"/>
                  </a:lnTo>
                  <a:lnTo>
                    <a:pt x="2408254" y="451640"/>
                  </a:lnTo>
                  <a:lnTo>
                    <a:pt x="2354569" y="421463"/>
                  </a:lnTo>
                  <a:lnTo>
                    <a:pt x="2300523" y="390633"/>
                  </a:lnTo>
                  <a:lnTo>
                    <a:pt x="2246339" y="359560"/>
                  </a:lnTo>
                  <a:lnTo>
                    <a:pt x="2192256" y="328665"/>
                  </a:lnTo>
                  <a:lnTo>
                    <a:pt x="2138503" y="298363"/>
                  </a:lnTo>
                  <a:lnTo>
                    <a:pt x="2085265" y="269033"/>
                  </a:lnTo>
                  <a:lnTo>
                    <a:pt x="2032665" y="241002"/>
                  </a:lnTo>
                  <a:lnTo>
                    <a:pt x="1980735" y="214535"/>
                  </a:lnTo>
                  <a:lnTo>
                    <a:pt x="1929404" y="189821"/>
                  </a:lnTo>
                  <a:lnTo>
                    <a:pt x="1878480" y="166974"/>
                  </a:lnTo>
                  <a:lnTo>
                    <a:pt x="1827632" y="146040"/>
                  </a:lnTo>
                  <a:lnTo>
                    <a:pt x="1776374" y="126998"/>
                  </a:lnTo>
                  <a:lnTo>
                    <a:pt x="1768425" y="124237"/>
                  </a:lnTo>
                  <a:lnTo>
                    <a:pt x="1718816" y="108201"/>
                  </a:lnTo>
                  <a:lnTo>
                    <a:pt x="1667493" y="93797"/>
                  </a:lnTo>
                  <a:lnTo>
                    <a:pt x="1613636" y="80937"/>
                  </a:lnTo>
                  <a:lnTo>
                    <a:pt x="1556327" y="69479"/>
                  </a:lnTo>
                  <a:lnTo>
                    <a:pt x="1494634" y="59260"/>
                  </a:lnTo>
                  <a:lnTo>
                    <a:pt x="1427692" y="50126"/>
                  </a:lnTo>
                  <a:lnTo>
                    <a:pt x="1354808" y="41940"/>
                  </a:lnTo>
                  <a:lnTo>
                    <a:pt x="1275603" y="34595"/>
                  </a:lnTo>
                  <a:lnTo>
                    <a:pt x="1190190" y="28013"/>
                  </a:lnTo>
                  <a:lnTo>
                    <a:pt x="1099399" y="22147"/>
                  </a:lnTo>
                  <a:lnTo>
                    <a:pt x="1004981" y="16978"/>
                  </a:lnTo>
                  <a:lnTo>
                    <a:pt x="909736" y="12512"/>
                  </a:lnTo>
                  <a:lnTo>
                    <a:pt x="817453" y="8765"/>
                  </a:lnTo>
                  <a:lnTo>
                    <a:pt x="732552" y="5750"/>
                  </a:lnTo>
                  <a:lnTo>
                    <a:pt x="659408" y="3459"/>
                  </a:lnTo>
                  <a:lnTo>
                    <a:pt x="601478" y="1845"/>
                  </a:lnTo>
                  <a:lnTo>
                    <a:pt x="560465" y="823"/>
                  </a:lnTo>
                  <a:lnTo>
                    <a:pt x="535818" y="272"/>
                  </a:lnTo>
                  <a:lnTo>
                    <a:pt x="524681" y="46"/>
                  </a:lnTo>
                  <a:lnTo>
                    <a:pt x="5221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87" name="pl87"/>
            <p:cNvSpPr/>
            <p:nvPr/>
          </p:nvSpPr>
          <p:spPr>
            <a:xfrm>
              <a:off x="386606" y="1140367"/>
              <a:ext cx="8554953" cy="1857919"/>
            </a:xfrm>
            <a:custGeom>
              <a:avLst/>
              <a:pathLst>
                <a:path w="8554953" h="1857919">
                  <a:moveTo>
                    <a:pt x="0" y="0"/>
                  </a:moveTo>
                  <a:lnTo>
                    <a:pt x="522133" y="0"/>
                  </a:lnTo>
                  <a:lnTo>
                    <a:pt x="523394" y="22"/>
                  </a:lnTo>
                  <a:lnTo>
                    <a:pt x="531636" y="184"/>
                  </a:lnTo>
                  <a:lnTo>
                    <a:pt x="552247" y="633"/>
                  </a:lnTo>
                  <a:lnTo>
                    <a:pt x="588670" y="1514"/>
                  </a:lnTo>
                  <a:lnTo>
                    <a:pt x="642095" y="2957"/>
                  </a:lnTo>
                  <a:lnTo>
                    <a:pt x="711397" y="5059"/>
                  </a:lnTo>
                  <a:lnTo>
                    <a:pt x="793521" y="7875"/>
                  </a:lnTo>
                  <a:lnTo>
                    <a:pt x="884253" y="11424"/>
                  </a:lnTo>
                  <a:lnTo>
                    <a:pt x="979105" y="15697"/>
                  </a:lnTo>
                  <a:lnTo>
                    <a:pt x="1074069" y="20677"/>
                  </a:lnTo>
                  <a:lnTo>
                    <a:pt x="1166059" y="26354"/>
                  </a:lnTo>
                  <a:lnTo>
                    <a:pt x="1253046" y="32738"/>
                  </a:lnTo>
                  <a:lnTo>
                    <a:pt x="1333971" y="39870"/>
                  </a:lnTo>
                  <a:lnTo>
                    <a:pt x="1408548" y="47818"/>
                  </a:lnTo>
                  <a:lnTo>
                    <a:pt x="1477042" y="56683"/>
                  </a:lnTo>
                  <a:lnTo>
                    <a:pt x="1540077" y="66594"/>
                  </a:lnTo>
                  <a:lnTo>
                    <a:pt x="1598484" y="77700"/>
                  </a:lnTo>
                  <a:lnTo>
                    <a:pt x="1653184" y="90164"/>
                  </a:lnTo>
                  <a:lnTo>
                    <a:pt x="1705106" y="104138"/>
                  </a:lnTo>
                  <a:lnTo>
                    <a:pt x="1755108" y="119729"/>
                  </a:lnTo>
                  <a:lnTo>
                    <a:pt x="1768425" y="124237"/>
                  </a:lnTo>
                  <a:lnTo>
                    <a:pt x="1819800" y="142994"/>
                  </a:lnTo>
                  <a:lnTo>
                    <a:pt x="1870675" y="163635"/>
                  </a:lnTo>
                  <a:lnTo>
                    <a:pt x="1921563" y="186188"/>
                  </a:lnTo>
                  <a:lnTo>
                    <a:pt x="1972816" y="210622"/>
                  </a:lnTo>
                  <a:lnTo>
                    <a:pt x="2024646" y="236830"/>
                  </a:lnTo>
                  <a:lnTo>
                    <a:pt x="2077143" y="264635"/>
                  </a:lnTo>
                  <a:lnTo>
                    <a:pt x="2130288" y="293786"/>
                  </a:lnTo>
                  <a:lnTo>
                    <a:pt x="2183973" y="323963"/>
                  </a:lnTo>
                  <a:lnTo>
                    <a:pt x="2238019" y="354792"/>
                  </a:lnTo>
                  <a:lnTo>
                    <a:pt x="2292203" y="385866"/>
                  </a:lnTo>
                  <a:lnTo>
                    <a:pt x="2346286" y="416760"/>
                  </a:lnTo>
                  <a:lnTo>
                    <a:pt x="2400039" y="447063"/>
                  </a:lnTo>
                  <a:lnTo>
                    <a:pt x="2453277" y="476393"/>
                  </a:lnTo>
                  <a:lnTo>
                    <a:pt x="2505877" y="504423"/>
                  </a:lnTo>
                  <a:lnTo>
                    <a:pt x="2557807" y="530890"/>
                  </a:lnTo>
                  <a:lnTo>
                    <a:pt x="2609138" y="555605"/>
                  </a:lnTo>
                  <a:lnTo>
                    <a:pt x="2660063" y="578451"/>
                  </a:lnTo>
                  <a:lnTo>
                    <a:pt x="2710911" y="599385"/>
                  </a:lnTo>
                  <a:lnTo>
                    <a:pt x="2762168" y="618427"/>
                  </a:lnTo>
                  <a:lnTo>
                    <a:pt x="2770117" y="621188"/>
                  </a:lnTo>
                  <a:lnTo>
                    <a:pt x="2819727" y="637225"/>
                  </a:lnTo>
                  <a:lnTo>
                    <a:pt x="2871049" y="651629"/>
                  </a:lnTo>
                  <a:lnTo>
                    <a:pt x="2924906" y="664488"/>
                  </a:lnTo>
                  <a:lnTo>
                    <a:pt x="2982215" y="675947"/>
                  </a:lnTo>
                  <a:lnTo>
                    <a:pt x="3043908" y="686165"/>
                  </a:lnTo>
                  <a:lnTo>
                    <a:pt x="3110850" y="695300"/>
                  </a:lnTo>
                  <a:lnTo>
                    <a:pt x="3183734" y="703485"/>
                  </a:lnTo>
                  <a:lnTo>
                    <a:pt x="3262940" y="710830"/>
                  </a:lnTo>
                  <a:lnTo>
                    <a:pt x="3348352" y="717412"/>
                  </a:lnTo>
                  <a:lnTo>
                    <a:pt x="3439143" y="723279"/>
                  </a:lnTo>
                  <a:lnTo>
                    <a:pt x="3533561" y="728448"/>
                  </a:lnTo>
                  <a:lnTo>
                    <a:pt x="3628806" y="732914"/>
                  </a:lnTo>
                  <a:lnTo>
                    <a:pt x="3721089" y="736661"/>
                  </a:lnTo>
                  <a:lnTo>
                    <a:pt x="3805990" y="739675"/>
                  </a:lnTo>
                  <a:lnTo>
                    <a:pt x="3879134" y="741967"/>
                  </a:lnTo>
                  <a:lnTo>
                    <a:pt x="3937064" y="743581"/>
                  </a:lnTo>
                  <a:lnTo>
                    <a:pt x="3978078" y="744602"/>
                  </a:lnTo>
                  <a:lnTo>
                    <a:pt x="4002724" y="745154"/>
                  </a:lnTo>
                  <a:lnTo>
                    <a:pt x="4013862" y="745379"/>
                  </a:lnTo>
                  <a:lnTo>
                    <a:pt x="4016383" y="745426"/>
                  </a:lnTo>
                  <a:lnTo>
                    <a:pt x="4016409" y="745426"/>
                  </a:lnTo>
                  <a:lnTo>
                    <a:pt x="4538543" y="745426"/>
                  </a:lnTo>
                  <a:lnTo>
                    <a:pt x="4539792" y="745460"/>
                  </a:lnTo>
                  <a:lnTo>
                    <a:pt x="4547964" y="745700"/>
                  </a:lnTo>
                  <a:lnTo>
                    <a:pt x="4568405" y="746363"/>
                  </a:lnTo>
                  <a:lnTo>
                    <a:pt x="4604543" y="747666"/>
                  </a:lnTo>
                  <a:lnTo>
                    <a:pt x="4657582" y="749801"/>
                  </a:lnTo>
                  <a:lnTo>
                    <a:pt x="4726436" y="752911"/>
                  </a:lnTo>
                  <a:lnTo>
                    <a:pt x="4808105" y="757081"/>
                  </a:lnTo>
                  <a:lnTo>
                    <a:pt x="4898422" y="762337"/>
                  </a:lnTo>
                  <a:lnTo>
                    <a:pt x="4992939" y="768668"/>
                  </a:lnTo>
                  <a:lnTo>
                    <a:pt x="5087664" y="776048"/>
                  </a:lnTo>
                  <a:lnTo>
                    <a:pt x="5179508" y="784462"/>
                  </a:lnTo>
                  <a:lnTo>
                    <a:pt x="5266429" y="793925"/>
                  </a:lnTo>
                  <a:lnTo>
                    <a:pt x="5347347" y="804493"/>
                  </a:lnTo>
                  <a:lnTo>
                    <a:pt x="5421954" y="816268"/>
                  </a:lnTo>
                  <a:lnTo>
                    <a:pt x="5490496" y="829396"/>
                  </a:lnTo>
                  <a:lnTo>
                    <a:pt x="5553578" y="844065"/>
                  </a:lnTo>
                  <a:lnTo>
                    <a:pt x="5612016" y="860497"/>
                  </a:lnTo>
                  <a:lnTo>
                    <a:pt x="5666722" y="878931"/>
                  </a:lnTo>
                  <a:lnTo>
                    <a:pt x="5718619" y="899593"/>
                  </a:lnTo>
                  <a:lnTo>
                    <a:pt x="5768561" y="922649"/>
                  </a:lnTo>
                  <a:lnTo>
                    <a:pt x="5784835" y="930842"/>
                  </a:lnTo>
                  <a:lnTo>
                    <a:pt x="5833514" y="957286"/>
                  </a:lnTo>
                  <a:lnTo>
                    <a:pt x="5881717" y="986250"/>
                  </a:lnTo>
                  <a:lnTo>
                    <a:pt x="5929892" y="1017776"/>
                  </a:lnTo>
                  <a:lnTo>
                    <a:pt x="5978354" y="1051832"/>
                  </a:lnTo>
                  <a:lnTo>
                    <a:pt x="6027305" y="1088303"/>
                  </a:lnTo>
                  <a:lnTo>
                    <a:pt x="6076843" y="1126987"/>
                  </a:lnTo>
                  <a:lnTo>
                    <a:pt x="6126979" y="1167589"/>
                  </a:lnTo>
                  <a:lnTo>
                    <a:pt x="6177643" y="1209734"/>
                  </a:lnTo>
                  <a:lnTo>
                    <a:pt x="6228706" y="1252972"/>
                  </a:lnTo>
                  <a:lnTo>
                    <a:pt x="6279992" y="1296801"/>
                  </a:lnTo>
                  <a:lnTo>
                    <a:pt x="6331300" y="1340690"/>
                  </a:lnTo>
                  <a:lnTo>
                    <a:pt x="6382429" y="1384104"/>
                  </a:lnTo>
                  <a:lnTo>
                    <a:pt x="6433195" y="1426532"/>
                  </a:lnTo>
                  <a:lnTo>
                    <a:pt x="6483456" y="1467511"/>
                  </a:lnTo>
                  <a:lnTo>
                    <a:pt x="6533129" y="1506649"/>
                  </a:lnTo>
                  <a:lnTo>
                    <a:pt x="6582204" y="1543631"/>
                  </a:lnTo>
                  <a:lnTo>
                    <a:pt x="6630761" y="1578236"/>
                  </a:lnTo>
                  <a:lnTo>
                    <a:pt x="6678976" y="1610328"/>
                  </a:lnTo>
                  <a:lnTo>
                    <a:pt x="6727140" y="1639859"/>
                  </a:lnTo>
                  <a:lnTo>
                    <a:pt x="6775668" y="1666854"/>
                  </a:lnTo>
                  <a:lnTo>
                    <a:pt x="6786527" y="1672503"/>
                  </a:lnTo>
                  <a:lnTo>
                    <a:pt x="6835986" y="1696368"/>
                  </a:lnTo>
                  <a:lnTo>
                    <a:pt x="6887144" y="1717812"/>
                  </a:lnTo>
                  <a:lnTo>
                    <a:pt x="6940818" y="1736962"/>
                  </a:lnTo>
                  <a:lnTo>
                    <a:pt x="6997914" y="1754032"/>
                  </a:lnTo>
                  <a:lnTo>
                    <a:pt x="7059357" y="1769261"/>
                  </a:lnTo>
                  <a:lnTo>
                    <a:pt x="7126006" y="1782877"/>
                  </a:lnTo>
                  <a:lnTo>
                    <a:pt x="7198551" y="1795083"/>
                  </a:lnTo>
                  <a:lnTo>
                    <a:pt x="7277376" y="1806038"/>
                  </a:lnTo>
                  <a:lnTo>
                    <a:pt x="7362382" y="1815860"/>
                  </a:lnTo>
                  <a:lnTo>
                    <a:pt x="7452768" y="1824619"/>
                  </a:lnTo>
                  <a:lnTo>
                    <a:pt x="7546827" y="1832342"/>
                  </a:lnTo>
                  <a:lnTo>
                    <a:pt x="7641817" y="1839024"/>
                  </a:lnTo>
                  <a:lnTo>
                    <a:pt x="7734013" y="1844640"/>
                  </a:lnTo>
                  <a:lnTo>
                    <a:pt x="7819046" y="1849169"/>
                  </a:lnTo>
                  <a:lnTo>
                    <a:pt x="7892562" y="1852625"/>
                  </a:lnTo>
                  <a:lnTo>
                    <a:pt x="7951078" y="1855070"/>
                  </a:lnTo>
                  <a:lnTo>
                    <a:pt x="7992808" y="1856630"/>
                  </a:lnTo>
                  <a:lnTo>
                    <a:pt x="8018184" y="1857483"/>
                  </a:lnTo>
                  <a:lnTo>
                    <a:pt x="8029923" y="1857839"/>
                  </a:lnTo>
                  <a:lnTo>
                    <a:pt x="8032772" y="1857918"/>
                  </a:lnTo>
                  <a:lnTo>
                    <a:pt x="8032819" y="1857919"/>
                  </a:lnTo>
                  <a:lnTo>
                    <a:pt x="8554953" y="1857919"/>
                  </a:lnTo>
                  <a:lnTo>
                    <a:pt x="8554953" y="1857919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88" name="pl88"/>
            <p:cNvSpPr/>
            <p:nvPr/>
          </p:nvSpPr>
          <p:spPr>
            <a:xfrm>
              <a:off x="386606" y="1134720"/>
              <a:ext cx="8554953" cy="1857919"/>
            </a:xfrm>
            <a:custGeom>
              <a:avLst/>
              <a:pathLst>
                <a:path w="8554953" h="1857919">
                  <a:moveTo>
                    <a:pt x="8554953" y="1857919"/>
                  </a:moveTo>
                  <a:lnTo>
                    <a:pt x="8032819" y="1857919"/>
                  </a:lnTo>
                  <a:lnTo>
                    <a:pt x="8031570" y="1857885"/>
                  </a:lnTo>
                  <a:lnTo>
                    <a:pt x="8023398" y="1857645"/>
                  </a:lnTo>
                  <a:lnTo>
                    <a:pt x="8002957" y="1856982"/>
                  </a:lnTo>
                  <a:lnTo>
                    <a:pt x="7966819" y="1855679"/>
                  </a:lnTo>
                  <a:lnTo>
                    <a:pt x="7913780" y="1853544"/>
                  </a:lnTo>
                  <a:lnTo>
                    <a:pt x="7844926" y="1850434"/>
                  </a:lnTo>
                  <a:lnTo>
                    <a:pt x="7763257" y="1846264"/>
                  </a:lnTo>
                  <a:lnTo>
                    <a:pt x="7672940" y="1841008"/>
                  </a:lnTo>
                  <a:lnTo>
                    <a:pt x="7578423" y="1834677"/>
                  </a:lnTo>
                  <a:lnTo>
                    <a:pt x="7483698" y="1827297"/>
                  </a:lnTo>
                  <a:lnTo>
                    <a:pt x="7391854" y="1818883"/>
                  </a:lnTo>
                  <a:lnTo>
                    <a:pt x="7304933" y="1809420"/>
                  </a:lnTo>
                  <a:lnTo>
                    <a:pt x="7224015" y="1798851"/>
                  </a:lnTo>
                  <a:lnTo>
                    <a:pt x="7149407" y="1787077"/>
                  </a:lnTo>
                  <a:lnTo>
                    <a:pt x="7080866" y="1773949"/>
                  </a:lnTo>
                  <a:lnTo>
                    <a:pt x="7017784" y="1759280"/>
                  </a:lnTo>
                  <a:lnTo>
                    <a:pt x="6959346" y="1742848"/>
                  </a:lnTo>
                  <a:lnTo>
                    <a:pt x="6904640" y="1724414"/>
                  </a:lnTo>
                  <a:lnTo>
                    <a:pt x="6852743" y="1703752"/>
                  </a:lnTo>
                  <a:lnTo>
                    <a:pt x="6802801" y="1680696"/>
                  </a:lnTo>
                  <a:lnTo>
                    <a:pt x="6786527" y="1672503"/>
                  </a:lnTo>
                  <a:lnTo>
                    <a:pt x="6737848" y="1646059"/>
                  </a:lnTo>
                  <a:lnTo>
                    <a:pt x="6689644" y="1617095"/>
                  </a:lnTo>
                  <a:lnTo>
                    <a:pt x="6641470" y="1585569"/>
                  </a:lnTo>
                  <a:lnTo>
                    <a:pt x="6593008" y="1551513"/>
                  </a:lnTo>
                  <a:lnTo>
                    <a:pt x="6544057" y="1515041"/>
                  </a:lnTo>
                  <a:lnTo>
                    <a:pt x="6494519" y="1476358"/>
                  </a:lnTo>
                  <a:lnTo>
                    <a:pt x="6444383" y="1435755"/>
                  </a:lnTo>
                  <a:lnTo>
                    <a:pt x="6393719" y="1393611"/>
                  </a:lnTo>
                  <a:lnTo>
                    <a:pt x="6342656" y="1350373"/>
                  </a:lnTo>
                  <a:lnTo>
                    <a:pt x="6291370" y="1306544"/>
                  </a:lnTo>
                  <a:lnTo>
                    <a:pt x="6240062" y="1262655"/>
                  </a:lnTo>
                  <a:lnTo>
                    <a:pt x="6188933" y="1219241"/>
                  </a:lnTo>
                  <a:lnTo>
                    <a:pt x="6138167" y="1176813"/>
                  </a:lnTo>
                  <a:lnTo>
                    <a:pt x="6087906" y="1135833"/>
                  </a:lnTo>
                  <a:lnTo>
                    <a:pt x="6038233" y="1096696"/>
                  </a:lnTo>
                  <a:lnTo>
                    <a:pt x="5989158" y="1059714"/>
                  </a:lnTo>
                  <a:lnTo>
                    <a:pt x="5940601" y="1025109"/>
                  </a:lnTo>
                  <a:lnTo>
                    <a:pt x="5892386" y="993017"/>
                  </a:lnTo>
                  <a:lnTo>
                    <a:pt x="5844222" y="963486"/>
                  </a:lnTo>
                  <a:lnTo>
                    <a:pt x="5795694" y="936490"/>
                  </a:lnTo>
                  <a:lnTo>
                    <a:pt x="5784835" y="930842"/>
                  </a:lnTo>
                  <a:lnTo>
                    <a:pt x="5735376" y="906977"/>
                  </a:lnTo>
                  <a:lnTo>
                    <a:pt x="5684217" y="885533"/>
                  </a:lnTo>
                  <a:lnTo>
                    <a:pt x="5630544" y="866382"/>
                  </a:lnTo>
                  <a:lnTo>
                    <a:pt x="5573448" y="849313"/>
                  </a:lnTo>
                  <a:lnTo>
                    <a:pt x="5512005" y="834084"/>
                  </a:lnTo>
                  <a:lnTo>
                    <a:pt x="5445356" y="820467"/>
                  </a:lnTo>
                  <a:lnTo>
                    <a:pt x="5372811" y="808262"/>
                  </a:lnTo>
                  <a:lnTo>
                    <a:pt x="5293986" y="797307"/>
                  </a:lnTo>
                  <a:lnTo>
                    <a:pt x="5208980" y="787485"/>
                  </a:lnTo>
                  <a:lnTo>
                    <a:pt x="5118594" y="778726"/>
                  </a:lnTo>
                  <a:lnTo>
                    <a:pt x="5024535" y="771003"/>
                  </a:lnTo>
                  <a:lnTo>
                    <a:pt x="4929545" y="764321"/>
                  </a:lnTo>
                  <a:lnTo>
                    <a:pt x="4837349" y="758705"/>
                  </a:lnTo>
                  <a:lnTo>
                    <a:pt x="4752316" y="754176"/>
                  </a:lnTo>
                  <a:lnTo>
                    <a:pt x="4678800" y="750720"/>
                  </a:lnTo>
                  <a:lnTo>
                    <a:pt x="4620284" y="748274"/>
                  </a:lnTo>
                  <a:lnTo>
                    <a:pt x="4578554" y="746715"/>
                  </a:lnTo>
                  <a:lnTo>
                    <a:pt x="4553178" y="745862"/>
                  </a:lnTo>
                  <a:lnTo>
                    <a:pt x="4541439" y="745506"/>
                  </a:lnTo>
                  <a:lnTo>
                    <a:pt x="4538590" y="745427"/>
                  </a:lnTo>
                  <a:lnTo>
                    <a:pt x="4538543" y="745426"/>
                  </a:lnTo>
                  <a:lnTo>
                    <a:pt x="4016409" y="745426"/>
                  </a:lnTo>
                  <a:lnTo>
                    <a:pt x="4015149" y="745403"/>
                  </a:lnTo>
                  <a:lnTo>
                    <a:pt x="4006906" y="745241"/>
                  </a:lnTo>
                  <a:lnTo>
                    <a:pt x="3986295" y="744792"/>
                  </a:lnTo>
                  <a:lnTo>
                    <a:pt x="3949872" y="743911"/>
                  </a:lnTo>
                  <a:lnTo>
                    <a:pt x="3896447" y="742468"/>
                  </a:lnTo>
                  <a:lnTo>
                    <a:pt x="3827146" y="740367"/>
                  </a:lnTo>
                  <a:lnTo>
                    <a:pt x="3745021" y="737550"/>
                  </a:lnTo>
                  <a:lnTo>
                    <a:pt x="3654289" y="734001"/>
                  </a:lnTo>
                  <a:lnTo>
                    <a:pt x="3559437" y="729728"/>
                  </a:lnTo>
                  <a:lnTo>
                    <a:pt x="3464473" y="724749"/>
                  </a:lnTo>
                  <a:lnTo>
                    <a:pt x="3372484" y="719072"/>
                  </a:lnTo>
                  <a:lnTo>
                    <a:pt x="3285496" y="712687"/>
                  </a:lnTo>
                  <a:lnTo>
                    <a:pt x="3204571" y="705555"/>
                  </a:lnTo>
                  <a:lnTo>
                    <a:pt x="3129995" y="697607"/>
                  </a:lnTo>
                  <a:lnTo>
                    <a:pt x="3061500" y="688742"/>
                  </a:lnTo>
                  <a:lnTo>
                    <a:pt x="2998465" y="678832"/>
                  </a:lnTo>
                  <a:lnTo>
                    <a:pt x="2940059" y="667726"/>
                  </a:lnTo>
                  <a:lnTo>
                    <a:pt x="2885358" y="655262"/>
                  </a:lnTo>
                  <a:lnTo>
                    <a:pt x="2833436" y="641288"/>
                  </a:lnTo>
                  <a:lnTo>
                    <a:pt x="2783435" y="625697"/>
                  </a:lnTo>
                  <a:lnTo>
                    <a:pt x="2770117" y="621188"/>
                  </a:lnTo>
                  <a:lnTo>
                    <a:pt x="2718742" y="602432"/>
                  </a:lnTo>
                  <a:lnTo>
                    <a:pt x="2667867" y="581791"/>
                  </a:lnTo>
                  <a:lnTo>
                    <a:pt x="2616979" y="559237"/>
                  </a:lnTo>
                  <a:lnTo>
                    <a:pt x="2565727" y="534804"/>
                  </a:lnTo>
                  <a:lnTo>
                    <a:pt x="2513897" y="508596"/>
                  </a:lnTo>
                  <a:lnTo>
                    <a:pt x="2461399" y="480790"/>
                  </a:lnTo>
                  <a:lnTo>
                    <a:pt x="2408254" y="451640"/>
                  </a:lnTo>
                  <a:lnTo>
                    <a:pt x="2354569" y="421463"/>
                  </a:lnTo>
                  <a:lnTo>
                    <a:pt x="2300523" y="390633"/>
                  </a:lnTo>
                  <a:lnTo>
                    <a:pt x="2246339" y="359560"/>
                  </a:lnTo>
                  <a:lnTo>
                    <a:pt x="2192256" y="328665"/>
                  </a:lnTo>
                  <a:lnTo>
                    <a:pt x="2138503" y="298363"/>
                  </a:lnTo>
                  <a:lnTo>
                    <a:pt x="2085265" y="269033"/>
                  </a:lnTo>
                  <a:lnTo>
                    <a:pt x="2032665" y="241002"/>
                  </a:lnTo>
                  <a:lnTo>
                    <a:pt x="1980735" y="214535"/>
                  </a:lnTo>
                  <a:lnTo>
                    <a:pt x="1929404" y="189821"/>
                  </a:lnTo>
                  <a:lnTo>
                    <a:pt x="1878480" y="166974"/>
                  </a:lnTo>
                  <a:lnTo>
                    <a:pt x="1827632" y="146040"/>
                  </a:lnTo>
                  <a:lnTo>
                    <a:pt x="1776374" y="126998"/>
                  </a:lnTo>
                  <a:lnTo>
                    <a:pt x="1768425" y="124237"/>
                  </a:lnTo>
                  <a:lnTo>
                    <a:pt x="1718816" y="108201"/>
                  </a:lnTo>
                  <a:lnTo>
                    <a:pt x="1667493" y="93797"/>
                  </a:lnTo>
                  <a:lnTo>
                    <a:pt x="1613636" y="80937"/>
                  </a:lnTo>
                  <a:lnTo>
                    <a:pt x="1556327" y="69479"/>
                  </a:lnTo>
                  <a:lnTo>
                    <a:pt x="1494634" y="59260"/>
                  </a:lnTo>
                  <a:lnTo>
                    <a:pt x="1427692" y="50126"/>
                  </a:lnTo>
                  <a:lnTo>
                    <a:pt x="1354808" y="41940"/>
                  </a:lnTo>
                  <a:lnTo>
                    <a:pt x="1275603" y="34595"/>
                  </a:lnTo>
                  <a:lnTo>
                    <a:pt x="1190190" y="28013"/>
                  </a:lnTo>
                  <a:lnTo>
                    <a:pt x="1099399" y="22147"/>
                  </a:lnTo>
                  <a:lnTo>
                    <a:pt x="1004981" y="16978"/>
                  </a:lnTo>
                  <a:lnTo>
                    <a:pt x="909736" y="12512"/>
                  </a:lnTo>
                  <a:lnTo>
                    <a:pt x="817453" y="8765"/>
                  </a:lnTo>
                  <a:lnTo>
                    <a:pt x="732552" y="5750"/>
                  </a:lnTo>
                  <a:lnTo>
                    <a:pt x="659408" y="3459"/>
                  </a:lnTo>
                  <a:lnTo>
                    <a:pt x="601478" y="1845"/>
                  </a:lnTo>
                  <a:lnTo>
                    <a:pt x="560465" y="823"/>
                  </a:lnTo>
                  <a:lnTo>
                    <a:pt x="535818" y="272"/>
                  </a:lnTo>
                  <a:lnTo>
                    <a:pt x="524681" y="46"/>
                  </a:lnTo>
                  <a:lnTo>
                    <a:pt x="522159" y="0"/>
                  </a:lnTo>
                  <a:lnTo>
                    <a:pt x="522133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89" name="pg89"/>
            <p:cNvSpPr/>
            <p:nvPr/>
          </p:nvSpPr>
          <p:spPr>
            <a:xfrm>
              <a:off x="386606" y="1140367"/>
              <a:ext cx="8554953" cy="2185455"/>
            </a:xfrm>
            <a:custGeom>
              <a:avLst/>
              <a:pathLst>
                <a:path w="8554953" h="2185455">
                  <a:moveTo>
                    <a:pt x="0" y="5647"/>
                  </a:moveTo>
                  <a:lnTo>
                    <a:pt x="522133" y="5647"/>
                  </a:lnTo>
                  <a:lnTo>
                    <a:pt x="523393" y="5670"/>
                  </a:lnTo>
                  <a:lnTo>
                    <a:pt x="531635" y="5833"/>
                  </a:lnTo>
                  <a:lnTo>
                    <a:pt x="552244" y="6285"/>
                  </a:lnTo>
                  <a:lnTo>
                    <a:pt x="588664" y="7173"/>
                  </a:lnTo>
                  <a:lnTo>
                    <a:pt x="642084" y="8626"/>
                  </a:lnTo>
                  <a:lnTo>
                    <a:pt x="711379" y="10744"/>
                  </a:lnTo>
                  <a:lnTo>
                    <a:pt x="793499" y="13581"/>
                  </a:lnTo>
                  <a:lnTo>
                    <a:pt x="884225" y="17157"/>
                  </a:lnTo>
                  <a:lnTo>
                    <a:pt x="979073" y="21462"/>
                  </a:lnTo>
                  <a:lnTo>
                    <a:pt x="1074034" y="26479"/>
                  </a:lnTo>
                  <a:lnTo>
                    <a:pt x="1166022" y="32198"/>
                  </a:lnTo>
                  <a:lnTo>
                    <a:pt x="1253008" y="38631"/>
                  </a:lnTo>
                  <a:lnTo>
                    <a:pt x="1333933" y="45816"/>
                  </a:lnTo>
                  <a:lnTo>
                    <a:pt x="1408510" y="53823"/>
                  </a:lnTo>
                  <a:lnTo>
                    <a:pt x="1477005" y="62755"/>
                  </a:lnTo>
                  <a:lnTo>
                    <a:pt x="1540041" y="72739"/>
                  </a:lnTo>
                  <a:lnTo>
                    <a:pt x="1598448" y="83928"/>
                  </a:lnTo>
                  <a:lnTo>
                    <a:pt x="1653148" y="96485"/>
                  </a:lnTo>
                  <a:lnTo>
                    <a:pt x="1705070" y="110563"/>
                  </a:lnTo>
                  <a:lnTo>
                    <a:pt x="1755071" y="126271"/>
                  </a:lnTo>
                  <a:lnTo>
                    <a:pt x="1768425" y="130826"/>
                  </a:lnTo>
                  <a:lnTo>
                    <a:pt x="1819762" y="149709"/>
                  </a:lnTo>
                  <a:lnTo>
                    <a:pt x="1870599" y="170489"/>
                  </a:lnTo>
                  <a:lnTo>
                    <a:pt x="1921448" y="193193"/>
                  </a:lnTo>
                  <a:lnTo>
                    <a:pt x="1972661" y="217788"/>
                  </a:lnTo>
                  <a:lnTo>
                    <a:pt x="2024450" y="244169"/>
                  </a:lnTo>
                  <a:lnTo>
                    <a:pt x="2076905" y="272158"/>
                  </a:lnTo>
                  <a:lnTo>
                    <a:pt x="2130008" y="301502"/>
                  </a:lnTo>
                  <a:lnTo>
                    <a:pt x="2183650" y="331879"/>
                  </a:lnTo>
                  <a:lnTo>
                    <a:pt x="2237654" y="362917"/>
                  </a:lnTo>
                  <a:lnTo>
                    <a:pt x="2291797" y="394202"/>
                  </a:lnTo>
                  <a:lnTo>
                    <a:pt x="2345841" y="425310"/>
                  </a:lnTo>
                  <a:lnTo>
                    <a:pt x="2399558" y="455826"/>
                  </a:lnTo>
                  <a:lnTo>
                    <a:pt x="2452761" y="485367"/>
                  </a:lnTo>
                  <a:lnTo>
                    <a:pt x="2505329" y="513603"/>
                  </a:lnTo>
                  <a:lnTo>
                    <a:pt x="2557227" y="540269"/>
                  </a:lnTo>
                  <a:lnTo>
                    <a:pt x="2608525" y="565173"/>
                  </a:lnTo>
                  <a:lnTo>
                    <a:pt x="2659415" y="588199"/>
                  </a:lnTo>
                  <a:lnTo>
                    <a:pt x="2710223" y="609302"/>
                  </a:lnTo>
                  <a:lnTo>
                    <a:pt x="2761433" y="628499"/>
                  </a:lnTo>
                  <a:lnTo>
                    <a:pt x="2770117" y="631541"/>
                  </a:lnTo>
                  <a:lnTo>
                    <a:pt x="2819725" y="647699"/>
                  </a:lnTo>
                  <a:lnTo>
                    <a:pt x="2871045" y="662212"/>
                  </a:lnTo>
                  <a:lnTo>
                    <a:pt x="2924900" y="675168"/>
                  </a:lnTo>
                  <a:lnTo>
                    <a:pt x="2982206" y="686713"/>
                  </a:lnTo>
                  <a:lnTo>
                    <a:pt x="3043896" y="697009"/>
                  </a:lnTo>
                  <a:lnTo>
                    <a:pt x="3110834" y="706213"/>
                  </a:lnTo>
                  <a:lnTo>
                    <a:pt x="3183714" y="714460"/>
                  </a:lnTo>
                  <a:lnTo>
                    <a:pt x="3262915" y="721860"/>
                  </a:lnTo>
                  <a:lnTo>
                    <a:pt x="3348322" y="728492"/>
                  </a:lnTo>
                  <a:lnTo>
                    <a:pt x="3439108" y="734403"/>
                  </a:lnTo>
                  <a:lnTo>
                    <a:pt x="3533522" y="739612"/>
                  </a:lnTo>
                  <a:lnTo>
                    <a:pt x="3628764" y="744112"/>
                  </a:lnTo>
                  <a:lnTo>
                    <a:pt x="3721046" y="747887"/>
                  </a:lnTo>
                  <a:lnTo>
                    <a:pt x="3805949" y="750925"/>
                  </a:lnTo>
                  <a:lnTo>
                    <a:pt x="3879097" y="753234"/>
                  </a:lnTo>
                  <a:lnTo>
                    <a:pt x="3937035" y="754860"/>
                  </a:lnTo>
                  <a:lnTo>
                    <a:pt x="3978057" y="755890"/>
                  </a:lnTo>
                  <a:lnTo>
                    <a:pt x="4002712" y="756446"/>
                  </a:lnTo>
                  <a:lnTo>
                    <a:pt x="4013857" y="756673"/>
                  </a:lnTo>
                  <a:lnTo>
                    <a:pt x="4016409" y="756720"/>
                  </a:lnTo>
                  <a:lnTo>
                    <a:pt x="4538543" y="756720"/>
                  </a:lnTo>
                  <a:lnTo>
                    <a:pt x="4539780" y="756763"/>
                  </a:lnTo>
                  <a:lnTo>
                    <a:pt x="4547870" y="757068"/>
                  </a:lnTo>
                  <a:lnTo>
                    <a:pt x="4568114" y="757911"/>
                  </a:lnTo>
                  <a:lnTo>
                    <a:pt x="4603923" y="759567"/>
                  </a:lnTo>
                  <a:lnTo>
                    <a:pt x="4656516" y="762281"/>
                  </a:lnTo>
                  <a:lnTo>
                    <a:pt x="4724852" y="766236"/>
                  </a:lnTo>
                  <a:lnTo>
                    <a:pt x="4805991" y="771541"/>
                  </a:lnTo>
                  <a:lnTo>
                    <a:pt x="4895828" y="778232"/>
                  </a:lnTo>
                  <a:lnTo>
                    <a:pt x="4989953" y="786293"/>
                  </a:lnTo>
                  <a:lnTo>
                    <a:pt x="5084396" y="795694"/>
                  </a:lnTo>
                  <a:lnTo>
                    <a:pt x="5176068" y="806414"/>
                  </a:lnTo>
                  <a:lnTo>
                    <a:pt x="5262910" y="818470"/>
                  </a:lnTo>
                  <a:lnTo>
                    <a:pt x="5343818" y="831931"/>
                  </a:lnTo>
                  <a:lnTo>
                    <a:pt x="5418459" y="846924"/>
                  </a:lnTo>
                  <a:lnTo>
                    <a:pt x="5487055" y="863632"/>
                  </a:lnTo>
                  <a:lnTo>
                    <a:pt x="5550191" y="882291"/>
                  </a:lnTo>
                  <a:lnTo>
                    <a:pt x="5608667" y="903183"/>
                  </a:lnTo>
                  <a:lnTo>
                    <a:pt x="5663383" y="926609"/>
                  </a:lnTo>
                  <a:lnTo>
                    <a:pt x="5715252" y="952862"/>
                  </a:lnTo>
                  <a:lnTo>
                    <a:pt x="5765128" y="982156"/>
                  </a:lnTo>
                  <a:lnTo>
                    <a:pt x="5784835" y="994843"/>
                  </a:lnTo>
                  <a:lnTo>
                    <a:pt x="5831075" y="1027015"/>
                  </a:lnTo>
                  <a:lnTo>
                    <a:pt x="5876864" y="1062102"/>
                  </a:lnTo>
                  <a:lnTo>
                    <a:pt x="5922593" y="1100154"/>
                  </a:lnTo>
                  <a:lnTo>
                    <a:pt x="5968546" y="1141149"/>
                  </a:lnTo>
                  <a:lnTo>
                    <a:pt x="6014910" y="1184977"/>
                  </a:lnTo>
                  <a:lnTo>
                    <a:pt x="6061792" y="1231436"/>
                  </a:lnTo>
                  <a:lnTo>
                    <a:pt x="6109217" y="1280232"/>
                  </a:lnTo>
                  <a:lnTo>
                    <a:pt x="6157150" y="1330978"/>
                  </a:lnTo>
                  <a:lnTo>
                    <a:pt x="6205495" y="1383210"/>
                  </a:lnTo>
                  <a:lnTo>
                    <a:pt x="6254117" y="1436397"/>
                  </a:lnTo>
                  <a:lnTo>
                    <a:pt x="6302852" y="1489966"/>
                  </a:lnTo>
                  <a:lnTo>
                    <a:pt x="6351525" y="1543326"/>
                  </a:lnTo>
                  <a:lnTo>
                    <a:pt x="6399967" y="1595898"/>
                  </a:lnTo>
                  <a:lnTo>
                    <a:pt x="6448034" y="1647135"/>
                  </a:lnTo>
                  <a:lnTo>
                    <a:pt x="6495616" y="1696551"/>
                  </a:lnTo>
                  <a:lnTo>
                    <a:pt x="6542658" y="1743736"/>
                  </a:lnTo>
                  <a:lnTo>
                    <a:pt x="6589168" y="1788366"/>
                  </a:lnTo>
                  <a:lnTo>
                    <a:pt x="6635227" y="1830213"/>
                  </a:lnTo>
                  <a:lnTo>
                    <a:pt x="6680997" y="1869141"/>
                  </a:lnTo>
                  <a:lnTo>
                    <a:pt x="6726732" y="1905101"/>
                  </a:lnTo>
                  <a:lnTo>
                    <a:pt x="6772792" y="1938125"/>
                  </a:lnTo>
                  <a:lnTo>
                    <a:pt x="6786527" y="1947332"/>
                  </a:lnTo>
                  <a:lnTo>
                    <a:pt x="6835811" y="1977880"/>
                  </a:lnTo>
                  <a:lnTo>
                    <a:pt x="6886780" y="2005339"/>
                  </a:lnTo>
                  <a:lnTo>
                    <a:pt x="6940241" y="2029872"/>
                  </a:lnTo>
                  <a:lnTo>
                    <a:pt x="6997090" y="2051749"/>
                  </a:lnTo>
                  <a:lnTo>
                    <a:pt x="7058244" y="2071272"/>
                  </a:lnTo>
                  <a:lnTo>
                    <a:pt x="7124554" y="2088736"/>
                  </a:lnTo>
                  <a:lnTo>
                    <a:pt x="7196707" y="2104394"/>
                  </a:lnTo>
                  <a:lnTo>
                    <a:pt x="7275093" y="2118454"/>
                  </a:lnTo>
                  <a:lnTo>
                    <a:pt x="7359628" y="2131065"/>
                  </a:lnTo>
                  <a:lnTo>
                    <a:pt x="7449544" y="2142319"/>
                  </a:lnTo>
                  <a:lnTo>
                    <a:pt x="7543184" y="2152252"/>
                  </a:lnTo>
                  <a:lnTo>
                    <a:pt x="7637872" y="2160857"/>
                  </a:lnTo>
                  <a:lnTo>
                    <a:pt x="7729957" y="2168104"/>
                  </a:lnTo>
                  <a:lnTo>
                    <a:pt x="7815132" y="2173967"/>
                  </a:lnTo>
                  <a:lnTo>
                    <a:pt x="7889067" y="2178457"/>
                  </a:lnTo>
                  <a:lnTo>
                    <a:pt x="7948250" y="2181653"/>
                  </a:lnTo>
                  <a:lnTo>
                    <a:pt x="7990807" y="2183709"/>
                  </a:lnTo>
                  <a:lnTo>
                    <a:pt x="8017033" y="2184848"/>
                  </a:lnTo>
                  <a:lnTo>
                    <a:pt x="8029483" y="2185336"/>
                  </a:lnTo>
                  <a:lnTo>
                    <a:pt x="8032819" y="2185455"/>
                  </a:lnTo>
                  <a:lnTo>
                    <a:pt x="8554953" y="2185455"/>
                  </a:lnTo>
                  <a:lnTo>
                    <a:pt x="8554953" y="2179808"/>
                  </a:lnTo>
                  <a:lnTo>
                    <a:pt x="8032819" y="2179808"/>
                  </a:lnTo>
                  <a:lnTo>
                    <a:pt x="8031582" y="2179765"/>
                  </a:lnTo>
                  <a:lnTo>
                    <a:pt x="8023492" y="2179460"/>
                  </a:lnTo>
                  <a:lnTo>
                    <a:pt x="8003248" y="2178617"/>
                  </a:lnTo>
                  <a:lnTo>
                    <a:pt x="7967439" y="2176961"/>
                  </a:lnTo>
                  <a:lnTo>
                    <a:pt x="7914846" y="2174247"/>
                  </a:lnTo>
                  <a:lnTo>
                    <a:pt x="7846510" y="2170292"/>
                  </a:lnTo>
                  <a:lnTo>
                    <a:pt x="7765371" y="2164987"/>
                  </a:lnTo>
                  <a:lnTo>
                    <a:pt x="7675534" y="2158296"/>
                  </a:lnTo>
                  <a:lnTo>
                    <a:pt x="7581409" y="2150234"/>
                  </a:lnTo>
                  <a:lnTo>
                    <a:pt x="7486966" y="2140834"/>
                  </a:lnTo>
                  <a:lnTo>
                    <a:pt x="7395294" y="2130114"/>
                  </a:lnTo>
                  <a:lnTo>
                    <a:pt x="7308452" y="2118058"/>
                  </a:lnTo>
                  <a:lnTo>
                    <a:pt x="7227544" y="2104597"/>
                  </a:lnTo>
                  <a:lnTo>
                    <a:pt x="7152903" y="2089604"/>
                  </a:lnTo>
                  <a:lnTo>
                    <a:pt x="7084307" y="2072896"/>
                  </a:lnTo>
                  <a:lnTo>
                    <a:pt x="7021171" y="2054237"/>
                  </a:lnTo>
                  <a:lnTo>
                    <a:pt x="6962695" y="2033345"/>
                  </a:lnTo>
                  <a:lnTo>
                    <a:pt x="6907979" y="2009919"/>
                  </a:lnTo>
                  <a:lnTo>
                    <a:pt x="6856110" y="1983666"/>
                  </a:lnTo>
                  <a:lnTo>
                    <a:pt x="6806234" y="1954372"/>
                  </a:lnTo>
                  <a:lnTo>
                    <a:pt x="6786527" y="1941685"/>
                  </a:lnTo>
                  <a:lnTo>
                    <a:pt x="6740287" y="1909513"/>
                  </a:lnTo>
                  <a:lnTo>
                    <a:pt x="6694498" y="1874426"/>
                  </a:lnTo>
                  <a:lnTo>
                    <a:pt x="6648769" y="1836374"/>
                  </a:lnTo>
                  <a:lnTo>
                    <a:pt x="6602816" y="1795379"/>
                  </a:lnTo>
                  <a:lnTo>
                    <a:pt x="6556452" y="1751551"/>
                  </a:lnTo>
                  <a:lnTo>
                    <a:pt x="6509570" y="1705092"/>
                  </a:lnTo>
                  <a:lnTo>
                    <a:pt x="6462145" y="1656296"/>
                  </a:lnTo>
                  <a:lnTo>
                    <a:pt x="6414212" y="1605550"/>
                  </a:lnTo>
                  <a:lnTo>
                    <a:pt x="6365867" y="1553318"/>
                  </a:lnTo>
                  <a:lnTo>
                    <a:pt x="6317245" y="1500131"/>
                  </a:lnTo>
                  <a:lnTo>
                    <a:pt x="6268510" y="1446562"/>
                  </a:lnTo>
                  <a:lnTo>
                    <a:pt x="6219837" y="1393202"/>
                  </a:lnTo>
                  <a:lnTo>
                    <a:pt x="6171395" y="1340630"/>
                  </a:lnTo>
                  <a:lnTo>
                    <a:pt x="6123328" y="1289393"/>
                  </a:lnTo>
                  <a:lnTo>
                    <a:pt x="6075746" y="1239977"/>
                  </a:lnTo>
                  <a:lnTo>
                    <a:pt x="6028704" y="1192792"/>
                  </a:lnTo>
                  <a:lnTo>
                    <a:pt x="5982194" y="1148162"/>
                  </a:lnTo>
                  <a:lnTo>
                    <a:pt x="5936135" y="1106315"/>
                  </a:lnTo>
                  <a:lnTo>
                    <a:pt x="5890365" y="1067387"/>
                  </a:lnTo>
                  <a:lnTo>
                    <a:pt x="5844630" y="1031427"/>
                  </a:lnTo>
                  <a:lnTo>
                    <a:pt x="5798570" y="998403"/>
                  </a:lnTo>
                  <a:lnTo>
                    <a:pt x="5784835" y="989196"/>
                  </a:lnTo>
                  <a:lnTo>
                    <a:pt x="5735551" y="958648"/>
                  </a:lnTo>
                  <a:lnTo>
                    <a:pt x="5684582" y="931189"/>
                  </a:lnTo>
                  <a:lnTo>
                    <a:pt x="5631121" y="906656"/>
                  </a:lnTo>
                  <a:lnTo>
                    <a:pt x="5574272" y="884779"/>
                  </a:lnTo>
                  <a:lnTo>
                    <a:pt x="5513118" y="865256"/>
                  </a:lnTo>
                  <a:lnTo>
                    <a:pt x="5446808" y="847792"/>
                  </a:lnTo>
                  <a:lnTo>
                    <a:pt x="5374655" y="832134"/>
                  </a:lnTo>
                  <a:lnTo>
                    <a:pt x="5296269" y="818074"/>
                  </a:lnTo>
                  <a:lnTo>
                    <a:pt x="5211734" y="805463"/>
                  </a:lnTo>
                  <a:lnTo>
                    <a:pt x="5121818" y="794209"/>
                  </a:lnTo>
                  <a:lnTo>
                    <a:pt x="5028178" y="784276"/>
                  </a:lnTo>
                  <a:lnTo>
                    <a:pt x="4933490" y="775671"/>
                  </a:lnTo>
                  <a:lnTo>
                    <a:pt x="4841405" y="768424"/>
                  </a:lnTo>
                  <a:lnTo>
                    <a:pt x="4756230" y="762561"/>
                  </a:lnTo>
                  <a:lnTo>
                    <a:pt x="4682295" y="758071"/>
                  </a:lnTo>
                  <a:lnTo>
                    <a:pt x="4623112" y="754875"/>
                  </a:lnTo>
                  <a:lnTo>
                    <a:pt x="4580555" y="752819"/>
                  </a:lnTo>
                  <a:lnTo>
                    <a:pt x="4554329" y="751680"/>
                  </a:lnTo>
                  <a:lnTo>
                    <a:pt x="4541879" y="751192"/>
                  </a:lnTo>
                  <a:lnTo>
                    <a:pt x="4538543" y="751073"/>
                  </a:lnTo>
                  <a:lnTo>
                    <a:pt x="4016409" y="751073"/>
                  </a:lnTo>
                  <a:lnTo>
                    <a:pt x="4015149" y="751050"/>
                  </a:lnTo>
                  <a:lnTo>
                    <a:pt x="4006907" y="750887"/>
                  </a:lnTo>
                  <a:lnTo>
                    <a:pt x="3986298" y="750435"/>
                  </a:lnTo>
                  <a:lnTo>
                    <a:pt x="3949878" y="749547"/>
                  </a:lnTo>
                  <a:lnTo>
                    <a:pt x="3896459" y="748094"/>
                  </a:lnTo>
                  <a:lnTo>
                    <a:pt x="3827163" y="745976"/>
                  </a:lnTo>
                  <a:lnTo>
                    <a:pt x="3745044" y="743138"/>
                  </a:lnTo>
                  <a:lnTo>
                    <a:pt x="3654317" y="739563"/>
                  </a:lnTo>
                  <a:lnTo>
                    <a:pt x="3559469" y="735258"/>
                  </a:lnTo>
                  <a:lnTo>
                    <a:pt x="3464508" y="730241"/>
                  </a:lnTo>
                  <a:lnTo>
                    <a:pt x="3372520" y="724522"/>
                  </a:lnTo>
                  <a:lnTo>
                    <a:pt x="3285534" y="718089"/>
                  </a:lnTo>
                  <a:lnTo>
                    <a:pt x="3204609" y="710904"/>
                  </a:lnTo>
                  <a:lnTo>
                    <a:pt x="3130032" y="702897"/>
                  </a:lnTo>
                  <a:lnTo>
                    <a:pt x="3061537" y="693965"/>
                  </a:lnTo>
                  <a:lnTo>
                    <a:pt x="2998501" y="683981"/>
                  </a:lnTo>
                  <a:lnTo>
                    <a:pt x="2940094" y="672792"/>
                  </a:lnTo>
                  <a:lnTo>
                    <a:pt x="2885394" y="660235"/>
                  </a:lnTo>
                  <a:lnTo>
                    <a:pt x="2833472" y="646157"/>
                  </a:lnTo>
                  <a:lnTo>
                    <a:pt x="2783471" y="630449"/>
                  </a:lnTo>
                  <a:lnTo>
                    <a:pt x="2770117" y="625894"/>
                  </a:lnTo>
                  <a:lnTo>
                    <a:pt x="2718781" y="607011"/>
                  </a:lnTo>
                  <a:lnTo>
                    <a:pt x="2667943" y="586231"/>
                  </a:lnTo>
                  <a:lnTo>
                    <a:pt x="2617094" y="563527"/>
                  </a:lnTo>
                  <a:lnTo>
                    <a:pt x="2565881" y="538932"/>
                  </a:lnTo>
                  <a:lnTo>
                    <a:pt x="2514092" y="512551"/>
                  </a:lnTo>
                  <a:lnTo>
                    <a:pt x="2461637" y="484562"/>
                  </a:lnTo>
                  <a:lnTo>
                    <a:pt x="2408534" y="455218"/>
                  </a:lnTo>
                  <a:lnTo>
                    <a:pt x="2354892" y="424840"/>
                  </a:lnTo>
                  <a:lnTo>
                    <a:pt x="2300888" y="393803"/>
                  </a:lnTo>
                  <a:lnTo>
                    <a:pt x="2246745" y="362518"/>
                  </a:lnTo>
                  <a:lnTo>
                    <a:pt x="2192701" y="331410"/>
                  </a:lnTo>
                  <a:lnTo>
                    <a:pt x="2138984" y="300894"/>
                  </a:lnTo>
                  <a:lnTo>
                    <a:pt x="2085781" y="271353"/>
                  </a:lnTo>
                  <a:lnTo>
                    <a:pt x="2033213" y="243117"/>
                  </a:lnTo>
                  <a:lnTo>
                    <a:pt x="1981316" y="216451"/>
                  </a:lnTo>
                  <a:lnTo>
                    <a:pt x="1930017" y="191547"/>
                  </a:lnTo>
                  <a:lnTo>
                    <a:pt x="1879127" y="168521"/>
                  </a:lnTo>
                  <a:lnTo>
                    <a:pt x="1828319" y="147418"/>
                  </a:lnTo>
                  <a:lnTo>
                    <a:pt x="1777110" y="128221"/>
                  </a:lnTo>
                  <a:lnTo>
                    <a:pt x="1768425" y="125178"/>
                  </a:lnTo>
                  <a:lnTo>
                    <a:pt x="1718818" y="109021"/>
                  </a:lnTo>
                  <a:lnTo>
                    <a:pt x="1667497" y="94508"/>
                  </a:lnTo>
                  <a:lnTo>
                    <a:pt x="1613642" y="81552"/>
                  </a:lnTo>
                  <a:lnTo>
                    <a:pt x="1556336" y="70007"/>
                  </a:lnTo>
                  <a:lnTo>
                    <a:pt x="1494646" y="59711"/>
                  </a:lnTo>
                  <a:lnTo>
                    <a:pt x="1427708" y="50507"/>
                  </a:lnTo>
                  <a:lnTo>
                    <a:pt x="1354828" y="42260"/>
                  </a:lnTo>
                  <a:lnTo>
                    <a:pt x="1275627" y="34860"/>
                  </a:lnTo>
                  <a:lnTo>
                    <a:pt x="1190220" y="28227"/>
                  </a:lnTo>
                  <a:lnTo>
                    <a:pt x="1099434" y="22316"/>
                  </a:lnTo>
                  <a:lnTo>
                    <a:pt x="1005020" y="17108"/>
                  </a:lnTo>
                  <a:lnTo>
                    <a:pt x="909779" y="12608"/>
                  </a:lnTo>
                  <a:lnTo>
                    <a:pt x="817497" y="8833"/>
                  </a:lnTo>
                  <a:lnTo>
                    <a:pt x="732593" y="5795"/>
                  </a:lnTo>
                  <a:lnTo>
                    <a:pt x="659445" y="3486"/>
                  </a:lnTo>
                  <a:lnTo>
                    <a:pt x="601507" y="1860"/>
                  </a:lnTo>
                  <a:lnTo>
                    <a:pt x="560485" y="830"/>
                  </a:lnTo>
                  <a:lnTo>
                    <a:pt x="535830" y="274"/>
                  </a:lnTo>
                  <a:lnTo>
                    <a:pt x="524685" y="47"/>
                  </a:lnTo>
                  <a:lnTo>
                    <a:pt x="5221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90" name="pl90"/>
            <p:cNvSpPr/>
            <p:nvPr/>
          </p:nvSpPr>
          <p:spPr>
            <a:xfrm>
              <a:off x="386606" y="1146015"/>
              <a:ext cx="8554953" cy="2179808"/>
            </a:xfrm>
            <a:custGeom>
              <a:avLst/>
              <a:pathLst>
                <a:path w="8554953" h="2179808">
                  <a:moveTo>
                    <a:pt x="0" y="0"/>
                  </a:moveTo>
                  <a:lnTo>
                    <a:pt x="522133" y="0"/>
                  </a:lnTo>
                  <a:lnTo>
                    <a:pt x="523393" y="22"/>
                  </a:lnTo>
                  <a:lnTo>
                    <a:pt x="531635" y="186"/>
                  </a:lnTo>
                  <a:lnTo>
                    <a:pt x="552244" y="638"/>
                  </a:lnTo>
                  <a:lnTo>
                    <a:pt x="588664" y="1526"/>
                  </a:lnTo>
                  <a:lnTo>
                    <a:pt x="642084" y="2979"/>
                  </a:lnTo>
                  <a:lnTo>
                    <a:pt x="711379" y="5097"/>
                  </a:lnTo>
                  <a:lnTo>
                    <a:pt x="793499" y="7934"/>
                  </a:lnTo>
                  <a:lnTo>
                    <a:pt x="884225" y="11510"/>
                  </a:lnTo>
                  <a:lnTo>
                    <a:pt x="979073" y="15815"/>
                  </a:lnTo>
                  <a:lnTo>
                    <a:pt x="1074034" y="20831"/>
                  </a:lnTo>
                  <a:lnTo>
                    <a:pt x="1166022" y="26551"/>
                  </a:lnTo>
                  <a:lnTo>
                    <a:pt x="1253008" y="32983"/>
                  </a:lnTo>
                  <a:lnTo>
                    <a:pt x="1333933" y="40169"/>
                  </a:lnTo>
                  <a:lnTo>
                    <a:pt x="1408510" y="48176"/>
                  </a:lnTo>
                  <a:lnTo>
                    <a:pt x="1477005" y="57107"/>
                  </a:lnTo>
                  <a:lnTo>
                    <a:pt x="1540041" y="67092"/>
                  </a:lnTo>
                  <a:lnTo>
                    <a:pt x="1598448" y="78281"/>
                  </a:lnTo>
                  <a:lnTo>
                    <a:pt x="1653148" y="90838"/>
                  </a:lnTo>
                  <a:lnTo>
                    <a:pt x="1705070" y="104916"/>
                  </a:lnTo>
                  <a:lnTo>
                    <a:pt x="1755071" y="120623"/>
                  </a:lnTo>
                  <a:lnTo>
                    <a:pt x="1768425" y="125178"/>
                  </a:lnTo>
                  <a:lnTo>
                    <a:pt x="1819762" y="144062"/>
                  </a:lnTo>
                  <a:lnTo>
                    <a:pt x="1870599" y="164842"/>
                  </a:lnTo>
                  <a:lnTo>
                    <a:pt x="1921448" y="187546"/>
                  </a:lnTo>
                  <a:lnTo>
                    <a:pt x="1972661" y="212141"/>
                  </a:lnTo>
                  <a:lnTo>
                    <a:pt x="2024450" y="238522"/>
                  </a:lnTo>
                  <a:lnTo>
                    <a:pt x="2076905" y="266511"/>
                  </a:lnTo>
                  <a:lnTo>
                    <a:pt x="2130008" y="295855"/>
                  </a:lnTo>
                  <a:lnTo>
                    <a:pt x="2183650" y="326232"/>
                  </a:lnTo>
                  <a:lnTo>
                    <a:pt x="2237654" y="357269"/>
                  </a:lnTo>
                  <a:lnTo>
                    <a:pt x="2291797" y="388554"/>
                  </a:lnTo>
                  <a:lnTo>
                    <a:pt x="2345841" y="419663"/>
                  </a:lnTo>
                  <a:lnTo>
                    <a:pt x="2399558" y="450179"/>
                  </a:lnTo>
                  <a:lnTo>
                    <a:pt x="2452761" y="479720"/>
                  </a:lnTo>
                  <a:lnTo>
                    <a:pt x="2505329" y="507956"/>
                  </a:lnTo>
                  <a:lnTo>
                    <a:pt x="2557227" y="534622"/>
                  </a:lnTo>
                  <a:lnTo>
                    <a:pt x="2608525" y="559526"/>
                  </a:lnTo>
                  <a:lnTo>
                    <a:pt x="2659415" y="582552"/>
                  </a:lnTo>
                  <a:lnTo>
                    <a:pt x="2710223" y="603654"/>
                  </a:lnTo>
                  <a:lnTo>
                    <a:pt x="2761433" y="622852"/>
                  </a:lnTo>
                  <a:lnTo>
                    <a:pt x="2770117" y="625894"/>
                  </a:lnTo>
                  <a:lnTo>
                    <a:pt x="2819725" y="642051"/>
                  </a:lnTo>
                  <a:lnTo>
                    <a:pt x="2871045" y="656565"/>
                  </a:lnTo>
                  <a:lnTo>
                    <a:pt x="2924900" y="669521"/>
                  </a:lnTo>
                  <a:lnTo>
                    <a:pt x="2982206" y="681066"/>
                  </a:lnTo>
                  <a:lnTo>
                    <a:pt x="3043896" y="691362"/>
                  </a:lnTo>
                  <a:lnTo>
                    <a:pt x="3110834" y="700565"/>
                  </a:lnTo>
                  <a:lnTo>
                    <a:pt x="3183714" y="708813"/>
                  </a:lnTo>
                  <a:lnTo>
                    <a:pt x="3262915" y="716213"/>
                  </a:lnTo>
                  <a:lnTo>
                    <a:pt x="3348322" y="722845"/>
                  </a:lnTo>
                  <a:lnTo>
                    <a:pt x="3439108" y="728756"/>
                  </a:lnTo>
                  <a:lnTo>
                    <a:pt x="3533522" y="733964"/>
                  </a:lnTo>
                  <a:lnTo>
                    <a:pt x="3628764" y="738464"/>
                  </a:lnTo>
                  <a:lnTo>
                    <a:pt x="3721046" y="742240"/>
                  </a:lnTo>
                  <a:lnTo>
                    <a:pt x="3805949" y="745278"/>
                  </a:lnTo>
                  <a:lnTo>
                    <a:pt x="3879097" y="747587"/>
                  </a:lnTo>
                  <a:lnTo>
                    <a:pt x="3937035" y="749213"/>
                  </a:lnTo>
                  <a:lnTo>
                    <a:pt x="3978057" y="750243"/>
                  </a:lnTo>
                  <a:lnTo>
                    <a:pt x="4002712" y="750799"/>
                  </a:lnTo>
                  <a:lnTo>
                    <a:pt x="4013857" y="751026"/>
                  </a:lnTo>
                  <a:lnTo>
                    <a:pt x="4016383" y="751073"/>
                  </a:lnTo>
                  <a:lnTo>
                    <a:pt x="4016409" y="751073"/>
                  </a:lnTo>
                  <a:lnTo>
                    <a:pt x="4538543" y="751073"/>
                  </a:lnTo>
                  <a:lnTo>
                    <a:pt x="4539780" y="751116"/>
                  </a:lnTo>
                  <a:lnTo>
                    <a:pt x="4547870" y="751421"/>
                  </a:lnTo>
                  <a:lnTo>
                    <a:pt x="4568114" y="752264"/>
                  </a:lnTo>
                  <a:lnTo>
                    <a:pt x="4603923" y="753920"/>
                  </a:lnTo>
                  <a:lnTo>
                    <a:pt x="4656516" y="756634"/>
                  </a:lnTo>
                  <a:lnTo>
                    <a:pt x="4724852" y="760589"/>
                  </a:lnTo>
                  <a:lnTo>
                    <a:pt x="4805991" y="765894"/>
                  </a:lnTo>
                  <a:lnTo>
                    <a:pt x="4895828" y="772585"/>
                  </a:lnTo>
                  <a:lnTo>
                    <a:pt x="4989953" y="780646"/>
                  </a:lnTo>
                  <a:lnTo>
                    <a:pt x="5084396" y="790047"/>
                  </a:lnTo>
                  <a:lnTo>
                    <a:pt x="5176068" y="800767"/>
                  </a:lnTo>
                  <a:lnTo>
                    <a:pt x="5262910" y="812823"/>
                  </a:lnTo>
                  <a:lnTo>
                    <a:pt x="5343818" y="826284"/>
                  </a:lnTo>
                  <a:lnTo>
                    <a:pt x="5418459" y="841277"/>
                  </a:lnTo>
                  <a:lnTo>
                    <a:pt x="5487055" y="857984"/>
                  </a:lnTo>
                  <a:lnTo>
                    <a:pt x="5550191" y="876644"/>
                  </a:lnTo>
                  <a:lnTo>
                    <a:pt x="5608667" y="897536"/>
                  </a:lnTo>
                  <a:lnTo>
                    <a:pt x="5663383" y="920962"/>
                  </a:lnTo>
                  <a:lnTo>
                    <a:pt x="5715252" y="947214"/>
                  </a:lnTo>
                  <a:lnTo>
                    <a:pt x="5765128" y="976509"/>
                  </a:lnTo>
                  <a:lnTo>
                    <a:pt x="5784835" y="989196"/>
                  </a:lnTo>
                  <a:lnTo>
                    <a:pt x="5831075" y="1021368"/>
                  </a:lnTo>
                  <a:lnTo>
                    <a:pt x="5876864" y="1056455"/>
                  </a:lnTo>
                  <a:lnTo>
                    <a:pt x="5922593" y="1094507"/>
                  </a:lnTo>
                  <a:lnTo>
                    <a:pt x="5968546" y="1135502"/>
                  </a:lnTo>
                  <a:lnTo>
                    <a:pt x="6014910" y="1179330"/>
                  </a:lnTo>
                  <a:lnTo>
                    <a:pt x="6061792" y="1225789"/>
                  </a:lnTo>
                  <a:lnTo>
                    <a:pt x="6109217" y="1274585"/>
                  </a:lnTo>
                  <a:lnTo>
                    <a:pt x="6157150" y="1325331"/>
                  </a:lnTo>
                  <a:lnTo>
                    <a:pt x="6205495" y="1377563"/>
                  </a:lnTo>
                  <a:lnTo>
                    <a:pt x="6254117" y="1430750"/>
                  </a:lnTo>
                  <a:lnTo>
                    <a:pt x="6302852" y="1484319"/>
                  </a:lnTo>
                  <a:lnTo>
                    <a:pt x="6351525" y="1537679"/>
                  </a:lnTo>
                  <a:lnTo>
                    <a:pt x="6399967" y="1590251"/>
                  </a:lnTo>
                  <a:lnTo>
                    <a:pt x="6448034" y="1641488"/>
                  </a:lnTo>
                  <a:lnTo>
                    <a:pt x="6495616" y="1690904"/>
                  </a:lnTo>
                  <a:lnTo>
                    <a:pt x="6542658" y="1738088"/>
                  </a:lnTo>
                  <a:lnTo>
                    <a:pt x="6589168" y="1782719"/>
                  </a:lnTo>
                  <a:lnTo>
                    <a:pt x="6635227" y="1824566"/>
                  </a:lnTo>
                  <a:lnTo>
                    <a:pt x="6680997" y="1863494"/>
                  </a:lnTo>
                  <a:lnTo>
                    <a:pt x="6726732" y="1899454"/>
                  </a:lnTo>
                  <a:lnTo>
                    <a:pt x="6772792" y="1932478"/>
                  </a:lnTo>
                  <a:lnTo>
                    <a:pt x="6786527" y="1941685"/>
                  </a:lnTo>
                  <a:lnTo>
                    <a:pt x="6835811" y="1972233"/>
                  </a:lnTo>
                  <a:lnTo>
                    <a:pt x="6886780" y="1999692"/>
                  </a:lnTo>
                  <a:lnTo>
                    <a:pt x="6940241" y="2024225"/>
                  </a:lnTo>
                  <a:lnTo>
                    <a:pt x="6997090" y="2046101"/>
                  </a:lnTo>
                  <a:lnTo>
                    <a:pt x="7058244" y="2065625"/>
                  </a:lnTo>
                  <a:lnTo>
                    <a:pt x="7124554" y="2083088"/>
                  </a:lnTo>
                  <a:lnTo>
                    <a:pt x="7196707" y="2098747"/>
                  </a:lnTo>
                  <a:lnTo>
                    <a:pt x="7275093" y="2112807"/>
                  </a:lnTo>
                  <a:lnTo>
                    <a:pt x="7359628" y="2125418"/>
                  </a:lnTo>
                  <a:lnTo>
                    <a:pt x="7449544" y="2136672"/>
                  </a:lnTo>
                  <a:lnTo>
                    <a:pt x="7543184" y="2146605"/>
                  </a:lnTo>
                  <a:lnTo>
                    <a:pt x="7637872" y="2155210"/>
                  </a:lnTo>
                  <a:lnTo>
                    <a:pt x="7729957" y="2162457"/>
                  </a:lnTo>
                  <a:lnTo>
                    <a:pt x="7815132" y="2168320"/>
                  </a:lnTo>
                  <a:lnTo>
                    <a:pt x="7889067" y="2172810"/>
                  </a:lnTo>
                  <a:lnTo>
                    <a:pt x="7948250" y="2176006"/>
                  </a:lnTo>
                  <a:lnTo>
                    <a:pt x="7990807" y="2178062"/>
                  </a:lnTo>
                  <a:lnTo>
                    <a:pt x="8017033" y="2179201"/>
                  </a:lnTo>
                  <a:lnTo>
                    <a:pt x="8029483" y="2179689"/>
                  </a:lnTo>
                  <a:lnTo>
                    <a:pt x="8032735" y="2179805"/>
                  </a:lnTo>
                  <a:lnTo>
                    <a:pt x="8032819" y="2179808"/>
                  </a:lnTo>
                  <a:lnTo>
                    <a:pt x="8554953" y="2179808"/>
                  </a:lnTo>
                  <a:lnTo>
                    <a:pt x="8554953" y="2179808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91" name="pl91"/>
            <p:cNvSpPr/>
            <p:nvPr/>
          </p:nvSpPr>
          <p:spPr>
            <a:xfrm>
              <a:off x="386606" y="1140367"/>
              <a:ext cx="8554953" cy="2179808"/>
            </a:xfrm>
            <a:custGeom>
              <a:avLst/>
              <a:pathLst>
                <a:path w="8554953" h="2179808">
                  <a:moveTo>
                    <a:pt x="8554953" y="2179808"/>
                  </a:moveTo>
                  <a:lnTo>
                    <a:pt x="8032819" y="2179808"/>
                  </a:lnTo>
                  <a:lnTo>
                    <a:pt x="8031582" y="2179765"/>
                  </a:lnTo>
                  <a:lnTo>
                    <a:pt x="8023492" y="2179460"/>
                  </a:lnTo>
                  <a:lnTo>
                    <a:pt x="8003248" y="2178617"/>
                  </a:lnTo>
                  <a:lnTo>
                    <a:pt x="7967439" y="2176961"/>
                  </a:lnTo>
                  <a:lnTo>
                    <a:pt x="7914846" y="2174247"/>
                  </a:lnTo>
                  <a:lnTo>
                    <a:pt x="7846510" y="2170292"/>
                  </a:lnTo>
                  <a:lnTo>
                    <a:pt x="7765371" y="2164987"/>
                  </a:lnTo>
                  <a:lnTo>
                    <a:pt x="7675534" y="2158296"/>
                  </a:lnTo>
                  <a:lnTo>
                    <a:pt x="7581409" y="2150234"/>
                  </a:lnTo>
                  <a:lnTo>
                    <a:pt x="7486966" y="2140834"/>
                  </a:lnTo>
                  <a:lnTo>
                    <a:pt x="7395294" y="2130114"/>
                  </a:lnTo>
                  <a:lnTo>
                    <a:pt x="7308452" y="2118058"/>
                  </a:lnTo>
                  <a:lnTo>
                    <a:pt x="7227544" y="2104597"/>
                  </a:lnTo>
                  <a:lnTo>
                    <a:pt x="7152903" y="2089604"/>
                  </a:lnTo>
                  <a:lnTo>
                    <a:pt x="7084307" y="2072896"/>
                  </a:lnTo>
                  <a:lnTo>
                    <a:pt x="7021171" y="2054237"/>
                  </a:lnTo>
                  <a:lnTo>
                    <a:pt x="6962695" y="2033345"/>
                  </a:lnTo>
                  <a:lnTo>
                    <a:pt x="6907979" y="2009919"/>
                  </a:lnTo>
                  <a:lnTo>
                    <a:pt x="6856110" y="1983666"/>
                  </a:lnTo>
                  <a:lnTo>
                    <a:pt x="6806234" y="1954372"/>
                  </a:lnTo>
                  <a:lnTo>
                    <a:pt x="6786527" y="1941685"/>
                  </a:lnTo>
                  <a:lnTo>
                    <a:pt x="6740287" y="1909513"/>
                  </a:lnTo>
                  <a:lnTo>
                    <a:pt x="6694498" y="1874426"/>
                  </a:lnTo>
                  <a:lnTo>
                    <a:pt x="6648769" y="1836374"/>
                  </a:lnTo>
                  <a:lnTo>
                    <a:pt x="6602816" y="1795379"/>
                  </a:lnTo>
                  <a:lnTo>
                    <a:pt x="6556452" y="1751551"/>
                  </a:lnTo>
                  <a:lnTo>
                    <a:pt x="6509570" y="1705092"/>
                  </a:lnTo>
                  <a:lnTo>
                    <a:pt x="6462145" y="1656296"/>
                  </a:lnTo>
                  <a:lnTo>
                    <a:pt x="6414212" y="1605550"/>
                  </a:lnTo>
                  <a:lnTo>
                    <a:pt x="6365867" y="1553318"/>
                  </a:lnTo>
                  <a:lnTo>
                    <a:pt x="6317245" y="1500131"/>
                  </a:lnTo>
                  <a:lnTo>
                    <a:pt x="6268510" y="1446562"/>
                  </a:lnTo>
                  <a:lnTo>
                    <a:pt x="6219837" y="1393202"/>
                  </a:lnTo>
                  <a:lnTo>
                    <a:pt x="6171395" y="1340630"/>
                  </a:lnTo>
                  <a:lnTo>
                    <a:pt x="6123328" y="1289393"/>
                  </a:lnTo>
                  <a:lnTo>
                    <a:pt x="6075746" y="1239977"/>
                  </a:lnTo>
                  <a:lnTo>
                    <a:pt x="6028704" y="1192792"/>
                  </a:lnTo>
                  <a:lnTo>
                    <a:pt x="5982194" y="1148162"/>
                  </a:lnTo>
                  <a:lnTo>
                    <a:pt x="5936135" y="1106315"/>
                  </a:lnTo>
                  <a:lnTo>
                    <a:pt x="5890365" y="1067387"/>
                  </a:lnTo>
                  <a:lnTo>
                    <a:pt x="5844630" y="1031427"/>
                  </a:lnTo>
                  <a:lnTo>
                    <a:pt x="5798570" y="998403"/>
                  </a:lnTo>
                  <a:lnTo>
                    <a:pt x="5784835" y="989196"/>
                  </a:lnTo>
                  <a:lnTo>
                    <a:pt x="5735551" y="958648"/>
                  </a:lnTo>
                  <a:lnTo>
                    <a:pt x="5684582" y="931189"/>
                  </a:lnTo>
                  <a:lnTo>
                    <a:pt x="5631121" y="906656"/>
                  </a:lnTo>
                  <a:lnTo>
                    <a:pt x="5574272" y="884779"/>
                  </a:lnTo>
                  <a:lnTo>
                    <a:pt x="5513118" y="865256"/>
                  </a:lnTo>
                  <a:lnTo>
                    <a:pt x="5446808" y="847792"/>
                  </a:lnTo>
                  <a:lnTo>
                    <a:pt x="5374655" y="832134"/>
                  </a:lnTo>
                  <a:lnTo>
                    <a:pt x="5296269" y="818074"/>
                  </a:lnTo>
                  <a:lnTo>
                    <a:pt x="5211734" y="805463"/>
                  </a:lnTo>
                  <a:lnTo>
                    <a:pt x="5121818" y="794209"/>
                  </a:lnTo>
                  <a:lnTo>
                    <a:pt x="5028178" y="784276"/>
                  </a:lnTo>
                  <a:lnTo>
                    <a:pt x="4933490" y="775671"/>
                  </a:lnTo>
                  <a:lnTo>
                    <a:pt x="4841405" y="768424"/>
                  </a:lnTo>
                  <a:lnTo>
                    <a:pt x="4756230" y="762561"/>
                  </a:lnTo>
                  <a:lnTo>
                    <a:pt x="4682295" y="758071"/>
                  </a:lnTo>
                  <a:lnTo>
                    <a:pt x="4623112" y="754875"/>
                  </a:lnTo>
                  <a:lnTo>
                    <a:pt x="4580555" y="752819"/>
                  </a:lnTo>
                  <a:lnTo>
                    <a:pt x="4554329" y="751680"/>
                  </a:lnTo>
                  <a:lnTo>
                    <a:pt x="4541879" y="751192"/>
                  </a:lnTo>
                  <a:lnTo>
                    <a:pt x="4538627" y="751076"/>
                  </a:lnTo>
                  <a:lnTo>
                    <a:pt x="4538543" y="751073"/>
                  </a:lnTo>
                  <a:lnTo>
                    <a:pt x="4016409" y="751073"/>
                  </a:lnTo>
                  <a:lnTo>
                    <a:pt x="4015149" y="751050"/>
                  </a:lnTo>
                  <a:lnTo>
                    <a:pt x="4006907" y="750887"/>
                  </a:lnTo>
                  <a:lnTo>
                    <a:pt x="3986298" y="750435"/>
                  </a:lnTo>
                  <a:lnTo>
                    <a:pt x="3949878" y="749547"/>
                  </a:lnTo>
                  <a:lnTo>
                    <a:pt x="3896459" y="748094"/>
                  </a:lnTo>
                  <a:lnTo>
                    <a:pt x="3827163" y="745976"/>
                  </a:lnTo>
                  <a:lnTo>
                    <a:pt x="3745044" y="743138"/>
                  </a:lnTo>
                  <a:lnTo>
                    <a:pt x="3654317" y="739563"/>
                  </a:lnTo>
                  <a:lnTo>
                    <a:pt x="3559469" y="735258"/>
                  </a:lnTo>
                  <a:lnTo>
                    <a:pt x="3464508" y="730241"/>
                  </a:lnTo>
                  <a:lnTo>
                    <a:pt x="3372520" y="724522"/>
                  </a:lnTo>
                  <a:lnTo>
                    <a:pt x="3285534" y="718089"/>
                  </a:lnTo>
                  <a:lnTo>
                    <a:pt x="3204609" y="710904"/>
                  </a:lnTo>
                  <a:lnTo>
                    <a:pt x="3130032" y="702897"/>
                  </a:lnTo>
                  <a:lnTo>
                    <a:pt x="3061537" y="693965"/>
                  </a:lnTo>
                  <a:lnTo>
                    <a:pt x="2998501" y="683981"/>
                  </a:lnTo>
                  <a:lnTo>
                    <a:pt x="2940094" y="672792"/>
                  </a:lnTo>
                  <a:lnTo>
                    <a:pt x="2885394" y="660235"/>
                  </a:lnTo>
                  <a:lnTo>
                    <a:pt x="2833472" y="646157"/>
                  </a:lnTo>
                  <a:lnTo>
                    <a:pt x="2783471" y="630449"/>
                  </a:lnTo>
                  <a:lnTo>
                    <a:pt x="2770117" y="625894"/>
                  </a:lnTo>
                  <a:lnTo>
                    <a:pt x="2718781" y="607011"/>
                  </a:lnTo>
                  <a:lnTo>
                    <a:pt x="2667943" y="586231"/>
                  </a:lnTo>
                  <a:lnTo>
                    <a:pt x="2617094" y="563527"/>
                  </a:lnTo>
                  <a:lnTo>
                    <a:pt x="2565881" y="538932"/>
                  </a:lnTo>
                  <a:lnTo>
                    <a:pt x="2514092" y="512551"/>
                  </a:lnTo>
                  <a:lnTo>
                    <a:pt x="2461637" y="484562"/>
                  </a:lnTo>
                  <a:lnTo>
                    <a:pt x="2408534" y="455218"/>
                  </a:lnTo>
                  <a:lnTo>
                    <a:pt x="2354892" y="424840"/>
                  </a:lnTo>
                  <a:lnTo>
                    <a:pt x="2300888" y="393803"/>
                  </a:lnTo>
                  <a:lnTo>
                    <a:pt x="2246745" y="362518"/>
                  </a:lnTo>
                  <a:lnTo>
                    <a:pt x="2192701" y="331410"/>
                  </a:lnTo>
                  <a:lnTo>
                    <a:pt x="2138984" y="300894"/>
                  </a:lnTo>
                  <a:lnTo>
                    <a:pt x="2085781" y="271353"/>
                  </a:lnTo>
                  <a:lnTo>
                    <a:pt x="2033213" y="243117"/>
                  </a:lnTo>
                  <a:lnTo>
                    <a:pt x="1981316" y="216451"/>
                  </a:lnTo>
                  <a:lnTo>
                    <a:pt x="1930017" y="191547"/>
                  </a:lnTo>
                  <a:lnTo>
                    <a:pt x="1879127" y="168521"/>
                  </a:lnTo>
                  <a:lnTo>
                    <a:pt x="1828319" y="147418"/>
                  </a:lnTo>
                  <a:lnTo>
                    <a:pt x="1777110" y="128221"/>
                  </a:lnTo>
                  <a:lnTo>
                    <a:pt x="1768425" y="125178"/>
                  </a:lnTo>
                  <a:lnTo>
                    <a:pt x="1718818" y="109021"/>
                  </a:lnTo>
                  <a:lnTo>
                    <a:pt x="1667497" y="94508"/>
                  </a:lnTo>
                  <a:lnTo>
                    <a:pt x="1613642" y="81552"/>
                  </a:lnTo>
                  <a:lnTo>
                    <a:pt x="1556336" y="70007"/>
                  </a:lnTo>
                  <a:lnTo>
                    <a:pt x="1494646" y="59711"/>
                  </a:lnTo>
                  <a:lnTo>
                    <a:pt x="1427708" y="50507"/>
                  </a:lnTo>
                  <a:lnTo>
                    <a:pt x="1354828" y="42260"/>
                  </a:lnTo>
                  <a:lnTo>
                    <a:pt x="1275627" y="34860"/>
                  </a:lnTo>
                  <a:lnTo>
                    <a:pt x="1190220" y="28227"/>
                  </a:lnTo>
                  <a:lnTo>
                    <a:pt x="1099434" y="22316"/>
                  </a:lnTo>
                  <a:lnTo>
                    <a:pt x="1005020" y="17108"/>
                  </a:lnTo>
                  <a:lnTo>
                    <a:pt x="909779" y="12608"/>
                  </a:lnTo>
                  <a:lnTo>
                    <a:pt x="817497" y="8833"/>
                  </a:lnTo>
                  <a:lnTo>
                    <a:pt x="732593" y="5795"/>
                  </a:lnTo>
                  <a:lnTo>
                    <a:pt x="659445" y="3486"/>
                  </a:lnTo>
                  <a:lnTo>
                    <a:pt x="601507" y="1860"/>
                  </a:lnTo>
                  <a:lnTo>
                    <a:pt x="560485" y="830"/>
                  </a:lnTo>
                  <a:lnTo>
                    <a:pt x="535830" y="274"/>
                  </a:lnTo>
                  <a:lnTo>
                    <a:pt x="524685" y="47"/>
                  </a:lnTo>
                  <a:lnTo>
                    <a:pt x="522159" y="0"/>
                  </a:lnTo>
                  <a:lnTo>
                    <a:pt x="522133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92" name="pg92"/>
            <p:cNvSpPr/>
            <p:nvPr/>
          </p:nvSpPr>
          <p:spPr>
            <a:xfrm>
              <a:off x="386606" y="1146015"/>
              <a:ext cx="8554953" cy="2529932"/>
            </a:xfrm>
            <a:custGeom>
              <a:avLst/>
              <a:pathLst>
                <a:path w="8554953" h="2529932">
                  <a:moveTo>
                    <a:pt x="0" y="11294"/>
                  </a:moveTo>
                  <a:lnTo>
                    <a:pt x="522133" y="11294"/>
                  </a:lnTo>
                  <a:lnTo>
                    <a:pt x="523393" y="11317"/>
                  </a:lnTo>
                  <a:lnTo>
                    <a:pt x="531635" y="11480"/>
                  </a:lnTo>
                  <a:lnTo>
                    <a:pt x="552244" y="11932"/>
                  </a:lnTo>
                  <a:lnTo>
                    <a:pt x="588664" y="12820"/>
                  </a:lnTo>
                  <a:lnTo>
                    <a:pt x="642084" y="14274"/>
                  </a:lnTo>
                  <a:lnTo>
                    <a:pt x="711379" y="16391"/>
                  </a:lnTo>
                  <a:lnTo>
                    <a:pt x="793499" y="19229"/>
                  </a:lnTo>
                  <a:lnTo>
                    <a:pt x="884225" y="22804"/>
                  </a:lnTo>
                  <a:lnTo>
                    <a:pt x="979073" y="27109"/>
                  </a:lnTo>
                  <a:lnTo>
                    <a:pt x="1074034" y="32126"/>
                  </a:lnTo>
                  <a:lnTo>
                    <a:pt x="1166022" y="37845"/>
                  </a:lnTo>
                  <a:lnTo>
                    <a:pt x="1253008" y="44278"/>
                  </a:lnTo>
                  <a:lnTo>
                    <a:pt x="1333933" y="51463"/>
                  </a:lnTo>
                  <a:lnTo>
                    <a:pt x="1408510" y="59470"/>
                  </a:lnTo>
                  <a:lnTo>
                    <a:pt x="1477005" y="68402"/>
                  </a:lnTo>
                  <a:lnTo>
                    <a:pt x="1540041" y="78386"/>
                  </a:lnTo>
                  <a:lnTo>
                    <a:pt x="1598448" y="89575"/>
                  </a:lnTo>
                  <a:lnTo>
                    <a:pt x="1653148" y="102132"/>
                  </a:lnTo>
                  <a:lnTo>
                    <a:pt x="1705070" y="116210"/>
                  </a:lnTo>
                  <a:lnTo>
                    <a:pt x="1755071" y="131918"/>
                  </a:lnTo>
                  <a:lnTo>
                    <a:pt x="1768425" y="136473"/>
                  </a:lnTo>
                  <a:lnTo>
                    <a:pt x="1819762" y="155356"/>
                  </a:lnTo>
                  <a:lnTo>
                    <a:pt x="1870599" y="176136"/>
                  </a:lnTo>
                  <a:lnTo>
                    <a:pt x="1921448" y="198840"/>
                  </a:lnTo>
                  <a:lnTo>
                    <a:pt x="1972661" y="223435"/>
                  </a:lnTo>
                  <a:lnTo>
                    <a:pt x="2024450" y="249816"/>
                  </a:lnTo>
                  <a:lnTo>
                    <a:pt x="2076905" y="277805"/>
                  </a:lnTo>
                  <a:lnTo>
                    <a:pt x="2130008" y="307149"/>
                  </a:lnTo>
                  <a:lnTo>
                    <a:pt x="2183650" y="337527"/>
                  </a:lnTo>
                  <a:lnTo>
                    <a:pt x="2237654" y="368564"/>
                  </a:lnTo>
                  <a:lnTo>
                    <a:pt x="2291797" y="399849"/>
                  </a:lnTo>
                  <a:lnTo>
                    <a:pt x="2345841" y="430957"/>
                  </a:lnTo>
                  <a:lnTo>
                    <a:pt x="2399558" y="461473"/>
                  </a:lnTo>
                  <a:lnTo>
                    <a:pt x="2452761" y="491014"/>
                  </a:lnTo>
                  <a:lnTo>
                    <a:pt x="2505329" y="519250"/>
                  </a:lnTo>
                  <a:lnTo>
                    <a:pt x="2557227" y="545916"/>
                  </a:lnTo>
                  <a:lnTo>
                    <a:pt x="2608525" y="570821"/>
                  </a:lnTo>
                  <a:lnTo>
                    <a:pt x="2659415" y="593846"/>
                  </a:lnTo>
                  <a:lnTo>
                    <a:pt x="2710223" y="614949"/>
                  </a:lnTo>
                  <a:lnTo>
                    <a:pt x="2761433" y="634146"/>
                  </a:lnTo>
                  <a:lnTo>
                    <a:pt x="2770117" y="637189"/>
                  </a:lnTo>
                  <a:lnTo>
                    <a:pt x="2819725" y="653346"/>
                  </a:lnTo>
                  <a:lnTo>
                    <a:pt x="2871045" y="667859"/>
                  </a:lnTo>
                  <a:lnTo>
                    <a:pt x="2924900" y="680815"/>
                  </a:lnTo>
                  <a:lnTo>
                    <a:pt x="2982206" y="692360"/>
                  </a:lnTo>
                  <a:lnTo>
                    <a:pt x="3043896" y="702656"/>
                  </a:lnTo>
                  <a:lnTo>
                    <a:pt x="3110834" y="711860"/>
                  </a:lnTo>
                  <a:lnTo>
                    <a:pt x="3183714" y="720107"/>
                  </a:lnTo>
                  <a:lnTo>
                    <a:pt x="3262915" y="727508"/>
                  </a:lnTo>
                  <a:lnTo>
                    <a:pt x="3348322" y="734140"/>
                  </a:lnTo>
                  <a:lnTo>
                    <a:pt x="3439108" y="740051"/>
                  </a:lnTo>
                  <a:lnTo>
                    <a:pt x="3533522" y="745259"/>
                  </a:lnTo>
                  <a:lnTo>
                    <a:pt x="3628764" y="749759"/>
                  </a:lnTo>
                  <a:lnTo>
                    <a:pt x="3721046" y="753534"/>
                  </a:lnTo>
                  <a:lnTo>
                    <a:pt x="3805949" y="756572"/>
                  </a:lnTo>
                  <a:lnTo>
                    <a:pt x="3879097" y="758881"/>
                  </a:lnTo>
                  <a:lnTo>
                    <a:pt x="3937035" y="760507"/>
                  </a:lnTo>
                  <a:lnTo>
                    <a:pt x="3978057" y="761537"/>
                  </a:lnTo>
                  <a:lnTo>
                    <a:pt x="4002712" y="762093"/>
                  </a:lnTo>
                  <a:lnTo>
                    <a:pt x="4013857" y="762320"/>
                  </a:lnTo>
                  <a:lnTo>
                    <a:pt x="4016409" y="762368"/>
                  </a:lnTo>
                  <a:lnTo>
                    <a:pt x="4538543" y="762368"/>
                  </a:lnTo>
                  <a:lnTo>
                    <a:pt x="4539763" y="762420"/>
                  </a:lnTo>
                  <a:lnTo>
                    <a:pt x="4547746" y="762792"/>
                  </a:lnTo>
                  <a:lnTo>
                    <a:pt x="4567733" y="763820"/>
                  </a:lnTo>
                  <a:lnTo>
                    <a:pt x="4603110" y="765841"/>
                  </a:lnTo>
                  <a:lnTo>
                    <a:pt x="4655116" y="769152"/>
                  </a:lnTo>
                  <a:lnTo>
                    <a:pt x="4722769" y="773982"/>
                  </a:lnTo>
                  <a:lnTo>
                    <a:pt x="4803209" y="780464"/>
                  </a:lnTo>
                  <a:lnTo>
                    <a:pt x="4892406" y="788644"/>
                  </a:lnTo>
                  <a:lnTo>
                    <a:pt x="4986010" y="798506"/>
                  </a:lnTo>
                  <a:lnTo>
                    <a:pt x="5080076" y="810011"/>
                  </a:lnTo>
                  <a:lnTo>
                    <a:pt x="5171515" y="823133"/>
                  </a:lnTo>
                  <a:lnTo>
                    <a:pt x="5258247" y="837890"/>
                  </a:lnTo>
                  <a:lnTo>
                    <a:pt x="5339138" y="854364"/>
                  </a:lnTo>
                  <a:lnTo>
                    <a:pt x="5413821" y="872703"/>
                  </a:lnTo>
                  <a:lnTo>
                    <a:pt x="5482488" y="893127"/>
                  </a:lnTo>
                  <a:lnTo>
                    <a:pt x="5545696" y="915923"/>
                  </a:lnTo>
                  <a:lnTo>
                    <a:pt x="5604225" y="941427"/>
                  </a:lnTo>
                  <a:lnTo>
                    <a:pt x="5658956" y="970009"/>
                  </a:lnTo>
                  <a:lnTo>
                    <a:pt x="5710793" y="1002027"/>
                  </a:lnTo>
                  <a:lnTo>
                    <a:pt x="5760585" y="1037758"/>
                  </a:lnTo>
                  <a:lnTo>
                    <a:pt x="5784835" y="1056962"/>
                  </a:lnTo>
                  <a:lnTo>
                    <a:pt x="5828565" y="1094498"/>
                  </a:lnTo>
                  <a:lnTo>
                    <a:pt x="5871871" y="1135251"/>
                  </a:lnTo>
                  <a:lnTo>
                    <a:pt x="5915091" y="1179283"/>
                  </a:lnTo>
                  <a:lnTo>
                    <a:pt x="5958475" y="1226578"/>
                  </a:lnTo>
                  <a:lnTo>
                    <a:pt x="6002199" y="1277042"/>
                  </a:lnTo>
                  <a:lnTo>
                    <a:pt x="6046367" y="1330488"/>
                  </a:lnTo>
                  <a:lnTo>
                    <a:pt x="6091021" y="1386637"/>
                  </a:lnTo>
                  <a:lnTo>
                    <a:pt x="6136147" y="1445117"/>
                  </a:lnTo>
                  <a:lnTo>
                    <a:pt x="6181685" y="1505476"/>
                  </a:lnTo>
                  <a:lnTo>
                    <a:pt x="6227533" y="1567186"/>
                  </a:lnTo>
                  <a:lnTo>
                    <a:pt x="6273566" y="1629670"/>
                  </a:lnTo>
                  <a:lnTo>
                    <a:pt x="6319637" y="1692316"/>
                  </a:lnTo>
                  <a:lnTo>
                    <a:pt x="6365600" y="1754507"/>
                  </a:lnTo>
                  <a:lnTo>
                    <a:pt x="6411315" y="1815646"/>
                  </a:lnTo>
                  <a:lnTo>
                    <a:pt x="6456668" y="1875176"/>
                  </a:lnTo>
                  <a:lnTo>
                    <a:pt x="6501575" y="1932602"/>
                  </a:lnTo>
                  <a:lnTo>
                    <a:pt x="6545997" y="1987510"/>
                  </a:lnTo>
                  <a:lnTo>
                    <a:pt x="6589945" y="2039571"/>
                  </a:lnTo>
                  <a:lnTo>
                    <a:pt x="6633491" y="2088550"/>
                  </a:lnTo>
                  <a:lnTo>
                    <a:pt x="6676772" y="2134305"/>
                  </a:lnTo>
                  <a:lnTo>
                    <a:pt x="6719996" y="2176779"/>
                  </a:lnTo>
                  <a:lnTo>
                    <a:pt x="6763455" y="2215995"/>
                  </a:lnTo>
                  <a:lnTo>
                    <a:pt x="6786527" y="2235338"/>
                  </a:lnTo>
                  <a:lnTo>
                    <a:pt x="6835580" y="2272964"/>
                  </a:lnTo>
                  <a:lnTo>
                    <a:pt x="6886299" y="2306805"/>
                  </a:lnTo>
                  <a:lnTo>
                    <a:pt x="6939479" y="2337055"/>
                  </a:lnTo>
                  <a:lnTo>
                    <a:pt x="6996004" y="2364045"/>
                  </a:lnTo>
                  <a:lnTo>
                    <a:pt x="7056777" y="2388143"/>
                  </a:lnTo>
                  <a:lnTo>
                    <a:pt x="7122641" y="2409708"/>
                  </a:lnTo>
                  <a:lnTo>
                    <a:pt x="7194278" y="2429054"/>
                  </a:lnTo>
                  <a:lnTo>
                    <a:pt x="7272086" y="2446432"/>
                  </a:lnTo>
                  <a:lnTo>
                    <a:pt x="7356000" y="2462030"/>
                  </a:lnTo>
                  <a:lnTo>
                    <a:pt x="7445293" y="2475960"/>
                  </a:lnTo>
                  <a:lnTo>
                    <a:pt x="7538375" y="2488270"/>
                  </a:lnTo>
                  <a:lnTo>
                    <a:pt x="7632656" y="2498955"/>
                  </a:lnTo>
                  <a:lnTo>
                    <a:pt x="7724580" y="2507977"/>
                  </a:lnTo>
                  <a:lnTo>
                    <a:pt x="7809921" y="2515303"/>
                  </a:lnTo>
                  <a:lnTo>
                    <a:pt x="7884388" y="2520944"/>
                  </a:lnTo>
                  <a:lnTo>
                    <a:pt x="7944435" y="2524988"/>
                  </a:lnTo>
                  <a:lnTo>
                    <a:pt x="7988076" y="2527618"/>
                  </a:lnTo>
                  <a:lnTo>
                    <a:pt x="8015427" y="2529100"/>
                  </a:lnTo>
                  <a:lnTo>
                    <a:pt x="8028838" y="2529756"/>
                  </a:lnTo>
                  <a:lnTo>
                    <a:pt x="8032664" y="2529926"/>
                  </a:lnTo>
                  <a:lnTo>
                    <a:pt x="8032819" y="2529932"/>
                  </a:lnTo>
                  <a:lnTo>
                    <a:pt x="8554953" y="2529932"/>
                  </a:lnTo>
                  <a:lnTo>
                    <a:pt x="8554953" y="2518638"/>
                  </a:lnTo>
                  <a:lnTo>
                    <a:pt x="8032819" y="2518638"/>
                  </a:lnTo>
                  <a:lnTo>
                    <a:pt x="8031599" y="2518586"/>
                  </a:lnTo>
                  <a:lnTo>
                    <a:pt x="8023615" y="2518214"/>
                  </a:lnTo>
                  <a:lnTo>
                    <a:pt x="8003629" y="2517185"/>
                  </a:lnTo>
                  <a:lnTo>
                    <a:pt x="7968252" y="2515165"/>
                  </a:lnTo>
                  <a:lnTo>
                    <a:pt x="7916246" y="2511853"/>
                  </a:lnTo>
                  <a:lnTo>
                    <a:pt x="7848593" y="2507023"/>
                  </a:lnTo>
                  <a:lnTo>
                    <a:pt x="7768153" y="2500541"/>
                  </a:lnTo>
                  <a:lnTo>
                    <a:pt x="7678956" y="2492361"/>
                  </a:lnTo>
                  <a:lnTo>
                    <a:pt x="7585352" y="2482499"/>
                  </a:lnTo>
                  <a:lnTo>
                    <a:pt x="7491286" y="2470995"/>
                  </a:lnTo>
                  <a:lnTo>
                    <a:pt x="7399847" y="2457873"/>
                  </a:lnTo>
                  <a:lnTo>
                    <a:pt x="7313115" y="2443115"/>
                  </a:lnTo>
                  <a:lnTo>
                    <a:pt x="7232224" y="2426642"/>
                  </a:lnTo>
                  <a:lnTo>
                    <a:pt x="7157541" y="2408303"/>
                  </a:lnTo>
                  <a:lnTo>
                    <a:pt x="7088874" y="2387878"/>
                  </a:lnTo>
                  <a:lnTo>
                    <a:pt x="7025666" y="2365083"/>
                  </a:lnTo>
                  <a:lnTo>
                    <a:pt x="6967137" y="2339579"/>
                  </a:lnTo>
                  <a:lnTo>
                    <a:pt x="6912406" y="2310997"/>
                  </a:lnTo>
                  <a:lnTo>
                    <a:pt x="6860569" y="2278978"/>
                  </a:lnTo>
                  <a:lnTo>
                    <a:pt x="6810777" y="2243247"/>
                  </a:lnTo>
                  <a:lnTo>
                    <a:pt x="6786527" y="2224044"/>
                  </a:lnTo>
                  <a:lnTo>
                    <a:pt x="6742797" y="2186507"/>
                  </a:lnTo>
                  <a:lnTo>
                    <a:pt x="6699491" y="2145754"/>
                  </a:lnTo>
                  <a:lnTo>
                    <a:pt x="6656271" y="2101723"/>
                  </a:lnTo>
                  <a:lnTo>
                    <a:pt x="6612886" y="2054427"/>
                  </a:lnTo>
                  <a:lnTo>
                    <a:pt x="6569163" y="2003963"/>
                  </a:lnTo>
                  <a:lnTo>
                    <a:pt x="6524995" y="1950517"/>
                  </a:lnTo>
                  <a:lnTo>
                    <a:pt x="6480341" y="1894369"/>
                  </a:lnTo>
                  <a:lnTo>
                    <a:pt x="6435215" y="1835888"/>
                  </a:lnTo>
                  <a:lnTo>
                    <a:pt x="6389677" y="1775530"/>
                  </a:lnTo>
                  <a:lnTo>
                    <a:pt x="6343828" y="1713819"/>
                  </a:lnTo>
                  <a:lnTo>
                    <a:pt x="6297796" y="1651336"/>
                  </a:lnTo>
                  <a:lnTo>
                    <a:pt x="6251725" y="1588690"/>
                  </a:lnTo>
                  <a:lnTo>
                    <a:pt x="6205762" y="1526498"/>
                  </a:lnTo>
                  <a:lnTo>
                    <a:pt x="6160047" y="1465359"/>
                  </a:lnTo>
                  <a:lnTo>
                    <a:pt x="6114694" y="1405830"/>
                  </a:lnTo>
                  <a:lnTo>
                    <a:pt x="6069787" y="1348403"/>
                  </a:lnTo>
                  <a:lnTo>
                    <a:pt x="6025365" y="1293496"/>
                  </a:lnTo>
                  <a:lnTo>
                    <a:pt x="5981417" y="1241435"/>
                  </a:lnTo>
                  <a:lnTo>
                    <a:pt x="5937871" y="1192455"/>
                  </a:lnTo>
                  <a:lnTo>
                    <a:pt x="5894590" y="1146701"/>
                  </a:lnTo>
                  <a:lnTo>
                    <a:pt x="5851366" y="1104227"/>
                  </a:lnTo>
                  <a:lnTo>
                    <a:pt x="5807907" y="1065011"/>
                  </a:lnTo>
                  <a:lnTo>
                    <a:pt x="5784835" y="1045667"/>
                  </a:lnTo>
                  <a:lnTo>
                    <a:pt x="5735782" y="1008041"/>
                  </a:lnTo>
                  <a:lnTo>
                    <a:pt x="5685062" y="974201"/>
                  </a:lnTo>
                  <a:lnTo>
                    <a:pt x="5631883" y="943950"/>
                  </a:lnTo>
                  <a:lnTo>
                    <a:pt x="5575358" y="916961"/>
                  </a:lnTo>
                  <a:lnTo>
                    <a:pt x="5514585" y="892862"/>
                  </a:lnTo>
                  <a:lnTo>
                    <a:pt x="5448721" y="871297"/>
                  </a:lnTo>
                  <a:lnTo>
                    <a:pt x="5377084" y="851952"/>
                  </a:lnTo>
                  <a:lnTo>
                    <a:pt x="5299276" y="834573"/>
                  </a:lnTo>
                  <a:lnTo>
                    <a:pt x="5215362" y="818976"/>
                  </a:lnTo>
                  <a:lnTo>
                    <a:pt x="5126069" y="805045"/>
                  </a:lnTo>
                  <a:lnTo>
                    <a:pt x="5032986" y="792735"/>
                  </a:lnTo>
                  <a:lnTo>
                    <a:pt x="4938706" y="782051"/>
                  </a:lnTo>
                  <a:lnTo>
                    <a:pt x="4846782" y="773029"/>
                  </a:lnTo>
                  <a:lnTo>
                    <a:pt x="4761441" y="765703"/>
                  </a:lnTo>
                  <a:lnTo>
                    <a:pt x="4686974" y="760062"/>
                  </a:lnTo>
                  <a:lnTo>
                    <a:pt x="4626927" y="756017"/>
                  </a:lnTo>
                  <a:lnTo>
                    <a:pt x="4583286" y="753388"/>
                  </a:lnTo>
                  <a:lnTo>
                    <a:pt x="4555935" y="751906"/>
                  </a:lnTo>
                  <a:lnTo>
                    <a:pt x="4542524" y="751250"/>
                  </a:lnTo>
                  <a:lnTo>
                    <a:pt x="4538698" y="751080"/>
                  </a:lnTo>
                  <a:lnTo>
                    <a:pt x="4538543" y="751073"/>
                  </a:lnTo>
                  <a:lnTo>
                    <a:pt x="4016409" y="751073"/>
                  </a:lnTo>
                  <a:lnTo>
                    <a:pt x="4015149" y="751050"/>
                  </a:lnTo>
                  <a:lnTo>
                    <a:pt x="4006907" y="750887"/>
                  </a:lnTo>
                  <a:lnTo>
                    <a:pt x="3986298" y="750435"/>
                  </a:lnTo>
                  <a:lnTo>
                    <a:pt x="3949878" y="749547"/>
                  </a:lnTo>
                  <a:lnTo>
                    <a:pt x="3896459" y="748094"/>
                  </a:lnTo>
                  <a:lnTo>
                    <a:pt x="3827163" y="745976"/>
                  </a:lnTo>
                  <a:lnTo>
                    <a:pt x="3745044" y="743138"/>
                  </a:lnTo>
                  <a:lnTo>
                    <a:pt x="3654317" y="739563"/>
                  </a:lnTo>
                  <a:lnTo>
                    <a:pt x="3559469" y="735258"/>
                  </a:lnTo>
                  <a:lnTo>
                    <a:pt x="3464508" y="730241"/>
                  </a:lnTo>
                  <a:lnTo>
                    <a:pt x="3372520" y="724522"/>
                  </a:lnTo>
                  <a:lnTo>
                    <a:pt x="3285534" y="718089"/>
                  </a:lnTo>
                  <a:lnTo>
                    <a:pt x="3204609" y="710904"/>
                  </a:lnTo>
                  <a:lnTo>
                    <a:pt x="3130032" y="702897"/>
                  </a:lnTo>
                  <a:lnTo>
                    <a:pt x="3061537" y="693965"/>
                  </a:lnTo>
                  <a:lnTo>
                    <a:pt x="2998501" y="683981"/>
                  </a:lnTo>
                  <a:lnTo>
                    <a:pt x="2940094" y="672792"/>
                  </a:lnTo>
                  <a:lnTo>
                    <a:pt x="2885394" y="660235"/>
                  </a:lnTo>
                  <a:lnTo>
                    <a:pt x="2833472" y="646157"/>
                  </a:lnTo>
                  <a:lnTo>
                    <a:pt x="2783471" y="630449"/>
                  </a:lnTo>
                  <a:lnTo>
                    <a:pt x="2770117" y="625894"/>
                  </a:lnTo>
                  <a:lnTo>
                    <a:pt x="2718781" y="607011"/>
                  </a:lnTo>
                  <a:lnTo>
                    <a:pt x="2667943" y="586231"/>
                  </a:lnTo>
                  <a:lnTo>
                    <a:pt x="2617094" y="563527"/>
                  </a:lnTo>
                  <a:lnTo>
                    <a:pt x="2565881" y="538932"/>
                  </a:lnTo>
                  <a:lnTo>
                    <a:pt x="2514092" y="512551"/>
                  </a:lnTo>
                  <a:lnTo>
                    <a:pt x="2461637" y="484562"/>
                  </a:lnTo>
                  <a:lnTo>
                    <a:pt x="2408534" y="455218"/>
                  </a:lnTo>
                  <a:lnTo>
                    <a:pt x="2354892" y="424840"/>
                  </a:lnTo>
                  <a:lnTo>
                    <a:pt x="2300888" y="393803"/>
                  </a:lnTo>
                  <a:lnTo>
                    <a:pt x="2246745" y="362518"/>
                  </a:lnTo>
                  <a:lnTo>
                    <a:pt x="2192701" y="331410"/>
                  </a:lnTo>
                  <a:lnTo>
                    <a:pt x="2138984" y="300894"/>
                  </a:lnTo>
                  <a:lnTo>
                    <a:pt x="2085781" y="271353"/>
                  </a:lnTo>
                  <a:lnTo>
                    <a:pt x="2033213" y="243117"/>
                  </a:lnTo>
                  <a:lnTo>
                    <a:pt x="1981316" y="216451"/>
                  </a:lnTo>
                  <a:lnTo>
                    <a:pt x="1930017" y="191547"/>
                  </a:lnTo>
                  <a:lnTo>
                    <a:pt x="1879127" y="168521"/>
                  </a:lnTo>
                  <a:lnTo>
                    <a:pt x="1828319" y="147418"/>
                  </a:lnTo>
                  <a:lnTo>
                    <a:pt x="1777110" y="128221"/>
                  </a:lnTo>
                  <a:lnTo>
                    <a:pt x="1768425" y="125178"/>
                  </a:lnTo>
                  <a:lnTo>
                    <a:pt x="1718818" y="109021"/>
                  </a:lnTo>
                  <a:lnTo>
                    <a:pt x="1667497" y="94508"/>
                  </a:lnTo>
                  <a:lnTo>
                    <a:pt x="1613642" y="81552"/>
                  </a:lnTo>
                  <a:lnTo>
                    <a:pt x="1556336" y="70007"/>
                  </a:lnTo>
                  <a:lnTo>
                    <a:pt x="1494646" y="59711"/>
                  </a:lnTo>
                  <a:lnTo>
                    <a:pt x="1427708" y="50507"/>
                  </a:lnTo>
                  <a:lnTo>
                    <a:pt x="1354828" y="42260"/>
                  </a:lnTo>
                  <a:lnTo>
                    <a:pt x="1275627" y="34860"/>
                  </a:lnTo>
                  <a:lnTo>
                    <a:pt x="1190220" y="28227"/>
                  </a:lnTo>
                  <a:lnTo>
                    <a:pt x="1099434" y="22316"/>
                  </a:lnTo>
                  <a:lnTo>
                    <a:pt x="1005020" y="17108"/>
                  </a:lnTo>
                  <a:lnTo>
                    <a:pt x="909779" y="12608"/>
                  </a:lnTo>
                  <a:lnTo>
                    <a:pt x="817497" y="8833"/>
                  </a:lnTo>
                  <a:lnTo>
                    <a:pt x="732593" y="5795"/>
                  </a:lnTo>
                  <a:lnTo>
                    <a:pt x="659445" y="3486"/>
                  </a:lnTo>
                  <a:lnTo>
                    <a:pt x="601507" y="1860"/>
                  </a:lnTo>
                  <a:lnTo>
                    <a:pt x="560485" y="830"/>
                  </a:lnTo>
                  <a:lnTo>
                    <a:pt x="535830" y="274"/>
                  </a:lnTo>
                  <a:lnTo>
                    <a:pt x="524685" y="47"/>
                  </a:lnTo>
                  <a:lnTo>
                    <a:pt x="5221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93" name="pl93"/>
            <p:cNvSpPr/>
            <p:nvPr/>
          </p:nvSpPr>
          <p:spPr>
            <a:xfrm>
              <a:off x="386606" y="1157309"/>
              <a:ext cx="8554953" cy="2518638"/>
            </a:xfrm>
            <a:custGeom>
              <a:avLst/>
              <a:pathLst>
                <a:path w="8554953" h="2518638">
                  <a:moveTo>
                    <a:pt x="0" y="0"/>
                  </a:moveTo>
                  <a:lnTo>
                    <a:pt x="522133" y="0"/>
                  </a:lnTo>
                  <a:lnTo>
                    <a:pt x="523393" y="22"/>
                  </a:lnTo>
                  <a:lnTo>
                    <a:pt x="531635" y="186"/>
                  </a:lnTo>
                  <a:lnTo>
                    <a:pt x="552244" y="638"/>
                  </a:lnTo>
                  <a:lnTo>
                    <a:pt x="588664" y="1526"/>
                  </a:lnTo>
                  <a:lnTo>
                    <a:pt x="642084" y="2979"/>
                  </a:lnTo>
                  <a:lnTo>
                    <a:pt x="711379" y="5097"/>
                  </a:lnTo>
                  <a:lnTo>
                    <a:pt x="793499" y="7934"/>
                  </a:lnTo>
                  <a:lnTo>
                    <a:pt x="884225" y="11510"/>
                  </a:lnTo>
                  <a:lnTo>
                    <a:pt x="979073" y="15815"/>
                  </a:lnTo>
                  <a:lnTo>
                    <a:pt x="1074034" y="20831"/>
                  </a:lnTo>
                  <a:lnTo>
                    <a:pt x="1166022" y="26551"/>
                  </a:lnTo>
                  <a:lnTo>
                    <a:pt x="1253008" y="32983"/>
                  </a:lnTo>
                  <a:lnTo>
                    <a:pt x="1333933" y="40169"/>
                  </a:lnTo>
                  <a:lnTo>
                    <a:pt x="1408510" y="48176"/>
                  </a:lnTo>
                  <a:lnTo>
                    <a:pt x="1477005" y="57107"/>
                  </a:lnTo>
                  <a:lnTo>
                    <a:pt x="1540041" y="67092"/>
                  </a:lnTo>
                  <a:lnTo>
                    <a:pt x="1598448" y="78281"/>
                  </a:lnTo>
                  <a:lnTo>
                    <a:pt x="1653148" y="90838"/>
                  </a:lnTo>
                  <a:lnTo>
                    <a:pt x="1705070" y="104916"/>
                  </a:lnTo>
                  <a:lnTo>
                    <a:pt x="1755071" y="120623"/>
                  </a:lnTo>
                  <a:lnTo>
                    <a:pt x="1768425" y="125178"/>
                  </a:lnTo>
                  <a:lnTo>
                    <a:pt x="1819762" y="144062"/>
                  </a:lnTo>
                  <a:lnTo>
                    <a:pt x="1870599" y="164842"/>
                  </a:lnTo>
                  <a:lnTo>
                    <a:pt x="1921448" y="187546"/>
                  </a:lnTo>
                  <a:lnTo>
                    <a:pt x="1972661" y="212141"/>
                  </a:lnTo>
                  <a:lnTo>
                    <a:pt x="2024450" y="238522"/>
                  </a:lnTo>
                  <a:lnTo>
                    <a:pt x="2076905" y="266511"/>
                  </a:lnTo>
                  <a:lnTo>
                    <a:pt x="2130008" y="295855"/>
                  </a:lnTo>
                  <a:lnTo>
                    <a:pt x="2183650" y="326232"/>
                  </a:lnTo>
                  <a:lnTo>
                    <a:pt x="2237654" y="357269"/>
                  </a:lnTo>
                  <a:lnTo>
                    <a:pt x="2291797" y="388554"/>
                  </a:lnTo>
                  <a:lnTo>
                    <a:pt x="2345841" y="419663"/>
                  </a:lnTo>
                  <a:lnTo>
                    <a:pt x="2399558" y="450179"/>
                  </a:lnTo>
                  <a:lnTo>
                    <a:pt x="2452761" y="479720"/>
                  </a:lnTo>
                  <a:lnTo>
                    <a:pt x="2505329" y="507956"/>
                  </a:lnTo>
                  <a:lnTo>
                    <a:pt x="2557227" y="534622"/>
                  </a:lnTo>
                  <a:lnTo>
                    <a:pt x="2608525" y="559526"/>
                  </a:lnTo>
                  <a:lnTo>
                    <a:pt x="2659415" y="582552"/>
                  </a:lnTo>
                  <a:lnTo>
                    <a:pt x="2710223" y="603654"/>
                  </a:lnTo>
                  <a:lnTo>
                    <a:pt x="2761433" y="622852"/>
                  </a:lnTo>
                  <a:lnTo>
                    <a:pt x="2770117" y="625894"/>
                  </a:lnTo>
                  <a:lnTo>
                    <a:pt x="2819725" y="642051"/>
                  </a:lnTo>
                  <a:lnTo>
                    <a:pt x="2871045" y="656565"/>
                  </a:lnTo>
                  <a:lnTo>
                    <a:pt x="2924900" y="669521"/>
                  </a:lnTo>
                  <a:lnTo>
                    <a:pt x="2982206" y="681066"/>
                  </a:lnTo>
                  <a:lnTo>
                    <a:pt x="3043896" y="691362"/>
                  </a:lnTo>
                  <a:lnTo>
                    <a:pt x="3110834" y="700565"/>
                  </a:lnTo>
                  <a:lnTo>
                    <a:pt x="3183714" y="708813"/>
                  </a:lnTo>
                  <a:lnTo>
                    <a:pt x="3262915" y="716213"/>
                  </a:lnTo>
                  <a:lnTo>
                    <a:pt x="3348322" y="722845"/>
                  </a:lnTo>
                  <a:lnTo>
                    <a:pt x="3439108" y="728756"/>
                  </a:lnTo>
                  <a:lnTo>
                    <a:pt x="3533522" y="733964"/>
                  </a:lnTo>
                  <a:lnTo>
                    <a:pt x="3628764" y="738464"/>
                  </a:lnTo>
                  <a:lnTo>
                    <a:pt x="3721046" y="742240"/>
                  </a:lnTo>
                  <a:lnTo>
                    <a:pt x="3805949" y="745278"/>
                  </a:lnTo>
                  <a:lnTo>
                    <a:pt x="3879097" y="747587"/>
                  </a:lnTo>
                  <a:lnTo>
                    <a:pt x="3937035" y="749213"/>
                  </a:lnTo>
                  <a:lnTo>
                    <a:pt x="3978057" y="750243"/>
                  </a:lnTo>
                  <a:lnTo>
                    <a:pt x="4002712" y="750799"/>
                  </a:lnTo>
                  <a:lnTo>
                    <a:pt x="4013857" y="751026"/>
                  </a:lnTo>
                  <a:lnTo>
                    <a:pt x="4016383" y="751073"/>
                  </a:lnTo>
                  <a:lnTo>
                    <a:pt x="4016409" y="751073"/>
                  </a:lnTo>
                  <a:lnTo>
                    <a:pt x="4538543" y="751073"/>
                  </a:lnTo>
                  <a:lnTo>
                    <a:pt x="4539763" y="751125"/>
                  </a:lnTo>
                  <a:lnTo>
                    <a:pt x="4547746" y="751497"/>
                  </a:lnTo>
                  <a:lnTo>
                    <a:pt x="4567733" y="752526"/>
                  </a:lnTo>
                  <a:lnTo>
                    <a:pt x="4603110" y="754546"/>
                  </a:lnTo>
                  <a:lnTo>
                    <a:pt x="4655116" y="757858"/>
                  </a:lnTo>
                  <a:lnTo>
                    <a:pt x="4722769" y="762688"/>
                  </a:lnTo>
                  <a:lnTo>
                    <a:pt x="4803209" y="769170"/>
                  </a:lnTo>
                  <a:lnTo>
                    <a:pt x="4892406" y="777350"/>
                  </a:lnTo>
                  <a:lnTo>
                    <a:pt x="4986010" y="787212"/>
                  </a:lnTo>
                  <a:lnTo>
                    <a:pt x="5080076" y="798717"/>
                  </a:lnTo>
                  <a:lnTo>
                    <a:pt x="5171515" y="811838"/>
                  </a:lnTo>
                  <a:lnTo>
                    <a:pt x="5258247" y="826596"/>
                  </a:lnTo>
                  <a:lnTo>
                    <a:pt x="5339138" y="843070"/>
                  </a:lnTo>
                  <a:lnTo>
                    <a:pt x="5413821" y="861409"/>
                  </a:lnTo>
                  <a:lnTo>
                    <a:pt x="5482488" y="881833"/>
                  </a:lnTo>
                  <a:lnTo>
                    <a:pt x="5545696" y="904628"/>
                  </a:lnTo>
                  <a:lnTo>
                    <a:pt x="5604225" y="930132"/>
                  </a:lnTo>
                  <a:lnTo>
                    <a:pt x="5658956" y="958715"/>
                  </a:lnTo>
                  <a:lnTo>
                    <a:pt x="5710793" y="990733"/>
                  </a:lnTo>
                  <a:lnTo>
                    <a:pt x="5760585" y="1026464"/>
                  </a:lnTo>
                  <a:lnTo>
                    <a:pt x="5784835" y="1045667"/>
                  </a:lnTo>
                  <a:lnTo>
                    <a:pt x="5828565" y="1083204"/>
                  </a:lnTo>
                  <a:lnTo>
                    <a:pt x="5871871" y="1123957"/>
                  </a:lnTo>
                  <a:lnTo>
                    <a:pt x="5915091" y="1167988"/>
                  </a:lnTo>
                  <a:lnTo>
                    <a:pt x="5958475" y="1215284"/>
                  </a:lnTo>
                  <a:lnTo>
                    <a:pt x="6002199" y="1265748"/>
                  </a:lnTo>
                  <a:lnTo>
                    <a:pt x="6046367" y="1319194"/>
                  </a:lnTo>
                  <a:lnTo>
                    <a:pt x="6091021" y="1375342"/>
                  </a:lnTo>
                  <a:lnTo>
                    <a:pt x="6136147" y="1433823"/>
                  </a:lnTo>
                  <a:lnTo>
                    <a:pt x="6181685" y="1494181"/>
                  </a:lnTo>
                  <a:lnTo>
                    <a:pt x="6227533" y="1555892"/>
                  </a:lnTo>
                  <a:lnTo>
                    <a:pt x="6273566" y="1618375"/>
                  </a:lnTo>
                  <a:lnTo>
                    <a:pt x="6319637" y="1681021"/>
                  </a:lnTo>
                  <a:lnTo>
                    <a:pt x="6365600" y="1743213"/>
                  </a:lnTo>
                  <a:lnTo>
                    <a:pt x="6411315" y="1804352"/>
                  </a:lnTo>
                  <a:lnTo>
                    <a:pt x="6456668" y="1863881"/>
                  </a:lnTo>
                  <a:lnTo>
                    <a:pt x="6501575" y="1921308"/>
                  </a:lnTo>
                  <a:lnTo>
                    <a:pt x="6545997" y="1976215"/>
                  </a:lnTo>
                  <a:lnTo>
                    <a:pt x="6589945" y="2028276"/>
                  </a:lnTo>
                  <a:lnTo>
                    <a:pt x="6633491" y="2077256"/>
                  </a:lnTo>
                  <a:lnTo>
                    <a:pt x="6676772" y="2123010"/>
                  </a:lnTo>
                  <a:lnTo>
                    <a:pt x="6719996" y="2165484"/>
                  </a:lnTo>
                  <a:lnTo>
                    <a:pt x="6763455" y="2204700"/>
                  </a:lnTo>
                  <a:lnTo>
                    <a:pt x="6786527" y="2224044"/>
                  </a:lnTo>
                  <a:lnTo>
                    <a:pt x="6835580" y="2261670"/>
                  </a:lnTo>
                  <a:lnTo>
                    <a:pt x="6886299" y="2295510"/>
                  </a:lnTo>
                  <a:lnTo>
                    <a:pt x="6939479" y="2325761"/>
                  </a:lnTo>
                  <a:lnTo>
                    <a:pt x="6996004" y="2352750"/>
                  </a:lnTo>
                  <a:lnTo>
                    <a:pt x="7056777" y="2376849"/>
                  </a:lnTo>
                  <a:lnTo>
                    <a:pt x="7122641" y="2398414"/>
                  </a:lnTo>
                  <a:lnTo>
                    <a:pt x="7194278" y="2417759"/>
                  </a:lnTo>
                  <a:lnTo>
                    <a:pt x="7272086" y="2435138"/>
                  </a:lnTo>
                  <a:lnTo>
                    <a:pt x="7356000" y="2450735"/>
                  </a:lnTo>
                  <a:lnTo>
                    <a:pt x="7445293" y="2464666"/>
                  </a:lnTo>
                  <a:lnTo>
                    <a:pt x="7538375" y="2476976"/>
                  </a:lnTo>
                  <a:lnTo>
                    <a:pt x="7632656" y="2487661"/>
                  </a:lnTo>
                  <a:lnTo>
                    <a:pt x="7724580" y="2496682"/>
                  </a:lnTo>
                  <a:lnTo>
                    <a:pt x="7809921" y="2504008"/>
                  </a:lnTo>
                  <a:lnTo>
                    <a:pt x="7884388" y="2509649"/>
                  </a:lnTo>
                  <a:lnTo>
                    <a:pt x="7944435" y="2513694"/>
                  </a:lnTo>
                  <a:lnTo>
                    <a:pt x="7988076" y="2516324"/>
                  </a:lnTo>
                  <a:lnTo>
                    <a:pt x="8015427" y="2517805"/>
                  </a:lnTo>
                  <a:lnTo>
                    <a:pt x="8028838" y="2518461"/>
                  </a:lnTo>
                  <a:lnTo>
                    <a:pt x="8032664" y="2518631"/>
                  </a:lnTo>
                  <a:lnTo>
                    <a:pt x="8032819" y="2518638"/>
                  </a:lnTo>
                  <a:lnTo>
                    <a:pt x="8554953" y="2518638"/>
                  </a:lnTo>
                  <a:lnTo>
                    <a:pt x="8554953" y="2518638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94" name="pl94"/>
            <p:cNvSpPr/>
            <p:nvPr/>
          </p:nvSpPr>
          <p:spPr>
            <a:xfrm>
              <a:off x="386606" y="1146015"/>
              <a:ext cx="8554953" cy="2518638"/>
            </a:xfrm>
            <a:custGeom>
              <a:avLst/>
              <a:pathLst>
                <a:path w="8554953" h="2518638">
                  <a:moveTo>
                    <a:pt x="8554953" y="2518638"/>
                  </a:moveTo>
                  <a:lnTo>
                    <a:pt x="8032819" y="2518638"/>
                  </a:lnTo>
                  <a:lnTo>
                    <a:pt x="8031599" y="2518586"/>
                  </a:lnTo>
                  <a:lnTo>
                    <a:pt x="8023615" y="2518214"/>
                  </a:lnTo>
                  <a:lnTo>
                    <a:pt x="8003629" y="2517185"/>
                  </a:lnTo>
                  <a:lnTo>
                    <a:pt x="7968252" y="2515165"/>
                  </a:lnTo>
                  <a:lnTo>
                    <a:pt x="7916246" y="2511853"/>
                  </a:lnTo>
                  <a:lnTo>
                    <a:pt x="7848593" y="2507023"/>
                  </a:lnTo>
                  <a:lnTo>
                    <a:pt x="7768153" y="2500541"/>
                  </a:lnTo>
                  <a:lnTo>
                    <a:pt x="7678956" y="2492361"/>
                  </a:lnTo>
                  <a:lnTo>
                    <a:pt x="7585352" y="2482499"/>
                  </a:lnTo>
                  <a:lnTo>
                    <a:pt x="7491286" y="2470995"/>
                  </a:lnTo>
                  <a:lnTo>
                    <a:pt x="7399847" y="2457873"/>
                  </a:lnTo>
                  <a:lnTo>
                    <a:pt x="7313115" y="2443115"/>
                  </a:lnTo>
                  <a:lnTo>
                    <a:pt x="7232224" y="2426642"/>
                  </a:lnTo>
                  <a:lnTo>
                    <a:pt x="7157541" y="2408303"/>
                  </a:lnTo>
                  <a:lnTo>
                    <a:pt x="7088874" y="2387878"/>
                  </a:lnTo>
                  <a:lnTo>
                    <a:pt x="7025666" y="2365083"/>
                  </a:lnTo>
                  <a:lnTo>
                    <a:pt x="6967137" y="2339579"/>
                  </a:lnTo>
                  <a:lnTo>
                    <a:pt x="6912406" y="2310997"/>
                  </a:lnTo>
                  <a:lnTo>
                    <a:pt x="6860569" y="2278978"/>
                  </a:lnTo>
                  <a:lnTo>
                    <a:pt x="6810777" y="2243247"/>
                  </a:lnTo>
                  <a:lnTo>
                    <a:pt x="6786527" y="2224044"/>
                  </a:lnTo>
                  <a:lnTo>
                    <a:pt x="6742797" y="2186507"/>
                  </a:lnTo>
                  <a:lnTo>
                    <a:pt x="6699491" y="2145754"/>
                  </a:lnTo>
                  <a:lnTo>
                    <a:pt x="6656271" y="2101723"/>
                  </a:lnTo>
                  <a:lnTo>
                    <a:pt x="6612886" y="2054427"/>
                  </a:lnTo>
                  <a:lnTo>
                    <a:pt x="6569163" y="2003963"/>
                  </a:lnTo>
                  <a:lnTo>
                    <a:pt x="6524995" y="1950517"/>
                  </a:lnTo>
                  <a:lnTo>
                    <a:pt x="6480341" y="1894369"/>
                  </a:lnTo>
                  <a:lnTo>
                    <a:pt x="6435215" y="1835888"/>
                  </a:lnTo>
                  <a:lnTo>
                    <a:pt x="6389677" y="1775530"/>
                  </a:lnTo>
                  <a:lnTo>
                    <a:pt x="6343828" y="1713819"/>
                  </a:lnTo>
                  <a:lnTo>
                    <a:pt x="6297796" y="1651336"/>
                  </a:lnTo>
                  <a:lnTo>
                    <a:pt x="6251725" y="1588690"/>
                  </a:lnTo>
                  <a:lnTo>
                    <a:pt x="6205762" y="1526498"/>
                  </a:lnTo>
                  <a:lnTo>
                    <a:pt x="6160047" y="1465359"/>
                  </a:lnTo>
                  <a:lnTo>
                    <a:pt x="6114694" y="1405830"/>
                  </a:lnTo>
                  <a:lnTo>
                    <a:pt x="6069787" y="1348403"/>
                  </a:lnTo>
                  <a:lnTo>
                    <a:pt x="6025365" y="1293496"/>
                  </a:lnTo>
                  <a:lnTo>
                    <a:pt x="5981417" y="1241435"/>
                  </a:lnTo>
                  <a:lnTo>
                    <a:pt x="5937871" y="1192455"/>
                  </a:lnTo>
                  <a:lnTo>
                    <a:pt x="5894590" y="1146701"/>
                  </a:lnTo>
                  <a:lnTo>
                    <a:pt x="5851366" y="1104227"/>
                  </a:lnTo>
                  <a:lnTo>
                    <a:pt x="5807907" y="1065011"/>
                  </a:lnTo>
                  <a:lnTo>
                    <a:pt x="5784835" y="1045667"/>
                  </a:lnTo>
                  <a:lnTo>
                    <a:pt x="5735782" y="1008041"/>
                  </a:lnTo>
                  <a:lnTo>
                    <a:pt x="5685062" y="974201"/>
                  </a:lnTo>
                  <a:lnTo>
                    <a:pt x="5631883" y="943950"/>
                  </a:lnTo>
                  <a:lnTo>
                    <a:pt x="5575358" y="916961"/>
                  </a:lnTo>
                  <a:lnTo>
                    <a:pt x="5514585" y="892862"/>
                  </a:lnTo>
                  <a:lnTo>
                    <a:pt x="5448721" y="871297"/>
                  </a:lnTo>
                  <a:lnTo>
                    <a:pt x="5377084" y="851952"/>
                  </a:lnTo>
                  <a:lnTo>
                    <a:pt x="5299276" y="834573"/>
                  </a:lnTo>
                  <a:lnTo>
                    <a:pt x="5215362" y="818976"/>
                  </a:lnTo>
                  <a:lnTo>
                    <a:pt x="5126069" y="805045"/>
                  </a:lnTo>
                  <a:lnTo>
                    <a:pt x="5032986" y="792735"/>
                  </a:lnTo>
                  <a:lnTo>
                    <a:pt x="4938706" y="782051"/>
                  </a:lnTo>
                  <a:lnTo>
                    <a:pt x="4846782" y="773029"/>
                  </a:lnTo>
                  <a:lnTo>
                    <a:pt x="4761441" y="765703"/>
                  </a:lnTo>
                  <a:lnTo>
                    <a:pt x="4686974" y="760062"/>
                  </a:lnTo>
                  <a:lnTo>
                    <a:pt x="4626927" y="756017"/>
                  </a:lnTo>
                  <a:lnTo>
                    <a:pt x="4583286" y="753388"/>
                  </a:lnTo>
                  <a:lnTo>
                    <a:pt x="4555935" y="751906"/>
                  </a:lnTo>
                  <a:lnTo>
                    <a:pt x="4542524" y="751250"/>
                  </a:lnTo>
                  <a:lnTo>
                    <a:pt x="4538698" y="751080"/>
                  </a:lnTo>
                  <a:lnTo>
                    <a:pt x="4538543" y="751073"/>
                  </a:lnTo>
                  <a:lnTo>
                    <a:pt x="4016409" y="751073"/>
                  </a:lnTo>
                  <a:lnTo>
                    <a:pt x="4015149" y="751050"/>
                  </a:lnTo>
                  <a:lnTo>
                    <a:pt x="4006907" y="750887"/>
                  </a:lnTo>
                  <a:lnTo>
                    <a:pt x="3986298" y="750435"/>
                  </a:lnTo>
                  <a:lnTo>
                    <a:pt x="3949878" y="749547"/>
                  </a:lnTo>
                  <a:lnTo>
                    <a:pt x="3896459" y="748094"/>
                  </a:lnTo>
                  <a:lnTo>
                    <a:pt x="3827163" y="745976"/>
                  </a:lnTo>
                  <a:lnTo>
                    <a:pt x="3745044" y="743138"/>
                  </a:lnTo>
                  <a:lnTo>
                    <a:pt x="3654317" y="739563"/>
                  </a:lnTo>
                  <a:lnTo>
                    <a:pt x="3559469" y="735258"/>
                  </a:lnTo>
                  <a:lnTo>
                    <a:pt x="3464508" y="730241"/>
                  </a:lnTo>
                  <a:lnTo>
                    <a:pt x="3372520" y="724522"/>
                  </a:lnTo>
                  <a:lnTo>
                    <a:pt x="3285534" y="718089"/>
                  </a:lnTo>
                  <a:lnTo>
                    <a:pt x="3204609" y="710904"/>
                  </a:lnTo>
                  <a:lnTo>
                    <a:pt x="3130032" y="702897"/>
                  </a:lnTo>
                  <a:lnTo>
                    <a:pt x="3061537" y="693965"/>
                  </a:lnTo>
                  <a:lnTo>
                    <a:pt x="2998501" y="683981"/>
                  </a:lnTo>
                  <a:lnTo>
                    <a:pt x="2940094" y="672792"/>
                  </a:lnTo>
                  <a:lnTo>
                    <a:pt x="2885394" y="660235"/>
                  </a:lnTo>
                  <a:lnTo>
                    <a:pt x="2833472" y="646157"/>
                  </a:lnTo>
                  <a:lnTo>
                    <a:pt x="2783471" y="630449"/>
                  </a:lnTo>
                  <a:lnTo>
                    <a:pt x="2770117" y="625894"/>
                  </a:lnTo>
                  <a:lnTo>
                    <a:pt x="2718781" y="607011"/>
                  </a:lnTo>
                  <a:lnTo>
                    <a:pt x="2667943" y="586231"/>
                  </a:lnTo>
                  <a:lnTo>
                    <a:pt x="2617094" y="563527"/>
                  </a:lnTo>
                  <a:lnTo>
                    <a:pt x="2565881" y="538932"/>
                  </a:lnTo>
                  <a:lnTo>
                    <a:pt x="2514092" y="512551"/>
                  </a:lnTo>
                  <a:lnTo>
                    <a:pt x="2461637" y="484562"/>
                  </a:lnTo>
                  <a:lnTo>
                    <a:pt x="2408534" y="455218"/>
                  </a:lnTo>
                  <a:lnTo>
                    <a:pt x="2354892" y="424840"/>
                  </a:lnTo>
                  <a:lnTo>
                    <a:pt x="2300888" y="393803"/>
                  </a:lnTo>
                  <a:lnTo>
                    <a:pt x="2246745" y="362518"/>
                  </a:lnTo>
                  <a:lnTo>
                    <a:pt x="2192701" y="331410"/>
                  </a:lnTo>
                  <a:lnTo>
                    <a:pt x="2138984" y="300894"/>
                  </a:lnTo>
                  <a:lnTo>
                    <a:pt x="2085781" y="271353"/>
                  </a:lnTo>
                  <a:lnTo>
                    <a:pt x="2033213" y="243117"/>
                  </a:lnTo>
                  <a:lnTo>
                    <a:pt x="1981316" y="216451"/>
                  </a:lnTo>
                  <a:lnTo>
                    <a:pt x="1930017" y="191547"/>
                  </a:lnTo>
                  <a:lnTo>
                    <a:pt x="1879127" y="168521"/>
                  </a:lnTo>
                  <a:lnTo>
                    <a:pt x="1828319" y="147418"/>
                  </a:lnTo>
                  <a:lnTo>
                    <a:pt x="1777110" y="128221"/>
                  </a:lnTo>
                  <a:lnTo>
                    <a:pt x="1768425" y="125178"/>
                  </a:lnTo>
                  <a:lnTo>
                    <a:pt x="1718818" y="109021"/>
                  </a:lnTo>
                  <a:lnTo>
                    <a:pt x="1667497" y="94508"/>
                  </a:lnTo>
                  <a:lnTo>
                    <a:pt x="1613642" y="81552"/>
                  </a:lnTo>
                  <a:lnTo>
                    <a:pt x="1556336" y="70007"/>
                  </a:lnTo>
                  <a:lnTo>
                    <a:pt x="1494646" y="59711"/>
                  </a:lnTo>
                  <a:lnTo>
                    <a:pt x="1427708" y="50507"/>
                  </a:lnTo>
                  <a:lnTo>
                    <a:pt x="1354828" y="42260"/>
                  </a:lnTo>
                  <a:lnTo>
                    <a:pt x="1275627" y="34860"/>
                  </a:lnTo>
                  <a:lnTo>
                    <a:pt x="1190220" y="28227"/>
                  </a:lnTo>
                  <a:lnTo>
                    <a:pt x="1099434" y="22316"/>
                  </a:lnTo>
                  <a:lnTo>
                    <a:pt x="1005020" y="17108"/>
                  </a:lnTo>
                  <a:lnTo>
                    <a:pt x="909779" y="12608"/>
                  </a:lnTo>
                  <a:lnTo>
                    <a:pt x="817497" y="8833"/>
                  </a:lnTo>
                  <a:lnTo>
                    <a:pt x="732593" y="5795"/>
                  </a:lnTo>
                  <a:lnTo>
                    <a:pt x="659445" y="3486"/>
                  </a:lnTo>
                  <a:lnTo>
                    <a:pt x="601507" y="1860"/>
                  </a:lnTo>
                  <a:lnTo>
                    <a:pt x="560485" y="830"/>
                  </a:lnTo>
                  <a:lnTo>
                    <a:pt x="535830" y="274"/>
                  </a:lnTo>
                  <a:lnTo>
                    <a:pt x="524685" y="47"/>
                  </a:lnTo>
                  <a:lnTo>
                    <a:pt x="522159" y="0"/>
                  </a:lnTo>
                  <a:lnTo>
                    <a:pt x="522133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95" name="pg95"/>
            <p:cNvSpPr/>
            <p:nvPr/>
          </p:nvSpPr>
          <p:spPr>
            <a:xfrm>
              <a:off x="386606" y="1157309"/>
              <a:ext cx="8554953" cy="2896998"/>
            </a:xfrm>
            <a:custGeom>
              <a:avLst/>
              <a:pathLst>
                <a:path w="8554953" h="2896998">
                  <a:moveTo>
                    <a:pt x="0" y="16941"/>
                  </a:moveTo>
                  <a:lnTo>
                    <a:pt x="522133" y="16941"/>
                  </a:lnTo>
                  <a:lnTo>
                    <a:pt x="523393" y="16964"/>
                  </a:lnTo>
                  <a:lnTo>
                    <a:pt x="531633" y="17130"/>
                  </a:lnTo>
                  <a:lnTo>
                    <a:pt x="552237" y="17589"/>
                  </a:lnTo>
                  <a:lnTo>
                    <a:pt x="588650" y="18490"/>
                  </a:lnTo>
                  <a:lnTo>
                    <a:pt x="642060" y="19965"/>
                  </a:lnTo>
                  <a:lnTo>
                    <a:pt x="711345" y="22114"/>
                  </a:lnTo>
                  <a:lnTo>
                    <a:pt x="793452" y="24993"/>
                  </a:lnTo>
                  <a:lnTo>
                    <a:pt x="884169" y="28622"/>
                  </a:lnTo>
                  <a:lnTo>
                    <a:pt x="979008" y="32991"/>
                  </a:lnTo>
                  <a:lnTo>
                    <a:pt x="1073963" y="38082"/>
                  </a:lnTo>
                  <a:lnTo>
                    <a:pt x="1165947" y="43886"/>
                  </a:lnTo>
                  <a:lnTo>
                    <a:pt x="1252932" y="50415"/>
                  </a:lnTo>
                  <a:lnTo>
                    <a:pt x="1333857" y="57707"/>
                  </a:lnTo>
                  <a:lnTo>
                    <a:pt x="1408434" y="65833"/>
                  </a:lnTo>
                  <a:lnTo>
                    <a:pt x="1476930" y="74897"/>
                  </a:lnTo>
                  <a:lnTo>
                    <a:pt x="1539968" y="85029"/>
                  </a:lnTo>
                  <a:lnTo>
                    <a:pt x="1598375" y="96384"/>
                  </a:lnTo>
                  <a:lnTo>
                    <a:pt x="1653076" y="109127"/>
                  </a:lnTo>
                  <a:lnTo>
                    <a:pt x="1704997" y="123414"/>
                  </a:lnTo>
                  <a:lnTo>
                    <a:pt x="1754996" y="139353"/>
                  </a:lnTo>
                  <a:lnTo>
                    <a:pt x="1768425" y="144002"/>
                  </a:lnTo>
                  <a:lnTo>
                    <a:pt x="1819685" y="163140"/>
                  </a:lnTo>
                  <a:lnTo>
                    <a:pt x="1870446" y="184195"/>
                  </a:lnTo>
                  <a:lnTo>
                    <a:pt x="1921217" y="207199"/>
                  </a:lnTo>
                  <a:lnTo>
                    <a:pt x="1972350" y="232116"/>
                  </a:lnTo>
                  <a:lnTo>
                    <a:pt x="2024057" y="258842"/>
                  </a:lnTo>
                  <a:lnTo>
                    <a:pt x="2076427" y="287196"/>
                  </a:lnTo>
                  <a:lnTo>
                    <a:pt x="2129444" y="316924"/>
                  </a:lnTo>
                  <a:lnTo>
                    <a:pt x="2183000" y="347703"/>
                  </a:lnTo>
                  <a:lnTo>
                    <a:pt x="2236919" y="379153"/>
                  </a:lnTo>
                  <a:lnTo>
                    <a:pt x="2290981" y="410860"/>
                  </a:lnTo>
                  <a:lnTo>
                    <a:pt x="2344946" y="442395"/>
                  </a:lnTo>
                  <a:lnTo>
                    <a:pt x="2398590" y="473337"/>
                  </a:lnTo>
                  <a:lnTo>
                    <a:pt x="2451723" y="503299"/>
                  </a:lnTo>
                  <a:lnTo>
                    <a:pt x="2504225" y="531946"/>
                  </a:lnTo>
                  <a:lnTo>
                    <a:pt x="2556059" y="559010"/>
                  </a:lnTo>
                  <a:lnTo>
                    <a:pt x="2607293" y="584294"/>
                  </a:lnTo>
                  <a:lnTo>
                    <a:pt x="2658112" y="607679"/>
                  </a:lnTo>
                  <a:lnTo>
                    <a:pt x="2708841" y="629118"/>
                  </a:lnTo>
                  <a:lnTo>
                    <a:pt x="2759953" y="648628"/>
                  </a:lnTo>
                  <a:lnTo>
                    <a:pt x="2770117" y="652248"/>
                  </a:lnTo>
                  <a:lnTo>
                    <a:pt x="2819721" y="668647"/>
                  </a:lnTo>
                  <a:lnTo>
                    <a:pt x="2871037" y="683377"/>
                  </a:lnTo>
                  <a:lnTo>
                    <a:pt x="2924887" y="696528"/>
                  </a:lnTo>
                  <a:lnTo>
                    <a:pt x="2982188" y="708246"/>
                  </a:lnTo>
                  <a:lnTo>
                    <a:pt x="3043872" y="718696"/>
                  </a:lnTo>
                  <a:lnTo>
                    <a:pt x="3110803" y="728038"/>
                  </a:lnTo>
                  <a:lnTo>
                    <a:pt x="3183674" y="736409"/>
                  </a:lnTo>
                  <a:lnTo>
                    <a:pt x="3262865" y="743921"/>
                  </a:lnTo>
                  <a:lnTo>
                    <a:pt x="3348262" y="750652"/>
                  </a:lnTo>
                  <a:lnTo>
                    <a:pt x="3439038" y="756652"/>
                  </a:lnTo>
                  <a:lnTo>
                    <a:pt x="3533443" y="761939"/>
                  </a:lnTo>
                  <a:lnTo>
                    <a:pt x="3628678" y="766507"/>
                  </a:lnTo>
                  <a:lnTo>
                    <a:pt x="3720958" y="770339"/>
                  </a:lnTo>
                  <a:lnTo>
                    <a:pt x="3805864" y="773423"/>
                  </a:lnTo>
                  <a:lnTo>
                    <a:pt x="3879022" y="775768"/>
                  </a:lnTo>
                  <a:lnTo>
                    <a:pt x="3936975" y="777419"/>
                  </a:lnTo>
                  <a:lnTo>
                    <a:pt x="3978015" y="778465"/>
                  </a:lnTo>
                  <a:lnTo>
                    <a:pt x="4002689" y="779030"/>
                  </a:lnTo>
                  <a:lnTo>
                    <a:pt x="4013849" y="779261"/>
                  </a:lnTo>
                  <a:lnTo>
                    <a:pt x="4016409" y="779309"/>
                  </a:lnTo>
                  <a:lnTo>
                    <a:pt x="4538543" y="779309"/>
                  </a:lnTo>
                  <a:lnTo>
                    <a:pt x="4539743" y="779370"/>
                  </a:lnTo>
                  <a:lnTo>
                    <a:pt x="4547597" y="779808"/>
                  </a:lnTo>
                  <a:lnTo>
                    <a:pt x="4567270" y="781020"/>
                  </a:lnTo>
                  <a:lnTo>
                    <a:pt x="4602122" y="783399"/>
                  </a:lnTo>
                  <a:lnTo>
                    <a:pt x="4653414" y="787301"/>
                  </a:lnTo>
                  <a:lnTo>
                    <a:pt x="4720233" y="792995"/>
                  </a:lnTo>
                  <a:lnTo>
                    <a:pt x="4799815" y="800643"/>
                  </a:lnTo>
                  <a:lnTo>
                    <a:pt x="4888226" y="810301"/>
                  </a:lnTo>
                  <a:lnTo>
                    <a:pt x="4981185" y="821954"/>
                  </a:lnTo>
                  <a:lnTo>
                    <a:pt x="5074781" y="835555"/>
                  </a:lnTo>
                  <a:lnTo>
                    <a:pt x="5165925" y="851072"/>
                  </a:lnTo>
                  <a:lnTo>
                    <a:pt x="5252514" y="868523"/>
                  </a:lnTo>
                  <a:lnTo>
                    <a:pt x="5333378" y="887998"/>
                  </a:lnTo>
                  <a:lnTo>
                    <a:pt x="5408109" y="909666"/>
                  </a:lnTo>
                  <a:lnTo>
                    <a:pt x="5476861" y="933780"/>
                  </a:lnTo>
                  <a:lnTo>
                    <a:pt x="5540159" y="960672"/>
                  </a:lnTo>
                  <a:lnTo>
                    <a:pt x="5598755" y="990734"/>
                  </a:lnTo>
                  <a:lnTo>
                    <a:pt x="5653509" y="1024398"/>
                  </a:lnTo>
                  <a:lnTo>
                    <a:pt x="5705313" y="1062093"/>
                  </a:lnTo>
                  <a:lnTo>
                    <a:pt x="5755009" y="1104158"/>
                  </a:lnTo>
                  <a:lnTo>
                    <a:pt x="5784835" y="1132257"/>
                  </a:lnTo>
                  <a:lnTo>
                    <a:pt x="5826184" y="1174667"/>
                  </a:lnTo>
                  <a:lnTo>
                    <a:pt x="5867136" y="1220514"/>
                  </a:lnTo>
                  <a:lnTo>
                    <a:pt x="5907982" y="1269868"/>
                  </a:lnTo>
                  <a:lnTo>
                    <a:pt x="5948945" y="1322726"/>
                  </a:lnTo>
                  <a:lnTo>
                    <a:pt x="5990183" y="1379006"/>
                  </a:lnTo>
                  <a:lnTo>
                    <a:pt x="6031797" y="1438543"/>
                  </a:lnTo>
                  <a:lnTo>
                    <a:pt x="6073840" y="1501083"/>
                  </a:lnTo>
                  <a:lnTo>
                    <a:pt x="6116316" y="1566284"/>
                  </a:lnTo>
                  <a:lnTo>
                    <a:pt x="6159188" y="1633719"/>
                  </a:lnTo>
                  <a:lnTo>
                    <a:pt x="6202386" y="1702887"/>
                  </a:lnTo>
                  <a:lnTo>
                    <a:pt x="6245814" y="1773229"/>
                  </a:lnTo>
                  <a:lnTo>
                    <a:pt x="6289355" y="1844142"/>
                  </a:lnTo>
                  <a:lnTo>
                    <a:pt x="6332886" y="1915001"/>
                  </a:lnTo>
                  <a:lnTo>
                    <a:pt x="6376282" y="1985187"/>
                  </a:lnTo>
                  <a:lnTo>
                    <a:pt x="6419432" y="2054101"/>
                  </a:lnTo>
                  <a:lnTo>
                    <a:pt x="6462241" y="2121192"/>
                  </a:lnTo>
                  <a:lnTo>
                    <a:pt x="6504645" y="2185972"/>
                  </a:lnTo>
                  <a:lnTo>
                    <a:pt x="6546614" y="2248027"/>
                  </a:lnTo>
                  <a:lnTo>
                    <a:pt x="6588160" y="2307030"/>
                  </a:lnTo>
                  <a:lnTo>
                    <a:pt x="6629343" y="2362742"/>
                  </a:lnTo>
                  <a:lnTo>
                    <a:pt x="6670273" y="2415012"/>
                  </a:lnTo>
                  <a:lnTo>
                    <a:pt x="6711120" y="2463772"/>
                  </a:lnTo>
                  <a:lnTo>
                    <a:pt x="6752116" y="2509033"/>
                  </a:lnTo>
                  <a:lnTo>
                    <a:pt x="6786527" y="2544050"/>
                  </a:lnTo>
                  <a:lnTo>
                    <a:pt x="6835297" y="2588886"/>
                  </a:lnTo>
                  <a:lnTo>
                    <a:pt x="6885711" y="2629237"/>
                  </a:lnTo>
                  <a:lnTo>
                    <a:pt x="6938548" y="2665332"/>
                  </a:lnTo>
                  <a:lnTo>
                    <a:pt x="6994676" y="2697557"/>
                  </a:lnTo>
                  <a:lnTo>
                    <a:pt x="7054985" y="2726347"/>
                  </a:lnTo>
                  <a:lnTo>
                    <a:pt x="7120305" y="2752126"/>
                  </a:lnTo>
                  <a:lnTo>
                    <a:pt x="7191314" y="2775263"/>
                  </a:lnTo>
                  <a:lnTo>
                    <a:pt x="7268416" y="2796060"/>
                  </a:lnTo>
                  <a:lnTo>
                    <a:pt x="7351571" y="2814740"/>
                  </a:lnTo>
                  <a:lnTo>
                    <a:pt x="7440102" y="2831440"/>
                  </a:lnTo>
                  <a:lnTo>
                    <a:pt x="7532494" y="2846220"/>
                  </a:lnTo>
                  <a:lnTo>
                    <a:pt x="7626262" y="2859075"/>
                  </a:lnTo>
                  <a:lnTo>
                    <a:pt x="7717965" y="2869965"/>
                  </a:lnTo>
                  <a:lnTo>
                    <a:pt x="7803480" y="2878848"/>
                  </a:lnTo>
                  <a:lnTo>
                    <a:pt x="7878566" y="2885731"/>
                  </a:lnTo>
                  <a:lnTo>
                    <a:pt x="7939641" y="2890709"/>
                  </a:lnTo>
                  <a:lnTo>
                    <a:pt x="7984592" y="2893987"/>
                  </a:lnTo>
                  <a:lnTo>
                    <a:pt x="8013328" y="2895872"/>
                  </a:lnTo>
                  <a:lnTo>
                    <a:pt x="8027945" y="2896737"/>
                  </a:lnTo>
                  <a:lnTo>
                    <a:pt x="8032534" y="2896984"/>
                  </a:lnTo>
                  <a:lnTo>
                    <a:pt x="8032819" y="2896998"/>
                  </a:lnTo>
                  <a:lnTo>
                    <a:pt x="8554953" y="2896998"/>
                  </a:lnTo>
                  <a:lnTo>
                    <a:pt x="8554953" y="2880057"/>
                  </a:lnTo>
                  <a:lnTo>
                    <a:pt x="8032819" y="2880057"/>
                  </a:lnTo>
                  <a:lnTo>
                    <a:pt x="8031619" y="2879995"/>
                  </a:lnTo>
                  <a:lnTo>
                    <a:pt x="8023765" y="2879557"/>
                  </a:lnTo>
                  <a:lnTo>
                    <a:pt x="8004092" y="2878346"/>
                  </a:lnTo>
                  <a:lnTo>
                    <a:pt x="7969240" y="2875967"/>
                  </a:lnTo>
                  <a:lnTo>
                    <a:pt x="7917948" y="2872065"/>
                  </a:lnTo>
                  <a:lnTo>
                    <a:pt x="7851129" y="2866371"/>
                  </a:lnTo>
                  <a:lnTo>
                    <a:pt x="7771547" y="2858723"/>
                  </a:lnTo>
                  <a:lnTo>
                    <a:pt x="7683136" y="2849064"/>
                  </a:lnTo>
                  <a:lnTo>
                    <a:pt x="7590177" y="2837412"/>
                  </a:lnTo>
                  <a:lnTo>
                    <a:pt x="7496581" y="2823811"/>
                  </a:lnTo>
                  <a:lnTo>
                    <a:pt x="7405437" y="2808294"/>
                  </a:lnTo>
                  <a:lnTo>
                    <a:pt x="7318848" y="2790843"/>
                  </a:lnTo>
                  <a:lnTo>
                    <a:pt x="7237984" y="2771368"/>
                  </a:lnTo>
                  <a:lnTo>
                    <a:pt x="7163253" y="2749700"/>
                  </a:lnTo>
                  <a:lnTo>
                    <a:pt x="7094501" y="2725585"/>
                  </a:lnTo>
                  <a:lnTo>
                    <a:pt x="7031203" y="2698694"/>
                  </a:lnTo>
                  <a:lnTo>
                    <a:pt x="6972607" y="2668632"/>
                  </a:lnTo>
                  <a:lnTo>
                    <a:pt x="6917853" y="2634968"/>
                  </a:lnTo>
                  <a:lnTo>
                    <a:pt x="6866049" y="2597273"/>
                  </a:lnTo>
                  <a:lnTo>
                    <a:pt x="6816353" y="2555208"/>
                  </a:lnTo>
                  <a:lnTo>
                    <a:pt x="6786527" y="2527109"/>
                  </a:lnTo>
                  <a:lnTo>
                    <a:pt x="6745178" y="2484699"/>
                  </a:lnTo>
                  <a:lnTo>
                    <a:pt x="6704226" y="2438851"/>
                  </a:lnTo>
                  <a:lnTo>
                    <a:pt x="6663380" y="2389498"/>
                  </a:lnTo>
                  <a:lnTo>
                    <a:pt x="6622417" y="2336640"/>
                  </a:lnTo>
                  <a:lnTo>
                    <a:pt x="6581179" y="2280360"/>
                  </a:lnTo>
                  <a:lnTo>
                    <a:pt x="6539565" y="2220823"/>
                  </a:lnTo>
                  <a:lnTo>
                    <a:pt x="6497522" y="2158283"/>
                  </a:lnTo>
                  <a:lnTo>
                    <a:pt x="6455046" y="2093082"/>
                  </a:lnTo>
                  <a:lnTo>
                    <a:pt x="6412174" y="2025647"/>
                  </a:lnTo>
                  <a:lnTo>
                    <a:pt x="6368976" y="1956478"/>
                  </a:lnTo>
                  <a:lnTo>
                    <a:pt x="6325548" y="1886137"/>
                  </a:lnTo>
                  <a:lnTo>
                    <a:pt x="6282007" y="1815224"/>
                  </a:lnTo>
                  <a:lnTo>
                    <a:pt x="6238476" y="1744365"/>
                  </a:lnTo>
                  <a:lnTo>
                    <a:pt x="6195080" y="1674179"/>
                  </a:lnTo>
                  <a:lnTo>
                    <a:pt x="6151930" y="1605265"/>
                  </a:lnTo>
                  <a:lnTo>
                    <a:pt x="6109121" y="1538174"/>
                  </a:lnTo>
                  <a:lnTo>
                    <a:pt x="6066717" y="1473394"/>
                  </a:lnTo>
                  <a:lnTo>
                    <a:pt x="6024748" y="1411339"/>
                  </a:lnTo>
                  <a:lnTo>
                    <a:pt x="5983202" y="1352336"/>
                  </a:lnTo>
                  <a:lnTo>
                    <a:pt x="5942019" y="1296624"/>
                  </a:lnTo>
                  <a:lnTo>
                    <a:pt x="5901089" y="1244354"/>
                  </a:lnTo>
                  <a:lnTo>
                    <a:pt x="5860242" y="1195594"/>
                  </a:lnTo>
                  <a:lnTo>
                    <a:pt x="5819246" y="1150333"/>
                  </a:lnTo>
                  <a:lnTo>
                    <a:pt x="5784835" y="1115316"/>
                  </a:lnTo>
                  <a:lnTo>
                    <a:pt x="5736065" y="1070480"/>
                  </a:lnTo>
                  <a:lnTo>
                    <a:pt x="5685651" y="1030128"/>
                  </a:lnTo>
                  <a:lnTo>
                    <a:pt x="5632814" y="994034"/>
                  </a:lnTo>
                  <a:lnTo>
                    <a:pt x="5576686" y="961809"/>
                  </a:lnTo>
                  <a:lnTo>
                    <a:pt x="5516377" y="933018"/>
                  </a:lnTo>
                  <a:lnTo>
                    <a:pt x="5451057" y="907240"/>
                  </a:lnTo>
                  <a:lnTo>
                    <a:pt x="5380048" y="884103"/>
                  </a:lnTo>
                  <a:lnTo>
                    <a:pt x="5302946" y="863305"/>
                  </a:lnTo>
                  <a:lnTo>
                    <a:pt x="5219791" y="844626"/>
                  </a:lnTo>
                  <a:lnTo>
                    <a:pt x="5131260" y="827926"/>
                  </a:lnTo>
                  <a:lnTo>
                    <a:pt x="5038868" y="813146"/>
                  </a:lnTo>
                  <a:lnTo>
                    <a:pt x="4945100" y="800291"/>
                  </a:lnTo>
                  <a:lnTo>
                    <a:pt x="4853397" y="789401"/>
                  </a:lnTo>
                  <a:lnTo>
                    <a:pt x="4767882" y="780518"/>
                  </a:lnTo>
                  <a:lnTo>
                    <a:pt x="4692796" y="773635"/>
                  </a:lnTo>
                  <a:lnTo>
                    <a:pt x="4631721" y="768657"/>
                  </a:lnTo>
                  <a:lnTo>
                    <a:pt x="4586770" y="765379"/>
                  </a:lnTo>
                  <a:lnTo>
                    <a:pt x="4558034" y="763494"/>
                  </a:lnTo>
                  <a:lnTo>
                    <a:pt x="4543417" y="762629"/>
                  </a:lnTo>
                  <a:lnTo>
                    <a:pt x="4538828" y="762382"/>
                  </a:lnTo>
                  <a:lnTo>
                    <a:pt x="4538543" y="762368"/>
                  </a:lnTo>
                  <a:lnTo>
                    <a:pt x="4016409" y="762368"/>
                  </a:lnTo>
                  <a:lnTo>
                    <a:pt x="4015149" y="762344"/>
                  </a:lnTo>
                  <a:lnTo>
                    <a:pt x="4006909" y="762178"/>
                  </a:lnTo>
                  <a:lnTo>
                    <a:pt x="3986305" y="761720"/>
                  </a:lnTo>
                  <a:lnTo>
                    <a:pt x="3949892" y="760819"/>
                  </a:lnTo>
                  <a:lnTo>
                    <a:pt x="3896482" y="759344"/>
                  </a:lnTo>
                  <a:lnTo>
                    <a:pt x="3827197" y="757195"/>
                  </a:lnTo>
                  <a:lnTo>
                    <a:pt x="3745090" y="754315"/>
                  </a:lnTo>
                  <a:lnTo>
                    <a:pt x="3654374" y="750687"/>
                  </a:lnTo>
                  <a:lnTo>
                    <a:pt x="3559534" y="746318"/>
                  </a:lnTo>
                  <a:lnTo>
                    <a:pt x="3464579" y="741226"/>
                  </a:lnTo>
                  <a:lnTo>
                    <a:pt x="3372595" y="735422"/>
                  </a:lnTo>
                  <a:lnTo>
                    <a:pt x="3285611" y="728894"/>
                  </a:lnTo>
                  <a:lnTo>
                    <a:pt x="3204686" y="721602"/>
                  </a:lnTo>
                  <a:lnTo>
                    <a:pt x="3130108" y="713476"/>
                  </a:lnTo>
                  <a:lnTo>
                    <a:pt x="3061612" y="704412"/>
                  </a:lnTo>
                  <a:lnTo>
                    <a:pt x="2998575" y="694279"/>
                  </a:lnTo>
                  <a:lnTo>
                    <a:pt x="2940167" y="682924"/>
                  </a:lnTo>
                  <a:lnTo>
                    <a:pt x="2885467" y="670181"/>
                  </a:lnTo>
                  <a:lnTo>
                    <a:pt x="2833545" y="655895"/>
                  </a:lnTo>
                  <a:lnTo>
                    <a:pt x="2783546" y="639955"/>
                  </a:lnTo>
                  <a:lnTo>
                    <a:pt x="2770117" y="635306"/>
                  </a:lnTo>
                  <a:lnTo>
                    <a:pt x="2718858" y="616169"/>
                  </a:lnTo>
                  <a:lnTo>
                    <a:pt x="2668097" y="595113"/>
                  </a:lnTo>
                  <a:lnTo>
                    <a:pt x="2617325" y="572110"/>
                  </a:lnTo>
                  <a:lnTo>
                    <a:pt x="2566192" y="547193"/>
                  </a:lnTo>
                  <a:lnTo>
                    <a:pt x="2514485" y="520467"/>
                  </a:lnTo>
                  <a:lnTo>
                    <a:pt x="2462115" y="492112"/>
                  </a:lnTo>
                  <a:lnTo>
                    <a:pt x="2409098" y="462384"/>
                  </a:lnTo>
                  <a:lnTo>
                    <a:pt x="2355542" y="431606"/>
                  </a:lnTo>
                  <a:lnTo>
                    <a:pt x="2301623" y="400156"/>
                  </a:lnTo>
                  <a:lnTo>
                    <a:pt x="2247562" y="368449"/>
                  </a:lnTo>
                  <a:lnTo>
                    <a:pt x="2193596" y="336914"/>
                  </a:lnTo>
                  <a:lnTo>
                    <a:pt x="2139953" y="305972"/>
                  </a:lnTo>
                  <a:lnTo>
                    <a:pt x="2086819" y="276010"/>
                  </a:lnTo>
                  <a:lnTo>
                    <a:pt x="2034317" y="247362"/>
                  </a:lnTo>
                  <a:lnTo>
                    <a:pt x="1982483" y="220299"/>
                  </a:lnTo>
                  <a:lnTo>
                    <a:pt x="1931250" y="195015"/>
                  </a:lnTo>
                  <a:lnTo>
                    <a:pt x="1880430" y="171630"/>
                  </a:lnTo>
                  <a:lnTo>
                    <a:pt x="1829702" y="150191"/>
                  </a:lnTo>
                  <a:lnTo>
                    <a:pt x="1778589" y="130681"/>
                  </a:lnTo>
                  <a:lnTo>
                    <a:pt x="1768425" y="127061"/>
                  </a:lnTo>
                  <a:lnTo>
                    <a:pt x="1718821" y="110662"/>
                  </a:lnTo>
                  <a:lnTo>
                    <a:pt x="1667505" y="95931"/>
                  </a:lnTo>
                  <a:lnTo>
                    <a:pt x="1613655" y="82781"/>
                  </a:lnTo>
                  <a:lnTo>
                    <a:pt x="1556354" y="71063"/>
                  </a:lnTo>
                  <a:lnTo>
                    <a:pt x="1494670" y="60613"/>
                  </a:lnTo>
                  <a:lnTo>
                    <a:pt x="1427739" y="51271"/>
                  </a:lnTo>
                  <a:lnTo>
                    <a:pt x="1354869" y="42900"/>
                  </a:lnTo>
                  <a:lnTo>
                    <a:pt x="1275677" y="35388"/>
                  </a:lnTo>
                  <a:lnTo>
                    <a:pt x="1190280" y="28656"/>
                  </a:lnTo>
                  <a:lnTo>
                    <a:pt x="1099505" y="22656"/>
                  </a:lnTo>
                  <a:lnTo>
                    <a:pt x="1005100" y="17370"/>
                  </a:lnTo>
                  <a:lnTo>
                    <a:pt x="909864" y="12802"/>
                  </a:lnTo>
                  <a:lnTo>
                    <a:pt x="817584" y="8969"/>
                  </a:lnTo>
                  <a:lnTo>
                    <a:pt x="732678" y="5885"/>
                  </a:lnTo>
                  <a:lnTo>
                    <a:pt x="659520" y="3541"/>
                  </a:lnTo>
                  <a:lnTo>
                    <a:pt x="601567" y="1889"/>
                  </a:lnTo>
                  <a:lnTo>
                    <a:pt x="560527" y="844"/>
                  </a:lnTo>
                  <a:lnTo>
                    <a:pt x="535854" y="278"/>
                  </a:lnTo>
                  <a:lnTo>
                    <a:pt x="524693" y="48"/>
                  </a:lnTo>
                  <a:lnTo>
                    <a:pt x="5221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96" name="pl96"/>
            <p:cNvSpPr/>
            <p:nvPr/>
          </p:nvSpPr>
          <p:spPr>
            <a:xfrm>
              <a:off x="386606" y="1174250"/>
              <a:ext cx="8554953" cy="2880057"/>
            </a:xfrm>
            <a:custGeom>
              <a:avLst/>
              <a:pathLst>
                <a:path w="8554953" h="2880057">
                  <a:moveTo>
                    <a:pt x="0" y="0"/>
                  </a:moveTo>
                  <a:lnTo>
                    <a:pt x="522133" y="0"/>
                  </a:lnTo>
                  <a:lnTo>
                    <a:pt x="523393" y="23"/>
                  </a:lnTo>
                  <a:lnTo>
                    <a:pt x="531633" y="189"/>
                  </a:lnTo>
                  <a:lnTo>
                    <a:pt x="552237" y="647"/>
                  </a:lnTo>
                  <a:lnTo>
                    <a:pt x="588650" y="1548"/>
                  </a:lnTo>
                  <a:lnTo>
                    <a:pt x="642060" y="3023"/>
                  </a:lnTo>
                  <a:lnTo>
                    <a:pt x="711345" y="5172"/>
                  </a:lnTo>
                  <a:lnTo>
                    <a:pt x="793452" y="8052"/>
                  </a:lnTo>
                  <a:lnTo>
                    <a:pt x="884169" y="11680"/>
                  </a:lnTo>
                  <a:lnTo>
                    <a:pt x="979008" y="16049"/>
                  </a:lnTo>
                  <a:lnTo>
                    <a:pt x="1073963" y="21141"/>
                  </a:lnTo>
                  <a:lnTo>
                    <a:pt x="1165947" y="26945"/>
                  </a:lnTo>
                  <a:lnTo>
                    <a:pt x="1252932" y="33473"/>
                  </a:lnTo>
                  <a:lnTo>
                    <a:pt x="1333857" y="40765"/>
                  </a:lnTo>
                  <a:lnTo>
                    <a:pt x="1408434" y="48892"/>
                  </a:lnTo>
                  <a:lnTo>
                    <a:pt x="1476930" y="57955"/>
                  </a:lnTo>
                  <a:lnTo>
                    <a:pt x="1539968" y="68088"/>
                  </a:lnTo>
                  <a:lnTo>
                    <a:pt x="1598375" y="79443"/>
                  </a:lnTo>
                  <a:lnTo>
                    <a:pt x="1653076" y="92186"/>
                  </a:lnTo>
                  <a:lnTo>
                    <a:pt x="1704997" y="106472"/>
                  </a:lnTo>
                  <a:lnTo>
                    <a:pt x="1754996" y="122412"/>
                  </a:lnTo>
                  <a:lnTo>
                    <a:pt x="1768425" y="127061"/>
                  </a:lnTo>
                  <a:lnTo>
                    <a:pt x="1819685" y="146198"/>
                  </a:lnTo>
                  <a:lnTo>
                    <a:pt x="1870446" y="167254"/>
                  </a:lnTo>
                  <a:lnTo>
                    <a:pt x="1921217" y="190257"/>
                  </a:lnTo>
                  <a:lnTo>
                    <a:pt x="1972350" y="215174"/>
                  </a:lnTo>
                  <a:lnTo>
                    <a:pt x="2024057" y="241900"/>
                  </a:lnTo>
                  <a:lnTo>
                    <a:pt x="2076427" y="270255"/>
                  </a:lnTo>
                  <a:lnTo>
                    <a:pt x="2129444" y="299983"/>
                  </a:lnTo>
                  <a:lnTo>
                    <a:pt x="2183000" y="330761"/>
                  </a:lnTo>
                  <a:lnTo>
                    <a:pt x="2236919" y="362211"/>
                  </a:lnTo>
                  <a:lnTo>
                    <a:pt x="2290981" y="393919"/>
                  </a:lnTo>
                  <a:lnTo>
                    <a:pt x="2344946" y="425453"/>
                  </a:lnTo>
                  <a:lnTo>
                    <a:pt x="2398590" y="456395"/>
                  </a:lnTo>
                  <a:lnTo>
                    <a:pt x="2451723" y="486357"/>
                  </a:lnTo>
                  <a:lnTo>
                    <a:pt x="2504225" y="515005"/>
                  </a:lnTo>
                  <a:lnTo>
                    <a:pt x="2556059" y="542068"/>
                  </a:lnTo>
                  <a:lnTo>
                    <a:pt x="2607293" y="567352"/>
                  </a:lnTo>
                  <a:lnTo>
                    <a:pt x="2658112" y="590737"/>
                  </a:lnTo>
                  <a:lnTo>
                    <a:pt x="2708841" y="612176"/>
                  </a:lnTo>
                  <a:lnTo>
                    <a:pt x="2759953" y="631686"/>
                  </a:lnTo>
                  <a:lnTo>
                    <a:pt x="2770117" y="635306"/>
                  </a:lnTo>
                  <a:lnTo>
                    <a:pt x="2819721" y="651705"/>
                  </a:lnTo>
                  <a:lnTo>
                    <a:pt x="2871037" y="666436"/>
                  </a:lnTo>
                  <a:lnTo>
                    <a:pt x="2924887" y="679586"/>
                  </a:lnTo>
                  <a:lnTo>
                    <a:pt x="2982188" y="691304"/>
                  </a:lnTo>
                  <a:lnTo>
                    <a:pt x="3043872" y="701755"/>
                  </a:lnTo>
                  <a:lnTo>
                    <a:pt x="3110803" y="711096"/>
                  </a:lnTo>
                  <a:lnTo>
                    <a:pt x="3183674" y="719468"/>
                  </a:lnTo>
                  <a:lnTo>
                    <a:pt x="3262865" y="726979"/>
                  </a:lnTo>
                  <a:lnTo>
                    <a:pt x="3348262" y="733711"/>
                  </a:lnTo>
                  <a:lnTo>
                    <a:pt x="3439038" y="739711"/>
                  </a:lnTo>
                  <a:lnTo>
                    <a:pt x="3533443" y="744997"/>
                  </a:lnTo>
                  <a:lnTo>
                    <a:pt x="3628678" y="749565"/>
                  </a:lnTo>
                  <a:lnTo>
                    <a:pt x="3720958" y="753398"/>
                  </a:lnTo>
                  <a:lnTo>
                    <a:pt x="3805864" y="756482"/>
                  </a:lnTo>
                  <a:lnTo>
                    <a:pt x="3879022" y="758827"/>
                  </a:lnTo>
                  <a:lnTo>
                    <a:pt x="3936975" y="760478"/>
                  </a:lnTo>
                  <a:lnTo>
                    <a:pt x="3978015" y="761524"/>
                  </a:lnTo>
                  <a:lnTo>
                    <a:pt x="4002689" y="762089"/>
                  </a:lnTo>
                  <a:lnTo>
                    <a:pt x="4013849" y="762319"/>
                  </a:lnTo>
                  <a:lnTo>
                    <a:pt x="4016382" y="762367"/>
                  </a:lnTo>
                  <a:lnTo>
                    <a:pt x="4016409" y="762368"/>
                  </a:lnTo>
                  <a:lnTo>
                    <a:pt x="4538543" y="762368"/>
                  </a:lnTo>
                  <a:lnTo>
                    <a:pt x="4539743" y="762429"/>
                  </a:lnTo>
                  <a:lnTo>
                    <a:pt x="4547597" y="762867"/>
                  </a:lnTo>
                  <a:lnTo>
                    <a:pt x="4567270" y="764078"/>
                  </a:lnTo>
                  <a:lnTo>
                    <a:pt x="4602122" y="766458"/>
                  </a:lnTo>
                  <a:lnTo>
                    <a:pt x="4653414" y="770360"/>
                  </a:lnTo>
                  <a:lnTo>
                    <a:pt x="4720233" y="776054"/>
                  </a:lnTo>
                  <a:lnTo>
                    <a:pt x="4799815" y="783701"/>
                  </a:lnTo>
                  <a:lnTo>
                    <a:pt x="4888226" y="793360"/>
                  </a:lnTo>
                  <a:lnTo>
                    <a:pt x="4981185" y="805013"/>
                  </a:lnTo>
                  <a:lnTo>
                    <a:pt x="5074781" y="818613"/>
                  </a:lnTo>
                  <a:lnTo>
                    <a:pt x="5165925" y="834130"/>
                  </a:lnTo>
                  <a:lnTo>
                    <a:pt x="5252514" y="851582"/>
                  </a:lnTo>
                  <a:lnTo>
                    <a:pt x="5333378" y="871056"/>
                  </a:lnTo>
                  <a:lnTo>
                    <a:pt x="5408109" y="892724"/>
                  </a:lnTo>
                  <a:lnTo>
                    <a:pt x="5476861" y="916839"/>
                  </a:lnTo>
                  <a:lnTo>
                    <a:pt x="5540159" y="943730"/>
                  </a:lnTo>
                  <a:lnTo>
                    <a:pt x="5598755" y="973792"/>
                  </a:lnTo>
                  <a:lnTo>
                    <a:pt x="5653509" y="1007457"/>
                  </a:lnTo>
                  <a:lnTo>
                    <a:pt x="5705313" y="1045151"/>
                  </a:lnTo>
                  <a:lnTo>
                    <a:pt x="5755009" y="1087217"/>
                  </a:lnTo>
                  <a:lnTo>
                    <a:pt x="5784835" y="1115316"/>
                  </a:lnTo>
                  <a:lnTo>
                    <a:pt x="5826184" y="1157725"/>
                  </a:lnTo>
                  <a:lnTo>
                    <a:pt x="5867136" y="1203573"/>
                  </a:lnTo>
                  <a:lnTo>
                    <a:pt x="5907982" y="1252927"/>
                  </a:lnTo>
                  <a:lnTo>
                    <a:pt x="5948945" y="1305784"/>
                  </a:lnTo>
                  <a:lnTo>
                    <a:pt x="5990183" y="1362064"/>
                  </a:lnTo>
                  <a:lnTo>
                    <a:pt x="6031797" y="1421601"/>
                  </a:lnTo>
                  <a:lnTo>
                    <a:pt x="6073840" y="1484142"/>
                  </a:lnTo>
                  <a:lnTo>
                    <a:pt x="6116316" y="1549342"/>
                  </a:lnTo>
                  <a:lnTo>
                    <a:pt x="6159188" y="1616777"/>
                  </a:lnTo>
                  <a:lnTo>
                    <a:pt x="6202386" y="1685946"/>
                  </a:lnTo>
                  <a:lnTo>
                    <a:pt x="6245814" y="1756288"/>
                  </a:lnTo>
                  <a:lnTo>
                    <a:pt x="6289355" y="1827200"/>
                  </a:lnTo>
                  <a:lnTo>
                    <a:pt x="6332886" y="1898060"/>
                  </a:lnTo>
                  <a:lnTo>
                    <a:pt x="6376282" y="1968245"/>
                  </a:lnTo>
                  <a:lnTo>
                    <a:pt x="6419432" y="2037159"/>
                  </a:lnTo>
                  <a:lnTo>
                    <a:pt x="6462241" y="2104251"/>
                  </a:lnTo>
                  <a:lnTo>
                    <a:pt x="6504645" y="2169030"/>
                  </a:lnTo>
                  <a:lnTo>
                    <a:pt x="6546614" y="2231085"/>
                  </a:lnTo>
                  <a:lnTo>
                    <a:pt x="6588160" y="2290088"/>
                  </a:lnTo>
                  <a:lnTo>
                    <a:pt x="6629343" y="2345800"/>
                  </a:lnTo>
                  <a:lnTo>
                    <a:pt x="6670273" y="2398070"/>
                  </a:lnTo>
                  <a:lnTo>
                    <a:pt x="6711120" y="2446831"/>
                  </a:lnTo>
                  <a:lnTo>
                    <a:pt x="6752116" y="2492092"/>
                  </a:lnTo>
                  <a:lnTo>
                    <a:pt x="6786527" y="2527109"/>
                  </a:lnTo>
                  <a:lnTo>
                    <a:pt x="6835297" y="2571945"/>
                  </a:lnTo>
                  <a:lnTo>
                    <a:pt x="6885711" y="2612296"/>
                  </a:lnTo>
                  <a:lnTo>
                    <a:pt x="6938548" y="2648391"/>
                  </a:lnTo>
                  <a:lnTo>
                    <a:pt x="6994676" y="2680615"/>
                  </a:lnTo>
                  <a:lnTo>
                    <a:pt x="7054985" y="2709406"/>
                  </a:lnTo>
                  <a:lnTo>
                    <a:pt x="7120305" y="2735184"/>
                  </a:lnTo>
                  <a:lnTo>
                    <a:pt x="7191314" y="2758321"/>
                  </a:lnTo>
                  <a:lnTo>
                    <a:pt x="7268416" y="2779119"/>
                  </a:lnTo>
                  <a:lnTo>
                    <a:pt x="7351571" y="2797798"/>
                  </a:lnTo>
                  <a:lnTo>
                    <a:pt x="7440102" y="2814498"/>
                  </a:lnTo>
                  <a:lnTo>
                    <a:pt x="7532494" y="2829278"/>
                  </a:lnTo>
                  <a:lnTo>
                    <a:pt x="7626262" y="2842134"/>
                  </a:lnTo>
                  <a:lnTo>
                    <a:pt x="7717965" y="2853023"/>
                  </a:lnTo>
                  <a:lnTo>
                    <a:pt x="7803480" y="2861906"/>
                  </a:lnTo>
                  <a:lnTo>
                    <a:pt x="7878566" y="2868789"/>
                  </a:lnTo>
                  <a:lnTo>
                    <a:pt x="7939641" y="2873767"/>
                  </a:lnTo>
                  <a:lnTo>
                    <a:pt x="7984592" y="2877046"/>
                  </a:lnTo>
                  <a:lnTo>
                    <a:pt x="8013328" y="2878930"/>
                  </a:lnTo>
                  <a:lnTo>
                    <a:pt x="8027945" y="2879796"/>
                  </a:lnTo>
                  <a:lnTo>
                    <a:pt x="8032534" y="2880043"/>
                  </a:lnTo>
                  <a:lnTo>
                    <a:pt x="8032819" y="2880057"/>
                  </a:lnTo>
                  <a:lnTo>
                    <a:pt x="8554953" y="2880057"/>
                  </a:lnTo>
                  <a:lnTo>
                    <a:pt x="8554953" y="2880057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97" name="pl97"/>
            <p:cNvSpPr/>
            <p:nvPr/>
          </p:nvSpPr>
          <p:spPr>
            <a:xfrm>
              <a:off x="386606" y="1157309"/>
              <a:ext cx="8554953" cy="2880057"/>
            </a:xfrm>
            <a:custGeom>
              <a:avLst/>
              <a:pathLst>
                <a:path w="8554953" h="2880057">
                  <a:moveTo>
                    <a:pt x="8554953" y="2880057"/>
                  </a:moveTo>
                  <a:lnTo>
                    <a:pt x="8032819" y="2880057"/>
                  </a:lnTo>
                  <a:lnTo>
                    <a:pt x="8031619" y="2879995"/>
                  </a:lnTo>
                  <a:lnTo>
                    <a:pt x="8023765" y="2879557"/>
                  </a:lnTo>
                  <a:lnTo>
                    <a:pt x="8004092" y="2878346"/>
                  </a:lnTo>
                  <a:lnTo>
                    <a:pt x="7969240" y="2875967"/>
                  </a:lnTo>
                  <a:lnTo>
                    <a:pt x="7917948" y="2872065"/>
                  </a:lnTo>
                  <a:lnTo>
                    <a:pt x="7851129" y="2866371"/>
                  </a:lnTo>
                  <a:lnTo>
                    <a:pt x="7771547" y="2858723"/>
                  </a:lnTo>
                  <a:lnTo>
                    <a:pt x="7683136" y="2849064"/>
                  </a:lnTo>
                  <a:lnTo>
                    <a:pt x="7590177" y="2837412"/>
                  </a:lnTo>
                  <a:lnTo>
                    <a:pt x="7496581" y="2823811"/>
                  </a:lnTo>
                  <a:lnTo>
                    <a:pt x="7405437" y="2808294"/>
                  </a:lnTo>
                  <a:lnTo>
                    <a:pt x="7318848" y="2790843"/>
                  </a:lnTo>
                  <a:lnTo>
                    <a:pt x="7237984" y="2771368"/>
                  </a:lnTo>
                  <a:lnTo>
                    <a:pt x="7163253" y="2749700"/>
                  </a:lnTo>
                  <a:lnTo>
                    <a:pt x="7094501" y="2725585"/>
                  </a:lnTo>
                  <a:lnTo>
                    <a:pt x="7031203" y="2698694"/>
                  </a:lnTo>
                  <a:lnTo>
                    <a:pt x="6972607" y="2668632"/>
                  </a:lnTo>
                  <a:lnTo>
                    <a:pt x="6917853" y="2634968"/>
                  </a:lnTo>
                  <a:lnTo>
                    <a:pt x="6866049" y="2597273"/>
                  </a:lnTo>
                  <a:lnTo>
                    <a:pt x="6816353" y="2555208"/>
                  </a:lnTo>
                  <a:lnTo>
                    <a:pt x="6786527" y="2527109"/>
                  </a:lnTo>
                  <a:lnTo>
                    <a:pt x="6745178" y="2484699"/>
                  </a:lnTo>
                  <a:lnTo>
                    <a:pt x="6704226" y="2438851"/>
                  </a:lnTo>
                  <a:lnTo>
                    <a:pt x="6663380" y="2389498"/>
                  </a:lnTo>
                  <a:lnTo>
                    <a:pt x="6622417" y="2336640"/>
                  </a:lnTo>
                  <a:lnTo>
                    <a:pt x="6581179" y="2280360"/>
                  </a:lnTo>
                  <a:lnTo>
                    <a:pt x="6539565" y="2220823"/>
                  </a:lnTo>
                  <a:lnTo>
                    <a:pt x="6497522" y="2158283"/>
                  </a:lnTo>
                  <a:lnTo>
                    <a:pt x="6455046" y="2093082"/>
                  </a:lnTo>
                  <a:lnTo>
                    <a:pt x="6412174" y="2025647"/>
                  </a:lnTo>
                  <a:lnTo>
                    <a:pt x="6368976" y="1956478"/>
                  </a:lnTo>
                  <a:lnTo>
                    <a:pt x="6325548" y="1886137"/>
                  </a:lnTo>
                  <a:lnTo>
                    <a:pt x="6282007" y="1815224"/>
                  </a:lnTo>
                  <a:lnTo>
                    <a:pt x="6238476" y="1744365"/>
                  </a:lnTo>
                  <a:lnTo>
                    <a:pt x="6195080" y="1674179"/>
                  </a:lnTo>
                  <a:lnTo>
                    <a:pt x="6151930" y="1605265"/>
                  </a:lnTo>
                  <a:lnTo>
                    <a:pt x="6109121" y="1538174"/>
                  </a:lnTo>
                  <a:lnTo>
                    <a:pt x="6066717" y="1473394"/>
                  </a:lnTo>
                  <a:lnTo>
                    <a:pt x="6024748" y="1411339"/>
                  </a:lnTo>
                  <a:lnTo>
                    <a:pt x="5983202" y="1352336"/>
                  </a:lnTo>
                  <a:lnTo>
                    <a:pt x="5942019" y="1296624"/>
                  </a:lnTo>
                  <a:lnTo>
                    <a:pt x="5901089" y="1244354"/>
                  </a:lnTo>
                  <a:lnTo>
                    <a:pt x="5860242" y="1195594"/>
                  </a:lnTo>
                  <a:lnTo>
                    <a:pt x="5819246" y="1150333"/>
                  </a:lnTo>
                  <a:lnTo>
                    <a:pt x="5784835" y="1115316"/>
                  </a:lnTo>
                  <a:lnTo>
                    <a:pt x="5736065" y="1070480"/>
                  </a:lnTo>
                  <a:lnTo>
                    <a:pt x="5685651" y="1030128"/>
                  </a:lnTo>
                  <a:lnTo>
                    <a:pt x="5632814" y="994034"/>
                  </a:lnTo>
                  <a:lnTo>
                    <a:pt x="5576686" y="961809"/>
                  </a:lnTo>
                  <a:lnTo>
                    <a:pt x="5516377" y="933018"/>
                  </a:lnTo>
                  <a:lnTo>
                    <a:pt x="5451057" y="907240"/>
                  </a:lnTo>
                  <a:lnTo>
                    <a:pt x="5380048" y="884103"/>
                  </a:lnTo>
                  <a:lnTo>
                    <a:pt x="5302946" y="863305"/>
                  </a:lnTo>
                  <a:lnTo>
                    <a:pt x="5219791" y="844626"/>
                  </a:lnTo>
                  <a:lnTo>
                    <a:pt x="5131260" y="827926"/>
                  </a:lnTo>
                  <a:lnTo>
                    <a:pt x="5038868" y="813146"/>
                  </a:lnTo>
                  <a:lnTo>
                    <a:pt x="4945100" y="800291"/>
                  </a:lnTo>
                  <a:lnTo>
                    <a:pt x="4853397" y="789401"/>
                  </a:lnTo>
                  <a:lnTo>
                    <a:pt x="4767882" y="780518"/>
                  </a:lnTo>
                  <a:lnTo>
                    <a:pt x="4692796" y="773635"/>
                  </a:lnTo>
                  <a:lnTo>
                    <a:pt x="4631721" y="768657"/>
                  </a:lnTo>
                  <a:lnTo>
                    <a:pt x="4586770" y="765379"/>
                  </a:lnTo>
                  <a:lnTo>
                    <a:pt x="4558034" y="763494"/>
                  </a:lnTo>
                  <a:lnTo>
                    <a:pt x="4543417" y="762629"/>
                  </a:lnTo>
                  <a:lnTo>
                    <a:pt x="4538828" y="762382"/>
                  </a:lnTo>
                  <a:lnTo>
                    <a:pt x="4538543" y="762368"/>
                  </a:lnTo>
                  <a:lnTo>
                    <a:pt x="4016409" y="762368"/>
                  </a:lnTo>
                  <a:lnTo>
                    <a:pt x="4015149" y="762344"/>
                  </a:lnTo>
                  <a:lnTo>
                    <a:pt x="4006909" y="762178"/>
                  </a:lnTo>
                  <a:lnTo>
                    <a:pt x="3986305" y="761720"/>
                  </a:lnTo>
                  <a:lnTo>
                    <a:pt x="3949892" y="760819"/>
                  </a:lnTo>
                  <a:lnTo>
                    <a:pt x="3896482" y="759344"/>
                  </a:lnTo>
                  <a:lnTo>
                    <a:pt x="3827197" y="757195"/>
                  </a:lnTo>
                  <a:lnTo>
                    <a:pt x="3745090" y="754315"/>
                  </a:lnTo>
                  <a:lnTo>
                    <a:pt x="3654374" y="750687"/>
                  </a:lnTo>
                  <a:lnTo>
                    <a:pt x="3559534" y="746318"/>
                  </a:lnTo>
                  <a:lnTo>
                    <a:pt x="3464579" y="741226"/>
                  </a:lnTo>
                  <a:lnTo>
                    <a:pt x="3372595" y="735422"/>
                  </a:lnTo>
                  <a:lnTo>
                    <a:pt x="3285611" y="728894"/>
                  </a:lnTo>
                  <a:lnTo>
                    <a:pt x="3204686" y="721602"/>
                  </a:lnTo>
                  <a:lnTo>
                    <a:pt x="3130108" y="713476"/>
                  </a:lnTo>
                  <a:lnTo>
                    <a:pt x="3061612" y="704412"/>
                  </a:lnTo>
                  <a:lnTo>
                    <a:pt x="2998575" y="694279"/>
                  </a:lnTo>
                  <a:lnTo>
                    <a:pt x="2940167" y="682924"/>
                  </a:lnTo>
                  <a:lnTo>
                    <a:pt x="2885467" y="670181"/>
                  </a:lnTo>
                  <a:lnTo>
                    <a:pt x="2833545" y="655895"/>
                  </a:lnTo>
                  <a:lnTo>
                    <a:pt x="2783546" y="639955"/>
                  </a:lnTo>
                  <a:lnTo>
                    <a:pt x="2770117" y="635306"/>
                  </a:lnTo>
                  <a:lnTo>
                    <a:pt x="2718858" y="616169"/>
                  </a:lnTo>
                  <a:lnTo>
                    <a:pt x="2668097" y="595113"/>
                  </a:lnTo>
                  <a:lnTo>
                    <a:pt x="2617325" y="572110"/>
                  </a:lnTo>
                  <a:lnTo>
                    <a:pt x="2566192" y="547193"/>
                  </a:lnTo>
                  <a:lnTo>
                    <a:pt x="2514485" y="520467"/>
                  </a:lnTo>
                  <a:lnTo>
                    <a:pt x="2462115" y="492112"/>
                  </a:lnTo>
                  <a:lnTo>
                    <a:pt x="2409098" y="462384"/>
                  </a:lnTo>
                  <a:lnTo>
                    <a:pt x="2355542" y="431606"/>
                  </a:lnTo>
                  <a:lnTo>
                    <a:pt x="2301623" y="400156"/>
                  </a:lnTo>
                  <a:lnTo>
                    <a:pt x="2247562" y="368449"/>
                  </a:lnTo>
                  <a:lnTo>
                    <a:pt x="2193596" y="336914"/>
                  </a:lnTo>
                  <a:lnTo>
                    <a:pt x="2139953" y="305972"/>
                  </a:lnTo>
                  <a:lnTo>
                    <a:pt x="2086819" y="276010"/>
                  </a:lnTo>
                  <a:lnTo>
                    <a:pt x="2034317" y="247362"/>
                  </a:lnTo>
                  <a:lnTo>
                    <a:pt x="1982483" y="220299"/>
                  </a:lnTo>
                  <a:lnTo>
                    <a:pt x="1931250" y="195015"/>
                  </a:lnTo>
                  <a:lnTo>
                    <a:pt x="1880430" y="171630"/>
                  </a:lnTo>
                  <a:lnTo>
                    <a:pt x="1829702" y="150191"/>
                  </a:lnTo>
                  <a:lnTo>
                    <a:pt x="1778589" y="130681"/>
                  </a:lnTo>
                  <a:lnTo>
                    <a:pt x="1768425" y="127061"/>
                  </a:lnTo>
                  <a:lnTo>
                    <a:pt x="1718821" y="110662"/>
                  </a:lnTo>
                  <a:lnTo>
                    <a:pt x="1667505" y="95931"/>
                  </a:lnTo>
                  <a:lnTo>
                    <a:pt x="1613655" y="82781"/>
                  </a:lnTo>
                  <a:lnTo>
                    <a:pt x="1556354" y="71063"/>
                  </a:lnTo>
                  <a:lnTo>
                    <a:pt x="1494670" y="60613"/>
                  </a:lnTo>
                  <a:lnTo>
                    <a:pt x="1427739" y="51271"/>
                  </a:lnTo>
                  <a:lnTo>
                    <a:pt x="1354869" y="42900"/>
                  </a:lnTo>
                  <a:lnTo>
                    <a:pt x="1275677" y="35388"/>
                  </a:lnTo>
                  <a:lnTo>
                    <a:pt x="1190280" y="28656"/>
                  </a:lnTo>
                  <a:lnTo>
                    <a:pt x="1099505" y="22656"/>
                  </a:lnTo>
                  <a:lnTo>
                    <a:pt x="1005100" y="17370"/>
                  </a:lnTo>
                  <a:lnTo>
                    <a:pt x="909864" y="12802"/>
                  </a:lnTo>
                  <a:lnTo>
                    <a:pt x="817584" y="8969"/>
                  </a:lnTo>
                  <a:lnTo>
                    <a:pt x="732678" y="5885"/>
                  </a:lnTo>
                  <a:lnTo>
                    <a:pt x="659520" y="3541"/>
                  </a:lnTo>
                  <a:lnTo>
                    <a:pt x="601567" y="1889"/>
                  </a:lnTo>
                  <a:lnTo>
                    <a:pt x="560527" y="844"/>
                  </a:lnTo>
                  <a:lnTo>
                    <a:pt x="535854" y="278"/>
                  </a:lnTo>
                  <a:lnTo>
                    <a:pt x="524693" y="48"/>
                  </a:lnTo>
                  <a:lnTo>
                    <a:pt x="522160" y="0"/>
                  </a:lnTo>
                  <a:lnTo>
                    <a:pt x="522133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98" name="pg98"/>
            <p:cNvSpPr/>
            <p:nvPr/>
          </p:nvSpPr>
          <p:spPr>
            <a:xfrm>
              <a:off x="386606" y="1174250"/>
              <a:ext cx="8554953" cy="3122885"/>
            </a:xfrm>
            <a:custGeom>
              <a:avLst/>
              <a:pathLst>
                <a:path w="8554953" h="3122885">
                  <a:moveTo>
                    <a:pt x="0" y="11294"/>
                  </a:moveTo>
                  <a:lnTo>
                    <a:pt x="522133" y="11294"/>
                  </a:lnTo>
                  <a:lnTo>
                    <a:pt x="523393" y="11317"/>
                  </a:lnTo>
                  <a:lnTo>
                    <a:pt x="531631" y="11486"/>
                  </a:lnTo>
                  <a:lnTo>
                    <a:pt x="552231" y="11951"/>
                  </a:lnTo>
                  <a:lnTo>
                    <a:pt x="588636" y="12865"/>
                  </a:lnTo>
                  <a:lnTo>
                    <a:pt x="642037" y="14362"/>
                  </a:lnTo>
                  <a:lnTo>
                    <a:pt x="711310" y="16542"/>
                  </a:lnTo>
                  <a:lnTo>
                    <a:pt x="793406" y="19464"/>
                  </a:lnTo>
                  <a:lnTo>
                    <a:pt x="884111" y="23145"/>
                  </a:lnTo>
                  <a:lnTo>
                    <a:pt x="978942" y="27578"/>
                  </a:lnTo>
                  <a:lnTo>
                    <a:pt x="1073891" y="32744"/>
                  </a:lnTo>
                  <a:lnTo>
                    <a:pt x="1165871" y="38633"/>
                  </a:lnTo>
                  <a:lnTo>
                    <a:pt x="1252854" y="45257"/>
                  </a:lnTo>
                  <a:lnTo>
                    <a:pt x="1333779" y="52656"/>
                  </a:lnTo>
                  <a:lnTo>
                    <a:pt x="1408358" y="60901"/>
                  </a:lnTo>
                  <a:lnTo>
                    <a:pt x="1476855" y="70097"/>
                  </a:lnTo>
                  <a:lnTo>
                    <a:pt x="1539893" y="80377"/>
                  </a:lnTo>
                  <a:lnTo>
                    <a:pt x="1598302" y="91898"/>
                  </a:lnTo>
                  <a:lnTo>
                    <a:pt x="1653002" y="104827"/>
                  </a:lnTo>
                  <a:lnTo>
                    <a:pt x="1704923" y="119321"/>
                  </a:lnTo>
                  <a:lnTo>
                    <a:pt x="1754920" y="135494"/>
                  </a:lnTo>
                  <a:lnTo>
                    <a:pt x="1768425" y="140238"/>
                  </a:lnTo>
                  <a:lnTo>
                    <a:pt x="1819607" y="159627"/>
                  </a:lnTo>
                  <a:lnTo>
                    <a:pt x="1870291" y="180958"/>
                  </a:lnTo>
                  <a:lnTo>
                    <a:pt x="1920985" y="204259"/>
                  </a:lnTo>
                  <a:lnTo>
                    <a:pt x="1972038" y="229497"/>
                  </a:lnTo>
                  <a:lnTo>
                    <a:pt x="2023661" y="256566"/>
                  </a:lnTo>
                  <a:lnTo>
                    <a:pt x="2075946" y="285283"/>
                  </a:lnTo>
                  <a:lnTo>
                    <a:pt x="2128876" y="315394"/>
                  </a:lnTo>
                  <a:lnTo>
                    <a:pt x="2182345" y="346570"/>
                  </a:lnTo>
                  <a:lnTo>
                    <a:pt x="2236179" y="378432"/>
                  </a:lnTo>
                  <a:lnTo>
                    <a:pt x="2290158" y="410559"/>
                  </a:lnTo>
                  <a:lnTo>
                    <a:pt x="2344045" y="442518"/>
                  </a:lnTo>
                  <a:lnTo>
                    <a:pt x="2397614" y="473885"/>
                  </a:lnTo>
                  <a:lnTo>
                    <a:pt x="2450678" y="504267"/>
                  </a:lnTo>
                  <a:lnTo>
                    <a:pt x="2503114" y="533325"/>
                  </a:lnTo>
                  <a:lnTo>
                    <a:pt x="2554883" y="560786"/>
                  </a:lnTo>
                  <a:lnTo>
                    <a:pt x="2606051" y="586449"/>
                  </a:lnTo>
                  <a:lnTo>
                    <a:pt x="2656800" y="610194"/>
                  </a:lnTo>
                  <a:lnTo>
                    <a:pt x="2707448" y="631970"/>
                  </a:lnTo>
                  <a:lnTo>
                    <a:pt x="2758464" y="651793"/>
                  </a:lnTo>
                  <a:lnTo>
                    <a:pt x="2770117" y="656013"/>
                  </a:lnTo>
                  <a:lnTo>
                    <a:pt x="2819717" y="672653"/>
                  </a:lnTo>
                  <a:lnTo>
                    <a:pt x="2871029" y="687601"/>
                  </a:lnTo>
                  <a:lnTo>
                    <a:pt x="2924874" y="700945"/>
                  </a:lnTo>
                  <a:lnTo>
                    <a:pt x="2982170" y="712836"/>
                  </a:lnTo>
                  <a:lnTo>
                    <a:pt x="3043847" y="723441"/>
                  </a:lnTo>
                  <a:lnTo>
                    <a:pt x="3110771" y="732921"/>
                  </a:lnTo>
                  <a:lnTo>
                    <a:pt x="3183633" y="741416"/>
                  </a:lnTo>
                  <a:lnTo>
                    <a:pt x="3262814" y="749039"/>
                  </a:lnTo>
                  <a:lnTo>
                    <a:pt x="3348201" y="755870"/>
                  </a:lnTo>
                  <a:lnTo>
                    <a:pt x="3438966" y="761959"/>
                  </a:lnTo>
                  <a:lnTo>
                    <a:pt x="3533362" y="767324"/>
                  </a:lnTo>
                  <a:lnTo>
                    <a:pt x="3628591" y="771960"/>
                  </a:lnTo>
                  <a:lnTo>
                    <a:pt x="3720869" y="775850"/>
                  </a:lnTo>
                  <a:lnTo>
                    <a:pt x="3805779" y="778980"/>
                  </a:lnTo>
                  <a:lnTo>
                    <a:pt x="3878946" y="781360"/>
                  </a:lnTo>
                  <a:lnTo>
                    <a:pt x="3936914" y="783037"/>
                  </a:lnTo>
                  <a:lnTo>
                    <a:pt x="3977972" y="784099"/>
                  </a:lnTo>
                  <a:lnTo>
                    <a:pt x="4002665" y="784673"/>
                  </a:lnTo>
                  <a:lnTo>
                    <a:pt x="4013840" y="784907"/>
                  </a:lnTo>
                  <a:lnTo>
                    <a:pt x="4016409" y="784956"/>
                  </a:lnTo>
                  <a:lnTo>
                    <a:pt x="4538543" y="784956"/>
                  </a:lnTo>
                  <a:lnTo>
                    <a:pt x="4539729" y="785023"/>
                  </a:lnTo>
                  <a:lnTo>
                    <a:pt x="4547492" y="785501"/>
                  </a:lnTo>
                  <a:lnTo>
                    <a:pt x="4566947" y="786822"/>
                  </a:lnTo>
                  <a:lnTo>
                    <a:pt x="4601432" y="789417"/>
                  </a:lnTo>
                  <a:lnTo>
                    <a:pt x="4652224" y="793674"/>
                  </a:lnTo>
                  <a:lnTo>
                    <a:pt x="4718457" y="799889"/>
                  </a:lnTo>
                  <a:lnTo>
                    <a:pt x="4797435" y="808241"/>
                  </a:lnTo>
                  <a:lnTo>
                    <a:pt x="4885289" y="818794"/>
                  </a:lnTo>
                  <a:lnTo>
                    <a:pt x="4977788" y="831533"/>
                  </a:lnTo>
                  <a:lnTo>
                    <a:pt x="5071047" y="846407"/>
                  </a:lnTo>
                  <a:lnTo>
                    <a:pt x="5161978" y="863380"/>
                  </a:lnTo>
                  <a:lnTo>
                    <a:pt x="5248461" y="882469"/>
                  </a:lnTo>
                  <a:lnTo>
                    <a:pt x="5329302" y="903767"/>
                  </a:lnTo>
                  <a:lnTo>
                    <a:pt x="5404065" y="927455"/>
                  </a:lnTo>
                  <a:lnTo>
                    <a:pt x="5472876" y="953804"/>
                  </a:lnTo>
                  <a:lnTo>
                    <a:pt x="5536238" y="983170"/>
                  </a:lnTo>
                  <a:lnTo>
                    <a:pt x="5594882" y="1015979"/>
                  </a:lnTo>
                  <a:lnTo>
                    <a:pt x="5649656" y="1052701"/>
                  </a:lnTo>
                  <a:lnTo>
                    <a:pt x="5701440" y="1093804"/>
                  </a:lnTo>
                  <a:lnTo>
                    <a:pt x="5751072" y="1139671"/>
                  </a:lnTo>
                  <a:lnTo>
                    <a:pt x="5784835" y="1174611"/>
                  </a:lnTo>
                  <a:lnTo>
                    <a:pt x="5824811" y="1219807"/>
                  </a:lnTo>
                  <a:lnTo>
                    <a:pt x="5864406" y="1268546"/>
                  </a:lnTo>
                  <a:lnTo>
                    <a:pt x="5903887" y="1320899"/>
                  </a:lnTo>
                  <a:lnTo>
                    <a:pt x="5943459" y="1376870"/>
                  </a:lnTo>
                  <a:lnTo>
                    <a:pt x="5983272" y="1436389"/>
                  </a:lnTo>
                  <a:lnTo>
                    <a:pt x="6023424" y="1499302"/>
                  </a:lnTo>
                  <a:lnTo>
                    <a:pt x="6063971" y="1565374"/>
                  </a:lnTo>
                  <a:lnTo>
                    <a:pt x="6104925" y="1634280"/>
                  </a:lnTo>
                  <a:lnTo>
                    <a:pt x="6146262" y="1705618"/>
                  </a:lnTo>
                  <a:lnTo>
                    <a:pt x="6187927" y="1778906"/>
                  </a:lnTo>
                  <a:lnTo>
                    <a:pt x="6229839" y="1853604"/>
                  </a:lnTo>
                  <a:lnTo>
                    <a:pt x="6271898" y="1929122"/>
                  </a:lnTo>
                  <a:lnTo>
                    <a:pt x="6313994" y="2004845"/>
                  </a:lnTo>
                  <a:lnTo>
                    <a:pt x="6356014" y="2080149"/>
                  </a:lnTo>
                  <a:lnTo>
                    <a:pt x="6397851" y="2154425"/>
                  </a:lnTo>
                  <a:lnTo>
                    <a:pt x="6439411" y="2227098"/>
                  </a:lnTo>
                  <a:lnTo>
                    <a:pt x="6480620" y="2297647"/>
                  </a:lnTo>
                  <a:lnTo>
                    <a:pt x="6521435" y="2365616"/>
                  </a:lnTo>
                  <a:lnTo>
                    <a:pt x="6561842" y="2430630"/>
                  </a:lnTo>
                  <a:lnTo>
                    <a:pt x="6601869" y="2492393"/>
                  </a:lnTo>
                  <a:lnTo>
                    <a:pt x="6641585" y="2550700"/>
                  </a:lnTo>
                  <a:lnTo>
                    <a:pt x="6681106" y="2605427"/>
                  </a:lnTo>
                  <a:lnTo>
                    <a:pt x="6720600" y="2656528"/>
                  </a:lnTo>
                  <a:lnTo>
                    <a:pt x="6760293" y="2704033"/>
                  </a:lnTo>
                  <a:lnTo>
                    <a:pt x="6786527" y="2733230"/>
                  </a:lnTo>
                  <a:lnTo>
                    <a:pt x="6835098" y="2782540"/>
                  </a:lnTo>
                  <a:lnTo>
                    <a:pt x="6885297" y="2826938"/>
                  </a:lnTo>
                  <a:lnTo>
                    <a:pt x="6937892" y="2866672"/>
                  </a:lnTo>
                  <a:lnTo>
                    <a:pt x="6993743" y="2902161"/>
                  </a:lnTo>
                  <a:lnTo>
                    <a:pt x="7053726" y="2933882"/>
                  </a:lnTo>
                  <a:lnTo>
                    <a:pt x="7118664" y="2962295"/>
                  </a:lnTo>
                  <a:lnTo>
                    <a:pt x="7189233" y="2987807"/>
                  </a:lnTo>
                  <a:lnTo>
                    <a:pt x="7265840" y="3010749"/>
                  </a:lnTo>
                  <a:lnTo>
                    <a:pt x="7348462" y="3031364"/>
                  </a:lnTo>
                  <a:lnTo>
                    <a:pt x="7436455" y="3049808"/>
                  </a:lnTo>
                  <a:lnTo>
                    <a:pt x="7528357" y="3066148"/>
                  </a:lnTo>
                  <a:lnTo>
                    <a:pt x="7621754" y="3080383"/>
                  </a:lnTo>
                  <a:lnTo>
                    <a:pt x="7713287" y="3092466"/>
                  </a:lnTo>
                  <a:lnTo>
                    <a:pt x="7798905" y="3102354"/>
                  </a:lnTo>
                  <a:lnTo>
                    <a:pt x="7874404" y="3110049"/>
                  </a:lnTo>
                  <a:lnTo>
                    <a:pt x="7936184" y="3115648"/>
                  </a:lnTo>
                  <a:lnTo>
                    <a:pt x="7982047" y="3119367"/>
                  </a:lnTo>
                  <a:lnTo>
                    <a:pt x="8011759" y="3121534"/>
                  </a:lnTo>
                  <a:lnTo>
                    <a:pt x="8027244" y="3122554"/>
                  </a:lnTo>
                  <a:lnTo>
                    <a:pt x="8032409" y="3122862"/>
                  </a:lnTo>
                  <a:lnTo>
                    <a:pt x="8032819" y="3122885"/>
                  </a:lnTo>
                  <a:lnTo>
                    <a:pt x="8554953" y="3122885"/>
                  </a:lnTo>
                  <a:lnTo>
                    <a:pt x="8554953" y="3111591"/>
                  </a:lnTo>
                  <a:lnTo>
                    <a:pt x="8032819" y="3111591"/>
                  </a:lnTo>
                  <a:lnTo>
                    <a:pt x="8031633" y="3111524"/>
                  </a:lnTo>
                  <a:lnTo>
                    <a:pt x="8023870" y="3111046"/>
                  </a:lnTo>
                  <a:lnTo>
                    <a:pt x="8004415" y="3109725"/>
                  </a:lnTo>
                  <a:lnTo>
                    <a:pt x="7969930" y="3107130"/>
                  </a:lnTo>
                  <a:lnTo>
                    <a:pt x="7919138" y="3102873"/>
                  </a:lnTo>
                  <a:lnTo>
                    <a:pt x="7852905" y="3096658"/>
                  </a:lnTo>
                  <a:lnTo>
                    <a:pt x="7773927" y="3088306"/>
                  </a:lnTo>
                  <a:lnTo>
                    <a:pt x="7686073" y="3077753"/>
                  </a:lnTo>
                  <a:lnTo>
                    <a:pt x="7593574" y="3065014"/>
                  </a:lnTo>
                  <a:lnTo>
                    <a:pt x="7500315" y="3050140"/>
                  </a:lnTo>
                  <a:lnTo>
                    <a:pt x="7409384" y="3033167"/>
                  </a:lnTo>
                  <a:lnTo>
                    <a:pt x="7322901" y="3014078"/>
                  </a:lnTo>
                  <a:lnTo>
                    <a:pt x="7242060" y="2992780"/>
                  </a:lnTo>
                  <a:lnTo>
                    <a:pt x="7167297" y="2969092"/>
                  </a:lnTo>
                  <a:lnTo>
                    <a:pt x="7098486" y="2942743"/>
                  </a:lnTo>
                  <a:lnTo>
                    <a:pt x="7035124" y="2913377"/>
                  </a:lnTo>
                  <a:lnTo>
                    <a:pt x="6976480" y="2880568"/>
                  </a:lnTo>
                  <a:lnTo>
                    <a:pt x="6921706" y="2843846"/>
                  </a:lnTo>
                  <a:lnTo>
                    <a:pt x="6869922" y="2802743"/>
                  </a:lnTo>
                  <a:lnTo>
                    <a:pt x="6820290" y="2756876"/>
                  </a:lnTo>
                  <a:lnTo>
                    <a:pt x="6786527" y="2721936"/>
                  </a:lnTo>
                  <a:lnTo>
                    <a:pt x="6746551" y="2676740"/>
                  </a:lnTo>
                  <a:lnTo>
                    <a:pt x="6706956" y="2628001"/>
                  </a:lnTo>
                  <a:lnTo>
                    <a:pt x="6667475" y="2575648"/>
                  </a:lnTo>
                  <a:lnTo>
                    <a:pt x="6627903" y="2519677"/>
                  </a:lnTo>
                  <a:lnTo>
                    <a:pt x="6588090" y="2460158"/>
                  </a:lnTo>
                  <a:lnTo>
                    <a:pt x="6547937" y="2397245"/>
                  </a:lnTo>
                  <a:lnTo>
                    <a:pt x="6507391" y="2331173"/>
                  </a:lnTo>
                  <a:lnTo>
                    <a:pt x="6466437" y="2262267"/>
                  </a:lnTo>
                  <a:lnTo>
                    <a:pt x="6425099" y="2190929"/>
                  </a:lnTo>
                  <a:lnTo>
                    <a:pt x="6383435" y="2117641"/>
                  </a:lnTo>
                  <a:lnTo>
                    <a:pt x="6341523" y="2042943"/>
                  </a:lnTo>
                  <a:lnTo>
                    <a:pt x="6299464" y="1967425"/>
                  </a:lnTo>
                  <a:lnTo>
                    <a:pt x="6257368" y="1891702"/>
                  </a:lnTo>
                  <a:lnTo>
                    <a:pt x="6215348" y="1816398"/>
                  </a:lnTo>
                  <a:lnTo>
                    <a:pt x="6173511" y="1742122"/>
                  </a:lnTo>
                  <a:lnTo>
                    <a:pt x="6131951" y="1669449"/>
                  </a:lnTo>
                  <a:lnTo>
                    <a:pt x="6090741" y="1598900"/>
                  </a:lnTo>
                  <a:lnTo>
                    <a:pt x="6049927" y="1530931"/>
                  </a:lnTo>
                  <a:lnTo>
                    <a:pt x="6009520" y="1465917"/>
                  </a:lnTo>
                  <a:lnTo>
                    <a:pt x="5969493" y="1404154"/>
                  </a:lnTo>
                  <a:lnTo>
                    <a:pt x="5929777" y="1345847"/>
                  </a:lnTo>
                  <a:lnTo>
                    <a:pt x="5890256" y="1291120"/>
                  </a:lnTo>
                  <a:lnTo>
                    <a:pt x="5850762" y="1240019"/>
                  </a:lnTo>
                  <a:lnTo>
                    <a:pt x="5811069" y="1192514"/>
                  </a:lnTo>
                  <a:lnTo>
                    <a:pt x="5784835" y="1163317"/>
                  </a:lnTo>
                  <a:lnTo>
                    <a:pt x="5736264" y="1114007"/>
                  </a:lnTo>
                  <a:lnTo>
                    <a:pt x="5686065" y="1069609"/>
                  </a:lnTo>
                  <a:lnTo>
                    <a:pt x="5633470" y="1029876"/>
                  </a:lnTo>
                  <a:lnTo>
                    <a:pt x="5577619" y="994386"/>
                  </a:lnTo>
                  <a:lnTo>
                    <a:pt x="5517636" y="962665"/>
                  </a:lnTo>
                  <a:lnTo>
                    <a:pt x="5452698" y="934252"/>
                  </a:lnTo>
                  <a:lnTo>
                    <a:pt x="5382128" y="908740"/>
                  </a:lnTo>
                  <a:lnTo>
                    <a:pt x="5305522" y="885798"/>
                  </a:lnTo>
                  <a:lnTo>
                    <a:pt x="5222900" y="865183"/>
                  </a:lnTo>
                  <a:lnTo>
                    <a:pt x="5134907" y="846739"/>
                  </a:lnTo>
                  <a:lnTo>
                    <a:pt x="5043005" y="830399"/>
                  </a:lnTo>
                  <a:lnTo>
                    <a:pt x="4949608" y="816164"/>
                  </a:lnTo>
                  <a:lnTo>
                    <a:pt x="4858075" y="804081"/>
                  </a:lnTo>
                  <a:lnTo>
                    <a:pt x="4772457" y="794193"/>
                  </a:lnTo>
                  <a:lnTo>
                    <a:pt x="4696958" y="786499"/>
                  </a:lnTo>
                  <a:lnTo>
                    <a:pt x="4635178" y="780899"/>
                  </a:lnTo>
                  <a:lnTo>
                    <a:pt x="4589315" y="777180"/>
                  </a:lnTo>
                  <a:lnTo>
                    <a:pt x="4559603" y="775013"/>
                  </a:lnTo>
                  <a:lnTo>
                    <a:pt x="4544117" y="773994"/>
                  </a:lnTo>
                  <a:lnTo>
                    <a:pt x="4538953" y="773685"/>
                  </a:lnTo>
                  <a:lnTo>
                    <a:pt x="4538543" y="773662"/>
                  </a:lnTo>
                  <a:lnTo>
                    <a:pt x="4016409" y="773662"/>
                  </a:lnTo>
                  <a:lnTo>
                    <a:pt x="4015149" y="773638"/>
                  </a:lnTo>
                  <a:lnTo>
                    <a:pt x="4006911" y="773470"/>
                  </a:lnTo>
                  <a:lnTo>
                    <a:pt x="3986311" y="773005"/>
                  </a:lnTo>
                  <a:lnTo>
                    <a:pt x="3949906" y="772091"/>
                  </a:lnTo>
                  <a:lnTo>
                    <a:pt x="3896506" y="770594"/>
                  </a:lnTo>
                  <a:lnTo>
                    <a:pt x="3827233" y="768414"/>
                  </a:lnTo>
                  <a:lnTo>
                    <a:pt x="3745137" y="765492"/>
                  </a:lnTo>
                  <a:lnTo>
                    <a:pt x="3654431" y="761810"/>
                  </a:lnTo>
                  <a:lnTo>
                    <a:pt x="3559600" y="757378"/>
                  </a:lnTo>
                  <a:lnTo>
                    <a:pt x="3464652" y="752212"/>
                  </a:lnTo>
                  <a:lnTo>
                    <a:pt x="3372671" y="746323"/>
                  </a:lnTo>
                  <a:lnTo>
                    <a:pt x="3285688" y="739699"/>
                  </a:lnTo>
                  <a:lnTo>
                    <a:pt x="3204763" y="732300"/>
                  </a:lnTo>
                  <a:lnTo>
                    <a:pt x="3130184" y="724055"/>
                  </a:lnTo>
                  <a:lnTo>
                    <a:pt x="3061687" y="714859"/>
                  </a:lnTo>
                  <a:lnTo>
                    <a:pt x="2998649" y="704578"/>
                  </a:lnTo>
                  <a:lnTo>
                    <a:pt x="2940241" y="693058"/>
                  </a:lnTo>
                  <a:lnTo>
                    <a:pt x="2885540" y="680129"/>
                  </a:lnTo>
                  <a:lnTo>
                    <a:pt x="2833619" y="665634"/>
                  </a:lnTo>
                  <a:lnTo>
                    <a:pt x="2783622" y="649462"/>
                  </a:lnTo>
                  <a:lnTo>
                    <a:pt x="2770117" y="644718"/>
                  </a:lnTo>
                  <a:lnTo>
                    <a:pt x="2718935" y="625328"/>
                  </a:lnTo>
                  <a:lnTo>
                    <a:pt x="2668251" y="603998"/>
                  </a:lnTo>
                  <a:lnTo>
                    <a:pt x="2617557" y="580697"/>
                  </a:lnTo>
                  <a:lnTo>
                    <a:pt x="2566505" y="555459"/>
                  </a:lnTo>
                  <a:lnTo>
                    <a:pt x="2514881" y="528390"/>
                  </a:lnTo>
                  <a:lnTo>
                    <a:pt x="2462596" y="499672"/>
                  </a:lnTo>
                  <a:lnTo>
                    <a:pt x="2409666" y="469562"/>
                  </a:lnTo>
                  <a:lnTo>
                    <a:pt x="2356197" y="438385"/>
                  </a:lnTo>
                  <a:lnTo>
                    <a:pt x="2302363" y="406524"/>
                  </a:lnTo>
                  <a:lnTo>
                    <a:pt x="2248384" y="374397"/>
                  </a:lnTo>
                  <a:lnTo>
                    <a:pt x="2194497" y="342437"/>
                  </a:lnTo>
                  <a:lnTo>
                    <a:pt x="2140928" y="311071"/>
                  </a:lnTo>
                  <a:lnTo>
                    <a:pt x="2087864" y="280688"/>
                  </a:lnTo>
                  <a:lnTo>
                    <a:pt x="2035428" y="251631"/>
                  </a:lnTo>
                  <a:lnTo>
                    <a:pt x="1983659" y="224170"/>
                  </a:lnTo>
                  <a:lnTo>
                    <a:pt x="1932491" y="198506"/>
                  </a:lnTo>
                  <a:lnTo>
                    <a:pt x="1881742" y="174762"/>
                  </a:lnTo>
                  <a:lnTo>
                    <a:pt x="1831094" y="152986"/>
                  </a:lnTo>
                  <a:lnTo>
                    <a:pt x="1780078" y="133163"/>
                  </a:lnTo>
                  <a:lnTo>
                    <a:pt x="1768425" y="128943"/>
                  </a:lnTo>
                  <a:lnTo>
                    <a:pt x="1718825" y="112303"/>
                  </a:lnTo>
                  <a:lnTo>
                    <a:pt x="1667513" y="97355"/>
                  </a:lnTo>
                  <a:lnTo>
                    <a:pt x="1613668" y="84010"/>
                  </a:lnTo>
                  <a:lnTo>
                    <a:pt x="1556372" y="72119"/>
                  </a:lnTo>
                  <a:lnTo>
                    <a:pt x="1494695" y="61514"/>
                  </a:lnTo>
                  <a:lnTo>
                    <a:pt x="1427772" y="52034"/>
                  </a:lnTo>
                  <a:lnTo>
                    <a:pt x="1354909" y="43539"/>
                  </a:lnTo>
                  <a:lnTo>
                    <a:pt x="1275728" y="35917"/>
                  </a:lnTo>
                  <a:lnTo>
                    <a:pt x="1190341" y="29085"/>
                  </a:lnTo>
                  <a:lnTo>
                    <a:pt x="1099576" y="22996"/>
                  </a:lnTo>
                  <a:lnTo>
                    <a:pt x="1005180" y="17631"/>
                  </a:lnTo>
                  <a:lnTo>
                    <a:pt x="909951" y="12995"/>
                  </a:lnTo>
                  <a:lnTo>
                    <a:pt x="817674" y="9106"/>
                  </a:lnTo>
                  <a:lnTo>
                    <a:pt x="732764" y="5975"/>
                  </a:lnTo>
                  <a:lnTo>
                    <a:pt x="659596" y="3595"/>
                  </a:lnTo>
                  <a:lnTo>
                    <a:pt x="601628" y="1919"/>
                  </a:lnTo>
                  <a:lnTo>
                    <a:pt x="560570" y="857"/>
                  </a:lnTo>
                  <a:lnTo>
                    <a:pt x="535877" y="283"/>
                  </a:lnTo>
                  <a:lnTo>
                    <a:pt x="524702" y="49"/>
                  </a:lnTo>
                  <a:lnTo>
                    <a:pt x="5221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99" name="pl99"/>
            <p:cNvSpPr/>
            <p:nvPr/>
          </p:nvSpPr>
          <p:spPr>
            <a:xfrm>
              <a:off x="386606" y="1185545"/>
              <a:ext cx="8554953" cy="3111591"/>
            </a:xfrm>
            <a:custGeom>
              <a:avLst/>
              <a:pathLst>
                <a:path w="8554953" h="3111591">
                  <a:moveTo>
                    <a:pt x="0" y="0"/>
                  </a:moveTo>
                  <a:lnTo>
                    <a:pt x="522133" y="0"/>
                  </a:lnTo>
                  <a:lnTo>
                    <a:pt x="523393" y="23"/>
                  </a:lnTo>
                  <a:lnTo>
                    <a:pt x="531631" y="191"/>
                  </a:lnTo>
                  <a:lnTo>
                    <a:pt x="552231" y="657"/>
                  </a:lnTo>
                  <a:lnTo>
                    <a:pt x="588636" y="1571"/>
                  </a:lnTo>
                  <a:lnTo>
                    <a:pt x="642037" y="3067"/>
                  </a:lnTo>
                  <a:lnTo>
                    <a:pt x="711310" y="5248"/>
                  </a:lnTo>
                  <a:lnTo>
                    <a:pt x="793406" y="8169"/>
                  </a:lnTo>
                  <a:lnTo>
                    <a:pt x="884111" y="11851"/>
                  </a:lnTo>
                  <a:lnTo>
                    <a:pt x="978942" y="16284"/>
                  </a:lnTo>
                  <a:lnTo>
                    <a:pt x="1073891" y="21450"/>
                  </a:lnTo>
                  <a:lnTo>
                    <a:pt x="1165871" y="27339"/>
                  </a:lnTo>
                  <a:lnTo>
                    <a:pt x="1252854" y="33963"/>
                  </a:lnTo>
                  <a:lnTo>
                    <a:pt x="1333779" y="41361"/>
                  </a:lnTo>
                  <a:lnTo>
                    <a:pt x="1408358" y="49606"/>
                  </a:lnTo>
                  <a:lnTo>
                    <a:pt x="1476855" y="58803"/>
                  </a:lnTo>
                  <a:lnTo>
                    <a:pt x="1539893" y="69083"/>
                  </a:lnTo>
                  <a:lnTo>
                    <a:pt x="1598302" y="80604"/>
                  </a:lnTo>
                  <a:lnTo>
                    <a:pt x="1653002" y="93532"/>
                  </a:lnTo>
                  <a:lnTo>
                    <a:pt x="1704923" y="108027"/>
                  </a:lnTo>
                  <a:lnTo>
                    <a:pt x="1754920" y="124199"/>
                  </a:lnTo>
                  <a:lnTo>
                    <a:pt x="1768425" y="128943"/>
                  </a:lnTo>
                  <a:lnTo>
                    <a:pt x="1819607" y="148333"/>
                  </a:lnTo>
                  <a:lnTo>
                    <a:pt x="1870291" y="169664"/>
                  </a:lnTo>
                  <a:lnTo>
                    <a:pt x="1920985" y="192965"/>
                  </a:lnTo>
                  <a:lnTo>
                    <a:pt x="1972038" y="218203"/>
                  </a:lnTo>
                  <a:lnTo>
                    <a:pt x="2023661" y="245271"/>
                  </a:lnTo>
                  <a:lnTo>
                    <a:pt x="2075946" y="273989"/>
                  </a:lnTo>
                  <a:lnTo>
                    <a:pt x="2128876" y="304099"/>
                  </a:lnTo>
                  <a:lnTo>
                    <a:pt x="2182345" y="335276"/>
                  </a:lnTo>
                  <a:lnTo>
                    <a:pt x="2236179" y="367138"/>
                  </a:lnTo>
                  <a:lnTo>
                    <a:pt x="2290158" y="399265"/>
                  </a:lnTo>
                  <a:lnTo>
                    <a:pt x="2344045" y="431224"/>
                  </a:lnTo>
                  <a:lnTo>
                    <a:pt x="2397614" y="462591"/>
                  </a:lnTo>
                  <a:lnTo>
                    <a:pt x="2450678" y="492973"/>
                  </a:lnTo>
                  <a:lnTo>
                    <a:pt x="2503114" y="522031"/>
                  </a:lnTo>
                  <a:lnTo>
                    <a:pt x="2554883" y="549491"/>
                  </a:lnTo>
                  <a:lnTo>
                    <a:pt x="2606051" y="575155"/>
                  </a:lnTo>
                  <a:lnTo>
                    <a:pt x="2656800" y="598900"/>
                  </a:lnTo>
                  <a:lnTo>
                    <a:pt x="2707448" y="620676"/>
                  </a:lnTo>
                  <a:lnTo>
                    <a:pt x="2758464" y="640499"/>
                  </a:lnTo>
                  <a:lnTo>
                    <a:pt x="2770117" y="644718"/>
                  </a:lnTo>
                  <a:lnTo>
                    <a:pt x="2819717" y="661359"/>
                  </a:lnTo>
                  <a:lnTo>
                    <a:pt x="2871029" y="676307"/>
                  </a:lnTo>
                  <a:lnTo>
                    <a:pt x="2924874" y="689651"/>
                  </a:lnTo>
                  <a:lnTo>
                    <a:pt x="2982170" y="701542"/>
                  </a:lnTo>
                  <a:lnTo>
                    <a:pt x="3043847" y="712147"/>
                  </a:lnTo>
                  <a:lnTo>
                    <a:pt x="3110771" y="721627"/>
                  </a:lnTo>
                  <a:lnTo>
                    <a:pt x="3183633" y="730122"/>
                  </a:lnTo>
                  <a:lnTo>
                    <a:pt x="3262814" y="737745"/>
                  </a:lnTo>
                  <a:lnTo>
                    <a:pt x="3348201" y="744576"/>
                  </a:lnTo>
                  <a:lnTo>
                    <a:pt x="3438966" y="750665"/>
                  </a:lnTo>
                  <a:lnTo>
                    <a:pt x="3533362" y="756030"/>
                  </a:lnTo>
                  <a:lnTo>
                    <a:pt x="3628591" y="760666"/>
                  </a:lnTo>
                  <a:lnTo>
                    <a:pt x="3720869" y="764556"/>
                  </a:lnTo>
                  <a:lnTo>
                    <a:pt x="3805779" y="767686"/>
                  </a:lnTo>
                  <a:lnTo>
                    <a:pt x="3878946" y="770066"/>
                  </a:lnTo>
                  <a:lnTo>
                    <a:pt x="3936914" y="771742"/>
                  </a:lnTo>
                  <a:lnTo>
                    <a:pt x="3977972" y="772804"/>
                  </a:lnTo>
                  <a:lnTo>
                    <a:pt x="4002665" y="773378"/>
                  </a:lnTo>
                  <a:lnTo>
                    <a:pt x="4013840" y="773613"/>
                  </a:lnTo>
                  <a:lnTo>
                    <a:pt x="4016382" y="773661"/>
                  </a:lnTo>
                  <a:lnTo>
                    <a:pt x="4016409" y="773662"/>
                  </a:lnTo>
                  <a:lnTo>
                    <a:pt x="4538543" y="773662"/>
                  </a:lnTo>
                  <a:lnTo>
                    <a:pt x="4539729" y="773729"/>
                  </a:lnTo>
                  <a:lnTo>
                    <a:pt x="4547492" y="774207"/>
                  </a:lnTo>
                  <a:lnTo>
                    <a:pt x="4566947" y="775527"/>
                  </a:lnTo>
                  <a:lnTo>
                    <a:pt x="4601432" y="778123"/>
                  </a:lnTo>
                  <a:lnTo>
                    <a:pt x="4652224" y="782380"/>
                  </a:lnTo>
                  <a:lnTo>
                    <a:pt x="4718457" y="788595"/>
                  </a:lnTo>
                  <a:lnTo>
                    <a:pt x="4797435" y="796946"/>
                  </a:lnTo>
                  <a:lnTo>
                    <a:pt x="4885289" y="807500"/>
                  </a:lnTo>
                  <a:lnTo>
                    <a:pt x="4977788" y="820239"/>
                  </a:lnTo>
                  <a:lnTo>
                    <a:pt x="5071047" y="835113"/>
                  </a:lnTo>
                  <a:lnTo>
                    <a:pt x="5161978" y="852086"/>
                  </a:lnTo>
                  <a:lnTo>
                    <a:pt x="5248461" y="871175"/>
                  </a:lnTo>
                  <a:lnTo>
                    <a:pt x="5329302" y="892472"/>
                  </a:lnTo>
                  <a:lnTo>
                    <a:pt x="5404065" y="916160"/>
                  </a:lnTo>
                  <a:lnTo>
                    <a:pt x="5472876" y="942510"/>
                  </a:lnTo>
                  <a:lnTo>
                    <a:pt x="5536238" y="971876"/>
                  </a:lnTo>
                  <a:lnTo>
                    <a:pt x="5594882" y="1004685"/>
                  </a:lnTo>
                  <a:lnTo>
                    <a:pt x="5649656" y="1041407"/>
                  </a:lnTo>
                  <a:lnTo>
                    <a:pt x="5701440" y="1082509"/>
                  </a:lnTo>
                  <a:lnTo>
                    <a:pt x="5751072" y="1128377"/>
                  </a:lnTo>
                  <a:lnTo>
                    <a:pt x="5784835" y="1163317"/>
                  </a:lnTo>
                  <a:lnTo>
                    <a:pt x="5824811" y="1208512"/>
                  </a:lnTo>
                  <a:lnTo>
                    <a:pt x="5864406" y="1257251"/>
                  </a:lnTo>
                  <a:lnTo>
                    <a:pt x="5903887" y="1309605"/>
                  </a:lnTo>
                  <a:lnTo>
                    <a:pt x="5943459" y="1365576"/>
                  </a:lnTo>
                  <a:lnTo>
                    <a:pt x="5983272" y="1425095"/>
                  </a:lnTo>
                  <a:lnTo>
                    <a:pt x="6023424" y="1488008"/>
                  </a:lnTo>
                  <a:lnTo>
                    <a:pt x="6063971" y="1554079"/>
                  </a:lnTo>
                  <a:lnTo>
                    <a:pt x="6104925" y="1622986"/>
                  </a:lnTo>
                  <a:lnTo>
                    <a:pt x="6146262" y="1694323"/>
                  </a:lnTo>
                  <a:lnTo>
                    <a:pt x="6187927" y="1767612"/>
                  </a:lnTo>
                  <a:lnTo>
                    <a:pt x="6229839" y="1842310"/>
                  </a:lnTo>
                  <a:lnTo>
                    <a:pt x="6271898" y="1917828"/>
                  </a:lnTo>
                  <a:lnTo>
                    <a:pt x="6313994" y="1993551"/>
                  </a:lnTo>
                  <a:lnTo>
                    <a:pt x="6356014" y="2068855"/>
                  </a:lnTo>
                  <a:lnTo>
                    <a:pt x="6397851" y="2143130"/>
                  </a:lnTo>
                  <a:lnTo>
                    <a:pt x="6439411" y="2215804"/>
                  </a:lnTo>
                  <a:lnTo>
                    <a:pt x="6480620" y="2286352"/>
                  </a:lnTo>
                  <a:lnTo>
                    <a:pt x="6521435" y="2354322"/>
                  </a:lnTo>
                  <a:lnTo>
                    <a:pt x="6561842" y="2419335"/>
                  </a:lnTo>
                  <a:lnTo>
                    <a:pt x="6601869" y="2481099"/>
                  </a:lnTo>
                  <a:lnTo>
                    <a:pt x="6641585" y="2539406"/>
                  </a:lnTo>
                  <a:lnTo>
                    <a:pt x="6681106" y="2594132"/>
                  </a:lnTo>
                  <a:lnTo>
                    <a:pt x="6720600" y="2645234"/>
                  </a:lnTo>
                  <a:lnTo>
                    <a:pt x="6760293" y="2692739"/>
                  </a:lnTo>
                  <a:lnTo>
                    <a:pt x="6786527" y="2721936"/>
                  </a:lnTo>
                  <a:lnTo>
                    <a:pt x="6835098" y="2771246"/>
                  </a:lnTo>
                  <a:lnTo>
                    <a:pt x="6885297" y="2815644"/>
                  </a:lnTo>
                  <a:lnTo>
                    <a:pt x="6937892" y="2855377"/>
                  </a:lnTo>
                  <a:lnTo>
                    <a:pt x="6993743" y="2890867"/>
                  </a:lnTo>
                  <a:lnTo>
                    <a:pt x="7053726" y="2922588"/>
                  </a:lnTo>
                  <a:lnTo>
                    <a:pt x="7118664" y="2951001"/>
                  </a:lnTo>
                  <a:lnTo>
                    <a:pt x="7189233" y="2976513"/>
                  </a:lnTo>
                  <a:lnTo>
                    <a:pt x="7265840" y="2999454"/>
                  </a:lnTo>
                  <a:lnTo>
                    <a:pt x="7348462" y="3020070"/>
                  </a:lnTo>
                  <a:lnTo>
                    <a:pt x="7436455" y="3038514"/>
                  </a:lnTo>
                  <a:lnTo>
                    <a:pt x="7528357" y="3054854"/>
                  </a:lnTo>
                  <a:lnTo>
                    <a:pt x="7621754" y="3069088"/>
                  </a:lnTo>
                  <a:lnTo>
                    <a:pt x="7713287" y="3081172"/>
                  </a:lnTo>
                  <a:lnTo>
                    <a:pt x="7798905" y="3091060"/>
                  </a:lnTo>
                  <a:lnTo>
                    <a:pt x="7874404" y="3098754"/>
                  </a:lnTo>
                  <a:lnTo>
                    <a:pt x="7936184" y="3104353"/>
                  </a:lnTo>
                  <a:lnTo>
                    <a:pt x="7982047" y="3108072"/>
                  </a:lnTo>
                  <a:lnTo>
                    <a:pt x="8011759" y="3110239"/>
                  </a:lnTo>
                  <a:lnTo>
                    <a:pt x="8027244" y="3111259"/>
                  </a:lnTo>
                  <a:lnTo>
                    <a:pt x="8032409" y="3111568"/>
                  </a:lnTo>
                  <a:lnTo>
                    <a:pt x="8032819" y="3111591"/>
                  </a:lnTo>
                  <a:lnTo>
                    <a:pt x="8554953" y="3111591"/>
                  </a:lnTo>
                  <a:lnTo>
                    <a:pt x="8554953" y="3111591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00" name="pl100"/>
            <p:cNvSpPr/>
            <p:nvPr/>
          </p:nvSpPr>
          <p:spPr>
            <a:xfrm>
              <a:off x="386606" y="1174250"/>
              <a:ext cx="8554953" cy="3111591"/>
            </a:xfrm>
            <a:custGeom>
              <a:avLst/>
              <a:pathLst>
                <a:path w="8554953" h="3111591">
                  <a:moveTo>
                    <a:pt x="8554953" y="3111591"/>
                  </a:moveTo>
                  <a:lnTo>
                    <a:pt x="8032819" y="3111591"/>
                  </a:lnTo>
                  <a:lnTo>
                    <a:pt x="8031633" y="3111524"/>
                  </a:lnTo>
                  <a:lnTo>
                    <a:pt x="8023870" y="3111046"/>
                  </a:lnTo>
                  <a:lnTo>
                    <a:pt x="8004415" y="3109725"/>
                  </a:lnTo>
                  <a:lnTo>
                    <a:pt x="7969930" y="3107130"/>
                  </a:lnTo>
                  <a:lnTo>
                    <a:pt x="7919138" y="3102873"/>
                  </a:lnTo>
                  <a:lnTo>
                    <a:pt x="7852905" y="3096658"/>
                  </a:lnTo>
                  <a:lnTo>
                    <a:pt x="7773927" y="3088306"/>
                  </a:lnTo>
                  <a:lnTo>
                    <a:pt x="7686073" y="3077753"/>
                  </a:lnTo>
                  <a:lnTo>
                    <a:pt x="7593574" y="3065014"/>
                  </a:lnTo>
                  <a:lnTo>
                    <a:pt x="7500315" y="3050140"/>
                  </a:lnTo>
                  <a:lnTo>
                    <a:pt x="7409384" y="3033167"/>
                  </a:lnTo>
                  <a:lnTo>
                    <a:pt x="7322901" y="3014078"/>
                  </a:lnTo>
                  <a:lnTo>
                    <a:pt x="7242060" y="2992780"/>
                  </a:lnTo>
                  <a:lnTo>
                    <a:pt x="7167297" y="2969092"/>
                  </a:lnTo>
                  <a:lnTo>
                    <a:pt x="7098486" y="2942743"/>
                  </a:lnTo>
                  <a:lnTo>
                    <a:pt x="7035124" y="2913377"/>
                  </a:lnTo>
                  <a:lnTo>
                    <a:pt x="6976480" y="2880568"/>
                  </a:lnTo>
                  <a:lnTo>
                    <a:pt x="6921706" y="2843846"/>
                  </a:lnTo>
                  <a:lnTo>
                    <a:pt x="6869922" y="2802743"/>
                  </a:lnTo>
                  <a:lnTo>
                    <a:pt x="6820290" y="2756876"/>
                  </a:lnTo>
                  <a:lnTo>
                    <a:pt x="6786527" y="2721936"/>
                  </a:lnTo>
                  <a:lnTo>
                    <a:pt x="6746551" y="2676740"/>
                  </a:lnTo>
                  <a:lnTo>
                    <a:pt x="6706956" y="2628001"/>
                  </a:lnTo>
                  <a:lnTo>
                    <a:pt x="6667475" y="2575648"/>
                  </a:lnTo>
                  <a:lnTo>
                    <a:pt x="6627903" y="2519677"/>
                  </a:lnTo>
                  <a:lnTo>
                    <a:pt x="6588090" y="2460158"/>
                  </a:lnTo>
                  <a:lnTo>
                    <a:pt x="6547937" y="2397245"/>
                  </a:lnTo>
                  <a:lnTo>
                    <a:pt x="6507391" y="2331173"/>
                  </a:lnTo>
                  <a:lnTo>
                    <a:pt x="6466437" y="2262267"/>
                  </a:lnTo>
                  <a:lnTo>
                    <a:pt x="6425099" y="2190929"/>
                  </a:lnTo>
                  <a:lnTo>
                    <a:pt x="6383435" y="2117641"/>
                  </a:lnTo>
                  <a:lnTo>
                    <a:pt x="6341523" y="2042943"/>
                  </a:lnTo>
                  <a:lnTo>
                    <a:pt x="6299464" y="1967425"/>
                  </a:lnTo>
                  <a:lnTo>
                    <a:pt x="6257368" y="1891702"/>
                  </a:lnTo>
                  <a:lnTo>
                    <a:pt x="6215348" y="1816398"/>
                  </a:lnTo>
                  <a:lnTo>
                    <a:pt x="6173511" y="1742122"/>
                  </a:lnTo>
                  <a:lnTo>
                    <a:pt x="6131951" y="1669449"/>
                  </a:lnTo>
                  <a:lnTo>
                    <a:pt x="6090741" y="1598900"/>
                  </a:lnTo>
                  <a:lnTo>
                    <a:pt x="6049927" y="1530931"/>
                  </a:lnTo>
                  <a:lnTo>
                    <a:pt x="6009520" y="1465917"/>
                  </a:lnTo>
                  <a:lnTo>
                    <a:pt x="5969493" y="1404154"/>
                  </a:lnTo>
                  <a:lnTo>
                    <a:pt x="5929777" y="1345847"/>
                  </a:lnTo>
                  <a:lnTo>
                    <a:pt x="5890256" y="1291120"/>
                  </a:lnTo>
                  <a:lnTo>
                    <a:pt x="5850762" y="1240019"/>
                  </a:lnTo>
                  <a:lnTo>
                    <a:pt x="5811069" y="1192514"/>
                  </a:lnTo>
                  <a:lnTo>
                    <a:pt x="5784835" y="1163317"/>
                  </a:lnTo>
                  <a:lnTo>
                    <a:pt x="5736264" y="1114007"/>
                  </a:lnTo>
                  <a:lnTo>
                    <a:pt x="5686065" y="1069609"/>
                  </a:lnTo>
                  <a:lnTo>
                    <a:pt x="5633470" y="1029876"/>
                  </a:lnTo>
                  <a:lnTo>
                    <a:pt x="5577619" y="994386"/>
                  </a:lnTo>
                  <a:lnTo>
                    <a:pt x="5517636" y="962665"/>
                  </a:lnTo>
                  <a:lnTo>
                    <a:pt x="5452698" y="934252"/>
                  </a:lnTo>
                  <a:lnTo>
                    <a:pt x="5382128" y="908740"/>
                  </a:lnTo>
                  <a:lnTo>
                    <a:pt x="5305522" y="885798"/>
                  </a:lnTo>
                  <a:lnTo>
                    <a:pt x="5222900" y="865183"/>
                  </a:lnTo>
                  <a:lnTo>
                    <a:pt x="5134907" y="846739"/>
                  </a:lnTo>
                  <a:lnTo>
                    <a:pt x="5043005" y="830399"/>
                  </a:lnTo>
                  <a:lnTo>
                    <a:pt x="4949608" y="816164"/>
                  </a:lnTo>
                  <a:lnTo>
                    <a:pt x="4858075" y="804081"/>
                  </a:lnTo>
                  <a:lnTo>
                    <a:pt x="4772457" y="794193"/>
                  </a:lnTo>
                  <a:lnTo>
                    <a:pt x="4696958" y="786499"/>
                  </a:lnTo>
                  <a:lnTo>
                    <a:pt x="4635178" y="780899"/>
                  </a:lnTo>
                  <a:lnTo>
                    <a:pt x="4589315" y="777180"/>
                  </a:lnTo>
                  <a:lnTo>
                    <a:pt x="4559603" y="775013"/>
                  </a:lnTo>
                  <a:lnTo>
                    <a:pt x="4544117" y="773994"/>
                  </a:lnTo>
                  <a:lnTo>
                    <a:pt x="4538953" y="773685"/>
                  </a:lnTo>
                  <a:lnTo>
                    <a:pt x="4538543" y="773662"/>
                  </a:lnTo>
                  <a:lnTo>
                    <a:pt x="4016409" y="773662"/>
                  </a:lnTo>
                  <a:lnTo>
                    <a:pt x="4015149" y="773638"/>
                  </a:lnTo>
                  <a:lnTo>
                    <a:pt x="4006911" y="773470"/>
                  </a:lnTo>
                  <a:lnTo>
                    <a:pt x="3986311" y="773005"/>
                  </a:lnTo>
                  <a:lnTo>
                    <a:pt x="3949906" y="772091"/>
                  </a:lnTo>
                  <a:lnTo>
                    <a:pt x="3896506" y="770594"/>
                  </a:lnTo>
                  <a:lnTo>
                    <a:pt x="3827233" y="768414"/>
                  </a:lnTo>
                  <a:lnTo>
                    <a:pt x="3745137" y="765492"/>
                  </a:lnTo>
                  <a:lnTo>
                    <a:pt x="3654431" y="761810"/>
                  </a:lnTo>
                  <a:lnTo>
                    <a:pt x="3559600" y="757378"/>
                  </a:lnTo>
                  <a:lnTo>
                    <a:pt x="3464652" y="752212"/>
                  </a:lnTo>
                  <a:lnTo>
                    <a:pt x="3372671" y="746323"/>
                  </a:lnTo>
                  <a:lnTo>
                    <a:pt x="3285688" y="739699"/>
                  </a:lnTo>
                  <a:lnTo>
                    <a:pt x="3204763" y="732300"/>
                  </a:lnTo>
                  <a:lnTo>
                    <a:pt x="3130184" y="724055"/>
                  </a:lnTo>
                  <a:lnTo>
                    <a:pt x="3061687" y="714859"/>
                  </a:lnTo>
                  <a:lnTo>
                    <a:pt x="2998649" y="704578"/>
                  </a:lnTo>
                  <a:lnTo>
                    <a:pt x="2940241" y="693058"/>
                  </a:lnTo>
                  <a:lnTo>
                    <a:pt x="2885540" y="680129"/>
                  </a:lnTo>
                  <a:lnTo>
                    <a:pt x="2833619" y="665634"/>
                  </a:lnTo>
                  <a:lnTo>
                    <a:pt x="2783622" y="649462"/>
                  </a:lnTo>
                  <a:lnTo>
                    <a:pt x="2770117" y="644718"/>
                  </a:lnTo>
                  <a:lnTo>
                    <a:pt x="2718935" y="625328"/>
                  </a:lnTo>
                  <a:lnTo>
                    <a:pt x="2668251" y="603998"/>
                  </a:lnTo>
                  <a:lnTo>
                    <a:pt x="2617557" y="580697"/>
                  </a:lnTo>
                  <a:lnTo>
                    <a:pt x="2566505" y="555459"/>
                  </a:lnTo>
                  <a:lnTo>
                    <a:pt x="2514881" y="528390"/>
                  </a:lnTo>
                  <a:lnTo>
                    <a:pt x="2462596" y="499672"/>
                  </a:lnTo>
                  <a:lnTo>
                    <a:pt x="2409666" y="469562"/>
                  </a:lnTo>
                  <a:lnTo>
                    <a:pt x="2356197" y="438385"/>
                  </a:lnTo>
                  <a:lnTo>
                    <a:pt x="2302363" y="406524"/>
                  </a:lnTo>
                  <a:lnTo>
                    <a:pt x="2248384" y="374397"/>
                  </a:lnTo>
                  <a:lnTo>
                    <a:pt x="2194497" y="342437"/>
                  </a:lnTo>
                  <a:lnTo>
                    <a:pt x="2140928" y="311071"/>
                  </a:lnTo>
                  <a:lnTo>
                    <a:pt x="2087864" y="280688"/>
                  </a:lnTo>
                  <a:lnTo>
                    <a:pt x="2035428" y="251631"/>
                  </a:lnTo>
                  <a:lnTo>
                    <a:pt x="1983659" y="224170"/>
                  </a:lnTo>
                  <a:lnTo>
                    <a:pt x="1932491" y="198506"/>
                  </a:lnTo>
                  <a:lnTo>
                    <a:pt x="1881742" y="174762"/>
                  </a:lnTo>
                  <a:lnTo>
                    <a:pt x="1831094" y="152986"/>
                  </a:lnTo>
                  <a:lnTo>
                    <a:pt x="1780078" y="133163"/>
                  </a:lnTo>
                  <a:lnTo>
                    <a:pt x="1768425" y="128943"/>
                  </a:lnTo>
                  <a:lnTo>
                    <a:pt x="1718825" y="112303"/>
                  </a:lnTo>
                  <a:lnTo>
                    <a:pt x="1667513" y="97355"/>
                  </a:lnTo>
                  <a:lnTo>
                    <a:pt x="1613668" y="84010"/>
                  </a:lnTo>
                  <a:lnTo>
                    <a:pt x="1556372" y="72119"/>
                  </a:lnTo>
                  <a:lnTo>
                    <a:pt x="1494695" y="61514"/>
                  </a:lnTo>
                  <a:lnTo>
                    <a:pt x="1427772" y="52034"/>
                  </a:lnTo>
                  <a:lnTo>
                    <a:pt x="1354909" y="43539"/>
                  </a:lnTo>
                  <a:lnTo>
                    <a:pt x="1275728" y="35917"/>
                  </a:lnTo>
                  <a:lnTo>
                    <a:pt x="1190341" y="29085"/>
                  </a:lnTo>
                  <a:lnTo>
                    <a:pt x="1099576" y="22996"/>
                  </a:lnTo>
                  <a:lnTo>
                    <a:pt x="1005180" y="17631"/>
                  </a:lnTo>
                  <a:lnTo>
                    <a:pt x="909951" y="12995"/>
                  </a:lnTo>
                  <a:lnTo>
                    <a:pt x="817674" y="9106"/>
                  </a:lnTo>
                  <a:lnTo>
                    <a:pt x="732764" y="5975"/>
                  </a:lnTo>
                  <a:lnTo>
                    <a:pt x="659596" y="3595"/>
                  </a:lnTo>
                  <a:lnTo>
                    <a:pt x="601628" y="1919"/>
                  </a:lnTo>
                  <a:lnTo>
                    <a:pt x="560570" y="857"/>
                  </a:lnTo>
                  <a:lnTo>
                    <a:pt x="535877" y="283"/>
                  </a:lnTo>
                  <a:lnTo>
                    <a:pt x="524702" y="49"/>
                  </a:lnTo>
                  <a:lnTo>
                    <a:pt x="522160" y="0"/>
                  </a:lnTo>
                  <a:lnTo>
                    <a:pt x="522133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01" name="pg101"/>
            <p:cNvSpPr/>
            <p:nvPr/>
          </p:nvSpPr>
          <p:spPr>
            <a:xfrm>
              <a:off x="386606" y="1185545"/>
              <a:ext cx="8554953" cy="3422185"/>
            </a:xfrm>
            <a:custGeom>
              <a:avLst/>
              <a:pathLst>
                <a:path w="8554953" h="3422185">
                  <a:moveTo>
                    <a:pt x="0" y="11294"/>
                  </a:moveTo>
                  <a:lnTo>
                    <a:pt x="522133" y="11294"/>
                  </a:lnTo>
                  <a:lnTo>
                    <a:pt x="523393" y="11318"/>
                  </a:lnTo>
                  <a:lnTo>
                    <a:pt x="531630" y="11487"/>
                  </a:lnTo>
                  <a:lnTo>
                    <a:pt x="552228" y="11956"/>
                  </a:lnTo>
                  <a:lnTo>
                    <a:pt x="588629" y="12876"/>
                  </a:lnTo>
                  <a:lnTo>
                    <a:pt x="642025" y="14384"/>
                  </a:lnTo>
                  <a:lnTo>
                    <a:pt x="711292" y="16580"/>
                  </a:lnTo>
                  <a:lnTo>
                    <a:pt x="793382" y="19522"/>
                  </a:lnTo>
                  <a:lnTo>
                    <a:pt x="884082" y="23231"/>
                  </a:lnTo>
                  <a:lnTo>
                    <a:pt x="978909" y="27695"/>
                  </a:lnTo>
                  <a:lnTo>
                    <a:pt x="1073854" y="32898"/>
                  </a:lnTo>
                  <a:lnTo>
                    <a:pt x="1165833" y="38830"/>
                  </a:lnTo>
                  <a:lnTo>
                    <a:pt x="1252815" y="45502"/>
                  </a:lnTo>
                  <a:lnTo>
                    <a:pt x="1333740" y="52953"/>
                  </a:lnTo>
                  <a:lnTo>
                    <a:pt x="1408319" y="61258"/>
                  </a:lnTo>
                  <a:lnTo>
                    <a:pt x="1476817" y="70521"/>
                  </a:lnTo>
                  <a:lnTo>
                    <a:pt x="1539856" y="80875"/>
                  </a:lnTo>
                  <a:lnTo>
                    <a:pt x="1598264" y="92478"/>
                  </a:lnTo>
                  <a:lnTo>
                    <a:pt x="1652965" y="105500"/>
                  </a:lnTo>
                  <a:lnTo>
                    <a:pt x="1704886" y="120099"/>
                  </a:lnTo>
                  <a:lnTo>
                    <a:pt x="1754882" y="136387"/>
                  </a:lnTo>
                  <a:lnTo>
                    <a:pt x="1768425" y="141179"/>
                  </a:lnTo>
                  <a:lnTo>
                    <a:pt x="1819568" y="160694"/>
                  </a:lnTo>
                  <a:lnTo>
                    <a:pt x="1870214" y="182162"/>
                  </a:lnTo>
                  <a:lnTo>
                    <a:pt x="1920868" y="205611"/>
                  </a:lnTo>
                  <a:lnTo>
                    <a:pt x="1971880" y="231009"/>
                  </a:lnTo>
                  <a:lnTo>
                    <a:pt x="2023462" y="258248"/>
                  </a:lnTo>
                  <a:lnTo>
                    <a:pt x="2075704" y="287147"/>
                  </a:lnTo>
                  <a:lnTo>
                    <a:pt x="2128591" y="317448"/>
                  </a:lnTo>
                  <a:lnTo>
                    <a:pt x="2182016" y="348823"/>
                  </a:lnTo>
                  <a:lnTo>
                    <a:pt x="2235807" y="380889"/>
                  </a:lnTo>
                  <a:lnTo>
                    <a:pt x="2289744" y="413226"/>
                  </a:lnTo>
                  <a:lnTo>
                    <a:pt x="2343592" y="445397"/>
                  </a:lnTo>
                  <a:lnTo>
                    <a:pt x="2397123" y="476975"/>
                  </a:lnTo>
                  <a:lnTo>
                    <a:pt x="2450152" y="507567"/>
                  </a:lnTo>
                  <a:lnTo>
                    <a:pt x="2502555" y="536830"/>
                  </a:lnTo>
                  <a:lnTo>
                    <a:pt x="2554292" y="564489"/>
                  </a:lnTo>
                  <a:lnTo>
                    <a:pt x="2605427" y="590342"/>
                  </a:lnTo>
                  <a:lnTo>
                    <a:pt x="2656141" y="614267"/>
                  </a:lnTo>
                  <a:lnTo>
                    <a:pt x="2706749" y="636211"/>
                  </a:lnTo>
                  <a:lnTo>
                    <a:pt x="2757716" y="656191"/>
                  </a:lnTo>
                  <a:lnTo>
                    <a:pt x="2770117" y="660719"/>
                  </a:lnTo>
                  <a:lnTo>
                    <a:pt x="2819715" y="677480"/>
                  </a:lnTo>
                  <a:lnTo>
                    <a:pt x="2871025" y="692536"/>
                  </a:lnTo>
                  <a:lnTo>
                    <a:pt x="2924868" y="705978"/>
                  </a:lnTo>
                  <a:lnTo>
                    <a:pt x="2982161" y="717955"/>
                  </a:lnTo>
                  <a:lnTo>
                    <a:pt x="3043835" y="728638"/>
                  </a:lnTo>
                  <a:lnTo>
                    <a:pt x="3110754" y="738187"/>
                  </a:lnTo>
                  <a:lnTo>
                    <a:pt x="3183612" y="746743"/>
                  </a:lnTo>
                  <a:lnTo>
                    <a:pt x="3262789" y="754422"/>
                  </a:lnTo>
                  <a:lnTo>
                    <a:pt x="3348170" y="761303"/>
                  </a:lnTo>
                  <a:lnTo>
                    <a:pt x="3438930" y="767436"/>
                  </a:lnTo>
                  <a:lnTo>
                    <a:pt x="3533321" y="772841"/>
                  </a:lnTo>
                  <a:lnTo>
                    <a:pt x="3628547" y="777511"/>
                  </a:lnTo>
                  <a:lnTo>
                    <a:pt x="3720824" y="781429"/>
                  </a:lnTo>
                  <a:lnTo>
                    <a:pt x="3805735" y="784582"/>
                  </a:lnTo>
                  <a:lnTo>
                    <a:pt x="3878908" y="786980"/>
                  </a:lnTo>
                  <a:lnTo>
                    <a:pt x="3936883" y="788669"/>
                  </a:lnTo>
                  <a:lnTo>
                    <a:pt x="3977951" y="789739"/>
                  </a:lnTo>
                  <a:lnTo>
                    <a:pt x="4002653" y="790317"/>
                  </a:lnTo>
                  <a:lnTo>
                    <a:pt x="4013836" y="790554"/>
                  </a:lnTo>
                  <a:lnTo>
                    <a:pt x="4016409" y="790603"/>
                  </a:lnTo>
                  <a:lnTo>
                    <a:pt x="4538543" y="790603"/>
                  </a:lnTo>
                  <a:lnTo>
                    <a:pt x="4539708" y="790677"/>
                  </a:lnTo>
                  <a:lnTo>
                    <a:pt x="4547342" y="791206"/>
                  </a:lnTo>
                  <a:lnTo>
                    <a:pt x="4566482" y="792666"/>
                  </a:lnTo>
                  <a:lnTo>
                    <a:pt x="4600439" y="795536"/>
                  </a:lnTo>
                  <a:lnTo>
                    <a:pt x="4650508" y="800246"/>
                  </a:lnTo>
                  <a:lnTo>
                    <a:pt x="4715894" y="807126"/>
                  </a:lnTo>
                  <a:lnTo>
                    <a:pt x="4793994" y="816379"/>
                  </a:lnTo>
                  <a:lnTo>
                    <a:pt x="4881036" y="828080"/>
                  </a:lnTo>
                  <a:lnTo>
                    <a:pt x="4972862" y="842214"/>
                  </a:lnTo>
                  <a:lnTo>
                    <a:pt x="5065624" y="858727"/>
                  </a:lnTo>
                  <a:lnTo>
                    <a:pt x="5156236" y="877576"/>
                  </a:lnTo>
                  <a:lnTo>
                    <a:pt x="5242558" y="898774"/>
                  </a:lnTo>
                  <a:lnTo>
                    <a:pt x="5323359" y="922420"/>
                  </a:lnTo>
                  <a:lnTo>
                    <a:pt x="5398163" y="948706"/>
                  </a:lnTo>
                  <a:lnTo>
                    <a:pt x="5467058" y="977924"/>
                  </a:lnTo>
                  <a:lnTo>
                    <a:pt x="5530513" y="1010460"/>
                  </a:lnTo>
                  <a:lnTo>
                    <a:pt x="5589231" y="1046778"/>
                  </a:lnTo>
                  <a:lnTo>
                    <a:pt x="5644038" y="1087397"/>
                  </a:lnTo>
                  <a:lnTo>
                    <a:pt x="5695798" y="1132836"/>
                  </a:lnTo>
                  <a:lnTo>
                    <a:pt x="5745345" y="1183538"/>
                  </a:lnTo>
                  <a:lnTo>
                    <a:pt x="5784835" y="1229200"/>
                  </a:lnTo>
                  <a:lnTo>
                    <a:pt x="5823128" y="1277838"/>
                  </a:lnTo>
                  <a:lnTo>
                    <a:pt x="5861061" y="1330130"/>
                  </a:lnTo>
                  <a:lnTo>
                    <a:pt x="5898871" y="1386150"/>
                  </a:lnTo>
                  <a:lnTo>
                    <a:pt x="5936743" y="1445909"/>
                  </a:lnTo>
                  <a:lnTo>
                    <a:pt x="5974817" y="1509349"/>
                  </a:lnTo>
                  <a:lnTo>
                    <a:pt x="6013187" y="1576334"/>
                  </a:lnTo>
                  <a:lnTo>
                    <a:pt x="6051910" y="1646650"/>
                  </a:lnTo>
                  <a:lnTo>
                    <a:pt x="6091007" y="1720001"/>
                  </a:lnTo>
                  <a:lnTo>
                    <a:pt x="6130467" y="1796013"/>
                  </a:lnTo>
                  <a:lnTo>
                    <a:pt x="6170250" y="1874236"/>
                  </a:lnTo>
                  <a:lnTo>
                    <a:pt x="6210293" y="1954158"/>
                  </a:lnTo>
                  <a:lnTo>
                    <a:pt x="6250515" y="2035216"/>
                  </a:lnTo>
                  <a:lnTo>
                    <a:pt x="6290824" y="2116810"/>
                  </a:lnTo>
                  <a:lnTo>
                    <a:pt x="6331120" y="2198326"/>
                  </a:lnTo>
                  <a:lnTo>
                    <a:pt x="6371305" y="2279150"/>
                  </a:lnTo>
                  <a:lnTo>
                    <a:pt x="6411288" y="2358690"/>
                  </a:lnTo>
                  <a:lnTo>
                    <a:pt x="6450994" y="2436396"/>
                  </a:lnTo>
                  <a:lnTo>
                    <a:pt x="6490364" y="2511769"/>
                  </a:lnTo>
                  <a:lnTo>
                    <a:pt x="6529365" y="2584378"/>
                  </a:lnTo>
                  <a:lnTo>
                    <a:pt x="6567995" y="2653869"/>
                  </a:lnTo>
                  <a:lnTo>
                    <a:pt x="6606283" y="2719967"/>
                  </a:lnTo>
                  <a:lnTo>
                    <a:pt x="6644294" y="2782477"/>
                  </a:lnTo>
                  <a:lnTo>
                    <a:pt x="6682136" y="2841285"/>
                  </a:lnTo>
                  <a:lnTo>
                    <a:pt x="6719957" y="2896350"/>
                  </a:lnTo>
                  <a:lnTo>
                    <a:pt x="6757957" y="2947701"/>
                  </a:lnTo>
                  <a:lnTo>
                    <a:pt x="6786527" y="2983588"/>
                  </a:lnTo>
                  <a:lnTo>
                    <a:pt x="6834810" y="3038783"/>
                  </a:lnTo>
                  <a:lnTo>
                    <a:pt x="6884697" y="3088512"/>
                  </a:lnTo>
                  <a:lnTo>
                    <a:pt x="6936943" y="3133047"/>
                  </a:lnTo>
                  <a:lnTo>
                    <a:pt x="6992390" y="3172852"/>
                  </a:lnTo>
                  <a:lnTo>
                    <a:pt x="7051903" y="3208452"/>
                  </a:lnTo>
                  <a:lnTo>
                    <a:pt x="7116290" y="3240358"/>
                  </a:lnTo>
                  <a:lnTo>
                    <a:pt x="7186223" y="3269022"/>
                  </a:lnTo>
                  <a:lnTo>
                    <a:pt x="7262114" y="3294814"/>
                  </a:lnTo>
                  <a:lnTo>
                    <a:pt x="7343964" y="3318008"/>
                  </a:lnTo>
                  <a:lnTo>
                    <a:pt x="7431175" y="3338779"/>
                  </a:lnTo>
                  <a:lnTo>
                    <a:pt x="7522360" y="3357208"/>
                  </a:lnTo>
                  <a:lnTo>
                    <a:pt x="7615207" y="3373297"/>
                  </a:lnTo>
                  <a:lnTo>
                    <a:pt x="7706472" y="3386997"/>
                  </a:lnTo>
                  <a:lnTo>
                    <a:pt x="7792211" y="3398256"/>
                  </a:lnTo>
                  <a:lnTo>
                    <a:pt x="7868276" y="3407072"/>
                  </a:lnTo>
                  <a:lnTo>
                    <a:pt x="7931050" y="3413543"/>
                  </a:lnTo>
                  <a:lnTo>
                    <a:pt x="7978218" y="3417893"/>
                  </a:lnTo>
                  <a:lnTo>
                    <a:pt x="8009349" y="3420476"/>
                  </a:lnTo>
                  <a:lnTo>
                    <a:pt x="8026119" y="3421733"/>
                  </a:lnTo>
                  <a:lnTo>
                    <a:pt x="8032170" y="3422145"/>
                  </a:lnTo>
                  <a:lnTo>
                    <a:pt x="8032819" y="3422185"/>
                  </a:lnTo>
                  <a:lnTo>
                    <a:pt x="8554953" y="3422185"/>
                  </a:lnTo>
                  <a:lnTo>
                    <a:pt x="8554953" y="3410891"/>
                  </a:lnTo>
                  <a:lnTo>
                    <a:pt x="8032819" y="3410891"/>
                  </a:lnTo>
                  <a:lnTo>
                    <a:pt x="8031654" y="3410817"/>
                  </a:lnTo>
                  <a:lnTo>
                    <a:pt x="8024020" y="3410289"/>
                  </a:lnTo>
                  <a:lnTo>
                    <a:pt x="8004879" y="3408828"/>
                  </a:lnTo>
                  <a:lnTo>
                    <a:pt x="7970923" y="3405958"/>
                  </a:lnTo>
                  <a:lnTo>
                    <a:pt x="7920854" y="3401248"/>
                  </a:lnTo>
                  <a:lnTo>
                    <a:pt x="7855468" y="3394368"/>
                  </a:lnTo>
                  <a:lnTo>
                    <a:pt x="7777368" y="3385116"/>
                  </a:lnTo>
                  <a:lnTo>
                    <a:pt x="7690326" y="3373415"/>
                  </a:lnTo>
                  <a:lnTo>
                    <a:pt x="7598500" y="3359280"/>
                  </a:lnTo>
                  <a:lnTo>
                    <a:pt x="7505738" y="3342767"/>
                  </a:lnTo>
                  <a:lnTo>
                    <a:pt x="7415126" y="3323919"/>
                  </a:lnTo>
                  <a:lnTo>
                    <a:pt x="7328803" y="3302720"/>
                  </a:lnTo>
                  <a:lnTo>
                    <a:pt x="7248003" y="3279074"/>
                  </a:lnTo>
                  <a:lnTo>
                    <a:pt x="7173198" y="3252788"/>
                  </a:lnTo>
                  <a:lnTo>
                    <a:pt x="7104304" y="3223570"/>
                  </a:lnTo>
                  <a:lnTo>
                    <a:pt x="7040849" y="3191034"/>
                  </a:lnTo>
                  <a:lnTo>
                    <a:pt x="6982131" y="3154716"/>
                  </a:lnTo>
                  <a:lnTo>
                    <a:pt x="6927324" y="3114098"/>
                  </a:lnTo>
                  <a:lnTo>
                    <a:pt x="6875564" y="3068658"/>
                  </a:lnTo>
                  <a:lnTo>
                    <a:pt x="6826017" y="3017957"/>
                  </a:lnTo>
                  <a:lnTo>
                    <a:pt x="6786527" y="2972294"/>
                  </a:lnTo>
                  <a:lnTo>
                    <a:pt x="6748233" y="2923656"/>
                  </a:lnTo>
                  <a:lnTo>
                    <a:pt x="6710301" y="2871364"/>
                  </a:lnTo>
                  <a:lnTo>
                    <a:pt x="6672491" y="2815344"/>
                  </a:lnTo>
                  <a:lnTo>
                    <a:pt x="6634619" y="2755585"/>
                  </a:lnTo>
                  <a:lnTo>
                    <a:pt x="6596545" y="2692146"/>
                  </a:lnTo>
                  <a:lnTo>
                    <a:pt x="6558175" y="2625161"/>
                  </a:lnTo>
                  <a:lnTo>
                    <a:pt x="6519452" y="2554845"/>
                  </a:lnTo>
                  <a:lnTo>
                    <a:pt x="6480355" y="2481493"/>
                  </a:lnTo>
                  <a:lnTo>
                    <a:pt x="6440895" y="2405482"/>
                  </a:lnTo>
                  <a:lnTo>
                    <a:pt x="6401112" y="2327258"/>
                  </a:lnTo>
                  <a:lnTo>
                    <a:pt x="6361069" y="2247336"/>
                  </a:lnTo>
                  <a:lnTo>
                    <a:pt x="6320847" y="2166278"/>
                  </a:lnTo>
                  <a:lnTo>
                    <a:pt x="6280538" y="2084684"/>
                  </a:lnTo>
                  <a:lnTo>
                    <a:pt x="6240242" y="2003169"/>
                  </a:lnTo>
                  <a:lnTo>
                    <a:pt x="6200057" y="1922345"/>
                  </a:lnTo>
                  <a:lnTo>
                    <a:pt x="6160073" y="1842804"/>
                  </a:lnTo>
                  <a:lnTo>
                    <a:pt x="6120368" y="1765099"/>
                  </a:lnTo>
                  <a:lnTo>
                    <a:pt x="6080998" y="1689726"/>
                  </a:lnTo>
                  <a:lnTo>
                    <a:pt x="6041997" y="1617116"/>
                  </a:lnTo>
                  <a:lnTo>
                    <a:pt x="6003367" y="1547625"/>
                  </a:lnTo>
                  <a:lnTo>
                    <a:pt x="5965079" y="1481527"/>
                  </a:lnTo>
                  <a:lnTo>
                    <a:pt x="5927068" y="1419017"/>
                  </a:lnTo>
                  <a:lnTo>
                    <a:pt x="5889226" y="1360209"/>
                  </a:lnTo>
                  <a:lnTo>
                    <a:pt x="5851405" y="1305144"/>
                  </a:lnTo>
                  <a:lnTo>
                    <a:pt x="5813405" y="1253794"/>
                  </a:lnTo>
                  <a:lnTo>
                    <a:pt x="5784835" y="1217906"/>
                  </a:lnTo>
                  <a:lnTo>
                    <a:pt x="5736552" y="1162711"/>
                  </a:lnTo>
                  <a:lnTo>
                    <a:pt x="5686665" y="1112982"/>
                  </a:lnTo>
                  <a:lnTo>
                    <a:pt x="5634419" y="1068447"/>
                  </a:lnTo>
                  <a:lnTo>
                    <a:pt x="5578971" y="1028642"/>
                  </a:lnTo>
                  <a:lnTo>
                    <a:pt x="5519459" y="993042"/>
                  </a:lnTo>
                  <a:lnTo>
                    <a:pt x="5455072" y="961136"/>
                  </a:lnTo>
                  <a:lnTo>
                    <a:pt x="5385139" y="932472"/>
                  </a:lnTo>
                  <a:lnTo>
                    <a:pt x="5309247" y="906680"/>
                  </a:lnTo>
                  <a:lnTo>
                    <a:pt x="5227398" y="883486"/>
                  </a:lnTo>
                  <a:lnTo>
                    <a:pt x="5140187" y="862715"/>
                  </a:lnTo>
                  <a:lnTo>
                    <a:pt x="5049002" y="844286"/>
                  </a:lnTo>
                  <a:lnTo>
                    <a:pt x="4956155" y="828198"/>
                  </a:lnTo>
                  <a:lnTo>
                    <a:pt x="4864890" y="814498"/>
                  </a:lnTo>
                  <a:lnTo>
                    <a:pt x="4779151" y="803238"/>
                  </a:lnTo>
                  <a:lnTo>
                    <a:pt x="4703086" y="794422"/>
                  </a:lnTo>
                  <a:lnTo>
                    <a:pt x="4640312" y="787952"/>
                  </a:lnTo>
                  <a:lnTo>
                    <a:pt x="4593144" y="783601"/>
                  </a:lnTo>
                  <a:lnTo>
                    <a:pt x="4562013" y="781018"/>
                  </a:lnTo>
                  <a:lnTo>
                    <a:pt x="4545243" y="779761"/>
                  </a:lnTo>
                  <a:lnTo>
                    <a:pt x="4539192" y="779350"/>
                  </a:lnTo>
                  <a:lnTo>
                    <a:pt x="4538543" y="779309"/>
                  </a:lnTo>
                  <a:lnTo>
                    <a:pt x="4016409" y="779309"/>
                  </a:lnTo>
                  <a:lnTo>
                    <a:pt x="4015149" y="779285"/>
                  </a:lnTo>
                  <a:lnTo>
                    <a:pt x="4006912" y="779116"/>
                  </a:lnTo>
                  <a:lnTo>
                    <a:pt x="3986314" y="778647"/>
                  </a:lnTo>
                  <a:lnTo>
                    <a:pt x="3949913" y="777727"/>
                  </a:lnTo>
                  <a:lnTo>
                    <a:pt x="3896517" y="776219"/>
                  </a:lnTo>
                  <a:lnTo>
                    <a:pt x="3827250" y="774023"/>
                  </a:lnTo>
                  <a:lnTo>
                    <a:pt x="3745160" y="771081"/>
                  </a:lnTo>
                  <a:lnTo>
                    <a:pt x="3654460" y="767372"/>
                  </a:lnTo>
                  <a:lnTo>
                    <a:pt x="3559633" y="762908"/>
                  </a:lnTo>
                  <a:lnTo>
                    <a:pt x="3464688" y="757705"/>
                  </a:lnTo>
                  <a:lnTo>
                    <a:pt x="3372709" y="751773"/>
                  </a:lnTo>
                  <a:lnTo>
                    <a:pt x="3285727" y="745101"/>
                  </a:lnTo>
                  <a:lnTo>
                    <a:pt x="3204802" y="737649"/>
                  </a:lnTo>
                  <a:lnTo>
                    <a:pt x="3130223" y="729345"/>
                  </a:lnTo>
                  <a:lnTo>
                    <a:pt x="3061726" y="720082"/>
                  </a:lnTo>
                  <a:lnTo>
                    <a:pt x="2998687" y="709728"/>
                  </a:lnTo>
                  <a:lnTo>
                    <a:pt x="2940278" y="698125"/>
                  </a:lnTo>
                  <a:lnTo>
                    <a:pt x="2885577" y="685103"/>
                  </a:lnTo>
                  <a:lnTo>
                    <a:pt x="2833657" y="670504"/>
                  </a:lnTo>
                  <a:lnTo>
                    <a:pt x="2783660" y="654216"/>
                  </a:lnTo>
                  <a:lnTo>
                    <a:pt x="2770117" y="649424"/>
                  </a:lnTo>
                  <a:lnTo>
                    <a:pt x="2718974" y="629909"/>
                  </a:lnTo>
                  <a:lnTo>
                    <a:pt x="2668328" y="608441"/>
                  </a:lnTo>
                  <a:lnTo>
                    <a:pt x="2617674" y="584991"/>
                  </a:lnTo>
                  <a:lnTo>
                    <a:pt x="2566662" y="559594"/>
                  </a:lnTo>
                  <a:lnTo>
                    <a:pt x="2515080" y="532355"/>
                  </a:lnTo>
                  <a:lnTo>
                    <a:pt x="2462838" y="503456"/>
                  </a:lnTo>
                  <a:lnTo>
                    <a:pt x="2409952" y="473155"/>
                  </a:lnTo>
                  <a:lnTo>
                    <a:pt x="2356526" y="441780"/>
                  </a:lnTo>
                  <a:lnTo>
                    <a:pt x="2302735" y="409714"/>
                  </a:lnTo>
                  <a:lnTo>
                    <a:pt x="2248798" y="377377"/>
                  </a:lnTo>
                  <a:lnTo>
                    <a:pt x="2194950" y="345206"/>
                  </a:lnTo>
                  <a:lnTo>
                    <a:pt x="2141419" y="313628"/>
                  </a:lnTo>
                  <a:lnTo>
                    <a:pt x="2088390" y="283036"/>
                  </a:lnTo>
                  <a:lnTo>
                    <a:pt x="2035987" y="253773"/>
                  </a:lnTo>
                  <a:lnTo>
                    <a:pt x="1984250" y="226114"/>
                  </a:lnTo>
                  <a:lnTo>
                    <a:pt x="1933115" y="200261"/>
                  </a:lnTo>
                  <a:lnTo>
                    <a:pt x="1882401" y="176336"/>
                  </a:lnTo>
                  <a:lnTo>
                    <a:pt x="1831794" y="154392"/>
                  </a:lnTo>
                  <a:lnTo>
                    <a:pt x="1780826" y="134412"/>
                  </a:lnTo>
                  <a:lnTo>
                    <a:pt x="1768425" y="129884"/>
                  </a:lnTo>
                  <a:lnTo>
                    <a:pt x="1718827" y="113123"/>
                  </a:lnTo>
                  <a:lnTo>
                    <a:pt x="1667517" y="98067"/>
                  </a:lnTo>
                  <a:lnTo>
                    <a:pt x="1613674" y="84625"/>
                  </a:lnTo>
                  <a:lnTo>
                    <a:pt x="1556381" y="72647"/>
                  </a:lnTo>
                  <a:lnTo>
                    <a:pt x="1494707" y="61965"/>
                  </a:lnTo>
                  <a:lnTo>
                    <a:pt x="1427788" y="52416"/>
                  </a:lnTo>
                  <a:lnTo>
                    <a:pt x="1354930" y="43859"/>
                  </a:lnTo>
                  <a:lnTo>
                    <a:pt x="1275753" y="36181"/>
                  </a:lnTo>
                  <a:lnTo>
                    <a:pt x="1190372" y="29300"/>
                  </a:lnTo>
                  <a:lnTo>
                    <a:pt x="1099612" y="23166"/>
                  </a:lnTo>
                  <a:lnTo>
                    <a:pt x="1005221" y="17762"/>
                  </a:lnTo>
                  <a:lnTo>
                    <a:pt x="909995" y="13092"/>
                  </a:lnTo>
                  <a:lnTo>
                    <a:pt x="817719" y="9174"/>
                  </a:lnTo>
                  <a:lnTo>
                    <a:pt x="732807" y="6021"/>
                  </a:lnTo>
                  <a:lnTo>
                    <a:pt x="659635" y="3623"/>
                  </a:lnTo>
                  <a:lnTo>
                    <a:pt x="601659" y="1934"/>
                  </a:lnTo>
                  <a:lnTo>
                    <a:pt x="560591" y="864"/>
                  </a:lnTo>
                  <a:lnTo>
                    <a:pt x="535889" y="285"/>
                  </a:lnTo>
                  <a:lnTo>
                    <a:pt x="524706" y="49"/>
                  </a:lnTo>
                  <a:lnTo>
                    <a:pt x="5221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102" name="pl102"/>
            <p:cNvSpPr/>
            <p:nvPr/>
          </p:nvSpPr>
          <p:spPr>
            <a:xfrm>
              <a:off x="386606" y="1196839"/>
              <a:ext cx="8554953" cy="3410891"/>
            </a:xfrm>
            <a:custGeom>
              <a:avLst/>
              <a:pathLst>
                <a:path w="8554953" h="3410891">
                  <a:moveTo>
                    <a:pt x="0" y="0"/>
                  </a:moveTo>
                  <a:lnTo>
                    <a:pt x="522133" y="0"/>
                  </a:lnTo>
                  <a:lnTo>
                    <a:pt x="523393" y="23"/>
                  </a:lnTo>
                  <a:lnTo>
                    <a:pt x="531630" y="193"/>
                  </a:lnTo>
                  <a:lnTo>
                    <a:pt x="552228" y="661"/>
                  </a:lnTo>
                  <a:lnTo>
                    <a:pt x="588629" y="1582"/>
                  </a:lnTo>
                  <a:lnTo>
                    <a:pt x="642025" y="3089"/>
                  </a:lnTo>
                  <a:lnTo>
                    <a:pt x="711292" y="5285"/>
                  </a:lnTo>
                  <a:lnTo>
                    <a:pt x="793382" y="8228"/>
                  </a:lnTo>
                  <a:lnTo>
                    <a:pt x="884082" y="11936"/>
                  </a:lnTo>
                  <a:lnTo>
                    <a:pt x="978909" y="16401"/>
                  </a:lnTo>
                  <a:lnTo>
                    <a:pt x="1073854" y="21604"/>
                  </a:lnTo>
                  <a:lnTo>
                    <a:pt x="1165833" y="27536"/>
                  </a:lnTo>
                  <a:lnTo>
                    <a:pt x="1252815" y="34207"/>
                  </a:lnTo>
                  <a:lnTo>
                    <a:pt x="1333740" y="41659"/>
                  </a:lnTo>
                  <a:lnTo>
                    <a:pt x="1408319" y="49964"/>
                  </a:lnTo>
                  <a:lnTo>
                    <a:pt x="1476817" y="59226"/>
                  </a:lnTo>
                  <a:lnTo>
                    <a:pt x="1539856" y="69581"/>
                  </a:lnTo>
                  <a:lnTo>
                    <a:pt x="1598264" y="81184"/>
                  </a:lnTo>
                  <a:lnTo>
                    <a:pt x="1652965" y="94206"/>
                  </a:lnTo>
                  <a:lnTo>
                    <a:pt x="1704886" y="108804"/>
                  </a:lnTo>
                  <a:lnTo>
                    <a:pt x="1754882" y="125092"/>
                  </a:lnTo>
                  <a:lnTo>
                    <a:pt x="1768425" y="129884"/>
                  </a:lnTo>
                  <a:lnTo>
                    <a:pt x="1819568" y="149400"/>
                  </a:lnTo>
                  <a:lnTo>
                    <a:pt x="1870214" y="170868"/>
                  </a:lnTo>
                  <a:lnTo>
                    <a:pt x="1920868" y="194317"/>
                  </a:lnTo>
                  <a:lnTo>
                    <a:pt x="1971880" y="219715"/>
                  </a:lnTo>
                  <a:lnTo>
                    <a:pt x="2023462" y="246954"/>
                  </a:lnTo>
                  <a:lnTo>
                    <a:pt x="2075704" y="275853"/>
                  </a:lnTo>
                  <a:lnTo>
                    <a:pt x="2128591" y="306153"/>
                  </a:lnTo>
                  <a:lnTo>
                    <a:pt x="2182016" y="337528"/>
                  </a:lnTo>
                  <a:lnTo>
                    <a:pt x="2235807" y="369595"/>
                  </a:lnTo>
                  <a:lnTo>
                    <a:pt x="2289744" y="401931"/>
                  </a:lnTo>
                  <a:lnTo>
                    <a:pt x="2343592" y="434102"/>
                  </a:lnTo>
                  <a:lnTo>
                    <a:pt x="2397123" y="465681"/>
                  </a:lnTo>
                  <a:lnTo>
                    <a:pt x="2450152" y="496273"/>
                  </a:lnTo>
                  <a:lnTo>
                    <a:pt x="2502555" y="525536"/>
                  </a:lnTo>
                  <a:lnTo>
                    <a:pt x="2554292" y="553194"/>
                  </a:lnTo>
                  <a:lnTo>
                    <a:pt x="2605427" y="579048"/>
                  </a:lnTo>
                  <a:lnTo>
                    <a:pt x="2656141" y="602972"/>
                  </a:lnTo>
                  <a:lnTo>
                    <a:pt x="2706749" y="624917"/>
                  </a:lnTo>
                  <a:lnTo>
                    <a:pt x="2757716" y="644897"/>
                  </a:lnTo>
                  <a:lnTo>
                    <a:pt x="2770117" y="649424"/>
                  </a:lnTo>
                  <a:lnTo>
                    <a:pt x="2819715" y="666186"/>
                  </a:lnTo>
                  <a:lnTo>
                    <a:pt x="2871025" y="681242"/>
                  </a:lnTo>
                  <a:lnTo>
                    <a:pt x="2924868" y="694684"/>
                  </a:lnTo>
                  <a:lnTo>
                    <a:pt x="2982161" y="706661"/>
                  </a:lnTo>
                  <a:lnTo>
                    <a:pt x="3043835" y="717343"/>
                  </a:lnTo>
                  <a:lnTo>
                    <a:pt x="3110754" y="726892"/>
                  </a:lnTo>
                  <a:lnTo>
                    <a:pt x="3183612" y="735449"/>
                  </a:lnTo>
                  <a:lnTo>
                    <a:pt x="3262789" y="743127"/>
                  </a:lnTo>
                  <a:lnTo>
                    <a:pt x="3348170" y="750009"/>
                  </a:lnTo>
                  <a:lnTo>
                    <a:pt x="3438930" y="756142"/>
                  </a:lnTo>
                  <a:lnTo>
                    <a:pt x="3533321" y="761546"/>
                  </a:lnTo>
                  <a:lnTo>
                    <a:pt x="3628547" y="766216"/>
                  </a:lnTo>
                  <a:lnTo>
                    <a:pt x="3720824" y="770135"/>
                  </a:lnTo>
                  <a:lnTo>
                    <a:pt x="3805735" y="773288"/>
                  </a:lnTo>
                  <a:lnTo>
                    <a:pt x="3878908" y="775686"/>
                  </a:lnTo>
                  <a:lnTo>
                    <a:pt x="3936883" y="777375"/>
                  </a:lnTo>
                  <a:lnTo>
                    <a:pt x="3977951" y="778445"/>
                  </a:lnTo>
                  <a:lnTo>
                    <a:pt x="4002653" y="779023"/>
                  </a:lnTo>
                  <a:lnTo>
                    <a:pt x="4013836" y="779260"/>
                  </a:lnTo>
                  <a:lnTo>
                    <a:pt x="4016382" y="779309"/>
                  </a:lnTo>
                  <a:lnTo>
                    <a:pt x="4016409" y="779309"/>
                  </a:lnTo>
                  <a:lnTo>
                    <a:pt x="4538543" y="779309"/>
                  </a:lnTo>
                  <a:lnTo>
                    <a:pt x="4539708" y="779383"/>
                  </a:lnTo>
                  <a:lnTo>
                    <a:pt x="4547342" y="779911"/>
                  </a:lnTo>
                  <a:lnTo>
                    <a:pt x="4566482" y="781372"/>
                  </a:lnTo>
                  <a:lnTo>
                    <a:pt x="4600439" y="784242"/>
                  </a:lnTo>
                  <a:lnTo>
                    <a:pt x="4650508" y="788952"/>
                  </a:lnTo>
                  <a:lnTo>
                    <a:pt x="4715894" y="795832"/>
                  </a:lnTo>
                  <a:lnTo>
                    <a:pt x="4793994" y="805084"/>
                  </a:lnTo>
                  <a:lnTo>
                    <a:pt x="4881036" y="816785"/>
                  </a:lnTo>
                  <a:lnTo>
                    <a:pt x="4972862" y="830920"/>
                  </a:lnTo>
                  <a:lnTo>
                    <a:pt x="5065624" y="847433"/>
                  </a:lnTo>
                  <a:lnTo>
                    <a:pt x="5156236" y="866281"/>
                  </a:lnTo>
                  <a:lnTo>
                    <a:pt x="5242558" y="887480"/>
                  </a:lnTo>
                  <a:lnTo>
                    <a:pt x="5323359" y="911126"/>
                  </a:lnTo>
                  <a:lnTo>
                    <a:pt x="5398163" y="937412"/>
                  </a:lnTo>
                  <a:lnTo>
                    <a:pt x="5467058" y="966630"/>
                  </a:lnTo>
                  <a:lnTo>
                    <a:pt x="5530513" y="999166"/>
                  </a:lnTo>
                  <a:lnTo>
                    <a:pt x="5589231" y="1035484"/>
                  </a:lnTo>
                  <a:lnTo>
                    <a:pt x="5644038" y="1076102"/>
                  </a:lnTo>
                  <a:lnTo>
                    <a:pt x="5695798" y="1121542"/>
                  </a:lnTo>
                  <a:lnTo>
                    <a:pt x="5745345" y="1172243"/>
                  </a:lnTo>
                  <a:lnTo>
                    <a:pt x="5784835" y="1217906"/>
                  </a:lnTo>
                  <a:lnTo>
                    <a:pt x="5823128" y="1266544"/>
                  </a:lnTo>
                  <a:lnTo>
                    <a:pt x="5861061" y="1318836"/>
                  </a:lnTo>
                  <a:lnTo>
                    <a:pt x="5898871" y="1374856"/>
                  </a:lnTo>
                  <a:lnTo>
                    <a:pt x="5936743" y="1434615"/>
                  </a:lnTo>
                  <a:lnTo>
                    <a:pt x="5974817" y="1498054"/>
                  </a:lnTo>
                  <a:lnTo>
                    <a:pt x="6013187" y="1565039"/>
                  </a:lnTo>
                  <a:lnTo>
                    <a:pt x="6051910" y="1635355"/>
                  </a:lnTo>
                  <a:lnTo>
                    <a:pt x="6091007" y="1708707"/>
                  </a:lnTo>
                  <a:lnTo>
                    <a:pt x="6130467" y="1784718"/>
                  </a:lnTo>
                  <a:lnTo>
                    <a:pt x="6170250" y="1862942"/>
                  </a:lnTo>
                  <a:lnTo>
                    <a:pt x="6210293" y="1942864"/>
                  </a:lnTo>
                  <a:lnTo>
                    <a:pt x="6250515" y="2023922"/>
                  </a:lnTo>
                  <a:lnTo>
                    <a:pt x="6290824" y="2105516"/>
                  </a:lnTo>
                  <a:lnTo>
                    <a:pt x="6331120" y="2187031"/>
                  </a:lnTo>
                  <a:lnTo>
                    <a:pt x="6371305" y="2267855"/>
                  </a:lnTo>
                  <a:lnTo>
                    <a:pt x="6411288" y="2347396"/>
                  </a:lnTo>
                  <a:lnTo>
                    <a:pt x="6450994" y="2425101"/>
                  </a:lnTo>
                  <a:lnTo>
                    <a:pt x="6490364" y="2500474"/>
                  </a:lnTo>
                  <a:lnTo>
                    <a:pt x="6529365" y="2573084"/>
                  </a:lnTo>
                  <a:lnTo>
                    <a:pt x="6567995" y="2642575"/>
                  </a:lnTo>
                  <a:lnTo>
                    <a:pt x="6606283" y="2708673"/>
                  </a:lnTo>
                  <a:lnTo>
                    <a:pt x="6644294" y="2771183"/>
                  </a:lnTo>
                  <a:lnTo>
                    <a:pt x="6682136" y="2829991"/>
                  </a:lnTo>
                  <a:lnTo>
                    <a:pt x="6719957" y="2885056"/>
                  </a:lnTo>
                  <a:lnTo>
                    <a:pt x="6757957" y="2936406"/>
                  </a:lnTo>
                  <a:lnTo>
                    <a:pt x="6786527" y="2972294"/>
                  </a:lnTo>
                  <a:lnTo>
                    <a:pt x="6834810" y="3027489"/>
                  </a:lnTo>
                  <a:lnTo>
                    <a:pt x="6884697" y="3077218"/>
                  </a:lnTo>
                  <a:lnTo>
                    <a:pt x="6936943" y="3121753"/>
                  </a:lnTo>
                  <a:lnTo>
                    <a:pt x="6992390" y="3161558"/>
                  </a:lnTo>
                  <a:lnTo>
                    <a:pt x="7051903" y="3197158"/>
                  </a:lnTo>
                  <a:lnTo>
                    <a:pt x="7116290" y="3229064"/>
                  </a:lnTo>
                  <a:lnTo>
                    <a:pt x="7186223" y="3257728"/>
                  </a:lnTo>
                  <a:lnTo>
                    <a:pt x="7262114" y="3283520"/>
                  </a:lnTo>
                  <a:lnTo>
                    <a:pt x="7343964" y="3306714"/>
                  </a:lnTo>
                  <a:lnTo>
                    <a:pt x="7431175" y="3327485"/>
                  </a:lnTo>
                  <a:lnTo>
                    <a:pt x="7522360" y="3345914"/>
                  </a:lnTo>
                  <a:lnTo>
                    <a:pt x="7615207" y="3362002"/>
                  </a:lnTo>
                  <a:lnTo>
                    <a:pt x="7706472" y="3375702"/>
                  </a:lnTo>
                  <a:lnTo>
                    <a:pt x="7792211" y="3386962"/>
                  </a:lnTo>
                  <a:lnTo>
                    <a:pt x="7868276" y="3395778"/>
                  </a:lnTo>
                  <a:lnTo>
                    <a:pt x="7931050" y="3402248"/>
                  </a:lnTo>
                  <a:lnTo>
                    <a:pt x="7978218" y="3406599"/>
                  </a:lnTo>
                  <a:lnTo>
                    <a:pt x="8009349" y="3409182"/>
                  </a:lnTo>
                  <a:lnTo>
                    <a:pt x="8026119" y="3410438"/>
                  </a:lnTo>
                  <a:lnTo>
                    <a:pt x="8032170" y="3410850"/>
                  </a:lnTo>
                  <a:lnTo>
                    <a:pt x="8032819" y="3410891"/>
                  </a:lnTo>
                  <a:lnTo>
                    <a:pt x="8554953" y="3410891"/>
                  </a:lnTo>
                  <a:lnTo>
                    <a:pt x="8554953" y="3410891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03" name="pl103"/>
            <p:cNvSpPr/>
            <p:nvPr/>
          </p:nvSpPr>
          <p:spPr>
            <a:xfrm>
              <a:off x="386606" y="1185545"/>
              <a:ext cx="8554953" cy="3410891"/>
            </a:xfrm>
            <a:custGeom>
              <a:avLst/>
              <a:pathLst>
                <a:path w="8554953" h="3410891">
                  <a:moveTo>
                    <a:pt x="8554953" y="3410891"/>
                  </a:moveTo>
                  <a:lnTo>
                    <a:pt x="8032819" y="3410891"/>
                  </a:lnTo>
                  <a:lnTo>
                    <a:pt x="8031654" y="3410817"/>
                  </a:lnTo>
                  <a:lnTo>
                    <a:pt x="8024020" y="3410289"/>
                  </a:lnTo>
                  <a:lnTo>
                    <a:pt x="8004879" y="3408828"/>
                  </a:lnTo>
                  <a:lnTo>
                    <a:pt x="7970923" y="3405958"/>
                  </a:lnTo>
                  <a:lnTo>
                    <a:pt x="7920854" y="3401248"/>
                  </a:lnTo>
                  <a:lnTo>
                    <a:pt x="7855468" y="3394368"/>
                  </a:lnTo>
                  <a:lnTo>
                    <a:pt x="7777368" y="3385116"/>
                  </a:lnTo>
                  <a:lnTo>
                    <a:pt x="7690326" y="3373415"/>
                  </a:lnTo>
                  <a:lnTo>
                    <a:pt x="7598500" y="3359280"/>
                  </a:lnTo>
                  <a:lnTo>
                    <a:pt x="7505738" y="3342767"/>
                  </a:lnTo>
                  <a:lnTo>
                    <a:pt x="7415126" y="3323919"/>
                  </a:lnTo>
                  <a:lnTo>
                    <a:pt x="7328803" y="3302720"/>
                  </a:lnTo>
                  <a:lnTo>
                    <a:pt x="7248003" y="3279074"/>
                  </a:lnTo>
                  <a:lnTo>
                    <a:pt x="7173198" y="3252788"/>
                  </a:lnTo>
                  <a:lnTo>
                    <a:pt x="7104304" y="3223570"/>
                  </a:lnTo>
                  <a:lnTo>
                    <a:pt x="7040849" y="3191034"/>
                  </a:lnTo>
                  <a:lnTo>
                    <a:pt x="6982131" y="3154716"/>
                  </a:lnTo>
                  <a:lnTo>
                    <a:pt x="6927324" y="3114098"/>
                  </a:lnTo>
                  <a:lnTo>
                    <a:pt x="6875564" y="3068658"/>
                  </a:lnTo>
                  <a:lnTo>
                    <a:pt x="6826017" y="3017957"/>
                  </a:lnTo>
                  <a:lnTo>
                    <a:pt x="6786527" y="2972294"/>
                  </a:lnTo>
                  <a:lnTo>
                    <a:pt x="6748233" y="2923656"/>
                  </a:lnTo>
                  <a:lnTo>
                    <a:pt x="6710301" y="2871364"/>
                  </a:lnTo>
                  <a:lnTo>
                    <a:pt x="6672491" y="2815344"/>
                  </a:lnTo>
                  <a:lnTo>
                    <a:pt x="6634619" y="2755585"/>
                  </a:lnTo>
                  <a:lnTo>
                    <a:pt x="6596545" y="2692146"/>
                  </a:lnTo>
                  <a:lnTo>
                    <a:pt x="6558175" y="2625161"/>
                  </a:lnTo>
                  <a:lnTo>
                    <a:pt x="6519452" y="2554845"/>
                  </a:lnTo>
                  <a:lnTo>
                    <a:pt x="6480355" y="2481493"/>
                  </a:lnTo>
                  <a:lnTo>
                    <a:pt x="6440895" y="2405482"/>
                  </a:lnTo>
                  <a:lnTo>
                    <a:pt x="6401112" y="2327258"/>
                  </a:lnTo>
                  <a:lnTo>
                    <a:pt x="6361069" y="2247336"/>
                  </a:lnTo>
                  <a:lnTo>
                    <a:pt x="6320847" y="2166278"/>
                  </a:lnTo>
                  <a:lnTo>
                    <a:pt x="6280538" y="2084684"/>
                  </a:lnTo>
                  <a:lnTo>
                    <a:pt x="6240242" y="2003169"/>
                  </a:lnTo>
                  <a:lnTo>
                    <a:pt x="6200057" y="1922345"/>
                  </a:lnTo>
                  <a:lnTo>
                    <a:pt x="6160073" y="1842804"/>
                  </a:lnTo>
                  <a:lnTo>
                    <a:pt x="6120368" y="1765099"/>
                  </a:lnTo>
                  <a:lnTo>
                    <a:pt x="6080998" y="1689726"/>
                  </a:lnTo>
                  <a:lnTo>
                    <a:pt x="6041997" y="1617116"/>
                  </a:lnTo>
                  <a:lnTo>
                    <a:pt x="6003367" y="1547625"/>
                  </a:lnTo>
                  <a:lnTo>
                    <a:pt x="5965079" y="1481527"/>
                  </a:lnTo>
                  <a:lnTo>
                    <a:pt x="5927068" y="1419017"/>
                  </a:lnTo>
                  <a:lnTo>
                    <a:pt x="5889226" y="1360209"/>
                  </a:lnTo>
                  <a:lnTo>
                    <a:pt x="5851405" y="1305144"/>
                  </a:lnTo>
                  <a:lnTo>
                    <a:pt x="5813405" y="1253794"/>
                  </a:lnTo>
                  <a:lnTo>
                    <a:pt x="5784835" y="1217906"/>
                  </a:lnTo>
                  <a:lnTo>
                    <a:pt x="5736552" y="1162711"/>
                  </a:lnTo>
                  <a:lnTo>
                    <a:pt x="5686665" y="1112982"/>
                  </a:lnTo>
                  <a:lnTo>
                    <a:pt x="5634419" y="1068447"/>
                  </a:lnTo>
                  <a:lnTo>
                    <a:pt x="5578971" y="1028642"/>
                  </a:lnTo>
                  <a:lnTo>
                    <a:pt x="5519459" y="993042"/>
                  </a:lnTo>
                  <a:lnTo>
                    <a:pt x="5455072" y="961136"/>
                  </a:lnTo>
                  <a:lnTo>
                    <a:pt x="5385139" y="932472"/>
                  </a:lnTo>
                  <a:lnTo>
                    <a:pt x="5309247" y="906680"/>
                  </a:lnTo>
                  <a:lnTo>
                    <a:pt x="5227398" y="883486"/>
                  </a:lnTo>
                  <a:lnTo>
                    <a:pt x="5140187" y="862715"/>
                  </a:lnTo>
                  <a:lnTo>
                    <a:pt x="5049002" y="844286"/>
                  </a:lnTo>
                  <a:lnTo>
                    <a:pt x="4956155" y="828198"/>
                  </a:lnTo>
                  <a:lnTo>
                    <a:pt x="4864890" y="814498"/>
                  </a:lnTo>
                  <a:lnTo>
                    <a:pt x="4779151" y="803238"/>
                  </a:lnTo>
                  <a:lnTo>
                    <a:pt x="4703086" y="794422"/>
                  </a:lnTo>
                  <a:lnTo>
                    <a:pt x="4640312" y="787952"/>
                  </a:lnTo>
                  <a:lnTo>
                    <a:pt x="4593144" y="783601"/>
                  </a:lnTo>
                  <a:lnTo>
                    <a:pt x="4562013" y="781018"/>
                  </a:lnTo>
                  <a:lnTo>
                    <a:pt x="4545243" y="779761"/>
                  </a:lnTo>
                  <a:lnTo>
                    <a:pt x="4539192" y="779350"/>
                  </a:lnTo>
                  <a:lnTo>
                    <a:pt x="4538543" y="779309"/>
                  </a:lnTo>
                  <a:lnTo>
                    <a:pt x="4016409" y="779309"/>
                  </a:lnTo>
                  <a:lnTo>
                    <a:pt x="4015149" y="779285"/>
                  </a:lnTo>
                  <a:lnTo>
                    <a:pt x="4006912" y="779116"/>
                  </a:lnTo>
                  <a:lnTo>
                    <a:pt x="3986314" y="778647"/>
                  </a:lnTo>
                  <a:lnTo>
                    <a:pt x="3949913" y="777727"/>
                  </a:lnTo>
                  <a:lnTo>
                    <a:pt x="3896517" y="776219"/>
                  </a:lnTo>
                  <a:lnTo>
                    <a:pt x="3827250" y="774023"/>
                  </a:lnTo>
                  <a:lnTo>
                    <a:pt x="3745160" y="771081"/>
                  </a:lnTo>
                  <a:lnTo>
                    <a:pt x="3654460" y="767372"/>
                  </a:lnTo>
                  <a:lnTo>
                    <a:pt x="3559633" y="762908"/>
                  </a:lnTo>
                  <a:lnTo>
                    <a:pt x="3464688" y="757705"/>
                  </a:lnTo>
                  <a:lnTo>
                    <a:pt x="3372709" y="751773"/>
                  </a:lnTo>
                  <a:lnTo>
                    <a:pt x="3285727" y="745101"/>
                  </a:lnTo>
                  <a:lnTo>
                    <a:pt x="3204802" y="737649"/>
                  </a:lnTo>
                  <a:lnTo>
                    <a:pt x="3130223" y="729345"/>
                  </a:lnTo>
                  <a:lnTo>
                    <a:pt x="3061726" y="720082"/>
                  </a:lnTo>
                  <a:lnTo>
                    <a:pt x="2998687" y="709728"/>
                  </a:lnTo>
                  <a:lnTo>
                    <a:pt x="2940278" y="698125"/>
                  </a:lnTo>
                  <a:lnTo>
                    <a:pt x="2885577" y="685103"/>
                  </a:lnTo>
                  <a:lnTo>
                    <a:pt x="2833657" y="670504"/>
                  </a:lnTo>
                  <a:lnTo>
                    <a:pt x="2783660" y="654216"/>
                  </a:lnTo>
                  <a:lnTo>
                    <a:pt x="2770117" y="649424"/>
                  </a:lnTo>
                  <a:lnTo>
                    <a:pt x="2718974" y="629909"/>
                  </a:lnTo>
                  <a:lnTo>
                    <a:pt x="2668328" y="608441"/>
                  </a:lnTo>
                  <a:lnTo>
                    <a:pt x="2617674" y="584991"/>
                  </a:lnTo>
                  <a:lnTo>
                    <a:pt x="2566662" y="559594"/>
                  </a:lnTo>
                  <a:lnTo>
                    <a:pt x="2515080" y="532355"/>
                  </a:lnTo>
                  <a:lnTo>
                    <a:pt x="2462838" y="503456"/>
                  </a:lnTo>
                  <a:lnTo>
                    <a:pt x="2409952" y="473155"/>
                  </a:lnTo>
                  <a:lnTo>
                    <a:pt x="2356526" y="441780"/>
                  </a:lnTo>
                  <a:lnTo>
                    <a:pt x="2302735" y="409714"/>
                  </a:lnTo>
                  <a:lnTo>
                    <a:pt x="2248798" y="377377"/>
                  </a:lnTo>
                  <a:lnTo>
                    <a:pt x="2194950" y="345206"/>
                  </a:lnTo>
                  <a:lnTo>
                    <a:pt x="2141419" y="313628"/>
                  </a:lnTo>
                  <a:lnTo>
                    <a:pt x="2088390" y="283036"/>
                  </a:lnTo>
                  <a:lnTo>
                    <a:pt x="2035987" y="253773"/>
                  </a:lnTo>
                  <a:lnTo>
                    <a:pt x="1984250" y="226114"/>
                  </a:lnTo>
                  <a:lnTo>
                    <a:pt x="1933115" y="200261"/>
                  </a:lnTo>
                  <a:lnTo>
                    <a:pt x="1882401" y="176336"/>
                  </a:lnTo>
                  <a:lnTo>
                    <a:pt x="1831794" y="154392"/>
                  </a:lnTo>
                  <a:lnTo>
                    <a:pt x="1780826" y="134412"/>
                  </a:lnTo>
                  <a:lnTo>
                    <a:pt x="1768425" y="129884"/>
                  </a:lnTo>
                  <a:lnTo>
                    <a:pt x="1718827" y="113123"/>
                  </a:lnTo>
                  <a:lnTo>
                    <a:pt x="1667517" y="98067"/>
                  </a:lnTo>
                  <a:lnTo>
                    <a:pt x="1613674" y="84625"/>
                  </a:lnTo>
                  <a:lnTo>
                    <a:pt x="1556381" y="72647"/>
                  </a:lnTo>
                  <a:lnTo>
                    <a:pt x="1494707" y="61965"/>
                  </a:lnTo>
                  <a:lnTo>
                    <a:pt x="1427788" y="52416"/>
                  </a:lnTo>
                  <a:lnTo>
                    <a:pt x="1354930" y="43859"/>
                  </a:lnTo>
                  <a:lnTo>
                    <a:pt x="1275753" y="36181"/>
                  </a:lnTo>
                  <a:lnTo>
                    <a:pt x="1190372" y="29300"/>
                  </a:lnTo>
                  <a:lnTo>
                    <a:pt x="1099612" y="23166"/>
                  </a:lnTo>
                  <a:lnTo>
                    <a:pt x="1005221" y="17762"/>
                  </a:lnTo>
                  <a:lnTo>
                    <a:pt x="909995" y="13092"/>
                  </a:lnTo>
                  <a:lnTo>
                    <a:pt x="817719" y="9174"/>
                  </a:lnTo>
                  <a:lnTo>
                    <a:pt x="732807" y="6021"/>
                  </a:lnTo>
                  <a:lnTo>
                    <a:pt x="659635" y="3623"/>
                  </a:lnTo>
                  <a:lnTo>
                    <a:pt x="601659" y="1934"/>
                  </a:lnTo>
                  <a:lnTo>
                    <a:pt x="560591" y="864"/>
                  </a:lnTo>
                  <a:lnTo>
                    <a:pt x="535889" y="285"/>
                  </a:lnTo>
                  <a:lnTo>
                    <a:pt x="524706" y="49"/>
                  </a:lnTo>
                  <a:lnTo>
                    <a:pt x="522160" y="0"/>
                  </a:lnTo>
                  <a:lnTo>
                    <a:pt x="522133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04" name="pg104"/>
            <p:cNvSpPr/>
            <p:nvPr/>
          </p:nvSpPr>
          <p:spPr>
            <a:xfrm>
              <a:off x="386606" y="1196839"/>
              <a:ext cx="8554953" cy="4173259"/>
            </a:xfrm>
            <a:custGeom>
              <a:avLst/>
              <a:pathLst>
                <a:path w="8554953" h="4173259">
                  <a:moveTo>
                    <a:pt x="0" y="5647"/>
                  </a:moveTo>
                  <a:lnTo>
                    <a:pt x="522133" y="5647"/>
                  </a:lnTo>
                  <a:lnTo>
                    <a:pt x="523392" y="5672"/>
                  </a:lnTo>
                  <a:lnTo>
                    <a:pt x="531621" y="5851"/>
                  </a:lnTo>
                  <a:lnTo>
                    <a:pt x="552201" y="6346"/>
                  </a:lnTo>
                  <a:lnTo>
                    <a:pt x="588572" y="7319"/>
                  </a:lnTo>
                  <a:lnTo>
                    <a:pt x="641926" y="8913"/>
                  </a:lnTo>
                  <a:lnTo>
                    <a:pt x="711145" y="11234"/>
                  </a:lnTo>
                  <a:lnTo>
                    <a:pt x="793187" y="14344"/>
                  </a:lnTo>
                  <a:lnTo>
                    <a:pt x="883843" y="18264"/>
                  </a:lnTo>
                  <a:lnTo>
                    <a:pt x="978634" y="22984"/>
                  </a:lnTo>
                  <a:lnTo>
                    <a:pt x="1073554" y="28485"/>
                  </a:lnTo>
                  <a:lnTo>
                    <a:pt x="1165517" y="34756"/>
                  </a:lnTo>
                  <a:lnTo>
                    <a:pt x="1252492" y="41809"/>
                  </a:lnTo>
                  <a:lnTo>
                    <a:pt x="1333416" y="49687"/>
                  </a:lnTo>
                  <a:lnTo>
                    <a:pt x="1407998" y="58466"/>
                  </a:lnTo>
                  <a:lnTo>
                    <a:pt x="1476501" y="68257"/>
                  </a:lnTo>
                  <a:lnTo>
                    <a:pt x="1539545" y="79202"/>
                  </a:lnTo>
                  <a:lnTo>
                    <a:pt x="1597957" y="91467"/>
                  </a:lnTo>
                  <a:lnTo>
                    <a:pt x="1652659" y="105230"/>
                  </a:lnTo>
                  <a:lnTo>
                    <a:pt x="1704576" y="120660"/>
                  </a:lnTo>
                  <a:lnTo>
                    <a:pt x="1754567" y="137875"/>
                  </a:lnTo>
                  <a:lnTo>
                    <a:pt x="1768425" y="143061"/>
                  </a:lnTo>
                  <a:lnTo>
                    <a:pt x="1819252" y="163573"/>
                  </a:lnTo>
                  <a:lnTo>
                    <a:pt x="1869584" y="186125"/>
                  </a:lnTo>
                  <a:lnTo>
                    <a:pt x="1919920" y="210747"/>
                  </a:lnTo>
                  <a:lnTo>
                    <a:pt x="1970604" y="237405"/>
                  </a:lnTo>
                  <a:lnTo>
                    <a:pt x="2021847" y="265993"/>
                  </a:lnTo>
                  <a:lnTo>
                    <a:pt x="2073741" y="296321"/>
                  </a:lnTo>
                  <a:lnTo>
                    <a:pt x="2126274" y="328125"/>
                  </a:lnTo>
                  <a:lnTo>
                    <a:pt x="2179346" y="361069"/>
                  </a:lnTo>
                  <a:lnTo>
                    <a:pt x="2232788" y="394755"/>
                  </a:lnTo>
                  <a:lnTo>
                    <a:pt x="2286387" y="428750"/>
                  </a:lnTo>
                  <a:lnTo>
                    <a:pt x="2339912" y="462599"/>
                  </a:lnTo>
                  <a:lnTo>
                    <a:pt x="2393140" y="495860"/>
                  </a:lnTo>
                  <a:lnTo>
                    <a:pt x="2445884" y="528118"/>
                  </a:lnTo>
                  <a:lnTo>
                    <a:pt x="2498015" y="559014"/>
                  </a:lnTo>
                  <a:lnTo>
                    <a:pt x="2549489" y="588257"/>
                  </a:lnTo>
                  <a:lnTo>
                    <a:pt x="2600357" y="615629"/>
                  </a:lnTo>
                  <a:lnTo>
                    <a:pt x="2650786" y="640995"/>
                  </a:lnTo>
                  <a:lnTo>
                    <a:pt x="2701071" y="664294"/>
                  </a:lnTo>
                  <a:lnTo>
                    <a:pt x="2751650" y="685536"/>
                  </a:lnTo>
                  <a:lnTo>
                    <a:pt x="2770117" y="692719"/>
                  </a:lnTo>
                  <a:lnTo>
                    <a:pt x="2819699" y="710447"/>
                  </a:lnTo>
                  <a:lnTo>
                    <a:pt x="2870991" y="726372"/>
                  </a:lnTo>
                  <a:lnTo>
                    <a:pt x="2924815" y="740589"/>
                  </a:lnTo>
                  <a:lnTo>
                    <a:pt x="2982085" y="753259"/>
                  </a:lnTo>
                  <a:lnTo>
                    <a:pt x="3043732" y="764559"/>
                  </a:lnTo>
                  <a:lnTo>
                    <a:pt x="3110620" y="774660"/>
                  </a:lnTo>
                  <a:lnTo>
                    <a:pt x="3183442" y="783712"/>
                  </a:lnTo>
                  <a:lnTo>
                    <a:pt x="3262578" y="791835"/>
                  </a:lnTo>
                  <a:lnTo>
                    <a:pt x="3347916" y="799115"/>
                  </a:lnTo>
                  <a:lnTo>
                    <a:pt x="3438633" y="805604"/>
                  </a:lnTo>
                  <a:lnTo>
                    <a:pt x="3532985" y="811322"/>
                  </a:lnTo>
                  <a:lnTo>
                    <a:pt x="3628184" y="816264"/>
                  </a:lnTo>
                  <a:lnTo>
                    <a:pt x="3720452" y="820412"/>
                  </a:lnTo>
                  <a:lnTo>
                    <a:pt x="3805378" y="823750"/>
                  </a:lnTo>
                  <a:lnTo>
                    <a:pt x="3878590" y="826290"/>
                  </a:lnTo>
                  <a:lnTo>
                    <a:pt x="3936628" y="828080"/>
                  </a:lnTo>
                  <a:lnTo>
                    <a:pt x="3977773" y="829215"/>
                  </a:lnTo>
                  <a:lnTo>
                    <a:pt x="4002553" y="829829"/>
                  </a:lnTo>
                  <a:lnTo>
                    <a:pt x="4013800" y="830081"/>
                  </a:lnTo>
                  <a:lnTo>
                    <a:pt x="4016409" y="830134"/>
                  </a:lnTo>
                  <a:lnTo>
                    <a:pt x="4538543" y="830134"/>
                  </a:lnTo>
                  <a:lnTo>
                    <a:pt x="4539653" y="830223"/>
                  </a:lnTo>
                  <a:lnTo>
                    <a:pt x="4546936" y="830862"/>
                  </a:lnTo>
                  <a:lnTo>
                    <a:pt x="4565227" y="832627"/>
                  </a:lnTo>
                  <a:lnTo>
                    <a:pt x="4597748" y="836098"/>
                  </a:lnTo>
                  <a:lnTo>
                    <a:pt x="4645850" y="841800"/>
                  </a:lnTo>
                  <a:lnTo>
                    <a:pt x="4708913" y="850143"/>
                  </a:lnTo>
                  <a:lnTo>
                    <a:pt x="4784593" y="861386"/>
                  </a:lnTo>
                  <a:lnTo>
                    <a:pt x="4869375" y="875637"/>
                  </a:lnTo>
                  <a:lnTo>
                    <a:pt x="4959305" y="892886"/>
                  </a:lnTo>
                  <a:lnTo>
                    <a:pt x="5050643" y="913069"/>
                  </a:lnTo>
                  <a:lnTo>
                    <a:pt x="5140323" y="936129"/>
                  </a:lnTo>
                  <a:lnTo>
                    <a:pt x="5226151" y="962069"/>
                  </a:lnTo>
                  <a:lnTo>
                    <a:pt x="5306802" y="990984"/>
                  </a:lnTo>
                  <a:lnTo>
                    <a:pt x="5381694" y="1023085"/>
                  </a:lnTo>
                  <a:lnTo>
                    <a:pt x="5450808" y="1058698"/>
                  </a:lnTo>
                  <a:lnTo>
                    <a:pt x="5514520" y="1098265"/>
                  </a:lnTo>
                  <a:lnTo>
                    <a:pt x="5573455" y="1142326"/>
                  </a:lnTo>
                  <a:lnTo>
                    <a:pt x="5628378" y="1191495"/>
                  </a:lnTo>
                  <a:lnTo>
                    <a:pt x="5680109" y="1246408"/>
                  </a:lnTo>
                  <a:lnTo>
                    <a:pt x="5729455" y="1307644"/>
                  </a:lnTo>
                  <a:lnTo>
                    <a:pt x="5777152" y="1375576"/>
                  </a:lnTo>
                  <a:lnTo>
                    <a:pt x="5784835" y="1387321"/>
                  </a:lnTo>
                  <a:lnTo>
                    <a:pt x="5819673" y="1443315"/>
                  </a:lnTo>
                  <a:lnTo>
                    <a:pt x="5854193" y="1503137"/>
                  </a:lnTo>
                  <a:lnTo>
                    <a:pt x="5888580" y="1566866"/>
                  </a:lnTo>
                  <a:lnTo>
                    <a:pt x="5922981" y="1634527"/>
                  </a:lnTo>
                  <a:lnTo>
                    <a:pt x="5957513" y="1706085"/>
                  </a:lnTo>
                  <a:lnTo>
                    <a:pt x="5992258" y="1781444"/>
                  </a:lnTo>
                  <a:lnTo>
                    <a:pt x="6027274" y="1860436"/>
                  </a:lnTo>
                  <a:lnTo>
                    <a:pt x="6062591" y="1942824"/>
                  </a:lnTo>
                  <a:lnTo>
                    <a:pt x="6098219" y="2028301"/>
                  </a:lnTo>
                  <a:lnTo>
                    <a:pt x="6134141" y="2116493"/>
                  </a:lnTo>
                  <a:lnTo>
                    <a:pt x="6170328" y="2206962"/>
                  </a:lnTo>
                  <a:lnTo>
                    <a:pt x="6206729" y="2299215"/>
                  </a:lnTo>
                  <a:lnTo>
                    <a:pt x="6243286" y="2392715"/>
                  </a:lnTo>
                  <a:lnTo>
                    <a:pt x="6279928" y="2486893"/>
                  </a:lnTo>
                  <a:lnTo>
                    <a:pt x="6316582" y="2581165"/>
                  </a:lnTo>
                  <a:lnTo>
                    <a:pt x="6353173" y="2674940"/>
                  </a:lnTo>
                  <a:lnTo>
                    <a:pt x="6389630" y="2767644"/>
                  </a:lnTo>
                  <a:lnTo>
                    <a:pt x="6425889" y="2858728"/>
                  </a:lnTo>
                  <a:lnTo>
                    <a:pt x="6461899" y="2947684"/>
                  </a:lnTo>
                  <a:lnTo>
                    <a:pt x="6497622" y="3034057"/>
                  </a:lnTo>
                  <a:lnTo>
                    <a:pt x="6533037" y="3117451"/>
                  </a:lnTo>
                  <a:lnTo>
                    <a:pt x="6568145" y="3197538"/>
                  </a:lnTo>
                  <a:lnTo>
                    <a:pt x="6602970" y="3274058"/>
                  </a:lnTo>
                  <a:lnTo>
                    <a:pt x="6637561" y="3346823"/>
                  </a:lnTo>
                  <a:lnTo>
                    <a:pt x="6671992" y="3415714"/>
                  </a:lnTo>
                  <a:lnTo>
                    <a:pt x="6706370" y="3480677"/>
                  </a:lnTo>
                  <a:lnTo>
                    <a:pt x="6740830" y="3541719"/>
                  </a:lnTo>
                  <a:lnTo>
                    <a:pt x="6775546" y="3598903"/>
                  </a:lnTo>
                  <a:lnTo>
                    <a:pt x="6786527" y="3616071"/>
                  </a:lnTo>
                  <a:lnTo>
                    <a:pt x="6834015" y="3685108"/>
                  </a:lnTo>
                  <a:lnTo>
                    <a:pt x="6883045" y="3747421"/>
                  </a:lnTo>
                  <a:lnTo>
                    <a:pt x="6934332" y="3803331"/>
                  </a:lnTo>
                  <a:lnTo>
                    <a:pt x="6988676" y="3853396"/>
                  </a:lnTo>
                  <a:lnTo>
                    <a:pt x="7046901" y="3898248"/>
                  </a:lnTo>
                  <a:lnTo>
                    <a:pt x="7109785" y="3938510"/>
                  </a:lnTo>
                  <a:lnTo>
                    <a:pt x="7177982" y="3974737"/>
                  </a:lnTo>
                  <a:lnTo>
                    <a:pt x="7251918" y="4007386"/>
                  </a:lnTo>
                  <a:lnTo>
                    <a:pt x="7331651" y="4036805"/>
                  </a:lnTo>
                  <a:lnTo>
                    <a:pt x="7416701" y="4063221"/>
                  </a:lnTo>
                  <a:lnTo>
                    <a:pt x="7505878" y="4086750"/>
                  </a:lnTo>
                  <a:lnTo>
                    <a:pt x="7597133" y="4107406"/>
                  </a:lnTo>
                  <a:lnTo>
                    <a:pt x="7687534" y="4125140"/>
                  </a:lnTo>
                  <a:lnTo>
                    <a:pt x="7773430" y="4139883"/>
                  </a:lnTo>
                  <a:lnTo>
                    <a:pt x="7850858" y="4151615"/>
                  </a:lnTo>
                  <a:lnTo>
                    <a:pt x="7916184" y="4160418"/>
                  </a:lnTo>
                  <a:lnTo>
                    <a:pt x="7966824" y="4166528"/>
                  </a:lnTo>
                  <a:lnTo>
                    <a:pt x="8001852" y="4170330"/>
                  </a:lnTo>
                  <a:lnTo>
                    <a:pt x="8022295" y="4172335"/>
                  </a:lnTo>
                  <a:lnTo>
                    <a:pt x="8031086" y="4173118"/>
                  </a:lnTo>
                  <a:lnTo>
                    <a:pt x="8032819" y="4173259"/>
                  </a:lnTo>
                  <a:lnTo>
                    <a:pt x="8554953" y="4173259"/>
                  </a:lnTo>
                  <a:lnTo>
                    <a:pt x="8554953" y="4167612"/>
                  </a:lnTo>
                  <a:lnTo>
                    <a:pt x="8032819" y="4167612"/>
                  </a:lnTo>
                  <a:lnTo>
                    <a:pt x="8031709" y="4167522"/>
                  </a:lnTo>
                  <a:lnTo>
                    <a:pt x="8024426" y="4166884"/>
                  </a:lnTo>
                  <a:lnTo>
                    <a:pt x="8006135" y="4165119"/>
                  </a:lnTo>
                  <a:lnTo>
                    <a:pt x="7973614" y="4161647"/>
                  </a:lnTo>
                  <a:lnTo>
                    <a:pt x="7925512" y="4155945"/>
                  </a:lnTo>
                  <a:lnTo>
                    <a:pt x="7862448" y="4147602"/>
                  </a:lnTo>
                  <a:lnTo>
                    <a:pt x="7786769" y="4136359"/>
                  </a:lnTo>
                  <a:lnTo>
                    <a:pt x="7701987" y="4122109"/>
                  </a:lnTo>
                  <a:lnTo>
                    <a:pt x="7612057" y="4104859"/>
                  </a:lnTo>
                  <a:lnTo>
                    <a:pt x="7520719" y="4084676"/>
                  </a:lnTo>
                  <a:lnTo>
                    <a:pt x="7431039" y="4061616"/>
                  </a:lnTo>
                  <a:lnTo>
                    <a:pt x="7345211" y="4035677"/>
                  </a:lnTo>
                  <a:lnTo>
                    <a:pt x="7264560" y="4006761"/>
                  </a:lnTo>
                  <a:lnTo>
                    <a:pt x="7189668" y="3974661"/>
                  </a:lnTo>
                  <a:lnTo>
                    <a:pt x="7120554" y="3939047"/>
                  </a:lnTo>
                  <a:lnTo>
                    <a:pt x="7056842" y="3899480"/>
                  </a:lnTo>
                  <a:lnTo>
                    <a:pt x="6997907" y="3855419"/>
                  </a:lnTo>
                  <a:lnTo>
                    <a:pt x="6942984" y="3806251"/>
                  </a:lnTo>
                  <a:lnTo>
                    <a:pt x="6891253" y="3751337"/>
                  </a:lnTo>
                  <a:lnTo>
                    <a:pt x="6841907" y="3690102"/>
                  </a:lnTo>
                  <a:lnTo>
                    <a:pt x="6794210" y="3622170"/>
                  </a:lnTo>
                  <a:lnTo>
                    <a:pt x="6786527" y="3610424"/>
                  </a:lnTo>
                  <a:lnTo>
                    <a:pt x="6751689" y="3554431"/>
                  </a:lnTo>
                  <a:lnTo>
                    <a:pt x="6717169" y="3494609"/>
                  </a:lnTo>
                  <a:lnTo>
                    <a:pt x="6682782" y="3430880"/>
                  </a:lnTo>
                  <a:lnTo>
                    <a:pt x="6648380" y="3363219"/>
                  </a:lnTo>
                  <a:lnTo>
                    <a:pt x="6613849" y="3291660"/>
                  </a:lnTo>
                  <a:lnTo>
                    <a:pt x="6579104" y="3216301"/>
                  </a:lnTo>
                  <a:lnTo>
                    <a:pt x="6544088" y="3137310"/>
                  </a:lnTo>
                  <a:lnTo>
                    <a:pt x="6508770" y="3054922"/>
                  </a:lnTo>
                  <a:lnTo>
                    <a:pt x="6473143" y="2969444"/>
                  </a:lnTo>
                  <a:lnTo>
                    <a:pt x="6437221" y="2881252"/>
                  </a:lnTo>
                  <a:lnTo>
                    <a:pt x="6401034" y="2790784"/>
                  </a:lnTo>
                  <a:lnTo>
                    <a:pt x="6364633" y="2698531"/>
                  </a:lnTo>
                  <a:lnTo>
                    <a:pt x="6328076" y="2605031"/>
                  </a:lnTo>
                  <a:lnTo>
                    <a:pt x="6291434" y="2510852"/>
                  </a:lnTo>
                  <a:lnTo>
                    <a:pt x="6254780" y="2416581"/>
                  </a:lnTo>
                  <a:lnTo>
                    <a:pt x="6218189" y="2322805"/>
                  </a:lnTo>
                  <a:lnTo>
                    <a:pt x="6181732" y="2230102"/>
                  </a:lnTo>
                  <a:lnTo>
                    <a:pt x="6145472" y="2139018"/>
                  </a:lnTo>
                  <a:lnTo>
                    <a:pt x="6109463" y="2050062"/>
                  </a:lnTo>
                  <a:lnTo>
                    <a:pt x="6073740" y="1963689"/>
                  </a:lnTo>
                  <a:lnTo>
                    <a:pt x="6038325" y="1880294"/>
                  </a:lnTo>
                  <a:lnTo>
                    <a:pt x="6003217" y="1800208"/>
                  </a:lnTo>
                  <a:lnTo>
                    <a:pt x="5968392" y="1723688"/>
                  </a:lnTo>
                  <a:lnTo>
                    <a:pt x="5933801" y="1650923"/>
                  </a:lnTo>
                  <a:lnTo>
                    <a:pt x="5899370" y="1582032"/>
                  </a:lnTo>
                  <a:lnTo>
                    <a:pt x="5864992" y="1517069"/>
                  </a:lnTo>
                  <a:lnTo>
                    <a:pt x="5830532" y="1456026"/>
                  </a:lnTo>
                  <a:lnTo>
                    <a:pt x="5795816" y="1398843"/>
                  </a:lnTo>
                  <a:lnTo>
                    <a:pt x="5784835" y="1381674"/>
                  </a:lnTo>
                  <a:lnTo>
                    <a:pt x="5737347" y="1312638"/>
                  </a:lnTo>
                  <a:lnTo>
                    <a:pt x="5688317" y="1250325"/>
                  </a:lnTo>
                  <a:lnTo>
                    <a:pt x="5637030" y="1194414"/>
                  </a:lnTo>
                  <a:lnTo>
                    <a:pt x="5582686" y="1144350"/>
                  </a:lnTo>
                  <a:lnTo>
                    <a:pt x="5524461" y="1099497"/>
                  </a:lnTo>
                  <a:lnTo>
                    <a:pt x="5461577" y="1059235"/>
                  </a:lnTo>
                  <a:lnTo>
                    <a:pt x="5393380" y="1023008"/>
                  </a:lnTo>
                  <a:lnTo>
                    <a:pt x="5319444" y="990359"/>
                  </a:lnTo>
                  <a:lnTo>
                    <a:pt x="5239711" y="960940"/>
                  </a:lnTo>
                  <a:lnTo>
                    <a:pt x="5154661" y="934524"/>
                  </a:lnTo>
                  <a:lnTo>
                    <a:pt x="5065484" y="910996"/>
                  </a:lnTo>
                  <a:lnTo>
                    <a:pt x="4974229" y="890339"/>
                  </a:lnTo>
                  <a:lnTo>
                    <a:pt x="4883828" y="872606"/>
                  </a:lnTo>
                  <a:lnTo>
                    <a:pt x="4797932" y="857862"/>
                  </a:lnTo>
                  <a:lnTo>
                    <a:pt x="4720504" y="846131"/>
                  </a:lnTo>
                  <a:lnTo>
                    <a:pt x="4655178" y="837327"/>
                  </a:lnTo>
                  <a:lnTo>
                    <a:pt x="4604538" y="831218"/>
                  </a:lnTo>
                  <a:lnTo>
                    <a:pt x="4569510" y="827416"/>
                  </a:lnTo>
                  <a:lnTo>
                    <a:pt x="4549067" y="825410"/>
                  </a:lnTo>
                  <a:lnTo>
                    <a:pt x="4540276" y="824628"/>
                  </a:lnTo>
                  <a:lnTo>
                    <a:pt x="4538543" y="824486"/>
                  </a:lnTo>
                  <a:lnTo>
                    <a:pt x="4016409" y="824486"/>
                  </a:lnTo>
                  <a:lnTo>
                    <a:pt x="4015151" y="824461"/>
                  </a:lnTo>
                  <a:lnTo>
                    <a:pt x="4006921" y="824282"/>
                  </a:lnTo>
                  <a:lnTo>
                    <a:pt x="3986341" y="823787"/>
                  </a:lnTo>
                  <a:lnTo>
                    <a:pt x="3949970" y="822814"/>
                  </a:lnTo>
                  <a:lnTo>
                    <a:pt x="3896616" y="821220"/>
                  </a:lnTo>
                  <a:lnTo>
                    <a:pt x="3827397" y="818899"/>
                  </a:lnTo>
                  <a:lnTo>
                    <a:pt x="3745356" y="815789"/>
                  </a:lnTo>
                  <a:lnTo>
                    <a:pt x="3654699" y="811869"/>
                  </a:lnTo>
                  <a:lnTo>
                    <a:pt x="3559909" y="807149"/>
                  </a:lnTo>
                  <a:lnTo>
                    <a:pt x="3464989" y="801648"/>
                  </a:lnTo>
                  <a:lnTo>
                    <a:pt x="3373025" y="795377"/>
                  </a:lnTo>
                  <a:lnTo>
                    <a:pt x="3286050" y="788324"/>
                  </a:lnTo>
                  <a:lnTo>
                    <a:pt x="3205126" y="780446"/>
                  </a:lnTo>
                  <a:lnTo>
                    <a:pt x="3130544" y="771667"/>
                  </a:lnTo>
                  <a:lnTo>
                    <a:pt x="3062041" y="761876"/>
                  </a:lnTo>
                  <a:lnTo>
                    <a:pt x="2998997" y="750931"/>
                  </a:lnTo>
                  <a:lnTo>
                    <a:pt x="2940585" y="738666"/>
                  </a:lnTo>
                  <a:lnTo>
                    <a:pt x="2885884" y="724903"/>
                  </a:lnTo>
                  <a:lnTo>
                    <a:pt x="2833966" y="709474"/>
                  </a:lnTo>
                  <a:lnTo>
                    <a:pt x="2783976" y="692258"/>
                  </a:lnTo>
                  <a:lnTo>
                    <a:pt x="2770117" y="687072"/>
                  </a:lnTo>
                  <a:lnTo>
                    <a:pt x="2719290" y="666560"/>
                  </a:lnTo>
                  <a:lnTo>
                    <a:pt x="2668958" y="644009"/>
                  </a:lnTo>
                  <a:lnTo>
                    <a:pt x="2618622" y="619386"/>
                  </a:lnTo>
                  <a:lnTo>
                    <a:pt x="2567938" y="592728"/>
                  </a:lnTo>
                  <a:lnTo>
                    <a:pt x="2516695" y="564141"/>
                  </a:lnTo>
                  <a:lnTo>
                    <a:pt x="2464801" y="533812"/>
                  </a:lnTo>
                  <a:lnTo>
                    <a:pt x="2412268" y="502008"/>
                  </a:lnTo>
                  <a:lnTo>
                    <a:pt x="2359196" y="469065"/>
                  </a:lnTo>
                  <a:lnTo>
                    <a:pt x="2305754" y="435378"/>
                  </a:lnTo>
                  <a:lnTo>
                    <a:pt x="2252155" y="401383"/>
                  </a:lnTo>
                  <a:lnTo>
                    <a:pt x="2198630" y="367534"/>
                  </a:lnTo>
                  <a:lnTo>
                    <a:pt x="2145402" y="334273"/>
                  </a:lnTo>
                  <a:lnTo>
                    <a:pt x="2092659" y="302015"/>
                  </a:lnTo>
                  <a:lnTo>
                    <a:pt x="2040527" y="271119"/>
                  </a:lnTo>
                  <a:lnTo>
                    <a:pt x="1989054" y="241876"/>
                  </a:lnTo>
                  <a:lnTo>
                    <a:pt x="1938185" y="214504"/>
                  </a:lnTo>
                  <a:lnTo>
                    <a:pt x="1887756" y="189138"/>
                  </a:lnTo>
                  <a:lnTo>
                    <a:pt x="1837472" y="165839"/>
                  </a:lnTo>
                  <a:lnTo>
                    <a:pt x="1786892" y="144597"/>
                  </a:lnTo>
                  <a:lnTo>
                    <a:pt x="1768425" y="137414"/>
                  </a:lnTo>
                  <a:lnTo>
                    <a:pt x="1718843" y="119686"/>
                  </a:lnTo>
                  <a:lnTo>
                    <a:pt x="1667551" y="103761"/>
                  </a:lnTo>
                  <a:lnTo>
                    <a:pt x="1613727" y="89544"/>
                  </a:lnTo>
                  <a:lnTo>
                    <a:pt x="1556457" y="76874"/>
                  </a:lnTo>
                  <a:lnTo>
                    <a:pt x="1494810" y="65575"/>
                  </a:lnTo>
                  <a:lnTo>
                    <a:pt x="1427922" y="55473"/>
                  </a:lnTo>
                  <a:lnTo>
                    <a:pt x="1355100" y="46421"/>
                  </a:lnTo>
                  <a:lnTo>
                    <a:pt x="1275964" y="38298"/>
                  </a:lnTo>
                  <a:lnTo>
                    <a:pt x="1190626" y="31018"/>
                  </a:lnTo>
                  <a:lnTo>
                    <a:pt x="1099910" y="24529"/>
                  </a:lnTo>
                  <a:lnTo>
                    <a:pt x="1005557" y="18811"/>
                  </a:lnTo>
                  <a:lnTo>
                    <a:pt x="910358" y="13869"/>
                  </a:lnTo>
                  <a:lnTo>
                    <a:pt x="818091" y="9721"/>
                  </a:lnTo>
                  <a:lnTo>
                    <a:pt x="733164" y="6383"/>
                  </a:lnTo>
                  <a:lnTo>
                    <a:pt x="659952" y="3843"/>
                  </a:lnTo>
                  <a:lnTo>
                    <a:pt x="601914" y="2053"/>
                  </a:lnTo>
                  <a:lnTo>
                    <a:pt x="560769" y="919"/>
                  </a:lnTo>
                  <a:lnTo>
                    <a:pt x="535989" y="304"/>
                  </a:lnTo>
                  <a:lnTo>
                    <a:pt x="524742" y="53"/>
                  </a:lnTo>
                  <a:lnTo>
                    <a:pt x="5221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105" name="pl105"/>
            <p:cNvSpPr/>
            <p:nvPr/>
          </p:nvSpPr>
          <p:spPr>
            <a:xfrm>
              <a:off x="386606" y="1202486"/>
              <a:ext cx="8554953" cy="4167612"/>
            </a:xfrm>
            <a:custGeom>
              <a:avLst/>
              <a:pathLst>
                <a:path w="8554953" h="4167612">
                  <a:moveTo>
                    <a:pt x="0" y="0"/>
                  </a:moveTo>
                  <a:lnTo>
                    <a:pt x="522133" y="0"/>
                  </a:lnTo>
                  <a:lnTo>
                    <a:pt x="523392" y="25"/>
                  </a:lnTo>
                  <a:lnTo>
                    <a:pt x="531621" y="204"/>
                  </a:lnTo>
                  <a:lnTo>
                    <a:pt x="552201" y="699"/>
                  </a:lnTo>
                  <a:lnTo>
                    <a:pt x="588572" y="1672"/>
                  </a:lnTo>
                  <a:lnTo>
                    <a:pt x="641926" y="3265"/>
                  </a:lnTo>
                  <a:lnTo>
                    <a:pt x="711145" y="5587"/>
                  </a:lnTo>
                  <a:lnTo>
                    <a:pt x="793187" y="8697"/>
                  </a:lnTo>
                  <a:lnTo>
                    <a:pt x="883843" y="12617"/>
                  </a:lnTo>
                  <a:lnTo>
                    <a:pt x="978634" y="17337"/>
                  </a:lnTo>
                  <a:lnTo>
                    <a:pt x="1073554" y="22838"/>
                  </a:lnTo>
                  <a:lnTo>
                    <a:pt x="1165517" y="29109"/>
                  </a:lnTo>
                  <a:lnTo>
                    <a:pt x="1252492" y="36162"/>
                  </a:lnTo>
                  <a:lnTo>
                    <a:pt x="1333416" y="44040"/>
                  </a:lnTo>
                  <a:lnTo>
                    <a:pt x="1407998" y="52819"/>
                  </a:lnTo>
                  <a:lnTo>
                    <a:pt x="1476501" y="62610"/>
                  </a:lnTo>
                  <a:lnTo>
                    <a:pt x="1539545" y="73555"/>
                  </a:lnTo>
                  <a:lnTo>
                    <a:pt x="1597957" y="85820"/>
                  </a:lnTo>
                  <a:lnTo>
                    <a:pt x="1652659" y="99583"/>
                  </a:lnTo>
                  <a:lnTo>
                    <a:pt x="1704576" y="115012"/>
                  </a:lnTo>
                  <a:lnTo>
                    <a:pt x="1754567" y="132228"/>
                  </a:lnTo>
                  <a:lnTo>
                    <a:pt x="1768425" y="137414"/>
                  </a:lnTo>
                  <a:lnTo>
                    <a:pt x="1819252" y="157926"/>
                  </a:lnTo>
                  <a:lnTo>
                    <a:pt x="1869584" y="180477"/>
                  </a:lnTo>
                  <a:lnTo>
                    <a:pt x="1919920" y="205100"/>
                  </a:lnTo>
                  <a:lnTo>
                    <a:pt x="1970604" y="231758"/>
                  </a:lnTo>
                  <a:lnTo>
                    <a:pt x="2021847" y="260345"/>
                  </a:lnTo>
                  <a:lnTo>
                    <a:pt x="2073741" y="290674"/>
                  </a:lnTo>
                  <a:lnTo>
                    <a:pt x="2126274" y="322478"/>
                  </a:lnTo>
                  <a:lnTo>
                    <a:pt x="2179346" y="355421"/>
                  </a:lnTo>
                  <a:lnTo>
                    <a:pt x="2232788" y="389108"/>
                  </a:lnTo>
                  <a:lnTo>
                    <a:pt x="2286387" y="423103"/>
                  </a:lnTo>
                  <a:lnTo>
                    <a:pt x="2339912" y="456952"/>
                  </a:lnTo>
                  <a:lnTo>
                    <a:pt x="2393140" y="490213"/>
                  </a:lnTo>
                  <a:lnTo>
                    <a:pt x="2445884" y="522471"/>
                  </a:lnTo>
                  <a:lnTo>
                    <a:pt x="2498015" y="553367"/>
                  </a:lnTo>
                  <a:lnTo>
                    <a:pt x="2549489" y="582609"/>
                  </a:lnTo>
                  <a:lnTo>
                    <a:pt x="2600357" y="609982"/>
                  </a:lnTo>
                  <a:lnTo>
                    <a:pt x="2650786" y="635348"/>
                  </a:lnTo>
                  <a:lnTo>
                    <a:pt x="2701071" y="658647"/>
                  </a:lnTo>
                  <a:lnTo>
                    <a:pt x="2751650" y="679889"/>
                  </a:lnTo>
                  <a:lnTo>
                    <a:pt x="2770117" y="687072"/>
                  </a:lnTo>
                  <a:lnTo>
                    <a:pt x="2819699" y="704800"/>
                  </a:lnTo>
                  <a:lnTo>
                    <a:pt x="2870991" y="720725"/>
                  </a:lnTo>
                  <a:lnTo>
                    <a:pt x="2924815" y="734942"/>
                  </a:lnTo>
                  <a:lnTo>
                    <a:pt x="2982085" y="747612"/>
                  </a:lnTo>
                  <a:lnTo>
                    <a:pt x="3043732" y="758911"/>
                  </a:lnTo>
                  <a:lnTo>
                    <a:pt x="3110620" y="769013"/>
                  </a:lnTo>
                  <a:lnTo>
                    <a:pt x="3183442" y="778065"/>
                  </a:lnTo>
                  <a:lnTo>
                    <a:pt x="3262578" y="786188"/>
                  </a:lnTo>
                  <a:lnTo>
                    <a:pt x="3347916" y="793468"/>
                  </a:lnTo>
                  <a:lnTo>
                    <a:pt x="3438633" y="799957"/>
                  </a:lnTo>
                  <a:lnTo>
                    <a:pt x="3532985" y="805675"/>
                  </a:lnTo>
                  <a:lnTo>
                    <a:pt x="3628184" y="810617"/>
                  </a:lnTo>
                  <a:lnTo>
                    <a:pt x="3720452" y="814765"/>
                  </a:lnTo>
                  <a:lnTo>
                    <a:pt x="3805378" y="818103"/>
                  </a:lnTo>
                  <a:lnTo>
                    <a:pt x="3878590" y="820643"/>
                  </a:lnTo>
                  <a:lnTo>
                    <a:pt x="3936628" y="822433"/>
                  </a:lnTo>
                  <a:lnTo>
                    <a:pt x="3977773" y="823567"/>
                  </a:lnTo>
                  <a:lnTo>
                    <a:pt x="4002553" y="824182"/>
                  </a:lnTo>
                  <a:lnTo>
                    <a:pt x="4013800" y="824433"/>
                  </a:lnTo>
                  <a:lnTo>
                    <a:pt x="4016380" y="824486"/>
                  </a:lnTo>
                  <a:lnTo>
                    <a:pt x="4016409" y="824486"/>
                  </a:lnTo>
                  <a:lnTo>
                    <a:pt x="4538543" y="824486"/>
                  </a:lnTo>
                  <a:lnTo>
                    <a:pt x="4539653" y="824576"/>
                  </a:lnTo>
                  <a:lnTo>
                    <a:pt x="4546936" y="825214"/>
                  </a:lnTo>
                  <a:lnTo>
                    <a:pt x="4565227" y="826980"/>
                  </a:lnTo>
                  <a:lnTo>
                    <a:pt x="4597748" y="830451"/>
                  </a:lnTo>
                  <a:lnTo>
                    <a:pt x="4645850" y="836153"/>
                  </a:lnTo>
                  <a:lnTo>
                    <a:pt x="4708913" y="844496"/>
                  </a:lnTo>
                  <a:lnTo>
                    <a:pt x="4784593" y="855739"/>
                  </a:lnTo>
                  <a:lnTo>
                    <a:pt x="4869375" y="869990"/>
                  </a:lnTo>
                  <a:lnTo>
                    <a:pt x="4959305" y="887239"/>
                  </a:lnTo>
                  <a:lnTo>
                    <a:pt x="5050643" y="907422"/>
                  </a:lnTo>
                  <a:lnTo>
                    <a:pt x="5140323" y="930482"/>
                  </a:lnTo>
                  <a:lnTo>
                    <a:pt x="5226151" y="956422"/>
                  </a:lnTo>
                  <a:lnTo>
                    <a:pt x="5306802" y="985337"/>
                  </a:lnTo>
                  <a:lnTo>
                    <a:pt x="5381694" y="1017438"/>
                  </a:lnTo>
                  <a:lnTo>
                    <a:pt x="5450808" y="1053051"/>
                  </a:lnTo>
                  <a:lnTo>
                    <a:pt x="5514520" y="1092618"/>
                  </a:lnTo>
                  <a:lnTo>
                    <a:pt x="5573455" y="1136679"/>
                  </a:lnTo>
                  <a:lnTo>
                    <a:pt x="5628378" y="1185847"/>
                  </a:lnTo>
                  <a:lnTo>
                    <a:pt x="5680109" y="1240761"/>
                  </a:lnTo>
                  <a:lnTo>
                    <a:pt x="5729455" y="1301997"/>
                  </a:lnTo>
                  <a:lnTo>
                    <a:pt x="5777152" y="1369928"/>
                  </a:lnTo>
                  <a:lnTo>
                    <a:pt x="5784835" y="1381674"/>
                  </a:lnTo>
                  <a:lnTo>
                    <a:pt x="5819673" y="1437667"/>
                  </a:lnTo>
                  <a:lnTo>
                    <a:pt x="5854193" y="1497489"/>
                  </a:lnTo>
                  <a:lnTo>
                    <a:pt x="5888580" y="1561218"/>
                  </a:lnTo>
                  <a:lnTo>
                    <a:pt x="5922981" y="1628879"/>
                  </a:lnTo>
                  <a:lnTo>
                    <a:pt x="5957513" y="1700438"/>
                  </a:lnTo>
                  <a:lnTo>
                    <a:pt x="5992258" y="1775797"/>
                  </a:lnTo>
                  <a:lnTo>
                    <a:pt x="6027274" y="1854789"/>
                  </a:lnTo>
                  <a:lnTo>
                    <a:pt x="6062591" y="1937177"/>
                  </a:lnTo>
                  <a:lnTo>
                    <a:pt x="6098219" y="2022654"/>
                  </a:lnTo>
                  <a:lnTo>
                    <a:pt x="6134141" y="2110846"/>
                  </a:lnTo>
                  <a:lnTo>
                    <a:pt x="6170328" y="2201315"/>
                  </a:lnTo>
                  <a:lnTo>
                    <a:pt x="6206729" y="2293567"/>
                  </a:lnTo>
                  <a:lnTo>
                    <a:pt x="6243286" y="2387067"/>
                  </a:lnTo>
                  <a:lnTo>
                    <a:pt x="6279928" y="2481246"/>
                  </a:lnTo>
                  <a:lnTo>
                    <a:pt x="6316582" y="2575517"/>
                  </a:lnTo>
                  <a:lnTo>
                    <a:pt x="6353173" y="2669293"/>
                  </a:lnTo>
                  <a:lnTo>
                    <a:pt x="6389630" y="2761997"/>
                  </a:lnTo>
                  <a:lnTo>
                    <a:pt x="6425889" y="2853080"/>
                  </a:lnTo>
                  <a:lnTo>
                    <a:pt x="6461899" y="2942037"/>
                  </a:lnTo>
                  <a:lnTo>
                    <a:pt x="6497622" y="3028410"/>
                  </a:lnTo>
                  <a:lnTo>
                    <a:pt x="6533037" y="3111804"/>
                  </a:lnTo>
                  <a:lnTo>
                    <a:pt x="6568145" y="3191890"/>
                  </a:lnTo>
                  <a:lnTo>
                    <a:pt x="6602970" y="3268410"/>
                  </a:lnTo>
                  <a:lnTo>
                    <a:pt x="6637561" y="3341176"/>
                  </a:lnTo>
                  <a:lnTo>
                    <a:pt x="6671992" y="3410067"/>
                  </a:lnTo>
                  <a:lnTo>
                    <a:pt x="6706370" y="3475030"/>
                  </a:lnTo>
                  <a:lnTo>
                    <a:pt x="6740830" y="3536072"/>
                  </a:lnTo>
                  <a:lnTo>
                    <a:pt x="6775546" y="3593256"/>
                  </a:lnTo>
                  <a:lnTo>
                    <a:pt x="6786527" y="3610424"/>
                  </a:lnTo>
                  <a:lnTo>
                    <a:pt x="6834015" y="3679461"/>
                  </a:lnTo>
                  <a:lnTo>
                    <a:pt x="6883045" y="3741773"/>
                  </a:lnTo>
                  <a:lnTo>
                    <a:pt x="6934332" y="3797684"/>
                  </a:lnTo>
                  <a:lnTo>
                    <a:pt x="6988676" y="3847748"/>
                  </a:lnTo>
                  <a:lnTo>
                    <a:pt x="7046901" y="3892601"/>
                  </a:lnTo>
                  <a:lnTo>
                    <a:pt x="7109785" y="3932863"/>
                  </a:lnTo>
                  <a:lnTo>
                    <a:pt x="7177982" y="3969090"/>
                  </a:lnTo>
                  <a:lnTo>
                    <a:pt x="7251918" y="4001739"/>
                  </a:lnTo>
                  <a:lnTo>
                    <a:pt x="7331651" y="4031158"/>
                  </a:lnTo>
                  <a:lnTo>
                    <a:pt x="7416701" y="4057574"/>
                  </a:lnTo>
                  <a:lnTo>
                    <a:pt x="7505878" y="4081103"/>
                  </a:lnTo>
                  <a:lnTo>
                    <a:pt x="7597133" y="4101759"/>
                  </a:lnTo>
                  <a:lnTo>
                    <a:pt x="7687534" y="4119493"/>
                  </a:lnTo>
                  <a:lnTo>
                    <a:pt x="7773430" y="4134236"/>
                  </a:lnTo>
                  <a:lnTo>
                    <a:pt x="7850858" y="4145967"/>
                  </a:lnTo>
                  <a:lnTo>
                    <a:pt x="7916184" y="4154771"/>
                  </a:lnTo>
                  <a:lnTo>
                    <a:pt x="7966824" y="4160880"/>
                  </a:lnTo>
                  <a:lnTo>
                    <a:pt x="8001852" y="4164683"/>
                  </a:lnTo>
                  <a:lnTo>
                    <a:pt x="8022295" y="4166688"/>
                  </a:lnTo>
                  <a:lnTo>
                    <a:pt x="8031086" y="4167470"/>
                  </a:lnTo>
                  <a:lnTo>
                    <a:pt x="8032814" y="4167611"/>
                  </a:lnTo>
                  <a:lnTo>
                    <a:pt x="8032819" y="4167612"/>
                  </a:lnTo>
                  <a:lnTo>
                    <a:pt x="8554953" y="4167612"/>
                  </a:lnTo>
                  <a:lnTo>
                    <a:pt x="8554953" y="4167612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06" name="pl106"/>
            <p:cNvSpPr/>
            <p:nvPr/>
          </p:nvSpPr>
          <p:spPr>
            <a:xfrm>
              <a:off x="386606" y="1196839"/>
              <a:ext cx="8554953" cy="4167612"/>
            </a:xfrm>
            <a:custGeom>
              <a:avLst/>
              <a:pathLst>
                <a:path w="8554953" h="4167612">
                  <a:moveTo>
                    <a:pt x="8554953" y="4167612"/>
                  </a:moveTo>
                  <a:lnTo>
                    <a:pt x="8032819" y="4167612"/>
                  </a:lnTo>
                  <a:lnTo>
                    <a:pt x="8031709" y="4167522"/>
                  </a:lnTo>
                  <a:lnTo>
                    <a:pt x="8024426" y="4166884"/>
                  </a:lnTo>
                  <a:lnTo>
                    <a:pt x="8006135" y="4165119"/>
                  </a:lnTo>
                  <a:lnTo>
                    <a:pt x="7973614" y="4161647"/>
                  </a:lnTo>
                  <a:lnTo>
                    <a:pt x="7925512" y="4155945"/>
                  </a:lnTo>
                  <a:lnTo>
                    <a:pt x="7862448" y="4147602"/>
                  </a:lnTo>
                  <a:lnTo>
                    <a:pt x="7786769" y="4136359"/>
                  </a:lnTo>
                  <a:lnTo>
                    <a:pt x="7701987" y="4122109"/>
                  </a:lnTo>
                  <a:lnTo>
                    <a:pt x="7612057" y="4104859"/>
                  </a:lnTo>
                  <a:lnTo>
                    <a:pt x="7520719" y="4084676"/>
                  </a:lnTo>
                  <a:lnTo>
                    <a:pt x="7431039" y="4061616"/>
                  </a:lnTo>
                  <a:lnTo>
                    <a:pt x="7345211" y="4035677"/>
                  </a:lnTo>
                  <a:lnTo>
                    <a:pt x="7264560" y="4006761"/>
                  </a:lnTo>
                  <a:lnTo>
                    <a:pt x="7189668" y="3974661"/>
                  </a:lnTo>
                  <a:lnTo>
                    <a:pt x="7120554" y="3939047"/>
                  </a:lnTo>
                  <a:lnTo>
                    <a:pt x="7056842" y="3899480"/>
                  </a:lnTo>
                  <a:lnTo>
                    <a:pt x="6997907" y="3855419"/>
                  </a:lnTo>
                  <a:lnTo>
                    <a:pt x="6942984" y="3806251"/>
                  </a:lnTo>
                  <a:lnTo>
                    <a:pt x="6891253" y="3751337"/>
                  </a:lnTo>
                  <a:lnTo>
                    <a:pt x="6841907" y="3690102"/>
                  </a:lnTo>
                  <a:lnTo>
                    <a:pt x="6794210" y="3622170"/>
                  </a:lnTo>
                  <a:lnTo>
                    <a:pt x="6786527" y="3610424"/>
                  </a:lnTo>
                  <a:lnTo>
                    <a:pt x="6751689" y="3554431"/>
                  </a:lnTo>
                  <a:lnTo>
                    <a:pt x="6717169" y="3494609"/>
                  </a:lnTo>
                  <a:lnTo>
                    <a:pt x="6682782" y="3430880"/>
                  </a:lnTo>
                  <a:lnTo>
                    <a:pt x="6648380" y="3363219"/>
                  </a:lnTo>
                  <a:lnTo>
                    <a:pt x="6613849" y="3291660"/>
                  </a:lnTo>
                  <a:lnTo>
                    <a:pt x="6579104" y="3216301"/>
                  </a:lnTo>
                  <a:lnTo>
                    <a:pt x="6544088" y="3137310"/>
                  </a:lnTo>
                  <a:lnTo>
                    <a:pt x="6508770" y="3054922"/>
                  </a:lnTo>
                  <a:lnTo>
                    <a:pt x="6473143" y="2969444"/>
                  </a:lnTo>
                  <a:lnTo>
                    <a:pt x="6437221" y="2881252"/>
                  </a:lnTo>
                  <a:lnTo>
                    <a:pt x="6401034" y="2790784"/>
                  </a:lnTo>
                  <a:lnTo>
                    <a:pt x="6364633" y="2698531"/>
                  </a:lnTo>
                  <a:lnTo>
                    <a:pt x="6328076" y="2605031"/>
                  </a:lnTo>
                  <a:lnTo>
                    <a:pt x="6291434" y="2510852"/>
                  </a:lnTo>
                  <a:lnTo>
                    <a:pt x="6254780" y="2416581"/>
                  </a:lnTo>
                  <a:lnTo>
                    <a:pt x="6218189" y="2322805"/>
                  </a:lnTo>
                  <a:lnTo>
                    <a:pt x="6181732" y="2230102"/>
                  </a:lnTo>
                  <a:lnTo>
                    <a:pt x="6145472" y="2139018"/>
                  </a:lnTo>
                  <a:lnTo>
                    <a:pt x="6109463" y="2050062"/>
                  </a:lnTo>
                  <a:lnTo>
                    <a:pt x="6073740" y="1963689"/>
                  </a:lnTo>
                  <a:lnTo>
                    <a:pt x="6038325" y="1880294"/>
                  </a:lnTo>
                  <a:lnTo>
                    <a:pt x="6003217" y="1800208"/>
                  </a:lnTo>
                  <a:lnTo>
                    <a:pt x="5968392" y="1723688"/>
                  </a:lnTo>
                  <a:lnTo>
                    <a:pt x="5933801" y="1650923"/>
                  </a:lnTo>
                  <a:lnTo>
                    <a:pt x="5899370" y="1582032"/>
                  </a:lnTo>
                  <a:lnTo>
                    <a:pt x="5864992" y="1517069"/>
                  </a:lnTo>
                  <a:lnTo>
                    <a:pt x="5830532" y="1456026"/>
                  </a:lnTo>
                  <a:lnTo>
                    <a:pt x="5795816" y="1398843"/>
                  </a:lnTo>
                  <a:lnTo>
                    <a:pt x="5784835" y="1381674"/>
                  </a:lnTo>
                  <a:lnTo>
                    <a:pt x="5737347" y="1312638"/>
                  </a:lnTo>
                  <a:lnTo>
                    <a:pt x="5688317" y="1250325"/>
                  </a:lnTo>
                  <a:lnTo>
                    <a:pt x="5637030" y="1194414"/>
                  </a:lnTo>
                  <a:lnTo>
                    <a:pt x="5582686" y="1144350"/>
                  </a:lnTo>
                  <a:lnTo>
                    <a:pt x="5524461" y="1099497"/>
                  </a:lnTo>
                  <a:lnTo>
                    <a:pt x="5461577" y="1059235"/>
                  </a:lnTo>
                  <a:lnTo>
                    <a:pt x="5393380" y="1023008"/>
                  </a:lnTo>
                  <a:lnTo>
                    <a:pt x="5319444" y="990359"/>
                  </a:lnTo>
                  <a:lnTo>
                    <a:pt x="5239711" y="960940"/>
                  </a:lnTo>
                  <a:lnTo>
                    <a:pt x="5154661" y="934524"/>
                  </a:lnTo>
                  <a:lnTo>
                    <a:pt x="5065484" y="910996"/>
                  </a:lnTo>
                  <a:lnTo>
                    <a:pt x="4974229" y="890339"/>
                  </a:lnTo>
                  <a:lnTo>
                    <a:pt x="4883828" y="872606"/>
                  </a:lnTo>
                  <a:lnTo>
                    <a:pt x="4797932" y="857862"/>
                  </a:lnTo>
                  <a:lnTo>
                    <a:pt x="4720504" y="846131"/>
                  </a:lnTo>
                  <a:lnTo>
                    <a:pt x="4655178" y="837327"/>
                  </a:lnTo>
                  <a:lnTo>
                    <a:pt x="4604538" y="831218"/>
                  </a:lnTo>
                  <a:lnTo>
                    <a:pt x="4569510" y="827416"/>
                  </a:lnTo>
                  <a:lnTo>
                    <a:pt x="4549067" y="825410"/>
                  </a:lnTo>
                  <a:lnTo>
                    <a:pt x="4540276" y="824628"/>
                  </a:lnTo>
                  <a:lnTo>
                    <a:pt x="4538548" y="824487"/>
                  </a:lnTo>
                  <a:lnTo>
                    <a:pt x="4538543" y="824486"/>
                  </a:lnTo>
                  <a:lnTo>
                    <a:pt x="4016409" y="824486"/>
                  </a:lnTo>
                  <a:lnTo>
                    <a:pt x="4015151" y="824461"/>
                  </a:lnTo>
                  <a:lnTo>
                    <a:pt x="4006921" y="824282"/>
                  </a:lnTo>
                  <a:lnTo>
                    <a:pt x="3986341" y="823787"/>
                  </a:lnTo>
                  <a:lnTo>
                    <a:pt x="3949970" y="822814"/>
                  </a:lnTo>
                  <a:lnTo>
                    <a:pt x="3896616" y="821220"/>
                  </a:lnTo>
                  <a:lnTo>
                    <a:pt x="3827397" y="818899"/>
                  </a:lnTo>
                  <a:lnTo>
                    <a:pt x="3745356" y="815789"/>
                  </a:lnTo>
                  <a:lnTo>
                    <a:pt x="3654699" y="811869"/>
                  </a:lnTo>
                  <a:lnTo>
                    <a:pt x="3559909" y="807149"/>
                  </a:lnTo>
                  <a:lnTo>
                    <a:pt x="3464989" y="801648"/>
                  </a:lnTo>
                  <a:lnTo>
                    <a:pt x="3373025" y="795377"/>
                  </a:lnTo>
                  <a:lnTo>
                    <a:pt x="3286050" y="788324"/>
                  </a:lnTo>
                  <a:lnTo>
                    <a:pt x="3205126" y="780446"/>
                  </a:lnTo>
                  <a:lnTo>
                    <a:pt x="3130544" y="771667"/>
                  </a:lnTo>
                  <a:lnTo>
                    <a:pt x="3062041" y="761876"/>
                  </a:lnTo>
                  <a:lnTo>
                    <a:pt x="2998997" y="750931"/>
                  </a:lnTo>
                  <a:lnTo>
                    <a:pt x="2940585" y="738666"/>
                  </a:lnTo>
                  <a:lnTo>
                    <a:pt x="2885884" y="724903"/>
                  </a:lnTo>
                  <a:lnTo>
                    <a:pt x="2833966" y="709474"/>
                  </a:lnTo>
                  <a:lnTo>
                    <a:pt x="2783976" y="692258"/>
                  </a:lnTo>
                  <a:lnTo>
                    <a:pt x="2770117" y="687072"/>
                  </a:lnTo>
                  <a:lnTo>
                    <a:pt x="2719290" y="666560"/>
                  </a:lnTo>
                  <a:lnTo>
                    <a:pt x="2668958" y="644009"/>
                  </a:lnTo>
                  <a:lnTo>
                    <a:pt x="2618622" y="619386"/>
                  </a:lnTo>
                  <a:lnTo>
                    <a:pt x="2567938" y="592728"/>
                  </a:lnTo>
                  <a:lnTo>
                    <a:pt x="2516695" y="564141"/>
                  </a:lnTo>
                  <a:lnTo>
                    <a:pt x="2464801" y="533812"/>
                  </a:lnTo>
                  <a:lnTo>
                    <a:pt x="2412268" y="502008"/>
                  </a:lnTo>
                  <a:lnTo>
                    <a:pt x="2359196" y="469065"/>
                  </a:lnTo>
                  <a:lnTo>
                    <a:pt x="2305754" y="435378"/>
                  </a:lnTo>
                  <a:lnTo>
                    <a:pt x="2252155" y="401383"/>
                  </a:lnTo>
                  <a:lnTo>
                    <a:pt x="2198630" y="367534"/>
                  </a:lnTo>
                  <a:lnTo>
                    <a:pt x="2145402" y="334273"/>
                  </a:lnTo>
                  <a:lnTo>
                    <a:pt x="2092659" y="302015"/>
                  </a:lnTo>
                  <a:lnTo>
                    <a:pt x="2040527" y="271119"/>
                  </a:lnTo>
                  <a:lnTo>
                    <a:pt x="1989054" y="241876"/>
                  </a:lnTo>
                  <a:lnTo>
                    <a:pt x="1938185" y="214504"/>
                  </a:lnTo>
                  <a:lnTo>
                    <a:pt x="1887756" y="189138"/>
                  </a:lnTo>
                  <a:lnTo>
                    <a:pt x="1837472" y="165839"/>
                  </a:lnTo>
                  <a:lnTo>
                    <a:pt x="1786892" y="144597"/>
                  </a:lnTo>
                  <a:lnTo>
                    <a:pt x="1768425" y="137414"/>
                  </a:lnTo>
                  <a:lnTo>
                    <a:pt x="1718843" y="119686"/>
                  </a:lnTo>
                  <a:lnTo>
                    <a:pt x="1667551" y="103761"/>
                  </a:lnTo>
                  <a:lnTo>
                    <a:pt x="1613727" y="89544"/>
                  </a:lnTo>
                  <a:lnTo>
                    <a:pt x="1556457" y="76874"/>
                  </a:lnTo>
                  <a:lnTo>
                    <a:pt x="1494810" y="65575"/>
                  </a:lnTo>
                  <a:lnTo>
                    <a:pt x="1427922" y="55473"/>
                  </a:lnTo>
                  <a:lnTo>
                    <a:pt x="1355100" y="46421"/>
                  </a:lnTo>
                  <a:lnTo>
                    <a:pt x="1275964" y="38298"/>
                  </a:lnTo>
                  <a:lnTo>
                    <a:pt x="1190626" y="31018"/>
                  </a:lnTo>
                  <a:lnTo>
                    <a:pt x="1099910" y="24529"/>
                  </a:lnTo>
                  <a:lnTo>
                    <a:pt x="1005557" y="18811"/>
                  </a:lnTo>
                  <a:lnTo>
                    <a:pt x="910358" y="13869"/>
                  </a:lnTo>
                  <a:lnTo>
                    <a:pt x="818091" y="9721"/>
                  </a:lnTo>
                  <a:lnTo>
                    <a:pt x="733164" y="6383"/>
                  </a:lnTo>
                  <a:lnTo>
                    <a:pt x="659952" y="3843"/>
                  </a:lnTo>
                  <a:lnTo>
                    <a:pt x="601914" y="2053"/>
                  </a:lnTo>
                  <a:lnTo>
                    <a:pt x="560769" y="919"/>
                  </a:lnTo>
                  <a:lnTo>
                    <a:pt x="535989" y="304"/>
                  </a:lnTo>
                  <a:lnTo>
                    <a:pt x="524742" y="53"/>
                  </a:lnTo>
                  <a:lnTo>
                    <a:pt x="522162" y="0"/>
                  </a:lnTo>
                  <a:lnTo>
                    <a:pt x="522133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07" name="pg107"/>
            <p:cNvSpPr/>
            <p:nvPr/>
          </p:nvSpPr>
          <p:spPr>
            <a:xfrm>
              <a:off x="386606" y="1202486"/>
              <a:ext cx="8554953" cy="4721035"/>
            </a:xfrm>
            <a:custGeom>
              <a:avLst/>
              <a:pathLst>
                <a:path w="8554953" h="4721035">
                  <a:moveTo>
                    <a:pt x="0" y="16941"/>
                  </a:moveTo>
                  <a:lnTo>
                    <a:pt x="522133" y="16941"/>
                  </a:lnTo>
                  <a:lnTo>
                    <a:pt x="523391" y="16967"/>
                  </a:lnTo>
                  <a:lnTo>
                    <a:pt x="531617" y="17151"/>
                  </a:lnTo>
                  <a:lnTo>
                    <a:pt x="552187" y="17659"/>
                  </a:lnTo>
                  <a:lnTo>
                    <a:pt x="588542" y="18659"/>
                  </a:lnTo>
                  <a:lnTo>
                    <a:pt x="641875" y="20295"/>
                  </a:lnTo>
                  <a:lnTo>
                    <a:pt x="711069" y="22678"/>
                  </a:lnTo>
                  <a:lnTo>
                    <a:pt x="793085" y="25873"/>
                  </a:lnTo>
                  <a:lnTo>
                    <a:pt x="883718" y="29898"/>
                  </a:lnTo>
                  <a:lnTo>
                    <a:pt x="978490" y="34746"/>
                  </a:lnTo>
                  <a:lnTo>
                    <a:pt x="1073397" y="40395"/>
                  </a:lnTo>
                  <a:lnTo>
                    <a:pt x="1165352" y="46835"/>
                  </a:lnTo>
                  <a:lnTo>
                    <a:pt x="1252324" y="54079"/>
                  </a:lnTo>
                  <a:lnTo>
                    <a:pt x="1333248" y="62169"/>
                  </a:lnTo>
                  <a:lnTo>
                    <a:pt x="1407832" y="71185"/>
                  </a:lnTo>
                  <a:lnTo>
                    <a:pt x="1476337" y="81240"/>
                  </a:lnTo>
                  <a:lnTo>
                    <a:pt x="1539384" y="92480"/>
                  </a:lnTo>
                  <a:lnTo>
                    <a:pt x="1597797" y="105075"/>
                  </a:lnTo>
                  <a:lnTo>
                    <a:pt x="1652499" y="119208"/>
                  </a:lnTo>
                  <a:lnTo>
                    <a:pt x="1704415" y="135052"/>
                  </a:lnTo>
                  <a:lnTo>
                    <a:pt x="1754402" y="152730"/>
                  </a:lnTo>
                  <a:lnTo>
                    <a:pt x="1768425" y="158120"/>
                  </a:lnTo>
                  <a:lnTo>
                    <a:pt x="1819091" y="179124"/>
                  </a:lnTo>
                  <a:lnTo>
                    <a:pt x="1869264" y="202209"/>
                  </a:lnTo>
                  <a:lnTo>
                    <a:pt x="1919437" y="227408"/>
                  </a:lnTo>
                  <a:lnTo>
                    <a:pt x="1969954" y="254687"/>
                  </a:lnTo>
                  <a:lnTo>
                    <a:pt x="2021025" y="283937"/>
                  </a:lnTo>
                  <a:lnTo>
                    <a:pt x="2072742" y="314968"/>
                  </a:lnTo>
                  <a:lnTo>
                    <a:pt x="2125095" y="347511"/>
                  </a:lnTo>
                  <a:lnTo>
                    <a:pt x="2177987" y="381226"/>
                  </a:lnTo>
                  <a:lnTo>
                    <a:pt x="2231251" y="415711"/>
                  </a:lnTo>
                  <a:lnTo>
                    <a:pt x="2284678" y="450522"/>
                  </a:lnTo>
                  <a:lnTo>
                    <a:pt x="2338039" y="485201"/>
                  </a:lnTo>
                  <a:lnTo>
                    <a:pt x="2391112" y="519294"/>
                  </a:lnTo>
                  <a:lnTo>
                    <a:pt x="2443709" y="552379"/>
                  </a:lnTo>
                  <a:lnTo>
                    <a:pt x="2495702" y="584087"/>
                  </a:lnTo>
                  <a:lnTo>
                    <a:pt x="2547042" y="614119"/>
                  </a:lnTo>
                  <a:lnTo>
                    <a:pt x="2597775" y="642250"/>
                  </a:lnTo>
                  <a:lnTo>
                    <a:pt x="2648060" y="668338"/>
                  </a:lnTo>
                  <a:lnTo>
                    <a:pt x="2698182" y="692318"/>
                  </a:lnTo>
                  <a:lnTo>
                    <a:pt x="2748568" y="714195"/>
                  </a:lnTo>
                  <a:lnTo>
                    <a:pt x="2770117" y="722837"/>
                  </a:lnTo>
                  <a:lnTo>
                    <a:pt x="2819691" y="741048"/>
                  </a:lnTo>
                  <a:lnTo>
                    <a:pt x="2870974" y="757407"/>
                  </a:lnTo>
                  <a:lnTo>
                    <a:pt x="2924787" y="772012"/>
                  </a:lnTo>
                  <a:lnTo>
                    <a:pt x="2982045" y="785028"/>
                  </a:lnTo>
                  <a:lnTo>
                    <a:pt x="3043679" y="796636"/>
                  </a:lnTo>
                  <a:lnTo>
                    <a:pt x="3110551" y="807013"/>
                  </a:lnTo>
                  <a:lnTo>
                    <a:pt x="3183353" y="816313"/>
                  </a:lnTo>
                  <a:lnTo>
                    <a:pt x="3262468" y="824658"/>
                  </a:lnTo>
                  <a:lnTo>
                    <a:pt x="3347783" y="832137"/>
                  </a:lnTo>
                  <a:lnTo>
                    <a:pt x="3438478" y="838805"/>
                  </a:lnTo>
                  <a:lnTo>
                    <a:pt x="3532811" y="844680"/>
                  </a:lnTo>
                  <a:lnTo>
                    <a:pt x="3627995" y="849758"/>
                  </a:lnTo>
                  <a:lnTo>
                    <a:pt x="3720258" y="854020"/>
                  </a:lnTo>
                  <a:lnTo>
                    <a:pt x="3805192" y="857452"/>
                  </a:lnTo>
                  <a:lnTo>
                    <a:pt x="3878425" y="860062"/>
                  </a:lnTo>
                  <a:lnTo>
                    <a:pt x="3936496" y="861903"/>
                  </a:lnTo>
                  <a:lnTo>
                    <a:pt x="3977681" y="863070"/>
                  </a:lnTo>
                  <a:lnTo>
                    <a:pt x="4002501" y="863702"/>
                  </a:lnTo>
                  <a:lnTo>
                    <a:pt x="4013781" y="863962"/>
                  </a:lnTo>
                  <a:lnTo>
                    <a:pt x="4016409" y="864017"/>
                  </a:lnTo>
                  <a:lnTo>
                    <a:pt x="4538543" y="864017"/>
                  </a:lnTo>
                  <a:lnTo>
                    <a:pt x="4539476" y="864103"/>
                  </a:lnTo>
                  <a:lnTo>
                    <a:pt x="4545622" y="864719"/>
                  </a:lnTo>
                  <a:lnTo>
                    <a:pt x="4561138" y="866421"/>
                  </a:lnTo>
                  <a:lnTo>
                    <a:pt x="4588937" y="869773"/>
                  </a:lnTo>
                  <a:lnTo>
                    <a:pt x="4630481" y="875298"/>
                  </a:lnTo>
                  <a:lnTo>
                    <a:pt x="4685667" y="883427"/>
                  </a:lnTo>
                  <a:lnTo>
                    <a:pt x="4752939" y="894459"/>
                  </a:lnTo>
                  <a:lnTo>
                    <a:pt x="4829644" y="908548"/>
                  </a:lnTo>
                  <a:lnTo>
                    <a:pt x="4912543" y="925728"/>
                  </a:lnTo>
                  <a:lnTo>
                    <a:pt x="4998348" y="945953"/>
                  </a:lnTo>
                  <a:lnTo>
                    <a:pt x="5084145" y="969157"/>
                  </a:lnTo>
                  <a:lnTo>
                    <a:pt x="5167647" y="995302"/>
                  </a:lnTo>
                  <a:lnTo>
                    <a:pt x="5247271" y="1024417"/>
                  </a:lnTo>
                  <a:lnTo>
                    <a:pt x="5322100" y="1056626"/>
                  </a:lnTo>
                  <a:lnTo>
                    <a:pt x="5391768" y="1092156"/>
                  </a:lnTo>
                  <a:lnTo>
                    <a:pt x="5456327" y="1131344"/>
                  </a:lnTo>
                  <a:lnTo>
                    <a:pt x="5516122" y="1174628"/>
                  </a:lnTo>
                  <a:lnTo>
                    <a:pt x="5571689" y="1222534"/>
                  </a:lnTo>
                  <a:lnTo>
                    <a:pt x="5623667" y="1275657"/>
                  </a:lnTo>
                  <a:lnTo>
                    <a:pt x="5672742" y="1334613"/>
                  </a:lnTo>
                  <a:lnTo>
                    <a:pt x="5719598" y="1399977"/>
                  </a:lnTo>
                  <a:lnTo>
                    <a:pt x="5764864" y="1472158"/>
                  </a:lnTo>
                  <a:lnTo>
                    <a:pt x="5784835" y="1506853"/>
                  </a:lnTo>
                  <a:lnTo>
                    <a:pt x="5817628" y="1567520"/>
                  </a:lnTo>
                  <a:lnTo>
                    <a:pt x="5850129" y="1632093"/>
                  </a:lnTo>
                  <a:lnTo>
                    <a:pt x="5882495" y="1700650"/>
                  </a:lnTo>
                  <a:lnTo>
                    <a:pt x="5914854" y="1773225"/>
                  </a:lnTo>
                  <a:lnTo>
                    <a:pt x="5947306" y="1849796"/>
                  </a:lnTo>
                  <a:lnTo>
                    <a:pt x="5979928" y="1930286"/>
                  </a:lnTo>
                  <a:lnTo>
                    <a:pt x="6012775" y="2014557"/>
                  </a:lnTo>
                  <a:lnTo>
                    <a:pt x="6045881" y="2102407"/>
                  </a:lnTo>
                  <a:lnTo>
                    <a:pt x="6079260" y="2193571"/>
                  </a:lnTo>
                  <a:lnTo>
                    <a:pt x="6112910" y="2287720"/>
                  </a:lnTo>
                  <a:lnTo>
                    <a:pt x="6146812" y="2384467"/>
                  </a:lnTo>
                  <a:lnTo>
                    <a:pt x="6180934" y="2483369"/>
                  </a:lnTo>
                  <a:lnTo>
                    <a:pt x="6215232" y="2583938"/>
                  </a:lnTo>
                  <a:lnTo>
                    <a:pt x="6249653" y="2685649"/>
                  </a:lnTo>
                  <a:lnTo>
                    <a:pt x="6284140" y="2787950"/>
                  </a:lnTo>
                  <a:lnTo>
                    <a:pt x="6318629" y="2890277"/>
                  </a:lnTo>
                  <a:lnTo>
                    <a:pt x="6353058" y="2992063"/>
                  </a:lnTo>
                  <a:lnTo>
                    <a:pt x="6387370" y="3092756"/>
                  </a:lnTo>
                  <a:lnTo>
                    <a:pt x="6421509" y="3191828"/>
                  </a:lnTo>
                  <a:lnTo>
                    <a:pt x="6455432" y="3288786"/>
                  </a:lnTo>
                  <a:lnTo>
                    <a:pt x="6489106" y="3383184"/>
                  </a:lnTo>
                  <a:lnTo>
                    <a:pt x="6522510" y="3474628"/>
                  </a:lnTo>
                  <a:lnTo>
                    <a:pt x="6555640" y="3562786"/>
                  </a:lnTo>
                  <a:lnTo>
                    <a:pt x="6588509" y="3647386"/>
                  </a:lnTo>
                  <a:lnTo>
                    <a:pt x="6621149" y="3728221"/>
                  </a:lnTo>
                  <a:lnTo>
                    <a:pt x="6653613" y="3805146"/>
                  </a:lnTo>
                  <a:lnTo>
                    <a:pt x="6685977" y="3878079"/>
                  </a:lnTo>
                  <a:lnTo>
                    <a:pt x="6718337" y="3946995"/>
                  </a:lnTo>
                  <a:lnTo>
                    <a:pt x="6750820" y="4011922"/>
                  </a:lnTo>
                  <a:lnTo>
                    <a:pt x="6783580" y="4072933"/>
                  </a:lnTo>
                  <a:lnTo>
                    <a:pt x="6786527" y="4078198"/>
                  </a:lnTo>
                  <a:lnTo>
                    <a:pt x="6831259" y="4153495"/>
                  </a:lnTo>
                  <a:lnTo>
                    <a:pt x="6877328" y="4221887"/>
                  </a:lnTo>
                  <a:lnTo>
                    <a:pt x="6925323" y="4283658"/>
                  </a:lnTo>
                  <a:lnTo>
                    <a:pt x="6975911" y="4339327"/>
                  </a:lnTo>
                  <a:lnTo>
                    <a:pt x="7029782" y="4389501"/>
                  </a:lnTo>
                  <a:lnTo>
                    <a:pt x="7087603" y="4434792"/>
                  </a:lnTo>
                  <a:lnTo>
                    <a:pt x="7149965" y="4475761"/>
                  </a:lnTo>
                  <a:lnTo>
                    <a:pt x="7217310" y="4512887"/>
                  </a:lnTo>
                  <a:lnTo>
                    <a:pt x="7289837" y="4546554"/>
                  </a:lnTo>
                  <a:lnTo>
                    <a:pt x="7367383" y="4577038"/>
                  </a:lnTo>
                  <a:lnTo>
                    <a:pt x="7449297" y="4604509"/>
                  </a:lnTo>
                  <a:lnTo>
                    <a:pt x="7534303" y="4629036"/>
                  </a:lnTo>
                  <a:lnTo>
                    <a:pt x="7620432" y="4650607"/>
                  </a:lnTo>
                  <a:lnTo>
                    <a:pt x="7705029" y="4669164"/>
                  </a:lnTo>
                  <a:lnTo>
                    <a:pt x="7784933" y="4684643"/>
                  </a:lnTo>
                  <a:lnTo>
                    <a:pt x="7856820" y="4697038"/>
                  </a:lnTo>
                  <a:lnTo>
                    <a:pt x="7917707" y="4706443"/>
                  </a:lnTo>
                  <a:lnTo>
                    <a:pt x="7965486" y="4713092"/>
                  </a:lnTo>
                  <a:lnTo>
                    <a:pt x="7999374" y="4717360"/>
                  </a:lnTo>
                  <a:lnTo>
                    <a:pt x="8020132" y="4719736"/>
                  </a:lnTo>
                  <a:lnTo>
                    <a:pt x="8030044" y="4720770"/>
                  </a:lnTo>
                  <a:lnTo>
                    <a:pt x="8032819" y="4721035"/>
                  </a:lnTo>
                  <a:lnTo>
                    <a:pt x="8554953" y="4721035"/>
                  </a:lnTo>
                  <a:lnTo>
                    <a:pt x="8554953" y="4704093"/>
                  </a:lnTo>
                  <a:lnTo>
                    <a:pt x="8032819" y="4704093"/>
                  </a:lnTo>
                  <a:lnTo>
                    <a:pt x="8031886" y="4704007"/>
                  </a:lnTo>
                  <a:lnTo>
                    <a:pt x="8025740" y="4703391"/>
                  </a:lnTo>
                  <a:lnTo>
                    <a:pt x="8010224" y="4701688"/>
                  </a:lnTo>
                  <a:lnTo>
                    <a:pt x="7982425" y="4698336"/>
                  </a:lnTo>
                  <a:lnTo>
                    <a:pt x="7940881" y="4692811"/>
                  </a:lnTo>
                  <a:lnTo>
                    <a:pt x="7885695" y="4684682"/>
                  </a:lnTo>
                  <a:lnTo>
                    <a:pt x="7818423" y="4673651"/>
                  </a:lnTo>
                  <a:lnTo>
                    <a:pt x="7741718" y="4659562"/>
                  </a:lnTo>
                  <a:lnTo>
                    <a:pt x="7658819" y="4642382"/>
                  </a:lnTo>
                  <a:lnTo>
                    <a:pt x="7573014" y="4622157"/>
                  </a:lnTo>
                  <a:lnTo>
                    <a:pt x="7487217" y="4598953"/>
                  </a:lnTo>
                  <a:lnTo>
                    <a:pt x="7403715" y="4572808"/>
                  </a:lnTo>
                  <a:lnTo>
                    <a:pt x="7324091" y="4543693"/>
                  </a:lnTo>
                  <a:lnTo>
                    <a:pt x="7249262" y="4511484"/>
                  </a:lnTo>
                  <a:lnTo>
                    <a:pt x="7179594" y="4475953"/>
                  </a:lnTo>
                  <a:lnTo>
                    <a:pt x="7115035" y="4436765"/>
                  </a:lnTo>
                  <a:lnTo>
                    <a:pt x="7055240" y="4393482"/>
                  </a:lnTo>
                  <a:lnTo>
                    <a:pt x="6999673" y="4345576"/>
                  </a:lnTo>
                  <a:lnTo>
                    <a:pt x="6947695" y="4292453"/>
                  </a:lnTo>
                  <a:lnTo>
                    <a:pt x="6898620" y="4233496"/>
                  </a:lnTo>
                  <a:lnTo>
                    <a:pt x="6851764" y="4168133"/>
                  </a:lnTo>
                  <a:lnTo>
                    <a:pt x="6806497" y="4095952"/>
                  </a:lnTo>
                  <a:lnTo>
                    <a:pt x="6786527" y="4061257"/>
                  </a:lnTo>
                  <a:lnTo>
                    <a:pt x="6753734" y="4000590"/>
                  </a:lnTo>
                  <a:lnTo>
                    <a:pt x="6721233" y="3936017"/>
                  </a:lnTo>
                  <a:lnTo>
                    <a:pt x="6688867" y="3867459"/>
                  </a:lnTo>
                  <a:lnTo>
                    <a:pt x="6656508" y="3794885"/>
                  </a:lnTo>
                  <a:lnTo>
                    <a:pt x="6624056" y="3718314"/>
                  </a:lnTo>
                  <a:lnTo>
                    <a:pt x="6591434" y="3637823"/>
                  </a:lnTo>
                  <a:lnTo>
                    <a:pt x="6558587" y="3553552"/>
                  </a:lnTo>
                  <a:lnTo>
                    <a:pt x="6525481" y="3465702"/>
                  </a:lnTo>
                  <a:lnTo>
                    <a:pt x="6492102" y="3374539"/>
                  </a:lnTo>
                  <a:lnTo>
                    <a:pt x="6458452" y="3280390"/>
                  </a:lnTo>
                  <a:lnTo>
                    <a:pt x="6424550" y="3183643"/>
                  </a:lnTo>
                  <a:lnTo>
                    <a:pt x="6390428" y="3084741"/>
                  </a:lnTo>
                  <a:lnTo>
                    <a:pt x="6356130" y="2984172"/>
                  </a:lnTo>
                  <a:lnTo>
                    <a:pt x="6321709" y="2882461"/>
                  </a:lnTo>
                  <a:lnTo>
                    <a:pt x="6287222" y="2780160"/>
                  </a:lnTo>
                  <a:lnTo>
                    <a:pt x="6252733" y="2677833"/>
                  </a:lnTo>
                  <a:lnTo>
                    <a:pt x="6218303" y="2576047"/>
                  </a:lnTo>
                  <a:lnTo>
                    <a:pt x="6183992" y="2475354"/>
                  </a:lnTo>
                  <a:lnTo>
                    <a:pt x="6149853" y="2376282"/>
                  </a:lnTo>
                  <a:lnTo>
                    <a:pt x="6115929" y="2279324"/>
                  </a:lnTo>
                  <a:lnTo>
                    <a:pt x="6082256" y="2184926"/>
                  </a:lnTo>
                  <a:lnTo>
                    <a:pt x="6048852" y="2093482"/>
                  </a:lnTo>
                  <a:lnTo>
                    <a:pt x="6015722" y="2005324"/>
                  </a:lnTo>
                  <a:lnTo>
                    <a:pt x="5982853" y="1920724"/>
                  </a:lnTo>
                  <a:lnTo>
                    <a:pt x="5950213" y="1839889"/>
                  </a:lnTo>
                  <a:lnTo>
                    <a:pt x="5917748" y="1762964"/>
                  </a:lnTo>
                  <a:lnTo>
                    <a:pt x="5885385" y="1690030"/>
                  </a:lnTo>
                  <a:lnTo>
                    <a:pt x="5853025" y="1621114"/>
                  </a:lnTo>
                  <a:lnTo>
                    <a:pt x="5820542" y="1556188"/>
                  </a:lnTo>
                  <a:lnTo>
                    <a:pt x="5787782" y="1495176"/>
                  </a:lnTo>
                  <a:lnTo>
                    <a:pt x="5784835" y="1489911"/>
                  </a:lnTo>
                  <a:lnTo>
                    <a:pt x="5740102" y="1414615"/>
                  </a:lnTo>
                  <a:lnTo>
                    <a:pt x="5694034" y="1346223"/>
                  </a:lnTo>
                  <a:lnTo>
                    <a:pt x="5646038" y="1284452"/>
                  </a:lnTo>
                  <a:lnTo>
                    <a:pt x="5595451" y="1228783"/>
                  </a:lnTo>
                  <a:lnTo>
                    <a:pt x="5541580" y="1178609"/>
                  </a:lnTo>
                  <a:lnTo>
                    <a:pt x="5483759" y="1133318"/>
                  </a:lnTo>
                  <a:lnTo>
                    <a:pt x="5421397" y="1092349"/>
                  </a:lnTo>
                  <a:lnTo>
                    <a:pt x="5354052" y="1055223"/>
                  </a:lnTo>
                  <a:lnTo>
                    <a:pt x="5281525" y="1021556"/>
                  </a:lnTo>
                  <a:lnTo>
                    <a:pt x="5203978" y="991072"/>
                  </a:lnTo>
                  <a:lnTo>
                    <a:pt x="5122065" y="963601"/>
                  </a:lnTo>
                  <a:lnTo>
                    <a:pt x="5037059" y="939074"/>
                  </a:lnTo>
                  <a:lnTo>
                    <a:pt x="4950930" y="917503"/>
                  </a:lnTo>
                  <a:lnTo>
                    <a:pt x="4866333" y="898946"/>
                  </a:lnTo>
                  <a:lnTo>
                    <a:pt x="4786429" y="883466"/>
                  </a:lnTo>
                  <a:lnTo>
                    <a:pt x="4714542" y="871072"/>
                  </a:lnTo>
                  <a:lnTo>
                    <a:pt x="4653655" y="861667"/>
                  </a:lnTo>
                  <a:lnTo>
                    <a:pt x="4605876" y="855018"/>
                  </a:lnTo>
                  <a:lnTo>
                    <a:pt x="4571988" y="850749"/>
                  </a:lnTo>
                  <a:lnTo>
                    <a:pt x="4551230" y="848374"/>
                  </a:lnTo>
                  <a:lnTo>
                    <a:pt x="4541318" y="847340"/>
                  </a:lnTo>
                  <a:lnTo>
                    <a:pt x="4538543" y="847075"/>
                  </a:lnTo>
                  <a:lnTo>
                    <a:pt x="4016409" y="847075"/>
                  </a:lnTo>
                  <a:lnTo>
                    <a:pt x="4015151" y="847049"/>
                  </a:lnTo>
                  <a:lnTo>
                    <a:pt x="4006926" y="846865"/>
                  </a:lnTo>
                  <a:lnTo>
                    <a:pt x="3986355" y="846357"/>
                  </a:lnTo>
                  <a:lnTo>
                    <a:pt x="3950000" y="845358"/>
                  </a:lnTo>
                  <a:lnTo>
                    <a:pt x="3896668" y="843721"/>
                  </a:lnTo>
                  <a:lnTo>
                    <a:pt x="3827473" y="841338"/>
                  </a:lnTo>
                  <a:lnTo>
                    <a:pt x="3745457" y="838143"/>
                  </a:lnTo>
                  <a:lnTo>
                    <a:pt x="3654824" y="834118"/>
                  </a:lnTo>
                  <a:lnTo>
                    <a:pt x="3560052" y="829271"/>
                  </a:lnTo>
                  <a:lnTo>
                    <a:pt x="3465145" y="823621"/>
                  </a:lnTo>
                  <a:lnTo>
                    <a:pt x="3373190" y="817181"/>
                  </a:lnTo>
                  <a:lnTo>
                    <a:pt x="3286218" y="809938"/>
                  </a:lnTo>
                  <a:lnTo>
                    <a:pt x="3205295" y="801847"/>
                  </a:lnTo>
                  <a:lnTo>
                    <a:pt x="3130710" y="792831"/>
                  </a:lnTo>
                  <a:lnTo>
                    <a:pt x="3062205" y="782776"/>
                  </a:lnTo>
                  <a:lnTo>
                    <a:pt x="2999159" y="771536"/>
                  </a:lnTo>
                  <a:lnTo>
                    <a:pt x="2940745" y="758942"/>
                  </a:lnTo>
                  <a:lnTo>
                    <a:pt x="2886043" y="744809"/>
                  </a:lnTo>
                  <a:lnTo>
                    <a:pt x="2834127" y="728964"/>
                  </a:lnTo>
                  <a:lnTo>
                    <a:pt x="2784140" y="711286"/>
                  </a:lnTo>
                  <a:lnTo>
                    <a:pt x="2770117" y="705896"/>
                  </a:lnTo>
                  <a:lnTo>
                    <a:pt x="2719451" y="684892"/>
                  </a:lnTo>
                  <a:lnTo>
                    <a:pt x="2669279" y="661807"/>
                  </a:lnTo>
                  <a:lnTo>
                    <a:pt x="2619105" y="636608"/>
                  </a:lnTo>
                  <a:lnTo>
                    <a:pt x="2568588" y="609329"/>
                  </a:lnTo>
                  <a:lnTo>
                    <a:pt x="2517517" y="580079"/>
                  </a:lnTo>
                  <a:lnTo>
                    <a:pt x="2465800" y="549049"/>
                  </a:lnTo>
                  <a:lnTo>
                    <a:pt x="2413447" y="516505"/>
                  </a:lnTo>
                  <a:lnTo>
                    <a:pt x="2360555" y="482790"/>
                  </a:lnTo>
                  <a:lnTo>
                    <a:pt x="2307291" y="448306"/>
                  </a:lnTo>
                  <a:lnTo>
                    <a:pt x="2253864" y="413494"/>
                  </a:lnTo>
                  <a:lnTo>
                    <a:pt x="2200503" y="378815"/>
                  </a:lnTo>
                  <a:lnTo>
                    <a:pt x="2147430" y="344722"/>
                  </a:lnTo>
                  <a:lnTo>
                    <a:pt x="2094833" y="311638"/>
                  </a:lnTo>
                  <a:lnTo>
                    <a:pt x="2042840" y="279929"/>
                  </a:lnTo>
                  <a:lnTo>
                    <a:pt x="1991501" y="249898"/>
                  </a:lnTo>
                  <a:lnTo>
                    <a:pt x="1940767" y="221766"/>
                  </a:lnTo>
                  <a:lnTo>
                    <a:pt x="1890482" y="195678"/>
                  </a:lnTo>
                  <a:lnTo>
                    <a:pt x="1840360" y="171698"/>
                  </a:lnTo>
                  <a:lnTo>
                    <a:pt x="1789974" y="149821"/>
                  </a:lnTo>
                  <a:lnTo>
                    <a:pt x="1768425" y="141179"/>
                  </a:lnTo>
                  <a:lnTo>
                    <a:pt x="1718852" y="122968"/>
                  </a:lnTo>
                  <a:lnTo>
                    <a:pt x="1667568" y="106609"/>
                  </a:lnTo>
                  <a:lnTo>
                    <a:pt x="1613755" y="92004"/>
                  </a:lnTo>
                  <a:lnTo>
                    <a:pt x="1556497" y="78989"/>
                  </a:lnTo>
                  <a:lnTo>
                    <a:pt x="1494864" y="67380"/>
                  </a:lnTo>
                  <a:lnTo>
                    <a:pt x="1427992" y="57003"/>
                  </a:lnTo>
                  <a:lnTo>
                    <a:pt x="1355189" y="47703"/>
                  </a:lnTo>
                  <a:lnTo>
                    <a:pt x="1276074" y="39358"/>
                  </a:lnTo>
                  <a:lnTo>
                    <a:pt x="1190759" y="31879"/>
                  </a:lnTo>
                  <a:lnTo>
                    <a:pt x="1100065" y="25212"/>
                  </a:lnTo>
                  <a:lnTo>
                    <a:pt x="1005732" y="19336"/>
                  </a:lnTo>
                  <a:lnTo>
                    <a:pt x="910547" y="14258"/>
                  </a:lnTo>
                  <a:lnTo>
                    <a:pt x="818284" y="9996"/>
                  </a:lnTo>
                  <a:lnTo>
                    <a:pt x="733351" y="6565"/>
                  </a:lnTo>
                  <a:lnTo>
                    <a:pt x="660117" y="3954"/>
                  </a:lnTo>
                  <a:lnTo>
                    <a:pt x="602046" y="2114"/>
                  </a:lnTo>
                  <a:lnTo>
                    <a:pt x="560862" y="946"/>
                  </a:lnTo>
                  <a:lnTo>
                    <a:pt x="536041" y="314"/>
                  </a:lnTo>
                  <a:lnTo>
                    <a:pt x="524761" y="55"/>
                  </a:lnTo>
                  <a:lnTo>
                    <a:pt x="5221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108" name="pl108"/>
            <p:cNvSpPr/>
            <p:nvPr/>
          </p:nvSpPr>
          <p:spPr>
            <a:xfrm>
              <a:off x="386606" y="1219428"/>
              <a:ext cx="8554953" cy="4704093"/>
            </a:xfrm>
            <a:custGeom>
              <a:avLst/>
              <a:pathLst>
                <a:path w="8554953" h="4704093">
                  <a:moveTo>
                    <a:pt x="0" y="0"/>
                  </a:moveTo>
                  <a:lnTo>
                    <a:pt x="522133" y="0"/>
                  </a:lnTo>
                  <a:lnTo>
                    <a:pt x="523391" y="25"/>
                  </a:lnTo>
                  <a:lnTo>
                    <a:pt x="531617" y="209"/>
                  </a:lnTo>
                  <a:lnTo>
                    <a:pt x="552187" y="718"/>
                  </a:lnTo>
                  <a:lnTo>
                    <a:pt x="588542" y="1717"/>
                  </a:lnTo>
                  <a:lnTo>
                    <a:pt x="641875" y="3353"/>
                  </a:lnTo>
                  <a:lnTo>
                    <a:pt x="711069" y="5737"/>
                  </a:lnTo>
                  <a:lnTo>
                    <a:pt x="793085" y="8931"/>
                  </a:lnTo>
                  <a:lnTo>
                    <a:pt x="883718" y="12957"/>
                  </a:lnTo>
                  <a:lnTo>
                    <a:pt x="978490" y="17804"/>
                  </a:lnTo>
                  <a:lnTo>
                    <a:pt x="1073397" y="23453"/>
                  </a:lnTo>
                  <a:lnTo>
                    <a:pt x="1165352" y="29893"/>
                  </a:lnTo>
                  <a:lnTo>
                    <a:pt x="1252324" y="37137"/>
                  </a:lnTo>
                  <a:lnTo>
                    <a:pt x="1333248" y="45228"/>
                  </a:lnTo>
                  <a:lnTo>
                    <a:pt x="1407832" y="54244"/>
                  </a:lnTo>
                  <a:lnTo>
                    <a:pt x="1476337" y="64299"/>
                  </a:lnTo>
                  <a:lnTo>
                    <a:pt x="1539384" y="75538"/>
                  </a:lnTo>
                  <a:lnTo>
                    <a:pt x="1597797" y="88133"/>
                  </a:lnTo>
                  <a:lnTo>
                    <a:pt x="1652499" y="102266"/>
                  </a:lnTo>
                  <a:lnTo>
                    <a:pt x="1704415" y="118110"/>
                  </a:lnTo>
                  <a:lnTo>
                    <a:pt x="1754402" y="135789"/>
                  </a:lnTo>
                  <a:lnTo>
                    <a:pt x="1768425" y="141179"/>
                  </a:lnTo>
                  <a:lnTo>
                    <a:pt x="1819091" y="162182"/>
                  </a:lnTo>
                  <a:lnTo>
                    <a:pt x="1869264" y="185267"/>
                  </a:lnTo>
                  <a:lnTo>
                    <a:pt x="1919437" y="210467"/>
                  </a:lnTo>
                  <a:lnTo>
                    <a:pt x="1969954" y="237746"/>
                  </a:lnTo>
                  <a:lnTo>
                    <a:pt x="2021025" y="266995"/>
                  </a:lnTo>
                  <a:lnTo>
                    <a:pt x="2072742" y="298026"/>
                  </a:lnTo>
                  <a:lnTo>
                    <a:pt x="2125095" y="330570"/>
                  </a:lnTo>
                  <a:lnTo>
                    <a:pt x="2177987" y="364284"/>
                  </a:lnTo>
                  <a:lnTo>
                    <a:pt x="2231251" y="398769"/>
                  </a:lnTo>
                  <a:lnTo>
                    <a:pt x="2284678" y="433581"/>
                  </a:lnTo>
                  <a:lnTo>
                    <a:pt x="2338039" y="468260"/>
                  </a:lnTo>
                  <a:lnTo>
                    <a:pt x="2391112" y="502352"/>
                  </a:lnTo>
                  <a:lnTo>
                    <a:pt x="2443709" y="535437"/>
                  </a:lnTo>
                  <a:lnTo>
                    <a:pt x="2495702" y="567146"/>
                  </a:lnTo>
                  <a:lnTo>
                    <a:pt x="2547042" y="597177"/>
                  </a:lnTo>
                  <a:lnTo>
                    <a:pt x="2597775" y="625308"/>
                  </a:lnTo>
                  <a:lnTo>
                    <a:pt x="2648060" y="651396"/>
                  </a:lnTo>
                  <a:lnTo>
                    <a:pt x="2698182" y="675376"/>
                  </a:lnTo>
                  <a:lnTo>
                    <a:pt x="2748568" y="697253"/>
                  </a:lnTo>
                  <a:lnTo>
                    <a:pt x="2770117" y="705896"/>
                  </a:lnTo>
                  <a:lnTo>
                    <a:pt x="2819691" y="724107"/>
                  </a:lnTo>
                  <a:lnTo>
                    <a:pt x="2870974" y="740466"/>
                  </a:lnTo>
                  <a:lnTo>
                    <a:pt x="2924787" y="755071"/>
                  </a:lnTo>
                  <a:lnTo>
                    <a:pt x="2982045" y="768086"/>
                  </a:lnTo>
                  <a:lnTo>
                    <a:pt x="3043679" y="779694"/>
                  </a:lnTo>
                  <a:lnTo>
                    <a:pt x="3110551" y="790072"/>
                  </a:lnTo>
                  <a:lnTo>
                    <a:pt x="3183353" y="799371"/>
                  </a:lnTo>
                  <a:lnTo>
                    <a:pt x="3262468" y="807716"/>
                  </a:lnTo>
                  <a:lnTo>
                    <a:pt x="3347783" y="815196"/>
                  </a:lnTo>
                  <a:lnTo>
                    <a:pt x="3438478" y="821863"/>
                  </a:lnTo>
                  <a:lnTo>
                    <a:pt x="3532811" y="827739"/>
                  </a:lnTo>
                  <a:lnTo>
                    <a:pt x="3627995" y="832817"/>
                  </a:lnTo>
                  <a:lnTo>
                    <a:pt x="3720258" y="837079"/>
                  </a:lnTo>
                  <a:lnTo>
                    <a:pt x="3805192" y="840510"/>
                  </a:lnTo>
                  <a:lnTo>
                    <a:pt x="3878425" y="843121"/>
                  </a:lnTo>
                  <a:lnTo>
                    <a:pt x="3936496" y="844961"/>
                  </a:lnTo>
                  <a:lnTo>
                    <a:pt x="3977681" y="846128"/>
                  </a:lnTo>
                  <a:lnTo>
                    <a:pt x="4002501" y="846761"/>
                  </a:lnTo>
                  <a:lnTo>
                    <a:pt x="4013781" y="847020"/>
                  </a:lnTo>
                  <a:lnTo>
                    <a:pt x="4016379" y="847075"/>
                  </a:lnTo>
                  <a:lnTo>
                    <a:pt x="4016409" y="847075"/>
                  </a:lnTo>
                  <a:lnTo>
                    <a:pt x="4538543" y="847075"/>
                  </a:lnTo>
                  <a:lnTo>
                    <a:pt x="4539476" y="847162"/>
                  </a:lnTo>
                  <a:lnTo>
                    <a:pt x="4545622" y="847777"/>
                  </a:lnTo>
                  <a:lnTo>
                    <a:pt x="4561138" y="849480"/>
                  </a:lnTo>
                  <a:lnTo>
                    <a:pt x="4588937" y="852832"/>
                  </a:lnTo>
                  <a:lnTo>
                    <a:pt x="4630481" y="858357"/>
                  </a:lnTo>
                  <a:lnTo>
                    <a:pt x="4685667" y="866486"/>
                  </a:lnTo>
                  <a:lnTo>
                    <a:pt x="4752939" y="877517"/>
                  </a:lnTo>
                  <a:lnTo>
                    <a:pt x="4829644" y="891606"/>
                  </a:lnTo>
                  <a:lnTo>
                    <a:pt x="4912543" y="908786"/>
                  </a:lnTo>
                  <a:lnTo>
                    <a:pt x="4998348" y="929011"/>
                  </a:lnTo>
                  <a:lnTo>
                    <a:pt x="5084145" y="952215"/>
                  </a:lnTo>
                  <a:lnTo>
                    <a:pt x="5167647" y="978360"/>
                  </a:lnTo>
                  <a:lnTo>
                    <a:pt x="5247271" y="1007475"/>
                  </a:lnTo>
                  <a:lnTo>
                    <a:pt x="5322100" y="1039684"/>
                  </a:lnTo>
                  <a:lnTo>
                    <a:pt x="5391768" y="1075215"/>
                  </a:lnTo>
                  <a:lnTo>
                    <a:pt x="5456327" y="1114403"/>
                  </a:lnTo>
                  <a:lnTo>
                    <a:pt x="5516122" y="1157686"/>
                  </a:lnTo>
                  <a:lnTo>
                    <a:pt x="5571689" y="1205592"/>
                  </a:lnTo>
                  <a:lnTo>
                    <a:pt x="5623667" y="1258715"/>
                  </a:lnTo>
                  <a:lnTo>
                    <a:pt x="5672742" y="1317672"/>
                  </a:lnTo>
                  <a:lnTo>
                    <a:pt x="5719598" y="1383035"/>
                  </a:lnTo>
                  <a:lnTo>
                    <a:pt x="5764864" y="1455216"/>
                  </a:lnTo>
                  <a:lnTo>
                    <a:pt x="5784835" y="1489911"/>
                  </a:lnTo>
                  <a:lnTo>
                    <a:pt x="5817628" y="1550579"/>
                  </a:lnTo>
                  <a:lnTo>
                    <a:pt x="5850129" y="1615151"/>
                  </a:lnTo>
                  <a:lnTo>
                    <a:pt x="5882495" y="1683709"/>
                  </a:lnTo>
                  <a:lnTo>
                    <a:pt x="5914854" y="1756283"/>
                  </a:lnTo>
                  <a:lnTo>
                    <a:pt x="5947306" y="1832855"/>
                  </a:lnTo>
                  <a:lnTo>
                    <a:pt x="5979928" y="1913345"/>
                  </a:lnTo>
                  <a:lnTo>
                    <a:pt x="6012775" y="1997616"/>
                  </a:lnTo>
                  <a:lnTo>
                    <a:pt x="6045881" y="2085466"/>
                  </a:lnTo>
                  <a:lnTo>
                    <a:pt x="6079260" y="2176629"/>
                  </a:lnTo>
                  <a:lnTo>
                    <a:pt x="6112910" y="2270778"/>
                  </a:lnTo>
                  <a:lnTo>
                    <a:pt x="6146812" y="2367525"/>
                  </a:lnTo>
                  <a:lnTo>
                    <a:pt x="6180934" y="2466427"/>
                  </a:lnTo>
                  <a:lnTo>
                    <a:pt x="6215232" y="2566997"/>
                  </a:lnTo>
                  <a:lnTo>
                    <a:pt x="6249653" y="2668707"/>
                  </a:lnTo>
                  <a:lnTo>
                    <a:pt x="6284140" y="2771009"/>
                  </a:lnTo>
                  <a:lnTo>
                    <a:pt x="6318629" y="2873335"/>
                  </a:lnTo>
                  <a:lnTo>
                    <a:pt x="6353058" y="2975121"/>
                  </a:lnTo>
                  <a:lnTo>
                    <a:pt x="6387370" y="3075815"/>
                  </a:lnTo>
                  <a:lnTo>
                    <a:pt x="6421509" y="3174886"/>
                  </a:lnTo>
                  <a:lnTo>
                    <a:pt x="6455432" y="3271844"/>
                  </a:lnTo>
                  <a:lnTo>
                    <a:pt x="6489106" y="3366242"/>
                  </a:lnTo>
                  <a:lnTo>
                    <a:pt x="6522510" y="3457687"/>
                  </a:lnTo>
                  <a:lnTo>
                    <a:pt x="6555640" y="3545845"/>
                  </a:lnTo>
                  <a:lnTo>
                    <a:pt x="6588509" y="3630444"/>
                  </a:lnTo>
                  <a:lnTo>
                    <a:pt x="6621149" y="3711279"/>
                  </a:lnTo>
                  <a:lnTo>
                    <a:pt x="6653613" y="3788205"/>
                  </a:lnTo>
                  <a:lnTo>
                    <a:pt x="6685977" y="3861138"/>
                  </a:lnTo>
                  <a:lnTo>
                    <a:pt x="6718337" y="3930054"/>
                  </a:lnTo>
                  <a:lnTo>
                    <a:pt x="6750820" y="3994980"/>
                  </a:lnTo>
                  <a:lnTo>
                    <a:pt x="6783580" y="4055992"/>
                  </a:lnTo>
                  <a:lnTo>
                    <a:pt x="6786527" y="4061257"/>
                  </a:lnTo>
                  <a:lnTo>
                    <a:pt x="6831259" y="4136554"/>
                  </a:lnTo>
                  <a:lnTo>
                    <a:pt x="6877328" y="4204945"/>
                  </a:lnTo>
                  <a:lnTo>
                    <a:pt x="6925323" y="4266716"/>
                  </a:lnTo>
                  <a:lnTo>
                    <a:pt x="6975911" y="4322385"/>
                  </a:lnTo>
                  <a:lnTo>
                    <a:pt x="7029782" y="4372559"/>
                  </a:lnTo>
                  <a:lnTo>
                    <a:pt x="7087603" y="4417851"/>
                  </a:lnTo>
                  <a:lnTo>
                    <a:pt x="7149965" y="4458819"/>
                  </a:lnTo>
                  <a:lnTo>
                    <a:pt x="7217310" y="4495945"/>
                  </a:lnTo>
                  <a:lnTo>
                    <a:pt x="7289837" y="4529612"/>
                  </a:lnTo>
                  <a:lnTo>
                    <a:pt x="7367383" y="4560097"/>
                  </a:lnTo>
                  <a:lnTo>
                    <a:pt x="7449297" y="4587567"/>
                  </a:lnTo>
                  <a:lnTo>
                    <a:pt x="7534303" y="4612094"/>
                  </a:lnTo>
                  <a:lnTo>
                    <a:pt x="7620432" y="4633666"/>
                  </a:lnTo>
                  <a:lnTo>
                    <a:pt x="7705029" y="4652222"/>
                  </a:lnTo>
                  <a:lnTo>
                    <a:pt x="7784933" y="4667702"/>
                  </a:lnTo>
                  <a:lnTo>
                    <a:pt x="7856820" y="4680096"/>
                  </a:lnTo>
                  <a:lnTo>
                    <a:pt x="7917707" y="4689501"/>
                  </a:lnTo>
                  <a:lnTo>
                    <a:pt x="7965486" y="4696151"/>
                  </a:lnTo>
                  <a:lnTo>
                    <a:pt x="7999374" y="4700419"/>
                  </a:lnTo>
                  <a:lnTo>
                    <a:pt x="8020132" y="4702794"/>
                  </a:lnTo>
                  <a:lnTo>
                    <a:pt x="8030044" y="4703828"/>
                  </a:lnTo>
                  <a:lnTo>
                    <a:pt x="8032732" y="4704085"/>
                  </a:lnTo>
                  <a:lnTo>
                    <a:pt x="8032819" y="4704093"/>
                  </a:lnTo>
                  <a:lnTo>
                    <a:pt x="8554953" y="4704093"/>
                  </a:lnTo>
                  <a:lnTo>
                    <a:pt x="8554953" y="4704093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09" name="pl109"/>
            <p:cNvSpPr/>
            <p:nvPr/>
          </p:nvSpPr>
          <p:spPr>
            <a:xfrm>
              <a:off x="386606" y="1202486"/>
              <a:ext cx="8554953" cy="4704093"/>
            </a:xfrm>
            <a:custGeom>
              <a:avLst/>
              <a:pathLst>
                <a:path w="8554953" h="4704093">
                  <a:moveTo>
                    <a:pt x="8554953" y="4704093"/>
                  </a:moveTo>
                  <a:lnTo>
                    <a:pt x="8032819" y="4704093"/>
                  </a:lnTo>
                  <a:lnTo>
                    <a:pt x="8031886" y="4704007"/>
                  </a:lnTo>
                  <a:lnTo>
                    <a:pt x="8025740" y="4703391"/>
                  </a:lnTo>
                  <a:lnTo>
                    <a:pt x="8010224" y="4701688"/>
                  </a:lnTo>
                  <a:lnTo>
                    <a:pt x="7982425" y="4698336"/>
                  </a:lnTo>
                  <a:lnTo>
                    <a:pt x="7940881" y="4692811"/>
                  </a:lnTo>
                  <a:lnTo>
                    <a:pt x="7885695" y="4684682"/>
                  </a:lnTo>
                  <a:lnTo>
                    <a:pt x="7818423" y="4673651"/>
                  </a:lnTo>
                  <a:lnTo>
                    <a:pt x="7741718" y="4659562"/>
                  </a:lnTo>
                  <a:lnTo>
                    <a:pt x="7658819" y="4642382"/>
                  </a:lnTo>
                  <a:lnTo>
                    <a:pt x="7573014" y="4622157"/>
                  </a:lnTo>
                  <a:lnTo>
                    <a:pt x="7487217" y="4598953"/>
                  </a:lnTo>
                  <a:lnTo>
                    <a:pt x="7403715" y="4572808"/>
                  </a:lnTo>
                  <a:lnTo>
                    <a:pt x="7324091" y="4543693"/>
                  </a:lnTo>
                  <a:lnTo>
                    <a:pt x="7249262" y="4511484"/>
                  </a:lnTo>
                  <a:lnTo>
                    <a:pt x="7179594" y="4475953"/>
                  </a:lnTo>
                  <a:lnTo>
                    <a:pt x="7115035" y="4436765"/>
                  </a:lnTo>
                  <a:lnTo>
                    <a:pt x="7055240" y="4393482"/>
                  </a:lnTo>
                  <a:lnTo>
                    <a:pt x="6999673" y="4345576"/>
                  </a:lnTo>
                  <a:lnTo>
                    <a:pt x="6947695" y="4292453"/>
                  </a:lnTo>
                  <a:lnTo>
                    <a:pt x="6898620" y="4233496"/>
                  </a:lnTo>
                  <a:lnTo>
                    <a:pt x="6851764" y="4168133"/>
                  </a:lnTo>
                  <a:lnTo>
                    <a:pt x="6806497" y="4095952"/>
                  </a:lnTo>
                  <a:lnTo>
                    <a:pt x="6786527" y="4061257"/>
                  </a:lnTo>
                  <a:lnTo>
                    <a:pt x="6753734" y="4000590"/>
                  </a:lnTo>
                  <a:lnTo>
                    <a:pt x="6721233" y="3936017"/>
                  </a:lnTo>
                  <a:lnTo>
                    <a:pt x="6688867" y="3867459"/>
                  </a:lnTo>
                  <a:lnTo>
                    <a:pt x="6656508" y="3794885"/>
                  </a:lnTo>
                  <a:lnTo>
                    <a:pt x="6624056" y="3718314"/>
                  </a:lnTo>
                  <a:lnTo>
                    <a:pt x="6591434" y="3637823"/>
                  </a:lnTo>
                  <a:lnTo>
                    <a:pt x="6558587" y="3553552"/>
                  </a:lnTo>
                  <a:lnTo>
                    <a:pt x="6525481" y="3465702"/>
                  </a:lnTo>
                  <a:lnTo>
                    <a:pt x="6492102" y="3374539"/>
                  </a:lnTo>
                  <a:lnTo>
                    <a:pt x="6458452" y="3280390"/>
                  </a:lnTo>
                  <a:lnTo>
                    <a:pt x="6424550" y="3183643"/>
                  </a:lnTo>
                  <a:lnTo>
                    <a:pt x="6390428" y="3084741"/>
                  </a:lnTo>
                  <a:lnTo>
                    <a:pt x="6356130" y="2984172"/>
                  </a:lnTo>
                  <a:lnTo>
                    <a:pt x="6321709" y="2882461"/>
                  </a:lnTo>
                  <a:lnTo>
                    <a:pt x="6287222" y="2780160"/>
                  </a:lnTo>
                  <a:lnTo>
                    <a:pt x="6252733" y="2677833"/>
                  </a:lnTo>
                  <a:lnTo>
                    <a:pt x="6218303" y="2576047"/>
                  </a:lnTo>
                  <a:lnTo>
                    <a:pt x="6183992" y="2475354"/>
                  </a:lnTo>
                  <a:lnTo>
                    <a:pt x="6149853" y="2376282"/>
                  </a:lnTo>
                  <a:lnTo>
                    <a:pt x="6115929" y="2279324"/>
                  </a:lnTo>
                  <a:lnTo>
                    <a:pt x="6082256" y="2184926"/>
                  </a:lnTo>
                  <a:lnTo>
                    <a:pt x="6048852" y="2093482"/>
                  </a:lnTo>
                  <a:lnTo>
                    <a:pt x="6015722" y="2005324"/>
                  </a:lnTo>
                  <a:lnTo>
                    <a:pt x="5982853" y="1920724"/>
                  </a:lnTo>
                  <a:lnTo>
                    <a:pt x="5950213" y="1839889"/>
                  </a:lnTo>
                  <a:lnTo>
                    <a:pt x="5917748" y="1762964"/>
                  </a:lnTo>
                  <a:lnTo>
                    <a:pt x="5885385" y="1690030"/>
                  </a:lnTo>
                  <a:lnTo>
                    <a:pt x="5853025" y="1621114"/>
                  </a:lnTo>
                  <a:lnTo>
                    <a:pt x="5820542" y="1556188"/>
                  </a:lnTo>
                  <a:lnTo>
                    <a:pt x="5787782" y="1495176"/>
                  </a:lnTo>
                  <a:lnTo>
                    <a:pt x="5784835" y="1489911"/>
                  </a:lnTo>
                  <a:lnTo>
                    <a:pt x="5740102" y="1414615"/>
                  </a:lnTo>
                  <a:lnTo>
                    <a:pt x="5694034" y="1346223"/>
                  </a:lnTo>
                  <a:lnTo>
                    <a:pt x="5646038" y="1284452"/>
                  </a:lnTo>
                  <a:lnTo>
                    <a:pt x="5595451" y="1228783"/>
                  </a:lnTo>
                  <a:lnTo>
                    <a:pt x="5541580" y="1178609"/>
                  </a:lnTo>
                  <a:lnTo>
                    <a:pt x="5483759" y="1133318"/>
                  </a:lnTo>
                  <a:lnTo>
                    <a:pt x="5421397" y="1092349"/>
                  </a:lnTo>
                  <a:lnTo>
                    <a:pt x="5354052" y="1055223"/>
                  </a:lnTo>
                  <a:lnTo>
                    <a:pt x="5281525" y="1021556"/>
                  </a:lnTo>
                  <a:lnTo>
                    <a:pt x="5203978" y="991072"/>
                  </a:lnTo>
                  <a:lnTo>
                    <a:pt x="5122065" y="963601"/>
                  </a:lnTo>
                  <a:lnTo>
                    <a:pt x="5037059" y="939074"/>
                  </a:lnTo>
                  <a:lnTo>
                    <a:pt x="4950930" y="917503"/>
                  </a:lnTo>
                  <a:lnTo>
                    <a:pt x="4866333" y="898946"/>
                  </a:lnTo>
                  <a:lnTo>
                    <a:pt x="4786429" y="883466"/>
                  </a:lnTo>
                  <a:lnTo>
                    <a:pt x="4714542" y="871072"/>
                  </a:lnTo>
                  <a:lnTo>
                    <a:pt x="4653655" y="861667"/>
                  </a:lnTo>
                  <a:lnTo>
                    <a:pt x="4605876" y="855018"/>
                  </a:lnTo>
                  <a:lnTo>
                    <a:pt x="4571988" y="850749"/>
                  </a:lnTo>
                  <a:lnTo>
                    <a:pt x="4551230" y="848374"/>
                  </a:lnTo>
                  <a:lnTo>
                    <a:pt x="4541318" y="847340"/>
                  </a:lnTo>
                  <a:lnTo>
                    <a:pt x="4538630" y="847083"/>
                  </a:lnTo>
                  <a:lnTo>
                    <a:pt x="4538543" y="847075"/>
                  </a:lnTo>
                  <a:lnTo>
                    <a:pt x="4016409" y="847075"/>
                  </a:lnTo>
                  <a:lnTo>
                    <a:pt x="4015151" y="847049"/>
                  </a:lnTo>
                  <a:lnTo>
                    <a:pt x="4006926" y="846865"/>
                  </a:lnTo>
                  <a:lnTo>
                    <a:pt x="3986355" y="846357"/>
                  </a:lnTo>
                  <a:lnTo>
                    <a:pt x="3950000" y="845358"/>
                  </a:lnTo>
                  <a:lnTo>
                    <a:pt x="3896668" y="843721"/>
                  </a:lnTo>
                  <a:lnTo>
                    <a:pt x="3827473" y="841338"/>
                  </a:lnTo>
                  <a:lnTo>
                    <a:pt x="3745457" y="838143"/>
                  </a:lnTo>
                  <a:lnTo>
                    <a:pt x="3654824" y="834118"/>
                  </a:lnTo>
                  <a:lnTo>
                    <a:pt x="3560052" y="829271"/>
                  </a:lnTo>
                  <a:lnTo>
                    <a:pt x="3465145" y="823621"/>
                  </a:lnTo>
                  <a:lnTo>
                    <a:pt x="3373190" y="817181"/>
                  </a:lnTo>
                  <a:lnTo>
                    <a:pt x="3286218" y="809938"/>
                  </a:lnTo>
                  <a:lnTo>
                    <a:pt x="3205295" y="801847"/>
                  </a:lnTo>
                  <a:lnTo>
                    <a:pt x="3130710" y="792831"/>
                  </a:lnTo>
                  <a:lnTo>
                    <a:pt x="3062205" y="782776"/>
                  </a:lnTo>
                  <a:lnTo>
                    <a:pt x="2999159" y="771536"/>
                  </a:lnTo>
                  <a:lnTo>
                    <a:pt x="2940745" y="758942"/>
                  </a:lnTo>
                  <a:lnTo>
                    <a:pt x="2886043" y="744809"/>
                  </a:lnTo>
                  <a:lnTo>
                    <a:pt x="2834127" y="728964"/>
                  </a:lnTo>
                  <a:lnTo>
                    <a:pt x="2784140" y="711286"/>
                  </a:lnTo>
                  <a:lnTo>
                    <a:pt x="2770117" y="705896"/>
                  </a:lnTo>
                  <a:lnTo>
                    <a:pt x="2719451" y="684892"/>
                  </a:lnTo>
                  <a:lnTo>
                    <a:pt x="2669279" y="661807"/>
                  </a:lnTo>
                  <a:lnTo>
                    <a:pt x="2619105" y="636608"/>
                  </a:lnTo>
                  <a:lnTo>
                    <a:pt x="2568588" y="609329"/>
                  </a:lnTo>
                  <a:lnTo>
                    <a:pt x="2517517" y="580079"/>
                  </a:lnTo>
                  <a:lnTo>
                    <a:pt x="2465800" y="549049"/>
                  </a:lnTo>
                  <a:lnTo>
                    <a:pt x="2413447" y="516505"/>
                  </a:lnTo>
                  <a:lnTo>
                    <a:pt x="2360555" y="482790"/>
                  </a:lnTo>
                  <a:lnTo>
                    <a:pt x="2307291" y="448306"/>
                  </a:lnTo>
                  <a:lnTo>
                    <a:pt x="2253864" y="413494"/>
                  </a:lnTo>
                  <a:lnTo>
                    <a:pt x="2200503" y="378815"/>
                  </a:lnTo>
                  <a:lnTo>
                    <a:pt x="2147430" y="344722"/>
                  </a:lnTo>
                  <a:lnTo>
                    <a:pt x="2094833" y="311638"/>
                  </a:lnTo>
                  <a:lnTo>
                    <a:pt x="2042840" y="279929"/>
                  </a:lnTo>
                  <a:lnTo>
                    <a:pt x="1991501" y="249898"/>
                  </a:lnTo>
                  <a:lnTo>
                    <a:pt x="1940767" y="221766"/>
                  </a:lnTo>
                  <a:lnTo>
                    <a:pt x="1890482" y="195678"/>
                  </a:lnTo>
                  <a:lnTo>
                    <a:pt x="1840360" y="171698"/>
                  </a:lnTo>
                  <a:lnTo>
                    <a:pt x="1789974" y="149821"/>
                  </a:lnTo>
                  <a:lnTo>
                    <a:pt x="1768425" y="141179"/>
                  </a:lnTo>
                  <a:lnTo>
                    <a:pt x="1718852" y="122968"/>
                  </a:lnTo>
                  <a:lnTo>
                    <a:pt x="1667568" y="106609"/>
                  </a:lnTo>
                  <a:lnTo>
                    <a:pt x="1613755" y="92004"/>
                  </a:lnTo>
                  <a:lnTo>
                    <a:pt x="1556497" y="78989"/>
                  </a:lnTo>
                  <a:lnTo>
                    <a:pt x="1494864" y="67380"/>
                  </a:lnTo>
                  <a:lnTo>
                    <a:pt x="1427992" y="57003"/>
                  </a:lnTo>
                  <a:lnTo>
                    <a:pt x="1355189" y="47703"/>
                  </a:lnTo>
                  <a:lnTo>
                    <a:pt x="1276074" y="39358"/>
                  </a:lnTo>
                  <a:lnTo>
                    <a:pt x="1190759" y="31879"/>
                  </a:lnTo>
                  <a:lnTo>
                    <a:pt x="1100065" y="25212"/>
                  </a:lnTo>
                  <a:lnTo>
                    <a:pt x="1005732" y="19336"/>
                  </a:lnTo>
                  <a:lnTo>
                    <a:pt x="910547" y="14258"/>
                  </a:lnTo>
                  <a:lnTo>
                    <a:pt x="818284" y="9996"/>
                  </a:lnTo>
                  <a:lnTo>
                    <a:pt x="733351" y="6565"/>
                  </a:lnTo>
                  <a:lnTo>
                    <a:pt x="660117" y="3954"/>
                  </a:lnTo>
                  <a:lnTo>
                    <a:pt x="602046" y="2114"/>
                  </a:lnTo>
                  <a:lnTo>
                    <a:pt x="560862" y="946"/>
                  </a:lnTo>
                  <a:lnTo>
                    <a:pt x="536041" y="314"/>
                  </a:lnTo>
                  <a:lnTo>
                    <a:pt x="524761" y="55"/>
                  </a:lnTo>
                  <a:lnTo>
                    <a:pt x="522163" y="0"/>
                  </a:lnTo>
                  <a:lnTo>
                    <a:pt x="522133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10" name="pg110"/>
            <p:cNvSpPr/>
            <p:nvPr/>
          </p:nvSpPr>
          <p:spPr>
            <a:xfrm>
              <a:off x="386606" y="1230722"/>
              <a:ext cx="8554953" cy="4704093"/>
            </a:xfrm>
            <a:custGeom>
              <a:avLst/>
              <a:pathLst>
                <a:path w="8554953" h="4704093">
                  <a:moveTo>
                    <a:pt x="0" y="1987804"/>
                  </a:moveTo>
                  <a:lnTo>
                    <a:pt x="522133" y="1987804"/>
                  </a:lnTo>
                  <a:lnTo>
                    <a:pt x="523292" y="1987880"/>
                  </a:lnTo>
                  <a:lnTo>
                    <a:pt x="530887" y="1988422"/>
                  </a:lnTo>
                  <a:lnTo>
                    <a:pt x="549932" y="1989921"/>
                  </a:lnTo>
                  <a:lnTo>
                    <a:pt x="583728" y="1992868"/>
                  </a:lnTo>
                  <a:lnTo>
                    <a:pt x="633578" y="1997704"/>
                  </a:lnTo>
                  <a:lnTo>
                    <a:pt x="698706" y="2004769"/>
                  </a:lnTo>
                  <a:lnTo>
                    <a:pt x="776539" y="2014273"/>
                  </a:lnTo>
                  <a:lnTo>
                    <a:pt x="863333" y="2026295"/>
                  </a:lnTo>
                  <a:lnTo>
                    <a:pt x="954953" y="2040821"/>
                  </a:lnTo>
                  <a:lnTo>
                    <a:pt x="1047561" y="2057793"/>
                  </a:lnTo>
                  <a:lnTo>
                    <a:pt x="1138074" y="2077168"/>
                  </a:lnTo>
                  <a:lnTo>
                    <a:pt x="1224345" y="2098959"/>
                  </a:lnTo>
                  <a:lnTo>
                    <a:pt x="1305133" y="2123264"/>
                  </a:lnTo>
                  <a:lnTo>
                    <a:pt x="1379948" y="2150278"/>
                  </a:lnTo>
                  <a:lnTo>
                    <a:pt x="1448868" y="2180300"/>
                  </a:lnTo>
                  <a:lnTo>
                    <a:pt x="1512351" y="2213721"/>
                  </a:lnTo>
                  <a:lnTo>
                    <a:pt x="1571092" y="2251018"/>
                  </a:lnTo>
                  <a:lnTo>
                    <a:pt x="1625910" y="2292721"/>
                  </a:lnTo>
                  <a:lnTo>
                    <a:pt x="1677665" y="2339367"/>
                  </a:lnTo>
                  <a:lnTo>
                    <a:pt x="1727187" y="2391411"/>
                  </a:lnTo>
                  <a:lnTo>
                    <a:pt x="1768425" y="2440519"/>
                  </a:lnTo>
                  <a:lnTo>
                    <a:pt x="1806263" y="2490099"/>
                  </a:lnTo>
                  <a:lnTo>
                    <a:pt x="1843745" y="2543361"/>
                  </a:lnTo>
                  <a:lnTo>
                    <a:pt x="1881103" y="2600378"/>
                  </a:lnTo>
                  <a:lnTo>
                    <a:pt x="1918517" y="2661163"/>
                  </a:lnTo>
                  <a:lnTo>
                    <a:pt x="1956122" y="2725662"/>
                  </a:lnTo>
                  <a:lnTo>
                    <a:pt x="1994011" y="2793744"/>
                  </a:lnTo>
                  <a:lnTo>
                    <a:pt x="2032243" y="2865200"/>
                  </a:lnTo>
                  <a:lnTo>
                    <a:pt x="2070839" y="2939744"/>
                  </a:lnTo>
                  <a:lnTo>
                    <a:pt x="2109791" y="3017008"/>
                  </a:lnTo>
                  <a:lnTo>
                    <a:pt x="2149064" y="3096552"/>
                  </a:lnTo>
                  <a:lnTo>
                    <a:pt x="2188600" y="3177873"/>
                  </a:lnTo>
                  <a:lnTo>
                    <a:pt x="2228322" y="3260416"/>
                  </a:lnTo>
                  <a:lnTo>
                    <a:pt x="2268142" y="3343587"/>
                  </a:lnTo>
                  <a:lnTo>
                    <a:pt x="2307964" y="3426776"/>
                  </a:lnTo>
                  <a:lnTo>
                    <a:pt x="2347694" y="3509370"/>
                  </a:lnTo>
                  <a:lnTo>
                    <a:pt x="2387243" y="3590776"/>
                  </a:lnTo>
                  <a:lnTo>
                    <a:pt x="2426533" y="3670435"/>
                  </a:lnTo>
                  <a:lnTo>
                    <a:pt x="2465504" y="3747841"/>
                  </a:lnTo>
                  <a:lnTo>
                    <a:pt x="2504121" y="3822549"/>
                  </a:lnTo>
                  <a:lnTo>
                    <a:pt x="2542373" y="3894189"/>
                  </a:lnTo>
                  <a:lnTo>
                    <a:pt x="2580281" y="3962469"/>
                  </a:lnTo>
                  <a:lnTo>
                    <a:pt x="2617899" y="4027175"/>
                  </a:lnTo>
                  <a:lnTo>
                    <a:pt x="2655320" y="4088173"/>
                  </a:lnTo>
                  <a:lnTo>
                    <a:pt x="2692677" y="4145404"/>
                  </a:lnTo>
                  <a:lnTo>
                    <a:pt x="2730147" y="4198877"/>
                  </a:lnTo>
                  <a:lnTo>
                    <a:pt x="2767958" y="4248663"/>
                  </a:lnTo>
                  <a:lnTo>
                    <a:pt x="2770117" y="4251378"/>
                  </a:lnTo>
                  <a:lnTo>
                    <a:pt x="2818312" y="4308252"/>
                  </a:lnTo>
                  <a:lnTo>
                    <a:pt x="2868104" y="4359505"/>
                  </a:lnTo>
                  <a:lnTo>
                    <a:pt x="2920244" y="4405414"/>
                  </a:lnTo>
                  <a:lnTo>
                    <a:pt x="2975569" y="4446455"/>
                  </a:lnTo>
                  <a:lnTo>
                    <a:pt x="3034939" y="4483168"/>
                  </a:lnTo>
                  <a:lnTo>
                    <a:pt x="3099159" y="4516077"/>
                  </a:lnTo>
                  <a:lnTo>
                    <a:pt x="3168899" y="4545648"/>
                  </a:lnTo>
                  <a:lnTo>
                    <a:pt x="3244573" y="4572260"/>
                  </a:lnTo>
                  <a:lnTo>
                    <a:pt x="3326188" y="4596196"/>
                  </a:lnTo>
                  <a:lnTo>
                    <a:pt x="3413160" y="4617639"/>
                  </a:lnTo>
                  <a:lnTo>
                    <a:pt x="3504125" y="4636672"/>
                  </a:lnTo>
                  <a:lnTo>
                    <a:pt x="3596801" y="4653299"/>
                  </a:lnTo>
                  <a:lnTo>
                    <a:pt x="3687981" y="4667471"/>
                  </a:lnTo>
                  <a:lnTo>
                    <a:pt x="3773749" y="4679133"/>
                  </a:lnTo>
                  <a:lnTo>
                    <a:pt x="3849979" y="4688281"/>
                  </a:lnTo>
                  <a:lnTo>
                    <a:pt x="3913049" y="4695013"/>
                  </a:lnTo>
                  <a:lnTo>
                    <a:pt x="3960609" y="4699555"/>
                  </a:lnTo>
                  <a:lnTo>
                    <a:pt x="3992172" y="4702267"/>
                  </a:lnTo>
                  <a:lnTo>
                    <a:pt x="4009339" y="4703599"/>
                  </a:lnTo>
                  <a:lnTo>
                    <a:pt x="4015673" y="4704045"/>
                  </a:lnTo>
                  <a:lnTo>
                    <a:pt x="4016409" y="4704093"/>
                  </a:lnTo>
                  <a:lnTo>
                    <a:pt x="4538543" y="4704093"/>
                  </a:lnTo>
                  <a:lnTo>
                    <a:pt x="4539415" y="4703995"/>
                  </a:lnTo>
                  <a:lnTo>
                    <a:pt x="4545163" y="4703295"/>
                  </a:lnTo>
                  <a:lnTo>
                    <a:pt x="4559706" y="4701363"/>
                  </a:lnTo>
                  <a:lnTo>
                    <a:pt x="4585833" y="4697555"/>
                  </a:lnTo>
                  <a:lnTo>
                    <a:pt x="4625022" y="4691272"/>
                  </a:lnTo>
                  <a:lnTo>
                    <a:pt x="4677327" y="4682010"/>
                  </a:lnTo>
                  <a:lnTo>
                    <a:pt x="4741452" y="4669409"/>
                  </a:lnTo>
                  <a:lnTo>
                    <a:pt x="4815042" y="4653270"/>
                  </a:lnTo>
                  <a:lnTo>
                    <a:pt x="4895131" y="4633535"/>
                  </a:lnTo>
                  <a:lnTo>
                    <a:pt x="4978621" y="4610242"/>
                  </a:lnTo>
                  <a:lnTo>
                    <a:pt x="5062691" y="4583468"/>
                  </a:lnTo>
                  <a:lnTo>
                    <a:pt x="5145054" y="4553268"/>
                  </a:lnTo>
                  <a:lnTo>
                    <a:pt x="5224060" y="4519634"/>
                  </a:lnTo>
                  <a:lnTo>
                    <a:pt x="5298686" y="4482457"/>
                  </a:lnTo>
                  <a:lnTo>
                    <a:pt x="5368445" y="4441516"/>
                  </a:lnTo>
                  <a:lnTo>
                    <a:pt x="5433270" y="4396469"/>
                  </a:lnTo>
                  <a:lnTo>
                    <a:pt x="5493400" y="4346860"/>
                  </a:lnTo>
                  <a:lnTo>
                    <a:pt x="5549278" y="4292123"/>
                  </a:lnTo>
                  <a:lnTo>
                    <a:pt x="5601469" y="4231611"/>
                  </a:lnTo>
                  <a:lnTo>
                    <a:pt x="5650602" y="4164625"/>
                  </a:lnTo>
                  <a:lnTo>
                    <a:pt x="5697321" y="4090478"/>
                  </a:lnTo>
                  <a:lnTo>
                    <a:pt x="5742243" y="4008597"/>
                  </a:lnTo>
                  <a:lnTo>
                    <a:pt x="5784835" y="3921019"/>
                  </a:lnTo>
                  <a:lnTo>
                    <a:pt x="5814889" y="3853502"/>
                  </a:lnTo>
                  <a:lnTo>
                    <a:pt x="5844685" y="3782002"/>
                  </a:lnTo>
                  <a:lnTo>
                    <a:pt x="5874349" y="3706438"/>
                  </a:lnTo>
                  <a:lnTo>
                    <a:pt x="5903981" y="3626771"/>
                  </a:lnTo>
                  <a:lnTo>
                    <a:pt x="5933666" y="3543004"/>
                  </a:lnTo>
                  <a:lnTo>
                    <a:pt x="5963470" y="3455189"/>
                  </a:lnTo>
                  <a:lnTo>
                    <a:pt x="5993442" y="3363430"/>
                  </a:lnTo>
                  <a:lnTo>
                    <a:pt x="6023616" y="3267883"/>
                  </a:lnTo>
                  <a:lnTo>
                    <a:pt x="6054014" y="3168758"/>
                  </a:lnTo>
                  <a:lnTo>
                    <a:pt x="6084641" y="3066321"/>
                  </a:lnTo>
                  <a:lnTo>
                    <a:pt x="6115495" y="2960891"/>
                  </a:lnTo>
                  <a:lnTo>
                    <a:pt x="6146558" y="2852838"/>
                  </a:lnTo>
                  <a:lnTo>
                    <a:pt x="6177807" y="2742577"/>
                  </a:lnTo>
                  <a:lnTo>
                    <a:pt x="6209207" y="2630565"/>
                  </a:lnTo>
                  <a:lnTo>
                    <a:pt x="6240719" y="2517288"/>
                  </a:lnTo>
                  <a:lnTo>
                    <a:pt x="6272298" y="2403260"/>
                  </a:lnTo>
                  <a:lnTo>
                    <a:pt x="6303898" y="2289007"/>
                  </a:lnTo>
                  <a:lnTo>
                    <a:pt x="6335470" y="2175060"/>
                  </a:lnTo>
                  <a:lnTo>
                    <a:pt x="6366967" y="2061944"/>
                  </a:lnTo>
                  <a:lnTo>
                    <a:pt x="6398347" y="1950169"/>
                  </a:lnTo>
                  <a:lnTo>
                    <a:pt x="6429569" y="1840217"/>
                  </a:lnTo>
                  <a:lnTo>
                    <a:pt x="6460601" y="1732540"/>
                  </a:lnTo>
                  <a:lnTo>
                    <a:pt x="6491421" y="1627545"/>
                  </a:lnTo>
                  <a:lnTo>
                    <a:pt x="6522014" y="1525595"/>
                  </a:lnTo>
                  <a:lnTo>
                    <a:pt x="6552376" y="1427002"/>
                  </a:lnTo>
                  <a:lnTo>
                    <a:pt x="6582518" y="1332022"/>
                  </a:lnTo>
                  <a:lnTo>
                    <a:pt x="6612461" y="1240857"/>
                  </a:lnTo>
                  <a:lnTo>
                    <a:pt x="6642243" y="1153657"/>
                  </a:lnTo>
                  <a:lnTo>
                    <a:pt x="6671916" y="1070515"/>
                  </a:lnTo>
                  <a:lnTo>
                    <a:pt x="6701547" y="991476"/>
                  </a:lnTo>
                  <a:lnTo>
                    <a:pt x="6731224" y="916537"/>
                  </a:lnTo>
                  <a:lnTo>
                    <a:pt x="6761051" y="845653"/>
                  </a:lnTo>
                  <a:lnTo>
                    <a:pt x="6786527" y="788721"/>
                  </a:lnTo>
                  <a:lnTo>
                    <a:pt x="6830223" y="699002"/>
                  </a:lnTo>
                  <a:lnTo>
                    <a:pt x="6875183" y="617318"/>
                  </a:lnTo>
                  <a:lnTo>
                    <a:pt x="6921954" y="543358"/>
                  </a:lnTo>
                  <a:lnTo>
                    <a:pt x="6971156" y="476542"/>
                  </a:lnTo>
                  <a:lnTo>
                    <a:pt x="7023431" y="416183"/>
                  </a:lnTo>
                  <a:lnTo>
                    <a:pt x="7079409" y="361582"/>
                  </a:lnTo>
                  <a:lnTo>
                    <a:pt x="7139652" y="312092"/>
                  </a:lnTo>
                  <a:lnTo>
                    <a:pt x="7204598" y="267153"/>
                  </a:lnTo>
                  <a:lnTo>
                    <a:pt x="7274481" y="226310"/>
                  </a:lnTo>
                  <a:lnTo>
                    <a:pt x="7349224" y="189223"/>
                  </a:lnTo>
                  <a:lnTo>
                    <a:pt x="7428329" y="155676"/>
                  </a:lnTo>
                  <a:lnTo>
                    <a:pt x="7510757" y="125562"/>
                  </a:lnTo>
                  <a:lnTo>
                    <a:pt x="7594843" y="98874"/>
                  </a:lnTo>
                  <a:lnTo>
                    <a:pt x="7678284" y="75669"/>
                  </a:lnTo>
                  <a:lnTo>
                    <a:pt x="7758249" y="56023"/>
                  </a:lnTo>
                  <a:lnTo>
                    <a:pt x="7831637" y="39973"/>
                  </a:lnTo>
                  <a:lnTo>
                    <a:pt x="7895492" y="27459"/>
                  </a:lnTo>
                  <a:lnTo>
                    <a:pt x="7947481" y="18276"/>
                  </a:lnTo>
                  <a:lnTo>
                    <a:pt x="7986337" y="12062"/>
                  </a:lnTo>
                  <a:lnTo>
                    <a:pt x="8012151" y="8309"/>
                  </a:lnTo>
                  <a:lnTo>
                    <a:pt x="8026435" y="6414"/>
                  </a:lnTo>
                  <a:lnTo>
                    <a:pt x="8032010" y="5738"/>
                  </a:lnTo>
                  <a:lnTo>
                    <a:pt x="8032819" y="5647"/>
                  </a:lnTo>
                  <a:lnTo>
                    <a:pt x="8554953" y="5647"/>
                  </a:lnTo>
                  <a:lnTo>
                    <a:pt x="8554953" y="0"/>
                  </a:lnTo>
                  <a:lnTo>
                    <a:pt x="8032819" y="0"/>
                  </a:lnTo>
                  <a:lnTo>
                    <a:pt x="8031947" y="98"/>
                  </a:lnTo>
                  <a:lnTo>
                    <a:pt x="8026199" y="797"/>
                  </a:lnTo>
                  <a:lnTo>
                    <a:pt x="8011656" y="2730"/>
                  </a:lnTo>
                  <a:lnTo>
                    <a:pt x="7985529" y="6537"/>
                  </a:lnTo>
                  <a:lnTo>
                    <a:pt x="7946340" y="12820"/>
                  </a:lnTo>
                  <a:lnTo>
                    <a:pt x="7894035" y="22082"/>
                  </a:lnTo>
                  <a:lnTo>
                    <a:pt x="7829910" y="34683"/>
                  </a:lnTo>
                  <a:lnTo>
                    <a:pt x="7756320" y="50822"/>
                  </a:lnTo>
                  <a:lnTo>
                    <a:pt x="7676231" y="70558"/>
                  </a:lnTo>
                  <a:lnTo>
                    <a:pt x="7592741" y="93851"/>
                  </a:lnTo>
                  <a:lnTo>
                    <a:pt x="7508671" y="120625"/>
                  </a:lnTo>
                  <a:lnTo>
                    <a:pt x="7426308" y="150824"/>
                  </a:lnTo>
                  <a:lnTo>
                    <a:pt x="7347302" y="184458"/>
                  </a:lnTo>
                  <a:lnTo>
                    <a:pt x="7272676" y="221635"/>
                  </a:lnTo>
                  <a:lnTo>
                    <a:pt x="7202917" y="262576"/>
                  </a:lnTo>
                  <a:lnTo>
                    <a:pt x="7138092" y="307623"/>
                  </a:lnTo>
                  <a:lnTo>
                    <a:pt x="7077962" y="357233"/>
                  </a:lnTo>
                  <a:lnTo>
                    <a:pt x="7022084" y="411969"/>
                  </a:lnTo>
                  <a:lnTo>
                    <a:pt x="6969893" y="472482"/>
                  </a:lnTo>
                  <a:lnTo>
                    <a:pt x="6920760" y="539468"/>
                  </a:lnTo>
                  <a:lnTo>
                    <a:pt x="6874041" y="613614"/>
                  </a:lnTo>
                  <a:lnTo>
                    <a:pt x="6829119" y="695496"/>
                  </a:lnTo>
                  <a:lnTo>
                    <a:pt x="6786527" y="783074"/>
                  </a:lnTo>
                  <a:lnTo>
                    <a:pt x="6756473" y="850590"/>
                  </a:lnTo>
                  <a:lnTo>
                    <a:pt x="6726677" y="922090"/>
                  </a:lnTo>
                  <a:lnTo>
                    <a:pt x="6697013" y="997654"/>
                  </a:lnTo>
                  <a:lnTo>
                    <a:pt x="6667381" y="1077322"/>
                  </a:lnTo>
                  <a:lnTo>
                    <a:pt x="6637696" y="1161089"/>
                  </a:lnTo>
                  <a:lnTo>
                    <a:pt x="6607892" y="1248903"/>
                  </a:lnTo>
                  <a:lnTo>
                    <a:pt x="6577920" y="1340662"/>
                  </a:lnTo>
                  <a:lnTo>
                    <a:pt x="6547746" y="1436210"/>
                  </a:lnTo>
                  <a:lnTo>
                    <a:pt x="6517348" y="1535335"/>
                  </a:lnTo>
                  <a:lnTo>
                    <a:pt x="6486721" y="1637772"/>
                  </a:lnTo>
                  <a:lnTo>
                    <a:pt x="6455867" y="1743201"/>
                  </a:lnTo>
                  <a:lnTo>
                    <a:pt x="6424804" y="1851254"/>
                  </a:lnTo>
                  <a:lnTo>
                    <a:pt x="6393555" y="1961515"/>
                  </a:lnTo>
                  <a:lnTo>
                    <a:pt x="6362155" y="2073528"/>
                  </a:lnTo>
                  <a:lnTo>
                    <a:pt x="6330643" y="2186804"/>
                  </a:lnTo>
                  <a:lnTo>
                    <a:pt x="6299064" y="2300832"/>
                  </a:lnTo>
                  <a:lnTo>
                    <a:pt x="6267464" y="2415085"/>
                  </a:lnTo>
                  <a:lnTo>
                    <a:pt x="6235892" y="2529032"/>
                  </a:lnTo>
                  <a:lnTo>
                    <a:pt x="6204395" y="2642148"/>
                  </a:lnTo>
                  <a:lnTo>
                    <a:pt x="6173015" y="2753924"/>
                  </a:lnTo>
                  <a:lnTo>
                    <a:pt x="6141793" y="2863875"/>
                  </a:lnTo>
                  <a:lnTo>
                    <a:pt x="6110761" y="2971553"/>
                  </a:lnTo>
                  <a:lnTo>
                    <a:pt x="6079941" y="3076548"/>
                  </a:lnTo>
                  <a:lnTo>
                    <a:pt x="6049348" y="3178497"/>
                  </a:lnTo>
                  <a:lnTo>
                    <a:pt x="6018986" y="3277091"/>
                  </a:lnTo>
                  <a:lnTo>
                    <a:pt x="5988844" y="3372071"/>
                  </a:lnTo>
                  <a:lnTo>
                    <a:pt x="5958901" y="3463235"/>
                  </a:lnTo>
                  <a:lnTo>
                    <a:pt x="5929119" y="3550436"/>
                  </a:lnTo>
                  <a:lnTo>
                    <a:pt x="5899446" y="3633578"/>
                  </a:lnTo>
                  <a:lnTo>
                    <a:pt x="5869815" y="3712617"/>
                  </a:lnTo>
                  <a:lnTo>
                    <a:pt x="5840138" y="3787555"/>
                  </a:lnTo>
                  <a:lnTo>
                    <a:pt x="5810311" y="3858440"/>
                  </a:lnTo>
                  <a:lnTo>
                    <a:pt x="5784835" y="3915371"/>
                  </a:lnTo>
                  <a:lnTo>
                    <a:pt x="5741139" y="4005091"/>
                  </a:lnTo>
                  <a:lnTo>
                    <a:pt x="5696179" y="4086774"/>
                  </a:lnTo>
                  <a:lnTo>
                    <a:pt x="5649408" y="4160734"/>
                  </a:lnTo>
                  <a:lnTo>
                    <a:pt x="5600206" y="4227550"/>
                  </a:lnTo>
                  <a:lnTo>
                    <a:pt x="5547931" y="4287910"/>
                  </a:lnTo>
                  <a:lnTo>
                    <a:pt x="5491953" y="4342511"/>
                  </a:lnTo>
                  <a:lnTo>
                    <a:pt x="5431710" y="4392000"/>
                  </a:lnTo>
                  <a:lnTo>
                    <a:pt x="5366764" y="4436939"/>
                  </a:lnTo>
                  <a:lnTo>
                    <a:pt x="5296881" y="4477783"/>
                  </a:lnTo>
                  <a:lnTo>
                    <a:pt x="5222138" y="4514869"/>
                  </a:lnTo>
                  <a:lnTo>
                    <a:pt x="5143033" y="4548417"/>
                  </a:lnTo>
                  <a:lnTo>
                    <a:pt x="5060605" y="4578531"/>
                  </a:lnTo>
                  <a:lnTo>
                    <a:pt x="4976519" y="4605219"/>
                  </a:lnTo>
                  <a:lnTo>
                    <a:pt x="4893078" y="4628424"/>
                  </a:lnTo>
                  <a:lnTo>
                    <a:pt x="4813113" y="4648070"/>
                  </a:lnTo>
                  <a:lnTo>
                    <a:pt x="4739725" y="4664119"/>
                  </a:lnTo>
                  <a:lnTo>
                    <a:pt x="4675870" y="4676634"/>
                  </a:lnTo>
                  <a:lnTo>
                    <a:pt x="4623881" y="4685816"/>
                  </a:lnTo>
                  <a:lnTo>
                    <a:pt x="4585025" y="4692031"/>
                  </a:lnTo>
                  <a:lnTo>
                    <a:pt x="4559211" y="4695784"/>
                  </a:lnTo>
                  <a:lnTo>
                    <a:pt x="4544927" y="4697678"/>
                  </a:lnTo>
                  <a:lnTo>
                    <a:pt x="4539352" y="4698355"/>
                  </a:lnTo>
                  <a:lnTo>
                    <a:pt x="4538543" y="4698446"/>
                  </a:lnTo>
                  <a:lnTo>
                    <a:pt x="4016409" y="4698446"/>
                  </a:lnTo>
                  <a:lnTo>
                    <a:pt x="4015250" y="4698370"/>
                  </a:lnTo>
                  <a:lnTo>
                    <a:pt x="4007656" y="4697828"/>
                  </a:lnTo>
                  <a:lnTo>
                    <a:pt x="3988610" y="4696328"/>
                  </a:lnTo>
                  <a:lnTo>
                    <a:pt x="3954814" y="4693382"/>
                  </a:lnTo>
                  <a:lnTo>
                    <a:pt x="3904964" y="4688546"/>
                  </a:lnTo>
                  <a:lnTo>
                    <a:pt x="3839836" y="4681481"/>
                  </a:lnTo>
                  <a:lnTo>
                    <a:pt x="3762003" y="4671977"/>
                  </a:lnTo>
                  <a:lnTo>
                    <a:pt x="3675209" y="4659954"/>
                  </a:lnTo>
                  <a:lnTo>
                    <a:pt x="3583589" y="4645429"/>
                  </a:lnTo>
                  <a:lnTo>
                    <a:pt x="3490981" y="4628457"/>
                  </a:lnTo>
                  <a:lnTo>
                    <a:pt x="3400468" y="4609081"/>
                  </a:lnTo>
                  <a:lnTo>
                    <a:pt x="3314197" y="4587290"/>
                  </a:lnTo>
                  <a:lnTo>
                    <a:pt x="3233409" y="4562985"/>
                  </a:lnTo>
                  <a:lnTo>
                    <a:pt x="3158594" y="4535971"/>
                  </a:lnTo>
                  <a:lnTo>
                    <a:pt x="3089674" y="4505950"/>
                  </a:lnTo>
                  <a:lnTo>
                    <a:pt x="3026191" y="4472529"/>
                  </a:lnTo>
                  <a:lnTo>
                    <a:pt x="2967450" y="4435231"/>
                  </a:lnTo>
                  <a:lnTo>
                    <a:pt x="2912632" y="4393528"/>
                  </a:lnTo>
                  <a:lnTo>
                    <a:pt x="2860877" y="4346883"/>
                  </a:lnTo>
                  <a:lnTo>
                    <a:pt x="2811355" y="4294839"/>
                  </a:lnTo>
                  <a:lnTo>
                    <a:pt x="2770117" y="4245731"/>
                  </a:lnTo>
                  <a:lnTo>
                    <a:pt x="2732279" y="4196150"/>
                  </a:lnTo>
                  <a:lnTo>
                    <a:pt x="2694797" y="4142889"/>
                  </a:lnTo>
                  <a:lnTo>
                    <a:pt x="2657439" y="4085872"/>
                  </a:lnTo>
                  <a:lnTo>
                    <a:pt x="2620025" y="4025086"/>
                  </a:lnTo>
                  <a:lnTo>
                    <a:pt x="2582421" y="3960588"/>
                  </a:lnTo>
                  <a:lnTo>
                    <a:pt x="2544531" y="3892506"/>
                  </a:lnTo>
                  <a:lnTo>
                    <a:pt x="2506299" y="3821049"/>
                  </a:lnTo>
                  <a:lnTo>
                    <a:pt x="2467703" y="3746506"/>
                  </a:lnTo>
                  <a:lnTo>
                    <a:pt x="2428751" y="3669242"/>
                  </a:lnTo>
                  <a:lnTo>
                    <a:pt x="2389478" y="3589697"/>
                  </a:lnTo>
                  <a:lnTo>
                    <a:pt x="2349942" y="3508376"/>
                  </a:lnTo>
                  <a:lnTo>
                    <a:pt x="2310220" y="3425834"/>
                  </a:lnTo>
                  <a:lnTo>
                    <a:pt x="2270400" y="3342662"/>
                  </a:lnTo>
                  <a:lnTo>
                    <a:pt x="2230578" y="3259473"/>
                  </a:lnTo>
                  <a:lnTo>
                    <a:pt x="2190848" y="3176879"/>
                  </a:lnTo>
                  <a:lnTo>
                    <a:pt x="2151299" y="3095473"/>
                  </a:lnTo>
                  <a:lnTo>
                    <a:pt x="2112010" y="3015814"/>
                  </a:lnTo>
                  <a:lnTo>
                    <a:pt x="2073038" y="2938409"/>
                  </a:lnTo>
                  <a:lnTo>
                    <a:pt x="2034421" y="2863700"/>
                  </a:lnTo>
                  <a:lnTo>
                    <a:pt x="1996169" y="2792060"/>
                  </a:lnTo>
                  <a:lnTo>
                    <a:pt x="1958262" y="2723781"/>
                  </a:lnTo>
                  <a:lnTo>
                    <a:pt x="1920643" y="2659075"/>
                  </a:lnTo>
                  <a:lnTo>
                    <a:pt x="1883222" y="2598077"/>
                  </a:lnTo>
                  <a:lnTo>
                    <a:pt x="1845865" y="2540846"/>
                  </a:lnTo>
                  <a:lnTo>
                    <a:pt x="1808395" y="2487373"/>
                  </a:lnTo>
                  <a:lnTo>
                    <a:pt x="1770584" y="2437586"/>
                  </a:lnTo>
                  <a:lnTo>
                    <a:pt x="1768425" y="2434871"/>
                  </a:lnTo>
                  <a:lnTo>
                    <a:pt x="1720230" y="2377997"/>
                  </a:lnTo>
                  <a:lnTo>
                    <a:pt x="1670438" y="2326745"/>
                  </a:lnTo>
                  <a:lnTo>
                    <a:pt x="1618298" y="2280835"/>
                  </a:lnTo>
                  <a:lnTo>
                    <a:pt x="1562973" y="2239794"/>
                  </a:lnTo>
                  <a:lnTo>
                    <a:pt x="1503604" y="2203081"/>
                  </a:lnTo>
                  <a:lnTo>
                    <a:pt x="1439383" y="2170172"/>
                  </a:lnTo>
                  <a:lnTo>
                    <a:pt x="1369644" y="2140602"/>
                  </a:lnTo>
                  <a:lnTo>
                    <a:pt x="1293970" y="2113990"/>
                  </a:lnTo>
                  <a:lnTo>
                    <a:pt x="1212355" y="2090053"/>
                  </a:lnTo>
                  <a:lnTo>
                    <a:pt x="1125382" y="2068611"/>
                  </a:lnTo>
                  <a:lnTo>
                    <a:pt x="1034417" y="2049577"/>
                  </a:lnTo>
                  <a:lnTo>
                    <a:pt x="941741" y="2032950"/>
                  </a:lnTo>
                  <a:lnTo>
                    <a:pt x="850562" y="2018779"/>
                  </a:lnTo>
                  <a:lnTo>
                    <a:pt x="764793" y="2007117"/>
                  </a:lnTo>
                  <a:lnTo>
                    <a:pt x="688563" y="1997968"/>
                  </a:lnTo>
                  <a:lnTo>
                    <a:pt x="625493" y="1991237"/>
                  </a:lnTo>
                  <a:lnTo>
                    <a:pt x="577933" y="1986694"/>
                  </a:lnTo>
                  <a:lnTo>
                    <a:pt x="546370" y="1983983"/>
                  </a:lnTo>
                  <a:lnTo>
                    <a:pt x="529203" y="1982651"/>
                  </a:lnTo>
                  <a:lnTo>
                    <a:pt x="522869" y="1982204"/>
                  </a:lnTo>
                  <a:lnTo>
                    <a:pt x="522133" y="1982157"/>
                  </a:lnTo>
                  <a:lnTo>
                    <a:pt x="0" y="1982157"/>
                  </a:lnTo>
                  <a:close/>
                </a:path>
              </a:pathLst>
            </a:custGeom>
            <a:solidFill>
              <a:srgbClr val="8FA8D6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111" name="pl111"/>
            <p:cNvSpPr/>
            <p:nvPr/>
          </p:nvSpPr>
          <p:spPr>
            <a:xfrm>
              <a:off x="386606" y="1236369"/>
              <a:ext cx="8554953" cy="4698446"/>
            </a:xfrm>
            <a:custGeom>
              <a:avLst/>
              <a:pathLst>
                <a:path w="8554953" h="4698446">
                  <a:moveTo>
                    <a:pt x="0" y="1982157"/>
                  </a:moveTo>
                  <a:lnTo>
                    <a:pt x="522133" y="1982157"/>
                  </a:lnTo>
                  <a:lnTo>
                    <a:pt x="523292" y="1982233"/>
                  </a:lnTo>
                  <a:lnTo>
                    <a:pt x="530887" y="1982775"/>
                  </a:lnTo>
                  <a:lnTo>
                    <a:pt x="549932" y="1984274"/>
                  </a:lnTo>
                  <a:lnTo>
                    <a:pt x="583728" y="1987221"/>
                  </a:lnTo>
                  <a:lnTo>
                    <a:pt x="633578" y="1992057"/>
                  </a:lnTo>
                  <a:lnTo>
                    <a:pt x="698706" y="1999122"/>
                  </a:lnTo>
                  <a:lnTo>
                    <a:pt x="776539" y="2008626"/>
                  </a:lnTo>
                  <a:lnTo>
                    <a:pt x="863333" y="2020648"/>
                  </a:lnTo>
                  <a:lnTo>
                    <a:pt x="954953" y="2035173"/>
                  </a:lnTo>
                  <a:lnTo>
                    <a:pt x="1047561" y="2052146"/>
                  </a:lnTo>
                  <a:lnTo>
                    <a:pt x="1138074" y="2071521"/>
                  </a:lnTo>
                  <a:lnTo>
                    <a:pt x="1224345" y="2093312"/>
                  </a:lnTo>
                  <a:lnTo>
                    <a:pt x="1305133" y="2117617"/>
                  </a:lnTo>
                  <a:lnTo>
                    <a:pt x="1379948" y="2144631"/>
                  </a:lnTo>
                  <a:lnTo>
                    <a:pt x="1448868" y="2174652"/>
                  </a:lnTo>
                  <a:lnTo>
                    <a:pt x="1512351" y="2208074"/>
                  </a:lnTo>
                  <a:lnTo>
                    <a:pt x="1571092" y="2245371"/>
                  </a:lnTo>
                  <a:lnTo>
                    <a:pt x="1625910" y="2287074"/>
                  </a:lnTo>
                  <a:lnTo>
                    <a:pt x="1677665" y="2333719"/>
                  </a:lnTo>
                  <a:lnTo>
                    <a:pt x="1727187" y="2385764"/>
                  </a:lnTo>
                  <a:lnTo>
                    <a:pt x="1768425" y="2434871"/>
                  </a:lnTo>
                  <a:lnTo>
                    <a:pt x="1806263" y="2484452"/>
                  </a:lnTo>
                  <a:lnTo>
                    <a:pt x="1843745" y="2537714"/>
                  </a:lnTo>
                  <a:lnTo>
                    <a:pt x="1881103" y="2594731"/>
                  </a:lnTo>
                  <a:lnTo>
                    <a:pt x="1918517" y="2655516"/>
                  </a:lnTo>
                  <a:lnTo>
                    <a:pt x="1956122" y="2720015"/>
                  </a:lnTo>
                  <a:lnTo>
                    <a:pt x="1994011" y="2788097"/>
                  </a:lnTo>
                  <a:lnTo>
                    <a:pt x="2032243" y="2859553"/>
                  </a:lnTo>
                  <a:lnTo>
                    <a:pt x="2070839" y="2934097"/>
                  </a:lnTo>
                  <a:lnTo>
                    <a:pt x="2109791" y="3011361"/>
                  </a:lnTo>
                  <a:lnTo>
                    <a:pt x="2149064" y="3090905"/>
                  </a:lnTo>
                  <a:lnTo>
                    <a:pt x="2188600" y="3172226"/>
                  </a:lnTo>
                  <a:lnTo>
                    <a:pt x="2228322" y="3254769"/>
                  </a:lnTo>
                  <a:lnTo>
                    <a:pt x="2268142" y="3337940"/>
                  </a:lnTo>
                  <a:lnTo>
                    <a:pt x="2307964" y="3421129"/>
                  </a:lnTo>
                  <a:lnTo>
                    <a:pt x="2347694" y="3503723"/>
                  </a:lnTo>
                  <a:lnTo>
                    <a:pt x="2387243" y="3585129"/>
                  </a:lnTo>
                  <a:lnTo>
                    <a:pt x="2426533" y="3664788"/>
                  </a:lnTo>
                  <a:lnTo>
                    <a:pt x="2465504" y="3742194"/>
                  </a:lnTo>
                  <a:lnTo>
                    <a:pt x="2504121" y="3816902"/>
                  </a:lnTo>
                  <a:lnTo>
                    <a:pt x="2542373" y="3888542"/>
                  </a:lnTo>
                  <a:lnTo>
                    <a:pt x="2580281" y="3956822"/>
                  </a:lnTo>
                  <a:lnTo>
                    <a:pt x="2617899" y="4021528"/>
                  </a:lnTo>
                  <a:lnTo>
                    <a:pt x="2655320" y="4082526"/>
                  </a:lnTo>
                  <a:lnTo>
                    <a:pt x="2692677" y="4139757"/>
                  </a:lnTo>
                  <a:lnTo>
                    <a:pt x="2730147" y="4193230"/>
                  </a:lnTo>
                  <a:lnTo>
                    <a:pt x="2767958" y="4243016"/>
                  </a:lnTo>
                  <a:lnTo>
                    <a:pt x="2770117" y="4245731"/>
                  </a:lnTo>
                  <a:lnTo>
                    <a:pt x="2818312" y="4302605"/>
                  </a:lnTo>
                  <a:lnTo>
                    <a:pt x="2868104" y="4353858"/>
                  </a:lnTo>
                  <a:lnTo>
                    <a:pt x="2920244" y="4399767"/>
                  </a:lnTo>
                  <a:lnTo>
                    <a:pt x="2975569" y="4440808"/>
                  </a:lnTo>
                  <a:lnTo>
                    <a:pt x="3034939" y="4477521"/>
                  </a:lnTo>
                  <a:lnTo>
                    <a:pt x="3099159" y="4510430"/>
                  </a:lnTo>
                  <a:lnTo>
                    <a:pt x="3168899" y="4540001"/>
                  </a:lnTo>
                  <a:lnTo>
                    <a:pt x="3244573" y="4566612"/>
                  </a:lnTo>
                  <a:lnTo>
                    <a:pt x="3326188" y="4590549"/>
                  </a:lnTo>
                  <a:lnTo>
                    <a:pt x="3413160" y="4611992"/>
                  </a:lnTo>
                  <a:lnTo>
                    <a:pt x="3504125" y="4631025"/>
                  </a:lnTo>
                  <a:lnTo>
                    <a:pt x="3596801" y="4647652"/>
                  </a:lnTo>
                  <a:lnTo>
                    <a:pt x="3687981" y="4661823"/>
                  </a:lnTo>
                  <a:lnTo>
                    <a:pt x="3773749" y="4673486"/>
                  </a:lnTo>
                  <a:lnTo>
                    <a:pt x="3849979" y="4682634"/>
                  </a:lnTo>
                  <a:lnTo>
                    <a:pt x="3913049" y="4689365"/>
                  </a:lnTo>
                  <a:lnTo>
                    <a:pt x="3960609" y="4693908"/>
                  </a:lnTo>
                  <a:lnTo>
                    <a:pt x="3992172" y="4696620"/>
                  </a:lnTo>
                  <a:lnTo>
                    <a:pt x="4009339" y="4697952"/>
                  </a:lnTo>
                  <a:lnTo>
                    <a:pt x="4015673" y="4698398"/>
                  </a:lnTo>
                  <a:lnTo>
                    <a:pt x="4016409" y="4698446"/>
                  </a:lnTo>
                  <a:lnTo>
                    <a:pt x="4538543" y="4698446"/>
                  </a:lnTo>
                  <a:lnTo>
                    <a:pt x="4539415" y="4698348"/>
                  </a:lnTo>
                  <a:lnTo>
                    <a:pt x="4545163" y="4697648"/>
                  </a:lnTo>
                  <a:lnTo>
                    <a:pt x="4559706" y="4695715"/>
                  </a:lnTo>
                  <a:lnTo>
                    <a:pt x="4585833" y="4691908"/>
                  </a:lnTo>
                  <a:lnTo>
                    <a:pt x="4625022" y="4685625"/>
                  </a:lnTo>
                  <a:lnTo>
                    <a:pt x="4677327" y="4676363"/>
                  </a:lnTo>
                  <a:lnTo>
                    <a:pt x="4741452" y="4663762"/>
                  </a:lnTo>
                  <a:lnTo>
                    <a:pt x="4815042" y="4647623"/>
                  </a:lnTo>
                  <a:lnTo>
                    <a:pt x="4895131" y="4627888"/>
                  </a:lnTo>
                  <a:lnTo>
                    <a:pt x="4978621" y="4604595"/>
                  </a:lnTo>
                  <a:lnTo>
                    <a:pt x="5062691" y="4577820"/>
                  </a:lnTo>
                  <a:lnTo>
                    <a:pt x="5145054" y="4547621"/>
                  </a:lnTo>
                  <a:lnTo>
                    <a:pt x="5224060" y="4513987"/>
                  </a:lnTo>
                  <a:lnTo>
                    <a:pt x="5298686" y="4476810"/>
                  </a:lnTo>
                  <a:lnTo>
                    <a:pt x="5368445" y="4435869"/>
                  </a:lnTo>
                  <a:lnTo>
                    <a:pt x="5433270" y="4390822"/>
                  </a:lnTo>
                  <a:lnTo>
                    <a:pt x="5493400" y="4341213"/>
                  </a:lnTo>
                  <a:lnTo>
                    <a:pt x="5549278" y="4286476"/>
                  </a:lnTo>
                  <a:lnTo>
                    <a:pt x="5601469" y="4225964"/>
                  </a:lnTo>
                  <a:lnTo>
                    <a:pt x="5650602" y="4158978"/>
                  </a:lnTo>
                  <a:lnTo>
                    <a:pt x="5697321" y="4084831"/>
                  </a:lnTo>
                  <a:lnTo>
                    <a:pt x="5742243" y="4002950"/>
                  </a:lnTo>
                  <a:lnTo>
                    <a:pt x="5784835" y="3915371"/>
                  </a:lnTo>
                  <a:lnTo>
                    <a:pt x="5814889" y="3847855"/>
                  </a:lnTo>
                  <a:lnTo>
                    <a:pt x="5844685" y="3776355"/>
                  </a:lnTo>
                  <a:lnTo>
                    <a:pt x="5874349" y="3700791"/>
                  </a:lnTo>
                  <a:lnTo>
                    <a:pt x="5903981" y="3621123"/>
                  </a:lnTo>
                  <a:lnTo>
                    <a:pt x="5933666" y="3537357"/>
                  </a:lnTo>
                  <a:lnTo>
                    <a:pt x="5963470" y="3449542"/>
                  </a:lnTo>
                  <a:lnTo>
                    <a:pt x="5993442" y="3357783"/>
                  </a:lnTo>
                  <a:lnTo>
                    <a:pt x="6023616" y="3262236"/>
                  </a:lnTo>
                  <a:lnTo>
                    <a:pt x="6054014" y="3163111"/>
                  </a:lnTo>
                  <a:lnTo>
                    <a:pt x="6084641" y="3060674"/>
                  </a:lnTo>
                  <a:lnTo>
                    <a:pt x="6115495" y="2955244"/>
                  </a:lnTo>
                  <a:lnTo>
                    <a:pt x="6146558" y="2847191"/>
                  </a:lnTo>
                  <a:lnTo>
                    <a:pt x="6177807" y="2736930"/>
                  </a:lnTo>
                  <a:lnTo>
                    <a:pt x="6209207" y="2624918"/>
                  </a:lnTo>
                  <a:lnTo>
                    <a:pt x="6240719" y="2511641"/>
                  </a:lnTo>
                  <a:lnTo>
                    <a:pt x="6272298" y="2397613"/>
                  </a:lnTo>
                  <a:lnTo>
                    <a:pt x="6303898" y="2283360"/>
                  </a:lnTo>
                  <a:lnTo>
                    <a:pt x="6335470" y="2169413"/>
                  </a:lnTo>
                  <a:lnTo>
                    <a:pt x="6366967" y="2056297"/>
                  </a:lnTo>
                  <a:lnTo>
                    <a:pt x="6398347" y="1944522"/>
                  </a:lnTo>
                  <a:lnTo>
                    <a:pt x="6429569" y="1834570"/>
                  </a:lnTo>
                  <a:lnTo>
                    <a:pt x="6460601" y="1726892"/>
                  </a:lnTo>
                  <a:lnTo>
                    <a:pt x="6491421" y="1621898"/>
                  </a:lnTo>
                  <a:lnTo>
                    <a:pt x="6522014" y="1519948"/>
                  </a:lnTo>
                  <a:lnTo>
                    <a:pt x="6552376" y="1421355"/>
                  </a:lnTo>
                  <a:lnTo>
                    <a:pt x="6582518" y="1326374"/>
                  </a:lnTo>
                  <a:lnTo>
                    <a:pt x="6612461" y="1235210"/>
                  </a:lnTo>
                  <a:lnTo>
                    <a:pt x="6642243" y="1148010"/>
                  </a:lnTo>
                  <a:lnTo>
                    <a:pt x="6671916" y="1064868"/>
                  </a:lnTo>
                  <a:lnTo>
                    <a:pt x="6701547" y="985829"/>
                  </a:lnTo>
                  <a:lnTo>
                    <a:pt x="6731224" y="910890"/>
                  </a:lnTo>
                  <a:lnTo>
                    <a:pt x="6761051" y="840006"/>
                  </a:lnTo>
                  <a:lnTo>
                    <a:pt x="6786527" y="783074"/>
                  </a:lnTo>
                  <a:lnTo>
                    <a:pt x="6830223" y="693355"/>
                  </a:lnTo>
                  <a:lnTo>
                    <a:pt x="6875183" y="611671"/>
                  </a:lnTo>
                  <a:lnTo>
                    <a:pt x="6921954" y="537711"/>
                  </a:lnTo>
                  <a:lnTo>
                    <a:pt x="6971156" y="470895"/>
                  </a:lnTo>
                  <a:lnTo>
                    <a:pt x="7023431" y="410536"/>
                  </a:lnTo>
                  <a:lnTo>
                    <a:pt x="7079409" y="355935"/>
                  </a:lnTo>
                  <a:lnTo>
                    <a:pt x="7139652" y="306445"/>
                  </a:lnTo>
                  <a:lnTo>
                    <a:pt x="7204598" y="261506"/>
                  </a:lnTo>
                  <a:lnTo>
                    <a:pt x="7274481" y="220663"/>
                  </a:lnTo>
                  <a:lnTo>
                    <a:pt x="7349224" y="183576"/>
                  </a:lnTo>
                  <a:lnTo>
                    <a:pt x="7428329" y="150029"/>
                  </a:lnTo>
                  <a:lnTo>
                    <a:pt x="7510757" y="119915"/>
                  </a:lnTo>
                  <a:lnTo>
                    <a:pt x="7594843" y="93227"/>
                  </a:lnTo>
                  <a:lnTo>
                    <a:pt x="7678284" y="70022"/>
                  </a:lnTo>
                  <a:lnTo>
                    <a:pt x="7758249" y="50376"/>
                  </a:lnTo>
                  <a:lnTo>
                    <a:pt x="7831637" y="34326"/>
                  </a:lnTo>
                  <a:lnTo>
                    <a:pt x="7895492" y="21812"/>
                  </a:lnTo>
                  <a:lnTo>
                    <a:pt x="7947481" y="12629"/>
                  </a:lnTo>
                  <a:lnTo>
                    <a:pt x="7986337" y="6414"/>
                  </a:lnTo>
                  <a:lnTo>
                    <a:pt x="8012151" y="2661"/>
                  </a:lnTo>
                  <a:lnTo>
                    <a:pt x="8026435" y="767"/>
                  </a:lnTo>
                  <a:lnTo>
                    <a:pt x="8032010" y="90"/>
                  </a:lnTo>
                  <a:lnTo>
                    <a:pt x="8032819" y="0"/>
                  </a:lnTo>
                  <a:lnTo>
                    <a:pt x="8554953" y="0"/>
                  </a:lnTo>
                  <a:lnTo>
                    <a:pt x="8554953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12" name="pl112"/>
            <p:cNvSpPr/>
            <p:nvPr/>
          </p:nvSpPr>
          <p:spPr>
            <a:xfrm>
              <a:off x="386606" y="1230722"/>
              <a:ext cx="8554953" cy="4698446"/>
            </a:xfrm>
            <a:custGeom>
              <a:avLst/>
              <a:pathLst>
                <a:path w="8554953" h="4698446">
                  <a:moveTo>
                    <a:pt x="8554953" y="0"/>
                  </a:moveTo>
                  <a:lnTo>
                    <a:pt x="8032819" y="0"/>
                  </a:lnTo>
                  <a:lnTo>
                    <a:pt x="8031947" y="98"/>
                  </a:lnTo>
                  <a:lnTo>
                    <a:pt x="8026199" y="797"/>
                  </a:lnTo>
                  <a:lnTo>
                    <a:pt x="8011656" y="2730"/>
                  </a:lnTo>
                  <a:lnTo>
                    <a:pt x="7985529" y="6537"/>
                  </a:lnTo>
                  <a:lnTo>
                    <a:pt x="7946340" y="12820"/>
                  </a:lnTo>
                  <a:lnTo>
                    <a:pt x="7894035" y="22082"/>
                  </a:lnTo>
                  <a:lnTo>
                    <a:pt x="7829910" y="34683"/>
                  </a:lnTo>
                  <a:lnTo>
                    <a:pt x="7756320" y="50822"/>
                  </a:lnTo>
                  <a:lnTo>
                    <a:pt x="7676231" y="70558"/>
                  </a:lnTo>
                  <a:lnTo>
                    <a:pt x="7592741" y="93851"/>
                  </a:lnTo>
                  <a:lnTo>
                    <a:pt x="7508671" y="120625"/>
                  </a:lnTo>
                  <a:lnTo>
                    <a:pt x="7426308" y="150824"/>
                  </a:lnTo>
                  <a:lnTo>
                    <a:pt x="7347302" y="184458"/>
                  </a:lnTo>
                  <a:lnTo>
                    <a:pt x="7272676" y="221635"/>
                  </a:lnTo>
                  <a:lnTo>
                    <a:pt x="7202917" y="262576"/>
                  </a:lnTo>
                  <a:lnTo>
                    <a:pt x="7138092" y="307623"/>
                  </a:lnTo>
                  <a:lnTo>
                    <a:pt x="7077962" y="357233"/>
                  </a:lnTo>
                  <a:lnTo>
                    <a:pt x="7022084" y="411969"/>
                  </a:lnTo>
                  <a:lnTo>
                    <a:pt x="6969893" y="472482"/>
                  </a:lnTo>
                  <a:lnTo>
                    <a:pt x="6920760" y="539468"/>
                  </a:lnTo>
                  <a:lnTo>
                    <a:pt x="6874041" y="613614"/>
                  </a:lnTo>
                  <a:lnTo>
                    <a:pt x="6829119" y="695496"/>
                  </a:lnTo>
                  <a:lnTo>
                    <a:pt x="6786527" y="783074"/>
                  </a:lnTo>
                  <a:lnTo>
                    <a:pt x="6756473" y="850590"/>
                  </a:lnTo>
                  <a:lnTo>
                    <a:pt x="6726677" y="922090"/>
                  </a:lnTo>
                  <a:lnTo>
                    <a:pt x="6697013" y="997654"/>
                  </a:lnTo>
                  <a:lnTo>
                    <a:pt x="6667381" y="1077322"/>
                  </a:lnTo>
                  <a:lnTo>
                    <a:pt x="6637696" y="1161089"/>
                  </a:lnTo>
                  <a:lnTo>
                    <a:pt x="6607892" y="1248903"/>
                  </a:lnTo>
                  <a:lnTo>
                    <a:pt x="6577920" y="1340662"/>
                  </a:lnTo>
                  <a:lnTo>
                    <a:pt x="6547746" y="1436210"/>
                  </a:lnTo>
                  <a:lnTo>
                    <a:pt x="6517348" y="1535335"/>
                  </a:lnTo>
                  <a:lnTo>
                    <a:pt x="6486721" y="1637772"/>
                  </a:lnTo>
                  <a:lnTo>
                    <a:pt x="6455867" y="1743201"/>
                  </a:lnTo>
                  <a:lnTo>
                    <a:pt x="6424804" y="1851254"/>
                  </a:lnTo>
                  <a:lnTo>
                    <a:pt x="6393555" y="1961515"/>
                  </a:lnTo>
                  <a:lnTo>
                    <a:pt x="6362155" y="2073528"/>
                  </a:lnTo>
                  <a:lnTo>
                    <a:pt x="6330643" y="2186804"/>
                  </a:lnTo>
                  <a:lnTo>
                    <a:pt x="6299064" y="2300832"/>
                  </a:lnTo>
                  <a:lnTo>
                    <a:pt x="6267464" y="2415085"/>
                  </a:lnTo>
                  <a:lnTo>
                    <a:pt x="6235892" y="2529032"/>
                  </a:lnTo>
                  <a:lnTo>
                    <a:pt x="6204395" y="2642148"/>
                  </a:lnTo>
                  <a:lnTo>
                    <a:pt x="6173015" y="2753924"/>
                  </a:lnTo>
                  <a:lnTo>
                    <a:pt x="6141793" y="2863875"/>
                  </a:lnTo>
                  <a:lnTo>
                    <a:pt x="6110761" y="2971553"/>
                  </a:lnTo>
                  <a:lnTo>
                    <a:pt x="6079941" y="3076548"/>
                  </a:lnTo>
                  <a:lnTo>
                    <a:pt x="6049348" y="3178497"/>
                  </a:lnTo>
                  <a:lnTo>
                    <a:pt x="6018986" y="3277091"/>
                  </a:lnTo>
                  <a:lnTo>
                    <a:pt x="5988844" y="3372071"/>
                  </a:lnTo>
                  <a:lnTo>
                    <a:pt x="5958901" y="3463235"/>
                  </a:lnTo>
                  <a:lnTo>
                    <a:pt x="5929119" y="3550436"/>
                  </a:lnTo>
                  <a:lnTo>
                    <a:pt x="5899446" y="3633578"/>
                  </a:lnTo>
                  <a:lnTo>
                    <a:pt x="5869815" y="3712617"/>
                  </a:lnTo>
                  <a:lnTo>
                    <a:pt x="5840138" y="3787555"/>
                  </a:lnTo>
                  <a:lnTo>
                    <a:pt x="5810311" y="3858440"/>
                  </a:lnTo>
                  <a:lnTo>
                    <a:pt x="5784835" y="3915371"/>
                  </a:lnTo>
                  <a:lnTo>
                    <a:pt x="5741139" y="4005091"/>
                  </a:lnTo>
                  <a:lnTo>
                    <a:pt x="5696179" y="4086774"/>
                  </a:lnTo>
                  <a:lnTo>
                    <a:pt x="5649408" y="4160734"/>
                  </a:lnTo>
                  <a:lnTo>
                    <a:pt x="5600206" y="4227550"/>
                  </a:lnTo>
                  <a:lnTo>
                    <a:pt x="5547931" y="4287910"/>
                  </a:lnTo>
                  <a:lnTo>
                    <a:pt x="5491953" y="4342511"/>
                  </a:lnTo>
                  <a:lnTo>
                    <a:pt x="5431710" y="4392000"/>
                  </a:lnTo>
                  <a:lnTo>
                    <a:pt x="5366764" y="4436939"/>
                  </a:lnTo>
                  <a:lnTo>
                    <a:pt x="5296881" y="4477783"/>
                  </a:lnTo>
                  <a:lnTo>
                    <a:pt x="5222138" y="4514869"/>
                  </a:lnTo>
                  <a:lnTo>
                    <a:pt x="5143033" y="4548417"/>
                  </a:lnTo>
                  <a:lnTo>
                    <a:pt x="5060605" y="4578531"/>
                  </a:lnTo>
                  <a:lnTo>
                    <a:pt x="4976519" y="4605219"/>
                  </a:lnTo>
                  <a:lnTo>
                    <a:pt x="4893078" y="4628424"/>
                  </a:lnTo>
                  <a:lnTo>
                    <a:pt x="4813113" y="4648070"/>
                  </a:lnTo>
                  <a:lnTo>
                    <a:pt x="4739725" y="4664119"/>
                  </a:lnTo>
                  <a:lnTo>
                    <a:pt x="4675870" y="4676634"/>
                  </a:lnTo>
                  <a:lnTo>
                    <a:pt x="4623881" y="4685816"/>
                  </a:lnTo>
                  <a:lnTo>
                    <a:pt x="4585025" y="4692031"/>
                  </a:lnTo>
                  <a:lnTo>
                    <a:pt x="4559211" y="4695784"/>
                  </a:lnTo>
                  <a:lnTo>
                    <a:pt x="4544927" y="4697678"/>
                  </a:lnTo>
                  <a:lnTo>
                    <a:pt x="4539352" y="4698355"/>
                  </a:lnTo>
                  <a:lnTo>
                    <a:pt x="4538543" y="4698446"/>
                  </a:lnTo>
                  <a:lnTo>
                    <a:pt x="4016409" y="4698446"/>
                  </a:lnTo>
                  <a:lnTo>
                    <a:pt x="4015250" y="4698370"/>
                  </a:lnTo>
                  <a:lnTo>
                    <a:pt x="4007656" y="4697828"/>
                  </a:lnTo>
                  <a:lnTo>
                    <a:pt x="3988610" y="4696328"/>
                  </a:lnTo>
                  <a:lnTo>
                    <a:pt x="3954814" y="4693382"/>
                  </a:lnTo>
                  <a:lnTo>
                    <a:pt x="3904964" y="4688546"/>
                  </a:lnTo>
                  <a:lnTo>
                    <a:pt x="3839836" y="4681481"/>
                  </a:lnTo>
                  <a:lnTo>
                    <a:pt x="3762003" y="4671977"/>
                  </a:lnTo>
                  <a:lnTo>
                    <a:pt x="3675209" y="4659954"/>
                  </a:lnTo>
                  <a:lnTo>
                    <a:pt x="3583589" y="4645429"/>
                  </a:lnTo>
                  <a:lnTo>
                    <a:pt x="3490981" y="4628457"/>
                  </a:lnTo>
                  <a:lnTo>
                    <a:pt x="3400468" y="4609081"/>
                  </a:lnTo>
                  <a:lnTo>
                    <a:pt x="3314197" y="4587290"/>
                  </a:lnTo>
                  <a:lnTo>
                    <a:pt x="3233409" y="4562985"/>
                  </a:lnTo>
                  <a:lnTo>
                    <a:pt x="3158594" y="4535971"/>
                  </a:lnTo>
                  <a:lnTo>
                    <a:pt x="3089674" y="4505950"/>
                  </a:lnTo>
                  <a:lnTo>
                    <a:pt x="3026191" y="4472529"/>
                  </a:lnTo>
                  <a:lnTo>
                    <a:pt x="2967450" y="4435231"/>
                  </a:lnTo>
                  <a:lnTo>
                    <a:pt x="2912632" y="4393528"/>
                  </a:lnTo>
                  <a:lnTo>
                    <a:pt x="2860877" y="4346883"/>
                  </a:lnTo>
                  <a:lnTo>
                    <a:pt x="2811355" y="4294839"/>
                  </a:lnTo>
                  <a:lnTo>
                    <a:pt x="2770117" y="4245731"/>
                  </a:lnTo>
                  <a:lnTo>
                    <a:pt x="2732279" y="4196150"/>
                  </a:lnTo>
                  <a:lnTo>
                    <a:pt x="2694797" y="4142889"/>
                  </a:lnTo>
                  <a:lnTo>
                    <a:pt x="2657439" y="4085872"/>
                  </a:lnTo>
                  <a:lnTo>
                    <a:pt x="2620025" y="4025086"/>
                  </a:lnTo>
                  <a:lnTo>
                    <a:pt x="2582421" y="3960588"/>
                  </a:lnTo>
                  <a:lnTo>
                    <a:pt x="2544531" y="3892506"/>
                  </a:lnTo>
                  <a:lnTo>
                    <a:pt x="2506299" y="3821049"/>
                  </a:lnTo>
                  <a:lnTo>
                    <a:pt x="2467703" y="3746506"/>
                  </a:lnTo>
                  <a:lnTo>
                    <a:pt x="2428751" y="3669242"/>
                  </a:lnTo>
                  <a:lnTo>
                    <a:pt x="2389478" y="3589697"/>
                  </a:lnTo>
                  <a:lnTo>
                    <a:pt x="2349942" y="3508376"/>
                  </a:lnTo>
                  <a:lnTo>
                    <a:pt x="2310220" y="3425834"/>
                  </a:lnTo>
                  <a:lnTo>
                    <a:pt x="2270400" y="3342662"/>
                  </a:lnTo>
                  <a:lnTo>
                    <a:pt x="2230578" y="3259473"/>
                  </a:lnTo>
                  <a:lnTo>
                    <a:pt x="2190848" y="3176879"/>
                  </a:lnTo>
                  <a:lnTo>
                    <a:pt x="2151299" y="3095473"/>
                  </a:lnTo>
                  <a:lnTo>
                    <a:pt x="2112010" y="3015814"/>
                  </a:lnTo>
                  <a:lnTo>
                    <a:pt x="2073038" y="2938409"/>
                  </a:lnTo>
                  <a:lnTo>
                    <a:pt x="2034421" y="2863700"/>
                  </a:lnTo>
                  <a:lnTo>
                    <a:pt x="1996169" y="2792060"/>
                  </a:lnTo>
                  <a:lnTo>
                    <a:pt x="1958262" y="2723781"/>
                  </a:lnTo>
                  <a:lnTo>
                    <a:pt x="1920643" y="2659075"/>
                  </a:lnTo>
                  <a:lnTo>
                    <a:pt x="1883222" y="2598077"/>
                  </a:lnTo>
                  <a:lnTo>
                    <a:pt x="1845865" y="2540846"/>
                  </a:lnTo>
                  <a:lnTo>
                    <a:pt x="1808395" y="2487373"/>
                  </a:lnTo>
                  <a:lnTo>
                    <a:pt x="1770584" y="2437586"/>
                  </a:lnTo>
                  <a:lnTo>
                    <a:pt x="1768425" y="2434871"/>
                  </a:lnTo>
                  <a:lnTo>
                    <a:pt x="1720230" y="2377997"/>
                  </a:lnTo>
                  <a:lnTo>
                    <a:pt x="1670438" y="2326745"/>
                  </a:lnTo>
                  <a:lnTo>
                    <a:pt x="1618298" y="2280835"/>
                  </a:lnTo>
                  <a:lnTo>
                    <a:pt x="1562973" y="2239794"/>
                  </a:lnTo>
                  <a:lnTo>
                    <a:pt x="1503604" y="2203081"/>
                  </a:lnTo>
                  <a:lnTo>
                    <a:pt x="1439383" y="2170172"/>
                  </a:lnTo>
                  <a:lnTo>
                    <a:pt x="1369644" y="2140602"/>
                  </a:lnTo>
                  <a:lnTo>
                    <a:pt x="1293970" y="2113990"/>
                  </a:lnTo>
                  <a:lnTo>
                    <a:pt x="1212355" y="2090053"/>
                  </a:lnTo>
                  <a:lnTo>
                    <a:pt x="1125382" y="2068611"/>
                  </a:lnTo>
                  <a:lnTo>
                    <a:pt x="1034417" y="2049577"/>
                  </a:lnTo>
                  <a:lnTo>
                    <a:pt x="941741" y="2032950"/>
                  </a:lnTo>
                  <a:lnTo>
                    <a:pt x="850562" y="2018779"/>
                  </a:lnTo>
                  <a:lnTo>
                    <a:pt x="764793" y="2007117"/>
                  </a:lnTo>
                  <a:lnTo>
                    <a:pt x="688563" y="1997968"/>
                  </a:lnTo>
                  <a:lnTo>
                    <a:pt x="625493" y="1991237"/>
                  </a:lnTo>
                  <a:lnTo>
                    <a:pt x="577933" y="1986694"/>
                  </a:lnTo>
                  <a:lnTo>
                    <a:pt x="546370" y="1983983"/>
                  </a:lnTo>
                  <a:lnTo>
                    <a:pt x="529203" y="1982651"/>
                  </a:lnTo>
                  <a:lnTo>
                    <a:pt x="522869" y="1982204"/>
                  </a:lnTo>
                  <a:lnTo>
                    <a:pt x="522133" y="1982157"/>
                  </a:lnTo>
                  <a:lnTo>
                    <a:pt x="0" y="1982157"/>
                  </a:lnTo>
                  <a:lnTo>
                    <a:pt x="0" y="1982157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13" name="pg113"/>
            <p:cNvSpPr/>
            <p:nvPr/>
          </p:nvSpPr>
          <p:spPr>
            <a:xfrm>
              <a:off x="386606" y="3218526"/>
              <a:ext cx="8554953" cy="2727583"/>
            </a:xfrm>
            <a:custGeom>
              <a:avLst/>
              <a:pathLst>
                <a:path w="8554953" h="2727583">
                  <a:moveTo>
                    <a:pt x="0" y="5647"/>
                  </a:moveTo>
                  <a:lnTo>
                    <a:pt x="522133" y="5647"/>
                  </a:lnTo>
                  <a:lnTo>
                    <a:pt x="523292" y="5723"/>
                  </a:lnTo>
                  <a:lnTo>
                    <a:pt x="530884" y="6266"/>
                  </a:lnTo>
                  <a:lnTo>
                    <a:pt x="549923" y="7768"/>
                  </a:lnTo>
                  <a:lnTo>
                    <a:pt x="583708" y="10720"/>
                  </a:lnTo>
                  <a:lnTo>
                    <a:pt x="633543" y="15564"/>
                  </a:lnTo>
                  <a:lnTo>
                    <a:pt x="698654" y="22641"/>
                  </a:lnTo>
                  <a:lnTo>
                    <a:pt x="776468" y="32162"/>
                  </a:lnTo>
                  <a:lnTo>
                    <a:pt x="863246" y="44205"/>
                  </a:lnTo>
                  <a:lnTo>
                    <a:pt x="954852" y="58757"/>
                  </a:lnTo>
                  <a:lnTo>
                    <a:pt x="1047449" y="75759"/>
                  </a:lnTo>
                  <a:lnTo>
                    <a:pt x="1137956" y="95169"/>
                  </a:lnTo>
                  <a:lnTo>
                    <a:pt x="1224224" y="117000"/>
                  </a:lnTo>
                  <a:lnTo>
                    <a:pt x="1305010" y="141348"/>
                  </a:lnTo>
                  <a:lnTo>
                    <a:pt x="1379826" y="168411"/>
                  </a:lnTo>
                  <a:lnTo>
                    <a:pt x="1448748" y="198485"/>
                  </a:lnTo>
                  <a:lnTo>
                    <a:pt x="1512233" y="231965"/>
                  </a:lnTo>
                  <a:lnTo>
                    <a:pt x="1570976" y="269327"/>
                  </a:lnTo>
                  <a:lnTo>
                    <a:pt x="1625794" y="311102"/>
                  </a:lnTo>
                  <a:lnTo>
                    <a:pt x="1677549" y="357827"/>
                  </a:lnTo>
                  <a:lnTo>
                    <a:pt x="1727069" y="409960"/>
                  </a:lnTo>
                  <a:lnTo>
                    <a:pt x="1768425" y="459303"/>
                  </a:lnTo>
                  <a:lnTo>
                    <a:pt x="1806233" y="508946"/>
                  </a:lnTo>
                  <a:lnTo>
                    <a:pt x="1843686" y="562271"/>
                  </a:lnTo>
                  <a:lnTo>
                    <a:pt x="1881014" y="619354"/>
                  </a:lnTo>
                  <a:lnTo>
                    <a:pt x="1918398" y="680207"/>
                  </a:lnTo>
                  <a:lnTo>
                    <a:pt x="1955972" y="744775"/>
                  </a:lnTo>
                  <a:lnTo>
                    <a:pt x="1993830" y="812928"/>
                  </a:lnTo>
                  <a:lnTo>
                    <a:pt x="2032029" y="884460"/>
                  </a:lnTo>
                  <a:lnTo>
                    <a:pt x="2070592" y="959082"/>
                  </a:lnTo>
                  <a:lnTo>
                    <a:pt x="2109511" y="1036428"/>
                  </a:lnTo>
                  <a:lnTo>
                    <a:pt x="2148751" y="1116059"/>
                  </a:lnTo>
                  <a:lnTo>
                    <a:pt x="2188253" y="1197472"/>
                  </a:lnTo>
                  <a:lnTo>
                    <a:pt x="2227942" y="1280111"/>
                  </a:lnTo>
                  <a:lnTo>
                    <a:pt x="2267730" y="1363386"/>
                  </a:lnTo>
                  <a:lnTo>
                    <a:pt x="2307521" y="1446685"/>
                  </a:lnTo>
                  <a:lnTo>
                    <a:pt x="2347221" y="1529395"/>
                  </a:lnTo>
                  <a:lnTo>
                    <a:pt x="2386741" y="1610924"/>
                  </a:lnTo>
                  <a:lnTo>
                    <a:pt x="2426003" y="1690711"/>
                  </a:lnTo>
                  <a:lnTo>
                    <a:pt x="2464949" y="1768251"/>
                  </a:lnTo>
                  <a:lnTo>
                    <a:pt x="2503540" y="1843097"/>
                  </a:lnTo>
                  <a:lnTo>
                    <a:pt x="2541767" y="1914880"/>
                  </a:lnTo>
                  <a:lnTo>
                    <a:pt x="2579650" y="1983303"/>
                  </a:lnTo>
                  <a:lnTo>
                    <a:pt x="2617243" y="2048155"/>
                  </a:lnTo>
                  <a:lnTo>
                    <a:pt x="2654637" y="2109298"/>
                  </a:lnTo>
                  <a:lnTo>
                    <a:pt x="2691964" y="2166673"/>
                  </a:lnTo>
                  <a:lnTo>
                    <a:pt x="2729399" y="2220288"/>
                  </a:lnTo>
                  <a:lnTo>
                    <a:pt x="2767171" y="2270212"/>
                  </a:lnTo>
                  <a:lnTo>
                    <a:pt x="2770117" y="2273927"/>
                  </a:lnTo>
                  <a:lnTo>
                    <a:pt x="2818306" y="2330913"/>
                  </a:lnTo>
                  <a:lnTo>
                    <a:pt x="2868092" y="2382267"/>
                  </a:lnTo>
                  <a:lnTo>
                    <a:pt x="2920224" y="2428267"/>
                  </a:lnTo>
                  <a:lnTo>
                    <a:pt x="2975541" y="2469391"/>
                  </a:lnTo>
                  <a:lnTo>
                    <a:pt x="3034901" y="2506178"/>
                  </a:lnTo>
                  <a:lnTo>
                    <a:pt x="3099110" y="2539154"/>
                  </a:lnTo>
                  <a:lnTo>
                    <a:pt x="3168837" y="2568785"/>
                  </a:lnTo>
                  <a:lnTo>
                    <a:pt x="3244496" y="2595451"/>
                  </a:lnTo>
                  <a:lnTo>
                    <a:pt x="3326095" y="2619437"/>
                  </a:lnTo>
                  <a:lnTo>
                    <a:pt x="3413051" y="2640925"/>
                  </a:lnTo>
                  <a:lnTo>
                    <a:pt x="3504002" y="2659999"/>
                  </a:lnTo>
                  <a:lnTo>
                    <a:pt x="3596667" y="2676661"/>
                  </a:lnTo>
                  <a:lnTo>
                    <a:pt x="3687840" y="2690864"/>
                  </a:lnTo>
                  <a:lnTo>
                    <a:pt x="3773610" y="2702553"/>
                  </a:lnTo>
                  <a:lnTo>
                    <a:pt x="3849851" y="2711724"/>
                  </a:lnTo>
                  <a:lnTo>
                    <a:pt x="3912941" y="2718473"/>
                  </a:lnTo>
                  <a:lnTo>
                    <a:pt x="3960528" y="2723029"/>
                  </a:lnTo>
                  <a:lnTo>
                    <a:pt x="3992120" y="2725749"/>
                  </a:lnTo>
                  <a:lnTo>
                    <a:pt x="4009314" y="2727086"/>
                  </a:lnTo>
                  <a:lnTo>
                    <a:pt x="4015667" y="2727535"/>
                  </a:lnTo>
                  <a:lnTo>
                    <a:pt x="4016409" y="2727583"/>
                  </a:lnTo>
                  <a:lnTo>
                    <a:pt x="4538543" y="2727583"/>
                  </a:lnTo>
                  <a:lnTo>
                    <a:pt x="4539794" y="2727551"/>
                  </a:lnTo>
                  <a:lnTo>
                    <a:pt x="4547974" y="2727319"/>
                  </a:lnTo>
                  <a:lnTo>
                    <a:pt x="4568436" y="2726678"/>
                  </a:lnTo>
                  <a:lnTo>
                    <a:pt x="4604611" y="2725420"/>
                  </a:lnTo>
                  <a:lnTo>
                    <a:pt x="4657698" y="2723359"/>
                  </a:lnTo>
                  <a:lnTo>
                    <a:pt x="4726608" y="2720356"/>
                  </a:lnTo>
                  <a:lnTo>
                    <a:pt x="4808334" y="2716330"/>
                  </a:lnTo>
                  <a:lnTo>
                    <a:pt x="4898704" y="2711256"/>
                  </a:lnTo>
                  <a:lnTo>
                    <a:pt x="4993264" y="2705145"/>
                  </a:lnTo>
                  <a:lnTo>
                    <a:pt x="5088018" y="2698021"/>
                  </a:lnTo>
                  <a:lnTo>
                    <a:pt x="5179881" y="2689899"/>
                  </a:lnTo>
                  <a:lnTo>
                    <a:pt x="5266810" y="2680764"/>
                  </a:lnTo>
                  <a:lnTo>
                    <a:pt x="5347730" y="2670562"/>
                  </a:lnTo>
                  <a:lnTo>
                    <a:pt x="5422333" y="2659195"/>
                  </a:lnTo>
                  <a:lnTo>
                    <a:pt x="5490868" y="2646521"/>
                  </a:lnTo>
                  <a:lnTo>
                    <a:pt x="5553944" y="2632359"/>
                  </a:lnTo>
                  <a:lnTo>
                    <a:pt x="5612378" y="2616493"/>
                  </a:lnTo>
                  <a:lnTo>
                    <a:pt x="5667084" y="2598694"/>
                  </a:lnTo>
                  <a:lnTo>
                    <a:pt x="5718984" y="2578742"/>
                  </a:lnTo>
                  <a:lnTo>
                    <a:pt x="5768934" y="2556480"/>
                  </a:lnTo>
                  <a:lnTo>
                    <a:pt x="5784835" y="2548756"/>
                  </a:lnTo>
                  <a:lnTo>
                    <a:pt x="5833817" y="2523084"/>
                  </a:lnTo>
                  <a:lnTo>
                    <a:pt x="5882322" y="2494950"/>
                  </a:lnTo>
                  <a:lnTo>
                    <a:pt x="5930801" y="2464315"/>
                  </a:lnTo>
                  <a:lnTo>
                    <a:pt x="5979577" y="2431210"/>
                  </a:lnTo>
                  <a:lnTo>
                    <a:pt x="6028850" y="2395750"/>
                  </a:lnTo>
                  <a:lnTo>
                    <a:pt x="6078720" y="2358137"/>
                  </a:lnTo>
                  <a:lnTo>
                    <a:pt x="6129194" y="2318663"/>
                  </a:lnTo>
                  <a:lnTo>
                    <a:pt x="6180199" y="2277701"/>
                  </a:lnTo>
                  <a:lnTo>
                    <a:pt x="6231599" y="2235694"/>
                  </a:lnTo>
                  <a:lnTo>
                    <a:pt x="6283214" y="2193139"/>
                  </a:lnTo>
                  <a:lnTo>
                    <a:pt x="6334838" y="2150559"/>
                  </a:lnTo>
                  <a:lnTo>
                    <a:pt x="6386267" y="2108478"/>
                  </a:lnTo>
                  <a:lnTo>
                    <a:pt x="6437316" y="2067396"/>
                  </a:lnTo>
                  <a:lnTo>
                    <a:pt x="6487845" y="2027763"/>
                  </a:lnTo>
                  <a:lnTo>
                    <a:pt x="6537774" y="1989958"/>
                  </a:lnTo>
                  <a:lnTo>
                    <a:pt x="6587102" y="1954283"/>
                  </a:lnTo>
                  <a:lnTo>
                    <a:pt x="6635918" y="1920946"/>
                  </a:lnTo>
                  <a:lnTo>
                    <a:pt x="6684414" y="1890072"/>
                  </a:lnTo>
                  <a:lnTo>
                    <a:pt x="6732898" y="1861700"/>
                  </a:lnTo>
                  <a:lnTo>
                    <a:pt x="6781812" y="1835796"/>
                  </a:lnTo>
                  <a:lnTo>
                    <a:pt x="6786527" y="1833448"/>
                  </a:lnTo>
                  <a:lnTo>
                    <a:pt x="6836005" y="1810423"/>
                  </a:lnTo>
                  <a:lnTo>
                    <a:pt x="6887184" y="1789734"/>
                  </a:lnTo>
                  <a:lnTo>
                    <a:pt x="6940880" y="1771259"/>
                  </a:lnTo>
                  <a:lnTo>
                    <a:pt x="6998003" y="1754792"/>
                  </a:lnTo>
                  <a:lnTo>
                    <a:pt x="7059478" y="1740102"/>
                  </a:lnTo>
                  <a:lnTo>
                    <a:pt x="7126163" y="1726967"/>
                  </a:lnTo>
                  <a:lnTo>
                    <a:pt x="7198751" y="1715194"/>
                  </a:lnTo>
                  <a:lnTo>
                    <a:pt x="7277625" y="1704628"/>
                  </a:lnTo>
                  <a:lnTo>
                    <a:pt x="7362681" y="1695155"/>
                  </a:lnTo>
                  <a:lnTo>
                    <a:pt x="7453118" y="1686707"/>
                  </a:lnTo>
                  <a:lnTo>
                    <a:pt x="7547223" y="1679259"/>
                  </a:lnTo>
                  <a:lnTo>
                    <a:pt x="7642245" y="1672817"/>
                  </a:lnTo>
                  <a:lnTo>
                    <a:pt x="7734452" y="1667404"/>
                  </a:lnTo>
                  <a:lnTo>
                    <a:pt x="7819470" y="1663039"/>
                  </a:lnTo>
                  <a:lnTo>
                    <a:pt x="7892939" y="1659710"/>
                  </a:lnTo>
                  <a:lnTo>
                    <a:pt x="7951381" y="1657356"/>
                  </a:lnTo>
                  <a:lnTo>
                    <a:pt x="7993022" y="1655856"/>
                  </a:lnTo>
                  <a:lnTo>
                    <a:pt x="8018306" y="1655037"/>
                  </a:lnTo>
                  <a:lnTo>
                    <a:pt x="8029969" y="1654696"/>
                  </a:lnTo>
                  <a:lnTo>
                    <a:pt x="8032819" y="1654621"/>
                  </a:lnTo>
                  <a:lnTo>
                    <a:pt x="8554953" y="1654621"/>
                  </a:lnTo>
                  <a:lnTo>
                    <a:pt x="8554953" y="1648973"/>
                  </a:lnTo>
                  <a:lnTo>
                    <a:pt x="8032819" y="1648973"/>
                  </a:lnTo>
                  <a:lnTo>
                    <a:pt x="8031568" y="1649006"/>
                  </a:lnTo>
                  <a:lnTo>
                    <a:pt x="8023387" y="1649238"/>
                  </a:lnTo>
                  <a:lnTo>
                    <a:pt x="8002926" y="1649878"/>
                  </a:lnTo>
                  <a:lnTo>
                    <a:pt x="7966751" y="1651137"/>
                  </a:lnTo>
                  <a:lnTo>
                    <a:pt x="7913664" y="1653198"/>
                  </a:lnTo>
                  <a:lnTo>
                    <a:pt x="7844754" y="1656201"/>
                  </a:lnTo>
                  <a:lnTo>
                    <a:pt x="7763028" y="1660226"/>
                  </a:lnTo>
                  <a:lnTo>
                    <a:pt x="7672658" y="1665301"/>
                  </a:lnTo>
                  <a:lnTo>
                    <a:pt x="7578098" y="1671412"/>
                  </a:lnTo>
                  <a:lnTo>
                    <a:pt x="7483344" y="1678536"/>
                  </a:lnTo>
                  <a:lnTo>
                    <a:pt x="7391481" y="1686658"/>
                  </a:lnTo>
                  <a:lnTo>
                    <a:pt x="7304552" y="1695793"/>
                  </a:lnTo>
                  <a:lnTo>
                    <a:pt x="7223632" y="1705995"/>
                  </a:lnTo>
                  <a:lnTo>
                    <a:pt x="7149029" y="1717362"/>
                  </a:lnTo>
                  <a:lnTo>
                    <a:pt x="7080494" y="1730035"/>
                  </a:lnTo>
                  <a:lnTo>
                    <a:pt x="7017418" y="1744198"/>
                  </a:lnTo>
                  <a:lnTo>
                    <a:pt x="6958983" y="1760063"/>
                  </a:lnTo>
                  <a:lnTo>
                    <a:pt x="6904278" y="1777862"/>
                  </a:lnTo>
                  <a:lnTo>
                    <a:pt x="6852378" y="1797814"/>
                  </a:lnTo>
                  <a:lnTo>
                    <a:pt x="6802428" y="1820076"/>
                  </a:lnTo>
                  <a:lnTo>
                    <a:pt x="6786527" y="1827801"/>
                  </a:lnTo>
                  <a:lnTo>
                    <a:pt x="6737545" y="1853473"/>
                  </a:lnTo>
                  <a:lnTo>
                    <a:pt x="6689040" y="1881607"/>
                  </a:lnTo>
                  <a:lnTo>
                    <a:pt x="6640561" y="1912242"/>
                  </a:lnTo>
                  <a:lnTo>
                    <a:pt x="6591785" y="1945347"/>
                  </a:lnTo>
                  <a:lnTo>
                    <a:pt x="6542512" y="1980807"/>
                  </a:lnTo>
                  <a:lnTo>
                    <a:pt x="6492642" y="2018420"/>
                  </a:lnTo>
                  <a:lnTo>
                    <a:pt x="6442168" y="2057894"/>
                  </a:lnTo>
                  <a:lnTo>
                    <a:pt x="6391163" y="2098856"/>
                  </a:lnTo>
                  <a:lnTo>
                    <a:pt x="6339763" y="2140862"/>
                  </a:lnTo>
                  <a:lnTo>
                    <a:pt x="6288148" y="2183417"/>
                  </a:lnTo>
                  <a:lnTo>
                    <a:pt x="6236524" y="2225997"/>
                  </a:lnTo>
                  <a:lnTo>
                    <a:pt x="6185095" y="2268078"/>
                  </a:lnTo>
                  <a:lnTo>
                    <a:pt x="6134046" y="2309160"/>
                  </a:lnTo>
                  <a:lnTo>
                    <a:pt x="6083517" y="2348794"/>
                  </a:lnTo>
                  <a:lnTo>
                    <a:pt x="6033588" y="2386598"/>
                  </a:lnTo>
                  <a:lnTo>
                    <a:pt x="5984260" y="2422274"/>
                  </a:lnTo>
                  <a:lnTo>
                    <a:pt x="5935444" y="2455610"/>
                  </a:lnTo>
                  <a:lnTo>
                    <a:pt x="5886948" y="2486484"/>
                  </a:lnTo>
                  <a:lnTo>
                    <a:pt x="5838464" y="2514856"/>
                  </a:lnTo>
                  <a:lnTo>
                    <a:pt x="5789550" y="2540760"/>
                  </a:lnTo>
                  <a:lnTo>
                    <a:pt x="5784835" y="2543109"/>
                  </a:lnTo>
                  <a:lnTo>
                    <a:pt x="5735357" y="2566134"/>
                  </a:lnTo>
                  <a:lnTo>
                    <a:pt x="5684178" y="2586822"/>
                  </a:lnTo>
                  <a:lnTo>
                    <a:pt x="5630482" y="2605297"/>
                  </a:lnTo>
                  <a:lnTo>
                    <a:pt x="5573359" y="2621764"/>
                  </a:lnTo>
                  <a:lnTo>
                    <a:pt x="5511884" y="2636455"/>
                  </a:lnTo>
                  <a:lnTo>
                    <a:pt x="5445198" y="2649589"/>
                  </a:lnTo>
                  <a:lnTo>
                    <a:pt x="5372611" y="2661362"/>
                  </a:lnTo>
                  <a:lnTo>
                    <a:pt x="5293737" y="2671929"/>
                  </a:lnTo>
                  <a:lnTo>
                    <a:pt x="5208681" y="2681402"/>
                  </a:lnTo>
                  <a:lnTo>
                    <a:pt x="5118244" y="2689849"/>
                  </a:lnTo>
                  <a:lnTo>
                    <a:pt x="5024139" y="2697297"/>
                  </a:lnTo>
                  <a:lnTo>
                    <a:pt x="4929117" y="2703740"/>
                  </a:lnTo>
                  <a:lnTo>
                    <a:pt x="4836910" y="2709153"/>
                  </a:lnTo>
                  <a:lnTo>
                    <a:pt x="4751892" y="2713518"/>
                  </a:lnTo>
                  <a:lnTo>
                    <a:pt x="4678423" y="2716846"/>
                  </a:lnTo>
                  <a:lnTo>
                    <a:pt x="4619980" y="2719200"/>
                  </a:lnTo>
                  <a:lnTo>
                    <a:pt x="4578340" y="2720700"/>
                  </a:lnTo>
                  <a:lnTo>
                    <a:pt x="4553056" y="2721519"/>
                  </a:lnTo>
                  <a:lnTo>
                    <a:pt x="4541393" y="2721860"/>
                  </a:lnTo>
                  <a:lnTo>
                    <a:pt x="4538543" y="2721936"/>
                  </a:lnTo>
                  <a:lnTo>
                    <a:pt x="4016409" y="2721936"/>
                  </a:lnTo>
                  <a:lnTo>
                    <a:pt x="4015250" y="2721860"/>
                  </a:lnTo>
                  <a:lnTo>
                    <a:pt x="4007659" y="2721317"/>
                  </a:lnTo>
                  <a:lnTo>
                    <a:pt x="3988620" y="2719815"/>
                  </a:lnTo>
                  <a:lnTo>
                    <a:pt x="3954835" y="2716863"/>
                  </a:lnTo>
                  <a:lnTo>
                    <a:pt x="3904999" y="2712019"/>
                  </a:lnTo>
                  <a:lnTo>
                    <a:pt x="3839888" y="2704941"/>
                  </a:lnTo>
                  <a:lnTo>
                    <a:pt x="3762074" y="2695421"/>
                  </a:lnTo>
                  <a:lnTo>
                    <a:pt x="3675296" y="2683377"/>
                  </a:lnTo>
                  <a:lnTo>
                    <a:pt x="3583691" y="2668826"/>
                  </a:lnTo>
                  <a:lnTo>
                    <a:pt x="3491093" y="2651823"/>
                  </a:lnTo>
                  <a:lnTo>
                    <a:pt x="3400586" y="2632413"/>
                  </a:lnTo>
                  <a:lnTo>
                    <a:pt x="3314319" y="2610583"/>
                  </a:lnTo>
                  <a:lnTo>
                    <a:pt x="3233532" y="2586234"/>
                  </a:lnTo>
                  <a:lnTo>
                    <a:pt x="3158716" y="2559172"/>
                  </a:lnTo>
                  <a:lnTo>
                    <a:pt x="3089794" y="2529098"/>
                  </a:lnTo>
                  <a:lnTo>
                    <a:pt x="3026309" y="2495618"/>
                  </a:lnTo>
                  <a:lnTo>
                    <a:pt x="2967567" y="2458256"/>
                  </a:lnTo>
                  <a:lnTo>
                    <a:pt x="2912748" y="2416481"/>
                  </a:lnTo>
                  <a:lnTo>
                    <a:pt x="2860993" y="2369756"/>
                  </a:lnTo>
                  <a:lnTo>
                    <a:pt x="2811473" y="2317623"/>
                  </a:lnTo>
                  <a:lnTo>
                    <a:pt x="2770117" y="2268280"/>
                  </a:lnTo>
                  <a:lnTo>
                    <a:pt x="2732309" y="2218637"/>
                  </a:lnTo>
                  <a:lnTo>
                    <a:pt x="2694856" y="2165312"/>
                  </a:lnTo>
                  <a:lnTo>
                    <a:pt x="2657528" y="2108229"/>
                  </a:lnTo>
                  <a:lnTo>
                    <a:pt x="2620144" y="2047376"/>
                  </a:lnTo>
                  <a:lnTo>
                    <a:pt x="2582571" y="1982808"/>
                  </a:lnTo>
                  <a:lnTo>
                    <a:pt x="2544713" y="1914654"/>
                  </a:lnTo>
                  <a:lnTo>
                    <a:pt x="2506513" y="1843123"/>
                  </a:lnTo>
                  <a:lnTo>
                    <a:pt x="2467950" y="1768501"/>
                  </a:lnTo>
                  <a:lnTo>
                    <a:pt x="2429031" y="1691155"/>
                  </a:lnTo>
                  <a:lnTo>
                    <a:pt x="2389791" y="1611524"/>
                  </a:lnTo>
                  <a:lnTo>
                    <a:pt x="2350289" y="1530111"/>
                  </a:lnTo>
                  <a:lnTo>
                    <a:pt x="2310600" y="1447471"/>
                  </a:lnTo>
                  <a:lnTo>
                    <a:pt x="2270812" y="1364196"/>
                  </a:lnTo>
                  <a:lnTo>
                    <a:pt x="2231021" y="1280898"/>
                  </a:lnTo>
                  <a:lnTo>
                    <a:pt x="2191321" y="1198187"/>
                  </a:lnTo>
                  <a:lnTo>
                    <a:pt x="2151801" y="1116659"/>
                  </a:lnTo>
                  <a:lnTo>
                    <a:pt x="2112539" y="1036871"/>
                  </a:lnTo>
                  <a:lnTo>
                    <a:pt x="2073593" y="959332"/>
                  </a:lnTo>
                  <a:lnTo>
                    <a:pt x="2035002" y="884485"/>
                  </a:lnTo>
                  <a:lnTo>
                    <a:pt x="1996775" y="812703"/>
                  </a:lnTo>
                  <a:lnTo>
                    <a:pt x="1958892" y="744279"/>
                  </a:lnTo>
                  <a:lnTo>
                    <a:pt x="1921299" y="679428"/>
                  </a:lnTo>
                  <a:lnTo>
                    <a:pt x="1883905" y="618284"/>
                  </a:lnTo>
                  <a:lnTo>
                    <a:pt x="1846578" y="560909"/>
                  </a:lnTo>
                  <a:lnTo>
                    <a:pt x="1809143" y="507295"/>
                  </a:lnTo>
                  <a:lnTo>
                    <a:pt x="1771371" y="457371"/>
                  </a:lnTo>
                  <a:lnTo>
                    <a:pt x="1768425" y="453656"/>
                  </a:lnTo>
                  <a:lnTo>
                    <a:pt x="1720236" y="396670"/>
                  </a:lnTo>
                  <a:lnTo>
                    <a:pt x="1670450" y="345316"/>
                  </a:lnTo>
                  <a:lnTo>
                    <a:pt x="1618318" y="299315"/>
                  </a:lnTo>
                  <a:lnTo>
                    <a:pt x="1563001" y="258192"/>
                  </a:lnTo>
                  <a:lnTo>
                    <a:pt x="1503641" y="221405"/>
                  </a:lnTo>
                  <a:lnTo>
                    <a:pt x="1439432" y="188429"/>
                  </a:lnTo>
                  <a:lnTo>
                    <a:pt x="1369705" y="158798"/>
                  </a:lnTo>
                  <a:lnTo>
                    <a:pt x="1294046" y="132132"/>
                  </a:lnTo>
                  <a:lnTo>
                    <a:pt x="1212447" y="108146"/>
                  </a:lnTo>
                  <a:lnTo>
                    <a:pt x="1125491" y="86658"/>
                  </a:lnTo>
                  <a:lnTo>
                    <a:pt x="1034540" y="67584"/>
                  </a:lnTo>
                  <a:lnTo>
                    <a:pt x="941875" y="50921"/>
                  </a:lnTo>
                  <a:lnTo>
                    <a:pt x="850702" y="36718"/>
                  </a:lnTo>
                  <a:lnTo>
                    <a:pt x="764932" y="25029"/>
                  </a:lnTo>
                  <a:lnTo>
                    <a:pt x="688691" y="15859"/>
                  </a:lnTo>
                  <a:lnTo>
                    <a:pt x="625601" y="9110"/>
                  </a:lnTo>
                  <a:lnTo>
                    <a:pt x="578014" y="4554"/>
                  </a:lnTo>
                  <a:lnTo>
                    <a:pt x="546422" y="1834"/>
                  </a:lnTo>
                  <a:lnTo>
                    <a:pt x="529228" y="496"/>
                  </a:lnTo>
                  <a:lnTo>
                    <a:pt x="522876" y="48"/>
                  </a:lnTo>
                  <a:lnTo>
                    <a:pt x="5221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114" name="pl114"/>
            <p:cNvSpPr/>
            <p:nvPr/>
          </p:nvSpPr>
          <p:spPr>
            <a:xfrm>
              <a:off x="386606" y="3224174"/>
              <a:ext cx="8554953" cy="2721936"/>
            </a:xfrm>
            <a:custGeom>
              <a:avLst/>
              <a:pathLst>
                <a:path w="8554953" h="2721936">
                  <a:moveTo>
                    <a:pt x="0" y="0"/>
                  </a:moveTo>
                  <a:lnTo>
                    <a:pt x="522133" y="0"/>
                  </a:lnTo>
                  <a:lnTo>
                    <a:pt x="523292" y="76"/>
                  </a:lnTo>
                  <a:lnTo>
                    <a:pt x="530884" y="619"/>
                  </a:lnTo>
                  <a:lnTo>
                    <a:pt x="549923" y="2121"/>
                  </a:lnTo>
                  <a:lnTo>
                    <a:pt x="583708" y="5072"/>
                  </a:lnTo>
                  <a:lnTo>
                    <a:pt x="633543" y="9916"/>
                  </a:lnTo>
                  <a:lnTo>
                    <a:pt x="698654" y="16994"/>
                  </a:lnTo>
                  <a:lnTo>
                    <a:pt x="776468" y="26515"/>
                  </a:lnTo>
                  <a:lnTo>
                    <a:pt x="863246" y="38558"/>
                  </a:lnTo>
                  <a:lnTo>
                    <a:pt x="954852" y="53109"/>
                  </a:lnTo>
                  <a:lnTo>
                    <a:pt x="1047449" y="70112"/>
                  </a:lnTo>
                  <a:lnTo>
                    <a:pt x="1137956" y="89522"/>
                  </a:lnTo>
                  <a:lnTo>
                    <a:pt x="1224224" y="111353"/>
                  </a:lnTo>
                  <a:lnTo>
                    <a:pt x="1305010" y="135701"/>
                  </a:lnTo>
                  <a:lnTo>
                    <a:pt x="1379826" y="162764"/>
                  </a:lnTo>
                  <a:lnTo>
                    <a:pt x="1448748" y="192838"/>
                  </a:lnTo>
                  <a:lnTo>
                    <a:pt x="1512233" y="226318"/>
                  </a:lnTo>
                  <a:lnTo>
                    <a:pt x="1570976" y="263680"/>
                  </a:lnTo>
                  <a:lnTo>
                    <a:pt x="1625794" y="305455"/>
                  </a:lnTo>
                  <a:lnTo>
                    <a:pt x="1677549" y="352179"/>
                  </a:lnTo>
                  <a:lnTo>
                    <a:pt x="1727069" y="404312"/>
                  </a:lnTo>
                  <a:lnTo>
                    <a:pt x="1768425" y="453656"/>
                  </a:lnTo>
                  <a:lnTo>
                    <a:pt x="1806233" y="503298"/>
                  </a:lnTo>
                  <a:lnTo>
                    <a:pt x="1843686" y="556624"/>
                  </a:lnTo>
                  <a:lnTo>
                    <a:pt x="1881014" y="613706"/>
                  </a:lnTo>
                  <a:lnTo>
                    <a:pt x="1918398" y="674559"/>
                  </a:lnTo>
                  <a:lnTo>
                    <a:pt x="1955972" y="739127"/>
                  </a:lnTo>
                  <a:lnTo>
                    <a:pt x="1993830" y="807281"/>
                  </a:lnTo>
                  <a:lnTo>
                    <a:pt x="2032029" y="878813"/>
                  </a:lnTo>
                  <a:lnTo>
                    <a:pt x="2070592" y="953435"/>
                  </a:lnTo>
                  <a:lnTo>
                    <a:pt x="2109511" y="1030780"/>
                  </a:lnTo>
                  <a:lnTo>
                    <a:pt x="2148751" y="1110411"/>
                  </a:lnTo>
                  <a:lnTo>
                    <a:pt x="2188253" y="1191824"/>
                  </a:lnTo>
                  <a:lnTo>
                    <a:pt x="2227942" y="1274464"/>
                  </a:lnTo>
                  <a:lnTo>
                    <a:pt x="2267730" y="1357739"/>
                  </a:lnTo>
                  <a:lnTo>
                    <a:pt x="2307521" y="1441038"/>
                  </a:lnTo>
                  <a:lnTo>
                    <a:pt x="2347221" y="1523748"/>
                  </a:lnTo>
                  <a:lnTo>
                    <a:pt x="2386741" y="1605277"/>
                  </a:lnTo>
                  <a:lnTo>
                    <a:pt x="2426003" y="1685064"/>
                  </a:lnTo>
                  <a:lnTo>
                    <a:pt x="2464949" y="1762604"/>
                  </a:lnTo>
                  <a:lnTo>
                    <a:pt x="2503540" y="1837450"/>
                  </a:lnTo>
                  <a:lnTo>
                    <a:pt x="2541767" y="1909232"/>
                  </a:lnTo>
                  <a:lnTo>
                    <a:pt x="2579650" y="1977656"/>
                  </a:lnTo>
                  <a:lnTo>
                    <a:pt x="2617243" y="2042508"/>
                  </a:lnTo>
                  <a:lnTo>
                    <a:pt x="2654637" y="2103651"/>
                  </a:lnTo>
                  <a:lnTo>
                    <a:pt x="2691964" y="2161026"/>
                  </a:lnTo>
                  <a:lnTo>
                    <a:pt x="2729399" y="2214641"/>
                  </a:lnTo>
                  <a:lnTo>
                    <a:pt x="2767171" y="2264565"/>
                  </a:lnTo>
                  <a:lnTo>
                    <a:pt x="2770117" y="2268280"/>
                  </a:lnTo>
                  <a:lnTo>
                    <a:pt x="2818306" y="2325266"/>
                  </a:lnTo>
                  <a:lnTo>
                    <a:pt x="2868092" y="2376620"/>
                  </a:lnTo>
                  <a:lnTo>
                    <a:pt x="2920224" y="2422620"/>
                  </a:lnTo>
                  <a:lnTo>
                    <a:pt x="2975541" y="2463744"/>
                  </a:lnTo>
                  <a:lnTo>
                    <a:pt x="3034901" y="2500531"/>
                  </a:lnTo>
                  <a:lnTo>
                    <a:pt x="3099110" y="2533507"/>
                  </a:lnTo>
                  <a:lnTo>
                    <a:pt x="3168837" y="2563137"/>
                  </a:lnTo>
                  <a:lnTo>
                    <a:pt x="3244496" y="2589804"/>
                  </a:lnTo>
                  <a:lnTo>
                    <a:pt x="3326095" y="2613790"/>
                  </a:lnTo>
                  <a:lnTo>
                    <a:pt x="3413051" y="2635278"/>
                  </a:lnTo>
                  <a:lnTo>
                    <a:pt x="3504002" y="2654351"/>
                  </a:lnTo>
                  <a:lnTo>
                    <a:pt x="3596667" y="2671014"/>
                  </a:lnTo>
                  <a:lnTo>
                    <a:pt x="3687840" y="2685217"/>
                  </a:lnTo>
                  <a:lnTo>
                    <a:pt x="3773610" y="2696906"/>
                  </a:lnTo>
                  <a:lnTo>
                    <a:pt x="3849851" y="2706077"/>
                  </a:lnTo>
                  <a:lnTo>
                    <a:pt x="3912941" y="2712826"/>
                  </a:lnTo>
                  <a:lnTo>
                    <a:pt x="3960528" y="2717381"/>
                  </a:lnTo>
                  <a:lnTo>
                    <a:pt x="3992120" y="2720102"/>
                  </a:lnTo>
                  <a:lnTo>
                    <a:pt x="4009314" y="2721439"/>
                  </a:lnTo>
                  <a:lnTo>
                    <a:pt x="4015667" y="2721888"/>
                  </a:lnTo>
                  <a:lnTo>
                    <a:pt x="4016409" y="2721936"/>
                  </a:lnTo>
                  <a:lnTo>
                    <a:pt x="4538543" y="2721936"/>
                  </a:lnTo>
                  <a:lnTo>
                    <a:pt x="4539794" y="2721904"/>
                  </a:lnTo>
                  <a:lnTo>
                    <a:pt x="4547974" y="2721672"/>
                  </a:lnTo>
                  <a:lnTo>
                    <a:pt x="4568436" y="2721031"/>
                  </a:lnTo>
                  <a:lnTo>
                    <a:pt x="4604611" y="2719773"/>
                  </a:lnTo>
                  <a:lnTo>
                    <a:pt x="4657698" y="2717712"/>
                  </a:lnTo>
                  <a:lnTo>
                    <a:pt x="4726608" y="2714709"/>
                  </a:lnTo>
                  <a:lnTo>
                    <a:pt x="4808334" y="2710683"/>
                  </a:lnTo>
                  <a:lnTo>
                    <a:pt x="4898704" y="2705609"/>
                  </a:lnTo>
                  <a:lnTo>
                    <a:pt x="4993264" y="2699497"/>
                  </a:lnTo>
                  <a:lnTo>
                    <a:pt x="5088018" y="2692374"/>
                  </a:lnTo>
                  <a:lnTo>
                    <a:pt x="5179881" y="2684252"/>
                  </a:lnTo>
                  <a:lnTo>
                    <a:pt x="5266810" y="2675116"/>
                  </a:lnTo>
                  <a:lnTo>
                    <a:pt x="5347730" y="2664915"/>
                  </a:lnTo>
                  <a:lnTo>
                    <a:pt x="5422333" y="2653548"/>
                  </a:lnTo>
                  <a:lnTo>
                    <a:pt x="5490868" y="2640874"/>
                  </a:lnTo>
                  <a:lnTo>
                    <a:pt x="5553944" y="2626712"/>
                  </a:lnTo>
                  <a:lnTo>
                    <a:pt x="5612378" y="2610846"/>
                  </a:lnTo>
                  <a:lnTo>
                    <a:pt x="5667084" y="2593047"/>
                  </a:lnTo>
                  <a:lnTo>
                    <a:pt x="5718984" y="2573095"/>
                  </a:lnTo>
                  <a:lnTo>
                    <a:pt x="5768934" y="2550833"/>
                  </a:lnTo>
                  <a:lnTo>
                    <a:pt x="5784835" y="2543109"/>
                  </a:lnTo>
                  <a:lnTo>
                    <a:pt x="5833817" y="2517436"/>
                  </a:lnTo>
                  <a:lnTo>
                    <a:pt x="5882322" y="2489303"/>
                  </a:lnTo>
                  <a:lnTo>
                    <a:pt x="5930801" y="2458667"/>
                  </a:lnTo>
                  <a:lnTo>
                    <a:pt x="5979577" y="2425562"/>
                  </a:lnTo>
                  <a:lnTo>
                    <a:pt x="6028850" y="2390102"/>
                  </a:lnTo>
                  <a:lnTo>
                    <a:pt x="6078720" y="2352490"/>
                  </a:lnTo>
                  <a:lnTo>
                    <a:pt x="6129194" y="2313016"/>
                  </a:lnTo>
                  <a:lnTo>
                    <a:pt x="6180199" y="2272054"/>
                  </a:lnTo>
                  <a:lnTo>
                    <a:pt x="6231599" y="2230047"/>
                  </a:lnTo>
                  <a:lnTo>
                    <a:pt x="6283214" y="2187492"/>
                  </a:lnTo>
                  <a:lnTo>
                    <a:pt x="6334838" y="2144912"/>
                  </a:lnTo>
                  <a:lnTo>
                    <a:pt x="6386267" y="2102831"/>
                  </a:lnTo>
                  <a:lnTo>
                    <a:pt x="6437316" y="2061749"/>
                  </a:lnTo>
                  <a:lnTo>
                    <a:pt x="6487845" y="2022116"/>
                  </a:lnTo>
                  <a:lnTo>
                    <a:pt x="6537774" y="1984311"/>
                  </a:lnTo>
                  <a:lnTo>
                    <a:pt x="6587102" y="1948635"/>
                  </a:lnTo>
                  <a:lnTo>
                    <a:pt x="6635918" y="1915299"/>
                  </a:lnTo>
                  <a:lnTo>
                    <a:pt x="6684414" y="1884425"/>
                  </a:lnTo>
                  <a:lnTo>
                    <a:pt x="6732898" y="1856053"/>
                  </a:lnTo>
                  <a:lnTo>
                    <a:pt x="6781812" y="1830149"/>
                  </a:lnTo>
                  <a:lnTo>
                    <a:pt x="6786527" y="1827801"/>
                  </a:lnTo>
                  <a:lnTo>
                    <a:pt x="6836005" y="1804775"/>
                  </a:lnTo>
                  <a:lnTo>
                    <a:pt x="6887184" y="1784087"/>
                  </a:lnTo>
                  <a:lnTo>
                    <a:pt x="6940880" y="1765612"/>
                  </a:lnTo>
                  <a:lnTo>
                    <a:pt x="6998003" y="1749145"/>
                  </a:lnTo>
                  <a:lnTo>
                    <a:pt x="7059478" y="1734455"/>
                  </a:lnTo>
                  <a:lnTo>
                    <a:pt x="7126163" y="1721320"/>
                  </a:lnTo>
                  <a:lnTo>
                    <a:pt x="7198751" y="1709547"/>
                  </a:lnTo>
                  <a:lnTo>
                    <a:pt x="7277625" y="1698980"/>
                  </a:lnTo>
                  <a:lnTo>
                    <a:pt x="7362681" y="1689507"/>
                  </a:lnTo>
                  <a:lnTo>
                    <a:pt x="7453118" y="1681060"/>
                  </a:lnTo>
                  <a:lnTo>
                    <a:pt x="7547223" y="1673612"/>
                  </a:lnTo>
                  <a:lnTo>
                    <a:pt x="7642245" y="1667170"/>
                  </a:lnTo>
                  <a:lnTo>
                    <a:pt x="7734452" y="1661757"/>
                  </a:lnTo>
                  <a:lnTo>
                    <a:pt x="7819470" y="1657392"/>
                  </a:lnTo>
                  <a:lnTo>
                    <a:pt x="7892939" y="1654063"/>
                  </a:lnTo>
                  <a:lnTo>
                    <a:pt x="7951381" y="1651709"/>
                  </a:lnTo>
                  <a:lnTo>
                    <a:pt x="7993022" y="1650209"/>
                  </a:lnTo>
                  <a:lnTo>
                    <a:pt x="8018306" y="1649390"/>
                  </a:lnTo>
                  <a:lnTo>
                    <a:pt x="8029969" y="1649049"/>
                  </a:lnTo>
                  <a:lnTo>
                    <a:pt x="8032775" y="1648975"/>
                  </a:lnTo>
                  <a:lnTo>
                    <a:pt x="8032819" y="1648973"/>
                  </a:lnTo>
                  <a:lnTo>
                    <a:pt x="8554953" y="1648973"/>
                  </a:lnTo>
                  <a:lnTo>
                    <a:pt x="8554953" y="1648973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15" name="pl115"/>
            <p:cNvSpPr/>
            <p:nvPr/>
          </p:nvSpPr>
          <p:spPr>
            <a:xfrm>
              <a:off x="386606" y="3218526"/>
              <a:ext cx="8554953" cy="2721936"/>
            </a:xfrm>
            <a:custGeom>
              <a:avLst/>
              <a:pathLst>
                <a:path w="8554953" h="2721936">
                  <a:moveTo>
                    <a:pt x="8554953" y="1648973"/>
                  </a:moveTo>
                  <a:lnTo>
                    <a:pt x="8032819" y="1648973"/>
                  </a:lnTo>
                  <a:lnTo>
                    <a:pt x="8031568" y="1649006"/>
                  </a:lnTo>
                  <a:lnTo>
                    <a:pt x="8023387" y="1649238"/>
                  </a:lnTo>
                  <a:lnTo>
                    <a:pt x="8002926" y="1649878"/>
                  </a:lnTo>
                  <a:lnTo>
                    <a:pt x="7966751" y="1651137"/>
                  </a:lnTo>
                  <a:lnTo>
                    <a:pt x="7913664" y="1653198"/>
                  </a:lnTo>
                  <a:lnTo>
                    <a:pt x="7844754" y="1656201"/>
                  </a:lnTo>
                  <a:lnTo>
                    <a:pt x="7763028" y="1660226"/>
                  </a:lnTo>
                  <a:lnTo>
                    <a:pt x="7672658" y="1665301"/>
                  </a:lnTo>
                  <a:lnTo>
                    <a:pt x="7578098" y="1671412"/>
                  </a:lnTo>
                  <a:lnTo>
                    <a:pt x="7483344" y="1678536"/>
                  </a:lnTo>
                  <a:lnTo>
                    <a:pt x="7391481" y="1686658"/>
                  </a:lnTo>
                  <a:lnTo>
                    <a:pt x="7304552" y="1695793"/>
                  </a:lnTo>
                  <a:lnTo>
                    <a:pt x="7223632" y="1705995"/>
                  </a:lnTo>
                  <a:lnTo>
                    <a:pt x="7149029" y="1717362"/>
                  </a:lnTo>
                  <a:lnTo>
                    <a:pt x="7080494" y="1730035"/>
                  </a:lnTo>
                  <a:lnTo>
                    <a:pt x="7017418" y="1744198"/>
                  </a:lnTo>
                  <a:lnTo>
                    <a:pt x="6958983" y="1760063"/>
                  </a:lnTo>
                  <a:lnTo>
                    <a:pt x="6904278" y="1777862"/>
                  </a:lnTo>
                  <a:lnTo>
                    <a:pt x="6852378" y="1797814"/>
                  </a:lnTo>
                  <a:lnTo>
                    <a:pt x="6802428" y="1820076"/>
                  </a:lnTo>
                  <a:lnTo>
                    <a:pt x="6786527" y="1827801"/>
                  </a:lnTo>
                  <a:lnTo>
                    <a:pt x="6737545" y="1853473"/>
                  </a:lnTo>
                  <a:lnTo>
                    <a:pt x="6689040" y="1881607"/>
                  </a:lnTo>
                  <a:lnTo>
                    <a:pt x="6640561" y="1912242"/>
                  </a:lnTo>
                  <a:lnTo>
                    <a:pt x="6591785" y="1945347"/>
                  </a:lnTo>
                  <a:lnTo>
                    <a:pt x="6542512" y="1980807"/>
                  </a:lnTo>
                  <a:lnTo>
                    <a:pt x="6492642" y="2018420"/>
                  </a:lnTo>
                  <a:lnTo>
                    <a:pt x="6442168" y="2057894"/>
                  </a:lnTo>
                  <a:lnTo>
                    <a:pt x="6391163" y="2098856"/>
                  </a:lnTo>
                  <a:lnTo>
                    <a:pt x="6339763" y="2140862"/>
                  </a:lnTo>
                  <a:lnTo>
                    <a:pt x="6288148" y="2183417"/>
                  </a:lnTo>
                  <a:lnTo>
                    <a:pt x="6236524" y="2225997"/>
                  </a:lnTo>
                  <a:lnTo>
                    <a:pt x="6185095" y="2268078"/>
                  </a:lnTo>
                  <a:lnTo>
                    <a:pt x="6134046" y="2309160"/>
                  </a:lnTo>
                  <a:lnTo>
                    <a:pt x="6083517" y="2348794"/>
                  </a:lnTo>
                  <a:lnTo>
                    <a:pt x="6033588" y="2386598"/>
                  </a:lnTo>
                  <a:lnTo>
                    <a:pt x="5984260" y="2422274"/>
                  </a:lnTo>
                  <a:lnTo>
                    <a:pt x="5935444" y="2455610"/>
                  </a:lnTo>
                  <a:lnTo>
                    <a:pt x="5886948" y="2486484"/>
                  </a:lnTo>
                  <a:lnTo>
                    <a:pt x="5838464" y="2514856"/>
                  </a:lnTo>
                  <a:lnTo>
                    <a:pt x="5789550" y="2540760"/>
                  </a:lnTo>
                  <a:lnTo>
                    <a:pt x="5784835" y="2543109"/>
                  </a:lnTo>
                  <a:lnTo>
                    <a:pt x="5735357" y="2566134"/>
                  </a:lnTo>
                  <a:lnTo>
                    <a:pt x="5684178" y="2586822"/>
                  </a:lnTo>
                  <a:lnTo>
                    <a:pt x="5630482" y="2605297"/>
                  </a:lnTo>
                  <a:lnTo>
                    <a:pt x="5573359" y="2621764"/>
                  </a:lnTo>
                  <a:lnTo>
                    <a:pt x="5511884" y="2636455"/>
                  </a:lnTo>
                  <a:lnTo>
                    <a:pt x="5445198" y="2649589"/>
                  </a:lnTo>
                  <a:lnTo>
                    <a:pt x="5372611" y="2661362"/>
                  </a:lnTo>
                  <a:lnTo>
                    <a:pt x="5293737" y="2671929"/>
                  </a:lnTo>
                  <a:lnTo>
                    <a:pt x="5208681" y="2681402"/>
                  </a:lnTo>
                  <a:lnTo>
                    <a:pt x="5118244" y="2689849"/>
                  </a:lnTo>
                  <a:lnTo>
                    <a:pt x="5024139" y="2697297"/>
                  </a:lnTo>
                  <a:lnTo>
                    <a:pt x="4929117" y="2703740"/>
                  </a:lnTo>
                  <a:lnTo>
                    <a:pt x="4836910" y="2709153"/>
                  </a:lnTo>
                  <a:lnTo>
                    <a:pt x="4751892" y="2713518"/>
                  </a:lnTo>
                  <a:lnTo>
                    <a:pt x="4678423" y="2716846"/>
                  </a:lnTo>
                  <a:lnTo>
                    <a:pt x="4619980" y="2719200"/>
                  </a:lnTo>
                  <a:lnTo>
                    <a:pt x="4578340" y="2720700"/>
                  </a:lnTo>
                  <a:lnTo>
                    <a:pt x="4553056" y="2721519"/>
                  </a:lnTo>
                  <a:lnTo>
                    <a:pt x="4541393" y="2721860"/>
                  </a:lnTo>
                  <a:lnTo>
                    <a:pt x="4538587" y="2721935"/>
                  </a:lnTo>
                  <a:lnTo>
                    <a:pt x="4538543" y="2721936"/>
                  </a:lnTo>
                  <a:lnTo>
                    <a:pt x="4016409" y="2721936"/>
                  </a:lnTo>
                  <a:lnTo>
                    <a:pt x="4015250" y="2721860"/>
                  </a:lnTo>
                  <a:lnTo>
                    <a:pt x="4007659" y="2721317"/>
                  </a:lnTo>
                  <a:lnTo>
                    <a:pt x="3988620" y="2719815"/>
                  </a:lnTo>
                  <a:lnTo>
                    <a:pt x="3954835" y="2716863"/>
                  </a:lnTo>
                  <a:lnTo>
                    <a:pt x="3904999" y="2712019"/>
                  </a:lnTo>
                  <a:lnTo>
                    <a:pt x="3839888" y="2704941"/>
                  </a:lnTo>
                  <a:lnTo>
                    <a:pt x="3762074" y="2695421"/>
                  </a:lnTo>
                  <a:lnTo>
                    <a:pt x="3675296" y="2683377"/>
                  </a:lnTo>
                  <a:lnTo>
                    <a:pt x="3583691" y="2668826"/>
                  </a:lnTo>
                  <a:lnTo>
                    <a:pt x="3491093" y="2651823"/>
                  </a:lnTo>
                  <a:lnTo>
                    <a:pt x="3400586" y="2632413"/>
                  </a:lnTo>
                  <a:lnTo>
                    <a:pt x="3314319" y="2610583"/>
                  </a:lnTo>
                  <a:lnTo>
                    <a:pt x="3233532" y="2586234"/>
                  </a:lnTo>
                  <a:lnTo>
                    <a:pt x="3158716" y="2559172"/>
                  </a:lnTo>
                  <a:lnTo>
                    <a:pt x="3089794" y="2529098"/>
                  </a:lnTo>
                  <a:lnTo>
                    <a:pt x="3026309" y="2495618"/>
                  </a:lnTo>
                  <a:lnTo>
                    <a:pt x="2967567" y="2458256"/>
                  </a:lnTo>
                  <a:lnTo>
                    <a:pt x="2912748" y="2416481"/>
                  </a:lnTo>
                  <a:lnTo>
                    <a:pt x="2860993" y="2369756"/>
                  </a:lnTo>
                  <a:lnTo>
                    <a:pt x="2811473" y="2317623"/>
                  </a:lnTo>
                  <a:lnTo>
                    <a:pt x="2770117" y="2268280"/>
                  </a:lnTo>
                  <a:lnTo>
                    <a:pt x="2732309" y="2218637"/>
                  </a:lnTo>
                  <a:lnTo>
                    <a:pt x="2694856" y="2165312"/>
                  </a:lnTo>
                  <a:lnTo>
                    <a:pt x="2657528" y="2108229"/>
                  </a:lnTo>
                  <a:lnTo>
                    <a:pt x="2620144" y="2047376"/>
                  </a:lnTo>
                  <a:lnTo>
                    <a:pt x="2582571" y="1982808"/>
                  </a:lnTo>
                  <a:lnTo>
                    <a:pt x="2544713" y="1914654"/>
                  </a:lnTo>
                  <a:lnTo>
                    <a:pt x="2506513" y="1843123"/>
                  </a:lnTo>
                  <a:lnTo>
                    <a:pt x="2467950" y="1768501"/>
                  </a:lnTo>
                  <a:lnTo>
                    <a:pt x="2429031" y="1691155"/>
                  </a:lnTo>
                  <a:lnTo>
                    <a:pt x="2389791" y="1611524"/>
                  </a:lnTo>
                  <a:lnTo>
                    <a:pt x="2350289" y="1530111"/>
                  </a:lnTo>
                  <a:lnTo>
                    <a:pt x="2310600" y="1447471"/>
                  </a:lnTo>
                  <a:lnTo>
                    <a:pt x="2270812" y="1364196"/>
                  </a:lnTo>
                  <a:lnTo>
                    <a:pt x="2231021" y="1280898"/>
                  </a:lnTo>
                  <a:lnTo>
                    <a:pt x="2191321" y="1198187"/>
                  </a:lnTo>
                  <a:lnTo>
                    <a:pt x="2151801" y="1116659"/>
                  </a:lnTo>
                  <a:lnTo>
                    <a:pt x="2112539" y="1036871"/>
                  </a:lnTo>
                  <a:lnTo>
                    <a:pt x="2073593" y="959332"/>
                  </a:lnTo>
                  <a:lnTo>
                    <a:pt x="2035002" y="884485"/>
                  </a:lnTo>
                  <a:lnTo>
                    <a:pt x="1996775" y="812703"/>
                  </a:lnTo>
                  <a:lnTo>
                    <a:pt x="1958892" y="744279"/>
                  </a:lnTo>
                  <a:lnTo>
                    <a:pt x="1921299" y="679428"/>
                  </a:lnTo>
                  <a:lnTo>
                    <a:pt x="1883905" y="618284"/>
                  </a:lnTo>
                  <a:lnTo>
                    <a:pt x="1846578" y="560909"/>
                  </a:lnTo>
                  <a:lnTo>
                    <a:pt x="1809143" y="507295"/>
                  </a:lnTo>
                  <a:lnTo>
                    <a:pt x="1771371" y="457371"/>
                  </a:lnTo>
                  <a:lnTo>
                    <a:pt x="1768425" y="453656"/>
                  </a:lnTo>
                  <a:lnTo>
                    <a:pt x="1720236" y="396670"/>
                  </a:lnTo>
                  <a:lnTo>
                    <a:pt x="1670450" y="345316"/>
                  </a:lnTo>
                  <a:lnTo>
                    <a:pt x="1618318" y="299315"/>
                  </a:lnTo>
                  <a:lnTo>
                    <a:pt x="1563001" y="258192"/>
                  </a:lnTo>
                  <a:lnTo>
                    <a:pt x="1503641" y="221405"/>
                  </a:lnTo>
                  <a:lnTo>
                    <a:pt x="1439432" y="188429"/>
                  </a:lnTo>
                  <a:lnTo>
                    <a:pt x="1369705" y="158798"/>
                  </a:lnTo>
                  <a:lnTo>
                    <a:pt x="1294046" y="132132"/>
                  </a:lnTo>
                  <a:lnTo>
                    <a:pt x="1212447" y="108146"/>
                  </a:lnTo>
                  <a:lnTo>
                    <a:pt x="1125491" y="86658"/>
                  </a:lnTo>
                  <a:lnTo>
                    <a:pt x="1034540" y="67584"/>
                  </a:lnTo>
                  <a:lnTo>
                    <a:pt x="941875" y="50921"/>
                  </a:lnTo>
                  <a:lnTo>
                    <a:pt x="850702" y="36718"/>
                  </a:lnTo>
                  <a:lnTo>
                    <a:pt x="764932" y="25029"/>
                  </a:lnTo>
                  <a:lnTo>
                    <a:pt x="688691" y="15859"/>
                  </a:lnTo>
                  <a:lnTo>
                    <a:pt x="625601" y="9110"/>
                  </a:lnTo>
                  <a:lnTo>
                    <a:pt x="578014" y="4554"/>
                  </a:lnTo>
                  <a:lnTo>
                    <a:pt x="546422" y="1834"/>
                  </a:lnTo>
                  <a:lnTo>
                    <a:pt x="529228" y="496"/>
                  </a:lnTo>
                  <a:lnTo>
                    <a:pt x="522876" y="48"/>
                  </a:lnTo>
                  <a:lnTo>
                    <a:pt x="522133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16" name="pg116"/>
            <p:cNvSpPr/>
            <p:nvPr/>
          </p:nvSpPr>
          <p:spPr>
            <a:xfrm>
              <a:off x="386606" y="3224174"/>
              <a:ext cx="8554953" cy="2947823"/>
            </a:xfrm>
            <a:custGeom>
              <a:avLst/>
              <a:pathLst>
                <a:path w="8554953" h="2947823">
                  <a:moveTo>
                    <a:pt x="0" y="11294"/>
                  </a:moveTo>
                  <a:lnTo>
                    <a:pt x="522133" y="11294"/>
                  </a:lnTo>
                  <a:lnTo>
                    <a:pt x="523290" y="11370"/>
                  </a:lnTo>
                  <a:lnTo>
                    <a:pt x="530871" y="11917"/>
                  </a:lnTo>
                  <a:lnTo>
                    <a:pt x="549885" y="13429"/>
                  </a:lnTo>
                  <a:lnTo>
                    <a:pt x="583626" y="16401"/>
                  </a:lnTo>
                  <a:lnTo>
                    <a:pt x="633402" y="21279"/>
                  </a:lnTo>
                  <a:lnTo>
                    <a:pt x="698443" y="28405"/>
                  </a:lnTo>
                  <a:lnTo>
                    <a:pt x="776186" y="37992"/>
                  </a:lnTo>
                  <a:lnTo>
                    <a:pt x="862896" y="50120"/>
                  </a:lnTo>
                  <a:lnTo>
                    <a:pt x="954445" y="64775"/>
                  </a:lnTo>
                  <a:lnTo>
                    <a:pt x="1047001" y="81899"/>
                  </a:lnTo>
                  <a:lnTo>
                    <a:pt x="1137481" y="101448"/>
                  </a:lnTo>
                  <a:lnTo>
                    <a:pt x="1223735" y="123435"/>
                  </a:lnTo>
                  <a:lnTo>
                    <a:pt x="1304517" y="147958"/>
                  </a:lnTo>
                  <a:lnTo>
                    <a:pt x="1379337" y="175213"/>
                  </a:lnTo>
                  <a:lnTo>
                    <a:pt x="1448265" y="205499"/>
                  </a:lnTo>
                  <a:lnTo>
                    <a:pt x="1511758" y="239213"/>
                  </a:lnTo>
                  <a:lnTo>
                    <a:pt x="1570507" y="276833"/>
                  </a:lnTo>
                  <a:lnTo>
                    <a:pt x="1625329" y="318894"/>
                  </a:lnTo>
                  <a:lnTo>
                    <a:pt x="1677081" y="365936"/>
                  </a:lnTo>
                  <a:lnTo>
                    <a:pt x="1726595" y="418423"/>
                  </a:lnTo>
                  <a:lnTo>
                    <a:pt x="1768425" y="468715"/>
                  </a:lnTo>
                  <a:lnTo>
                    <a:pt x="1806114" y="518605"/>
                  </a:lnTo>
                  <a:lnTo>
                    <a:pt x="1843449" y="572185"/>
                  </a:lnTo>
                  <a:lnTo>
                    <a:pt x="1880660" y="629529"/>
                  </a:lnTo>
                  <a:lnTo>
                    <a:pt x="1917923" y="690650"/>
                  </a:lnTo>
                  <a:lnTo>
                    <a:pt x="1955374" y="755496"/>
                  </a:lnTo>
                  <a:lnTo>
                    <a:pt x="1993107" y="823936"/>
                  </a:lnTo>
                  <a:lnTo>
                    <a:pt x="2031178" y="895766"/>
                  </a:lnTo>
                  <a:lnTo>
                    <a:pt x="2069610" y="970699"/>
                  </a:lnTo>
                  <a:lnTo>
                    <a:pt x="2108397" y="1048371"/>
                  </a:lnTo>
                  <a:lnTo>
                    <a:pt x="2147503" y="1128347"/>
                  </a:lnTo>
                  <a:lnTo>
                    <a:pt x="2186873" y="1210124"/>
                  </a:lnTo>
                  <a:lnTo>
                    <a:pt x="2226431" y="1293152"/>
                  </a:lnTo>
                  <a:lnTo>
                    <a:pt x="2266090" y="1376838"/>
                  </a:lnTo>
                  <a:lnTo>
                    <a:pt x="2305758" y="1460573"/>
                  </a:lnTo>
                  <a:lnTo>
                    <a:pt x="2345338" y="1543747"/>
                  </a:lnTo>
                  <a:lnTo>
                    <a:pt x="2384743" y="1625763"/>
                  </a:lnTo>
                  <a:lnTo>
                    <a:pt x="2423896" y="1706063"/>
                  </a:lnTo>
                  <a:lnTo>
                    <a:pt x="2462737" y="1784136"/>
                  </a:lnTo>
                  <a:lnTo>
                    <a:pt x="2501227" y="1859534"/>
                  </a:lnTo>
                  <a:lnTo>
                    <a:pt x="2539356" y="1931883"/>
                  </a:lnTo>
                  <a:lnTo>
                    <a:pt x="2577139" y="2000882"/>
                  </a:lnTo>
                  <a:lnTo>
                    <a:pt x="2614630" y="2066315"/>
                  </a:lnTo>
                  <a:lnTo>
                    <a:pt x="2651916" y="2128039"/>
                  </a:lnTo>
                  <a:lnTo>
                    <a:pt x="2689124" y="2185989"/>
                  </a:lnTo>
                  <a:lnTo>
                    <a:pt x="2726425" y="2240169"/>
                  </a:lnTo>
                  <a:lnTo>
                    <a:pt x="2764040" y="2290643"/>
                  </a:lnTo>
                  <a:lnTo>
                    <a:pt x="2770117" y="2298398"/>
                  </a:lnTo>
                  <a:lnTo>
                    <a:pt x="2818282" y="2355830"/>
                  </a:lnTo>
                  <a:lnTo>
                    <a:pt x="2868043" y="2407589"/>
                  </a:lnTo>
                  <a:lnTo>
                    <a:pt x="2920146" y="2453955"/>
                  </a:lnTo>
                  <a:lnTo>
                    <a:pt x="2975430" y="2495408"/>
                  </a:lnTo>
                  <a:lnTo>
                    <a:pt x="3034751" y="2532491"/>
                  </a:lnTo>
                  <a:lnTo>
                    <a:pt x="3098915" y="2565734"/>
                  </a:lnTo>
                  <a:lnTo>
                    <a:pt x="3168589" y="2595606"/>
                  </a:lnTo>
                  <a:lnTo>
                    <a:pt x="3244190" y="2622491"/>
                  </a:lnTo>
                  <a:lnTo>
                    <a:pt x="3325725" y="2646675"/>
                  </a:lnTo>
                  <a:lnTo>
                    <a:pt x="3412617" y="2668342"/>
                  </a:lnTo>
                  <a:lnTo>
                    <a:pt x="3503508" y="2687577"/>
                  </a:lnTo>
                  <a:lnTo>
                    <a:pt x="3596126" y="2704383"/>
                  </a:lnTo>
                  <a:lnTo>
                    <a:pt x="3687276" y="2718713"/>
                  </a:lnTo>
                  <a:lnTo>
                    <a:pt x="3773053" y="2730510"/>
                  </a:lnTo>
                  <a:lnTo>
                    <a:pt x="3849339" y="2739770"/>
                  </a:lnTo>
                  <a:lnTo>
                    <a:pt x="3912508" y="2746589"/>
                  </a:lnTo>
                  <a:lnTo>
                    <a:pt x="3960200" y="2751197"/>
                  </a:lnTo>
                  <a:lnTo>
                    <a:pt x="3991910" y="2753952"/>
                  </a:lnTo>
                  <a:lnTo>
                    <a:pt x="4009212" y="2755310"/>
                  </a:lnTo>
                  <a:lnTo>
                    <a:pt x="4015641" y="2755769"/>
                  </a:lnTo>
                  <a:lnTo>
                    <a:pt x="4016409" y="2755819"/>
                  </a:lnTo>
                  <a:lnTo>
                    <a:pt x="4538543" y="2755819"/>
                  </a:lnTo>
                  <a:lnTo>
                    <a:pt x="4539812" y="2755825"/>
                  </a:lnTo>
                  <a:lnTo>
                    <a:pt x="4548109" y="2755867"/>
                  </a:lnTo>
                  <a:lnTo>
                    <a:pt x="4568852" y="2755983"/>
                  </a:lnTo>
                  <a:lnTo>
                    <a:pt x="4605496" y="2756212"/>
                  </a:lnTo>
                  <a:lnTo>
                    <a:pt x="4659219" y="2756586"/>
                  </a:lnTo>
                  <a:lnTo>
                    <a:pt x="4728866" y="2757131"/>
                  </a:lnTo>
                  <a:lnTo>
                    <a:pt x="4811342" y="2757861"/>
                  </a:lnTo>
                  <a:lnTo>
                    <a:pt x="4902392" y="2758780"/>
                  </a:lnTo>
                  <a:lnTo>
                    <a:pt x="4997501" y="2759887"/>
                  </a:lnTo>
                  <a:lnTo>
                    <a:pt x="5092647" y="2761177"/>
                  </a:lnTo>
                  <a:lnTo>
                    <a:pt x="5184747" y="2762647"/>
                  </a:lnTo>
                  <a:lnTo>
                    <a:pt x="5271783" y="2764300"/>
                  </a:lnTo>
                  <a:lnTo>
                    <a:pt x="5352713" y="2766147"/>
                  </a:lnTo>
                  <a:lnTo>
                    <a:pt x="5427265" y="2768206"/>
                  </a:lnTo>
                  <a:lnTo>
                    <a:pt x="5495723" y="2770503"/>
                  </a:lnTo>
                  <a:lnTo>
                    <a:pt x="5558723" y="2773072"/>
                  </a:lnTo>
                  <a:lnTo>
                    <a:pt x="5617105" y="2775952"/>
                  </a:lnTo>
                  <a:lnTo>
                    <a:pt x="5671802" y="2779185"/>
                  </a:lnTo>
                  <a:lnTo>
                    <a:pt x="5723745" y="2782810"/>
                  </a:lnTo>
                  <a:lnTo>
                    <a:pt x="5773793" y="2786854"/>
                  </a:lnTo>
                  <a:lnTo>
                    <a:pt x="5784835" y="2787820"/>
                  </a:lnTo>
                  <a:lnTo>
                    <a:pt x="5838877" y="2792917"/>
                  </a:lnTo>
                  <a:lnTo>
                    <a:pt x="5892398" y="2798552"/>
                  </a:lnTo>
                  <a:lnTo>
                    <a:pt x="5945980" y="2804732"/>
                  </a:lnTo>
                  <a:lnTo>
                    <a:pt x="6000012" y="2811445"/>
                  </a:lnTo>
                  <a:lnTo>
                    <a:pt x="6054713" y="2818656"/>
                  </a:lnTo>
                  <a:lnTo>
                    <a:pt x="6110158" y="2826304"/>
                  </a:lnTo>
                  <a:lnTo>
                    <a:pt x="6166291" y="2834310"/>
                  </a:lnTo>
                  <a:lnTo>
                    <a:pt x="6222956" y="2842571"/>
                  </a:lnTo>
                  <a:lnTo>
                    <a:pt x="6279922" y="2850970"/>
                  </a:lnTo>
                  <a:lnTo>
                    <a:pt x="6336916" y="2859382"/>
                  </a:lnTo>
                  <a:lnTo>
                    <a:pt x="6393663" y="2867680"/>
                  </a:lnTo>
                  <a:lnTo>
                    <a:pt x="6449919" y="2875746"/>
                  </a:lnTo>
                  <a:lnTo>
                    <a:pt x="6505510" y="2883474"/>
                  </a:lnTo>
                  <a:lnTo>
                    <a:pt x="6560360" y="2890779"/>
                  </a:lnTo>
                  <a:lnTo>
                    <a:pt x="6614515" y="2897596"/>
                  </a:lnTo>
                  <a:lnTo>
                    <a:pt x="6668162" y="2903886"/>
                  </a:lnTo>
                  <a:lnTo>
                    <a:pt x="6721656" y="2909631"/>
                  </a:lnTo>
                  <a:lnTo>
                    <a:pt x="6775535" y="2914835"/>
                  </a:lnTo>
                  <a:lnTo>
                    <a:pt x="6786527" y="2915822"/>
                  </a:lnTo>
                  <a:lnTo>
                    <a:pt x="6836253" y="2919962"/>
                  </a:lnTo>
                  <a:lnTo>
                    <a:pt x="6887701" y="2923679"/>
                  </a:lnTo>
                  <a:lnTo>
                    <a:pt x="6941700" y="2926997"/>
                  </a:lnTo>
                  <a:lnTo>
                    <a:pt x="6999173" y="2929952"/>
                  </a:lnTo>
                  <a:lnTo>
                    <a:pt x="7061060" y="2932587"/>
                  </a:lnTo>
                  <a:lnTo>
                    <a:pt x="7128228" y="2934942"/>
                  </a:lnTo>
                  <a:lnTo>
                    <a:pt x="7201374" y="2937052"/>
                  </a:lnTo>
                  <a:lnTo>
                    <a:pt x="7280873" y="2938945"/>
                  </a:lnTo>
                  <a:lnTo>
                    <a:pt x="7366599" y="2940640"/>
                  </a:lnTo>
                  <a:lnTo>
                    <a:pt x="7457701" y="2942151"/>
                  </a:lnTo>
                  <a:lnTo>
                    <a:pt x="7552395" y="2943481"/>
                  </a:lnTo>
                  <a:lnTo>
                    <a:pt x="7647833" y="2944629"/>
                  </a:lnTo>
                  <a:lnTo>
                    <a:pt x="7740179" y="2945591"/>
                  </a:lnTo>
                  <a:lnTo>
                    <a:pt x="7824972" y="2946364"/>
                  </a:lnTo>
                  <a:lnTo>
                    <a:pt x="7897821" y="2946949"/>
                  </a:lnTo>
                  <a:lnTo>
                    <a:pt x="7955295" y="2947360"/>
                  </a:lnTo>
                  <a:lnTo>
                    <a:pt x="7995753" y="2947618"/>
                  </a:lnTo>
                  <a:lnTo>
                    <a:pt x="8019838" y="2947757"/>
                  </a:lnTo>
                  <a:lnTo>
                    <a:pt x="8030520" y="2947812"/>
                  </a:lnTo>
                  <a:lnTo>
                    <a:pt x="8032819" y="2947823"/>
                  </a:lnTo>
                  <a:lnTo>
                    <a:pt x="8554953" y="2947823"/>
                  </a:lnTo>
                  <a:lnTo>
                    <a:pt x="8554953" y="2936528"/>
                  </a:lnTo>
                  <a:lnTo>
                    <a:pt x="8032819" y="2936528"/>
                  </a:lnTo>
                  <a:lnTo>
                    <a:pt x="8031550" y="2936523"/>
                  </a:lnTo>
                  <a:lnTo>
                    <a:pt x="8023253" y="2936480"/>
                  </a:lnTo>
                  <a:lnTo>
                    <a:pt x="8002510" y="2936364"/>
                  </a:lnTo>
                  <a:lnTo>
                    <a:pt x="7965866" y="2936136"/>
                  </a:lnTo>
                  <a:lnTo>
                    <a:pt x="7912143" y="2935761"/>
                  </a:lnTo>
                  <a:lnTo>
                    <a:pt x="7842496" y="2935217"/>
                  </a:lnTo>
                  <a:lnTo>
                    <a:pt x="7760020" y="2934487"/>
                  </a:lnTo>
                  <a:lnTo>
                    <a:pt x="7668970" y="2933567"/>
                  </a:lnTo>
                  <a:lnTo>
                    <a:pt x="7573861" y="2932460"/>
                  </a:lnTo>
                  <a:lnTo>
                    <a:pt x="7478715" y="2931171"/>
                  </a:lnTo>
                  <a:lnTo>
                    <a:pt x="7386615" y="2929701"/>
                  </a:lnTo>
                  <a:lnTo>
                    <a:pt x="7299579" y="2928047"/>
                  </a:lnTo>
                  <a:lnTo>
                    <a:pt x="7218649" y="2926200"/>
                  </a:lnTo>
                  <a:lnTo>
                    <a:pt x="7144097" y="2924142"/>
                  </a:lnTo>
                  <a:lnTo>
                    <a:pt x="7075639" y="2921844"/>
                  </a:lnTo>
                  <a:lnTo>
                    <a:pt x="7012639" y="2919275"/>
                  </a:lnTo>
                  <a:lnTo>
                    <a:pt x="6954257" y="2916396"/>
                  </a:lnTo>
                  <a:lnTo>
                    <a:pt x="6899560" y="2913163"/>
                  </a:lnTo>
                  <a:lnTo>
                    <a:pt x="6847617" y="2909538"/>
                  </a:lnTo>
                  <a:lnTo>
                    <a:pt x="6797569" y="2905493"/>
                  </a:lnTo>
                  <a:lnTo>
                    <a:pt x="6786527" y="2904528"/>
                  </a:lnTo>
                  <a:lnTo>
                    <a:pt x="6732485" y="2899431"/>
                  </a:lnTo>
                  <a:lnTo>
                    <a:pt x="6678964" y="2893796"/>
                  </a:lnTo>
                  <a:lnTo>
                    <a:pt x="6625382" y="2887615"/>
                  </a:lnTo>
                  <a:lnTo>
                    <a:pt x="6571350" y="2880902"/>
                  </a:lnTo>
                  <a:lnTo>
                    <a:pt x="6516649" y="2873692"/>
                  </a:lnTo>
                  <a:lnTo>
                    <a:pt x="6461204" y="2866043"/>
                  </a:lnTo>
                  <a:lnTo>
                    <a:pt x="6405071" y="2858037"/>
                  </a:lnTo>
                  <a:lnTo>
                    <a:pt x="6348406" y="2849777"/>
                  </a:lnTo>
                  <a:lnTo>
                    <a:pt x="6291440" y="2841378"/>
                  </a:lnTo>
                  <a:lnTo>
                    <a:pt x="6234446" y="2832966"/>
                  </a:lnTo>
                  <a:lnTo>
                    <a:pt x="6177699" y="2824667"/>
                  </a:lnTo>
                  <a:lnTo>
                    <a:pt x="6121443" y="2816601"/>
                  </a:lnTo>
                  <a:lnTo>
                    <a:pt x="6065851" y="2808873"/>
                  </a:lnTo>
                  <a:lnTo>
                    <a:pt x="6011002" y="2801569"/>
                  </a:lnTo>
                  <a:lnTo>
                    <a:pt x="5956847" y="2794752"/>
                  </a:lnTo>
                  <a:lnTo>
                    <a:pt x="5903200" y="2788462"/>
                  </a:lnTo>
                  <a:lnTo>
                    <a:pt x="5849706" y="2782717"/>
                  </a:lnTo>
                  <a:lnTo>
                    <a:pt x="5795827" y="2777512"/>
                  </a:lnTo>
                  <a:lnTo>
                    <a:pt x="5784835" y="2776525"/>
                  </a:lnTo>
                  <a:lnTo>
                    <a:pt x="5735109" y="2772386"/>
                  </a:lnTo>
                  <a:lnTo>
                    <a:pt x="5683661" y="2768668"/>
                  </a:lnTo>
                  <a:lnTo>
                    <a:pt x="5629662" y="2765351"/>
                  </a:lnTo>
                  <a:lnTo>
                    <a:pt x="5572188" y="2762395"/>
                  </a:lnTo>
                  <a:lnTo>
                    <a:pt x="5510302" y="2759760"/>
                  </a:lnTo>
                  <a:lnTo>
                    <a:pt x="5443134" y="2757405"/>
                  </a:lnTo>
                  <a:lnTo>
                    <a:pt x="5369988" y="2755295"/>
                  </a:lnTo>
                  <a:lnTo>
                    <a:pt x="5290489" y="2753403"/>
                  </a:lnTo>
                  <a:lnTo>
                    <a:pt x="5204763" y="2751707"/>
                  </a:lnTo>
                  <a:lnTo>
                    <a:pt x="5113661" y="2750196"/>
                  </a:lnTo>
                  <a:lnTo>
                    <a:pt x="5018967" y="2748866"/>
                  </a:lnTo>
                  <a:lnTo>
                    <a:pt x="4923529" y="2747718"/>
                  </a:lnTo>
                  <a:lnTo>
                    <a:pt x="4831183" y="2746756"/>
                  </a:lnTo>
                  <a:lnTo>
                    <a:pt x="4746390" y="2745984"/>
                  </a:lnTo>
                  <a:lnTo>
                    <a:pt x="4673541" y="2745398"/>
                  </a:lnTo>
                  <a:lnTo>
                    <a:pt x="4616067" y="2744988"/>
                  </a:lnTo>
                  <a:lnTo>
                    <a:pt x="4575609" y="2744729"/>
                  </a:lnTo>
                  <a:lnTo>
                    <a:pt x="4551524" y="2744591"/>
                  </a:lnTo>
                  <a:lnTo>
                    <a:pt x="4540841" y="2744536"/>
                  </a:lnTo>
                  <a:lnTo>
                    <a:pt x="4538543" y="2744525"/>
                  </a:lnTo>
                  <a:lnTo>
                    <a:pt x="4016409" y="2744525"/>
                  </a:lnTo>
                  <a:lnTo>
                    <a:pt x="4015252" y="2744448"/>
                  </a:lnTo>
                  <a:lnTo>
                    <a:pt x="4007671" y="2743901"/>
                  </a:lnTo>
                  <a:lnTo>
                    <a:pt x="3988658" y="2742389"/>
                  </a:lnTo>
                  <a:lnTo>
                    <a:pt x="3954916" y="2739417"/>
                  </a:lnTo>
                  <a:lnTo>
                    <a:pt x="3905140" y="2734540"/>
                  </a:lnTo>
                  <a:lnTo>
                    <a:pt x="3840099" y="2727413"/>
                  </a:lnTo>
                  <a:lnTo>
                    <a:pt x="3762356" y="2717827"/>
                  </a:lnTo>
                  <a:lnTo>
                    <a:pt x="3675646" y="2705698"/>
                  </a:lnTo>
                  <a:lnTo>
                    <a:pt x="3584097" y="2691044"/>
                  </a:lnTo>
                  <a:lnTo>
                    <a:pt x="3491541" y="2673920"/>
                  </a:lnTo>
                  <a:lnTo>
                    <a:pt x="3401061" y="2654370"/>
                  </a:lnTo>
                  <a:lnTo>
                    <a:pt x="3314808" y="2632383"/>
                  </a:lnTo>
                  <a:lnTo>
                    <a:pt x="3234025" y="2607861"/>
                  </a:lnTo>
                  <a:lnTo>
                    <a:pt x="3159205" y="2580606"/>
                  </a:lnTo>
                  <a:lnTo>
                    <a:pt x="3090277" y="2550319"/>
                  </a:lnTo>
                  <a:lnTo>
                    <a:pt x="3026785" y="2516605"/>
                  </a:lnTo>
                  <a:lnTo>
                    <a:pt x="2968036" y="2478985"/>
                  </a:lnTo>
                  <a:lnTo>
                    <a:pt x="2913214" y="2436925"/>
                  </a:lnTo>
                  <a:lnTo>
                    <a:pt x="2861461" y="2389882"/>
                  </a:lnTo>
                  <a:lnTo>
                    <a:pt x="2811947" y="2337396"/>
                  </a:lnTo>
                  <a:lnTo>
                    <a:pt x="2770117" y="2287104"/>
                  </a:lnTo>
                  <a:lnTo>
                    <a:pt x="2732428" y="2237213"/>
                  </a:lnTo>
                  <a:lnTo>
                    <a:pt x="2695093" y="2183634"/>
                  </a:lnTo>
                  <a:lnTo>
                    <a:pt x="2657883" y="2126290"/>
                  </a:lnTo>
                  <a:lnTo>
                    <a:pt x="2620619" y="2065168"/>
                  </a:lnTo>
                  <a:lnTo>
                    <a:pt x="2583168" y="2000323"/>
                  </a:lnTo>
                  <a:lnTo>
                    <a:pt x="2545435" y="1931882"/>
                  </a:lnTo>
                  <a:lnTo>
                    <a:pt x="2507364" y="1860053"/>
                  </a:lnTo>
                  <a:lnTo>
                    <a:pt x="2468932" y="1785120"/>
                  </a:lnTo>
                  <a:lnTo>
                    <a:pt x="2430146" y="1707447"/>
                  </a:lnTo>
                  <a:lnTo>
                    <a:pt x="2391039" y="1627472"/>
                  </a:lnTo>
                  <a:lnTo>
                    <a:pt x="2351669" y="1545694"/>
                  </a:lnTo>
                  <a:lnTo>
                    <a:pt x="2312111" y="1462667"/>
                  </a:lnTo>
                  <a:lnTo>
                    <a:pt x="2272452" y="1378981"/>
                  </a:lnTo>
                  <a:lnTo>
                    <a:pt x="2232785" y="1295245"/>
                  </a:lnTo>
                  <a:lnTo>
                    <a:pt x="2193204" y="1212072"/>
                  </a:lnTo>
                  <a:lnTo>
                    <a:pt x="2153799" y="1130055"/>
                  </a:lnTo>
                  <a:lnTo>
                    <a:pt x="2114646" y="1049756"/>
                  </a:lnTo>
                  <a:lnTo>
                    <a:pt x="2075805" y="971683"/>
                  </a:lnTo>
                  <a:lnTo>
                    <a:pt x="2037315" y="896284"/>
                  </a:lnTo>
                  <a:lnTo>
                    <a:pt x="1999187" y="823936"/>
                  </a:lnTo>
                  <a:lnTo>
                    <a:pt x="1961403" y="754936"/>
                  </a:lnTo>
                  <a:lnTo>
                    <a:pt x="1923912" y="689504"/>
                  </a:lnTo>
                  <a:lnTo>
                    <a:pt x="1886626" y="627780"/>
                  </a:lnTo>
                  <a:lnTo>
                    <a:pt x="1849418" y="569829"/>
                  </a:lnTo>
                  <a:lnTo>
                    <a:pt x="1812117" y="515650"/>
                  </a:lnTo>
                  <a:lnTo>
                    <a:pt x="1774502" y="465175"/>
                  </a:lnTo>
                  <a:lnTo>
                    <a:pt x="1768425" y="457420"/>
                  </a:lnTo>
                  <a:lnTo>
                    <a:pt x="1720260" y="399988"/>
                  </a:lnTo>
                  <a:lnTo>
                    <a:pt x="1670500" y="348229"/>
                  </a:lnTo>
                  <a:lnTo>
                    <a:pt x="1618396" y="301863"/>
                  </a:lnTo>
                  <a:lnTo>
                    <a:pt x="1563112" y="260411"/>
                  </a:lnTo>
                  <a:lnTo>
                    <a:pt x="1503791" y="223328"/>
                  </a:lnTo>
                  <a:lnTo>
                    <a:pt x="1439627" y="190084"/>
                  </a:lnTo>
                  <a:lnTo>
                    <a:pt x="1369953" y="160212"/>
                  </a:lnTo>
                  <a:lnTo>
                    <a:pt x="1294352" y="133327"/>
                  </a:lnTo>
                  <a:lnTo>
                    <a:pt x="1212817" y="109143"/>
                  </a:lnTo>
                  <a:lnTo>
                    <a:pt x="1125925" y="87477"/>
                  </a:lnTo>
                  <a:lnTo>
                    <a:pt x="1035034" y="68242"/>
                  </a:lnTo>
                  <a:lnTo>
                    <a:pt x="942416" y="51435"/>
                  </a:lnTo>
                  <a:lnTo>
                    <a:pt x="851267" y="37106"/>
                  </a:lnTo>
                  <a:lnTo>
                    <a:pt x="765489" y="25309"/>
                  </a:lnTo>
                  <a:lnTo>
                    <a:pt x="689204" y="16049"/>
                  </a:lnTo>
                  <a:lnTo>
                    <a:pt x="626035" y="9229"/>
                  </a:lnTo>
                  <a:lnTo>
                    <a:pt x="578342" y="4622"/>
                  </a:lnTo>
                  <a:lnTo>
                    <a:pt x="546633" y="1866"/>
                  </a:lnTo>
                  <a:lnTo>
                    <a:pt x="529331" y="508"/>
                  </a:lnTo>
                  <a:lnTo>
                    <a:pt x="522901" y="50"/>
                  </a:lnTo>
                  <a:lnTo>
                    <a:pt x="5221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117" name="pl117"/>
            <p:cNvSpPr/>
            <p:nvPr/>
          </p:nvSpPr>
          <p:spPr>
            <a:xfrm>
              <a:off x="386606" y="3235468"/>
              <a:ext cx="8554953" cy="2936528"/>
            </a:xfrm>
            <a:custGeom>
              <a:avLst/>
              <a:pathLst>
                <a:path w="8554953" h="2936528">
                  <a:moveTo>
                    <a:pt x="0" y="0"/>
                  </a:moveTo>
                  <a:lnTo>
                    <a:pt x="522133" y="0"/>
                  </a:lnTo>
                  <a:lnTo>
                    <a:pt x="523290" y="76"/>
                  </a:lnTo>
                  <a:lnTo>
                    <a:pt x="530871" y="623"/>
                  </a:lnTo>
                  <a:lnTo>
                    <a:pt x="549885" y="2135"/>
                  </a:lnTo>
                  <a:lnTo>
                    <a:pt x="583626" y="5107"/>
                  </a:lnTo>
                  <a:lnTo>
                    <a:pt x="633402" y="9984"/>
                  </a:lnTo>
                  <a:lnTo>
                    <a:pt x="698443" y="17111"/>
                  </a:lnTo>
                  <a:lnTo>
                    <a:pt x="776186" y="26698"/>
                  </a:lnTo>
                  <a:lnTo>
                    <a:pt x="862896" y="38826"/>
                  </a:lnTo>
                  <a:lnTo>
                    <a:pt x="954445" y="53480"/>
                  </a:lnTo>
                  <a:lnTo>
                    <a:pt x="1047001" y="70605"/>
                  </a:lnTo>
                  <a:lnTo>
                    <a:pt x="1137481" y="90154"/>
                  </a:lnTo>
                  <a:lnTo>
                    <a:pt x="1223735" y="112141"/>
                  </a:lnTo>
                  <a:lnTo>
                    <a:pt x="1304517" y="136664"/>
                  </a:lnTo>
                  <a:lnTo>
                    <a:pt x="1379337" y="163918"/>
                  </a:lnTo>
                  <a:lnTo>
                    <a:pt x="1448265" y="194205"/>
                  </a:lnTo>
                  <a:lnTo>
                    <a:pt x="1511758" y="227919"/>
                  </a:lnTo>
                  <a:lnTo>
                    <a:pt x="1570507" y="265539"/>
                  </a:lnTo>
                  <a:lnTo>
                    <a:pt x="1625329" y="307600"/>
                  </a:lnTo>
                  <a:lnTo>
                    <a:pt x="1677081" y="354642"/>
                  </a:lnTo>
                  <a:lnTo>
                    <a:pt x="1726595" y="407128"/>
                  </a:lnTo>
                  <a:lnTo>
                    <a:pt x="1768425" y="457420"/>
                  </a:lnTo>
                  <a:lnTo>
                    <a:pt x="1806114" y="507311"/>
                  </a:lnTo>
                  <a:lnTo>
                    <a:pt x="1843449" y="560891"/>
                  </a:lnTo>
                  <a:lnTo>
                    <a:pt x="1880660" y="618234"/>
                  </a:lnTo>
                  <a:lnTo>
                    <a:pt x="1917923" y="679356"/>
                  </a:lnTo>
                  <a:lnTo>
                    <a:pt x="1955374" y="744201"/>
                  </a:lnTo>
                  <a:lnTo>
                    <a:pt x="1993107" y="812642"/>
                  </a:lnTo>
                  <a:lnTo>
                    <a:pt x="2031178" y="884471"/>
                  </a:lnTo>
                  <a:lnTo>
                    <a:pt x="2069610" y="959404"/>
                  </a:lnTo>
                  <a:lnTo>
                    <a:pt x="2108397" y="1037077"/>
                  </a:lnTo>
                  <a:lnTo>
                    <a:pt x="2147503" y="1117052"/>
                  </a:lnTo>
                  <a:lnTo>
                    <a:pt x="2186873" y="1198830"/>
                  </a:lnTo>
                  <a:lnTo>
                    <a:pt x="2226431" y="1281857"/>
                  </a:lnTo>
                  <a:lnTo>
                    <a:pt x="2266090" y="1365544"/>
                  </a:lnTo>
                  <a:lnTo>
                    <a:pt x="2305758" y="1449279"/>
                  </a:lnTo>
                  <a:lnTo>
                    <a:pt x="2345338" y="1532452"/>
                  </a:lnTo>
                  <a:lnTo>
                    <a:pt x="2384743" y="1614469"/>
                  </a:lnTo>
                  <a:lnTo>
                    <a:pt x="2423896" y="1694769"/>
                  </a:lnTo>
                  <a:lnTo>
                    <a:pt x="2462737" y="1772841"/>
                  </a:lnTo>
                  <a:lnTo>
                    <a:pt x="2501227" y="1848240"/>
                  </a:lnTo>
                  <a:lnTo>
                    <a:pt x="2539356" y="1920588"/>
                  </a:lnTo>
                  <a:lnTo>
                    <a:pt x="2577139" y="1989588"/>
                  </a:lnTo>
                  <a:lnTo>
                    <a:pt x="2614630" y="2055020"/>
                  </a:lnTo>
                  <a:lnTo>
                    <a:pt x="2651916" y="2116744"/>
                  </a:lnTo>
                  <a:lnTo>
                    <a:pt x="2689124" y="2174695"/>
                  </a:lnTo>
                  <a:lnTo>
                    <a:pt x="2726425" y="2228874"/>
                  </a:lnTo>
                  <a:lnTo>
                    <a:pt x="2764040" y="2279349"/>
                  </a:lnTo>
                  <a:lnTo>
                    <a:pt x="2770117" y="2287104"/>
                  </a:lnTo>
                  <a:lnTo>
                    <a:pt x="2818282" y="2344536"/>
                  </a:lnTo>
                  <a:lnTo>
                    <a:pt x="2868043" y="2396295"/>
                  </a:lnTo>
                  <a:lnTo>
                    <a:pt x="2920146" y="2442661"/>
                  </a:lnTo>
                  <a:lnTo>
                    <a:pt x="2975430" y="2484114"/>
                  </a:lnTo>
                  <a:lnTo>
                    <a:pt x="3034751" y="2521197"/>
                  </a:lnTo>
                  <a:lnTo>
                    <a:pt x="3098915" y="2554440"/>
                  </a:lnTo>
                  <a:lnTo>
                    <a:pt x="3168589" y="2584312"/>
                  </a:lnTo>
                  <a:lnTo>
                    <a:pt x="3244190" y="2611197"/>
                  </a:lnTo>
                  <a:lnTo>
                    <a:pt x="3325725" y="2635381"/>
                  </a:lnTo>
                  <a:lnTo>
                    <a:pt x="3412617" y="2657048"/>
                  </a:lnTo>
                  <a:lnTo>
                    <a:pt x="3503508" y="2676283"/>
                  </a:lnTo>
                  <a:lnTo>
                    <a:pt x="3596126" y="2693089"/>
                  </a:lnTo>
                  <a:lnTo>
                    <a:pt x="3687276" y="2707418"/>
                  </a:lnTo>
                  <a:lnTo>
                    <a:pt x="3773053" y="2719215"/>
                  </a:lnTo>
                  <a:lnTo>
                    <a:pt x="3849339" y="2728475"/>
                  </a:lnTo>
                  <a:lnTo>
                    <a:pt x="3912508" y="2735295"/>
                  </a:lnTo>
                  <a:lnTo>
                    <a:pt x="3960200" y="2739902"/>
                  </a:lnTo>
                  <a:lnTo>
                    <a:pt x="3991910" y="2742658"/>
                  </a:lnTo>
                  <a:lnTo>
                    <a:pt x="4009212" y="2744016"/>
                  </a:lnTo>
                  <a:lnTo>
                    <a:pt x="4015641" y="2744474"/>
                  </a:lnTo>
                  <a:lnTo>
                    <a:pt x="4016409" y="2744525"/>
                  </a:lnTo>
                  <a:lnTo>
                    <a:pt x="4538543" y="2744525"/>
                  </a:lnTo>
                  <a:lnTo>
                    <a:pt x="4539812" y="2744531"/>
                  </a:lnTo>
                  <a:lnTo>
                    <a:pt x="4548109" y="2744573"/>
                  </a:lnTo>
                  <a:lnTo>
                    <a:pt x="4568852" y="2744689"/>
                  </a:lnTo>
                  <a:lnTo>
                    <a:pt x="4605496" y="2744918"/>
                  </a:lnTo>
                  <a:lnTo>
                    <a:pt x="4659219" y="2745292"/>
                  </a:lnTo>
                  <a:lnTo>
                    <a:pt x="4728866" y="2745837"/>
                  </a:lnTo>
                  <a:lnTo>
                    <a:pt x="4811342" y="2746567"/>
                  </a:lnTo>
                  <a:lnTo>
                    <a:pt x="4902392" y="2747486"/>
                  </a:lnTo>
                  <a:lnTo>
                    <a:pt x="4997501" y="2748593"/>
                  </a:lnTo>
                  <a:lnTo>
                    <a:pt x="5092647" y="2749882"/>
                  </a:lnTo>
                  <a:lnTo>
                    <a:pt x="5184747" y="2751352"/>
                  </a:lnTo>
                  <a:lnTo>
                    <a:pt x="5271783" y="2753006"/>
                  </a:lnTo>
                  <a:lnTo>
                    <a:pt x="5352713" y="2754853"/>
                  </a:lnTo>
                  <a:lnTo>
                    <a:pt x="5427265" y="2756912"/>
                  </a:lnTo>
                  <a:lnTo>
                    <a:pt x="5495723" y="2759209"/>
                  </a:lnTo>
                  <a:lnTo>
                    <a:pt x="5558723" y="2761778"/>
                  </a:lnTo>
                  <a:lnTo>
                    <a:pt x="5617105" y="2764658"/>
                  </a:lnTo>
                  <a:lnTo>
                    <a:pt x="5671802" y="2767890"/>
                  </a:lnTo>
                  <a:lnTo>
                    <a:pt x="5723745" y="2771516"/>
                  </a:lnTo>
                  <a:lnTo>
                    <a:pt x="5773793" y="2775560"/>
                  </a:lnTo>
                  <a:lnTo>
                    <a:pt x="5784835" y="2776525"/>
                  </a:lnTo>
                  <a:lnTo>
                    <a:pt x="5838877" y="2781622"/>
                  </a:lnTo>
                  <a:lnTo>
                    <a:pt x="5892398" y="2787257"/>
                  </a:lnTo>
                  <a:lnTo>
                    <a:pt x="5945980" y="2793438"/>
                  </a:lnTo>
                  <a:lnTo>
                    <a:pt x="6000012" y="2800151"/>
                  </a:lnTo>
                  <a:lnTo>
                    <a:pt x="6054713" y="2807361"/>
                  </a:lnTo>
                  <a:lnTo>
                    <a:pt x="6110158" y="2815010"/>
                  </a:lnTo>
                  <a:lnTo>
                    <a:pt x="6166291" y="2823016"/>
                  </a:lnTo>
                  <a:lnTo>
                    <a:pt x="6222956" y="2831277"/>
                  </a:lnTo>
                  <a:lnTo>
                    <a:pt x="6279922" y="2839676"/>
                  </a:lnTo>
                  <a:lnTo>
                    <a:pt x="6336916" y="2848087"/>
                  </a:lnTo>
                  <a:lnTo>
                    <a:pt x="6393663" y="2856386"/>
                  </a:lnTo>
                  <a:lnTo>
                    <a:pt x="6449919" y="2864452"/>
                  </a:lnTo>
                  <a:lnTo>
                    <a:pt x="6505510" y="2872180"/>
                  </a:lnTo>
                  <a:lnTo>
                    <a:pt x="6560360" y="2879484"/>
                  </a:lnTo>
                  <a:lnTo>
                    <a:pt x="6614515" y="2886301"/>
                  </a:lnTo>
                  <a:lnTo>
                    <a:pt x="6668162" y="2892591"/>
                  </a:lnTo>
                  <a:lnTo>
                    <a:pt x="6721656" y="2898337"/>
                  </a:lnTo>
                  <a:lnTo>
                    <a:pt x="6775535" y="2903541"/>
                  </a:lnTo>
                  <a:lnTo>
                    <a:pt x="6786527" y="2904528"/>
                  </a:lnTo>
                  <a:lnTo>
                    <a:pt x="6836253" y="2908667"/>
                  </a:lnTo>
                  <a:lnTo>
                    <a:pt x="6887701" y="2912385"/>
                  </a:lnTo>
                  <a:lnTo>
                    <a:pt x="6941700" y="2915703"/>
                  </a:lnTo>
                  <a:lnTo>
                    <a:pt x="6999173" y="2918658"/>
                  </a:lnTo>
                  <a:lnTo>
                    <a:pt x="7061060" y="2921293"/>
                  </a:lnTo>
                  <a:lnTo>
                    <a:pt x="7128228" y="2923648"/>
                  </a:lnTo>
                  <a:lnTo>
                    <a:pt x="7201374" y="2925758"/>
                  </a:lnTo>
                  <a:lnTo>
                    <a:pt x="7280873" y="2927650"/>
                  </a:lnTo>
                  <a:lnTo>
                    <a:pt x="7366599" y="2929346"/>
                  </a:lnTo>
                  <a:lnTo>
                    <a:pt x="7457701" y="2930857"/>
                  </a:lnTo>
                  <a:lnTo>
                    <a:pt x="7552395" y="2932187"/>
                  </a:lnTo>
                  <a:lnTo>
                    <a:pt x="7647833" y="2933335"/>
                  </a:lnTo>
                  <a:lnTo>
                    <a:pt x="7740179" y="2934297"/>
                  </a:lnTo>
                  <a:lnTo>
                    <a:pt x="7824972" y="2935069"/>
                  </a:lnTo>
                  <a:lnTo>
                    <a:pt x="7897821" y="2935655"/>
                  </a:lnTo>
                  <a:lnTo>
                    <a:pt x="7955295" y="2936065"/>
                  </a:lnTo>
                  <a:lnTo>
                    <a:pt x="7995753" y="2936324"/>
                  </a:lnTo>
                  <a:lnTo>
                    <a:pt x="8019838" y="2936462"/>
                  </a:lnTo>
                  <a:lnTo>
                    <a:pt x="8030520" y="2936518"/>
                  </a:lnTo>
                  <a:lnTo>
                    <a:pt x="8032804" y="2936528"/>
                  </a:lnTo>
                  <a:lnTo>
                    <a:pt x="8032819" y="2936528"/>
                  </a:lnTo>
                  <a:lnTo>
                    <a:pt x="8554953" y="2936528"/>
                  </a:lnTo>
                  <a:lnTo>
                    <a:pt x="8554953" y="2936528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18" name="pl118"/>
            <p:cNvSpPr/>
            <p:nvPr/>
          </p:nvSpPr>
          <p:spPr>
            <a:xfrm>
              <a:off x="386606" y="3224174"/>
              <a:ext cx="8554953" cy="2936528"/>
            </a:xfrm>
            <a:custGeom>
              <a:avLst/>
              <a:pathLst>
                <a:path w="8554953" h="2936528">
                  <a:moveTo>
                    <a:pt x="8554953" y="2936528"/>
                  </a:moveTo>
                  <a:lnTo>
                    <a:pt x="8032819" y="2936528"/>
                  </a:lnTo>
                  <a:lnTo>
                    <a:pt x="8031550" y="2936523"/>
                  </a:lnTo>
                  <a:lnTo>
                    <a:pt x="8023253" y="2936480"/>
                  </a:lnTo>
                  <a:lnTo>
                    <a:pt x="8002510" y="2936364"/>
                  </a:lnTo>
                  <a:lnTo>
                    <a:pt x="7965866" y="2936136"/>
                  </a:lnTo>
                  <a:lnTo>
                    <a:pt x="7912143" y="2935761"/>
                  </a:lnTo>
                  <a:lnTo>
                    <a:pt x="7842496" y="2935217"/>
                  </a:lnTo>
                  <a:lnTo>
                    <a:pt x="7760020" y="2934487"/>
                  </a:lnTo>
                  <a:lnTo>
                    <a:pt x="7668970" y="2933567"/>
                  </a:lnTo>
                  <a:lnTo>
                    <a:pt x="7573861" y="2932460"/>
                  </a:lnTo>
                  <a:lnTo>
                    <a:pt x="7478715" y="2931171"/>
                  </a:lnTo>
                  <a:lnTo>
                    <a:pt x="7386615" y="2929701"/>
                  </a:lnTo>
                  <a:lnTo>
                    <a:pt x="7299579" y="2928047"/>
                  </a:lnTo>
                  <a:lnTo>
                    <a:pt x="7218649" y="2926200"/>
                  </a:lnTo>
                  <a:lnTo>
                    <a:pt x="7144097" y="2924142"/>
                  </a:lnTo>
                  <a:lnTo>
                    <a:pt x="7075639" y="2921844"/>
                  </a:lnTo>
                  <a:lnTo>
                    <a:pt x="7012639" y="2919275"/>
                  </a:lnTo>
                  <a:lnTo>
                    <a:pt x="6954257" y="2916396"/>
                  </a:lnTo>
                  <a:lnTo>
                    <a:pt x="6899560" y="2913163"/>
                  </a:lnTo>
                  <a:lnTo>
                    <a:pt x="6847617" y="2909538"/>
                  </a:lnTo>
                  <a:lnTo>
                    <a:pt x="6797569" y="2905493"/>
                  </a:lnTo>
                  <a:lnTo>
                    <a:pt x="6786527" y="2904528"/>
                  </a:lnTo>
                  <a:lnTo>
                    <a:pt x="6732485" y="2899431"/>
                  </a:lnTo>
                  <a:lnTo>
                    <a:pt x="6678964" y="2893796"/>
                  </a:lnTo>
                  <a:lnTo>
                    <a:pt x="6625382" y="2887615"/>
                  </a:lnTo>
                  <a:lnTo>
                    <a:pt x="6571350" y="2880902"/>
                  </a:lnTo>
                  <a:lnTo>
                    <a:pt x="6516649" y="2873692"/>
                  </a:lnTo>
                  <a:lnTo>
                    <a:pt x="6461204" y="2866043"/>
                  </a:lnTo>
                  <a:lnTo>
                    <a:pt x="6405071" y="2858037"/>
                  </a:lnTo>
                  <a:lnTo>
                    <a:pt x="6348406" y="2849777"/>
                  </a:lnTo>
                  <a:lnTo>
                    <a:pt x="6291440" y="2841378"/>
                  </a:lnTo>
                  <a:lnTo>
                    <a:pt x="6234446" y="2832966"/>
                  </a:lnTo>
                  <a:lnTo>
                    <a:pt x="6177699" y="2824667"/>
                  </a:lnTo>
                  <a:lnTo>
                    <a:pt x="6121443" y="2816601"/>
                  </a:lnTo>
                  <a:lnTo>
                    <a:pt x="6065851" y="2808873"/>
                  </a:lnTo>
                  <a:lnTo>
                    <a:pt x="6011002" y="2801569"/>
                  </a:lnTo>
                  <a:lnTo>
                    <a:pt x="5956847" y="2794752"/>
                  </a:lnTo>
                  <a:lnTo>
                    <a:pt x="5903200" y="2788462"/>
                  </a:lnTo>
                  <a:lnTo>
                    <a:pt x="5849706" y="2782717"/>
                  </a:lnTo>
                  <a:lnTo>
                    <a:pt x="5795827" y="2777512"/>
                  </a:lnTo>
                  <a:lnTo>
                    <a:pt x="5784835" y="2776525"/>
                  </a:lnTo>
                  <a:lnTo>
                    <a:pt x="5735109" y="2772386"/>
                  </a:lnTo>
                  <a:lnTo>
                    <a:pt x="5683661" y="2768668"/>
                  </a:lnTo>
                  <a:lnTo>
                    <a:pt x="5629662" y="2765351"/>
                  </a:lnTo>
                  <a:lnTo>
                    <a:pt x="5572188" y="2762395"/>
                  </a:lnTo>
                  <a:lnTo>
                    <a:pt x="5510302" y="2759760"/>
                  </a:lnTo>
                  <a:lnTo>
                    <a:pt x="5443134" y="2757405"/>
                  </a:lnTo>
                  <a:lnTo>
                    <a:pt x="5369988" y="2755295"/>
                  </a:lnTo>
                  <a:lnTo>
                    <a:pt x="5290489" y="2753403"/>
                  </a:lnTo>
                  <a:lnTo>
                    <a:pt x="5204763" y="2751707"/>
                  </a:lnTo>
                  <a:lnTo>
                    <a:pt x="5113661" y="2750196"/>
                  </a:lnTo>
                  <a:lnTo>
                    <a:pt x="5018967" y="2748866"/>
                  </a:lnTo>
                  <a:lnTo>
                    <a:pt x="4923529" y="2747718"/>
                  </a:lnTo>
                  <a:lnTo>
                    <a:pt x="4831183" y="2746756"/>
                  </a:lnTo>
                  <a:lnTo>
                    <a:pt x="4746390" y="2745984"/>
                  </a:lnTo>
                  <a:lnTo>
                    <a:pt x="4673541" y="2745398"/>
                  </a:lnTo>
                  <a:lnTo>
                    <a:pt x="4616067" y="2744988"/>
                  </a:lnTo>
                  <a:lnTo>
                    <a:pt x="4575609" y="2744729"/>
                  </a:lnTo>
                  <a:lnTo>
                    <a:pt x="4551524" y="2744591"/>
                  </a:lnTo>
                  <a:lnTo>
                    <a:pt x="4540841" y="2744536"/>
                  </a:lnTo>
                  <a:lnTo>
                    <a:pt x="4538558" y="2744525"/>
                  </a:lnTo>
                  <a:lnTo>
                    <a:pt x="4538543" y="2744525"/>
                  </a:lnTo>
                  <a:lnTo>
                    <a:pt x="4016409" y="2744525"/>
                  </a:lnTo>
                  <a:lnTo>
                    <a:pt x="4015252" y="2744448"/>
                  </a:lnTo>
                  <a:lnTo>
                    <a:pt x="4007671" y="2743901"/>
                  </a:lnTo>
                  <a:lnTo>
                    <a:pt x="3988658" y="2742389"/>
                  </a:lnTo>
                  <a:lnTo>
                    <a:pt x="3954916" y="2739417"/>
                  </a:lnTo>
                  <a:lnTo>
                    <a:pt x="3905140" y="2734540"/>
                  </a:lnTo>
                  <a:lnTo>
                    <a:pt x="3840099" y="2727413"/>
                  </a:lnTo>
                  <a:lnTo>
                    <a:pt x="3762356" y="2717827"/>
                  </a:lnTo>
                  <a:lnTo>
                    <a:pt x="3675646" y="2705698"/>
                  </a:lnTo>
                  <a:lnTo>
                    <a:pt x="3584097" y="2691044"/>
                  </a:lnTo>
                  <a:lnTo>
                    <a:pt x="3491541" y="2673920"/>
                  </a:lnTo>
                  <a:lnTo>
                    <a:pt x="3401061" y="2654370"/>
                  </a:lnTo>
                  <a:lnTo>
                    <a:pt x="3314808" y="2632383"/>
                  </a:lnTo>
                  <a:lnTo>
                    <a:pt x="3234025" y="2607861"/>
                  </a:lnTo>
                  <a:lnTo>
                    <a:pt x="3159205" y="2580606"/>
                  </a:lnTo>
                  <a:lnTo>
                    <a:pt x="3090277" y="2550319"/>
                  </a:lnTo>
                  <a:lnTo>
                    <a:pt x="3026785" y="2516605"/>
                  </a:lnTo>
                  <a:lnTo>
                    <a:pt x="2968036" y="2478985"/>
                  </a:lnTo>
                  <a:lnTo>
                    <a:pt x="2913214" y="2436925"/>
                  </a:lnTo>
                  <a:lnTo>
                    <a:pt x="2861461" y="2389882"/>
                  </a:lnTo>
                  <a:lnTo>
                    <a:pt x="2811947" y="2337396"/>
                  </a:lnTo>
                  <a:lnTo>
                    <a:pt x="2770117" y="2287104"/>
                  </a:lnTo>
                  <a:lnTo>
                    <a:pt x="2732428" y="2237213"/>
                  </a:lnTo>
                  <a:lnTo>
                    <a:pt x="2695093" y="2183634"/>
                  </a:lnTo>
                  <a:lnTo>
                    <a:pt x="2657883" y="2126290"/>
                  </a:lnTo>
                  <a:lnTo>
                    <a:pt x="2620619" y="2065168"/>
                  </a:lnTo>
                  <a:lnTo>
                    <a:pt x="2583168" y="2000323"/>
                  </a:lnTo>
                  <a:lnTo>
                    <a:pt x="2545435" y="1931882"/>
                  </a:lnTo>
                  <a:lnTo>
                    <a:pt x="2507364" y="1860053"/>
                  </a:lnTo>
                  <a:lnTo>
                    <a:pt x="2468932" y="1785120"/>
                  </a:lnTo>
                  <a:lnTo>
                    <a:pt x="2430146" y="1707447"/>
                  </a:lnTo>
                  <a:lnTo>
                    <a:pt x="2391039" y="1627472"/>
                  </a:lnTo>
                  <a:lnTo>
                    <a:pt x="2351669" y="1545694"/>
                  </a:lnTo>
                  <a:lnTo>
                    <a:pt x="2312111" y="1462667"/>
                  </a:lnTo>
                  <a:lnTo>
                    <a:pt x="2272452" y="1378981"/>
                  </a:lnTo>
                  <a:lnTo>
                    <a:pt x="2232785" y="1295245"/>
                  </a:lnTo>
                  <a:lnTo>
                    <a:pt x="2193204" y="1212072"/>
                  </a:lnTo>
                  <a:lnTo>
                    <a:pt x="2153799" y="1130055"/>
                  </a:lnTo>
                  <a:lnTo>
                    <a:pt x="2114646" y="1049756"/>
                  </a:lnTo>
                  <a:lnTo>
                    <a:pt x="2075805" y="971683"/>
                  </a:lnTo>
                  <a:lnTo>
                    <a:pt x="2037315" y="896284"/>
                  </a:lnTo>
                  <a:lnTo>
                    <a:pt x="1999187" y="823936"/>
                  </a:lnTo>
                  <a:lnTo>
                    <a:pt x="1961403" y="754936"/>
                  </a:lnTo>
                  <a:lnTo>
                    <a:pt x="1923912" y="689504"/>
                  </a:lnTo>
                  <a:lnTo>
                    <a:pt x="1886626" y="627780"/>
                  </a:lnTo>
                  <a:lnTo>
                    <a:pt x="1849418" y="569829"/>
                  </a:lnTo>
                  <a:lnTo>
                    <a:pt x="1812117" y="515650"/>
                  </a:lnTo>
                  <a:lnTo>
                    <a:pt x="1774502" y="465175"/>
                  </a:lnTo>
                  <a:lnTo>
                    <a:pt x="1768425" y="457420"/>
                  </a:lnTo>
                  <a:lnTo>
                    <a:pt x="1720260" y="399988"/>
                  </a:lnTo>
                  <a:lnTo>
                    <a:pt x="1670500" y="348229"/>
                  </a:lnTo>
                  <a:lnTo>
                    <a:pt x="1618396" y="301863"/>
                  </a:lnTo>
                  <a:lnTo>
                    <a:pt x="1563112" y="260411"/>
                  </a:lnTo>
                  <a:lnTo>
                    <a:pt x="1503791" y="223328"/>
                  </a:lnTo>
                  <a:lnTo>
                    <a:pt x="1439627" y="190084"/>
                  </a:lnTo>
                  <a:lnTo>
                    <a:pt x="1369953" y="160212"/>
                  </a:lnTo>
                  <a:lnTo>
                    <a:pt x="1294352" y="133327"/>
                  </a:lnTo>
                  <a:lnTo>
                    <a:pt x="1212817" y="109143"/>
                  </a:lnTo>
                  <a:lnTo>
                    <a:pt x="1125925" y="87477"/>
                  </a:lnTo>
                  <a:lnTo>
                    <a:pt x="1035034" y="68242"/>
                  </a:lnTo>
                  <a:lnTo>
                    <a:pt x="942416" y="51435"/>
                  </a:lnTo>
                  <a:lnTo>
                    <a:pt x="851267" y="37106"/>
                  </a:lnTo>
                  <a:lnTo>
                    <a:pt x="765489" y="25309"/>
                  </a:lnTo>
                  <a:lnTo>
                    <a:pt x="689204" y="16049"/>
                  </a:lnTo>
                  <a:lnTo>
                    <a:pt x="626035" y="9229"/>
                  </a:lnTo>
                  <a:lnTo>
                    <a:pt x="578342" y="4622"/>
                  </a:lnTo>
                  <a:lnTo>
                    <a:pt x="546633" y="1866"/>
                  </a:lnTo>
                  <a:lnTo>
                    <a:pt x="529331" y="508"/>
                  </a:lnTo>
                  <a:lnTo>
                    <a:pt x="522901" y="50"/>
                  </a:lnTo>
                  <a:lnTo>
                    <a:pt x="522133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19" name="pg119"/>
            <p:cNvSpPr/>
            <p:nvPr/>
          </p:nvSpPr>
          <p:spPr>
            <a:xfrm>
              <a:off x="386606" y="541767"/>
              <a:ext cx="8554953" cy="2066864"/>
            </a:xfrm>
            <a:custGeom>
              <a:avLst/>
              <a:pathLst>
                <a:path w="8554953" h="2066864">
                  <a:moveTo>
                    <a:pt x="0" y="960019"/>
                  </a:moveTo>
                  <a:lnTo>
                    <a:pt x="522133" y="960019"/>
                  </a:lnTo>
                  <a:lnTo>
                    <a:pt x="523383" y="960052"/>
                  </a:lnTo>
                  <a:lnTo>
                    <a:pt x="531556" y="960291"/>
                  </a:lnTo>
                  <a:lnTo>
                    <a:pt x="551999" y="960951"/>
                  </a:lnTo>
                  <a:lnTo>
                    <a:pt x="588143" y="962248"/>
                  </a:lnTo>
                  <a:lnTo>
                    <a:pt x="641189" y="964372"/>
                  </a:lnTo>
                  <a:lnTo>
                    <a:pt x="710051" y="967467"/>
                  </a:lnTo>
                  <a:lnTo>
                    <a:pt x="791728" y="971616"/>
                  </a:lnTo>
                  <a:lnTo>
                    <a:pt x="882053" y="976846"/>
                  </a:lnTo>
                  <a:lnTo>
                    <a:pt x="976576" y="983146"/>
                  </a:lnTo>
                  <a:lnTo>
                    <a:pt x="1071305" y="990489"/>
                  </a:lnTo>
                  <a:lnTo>
                    <a:pt x="1163152" y="998861"/>
                  </a:lnTo>
                  <a:lnTo>
                    <a:pt x="1250074" y="1008278"/>
                  </a:lnTo>
                  <a:lnTo>
                    <a:pt x="1330993" y="1018794"/>
                  </a:lnTo>
                  <a:lnTo>
                    <a:pt x="1405599" y="1030510"/>
                  </a:lnTo>
                  <a:lnTo>
                    <a:pt x="1474140" y="1043573"/>
                  </a:lnTo>
                  <a:lnTo>
                    <a:pt x="1537221" y="1058170"/>
                  </a:lnTo>
                  <a:lnTo>
                    <a:pt x="1595658" y="1074521"/>
                  </a:lnTo>
                  <a:lnTo>
                    <a:pt x="1650365" y="1092865"/>
                  </a:lnTo>
                  <a:lnTo>
                    <a:pt x="1702262" y="1113426"/>
                  </a:lnTo>
                  <a:lnTo>
                    <a:pt x="1752205" y="1136369"/>
                  </a:lnTo>
                  <a:lnTo>
                    <a:pt x="1768425" y="1144493"/>
                  </a:lnTo>
                  <a:lnTo>
                    <a:pt x="1817147" y="1170828"/>
                  </a:lnTo>
                  <a:lnTo>
                    <a:pt x="1865394" y="1199674"/>
                  </a:lnTo>
                  <a:lnTo>
                    <a:pt x="1913613" y="1231074"/>
                  </a:lnTo>
                  <a:lnTo>
                    <a:pt x="1962119" y="1264995"/>
                  </a:lnTo>
                  <a:lnTo>
                    <a:pt x="2011116" y="1301324"/>
                  </a:lnTo>
                  <a:lnTo>
                    <a:pt x="2060702" y="1339856"/>
                  </a:lnTo>
                  <a:lnTo>
                    <a:pt x="2110886" y="1380298"/>
                  </a:lnTo>
                  <a:lnTo>
                    <a:pt x="2161599" y="1422276"/>
                  </a:lnTo>
                  <a:lnTo>
                    <a:pt x="2212710" y="1465339"/>
                  </a:lnTo>
                  <a:lnTo>
                    <a:pt x="2264043" y="1508988"/>
                  </a:lnTo>
                  <a:lnTo>
                    <a:pt x="2315397" y="1552691"/>
                  </a:lnTo>
                  <a:lnTo>
                    <a:pt x="2366568" y="1595916"/>
                  </a:lnTo>
                  <a:lnTo>
                    <a:pt x="2417375" y="1638152"/>
                  </a:lnTo>
                  <a:lnTo>
                    <a:pt x="2467675" y="1678940"/>
                  </a:lnTo>
                  <a:lnTo>
                    <a:pt x="2517384" y="1717888"/>
                  </a:lnTo>
                  <a:lnTo>
                    <a:pt x="2566496" y="1754684"/>
                  </a:lnTo>
                  <a:lnTo>
                    <a:pt x="2615089" y="1789107"/>
                  </a:lnTo>
                  <a:lnTo>
                    <a:pt x="2663345" y="1821025"/>
                  </a:lnTo>
                  <a:lnTo>
                    <a:pt x="2711554" y="1850390"/>
                  </a:lnTo>
                  <a:lnTo>
                    <a:pt x="2760136" y="1877230"/>
                  </a:lnTo>
                  <a:lnTo>
                    <a:pt x="2770117" y="1882390"/>
                  </a:lnTo>
                  <a:lnTo>
                    <a:pt x="2819578" y="1906135"/>
                  </a:lnTo>
                  <a:lnTo>
                    <a:pt x="2870740" y="1927471"/>
                  </a:lnTo>
                  <a:lnTo>
                    <a:pt x="2924417" y="1946525"/>
                  </a:lnTo>
                  <a:lnTo>
                    <a:pt x="2981517" y="1963509"/>
                  </a:lnTo>
                  <a:lnTo>
                    <a:pt x="3042965" y="1978660"/>
                  </a:lnTo>
                  <a:lnTo>
                    <a:pt x="3109619" y="1992208"/>
                  </a:lnTo>
                  <a:lnTo>
                    <a:pt x="3182170" y="2004351"/>
                  </a:lnTo>
                  <a:lnTo>
                    <a:pt x="3261003" y="2015251"/>
                  </a:lnTo>
                  <a:lnTo>
                    <a:pt x="3346016" y="2025023"/>
                  </a:lnTo>
                  <a:lnTo>
                    <a:pt x="3436409" y="2033738"/>
                  </a:lnTo>
                  <a:lnTo>
                    <a:pt x="3530475" y="2041422"/>
                  </a:lnTo>
                  <a:lnTo>
                    <a:pt x="3625469" y="2048069"/>
                  </a:lnTo>
                  <a:lnTo>
                    <a:pt x="3717667" y="2053656"/>
                  </a:lnTo>
                  <a:lnTo>
                    <a:pt x="3802698" y="2058162"/>
                  </a:lnTo>
                  <a:lnTo>
                    <a:pt x="3876207" y="2061600"/>
                  </a:lnTo>
                  <a:lnTo>
                    <a:pt x="3934712" y="2064032"/>
                  </a:lnTo>
                  <a:lnTo>
                    <a:pt x="3976429" y="2065583"/>
                  </a:lnTo>
                  <a:lnTo>
                    <a:pt x="4001792" y="2066431"/>
                  </a:lnTo>
                  <a:lnTo>
                    <a:pt x="4013520" y="2066785"/>
                  </a:lnTo>
                  <a:lnTo>
                    <a:pt x="4016409" y="2066864"/>
                  </a:lnTo>
                  <a:lnTo>
                    <a:pt x="4538543" y="2066864"/>
                  </a:lnTo>
                  <a:lnTo>
                    <a:pt x="4539746" y="2066804"/>
                  </a:lnTo>
                  <a:lnTo>
                    <a:pt x="4547622" y="2066377"/>
                  </a:lnTo>
                  <a:lnTo>
                    <a:pt x="4567349" y="2065194"/>
                  </a:lnTo>
                  <a:lnTo>
                    <a:pt x="4602291" y="2062871"/>
                  </a:lnTo>
                  <a:lnTo>
                    <a:pt x="4653705" y="2059062"/>
                  </a:lnTo>
                  <a:lnTo>
                    <a:pt x="4720667" y="2053505"/>
                  </a:lnTo>
                  <a:lnTo>
                    <a:pt x="4800396" y="2046042"/>
                  </a:lnTo>
                  <a:lnTo>
                    <a:pt x="4888942" y="2036617"/>
                  </a:lnTo>
                  <a:lnTo>
                    <a:pt x="4982012" y="2025248"/>
                  </a:lnTo>
                  <a:lnTo>
                    <a:pt x="5075689" y="2011979"/>
                  </a:lnTo>
                  <a:lnTo>
                    <a:pt x="5166884" y="1996842"/>
                  </a:lnTo>
                  <a:lnTo>
                    <a:pt x="5253499" y="1979818"/>
                  </a:lnTo>
                  <a:lnTo>
                    <a:pt x="5334368" y="1960819"/>
                  </a:lnTo>
                  <a:lnTo>
                    <a:pt x="5409091" y="1939679"/>
                  </a:lnTo>
                  <a:lnTo>
                    <a:pt x="5477829" y="1916148"/>
                  </a:lnTo>
                  <a:lnTo>
                    <a:pt x="5541111" y="1889904"/>
                  </a:lnTo>
                  <a:lnTo>
                    <a:pt x="5599695" y="1860562"/>
                  </a:lnTo>
                  <a:lnTo>
                    <a:pt x="5654445" y="1827699"/>
                  </a:lnTo>
                  <a:lnTo>
                    <a:pt x="5706254" y="1790899"/>
                  </a:lnTo>
                  <a:lnTo>
                    <a:pt x="5755966" y="1749832"/>
                  </a:lnTo>
                  <a:lnTo>
                    <a:pt x="5784835" y="1723328"/>
                  </a:lnTo>
                  <a:lnTo>
                    <a:pt x="5826552" y="1681665"/>
                  </a:lnTo>
                  <a:lnTo>
                    <a:pt x="5867867" y="1636595"/>
                  </a:lnTo>
                  <a:lnTo>
                    <a:pt x="5909079" y="1588050"/>
                  </a:lnTo>
                  <a:lnTo>
                    <a:pt x="5950415" y="1536035"/>
                  </a:lnTo>
                  <a:lnTo>
                    <a:pt x="5992036" y="1480633"/>
                  </a:lnTo>
                  <a:lnTo>
                    <a:pt x="6034043" y="1422014"/>
                  </a:lnTo>
                  <a:lnTo>
                    <a:pt x="6076488" y="1360435"/>
                  </a:lnTo>
                  <a:lnTo>
                    <a:pt x="6119372" y="1296244"/>
                  </a:lnTo>
                  <a:lnTo>
                    <a:pt x="6162655" y="1229873"/>
                  </a:lnTo>
                  <a:lnTo>
                    <a:pt x="6206264" y="1161827"/>
                  </a:lnTo>
                  <a:lnTo>
                    <a:pt x="6250096" y="1092670"/>
                  </a:lnTo>
                  <a:lnTo>
                    <a:pt x="6294031" y="1023009"/>
                  </a:lnTo>
                  <a:lnTo>
                    <a:pt x="6337942" y="953466"/>
                  </a:lnTo>
                  <a:lnTo>
                    <a:pt x="6381703" y="884662"/>
                  </a:lnTo>
                  <a:lnTo>
                    <a:pt x="6425198" y="817189"/>
                  </a:lnTo>
                  <a:lnTo>
                    <a:pt x="6468337" y="751590"/>
                  </a:lnTo>
                  <a:lnTo>
                    <a:pt x="6511057" y="688346"/>
                  </a:lnTo>
                  <a:lnTo>
                    <a:pt x="6553333" y="627856"/>
                  </a:lnTo>
                  <a:lnTo>
                    <a:pt x="6595184" y="570433"/>
                  </a:lnTo>
                  <a:lnTo>
                    <a:pt x="6636681" y="516303"/>
                  </a:lnTo>
                  <a:lnTo>
                    <a:pt x="6677948" y="465602"/>
                  </a:lnTo>
                  <a:lnTo>
                    <a:pt x="6719169" y="418381"/>
                  </a:lnTo>
                  <a:lnTo>
                    <a:pt x="6760597" y="374617"/>
                  </a:lnTo>
                  <a:lnTo>
                    <a:pt x="6786527" y="349183"/>
                  </a:lnTo>
                  <a:lnTo>
                    <a:pt x="6835346" y="305502"/>
                  </a:lnTo>
                  <a:lnTo>
                    <a:pt x="6885812" y="266194"/>
                  </a:lnTo>
                  <a:lnTo>
                    <a:pt x="6938707" y="231038"/>
                  </a:lnTo>
                  <a:lnTo>
                    <a:pt x="6994904" y="199654"/>
                  </a:lnTo>
                  <a:lnTo>
                    <a:pt x="7055292" y="171617"/>
                  </a:lnTo>
                  <a:lnTo>
                    <a:pt x="7120705" y="146517"/>
                  </a:lnTo>
                  <a:lnTo>
                    <a:pt x="7191822" y="123990"/>
                  </a:lnTo>
                  <a:lnTo>
                    <a:pt x="7269045" y="103743"/>
                  </a:lnTo>
                  <a:lnTo>
                    <a:pt x="7352330" y="85560"/>
                  </a:lnTo>
                  <a:lnTo>
                    <a:pt x="7440991" y="69307"/>
                  </a:lnTo>
                  <a:lnTo>
                    <a:pt x="7533502" y="54926"/>
                  </a:lnTo>
                  <a:lnTo>
                    <a:pt x="7627359" y="42423"/>
                  </a:lnTo>
                  <a:lnTo>
                    <a:pt x="7719101" y="31837"/>
                  </a:lnTo>
                  <a:lnTo>
                    <a:pt x="7804589" y="23208"/>
                  </a:lnTo>
                  <a:lnTo>
                    <a:pt x="7879571" y="16530"/>
                  </a:lnTo>
                  <a:lnTo>
                    <a:pt x="7940473" y="11706"/>
                  </a:lnTo>
                  <a:lnTo>
                    <a:pt x="7985200" y="8537"/>
                  </a:lnTo>
                  <a:lnTo>
                    <a:pt x="8013698" y="6721"/>
                  </a:lnTo>
                  <a:lnTo>
                    <a:pt x="8028106" y="5892"/>
                  </a:lnTo>
                  <a:lnTo>
                    <a:pt x="8032560" y="5659"/>
                  </a:lnTo>
                  <a:lnTo>
                    <a:pt x="8032819" y="5647"/>
                  </a:lnTo>
                  <a:lnTo>
                    <a:pt x="8554953" y="5647"/>
                  </a:lnTo>
                  <a:lnTo>
                    <a:pt x="8554953" y="0"/>
                  </a:lnTo>
                  <a:lnTo>
                    <a:pt x="8032819" y="0"/>
                  </a:lnTo>
                  <a:lnTo>
                    <a:pt x="8031616" y="59"/>
                  </a:lnTo>
                  <a:lnTo>
                    <a:pt x="8023740" y="487"/>
                  </a:lnTo>
                  <a:lnTo>
                    <a:pt x="8004013" y="1669"/>
                  </a:lnTo>
                  <a:lnTo>
                    <a:pt x="7969071" y="3992"/>
                  </a:lnTo>
                  <a:lnTo>
                    <a:pt x="7917657" y="7801"/>
                  </a:lnTo>
                  <a:lnTo>
                    <a:pt x="7850695" y="13359"/>
                  </a:lnTo>
                  <a:lnTo>
                    <a:pt x="7770966" y="20822"/>
                  </a:lnTo>
                  <a:lnTo>
                    <a:pt x="7682420" y="30247"/>
                  </a:lnTo>
                  <a:lnTo>
                    <a:pt x="7589350" y="41616"/>
                  </a:lnTo>
                  <a:lnTo>
                    <a:pt x="7495673" y="54884"/>
                  </a:lnTo>
                  <a:lnTo>
                    <a:pt x="7404477" y="70022"/>
                  </a:lnTo>
                  <a:lnTo>
                    <a:pt x="7317863" y="87046"/>
                  </a:lnTo>
                  <a:lnTo>
                    <a:pt x="7236994" y="106044"/>
                  </a:lnTo>
                  <a:lnTo>
                    <a:pt x="7162270" y="127185"/>
                  </a:lnTo>
                  <a:lnTo>
                    <a:pt x="7093533" y="150716"/>
                  </a:lnTo>
                  <a:lnTo>
                    <a:pt x="7030250" y="176959"/>
                  </a:lnTo>
                  <a:lnTo>
                    <a:pt x="6971667" y="206301"/>
                  </a:lnTo>
                  <a:lnTo>
                    <a:pt x="6916917" y="239165"/>
                  </a:lnTo>
                  <a:lnTo>
                    <a:pt x="6865108" y="275964"/>
                  </a:lnTo>
                  <a:lnTo>
                    <a:pt x="6815396" y="317031"/>
                  </a:lnTo>
                  <a:lnTo>
                    <a:pt x="6786527" y="343536"/>
                  </a:lnTo>
                  <a:lnTo>
                    <a:pt x="6744810" y="385198"/>
                  </a:lnTo>
                  <a:lnTo>
                    <a:pt x="6703495" y="430269"/>
                  </a:lnTo>
                  <a:lnTo>
                    <a:pt x="6662283" y="478814"/>
                  </a:lnTo>
                  <a:lnTo>
                    <a:pt x="6620947" y="530829"/>
                  </a:lnTo>
                  <a:lnTo>
                    <a:pt x="6579326" y="586230"/>
                  </a:lnTo>
                  <a:lnTo>
                    <a:pt x="6537319" y="644850"/>
                  </a:lnTo>
                  <a:lnTo>
                    <a:pt x="6494874" y="706429"/>
                  </a:lnTo>
                  <a:lnTo>
                    <a:pt x="6451990" y="770619"/>
                  </a:lnTo>
                  <a:lnTo>
                    <a:pt x="6408707" y="836990"/>
                  </a:lnTo>
                  <a:lnTo>
                    <a:pt x="6365098" y="905037"/>
                  </a:lnTo>
                  <a:lnTo>
                    <a:pt x="6321266" y="974193"/>
                  </a:lnTo>
                  <a:lnTo>
                    <a:pt x="6277331" y="1043855"/>
                  </a:lnTo>
                  <a:lnTo>
                    <a:pt x="6233420" y="1113397"/>
                  </a:lnTo>
                  <a:lnTo>
                    <a:pt x="6189659" y="1182202"/>
                  </a:lnTo>
                  <a:lnTo>
                    <a:pt x="6146164" y="1249675"/>
                  </a:lnTo>
                  <a:lnTo>
                    <a:pt x="6103025" y="1315273"/>
                  </a:lnTo>
                  <a:lnTo>
                    <a:pt x="6060305" y="1378518"/>
                  </a:lnTo>
                  <a:lnTo>
                    <a:pt x="6018029" y="1439008"/>
                  </a:lnTo>
                  <a:lnTo>
                    <a:pt x="5976178" y="1496430"/>
                  </a:lnTo>
                  <a:lnTo>
                    <a:pt x="5934680" y="1550560"/>
                  </a:lnTo>
                  <a:lnTo>
                    <a:pt x="5893414" y="1601262"/>
                  </a:lnTo>
                  <a:lnTo>
                    <a:pt x="5852193" y="1648483"/>
                  </a:lnTo>
                  <a:lnTo>
                    <a:pt x="5810764" y="1692247"/>
                  </a:lnTo>
                  <a:lnTo>
                    <a:pt x="5784835" y="1717681"/>
                  </a:lnTo>
                  <a:lnTo>
                    <a:pt x="5736016" y="1761362"/>
                  </a:lnTo>
                  <a:lnTo>
                    <a:pt x="5685550" y="1800669"/>
                  </a:lnTo>
                  <a:lnTo>
                    <a:pt x="5632655" y="1835826"/>
                  </a:lnTo>
                  <a:lnTo>
                    <a:pt x="5576458" y="1867210"/>
                  </a:lnTo>
                  <a:lnTo>
                    <a:pt x="5516070" y="1895246"/>
                  </a:lnTo>
                  <a:lnTo>
                    <a:pt x="5450657" y="1920347"/>
                  </a:lnTo>
                  <a:lnTo>
                    <a:pt x="5379540" y="1942874"/>
                  </a:lnTo>
                  <a:lnTo>
                    <a:pt x="5302317" y="1963121"/>
                  </a:lnTo>
                  <a:lnTo>
                    <a:pt x="5219032" y="1981304"/>
                  </a:lnTo>
                  <a:lnTo>
                    <a:pt x="5130371" y="1997556"/>
                  </a:lnTo>
                  <a:lnTo>
                    <a:pt x="5037860" y="2011937"/>
                  </a:lnTo>
                  <a:lnTo>
                    <a:pt x="4944003" y="2024441"/>
                  </a:lnTo>
                  <a:lnTo>
                    <a:pt x="4852261" y="2035027"/>
                  </a:lnTo>
                  <a:lnTo>
                    <a:pt x="4766772" y="2043655"/>
                  </a:lnTo>
                  <a:lnTo>
                    <a:pt x="4691791" y="2050334"/>
                  </a:lnTo>
                  <a:lnTo>
                    <a:pt x="4630889" y="2055157"/>
                  </a:lnTo>
                  <a:lnTo>
                    <a:pt x="4586162" y="2058327"/>
                  </a:lnTo>
                  <a:lnTo>
                    <a:pt x="4557664" y="2060143"/>
                  </a:lnTo>
                  <a:lnTo>
                    <a:pt x="4543256" y="2060972"/>
                  </a:lnTo>
                  <a:lnTo>
                    <a:pt x="4538802" y="2061204"/>
                  </a:lnTo>
                  <a:lnTo>
                    <a:pt x="4538543" y="2061217"/>
                  </a:lnTo>
                  <a:lnTo>
                    <a:pt x="4016409" y="2061217"/>
                  </a:lnTo>
                  <a:lnTo>
                    <a:pt x="4015159" y="2061184"/>
                  </a:lnTo>
                  <a:lnTo>
                    <a:pt x="4006986" y="2060945"/>
                  </a:lnTo>
                  <a:lnTo>
                    <a:pt x="3986543" y="2060284"/>
                  </a:lnTo>
                  <a:lnTo>
                    <a:pt x="3950399" y="2058988"/>
                  </a:lnTo>
                  <a:lnTo>
                    <a:pt x="3897353" y="2056864"/>
                  </a:lnTo>
                  <a:lnTo>
                    <a:pt x="3828491" y="2053769"/>
                  </a:lnTo>
                  <a:lnTo>
                    <a:pt x="3746814" y="2049619"/>
                  </a:lnTo>
                  <a:lnTo>
                    <a:pt x="3656489" y="2044389"/>
                  </a:lnTo>
                  <a:lnTo>
                    <a:pt x="3561966" y="2038090"/>
                  </a:lnTo>
                  <a:lnTo>
                    <a:pt x="3467237" y="2030747"/>
                  </a:lnTo>
                  <a:lnTo>
                    <a:pt x="3375390" y="2022374"/>
                  </a:lnTo>
                  <a:lnTo>
                    <a:pt x="3288468" y="2012958"/>
                  </a:lnTo>
                  <a:lnTo>
                    <a:pt x="3207549" y="2002441"/>
                  </a:lnTo>
                  <a:lnTo>
                    <a:pt x="3132943" y="1990725"/>
                  </a:lnTo>
                  <a:lnTo>
                    <a:pt x="3064402" y="1977662"/>
                  </a:lnTo>
                  <a:lnTo>
                    <a:pt x="3001321" y="1963065"/>
                  </a:lnTo>
                  <a:lnTo>
                    <a:pt x="2942884" y="1946714"/>
                  </a:lnTo>
                  <a:lnTo>
                    <a:pt x="2888177" y="1928371"/>
                  </a:lnTo>
                  <a:lnTo>
                    <a:pt x="2836280" y="1907810"/>
                  </a:lnTo>
                  <a:lnTo>
                    <a:pt x="2786337" y="1884867"/>
                  </a:lnTo>
                  <a:lnTo>
                    <a:pt x="2770117" y="1876743"/>
                  </a:lnTo>
                  <a:lnTo>
                    <a:pt x="2721395" y="1850408"/>
                  </a:lnTo>
                  <a:lnTo>
                    <a:pt x="2673148" y="1821561"/>
                  </a:lnTo>
                  <a:lnTo>
                    <a:pt x="2624930" y="1790162"/>
                  </a:lnTo>
                  <a:lnTo>
                    <a:pt x="2576423" y="1756240"/>
                  </a:lnTo>
                  <a:lnTo>
                    <a:pt x="2527426" y="1719912"/>
                  </a:lnTo>
                  <a:lnTo>
                    <a:pt x="2477841" y="1681380"/>
                  </a:lnTo>
                  <a:lnTo>
                    <a:pt x="2427656" y="1640937"/>
                  </a:lnTo>
                  <a:lnTo>
                    <a:pt x="2376943" y="1598960"/>
                  </a:lnTo>
                  <a:lnTo>
                    <a:pt x="2325832" y="1555896"/>
                  </a:lnTo>
                  <a:lnTo>
                    <a:pt x="2274499" y="1512248"/>
                  </a:lnTo>
                  <a:lnTo>
                    <a:pt x="2223145" y="1468545"/>
                  </a:lnTo>
                  <a:lnTo>
                    <a:pt x="2171974" y="1425320"/>
                  </a:lnTo>
                  <a:lnTo>
                    <a:pt x="2121167" y="1383083"/>
                  </a:lnTo>
                  <a:lnTo>
                    <a:pt x="2070867" y="1342295"/>
                  </a:lnTo>
                  <a:lnTo>
                    <a:pt x="2021158" y="1303348"/>
                  </a:lnTo>
                  <a:lnTo>
                    <a:pt x="1972046" y="1266552"/>
                  </a:lnTo>
                  <a:lnTo>
                    <a:pt x="1923453" y="1232128"/>
                  </a:lnTo>
                  <a:lnTo>
                    <a:pt x="1875197" y="1200210"/>
                  </a:lnTo>
                  <a:lnTo>
                    <a:pt x="1826988" y="1170845"/>
                  </a:lnTo>
                  <a:lnTo>
                    <a:pt x="1778406" y="1144006"/>
                  </a:lnTo>
                  <a:lnTo>
                    <a:pt x="1768425" y="1138846"/>
                  </a:lnTo>
                  <a:lnTo>
                    <a:pt x="1718964" y="1115101"/>
                  </a:lnTo>
                  <a:lnTo>
                    <a:pt x="1667802" y="1093765"/>
                  </a:lnTo>
                  <a:lnTo>
                    <a:pt x="1614125" y="1074711"/>
                  </a:lnTo>
                  <a:lnTo>
                    <a:pt x="1557025" y="1057727"/>
                  </a:lnTo>
                  <a:lnTo>
                    <a:pt x="1495578" y="1042575"/>
                  </a:lnTo>
                  <a:lnTo>
                    <a:pt x="1428923" y="1029028"/>
                  </a:lnTo>
                  <a:lnTo>
                    <a:pt x="1356372" y="1016884"/>
                  </a:lnTo>
                  <a:lnTo>
                    <a:pt x="1277540" y="1005984"/>
                  </a:lnTo>
                  <a:lnTo>
                    <a:pt x="1192526" y="996212"/>
                  </a:lnTo>
                  <a:lnTo>
                    <a:pt x="1102133" y="987498"/>
                  </a:lnTo>
                  <a:lnTo>
                    <a:pt x="1008067" y="979814"/>
                  </a:lnTo>
                  <a:lnTo>
                    <a:pt x="913073" y="973166"/>
                  </a:lnTo>
                  <a:lnTo>
                    <a:pt x="820876" y="967580"/>
                  </a:lnTo>
                  <a:lnTo>
                    <a:pt x="735844" y="963073"/>
                  </a:lnTo>
                  <a:lnTo>
                    <a:pt x="662335" y="959636"/>
                  </a:lnTo>
                  <a:lnTo>
                    <a:pt x="603830" y="957204"/>
                  </a:lnTo>
                  <a:lnTo>
                    <a:pt x="562113" y="955652"/>
                  </a:lnTo>
                  <a:lnTo>
                    <a:pt x="536750" y="954805"/>
                  </a:lnTo>
                  <a:lnTo>
                    <a:pt x="525022" y="954451"/>
                  </a:lnTo>
                  <a:lnTo>
                    <a:pt x="522133" y="954371"/>
                  </a:lnTo>
                  <a:lnTo>
                    <a:pt x="0" y="954371"/>
                  </a:lnTo>
                  <a:close/>
                </a:path>
              </a:pathLst>
            </a:custGeom>
            <a:solidFill>
              <a:srgbClr val="8FA8D6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120" name="pl120"/>
            <p:cNvSpPr/>
            <p:nvPr/>
          </p:nvSpPr>
          <p:spPr>
            <a:xfrm>
              <a:off x="386606" y="547414"/>
              <a:ext cx="8554953" cy="2061217"/>
            </a:xfrm>
            <a:custGeom>
              <a:avLst/>
              <a:pathLst>
                <a:path w="8554953" h="2061217">
                  <a:moveTo>
                    <a:pt x="0" y="954371"/>
                  </a:moveTo>
                  <a:lnTo>
                    <a:pt x="522133" y="954371"/>
                  </a:lnTo>
                  <a:lnTo>
                    <a:pt x="523383" y="954405"/>
                  </a:lnTo>
                  <a:lnTo>
                    <a:pt x="531556" y="954644"/>
                  </a:lnTo>
                  <a:lnTo>
                    <a:pt x="551999" y="955304"/>
                  </a:lnTo>
                  <a:lnTo>
                    <a:pt x="588143" y="956601"/>
                  </a:lnTo>
                  <a:lnTo>
                    <a:pt x="641189" y="958725"/>
                  </a:lnTo>
                  <a:lnTo>
                    <a:pt x="710051" y="961820"/>
                  </a:lnTo>
                  <a:lnTo>
                    <a:pt x="791728" y="965969"/>
                  </a:lnTo>
                  <a:lnTo>
                    <a:pt x="882053" y="971199"/>
                  </a:lnTo>
                  <a:lnTo>
                    <a:pt x="976576" y="977499"/>
                  </a:lnTo>
                  <a:lnTo>
                    <a:pt x="1071305" y="984842"/>
                  </a:lnTo>
                  <a:lnTo>
                    <a:pt x="1163152" y="993214"/>
                  </a:lnTo>
                  <a:lnTo>
                    <a:pt x="1250074" y="1002631"/>
                  </a:lnTo>
                  <a:lnTo>
                    <a:pt x="1330993" y="1013147"/>
                  </a:lnTo>
                  <a:lnTo>
                    <a:pt x="1405599" y="1024863"/>
                  </a:lnTo>
                  <a:lnTo>
                    <a:pt x="1474140" y="1037926"/>
                  </a:lnTo>
                  <a:lnTo>
                    <a:pt x="1537221" y="1052523"/>
                  </a:lnTo>
                  <a:lnTo>
                    <a:pt x="1595658" y="1068874"/>
                  </a:lnTo>
                  <a:lnTo>
                    <a:pt x="1650365" y="1087218"/>
                  </a:lnTo>
                  <a:lnTo>
                    <a:pt x="1702262" y="1107779"/>
                  </a:lnTo>
                  <a:lnTo>
                    <a:pt x="1752205" y="1130721"/>
                  </a:lnTo>
                  <a:lnTo>
                    <a:pt x="1768425" y="1138846"/>
                  </a:lnTo>
                  <a:lnTo>
                    <a:pt x="1817147" y="1165181"/>
                  </a:lnTo>
                  <a:lnTo>
                    <a:pt x="1865394" y="1194027"/>
                  </a:lnTo>
                  <a:lnTo>
                    <a:pt x="1913613" y="1225427"/>
                  </a:lnTo>
                  <a:lnTo>
                    <a:pt x="1962119" y="1259348"/>
                  </a:lnTo>
                  <a:lnTo>
                    <a:pt x="2011116" y="1295676"/>
                  </a:lnTo>
                  <a:lnTo>
                    <a:pt x="2060702" y="1334208"/>
                  </a:lnTo>
                  <a:lnTo>
                    <a:pt x="2110886" y="1374651"/>
                  </a:lnTo>
                  <a:lnTo>
                    <a:pt x="2161599" y="1416628"/>
                  </a:lnTo>
                  <a:lnTo>
                    <a:pt x="2212710" y="1459692"/>
                  </a:lnTo>
                  <a:lnTo>
                    <a:pt x="2264043" y="1503341"/>
                  </a:lnTo>
                  <a:lnTo>
                    <a:pt x="2315397" y="1547044"/>
                  </a:lnTo>
                  <a:lnTo>
                    <a:pt x="2366568" y="1590268"/>
                  </a:lnTo>
                  <a:lnTo>
                    <a:pt x="2417375" y="1632505"/>
                  </a:lnTo>
                  <a:lnTo>
                    <a:pt x="2467675" y="1673293"/>
                  </a:lnTo>
                  <a:lnTo>
                    <a:pt x="2517384" y="1712241"/>
                  </a:lnTo>
                  <a:lnTo>
                    <a:pt x="2566496" y="1749037"/>
                  </a:lnTo>
                  <a:lnTo>
                    <a:pt x="2615089" y="1783460"/>
                  </a:lnTo>
                  <a:lnTo>
                    <a:pt x="2663345" y="1815378"/>
                  </a:lnTo>
                  <a:lnTo>
                    <a:pt x="2711554" y="1844743"/>
                  </a:lnTo>
                  <a:lnTo>
                    <a:pt x="2760136" y="1871582"/>
                  </a:lnTo>
                  <a:lnTo>
                    <a:pt x="2770117" y="1876743"/>
                  </a:lnTo>
                  <a:lnTo>
                    <a:pt x="2819578" y="1900488"/>
                  </a:lnTo>
                  <a:lnTo>
                    <a:pt x="2870740" y="1921824"/>
                  </a:lnTo>
                  <a:lnTo>
                    <a:pt x="2924417" y="1940878"/>
                  </a:lnTo>
                  <a:lnTo>
                    <a:pt x="2981517" y="1957861"/>
                  </a:lnTo>
                  <a:lnTo>
                    <a:pt x="3042965" y="1973013"/>
                  </a:lnTo>
                  <a:lnTo>
                    <a:pt x="3109619" y="1986561"/>
                  </a:lnTo>
                  <a:lnTo>
                    <a:pt x="3182170" y="1998704"/>
                  </a:lnTo>
                  <a:lnTo>
                    <a:pt x="3261003" y="2009604"/>
                  </a:lnTo>
                  <a:lnTo>
                    <a:pt x="3346016" y="2019376"/>
                  </a:lnTo>
                  <a:lnTo>
                    <a:pt x="3436409" y="2028090"/>
                  </a:lnTo>
                  <a:lnTo>
                    <a:pt x="3530475" y="2035775"/>
                  </a:lnTo>
                  <a:lnTo>
                    <a:pt x="3625469" y="2042422"/>
                  </a:lnTo>
                  <a:lnTo>
                    <a:pt x="3717667" y="2048009"/>
                  </a:lnTo>
                  <a:lnTo>
                    <a:pt x="3802698" y="2052515"/>
                  </a:lnTo>
                  <a:lnTo>
                    <a:pt x="3876207" y="2055953"/>
                  </a:lnTo>
                  <a:lnTo>
                    <a:pt x="3934712" y="2058385"/>
                  </a:lnTo>
                  <a:lnTo>
                    <a:pt x="3976429" y="2059936"/>
                  </a:lnTo>
                  <a:lnTo>
                    <a:pt x="4001792" y="2060784"/>
                  </a:lnTo>
                  <a:lnTo>
                    <a:pt x="4013520" y="2061138"/>
                  </a:lnTo>
                  <a:lnTo>
                    <a:pt x="4016362" y="2061216"/>
                  </a:lnTo>
                  <a:lnTo>
                    <a:pt x="4016409" y="2061217"/>
                  </a:lnTo>
                  <a:lnTo>
                    <a:pt x="4538543" y="2061217"/>
                  </a:lnTo>
                  <a:lnTo>
                    <a:pt x="4539746" y="2061157"/>
                  </a:lnTo>
                  <a:lnTo>
                    <a:pt x="4547622" y="2060729"/>
                  </a:lnTo>
                  <a:lnTo>
                    <a:pt x="4567349" y="2059547"/>
                  </a:lnTo>
                  <a:lnTo>
                    <a:pt x="4602291" y="2057224"/>
                  </a:lnTo>
                  <a:lnTo>
                    <a:pt x="4653705" y="2053415"/>
                  </a:lnTo>
                  <a:lnTo>
                    <a:pt x="4720667" y="2047858"/>
                  </a:lnTo>
                  <a:lnTo>
                    <a:pt x="4800396" y="2040394"/>
                  </a:lnTo>
                  <a:lnTo>
                    <a:pt x="4888942" y="2030970"/>
                  </a:lnTo>
                  <a:lnTo>
                    <a:pt x="4982012" y="2019601"/>
                  </a:lnTo>
                  <a:lnTo>
                    <a:pt x="5075689" y="2006332"/>
                  </a:lnTo>
                  <a:lnTo>
                    <a:pt x="5166884" y="1991195"/>
                  </a:lnTo>
                  <a:lnTo>
                    <a:pt x="5253499" y="1974171"/>
                  </a:lnTo>
                  <a:lnTo>
                    <a:pt x="5334368" y="1955172"/>
                  </a:lnTo>
                  <a:lnTo>
                    <a:pt x="5409091" y="1934031"/>
                  </a:lnTo>
                  <a:lnTo>
                    <a:pt x="5477829" y="1910501"/>
                  </a:lnTo>
                  <a:lnTo>
                    <a:pt x="5541111" y="1884257"/>
                  </a:lnTo>
                  <a:lnTo>
                    <a:pt x="5599695" y="1854915"/>
                  </a:lnTo>
                  <a:lnTo>
                    <a:pt x="5654445" y="1822052"/>
                  </a:lnTo>
                  <a:lnTo>
                    <a:pt x="5706254" y="1785252"/>
                  </a:lnTo>
                  <a:lnTo>
                    <a:pt x="5755966" y="1744185"/>
                  </a:lnTo>
                  <a:lnTo>
                    <a:pt x="5784835" y="1717681"/>
                  </a:lnTo>
                  <a:lnTo>
                    <a:pt x="5826552" y="1676018"/>
                  </a:lnTo>
                  <a:lnTo>
                    <a:pt x="5867867" y="1630948"/>
                  </a:lnTo>
                  <a:lnTo>
                    <a:pt x="5909079" y="1582403"/>
                  </a:lnTo>
                  <a:lnTo>
                    <a:pt x="5950415" y="1530388"/>
                  </a:lnTo>
                  <a:lnTo>
                    <a:pt x="5992036" y="1474986"/>
                  </a:lnTo>
                  <a:lnTo>
                    <a:pt x="6034043" y="1416367"/>
                  </a:lnTo>
                  <a:lnTo>
                    <a:pt x="6076488" y="1354788"/>
                  </a:lnTo>
                  <a:lnTo>
                    <a:pt x="6119372" y="1290597"/>
                  </a:lnTo>
                  <a:lnTo>
                    <a:pt x="6162655" y="1224226"/>
                  </a:lnTo>
                  <a:lnTo>
                    <a:pt x="6206264" y="1156180"/>
                  </a:lnTo>
                  <a:lnTo>
                    <a:pt x="6250096" y="1087023"/>
                  </a:lnTo>
                  <a:lnTo>
                    <a:pt x="6294031" y="1017362"/>
                  </a:lnTo>
                  <a:lnTo>
                    <a:pt x="6337942" y="947819"/>
                  </a:lnTo>
                  <a:lnTo>
                    <a:pt x="6381703" y="879015"/>
                  </a:lnTo>
                  <a:lnTo>
                    <a:pt x="6425198" y="811542"/>
                  </a:lnTo>
                  <a:lnTo>
                    <a:pt x="6468337" y="745943"/>
                  </a:lnTo>
                  <a:lnTo>
                    <a:pt x="6511057" y="682699"/>
                  </a:lnTo>
                  <a:lnTo>
                    <a:pt x="6553333" y="622208"/>
                  </a:lnTo>
                  <a:lnTo>
                    <a:pt x="6595184" y="564786"/>
                  </a:lnTo>
                  <a:lnTo>
                    <a:pt x="6636681" y="510656"/>
                  </a:lnTo>
                  <a:lnTo>
                    <a:pt x="6677948" y="459955"/>
                  </a:lnTo>
                  <a:lnTo>
                    <a:pt x="6719169" y="412734"/>
                  </a:lnTo>
                  <a:lnTo>
                    <a:pt x="6760597" y="368970"/>
                  </a:lnTo>
                  <a:lnTo>
                    <a:pt x="6786527" y="343536"/>
                  </a:lnTo>
                  <a:lnTo>
                    <a:pt x="6835346" y="299855"/>
                  </a:lnTo>
                  <a:lnTo>
                    <a:pt x="6885812" y="260547"/>
                  </a:lnTo>
                  <a:lnTo>
                    <a:pt x="6938707" y="225390"/>
                  </a:lnTo>
                  <a:lnTo>
                    <a:pt x="6994904" y="194006"/>
                  </a:lnTo>
                  <a:lnTo>
                    <a:pt x="7055292" y="165970"/>
                  </a:lnTo>
                  <a:lnTo>
                    <a:pt x="7120705" y="140869"/>
                  </a:lnTo>
                  <a:lnTo>
                    <a:pt x="7191822" y="118342"/>
                  </a:lnTo>
                  <a:lnTo>
                    <a:pt x="7269045" y="98096"/>
                  </a:lnTo>
                  <a:lnTo>
                    <a:pt x="7352330" y="79913"/>
                  </a:lnTo>
                  <a:lnTo>
                    <a:pt x="7440991" y="63660"/>
                  </a:lnTo>
                  <a:lnTo>
                    <a:pt x="7533502" y="49279"/>
                  </a:lnTo>
                  <a:lnTo>
                    <a:pt x="7627359" y="36775"/>
                  </a:lnTo>
                  <a:lnTo>
                    <a:pt x="7719101" y="26190"/>
                  </a:lnTo>
                  <a:lnTo>
                    <a:pt x="7804589" y="17561"/>
                  </a:lnTo>
                  <a:lnTo>
                    <a:pt x="7879571" y="10882"/>
                  </a:lnTo>
                  <a:lnTo>
                    <a:pt x="7940473" y="6059"/>
                  </a:lnTo>
                  <a:lnTo>
                    <a:pt x="7985200" y="2890"/>
                  </a:lnTo>
                  <a:lnTo>
                    <a:pt x="8013698" y="1074"/>
                  </a:lnTo>
                  <a:lnTo>
                    <a:pt x="8028106" y="245"/>
                  </a:lnTo>
                  <a:lnTo>
                    <a:pt x="8032560" y="12"/>
                  </a:lnTo>
                  <a:lnTo>
                    <a:pt x="8032819" y="0"/>
                  </a:lnTo>
                  <a:lnTo>
                    <a:pt x="8554953" y="0"/>
                  </a:lnTo>
                  <a:lnTo>
                    <a:pt x="8554953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21" name="pl121"/>
            <p:cNvSpPr/>
            <p:nvPr/>
          </p:nvSpPr>
          <p:spPr>
            <a:xfrm>
              <a:off x="386606" y="541767"/>
              <a:ext cx="8554953" cy="2061217"/>
            </a:xfrm>
            <a:custGeom>
              <a:avLst/>
              <a:pathLst>
                <a:path w="8554953" h="2061217">
                  <a:moveTo>
                    <a:pt x="8554953" y="0"/>
                  </a:moveTo>
                  <a:lnTo>
                    <a:pt x="8032819" y="0"/>
                  </a:lnTo>
                  <a:lnTo>
                    <a:pt x="8031616" y="59"/>
                  </a:lnTo>
                  <a:lnTo>
                    <a:pt x="8023740" y="487"/>
                  </a:lnTo>
                  <a:lnTo>
                    <a:pt x="8004013" y="1669"/>
                  </a:lnTo>
                  <a:lnTo>
                    <a:pt x="7969071" y="3992"/>
                  </a:lnTo>
                  <a:lnTo>
                    <a:pt x="7917657" y="7801"/>
                  </a:lnTo>
                  <a:lnTo>
                    <a:pt x="7850695" y="13359"/>
                  </a:lnTo>
                  <a:lnTo>
                    <a:pt x="7770966" y="20822"/>
                  </a:lnTo>
                  <a:lnTo>
                    <a:pt x="7682420" y="30247"/>
                  </a:lnTo>
                  <a:lnTo>
                    <a:pt x="7589350" y="41616"/>
                  </a:lnTo>
                  <a:lnTo>
                    <a:pt x="7495673" y="54884"/>
                  </a:lnTo>
                  <a:lnTo>
                    <a:pt x="7404477" y="70022"/>
                  </a:lnTo>
                  <a:lnTo>
                    <a:pt x="7317863" y="87046"/>
                  </a:lnTo>
                  <a:lnTo>
                    <a:pt x="7236994" y="106044"/>
                  </a:lnTo>
                  <a:lnTo>
                    <a:pt x="7162270" y="127185"/>
                  </a:lnTo>
                  <a:lnTo>
                    <a:pt x="7093533" y="150716"/>
                  </a:lnTo>
                  <a:lnTo>
                    <a:pt x="7030250" y="176959"/>
                  </a:lnTo>
                  <a:lnTo>
                    <a:pt x="6971667" y="206301"/>
                  </a:lnTo>
                  <a:lnTo>
                    <a:pt x="6916917" y="239165"/>
                  </a:lnTo>
                  <a:lnTo>
                    <a:pt x="6865108" y="275964"/>
                  </a:lnTo>
                  <a:lnTo>
                    <a:pt x="6815396" y="317031"/>
                  </a:lnTo>
                  <a:lnTo>
                    <a:pt x="6786527" y="343536"/>
                  </a:lnTo>
                  <a:lnTo>
                    <a:pt x="6744810" y="385198"/>
                  </a:lnTo>
                  <a:lnTo>
                    <a:pt x="6703495" y="430269"/>
                  </a:lnTo>
                  <a:lnTo>
                    <a:pt x="6662283" y="478814"/>
                  </a:lnTo>
                  <a:lnTo>
                    <a:pt x="6620947" y="530829"/>
                  </a:lnTo>
                  <a:lnTo>
                    <a:pt x="6579326" y="586230"/>
                  </a:lnTo>
                  <a:lnTo>
                    <a:pt x="6537319" y="644850"/>
                  </a:lnTo>
                  <a:lnTo>
                    <a:pt x="6494874" y="706429"/>
                  </a:lnTo>
                  <a:lnTo>
                    <a:pt x="6451990" y="770619"/>
                  </a:lnTo>
                  <a:lnTo>
                    <a:pt x="6408707" y="836990"/>
                  </a:lnTo>
                  <a:lnTo>
                    <a:pt x="6365098" y="905037"/>
                  </a:lnTo>
                  <a:lnTo>
                    <a:pt x="6321266" y="974193"/>
                  </a:lnTo>
                  <a:lnTo>
                    <a:pt x="6277331" y="1043855"/>
                  </a:lnTo>
                  <a:lnTo>
                    <a:pt x="6233420" y="1113397"/>
                  </a:lnTo>
                  <a:lnTo>
                    <a:pt x="6189659" y="1182202"/>
                  </a:lnTo>
                  <a:lnTo>
                    <a:pt x="6146164" y="1249675"/>
                  </a:lnTo>
                  <a:lnTo>
                    <a:pt x="6103025" y="1315273"/>
                  </a:lnTo>
                  <a:lnTo>
                    <a:pt x="6060305" y="1378518"/>
                  </a:lnTo>
                  <a:lnTo>
                    <a:pt x="6018029" y="1439008"/>
                  </a:lnTo>
                  <a:lnTo>
                    <a:pt x="5976178" y="1496430"/>
                  </a:lnTo>
                  <a:lnTo>
                    <a:pt x="5934680" y="1550560"/>
                  </a:lnTo>
                  <a:lnTo>
                    <a:pt x="5893414" y="1601262"/>
                  </a:lnTo>
                  <a:lnTo>
                    <a:pt x="5852193" y="1648483"/>
                  </a:lnTo>
                  <a:lnTo>
                    <a:pt x="5810764" y="1692247"/>
                  </a:lnTo>
                  <a:lnTo>
                    <a:pt x="5784835" y="1717681"/>
                  </a:lnTo>
                  <a:lnTo>
                    <a:pt x="5736016" y="1761362"/>
                  </a:lnTo>
                  <a:lnTo>
                    <a:pt x="5685550" y="1800669"/>
                  </a:lnTo>
                  <a:lnTo>
                    <a:pt x="5632655" y="1835826"/>
                  </a:lnTo>
                  <a:lnTo>
                    <a:pt x="5576458" y="1867210"/>
                  </a:lnTo>
                  <a:lnTo>
                    <a:pt x="5516070" y="1895246"/>
                  </a:lnTo>
                  <a:lnTo>
                    <a:pt x="5450657" y="1920347"/>
                  </a:lnTo>
                  <a:lnTo>
                    <a:pt x="5379540" y="1942874"/>
                  </a:lnTo>
                  <a:lnTo>
                    <a:pt x="5302317" y="1963121"/>
                  </a:lnTo>
                  <a:lnTo>
                    <a:pt x="5219032" y="1981304"/>
                  </a:lnTo>
                  <a:lnTo>
                    <a:pt x="5130371" y="1997556"/>
                  </a:lnTo>
                  <a:lnTo>
                    <a:pt x="5037860" y="2011937"/>
                  </a:lnTo>
                  <a:lnTo>
                    <a:pt x="4944003" y="2024441"/>
                  </a:lnTo>
                  <a:lnTo>
                    <a:pt x="4852261" y="2035027"/>
                  </a:lnTo>
                  <a:lnTo>
                    <a:pt x="4766772" y="2043655"/>
                  </a:lnTo>
                  <a:lnTo>
                    <a:pt x="4691791" y="2050334"/>
                  </a:lnTo>
                  <a:lnTo>
                    <a:pt x="4630889" y="2055157"/>
                  </a:lnTo>
                  <a:lnTo>
                    <a:pt x="4586162" y="2058327"/>
                  </a:lnTo>
                  <a:lnTo>
                    <a:pt x="4557664" y="2060143"/>
                  </a:lnTo>
                  <a:lnTo>
                    <a:pt x="4543256" y="2060972"/>
                  </a:lnTo>
                  <a:lnTo>
                    <a:pt x="4538802" y="2061204"/>
                  </a:lnTo>
                  <a:lnTo>
                    <a:pt x="4538543" y="2061217"/>
                  </a:lnTo>
                  <a:lnTo>
                    <a:pt x="4016409" y="2061217"/>
                  </a:lnTo>
                  <a:lnTo>
                    <a:pt x="4015159" y="2061184"/>
                  </a:lnTo>
                  <a:lnTo>
                    <a:pt x="4006986" y="2060945"/>
                  </a:lnTo>
                  <a:lnTo>
                    <a:pt x="3986543" y="2060284"/>
                  </a:lnTo>
                  <a:lnTo>
                    <a:pt x="3950399" y="2058988"/>
                  </a:lnTo>
                  <a:lnTo>
                    <a:pt x="3897353" y="2056864"/>
                  </a:lnTo>
                  <a:lnTo>
                    <a:pt x="3828491" y="2053769"/>
                  </a:lnTo>
                  <a:lnTo>
                    <a:pt x="3746814" y="2049619"/>
                  </a:lnTo>
                  <a:lnTo>
                    <a:pt x="3656489" y="2044389"/>
                  </a:lnTo>
                  <a:lnTo>
                    <a:pt x="3561966" y="2038090"/>
                  </a:lnTo>
                  <a:lnTo>
                    <a:pt x="3467237" y="2030747"/>
                  </a:lnTo>
                  <a:lnTo>
                    <a:pt x="3375390" y="2022374"/>
                  </a:lnTo>
                  <a:lnTo>
                    <a:pt x="3288468" y="2012958"/>
                  </a:lnTo>
                  <a:lnTo>
                    <a:pt x="3207549" y="2002441"/>
                  </a:lnTo>
                  <a:lnTo>
                    <a:pt x="3132943" y="1990725"/>
                  </a:lnTo>
                  <a:lnTo>
                    <a:pt x="3064402" y="1977662"/>
                  </a:lnTo>
                  <a:lnTo>
                    <a:pt x="3001321" y="1963065"/>
                  </a:lnTo>
                  <a:lnTo>
                    <a:pt x="2942884" y="1946714"/>
                  </a:lnTo>
                  <a:lnTo>
                    <a:pt x="2888177" y="1928371"/>
                  </a:lnTo>
                  <a:lnTo>
                    <a:pt x="2836280" y="1907810"/>
                  </a:lnTo>
                  <a:lnTo>
                    <a:pt x="2786337" y="1884867"/>
                  </a:lnTo>
                  <a:lnTo>
                    <a:pt x="2770117" y="1876743"/>
                  </a:lnTo>
                  <a:lnTo>
                    <a:pt x="2721395" y="1850408"/>
                  </a:lnTo>
                  <a:lnTo>
                    <a:pt x="2673148" y="1821561"/>
                  </a:lnTo>
                  <a:lnTo>
                    <a:pt x="2624930" y="1790162"/>
                  </a:lnTo>
                  <a:lnTo>
                    <a:pt x="2576423" y="1756240"/>
                  </a:lnTo>
                  <a:lnTo>
                    <a:pt x="2527426" y="1719912"/>
                  </a:lnTo>
                  <a:lnTo>
                    <a:pt x="2477841" y="1681380"/>
                  </a:lnTo>
                  <a:lnTo>
                    <a:pt x="2427656" y="1640937"/>
                  </a:lnTo>
                  <a:lnTo>
                    <a:pt x="2376943" y="1598960"/>
                  </a:lnTo>
                  <a:lnTo>
                    <a:pt x="2325832" y="1555896"/>
                  </a:lnTo>
                  <a:lnTo>
                    <a:pt x="2274499" y="1512248"/>
                  </a:lnTo>
                  <a:lnTo>
                    <a:pt x="2223145" y="1468545"/>
                  </a:lnTo>
                  <a:lnTo>
                    <a:pt x="2171974" y="1425320"/>
                  </a:lnTo>
                  <a:lnTo>
                    <a:pt x="2121167" y="1383083"/>
                  </a:lnTo>
                  <a:lnTo>
                    <a:pt x="2070867" y="1342295"/>
                  </a:lnTo>
                  <a:lnTo>
                    <a:pt x="2021158" y="1303348"/>
                  </a:lnTo>
                  <a:lnTo>
                    <a:pt x="1972046" y="1266552"/>
                  </a:lnTo>
                  <a:lnTo>
                    <a:pt x="1923453" y="1232128"/>
                  </a:lnTo>
                  <a:lnTo>
                    <a:pt x="1875197" y="1200210"/>
                  </a:lnTo>
                  <a:lnTo>
                    <a:pt x="1826988" y="1170845"/>
                  </a:lnTo>
                  <a:lnTo>
                    <a:pt x="1778406" y="1144006"/>
                  </a:lnTo>
                  <a:lnTo>
                    <a:pt x="1768425" y="1138846"/>
                  </a:lnTo>
                  <a:lnTo>
                    <a:pt x="1718964" y="1115101"/>
                  </a:lnTo>
                  <a:lnTo>
                    <a:pt x="1667802" y="1093765"/>
                  </a:lnTo>
                  <a:lnTo>
                    <a:pt x="1614125" y="1074711"/>
                  </a:lnTo>
                  <a:lnTo>
                    <a:pt x="1557025" y="1057727"/>
                  </a:lnTo>
                  <a:lnTo>
                    <a:pt x="1495578" y="1042575"/>
                  </a:lnTo>
                  <a:lnTo>
                    <a:pt x="1428923" y="1029028"/>
                  </a:lnTo>
                  <a:lnTo>
                    <a:pt x="1356372" y="1016884"/>
                  </a:lnTo>
                  <a:lnTo>
                    <a:pt x="1277540" y="1005984"/>
                  </a:lnTo>
                  <a:lnTo>
                    <a:pt x="1192526" y="996212"/>
                  </a:lnTo>
                  <a:lnTo>
                    <a:pt x="1102133" y="987498"/>
                  </a:lnTo>
                  <a:lnTo>
                    <a:pt x="1008067" y="979814"/>
                  </a:lnTo>
                  <a:lnTo>
                    <a:pt x="913073" y="973166"/>
                  </a:lnTo>
                  <a:lnTo>
                    <a:pt x="820876" y="967580"/>
                  </a:lnTo>
                  <a:lnTo>
                    <a:pt x="735844" y="963073"/>
                  </a:lnTo>
                  <a:lnTo>
                    <a:pt x="662335" y="959636"/>
                  </a:lnTo>
                  <a:lnTo>
                    <a:pt x="603830" y="957204"/>
                  </a:lnTo>
                  <a:lnTo>
                    <a:pt x="562113" y="955652"/>
                  </a:lnTo>
                  <a:lnTo>
                    <a:pt x="536750" y="954805"/>
                  </a:lnTo>
                  <a:lnTo>
                    <a:pt x="525022" y="954451"/>
                  </a:lnTo>
                  <a:lnTo>
                    <a:pt x="522180" y="954373"/>
                  </a:lnTo>
                  <a:lnTo>
                    <a:pt x="522133" y="954371"/>
                  </a:lnTo>
                  <a:lnTo>
                    <a:pt x="0" y="954371"/>
                  </a:lnTo>
                  <a:lnTo>
                    <a:pt x="0" y="954371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22" name="pg122"/>
            <p:cNvSpPr/>
            <p:nvPr/>
          </p:nvSpPr>
          <p:spPr>
            <a:xfrm>
              <a:off x="386606" y="581297"/>
              <a:ext cx="8554953" cy="2032981"/>
            </a:xfrm>
            <a:custGeom>
              <a:avLst/>
              <a:pathLst>
                <a:path w="8554953" h="2032981">
                  <a:moveTo>
                    <a:pt x="0" y="926136"/>
                  </a:moveTo>
                  <a:lnTo>
                    <a:pt x="522133" y="926136"/>
                  </a:lnTo>
                  <a:lnTo>
                    <a:pt x="523383" y="926169"/>
                  </a:lnTo>
                  <a:lnTo>
                    <a:pt x="531556" y="926408"/>
                  </a:lnTo>
                  <a:lnTo>
                    <a:pt x="551999" y="927068"/>
                  </a:lnTo>
                  <a:lnTo>
                    <a:pt x="588143" y="928365"/>
                  </a:lnTo>
                  <a:lnTo>
                    <a:pt x="641189" y="930489"/>
                  </a:lnTo>
                  <a:lnTo>
                    <a:pt x="710051" y="933584"/>
                  </a:lnTo>
                  <a:lnTo>
                    <a:pt x="791728" y="937733"/>
                  </a:lnTo>
                  <a:lnTo>
                    <a:pt x="882053" y="942963"/>
                  </a:lnTo>
                  <a:lnTo>
                    <a:pt x="976576" y="949263"/>
                  </a:lnTo>
                  <a:lnTo>
                    <a:pt x="1071305" y="956606"/>
                  </a:lnTo>
                  <a:lnTo>
                    <a:pt x="1163152" y="964978"/>
                  </a:lnTo>
                  <a:lnTo>
                    <a:pt x="1250074" y="974395"/>
                  </a:lnTo>
                  <a:lnTo>
                    <a:pt x="1330993" y="984911"/>
                  </a:lnTo>
                  <a:lnTo>
                    <a:pt x="1405599" y="996627"/>
                  </a:lnTo>
                  <a:lnTo>
                    <a:pt x="1474140" y="1009690"/>
                  </a:lnTo>
                  <a:lnTo>
                    <a:pt x="1537221" y="1024287"/>
                  </a:lnTo>
                  <a:lnTo>
                    <a:pt x="1595658" y="1040638"/>
                  </a:lnTo>
                  <a:lnTo>
                    <a:pt x="1650365" y="1058982"/>
                  </a:lnTo>
                  <a:lnTo>
                    <a:pt x="1702262" y="1079543"/>
                  </a:lnTo>
                  <a:lnTo>
                    <a:pt x="1752205" y="1102485"/>
                  </a:lnTo>
                  <a:lnTo>
                    <a:pt x="1768425" y="1110610"/>
                  </a:lnTo>
                  <a:lnTo>
                    <a:pt x="1817147" y="1136945"/>
                  </a:lnTo>
                  <a:lnTo>
                    <a:pt x="1865394" y="1165791"/>
                  </a:lnTo>
                  <a:lnTo>
                    <a:pt x="1913613" y="1197191"/>
                  </a:lnTo>
                  <a:lnTo>
                    <a:pt x="1962119" y="1231112"/>
                  </a:lnTo>
                  <a:lnTo>
                    <a:pt x="2011116" y="1267441"/>
                  </a:lnTo>
                  <a:lnTo>
                    <a:pt x="2060702" y="1305972"/>
                  </a:lnTo>
                  <a:lnTo>
                    <a:pt x="2110886" y="1346415"/>
                  </a:lnTo>
                  <a:lnTo>
                    <a:pt x="2161599" y="1388393"/>
                  </a:lnTo>
                  <a:lnTo>
                    <a:pt x="2212710" y="1431456"/>
                  </a:lnTo>
                  <a:lnTo>
                    <a:pt x="2264043" y="1475105"/>
                  </a:lnTo>
                  <a:lnTo>
                    <a:pt x="2315397" y="1518808"/>
                  </a:lnTo>
                  <a:lnTo>
                    <a:pt x="2366568" y="1562033"/>
                  </a:lnTo>
                  <a:lnTo>
                    <a:pt x="2417375" y="1604269"/>
                  </a:lnTo>
                  <a:lnTo>
                    <a:pt x="2467675" y="1645057"/>
                  </a:lnTo>
                  <a:lnTo>
                    <a:pt x="2517384" y="1684005"/>
                  </a:lnTo>
                  <a:lnTo>
                    <a:pt x="2566496" y="1720801"/>
                  </a:lnTo>
                  <a:lnTo>
                    <a:pt x="2615089" y="1755224"/>
                  </a:lnTo>
                  <a:lnTo>
                    <a:pt x="2663345" y="1787142"/>
                  </a:lnTo>
                  <a:lnTo>
                    <a:pt x="2711554" y="1816507"/>
                  </a:lnTo>
                  <a:lnTo>
                    <a:pt x="2760136" y="1843347"/>
                  </a:lnTo>
                  <a:lnTo>
                    <a:pt x="2770117" y="1848507"/>
                  </a:lnTo>
                  <a:lnTo>
                    <a:pt x="2819578" y="1872252"/>
                  </a:lnTo>
                  <a:lnTo>
                    <a:pt x="2870740" y="1893588"/>
                  </a:lnTo>
                  <a:lnTo>
                    <a:pt x="2924417" y="1912642"/>
                  </a:lnTo>
                  <a:lnTo>
                    <a:pt x="2981517" y="1929626"/>
                  </a:lnTo>
                  <a:lnTo>
                    <a:pt x="3042965" y="1944777"/>
                  </a:lnTo>
                  <a:lnTo>
                    <a:pt x="3109619" y="1958325"/>
                  </a:lnTo>
                  <a:lnTo>
                    <a:pt x="3182170" y="1970468"/>
                  </a:lnTo>
                  <a:lnTo>
                    <a:pt x="3261003" y="1981368"/>
                  </a:lnTo>
                  <a:lnTo>
                    <a:pt x="3346016" y="1991140"/>
                  </a:lnTo>
                  <a:lnTo>
                    <a:pt x="3436409" y="1999855"/>
                  </a:lnTo>
                  <a:lnTo>
                    <a:pt x="3530475" y="2007539"/>
                  </a:lnTo>
                  <a:lnTo>
                    <a:pt x="3625469" y="2014186"/>
                  </a:lnTo>
                  <a:lnTo>
                    <a:pt x="3717667" y="2019773"/>
                  </a:lnTo>
                  <a:lnTo>
                    <a:pt x="3802698" y="2024279"/>
                  </a:lnTo>
                  <a:lnTo>
                    <a:pt x="3876207" y="2027717"/>
                  </a:lnTo>
                  <a:lnTo>
                    <a:pt x="3934712" y="2030149"/>
                  </a:lnTo>
                  <a:lnTo>
                    <a:pt x="3976429" y="2031700"/>
                  </a:lnTo>
                  <a:lnTo>
                    <a:pt x="4001792" y="2032548"/>
                  </a:lnTo>
                  <a:lnTo>
                    <a:pt x="4013520" y="2032902"/>
                  </a:lnTo>
                  <a:lnTo>
                    <a:pt x="4016409" y="2032981"/>
                  </a:lnTo>
                  <a:lnTo>
                    <a:pt x="4538543" y="2032981"/>
                  </a:lnTo>
                  <a:lnTo>
                    <a:pt x="4539748" y="2032922"/>
                  </a:lnTo>
                  <a:lnTo>
                    <a:pt x="4547637" y="2032501"/>
                  </a:lnTo>
                  <a:lnTo>
                    <a:pt x="4567396" y="2031336"/>
                  </a:lnTo>
                  <a:lnTo>
                    <a:pt x="4602391" y="2029047"/>
                  </a:lnTo>
                  <a:lnTo>
                    <a:pt x="4653877" y="2025294"/>
                  </a:lnTo>
                  <a:lnTo>
                    <a:pt x="4720923" y="2019819"/>
                  </a:lnTo>
                  <a:lnTo>
                    <a:pt x="4800739" y="2012467"/>
                  </a:lnTo>
                  <a:lnTo>
                    <a:pt x="4889364" y="2003184"/>
                  </a:lnTo>
                  <a:lnTo>
                    <a:pt x="4982499" y="1991986"/>
                  </a:lnTo>
                  <a:lnTo>
                    <a:pt x="5076224" y="1978918"/>
                  </a:lnTo>
                  <a:lnTo>
                    <a:pt x="5167450" y="1964010"/>
                  </a:lnTo>
                  <a:lnTo>
                    <a:pt x="5254079" y="1947243"/>
                  </a:lnTo>
                  <a:lnTo>
                    <a:pt x="5334951" y="1928532"/>
                  </a:lnTo>
                  <a:lnTo>
                    <a:pt x="5409670" y="1907709"/>
                  </a:lnTo>
                  <a:lnTo>
                    <a:pt x="5478398" y="1884531"/>
                  </a:lnTo>
                  <a:lnTo>
                    <a:pt x="5541672" y="1858678"/>
                  </a:lnTo>
                  <a:lnTo>
                    <a:pt x="5600249" y="1829771"/>
                  </a:lnTo>
                  <a:lnTo>
                    <a:pt x="5654997" y="1797393"/>
                  </a:lnTo>
                  <a:lnTo>
                    <a:pt x="5706809" y="1761134"/>
                  </a:lnTo>
                  <a:lnTo>
                    <a:pt x="5756530" y="1720670"/>
                  </a:lnTo>
                  <a:lnTo>
                    <a:pt x="5784835" y="1695092"/>
                  </a:lnTo>
                  <a:lnTo>
                    <a:pt x="5826776" y="1653884"/>
                  </a:lnTo>
                  <a:lnTo>
                    <a:pt x="5868312" y="1609288"/>
                  </a:lnTo>
                  <a:lnTo>
                    <a:pt x="5909747" y="1561237"/>
                  </a:lnTo>
                  <a:lnTo>
                    <a:pt x="5951310" y="1509737"/>
                  </a:lnTo>
                  <a:lnTo>
                    <a:pt x="5993163" y="1454872"/>
                  </a:lnTo>
                  <a:lnTo>
                    <a:pt x="6035410" y="1396814"/>
                  </a:lnTo>
                  <a:lnTo>
                    <a:pt x="6078100" y="1335824"/>
                  </a:lnTo>
                  <a:lnTo>
                    <a:pt x="6121232" y="1272252"/>
                  </a:lnTo>
                  <a:lnTo>
                    <a:pt x="6164766" y="1206533"/>
                  </a:lnTo>
                  <a:lnTo>
                    <a:pt x="6208624" y="1139174"/>
                  </a:lnTo>
                  <a:lnTo>
                    <a:pt x="6252702" y="1070743"/>
                  </a:lnTo>
                  <a:lnTo>
                    <a:pt x="6296876" y="1001847"/>
                  </a:lnTo>
                  <a:lnTo>
                    <a:pt x="6341018" y="933109"/>
                  </a:lnTo>
                  <a:lnTo>
                    <a:pt x="6384998" y="865147"/>
                  </a:lnTo>
                  <a:lnTo>
                    <a:pt x="6428704" y="798552"/>
                  </a:lnTo>
                  <a:lnTo>
                    <a:pt x="6472042" y="733861"/>
                  </a:lnTo>
                  <a:lnTo>
                    <a:pt x="6514953" y="671549"/>
                  </a:lnTo>
                  <a:lnTo>
                    <a:pt x="6557415" y="612006"/>
                  </a:lnTo>
                  <a:lnTo>
                    <a:pt x="6599453" y="555540"/>
                  </a:lnTo>
                  <a:lnTo>
                    <a:pt x="6641143" y="502364"/>
                  </a:lnTo>
                  <a:lnTo>
                    <a:pt x="6682617" y="452607"/>
                  </a:lnTo>
                  <a:lnTo>
                    <a:pt x="6724070" y="406311"/>
                  </a:lnTo>
                  <a:lnTo>
                    <a:pt x="6765768" y="363444"/>
                  </a:lnTo>
                  <a:lnTo>
                    <a:pt x="6786527" y="343536"/>
                  </a:lnTo>
                  <a:lnTo>
                    <a:pt x="6835374" y="300549"/>
                  </a:lnTo>
                  <a:lnTo>
                    <a:pt x="6885871" y="261869"/>
                  </a:lnTo>
                  <a:lnTo>
                    <a:pt x="6938801" y="227276"/>
                  </a:lnTo>
                  <a:lnTo>
                    <a:pt x="6995038" y="196397"/>
                  </a:lnTo>
                  <a:lnTo>
                    <a:pt x="7055473" y="168814"/>
                  </a:lnTo>
                  <a:lnTo>
                    <a:pt x="7120941" y="144120"/>
                  </a:lnTo>
                  <a:lnTo>
                    <a:pt x="7192121" y="121960"/>
                  </a:lnTo>
                  <a:lnTo>
                    <a:pt x="7269415" y="102043"/>
                  </a:lnTo>
                  <a:lnTo>
                    <a:pt x="7352777" y="84159"/>
                  </a:lnTo>
                  <a:lnTo>
                    <a:pt x="7441515" y="68174"/>
                  </a:lnTo>
                  <a:lnTo>
                    <a:pt x="7534096" y="54033"/>
                  </a:lnTo>
                  <a:lnTo>
                    <a:pt x="7628005" y="41739"/>
                  </a:lnTo>
                  <a:lnTo>
                    <a:pt x="7719771" y="31335"/>
                  </a:lnTo>
                  <a:lnTo>
                    <a:pt x="7805242" y="22859"/>
                  </a:lnTo>
                  <a:lnTo>
                    <a:pt x="7880162" y="16302"/>
                  </a:lnTo>
                  <a:lnTo>
                    <a:pt x="7940961" y="11571"/>
                  </a:lnTo>
                  <a:lnTo>
                    <a:pt x="7985557" y="8466"/>
                  </a:lnTo>
                  <a:lnTo>
                    <a:pt x="8013915" y="6691"/>
                  </a:lnTo>
                  <a:lnTo>
                    <a:pt x="8028200" y="5883"/>
                  </a:lnTo>
                  <a:lnTo>
                    <a:pt x="8032575" y="5658"/>
                  </a:lnTo>
                  <a:lnTo>
                    <a:pt x="8032819" y="5647"/>
                  </a:lnTo>
                  <a:lnTo>
                    <a:pt x="8554953" y="5647"/>
                  </a:lnTo>
                  <a:lnTo>
                    <a:pt x="8554953" y="0"/>
                  </a:lnTo>
                  <a:lnTo>
                    <a:pt x="8032819" y="0"/>
                  </a:lnTo>
                  <a:lnTo>
                    <a:pt x="8031614" y="59"/>
                  </a:lnTo>
                  <a:lnTo>
                    <a:pt x="8023725" y="480"/>
                  </a:lnTo>
                  <a:lnTo>
                    <a:pt x="8003966" y="1645"/>
                  </a:lnTo>
                  <a:lnTo>
                    <a:pt x="7968971" y="3934"/>
                  </a:lnTo>
                  <a:lnTo>
                    <a:pt x="7917485" y="7686"/>
                  </a:lnTo>
                  <a:lnTo>
                    <a:pt x="7850439" y="13161"/>
                  </a:lnTo>
                  <a:lnTo>
                    <a:pt x="7770623" y="20513"/>
                  </a:lnTo>
                  <a:lnTo>
                    <a:pt x="7681998" y="29797"/>
                  </a:lnTo>
                  <a:lnTo>
                    <a:pt x="7588862" y="40995"/>
                  </a:lnTo>
                  <a:lnTo>
                    <a:pt x="7495138" y="54063"/>
                  </a:lnTo>
                  <a:lnTo>
                    <a:pt x="7403912" y="68971"/>
                  </a:lnTo>
                  <a:lnTo>
                    <a:pt x="7317283" y="85737"/>
                  </a:lnTo>
                  <a:lnTo>
                    <a:pt x="7236411" y="104449"/>
                  </a:lnTo>
                  <a:lnTo>
                    <a:pt x="7161692" y="125271"/>
                  </a:lnTo>
                  <a:lnTo>
                    <a:pt x="7092964" y="148449"/>
                  </a:lnTo>
                  <a:lnTo>
                    <a:pt x="7029690" y="174302"/>
                  </a:lnTo>
                  <a:lnTo>
                    <a:pt x="6971113" y="203209"/>
                  </a:lnTo>
                  <a:lnTo>
                    <a:pt x="6916365" y="235588"/>
                  </a:lnTo>
                  <a:lnTo>
                    <a:pt x="6864553" y="271847"/>
                  </a:lnTo>
                  <a:lnTo>
                    <a:pt x="6814832" y="312311"/>
                  </a:lnTo>
                  <a:lnTo>
                    <a:pt x="6786527" y="337889"/>
                  </a:lnTo>
                  <a:lnTo>
                    <a:pt x="6744586" y="379096"/>
                  </a:lnTo>
                  <a:lnTo>
                    <a:pt x="6703050" y="423693"/>
                  </a:lnTo>
                  <a:lnTo>
                    <a:pt x="6661615" y="471744"/>
                  </a:lnTo>
                  <a:lnTo>
                    <a:pt x="6620052" y="523244"/>
                  </a:lnTo>
                  <a:lnTo>
                    <a:pt x="6578199" y="578108"/>
                  </a:lnTo>
                  <a:lnTo>
                    <a:pt x="6535952" y="636166"/>
                  </a:lnTo>
                  <a:lnTo>
                    <a:pt x="6493262" y="697156"/>
                  </a:lnTo>
                  <a:lnTo>
                    <a:pt x="6450130" y="760728"/>
                  </a:lnTo>
                  <a:lnTo>
                    <a:pt x="6406596" y="826448"/>
                  </a:lnTo>
                  <a:lnTo>
                    <a:pt x="6362738" y="893806"/>
                  </a:lnTo>
                  <a:lnTo>
                    <a:pt x="6318660" y="962237"/>
                  </a:lnTo>
                  <a:lnTo>
                    <a:pt x="6274486" y="1031134"/>
                  </a:lnTo>
                  <a:lnTo>
                    <a:pt x="6230344" y="1099872"/>
                  </a:lnTo>
                  <a:lnTo>
                    <a:pt x="6186363" y="1167833"/>
                  </a:lnTo>
                  <a:lnTo>
                    <a:pt x="6142658" y="1234429"/>
                  </a:lnTo>
                  <a:lnTo>
                    <a:pt x="6099320" y="1299119"/>
                  </a:lnTo>
                  <a:lnTo>
                    <a:pt x="6056409" y="1361432"/>
                  </a:lnTo>
                  <a:lnTo>
                    <a:pt x="6013947" y="1420974"/>
                  </a:lnTo>
                  <a:lnTo>
                    <a:pt x="5971909" y="1477441"/>
                  </a:lnTo>
                  <a:lnTo>
                    <a:pt x="5930219" y="1530616"/>
                  </a:lnTo>
                  <a:lnTo>
                    <a:pt x="5888745" y="1580374"/>
                  </a:lnTo>
                  <a:lnTo>
                    <a:pt x="5847292" y="1626670"/>
                  </a:lnTo>
                  <a:lnTo>
                    <a:pt x="5805594" y="1669537"/>
                  </a:lnTo>
                  <a:lnTo>
                    <a:pt x="5784835" y="1689445"/>
                  </a:lnTo>
                  <a:lnTo>
                    <a:pt x="5735988" y="1732431"/>
                  </a:lnTo>
                  <a:lnTo>
                    <a:pt x="5685490" y="1771111"/>
                  </a:lnTo>
                  <a:lnTo>
                    <a:pt x="5632561" y="1805705"/>
                  </a:lnTo>
                  <a:lnTo>
                    <a:pt x="5576324" y="1836583"/>
                  </a:lnTo>
                  <a:lnTo>
                    <a:pt x="5515889" y="1864167"/>
                  </a:lnTo>
                  <a:lnTo>
                    <a:pt x="5450421" y="1888861"/>
                  </a:lnTo>
                  <a:lnTo>
                    <a:pt x="5379241" y="1911021"/>
                  </a:lnTo>
                  <a:lnTo>
                    <a:pt x="5301947" y="1930937"/>
                  </a:lnTo>
                  <a:lnTo>
                    <a:pt x="5218585" y="1948822"/>
                  </a:lnTo>
                  <a:lnTo>
                    <a:pt x="5129847" y="1964807"/>
                  </a:lnTo>
                  <a:lnTo>
                    <a:pt x="5037266" y="1978948"/>
                  </a:lnTo>
                  <a:lnTo>
                    <a:pt x="4943357" y="1991241"/>
                  </a:lnTo>
                  <a:lnTo>
                    <a:pt x="4851591" y="2001645"/>
                  </a:lnTo>
                  <a:lnTo>
                    <a:pt x="4766120" y="2010122"/>
                  </a:lnTo>
                  <a:lnTo>
                    <a:pt x="4691199" y="2016678"/>
                  </a:lnTo>
                  <a:lnTo>
                    <a:pt x="4630401" y="2021410"/>
                  </a:lnTo>
                  <a:lnTo>
                    <a:pt x="4585805" y="2024515"/>
                  </a:lnTo>
                  <a:lnTo>
                    <a:pt x="4557447" y="2026290"/>
                  </a:lnTo>
                  <a:lnTo>
                    <a:pt x="4543162" y="2027098"/>
                  </a:lnTo>
                  <a:lnTo>
                    <a:pt x="4538787" y="2027322"/>
                  </a:lnTo>
                  <a:lnTo>
                    <a:pt x="4538543" y="2027334"/>
                  </a:lnTo>
                  <a:lnTo>
                    <a:pt x="4016409" y="2027334"/>
                  </a:lnTo>
                  <a:lnTo>
                    <a:pt x="4015159" y="2027300"/>
                  </a:lnTo>
                  <a:lnTo>
                    <a:pt x="4006986" y="2027062"/>
                  </a:lnTo>
                  <a:lnTo>
                    <a:pt x="3986543" y="2026401"/>
                  </a:lnTo>
                  <a:lnTo>
                    <a:pt x="3950399" y="2025105"/>
                  </a:lnTo>
                  <a:lnTo>
                    <a:pt x="3897353" y="2022981"/>
                  </a:lnTo>
                  <a:lnTo>
                    <a:pt x="3828491" y="2019886"/>
                  </a:lnTo>
                  <a:lnTo>
                    <a:pt x="3746814" y="2015736"/>
                  </a:lnTo>
                  <a:lnTo>
                    <a:pt x="3656489" y="2010506"/>
                  </a:lnTo>
                  <a:lnTo>
                    <a:pt x="3561966" y="2004207"/>
                  </a:lnTo>
                  <a:lnTo>
                    <a:pt x="3467237" y="1996864"/>
                  </a:lnTo>
                  <a:lnTo>
                    <a:pt x="3375390" y="1988491"/>
                  </a:lnTo>
                  <a:lnTo>
                    <a:pt x="3288468" y="1979075"/>
                  </a:lnTo>
                  <a:lnTo>
                    <a:pt x="3207549" y="1968558"/>
                  </a:lnTo>
                  <a:lnTo>
                    <a:pt x="3132943" y="1956842"/>
                  </a:lnTo>
                  <a:lnTo>
                    <a:pt x="3064402" y="1943779"/>
                  </a:lnTo>
                  <a:lnTo>
                    <a:pt x="3001321" y="1929182"/>
                  </a:lnTo>
                  <a:lnTo>
                    <a:pt x="2942884" y="1912831"/>
                  </a:lnTo>
                  <a:lnTo>
                    <a:pt x="2888177" y="1894488"/>
                  </a:lnTo>
                  <a:lnTo>
                    <a:pt x="2836280" y="1873927"/>
                  </a:lnTo>
                  <a:lnTo>
                    <a:pt x="2786337" y="1850984"/>
                  </a:lnTo>
                  <a:lnTo>
                    <a:pt x="2770117" y="1842860"/>
                  </a:lnTo>
                  <a:lnTo>
                    <a:pt x="2721395" y="1816525"/>
                  </a:lnTo>
                  <a:lnTo>
                    <a:pt x="2673148" y="1787678"/>
                  </a:lnTo>
                  <a:lnTo>
                    <a:pt x="2624930" y="1756279"/>
                  </a:lnTo>
                  <a:lnTo>
                    <a:pt x="2576423" y="1722357"/>
                  </a:lnTo>
                  <a:lnTo>
                    <a:pt x="2527426" y="1686029"/>
                  </a:lnTo>
                  <a:lnTo>
                    <a:pt x="2477841" y="1647497"/>
                  </a:lnTo>
                  <a:lnTo>
                    <a:pt x="2427656" y="1607054"/>
                  </a:lnTo>
                  <a:lnTo>
                    <a:pt x="2376943" y="1565077"/>
                  </a:lnTo>
                  <a:lnTo>
                    <a:pt x="2325832" y="1522013"/>
                  </a:lnTo>
                  <a:lnTo>
                    <a:pt x="2274499" y="1478365"/>
                  </a:lnTo>
                  <a:lnTo>
                    <a:pt x="2223145" y="1434661"/>
                  </a:lnTo>
                  <a:lnTo>
                    <a:pt x="2171974" y="1391437"/>
                  </a:lnTo>
                  <a:lnTo>
                    <a:pt x="2121167" y="1349200"/>
                  </a:lnTo>
                  <a:lnTo>
                    <a:pt x="2070867" y="1308412"/>
                  </a:lnTo>
                  <a:lnTo>
                    <a:pt x="2021158" y="1269465"/>
                  </a:lnTo>
                  <a:lnTo>
                    <a:pt x="1972046" y="1232669"/>
                  </a:lnTo>
                  <a:lnTo>
                    <a:pt x="1923453" y="1198245"/>
                  </a:lnTo>
                  <a:lnTo>
                    <a:pt x="1875197" y="1166327"/>
                  </a:lnTo>
                  <a:lnTo>
                    <a:pt x="1826988" y="1136962"/>
                  </a:lnTo>
                  <a:lnTo>
                    <a:pt x="1778406" y="1110123"/>
                  </a:lnTo>
                  <a:lnTo>
                    <a:pt x="1768425" y="1104963"/>
                  </a:lnTo>
                  <a:lnTo>
                    <a:pt x="1718964" y="1081218"/>
                  </a:lnTo>
                  <a:lnTo>
                    <a:pt x="1667802" y="1059882"/>
                  </a:lnTo>
                  <a:lnTo>
                    <a:pt x="1614125" y="1040828"/>
                  </a:lnTo>
                  <a:lnTo>
                    <a:pt x="1557025" y="1023844"/>
                  </a:lnTo>
                  <a:lnTo>
                    <a:pt x="1495578" y="1008692"/>
                  </a:lnTo>
                  <a:lnTo>
                    <a:pt x="1428923" y="995145"/>
                  </a:lnTo>
                  <a:lnTo>
                    <a:pt x="1356372" y="983001"/>
                  </a:lnTo>
                  <a:lnTo>
                    <a:pt x="1277540" y="972101"/>
                  </a:lnTo>
                  <a:lnTo>
                    <a:pt x="1192526" y="962329"/>
                  </a:lnTo>
                  <a:lnTo>
                    <a:pt x="1102133" y="953615"/>
                  </a:lnTo>
                  <a:lnTo>
                    <a:pt x="1008067" y="945931"/>
                  </a:lnTo>
                  <a:lnTo>
                    <a:pt x="913073" y="939283"/>
                  </a:lnTo>
                  <a:lnTo>
                    <a:pt x="820876" y="933697"/>
                  </a:lnTo>
                  <a:lnTo>
                    <a:pt x="735844" y="929190"/>
                  </a:lnTo>
                  <a:lnTo>
                    <a:pt x="662335" y="925753"/>
                  </a:lnTo>
                  <a:lnTo>
                    <a:pt x="603830" y="923321"/>
                  </a:lnTo>
                  <a:lnTo>
                    <a:pt x="562113" y="921769"/>
                  </a:lnTo>
                  <a:lnTo>
                    <a:pt x="536750" y="920922"/>
                  </a:lnTo>
                  <a:lnTo>
                    <a:pt x="525022" y="920568"/>
                  </a:lnTo>
                  <a:lnTo>
                    <a:pt x="522133" y="920488"/>
                  </a:lnTo>
                  <a:lnTo>
                    <a:pt x="0" y="920488"/>
                  </a:lnTo>
                  <a:close/>
                </a:path>
              </a:pathLst>
            </a:custGeom>
            <a:solidFill>
              <a:srgbClr val="8FA8D6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123" name="pl123"/>
            <p:cNvSpPr/>
            <p:nvPr/>
          </p:nvSpPr>
          <p:spPr>
            <a:xfrm>
              <a:off x="386606" y="586945"/>
              <a:ext cx="8554953" cy="2027334"/>
            </a:xfrm>
            <a:custGeom>
              <a:avLst/>
              <a:pathLst>
                <a:path w="8554953" h="2027334">
                  <a:moveTo>
                    <a:pt x="0" y="920488"/>
                  </a:moveTo>
                  <a:lnTo>
                    <a:pt x="522133" y="920488"/>
                  </a:lnTo>
                  <a:lnTo>
                    <a:pt x="523383" y="920522"/>
                  </a:lnTo>
                  <a:lnTo>
                    <a:pt x="531556" y="920761"/>
                  </a:lnTo>
                  <a:lnTo>
                    <a:pt x="551999" y="921421"/>
                  </a:lnTo>
                  <a:lnTo>
                    <a:pt x="588143" y="922718"/>
                  </a:lnTo>
                  <a:lnTo>
                    <a:pt x="641189" y="924842"/>
                  </a:lnTo>
                  <a:lnTo>
                    <a:pt x="710051" y="927937"/>
                  </a:lnTo>
                  <a:lnTo>
                    <a:pt x="791728" y="932086"/>
                  </a:lnTo>
                  <a:lnTo>
                    <a:pt x="882053" y="937316"/>
                  </a:lnTo>
                  <a:lnTo>
                    <a:pt x="976576" y="943616"/>
                  </a:lnTo>
                  <a:lnTo>
                    <a:pt x="1071305" y="950959"/>
                  </a:lnTo>
                  <a:lnTo>
                    <a:pt x="1163152" y="959331"/>
                  </a:lnTo>
                  <a:lnTo>
                    <a:pt x="1250074" y="968748"/>
                  </a:lnTo>
                  <a:lnTo>
                    <a:pt x="1330993" y="979264"/>
                  </a:lnTo>
                  <a:lnTo>
                    <a:pt x="1405599" y="990980"/>
                  </a:lnTo>
                  <a:lnTo>
                    <a:pt x="1474140" y="1004043"/>
                  </a:lnTo>
                  <a:lnTo>
                    <a:pt x="1537221" y="1018640"/>
                  </a:lnTo>
                  <a:lnTo>
                    <a:pt x="1595658" y="1034991"/>
                  </a:lnTo>
                  <a:lnTo>
                    <a:pt x="1650365" y="1053334"/>
                  </a:lnTo>
                  <a:lnTo>
                    <a:pt x="1702262" y="1073896"/>
                  </a:lnTo>
                  <a:lnTo>
                    <a:pt x="1752205" y="1096838"/>
                  </a:lnTo>
                  <a:lnTo>
                    <a:pt x="1768425" y="1104963"/>
                  </a:lnTo>
                  <a:lnTo>
                    <a:pt x="1817147" y="1131298"/>
                  </a:lnTo>
                  <a:lnTo>
                    <a:pt x="1865394" y="1160144"/>
                  </a:lnTo>
                  <a:lnTo>
                    <a:pt x="1913613" y="1191544"/>
                  </a:lnTo>
                  <a:lnTo>
                    <a:pt x="1962119" y="1225465"/>
                  </a:lnTo>
                  <a:lnTo>
                    <a:pt x="2011116" y="1261793"/>
                  </a:lnTo>
                  <a:lnTo>
                    <a:pt x="2060702" y="1300325"/>
                  </a:lnTo>
                  <a:lnTo>
                    <a:pt x="2110886" y="1340768"/>
                  </a:lnTo>
                  <a:lnTo>
                    <a:pt x="2161599" y="1382745"/>
                  </a:lnTo>
                  <a:lnTo>
                    <a:pt x="2212710" y="1425809"/>
                  </a:lnTo>
                  <a:lnTo>
                    <a:pt x="2264043" y="1469458"/>
                  </a:lnTo>
                  <a:lnTo>
                    <a:pt x="2315397" y="1513161"/>
                  </a:lnTo>
                  <a:lnTo>
                    <a:pt x="2366568" y="1556385"/>
                  </a:lnTo>
                  <a:lnTo>
                    <a:pt x="2417375" y="1598622"/>
                  </a:lnTo>
                  <a:lnTo>
                    <a:pt x="2467675" y="1639410"/>
                  </a:lnTo>
                  <a:lnTo>
                    <a:pt x="2517384" y="1678358"/>
                  </a:lnTo>
                  <a:lnTo>
                    <a:pt x="2566496" y="1715154"/>
                  </a:lnTo>
                  <a:lnTo>
                    <a:pt x="2615089" y="1749577"/>
                  </a:lnTo>
                  <a:lnTo>
                    <a:pt x="2663345" y="1781495"/>
                  </a:lnTo>
                  <a:lnTo>
                    <a:pt x="2711554" y="1810860"/>
                  </a:lnTo>
                  <a:lnTo>
                    <a:pt x="2760136" y="1837699"/>
                  </a:lnTo>
                  <a:lnTo>
                    <a:pt x="2770117" y="1842860"/>
                  </a:lnTo>
                  <a:lnTo>
                    <a:pt x="2819578" y="1866605"/>
                  </a:lnTo>
                  <a:lnTo>
                    <a:pt x="2870740" y="1887941"/>
                  </a:lnTo>
                  <a:lnTo>
                    <a:pt x="2924417" y="1906994"/>
                  </a:lnTo>
                  <a:lnTo>
                    <a:pt x="2981517" y="1923978"/>
                  </a:lnTo>
                  <a:lnTo>
                    <a:pt x="3042965" y="1939130"/>
                  </a:lnTo>
                  <a:lnTo>
                    <a:pt x="3109619" y="1952678"/>
                  </a:lnTo>
                  <a:lnTo>
                    <a:pt x="3182170" y="1964821"/>
                  </a:lnTo>
                  <a:lnTo>
                    <a:pt x="3261003" y="1975721"/>
                  </a:lnTo>
                  <a:lnTo>
                    <a:pt x="3346016" y="1985493"/>
                  </a:lnTo>
                  <a:lnTo>
                    <a:pt x="3436409" y="1994207"/>
                  </a:lnTo>
                  <a:lnTo>
                    <a:pt x="3530475" y="2001892"/>
                  </a:lnTo>
                  <a:lnTo>
                    <a:pt x="3625469" y="2008539"/>
                  </a:lnTo>
                  <a:lnTo>
                    <a:pt x="3717667" y="2014126"/>
                  </a:lnTo>
                  <a:lnTo>
                    <a:pt x="3802698" y="2018632"/>
                  </a:lnTo>
                  <a:lnTo>
                    <a:pt x="3876207" y="2022069"/>
                  </a:lnTo>
                  <a:lnTo>
                    <a:pt x="3934712" y="2024502"/>
                  </a:lnTo>
                  <a:lnTo>
                    <a:pt x="3976429" y="2026053"/>
                  </a:lnTo>
                  <a:lnTo>
                    <a:pt x="4001792" y="2026901"/>
                  </a:lnTo>
                  <a:lnTo>
                    <a:pt x="4013520" y="2027255"/>
                  </a:lnTo>
                  <a:lnTo>
                    <a:pt x="4016362" y="2027333"/>
                  </a:lnTo>
                  <a:lnTo>
                    <a:pt x="4016409" y="2027334"/>
                  </a:lnTo>
                  <a:lnTo>
                    <a:pt x="4538543" y="2027334"/>
                  </a:lnTo>
                  <a:lnTo>
                    <a:pt x="4539748" y="2027275"/>
                  </a:lnTo>
                  <a:lnTo>
                    <a:pt x="4547637" y="2026854"/>
                  </a:lnTo>
                  <a:lnTo>
                    <a:pt x="4567396" y="2025689"/>
                  </a:lnTo>
                  <a:lnTo>
                    <a:pt x="4602391" y="2023400"/>
                  </a:lnTo>
                  <a:lnTo>
                    <a:pt x="4653877" y="2019647"/>
                  </a:lnTo>
                  <a:lnTo>
                    <a:pt x="4720923" y="2014172"/>
                  </a:lnTo>
                  <a:lnTo>
                    <a:pt x="4800739" y="2006820"/>
                  </a:lnTo>
                  <a:lnTo>
                    <a:pt x="4889364" y="1997537"/>
                  </a:lnTo>
                  <a:lnTo>
                    <a:pt x="4982499" y="1986339"/>
                  </a:lnTo>
                  <a:lnTo>
                    <a:pt x="5076224" y="1973271"/>
                  </a:lnTo>
                  <a:lnTo>
                    <a:pt x="5167450" y="1958363"/>
                  </a:lnTo>
                  <a:lnTo>
                    <a:pt x="5254079" y="1941596"/>
                  </a:lnTo>
                  <a:lnTo>
                    <a:pt x="5334951" y="1922885"/>
                  </a:lnTo>
                  <a:lnTo>
                    <a:pt x="5409670" y="1902062"/>
                  </a:lnTo>
                  <a:lnTo>
                    <a:pt x="5478398" y="1878884"/>
                  </a:lnTo>
                  <a:lnTo>
                    <a:pt x="5541672" y="1853031"/>
                  </a:lnTo>
                  <a:lnTo>
                    <a:pt x="5600249" y="1824124"/>
                  </a:lnTo>
                  <a:lnTo>
                    <a:pt x="5654997" y="1791745"/>
                  </a:lnTo>
                  <a:lnTo>
                    <a:pt x="5706809" y="1755486"/>
                  </a:lnTo>
                  <a:lnTo>
                    <a:pt x="5756530" y="1715023"/>
                  </a:lnTo>
                  <a:lnTo>
                    <a:pt x="5784835" y="1689445"/>
                  </a:lnTo>
                  <a:lnTo>
                    <a:pt x="5826776" y="1648237"/>
                  </a:lnTo>
                  <a:lnTo>
                    <a:pt x="5868312" y="1603641"/>
                  </a:lnTo>
                  <a:lnTo>
                    <a:pt x="5909747" y="1555590"/>
                  </a:lnTo>
                  <a:lnTo>
                    <a:pt x="5951310" y="1504090"/>
                  </a:lnTo>
                  <a:lnTo>
                    <a:pt x="5993163" y="1449225"/>
                  </a:lnTo>
                  <a:lnTo>
                    <a:pt x="6035410" y="1391167"/>
                  </a:lnTo>
                  <a:lnTo>
                    <a:pt x="6078100" y="1330177"/>
                  </a:lnTo>
                  <a:lnTo>
                    <a:pt x="6121232" y="1266605"/>
                  </a:lnTo>
                  <a:lnTo>
                    <a:pt x="6164766" y="1200886"/>
                  </a:lnTo>
                  <a:lnTo>
                    <a:pt x="6208624" y="1133527"/>
                  </a:lnTo>
                  <a:lnTo>
                    <a:pt x="6252702" y="1065096"/>
                  </a:lnTo>
                  <a:lnTo>
                    <a:pt x="6296876" y="996200"/>
                  </a:lnTo>
                  <a:lnTo>
                    <a:pt x="6341018" y="927461"/>
                  </a:lnTo>
                  <a:lnTo>
                    <a:pt x="6384998" y="859500"/>
                  </a:lnTo>
                  <a:lnTo>
                    <a:pt x="6428704" y="792904"/>
                  </a:lnTo>
                  <a:lnTo>
                    <a:pt x="6472042" y="728214"/>
                  </a:lnTo>
                  <a:lnTo>
                    <a:pt x="6514953" y="665901"/>
                  </a:lnTo>
                  <a:lnTo>
                    <a:pt x="6557415" y="606359"/>
                  </a:lnTo>
                  <a:lnTo>
                    <a:pt x="6599453" y="549893"/>
                  </a:lnTo>
                  <a:lnTo>
                    <a:pt x="6641143" y="496717"/>
                  </a:lnTo>
                  <a:lnTo>
                    <a:pt x="6682617" y="446960"/>
                  </a:lnTo>
                  <a:lnTo>
                    <a:pt x="6724070" y="400663"/>
                  </a:lnTo>
                  <a:lnTo>
                    <a:pt x="6765768" y="357797"/>
                  </a:lnTo>
                  <a:lnTo>
                    <a:pt x="6786527" y="337889"/>
                  </a:lnTo>
                  <a:lnTo>
                    <a:pt x="6835374" y="294902"/>
                  </a:lnTo>
                  <a:lnTo>
                    <a:pt x="6885871" y="256222"/>
                  </a:lnTo>
                  <a:lnTo>
                    <a:pt x="6938801" y="221629"/>
                  </a:lnTo>
                  <a:lnTo>
                    <a:pt x="6995038" y="190750"/>
                  </a:lnTo>
                  <a:lnTo>
                    <a:pt x="7055473" y="163167"/>
                  </a:lnTo>
                  <a:lnTo>
                    <a:pt x="7120941" y="138473"/>
                  </a:lnTo>
                  <a:lnTo>
                    <a:pt x="7192121" y="116312"/>
                  </a:lnTo>
                  <a:lnTo>
                    <a:pt x="7269415" y="96396"/>
                  </a:lnTo>
                  <a:lnTo>
                    <a:pt x="7352777" y="78511"/>
                  </a:lnTo>
                  <a:lnTo>
                    <a:pt x="7441515" y="62527"/>
                  </a:lnTo>
                  <a:lnTo>
                    <a:pt x="7534096" y="48385"/>
                  </a:lnTo>
                  <a:lnTo>
                    <a:pt x="7628005" y="36092"/>
                  </a:lnTo>
                  <a:lnTo>
                    <a:pt x="7719771" y="25688"/>
                  </a:lnTo>
                  <a:lnTo>
                    <a:pt x="7805242" y="17212"/>
                  </a:lnTo>
                  <a:lnTo>
                    <a:pt x="7880162" y="10655"/>
                  </a:lnTo>
                  <a:lnTo>
                    <a:pt x="7940961" y="5924"/>
                  </a:lnTo>
                  <a:lnTo>
                    <a:pt x="7985557" y="2819"/>
                  </a:lnTo>
                  <a:lnTo>
                    <a:pt x="8013915" y="1043"/>
                  </a:lnTo>
                  <a:lnTo>
                    <a:pt x="8028200" y="236"/>
                  </a:lnTo>
                  <a:lnTo>
                    <a:pt x="8032575" y="11"/>
                  </a:lnTo>
                  <a:lnTo>
                    <a:pt x="8032819" y="0"/>
                  </a:lnTo>
                  <a:lnTo>
                    <a:pt x="8554953" y="0"/>
                  </a:lnTo>
                  <a:lnTo>
                    <a:pt x="8554953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24" name="pl124"/>
            <p:cNvSpPr/>
            <p:nvPr/>
          </p:nvSpPr>
          <p:spPr>
            <a:xfrm>
              <a:off x="386606" y="581297"/>
              <a:ext cx="8554953" cy="2027334"/>
            </a:xfrm>
            <a:custGeom>
              <a:avLst/>
              <a:pathLst>
                <a:path w="8554953" h="2027334">
                  <a:moveTo>
                    <a:pt x="8554953" y="0"/>
                  </a:moveTo>
                  <a:lnTo>
                    <a:pt x="8032819" y="0"/>
                  </a:lnTo>
                  <a:lnTo>
                    <a:pt x="8031614" y="59"/>
                  </a:lnTo>
                  <a:lnTo>
                    <a:pt x="8023725" y="480"/>
                  </a:lnTo>
                  <a:lnTo>
                    <a:pt x="8003966" y="1645"/>
                  </a:lnTo>
                  <a:lnTo>
                    <a:pt x="7968971" y="3934"/>
                  </a:lnTo>
                  <a:lnTo>
                    <a:pt x="7917485" y="7686"/>
                  </a:lnTo>
                  <a:lnTo>
                    <a:pt x="7850439" y="13161"/>
                  </a:lnTo>
                  <a:lnTo>
                    <a:pt x="7770623" y="20513"/>
                  </a:lnTo>
                  <a:lnTo>
                    <a:pt x="7681998" y="29797"/>
                  </a:lnTo>
                  <a:lnTo>
                    <a:pt x="7588862" y="40995"/>
                  </a:lnTo>
                  <a:lnTo>
                    <a:pt x="7495138" y="54063"/>
                  </a:lnTo>
                  <a:lnTo>
                    <a:pt x="7403912" y="68971"/>
                  </a:lnTo>
                  <a:lnTo>
                    <a:pt x="7317283" y="85737"/>
                  </a:lnTo>
                  <a:lnTo>
                    <a:pt x="7236411" y="104449"/>
                  </a:lnTo>
                  <a:lnTo>
                    <a:pt x="7161692" y="125271"/>
                  </a:lnTo>
                  <a:lnTo>
                    <a:pt x="7092964" y="148449"/>
                  </a:lnTo>
                  <a:lnTo>
                    <a:pt x="7029690" y="174302"/>
                  </a:lnTo>
                  <a:lnTo>
                    <a:pt x="6971113" y="203209"/>
                  </a:lnTo>
                  <a:lnTo>
                    <a:pt x="6916365" y="235588"/>
                  </a:lnTo>
                  <a:lnTo>
                    <a:pt x="6864553" y="271847"/>
                  </a:lnTo>
                  <a:lnTo>
                    <a:pt x="6814832" y="312311"/>
                  </a:lnTo>
                  <a:lnTo>
                    <a:pt x="6786527" y="337889"/>
                  </a:lnTo>
                  <a:lnTo>
                    <a:pt x="6744586" y="379096"/>
                  </a:lnTo>
                  <a:lnTo>
                    <a:pt x="6703050" y="423693"/>
                  </a:lnTo>
                  <a:lnTo>
                    <a:pt x="6661615" y="471744"/>
                  </a:lnTo>
                  <a:lnTo>
                    <a:pt x="6620052" y="523244"/>
                  </a:lnTo>
                  <a:lnTo>
                    <a:pt x="6578199" y="578108"/>
                  </a:lnTo>
                  <a:lnTo>
                    <a:pt x="6535952" y="636166"/>
                  </a:lnTo>
                  <a:lnTo>
                    <a:pt x="6493262" y="697156"/>
                  </a:lnTo>
                  <a:lnTo>
                    <a:pt x="6450130" y="760728"/>
                  </a:lnTo>
                  <a:lnTo>
                    <a:pt x="6406596" y="826448"/>
                  </a:lnTo>
                  <a:lnTo>
                    <a:pt x="6362738" y="893806"/>
                  </a:lnTo>
                  <a:lnTo>
                    <a:pt x="6318660" y="962237"/>
                  </a:lnTo>
                  <a:lnTo>
                    <a:pt x="6274486" y="1031134"/>
                  </a:lnTo>
                  <a:lnTo>
                    <a:pt x="6230344" y="1099872"/>
                  </a:lnTo>
                  <a:lnTo>
                    <a:pt x="6186363" y="1167833"/>
                  </a:lnTo>
                  <a:lnTo>
                    <a:pt x="6142658" y="1234429"/>
                  </a:lnTo>
                  <a:lnTo>
                    <a:pt x="6099320" y="1299119"/>
                  </a:lnTo>
                  <a:lnTo>
                    <a:pt x="6056409" y="1361432"/>
                  </a:lnTo>
                  <a:lnTo>
                    <a:pt x="6013947" y="1420974"/>
                  </a:lnTo>
                  <a:lnTo>
                    <a:pt x="5971909" y="1477441"/>
                  </a:lnTo>
                  <a:lnTo>
                    <a:pt x="5930219" y="1530616"/>
                  </a:lnTo>
                  <a:lnTo>
                    <a:pt x="5888745" y="1580374"/>
                  </a:lnTo>
                  <a:lnTo>
                    <a:pt x="5847292" y="1626670"/>
                  </a:lnTo>
                  <a:lnTo>
                    <a:pt x="5805594" y="1669537"/>
                  </a:lnTo>
                  <a:lnTo>
                    <a:pt x="5784835" y="1689445"/>
                  </a:lnTo>
                  <a:lnTo>
                    <a:pt x="5735988" y="1732431"/>
                  </a:lnTo>
                  <a:lnTo>
                    <a:pt x="5685490" y="1771111"/>
                  </a:lnTo>
                  <a:lnTo>
                    <a:pt x="5632561" y="1805705"/>
                  </a:lnTo>
                  <a:lnTo>
                    <a:pt x="5576324" y="1836583"/>
                  </a:lnTo>
                  <a:lnTo>
                    <a:pt x="5515889" y="1864167"/>
                  </a:lnTo>
                  <a:lnTo>
                    <a:pt x="5450421" y="1888861"/>
                  </a:lnTo>
                  <a:lnTo>
                    <a:pt x="5379241" y="1911021"/>
                  </a:lnTo>
                  <a:lnTo>
                    <a:pt x="5301947" y="1930937"/>
                  </a:lnTo>
                  <a:lnTo>
                    <a:pt x="5218585" y="1948822"/>
                  </a:lnTo>
                  <a:lnTo>
                    <a:pt x="5129847" y="1964807"/>
                  </a:lnTo>
                  <a:lnTo>
                    <a:pt x="5037266" y="1978948"/>
                  </a:lnTo>
                  <a:lnTo>
                    <a:pt x="4943357" y="1991241"/>
                  </a:lnTo>
                  <a:lnTo>
                    <a:pt x="4851591" y="2001645"/>
                  </a:lnTo>
                  <a:lnTo>
                    <a:pt x="4766120" y="2010122"/>
                  </a:lnTo>
                  <a:lnTo>
                    <a:pt x="4691199" y="2016678"/>
                  </a:lnTo>
                  <a:lnTo>
                    <a:pt x="4630401" y="2021410"/>
                  </a:lnTo>
                  <a:lnTo>
                    <a:pt x="4585805" y="2024515"/>
                  </a:lnTo>
                  <a:lnTo>
                    <a:pt x="4557447" y="2026290"/>
                  </a:lnTo>
                  <a:lnTo>
                    <a:pt x="4543162" y="2027098"/>
                  </a:lnTo>
                  <a:lnTo>
                    <a:pt x="4538787" y="2027322"/>
                  </a:lnTo>
                  <a:lnTo>
                    <a:pt x="4538543" y="2027334"/>
                  </a:lnTo>
                  <a:lnTo>
                    <a:pt x="4016409" y="2027334"/>
                  </a:lnTo>
                  <a:lnTo>
                    <a:pt x="4015159" y="2027300"/>
                  </a:lnTo>
                  <a:lnTo>
                    <a:pt x="4006986" y="2027062"/>
                  </a:lnTo>
                  <a:lnTo>
                    <a:pt x="3986543" y="2026401"/>
                  </a:lnTo>
                  <a:lnTo>
                    <a:pt x="3950399" y="2025105"/>
                  </a:lnTo>
                  <a:lnTo>
                    <a:pt x="3897353" y="2022981"/>
                  </a:lnTo>
                  <a:lnTo>
                    <a:pt x="3828491" y="2019886"/>
                  </a:lnTo>
                  <a:lnTo>
                    <a:pt x="3746814" y="2015736"/>
                  </a:lnTo>
                  <a:lnTo>
                    <a:pt x="3656489" y="2010506"/>
                  </a:lnTo>
                  <a:lnTo>
                    <a:pt x="3561966" y="2004207"/>
                  </a:lnTo>
                  <a:lnTo>
                    <a:pt x="3467237" y="1996864"/>
                  </a:lnTo>
                  <a:lnTo>
                    <a:pt x="3375390" y="1988491"/>
                  </a:lnTo>
                  <a:lnTo>
                    <a:pt x="3288468" y="1979075"/>
                  </a:lnTo>
                  <a:lnTo>
                    <a:pt x="3207549" y="1968558"/>
                  </a:lnTo>
                  <a:lnTo>
                    <a:pt x="3132943" y="1956842"/>
                  </a:lnTo>
                  <a:lnTo>
                    <a:pt x="3064402" y="1943779"/>
                  </a:lnTo>
                  <a:lnTo>
                    <a:pt x="3001321" y="1929182"/>
                  </a:lnTo>
                  <a:lnTo>
                    <a:pt x="2942884" y="1912831"/>
                  </a:lnTo>
                  <a:lnTo>
                    <a:pt x="2888177" y="1894488"/>
                  </a:lnTo>
                  <a:lnTo>
                    <a:pt x="2836280" y="1873927"/>
                  </a:lnTo>
                  <a:lnTo>
                    <a:pt x="2786337" y="1850984"/>
                  </a:lnTo>
                  <a:lnTo>
                    <a:pt x="2770117" y="1842860"/>
                  </a:lnTo>
                  <a:lnTo>
                    <a:pt x="2721395" y="1816525"/>
                  </a:lnTo>
                  <a:lnTo>
                    <a:pt x="2673148" y="1787678"/>
                  </a:lnTo>
                  <a:lnTo>
                    <a:pt x="2624930" y="1756279"/>
                  </a:lnTo>
                  <a:lnTo>
                    <a:pt x="2576423" y="1722357"/>
                  </a:lnTo>
                  <a:lnTo>
                    <a:pt x="2527426" y="1686029"/>
                  </a:lnTo>
                  <a:lnTo>
                    <a:pt x="2477841" y="1647497"/>
                  </a:lnTo>
                  <a:lnTo>
                    <a:pt x="2427656" y="1607054"/>
                  </a:lnTo>
                  <a:lnTo>
                    <a:pt x="2376943" y="1565077"/>
                  </a:lnTo>
                  <a:lnTo>
                    <a:pt x="2325832" y="1522013"/>
                  </a:lnTo>
                  <a:lnTo>
                    <a:pt x="2274499" y="1478365"/>
                  </a:lnTo>
                  <a:lnTo>
                    <a:pt x="2223145" y="1434661"/>
                  </a:lnTo>
                  <a:lnTo>
                    <a:pt x="2171974" y="1391437"/>
                  </a:lnTo>
                  <a:lnTo>
                    <a:pt x="2121167" y="1349200"/>
                  </a:lnTo>
                  <a:lnTo>
                    <a:pt x="2070867" y="1308412"/>
                  </a:lnTo>
                  <a:lnTo>
                    <a:pt x="2021158" y="1269465"/>
                  </a:lnTo>
                  <a:lnTo>
                    <a:pt x="1972046" y="1232669"/>
                  </a:lnTo>
                  <a:lnTo>
                    <a:pt x="1923453" y="1198245"/>
                  </a:lnTo>
                  <a:lnTo>
                    <a:pt x="1875197" y="1166327"/>
                  </a:lnTo>
                  <a:lnTo>
                    <a:pt x="1826988" y="1136962"/>
                  </a:lnTo>
                  <a:lnTo>
                    <a:pt x="1778406" y="1110123"/>
                  </a:lnTo>
                  <a:lnTo>
                    <a:pt x="1768425" y="1104963"/>
                  </a:lnTo>
                  <a:lnTo>
                    <a:pt x="1718964" y="1081218"/>
                  </a:lnTo>
                  <a:lnTo>
                    <a:pt x="1667802" y="1059882"/>
                  </a:lnTo>
                  <a:lnTo>
                    <a:pt x="1614125" y="1040828"/>
                  </a:lnTo>
                  <a:lnTo>
                    <a:pt x="1557025" y="1023844"/>
                  </a:lnTo>
                  <a:lnTo>
                    <a:pt x="1495578" y="1008692"/>
                  </a:lnTo>
                  <a:lnTo>
                    <a:pt x="1428923" y="995145"/>
                  </a:lnTo>
                  <a:lnTo>
                    <a:pt x="1356372" y="983001"/>
                  </a:lnTo>
                  <a:lnTo>
                    <a:pt x="1277540" y="972101"/>
                  </a:lnTo>
                  <a:lnTo>
                    <a:pt x="1192526" y="962329"/>
                  </a:lnTo>
                  <a:lnTo>
                    <a:pt x="1102133" y="953615"/>
                  </a:lnTo>
                  <a:lnTo>
                    <a:pt x="1008067" y="945931"/>
                  </a:lnTo>
                  <a:lnTo>
                    <a:pt x="913073" y="939283"/>
                  </a:lnTo>
                  <a:lnTo>
                    <a:pt x="820876" y="933697"/>
                  </a:lnTo>
                  <a:lnTo>
                    <a:pt x="735844" y="929190"/>
                  </a:lnTo>
                  <a:lnTo>
                    <a:pt x="662335" y="925753"/>
                  </a:lnTo>
                  <a:lnTo>
                    <a:pt x="603830" y="923321"/>
                  </a:lnTo>
                  <a:lnTo>
                    <a:pt x="562113" y="921769"/>
                  </a:lnTo>
                  <a:lnTo>
                    <a:pt x="536750" y="920922"/>
                  </a:lnTo>
                  <a:lnTo>
                    <a:pt x="525022" y="920568"/>
                  </a:lnTo>
                  <a:lnTo>
                    <a:pt x="522180" y="920490"/>
                  </a:lnTo>
                  <a:lnTo>
                    <a:pt x="522133" y="920488"/>
                  </a:lnTo>
                  <a:lnTo>
                    <a:pt x="0" y="920488"/>
                  </a:lnTo>
                  <a:lnTo>
                    <a:pt x="0" y="920488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25" name="pg125"/>
            <p:cNvSpPr/>
            <p:nvPr/>
          </p:nvSpPr>
          <p:spPr>
            <a:xfrm>
              <a:off x="386606" y="688594"/>
              <a:ext cx="8554953" cy="1948274"/>
            </a:xfrm>
            <a:custGeom>
              <a:avLst/>
              <a:pathLst>
                <a:path w="8554953" h="1948274">
                  <a:moveTo>
                    <a:pt x="0" y="830134"/>
                  </a:moveTo>
                  <a:lnTo>
                    <a:pt x="522133" y="830134"/>
                  </a:lnTo>
                  <a:lnTo>
                    <a:pt x="523382" y="830167"/>
                  </a:lnTo>
                  <a:lnTo>
                    <a:pt x="531553" y="830409"/>
                  </a:lnTo>
                  <a:lnTo>
                    <a:pt x="551990" y="831075"/>
                  </a:lnTo>
                  <a:lnTo>
                    <a:pt x="588123" y="832385"/>
                  </a:lnTo>
                  <a:lnTo>
                    <a:pt x="641155" y="834530"/>
                  </a:lnTo>
                  <a:lnTo>
                    <a:pt x="710001" y="837656"/>
                  </a:lnTo>
                  <a:lnTo>
                    <a:pt x="791661" y="841846"/>
                  </a:lnTo>
                  <a:lnTo>
                    <a:pt x="881971" y="847128"/>
                  </a:lnTo>
                  <a:lnTo>
                    <a:pt x="976482" y="853490"/>
                  </a:lnTo>
                  <a:lnTo>
                    <a:pt x="1071202" y="860906"/>
                  </a:lnTo>
                  <a:lnTo>
                    <a:pt x="1163044" y="869362"/>
                  </a:lnTo>
                  <a:lnTo>
                    <a:pt x="1249964" y="878872"/>
                  </a:lnTo>
                  <a:lnTo>
                    <a:pt x="1330882" y="889493"/>
                  </a:lnTo>
                  <a:lnTo>
                    <a:pt x="1405489" y="901326"/>
                  </a:lnTo>
                  <a:lnTo>
                    <a:pt x="1474032" y="914518"/>
                  </a:lnTo>
                  <a:lnTo>
                    <a:pt x="1537114" y="929259"/>
                  </a:lnTo>
                  <a:lnTo>
                    <a:pt x="1595553" y="945772"/>
                  </a:lnTo>
                  <a:lnTo>
                    <a:pt x="1650260" y="964297"/>
                  </a:lnTo>
                  <a:lnTo>
                    <a:pt x="1702156" y="985060"/>
                  </a:lnTo>
                  <a:lnTo>
                    <a:pt x="1752097" y="1008229"/>
                  </a:lnTo>
                  <a:lnTo>
                    <a:pt x="1768425" y="1016490"/>
                  </a:lnTo>
                  <a:lnTo>
                    <a:pt x="1817061" y="1043044"/>
                  </a:lnTo>
                  <a:lnTo>
                    <a:pt x="1865221" y="1072125"/>
                  </a:lnTo>
                  <a:lnTo>
                    <a:pt x="1913352" y="1103777"/>
                  </a:lnTo>
                  <a:lnTo>
                    <a:pt x="1961769" y="1137967"/>
                  </a:lnTo>
                  <a:lnTo>
                    <a:pt x="2010673" y="1174582"/>
                  </a:lnTo>
                  <a:lnTo>
                    <a:pt x="2060164" y="1213416"/>
                  </a:lnTo>
                  <a:lnTo>
                    <a:pt x="2110251" y="1254178"/>
                  </a:lnTo>
                  <a:lnTo>
                    <a:pt x="2160867" y="1296489"/>
                  </a:lnTo>
                  <a:lnTo>
                    <a:pt x="2211882" y="1339901"/>
                  </a:lnTo>
                  <a:lnTo>
                    <a:pt x="2263120" y="1383911"/>
                  </a:lnTo>
                  <a:lnTo>
                    <a:pt x="2314383" y="1427985"/>
                  </a:lnTo>
                  <a:lnTo>
                    <a:pt x="2365469" y="1471587"/>
                  </a:lnTo>
                  <a:lnTo>
                    <a:pt x="2416194" y="1514206"/>
                  </a:lnTo>
                  <a:lnTo>
                    <a:pt x="2466417" y="1555377"/>
                  </a:lnTo>
                  <a:lnTo>
                    <a:pt x="2516053" y="1594704"/>
                  </a:lnTo>
                  <a:lnTo>
                    <a:pt x="2565093" y="1631872"/>
                  </a:lnTo>
                  <a:lnTo>
                    <a:pt x="2613612" y="1666658"/>
                  </a:lnTo>
                  <a:lnTo>
                    <a:pt x="2661788" y="1698924"/>
                  </a:lnTo>
                  <a:lnTo>
                    <a:pt x="2709906" y="1728621"/>
                  </a:lnTo>
                  <a:lnTo>
                    <a:pt x="2758379" y="1755774"/>
                  </a:lnTo>
                  <a:lnTo>
                    <a:pt x="2770117" y="1761917"/>
                  </a:lnTo>
                  <a:lnTo>
                    <a:pt x="2819573" y="1785902"/>
                  </a:lnTo>
                  <a:lnTo>
                    <a:pt x="2870729" y="1807453"/>
                  </a:lnTo>
                  <a:lnTo>
                    <a:pt x="2924399" y="1826700"/>
                  </a:lnTo>
                  <a:lnTo>
                    <a:pt x="2981491" y="1843856"/>
                  </a:lnTo>
                  <a:lnTo>
                    <a:pt x="3042930" y="1859162"/>
                  </a:lnTo>
                  <a:lnTo>
                    <a:pt x="3109573" y="1872847"/>
                  </a:lnTo>
                  <a:lnTo>
                    <a:pt x="3182112" y="1885114"/>
                  </a:lnTo>
                  <a:lnTo>
                    <a:pt x="3260930" y="1896125"/>
                  </a:lnTo>
                  <a:lnTo>
                    <a:pt x="3345929" y="1905996"/>
                  </a:lnTo>
                  <a:lnTo>
                    <a:pt x="3436307" y="1914800"/>
                  </a:lnTo>
                  <a:lnTo>
                    <a:pt x="3530360" y="1922563"/>
                  </a:lnTo>
                  <a:lnTo>
                    <a:pt x="3625345" y="1929279"/>
                  </a:lnTo>
                  <a:lnTo>
                    <a:pt x="3717539" y="1934923"/>
                  </a:lnTo>
                  <a:lnTo>
                    <a:pt x="3802575" y="1939477"/>
                  </a:lnTo>
                  <a:lnTo>
                    <a:pt x="3876097" y="1942951"/>
                  </a:lnTo>
                  <a:lnTo>
                    <a:pt x="3934624" y="1945409"/>
                  </a:lnTo>
                  <a:lnTo>
                    <a:pt x="3976367" y="1946977"/>
                  </a:lnTo>
                  <a:lnTo>
                    <a:pt x="4001756" y="1947835"/>
                  </a:lnTo>
                  <a:lnTo>
                    <a:pt x="4013507" y="1948193"/>
                  </a:lnTo>
                  <a:lnTo>
                    <a:pt x="4016409" y="1948274"/>
                  </a:lnTo>
                  <a:lnTo>
                    <a:pt x="4538543" y="1948274"/>
                  </a:lnTo>
                  <a:lnTo>
                    <a:pt x="4539753" y="1948217"/>
                  </a:lnTo>
                  <a:lnTo>
                    <a:pt x="4547677" y="1947813"/>
                  </a:lnTo>
                  <a:lnTo>
                    <a:pt x="4567517" y="1946694"/>
                  </a:lnTo>
                  <a:lnTo>
                    <a:pt x="4602650" y="1944498"/>
                  </a:lnTo>
                  <a:lnTo>
                    <a:pt x="4654324" y="1940897"/>
                  </a:lnTo>
                  <a:lnTo>
                    <a:pt x="4721588" y="1935643"/>
                  </a:lnTo>
                  <a:lnTo>
                    <a:pt x="4801629" y="1928591"/>
                  </a:lnTo>
                  <a:lnTo>
                    <a:pt x="4890462" y="1919687"/>
                  </a:lnTo>
                  <a:lnTo>
                    <a:pt x="4983767" y="1908949"/>
                  </a:lnTo>
                  <a:lnTo>
                    <a:pt x="5077615" y="1896419"/>
                  </a:lnTo>
                  <a:lnTo>
                    <a:pt x="5168918" y="1882127"/>
                  </a:lnTo>
                  <a:lnTo>
                    <a:pt x="5255585" y="1866053"/>
                  </a:lnTo>
                  <a:lnTo>
                    <a:pt x="5336464" y="1848112"/>
                  </a:lnTo>
                  <a:lnTo>
                    <a:pt x="5411171" y="1828145"/>
                  </a:lnTo>
                  <a:lnTo>
                    <a:pt x="5479877" y="1805914"/>
                  </a:lnTo>
                  <a:lnTo>
                    <a:pt x="5543127" y="1781113"/>
                  </a:lnTo>
                  <a:lnTo>
                    <a:pt x="5601686" y="1753376"/>
                  </a:lnTo>
                  <a:lnTo>
                    <a:pt x="5656428" y="1722301"/>
                  </a:lnTo>
                  <a:lnTo>
                    <a:pt x="5708248" y="1687498"/>
                  </a:lnTo>
                  <a:lnTo>
                    <a:pt x="5757995" y="1648660"/>
                  </a:lnTo>
                  <a:lnTo>
                    <a:pt x="5784835" y="1625444"/>
                  </a:lnTo>
                  <a:lnTo>
                    <a:pt x="5827383" y="1585475"/>
                  </a:lnTo>
                  <a:lnTo>
                    <a:pt x="5869520" y="1542172"/>
                  </a:lnTo>
                  <a:lnTo>
                    <a:pt x="5911561" y="1495471"/>
                  </a:lnTo>
                  <a:lnTo>
                    <a:pt x="5953742" y="1445379"/>
                  </a:lnTo>
                  <a:lnTo>
                    <a:pt x="5996229" y="1391987"/>
                  </a:lnTo>
                  <a:lnTo>
                    <a:pt x="6039126" y="1335470"/>
                  </a:lnTo>
                  <a:lnTo>
                    <a:pt x="6082482" y="1276096"/>
                  </a:lnTo>
                  <a:lnTo>
                    <a:pt x="6126290" y="1214223"/>
                  </a:lnTo>
                  <a:lnTo>
                    <a:pt x="6170504" y="1150292"/>
                  </a:lnTo>
                  <a:lnTo>
                    <a:pt x="6215039" y="1084820"/>
                  </a:lnTo>
                  <a:lnTo>
                    <a:pt x="6259783" y="1018379"/>
                  </a:lnTo>
                  <a:lnTo>
                    <a:pt x="6304605" y="951577"/>
                  </a:lnTo>
                  <a:lnTo>
                    <a:pt x="6349369" y="885039"/>
                  </a:lnTo>
                  <a:lnTo>
                    <a:pt x="6393945" y="819377"/>
                  </a:lnTo>
                  <a:lnTo>
                    <a:pt x="6438215" y="755172"/>
                  </a:lnTo>
                  <a:lnTo>
                    <a:pt x="6482091" y="692947"/>
                  </a:lnTo>
                  <a:lnTo>
                    <a:pt x="6525518" y="633159"/>
                  </a:lnTo>
                  <a:lnTo>
                    <a:pt x="6568485" y="576177"/>
                  </a:lnTo>
                  <a:lnTo>
                    <a:pt x="6611031" y="522284"/>
                  </a:lnTo>
                  <a:lnTo>
                    <a:pt x="6653251" y="471671"/>
                  </a:lnTo>
                  <a:lnTo>
                    <a:pt x="6695299" y="424440"/>
                  </a:lnTo>
                  <a:lnTo>
                    <a:pt x="6737403" y="380611"/>
                  </a:lnTo>
                  <a:lnTo>
                    <a:pt x="6779863" y="340130"/>
                  </a:lnTo>
                  <a:lnTo>
                    <a:pt x="6786527" y="334124"/>
                  </a:lnTo>
                  <a:lnTo>
                    <a:pt x="6835448" y="292995"/>
                  </a:lnTo>
                  <a:lnTo>
                    <a:pt x="6886026" y="255992"/>
                  </a:lnTo>
                  <a:lnTo>
                    <a:pt x="6939046" y="222905"/>
                  </a:lnTo>
                  <a:lnTo>
                    <a:pt x="6995386" y="193376"/>
                  </a:lnTo>
                  <a:lnTo>
                    <a:pt x="7055944" y="167002"/>
                  </a:lnTo>
                  <a:lnTo>
                    <a:pt x="7121554" y="143395"/>
                  </a:lnTo>
                  <a:lnTo>
                    <a:pt x="7192899" y="122213"/>
                  </a:lnTo>
                  <a:lnTo>
                    <a:pt x="7270378" y="103178"/>
                  </a:lnTo>
                  <a:lnTo>
                    <a:pt x="7353939" y="86089"/>
                  </a:lnTo>
                  <a:lnTo>
                    <a:pt x="7442878" y="70819"/>
                  </a:lnTo>
                  <a:lnTo>
                    <a:pt x="7535641" y="57315"/>
                  </a:lnTo>
                  <a:lnTo>
                    <a:pt x="7629685" y="45583"/>
                  </a:lnTo>
                  <a:lnTo>
                    <a:pt x="7721509" y="35662"/>
                  </a:lnTo>
                  <a:lnTo>
                    <a:pt x="7806935" y="27589"/>
                  </a:lnTo>
                  <a:lnTo>
                    <a:pt x="7881694" y="21354"/>
                  </a:lnTo>
                  <a:lnTo>
                    <a:pt x="7942223" y="16866"/>
                  </a:lnTo>
                  <a:lnTo>
                    <a:pt x="7986475" y="13930"/>
                  </a:lnTo>
                  <a:lnTo>
                    <a:pt x="8014470" y="12260"/>
                  </a:lnTo>
                  <a:lnTo>
                    <a:pt x="8028437" y="11508"/>
                  </a:lnTo>
                  <a:lnTo>
                    <a:pt x="8032610" y="11303"/>
                  </a:lnTo>
                  <a:lnTo>
                    <a:pt x="8032819" y="11294"/>
                  </a:lnTo>
                  <a:lnTo>
                    <a:pt x="8554953" y="11294"/>
                  </a:lnTo>
                  <a:lnTo>
                    <a:pt x="8554953" y="0"/>
                  </a:lnTo>
                  <a:lnTo>
                    <a:pt x="8032819" y="0"/>
                  </a:lnTo>
                  <a:lnTo>
                    <a:pt x="8031608" y="56"/>
                  </a:lnTo>
                  <a:lnTo>
                    <a:pt x="8023685" y="461"/>
                  </a:lnTo>
                  <a:lnTo>
                    <a:pt x="8003845" y="1579"/>
                  </a:lnTo>
                  <a:lnTo>
                    <a:pt x="7968712" y="3775"/>
                  </a:lnTo>
                  <a:lnTo>
                    <a:pt x="7917038" y="7376"/>
                  </a:lnTo>
                  <a:lnTo>
                    <a:pt x="7849773" y="12630"/>
                  </a:lnTo>
                  <a:lnTo>
                    <a:pt x="7769733" y="19682"/>
                  </a:lnTo>
                  <a:lnTo>
                    <a:pt x="7680900" y="28586"/>
                  </a:lnTo>
                  <a:lnTo>
                    <a:pt x="7587595" y="39324"/>
                  </a:lnTo>
                  <a:lnTo>
                    <a:pt x="7493747" y="51854"/>
                  </a:lnTo>
                  <a:lnTo>
                    <a:pt x="7402444" y="66146"/>
                  </a:lnTo>
                  <a:lnTo>
                    <a:pt x="7315777" y="82220"/>
                  </a:lnTo>
                  <a:lnTo>
                    <a:pt x="7234898" y="100161"/>
                  </a:lnTo>
                  <a:lnTo>
                    <a:pt x="7160191" y="120128"/>
                  </a:lnTo>
                  <a:lnTo>
                    <a:pt x="7091485" y="142359"/>
                  </a:lnTo>
                  <a:lnTo>
                    <a:pt x="7028235" y="167160"/>
                  </a:lnTo>
                  <a:lnTo>
                    <a:pt x="6969676" y="194897"/>
                  </a:lnTo>
                  <a:lnTo>
                    <a:pt x="6914934" y="225972"/>
                  </a:lnTo>
                  <a:lnTo>
                    <a:pt x="6863114" y="260775"/>
                  </a:lnTo>
                  <a:lnTo>
                    <a:pt x="6813367" y="299613"/>
                  </a:lnTo>
                  <a:lnTo>
                    <a:pt x="6786527" y="322829"/>
                  </a:lnTo>
                  <a:lnTo>
                    <a:pt x="6743979" y="362799"/>
                  </a:lnTo>
                  <a:lnTo>
                    <a:pt x="6701842" y="406101"/>
                  </a:lnTo>
                  <a:lnTo>
                    <a:pt x="6659801" y="452802"/>
                  </a:lnTo>
                  <a:lnTo>
                    <a:pt x="6617620" y="502894"/>
                  </a:lnTo>
                  <a:lnTo>
                    <a:pt x="6575133" y="556286"/>
                  </a:lnTo>
                  <a:lnTo>
                    <a:pt x="6532235" y="612803"/>
                  </a:lnTo>
                  <a:lnTo>
                    <a:pt x="6488880" y="672177"/>
                  </a:lnTo>
                  <a:lnTo>
                    <a:pt x="6445072" y="734050"/>
                  </a:lnTo>
                  <a:lnTo>
                    <a:pt x="6400858" y="797981"/>
                  </a:lnTo>
                  <a:lnTo>
                    <a:pt x="6356323" y="863453"/>
                  </a:lnTo>
                  <a:lnTo>
                    <a:pt x="6311579" y="929894"/>
                  </a:lnTo>
                  <a:lnTo>
                    <a:pt x="6266757" y="996696"/>
                  </a:lnTo>
                  <a:lnTo>
                    <a:pt x="6221992" y="1063234"/>
                  </a:lnTo>
                  <a:lnTo>
                    <a:pt x="6177417" y="1128896"/>
                  </a:lnTo>
                  <a:lnTo>
                    <a:pt x="6133147" y="1193101"/>
                  </a:lnTo>
                  <a:lnTo>
                    <a:pt x="6089271" y="1255326"/>
                  </a:lnTo>
                  <a:lnTo>
                    <a:pt x="6045844" y="1315115"/>
                  </a:lnTo>
                  <a:lnTo>
                    <a:pt x="6002876" y="1372096"/>
                  </a:lnTo>
                  <a:lnTo>
                    <a:pt x="5960331" y="1425989"/>
                  </a:lnTo>
                  <a:lnTo>
                    <a:pt x="5918111" y="1476602"/>
                  </a:lnTo>
                  <a:lnTo>
                    <a:pt x="5876063" y="1523833"/>
                  </a:lnTo>
                  <a:lnTo>
                    <a:pt x="5833959" y="1567662"/>
                  </a:lnTo>
                  <a:lnTo>
                    <a:pt x="5791499" y="1608143"/>
                  </a:lnTo>
                  <a:lnTo>
                    <a:pt x="5784835" y="1614149"/>
                  </a:lnTo>
                  <a:lnTo>
                    <a:pt x="5735914" y="1655278"/>
                  </a:lnTo>
                  <a:lnTo>
                    <a:pt x="5685336" y="1692281"/>
                  </a:lnTo>
                  <a:lnTo>
                    <a:pt x="5632316" y="1725368"/>
                  </a:lnTo>
                  <a:lnTo>
                    <a:pt x="5575976" y="1754897"/>
                  </a:lnTo>
                  <a:lnTo>
                    <a:pt x="5515418" y="1781271"/>
                  </a:lnTo>
                  <a:lnTo>
                    <a:pt x="5449808" y="1804878"/>
                  </a:lnTo>
                  <a:lnTo>
                    <a:pt x="5378463" y="1826060"/>
                  </a:lnTo>
                  <a:lnTo>
                    <a:pt x="5300984" y="1845095"/>
                  </a:lnTo>
                  <a:lnTo>
                    <a:pt x="5217423" y="1862184"/>
                  </a:lnTo>
                  <a:lnTo>
                    <a:pt x="5128484" y="1877454"/>
                  </a:lnTo>
                  <a:lnTo>
                    <a:pt x="5035721" y="1890958"/>
                  </a:lnTo>
                  <a:lnTo>
                    <a:pt x="4941677" y="1902690"/>
                  </a:lnTo>
                  <a:lnTo>
                    <a:pt x="4849853" y="1912611"/>
                  </a:lnTo>
                  <a:lnTo>
                    <a:pt x="4764427" y="1920684"/>
                  </a:lnTo>
                  <a:lnTo>
                    <a:pt x="4689668" y="1926919"/>
                  </a:lnTo>
                  <a:lnTo>
                    <a:pt x="4629139" y="1931407"/>
                  </a:lnTo>
                  <a:lnTo>
                    <a:pt x="4584887" y="1934343"/>
                  </a:lnTo>
                  <a:lnTo>
                    <a:pt x="4556892" y="1936013"/>
                  </a:lnTo>
                  <a:lnTo>
                    <a:pt x="4542925" y="1936765"/>
                  </a:lnTo>
                  <a:lnTo>
                    <a:pt x="4538752" y="1936970"/>
                  </a:lnTo>
                  <a:lnTo>
                    <a:pt x="4538543" y="1936979"/>
                  </a:lnTo>
                  <a:lnTo>
                    <a:pt x="4016409" y="1936979"/>
                  </a:lnTo>
                  <a:lnTo>
                    <a:pt x="4015160" y="1936945"/>
                  </a:lnTo>
                  <a:lnTo>
                    <a:pt x="4006989" y="1936704"/>
                  </a:lnTo>
                  <a:lnTo>
                    <a:pt x="3986552" y="1936038"/>
                  </a:lnTo>
                  <a:lnTo>
                    <a:pt x="3950419" y="1934728"/>
                  </a:lnTo>
                  <a:lnTo>
                    <a:pt x="3897387" y="1932583"/>
                  </a:lnTo>
                  <a:lnTo>
                    <a:pt x="3828541" y="1929457"/>
                  </a:lnTo>
                  <a:lnTo>
                    <a:pt x="3746881" y="1925267"/>
                  </a:lnTo>
                  <a:lnTo>
                    <a:pt x="3656571" y="1919985"/>
                  </a:lnTo>
                  <a:lnTo>
                    <a:pt x="3562060" y="1913623"/>
                  </a:lnTo>
                  <a:lnTo>
                    <a:pt x="3467340" y="1906207"/>
                  </a:lnTo>
                  <a:lnTo>
                    <a:pt x="3375499" y="1897751"/>
                  </a:lnTo>
                  <a:lnTo>
                    <a:pt x="3288579" y="1888241"/>
                  </a:lnTo>
                  <a:lnTo>
                    <a:pt x="3207660" y="1877620"/>
                  </a:lnTo>
                  <a:lnTo>
                    <a:pt x="3133053" y="1865787"/>
                  </a:lnTo>
                  <a:lnTo>
                    <a:pt x="3064511" y="1852595"/>
                  </a:lnTo>
                  <a:lnTo>
                    <a:pt x="3001428" y="1837854"/>
                  </a:lnTo>
                  <a:lnTo>
                    <a:pt x="2942989" y="1821341"/>
                  </a:lnTo>
                  <a:lnTo>
                    <a:pt x="2888283" y="1802816"/>
                  </a:lnTo>
                  <a:lnTo>
                    <a:pt x="2836386" y="1782052"/>
                  </a:lnTo>
                  <a:lnTo>
                    <a:pt x="2786445" y="1758883"/>
                  </a:lnTo>
                  <a:lnTo>
                    <a:pt x="2770117" y="1750623"/>
                  </a:lnTo>
                  <a:lnTo>
                    <a:pt x="2721482" y="1724069"/>
                  </a:lnTo>
                  <a:lnTo>
                    <a:pt x="2673321" y="1694987"/>
                  </a:lnTo>
                  <a:lnTo>
                    <a:pt x="2625190" y="1663336"/>
                  </a:lnTo>
                  <a:lnTo>
                    <a:pt x="2576773" y="1629145"/>
                  </a:lnTo>
                  <a:lnTo>
                    <a:pt x="2527869" y="1592531"/>
                  </a:lnTo>
                  <a:lnTo>
                    <a:pt x="2478378" y="1553697"/>
                  </a:lnTo>
                  <a:lnTo>
                    <a:pt x="2428291" y="1512935"/>
                  </a:lnTo>
                  <a:lnTo>
                    <a:pt x="2377675" y="1470623"/>
                  </a:lnTo>
                  <a:lnTo>
                    <a:pt x="2326660" y="1427212"/>
                  </a:lnTo>
                  <a:lnTo>
                    <a:pt x="2275422" y="1383202"/>
                  </a:lnTo>
                  <a:lnTo>
                    <a:pt x="2224159" y="1339128"/>
                  </a:lnTo>
                  <a:lnTo>
                    <a:pt x="2173073" y="1295526"/>
                  </a:lnTo>
                  <a:lnTo>
                    <a:pt x="2122348" y="1252907"/>
                  </a:lnTo>
                  <a:lnTo>
                    <a:pt x="2072125" y="1211736"/>
                  </a:lnTo>
                  <a:lnTo>
                    <a:pt x="2022489" y="1172409"/>
                  </a:lnTo>
                  <a:lnTo>
                    <a:pt x="1973450" y="1135240"/>
                  </a:lnTo>
                  <a:lnTo>
                    <a:pt x="1924930" y="1100455"/>
                  </a:lnTo>
                  <a:lnTo>
                    <a:pt x="1876754" y="1068189"/>
                  </a:lnTo>
                  <a:lnTo>
                    <a:pt x="1828636" y="1038492"/>
                  </a:lnTo>
                  <a:lnTo>
                    <a:pt x="1780163" y="1011339"/>
                  </a:lnTo>
                  <a:lnTo>
                    <a:pt x="1768425" y="1005196"/>
                  </a:lnTo>
                  <a:lnTo>
                    <a:pt x="1718969" y="981211"/>
                  </a:lnTo>
                  <a:lnTo>
                    <a:pt x="1667813" y="959659"/>
                  </a:lnTo>
                  <a:lnTo>
                    <a:pt x="1614143" y="940413"/>
                  </a:lnTo>
                  <a:lnTo>
                    <a:pt x="1557051" y="923257"/>
                  </a:lnTo>
                  <a:lnTo>
                    <a:pt x="1495613" y="907951"/>
                  </a:lnTo>
                  <a:lnTo>
                    <a:pt x="1428969" y="894266"/>
                  </a:lnTo>
                  <a:lnTo>
                    <a:pt x="1356431" y="881999"/>
                  </a:lnTo>
                  <a:lnTo>
                    <a:pt x="1277612" y="870988"/>
                  </a:lnTo>
                  <a:lnTo>
                    <a:pt x="1192613" y="861116"/>
                  </a:lnTo>
                  <a:lnTo>
                    <a:pt x="1102235" y="852313"/>
                  </a:lnTo>
                  <a:lnTo>
                    <a:pt x="1008182" y="844550"/>
                  </a:lnTo>
                  <a:lnTo>
                    <a:pt x="913197" y="837834"/>
                  </a:lnTo>
                  <a:lnTo>
                    <a:pt x="821003" y="832190"/>
                  </a:lnTo>
                  <a:lnTo>
                    <a:pt x="735967" y="827636"/>
                  </a:lnTo>
                  <a:lnTo>
                    <a:pt x="662445" y="824162"/>
                  </a:lnTo>
                  <a:lnTo>
                    <a:pt x="603919" y="821704"/>
                  </a:lnTo>
                  <a:lnTo>
                    <a:pt x="562175" y="820136"/>
                  </a:lnTo>
                  <a:lnTo>
                    <a:pt x="536786" y="819278"/>
                  </a:lnTo>
                  <a:lnTo>
                    <a:pt x="525035" y="818920"/>
                  </a:lnTo>
                  <a:lnTo>
                    <a:pt x="522133" y="818839"/>
                  </a:lnTo>
                  <a:lnTo>
                    <a:pt x="0" y="818839"/>
                  </a:lnTo>
                  <a:close/>
                </a:path>
              </a:pathLst>
            </a:custGeom>
            <a:solidFill>
              <a:srgbClr val="8FA8D6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126" name="pl126"/>
            <p:cNvSpPr/>
            <p:nvPr/>
          </p:nvSpPr>
          <p:spPr>
            <a:xfrm>
              <a:off x="386606" y="699888"/>
              <a:ext cx="8554953" cy="1936979"/>
            </a:xfrm>
            <a:custGeom>
              <a:avLst/>
              <a:pathLst>
                <a:path w="8554953" h="1936979">
                  <a:moveTo>
                    <a:pt x="0" y="818839"/>
                  </a:moveTo>
                  <a:lnTo>
                    <a:pt x="522133" y="818839"/>
                  </a:lnTo>
                  <a:lnTo>
                    <a:pt x="523382" y="818873"/>
                  </a:lnTo>
                  <a:lnTo>
                    <a:pt x="531553" y="819114"/>
                  </a:lnTo>
                  <a:lnTo>
                    <a:pt x="551990" y="819781"/>
                  </a:lnTo>
                  <a:lnTo>
                    <a:pt x="588123" y="821091"/>
                  </a:lnTo>
                  <a:lnTo>
                    <a:pt x="641155" y="823236"/>
                  </a:lnTo>
                  <a:lnTo>
                    <a:pt x="710001" y="826361"/>
                  </a:lnTo>
                  <a:lnTo>
                    <a:pt x="791661" y="830551"/>
                  </a:lnTo>
                  <a:lnTo>
                    <a:pt x="881971" y="835834"/>
                  </a:lnTo>
                  <a:lnTo>
                    <a:pt x="976482" y="842196"/>
                  </a:lnTo>
                  <a:lnTo>
                    <a:pt x="1071202" y="849612"/>
                  </a:lnTo>
                  <a:lnTo>
                    <a:pt x="1163044" y="858068"/>
                  </a:lnTo>
                  <a:lnTo>
                    <a:pt x="1249964" y="867578"/>
                  </a:lnTo>
                  <a:lnTo>
                    <a:pt x="1330882" y="878199"/>
                  </a:lnTo>
                  <a:lnTo>
                    <a:pt x="1405489" y="890031"/>
                  </a:lnTo>
                  <a:lnTo>
                    <a:pt x="1474032" y="903224"/>
                  </a:lnTo>
                  <a:lnTo>
                    <a:pt x="1537114" y="917965"/>
                  </a:lnTo>
                  <a:lnTo>
                    <a:pt x="1595553" y="934478"/>
                  </a:lnTo>
                  <a:lnTo>
                    <a:pt x="1650260" y="953002"/>
                  </a:lnTo>
                  <a:lnTo>
                    <a:pt x="1702156" y="973766"/>
                  </a:lnTo>
                  <a:lnTo>
                    <a:pt x="1752097" y="996935"/>
                  </a:lnTo>
                  <a:lnTo>
                    <a:pt x="1768425" y="1005196"/>
                  </a:lnTo>
                  <a:lnTo>
                    <a:pt x="1817061" y="1031750"/>
                  </a:lnTo>
                  <a:lnTo>
                    <a:pt x="1865221" y="1060831"/>
                  </a:lnTo>
                  <a:lnTo>
                    <a:pt x="1913352" y="1092483"/>
                  </a:lnTo>
                  <a:lnTo>
                    <a:pt x="1961769" y="1126673"/>
                  </a:lnTo>
                  <a:lnTo>
                    <a:pt x="2010673" y="1163287"/>
                  </a:lnTo>
                  <a:lnTo>
                    <a:pt x="2060164" y="1202122"/>
                  </a:lnTo>
                  <a:lnTo>
                    <a:pt x="2110251" y="1242884"/>
                  </a:lnTo>
                  <a:lnTo>
                    <a:pt x="2160867" y="1285195"/>
                  </a:lnTo>
                  <a:lnTo>
                    <a:pt x="2211882" y="1328607"/>
                  </a:lnTo>
                  <a:lnTo>
                    <a:pt x="2263120" y="1372616"/>
                  </a:lnTo>
                  <a:lnTo>
                    <a:pt x="2314383" y="1416690"/>
                  </a:lnTo>
                  <a:lnTo>
                    <a:pt x="2365469" y="1460293"/>
                  </a:lnTo>
                  <a:lnTo>
                    <a:pt x="2416194" y="1502912"/>
                  </a:lnTo>
                  <a:lnTo>
                    <a:pt x="2466417" y="1544082"/>
                  </a:lnTo>
                  <a:lnTo>
                    <a:pt x="2516053" y="1583409"/>
                  </a:lnTo>
                  <a:lnTo>
                    <a:pt x="2565093" y="1620578"/>
                  </a:lnTo>
                  <a:lnTo>
                    <a:pt x="2613612" y="1655364"/>
                  </a:lnTo>
                  <a:lnTo>
                    <a:pt x="2661788" y="1687630"/>
                  </a:lnTo>
                  <a:lnTo>
                    <a:pt x="2709906" y="1717327"/>
                  </a:lnTo>
                  <a:lnTo>
                    <a:pt x="2758379" y="1744479"/>
                  </a:lnTo>
                  <a:lnTo>
                    <a:pt x="2770117" y="1750623"/>
                  </a:lnTo>
                  <a:lnTo>
                    <a:pt x="2819573" y="1774607"/>
                  </a:lnTo>
                  <a:lnTo>
                    <a:pt x="2870729" y="1796159"/>
                  </a:lnTo>
                  <a:lnTo>
                    <a:pt x="2924399" y="1815406"/>
                  </a:lnTo>
                  <a:lnTo>
                    <a:pt x="2981491" y="1832562"/>
                  </a:lnTo>
                  <a:lnTo>
                    <a:pt x="3042930" y="1847867"/>
                  </a:lnTo>
                  <a:lnTo>
                    <a:pt x="3109573" y="1861553"/>
                  </a:lnTo>
                  <a:lnTo>
                    <a:pt x="3182112" y="1873820"/>
                  </a:lnTo>
                  <a:lnTo>
                    <a:pt x="3260930" y="1884830"/>
                  </a:lnTo>
                  <a:lnTo>
                    <a:pt x="3345929" y="1894702"/>
                  </a:lnTo>
                  <a:lnTo>
                    <a:pt x="3436307" y="1903506"/>
                  </a:lnTo>
                  <a:lnTo>
                    <a:pt x="3530360" y="1911268"/>
                  </a:lnTo>
                  <a:lnTo>
                    <a:pt x="3625345" y="1917984"/>
                  </a:lnTo>
                  <a:lnTo>
                    <a:pt x="3717539" y="1923629"/>
                  </a:lnTo>
                  <a:lnTo>
                    <a:pt x="3802575" y="1928182"/>
                  </a:lnTo>
                  <a:lnTo>
                    <a:pt x="3876097" y="1931656"/>
                  </a:lnTo>
                  <a:lnTo>
                    <a:pt x="3934624" y="1934115"/>
                  </a:lnTo>
                  <a:lnTo>
                    <a:pt x="3976367" y="1935683"/>
                  </a:lnTo>
                  <a:lnTo>
                    <a:pt x="4001756" y="1936540"/>
                  </a:lnTo>
                  <a:lnTo>
                    <a:pt x="4013507" y="1936899"/>
                  </a:lnTo>
                  <a:lnTo>
                    <a:pt x="4016361" y="1936978"/>
                  </a:lnTo>
                  <a:lnTo>
                    <a:pt x="4016409" y="1936979"/>
                  </a:lnTo>
                  <a:lnTo>
                    <a:pt x="4538543" y="1936979"/>
                  </a:lnTo>
                  <a:lnTo>
                    <a:pt x="4539753" y="1936923"/>
                  </a:lnTo>
                  <a:lnTo>
                    <a:pt x="4547677" y="1936518"/>
                  </a:lnTo>
                  <a:lnTo>
                    <a:pt x="4567517" y="1935400"/>
                  </a:lnTo>
                  <a:lnTo>
                    <a:pt x="4602650" y="1933203"/>
                  </a:lnTo>
                  <a:lnTo>
                    <a:pt x="4654324" y="1929602"/>
                  </a:lnTo>
                  <a:lnTo>
                    <a:pt x="4721588" y="1924349"/>
                  </a:lnTo>
                  <a:lnTo>
                    <a:pt x="4801629" y="1917296"/>
                  </a:lnTo>
                  <a:lnTo>
                    <a:pt x="4890462" y="1908393"/>
                  </a:lnTo>
                  <a:lnTo>
                    <a:pt x="4983767" y="1897655"/>
                  </a:lnTo>
                  <a:lnTo>
                    <a:pt x="5077615" y="1885125"/>
                  </a:lnTo>
                  <a:lnTo>
                    <a:pt x="5168918" y="1870833"/>
                  </a:lnTo>
                  <a:lnTo>
                    <a:pt x="5255585" y="1854758"/>
                  </a:lnTo>
                  <a:lnTo>
                    <a:pt x="5336464" y="1836818"/>
                  </a:lnTo>
                  <a:lnTo>
                    <a:pt x="5411171" y="1816850"/>
                  </a:lnTo>
                  <a:lnTo>
                    <a:pt x="5479877" y="1794620"/>
                  </a:lnTo>
                  <a:lnTo>
                    <a:pt x="5543127" y="1769819"/>
                  </a:lnTo>
                  <a:lnTo>
                    <a:pt x="5601686" y="1742081"/>
                  </a:lnTo>
                  <a:lnTo>
                    <a:pt x="5656428" y="1711007"/>
                  </a:lnTo>
                  <a:lnTo>
                    <a:pt x="5708248" y="1676204"/>
                  </a:lnTo>
                  <a:lnTo>
                    <a:pt x="5757995" y="1637365"/>
                  </a:lnTo>
                  <a:lnTo>
                    <a:pt x="5784835" y="1614149"/>
                  </a:lnTo>
                  <a:lnTo>
                    <a:pt x="5827383" y="1574180"/>
                  </a:lnTo>
                  <a:lnTo>
                    <a:pt x="5869520" y="1530877"/>
                  </a:lnTo>
                  <a:lnTo>
                    <a:pt x="5911561" y="1484176"/>
                  </a:lnTo>
                  <a:lnTo>
                    <a:pt x="5953742" y="1434085"/>
                  </a:lnTo>
                  <a:lnTo>
                    <a:pt x="5996229" y="1380693"/>
                  </a:lnTo>
                  <a:lnTo>
                    <a:pt x="6039126" y="1324176"/>
                  </a:lnTo>
                  <a:lnTo>
                    <a:pt x="6082482" y="1264802"/>
                  </a:lnTo>
                  <a:lnTo>
                    <a:pt x="6126290" y="1202928"/>
                  </a:lnTo>
                  <a:lnTo>
                    <a:pt x="6170504" y="1138998"/>
                  </a:lnTo>
                  <a:lnTo>
                    <a:pt x="6215039" y="1073526"/>
                  </a:lnTo>
                  <a:lnTo>
                    <a:pt x="6259783" y="1007084"/>
                  </a:lnTo>
                  <a:lnTo>
                    <a:pt x="6304605" y="940283"/>
                  </a:lnTo>
                  <a:lnTo>
                    <a:pt x="6349369" y="873745"/>
                  </a:lnTo>
                  <a:lnTo>
                    <a:pt x="6393945" y="808083"/>
                  </a:lnTo>
                  <a:lnTo>
                    <a:pt x="6438215" y="743877"/>
                  </a:lnTo>
                  <a:lnTo>
                    <a:pt x="6482091" y="681653"/>
                  </a:lnTo>
                  <a:lnTo>
                    <a:pt x="6525518" y="621864"/>
                  </a:lnTo>
                  <a:lnTo>
                    <a:pt x="6568485" y="564883"/>
                  </a:lnTo>
                  <a:lnTo>
                    <a:pt x="6611031" y="510990"/>
                  </a:lnTo>
                  <a:lnTo>
                    <a:pt x="6653251" y="460377"/>
                  </a:lnTo>
                  <a:lnTo>
                    <a:pt x="6695299" y="413146"/>
                  </a:lnTo>
                  <a:lnTo>
                    <a:pt x="6737403" y="369317"/>
                  </a:lnTo>
                  <a:lnTo>
                    <a:pt x="6779863" y="328835"/>
                  </a:lnTo>
                  <a:lnTo>
                    <a:pt x="6786527" y="322829"/>
                  </a:lnTo>
                  <a:lnTo>
                    <a:pt x="6835448" y="281700"/>
                  </a:lnTo>
                  <a:lnTo>
                    <a:pt x="6886026" y="244698"/>
                  </a:lnTo>
                  <a:lnTo>
                    <a:pt x="6939046" y="211611"/>
                  </a:lnTo>
                  <a:lnTo>
                    <a:pt x="6995386" y="182082"/>
                  </a:lnTo>
                  <a:lnTo>
                    <a:pt x="7055944" y="155708"/>
                  </a:lnTo>
                  <a:lnTo>
                    <a:pt x="7121554" y="132101"/>
                  </a:lnTo>
                  <a:lnTo>
                    <a:pt x="7192899" y="110918"/>
                  </a:lnTo>
                  <a:lnTo>
                    <a:pt x="7270378" y="91884"/>
                  </a:lnTo>
                  <a:lnTo>
                    <a:pt x="7353939" y="74795"/>
                  </a:lnTo>
                  <a:lnTo>
                    <a:pt x="7442878" y="59525"/>
                  </a:lnTo>
                  <a:lnTo>
                    <a:pt x="7535641" y="46021"/>
                  </a:lnTo>
                  <a:lnTo>
                    <a:pt x="7629685" y="34289"/>
                  </a:lnTo>
                  <a:lnTo>
                    <a:pt x="7721509" y="24368"/>
                  </a:lnTo>
                  <a:lnTo>
                    <a:pt x="7806935" y="16295"/>
                  </a:lnTo>
                  <a:lnTo>
                    <a:pt x="7881694" y="10060"/>
                  </a:lnTo>
                  <a:lnTo>
                    <a:pt x="7942223" y="5571"/>
                  </a:lnTo>
                  <a:lnTo>
                    <a:pt x="7986475" y="2636"/>
                  </a:lnTo>
                  <a:lnTo>
                    <a:pt x="8014470" y="966"/>
                  </a:lnTo>
                  <a:lnTo>
                    <a:pt x="8028437" y="213"/>
                  </a:lnTo>
                  <a:lnTo>
                    <a:pt x="8032610" y="9"/>
                  </a:lnTo>
                  <a:lnTo>
                    <a:pt x="8032819" y="0"/>
                  </a:lnTo>
                  <a:lnTo>
                    <a:pt x="8554953" y="0"/>
                  </a:lnTo>
                  <a:lnTo>
                    <a:pt x="8554953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27" name="pl127"/>
            <p:cNvSpPr/>
            <p:nvPr/>
          </p:nvSpPr>
          <p:spPr>
            <a:xfrm>
              <a:off x="386606" y="688594"/>
              <a:ext cx="8554953" cy="1936979"/>
            </a:xfrm>
            <a:custGeom>
              <a:avLst/>
              <a:pathLst>
                <a:path w="8554953" h="1936979">
                  <a:moveTo>
                    <a:pt x="8554953" y="0"/>
                  </a:moveTo>
                  <a:lnTo>
                    <a:pt x="8032819" y="0"/>
                  </a:lnTo>
                  <a:lnTo>
                    <a:pt x="8031608" y="56"/>
                  </a:lnTo>
                  <a:lnTo>
                    <a:pt x="8023685" y="461"/>
                  </a:lnTo>
                  <a:lnTo>
                    <a:pt x="8003845" y="1579"/>
                  </a:lnTo>
                  <a:lnTo>
                    <a:pt x="7968712" y="3775"/>
                  </a:lnTo>
                  <a:lnTo>
                    <a:pt x="7917038" y="7376"/>
                  </a:lnTo>
                  <a:lnTo>
                    <a:pt x="7849773" y="12630"/>
                  </a:lnTo>
                  <a:lnTo>
                    <a:pt x="7769733" y="19682"/>
                  </a:lnTo>
                  <a:lnTo>
                    <a:pt x="7680900" y="28586"/>
                  </a:lnTo>
                  <a:lnTo>
                    <a:pt x="7587595" y="39324"/>
                  </a:lnTo>
                  <a:lnTo>
                    <a:pt x="7493747" y="51854"/>
                  </a:lnTo>
                  <a:lnTo>
                    <a:pt x="7402444" y="66146"/>
                  </a:lnTo>
                  <a:lnTo>
                    <a:pt x="7315777" y="82220"/>
                  </a:lnTo>
                  <a:lnTo>
                    <a:pt x="7234898" y="100161"/>
                  </a:lnTo>
                  <a:lnTo>
                    <a:pt x="7160191" y="120128"/>
                  </a:lnTo>
                  <a:lnTo>
                    <a:pt x="7091485" y="142359"/>
                  </a:lnTo>
                  <a:lnTo>
                    <a:pt x="7028235" y="167160"/>
                  </a:lnTo>
                  <a:lnTo>
                    <a:pt x="6969676" y="194897"/>
                  </a:lnTo>
                  <a:lnTo>
                    <a:pt x="6914934" y="225972"/>
                  </a:lnTo>
                  <a:lnTo>
                    <a:pt x="6863114" y="260775"/>
                  </a:lnTo>
                  <a:lnTo>
                    <a:pt x="6813367" y="299613"/>
                  </a:lnTo>
                  <a:lnTo>
                    <a:pt x="6786527" y="322829"/>
                  </a:lnTo>
                  <a:lnTo>
                    <a:pt x="6743979" y="362799"/>
                  </a:lnTo>
                  <a:lnTo>
                    <a:pt x="6701842" y="406101"/>
                  </a:lnTo>
                  <a:lnTo>
                    <a:pt x="6659801" y="452802"/>
                  </a:lnTo>
                  <a:lnTo>
                    <a:pt x="6617620" y="502894"/>
                  </a:lnTo>
                  <a:lnTo>
                    <a:pt x="6575133" y="556286"/>
                  </a:lnTo>
                  <a:lnTo>
                    <a:pt x="6532235" y="612803"/>
                  </a:lnTo>
                  <a:lnTo>
                    <a:pt x="6488880" y="672177"/>
                  </a:lnTo>
                  <a:lnTo>
                    <a:pt x="6445072" y="734050"/>
                  </a:lnTo>
                  <a:lnTo>
                    <a:pt x="6400858" y="797981"/>
                  </a:lnTo>
                  <a:lnTo>
                    <a:pt x="6356323" y="863453"/>
                  </a:lnTo>
                  <a:lnTo>
                    <a:pt x="6311579" y="929894"/>
                  </a:lnTo>
                  <a:lnTo>
                    <a:pt x="6266757" y="996696"/>
                  </a:lnTo>
                  <a:lnTo>
                    <a:pt x="6221992" y="1063234"/>
                  </a:lnTo>
                  <a:lnTo>
                    <a:pt x="6177417" y="1128896"/>
                  </a:lnTo>
                  <a:lnTo>
                    <a:pt x="6133147" y="1193101"/>
                  </a:lnTo>
                  <a:lnTo>
                    <a:pt x="6089271" y="1255326"/>
                  </a:lnTo>
                  <a:lnTo>
                    <a:pt x="6045844" y="1315115"/>
                  </a:lnTo>
                  <a:lnTo>
                    <a:pt x="6002876" y="1372096"/>
                  </a:lnTo>
                  <a:lnTo>
                    <a:pt x="5960331" y="1425989"/>
                  </a:lnTo>
                  <a:lnTo>
                    <a:pt x="5918111" y="1476602"/>
                  </a:lnTo>
                  <a:lnTo>
                    <a:pt x="5876063" y="1523833"/>
                  </a:lnTo>
                  <a:lnTo>
                    <a:pt x="5833959" y="1567662"/>
                  </a:lnTo>
                  <a:lnTo>
                    <a:pt x="5791499" y="1608143"/>
                  </a:lnTo>
                  <a:lnTo>
                    <a:pt x="5784835" y="1614149"/>
                  </a:lnTo>
                  <a:lnTo>
                    <a:pt x="5735914" y="1655278"/>
                  </a:lnTo>
                  <a:lnTo>
                    <a:pt x="5685336" y="1692281"/>
                  </a:lnTo>
                  <a:lnTo>
                    <a:pt x="5632316" y="1725368"/>
                  </a:lnTo>
                  <a:lnTo>
                    <a:pt x="5575976" y="1754897"/>
                  </a:lnTo>
                  <a:lnTo>
                    <a:pt x="5515418" y="1781271"/>
                  </a:lnTo>
                  <a:lnTo>
                    <a:pt x="5449808" y="1804878"/>
                  </a:lnTo>
                  <a:lnTo>
                    <a:pt x="5378463" y="1826060"/>
                  </a:lnTo>
                  <a:lnTo>
                    <a:pt x="5300984" y="1845095"/>
                  </a:lnTo>
                  <a:lnTo>
                    <a:pt x="5217423" y="1862184"/>
                  </a:lnTo>
                  <a:lnTo>
                    <a:pt x="5128484" y="1877454"/>
                  </a:lnTo>
                  <a:lnTo>
                    <a:pt x="5035721" y="1890958"/>
                  </a:lnTo>
                  <a:lnTo>
                    <a:pt x="4941677" y="1902690"/>
                  </a:lnTo>
                  <a:lnTo>
                    <a:pt x="4849853" y="1912611"/>
                  </a:lnTo>
                  <a:lnTo>
                    <a:pt x="4764427" y="1920684"/>
                  </a:lnTo>
                  <a:lnTo>
                    <a:pt x="4689668" y="1926919"/>
                  </a:lnTo>
                  <a:lnTo>
                    <a:pt x="4629139" y="1931407"/>
                  </a:lnTo>
                  <a:lnTo>
                    <a:pt x="4584887" y="1934343"/>
                  </a:lnTo>
                  <a:lnTo>
                    <a:pt x="4556892" y="1936013"/>
                  </a:lnTo>
                  <a:lnTo>
                    <a:pt x="4542925" y="1936765"/>
                  </a:lnTo>
                  <a:lnTo>
                    <a:pt x="4538752" y="1936970"/>
                  </a:lnTo>
                  <a:lnTo>
                    <a:pt x="4538543" y="1936979"/>
                  </a:lnTo>
                  <a:lnTo>
                    <a:pt x="4016409" y="1936979"/>
                  </a:lnTo>
                  <a:lnTo>
                    <a:pt x="4015160" y="1936945"/>
                  </a:lnTo>
                  <a:lnTo>
                    <a:pt x="4006989" y="1936704"/>
                  </a:lnTo>
                  <a:lnTo>
                    <a:pt x="3986552" y="1936038"/>
                  </a:lnTo>
                  <a:lnTo>
                    <a:pt x="3950419" y="1934728"/>
                  </a:lnTo>
                  <a:lnTo>
                    <a:pt x="3897387" y="1932583"/>
                  </a:lnTo>
                  <a:lnTo>
                    <a:pt x="3828541" y="1929457"/>
                  </a:lnTo>
                  <a:lnTo>
                    <a:pt x="3746881" y="1925267"/>
                  </a:lnTo>
                  <a:lnTo>
                    <a:pt x="3656571" y="1919985"/>
                  </a:lnTo>
                  <a:lnTo>
                    <a:pt x="3562060" y="1913623"/>
                  </a:lnTo>
                  <a:lnTo>
                    <a:pt x="3467340" y="1906207"/>
                  </a:lnTo>
                  <a:lnTo>
                    <a:pt x="3375499" y="1897751"/>
                  </a:lnTo>
                  <a:lnTo>
                    <a:pt x="3288579" y="1888241"/>
                  </a:lnTo>
                  <a:lnTo>
                    <a:pt x="3207660" y="1877620"/>
                  </a:lnTo>
                  <a:lnTo>
                    <a:pt x="3133053" y="1865787"/>
                  </a:lnTo>
                  <a:lnTo>
                    <a:pt x="3064511" y="1852595"/>
                  </a:lnTo>
                  <a:lnTo>
                    <a:pt x="3001428" y="1837854"/>
                  </a:lnTo>
                  <a:lnTo>
                    <a:pt x="2942989" y="1821341"/>
                  </a:lnTo>
                  <a:lnTo>
                    <a:pt x="2888283" y="1802816"/>
                  </a:lnTo>
                  <a:lnTo>
                    <a:pt x="2836386" y="1782052"/>
                  </a:lnTo>
                  <a:lnTo>
                    <a:pt x="2786445" y="1758883"/>
                  </a:lnTo>
                  <a:lnTo>
                    <a:pt x="2770117" y="1750623"/>
                  </a:lnTo>
                  <a:lnTo>
                    <a:pt x="2721482" y="1724069"/>
                  </a:lnTo>
                  <a:lnTo>
                    <a:pt x="2673321" y="1694987"/>
                  </a:lnTo>
                  <a:lnTo>
                    <a:pt x="2625190" y="1663336"/>
                  </a:lnTo>
                  <a:lnTo>
                    <a:pt x="2576773" y="1629145"/>
                  </a:lnTo>
                  <a:lnTo>
                    <a:pt x="2527869" y="1592531"/>
                  </a:lnTo>
                  <a:lnTo>
                    <a:pt x="2478378" y="1553697"/>
                  </a:lnTo>
                  <a:lnTo>
                    <a:pt x="2428291" y="1512935"/>
                  </a:lnTo>
                  <a:lnTo>
                    <a:pt x="2377675" y="1470623"/>
                  </a:lnTo>
                  <a:lnTo>
                    <a:pt x="2326660" y="1427212"/>
                  </a:lnTo>
                  <a:lnTo>
                    <a:pt x="2275422" y="1383202"/>
                  </a:lnTo>
                  <a:lnTo>
                    <a:pt x="2224159" y="1339128"/>
                  </a:lnTo>
                  <a:lnTo>
                    <a:pt x="2173073" y="1295526"/>
                  </a:lnTo>
                  <a:lnTo>
                    <a:pt x="2122348" y="1252907"/>
                  </a:lnTo>
                  <a:lnTo>
                    <a:pt x="2072125" y="1211736"/>
                  </a:lnTo>
                  <a:lnTo>
                    <a:pt x="2022489" y="1172409"/>
                  </a:lnTo>
                  <a:lnTo>
                    <a:pt x="1973450" y="1135240"/>
                  </a:lnTo>
                  <a:lnTo>
                    <a:pt x="1924930" y="1100455"/>
                  </a:lnTo>
                  <a:lnTo>
                    <a:pt x="1876754" y="1068189"/>
                  </a:lnTo>
                  <a:lnTo>
                    <a:pt x="1828636" y="1038492"/>
                  </a:lnTo>
                  <a:lnTo>
                    <a:pt x="1780163" y="1011339"/>
                  </a:lnTo>
                  <a:lnTo>
                    <a:pt x="1768425" y="1005196"/>
                  </a:lnTo>
                  <a:lnTo>
                    <a:pt x="1718969" y="981211"/>
                  </a:lnTo>
                  <a:lnTo>
                    <a:pt x="1667813" y="959659"/>
                  </a:lnTo>
                  <a:lnTo>
                    <a:pt x="1614143" y="940413"/>
                  </a:lnTo>
                  <a:lnTo>
                    <a:pt x="1557051" y="923257"/>
                  </a:lnTo>
                  <a:lnTo>
                    <a:pt x="1495613" y="907951"/>
                  </a:lnTo>
                  <a:lnTo>
                    <a:pt x="1428969" y="894266"/>
                  </a:lnTo>
                  <a:lnTo>
                    <a:pt x="1356431" y="881999"/>
                  </a:lnTo>
                  <a:lnTo>
                    <a:pt x="1277612" y="870988"/>
                  </a:lnTo>
                  <a:lnTo>
                    <a:pt x="1192613" y="861116"/>
                  </a:lnTo>
                  <a:lnTo>
                    <a:pt x="1102235" y="852313"/>
                  </a:lnTo>
                  <a:lnTo>
                    <a:pt x="1008182" y="844550"/>
                  </a:lnTo>
                  <a:lnTo>
                    <a:pt x="913197" y="837834"/>
                  </a:lnTo>
                  <a:lnTo>
                    <a:pt x="821003" y="832190"/>
                  </a:lnTo>
                  <a:lnTo>
                    <a:pt x="735967" y="827636"/>
                  </a:lnTo>
                  <a:lnTo>
                    <a:pt x="662445" y="824162"/>
                  </a:lnTo>
                  <a:lnTo>
                    <a:pt x="603919" y="821704"/>
                  </a:lnTo>
                  <a:lnTo>
                    <a:pt x="562175" y="820136"/>
                  </a:lnTo>
                  <a:lnTo>
                    <a:pt x="536786" y="819278"/>
                  </a:lnTo>
                  <a:lnTo>
                    <a:pt x="525035" y="818920"/>
                  </a:lnTo>
                  <a:lnTo>
                    <a:pt x="522181" y="818841"/>
                  </a:lnTo>
                  <a:lnTo>
                    <a:pt x="522133" y="818839"/>
                  </a:lnTo>
                  <a:lnTo>
                    <a:pt x="0" y="818839"/>
                  </a:lnTo>
                  <a:lnTo>
                    <a:pt x="0" y="818839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28" name="pg128"/>
            <p:cNvSpPr/>
            <p:nvPr/>
          </p:nvSpPr>
          <p:spPr>
            <a:xfrm>
              <a:off x="386606" y="739418"/>
              <a:ext cx="8554953" cy="1942626"/>
            </a:xfrm>
            <a:custGeom>
              <a:avLst/>
              <a:pathLst>
                <a:path w="8554953" h="1942626">
                  <a:moveTo>
                    <a:pt x="0" y="818839"/>
                  </a:moveTo>
                  <a:lnTo>
                    <a:pt x="522133" y="818839"/>
                  </a:lnTo>
                  <a:lnTo>
                    <a:pt x="523382" y="818873"/>
                  </a:lnTo>
                  <a:lnTo>
                    <a:pt x="531551" y="819116"/>
                  </a:lnTo>
                  <a:lnTo>
                    <a:pt x="551986" y="819786"/>
                  </a:lnTo>
                  <a:lnTo>
                    <a:pt x="588114" y="821102"/>
                  </a:lnTo>
                  <a:lnTo>
                    <a:pt x="641138" y="823257"/>
                  </a:lnTo>
                  <a:lnTo>
                    <a:pt x="709976" y="826398"/>
                  </a:lnTo>
                  <a:lnTo>
                    <a:pt x="791628" y="830609"/>
                  </a:lnTo>
                  <a:lnTo>
                    <a:pt x="881930" y="835917"/>
                  </a:lnTo>
                  <a:lnTo>
                    <a:pt x="976435" y="842310"/>
                  </a:lnTo>
                  <a:lnTo>
                    <a:pt x="1071150" y="849763"/>
                  </a:lnTo>
                  <a:lnTo>
                    <a:pt x="1162989" y="858260"/>
                  </a:lnTo>
                  <a:lnTo>
                    <a:pt x="1249908" y="867817"/>
                  </a:lnTo>
                  <a:lnTo>
                    <a:pt x="1330826" y="878490"/>
                  </a:lnTo>
                  <a:lnTo>
                    <a:pt x="1405434" y="890381"/>
                  </a:lnTo>
                  <a:lnTo>
                    <a:pt x="1473977" y="903638"/>
                  </a:lnTo>
                  <a:lnTo>
                    <a:pt x="1537061" y="918452"/>
                  </a:lnTo>
                  <a:lnTo>
                    <a:pt x="1595500" y="935045"/>
                  </a:lnTo>
                  <a:lnTo>
                    <a:pt x="1650207" y="953660"/>
                  </a:lnTo>
                  <a:lnTo>
                    <a:pt x="1702103" y="974525"/>
                  </a:lnTo>
                  <a:lnTo>
                    <a:pt x="1752043" y="997807"/>
                  </a:lnTo>
                  <a:lnTo>
                    <a:pt x="1768425" y="1006137"/>
                  </a:lnTo>
                  <a:lnTo>
                    <a:pt x="1817017" y="1032800"/>
                  </a:lnTo>
                  <a:lnTo>
                    <a:pt x="1865134" y="1061998"/>
                  </a:lnTo>
                  <a:lnTo>
                    <a:pt x="1913222" y="1093775"/>
                  </a:lnTo>
                  <a:lnTo>
                    <a:pt x="1961594" y="1128100"/>
                  </a:lnTo>
                  <a:lnTo>
                    <a:pt x="2010452" y="1164856"/>
                  </a:lnTo>
                  <a:lnTo>
                    <a:pt x="2059895" y="1203841"/>
                  </a:lnTo>
                  <a:lnTo>
                    <a:pt x="2109934" y="1244762"/>
                  </a:lnTo>
                  <a:lnTo>
                    <a:pt x="2160501" y="1287240"/>
                  </a:lnTo>
                  <a:lnTo>
                    <a:pt x="2211468" y="1330825"/>
                  </a:lnTo>
                  <a:lnTo>
                    <a:pt x="2262659" y="1375014"/>
                  </a:lnTo>
                  <a:lnTo>
                    <a:pt x="2313876" y="1419272"/>
                  </a:lnTo>
                  <a:lnTo>
                    <a:pt x="2364919" y="1463063"/>
                  </a:lnTo>
                  <a:lnTo>
                    <a:pt x="2415603" y="1505873"/>
                  </a:lnTo>
                  <a:lnTo>
                    <a:pt x="2465788" y="1547235"/>
                  </a:lnTo>
                  <a:lnTo>
                    <a:pt x="2515387" y="1586751"/>
                  </a:lnTo>
                  <a:lnTo>
                    <a:pt x="2564390" y="1624106"/>
                  </a:lnTo>
                  <a:lnTo>
                    <a:pt x="2612873" y="1659072"/>
                  </a:lnTo>
                  <a:lnTo>
                    <a:pt x="2661008" y="1691513"/>
                  </a:lnTo>
                  <a:lnTo>
                    <a:pt x="2709081" y="1721376"/>
                  </a:lnTo>
                  <a:lnTo>
                    <a:pt x="2757500" y="1748685"/>
                  </a:lnTo>
                  <a:lnTo>
                    <a:pt x="2770117" y="1755329"/>
                  </a:lnTo>
                  <a:lnTo>
                    <a:pt x="2819570" y="1779433"/>
                  </a:lnTo>
                  <a:lnTo>
                    <a:pt x="2870723" y="1801093"/>
                  </a:lnTo>
                  <a:lnTo>
                    <a:pt x="2924390" y="1820436"/>
                  </a:lnTo>
                  <a:lnTo>
                    <a:pt x="2981478" y="1837678"/>
                  </a:lnTo>
                  <a:lnTo>
                    <a:pt x="3042912" y="1853060"/>
                  </a:lnTo>
                  <a:lnTo>
                    <a:pt x="3109550" y="1866814"/>
                  </a:lnTo>
                  <a:lnTo>
                    <a:pt x="3182082" y="1879143"/>
                  </a:lnTo>
                  <a:lnTo>
                    <a:pt x="3260894" y="1890210"/>
                  </a:lnTo>
                  <a:lnTo>
                    <a:pt x="3345885" y="1900131"/>
                  </a:lnTo>
                  <a:lnTo>
                    <a:pt x="3436256" y="1908979"/>
                  </a:lnTo>
                  <a:lnTo>
                    <a:pt x="3530302" y="1916781"/>
                  </a:lnTo>
                  <a:lnTo>
                    <a:pt x="3625282" y="1923532"/>
                  </a:lnTo>
                  <a:lnTo>
                    <a:pt x="3717475" y="1929205"/>
                  </a:lnTo>
                  <a:lnTo>
                    <a:pt x="3802513" y="1933782"/>
                  </a:lnTo>
                  <a:lnTo>
                    <a:pt x="3876042" y="1937274"/>
                  </a:lnTo>
                  <a:lnTo>
                    <a:pt x="3934579" y="1939746"/>
                  </a:lnTo>
                  <a:lnTo>
                    <a:pt x="3976336" y="1941322"/>
                  </a:lnTo>
                  <a:lnTo>
                    <a:pt x="4001739" y="1942185"/>
                  </a:lnTo>
                  <a:lnTo>
                    <a:pt x="4013500" y="1942545"/>
                  </a:lnTo>
                  <a:lnTo>
                    <a:pt x="4016409" y="1942626"/>
                  </a:lnTo>
                  <a:lnTo>
                    <a:pt x="4538543" y="1942626"/>
                  </a:lnTo>
                  <a:lnTo>
                    <a:pt x="4539755" y="1942571"/>
                  </a:lnTo>
                  <a:lnTo>
                    <a:pt x="4547691" y="1942173"/>
                  </a:lnTo>
                  <a:lnTo>
                    <a:pt x="4567561" y="1941072"/>
                  </a:lnTo>
                  <a:lnTo>
                    <a:pt x="4602745" y="1938910"/>
                  </a:lnTo>
                  <a:lnTo>
                    <a:pt x="4654487" y="1935367"/>
                  </a:lnTo>
                  <a:lnTo>
                    <a:pt x="4721832" y="1930197"/>
                  </a:lnTo>
                  <a:lnTo>
                    <a:pt x="4801955" y="1923258"/>
                  </a:lnTo>
                  <a:lnTo>
                    <a:pt x="4890862" y="1914498"/>
                  </a:lnTo>
                  <a:lnTo>
                    <a:pt x="4984229" y="1903933"/>
                  </a:lnTo>
                  <a:lnTo>
                    <a:pt x="5078123" y="1891607"/>
                  </a:lnTo>
                  <a:lnTo>
                    <a:pt x="5169454" y="1877547"/>
                  </a:lnTo>
                  <a:lnTo>
                    <a:pt x="5256134" y="1861734"/>
                  </a:lnTo>
                  <a:lnTo>
                    <a:pt x="5337016" y="1844085"/>
                  </a:lnTo>
                  <a:lnTo>
                    <a:pt x="5411718" y="1824441"/>
                  </a:lnTo>
                  <a:lnTo>
                    <a:pt x="5480416" y="1802569"/>
                  </a:lnTo>
                  <a:lnTo>
                    <a:pt x="5543658" y="1778165"/>
                  </a:lnTo>
                  <a:lnTo>
                    <a:pt x="5602210" y="1750870"/>
                  </a:lnTo>
                  <a:lnTo>
                    <a:pt x="5656949" y="1720289"/>
                  </a:lnTo>
                  <a:lnTo>
                    <a:pt x="5708773" y="1686038"/>
                  </a:lnTo>
                  <a:lnTo>
                    <a:pt x="5758530" y="1647814"/>
                  </a:lnTo>
                  <a:lnTo>
                    <a:pt x="5784835" y="1625444"/>
                  </a:lnTo>
                  <a:lnTo>
                    <a:pt x="5827615" y="1585949"/>
                  </a:lnTo>
                  <a:lnTo>
                    <a:pt x="5869981" y="1543143"/>
                  </a:lnTo>
                  <a:lnTo>
                    <a:pt x="5912253" y="1496961"/>
                  </a:lnTo>
                  <a:lnTo>
                    <a:pt x="5954670" y="1447412"/>
                  </a:lnTo>
                  <a:lnTo>
                    <a:pt x="5997400" y="1394587"/>
                  </a:lnTo>
                  <a:lnTo>
                    <a:pt x="6040546" y="1338665"/>
                  </a:lnTo>
                  <a:lnTo>
                    <a:pt x="6084156" y="1279915"/>
                  </a:lnTo>
                  <a:lnTo>
                    <a:pt x="6128223" y="1218698"/>
                  </a:lnTo>
                  <a:lnTo>
                    <a:pt x="6172697" y="1155458"/>
                  </a:lnTo>
                  <a:lnTo>
                    <a:pt x="6217490" y="1090715"/>
                  </a:lnTo>
                  <a:lnTo>
                    <a:pt x="6262487" y="1025040"/>
                  </a:lnTo>
                  <a:lnTo>
                    <a:pt x="6307556" y="959046"/>
                  </a:lnTo>
                  <a:lnTo>
                    <a:pt x="6352557" y="893353"/>
                  </a:lnTo>
                  <a:lnTo>
                    <a:pt x="6397358" y="828574"/>
                  </a:lnTo>
                  <a:lnTo>
                    <a:pt x="6441843" y="765283"/>
                  </a:lnTo>
                  <a:lnTo>
                    <a:pt x="6485922" y="704000"/>
                  </a:lnTo>
                  <a:lnTo>
                    <a:pt x="6529546" y="645172"/>
                  </a:lnTo>
                  <a:lnTo>
                    <a:pt x="6572705" y="589163"/>
                  </a:lnTo>
                  <a:lnTo>
                    <a:pt x="6615446" y="536244"/>
                  </a:lnTo>
                  <a:lnTo>
                    <a:pt x="6657870" y="486598"/>
                  </a:lnTo>
                  <a:lnTo>
                    <a:pt x="6700143" y="440317"/>
                  </a:lnTo>
                  <a:lnTo>
                    <a:pt x="6742503" y="397412"/>
                  </a:lnTo>
                  <a:lnTo>
                    <a:pt x="6785266" y="357822"/>
                  </a:lnTo>
                  <a:lnTo>
                    <a:pt x="6786527" y="356712"/>
                  </a:lnTo>
                  <a:lnTo>
                    <a:pt x="6835476" y="316282"/>
                  </a:lnTo>
                  <a:lnTo>
                    <a:pt x="6886082" y="279910"/>
                  </a:lnTo>
                  <a:lnTo>
                    <a:pt x="6939135" y="247389"/>
                  </a:lnTo>
                  <a:lnTo>
                    <a:pt x="6995514" y="218367"/>
                  </a:lnTo>
                  <a:lnTo>
                    <a:pt x="7056115" y="192448"/>
                  </a:lnTo>
                  <a:lnTo>
                    <a:pt x="7121778" y="169248"/>
                  </a:lnTo>
                  <a:lnTo>
                    <a:pt x="7193183" y="148433"/>
                  </a:lnTo>
                  <a:lnTo>
                    <a:pt x="7270730" y="129729"/>
                  </a:lnTo>
                  <a:lnTo>
                    <a:pt x="7354364" y="112938"/>
                  </a:lnTo>
                  <a:lnTo>
                    <a:pt x="7443376" y="97937"/>
                  </a:lnTo>
                  <a:lnTo>
                    <a:pt x="7536204" y="84672"/>
                  </a:lnTo>
                  <a:lnTo>
                    <a:pt x="7630298" y="73150"/>
                  </a:lnTo>
                  <a:lnTo>
                    <a:pt x="7722143" y="63409"/>
                  </a:lnTo>
                  <a:lnTo>
                    <a:pt x="7807552" y="55486"/>
                  </a:lnTo>
                  <a:lnTo>
                    <a:pt x="7882252" y="49371"/>
                  </a:lnTo>
                  <a:lnTo>
                    <a:pt x="7942682" y="44973"/>
                  </a:lnTo>
                  <a:lnTo>
                    <a:pt x="7986808" y="42099"/>
                  </a:lnTo>
                  <a:lnTo>
                    <a:pt x="8014670" y="40468"/>
                  </a:lnTo>
                  <a:lnTo>
                    <a:pt x="8028522" y="39735"/>
                  </a:lnTo>
                  <a:lnTo>
                    <a:pt x="8032622" y="39538"/>
                  </a:lnTo>
                  <a:lnTo>
                    <a:pt x="8032819" y="39530"/>
                  </a:lnTo>
                  <a:lnTo>
                    <a:pt x="8554953" y="39530"/>
                  </a:lnTo>
                  <a:lnTo>
                    <a:pt x="8554953" y="0"/>
                  </a:lnTo>
                  <a:lnTo>
                    <a:pt x="8032819" y="0"/>
                  </a:lnTo>
                  <a:lnTo>
                    <a:pt x="8031607" y="55"/>
                  </a:lnTo>
                  <a:lnTo>
                    <a:pt x="8023671" y="453"/>
                  </a:lnTo>
                  <a:lnTo>
                    <a:pt x="8003800" y="1554"/>
                  </a:lnTo>
                  <a:lnTo>
                    <a:pt x="7968617" y="3715"/>
                  </a:lnTo>
                  <a:lnTo>
                    <a:pt x="7916875" y="7259"/>
                  </a:lnTo>
                  <a:lnTo>
                    <a:pt x="7849530" y="12428"/>
                  </a:lnTo>
                  <a:lnTo>
                    <a:pt x="7769407" y="19368"/>
                  </a:lnTo>
                  <a:lnTo>
                    <a:pt x="7680500" y="28128"/>
                  </a:lnTo>
                  <a:lnTo>
                    <a:pt x="7587133" y="38692"/>
                  </a:lnTo>
                  <a:lnTo>
                    <a:pt x="7493239" y="51018"/>
                  </a:lnTo>
                  <a:lnTo>
                    <a:pt x="7401908" y="65079"/>
                  </a:lnTo>
                  <a:lnTo>
                    <a:pt x="7315227" y="80892"/>
                  </a:lnTo>
                  <a:lnTo>
                    <a:pt x="7234346" y="98541"/>
                  </a:lnTo>
                  <a:lnTo>
                    <a:pt x="7159644" y="118185"/>
                  </a:lnTo>
                  <a:lnTo>
                    <a:pt x="7090946" y="140057"/>
                  </a:lnTo>
                  <a:lnTo>
                    <a:pt x="7027704" y="164461"/>
                  </a:lnTo>
                  <a:lnTo>
                    <a:pt x="6969152" y="191756"/>
                  </a:lnTo>
                  <a:lnTo>
                    <a:pt x="6914412" y="222336"/>
                  </a:lnTo>
                  <a:lnTo>
                    <a:pt x="6862588" y="256588"/>
                  </a:lnTo>
                  <a:lnTo>
                    <a:pt x="6812832" y="294811"/>
                  </a:lnTo>
                  <a:lnTo>
                    <a:pt x="6786527" y="317182"/>
                  </a:lnTo>
                  <a:lnTo>
                    <a:pt x="6743747" y="356677"/>
                  </a:lnTo>
                  <a:lnTo>
                    <a:pt x="6701381" y="399483"/>
                  </a:lnTo>
                  <a:lnTo>
                    <a:pt x="6659109" y="445665"/>
                  </a:lnTo>
                  <a:lnTo>
                    <a:pt x="6616692" y="495214"/>
                  </a:lnTo>
                  <a:lnTo>
                    <a:pt x="6573962" y="548039"/>
                  </a:lnTo>
                  <a:lnTo>
                    <a:pt x="6530815" y="603961"/>
                  </a:lnTo>
                  <a:lnTo>
                    <a:pt x="6487206" y="662711"/>
                  </a:lnTo>
                  <a:lnTo>
                    <a:pt x="6443139" y="723928"/>
                  </a:lnTo>
                  <a:lnTo>
                    <a:pt x="6398665" y="787167"/>
                  </a:lnTo>
                  <a:lnTo>
                    <a:pt x="6353872" y="851911"/>
                  </a:lnTo>
                  <a:lnTo>
                    <a:pt x="6308875" y="917586"/>
                  </a:lnTo>
                  <a:lnTo>
                    <a:pt x="6263806" y="983580"/>
                  </a:lnTo>
                  <a:lnTo>
                    <a:pt x="6218805" y="1049273"/>
                  </a:lnTo>
                  <a:lnTo>
                    <a:pt x="6174004" y="1114052"/>
                  </a:lnTo>
                  <a:lnTo>
                    <a:pt x="6129519" y="1177343"/>
                  </a:lnTo>
                  <a:lnTo>
                    <a:pt x="6085439" y="1238626"/>
                  </a:lnTo>
                  <a:lnTo>
                    <a:pt x="6041816" y="1297454"/>
                  </a:lnTo>
                  <a:lnTo>
                    <a:pt x="5998657" y="1353463"/>
                  </a:lnTo>
                  <a:lnTo>
                    <a:pt x="5955916" y="1406382"/>
                  </a:lnTo>
                  <a:lnTo>
                    <a:pt x="5913492" y="1456028"/>
                  </a:lnTo>
                  <a:lnTo>
                    <a:pt x="5871219" y="1502309"/>
                  </a:lnTo>
                  <a:lnTo>
                    <a:pt x="5828859" y="1545214"/>
                  </a:lnTo>
                  <a:lnTo>
                    <a:pt x="5786096" y="1584803"/>
                  </a:lnTo>
                  <a:lnTo>
                    <a:pt x="5784835" y="1585913"/>
                  </a:lnTo>
                  <a:lnTo>
                    <a:pt x="5735886" y="1626344"/>
                  </a:lnTo>
                  <a:lnTo>
                    <a:pt x="5685280" y="1662716"/>
                  </a:lnTo>
                  <a:lnTo>
                    <a:pt x="5632227" y="1695237"/>
                  </a:lnTo>
                  <a:lnTo>
                    <a:pt x="5575848" y="1724259"/>
                  </a:lnTo>
                  <a:lnTo>
                    <a:pt x="5515247" y="1750178"/>
                  </a:lnTo>
                  <a:lnTo>
                    <a:pt x="5449584" y="1773378"/>
                  </a:lnTo>
                  <a:lnTo>
                    <a:pt x="5378179" y="1794193"/>
                  </a:lnTo>
                  <a:lnTo>
                    <a:pt x="5300632" y="1812896"/>
                  </a:lnTo>
                  <a:lnTo>
                    <a:pt x="5216998" y="1829687"/>
                  </a:lnTo>
                  <a:lnTo>
                    <a:pt x="5127986" y="1844689"/>
                  </a:lnTo>
                  <a:lnTo>
                    <a:pt x="5035157" y="1857954"/>
                  </a:lnTo>
                  <a:lnTo>
                    <a:pt x="4941064" y="1869476"/>
                  </a:lnTo>
                  <a:lnTo>
                    <a:pt x="4849219" y="1879217"/>
                  </a:lnTo>
                  <a:lnTo>
                    <a:pt x="4763810" y="1887140"/>
                  </a:lnTo>
                  <a:lnTo>
                    <a:pt x="4689110" y="1893255"/>
                  </a:lnTo>
                  <a:lnTo>
                    <a:pt x="4628680" y="1897653"/>
                  </a:lnTo>
                  <a:lnTo>
                    <a:pt x="4584554" y="1900527"/>
                  </a:lnTo>
                  <a:lnTo>
                    <a:pt x="4556692" y="1902158"/>
                  </a:lnTo>
                  <a:lnTo>
                    <a:pt x="4542840" y="1902890"/>
                  </a:lnTo>
                  <a:lnTo>
                    <a:pt x="4538740" y="1903087"/>
                  </a:lnTo>
                  <a:lnTo>
                    <a:pt x="4538543" y="1903096"/>
                  </a:lnTo>
                  <a:lnTo>
                    <a:pt x="4016409" y="1903096"/>
                  </a:lnTo>
                  <a:lnTo>
                    <a:pt x="4015160" y="1903062"/>
                  </a:lnTo>
                  <a:lnTo>
                    <a:pt x="4006991" y="1902820"/>
                  </a:lnTo>
                  <a:lnTo>
                    <a:pt x="3986557" y="1902150"/>
                  </a:lnTo>
                  <a:lnTo>
                    <a:pt x="3950429" y="1900834"/>
                  </a:lnTo>
                  <a:lnTo>
                    <a:pt x="3897404" y="1898678"/>
                  </a:lnTo>
                  <a:lnTo>
                    <a:pt x="3828566" y="1895538"/>
                  </a:lnTo>
                  <a:lnTo>
                    <a:pt x="3746915" y="1891327"/>
                  </a:lnTo>
                  <a:lnTo>
                    <a:pt x="3656612" y="1886019"/>
                  </a:lnTo>
                  <a:lnTo>
                    <a:pt x="3562107" y="1879625"/>
                  </a:lnTo>
                  <a:lnTo>
                    <a:pt x="3467392" y="1872173"/>
                  </a:lnTo>
                  <a:lnTo>
                    <a:pt x="3375553" y="1863675"/>
                  </a:lnTo>
                  <a:lnTo>
                    <a:pt x="3288634" y="1854118"/>
                  </a:lnTo>
                  <a:lnTo>
                    <a:pt x="3207716" y="1843445"/>
                  </a:lnTo>
                  <a:lnTo>
                    <a:pt x="3133108" y="1831554"/>
                  </a:lnTo>
                  <a:lnTo>
                    <a:pt x="3064565" y="1818297"/>
                  </a:lnTo>
                  <a:lnTo>
                    <a:pt x="3001482" y="1803484"/>
                  </a:lnTo>
                  <a:lnTo>
                    <a:pt x="2943042" y="1786890"/>
                  </a:lnTo>
                  <a:lnTo>
                    <a:pt x="2888335" y="1768275"/>
                  </a:lnTo>
                  <a:lnTo>
                    <a:pt x="2836439" y="1747410"/>
                  </a:lnTo>
                  <a:lnTo>
                    <a:pt x="2786499" y="1724128"/>
                  </a:lnTo>
                  <a:lnTo>
                    <a:pt x="2770117" y="1715798"/>
                  </a:lnTo>
                  <a:lnTo>
                    <a:pt x="2721525" y="1689136"/>
                  </a:lnTo>
                  <a:lnTo>
                    <a:pt x="2673408" y="1659937"/>
                  </a:lnTo>
                  <a:lnTo>
                    <a:pt x="2625320" y="1628160"/>
                  </a:lnTo>
                  <a:lnTo>
                    <a:pt x="2576948" y="1593836"/>
                  </a:lnTo>
                  <a:lnTo>
                    <a:pt x="2528090" y="1557079"/>
                  </a:lnTo>
                  <a:lnTo>
                    <a:pt x="2478647" y="1518094"/>
                  </a:lnTo>
                  <a:lnTo>
                    <a:pt x="2428608" y="1477174"/>
                  </a:lnTo>
                  <a:lnTo>
                    <a:pt x="2378041" y="1434696"/>
                  </a:lnTo>
                  <a:lnTo>
                    <a:pt x="2327075" y="1391111"/>
                  </a:lnTo>
                  <a:lnTo>
                    <a:pt x="2275883" y="1346922"/>
                  </a:lnTo>
                  <a:lnTo>
                    <a:pt x="2224666" y="1302663"/>
                  </a:lnTo>
                  <a:lnTo>
                    <a:pt x="2173624" y="1258872"/>
                  </a:lnTo>
                  <a:lnTo>
                    <a:pt x="2122939" y="1216063"/>
                  </a:lnTo>
                  <a:lnTo>
                    <a:pt x="2072754" y="1174701"/>
                  </a:lnTo>
                  <a:lnTo>
                    <a:pt x="2023155" y="1135185"/>
                  </a:lnTo>
                  <a:lnTo>
                    <a:pt x="1974152" y="1097830"/>
                  </a:lnTo>
                  <a:lnTo>
                    <a:pt x="1925669" y="1062863"/>
                  </a:lnTo>
                  <a:lnTo>
                    <a:pt x="1877534" y="1030423"/>
                  </a:lnTo>
                  <a:lnTo>
                    <a:pt x="1829461" y="1000560"/>
                  </a:lnTo>
                  <a:lnTo>
                    <a:pt x="1781042" y="973251"/>
                  </a:lnTo>
                  <a:lnTo>
                    <a:pt x="1768425" y="966607"/>
                  </a:lnTo>
                  <a:lnTo>
                    <a:pt x="1718972" y="942502"/>
                  </a:lnTo>
                  <a:lnTo>
                    <a:pt x="1667819" y="920843"/>
                  </a:lnTo>
                  <a:lnTo>
                    <a:pt x="1614153" y="901500"/>
                  </a:lnTo>
                  <a:lnTo>
                    <a:pt x="1557064" y="884257"/>
                  </a:lnTo>
                  <a:lnTo>
                    <a:pt x="1495630" y="868875"/>
                  </a:lnTo>
                  <a:lnTo>
                    <a:pt x="1428992" y="855121"/>
                  </a:lnTo>
                  <a:lnTo>
                    <a:pt x="1356460" y="842792"/>
                  </a:lnTo>
                  <a:lnTo>
                    <a:pt x="1277648" y="831726"/>
                  </a:lnTo>
                  <a:lnTo>
                    <a:pt x="1192657" y="821804"/>
                  </a:lnTo>
                  <a:lnTo>
                    <a:pt x="1102286" y="812956"/>
                  </a:lnTo>
                  <a:lnTo>
                    <a:pt x="1008240" y="805154"/>
                  </a:lnTo>
                  <a:lnTo>
                    <a:pt x="913260" y="798404"/>
                  </a:lnTo>
                  <a:lnTo>
                    <a:pt x="821068" y="792731"/>
                  </a:lnTo>
                  <a:lnTo>
                    <a:pt x="736029" y="788154"/>
                  </a:lnTo>
                  <a:lnTo>
                    <a:pt x="662500" y="784661"/>
                  </a:lnTo>
                  <a:lnTo>
                    <a:pt x="603963" y="782190"/>
                  </a:lnTo>
                  <a:lnTo>
                    <a:pt x="562206" y="780613"/>
                  </a:lnTo>
                  <a:lnTo>
                    <a:pt x="536804" y="779751"/>
                  </a:lnTo>
                  <a:lnTo>
                    <a:pt x="525042" y="779390"/>
                  </a:lnTo>
                  <a:lnTo>
                    <a:pt x="522133" y="779309"/>
                  </a:lnTo>
                  <a:lnTo>
                    <a:pt x="0" y="779309"/>
                  </a:lnTo>
                  <a:close/>
                </a:path>
              </a:pathLst>
            </a:custGeom>
            <a:solidFill>
              <a:srgbClr val="8FA8D6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129" name="pl129"/>
            <p:cNvSpPr/>
            <p:nvPr/>
          </p:nvSpPr>
          <p:spPr>
            <a:xfrm>
              <a:off x="386606" y="778948"/>
              <a:ext cx="8554953" cy="1903096"/>
            </a:xfrm>
            <a:custGeom>
              <a:avLst/>
              <a:pathLst>
                <a:path w="8554953" h="1903096">
                  <a:moveTo>
                    <a:pt x="0" y="779309"/>
                  </a:moveTo>
                  <a:lnTo>
                    <a:pt x="522133" y="779309"/>
                  </a:lnTo>
                  <a:lnTo>
                    <a:pt x="523382" y="779343"/>
                  </a:lnTo>
                  <a:lnTo>
                    <a:pt x="531551" y="779585"/>
                  </a:lnTo>
                  <a:lnTo>
                    <a:pt x="551986" y="780255"/>
                  </a:lnTo>
                  <a:lnTo>
                    <a:pt x="588114" y="781571"/>
                  </a:lnTo>
                  <a:lnTo>
                    <a:pt x="641138" y="783727"/>
                  </a:lnTo>
                  <a:lnTo>
                    <a:pt x="709976" y="786868"/>
                  </a:lnTo>
                  <a:lnTo>
                    <a:pt x="791628" y="791079"/>
                  </a:lnTo>
                  <a:lnTo>
                    <a:pt x="881930" y="796387"/>
                  </a:lnTo>
                  <a:lnTo>
                    <a:pt x="976435" y="802780"/>
                  </a:lnTo>
                  <a:lnTo>
                    <a:pt x="1071150" y="810233"/>
                  </a:lnTo>
                  <a:lnTo>
                    <a:pt x="1162989" y="818730"/>
                  </a:lnTo>
                  <a:lnTo>
                    <a:pt x="1249908" y="828287"/>
                  </a:lnTo>
                  <a:lnTo>
                    <a:pt x="1330826" y="838960"/>
                  </a:lnTo>
                  <a:lnTo>
                    <a:pt x="1405434" y="850851"/>
                  </a:lnTo>
                  <a:lnTo>
                    <a:pt x="1473977" y="864108"/>
                  </a:lnTo>
                  <a:lnTo>
                    <a:pt x="1537061" y="878921"/>
                  </a:lnTo>
                  <a:lnTo>
                    <a:pt x="1595500" y="895515"/>
                  </a:lnTo>
                  <a:lnTo>
                    <a:pt x="1650207" y="914130"/>
                  </a:lnTo>
                  <a:lnTo>
                    <a:pt x="1702103" y="934995"/>
                  </a:lnTo>
                  <a:lnTo>
                    <a:pt x="1752043" y="958277"/>
                  </a:lnTo>
                  <a:lnTo>
                    <a:pt x="1768425" y="966607"/>
                  </a:lnTo>
                  <a:lnTo>
                    <a:pt x="1817017" y="993270"/>
                  </a:lnTo>
                  <a:lnTo>
                    <a:pt x="1865134" y="1022468"/>
                  </a:lnTo>
                  <a:lnTo>
                    <a:pt x="1913222" y="1054245"/>
                  </a:lnTo>
                  <a:lnTo>
                    <a:pt x="1961594" y="1088569"/>
                  </a:lnTo>
                  <a:lnTo>
                    <a:pt x="2010452" y="1125326"/>
                  </a:lnTo>
                  <a:lnTo>
                    <a:pt x="2059895" y="1164311"/>
                  </a:lnTo>
                  <a:lnTo>
                    <a:pt x="2109934" y="1205232"/>
                  </a:lnTo>
                  <a:lnTo>
                    <a:pt x="2160501" y="1247709"/>
                  </a:lnTo>
                  <a:lnTo>
                    <a:pt x="2211468" y="1291295"/>
                  </a:lnTo>
                  <a:lnTo>
                    <a:pt x="2262659" y="1335484"/>
                  </a:lnTo>
                  <a:lnTo>
                    <a:pt x="2313876" y="1379742"/>
                  </a:lnTo>
                  <a:lnTo>
                    <a:pt x="2364919" y="1423533"/>
                  </a:lnTo>
                  <a:lnTo>
                    <a:pt x="2415603" y="1466343"/>
                  </a:lnTo>
                  <a:lnTo>
                    <a:pt x="2465788" y="1507704"/>
                  </a:lnTo>
                  <a:lnTo>
                    <a:pt x="2515387" y="1547221"/>
                  </a:lnTo>
                  <a:lnTo>
                    <a:pt x="2564390" y="1584576"/>
                  </a:lnTo>
                  <a:lnTo>
                    <a:pt x="2612873" y="1619542"/>
                  </a:lnTo>
                  <a:lnTo>
                    <a:pt x="2661008" y="1651983"/>
                  </a:lnTo>
                  <a:lnTo>
                    <a:pt x="2709081" y="1681845"/>
                  </a:lnTo>
                  <a:lnTo>
                    <a:pt x="2757500" y="1709155"/>
                  </a:lnTo>
                  <a:lnTo>
                    <a:pt x="2770117" y="1715798"/>
                  </a:lnTo>
                  <a:lnTo>
                    <a:pt x="2819570" y="1739903"/>
                  </a:lnTo>
                  <a:lnTo>
                    <a:pt x="2870723" y="1761562"/>
                  </a:lnTo>
                  <a:lnTo>
                    <a:pt x="2924390" y="1780906"/>
                  </a:lnTo>
                  <a:lnTo>
                    <a:pt x="2981478" y="1798148"/>
                  </a:lnTo>
                  <a:lnTo>
                    <a:pt x="3042912" y="1813530"/>
                  </a:lnTo>
                  <a:lnTo>
                    <a:pt x="3109550" y="1827284"/>
                  </a:lnTo>
                  <a:lnTo>
                    <a:pt x="3182082" y="1839613"/>
                  </a:lnTo>
                  <a:lnTo>
                    <a:pt x="3260894" y="1850679"/>
                  </a:lnTo>
                  <a:lnTo>
                    <a:pt x="3345885" y="1860601"/>
                  </a:lnTo>
                  <a:lnTo>
                    <a:pt x="3436256" y="1869449"/>
                  </a:lnTo>
                  <a:lnTo>
                    <a:pt x="3530302" y="1877251"/>
                  </a:lnTo>
                  <a:lnTo>
                    <a:pt x="3625282" y="1884001"/>
                  </a:lnTo>
                  <a:lnTo>
                    <a:pt x="3717475" y="1889675"/>
                  </a:lnTo>
                  <a:lnTo>
                    <a:pt x="3802513" y="1894252"/>
                  </a:lnTo>
                  <a:lnTo>
                    <a:pt x="3876042" y="1897744"/>
                  </a:lnTo>
                  <a:lnTo>
                    <a:pt x="3934579" y="1900215"/>
                  </a:lnTo>
                  <a:lnTo>
                    <a:pt x="3976336" y="1901792"/>
                  </a:lnTo>
                  <a:lnTo>
                    <a:pt x="4001739" y="1902655"/>
                  </a:lnTo>
                  <a:lnTo>
                    <a:pt x="4013500" y="1903015"/>
                  </a:lnTo>
                  <a:lnTo>
                    <a:pt x="4016361" y="1903095"/>
                  </a:lnTo>
                  <a:lnTo>
                    <a:pt x="4016409" y="1903096"/>
                  </a:lnTo>
                  <a:lnTo>
                    <a:pt x="4538543" y="1903096"/>
                  </a:lnTo>
                  <a:lnTo>
                    <a:pt x="4539755" y="1903040"/>
                  </a:lnTo>
                  <a:lnTo>
                    <a:pt x="4547691" y="1902642"/>
                  </a:lnTo>
                  <a:lnTo>
                    <a:pt x="4567561" y="1901542"/>
                  </a:lnTo>
                  <a:lnTo>
                    <a:pt x="4602745" y="1899380"/>
                  </a:lnTo>
                  <a:lnTo>
                    <a:pt x="4654487" y="1895837"/>
                  </a:lnTo>
                  <a:lnTo>
                    <a:pt x="4721832" y="1890667"/>
                  </a:lnTo>
                  <a:lnTo>
                    <a:pt x="4801955" y="1883728"/>
                  </a:lnTo>
                  <a:lnTo>
                    <a:pt x="4890862" y="1874967"/>
                  </a:lnTo>
                  <a:lnTo>
                    <a:pt x="4984229" y="1864403"/>
                  </a:lnTo>
                  <a:lnTo>
                    <a:pt x="5078123" y="1852077"/>
                  </a:lnTo>
                  <a:lnTo>
                    <a:pt x="5169454" y="1838017"/>
                  </a:lnTo>
                  <a:lnTo>
                    <a:pt x="5256134" y="1822204"/>
                  </a:lnTo>
                  <a:lnTo>
                    <a:pt x="5337016" y="1804555"/>
                  </a:lnTo>
                  <a:lnTo>
                    <a:pt x="5411718" y="1784911"/>
                  </a:lnTo>
                  <a:lnTo>
                    <a:pt x="5480416" y="1763038"/>
                  </a:lnTo>
                  <a:lnTo>
                    <a:pt x="5543658" y="1738635"/>
                  </a:lnTo>
                  <a:lnTo>
                    <a:pt x="5602210" y="1711340"/>
                  </a:lnTo>
                  <a:lnTo>
                    <a:pt x="5656949" y="1680759"/>
                  </a:lnTo>
                  <a:lnTo>
                    <a:pt x="5708773" y="1646508"/>
                  </a:lnTo>
                  <a:lnTo>
                    <a:pt x="5758530" y="1608284"/>
                  </a:lnTo>
                  <a:lnTo>
                    <a:pt x="5784835" y="1585913"/>
                  </a:lnTo>
                  <a:lnTo>
                    <a:pt x="5827615" y="1546419"/>
                  </a:lnTo>
                  <a:lnTo>
                    <a:pt x="5869981" y="1503613"/>
                  </a:lnTo>
                  <a:lnTo>
                    <a:pt x="5912253" y="1457431"/>
                  </a:lnTo>
                  <a:lnTo>
                    <a:pt x="5954670" y="1407882"/>
                  </a:lnTo>
                  <a:lnTo>
                    <a:pt x="5997400" y="1355057"/>
                  </a:lnTo>
                  <a:lnTo>
                    <a:pt x="6040546" y="1299135"/>
                  </a:lnTo>
                  <a:lnTo>
                    <a:pt x="6084156" y="1240385"/>
                  </a:lnTo>
                  <a:lnTo>
                    <a:pt x="6128223" y="1179168"/>
                  </a:lnTo>
                  <a:lnTo>
                    <a:pt x="6172697" y="1115928"/>
                  </a:lnTo>
                  <a:lnTo>
                    <a:pt x="6217490" y="1051184"/>
                  </a:lnTo>
                  <a:lnTo>
                    <a:pt x="6262487" y="985510"/>
                  </a:lnTo>
                  <a:lnTo>
                    <a:pt x="6307556" y="919516"/>
                  </a:lnTo>
                  <a:lnTo>
                    <a:pt x="6352557" y="853823"/>
                  </a:lnTo>
                  <a:lnTo>
                    <a:pt x="6397358" y="789044"/>
                  </a:lnTo>
                  <a:lnTo>
                    <a:pt x="6441843" y="725753"/>
                  </a:lnTo>
                  <a:lnTo>
                    <a:pt x="6485922" y="664470"/>
                  </a:lnTo>
                  <a:lnTo>
                    <a:pt x="6529546" y="605642"/>
                  </a:lnTo>
                  <a:lnTo>
                    <a:pt x="6572705" y="549633"/>
                  </a:lnTo>
                  <a:lnTo>
                    <a:pt x="6615446" y="496714"/>
                  </a:lnTo>
                  <a:lnTo>
                    <a:pt x="6657870" y="447068"/>
                  </a:lnTo>
                  <a:lnTo>
                    <a:pt x="6700143" y="400787"/>
                  </a:lnTo>
                  <a:lnTo>
                    <a:pt x="6742503" y="357882"/>
                  </a:lnTo>
                  <a:lnTo>
                    <a:pt x="6785266" y="318292"/>
                  </a:lnTo>
                  <a:lnTo>
                    <a:pt x="6786527" y="317182"/>
                  </a:lnTo>
                  <a:lnTo>
                    <a:pt x="6835476" y="276752"/>
                  </a:lnTo>
                  <a:lnTo>
                    <a:pt x="6886082" y="240380"/>
                  </a:lnTo>
                  <a:lnTo>
                    <a:pt x="6939135" y="207859"/>
                  </a:lnTo>
                  <a:lnTo>
                    <a:pt x="6995514" y="178837"/>
                  </a:lnTo>
                  <a:lnTo>
                    <a:pt x="7056115" y="152917"/>
                  </a:lnTo>
                  <a:lnTo>
                    <a:pt x="7121778" y="129718"/>
                  </a:lnTo>
                  <a:lnTo>
                    <a:pt x="7193183" y="108903"/>
                  </a:lnTo>
                  <a:lnTo>
                    <a:pt x="7270730" y="90199"/>
                  </a:lnTo>
                  <a:lnTo>
                    <a:pt x="7354364" y="73408"/>
                  </a:lnTo>
                  <a:lnTo>
                    <a:pt x="7443376" y="58406"/>
                  </a:lnTo>
                  <a:lnTo>
                    <a:pt x="7536204" y="45142"/>
                  </a:lnTo>
                  <a:lnTo>
                    <a:pt x="7630298" y="33620"/>
                  </a:lnTo>
                  <a:lnTo>
                    <a:pt x="7722143" y="23879"/>
                  </a:lnTo>
                  <a:lnTo>
                    <a:pt x="7807552" y="15956"/>
                  </a:lnTo>
                  <a:lnTo>
                    <a:pt x="7882252" y="9841"/>
                  </a:lnTo>
                  <a:lnTo>
                    <a:pt x="7942682" y="5442"/>
                  </a:lnTo>
                  <a:lnTo>
                    <a:pt x="7986808" y="2569"/>
                  </a:lnTo>
                  <a:lnTo>
                    <a:pt x="8014670" y="938"/>
                  </a:lnTo>
                  <a:lnTo>
                    <a:pt x="8028522" y="205"/>
                  </a:lnTo>
                  <a:lnTo>
                    <a:pt x="8032622" y="8"/>
                  </a:lnTo>
                  <a:lnTo>
                    <a:pt x="8032819" y="0"/>
                  </a:lnTo>
                  <a:lnTo>
                    <a:pt x="8554953" y="0"/>
                  </a:lnTo>
                  <a:lnTo>
                    <a:pt x="8554953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30" name="pl130"/>
            <p:cNvSpPr/>
            <p:nvPr/>
          </p:nvSpPr>
          <p:spPr>
            <a:xfrm>
              <a:off x="386606" y="739418"/>
              <a:ext cx="8554953" cy="1903096"/>
            </a:xfrm>
            <a:custGeom>
              <a:avLst/>
              <a:pathLst>
                <a:path w="8554953" h="1903096">
                  <a:moveTo>
                    <a:pt x="8554953" y="0"/>
                  </a:moveTo>
                  <a:lnTo>
                    <a:pt x="8032819" y="0"/>
                  </a:lnTo>
                  <a:lnTo>
                    <a:pt x="8031607" y="55"/>
                  </a:lnTo>
                  <a:lnTo>
                    <a:pt x="8023671" y="453"/>
                  </a:lnTo>
                  <a:lnTo>
                    <a:pt x="8003800" y="1554"/>
                  </a:lnTo>
                  <a:lnTo>
                    <a:pt x="7968617" y="3715"/>
                  </a:lnTo>
                  <a:lnTo>
                    <a:pt x="7916875" y="7259"/>
                  </a:lnTo>
                  <a:lnTo>
                    <a:pt x="7849530" y="12428"/>
                  </a:lnTo>
                  <a:lnTo>
                    <a:pt x="7769407" y="19368"/>
                  </a:lnTo>
                  <a:lnTo>
                    <a:pt x="7680500" y="28128"/>
                  </a:lnTo>
                  <a:lnTo>
                    <a:pt x="7587133" y="38692"/>
                  </a:lnTo>
                  <a:lnTo>
                    <a:pt x="7493239" y="51018"/>
                  </a:lnTo>
                  <a:lnTo>
                    <a:pt x="7401908" y="65079"/>
                  </a:lnTo>
                  <a:lnTo>
                    <a:pt x="7315227" y="80892"/>
                  </a:lnTo>
                  <a:lnTo>
                    <a:pt x="7234346" y="98541"/>
                  </a:lnTo>
                  <a:lnTo>
                    <a:pt x="7159644" y="118185"/>
                  </a:lnTo>
                  <a:lnTo>
                    <a:pt x="7090946" y="140057"/>
                  </a:lnTo>
                  <a:lnTo>
                    <a:pt x="7027704" y="164461"/>
                  </a:lnTo>
                  <a:lnTo>
                    <a:pt x="6969152" y="191756"/>
                  </a:lnTo>
                  <a:lnTo>
                    <a:pt x="6914412" y="222336"/>
                  </a:lnTo>
                  <a:lnTo>
                    <a:pt x="6862588" y="256588"/>
                  </a:lnTo>
                  <a:lnTo>
                    <a:pt x="6812832" y="294811"/>
                  </a:lnTo>
                  <a:lnTo>
                    <a:pt x="6786527" y="317182"/>
                  </a:lnTo>
                  <a:lnTo>
                    <a:pt x="6743747" y="356677"/>
                  </a:lnTo>
                  <a:lnTo>
                    <a:pt x="6701381" y="399483"/>
                  </a:lnTo>
                  <a:lnTo>
                    <a:pt x="6659109" y="445665"/>
                  </a:lnTo>
                  <a:lnTo>
                    <a:pt x="6616692" y="495214"/>
                  </a:lnTo>
                  <a:lnTo>
                    <a:pt x="6573962" y="548039"/>
                  </a:lnTo>
                  <a:lnTo>
                    <a:pt x="6530815" y="603961"/>
                  </a:lnTo>
                  <a:lnTo>
                    <a:pt x="6487206" y="662711"/>
                  </a:lnTo>
                  <a:lnTo>
                    <a:pt x="6443139" y="723928"/>
                  </a:lnTo>
                  <a:lnTo>
                    <a:pt x="6398665" y="787167"/>
                  </a:lnTo>
                  <a:lnTo>
                    <a:pt x="6353872" y="851911"/>
                  </a:lnTo>
                  <a:lnTo>
                    <a:pt x="6308875" y="917586"/>
                  </a:lnTo>
                  <a:lnTo>
                    <a:pt x="6263806" y="983580"/>
                  </a:lnTo>
                  <a:lnTo>
                    <a:pt x="6218805" y="1049273"/>
                  </a:lnTo>
                  <a:lnTo>
                    <a:pt x="6174004" y="1114052"/>
                  </a:lnTo>
                  <a:lnTo>
                    <a:pt x="6129519" y="1177343"/>
                  </a:lnTo>
                  <a:lnTo>
                    <a:pt x="6085439" y="1238626"/>
                  </a:lnTo>
                  <a:lnTo>
                    <a:pt x="6041816" y="1297454"/>
                  </a:lnTo>
                  <a:lnTo>
                    <a:pt x="5998657" y="1353463"/>
                  </a:lnTo>
                  <a:lnTo>
                    <a:pt x="5955916" y="1406382"/>
                  </a:lnTo>
                  <a:lnTo>
                    <a:pt x="5913492" y="1456028"/>
                  </a:lnTo>
                  <a:lnTo>
                    <a:pt x="5871219" y="1502309"/>
                  </a:lnTo>
                  <a:lnTo>
                    <a:pt x="5828859" y="1545214"/>
                  </a:lnTo>
                  <a:lnTo>
                    <a:pt x="5786096" y="1584803"/>
                  </a:lnTo>
                  <a:lnTo>
                    <a:pt x="5784835" y="1585913"/>
                  </a:lnTo>
                  <a:lnTo>
                    <a:pt x="5735886" y="1626344"/>
                  </a:lnTo>
                  <a:lnTo>
                    <a:pt x="5685280" y="1662716"/>
                  </a:lnTo>
                  <a:lnTo>
                    <a:pt x="5632227" y="1695237"/>
                  </a:lnTo>
                  <a:lnTo>
                    <a:pt x="5575848" y="1724259"/>
                  </a:lnTo>
                  <a:lnTo>
                    <a:pt x="5515247" y="1750178"/>
                  </a:lnTo>
                  <a:lnTo>
                    <a:pt x="5449584" y="1773378"/>
                  </a:lnTo>
                  <a:lnTo>
                    <a:pt x="5378179" y="1794193"/>
                  </a:lnTo>
                  <a:lnTo>
                    <a:pt x="5300632" y="1812896"/>
                  </a:lnTo>
                  <a:lnTo>
                    <a:pt x="5216998" y="1829687"/>
                  </a:lnTo>
                  <a:lnTo>
                    <a:pt x="5127986" y="1844689"/>
                  </a:lnTo>
                  <a:lnTo>
                    <a:pt x="5035157" y="1857954"/>
                  </a:lnTo>
                  <a:lnTo>
                    <a:pt x="4941064" y="1869476"/>
                  </a:lnTo>
                  <a:lnTo>
                    <a:pt x="4849219" y="1879217"/>
                  </a:lnTo>
                  <a:lnTo>
                    <a:pt x="4763810" y="1887140"/>
                  </a:lnTo>
                  <a:lnTo>
                    <a:pt x="4689110" y="1893255"/>
                  </a:lnTo>
                  <a:lnTo>
                    <a:pt x="4628680" y="1897653"/>
                  </a:lnTo>
                  <a:lnTo>
                    <a:pt x="4584554" y="1900527"/>
                  </a:lnTo>
                  <a:lnTo>
                    <a:pt x="4556692" y="1902158"/>
                  </a:lnTo>
                  <a:lnTo>
                    <a:pt x="4542840" y="1902890"/>
                  </a:lnTo>
                  <a:lnTo>
                    <a:pt x="4538740" y="1903087"/>
                  </a:lnTo>
                  <a:lnTo>
                    <a:pt x="4538543" y="1903096"/>
                  </a:lnTo>
                  <a:lnTo>
                    <a:pt x="4016409" y="1903096"/>
                  </a:lnTo>
                  <a:lnTo>
                    <a:pt x="4015160" y="1903062"/>
                  </a:lnTo>
                  <a:lnTo>
                    <a:pt x="4006991" y="1902820"/>
                  </a:lnTo>
                  <a:lnTo>
                    <a:pt x="3986557" y="1902150"/>
                  </a:lnTo>
                  <a:lnTo>
                    <a:pt x="3950429" y="1900834"/>
                  </a:lnTo>
                  <a:lnTo>
                    <a:pt x="3897404" y="1898678"/>
                  </a:lnTo>
                  <a:lnTo>
                    <a:pt x="3828566" y="1895538"/>
                  </a:lnTo>
                  <a:lnTo>
                    <a:pt x="3746915" y="1891327"/>
                  </a:lnTo>
                  <a:lnTo>
                    <a:pt x="3656612" y="1886019"/>
                  </a:lnTo>
                  <a:lnTo>
                    <a:pt x="3562107" y="1879625"/>
                  </a:lnTo>
                  <a:lnTo>
                    <a:pt x="3467392" y="1872173"/>
                  </a:lnTo>
                  <a:lnTo>
                    <a:pt x="3375553" y="1863675"/>
                  </a:lnTo>
                  <a:lnTo>
                    <a:pt x="3288634" y="1854118"/>
                  </a:lnTo>
                  <a:lnTo>
                    <a:pt x="3207716" y="1843445"/>
                  </a:lnTo>
                  <a:lnTo>
                    <a:pt x="3133108" y="1831554"/>
                  </a:lnTo>
                  <a:lnTo>
                    <a:pt x="3064565" y="1818297"/>
                  </a:lnTo>
                  <a:lnTo>
                    <a:pt x="3001482" y="1803484"/>
                  </a:lnTo>
                  <a:lnTo>
                    <a:pt x="2943042" y="1786890"/>
                  </a:lnTo>
                  <a:lnTo>
                    <a:pt x="2888335" y="1768275"/>
                  </a:lnTo>
                  <a:lnTo>
                    <a:pt x="2836439" y="1747410"/>
                  </a:lnTo>
                  <a:lnTo>
                    <a:pt x="2786499" y="1724128"/>
                  </a:lnTo>
                  <a:lnTo>
                    <a:pt x="2770117" y="1715798"/>
                  </a:lnTo>
                  <a:lnTo>
                    <a:pt x="2721525" y="1689136"/>
                  </a:lnTo>
                  <a:lnTo>
                    <a:pt x="2673408" y="1659937"/>
                  </a:lnTo>
                  <a:lnTo>
                    <a:pt x="2625320" y="1628160"/>
                  </a:lnTo>
                  <a:lnTo>
                    <a:pt x="2576948" y="1593836"/>
                  </a:lnTo>
                  <a:lnTo>
                    <a:pt x="2528090" y="1557079"/>
                  </a:lnTo>
                  <a:lnTo>
                    <a:pt x="2478647" y="1518094"/>
                  </a:lnTo>
                  <a:lnTo>
                    <a:pt x="2428608" y="1477174"/>
                  </a:lnTo>
                  <a:lnTo>
                    <a:pt x="2378041" y="1434696"/>
                  </a:lnTo>
                  <a:lnTo>
                    <a:pt x="2327075" y="1391111"/>
                  </a:lnTo>
                  <a:lnTo>
                    <a:pt x="2275883" y="1346922"/>
                  </a:lnTo>
                  <a:lnTo>
                    <a:pt x="2224666" y="1302663"/>
                  </a:lnTo>
                  <a:lnTo>
                    <a:pt x="2173624" y="1258872"/>
                  </a:lnTo>
                  <a:lnTo>
                    <a:pt x="2122939" y="1216063"/>
                  </a:lnTo>
                  <a:lnTo>
                    <a:pt x="2072754" y="1174701"/>
                  </a:lnTo>
                  <a:lnTo>
                    <a:pt x="2023155" y="1135185"/>
                  </a:lnTo>
                  <a:lnTo>
                    <a:pt x="1974152" y="1097830"/>
                  </a:lnTo>
                  <a:lnTo>
                    <a:pt x="1925669" y="1062863"/>
                  </a:lnTo>
                  <a:lnTo>
                    <a:pt x="1877534" y="1030423"/>
                  </a:lnTo>
                  <a:lnTo>
                    <a:pt x="1829461" y="1000560"/>
                  </a:lnTo>
                  <a:lnTo>
                    <a:pt x="1781042" y="973251"/>
                  </a:lnTo>
                  <a:lnTo>
                    <a:pt x="1768425" y="966607"/>
                  </a:lnTo>
                  <a:lnTo>
                    <a:pt x="1718972" y="942502"/>
                  </a:lnTo>
                  <a:lnTo>
                    <a:pt x="1667819" y="920843"/>
                  </a:lnTo>
                  <a:lnTo>
                    <a:pt x="1614153" y="901500"/>
                  </a:lnTo>
                  <a:lnTo>
                    <a:pt x="1557064" y="884257"/>
                  </a:lnTo>
                  <a:lnTo>
                    <a:pt x="1495630" y="868875"/>
                  </a:lnTo>
                  <a:lnTo>
                    <a:pt x="1428992" y="855121"/>
                  </a:lnTo>
                  <a:lnTo>
                    <a:pt x="1356460" y="842792"/>
                  </a:lnTo>
                  <a:lnTo>
                    <a:pt x="1277648" y="831726"/>
                  </a:lnTo>
                  <a:lnTo>
                    <a:pt x="1192657" y="821804"/>
                  </a:lnTo>
                  <a:lnTo>
                    <a:pt x="1102286" y="812956"/>
                  </a:lnTo>
                  <a:lnTo>
                    <a:pt x="1008240" y="805154"/>
                  </a:lnTo>
                  <a:lnTo>
                    <a:pt x="913260" y="798404"/>
                  </a:lnTo>
                  <a:lnTo>
                    <a:pt x="821068" y="792731"/>
                  </a:lnTo>
                  <a:lnTo>
                    <a:pt x="736029" y="788154"/>
                  </a:lnTo>
                  <a:lnTo>
                    <a:pt x="662500" y="784661"/>
                  </a:lnTo>
                  <a:lnTo>
                    <a:pt x="603963" y="782190"/>
                  </a:lnTo>
                  <a:lnTo>
                    <a:pt x="562206" y="780613"/>
                  </a:lnTo>
                  <a:lnTo>
                    <a:pt x="536804" y="779751"/>
                  </a:lnTo>
                  <a:lnTo>
                    <a:pt x="525042" y="779390"/>
                  </a:lnTo>
                  <a:lnTo>
                    <a:pt x="522181" y="779310"/>
                  </a:lnTo>
                  <a:lnTo>
                    <a:pt x="522133" y="779309"/>
                  </a:lnTo>
                  <a:lnTo>
                    <a:pt x="0" y="779309"/>
                  </a:lnTo>
                  <a:lnTo>
                    <a:pt x="0" y="779309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31" name="pg131"/>
            <p:cNvSpPr/>
            <p:nvPr/>
          </p:nvSpPr>
          <p:spPr>
            <a:xfrm>
              <a:off x="386606" y="1162956"/>
              <a:ext cx="8554953" cy="1541677"/>
            </a:xfrm>
            <a:custGeom>
              <a:avLst/>
              <a:pathLst>
                <a:path w="8554953" h="1541677">
                  <a:moveTo>
                    <a:pt x="0" y="406596"/>
                  </a:moveTo>
                  <a:lnTo>
                    <a:pt x="522133" y="406596"/>
                  </a:lnTo>
                  <a:lnTo>
                    <a:pt x="523382" y="406630"/>
                  </a:lnTo>
                  <a:lnTo>
                    <a:pt x="531548" y="406875"/>
                  </a:lnTo>
                  <a:lnTo>
                    <a:pt x="551976" y="407551"/>
                  </a:lnTo>
                  <a:lnTo>
                    <a:pt x="588094" y="408880"/>
                  </a:lnTo>
                  <a:lnTo>
                    <a:pt x="641104" y="411057"/>
                  </a:lnTo>
                  <a:lnTo>
                    <a:pt x="709925" y="414228"/>
                  </a:lnTo>
                  <a:lnTo>
                    <a:pt x="791560" y="418480"/>
                  </a:lnTo>
                  <a:lnTo>
                    <a:pt x="881847" y="423840"/>
                  </a:lnTo>
                  <a:lnTo>
                    <a:pt x="976339" y="430296"/>
                  </a:lnTo>
                  <a:lnTo>
                    <a:pt x="1071046" y="437821"/>
                  </a:lnTo>
                  <a:lnTo>
                    <a:pt x="1162879" y="446402"/>
                  </a:lnTo>
                  <a:lnTo>
                    <a:pt x="1249795" y="456052"/>
                  </a:lnTo>
                  <a:lnTo>
                    <a:pt x="1330713" y="466830"/>
                  </a:lnTo>
                  <a:lnTo>
                    <a:pt x="1405322" y="478837"/>
                  </a:lnTo>
                  <a:lnTo>
                    <a:pt x="1473867" y="492223"/>
                  </a:lnTo>
                  <a:lnTo>
                    <a:pt x="1536952" y="507181"/>
                  </a:lnTo>
                  <a:lnTo>
                    <a:pt x="1595393" y="523936"/>
                  </a:lnTo>
                  <a:lnTo>
                    <a:pt x="1650100" y="542732"/>
                  </a:lnTo>
                  <a:lnTo>
                    <a:pt x="1701995" y="563799"/>
                  </a:lnTo>
                  <a:lnTo>
                    <a:pt x="1751933" y="587307"/>
                  </a:lnTo>
                  <a:lnTo>
                    <a:pt x="1768425" y="595776"/>
                  </a:lnTo>
                  <a:lnTo>
                    <a:pt x="1816930" y="622656"/>
                  </a:lnTo>
                  <a:lnTo>
                    <a:pt x="1864961" y="652088"/>
                  </a:lnTo>
                  <a:lnTo>
                    <a:pt x="1912961" y="684114"/>
                  </a:lnTo>
                  <a:lnTo>
                    <a:pt x="1961244" y="718705"/>
                  </a:lnTo>
                  <a:lnTo>
                    <a:pt x="2010009" y="755745"/>
                  </a:lnTo>
                  <a:lnTo>
                    <a:pt x="2059357" y="795030"/>
                  </a:lnTo>
                  <a:lnTo>
                    <a:pt x="2109299" y="836266"/>
                  </a:lnTo>
                  <a:lnTo>
                    <a:pt x="2159768" y="879076"/>
                  </a:lnTo>
                  <a:lnTo>
                    <a:pt x="2210638" y="923006"/>
                  </a:lnTo>
                  <a:lnTo>
                    <a:pt x="2261735" y="967553"/>
                  </a:lnTo>
                  <a:lnTo>
                    <a:pt x="2312861" y="1012179"/>
                  </a:lnTo>
                  <a:lnTo>
                    <a:pt x="2363817" y="1056346"/>
                  </a:lnTo>
                  <a:lnTo>
                    <a:pt x="2414420" y="1099535"/>
                  </a:lnTo>
                  <a:lnTo>
                    <a:pt x="2464528" y="1141278"/>
                  </a:lnTo>
                  <a:lnTo>
                    <a:pt x="2514053" y="1181173"/>
                  </a:lnTo>
                  <a:lnTo>
                    <a:pt x="2562984" y="1218900"/>
                  </a:lnTo>
                  <a:lnTo>
                    <a:pt x="2611393" y="1254228"/>
                  </a:lnTo>
                  <a:lnTo>
                    <a:pt x="2659449" y="1287017"/>
                  </a:lnTo>
                  <a:lnTo>
                    <a:pt x="2707431" y="1317212"/>
                  </a:lnTo>
                  <a:lnTo>
                    <a:pt x="2755742" y="1344836"/>
                  </a:lnTo>
                  <a:lnTo>
                    <a:pt x="2770117" y="1352497"/>
                  </a:lnTo>
                  <a:lnTo>
                    <a:pt x="2819565" y="1376841"/>
                  </a:lnTo>
                  <a:lnTo>
                    <a:pt x="2870711" y="1398716"/>
                  </a:lnTo>
                  <a:lnTo>
                    <a:pt x="2924371" y="1418253"/>
                  </a:lnTo>
                  <a:lnTo>
                    <a:pt x="2981451" y="1435667"/>
                  </a:lnTo>
                  <a:lnTo>
                    <a:pt x="3042876" y="1451203"/>
                  </a:lnTo>
                  <a:lnTo>
                    <a:pt x="3109503" y="1465095"/>
                  </a:lnTo>
                  <a:lnTo>
                    <a:pt x="3182023" y="1477547"/>
                  </a:lnTo>
                  <a:lnTo>
                    <a:pt x="3260821" y="1488724"/>
                  </a:lnTo>
                  <a:lnTo>
                    <a:pt x="3345797" y="1498745"/>
                  </a:lnTo>
                  <a:lnTo>
                    <a:pt x="3436153" y="1507682"/>
                  </a:lnTo>
                  <a:lnTo>
                    <a:pt x="3530185" y="1515563"/>
                  </a:lnTo>
                  <a:lnTo>
                    <a:pt x="3625156" y="1522382"/>
                  </a:lnTo>
                  <a:lnTo>
                    <a:pt x="3717345" y="1528113"/>
                  </a:lnTo>
                  <a:lnTo>
                    <a:pt x="3802388" y="1532737"/>
                  </a:lnTo>
                  <a:lnTo>
                    <a:pt x="3875931" y="1536266"/>
                  </a:lnTo>
                  <a:lnTo>
                    <a:pt x="3934489" y="1538764"/>
                  </a:lnTo>
                  <a:lnTo>
                    <a:pt x="3976273" y="1540358"/>
                  </a:lnTo>
                  <a:lnTo>
                    <a:pt x="4001702" y="1541230"/>
                  </a:lnTo>
                  <a:lnTo>
                    <a:pt x="4013487" y="1541595"/>
                  </a:lnTo>
                  <a:lnTo>
                    <a:pt x="4016409" y="1541677"/>
                  </a:lnTo>
                  <a:lnTo>
                    <a:pt x="4538543" y="1541677"/>
                  </a:lnTo>
                  <a:lnTo>
                    <a:pt x="4539775" y="1541632"/>
                  </a:lnTo>
                  <a:lnTo>
                    <a:pt x="4547835" y="1541306"/>
                  </a:lnTo>
                  <a:lnTo>
                    <a:pt x="4568007" y="1540407"/>
                  </a:lnTo>
                  <a:lnTo>
                    <a:pt x="4603695" y="1538640"/>
                  </a:lnTo>
                  <a:lnTo>
                    <a:pt x="4656123" y="1535744"/>
                  </a:lnTo>
                  <a:lnTo>
                    <a:pt x="4724268" y="1531523"/>
                  </a:lnTo>
                  <a:lnTo>
                    <a:pt x="4805211" y="1525860"/>
                  </a:lnTo>
                  <a:lnTo>
                    <a:pt x="4894869" y="1518717"/>
                  </a:lnTo>
                  <a:lnTo>
                    <a:pt x="4988849" y="1510109"/>
                  </a:lnTo>
                  <a:lnTo>
                    <a:pt x="5083187" y="1500070"/>
                  </a:lnTo>
                  <a:lnTo>
                    <a:pt x="5174794" y="1488622"/>
                  </a:lnTo>
                  <a:lnTo>
                    <a:pt x="5261606" y="1475746"/>
                  </a:lnTo>
                  <a:lnTo>
                    <a:pt x="5342510" y="1461371"/>
                  </a:lnTo>
                  <a:lnTo>
                    <a:pt x="5417163" y="1445362"/>
                  </a:lnTo>
                  <a:lnTo>
                    <a:pt x="5485778" y="1427526"/>
                  </a:lnTo>
                  <a:lnTo>
                    <a:pt x="5548935" y="1407609"/>
                  </a:lnTo>
                  <a:lnTo>
                    <a:pt x="5607425" y="1385314"/>
                  </a:lnTo>
                  <a:lnTo>
                    <a:pt x="5662145" y="1360319"/>
                  </a:lnTo>
                  <a:lnTo>
                    <a:pt x="5714005" y="1332311"/>
                  </a:lnTo>
                  <a:lnTo>
                    <a:pt x="5763857" y="1301056"/>
                  </a:lnTo>
                  <a:lnTo>
                    <a:pt x="5784835" y="1286613"/>
                  </a:lnTo>
                  <a:lnTo>
                    <a:pt x="5830305" y="1252755"/>
                  </a:lnTo>
                  <a:lnTo>
                    <a:pt x="5875332" y="1215881"/>
                  </a:lnTo>
                  <a:lnTo>
                    <a:pt x="5920290" y="1175935"/>
                  </a:lnTo>
                  <a:lnTo>
                    <a:pt x="5965453" y="1132939"/>
                  </a:lnTo>
                  <a:lnTo>
                    <a:pt x="6011005" y="1086999"/>
                  </a:lnTo>
                  <a:lnTo>
                    <a:pt x="6057051" y="1038313"/>
                  </a:lnTo>
                  <a:lnTo>
                    <a:pt x="6103624" y="987171"/>
                  </a:lnTo>
                  <a:lnTo>
                    <a:pt x="6150694" y="933958"/>
                  </a:lnTo>
                  <a:lnTo>
                    <a:pt x="6198179" y="879137"/>
                  </a:lnTo>
                  <a:lnTo>
                    <a:pt x="6245953" y="823241"/>
                  </a:lnTo>
                  <a:lnTo>
                    <a:pt x="6293863" y="766848"/>
                  </a:lnTo>
                  <a:lnTo>
                    <a:pt x="6341746" y="710558"/>
                  </a:lnTo>
                  <a:lnTo>
                    <a:pt x="6389437" y="654966"/>
                  </a:lnTo>
                  <a:lnTo>
                    <a:pt x="6436792" y="600638"/>
                  </a:lnTo>
                  <a:lnTo>
                    <a:pt x="6483699" y="548083"/>
                  </a:lnTo>
                  <a:lnTo>
                    <a:pt x="6530093" y="497741"/>
                  </a:lnTo>
                  <a:lnTo>
                    <a:pt x="6575963" y="449964"/>
                  </a:lnTo>
                  <a:lnTo>
                    <a:pt x="6621367" y="405012"/>
                  </a:lnTo>
                  <a:lnTo>
                    <a:pt x="6666435" y="363050"/>
                  </a:lnTo>
                  <a:lnTo>
                    <a:pt x="6711381" y="324155"/>
                  </a:lnTo>
                  <a:lnTo>
                    <a:pt x="6756511" y="288321"/>
                  </a:lnTo>
                  <a:lnTo>
                    <a:pt x="6786527" y="266358"/>
                  </a:lnTo>
                  <a:lnTo>
                    <a:pt x="6835746" y="233677"/>
                  </a:lnTo>
                  <a:lnTo>
                    <a:pt x="6886646" y="204296"/>
                  </a:lnTo>
                  <a:lnTo>
                    <a:pt x="6940027" y="178042"/>
                  </a:lnTo>
                  <a:lnTo>
                    <a:pt x="6996786" y="154627"/>
                  </a:lnTo>
                  <a:lnTo>
                    <a:pt x="7057833" y="133728"/>
                  </a:lnTo>
                  <a:lnTo>
                    <a:pt x="7124018" y="115032"/>
                  </a:lnTo>
                  <a:lnTo>
                    <a:pt x="7196026" y="98266"/>
                  </a:lnTo>
                  <a:lnTo>
                    <a:pt x="7274250" y="83209"/>
                  </a:lnTo>
                  <a:lnTo>
                    <a:pt x="7358611" y="69701"/>
                  </a:lnTo>
                  <a:lnTo>
                    <a:pt x="7448353" y="57645"/>
                  </a:lnTo>
                  <a:lnTo>
                    <a:pt x="7541837" y="47000"/>
                  </a:lnTo>
                  <a:lnTo>
                    <a:pt x="7636412" y="37773"/>
                  </a:lnTo>
                  <a:lnTo>
                    <a:pt x="7728453" y="29997"/>
                  </a:lnTo>
                  <a:lnTo>
                    <a:pt x="7813677" y="23700"/>
                  </a:lnTo>
                  <a:lnTo>
                    <a:pt x="7887764" y="18869"/>
                  </a:lnTo>
                  <a:lnTo>
                    <a:pt x="7947191" y="15423"/>
                  </a:lnTo>
                  <a:lnTo>
                    <a:pt x="7990053" y="13201"/>
                  </a:lnTo>
                  <a:lnTo>
                    <a:pt x="8016593" y="11963"/>
                  </a:lnTo>
                  <a:lnTo>
                    <a:pt x="8029310" y="11428"/>
                  </a:lnTo>
                  <a:lnTo>
                    <a:pt x="8032819" y="11294"/>
                  </a:lnTo>
                  <a:lnTo>
                    <a:pt x="8554953" y="11294"/>
                  </a:lnTo>
                  <a:lnTo>
                    <a:pt x="8554953" y="0"/>
                  </a:lnTo>
                  <a:lnTo>
                    <a:pt x="8032819" y="0"/>
                  </a:lnTo>
                  <a:lnTo>
                    <a:pt x="8031587" y="45"/>
                  </a:lnTo>
                  <a:lnTo>
                    <a:pt x="8023527" y="370"/>
                  </a:lnTo>
                  <a:lnTo>
                    <a:pt x="8003355" y="1270"/>
                  </a:lnTo>
                  <a:lnTo>
                    <a:pt x="7967667" y="3037"/>
                  </a:lnTo>
                  <a:lnTo>
                    <a:pt x="7915239" y="5933"/>
                  </a:lnTo>
                  <a:lnTo>
                    <a:pt x="7847094" y="10154"/>
                  </a:lnTo>
                  <a:lnTo>
                    <a:pt x="7766151" y="15817"/>
                  </a:lnTo>
                  <a:lnTo>
                    <a:pt x="7676493" y="22960"/>
                  </a:lnTo>
                  <a:lnTo>
                    <a:pt x="7582513" y="31568"/>
                  </a:lnTo>
                  <a:lnTo>
                    <a:pt x="7488175" y="41607"/>
                  </a:lnTo>
                  <a:lnTo>
                    <a:pt x="7396568" y="53055"/>
                  </a:lnTo>
                  <a:lnTo>
                    <a:pt x="7309756" y="65931"/>
                  </a:lnTo>
                  <a:lnTo>
                    <a:pt x="7228852" y="80306"/>
                  </a:lnTo>
                  <a:lnTo>
                    <a:pt x="7154199" y="96314"/>
                  </a:lnTo>
                  <a:lnTo>
                    <a:pt x="7085584" y="114151"/>
                  </a:lnTo>
                  <a:lnTo>
                    <a:pt x="7022427" y="134068"/>
                  </a:lnTo>
                  <a:lnTo>
                    <a:pt x="6963937" y="156362"/>
                  </a:lnTo>
                  <a:lnTo>
                    <a:pt x="6909217" y="181358"/>
                  </a:lnTo>
                  <a:lnTo>
                    <a:pt x="6857357" y="209366"/>
                  </a:lnTo>
                  <a:lnTo>
                    <a:pt x="6807505" y="240621"/>
                  </a:lnTo>
                  <a:lnTo>
                    <a:pt x="6786527" y="255063"/>
                  </a:lnTo>
                  <a:lnTo>
                    <a:pt x="6741057" y="288922"/>
                  </a:lnTo>
                  <a:lnTo>
                    <a:pt x="6696030" y="325796"/>
                  </a:lnTo>
                  <a:lnTo>
                    <a:pt x="6651072" y="365742"/>
                  </a:lnTo>
                  <a:lnTo>
                    <a:pt x="6605909" y="408737"/>
                  </a:lnTo>
                  <a:lnTo>
                    <a:pt x="6560357" y="454677"/>
                  </a:lnTo>
                  <a:lnTo>
                    <a:pt x="6514311" y="503364"/>
                  </a:lnTo>
                  <a:lnTo>
                    <a:pt x="6467738" y="554506"/>
                  </a:lnTo>
                  <a:lnTo>
                    <a:pt x="6420668" y="607719"/>
                  </a:lnTo>
                  <a:lnTo>
                    <a:pt x="6373183" y="662540"/>
                  </a:lnTo>
                  <a:lnTo>
                    <a:pt x="6325409" y="718436"/>
                  </a:lnTo>
                  <a:lnTo>
                    <a:pt x="6277499" y="774829"/>
                  </a:lnTo>
                  <a:lnTo>
                    <a:pt x="6229616" y="831119"/>
                  </a:lnTo>
                  <a:lnTo>
                    <a:pt x="6181925" y="886710"/>
                  </a:lnTo>
                  <a:lnTo>
                    <a:pt x="6134570" y="941039"/>
                  </a:lnTo>
                  <a:lnTo>
                    <a:pt x="6087663" y="993593"/>
                  </a:lnTo>
                  <a:lnTo>
                    <a:pt x="6041269" y="1043935"/>
                  </a:lnTo>
                  <a:lnTo>
                    <a:pt x="5995399" y="1091712"/>
                  </a:lnTo>
                  <a:lnTo>
                    <a:pt x="5949995" y="1136665"/>
                  </a:lnTo>
                  <a:lnTo>
                    <a:pt x="5904927" y="1178626"/>
                  </a:lnTo>
                  <a:lnTo>
                    <a:pt x="5859981" y="1217521"/>
                  </a:lnTo>
                  <a:lnTo>
                    <a:pt x="5814851" y="1253356"/>
                  </a:lnTo>
                  <a:lnTo>
                    <a:pt x="5784835" y="1275319"/>
                  </a:lnTo>
                  <a:lnTo>
                    <a:pt x="5735616" y="1307999"/>
                  </a:lnTo>
                  <a:lnTo>
                    <a:pt x="5684716" y="1337381"/>
                  </a:lnTo>
                  <a:lnTo>
                    <a:pt x="5631335" y="1363635"/>
                  </a:lnTo>
                  <a:lnTo>
                    <a:pt x="5574576" y="1387050"/>
                  </a:lnTo>
                  <a:lnTo>
                    <a:pt x="5513529" y="1407949"/>
                  </a:lnTo>
                  <a:lnTo>
                    <a:pt x="5447344" y="1426645"/>
                  </a:lnTo>
                  <a:lnTo>
                    <a:pt x="5375336" y="1443411"/>
                  </a:lnTo>
                  <a:lnTo>
                    <a:pt x="5297112" y="1458468"/>
                  </a:lnTo>
                  <a:lnTo>
                    <a:pt x="5212751" y="1471975"/>
                  </a:lnTo>
                  <a:lnTo>
                    <a:pt x="5123009" y="1484032"/>
                  </a:lnTo>
                  <a:lnTo>
                    <a:pt x="5029525" y="1494676"/>
                  </a:lnTo>
                  <a:lnTo>
                    <a:pt x="4934950" y="1503903"/>
                  </a:lnTo>
                  <a:lnTo>
                    <a:pt x="4842908" y="1511679"/>
                  </a:lnTo>
                  <a:lnTo>
                    <a:pt x="4757685" y="1517977"/>
                  </a:lnTo>
                  <a:lnTo>
                    <a:pt x="4683598" y="1522808"/>
                  </a:lnTo>
                  <a:lnTo>
                    <a:pt x="4624171" y="1526253"/>
                  </a:lnTo>
                  <a:lnTo>
                    <a:pt x="4581309" y="1528476"/>
                  </a:lnTo>
                  <a:lnTo>
                    <a:pt x="4554769" y="1529713"/>
                  </a:lnTo>
                  <a:lnTo>
                    <a:pt x="4542052" y="1530249"/>
                  </a:lnTo>
                  <a:lnTo>
                    <a:pt x="4538543" y="1530383"/>
                  </a:lnTo>
                  <a:lnTo>
                    <a:pt x="4016409" y="1530383"/>
                  </a:lnTo>
                  <a:lnTo>
                    <a:pt x="4015160" y="1530349"/>
                  </a:lnTo>
                  <a:lnTo>
                    <a:pt x="4006994" y="1530104"/>
                  </a:lnTo>
                  <a:lnTo>
                    <a:pt x="3986566" y="1529427"/>
                  </a:lnTo>
                  <a:lnTo>
                    <a:pt x="3950449" y="1528099"/>
                  </a:lnTo>
                  <a:lnTo>
                    <a:pt x="3897438" y="1525922"/>
                  </a:lnTo>
                  <a:lnTo>
                    <a:pt x="3828617" y="1522751"/>
                  </a:lnTo>
                  <a:lnTo>
                    <a:pt x="3746982" y="1518499"/>
                  </a:lnTo>
                  <a:lnTo>
                    <a:pt x="3656695" y="1513139"/>
                  </a:lnTo>
                  <a:lnTo>
                    <a:pt x="3562203" y="1506683"/>
                  </a:lnTo>
                  <a:lnTo>
                    <a:pt x="3467496" y="1499157"/>
                  </a:lnTo>
                  <a:lnTo>
                    <a:pt x="3375663" y="1490577"/>
                  </a:lnTo>
                  <a:lnTo>
                    <a:pt x="3288747" y="1480926"/>
                  </a:lnTo>
                  <a:lnTo>
                    <a:pt x="3207829" y="1470149"/>
                  </a:lnTo>
                  <a:lnTo>
                    <a:pt x="3133220" y="1458142"/>
                  </a:lnTo>
                  <a:lnTo>
                    <a:pt x="3064675" y="1444755"/>
                  </a:lnTo>
                  <a:lnTo>
                    <a:pt x="3001590" y="1429798"/>
                  </a:lnTo>
                  <a:lnTo>
                    <a:pt x="2943149" y="1413043"/>
                  </a:lnTo>
                  <a:lnTo>
                    <a:pt x="2888442" y="1394247"/>
                  </a:lnTo>
                  <a:lnTo>
                    <a:pt x="2836547" y="1373179"/>
                  </a:lnTo>
                  <a:lnTo>
                    <a:pt x="2786609" y="1349671"/>
                  </a:lnTo>
                  <a:lnTo>
                    <a:pt x="2770117" y="1341203"/>
                  </a:lnTo>
                  <a:lnTo>
                    <a:pt x="2721612" y="1314323"/>
                  </a:lnTo>
                  <a:lnTo>
                    <a:pt x="2673581" y="1284891"/>
                  </a:lnTo>
                  <a:lnTo>
                    <a:pt x="2625581" y="1252864"/>
                  </a:lnTo>
                  <a:lnTo>
                    <a:pt x="2577299" y="1218274"/>
                  </a:lnTo>
                  <a:lnTo>
                    <a:pt x="2528533" y="1181234"/>
                  </a:lnTo>
                  <a:lnTo>
                    <a:pt x="2479185" y="1141949"/>
                  </a:lnTo>
                  <a:lnTo>
                    <a:pt x="2429243" y="1100712"/>
                  </a:lnTo>
                  <a:lnTo>
                    <a:pt x="2378774" y="1057903"/>
                  </a:lnTo>
                  <a:lnTo>
                    <a:pt x="2327904" y="1013973"/>
                  </a:lnTo>
                  <a:lnTo>
                    <a:pt x="2276808" y="969426"/>
                  </a:lnTo>
                  <a:lnTo>
                    <a:pt x="2225681" y="924799"/>
                  </a:lnTo>
                  <a:lnTo>
                    <a:pt x="2174725" y="880633"/>
                  </a:lnTo>
                  <a:lnTo>
                    <a:pt x="2124122" y="837443"/>
                  </a:lnTo>
                  <a:lnTo>
                    <a:pt x="2074015" y="795701"/>
                  </a:lnTo>
                  <a:lnTo>
                    <a:pt x="2024489" y="755806"/>
                  </a:lnTo>
                  <a:lnTo>
                    <a:pt x="1975558" y="718079"/>
                  </a:lnTo>
                  <a:lnTo>
                    <a:pt x="1927150" y="682751"/>
                  </a:lnTo>
                  <a:lnTo>
                    <a:pt x="1879094" y="649962"/>
                  </a:lnTo>
                  <a:lnTo>
                    <a:pt x="1831111" y="619766"/>
                  </a:lnTo>
                  <a:lnTo>
                    <a:pt x="1782800" y="592143"/>
                  </a:lnTo>
                  <a:lnTo>
                    <a:pt x="1768425" y="584482"/>
                  </a:lnTo>
                  <a:lnTo>
                    <a:pt x="1718978" y="560137"/>
                  </a:lnTo>
                  <a:lnTo>
                    <a:pt x="1667831" y="538262"/>
                  </a:lnTo>
                  <a:lnTo>
                    <a:pt x="1614171" y="518726"/>
                  </a:lnTo>
                  <a:lnTo>
                    <a:pt x="1557091" y="501312"/>
                  </a:lnTo>
                  <a:lnTo>
                    <a:pt x="1495666" y="485776"/>
                  </a:lnTo>
                  <a:lnTo>
                    <a:pt x="1429039" y="471884"/>
                  </a:lnTo>
                  <a:lnTo>
                    <a:pt x="1356519" y="459432"/>
                  </a:lnTo>
                  <a:lnTo>
                    <a:pt x="1277721" y="448254"/>
                  </a:lnTo>
                  <a:lnTo>
                    <a:pt x="1192745" y="438233"/>
                  </a:lnTo>
                  <a:lnTo>
                    <a:pt x="1102389" y="429296"/>
                  </a:lnTo>
                  <a:lnTo>
                    <a:pt x="1008357" y="421415"/>
                  </a:lnTo>
                  <a:lnTo>
                    <a:pt x="913386" y="414597"/>
                  </a:lnTo>
                  <a:lnTo>
                    <a:pt x="821197" y="408865"/>
                  </a:lnTo>
                  <a:lnTo>
                    <a:pt x="736154" y="404241"/>
                  </a:lnTo>
                  <a:lnTo>
                    <a:pt x="662611" y="400713"/>
                  </a:lnTo>
                  <a:lnTo>
                    <a:pt x="604053" y="398215"/>
                  </a:lnTo>
                  <a:lnTo>
                    <a:pt x="562269" y="396621"/>
                  </a:lnTo>
                  <a:lnTo>
                    <a:pt x="536840" y="395749"/>
                  </a:lnTo>
                  <a:lnTo>
                    <a:pt x="525056" y="395384"/>
                  </a:lnTo>
                  <a:lnTo>
                    <a:pt x="522133" y="395301"/>
                  </a:lnTo>
                  <a:lnTo>
                    <a:pt x="0" y="395301"/>
                  </a:lnTo>
                  <a:close/>
                </a:path>
              </a:pathLst>
            </a:custGeom>
            <a:solidFill>
              <a:srgbClr val="8FA8D6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132" name="pl132"/>
            <p:cNvSpPr/>
            <p:nvPr/>
          </p:nvSpPr>
          <p:spPr>
            <a:xfrm>
              <a:off x="386606" y="1174250"/>
              <a:ext cx="8554953" cy="1530383"/>
            </a:xfrm>
            <a:custGeom>
              <a:avLst/>
              <a:pathLst>
                <a:path w="8554953" h="1530383">
                  <a:moveTo>
                    <a:pt x="0" y="395301"/>
                  </a:moveTo>
                  <a:lnTo>
                    <a:pt x="522133" y="395301"/>
                  </a:lnTo>
                  <a:lnTo>
                    <a:pt x="523382" y="395336"/>
                  </a:lnTo>
                  <a:lnTo>
                    <a:pt x="531548" y="395580"/>
                  </a:lnTo>
                  <a:lnTo>
                    <a:pt x="551976" y="396257"/>
                  </a:lnTo>
                  <a:lnTo>
                    <a:pt x="588094" y="397586"/>
                  </a:lnTo>
                  <a:lnTo>
                    <a:pt x="641104" y="399762"/>
                  </a:lnTo>
                  <a:lnTo>
                    <a:pt x="709925" y="402934"/>
                  </a:lnTo>
                  <a:lnTo>
                    <a:pt x="791560" y="407186"/>
                  </a:lnTo>
                  <a:lnTo>
                    <a:pt x="881847" y="412545"/>
                  </a:lnTo>
                  <a:lnTo>
                    <a:pt x="976339" y="419001"/>
                  </a:lnTo>
                  <a:lnTo>
                    <a:pt x="1071046" y="426527"/>
                  </a:lnTo>
                  <a:lnTo>
                    <a:pt x="1162879" y="435107"/>
                  </a:lnTo>
                  <a:lnTo>
                    <a:pt x="1249795" y="444758"/>
                  </a:lnTo>
                  <a:lnTo>
                    <a:pt x="1330713" y="455535"/>
                  </a:lnTo>
                  <a:lnTo>
                    <a:pt x="1405322" y="467543"/>
                  </a:lnTo>
                  <a:lnTo>
                    <a:pt x="1473867" y="480929"/>
                  </a:lnTo>
                  <a:lnTo>
                    <a:pt x="1536952" y="495887"/>
                  </a:lnTo>
                  <a:lnTo>
                    <a:pt x="1595393" y="512642"/>
                  </a:lnTo>
                  <a:lnTo>
                    <a:pt x="1650100" y="531437"/>
                  </a:lnTo>
                  <a:lnTo>
                    <a:pt x="1701995" y="552505"/>
                  </a:lnTo>
                  <a:lnTo>
                    <a:pt x="1751933" y="576013"/>
                  </a:lnTo>
                  <a:lnTo>
                    <a:pt x="1768425" y="584482"/>
                  </a:lnTo>
                  <a:lnTo>
                    <a:pt x="1816930" y="611361"/>
                  </a:lnTo>
                  <a:lnTo>
                    <a:pt x="1864961" y="640793"/>
                  </a:lnTo>
                  <a:lnTo>
                    <a:pt x="1912961" y="672820"/>
                  </a:lnTo>
                  <a:lnTo>
                    <a:pt x="1961244" y="707411"/>
                  </a:lnTo>
                  <a:lnTo>
                    <a:pt x="2010009" y="744451"/>
                  </a:lnTo>
                  <a:lnTo>
                    <a:pt x="2059357" y="783736"/>
                  </a:lnTo>
                  <a:lnTo>
                    <a:pt x="2109299" y="824972"/>
                  </a:lnTo>
                  <a:lnTo>
                    <a:pt x="2159768" y="867781"/>
                  </a:lnTo>
                  <a:lnTo>
                    <a:pt x="2210638" y="911712"/>
                  </a:lnTo>
                  <a:lnTo>
                    <a:pt x="2261735" y="956258"/>
                  </a:lnTo>
                  <a:lnTo>
                    <a:pt x="2312861" y="1000885"/>
                  </a:lnTo>
                  <a:lnTo>
                    <a:pt x="2363817" y="1045052"/>
                  </a:lnTo>
                  <a:lnTo>
                    <a:pt x="2414420" y="1088241"/>
                  </a:lnTo>
                  <a:lnTo>
                    <a:pt x="2464528" y="1129984"/>
                  </a:lnTo>
                  <a:lnTo>
                    <a:pt x="2514053" y="1169878"/>
                  </a:lnTo>
                  <a:lnTo>
                    <a:pt x="2562984" y="1207605"/>
                  </a:lnTo>
                  <a:lnTo>
                    <a:pt x="2611393" y="1242933"/>
                  </a:lnTo>
                  <a:lnTo>
                    <a:pt x="2659449" y="1275723"/>
                  </a:lnTo>
                  <a:lnTo>
                    <a:pt x="2707431" y="1305918"/>
                  </a:lnTo>
                  <a:lnTo>
                    <a:pt x="2755742" y="1333541"/>
                  </a:lnTo>
                  <a:lnTo>
                    <a:pt x="2770117" y="1341203"/>
                  </a:lnTo>
                  <a:lnTo>
                    <a:pt x="2819565" y="1365547"/>
                  </a:lnTo>
                  <a:lnTo>
                    <a:pt x="2870711" y="1387422"/>
                  </a:lnTo>
                  <a:lnTo>
                    <a:pt x="2924371" y="1406958"/>
                  </a:lnTo>
                  <a:lnTo>
                    <a:pt x="2981451" y="1424372"/>
                  </a:lnTo>
                  <a:lnTo>
                    <a:pt x="3042876" y="1439908"/>
                  </a:lnTo>
                  <a:lnTo>
                    <a:pt x="3109503" y="1453800"/>
                  </a:lnTo>
                  <a:lnTo>
                    <a:pt x="3182023" y="1466253"/>
                  </a:lnTo>
                  <a:lnTo>
                    <a:pt x="3260821" y="1477430"/>
                  </a:lnTo>
                  <a:lnTo>
                    <a:pt x="3345797" y="1487451"/>
                  </a:lnTo>
                  <a:lnTo>
                    <a:pt x="3436153" y="1496388"/>
                  </a:lnTo>
                  <a:lnTo>
                    <a:pt x="3530185" y="1504269"/>
                  </a:lnTo>
                  <a:lnTo>
                    <a:pt x="3625156" y="1511088"/>
                  </a:lnTo>
                  <a:lnTo>
                    <a:pt x="3717345" y="1516819"/>
                  </a:lnTo>
                  <a:lnTo>
                    <a:pt x="3802388" y="1521443"/>
                  </a:lnTo>
                  <a:lnTo>
                    <a:pt x="3875931" y="1524972"/>
                  </a:lnTo>
                  <a:lnTo>
                    <a:pt x="3934489" y="1527469"/>
                  </a:lnTo>
                  <a:lnTo>
                    <a:pt x="3976273" y="1529064"/>
                  </a:lnTo>
                  <a:lnTo>
                    <a:pt x="4001702" y="1529936"/>
                  </a:lnTo>
                  <a:lnTo>
                    <a:pt x="4013487" y="1530301"/>
                  </a:lnTo>
                  <a:lnTo>
                    <a:pt x="4016360" y="1530382"/>
                  </a:lnTo>
                  <a:lnTo>
                    <a:pt x="4016409" y="1530383"/>
                  </a:lnTo>
                  <a:lnTo>
                    <a:pt x="4538543" y="1530383"/>
                  </a:lnTo>
                  <a:lnTo>
                    <a:pt x="4539775" y="1530337"/>
                  </a:lnTo>
                  <a:lnTo>
                    <a:pt x="4547835" y="1530012"/>
                  </a:lnTo>
                  <a:lnTo>
                    <a:pt x="4568007" y="1529112"/>
                  </a:lnTo>
                  <a:lnTo>
                    <a:pt x="4603695" y="1527345"/>
                  </a:lnTo>
                  <a:lnTo>
                    <a:pt x="4656123" y="1524450"/>
                  </a:lnTo>
                  <a:lnTo>
                    <a:pt x="4724268" y="1520229"/>
                  </a:lnTo>
                  <a:lnTo>
                    <a:pt x="4805211" y="1514566"/>
                  </a:lnTo>
                  <a:lnTo>
                    <a:pt x="4894869" y="1507423"/>
                  </a:lnTo>
                  <a:lnTo>
                    <a:pt x="4988849" y="1498815"/>
                  </a:lnTo>
                  <a:lnTo>
                    <a:pt x="5083187" y="1488776"/>
                  </a:lnTo>
                  <a:lnTo>
                    <a:pt x="5174794" y="1477327"/>
                  </a:lnTo>
                  <a:lnTo>
                    <a:pt x="5261606" y="1464452"/>
                  </a:lnTo>
                  <a:lnTo>
                    <a:pt x="5342510" y="1450076"/>
                  </a:lnTo>
                  <a:lnTo>
                    <a:pt x="5417163" y="1434068"/>
                  </a:lnTo>
                  <a:lnTo>
                    <a:pt x="5485778" y="1416232"/>
                  </a:lnTo>
                  <a:lnTo>
                    <a:pt x="5548935" y="1396315"/>
                  </a:lnTo>
                  <a:lnTo>
                    <a:pt x="5607425" y="1374020"/>
                  </a:lnTo>
                  <a:lnTo>
                    <a:pt x="5662145" y="1349024"/>
                  </a:lnTo>
                  <a:lnTo>
                    <a:pt x="5714005" y="1321016"/>
                  </a:lnTo>
                  <a:lnTo>
                    <a:pt x="5763857" y="1289762"/>
                  </a:lnTo>
                  <a:lnTo>
                    <a:pt x="5784835" y="1275319"/>
                  </a:lnTo>
                  <a:lnTo>
                    <a:pt x="5830305" y="1241461"/>
                  </a:lnTo>
                  <a:lnTo>
                    <a:pt x="5875332" y="1204586"/>
                  </a:lnTo>
                  <a:lnTo>
                    <a:pt x="5920290" y="1164641"/>
                  </a:lnTo>
                  <a:lnTo>
                    <a:pt x="5965453" y="1121645"/>
                  </a:lnTo>
                  <a:lnTo>
                    <a:pt x="6011005" y="1075705"/>
                  </a:lnTo>
                  <a:lnTo>
                    <a:pt x="6057051" y="1027018"/>
                  </a:lnTo>
                  <a:lnTo>
                    <a:pt x="6103624" y="975877"/>
                  </a:lnTo>
                  <a:lnTo>
                    <a:pt x="6150694" y="922663"/>
                  </a:lnTo>
                  <a:lnTo>
                    <a:pt x="6198179" y="867843"/>
                  </a:lnTo>
                  <a:lnTo>
                    <a:pt x="6245953" y="811947"/>
                  </a:lnTo>
                  <a:lnTo>
                    <a:pt x="6293863" y="755554"/>
                  </a:lnTo>
                  <a:lnTo>
                    <a:pt x="6341746" y="699264"/>
                  </a:lnTo>
                  <a:lnTo>
                    <a:pt x="6389437" y="643672"/>
                  </a:lnTo>
                  <a:lnTo>
                    <a:pt x="6436792" y="589343"/>
                  </a:lnTo>
                  <a:lnTo>
                    <a:pt x="6483699" y="536789"/>
                  </a:lnTo>
                  <a:lnTo>
                    <a:pt x="6530093" y="486447"/>
                  </a:lnTo>
                  <a:lnTo>
                    <a:pt x="6575963" y="438670"/>
                  </a:lnTo>
                  <a:lnTo>
                    <a:pt x="6621367" y="393718"/>
                  </a:lnTo>
                  <a:lnTo>
                    <a:pt x="6666435" y="351756"/>
                  </a:lnTo>
                  <a:lnTo>
                    <a:pt x="6711381" y="312861"/>
                  </a:lnTo>
                  <a:lnTo>
                    <a:pt x="6756511" y="277026"/>
                  </a:lnTo>
                  <a:lnTo>
                    <a:pt x="6786527" y="255063"/>
                  </a:lnTo>
                  <a:lnTo>
                    <a:pt x="6835746" y="222383"/>
                  </a:lnTo>
                  <a:lnTo>
                    <a:pt x="6886646" y="193001"/>
                  </a:lnTo>
                  <a:lnTo>
                    <a:pt x="6940027" y="166748"/>
                  </a:lnTo>
                  <a:lnTo>
                    <a:pt x="6996786" y="143333"/>
                  </a:lnTo>
                  <a:lnTo>
                    <a:pt x="7057833" y="122433"/>
                  </a:lnTo>
                  <a:lnTo>
                    <a:pt x="7124018" y="103737"/>
                  </a:lnTo>
                  <a:lnTo>
                    <a:pt x="7196026" y="86971"/>
                  </a:lnTo>
                  <a:lnTo>
                    <a:pt x="7274250" y="71915"/>
                  </a:lnTo>
                  <a:lnTo>
                    <a:pt x="7358611" y="58407"/>
                  </a:lnTo>
                  <a:lnTo>
                    <a:pt x="7448353" y="46351"/>
                  </a:lnTo>
                  <a:lnTo>
                    <a:pt x="7541837" y="35706"/>
                  </a:lnTo>
                  <a:lnTo>
                    <a:pt x="7636412" y="26479"/>
                  </a:lnTo>
                  <a:lnTo>
                    <a:pt x="7728453" y="18703"/>
                  </a:lnTo>
                  <a:lnTo>
                    <a:pt x="7813677" y="12405"/>
                  </a:lnTo>
                  <a:lnTo>
                    <a:pt x="7887764" y="7574"/>
                  </a:lnTo>
                  <a:lnTo>
                    <a:pt x="7947191" y="4129"/>
                  </a:lnTo>
                  <a:lnTo>
                    <a:pt x="7990053" y="1906"/>
                  </a:lnTo>
                  <a:lnTo>
                    <a:pt x="8016593" y="669"/>
                  </a:lnTo>
                  <a:lnTo>
                    <a:pt x="8029310" y="134"/>
                  </a:lnTo>
                  <a:lnTo>
                    <a:pt x="8032718" y="3"/>
                  </a:lnTo>
                  <a:lnTo>
                    <a:pt x="8032819" y="0"/>
                  </a:lnTo>
                  <a:lnTo>
                    <a:pt x="8554953" y="0"/>
                  </a:lnTo>
                  <a:lnTo>
                    <a:pt x="8554953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33" name="pl133"/>
            <p:cNvSpPr/>
            <p:nvPr/>
          </p:nvSpPr>
          <p:spPr>
            <a:xfrm>
              <a:off x="386606" y="1162956"/>
              <a:ext cx="8554953" cy="1530383"/>
            </a:xfrm>
            <a:custGeom>
              <a:avLst/>
              <a:pathLst>
                <a:path w="8554953" h="1530383">
                  <a:moveTo>
                    <a:pt x="8554953" y="0"/>
                  </a:moveTo>
                  <a:lnTo>
                    <a:pt x="8032819" y="0"/>
                  </a:lnTo>
                  <a:lnTo>
                    <a:pt x="8031587" y="45"/>
                  </a:lnTo>
                  <a:lnTo>
                    <a:pt x="8023527" y="370"/>
                  </a:lnTo>
                  <a:lnTo>
                    <a:pt x="8003355" y="1270"/>
                  </a:lnTo>
                  <a:lnTo>
                    <a:pt x="7967667" y="3037"/>
                  </a:lnTo>
                  <a:lnTo>
                    <a:pt x="7915239" y="5933"/>
                  </a:lnTo>
                  <a:lnTo>
                    <a:pt x="7847094" y="10154"/>
                  </a:lnTo>
                  <a:lnTo>
                    <a:pt x="7766151" y="15817"/>
                  </a:lnTo>
                  <a:lnTo>
                    <a:pt x="7676493" y="22960"/>
                  </a:lnTo>
                  <a:lnTo>
                    <a:pt x="7582513" y="31568"/>
                  </a:lnTo>
                  <a:lnTo>
                    <a:pt x="7488175" y="41607"/>
                  </a:lnTo>
                  <a:lnTo>
                    <a:pt x="7396568" y="53055"/>
                  </a:lnTo>
                  <a:lnTo>
                    <a:pt x="7309756" y="65931"/>
                  </a:lnTo>
                  <a:lnTo>
                    <a:pt x="7228852" y="80306"/>
                  </a:lnTo>
                  <a:lnTo>
                    <a:pt x="7154199" y="96314"/>
                  </a:lnTo>
                  <a:lnTo>
                    <a:pt x="7085584" y="114151"/>
                  </a:lnTo>
                  <a:lnTo>
                    <a:pt x="7022427" y="134068"/>
                  </a:lnTo>
                  <a:lnTo>
                    <a:pt x="6963937" y="156362"/>
                  </a:lnTo>
                  <a:lnTo>
                    <a:pt x="6909217" y="181358"/>
                  </a:lnTo>
                  <a:lnTo>
                    <a:pt x="6857357" y="209366"/>
                  </a:lnTo>
                  <a:lnTo>
                    <a:pt x="6807505" y="240621"/>
                  </a:lnTo>
                  <a:lnTo>
                    <a:pt x="6786527" y="255063"/>
                  </a:lnTo>
                  <a:lnTo>
                    <a:pt x="6741057" y="288922"/>
                  </a:lnTo>
                  <a:lnTo>
                    <a:pt x="6696030" y="325796"/>
                  </a:lnTo>
                  <a:lnTo>
                    <a:pt x="6651072" y="365742"/>
                  </a:lnTo>
                  <a:lnTo>
                    <a:pt x="6605909" y="408737"/>
                  </a:lnTo>
                  <a:lnTo>
                    <a:pt x="6560357" y="454677"/>
                  </a:lnTo>
                  <a:lnTo>
                    <a:pt x="6514311" y="503364"/>
                  </a:lnTo>
                  <a:lnTo>
                    <a:pt x="6467738" y="554506"/>
                  </a:lnTo>
                  <a:lnTo>
                    <a:pt x="6420668" y="607719"/>
                  </a:lnTo>
                  <a:lnTo>
                    <a:pt x="6373183" y="662540"/>
                  </a:lnTo>
                  <a:lnTo>
                    <a:pt x="6325409" y="718436"/>
                  </a:lnTo>
                  <a:lnTo>
                    <a:pt x="6277499" y="774829"/>
                  </a:lnTo>
                  <a:lnTo>
                    <a:pt x="6229616" y="831119"/>
                  </a:lnTo>
                  <a:lnTo>
                    <a:pt x="6181925" y="886710"/>
                  </a:lnTo>
                  <a:lnTo>
                    <a:pt x="6134570" y="941039"/>
                  </a:lnTo>
                  <a:lnTo>
                    <a:pt x="6087663" y="993593"/>
                  </a:lnTo>
                  <a:lnTo>
                    <a:pt x="6041269" y="1043935"/>
                  </a:lnTo>
                  <a:lnTo>
                    <a:pt x="5995399" y="1091712"/>
                  </a:lnTo>
                  <a:lnTo>
                    <a:pt x="5949995" y="1136665"/>
                  </a:lnTo>
                  <a:lnTo>
                    <a:pt x="5904927" y="1178626"/>
                  </a:lnTo>
                  <a:lnTo>
                    <a:pt x="5859981" y="1217521"/>
                  </a:lnTo>
                  <a:lnTo>
                    <a:pt x="5814851" y="1253356"/>
                  </a:lnTo>
                  <a:lnTo>
                    <a:pt x="5784835" y="1275319"/>
                  </a:lnTo>
                  <a:lnTo>
                    <a:pt x="5735616" y="1307999"/>
                  </a:lnTo>
                  <a:lnTo>
                    <a:pt x="5684716" y="1337381"/>
                  </a:lnTo>
                  <a:lnTo>
                    <a:pt x="5631335" y="1363635"/>
                  </a:lnTo>
                  <a:lnTo>
                    <a:pt x="5574576" y="1387050"/>
                  </a:lnTo>
                  <a:lnTo>
                    <a:pt x="5513529" y="1407949"/>
                  </a:lnTo>
                  <a:lnTo>
                    <a:pt x="5447344" y="1426645"/>
                  </a:lnTo>
                  <a:lnTo>
                    <a:pt x="5375336" y="1443411"/>
                  </a:lnTo>
                  <a:lnTo>
                    <a:pt x="5297112" y="1458468"/>
                  </a:lnTo>
                  <a:lnTo>
                    <a:pt x="5212751" y="1471975"/>
                  </a:lnTo>
                  <a:lnTo>
                    <a:pt x="5123009" y="1484032"/>
                  </a:lnTo>
                  <a:lnTo>
                    <a:pt x="5029525" y="1494676"/>
                  </a:lnTo>
                  <a:lnTo>
                    <a:pt x="4934950" y="1503903"/>
                  </a:lnTo>
                  <a:lnTo>
                    <a:pt x="4842908" y="1511679"/>
                  </a:lnTo>
                  <a:lnTo>
                    <a:pt x="4757685" y="1517977"/>
                  </a:lnTo>
                  <a:lnTo>
                    <a:pt x="4683598" y="1522808"/>
                  </a:lnTo>
                  <a:lnTo>
                    <a:pt x="4624171" y="1526253"/>
                  </a:lnTo>
                  <a:lnTo>
                    <a:pt x="4581309" y="1528476"/>
                  </a:lnTo>
                  <a:lnTo>
                    <a:pt x="4554769" y="1529713"/>
                  </a:lnTo>
                  <a:lnTo>
                    <a:pt x="4542052" y="1530249"/>
                  </a:lnTo>
                  <a:lnTo>
                    <a:pt x="4538644" y="1530379"/>
                  </a:lnTo>
                  <a:lnTo>
                    <a:pt x="4538543" y="1530383"/>
                  </a:lnTo>
                  <a:lnTo>
                    <a:pt x="4016409" y="1530383"/>
                  </a:lnTo>
                  <a:lnTo>
                    <a:pt x="4015160" y="1530349"/>
                  </a:lnTo>
                  <a:lnTo>
                    <a:pt x="4006994" y="1530104"/>
                  </a:lnTo>
                  <a:lnTo>
                    <a:pt x="3986566" y="1529427"/>
                  </a:lnTo>
                  <a:lnTo>
                    <a:pt x="3950449" y="1528099"/>
                  </a:lnTo>
                  <a:lnTo>
                    <a:pt x="3897438" y="1525922"/>
                  </a:lnTo>
                  <a:lnTo>
                    <a:pt x="3828617" y="1522751"/>
                  </a:lnTo>
                  <a:lnTo>
                    <a:pt x="3746982" y="1518499"/>
                  </a:lnTo>
                  <a:lnTo>
                    <a:pt x="3656695" y="1513139"/>
                  </a:lnTo>
                  <a:lnTo>
                    <a:pt x="3562203" y="1506683"/>
                  </a:lnTo>
                  <a:lnTo>
                    <a:pt x="3467496" y="1499157"/>
                  </a:lnTo>
                  <a:lnTo>
                    <a:pt x="3375663" y="1490577"/>
                  </a:lnTo>
                  <a:lnTo>
                    <a:pt x="3288747" y="1480926"/>
                  </a:lnTo>
                  <a:lnTo>
                    <a:pt x="3207829" y="1470149"/>
                  </a:lnTo>
                  <a:lnTo>
                    <a:pt x="3133220" y="1458142"/>
                  </a:lnTo>
                  <a:lnTo>
                    <a:pt x="3064675" y="1444755"/>
                  </a:lnTo>
                  <a:lnTo>
                    <a:pt x="3001590" y="1429798"/>
                  </a:lnTo>
                  <a:lnTo>
                    <a:pt x="2943149" y="1413043"/>
                  </a:lnTo>
                  <a:lnTo>
                    <a:pt x="2888442" y="1394247"/>
                  </a:lnTo>
                  <a:lnTo>
                    <a:pt x="2836547" y="1373179"/>
                  </a:lnTo>
                  <a:lnTo>
                    <a:pt x="2786609" y="1349671"/>
                  </a:lnTo>
                  <a:lnTo>
                    <a:pt x="2770117" y="1341203"/>
                  </a:lnTo>
                  <a:lnTo>
                    <a:pt x="2721612" y="1314323"/>
                  </a:lnTo>
                  <a:lnTo>
                    <a:pt x="2673581" y="1284891"/>
                  </a:lnTo>
                  <a:lnTo>
                    <a:pt x="2625581" y="1252864"/>
                  </a:lnTo>
                  <a:lnTo>
                    <a:pt x="2577299" y="1218274"/>
                  </a:lnTo>
                  <a:lnTo>
                    <a:pt x="2528533" y="1181234"/>
                  </a:lnTo>
                  <a:lnTo>
                    <a:pt x="2479185" y="1141949"/>
                  </a:lnTo>
                  <a:lnTo>
                    <a:pt x="2429243" y="1100712"/>
                  </a:lnTo>
                  <a:lnTo>
                    <a:pt x="2378774" y="1057903"/>
                  </a:lnTo>
                  <a:lnTo>
                    <a:pt x="2327904" y="1013973"/>
                  </a:lnTo>
                  <a:lnTo>
                    <a:pt x="2276808" y="969426"/>
                  </a:lnTo>
                  <a:lnTo>
                    <a:pt x="2225681" y="924799"/>
                  </a:lnTo>
                  <a:lnTo>
                    <a:pt x="2174725" y="880633"/>
                  </a:lnTo>
                  <a:lnTo>
                    <a:pt x="2124122" y="837443"/>
                  </a:lnTo>
                  <a:lnTo>
                    <a:pt x="2074015" y="795701"/>
                  </a:lnTo>
                  <a:lnTo>
                    <a:pt x="2024489" y="755806"/>
                  </a:lnTo>
                  <a:lnTo>
                    <a:pt x="1975558" y="718079"/>
                  </a:lnTo>
                  <a:lnTo>
                    <a:pt x="1927150" y="682751"/>
                  </a:lnTo>
                  <a:lnTo>
                    <a:pt x="1879094" y="649962"/>
                  </a:lnTo>
                  <a:lnTo>
                    <a:pt x="1831111" y="619766"/>
                  </a:lnTo>
                  <a:lnTo>
                    <a:pt x="1782800" y="592143"/>
                  </a:lnTo>
                  <a:lnTo>
                    <a:pt x="1768425" y="584482"/>
                  </a:lnTo>
                  <a:lnTo>
                    <a:pt x="1718978" y="560137"/>
                  </a:lnTo>
                  <a:lnTo>
                    <a:pt x="1667831" y="538262"/>
                  </a:lnTo>
                  <a:lnTo>
                    <a:pt x="1614171" y="518726"/>
                  </a:lnTo>
                  <a:lnTo>
                    <a:pt x="1557091" y="501312"/>
                  </a:lnTo>
                  <a:lnTo>
                    <a:pt x="1495666" y="485776"/>
                  </a:lnTo>
                  <a:lnTo>
                    <a:pt x="1429039" y="471884"/>
                  </a:lnTo>
                  <a:lnTo>
                    <a:pt x="1356519" y="459432"/>
                  </a:lnTo>
                  <a:lnTo>
                    <a:pt x="1277721" y="448254"/>
                  </a:lnTo>
                  <a:lnTo>
                    <a:pt x="1192745" y="438233"/>
                  </a:lnTo>
                  <a:lnTo>
                    <a:pt x="1102389" y="429296"/>
                  </a:lnTo>
                  <a:lnTo>
                    <a:pt x="1008357" y="421415"/>
                  </a:lnTo>
                  <a:lnTo>
                    <a:pt x="913386" y="414597"/>
                  </a:lnTo>
                  <a:lnTo>
                    <a:pt x="821197" y="408865"/>
                  </a:lnTo>
                  <a:lnTo>
                    <a:pt x="736154" y="404241"/>
                  </a:lnTo>
                  <a:lnTo>
                    <a:pt x="662611" y="400713"/>
                  </a:lnTo>
                  <a:lnTo>
                    <a:pt x="604053" y="398215"/>
                  </a:lnTo>
                  <a:lnTo>
                    <a:pt x="562269" y="396621"/>
                  </a:lnTo>
                  <a:lnTo>
                    <a:pt x="536840" y="395749"/>
                  </a:lnTo>
                  <a:lnTo>
                    <a:pt x="525056" y="395384"/>
                  </a:lnTo>
                  <a:lnTo>
                    <a:pt x="522182" y="395303"/>
                  </a:lnTo>
                  <a:lnTo>
                    <a:pt x="522133" y="395301"/>
                  </a:lnTo>
                  <a:lnTo>
                    <a:pt x="0" y="395301"/>
                  </a:lnTo>
                  <a:lnTo>
                    <a:pt x="0" y="395301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34" name="pg134"/>
            <p:cNvSpPr/>
            <p:nvPr/>
          </p:nvSpPr>
          <p:spPr>
            <a:xfrm>
              <a:off x="386606" y="1501786"/>
              <a:ext cx="8554953" cy="1214141"/>
            </a:xfrm>
            <a:custGeom>
              <a:avLst/>
              <a:pathLst>
                <a:path w="8554953" h="1214141">
                  <a:moveTo>
                    <a:pt x="0" y="73413"/>
                  </a:moveTo>
                  <a:lnTo>
                    <a:pt x="522133" y="73413"/>
                  </a:lnTo>
                  <a:lnTo>
                    <a:pt x="523381" y="73447"/>
                  </a:lnTo>
                  <a:lnTo>
                    <a:pt x="531547" y="73693"/>
                  </a:lnTo>
                  <a:lnTo>
                    <a:pt x="551972" y="74373"/>
                  </a:lnTo>
                  <a:lnTo>
                    <a:pt x="588084" y="75708"/>
                  </a:lnTo>
                  <a:lnTo>
                    <a:pt x="641087" y="77895"/>
                  </a:lnTo>
                  <a:lnTo>
                    <a:pt x="709899" y="81082"/>
                  </a:lnTo>
                  <a:lnTo>
                    <a:pt x="791526" y="85354"/>
                  </a:lnTo>
                  <a:lnTo>
                    <a:pt x="881805" y="90740"/>
                  </a:lnTo>
                  <a:lnTo>
                    <a:pt x="976291" y="97227"/>
                  </a:lnTo>
                  <a:lnTo>
                    <a:pt x="1070993" y="104789"/>
                  </a:lnTo>
                  <a:lnTo>
                    <a:pt x="1162824" y="113411"/>
                  </a:lnTo>
                  <a:lnTo>
                    <a:pt x="1249739" y="123108"/>
                  </a:lnTo>
                  <a:lnTo>
                    <a:pt x="1330656" y="133938"/>
                  </a:lnTo>
                  <a:lnTo>
                    <a:pt x="1405266" y="146003"/>
                  </a:lnTo>
                  <a:lnTo>
                    <a:pt x="1473812" y="159454"/>
                  </a:lnTo>
                  <a:lnTo>
                    <a:pt x="1536898" y="174484"/>
                  </a:lnTo>
                  <a:lnTo>
                    <a:pt x="1595339" y="191320"/>
                  </a:lnTo>
                  <a:lnTo>
                    <a:pt x="1650046" y="210206"/>
                  </a:lnTo>
                  <a:lnTo>
                    <a:pt x="1701941" y="231375"/>
                  </a:lnTo>
                  <a:lnTo>
                    <a:pt x="1751878" y="254995"/>
                  </a:lnTo>
                  <a:lnTo>
                    <a:pt x="1768425" y="263534"/>
                  </a:lnTo>
                  <a:lnTo>
                    <a:pt x="1816886" y="290522"/>
                  </a:lnTo>
                  <a:lnTo>
                    <a:pt x="1864874" y="320070"/>
                  </a:lnTo>
                  <a:lnTo>
                    <a:pt x="1912831" y="352221"/>
                  </a:lnTo>
                  <a:lnTo>
                    <a:pt x="1961068" y="386945"/>
                  </a:lnTo>
                  <a:lnTo>
                    <a:pt x="2009787" y="424125"/>
                  </a:lnTo>
                  <a:lnTo>
                    <a:pt x="2059088" y="463560"/>
                  </a:lnTo>
                  <a:lnTo>
                    <a:pt x="2108981" y="504953"/>
                  </a:lnTo>
                  <a:lnTo>
                    <a:pt x="2159402" y="547927"/>
                  </a:lnTo>
                  <a:lnTo>
                    <a:pt x="2210223" y="592030"/>
                  </a:lnTo>
                  <a:lnTo>
                    <a:pt x="2261272" y="636755"/>
                  </a:lnTo>
                  <a:lnTo>
                    <a:pt x="2312353" y="681565"/>
                  </a:lnTo>
                  <a:lnTo>
                    <a:pt x="2363266" y="725918"/>
                  </a:lnTo>
                  <a:lnTo>
                    <a:pt x="2413828" y="769297"/>
                  </a:lnTo>
                  <a:lnTo>
                    <a:pt x="2463897" y="811230"/>
                  </a:lnTo>
                  <a:lnTo>
                    <a:pt x="2513386" y="851314"/>
                  </a:lnTo>
                  <a:lnTo>
                    <a:pt x="2562280" y="889226"/>
                  </a:lnTo>
                  <a:lnTo>
                    <a:pt x="2610652" y="924735"/>
                  </a:lnTo>
                  <a:lnTo>
                    <a:pt x="2658668" y="957699"/>
                  </a:lnTo>
                  <a:lnTo>
                    <a:pt x="2706605" y="988060"/>
                  </a:lnTo>
                  <a:lnTo>
                    <a:pt x="2754862" y="1015841"/>
                  </a:lnTo>
                  <a:lnTo>
                    <a:pt x="2770117" y="1024020"/>
                  </a:lnTo>
                  <a:lnTo>
                    <a:pt x="2819562" y="1048484"/>
                  </a:lnTo>
                  <a:lnTo>
                    <a:pt x="2870706" y="1070467"/>
                  </a:lnTo>
                  <a:lnTo>
                    <a:pt x="2924362" y="1090099"/>
                  </a:lnTo>
                  <a:lnTo>
                    <a:pt x="2981438" y="1107600"/>
                  </a:lnTo>
                  <a:lnTo>
                    <a:pt x="3042858" y="1123213"/>
                  </a:lnTo>
                  <a:lnTo>
                    <a:pt x="3109480" y="1137173"/>
                  </a:lnTo>
                  <a:lnTo>
                    <a:pt x="3181993" y="1149687"/>
                  </a:lnTo>
                  <a:lnTo>
                    <a:pt x="3260784" y="1160920"/>
                  </a:lnTo>
                  <a:lnTo>
                    <a:pt x="3345752" y="1170991"/>
                  </a:lnTo>
                  <a:lnTo>
                    <a:pt x="3436101" y="1179973"/>
                  </a:lnTo>
                  <a:lnTo>
                    <a:pt x="3530127" y="1187893"/>
                  </a:lnTo>
                  <a:lnTo>
                    <a:pt x="3625093" y="1194746"/>
                  </a:lnTo>
                  <a:lnTo>
                    <a:pt x="3717280" y="1200506"/>
                  </a:lnTo>
                  <a:lnTo>
                    <a:pt x="3802325" y="1205154"/>
                  </a:lnTo>
                  <a:lnTo>
                    <a:pt x="3875875" y="1208701"/>
                  </a:lnTo>
                  <a:lnTo>
                    <a:pt x="3934444" y="1211212"/>
                  </a:lnTo>
                  <a:lnTo>
                    <a:pt x="3976241" y="1212814"/>
                  </a:lnTo>
                  <a:lnTo>
                    <a:pt x="4001684" y="1213691"/>
                  </a:lnTo>
                  <a:lnTo>
                    <a:pt x="4013480" y="1214058"/>
                  </a:lnTo>
                  <a:lnTo>
                    <a:pt x="4016409" y="1214141"/>
                  </a:lnTo>
                  <a:lnTo>
                    <a:pt x="4538543" y="1214141"/>
                  </a:lnTo>
                  <a:lnTo>
                    <a:pt x="4539789" y="1214105"/>
                  </a:lnTo>
                  <a:lnTo>
                    <a:pt x="4547938" y="1213845"/>
                  </a:lnTo>
                  <a:lnTo>
                    <a:pt x="4568323" y="1213126"/>
                  </a:lnTo>
                  <a:lnTo>
                    <a:pt x="4604370" y="1211715"/>
                  </a:lnTo>
                  <a:lnTo>
                    <a:pt x="4657284" y="1209403"/>
                  </a:lnTo>
                  <a:lnTo>
                    <a:pt x="4725993" y="1206033"/>
                  </a:lnTo>
                  <a:lnTo>
                    <a:pt x="4807514" y="1201516"/>
                  </a:lnTo>
                  <a:lnTo>
                    <a:pt x="4897698" y="1195820"/>
                  </a:lnTo>
                  <a:lnTo>
                    <a:pt x="4992106" y="1188959"/>
                  </a:lnTo>
                  <a:lnTo>
                    <a:pt x="5086752" y="1180961"/>
                  </a:lnTo>
                  <a:lnTo>
                    <a:pt x="5178549" y="1171841"/>
                  </a:lnTo>
                  <a:lnTo>
                    <a:pt x="5265448" y="1161584"/>
                  </a:lnTo>
                  <a:lnTo>
                    <a:pt x="5346364" y="1150130"/>
                  </a:lnTo>
                  <a:lnTo>
                    <a:pt x="5420981" y="1137370"/>
                  </a:lnTo>
                  <a:lnTo>
                    <a:pt x="5489537" y="1123145"/>
                  </a:lnTo>
                  <a:lnTo>
                    <a:pt x="5552634" y="1107253"/>
                  </a:lnTo>
                  <a:lnTo>
                    <a:pt x="5611083" y="1089453"/>
                  </a:lnTo>
                  <a:lnTo>
                    <a:pt x="5665792" y="1069487"/>
                  </a:lnTo>
                  <a:lnTo>
                    <a:pt x="5717681" y="1047108"/>
                  </a:lnTo>
                  <a:lnTo>
                    <a:pt x="5767604" y="1022137"/>
                  </a:lnTo>
                  <a:lnTo>
                    <a:pt x="5784835" y="1012726"/>
                  </a:lnTo>
                  <a:lnTo>
                    <a:pt x="5832773" y="984460"/>
                  </a:lnTo>
                  <a:lnTo>
                    <a:pt x="5880242" y="953542"/>
                  </a:lnTo>
                  <a:lnTo>
                    <a:pt x="5927672" y="919925"/>
                  </a:lnTo>
                  <a:lnTo>
                    <a:pt x="5975370" y="883640"/>
                  </a:lnTo>
                  <a:lnTo>
                    <a:pt x="6023532" y="844801"/>
                  </a:lnTo>
                  <a:lnTo>
                    <a:pt x="6072261" y="803612"/>
                  </a:lnTo>
                  <a:lnTo>
                    <a:pt x="6121571" y="760369"/>
                  </a:lnTo>
                  <a:lnTo>
                    <a:pt x="6171405" y="715455"/>
                  </a:lnTo>
                  <a:lnTo>
                    <a:pt x="6221643" y="669329"/>
                  </a:lnTo>
                  <a:lnTo>
                    <a:pt x="6272123" y="622504"/>
                  </a:lnTo>
                  <a:lnTo>
                    <a:pt x="6322655" y="575529"/>
                  </a:lnTo>
                  <a:lnTo>
                    <a:pt x="6373045" y="528961"/>
                  </a:lnTo>
                  <a:lnTo>
                    <a:pt x="6423113" y="483335"/>
                  </a:lnTo>
                  <a:lnTo>
                    <a:pt x="6472716" y="439143"/>
                  </a:lnTo>
                  <a:lnTo>
                    <a:pt x="6521760" y="396810"/>
                  </a:lnTo>
                  <a:lnTo>
                    <a:pt x="6570219" y="356679"/>
                  </a:lnTo>
                  <a:lnTo>
                    <a:pt x="6618148" y="319003"/>
                  </a:lnTo>
                  <a:lnTo>
                    <a:pt x="6665691" y="283946"/>
                  </a:lnTo>
                  <a:lnTo>
                    <a:pt x="6713094" y="251582"/>
                  </a:lnTo>
                  <a:lnTo>
                    <a:pt x="6760719" y="221903"/>
                  </a:lnTo>
                  <a:lnTo>
                    <a:pt x="6786527" y="207062"/>
                  </a:lnTo>
                  <a:lnTo>
                    <a:pt x="6835937" y="181162"/>
                  </a:lnTo>
                  <a:lnTo>
                    <a:pt x="6887043" y="157887"/>
                  </a:lnTo>
                  <a:lnTo>
                    <a:pt x="6940657" y="137098"/>
                  </a:lnTo>
                  <a:lnTo>
                    <a:pt x="6997684" y="118566"/>
                  </a:lnTo>
                  <a:lnTo>
                    <a:pt x="7059046" y="102031"/>
                  </a:lnTo>
                  <a:lnTo>
                    <a:pt x="7125600" y="87245"/>
                  </a:lnTo>
                  <a:lnTo>
                    <a:pt x="7198036" y="73991"/>
                  </a:lnTo>
                  <a:lnTo>
                    <a:pt x="7276739" y="62092"/>
                  </a:lnTo>
                  <a:lnTo>
                    <a:pt x="7361613" y="51423"/>
                  </a:lnTo>
                  <a:lnTo>
                    <a:pt x="7451868" y="41907"/>
                  </a:lnTo>
                  <a:lnTo>
                    <a:pt x="7545811" y="33514"/>
                  </a:lnTo>
                  <a:lnTo>
                    <a:pt x="7640717" y="26250"/>
                  </a:lnTo>
                  <a:lnTo>
                    <a:pt x="7732883" y="20142"/>
                  </a:lnTo>
                  <a:lnTo>
                    <a:pt x="7817957" y="15210"/>
                  </a:lnTo>
                  <a:lnTo>
                    <a:pt x="7891591" y="11444"/>
                  </a:lnTo>
                  <a:lnTo>
                    <a:pt x="7950294" y="8774"/>
                  </a:lnTo>
                  <a:lnTo>
                    <a:pt x="7992256" y="7068"/>
                  </a:lnTo>
                  <a:lnTo>
                    <a:pt x="8017868" y="6131"/>
                  </a:lnTo>
                  <a:lnTo>
                    <a:pt x="8029805" y="5737"/>
                  </a:lnTo>
                  <a:lnTo>
                    <a:pt x="8032819" y="5647"/>
                  </a:lnTo>
                  <a:lnTo>
                    <a:pt x="8554953" y="5647"/>
                  </a:lnTo>
                  <a:lnTo>
                    <a:pt x="8554953" y="0"/>
                  </a:lnTo>
                  <a:lnTo>
                    <a:pt x="8032819" y="0"/>
                  </a:lnTo>
                  <a:lnTo>
                    <a:pt x="8031573" y="36"/>
                  </a:lnTo>
                  <a:lnTo>
                    <a:pt x="8023424" y="296"/>
                  </a:lnTo>
                  <a:lnTo>
                    <a:pt x="8003039" y="1014"/>
                  </a:lnTo>
                  <a:lnTo>
                    <a:pt x="7966992" y="2426"/>
                  </a:lnTo>
                  <a:lnTo>
                    <a:pt x="7914078" y="4738"/>
                  </a:lnTo>
                  <a:lnTo>
                    <a:pt x="7845369" y="8107"/>
                  </a:lnTo>
                  <a:lnTo>
                    <a:pt x="7763848" y="12625"/>
                  </a:lnTo>
                  <a:lnTo>
                    <a:pt x="7673664" y="18321"/>
                  </a:lnTo>
                  <a:lnTo>
                    <a:pt x="7579256" y="25182"/>
                  </a:lnTo>
                  <a:lnTo>
                    <a:pt x="7484610" y="33180"/>
                  </a:lnTo>
                  <a:lnTo>
                    <a:pt x="7392813" y="42300"/>
                  </a:lnTo>
                  <a:lnTo>
                    <a:pt x="7305914" y="52557"/>
                  </a:lnTo>
                  <a:lnTo>
                    <a:pt x="7224998" y="64011"/>
                  </a:lnTo>
                  <a:lnTo>
                    <a:pt x="7150381" y="76771"/>
                  </a:lnTo>
                  <a:lnTo>
                    <a:pt x="7081825" y="90996"/>
                  </a:lnTo>
                  <a:lnTo>
                    <a:pt x="7018728" y="106888"/>
                  </a:lnTo>
                  <a:lnTo>
                    <a:pt x="6960279" y="124688"/>
                  </a:lnTo>
                  <a:lnTo>
                    <a:pt x="6905570" y="144654"/>
                  </a:lnTo>
                  <a:lnTo>
                    <a:pt x="6853681" y="167033"/>
                  </a:lnTo>
                  <a:lnTo>
                    <a:pt x="6803758" y="192004"/>
                  </a:lnTo>
                  <a:lnTo>
                    <a:pt x="6786527" y="201415"/>
                  </a:lnTo>
                  <a:lnTo>
                    <a:pt x="6738589" y="229681"/>
                  </a:lnTo>
                  <a:lnTo>
                    <a:pt x="6691120" y="260599"/>
                  </a:lnTo>
                  <a:lnTo>
                    <a:pt x="6643690" y="294216"/>
                  </a:lnTo>
                  <a:lnTo>
                    <a:pt x="6595992" y="330501"/>
                  </a:lnTo>
                  <a:lnTo>
                    <a:pt x="6547830" y="369340"/>
                  </a:lnTo>
                  <a:lnTo>
                    <a:pt x="6499101" y="410529"/>
                  </a:lnTo>
                  <a:lnTo>
                    <a:pt x="6449791" y="453772"/>
                  </a:lnTo>
                  <a:lnTo>
                    <a:pt x="6399957" y="498685"/>
                  </a:lnTo>
                  <a:lnTo>
                    <a:pt x="6349719" y="544812"/>
                  </a:lnTo>
                  <a:lnTo>
                    <a:pt x="6299239" y="591637"/>
                  </a:lnTo>
                  <a:lnTo>
                    <a:pt x="6248707" y="638612"/>
                  </a:lnTo>
                  <a:lnTo>
                    <a:pt x="6198317" y="685180"/>
                  </a:lnTo>
                  <a:lnTo>
                    <a:pt x="6148249" y="730805"/>
                  </a:lnTo>
                  <a:lnTo>
                    <a:pt x="6098646" y="774997"/>
                  </a:lnTo>
                  <a:lnTo>
                    <a:pt x="6049602" y="817331"/>
                  </a:lnTo>
                  <a:lnTo>
                    <a:pt x="6001143" y="857462"/>
                  </a:lnTo>
                  <a:lnTo>
                    <a:pt x="5953214" y="895137"/>
                  </a:lnTo>
                  <a:lnTo>
                    <a:pt x="5905671" y="930194"/>
                  </a:lnTo>
                  <a:lnTo>
                    <a:pt x="5858268" y="962559"/>
                  </a:lnTo>
                  <a:lnTo>
                    <a:pt x="5810643" y="992238"/>
                  </a:lnTo>
                  <a:lnTo>
                    <a:pt x="5784835" y="1007078"/>
                  </a:lnTo>
                  <a:lnTo>
                    <a:pt x="5735425" y="1032979"/>
                  </a:lnTo>
                  <a:lnTo>
                    <a:pt x="5684319" y="1056254"/>
                  </a:lnTo>
                  <a:lnTo>
                    <a:pt x="5630705" y="1077043"/>
                  </a:lnTo>
                  <a:lnTo>
                    <a:pt x="5573678" y="1095575"/>
                  </a:lnTo>
                  <a:lnTo>
                    <a:pt x="5512316" y="1112109"/>
                  </a:lnTo>
                  <a:lnTo>
                    <a:pt x="5445762" y="1126895"/>
                  </a:lnTo>
                  <a:lnTo>
                    <a:pt x="5373326" y="1140150"/>
                  </a:lnTo>
                  <a:lnTo>
                    <a:pt x="5294623" y="1152049"/>
                  </a:lnTo>
                  <a:lnTo>
                    <a:pt x="5209749" y="1162717"/>
                  </a:lnTo>
                  <a:lnTo>
                    <a:pt x="5119494" y="1172233"/>
                  </a:lnTo>
                  <a:lnTo>
                    <a:pt x="5025551" y="1180627"/>
                  </a:lnTo>
                  <a:lnTo>
                    <a:pt x="4930645" y="1187891"/>
                  </a:lnTo>
                  <a:lnTo>
                    <a:pt x="4838479" y="1193999"/>
                  </a:lnTo>
                  <a:lnTo>
                    <a:pt x="4753405" y="1198931"/>
                  </a:lnTo>
                  <a:lnTo>
                    <a:pt x="4679771" y="1202697"/>
                  </a:lnTo>
                  <a:lnTo>
                    <a:pt x="4621068" y="1205366"/>
                  </a:lnTo>
                  <a:lnTo>
                    <a:pt x="4579106" y="1207073"/>
                  </a:lnTo>
                  <a:lnTo>
                    <a:pt x="4553494" y="1208010"/>
                  </a:lnTo>
                  <a:lnTo>
                    <a:pt x="4541557" y="1208404"/>
                  </a:lnTo>
                  <a:lnTo>
                    <a:pt x="4538543" y="1208494"/>
                  </a:lnTo>
                  <a:lnTo>
                    <a:pt x="4016409" y="1208494"/>
                  </a:lnTo>
                  <a:lnTo>
                    <a:pt x="4015161" y="1208460"/>
                  </a:lnTo>
                  <a:lnTo>
                    <a:pt x="4006995" y="1208214"/>
                  </a:lnTo>
                  <a:lnTo>
                    <a:pt x="3986571" y="1207534"/>
                  </a:lnTo>
                  <a:lnTo>
                    <a:pt x="3950459" y="1206199"/>
                  </a:lnTo>
                  <a:lnTo>
                    <a:pt x="3897455" y="1204012"/>
                  </a:lnTo>
                  <a:lnTo>
                    <a:pt x="3828643" y="1200825"/>
                  </a:lnTo>
                  <a:lnTo>
                    <a:pt x="3747016" y="1196553"/>
                  </a:lnTo>
                  <a:lnTo>
                    <a:pt x="3656737" y="1191167"/>
                  </a:lnTo>
                  <a:lnTo>
                    <a:pt x="3562251" y="1184680"/>
                  </a:lnTo>
                  <a:lnTo>
                    <a:pt x="3467549" y="1177118"/>
                  </a:lnTo>
                  <a:lnTo>
                    <a:pt x="3375718" y="1168496"/>
                  </a:lnTo>
                  <a:lnTo>
                    <a:pt x="3288804" y="1158798"/>
                  </a:lnTo>
                  <a:lnTo>
                    <a:pt x="3207886" y="1147969"/>
                  </a:lnTo>
                  <a:lnTo>
                    <a:pt x="3133276" y="1135904"/>
                  </a:lnTo>
                  <a:lnTo>
                    <a:pt x="3064730" y="1122453"/>
                  </a:lnTo>
                  <a:lnTo>
                    <a:pt x="3001644" y="1107423"/>
                  </a:lnTo>
                  <a:lnTo>
                    <a:pt x="2943203" y="1090587"/>
                  </a:lnTo>
                  <a:lnTo>
                    <a:pt x="2888496" y="1071701"/>
                  </a:lnTo>
                  <a:lnTo>
                    <a:pt x="2836601" y="1050532"/>
                  </a:lnTo>
                  <a:lnTo>
                    <a:pt x="2786665" y="1026911"/>
                  </a:lnTo>
                  <a:lnTo>
                    <a:pt x="2770117" y="1018373"/>
                  </a:lnTo>
                  <a:lnTo>
                    <a:pt x="2721656" y="991385"/>
                  </a:lnTo>
                  <a:lnTo>
                    <a:pt x="2673668" y="961837"/>
                  </a:lnTo>
                  <a:lnTo>
                    <a:pt x="2625711" y="929686"/>
                  </a:lnTo>
                  <a:lnTo>
                    <a:pt x="2577474" y="894962"/>
                  </a:lnTo>
                  <a:lnTo>
                    <a:pt x="2528755" y="857782"/>
                  </a:lnTo>
                  <a:lnTo>
                    <a:pt x="2479455" y="818347"/>
                  </a:lnTo>
                  <a:lnTo>
                    <a:pt x="2429561" y="776954"/>
                  </a:lnTo>
                  <a:lnTo>
                    <a:pt x="2379140" y="733980"/>
                  </a:lnTo>
                  <a:lnTo>
                    <a:pt x="2328319" y="689877"/>
                  </a:lnTo>
                  <a:lnTo>
                    <a:pt x="2277270" y="645152"/>
                  </a:lnTo>
                  <a:lnTo>
                    <a:pt x="2226189" y="600342"/>
                  </a:lnTo>
                  <a:lnTo>
                    <a:pt x="2175276" y="555988"/>
                  </a:lnTo>
                  <a:lnTo>
                    <a:pt x="2124714" y="512610"/>
                  </a:lnTo>
                  <a:lnTo>
                    <a:pt x="2074645" y="470677"/>
                  </a:lnTo>
                  <a:lnTo>
                    <a:pt x="2025156" y="430593"/>
                  </a:lnTo>
                  <a:lnTo>
                    <a:pt x="1976262" y="392681"/>
                  </a:lnTo>
                  <a:lnTo>
                    <a:pt x="1927890" y="357172"/>
                  </a:lnTo>
                  <a:lnTo>
                    <a:pt x="1879874" y="324208"/>
                  </a:lnTo>
                  <a:lnTo>
                    <a:pt x="1831937" y="293847"/>
                  </a:lnTo>
                  <a:lnTo>
                    <a:pt x="1783680" y="266066"/>
                  </a:lnTo>
                  <a:lnTo>
                    <a:pt x="1768425" y="257887"/>
                  </a:lnTo>
                  <a:lnTo>
                    <a:pt x="1718980" y="233423"/>
                  </a:lnTo>
                  <a:lnTo>
                    <a:pt x="1667837" y="211440"/>
                  </a:lnTo>
                  <a:lnTo>
                    <a:pt x="1614180" y="191807"/>
                  </a:lnTo>
                  <a:lnTo>
                    <a:pt x="1557104" y="174307"/>
                  </a:lnTo>
                  <a:lnTo>
                    <a:pt x="1495684" y="158694"/>
                  </a:lnTo>
                  <a:lnTo>
                    <a:pt x="1429062" y="144734"/>
                  </a:lnTo>
                  <a:lnTo>
                    <a:pt x="1356549" y="132220"/>
                  </a:lnTo>
                  <a:lnTo>
                    <a:pt x="1277758" y="120987"/>
                  </a:lnTo>
                  <a:lnTo>
                    <a:pt x="1192790" y="110916"/>
                  </a:lnTo>
                  <a:lnTo>
                    <a:pt x="1102441" y="101934"/>
                  </a:lnTo>
                  <a:lnTo>
                    <a:pt x="1008415" y="94014"/>
                  </a:lnTo>
                  <a:lnTo>
                    <a:pt x="913449" y="87161"/>
                  </a:lnTo>
                  <a:lnTo>
                    <a:pt x="821262" y="81401"/>
                  </a:lnTo>
                  <a:lnTo>
                    <a:pt x="736217" y="76753"/>
                  </a:lnTo>
                  <a:lnTo>
                    <a:pt x="662667" y="73206"/>
                  </a:lnTo>
                  <a:lnTo>
                    <a:pt x="604098" y="70695"/>
                  </a:lnTo>
                  <a:lnTo>
                    <a:pt x="562301" y="69093"/>
                  </a:lnTo>
                  <a:lnTo>
                    <a:pt x="536858" y="68216"/>
                  </a:lnTo>
                  <a:lnTo>
                    <a:pt x="525062" y="67848"/>
                  </a:lnTo>
                  <a:lnTo>
                    <a:pt x="522133" y="67766"/>
                  </a:lnTo>
                  <a:lnTo>
                    <a:pt x="0" y="67766"/>
                  </a:lnTo>
                  <a:close/>
                </a:path>
              </a:pathLst>
            </a:custGeom>
            <a:solidFill>
              <a:srgbClr val="8FA8D6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135" name="pl135"/>
            <p:cNvSpPr/>
            <p:nvPr/>
          </p:nvSpPr>
          <p:spPr>
            <a:xfrm>
              <a:off x="386606" y="1507434"/>
              <a:ext cx="8554953" cy="1208494"/>
            </a:xfrm>
            <a:custGeom>
              <a:avLst/>
              <a:pathLst>
                <a:path w="8554953" h="1208494">
                  <a:moveTo>
                    <a:pt x="0" y="67766"/>
                  </a:moveTo>
                  <a:lnTo>
                    <a:pt x="522133" y="67766"/>
                  </a:lnTo>
                  <a:lnTo>
                    <a:pt x="523381" y="67800"/>
                  </a:lnTo>
                  <a:lnTo>
                    <a:pt x="531547" y="68046"/>
                  </a:lnTo>
                  <a:lnTo>
                    <a:pt x="551972" y="68726"/>
                  </a:lnTo>
                  <a:lnTo>
                    <a:pt x="588084" y="70061"/>
                  </a:lnTo>
                  <a:lnTo>
                    <a:pt x="641087" y="72248"/>
                  </a:lnTo>
                  <a:lnTo>
                    <a:pt x="709899" y="75434"/>
                  </a:lnTo>
                  <a:lnTo>
                    <a:pt x="791526" y="79707"/>
                  </a:lnTo>
                  <a:lnTo>
                    <a:pt x="881805" y="85093"/>
                  </a:lnTo>
                  <a:lnTo>
                    <a:pt x="976291" y="91580"/>
                  </a:lnTo>
                  <a:lnTo>
                    <a:pt x="1070993" y="99142"/>
                  </a:lnTo>
                  <a:lnTo>
                    <a:pt x="1162824" y="107764"/>
                  </a:lnTo>
                  <a:lnTo>
                    <a:pt x="1249739" y="117461"/>
                  </a:lnTo>
                  <a:lnTo>
                    <a:pt x="1330656" y="128291"/>
                  </a:lnTo>
                  <a:lnTo>
                    <a:pt x="1405266" y="140356"/>
                  </a:lnTo>
                  <a:lnTo>
                    <a:pt x="1473812" y="153807"/>
                  </a:lnTo>
                  <a:lnTo>
                    <a:pt x="1536898" y="168837"/>
                  </a:lnTo>
                  <a:lnTo>
                    <a:pt x="1595339" y="185673"/>
                  </a:lnTo>
                  <a:lnTo>
                    <a:pt x="1650046" y="204559"/>
                  </a:lnTo>
                  <a:lnTo>
                    <a:pt x="1701941" y="225727"/>
                  </a:lnTo>
                  <a:lnTo>
                    <a:pt x="1751878" y="249348"/>
                  </a:lnTo>
                  <a:lnTo>
                    <a:pt x="1768425" y="257887"/>
                  </a:lnTo>
                  <a:lnTo>
                    <a:pt x="1816886" y="284875"/>
                  </a:lnTo>
                  <a:lnTo>
                    <a:pt x="1864874" y="314423"/>
                  </a:lnTo>
                  <a:lnTo>
                    <a:pt x="1912831" y="346574"/>
                  </a:lnTo>
                  <a:lnTo>
                    <a:pt x="1961068" y="381297"/>
                  </a:lnTo>
                  <a:lnTo>
                    <a:pt x="2009787" y="418478"/>
                  </a:lnTo>
                  <a:lnTo>
                    <a:pt x="2059088" y="457912"/>
                  </a:lnTo>
                  <a:lnTo>
                    <a:pt x="2108981" y="499306"/>
                  </a:lnTo>
                  <a:lnTo>
                    <a:pt x="2159402" y="542280"/>
                  </a:lnTo>
                  <a:lnTo>
                    <a:pt x="2210223" y="586383"/>
                  </a:lnTo>
                  <a:lnTo>
                    <a:pt x="2261272" y="631107"/>
                  </a:lnTo>
                  <a:lnTo>
                    <a:pt x="2312353" y="675917"/>
                  </a:lnTo>
                  <a:lnTo>
                    <a:pt x="2363266" y="720271"/>
                  </a:lnTo>
                  <a:lnTo>
                    <a:pt x="2413828" y="763650"/>
                  </a:lnTo>
                  <a:lnTo>
                    <a:pt x="2463897" y="805583"/>
                  </a:lnTo>
                  <a:lnTo>
                    <a:pt x="2513386" y="845666"/>
                  </a:lnTo>
                  <a:lnTo>
                    <a:pt x="2562280" y="883579"/>
                  </a:lnTo>
                  <a:lnTo>
                    <a:pt x="2610652" y="919088"/>
                  </a:lnTo>
                  <a:lnTo>
                    <a:pt x="2658668" y="952052"/>
                  </a:lnTo>
                  <a:lnTo>
                    <a:pt x="2706605" y="982413"/>
                  </a:lnTo>
                  <a:lnTo>
                    <a:pt x="2754862" y="1010194"/>
                  </a:lnTo>
                  <a:lnTo>
                    <a:pt x="2770117" y="1018373"/>
                  </a:lnTo>
                  <a:lnTo>
                    <a:pt x="2819562" y="1042837"/>
                  </a:lnTo>
                  <a:lnTo>
                    <a:pt x="2870706" y="1064820"/>
                  </a:lnTo>
                  <a:lnTo>
                    <a:pt x="2924362" y="1084452"/>
                  </a:lnTo>
                  <a:lnTo>
                    <a:pt x="2981438" y="1101953"/>
                  </a:lnTo>
                  <a:lnTo>
                    <a:pt x="3042858" y="1117565"/>
                  </a:lnTo>
                  <a:lnTo>
                    <a:pt x="3109480" y="1131526"/>
                  </a:lnTo>
                  <a:lnTo>
                    <a:pt x="3181993" y="1144040"/>
                  </a:lnTo>
                  <a:lnTo>
                    <a:pt x="3260784" y="1155273"/>
                  </a:lnTo>
                  <a:lnTo>
                    <a:pt x="3345752" y="1165344"/>
                  </a:lnTo>
                  <a:lnTo>
                    <a:pt x="3436101" y="1174325"/>
                  </a:lnTo>
                  <a:lnTo>
                    <a:pt x="3530127" y="1182246"/>
                  </a:lnTo>
                  <a:lnTo>
                    <a:pt x="3625093" y="1189099"/>
                  </a:lnTo>
                  <a:lnTo>
                    <a:pt x="3717280" y="1194859"/>
                  </a:lnTo>
                  <a:lnTo>
                    <a:pt x="3802325" y="1199507"/>
                  </a:lnTo>
                  <a:lnTo>
                    <a:pt x="3875875" y="1203053"/>
                  </a:lnTo>
                  <a:lnTo>
                    <a:pt x="3934444" y="1205564"/>
                  </a:lnTo>
                  <a:lnTo>
                    <a:pt x="3976241" y="1207167"/>
                  </a:lnTo>
                  <a:lnTo>
                    <a:pt x="4001684" y="1208044"/>
                  </a:lnTo>
                  <a:lnTo>
                    <a:pt x="4013480" y="1208411"/>
                  </a:lnTo>
                  <a:lnTo>
                    <a:pt x="4016359" y="1208493"/>
                  </a:lnTo>
                  <a:lnTo>
                    <a:pt x="4016409" y="1208494"/>
                  </a:lnTo>
                  <a:lnTo>
                    <a:pt x="4538543" y="1208494"/>
                  </a:lnTo>
                  <a:lnTo>
                    <a:pt x="4539789" y="1208458"/>
                  </a:lnTo>
                  <a:lnTo>
                    <a:pt x="4547938" y="1208198"/>
                  </a:lnTo>
                  <a:lnTo>
                    <a:pt x="4568323" y="1207479"/>
                  </a:lnTo>
                  <a:lnTo>
                    <a:pt x="4604370" y="1206068"/>
                  </a:lnTo>
                  <a:lnTo>
                    <a:pt x="4657284" y="1203756"/>
                  </a:lnTo>
                  <a:lnTo>
                    <a:pt x="4725993" y="1200386"/>
                  </a:lnTo>
                  <a:lnTo>
                    <a:pt x="4807514" y="1195868"/>
                  </a:lnTo>
                  <a:lnTo>
                    <a:pt x="4897698" y="1190173"/>
                  </a:lnTo>
                  <a:lnTo>
                    <a:pt x="4992106" y="1183312"/>
                  </a:lnTo>
                  <a:lnTo>
                    <a:pt x="5086752" y="1175313"/>
                  </a:lnTo>
                  <a:lnTo>
                    <a:pt x="5178549" y="1166194"/>
                  </a:lnTo>
                  <a:lnTo>
                    <a:pt x="5265448" y="1155937"/>
                  </a:lnTo>
                  <a:lnTo>
                    <a:pt x="5346364" y="1144483"/>
                  </a:lnTo>
                  <a:lnTo>
                    <a:pt x="5420981" y="1131722"/>
                  </a:lnTo>
                  <a:lnTo>
                    <a:pt x="5489537" y="1117498"/>
                  </a:lnTo>
                  <a:lnTo>
                    <a:pt x="5552634" y="1101605"/>
                  </a:lnTo>
                  <a:lnTo>
                    <a:pt x="5611083" y="1083805"/>
                  </a:lnTo>
                  <a:lnTo>
                    <a:pt x="5665792" y="1063839"/>
                  </a:lnTo>
                  <a:lnTo>
                    <a:pt x="5717681" y="1041461"/>
                  </a:lnTo>
                  <a:lnTo>
                    <a:pt x="5767604" y="1016490"/>
                  </a:lnTo>
                  <a:lnTo>
                    <a:pt x="5784835" y="1007078"/>
                  </a:lnTo>
                  <a:lnTo>
                    <a:pt x="5832773" y="978813"/>
                  </a:lnTo>
                  <a:lnTo>
                    <a:pt x="5880242" y="947894"/>
                  </a:lnTo>
                  <a:lnTo>
                    <a:pt x="5927672" y="914278"/>
                  </a:lnTo>
                  <a:lnTo>
                    <a:pt x="5975370" y="877993"/>
                  </a:lnTo>
                  <a:lnTo>
                    <a:pt x="6023532" y="839154"/>
                  </a:lnTo>
                  <a:lnTo>
                    <a:pt x="6072261" y="797965"/>
                  </a:lnTo>
                  <a:lnTo>
                    <a:pt x="6121571" y="754722"/>
                  </a:lnTo>
                  <a:lnTo>
                    <a:pt x="6171405" y="709808"/>
                  </a:lnTo>
                  <a:lnTo>
                    <a:pt x="6221643" y="663682"/>
                  </a:lnTo>
                  <a:lnTo>
                    <a:pt x="6272123" y="616856"/>
                  </a:lnTo>
                  <a:lnTo>
                    <a:pt x="6322655" y="569882"/>
                  </a:lnTo>
                  <a:lnTo>
                    <a:pt x="6373045" y="523314"/>
                  </a:lnTo>
                  <a:lnTo>
                    <a:pt x="6423113" y="477688"/>
                  </a:lnTo>
                  <a:lnTo>
                    <a:pt x="6472716" y="433496"/>
                  </a:lnTo>
                  <a:lnTo>
                    <a:pt x="6521760" y="391163"/>
                  </a:lnTo>
                  <a:lnTo>
                    <a:pt x="6570219" y="351031"/>
                  </a:lnTo>
                  <a:lnTo>
                    <a:pt x="6618148" y="313356"/>
                  </a:lnTo>
                  <a:lnTo>
                    <a:pt x="6665691" y="278299"/>
                  </a:lnTo>
                  <a:lnTo>
                    <a:pt x="6713094" y="245934"/>
                  </a:lnTo>
                  <a:lnTo>
                    <a:pt x="6760719" y="216256"/>
                  </a:lnTo>
                  <a:lnTo>
                    <a:pt x="6786527" y="201415"/>
                  </a:lnTo>
                  <a:lnTo>
                    <a:pt x="6835937" y="175515"/>
                  </a:lnTo>
                  <a:lnTo>
                    <a:pt x="6887043" y="152239"/>
                  </a:lnTo>
                  <a:lnTo>
                    <a:pt x="6940657" y="131451"/>
                  </a:lnTo>
                  <a:lnTo>
                    <a:pt x="6997684" y="112919"/>
                  </a:lnTo>
                  <a:lnTo>
                    <a:pt x="7059046" y="96384"/>
                  </a:lnTo>
                  <a:lnTo>
                    <a:pt x="7125600" y="81598"/>
                  </a:lnTo>
                  <a:lnTo>
                    <a:pt x="7198036" y="68343"/>
                  </a:lnTo>
                  <a:lnTo>
                    <a:pt x="7276739" y="56445"/>
                  </a:lnTo>
                  <a:lnTo>
                    <a:pt x="7361613" y="45776"/>
                  </a:lnTo>
                  <a:lnTo>
                    <a:pt x="7451868" y="36260"/>
                  </a:lnTo>
                  <a:lnTo>
                    <a:pt x="7545811" y="27867"/>
                  </a:lnTo>
                  <a:lnTo>
                    <a:pt x="7640717" y="20603"/>
                  </a:lnTo>
                  <a:lnTo>
                    <a:pt x="7732883" y="14494"/>
                  </a:lnTo>
                  <a:lnTo>
                    <a:pt x="7817957" y="9563"/>
                  </a:lnTo>
                  <a:lnTo>
                    <a:pt x="7891591" y="5797"/>
                  </a:lnTo>
                  <a:lnTo>
                    <a:pt x="7950294" y="3127"/>
                  </a:lnTo>
                  <a:lnTo>
                    <a:pt x="7992256" y="1420"/>
                  </a:lnTo>
                  <a:lnTo>
                    <a:pt x="8017868" y="484"/>
                  </a:lnTo>
                  <a:lnTo>
                    <a:pt x="8029805" y="90"/>
                  </a:lnTo>
                  <a:lnTo>
                    <a:pt x="8032763" y="1"/>
                  </a:lnTo>
                  <a:lnTo>
                    <a:pt x="8032819" y="0"/>
                  </a:lnTo>
                  <a:lnTo>
                    <a:pt x="8554953" y="0"/>
                  </a:lnTo>
                  <a:lnTo>
                    <a:pt x="8554953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36" name="pl136"/>
            <p:cNvSpPr/>
            <p:nvPr/>
          </p:nvSpPr>
          <p:spPr>
            <a:xfrm>
              <a:off x="386606" y="1501786"/>
              <a:ext cx="8554953" cy="1208494"/>
            </a:xfrm>
            <a:custGeom>
              <a:avLst/>
              <a:pathLst>
                <a:path w="8554953" h="1208494">
                  <a:moveTo>
                    <a:pt x="8554953" y="0"/>
                  </a:moveTo>
                  <a:lnTo>
                    <a:pt x="8032819" y="0"/>
                  </a:lnTo>
                  <a:lnTo>
                    <a:pt x="8031573" y="36"/>
                  </a:lnTo>
                  <a:lnTo>
                    <a:pt x="8023424" y="296"/>
                  </a:lnTo>
                  <a:lnTo>
                    <a:pt x="8003039" y="1014"/>
                  </a:lnTo>
                  <a:lnTo>
                    <a:pt x="7966992" y="2426"/>
                  </a:lnTo>
                  <a:lnTo>
                    <a:pt x="7914078" y="4738"/>
                  </a:lnTo>
                  <a:lnTo>
                    <a:pt x="7845369" y="8107"/>
                  </a:lnTo>
                  <a:lnTo>
                    <a:pt x="7763848" y="12625"/>
                  </a:lnTo>
                  <a:lnTo>
                    <a:pt x="7673664" y="18321"/>
                  </a:lnTo>
                  <a:lnTo>
                    <a:pt x="7579256" y="25182"/>
                  </a:lnTo>
                  <a:lnTo>
                    <a:pt x="7484610" y="33180"/>
                  </a:lnTo>
                  <a:lnTo>
                    <a:pt x="7392813" y="42300"/>
                  </a:lnTo>
                  <a:lnTo>
                    <a:pt x="7305914" y="52557"/>
                  </a:lnTo>
                  <a:lnTo>
                    <a:pt x="7224998" y="64011"/>
                  </a:lnTo>
                  <a:lnTo>
                    <a:pt x="7150381" y="76771"/>
                  </a:lnTo>
                  <a:lnTo>
                    <a:pt x="7081825" y="90996"/>
                  </a:lnTo>
                  <a:lnTo>
                    <a:pt x="7018728" y="106888"/>
                  </a:lnTo>
                  <a:lnTo>
                    <a:pt x="6960279" y="124688"/>
                  </a:lnTo>
                  <a:lnTo>
                    <a:pt x="6905570" y="144654"/>
                  </a:lnTo>
                  <a:lnTo>
                    <a:pt x="6853681" y="167033"/>
                  </a:lnTo>
                  <a:lnTo>
                    <a:pt x="6803758" y="192004"/>
                  </a:lnTo>
                  <a:lnTo>
                    <a:pt x="6786527" y="201415"/>
                  </a:lnTo>
                  <a:lnTo>
                    <a:pt x="6738589" y="229681"/>
                  </a:lnTo>
                  <a:lnTo>
                    <a:pt x="6691120" y="260599"/>
                  </a:lnTo>
                  <a:lnTo>
                    <a:pt x="6643690" y="294216"/>
                  </a:lnTo>
                  <a:lnTo>
                    <a:pt x="6595992" y="330501"/>
                  </a:lnTo>
                  <a:lnTo>
                    <a:pt x="6547830" y="369340"/>
                  </a:lnTo>
                  <a:lnTo>
                    <a:pt x="6499101" y="410529"/>
                  </a:lnTo>
                  <a:lnTo>
                    <a:pt x="6449791" y="453772"/>
                  </a:lnTo>
                  <a:lnTo>
                    <a:pt x="6399957" y="498685"/>
                  </a:lnTo>
                  <a:lnTo>
                    <a:pt x="6349719" y="544812"/>
                  </a:lnTo>
                  <a:lnTo>
                    <a:pt x="6299239" y="591637"/>
                  </a:lnTo>
                  <a:lnTo>
                    <a:pt x="6248707" y="638612"/>
                  </a:lnTo>
                  <a:lnTo>
                    <a:pt x="6198317" y="685180"/>
                  </a:lnTo>
                  <a:lnTo>
                    <a:pt x="6148249" y="730805"/>
                  </a:lnTo>
                  <a:lnTo>
                    <a:pt x="6098646" y="774997"/>
                  </a:lnTo>
                  <a:lnTo>
                    <a:pt x="6049602" y="817331"/>
                  </a:lnTo>
                  <a:lnTo>
                    <a:pt x="6001143" y="857462"/>
                  </a:lnTo>
                  <a:lnTo>
                    <a:pt x="5953214" y="895137"/>
                  </a:lnTo>
                  <a:lnTo>
                    <a:pt x="5905671" y="930194"/>
                  </a:lnTo>
                  <a:lnTo>
                    <a:pt x="5858268" y="962559"/>
                  </a:lnTo>
                  <a:lnTo>
                    <a:pt x="5810643" y="992238"/>
                  </a:lnTo>
                  <a:lnTo>
                    <a:pt x="5784835" y="1007078"/>
                  </a:lnTo>
                  <a:lnTo>
                    <a:pt x="5735425" y="1032979"/>
                  </a:lnTo>
                  <a:lnTo>
                    <a:pt x="5684319" y="1056254"/>
                  </a:lnTo>
                  <a:lnTo>
                    <a:pt x="5630705" y="1077043"/>
                  </a:lnTo>
                  <a:lnTo>
                    <a:pt x="5573678" y="1095575"/>
                  </a:lnTo>
                  <a:lnTo>
                    <a:pt x="5512316" y="1112109"/>
                  </a:lnTo>
                  <a:lnTo>
                    <a:pt x="5445762" y="1126895"/>
                  </a:lnTo>
                  <a:lnTo>
                    <a:pt x="5373326" y="1140150"/>
                  </a:lnTo>
                  <a:lnTo>
                    <a:pt x="5294623" y="1152049"/>
                  </a:lnTo>
                  <a:lnTo>
                    <a:pt x="5209749" y="1162717"/>
                  </a:lnTo>
                  <a:lnTo>
                    <a:pt x="5119494" y="1172233"/>
                  </a:lnTo>
                  <a:lnTo>
                    <a:pt x="5025551" y="1180627"/>
                  </a:lnTo>
                  <a:lnTo>
                    <a:pt x="4930645" y="1187891"/>
                  </a:lnTo>
                  <a:lnTo>
                    <a:pt x="4838479" y="1193999"/>
                  </a:lnTo>
                  <a:lnTo>
                    <a:pt x="4753405" y="1198931"/>
                  </a:lnTo>
                  <a:lnTo>
                    <a:pt x="4679771" y="1202697"/>
                  </a:lnTo>
                  <a:lnTo>
                    <a:pt x="4621068" y="1205366"/>
                  </a:lnTo>
                  <a:lnTo>
                    <a:pt x="4579106" y="1207073"/>
                  </a:lnTo>
                  <a:lnTo>
                    <a:pt x="4553494" y="1208010"/>
                  </a:lnTo>
                  <a:lnTo>
                    <a:pt x="4541557" y="1208404"/>
                  </a:lnTo>
                  <a:lnTo>
                    <a:pt x="4538599" y="1208493"/>
                  </a:lnTo>
                  <a:lnTo>
                    <a:pt x="4538543" y="1208494"/>
                  </a:lnTo>
                  <a:lnTo>
                    <a:pt x="4016409" y="1208494"/>
                  </a:lnTo>
                  <a:lnTo>
                    <a:pt x="4015161" y="1208460"/>
                  </a:lnTo>
                  <a:lnTo>
                    <a:pt x="4006995" y="1208214"/>
                  </a:lnTo>
                  <a:lnTo>
                    <a:pt x="3986571" y="1207534"/>
                  </a:lnTo>
                  <a:lnTo>
                    <a:pt x="3950459" y="1206199"/>
                  </a:lnTo>
                  <a:lnTo>
                    <a:pt x="3897455" y="1204012"/>
                  </a:lnTo>
                  <a:lnTo>
                    <a:pt x="3828643" y="1200825"/>
                  </a:lnTo>
                  <a:lnTo>
                    <a:pt x="3747016" y="1196553"/>
                  </a:lnTo>
                  <a:lnTo>
                    <a:pt x="3656737" y="1191167"/>
                  </a:lnTo>
                  <a:lnTo>
                    <a:pt x="3562251" y="1184680"/>
                  </a:lnTo>
                  <a:lnTo>
                    <a:pt x="3467549" y="1177118"/>
                  </a:lnTo>
                  <a:lnTo>
                    <a:pt x="3375718" y="1168496"/>
                  </a:lnTo>
                  <a:lnTo>
                    <a:pt x="3288804" y="1158798"/>
                  </a:lnTo>
                  <a:lnTo>
                    <a:pt x="3207886" y="1147969"/>
                  </a:lnTo>
                  <a:lnTo>
                    <a:pt x="3133276" y="1135904"/>
                  </a:lnTo>
                  <a:lnTo>
                    <a:pt x="3064730" y="1122453"/>
                  </a:lnTo>
                  <a:lnTo>
                    <a:pt x="3001644" y="1107423"/>
                  </a:lnTo>
                  <a:lnTo>
                    <a:pt x="2943203" y="1090587"/>
                  </a:lnTo>
                  <a:lnTo>
                    <a:pt x="2888496" y="1071701"/>
                  </a:lnTo>
                  <a:lnTo>
                    <a:pt x="2836601" y="1050532"/>
                  </a:lnTo>
                  <a:lnTo>
                    <a:pt x="2786665" y="1026911"/>
                  </a:lnTo>
                  <a:lnTo>
                    <a:pt x="2770117" y="1018373"/>
                  </a:lnTo>
                  <a:lnTo>
                    <a:pt x="2721656" y="991385"/>
                  </a:lnTo>
                  <a:lnTo>
                    <a:pt x="2673668" y="961837"/>
                  </a:lnTo>
                  <a:lnTo>
                    <a:pt x="2625711" y="929686"/>
                  </a:lnTo>
                  <a:lnTo>
                    <a:pt x="2577474" y="894962"/>
                  </a:lnTo>
                  <a:lnTo>
                    <a:pt x="2528755" y="857782"/>
                  </a:lnTo>
                  <a:lnTo>
                    <a:pt x="2479455" y="818347"/>
                  </a:lnTo>
                  <a:lnTo>
                    <a:pt x="2429561" y="776954"/>
                  </a:lnTo>
                  <a:lnTo>
                    <a:pt x="2379140" y="733980"/>
                  </a:lnTo>
                  <a:lnTo>
                    <a:pt x="2328319" y="689877"/>
                  </a:lnTo>
                  <a:lnTo>
                    <a:pt x="2277270" y="645152"/>
                  </a:lnTo>
                  <a:lnTo>
                    <a:pt x="2226189" y="600342"/>
                  </a:lnTo>
                  <a:lnTo>
                    <a:pt x="2175276" y="555988"/>
                  </a:lnTo>
                  <a:lnTo>
                    <a:pt x="2124714" y="512610"/>
                  </a:lnTo>
                  <a:lnTo>
                    <a:pt x="2074645" y="470677"/>
                  </a:lnTo>
                  <a:lnTo>
                    <a:pt x="2025156" y="430593"/>
                  </a:lnTo>
                  <a:lnTo>
                    <a:pt x="1976262" y="392681"/>
                  </a:lnTo>
                  <a:lnTo>
                    <a:pt x="1927890" y="357172"/>
                  </a:lnTo>
                  <a:lnTo>
                    <a:pt x="1879874" y="324208"/>
                  </a:lnTo>
                  <a:lnTo>
                    <a:pt x="1831937" y="293847"/>
                  </a:lnTo>
                  <a:lnTo>
                    <a:pt x="1783680" y="266066"/>
                  </a:lnTo>
                  <a:lnTo>
                    <a:pt x="1768425" y="257887"/>
                  </a:lnTo>
                  <a:lnTo>
                    <a:pt x="1718980" y="233423"/>
                  </a:lnTo>
                  <a:lnTo>
                    <a:pt x="1667837" y="211440"/>
                  </a:lnTo>
                  <a:lnTo>
                    <a:pt x="1614180" y="191807"/>
                  </a:lnTo>
                  <a:lnTo>
                    <a:pt x="1557104" y="174307"/>
                  </a:lnTo>
                  <a:lnTo>
                    <a:pt x="1495684" y="158694"/>
                  </a:lnTo>
                  <a:lnTo>
                    <a:pt x="1429062" y="144734"/>
                  </a:lnTo>
                  <a:lnTo>
                    <a:pt x="1356549" y="132220"/>
                  </a:lnTo>
                  <a:lnTo>
                    <a:pt x="1277758" y="120987"/>
                  </a:lnTo>
                  <a:lnTo>
                    <a:pt x="1192790" y="110916"/>
                  </a:lnTo>
                  <a:lnTo>
                    <a:pt x="1102441" y="101934"/>
                  </a:lnTo>
                  <a:lnTo>
                    <a:pt x="1008415" y="94014"/>
                  </a:lnTo>
                  <a:lnTo>
                    <a:pt x="913449" y="87161"/>
                  </a:lnTo>
                  <a:lnTo>
                    <a:pt x="821262" y="81401"/>
                  </a:lnTo>
                  <a:lnTo>
                    <a:pt x="736217" y="76753"/>
                  </a:lnTo>
                  <a:lnTo>
                    <a:pt x="662667" y="73206"/>
                  </a:lnTo>
                  <a:lnTo>
                    <a:pt x="604098" y="70695"/>
                  </a:lnTo>
                  <a:lnTo>
                    <a:pt x="562301" y="69093"/>
                  </a:lnTo>
                  <a:lnTo>
                    <a:pt x="536858" y="68216"/>
                  </a:lnTo>
                  <a:lnTo>
                    <a:pt x="525062" y="67848"/>
                  </a:lnTo>
                  <a:lnTo>
                    <a:pt x="522183" y="67767"/>
                  </a:lnTo>
                  <a:lnTo>
                    <a:pt x="522133" y="67766"/>
                  </a:lnTo>
                  <a:lnTo>
                    <a:pt x="0" y="67766"/>
                  </a:lnTo>
                  <a:lnTo>
                    <a:pt x="0" y="67766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37" name="pg137"/>
            <p:cNvSpPr/>
            <p:nvPr/>
          </p:nvSpPr>
          <p:spPr>
            <a:xfrm>
              <a:off x="386606" y="1575200"/>
              <a:ext cx="8554953" cy="1152022"/>
            </a:xfrm>
            <a:custGeom>
              <a:avLst/>
              <a:pathLst>
                <a:path w="8554953" h="1152022">
                  <a:moveTo>
                    <a:pt x="0" y="11294"/>
                  </a:moveTo>
                  <a:lnTo>
                    <a:pt x="522133" y="11294"/>
                  </a:lnTo>
                  <a:lnTo>
                    <a:pt x="523381" y="11328"/>
                  </a:lnTo>
                  <a:lnTo>
                    <a:pt x="531547" y="11574"/>
                  </a:lnTo>
                  <a:lnTo>
                    <a:pt x="551972" y="12254"/>
                  </a:lnTo>
                  <a:lnTo>
                    <a:pt x="588084" y="13589"/>
                  </a:lnTo>
                  <a:lnTo>
                    <a:pt x="641087" y="15776"/>
                  </a:lnTo>
                  <a:lnTo>
                    <a:pt x="709899" y="18963"/>
                  </a:lnTo>
                  <a:lnTo>
                    <a:pt x="791526" y="23235"/>
                  </a:lnTo>
                  <a:lnTo>
                    <a:pt x="881805" y="28621"/>
                  </a:lnTo>
                  <a:lnTo>
                    <a:pt x="976291" y="35108"/>
                  </a:lnTo>
                  <a:lnTo>
                    <a:pt x="1070993" y="42670"/>
                  </a:lnTo>
                  <a:lnTo>
                    <a:pt x="1162824" y="51292"/>
                  </a:lnTo>
                  <a:lnTo>
                    <a:pt x="1249739" y="60990"/>
                  </a:lnTo>
                  <a:lnTo>
                    <a:pt x="1330656" y="71819"/>
                  </a:lnTo>
                  <a:lnTo>
                    <a:pt x="1405266" y="83884"/>
                  </a:lnTo>
                  <a:lnTo>
                    <a:pt x="1473812" y="97335"/>
                  </a:lnTo>
                  <a:lnTo>
                    <a:pt x="1536898" y="112365"/>
                  </a:lnTo>
                  <a:lnTo>
                    <a:pt x="1595339" y="129201"/>
                  </a:lnTo>
                  <a:lnTo>
                    <a:pt x="1650046" y="148087"/>
                  </a:lnTo>
                  <a:lnTo>
                    <a:pt x="1701941" y="169256"/>
                  </a:lnTo>
                  <a:lnTo>
                    <a:pt x="1751878" y="192877"/>
                  </a:lnTo>
                  <a:lnTo>
                    <a:pt x="1768425" y="201415"/>
                  </a:lnTo>
                  <a:lnTo>
                    <a:pt x="1816886" y="228403"/>
                  </a:lnTo>
                  <a:lnTo>
                    <a:pt x="1864874" y="257951"/>
                  </a:lnTo>
                  <a:lnTo>
                    <a:pt x="1912831" y="290102"/>
                  </a:lnTo>
                  <a:lnTo>
                    <a:pt x="1961068" y="324826"/>
                  </a:lnTo>
                  <a:lnTo>
                    <a:pt x="2009787" y="362006"/>
                  </a:lnTo>
                  <a:lnTo>
                    <a:pt x="2059088" y="401441"/>
                  </a:lnTo>
                  <a:lnTo>
                    <a:pt x="2108981" y="442834"/>
                  </a:lnTo>
                  <a:lnTo>
                    <a:pt x="2159402" y="485808"/>
                  </a:lnTo>
                  <a:lnTo>
                    <a:pt x="2210223" y="529911"/>
                  </a:lnTo>
                  <a:lnTo>
                    <a:pt x="2261272" y="574636"/>
                  </a:lnTo>
                  <a:lnTo>
                    <a:pt x="2312353" y="619446"/>
                  </a:lnTo>
                  <a:lnTo>
                    <a:pt x="2363266" y="663799"/>
                  </a:lnTo>
                  <a:lnTo>
                    <a:pt x="2413828" y="707178"/>
                  </a:lnTo>
                  <a:lnTo>
                    <a:pt x="2463897" y="749111"/>
                  </a:lnTo>
                  <a:lnTo>
                    <a:pt x="2513386" y="789195"/>
                  </a:lnTo>
                  <a:lnTo>
                    <a:pt x="2562280" y="827107"/>
                  </a:lnTo>
                  <a:lnTo>
                    <a:pt x="2610652" y="862616"/>
                  </a:lnTo>
                  <a:lnTo>
                    <a:pt x="2658668" y="895580"/>
                  </a:lnTo>
                  <a:lnTo>
                    <a:pt x="2706605" y="925941"/>
                  </a:lnTo>
                  <a:lnTo>
                    <a:pt x="2754862" y="953722"/>
                  </a:lnTo>
                  <a:lnTo>
                    <a:pt x="2770117" y="961901"/>
                  </a:lnTo>
                  <a:lnTo>
                    <a:pt x="2819562" y="986365"/>
                  </a:lnTo>
                  <a:lnTo>
                    <a:pt x="2870706" y="1008348"/>
                  </a:lnTo>
                  <a:lnTo>
                    <a:pt x="2924362" y="1027981"/>
                  </a:lnTo>
                  <a:lnTo>
                    <a:pt x="2981438" y="1045481"/>
                  </a:lnTo>
                  <a:lnTo>
                    <a:pt x="3042858" y="1061094"/>
                  </a:lnTo>
                  <a:lnTo>
                    <a:pt x="3109480" y="1075054"/>
                  </a:lnTo>
                  <a:lnTo>
                    <a:pt x="3181993" y="1087568"/>
                  </a:lnTo>
                  <a:lnTo>
                    <a:pt x="3260784" y="1098801"/>
                  </a:lnTo>
                  <a:lnTo>
                    <a:pt x="3345752" y="1108872"/>
                  </a:lnTo>
                  <a:lnTo>
                    <a:pt x="3436101" y="1117854"/>
                  </a:lnTo>
                  <a:lnTo>
                    <a:pt x="3530127" y="1125774"/>
                  </a:lnTo>
                  <a:lnTo>
                    <a:pt x="3625093" y="1132627"/>
                  </a:lnTo>
                  <a:lnTo>
                    <a:pt x="3717280" y="1138387"/>
                  </a:lnTo>
                  <a:lnTo>
                    <a:pt x="3802325" y="1143035"/>
                  </a:lnTo>
                  <a:lnTo>
                    <a:pt x="3875875" y="1146582"/>
                  </a:lnTo>
                  <a:lnTo>
                    <a:pt x="3934444" y="1149093"/>
                  </a:lnTo>
                  <a:lnTo>
                    <a:pt x="3976241" y="1150695"/>
                  </a:lnTo>
                  <a:lnTo>
                    <a:pt x="4001684" y="1151572"/>
                  </a:lnTo>
                  <a:lnTo>
                    <a:pt x="4013480" y="1151940"/>
                  </a:lnTo>
                  <a:lnTo>
                    <a:pt x="4016409" y="1152022"/>
                  </a:lnTo>
                  <a:lnTo>
                    <a:pt x="4538543" y="1152022"/>
                  </a:lnTo>
                  <a:lnTo>
                    <a:pt x="4539806" y="1152003"/>
                  </a:lnTo>
                  <a:lnTo>
                    <a:pt x="4548063" y="1151862"/>
                  </a:lnTo>
                  <a:lnTo>
                    <a:pt x="4568710" y="1151474"/>
                  </a:lnTo>
                  <a:lnTo>
                    <a:pt x="4605193" y="1150712"/>
                  </a:lnTo>
                  <a:lnTo>
                    <a:pt x="4658698" y="1149463"/>
                  </a:lnTo>
                  <a:lnTo>
                    <a:pt x="4728093" y="1147645"/>
                  </a:lnTo>
                  <a:lnTo>
                    <a:pt x="4810314" y="1145208"/>
                  </a:lnTo>
                  <a:lnTo>
                    <a:pt x="4901132" y="1142139"/>
                  </a:lnTo>
                  <a:lnTo>
                    <a:pt x="4996053" y="1138443"/>
                  </a:lnTo>
                  <a:lnTo>
                    <a:pt x="5091067" y="1134136"/>
                  </a:lnTo>
                  <a:lnTo>
                    <a:pt x="5183086" y="1129226"/>
                  </a:lnTo>
                  <a:lnTo>
                    <a:pt x="5270087" y="1123704"/>
                  </a:lnTo>
                  <a:lnTo>
                    <a:pt x="5351013" y="1117536"/>
                  </a:lnTo>
                  <a:lnTo>
                    <a:pt x="5425584" y="1110661"/>
                  </a:lnTo>
                  <a:lnTo>
                    <a:pt x="5494068" y="1102992"/>
                  </a:lnTo>
                  <a:lnTo>
                    <a:pt x="5557094" y="1094419"/>
                  </a:lnTo>
                  <a:lnTo>
                    <a:pt x="5615494" y="1084809"/>
                  </a:lnTo>
                  <a:lnTo>
                    <a:pt x="5670193" y="1074025"/>
                  </a:lnTo>
                  <a:lnTo>
                    <a:pt x="5722121" y="1061933"/>
                  </a:lnTo>
                  <a:lnTo>
                    <a:pt x="5772135" y="1048442"/>
                  </a:lnTo>
                  <a:lnTo>
                    <a:pt x="5784835" y="1044726"/>
                  </a:lnTo>
                  <a:lnTo>
                    <a:pt x="5836871" y="1028307"/>
                  </a:lnTo>
                  <a:lnTo>
                    <a:pt x="5888402" y="1010217"/>
                  </a:lnTo>
                  <a:lnTo>
                    <a:pt x="5939956" y="990433"/>
                  </a:lnTo>
                  <a:lnTo>
                    <a:pt x="5991896" y="968985"/>
                  </a:lnTo>
                  <a:lnTo>
                    <a:pt x="6044436" y="945971"/>
                  </a:lnTo>
                  <a:lnTo>
                    <a:pt x="6097662" y="921554"/>
                  </a:lnTo>
                  <a:lnTo>
                    <a:pt x="6151548" y="895966"/>
                  </a:lnTo>
                  <a:lnTo>
                    <a:pt x="6205972" y="869496"/>
                  </a:lnTo>
                  <a:lnTo>
                    <a:pt x="6260746" y="842485"/>
                  </a:lnTo>
                  <a:lnTo>
                    <a:pt x="6315632" y="815300"/>
                  </a:lnTo>
                  <a:lnTo>
                    <a:pt x="6370383" y="788323"/>
                  </a:lnTo>
                  <a:lnTo>
                    <a:pt x="6424765" y="761921"/>
                  </a:lnTo>
                  <a:lnTo>
                    <a:pt x="6478594" y="736428"/>
                  </a:lnTo>
                  <a:lnTo>
                    <a:pt x="6531757" y="712131"/>
                  </a:lnTo>
                  <a:lnTo>
                    <a:pt x="6584236" y="689255"/>
                  </a:lnTo>
                  <a:lnTo>
                    <a:pt x="6636130" y="667956"/>
                  </a:lnTo>
                  <a:lnTo>
                    <a:pt x="6687665" y="648326"/>
                  </a:lnTo>
                  <a:lnTo>
                    <a:pt x="6739218" y="630391"/>
                  </a:lnTo>
                  <a:lnTo>
                    <a:pt x="6786527" y="615541"/>
                  </a:lnTo>
                  <a:lnTo>
                    <a:pt x="6836168" y="601683"/>
                  </a:lnTo>
                  <a:lnTo>
                    <a:pt x="6887524" y="589237"/>
                  </a:lnTo>
                  <a:lnTo>
                    <a:pt x="6941420" y="578126"/>
                  </a:lnTo>
                  <a:lnTo>
                    <a:pt x="6998774" y="568227"/>
                  </a:lnTo>
                  <a:lnTo>
                    <a:pt x="7060519" y="559398"/>
                  </a:lnTo>
                  <a:lnTo>
                    <a:pt x="7127522" y="551508"/>
                  </a:lnTo>
                  <a:lnTo>
                    <a:pt x="7200477" y="544437"/>
                  </a:lnTo>
                  <a:lnTo>
                    <a:pt x="7279762" y="538093"/>
                  </a:lnTo>
                  <a:lnTo>
                    <a:pt x="7365260" y="532408"/>
                  </a:lnTo>
                  <a:lnTo>
                    <a:pt x="7456135" y="527342"/>
                  </a:lnTo>
                  <a:lnTo>
                    <a:pt x="7550628" y="522879"/>
                  </a:lnTo>
                  <a:lnTo>
                    <a:pt x="7645926" y="519024"/>
                  </a:lnTo>
                  <a:lnTo>
                    <a:pt x="7738226" y="515791"/>
                  </a:lnTo>
                  <a:lnTo>
                    <a:pt x="7823099" y="513191"/>
                  </a:lnTo>
                  <a:lnTo>
                    <a:pt x="7896163" y="511217"/>
                  </a:lnTo>
                  <a:lnTo>
                    <a:pt x="7953970" y="509828"/>
                  </a:lnTo>
                  <a:lnTo>
                    <a:pt x="7994833" y="508949"/>
                  </a:lnTo>
                  <a:lnTo>
                    <a:pt x="8019327" y="508476"/>
                  </a:lnTo>
                  <a:lnTo>
                    <a:pt x="8030341" y="508284"/>
                  </a:lnTo>
                  <a:lnTo>
                    <a:pt x="8032819" y="508245"/>
                  </a:lnTo>
                  <a:lnTo>
                    <a:pt x="8554953" y="508245"/>
                  </a:lnTo>
                  <a:lnTo>
                    <a:pt x="8554953" y="496951"/>
                  </a:lnTo>
                  <a:lnTo>
                    <a:pt x="8032819" y="496951"/>
                  </a:lnTo>
                  <a:lnTo>
                    <a:pt x="8031556" y="496970"/>
                  </a:lnTo>
                  <a:lnTo>
                    <a:pt x="8023299" y="497111"/>
                  </a:lnTo>
                  <a:lnTo>
                    <a:pt x="8002652" y="497499"/>
                  </a:lnTo>
                  <a:lnTo>
                    <a:pt x="7966169" y="498261"/>
                  </a:lnTo>
                  <a:lnTo>
                    <a:pt x="7912664" y="499510"/>
                  </a:lnTo>
                  <a:lnTo>
                    <a:pt x="7843269" y="501328"/>
                  </a:lnTo>
                  <a:lnTo>
                    <a:pt x="7761048" y="503765"/>
                  </a:lnTo>
                  <a:lnTo>
                    <a:pt x="7670230" y="506834"/>
                  </a:lnTo>
                  <a:lnTo>
                    <a:pt x="7575309" y="510530"/>
                  </a:lnTo>
                  <a:lnTo>
                    <a:pt x="7480295" y="514837"/>
                  </a:lnTo>
                  <a:lnTo>
                    <a:pt x="7388275" y="519747"/>
                  </a:lnTo>
                  <a:lnTo>
                    <a:pt x="7301275" y="525269"/>
                  </a:lnTo>
                  <a:lnTo>
                    <a:pt x="7220349" y="531437"/>
                  </a:lnTo>
                  <a:lnTo>
                    <a:pt x="7145778" y="538312"/>
                  </a:lnTo>
                  <a:lnTo>
                    <a:pt x="7077294" y="545981"/>
                  </a:lnTo>
                  <a:lnTo>
                    <a:pt x="7014268" y="554554"/>
                  </a:lnTo>
                  <a:lnTo>
                    <a:pt x="6955868" y="564164"/>
                  </a:lnTo>
                  <a:lnTo>
                    <a:pt x="6901169" y="574948"/>
                  </a:lnTo>
                  <a:lnTo>
                    <a:pt x="6849241" y="587040"/>
                  </a:lnTo>
                  <a:lnTo>
                    <a:pt x="6799227" y="600531"/>
                  </a:lnTo>
                  <a:lnTo>
                    <a:pt x="6786527" y="604247"/>
                  </a:lnTo>
                  <a:lnTo>
                    <a:pt x="6734491" y="620666"/>
                  </a:lnTo>
                  <a:lnTo>
                    <a:pt x="6682960" y="638756"/>
                  </a:lnTo>
                  <a:lnTo>
                    <a:pt x="6631405" y="658540"/>
                  </a:lnTo>
                  <a:lnTo>
                    <a:pt x="6579466" y="679988"/>
                  </a:lnTo>
                  <a:lnTo>
                    <a:pt x="6526926" y="703002"/>
                  </a:lnTo>
                  <a:lnTo>
                    <a:pt x="6473700" y="727419"/>
                  </a:lnTo>
                  <a:lnTo>
                    <a:pt x="6419814" y="753007"/>
                  </a:lnTo>
                  <a:lnTo>
                    <a:pt x="6365389" y="779477"/>
                  </a:lnTo>
                  <a:lnTo>
                    <a:pt x="6310616" y="806488"/>
                  </a:lnTo>
                  <a:lnTo>
                    <a:pt x="6255730" y="833673"/>
                  </a:lnTo>
                  <a:lnTo>
                    <a:pt x="6200979" y="860650"/>
                  </a:lnTo>
                  <a:lnTo>
                    <a:pt x="6146597" y="887052"/>
                  </a:lnTo>
                  <a:lnTo>
                    <a:pt x="6092768" y="912545"/>
                  </a:lnTo>
                  <a:lnTo>
                    <a:pt x="6039605" y="936842"/>
                  </a:lnTo>
                  <a:lnTo>
                    <a:pt x="5987125" y="959718"/>
                  </a:lnTo>
                  <a:lnTo>
                    <a:pt x="5935232" y="981017"/>
                  </a:lnTo>
                  <a:lnTo>
                    <a:pt x="5883696" y="1000647"/>
                  </a:lnTo>
                  <a:lnTo>
                    <a:pt x="5832144" y="1018582"/>
                  </a:lnTo>
                  <a:lnTo>
                    <a:pt x="5784835" y="1033432"/>
                  </a:lnTo>
                  <a:lnTo>
                    <a:pt x="5735194" y="1047290"/>
                  </a:lnTo>
                  <a:lnTo>
                    <a:pt x="5683838" y="1059736"/>
                  </a:lnTo>
                  <a:lnTo>
                    <a:pt x="5629942" y="1070847"/>
                  </a:lnTo>
                  <a:lnTo>
                    <a:pt x="5572588" y="1080746"/>
                  </a:lnTo>
                  <a:lnTo>
                    <a:pt x="5510843" y="1089575"/>
                  </a:lnTo>
                  <a:lnTo>
                    <a:pt x="5443840" y="1097465"/>
                  </a:lnTo>
                  <a:lnTo>
                    <a:pt x="5370885" y="1104536"/>
                  </a:lnTo>
                  <a:lnTo>
                    <a:pt x="5291600" y="1110880"/>
                  </a:lnTo>
                  <a:lnTo>
                    <a:pt x="5206102" y="1116565"/>
                  </a:lnTo>
                  <a:lnTo>
                    <a:pt x="5115227" y="1121631"/>
                  </a:lnTo>
                  <a:lnTo>
                    <a:pt x="5020734" y="1126094"/>
                  </a:lnTo>
                  <a:lnTo>
                    <a:pt x="4925436" y="1129949"/>
                  </a:lnTo>
                  <a:lnTo>
                    <a:pt x="4833136" y="1133182"/>
                  </a:lnTo>
                  <a:lnTo>
                    <a:pt x="4748263" y="1135782"/>
                  </a:lnTo>
                  <a:lnTo>
                    <a:pt x="4675199" y="1137756"/>
                  </a:lnTo>
                  <a:lnTo>
                    <a:pt x="4617392" y="1139145"/>
                  </a:lnTo>
                  <a:lnTo>
                    <a:pt x="4576529" y="1140024"/>
                  </a:lnTo>
                  <a:lnTo>
                    <a:pt x="4552035" y="1140497"/>
                  </a:lnTo>
                  <a:lnTo>
                    <a:pt x="4541021" y="1140689"/>
                  </a:lnTo>
                  <a:lnTo>
                    <a:pt x="4538543" y="1140728"/>
                  </a:lnTo>
                  <a:lnTo>
                    <a:pt x="4016409" y="1140728"/>
                  </a:lnTo>
                  <a:lnTo>
                    <a:pt x="4015161" y="1140694"/>
                  </a:lnTo>
                  <a:lnTo>
                    <a:pt x="4006995" y="1140448"/>
                  </a:lnTo>
                  <a:lnTo>
                    <a:pt x="3986571" y="1139768"/>
                  </a:lnTo>
                  <a:lnTo>
                    <a:pt x="3950459" y="1138433"/>
                  </a:lnTo>
                  <a:lnTo>
                    <a:pt x="3897455" y="1136246"/>
                  </a:lnTo>
                  <a:lnTo>
                    <a:pt x="3828643" y="1133059"/>
                  </a:lnTo>
                  <a:lnTo>
                    <a:pt x="3747016" y="1128787"/>
                  </a:lnTo>
                  <a:lnTo>
                    <a:pt x="3656737" y="1123401"/>
                  </a:lnTo>
                  <a:lnTo>
                    <a:pt x="3562251" y="1116914"/>
                  </a:lnTo>
                  <a:lnTo>
                    <a:pt x="3467549" y="1109352"/>
                  </a:lnTo>
                  <a:lnTo>
                    <a:pt x="3375718" y="1100730"/>
                  </a:lnTo>
                  <a:lnTo>
                    <a:pt x="3288804" y="1091032"/>
                  </a:lnTo>
                  <a:lnTo>
                    <a:pt x="3207886" y="1080203"/>
                  </a:lnTo>
                  <a:lnTo>
                    <a:pt x="3133276" y="1068138"/>
                  </a:lnTo>
                  <a:lnTo>
                    <a:pt x="3064730" y="1054687"/>
                  </a:lnTo>
                  <a:lnTo>
                    <a:pt x="3001644" y="1039657"/>
                  </a:lnTo>
                  <a:lnTo>
                    <a:pt x="2943203" y="1022821"/>
                  </a:lnTo>
                  <a:lnTo>
                    <a:pt x="2888496" y="1003935"/>
                  </a:lnTo>
                  <a:lnTo>
                    <a:pt x="2836601" y="982766"/>
                  </a:lnTo>
                  <a:lnTo>
                    <a:pt x="2786665" y="959145"/>
                  </a:lnTo>
                  <a:lnTo>
                    <a:pt x="2770117" y="950607"/>
                  </a:lnTo>
                  <a:lnTo>
                    <a:pt x="2721656" y="923619"/>
                  </a:lnTo>
                  <a:lnTo>
                    <a:pt x="2673668" y="894071"/>
                  </a:lnTo>
                  <a:lnTo>
                    <a:pt x="2625711" y="861920"/>
                  </a:lnTo>
                  <a:lnTo>
                    <a:pt x="2577474" y="827196"/>
                  </a:lnTo>
                  <a:lnTo>
                    <a:pt x="2528755" y="790015"/>
                  </a:lnTo>
                  <a:lnTo>
                    <a:pt x="2479455" y="750581"/>
                  </a:lnTo>
                  <a:lnTo>
                    <a:pt x="2429561" y="709188"/>
                  </a:lnTo>
                  <a:lnTo>
                    <a:pt x="2379140" y="666214"/>
                  </a:lnTo>
                  <a:lnTo>
                    <a:pt x="2328319" y="622111"/>
                  </a:lnTo>
                  <a:lnTo>
                    <a:pt x="2277270" y="577386"/>
                  </a:lnTo>
                  <a:lnTo>
                    <a:pt x="2226189" y="532576"/>
                  </a:lnTo>
                  <a:lnTo>
                    <a:pt x="2175276" y="488222"/>
                  </a:lnTo>
                  <a:lnTo>
                    <a:pt x="2124714" y="444844"/>
                  </a:lnTo>
                  <a:lnTo>
                    <a:pt x="2074645" y="402911"/>
                  </a:lnTo>
                  <a:lnTo>
                    <a:pt x="2025156" y="362827"/>
                  </a:lnTo>
                  <a:lnTo>
                    <a:pt x="1976262" y="324915"/>
                  </a:lnTo>
                  <a:lnTo>
                    <a:pt x="1927890" y="289406"/>
                  </a:lnTo>
                  <a:lnTo>
                    <a:pt x="1879874" y="256442"/>
                  </a:lnTo>
                  <a:lnTo>
                    <a:pt x="1831937" y="226080"/>
                  </a:lnTo>
                  <a:lnTo>
                    <a:pt x="1783680" y="198300"/>
                  </a:lnTo>
                  <a:lnTo>
                    <a:pt x="1768425" y="190121"/>
                  </a:lnTo>
                  <a:lnTo>
                    <a:pt x="1718980" y="165657"/>
                  </a:lnTo>
                  <a:lnTo>
                    <a:pt x="1667837" y="143674"/>
                  </a:lnTo>
                  <a:lnTo>
                    <a:pt x="1614180" y="124041"/>
                  </a:lnTo>
                  <a:lnTo>
                    <a:pt x="1557104" y="106541"/>
                  </a:lnTo>
                  <a:lnTo>
                    <a:pt x="1495684" y="90928"/>
                  </a:lnTo>
                  <a:lnTo>
                    <a:pt x="1429062" y="76968"/>
                  </a:lnTo>
                  <a:lnTo>
                    <a:pt x="1356549" y="64453"/>
                  </a:lnTo>
                  <a:lnTo>
                    <a:pt x="1277758" y="53221"/>
                  </a:lnTo>
                  <a:lnTo>
                    <a:pt x="1192790" y="43150"/>
                  </a:lnTo>
                  <a:lnTo>
                    <a:pt x="1102441" y="34168"/>
                  </a:lnTo>
                  <a:lnTo>
                    <a:pt x="1008415" y="26248"/>
                  </a:lnTo>
                  <a:lnTo>
                    <a:pt x="913449" y="19395"/>
                  </a:lnTo>
                  <a:lnTo>
                    <a:pt x="821262" y="13635"/>
                  </a:lnTo>
                  <a:lnTo>
                    <a:pt x="736217" y="8987"/>
                  </a:lnTo>
                  <a:lnTo>
                    <a:pt x="662667" y="5440"/>
                  </a:lnTo>
                  <a:lnTo>
                    <a:pt x="604098" y="2929"/>
                  </a:lnTo>
                  <a:lnTo>
                    <a:pt x="562301" y="1326"/>
                  </a:lnTo>
                  <a:lnTo>
                    <a:pt x="536858" y="449"/>
                  </a:lnTo>
                  <a:lnTo>
                    <a:pt x="525062" y="82"/>
                  </a:lnTo>
                  <a:lnTo>
                    <a:pt x="5221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138" name="pl138"/>
            <p:cNvSpPr/>
            <p:nvPr/>
          </p:nvSpPr>
          <p:spPr>
            <a:xfrm>
              <a:off x="386606" y="1586494"/>
              <a:ext cx="8554953" cy="1140728"/>
            </a:xfrm>
            <a:custGeom>
              <a:avLst/>
              <a:pathLst>
                <a:path w="8554953" h="1140728">
                  <a:moveTo>
                    <a:pt x="0" y="0"/>
                  </a:moveTo>
                  <a:lnTo>
                    <a:pt x="522133" y="0"/>
                  </a:lnTo>
                  <a:lnTo>
                    <a:pt x="523381" y="34"/>
                  </a:lnTo>
                  <a:lnTo>
                    <a:pt x="531547" y="280"/>
                  </a:lnTo>
                  <a:lnTo>
                    <a:pt x="551972" y="960"/>
                  </a:lnTo>
                  <a:lnTo>
                    <a:pt x="588084" y="2295"/>
                  </a:lnTo>
                  <a:lnTo>
                    <a:pt x="641087" y="4482"/>
                  </a:lnTo>
                  <a:lnTo>
                    <a:pt x="709899" y="7668"/>
                  </a:lnTo>
                  <a:lnTo>
                    <a:pt x="791526" y="11941"/>
                  </a:lnTo>
                  <a:lnTo>
                    <a:pt x="881805" y="17327"/>
                  </a:lnTo>
                  <a:lnTo>
                    <a:pt x="976291" y="23814"/>
                  </a:lnTo>
                  <a:lnTo>
                    <a:pt x="1070993" y="31376"/>
                  </a:lnTo>
                  <a:lnTo>
                    <a:pt x="1162824" y="39998"/>
                  </a:lnTo>
                  <a:lnTo>
                    <a:pt x="1249739" y="49695"/>
                  </a:lnTo>
                  <a:lnTo>
                    <a:pt x="1330656" y="60525"/>
                  </a:lnTo>
                  <a:lnTo>
                    <a:pt x="1405266" y="72590"/>
                  </a:lnTo>
                  <a:lnTo>
                    <a:pt x="1473812" y="86041"/>
                  </a:lnTo>
                  <a:lnTo>
                    <a:pt x="1536898" y="101071"/>
                  </a:lnTo>
                  <a:lnTo>
                    <a:pt x="1595339" y="117907"/>
                  </a:lnTo>
                  <a:lnTo>
                    <a:pt x="1650046" y="136792"/>
                  </a:lnTo>
                  <a:lnTo>
                    <a:pt x="1701941" y="157961"/>
                  </a:lnTo>
                  <a:lnTo>
                    <a:pt x="1751878" y="181582"/>
                  </a:lnTo>
                  <a:lnTo>
                    <a:pt x="1768425" y="190121"/>
                  </a:lnTo>
                  <a:lnTo>
                    <a:pt x="1816886" y="217109"/>
                  </a:lnTo>
                  <a:lnTo>
                    <a:pt x="1864874" y="246657"/>
                  </a:lnTo>
                  <a:lnTo>
                    <a:pt x="1912831" y="278808"/>
                  </a:lnTo>
                  <a:lnTo>
                    <a:pt x="1961068" y="313531"/>
                  </a:lnTo>
                  <a:lnTo>
                    <a:pt x="2009787" y="350712"/>
                  </a:lnTo>
                  <a:lnTo>
                    <a:pt x="2059088" y="390146"/>
                  </a:lnTo>
                  <a:lnTo>
                    <a:pt x="2108981" y="431540"/>
                  </a:lnTo>
                  <a:lnTo>
                    <a:pt x="2159402" y="474514"/>
                  </a:lnTo>
                  <a:lnTo>
                    <a:pt x="2210223" y="518617"/>
                  </a:lnTo>
                  <a:lnTo>
                    <a:pt x="2261272" y="563341"/>
                  </a:lnTo>
                  <a:lnTo>
                    <a:pt x="2312353" y="608151"/>
                  </a:lnTo>
                  <a:lnTo>
                    <a:pt x="2363266" y="652505"/>
                  </a:lnTo>
                  <a:lnTo>
                    <a:pt x="2413828" y="695884"/>
                  </a:lnTo>
                  <a:lnTo>
                    <a:pt x="2463897" y="737817"/>
                  </a:lnTo>
                  <a:lnTo>
                    <a:pt x="2513386" y="777900"/>
                  </a:lnTo>
                  <a:lnTo>
                    <a:pt x="2562280" y="815813"/>
                  </a:lnTo>
                  <a:lnTo>
                    <a:pt x="2610652" y="851322"/>
                  </a:lnTo>
                  <a:lnTo>
                    <a:pt x="2658668" y="884286"/>
                  </a:lnTo>
                  <a:lnTo>
                    <a:pt x="2706605" y="914647"/>
                  </a:lnTo>
                  <a:lnTo>
                    <a:pt x="2754862" y="942428"/>
                  </a:lnTo>
                  <a:lnTo>
                    <a:pt x="2770117" y="950607"/>
                  </a:lnTo>
                  <a:lnTo>
                    <a:pt x="2819562" y="975071"/>
                  </a:lnTo>
                  <a:lnTo>
                    <a:pt x="2870706" y="997054"/>
                  </a:lnTo>
                  <a:lnTo>
                    <a:pt x="2924362" y="1016686"/>
                  </a:lnTo>
                  <a:lnTo>
                    <a:pt x="2981438" y="1034187"/>
                  </a:lnTo>
                  <a:lnTo>
                    <a:pt x="3042858" y="1049799"/>
                  </a:lnTo>
                  <a:lnTo>
                    <a:pt x="3109480" y="1063760"/>
                  </a:lnTo>
                  <a:lnTo>
                    <a:pt x="3181993" y="1076274"/>
                  </a:lnTo>
                  <a:lnTo>
                    <a:pt x="3260784" y="1087507"/>
                  </a:lnTo>
                  <a:lnTo>
                    <a:pt x="3345752" y="1097578"/>
                  </a:lnTo>
                  <a:lnTo>
                    <a:pt x="3436101" y="1106559"/>
                  </a:lnTo>
                  <a:lnTo>
                    <a:pt x="3530127" y="1114480"/>
                  </a:lnTo>
                  <a:lnTo>
                    <a:pt x="3625093" y="1121333"/>
                  </a:lnTo>
                  <a:lnTo>
                    <a:pt x="3717280" y="1127093"/>
                  </a:lnTo>
                  <a:lnTo>
                    <a:pt x="3802325" y="1131741"/>
                  </a:lnTo>
                  <a:lnTo>
                    <a:pt x="3875875" y="1135287"/>
                  </a:lnTo>
                  <a:lnTo>
                    <a:pt x="3934444" y="1137798"/>
                  </a:lnTo>
                  <a:lnTo>
                    <a:pt x="3976241" y="1139401"/>
                  </a:lnTo>
                  <a:lnTo>
                    <a:pt x="4001684" y="1140278"/>
                  </a:lnTo>
                  <a:lnTo>
                    <a:pt x="4013480" y="1140645"/>
                  </a:lnTo>
                  <a:lnTo>
                    <a:pt x="4016359" y="1140727"/>
                  </a:lnTo>
                  <a:lnTo>
                    <a:pt x="4016409" y="1140728"/>
                  </a:lnTo>
                  <a:lnTo>
                    <a:pt x="4538543" y="1140728"/>
                  </a:lnTo>
                  <a:lnTo>
                    <a:pt x="4539806" y="1140708"/>
                  </a:lnTo>
                  <a:lnTo>
                    <a:pt x="4548063" y="1140568"/>
                  </a:lnTo>
                  <a:lnTo>
                    <a:pt x="4568710" y="1140180"/>
                  </a:lnTo>
                  <a:lnTo>
                    <a:pt x="4605193" y="1139417"/>
                  </a:lnTo>
                  <a:lnTo>
                    <a:pt x="4658698" y="1138169"/>
                  </a:lnTo>
                  <a:lnTo>
                    <a:pt x="4728093" y="1136351"/>
                  </a:lnTo>
                  <a:lnTo>
                    <a:pt x="4810314" y="1133914"/>
                  </a:lnTo>
                  <a:lnTo>
                    <a:pt x="4901132" y="1130844"/>
                  </a:lnTo>
                  <a:lnTo>
                    <a:pt x="4996053" y="1127148"/>
                  </a:lnTo>
                  <a:lnTo>
                    <a:pt x="5091067" y="1122842"/>
                  </a:lnTo>
                  <a:lnTo>
                    <a:pt x="5183086" y="1117932"/>
                  </a:lnTo>
                  <a:lnTo>
                    <a:pt x="5270087" y="1112410"/>
                  </a:lnTo>
                  <a:lnTo>
                    <a:pt x="5351013" y="1106241"/>
                  </a:lnTo>
                  <a:lnTo>
                    <a:pt x="5425584" y="1099366"/>
                  </a:lnTo>
                  <a:lnTo>
                    <a:pt x="5494068" y="1091698"/>
                  </a:lnTo>
                  <a:lnTo>
                    <a:pt x="5557094" y="1083124"/>
                  </a:lnTo>
                  <a:lnTo>
                    <a:pt x="5615494" y="1073515"/>
                  </a:lnTo>
                  <a:lnTo>
                    <a:pt x="5670193" y="1062730"/>
                  </a:lnTo>
                  <a:lnTo>
                    <a:pt x="5722121" y="1050639"/>
                  </a:lnTo>
                  <a:lnTo>
                    <a:pt x="5772135" y="1037148"/>
                  </a:lnTo>
                  <a:lnTo>
                    <a:pt x="5784835" y="1033432"/>
                  </a:lnTo>
                  <a:lnTo>
                    <a:pt x="5836871" y="1017013"/>
                  </a:lnTo>
                  <a:lnTo>
                    <a:pt x="5888402" y="998923"/>
                  </a:lnTo>
                  <a:lnTo>
                    <a:pt x="5939956" y="979138"/>
                  </a:lnTo>
                  <a:lnTo>
                    <a:pt x="5991896" y="957691"/>
                  </a:lnTo>
                  <a:lnTo>
                    <a:pt x="6044436" y="934677"/>
                  </a:lnTo>
                  <a:lnTo>
                    <a:pt x="6097662" y="910260"/>
                  </a:lnTo>
                  <a:lnTo>
                    <a:pt x="6151548" y="884671"/>
                  </a:lnTo>
                  <a:lnTo>
                    <a:pt x="6205972" y="858202"/>
                  </a:lnTo>
                  <a:lnTo>
                    <a:pt x="6260746" y="831190"/>
                  </a:lnTo>
                  <a:lnTo>
                    <a:pt x="6315632" y="804006"/>
                  </a:lnTo>
                  <a:lnTo>
                    <a:pt x="6370383" y="777029"/>
                  </a:lnTo>
                  <a:lnTo>
                    <a:pt x="6424765" y="750627"/>
                  </a:lnTo>
                  <a:lnTo>
                    <a:pt x="6478594" y="725134"/>
                  </a:lnTo>
                  <a:lnTo>
                    <a:pt x="6531757" y="700837"/>
                  </a:lnTo>
                  <a:lnTo>
                    <a:pt x="6584236" y="677960"/>
                  </a:lnTo>
                  <a:lnTo>
                    <a:pt x="6636130" y="656662"/>
                  </a:lnTo>
                  <a:lnTo>
                    <a:pt x="6687665" y="637032"/>
                  </a:lnTo>
                  <a:lnTo>
                    <a:pt x="6739218" y="619096"/>
                  </a:lnTo>
                  <a:lnTo>
                    <a:pt x="6786527" y="604247"/>
                  </a:lnTo>
                  <a:lnTo>
                    <a:pt x="6836168" y="590389"/>
                  </a:lnTo>
                  <a:lnTo>
                    <a:pt x="6887524" y="577942"/>
                  </a:lnTo>
                  <a:lnTo>
                    <a:pt x="6941420" y="566832"/>
                  </a:lnTo>
                  <a:lnTo>
                    <a:pt x="6998774" y="556932"/>
                  </a:lnTo>
                  <a:lnTo>
                    <a:pt x="7060519" y="548104"/>
                  </a:lnTo>
                  <a:lnTo>
                    <a:pt x="7127522" y="540213"/>
                  </a:lnTo>
                  <a:lnTo>
                    <a:pt x="7200477" y="533143"/>
                  </a:lnTo>
                  <a:lnTo>
                    <a:pt x="7279762" y="526799"/>
                  </a:lnTo>
                  <a:lnTo>
                    <a:pt x="7365260" y="521114"/>
                  </a:lnTo>
                  <a:lnTo>
                    <a:pt x="7456135" y="516048"/>
                  </a:lnTo>
                  <a:lnTo>
                    <a:pt x="7550628" y="511585"/>
                  </a:lnTo>
                  <a:lnTo>
                    <a:pt x="7645926" y="507730"/>
                  </a:lnTo>
                  <a:lnTo>
                    <a:pt x="7738226" y="504497"/>
                  </a:lnTo>
                  <a:lnTo>
                    <a:pt x="7823099" y="501897"/>
                  </a:lnTo>
                  <a:lnTo>
                    <a:pt x="7896163" y="499922"/>
                  </a:lnTo>
                  <a:lnTo>
                    <a:pt x="7953970" y="498533"/>
                  </a:lnTo>
                  <a:lnTo>
                    <a:pt x="7994833" y="497655"/>
                  </a:lnTo>
                  <a:lnTo>
                    <a:pt x="8019327" y="497182"/>
                  </a:lnTo>
                  <a:lnTo>
                    <a:pt x="8030341" y="496990"/>
                  </a:lnTo>
                  <a:lnTo>
                    <a:pt x="8032796" y="496951"/>
                  </a:lnTo>
                  <a:lnTo>
                    <a:pt x="8032819" y="496951"/>
                  </a:lnTo>
                  <a:lnTo>
                    <a:pt x="8554953" y="496951"/>
                  </a:lnTo>
                  <a:lnTo>
                    <a:pt x="8554953" y="496951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39" name="pl139"/>
            <p:cNvSpPr/>
            <p:nvPr/>
          </p:nvSpPr>
          <p:spPr>
            <a:xfrm>
              <a:off x="386606" y="1575200"/>
              <a:ext cx="8554953" cy="1140728"/>
            </a:xfrm>
            <a:custGeom>
              <a:avLst/>
              <a:pathLst>
                <a:path w="8554953" h="1140728">
                  <a:moveTo>
                    <a:pt x="8554953" y="496951"/>
                  </a:moveTo>
                  <a:lnTo>
                    <a:pt x="8032819" y="496951"/>
                  </a:lnTo>
                  <a:lnTo>
                    <a:pt x="8031556" y="496970"/>
                  </a:lnTo>
                  <a:lnTo>
                    <a:pt x="8023299" y="497111"/>
                  </a:lnTo>
                  <a:lnTo>
                    <a:pt x="8002652" y="497499"/>
                  </a:lnTo>
                  <a:lnTo>
                    <a:pt x="7966169" y="498261"/>
                  </a:lnTo>
                  <a:lnTo>
                    <a:pt x="7912664" y="499510"/>
                  </a:lnTo>
                  <a:lnTo>
                    <a:pt x="7843269" y="501328"/>
                  </a:lnTo>
                  <a:lnTo>
                    <a:pt x="7761048" y="503765"/>
                  </a:lnTo>
                  <a:lnTo>
                    <a:pt x="7670230" y="506834"/>
                  </a:lnTo>
                  <a:lnTo>
                    <a:pt x="7575309" y="510530"/>
                  </a:lnTo>
                  <a:lnTo>
                    <a:pt x="7480295" y="514837"/>
                  </a:lnTo>
                  <a:lnTo>
                    <a:pt x="7388275" y="519747"/>
                  </a:lnTo>
                  <a:lnTo>
                    <a:pt x="7301275" y="525269"/>
                  </a:lnTo>
                  <a:lnTo>
                    <a:pt x="7220349" y="531437"/>
                  </a:lnTo>
                  <a:lnTo>
                    <a:pt x="7145778" y="538312"/>
                  </a:lnTo>
                  <a:lnTo>
                    <a:pt x="7077294" y="545981"/>
                  </a:lnTo>
                  <a:lnTo>
                    <a:pt x="7014268" y="554554"/>
                  </a:lnTo>
                  <a:lnTo>
                    <a:pt x="6955868" y="564164"/>
                  </a:lnTo>
                  <a:lnTo>
                    <a:pt x="6901169" y="574948"/>
                  </a:lnTo>
                  <a:lnTo>
                    <a:pt x="6849241" y="587040"/>
                  </a:lnTo>
                  <a:lnTo>
                    <a:pt x="6799227" y="600531"/>
                  </a:lnTo>
                  <a:lnTo>
                    <a:pt x="6786527" y="604247"/>
                  </a:lnTo>
                  <a:lnTo>
                    <a:pt x="6734491" y="620666"/>
                  </a:lnTo>
                  <a:lnTo>
                    <a:pt x="6682960" y="638756"/>
                  </a:lnTo>
                  <a:lnTo>
                    <a:pt x="6631405" y="658540"/>
                  </a:lnTo>
                  <a:lnTo>
                    <a:pt x="6579466" y="679988"/>
                  </a:lnTo>
                  <a:lnTo>
                    <a:pt x="6526926" y="703002"/>
                  </a:lnTo>
                  <a:lnTo>
                    <a:pt x="6473700" y="727419"/>
                  </a:lnTo>
                  <a:lnTo>
                    <a:pt x="6419814" y="753007"/>
                  </a:lnTo>
                  <a:lnTo>
                    <a:pt x="6365389" y="779477"/>
                  </a:lnTo>
                  <a:lnTo>
                    <a:pt x="6310616" y="806488"/>
                  </a:lnTo>
                  <a:lnTo>
                    <a:pt x="6255730" y="833673"/>
                  </a:lnTo>
                  <a:lnTo>
                    <a:pt x="6200979" y="860650"/>
                  </a:lnTo>
                  <a:lnTo>
                    <a:pt x="6146597" y="887052"/>
                  </a:lnTo>
                  <a:lnTo>
                    <a:pt x="6092768" y="912545"/>
                  </a:lnTo>
                  <a:lnTo>
                    <a:pt x="6039605" y="936842"/>
                  </a:lnTo>
                  <a:lnTo>
                    <a:pt x="5987125" y="959718"/>
                  </a:lnTo>
                  <a:lnTo>
                    <a:pt x="5935232" y="981017"/>
                  </a:lnTo>
                  <a:lnTo>
                    <a:pt x="5883696" y="1000647"/>
                  </a:lnTo>
                  <a:lnTo>
                    <a:pt x="5832144" y="1018582"/>
                  </a:lnTo>
                  <a:lnTo>
                    <a:pt x="5784835" y="1033432"/>
                  </a:lnTo>
                  <a:lnTo>
                    <a:pt x="5735194" y="1047290"/>
                  </a:lnTo>
                  <a:lnTo>
                    <a:pt x="5683838" y="1059736"/>
                  </a:lnTo>
                  <a:lnTo>
                    <a:pt x="5629942" y="1070847"/>
                  </a:lnTo>
                  <a:lnTo>
                    <a:pt x="5572588" y="1080746"/>
                  </a:lnTo>
                  <a:lnTo>
                    <a:pt x="5510843" y="1089575"/>
                  </a:lnTo>
                  <a:lnTo>
                    <a:pt x="5443840" y="1097465"/>
                  </a:lnTo>
                  <a:lnTo>
                    <a:pt x="5370885" y="1104536"/>
                  </a:lnTo>
                  <a:lnTo>
                    <a:pt x="5291600" y="1110880"/>
                  </a:lnTo>
                  <a:lnTo>
                    <a:pt x="5206102" y="1116565"/>
                  </a:lnTo>
                  <a:lnTo>
                    <a:pt x="5115227" y="1121631"/>
                  </a:lnTo>
                  <a:lnTo>
                    <a:pt x="5020734" y="1126094"/>
                  </a:lnTo>
                  <a:lnTo>
                    <a:pt x="4925436" y="1129949"/>
                  </a:lnTo>
                  <a:lnTo>
                    <a:pt x="4833136" y="1133182"/>
                  </a:lnTo>
                  <a:lnTo>
                    <a:pt x="4748263" y="1135782"/>
                  </a:lnTo>
                  <a:lnTo>
                    <a:pt x="4675199" y="1137756"/>
                  </a:lnTo>
                  <a:lnTo>
                    <a:pt x="4617392" y="1139145"/>
                  </a:lnTo>
                  <a:lnTo>
                    <a:pt x="4576529" y="1140024"/>
                  </a:lnTo>
                  <a:lnTo>
                    <a:pt x="4552035" y="1140497"/>
                  </a:lnTo>
                  <a:lnTo>
                    <a:pt x="4541021" y="1140689"/>
                  </a:lnTo>
                  <a:lnTo>
                    <a:pt x="4538565" y="1140728"/>
                  </a:lnTo>
                  <a:lnTo>
                    <a:pt x="4538543" y="1140728"/>
                  </a:lnTo>
                  <a:lnTo>
                    <a:pt x="4016409" y="1140728"/>
                  </a:lnTo>
                  <a:lnTo>
                    <a:pt x="4015161" y="1140694"/>
                  </a:lnTo>
                  <a:lnTo>
                    <a:pt x="4006995" y="1140448"/>
                  </a:lnTo>
                  <a:lnTo>
                    <a:pt x="3986571" y="1139768"/>
                  </a:lnTo>
                  <a:lnTo>
                    <a:pt x="3950459" y="1138433"/>
                  </a:lnTo>
                  <a:lnTo>
                    <a:pt x="3897455" y="1136246"/>
                  </a:lnTo>
                  <a:lnTo>
                    <a:pt x="3828643" y="1133059"/>
                  </a:lnTo>
                  <a:lnTo>
                    <a:pt x="3747016" y="1128787"/>
                  </a:lnTo>
                  <a:lnTo>
                    <a:pt x="3656737" y="1123401"/>
                  </a:lnTo>
                  <a:lnTo>
                    <a:pt x="3562251" y="1116914"/>
                  </a:lnTo>
                  <a:lnTo>
                    <a:pt x="3467549" y="1109352"/>
                  </a:lnTo>
                  <a:lnTo>
                    <a:pt x="3375718" y="1100730"/>
                  </a:lnTo>
                  <a:lnTo>
                    <a:pt x="3288804" y="1091032"/>
                  </a:lnTo>
                  <a:lnTo>
                    <a:pt x="3207886" y="1080203"/>
                  </a:lnTo>
                  <a:lnTo>
                    <a:pt x="3133276" y="1068138"/>
                  </a:lnTo>
                  <a:lnTo>
                    <a:pt x="3064730" y="1054687"/>
                  </a:lnTo>
                  <a:lnTo>
                    <a:pt x="3001644" y="1039657"/>
                  </a:lnTo>
                  <a:lnTo>
                    <a:pt x="2943203" y="1022821"/>
                  </a:lnTo>
                  <a:lnTo>
                    <a:pt x="2888496" y="1003935"/>
                  </a:lnTo>
                  <a:lnTo>
                    <a:pt x="2836601" y="982766"/>
                  </a:lnTo>
                  <a:lnTo>
                    <a:pt x="2786665" y="959145"/>
                  </a:lnTo>
                  <a:lnTo>
                    <a:pt x="2770117" y="950607"/>
                  </a:lnTo>
                  <a:lnTo>
                    <a:pt x="2721656" y="923619"/>
                  </a:lnTo>
                  <a:lnTo>
                    <a:pt x="2673668" y="894071"/>
                  </a:lnTo>
                  <a:lnTo>
                    <a:pt x="2625711" y="861920"/>
                  </a:lnTo>
                  <a:lnTo>
                    <a:pt x="2577474" y="827196"/>
                  </a:lnTo>
                  <a:lnTo>
                    <a:pt x="2528755" y="790015"/>
                  </a:lnTo>
                  <a:lnTo>
                    <a:pt x="2479455" y="750581"/>
                  </a:lnTo>
                  <a:lnTo>
                    <a:pt x="2429561" y="709188"/>
                  </a:lnTo>
                  <a:lnTo>
                    <a:pt x="2379140" y="666214"/>
                  </a:lnTo>
                  <a:lnTo>
                    <a:pt x="2328319" y="622111"/>
                  </a:lnTo>
                  <a:lnTo>
                    <a:pt x="2277270" y="577386"/>
                  </a:lnTo>
                  <a:lnTo>
                    <a:pt x="2226189" y="532576"/>
                  </a:lnTo>
                  <a:lnTo>
                    <a:pt x="2175276" y="488222"/>
                  </a:lnTo>
                  <a:lnTo>
                    <a:pt x="2124714" y="444844"/>
                  </a:lnTo>
                  <a:lnTo>
                    <a:pt x="2074645" y="402911"/>
                  </a:lnTo>
                  <a:lnTo>
                    <a:pt x="2025156" y="362827"/>
                  </a:lnTo>
                  <a:lnTo>
                    <a:pt x="1976262" y="324915"/>
                  </a:lnTo>
                  <a:lnTo>
                    <a:pt x="1927890" y="289406"/>
                  </a:lnTo>
                  <a:lnTo>
                    <a:pt x="1879874" y="256442"/>
                  </a:lnTo>
                  <a:lnTo>
                    <a:pt x="1831937" y="226080"/>
                  </a:lnTo>
                  <a:lnTo>
                    <a:pt x="1783680" y="198300"/>
                  </a:lnTo>
                  <a:lnTo>
                    <a:pt x="1768425" y="190121"/>
                  </a:lnTo>
                  <a:lnTo>
                    <a:pt x="1718980" y="165657"/>
                  </a:lnTo>
                  <a:lnTo>
                    <a:pt x="1667837" y="143674"/>
                  </a:lnTo>
                  <a:lnTo>
                    <a:pt x="1614180" y="124041"/>
                  </a:lnTo>
                  <a:lnTo>
                    <a:pt x="1557104" y="106541"/>
                  </a:lnTo>
                  <a:lnTo>
                    <a:pt x="1495684" y="90928"/>
                  </a:lnTo>
                  <a:lnTo>
                    <a:pt x="1429062" y="76968"/>
                  </a:lnTo>
                  <a:lnTo>
                    <a:pt x="1356549" y="64453"/>
                  </a:lnTo>
                  <a:lnTo>
                    <a:pt x="1277758" y="53221"/>
                  </a:lnTo>
                  <a:lnTo>
                    <a:pt x="1192790" y="43150"/>
                  </a:lnTo>
                  <a:lnTo>
                    <a:pt x="1102441" y="34168"/>
                  </a:lnTo>
                  <a:lnTo>
                    <a:pt x="1008415" y="26248"/>
                  </a:lnTo>
                  <a:lnTo>
                    <a:pt x="913449" y="19395"/>
                  </a:lnTo>
                  <a:lnTo>
                    <a:pt x="821262" y="13635"/>
                  </a:lnTo>
                  <a:lnTo>
                    <a:pt x="736217" y="8987"/>
                  </a:lnTo>
                  <a:lnTo>
                    <a:pt x="662667" y="5440"/>
                  </a:lnTo>
                  <a:lnTo>
                    <a:pt x="604098" y="2929"/>
                  </a:lnTo>
                  <a:lnTo>
                    <a:pt x="562301" y="1326"/>
                  </a:lnTo>
                  <a:lnTo>
                    <a:pt x="536858" y="449"/>
                  </a:lnTo>
                  <a:lnTo>
                    <a:pt x="525062" y="82"/>
                  </a:lnTo>
                  <a:lnTo>
                    <a:pt x="522183" y="1"/>
                  </a:lnTo>
                  <a:lnTo>
                    <a:pt x="522133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40" name="pg140"/>
            <p:cNvSpPr/>
            <p:nvPr/>
          </p:nvSpPr>
          <p:spPr>
            <a:xfrm>
              <a:off x="386606" y="1586494"/>
              <a:ext cx="8554953" cy="1163317"/>
            </a:xfrm>
            <a:custGeom>
              <a:avLst/>
              <a:pathLst>
                <a:path w="8554953" h="1163317">
                  <a:moveTo>
                    <a:pt x="0" y="11294"/>
                  </a:moveTo>
                  <a:lnTo>
                    <a:pt x="522133" y="11294"/>
                  </a:lnTo>
                  <a:lnTo>
                    <a:pt x="523381" y="11329"/>
                  </a:lnTo>
                  <a:lnTo>
                    <a:pt x="531544" y="11577"/>
                  </a:lnTo>
                  <a:lnTo>
                    <a:pt x="551962" y="12263"/>
                  </a:lnTo>
                  <a:lnTo>
                    <a:pt x="588064" y="13611"/>
                  </a:lnTo>
                  <a:lnTo>
                    <a:pt x="641052" y="15819"/>
                  </a:lnTo>
                  <a:lnTo>
                    <a:pt x="709848" y="19036"/>
                  </a:lnTo>
                  <a:lnTo>
                    <a:pt x="791457" y="23349"/>
                  </a:lnTo>
                  <a:lnTo>
                    <a:pt x="881721" y="28787"/>
                  </a:lnTo>
                  <a:lnTo>
                    <a:pt x="976194" y="35337"/>
                  </a:lnTo>
                  <a:lnTo>
                    <a:pt x="1070887" y="42971"/>
                  </a:lnTo>
                  <a:lnTo>
                    <a:pt x="1162712" y="51677"/>
                  </a:lnTo>
                  <a:lnTo>
                    <a:pt x="1249625" y="61468"/>
                  </a:lnTo>
                  <a:lnTo>
                    <a:pt x="1330542" y="72401"/>
                  </a:lnTo>
                  <a:lnTo>
                    <a:pt x="1405153" y="84583"/>
                  </a:lnTo>
                  <a:lnTo>
                    <a:pt x="1473700" y="98163"/>
                  </a:lnTo>
                  <a:lnTo>
                    <a:pt x="1536788" y="113337"/>
                  </a:lnTo>
                  <a:lnTo>
                    <a:pt x="1595231" y="130334"/>
                  </a:lnTo>
                  <a:lnTo>
                    <a:pt x="1649938" y="149400"/>
                  </a:lnTo>
                  <a:lnTo>
                    <a:pt x="1701832" y="170771"/>
                  </a:lnTo>
                  <a:lnTo>
                    <a:pt x="1751766" y="194618"/>
                  </a:lnTo>
                  <a:lnTo>
                    <a:pt x="1768425" y="203298"/>
                  </a:lnTo>
                  <a:lnTo>
                    <a:pt x="1816799" y="230501"/>
                  </a:lnTo>
                  <a:lnTo>
                    <a:pt x="1864701" y="260280"/>
                  </a:lnTo>
                  <a:lnTo>
                    <a:pt x="1912570" y="292679"/>
                  </a:lnTo>
                  <a:lnTo>
                    <a:pt x="1960717" y="327667"/>
                  </a:lnTo>
                  <a:lnTo>
                    <a:pt x="2009343" y="365128"/>
                  </a:lnTo>
                  <a:lnTo>
                    <a:pt x="2058549" y="404860"/>
                  </a:lnTo>
                  <a:lnTo>
                    <a:pt x="2108345" y="446566"/>
                  </a:lnTo>
                  <a:lnTo>
                    <a:pt x="2158668" y="489869"/>
                  </a:lnTo>
                  <a:lnTo>
                    <a:pt x="2209392" y="534313"/>
                  </a:lnTo>
                  <a:lnTo>
                    <a:pt x="2260347" y="579393"/>
                  </a:lnTo>
                  <a:lnTo>
                    <a:pt x="2311337" y="624568"/>
                  </a:lnTo>
                  <a:lnTo>
                    <a:pt x="2362163" y="669295"/>
                  </a:lnTo>
                  <a:lnTo>
                    <a:pt x="2412643" y="713052"/>
                  </a:lnTo>
                  <a:lnTo>
                    <a:pt x="2462635" y="755364"/>
                  </a:lnTo>
                  <a:lnTo>
                    <a:pt x="2512049" y="795825"/>
                  </a:lnTo>
                  <a:lnTo>
                    <a:pt x="2560872" y="834108"/>
                  </a:lnTo>
                  <a:lnTo>
                    <a:pt x="2609169" y="869979"/>
                  </a:lnTo>
                  <a:lnTo>
                    <a:pt x="2657106" y="903291"/>
                  </a:lnTo>
                  <a:lnTo>
                    <a:pt x="2704953" y="933986"/>
                  </a:lnTo>
                  <a:lnTo>
                    <a:pt x="2753103" y="962082"/>
                  </a:lnTo>
                  <a:lnTo>
                    <a:pt x="2770117" y="971313"/>
                  </a:lnTo>
                  <a:lnTo>
                    <a:pt x="2819556" y="996017"/>
                  </a:lnTo>
                  <a:lnTo>
                    <a:pt x="2870694" y="1018215"/>
                  </a:lnTo>
                  <a:lnTo>
                    <a:pt x="2924343" y="1038040"/>
                  </a:lnTo>
                  <a:lnTo>
                    <a:pt x="2981411" y="1055713"/>
                  </a:lnTo>
                  <a:lnTo>
                    <a:pt x="3042822" y="1071479"/>
                  </a:lnTo>
                  <a:lnTo>
                    <a:pt x="3109433" y="1085578"/>
                  </a:lnTo>
                  <a:lnTo>
                    <a:pt x="3181934" y="1098215"/>
                  </a:lnTo>
                  <a:lnTo>
                    <a:pt x="3260710" y="1109559"/>
                  </a:lnTo>
                  <a:lnTo>
                    <a:pt x="3345663" y="1119729"/>
                  </a:lnTo>
                  <a:lnTo>
                    <a:pt x="3435996" y="1128800"/>
                  </a:lnTo>
                  <a:lnTo>
                    <a:pt x="3530008" y="1136799"/>
                  </a:lnTo>
                  <a:lnTo>
                    <a:pt x="3624965" y="1143721"/>
                  </a:lnTo>
                  <a:lnTo>
                    <a:pt x="3717148" y="1149539"/>
                  </a:lnTo>
                  <a:lnTo>
                    <a:pt x="3802198" y="1154234"/>
                  </a:lnTo>
                  <a:lnTo>
                    <a:pt x="3875762" y="1157817"/>
                  </a:lnTo>
                  <a:lnTo>
                    <a:pt x="3934353" y="1160354"/>
                  </a:lnTo>
                  <a:lnTo>
                    <a:pt x="3976177" y="1161974"/>
                  </a:lnTo>
                  <a:lnTo>
                    <a:pt x="4001648" y="1162861"/>
                  </a:lnTo>
                  <a:lnTo>
                    <a:pt x="4013466" y="1163233"/>
                  </a:lnTo>
                  <a:lnTo>
                    <a:pt x="4016409" y="1163317"/>
                  </a:lnTo>
                  <a:lnTo>
                    <a:pt x="4538543" y="1163317"/>
                  </a:lnTo>
                  <a:lnTo>
                    <a:pt x="4539810" y="1163305"/>
                  </a:lnTo>
                  <a:lnTo>
                    <a:pt x="4548095" y="1163218"/>
                  </a:lnTo>
                  <a:lnTo>
                    <a:pt x="4568807" y="1162979"/>
                  </a:lnTo>
                  <a:lnTo>
                    <a:pt x="4605400" y="1162509"/>
                  </a:lnTo>
                  <a:lnTo>
                    <a:pt x="4659054" y="1161740"/>
                  </a:lnTo>
                  <a:lnTo>
                    <a:pt x="4728621" y="1160620"/>
                  </a:lnTo>
                  <a:lnTo>
                    <a:pt x="4811016" y="1159119"/>
                  </a:lnTo>
                  <a:lnTo>
                    <a:pt x="4901992" y="1157229"/>
                  </a:lnTo>
                  <a:lnTo>
                    <a:pt x="4997042" y="1154953"/>
                  </a:lnTo>
                  <a:lnTo>
                    <a:pt x="5092146" y="1152301"/>
                  </a:lnTo>
                  <a:lnTo>
                    <a:pt x="5184221" y="1149279"/>
                  </a:lnTo>
                  <a:lnTo>
                    <a:pt x="5271246" y="1145879"/>
                  </a:lnTo>
                  <a:lnTo>
                    <a:pt x="5352174" y="1142081"/>
                  </a:lnTo>
                  <a:lnTo>
                    <a:pt x="5426732" y="1137848"/>
                  </a:lnTo>
                  <a:lnTo>
                    <a:pt x="5495198" y="1133125"/>
                  </a:lnTo>
                  <a:lnTo>
                    <a:pt x="5558206" y="1127844"/>
                  </a:lnTo>
                  <a:lnTo>
                    <a:pt x="5616594" y="1121923"/>
                  </a:lnTo>
                  <a:lnTo>
                    <a:pt x="5671292" y="1115278"/>
                  </a:lnTo>
                  <a:lnTo>
                    <a:pt x="5723230" y="1107827"/>
                  </a:lnTo>
                  <a:lnTo>
                    <a:pt x="5773267" y="1099514"/>
                  </a:lnTo>
                  <a:lnTo>
                    <a:pt x="5784835" y="1097433"/>
                  </a:lnTo>
                  <a:lnTo>
                    <a:pt x="5838200" y="1087078"/>
                  </a:lnTo>
                  <a:lnTo>
                    <a:pt x="5891050" y="1075644"/>
                  </a:lnTo>
                  <a:lnTo>
                    <a:pt x="5943948" y="1063114"/>
                  </a:lnTo>
                  <a:lnTo>
                    <a:pt x="5997274" y="1049514"/>
                  </a:lnTo>
                  <a:lnTo>
                    <a:pt x="6051245" y="1034911"/>
                  </a:lnTo>
                  <a:lnTo>
                    <a:pt x="6105940" y="1019419"/>
                  </a:lnTo>
                  <a:lnTo>
                    <a:pt x="6161315" y="1003196"/>
                  </a:lnTo>
                  <a:lnTo>
                    <a:pt x="6217226" y="986442"/>
                  </a:lnTo>
                  <a:lnTo>
                    <a:pt x="6273454" y="969385"/>
                  </a:lnTo>
                  <a:lnTo>
                    <a:pt x="6329742" y="952274"/>
                  </a:lnTo>
                  <a:lnTo>
                    <a:pt x="6385821" y="935359"/>
                  </a:lnTo>
                  <a:lnTo>
                    <a:pt x="6441451" y="918879"/>
                  </a:lnTo>
                  <a:lnTo>
                    <a:pt x="6496453" y="903048"/>
                  </a:lnTo>
                  <a:lnTo>
                    <a:pt x="6550737" y="888042"/>
                  </a:lnTo>
                  <a:lnTo>
                    <a:pt x="6604324" y="873995"/>
                  </a:lnTo>
                  <a:lnTo>
                    <a:pt x="6657371" y="860995"/>
                  </a:lnTo>
                  <a:lnTo>
                    <a:pt x="6710184" y="849085"/>
                  </a:lnTo>
                  <a:lnTo>
                    <a:pt x="6763244" y="838265"/>
                  </a:lnTo>
                  <a:lnTo>
                    <a:pt x="6786527" y="833898"/>
                  </a:lnTo>
                  <a:lnTo>
                    <a:pt x="6836226" y="825380"/>
                  </a:lnTo>
                  <a:lnTo>
                    <a:pt x="6887645" y="817730"/>
                  </a:lnTo>
                  <a:lnTo>
                    <a:pt x="6941611" y="810902"/>
                  </a:lnTo>
                  <a:lnTo>
                    <a:pt x="6999047" y="804819"/>
                  </a:lnTo>
                  <a:lnTo>
                    <a:pt x="7060888" y="799395"/>
                  </a:lnTo>
                  <a:lnTo>
                    <a:pt x="7128004" y="794548"/>
                  </a:lnTo>
                  <a:lnTo>
                    <a:pt x="7201089" y="790205"/>
                  </a:lnTo>
                  <a:lnTo>
                    <a:pt x="7280521" y="786309"/>
                  </a:lnTo>
                  <a:lnTo>
                    <a:pt x="7366174" y="782818"/>
                  </a:lnTo>
                  <a:lnTo>
                    <a:pt x="7457204" y="779708"/>
                  </a:lnTo>
                  <a:lnTo>
                    <a:pt x="7551835" y="776969"/>
                  </a:lnTo>
                  <a:lnTo>
                    <a:pt x="7647228" y="774604"/>
                  </a:lnTo>
                  <a:lnTo>
                    <a:pt x="7739560" y="772622"/>
                  </a:lnTo>
                  <a:lnTo>
                    <a:pt x="7824378" y="771030"/>
                  </a:lnTo>
                  <a:lnTo>
                    <a:pt x="7897296" y="769822"/>
                  </a:lnTo>
                  <a:lnTo>
                    <a:pt x="7954876" y="768974"/>
                  </a:lnTo>
                  <a:lnTo>
                    <a:pt x="7995462" y="768440"/>
                  </a:lnTo>
                  <a:lnTo>
                    <a:pt x="8019678" y="768153"/>
                  </a:lnTo>
                  <a:lnTo>
                    <a:pt x="8030464" y="768038"/>
                  </a:lnTo>
                  <a:lnTo>
                    <a:pt x="8032819" y="768015"/>
                  </a:lnTo>
                  <a:lnTo>
                    <a:pt x="8554953" y="768015"/>
                  </a:lnTo>
                  <a:lnTo>
                    <a:pt x="8554953" y="756720"/>
                  </a:lnTo>
                  <a:lnTo>
                    <a:pt x="8032819" y="756720"/>
                  </a:lnTo>
                  <a:lnTo>
                    <a:pt x="8031552" y="756733"/>
                  </a:lnTo>
                  <a:lnTo>
                    <a:pt x="8023267" y="756819"/>
                  </a:lnTo>
                  <a:lnTo>
                    <a:pt x="8002555" y="757058"/>
                  </a:lnTo>
                  <a:lnTo>
                    <a:pt x="7965962" y="757528"/>
                  </a:lnTo>
                  <a:lnTo>
                    <a:pt x="7912308" y="758297"/>
                  </a:lnTo>
                  <a:lnTo>
                    <a:pt x="7842741" y="759417"/>
                  </a:lnTo>
                  <a:lnTo>
                    <a:pt x="7760346" y="760918"/>
                  </a:lnTo>
                  <a:lnTo>
                    <a:pt x="7669370" y="762809"/>
                  </a:lnTo>
                  <a:lnTo>
                    <a:pt x="7574320" y="765084"/>
                  </a:lnTo>
                  <a:lnTo>
                    <a:pt x="7479216" y="767736"/>
                  </a:lnTo>
                  <a:lnTo>
                    <a:pt x="7387141" y="770759"/>
                  </a:lnTo>
                  <a:lnTo>
                    <a:pt x="7300116" y="774158"/>
                  </a:lnTo>
                  <a:lnTo>
                    <a:pt x="7219188" y="777956"/>
                  </a:lnTo>
                  <a:lnTo>
                    <a:pt x="7144630" y="782190"/>
                  </a:lnTo>
                  <a:lnTo>
                    <a:pt x="7076164" y="786912"/>
                  </a:lnTo>
                  <a:lnTo>
                    <a:pt x="7013156" y="792194"/>
                  </a:lnTo>
                  <a:lnTo>
                    <a:pt x="6954767" y="798114"/>
                  </a:lnTo>
                  <a:lnTo>
                    <a:pt x="6900070" y="804759"/>
                  </a:lnTo>
                  <a:lnTo>
                    <a:pt x="6848132" y="812210"/>
                  </a:lnTo>
                  <a:lnTo>
                    <a:pt x="6798095" y="820523"/>
                  </a:lnTo>
                  <a:lnTo>
                    <a:pt x="6786527" y="822604"/>
                  </a:lnTo>
                  <a:lnTo>
                    <a:pt x="6733162" y="832959"/>
                  </a:lnTo>
                  <a:lnTo>
                    <a:pt x="6680312" y="844394"/>
                  </a:lnTo>
                  <a:lnTo>
                    <a:pt x="6627414" y="856923"/>
                  </a:lnTo>
                  <a:lnTo>
                    <a:pt x="6574088" y="870523"/>
                  </a:lnTo>
                  <a:lnTo>
                    <a:pt x="6520117" y="885126"/>
                  </a:lnTo>
                  <a:lnTo>
                    <a:pt x="6465422" y="900619"/>
                  </a:lnTo>
                  <a:lnTo>
                    <a:pt x="6410047" y="916841"/>
                  </a:lnTo>
                  <a:lnTo>
                    <a:pt x="6354136" y="933595"/>
                  </a:lnTo>
                  <a:lnTo>
                    <a:pt x="6297908" y="950652"/>
                  </a:lnTo>
                  <a:lnTo>
                    <a:pt x="6241620" y="967763"/>
                  </a:lnTo>
                  <a:lnTo>
                    <a:pt x="6185541" y="984678"/>
                  </a:lnTo>
                  <a:lnTo>
                    <a:pt x="6129911" y="1001158"/>
                  </a:lnTo>
                  <a:lnTo>
                    <a:pt x="6074909" y="1016989"/>
                  </a:lnTo>
                  <a:lnTo>
                    <a:pt x="6020625" y="1031995"/>
                  </a:lnTo>
                  <a:lnTo>
                    <a:pt x="5967037" y="1046042"/>
                  </a:lnTo>
                  <a:lnTo>
                    <a:pt x="5913991" y="1059042"/>
                  </a:lnTo>
                  <a:lnTo>
                    <a:pt x="5861177" y="1070953"/>
                  </a:lnTo>
                  <a:lnTo>
                    <a:pt x="5808118" y="1081772"/>
                  </a:lnTo>
                  <a:lnTo>
                    <a:pt x="5784835" y="1086139"/>
                  </a:lnTo>
                  <a:lnTo>
                    <a:pt x="5735136" y="1094657"/>
                  </a:lnTo>
                  <a:lnTo>
                    <a:pt x="5683717" y="1102307"/>
                  </a:lnTo>
                  <a:lnTo>
                    <a:pt x="5629751" y="1109135"/>
                  </a:lnTo>
                  <a:lnTo>
                    <a:pt x="5572315" y="1115218"/>
                  </a:lnTo>
                  <a:lnTo>
                    <a:pt x="5510474" y="1120642"/>
                  </a:lnTo>
                  <a:lnTo>
                    <a:pt x="5443358" y="1125489"/>
                  </a:lnTo>
                  <a:lnTo>
                    <a:pt x="5370273" y="1129832"/>
                  </a:lnTo>
                  <a:lnTo>
                    <a:pt x="5290841" y="1133728"/>
                  </a:lnTo>
                  <a:lnTo>
                    <a:pt x="5205188" y="1137219"/>
                  </a:lnTo>
                  <a:lnTo>
                    <a:pt x="5114157" y="1140330"/>
                  </a:lnTo>
                  <a:lnTo>
                    <a:pt x="5019527" y="1143069"/>
                  </a:lnTo>
                  <a:lnTo>
                    <a:pt x="4924133" y="1145433"/>
                  </a:lnTo>
                  <a:lnTo>
                    <a:pt x="4831802" y="1147415"/>
                  </a:lnTo>
                  <a:lnTo>
                    <a:pt x="4746983" y="1149008"/>
                  </a:lnTo>
                  <a:lnTo>
                    <a:pt x="4674066" y="1150215"/>
                  </a:lnTo>
                  <a:lnTo>
                    <a:pt x="4616486" y="1151063"/>
                  </a:lnTo>
                  <a:lnTo>
                    <a:pt x="4575900" y="1151598"/>
                  </a:lnTo>
                  <a:lnTo>
                    <a:pt x="4551684" y="1151884"/>
                  </a:lnTo>
                  <a:lnTo>
                    <a:pt x="4540898" y="1151999"/>
                  </a:lnTo>
                  <a:lnTo>
                    <a:pt x="4538543" y="1152022"/>
                  </a:lnTo>
                  <a:lnTo>
                    <a:pt x="4016409" y="1152022"/>
                  </a:lnTo>
                  <a:lnTo>
                    <a:pt x="4015161" y="1151988"/>
                  </a:lnTo>
                  <a:lnTo>
                    <a:pt x="4006998" y="1151739"/>
                  </a:lnTo>
                  <a:lnTo>
                    <a:pt x="3986580" y="1151053"/>
                  </a:lnTo>
                  <a:lnTo>
                    <a:pt x="3950479" y="1149705"/>
                  </a:lnTo>
                  <a:lnTo>
                    <a:pt x="3897490" y="1147497"/>
                  </a:lnTo>
                  <a:lnTo>
                    <a:pt x="3828694" y="1144280"/>
                  </a:lnTo>
                  <a:lnTo>
                    <a:pt x="3747085" y="1139967"/>
                  </a:lnTo>
                  <a:lnTo>
                    <a:pt x="3656821" y="1134529"/>
                  </a:lnTo>
                  <a:lnTo>
                    <a:pt x="3562348" y="1127980"/>
                  </a:lnTo>
                  <a:lnTo>
                    <a:pt x="3467655" y="1120345"/>
                  </a:lnTo>
                  <a:lnTo>
                    <a:pt x="3375830" y="1111640"/>
                  </a:lnTo>
                  <a:lnTo>
                    <a:pt x="3288918" y="1101849"/>
                  </a:lnTo>
                  <a:lnTo>
                    <a:pt x="3208000" y="1090915"/>
                  </a:lnTo>
                  <a:lnTo>
                    <a:pt x="3133389" y="1078734"/>
                  </a:lnTo>
                  <a:lnTo>
                    <a:pt x="3064842" y="1065153"/>
                  </a:lnTo>
                  <a:lnTo>
                    <a:pt x="3001754" y="1049979"/>
                  </a:lnTo>
                  <a:lnTo>
                    <a:pt x="2943312" y="1032983"/>
                  </a:lnTo>
                  <a:lnTo>
                    <a:pt x="2888604" y="1013916"/>
                  </a:lnTo>
                  <a:lnTo>
                    <a:pt x="2836710" y="992545"/>
                  </a:lnTo>
                  <a:lnTo>
                    <a:pt x="2786776" y="968699"/>
                  </a:lnTo>
                  <a:lnTo>
                    <a:pt x="2770117" y="960019"/>
                  </a:lnTo>
                  <a:lnTo>
                    <a:pt x="2721743" y="932815"/>
                  </a:lnTo>
                  <a:lnTo>
                    <a:pt x="2673841" y="903036"/>
                  </a:lnTo>
                  <a:lnTo>
                    <a:pt x="2625972" y="870637"/>
                  </a:lnTo>
                  <a:lnTo>
                    <a:pt x="2577825" y="835649"/>
                  </a:lnTo>
                  <a:lnTo>
                    <a:pt x="2529199" y="798188"/>
                  </a:lnTo>
                  <a:lnTo>
                    <a:pt x="2479993" y="758457"/>
                  </a:lnTo>
                  <a:lnTo>
                    <a:pt x="2430197" y="716750"/>
                  </a:lnTo>
                  <a:lnTo>
                    <a:pt x="2379874" y="673448"/>
                  </a:lnTo>
                  <a:lnTo>
                    <a:pt x="2329150" y="629003"/>
                  </a:lnTo>
                  <a:lnTo>
                    <a:pt x="2278195" y="583923"/>
                  </a:lnTo>
                  <a:lnTo>
                    <a:pt x="2227205" y="538748"/>
                  </a:lnTo>
                  <a:lnTo>
                    <a:pt x="2176379" y="494021"/>
                  </a:lnTo>
                  <a:lnTo>
                    <a:pt x="2125899" y="450264"/>
                  </a:lnTo>
                  <a:lnTo>
                    <a:pt x="2075908" y="407952"/>
                  </a:lnTo>
                  <a:lnTo>
                    <a:pt x="2026493" y="367491"/>
                  </a:lnTo>
                  <a:lnTo>
                    <a:pt x="1977671" y="329208"/>
                  </a:lnTo>
                  <a:lnTo>
                    <a:pt x="1929373" y="293337"/>
                  </a:lnTo>
                  <a:lnTo>
                    <a:pt x="1881436" y="260025"/>
                  </a:lnTo>
                  <a:lnTo>
                    <a:pt x="1833589" y="229330"/>
                  </a:lnTo>
                  <a:lnTo>
                    <a:pt x="1785439" y="201235"/>
                  </a:lnTo>
                  <a:lnTo>
                    <a:pt x="1768425" y="192003"/>
                  </a:lnTo>
                  <a:lnTo>
                    <a:pt x="1718986" y="167300"/>
                  </a:lnTo>
                  <a:lnTo>
                    <a:pt x="1667848" y="145101"/>
                  </a:lnTo>
                  <a:lnTo>
                    <a:pt x="1614199" y="125276"/>
                  </a:lnTo>
                  <a:lnTo>
                    <a:pt x="1557131" y="107603"/>
                  </a:lnTo>
                  <a:lnTo>
                    <a:pt x="1495720" y="91837"/>
                  </a:lnTo>
                  <a:lnTo>
                    <a:pt x="1429109" y="77739"/>
                  </a:lnTo>
                  <a:lnTo>
                    <a:pt x="1356609" y="65101"/>
                  </a:lnTo>
                  <a:lnTo>
                    <a:pt x="1277832" y="53757"/>
                  </a:lnTo>
                  <a:lnTo>
                    <a:pt x="1192879" y="43587"/>
                  </a:lnTo>
                  <a:lnTo>
                    <a:pt x="1102546" y="34516"/>
                  </a:lnTo>
                  <a:lnTo>
                    <a:pt x="1008534" y="26517"/>
                  </a:lnTo>
                  <a:lnTo>
                    <a:pt x="913577" y="19596"/>
                  </a:lnTo>
                  <a:lnTo>
                    <a:pt x="821394" y="13777"/>
                  </a:lnTo>
                  <a:lnTo>
                    <a:pt x="736344" y="9082"/>
                  </a:lnTo>
                  <a:lnTo>
                    <a:pt x="662780" y="5499"/>
                  </a:lnTo>
                  <a:lnTo>
                    <a:pt x="604189" y="2962"/>
                  </a:lnTo>
                  <a:lnTo>
                    <a:pt x="562365" y="1342"/>
                  </a:lnTo>
                  <a:lnTo>
                    <a:pt x="536895" y="455"/>
                  </a:lnTo>
                  <a:lnTo>
                    <a:pt x="525076" y="84"/>
                  </a:lnTo>
                  <a:lnTo>
                    <a:pt x="5221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141" name="pl141"/>
            <p:cNvSpPr/>
            <p:nvPr/>
          </p:nvSpPr>
          <p:spPr>
            <a:xfrm>
              <a:off x="386606" y="1597788"/>
              <a:ext cx="8554953" cy="1152022"/>
            </a:xfrm>
            <a:custGeom>
              <a:avLst/>
              <a:pathLst>
                <a:path w="8554953" h="1152022">
                  <a:moveTo>
                    <a:pt x="0" y="0"/>
                  </a:moveTo>
                  <a:lnTo>
                    <a:pt x="522133" y="0"/>
                  </a:lnTo>
                  <a:lnTo>
                    <a:pt x="523381" y="34"/>
                  </a:lnTo>
                  <a:lnTo>
                    <a:pt x="531544" y="282"/>
                  </a:lnTo>
                  <a:lnTo>
                    <a:pt x="551962" y="969"/>
                  </a:lnTo>
                  <a:lnTo>
                    <a:pt x="588064" y="2317"/>
                  </a:lnTo>
                  <a:lnTo>
                    <a:pt x="641052" y="4524"/>
                  </a:lnTo>
                  <a:lnTo>
                    <a:pt x="709848" y="7742"/>
                  </a:lnTo>
                  <a:lnTo>
                    <a:pt x="791457" y="12055"/>
                  </a:lnTo>
                  <a:lnTo>
                    <a:pt x="881721" y="17493"/>
                  </a:lnTo>
                  <a:lnTo>
                    <a:pt x="976194" y="24042"/>
                  </a:lnTo>
                  <a:lnTo>
                    <a:pt x="1070887" y="31677"/>
                  </a:lnTo>
                  <a:lnTo>
                    <a:pt x="1162712" y="40382"/>
                  </a:lnTo>
                  <a:lnTo>
                    <a:pt x="1249625" y="50173"/>
                  </a:lnTo>
                  <a:lnTo>
                    <a:pt x="1330542" y="61107"/>
                  </a:lnTo>
                  <a:lnTo>
                    <a:pt x="1405153" y="73288"/>
                  </a:lnTo>
                  <a:lnTo>
                    <a:pt x="1473700" y="86869"/>
                  </a:lnTo>
                  <a:lnTo>
                    <a:pt x="1536788" y="102043"/>
                  </a:lnTo>
                  <a:lnTo>
                    <a:pt x="1595231" y="119039"/>
                  </a:lnTo>
                  <a:lnTo>
                    <a:pt x="1649938" y="138106"/>
                  </a:lnTo>
                  <a:lnTo>
                    <a:pt x="1701832" y="159477"/>
                  </a:lnTo>
                  <a:lnTo>
                    <a:pt x="1751766" y="183323"/>
                  </a:lnTo>
                  <a:lnTo>
                    <a:pt x="1768425" y="192003"/>
                  </a:lnTo>
                  <a:lnTo>
                    <a:pt x="1816799" y="219207"/>
                  </a:lnTo>
                  <a:lnTo>
                    <a:pt x="1864701" y="248986"/>
                  </a:lnTo>
                  <a:lnTo>
                    <a:pt x="1912570" y="281385"/>
                  </a:lnTo>
                  <a:lnTo>
                    <a:pt x="1960717" y="316372"/>
                  </a:lnTo>
                  <a:lnTo>
                    <a:pt x="2009343" y="353834"/>
                  </a:lnTo>
                  <a:lnTo>
                    <a:pt x="2058549" y="393565"/>
                  </a:lnTo>
                  <a:lnTo>
                    <a:pt x="2108345" y="435272"/>
                  </a:lnTo>
                  <a:lnTo>
                    <a:pt x="2158668" y="478574"/>
                  </a:lnTo>
                  <a:lnTo>
                    <a:pt x="2209392" y="523019"/>
                  </a:lnTo>
                  <a:lnTo>
                    <a:pt x="2260347" y="568099"/>
                  </a:lnTo>
                  <a:lnTo>
                    <a:pt x="2311337" y="613274"/>
                  </a:lnTo>
                  <a:lnTo>
                    <a:pt x="2362163" y="658001"/>
                  </a:lnTo>
                  <a:lnTo>
                    <a:pt x="2412643" y="701758"/>
                  </a:lnTo>
                  <a:lnTo>
                    <a:pt x="2462635" y="744070"/>
                  </a:lnTo>
                  <a:lnTo>
                    <a:pt x="2512049" y="784530"/>
                  </a:lnTo>
                  <a:lnTo>
                    <a:pt x="2560872" y="822814"/>
                  </a:lnTo>
                  <a:lnTo>
                    <a:pt x="2609169" y="858685"/>
                  </a:lnTo>
                  <a:lnTo>
                    <a:pt x="2657106" y="891997"/>
                  </a:lnTo>
                  <a:lnTo>
                    <a:pt x="2704953" y="922692"/>
                  </a:lnTo>
                  <a:lnTo>
                    <a:pt x="2753103" y="950787"/>
                  </a:lnTo>
                  <a:lnTo>
                    <a:pt x="2770117" y="960019"/>
                  </a:lnTo>
                  <a:lnTo>
                    <a:pt x="2819556" y="984722"/>
                  </a:lnTo>
                  <a:lnTo>
                    <a:pt x="2870694" y="1006921"/>
                  </a:lnTo>
                  <a:lnTo>
                    <a:pt x="2924343" y="1026746"/>
                  </a:lnTo>
                  <a:lnTo>
                    <a:pt x="2981411" y="1044418"/>
                  </a:lnTo>
                  <a:lnTo>
                    <a:pt x="3042822" y="1060185"/>
                  </a:lnTo>
                  <a:lnTo>
                    <a:pt x="3109433" y="1074283"/>
                  </a:lnTo>
                  <a:lnTo>
                    <a:pt x="3181934" y="1086921"/>
                  </a:lnTo>
                  <a:lnTo>
                    <a:pt x="3260710" y="1098265"/>
                  </a:lnTo>
                  <a:lnTo>
                    <a:pt x="3345663" y="1108435"/>
                  </a:lnTo>
                  <a:lnTo>
                    <a:pt x="3435996" y="1117506"/>
                  </a:lnTo>
                  <a:lnTo>
                    <a:pt x="3530008" y="1125505"/>
                  </a:lnTo>
                  <a:lnTo>
                    <a:pt x="3624965" y="1132426"/>
                  </a:lnTo>
                  <a:lnTo>
                    <a:pt x="3717148" y="1138245"/>
                  </a:lnTo>
                  <a:lnTo>
                    <a:pt x="3802198" y="1142939"/>
                  </a:lnTo>
                  <a:lnTo>
                    <a:pt x="3875762" y="1146523"/>
                  </a:lnTo>
                  <a:lnTo>
                    <a:pt x="3934353" y="1149060"/>
                  </a:lnTo>
                  <a:lnTo>
                    <a:pt x="3976177" y="1150680"/>
                  </a:lnTo>
                  <a:lnTo>
                    <a:pt x="4001648" y="1151567"/>
                  </a:lnTo>
                  <a:lnTo>
                    <a:pt x="4013466" y="1151938"/>
                  </a:lnTo>
                  <a:lnTo>
                    <a:pt x="4016358" y="1152021"/>
                  </a:lnTo>
                  <a:lnTo>
                    <a:pt x="4016409" y="1152022"/>
                  </a:lnTo>
                  <a:lnTo>
                    <a:pt x="4538543" y="1152022"/>
                  </a:lnTo>
                  <a:lnTo>
                    <a:pt x="4539810" y="1152010"/>
                  </a:lnTo>
                  <a:lnTo>
                    <a:pt x="4548095" y="1151924"/>
                  </a:lnTo>
                  <a:lnTo>
                    <a:pt x="4568807" y="1151685"/>
                  </a:lnTo>
                  <a:lnTo>
                    <a:pt x="4605400" y="1151215"/>
                  </a:lnTo>
                  <a:lnTo>
                    <a:pt x="4659054" y="1150446"/>
                  </a:lnTo>
                  <a:lnTo>
                    <a:pt x="4728621" y="1149326"/>
                  </a:lnTo>
                  <a:lnTo>
                    <a:pt x="4811016" y="1147825"/>
                  </a:lnTo>
                  <a:lnTo>
                    <a:pt x="4901992" y="1145934"/>
                  </a:lnTo>
                  <a:lnTo>
                    <a:pt x="4997042" y="1143659"/>
                  </a:lnTo>
                  <a:lnTo>
                    <a:pt x="5092146" y="1141007"/>
                  </a:lnTo>
                  <a:lnTo>
                    <a:pt x="5184221" y="1137984"/>
                  </a:lnTo>
                  <a:lnTo>
                    <a:pt x="5271246" y="1134584"/>
                  </a:lnTo>
                  <a:lnTo>
                    <a:pt x="5352174" y="1130787"/>
                  </a:lnTo>
                  <a:lnTo>
                    <a:pt x="5426732" y="1126553"/>
                  </a:lnTo>
                  <a:lnTo>
                    <a:pt x="5495198" y="1121830"/>
                  </a:lnTo>
                  <a:lnTo>
                    <a:pt x="5558206" y="1116549"/>
                  </a:lnTo>
                  <a:lnTo>
                    <a:pt x="5616594" y="1110629"/>
                  </a:lnTo>
                  <a:lnTo>
                    <a:pt x="5671292" y="1103984"/>
                  </a:lnTo>
                  <a:lnTo>
                    <a:pt x="5723230" y="1096533"/>
                  </a:lnTo>
                  <a:lnTo>
                    <a:pt x="5773267" y="1088220"/>
                  </a:lnTo>
                  <a:lnTo>
                    <a:pt x="5784835" y="1086139"/>
                  </a:lnTo>
                  <a:lnTo>
                    <a:pt x="5838200" y="1075784"/>
                  </a:lnTo>
                  <a:lnTo>
                    <a:pt x="5891050" y="1064349"/>
                  </a:lnTo>
                  <a:lnTo>
                    <a:pt x="5943948" y="1051820"/>
                  </a:lnTo>
                  <a:lnTo>
                    <a:pt x="5997274" y="1038220"/>
                  </a:lnTo>
                  <a:lnTo>
                    <a:pt x="6051245" y="1023617"/>
                  </a:lnTo>
                  <a:lnTo>
                    <a:pt x="6105940" y="1008124"/>
                  </a:lnTo>
                  <a:lnTo>
                    <a:pt x="6161315" y="991902"/>
                  </a:lnTo>
                  <a:lnTo>
                    <a:pt x="6217226" y="975147"/>
                  </a:lnTo>
                  <a:lnTo>
                    <a:pt x="6273454" y="958091"/>
                  </a:lnTo>
                  <a:lnTo>
                    <a:pt x="6329742" y="940980"/>
                  </a:lnTo>
                  <a:lnTo>
                    <a:pt x="6385821" y="924065"/>
                  </a:lnTo>
                  <a:lnTo>
                    <a:pt x="6441451" y="907585"/>
                  </a:lnTo>
                  <a:lnTo>
                    <a:pt x="6496453" y="891753"/>
                  </a:lnTo>
                  <a:lnTo>
                    <a:pt x="6550737" y="876747"/>
                  </a:lnTo>
                  <a:lnTo>
                    <a:pt x="6604324" y="862701"/>
                  </a:lnTo>
                  <a:lnTo>
                    <a:pt x="6657371" y="849701"/>
                  </a:lnTo>
                  <a:lnTo>
                    <a:pt x="6710184" y="837790"/>
                  </a:lnTo>
                  <a:lnTo>
                    <a:pt x="6763244" y="826971"/>
                  </a:lnTo>
                  <a:lnTo>
                    <a:pt x="6786527" y="822604"/>
                  </a:lnTo>
                  <a:lnTo>
                    <a:pt x="6836226" y="814086"/>
                  </a:lnTo>
                  <a:lnTo>
                    <a:pt x="6887645" y="806436"/>
                  </a:lnTo>
                  <a:lnTo>
                    <a:pt x="6941611" y="799608"/>
                  </a:lnTo>
                  <a:lnTo>
                    <a:pt x="6999047" y="793525"/>
                  </a:lnTo>
                  <a:lnTo>
                    <a:pt x="7060888" y="788101"/>
                  </a:lnTo>
                  <a:lnTo>
                    <a:pt x="7128004" y="783254"/>
                  </a:lnTo>
                  <a:lnTo>
                    <a:pt x="7201089" y="778911"/>
                  </a:lnTo>
                  <a:lnTo>
                    <a:pt x="7280521" y="775014"/>
                  </a:lnTo>
                  <a:lnTo>
                    <a:pt x="7366174" y="771523"/>
                  </a:lnTo>
                  <a:lnTo>
                    <a:pt x="7457204" y="768413"/>
                  </a:lnTo>
                  <a:lnTo>
                    <a:pt x="7551835" y="765674"/>
                  </a:lnTo>
                  <a:lnTo>
                    <a:pt x="7647228" y="763309"/>
                  </a:lnTo>
                  <a:lnTo>
                    <a:pt x="7739560" y="761328"/>
                  </a:lnTo>
                  <a:lnTo>
                    <a:pt x="7824378" y="759735"/>
                  </a:lnTo>
                  <a:lnTo>
                    <a:pt x="7897296" y="758527"/>
                  </a:lnTo>
                  <a:lnTo>
                    <a:pt x="7954876" y="757680"/>
                  </a:lnTo>
                  <a:lnTo>
                    <a:pt x="7995462" y="757145"/>
                  </a:lnTo>
                  <a:lnTo>
                    <a:pt x="8019678" y="756859"/>
                  </a:lnTo>
                  <a:lnTo>
                    <a:pt x="8030464" y="756743"/>
                  </a:lnTo>
                  <a:lnTo>
                    <a:pt x="8032802" y="756721"/>
                  </a:lnTo>
                  <a:lnTo>
                    <a:pt x="8032819" y="756720"/>
                  </a:lnTo>
                  <a:lnTo>
                    <a:pt x="8554953" y="756720"/>
                  </a:lnTo>
                  <a:lnTo>
                    <a:pt x="8554953" y="75672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42" name="pl142"/>
            <p:cNvSpPr/>
            <p:nvPr/>
          </p:nvSpPr>
          <p:spPr>
            <a:xfrm>
              <a:off x="386606" y="1586494"/>
              <a:ext cx="8554953" cy="1152022"/>
            </a:xfrm>
            <a:custGeom>
              <a:avLst/>
              <a:pathLst>
                <a:path w="8554953" h="1152022">
                  <a:moveTo>
                    <a:pt x="8554953" y="756720"/>
                  </a:moveTo>
                  <a:lnTo>
                    <a:pt x="8032819" y="756720"/>
                  </a:lnTo>
                  <a:lnTo>
                    <a:pt x="8031552" y="756733"/>
                  </a:lnTo>
                  <a:lnTo>
                    <a:pt x="8023267" y="756819"/>
                  </a:lnTo>
                  <a:lnTo>
                    <a:pt x="8002555" y="757058"/>
                  </a:lnTo>
                  <a:lnTo>
                    <a:pt x="7965962" y="757528"/>
                  </a:lnTo>
                  <a:lnTo>
                    <a:pt x="7912308" y="758297"/>
                  </a:lnTo>
                  <a:lnTo>
                    <a:pt x="7842741" y="759417"/>
                  </a:lnTo>
                  <a:lnTo>
                    <a:pt x="7760346" y="760918"/>
                  </a:lnTo>
                  <a:lnTo>
                    <a:pt x="7669370" y="762809"/>
                  </a:lnTo>
                  <a:lnTo>
                    <a:pt x="7574320" y="765084"/>
                  </a:lnTo>
                  <a:lnTo>
                    <a:pt x="7479216" y="767736"/>
                  </a:lnTo>
                  <a:lnTo>
                    <a:pt x="7387141" y="770759"/>
                  </a:lnTo>
                  <a:lnTo>
                    <a:pt x="7300116" y="774158"/>
                  </a:lnTo>
                  <a:lnTo>
                    <a:pt x="7219188" y="777956"/>
                  </a:lnTo>
                  <a:lnTo>
                    <a:pt x="7144630" y="782190"/>
                  </a:lnTo>
                  <a:lnTo>
                    <a:pt x="7076164" y="786912"/>
                  </a:lnTo>
                  <a:lnTo>
                    <a:pt x="7013156" y="792194"/>
                  </a:lnTo>
                  <a:lnTo>
                    <a:pt x="6954767" y="798114"/>
                  </a:lnTo>
                  <a:lnTo>
                    <a:pt x="6900070" y="804759"/>
                  </a:lnTo>
                  <a:lnTo>
                    <a:pt x="6848132" y="812210"/>
                  </a:lnTo>
                  <a:lnTo>
                    <a:pt x="6798095" y="820523"/>
                  </a:lnTo>
                  <a:lnTo>
                    <a:pt x="6786527" y="822604"/>
                  </a:lnTo>
                  <a:lnTo>
                    <a:pt x="6733162" y="832959"/>
                  </a:lnTo>
                  <a:lnTo>
                    <a:pt x="6680312" y="844394"/>
                  </a:lnTo>
                  <a:lnTo>
                    <a:pt x="6627414" y="856923"/>
                  </a:lnTo>
                  <a:lnTo>
                    <a:pt x="6574088" y="870523"/>
                  </a:lnTo>
                  <a:lnTo>
                    <a:pt x="6520117" y="885126"/>
                  </a:lnTo>
                  <a:lnTo>
                    <a:pt x="6465422" y="900619"/>
                  </a:lnTo>
                  <a:lnTo>
                    <a:pt x="6410047" y="916841"/>
                  </a:lnTo>
                  <a:lnTo>
                    <a:pt x="6354136" y="933595"/>
                  </a:lnTo>
                  <a:lnTo>
                    <a:pt x="6297908" y="950652"/>
                  </a:lnTo>
                  <a:lnTo>
                    <a:pt x="6241620" y="967763"/>
                  </a:lnTo>
                  <a:lnTo>
                    <a:pt x="6185541" y="984678"/>
                  </a:lnTo>
                  <a:lnTo>
                    <a:pt x="6129911" y="1001158"/>
                  </a:lnTo>
                  <a:lnTo>
                    <a:pt x="6074909" y="1016989"/>
                  </a:lnTo>
                  <a:lnTo>
                    <a:pt x="6020625" y="1031995"/>
                  </a:lnTo>
                  <a:lnTo>
                    <a:pt x="5967037" y="1046042"/>
                  </a:lnTo>
                  <a:lnTo>
                    <a:pt x="5913991" y="1059042"/>
                  </a:lnTo>
                  <a:lnTo>
                    <a:pt x="5861177" y="1070953"/>
                  </a:lnTo>
                  <a:lnTo>
                    <a:pt x="5808118" y="1081772"/>
                  </a:lnTo>
                  <a:lnTo>
                    <a:pt x="5784835" y="1086139"/>
                  </a:lnTo>
                  <a:lnTo>
                    <a:pt x="5735136" y="1094657"/>
                  </a:lnTo>
                  <a:lnTo>
                    <a:pt x="5683717" y="1102307"/>
                  </a:lnTo>
                  <a:lnTo>
                    <a:pt x="5629751" y="1109135"/>
                  </a:lnTo>
                  <a:lnTo>
                    <a:pt x="5572315" y="1115218"/>
                  </a:lnTo>
                  <a:lnTo>
                    <a:pt x="5510474" y="1120642"/>
                  </a:lnTo>
                  <a:lnTo>
                    <a:pt x="5443358" y="1125489"/>
                  </a:lnTo>
                  <a:lnTo>
                    <a:pt x="5370273" y="1129832"/>
                  </a:lnTo>
                  <a:lnTo>
                    <a:pt x="5290841" y="1133728"/>
                  </a:lnTo>
                  <a:lnTo>
                    <a:pt x="5205188" y="1137219"/>
                  </a:lnTo>
                  <a:lnTo>
                    <a:pt x="5114157" y="1140330"/>
                  </a:lnTo>
                  <a:lnTo>
                    <a:pt x="5019527" y="1143069"/>
                  </a:lnTo>
                  <a:lnTo>
                    <a:pt x="4924133" y="1145433"/>
                  </a:lnTo>
                  <a:lnTo>
                    <a:pt x="4831802" y="1147415"/>
                  </a:lnTo>
                  <a:lnTo>
                    <a:pt x="4746983" y="1149008"/>
                  </a:lnTo>
                  <a:lnTo>
                    <a:pt x="4674066" y="1150215"/>
                  </a:lnTo>
                  <a:lnTo>
                    <a:pt x="4616486" y="1151063"/>
                  </a:lnTo>
                  <a:lnTo>
                    <a:pt x="4575900" y="1151598"/>
                  </a:lnTo>
                  <a:lnTo>
                    <a:pt x="4551684" y="1151884"/>
                  </a:lnTo>
                  <a:lnTo>
                    <a:pt x="4540898" y="1151999"/>
                  </a:lnTo>
                  <a:lnTo>
                    <a:pt x="4538560" y="1152022"/>
                  </a:lnTo>
                  <a:lnTo>
                    <a:pt x="4538543" y="1152022"/>
                  </a:lnTo>
                  <a:lnTo>
                    <a:pt x="4016409" y="1152022"/>
                  </a:lnTo>
                  <a:lnTo>
                    <a:pt x="4015161" y="1151988"/>
                  </a:lnTo>
                  <a:lnTo>
                    <a:pt x="4006998" y="1151739"/>
                  </a:lnTo>
                  <a:lnTo>
                    <a:pt x="3986580" y="1151053"/>
                  </a:lnTo>
                  <a:lnTo>
                    <a:pt x="3950479" y="1149705"/>
                  </a:lnTo>
                  <a:lnTo>
                    <a:pt x="3897490" y="1147497"/>
                  </a:lnTo>
                  <a:lnTo>
                    <a:pt x="3828694" y="1144280"/>
                  </a:lnTo>
                  <a:lnTo>
                    <a:pt x="3747085" y="1139967"/>
                  </a:lnTo>
                  <a:lnTo>
                    <a:pt x="3656821" y="1134529"/>
                  </a:lnTo>
                  <a:lnTo>
                    <a:pt x="3562348" y="1127980"/>
                  </a:lnTo>
                  <a:lnTo>
                    <a:pt x="3467655" y="1120345"/>
                  </a:lnTo>
                  <a:lnTo>
                    <a:pt x="3375830" y="1111640"/>
                  </a:lnTo>
                  <a:lnTo>
                    <a:pt x="3288918" y="1101849"/>
                  </a:lnTo>
                  <a:lnTo>
                    <a:pt x="3208000" y="1090915"/>
                  </a:lnTo>
                  <a:lnTo>
                    <a:pt x="3133389" y="1078734"/>
                  </a:lnTo>
                  <a:lnTo>
                    <a:pt x="3064842" y="1065153"/>
                  </a:lnTo>
                  <a:lnTo>
                    <a:pt x="3001754" y="1049979"/>
                  </a:lnTo>
                  <a:lnTo>
                    <a:pt x="2943312" y="1032983"/>
                  </a:lnTo>
                  <a:lnTo>
                    <a:pt x="2888604" y="1013916"/>
                  </a:lnTo>
                  <a:lnTo>
                    <a:pt x="2836710" y="992545"/>
                  </a:lnTo>
                  <a:lnTo>
                    <a:pt x="2786776" y="968699"/>
                  </a:lnTo>
                  <a:lnTo>
                    <a:pt x="2770117" y="960019"/>
                  </a:lnTo>
                  <a:lnTo>
                    <a:pt x="2721743" y="932815"/>
                  </a:lnTo>
                  <a:lnTo>
                    <a:pt x="2673841" y="903036"/>
                  </a:lnTo>
                  <a:lnTo>
                    <a:pt x="2625972" y="870637"/>
                  </a:lnTo>
                  <a:lnTo>
                    <a:pt x="2577825" y="835649"/>
                  </a:lnTo>
                  <a:lnTo>
                    <a:pt x="2529199" y="798188"/>
                  </a:lnTo>
                  <a:lnTo>
                    <a:pt x="2479993" y="758457"/>
                  </a:lnTo>
                  <a:lnTo>
                    <a:pt x="2430197" y="716750"/>
                  </a:lnTo>
                  <a:lnTo>
                    <a:pt x="2379874" y="673448"/>
                  </a:lnTo>
                  <a:lnTo>
                    <a:pt x="2329150" y="629003"/>
                  </a:lnTo>
                  <a:lnTo>
                    <a:pt x="2278195" y="583923"/>
                  </a:lnTo>
                  <a:lnTo>
                    <a:pt x="2227205" y="538748"/>
                  </a:lnTo>
                  <a:lnTo>
                    <a:pt x="2176379" y="494021"/>
                  </a:lnTo>
                  <a:lnTo>
                    <a:pt x="2125899" y="450264"/>
                  </a:lnTo>
                  <a:lnTo>
                    <a:pt x="2075908" y="407952"/>
                  </a:lnTo>
                  <a:lnTo>
                    <a:pt x="2026493" y="367491"/>
                  </a:lnTo>
                  <a:lnTo>
                    <a:pt x="1977671" y="329208"/>
                  </a:lnTo>
                  <a:lnTo>
                    <a:pt x="1929373" y="293337"/>
                  </a:lnTo>
                  <a:lnTo>
                    <a:pt x="1881436" y="260025"/>
                  </a:lnTo>
                  <a:lnTo>
                    <a:pt x="1833589" y="229330"/>
                  </a:lnTo>
                  <a:lnTo>
                    <a:pt x="1785439" y="201235"/>
                  </a:lnTo>
                  <a:lnTo>
                    <a:pt x="1768425" y="192003"/>
                  </a:lnTo>
                  <a:lnTo>
                    <a:pt x="1718986" y="167300"/>
                  </a:lnTo>
                  <a:lnTo>
                    <a:pt x="1667848" y="145101"/>
                  </a:lnTo>
                  <a:lnTo>
                    <a:pt x="1614199" y="125276"/>
                  </a:lnTo>
                  <a:lnTo>
                    <a:pt x="1557131" y="107603"/>
                  </a:lnTo>
                  <a:lnTo>
                    <a:pt x="1495720" y="91837"/>
                  </a:lnTo>
                  <a:lnTo>
                    <a:pt x="1429109" y="77739"/>
                  </a:lnTo>
                  <a:lnTo>
                    <a:pt x="1356609" y="65101"/>
                  </a:lnTo>
                  <a:lnTo>
                    <a:pt x="1277832" y="53757"/>
                  </a:lnTo>
                  <a:lnTo>
                    <a:pt x="1192879" y="43587"/>
                  </a:lnTo>
                  <a:lnTo>
                    <a:pt x="1102546" y="34516"/>
                  </a:lnTo>
                  <a:lnTo>
                    <a:pt x="1008534" y="26517"/>
                  </a:lnTo>
                  <a:lnTo>
                    <a:pt x="913577" y="19596"/>
                  </a:lnTo>
                  <a:lnTo>
                    <a:pt x="821394" y="13777"/>
                  </a:lnTo>
                  <a:lnTo>
                    <a:pt x="736344" y="9082"/>
                  </a:lnTo>
                  <a:lnTo>
                    <a:pt x="662780" y="5499"/>
                  </a:lnTo>
                  <a:lnTo>
                    <a:pt x="604189" y="2962"/>
                  </a:lnTo>
                  <a:lnTo>
                    <a:pt x="562365" y="1342"/>
                  </a:lnTo>
                  <a:lnTo>
                    <a:pt x="536895" y="455"/>
                  </a:lnTo>
                  <a:lnTo>
                    <a:pt x="525076" y="84"/>
                  </a:lnTo>
                  <a:lnTo>
                    <a:pt x="522184" y="1"/>
                  </a:lnTo>
                  <a:lnTo>
                    <a:pt x="522133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43" name="pg143"/>
            <p:cNvSpPr/>
            <p:nvPr/>
          </p:nvSpPr>
          <p:spPr>
            <a:xfrm>
              <a:off x="386606" y="1597788"/>
              <a:ext cx="8554953" cy="1163317"/>
            </a:xfrm>
            <a:custGeom>
              <a:avLst/>
              <a:pathLst>
                <a:path w="8554953" h="1163317">
                  <a:moveTo>
                    <a:pt x="0" y="5647"/>
                  </a:moveTo>
                  <a:lnTo>
                    <a:pt x="522133" y="5647"/>
                  </a:lnTo>
                  <a:lnTo>
                    <a:pt x="523381" y="5682"/>
                  </a:lnTo>
                  <a:lnTo>
                    <a:pt x="531542" y="5931"/>
                  </a:lnTo>
                  <a:lnTo>
                    <a:pt x="551957" y="6620"/>
                  </a:lnTo>
                  <a:lnTo>
                    <a:pt x="588053" y="7975"/>
                  </a:lnTo>
                  <a:lnTo>
                    <a:pt x="641035" y="10193"/>
                  </a:lnTo>
                  <a:lnTo>
                    <a:pt x="709822" y="13426"/>
                  </a:lnTo>
                  <a:lnTo>
                    <a:pt x="791423" y="17759"/>
                  </a:lnTo>
                  <a:lnTo>
                    <a:pt x="881679" y="23223"/>
                  </a:lnTo>
                  <a:lnTo>
                    <a:pt x="976145" y="29804"/>
                  </a:lnTo>
                  <a:lnTo>
                    <a:pt x="1070834" y="37475"/>
                  </a:lnTo>
                  <a:lnTo>
                    <a:pt x="1162656" y="46222"/>
                  </a:lnTo>
                  <a:lnTo>
                    <a:pt x="1249567" y="56059"/>
                  </a:lnTo>
                  <a:lnTo>
                    <a:pt x="1330484" y="67045"/>
                  </a:lnTo>
                  <a:lnTo>
                    <a:pt x="1405096" y="79284"/>
                  </a:lnTo>
                  <a:lnTo>
                    <a:pt x="1473644" y="92929"/>
                  </a:lnTo>
                  <a:lnTo>
                    <a:pt x="1536733" y="108175"/>
                  </a:lnTo>
                  <a:lnTo>
                    <a:pt x="1595176" y="125253"/>
                  </a:lnTo>
                  <a:lnTo>
                    <a:pt x="1649884" y="144409"/>
                  </a:lnTo>
                  <a:lnTo>
                    <a:pt x="1701777" y="165881"/>
                  </a:lnTo>
                  <a:lnTo>
                    <a:pt x="1751710" y="189840"/>
                  </a:lnTo>
                  <a:lnTo>
                    <a:pt x="1768425" y="198592"/>
                  </a:lnTo>
                  <a:lnTo>
                    <a:pt x="1816756" y="225903"/>
                  </a:lnTo>
                  <a:lnTo>
                    <a:pt x="1864614" y="255797"/>
                  </a:lnTo>
                  <a:lnTo>
                    <a:pt x="1912439" y="288319"/>
                  </a:lnTo>
                  <a:lnTo>
                    <a:pt x="1960542" y="323438"/>
                  </a:lnTo>
                  <a:lnTo>
                    <a:pt x="2009122" y="361039"/>
                  </a:lnTo>
                  <a:lnTo>
                    <a:pt x="2058279" y="400919"/>
                  </a:lnTo>
                  <a:lnTo>
                    <a:pt x="2108027" y="442781"/>
                  </a:lnTo>
                  <a:lnTo>
                    <a:pt x="2158301" y="486247"/>
                  </a:lnTo>
                  <a:lnTo>
                    <a:pt x="2208977" y="530862"/>
                  </a:lnTo>
                  <a:lnTo>
                    <a:pt x="2259884" y="576118"/>
                  </a:lnTo>
                  <a:lnTo>
                    <a:pt x="2310828" y="621476"/>
                  </a:lnTo>
                  <a:lnTo>
                    <a:pt x="2361611" y="666388"/>
                  </a:lnTo>
                  <a:lnTo>
                    <a:pt x="2412050" y="710334"/>
                  </a:lnTo>
                  <a:lnTo>
                    <a:pt x="2462003" y="752835"/>
                  </a:lnTo>
                  <a:lnTo>
                    <a:pt x="2511381" y="793484"/>
                  </a:lnTo>
                  <a:lnTo>
                    <a:pt x="2560167" y="831953"/>
                  </a:lnTo>
                  <a:lnTo>
                    <a:pt x="2608427" y="868004"/>
                  </a:lnTo>
                  <a:lnTo>
                    <a:pt x="2656325" y="901491"/>
                  </a:lnTo>
                  <a:lnTo>
                    <a:pt x="2704127" y="932352"/>
                  </a:lnTo>
                  <a:lnTo>
                    <a:pt x="2752224" y="960606"/>
                  </a:lnTo>
                  <a:lnTo>
                    <a:pt x="2770117" y="970372"/>
                  </a:lnTo>
                  <a:lnTo>
                    <a:pt x="2819553" y="995195"/>
                  </a:lnTo>
                  <a:lnTo>
                    <a:pt x="2870688" y="1017501"/>
                  </a:lnTo>
                  <a:lnTo>
                    <a:pt x="2924334" y="1037423"/>
                  </a:lnTo>
                  <a:lnTo>
                    <a:pt x="2981398" y="1055182"/>
                  </a:lnTo>
                  <a:lnTo>
                    <a:pt x="3042804" y="1071025"/>
                  </a:lnTo>
                  <a:lnTo>
                    <a:pt x="3109409" y="1085192"/>
                  </a:lnTo>
                  <a:lnTo>
                    <a:pt x="3181903" y="1097891"/>
                  </a:lnTo>
                  <a:lnTo>
                    <a:pt x="3260673" y="1109290"/>
                  </a:lnTo>
                  <a:lnTo>
                    <a:pt x="3345618" y="1119511"/>
                  </a:lnTo>
                  <a:lnTo>
                    <a:pt x="3435943" y="1128626"/>
                  </a:lnTo>
                  <a:lnTo>
                    <a:pt x="3529949" y="1136665"/>
                  </a:lnTo>
                  <a:lnTo>
                    <a:pt x="3624900" y="1143620"/>
                  </a:lnTo>
                  <a:lnTo>
                    <a:pt x="3717082" y="1149467"/>
                  </a:lnTo>
                  <a:lnTo>
                    <a:pt x="3802135" y="1154186"/>
                  </a:lnTo>
                  <a:lnTo>
                    <a:pt x="3875705" y="1157788"/>
                  </a:lnTo>
                  <a:lnTo>
                    <a:pt x="3934307" y="1160338"/>
                  </a:lnTo>
                  <a:lnTo>
                    <a:pt x="3976144" y="1161967"/>
                  </a:lnTo>
                  <a:lnTo>
                    <a:pt x="4001629" y="1162858"/>
                  </a:lnTo>
                  <a:lnTo>
                    <a:pt x="4013459" y="1163232"/>
                  </a:lnTo>
                  <a:lnTo>
                    <a:pt x="4016409" y="1163317"/>
                  </a:lnTo>
                  <a:lnTo>
                    <a:pt x="4538543" y="1163317"/>
                  </a:lnTo>
                  <a:lnTo>
                    <a:pt x="4539812" y="1163311"/>
                  </a:lnTo>
                  <a:lnTo>
                    <a:pt x="4548109" y="1163266"/>
                  </a:lnTo>
                  <a:lnTo>
                    <a:pt x="4568850" y="1163143"/>
                  </a:lnTo>
                  <a:lnTo>
                    <a:pt x="4605493" y="1162901"/>
                  </a:lnTo>
                  <a:lnTo>
                    <a:pt x="4659213" y="1162505"/>
                  </a:lnTo>
                  <a:lnTo>
                    <a:pt x="4728857" y="1161928"/>
                  </a:lnTo>
                  <a:lnTo>
                    <a:pt x="4811330" y="1161155"/>
                  </a:lnTo>
                  <a:lnTo>
                    <a:pt x="4902377" y="1160181"/>
                  </a:lnTo>
                  <a:lnTo>
                    <a:pt x="4997483" y="1159009"/>
                  </a:lnTo>
                  <a:lnTo>
                    <a:pt x="5092628" y="1157644"/>
                  </a:lnTo>
                  <a:lnTo>
                    <a:pt x="5184727" y="1156088"/>
                  </a:lnTo>
                  <a:lnTo>
                    <a:pt x="5271763" y="1154337"/>
                  </a:lnTo>
                  <a:lnTo>
                    <a:pt x="5352692" y="1152382"/>
                  </a:lnTo>
                  <a:lnTo>
                    <a:pt x="5427245" y="1150202"/>
                  </a:lnTo>
                  <a:lnTo>
                    <a:pt x="5495703" y="1147770"/>
                  </a:lnTo>
                  <a:lnTo>
                    <a:pt x="5558703" y="1145050"/>
                  </a:lnTo>
                  <a:lnTo>
                    <a:pt x="5617086" y="1142001"/>
                  </a:lnTo>
                  <a:lnTo>
                    <a:pt x="5671782" y="1138578"/>
                  </a:lnTo>
                  <a:lnTo>
                    <a:pt x="5723726" y="1134740"/>
                  </a:lnTo>
                  <a:lnTo>
                    <a:pt x="5773774" y="1130458"/>
                  </a:lnTo>
                  <a:lnTo>
                    <a:pt x="5784835" y="1129434"/>
                  </a:lnTo>
                  <a:lnTo>
                    <a:pt x="5838851" y="1124040"/>
                  </a:lnTo>
                  <a:lnTo>
                    <a:pt x="5892346" y="1118076"/>
                  </a:lnTo>
                  <a:lnTo>
                    <a:pt x="5945902" y="1111536"/>
                  </a:lnTo>
                  <a:lnTo>
                    <a:pt x="5999906" y="1104433"/>
                  </a:lnTo>
                  <a:lnTo>
                    <a:pt x="6054579" y="1096803"/>
                  </a:lnTo>
                  <a:lnTo>
                    <a:pt x="6109995" y="1088709"/>
                  </a:lnTo>
                  <a:lnTo>
                    <a:pt x="6166099" y="1080238"/>
                  </a:lnTo>
                  <a:lnTo>
                    <a:pt x="6222735" y="1071496"/>
                  </a:lnTo>
                  <a:lnTo>
                    <a:pt x="6279673" y="1062608"/>
                  </a:lnTo>
                  <a:lnTo>
                    <a:pt x="6336640" y="1053705"/>
                  </a:lnTo>
                  <a:lnTo>
                    <a:pt x="6393361" y="1044922"/>
                  </a:lnTo>
                  <a:lnTo>
                    <a:pt x="6449593" y="1036384"/>
                  </a:lnTo>
                  <a:lnTo>
                    <a:pt x="6505162" y="1028203"/>
                  </a:lnTo>
                  <a:lnTo>
                    <a:pt x="6559990" y="1020469"/>
                  </a:lnTo>
                  <a:lnTo>
                    <a:pt x="6614122" y="1013251"/>
                  </a:lnTo>
                  <a:lnTo>
                    <a:pt x="6667746" y="1006590"/>
                  </a:lnTo>
                  <a:lnTo>
                    <a:pt x="6721213" y="1000505"/>
                  </a:lnTo>
                  <a:lnTo>
                    <a:pt x="6775060" y="994992"/>
                  </a:lnTo>
                  <a:lnTo>
                    <a:pt x="6786527" y="993902"/>
                  </a:lnTo>
                  <a:lnTo>
                    <a:pt x="6836252" y="989519"/>
                  </a:lnTo>
                  <a:lnTo>
                    <a:pt x="6887699" y="985583"/>
                  </a:lnTo>
                  <a:lnTo>
                    <a:pt x="6941697" y="982070"/>
                  </a:lnTo>
                  <a:lnTo>
                    <a:pt x="6999169" y="978941"/>
                  </a:lnTo>
                  <a:lnTo>
                    <a:pt x="7061053" y="976150"/>
                  </a:lnTo>
                  <a:lnTo>
                    <a:pt x="7128220" y="973657"/>
                  </a:lnTo>
                  <a:lnTo>
                    <a:pt x="7201363" y="971423"/>
                  </a:lnTo>
                  <a:lnTo>
                    <a:pt x="7280860" y="969419"/>
                  </a:lnTo>
                  <a:lnTo>
                    <a:pt x="7366583" y="967624"/>
                  </a:lnTo>
                  <a:lnTo>
                    <a:pt x="7457683" y="966024"/>
                  </a:lnTo>
                  <a:lnTo>
                    <a:pt x="7552374" y="964616"/>
                  </a:lnTo>
                  <a:lnTo>
                    <a:pt x="7647811" y="963400"/>
                  </a:lnTo>
                  <a:lnTo>
                    <a:pt x="7740156" y="962382"/>
                  </a:lnTo>
                  <a:lnTo>
                    <a:pt x="7824950" y="961564"/>
                  </a:lnTo>
                  <a:lnTo>
                    <a:pt x="7897801" y="960944"/>
                  </a:lnTo>
                  <a:lnTo>
                    <a:pt x="7955279" y="960509"/>
                  </a:lnTo>
                  <a:lnTo>
                    <a:pt x="7995742" y="960235"/>
                  </a:lnTo>
                  <a:lnTo>
                    <a:pt x="8019832" y="960089"/>
                  </a:lnTo>
                  <a:lnTo>
                    <a:pt x="8030518" y="960030"/>
                  </a:lnTo>
                  <a:lnTo>
                    <a:pt x="8032819" y="960019"/>
                  </a:lnTo>
                  <a:lnTo>
                    <a:pt x="8554953" y="960019"/>
                  </a:lnTo>
                  <a:lnTo>
                    <a:pt x="8554953" y="954371"/>
                  </a:lnTo>
                  <a:lnTo>
                    <a:pt x="8032819" y="954371"/>
                  </a:lnTo>
                  <a:lnTo>
                    <a:pt x="8031550" y="954378"/>
                  </a:lnTo>
                  <a:lnTo>
                    <a:pt x="8023253" y="954422"/>
                  </a:lnTo>
                  <a:lnTo>
                    <a:pt x="8002511" y="954545"/>
                  </a:lnTo>
                  <a:lnTo>
                    <a:pt x="7965869" y="954787"/>
                  </a:lnTo>
                  <a:lnTo>
                    <a:pt x="7912149" y="955184"/>
                  </a:lnTo>
                  <a:lnTo>
                    <a:pt x="7842505" y="955760"/>
                  </a:lnTo>
                  <a:lnTo>
                    <a:pt x="7760032" y="956533"/>
                  </a:lnTo>
                  <a:lnTo>
                    <a:pt x="7668985" y="957507"/>
                  </a:lnTo>
                  <a:lnTo>
                    <a:pt x="7573878" y="958679"/>
                  </a:lnTo>
                  <a:lnTo>
                    <a:pt x="7478734" y="960044"/>
                  </a:lnTo>
                  <a:lnTo>
                    <a:pt x="7386635" y="961600"/>
                  </a:lnTo>
                  <a:lnTo>
                    <a:pt x="7299599" y="963351"/>
                  </a:lnTo>
                  <a:lnTo>
                    <a:pt x="7218670" y="965306"/>
                  </a:lnTo>
                  <a:lnTo>
                    <a:pt x="7144117" y="967486"/>
                  </a:lnTo>
                  <a:lnTo>
                    <a:pt x="7075659" y="969919"/>
                  </a:lnTo>
                  <a:lnTo>
                    <a:pt x="7012659" y="972638"/>
                  </a:lnTo>
                  <a:lnTo>
                    <a:pt x="6954276" y="975688"/>
                  </a:lnTo>
                  <a:lnTo>
                    <a:pt x="6899579" y="979110"/>
                  </a:lnTo>
                  <a:lnTo>
                    <a:pt x="6847636" y="982948"/>
                  </a:lnTo>
                  <a:lnTo>
                    <a:pt x="6797588" y="987230"/>
                  </a:lnTo>
                  <a:lnTo>
                    <a:pt x="6786527" y="988254"/>
                  </a:lnTo>
                  <a:lnTo>
                    <a:pt x="6732511" y="993649"/>
                  </a:lnTo>
                  <a:lnTo>
                    <a:pt x="6679016" y="999612"/>
                  </a:lnTo>
                  <a:lnTo>
                    <a:pt x="6625460" y="1006152"/>
                  </a:lnTo>
                  <a:lnTo>
                    <a:pt x="6571456" y="1013256"/>
                  </a:lnTo>
                  <a:lnTo>
                    <a:pt x="6516782" y="1020885"/>
                  </a:lnTo>
                  <a:lnTo>
                    <a:pt x="6461367" y="1028979"/>
                  </a:lnTo>
                  <a:lnTo>
                    <a:pt x="6405263" y="1037450"/>
                  </a:lnTo>
                  <a:lnTo>
                    <a:pt x="6348627" y="1046192"/>
                  </a:lnTo>
                  <a:lnTo>
                    <a:pt x="6291689" y="1055080"/>
                  </a:lnTo>
                  <a:lnTo>
                    <a:pt x="6234722" y="1063983"/>
                  </a:lnTo>
                  <a:lnTo>
                    <a:pt x="6178001" y="1072766"/>
                  </a:lnTo>
                  <a:lnTo>
                    <a:pt x="6121769" y="1081304"/>
                  </a:lnTo>
                  <a:lnTo>
                    <a:pt x="6066200" y="1089486"/>
                  </a:lnTo>
                  <a:lnTo>
                    <a:pt x="6011372" y="1097219"/>
                  </a:lnTo>
                  <a:lnTo>
                    <a:pt x="5957240" y="1104437"/>
                  </a:lnTo>
                  <a:lnTo>
                    <a:pt x="5903616" y="1111098"/>
                  </a:lnTo>
                  <a:lnTo>
                    <a:pt x="5850149" y="1117183"/>
                  </a:lnTo>
                  <a:lnTo>
                    <a:pt x="5796302" y="1122696"/>
                  </a:lnTo>
                  <a:lnTo>
                    <a:pt x="5784835" y="1123787"/>
                  </a:lnTo>
                  <a:lnTo>
                    <a:pt x="5735110" y="1128170"/>
                  </a:lnTo>
                  <a:lnTo>
                    <a:pt x="5683663" y="1132106"/>
                  </a:lnTo>
                  <a:lnTo>
                    <a:pt x="5629665" y="1135618"/>
                  </a:lnTo>
                  <a:lnTo>
                    <a:pt x="5572193" y="1138748"/>
                  </a:lnTo>
                  <a:lnTo>
                    <a:pt x="5510309" y="1141538"/>
                  </a:lnTo>
                  <a:lnTo>
                    <a:pt x="5443142" y="1144031"/>
                  </a:lnTo>
                  <a:lnTo>
                    <a:pt x="5369999" y="1146265"/>
                  </a:lnTo>
                  <a:lnTo>
                    <a:pt x="5290502" y="1148269"/>
                  </a:lnTo>
                  <a:lnTo>
                    <a:pt x="5204779" y="1150064"/>
                  </a:lnTo>
                  <a:lnTo>
                    <a:pt x="5113679" y="1151664"/>
                  </a:lnTo>
                  <a:lnTo>
                    <a:pt x="5018988" y="1153072"/>
                  </a:lnTo>
                  <a:lnTo>
                    <a:pt x="4923551" y="1154288"/>
                  </a:lnTo>
                  <a:lnTo>
                    <a:pt x="4831206" y="1155306"/>
                  </a:lnTo>
                  <a:lnTo>
                    <a:pt x="4746412" y="1156124"/>
                  </a:lnTo>
                  <a:lnTo>
                    <a:pt x="4673561" y="1156744"/>
                  </a:lnTo>
                  <a:lnTo>
                    <a:pt x="4616083" y="1157179"/>
                  </a:lnTo>
                  <a:lnTo>
                    <a:pt x="4575620" y="1157453"/>
                  </a:lnTo>
                  <a:lnTo>
                    <a:pt x="4551530" y="1157599"/>
                  </a:lnTo>
                  <a:lnTo>
                    <a:pt x="4540844" y="1157658"/>
                  </a:lnTo>
                  <a:lnTo>
                    <a:pt x="4538543" y="1157670"/>
                  </a:lnTo>
                  <a:lnTo>
                    <a:pt x="4016409" y="1157670"/>
                  </a:lnTo>
                  <a:lnTo>
                    <a:pt x="4015161" y="1157635"/>
                  </a:lnTo>
                  <a:lnTo>
                    <a:pt x="4007000" y="1157385"/>
                  </a:lnTo>
                  <a:lnTo>
                    <a:pt x="3986585" y="1156696"/>
                  </a:lnTo>
                  <a:lnTo>
                    <a:pt x="3950489" y="1155342"/>
                  </a:lnTo>
                  <a:lnTo>
                    <a:pt x="3897507" y="1153123"/>
                  </a:lnTo>
                  <a:lnTo>
                    <a:pt x="3828720" y="1149891"/>
                  </a:lnTo>
                  <a:lnTo>
                    <a:pt x="3747120" y="1145557"/>
                  </a:lnTo>
                  <a:lnTo>
                    <a:pt x="3656864" y="1140093"/>
                  </a:lnTo>
                  <a:lnTo>
                    <a:pt x="3562397" y="1133513"/>
                  </a:lnTo>
                  <a:lnTo>
                    <a:pt x="3467708" y="1125841"/>
                  </a:lnTo>
                  <a:lnTo>
                    <a:pt x="3375886" y="1117095"/>
                  </a:lnTo>
                  <a:lnTo>
                    <a:pt x="3288975" y="1107257"/>
                  </a:lnTo>
                  <a:lnTo>
                    <a:pt x="3208058" y="1096271"/>
                  </a:lnTo>
                  <a:lnTo>
                    <a:pt x="3133446" y="1084032"/>
                  </a:lnTo>
                  <a:lnTo>
                    <a:pt x="3064898" y="1070387"/>
                  </a:lnTo>
                  <a:lnTo>
                    <a:pt x="3001809" y="1055141"/>
                  </a:lnTo>
                  <a:lnTo>
                    <a:pt x="2943366" y="1038064"/>
                  </a:lnTo>
                  <a:lnTo>
                    <a:pt x="2888659" y="1018907"/>
                  </a:lnTo>
                  <a:lnTo>
                    <a:pt x="2836765" y="997435"/>
                  </a:lnTo>
                  <a:lnTo>
                    <a:pt x="2786832" y="973476"/>
                  </a:lnTo>
                  <a:lnTo>
                    <a:pt x="2770117" y="964725"/>
                  </a:lnTo>
                  <a:lnTo>
                    <a:pt x="2721787" y="937414"/>
                  </a:lnTo>
                  <a:lnTo>
                    <a:pt x="2673928" y="907519"/>
                  </a:lnTo>
                  <a:lnTo>
                    <a:pt x="2626103" y="874997"/>
                  </a:lnTo>
                  <a:lnTo>
                    <a:pt x="2578000" y="839878"/>
                  </a:lnTo>
                  <a:lnTo>
                    <a:pt x="2529421" y="802277"/>
                  </a:lnTo>
                  <a:lnTo>
                    <a:pt x="2480263" y="762398"/>
                  </a:lnTo>
                  <a:lnTo>
                    <a:pt x="2430515" y="720535"/>
                  </a:lnTo>
                  <a:lnTo>
                    <a:pt x="2380241" y="677070"/>
                  </a:lnTo>
                  <a:lnTo>
                    <a:pt x="2329565" y="632454"/>
                  </a:lnTo>
                  <a:lnTo>
                    <a:pt x="2278658" y="587198"/>
                  </a:lnTo>
                  <a:lnTo>
                    <a:pt x="2227714" y="541841"/>
                  </a:lnTo>
                  <a:lnTo>
                    <a:pt x="2176931" y="496928"/>
                  </a:lnTo>
                  <a:lnTo>
                    <a:pt x="2126492" y="452983"/>
                  </a:lnTo>
                  <a:lnTo>
                    <a:pt x="2076539" y="410481"/>
                  </a:lnTo>
                  <a:lnTo>
                    <a:pt x="2027161" y="369832"/>
                  </a:lnTo>
                  <a:lnTo>
                    <a:pt x="1978375" y="331363"/>
                  </a:lnTo>
                  <a:lnTo>
                    <a:pt x="1930115" y="295312"/>
                  </a:lnTo>
                  <a:lnTo>
                    <a:pt x="1882218" y="261825"/>
                  </a:lnTo>
                  <a:lnTo>
                    <a:pt x="1834415" y="230964"/>
                  </a:lnTo>
                  <a:lnTo>
                    <a:pt x="1786318" y="202711"/>
                  </a:lnTo>
                  <a:lnTo>
                    <a:pt x="1768425" y="192945"/>
                  </a:lnTo>
                  <a:lnTo>
                    <a:pt x="1718989" y="168121"/>
                  </a:lnTo>
                  <a:lnTo>
                    <a:pt x="1667854" y="145815"/>
                  </a:lnTo>
                  <a:lnTo>
                    <a:pt x="1614209" y="125893"/>
                  </a:lnTo>
                  <a:lnTo>
                    <a:pt x="1557144" y="108135"/>
                  </a:lnTo>
                  <a:lnTo>
                    <a:pt x="1495738" y="92291"/>
                  </a:lnTo>
                  <a:lnTo>
                    <a:pt x="1429133" y="78124"/>
                  </a:lnTo>
                  <a:lnTo>
                    <a:pt x="1356639" y="65425"/>
                  </a:lnTo>
                  <a:lnTo>
                    <a:pt x="1277869" y="54026"/>
                  </a:lnTo>
                  <a:lnTo>
                    <a:pt x="1192924" y="43805"/>
                  </a:lnTo>
                  <a:lnTo>
                    <a:pt x="1102599" y="34690"/>
                  </a:lnTo>
                  <a:lnTo>
                    <a:pt x="1008593" y="26652"/>
                  </a:lnTo>
                  <a:lnTo>
                    <a:pt x="913642" y="19696"/>
                  </a:lnTo>
                  <a:lnTo>
                    <a:pt x="821460" y="13849"/>
                  </a:lnTo>
                  <a:lnTo>
                    <a:pt x="736408" y="9130"/>
                  </a:lnTo>
                  <a:lnTo>
                    <a:pt x="662837" y="5529"/>
                  </a:lnTo>
                  <a:lnTo>
                    <a:pt x="604235" y="2978"/>
                  </a:lnTo>
                  <a:lnTo>
                    <a:pt x="562398" y="1350"/>
                  </a:lnTo>
                  <a:lnTo>
                    <a:pt x="536913" y="458"/>
                  </a:lnTo>
                  <a:lnTo>
                    <a:pt x="525083" y="84"/>
                  </a:lnTo>
                  <a:lnTo>
                    <a:pt x="5221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144" name="pl144"/>
            <p:cNvSpPr/>
            <p:nvPr/>
          </p:nvSpPr>
          <p:spPr>
            <a:xfrm>
              <a:off x="386606" y="1603435"/>
              <a:ext cx="8554953" cy="1157670"/>
            </a:xfrm>
            <a:custGeom>
              <a:avLst/>
              <a:pathLst>
                <a:path w="8554953" h="1157670">
                  <a:moveTo>
                    <a:pt x="0" y="0"/>
                  </a:moveTo>
                  <a:lnTo>
                    <a:pt x="522133" y="0"/>
                  </a:lnTo>
                  <a:lnTo>
                    <a:pt x="523381" y="34"/>
                  </a:lnTo>
                  <a:lnTo>
                    <a:pt x="531542" y="284"/>
                  </a:lnTo>
                  <a:lnTo>
                    <a:pt x="551957" y="973"/>
                  </a:lnTo>
                  <a:lnTo>
                    <a:pt x="588053" y="2328"/>
                  </a:lnTo>
                  <a:lnTo>
                    <a:pt x="641035" y="4546"/>
                  </a:lnTo>
                  <a:lnTo>
                    <a:pt x="709822" y="7778"/>
                  </a:lnTo>
                  <a:lnTo>
                    <a:pt x="791423" y="12112"/>
                  </a:lnTo>
                  <a:lnTo>
                    <a:pt x="881679" y="17576"/>
                  </a:lnTo>
                  <a:lnTo>
                    <a:pt x="976145" y="24156"/>
                  </a:lnTo>
                  <a:lnTo>
                    <a:pt x="1070834" y="31828"/>
                  </a:lnTo>
                  <a:lnTo>
                    <a:pt x="1162656" y="40575"/>
                  </a:lnTo>
                  <a:lnTo>
                    <a:pt x="1249567" y="50412"/>
                  </a:lnTo>
                  <a:lnTo>
                    <a:pt x="1330484" y="61398"/>
                  </a:lnTo>
                  <a:lnTo>
                    <a:pt x="1405096" y="73637"/>
                  </a:lnTo>
                  <a:lnTo>
                    <a:pt x="1473644" y="87282"/>
                  </a:lnTo>
                  <a:lnTo>
                    <a:pt x="1536733" y="102528"/>
                  </a:lnTo>
                  <a:lnTo>
                    <a:pt x="1595176" y="119605"/>
                  </a:lnTo>
                  <a:lnTo>
                    <a:pt x="1649884" y="138762"/>
                  </a:lnTo>
                  <a:lnTo>
                    <a:pt x="1701777" y="160234"/>
                  </a:lnTo>
                  <a:lnTo>
                    <a:pt x="1751710" y="184193"/>
                  </a:lnTo>
                  <a:lnTo>
                    <a:pt x="1768425" y="192945"/>
                  </a:lnTo>
                  <a:lnTo>
                    <a:pt x="1816756" y="220255"/>
                  </a:lnTo>
                  <a:lnTo>
                    <a:pt x="1864614" y="250150"/>
                  </a:lnTo>
                  <a:lnTo>
                    <a:pt x="1912439" y="282672"/>
                  </a:lnTo>
                  <a:lnTo>
                    <a:pt x="1960542" y="317791"/>
                  </a:lnTo>
                  <a:lnTo>
                    <a:pt x="2009122" y="355392"/>
                  </a:lnTo>
                  <a:lnTo>
                    <a:pt x="2058279" y="395271"/>
                  </a:lnTo>
                  <a:lnTo>
                    <a:pt x="2108027" y="437134"/>
                  </a:lnTo>
                  <a:lnTo>
                    <a:pt x="2158301" y="480599"/>
                  </a:lnTo>
                  <a:lnTo>
                    <a:pt x="2208977" y="525215"/>
                  </a:lnTo>
                  <a:lnTo>
                    <a:pt x="2259884" y="570471"/>
                  </a:lnTo>
                  <a:lnTo>
                    <a:pt x="2310828" y="615828"/>
                  </a:lnTo>
                  <a:lnTo>
                    <a:pt x="2361611" y="660741"/>
                  </a:lnTo>
                  <a:lnTo>
                    <a:pt x="2412050" y="704686"/>
                  </a:lnTo>
                  <a:lnTo>
                    <a:pt x="2462003" y="747188"/>
                  </a:lnTo>
                  <a:lnTo>
                    <a:pt x="2511381" y="787837"/>
                  </a:lnTo>
                  <a:lnTo>
                    <a:pt x="2560167" y="826306"/>
                  </a:lnTo>
                  <a:lnTo>
                    <a:pt x="2608427" y="862357"/>
                  </a:lnTo>
                  <a:lnTo>
                    <a:pt x="2656325" y="895844"/>
                  </a:lnTo>
                  <a:lnTo>
                    <a:pt x="2704127" y="926705"/>
                  </a:lnTo>
                  <a:lnTo>
                    <a:pt x="2752224" y="954958"/>
                  </a:lnTo>
                  <a:lnTo>
                    <a:pt x="2770117" y="964725"/>
                  </a:lnTo>
                  <a:lnTo>
                    <a:pt x="2819553" y="989548"/>
                  </a:lnTo>
                  <a:lnTo>
                    <a:pt x="2870688" y="1011854"/>
                  </a:lnTo>
                  <a:lnTo>
                    <a:pt x="2924334" y="1031776"/>
                  </a:lnTo>
                  <a:lnTo>
                    <a:pt x="2981398" y="1049534"/>
                  </a:lnTo>
                  <a:lnTo>
                    <a:pt x="3042804" y="1065378"/>
                  </a:lnTo>
                  <a:lnTo>
                    <a:pt x="3109409" y="1079545"/>
                  </a:lnTo>
                  <a:lnTo>
                    <a:pt x="3181903" y="1092244"/>
                  </a:lnTo>
                  <a:lnTo>
                    <a:pt x="3260673" y="1103643"/>
                  </a:lnTo>
                  <a:lnTo>
                    <a:pt x="3345618" y="1113864"/>
                  </a:lnTo>
                  <a:lnTo>
                    <a:pt x="3435943" y="1122979"/>
                  </a:lnTo>
                  <a:lnTo>
                    <a:pt x="3529949" y="1131017"/>
                  </a:lnTo>
                  <a:lnTo>
                    <a:pt x="3624900" y="1137973"/>
                  </a:lnTo>
                  <a:lnTo>
                    <a:pt x="3717082" y="1143820"/>
                  </a:lnTo>
                  <a:lnTo>
                    <a:pt x="3802135" y="1148539"/>
                  </a:lnTo>
                  <a:lnTo>
                    <a:pt x="3875705" y="1152140"/>
                  </a:lnTo>
                  <a:lnTo>
                    <a:pt x="3934307" y="1154691"/>
                  </a:lnTo>
                  <a:lnTo>
                    <a:pt x="3976144" y="1156319"/>
                  </a:lnTo>
                  <a:lnTo>
                    <a:pt x="4001629" y="1157211"/>
                  </a:lnTo>
                  <a:lnTo>
                    <a:pt x="4013459" y="1157585"/>
                  </a:lnTo>
                  <a:lnTo>
                    <a:pt x="4016358" y="1157668"/>
                  </a:lnTo>
                  <a:lnTo>
                    <a:pt x="4016409" y="1157670"/>
                  </a:lnTo>
                  <a:lnTo>
                    <a:pt x="4538543" y="1157670"/>
                  </a:lnTo>
                  <a:lnTo>
                    <a:pt x="4539812" y="1157663"/>
                  </a:lnTo>
                  <a:lnTo>
                    <a:pt x="4548109" y="1157619"/>
                  </a:lnTo>
                  <a:lnTo>
                    <a:pt x="4568850" y="1157496"/>
                  </a:lnTo>
                  <a:lnTo>
                    <a:pt x="4605493" y="1157254"/>
                  </a:lnTo>
                  <a:lnTo>
                    <a:pt x="4659213" y="1156857"/>
                  </a:lnTo>
                  <a:lnTo>
                    <a:pt x="4728857" y="1156281"/>
                  </a:lnTo>
                  <a:lnTo>
                    <a:pt x="4811330" y="1155508"/>
                  </a:lnTo>
                  <a:lnTo>
                    <a:pt x="4902377" y="1154534"/>
                  </a:lnTo>
                  <a:lnTo>
                    <a:pt x="4997483" y="1153362"/>
                  </a:lnTo>
                  <a:lnTo>
                    <a:pt x="5092628" y="1151997"/>
                  </a:lnTo>
                  <a:lnTo>
                    <a:pt x="5184727" y="1150441"/>
                  </a:lnTo>
                  <a:lnTo>
                    <a:pt x="5271763" y="1148690"/>
                  </a:lnTo>
                  <a:lnTo>
                    <a:pt x="5352692" y="1146735"/>
                  </a:lnTo>
                  <a:lnTo>
                    <a:pt x="5427245" y="1144555"/>
                  </a:lnTo>
                  <a:lnTo>
                    <a:pt x="5495703" y="1142122"/>
                  </a:lnTo>
                  <a:lnTo>
                    <a:pt x="5558703" y="1139403"/>
                  </a:lnTo>
                  <a:lnTo>
                    <a:pt x="5617086" y="1136353"/>
                  </a:lnTo>
                  <a:lnTo>
                    <a:pt x="5671782" y="1132931"/>
                  </a:lnTo>
                  <a:lnTo>
                    <a:pt x="5723726" y="1129093"/>
                  </a:lnTo>
                  <a:lnTo>
                    <a:pt x="5773774" y="1124811"/>
                  </a:lnTo>
                  <a:lnTo>
                    <a:pt x="5784835" y="1123787"/>
                  </a:lnTo>
                  <a:lnTo>
                    <a:pt x="5838851" y="1118392"/>
                  </a:lnTo>
                  <a:lnTo>
                    <a:pt x="5892346" y="1112429"/>
                  </a:lnTo>
                  <a:lnTo>
                    <a:pt x="5945902" y="1105889"/>
                  </a:lnTo>
                  <a:lnTo>
                    <a:pt x="5999906" y="1098785"/>
                  </a:lnTo>
                  <a:lnTo>
                    <a:pt x="6054579" y="1091156"/>
                  </a:lnTo>
                  <a:lnTo>
                    <a:pt x="6109995" y="1083062"/>
                  </a:lnTo>
                  <a:lnTo>
                    <a:pt x="6166099" y="1074591"/>
                  </a:lnTo>
                  <a:lnTo>
                    <a:pt x="6222735" y="1065849"/>
                  </a:lnTo>
                  <a:lnTo>
                    <a:pt x="6279673" y="1056961"/>
                  </a:lnTo>
                  <a:lnTo>
                    <a:pt x="6336640" y="1048058"/>
                  </a:lnTo>
                  <a:lnTo>
                    <a:pt x="6393361" y="1039275"/>
                  </a:lnTo>
                  <a:lnTo>
                    <a:pt x="6449593" y="1030737"/>
                  </a:lnTo>
                  <a:lnTo>
                    <a:pt x="6505162" y="1022555"/>
                  </a:lnTo>
                  <a:lnTo>
                    <a:pt x="6559990" y="1014822"/>
                  </a:lnTo>
                  <a:lnTo>
                    <a:pt x="6614122" y="1007604"/>
                  </a:lnTo>
                  <a:lnTo>
                    <a:pt x="6667746" y="1000943"/>
                  </a:lnTo>
                  <a:lnTo>
                    <a:pt x="6721213" y="994858"/>
                  </a:lnTo>
                  <a:lnTo>
                    <a:pt x="6775060" y="989345"/>
                  </a:lnTo>
                  <a:lnTo>
                    <a:pt x="6786527" y="988254"/>
                  </a:lnTo>
                  <a:lnTo>
                    <a:pt x="6836252" y="983871"/>
                  </a:lnTo>
                  <a:lnTo>
                    <a:pt x="6887699" y="979935"/>
                  </a:lnTo>
                  <a:lnTo>
                    <a:pt x="6941697" y="976423"/>
                  </a:lnTo>
                  <a:lnTo>
                    <a:pt x="6999169" y="973293"/>
                  </a:lnTo>
                  <a:lnTo>
                    <a:pt x="7061053" y="970503"/>
                  </a:lnTo>
                  <a:lnTo>
                    <a:pt x="7128220" y="968010"/>
                  </a:lnTo>
                  <a:lnTo>
                    <a:pt x="7201363" y="965776"/>
                  </a:lnTo>
                  <a:lnTo>
                    <a:pt x="7280860" y="963772"/>
                  </a:lnTo>
                  <a:lnTo>
                    <a:pt x="7366583" y="961977"/>
                  </a:lnTo>
                  <a:lnTo>
                    <a:pt x="7457683" y="960377"/>
                  </a:lnTo>
                  <a:lnTo>
                    <a:pt x="7552374" y="958969"/>
                  </a:lnTo>
                  <a:lnTo>
                    <a:pt x="7647811" y="957753"/>
                  </a:lnTo>
                  <a:lnTo>
                    <a:pt x="7740156" y="956735"/>
                  </a:lnTo>
                  <a:lnTo>
                    <a:pt x="7824950" y="955917"/>
                  </a:lnTo>
                  <a:lnTo>
                    <a:pt x="7897801" y="955297"/>
                  </a:lnTo>
                  <a:lnTo>
                    <a:pt x="7955279" y="954862"/>
                  </a:lnTo>
                  <a:lnTo>
                    <a:pt x="7995742" y="954588"/>
                  </a:lnTo>
                  <a:lnTo>
                    <a:pt x="8019832" y="954442"/>
                  </a:lnTo>
                  <a:lnTo>
                    <a:pt x="8030518" y="954383"/>
                  </a:lnTo>
                  <a:lnTo>
                    <a:pt x="8032804" y="954371"/>
                  </a:lnTo>
                  <a:lnTo>
                    <a:pt x="8032819" y="954371"/>
                  </a:lnTo>
                  <a:lnTo>
                    <a:pt x="8554953" y="954371"/>
                  </a:lnTo>
                  <a:lnTo>
                    <a:pt x="8554953" y="954371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45" name="pl145"/>
            <p:cNvSpPr/>
            <p:nvPr/>
          </p:nvSpPr>
          <p:spPr>
            <a:xfrm>
              <a:off x="386606" y="1597788"/>
              <a:ext cx="8554953" cy="1157670"/>
            </a:xfrm>
            <a:custGeom>
              <a:avLst/>
              <a:pathLst>
                <a:path w="8554953" h="1157670">
                  <a:moveTo>
                    <a:pt x="8554953" y="954371"/>
                  </a:moveTo>
                  <a:lnTo>
                    <a:pt x="8032819" y="954371"/>
                  </a:lnTo>
                  <a:lnTo>
                    <a:pt x="8031550" y="954378"/>
                  </a:lnTo>
                  <a:lnTo>
                    <a:pt x="8023253" y="954422"/>
                  </a:lnTo>
                  <a:lnTo>
                    <a:pt x="8002511" y="954545"/>
                  </a:lnTo>
                  <a:lnTo>
                    <a:pt x="7965869" y="954787"/>
                  </a:lnTo>
                  <a:lnTo>
                    <a:pt x="7912149" y="955184"/>
                  </a:lnTo>
                  <a:lnTo>
                    <a:pt x="7842505" y="955760"/>
                  </a:lnTo>
                  <a:lnTo>
                    <a:pt x="7760032" y="956533"/>
                  </a:lnTo>
                  <a:lnTo>
                    <a:pt x="7668985" y="957507"/>
                  </a:lnTo>
                  <a:lnTo>
                    <a:pt x="7573878" y="958679"/>
                  </a:lnTo>
                  <a:lnTo>
                    <a:pt x="7478734" y="960044"/>
                  </a:lnTo>
                  <a:lnTo>
                    <a:pt x="7386635" y="961600"/>
                  </a:lnTo>
                  <a:lnTo>
                    <a:pt x="7299599" y="963351"/>
                  </a:lnTo>
                  <a:lnTo>
                    <a:pt x="7218670" y="965306"/>
                  </a:lnTo>
                  <a:lnTo>
                    <a:pt x="7144117" y="967486"/>
                  </a:lnTo>
                  <a:lnTo>
                    <a:pt x="7075659" y="969919"/>
                  </a:lnTo>
                  <a:lnTo>
                    <a:pt x="7012659" y="972638"/>
                  </a:lnTo>
                  <a:lnTo>
                    <a:pt x="6954276" y="975688"/>
                  </a:lnTo>
                  <a:lnTo>
                    <a:pt x="6899579" y="979110"/>
                  </a:lnTo>
                  <a:lnTo>
                    <a:pt x="6847636" y="982948"/>
                  </a:lnTo>
                  <a:lnTo>
                    <a:pt x="6797588" y="987230"/>
                  </a:lnTo>
                  <a:lnTo>
                    <a:pt x="6786527" y="988254"/>
                  </a:lnTo>
                  <a:lnTo>
                    <a:pt x="6732511" y="993649"/>
                  </a:lnTo>
                  <a:lnTo>
                    <a:pt x="6679016" y="999612"/>
                  </a:lnTo>
                  <a:lnTo>
                    <a:pt x="6625460" y="1006152"/>
                  </a:lnTo>
                  <a:lnTo>
                    <a:pt x="6571456" y="1013256"/>
                  </a:lnTo>
                  <a:lnTo>
                    <a:pt x="6516782" y="1020885"/>
                  </a:lnTo>
                  <a:lnTo>
                    <a:pt x="6461367" y="1028979"/>
                  </a:lnTo>
                  <a:lnTo>
                    <a:pt x="6405263" y="1037450"/>
                  </a:lnTo>
                  <a:lnTo>
                    <a:pt x="6348627" y="1046192"/>
                  </a:lnTo>
                  <a:lnTo>
                    <a:pt x="6291689" y="1055080"/>
                  </a:lnTo>
                  <a:lnTo>
                    <a:pt x="6234722" y="1063983"/>
                  </a:lnTo>
                  <a:lnTo>
                    <a:pt x="6178001" y="1072766"/>
                  </a:lnTo>
                  <a:lnTo>
                    <a:pt x="6121769" y="1081304"/>
                  </a:lnTo>
                  <a:lnTo>
                    <a:pt x="6066200" y="1089486"/>
                  </a:lnTo>
                  <a:lnTo>
                    <a:pt x="6011372" y="1097219"/>
                  </a:lnTo>
                  <a:lnTo>
                    <a:pt x="5957240" y="1104437"/>
                  </a:lnTo>
                  <a:lnTo>
                    <a:pt x="5903616" y="1111098"/>
                  </a:lnTo>
                  <a:lnTo>
                    <a:pt x="5850149" y="1117183"/>
                  </a:lnTo>
                  <a:lnTo>
                    <a:pt x="5796302" y="1122696"/>
                  </a:lnTo>
                  <a:lnTo>
                    <a:pt x="5784835" y="1123787"/>
                  </a:lnTo>
                  <a:lnTo>
                    <a:pt x="5735110" y="1128170"/>
                  </a:lnTo>
                  <a:lnTo>
                    <a:pt x="5683663" y="1132106"/>
                  </a:lnTo>
                  <a:lnTo>
                    <a:pt x="5629665" y="1135618"/>
                  </a:lnTo>
                  <a:lnTo>
                    <a:pt x="5572193" y="1138748"/>
                  </a:lnTo>
                  <a:lnTo>
                    <a:pt x="5510309" y="1141538"/>
                  </a:lnTo>
                  <a:lnTo>
                    <a:pt x="5443142" y="1144031"/>
                  </a:lnTo>
                  <a:lnTo>
                    <a:pt x="5369999" y="1146265"/>
                  </a:lnTo>
                  <a:lnTo>
                    <a:pt x="5290502" y="1148269"/>
                  </a:lnTo>
                  <a:lnTo>
                    <a:pt x="5204779" y="1150064"/>
                  </a:lnTo>
                  <a:lnTo>
                    <a:pt x="5113679" y="1151664"/>
                  </a:lnTo>
                  <a:lnTo>
                    <a:pt x="5018988" y="1153072"/>
                  </a:lnTo>
                  <a:lnTo>
                    <a:pt x="4923551" y="1154288"/>
                  </a:lnTo>
                  <a:lnTo>
                    <a:pt x="4831206" y="1155306"/>
                  </a:lnTo>
                  <a:lnTo>
                    <a:pt x="4746412" y="1156124"/>
                  </a:lnTo>
                  <a:lnTo>
                    <a:pt x="4673561" y="1156744"/>
                  </a:lnTo>
                  <a:lnTo>
                    <a:pt x="4616083" y="1157179"/>
                  </a:lnTo>
                  <a:lnTo>
                    <a:pt x="4575620" y="1157453"/>
                  </a:lnTo>
                  <a:lnTo>
                    <a:pt x="4551530" y="1157599"/>
                  </a:lnTo>
                  <a:lnTo>
                    <a:pt x="4540844" y="1157658"/>
                  </a:lnTo>
                  <a:lnTo>
                    <a:pt x="4538558" y="1157670"/>
                  </a:lnTo>
                  <a:lnTo>
                    <a:pt x="4538543" y="1157670"/>
                  </a:lnTo>
                  <a:lnTo>
                    <a:pt x="4016409" y="1157670"/>
                  </a:lnTo>
                  <a:lnTo>
                    <a:pt x="4015161" y="1157635"/>
                  </a:lnTo>
                  <a:lnTo>
                    <a:pt x="4007000" y="1157385"/>
                  </a:lnTo>
                  <a:lnTo>
                    <a:pt x="3986585" y="1156696"/>
                  </a:lnTo>
                  <a:lnTo>
                    <a:pt x="3950489" y="1155342"/>
                  </a:lnTo>
                  <a:lnTo>
                    <a:pt x="3897507" y="1153123"/>
                  </a:lnTo>
                  <a:lnTo>
                    <a:pt x="3828720" y="1149891"/>
                  </a:lnTo>
                  <a:lnTo>
                    <a:pt x="3747120" y="1145557"/>
                  </a:lnTo>
                  <a:lnTo>
                    <a:pt x="3656864" y="1140093"/>
                  </a:lnTo>
                  <a:lnTo>
                    <a:pt x="3562397" y="1133513"/>
                  </a:lnTo>
                  <a:lnTo>
                    <a:pt x="3467708" y="1125841"/>
                  </a:lnTo>
                  <a:lnTo>
                    <a:pt x="3375886" y="1117095"/>
                  </a:lnTo>
                  <a:lnTo>
                    <a:pt x="3288975" y="1107257"/>
                  </a:lnTo>
                  <a:lnTo>
                    <a:pt x="3208058" y="1096271"/>
                  </a:lnTo>
                  <a:lnTo>
                    <a:pt x="3133446" y="1084032"/>
                  </a:lnTo>
                  <a:lnTo>
                    <a:pt x="3064898" y="1070387"/>
                  </a:lnTo>
                  <a:lnTo>
                    <a:pt x="3001809" y="1055141"/>
                  </a:lnTo>
                  <a:lnTo>
                    <a:pt x="2943366" y="1038064"/>
                  </a:lnTo>
                  <a:lnTo>
                    <a:pt x="2888659" y="1018907"/>
                  </a:lnTo>
                  <a:lnTo>
                    <a:pt x="2836765" y="997435"/>
                  </a:lnTo>
                  <a:lnTo>
                    <a:pt x="2786832" y="973476"/>
                  </a:lnTo>
                  <a:lnTo>
                    <a:pt x="2770117" y="964725"/>
                  </a:lnTo>
                  <a:lnTo>
                    <a:pt x="2721787" y="937414"/>
                  </a:lnTo>
                  <a:lnTo>
                    <a:pt x="2673928" y="907519"/>
                  </a:lnTo>
                  <a:lnTo>
                    <a:pt x="2626103" y="874997"/>
                  </a:lnTo>
                  <a:lnTo>
                    <a:pt x="2578000" y="839878"/>
                  </a:lnTo>
                  <a:lnTo>
                    <a:pt x="2529421" y="802277"/>
                  </a:lnTo>
                  <a:lnTo>
                    <a:pt x="2480263" y="762398"/>
                  </a:lnTo>
                  <a:lnTo>
                    <a:pt x="2430515" y="720535"/>
                  </a:lnTo>
                  <a:lnTo>
                    <a:pt x="2380241" y="677070"/>
                  </a:lnTo>
                  <a:lnTo>
                    <a:pt x="2329565" y="632454"/>
                  </a:lnTo>
                  <a:lnTo>
                    <a:pt x="2278658" y="587198"/>
                  </a:lnTo>
                  <a:lnTo>
                    <a:pt x="2227714" y="541841"/>
                  </a:lnTo>
                  <a:lnTo>
                    <a:pt x="2176931" y="496928"/>
                  </a:lnTo>
                  <a:lnTo>
                    <a:pt x="2126492" y="452983"/>
                  </a:lnTo>
                  <a:lnTo>
                    <a:pt x="2076539" y="410481"/>
                  </a:lnTo>
                  <a:lnTo>
                    <a:pt x="2027161" y="369832"/>
                  </a:lnTo>
                  <a:lnTo>
                    <a:pt x="1978375" y="331363"/>
                  </a:lnTo>
                  <a:lnTo>
                    <a:pt x="1930115" y="295312"/>
                  </a:lnTo>
                  <a:lnTo>
                    <a:pt x="1882218" y="261825"/>
                  </a:lnTo>
                  <a:lnTo>
                    <a:pt x="1834415" y="230964"/>
                  </a:lnTo>
                  <a:lnTo>
                    <a:pt x="1786318" y="202711"/>
                  </a:lnTo>
                  <a:lnTo>
                    <a:pt x="1768425" y="192945"/>
                  </a:lnTo>
                  <a:lnTo>
                    <a:pt x="1718989" y="168121"/>
                  </a:lnTo>
                  <a:lnTo>
                    <a:pt x="1667854" y="145815"/>
                  </a:lnTo>
                  <a:lnTo>
                    <a:pt x="1614209" y="125893"/>
                  </a:lnTo>
                  <a:lnTo>
                    <a:pt x="1557144" y="108135"/>
                  </a:lnTo>
                  <a:lnTo>
                    <a:pt x="1495738" y="92291"/>
                  </a:lnTo>
                  <a:lnTo>
                    <a:pt x="1429133" y="78124"/>
                  </a:lnTo>
                  <a:lnTo>
                    <a:pt x="1356639" y="65425"/>
                  </a:lnTo>
                  <a:lnTo>
                    <a:pt x="1277869" y="54026"/>
                  </a:lnTo>
                  <a:lnTo>
                    <a:pt x="1192924" y="43805"/>
                  </a:lnTo>
                  <a:lnTo>
                    <a:pt x="1102599" y="34690"/>
                  </a:lnTo>
                  <a:lnTo>
                    <a:pt x="1008593" y="26652"/>
                  </a:lnTo>
                  <a:lnTo>
                    <a:pt x="913642" y="19696"/>
                  </a:lnTo>
                  <a:lnTo>
                    <a:pt x="821460" y="13849"/>
                  </a:lnTo>
                  <a:lnTo>
                    <a:pt x="736408" y="9130"/>
                  </a:lnTo>
                  <a:lnTo>
                    <a:pt x="662837" y="5529"/>
                  </a:lnTo>
                  <a:lnTo>
                    <a:pt x="604235" y="2978"/>
                  </a:lnTo>
                  <a:lnTo>
                    <a:pt x="562398" y="1350"/>
                  </a:lnTo>
                  <a:lnTo>
                    <a:pt x="536913" y="458"/>
                  </a:lnTo>
                  <a:lnTo>
                    <a:pt x="525083" y="84"/>
                  </a:lnTo>
                  <a:lnTo>
                    <a:pt x="522184" y="1"/>
                  </a:lnTo>
                  <a:lnTo>
                    <a:pt x="522133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46" name="pg146"/>
            <p:cNvSpPr/>
            <p:nvPr/>
          </p:nvSpPr>
          <p:spPr>
            <a:xfrm>
              <a:off x="386606" y="1603435"/>
              <a:ext cx="8554953" cy="2117689"/>
            </a:xfrm>
            <a:custGeom>
              <a:avLst/>
              <a:pathLst>
                <a:path w="8554953" h="2117689">
                  <a:moveTo>
                    <a:pt x="0" y="5647"/>
                  </a:moveTo>
                  <a:lnTo>
                    <a:pt x="522133" y="5647"/>
                  </a:lnTo>
                  <a:lnTo>
                    <a:pt x="523381" y="5682"/>
                  </a:lnTo>
                  <a:lnTo>
                    <a:pt x="531541" y="5932"/>
                  </a:lnTo>
                  <a:lnTo>
                    <a:pt x="551953" y="6625"/>
                  </a:lnTo>
                  <a:lnTo>
                    <a:pt x="588043" y="7986"/>
                  </a:lnTo>
                  <a:lnTo>
                    <a:pt x="641017" y="10214"/>
                  </a:lnTo>
                  <a:lnTo>
                    <a:pt x="709796" y="13462"/>
                  </a:lnTo>
                  <a:lnTo>
                    <a:pt x="791388" y="17817"/>
                  </a:lnTo>
                  <a:lnTo>
                    <a:pt x="881636" y="23306"/>
                  </a:lnTo>
                  <a:lnTo>
                    <a:pt x="976096" y="29918"/>
                  </a:lnTo>
                  <a:lnTo>
                    <a:pt x="1070780" y="37625"/>
                  </a:lnTo>
                  <a:lnTo>
                    <a:pt x="1162600" y="46414"/>
                  </a:lnTo>
                  <a:lnTo>
                    <a:pt x="1249509" y="56298"/>
                  </a:lnTo>
                  <a:lnTo>
                    <a:pt x="1330427" y="67336"/>
                  </a:lnTo>
                  <a:lnTo>
                    <a:pt x="1405039" y="79633"/>
                  </a:lnTo>
                  <a:lnTo>
                    <a:pt x="1473588" y="93343"/>
                  </a:lnTo>
                  <a:lnTo>
                    <a:pt x="1536678" y="108661"/>
                  </a:lnTo>
                  <a:lnTo>
                    <a:pt x="1595121" y="125818"/>
                  </a:lnTo>
                  <a:lnTo>
                    <a:pt x="1649829" y="145065"/>
                  </a:lnTo>
                  <a:lnTo>
                    <a:pt x="1701722" y="166638"/>
                  </a:lnTo>
                  <a:lnTo>
                    <a:pt x="1751654" y="190710"/>
                  </a:lnTo>
                  <a:lnTo>
                    <a:pt x="1768425" y="199533"/>
                  </a:lnTo>
                  <a:lnTo>
                    <a:pt x="1816712" y="226951"/>
                  </a:lnTo>
                  <a:lnTo>
                    <a:pt x="1864527" y="256960"/>
                  </a:lnTo>
                  <a:lnTo>
                    <a:pt x="1912309" y="289605"/>
                  </a:lnTo>
                  <a:lnTo>
                    <a:pt x="1960366" y="324856"/>
                  </a:lnTo>
                  <a:lnTo>
                    <a:pt x="2008900" y="362596"/>
                  </a:lnTo>
                  <a:lnTo>
                    <a:pt x="2058009" y="402623"/>
                  </a:lnTo>
                  <a:lnTo>
                    <a:pt x="2107709" y="444640"/>
                  </a:lnTo>
                  <a:lnTo>
                    <a:pt x="2157934" y="488269"/>
                  </a:lnTo>
                  <a:lnTo>
                    <a:pt x="2208561" y="533054"/>
                  </a:lnTo>
                  <a:lnTo>
                    <a:pt x="2259421" y="578487"/>
                  </a:lnTo>
                  <a:lnTo>
                    <a:pt x="2310320" y="624025"/>
                  </a:lnTo>
                  <a:lnTo>
                    <a:pt x="2361059" y="669124"/>
                  </a:lnTo>
                  <a:lnTo>
                    <a:pt x="2411457" y="713257"/>
                  </a:lnTo>
                  <a:lnTo>
                    <a:pt x="2461371" y="755948"/>
                  </a:lnTo>
                  <a:lnTo>
                    <a:pt x="2510712" y="796784"/>
                  </a:lnTo>
                  <a:lnTo>
                    <a:pt x="2559461" y="835439"/>
                  </a:lnTo>
                  <a:lnTo>
                    <a:pt x="2607685" y="871671"/>
                  </a:lnTo>
                  <a:lnTo>
                    <a:pt x="2655543" y="905332"/>
                  </a:lnTo>
                  <a:lnTo>
                    <a:pt x="2703300" y="936360"/>
                  </a:lnTo>
                  <a:lnTo>
                    <a:pt x="2751344" y="964771"/>
                  </a:lnTo>
                  <a:lnTo>
                    <a:pt x="2770117" y="975078"/>
                  </a:lnTo>
                  <a:lnTo>
                    <a:pt x="2819550" y="1000021"/>
                  </a:lnTo>
                  <a:lnTo>
                    <a:pt x="2870682" y="1022435"/>
                  </a:lnTo>
                  <a:lnTo>
                    <a:pt x="2924324" y="1042453"/>
                  </a:lnTo>
                  <a:lnTo>
                    <a:pt x="2981385" y="1060297"/>
                  </a:lnTo>
                  <a:lnTo>
                    <a:pt x="3042786" y="1076218"/>
                  </a:lnTo>
                  <a:lnTo>
                    <a:pt x="3109385" y="1090453"/>
                  </a:lnTo>
                  <a:lnTo>
                    <a:pt x="3181873" y="1103214"/>
                  </a:lnTo>
                  <a:lnTo>
                    <a:pt x="3260635" y="1114669"/>
                  </a:lnTo>
                  <a:lnTo>
                    <a:pt x="3345573" y="1124939"/>
                  </a:lnTo>
                  <a:lnTo>
                    <a:pt x="3435890" y="1134099"/>
                  </a:lnTo>
                  <a:lnTo>
                    <a:pt x="3529889" y="1142177"/>
                  </a:lnTo>
                  <a:lnTo>
                    <a:pt x="3624836" y="1149167"/>
                  </a:lnTo>
                  <a:lnTo>
                    <a:pt x="3717016" y="1155043"/>
                  </a:lnTo>
                  <a:lnTo>
                    <a:pt x="3802070" y="1159785"/>
                  </a:lnTo>
                  <a:lnTo>
                    <a:pt x="3875648" y="1163405"/>
                  </a:lnTo>
                  <a:lnTo>
                    <a:pt x="3934261" y="1165969"/>
                  </a:lnTo>
                  <a:lnTo>
                    <a:pt x="3976112" y="1167606"/>
                  </a:lnTo>
                  <a:lnTo>
                    <a:pt x="4001611" y="1168503"/>
                  </a:lnTo>
                  <a:lnTo>
                    <a:pt x="4013452" y="1168879"/>
                  </a:lnTo>
                  <a:lnTo>
                    <a:pt x="4016409" y="1168964"/>
                  </a:lnTo>
                  <a:lnTo>
                    <a:pt x="4538543" y="1168964"/>
                  </a:lnTo>
                  <a:lnTo>
                    <a:pt x="4539798" y="1168993"/>
                  </a:lnTo>
                  <a:lnTo>
                    <a:pt x="4548004" y="1169198"/>
                  </a:lnTo>
                  <a:lnTo>
                    <a:pt x="4568529" y="1169767"/>
                  </a:lnTo>
                  <a:lnTo>
                    <a:pt x="4604808" y="1170883"/>
                  </a:lnTo>
                  <a:lnTo>
                    <a:pt x="4658037" y="1172711"/>
                  </a:lnTo>
                  <a:lnTo>
                    <a:pt x="4727111" y="1175375"/>
                  </a:lnTo>
                  <a:lnTo>
                    <a:pt x="4809005" y="1178945"/>
                  </a:lnTo>
                  <a:lnTo>
                    <a:pt x="4899527" y="1183444"/>
                  </a:lnTo>
                  <a:lnTo>
                    <a:pt x="4994209" y="1188862"/>
                  </a:lnTo>
                  <a:lnTo>
                    <a:pt x="5089052" y="1195178"/>
                  </a:lnTo>
                  <a:lnTo>
                    <a:pt x="5180968" y="1202377"/>
                  </a:lnTo>
                  <a:lnTo>
                    <a:pt x="5267922" y="1210475"/>
                  </a:lnTo>
                  <a:lnTo>
                    <a:pt x="5348844" y="1219520"/>
                  </a:lnTo>
                  <a:lnTo>
                    <a:pt x="5423437" y="1229597"/>
                  </a:lnTo>
                  <a:lnTo>
                    <a:pt x="5491955" y="1240836"/>
                  </a:lnTo>
                  <a:lnTo>
                    <a:pt x="5555014" y="1253396"/>
                  </a:lnTo>
                  <a:lnTo>
                    <a:pt x="5613436" y="1267470"/>
                  </a:lnTo>
                  <a:lnTo>
                    <a:pt x="5668139" y="1283260"/>
                  </a:lnTo>
                  <a:lnTo>
                    <a:pt x="5720048" y="1300962"/>
                  </a:lnTo>
                  <a:lnTo>
                    <a:pt x="5770020" y="1320713"/>
                  </a:lnTo>
                  <a:lnTo>
                    <a:pt x="5784835" y="1327085"/>
                  </a:lnTo>
                  <a:lnTo>
                    <a:pt x="5834757" y="1350244"/>
                  </a:lnTo>
                  <a:lnTo>
                    <a:pt x="5884193" y="1375666"/>
                  </a:lnTo>
                  <a:lnTo>
                    <a:pt x="5933618" y="1403386"/>
                  </a:lnTo>
                  <a:lnTo>
                    <a:pt x="5983364" y="1433371"/>
                  </a:lnTo>
                  <a:lnTo>
                    <a:pt x="6033640" y="1465508"/>
                  </a:lnTo>
                  <a:lnTo>
                    <a:pt x="6084541" y="1499599"/>
                  </a:lnTo>
                  <a:lnTo>
                    <a:pt x="6136063" y="1535365"/>
                  </a:lnTo>
                  <a:lnTo>
                    <a:pt x="6188121" y="1572445"/>
                  </a:lnTo>
                  <a:lnTo>
                    <a:pt x="6240563" y="1610417"/>
                  </a:lnTo>
                  <a:lnTo>
                    <a:pt x="6293192" y="1648811"/>
                  </a:lnTo>
                  <a:lnTo>
                    <a:pt x="6345790" y="1687134"/>
                  </a:lnTo>
                  <a:lnTo>
                    <a:pt x="6398141" y="1724898"/>
                  </a:lnTo>
                  <a:lnTo>
                    <a:pt x="6450059" y="1761644"/>
                  </a:lnTo>
                  <a:lnTo>
                    <a:pt x="6501410" y="1796965"/>
                  </a:lnTo>
                  <a:lnTo>
                    <a:pt x="6552128" y="1830524"/>
                  </a:lnTo>
                  <a:lnTo>
                    <a:pt x="6602238" y="1862063"/>
                  </a:lnTo>
                  <a:lnTo>
                    <a:pt x="6651867" y="1891409"/>
                  </a:lnTo>
                  <a:lnTo>
                    <a:pt x="6701255" y="1918474"/>
                  </a:lnTo>
                  <a:lnTo>
                    <a:pt x="6750774" y="1943244"/>
                  </a:lnTo>
                  <a:lnTo>
                    <a:pt x="6786527" y="1959568"/>
                  </a:lnTo>
                  <a:lnTo>
                    <a:pt x="6836060" y="1979948"/>
                  </a:lnTo>
                  <a:lnTo>
                    <a:pt x="6887299" y="1998258"/>
                  </a:lnTo>
                  <a:lnTo>
                    <a:pt x="6941063" y="2014607"/>
                  </a:lnTo>
                  <a:lnTo>
                    <a:pt x="6998264" y="2029177"/>
                  </a:lnTo>
                  <a:lnTo>
                    <a:pt x="7059831" y="2042173"/>
                  </a:lnTo>
                  <a:lnTo>
                    <a:pt x="7126624" y="2053792"/>
                  </a:lnTo>
                  <a:lnTo>
                    <a:pt x="7199336" y="2064205"/>
                  </a:lnTo>
                  <a:lnTo>
                    <a:pt x="7278349" y="2073550"/>
                  </a:lnTo>
                  <a:lnTo>
                    <a:pt x="7363555" y="2081927"/>
                  </a:lnTo>
                  <a:lnTo>
                    <a:pt x="7454141" y="2089395"/>
                  </a:lnTo>
                  <a:lnTo>
                    <a:pt x="7548377" y="2095977"/>
                  </a:lnTo>
                  <a:lnTo>
                    <a:pt x="7643494" y="2101669"/>
                  </a:lnTo>
                  <a:lnTo>
                    <a:pt x="7735733" y="2106447"/>
                  </a:lnTo>
                  <a:lnTo>
                    <a:pt x="7820703" y="2110298"/>
                  </a:lnTo>
                  <a:lnTo>
                    <a:pt x="7894036" y="2113230"/>
                  </a:lnTo>
                  <a:lnTo>
                    <a:pt x="7952264" y="2115299"/>
                  </a:lnTo>
                  <a:lnTo>
                    <a:pt x="7993642" y="2116615"/>
                  </a:lnTo>
                  <a:lnTo>
                    <a:pt x="8018657" y="2117330"/>
                  </a:lnTo>
                  <a:lnTo>
                    <a:pt x="8030099" y="2117625"/>
                  </a:lnTo>
                  <a:lnTo>
                    <a:pt x="8032819" y="2117689"/>
                  </a:lnTo>
                  <a:lnTo>
                    <a:pt x="8554953" y="2117689"/>
                  </a:lnTo>
                  <a:lnTo>
                    <a:pt x="8554953" y="2112041"/>
                  </a:lnTo>
                  <a:lnTo>
                    <a:pt x="8032819" y="2112041"/>
                  </a:lnTo>
                  <a:lnTo>
                    <a:pt x="8031564" y="2112013"/>
                  </a:lnTo>
                  <a:lnTo>
                    <a:pt x="8023357" y="2111807"/>
                  </a:lnTo>
                  <a:lnTo>
                    <a:pt x="8002833" y="2111239"/>
                  </a:lnTo>
                  <a:lnTo>
                    <a:pt x="7966554" y="2110122"/>
                  </a:lnTo>
                  <a:lnTo>
                    <a:pt x="7913325" y="2108294"/>
                  </a:lnTo>
                  <a:lnTo>
                    <a:pt x="7844251" y="2105631"/>
                  </a:lnTo>
                  <a:lnTo>
                    <a:pt x="7762357" y="2102061"/>
                  </a:lnTo>
                  <a:lnTo>
                    <a:pt x="7671835" y="2097561"/>
                  </a:lnTo>
                  <a:lnTo>
                    <a:pt x="7577153" y="2092143"/>
                  </a:lnTo>
                  <a:lnTo>
                    <a:pt x="7482310" y="2085828"/>
                  </a:lnTo>
                  <a:lnTo>
                    <a:pt x="7390394" y="2078628"/>
                  </a:lnTo>
                  <a:lnTo>
                    <a:pt x="7303440" y="2070530"/>
                  </a:lnTo>
                  <a:lnTo>
                    <a:pt x="7222518" y="2061486"/>
                  </a:lnTo>
                  <a:lnTo>
                    <a:pt x="7147925" y="2051408"/>
                  </a:lnTo>
                  <a:lnTo>
                    <a:pt x="7079407" y="2040170"/>
                  </a:lnTo>
                  <a:lnTo>
                    <a:pt x="7016348" y="2027609"/>
                  </a:lnTo>
                  <a:lnTo>
                    <a:pt x="6957926" y="2013536"/>
                  </a:lnTo>
                  <a:lnTo>
                    <a:pt x="6903223" y="1997745"/>
                  </a:lnTo>
                  <a:lnTo>
                    <a:pt x="6851313" y="1980044"/>
                  </a:lnTo>
                  <a:lnTo>
                    <a:pt x="6801342" y="1960293"/>
                  </a:lnTo>
                  <a:lnTo>
                    <a:pt x="6786527" y="1953921"/>
                  </a:lnTo>
                  <a:lnTo>
                    <a:pt x="6736605" y="1930761"/>
                  </a:lnTo>
                  <a:lnTo>
                    <a:pt x="6687169" y="1905339"/>
                  </a:lnTo>
                  <a:lnTo>
                    <a:pt x="6637744" y="1877619"/>
                  </a:lnTo>
                  <a:lnTo>
                    <a:pt x="6587997" y="1847634"/>
                  </a:lnTo>
                  <a:lnTo>
                    <a:pt x="6537722" y="1815498"/>
                  </a:lnTo>
                  <a:lnTo>
                    <a:pt x="6486821" y="1781406"/>
                  </a:lnTo>
                  <a:lnTo>
                    <a:pt x="6435299" y="1745641"/>
                  </a:lnTo>
                  <a:lnTo>
                    <a:pt x="6383241" y="1708560"/>
                  </a:lnTo>
                  <a:lnTo>
                    <a:pt x="6330799" y="1670588"/>
                  </a:lnTo>
                  <a:lnTo>
                    <a:pt x="6278170" y="1632195"/>
                  </a:lnTo>
                  <a:lnTo>
                    <a:pt x="6225572" y="1593872"/>
                  </a:lnTo>
                  <a:lnTo>
                    <a:pt x="6173221" y="1556108"/>
                  </a:lnTo>
                  <a:lnTo>
                    <a:pt x="6121303" y="1519362"/>
                  </a:lnTo>
                  <a:lnTo>
                    <a:pt x="6069952" y="1484040"/>
                  </a:lnTo>
                  <a:lnTo>
                    <a:pt x="6019234" y="1450482"/>
                  </a:lnTo>
                  <a:lnTo>
                    <a:pt x="5969123" y="1418943"/>
                  </a:lnTo>
                  <a:lnTo>
                    <a:pt x="5919495" y="1389596"/>
                  </a:lnTo>
                  <a:lnTo>
                    <a:pt x="5870107" y="1362531"/>
                  </a:lnTo>
                  <a:lnTo>
                    <a:pt x="5820588" y="1337762"/>
                  </a:lnTo>
                  <a:lnTo>
                    <a:pt x="5784835" y="1321438"/>
                  </a:lnTo>
                  <a:lnTo>
                    <a:pt x="5735302" y="1301057"/>
                  </a:lnTo>
                  <a:lnTo>
                    <a:pt x="5684063" y="1282747"/>
                  </a:lnTo>
                  <a:lnTo>
                    <a:pt x="5630299" y="1266399"/>
                  </a:lnTo>
                  <a:lnTo>
                    <a:pt x="5573098" y="1251829"/>
                  </a:lnTo>
                  <a:lnTo>
                    <a:pt x="5511531" y="1238833"/>
                  </a:lnTo>
                  <a:lnTo>
                    <a:pt x="5444738" y="1227214"/>
                  </a:lnTo>
                  <a:lnTo>
                    <a:pt x="5372026" y="1216801"/>
                  </a:lnTo>
                  <a:lnTo>
                    <a:pt x="5293013" y="1207455"/>
                  </a:lnTo>
                  <a:lnTo>
                    <a:pt x="5207807" y="1199079"/>
                  </a:lnTo>
                  <a:lnTo>
                    <a:pt x="5117221" y="1191611"/>
                  </a:lnTo>
                  <a:lnTo>
                    <a:pt x="5022985" y="1185028"/>
                  </a:lnTo>
                  <a:lnTo>
                    <a:pt x="4927868" y="1179337"/>
                  </a:lnTo>
                  <a:lnTo>
                    <a:pt x="4835629" y="1174558"/>
                  </a:lnTo>
                  <a:lnTo>
                    <a:pt x="4750659" y="1170708"/>
                  </a:lnTo>
                  <a:lnTo>
                    <a:pt x="4677326" y="1167776"/>
                  </a:lnTo>
                  <a:lnTo>
                    <a:pt x="4619098" y="1165706"/>
                  </a:lnTo>
                  <a:lnTo>
                    <a:pt x="4577720" y="1164391"/>
                  </a:lnTo>
                  <a:lnTo>
                    <a:pt x="4552705" y="1163676"/>
                  </a:lnTo>
                  <a:lnTo>
                    <a:pt x="4541263" y="1163381"/>
                  </a:lnTo>
                  <a:lnTo>
                    <a:pt x="4538543" y="1163317"/>
                  </a:lnTo>
                  <a:lnTo>
                    <a:pt x="4016409" y="1163317"/>
                  </a:lnTo>
                  <a:lnTo>
                    <a:pt x="4015162" y="1163282"/>
                  </a:lnTo>
                  <a:lnTo>
                    <a:pt x="4007002" y="1163031"/>
                  </a:lnTo>
                  <a:lnTo>
                    <a:pt x="3986590" y="1162338"/>
                  </a:lnTo>
                  <a:lnTo>
                    <a:pt x="3950499" y="1160978"/>
                  </a:lnTo>
                  <a:lnTo>
                    <a:pt x="3897525" y="1158749"/>
                  </a:lnTo>
                  <a:lnTo>
                    <a:pt x="3828746" y="1155501"/>
                  </a:lnTo>
                  <a:lnTo>
                    <a:pt x="3747154" y="1151147"/>
                  </a:lnTo>
                  <a:lnTo>
                    <a:pt x="3656906" y="1145658"/>
                  </a:lnTo>
                  <a:lnTo>
                    <a:pt x="3562446" y="1139046"/>
                  </a:lnTo>
                  <a:lnTo>
                    <a:pt x="3467762" y="1131338"/>
                  </a:lnTo>
                  <a:lnTo>
                    <a:pt x="3375943" y="1122550"/>
                  </a:lnTo>
                  <a:lnTo>
                    <a:pt x="3289033" y="1112665"/>
                  </a:lnTo>
                  <a:lnTo>
                    <a:pt x="3208116" y="1101627"/>
                  </a:lnTo>
                  <a:lnTo>
                    <a:pt x="3133504" y="1089330"/>
                  </a:lnTo>
                  <a:lnTo>
                    <a:pt x="3064954" y="1075621"/>
                  </a:lnTo>
                  <a:lnTo>
                    <a:pt x="3001865" y="1060303"/>
                  </a:lnTo>
                  <a:lnTo>
                    <a:pt x="2943421" y="1043145"/>
                  </a:lnTo>
                  <a:lnTo>
                    <a:pt x="2888713" y="1023898"/>
                  </a:lnTo>
                  <a:lnTo>
                    <a:pt x="2836821" y="1002325"/>
                  </a:lnTo>
                  <a:lnTo>
                    <a:pt x="2786888" y="978254"/>
                  </a:lnTo>
                  <a:lnTo>
                    <a:pt x="2770117" y="969431"/>
                  </a:lnTo>
                  <a:lnTo>
                    <a:pt x="2721830" y="942013"/>
                  </a:lnTo>
                  <a:lnTo>
                    <a:pt x="2674015" y="912003"/>
                  </a:lnTo>
                  <a:lnTo>
                    <a:pt x="2626234" y="879358"/>
                  </a:lnTo>
                  <a:lnTo>
                    <a:pt x="2578176" y="844108"/>
                  </a:lnTo>
                  <a:lnTo>
                    <a:pt x="2529643" y="806367"/>
                  </a:lnTo>
                  <a:lnTo>
                    <a:pt x="2480533" y="766341"/>
                  </a:lnTo>
                  <a:lnTo>
                    <a:pt x="2430834" y="724323"/>
                  </a:lnTo>
                  <a:lnTo>
                    <a:pt x="2380608" y="680695"/>
                  </a:lnTo>
                  <a:lnTo>
                    <a:pt x="2329981" y="635909"/>
                  </a:lnTo>
                  <a:lnTo>
                    <a:pt x="2279121" y="590477"/>
                  </a:lnTo>
                  <a:lnTo>
                    <a:pt x="2228223" y="544938"/>
                  </a:lnTo>
                  <a:lnTo>
                    <a:pt x="2177484" y="499840"/>
                  </a:lnTo>
                  <a:lnTo>
                    <a:pt x="2127085" y="455706"/>
                  </a:lnTo>
                  <a:lnTo>
                    <a:pt x="2077171" y="413016"/>
                  </a:lnTo>
                  <a:lnTo>
                    <a:pt x="2027830" y="372179"/>
                  </a:lnTo>
                  <a:lnTo>
                    <a:pt x="1979081" y="333525"/>
                  </a:lnTo>
                  <a:lnTo>
                    <a:pt x="1930857" y="297293"/>
                  </a:lnTo>
                  <a:lnTo>
                    <a:pt x="1882999" y="263632"/>
                  </a:lnTo>
                  <a:lnTo>
                    <a:pt x="1835242" y="232604"/>
                  </a:lnTo>
                  <a:lnTo>
                    <a:pt x="1787198" y="204193"/>
                  </a:lnTo>
                  <a:lnTo>
                    <a:pt x="1768425" y="193886"/>
                  </a:lnTo>
                  <a:lnTo>
                    <a:pt x="1718992" y="168943"/>
                  </a:lnTo>
                  <a:lnTo>
                    <a:pt x="1667860" y="146528"/>
                  </a:lnTo>
                  <a:lnTo>
                    <a:pt x="1614218" y="126510"/>
                  </a:lnTo>
                  <a:lnTo>
                    <a:pt x="1557158" y="108666"/>
                  </a:lnTo>
                  <a:lnTo>
                    <a:pt x="1495756" y="92746"/>
                  </a:lnTo>
                  <a:lnTo>
                    <a:pt x="1429157" y="78510"/>
                  </a:lnTo>
                  <a:lnTo>
                    <a:pt x="1356669" y="65749"/>
                  </a:lnTo>
                  <a:lnTo>
                    <a:pt x="1277907" y="54294"/>
                  </a:lnTo>
                  <a:lnTo>
                    <a:pt x="1192970" y="44024"/>
                  </a:lnTo>
                  <a:lnTo>
                    <a:pt x="1102652" y="34864"/>
                  </a:lnTo>
                  <a:lnTo>
                    <a:pt x="1008653" y="26786"/>
                  </a:lnTo>
                  <a:lnTo>
                    <a:pt x="913707" y="19797"/>
                  </a:lnTo>
                  <a:lnTo>
                    <a:pt x="821527" y="13920"/>
                  </a:lnTo>
                  <a:lnTo>
                    <a:pt x="736472" y="9178"/>
                  </a:lnTo>
                  <a:lnTo>
                    <a:pt x="662894" y="5558"/>
                  </a:lnTo>
                  <a:lnTo>
                    <a:pt x="604281" y="2995"/>
                  </a:lnTo>
                  <a:lnTo>
                    <a:pt x="562430" y="1357"/>
                  </a:lnTo>
                  <a:lnTo>
                    <a:pt x="536932" y="461"/>
                  </a:lnTo>
                  <a:lnTo>
                    <a:pt x="525090" y="85"/>
                  </a:lnTo>
                  <a:lnTo>
                    <a:pt x="5221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147" name="pl147"/>
            <p:cNvSpPr/>
            <p:nvPr/>
          </p:nvSpPr>
          <p:spPr>
            <a:xfrm>
              <a:off x="386606" y="1609083"/>
              <a:ext cx="8554953" cy="2112041"/>
            </a:xfrm>
            <a:custGeom>
              <a:avLst/>
              <a:pathLst>
                <a:path w="8554953" h="2112041">
                  <a:moveTo>
                    <a:pt x="0" y="0"/>
                  </a:moveTo>
                  <a:lnTo>
                    <a:pt x="522133" y="0"/>
                  </a:lnTo>
                  <a:lnTo>
                    <a:pt x="523381" y="35"/>
                  </a:lnTo>
                  <a:lnTo>
                    <a:pt x="531541" y="285"/>
                  </a:lnTo>
                  <a:lnTo>
                    <a:pt x="551953" y="978"/>
                  </a:lnTo>
                  <a:lnTo>
                    <a:pt x="588043" y="2338"/>
                  </a:lnTo>
                  <a:lnTo>
                    <a:pt x="641017" y="4567"/>
                  </a:lnTo>
                  <a:lnTo>
                    <a:pt x="709796" y="7815"/>
                  </a:lnTo>
                  <a:lnTo>
                    <a:pt x="791388" y="12169"/>
                  </a:lnTo>
                  <a:lnTo>
                    <a:pt x="881636" y="17659"/>
                  </a:lnTo>
                  <a:lnTo>
                    <a:pt x="976096" y="24271"/>
                  </a:lnTo>
                  <a:lnTo>
                    <a:pt x="1070780" y="31978"/>
                  </a:lnTo>
                  <a:lnTo>
                    <a:pt x="1162600" y="40767"/>
                  </a:lnTo>
                  <a:lnTo>
                    <a:pt x="1249509" y="50651"/>
                  </a:lnTo>
                  <a:lnTo>
                    <a:pt x="1330427" y="61689"/>
                  </a:lnTo>
                  <a:lnTo>
                    <a:pt x="1405039" y="73986"/>
                  </a:lnTo>
                  <a:lnTo>
                    <a:pt x="1473588" y="87695"/>
                  </a:lnTo>
                  <a:lnTo>
                    <a:pt x="1536678" y="103013"/>
                  </a:lnTo>
                  <a:lnTo>
                    <a:pt x="1595121" y="120171"/>
                  </a:lnTo>
                  <a:lnTo>
                    <a:pt x="1649829" y="139418"/>
                  </a:lnTo>
                  <a:lnTo>
                    <a:pt x="1701722" y="160991"/>
                  </a:lnTo>
                  <a:lnTo>
                    <a:pt x="1751654" y="185063"/>
                  </a:lnTo>
                  <a:lnTo>
                    <a:pt x="1768425" y="193886"/>
                  </a:lnTo>
                  <a:lnTo>
                    <a:pt x="1816712" y="221304"/>
                  </a:lnTo>
                  <a:lnTo>
                    <a:pt x="1864527" y="251313"/>
                  </a:lnTo>
                  <a:lnTo>
                    <a:pt x="1912309" y="283958"/>
                  </a:lnTo>
                  <a:lnTo>
                    <a:pt x="1960366" y="319208"/>
                  </a:lnTo>
                  <a:lnTo>
                    <a:pt x="2008900" y="356949"/>
                  </a:lnTo>
                  <a:lnTo>
                    <a:pt x="2058009" y="396975"/>
                  </a:lnTo>
                  <a:lnTo>
                    <a:pt x="2107709" y="438993"/>
                  </a:lnTo>
                  <a:lnTo>
                    <a:pt x="2157934" y="482622"/>
                  </a:lnTo>
                  <a:lnTo>
                    <a:pt x="2208561" y="527407"/>
                  </a:lnTo>
                  <a:lnTo>
                    <a:pt x="2259421" y="572839"/>
                  </a:lnTo>
                  <a:lnTo>
                    <a:pt x="2310320" y="618378"/>
                  </a:lnTo>
                  <a:lnTo>
                    <a:pt x="2361059" y="663477"/>
                  </a:lnTo>
                  <a:lnTo>
                    <a:pt x="2411457" y="707610"/>
                  </a:lnTo>
                  <a:lnTo>
                    <a:pt x="2461371" y="750300"/>
                  </a:lnTo>
                  <a:lnTo>
                    <a:pt x="2510712" y="791137"/>
                  </a:lnTo>
                  <a:lnTo>
                    <a:pt x="2559461" y="829791"/>
                  </a:lnTo>
                  <a:lnTo>
                    <a:pt x="2607685" y="866024"/>
                  </a:lnTo>
                  <a:lnTo>
                    <a:pt x="2655543" y="899685"/>
                  </a:lnTo>
                  <a:lnTo>
                    <a:pt x="2703300" y="930713"/>
                  </a:lnTo>
                  <a:lnTo>
                    <a:pt x="2751344" y="959124"/>
                  </a:lnTo>
                  <a:lnTo>
                    <a:pt x="2770117" y="969431"/>
                  </a:lnTo>
                  <a:lnTo>
                    <a:pt x="2819550" y="994374"/>
                  </a:lnTo>
                  <a:lnTo>
                    <a:pt x="2870682" y="1016788"/>
                  </a:lnTo>
                  <a:lnTo>
                    <a:pt x="2924324" y="1036806"/>
                  </a:lnTo>
                  <a:lnTo>
                    <a:pt x="2981385" y="1054650"/>
                  </a:lnTo>
                  <a:lnTo>
                    <a:pt x="3042786" y="1070570"/>
                  </a:lnTo>
                  <a:lnTo>
                    <a:pt x="3109385" y="1084806"/>
                  </a:lnTo>
                  <a:lnTo>
                    <a:pt x="3181873" y="1097567"/>
                  </a:lnTo>
                  <a:lnTo>
                    <a:pt x="3260635" y="1109022"/>
                  </a:lnTo>
                  <a:lnTo>
                    <a:pt x="3345573" y="1119292"/>
                  </a:lnTo>
                  <a:lnTo>
                    <a:pt x="3435890" y="1128452"/>
                  </a:lnTo>
                  <a:lnTo>
                    <a:pt x="3529889" y="1136530"/>
                  </a:lnTo>
                  <a:lnTo>
                    <a:pt x="3624836" y="1143520"/>
                  </a:lnTo>
                  <a:lnTo>
                    <a:pt x="3717016" y="1149396"/>
                  </a:lnTo>
                  <a:lnTo>
                    <a:pt x="3802070" y="1154138"/>
                  </a:lnTo>
                  <a:lnTo>
                    <a:pt x="3875648" y="1157758"/>
                  </a:lnTo>
                  <a:lnTo>
                    <a:pt x="3934261" y="1160322"/>
                  </a:lnTo>
                  <a:lnTo>
                    <a:pt x="3976112" y="1161959"/>
                  </a:lnTo>
                  <a:lnTo>
                    <a:pt x="4001611" y="1162855"/>
                  </a:lnTo>
                  <a:lnTo>
                    <a:pt x="4013452" y="1163231"/>
                  </a:lnTo>
                  <a:lnTo>
                    <a:pt x="4016357" y="1163315"/>
                  </a:lnTo>
                  <a:lnTo>
                    <a:pt x="4016409" y="1163317"/>
                  </a:lnTo>
                  <a:lnTo>
                    <a:pt x="4538543" y="1163317"/>
                  </a:lnTo>
                  <a:lnTo>
                    <a:pt x="4539798" y="1163346"/>
                  </a:lnTo>
                  <a:lnTo>
                    <a:pt x="4548004" y="1163551"/>
                  </a:lnTo>
                  <a:lnTo>
                    <a:pt x="4568529" y="1164119"/>
                  </a:lnTo>
                  <a:lnTo>
                    <a:pt x="4604808" y="1165236"/>
                  </a:lnTo>
                  <a:lnTo>
                    <a:pt x="4658037" y="1167064"/>
                  </a:lnTo>
                  <a:lnTo>
                    <a:pt x="4727111" y="1169728"/>
                  </a:lnTo>
                  <a:lnTo>
                    <a:pt x="4809005" y="1173298"/>
                  </a:lnTo>
                  <a:lnTo>
                    <a:pt x="4899527" y="1177797"/>
                  </a:lnTo>
                  <a:lnTo>
                    <a:pt x="4994209" y="1183215"/>
                  </a:lnTo>
                  <a:lnTo>
                    <a:pt x="5089052" y="1189530"/>
                  </a:lnTo>
                  <a:lnTo>
                    <a:pt x="5180968" y="1196730"/>
                  </a:lnTo>
                  <a:lnTo>
                    <a:pt x="5267922" y="1204828"/>
                  </a:lnTo>
                  <a:lnTo>
                    <a:pt x="5348844" y="1213872"/>
                  </a:lnTo>
                  <a:lnTo>
                    <a:pt x="5423437" y="1223950"/>
                  </a:lnTo>
                  <a:lnTo>
                    <a:pt x="5491955" y="1235188"/>
                  </a:lnTo>
                  <a:lnTo>
                    <a:pt x="5555014" y="1247749"/>
                  </a:lnTo>
                  <a:lnTo>
                    <a:pt x="5613436" y="1261822"/>
                  </a:lnTo>
                  <a:lnTo>
                    <a:pt x="5668139" y="1277613"/>
                  </a:lnTo>
                  <a:lnTo>
                    <a:pt x="5720048" y="1295315"/>
                  </a:lnTo>
                  <a:lnTo>
                    <a:pt x="5770020" y="1315066"/>
                  </a:lnTo>
                  <a:lnTo>
                    <a:pt x="5784835" y="1321438"/>
                  </a:lnTo>
                  <a:lnTo>
                    <a:pt x="5834757" y="1344597"/>
                  </a:lnTo>
                  <a:lnTo>
                    <a:pt x="5884193" y="1370019"/>
                  </a:lnTo>
                  <a:lnTo>
                    <a:pt x="5933618" y="1397739"/>
                  </a:lnTo>
                  <a:lnTo>
                    <a:pt x="5983364" y="1427724"/>
                  </a:lnTo>
                  <a:lnTo>
                    <a:pt x="6033640" y="1459860"/>
                  </a:lnTo>
                  <a:lnTo>
                    <a:pt x="6084541" y="1493952"/>
                  </a:lnTo>
                  <a:lnTo>
                    <a:pt x="6136063" y="1529717"/>
                  </a:lnTo>
                  <a:lnTo>
                    <a:pt x="6188121" y="1566798"/>
                  </a:lnTo>
                  <a:lnTo>
                    <a:pt x="6240563" y="1604770"/>
                  </a:lnTo>
                  <a:lnTo>
                    <a:pt x="6293192" y="1643164"/>
                  </a:lnTo>
                  <a:lnTo>
                    <a:pt x="6345790" y="1681487"/>
                  </a:lnTo>
                  <a:lnTo>
                    <a:pt x="6398141" y="1719251"/>
                  </a:lnTo>
                  <a:lnTo>
                    <a:pt x="6450059" y="1755997"/>
                  </a:lnTo>
                  <a:lnTo>
                    <a:pt x="6501410" y="1791318"/>
                  </a:lnTo>
                  <a:lnTo>
                    <a:pt x="6552128" y="1824877"/>
                  </a:lnTo>
                  <a:lnTo>
                    <a:pt x="6602238" y="1856416"/>
                  </a:lnTo>
                  <a:lnTo>
                    <a:pt x="6651867" y="1885762"/>
                  </a:lnTo>
                  <a:lnTo>
                    <a:pt x="6701255" y="1912827"/>
                  </a:lnTo>
                  <a:lnTo>
                    <a:pt x="6750774" y="1937596"/>
                  </a:lnTo>
                  <a:lnTo>
                    <a:pt x="6786527" y="1953921"/>
                  </a:lnTo>
                  <a:lnTo>
                    <a:pt x="6836060" y="1974301"/>
                  </a:lnTo>
                  <a:lnTo>
                    <a:pt x="6887299" y="1992611"/>
                  </a:lnTo>
                  <a:lnTo>
                    <a:pt x="6941063" y="2008959"/>
                  </a:lnTo>
                  <a:lnTo>
                    <a:pt x="6998264" y="2023529"/>
                  </a:lnTo>
                  <a:lnTo>
                    <a:pt x="7059831" y="2036526"/>
                  </a:lnTo>
                  <a:lnTo>
                    <a:pt x="7126624" y="2048144"/>
                  </a:lnTo>
                  <a:lnTo>
                    <a:pt x="7199336" y="2058558"/>
                  </a:lnTo>
                  <a:lnTo>
                    <a:pt x="7278349" y="2067903"/>
                  </a:lnTo>
                  <a:lnTo>
                    <a:pt x="7363555" y="2076279"/>
                  </a:lnTo>
                  <a:lnTo>
                    <a:pt x="7454141" y="2083748"/>
                  </a:lnTo>
                  <a:lnTo>
                    <a:pt x="7548377" y="2090330"/>
                  </a:lnTo>
                  <a:lnTo>
                    <a:pt x="7643494" y="2096021"/>
                  </a:lnTo>
                  <a:lnTo>
                    <a:pt x="7735733" y="2100800"/>
                  </a:lnTo>
                  <a:lnTo>
                    <a:pt x="7820703" y="2104650"/>
                  </a:lnTo>
                  <a:lnTo>
                    <a:pt x="7894036" y="2107582"/>
                  </a:lnTo>
                  <a:lnTo>
                    <a:pt x="7952264" y="2109652"/>
                  </a:lnTo>
                  <a:lnTo>
                    <a:pt x="7993642" y="2110968"/>
                  </a:lnTo>
                  <a:lnTo>
                    <a:pt x="8018657" y="2111682"/>
                  </a:lnTo>
                  <a:lnTo>
                    <a:pt x="8030099" y="2111978"/>
                  </a:lnTo>
                  <a:lnTo>
                    <a:pt x="8032783" y="2112041"/>
                  </a:lnTo>
                  <a:lnTo>
                    <a:pt x="8032819" y="2112041"/>
                  </a:lnTo>
                  <a:lnTo>
                    <a:pt x="8554953" y="2112041"/>
                  </a:lnTo>
                  <a:lnTo>
                    <a:pt x="8554953" y="2112041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48" name="pl148"/>
            <p:cNvSpPr/>
            <p:nvPr/>
          </p:nvSpPr>
          <p:spPr>
            <a:xfrm>
              <a:off x="386606" y="1603435"/>
              <a:ext cx="8554953" cy="2112041"/>
            </a:xfrm>
            <a:custGeom>
              <a:avLst/>
              <a:pathLst>
                <a:path w="8554953" h="2112041">
                  <a:moveTo>
                    <a:pt x="8554953" y="2112041"/>
                  </a:moveTo>
                  <a:lnTo>
                    <a:pt x="8032819" y="2112041"/>
                  </a:lnTo>
                  <a:lnTo>
                    <a:pt x="8031564" y="2112013"/>
                  </a:lnTo>
                  <a:lnTo>
                    <a:pt x="8023357" y="2111807"/>
                  </a:lnTo>
                  <a:lnTo>
                    <a:pt x="8002833" y="2111239"/>
                  </a:lnTo>
                  <a:lnTo>
                    <a:pt x="7966554" y="2110122"/>
                  </a:lnTo>
                  <a:lnTo>
                    <a:pt x="7913325" y="2108294"/>
                  </a:lnTo>
                  <a:lnTo>
                    <a:pt x="7844251" y="2105631"/>
                  </a:lnTo>
                  <a:lnTo>
                    <a:pt x="7762357" y="2102061"/>
                  </a:lnTo>
                  <a:lnTo>
                    <a:pt x="7671835" y="2097561"/>
                  </a:lnTo>
                  <a:lnTo>
                    <a:pt x="7577153" y="2092143"/>
                  </a:lnTo>
                  <a:lnTo>
                    <a:pt x="7482310" y="2085828"/>
                  </a:lnTo>
                  <a:lnTo>
                    <a:pt x="7390394" y="2078628"/>
                  </a:lnTo>
                  <a:lnTo>
                    <a:pt x="7303440" y="2070530"/>
                  </a:lnTo>
                  <a:lnTo>
                    <a:pt x="7222518" y="2061486"/>
                  </a:lnTo>
                  <a:lnTo>
                    <a:pt x="7147925" y="2051408"/>
                  </a:lnTo>
                  <a:lnTo>
                    <a:pt x="7079407" y="2040170"/>
                  </a:lnTo>
                  <a:lnTo>
                    <a:pt x="7016348" y="2027609"/>
                  </a:lnTo>
                  <a:lnTo>
                    <a:pt x="6957926" y="2013536"/>
                  </a:lnTo>
                  <a:lnTo>
                    <a:pt x="6903223" y="1997745"/>
                  </a:lnTo>
                  <a:lnTo>
                    <a:pt x="6851313" y="1980044"/>
                  </a:lnTo>
                  <a:lnTo>
                    <a:pt x="6801342" y="1960293"/>
                  </a:lnTo>
                  <a:lnTo>
                    <a:pt x="6786527" y="1953921"/>
                  </a:lnTo>
                  <a:lnTo>
                    <a:pt x="6736605" y="1930761"/>
                  </a:lnTo>
                  <a:lnTo>
                    <a:pt x="6687169" y="1905339"/>
                  </a:lnTo>
                  <a:lnTo>
                    <a:pt x="6637744" y="1877619"/>
                  </a:lnTo>
                  <a:lnTo>
                    <a:pt x="6587997" y="1847634"/>
                  </a:lnTo>
                  <a:lnTo>
                    <a:pt x="6537722" y="1815498"/>
                  </a:lnTo>
                  <a:lnTo>
                    <a:pt x="6486821" y="1781406"/>
                  </a:lnTo>
                  <a:lnTo>
                    <a:pt x="6435299" y="1745641"/>
                  </a:lnTo>
                  <a:lnTo>
                    <a:pt x="6383241" y="1708560"/>
                  </a:lnTo>
                  <a:lnTo>
                    <a:pt x="6330799" y="1670588"/>
                  </a:lnTo>
                  <a:lnTo>
                    <a:pt x="6278170" y="1632195"/>
                  </a:lnTo>
                  <a:lnTo>
                    <a:pt x="6225572" y="1593872"/>
                  </a:lnTo>
                  <a:lnTo>
                    <a:pt x="6173221" y="1556108"/>
                  </a:lnTo>
                  <a:lnTo>
                    <a:pt x="6121303" y="1519362"/>
                  </a:lnTo>
                  <a:lnTo>
                    <a:pt x="6069952" y="1484040"/>
                  </a:lnTo>
                  <a:lnTo>
                    <a:pt x="6019234" y="1450482"/>
                  </a:lnTo>
                  <a:lnTo>
                    <a:pt x="5969123" y="1418943"/>
                  </a:lnTo>
                  <a:lnTo>
                    <a:pt x="5919495" y="1389596"/>
                  </a:lnTo>
                  <a:lnTo>
                    <a:pt x="5870107" y="1362531"/>
                  </a:lnTo>
                  <a:lnTo>
                    <a:pt x="5820588" y="1337762"/>
                  </a:lnTo>
                  <a:lnTo>
                    <a:pt x="5784835" y="1321438"/>
                  </a:lnTo>
                  <a:lnTo>
                    <a:pt x="5735302" y="1301057"/>
                  </a:lnTo>
                  <a:lnTo>
                    <a:pt x="5684063" y="1282747"/>
                  </a:lnTo>
                  <a:lnTo>
                    <a:pt x="5630299" y="1266399"/>
                  </a:lnTo>
                  <a:lnTo>
                    <a:pt x="5573098" y="1251829"/>
                  </a:lnTo>
                  <a:lnTo>
                    <a:pt x="5511531" y="1238833"/>
                  </a:lnTo>
                  <a:lnTo>
                    <a:pt x="5444738" y="1227214"/>
                  </a:lnTo>
                  <a:lnTo>
                    <a:pt x="5372026" y="1216801"/>
                  </a:lnTo>
                  <a:lnTo>
                    <a:pt x="5293013" y="1207455"/>
                  </a:lnTo>
                  <a:lnTo>
                    <a:pt x="5207807" y="1199079"/>
                  </a:lnTo>
                  <a:lnTo>
                    <a:pt x="5117221" y="1191611"/>
                  </a:lnTo>
                  <a:lnTo>
                    <a:pt x="5022985" y="1185028"/>
                  </a:lnTo>
                  <a:lnTo>
                    <a:pt x="4927868" y="1179337"/>
                  </a:lnTo>
                  <a:lnTo>
                    <a:pt x="4835629" y="1174558"/>
                  </a:lnTo>
                  <a:lnTo>
                    <a:pt x="4750659" y="1170708"/>
                  </a:lnTo>
                  <a:lnTo>
                    <a:pt x="4677326" y="1167776"/>
                  </a:lnTo>
                  <a:lnTo>
                    <a:pt x="4619098" y="1165706"/>
                  </a:lnTo>
                  <a:lnTo>
                    <a:pt x="4577720" y="1164391"/>
                  </a:lnTo>
                  <a:lnTo>
                    <a:pt x="4552705" y="1163676"/>
                  </a:lnTo>
                  <a:lnTo>
                    <a:pt x="4541263" y="1163381"/>
                  </a:lnTo>
                  <a:lnTo>
                    <a:pt x="4538579" y="1163318"/>
                  </a:lnTo>
                  <a:lnTo>
                    <a:pt x="4538543" y="1163317"/>
                  </a:lnTo>
                  <a:lnTo>
                    <a:pt x="4016409" y="1163317"/>
                  </a:lnTo>
                  <a:lnTo>
                    <a:pt x="4015162" y="1163282"/>
                  </a:lnTo>
                  <a:lnTo>
                    <a:pt x="4007002" y="1163031"/>
                  </a:lnTo>
                  <a:lnTo>
                    <a:pt x="3986590" y="1162338"/>
                  </a:lnTo>
                  <a:lnTo>
                    <a:pt x="3950499" y="1160978"/>
                  </a:lnTo>
                  <a:lnTo>
                    <a:pt x="3897525" y="1158749"/>
                  </a:lnTo>
                  <a:lnTo>
                    <a:pt x="3828746" y="1155501"/>
                  </a:lnTo>
                  <a:lnTo>
                    <a:pt x="3747154" y="1151147"/>
                  </a:lnTo>
                  <a:lnTo>
                    <a:pt x="3656906" y="1145658"/>
                  </a:lnTo>
                  <a:lnTo>
                    <a:pt x="3562446" y="1139046"/>
                  </a:lnTo>
                  <a:lnTo>
                    <a:pt x="3467762" y="1131338"/>
                  </a:lnTo>
                  <a:lnTo>
                    <a:pt x="3375943" y="1122550"/>
                  </a:lnTo>
                  <a:lnTo>
                    <a:pt x="3289033" y="1112665"/>
                  </a:lnTo>
                  <a:lnTo>
                    <a:pt x="3208116" y="1101627"/>
                  </a:lnTo>
                  <a:lnTo>
                    <a:pt x="3133504" y="1089330"/>
                  </a:lnTo>
                  <a:lnTo>
                    <a:pt x="3064954" y="1075621"/>
                  </a:lnTo>
                  <a:lnTo>
                    <a:pt x="3001865" y="1060303"/>
                  </a:lnTo>
                  <a:lnTo>
                    <a:pt x="2943421" y="1043145"/>
                  </a:lnTo>
                  <a:lnTo>
                    <a:pt x="2888713" y="1023898"/>
                  </a:lnTo>
                  <a:lnTo>
                    <a:pt x="2836821" y="1002325"/>
                  </a:lnTo>
                  <a:lnTo>
                    <a:pt x="2786888" y="978254"/>
                  </a:lnTo>
                  <a:lnTo>
                    <a:pt x="2770117" y="969431"/>
                  </a:lnTo>
                  <a:lnTo>
                    <a:pt x="2721830" y="942013"/>
                  </a:lnTo>
                  <a:lnTo>
                    <a:pt x="2674015" y="912003"/>
                  </a:lnTo>
                  <a:lnTo>
                    <a:pt x="2626234" y="879358"/>
                  </a:lnTo>
                  <a:lnTo>
                    <a:pt x="2578176" y="844108"/>
                  </a:lnTo>
                  <a:lnTo>
                    <a:pt x="2529643" y="806367"/>
                  </a:lnTo>
                  <a:lnTo>
                    <a:pt x="2480533" y="766341"/>
                  </a:lnTo>
                  <a:lnTo>
                    <a:pt x="2430834" y="724323"/>
                  </a:lnTo>
                  <a:lnTo>
                    <a:pt x="2380608" y="680695"/>
                  </a:lnTo>
                  <a:lnTo>
                    <a:pt x="2329981" y="635909"/>
                  </a:lnTo>
                  <a:lnTo>
                    <a:pt x="2279121" y="590477"/>
                  </a:lnTo>
                  <a:lnTo>
                    <a:pt x="2228223" y="544938"/>
                  </a:lnTo>
                  <a:lnTo>
                    <a:pt x="2177484" y="499840"/>
                  </a:lnTo>
                  <a:lnTo>
                    <a:pt x="2127085" y="455706"/>
                  </a:lnTo>
                  <a:lnTo>
                    <a:pt x="2077171" y="413016"/>
                  </a:lnTo>
                  <a:lnTo>
                    <a:pt x="2027830" y="372179"/>
                  </a:lnTo>
                  <a:lnTo>
                    <a:pt x="1979081" y="333525"/>
                  </a:lnTo>
                  <a:lnTo>
                    <a:pt x="1930857" y="297293"/>
                  </a:lnTo>
                  <a:lnTo>
                    <a:pt x="1882999" y="263632"/>
                  </a:lnTo>
                  <a:lnTo>
                    <a:pt x="1835242" y="232604"/>
                  </a:lnTo>
                  <a:lnTo>
                    <a:pt x="1787198" y="204193"/>
                  </a:lnTo>
                  <a:lnTo>
                    <a:pt x="1768425" y="193886"/>
                  </a:lnTo>
                  <a:lnTo>
                    <a:pt x="1718992" y="168943"/>
                  </a:lnTo>
                  <a:lnTo>
                    <a:pt x="1667860" y="146528"/>
                  </a:lnTo>
                  <a:lnTo>
                    <a:pt x="1614218" y="126510"/>
                  </a:lnTo>
                  <a:lnTo>
                    <a:pt x="1557158" y="108666"/>
                  </a:lnTo>
                  <a:lnTo>
                    <a:pt x="1495756" y="92746"/>
                  </a:lnTo>
                  <a:lnTo>
                    <a:pt x="1429157" y="78510"/>
                  </a:lnTo>
                  <a:lnTo>
                    <a:pt x="1356669" y="65749"/>
                  </a:lnTo>
                  <a:lnTo>
                    <a:pt x="1277907" y="54294"/>
                  </a:lnTo>
                  <a:lnTo>
                    <a:pt x="1192970" y="44024"/>
                  </a:lnTo>
                  <a:lnTo>
                    <a:pt x="1102652" y="34864"/>
                  </a:lnTo>
                  <a:lnTo>
                    <a:pt x="1008653" y="26786"/>
                  </a:lnTo>
                  <a:lnTo>
                    <a:pt x="913707" y="19797"/>
                  </a:lnTo>
                  <a:lnTo>
                    <a:pt x="821527" y="13920"/>
                  </a:lnTo>
                  <a:lnTo>
                    <a:pt x="736472" y="9178"/>
                  </a:lnTo>
                  <a:lnTo>
                    <a:pt x="662894" y="5558"/>
                  </a:lnTo>
                  <a:lnTo>
                    <a:pt x="604281" y="2995"/>
                  </a:lnTo>
                  <a:lnTo>
                    <a:pt x="562430" y="1357"/>
                  </a:lnTo>
                  <a:lnTo>
                    <a:pt x="536932" y="461"/>
                  </a:lnTo>
                  <a:lnTo>
                    <a:pt x="525090" y="85"/>
                  </a:lnTo>
                  <a:lnTo>
                    <a:pt x="522185" y="1"/>
                  </a:lnTo>
                  <a:lnTo>
                    <a:pt x="522133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49" name="pg149"/>
            <p:cNvSpPr/>
            <p:nvPr/>
          </p:nvSpPr>
          <p:spPr>
            <a:xfrm>
              <a:off x="386606" y="1609083"/>
              <a:ext cx="8554953" cy="3907842"/>
            </a:xfrm>
            <a:custGeom>
              <a:avLst/>
              <a:pathLst>
                <a:path w="8554953" h="3907842">
                  <a:moveTo>
                    <a:pt x="0" y="5647"/>
                  </a:moveTo>
                  <a:lnTo>
                    <a:pt x="522133" y="5647"/>
                  </a:lnTo>
                  <a:lnTo>
                    <a:pt x="523380" y="5682"/>
                  </a:lnTo>
                  <a:lnTo>
                    <a:pt x="531534" y="5938"/>
                  </a:lnTo>
                  <a:lnTo>
                    <a:pt x="551933" y="6643"/>
                  </a:lnTo>
                  <a:lnTo>
                    <a:pt x="588002" y="8029"/>
                  </a:lnTo>
                  <a:lnTo>
                    <a:pt x="640946" y="10300"/>
                  </a:lnTo>
                  <a:lnTo>
                    <a:pt x="709691" y="13609"/>
                  </a:lnTo>
                  <a:lnTo>
                    <a:pt x="791247" y="18045"/>
                  </a:lnTo>
                  <a:lnTo>
                    <a:pt x="881464" y="23637"/>
                  </a:lnTo>
                  <a:lnTo>
                    <a:pt x="975898" y="30374"/>
                  </a:lnTo>
                  <a:lnTo>
                    <a:pt x="1070563" y="38227"/>
                  </a:lnTo>
                  <a:lnTo>
                    <a:pt x="1162371" y="47181"/>
                  </a:lnTo>
                  <a:lnTo>
                    <a:pt x="1249276" y="57252"/>
                  </a:lnTo>
                  <a:lnTo>
                    <a:pt x="1330192" y="68498"/>
                  </a:lnTo>
                  <a:lnTo>
                    <a:pt x="1404807" y="81027"/>
                  </a:lnTo>
                  <a:lnTo>
                    <a:pt x="1473360" y="94994"/>
                  </a:lnTo>
                  <a:lnTo>
                    <a:pt x="1536453" y="110600"/>
                  </a:lnTo>
                  <a:lnTo>
                    <a:pt x="1594899" y="128079"/>
                  </a:lnTo>
                  <a:lnTo>
                    <a:pt x="1649607" y="147686"/>
                  </a:lnTo>
                  <a:lnTo>
                    <a:pt x="1701498" y="169662"/>
                  </a:lnTo>
                  <a:lnTo>
                    <a:pt x="1751426" y="194184"/>
                  </a:lnTo>
                  <a:lnTo>
                    <a:pt x="1768425" y="203298"/>
                  </a:lnTo>
                  <a:lnTo>
                    <a:pt x="1816537" y="231141"/>
                  </a:lnTo>
                  <a:lnTo>
                    <a:pt x="1864180" y="261608"/>
                  </a:lnTo>
                  <a:lnTo>
                    <a:pt x="1911786" y="294741"/>
                  </a:lnTo>
                  <a:lnTo>
                    <a:pt x="1959663" y="330512"/>
                  </a:lnTo>
                  <a:lnTo>
                    <a:pt x="2008011" y="368805"/>
                  </a:lnTo>
                  <a:lnTo>
                    <a:pt x="2056930" y="409417"/>
                  </a:lnTo>
                  <a:lnTo>
                    <a:pt x="2106435" y="452051"/>
                  </a:lnTo>
                  <a:lnTo>
                    <a:pt x="2156465" y="496326"/>
                  </a:lnTo>
                  <a:lnTo>
                    <a:pt x="2206898" y="541786"/>
                  </a:lnTo>
                  <a:lnTo>
                    <a:pt x="2257567" y="587918"/>
                  </a:lnTo>
                  <a:lnTo>
                    <a:pt x="2308283" y="634179"/>
                  </a:lnTo>
                  <a:lnTo>
                    <a:pt x="2358848" y="680015"/>
                  </a:lnTo>
                  <a:lnTo>
                    <a:pt x="2409082" y="724897"/>
                  </a:lnTo>
                  <a:lnTo>
                    <a:pt x="2458840" y="768341"/>
                  </a:lnTo>
                  <a:lnTo>
                    <a:pt x="2508033" y="809928"/>
                  </a:lnTo>
                  <a:lnTo>
                    <a:pt x="2556637" y="849322"/>
                  </a:lnTo>
                  <a:lnTo>
                    <a:pt x="2604713" y="886276"/>
                  </a:lnTo>
                  <a:lnTo>
                    <a:pt x="2652413" y="920635"/>
                  </a:lnTo>
                  <a:lnTo>
                    <a:pt x="2699993" y="952330"/>
                  </a:lnTo>
                  <a:lnTo>
                    <a:pt x="2747826" y="981374"/>
                  </a:lnTo>
                  <a:lnTo>
                    <a:pt x="2770117" y="993902"/>
                  </a:lnTo>
                  <a:lnTo>
                    <a:pt x="2819539" y="1019323"/>
                  </a:lnTo>
                  <a:lnTo>
                    <a:pt x="2870658" y="1042168"/>
                  </a:lnTo>
                  <a:lnTo>
                    <a:pt x="2924286" y="1062572"/>
                  </a:lnTo>
                  <a:lnTo>
                    <a:pt x="2981330" y="1080760"/>
                  </a:lnTo>
                  <a:lnTo>
                    <a:pt x="3042712" y="1096988"/>
                  </a:lnTo>
                  <a:lnTo>
                    <a:pt x="3109289" y="1111499"/>
                  </a:lnTo>
                  <a:lnTo>
                    <a:pt x="3181751" y="1124506"/>
                  </a:lnTo>
                  <a:lnTo>
                    <a:pt x="3260483" y="1136183"/>
                  </a:lnTo>
                  <a:lnTo>
                    <a:pt x="3345390" y="1146653"/>
                  </a:lnTo>
                  <a:lnTo>
                    <a:pt x="3435676" y="1155990"/>
                  </a:lnTo>
                  <a:lnTo>
                    <a:pt x="3529647" y="1164226"/>
                  </a:lnTo>
                  <a:lnTo>
                    <a:pt x="3624574" y="1171353"/>
                  </a:lnTo>
                  <a:lnTo>
                    <a:pt x="3716747" y="1177345"/>
                  </a:lnTo>
                  <a:lnTo>
                    <a:pt x="3801811" y="1182182"/>
                  </a:lnTo>
                  <a:lnTo>
                    <a:pt x="3875417" y="1185875"/>
                  </a:lnTo>
                  <a:lnTo>
                    <a:pt x="3934074" y="1188491"/>
                  </a:lnTo>
                  <a:lnTo>
                    <a:pt x="3975980" y="1190163"/>
                  </a:lnTo>
                  <a:lnTo>
                    <a:pt x="4001535" y="1191080"/>
                  </a:lnTo>
                  <a:lnTo>
                    <a:pt x="4013424" y="1191465"/>
                  </a:lnTo>
                  <a:lnTo>
                    <a:pt x="4016409" y="1191553"/>
                  </a:lnTo>
                  <a:lnTo>
                    <a:pt x="4538543" y="1191553"/>
                  </a:lnTo>
                  <a:lnTo>
                    <a:pt x="4539702" y="1191629"/>
                  </a:lnTo>
                  <a:lnTo>
                    <a:pt x="4547297" y="1192171"/>
                  </a:lnTo>
                  <a:lnTo>
                    <a:pt x="4566342" y="1193670"/>
                  </a:lnTo>
                  <a:lnTo>
                    <a:pt x="4600138" y="1196617"/>
                  </a:lnTo>
                  <a:lnTo>
                    <a:pt x="4649988" y="1201453"/>
                  </a:lnTo>
                  <a:lnTo>
                    <a:pt x="4715116" y="1208518"/>
                  </a:lnTo>
                  <a:lnTo>
                    <a:pt x="4792949" y="1218022"/>
                  </a:lnTo>
                  <a:lnTo>
                    <a:pt x="4879743" y="1230044"/>
                  </a:lnTo>
                  <a:lnTo>
                    <a:pt x="4971363" y="1244569"/>
                  </a:lnTo>
                  <a:lnTo>
                    <a:pt x="5063971" y="1261542"/>
                  </a:lnTo>
                  <a:lnTo>
                    <a:pt x="5154484" y="1280917"/>
                  </a:lnTo>
                  <a:lnTo>
                    <a:pt x="5240755" y="1302708"/>
                  </a:lnTo>
                  <a:lnTo>
                    <a:pt x="5321543" y="1327013"/>
                  </a:lnTo>
                  <a:lnTo>
                    <a:pt x="5396358" y="1354027"/>
                  </a:lnTo>
                  <a:lnTo>
                    <a:pt x="5465278" y="1384048"/>
                  </a:lnTo>
                  <a:lnTo>
                    <a:pt x="5528761" y="1417470"/>
                  </a:lnTo>
                  <a:lnTo>
                    <a:pt x="5587502" y="1454767"/>
                  </a:lnTo>
                  <a:lnTo>
                    <a:pt x="5642320" y="1496470"/>
                  </a:lnTo>
                  <a:lnTo>
                    <a:pt x="5694075" y="1543115"/>
                  </a:lnTo>
                  <a:lnTo>
                    <a:pt x="5743597" y="1595160"/>
                  </a:lnTo>
                  <a:lnTo>
                    <a:pt x="5784835" y="1644267"/>
                  </a:lnTo>
                  <a:lnTo>
                    <a:pt x="5822673" y="1693848"/>
                  </a:lnTo>
                  <a:lnTo>
                    <a:pt x="5860155" y="1747110"/>
                  </a:lnTo>
                  <a:lnTo>
                    <a:pt x="5897513" y="1804127"/>
                  </a:lnTo>
                  <a:lnTo>
                    <a:pt x="5934927" y="1864912"/>
                  </a:lnTo>
                  <a:lnTo>
                    <a:pt x="5972532" y="1929411"/>
                  </a:lnTo>
                  <a:lnTo>
                    <a:pt x="6010421" y="1997493"/>
                  </a:lnTo>
                  <a:lnTo>
                    <a:pt x="6048653" y="2068949"/>
                  </a:lnTo>
                  <a:lnTo>
                    <a:pt x="6087249" y="2143493"/>
                  </a:lnTo>
                  <a:lnTo>
                    <a:pt x="6126201" y="2220757"/>
                  </a:lnTo>
                  <a:lnTo>
                    <a:pt x="6165474" y="2300301"/>
                  </a:lnTo>
                  <a:lnTo>
                    <a:pt x="6205010" y="2381622"/>
                  </a:lnTo>
                  <a:lnTo>
                    <a:pt x="6244732" y="2464165"/>
                  </a:lnTo>
                  <a:lnTo>
                    <a:pt x="6284552" y="2547336"/>
                  </a:lnTo>
                  <a:lnTo>
                    <a:pt x="6324374" y="2630525"/>
                  </a:lnTo>
                  <a:lnTo>
                    <a:pt x="6364104" y="2713119"/>
                  </a:lnTo>
                  <a:lnTo>
                    <a:pt x="6403653" y="2794525"/>
                  </a:lnTo>
                  <a:lnTo>
                    <a:pt x="6442942" y="2874184"/>
                  </a:lnTo>
                  <a:lnTo>
                    <a:pt x="6481914" y="2951590"/>
                  </a:lnTo>
                  <a:lnTo>
                    <a:pt x="6520531" y="3026298"/>
                  </a:lnTo>
                  <a:lnTo>
                    <a:pt x="6558783" y="3097938"/>
                  </a:lnTo>
                  <a:lnTo>
                    <a:pt x="6596690" y="3166218"/>
                  </a:lnTo>
                  <a:lnTo>
                    <a:pt x="6634309" y="3230924"/>
                  </a:lnTo>
                  <a:lnTo>
                    <a:pt x="6671730" y="3291922"/>
                  </a:lnTo>
                  <a:lnTo>
                    <a:pt x="6709087" y="3349153"/>
                  </a:lnTo>
                  <a:lnTo>
                    <a:pt x="6746557" y="3402626"/>
                  </a:lnTo>
                  <a:lnTo>
                    <a:pt x="6784368" y="3452412"/>
                  </a:lnTo>
                  <a:lnTo>
                    <a:pt x="6786527" y="3455127"/>
                  </a:lnTo>
                  <a:lnTo>
                    <a:pt x="6834722" y="3512001"/>
                  </a:lnTo>
                  <a:lnTo>
                    <a:pt x="6884514" y="3563254"/>
                  </a:lnTo>
                  <a:lnTo>
                    <a:pt x="6936654" y="3609163"/>
                  </a:lnTo>
                  <a:lnTo>
                    <a:pt x="6991979" y="3650204"/>
                  </a:lnTo>
                  <a:lnTo>
                    <a:pt x="7051348" y="3686917"/>
                  </a:lnTo>
                  <a:lnTo>
                    <a:pt x="7115569" y="3719826"/>
                  </a:lnTo>
                  <a:lnTo>
                    <a:pt x="7185309" y="3749397"/>
                  </a:lnTo>
                  <a:lnTo>
                    <a:pt x="7260982" y="3776008"/>
                  </a:lnTo>
                  <a:lnTo>
                    <a:pt x="7342597" y="3799945"/>
                  </a:lnTo>
                  <a:lnTo>
                    <a:pt x="7429570" y="3821388"/>
                  </a:lnTo>
                  <a:lnTo>
                    <a:pt x="7520535" y="3840421"/>
                  </a:lnTo>
                  <a:lnTo>
                    <a:pt x="7613211" y="3857048"/>
                  </a:lnTo>
                  <a:lnTo>
                    <a:pt x="7704390" y="3871220"/>
                  </a:lnTo>
                  <a:lnTo>
                    <a:pt x="7790159" y="3882882"/>
                  </a:lnTo>
                  <a:lnTo>
                    <a:pt x="7866389" y="3892030"/>
                  </a:lnTo>
                  <a:lnTo>
                    <a:pt x="7929459" y="3898761"/>
                  </a:lnTo>
                  <a:lnTo>
                    <a:pt x="7977019" y="3903304"/>
                  </a:lnTo>
                  <a:lnTo>
                    <a:pt x="8008582" y="3906016"/>
                  </a:lnTo>
                  <a:lnTo>
                    <a:pt x="8025749" y="3907348"/>
                  </a:lnTo>
                  <a:lnTo>
                    <a:pt x="8032083" y="3907794"/>
                  </a:lnTo>
                  <a:lnTo>
                    <a:pt x="8032819" y="3907842"/>
                  </a:lnTo>
                  <a:lnTo>
                    <a:pt x="8554953" y="3907842"/>
                  </a:lnTo>
                  <a:lnTo>
                    <a:pt x="8554953" y="3902195"/>
                  </a:lnTo>
                  <a:lnTo>
                    <a:pt x="8032819" y="3902195"/>
                  </a:lnTo>
                  <a:lnTo>
                    <a:pt x="8031660" y="3902119"/>
                  </a:lnTo>
                  <a:lnTo>
                    <a:pt x="8024065" y="3901577"/>
                  </a:lnTo>
                  <a:lnTo>
                    <a:pt x="8005020" y="3900077"/>
                  </a:lnTo>
                  <a:lnTo>
                    <a:pt x="7971224" y="3897130"/>
                  </a:lnTo>
                  <a:lnTo>
                    <a:pt x="7921374" y="3892295"/>
                  </a:lnTo>
                  <a:lnTo>
                    <a:pt x="7856246" y="3885229"/>
                  </a:lnTo>
                  <a:lnTo>
                    <a:pt x="7778413" y="3875725"/>
                  </a:lnTo>
                  <a:lnTo>
                    <a:pt x="7691619" y="3863703"/>
                  </a:lnTo>
                  <a:lnTo>
                    <a:pt x="7599999" y="3849178"/>
                  </a:lnTo>
                  <a:lnTo>
                    <a:pt x="7507391" y="3832206"/>
                  </a:lnTo>
                  <a:lnTo>
                    <a:pt x="7416878" y="3812830"/>
                  </a:lnTo>
                  <a:lnTo>
                    <a:pt x="7330607" y="3791039"/>
                  </a:lnTo>
                  <a:lnTo>
                    <a:pt x="7249819" y="3766734"/>
                  </a:lnTo>
                  <a:lnTo>
                    <a:pt x="7175004" y="3739720"/>
                  </a:lnTo>
                  <a:lnTo>
                    <a:pt x="7106084" y="3709699"/>
                  </a:lnTo>
                  <a:lnTo>
                    <a:pt x="7042601" y="3676277"/>
                  </a:lnTo>
                  <a:lnTo>
                    <a:pt x="6983860" y="3638980"/>
                  </a:lnTo>
                  <a:lnTo>
                    <a:pt x="6929042" y="3597277"/>
                  </a:lnTo>
                  <a:lnTo>
                    <a:pt x="6877287" y="3550632"/>
                  </a:lnTo>
                  <a:lnTo>
                    <a:pt x="6827765" y="3498588"/>
                  </a:lnTo>
                  <a:lnTo>
                    <a:pt x="6786527" y="3449480"/>
                  </a:lnTo>
                  <a:lnTo>
                    <a:pt x="6748689" y="3399899"/>
                  </a:lnTo>
                  <a:lnTo>
                    <a:pt x="6711207" y="3346637"/>
                  </a:lnTo>
                  <a:lnTo>
                    <a:pt x="6673849" y="3289621"/>
                  </a:lnTo>
                  <a:lnTo>
                    <a:pt x="6636435" y="3228835"/>
                  </a:lnTo>
                  <a:lnTo>
                    <a:pt x="6598830" y="3164337"/>
                  </a:lnTo>
                  <a:lnTo>
                    <a:pt x="6560941" y="3096255"/>
                  </a:lnTo>
                  <a:lnTo>
                    <a:pt x="6522709" y="3024798"/>
                  </a:lnTo>
                  <a:lnTo>
                    <a:pt x="6484113" y="2950254"/>
                  </a:lnTo>
                  <a:lnTo>
                    <a:pt x="6445161" y="2872991"/>
                  </a:lnTo>
                  <a:lnTo>
                    <a:pt x="6405888" y="2793446"/>
                  </a:lnTo>
                  <a:lnTo>
                    <a:pt x="6366352" y="2712125"/>
                  </a:lnTo>
                  <a:lnTo>
                    <a:pt x="6326630" y="2629583"/>
                  </a:lnTo>
                  <a:lnTo>
                    <a:pt x="6286810" y="2546411"/>
                  </a:lnTo>
                  <a:lnTo>
                    <a:pt x="6246988" y="2463222"/>
                  </a:lnTo>
                  <a:lnTo>
                    <a:pt x="6207258" y="2380628"/>
                  </a:lnTo>
                  <a:lnTo>
                    <a:pt x="6167709" y="2299222"/>
                  </a:lnTo>
                  <a:lnTo>
                    <a:pt x="6128420" y="2219563"/>
                  </a:lnTo>
                  <a:lnTo>
                    <a:pt x="6089448" y="2142158"/>
                  </a:lnTo>
                  <a:lnTo>
                    <a:pt x="6050831" y="2067449"/>
                  </a:lnTo>
                  <a:lnTo>
                    <a:pt x="6012579" y="1995809"/>
                  </a:lnTo>
                  <a:lnTo>
                    <a:pt x="5974672" y="1927530"/>
                  </a:lnTo>
                  <a:lnTo>
                    <a:pt x="5937053" y="1862824"/>
                  </a:lnTo>
                  <a:lnTo>
                    <a:pt x="5899632" y="1801826"/>
                  </a:lnTo>
                  <a:lnTo>
                    <a:pt x="5862275" y="1744595"/>
                  </a:lnTo>
                  <a:lnTo>
                    <a:pt x="5824805" y="1691122"/>
                  </a:lnTo>
                  <a:lnTo>
                    <a:pt x="5786994" y="1641335"/>
                  </a:lnTo>
                  <a:lnTo>
                    <a:pt x="5784835" y="1638620"/>
                  </a:lnTo>
                  <a:lnTo>
                    <a:pt x="5736640" y="1581746"/>
                  </a:lnTo>
                  <a:lnTo>
                    <a:pt x="5686848" y="1530494"/>
                  </a:lnTo>
                  <a:lnTo>
                    <a:pt x="5634708" y="1484584"/>
                  </a:lnTo>
                  <a:lnTo>
                    <a:pt x="5579383" y="1443543"/>
                  </a:lnTo>
                  <a:lnTo>
                    <a:pt x="5520014" y="1406830"/>
                  </a:lnTo>
                  <a:lnTo>
                    <a:pt x="5455793" y="1373921"/>
                  </a:lnTo>
                  <a:lnTo>
                    <a:pt x="5386053" y="1344351"/>
                  </a:lnTo>
                  <a:lnTo>
                    <a:pt x="5310379" y="1317739"/>
                  </a:lnTo>
                  <a:lnTo>
                    <a:pt x="5228765" y="1293802"/>
                  </a:lnTo>
                  <a:lnTo>
                    <a:pt x="5141792" y="1272359"/>
                  </a:lnTo>
                  <a:lnTo>
                    <a:pt x="5050827" y="1253326"/>
                  </a:lnTo>
                  <a:lnTo>
                    <a:pt x="4958151" y="1236699"/>
                  </a:lnTo>
                  <a:lnTo>
                    <a:pt x="4866972" y="1222528"/>
                  </a:lnTo>
                  <a:lnTo>
                    <a:pt x="4781203" y="1210866"/>
                  </a:lnTo>
                  <a:lnTo>
                    <a:pt x="4704973" y="1201717"/>
                  </a:lnTo>
                  <a:lnTo>
                    <a:pt x="4641903" y="1194986"/>
                  </a:lnTo>
                  <a:lnTo>
                    <a:pt x="4594343" y="1190443"/>
                  </a:lnTo>
                  <a:lnTo>
                    <a:pt x="4562780" y="1187732"/>
                  </a:lnTo>
                  <a:lnTo>
                    <a:pt x="4545613" y="1186399"/>
                  </a:lnTo>
                  <a:lnTo>
                    <a:pt x="4539279" y="1185953"/>
                  </a:lnTo>
                  <a:lnTo>
                    <a:pt x="4538543" y="1185905"/>
                  </a:lnTo>
                  <a:lnTo>
                    <a:pt x="4016409" y="1185905"/>
                  </a:lnTo>
                  <a:lnTo>
                    <a:pt x="4015162" y="1185870"/>
                  </a:lnTo>
                  <a:lnTo>
                    <a:pt x="4007008" y="1185614"/>
                  </a:lnTo>
                  <a:lnTo>
                    <a:pt x="3986609" y="1184909"/>
                  </a:lnTo>
                  <a:lnTo>
                    <a:pt x="3950540" y="1183523"/>
                  </a:lnTo>
                  <a:lnTo>
                    <a:pt x="3897596" y="1181252"/>
                  </a:lnTo>
                  <a:lnTo>
                    <a:pt x="3828851" y="1177944"/>
                  </a:lnTo>
                  <a:lnTo>
                    <a:pt x="3747295" y="1173507"/>
                  </a:lnTo>
                  <a:lnTo>
                    <a:pt x="3657079" y="1167915"/>
                  </a:lnTo>
                  <a:lnTo>
                    <a:pt x="3562644" y="1161178"/>
                  </a:lnTo>
                  <a:lnTo>
                    <a:pt x="3467979" y="1153325"/>
                  </a:lnTo>
                  <a:lnTo>
                    <a:pt x="3376171" y="1144371"/>
                  </a:lnTo>
                  <a:lnTo>
                    <a:pt x="3289266" y="1134300"/>
                  </a:lnTo>
                  <a:lnTo>
                    <a:pt x="3208350" y="1123054"/>
                  </a:lnTo>
                  <a:lnTo>
                    <a:pt x="3133735" y="1110525"/>
                  </a:lnTo>
                  <a:lnTo>
                    <a:pt x="3065183" y="1096558"/>
                  </a:lnTo>
                  <a:lnTo>
                    <a:pt x="3002089" y="1080952"/>
                  </a:lnTo>
                  <a:lnTo>
                    <a:pt x="2943643" y="1063473"/>
                  </a:lnTo>
                  <a:lnTo>
                    <a:pt x="2888935" y="1043866"/>
                  </a:lnTo>
                  <a:lnTo>
                    <a:pt x="2837044" y="1021890"/>
                  </a:lnTo>
                  <a:lnTo>
                    <a:pt x="2787116" y="997368"/>
                  </a:lnTo>
                  <a:lnTo>
                    <a:pt x="2770117" y="988254"/>
                  </a:lnTo>
                  <a:lnTo>
                    <a:pt x="2722005" y="960411"/>
                  </a:lnTo>
                  <a:lnTo>
                    <a:pt x="2674362" y="929944"/>
                  </a:lnTo>
                  <a:lnTo>
                    <a:pt x="2626757" y="896811"/>
                  </a:lnTo>
                  <a:lnTo>
                    <a:pt x="2578879" y="861040"/>
                  </a:lnTo>
                  <a:lnTo>
                    <a:pt x="2530531" y="822747"/>
                  </a:lnTo>
                  <a:lnTo>
                    <a:pt x="2481612" y="782136"/>
                  </a:lnTo>
                  <a:lnTo>
                    <a:pt x="2432107" y="739501"/>
                  </a:lnTo>
                  <a:lnTo>
                    <a:pt x="2382077" y="695226"/>
                  </a:lnTo>
                  <a:lnTo>
                    <a:pt x="2331645" y="649767"/>
                  </a:lnTo>
                  <a:lnTo>
                    <a:pt x="2280975" y="603634"/>
                  </a:lnTo>
                  <a:lnTo>
                    <a:pt x="2230259" y="557374"/>
                  </a:lnTo>
                  <a:lnTo>
                    <a:pt x="2179694" y="511537"/>
                  </a:lnTo>
                  <a:lnTo>
                    <a:pt x="2129460" y="466655"/>
                  </a:lnTo>
                  <a:lnTo>
                    <a:pt x="2079702" y="423211"/>
                  </a:lnTo>
                  <a:lnTo>
                    <a:pt x="2030509" y="381624"/>
                  </a:lnTo>
                  <a:lnTo>
                    <a:pt x="1981905" y="342231"/>
                  </a:lnTo>
                  <a:lnTo>
                    <a:pt x="1933829" y="305276"/>
                  </a:lnTo>
                  <a:lnTo>
                    <a:pt x="1886129" y="270917"/>
                  </a:lnTo>
                  <a:lnTo>
                    <a:pt x="1838549" y="239222"/>
                  </a:lnTo>
                  <a:lnTo>
                    <a:pt x="1790716" y="210178"/>
                  </a:lnTo>
                  <a:lnTo>
                    <a:pt x="1768425" y="197650"/>
                  </a:lnTo>
                  <a:lnTo>
                    <a:pt x="1719003" y="172229"/>
                  </a:lnTo>
                  <a:lnTo>
                    <a:pt x="1667885" y="149384"/>
                  </a:lnTo>
                  <a:lnTo>
                    <a:pt x="1614256" y="128980"/>
                  </a:lnTo>
                  <a:lnTo>
                    <a:pt x="1557212" y="110792"/>
                  </a:lnTo>
                  <a:lnTo>
                    <a:pt x="1495830" y="94564"/>
                  </a:lnTo>
                  <a:lnTo>
                    <a:pt x="1429253" y="80054"/>
                  </a:lnTo>
                  <a:lnTo>
                    <a:pt x="1356792" y="67046"/>
                  </a:lnTo>
                  <a:lnTo>
                    <a:pt x="1278059" y="55369"/>
                  </a:lnTo>
                  <a:lnTo>
                    <a:pt x="1193153" y="44900"/>
                  </a:lnTo>
                  <a:lnTo>
                    <a:pt x="1102866" y="35562"/>
                  </a:lnTo>
                  <a:lnTo>
                    <a:pt x="1008895" y="27326"/>
                  </a:lnTo>
                  <a:lnTo>
                    <a:pt x="913968" y="20199"/>
                  </a:lnTo>
                  <a:lnTo>
                    <a:pt x="821796" y="14207"/>
                  </a:lnTo>
                  <a:lnTo>
                    <a:pt x="736731" y="9370"/>
                  </a:lnTo>
                  <a:lnTo>
                    <a:pt x="663125" y="5677"/>
                  </a:lnTo>
                  <a:lnTo>
                    <a:pt x="604468" y="3061"/>
                  </a:lnTo>
                  <a:lnTo>
                    <a:pt x="562562" y="1389"/>
                  </a:lnTo>
                  <a:lnTo>
                    <a:pt x="537007" y="472"/>
                  </a:lnTo>
                  <a:lnTo>
                    <a:pt x="525118" y="87"/>
                  </a:lnTo>
                  <a:lnTo>
                    <a:pt x="5221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150" name="pl150"/>
            <p:cNvSpPr/>
            <p:nvPr/>
          </p:nvSpPr>
          <p:spPr>
            <a:xfrm>
              <a:off x="386606" y="1614730"/>
              <a:ext cx="8554953" cy="3902195"/>
            </a:xfrm>
            <a:custGeom>
              <a:avLst/>
              <a:pathLst>
                <a:path w="8554953" h="3902195">
                  <a:moveTo>
                    <a:pt x="0" y="0"/>
                  </a:moveTo>
                  <a:lnTo>
                    <a:pt x="522133" y="0"/>
                  </a:lnTo>
                  <a:lnTo>
                    <a:pt x="523380" y="35"/>
                  </a:lnTo>
                  <a:lnTo>
                    <a:pt x="531534" y="290"/>
                  </a:lnTo>
                  <a:lnTo>
                    <a:pt x="551933" y="996"/>
                  </a:lnTo>
                  <a:lnTo>
                    <a:pt x="588002" y="2382"/>
                  </a:lnTo>
                  <a:lnTo>
                    <a:pt x="640946" y="4653"/>
                  </a:lnTo>
                  <a:lnTo>
                    <a:pt x="709691" y="7961"/>
                  </a:lnTo>
                  <a:lnTo>
                    <a:pt x="791247" y="12398"/>
                  </a:lnTo>
                  <a:lnTo>
                    <a:pt x="881464" y="17990"/>
                  </a:lnTo>
                  <a:lnTo>
                    <a:pt x="975898" y="24727"/>
                  </a:lnTo>
                  <a:lnTo>
                    <a:pt x="1070563" y="32580"/>
                  </a:lnTo>
                  <a:lnTo>
                    <a:pt x="1162371" y="41534"/>
                  </a:lnTo>
                  <a:lnTo>
                    <a:pt x="1249276" y="51605"/>
                  </a:lnTo>
                  <a:lnTo>
                    <a:pt x="1330192" y="62851"/>
                  </a:lnTo>
                  <a:lnTo>
                    <a:pt x="1404807" y="75380"/>
                  </a:lnTo>
                  <a:lnTo>
                    <a:pt x="1473360" y="89347"/>
                  </a:lnTo>
                  <a:lnTo>
                    <a:pt x="1536453" y="104953"/>
                  </a:lnTo>
                  <a:lnTo>
                    <a:pt x="1594899" y="122432"/>
                  </a:lnTo>
                  <a:lnTo>
                    <a:pt x="1649607" y="142038"/>
                  </a:lnTo>
                  <a:lnTo>
                    <a:pt x="1701498" y="164015"/>
                  </a:lnTo>
                  <a:lnTo>
                    <a:pt x="1751426" y="188536"/>
                  </a:lnTo>
                  <a:lnTo>
                    <a:pt x="1768425" y="197650"/>
                  </a:lnTo>
                  <a:lnTo>
                    <a:pt x="1816537" y="225494"/>
                  </a:lnTo>
                  <a:lnTo>
                    <a:pt x="1864180" y="255961"/>
                  </a:lnTo>
                  <a:lnTo>
                    <a:pt x="1911786" y="289094"/>
                  </a:lnTo>
                  <a:lnTo>
                    <a:pt x="1959663" y="324865"/>
                  </a:lnTo>
                  <a:lnTo>
                    <a:pt x="2008011" y="363158"/>
                  </a:lnTo>
                  <a:lnTo>
                    <a:pt x="2056930" y="403769"/>
                  </a:lnTo>
                  <a:lnTo>
                    <a:pt x="2106435" y="446403"/>
                  </a:lnTo>
                  <a:lnTo>
                    <a:pt x="2156465" y="490678"/>
                  </a:lnTo>
                  <a:lnTo>
                    <a:pt x="2206898" y="536138"/>
                  </a:lnTo>
                  <a:lnTo>
                    <a:pt x="2257567" y="582271"/>
                  </a:lnTo>
                  <a:lnTo>
                    <a:pt x="2308283" y="628531"/>
                  </a:lnTo>
                  <a:lnTo>
                    <a:pt x="2358848" y="674368"/>
                  </a:lnTo>
                  <a:lnTo>
                    <a:pt x="2409082" y="719250"/>
                  </a:lnTo>
                  <a:lnTo>
                    <a:pt x="2458840" y="762694"/>
                  </a:lnTo>
                  <a:lnTo>
                    <a:pt x="2508033" y="804281"/>
                  </a:lnTo>
                  <a:lnTo>
                    <a:pt x="2556637" y="843674"/>
                  </a:lnTo>
                  <a:lnTo>
                    <a:pt x="2604713" y="880629"/>
                  </a:lnTo>
                  <a:lnTo>
                    <a:pt x="2652413" y="914988"/>
                  </a:lnTo>
                  <a:lnTo>
                    <a:pt x="2699993" y="946683"/>
                  </a:lnTo>
                  <a:lnTo>
                    <a:pt x="2747826" y="975727"/>
                  </a:lnTo>
                  <a:lnTo>
                    <a:pt x="2770117" y="988254"/>
                  </a:lnTo>
                  <a:lnTo>
                    <a:pt x="2819539" y="1013676"/>
                  </a:lnTo>
                  <a:lnTo>
                    <a:pt x="2870658" y="1036521"/>
                  </a:lnTo>
                  <a:lnTo>
                    <a:pt x="2924286" y="1056925"/>
                  </a:lnTo>
                  <a:lnTo>
                    <a:pt x="2981330" y="1075113"/>
                  </a:lnTo>
                  <a:lnTo>
                    <a:pt x="3042712" y="1091340"/>
                  </a:lnTo>
                  <a:lnTo>
                    <a:pt x="3109289" y="1105851"/>
                  </a:lnTo>
                  <a:lnTo>
                    <a:pt x="3181751" y="1118859"/>
                  </a:lnTo>
                  <a:lnTo>
                    <a:pt x="3260483" y="1130536"/>
                  </a:lnTo>
                  <a:lnTo>
                    <a:pt x="3345390" y="1141005"/>
                  </a:lnTo>
                  <a:lnTo>
                    <a:pt x="3435676" y="1150343"/>
                  </a:lnTo>
                  <a:lnTo>
                    <a:pt x="3529647" y="1158579"/>
                  </a:lnTo>
                  <a:lnTo>
                    <a:pt x="3624574" y="1165706"/>
                  </a:lnTo>
                  <a:lnTo>
                    <a:pt x="3716747" y="1171698"/>
                  </a:lnTo>
                  <a:lnTo>
                    <a:pt x="3801811" y="1176535"/>
                  </a:lnTo>
                  <a:lnTo>
                    <a:pt x="3875417" y="1180228"/>
                  </a:lnTo>
                  <a:lnTo>
                    <a:pt x="3934074" y="1182844"/>
                  </a:lnTo>
                  <a:lnTo>
                    <a:pt x="3975980" y="1184516"/>
                  </a:lnTo>
                  <a:lnTo>
                    <a:pt x="4001535" y="1185433"/>
                  </a:lnTo>
                  <a:lnTo>
                    <a:pt x="4013424" y="1185818"/>
                  </a:lnTo>
                  <a:lnTo>
                    <a:pt x="4016355" y="1185904"/>
                  </a:lnTo>
                  <a:lnTo>
                    <a:pt x="4016409" y="1185905"/>
                  </a:lnTo>
                  <a:lnTo>
                    <a:pt x="4538543" y="1185905"/>
                  </a:lnTo>
                  <a:lnTo>
                    <a:pt x="4539702" y="1185981"/>
                  </a:lnTo>
                  <a:lnTo>
                    <a:pt x="4547297" y="1186524"/>
                  </a:lnTo>
                  <a:lnTo>
                    <a:pt x="4566342" y="1188023"/>
                  </a:lnTo>
                  <a:lnTo>
                    <a:pt x="4600138" y="1190970"/>
                  </a:lnTo>
                  <a:lnTo>
                    <a:pt x="4649988" y="1195805"/>
                  </a:lnTo>
                  <a:lnTo>
                    <a:pt x="4715116" y="1202871"/>
                  </a:lnTo>
                  <a:lnTo>
                    <a:pt x="4792949" y="1212375"/>
                  </a:lnTo>
                  <a:lnTo>
                    <a:pt x="4879743" y="1224397"/>
                  </a:lnTo>
                  <a:lnTo>
                    <a:pt x="4971363" y="1238922"/>
                  </a:lnTo>
                  <a:lnTo>
                    <a:pt x="5063971" y="1255895"/>
                  </a:lnTo>
                  <a:lnTo>
                    <a:pt x="5154484" y="1275270"/>
                  </a:lnTo>
                  <a:lnTo>
                    <a:pt x="5240755" y="1297061"/>
                  </a:lnTo>
                  <a:lnTo>
                    <a:pt x="5321543" y="1321366"/>
                  </a:lnTo>
                  <a:lnTo>
                    <a:pt x="5396358" y="1348380"/>
                  </a:lnTo>
                  <a:lnTo>
                    <a:pt x="5465278" y="1378401"/>
                  </a:lnTo>
                  <a:lnTo>
                    <a:pt x="5528761" y="1411823"/>
                  </a:lnTo>
                  <a:lnTo>
                    <a:pt x="5587502" y="1449120"/>
                  </a:lnTo>
                  <a:lnTo>
                    <a:pt x="5642320" y="1490823"/>
                  </a:lnTo>
                  <a:lnTo>
                    <a:pt x="5694075" y="1537468"/>
                  </a:lnTo>
                  <a:lnTo>
                    <a:pt x="5743597" y="1589512"/>
                  </a:lnTo>
                  <a:lnTo>
                    <a:pt x="5784835" y="1638620"/>
                  </a:lnTo>
                  <a:lnTo>
                    <a:pt x="5822673" y="1688201"/>
                  </a:lnTo>
                  <a:lnTo>
                    <a:pt x="5860155" y="1741463"/>
                  </a:lnTo>
                  <a:lnTo>
                    <a:pt x="5897513" y="1798480"/>
                  </a:lnTo>
                  <a:lnTo>
                    <a:pt x="5934927" y="1859265"/>
                  </a:lnTo>
                  <a:lnTo>
                    <a:pt x="5972532" y="1923764"/>
                  </a:lnTo>
                  <a:lnTo>
                    <a:pt x="6010421" y="1991845"/>
                  </a:lnTo>
                  <a:lnTo>
                    <a:pt x="6048653" y="2063302"/>
                  </a:lnTo>
                  <a:lnTo>
                    <a:pt x="6087249" y="2137846"/>
                  </a:lnTo>
                  <a:lnTo>
                    <a:pt x="6126201" y="2215109"/>
                  </a:lnTo>
                  <a:lnTo>
                    <a:pt x="6165474" y="2294654"/>
                  </a:lnTo>
                  <a:lnTo>
                    <a:pt x="6205010" y="2375975"/>
                  </a:lnTo>
                  <a:lnTo>
                    <a:pt x="6244732" y="2458518"/>
                  </a:lnTo>
                  <a:lnTo>
                    <a:pt x="6284552" y="2541689"/>
                  </a:lnTo>
                  <a:lnTo>
                    <a:pt x="6324374" y="2624878"/>
                  </a:lnTo>
                  <a:lnTo>
                    <a:pt x="6364104" y="2707472"/>
                  </a:lnTo>
                  <a:lnTo>
                    <a:pt x="6403653" y="2788878"/>
                  </a:lnTo>
                  <a:lnTo>
                    <a:pt x="6442942" y="2868537"/>
                  </a:lnTo>
                  <a:lnTo>
                    <a:pt x="6481914" y="2945943"/>
                  </a:lnTo>
                  <a:lnTo>
                    <a:pt x="6520531" y="3020651"/>
                  </a:lnTo>
                  <a:lnTo>
                    <a:pt x="6558783" y="3092291"/>
                  </a:lnTo>
                  <a:lnTo>
                    <a:pt x="6596690" y="3160571"/>
                  </a:lnTo>
                  <a:lnTo>
                    <a:pt x="6634309" y="3225276"/>
                  </a:lnTo>
                  <a:lnTo>
                    <a:pt x="6671730" y="3286275"/>
                  </a:lnTo>
                  <a:lnTo>
                    <a:pt x="6709087" y="3343505"/>
                  </a:lnTo>
                  <a:lnTo>
                    <a:pt x="6746557" y="3396979"/>
                  </a:lnTo>
                  <a:lnTo>
                    <a:pt x="6784368" y="3446765"/>
                  </a:lnTo>
                  <a:lnTo>
                    <a:pt x="6786527" y="3449480"/>
                  </a:lnTo>
                  <a:lnTo>
                    <a:pt x="6834722" y="3506354"/>
                  </a:lnTo>
                  <a:lnTo>
                    <a:pt x="6884514" y="3557607"/>
                  </a:lnTo>
                  <a:lnTo>
                    <a:pt x="6936654" y="3603516"/>
                  </a:lnTo>
                  <a:lnTo>
                    <a:pt x="6991979" y="3644557"/>
                  </a:lnTo>
                  <a:lnTo>
                    <a:pt x="7051348" y="3681270"/>
                  </a:lnTo>
                  <a:lnTo>
                    <a:pt x="7115569" y="3714179"/>
                  </a:lnTo>
                  <a:lnTo>
                    <a:pt x="7185309" y="3743749"/>
                  </a:lnTo>
                  <a:lnTo>
                    <a:pt x="7260982" y="3770361"/>
                  </a:lnTo>
                  <a:lnTo>
                    <a:pt x="7342597" y="3794298"/>
                  </a:lnTo>
                  <a:lnTo>
                    <a:pt x="7429570" y="3815741"/>
                  </a:lnTo>
                  <a:lnTo>
                    <a:pt x="7520535" y="3834774"/>
                  </a:lnTo>
                  <a:lnTo>
                    <a:pt x="7613211" y="3851401"/>
                  </a:lnTo>
                  <a:lnTo>
                    <a:pt x="7704390" y="3865572"/>
                  </a:lnTo>
                  <a:lnTo>
                    <a:pt x="7790159" y="3877235"/>
                  </a:lnTo>
                  <a:lnTo>
                    <a:pt x="7866389" y="3886383"/>
                  </a:lnTo>
                  <a:lnTo>
                    <a:pt x="7929459" y="3893114"/>
                  </a:lnTo>
                  <a:lnTo>
                    <a:pt x="7977019" y="3897657"/>
                  </a:lnTo>
                  <a:lnTo>
                    <a:pt x="8008582" y="3900369"/>
                  </a:lnTo>
                  <a:lnTo>
                    <a:pt x="8025749" y="3901701"/>
                  </a:lnTo>
                  <a:lnTo>
                    <a:pt x="8032083" y="3902147"/>
                  </a:lnTo>
                  <a:lnTo>
                    <a:pt x="8032819" y="3902195"/>
                  </a:lnTo>
                  <a:lnTo>
                    <a:pt x="8554953" y="3902195"/>
                  </a:lnTo>
                  <a:lnTo>
                    <a:pt x="8554953" y="3902195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51" name="pl151"/>
            <p:cNvSpPr/>
            <p:nvPr/>
          </p:nvSpPr>
          <p:spPr>
            <a:xfrm>
              <a:off x="386606" y="1609083"/>
              <a:ext cx="8554953" cy="3902195"/>
            </a:xfrm>
            <a:custGeom>
              <a:avLst/>
              <a:pathLst>
                <a:path w="8554953" h="3902195">
                  <a:moveTo>
                    <a:pt x="8554953" y="3902195"/>
                  </a:moveTo>
                  <a:lnTo>
                    <a:pt x="8032819" y="3902195"/>
                  </a:lnTo>
                  <a:lnTo>
                    <a:pt x="8031660" y="3902119"/>
                  </a:lnTo>
                  <a:lnTo>
                    <a:pt x="8024065" y="3901577"/>
                  </a:lnTo>
                  <a:lnTo>
                    <a:pt x="8005020" y="3900077"/>
                  </a:lnTo>
                  <a:lnTo>
                    <a:pt x="7971224" y="3897130"/>
                  </a:lnTo>
                  <a:lnTo>
                    <a:pt x="7921374" y="3892295"/>
                  </a:lnTo>
                  <a:lnTo>
                    <a:pt x="7856246" y="3885229"/>
                  </a:lnTo>
                  <a:lnTo>
                    <a:pt x="7778413" y="3875725"/>
                  </a:lnTo>
                  <a:lnTo>
                    <a:pt x="7691619" y="3863703"/>
                  </a:lnTo>
                  <a:lnTo>
                    <a:pt x="7599999" y="3849178"/>
                  </a:lnTo>
                  <a:lnTo>
                    <a:pt x="7507391" y="3832206"/>
                  </a:lnTo>
                  <a:lnTo>
                    <a:pt x="7416878" y="3812830"/>
                  </a:lnTo>
                  <a:lnTo>
                    <a:pt x="7330607" y="3791039"/>
                  </a:lnTo>
                  <a:lnTo>
                    <a:pt x="7249819" y="3766734"/>
                  </a:lnTo>
                  <a:lnTo>
                    <a:pt x="7175004" y="3739720"/>
                  </a:lnTo>
                  <a:lnTo>
                    <a:pt x="7106084" y="3709699"/>
                  </a:lnTo>
                  <a:lnTo>
                    <a:pt x="7042601" y="3676277"/>
                  </a:lnTo>
                  <a:lnTo>
                    <a:pt x="6983860" y="3638980"/>
                  </a:lnTo>
                  <a:lnTo>
                    <a:pt x="6929042" y="3597277"/>
                  </a:lnTo>
                  <a:lnTo>
                    <a:pt x="6877287" y="3550632"/>
                  </a:lnTo>
                  <a:lnTo>
                    <a:pt x="6827765" y="3498588"/>
                  </a:lnTo>
                  <a:lnTo>
                    <a:pt x="6786527" y="3449480"/>
                  </a:lnTo>
                  <a:lnTo>
                    <a:pt x="6748689" y="3399899"/>
                  </a:lnTo>
                  <a:lnTo>
                    <a:pt x="6711207" y="3346637"/>
                  </a:lnTo>
                  <a:lnTo>
                    <a:pt x="6673849" y="3289621"/>
                  </a:lnTo>
                  <a:lnTo>
                    <a:pt x="6636435" y="3228835"/>
                  </a:lnTo>
                  <a:lnTo>
                    <a:pt x="6598830" y="3164337"/>
                  </a:lnTo>
                  <a:lnTo>
                    <a:pt x="6560941" y="3096255"/>
                  </a:lnTo>
                  <a:lnTo>
                    <a:pt x="6522709" y="3024798"/>
                  </a:lnTo>
                  <a:lnTo>
                    <a:pt x="6484113" y="2950254"/>
                  </a:lnTo>
                  <a:lnTo>
                    <a:pt x="6445161" y="2872991"/>
                  </a:lnTo>
                  <a:lnTo>
                    <a:pt x="6405888" y="2793446"/>
                  </a:lnTo>
                  <a:lnTo>
                    <a:pt x="6366352" y="2712125"/>
                  </a:lnTo>
                  <a:lnTo>
                    <a:pt x="6326630" y="2629583"/>
                  </a:lnTo>
                  <a:lnTo>
                    <a:pt x="6286810" y="2546411"/>
                  </a:lnTo>
                  <a:lnTo>
                    <a:pt x="6246988" y="2463222"/>
                  </a:lnTo>
                  <a:lnTo>
                    <a:pt x="6207258" y="2380628"/>
                  </a:lnTo>
                  <a:lnTo>
                    <a:pt x="6167709" y="2299222"/>
                  </a:lnTo>
                  <a:lnTo>
                    <a:pt x="6128420" y="2219563"/>
                  </a:lnTo>
                  <a:lnTo>
                    <a:pt x="6089448" y="2142158"/>
                  </a:lnTo>
                  <a:lnTo>
                    <a:pt x="6050831" y="2067449"/>
                  </a:lnTo>
                  <a:lnTo>
                    <a:pt x="6012579" y="1995809"/>
                  </a:lnTo>
                  <a:lnTo>
                    <a:pt x="5974672" y="1927530"/>
                  </a:lnTo>
                  <a:lnTo>
                    <a:pt x="5937053" y="1862824"/>
                  </a:lnTo>
                  <a:lnTo>
                    <a:pt x="5899632" y="1801826"/>
                  </a:lnTo>
                  <a:lnTo>
                    <a:pt x="5862275" y="1744595"/>
                  </a:lnTo>
                  <a:lnTo>
                    <a:pt x="5824805" y="1691122"/>
                  </a:lnTo>
                  <a:lnTo>
                    <a:pt x="5786994" y="1641335"/>
                  </a:lnTo>
                  <a:lnTo>
                    <a:pt x="5784835" y="1638620"/>
                  </a:lnTo>
                  <a:lnTo>
                    <a:pt x="5736640" y="1581746"/>
                  </a:lnTo>
                  <a:lnTo>
                    <a:pt x="5686848" y="1530494"/>
                  </a:lnTo>
                  <a:lnTo>
                    <a:pt x="5634708" y="1484584"/>
                  </a:lnTo>
                  <a:lnTo>
                    <a:pt x="5579383" y="1443543"/>
                  </a:lnTo>
                  <a:lnTo>
                    <a:pt x="5520014" y="1406830"/>
                  </a:lnTo>
                  <a:lnTo>
                    <a:pt x="5455793" y="1373921"/>
                  </a:lnTo>
                  <a:lnTo>
                    <a:pt x="5386053" y="1344351"/>
                  </a:lnTo>
                  <a:lnTo>
                    <a:pt x="5310379" y="1317739"/>
                  </a:lnTo>
                  <a:lnTo>
                    <a:pt x="5228765" y="1293802"/>
                  </a:lnTo>
                  <a:lnTo>
                    <a:pt x="5141792" y="1272359"/>
                  </a:lnTo>
                  <a:lnTo>
                    <a:pt x="5050827" y="1253326"/>
                  </a:lnTo>
                  <a:lnTo>
                    <a:pt x="4958151" y="1236699"/>
                  </a:lnTo>
                  <a:lnTo>
                    <a:pt x="4866972" y="1222528"/>
                  </a:lnTo>
                  <a:lnTo>
                    <a:pt x="4781203" y="1210866"/>
                  </a:lnTo>
                  <a:lnTo>
                    <a:pt x="4704973" y="1201717"/>
                  </a:lnTo>
                  <a:lnTo>
                    <a:pt x="4641903" y="1194986"/>
                  </a:lnTo>
                  <a:lnTo>
                    <a:pt x="4594343" y="1190443"/>
                  </a:lnTo>
                  <a:lnTo>
                    <a:pt x="4562780" y="1187732"/>
                  </a:lnTo>
                  <a:lnTo>
                    <a:pt x="4545613" y="1186399"/>
                  </a:lnTo>
                  <a:lnTo>
                    <a:pt x="4539279" y="1185953"/>
                  </a:lnTo>
                  <a:lnTo>
                    <a:pt x="4538543" y="1185905"/>
                  </a:lnTo>
                  <a:lnTo>
                    <a:pt x="4016409" y="1185905"/>
                  </a:lnTo>
                  <a:lnTo>
                    <a:pt x="4015162" y="1185870"/>
                  </a:lnTo>
                  <a:lnTo>
                    <a:pt x="4007008" y="1185614"/>
                  </a:lnTo>
                  <a:lnTo>
                    <a:pt x="3986609" y="1184909"/>
                  </a:lnTo>
                  <a:lnTo>
                    <a:pt x="3950540" y="1183523"/>
                  </a:lnTo>
                  <a:lnTo>
                    <a:pt x="3897596" y="1181252"/>
                  </a:lnTo>
                  <a:lnTo>
                    <a:pt x="3828851" y="1177944"/>
                  </a:lnTo>
                  <a:lnTo>
                    <a:pt x="3747295" y="1173507"/>
                  </a:lnTo>
                  <a:lnTo>
                    <a:pt x="3657079" y="1167915"/>
                  </a:lnTo>
                  <a:lnTo>
                    <a:pt x="3562644" y="1161178"/>
                  </a:lnTo>
                  <a:lnTo>
                    <a:pt x="3467979" y="1153325"/>
                  </a:lnTo>
                  <a:lnTo>
                    <a:pt x="3376171" y="1144371"/>
                  </a:lnTo>
                  <a:lnTo>
                    <a:pt x="3289266" y="1134300"/>
                  </a:lnTo>
                  <a:lnTo>
                    <a:pt x="3208350" y="1123054"/>
                  </a:lnTo>
                  <a:lnTo>
                    <a:pt x="3133735" y="1110525"/>
                  </a:lnTo>
                  <a:lnTo>
                    <a:pt x="3065183" y="1096558"/>
                  </a:lnTo>
                  <a:lnTo>
                    <a:pt x="3002089" y="1080952"/>
                  </a:lnTo>
                  <a:lnTo>
                    <a:pt x="2943643" y="1063473"/>
                  </a:lnTo>
                  <a:lnTo>
                    <a:pt x="2888935" y="1043866"/>
                  </a:lnTo>
                  <a:lnTo>
                    <a:pt x="2837044" y="1021890"/>
                  </a:lnTo>
                  <a:lnTo>
                    <a:pt x="2787116" y="997368"/>
                  </a:lnTo>
                  <a:lnTo>
                    <a:pt x="2770117" y="988254"/>
                  </a:lnTo>
                  <a:lnTo>
                    <a:pt x="2722005" y="960411"/>
                  </a:lnTo>
                  <a:lnTo>
                    <a:pt x="2674362" y="929944"/>
                  </a:lnTo>
                  <a:lnTo>
                    <a:pt x="2626757" y="896811"/>
                  </a:lnTo>
                  <a:lnTo>
                    <a:pt x="2578879" y="861040"/>
                  </a:lnTo>
                  <a:lnTo>
                    <a:pt x="2530531" y="822747"/>
                  </a:lnTo>
                  <a:lnTo>
                    <a:pt x="2481612" y="782136"/>
                  </a:lnTo>
                  <a:lnTo>
                    <a:pt x="2432107" y="739501"/>
                  </a:lnTo>
                  <a:lnTo>
                    <a:pt x="2382077" y="695226"/>
                  </a:lnTo>
                  <a:lnTo>
                    <a:pt x="2331645" y="649767"/>
                  </a:lnTo>
                  <a:lnTo>
                    <a:pt x="2280975" y="603634"/>
                  </a:lnTo>
                  <a:lnTo>
                    <a:pt x="2230259" y="557374"/>
                  </a:lnTo>
                  <a:lnTo>
                    <a:pt x="2179694" y="511537"/>
                  </a:lnTo>
                  <a:lnTo>
                    <a:pt x="2129460" y="466655"/>
                  </a:lnTo>
                  <a:lnTo>
                    <a:pt x="2079702" y="423211"/>
                  </a:lnTo>
                  <a:lnTo>
                    <a:pt x="2030509" y="381624"/>
                  </a:lnTo>
                  <a:lnTo>
                    <a:pt x="1981905" y="342231"/>
                  </a:lnTo>
                  <a:lnTo>
                    <a:pt x="1933829" y="305276"/>
                  </a:lnTo>
                  <a:lnTo>
                    <a:pt x="1886129" y="270917"/>
                  </a:lnTo>
                  <a:lnTo>
                    <a:pt x="1838549" y="239222"/>
                  </a:lnTo>
                  <a:lnTo>
                    <a:pt x="1790716" y="210178"/>
                  </a:lnTo>
                  <a:lnTo>
                    <a:pt x="1768425" y="197650"/>
                  </a:lnTo>
                  <a:lnTo>
                    <a:pt x="1719003" y="172229"/>
                  </a:lnTo>
                  <a:lnTo>
                    <a:pt x="1667885" y="149384"/>
                  </a:lnTo>
                  <a:lnTo>
                    <a:pt x="1614256" y="128980"/>
                  </a:lnTo>
                  <a:lnTo>
                    <a:pt x="1557212" y="110792"/>
                  </a:lnTo>
                  <a:lnTo>
                    <a:pt x="1495830" y="94564"/>
                  </a:lnTo>
                  <a:lnTo>
                    <a:pt x="1429253" y="80054"/>
                  </a:lnTo>
                  <a:lnTo>
                    <a:pt x="1356792" y="67046"/>
                  </a:lnTo>
                  <a:lnTo>
                    <a:pt x="1278059" y="55369"/>
                  </a:lnTo>
                  <a:lnTo>
                    <a:pt x="1193153" y="44900"/>
                  </a:lnTo>
                  <a:lnTo>
                    <a:pt x="1102866" y="35562"/>
                  </a:lnTo>
                  <a:lnTo>
                    <a:pt x="1008895" y="27326"/>
                  </a:lnTo>
                  <a:lnTo>
                    <a:pt x="913968" y="20199"/>
                  </a:lnTo>
                  <a:lnTo>
                    <a:pt x="821796" y="14207"/>
                  </a:lnTo>
                  <a:lnTo>
                    <a:pt x="736731" y="9370"/>
                  </a:lnTo>
                  <a:lnTo>
                    <a:pt x="663125" y="5677"/>
                  </a:lnTo>
                  <a:lnTo>
                    <a:pt x="604468" y="3061"/>
                  </a:lnTo>
                  <a:lnTo>
                    <a:pt x="562562" y="1389"/>
                  </a:lnTo>
                  <a:lnTo>
                    <a:pt x="537007" y="472"/>
                  </a:lnTo>
                  <a:lnTo>
                    <a:pt x="525118" y="87"/>
                  </a:lnTo>
                  <a:lnTo>
                    <a:pt x="522187" y="1"/>
                  </a:lnTo>
                  <a:lnTo>
                    <a:pt x="522133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52" name="pg152"/>
            <p:cNvSpPr/>
            <p:nvPr/>
          </p:nvSpPr>
          <p:spPr>
            <a:xfrm>
              <a:off x="386606" y="1614730"/>
              <a:ext cx="8554953" cy="4399146"/>
            </a:xfrm>
            <a:custGeom>
              <a:avLst/>
              <a:pathLst>
                <a:path w="8554953" h="4399146">
                  <a:moveTo>
                    <a:pt x="0" y="5647"/>
                  </a:moveTo>
                  <a:lnTo>
                    <a:pt x="522133" y="5647"/>
                  </a:lnTo>
                  <a:lnTo>
                    <a:pt x="523380" y="5682"/>
                  </a:lnTo>
                  <a:lnTo>
                    <a:pt x="531534" y="5938"/>
                  </a:lnTo>
                  <a:lnTo>
                    <a:pt x="551933" y="6643"/>
                  </a:lnTo>
                  <a:lnTo>
                    <a:pt x="588002" y="8029"/>
                  </a:lnTo>
                  <a:lnTo>
                    <a:pt x="640946" y="10300"/>
                  </a:lnTo>
                  <a:lnTo>
                    <a:pt x="709691" y="13609"/>
                  </a:lnTo>
                  <a:lnTo>
                    <a:pt x="791247" y="18045"/>
                  </a:lnTo>
                  <a:lnTo>
                    <a:pt x="881464" y="23637"/>
                  </a:lnTo>
                  <a:lnTo>
                    <a:pt x="975898" y="30374"/>
                  </a:lnTo>
                  <a:lnTo>
                    <a:pt x="1070563" y="38227"/>
                  </a:lnTo>
                  <a:lnTo>
                    <a:pt x="1162371" y="47181"/>
                  </a:lnTo>
                  <a:lnTo>
                    <a:pt x="1249276" y="57252"/>
                  </a:lnTo>
                  <a:lnTo>
                    <a:pt x="1330192" y="68498"/>
                  </a:lnTo>
                  <a:lnTo>
                    <a:pt x="1404807" y="81027"/>
                  </a:lnTo>
                  <a:lnTo>
                    <a:pt x="1473360" y="94994"/>
                  </a:lnTo>
                  <a:lnTo>
                    <a:pt x="1536453" y="110600"/>
                  </a:lnTo>
                  <a:lnTo>
                    <a:pt x="1594899" y="128079"/>
                  </a:lnTo>
                  <a:lnTo>
                    <a:pt x="1649607" y="147686"/>
                  </a:lnTo>
                  <a:lnTo>
                    <a:pt x="1701498" y="169662"/>
                  </a:lnTo>
                  <a:lnTo>
                    <a:pt x="1751426" y="194184"/>
                  </a:lnTo>
                  <a:lnTo>
                    <a:pt x="1768425" y="203298"/>
                  </a:lnTo>
                  <a:lnTo>
                    <a:pt x="1816537" y="231141"/>
                  </a:lnTo>
                  <a:lnTo>
                    <a:pt x="1864180" y="261608"/>
                  </a:lnTo>
                  <a:lnTo>
                    <a:pt x="1911786" y="294741"/>
                  </a:lnTo>
                  <a:lnTo>
                    <a:pt x="1959663" y="330512"/>
                  </a:lnTo>
                  <a:lnTo>
                    <a:pt x="2008011" y="368805"/>
                  </a:lnTo>
                  <a:lnTo>
                    <a:pt x="2056930" y="409417"/>
                  </a:lnTo>
                  <a:lnTo>
                    <a:pt x="2106435" y="452051"/>
                  </a:lnTo>
                  <a:lnTo>
                    <a:pt x="2156465" y="496326"/>
                  </a:lnTo>
                  <a:lnTo>
                    <a:pt x="2206898" y="541786"/>
                  </a:lnTo>
                  <a:lnTo>
                    <a:pt x="2257567" y="587918"/>
                  </a:lnTo>
                  <a:lnTo>
                    <a:pt x="2308283" y="634179"/>
                  </a:lnTo>
                  <a:lnTo>
                    <a:pt x="2358848" y="680015"/>
                  </a:lnTo>
                  <a:lnTo>
                    <a:pt x="2409082" y="724897"/>
                  </a:lnTo>
                  <a:lnTo>
                    <a:pt x="2458840" y="768341"/>
                  </a:lnTo>
                  <a:lnTo>
                    <a:pt x="2508033" y="809928"/>
                  </a:lnTo>
                  <a:lnTo>
                    <a:pt x="2556637" y="849322"/>
                  </a:lnTo>
                  <a:lnTo>
                    <a:pt x="2604713" y="886276"/>
                  </a:lnTo>
                  <a:lnTo>
                    <a:pt x="2652413" y="920635"/>
                  </a:lnTo>
                  <a:lnTo>
                    <a:pt x="2699993" y="952330"/>
                  </a:lnTo>
                  <a:lnTo>
                    <a:pt x="2747826" y="981374"/>
                  </a:lnTo>
                  <a:lnTo>
                    <a:pt x="2770117" y="993902"/>
                  </a:lnTo>
                  <a:lnTo>
                    <a:pt x="2819539" y="1019323"/>
                  </a:lnTo>
                  <a:lnTo>
                    <a:pt x="2870658" y="1042168"/>
                  </a:lnTo>
                  <a:lnTo>
                    <a:pt x="2924286" y="1062572"/>
                  </a:lnTo>
                  <a:lnTo>
                    <a:pt x="2981330" y="1080760"/>
                  </a:lnTo>
                  <a:lnTo>
                    <a:pt x="3042712" y="1096988"/>
                  </a:lnTo>
                  <a:lnTo>
                    <a:pt x="3109289" y="1111499"/>
                  </a:lnTo>
                  <a:lnTo>
                    <a:pt x="3181751" y="1124506"/>
                  </a:lnTo>
                  <a:lnTo>
                    <a:pt x="3260483" y="1136183"/>
                  </a:lnTo>
                  <a:lnTo>
                    <a:pt x="3345390" y="1146653"/>
                  </a:lnTo>
                  <a:lnTo>
                    <a:pt x="3435676" y="1155990"/>
                  </a:lnTo>
                  <a:lnTo>
                    <a:pt x="3529647" y="1164226"/>
                  </a:lnTo>
                  <a:lnTo>
                    <a:pt x="3624574" y="1171353"/>
                  </a:lnTo>
                  <a:lnTo>
                    <a:pt x="3716747" y="1177345"/>
                  </a:lnTo>
                  <a:lnTo>
                    <a:pt x="3801811" y="1182182"/>
                  </a:lnTo>
                  <a:lnTo>
                    <a:pt x="3875417" y="1185875"/>
                  </a:lnTo>
                  <a:lnTo>
                    <a:pt x="3934074" y="1188491"/>
                  </a:lnTo>
                  <a:lnTo>
                    <a:pt x="3975980" y="1190163"/>
                  </a:lnTo>
                  <a:lnTo>
                    <a:pt x="4001535" y="1191080"/>
                  </a:lnTo>
                  <a:lnTo>
                    <a:pt x="4013424" y="1191465"/>
                  </a:lnTo>
                  <a:lnTo>
                    <a:pt x="4016409" y="1191553"/>
                  </a:lnTo>
                  <a:lnTo>
                    <a:pt x="4538543" y="1191553"/>
                  </a:lnTo>
                  <a:lnTo>
                    <a:pt x="4539664" y="1191639"/>
                  </a:lnTo>
                  <a:lnTo>
                    <a:pt x="4547017" y="1192258"/>
                  </a:lnTo>
                  <a:lnTo>
                    <a:pt x="4565478" y="1193969"/>
                  </a:lnTo>
                  <a:lnTo>
                    <a:pt x="4598286" y="1197333"/>
                  </a:lnTo>
                  <a:lnTo>
                    <a:pt x="4646783" y="1202858"/>
                  </a:lnTo>
                  <a:lnTo>
                    <a:pt x="4710315" y="1210939"/>
                  </a:lnTo>
                  <a:lnTo>
                    <a:pt x="4786484" y="1221825"/>
                  </a:lnTo>
                  <a:lnTo>
                    <a:pt x="4871726" y="1235616"/>
                  </a:lnTo>
                  <a:lnTo>
                    <a:pt x="4962044" y="1252302"/>
                  </a:lnTo>
                  <a:lnTo>
                    <a:pt x="5053676" y="1271820"/>
                  </a:lnTo>
                  <a:lnTo>
                    <a:pt x="5143551" y="1294115"/>
                  </a:lnTo>
                  <a:lnTo>
                    <a:pt x="5229485" y="1319194"/>
                  </a:lnTo>
                  <a:lnTo>
                    <a:pt x="5310171" y="1347152"/>
                  </a:lnTo>
                  <a:lnTo>
                    <a:pt x="5385049" y="1378199"/>
                  </a:lnTo>
                  <a:lnTo>
                    <a:pt x="5454120" y="1412656"/>
                  </a:lnTo>
                  <a:lnTo>
                    <a:pt x="5517780" y="1450956"/>
                  </a:lnTo>
                  <a:lnTo>
                    <a:pt x="5576670" y="1493627"/>
                  </a:lnTo>
                  <a:lnTo>
                    <a:pt x="5631566" y="1541266"/>
                  </a:lnTo>
                  <a:lnTo>
                    <a:pt x="5683299" y="1594490"/>
                  </a:lnTo>
                  <a:lnTo>
                    <a:pt x="5732681" y="1653851"/>
                  </a:lnTo>
                  <a:lnTo>
                    <a:pt x="5780448" y="1719691"/>
                  </a:lnTo>
                  <a:lnTo>
                    <a:pt x="5784835" y="1726151"/>
                  </a:lnTo>
                  <a:lnTo>
                    <a:pt x="5820270" y="1780833"/>
                  </a:lnTo>
                  <a:lnTo>
                    <a:pt x="5855380" y="1839317"/>
                  </a:lnTo>
                  <a:lnTo>
                    <a:pt x="5890358" y="1901682"/>
                  </a:lnTo>
                  <a:lnTo>
                    <a:pt x="5925358" y="1967950"/>
                  </a:lnTo>
                  <a:lnTo>
                    <a:pt x="5960498" y="2038084"/>
                  </a:lnTo>
                  <a:lnTo>
                    <a:pt x="5995867" y="2111978"/>
                  </a:lnTo>
                  <a:lnTo>
                    <a:pt x="6031520" y="2189458"/>
                  </a:lnTo>
                  <a:lnTo>
                    <a:pt x="6067487" y="2270276"/>
                  </a:lnTo>
                  <a:lnTo>
                    <a:pt x="6103774" y="2354114"/>
                  </a:lnTo>
                  <a:lnTo>
                    <a:pt x="6140362" y="2440584"/>
                  </a:lnTo>
                  <a:lnTo>
                    <a:pt x="6177216" y="2529233"/>
                  </a:lnTo>
                  <a:lnTo>
                    <a:pt x="6214281" y="2619555"/>
                  </a:lnTo>
                  <a:lnTo>
                    <a:pt x="6251493" y="2711001"/>
                  </a:lnTo>
                  <a:lnTo>
                    <a:pt x="6288776" y="2802991"/>
                  </a:lnTo>
                  <a:lnTo>
                    <a:pt x="6326053" y="2894931"/>
                  </a:lnTo>
                  <a:lnTo>
                    <a:pt x="6363245" y="2986230"/>
                  </a:lnTo>
                  <a:lnTo>
                    <a:pt x="6400280" y="3076311"/>
                  </a:lnTo>
                  <a:lnTo>
                    <a:pt x="6437093" y="3164632"/>
                  </a:lnTo>
                  <a:lnTo>
                    <a:pt x="6473634" y="3250695"/>
                  </a:lnTo>
                  <a:lnTo>
                    <a:pt x="6509868" y="3334057"/>
                  </a:lnTo>
                  <a:lnTo>
                    <a:pt x="6545782" y="3414341"/>
                  </a:lnTo>
                  <a:lnTo>
                    <a:pt x="6581385" y="3491241"/>
                  </a:lnTo>
                  <a:lnTo>
                    <a:pt x="6616711" y="3564521"/>
                  </a:lnTo>
                  <a:lnTo>
                    <a:pt x="6651821" y="3634018"/>
                  </a:lnTo>
                  <a:lnTo>
                    <a:pt x="6686809" y="3699639"/>
                  </a:lnTo>
                  <a:lnTo>
                    <a:pt x="6721796" y="3761357"/>
                  </a:lnTo>
                  <a:lnTo>
                    <a:pt x="6756946" y="3819203"/>
                  </a:lnTo>
                  <a:lnTo>
                    <a:pt x="6786527" y="3864547"/>
                  </a:lnTo>
                  <a:lnTo>
                    <a:pt x="6834176" y="3930995"/>
                  </a:lnTo>
                  <a:lnTo>
                    <a:pt x="6883379" y="3990949"/>
                  </a:lnTo>
                  <a:lnTo>
                    <a:pt x="6934859" y="4044723"/>
                  </a:lnTo>
                  <a:lnTo>
                    <a:pt x="6989426" y="4092856"/>
                  </a:lnTo>
                  <a:lnTo>
                    <a:pt x="7047910" y="4135963"/>
                  </a:lnTo>
                  <a:lnTo>
                    <a:pt x="7111096" y="4174646"/>
                  </a:lnTo>
                  <a:lnTo>
                    <a:pt x="7179642" y="4209441"/>
                  </a:lnTo>
                  <a:lnTo>
                    <a:pt x="7253971" y="4240790"/>
                  </a:lnTo>
                  <a:lnTo>
                    <a:pt x="7334131" y="4269026"/>
                  </a:lnTo>
                  <a:lnTo>
                    <a:pt x="7419619" y="4294367"/>
                  </a:lnTo>
                  <a:lnTo>
                    <a:pt x="7509205" y="4316920"/>
                  </a:lnTo>
                  <a:lnTo>
                    <a:pt x="7600790" y="4336698"/>
                  </a:lnTo>
                  <a:lnTo>
                    <a:pt x="7691381" y="4353651"/>
                  </a:lnTo>
                  <a:lnTo>
                    <a:pt x="7777265" y="4367713"/>
                  </a:lnTo>
                  <a:lnTo>
                    <a:pt x="7854441" y="4378867"/>
                  </a:lnTo>
                  <a:lnTo>
                    <a:pt x="7919274" y="4387201"/>
                  </a:lnTo>
                  <a:lnTo>
                    <a:pt x="7969228" y="4392949"/>
                  </a:lnTo>
                  <a:lnTo>
                    <a:pt x="8003471" y="4396494"/>
                  </a:lnTo>
                  <a:lnTo>
                    <a:pt x="8023158" y="4398336"/>
                  </a:lnTo>
                  <a:lnTo>
                    <a:pt x="8031362" y="4399032"/>
                  </a:lnTo>
                  <a:lnTo>
                    <a:pt x="8032819" y="4399146"/>
                  </a:lnTo>
                  <a:lnTo>
                    <a:pt x="8554953" y="4399146"/>
                  </a:lnTo>
                  <a:lnTo>
                    <a:pt x="8554953" y="4393499"/>
                  </a:lnTo>
                  <a:lnTo>
                    <a:pt x="8032819" y="4393499"/>
                  </a:lnTo>
                  <a:lnTo>
                    <a:pt x="8031698" y="4393412"/>
                  </a:lnTo>
                  <a:lnTo>
                    <a:pt x="8024345" y="4392793"/>
                  </a:lnTo>
                  <a:lnTo>
                    <a:pt x="8005884" y="4391082"/>
                  </a:lnTo>
                  <a:lnTo>
                    <a:pt x="7973076" y="4387718"/>
                  </a:lnTo>
                  <a:lnTo>
                    <a:pt x="7924579" y="4382193"/>
                  </a:lnTo>
                  <a:lnTo>
                    <a:pt x="7861047" y="4374112"/>
                  </a:lnTo>
                  <a:lnTo>
                    <a:pt x="7784878" y="4363227"/>
                  </a:lnTo>
                  <a:lnTo>
                    <a:pt x="7699636" y="4349436"/>
                  </a:lnTo>
                  <a:lnTo>
                    <a:pt x="7609318" y="4332750"/>
                  </a:lnTo>
                  <a:lnTo>
                    <a:pt x="7517686" y="4313232"/>
                  </a:lnTo>
                  <a:lnTo>
                    <a:pt x="7427811" y="4290936"/>
                  </a:lnTo>
                  <a:lnTo>
                    <a:pt x="7341877" y="4265858"/>
                  </a:lnTo>
                  <a:lnTo>
                    <a:pt x="7261191" y="4237899"/>
                  </a:lnTo>
                  <a:lnTo>
                    <a:pt x="7186313" y="4206852"/>
                  </a:lnTo>
                  <a:lnTo>
                    <a:pt x="7117242" y="4172395"/>
                  </a:lnTo>
                  <a:lnTo>
                    <a:pt x="7053582" y="4134095"/>
                  </a:lnTo>
                  <a:lnTo>
                    <a:pt x="6994692" y="4091424"/>
                  </a:lnTo>
                  <a:lnTo>
                    <a:pt x="6939796" y="4043785"/>
                  </a:lnTo>
                  <a:lnTo>
                    <a:pt x="6888063" y="3990561"/>
                  </a:lnTo>
                  <a:lnTo>
                    <a:pt x="6838680" y="3931201"/>
                  </a:lnTo>
                  <a:lnTo>
                    <a:pt x="6790914" y="3865360"/>
                  </a:lnTo>
                  <a:lnTo>
                    <a:pt x="6786527" y="3858900"/>
                  </a:lnTo>
                  <a:lnTo>
                    <a:pt x="6751092" y="3804218"/>
                  </a:lnTo>
                  <a:lnTo>
                    <a:pt x="6715982" y="3745734"/>
                  </a:lnTo>
                  <a:lnTo>
                    <a:pt x="6681004" y="3683369"/>
                  </a:lnTo>
                  <a:lnTo>
                    <a:pt x="6646004" y="3617101"/>
                  </a:lnTo>
                  <a:lnTo>
                    <a:pt x="6610864" y="3546968"/>
                  </a:lnTo>
                  <a:lnTo>
                    <a:pt x="6575495" y="3473074"/>
                  </a:lnTo>
                  <a:lnTo>
                    <a:pt x="6539842" y="3395594"/>
                  </a:lnTo>
                  <a:lnTo>
                    <a:pt x="6503875" y="3314775"/>
                  </a:lnTo>
                  <a:lnTo>
                    <a:pt x="6467588" y="3230937"/>
                  </a:lnTo>
                  <a:lnTo>
                    <a:pt x="6431000" y="3144467"/>
                  </a:lnTo>
                  <a:lnTo>
                    <a:pt x="6394146" y="3055818"/>
                  </a:lnTo>
                  <a:lnTo>
                    <a:pt x="6357080" y="2965496"/>
                  </a:lnTo>
                  <a:lnTo>
                    <a:pt x="6319869" y="2874051"/>
                  </a:lnTo>
                  <a:lnTo>
                    <a:pt x="6282586" y="2782060"/>
                  </a:lnTo>
                  <a:lnTo>
                    <a:pt x="6245309" y="2690120"/>
                  </a:lnTo>
                  <a:lnTo>
                    <a:pt x="6208117" y="2598821"/>
                  </a:lnTo>
                  <a:lnTo>
                    <a:pt x="6171082" y="2508740"/>
                  </a:lnTo>
                  <a:lnTo>
                    <a:pt x="6134269" y="2420419"/>
                  </a:lnTo>
                  <a:lnTo>
                    <a:pt x="6097728" y="2334357"/>
                  </a:lnTo>
                  <a:lnTo>
                    <a:pt x="6061494" y="2250995"/>
                  </a:lnTo>
                  <a:lnTo>
                    <a:pt x="6025580" y="2170710"/>
                  </a:lnTo>
                  <a:lnTo>
                    <a:pt x="5989977" y="2093810"/>
                  </a:lnTo>
                  <a:lnTo>
                    <a:pt x="5954651" y="2020530"/>
                  </a:lnTo>
                  <a:lnTo>
                    <a:pt x="5919541" y="1951033"/>
                  </a:lnTo>
                  <a:lnTo>
                    <a:pt x="5884553" y="1885412"/>
                  </a:lnTo>
                  <a:lnTo>
                    <a:pt x="5849565" y="1823694"/>
                  </a:lnTo>
                  <a:lnTo>
                    <a:pt x="5814416" y="1765848"/>
                  </a:lnTo>
                  <a:lnTo>
                    <a:pt x="5784835" y="1720504"/>
                  </a:lnTo>
                  <a:lnTo>
                    <a:pt x="5737186" y="1654057"/>
                  </a:lnTo>
                  <a:lnTo>
                    <a:pt x="5687983" y="1594102"/>
                  </a:lnTo>
                  <a:lnTo>
                    <a:pt x="5636503" y="1540328"/>
                  </a:lnTo>
                  <a:lnTo>
                    <a:pt x="5581936" y="1492196"/>
                  </a:lnTo>
                  <a:lnTo>
                    <a:pt x="5523452" y="1449088"/>
                  </a:lnTo>
                  <a:lnTo>
                    <a:pt x="5460266" y="1410405"/>
                  </a:lnTo>
                  <a:lnTo>
                    <a:pt x="5391720" y="1375610"/>
                  </a:lnTo>
                  <a:lnTo>
                    <a:pt x="5317391" y="1344261"/>
                  </a:lnTo>
                  <a:lnTo>
                    <a:pt x="5237231" y="1316025"/>
                  </a:lnTo>
                  <a:lnTo>
                    <a:pt x="5151743" y="1290685"/>
                  </a:lnTo>
                  <a:lnTo>
                    <a:pt x="5062157" y="1268131"/>
                  </a:lnTo>
                  <a:lnTo>
                    <a:pt x="4970572" y="1248353"/>
                  </a:lnTo>
                  <a:lnTo>
                    <a:pt x="4879981" y="1231400"/>
                  </a:lnTo>
                  <a:lnTo>
                    <a:pt x="4794097" y="1217338"/>
                  </a:lnTo>
                  <a:lnTo>
                    <a:pt x="4716921" y="1206184"/>
                  </a:lnTo>
                  <a:lnTo>
                    <a:pt x="4652088" y="1197850"/>
                  </a:lnTo>
                  <a:lnTo>
                    <a:pt x="4602134" y="1192102"/>
                  </a:lnTo>
                  <a:lnTo>
                    <a:pt x="4567891" y="1188557"/>
                  </a:lnTo>
                  <a:lnTo>
                    <a:pt x="4548204" y="1186715"/>
                  </a:lnTo>
                  <a:lnTo>
                    <a:pt x="4540000" y="1186019"/>
                  </a:lnTo>
                  <a:lnTo>
                    <a:pt x="4538543" y="1185905"/>
                  </a:lnTo>
                  <a:lnTo>
                    <a:pt x="4016409" y="1185905"/>
                  </a:lnTo>
                  <a:lnTo>
                    <a:pt x="4015162" y="1185870"/>
                  </a:lnTo>
                  <a:lnTo>
                    <a:pt x="4007008" y="1185614"/>
                  </a:lnTo>
                  <a:lnTo>
                    <a:pt x="3986609" y="1184909"/>
                  </a:lnTo>
                  <a:lnTo>
                    <a:pt x="3950540" y="1183523"/>
                  </a:lnTo>
                  <a:lnTo>
                    <a:pt x="3897596" y="1181252"/>
                  </a:lnTo>
                  <a:lnTo>
                    <a:pt x="3828851" y="1177944"/>
                  </a:lnTo>
                  <a:lnTo>
                    <a:pt x="3747295" y="1173507"/>
                  </a:lnTo>
                  <a:lnTo>
                    <a:pt x="3657079" y="1167915"/>
                  </a:lnTo>
                  <a:lnTo>
                    <a:pt x="3562644" y="1161178"/>
                  </a:lnTo>
                  <a:lnTo>
                    <a:pt x="3467979" y="1153325"/>
                  </a:lnTo>
                  <a:lnTo>
                    <a:pt x="3376171" y="1144371"/>
                  </a:lnTo>
                  <a:lnTo>
                    <a:pt x="3289266" y="1134300"/>
                  </a:lnTo>
                  <a:lnTo>
                    <a:pt x="3208350" y="1123054"/>
                  </a:lnTo>
                  <a:lnTo>
                    <a:pt x="3133735" y="1110525"/>
                  </a:lnTo>
                  <a:lnTo>
                    <a:pt x="3065183" y="1096558"/>
                  </a:lnTo>
                  <a:lnTo>
                    <a:pt x="3002089" y="1080952"/>
                  </a:lnTo>
                  <a:lnTo>
                    <a:pt x="2943643" y="1063473"/>
                  </a:lnTo>
                  <a:lnTo>
                    <a:pt x="2888935" y="1043866"/>
                  </a:lnTo>
                  <a:lnTo>
                    <a:pt x="2837044" y="1021890"/>
                  </a:lnTo>
                  <a:lnTo>
                    <a:pt x="2787116" y="997368"/>
                  </a:lnTo>
                  <a:lnTo>
                    <a:pt x="2770117" y="988254"/>
                  </a:lnTo>
                  <a:lnTo>
                    <a:pt x="2722005" y="960411"/>
                  </a:lnTo>
                  <a:lnTo>
                    <a:pt x="2674362" y="929944"/>
                  </a:lnTo>
                  <a:lnTo>
                    <a:pt x="2626757" y="896811"/>
                  </a:lnTo>
                  <a:lnTo>
                    <a:pt x="2578879" y="861040"/>
                  </a:lnTo>
                  <a:lnTo>
                    <a:pt x="2530531" y="822747"/>
                  </a:lnTo>
                  <a:lnTo>
                    <a:pt x="2481612" y="782136"/>
                  </a:lnTo>
                  <a:lnTo>
                    <a:pt x="2432107" y="739501"/>
                  </a:lnTo>
                  <a:lnTo>
                    <a:pt x="2382077" y="695226"/>
                  </a:lnTo>
                  <a:lnTo>
                    <a:pt x="2331645" y="649767"/>
                  </a:lnTo>
                  <a:lnTo>
                    <a:pt x="2280975" y="603634"/>
                  </a:lnTo>
                  <a:lnTo>
                    <a:pt x="2230259" y="557374"/>
                  </a:lnTo>
                  <a:lnTo>
                    <a:pt x="2179694" y="511537"/>
                  </a:lnTo>
                  <a:lnTo>
                    <a:pt x="2129460" y="466655"/>
                  </a:lnTo>
                  <a:lnTo>
                    <a:pt x="2079702" y="423211"/>
                  </a:lnTo>
                  <a:lnTo>
                    <a:pt x="2030509" y="381624"/>
                  </a:lnTo>
                  <a:lnTo>
                    <a:pt x="1981905" y="342231"/>
                  </a:lnTo>
                  <a:lnTo>
                    <a:pt x="1933829" y="305276"/>
                  </a:lnTo>
                  <a:lnTo>
                    <a:pt x="1886129" y="270917"/>
                  </a:lnTo>
                  <a:lnTo>
                    <a:pt x="1838549" y="239222"/>
                  </a:lnTo>
                  <a:lnTo>
                    <a:pt x="1790716" y="210178"/>
                  </a:lnTo>
                  <a:lnTo>
                    <a:pt x="1768425" y="197650"/>
                  </a:lnTo>
                  <a:lnTo>
                    <a:pt x="1719003" y="172229"/>
                  </a:lnTo>
                  <a:lnTo>
                    <a:pt x="1667885" y="149384"/>
                  </a:lnTo>
                  <a:lnTo>
                    <a:pt x="1614256" y="128980"/>
                  </a:lnTo>
                  <a:lnTo>
                    <a:pt x="1557212" y="110792"/>
                  </a:lnTo>
                  <a:lnTo>
                    <a:pt x="1495830" y="94564"/>
                  </a:lnTo>
                  <a:lnTo>
                    <a:pt x="1429253" y="80054"/>
                  </a:lnTo>
                  <a:lnTo>
                    <a:pt x="1356792" y="67046"/>
                  </a:lnTo>
                  <a:lnTo>
                    <a:pt x="1278059" y="55369"/>
                  </a:lnTo>
                  <a:lnTo>
                    <a:pt x="1193153" y="44900"/>
                  </a:lnTo>
                  <a:lnTo>
                    <a:pt x="1102866" y="35562"/>
                  </a:lnTo>
                  <a:lnTo>
                    <a:pt x="1008895" y="27326"/>
                  </a:lnTo>
                  <a:lnTo>
                    <a:pt x="913968" y="20199"/>
                  </a:lnTo>
                  <a:lnTo>
                    <a:pt x="821796" y="14207"/>
                  </a:lnTo>
                  <a:lnTo>
                    <a:pt x="736731" y="9370"/>
                  </a:lnTo>
                  <a:lnTo>
                    <a:pt x="663125" y="5677"/>
                  </a:lnTo>
                  <a:lnTo>
                    <a:pt x="604468" y="3061"/>
                  </a:lnTo>
                  <a:lnTo>
                    <a:pt x="562562" y="1389"/>
                  </a:lnTo>
                  <a:lnTo>
                    <a:pt x="537007" y="472"/>
                  </a:lnTo>
                  <a:lnTo>
                    <a:pt x="525118" y="87"/>
                  </a:lnTo>
                  <a:lnTo>
                    <a:pt x="5221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153" name="pl153"/>
            <p:cNvSpPr/>
            <p:nvPr/>
          </p:nvSpPr>
          <p:spPr>
            <a:xfrm>
              <a:off x="386606" y="1620377"/>
              <a:ext cx="8554953" cy="4393499"/>
            </a:xfrm>
            <a:custGeom>
              <a:avLst/>
              <a:pathLst>
                <a:path w="8554953" h="4393499">
                  <a:moveTo>
                    <a:pt x="0" y="0"/>
                  </a:moveTo>
                  <a:lnTo>
                    <a:pt x="522133" y="0"/>
                  </a:lnTo>
                  <a:lnTo>
                    <a:pt x="523380" y="35"/>
                  </a:lnTo>
                  <a:lnTo>
                    <a:pt x="531534" y="290"/>
                  </a:lnTo>
                  <a:lnTo>
                    <a:pt x="551933" y="996"/>
                  </a:lnTo>
                  <a:lnTo>
                    <a:pt x="588002" y="2382"/>
                  </a:lnTo>
                  <a:lnTo>
                    <a:pt x="640946" y="4653"/>
                  </a:lnTo>
                  <a:lnTo>
                    <a:pt x="709691" y="7961"/>
                  </a:lnTo>
                  <a:lnTo>
                    <a:pt x="791247" y="12398"/>
                  </a:lnTo>
                  <a:lnTo>
                    <a:pt x="881464" y="17990"/>
                  </a:lnTo>
                  <a:lnTo>
                    <a:pt x="975898" y="24727"/>
                  </a:lnTo>
                  <a:lnTo>
                    <a:pt x="1070563" y="32580"/>
                  </a:lnTo>
                  <a:lnTo>
                    <a:pt x="1162371" y="41534"/>
                  </a:lnTo>
                  <a:lnTo>
                    <a:pt x="1249276" y="51605"/>
                  </a:lnTo>
                  <a:lnTo>
                    <a:pt x="1330192" y="62851"/>
                  </a:lnTo>
                  <a:lnTo>
                    <a:pt x="1404807" y="75380"/>
                  </a:lnTo>
                  <a:lnTo>
                    <a:pt x="1473360" y="89347"/>
                  </a:lnTo>
                  <a:lnTo>
                    <a:pt x="1536453" y="104953"/>
                  </a:lnTo>
                  <a:lnTo>
                    <a:pt x="1594899" y="122432"/>
                  </a:lnTo>
                  <a:lnTo>
                    <a:pt x="1649607" y="142038"/>
                  </a:lnTo>
                  <a:lnTo>
                    <a:pt x="1701498" y="164015"/>
                  </a:lnTo>
                  <a:lnTo>
                    <a:pt x="1751426" y="188536"/>
                  </a:lnTo>
                  <a:lnTo>
                    <a:pt x="1768425" y="197650"/>
                  </a:lnTo>
                  <a:lnTo>
                    <a:pt x="1816537" y="225494"/>
                  </a:lnTo>
                  <a:lnTo>
                    <a:pt x="1864180" y="255961"/>
                  </a:lnTo>
                  <a:lnTo>
                    <a:pt x="1911786" y="289094"/>
                  </a:lnTo>
                  <a:lnTo>
                    <a:pt x="1959663" y="324865"/>
                  </a:lnTo>
                  <a:lnTo>
                    <a:pt x="2008011" y="363158"/>
                  </a:lnTo>
                  <a:lnTo>
                    <a:pt x="2056930" y="403769"/>
                  </a:lnTo>
                  <a:lnTo>
                    <a:pt x="2106435" y="446403"/>
                  </a:lnTo>
                  <a:lnTo>
                    <a:pt x="2156465" y="490678"/>
                  </a:lnTo>
                  <a:lnTo>
                    <a:pt x="2206898" y="536138"/>
                  </a:lnTo>
                  <a:lnTo>
                    <a:pt x="2257567" y="582271"/>
                  </a:lnTo>
                  <a:lnTo>
                    <a:pt x="2308283" y="628531"/>
                  </a:lnTo>
                  <a:lnTo>
                    <a:pt x="2358848" y="674368"/>
                  </a:lnTo>
                  <a:lnTo>
                    <a:pt x="2409082" y="719250"/>
                  </a:lnTo>
                  <a:lnTo>
                    <a:pt x="2458840" y="762694"/>
                  </a:lnTo>
                  <a:lnTo>
                    <a:pt x="2508033" y="804281"/>
                  </a:lnTo>
                  <a:lnTo>
                    <a:pt x="2556637" y="843674"/>
                  </a:lnTo>
                  <a:lnTo>
                    <a:pt x="2604713" y="880629"/>
                  </a:lnTo>
                  <a:lnTo>
                    <a:pt x="2652413" y="914988"/>
                  </a:lnTo>
                  <a:lnTo>
                    <a:pt x="2699993" y="946683"/>
                  </a:lnTo>
                  <a:lnTo>
                    <a:pt x="2747826" y="975727"/>
                  </a:lnTo>
                  <a:lnTo>
                    <a:pt x="2770117" y="988254"/>
                  </a:lnTo>
                  <a:lnTo>
                    <a:pt x="2819539" y="1013676"/>
                  </a:lnTo>
                  <a:lnTo>
                    <a:pt x="2870658" y="1036521"/>
                  </a:lnTo>
                  <a:lnTo>
                    <a:pt x="2924286" y="1056925"/>
                  </a:lnTo>
                  <a:lnTo>
                    <a:pt x="2981330" y="1075113"/>
                  </a:lnTo>
                  <a:lnTo>
                    <a:pt x="3042712" y="1091340"/>
                  </a:lnTo>
                  <a:lnTo>
                    <a:pt x="3109289" y="1105851"/>
                  </a:lnTo>
                  <a:lnTo>
                    <a:pt x="3181751" y="1118859"/>
                  </a:lnTo>
                  <a:lnTo>
                    <a:pt x="3260483" y="1130536"/>
                  </a:lnTo>
                  <a:lnTo>
                    <a:pt x="3345390" y="1141005"/>
                  </a:lnTo>
                  <a:lnTo>
                    <a:pt x="3435676" y="1150343"/>
                  </a:lnTo>
                  <a:lnTo>
                    <a:pt x="3529647" y="1158579"/>
                  </a:lnTo>
                  <a:lnTo>
                    <a:pt x="3624574" y="1165706"/>
                  </a:lnTo>
                  <a:lnTo>
                    <a:pt x="3716747" y="1171698"/>
                  </a:lnTo>
                  <a:lnTo>
                    <a:pt x="3801811" y="1176535"/>
                  </a:lnTo>
                  <a:lnTo>
                    <a:pt x="3875417" y="1180228"/>
                  </a:lnTo>
                  <a:lnTo>
                    <a:pt x="3934074" y="1182844"/>
                  </a:lnTo>
                  <a:lnTo>
                    <a:pt x="3975980" y="1184516"/>
                  </a:lnTo>
                  <a:lnTo>
                    <a:pt x="4001535" y="1185433"/>
                  </a:lnTo>
                  <a:lnTo>
                    <a:pt x="4013424" y="1185818"/>
                  </a:lnTo>
                  <a:lnTo>
                    <a:pt x="4016355" y="1185904"/>
                  </a:lnTo>
                  <a:lnTo>
                    <a:pt x="4016409" y="1185905"/>
                  </a:lnTo>
                  <a:lnTo>
                    <a:pt x="4538543" y="1185905"/>
                  </a:lnTo>
                  <a:lnTo>
                    <a:pt x="4539664" y="1185992"/>
                  </a:lnTo>
                  <a:lnTo>
                    <a:pt x="4547017" y="1186611"/>
                  </a:lnTo>
                  <a:lnTo>
                    <a:pt x="4565478" y="1188322"/>
                  </a:lnTo>
                  <a:lnTo>
                    <a:pt x="4598286" y="1191686"/>
                  </a:lnTo>
                  <a:lnTo>
                    <a:pt x="4646783" y="1197211"/>
                  </a:lnTo>
                  <a:lnTo>
                    <a:pt x="4710315" y="1205292"/>
                  </a:lnTo>
                  <a:lnTo>
                    <a:pt x="4786484" y="1216177"/>
                  </a:lnTo>
                  <a:lnTo>
                    <a:pt x="4871726" y="1229968"/>
                  </a:lnTo>
                  <a:lnTo>
                    <a:pt x="4962044" y="1246654"/>
                  </a:lnTo>
                  <a:lnTo>
                    <a:pt x="5053676" y="1266172"/>
                  </a:lnTo>
                  <a:lnTo>
                    <a:pt x="5143551" y="1288468"/>
                  </a:lnTo>
                  <a:lnTo>
                    <a:pt x="5229485" y="1313546"/>
                  </a:lnTo>
                  <a:lnTo>
                    <a:pt x="5310171" y="1341505"/>
                  </a:lnTo>
                  <a:lnTo>
                    <a:pt x="5385049" y="1372552"/>
                  </a:lnTo>
                  <a:lnTo>
                    <a:pt x="5454120" y="1407009"/>
                  </a:lnTo>
                  <a:lnTo>
                    <a:pt x="5517780" y="1445309"/>
                  </a:lnTo>
                  <a:lnTo>
                    <a:pt x="5576670" y="1487980"/>
                  </a:lnTo>
                  <a:lnTo>
                    <a:pt x="5631566" y="1535619"/>
                  </a:lnTo>
                  <a:lnTo>
                    <a:pt x="5683299" y="1588843"/>
                  </a:lnTo>
                  <a:lnTo>
                    <a:pt x="5732681" y="1648203"/>
                  </a:lnTo>
                  <a:lnTo>
                    <a:pt x="5780448" y="1714044"/>
                  </a:lnTo>
                  <a:lnTo>
                    <a:pt x="5784835" y="1720504"/>
                  </a:lnTo>
                  <a:lnTo>
                    <a:pt x="5820270" y="1775186"/>
                  </a:lnTo>
                  <a:lnTo>
                    <a:pt x="5855380" y="1833670"/>
                  </a:lnTo>
                  <a:lnTo>
                    <a:pt x="5890358" y="1896035"/>
                  </a:lnTo>
                  <a:lnTo>
                    <a:pt x="5925358" y="1962303"/>
                  </a:lnTo>
                  <a:lnTo>
                    <a:pt x="5960498" y="2032436"/>
                  </a:lnTo>
                  <a:lnTo>
                    <a:pt x="5995867" y="2106331"/>
                  </a:lnTo>
                  <a:lnTo>
                    <a:pt x="6031520" y="2183810"/>
                  </a:lnTo>
                  <a:lnTo>
                    <a:pt x="6067487" y="2264629"/>
                  </a:lnTo>
                  <a:lnTo>
                    <a:pt x="6103774" y="2348467"/>
                  </a:lnTo>
                  <a:lnTo>
                    <a:pt x="6140362" y="2434937"/>
                  </a:lnTo>
                  <a:lnTo>
                    <a:pt x="6177216" y="2523586"/>
                  </a:lnTo>
                  <a:lnTo>
                    <a:pt x="6214281" y="2613908"/>
                  </a:lnTo>
                  <a:lnTo>
                    <a:pt x="6251493" y="2705353"/>
                  </a:lnTo>
                  <a:lnTo>
                    <a:pt x="6288776" y="2797344"/>
                  </a:lnTo>
                  <a:lnTo>
                    <a:pt x="6326053" y="2889284"/>
                  </a:lnTo>
                  <a:lnTo>
                    <a:pt x="6363245" y="2980583"/>
                  </a:lnTo>
                  <a:lnTo>
                    <a:pt x="6400280" y="3070664"/>
                  </a:lnTo>
                  <a:lnTo>
                    <a:pt x="6437093" y="3158985"/>
                  </a:lnTo>
                  <a:lnTo>
                    <a:pt x="6473634" y="3245047"/>
                  </a:lnTo>
                  <a:lnTo>
                    <a:pt x="6509868" y="3328409"/>
                  </a:lnTo>
                  <a:lnTo>
                    <a:pt x="6545782" y="3408694"/>
                  </a:lnTo>
                  <a:lnTo>
                    <a:pt x="6581385" y="3485594"/>
                  </a:lnTo>
                  <a:lnTo>
                    <a:pt x="6616711" y="3558874"/>
                  </a:lnTo>
                  <a:lnTo>
                    <a:pt x="6651821" y="3628371"/>
                  </a:lnTo>
                  <a:lnTo>
                    <a:pt x="6686809" y="3693992"/>
                  </a:lnTo>
                  <a:lnTo>
                    <a:pt x="6721796" y="3755710"/>
                  </a:lnTo>
                  <a:lnTo>
                    <a:pt x="6756946" y="3813556"/>
                  </a:lnTo>
                  <a:lnTo>
                    <a:pt x="6786527" y="3858900"/>
                  </a:lnTo>
                  <a:lnTo>
                    <a:pt x="6834176" y="3925347"/>
                  </a:lnTo>
                  <a:lnTo>
                    <a:pt x="6883379" y="3985302"/>
                  </a:lnTo>
                  <a:lnTo>
                    <a:pt x="6934859" y="4039076"/>
                  </a:lnTo>
                  <a:lnTo>
                    <a:pt x="6989426" y="4087209"/>
                  </a:lnTo>
                  <a:lnTo>
                    <a:pt x="7047910" y="4130316"/>
                  </a:lnTo>
                  <a:lnTo>
                    <a:pt x="7111096" y="4168999"/>
                  </a:lnTo>
                  <a:lnTo>
                    <a:pt x="7179642" y="4203794"/>
                  </a:lnTo>
                  <a:lnTo>
                    <a:pt x="7253971" y="4235143"/>
                  </a:lnTo>
                  <a:lnTo>
                    <a:pt x="7334131" y="4263379"/>
                  </a:lnTo>
                  <a:lnTo>
                    <a:pt x="7419619" y="4288720"/>
                  </a:lnTo>
                  <a:lnTo>
                    <a:pt x="7509205" y="4311273"/>
                  </a:lnTo>
                  <a:lnTo>
                    <a:pt x="7600790" y="4331051"/>
                  </a:lnTo>
                  <a:lnTo>
                    <a:pt x="7691381" y="4348004"/>
                  </a:lnTo>
                  <a:lnTo>
                    <a:pt x="7777265" y="4362066"/>
                  </a:lnTo>
                  <a:lnTo>
                    <a:pt x="7854441" y="4373220"/>
                  </a:lnTo>
                  <a:lnTo>
                    <a:pt x="7919274" y="4381554"/>
                  </a:lnTo>
                  <a:lnTo>
                    <a:pt x="7969228" y="4387302"/>
                  </a:lnTo>
                  <a:lnTo>
                    <a:pt x="8003471" y="4390847"/>
                  </a:lnTo>
                  <a:lnTo>
                    <a:pt x="8023158" y="4392689"/>
                  </a:lnTo>
                  <a:lnTo>
                    <a:pt x="8031362" y="4393385"/>
                  </a:lnTo>
                  <a:lnTo>
                    <a:pt x="8032818" y="4393499"/>
                  </a:lnTo>
                  <a:lnTo>
                    <a:pt x="8032819" y="4393499"/>
                  </a:lnTo>
                  <a:lnTo>
                    <a:pt x="8554953" y="4393499"/>
                  </a:lnTo>
                  <a:lnTo>
                    <a:pt x="8554953" y="4393499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54" name="pl154"/>
            <p:cNvSpPr/>
            <p:nvPr/>
          </p:nvSpPr>
          <p:spPr>
            <a:xfrm>
              <a:off x="386606" y="1614730"/>
              <a:ext cx="8554953" cy="4393499"/>
            </a:xfrm>
            <a:custGeom>
              <a:avLst/>
              <a:pathLst>
                <a:path w="8554953" h="4393499">
                  <a:moveTo>
                    <a:pt x="8554953" y="4393499"/>
                  </a:moveTo>
                  <a:lnTo>
                    <a:pt x="8032819" y="4393499"/>
                  </a:lnTo>
                  <a:lnTo>
                    <a:pt x="8031698" y="4393412"/>
                  </a:lnTo>
                  <a:lnTo>
                    <a:pt x="8024345" y="4392793"/>
                  </a:lnTo>
                  <a:lnTo>
                    <a:pt x="8005884" y="4391082"/>
                  </a:lnTo>
                  <a:lnTo>
                    <a:pt x="7973076" y="4387718"/>
                  </a:lnTo>
                  <a:lnTo>
                    <a:pt x="7924579" y="4382193"/>
                  </a:lnTo>
                  <a:lnTo>
                    <a:pt x="7861047" y="4374112"/>
                  </a:lnTo>
                  <a:lnTo>
                    <a:pt x="7784878" y="4363227"/>
                  </a:lnTo>
                  <a:lnTo>
                    <a:pt x="7699636" y="4349436"/>
                  </a:lnTo>
                  <a:lnTo>
                    <a:pt x="7609318" y="4332750"/>
                  </a:lnTo>
                  <a:lnTo>
                    <a:pt x="7517686" y="4313232"/>
                  </a:lnTo>
                  <a:lnTo>
                    <a:pt x="7427811" y="4290936"/>
                  </a:lnTo>
                  <a:lnTo>
                    <a:pt x="7341877" y="4265858"/>
                  </a:lnTo>
                  <a:lnTo>
                    <a:pt x="7261191" y="4237899"/>
                  </a:lnTo>
                  <a:lnTo>
                    <a:pt x="7186313" y="4206852"/>
                  </a:lnTo>
                  <a:lnTo>
                    <a:pt x="7117242" y="4172395"/>
                  </a:lnTo>
                  <a:lnTo>
                    <a:pt x="7053582" y="4134095"/>
                  </a:lnTo>
                  <a:lnTo>
                    <a:pt x="6994692" y="4091424"/>
                  </a:lnTo>
                  <a:lnTo>
                    <a:pt x="6939796" y="4043785"/>
                  </a:lnTo>
                  <a:lnTo>
                    <a:pt x="6888063" y="3990561"/>
                  </a:lnTo>
                  <a:lnTo>
                    <a:pt x="6838680" y="3931201"/>
                  </a:lnTo>
                  <a:lnTo>
                    <a:pt x="6790914" y="3865360"/>
                  </a:lnTo>
                  <a:lnTo>
                    <a:pt x="6786527" y="3858900"/>
                  </a:lnTo>
                  <a:lnTo>
                    <a:pt x="6751092" y="3804218"/>
                  </a:lnTo>
                  <a:lnTo>
                    <a:pt x="6715982" y="3745734"/>
                  </a:lnTo>
                  <a:lnTo>
                    <a:pt x="6681004" y="3683369"/>
                  </a:lnTo>
                  <a:lnTo>
                    <a:pt x="6646004" y="3617101"/>
                  </a:lnTo>
                  <a:lnTo>
                    <a:pt x="6610864" y="3546968"/>
                  </a:lnTo>
                  <a:lnTo>
                    <a:pt x="6575495" y="3473074"/>
                  </a:lnTo>
                  <a:lnTo>
                    <a:pt x="6539842" y="3395594"/>
                  </a:lnTo>
                  <a:lnTo>
                    <a:pt x="6503875" y="3314775"/>
                  </a:lnTo>
                  <a:lnTo>
                    <a:pt x="6467588" y="3230937"/>
                  </a:lnTo>
                  <a:lnTo>
                    <a:pt x="6431000" y="3144467"/>
                  </a:lnTo>
                  <a:lnTo>
                    <a:pt x="6394146" y="3055818"/>
                  </a:lnTo>
                  <a:lnTo>
                    <a:pt x="6357080" y="2965496"/>
                  </a:lnTo>
                  <a:lnTo>
                    <a:pt x="6319869" y="2874051"/>
                  </a:lnTo>
                  <a:lnTo>
                    <a:pt x="6282586" y="2782060"/>
                  </a:lnTo>
                  <a:lnTo>
                    <a:pt x="6245309" y="2690120"/>
                  </a:lnTo>
                  <a:lnTo>
                    <a:pt x="6208117" y="2598821"/>
                  </a:lnTo>
                  <a:lnTo>
                    <a:pt x="6171082" y="2508740"/>
                  </a:lnTo>
                  <a:lnTo>
                    <a:pt x="6134269" y="2420419"/>
                  </a:lnTo>
                  <a:lnTo>
                    <a:pt x="6097728" y="2334357"/>
                  </a:lnTo>
                  <a:lnTo>
                    <a:pt x="6061494" y="2250995"/>
                  </a:lnTo>
                  <a:lnTo>
                    <a:pt x="6025580" y="2170710"/>
                  </a:lnTo>
                  <a:lnTo>
                    <a:pt x="5989977" y="2093810"/>
                  </a:lnTo>
                  <a:lnTo>
                    <a:pt x="5954651" y="2020530"/>
                  </a:lnTo>
                  <a:lnTo>
                    <a:pt x="5919541" y="1951033"/>
                  </a:lnTo>
                  <a:lnTo>
                    <a:pt x="5884553" y="1885412"/>
                  </a:lnTo>
                  <a:lnTo>
                    <a:pt x="5849565" y="1823694"/>
                  </a:lnTo>
                  <a:lnTo>
                    <a:pt x="5814416" y="1765848"/>
                  </a:lnTo>
                  <a:lnTo>
                    <a:pt x="5784835" y="1720504"/>
                  </a:lnTo>
                  <a:lnTo>
                    <a:pt x="5737186" y="1654057"/>
                  </a:lnTo>
                  <a:lnTo>
                    <a:pt x="5687983" y="1594102"/>
                  </a:lnTo>
                  <a:lnTo>
                    <a:pt x="5636503" y="1540328"/>
                  </a:lnTo>
                  <a:lnTo>
                    <a:pt x="5581936" y="1492196"/>
                  </a:lnTo>
                  <a:lnTo>
                    <a:pt x="5523452" y="1449088"/>
                  </a:lnTo>
                  <a:lnTo>
                    <a:pt x="5460266" y="1410405"/>
                  </a:lnTo>
                  <a:lnTo>
                    <a:pt x="5391720" y="1375610"/>
                  </a:lnTo>
                  <a:lnTo>
                    <a:pt x="5317391" y="1344261"/>
                  </a:lnTo>
                  <a:lnTo>
                    <a:pt x="5237231" y="1316025"/>
                  </a:lnTo>
                  <a:lnTo>
                    <a:pt x="5151743" y="1290685"/>
                  </a:lnTo>
                  <a:lnTo>
                    <a:pt x="5062157" y="1268131"/>
                  </a:lnTo>
                  <a:lnTo>
                    <a:pt x="4970572" y="1248353"/>
                  </a:lnTo>
                  <a:lnTo>
                    <a:pt x="4879981" y="1231400"/>
                  </a:lnTo>
                  <a:lnTo>
                    <a:pt x="4794097" y="1217338"/>
                  </a:lnTo>
                  <a:lnTo>
                    <a:pt x="4716921" y="1206184"/>
                  </a:lnTo>
                  <a:lnTo>
                    <a:pt x="4652088" y="1197850"/>
                  </a:lnTo>
                  <a:lnTo>
                    <a:pt x="4602134" y="1192102"/>
                  </a:lnTo>
                  <a:lnTo>
                    <a:pt x="4567891" y="1188557"/>
                  </a:lnTo>
                  <a:lnTo>
                    <a:pt x="4548204" y="1186715"/>
                  </a:lnTo>
                  <a:lnTo>
                    <a:pt x="4540000" y="1186019"/>
                  </a:lnTo>
                  <a:lnTo>
                    <a:pt x="4538544" y="1185906"/>
                  </a:lnTo>
                  <a:lnTo>
                    <a:pt x="4538543" y="1185905"/>
                  </a:lnTo>
                  <a:lnTo>
                    <a:pt x="4016409" y="1185905"/>
                  </a:lnTo>
                  <a:lnTo>
                    <a:pt x="4015162" y="1185870"/>
                  </a:lnTo>
                  <a:lnTo>
                    <a:pt x="4007008" y="1185614"/>
                  </a:lnTo>
                  <a:lnTo>
                    <a:pt x="3986609" y="1184909"/>
                  </a:lnTo>
                  <a:lnTo>
                    <a:pt x="3950540" y="1183523"/>
                  </a:lnTo>
                  <a:lnTo>
                    <a:pt x="3897596" y="1181252"/>
                  </a:lnTo>
                  <a:lnTo>
                    <a:pt x="3828851" y="1177944"/>
                  </a:lnTo>
                  <a:lnTo>
                    <a:pt x="3747295" y="1173507"/>
                  </a:lnTo>
                  <a:lnTo>
                    <a:pt x="3657079" y="1167915"/>
                  </a:lnTo>
                  <a:lnTo>
                    <a:pt x="3562644" y="1161178"/>
                  </a:lnTo>
                  <a:lnTo>
                    <a:pt x="3467979" y="1153325"/>
                  </a:lnTo>
                  <a:lnTo>
                    <a:pt x="3376171" y="1144371"/>
                  </a:lnTo>
                  <a:lnTo>
                    <a:pt x="3289266" y="1134300"/>
                  </a:lnTo>
                  <a:lnTo>
                    <a:pt x="3208350" y="1123054"/>
                  </a:lnTo>
                  <a:lnTo>
                    <a:pt x="3133735" y="1110525"/>
                  </a:lnTo>
                  <a:lnTo>
                    <a:pt x="3065183" y="1096558"/>
                  </a:lnTo>
                  <a:lnTo>
                    <a:pt x="3002089" y="1080952"/>
                  </a:lnTo>
                  <a:lnTo>
                    <a:pt x="2943643" y="1063473"/>
                  </a:lnTo>
                  <a:lnTo>
                    <a:pt x="2888935" y="1043866"/>
                  </a:lnTo>
                  <a:lnTo>
                    <a:pt x="2837044" y="1021890"/>
                  </a:lnTo>
                  <a:lnTo>
                    <a:pt x="2787116" y="997368"/>
                  </a:lnTo>
                  <a:lnTo>
                    <a:pt x="2770117" y="988254"/>
                  </a:lnTo>
                  <a:lnTo>
                    <a:pt x="2722005" y="960411"/>
                  </a:lnTo>
                  <a:lnTo>
                    <a:pt x="2674362" y="929944"/>
                  </a:lnTo>
                  <a:lnTo>
                    <a:pt x="2626757" y="896811"/>
                  </a:lnTo>
                  <a:lnTo>
                    <a:pt x="2578879" y="861040"/>
                  </a:lnTo>
                  <a:lnTo>
                    <a:pt x="2530531" y="822747"/>
                  </a:lnTo>
                  <a:lnTo>
                    <a:pt x="2481612" y="782136"/>
                  </a:lnTo>
                  <a:lnTo>
                    <a:pt x="2432107" y="739501"/>
                  </a:lnTo>
                  <a:lnTo>
                    <a:pt x="2382077" y="695226"/>
                  </a:lnTo>
                  <a:lnTo>
                    <a:pt x="2331645" y="649767"/>
                  </a:lnTo>
                  <a:lnTo>
                    <a:pt x="2280975" y="603634"/>
                  </a:lnTo>
                  <a:lnTo>
                    <a:pt x="2230259" y="557374"/>
                  </a:lnTo>
                  <a:lnTo>
                    <a:pt x="2179694" y="511537"/>
                  </a:lnTo>
                  <a:lnTo>
                    <a:pt x="2129460" y="466655"/>
                  </a:lnTo>
                  <a:lnTo>
                    <a:pt x="2079702" y="423211"/>
                  </a:lnTo>
                  <a:lnTo>
                    <a:pt x="2030509" y="381624"/>
                  </a:lnTo>
                  <a:lnTo>
                    <a:pt x="1981905" y="342231"/>
                  </a:lnTo>
                  <a:lnTo>
                    <a:pt x="1933829" y="305276"/>
                  </a:lnTo>
                  <a:lnTo>
                    <a:pt x="1886129" y="270917"/>
                  </a:lnTo>
                  <a:lnTo>
                    <a:pt x="1838549" y="239222"/>
                  </a:lnTo>
                  <a:lnTo>
                    <a:pt x="1790716" y="210178"/>
                  </a:lnTo>
                  <a:lnTo>
                    <a:pt x="1768425" y="197650"/>
                  </a:lnTo>
                  <a:lnTo>
                    <a:pt x="1719003" y="172229"/>
                  </a:lnTo>
                  <a:lnTo>
                    <a:pt x="1667885" y="149384"/>
                  </a:lnTo>
                  <a:lnTo>
                    <a:pt x="1614256" y="128980"/>
                  </a:lnTo>
                  <a:lnTo>
                    <a:pt x="1557212" y="110792"/>
                  </a:lnTo>
                  <a:lnTo>
                    <a:pt x="1495830" y="94564"/>
                  </a:lnTo>
                  <a:lnTo>
                    <a:pt x="1429253" y="80054"/>
                  </a:lnTo>
                  <a:lnTo>
                    <a:pt x="1356792" y="67046"/>
                  </a:lnTo>
                  <a:lnTo>
                    <a:pt x="1278059" y="55369"/>
                  </a:lnTo>
                  <a:lnTo>
                    <a:pt x="1193153" y="44900"/>
                  </a:lnTo>
                  <a:lnTo>
                    <a:pt x="1102866" y="35562"/>
                  </a:lnTo>
                  <a:lnTo>
                    <a:pt x="1008895" y="27326"/>
                  </a:lnTo>
                  <a:lnTo>
                    <a:pt x="913968" y="20199"/>
                  </a:lnTo>
                  <a:lnTo>
                    <a:pt x="821796" y="14207"/>
                  </a:lnTo>
                  <a:lnTo>
                    <a:pt x="736731" y="9370"/>
                  </a:lnTo>
                  <a:lnTo>
                    <a:pt x="663125" y="5677"/>
                  </a:lnTo>
                  <a:lnTo>
                    <a:pt x="604468" y="3061"/>
                  </a:lnTo>
                  <a:lnTo>
                    <a:pt x="562562" y="1389"/>
                  </a:lnTo>
                  <a:lnTo>
                    <a:pt x="537007" y="472"/>
                  </a:lnTo>
                  <a:lnTo>
                    <a:pt x="525118" y="87"/>
                  </a:lnTo>
                  <a:lnTo>
                    <a:pt x="522187" y="1"/>
                  </a:lnTo>
                  <a:lnTo>
                    <a:pt x="522133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55" name="pg155"/>
            <p:cNvSpPr/>
            <p:nvPr/>
          </p:nvSpPr>
          <p:spPr>
            <a:xfrm>
              <a:off x="386606" y="1563905"/>
              <a:ext cx="8554953" cy="2467813"/>
            </a:xfrm>
            <a:custGeom>
              <a:avLst/>
              <a:pathLst>
                <a:path w="8554953" h="2467813">
                  <a:moveTo>
                    <a:pt x="0" y="717190"/>
                  </a:moveTo>
                  <a:lnTo>
                    <a:pt x="522133" y="717190"/>
                  </a:lnTo>
                  <a:lnTo>
                    <a:pt x="523354" y="717242"/>
                  </a:lnTo>
                  <a:lnTo>
                    <a:pt x="531343" y="717611"/>
                  </a:lnTo>
                  <a:lnTo>
                    <a:pt x="551344" y="718630"/>
                  </a:lnTo>
                  <a:lnTo>
                    <a:pt x="586744" y="720633"/>
                  </a:lnTo>
                  <a:lnTo>
                    <a:pt x="638782" y="723915"/>
                  </a:lnTo>
                  <a:lnTo>
                    <a:pt x="706473" y="728702"/>
                  </a:lnTo>
                  <a:lnTo>
                    <a:pt x="786950" y="735126"/>
                  </a:lnTo>
                  <a:lnTo>
                    <a:pt x="876182" y="743233"/>
                  </a:lnTo>
                  <a:lnTo>
                    <a:pt x="969815" y="753007"/>
                  </a:lnTo>
                  <a:lnTo>
                    <a:pt x="1063902" y="764408"/>
                  </a:lnTo>
                  <a:lnTo>
                    <a:pt x="1155353" y="777411"/>
                  </a:lnTo>
                  <a:lnTo>
                    <a:pt x="1242091" y="792036"/>
                  </a:lnTo>
                  <a:lnTo>
                    <a:pt x="1322983" y="808361"/>
                  </a:lnTo>
                  <a:lnTo>
                    <a:pt x="1397665" y="826536"/>
                  </a:lnTo>
                  <a:lnTo>
                    <a:pt x="1466327" y="846778"/>
                  </a:lnTo>
                  <a:lnTo>
                    <a:pt x="1529532" y="869370"/>
                  </a:lnTo>
                  <a:lnTo>
                    <a:pt x="1588057" y="894648"/>
                  </a:lnTo>
                  <a:lnTo>
                    <a:pt x="1642787" y="922978"/>
                  </a:lnTo>
                  <a:lnTo>
                    <a:pt x="1694626" y="954714"/>
                  </a:lnTo>
                  <a:lnTo>
                    <a:pt x="1744423" y="990130"/>
                  </a:lnTo>
                  <a:lnTo>
                    <a:pt x="1768425" y="1008961"/>
                  </a:lnTo>
                  <a:lnTo>
                    <a:pt x="1812276" y="1046245"/>
                  </a:lnTo>
                  <a:lnTo>
                    <a:pt x="1855702" y="1086734"/>
                  </a:lnTo>
                  <a:lnTo>
                    <a:pt x="1899043" y="1130488"/>
                  </a:lnTo>
                  <a:lnTo>
                    <a:pt x="1942551" y="1177492"/>
                  </a:lnTo>
                  <a:lnTo>
                    <a:pt x="1986402" y="1227650"/>
                  </a:lnTo>
                  <a:lnTo>
                    <a:pt x="2030700" y="1280775"/>
                  </a:lnTo>
                  <a:lnTo>
                    <a:pt x="2075487" y="1336585"/>
                  </a:lnTo>
                  <a:lnTo>
                    <a:pt x="2120749" y="1394711"/>
                  </a:lnTo>
                  <a:lnTo>
                    <a:pt x="2166422" y="1454695"/>
                  </a:lnTo>
                  <a:lnTo>
                    <a:pt x="2212405" y="1516013"/>
                  </a:lnTo>
                  <a:lnTo>
                    <a:pt x="2258569" y="1578083"/>
                  </a:lnTo>
                  <a:lnTo>
                    <a:pt x="2304767" y="1640296"/>
                  </a:lnTo>
                  <a:lnTo>
                    <a:pt x="2350852" y="1702037"/>
                  </a:lnTo>
                  <a:lnTo>
                    <a:pt x="2396683" y="1762708"/>
                  </a:lnTo>
                  <a:lnTo>
                    <a:pt x="2442146" y="1821756"/>
                  </a:lnTo>
                  <a:lnTo>
                    <a:pt x="2487157" y="1878690"/>
                  </a:lnTo>
                  <a:lnTo>
                    <a:pt x="2531680" y="1933100"/>
                  </a:lnTo>
                  <a:lnTo>
                    <a:pt x="2575729" y="1984661"/>
                  </a:lnTo>
                  <a:lnTo>
                    <a:pt x="2619379" y="2033143"/>
                  </a:lnTo>
                  <a:lnTo>
                    <a:pt x="2662771" y="2078409"/>
                  </a:lnTo>
                  <a:lnTo>
                    <a:pt x="2706121" y="2120407"/>
                  </a:lnTo>
                  <a:lnTo>
                    <a:pt x="2749726" y="2159164"/>
                  </a:lnTo>
                  <a:lnTo>
                    <a:pt x="2770117" y="2176043"/>
                  </a:lnTo>
                  <a:lnTo>
                    <a:pt x="2819182" y="2213317"/>
                  </a:lnTo>
                  <a:lnTo>
                    <a:pt x="2869916" y="2246841"/>
                  </a:lnTo>
                  <a:lnTo>
                    <a:pt x="2923111" y="2276806"/>
                  </a:lnTo>
                  <a:lnTo>
                    <a:pt x="2979653" y="2303541"/>
                  </a:lnTo>
                  <a:lnTo>
                    <a:pt x="3040447" y="2327412"/>
                  </a:lnTo>
                  <a:lnTo>
                    <a:pt x="3106335" y="2348772"/>
                  </a:lnTo>
                  <a:lnTo>
                    <a:pt x="3178001" y="2367934"/>
                  </a:lnTo>
                  <a:lnTo>
                    <a:pt x="3255840" y="2385147"/>
                  </a:lnTo>
                  <a:lnTo>
                    <a:pt x="3339787" y="2400595"/>
                  </a:lnTo>
                  <a:lnTo>
                    <a:pt x="3429115" y="2414391"/>
                  </a:lnTo>
                  <a:lnTo>
                    <a:pt x="3522227" y="2426583"/>
                  </a:lnTo>
                  <a:lnTo>
                    <a:pt x="3616530" y="2437163"/>
                  </a:lnTo>
                  <a:lnTo>
                    <a:pt x="3708463" y="2446095"/>
                  </a:lnTo>
                  <a:lnTo>
                    <a:pt x="3793796" y="2453347"/>
                  </a:lnTo>
                  <a:lnTo>
                    <a:pt x="3868235" y="2458929"/>
                  </a:lnTo>
                  <a:lnTo>
                    <a:pt x="3928235" y="2462930"/>
                  </a:lnTo>
                  <a:lnTo>
                    <a:pt x="3971817" y="2465530"/>
                  </a:lnTo>
                  <a:lnTo>
                    <a:pt x="3999107" y="2466993"/>
                  </a:lnTo>
                  <a:lnTo>
                    <a:pt x="4012465" y="2467640"/>
                  </a:lnTo>
                  <a:lnTo>
                    <a:pt x="4016259" y="2467807"/>
                  </a:lnTo>
                  <a:lnTo>
                    <a:pt x="4016409" y="2467813"/>
                  </a:lnTo>
                  <a:lnTo>
                    <a:pt x="4538543" y="2467813"/>
                  </a:lnTo>
                  <a:lnTo>
                    <a:pt x="4539720" y="2467743"/>
                  </a:lnTo>
                  <a:lnTo>
                    <a:pt x="4547433" y="2467245"/>
                  </a:lnTo>
                  <a:lnTo>
                    <a:pt x="4566764" y="2465867"/>
                  </a:lnTo>
                  <a:lnTo>
                    <a:pt x="4601040" y="2463159"/>
                  </a:lnTo>
                  <a:lnTo>
                    <a:pt x="4651548" y="2458716"/>
                  </a:lnTo>
                  <a:lnTo>
                    <a:pt x="4717447" y="2452228"/>
                  </a:lnTo>
                  <a:lnTo>
                    <a:pt x="4796080" y="2443507"/>
                  </a:lnTo>
                  <a:lnTo>
                    <a:pt x="4883616" y="2432484"/>
                  </a:lnTo>
                  <a:lnTo>
                    <a:pt x="4975851" y="2419174"/>
                  </a:lnTo>
                  <a:lnTo>
                    <a:pt x="5068916" y="2403630"/>
                  </a:lnTo>
                  <a:lnTo>
                    <a:pt x="5159723" y="2385890"/>
                  </a:lnTo>
                  <a:lnTo>
                    <a:pt x="5246144" y="2365939"/>
                  </a:lnTo>
                  <a:lnTo>
                    <a:pt x="5326970" y="2343681"/>
                  </a:lnTo>
                  <a:lnTo>
                    <a:pt x="5401750" y="2318931"/>
                  </a:lnTo>
                  <a:lnTo>
                    <a:pt x="5470594" y="2291407"/>
                  </a:lnTo>
                  <a:lnTo>
                    <a:pt x="5533992" y="2260743"/>
                  </a:lnTo>
                  <a:lnTo>
                    <a:pt x="5592665" y="2226495"/>
                  </a:lnTo>
                  <a:lnTo>
                    <a:pt x="5647452" y="2188175"/>
                  </a:lnTo>
                  <a:lnTo>
                    <a:pt x="5699225" y="2145291"/>
                  </a:lnTo>
                  <a:lnTo>
                    <a:pt x="5748823" y="2097439"/>
                  </a:lnTo>
                  <a:lnTo>
                    <a:pt x="5784835" y="2058393"/>
                  </a:lnTo>
                  <a:lnTo>
                    <a:pt x="5824112" y="2011773"/>
                  </a:lnTo>
                  <a:lnTo>
                    <a:pt x="5863016" y="1961561"/>
                  </a:lnTo>
                  <a:lnTo>
                    <a:pt x="5901802" y="1907685"/>
                  </a:lnTo>
                  <a:lnTo>
                    <a:pt x="5940667" y="1850138"/>
                  </a:lnTo>
                  <a:lnTo>
                    <a:pt x="5979756" y="1788987"/>
                  </a:lnTo>
                  <a:lnTo>
                    <a:pt x="6019166" y="1724375"/>
                  </a:lnTo>
                  <a:lnTo>
                    <a:pt x="6058954" y="1656532"/>
                  </a:lnTo>
                  <a:lnTo>
                    <a:pt x="6099134" y="1585768"/>
                  </a:lnTo>
                  <a:lnTo>
                    <a:pt x="6139691" y="1512476"/>
                  </a:lnTo>
                  <a:lnTo>
                    <a:pt x="6180573" y="1437124"/>
                  </a:lnTo>
                  <a:lnTo>
                    <a:pt x="6221709" y="1360242"/>
                  </a:lnTo>
                  <a:lnTo>
                    <a:pt x="6263008" y="1282410"/>
                  </a:lnTo>
                  <a:lnTo>
                    <a:pt x="6304364" y="1204236"/>
                  </a:lnTo>
                  <a:lnTo>
                    <a:pt x="6345673" y="1126344"/>
                  </a:lnTo>
                  <a:lnTo>
                    <a:pt x="6386829" y="1049344"/>
                  </a:lnTo>
                  <a:lnTo>
                    <a:pt x="6427739" y="973821"/>
                  </a:lnTo>
                  <a:lnTo>
                    <a:pt x="6468330" y="900309"/>
                  </a:lnTo>
                  <a:lnTo>
                    <a:pt x="6508548" y="829283"/>
                  </a:lnTo>
                  <a:lnTo>
                    <a:pt x="6548373" y="761142"/>
                  </a:lnTo>
                  <a:lnTo>
                    <a:pt x="6587818" y="696208"/>
                  </a:lnTo>
                  <a:lnTo>
                    <a:pt x="6626935" y="634714"/>
                  </a:lnTo>
                  <a:lnTo>
                    <a:pt x="6665816" y="576816"/>
                  </a:lnTo>
                  <a:lnTo>
                    <a:pt x="6704602" y="522585"/>
                  </a:lnTo>
                  <a:lnTo>
                    <a:pt x="6743484" y="472021"/>
                  </a:lnTo>
                  <a:lnTo>
                    <a:pt x="6782712" y="425059"/>
                  </a:lnTo>
                  <a:lnTo>
                    <a:pt x="6786527" y="420714"/>
                  </a:lnTo>
                  <a:lnTo>
                    <a:pt x="6834985" y="369016"/>
                  </a:lnTo>
                  <a:lnTo>
                    <a:pt x="6885061" y="322456"/>
                  </a:lnTo>
                  <a:lnTo>
                    <a:pt x="6937519" y="280776"/>
                  </a:lnTo>
                  <a:lnTo>
                    <a:pt x="6993211" y="243539"/>
                  </a:lnTo>
                  <a:lnTo>
                    <a:pt x="7053009" y="210247"/>
                  </a:lnTo>
                  <a:lnTo>
                    <a:pt x="7117730" y="180421"/>
                  </a:lnTo>
                  <a:lnTo>
                    <a:pt x="7188049" y="153634"/>
                  </a:lnTo>
                  <a:lnTo>
                    <a:pt x="7264374" y="129540"/>
                  </a:lnTo>
                  <a:lnTo>
                    <a:pt x="7346692" y="107882"/>
                  </a:lnTo>
                  <a:lnTo>
                    <a:pt x="7434377" y="88499"/>
                  </a:lnTo>
                  <a:lnTo>
                    <a:pt x="7525998" y="71316"/>
                  </a:lnTo>
                  <a:lnTo>
                    <a:pt x="7619181" y="56335"/>
                  </a:lnTo>
                  <a:lnTo>
                    <a:pt x="7710612" y="43602"/>
                  </a:lnTo>
                  <a:lnTo>
                    <a:pt x="7796282" y="33165"/>
                  </a:lnTo>
                  <a:lnTo>
                    <a:pt x="7872007" y="25023"/>
                  </a:lnTo>
                  <a:lnTo>
                    <a:pt x="7934183" y="19078"/>
                  </a:lnTo>
                  <a:lnTo>
                    <a:pt x="7980561" y="15110"/>
                  </a:lnTo>
                  <a:lnTo>
                    <a:pt x="8010831" y="12781"/>
                  </a:lnTo>
                  <a:lnTo>
                    <a:pt x="8026818" y="11670"/>
                  </a:lnTo>
                  <a:lnTo>
                    <a:pt x="8032323" y="11323"/>
                  </a:lnTo>
                  <a:lnTo>
                    <a:pt x="8032819" y="11294"/>
                  </a:lnTo>
                  <a:lnTo>
                    <a:pt x="8554953" y="11294"/>
                  </a:lnTo>
                  <a:lnTo>
                    <a:pt x="8554953" y="0"/>
                  </a:lnTo>
                  <a:lnTo>
                    <a:pt x="8032819" y="0"/>
                  </a:lnTo>
                  <a:lnTo>
                    <a:pt x="8031641" y="69"/>
                  </a:lnTo>
                  <a:lnTo>
                    <a:pt x="8023929" y="568"/>
                  </a:lnTo>
                  <a:lnTo>
                    <a:pt x="8004598" y="1946"/>
                  </a:lnTo>
                  <a:lnTo>
                    <a:pt x="7970322" y="4654"/>
                  </a:lnTo>
                  <a:lnTo>
                    <a:pt x="7919814" y="9097"/>
                  </a:lnTo>
                  <a:lnTo>
                    <a:pt x="7853915" y="15585"/>
                  </a:lnTo>
                  <a:lnTo>
                    <a:pt x="7775282" y="24305"/>
                  </a:lnTo>
                  <a:lnTo>
                    <a:pt x="7687746" y="35329"/>
                  </a:lnTo>
                  <a:lnTo>
                    <a:pt x="7595510" y="48639"/>
                  </a:lnTo>
                  <a:lnTo>
                    <a:pt x="7502446" y="64183"/>
                  </a:lnTo>
                  <a:lnTo>
                    <a:pt x="7411639" y="81922"/>
                  </a:lnTo>
                  <a:lnTo>
                    <a:pt x="7325218" y="101874"/>
                  </a:lnTo>
                  <a:lnTo>
                    <a:pt x="7244392" y="124131"/>
                  </a:lnTo>
                  <a:lnTo>
                    <a:pt x="7169612" y="148882"/>
                  </a:lnTo>
                  <a:lnTo>
                    <a:pt x="7100768" y="176405"/>
                  </a:lnTo>
                  <a:lnTo>
                    <a:pt x="7037370" y="207070"/>
                  </a:lnTo>
                  <a:lnTo>
                    <a:pt x="6978697" y="241318"/>
                  </a:lnTo>
                  <a:lnTo>
                    <a:pt x="6923910" y="279638"/>
                  </a:lnTo>
                  <a:lnTo>
                    <a:pt x="6872137" y="322521"/>
                  </a:lnTo>
                  <a:lnTo>
                    <a:pt x="6822539" y="370374"/>
                  </a:lnTo>
                  <a:lnTo>
                    <a:pt x="6786527" y="409419"/>
                  </a:lnTo>
                  <a:lnTo>
                    <a:pt x="6747250" y="456040"/>
                  </a:lnTo>
                  <a:lnTo>
                    <a:pt x="6708346" y="506252"/>
                  </a:lnTo>
                  <a:lnTo>
                    <a:pt x="6669560" y="560128"/>
                  </a:lnTo>
                  <a:lnTo>
                    <a:pt x="6630695" y="617674"/>
                  </a:lnTo>
                  <a:lnTo>
                    <a:pt x="6591606" y="678826"/>
                  </a:lnTo>
                  <a:lnTo>
                    <a:pt x="6552196" y="743438"/>
                  </a:lnTo>
                  <a:lnTo>
                    <a:pt x="6512408" y="811281"/>
                  </a:lnTo>
                  <a:lnTo>
                    <a:pt x="6472227" y="882045"/>
                  </a:lnTo>
                  <a:lnTo>
                    <a:pt x="6431671" y="955337"/>
                  </a:lnTo>
                  <a:lnTo>
                    <a:pt x="6390789" y="1030689"/>
                  </a:lnTo>
                  <a:lnTo>
                    <a:pt x="6349652" y="1107571"/>
                  </a:lnTo>
                  <a:lnTo>
                    <a:pt x="6308354" y="1185403"/>
                  </a:lnTo>
                  <a:lnTo>
                    <a:pt x="6266998" y="1263576"/>
                  </a:lnTo>
                  <a:lnTo>
                    <a:pt x="6225689" y="1341469"/>
                  </a:lnTo>
                  <a:lnTo>
                    <a:pt x="6184533" y="1418468"/>
                  </a:lnTo>
                  <a:lnTo>
                    <a:pt x="6143623" y="1493992"/>
                  </a:lnTo>
                  <a:lnTo>
                    <a:pt x="6103032" y="1567504"/>
                  </a:lnTo>
                  <a:lnTo>
                    <a:pt x="6062814" y="1638530"/>
                  </a:lnTo>
                  <a:lnTo>
                    <a:pt x="6022989" y="1706671"/>
                  </a:lnTo>
                  <a:lnTo>
                    <a:pt x="5983543" y="1771605"/>
                  </a:lnTo>
                  <a:lnTo>
                    <a:pt x="5944427" y="1833098"/>
                  </a:lnTo>
                  <a:lnTo>
                    <a:pt x="5905546" y="1890997"/>
                  </a:lnTo>
                  <a:lnTo>
                    <a:pt x="5866760" y="1945228"/>
                  </a:lnTo>
                  <a:lnTo>
                    <a:pt x="5827878" y="1995791"/>
                  </a:lnTo>
                  <a:lnTo>
                    <a:pt x="5788650" y="2042754"/>
                  </a:lnTo>
                  <a:lnTo>
                    <a:pt x="5784835" y="2047099"/>
                  </a:lnTo>
                  <a:lnTo>
                    <a:pt x="5736377" y="2098797"/>
                  </a:lnTo>
                  <a:lnTo>
                    <a:pt x="5686301" y="2145357"/>
                  </a:lnTo>
                  <a:lnTo>
                    <a:pt x="5633843" y="2187037"/>
                  </a:lnTo>
                  <a:lnTo>
                    <a:pt x="5578151" y="2224274"/>
                  </a:lnTo>
                  <a:lnTo>
                    <a:pt x="5518353" y="2257566"/>
                  </a:lnTo>
                  <a:lnTo>
                    <a:pt x="5453632" y="2287392"/>
                  </a:lnTo>
                  <a:lnTo>
                    <a:pt x="5383313" y="2314179"/>
                  </a:lnTo>
                  <a:lnTo>
                    <a:pt x="5306988" y="2338273"/>
                  </a:lnTo>
                  <a:lnTo>
                    <a:pt x="5224670" y="2359930"/>
                  </a:lnTo>
                  <a:lnTo>
                    <a:pt x="5136985" y="2379314"/>
                  </a:lnTo>
                  <a:lnTo>
                    <a:pt x="5045363" y="2396497"/>
                  </a:lnTo>
                  <a:lnTo>
                    <a:pt x="4952181" y="2411478"/>
                  </a:lnTo>
                  <a:lnTo>
                    <a:pt x="4860750" y="2424211"/>
                  </a:lnTo>
                  <a:lnTo>
                    <a:pt x="4775080" y="2434648"/>
                  </a:lnTo>
                  <a:lnTo>
                    <a:pt x="4699355" y="2442790"/>
                  </a:lnTo>
                  <a:lnTo>
                    <a:pt x="4637179" y="2448734"/>
                  </a:lnTo>
                  <a:lnTo>
                    <a:pt x="4590801" y="2452702"/>
                  </a:lnTo>
                  <a:lnTo>
                    <a:pt x="4560531" y="2455032"/>
                  </a:lnTo>
                  <a:lnTo>
                    <a:pt x="4544544" y="2456143"/>
                  </a:lnTo>
                  <a:lnTo>
                    <a:pt x="4539038" y="2456490"/>
                  </a:lnTo>
                  <a:lnTo>
                    <a:pt x="4538543" y="2456519"/>
                  </a:lnTo>
                  <a:lnTo>
                    <a:pt x="4016409" y="2456519"/>
                  </a:lnTo>
                  <a:lnTo>
                    <a:pt x="4015188" y="2456467"/>
                  </a:lnTo>
                  <a:lnTo>
                    <a:pt x="4007199" y="2456099"/>
                  </a:lnTo>
                  <a:lnTo>
                    <a:pt x="3987199" y="2455079"/>
                  </a:lnTo>
                  <a:lnTo>
                    <a:pt x="3951798" y="2453076"/>
                  </a:lnTo>
                  <a:lnTo>
                    <a:pt x="3899760" y="2449794"/>
                  </a:lnTo>
                  <a:lnTo>
                    <a:pt x="3832070" y="2445007"/>
                  </a:lnTo>
                  <a:lnTo>
                    <a:pt x="3751592" y="2438583"/>
                  </a:lnTo>
                  <a:lnTo>
                    <a:pt x="3662360" y="2430476"/>
                  </a:lnTo>
                  <a:lnTo>
                    <a:pt x="3568727" y="2420703"/>
                  </a:lnTo>
                  <a:lnTo>
                    <a:pt x="3474640" y="2409302"/>
                  </a:lnTo>
                  <a:lnTo>
                    <a:pt x="3383189" y="2396298"/>
                  </a:lnTo>
                  <a:lnTo>
                    <a:pt x="3296451" y="2381673"/>
                  </a:lnTo>
                  <a:lnTo>
                    <a:pt x="3215559" y="2365348"/>
                  </a:lnTo>
                  <a:lnTo>
                    <a:pt x="3140878" y="2347173"/>
                  </a:lnTo>
                  <a:lnTo>
                    <a:pt x="3072215" y="2326932"/>
                  </a:lnTo>
                  <a:lnTo>
                    <a:pt x="3009010" y="2304339"/>
                  </a:lnTo>
                  <a:lnTo>
                    <a:pt x="2950485" y="2279061"/>
                  </a:lnTo>
                  <a:lnTo>
                    <a:pt x="2895755" y="2250732"/>
                  </a:lnTo>
                  <a:lnTo>
                    <a:pt x="2843916" y="2218996"/>
                  </a:lnTo>
                  <a:lnTo>
                    <a:pt x="2794119" y="2183580"/>
                  </a:lnTo>
                  <a:lnTo>
                    <a:pt x="2770117" y="2164748"/>
                  </a:lnTo>
                  <a:lnTo>
                    <a:pt x="2726266" y="2127464"/>
                  </a:lnTo>
                  <a:lnTo>
                    <a:pt x="2682840" y="2086975"/>
                  </a:lnTo>
                  <a:lnTo>
                    <a:pt x="2639500" y="2043222"/>
                  </a:lnTo>
                  <a:lnTo>
                    <a:pt x="2595991" y="1996217"/>
                  </a:lnTo>
                  <a:lnTo>
                    <a:pt x="2552140" y="1946059"/>
                  </a:lnTo>
                  <a:lnTo>
                    <a:pt x="2507842" y="1892934"/>
                  </a:lnTo>
                  <a:lnTo>
                    <a:pt x="2463055" y="1837124"/>
                  </a:lnTo>
                  <a:lnTo>
                    <a:pt x="2417794" y="1778998"/>
                  </a:lnTo>
                  <a:lnTo>
                    <a:pt x="2372120" y="1719014"/>
                  </a:lnTo>
                  <a:lnTo>
                    <a:pt x="2326137" y="1657697"/>
                  </a:lnTo>
                  <a:lnTo>
                    <a:pt x="2279973" y="1595626"/>
                  </a:lnTo>
                  <a:lnTo>
                    <a:pt x="2233775" y="1533413"/>
                  </a:lnTo>
                  <a:lnTo>
                    <a:pt x="2187690" y="1471672"/>
                  </a:lnTo>
                  <a:lnTo>
                    <a:pt x="2141859" y="1411001"/>
                  </a:lnTo>
                  <a:lnTo>
                    <a:pt x="2096396" y="1351953"/>
                  </a:lnTo>
                  <a:lnTo>
                    <a:pt x="2051385" y="1295019"/>
                  </a:lnTo>
                  <a:lnTo>
                    <a:pt x="2006862" y="1240610"/>
                  </a:lnTo>
                  <a:lnTo>
                    <a:pt x="1962813" y="1189049"/>
                  </a:lnTo>
                  <a:lnTo>
                    <a:pt x="1919163" y="1140566"/>
                  </a:lnTo>
                  <a:lnTo>
                    <a:pt x="1875771" y="1095300"/>
                  </a:lnTo>
                  <a:lnTo>
                    <a:pt x="1832422" y="1053302"/>
                  </a:lnTo>
                  <a:lnTo>
                    <a:pt x="1788816" y="1014545"/>
                  </a:lnTo>
                  <a:lnTo>
                    <a:pt x="1768425" y="997666"/>
                  </a:lnTo>
                  <a:lnTo>
                    <a:pt x="1719360" y="960392"/>
                  </a:lnTo>
                  <a:lnTo>
                    <a:pt x="1668626" y="926869"/>
                  </a:lnTo>
                  <a:lnTo>
                    <a:pt x="1615432" y="896903"/>
                  </a:lnTo>
                  <a:lnTo>
                    <a:pt x="1558889" y="870168"/>
                  </a:lnTo>
                  <a:lnTo>
                    <a:pt x="1498095" y="846297"/>
                  </a:lnTo>
                  <a:lnTo>
                    <a:pt x="1432207" y="824937"/>
                  </a:lnTo>
                  <a:lnTo>
                    <a:pt x="1360542" y="805775"/>
                  </a:lnTo>
                  <a:lnTo>
                    <a:pt x="1282703" y="788562"/>
                  </a:lnTo>
                  <a:lnTo>
                    <a:pt x="1198755" y="773114"/>
                  </a:lnTo>
                  <a:lnTo>
                    <a:pt x="1109428" y="759318"/>
                  </a:lnTo>
                  <a:lnTo>
                    <a:pt x="1016315" y="747127"/>
                  </a:lnTo>
                  <a:lnTo>
                    <a:pt x="922012" y="736547"/>
                  </a:lnTo>
                  <a:lnTo>
                    <a:pt x="830079" y="727614"/>
                  </a:lnTo>
                  <a:lnTo>
                    <a:pt x="744746" y="720363"/>
                  </a:lnTo>
                  <a:lnTo>
                    <a:pt x="670307" y="714780"/>
                  </a:lnTo>
                  <a:lnTo>
                    <a:pt x="610307" y="710779"/>
                  </a:lnTo>
                  <a:lnTo>
                    <a:pt x="566725" y="708179"/>
                  </a:lnTo>
                  <a:lnTo>
                    <a:pt x="539435" y="706716"/>
                  </a:lnTo>
                  <a:lnTo>
                    <a:pt x="526077" y="706069"/>
                  </a:lnTo>
                  <a:lnTo>
                    <a:pt x="522283" y="705902"/>
                  </a:lnTo>
                  <a:lnTo>
                    <a:pt x="522133" y="705896"/>
                  </a:lnTo>
                  <a:lnTo>
                    <a:pt x="0" y="705896"/>
                  </a:lnTo>
                  <a:close/>
                </a:path>
              </a:pathLst>
            </a:custGeom>
            <a:solidFill>
              <a:srgbClr val="8FA8D6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156" name="pl156"/>
            <p:cNvSpPr/>
            <p:nvPr/>
          </p:nvSpPr>
          <p:spPr>
            <a:xfrm>
              <a:off x="386606" y="1575200"/>
              <a:ext cx="8554953" cy="2456519"/>
            </a:xfrm>
            <a:custGeom>
              <a:avLst/>
              <a:pathLst>
                <a:path w="8554953" h="2456519">
                  <a:moveTo>
                    <a:pt x="0" y="705896"/>
                  </a:moveTo>
                  <a:lnTo>
                    <a:pt x="522133" y="705896"/>
                  </a:lnTo>
                  <a:lnTo>
                    <a:pt x="523354" y="705948"/>
                  </a:lnTo>
                  <a:lnTo>
                    <a:pt x="531343" y="706316"/>
                  </a:lnTo>
                  <a:lnTo>
                    <a:pt x="551344" y="707336"/>
                  </a:lnTo>
                  <a:lnTo>
                    <a:pt x="586744" y="709338"/>
                  </a:lnTo>
                  <a:lnTo>
                    <a:pt x="638782" y="712621"/>
                  </a:lnTo>
                  <a:lnTo>
                    <a:pt x="706473" y="717408"/>
                  </a:lnTo>
                  <a:lnTo>
                    <a:pt x="786950" y="723832"/>
                  </a:lnTo>
                  <a:lnTo>
                    <a:pt x="876182" y="731939"/>
                  </a:lnTo>
                  <a:lnTo>
                    <a:pt x="969815" y="741712"/>
                  </a:lnTo>
                  <a:lnTo>
                    <a:pt x="1063902" y="753113"/>
                  </a:lnTo>
                  <a:lnTo>
                    <a:pt x="1155353" y="766117"/>
                  </a:lnTo>
                  <a:lnTo>
                    <a:pt x="1242091" y="780742"/>
                  </a:lnTo>
                  <a:lnTo>
                    <a:pt x="1322983" y="797067"/>
                  </a:lnTo>
                  <a:lnTo>
                    <a:pt x="1397665" y="815241"/>
                  </a:lnTo>
                  <a:lnTo>
                    <a:pt x="1466327" y="835483"/>
                  </a:lnTo>
                  <a:lnTo>
                    <a:pt x="1529532" y="858076"/>
                  </a:lnTo>
                  <a:lnTo>
                    <a:pt x="1588057" y="883354"/>
                  </a:lnTo>
                  <a:lnTo>
                    <a:pt x="1642787" y="911683"/>
                  </a:lnTo>
                  <a:lnTo>
                    <a:pt x="1694626" y="943419"/>
                  </a:lnTo>
                  <a:lnTo>
                    <a:pt x="1744423" y="978835"/>
                  </a:lnTo>
                  <a:lnTo>
                    <a:pt x="1768425" y="997666"/>
                  </a:lnTo>
                  <a:lnTo>
                    <a:pt x="1812276" y="1034951"/>
                  </a:lnTo>
                  <a:lnTo>
                    <a:pt x="1855702" y="1075440"/>
                  </a:lnTo>
                  <a:lnTo>
                    <a:pt x="1899043" y="1119193"/>
                  </a:lnTo>
                  <a:lnTo>
                    <a:pt x="1942551" y="1166198"/>
                  </a:lnTo>
                  <a:lnTo>
                    <a:pt x="1986402" y="1216356"/>
                  </a:lnTo>
                  <a:lnTo>
                    <a:pt x="2030700" y="1269480"/>
                  </a:lnTo>
                  <a:lnTo>
                    <a:pt x="2075487" y="1325291"/>
                  </a:lnTo>
                  <a:lnTo>
                    <a:pt x="2120749" y="1383416"/>
                  </a:lnTo>
                  <a:lnTo>
                    <a:pt x="2166422" y="1443401"/>
                  </a:lnTo>
                  <a:lnTo>
                    <a:pt x="2212405" y="1504718"/>
                  </a:lnTo>
                  <a:lnTo>
                    <a:pt x="2258569" y="1566789"/>
                  </a:lnTo>
                  <a:lnTo>
                    <a:pt x="2304767" y="1629002"/>
                  </a:lnTo>
                  <a:lnTo>
                    <a:pt x="2350852" y="1690743"/>
                  </a:lnTo>
                  <a:lnTo>
                    <a:pt x="2396683" y="1751414"/>
                  </a:lnTo>
                  <a:lnTo>
                    <a:pt x="2442146" y="1810462"/>
                  </a:lnTo>
                  <a:lnTo>
                    <a:pt x="2487157" y="1867396"/>
                  </a:lnTo>
                  <a:lnTo>
                    <a:pt x="2531680" y="1921805"/>
                  </a:lnTo>
                  <a:lnTo>
                    <a:pt x="2575729" y="1973366"/>
                  </a:lnTo>
                  <a:lnTo>
                    <a:pt x="2619379" y="2021849"/>
                  </a:lnTo>
                  <a:lnTo>
                    <a:pt x="2662771" y="2067115"/>
                  </a:lnTo>
                  <a:lnTo>
                    <a:pt x="2706121" y="2109113"/>
                  </a:lnTo>
                  <a:lnTo>
                    <a:pt x="2749726" y="2147870"/>
                  </a:lnTo>
                  <a:lnTo>
                    <a:pt x="2770117" y="2164748"/>
                  </a:lnTo>
                  <a:lnTo>
                    <a:pt x="2819182" y="2202023"/>
                  </a:lnTo>
                  <a:lnTo>
                    <a:pt x="2869916" y="2235546"/>
                  </a:lnTo>
                  <a:lnTo>
                    <a:pt x="2923111" y="2265512"/>
                  </a:lnTo>
                  <a:lnTo>
                    <a:pt x="2979653" y="2292247"/>
                  </a:lnTo>
                  <a:lnTo>
                    <a:pt x="3040447" y="2316118"/>
                  </a:lnTo>
                  <a:lnTo>
                    <a:pt x="3106335" y="2337478"/>
                  </a:lnTo>
                  <a:lnTo>
                    <a:pt x="3178001" y="2356639"/>
                  </a:lnTo>
                  <a:lnTo>
                    <a:pt x="3255840" y="2373852"/>
                  </a:lnTo>
                  <a:lnTo>
                    <a:pt x="3339787" y="2389301"/>
                  </a:lnTo>
                  <a:lnTo>
                    <a:pt x="3429115" y="2403097"/>
                  </a:lnTo>
                  <a:lnTo>
                    <a:pt x="3522227" y="2415288"/>
                  </a:lnTo>
                  <a:lnTo>
                    <a:pt x="3616530" y="2425868"/>
                  </a:lnTo>
                  <a:lnTo>
                    <a:pt x="3708463" y="2434800"/>
                  </a:lnTo>
                  <a:lnTo>
                    <a:pt x="3793796" y="2442052"/>
                  </a:lnTo>
                  <a:lnTo>
                    <a:pt x="3868235" y="2447635"/>
                  </a:lnTo>
                  <a:lnTo>
                    <a:pt x="3928235" y="2451636"/>
                  </a:lnTo>
                  <a:lnTo>
                    <a:pt x="3971817" y="2454235"/>
                  </a:lnTo>
                  <a:lnTo>
                    <a:pt x="3999107" y="2455699"/>
                  </a:lnTo>
                  <a:lnTo>
                    <a:pt x="4012465" y="2456346"/>
                  </a:lnTo>
                  <a:lnTo>
                    <a:pt x="4016259" y="2456513"/>
                  </a:lnTo>
                  <a:lnTo>
                    <a:pt x="4016409" y="2456519"/>
                  </a:lnTo>
                  <a:lnTo>
                    <a:pt x="4538543" y="2456519"/>
                  </a:lnTo>
                  <a:lnTo>
                    <a:pt x="4539720" y="2456449"/>
                  </a:lnTo>
                  <a:lnTo>
                    <a:pt x="4547433" y="2455951"/>
                  </a:lnTo>
                  <a:lnTo>
                    <a:pt x="4566764" y="2454573"/>
                  </a:lnTo>
                  <a:lnTo>
                    <a:pt x="4601040" y="2451864"/>
                  </a:lnTo>
                  <a:lnTo>
                    <a:pt x="4651548" y="2447421"/>
                  </a:lnTo>
                  <a:lnTo>
                    <a:pt x="4717447" y="2440934"/>
                  </a:lnTo>
                  <a:lnTo>
                    <a:pt x="4796080" y="2432213"/>
                  </a:lnTo>
                  <a:lnTo>
                    <a:pt x="4883616" y="2421190"/>
                  </a:lnTo>
                  <a:lnTo>
                    <a:pt x="4975851" y="2407880"/>
                  </a:lnTo>
                  <a:lnTo>
                    <a:pt x="5068916" y="2392336"/>
                  </a:lnTo>
                  <a:lnTo>
                    <a:pt x="5159723" y="2374596"/>
                  </a:lnTo>
                  <a:lnTo>
                    <a:pt x="5246144" y="2354645"/>
                  </a:lnTo>
                  <a:lnTo>
                    <a:pt x="5326970" y="2332387"/>
                  </a:lnTo>
                  <a:lnTo>
                    <a:pt x="5401750" y="2307636"/>
                  </a:lnTo>
                  <a:lnTo>
                    <a:pt x="5470594" y="2280113"/>
                  </a:lnTo>
                  <a:lnTo>
                    <a:pt x="5533992" y="2249448"/>
                  </a:lnTo>
                  <a:lnTo>
                    <a:pt x="5592665" y="2215201"/>
                  </a:lnTo>
                  <a:lnTo>
                    <a:pt x="5647452" y="2176880"/>
                  </a:lnTo>
                  <a:lnTo>
                    <a:pt x="5699225" y="2133997"/>
                  </a:lnTo>
                  <a:lnTo>
                    <a:pt x="5748823" y="2086144"/>
                  </a:lnTo>
                  <a:lnTo>
                    <a:pt x="5784835" y="2047099"/>
                  </a:lnTo>
                  <a:lnTo>
                    <a:pt x="5824112" y="2000479"/>
                  </a:lnTo>
                  <a:lnTo>
                    <a:pt x="5863016" y="1950267"/>
                  </a:lnTo>
                  <a:lnTo>
                    <a:pt x="5901802" y="1896391"/>
                  </a:lnTo>
                  <a:lnTo>
                    <a:pt x="5940667" y="1838844"/>
                  </a:lnTo>
                  <a:lnTo>
                    <a:pt x="5979756" y="1777692"/>
                  </a:lnTo>
                  <a:lnTo>
                    <a:pt x="6019166" y="1713081"/>
                  </a:lnTo>
                  <a:lnTo>
                    <a:pt x="6058954" y="1645237"/>
                  </a:lnTo>
                  <a:lnTo>
                    <a:pt x="6099134" y="1574473"/>
                  </a:lnTo>
                  <a:lnTo>
                    <a:pt x="6139691" y="1501182"/>
                  </a:lnTo>
                  <a:lnTo>
                    <a:pt x="6180573" y="1425830"/>
                  </a:lnTo>
                  <a:lnTo>
                    <a:pt x="6221709" y="1348948"/>
                  </a:lnTo>
                  <a:lnTo>
                    <a:pt x="6263008" y="1271115"/>
                  </a:lnTo>
                  <a:lnTo>
                    <a:pt x="6304364" y="1192942"/>
                  </a:lnTo>
                  <a:lnTo>
                    <a:pt x="6345673" y="1115050"/>
                  </a:lnTo>
                  <a:lnTo>
                    <a:pt x="6386829" y="1038050"/>
                  </a:lnTo>
                  <a:lnTo>
                    <a:pt x="6427739" y="962526"/>
                  </a:lnTo>
                  <a:lnTo>
                    <a:pt x="6468330" y="889015"/>
                  </a:lnTo>
                  <a:lnTo>
                    <a:pt x="6508548" y="817988"/>
                  </a:lnTo>
                  <a:lnTo>
                    <a:pt x="6548373" y="749848"/>
                  </a:lnTo>
                  <a:lnTo>
                    <a:pt x="6587818" y="684913"/>
                  </a:lnTo>
                  <a:lnTo>
                    <a:pt x="6626935" y="623420"/>
                  </a:lnTo>
                  <a:lnTo>
                    <a:pt x="6665816" y="565521"/>
                  </a:lnTo>
                  <a:lnTo>
                    <a:pt x="6704602" y="511290"/>
                  </a:lnTo>
                  <a:lnTo>
                    <a:pt x="6743484" y="460727"/>
                  </a:lnTo>
                  <a:lnTo>
                    <a:pt x="6782712" y="413765"/>
                  </a:lnTo>
                  <a:lnTo>
                    <a:pt x="6786527" y="409419"/>
                  </a:lnTo>
                  <a:lnTo>
                    <a:pt x="6834985" y="357721"/>
                  </a:lnTo>
                  <a:lnTo>
                    <a:pt x="6885061" y="311161"/>
                  </a:lnTo>
                  <a:lnTo>
                    <a:pt x="6937519" y="269482"/>
                  </a:lnTo>
                  <a:lnTo>
                    <a:pt x="6993211" y="232244"/>
                  </a:lnTo>
                  <a:lnTo>
                    <a:pt x="7053009" y="198953"/>
                  </a:lnTo>
                  <a:lnTo>
                    <a:pt x="7117730" y="169126"/>
                  </a:lnTo>
                  <a:lnTo>
                    <a:pt x="7188049" y="142339"/>
                  </a:lnTo>
                  <a:lnTo>
                    <a:pt x="7264374" y="118245"/>
                  </a:lnTo>
                  <a:lnTo>
                    <a:pt x="7346692" y="96588"/>
                  </a:lnTo>
                  <a:lnTo>
                    <a:pt x="7434377" y="77205"/>
                  </a:lnTo>
                  <a:lnTo>
                    <a:pt x="7525998" y="60022"/>
                  </a:lnTo>
                  <a:lnTo>
                    <a:pt x="7619181" y="45041"/>
                  </a:lnTo>
                  <a:lnTo>
                    <a:pt x="7710612" y="32308"/>
                  </a:lnTo>
                  <a:lnTo>
                    <a:pt x="7796282" y="21871"/>
                  </a:lnTo>
                  <a:lnTo>
                    <a:pt x="7872007" y="13729"/>
                  </a:lnTo>
                  <a:lnTo>
                    <a:pt x="7934183" y="7784"/>
                  </a:lnTo>
                  <a:lnTo>
                    <a:pt x="7980561" y="3816"/>
                  </a:lnTo>
                  <a:lnTo>
                    <a:pt x="8010831" y="1487"/>
                  </a:lnTo>
                  <a:lnTo>
                    <a:pt x="8026818" y="376"/>
                  </a:lnTo>
                  <a:lnTo>
                    <a:pt x="8032323" y="28"/>
                  </a:lnTo>
                  <a:lnTo>
                    <a:pt x="8032819" y="0"/>
                  </a:lnTo>
                  <a:lnTo>
                    <a:pt x="8554953" y="0"/>
                  </a:lnTo>
                  <a:lnTo>
                    <a:pt x="8554953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57" name="pl157"/>
            <p:cNvSpPr/>
            <p:nvPr/>
          </p:nvSpPr>
          <p:spPr>
            <a:xfrm>
              <a:off x="386606" y="1563905"/>
              <a:ext cx="8554953" cy="2456519"/>
            </a:xfrm>
            <a:custGeom>
              <a:avLst/>
              <a:pathLst>
                <a:path w="8554953" h="2456519">
                  <a:moveTo>
                    <a:pt x="8554953" y="0"/>
                  </a:moveTo>
                  <a:lnTo>
                    <a:pt x="8032819" y="0"/>
                  </a:lnTo>
                  <a:lnTo>
                    <a:pt x="8031641" y="69"/>
                  </a:lnTo>
                  <a:lnTo>
                    <a:pt x="8023929" y="568"/>
                  </a:lnTo>
                  <a:lnTo>
                    <a:pt x="8004598" y="1946"/>
                  </a:lnTo>
                  <a:lnTo>
                    <a:pt x="7970322" y="4654"/>
                  </a:lnTo>
                  <a:lnTo>
                    <a:pt x="7919814" y="9097"/>
                  </a:lnTo>
                  <a:lnTo>
                    <a:pt x="7853915" y="15585"/>
                  </a:lnTo>
                  <a:lnTo>
                    <a:pt x="7775282" y="24305"/>
                  </a:lnTo>
                  <a:lnTo>
                    <a:pt x="7687746" y="35329"/>
                  </a:lnTo>
                  <a:lnTo>
                    <a:pt x="7595510" y="48639"/>
                  </a:lnTo>
                  <a:lnTo>
                    <a:pt x="7502446" y="64183"/>
                  </a:lnTo>
                  <a:lnTo>
                    <a:pt x="7411639" y="81922"/>
                  </a:lnTo>
                  <a:lnTo>
                    <a:pt x="7325218" y="101874"/>
                  </a:lnTo>
                  <a:lnTo>
                    <a:pt x="7244392" y="124131"/>
                  </a:lnTo>
                  <a:lnTo>
                    <a:pt x="7169612" y="148882"/>
                  </a:lnTo>
                  <a:lnTo>
                    <a:pt x="7100768" y="176405"/>
                  </a:lnTo>
                  <a:lnTo>
                    <a:pt x="7037370" y="207070"/>
                  </a:lnTo>
                  <a:lnTo>
                    <a:pt x="6978697" y="241318"/>
                  </a:lnTo>
                  <a:lnTo>
                    <a:pt x="6923910" y="279638"/>
                  </a:lnTo>
                  <a:lnTo>
                    <a:pt x="6872137" y="322521"/>
                  </a:lnTo>
                  <a:lnTo>
                    <a:pt x="6822539" y="370374"/>
                  </a:lnTo>
                  <a:lnTo>
                    <a:pt x="6786527" y="409419"/>
                  </a:lnTo>
                  <a:lnTo>
                    <a:pt x="6747250" y="456040"/>
                  </a:lnTo>
                  <a:lnTo>
                    <a:pt x="6708346" y="506252"/>
                  </a:lnTo>
                  <a:lnTo>
                    <a:pt x="6669560" y="560128"/>
                  </a:lnTo>
                  <a:lnTo>
                    <a:pt x="6630695" y="617674"/>
                  </a:lnTo>
                  <a:lnTo>
                    <a:pt x="6591606" y="678826"/>
                  </a:lnTo>
                  <a:lnTo>
                    <a:pt x="6552196" y="743438"/>
                  </a:lnTo>
                  <a:lnTo>
                    <a:pt x="6512408" y="811281"/>
                  </a:lnTo>
                  <a:lnTo>
                    <a:pt x="6472227" y="882045"/>
                  </a:lnTo>
                  <a:lnTo>
                    <a:pt x="6431671" y="955337"/>
                  </a:lnTo>
                  <a:lnTo>
                    <a:pt x="6390789" y="1030689"/>
                  </a:lnTo>
                  <a:lnTo>
                    <a:pt x="6349652" y="1107571"/>
                  </a:lnTo>
                  <a:lnTo>
                    <a:pt x="6308354" y="1185403"/>
                  </a:lnTo>
                  <a:lnTo>
                    <a:pt x="6266998" y="1263576"/>
                  </a:lnTo>
                  <a:lnTo>
                    <a:pt x="6225689" y="1341469"/>
                  </a:lnTo>
                  <a:lnTo>
                    <a:pt x="6184533" y="1418468"/>
                  </a:lnTo>
                  <a:lnTo>
                    <a:pt x="6143623" y="1493992"/>
                  </a:lnTo>
                  <a:lnTo>
                    <a:pt x="6103032" y="1567504"/>
                  </a:lnTo>
                  <a:lnTo>
                    <a:pt x="6062814" y="1638530"/>
                  </a:lnTo>
                  <a:lnTo>
                    <a:pt x="6022989" y="1706671"/>
                  </a:lnTo>
                  <a:lnTo>
                    <a:pt x="5983543" y="1771605"/>
                  </a:lnTo>
                  <a:lnTo>
                    <a:pt x="5944427" y="1833098"/>
                  </a:lnTo>
                  <a:lnTo>
                    <a:pt x="5905546" y="1890997"/>
                  </a:lnTo>
                  <a:lnTo>
                    <a:pt x="5866760" y="1945228"/>
                  </a:lnTo>
                  <a:lnTo>
                    <a:pt x="5827878" y="1995791"/>
                  </a:lnTo>
                  <a:lnTo>
                    <a:pt x="5788650" y="2042754"/>
                  </a:lnTo>
                  <a:lnTo>
                    <a:pt x="5784835" y="2047099"/>
                  </a:lnTo>
                  <a:lnTo>
                    <a:pt x="5736377" y="2098797"/>
                  </a:lnTo>
                  <a:lnTo>
                    <a:pt x="5686301" y="2145357"/>
                  </a:lnTo>
                  <a:lnTo>
                    <a:pt x="5633843" y="2187037"/>
                  </a:lnTo>
                  <a:lnTo>
                    <a:pt x="5578151" y="2224274"/>
                  </a:lnTo>
                  <a:lnTo>
                    <a:pt x="5518353" y="2257566"/>
                  </a:lnTo>
                  <a:lnTo>
                    <a:pt x="5453632" y="2287392"/>
                  </a:lnTo>
                  <a:lnTo>
                    <a:pt x="5383313" y="2314179"/>
                  </a:lnTo>
                  <a:lnTo>
                    <a:pt x="5306988" y="2338273"/>
                  </a:lnTo>
                  <a:lnTo>
                    <a:pt x="5224670" y="2359930"/>
                  </a:lnTo>
                  <a:lnTo>
                    <a:pt x="5136985" y="2379314"/>
                  </a:lnTo>
                  <a:lnTo>
                    <a:pt x="5045363" y="2396497"/>
                  </a:lnTo>
                  <a:lnTo>
                    <a:pt x="4952181" y="2411478"/>
                  </a:lnTo>
                  <a:lnTo>
                    <a:pt x="4860750" y="2424211"/>
                  </a:lnTo>
                  <a:lnTo>
                    <a:pt x="4775080" y="2434648"/>
                  </a:lnTo>
                  <a:lnTo>
                    <a:pt x="4699355" y="2442790"/>
                  </a:lnTo>
                  <a:lnTo>
                    <a:pt x="4637179" y="2448734"/>
                  </a:lnTo>
                  <a:lnTo>
                    <a:pt x="4590801" y="2452702"/>
                  </a:lnTo>
                  <a:lnTo>
                    <a:pt x="4560531" y="2455032"/>
                  </a:lnTo>
                  <a:lnTo>
                    <a:pt x="4544544" y="2456143"/>
                  </a:lnTo>
                  <a:lnTo>
                    <a:pt x="4539038" y="2456490"/>
                  </a:lnTo>
                  <a:lnTo>
                    <a:pt x="4538543" y="2456519"/>
                  </a:lnTo>
                  <a:lnTo>
                    <a:pt x="4016409" y="2456519"/>
                  </a:lnTo>
                  <a:lnTo>
                    <a:pt x="4015188" y="2456467"/>
                  </a:lnTo>
                  <a:lnTo>
                    <a:pt x="4007199" y="2456099"/>
                  </a:lnTo>
                  <a:lnTo>
                    <a:pt x="3987199" y="2455079"/>
                  </a:lnTo>
                  <a:lnTo>
                    <a:pt x="3951798" y="2453076"/>
                  </a:lnTo>
                  <a:lnTo>
                    <a:pt x="3899760" y="2449794"/>
                  </a:lnTo>
                  <a:lnTo>
                    <a:pt x="3832070" y="2445007"/>
                  </a:lnTo>
                  <a:lnTo>
                    <a:pt x="3751592" y="2438583"/>
                  </a:lnTo>
                  <a:lnTo>
                    <a:pt x="3662360" y="2430476"/>
                  </a:lnTo>
                  <a:lnTo>
                    <a:pt x="3568727" y="2420703"/>
                  </a:lnTo>
                  <a:lnTo>
                    <a:pt x="3474640" y="2409302"/>
                  </a:lnTo>
                  <a:lnTo>
                    <a:pt x="3383189" y="2396298"/>
                  </a:lnTo>
                  <a:lnTo>
                    <a:pt x="3296451" y="2381673"/>
                  </a:lnTo>
                  <a:lnTo>
                    <a:pt x="3215559" y="2365348"/>
                  </a:lnTo>
                  <a:lnTo>
                    <a:pt x="3140878" y="2347173"/>
                  </a:lnTo>
                  <a:lnTo>
                    <a:pt x="3072215" y="2326932"/>
                  </a:lnTo>
                  <a:lnTo>
                    <a:pt x="3009010" y="2304339"/>
                  </a:lnTo>
                  <a:lnTo>
                    <a:pt x="2950485" y="2279061"/>
                  </a:lnTo>
                  <a:lnTo>
                    <a:pt x="2895755" y="2250732"/>
                  </a:lnTo>
                  <a:lnTo>
                    <a:pt x="2843916" y="2218996"/>
                  </a:lnTo>
                  <a:lnTo>
                    <a:pt x="2794119" y="2183580"/>
                  </a:lnTo>
                  <a:lnTo>
                    <a:pt x="2770117" y="2164748"/>
                  </a:lnTo>
                  <a:lnTo>
                    <a:pt x="2726266" y="2127464"/>
                  </a:lnTo>
                  <a:lnTo>
                    <a:pt x="2682840" y="2086975"/>
                  </a:lnTo>
                  <a:lnTo>
                    <a:pt x="2639500" y="2043222"/>
                  </a:lnTo>
                  <a:lnTo>
                    <a:pt x="2595991" y="1996217"/>
                  </a:lnTo>
                  <a:lnTo>
                    <a:pt x="2552140" y="1946059"/>
                  </a:lnTo>
                  <a:lnTo>
                    <a:pt x="2507842" y="1892934"/>
                  </a:lnTo>
                  <a:lnTo>
                    <a:pt x="2463055" y="1837124"/>
                  </a:lnTo>
                  <a:lnTo>
                    <a:pt x="2417794" y="1778998"/>
                  </a:lnTo>
                  <a:lnTo>
                    <a:pt x="2372120" y="1719014"/>
                  </a:lnTo>
                  <a:lnTo>
                    <a:pt x="2326137" y="1657697"/>
                  </a:lnTo>
                  <a:lnTo>
                    <a:pt x="2279973" y="1595626"/>
                  </a:lnTo>
                  <a:lnTo>
                    <a:pt x="2233775" y="1533413"/>
                  </a:lnTo>
                  <a:lnTo>
                    <a:pt x="2187690" y="1471672"/>
                  </a:lnTo>
                  <a:lnTo>
                    <a:pt x="2141859" y="1411001"/>
                  </a:lnTo>
                  <a:lnTo>
                    <a:pt x="2096396" y="1351953"/>
                  </a:lnTo>
                  <a:lnTo>
                    <a:pt x="2051385" y="1295019"/>
                  </a:lnTo>
                  <a:lnTo>
                    <a:pt x="2006862" y="1240610"/>
                  </a:lnTo>
                  <a:lnTo>
                    <a:pt x="1962813" y="1189049"/>
                  </a:lnTo>
                  <a:lnTo>
                    <a:pt x="1919163" y="1140566"/>
                  </a:lnTo>
                  <a:lnTo>
                    <a:pt x="1875771" y="1095300"/>
                  </a:lnTo>
                  <a:lnTo>
                    <a:pt x="1832422" y="1053302"/>
                  </a:lnTo>
                  <a:lnTo>
                    <a:pt x="1788816" y="1014545"/>
                  </a:lnTo>
                  <a:lnTo>
                    <a:pt x="1768425" y="997666"/>
                  </a:lnTo>
                  <a:lnTo>
                    <a:pt x="1719360" y="960392"/>
                  </a:lnTo>
                  <a:lnTo>
                    <a:pt x="1668626" y="926869"/>
                  </a:lnTo>
                  <a:lnTo>
                    <a:pt x="1615432" y="896903"/>
                  </a:lnTo>
                  <a:lnTo>
                    <a:pt x="1558889" y="870168"/>
                  </a:lnTo>
                  <a:lnTo>
                    <a:pt x="1498095" y="846297"/>
                  </a:lnTo>
                  <a:lnTo>
                    <a:pt x="1432207" y="824937"/>
                  </a:lnTo>
                  <a:lnTo>
                    <a:pt x="1360542" y="805775"/>
                  </a:lnTo>
                  <a:lnTo>
                    <a:pt x="1282703" y="788562"/>
                  </a:lnTo>
                  <a:lnTo>
                    <a:pt x="1198755" y="773114"/>
                  </a:lnTo>
                  <a:lnTo>
                    <a:pt x="1109428" y="759318"/>
                  </a:lnTo>
                  <a:lnTo>
                    <a:pt x="1016315" y="747127"/>
                  </a:lnTo>
                  <a:lnTo>
                    <a:pt x="922012" y="736547"/>
                  </a:lnTo>
                  <a:lnTo>
                    <a:pt x="830079" y="727614"/>
                  </a:lnTo>
                  <a:lnTo>
                    <a:pt x="744746" y="720363"/>
                  </a:lnTo>
                  <a:lnTo>
                    <a:pt x="670307" y="714780"/>
                  </a:lnTo>
                  <a:lnTo>
                    <a:pt x="610307" y="710779"/>
                  </a:lnTo>
                  <a:lnTo>
                    <a:pt x="566725" y="708179"/>
                  </a:lnTo>
                  <a:lnTo>
                    <a:pt x="539435" y="706716"/>
                  </a:lnTo>
                  <a:lnTo>
                    <a:pt x="526077" y="706069"/>
                  </a:lnTo>
                  <a:lnTo>
                    <a:pt x="522283" y="705902"/>
                  </a:lnTo>
                  <a:lnTo>
                    <a:pt x="522133" y="705896"/>
                  </a:lnTo>
                  <a:lnTo>
                    <a:pt x="0" y="705896"/>
                  </a:lnTo>
                  <a:lnTo>
                    <a:pt x="0" y="705896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58" name="pg158"/>
            <p:cNvSpPr/>
            <p:nvPr/>
          </p:nvSpPr>
          <p:spPr>
            <a:xfrm>
              <a:off x="386606" y="1942266"/>
              <a:ext cx="8554953" cy="2100747"/>
            </a:xfrm>
            <a:custGeom>
              <a:avLst/>
              <a:pathLst>
                <a:path w="8554953" h="2100747">
                  <a:moveTo>
                    <a:pt x="0" y="344477"/>
                  </a:moveTo>
                  <a:lnTo>
                    <a:pt x="522133" y="344477"/>
                  </a:lnTo>
                  <a:lnTo>
                    <a:pt x="523354" y="344529"/>
                  </a:lnTo>
                  <a:lnTo>
                    <a:pt x="531341" y="344899"/>
                  </a:lnTo>
                  <a:lnTo>
                    <a:pt x="551337" y="345921"/>
                  </a:lnTo>
                  <a:lnTo>
                    <a:pt x="586730" y="347930"/>
                  </a:lnTo>
                  <a:lnTo>
                    <a:pt x="638757" y="351222"/>
                  </a:lnTo>
                  <a:lnTo>
                    <a:pt x="706435" y="356023"/>
                  </a:lnTo>
                  <a:lnTo>
                    <a:pt x="786900" y="362466"/>
                  </a:lnTo>
                  <a:lnTo>
                    <a:pt x="876120" y="370598"/>
                  </a:lnTo>
                  <a:lnTo>
                    <a:pt x="969744" y="380401"/>
                  </a:lnTo>
                  <a:lnTo>
                    <a:pt x="1063824" y="391836"/>
                  </a:lnTo>
                  <a:lnTo>
                    <a:pt x="1155271" y="404879"/>
                  </a:lnTo>
                  <a:lnTo>
                    <a:pt x="1242007" y="419549"/>
                  </a:lnTo>
                  <a:lnTo>
                    <a:pt x="1322899" y="435923"/>
                  </a:lnTo>
                  <a:lnTo>
                    <a:pt x="1397580" y="454153"/>
                  </a:lnTo>
                  <a:lnTo>
                    <a:pt x="1466244" y="474455"/>
                  </a:lnTo>
                  <a:lnTo>
                    <a:pt x="1529450" y="497115"/>
                  </a:lnTo>
                  <a:lnTo>
                    <a:pt x="1587977" y="522469"/>
                  </a:lnTo>
                  <a:lnTo>
                    <a:pt x="1642707" y="550883"/>
                  </a:lnTo>
                  <a:lnTo>
                    <a:pt x="1694545" y="582713"/>
                  </a:lnTo>
                  <a:lnTo>
                    <a:pt x="1744341" y="618234"/>
                  </a:lnTo>
                  <a:lnTo>
                    <a:pt x="1768425" y="637189"/>
                  </a:lnTo>
                  <a:lnTo>
                    <a:pt x="1812236" y="674557"/>
                  </a:lnTo>
                  <a:lnTo>
                    <a:pt x="1855621" y="715134"/>
                  </a:lnTo>
                  <a:lnTo>
                    <a:pt x="1898922" y="758981"/>
                  </a:lnTo>
                  <a:lnTo>
                    <a:pt x="1942389" y="806083"/>
                  </a:lnTo>
                  <a:lnTo>
                    <a:pt x="1986198" y="856343"/>
                  </a:lnTo>
                  <a:lnTo>
                    <a:pt x="2030452" y="909575"/>
                  </a:lnTo>
                  <a:lnTo>
                    <a:pt x="2075195" y="965498"/>
                  </a:lnTo>
                  <a:lnTo>
                    <a:pt x="2120411" y="1023743"/>
                  </a:lnTo>
                  <a:lnTo>
                    <a:pt x="2166039" y="1083852"/>
                  </a:lnTo>
                  <a:lnTo>
                    <a:pt x="2211977" y="1145301"/>
                  </a:lnTo>
                  <a:lnTo>
                    <a:pt x="2258097" y="1207509"/>
                  </a:lnTo>
                  <a:lnTo>
                    <a:pt x="2304253" y="1269867"/>
                  </a:lnTo>
                  <a:lnTo>
                    <a:pt x="2350297" y="1331759"/>
                  </a:lnTo>
                  <a:lnTo>
                    <a:pt x="2396090" y="1392586"/>
                  </a:lnTo>
                  <a:lnTo>
                    <a:pt x="2441516" y="1451795"/>
                  </a:lnTo>
                  <a:lnTo>
                    <a:pt x="2486493" y="1508893"/>
                  </a:lnTo>
                  <a:lnTo>
                    <a:pt x="2530982" y="1563469"/>
                  </a:lnTo>
                  <a:lnTo>
                    <a:pt x="2574997" y="1615197"/>
                  </a:lnTo>
                  <a:lnTo>
                    <a:pt x="2618612" y="1663845"/>
                  </a:lnTo>
                  <a:lnTo>
                    <a:pt x="2661967" y="1709274"/>
                  </a:lnTo>
                  <a:lnTo>
                    <a:pt x="2705274" y="1751430"/>
                  </a:lnTo>
                  <a:lnTo>
                    <a:pt x="2748831" y="1790340"/>
                  </a:lnTo>
                  <a:lnTo>
                    <a:pt x="2770117" y="1808035"/>
                  </a:lnTo>
                  <a:lnTo>
                    <a:pt x="2819178" y="1845427"/>
                  </a:lnTo>
                  <a:lnTo>
                    <a:pt x="2869907" y="1879056"/>
                  </a:lnTo>
                  <a:lnTo>
                    <a:pt x="2923097" y="1909117"/>
                  </a:lnTo>
                  <a:lnTo>
                    <a:pt x="2979634" y="1935937"/>
                  </a:lnTo>
                  <a:lnTo>
                    <a:pt x="3040421" y="1959883"/>
                  </a:lnTo>
                  <a:lnTo>
                    <a:pt x="3106300" y="1981312"/>
                  </a:lnTo>
                  <a:lnTo>
                    <a:pt x="3177957" y="2000535"/>
                  </a:lnTo>
                  <a:lnTo>
                    <a:pt x="3255785" y="2017803"/>
                  </a:lnTo>
                  <a:lnTo>
                    <a:pt x="3339722" y="2033301"/>
                  </a:lnTo>
                  <a:lnTo>
                    <a:pt x="3429038" y="2047142"/>
                  </a:lnTo>
                  <a:lnTo>
                    <a:pt x="3522140" y="2059373"/>
                  </a:lnTo>
                  <a:lnTo>
                    <a:pt x="3616436" y="2069988"/>
                  </a:lnTo>
                  <a:lnTo>
                    <a:pt x="3708366" y="2078950"/>
                  </a:lnTo>
                  <a:lnTo>
                    <a:pt x="3793701" y="2086226"/>
                  </a:lnTo>
                  <a:lnTo>
                    <a:pt x="3868150" y="2091828"/>
                  </a:lnTo>
                  <a:lnTo>
                    <a:pt x="3928165" y="2095844"/>
                  </a:lnTo>
                  <a:lnTo>
                    <a:pt x="3971767" y="2098453"/>
                  </a:lnTo>
                  <a:lnTo>
                    <a:pt x="3999077" y="2099923"/>
                  </a:lnTo>
                  <a:lnTo>
                    <a:pt x="4012452" y="2100573"/>
                  </a:lnTo>
                  <a:lnTo>
                    <a:pt x="4016257" y="2100741"/>
                  </a:lnTo>
                  <a:lnTo>
                    <a:pt x="4016409" y="2100747"/>
                  </a:lnTo>
                  <a:lnTo>
                    <a:pt x="4538543" y="2100747"/>
                  </a:lnTo>
                  <a:lnTo>
                    <a:pt x="4539744" y="2100686"/>
                  </a:lnTo>
                  <a:lnTo>
                    <a:pt x="4547607" y="2100253"/>
                  </a:lnTo>
                  <a:lnTo>
                    <a:pt x="4567302" y="2099053"/>
                  </a:lnTo>
                  <a:lnTo>
                    <a:pt x="4602190" y="2096696"/>
                  </a:lnTo>
                  <a:lnTo>
                    <a:pt x="4653532" y="2092831"/>
                  </a:lnTo>
                  <a:lnTo>
                    <a:pt x="4720408" y="2087191"/>
                  </a:lnTo>
                  <a:lnTo>
                    <a:pt x="4800049" y="2079617"/>
                  </a:lnTo>
                  <a:lnTo>
                    <a:pt x="4888514" y="2070052"/>
                  </a:lnTo>
                  <a:lnTo>
                    <a:pt x="4981518" y="2058512"/>
                  </a:lnTo>
                  <a:lnTo>
                    <a:pt x="5075146" y="2045044"/>
                  </a:lnTo>
                  <a:lnTo>
                    <a:pt x="5166311" y="2029679"/>
                  </a:lnTo>
                  <a:lnTo>
                    <a:pt x="5252911" y="2012398"/>
                  </a:lnTo>
                  <a:lnTo>
                    <a:pt x="5333777" y="1993114"/>
                  </a:lnTo>
                  <a:lnTo>
                    <a:pt x="5408505" y="1971656"/>
                  </a:lnTo>
                  <a:lnTo>
                    <a:pt x="5477251" y="1947775"/>
                  </a:lnTo>
                  <a:lnTo>
                    <a:pt x="5540543" y="1921142"/>
                  </a:lnTo>
                  <a:lnTo>
                    <a:pt x="5599133" y="1891367"/>
                  </a:lnTo>
                  <a:lnTo>
                    <a:pt x="5653886" y="1858022"/>
                  </a:lnTo>
                  <a:lnTo>
                    <a:pt x="5705692" y="1820685"/>
                  </a:lnTo>
                  <a:lnTo>
                    <a:pt x="5755395" y="1779017"/>
                  </a:lnTo>
                  <a:lnTo>
                    <a:pt x="5784835" y="1751564"/>
                  </a:lnTo>
                  <a:lnTo>
                    <a:pt x="5826330" y="1709451"/>
                  </a:lnTo>
                  <a:lnTo>
                    <a:pt x="5867427" y="1663913"/>
                  </a:lnTo>
                  <a:lnTo>
                    <a:pt x="5908419" y="1614880"/>
                  </a:lnTo>
                  <a:lnTo>
                    <a:pt x="5949530" y="1562358"/>
                  </a:lnTo>
                  <a:lnTo>
                    <a:pt x="5990920" y="1506426"/>
                  </a:lnTo>
                  <a:lnTo>
                    <a:pt x="6032691" y="1447254"/>
                  </a:lnTo>
                  <a:lnTo>
                    <a:pt x="6074894" y="1385095"/>
                  </a:lnTo>
                  <a:lnTo>
                    <a:pt x="6117532" y="1320295"/>
                  </a:lnTo>
                  <a:lnTo>
                    <a:pt x="6160567" y="1253283"/>
                  </a:lnTo>
                  <a:lnTo>
                    <a:pt x="6203929" y="1184559"/>
                  </a:lnTo>
                  <a:lnTo>
                    <a:pt x="6247517" y="1114688"/>
                  </a:lnTo>
                  <a:lnTo>
                    <a:pt x="6291216" y="1044272"/>
                  </a:lnTo>
                  <a:lnTo>
                    <a:pt x="6334898" y="973936"/>
                  </a:lnTo>
                  <a:lnTo>
                    <a:pt x="6378439" y="904300"/>
                  </a:lnTo>
                  <a:lnTo>
                    <a:pt x="6421727" y="835959"/>
                  </a:lnTo>
                  <a:lnTo>
                    <a:pt x="6464668" y="769461"/>
                  </a:lnTo>
                  <a:lnTo>
                    <a:pt x="6507197" y="705293"/>
                  </a:lnTo>
                  <a:lnTo>
                    <a:pt x="6549289" y="643862"/>
                  </a:lnTo>
                  <a:lnTo>
                    <a:pt x="6590956" y="585489"/>
                  </a:lnTo>
                  <a:lnTo>
                    <a:pt x="6632264" y="530409"/>
                  </a:lnTo>
                  <a:lnTo>
                    <a:pt x="6673327" y="478765"/>
                  </a:lnTo>
                  <a:lnTo>
                    <a:pt x="6714322" y="430620"/>
                  </a:lnTo>
                  <a:lnTo>
                    <a:pt x="6755488" y="385958"/>
                  </a:lnTo>
                  <a:lnTo>
                    <a:pt x="6786527" y="354830"/>
                  </a:lnTo>
                  <a:lnTo>
                    <a:pt x="6835317" y="310456"/>
                  </a:lnTo>
                  <a:lnTo>
                    <a:pt x="6885752" y="270522"/>
                  </a:lnTo>
                  <a:lnTo>
                    <a:pt x="6938612" y="234802"/>
                  </a:lnTo>
                  <a:lnTo>
                    <a:pt x="6994768" y="202913"/>
                  </a:lnTo>
                  <a:lnTo>
                    <a:pt x="7055109" y="174424"/>
                  </a:lnTo>
                  <a:lnTo>
                    <a:pt x="7120466" y="148917"/>
                  </a:lnTo>
                  <a:lnTo>
                    <a:pt x="7191519" y="126024"/>
                  </a:lnTo>
                  <a:lnTo>
                    <a:pt x="7268669" y="105446"/>
                  </a:lnTo>
                  <a:lnTo>
                    <a:pt x="7351877" y="86966"/>
                  </a:lnTo>
                  <a:lnTo>
                    <a:pt x="7440460" y="70445"/>
                  </a:lnTo>
                  <a:lnTo>
                    <a:pt x="7532900" y="55824"/>
                  </a:lnTo>
                  <a:lnTo>
                    <a:pt x="7626703" y="43109"/>
                  </a:lnTo>
                  <a:lnTo>
                    <a:pt x="7718423" y="32342"/>
                  </a:lnTo>
                  <a:lnTo>
                    <a:pt x="7803927" y="23561"/>
                  </a:lnTo>
                  <a:lnTo>
                    <a:pt x="7878971" y="16760"/>
                  </a:lnTo>
                  <a:lnTo>
                    <a:pt x="7939977" y="11843"/>
                  </a:lnTo>
                  <a:lnTo>
                    <a:pt x="7984838" y="8609"/>
                  </a:lnTo>
                  <a:lnTo>
                    <a:pt x="8013478" y="6752"/>
                  </a:lnTo>
                  <a:lnTo>
                    <a:pt x="8028010" y="5901"/>
                  </a:lnTo>
                  <a:lnTo>
                    <a:pt x="8032545" y="5660"/>
                  </a:lnTo>
                  <a:lnTo>
                    <a:pt x="8032819" y="5647"/>
                  </a:lnTo>
                  <a:lnTo>
                    <a:pt x="8554953" y="5647"/>
                  </a:lnTo>
                  <a:lnTo>
                    <a:pt x="8554953" y="0"/>
                  </a:lnTo>
                  <a:lnTo>
                    <a:pt x="8032819" y="0"/>
                  </a:lnTo>
                  <a:lnTo>
                    <a:pt x="8031618" y="60"/>
                  </a:lnTo>
                  <a:lnTo>
                    <a:pt x="8023755" y="494"/>
                  </a:lnTo>
                  <a:lnTo>
                    <a:pt x="8004060" y="1694"/>
                  </a:lnTo>
                  <a:lnTo>
                    <a:pt x="7969172" y="4051"/>
                  </a:lnTo>
                  <a:lnTo>
                    <a:pt x="7917830" y="7916"/>
                  </a:lnTo>
                  <a:lnTo>
                    <a:pt x="7850954" y="13555"/>
                  </a:lnTo>
                  <a:lnTo>
                    <a:pt x="7771313" y="21129"/>
                  </a:lnTo>
                  <a:lnTo>
                    <a:pt x="7682848" y="30695"/>
                  </a:lnTo>
                  <a:lnTo>
                    <a:pt x="7589844" y="42234"/>
                  </a:lnTo>
                  <a:lnTo>
                    <a:pt x="7496216" y="55702"/>
                  </a:lnTo>
                  <a:lnTo>
                    <a:pt x="7405051" y="71068"/>
                  </a:lnTo>
                  <a:lnTo>
                    <a:pt x="7318451" y="88348"/>
                  </a:lnTo>
                  <a:lnTo>
                    <a:pt x="7237585" y="107633"/>
                  </a:lnTo>
                  <a:lnTo>
                    <a:pt x="7162857" y="129090"/>
                  </a:lnTo>
                  <a:lnTo>
                    <a:pt x="7094111" y="152972"/>
                  </a:lnTo>
                  <a:lnTo>
                    <a:pt x="7030819" y="179605"/>
                  </a:lnTo>
                  <a:lnTo>
                    <a:pt x="6972228" y="209380"/>
                  </a:lnTo>
                  <a:lnTo>
                    <a:pt x="6917476" y="242725"/>
                  </a:lnTo>
                  <a:lnTo>
                    <a:pt x="6865670" y="280062"/>
                  </a:lnTo>
                  <a:lnTo>
                    <a:pt x="6815967" y="321729"/>
                  </a:lnTo>
                  <a:lnTo>
                    <a:pt x="6786527" y="349183"/>
                  </a:lnTo>
                  <a:lnTo>
                    <a:pt x="6745031" y="391295"/>
                  </a:lnTo>
                  <a:lnTo>
                    <a:pt x="6703935" y="436834"/>
                  </a:lnTo>
                  <a:lnTo>
                    <a:pt x="6662943" y="485866"/>
                  </a:lnTo>
                  <a:lnTo>
                    <a:pt x="6621832" y="538389"/>
                  </a:lnTo>
                  <a:lnTo>
                    <a:pt x="6580442" y="594320"/>
                  </a:lnTo>
                  <a:lnTo>
                    <a:pt x="6538671" y="653493"/>
                  </a:lnTo>
                  <a:lnTo>
                    <a:pt x="6496468" y="715652"/>
                  </a:lnTo>
                  <a:lnTo>
                    <a:pt x="6453830" y="780451"/>
                  </a:lnTo>
                  <a:lnTo>
                    <a:pt x="6410795" y="847464"/>
                  </a:lnTo>
                  <a:lnTo>
                    <a:pt x="6367433" y="916187"/>
                  </a:lnTo>
                  <a:lnTo>
                    <a:pt x="6323844" y="986059"/>
                  </a:lnTo>
                  <a:lnTo>
                    <a:pt x="6280146" y="1056474"/>
                  </a:lnTo>
                  <a:lnTo>
                    <a:pt x="6236464" y="1126811"/>
                  </a:lnTo>
                  <a:lnTo>
                    <a:pt x="6192923" y="1196447"/>
                  </a:lnTo>
                  <a:lnTo>
                    <a:pt x="6149635" y="1264788"/>
                  </a:lnTo>
                  <a:lnTo>
                    <a:pt x="6106694" y="1331285"/>
                  </a:lnTo>
                  <a:lnTo>
                    <a:pt x="6064165" y="1395453"/>
                  </a:lnTo>
                  <a:lnTo>
                    <a:pt x="6022073" y="1456885"/>
                  </a:lnTo>
                  <a:lnTo>
                    <a:pt x="5980406" y="1515258"/>
                  </a:lnTo>
                  <a:lnTo>
                    <a:pt x="5939098" y="1570338"/>
                  </a:lnTo>
                  <a:lnTo>
                    <a:pt x="5898035" y="1621981"/>
                  </a:lnTo>
                  <a:lnTo>
                    <a:pt x="5857040" y="1670126"/>
                  </a:lnTo>
                  <a:lnTo>
                    <a:pt x="5815873" y="1714788"/>
                  </a:lnTo>
                  <a:lnTo>
                    <a:pt x="5784835" y="1745917"/>
                  </a:lnTo>
                  <a:lnTo>
                    <a:pt x="5736045" y="1790291"/>
                  </a:lnTo>
                  <a:lnTo>
                    <a:pt x="5685610" y="1830225"/>
                  </a:lnTo>
                  <a:lnTo>
                    <a:pt x="5632750" y="1865945"/>
                  </a:lnTo>
                  <a:lnTo>
                    <a:pt x="5576594" y="1897833"/>
                  </a:lnTo>
                  <a:lnTo>
                    <a:pt x="5516253" y="1926323"/>
                  </a:lnTo>
                  <a:lnTo>
                    <a:pt x="5450896" y="1951830"/>
                  </a:lnTo>
                  <a:lnTo>
                    <a:pt x="5379843" y="1974723"/>
                  </a:lnTo>
                  <a:lnTo>
                    <a:pt x="5302693" y="1995300"/>
                  </a:lnTo>
                  <a:lnTo>
                    <a:pt x="5219485" y="2013781"/>
                  </a:lnTo>
                  <a:lnTo>
                    <a:pt x="5130902" y="2030302"/>
                  </a:lnTo>
                  <a:lnTo>
                    <a:pt x="5038462" y="2044922"/>
                  </a:lnTo>
                  <a:lnTo>
                    <a:pt x="4944659" y="2057637"/>
                  </a:lnTo>
                  <a:lnTo>
                    <a:pt x="4852939" y="2068405"/>
                  </a:lnTo>
                  <a:lnTo>
                    <a:pt x="4767435" y="2077186"/>
                  </a:lnTo>
                  <a:lnTo>
                    <a:pt x="4692391" y="2083987"/>
                  </a:lnTo>
                  <a:lnTo>
                    <a:pt x="4631385" y="2088903"/>
                  </a:lnTo>
                  <a:lnTo>
                    <a:pt x="4586524" y="2092138"/>
                  </a:lnTo>
                  <a:lnTo>
                    <a:pt x="4557884" y="2093994"/>
                  </a:lnTo>
                  <a:lnTo>
                    <a:pt x="4543352" y="2094845"/>
                  </a:lnTo>
                  <a:lnTo>
                    <a:pt x="4538817" y="2095086"/>
                  </a:lnTo>
                  <a:lnTo>
                    <a:pt x="4538543" y="2095100"/>
                  </a:lnTo>
                  <a:lnTo>
                    <a:pt x="4016409" y="2095100"/>
                  </a:lnTo>
                  <a:lnTo>
                    <a:pt x="4015189" y="2095048"/>
                  </a:lnTo>
                  <a:lnTo>
                    <a:pt x="4007201" y="2094678"/>
                  </a:lnTo>
                  <a:lnTo>
                    <a:pt x="3987206" y="2093656"/>
                  </a:lnTo>
                  <a:lnTo>
                    <a:pt x="3951813" y="2091647"/>
                  </a:lnTo>
                  <a:lnTo>
                    <a:pt x="3899785" y="2088355"/>
                  </a:lnTo>
                  <a:lnTo>
                    <a:pt x="3832107" y="2083554"/>
                  </a:lnTo>
                  <a:lnTo>
                    <a:pt x="3751642" y="2077110"/>
                  </a:lnTo>
                  <a:lnTo>
                    <a:pt x="3662422" y="2068979"/>
                  </a:lnTo>
                  <a:lnTo>
                    <a:pt x="3568799" y="2059176"/>
                  </a:lnTo>
                  <a:lnTo>
                    <a:pt x="3474719" y="2047741"/>
                  </a:lnTo>
                  <a:lnTo>
                    <a:pt x="3383271" y="2034697"/>
                  </a:lnTo>
                  <a:lnTo>
                    <a:pt x="3296535" y="2020028"/>
                  </a:lnTo>
                  <a:lnTo>
                    <a:pt x="3215644" y="2003654"/>
                  </a:lnTo>
                  <a:lnTo>
                    <a:pt x="3140962" y="1985424"/>
                  </a:lnTo>
                  <a:lnTo>
                    <a:pt x="3072298" y="1965122"/>
                  </a:lnTo>
                  <a:lnTo>
                    <a:pt x="3009092" y="1942462"/>
                  </a:lnTo>
                  <a:lnTo>
                    <a:pt x="2950566" y="1917108"/>
                  </a:lnTo>
                  <a:lnTo>
                    <a:pt x="2895835" y="1888694"/>
                  </a:lnTo>
                  <a:lnTo>
                    <a:pt x="2843997" y="1856864"/>
                  </a:lnTo>
                  <a:lnTo>
                    <a:pt x="2794201" y="1821343"/>
                  </a:lnTo>
                  <a:lnTo>
                    <a:pt x="2770117" y="1802388"/>
                  </a:lnTo>
                  <a:lnTo>
                    <a:pt x="2726306" y="1765020"/>
                  </a:lnTo>
                  <a:lnTo>
                    <a:pt x="2682921" y="1724442"/>
                  </a:lnTo>
                  <a:lnTo>
                    <a:pt x="2639620" y="1680596"/>
                  </a:lnTo>
                  <a:lnTo>
                    <a:pt x="2596153" y="1633494"/>
                  </a:lnTo>
                  <a:lnTo>
                    <a:pt x="2552345" y="1583234"/>
                  </a:lnTo>
                  <a:lnTo>
                    <a:pt x="2508090" y="1530002"/>
                  </a:lnTo>
                  <a:lnTo>
                    <a:pt x="2463348" y="1474078"/>
                  </a:lnTo>
                  <a:lnTo>
                    <a:pt x="2418131" y="1415834"/>
                  </a:lnTo>
                  <a:lnTo>
                    <a:pt x="2372503" y="1355725"/>
                  </a:lnTo>
                  <a:lnTo>
                    <a:pt x="2326565" y="1294276"/>
                  </a:lnTo>
                  <a:lnTo>
                    <a:pt x="2280445" y="1232068"/>
                  </a:lnTo>
                  <a:lnTo>
                    <a:pt x="2234289" y="1169710"/>
                  </a:lnTo>
                  <a:lnTo>
                    <a:pt x="2188245" y="1107818"/>
                  </a:lnTo>
                  <a:lnTo>
                    <a:pt x="2142452" y="1046991"/>
                  </a:lnTo>
                  <a:lnTo>
                    <a:pt x="2097026" y="987782"/>
                  </a:lnTo>
                  <a:lnTo>
                    <a:pt x="2052050" y="930684"/>
                  </a:lnTo>
                  <a:lnTo>
                    <a:pt x="2007560" y="876108"/>
                  </a:lnTo>
                  <a:lnTo>
                    <a:pt x="1963545" y="824380"/>
                  </a:lnTo>
                  <a:lnTo>
                    <a:pt x="1919930" y="775732"/>
                  </a:lnTo>
                  <a:lnTo>
                    <a:pt x="1876575" y="730303"/>
                  </a:lnTo>
                  <a:lnTo>
                    <a:pt x="1833268" y="688147"/>
                  </a:lnTo>
                  <a:lnTo>
                    <a:pt x="1789711" y="649237"/>
                  </a:lnTo>
                  <a:lnTo>
                    <a:pt x="1768425" y="631541"/>
                  </a:lnTo>
                  <a:lnTo>
                    <a:pt x="1719364" y="594150"/>
                  </a:lnTo>
                  <a:lnTo>
                    <a:pt x="1668635" y="560521"/>
                  </a:lnTo>
                  <a:lnTo>
                    <a:pt x="1615445" y="530460"/>
                  </a:lnTo>
                  <a:lnTo>
                    <a:pt x="1558909" y="503640"/>
                  </a:lnTo>
                  <a:lnTo>
                    <a:pt x="1498122" y="479694"/>
                  </a:lnTo>
                  <a:lnTo>
                    <a:pt x="1432242" y="458265"/>
                  </a:lnTo>
                  <a:lnTo>
                    <a:pt x="1360586" y="439042"/>
                  </a:lnTo>
                  <a:lnTo>
                    <a:pt x="1282757" y="421774"/>
                  </a:lnTo>
                  <a:lnTo>
                    <a:pt x="1198821" y="406276"/>
                  </a:lnTo>
                  <a:lnTo>
                    <a:pt x="1109504" y="392435"/>
                  </a:lnTo>
                  <a:lnTo>
                    <a:pt x="1016402" y="380204"/>
                  </a:lnTo>
                  <a:lnTo>
                    <a:pt x="922106" y="369589"/>
                  </a:lnTo>
                  <a:lnTo>
                    <a:pt x="830177" y="360627"/>
                  </a:lnTo>
                  <a:lnTo>
                    <a:pt x="744841" y="353351"/>
                  </a:lnTo>
                  <a:lnTo>
                    <a:pt x="670393" y="347749"/>
                  </a:lnTo>
                  <a:lnTo>
                    <a:pt x="610377" y="343733"/>
                  </a:lnTo>
                  <a:lnTo>
                    <a:pt x="566775" y="341124"/>
                  </a:lnTo>
                  <a:lnTo>
                    <a:pt x="539465" y="339654"/>
                  </a:lnTo>
                  <a:lnTo>
                    <a:pt x="526090" y="339004"/>
                  </a:lnTo>
                  <a:lnTo>
                    <a:pt x="522285" y="338836"/>
                  </a:lnTo>
                  <a:lnTo>
                    <a:pt x="522133" y="338830"/>
                  </a:lnTo>
                  <a:lnTo>
                    <a:pt x="0" y="338830"/>
                  </a:lnTo>
                  <a:close/>
                </a:path>
              </a:pathLst>
            </a:custGeom>
            <a:solidFill>
              <a:srgbClr val="8FA8D6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159" name="pl159"/>
            <p:cNvSpPr/>
            <p:nvPr/>
          </p:nvSpPr>
          <p:spPr>
            <a:xfrm>
              <a:off x="386606" y="1947913"/>
              <a:ext cx="8554953" cy="2095100"/>
            </a:xfrm>
            <a:custGeom>
              <a:avLst/>
              <a:pathLst>
                <a:path w="8554953" h="2095100">
                  <a:moveTo>
                    <a:pt x="0" y="338830"/>
                  </a:moveTo>
                  <a:lnTo>
                    <a:pt x="522133" y="338830"/>
                  </a:lnTo>
                  <a:lnTo>
                    <a:pt x="523354" y="338882"/>
                  </a:lnTo>
                  <a:lnTo>
                    <a:pt x="531341" y="339251"/>
                  </a:lnTo>
                  <a:lnTo>
                    <a:pt x="551337" y="340274"/>
                  </a:lnTo>
                  <a:lnTo>
                    <a:pt x="586730" y="342283"/>
                  </a:lnTo>
                  <a:lnTo>
                    <a:pt x="638757" y="345575"/>
                  </a:lnTo>
                  <a:lnTo>
                    <a:pt x="706435" y="350376"/>
                  </a:lnTo>
                  <a:lnTo>
                    <a:pt x="786900" y="356819"/>
                  </a:lnTo>
                  <a:lnTo>
                    <a:pt x="876120" y="364951"/>
                  </a:lnTo>
                  <a:lnTo>
                    <a:pt x="969744" y="374754"/>
                  </a:lnTo>
                  <a:lnTo>
                    <a:pt x="1063824" y="386189"/>
                  </a:lnTo>
                  <a:lnTo>
                    <a:pt x="1155271" y="399232"/>
                  </a:lnTo>
                  <a:lnTo>
                    <a:pt x="1242007" y="413901"/>
                  </a:lnTo>
                  <a:lnTo>
                    <a:pt x="1322899" y="430276"/>
                  </a:lnTo>
                  <a:lnTo>
                    <a:pt x="1397580" y="448505"/>
                  </a:lnTo>
                  <a:lnTo>
                    <a:pt x="1466244" y="468808"/>
                  </a:lnTo>
                  <a:lnTo>
                    <a:pt x="1529450" y="491468"/>
                  </a:lnTo>
                  <a:lnTo>
                    <a:pt x="1587977" y="516822"/>
                  </a:lnTo>
                  <a:lnTo>
                    <a:pt x="1642707" y="545235"/>
                  </a:lnTo>
                  <a:lnTo>
                    <a:pt x="1694545" y="577066"/>
                  </a:lnTo>
                  <a:lnTo>
                    <a:pt x="1744341" y="612587"/>
                  </a:lnTo>
                  <a:lnTo>
                    <a:pt x="1768425" y="631541"/>
                  </a:lnTo>
                  <a:lnTo>
                    <a:pt x="1812236" y="668910"/>
                  </a:lnTo>
                  <a:lnTo>
                    <a:pt x="1855621" y="709487"/>
                  </a:lnTo>
                  <a:lnTo>
                    <a:pt x="1898922" y="753334"/>
                  </a:lnTo>
                  <a:lnTo>
                    <a:pt x="1942389" y="800435"/>
                  </a:lnTo>
                  <a:lnTo>
                    <a:pt x="1986198" y="850696"/>
                  </a:lnTo>
                  <a:lnTo>
                    <a:pt x="2030452" y="903928"/>
                  </a:lnTo>
                  <a:lnTo>
                    <a:pt x="2075195" y="959851"/>
                  </a:lnTo>
                  <a:lnTo>
                    <a:pt x="2120411" y="1018095"/>
                  </a:lnTo>
                  <a:lnTo>
                    <a:pt x="2166039" y="1078205"/>
                  </a:lnTo>
                  <a:lnTo>
                    <a:pt x="2211977" y="1139654"/>
                  </a:lnTo>
                  <a:lnTo>
                    <a:pt x="2258097" y="1201862"/>
                  </a:lnTo>
                  <a:lnTo>
                    <a:pt x="2304253" y="1264220"/>
                  </a:lnTo>
                  <a:lnTo>
                    <a:pt x="2350297" y="1326111"/>
                  </a:lnTo>
                  <a:lnTo>
                    <a:pt x="2396090" y="1386939"/>
                  </a:lnTo>
                  <a:lnTo>
                    <a:pt x="2441516" y="1446147"/>
                  </a:lnTo>
                  <a:lnTo>
                    <a:pt x="2486493" y="1503246"/>
                  </a:lnTo>
                  <a:lnTo>
                    <a:pt x="2530982" y="1557822"/>
                  </a:lnTo>
                  <a:lnTo>
                    <a:pt x="2574997" y="1609549"/>
                  </a:lnTo>
                  <a:lnTo>
                    <a:pt x="2618612" y="1658198"/>
                  </a:lnTo>
                  <a:lnTo>
                    <a:pt x="2661967" y="1703627"/>
                  </a:lnTo>
                  <a:lnTo>
                    <a:pt x="2705274" y="1745783"/>
                  </a:lnTo>
                  <a:lnTo>
                    <a:pt x="2748831" y="1784693"/>
                  </a:lnTo>
                  <a:lnTo>
                    <a:pt x="2770117" y="1802388"/>
                  </a:lnTo>
                  <a:lnTo>
                    <a:pt x="2819178" y="1839780"/>
                  </a:lnTo>
                  <a:lnTo>
                    <a:pt x="2869907" y="1873409"/>
                  </a:lnTo>
                  <a:lnTo>
                    <a:pt x="2923097" y="1903470"/>
                  </a:lnTo>
                  <a:lnTo>
                    <a:pt x="2979634" y="1930290"/>
                  </a:lnTo>
                  <a:lnTo>
                    <a:pt x="3040421" y="1954236"/>
                  </a:lnTo>
                  <a:lnTo>
                    <a:pt x="3106300" y="1975665"/>
                  </a:lnTo>
                  <a:lnTo>
                    <a:pt x="3177957" y="1994888"/>
                  </a:lnTo>
                  <a:lnTo>
                    <a:pt x="3255785" y="2012156"/>
                  </a:lnTo>
                  <a:lnTo>
                    <a:pt x="3339722" y="2027654"/>
                  </a:lnTo>
                  <a:lnTo>
                    <a:pt x="3429038" y="2041495"/>
                  </a:lnTo>
                  <a:lnTo>
                    <a:pt x="3522140" y="2053726"/>
                  </a:lnTo>
                  <a:lnTo>
                    <a:pt x="3616436" y="2064340"/>
                  </a:lnTo>
                  <a:lnTo>
                    <a:pt x="3708366" y="2073302"/>
                  </a:lnTo>
                  <a:lnTo>
                    <a:pt x="3793701" y="2080579"/>
                  </a:lnTo>
                  <a:lnTo>
                    <a:pt x="3868150" y="2086181"/>
                  </a:lnTo>
                  <a:lnTo>
                    <a:pt x="3928165" y="2090197"/>
                  </a:lnTo>
                  <a:lnTo>
                    <a:pt x="3971767" y="2092806"/>
                  </a:lnTo>
                  <a:lnTo>
                    <a:pt x="3999077" y="2094276"/>
                  </a:lnTo>
                  <a:lnTo>
                    <a:pt x="4012452" y="2094926"/>
                  </a:lnTo>
                  <a:lnTo>
                    <a:pt x="4016257" y="2095094"/>
                  </a:lnTo>
                  <a:lnTo>
                    <a:pt x="4016409" y="2095100"/>
                  </a:lnTo>
                  <a:lnTo>
                    <a:pt x="4538543" y="2095100"/>
                  </a:lnTo>
                  <a:lnTo>
                    <a:pt x="4539744" y="2095039"/>
                  </a:lnTo>
                  <a:lnTo>
                    <a:pt x="4547607" y="2094605"/>
                  </a:lnTo>
                  <a:lnTo>
                    <a:pt x="4567302" y="2093406"/>
                  </a:lnTo>
                  <a:lnTo>
                    <a:pt x="4602190" y="2091049"/>
                  </a:lnTo>
                  <a:lnTo>
                    <a:pt x="4653532" y="2087184"/>
                  </a:lnTo>
                  <a:lnTo>
                    <a:pt x="4720408" y="2081544"/>
                  </a:lnTo>
                  <a:lnTo>
                    <a:pt x="4800049" y="2073970"/>
                  </a:lnTo>
                  <a:lnTo>
                    <a:pt x="4888514" y="2064405"/>
                  </a:lnTo>
                  <a:lnTo>
                    <a:pt x="4981518" y="2052865"/>
                  </a:lnTo>
                  <a:lnTo>
                    <a:pt x="5075146" y="2039397"/>
                  </a:lnTo>
                  <a:lnTo>
                    <a:pt x="5166311" y="2024032"/>
                  </a:lnTo>
                  <a:lnTo>
                    <a:pt x="5252911" y="2006751"/>
                  </a:lnTo>
                  <a:lnTo>
                    <a:pt x="5333777" y="1987467"/>
                  </a:lnTo>
                  <a:lnTo>
                    <a:pt x="5408505" y="1966009"/>
                  </a:lnTo>
                  <a:lnTo>
                    <a:pt x="5477251" y="1942127"/>
                  </a:lnTo>
                  <a:lnTo>
                    <a:pt x="5540543" y="1915494"/>
                  </a:lnTo>
                  <a:lnTo>
                    <a:pt x="5599133" y="1885720"/>
                  </a:lnTo>
                  <a:lnTo>
                    <a:pt x="5653886" y="1852375"/>
                  </a:lnTo>
                  <a:lnTo>
                    <a:pt x="5705692" y="1815037"/>
                  </a:lnTo>
                  <a:lnTo>
                    <a:pt x="5755395" y="1773370"/>
                  </a:lnTo>
                  <a:lnTo>
                    <a:pt x="5784835" y="1745917"/>
                  </a:lnTo>
                  <a:lnTo>
                    <a:pt x="5826330" y="1703804"/>
                  </a:lnTo>
                  <a:lnTo>
                    <a:pt x="5867427" y="1658265"/>
                  </a:lnTo>
                  <a:lnTo>
                    <a:pt x="5908419" y="1609233"/>
                  </a:lnTo>
                  <a:lnTo>
                    <a:pt x="5949530" y="1556710"/>
                  </a:lnTo>
                  <a:lnTo>
                    <a:pt x="5990920" y="1500779"/>
                  </a:lnTo>
                  <a:lnTo>
                    <a:pt x="6032691" y="1441606"/>
                  </a:lnTo>
                  <a:lnTo>
                    <a:pt x="6074894" y="1379448"/>
                  </a:lnTo>
                  <a:lnTo>
                    <a:pt x="6117532" y="1314648"/>
                  </a:lnTo>
                  <a:lnTo>
                    <a:pt x="6160567" y="1247635"/>
                  </a:lnTo>
                  <a:lnTo>
                    <a:pt x="6203929" y="1178912"/>
                  </a:lnTo>
                  <a:lnTo>
                    <a:pt x="6247517" y="1109041"/>
                  </a:lnTo>
                  <a:lnTo>
                    <a:pt x="6291216" y="1038625"/>
                  </a:lnTo>
                  <a:lnTo>
                    <a:pt x="6334898" y="968289"/>
                  </a:lnTo>
                  <a:lnTo>
                    <a:pt x="6378439" y="898653"/>
                  </a:lnTo>
                  <a:lnTo>
                    <a:pt x="6421727" y="830311"/>
                  </a:lnTo>
                  <a:lnTo>
                    <a:pt x="6464668" y="763814"/>
                  </a:lnTo>
                  <a:lnTo>
                    <a:pt x="6507197" y="699646"/>
                  </a:lnTo>
                  <a:lnTo>
                    <a:pt x="6549289" y="638214"/>
                  </a:lnTo>
                  <a:lnTo>
                    <a:pt x="6590956" y="579842"/>
                  </a:lnTo>
                  <a:lnTo>
                    <a:pt x="6632264" y="524761"/>
                  </a:lnTo>
                  <a:lnTo>
                    <a:pt x="6673327" y="473118"/>
                  </a:lnTo>
                  <a:lnTo>
                    <a:pt x="6714322" y="424973"/>
                  </a:lnTo>
                  <a:lnTo>
                    <a:pt x="6755488" y="380311"/>
                  </a:lnTo>
                  <a:lnTo>
                    <a:pt x="6786527" y="349183"/>
                  </a:lnTo>
                  <a:lnTo>
                    <a:pt x="6835317" y="304808"/>
                  </a:lnTo>
                  <a:lnTo>
                    <a:pt x="6885752" y="264874"/>
                  </a:lnTo>
                  <a:lnTo>
                    <a:pt x="6938612" y="229155"/>
                  </a:lnTo>
                  <a:lnTo>
                    <a:pt x="6994768" y="197266"/>
                  </a:lnTo>
                  <a:lnTo>
                    <a:pt x="7055109" y="168777"/>
                  </a:lnTo>
                  <a:lnTo>
                    <a:pt x="7120466" y="143270"/>
                  </a:lnTo>
                  <a:lnTo>
                    <a:pt x="7191519" y="120377"/>
                  </a:lnTo>
                  <a:lnTo>
                    <a:pt x="7268669" y="99799"/>
                  </a:lnTo>
                  <a:lnTo>
                    <a:pt x="7351877" y="81319"/>
                  </a:lnTo>
                  <a:lnTo>
                    <a:pt x="7440460" y="64798"/>
                  </a:lnTo>
                  <a:lnTo>
                    <a:pt x="7532900" y="50177"/>
                  </a:lnTo>
                  <a:lnTo>
                    <a:pt x="7626703" y="37462"/>
                  </a:lnTo>
                  <a:lnTo>
                    <a:pt x="7718423" y="26694"/>
                  </a:lnTo>
                  <a:lnTo>
                    <a:pt x="7803927" y="17914"/>
                  </a:lnTo>
                  <a:lnTo>
                    <a:pt x="7878971" y="11112"/>
                  </a:lnTo>
                  <a:lnTo>
                    <a:pt x="7939977" y="6196"/>
                  </a:lnTo>
                  <a:lnTo>
                    <a:pt x="7984838" y="2962"/>
                  </a:lnTo>
                  <a:lnTo>
                    <a:pt x="8013478" y="1105"/>
                  </a:lnTo>
                  <a:lnTo>
                    <a:pt x="8028010" y="254"/>
                  </a:lnTo>
                  <a:lnTo>
                    <a:pt x="8032545" y="13"/>
                  </a:lnTo>
                  <a:lnTo>
                    <a:pt x="8032819" y="0"/>
                  </a:lnTo>
                  <a:lnTo>
                    <a:pt x="8554953" y="0"/>
                  </a:lnTo>
                  <a:lnTo>
                    <a:pt x="8554953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60" name="pl160"/>
            <p:cNvSpPr/>
            <p:nvPr/>
          </p:nvSpPr>
          <p:spPr>
            <a:xfrm>
              <a:off x="386606" y="1942266"/>
              <a:ext cx="8554953" cy="2095100"/>
            </a:xfrm>
            <a:custGeom>
              <a:avLst/>
              <a:pathLst>
                <a:path w="8554953" h="2095100">
                  <a:moveTo>
                    <a:pt x="8554953" y="0"/>
                  </a:moveTo>
                  <a:lnTo>
                    <a:pt x="8032819" y="0"/>
                  </a:lnTo>
                  <a:lnTo>
                    <a:pt x="8031618" y="60"/>
                  </a:lnTo>
                  <a:lnTo>
                    <a:pt x="8023755" y="494"/>
                  </a:lnTo>
                  <a:lnTo>
                    <a:pt x="8004060" y="1694"/>
                  </a:lnTo>
                  <a:lnTo>
                    <a:pt x="7969172" y="4051"/>
                  </a:lnTo>
                  <a:lnTo>
                    <a:pt x="7917830" y="7916"/>
                  </a:lnTo>
                  <a:lnTo>
                    <a:pt x="7850954" y="13555"/>
                  </a:lnTo>
                  <a:lnTo>
                    <a:pt x="7771313" y="21129"/>
                  </a:lnTo>
                  <a:lnTo>
                    <a:pt x="7682848" y="30695"/>
                  </a:lnTo>
                  <a:lnTo>
                    <a:pt x="7589844" y="42234"/>
                  </a:lnTo>
                  <a:lnTo>
                    <a:pt x="7496216" y="55702"/>
                  </a:lnTo>
                  <a:lnTo>
                    <a:pt x="7405051" y="71068"/>
                  </a:lnTo>
                  <a:lnTo>
                    <a:pt x="7318451" y="88348"/>
                  </a:lnTo>
                  <a:lnTo>
                    <a:pt x="7237585" y="107633"/>
                  </a:lnTo>
                  <a:lnTo>
                    <a:pt x="7162857" y="129090"/>
                  </a:lnTo>
                  <a:lnTo>
                    <a:pt x="7094111" y="152972"/>
                  </a:lnTo>
                  <a:lnTo>
                    <a:pt x="7030819" y="179605"/>
                  </a:lnTo>
                  <a:lnTo>
                    <a:pt x="6972228" y="209380"/>
                  </a:lnTo>
                  <a:lnTo>
                    <a:pt x="6917476" y="242725"/>
                  </a:lnTo>
                  <a:lnTo>
                    <a:pt x="6865670" y="280062"/>
                  </a:lnTo>
                  <a:lnTo>
                    <a:pt x="6815967" y="321729"/>
                  </a:lnTo>
                  <a:lnTo>
                    <a:pt x="6786527" y="349183"/>
                  </a:lnTo>
                  <a:lnTo>
                    <a:pt x="6745031" y="391295"/>
                  </a:lnTo>
                  <a:lnTo>
                    <a:pt x="6703935" y="436834"/>
                  </a:lnTo>
                  <a:lnTo>
                    <a:pt x="6662943" y="485866"/>
                  </a:lnTo>
                  <a:lnTo>
                    <a:pt x="6621832" y="538389"/>
                  </a:lnTo>
                  <a:lnTo>
                    <a:pt x="6580442" y="594320"/>
                  </a:lnTo>
                  <a:lnTo>
                    <a:pt x="6538671" y="653493"/>
                  </a:lnTo>
                  <a:lnTo>
                    <a:pt x="6496468" y="715652"/>
                  </a:lnTo>
                  <a:lnTo>
                    <a:pt x="6453830" y="780451"/>
                  </a:lnTo>
                  <a:lnTo>
                    <a:pt x="6410795" y="847464"/>
                  </a:lnTo>
                  <a:lnTo>
                    <a:pt x="6367433" y="916187"/>
                  </a:lnTo>
                  <a:lnTo>
                    <a:pt x="6323844" y="986059"/>
                  </a:lnTo>
                  <a:lnTo>
                    <a:pt x="6280146" y="1056474"/>
                  </a:lnTo>
                  <a:lnTo>
                    <a:pt x="6236464" y="1126811"/>
                  </a:lnTo>
                  <a:lnTo>
                    <a:pt x="6192923" y="1196447"/>
                  </a:lnTo>
                  <a:lnTo>
                    <a:pt x="6149635" y="1264788"/>
                  </a:lnTo>
                  <a:lnTo>
                    <a:pt x="6106694" y="1331285"/>
                  </a:lnTo>
                  <a:lnTo>
                    <a:pt x="6064165" y="1395453"/>
                  </a:lnTo>
                  <a:lnTo>
                    <a:pt x="6022073" y="1456885"/>
                  </a:lnTo>
                  <a:lnTo>
                    <a:pt x="5980406" y="1515258"/>
                  </a:lnTo>
                  <a:lnTo>
                    <a:pt x="5939098" y="1570338"/>
                  </a:lnTo>
                  <a:lnTo>
                    <a:pt x="5898035" y="1621981"/>
                  </a:lnTo>
                  <a:lnTo>
                    <a:pt x="5857040" y="1670126"/>
                  </a:lnTo>
                  <a:lnTo>
                    <a:pt x="5815873" y="1714788"/>
                  </a:lnTo>
                  <a:lnTo>
                    <a:pt x="5784835" y="1745917"/>
                  </a:lnTo>
                  <a:lnTo>
                    <a:pt x="5736045" y="1790291"/>
                  </a:lnTo>
                  <a:lnTo>
                    <a:pt x="5685610" y="1830225"/>
                  </a:lnTo>
                  <a:lnTo>
                    <a:pt x="5632750" y="1865945"/>
                  </a:lnTo>
                  <a:lnTo>
                    <a:pt x="5576594" y="1897833"/>
                  </a:lnTo>
                  <a:lnTo>
                    <a:pt x="5516253" y="1926323"/>
                  </a:lnTo>
                  <a:lnTo>
                    <a:pt x="5450896" y="1951830"/>
                  </a:lnTo>
                  <a:lnTo>
                    <a:pt x="5379843" y="1974723"/>
                  </a:lnTo>
                  <a:lnTo>
                    <a:pt x="5302693" y="1995300"/>
                  </a:lnTo>
                  <a:lnTo>
                    <a:pt x="5219485" y="2013781"/>
                  </a:lnTo>
                  <a:lnTo>
                    <a:pt x="5130902" y="2030302"/>
                  </a:lnTo>
                  <a:lnTo>
                    <a:pt x="5038462" y="2044922"/>
                  </a:lnTo>
                  <a:lnTo>
                    <a:pt x="4944659" y="2057637"/>
                  </a:lnTo>
                  <a:lnTo>
                    <a:pt x="4852939" y="2068405"/>
                  </a:lnTo>
                  <a:lnTo>
                    <a:pt x="4767435" y="2077186"/>
                  </a:lnTo>
                  <a:lnTo>
                    <a:pt x="4692391" y="2083987"/>
                  </a:lnTo>
                  <a:lnTo>
                    <a:pt x="4631385" y="2088903"/>
                  </a:lnTo>
                  <a:lnTo>
                    <a:pt x="4586524" y="2092138"/>
                  </a:lnTo>
                  <a:lnTo>
                    <a:pt x="4557884" y="2093994"/>
                  </a:lnTo>
                  <a:lnTo>
                    <a:pt x="4543352" y="2094845"/>
                  </a:lnTo>
                  <a:lnTo>
                    <a:pt x="4538817" y="2095086"/>
                  </a:lnTo>
                  <a:lnTo>
                    <a:pt x="4538543" y="2095100"/>
                  </a:lnTo>
                  <a:lnTo>
                    <a:pt x="4016409" y="2095100"/>
                  </a:lnTo>
                  <a:lnTo>
                    <a:pt x="4015189" y="2095048"/>
                  </a:lnTo>
                  <a:lnTo>
                    <a:pt x="4007201" y="2094678"/>
                  </a:lnTo>
                  <a:lnTo>
                    <a:pt x="3987206" y="2093656"/>
                  </a:lnTo>
                  <a:lnTo>
                    <a:pt x="3951813" y="2091647"/>
                  </a:lnTo>
                  <a:lnTo>
                    <a:pt x="3899785" y="2088355"/>
                  </a:lnTo>
                  <a:lnTo>
                    <a:pt x="3832107" y="2083554"/>
                  </a:lnTo>
                  <a:lnTo>
                    <a:pt x="3751642" y="2077110"/>
                  </a:lnTo>
                  <a:lnTo>
                    <a:pt x="3662422" y="2068979"/>
                  </a:lnTo>
                  <a:lnTo>
                    <a:pt x="3568799" y="2059176"/>
                  </a:lnTo>
                  <a:lnTo>
                    <a:pt x="3474719" y="2047741"/>
                  </a:lnTo>
                  <a:lnTo>
                    <a:pt x="3383271" y="2034697"/>
                  </a:lnTo>
                  <a:lnTo>
                    <a:pt x="3296535" y="2020028"/>
                  </a:lnTo>
                  <a:lnTo>
                    <a:pt x="3215644" y="2003654"/>
                  </a:lnTo>
                  <a:lnTo>
                    <a:pt x="3140962" y="1985424"/>
                  </a:lnTo>
                  <a:lnTo>
                    <a:pt x="3072298" y="1965122"/>
                  </a:lnTo>
                  <a:lnTo>
                    <a:pt x="3009092" y="1942462"/>
                  </a:lnTo>
                  <a:lnTo>
                    <a:pt x="2950566" y="1917108"/>
                  </a:lnTo>
                  <a:lnTo>
                    <a:pt x="2895835" y="1888694"/>
                  </a:lnTo>
                  <a:lnTo>
                    <a:pt x="2843997" y="1856864"/>
                  </a:lnTo>
                  <a:lnTo>
                    <a:pt x="2794201" y="1821343"/>
                  </a:lnTo>
                  <a:lnTo>
                    <a:pt x="2770117" y="1802388"/>
                  </a:lnTo>
                  <a:lnTo>
                    <a:pt x="2726306" y="1765020"/>
                  </a:lnTo>
                  <a:lnTo>
                    <a:pt x="2682921" y="1724442"/>
                  </a:lnTo>
                  <a:lnTo>
                    <a:pt x="2639620" y="1680596"/>
                  </a:lnTo>
                  <a:lnTo>
                    <a:pt x="2596153" y="1633494"/>
                  </a:lnTo>
                  <a:lnTo>
                    <a:pt x="2552345" y="1583234"/>
                  </a:lnTo>
                  <a:lnTo>
                    <a:pt x="2508090" y="1530002"/>
                  </a:lnTo>
                  <a:lnTo>
                    <a:pt x="2463348" y="1474078"/>
                  </a:lnTo>
                  <a:lnTo>
                    <a:pt x="2418131" y="1415834"/>
                  </a:lnTo>
                  <a:lnTo>
                    <a:pt x="2372503" y="1355725"/>
                  </a:lnTo>
                  <a:lnTo>
                    <a:pt x="2326565" y="1294276"/>
                  </a:lnTo>
                  <a:lnTo>
                    <a:pt x="2280445" y="1232068"/>
                  </a:lnTo>
                  <a:lnTo>
                    <a:pt x="2234289" y="1169710"/>
                  </a:lnTo>
                  <a:lnTo>
                    <a:pt x="2188245" y="1107818"/>
                  </a:lnTo>
                  <a:lnTo>
                    <a:pt x="2142452" y="1046991"/>
                  </a:lnTo>
                  <a:lnTo>
                    <a:pt x="2097026" y="987782"/>
                  </a:lnTo>
                  <a:lnTo>
                    <a:pt x="2052050" y="930684"/>
                  </a:lnTo>
                  <a:lnTo>
                    <a:pt x="2007560" y="876108"/>
                  </a:lnTo>
                  <a:lnTo>
                    <a:pt x="1963545" y="824380"/>
                  </a:lnTo>
                  <a:lnTo>
                    <a:pt x="1919930" y="775732"/>
                  </a:lnTo>
                  <a:lnTo>
                    <a:pt x="1876575" y="730303"/>
                  </a:lnTo>
                  <a:lnTo>
                    <a:pt x="1833268" y="688147"/>
                  </a:lnTo>
                  <a:lnTo>
                    <a:pt x="1789711" y="649237"/>
                  </a:lnTo>
                  <a:lnTo>
                    <a:pt x="1768425" y="631541"/>
                  </a:lnTo>
                  <a:lnTo>
                    <a:pt x="1719364" y="594150"/>
                  </a:lnTo>
                  <a:lnTo>
                    <a:pt x="1668635" y="560521"/>
                  </a:lnTo>
                  <a:lnTo>
                    <a:pt x="1615445" y="530460"/>
                  </a:lnTo>
                  <a:lnTo>
                    <a:pt x="1558909" y="503640"/>
                  </a:lnTo>
                  <a:lnTo>
                    <a:pt x="1498122" y="479694"/>
                  </a:lnTo>
                  <a:lnTo>
                    <a:pt x="1432242" y="458265"/>
                  </a:lnTo>
                  <a:lnTo>
                    <a:pt x="1360586" y="439042"/>
                  </a:lnTo>
                  <a:lnTo>
                    <a:pt x="1282757" y="421774"/>
                  </a:lnTo>
                  <a:lnTo>
                    <a:pt x="1198821" y="406276"/>
                  </a:lnTo>
                  <a:lnTo>
                    <a:pt x="1109504" y="392435"/>
                  </a:lnTo>
                  <a:lnTo>
                    <a:pt x="1016402" y="380204"/>
                  </a:lnTo>
                  <a:lnTo>
                    <a:pt x="922106" y="369589"/>
                  </a:lnTo>
                  <a:lnTo>
                    <a:pt x="830177" y="360627"/>
                  </a:lnTo>
                  <a:lnTo>
                    <a:pt x="744841" y="353351"/>
                  </a:lnTo>
                  <a:lnTo>
                    <a:pt x="670393" y="347749"/>
                  </a:lnTo>
                  <a:lnTo>
                    <a:pt x="610377" y="343733"/>
                  </a:lnTo>
                  <a:lnTo>
                    <a:pt x="566775" y="341124"/>
                  </a:lnTo>
                  <a:lnTo>
                    <a:pt x="539465" y="339654"/>
                  </a:lnTo>
                  <a:lnTo>
                    <a:pt x="526090" y="339004"/>
                  </a:lnTo>
                  <a:lnTo>
                    <a:pt x="522285" y="338836"/>
                  </a:lnTo>
                  <a:lnTo>
                    <a:pt x="522133" y="338830"/>
                  </a:lnTo>
                  <a:lnTo>
                    <a:pt x="0" y="338830"/>
                  </a:lnTo>
                  <a:lnTo>
                    <a:pt x="0" y="33883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61" name="pg161"/>
            <p:cNvSpPr/>
            <p:nvPr/>
          </p:nvSpPr>
          <p:spPr>
            <a:xfrm>
              <a:off x="386606" y="2286743"/>
              <a:ext cx="8554953" cy="1761917"/>
            </a:xfrm>
            <a:custGeom>
              <a:avLst/>
              <a:pathLst>
                <a:path w="8554953" h="1761917">
                  <a:moveTo>
                    <a:pt x="0" y="5647"/>
                  </a:moveTo>
                  <a:lnTo>
                    <a:pt x="522133" y="5647"/>
                  </a:lnTo>
                  <a:lnTo>
                    <a:pt x="523354" y="5698"/>
                  </a:lnTo>
                  <a:lnTo>
                    <a:pt x="531341" y="6068"/>
                  </a:lnTo>
                  <a:lnTo>
                    <a:pt x="551337" y="7091"/>
                  </a:lnTo>
                  <a:lnTo>
                    <a:pt x="586730" y="9099"/>
                  </a:lnTo>
                  <a:lnTo>
                    <a:pt x="638757" y="12392"/>
                  </a:lnTo>
                  <a:lnTo>
                    <a:pt x="706435" y="17193"/>
                  </a:lnTo>
                  <a:lnTo>
                    <a:pt x="786900" y="23636"/>
                  </a:lnTo>
                  <a:lnTo>
                    <a:pt x="876120" y="31767"/>
                  </a:lnTo>
                  <a:lnTo>
                    <a:pt x="969744" y="41571"/>
                  </a:lnTo>
                  <a:lnTo>
                    <a:pt x="1063824" y="53006"/>
                  </a:lnTo>
                  <a:lnTo>
                    <a:pt x="1155271" y="66049"/>
                  </a:lnTo>
                  <a:lnTo>
                    <a:pt x="1242007" y="80718"/>
                  </a:lnTo>
                  <a:lnTo>
                    <a:pt x="1322899" y="97093"/>
                  </a:lnTo>
                  <a:lnTo>
                    <a:pt x="1397580" y="115322"/>
                  </a:lnTo>
                  <a:lnTo>
                    <a:pt x="1466244" y="135625"/>
                  </a:lnTo>
                  <a:lnTo>
                    <a:pt x="1529450" y="158285"/>
                  </a:lnTo>
                  <a:lnTo>
                    <a:pt x="1587977" y="183639"/>
                  </a:lnTo>
                  <a:lnTo>
                    <a:pt x="1642707" y="212052"/>
                  </a:lnTo>
                  <a:lnTo>
                    <a:pt x="1694545" y="243883"/>
                  </a:lnTo>
                  <a:lnTo>
                    <a:pt x="1744341" y="279404"/>
                  </a:lnTo>
                  <a:lnTo>
                    <a:pt x="1768425" y="298358"/>
                  </a:lnTo>
                  <a:lnTo>
                    <a:pt x="1812236" y="335727"/>
                  </a:lnTo>
                  <a:lnTo>
                    <a:pt x="1855621" y="376304"/>
                  </a:lnTo>
                  <a:lnTo>
                    <a:pt x="1898922" y="420151"/>
                  </a:lnTo>
                  <a:lnTo>
                    <a:pt x="1942389" y="467252"/>
                  </a:lnTo>
                  <a:lnTo>
                    <a:pt x="1986198" y="517513"/>
                  </a:lnTo>
                  <a:lnTo>
                    <a:pt x="2030452" y="570745"/>
                  </a:lnTo>
                  <a:lnTo>
                    <a:pt x="2075195" y="626668"/>
                  </a:lnTo>
                  <a:lnTo>
                    <a:pt x="2120411" y="684912"/>
                  </a:lnTo>
                  <a:lnTo>
                    <a:pt x="2166039" y="745022"/>
                  </a:lnTo>
                  <a:lnTo>
                    <a:pt x="2211977" y="806470"/>
                  </a:lnTo>
                  <a:lnTo>
                    <a:pt x="2258097" y="868679"/>
                  </a:lnTo>
                  <a:lnTo>
                    <a:pt x="2304253" y="931037"/>
                  </a:lnTo>
                  <a:lnTo>
                    <a:pt x="2350297" y="992928"/>
                  </a:lnTo>
                  <a:lnTo>
                    <a:pt x="2396090" y="1053756"/>
                  </a:lnTo>
                  <a:lnTo>
                    <a:pt x="2441516" y="1112964"/>
                  </a:lnTo>
                  <a:lnTo>
                    <a:pt x="2486493" y="1170063"/>
                  </a:lnTo>
                  <a:lnTo>
                    <a:pt x="2530982" y="1224638"/>
                  </a:lnTo>
                  <a:lnTo>
                    <a:pt x="2574997" y="1276366"/>
                  </a:lnTo>
                  <a:lnTo>
                    <a:pt x="2618612" y="1325015"/>
                  </a:lnTo>
                  <a:lnTo>
                    <a:pt x="2661967" y="1370444"/>
                  </a:lnTo>
                  <a:lnTo>
                    <a:pt x="2705274" y="1412600"/>
                  </a:lnTo>
                  <a:lnTo>
                    <a:pt x="2748831" y="1451510"/>
                  </a:lnTo>
                  <a:lnTo>
                    <a:pt x="2770117" y="1469205"/>
                  </a:lnTo>
                  <a:lnTo>
                    <a:pt x="2819178" y="1506597"/>
                  </a:lnTo>
                  <a:lnTo>
                    <a:pt x="2869907" y="1540226"/>
                  </a:lnTo>
                  <a:lnTo>
                    <a:pt x="2923097" y="1570287"/>
                  </a:lnTo>
                  <a:lnTo>
                    <a:pt x="2979634" y="1597106"/>
                  </a:lnTo>
                  <a:lnTo>
                    <a:pt x="3040421" y="1621053"/>
                  </a:lnTo>
                  <a:lnTo>
                    <a:pt x="3106300" y="1642482"/>
                  </a:lnTo>
                  <a:lnTo>
                    <a:pt x="3177957" y="1661704"/>
                  </a:lnTo>
                  <a:lnTo>
                    <a:pt x="3255785" y="1678973"/>
                  </a:lnTo>
                  <a:lnTo>
                    <a:pt x="3339722" y="1694471"/>
                  </a:lnTo>
                  <a:lnTo>
                    <a:pt x="3429038" y="1708312"/>
                  </a:lnTo>
                  <a:lnTo>
                    <a:pt x="3522140" y="1720543"/>
                  </a:lnTo>
                  <a:lnTo>
                    <a:pt x="3616436" y="1731157"/>
                  </a:lnTo>
                  <a:lnTo>
                    <a:pt x="3708366" y="1740119"/>
                  </a:lnTo>
                  <a:lnTo>
                    <a:pt x="3793701" y="1747396"/>
                  </a:lnTo>
                  <a:lnTo>
                    <a:pt x="3868150" y="1752998"/>
                  </a:lnTo>
                  <a:lnTo>
                    <a:pt x="3928165" y="1757013"/>
                  </a:lnTo>
                  <a:lnTo>
                    <a:pt x="3971767" y="1759623"/>
                  </a:lnTo>
                  <a:lnTo>
                    <a:pt x="3999077" y="1761093"/>
                  </a:lnTo>
                  <a:lnTo>
                    <a:pt x="4012452" y="1761743"/>
                  </a:lnTo>
                  <a:lnTo>
                    <a:pt x="4016257" y="1761911"/>
                  </a:lnTo>
                  <a:lnTo>
                    <a:pt x="4016409" y="1761917"/>
                  </a:lnTo>
                  <a:lnTo>
                    <a:pt x="4538543" y="1761917"/>
                  </a:lnTo>
                  <a:lnTo>
                    <a:pt x="4539770" y="1761868"/>
                  </a:lnTo>
                  <a:lnTo>
                    <a:pt x="4547796" y="1761522"/>
                  </a:lnTo>
                  <a:lnTo>
                    <a:pt x="4567887" y="1760563"/>
                  </a:lnTo>
                  <a:lnTo>
                    <a:pt x="4603439" y="1758681"/>
                  </a:lnTo>
                  <a:lnTo>
                    <a:pt x="4655683" y="1755595"/>
                  </a:lnTo>
                  <a:lnTo>
                    <a:pt x="4723613" y="1751097"/>
                  </a:lnTo>
                  <a:lnTo>
                    <a:pt x="4804336" y="1745061"/>
                  </a:lnTo>
                  <a:lnTo>
                    <a:pt x="4893793" y="1737445"/>
                  </a:lnTo>
                  <a:lnTo>
                    <a:pt x="4987609" y="1728266"/>
                  </a:lnTo>
                  <a:lnTo>
                    <a:pt x="5081829" y="1717560"/>
                  </a:lnTo>
                  <a:lnTo>
                    <a:pt x="5173363" y="1705349"/>
                  </a:lnTo>
                  <a:lnTo>
                    <a:pt x="5260140" y="1691617"/>
                  </a:lnTo>
                  <a:lnTo>
                    <a:pt x="5341039" y="1676286"/>
                  </a:lnTo>
                  <a:lnTo>
                    <a:pt x="5415705" y="1659217"/>
                  </a:lnTo>
                  <a:lnTo>
                    <a:pt x="5484343" y="1640201"/>
                  </a:lnTo>
                  <a:lnTo>
                    <a:pt x="5547522" y="1618972"/>
                  </a:lnTo>
                  <a:lnTo>
                    <a:pt x="5606029" y="1595214"/>
                  </a:lnTo>
                  <a:lnTo>
                    <a:pt x="5660754" y="1568583"/>
                  </a:lnTo>
                  <a:lnTo>
                    <a:pt x="5712604" y="1538745"/>
                  </a:lnTo>
                  <a:lnTo>
                    <a:pt x="5762429" y="1505448"/>
                  </a:lnTo>
                  <a:lnTo>
                    <a:pt x="5784835" y="1488970"/>
                  </a:lnTo>
                  <a:lnTo>
                    <a:pt x="5829507" y="1453406"/>
                  </a:lnTo>
                  <a:lnTo>
                    <a:pt x="5873744" y="1414729"/>
                  </a:lnTo>
                  <a:lnTo>
                    <a:pt x="5917904" y="1372880"/>
                  </a:lnTo>
                  <a:lnTo>
                    <a:pt x="5962250" y="1327879"/>
                  </a:lnTo>
                  <a:lnTo>
                    <a:pt x="6006962" y="1279826"/>
                  </a:lnTo>
                  <a:lnTo>
                    <a:pt x="6052145" y="1228914"/>
                  </a:lnTo>
                  <a:lnTo>
                    <a:pt x="6097837" y="1175431"/>
                  </a:lnTo>
                  <a:lnTo>
                    <a:pt x="6144014" y="1119754"/>
                  </a:lnTo>
                  <a:lnTo>
                    <a:pt x="6190606" y="1062345"/>
                  </a:lnTo>
                  <a:lnTo>
                    <a:pt x="6237498" y="1003735"/>
                  </a:lnTo>
                  <a:lnTo>
                    <a:pt x="6284550" y="944503"/>
                  </a:lnTo>
                  <a:lnTo>
                    <a:pt x="6331605" y="885256"/>
                  </a:lnTo>
                  <a:lnTo>
                    <a:pt x="6378509" y="826602"/>
                  </a:lnTo>
                  <a:lnTo>
                    <a:pt x="6425118" y="769123"/>
                  </a:lnTo>
                  <a:lnTo>
                    <a:pt x="6471317" y="713352"/>
                  </a:lnTo>
                  <a:lnTo>
                    <a:pt x="6517033" y="659754"/>
                  </a:lnTo>
                  <a:lnTo>
                    <a:pt x="6562240" y="608711"/>
                  </a:lnTo>
                  <a:lnTo>
                    <a:pt x="6606973" y="560516"/>
                  </a:lnTo>
                  <a:lnTo>
                    <a:pt x="6651333" y="515364"/>
                  </a:lnTo>
                  <a:lnTo>
                    <a:pt x="6695497" y="473364"/>
                  </a:lnTo>
                  <a:lnTo>
                    <a:pt x="6739723" y="434535"/>
                  </a:lnTo>
                  <a:lnTo>
                    <a:pt x="6784364" y="398823"/>
                  </a:lnTo>
                  <a:lnTo>
                    <a:pt x="6786527" y="397184"/>
                  </a:lnTo>
                  <a:lnTo>
                    <a:pt x="6835673" y="362260"/>
                  </a:lnTo>
                  <a:lnTo>
                    <a:pt x="6886494" y="330857"/>
                  </a:lnTo>
                  <a:lnTo>
                    <a:pt x="6939788" y="302792"/>
                  </a:lnTo>
                  <a:lnTo>
                    <a:pt x="6996444" y="277757"/>
                  </a:lnTo>
                  <a:lnTo>
                    <a:pt x="7057372" y="255409"/>
                  </a:lnTo>
                  <a:lnTo>
                    <a:pt x="7123416" y="235413"/>
                  </a:lnTo>
                  <a:lnTo>
                    <a:pt x="7195263" y="217480"/>
                  </a:lnTo>
                  <a:lnTo>
                    <a:pt x="7273305" y="201372"/>
                  </a:lnTo>
                  <a:lnTo>
                    <a:pt x="7357470" y="186919"/>
                  </a:lnTo>
                  <a:lnTo>
                    <a:pt x="7447016" y="174015"/>
                  </a:lnTo>
                  <a:lnTo>
                    <a:pt x="7540325" y="162617"/>
                  </a:lnTo>
                  <a:lnTo>
                    <a:pt x="7634773" y="152732"/>
                  </a:lnTo>
                  <a:lnTo>
                    <a:pt x="7726764" y="144395"/>
                  </a:lnTo>
                  <a:lnTo>
                    <a:pt x="7812040" y="137634"/>
                  </a:lnTo>
                  <a:lnTo>
                    <a:pt x="7886294" y="132440"/>
                  </a:lnTo>
                  <a:lnTo>
                    <a:pt x="7945993" y="128726"/>
                  </a:lnTo>
                  <a:lnTo>
                    <a:pt x="7989196" y="126323"/>
                  </a:lnTo>
                  <a:lnTo>
                    <a:pt x="8016090" y="124977"/>
                  </a:lnTo>
                  <a:lnTo>
                    <a:pt x="8029108" y="124389"/>
                  </a:lnTo>
                  <a:lnTo>
                    <a:pt x="8032819" y="124237"/>
                  </a:lnTo>
                  <a:lnTo>
                    <a:pt x="8554953" y="124237"/>
                  </a:lnTo>
                  <a:lnTo>
                    <a:pt x="8554953" y="118590"/>
                  </a:lnTo>
                  <a:lnTo>
                    <a:pt x="8032819" y="118590"/>
                  </a:lnTo>
                  <a:lnTo>
                    <a:pt x="8031592" y="118639"/>
                  </a:lnTo>
                  <a:lnTo>
                    <a:pt x="8023566" y="118985"/>
                  </a:lnTo>
                  <a:lnTo>
                    <a:pt x="8003475" y="119944"/>
                  </a:lnTo>
                  <a:lnTo>
                    <a:pt x="7967923" y="121826"/>
                  </a:lnTo>
                  <a:lnTo>
                    <a:pt x="7915679" y="124912"/>
                  </a:lnTo>
                  <a:lnTo>
                    <a:pt x="7847749" y="129410"/>
                  </a:lnTo>
                  <a:lnTo>
                    <a:pt x="7767026" y="135446"/>
                  </a:lnTo>
                  <a:lnTo>
                    <a:pt x="7677569" y="143062"/>
                  </a:lnTo>
                  <a:lnTo>
                    <a:pt x="7583753" y="152241"/>
                  </a:lnTo>
                  <a:lnTo>
                    <a:pt x="7489533" y="162947"/>
                  </a:lnTo>
                  <a:lnTo>
                    <a:pt x="7397999" y="175158"/>
                  </a:lnTo>
                  <a:lnTo>
                    <a:pt x="7311222" y="188890"/>
                  </a:lnTo>
                  <a:lnTo>
                    <a:pt x="7230323" y="204221"/>
                  </a:lnTo>
                  <a:lnTo>
                    <a:pt x="7155656" y="221290"/>
                  </a:lnTo>
                  <a:lnTo>
                    <a:pt x="7087019" y="240306"/>
                  </a:lnTo>
                  <a:lnTo>
                    <a:pt x="7023840" y="261535"/>
                  </a:lnTo>
                  <a:lnTo>
                    <a:pt x="6965333" y="285293"/>
                  </a:lnTo>
                  <a:lnTo>
                    <a:pt x="6910608" y="311924"/>
                  </a:lnTo>
                  <a:lnTo>
                    <a:pt x="6858758" y="341762"/>
                  </a:lnTo>
                  <a:lnTo>
                    <a:pt x="6808933" y="375059"/>
                  </a:lnTo>
                  <a:lnTo>
                    <a:pt x="6786527" y="391537"/>
                  </a:lnTo>
                  <a:lnTo>
                    <a:pt x="6741855" y="427101"/>
                  </a:lnTo>
                  <a:lnTo>
                    <a:pt x="6697618" y="465778"/>
                  </a:lnTo>
                  <a:lnTo>
                    <a:pt x="6653458" y="507627"/>
                  </a:lnTo>
                  <a:lnTo>
                    <a:pt x="6609112" y="552628"/>
                  </a:lnTo>
                  <a:lnTo>
                    <a:pt x="6564400" y="600681"/>
                  </a:lnTo>
                  <a:lnTo>
                    <a:pt x="6519217" y="651593"/>
                  </a:lnTo>
                  <a:lnTo>
                    <a:pt x="6473525" y="705076"/>
                  </a:lnTo>
                  <a:lnTo>
                    <a:pt x="6427348" y="760753"/>
                  </a:lnTo>
                  <a:lnTo>
                    <a:pt x="6380756" y="818162"/>
                  </a:lnTo>
                  <a:lnTo>
                    <a:pt x="6333864" y="876772"/>
                  </a:lnTo>
                  <a:lnTo>
                    <a:pt x="6286812" y="936004"/>
                  </a:lnTo>
                  <a:lnTo>
                    <a:pt x="6239756" y="995251"/>
                  </a:lnTo>
                  <a:lnTo>
                    <a:pt x="6192853" y="1053905"/>
                  </a:lnTo>
                  <a:lnTo>
                    <a:pt x="6146244" y="1111384"/>
                  </a:lnTo>
                  <a:lnTo>
                    <a:pt x="6100045" y="1167155"/>
                  </a:lnTo>
                  <a:lnTo>
                    <a:pt x="6054329" y="1220753"/>
                  </a:lnTo>
                  <a:lnTo>
                    <a:pt x="6009122" y="1271796"/>
                  </a:lnTo>
                  <a:lnTo>
                    <a:pt x="5964389" y="1319991"/>
                  </a:lnTo>
                  <a:lnTo>
                    <a:pt x="5920029" y="1365143"/>
                  </a:lnTo>
                  <a:lnTo>
                    <a:pt x="5875865" y="1407143"/>
                  </a:lnTo>
                  <a:lnTo>
                    <a:pt x="5831639" y="1445972"/>
                  </a:lnTo>
                  <a:lnTo>
                    <a:pt x="5786998" y="1481684"/>
                  </a:lnTo>
                  <a:lnTo>
                    <a:pt x="5784835" y="1483323"/>
                  </a:lnTo>
                  <a:lnTo>
                    <a:pt x="5735688" y="1518247"/>
                  </a:lnTo>
                  <a:lnTo>
                    <a:pt x="5684868" y="1549650"/>
                  </a:lnTo>
                  <a:lnTo>
                    <a:pt x="5631574" y="1577715"/>
                  </a:lnTo>
                  <a:lnTo>
                    <a:pt x="5574918" y="1602750"/>
                  </a:lnTo>
                  <a:lnTo>
                    <a:pt x="5513990" y="1625098"/>
                  </a:lnTo>
                  <a:lnTo>
                    <a:pt x="5447946" y="1645094"/>
                  </a:lnTo>
                  <a:lnTo>
                    <a:pt x="5376099" y="1663027"/>
                  </a:lnTo>
                  <a:lnTo>
                    <a:pt x="5298057" y="1679135"/>
                  </a:lnTo>
                  <a:lnTo>
                    <a:pt x="5213892" y="1693588"/>
                  </a:lnTo>
                  <a:lnTo>
                    <a:pt x="5124346" y="1706492"/>
                  </a:lnTo>
                  <a:lnTo>
                    <a:pt x="5031036" y="1717890"/>
                  </a:lnTo>
                  <a:lnTo>
                    <a:pt x="4936589" y="1727775"/>
                  </a:lnTo>
                  <a:lnTo>
                    <a:pt x="4844598" y="1736112"/>
                  </a:lnTo>
                  <a:lnTo>
                    <a:pt x="4759322" y="1742873"/>
                  </a:lnTo>
                  <a:lnTo>
                    <a:pt x="4685068" y="1748067"/>
                  </a:lnTo>
                  <a:lnTo>
                    <a:pt x="4625369" y="1751781"/>
                  </a:lnTo>
                  <a:lnTo>
                    <a:pt x="4582166" y="1754184"/>
                  </a:lnTo>
                  <a:lnTo>
                    <a:pt x="4555272" y="1755530"/>
                  </a:lnTo>
                  <a:lnTo>
                    <a:pt x="4542254" y="1756118"/>
                  </a:lnTo>
                  <a:lnTo>
                    <a:pt x="4538543" y="1756270"/>
                  </a:lnTo>
                  <a:lnTo>
                    <a:pt x="4016409" y="1756270"/>
                  </a:lnTo>
                  <a:lnTo>
                    <a:pt x="4015189" y="1756218"/>
                  </a:lnTo>
                  <a:lnTo>
                    <a:pt x="4007201" y="1755848"/>
                  </a:lnTo>
                  <a:lnTo>
                    <a:pt x="3987206" y="1754826"/>
                  </a:lnTo>
                  <a:lnTo>
                    <a:pt x="3951813" y="1752817"/>
                  </a:lnTo>
                  <a:lnTo>
                    <a:pt x="3899785" y="1749525"/>
                  </a:lnTo>
                  <a:lnTo>
                    <a:pt x="3832107" y="1744724"/>
                  </a:lnTo>
                  <a:lnTo>
                    <a:pt x="3751642" y="1738280"/>
                  </a:lnTo>
                  <a:lnTo>
                    <a:pt x="3662422" y="1730149"/>
                  </a:lnTo>
                  <a:lnTo>
                    <a:pt x="3568799" y="1720346"/>
                  </a:lnTo>
                  <a:lnTo>
                    <a:pt x="3474719" y="1708910"/>
                  </a:lnTo>
                  <a:lnTo>
                    <a:pt x="3383271" y="1695867"/>
                  </a:lnTo>
                  <a:lnTo>
                    <a:pt x="3296535" y="1681198"/>
                  </a:lnTo>
                  <a:lnTo>
                    <a:pt x="3215644" y="1664823"/>
                  </a:lnTo>
                  <a:lnTo>
                    <a:pt x="3140962" y="1646594"/>
                  </a:lnTo>
                  <a:lnTo>
                    <a:pt x="3072298" y="1626291"/>
                  </a:lnTo>
                  <a:lnTo>
                    <a:pt x="3009092" y="1603631"/>
                  </a:lnTo>
                  <a:lnTo>
                    <a:pt x="2950566" y="1578278"/>
                  </a:lnTo>
                  <a:lnTo>
                    <a:pt x="2895835" y="1549864"/>
                  </a:lnTo>
                  <a:lnTo>
                    <a:pt x="2843997" y="1518034"/>
                  </a:lnTo>
                  <a:lnTo>
                    <a:pt x="2794201" y="1482513"/>
                  </a:lnTo>
                  <a:lnTo>
                    <a:pt x="2770117" y="1463558"/>
                  </a:lnTo>
                  <a:lnTo>
                    <a:pt x="2726306" y="1426189"/>
                  </a:lnTo>
                  <a:lnTo>
                    <a:pt x="2682921" y="1385612"/>
                  </a:lnTo>
                  <a:lnTo>
                    <a:pt x="2639620" y="1341766"/>
                  </a:lnTo>
                  <a:lnTo>
                    <a:pt x="2596153" y="1294664"/>
                  </a:lnTo>
                  <a:lnTo>
                    <a:pt x="2552345" y="1244404"/>
                  </a:lnTo>
                  <a:lnTo>
                    <a:pt x="2508090" y="1191172"/>
                  </a:lnTo>
                  <a:lnTo>
                    <a:pt x="2463348" y="1135248"/>
                  </a:lnTo>
                  <a:lnTo>
                    <a:pt x="2418131" y="1077004"/>
                  </a:lnTo>
                  <a:lnTo>
                    <a:pt x="2372503" y="1016895"/>
                  </a:lnTo>
                  <a:lnTo>
                    <a:pt x="2326565" y="955446"/>
                  </a:lnTo>
                  <a:lnTo>
                    <a:pt x="2280445" y="893237"/>
                  </a:lnTo>
                  <a:lnTo>
                    <a:pt x="2234289" y="830879"/>
                  </a:lnTo>
                  <a:lnTo>
                    <a:pt x="2188245" y="768988"/>
                  </a:lnTo>
                  <a:lnTo>
                    <a:pt x="2142452" y="708161"/>
                  </a:lnTo>
                  <a:lnTo>
                    <a:pt x="2097026" y="648952"/>
                  </a:lnTo>
                  <a:lnTo>
                    <a:pt x="2052050" y="591853"/>
                  </a:lnTo>
                  <a:lnTo>
                    <a:pt x="2007560" y="537278"/>
                  </a:lnTo>
                  <a:lnTo>
                    <a:pt x="1963545" y="485550"/>
                  </a:lnTo>
                  <a:lnTo>
                    <a:pt x="1919930" y="436902"/>
                  </a:lnTo>
                  <a:lnTo>
                    <a:pt x="1876575" y="391473"/>
                  </a:lnTo>
                  <a:lnTo>
                    <a:pt x="1833268" y="349316"/>
                  </a:lnTo>
                  <a:lnTo>
                    <a:pt x="1789711" y="310406"/>
                  </a:lnTo>
                  <a:lnTo>
                    <a:pt x="1768425" y="292711"/>
                  </a:lnTo>
                  <a:lnTo>
                    <a:pt x="1719364" y="255320"/>
                  </a:lnTo>
                  <a:lnTo>
                    <a:pt x="1668635" y="221690"/>
                  </a:lnTo>
                  <a:lnTo>
                    <a:pt x="1615445" y="191630"/>
                  </a:lnTo>
                  <a:lnTo>
                    <a:pt x="1558909" y="164810"/>
                  </a:lnTo>
                  <a:lnTo>
                    <a:pt x="1498122" y="140863"/>
                  </a:lnTo>
                  <a:lnTo>
                    <a:pt x="1432242" y="119435"/>
                  </a:lnTo>
                  <a:lnTo>
                    <a:pt x="1360586" y="100212"/>
                  </a:lnTo>
                  <a:lnTo>
                    <a:pt x="1282757" y="82944"/>
                  </a:lnTo>
                  <a:lnTo>
                    <a:pt x="1198821" y="67446"/>
                  </a:lnTo>
                  <a:lnTo>
                    <a:pt x="1109504" y="53605"/>
                  </a:lnTo>
                  <a:lnTo>
                    <a:pt x="1016402" y="41374"/>
                  </a:lnTo>
                  <a:lnTo>
                    <a:pt x="922106" y="30759"/>
                  </a:lnTo>
                  <a:lnTo>
                    <a:pt x="830177" y="21797"/>
                  </a:lnTo>
                  <a:lnTo>
                    <a:pt x="744841" y="14520"/>
                  </a:lnTo>
                  <a:lnTo>
                    <a:pt x="670393" y="8918"/>
                  </a:lnTo>
                  <a:lnTo>
                    <a:pt x="610377" y="4903"/>
                  </a:lnTo>
                  <a:lnTo>
                    <a:pt x="566775" y="2293"/>
                  </a:lnTo>
                  <a:lnTo>
                    <a:pt x="539465" y="824"/>
                  </a:lnTo>
                  <a:lnTo>
                    <a:pt x="526090" y="174"/>
                  </a:lnTo>
                  <a:lnTo>
                    <a:pt x="522285" y="6"/>
                  </a:lnTo>
                  <a:lnTo>
                    <a:pt x="5221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162" name="pl162"/>
            <p:cNvSpPr/>
            <p:nvPr/>
          </p:nvSpPr>
          <p:spPr>
            <a:xfrm>
              <a:off x="386606" y="2292390"/>
              <a:ext cx="8554953" cy="1756270"/>
            </a:xfrm>
            <a:custGeom>
              <a:avLst/>
              <a:pathLst>
                <a:path w="8554953" h="1756270">
                  <a:moveTo>
                    <a:pt x="0" y="0"/>
                  </a:moveTo>
                  <a:lnTo>
                    <a:pt x="522133" y="0"/>
                  </a:lnTo>
                  <a:lnTo>
                    <a:pt x="523354" y="51"/>
                  </a:lnTo>
                  <a:lnTo>
                    <a:pt x="531341" y="421"/>
                  </a:lnTo>
                  <a:lnTo>
                    <a:pt x="551337" y="1444"/>
                  </a:lnTo>
                  <a:lnTo>
                    <a:pt x="586730" y="3452"/>
                  </a:lnTo>
                  <a:lnTo>
                    <a:pt x="638757" y="6744"/>
                  </a:lnTo>
                  <a:lnTo>
                    <a:pt x="706435" y="11546"/>
                  </a:lnTo>
                  <a:lnTo>
                    <a:pt x="786900" y="17989"/>
                  </a:lnTo>
                  <a:lnTo>
                    <a:pt x="876120" y="26120"/>
                  </a:lnTo>
                  <a:lnTo>
                    <a:pt x="969744" y="35923"/>
                  </a:lnTo>
                  <a:lnTo>
                    <a:pt x="1063824" y="47359"/>
                  </a:lnTo>
                  <a:lnTo>
                    <a:pt x="1155271" y="60402"/>
                  </a:lnTo>
                  <a:lnTo>
                    <a:pt x="1242007" y="75071"/>
                  </a:lnTo>
                  <a:lnTo>
                    <a:pt x="1322899" y="91446"/>
                  </a:lnTo>
                  <a:lnTo>
                    <a:pt x="1397580" y="109675"/>
                  </a:lnTo>
                  <a:lnTo>
                    <a:pt x="1466244" y="129978"/>
                  </a:lnTo>
                  <a:lnTo>
                    <a:pt x="1529450" y="152638"/>
                  </a:lnTo>
                  <a:lnTo>
                    <a:pt x="1587977" y="177991"/>
                  </a:lnTo>
                  <a:lnTo>
                    <a:pt x="1642707" y="206405"/>
                  </a:lnTo>
                  <a:lnTo>
                    <a:pt x="1694545" y="238235"/>
                  </a:lnTo>
                  <a:lnTo>
                    <a:pt x="1744341" y="273756"/>
                  </a:lnTo>
                  <a:lnTo>
                    <a:pt x="1768425" y="292711"/>
                  </a:lnTo>
                  <a:lnTo>
                    <a:pt x="1812236" y="330080"/>
                  </a:lnTo>
                  <a:lnTo>
                    <a:pt x="1855621" y="370657"/>
                  </a:lnTo>
                  <a:lnTo>
                    <a:pt x="1898922" y="414503"/>
                  </a:lnTo>
                  <a:lnTo>
                    <a:pt x="1942389" y="461605"/>
                  </a:lnTo>
                  <a:lnTo>
                    <a:pt x="1986198" y="511866"/>
                  </a:lnTo>
                  <a:lnTo>
                    <a:pt x="2030452" y="565097"/>
                  </a:lnTo>
                  <a:lnTo>
                    <a:pt x="2075195" y="621021"/>
                  </a:lnTo>
                  <a:lnTo>
                    <a:pt x="2120411" y="679265"/>
                  </a:lnTo>
                  <a:lnTo>
                    <a:pt x="2166039" y="739375"/>
                  </a:lnTo>
                  <a:lnTo>
                    <a:pt x="2211977" y="800823"/>
                  </a:lnTo>
                  <a:lnTo>
                    <a:pt x="2258097" y="863032"/>
                  </a:lnTo>
                  <a:lnTo>
                    <a:pt x="2304253" y="925390"/>
                  </a:lnTo>
                  <a:lnTo>
                    <a:pt x="2350297" y="987281"/>
                  </a:lnTo>
                  <a:lnTo>
                    <a:pt x="2396090" y="1048108"/>
                  </a:lnTo>
                  <a:lnTo>
                    <a:pt x="2441516" y="1107317"/>
                  </a:lnTo>
                  <a:lnTo>
                    <a:pt x="2486493" y="1164416"/>
                  </a:lnTo>
                  <a:lnTo>
                    <a:pt x="2530982" y="1218991"/>
                  </a:lnTo>
                  <a:lnTo>
                    <a:pt x="2574997" y="1270719"/>
                  </a:lnTo>
                  <a:lnTo>
                    <a:pt x="2618612" y="1319368"/>
                  </a:lnTo>
                  <a:lnTo>
                    <a:pt x="2661967" y="1364796"/>
                  </a:lnTo>
                  <a:lnTo>
                    <a:pt x="2705274" y="1406953"/>
                  </a:lnTo>
                  <a:lnTo>
                    <a:pt x="2748831" y="1445863"/>
                  </a:lnTo>
                  <a:lnTo>
                    <a:pt x="2770117" y="1463558"/>
                  </a:lnTo>
                  <a:lnTo>
                    <a:pt x="2819178" y="1500950"/>
                  </a:lnTo>
                  <a:lnTo>
                    <a:pt x="2869907" y="1534579"/>
                  </a:lnTo>
                  <a:lnTo>
                    <a:pt x="2923097" y="1564640"/>
                  </a:lnTo>
                  <a:lnTo>
                    <a:pt x="2979634" y="1591459"/>
                  </a:lnTo>
                  <a:lnTo>
                    <a:pt x="3040421" y="1615406"/>
                  </a:lnTo>
                  <a:lnTo>
                    <a:pt x="3106300" y="1636835"/>
                  </a:lnTo>
                  <a:lnTo>
                    <a:pt x="3177957" y="1656057"/>
                  </a:lnTo>
                  <a:lnTo>
                    <a:pt x="3255785" y="1673326"/>
                  </a:lnTo>
                  <a:lnTo>
                    <a:pt x="3339722" y="1688823"/>
                  </a:lnTo>
                  <a:lnTo>
                    <a:pt x="3429038" y="1702664"/>
                  </a:lnTo>
                  <a:lnTo>
                    <a:pt x="3522140" y="1714895"/>
                  </a:lnTo>
                  <a:lnTo>
                    <a:pt x="3616436" y="1725510"/>
                  </a:lnTo>
                  <a:lnTo>
                    <a:pt x="3708366" y="1734472"/>
                  </a:lnTo>
                  <a:lnTo>
                    <a:pt x="3793701" y="1741749"/>
                  </a:lnTo>
                  <a:lnTo>
                    <a:pt x="3868150" y="1747351"/>
                  </a:lnTo>
                  <a:lnTo>
                    <a:pt x="3928165" y="1751366"/>
                  </a:lnTo>
                  <a:lnTo>
                    <a:pt x="3971767" y="1753976"/>
                  </a:lnTo>
                  <a:lnTo>
                    <a:pt x="3999077" y="1755445"/>
                  </a:lnTo>
                  <a:lnTo>
                    <a:pt x="4012452" y="1756095"/>
                  </a:lnTo>
                  <a:lnTo>
                    <a:pt x="4016257" y="1756264"/>
                  </a:lnTo>
                  <a:lnTo>
                    <a:pt x="4016409" y="1756270"/>
                  </a:lnTo>
                  <a:lnTo>
                    <a:pt x="4538543" y="1756270"/>
                  </a:lnTo>
                  <a:lnTo>
                    <a:pt x="4539770" y="1756221"/>
                  </a:lnTo>
                  <a:lnTo>
                    <a:pt x="4547796" y="1755875"/>
                  </a:lnTo>
                  <a:lnTo>
                    <a:pt x="4567887" y="1754916"/>
                  </a:lnTo>
                  <a:lnTo>
                    <a:pt x="4603439" y="1753033"/>
                  </a:lnTo>
                  <a:lnTo>
                    <a:pt x="4655683" y="1749948"/>
                  </a:lnTo>
                  <a:lnTo>
                    <a:pt x="4723613" y="1745449"/>
                  </a:lnTo>
                  <a:lnTo>
                    <a:pt x="4804336" y="1739413"/>
                  </a:lnTo>
                  <a:lnTo>
                    <a:pt x="4893793" y="1731798"/>
                  </a:lnTo>
                  <a:lnTo>
                    <a:pt x="4987609" y="1722619"/>
                  </a:lnTo>
                  <a:lnTo>
                    <a:pt x="5081829" y="1711912"/>
                  </a:lnTo>
                  <a:lnTo>
                    <a:pt x="5173363" y="1699702"/>
                  </a:lnTo>
                  <a:lnTo>
                    <a:pt x="5260140" y="1685970"/>
                  </a:lnTo>
                  <a:lnTo>
                    <a:pt x="5341039" y="1670639"/>
                  </a:lnTo>
                  <a:lnTo>
                    <a:pt x="5415705" y="1653569"/>
                  </a:lnTo>
                  <a:lnTo>
                    <a:pt x="5484343" y="1634554"/>
                  </a:lnTo>
                  <a:lnTo>
                    <a:pt x="5547522" y="1613325"/>
                  </a:lnTo>
                  <a:lnTo>
                    <a:pt x="5606029" y="1589567"/>
                  </a:lnTo>
                  <a:lnTo>
                    <a:pt x="5660754" y="1562936"/>
                  </a:lnTo>
                  <a:lnTo>
                    <a:pt x="5712604" y="1533098"/>
                  </a:lnTo>
                  <a:lnTo>
                    <a:pt x="5762429" y="1499801"/>
                  </a:lnTo>
                  <a:lnTo>
                    <a:pt x="5784835" y="1483323"/>
                  </a:lnTo>
                  <a:lnTo>
                    <a:pt x="5829507" y="1447759"/>
                  </a:lnTo>
                  <a:lnTo>
                    <a:pt x="5873744" y="1409081"/>
                  </a:lnTo>
                  <a:lnTo>
                    <a:pt x="5917904" y="1367233"/>
                  </a:lnTo>
                  <a:lnTo>
                    <a:pt x="5962250" y="1322232"/>
                  </a:lnTo>
                  <a:lnTo>
                    <a:pt x="6006962" y="1274179"/>
                  </a:lnTo>
                  <a:lnTo>
                    <a:pt x="6052145" y="1223267"/>
                  </a:lnTo>
                  <a:lnTo>
                    <a:pt x="6097837" y="1169784"/>
                  </a:lnTo>
                  <a:lnTo>
                    <a:pt x="6144014" y="1114107"/>
                  </a:lnTo>
                  <a:lnTo>
                    <a:pt x="6190606" y="1056698"/>
                  </a:lnTo>
                  <a:lnTo>
                    <a:pt x="6237498" y="998088"/>
                  </a:lnTo>
                  <a:lnTo>
                    <a:pt x="6284550" y="938856"/>
                  </a:lnTo>
                  <a:lnTo>
                    <a:pt x="6331605" y="879609"/>
                  </a:lnTo>
                  <a:lnTo>
                    <a:pt x="6378509" y="820955"/>
                  </a:lnTo>
                  <a:lnTo>
                    <a:pt x="6425118" y="763476"/>
                  </a:lnTo>
                  <a:lnTo>
                    <a:pt x="6471317" y="707704"/>
                  </a:lnTo>
                  <a:lnTo>
                    <a:pt x="6517033" y="654106"/>
                  </a:lnTo>
                  <a:lnTo>
                    <a:pt x="6562240" y="603064"/>
                  </a:lnTo>
                  <a:lnTo>
                    <a:pt x="6606973" y="554869"/>
                  </a:lnTo>
                  <a:lnTo>
                    <a:pt x="6651333" y="509717"/>
                  </a:lnTo>
                  <a:lnTo>
                    <a:pt x="6695497" y="467717"/>
                  </a:lnTo>
                  <a:lnTo>
                    <a:pt x="6739723" y="428888"/>
                  </a:lnTo>
                  <a:lnTo>
                    <a:pt x="6784364" y="393176"/>
                  </a:lnTo>
                  <a:lnTo>
                    <a:pt x="6786527" y="391537"/>
                  </a:lnTo>
                  <a:lnTo>
                    <a:pt x="6835673" y="356613"/>
                  </a:lnTo>
                  <a:lnTo>
                    <a:pt x="6886494" y="325210"/>
                  </a:lnTo>
                  <a:lnTo>
                    <a:pt x="6939788" y="297145"/>
                  </a:lnTo>
                  <a:lnTo>
                    <a:pt x="6996444" y="272110"/>
                  </a:lnTo>
                  <a:lnTo>
                    <a:pt x="7057372" y="249762"/>
                  </a:lnTo>
                  <a:lnTo>
                    <a:pt x="7123416" y="229766"/>
                  </a:lnTo>
                  <a:lnTo>
                    <a:pt x="7195263" y="211832"/>
                  </a:lnTo>
                  <a:lnTo>
                    <a:pt x="7273305" y="195725"/>
                  </a:lnTo>
                  <a:lnTo>
                    <a:pt x="7357470" y="181272"/>
                  </a:lnTo>
                  <a:lnTo>
                    <a:pt x="7447016" y="168368"/>
                  </a:lnTo>
                  <a:lnTo>
                    <a:pt x="7540325" y="156970"/>
                  </a:lnTo>
                  <a:lnTo>
                    <a:pt x="7634773" y="147085"/>
                  </a:lnTo>
                  <a:lnTo>
                    <a:pt x="7726764" y="138747"/>
                  </a:lnTo>
                  <a:lnTo>
                    <a:pt x="7812040" y="131987"/>
                  </a:lnTo>
                  <a:lnTo>
                    <a:pt x="7886294" y="126792"/>
                  </a:lnTo>
                  <a:lnTo>
                    <a:pt x="7945993" y="123079"/>
                  </a:lnTo>
                  <a:lnTo>
                    <a:pt x="7989196" y="120675"/>
                  </a:lnTo>
                  <a:lnTo>
                    <a:pt x="8016090" y="119330"/>
                  </a:lnTo>
                  <a:lnTo>
                    <a:pt x="8029108" y="118742"/>
                  </a:lnTo>
                  <a:lnTo>
                    <a:pt x="8032697" y="118595"/>
                  </a:lnTo>
                  <a:lnTo>
                    <a:pt x="8032819" y="118590"/>
                  </a:lnTo>
                  <a:lnTo>
                    <a:pt x="8554953" y="118590"/>
                  </a:lnTo>
                  <a:lnTo>
                    <a:pt x="8554953" y="11859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63" name="pl163"/>
            <p:cNvSpPr/>
            <p:nvPr/>
          </p:nvSpPr>
          <p:spPr>
            <a:xfrm>
              <a:off x="386606" y="2286743"/>
              <a:ext cx="8554953" cy="1756270"/>
            </a:xfrm>
            <a:custGeom>
              <a:avLst/>
              <a:pathLst>
                <a:path w="8554953" h="1756270">
                  <a:moveTo>
                    <a:pt x="8554953" y="118590"/>
                  </a:moveTo>
                  <a:lnTo>
                    <a:pt x="8032819" y="118590"/>
                  </a:lnTo>
                  <a:lnTo>
                    <a:pt x="8031592" y="118639"/>
                  </a:lnTo>
                  <a:lnTo>
                    <a:pt x="8023566" y="118985"/>
                  </a:lnTo>
                  <a:lnTo>
                    <a:pt x="8003475" y="119944"/>
                  </a:lnTo>
                  <a:lnTo>
                    <a:pt x="7967923" y="121826"/>
                  </a:lnTo>
                  <a:lnTo>
                    <a:pt x="7915679" y="124912"/>
                  </a:lnTo>
                  <a:lnTo>
                    <a:pt x="7847749" y="129410"/>
                  </a:lnTo>
                  <a:lnTo>
                    <a:pt x="7767026" y="135446"/>
                  </a:lnTo>
                  <a:lnTo>
                    <a:pt x="7677569" y="143062"/>
                  </a:lnTo>
                  <a:lnTo>
                    <a:pt x="7583753" y="152241"/>
                  </a:lnTo>
                  <a:lnTo>
                    <a:pt x="7489533" y="162947"/>
                  </a:lnTo>
                  <a:lnTo>
                    <a:pt x="7397999" y="175158"/>
                  </a:lnTo>
                  <a:lnTo>
                    <a:pt x="7311222" y="188890"/>
                  </a:lnTo>
                  <a:lnTo>
                    <a:pt x="7230323" y="204221"/>
                  </a:lnTo>
                  <a:lnTo>
                    <a:pt x="7155656" y="221290"/>
                  </a:lnTo>
                  <a:lnTo>
                    <a:pt x="7087019" y="240306"/>
                  </a:lnTo>
                  <a:lnTo>
                    <a:pt x="7023840" y="261535"/>
                  </a:lnTo>
                  <a:lnTo>
                    <a:pt x="6965333" y="285293"/>
                  </a:lnTo>
                  <a:lnTo>
                    <a:pt x="6910608" y="311924"/>
                  </a:lnTo>
                  <a:lnTo>
                    <a:pt x="6858758" y="341762"/>
                  </a:lnTo>
                  <a:lnTo>
                    <a:pt x="6808933" y="375059"/>
                  </a:lnTo>
                  <a:lnTo>
                    <a:pt x="6786527" y="391537"/>
                  </a:lnTo>
                  <a:lnTo>
                    <a:pt x="6741855" y="427101"/>
                  </a:lnTo>
                  <a:lnTo>
                    <a:pt x="6697618" y="465778"/>
                  </a:lnTo>
                  <a:lnTo>
                    <a:pt x="6653458" y="507627"/>
                  </a:lnTo>
                  <a:lnTo>
                    <a:pt x="6609112" y="552628"/>
                  </a:lnTo>
                  <a:lnTo>
                    <a:pt x="6564400" y="600681"/>
                  </a:lnTo>
                  <a:lnTo>
                    <a:pt x="6519217" y="651593"/>
                  </a:lnTo>
                  <a:lnTo>
                    <a:pt x="6473525" y="705076"/>
                  </a:lnTo>
                  <a:lnTo>
                    <a:pt x="6427348" y="760753"/>
                  </a:lnTo>
                  <a:lnTo>
                    <a:pt x="6380756" y="818162"/>
                  </a:lnTo>
                  <a:lnTo>
                    <a:pt x="6333864" y="876772"/>
                  </a:lnTo>
                  <a:lnTo>
                    <a:pt x="6286812" y="936004"/>
                  </a:lnTo>
                  <a:lnTo>
                    <a:pt x="6239756" y="995251"/>
                  </a:lnTo>
                  <a:lnTo>
                    <a:pt x="6192853" y="1053905"/>
                  </a:lnTo>
                  <a:lnTo>
                    <a:pt x="6146244" y="1111384"/>
                  </a:lnTo>
                  <a:lnTo>
                    <a:pt x="6100045" y="1167155"/>
                  </a:lnTo>
                  <a:lnTo>
                    <a:pt x="6054329" y="1220753"/>
                  </a:lnTo>
                  <a:lnTo>
                    <a:pt x="6009122" y="1271796"/>
                  </a:lnTo>
                  <a:lnTo>
                    <a:pt x="5964389" y="1319991"/>
                  </a:lnTo>
                  <a:lnTo>
                    <a:pt x="5920029" y="1365143"/>
                  </a:lnTo>
                  <a:lnTo>
                    <a:pt x="5875865" y="1407143"/>
                  </a:lnTo>
                  <a:lnTo>
                    <a:pt x="5831639" y="1445972"/>
                  </a:lnTo>
                  <a:lnTo>
                    <a:pt x="5786998" y="1481684"/>
                  </a:lnTo>
                  <a:lnTo>
                    <a:pt x="5784835" y="1483323"/>
                  </a:lnTo>
                  <a:lnTo>
                    <a:pt x="5735688" y="1518247"/>
                  </a:lnTo>
                  <a:lnTo>
                    <a:pt x="5684868" y="1549650"/>
                  </a:lnTo>
                  <a:lnTo>
                    <a:pt x="5631574" y="1577715"/>
                  </a:lnTo>
                  <a:lnTo>
                    <a:pt x="5574918" y="1602750"/>
                  </a:lnTo>
                  <a:lnTo>
                    <a:pt x="5513990" y="1625098"/>
                  </a:lnTo>
                  <a:lnTo>
                    <a:pt x="5447946" y="1645094"/>
                  </a:lnTo>
                  <a:lnTo>
                    <a:pt x="5376099" y="1663027"/>
                  </a:lnTo>
                  <a:lnTo>
                    <a:pt x="5298057" y="1679135"/>
                  </a:lnTo>
                  <a:lnTo>
                    <a:pt x="5213892" y="1693588"/>
                  </a:lnTo>
                  <a:lnTo>
                    <a:pt x="5124346" y="1706492"/>
                  </a:lnTo>
                  <a:lnTo>
                    <a:pt x="5031036" y="1717890"/>
                  </a:lnTo>
                  <a:lnTo>
                    <a:pt x="4936589" y="1727775"/>
                  </a:lnTo>
                  <a:lnTo>
                    <a:pt x="4844598" y="1736112"/>
                  </a:lnTo>
                  <a:lnTo>
                    <a:pt x="4759322" y="1742873"/>
                  </a:lnTo>
                  <a:lnTo>
                    <a:pt x="4685068" y="1748067"/>
                  </a:lnTo>
                  <a:lnTo>
                    <a:pt x="4625369" y="1751781"/>
                  </a:lnTo>
                  <a:lnTo>
                    <a:pt x="4582166" y="1754184"/>
                  </a:lnTo>
                  <a:lnTo>
                    <a:pt x="4555272" y="1755530"/>
                  </a:lnTo>
                  <a:lnTo>
                    <a:pt x="4542254" y="1756118"/>
                  </a:lnTo>
                  <a:lnTo>
                    <a:pt x="4538665" y="1756265"/>
                  </a:lnTo>
                  <a:lnTo>
                    <a:pt x="4538543" y="1756270"/>
                  </a:lnTo>
                  <a:lnTo>
                    <a:pt x="4016409" y="1756270"/>
                  </a:lnTo>
                  <a:lnTo>
                    <a:pt x="4015189" y="1756218"/>
                  </a:lnTo>
                  <a:lnTo>
                    <a:pt x="4007201" y="1755848"/>
                  </a:lnTo>
                  <a:lnTo>
                    <a:pt x="3987206" y="1754826"/>
                  </a:lnTo>
                  <a:lnTo>
                    <a:pt x="3951813" y="1752817"/>
                  </a:lnTo>
                  <a:lnTo>
                    <a:pt x="3899785" y="1749525"/>
                  </a:lnTo>
                  <a:lnTo>
                    <a:pt x="3832107" y="1744724"/>
                  </a:lnTo>
                  <a:lnTo>
                    <a:pt x="3751642" y="1738280"/>
                  </a:lnTo>
                  <a:lnTo>
                    <a:pt x="3662422" y="1730149"/>
                  </a:lnTo>
                  <a:lnTo>
                    <a:pt x="3568799" y="1720346"/>
                  </a:lnTo>
                  <a:lnTo>
                    <a:pt x="3474719" y="1708910"/>
                  </a:lnTo>
                  <a:lnTo>
                    <a:pt x="3383271" y="1695867"/>
                  </a:lnTo>
                  <a:lnTo>
                    <a:pt x="3296535" y="1681198"/>
                  </a:lnTo>
                  <a:lnTo>
                    <a:pt x="3215644" y="1664823"/>
                  </a:lnTo>
                  <a:lnTo>
                    <a:pt x="3140962" y="1646594"/>
                  </a:lnTo>
                  <a:lnTo>
                    <a:pt x="3072298" y="1626291"/>
                  </a:lnTo>
                  <a:lnTo>
                    <a:pt x="3009092" y="1603631"/>
                  </a:lnTo>
                  <a:lnTo>
                    <a:pt x="2950566" y="1578278"/>
                  </a:lnTo>
                  <a:lnTo>
                    <a:pt x="2895835" y="1549864"/>
                  </a:lnTo>
                  <a:lnTo>
                    <a:pt x="2843997" y="1518034"/>
                  </a:lnTo>
                  <a:lnTo>
                    <a:pt x="2794201" y="1482513"/>
                  </a:lnTo>
                  <a:lnTo>
                    <a:pt x="2770117" y="1463558"/>
                  </a:lnTo>
                  <a:lnTo>
                    <a:pt x="2726306" y="1426189"/>
                  </a:lnTo>
                  <a:lnTo>
                    <a:pt x="2682921" y="1385612"/>
                  </a:lnTo>
                  <a:lnTo>
                    <a:pt x="2639620" y="1341766"/>
                  </a:lnTo>
                  <a:lnTo>
                    <a:pt x="2596153" y="1294664"/>
                  </a:lnTo>
                  <a:lnTo>
                    <a:pt x="2552345" y="1244404"/>
                  </a:lnTo>
                  <a:lnTo>
                    <a:pt x="2508090" y="1191172"/>
                  </a:lnTo>
                  <a:lnTo>
                    <a:pt x="2463348" y="1135248"/>
                  </a:lnTo>
                  <a:lnTo>
                    <a:pt x="2418131" y="1077004"/>
                  </a:lnTo>
                  <a:lnTo>
                    <a:pt x="2372503" y="1016895"/>
                  </a:lnTo>
                  <a:lnTo>
                    <a:pt x="2326565" y="955446"/>
                  </a:lnTo>
                  <a:lnTo>
                    <a:pt x="2280445" y="893237"/>
                  </a:lnTo>
                  <a:lnTo>
                    <a:pt x="2234289" y="830879"/>
                  </a:lnTo>
                  <a:lnTo>
                    <a:pt x="2188245" y="768988"/>
                  </a:lnTo>
                  <a:lnTo>
                    <a:pt x="2142452" y="708161"/>
                  </a:lnTo>
                  <a:lnTo>
                    <a:pt x="2097026" y="648952"/>
                  </a:lnTo>
                  <a:lnTo>
                    <a:pt x="2052050" y="591853"/>
                  </a:lnTo>
                  <a:lnTo>
                    <a:pt x="2007560" y="537278"/>
                  </a:lnTo>
                  <a:lnTo>
                    <a:pt x="1963545" y="485550"/>
                  </a:lnTo>
                  <a:lnTo>
                    <a:pt x="1919930" y="436902"/>
                  </a:lnTo>
                  <a:lnTo>
                    <a:pt x="1876575" y="391473"/>
                  </a:lnTo>
                  <a:lnTo>
                    <a:pt x="1833268" y="349316"/>
                  </a:lnTo>
                  <a:lnTo>
                    <a:pt x="1789711" y="310406"/>
                  </a:lnTo>
                  <a:lnTo>
                    <a:pt x="1768425" y="292711"/>
                  </a:lnTo>
                  <a:lnTo>
                    <a:pt x="1719364" y="255320"/>
                  </a:lnTo>
                  <a:lnTo>
                    <a:pt x="1668635" y="221690"/>
                  </a:lnTo>
                  <a:lnTo>
                    <a:pt x="1615445" y="191630"/>
                  </a:lnTo>
                  <a:lnTo>
                    <a:pt x="1558909" y="164810"/>
                  </a:lnTo>
                  <a:lnTo>
                    <a:pt x="1498122" y="140863"/>
                  </a:lnTo>
                  <a:lnTo>
                    <a:pt x="1432242" y="119435"/>
                  </a:lnTo>
                  <a:lnTo>
                    <a:pt x="1360586" y="100212"/>
                  </a:lnTo>
                  <a:lnTo>
                    <a:pt x="1282757" y="82944"/>
                  </a:lnTo>
                  <a:lnTo>
                    <a:pt x="1198821" y="67446"/>
                  </a:lnTo>
                  <a:lnTo>
                    <a:pt x="1109504" y="53605"/>
                  </a:lnTo>
                  <a:lnTo>
                    <a:pt x="1016402" y="41374"/>
                  </a:lnTo>
                  <a:lnTo>
                    <a:pt x="922106" y="30759"/>
                  </a:lnTo>
                  <a:lnTo>
                    <a:pt x="830177" y="21797"/>
                  </a:lnTo>
                  <a:lnTo>
                    <a:pt x="744841" y="14520"/>
                  </a:lnTo>
                  <a:lnTo>
                    <a:pt x="670393" y="8918"/>
                  </a:lnTo>
                  <a:lnTo>
                    <a:pt x="610377" y="4903"/>
                  </a:lnTo>
                  <a:lnTo>
                    <a:pt x="566775" y="2293"/>
                  </a:lnTo>
                  <a:lnTo>
                    <a:pt x="539465" y="824"/>
                  </a:lnTo>
                  <a:lnTo>
                    <a:pt x="526090" y="174"/>
                  </a:lnTo>
                  <a:lnTo>
                    <a:pt x="522285" y="6"/>
                  </a:lnTo>
                  <a:lnTo>
                    <a:pt x="522133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64" name="pg164"/>
            <p:cNvSpPr/>
            <p:nvPr/>
          </p:nvSpPr>
          <p:spPr>
            <a:xfrm>
              <a:off x="386606" y="2292390"/>
              <a:ext cx="8554953" cy="1761917"/>
            </a:xfrm>
            <a:custGeom>
              <a:avLst/>
              <a:pathLst>
                <a:path w="8554953" h="1761917">
                  <a:moveTo>
                    <a:pt x="0" y="5647"/>
                  </a:moveTo>
                  <a:lnTo>
                    <a:pt x="522133" y="5647"/>
                  </a:lnTo>
                  <a:lnTo>
                    <a:pt x="523354" y="5698"/>
                  </a:lnTo>
                  <a:lnTo>
                    <a:pt x="531341" y="6068"/>
                  </a:lnTo>
                  <a:lnTo>
                    <a:pt x="551337" y="7091"/>
                  </a:lnTo>
                  <a:lnTo>
                    <a:pt x="586730" y="9099"/>
                  </a:lnTo>
                  <a:lnTo>
                    <a:pt x="638757" y="12392"/>
                  </a:lnTo>
                  <a:lnTo>
                    <a:pt x="706435" y="17193"/>
                  </a:lnTo>
                  <a:lnTo>
                    <a:pt x="786900" y="23636"/>
                  </a:lnTo>
                  <a:lnTo>
                    <a:pt x="876120" y="31767"/>
                  </a:lnTo>
                  <a:lnTo>
                    <a:pt x="969744" y="41571"/>
                  </a:lnTo>
                  <a:lnTo>
                    <a:pt x="1063824" y="53006"/>
                  </a:lnTo>
                  <a:lnTo>
                    <a:pt x="1155271" y="66049"/>
                  </a:lnTo>
                  <a:lnTo>
                    <a:pt x="1242007" y="80718"/>
                  </a:lnTo>
                  <a:lnTo>
                    <a:pt x="1322899" y="97093"/>
                  </a:lnTo>
                  <a:lnTo>
                    <a:pt x="1397580" y="115322"/>
                  </a:lnTo>
                  <a:lnTo>
                    <a:pt x="1466244" y="135625"/>
                  </a:lnTo>
                  <a:lnTo>
                    <a:pt x="1529450" y="158285"/>
                  </a:lnTo>
                  <a:lnTo>
                    <a:pt x="1587977" y="183639"/>
                  </a:lnTo>
                  <a:lnTo>
                    <a:pt x="1642707" y="212052"/>
                  </a:lnTo>
                  <a:lnTo>
                    <a:pt x="1694545" y="243883"/>
                  </a:lnTo>
                  <a:lnTo>
                    <a:pt x="1744341" y="279404"/>
                  </a:lnTo>
                  <a:lnTo>
                    <a:pt x="1768425" y="298358"/>
                  </a:lnTo>
                  <a:lnTo>
                    <a:pt x="1812236" y="335727"/>
                  </a:lnTo>
                  <a:lnTo>
                    <a:pt x="1855621" y="376304"/>
                  </a:lnTo>
                  <a:lnTo>
                    <a:pt x="1898922" y="420151"/>
                  </a:lnTo>
                  <a:lnTo>
                    <a:pt x="1942389" y="467252"/>
                  </a:lnTo>
                  <a:lnTo>
                    <a:pt x="1986198" y="517513"/>
                  </a:lnTo>
                  <a:lnTo>
                    <a:pt x="2030452" y="570745"/>
                  </a:lnTo>
                  <a:lnTo>
                    <a:pt x="2075195" y="626668"/>
                  </a:lnTo>
                  <a:lnTo>
                    <a:pt x="2120411" y="684912"/>
                  </a:lnTo>
                  <a:lnTo>
                    <a:pt x="2166039" y="745022"/>
                  </a:lnTo>
                  <a:lnTo>
                    <a:pt x="2211977" y="806470"/>
                  </a:lnTo>
                  <a:lnTo>
                    <a:pt x="2258097" y="868679"/>
                  </a:lnTo>
                  <a:lnTo>
                    <a:pt x="2304253" y="931037"/>
                  </a:lnTo>
                  <a:lnTo>
                    <a:pt x="2350297" y="992928"/>
                  </a:lnTo>
                  <a:lnTo>
                    <a:pt x="2396090" y="1053756"/>
                  </a:lnTo>
                  <a:lnTo>
                    <a:pt x="2441516" y="1112964"/>
                  </a:lnTo>
                  <a:lnTo>
                    <a:pt x="2486493" y="1170063"/>
                  </a:lnTo>
                  <a:lnTo>
                    <a:pt x="2530982" y="1224638"/>
                  </a:lnTo>
                  <a:lnTo>
                    <a:pt x="2574997" y="1276366"/>
                  </a:lnTo>
                  <a:lnTo>
                    <a:pt x="2618612" y="1325015"/>
                  </a:lnTo>
                  <a:lnTo>
                    <a:pt x="2661967" y="1370444"/>
                  </a:lnTo>
                  <a:lnTo>
                    <a:pt x="2705274" y="1412600"/>
                  </a:lnTo>
                  <a:lnTo>
                    <a:pt x="2748831" y="1451510"/>
                  </a:lnTo>
                  <a:lnTo>
                    <a:pt x="2770117" y="1469205"/>
                  </a:lnTo>
                  <a:lnTo>
                    <a:pt x="2819178" y="1506597"/>
                  </a:lnTo>
                  <a:lnTo>
                    <a:pt x="2869907" y="1540226"/>
                  </a:lnTo>
                  <a:lnTo>
                    <a:pt x="2923097" y="1570287"/>
                  </a:lnTo>
                  <a:lnTo>
                    <a:pt x="2979634" y="1597106"/>
                  </a:lnTo>
                  <a:lnTo>
                    <a:pt x="3040421" y="1621053"/>
                  </a:lnTo>
                  <a:lnTo>
                    <a:pt x="3106300" y="1642482"/>
                  </a:lnTo>
                  <a:lnTo>
                    <a:pt x="3177957" y="1661704"/>
                  </a:lnTo>
                  <a:lnTo>
                    <a:pt x="3255785" y="1678973"/>
                  </a:lnTo>
                  <a:lnTo>
                    <a:pt x="3339722" y="1694471"/>
                  </a:lnTo>
                  <a:lnTo>
                    <a:pt x="3429038" y="1708312"/>
                  </a:lnTo>
                  <a:lnTo>
                    <a:pt x="3522140" y="1720543"/>
                  </a:lnTo>
                  <a:lnTo>
                    <a:pt x="3616436" y="1731157"/>
                  </a:lnTo>
                  <a:lnTo>
                    <a:pt x="3708366" y="1740119"/>
                  </a:lnTo>
                  <a:lnTo>
                    <a:pt x="3793701" y="1747396"/>
                  </a:lnTo>
                  <a:lnTo>
                    <a:pt x="3868150" y="1752998"/>
                  </a:lnTo>
                  <a:lnTo>
                    <a:pt x="3928165" y="1757013"/>
                  </a:lnTo>
                  <a:lnTo>
                    <a:pt x="3971767" y="1759623"/>
                  </a:lnTo>
                  <a:lnTo>
                    <a:pt x="3999077" y="1761093"/>
                  </a:lnTo>
                  <a:lnTo>
                    <a:pt x="4012452" y="1761743"/>
                  </a:lnTo>
                  <a:lnTo>
                    <a:pt x="4016257" y="1761911"/>
                  </a:lnTo>
                  <a:lnTo>
                    <a:pt x="4016409" y="1761917"/>
                  </a:lnTo>
                  <a:lnTo>
                    <a:pt x="4538543" y="1761917"/>
                  </a:lnTo>
                  <a:lnTo>
                    <a:pt x="4539779" y="1761874"/>
                  </a:lnTo>
                  <a:lnTo>
                    <a:pt x="4547868" y="1761568"/>
                  </a:lnTo>
                  <a:lnTo>
                    <a:pt x="4568108" y="1760722"/>
                  </a:lnTo>
                  <a:lnTo>
                    <a:pt x="4603911" y="1759059"/>
                  </a:lnTo>
                  <a:lnTo>
                    <a:pt x="4656495" y="1756336"/>
                  </a:lnTo>
                  <a:lnTo>
                    <a:pt x="4724821" y="1752366"/>
                  </a:lnTo>
                  <a:lnTo>
                    <a:pt x="4805949" y="1747041"/>
                  </a:lnTo>
                  <a:lnTo>
                    <a:pt x="4895776" y="1740325"/>
                  </a:lnTo>
                  <a:lnTo>
                    <a:pt x="4989894" y="1732232"/>
                  </a:lnTo>
                  <a:lnTo>
                    <a:pt x="5084331" y="1722796"/>
                  </a:lnTo>
                  <a:lnTo>
                    <a:pt x="5176000" y="1712036"/>
                  </a:lnTo>
                  <a:lnTo>
                    <a:pt x="5262840" y="1699934"/>
                  </a:lnTo>
                  <a:lnTo>
                    <a:pt x="5343748" y="1686422"/>
                  </a:lnTo>
                  <a:lnTo>
                    <a:pt x="5418389" y="1671372"/>
                  </a:lnTo>
                  <a:lnTo>
                    <a:pt x="5486986" y="1654602"/>
                  </a:lnTo>
                  <a:lnTo>
                    <a:pt x="5550123" y="1635872"/>
                  </a:lnTo>
                  <a:lnTo>
                    <a:pt x="5608600" y="1614902"/>
                  </a:lnTo>
                  <a:lnTo>
                    <a:pt x="5663316" y="1591388"/>
                  </a:lnTo>
                  <a:lnTo>
                    <a:pt x="5715185" y="1565037"/>
                  </a:lnTo>
                  <a:lnTo>
                    <a:pt x="5765060" y="1535633"/>
                  </a:lnTo>
                  <a:lnTo>
                    <a:pt x="5784835" y="1522853"/>
                  </a:lnTo>
                  <a:lnTo>
                    <a:pt x="5831032" y="1490585"/>
                  </a:lnTo>
                  <a:lnTo>
                    <a:pt x="5876778" y="1455397"/>
                  </a:lnTo>
                  <a:lnTo>
                    <a:pt x="5922464" y="1417237"/>
                  </a:lnTo>
                  <a:lnTo>
                    <a:pt x="5968373" y="1376129"/>
                  </a:lnTo>
                  <a:lnTo>
                    <a:pt x="6014692" y="1332181"/>
                  </a:lnTo>
                  <a:lnTo>
                    <a:pt x="6061526" y="1285594"/>
                  </a:lnTo>
                  <a:lnTo>
                    <a:pt x="6108904" y="1236665"/>
                  </a:lnTo>
                  <a:lnTo>
                    <a:pt x="6156788" y="1185778"/>
                  </a:lnTo>
                  <a:lnTo>
                    <a:pt x="6205085" y="1133398"/>
                  </a:lnTo>
                  <a:lnTo>
                    <a:pt x="6253660" y="1080057"/>
                  </a:lnTo>
                  <a:lnTo>
                    <a:pt x="6302349" y="1026328"/>
                  </a:lnTo>
                  <a:lnTo>
                    <a:pt x="6350978" y="972802"/>
                  </a:lnTo>
                  <a:lnTo>
                    <a:pt x="6399379" y="920059"/>
                  </a:lnTo>
                  <a:lnTo>
                    <a:pt x="6447405" y="868648"/>
                  </a:lnTo>
                  <a:lnTo>
                    <a:pt x="6494950" y="819055"/>
                  </a:lnTo>
                  <a:lnTo>
                    <a:pt x="6541956" y="771693"/>
                  </a:lnTo>
                  <a:lnTo>
                    <a:pt x="6588430" y="726887"/>
                  </a:lnTo>
                  <a:lnTo>
                    <a:pt x="6634452" y="684867"/>
                  </a:lnTo>
                  <a:lnTo>
                    <a:pt x="6680182" y="645770"/>
                  </a:lnTo>
                  <a:lnTo>
                    <a:pt x="6725873" y="609647"/>
                  </a:lnTo>
                  <a:lnTo>
                    <a:pt x="6771878" y="576468"/>
                  </a:lnTo>
                  <a:lnTo>
                    <a:pt x="6786527" y="566599"/>
                  </a:lnTo>
                  <a:lnTo>
                    <a:pt x="6835807" y="535933"/>
                  </a:lnTo>
                  <a:lnTo>
                    <a:pt x="6886773" y="508366"/>
                  </a:lnTo>
                  <a:lnTo>
                    <a:pt x="6940229" y="483738"/>
                  </a:lnTo>
                  <a:lnTo>
                    <a:pt x="6997074" y="461776"/>
                  </a:lnTo>
                  <a:lnTo>
                    <a:pt x="7058222" y="442176"/>
                  </a:lnTo>
                  <a:lnTo>
                    <a:pt x="7124525" y="424644"/>
                  </a:lnTo>
                  <a:lnTo>
                    <a:pt x="7196670" y="408924"/>
                  </a:lnTo>
                  <a:lnTo>
                    <a:pt x="7275048" y="394808"/>
                  </a:lnTo>
                  <a:lnTo>
                    <a:pt x="7359573" y="382147"/>
                  </a:lnTo>
                  <a:lnTo>
                    <a:pt x="7449480" y="370849"/>
                  </a:lnTo>
                  <a:lnTo>
                    <a:pt x="7543111" y="360876"/>
                  </a:lnTo>
                  <a:lnTo>
                    <a:pt x="7637794" y="352237"/>
                  </a:lnTo>
                  <a:lnTo>
                    <a:pt x="7729876" y="344961"/>
                  </a:lnTo>
                  <a:lnTo>
                    <a:pt x="7815053" y="339074"/>
                  </a:lnTo>
                  <a:lnTo>
                    <a:pt x="7888997" y="334564"/>
                  </a:lnTo>
                  <a:lnTo>
                    <a:pt x="7948193" y="331355"/>
                  </a:lnTo>
                  <a:lnTo>
                    <a:pt x="7990767" y="329290"/>
                  </a:lnTo>
                  <a:lnTo>
                    <a:pt x="8017009" y="328146"/>
                  </a:lnTo>
                  <a:lnTo>
                    <a:pt x="8029474" y="327655"/>
                  </a:lnTo>
                  <a:lnTo>
                    <a:pt x="8032819" y="327535"/>
                  </a:lnTo>
                  <a:lnTo>
                    <a:pt x="8554953" y="327535"/>
                  </a:lnTo>
                  <a:lnTo>
                    <a:pt x="8554953" y="321888"/>
                  </a:lnTo>
                  <a:lnTo>
                    <a:pt x="8032819" y="321888"/>
                  </a:lnTo>
                  <a:lnTo>
                    <a:pt x="8031583" y="321931"/>
                  </a:lnTo>
                  <a:lnTo>
                    <a:pt x="8023494" y="322237"/>
                  </a:lnTo>
                  <a:lnTo>
                    <a:pt x="8003254" y="323083"/>
                  </a:lnTo>
                  <a:lnTo>
                    <a:pt x="7967451" y="324746"/>
                  </a:lnTo>
                  <a:lnTo>
                    <a:pt x="7914867" y="327469"/>
                  </a:lnTo>
                  <a:lnTo>
                    <a:pt x="7846541" y="331440"/>
                  </a:lnTo>
                  <a:lnTo>
                    <a:pt x="7765413" y="336765"/>
                  </a:lnTo>
                  <a:lnTo>
                    <a:pt x="7675586" y="343480"/>
                  </a:lnTo>
                  <a:lnTo>
                    <a:pt x="7581468" y="351573"/>
                  </a:lnTo>
                  <a:lnTo>
                    <a:pt x="7487031" y="361009"/>
                  </a:lnTo>
                  <a:lnTo>
                    <a:pt x="7395362" y="371769"/>
                  </a:lnTo>
                  <a:lnTo>
                    <a:pt x="7308522" y="383871"/>
                  </a:lnTo>
                  <a:lnTo>
                    <a:pt x="7227614" y="397384"/>
                  </a:lnTo>
                  <a:lnTo>
                    <a:pt x="7152973" y="412433"/>
                  </a:lnTo>
                  <a:lnTo>
                    <a:pt x="7084376" y="429203"/>
                  </a:lnTo>
                  <a:lnTo>
                    <a:pt x="7021239" y="447933"/>
                  </a:lnTo>
                  <a:lnTo>
                    <a:pt x="6962762" y="468903"/>
                  </a:lnTo>
                  <a:lnTo>
                    <a:pt x="6908046" y="492417"/>
                  </a:lnTo>
                  <a:lnTo>
                    <a:pt x="6856177" y="518768"/>
                  </a:lnTo>
                  <a:lnTo>
                    <a:pt x="6806302" y="548172"/>
                  </a:lnTo>
                  <a:lnTo>
                    <a:pt x="6786527" y="560952"/>
                  </a:lnTo>
                  <a:lnTo>
                    <a:pt x="6740330" y="593220"/>
                  </a:lnTo>
                  <a:lnTo>
                    <a:pt x="6694584" y="628408"/>
                  </a:lnTo>
                  <a:lnTo>
                    <a:pt x="6648898" y="666568"/>
                  </a:lnTo>
                  <a:lnTo>
                    <a:pt x="6602989" y="707677"/>
                  </a:lnTo>
                  <a:lnTo>
                    <a:pt x="6556670" y="751625"/>
                  </a:lnTo>
                  <a:lnTo>
                    <a:pt x="6509836" y="798211"/>
                  </a:lnTo>
                  <a:lnTo>
                    <a:pt x="6462458" y="847140"/>
                  </a:lnTo>
                  <a:lnTo>
                    <a:pt x="6414574" y="898028"/>
                  </a:lnTo>
                  <a:lnTo>
                    <a:pt x="6366277" y="950407"/>
                  </a:lnTo>
                  <a:lnTo>
                    <a:pt x="6317702" y="1003748"/>
                  </a:lnTo>
                  <a:lnTo>
                    <a:pt x="6269013" y="1057477"/>
                  </a:lnTo>
                  <a:lnTo>
                    <a:pt x="6220384" y="1111004"/>
                  </a:lnTo>
                  <a:lnTo>
                    <a:pt x="6171983" y="1163746"/>
                  </a:lnTo>
                  <a:lnTo>
                    <a:pt x="6123957" y="1215158"/>
                  </a:lnTo>
                  <a:lnTo>
                    <a:pt x="6076412" y="1264750"/>
                  </a:lnTo>
                  <a:lnTo>
                    <a:pt x="6029406" y="1312112"/>
                  </a:lnTo>
                  <a:lnTo>
                    <a:pt x="5982932" y="1356918"/>
                  </a:lnTo>
                  <a:lnTo>
                    <a:pt x="5936910" y="1398938"/>
                  </a:lnTo>
                  <a:lnTo>
                    <a:pt x="5891180" y="1438035"/>
                  </a:lnTo>
                  <a:lnTo>
                    <a:pt x="5845489" y="1474158"/>
                  </a:lnTo>
                  <a:lnTo>
                    <a:pt x="5799484" y="1507337"/>
                  </a:lnTo>
                  <a:lnTo>
                    <a:pt x="5784835" y="1517206"/>
                  </a:lnTo>
                  <a:lnTo>
                    <a:pt x="5735555" y="1547872"/>
                  </a:lnTo>
                  <a:lnTo>
                    <a:pt x="5684589" y="1575439"/>
                  </a:lnTo>
                  <a:lnTo>
                    <a:pt x="5631133" y="1600067"/>
                  </a:lnTo>
                  <a:lnTo>
                    <a:pt x="5574288" y="1622029"/>
                  </a:lnTo>
                  <a:lnTo>
                    <a:pt x="5513140" y="1641630"/>
                  </a:lnTo>
                  <a:lnTo>
                    <a:pt x="5446837" y="1659161"/>
                  </a:lnTo>
                  <a:lnTo>
                    <a:pt x="5374692" y="1674881"/>
                  </a:lnTo>
                  <a:lnTo>
                    <a:pt x="5296314" y="1688997"/>
                  </a:lnTo>
                  <a:lnTo>
                    <a:pt x="5211789" y="1701658"/>
                  </a:lnTo>
                  <a:lnTo>
                    <a:pt x="5121882" y="1712956"/>
                  </a:lnTo>
                  <a:lnTo>
                    <a:pt x="5028251" y="1722929"/>
                  </a:lnTo>
                  <a:lnTo>
                    <a:pt x="4933568" y="1731568"/>
                  </a:lnTo>
                  <a:lnTo>
                    <a:pt x="4841486" y="1738844"/>
                  </a:lnTo>
                  <a:lnTo>
                    <a:pt x="4756308" y="1744731"/>
                  </a:lnTo>
                  <a:lnTo>
                    <a:pt x="4682365" y="1749241"/>
                  </a:lnTo>
                  <a:lnTo>
                    <a:pt x="4623169" y="1752450"/>
                  </a:lnTo>
                  <a:lnTo>
                    <a:pt x="4580595" y="1754515"/>
                  </a:lnTo>
                  <a:lnTo>
                    <a:pt x="4554353" y="1755659"/>
                  </a:lnTo>
                  <a:lnTo>
                    <a:pt x="4541888" y="1756150"/>
                  </a:lnTo>
                  <a:lnTo>
                    <a:pt x="4538543" y="1756270"/>
                  </a:lnTo>
                  <a:lnTo>
                    <a:pt x="4016409" y="1756270"/>
                  </a:lnTo>
                  <a:lnTo>
                    <a:pt x="4015189" y="1756218"/>
                  </a:lnTo>
                  <a:lnTo>
                    <a:pt x="4007201" y="1755848"/>
                  </a:lnTo>
                  <a:lnTo>
                    <a:pt x="3987206" y="1754826"/>
                  </a:lnTo>
                  <a:lnTo>
                    <a:pt x="3951813" y="1752817"/>
                  </a:lnTo>
                  <a:lnTo>
                    <a:pt x="3899785" y="1749525"/>
                  </a:lnTo>
                  <a:lnTo>
                    <a:pt x="3832107" y="1744724"/>
                  </a:lnTo>
                  <a:lnTo>
                    <a:pt x="3751642" y="1738280"/>
                  </a:lnTo>
                  <a:lnTo>
                    <a:pt x="3662422" y="1730149"/>
                  </a:lnTo>
                  <a:lnTo>
                    <a:pt x="3568799" y="1720346"/>
                  </a:lnTo>
                  <a:lnTo>
                    <a:pt x="3474719" y="1708910"/>
                  </a:lnTo>
                  <a:lnTo>
                    <a:pt x="3383271" y="1695867"/>
                  </a:lnTo>
                  <a:lnTo>
                    <a:pt x="3296535" y="1681198"/>
                  </a:lnTo>
                  <a:lnTo>
                    <a:pt x="3215644" y="1664823"/>
                  </a:lnTo>
                  <a:lnTo>
                    <a:pt x="3140962" y="1646594"/>
                  </a:lnTo>
                  <a:lnTo>
                    <a:pt x="3072298" y="1626291"/>
                  </a:lnTo>
                  <a:lnTo>
                    <a:pt x="3009092" y="1603631"/>
                  </a:lnTo>
                  <a:lnTo>
                    <a:pt x="2950566" y="1578278"/>
                  </a:lnTo>
                  <a:lnTo>
                    <a:pt x="2895835" y="1549864"/>
                  </a:lnTo>
                  <a:lnTo>
                    <a:pt x="2843997" y="1518034"/>
                  </a:lnTo>
                  <a:lnTo>
                    <a:pt x="2794201" y="1482513"/>
                  </a:lnTo>
                  <a:lnTo>
                    <a:pt x="2770117" y="1463558"/>
                  </a:lnTo>
                  <a:lnTo>
                    <a:pt x="2726306" y="1426189"/>
                  </a:lnTo>
                  <a:lnTo>
                    <a:pt x="2682921" y="1385612"/>
                  </a:lnTo>
                  <a:lnTo>
                    <a:pt x="2639620" y="1341766"/>
                  </a:lnTo>
                  <a:lnTo>
                    <a:pt x="2596153" y="1294664"/>
                  </a:lnTo>
                  <a:lnTo>
                    <a:pt x="2552345" y="1244404"/>
                  </a:lnTo>
                  <a:lnTo>
                    <a:pt x="2508090" y="1191172"/>
                  </a:lnTo>
                  <a:lnTo>
                    <a:pt x="2463348" y="1135248"/>
                  </a:lnTo>
                  <a:lnTo>
                    <a:pt x="2418131" y="1077004"/>
                  </a:lnTo>
                  <a:lnTo>
                    <a:pt x="2372503" y="1016895"/>
                  </a:lnTo>
                  <a:lnTo>
                    <a:pt x="2326565" y="955446"/>
                  </a:lnTo>
                  <a:lnTo>
                    <a:pt x="2280445" y="893237"/>
                  </a:lnTo>
                  <a:lnTo>
                    <a:pt x="2234289" y="830879"/>
                  </a:lnTo>
                  <a:lnTo>
                    <a:pt x="2188245" y="768988"/>
                  </a:lnTo>
                  <a:lnTo>
                    <a:pt x="2142452" y="708161"/>
                  </a:lnTo>
                  <a:lnTo>
                    <a:pt x="2097026" y="648952"/>
                  </a:lnTo>
                  <a:lnTo>
                    <a:pt x="2052050" y="591853"/>
                  </a:lnTo>
                  <a:lnTo>
                    <a:pt x="2007560" y="537278"/>
                  </a:lnTo>
                  <a:lnTo>
                    <a:pt x="1963545" y="485550"/>
                  </a:lnTo>
                  <a:lnTo>
                    <a:pt x="1919930" y="436902"/>
                  </a:lnTo>
                  <a:lnTo>
                    <a:pt x="1876575" y="391473"/>
                  </a:lnTo>
                  <a:lnTo>
                    <a:pt x="1833268" y="349316"/>
                  </a:lnTo>
                  <a:lnTo>
                    <a:pt x="1789711" y="310406"/>
                  </a:lnTo>
                  <a:lnTo>
                    <a:pt x="1768425" y="292711"/>
                  </a:lnTo>
                  <a:lnTo>
                    <a:pt x="1719364" y="255320"/>
                  </a:lnTo>
                  <a:lnTo>
                    <a:pt x="1668635" y="221690"/>
                  </a:lnTo>
                  <a:lnTo>
                    <a:pt x="1615445" y="191630"/>
                  </a:lnTo>
                  <a:lnTo>
                    <a:pt x="1558909" y="164810"/>
                  </a:lnTo>
                  <a:lnTo>
                    <a:pt x="1498122" y="140863"/>
                  </a:lnTo>
                  <a:lnTo>
                    <a:pt x="1432242" y="119435"/>
                  </a:lnTo>
                  <a:lnTo>
                    <a:pt x="1360586" y="100212"/>
                  </a:lnTo>
                  <a:lnTo>
                    <a:pt x="1282757" y="82944"/>
                  </a:lnTo>
                  <a:lnTo>
                    <a:pt x="1198821" y="67446"/>
                  </a:lnTo>
                  <a:lnTo>
                    <a:pt x="1109504" y="53605"/>
                  </a:lnTo>
                  <a:lnTo>
                    <a:pt x="1016402" y="41374"/>
                  </a:lnTo>
                  <a:lnTo>
                    <a:pt x="922106" y="30759"/>
                  </a:lnTo>
                  <a:lnTo>
                    <a:pt x="830177" y="21797"/>
                  </a:lnTo>
                  <a:lnTo>
                    <a:pt x="744841" y="14520"/>
                  </a:lnTo>
                  <a:lnTo>
                    <a:pt x="670393" y="8918"/>
                  </a:lnTo>
                  <a:lnTo>
                    <a:pt x="610377" y="4903"/>
                  </a:lnTo>
                  <a:lnTo>
                    <a:pt x="566775" y="2293"/>
                  </a:lnTo>
                  <a:lnTo>
                    <a:pt x="539465" y="824"/>
                  </a:lnTo>
                  <a:lnTo>
                    <a:pt x="526090" y="174"/>
                  </a:lnTo>
                  <a:lnTo>
                    <a:pt x="522285" y="6"/>
                  </a:lnTo>
                  <a:lnTo>
                    <a:pt x="5221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165" name="pl165"/>
            <p:cNvSpPr/>
            <p:nvPr/>
          </p:nvSpPr>
          <p:spPr>
            <a:xfrm>
              <a:off x="386606" y="2298038"/>
              <a:ext cx="8554953" cy="1756270"/>
            </a:xfrm>
            <a:custGeom>
              <a:avLst/>
              <a:pathLst>
                <a:path w="8554953" h="1756270">
                  <a:moveTo>
                    <a:pt x="0" y="0"/>
                  </a:moveTo>
                  <a:lnTo>
                    <a:pt x="522133" y="0"/>
                  </a:lnTo>
                  <a:lnTo>
                    <a:pt x="523354" y="51"/>
                  </a:lnTo>
                  <a:lnTo>
                    <a:pt x="531341" y="421"/>
                  </a:lnTo>
                  <a:lnTo>
                    <a:pt x="551337" y="1444"/>
                  </a:lnTo>
                  <a:lnTo>
                    <a:pt x="586730" y="3452"/>
                  </a:lnTo>
                  <a:lnTo>
                    <a:pt x="638757" y="6744"/>
                  </a:lnTo>
                  <a:lnTo>
                    <a:pt x="706435" y="11546"/>
                  </a:lnTo>
                  <a:lnTo>
                    <a:pt x="786900" y="17989"/>
                  </a:lnTo>
                  <a:lnTo>
                    <a:pt x="876120" y="26120"/>
                  </a:lnTo>
                  <a:lnTo>
                    <a:pt x="969744" y="35923"/>
                  </a:lnTo>
                  <a:lnTo>
                    <a:pt x="1063824" y="47359"/>
                  </a:lnTo>
                  <a:lnTo>
                    <a:pt x="1155271" y="60402"/>
                  </a:lnTo>
                  <a:lnTo>
                    <a:pt x="1242007" y="75071"/>
                  </a:lnTo>
                  <a:lnTo>
                    <a:pt x="1322899" y="91446"/>
                  </a:lnTo>
                  <a:lnTo>
                    <a:pt x="1397580" y="109675"/>
                  </a:lnTo>
                  <a:lnTo>
                    <a:pt x="1466244" y="129978"/>
                  </a:lnTo>
                  <a:lnTo>
                    <a:pt x="1529450" y="152638"/>
                  </a:lnTo>
                  <a:lnTo>
                    <a:pt x="1587977" y="177991"/>
                  </a:lnTo>
                  <a:lnTo>
                    <a:pt x="1642707" y="206405"/>
                  </a:lnTo>
                  <a:lnTo>
                    <a:pt x="1694545" y="238235"/>
                  </a:lnTo>
                  <a:lnTo>
                    <a:pt x="1744341" y="273756"/>
                  </a:lnTo>
                  <a:lnTo>
                    <a:pt x="1768425" y="292711"/>
                  </a:lnTo>
                  <a:lnTo>
                    <a:pt x="1812236" y="330080"/>
                  </a:lnTo>
                  <a:lnTo>
                    <a:pt x="1855621" y="370657"/>
                  </a:lnTo>
                  <a:lnTo>
                    <a:pt x="1898922" y="414503"/>
                  </a:lnTo>
                  <a:lnTo>
                    <a:pt x="1942389" y="461605"/>
                  </a:lnTo>
                  <a:lnTo>
                    <a:pt x="1986198" y="511866"/>
                  </a:lnTo>
                  <a:lnTo>
                    <a:pt x="2030452" y="565097"/>
                  </a:lnTo>
                  <a:lnTo>
                    <a:pt x="2075195" y="621021"/>
                  </a:lnTo>
                  <a:lnTo>
                    <a:pt x="2120411" y="679265"/>
                  </a:lnTo>
                  <a:lnTo>
                    <a:pt x="2166039" y="739375"/>
                  </a:lnTo>
                  <a:lnTo>
                    <a:pt x="2211977" y="800823"/>
                  </a:lnTo>
                  <a:lnTo>
                    <a:pt x="2258097" y="863032"/>
                  </a:lnTo>
                  <a:lnTo>
                    <a:pt x="2304253" y="925390"/>
                  </a:lnTo>
                  <a:lnTo>
                    <a:pt x="2350297" y="987281"/>
                  </a:lnTo>
                  <a:lnTo>
                    <a:pt x="2396090" y="1048108"/>
                  </a:lnTo>
                  <a:lnTo>
                    <a:pt x="2441516" y="1107317"/>
                  </a:lnTo>
                  <a:lnTo>
                    <a:pt x="2486493" y="1164416"/>
                  </a:lnTo>
                  <a:lnTo>
                    <a:pt x="2530982" y="1218991"/>
                  </a:lnTo>
                  <a:lnTo>
                    <a:pt x="2574997" y="1270719"/>
                  </a:lnTo>
                  <a:lnTo>
                    <a:pt x="2618612" y="1319368"/>
                  </a:lnTo>
                  <a:lnTo>
                    <a:pt x="2661967" y="1364796"/>
                  </a:lnTo>
                  <a:lnTo>
                    <a:pt x="2705274" y="1406953"/>
                  </a:lnTo>
                  <a:lnTo>
                    <a:pt x="2748831" y="1445863"/>
                  </a:lnTo>
                  <a:lnTo>
                    <a:pt x="2770117" y="1463558"/>
                  </a:lnTo>
                  <a:lnTo>
                    <a:pt x="2819178" y="1500950"/>
                  </a:lnTo>
                  <a:lnTo>
                    <a:pt x="2869907" y="1534579"/>
                  </a:lnTo>
                  <a:lnTo>
                    <a:pt x="2923097" y="1564640"/>
                  </a:lnTo>
                  <a:lnTo>
                    <a:pt x="2979634" y="1591459"/>
                  </a:lnTo>
                  <a:lnTo>
                    <a:pt x="3040421" y="1615406"/>
                  </a:lnTo>
                  <a:lnTo>
                    <a:pt x="3106300" y="1636835"/>
                  </a:lnTo>
                  <a:lnTo>
                    <a:pt x="3177957" y="1656057"/>
                  </a:lnTo>
                  <a:lnTo>
                    <a:pt x="3255785" y="1673326"/>
                  </a:lnTo>
                  <a:lnTo>
                    <a:pt x="3339722" y="1688823"/>
                  </a:lnTo>
                  <a:lnTo>
                    <a:pt x="3429038" y="1702664"/>
                  </a:lnTo>
                  <a:lnTo>
                    <a:pt x="3522140" y="1714895"/>
                  </a:lnTo>
                  <a:lnTo>
                    <a:pt x="3616436" y="1725510"/>
                  </a:lnTo>
                  <a:lnTo>
                    <a:pt x="3708366" y="1734472"/>
                  </a:lnTo>
                  <a:lnTo>
                    <a:pt x="3793701" y="1741749"/>
                  </a:lnTo>
                  <a:lnTo>
                    <a:pt x="3868150" y="1747351"/>
                  </a:lnTo>
                  <a:lnTo>
                    <a:pt x="3928165" y="1751366"/>
                  </a:lnTo>
                  <a:lnTo>
                    <a:pt x="3971767" y="1753976"/>
                  </a:lnTo>
                  <a:lnTo>
                    <a:pt x="3999077" y="1755445"/>
                  </a:lnTo>
                  <a:lnTo>
                    <a:pt x="4012452" y="1756095"/>
                  </a:lnTo>
                  <a:lnTo>
                    <a:pt x="4016257" y="1756264"/>
                  </a:lnTo>
                  <a:lnTo>
                    <a:pt x="4016409" y="1756270"/>
                  </a:lnTo>
                  <a:lnTo>
                    <a:pt x="4538543" y="1756270"/>
                  </a:lnTo>
                  <a:lnTo>
                    <a:pt x="4539779" y="1756227"/>
                  </a:lnTo>
                  <a:lnTo>
                    <a:pt x="4547868" y="1755921"/>
                  </a:lnTo>
                  <a:lnTo>
                    <a:pt x="4568108" y="1755074"/>
                  </a:lnTo>
                  <a:lnTo>
                    <a:pt x="4603911" y="1753412"/>
                  </a:lnTo>
                  <a:lnTo>
                    <a:pt x="4656495" y="1750689"/>
                  </a:lnTo>
                  <a:lnTo>
                    <a:pt x="4724821" y="1746718"/>
                  </a:lnTo>
                  <a:lnTo>
                    <a:pt x="4805949" y="1741393"/>
                  </a:lnTo>
                  <a:lnTo>
                    <a:pt x="4895776" y="1734678"/>
                  </a:lnTo>
                  <a:lnTo>
                    <a:pt x="4989894" y="1726585"/>
                  </a:lnTo>
                  <a:lnTo>
                    <a:pt x="5084331" y="1717149"/>
                  </a:lnTo>
                  <a:lnTo>
                    <a:pt x="5176000" y="1706389"/>
                  </a:lnTo>
                  <a:lnTo>
                    <a:pt x="5262840" y="1694287"/>
                  </a:lnTo>
                  <a:lnTo>
                    <a:pt x="5343748" y="1680774"/>
                  </a:lnTo>
                  <a:lnTo>
                    <a:pt x="5418389" y="1665725"/>
                  </a:lnTo>
                  <a:lnTo>
                    <a:pt x="5486986" y="1648954"/>
                  </a:lnTo>
                  <a:lnTo>
                    <a:pt x="5550123" y="1630225"/>
                  </a:lnTo>
                  <a:lnTo>
                    <a:pt x="5608600" y="1609255"/>
                  </a:lnTo>
                  <a:lnTo>
                    <a:pt x="5663316" y="1585741"/>
                  </a:lnTo>
                  <a:lnTo>
                    <a:pt x="5715185" y="1559390"/>
                  </a:lnTo>
                  <a:lnTo>
                    <a:pt x="5765060" y="1529986"/>
                  </a:lnTo>
                  <a:lnTo>
                    <a:pt x="5784835" y="1517206"/>
                  </a:lnTo>
                  <a:lnTo>
                    <a:pt x="5831032" y="1484938"/>
                  </a:lnTo>
                  <a:lnTo>
                    <a:pt x="5876778" y="1449750"/>
                  </a:lnTo>
                  <a:lnTo>
                    <a:pt x="5922464" y="1411590"/>
                  </a:lnTo>
                  <a:lnTo>
                    <a:pt x="5968373" y="1370481"/>
                  </a:lnTo>
                  <a:lnTo>
                    <a:pt x="6014692" y="1326533"/>
                  </a:lnTo>
                  <a:lnTo>
                    <a:pt x="6061526" y="1279947"/>
                  </a:lnTo>
                  <a:lnTo>
                    <a:pt x="6108904" y="1231018"/>
                  </a:lnTo>
                  <a:lnTo>
                    <a:pt x="6156788" y="1180130"/>
                  </a:lnTo>
                  <a:lnTo>
                    <a:pt x="6205085" y="1127751"/>
                  </a:lnTo>
                  <a:lnTo>
                    <a:pt x="6253660" y="1074410"/>
                  </a:lnTo>
                  <a:lnTo>
                    <a:pt x="6302349" y="1020681"/>
                  </a:lnTo>
                  <a:lnTo>
                    <a:pt x="6350978" y="967154"/>
                  </a:lnTo>
                  <a:lnTo>
                    <a:pt x="6399379" y="914412"/>
                  </a:lnTo>
                  <a:lnTo>
                    <a:pt x="6447405" y="863000"/>
                  </a:lnTo>
                  <a:lnTo>
                    <a:pt x="6494950" y="813408"/>
                  </a:lnTo>
                  <a:lnTo>
                    <a:pt x="6541956" y="766046"/>
                  </a:lnTo>
                  <a:lnTo>
                    <a:pt x="6588430" y="721240"/>
                  </a:lnTo>
                  <a:lnTo>
                    <a:pt x="6634452" y="679220"/>
                  </a:lnTo>
                  <a:lnTo>
                    <a:pt x="6680182" y="640123"/>
                  </a:lnTo>
                  <a:lnTo>
                    <a:pt x="6725873" y="604000"/>
                  </a:lnTo>
                  <a:lnTo>
                    <a:pt x="6771878" y="570821"/>
                  </a:lnTo>
                  <a:lnTo>
                    <a:pt x="6786527" y="560952"/>
                  </a:lnTo>
                  <a:lnTo>
                    <a:pt x="6835807" y="530286"/>
                  </a:lnTo>
                  <a:lnTo>
                    <a:pt x="6886773" y="502719"/>
                  </a:lnTo>
                  <a:lnTo>
                    <a:pt x="6940229" y="478091"/>
                  </a:lnTo>
                  <a:lnTo>
                    <a:pt x="6997074" y="456129"/>
                  </a:lnTo>
                  <a:lnTo>
                    <a:pt x="7058222" y="436528"/>
                  </a:lnTo>
                  <a:lnTo>
                    <a:pt x="7124525" y="418997"/>
                  </a:lnTo>
                  <a:lnTo>
                    <a:pt x="7196670" y="403277"/>
                  </a:lnTo>
                  <a:lnTo>
                    <a:pt x="7275048" y="389161"/>
                  </a:lnTo>
                  <a:lnTo>
                    <a:pt x="7359573" y="376500"/>
                  </a:lnTo>
                  <a:lnTo>
                    <a:pt x="7449480" y="365202"/>
                  </a:lnTo>
                  <a:lnTo>
                    <a:pt x="7543111" y="355229"/>
                  </a:lnTo>
                  <a:lnTo>
                    <a:pt x="7637794" y="346590"/>
                  </a:lnTo>
                  <a:lnTo>
                    <a:pt x="7729876" y="339314"/>
                  </a:lnTo>
                  <a:lnTo>
                    <a:pt x="7815053" y="333427"/>
                  </a:lnTo>
                  <a:lnTo>
                    <a:pt x="7888997" y="328917"/>
                  </a:lnTo>
                  <a:lnTo>
                    <a:pt x="7948193" y="325708"/>
                  </a:lnTo>
                  <a:lnTo>
                    <a:pt x="7990767" y="323643"/>
                  </a:lnTo>
                  <a:lnTo>
                    <a:pt x="8017009" y="322499"/>
                  </a:lnTo>
                  <a:lnTo>
                    <a:pt x="8029474" y="322008"/>
                  </a:lnTo>
                  <a:lnTo>
                    <a:pt x="8032734" y="321891"/>
                  </a:lnTo>
                  <a:lnTo>
                    <a:pt x="8032819" y="321888"/>
                  </a:lnTo>
                  <a:lnTo>
                    <a:pt x="8554953" y="321888"/>
                  </a:lnTo>
                  <a:lnTo>
                    <a:pt x="8554953" y="321888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66" name="pl166"/>
            <p:cNvSpPr/>
            <p:nvPr/>
          </p:nvSpPr>
          <p:spPr>
            <a:xfrm>
              <a:off x="386606" y="2292390"/>
              <a:ext cx="8554953" cy="1756270"/>
            </a:xfrm>
            <a:custGeom>
              <a:avLst/>
              <a:pathLst>
                <a:path w="8554953" h="1756270">
                  <a:moveTo>
                    <a:pt x="8554953" y="321888"/>
                  </a:moveTo>
                  <a:lnTo>
                    <a:pt x="8032819" y="321888"/>
                  </a:lnTo>
                  <a:lnTo>
                    <a:pt x="8031583" y="321931"/>
                  </a:lnTo>
                  <a:lnTo>
                    <a:pt x="8023494" y="322237"/>
                  </a:lnTo>
                  <a:lnTo>
                    <a:pt x="8003254" y="323083"/>
                  </a:lnTo>
                  <a:lnTo>
                    <a:pt x="7967451" y="324746"/>
                  </a:lnTo>
                  <a:lnTo>
                    <a:pt x="7914867" y="327469"/>
                  </a:lnTo>
                  <a:lnTo>
                    <a:pt x="7846541" y="331440"/>
                  </a:lnTo>
                  <a:lnTo>
                    <a:pt x="7765413" y="336765"/>
                  </a:lnTo>
                  <a:lnTo>
                    <a:pt x="7675586" y="343480"/>
                  </a:lnTo>
                  <a:lnTo>
                    <a:pt x="7581468" y="351573"/>
                  </a:lnTo>
                  <a:lnTo>
                    <a:pt x="7487031" y="361009"/>
                  </a:lnTo>
                  <a:lnTo>
                    <a:pt x="7395362" y="371769"/>
                  </a:lnTo>
                  <a:lnTo>
                    <a:pt x="7308522" y="383871"/>
                  </a:lnTo>
                  <a:lnTo>
                    <a:pt x="7227614" y="397384"/>
                  </a:lnTo>
                  <a:lnTo>
                    <a:pt x="7152973" y="412433"/>
                  </a:lnTo>
                  <a:lnTo>
                    <a:pt x="7084376" y="429203"/>
                  </a:lnTo>
                  <a:lnTo>
                    <a:pt x="7021239" y="447933"/>
                  </a:lnTo>
                  <a:lnTo>
                    <a:pt x="6962762" y="468903"/>
                  </a:lnTo>
                  <a:lnTo>
                    <a:pt x="6908046" y="492417"/>
                  </a:lnTo>
                  <a:lnTo>
                    <a:pt x="6856177" y="518768"/>
                  </a:lnTo>
                  <a:lnTo>
                    <a:pt x="6806302" y="548172"/>
                  </a:lnTo>
                  <a:lnTo>
                    <a:pt x="6786527" y="560952"/>
                  </a:lnTo>
                  <a:lnTo>
                    <a:pt x="6740330" y="593220"/>
                  </a:lnTo>
                  <a:lnTo>
                    <a:pt x="6694584" y="628408"/>
                  </a:lnTo>
                  <a:lnTo>
                    <a:pt x="6648898" y="666568"/>
                  </a:lnTo>
                  <a:lnTo>
                    <a:pt x="6602989" y="707677"/>
                  </a:lnTo>
                  <a:lnTo>
                    <a:pt x="6556670" y="751625"/>
                  </a:lnTo>
                  <a:lnTo>
                    <a:pt x="6509836" y="798211"/>
                  </a:lnTo>
                  <a:lnTo>
                    <a:pt x="6462458" y="847140"/>
                  </a:lnTo>
                  <a:lnTo>
                    <a:pt x="6414574" y="898028"/>
                  </a:lnTo>
                  <a:lnTo>
                    <a:pt x="6366277" y="950407"/>
                  </a:lnTo>
                  <a:lnTo>
                    <a:pt x="6317702" y="1003748"/>
                  </a:lnTo>
                  <a:lnTo>
                    <a:pt x="6269013" y="1057477"/>
                  </a:lnTo>
                  <a:lnTo>
                    <a:pt x="6220384" y="1111004"/>
                  </a:lnTo>
                  <a:lnTo>
                    <a:pt x="6171983" y="1163746"/>
                  </a:lnTo>
                  <a:lnTo>
                    <a:pt x="6123957" y="1215158"/>
                  </a:lnTo>
                  <a:lnTo>
                    <a:pt x="6076412" y="1264750"/>
                  </a:lnTo>
                  <a:lnTo>
                    <a:pt x="6029406" y="1312112"/>
                  </a:lnTo>
                  <a:lnTo>
                    <a:pt x="5982932" y="1356918"/>
                  </a:lnTo>
                  <a:lnTo>
                    <a:pt x="5936910" y="1398938"/>
                  </a:lnTo>
                  <a:lnTo>
                    <a:pt x="5891180" y="1438035"/>
                  </a:lnTo>
                  <a:lnTo>
                    <a:pt x="5845489" y="1474158"/>
                  </a:lnTo>
                  <a:lnTo>
                    <a:pt x="5799484" y="1507337"/>
                  </a:lnTo>
                  <a:lnTo>
                    <a:pt x="5784835" y="1517206"/>
                  </a:lnTo>
                  <a:lnTo>
                    <a:pt x="5735555" y="1547872"/>
                  </a:lnTo>
                  <a:lnTo>
                    <a:pt x="5684589" y="1575439"/>
                  </a:lnTo>
                  <a:lnTo>
                    <a:pt x="5631133" y="1600067"/>
                  </a:lnTo>
                  <a:lnTo>
                    <a:pt x="5574288" y="1622029"/>
                  </a:lnTo>
                  <a:lnTo>
                    <a:pt x="5513140" y="1641630"/>
                  </a:lnTo>
                  <a:lnTo>
                    <a:pt x="5446837" y="1659161"/>
                  </a:lnTo>
                  <a:lnTo>
                    <a:pt x="5374692" y="1674881"/>
                  </a:lnTo>
                  <a:lnTo>
                    <a:pt x="5296314" y="1688997"/>
                  </a:lnTo>
                  <a:lnTo>
                    <a:pt x="5211789" y="1701658"/>
                  </a:lnTo>
                  <a:lnTo>
                    <a:pt x="5121882" y="1712956"/>
                  </a:lnTo>
                  <a:lnTo>
                    <a:pt x="5028251" y="1722929"/>
                  </a:lnTo>
                  <a:lnTo>
                    <a:pt x="4933568" y="1731568"/>
                  </a:lnTo>
                  <a:lnTo>
                    <a:pt x="4841486" y="1738844"/>
                  </a:lnTo>
                  <a:lnTo>
                    <a:pt x="4756308" y="1744731"/>
                  </a:lnTo>
                  <a:lnTo>
                    <a:pt x="4682365" y="1749241"/>
                  </a:lnTo>
                  <a:lnTo>
                    <a:pt x="4623169" y="1752450"/>
                  </a:lnTo>
                  <a:lnTo>
                    <a:pt x="4580595" y="1754515"/>
                  </a:lnTo>
                  <a:lnTo>
                    <a:pt x="4554353" y="1755659"/>
                  </a:lnTo>
                  <a:lnTo>
                    <a:pt x="4541888" y="1756150"/>
                  </a:lnTo>
                  <a:lnTo>
                    <a:pt x="4538627" y="1756267"/>
                  </a:lnTo>
                  <a:lnTo>
                    <a:pt x="4538543" y="1756270"/>
                  </a:lnTo>
                  <a:lnTo>
                    <a:pt x="4016409" y="1756270"/>
                  </a:lnTo>
                  <a:lnTo>
                    <a:pt x="4015189" y="1756218"/>
                  </a:lnTo>
                  <a:lnTo>
                    <a:pt x="4007201" y="1755848"/>
                  </a:lnTo>
                  <a:lnTo>
                    <a:pt x="3987206" y="1754826"/>
                  </a:lnTo>
                  <a:lnTo>
                    <a:pt x="3951813" y="1752817"/>
                  </a:lnTo>
                  <a:lnTo>
                    <a:pt x="3899785" y="1749525"/>
                  </a:lnTo>
                  <a:lnTo>
                    <a:pt x="3832107" y="1744724"/>
                  </a:lnTo>
                  <a:lnTo>
                    <a:pt x="3751642" y="1738280"/>
                  </a:lnTo>
                  <a:lnTo>
                    <a:pt x="3662422" y="1730149"/>
                  </a:lnTo>
                  <a:lnTo>
                    <a:pt x="3568799" y="1720346"/>
                  </a:lnTo>
                  <a:lnTo>
                    <a:pt x="3474719" y="1708910"/>
                  </a:lnTo>
                  <a:lnTo>
                    <a:pt x="3383271" y="1695867"/>
                  </a:lnTo>
                  <a:lnTo>
                    <a:pt x="3296535" y="1681198"/>
                  </a:lnTo>
                  <a:lnTo>
                    <a:pt x="3215644" y="1664823"/>
                  </a:lnTo>
                  <a:lnTo>
                    <a:pt x="3140962" y="1646594"/>
                  </a:lnTo>
                  <a:lnTo>
                    <a:pt x="3072298" y="1626291"/>
                  </a:lnTo>
                  <a:lnTo>
                    <a:pt x="3009092" y="1603631"/>
                  </a:lnTo>
                  <a:lnTo>
                    <a:pt x="2950566" y="1578278"/>
                  </a:lnTo>
                  <a:lnTo>
                    <a:pt x="2895835" y="1549864"/>
                  </a:lnTo>
                  <a:lnTo>
                    <a:pt x="2843997" y="1518034"/>
                  </a:lnTo>
                  <a:lnTo>
                    <a:pt x="2794201" y="1482513"/>
                  </a:lnTo>
                  <a:lnTo>
                    <a:pt x="2770117" y="1463558"/>
                  </a:lnTo>
                  <a:lnTo>
                    <a:pt x="2726306" y="1426189"/>
                  </a:lnTo>
                  <a:lnTo>
                    <a:pt x="2682921" y="1385612"/>
                  </a:lnTo>
                  <a:lnTo>
                    <a:pt x="2639620" y="1341766"/>
                  </a:lnTo>
                  <a:lnTo>
                    <a:pt x="2596153" y="1294664"/>
                  </a:lnTo>
                  <a:lnTo>
                    <a:pt x="2552345" y="1244404"/>
                  </a:lnTo>
                  <a:lnTo>
                    <a:pt x="2508090" y="1191172"/>
                  </a:lnTo>
                  <a:lnTo>
                    <a:pt x="2463348" y="1135248"/>
                  </a:lnTo>
                  <a:lnTo>
                    <a:pt x="2418131" y="1077004"/>
                  </a:lnTo>
                  <a:lnTo>
                    <a:pt x="2372503" y="1016895"/>
                  </a:lnTo>
                  <a:lnTo>
                    <a:pt x="2326565" y="955446"/>
                  </a:lnTo>
                  <a:lnTo>
                    <a:pt x="2280445" y="893237"/>
                  </a:lnTo>
                  <a:lnTo>
                    <a:pt x="2234289" y="830879"/>
                  </a:lnTo>
                  <a:lnTo>
                    <a:pt x="2188245" y="768988"/>
                  </a:lnTo>
                  <a:lnTo>
                    <a:pt x="2142452" y="708161"/>
                  </a:lnTo>
                  <a:lnTo>
                    <a:pt x="2097026" y="648952"/>
                  </a:lnTo>
                  <a:lnTo>
                    <a:pt x="2052050" y="591853"/>
                  </a:lnTo>
                  <a:lnTo>
                    <a:pt x="2007560" y="537278"/>
                  </a:lnTo>
                  <a:lnTo>
                    <a:pt x="1963545" y="485550"/>
                  </a:lnTo>
                  <a:lnTo>
                    <a:pt x="1919930" y="436902"/>
                  </a:lnTo>
                  <a:lnTo>
                    <a:pt x="1876575" y="391473"/>
                  </a:lnTo>
                  <a:lnTo>
                    <a:pt x="1833268" y="349316"/>
                  </a:lnTo>
                  <a:lnTo>
                    <a:pt x="1789711" y="310406"/>
                  </a:lnTo>
                  <a:lnTo>
                    <a:pt x="1768425" y="292711"/>
                  </a:lnTo>
                  <a:lnTo>
                    <a:pt x="1719364" y="255320"/>
                  </a:lnTo>
                  <a:lnTo>
                    <a:pt x="1668635" y="221690"/>
                  </a:lnTo>
                  <a:lnTo>
                    <a:pt x="1615445" y="191630"/>
                  </a:lnTo>
                  <a:lnTo>
                    <a:pt x="1558909" y="164810"/>
                  </a:lnTo>
                  <a:lnTo>
                    <a:pt x="1498122" y="140863"/>
                  </a:lnTo>
                  <a:lnTo>
                    <a:pt x="1432242" y="119435"/>
                  </a:lnTo>
                  <a:lnTo>
                    <a:pt x="1360586" y="100212"/>
                  </a:lnTo>
                  <a:lnTo>
                    <a:pt x="1282757" y="82944"/>
                  </a:lnTo>
                  <a:lnTo>
                    <a:pt x="1198821" y="67446"/>
                  </a:lnTo>
                  <a:lnTo>
                    <a:pt x="1109504" y="53605"/>
                  </a:lnTo>
                  <a:lnTo>
                    <a:pt x="1016402" y="41374"/>
                  </a:lnTo>
                  <a:lnTo>
                    <a:pt x="922106" y="30759"/>
                  </a:lnTo>
                  <a:lnTo>
                    <a:pt x="830177" y="21797"/>
                  </a:lnTo>
                  <a:lnTo>
                    <a:pt x="744841" y="14520"/>
                  </a:lnTo>
                  <a:lnTo>
                    <a:pt x="670393" y="8918"/>
                  </a:lnTo>
                  <a:lnTo>
                    <a:pt x="610377" y="4903"/>
                  </a:lnTo>
                  <a:lnTo>
                    <a:pt x="566775" y="2293"/>
                  </a:lnTo>
                  <a:lnTo>
                    <a:pt x="539465" y="824"/>
                  </a:lnTo>
                  <a:lnTo>
                    <a:pt x="526090" y="174"/>
                  </a:lnTo>
                  <a:lnTo>
                    <a:pt x="522285" y="6"/>
                  </a:lnTo>
                  <a:lnTo>
                    <a:pt x="522133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67" name="pg167"/>
            <p:cNvSpPr/>
            <p:nvPr/>
          </p:nvSpPr>
          <p:spPr>
            <a:xfrm>
              <a:off x="386606" y="2298038"/>
              <a:ext cx="8554953" cy="1767564"/>
            </a:xfrm>
            <a:custGeom>
              <a:avLst/>
              <a:pathLst>
                <a:path w="8554953" h="1767564">
                  <a:moveTo>
                    <a:pt x="0" y="11294"/>
                  </a:moveTo>
                  <a:lnTo>
                    <a:pt x="522133" y="11294"/>
                  </a:lnTo>
                  <a:lnTo>
                    <a:pt x="523354" y="11346"/>
                  </a:lnTo>
                  <a:lnTo>
                    <a:pt x="531341" y="11715"/>
                  </a:lnTo>
                  <a:lnTo>
                    <a:pt x="551337" y="12738"/>
                  </a:lnTo>
                  <a:lnTo>
                    <a:pt x="586730" y="14747"/>
                  </a:lnTo>
                  <a:lnTo>
                    <a:pt x="638757" y="18039"/>
                  </a:lnTo>
                  <a:lnTo>
                    <a:pt x="706435" y="22840"/>
                  </a:lnTo>
                  <a:lnTo>
                    <a:pt x="786900" y="29283"/>
                  </a:lnTo>
                  <a:lnTo>
                    <a:pt x="876120" y="37415"/>
                  </a:lnTo>
                  <a:lnTo>
                    <a:pt x="969744" y="47218"/>
                  </a:lnTo>
                  <a:lnTo>
                    <a:pt x="1063824" y="58653"/>
                  </a:lnTo>
                  <a:lnTo>
                    <a:pt x="1155271" y="71696"/>
                  </a:lnTo>
                  <a:lnTo>
                    <a:pt x="1242007" y="86365"/>
                  </a:lnTo>
                  <a:lnTo>
                    <a:pt x="1322899" y="102740"/>
                  </a:lnTo>
                  <a:lnTo>
                    <a:pt x="1397580" y="120969"/>
                  </a:lnTo>
                  <a:lnTo>
                    <a:pt x="1466244" y="141272"/>
                  </a:lnTo>
                  <a:lnTo>
                    <a:pt x="1529450" y="163932"/>
                  </a:lnTo>
                  <a:lnTo>
                    <a:pt x="1587977" y="189286"/>
                  </a:lnTo>
                  <a:lnTo>
                    <a:pt x="1642707" y="217700"/>
                  </a:lnTo>
                  <a:lnTo>
                    <a:pt x="1694545" y="249530"/>
                  </a:lnTo>
                  <a:lnTo>
                    <a:pt x="1744341" y="285051"/>
                  </a:lnTo>
                  <a:lnTo>
                    <a:pt x="1768425" y="304006"/>
                  </a:lnTo>
                  <a:lnTo>
                    <a:pt x="1812236" y="341374"/>
                  </a:lnTo>
                  <a:lnTo>
                    <a:pt x="1855621" y="381951"/>
                  </a:lnTo>
                  <a:lnTo>
                    <a:pt x="1898922" y="425798"/>
                  </a:lnTo>
                  <a:lnTo>
                    <a:pt x="1942389" y="472900"/>
                  </a:lnTo>
                  <a:lnTo>
                    <a:pt x="1986198" y="523160"/>
                  </a:lnTo>
                  <a:lnTo>
                    <a:pt x="2030452" y="576392"/>
                  </a:lnTo>
                  <a:lnTo>
                    <a:pt x="2075195" y="632315"/>
                  </a:lnTo>
                  <a:lnTo>
                    <a:pt x="2120411" y="690559"/>
                  </a:lnTo>
                  <a:lnTo>
                    <a:pt x="2166039" y="750669"/>
                  </a:lnTo>
                  <a:lnTo>
                    <a:pt x="2211977" y="812118"/>
                  </a:lnTo>
                  <a:lnTo>
                    <a:pt x="2258097" y="874326"/>
                  </a:lnTo>
                  <a:lnTo>
                    <a:pt x="2304253" y="936684"/>
                  </a:lnTo>
                  <a:lnTo>
                    <a:pt x="2350297" y="998575"/>
                  </a:lnTo>
                  <a:lnTo>
                    <a:pt x="2396090" y="1059403"/>
                  </a:lnTo>
                  <a:lnTo>
                    <a:pt x="2441516" y="1118611"/>
                  </a:lnTo>
                  <a:lnTo>
                    <a:pt x="2486493" y="1175710"/>
                  </a:lnTo>
                  <a:lnTo>
                    <a:pt x="2530982" y="1230286"/>
                  </a:lnTo>
                  <a:lnTo>
                    <a:pt x="2574997" y="1282014"/>
                  </a:lnTo>
                  <a:lnTo>
                    <a:pt x="2618612" y="1330662"/>
                  </a:lnTo>
                  <a:lnTo>
                    <a:pt x="2661967" y="1376091"/>
                  </a:lnTo>
                  <a:lnTo>
                    <a:pt x="2705274" y="1418247"/>
                  </a:lnTo>
                  <a:lnTo>
                    <a:pt x="2748831" y="1457157"/>
                  </a:lnTo>
                  <a:lnTo>
                    <a:pt x="2770117" y="1474852"/>
                  </a:lnTo>
                  <a:lnTo>
                    <a:pt x="2819178" y="1512244"/>
                  </a:lnTo>
                  <a:lnTo>
                    <a:pt x="2869907" y="1545873"/>
                  </a:lnTo>
                  <a:lnTo>
                    <a:pt x="2923097" y="1575934"/>
                  </a:lnTo>
                  <a:lnTo>
                    <a:pt x="2979634" y="1602754"/>
                  </a:lnTo>
                  <a:lnTo>
                    <a:pt x="3040421" y="1626700"/>
                  </a:lnTo>
                  <a:lnTo>
                    <a:pt x="3106300" y="1648129"/>
                  </a:lnTo>
                  <a:lnTo>
                    <a:pt x="3177957" y="1667352"/>
                  </a:lnTo>
                  <a:lnTo>
                    <a:pt x="3255785" y="1684620"/>
                  </a:lnTo>
                  <a:lnTo>
                    <a:pt x="3339722" y="1700118"/>
                  </a:lnTo>
                  <a:lnTo>
                    <a:pt x="3429038" y="1713959"/>
                  </a:lnTo>
                  <a:lnTo>
                    <a:pt x="3522140" y="1726190"/>
                  </a:lnTo>
                  <a:lnTo>
                    <a:pt x="3616436" y="1736805"/>
                  </a:lnTo>
                  <a:lnTo>
                    <a:pt x="3708366" y="1745767"/>
                  </a:lnTo>
                  <a:lnTo>
                    <a:pt x="3793701" y="1753043"/>
                  </a:lnTo>
                  <a:lnTo>
                    <a:pt x="3868150" y="1758645"/>
                  </a:lnTo>
                  <a:lnTo>
                    <a:pt x="3928165" y="1762661"/>
                  </a:lnTo>
                  <a:lnTo>
                    <a:pt x="3971767" y="1765270"/>
                  </a:lnTo>
                  <a:lnTo>
                    <a:pt x="3999077" y="1766740"/>
                  </a:lnTo>
                  <a:lnTo>
                    <a:pt x="4012452" y="1767390"/>
                  </a:lnTo>
                  <a:lnTo>
                    <a:pt x="4016257" y="1767558"/>
                  </a:lnTo>
                  <a:lnTo>
                    <a:pt x="4016409" y="1767564"/>
                  </a:lnTo>
                  <a:lnTo>
                    <a:pt x="4538543" y="1767564"/>
                  </a:lnTo>
                  <a:lnTo>
                    <a:pt x="4539789" y="1767528"/>
                  </a:lnTo>
                  <a:lnTo>
                    <a:pt x="4547939" y="1767269"/>
                  </a:lnTo>
                  <a:lnTo>
                    <a:pt x="4568328" y="1766554"/>
                  </a:lnTo>
                  <a:lnTo>
                    <a:pt x="4604380" y="1765149"/>
                  </a:lnTo>
                  <a:lnTo>
                    <a:pt x="4657302" y="1762847"/>
                  </a:lnTo>
                  <a:lnTo>
                    <a:pt x="4726020" y="1759493"/>
                  </a:lnTo>
                  <a:lnTo>
                    <a:pt x="4807550" y="1754995"/>
                  </a:lnTo>
                  <a:lnTo>
                    <a:pt x="4897742" y="1749325"/>
                  </a:lnTo>
                  <a:lnTo>
                    <a:pt x="4992157" y="1742495"/>
                  </a:lnTo>
                  <a:lnTo>
                    <a:pt x="5086808" y="1734533"/>
                  </a:lnTo>
                  <a:lnTo>
                    <a:pt x="5178607" y="1725455"/>
                  </a:lnTo>
                  <a:lnTo>
                    <a:pt x="5265508" y="1715244"/>
                  </a:lnTo>
                  <a:lnTo>
                    <a:pt x="5346424" y="1703842"/>
                  </a:lnTo>
                  <a:lnTo>
                    <a:pt x="5421040" y="1691140"/>
                  </a:lnTo>
                  <a:lnTo>
                    <a:pt x="5489596" y="1676980"/>
                  </a:lnTo>
                  <a:lnTo>
                    <a:pt x="5552692" y="1661159"/>
                  </a:lnTo>
                  <a:lnTo>
                    <a:pt x="5611140" y="1643439"/>
                  </a:lnTo>
                  <a:lnTo>
                    <a:pt x="5665848" y="1623563"/>
                  </a:lnTo>
                  <a:lnTo>
                    <a:pt x="5717738" y="1601285"/>
                  </a:lnTo>
                  <a:lnTo>
                    <a:pt x="5767662" y="1576426"/>
                  </a:lnTo>
                  <a:lnTo>
                    <a:pt x="5784835" y="1567089"/>
                  </a:lnTo>
                  <a:lnTo>
                    <a:pt x="5832816" y="1538929"/>
                  </a:lnTo>
                  <a:lnTo>
                    <a:pt x="5880329" y="1508123"/>
                  </a:lnTo>
                  <a:lnTo>
                    <a:pt x="5927803" y="1474627"/>
                  </a:lnTo>
                  <a:lnTo>
                    <a:pt x="5975546" y="1438470"/>
                  </a:lnTo>
                  <a:lnTo>
                    <a:pt x="6023754" y="1399767"/>
                  </a:lnTo>
                  <a:lnTo>
                    <a:pt x="6072531" y="1358721"/>
                  </a:lnTo>
                  <a:lnTo>
                    <a:pt x="6121889" y="1315630"/>
                  </a:lnTo>
                  <a:lnTo>
                    <a:pt x="6171772" y="1270875"/>
                  </a:lnTo>
                  <a:lnTo>
                    <a:pt x="6222059" y="1224914"/>
                  </a:lnTo>
                  <a:lnTo>
                    <a:pt x="6272586" y="1178262"/>
                  </a:lnTo>
                  <a:lnTo>
                    <a:pt x="6323164" y="1131465"/>
                  </a:lnTo>
                  <a:lnTo>
                    <a:pt x="6373598" y="1085079"/>
                  </a:lnTo>
                  <a:lnTo>
                    <a:pt x="6423708" y="1039639"/>
                  </a:lnTo>
                  <a:lnTo>
                    <a:pt x="6473350" y="995634"/>
                  </a:lnTo>
                  <a:lnTo>
                    <a:pt x="6522431" y="953487"/>
                  </a:lnTo>
                  <a:lnTo>
                    <a:pt x="6570926" y="913539"/>
                  </a:lnTo>
                  <a:lnTo>
                    <a:pt x="6618892" y="876044"/>
                  </a:lnTo>
                  <a:lnTo>
                    <a:pt x="6666474" y="841162"/>
                  </a:lnTo>
                  <a:lnTo>
                    <a:pt x="6713921" y="808965"/>
                  </a:lnTo>
                  <a:lnTo>
                    <a:pt x="6761598" y="779445"/>
                  </a:lnTo>
                  <a:lnTo>
                    <a:pt x="6786527" y="765191"/>
                  </a:lnTo>
                  <a:lnTo>
                    <a:pt x="6835940" y="739410"/>
                  </a:lnTo>
                  <a:lnTo>
                    <a:pt x="6887049" y="716243"/>
                  </a:lnTo>
                  <a:lnTo>
                    <a:pt x="6940666" y="695550"/>
                  </a:lnTo>
                  <a:lnTo>
                    <a:pt x="6997698" y="677104"/>
                  </a:lnTo>
                  <a:lnTo>
                    <a:pt x="7059065" y="660646"/>
                  </a:lnTo>
                  <a:lnTo>
                    <a:pt x="7125625" y="645929"/>
                  </a:lnTo>
                  <a:lnTo>
                    <a:pt x="7198067" y="632736"/>
                  </a:lnTo>
                  <a:lnTo>
                    <a:pt x="7276778" y="620893"/>
                  </a:lnTo>
                  <a:lnTo>
                    <a:pt x="7361660" y="610274"/>
                  </a:lnTo>
                  <a:lnTo>
                    <a:pt x="7451923" y="600803"/>
                  </a:lnTo>
                  <a:lnTo>
                    <a:pt x="7545873" y="592449"/>
                  </a:lnTo>
                  <a:lnTo>
                    <a:pt x="7640784" y="585219"/>
                  </a:lnTo>
                  <a:lnTo>
                    <a:pt x="7732952" y="579140"/>
                  </a:lnTo>
                  <a:lnTo>
                    <a:pt x="7818023" y="574232"/>
                  </a:lnTo>
                  <a:lnTo>
                    <a:pt x="7891650" y="570484"/>
                  </a:lnTo>
                  <a:lnTo>
                    <a:pt x="7950342" y="567828"/>
                  </a:lnTo>
                  <a:lnTo>
                    <a:pt x="7992290" y="566130"/>
                  </a:lnTo>
                  <a:lnTo>
                    <a:pt x="8017888" y="565198"/>
                  </a:lnTo>
                  <a:lnTo>
                    <a:pt x="8029812" y="564806"/>
                  </a:lnTo>
                  <a:lnTo>
                    <a:pt x="8032819" y="564717"/>
                  </a:lnTo>
                  <a:lnTo>
                    <a:pt x="8554953" y="564717"/>
                  </a:lnTo>
                  <a:lnTo>
                    <a:pt x="8554953" y="553422"/>
                  </a:lnTo>
                  <a:lnTo>
                    <a:pt x="8032819" y="553422"/>
                  </a:lnTo>
                  <a:lnTo>
                    <a:pt x="8031573" y="553458"/>
                  </a:lnTo>
                  <a:lnTo>
                    <a:pt x="8023422" y="553717"/>
                  </a:lnTo>
                  <a:lnTo>
                    <a:pt x="8003034" y="554433"/>
                  </a:lnTo>
                  <a:lnTo>
                    <a:pt x="7966982" y="555838"/>
                  </a:lnTo>
                  <a:lnTo>
                    <a:pt x="7914060" y="558140"/>
                  </a:lnTo>
                  <a:lnTo>
                    <a:pt x="7845342" y="561494"/>
                  </a:lnTo>
                  <a:lnTo>
                    <a:pt x="7763812" y="565991"/>
                  </a:lnTo>
                  <a:lnTo>
                    <a:pt x="7673620" y="571661"/>
                  </a:lnTo>
                  <a:lnTo>
                    <a:pt x="7579205" y="578491"/>
                  </a:lnTo>
                  <a:lnTo>
                    <a:pt x="7484554" y="586453"/>
                  </a:lnTo>
                  <a:lnTo>
                    <a:pt x="7392755" y="595531"/>
                  </a:lnTo>
                  <a:lnTo>
                    <a:pt x="7305854" y="605742"/>
                  </a:lnTo>
                  <a:lnTo>
                    <a:pt x="7224938" y="617144"/>
                  </a:lnTo>
                  <a:lnTo>
                    <a:pt x="7150322" y="629846"/>
                  </a:lnTo>
                  <a:lnTo>
                    <a:pt x="7081766" y="644007"/>
                  </a:lnTo>
                  <a:lnTo>
                    <a:pt x="7018670" y="659827"/>
                  </a:lnTo>
                  <a:lnTo>
                    <a:pt x="6960222" y="677547"/>
                  </a:lnTo>
                  <a:lnTo>
                    <a:pt x="6905514" y="697424"/>
                  </a:lnTo>
                  <a:lnTo>
                    <a:pt x="6853624" y="719701"/>
                  </a:lnTo>
                  <a:lnTo>
                    <a:pt x="6803700" y="744560"/>
                  </a:lnTo>
                  <a:lnTo>
                    <a:pt x="6786527" y="753897"/>
                  </a:lnTo>
                  <a:lnTo>
                    <a:pt x="6738546" y="782057"/>
                  </a:lnTo>
                  <a:lnTo>
                    <a:pt x="6691033" y="812863"/>
                  </a:lnTo>
                  <a:lnTo>
                    <a:pt x="6643559" y="846359"/>
                  </a:lnTo>
                  <a:lnTo>
                    <a:pt x="6595816" y="882516"/>
                  </a:lnTo>
                  <a:lnTo>
                    <a:pt x="6547608" y="921220"/>
                  </a:lnTo>
                  <a:lnTo>
                    <a:pt x="6498831" y="962265"/>
                  </a:lnTo>
                  <a:lnTo>
                    <a:pt x="6449472" y="1005356"/>
                  </a:lnTo>
                  <a:lnTo>
                    <a:pt x="6399590" y="1050111"/>
                  </a:lnTo>
                  <a:lnTo>
                    <a:pt x="6349303" y="1096072"/>
                  </a:lnTo>
                  <a:lnTo>
                    <a:pt x="6298776" y="1142725"/>
                  </a:lnTo>
                  <a:lnTo>
                    <a:pt x="6248198" y="1189521"/>
                  </a:lnTo>
                  <a:lnTo>
                    <a:pt x="6197764" y="1235907"/>
                  </a:lnTo>
                  <a:lnTo>
                    <a:pt x="6147654" y="1281347"/>
                  </a:lnTo>
                  <a:lnTo>
                    <a:pt x="6098012" y="1325353"/>
                  </a:lnTo>
                  <a:lnTo>
                    <a:pt x="6048931" y="1367500"/>
                  </a:lnTo>
                  <a:lnTo>
                    <a:pt x="6000436" y="1407447"/>
                  </a:lnTo>
                  <a:lnTo>
                    <a:pt x="5952470" y="1444942"/>
                  </a:lnTo>
                  <a:lnTo>
                    <a:pt x="5904888" y="1479824"/>
                  </a:lnTo>
                  <a:lnTo>
                    <a:pt x="5857441" y="1512022"/>
                  </a:lnTo>
                  <a:lnTo>
                    <a:pt x="5809764" y="1541542"/>
                  </a:lnTo>
                  <a:lnTo>
                    <a:pt x="5784835" y="1555795"/>
                  </a:lnTo>
                  <a:lnTo>
                    <a:pt x="5735422" y="1581576"/>
                  </a:lnTo>
                  <a:lnTo>
                    <a:pt x="5684313" y="1604744"/>
                  </a:lnTo>
                  <a:lnTo>
                    <a:pt x="5630695" y="1625436"/>
                  </a:lnTo>
                  <a:lnTo>
                    <a:pt x="5573664" y="1643882"/>
                  </a:lnTo>
                  <a:lnTo>
                    <a:pt x="5512297" y="1660340"/>
                  </a:lnTo>
                  <a:lnTo>
                    <a:pt x="5445737" y="1675057"/>
                  </a:lnTo>
                  <a:lnTo>
                    <a:pt x="5373295" y="1688250"/>
                  </a:lnTo>
                  <a:lnTo>
                    <a:pt x="5294584" y="1700093"/>
                  </a:lnTo>
                  <a:lnTo>
                    <a:pt x="5209702" y="1710712"/>
                  </a:lnTo>
                  <a:lnTo>
                    <a:pt x="5119439" y="1720184"/>
                  </a:lnTo>
                  <a:lnTo>
                    <a:pt x="5025489" y="1728538"/>
                  </a:lnTo>
                  <a:lnTo>
                    <a:pt x="4930578" y="1735767"/>
                  </a:lnTo>
                  <a:lnTo>
                    <a:pt x="4838410" y="1741847"/>
                  </a:lnTo>
                  <a:lnTo>
                    <a:pt x="4753339" y="1746754"/>
                  </a:lnTo>
                  <a:lnTo>
                    <a:pt x="4679712" y="1750502"/>
                  </a:lnTo>
                  <a:lnTo>
                    <a:pt x="4621020" y="1753159"/>
                  </a:lnTo>
                  <a:lnTo>
                    <a:pt x="4579072" y="1754857"/>
                  </a:lnTo>
                  <a:lnTo>
                    <a:pt x="4553474" y="1755788"/>
                  </a:lnTo>
                  <a:lnTo>
                    <a:pt x="4541550" y="1756180"/>
                  </a:lnTo>
                  <a:lnTo>
                    <a:pt x="4538543" y="1756270"/>
                  </a:lnTo>
                  <a:lnTo>
                    <a:pt x="4016409" y="1756270"/>
                  </a:lnTo>
                  <a:lnTo>
                    <a:pt x="4015189" y="1756218"/>
                  </a:lnTo>
                  <a:lnTo>
                    <a:pt x="4007201" y="1755848"/>
                  </a:lnTo>
                  <a:lnTo>
                    <a:pt x="3987206" y="1754826"/>
                  </a:lnTo>
                  <a:lnTo>
                    <a:pt x="3951813" y="1752817"/>
                  </a:lnTo>
                  <a:lnTo>
                    <a:pt x="3899785" y="1749525"/>
                  </a:lnTo>
                  <a:lnTo>
                    <a:pt x="3832107" y="1744724"/>
                  </a:lnTo>
                  <a:lnTo>
                    <a:pt x="3751642" y="1738280"/>
                  </a:lnTo>
                  <a:lnTo>
                    <a:pt x="3662422" y="1730149"/>
                  </a:lnTo>
                  <a:lnTo>
                    <a:pt x="3568799" y="1720346"/>
                  </a:lnTo>
                  <a:lnTo>
                    <a:pt x="3474719" y="1708910"/>
                  </a:lnTo>
                  <a:lnTo>
                    <a:pt x="3383271" y="1695867"/>
                  </a:lnTo>
                  <a:lnTo>
                    <a:pt x="3296535" y="1681198"/>
                  </a:lnTo>
                  <a:lnTo>
                    <a:pt x="3215644" y="1664823"/>
                  </a:lnTo>
                  <a:lnTo>
                    <a:pt x="3140962" y="1646594"/>
                  </a:lnTo>
                  <a:lnTo>
                    <a:pt x="3072298" y="1626291"/>
                  </a:lnTo>
                  <a:lnTo>
                    <a:pt x="3009092" y="1603631"/>
                  </a:lnTo>
                  <a:lnTo>
                    <a:pt x="2950566" y="1578278"/>
                  </a:lnTo>
                  <a:lnTo>
                    <a:pt x="2895835" y="1549864"/>
                  </a:lnTo>
                  <a:lnTo>
                    <a:pt x="2843997" y="1518034"/>
                  </a:lnTo>
                  <a:lnTo>
                    <a:pt x="2794201" y="1482513"/>
                  </a:lnTo>
                  <a:lnTo>
                    <a:pt x="2770117" y="1463558"/>
                  </a:lnTo>
                  <a:lnTo>
                    <a:pt x="2726306" y="1426189"/>
                  </a:lnTo>
                  <a:lnTo>
                    <a:pt x="2682921" y="1385612"/>
                  </a:lnTo>
                  <a:lnTo>
                    <a:pt x="2639620" y="1341766"/>
                  </a:lnTo>
                  <a:lnTo>
                    <a:pt x="2596153" y="1294664"/>
                  </a:lnTo>
                  <a:lnTo>
                    <a:pt x="2552345" y="1244404"/>
                  </a:lnTo>
                  <a:lnTo>
                    <a:pt x="2508090" y="1191172"/>
                  </a:lnTo>
                  <a:lnTo>
                    <a:pt x="2463348" y="1135248"/>
                  </a:lnTo>
                  <a:lnTo>
                    <a:pt x="2418131" y="1077004"/>
                  </a:lnTo>
                  <a:lnTo>
                    <a:pt x="2372503" y="1016895"/>
                  </a:lnTo>
                  <a:lnTo>
                    <a:pt x="2326565" y="955446"/>
                  </a:lnTo>
                  <a:lnTo>
                    <a:pt x="2280445" y="893237"/>
                  </a:lnTo>
                  <a:lnTo>
                    <a:pt x="2234289" y="830879"/>
                  </a:lnTo>
                  <a:lnTo>
                    <a:pt x="2188245" y="768988"/>
                  </a:lnTo>
                  <a:lnTo>
                    <a:pt x="2142452" y="708161"/>
                  </a:lnTo>
                  <a:lnTo>
                    <a:pt x="2097026" y="648952"/>
                  </a:lnTo>
                  <a:lnTo>
                    <a:pt x="2052050" y="591853"/>
                  </a:lnTo>
                  <a:lnTo>
                    <a:pt x="2007560" y="537278"/>
                  </a:lnTo>
                  <a:lnTo>
                    <a:pt x="1963545" y="485550"/>
                  </a:lnTo>
                  <a:lnTo>
                    <a:pt x="1919930" y="436902"/>
                  </a:lnTo>
                  <a:lnTo>
                    <a:pt x="1876575" y="391473"/>
                  </a:lnTo>
                  <a:lnTo>
                    <a:pt x="1833268" y="349316"/>
                  </a:lnTo>
                  <a:lnTo>
                    <a:pt x="1789711" y="310406"/>
                  </a:lnTo>
                  <a:lnTo>
                    <a:pt x="1768425" y="292711"/>
                  </a:lnTo>
                  <a:lnTo>
                    <a:pt x="1719364" y="255320"/>
                  </a:lnTo>
                  <a:lnTo>
                    <a:pt x="1668635" y="221690"/>
                  </a:lnTo>
                  <a:lnTo>
                    <a:pt x="1615445" y="191630"/>
                  </a:lnTo>
                  <a:lnTo>
                    <a:pt x="1558909" y="164810"/>
                  </a:lnTo>
                  <a:lnTo>
                    <a:pt x="1498122" y="140863"/>
                  </a:lnTo>
                  <a:lnTo>
                    <a:pt x="1432242" y="119435"/>
                  </a:lnTo>
                  <a:lnTo>
                    <a:pt x="1360586" y="100212"/>
                  </a:lnTo>
                  <a:lnTo>
                    <a:pt x="1282757" y="82944"/>
                  </a:lnTo>
                  <a:lnTo>
                    <a:pt x="1198821" y="67446"/>
                  </a:lnTo>
                  <a:lnTo>
                    <a:pt x="1109504" y="53605"/>
                  </a:lnTo>
                  <a:lnTo>
                    <a:pt x="1016402" y="41374"/>
                  </a:lnTo>
                  <a:lnTo>
                    <a:pt x="922106" y="30759"/>
                  </a:lnTo>
                  <a:lnTo>
                    <a:pt x="830177" y="21797"/>
                  </a:lnTo>
                  <a:lnTo>
                    <a:pt x="744841" y="14520"/>
                  </a:lnTo>
                  <a:lnTo>
                    <a:pt x="670393" y="8918"/>
                  </a:lnTo>
                  <a:lnTo>
                    <a:pt x="610377" y="4903"/>
                  </a:lnTo>
                  <a:lnTo>
                    <a:pt x="566775" y="2293"/>
                  </a:lnTo>
                  <a:lnTo>
                    <a:pt x="539465" y="824"/>
                  </a:lnTo>
                  <a:lnTo>
                    <a:pt x="526090" y="174"/>
                  </a:lnTo>
                  <a:lnTo>
                    <a:pt x="522285" y="6"/>
                  </a:lnTo>
                  <a:lnTo>
                    <a:pt x="5221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168" name="pl168"/>
            <p:cNvSpPr/>
            <p:nvPr/>
          </p:nvSpPr>
          <p:spPr>
            <a:xfrm>
              <a:off x="386606" y="2309332"/>
              <a:ext cx="8554953" cy="1756270"/>
            </a:xfrm>
            <a:custGeom>
              <a:avLst/>
              <a:pathLst>
                <a:path w="8554953" h="1756270">
                  <a:moveTo>
                    <a:pt x="0" y="0"/>
                  </a:moveTo>
                  <a:lnTo>
                    <a:pt x="522133" y="0"/>
                  </a:lnTo>
                  <a:lnTo>
                    <a:pt x="523354" y="51"/>
                  </a:lnTo>
                  <a:lnTo>
                    <a:pt x="531341" y="421"/>
                  </a:lnTo>
                  <a:lnTo>
                    <a:pt x="551337" y="1444"/>
                  </a:lnTo>
                  <a:lnTo>
                    <a:pt x="586730" y="3452"/>
                  </a:lnTo>
                  <a:lnTo>
                    <a:pt x="638757" y="6744"/>
                  </a:lnTo>
                  <a:lnTo>
                    <a:pt x="706435" y="11546"/>
                  </a:lnTo>
                  <a:lnTo>
                    <a:pt x="786900" y="17989"/>
                  </a:lnTo>
                  <a:lnTo>
                    <a:pt x="876120" y="26120"/>
                  </a:lnTo>
                  <a:lnTo>
                    <a:pt x="969744" y="35923"/>
                  </a:lnTo>
                  <a:lnTo>
                    <a:pt x="1063824" y="47359"/>
                  </a:lnTo>
                  <a:lnTo>
                    <a:pt x="1155271" y="60402"/>
                  </a:lnTo>
                  <a:lnTo>
                    <a:pt x="1242007" y="75071"/>
                  </a:lnTo>
                  <a:lnTo>
                    <a:pt x="1322899" y="91446"/>
                  </a:lnTo>
                  <a:lnTo>
                    <a:pt x="1397580" y="109675"/>
                  </a:lnTo>
                  <a:lnTo>
                    <a:pt x="1466244" y="129978"/>
                  </a:lnTo>
                  <a:lnTo>
                    <a:pt x="1529450" y="152638"/>
                  </a:lnTo>
                  <a:lnTo>
                    <a:pt x="1587977" y="177991"/>
                  </a:lnTo>
                  <a:lnTo>
                    <a:pt x="1642707" y="206405"/>
                  </a:lnTo>
                  <a:lnTo>
                    <a:pt x="1694545" y="238235"/>
                  </a:lnTo>
                  <a:lnTo>
                    <a:pt x="1744341" y="273756"/>
                  </a:lnTo>
                  <a:lnTo>
                    <a:pt x="1768425" y="292711"/>
                  </a:lnTo>
                  <a:lnTo>
                    <a:pt x="1812236" y="330080"/>
                  </a:lnTo>
                  <a:lnTo>
                    <a:pt x="1855621" y="370657"/>
                  </a:lnTo>
                  <a:lnTo>
                    <a:pt x="1898922" y="414503"/>
                  </a:lnTo>
                  <a:lnTo>
                    <a:pt x="1942389" y="461605"/>
                  </a:lnTo>
                  <a:lnTo>
                    <a:pt x="1986198" y="511866"/>
                  </a:lnTo>
                  <a:lnTo>
                    <a:pt x="2030452" y="565097"/>
                  </a:lnTo>
                  <a:lnTo>
                    <a:pt x="2075195" y="621021"/>
                  </a:lnTo>
                  <a:lnTo>
                    <a:pt x="2120411" y="679265"/>
                  </a:lnTo>
                  <a:lnTo>
                    <a:pt x="2166039" y="739375"/>
                  </a:lnTo>
                  <a:lnTo>
                    <a:pt x="2211977" y="800823"/>
                  </a:lnTo>
                  <a:lnTo>
                    <a:pt x="2258097" y="863032"/>
                  </a:lnTo>
                  <a:lnTo>
                    <a:pt x="2304253" y="925390"/>
                  </a:lnTo>
                  <a:lnTo>
                    <a:pt x="2350297" y="987281"/>
                  </a:lnTo>
                  <a:lnTo>
                    <a:pt x="2396090" y="1048108"/>
                  </a:lnTo>
                  <a:lnTo>
                    <a:pt x="2441516" y="1107317"/>
                  </a:lnTo>
                  <a:lnTo>
                    <a:pt x="2486493" y="1164416"/>
                  </a:lnTo>
                  <a:lnTo>
                    <a:pt x="2530982" y="1218991"/>
                  </a:lnTo>
                  <a:lnTo>
                    <a:pt x="2574997" y="1270719"/>
                  </a:lnTo>
                  <a:lnTo>
                    <a:pt x="2618612" y="1319368"/>
                  </a:lnTo>
                  <a:lnTo>
                    <a:pt x="2661967" y="1364796"/>
                  </a:lnTo>
                  <a:lnTo>
                    <a:pt x="2705274" y="1406953"/>
                  </a:lnTo>
                  <a:lnTo>
                    <a:pt x="2748831" y="1445863"/>
                  </a:lnTo>
                  <a:lnTo>
                    <a:pt x="2770117" y="1463558"/>
                  </a:lnTo>
                  <a:lnTo>
                    <a:pt x="2819178" y="1500950"/>
                  </a:lnTo>
                  <a:lnTo>
                    <a:pt x="2869907" y="1534579"/>
                  </a:lnTo>
                  <a:lnTo>
                    <a:pt x="2923097" y="1564640"/>
                  </a:lnTo>
                  <a:lnTo>
                    <a:pt x="2979634" y="1591459"/>
                  </a:lnTo>
                  <a:lnTo>
                    <a:pt x="3040421" y="1615406"/>
                  </a:lnTo>
                  <a:lnTo>
                    <a:pt x="3106300" y="1636835"/>
                  </a:lnTo>
                  <a:lnTo>
                    <a:pt x="3177957" y="1656057"/>
                  </a:lnTo>
                  <a:lnTo>
                    <a:pt x="3255785" y="1673326"/>
                  </a:lnTo>
                  <a:lnTo>
                    <a:pt x="3339722" y="1688823"/>
                  </a:lnTo>
                  <a:lnTo>
                    <a:pt x="3429038" y="1702664"/>
                  </a:lnTo>
                  <a:lnTo>
                    <a:pt x="3522140" y="1714895"/>
                  </a:lnTo>
                  <a:lnTo>
                    <a:pt x="3616436" y="1725510"/>
                  </a:lnTo>
                  <a:lnTo>
                    <a:pt x="3708366" y="1734472"/>
                  </a:lnTo>
                  <a:lnTo>
                    <a:pt x="3793701" y="1741749"/>
                  </a:lnTo>
                  <a:lnTo>
                    <a:pt x="3868150" y="1747351"/>
                  </a:lnTo>
                  <a:lnTo>
                    <a:pt x="3928165" y="1751366"/>
                  </a:lnTo>
                  <a:lnTo>
                    <a:pt x="3971767" y="1753976"/>
                  </a:lnTo>
                  <a:lnTo>
                    <a:pt x="3999077" y="1755445"/>
                  </a:lnTo>
                  <a:lnTo>
                    <a:pt x="4012452" y="1756095"/>
                  </a:lnTo>
                  <a:lnTo>
                    <a:pt x="4016257" y="1756264"/>
                  </a:lnTo>
                  <a:lnTo>
                    <a:pt x="4016409" y="1756270"/>
                  </a:lnTo>
                  <a:lnTo>
                    <a:pt x="4538543" y="1756270"/>
                  </a:lnTo>
                  <a:lnTo>
                    <a:pt x="4539789" y="1756233"/>
                  </a:lnTo>
                  <a:lnTo>
                    <a:pt x="4547939" y="1755975"/>
                  </a:lnTo>
                  <a:lnTo>
                    <a:pt x="4568328" y="1755259"/>
                  </a:lnTo>
                  <a:lnTo>
                    <a:pt x="4604380" y="1753854"/>
                  </a:lnTo>
                  <a:lnTo>
                    <a:pt x="4657302" y="1751552"/>
                  </a:lnTo>
                  <a:lnTo>
                    <a:pt x="4726020" y="1748198"/>
                  </a:lnTo>
                  <a:lnTo>
                    <a:pt x="4807550" y="1743701"/>
                  </a:lnTo>
                  <a:lnTo>
                    <a:pt x="4897742" y="1738031"/>
                  </a:lnTo>
                  <a:lnTo>
                    <a:pt x="4992157" y="1731201"/>
                  </a:lnTo>
                  <a:lnTo>
                    <a:pt x="5086808" y="1723239"/>
                  </a:lnTo>
                  <a:lnTo>
                    <a:pt x="5178607" y="1714161"/>
                  </a:lnTo>
                  <a:lnTo>
                    <a:pt x="5265508" y="1703950"/>
                  </a:lnTo>
                  <a:lnTo>
                    <a:pt x="5346424" y="1692548"/>
                  </a:lnTo>
                  <a:lnTo>
                    <a:pt x="5421040" y="1679846"/>
                  </a:lnTo>
                  <a:lnTo>
                    <a:pt x="5489596" y="1665685"/>
                  </a:lnTo>
                  <a:lnTo>
                    <a:pt x="5552692" y="1649865"/>
                  </a:lnTo>
                  <a:lnTo>
                    <a:pt x="5611140" y="1632145"/>
                  </a:lnTo>
                  <a:lnTo>
                    <a:pt x="5665848" y="1612268"/>
                  </a:lnTo>
                  <a:lnTo>
                    <a:pt x="5717738" y="1589991"/>
                  </a:lnTo>
                  <a:lnTo>
                    <a:pt x="5767662" y="1565132"/>
                  </a:lnTo>
                  <a:lnTo>
                    <a:pt x="5784835" y="1555795"/>
                  </a:lnTo>
                  <a:lnTo>
                    <a:pt x="5832816" y="1527635"/>
                  </a:lnTo>
                  <a:lnTo>
                    <a:pt x="5880329" y="1496829"/>
                  </a:lnTo>
                  <a:lnTo>
                    <a:pt x="5927803" y="1463333"/>
                  </a:lnTo>
                  <a:lnTo>
                    <a:pt x="5975546" y="1427176"/>
                  </a:lnTo>
                  <a:lnTo>
                    <a:pt x="6023754" y="1388472"/>
                  </a:lnTo>
                  <a:lnTo>
                    <a:pt x="6072531" y="1347427"/>
                  </a:lnTo>
                  <a:lnTo>
                    <a:pt x="6121889" y="1304336"/>
                  </a:lnTo>
                  <a:lnTo>
                    <a:pt x="6171772" y="1259581"/>
                  </a:lnTo>
                  <a:lnTo>
                    <a:pt x="6222059" y="1213620"/>
                  </a:lnTo>
                  <a:lnTo>
                    <a:pt x="6272586" y="1166967"/>
                  </a:lnTo>
                  <a:lnTo>
                    <a:pt x="6323164" y="1120171"/>
                  </a:lnTo>
                  <a:lnTo>
                    <a:pt x="6373598" y="1073785"/>
                  </a:lnTo>
                  <a:lnTo>
                    <a:pt x="6423708" y="1028345"/>
                  </a:lnTo>
                  <a:lnTo>
                    <a:pt x="6473350" y="984339"/>
                  </a:lnTo>
                  <a:lnTo>
                    <a:pt x="6522431" y="942192"/>
                  </a:lnTo>
                  <a:lnTo>
                    <a:pt x="6570926" y="902245"/>
                  </a:lnTo>
                  <a:lnTo>
                    <a:pt x="6618892" y="864750"/>
                  </a:lnTo>
                  <a:lnTo>
                    <a:pt x="6666474" y="829868"/>
                  </a:lnTo>
                  <a:lnTo>
                    <a:pt x="6713921" y="797670"/>
                  </a:lnTo>
                  <a:lnTo>
                    <a:pt x="6761598" y="768150"/>
                  </a:lnTo>
                  <a:lnTo>
                    <a:pt x="6786527" y="753897"/>
                  </a:lnTo>
                  <a:lnTo>
                    <a:pt x="6835940" y="728116"/>
                  </a:lnTo>
                  <a:lnTo>
                    <a:pt x="6887049" y="704948"/>
                  </a:lnTo>
                  <a:lnTo>
                    <a:pt x="6940666" y="684256"/>
                  </a:lnTo>
                  <a:lnTo>
                    <a:pt x="6997698" y="665810"/>
                  </a:lnTo>
                  <a:lnTo>
                    <a:pt x="7059065" y="649352"/>
                  </a:lnTo>
                  <a:lnTo>
                    <a:pt x="7125625" y="634635"/>
                  </a:lnTo>
                  <a:lnTo>
                    <a:pt x="7198067" y="621442"/>
                  </a:lnTo>
                  <a:lnTo>
                    <a:pt x="7276778" y="609599"/>
                  </a:lnTo>
                  <a:lnTo>
                    <a:pt x="7361660" y="598980"/>
                  </a:lnTo>
                  <a:lnTo>
                    <a:pt x="7451923" y="589508"/>
                  </a:lnTo>
                  <a:lnTo>
                    <a:pt x="7545873" y="581154"/>
                  </a:lnTo>
                  <a:lnTo>
                    <a:pt x="7640784" y="573925"/>
                  </a:lnTo>
                  <a:lnTo>
                    <a:pt x="7732952" y="567845"/>
                  </a:lnTo>
                  <a:lnTo>
                    <a:pt x="7818023" y="562938"/>
                  </a:lnTo>
                  <a:lnTo>
                    <a:pt x="7891650" y="559189"/>
                  </a:lnTo>
                  <a:lnTo>
                    <a:pt x="7950342" y="556533"/>
                  </a:lnTo>
                  <a:lnTo>
                    <a:pt x="7992290" y="554835"/>
                  </a:lnTo>
                  <a:lnTo>
                    <a:pt x="8017888" y="553904"/>
                  </a:lnTo>
                  <a:lnTo>
                    <a:pt x="8029812" y="553512"/>
                  </a:lnTo>
                  <a:lnTo>
                    <a:pt x="8032763" y="553424"/>
                  </a:lnTo>
                  <a:lnTo>
                    <a:pt x="8032819" y="553422"/>
                  </a:lnTo>
                  <a:lnTo>
                    <a:pt x="8554953" y="553422"/>
                  </a:lnTo>
                  <a:lnTo>
                    <a:pt x="8554953" y="553422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69" name="pl169"/>
            <p:cNvSpPr/>
            <p:nvPr/>
          </p:nvSpPr>
          <p:spPr>
            <a:xfrm>
              <a:off x="386606" y="2298038"/>
              <a:ext cx="8554953" cy="1756270"/>
            </a:xfrm>
            <a:custGeom>
              <a:avLst/>
              <a:pathLst>
                <a:path w="8554953" h="1756270">
                  <a:moveTo>
                    <a:pt x="8554953" y="553422"/>
                  </a:moveTo>
                  <a:lnTo>
                    <a:pt x="8032819" y="553422"/>
                  </a:lnTo>
                  <a:lnTo>
                    <a:pt x="8031573" y="553458"/>
                  </a:lnTo>
                  <a:lnTo>
                    <a:pt x="8023422" y="553717"/>
                  </a:lnTo>
                  <a:lnTo>
                    <a:pt x="8003034" y="554433"/>
                  </a:lnTo>
                  <a:lnTo>
                    <a:pt x="7966982" y="555838"/>
                  </a:lnTo>
                  <a:lnTo>
                    <a:pt x="7914060" y="558140"/>
                  </a:lnTo>
                  <a:lnTo>
                    <a:pt x="7845342" y="561494"/>
                  </a:lnTo>
                  <a:lnTo>
                    <a:pt x="7763812" y="565991"/>
                  </a:lnTo>
                  <a:lnTo>
                    <a:pt x="7673620" y="571661"/>
                  </a:lnTo>
                  <a:lnTo>
                    <a:pt x="7579205" y="578491"/>
                  </a:lnTo>
                  <a:lnTo>
                    <a:pt x="7484554" y="586453"/>
                  </a:lnTo>
                  <a:lnTo>
                    <a:pt x="7392755" y="595531"/>
                  </a:lnTo>
                  <a:lnTo>
                    <a:pt x="7305854" y="605742"/>
                  </a:lnTo>
                  <a:lnTo>
                    <a:pt x="7224938" y="617144"/>
                  </a:lnTo>
                  <a:lnTo>
                    <a:pt x="7150322" y="629846"/>
                  </a:lnTo>
                  <a:lnTo>
                    <a:pt x="7081766" y="644007"/>
                  </a:lnTo>
                  <a:lnTo>
                    <a:pt x="7018670" y="659827"/>
                  </a:lnTo>
                  <a:lnTo>
                    <a:pt x="6960222" y="677547"/>
                  </a:lnTo>
                  <a:lnTo>
                    <a:pt x="6905514" y="697424"/>
                  </a:lnTo>
                  <a:lnTo>
                    <a:pt x="6853624" y="719701"/>
                  </a:lnTo>
                  <a:lnTo>
                    <a:pt x="6803700" y="744560"/>
                  </a:lnTo>
                  <a:lnTo>
                    <a:pt x="6786527" y="753897"/>
                  </a:lnTo>
                  <a:lnTo>
                    <a:pt x="6738546" y="782057"/>
                  </a:lnTo>
                  <a:lnTo>
                    <a:pt x="6691033" y="812863"/>
                  </a:lnTo>
                  <a:lnTo>
                    <a:pt x="6643559" y="846359"/>
                  </a:lnTo>
                  <a:lnTo>
                    <a:pt x="6595816" y="882516"/>
                  </a:lnTo>
                  <a:lnTo>
                    <a:pt x="6547608" y="921220"/>
                  </a:lnTo>
                  <a:lnTo>
                    <a:pt x="6498831" y="962265"/>
                  </a:lnTo>
                  <a:lnTo>
                    <a:pt x="6449472" y="1005356"/>
                  </a:lnTo>
                  <a:lnTo>
                    <a:pt x="6399590" y="1050111"/>
                  </a:lnTo>
                  <a:lnTo>
                    <a:pt x="6349303" y="1096072"/>
                  </a:lnTo>
                  <a:lnTo>
                    <a:pt x="6298776" y="1142725"/>
                  </a:lnTo>
                  <a:lnTo>
                    <a:pt x="6248198" y="1189521"/>
                  </a:lnTo>
                  <a:lnTo>
                    <a:pt x="6197764" y="1235907"/>
                  </a:lnTo>
                  <a:lnTo>
                    <a:pt x="6147654" y="1281347"/>
                  </a:lnTo>
                  <a:lnTo>
                    <a:pt x="6098012" y="1325353"/>
                  </a:lnTo>
                  <a:lnTo>
                    <a:pt x="6048931" y="1367500"/>
                  </a:lnTo>
                  <a:lnTo>
                    <a:pt x="6000436" y="1407447"/>
                  </a:lnTo>
                  <a:lnTo>
                    <a:pt x="5952470" y="1444942"/>
                  </a:lnTo>
                  <a:lnTo>
                    <a:pt x="5904888" y="1479824"/>
                  </a:lnTo>
                  <a:lnTo>
                    <a:pt x="5857441" y="1512022"/>
                  </a:lnTo>
                  <a:lnTo>
                    <a:pt x="5809764" y="1541542"/>
                  </a:lnTo>
                  <a:lnTo>
                    <a:pt x="5784835" y="1555795"/>
                  </a:lnTo>
                  <a:lnTo>
                    <a:pt x="5735422" y="1581576"/>
                  </a:lnTo>
                  <a:lnTo>
                    <a:pt x="5684313" y="1604744"/>
                  </a:lnTo>
                  <a:lnTo>
                    <a:pt x="5630695" y="1625436"/>
                  </a:lnTo>
                  <a:lnTo>
                    <a:pt x="5573664" y="1643882"/>
                  </a:lnTo>
                  <a:lnTo>
                    <a:pt x="5512297" y="1660340"/>
                  </a:lnTo>
                  <a:lnTo>
                    <a:pt x="5445737" y="1675057"/>
                  </a:lnTo>
                  <a:lnTo>
                    <a:pt x="5373295" y="1688250"/>
                  </a:lnTo>
                  <a:lnTo>
                    <a:pt x="5294584" y="1700093"/>
                  </a:lnTo>
                  <a:lnTo>
                    <a:pt x="5209702" y="1710712"/>
                  </a:lnTo>
                  <a:lnTo>
                    <a:pt x="5119439" y="1720184"/>
                  </a:lnTo>
                  <a:lnTo>
                    <a:pt x="5025489" y="1728538"/>
                  </a:lnTo>
                  <a:lnTo>
                    <a:pt x="4930578" y="1735767"/>
                  </a:lnTo>
                  <a:lnTo>
                    <a:pt x="4838410" y="1741847"/>
                  </a:lnTo>
                  <a:lnTo>
                    <a:pt x="4753339" y="1746754"/>
                  </a:lnTo>
                  <a:lnTo>
                    <a:pt x="4679712" y="1750502"/>
                  </a:lnTo>
                  <a:lnTo>
                    <a:pt x="4621020" y="1753159"/>
                  </a:lnTo>
                  <a:lnTo>
                    <a:pt x="4579072" y="1754857"/>
                  </a:lnTo>
                  <a:lnTo>
                    <a:pt x="4553474" y="1755788"/>
                  </a:lnTo>
                  <a:lnTo>
                    <a:pt x="4541550" y="1756180"/>
                  </a:lnTo>
                  <a:lnTo>
                    <a:pt x="4538598" y="1756268"/>
                  </a:lnTo>
                  <a:lnTo>
                    <a:pt x="4538543" y="1756270"/>
                  </a:lnTo>
                  <a:lnTo>
                    <a:pt x="4016409" y="1756270"/>
                  </a:lnTo>
                  <a:lnTo>
                    <a:pt x="4015189" y="1756218"/>
                  </a:lnTo>
                  <a:lnTo>
                    <a:pt x="4007201" y="1755848"/>
                  </a:lnTo>
                  <a:lnTo>
                    <a:pt x="3987206" y="1754826"/>
                  </a:lnTo>
                  <a:lnTo>
                    <a:pt x="3951813" y="1752817"/>
                  </a:lnTo>
                  <a:lnTo>
                    <a:pt x="3899785" y="1749525"/>
                  </a:lnTo>
                  <a:lnTo>
                    <a:pt x="3832107" y="1744724"/>
                  </a:lnTo>
                  <a:lnTo>
                    <a:pt x="3751642" y="1738280"/>
                  </a:lnTo>
                  <a:lnTo>
                    <a:pt x="3662422" y="1730149"/>
                  </a:lnTo>
                  <a:lnTo>
                    <a:pt x="3568799" y="1720346"/>
                  </a:lnTo>
                  <a:lnTo>
                    <a:pt x="3474719" y="1708910"/>
                  </a:lnTo>
                  <a:lnTo>
                    <a:pt x="3383271" y="1695867"/>
                  </a:lnTo>
                  <a:lnTo>
                    <a:pt x="3296535" y="1681198"/>
                  </a:lnTo>
                  <a:lnTo>
                    <a:pt x="3215644" y="1664823"/>
                  </a:lnTo>
                  <a:lnTo>
                    <a:pt x="3140962" y="1646594"/>
                  </a:lnTo>
                  <a:lnTo>
                    <a:pt x="3072298" y="1626291"/>
                  </a:lnTo>
                  <a:lnTo>
                    <a:pt x="3009092" y="1603631"/>
                  </a:lnTo>
                  <a:lnTo>
                    <a:pt x="2950566" y="1578278"/>
                  </a:lnTo>
                  <a:lnTo>
                    <a:pt x="2895835" y="1549864"/>
                  </a:lnTo>
                  <a:lnTo>
                    <a:pt x="2843997" y="1518034"/>
                  </a:lnTo>
                  <a:lnTo>
                    <a:pt x="2794201" y="1482513"/>
                  </a:lnTo>
                  <a:lnTo>
                    <a:pt x="2770117" y="1463558"/>
                  </a:lnTo>
                  <a:lnTo>
                    <a:pt x="2726306" y="1426189"/>
                  </a:lnTo>
                  <a:lnTo>
                    <a:pt x="2682921" y="1385612"/>
                  </a:lnTo>
                  <a:lnTo>
                    <a:pt x="2639620" y="1341766"/>
                  </a:lnTo>
                  <a:lnTo>
                    <a:pt x="2596153" y="1294664"/>
                  </a:lnTo>
                  <a:lnTo>
                    <a:pt x="2552345" y="1244404"/>
                  </a:lnTo>
                  <a:lnTo>
                    <a:pt x="2508090" y="1191172"/>
                  </a:lnTo>
                  <a:lnTo>
                    <a:pt x="2463348" y="1135248"/>
                  </a:lnTo>
                  <a:lnTo>
                    <a:pt x="2418131" y="1077004"/>
                  </a:lnTo>
                  <a:lnTo>
                    <a:pt x="2372503" y="1016895"/>
                  </a:lnTo>
                  <a:lnTo>
                    <a:pt x="2326565" y="955446"/>
                  </a:lnTo>
                  <a:lnTo>
                    <a:pt x="2280445" y="893237"/>
                  </a:lnTo>
                  <a:lnTo>
                    <a:pt x="2234289" y="830879"/>
                  </a:lnTo>
                  <a:lnTo>
                    <a:pt x="2188245" y="768988"/>
                  </a:lnTo>
                  <a:lnTo>
                    <a:pt x="2142452" y="708161"/>
                  </a:lnTo>
                  <a:lnTo>
                    <a:pt x="2097026" y="648952"/>
                  </a:lnTo>
                  <a:lnTo>
                    <a:pt x="2052050" y="591853"/>
                  </a:lnTo>
                  <a:lnTo>
                    <a:pt x="2007560" y="537278"/>
                  </a:lnTo>
                  <a:lnTo>
                    <a:pt x="1963545" y="485550"/>
                  </a:lnTo>
                  <a:lnTo>
                    <a:pt x="1919930" y="436902"/>
                  </a:lnTo>
                  <a:lnTo>
                    <a:pt x="1876575" y="391473"/>
                  </a:lnTo>
                  <a:lnTo>
                    <a:pt x="1833268" y="349316"/>
                  </a:lnTo>
                  <a:lnTo>
                    <a:pt x="1789711" y="310406"/>
                  </a:lnTo>
                  <a:lnTo>
                    <a:pt x="1768425" y="292711"/>
                  </a:lnTo>
                  <a:lnTo>
                    <a:pt x="1719364" y="255320"/>
                  </a:lnTo>
                  <a:lnTo>
                    <a:pt x="1668635" y="221690"/>
                  </a:lnTo>
                  <a:lnTo>
                    <a:pt x="1615445" y="191630"/>
                  </a:lnTo>
                  <a:lnTo>
                    <a:pt x="1558909" y="164810"/>
                  </a:lnTo>
                  <a:lnTo>
                    <a:pt x="1498122" y="140863"/>
                  </a:lnTo>
                  <a:lnTo>
                    <a:pt x="1432242" y="119435"/>
                  </a:lnTo>
                  <a:lnTo>
                    <a:pt x="1360586" y="100212"/>
                  </a:lnTo>
                  <a:lnTo>
                    <a:pt x="1282757" y="82944"/>
                  </a:lnTo>
                  <a:lnTo>
                    <a:pt x="1198821" y="67446"/>
                  </a:lnTo>
                  <a:lnTo>
                    <a:pt x="1109504" y="53605"/>
                  </a:lnTo>
                  <a:lnTo>
                    <a:pt x="1016402" y="41374"/>
                  </a:lnTo>
                  <a:lnTo>
                    <a:pt x="922106" y="30759"/>
                  </a:lnTo>
                  <a:lnTo>
                    <a:pt x="830177" y="21797"/>
                  </a:lnTo>
                  <a:lnTo>
                    <a:pt x="744841" y="14520"/>
                  </a:lnTo>
                  <a:lnTo>
                    <a:pt x="670393" y="8918"/>
                  </a:lnTo>
                  <a:lnTo>
                    <a:pt x="610377" y="4903"/>
                  </a:lnTo>
                  <a:lnTo>
                    <a:pt x="566775" y="2293"/>
                  </a:lnTo>
                  <a:lnTo>
                    <a:pt x="539465" y="824"/>
                  </a:lnTo>
                  <a:lnTo>
                    <a:pt x="526090" y="174"/>
                  </a:lnTo>
                  <a:lnTo>
                    <a:pt x="522285" y="6"/>
                  </a:lnTo>
                  <a:lnTo>
                    <a:pt x="522133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70" name="pg170"/>
            <p:cNvSpPr/>
            <p:nvPr/>
          </p:nvSpPr>
          <p:spPr>
            <a:xfrm>
              <a:off x="386606" y="2309332"/>
              <a:ext cx="8554953" cy="1761917"/>
            </a:xfrm>
            <a:custGeom>
              <a:avLst/>
              <a:pathLst>
                <a:path w="8554953" h="1761917">
                  <a:moveTo>
                    <a:pt x="0" y="5647"/>
                  </a:moveTo>
                  <a:lnTo>
                    <a:pt x="522133" y="5647"/>
                  </a:lnTo>
                  <a:lnTo>
                    <a:pt x="523354" y="5698"/>
                  </a:lnTo>
                  <a:lnTo>
                    <a:pt x="531341" y="6068"/>
                  </a:lnTo>
                  <a:lnTo>
                    <a:pt x="551337" y="7091"/>
                  </a:lnTo>
                  <a:lnTo>
                    <a:pt x="586730" y="9099"/>
                  </a:lnTo>
                  <a:lnTo>
                    <a:pt x="638757" y="12392"/>
                  </a:lnTo>
                  <a:lnTo>
                    <a:pt x="706435" y="17193"/>
                  </a:lnTo>
                  <a:lnTo>
                    <a:pt x="786900" y="23636"/>
                  </a:lnTo>
                  <a:lnTo>
                    <a:pt x="876120" y="31767"/>
                  </a:lnTo>
                  <a:lnTo>
                    <a:pt x="969744" y="41571"/>
                  </a:lnTo>
                  <a:lnTo>
                    <a:pt x="1063824" y="53006"/>
                  </a:lnTo>
                  <a:lnTo>
                    <a:pt x="1155271" y="66049"/>
                  </a:lnTo>
                  <a:lnTo>
                    <a:pt x="1242007" y="80718"/>
                  </a:lnTo>
                  <a:lnTo>
                    <a:pt x="1322899" y="97093"/>
                  </a:lnTo>
                  <a:lnTo>
                    <a:pt x="1397580" y="115322"/>
                  </a:lnTo>
                  <a:lnTo>
                    <a:pt x="1466244" y="135625"/>
                  </a:lnTo>
                  <a:lnTo>
                    <a:pt x="1529450" y="158285"/>
                  </a:lnTo>
                  <a:lnTo>
                    <a:pt x="1587977" y="183639"/>
                  </a:lnTo>
                  <a:lnTo>
                    <a:pt x="1642707" y="212052"/>
                  </a:lnTo>
                  <a:lnTo>
                    <a:pt x="1694545" y="243883"/>
                  </a:lnTo>
                  <a:lnTo>
                    <a:pt x="1744341" y="279404"/>
                  </a:lnTo>
                  <a:lnTo>
                    <a:pt x="1768425" y="298358"/>
                  </a:lnTo>
                  <a:lnTo>
                    <a:pt x="1812236" y="335727"/>
                  </a:lnTo>
                  <a:lnTo>
                    <a:pt x="1855621" y="376304"/>
                  </a:lnTo>
                  <a:lnTo>
                    <a:pt x="1898922" y="420151"/>
                  </a:lnTo>
                  <a:lnTo>
                    <a:pt x="1942389" y="467252"/>
                  </a:lnTo>
                  <a:lnTo>
                    <a:pt x="1986198" y="517513"/>
                  </a:lnTo>
                  <a:lnTo>
                    <a:pt x="2030452" y="570745"/>
                  </a:lnTo>
                  <a:lnTo>
                    <a:pt x="2075195" y="626668"/>
                  </a:lnTo>
                  <a:lnTo>
                    <a:pt x="2120411" y="684912"/>
                  </a:lnTo>
                  <a:lnTo>
                    <a:pt x="2166039" y="745022"/>
                  </a:lnTo>
                  <a:lnTo>
                    <a:pt x="2211977" y="806470"/>
                  </a:lnTo>
                  <a:lnTo>
                    <a:pt x="2258097" y="868679"/>
                  </a:lnTo>
                  <a:lnTo>
                    <a:pt x="2304253" y="931037"/>
                  </a:lnTo>
                  <a:lnTo>
                    <a:pt x="2350297" y="992928"/>
                  </a:lnTo>
                  <a:lnTo>
                    <a:pt x="2396090" y="1053756"/>
                  </a:lnTo>
                  <a:lnTo>
                    <a:pt x="2441516" y="1112964"/>
                  </a:lnTo>
                  <a:lnTo>
                    <a:pt x="2486493" y="1170063"/>
                  </a:lnTo>
                  <a:lnTo>
                    <a:pt x="2530982" y="1224638"/>
                  </a:lnTo>
                  <a:lnTo>
                    <a:pt x="2574997" y="1276366"/>
                  </a:lnTo>
                  <a:lnTo>
                    <a:pt x="2618612" y="1325015"/>
                  </a:lnTo>
                  <a:lnTo>
                    <a:pt x="2661967" y="1370444"/>
                  </a:lnTo>
                  <a:lnTo>
                    <a:pt x="2705274" y="1412600"/>
                  </a:lnTo>
                  <a:lnTo>
                    <a:pt x="2748831" y="1451510"/>
                  </a:lnTo>
                  <a:lnTo>
                    <a:pt x="2770117" y="1469205"/>
                  </a:lnTo>
                  <a:lnTo>
                    <a:pt x="2819178" y="1506597"/>
                  </a:lnTo>
                  <a:lnTo>
                    <a:pt x="2869907" y="1540226"/>
                  </a:lnTo>
                  <a:lnTo>
                    <a:pt x="2923097" y="1570287"/>
                  </a:lnTo>
                  <a:lnTo>
                    <a:pt x="2979634" y="1597106"/>
                  </a:lnTo>
                  <a:lnTo>
                    <a:pt x="3040421" y="1621053"/>
                  </a:lnTo>
                  <a:lnTo>
                    <a:pt x="3106300" y="1642482"/>
                  </a:lnTo>
                  <a:lnTo>
                    <a:pt x="3177957" y="1661704"/>
                  </a:lnTo>
                  <a:lnTo>
                    <a:pt x="3255785" y="1678973"/>
                  </a:lnTo>
                  <a:lnTo>
                    <a:pt x="3339722" y="1694471"/>
                  </a:lnTo>
                  <a:lnTo>
                    <a:pt x="3429038" y="1708312"/>
                  </a:lnTo>
                  <a:lnTo>
                    <a:pt x="3522140" y="1720543"/>
                  </a:lnTo>
                  <a:lnTo>
                    <a:pt x="3616436" y="1731157"/>
                  </a:lnTo>
                  <a:lnTo>
                    <a:pt x="3708366" y="1740119"/>
                  </a:lnTo>
                  <a:lnTo>
                    <a:pt x="3793701" y="1747396"/>
                  </a:lnTo>
                  <a:lnTo>
                    <a:pt x="3868150" y="1752998"/>
                  </a:lnTo>
                  <a:lnTo>
                    <a:pt x="3928165" y="1757013"/>
                  </a:lnTo>
                  <a:lnTo>
                    <a:pt x="3971767" y="1759623"/>
                  </a:lnTo>
                  <a:lnTo>
                    <a:pt x="3999077" y="1761093"/>
                  </a:lnTo>
                  <a:lnTo>
                    <a:pt x="4012452" y="1761743"/>
                  </a:lnTo>
                  <a:lnTo>
                    <a:pt x="4016257" y="1761911"/>
                  </a:lnTo>
                  <a:lnTo>
                    <a:pt x="4016409" y="1761917"/>
                  </a:lnTo>
                  <a:lnTo>
                    <a:pt x="4538543" y="1761917"/>
                  </a:lnTo>
                  <a:lnTo>
                    <a:pt x="4539799" y="1761889"/>
                  </a:lnTo>
                  <a:lnTo>
                    <a:pt x="4548013" y="1761692"/>
                  </a:lnTo>
                  <a:lnTo>
                    <a:pt x="4568556" y="1761147"/>
                  </a:lnTo>
                  <a:lnTo>
                    <a:pt x="4604866" y="1760076"/>
                  </a:lnTo>
                  <a:lnTo>
                    <a:pt x="4658136" y="1758322"/>
                  </a:lnTo>
                  <a:lnTo>
                    <a:pt x="4727259" y="1755767"/>
                  </a:lnTo>
                  <a:lnTo>
                    <a:pt x="4809202" y="1752343"/>
                  </a:lnTo>
                  <a:lnTo>
                    <a:pt x="4899768" y="1748028"/>
                  </a:lnTo>
                  <a:lnTo>
                    <a:pt x="4994487" y="1742831"/>
                  </a:lnTo>
                  <a:lnTo>
                    <a:pt x="5089355" y="1736774"/>
                  </a:lnTo>
                  <a:lnTo>
                    <a:pt x="5181287" y="1729869"/>
                  </a:lnTo>
                  <a:lnTo>
                    <a:pt x="5268249" y="1722103"/>
                  </a:lnTo>
                  <a:lnTo>
                    <a:pt x="5349171" y="1713429"/>
                  </a:lnTo>
                  <a:lnTo>
                    <a:pt x="5423760" y="1703764"/>
                  </a:lnTo>
                  <a:lnTo>
                    <a:pt x="5492273" y="1692985"/>
                  </a:lnTo>
                  <a:lnTo>
                    <a:pt x="5555327" y="1680937"/>
                  </a:lnTo>
                  <a:lnTo>
                    <a:pt x="5613746" y="1667437"/>
                  </a:lnTo>
                  <a:lnTo>
                    <a:pt x="5668449" y="1652290"/>
                  </a:lnTo>
                  <a:lnTo>
                    <a:pt x="5720361" y="1635309"/>
                  </a:lnTo>
                  <a:lnTo>
                    <a:pt x="5770338" y="1616362"/>
                  </a:lnTo>
                  <a:lnTo>
                    <a:pt x="5784835" y="1610384"/>
                  </a:lnTo>
                  <a:lnTo>
                    <a:pt x="5835050" y="1588052"/>
                  </a:lnTo>
                  <a:lnTo>
                    <a:pt x="5884775" y="1563527"/>
                  </a:lnTo>
                  <a:lnTo>
                    <a:pt x="5934495" y="1536772"/>
                  </a:lnTo>
                  <a:lnTo>
                    <a:pt x="5984544" y="1507823"/>
                  </a:lnTo>
                  <a:lnTo>
                    <a:pt x="6035133" y="1476791"/>
                  </a:lnTo>
                  <a:lnTo>
                    <a:pt x="6086354" y="1443870"/>
                  </a:lnTo>
                  <a:lnTo>
                    <a:pt x="6138203" y="1409338"/>
                  </a:lnTo>
                  <a:lnTo>
                    <a:pt x="6190589" y="1373545"/>
                  </a:lnTo>
                  <a:lnTo>
                    <a:pt x="6243355" y="1336910"/>
                  </a:lnTo>
                  <a:lnTo>
                    <a:pt x="6296299" y="1299890"/>
                  </a:lnTo>
                  <a:lnTo>
                    <a:pt x="6349198" y="1262967"/>
                  </a:lnTo>
                  <a:lnTo>
                    <a:pt x="6401834" y="1226616"/>
                  </a:lnTo>
                  <a:lnTo>
                    <a:pt x="6454020" y="1191282"/>
                  </a:lnTo>
                  <a:lnTo>
                    <a:pt x="6505624" y="1157358"/>
                  </a:lnTo>
                  <a:lnTo>
                    <a:pt x="6556587" y="1125166"/>
                  </a:lnTo>
                  <a:lnTo>
                    <a:pt x="6606942" y="1094950"/>
                  </a:lnTo>
                  <a:lnTo>
                    <a:pt x="6656827" y="1066872"/>
                  </a:lnTo>
                  <a:lnTo>
                    <a:pt x="6706501" y="1041011"/>
                  </a:lnTo>
                  <a:lnTo>
                    <a:pt x="6756355" y="1017373"/>
                  </a:lnTo>
                  <a:lnTo>
                    <a:pt x="6786527" y="1004255"/>
                  </a:lnTo>
                  <a:lnTo>
                    <a:pt x="6836076" y="984718"/>
                  </a:lnTo>
                  <a:lnTo>
                    <a:pt x="6887333" y="967166"/>
                  </a:lnTo>
                  <a:lnTo>
                    <a:pt x="6941117" y="951495"/>
                  </a:lnTo>
                  <a:lnTo>
                    <a:pt x="6998341" y="937529"/>
                  </a:lnTo>
                  <a:lnTo>
                    <a:pt x="7059934" y="925073"/>
                  </a:lnTo>
                  <a:lnTo>
                    <a:pt x="7126759" y="913937"/>
                  </a:lnTo>
                  <a:lnTo>
                    <a:pt x="7199507" y="903956"/>
                  </a:lnTo>
                  <a:lnTo>
                    <a:pt x="7278562" y="895000"/>
                  </a:lnTo>
                  <a:lnTo>
                    <a:pt x="7363812" y="886972"/>
                  </a:lnTo>
                  <a:lnTo>
                    <a:pt x="7454441" y="879816"/>
                  </a:lnTo>
                  <a:lnTo>
                    <a:pt x="7548716" y="873508"/>
                  </a:lnTo>
                  <a:lnTo>
                    <a:pt x="7643860" y="868055"/>
                  </a:lnTo>
                  <a:lnTo>
                    <a:pt x="7736109" y="863478"/>
                  </a:lnTo>
                  <a:lnTo>
                    <a:pt x="7821064" y="859791"/>
                  </a:lnTo>
                  <a:lnTo>
                    <a:pt x="7894357" y="856984"/>
                  </a:lnTo>
                  <a:lnTo>
                    <a:pt x="7952522" y="855004"/>
                  </a:lnTo>
                  <a:lnTo>
                    <a:pt x="7993822" y="853746"/>
                  </a:lnTo>
                  <a:lnTo>
                    <a:pt x="8018759" y="853064"/>
                  </a:lnTo>
                  <a:lnTo>
                    <a:pt x="8030136" y="852783"/>
                  </a:lnTo>
                  <a:lnTo>
                    <a:pt x="8032819" y="852722"/>
                  </a:lnTo>
                  <a:lnTo>
                    <a:pt x="8554953" y="852722"/>
                  </a:lnTo>
                  <a:lnTo>
                    <a:pt x="8554953" y="847075"/>
                  </a:lnTo>
                  <a:lnTo>
                    <a:pt x="8032819" y="847075"/>
                  </a:lnTo>
                  <a:lnTo>
                    <a:pt x="8031563" y="847103"/>
                  </a:lnTo>
                  <a:lnTo>
                    <a:pt x="8023349" y="847300"/>
                  </a:lnTo>
                  <a:lnTo>
                    <a:pt x="8002806" y="847845"/>
                  </a:lnTo>
                  <a:lnTo>
                    <a:pt x="7966496" y="848916"/>
                  </a:lnTo>
                  <a:lnTo>
                    <a:pt x="7913226" y="850670"/>
                  </a:lnTo>
                  <a:lnTo>
                    <a:pt x="7844103" y="853225"/>
                  </a:lnTo>
                  <a:lnTo>
                    <a:pt x="7762160" y="856649"/>
                  </a:lnTo>
                  <a:lnTo>
                    <a:pt x="7671593" y="860964"/>
                  </a:lnTo>
                  <a:lnTo>
                    <a:pt x="7576875" y="866161"/>
                  </a:lnTo>
                  <a:lnTo>
                    <a:pt x="7482006" y="872218"/>
                  </a:lnTo>
                  <a:lnTo>
                    <a:pt x="7390074" y="879123"/>
                  </a:lnTo>
                  <a:lnTo>
                    <a:pt x="7303113" y="886889"/>
                  </a:lnTo>
                  <a:lnTo>
                    <a:pt x="7222191" y="895563"/>
                  </a:lnTo>
                  <a:lnTo>
                    <a:pt x="7147602" y="905228"/>
                  </a:lnTo>
                  <a:lnTo>
                    <a:pt x="7079089" y="916007"/>
                  </a:lnTo>
                  <a:lnTo>
                    <a:pt x="7016035" y="928055"/>
                  </a:lnTo>
                  <a:lnTo>
                    <a:pt x="6957616" y="941555"/>
                  </a:lnTo>
                  <a:lnTo>
                    <a:pt x="6902913" y="956702"/>
                  </a:lnTo>
                  <a:lnTo>
                    <a:pt x="6851001" y="973683"/>
                  </a:lnTo>
                  <a:lnTo>
                    <a:pt x="6801024" y="992630"/>
                  </a:lnTo>
                  <a:lnTo>
                    <a:pt x="6786527" y="998608"/>
                  </a:lnTo>
                  <a:lnTo>
                    <a:pt x="6736312" y="1020940"/>
                  </a:lnTo>
                  <a:lnTo>
                    <a:pt x="6686587" y="1045465"/>
                  </a:lnTo>
                  <a:lnTo>
                    <a:pt x="6636867" y="1072220"/>
                  </a:lnTo>
                  <a:lnTo>
                    <a:pt x="6586818" y="1101169"/>
                  </a:lnTo>
                  <a:lnTo>
                    <a:pt x="6536229" y="1132201"/>
                  </a:lnTo>
                  <a:lnTo>
                    <a:pt x="6485008" y="1165122"/>
                  </a:lnTo>
                  <a:lnTo>
                    <a:pt x="6433159" y="1199655"/>
                  </a:lnTo>
                  <a:lnTo>
                    <a:pt x="6380773" y="1235447"/>
                  </a:lnTo>
                  <a:lnTo>
                    <a:pt x="6328007" y="1272083"/>
                  </a:lnTo>
                  <a:lnTo>
                    <a:pt x="6275063" y="1309102"/>
                  </a:lnTo>
                  <a:lnTo>
                    <a:pt x="6222164" y="1346025"/>
                  </a:lnTo>
                  <a:lnTo>
                    <a:pt x="6169528" y="1382376"/>
                  </a:lnTo>
                  <a:lnTo>
                    <a:pt x="6117342" y="1417710"/>
                  </a:lnTo>
                  <a:lnTo>
                    <a:pt x="6065738" y="1451634"/>
                  </a:lnTo>
                  <a:lnTo>
                    <a:pt x="6014775" y="1483826"/>
                  </a:lnTo>
                  <a:lnTo>
                    <a:pt x="5964420" y="1514042"/>
                  </a:lnTo>
                  <a:lnTo>
                    <a:pt x="5914535" y="1542120"/>
                  </a:lnTo>
                  <a:lnTo>
                    <a:pt x="5864861" y="1567981"/>
                  </a:lnTo>
                  <a:lnTo>
                    <a:pt x="5815007" y="1591619"/>
                  </a:lnTo>
                  <a:lnTo>
                    <a:pt x="5784835" y="1604737"/>
                  </a:lnTo>
                  <a:lnTo>
                    <a:pt x="5735286" y="1624274"/>
                  </a:lnTo>
                  <a:lnTo>
                    <a:pt x="5684029" y="1641826"/>
                  </a:lnTo>
                  <a:lnTo>
                    <a:pt x="5630245" y="1657497"/>
                  </a:lnTo>
                  <a:lnTo>
                    <a:pt x="5573021" y="1671463"/>
                  </a:lnTo>
                  <a:lnTo>
                    <a:pt x="5511428" y="1683919"/>
                  </a:lnTo>
                  <a:lnTo>
                    <a:pt x="5444603" y="1695055"/>
                  </a:lnTo>
                  <a:lnTo>
                    <a:pt x="5371854" y="1705036"/>
                  </a:lnTo>
                  <a:lnTo>
                    <a:pt x="5292800" y="1713992"/>
                  </a:lnTo>
                  <a:lnTo>
                    <a:pt x="5207550" y="1722020"/>
                  </a:lnTo>
                  <a:lnTo>
                    <a:pt x="5116921" y="1729176"/>
                  </a:lnTo>
                  <a:lnTo>
                    <a:pt x="5022646" y="1735484"/>
                  </a:lnTo>
                  <a:lnTo>
                    <a:pt x="4927502" y="1740937"/>
                  </a:lnTo>
                  <a:lnTo>
                    <a:pt x="4835253" y="1745514"/>
                  </a:lnTo>
                  <a:lnTo>
                    <a:pt x="4750298" y="1749201"/>
                  </a:lnTo>
                  <a:lnTo>
                    <a:pt x="4677005" y="1752008"/>
                  </a:lnTo>
                  <a:lnTo>
                    <a:pt x="4618840" y="1753988"/>
                  </a:lnTo>
                  <a:lnTo>
                    <a:pt x="4577540" y="1755246"/>
                  </a:lnTo>
                  <a:lnTo>
                    <a:pt x="4552603" y="1755928"/>
                  </a:lnTo>
                  <a:lnTo>
                    <a:pt x="4541226" y="1756209"/>
                  </a:lnTo>
                  <a:lnTo>
                    <a:pt x="4538543" y="1756270"/>
                  </a:lnTo>
                  <a:lnTo>
                    <a:pt x="4016409" y="1756270"/>
                  </a:lnTo>
                  <a:lnTo>
                    <a:pt x="4015189" y="1756218"/>
                  </a:lnTo>
                  <a:lnTo>
                    <a:pt x="4007201" y="1755848"/>
                  </a:lnTo>
                  <a:lnTo>
                    <a:pt x="3987206" y="1754826"/>
                  </a:lnTo>
                  <a:lnTo>
                    <a:pt x="3951813" y="1752817"/>
                  </a:lnTo>
                  <a:lnTo>
                    <a:pt x="3899785" y="1749525"/>
                  </a:lnTo>
                  <a:lnTo>
                    <a:pt x="3832107" y="1744724"/>
                  </a:lnTo>
                  <a:lnTo>
                    <a:pt x="3751642" y="1738280"/>
                  </a:lnTo>
                  <a:lnTo>
                    <a:pt x="3662422" y="1730149"/>
                  </a:lnTo>
                  <a:lnTo>
                    <a:pt x="3568799" y="1720346"/>
                  </a:lnTo>
                  <a:lnTo>
                    <a:pt x="3474719" y="1708910"/>
                  </a:lnTo>
                  <a:lnTo>
                    <a:pt x="3383271" y="1695867"/>
                  </a:lnTo>
                  <a:lnTo>
                    <a:pt x="3296535" y="1681198"/>
                  </a:lnTo>
                  <a:lnTo>
                    <a:pt x="3215644" y="1664823"/>
                  </a:lnTo>
                  <a:lnTo>
                    <a:pt x="3140962" y="1646594"/>
                  </a:lnTo>
                  <a:lnTo>
                    <a:pt x="3072298" y="1626291"/>
                  </a:lnTo>
                  <a:lnTo>
                    <a:pt x="3009092" y="1603631"/>
                  </a:lnTo>
                  <a:lnTo>
                    <a:pt x="2950566" y="1578278"/>
                  </a:lnTo>
                  <a:lnTo>
                    <a:pt x="2895835" y="1549864"/>
                  </a:lnTo>
                  <a:lnTo>
                    <a:pt x="2843997" y="1518034"/>
                  </a:lnTo>
                  <a:lnTo>
                    <a:pt x="2794201" y="1482513"/>
                  </a:lnTo>
                  <a:lnTo>
                    <a:pt x="2770117" y="1463558"/>
                  </a:lnTo>
                  <a:lnTo>
                    <a:pt x="2726306" y="1426189"/>
                  </a:lnTo>
                  <a:lnTo>
                    <a:pt x="2682921" y="1385612"/>
                  </a:lnTo>
                  <a:lnTo>
                    <a:pt x="2639620" y="1341766"/>
                  </a:lnTo>
                  <a:lnTo>
                    <a:pt x="2596153" y="1294664"/>
                  </a:lnTo>
                  <a:lnTo>
                    <a:pt x="2552345" y="1244404"/>
                  </a:lnTo>
                  <a:lnTo>
                    <a:pt x="2508090" y="1191172"/>
                  </a:lnTo>
                  <a:lnTo>
                    <a:pt x="2463348" y="1135248"/>
                  </a:lnTo>
                  <a:lnTo>
                    <a:pt x="2418131" y="1077004"/>
                  </a:lnTo>
                  <a:lnTo>
                    <a:pt x="2372503" y="1016895"/>
                  </a:lnTo>
                  <a:lnTo>
                    <a:pt x="2326565" y="955446"/>
                  </a:lnTo>
                  <a:lnTo>
                    <a:pt x="2280445" y="893237"/>
                  </a:lnTo>
                  <a:lnTo>
                    <a:pt x="2234289" y="830879"/>
                  </a:lnTo>
                  <a:lnTo>
                    <a:pt x="2188245" y="768988"/>
                  </a:lnTo>
                  <a:lnTo>
                    <a:pt x="2142452" y="708161"/>
                  </a:lnTo>
                  <a:lnTo>
                    <a:pt x="2097026" y="648952"/>
                  </a:lnTo>
                  <a:lnTo>
                    <a:pt x="2052050" y="591853"/>
                  </a:lnTo>
                  <a:lnTo>
                    <a:pt x="2007560" y="537278"/>
                  </a:lnTo>
                  <a:lnTo>
                    <a:pt x="1963545" y="485550"/>
                  </a:lnTo>
                  <a:lnTo>
                    <a:pt x="1919930" y="436902"/>
                  </a:lnTo>
                  <a:lnTo>
                    <a:pt x="1876575" y="391473"/>
                  </a:lnTo>
                  <a:lnTo>
                    <a:pt x="1833268" y="349316"/>
                  </a:lnTo>
                  <a:lnTo>
                    <a:pt x="1789711" y="310406"/>
                  </a:lnTo>
                  <a:lnTo>
                    <a:pt x="1768425" y="292711"/>
                  </a:lnTo>
                  <a:lnTo>
                    <a:pt x="1719364" y="255320"/>
                  </a:lnTo>
                  <a:lnTo>
                    <a:pt x="1668635" y="221690"/>
                  </a:lnTo>
                  <a:lnTo>
                    <a:pt x="1615445" y="191630"/>
                  </a:lnTo>
                  <a:lnTo>
                    <a:pt x="1558909" y="164810"/>
                  </a:lnTo>
                  <a:lnTo>
                    <a:pt x="1498122" y="140863"/>
                  </a:lnTo>
                  <a:lnTo>
                    <a:pt x="1432242" y="119435"/>
                  </a:lnTo>
                  <a:lnTo>
                    <a:pt x="1360586" y="100212"/>
                  </a:lnTo>
                  <a:lnTo>
                    <a:pt x="1282757" y="82944"/>
                  </a:lnTo>
                  <a:lnTo>
                    <a:pt x="1198821" y="67446"/>
                  </a:lnTo>
                  <a:lnTo>
                    <a:pt x="1109504" y="53605"/>
                  </a:lnTo>
                  <a:lnTo>
                    <a:pt x="1016402" y="41374"/>
                  </a:lnTo>
                  <a:lnTo>
                    <a:pt x="922106" y="30759"/>
                  </a:lnTo>
                  <a:lnTo>
                    <a:pt x="830177" y="21797"/>
                  </a:lnTo>
                  <a:lnTo>
                    <a:pt x="744841" y="14520"/>
                  </a:lnTo>
                  <a:lnTo>
                    <a:pt x="670393" y="8918"/>
                  </a:lnTo>
                  <a:lnTo>
                    <a:pt x="610377" y="4903"/>
                  </a:lnTo>
                  <a:lnTo>
                    <a:pt x="566775" y="2293"/>
                  </a:lnTo>
                  <a:lnTo>
                    <a:pt x="539465" y="824"/>
                  </a:lnTo>
                  <a:lnTo>
                    <a:pt x="526090" y="174"/>
                  </a:lnTo>
                  <a:lnTo>
                    <a:pt x="522285" y="6"/>
                  </a:lnTo>
                  <a:lnTo>
                    <a:pt x="5221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171" name="pl171"/>
            <p:cNvSpPr/>
            <p:nvPr/>
          </p:nvSpPr>
          <p:spPr>
            <a:xfrm>
              <a:off x="386606" y="2314979"/>
              <a:ext cx="8554953" cy="1756270"/>
            </a:xfrm>
            <a:custGeom>
              <a:avLst/>
              <a:pathLst>
                <a:path w="8554953" h="1756270">
                  <a:moveTo>
                    <a:pt x="0" y="0"/>
                  </a:moveTo>
                  <a:lnTo>
                    <a:pt x="522133" y="0"/>
                  </a:lnTo>
                  <a:lnTo>
                    <a:pt x="523354" y="51"/>
                  </a:lnTo>
                  <a:lnTo>
                    <a:pt x="531341" y="421"/>
                  </a:lnTo>
                  <a:lnTo>
                    <a:pt x="551337" y="1444"/>
                  </a:lnTo>
                  <a:lnTo>
                    <a:pt x="586730" y="3452"/>
                  </a:lnTo>
                  <a:lnTo>
                    <a:pt x="638757" y="6744"/>
                  </a:lnTo>
                  <a:lnTo>
                    <a:pt x="706435" y="11546"/>
                  </a:lnTo>
                  <a:lnTo>
                    <a:pt x="786900" y="17989"/>
                  </a:lnTo>
                  <a:lnTo>
                    <a:pt x="876120" y="26120"/>
                  </a:lnTo>
                  <a:lnTo>
                    <a:pt x="969744" y="35923"/>
                  </a:lnTo>
                  <a:lnTo>
                    <a:pt x="1063824" y="47359"/>
                  </a:lnTo>
                  <a:lnTo>
                    <a:pt x="1155271" y="60402"/>
                  </a:lnTo>
                  <a:lnTo>
                    <a:pt x="1242007" y="75071"/>
                  </a:lnTo>
                  <a:lnTo>
                    <a:pt x="1322899" y="91446"/>
                  </a:lnTo>
                  <a:lnTo>
                    <a:pt x="1397580" y="109675"/>
                  </a:lnTo>
                  <a:lnTo>
                    <a:pt x="1466244" y="129978"/>
                  </a:lnTo>
                  <a:lnTo>
                    <a:pt x="1529450" y="152638"/>
                  </a:lnTo>
                  <a:lnTo>
                    <a:pt x="1587977" y="177991"/>
                  </a:lnTo>
                  <a:lnTo>
                    <a:pt x="1642707" y="206405"/>
                  </a:lnTo>
                  <a:lnTo>
                    <a:pt x="1694545" y="238235"/>
                  </a:lnTo>
                  <a:lnTo>
                    <a:pt x="1744341" y="273756"/>
                  </a:lnTo>
                  <a:lnTo>
                    <a:pt x="1768425" y="292711"/>
                  </a:lnTo>
                  <a:lnTo>
                    <a:pt x="1812236" y="330080"/>
                  </a:lnTo>
                  <a:lnTo>
                    <a:pt x="1855621" y="370657"/>
                  </a:lnTo>
                  <a:lnTo>
                    <a:pt x="1898922" y="414503"/>
                  </a:lnTo>
                  <a:lnTo>
                    <a:pt x="1942389" y="461605"/>
                  </a:lnTo>
                  <a:lnTo>
                    <a:pt x="1986198" y="511866"/>
                  </a:lnTo>
                  <a:lnTo>
                    <a:pt x="2030452" y="565097"/>
                  </a:lnTo>
                  <a:lnTo>
                    <a:pt x="2075195" y="621021"/>
                  </a:lnTo>
                  <a:lnTo>
                    <a:pt x="2120411" y="679265"/>
                  </a:lnTo>
                  <a:lnTo>
                    <a:pt x="2166039" y="739375"/>
                  </a:lnTo>
                  <a:lnTo>
                    <a:pt x="2211977" y="800823"/>
                  </a:lnTo>
                  <a:lnTo>
                    <a:pt x="2258097" y="863032"/>
                  </a:lnTo>
                  <a:lnTo>
                    <a:pt x="2304253" y="925390"/>
                  </a:lnTo>
                  <a:lnTo>
                    <a:pt x="2350297" y="987281"/>
                  </a:lnTo>
                  <a:lnTo>
                    <a:pt x="2396090" y="1048108"/>
                  </a:lnTo>
                  <a:lnTo>
                    <a:pt x="2441516" y="1107317"/>
                  </a:lnTo>
                  <a:lnTo>
                    <a:pt x="2486493" y="1164416"/>
                  </a:lnTo>
                  <a:lnTo>
                    <a:pt x="2530982" y="1218991"/>
                  </a:lnTo>
                  <a:lnTo>
                    <a:pt x="2574997" y="1270719"/>
                  </a:lnTo>
                  <a:lnTo>
                    <a:pt x="2618612" y="1319368"/>
                  </a:lnTo>
                  <a:lnTo>
                    <a:pt x="2661967" y="1364796"/>
                  </a:lnTo>
                  <a:lnTo>
                    <a:pt x="2705274" y="1406953"/>
                  </a:lnTo>
                  <a:lnTo>
                    <a:pt x="2748831" y="1445863"/>
                  </a:lnTo>
                  <a:lnTo>
                    <a:pt x="2770117" y="1463558"/>
                  </a:lnTo>
                  <a:lnTo>
                    <a:pt x="2819178" y="1500950"/>
                  </a:lnTo>
                  <a:lnTo>
                    <a:pt x="2869907" y="1534579"/>
                  </a:lnTo>
                  <a:lnTo>
                    <a:pt x="2923097" y="1564640"/>
                  </a:lnTo>
                  <a:lnTo>
                    <a:pt x="2979634" y="1591459"/>
                  </a:lnTo>
                  <a:lnTo>
                    <a:pt x="3040421" y="1615406"/>
                  </a:lnTo>
                  <a:lnTo>
                    <a:pt x="3106300" y="1636835"/>
                  </a:lnTo>
                  <a:lnTo>
                    <a:pt x="3177957" y="1656057"/>
                  </a:lnTo>
                  <a:lnTo>
                    <a:pt x="3255785" y="1673326"/>
                  </a:lnTo>
                  <a:lnTo>
                    <a:pt x="3339722" y="1688823"/>
                  </a:lnTo>
                  <a:lnTo>
                    <a:pt x="3429038" y="1702664"/>
                  </a:lnTo>
                  <a:lnTo>
                    <a:pt x="3522140" y="1714895"/>
                  </a:lnTo>
                  <a:lnTo>
                    <a:pt x="3616436" y="1725510"/>
                  </a:lnTo>
                  <a:lnTo>
                    <a:pt x="3708366" y="1734472"/>
                  </a:lnTo>
                  <a:lnTo>
                    <a:pt x="3793701" y="1741749"/>
                  </a:lnTo>
                  <a:lnTo>
                    <a:pt x="3868150" y="1747351"/>
                  </a:lnTo>
                  <a:lnTo>
                    <a:pt x="3928165" y="1751366"/>
                  </a:lnTo>
                  <a:lnTo>
                    <a:pt x="3971767" y="1753976"/>
                  </a:lnTo>
                  <a:lnTo>
                    <a:pt x="3999077" y="1755445"/>
                  </a:lnTo>
                  <a:lnTo>
                    <a:pt x="4012452" y="1756095"/>
                  </a:lnTo>
                  <a:lnTo>
                    <a:pt x="4016257" y="1756264"/>
                  </a:lnTo>
                  <a:lnTo>
                    <a:pt x="4016409" y="1756270"/>
                  </a:lnTo>
                  <a:lnTo>
                    <a:pt x="4538543" y="1756270"/>
                  </a:lnTo>
                  <a:lnTo>
                    <a:pt x="4539799" y="1756242"/>
                  </a:lnTo>
                  <a:lnTo>
                    <a:pt x="4548013" y="1756045"/>
                  </a:lnTo>
                  <a:lnTo>
                    <a:pt x="4568556" y="1755500"/>
                  </a:lnTo>
                  <a:lnTo>
                    <a:pt x="4604866" y="1754429"/>
                  </a:lnTo>
                  <a:lnTo>
                    <a:pt x="4658136" y="1752675"/>
                  </a:lnTo>
                  <a:lnTo>
                    <a:pt x="4727259" y="1750120"/>
                  </a:lnTo>
                  <a:lnTo>
                    <a:pt x="4809202" y="1746696"/>
                  </a:lnTo>
                  <a:lnTo>
                    <a:pt x="4899768" y="1742380"/>
                  </a:lnTo>
                  <a:lnTo>
                    <a:pt x="4994487" y="1737184"/>
                  </a:lnTo>
                  <a:lnTo>
                    <a:pt x="5089355" y="1731127"/>
                  </a:lnTo>
                  <a:lnTo>
                    <a:pt x="5181287" y="1724222"/>
                  </a:lnTo>
                  <a:lnTo>
                    <a:pt x="5268249" y="1716456"/>
                  </a:lnTo>
                  <a:lnTo>
                    <a:pt x="5349171" y="1707782"/>
                  </a:lnTo>
                  <a:lnTo>
                    <a:pt x="5423760" y="1698116"/>
                  </a:lnTo>
                  <a:lnTo>
                    <a:pt x="5492273" y="1687337"/>
                  </a:lnTo>
                  <a:lnTo>
                    <a:pt x="5555327" y="1675290"/>
                  </a:lnTo>
                  <a:lnTo>
                    <a:pt x="5613746" y="1661790"/>
                  </a:lnTo>
                  <a:lnTo>
                    <a:pt x="5668449" y="1646643"/>
                  </a:lnTo>
                  <a:lnTo>
                    <a:pt x="5720361" y="1629662"/>
                  </a:lnTo>
                  <a:lnTo>
                    <a:pt x="5770338" y="1610715"/>
                  </a:lnTo>
                  <a:lnTo>
                    <a:pt x="5784835" y="1604737"/>
                  </a:lnTo>
                  <a:lnTo>
                    <a:pt x="5835050" y="1582405"/>
                  </a:lnTo>
                  <a:lnTo>
                    <a:pt x="5884775" y="1557880"/>
                  </a:lnTo>
                  <a:lnTo>
                    <a:pt x="5934495" y="1531125"/>
                  </a:lnTo>
                  <a:lnTo>
                    <a:pt x="5984544" y="1502176"/>
                  </a:lnTo>
                  <a:lnTo>
                    <a:pt x="6035133" y="1471144"/>
                  </a:lnTo>
                  <a:lnTo>
                    <a:pt x="6086354" y="1438223"/>
                  </a:lnTo>
                  <a:lnTo>
                    <a:pt x="6138203" y="1403690"/>
                  </a:lnTo>
                  <a:lnTo>
                    <a:pt x="6190589" y="1367898"/>
                  </a:lnTo>
                  <a:lnTo>
                    <a:pt x="6243355" y="1331262"/>
                  </a:lnTo>
                  <a:lnTo>
                    <a:pt x="6296299" y="1294243"/>
                  </a:lnTo>
                  <a:lnTo>
                    <a:pt x="6349198" y="1257320"/>
                  </a:lnTo>
                  <a:lnTo>
                    <a:pt x="6401834" y="1220969"/>
                  </a:lnTo>
                  <a:lnTo>
                    <a:pt x="6454020" y="1185635"/>
                  </a:lnTo>
                  <a:lnTo>
                    <a:pt x="6505624" y="1151711"/>
                  </a:lnTo>
                  <a:lnTo>
                    <a:pt x="6556587" y="1119518"/>
                  </a:lnTo>
                  <a:lnTo>
                    <a:pt x="6606942" y="1089303"/>
                  </a:lnTo>
                  <a:lnTo>
                    <a:pt x="6656827" y="1061225"/>
                  </a:lnTo>
                  <a:lnTo>
                    <a:pt x="6706501" y="1035364"/>
                  </a:lnTo>
                  <a:lnTo>
                    <a:pt x="6756355" y="1011726"/>
                  </a:lnTo>
                  <a:lnTo>
                    <a:pt x="6786527" y="998608"/>
                  </a:lnTo>
                  <a:lnTo>
                    <a:pt x="6836076" y="979070"/>
                  </a:lnTo>
                  <a:lnTo>
                    <a:pt x="6887333" y="961519"/>
                  </a:lnTo>
                  <a:lnTo>
                    <a:pt x="6941117" y="945848"/>
                  </a:lnTo>
                  <a:lnTo>
                    <a:pt x="6998341" y="931882"/>
                  </a:lnTo>
                  <a:lnTo>
                    <a:pt x="7059934" y="919426"/>
                  </a:lnTo>
                  <a:lnTo>
                    <a:pt x="7126759" y="908289"/>
                  </a:lnTo>
                  <a:lnTo>
                    <a:pt x="7199507" y="898309"/>
                  </a:lnTo>
                  <a:lnTo>
                    <a:pt x="7278562" y="889353"/>
                  </a:lnTo>
                  <a:lnTo>
                    <a:pt x="7363812" y="881325"/>
                  </a:lnTo>
                  <a:lnTo>
                    <a:pt x="7454441" y="874168"/>
                  </a:lnTo>
                  <a:lnTo>
                    <a:pt x="7548716" y="867861"/>
                  </a:lnTo>
                  <a:lnTo>
                    <a:pt x="7643860" y="862408"/>
                  </a:lnTo>
                  <a:lnTo>
                    <a:pt x="7736109" y="857831"/>
                  </a:lnTo>
                  <a:lnTo>
                    <a:pt x="7821064" y="854144"/>
                  </a:lnTo>
                  <a:lnTo>
                    <a:pt x="7894357" y="851337"/>
                  </a:lnTo>
                  <a:lnTo>
                    <a:pt x="7952522" y="849357"/>
                  </a:lnTo>
                  <a:lnTo>
                    <a:pt x="7993822" y="848099"/>
                  </a:lnTo>
                  <a:lnTo>
                    <a:pt x="8018759" y="847417"/>
                  </a:lnTo>
                  <a:lnTo>
                    <a:pt x="8030136" y="847135"/>
                  </a:lnTo>
                  <a:lnTo>
                    <a:pt x="8032786" y="847076"/>
                  </a:lnTo>
                  <a:lnTo>
                    <a:pt x="8032819" y="847075"/>
                  </a:lnTo>
                  <a:lnTo>
                    <a:pt x="8554953" y="847075"/>
                  </a:lnTo>
                  <a:lnTo>
                    <a:pt x="8554953" y="847075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72" name="pl172"/>
            <p:cNvSpPr/>
            <p:nvPr/>
          </p:nvSpPr>
          <p:spPr>
            <a:xfrm>
              <a:off x="386606" y="2309332"/>
              <a:ext cx="8554953" cy="1756270"/>
            </a:xfrm>
            <a:custGeom>
              <a:avLst/>
              <a:pathLst>
                <a:path w="8554953" h="1756270">
                  <a:moveTo>
                    <a:pt x="8554953" y="847075"/>
                  </a:moveTo>
                  <a:lnTo>
                    <a:pt x="8032819" y="847075"/>
                  </a:lnTo>
                  <a:lnTo>
                    <a:pt x="8031563" y="847103"/>
                  </a:lnTo>
                  <a:lnTo>
                    <a:pt x="8023349" y="847300"/>
                  </a:lnTo>
                  <a:lnTo>
                    <a:pt x="8002806" y="847845"/>
                  </a:lnTo>
                  <a:lnTo>
                    <a:pt x="7966496" y="848916"/>
                  </a:lnTo>
                  <a:lnTo>
                    <a:pt x="7913226" y="850670"/>
                  </a:lnTo>
                  <a:lnTo>
                    <a:pt x="7844103" y="853225"/>
                  </a:lnTo>
                  <a:lnTo>
                    <a:pt x="7762160" y="856649"/>
                  </a:lnTo>
                  <a:lnTo>
                    <a:pt x="7671593" y="860964"/>
                  </a:lnTo>
                  <a:lnTo>
                    <a:pt x="7576875" y="866161"/>
                  </a:lnTo>
                  <a:lnTo>
                    <a:pt x="7482006" y="872218"/>
                  </a:lnTo>
                  <a:lnTo>
                    <a:pt x="7390074" y="879123"/>
                  </a:lnTo>
                  <a:lnTo>
                    <a:pt x="7303113" y="886889"/>
                  </a:lnTo>
                  <a:lnTo>
                    <a:pt x="7222191" y="895563"/>
                  </a:lnTo>
                  <a:lnTo>
                    <a:pt x="7147602" y="905228"/>
                  </a:lnTo>
                  <a:lnTo>
                    <a:pt x="7079089" y="916007"/>
                  </a:lnTo>
                  <a:lnTo>
                    <a:pt x="7016035" y="928055"/>
                  </a:lnTo>
                  <a:lnTo>
                    <a:pt x="6957616" y="941555"/>
                  </a:lnTo>
                  <a:lnTo>
                    <a:pt x="6902913" y="956702"/>
                  </a:lnTo>
                  <a:lnTo>
                    <a:pt x="6851001" y="973683"/>
                  </a:lnTo>
                  <a:lnTo>
                    <a:pt x="6801024" y="992630"/>
                  </a:lnTo>
                  <a:lnTo>
                    <a:pt x="6786527" y="998608"/>
                  </a:lnTo>
                  <a:lnTo>
                    <a:pt x="6736312" y="1020940"/>
                  </a:lnTo>
                  <a:lnTo>
                    <a:pt x="6686587" y="1045465"/>
                  </a:lnTo>
                  <a:lnTo>
                    <a:pt x="6636867" y="1072220"/>
                  </a:lnTo>
                  <a:lnTo>
                    <a:pt x="6586818" y="1101169"/>
                  </a:lnTo>
                  <a:lnTo>
                    <a:pt x="6536229" y="1132201"/>
                  </a:lnTo>
                  <a:lnTo>
                    <a:pt x="6485008" y="1165122"/>
                  </a:lnTo>
                  <a:lnTo>
                    <a:pt x="6433159" y="1199655"/>
                  </a:lnTo>
                  <a:lnTo>
                    <a:pt x="6380773" y="1235447"/>
                  </a:lnTo>
                  <a:lnTo>
                    <a:pt x="6328007" y="1272083"/>
                  </a:lnTo>
                  <a:lnTo>
                    <a:pt x="6275063" y="1309102"/>
                  </a:lnTo>
                  <a:lnTo>
                    <a:pt x="6222164" y="1346025"/>
                  </a:lnTo>
                  <a:lnTo>
                    <a:pt x="6169528" y="1382376"/>
                  </a:lnTo>
                  <a:lnTo>
                    <a:pt x="6117342" y="1417710"/>
                  </a:lnTo>
                  <a:lnTo>
                    <a:pt x="6065738" y="1451634"/>
                  </a:lnTo>
                  <a:lnTo>
                    <a:pt x="6014775" y="1483826"/>
                  </a:lnTo>
                  <a:lnTo>
                    <a:pt x="5964420" y="1514042"/>
                  </a:lnTo>
                  <a:lnTo>
                    <a:pt x="5914535" y="1542120"/>
                  </a:lnTo>
                  <a:lnTo>
                    <a:pt x="5864861" y="1567981"/>
                  </a:lnTo>
                  <a:lnTo>
                    <a:pt x="5815007" y="1591619"/>
                  </a:lnTo>
                  <a:lnTo>
                    <a:pt x="5784835" y="1604737"/>
                  </a:lnTo>
                  <a:lnTo>
                    <a:pt x="5735286" y="1624274"/>
                  </a:lnTo>
                  <a:lnTo>
                    <a:pt x="5684029" y="1641826"/>
                  </a:lnTo>
                  <a:lnTo>
                    <a:pt x="5630245" y="1657497"/>
                  </a:lnTo>
                  <a:lnTo>
                    <a:pt x="5573021" y="1671463"/>
                  </a:lnTo>
                  <a:lnTo>
                    <a:pt x="5511428" y="1683919"/>
                  </a:lnTo>
                  <a:lnTo>
                    <a:pt x="5444603" y="1695055"/>
                  </a:lnTo>
                  <a:lnTo>
                    <a:pt x="5371854" y="1705036"/>
                  </a:lnTo>
                  <a:lnTo>
                    <a:pt x="5292800" y="1713992"/>
                  </a:lnTo>
                  <a:lnTo>
                    <a:pt x="5207550" y="1722020"/>
                  </a:lnTo>
                  <a:lnTo>
                    <a:pt x="5116921" y="1729176"/>
                  </a:lnTo>
                  <a:lnTo>
                    <a:pt x="5022646" y="1735484"/>
                  </a:lnTo>
                  <a:lnTo>
                    <a:pt x="4927502" y="1740937"/>
                  </a:lnTo>
                  <a:lnTo>
                    <a:pt x="4835253" y="1745514"/>
                  </a:lnTo>
                  <a:lnTo>
                    <a:pt x="4750298" y="1749201"/>
                  </a:lnTo>
                  <a:lnTo>
                    <a:pt x="4677005" y="1752008"/>
                  </a:lnTo>
                  <a:lnTo>
                    <a:pt x="4618840" y="1753988"/>
                  </a:lnTo>
                  <a:lnTo>
                    <a:pt x="4577540" y="1755246"/>
                  </a:lnTo>
                  <a:lnTo>
                    <a:pt x="4552603" y="1755928"/>
                  </a:lnTo>
                  <a:lnTo>
                    <a:pt x="4541226" y="1756209"/>
                  </a:lnTo>
                  <a:lnTo>
                    <a:pt x="4538576" y="1756269"/>
                  </a:lnTo>
                  <a:lnTo>
                    <a:pt x="4538543" y="1756270"/>
                  </a:lnTo>
                  <a:lnTo>
                    <a:pt x="4016409" y="1756270"/>
                  </a:lnTo>
                  <a:lnTo>
                    <a:pt x="4015189" y="1756218"/>
                  </a:lnTo>
                  <a:lnTo>
                    <a:pt x="4007201" y="1755848"/>
                  </a:lnTo>
                  <a:lnTo>
                    <a:pt x="3987206" y="1754826"/>
                  </a:lnTo>
                  <a:lnTo>
                    <a:pt x="3951813" y="1752817"/>
                  </a:lnTo>
                  <a:lnTo>
                    <a:pt x="3899785" y="1749525"/>
                  </a:lnTo>
                  <a:lnTo>
                    <a:pt x="3832107" y="1744724"/>
                  </a:lnTo>
                  <a:lnTo>
                    <a:pt x="3751642" y="1738280"/>
                  </a:lnTo>
                  <a:lnTo>
                    <a:pt x="3662422" y="1730149"/>
                  </a:lnTo>
                  <a:lnTo>
                    <a:pt x="3568799" y="1720346"/>
                  </a:lnTo>
                  <a:lnTo>
                    <a:pt x="3474719" y="1708910"/>
                  </a:lnTo>
                  <a:lnTo>
                    <a:pt x="3383271" y="1695867"/>
                  </a:lnTo>
                  <a:lnTo>
                    <a:pt x="3296535" y="1681198"/>
                  </a:lnTo>
                  <a:lnTo>
                    <a:pt x="3215644" y="1664823"/>
                  </a:lnTo>
                  <a:lnTo>
                    <a:pt x="3140962" y="1646594"/>
                  </a:lnTo>
                  <a:lnTo>
                    <a:pt x="3072298" y="1626291"/>
                  </a:lnTo>
                  <a:lnTo>
                    <a:pt x="3009092" y="1603631"/>
                  </a:lnTo>
                  <a:lnTo>
                    <a:pt x="2950566" y="1578278"/>
                  </a:lnTo>
                  <a:lnTo>
                    <a:pt x="2895835" y="1549864"/>
                  </a:lnTo>
                  <a:lnTo>
                    <a:pt x="2843997" y="1518034"/>
                  </a:lnTo>
                  <a:lnTo>
                    <a:pt x="2794201" y="1482513"/>
                  </a:lnTo>
                  <a:lnTo>
                    <a:pt x="2770117" y="1463558"/>
                  </a:lnTo>
                  <a:lnTo>
                    <a:pt x="2726306" y="1426189"/>
                  </a:lnTo>
                  <a:lnTo>
                    <a:pt x="2682921" y="1385612"/>
                  </a:lnTo>
                  <a:lnTo>
                    <a:pt x="2639620" y="1341766"/>
                  </a:lnTo>
                  <a:lnTo>
                    <a:pt x="2596153" y="1294664"/>
                  </a:lnTo>
                  <a:lnTo>
                    <a:pt x="2552345" y="1244404"/>
                  </a:lnTo>
                  <a:lnTo>
                    <a:pt x="2508090" y="1191172"/>
                  </a:lnTo>
                  <a:lnTo>
                    <a:pt x="2463348" y="1135248"/>
                  </a:lnTo>
                  <a:lnTo>
                    <a:pt x="2418131" y="1077004"/>
                  </a:lnTo>
                  <a:lnTo>
                    <a:pt x="2372503" y="1016895"/>
                  </a:lnTo>
                  <a:lnTo>
                    <a:pt x="2326565" y="955446"/>
                  </a:lnTo>
                  <a:lnTo>
                    <a:pt x="2280445" y="893237"/>
                  </a:lnTo>
                  <a:lnTo>
                    <a:pt x="2234289" y="830879"/>
                  </a:lnTo>
                  <a:lnTo>
                    <a:pt x="2188245" y="768988"/>
                  </a:lnTo>
                  <a:lnTo>
                    <a:pt x="2142452" y="708161"/>
                  </a:lnTo>
                  <a:lnTo>
                    <a:pt x="2097026" y="648952"/>
                  </a:lnTo>
                  <a:lnTo>
                    <a:pt x="2052050" y="591853"/>
                  </a:lnTo>
                  <a:lnTo>
                    <a:pt x="2007560" y="537278"/>
                  </a:lnTo>
                  <a:lnTo>
                    <a:pt x="1963545" y="485550"/>
                  </a:lnTo>
                  <a:lnTo>
                    <a:pt x="1919930" y="436902"/>
                  </a:lnTo>
                  <a:lnTo>
                    <a:pt x="1876575" y="391473"/>
                  </a:lnTo>
                  <a:lnTo>
                    <a:pt x="1833268" y="349316"/>
                  </a:lnTo>
                  <a:lnTo>
                    <a:pt x="1789711" y="310406"/>
                  </a:lnTo>
                  <a:lnTo>
                    <a:pt x="1768425" y="292711"/>
                  </a:lnTo>
                  <a:lnTo>
                    <a:pt x="1719364" y="255320"/>
                  </a:lnTo>
                  <a:lnTo>
                    <a:pt x="1668635" y="221690"/>
                  </a:lnTo>
                  <a:lnTo>
                    <a:pt x="1615445" y="191630"/>
                  </a:lnTo>
                  <a:lnTo>
                    <a:pt x="1558909" y="164810"/>
                  </a:lnTo>
                  <a:lnTo>
                    <a:pt x="1498122" y="140863"/>
                  </a:lnTo>
                  <a:lnTo>
                    <a:pt x="1432242" y="119435"/>
                  </a:lnTo>
                  <a:lnTo>
                    <a:pt x="1360586" y="100212"/>
                  </a:lnTo>
                  <a:lnTo>
                    <a:pt x="1282757" y="82944"/>
                  </a:lnTo>
                  <a:lnTo>
                    <a:pt x="1198821" y="67446"/>
                  </a:lnTo>
                  <a:lnTo>
                    <a:pt x="1109504" y="53605"/>
                  </a:lnTo>
                  <a:lnTo>
                    <a:pt x="1016402" y="41374"/>
                  </a:lnTo>
                  <a:lnTo>
                    <a:pt x="922106" y="30759"/>
                  </a:lnTo>
                  <a:lnTo>
                    <a:pt x="830177" y="21797"/>
                  </a:lnTo>
                  <a:lnTo>
                    <a:pt x="744841" y="14520"/>
                  </a:lnTo>
                  <a:lnTo>
                    <a:pt x="670393" y="8918"/>
                  </a:lnTo>
                  <a:lnTo>
                    <a:pt x="610377" y="4903"/>
                  </a:lnTo>
                  <a:lnTo>
                    <a:pt x="566775" y="2293"/>
                  </a:lnTo>
                  <a:lnTo>
                    <a:pt x="539465" y="824"/>
                  </a:lnTo>
                  <a:lnTo>
                    <a:pt x="526090" y="174"/>
                  </a:lnTo>
                  <a:lnTo>
                    <a:pt x="522285" y="6"/>
                  </a:lnTo>
                  <a:lnTo>
                    <a:pt x="522133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73" name="pg173"/>
            <p:cNvSpPr/>
            <p:nvPr/>
          </p:nvSpPr>
          <p:spPr>
            <a:xfrm>
              <a:off x="386606" y="2314979"/>
              <a:ext cx="8554953" cy="1767564"/>
            </a:xfrm>
            <a:custGeom>
              <a:avLst/>
              <a:pathLst>
                <a:path w="8554953" h="1767564">
                  <a:moveTo>
                    <a:pt x="0" y="11294"/>
                  </a:moveTo>
                  <a:lnTo>
                    <a:pt x="522133" y="11294"/>
                  </a:lnTo>
                  <a:lnTo>
                    <a:pt x="523354" y="11346"/>
                  </a:lnTo>
                  <a:lnTo>
                    <a:pt x="531341" y="11715"/>
                  </a:lnTo>
                  <a:lnTo>
                    <a:pt x="551337" y="12738"/>
                  </a:lnTo>
                  <a:lnTo>
                    <a:pt x="586730" y="14747"/>
                  </a:lnTo>
                  <a:lnTo>
                    <a:pt x="638757" y="18039"/>
                  </a:lnTo>
                  <a:lnTo>
                    <a:pt x="706435" y="22840"/>
                  </a:lnTo>
                  <a:lnTo>
                    <a:pt x="786900" y="29283"/>
                  </a:lnTo>
                  <a:lnTo>
                    <a:pt x="876120" y="37415"/>
                  </a:lnTo>
                  <a:lnTo>
                    <a:pt x="969744" y="47218"/>
                  </a:lnTo>
                  <a:lnTo>
                    <a:pt x="1063824" y="58653"/>
                  </a:lnTo>
                  <a:lnTo>
                    <a:pt x="1155271" y="71696"/>
                  </a:lnTo>
                  <a:lnTo>
                    <a:pt x="1242007" y="86365"/>
                  </a:lnTo>
                  <a:lnTo>
                    <a:pt x="1322899" y="102740"/>
                  </a:lnTo>
                  <a:lnTo>
                    <a:pt x="1397580" y="120969"/>
                  </a:lnTo>
                  <a:lnTo>
                    <a:pt x="1466244" y="141272"/>
                  </a:lnTo>
                  <a:lnTo>
                    <a:pt x="1529450" y="163932"/>
                  </a:lnTo>
                  <a:lnTo>
                    <a:pt x="1587977" y="189286"/>
                  </a:lnTo>
                  <a:lnTo>
                    <a:pt x="1642707" y="217700"/>
                  </a:lnTo>
                  <a:lnTo>
                    <a:pt x="1694545" y="249530"/>
                  </a:lnTo>
                  <a:lnTo>
                    <a:pt x="1744341" y="285051"/>
                  </a:lnTo>
                  <a:lnTo>
                    <a:pt x="1768425" y="304006"/>
                  </a:lnTo>
                  <a:lnTo>
                    <a:pt x="1812236" y="341374"/>
                  </a:lnTo>
                  <a:lnTo>
                    <a:pt x="1855621" y="381951"/>
                  </a:lnTo>
                  <a:lnTo>
                    <a:pt x="1898922" y="425798"/>
                  </a:lnTo>
                  <a:lnTo>
                    <a:pt x="1942389" y="472900"/>
                  </a:lnTo>
                  <a:lnTo>
                    <a:pt x="1986198" y="523160"/>
                  </a:lnTo>
                  <a:lnTo>
                    <a:pt x="2030452" y="576392"/>
                  </a:lnTo>
                  <a:lnTo>
                    <a:pt x="2075195" y="632315"/>
                  </a:lnTo>
                  <a:lnTo>
                    <a:pt x="2120411" y="690559"/>
                  </a:lnTo>
                  <a:lnTo>
                    <a:pt x="2166039" y="750669"/>
                  </a:lnTo>
                  <a:lnTo>
                    <a:pt x="2211977" y="812118"/>
                  </a:lnTo>
                  <a:lnTo>
                    <a:pt x="2258097" y="874326"/>
                  </a:lnTo>
                  <a:lnTo>
                    <a:pt x="2304253" y="936684"/>
                  </a:lnTo>
                  <a:lnTo>
                    <a:pt x="2350297" y="998575"/>
                  </a:lnTo>
                  <a:lnTo>
                    <a:pt x="2396090" y="1059403"/>
                  </a:lnTo>
                  <a:lnTo>
                    <a:pt x="2441516" y="1118611"/>
                  </a:lnTo>
                  <a:lnTo>
                    <a:pt x="2486493" y="1175710"/>
                  </a:lnTo>
                  <a:lnTo>
                    <a:pt x="2530982" y="1230286"/>
                  </a:lnTo>
                  <a:lnTo>
                    <a:pt x="2574997" y="1282014"/>
                  </a:lnTo>
                  <a:lnTo>
                    <a:pt x="2618612" y="1330662"/>
                  </a:lnTo>
                  <a:lnTo>
                    <a:pt x="2661967" y="1376091"/>
                  </a:lnTo>
                  <a:lnTo>
                    <a:pt x="2705274" y="1418247"/>
                  </a:lnTo>
                  <a:lnTo>
                    <a:pt x="2748831" y="1457157"/>
                  </a:lnTo>
                  <a:lnTo>
                    <a:pt x="2770117" y="1474852"/>
                  </a:lnTo>
                  <a:lnTo>
                    <a:pt x="2819178" y="1512244"/>
                  </a:lnTo>
                  <a:lnTo>
                    <a:pt x="2869907" y="1545873"/>
                  </a:lnTo>
                  <a:lnTo>
                    <a:pt x="2923097" y="1575934"/>
                  </a:lnTo>
                  <a:lnTo>
                    <a:pt x="2979634" y="1602754"/>
                  </a:lnTo>
                  <a:lnTo>
                    <a:pt x="3040421" y="1626700"/>
                  </a:lnTo>
                  <a:lnTo>
                    <a:pt x="3106300" y="1648129"/>
                  </a:lnTo>
                  <a:lnTo>
                    <a:pt x="3177957" y="1667352"/>
                  </a:lnTo>
                  <a:lnTo>
                    <a:pt x="3255785" y="1684620"/>
                  </a:lnTo>
                  <a:lnTo>
                    <a:pt x="3339722" y="1700118"/>
                  </a:lnTo>
                  <a:lnTo>
                    <a:pt x="3429038" y="1713959"/>
                  </a:lnTo>
                  <a:lnTo>
                    <a:pt x="3522140" y="1726190"/>
                  </a:lnTo>
                  <a:lnTo>
                    <a:pt x="3616436" y="1736805"/>
                  </a:lnTo>
                  <a:lnTo>
                    <a:pt x="3708366" y="1745767"/>
                  </a:lnTo>
                  <a:lnTo>
                    <a:pt x="3793701" y="1753043"/>
                  </a:lnTo>
                  <a:lnTo>
                    <a:pt x="3868150" y="1758645"/>
                  </a:lnTo>
                  <a:lnTo>
                    <a:pt x="3928165" y="1762661"/>
                  </a:lnTo>
                  <a:lnTo>
                    <a:pt x="3971767" y="1765270"/>
                  </a:lnTo>
                  <a:lnTo>
                    <a:pt x="3999077" y="1766740"/>
                  </a:lnTo>
                  <a:lnTo>
                    <a:pt x="4012452" y="1767390"/>
                  </a:lnTo>
                  <a:lnTo>
                    <a:pt x="4016257" y="1767558"/>
                  </a:lnTo>
                  <a:lnTo>
                    <a:pt x="4016409" y="1767564"/>
                  </a:lnTo>
                  <a:lnTo>
                    <a:pt x="4538543" y="1767564"/>
                  </a:lnTo>
                  <a:lnTo>
                    <a:pt x="4539805" y="1767544"/>
                  </a:lnTo>
                  <a:lnTo>
                    <a:pt x="4548059" y="1767397"/>
                  </a:lnTo>
                  <a:lnTo>
                    <a:pt x="4568696" y="1766992"/>
                  </a:lnTo>
                  <a:lnTo>
                    <a:pt x="4605163" y="1766197"/>
                  </a:lnTo>
                  <a:lnTo>
                    <a:pt x="4658647" y="1764894"/>
                  </a:lnTo>
                  <a:lnTo>
                    <a:pt x="4728018" y="1762997"/>
                  </a:lnTo>
                  <a:lnTo>
                    <a:pt x="4810213" y="1760455"/>
                  </a:lnTo>
                  <a:lnTo>
                    <a:pt x="4901008" y="1757251"/>
                  </a:lnTo>
                  <a:lnTo>
                    <a:pt x="4995911" y="1753395"/>
                  </a:lnTo>
                  <a:lnTo>
                    <a:pt x="5090912" y="1748901"/>
                  </a:lnTo>
                  <a:lnTo>
                    <a:pt x="5182924" y="1743778"/>
                  </a:lnTo>
                  <a:lnTo>
                    <a:pt x="5269921" y="1738016"/>
                  </a:lnTo>
                  <a:lnTo>
                    <a:pt x="5350847" y="1731579"/>
                  </a:lnTo>
                  <a:lnTo>
                    <a:pt x="5425419" y="1724406"/>
                  </a:lnTo>
                  <a:lnTo>
                    <a:pt x="5493906" y="1716404"/>
                  </a:lnTo>
                  <a:lnTo>
                    <a:pt x="5556934" y="1707459"/>
                  </a:lnTo>
                  <a:lnTo>
                    <a:pt x="5615336" y="1697433"/>
                  </a:lnTo>
                  <a:lnTo>
                    <a:pt x="5670035" y="1686181"/>
                  </a:lnTo>
                  <a:lnTo>
                    <a:pt x="5721962" y="1673565"/>
                  </a:lnTo>
                  <a:lnTo>
                    <a:pt x="5771972" y="1659490"/>
                  </a:lnTo>
                  <a:lnTo>
                    <a:pt x="5784835" y="1655562"/>
                  </a:lnTo>
                  <a:lnTo>
                    <a:pt x="5836693" y="1638484"/>
                  </a:lnTo>
                  <a:lnTo>
                    <a:pt x="5888047" y="1619676"/>
                  </a:lnTo>
                  <a:lnTo>
                    <a:pt x="5939422" y="1599109"/>
                  </a:lnTo>
                  <a:lnTo>
                    <a:pt x="5991177" y="1576819"/>
                  </a:lnTo>
                  <a:lnTo>
                    <a:pt x="6043525" y="1552902"/>
                  </a:lnTo>
                  <a:lnTo>
                    <a:pt x="6096555" y="1527528"/>
                  </a:lnTo>
                  <a:lnTo>
                    <a:pt x="6150241" y="1500933"/>
                  </a:lnTo>
                  <a:lnTo>
                    <a:pt x="6204466" y="1473417"/>
                  </a:lnTo>
                  <a:lnTo>
                    <a:pt x="6259044" y="1445329"/>
                  </a:lnTo>
                  <a:lnTo>
                    <a:pt x="6313741" y="1417050"/>
                  </a:lnTo>
                  <a:lnTo>
                    <a:pt x="6368313" y="1388972"/>
                  </a:lnTo>
                  <a:lnTo>
                    <a:pt x="6422526" y="1361476"/>
                  </a:lnTo>
                  <a:lnTo>
                    <a:pt x="6476196" y="1334910"/>
                  </a:lnTo>
                  <a:lnTo>
                    <a:pt x="6529208" y="1309571"/>
                  </a:lnTo>
                  <a:lnTo>
                    <a:pt x="6581539" y="1285695"/>
                  </a:lnTo>
                  <a:lnTo>
                    <a:pt x="6633281" y="1263448"/>
                  </a:lnTo>
                  <a:lnTo>
                    <a:pt x="6684650" y="1242927"/>
                  </a:lnTo>
                  <a:lnTo>
                    <a:pt x="6736010" y="1224164"/>
                  </a:lnTo>
                  <a:lnTo>
                    <a:pt x="6786527" y="1207553"/>
                  </a:lnTo>
                  <a:lnTo>
                    <a:pt x="6836160" y="1193090"/>
                  </a:lnTo>
                  <a:lnTo>
                    <a:pt x="6887507" y="1180099"/>
                  </a:lnTo>
                  <a:lnTo>
                    <a:pt x="6941393" y="1168502"/>
                  </a:lnTo>
                  <a:lnTo>
                    <a:pt x="6998734" y="1158170"/>
                  </a:lnTo>
                  <a:lnTo>
                    <a:pt x="7060466" y="1148955"/>
                  </a:lnTo>
                  <a:lnTo>
                    <a:pt x="7127453" y="1140719"/>
                  </a:lnTo>
                  <a:lnTo>
                    <a:pt x="7200389" y="1133338"/>
                  </a:lnTo>
                  <a:lnTo>
                    <a:pt x="7279653" y="1126716"/>
                  </a:lnTo>
                  <a:lnTo>
                    <a:pt x="7365128" y="1120782"/>
                  </a:lnTo>
                  <a:lnTo>
                    <a:pt x="7455981" y="1115494"/>
                  </a:lnTo>
                  <a:lnTo>
                    <a:pt x="7550455" y="1110835"/>
                  </a:lnTo>
                  <a:lnTo>
                    <a:pt x="7645739" y="1106810"/>
                  </a:lnTo>
                  <a:lnTo>
                    <a:pt x="7738035" y="1103435"/>
                  </a:lnTo>
                  <a:lnTo>
                    <a:pt x="7822915" y="1100720"/>
                  </a:lnTo>
                  <a:lnTo>
                    <a:pt x="7896000" y="1098657"/>
                  </a:lnTo>
                  <a:lnTo>
                    <a:pt x="7953840" y="1097206"/>
                  </a:lnTo>
                  <a:lnTo>
                    <a:pt x="7994742" y="1096288"/>
                  </a:lnTo>
                  <a:lnTo>
                    <a:pt x="8019276" y="1095793"/>
                  </a:lnTo>
                  <a:lnTo>
                    <a:pt x="8030323" y="1095592"/>
                  </a:lnTo>
                  <a:lnTo>
                    <a:pt x="8032819" y="1095551"/>
                  </a:lnTo>
                  <a:lnTo>
                    <a:pt x="8554953" y="1095551"/>
                  </a:lnTo>
                  <a:lnTo>
                    <a:pt x="8554953" y="1084256"/>
                  </a:lnTo>
                  <a:lnTo>
                    <a:pt x="8032819" y="1084256"/>
                  </a:lnTo>
                  <a:lnTo>
                    <a:pt x="8031557" y="1084277"/>
                  </a:lnTo>
                  <a:lnTo>
                    <a:pt x="8023303" y="1084423"/>
                  </a:lnTo>
                  <a:lnTo>
                    <a:pt x="8002666" y="1084828"/>
                  </a:lnTo>
                  <a:lnTo>
                    <a:pt x="7966199" y="1085624"/>
                  </a:lnTo>
                  <a:lnTo>
                    <a:pt x="7912714" y="1086926"/>
                  </a:lnTo>
                  <a:lnTo>
                    <a:pt x="7843344" y="1088824"/>
                  </a:lnTo>
                  <a:lnTo>
                    <a:pt x="7761149" y="1091366"/>
                  </a:lnTo>
                  <a:lnTo>
                    <a:pt x="7670354" y="1094569"/>
                  </a:lnTo>
                  <a:lnTo>
                    <a:pt x="7575450" y="1098425"/>
                  </a:lnTo>
                  <a:lnTo>
                    <a:pt x="7480450" y="1102919"/>
                  </a:lnTo>
                  <a:lnTo>
                    <a:pt x="7388438" y="1108043"/>
                  </a:lnTo>
                  <a:lnTo>
                    <a:pt x="7301441" y="1113805"/>
                  </a:lnTo>
                  <a:lnTo>
                    <a:pt x="7220515" y="1120241"/>
                  </a:lnTo>
                  <a:lnTo>
                    <a:pt x="7145943" y="1127415"/>
                  </a:lnTo>
                  <a:lnTo>
                    <a:pt x="7077456" y="1135416"/>
                  </a:lnTo>
                  <a:lnTo>
                    <a:pt x="7014428" y="1144362"/>
                  </a:lnTo>
                  <a:lnTo>
                    <a:pt x="6956026" y="1154388"/>
                  </a:lnTo>
                  <a:lnTo>
                    <a:pt x="6901327" y="1165640"/>
                  </a:lnTo>
                  <a:lnTo>
                    <a:pt x="6849400" y="1178255"/>
                  </a:lnTo>
                  <a:lnTo>
                    <a:pt x="6799390" y="1192331"/>
                  </a:lnTo>
                  <a:lnTo>
                    <a:pt x="6786527" y="1196259"/>
                  </a:lnTo>
                  <a:lnTo>
                    <a:pt x="6734669" y="1213336"/>
                  </a:lnTo>
                  <a:lnTo>
                    <a:pt x="6683315" y="1232145"/>
                  </a:lnTo>
                  <a:lnTo>
                    <a:pt x="6631940" y="1252711"/>
                  </a:lnTo>
                  <a:lnTo>
                    <a:pt x="6580185" y="1275002"/>
                  </a:lnTo>
                  <a:lnTo>
                    <a:pt x="6527837" y="1298918"/>
                  </a:lnTo>
                  <a:lnTo>
                    <a:pt x="6474807" y="1324292"/>
                  </a:lnTo>
                  <a:lnTo>
                    <a:pt x="6421121" y="1350887"/>
                  </a:lnTo>
                  <a:lnTo>
                    <a:pt x="6366896" y="1378403"/>
                  </a:lnTo>
                  <a:lnTo>
                    <a:pt x="6312318" y="1406491"/>
                  </a:lnTo>
                  <a:lnTo>
                    <a:pt x="6257621" y="1434770"/>
                  </a:lnTo>
                  <a:lnTo>
                    <a:pt x="6203049" y="1462848"/>
                  </a:lnTo>
                  <a:lnTo>
                    <a:pt x="6148836" y="1490344"/>
                  </a:lnTo>
                  <a:lnTo>
                    <a:pt x="6095166" y="1516911"/>
                  </a:lnTo>
                  <a:lnTo>
                    <a:pt x="6042154" y="1542250"/>
                  </a:lnTo>
                  <a:lnTo>
                    <a:pt x="5989822" y="1566126"/>
                  </a:lnTo>
                  <a:lnTo>
                    <a:pt x="5938081" y="1588373"/>
                  </a:lnTo>
                  <a:lnTo>
                    <a:pt x="5886712" y="1608893"/>
                  </a:lnTo>
                  <a:lnTo>
                    <a:pt x="5835352" y="1627656"/>
                  </a:lnTo>
                  <a:lnTo>
                    <a:pt x="5784835" y="1644267"/>
                  </a:lnTo>
                  <a:lnTo>
                    <a:pt x="5735202" y="1658731"/>
                  </a:lnTo>
                  <a:lnTo>
                    <a:pt x="5683855" y="1671722"/>
                  </a:lnTo>
                  <a:lnTo>
                    <a:pt x="5629969" y="1683318"/>
                  </a:lnTo>
                  <a:lnTo>
                    <a:pt x="5572628" y="1693651"/>
                  </a:lnTo>
                  <a:lnTo>
                    <a:pt x="5510896" y="1702865"/>
                  </a:lnTo>
                  <a:lnTo>
                    <a:pt x="5443909" y="1711102"/>
                  </a:lnTo>
                  <a:lnTo>
                    <a:pt x="5370973" y="1718482"/>
                  </a:lnTo>
                  <a:lnTo>
                    <a:pt x="5291709" y="1725104"/>
                  </a:lnTo>
                  <a:lnTo>
                    <a:pt x="5206234" y="1731038"/>
                  </a:lnTo>
                  <a:lnTo>
                    <a:pt x="5115380" y="1736327"/>
                  </a:lnTo>
                  <a:lnTo>
                    <a:pt x="5020907" y="1740986"/>
                  </a:lnTo>
                  <a:lnTo>
                    <a:pt x="4925623" y="1745010"/>
                  </a:lnTo>
                  <a:lnTo>
                    <a:pt x="4833327" y="1748386"/>
                  </a:lnTo>
                  <a:lnTo>
                    <a:pt x="4748447" y="1751101"/>
                  </a:lnTo>
                  <a:lnTo>
                    <a:pt x="4675362" y="1753163"/>
                  </a:lnTo>
                  <a:lnTo>
                    <a:pt x="4617522" y="1754615"/>
                  </a:lnTo>
                  <a:lnTo>
                    <a:pt x="4576620" y="1755532"/>
                  </a:lnTo>
                  <a:lnTo>
                    <a:pt x="4552086" y="1756027"/>
                  </a:lnTo>
                  <a:lnTo>
                    <a:pt x="4541039" y="1756228"/>
                  </a:lnTo>
                  <a:lnTo>
                    <a:pt x="4538543" y="1756270"/>
                  </a:lnTo>
                  <a:lnTo>
                    <a:pt x="4016409" y="1756270"/>
                  </a:lnTo>
                  <a:lnTo>
                    <a:pt x="4015189" y="1756218"/>
                  </a:lnTo>
                  <a:lnTo>
                    <a:pt x="4007201" y="1755848"/>
                  </a:lnTo>
                  <a:lnTo>
                    <a:pt x="3987206" y="1754826"/>
                  </a:lnTo>
                  <a:lnTo>
                    <a:pt x="3951813" y="1752817"/>
                  </a:lnTo>
                  <a:lnTo>
                    <a:pt x="3899785" y="1749525"/>
                  </a:lnTo>
                  <a:lnTo>
                    <a:pt x="3832107" y="1744724"/>
                  </a:lnTo>
                  <a:lnTo>
                    <a:pt x="3751642" y="1738280"/>
                  </a:lnTo>
                  <a:lnTo>
                    <a:pt x="3662422" y="1730149"/>
                  </a:lnTo>
                  <a:lnTo>
                    <a:pt x="3568799" y="1720346"/>
                  </a:lnTo>
                  <a:lnTo>
                    <a:pt x="3474719" y="1708910"/>
                  </a:lnTo>
                  <a:lnTo>
                    <a:pt x="3383271" y="1695867"/>
                  </a:lnTo>
                  <a:lnTo>
                    <a:pt x="3296535" y="1681198"/>
                  </a:lnTo>
                  <a:lnTo>
                    <a:pt x="3215644" y="1664823"/>
                  </a:lnTo>
                  <a:lnTo>
                    <a:pt x="3140962" y="1646594"/>
                  </a:lnTo>
                  <a:lnTo>
                    <a:pt x="3072298" y="1626291"/>
                  </a:lnTo>
                  <a:lnTo>
                    <a:pt x="3009092" y="1603631"/>
                  </a:lnTo>
                  <a:lnTo>
                    <a:pt x="2950566" y="1578278"/>
                  </a:lnTo>
                  <a:lnTo>
                    <a:pt x="2895835" y="1549864"/>
                  </a:lnTo>
                  <a:lnTo>
                    <a:pt x="2843997" y="1518034"/>
                  </a:lnTo>
                  <a:lnTo>
                    <a:pt x="2794201" y="1482513"/>
                  </a:lnTo>
                  <a:lnTo>
                    <a:pt x="2770117" y="1463558"/>
                  </a:lnTo>
                  <a:lnTo>
                    <a:pt x="2726306" y="1426189"/>
                  </a:lnTo>
                  <a:lnTo>
                    <a:pt x="2682921" y="1385612"/>
                  </a:lnTo>
                  <a:lnTo>
                    <a:pt x="2639620" y="1341766"/>
                  </a:lnTo>
                  <a:lnTo>
                    <a:pt x="2596153" y="1294664"/>
                  </a:lnTo>
                  <a:lnTo>
                    <a:pt x="2552345" y="1244404"/>
                  </a:lnTo>
                  <a:lnTo>
                    <a:pt x="2508090" y="1191172"/>
                  </a:lnTo>
                  <a:lnTo>
                    <a:pt x="2463348" y="1135248"/>
                  </a:lnTo>
                  <a:lnTo>
                    <a:pt x="2418131" y="1077004"/>
                  </a:lnTo>
                  <a:lnTo>
                    <a:pt x="2372503" y="1016895"/>
                  </a:lnTo>
                  <a:lnTo>
                    <a:pt x="2326565" y="955446"/>
                  </a:lnTo>
                  <a:lnTo>
                    <a:pt x="2280445" y="893237"/>
                  </a:lnTo>
                  <a:lnTo>
                    <a:pt x="2234289" y="830879"/>
                  </a:lnTo>
                  <a:lnTo>
                    <a:pt x="2188245" y="768988"/>
                  </a:lnTo>
                  <a:lnTo>
                    <a:pt x="2142452" y="708161"/>
                  </a:lnTo>
                  <a:lnTo>
                    <a:pt x="2097026" y="648952"/>
                  </a:lnTo>
                  <a:lnTo>
                    <a:pt x="2052050" y="591853"/>
                  </a:lnTo>
                  <a:lnTo>
                    <a:pt x="2007560" y="537278"/>
                  </a:lnTo>
                  <a:lnTo>
                    <a:pt x="1963545" y="485550"/>
                  </a:lnTo>
                  <a:lnTo>
                    <a:pt x="1919930" y="436902"/>
                  </a:lnTo>
                  <a:lnTo>
                    <a:pt x="1876575" y="391473"/>
                  </a:lnTo>
                  <a:lnTo>
                    <a:pt x="1833268" y="349316"/>
                  </a:lnTo>
                  <a:lnTo>
                    <a:pt x="1789711" y="310406"/>
                  </a:lnTo>
                  <a:lnTo>
                    <a:pt x="1768425" y="292711"/>
                  </a:lnTo>
                  <a:lnTo>
                    <a:pt x="1719364" y="255320"/>
                  </a:lnTo>
                  <a:lnTo>
                    <a:pt x="1668635" y="221690"/>
                  </a:lnTo>
                  <a:lnTo>
                    <a:pt x="1615445" y="191630"/>
                  </a:lnTo>
                  <a:lnTo>
                    <a:pt x="1558909" y="164810"/>
                  </a:lnTo>
                  <a:lnTo>
                    <a:pt x="1498122" y="140863"/>
                  </a:lnTo>
                  <a:lnTo>
                    <a:pt x="1432242" y="119435"/>
                  </a:lnTo>
                  <a:lnTo>
                    <a:pt x="1360586" y="100212"/>
                  </a:lnTo>
                  <a:lnTo>
                    <a:pt x="1282757" y="82944"/>
                  </a:lnTo>
                  <a:lnTo>
                    <a:pt x="1198821" y="67446"/>
                  </a:lnTo>
                  <a:lnTo>
                    <a:pt x="1109504" y="53605"/>
                  </a:lnTo>
                  <a:lnTo>
                    <a:pt x="1016402" y="41374"/>
                  </a:lnTo>
                  <a:lnTo>
                    <a:pt x="922106" y="30759"/>
                  </a:lnTo>
                  <a:lnTo>
                    <a:pt x="830177" y="21797"/>
                  </a:lnTo>
                  <a:lnTo>
                    <a:pt x="744841" y="14520"/>
                  </a:lnTo>
                  <a:lnTo>
                    <a:pt x="670393" y="8918"/>
                  </a:lnTo>
                  <a:lnTo>
                    <a:pt x="610377" y="4903"/>
                  </a:lnTo>
                  <a:lnTo>
                    <a:pt x="566775" y="2293"/>
                  </a:lnTo>
                  <a:lnTo>
                    <a:pt x="539465" y="824"/>
                  </a:lnTo>
                  <a:lnTo>
                    <a:pt x="526090" y="174"/>
                  </a:lnTo>
                  <a:lnTo>
                    <a:pt x="522285" y="6"/>
                  </a:lnTo>
                  <a:lnTo>
                    <a:pt x="5221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174" name="pl174"/>
            <p:cNvSpPr/>
            <p:nvPr/>
          </p:nvSpPr>
          <p:spPr>
            <a:xfrm>
              <a:off x="386606" y="2326273"/>
              <a:ext cx="8554953" cy="1756270"/>
            </a:xfrm>
            <a:custGeom>
              <a:avLst/>
              <a:pathLst>
                <a:path w="8554953" h="1756270">
                  <a:moveTo>
                    <a:pt x="0" y="0"/>
                  </a:moveTo>
                  <a:lnTo>
                    <a:pt x="522133" y="0"/>
                  </a:lnTo>
                  <a:lnTo>
                    <a:pt x="523354" y="51"/>
                  </a:lnTo>
                  <a:lnTo>
                    <a:pt x="531341" y="421"/>
                  </a:lnTo>
                  <a:lnTo>
                    <a:pt x="551337" y="1444"/>
                  </a:lnTo>
                  <a:lnTo>
                    <a:pt x="586730" y="3452"/>
                  </a:lnTo>
                  <a:lnTo>
                    <a:pt x="638757" y="6744"/>
                  </a:lnTo>
                  <a:lnTo>
                    <a:pt x="706435" y="11546"/>
                  </a:lnTo>
                  <a:lnTo>
                    <a:pt x="786900" y="17989"/>
                  </a:lnTo>
                  <a:lnTo>
                    <a:pt x="876120" y="26120"/>
                  </a:lnTo>
                  <a:lnTo>
                    <a:pt x="969744" y="35923"/>
                  </a:lnTo>
                  <a:lnTo>
                    <a:pt x="1063824" y="47359"/>
                  </a:lnTo>
                  <a:lnTo>
                    <a:pt x="1155271" y="60402"/>
                  </a:lnTo>
                  <a:lnTo>
                    <a:pt x="1242007" y="75071"/>
                  </a:lnTo>
                  <a:lnTo>
                    <a:pt x="1322899" y="91446"/>
                  </a:lnTo>
                  <a:lnTo>
                    <a:pt x="1397580" y="109675"/>
                  </a:lnTo>
                  <a:lnTo>
                    <a:pt x="1466244" y="129978"/>
                  </a:lnTo>
                  <a:lnTo>
                    <a:pt x="1529450" y="152638"/>
                  </a:lnTo>
                  <a:lnTo>
                    <a:pt x="1587977" y="177991"/>
                  </a:lnTo>
                  <a:lnTo>
                    <a:pt x="1642707" y="206405"/>
                  </a:lnTo>
                  <a:lnTo>
                    <a:pt x="1694545" y="238235"/>
                  </a:lnTo>
                  <a:lnTo>
                    <a:pt x="1744341" y="273756"/>
                  </a:lnTo>
                  <a:lnTo>
                    <a:pt x="1768425" y="292711"/>
                  </a:lnTo>
                  <a:lnTo>
                    <a:pt x="1812236" y="330080"/>
                  </a:lnTo>
                  <a:lnTo>
                    <a:pt x="1855621" y="370657"/>
                  </a:lnTo>
                  <a:lnTo>
                    <a:pt x="1898922" y="414503"/>
                  </a:lnTo>
                  <a:lnTo>
                    <a:pt x="1942389" y="461605"/>
                  </a:lnTo>
                  <a:lnTo>
                    <a:pt x="1986198" y="511866"/>
                  </a:lnTo>
                  <a:lnTo>
                    <a:pt x="2030452" y="565097"/>
                  </a:lnTo>
                  <a:lnTo>
                    <a:pt x="2075195" y="621021"/>
                  </a:lnTo>
                  <a:lnTo>
                    <a:pt x="2120411" y="679265"/>
                  </a:lnTo>
                  <a:lnTo>
                    <a:pt x="2166039" y="739375"/>
                  </a:lnTo>
                  <a:lnTo>
                    <a:pt x="2211977" y="800823"/>
                  </a:lnTo>
                  <a:lnTo>
                    <a:pt x="2258097" y="863032"/>
                  </a:lnTo>
                  <a:lnTo>
                    <a:pt x="2304253" y="925390"/>
                  </a:lnTo>
                  <a:lnTo>
                    <a:pt x="2350297" y="987281"/>
                  </a:lnTo>
                  <a:lnTo>
                    <a:pt x="2396090" y="1048108"/>
                  </a:lnTo>
                  <a:lnTo>
                    <a:pt x="2441516" y="1107317"/>
                  </a:lnTo>
                  <a:lnTo>
                    <a:pt x="2486493" y="1164416"/>
                  </a:lnTo>
                  <a:lnTo>
                    <a:pt x="2530982" y="1218991"/>
                  </a:lnTo>
                  <a:lnTo>
                    <a:pt x="2574997" y="1270719"/>
                  </a:lnTo>
                  <a:lnTo>
                    <a:pt x="2618612" y="1319368"/>
                  </a:lnTo>
                  <a:lnTo>
                    <a:pt x="2661967" y="1364796"/>
                  </a:lnTo>
                  <a:lnTo>
                    <a:pt x="2705274" y="1406953"/>
                  </a:lnTo>
                  <a:lnTo>
                    <a:pt x="2748831" y="1445863"/>
                  </a:lnTo>
                  <a:lnTo>
                    <a:pt x="2770117" y="1463558"/>
                  </a:lnTo>
                  <a:lnTo>
                    <a:pt x="2819178" y="1500950"/>
                  </a:lnTo>
                  <a:lnTo>
                    <a:pt x="2869907" y="1534579"/>
                  </a:lnTo>
                  <a:lnTo>
                    <a:pt x="2923097" y="1564640"/>
                  </a:lnTo>
                  <a:lnTo>
                    <a:pt x="2979634" y="1591459"/>
                  </a:lnTo>
                  <a:lnTo>
                    <a:pt x="3040421" y="1615406"/>
                  </a:lnTo>
                  <a:lnTo>
                    <a:pt x="3106300" y="1636835"/>
                  </a:lnTo>
                  <a:lnTo>
                    <a:pt x="3177957" y="1656057"/>
                  </a:lnTo>
                  <a:lnTo>
                    <a:pt x="3255785" y="1673326"/>
                  </a:lnTo>
                  <a:lnTo>
                    <a:pt x="3339722" y="1688823"/>
                  </a:lnTo>
                  <a:lnTo>
                    <a:pt x="3429038" y="1702664"/>
                  </a:lnTo>
                  <a:lnTo>
                    <a:pt x="3522140" y="1714895"/>
                  </a:lnTo>
                  <a:lnTo>
                    <a:pt x="3616436" y="1725510"/>
                  </a:lnTo>
                  <a:lnTo>
                    <a:pt x="3708366" y="1734472"/>
                  </a:lnTo>
                  <a:lnTo>
                    <a:pt x="3793701" y="1741749"/>
                  </a:lnTo>
                  <a:lnTo>
                    <a:pt x="3868150" y="1747351"/>
                  </a:lnTo>
                  <a:lnTo>
                    <a:pt x="3928165" y="1751366"/>
                  </a:lnTo>
                  <a:lnTo>
                    <a:pt x="3971767" y="1753976"/>
                  </a:lnTo>
                  <a:lnTo>
                    <a:pt x="3999077" y="1755445"/>
                  </a:lnTo>
                  <a:lnTo>
                    <a:pt x="4012452" y="1756095"/>
                  </a:lnTo>
                  <a:lnTo>
                    <a:pt x="4016257" y="1756264"/>
                  </a:lnTo>
                  <a:lnTo>
                    <a:pt x="4016409" y="1756270"/>
                  </a:lnTo>
                  <a:lnTo>
                    <a:pt x="4538543" y="1756270"/>
                  </a:lnTo>
                  <a:lnTo>
                    <a:pt x="4539805" y="1756249"/>
                  </a:lnTo>
                  <a:lnTo>
                    <a:pt x="4548059" y="1756103"/>
                  </a:lnTo>
                  <a:lnTo>
                    <a:pt x="4568696" y="1755698"/>
                  </a:lnTo>
                  <a:lnTo>
                    <a:pt x="4605163" y="1754902"/>
                  </a:lnTo>
                  <a:lnTo>
                    <a:pt x="4658647" y="1753600"/>
                  </a:lnTo>
                  <a:lnTo>
                    <a:pt x="4728018" y="1751702"/>
                  </a:lnTo>
                  <a:lnTo>
                    <a:pt x="4810213" y="1749160"/>
                  </a:lnTo>
                  <a:lnTo>
                    <a:pt x="4901008" y="1745957"/>
                  </a:lnTo>
                  <a:lnTo>
                    <a:pt x="4995911" y="1742101"/>
                  </a:lnTo>
                  <a:lnTo>
                    <a:pt x="5090912" y="1737607"/>
                  </a:lnTo>
                  <a:lnTo>
                    <a:pt x="5182924" y="1732484"/>
                  </a:lnTo>
                  <a:lnTo>
                    <a:pt x="5269921" y="1726721"/>
                  </a:lnTo>
                  <a:lnTo>
                    <a:pt x="5350847" y="1720285"/>
                  </a:lnTo>
                  <a:lnTo>
                    <a:pt x="5425419" y="1713112"/>
                  </a:lnTo>
                  <a:lnTo>
                    <a:pt x="5493906" y="1705110"/>
                  </a:lnTo>
                  <a:lnTo>
                    <a:pt x="5556934" y="1696164"/>
                  </a:lnTo>
                  <a:lnTo>
                    <a:pt x="5615336" y="1686138"/>
                  </a:lnTo>
                  <a:lnTo>
                    <a:pt x="5670035" y="1674886"/>
                  </a:lnTo>
                  <a:lnTo>
                    <a:pt x="5721962" y="1662271"/>
                  </a:lnTo>
                  <a:lnTo>
                    <a:pt x="5771972" y="1648196"/>
                  </a:lnTo>
                  <a:lnTo>
                    <a:pt x="5784835" y="1644267"/>
                  </a:lnTo>
                  <a:lnTo>
                    <a:pt x="5836693" y="1627190"/>
                  </a:lnTo>
                  <a:lnTo>
                    <a:pt x="5888047" y="1608381"/>
                  </a:lnTo>
                  <a:lnTo>
                    <a:pt x="5939422" y="1587815"/>
                  </a:lnTo>
                  <a:lnTo>
                    <a:pt x="5991177" y="1565524"/>
                  </a:lnTo>
                  <a:lnTo>
                    <a:pt x="6043525" y="1541608"/>
                  </a:lnTo>
                  <a:lnTo>
                    <a:pt x="6096555" y="1516234"/>
                  </a:lnTo>
                  <a:lnTo>
                    <a:pt x="6150241" y="1489639"/>
                  </a:lnTo>
                  <a:lnTo>
                    <a:pt x="6204466" y="1462123"/>
                  </a:lnTo>
                  <a:lnTo>
                    <a:pt x="6259044" y="1434035"/>
                  </a:lnTo>
                  <a:lnTo>
                    <a:pt x="6313741" y="1405756"/>
                  </a:lnTo>
                  <a:lnTo>
                    <a:pt x="6368313" y="1377678"/>
                  </a:lnTo>
                  <a:lnTo>
                    <a:pt x="6422526" y="1350182"/>
                  </a:lnTo>
                  <a:lnTo>
                    <a:pt x="6476196" y="1323615"/>
                  </a:lnTo>
                  <a:lnTo>
                    <a:pt x="6529208" y="1298276"/>
                  </a:lnTo>
                  <a:lnTo>
                    <a:pt x="6581539" y="1274400"/>
                  </a:lnTo>
                  <a:lnTo>
                    <a:pt x="6633281" y="1252153"/>
                  </a:lnTo>
                  <a:lnTo>
                    <a:pt x="6684650" y="1231633"/>
                  </a:lnTo>
                  <a:lnTo>
                    <a:pt x="6736010" y="1212870"/>
                  </a:lnTo>
                  <a:lnTo>
                    <a:pt x="6786527" y="1196259"/>
                  </a:lnTo>
                  <a:lnTo>
                    <a:pt x="6836160" y="1181795"/>
                  </a:lnTo>
                  <a:lnTo>
                    <a:pt x="6887507" y="1168804"/>
                  </a:lnTo>
                  <a:lnTo>
                    <a:pt x="6941393" y="1157208"/>
                  </a:lnTo>
                  <a:lnTo>
                    <a:pt x="6998734" y="1146875"/>
                  </a:lnTo>
                  <a:lnTo>
                    <a:pt x="7060466" y="1137661"/>
                  </a:lnTo>
                  <a:lnTo>
                    <a:pt x="7127453" y="1129424"/>
                  </a:lnTo>
                  <a:lnTo>
                    <a:pt x="7200389" y="1122044"/>
                  </a:lnTo>
                  <a:lnTo>
                    <a:pt x="7279653" y="1115422"/>
                  </a:lnTo>
                  <a:lnTo>
                    <a:pt x="7365128" y="1109488"/>
                  </a:lnTo>
                  <a:lnTo>
                    <a:pt x="7455981" y="1104199"/>
                  </a:lnTo>
                  <a:lnTo>
                    <a:pt x="7550455" y="1099541"/>
                  </a:lnTo>
                  <a:lnTo>
                    <a:pt x="7645739" y="1095516"/>
                  </a:lnTo>
                  <a:lnTo>
                    <a:pt x="7738035" y="1092140"/>
                  </a:lnTo>
                  <a:lnTo>
                    <a:pt x="7822915" y="1089425"/>
                  </a:lnTo>
                  <a:lnTo>
                    <a:pt x="7896000" y="1087363"/>
                  </a:lnTo>
                  <a:lnTo>
                    <a:pt x="7953840" y="1085912"/>
                  </a:lnTo>
                  <a:lnTo>
                    <a:pt x="7994742" y="1084994"/>
                  </a:lnTo>
                  <a:lnTo>
                    <a:pt x="8019276" y="1084499"/>
                  </a:lnTo>
                  <a:lnTo>
                    <a:pt x="8030323" y="1084298"/>
                  </a:lnTo>
                  <a:lnTo>
                    <a:pt x="8032796" y="1084257"/>
                  </a:lnTo>
                  <a:lnTo>
                    <a:pt x="8032819" y="1084256"/>
                  </a:lnTo>
                  <a:lnTo>
                    <a:pt x="8554953" y="1084256"/>
                  </a:lnTo>
                  <a:lnTo>
                    <a:pt x="8554953" y="1084256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75" name="pl175"/>
            <p:cNvSpPr/>
            <p:nvPr/>
          </p:nvSpPr>
          <p:spPr>
            <a:xfrm>
              <a:off x="386606" y="2314979"/>
              <a:ext cx="8554953" cy="1756270"/>
            </a:xfrm>
            <a:custGeom>
              <a:avLst/>
              <a:pathLst>
                <a:path w="8554953" h="1756270">
                  <a:moveTo>
                    <a:pt x="8554953" y="1084256"/>
                  </a:moveTo>
                  <a:lnTo>
                    <a:pt x="8032819" y="1084256"/>
                  </a:lnTo>
                  <a:lnTo>
                    <a:pt x="8031557" y="1084277"/>
                  </a:lnTo>
                  <a:lnTo>
                    <a:pt x="8023303" y="1084423"/>
                  </a:lnTo>
                  <a:lnTo>
                    <a:pt x="8002666" y="1084828"/>
                  </a:lnTo>
                  <a:lnTo>
                    <a:pt x="7966199" y="1085624"/>
                  </a:lnTo>
                  <a:lnTo>
                    <a:pt x="7912714" y="1086926"/>
                  </a:lnTo>
                  <a:lnTo>
                    <a:pt x="7843344" y="1088824"/>
                  </a:lnTo>
                  <a:lnTo>
                    <a:pt x="7761149" y="1091366"/>
                  </a:lnTo>
                  <a:lnTo>
                    <a:pt x="7670354" y="1094569"/>
                  </a:lnTo>
                  <a:lnTo>
                    <a:pt x="7575450" y="1098425"/>
                  </a:lnTo>
                  <a:lnTo>
                    <a:pt x="7480450" y="1102919"/>
                  </a:lnTo>
                  <a:lnTo>
                    <a:pt x="7388438" y="1108043"/>
                  </a:lnTo>
                  <a:lnTo>
                    <a:pt x="7301441" y="1113805"/>
                  </a:lnTo>
                  <a:lnTo>
                    <a:pt x="7220515" y="1120241"/>
                  </a:lnTo>
                  <a:lnTo>
                    <a:pt x="7145943" y="1127415"/>
                  </a:lnTo>
                  <a:lnTo>
                    <a:pt x="7077456" y="1135416"/>
                  </a:lnTo>
                  <a:lnTo>
                    <a:pt x="7014428" y="1144362"/>
                  </a:lnTo>
                  <a:lnTo>
                    <a:pt x="6956026" y="1154388"/>
                  </a:lnTo>
                  <a:lnTo>
                    <a:pt x="6901327" y="1165640"/>
                  </a:lnTo>
                  <a:lnTo>
                    <a:pt x="6849400" y="1178255"/>
                  </a:lnTo>
                  <a:lnTo>
                    <a:pt x="6799390" y="1192331"/>
                  </a:lnTo>
                  <a:lnTo>
                    <a:pt x="6786527" y="1196259"/>
                  </a:lnTo>
                  <a:lnTo>
                    <a:pt x="6734669" y="1213336"/>
                  </a:lnTo>
                  <a:lnTo>
                    <a:pt x="6683315" y="1232145"/>
                  </a:lnTo>
                  <a:lnTo>
                    <a:pt x="6631940" y="1252711"/>
                  </a:lnTo>
                  <a:lnTo>
                    <a:pt x="6580185" y="1275002"/>
                  </a:lnTo>
                  <a:lnTo>
                    <a:pt x="6527837" y="1298918"/>
                  </a:lnTo>
                  <a:lnTo>
                    <a:pt x="6474807" y="1324292"/>
                  </a:lnTo>
                  <a:lnTo>
                    <a:pt x="6421121" y="1350887"/>
                  </a:lnTo>
                  <a:lnTo>
                    <a:pt x="6366896" y="1378403"/>
                  </a:lnTo>
                  <a:lnTo>
                    <a:pt x="6312318" y="1406491"/>
                  </a:lnTo>
                  <a:lnTo>
                    <a:pt x="6257621" y="1434770"/>
                  </a:lnTo>
                  <a:lnTo>
                    <a:pt x="6203049" y="1462848"/>
                  </a:lnTo>
                  <a:lnTo>
                    <a:pt x="6148836" y="1490344"/>
                  </a:lnTo>
                  <a:lnTo>
                    <a:pt x="6095166" y="1516911"/>
                  </a:lnTo>
                  <a:lnTo>
                    <a:pt x="6042154" y="1542250"/>
                  </a:lnTo>
                  <a:lnTo>
                    <a:pt x="5989822" y="1566126"/>
                  </a:lnTo>
                  <a:lnTo>
                    <a:pt x="5938081" y="1588373"/>
                  </a:lnTo>
                  <a:lnTo>
                    <a:pt x="5886712" y="1608893"/>
                  </a:lnTo>
                  <a:lnTo>
                    <a:pt x="5835352" y="1627656"/>
                  </a:lnTo>
                  <a:lnTo>
                    <a:pt x="5784835" y="1644267"/>
                  </a:lnTo>
                  <a:lnTo>
                    <a:pt x="5735202" y="1658731"/>
                  </a:lnTo>
                  <a:lnTo>
                    <a:pt x="5683855" y="1671722"/>
                  </a:lnTo>
                  <a:lnTo>
                    <a:pt x="5629969" y="1683318"/>
                  </a:lnTo>
                  <a:lnTo>
                    <a:pt x="5572628" y="1693651"/>
                  </a:lnTo>
                  <a:lnTo>
                    <a:pt x="5510896" y="1702865"/>
                  </a:lnTo>
                  <a:lnTo>
                    <a:pt x="5443909" y="1711102"/>
                  </a:lnTo>
                  <a:lnTo>
                    <a:pt x="5370973" y="1718482"/>
                  </a:lnTo>
                  <a:lnTo>
                    <a:pt x="5291709" y="1725104"/>
                  </a:lnTo>
                  <a:lnTo>
                    <a:pt x="5206234" y="1731038"/>
                  </a:lnTo>
                  <a:lnTo>
                    <a:pt x="5115380" y="1736327"/>
                  </a:lnTo>
                  <a:lnTo>
                    <a:pt x="5020907" y="1740986"/>
                  </a:lnTo>
                  <a:lnTo>
                    <a:pt x="4925623" y="1745010"/>
                  </a:lnTo>
                  <a:lnTo>
                    <a:pt x="4833327" y="1748386"/>
                  </a:lnTo>
                  <a:lnTo>
                    <a:pt x="4748447" y="1751101"/>
                  </a:lnTo>
                  <a:lnTo>
                    <a:pt x="4675362" y="1753163"/>
                  </a:lnTo>
                  <a:lnTo>
                    <a:pt x="4617522" y="1754615"/>
                  </a:lnTo>
                  <a:lnTo>
                    <a:pt x="4576620" y="1755532"/>
                  </a:lnTo>
                  <a:lnTo>
                    <a:pt x="4552086" y="1756027"/>
                  </a:lnTo>
                  <a:lnTo>
                    <a:pt x="4541039" y="1756228"/>
                  </a:lnTo>
                  <a:lnTo>
                    <a:pt x="4538566" y="1756269"/>
                  </a:lnTo>
                  <a:lnTo>
                    <a:pt x="4538543" y="1756270"/>
                  </a:lnTo>
                  <a:lnTo>
                    <a:pt x="4016409" y="1756270"/>
                  </a:lnTo>
                  <a:lnTo>
                    <a:pt x="4015189" y="1756218"/>
                  </a:lnTo>
                  <a:lnTo>
                    <a:pt x="4007201" y="1755848"/>
                  </a:lnTo>
                  <a:lnTo>
                    <a:pt x="3987206" y="1754826"/>
                  </a:lnTo>
                  <a:lnTo>
                    <a:pt x="3951813" y="1752817"/>
                  </a:lnTo>
                  <a:lnTo>
                    <a:pt x="3899785" y="1749525"/>
                  </a:lnTo>
                  <a:lnTo>
                    <a:pt x="3832107" y="1744724"/>
                  </a:lnTo>
                  <a:lnTo>
                    <a:pt x="3751642" y="1738280"/>
                  </a:lnTo>
                  <a:lnTo>
                    <a:pt x="3662422" y="1730149"/>
                  </a:lnTo>
                  <a:lnTo>
                    <a:pt x="3568799" y="1720346"/>
                  </a:lnTo>
                  <a:lnTo>
                    <a:pt x="3474719" y="1708910"/>
                  </a:lnTo>
                  <a:lnTo>
                    <a:pt x="3383271" y="1695867"/>
                  </a:lnTo>
                  <a:lnTo>
                    <a:pt x="3296535" y="1681198"/>
                  </a:lnTo>
                  <a:lnTo>
                    <a:pt x="3215644" y="1664823"/>
                  </a:lnTo>
                  <a:lnTo>
                    <a:pt x="3140962" y="1646594"/>
                  </a:lnTo>
                  <a:lnTo>
                    <a:pt x="3072298" y="1626291"/>
                  </a:lnTo>
                  <a:lnTo>
                    <a:pt x="3009092" y="1603631"/>
                  </a:lnTo>
                  <a:lnTo>
                    <a:pt x="2950566" y="1578278"/>
                  </a:lnTo>
                  <a:lnTo>
                    <a:pt x="2895835" y="1549864"/>
                  </a:lnTo>
                  <a:lnTo>
                    <a:pt x="2843997" y="1518034"/>
                  </a:lnTo>
                  <a:lnTo>
                    <a:pt x="2794201" y="1482513"/>
                  </a:lnTo>
                  <a:lnTo>
                    <a:pt x="2770117" y="1463558"/>
                  </a:lnTo>
                  <a:lnTo>
                    <a:pt x="2726306" y="1426189"/>
                  </a:lnTo>
                  <a:lnTo>
                    <a:pt x="2682921" y="1385612"/>
                  </a:lnTo>
                  <a:lnTo>
                    <a:pt x="2639620" y="1341766"/>
                  </a:lnTo>
                  <a:lnTo>
                    <a:pt x="2596153" y="1294664"/>
                  </a:lnTo>
                  <a:lnTo>
                    <a:pt x="2552345" y="1244404"/>
                  </a:lnTo>
                  <a:lnTo>
                    <a:pt x="2508090" y="1191172"/>
                  </a:lnTo>
                  <a:lnTo>
                    <a:pt x="2463348" y="1135248"/>
                  </a:lnTo>
                  <a:lnTo>
                    <a:pt x="2418131" y="1077004"/>
                  </a:lnTo>
                  <a:lnTo>
                    <a:pt x="2372503" y="1016895"/>
                  </a:lnTo>
                  <a:lnTo>
                    <a:pt x="2326565" y="955446"/>
                  </a:lnTo>
                  <a:lnTo>
                    <a:pt x="2280445" y="893237"/>
                  </a:lnTo>
                  <a:lnTo>
                    <a:pt x="2234289" y="830879"/>
                  </a:lnTo>
                  <a:lnTo>
                    <a:pt x="2188245" y="768988"/>
                  </a:lnTo>
                  <a:lnTo>
                    <a:pt x="2142452" y="708161"/>
                  </a:lnTo>
                  <a:lnTo>
                    <a:pt x="2097026" y="648952"/>
                  </a:lnTo>
                  <a:lnTo>
                    <a:pt x="2052050" y="591853"/>
                  </a:lnTo>
                  <a:lnTo>
                    <a:pt x="2007560" y="537278"/>
                  </a:lnTo>
                  <a:lnTo>
                    <a:pt x="1963545" y="485550"/>
                  </a:lnTo>
                  <a:lnTo>
                    <a:pt x="1919930" y="436902"/>
                  </a:lnTo>
                  <a:lnTo>
                    <a:pt x="1876575" y="391473"/>
                  </a:lnTo>
                  <a:lnTo>
                    <a:pt x="1833268" y="349316"/>
                  </a:lnTo>
                  <a:lnTo>
                    <a:pt x="1789711" y="310406"/>
                  </a:lnTo>
                  <a:lnTo>
                    <a:pt x="1768425" y="292711"/>
                  </a:lnTo>
                  <a:lnTo>
                    <a:pt x="1719364" y="255320"/>
                  </a:lnTo>
                  <a:lnTo>
                    <a:pt x="1668635" y="221690"/>
                  </a:lnTo>
                  <a:lnTo>
                    <a:pt x="1615445" y="191630"/>
                  </a:lnTo>
                  <a:lnTo>
                    <a:pt x="1558909" y="164810"/>
                  </a:lnTo>
                  <a:lnTo>
                    <a:pt x="1498122" y="140863"/>
                  </a:lnTo>
                  <a:lnTo>
                    <a:pt x="1432242" y="119435"/>
                  </a:lnTo>
                  <a:lnTo>
                    <a:pt x="1360586" y="100212"/>
                  </a:lnTo>
                  <a:lnTo>
                    <a:pt x="1282757" y="82944"/>
                  </a:lnTo>
                  <a:lnTo>
                    <a:pt x="1198821" y="67446"/>
                  </a:lnTo>
                  <a:lnTo>
                    <a:pt x="1109504" y="53605"/>
                  </a:lnTo>
                  <a:lnTo>
                    <a:pt x="1016402" y="41374"/>
                  </a:lnTo>
                  <a:lnTo>
                    <a:pt x="922106" y="30759"/>
                  </a:lnTo>
                  <a:lnTo>
                    <a:pt x="830177" y="21797"/>
                  </a:lnTo>
                  <a:lnTo>
                    <a:pt x="744841" y="14520"/>
                  </a:lnTo>
                  <a:lnTo>
                    <a:pt x="670393" y="8918"/>
                  </a:lnTo>
                  <a:lnTo>
                    <a:pt x="610377" y="4903"/>
                  </a:lnTo>
                  <a:lnTo>
                    <a:pt x="566775" y="2293"/>
                  </a:lnTo>
                  <a:lnTo>
                    <a:pt x="539465" y="824"/>
                  </a:lnTo>
                  <a:lnTo>
                    <a:pt x="526090" y="174"/>
                  </a:lnTo>
                  <a:lnTo>
                    <a:pt x="522285" y="6"/>
                  </a:lnTo>
                  <a:lnTo>
                    <a:pt x="522133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76" name="pg176"/>
            <p:cNvSpPr/>
            <p:nvPr/>
          </p:nvSpPr>
          <p:spPr>
            <a:xfrm>
              <a:off x="386606" y="2326273"/>
              <a:ext cx="8554953" cy="1767564"/>
            </a:xfrm>
            <a:custGeom>
              <a:avLst/>
              <a:pathLst>
                <a:path w="8554953" h="1767564">
                  <a:moveTo>
                    <a:pt x="0" y="5647"/>
                  </a:moveTo>
                  <a:lnTo>
                    <a:pt x="522133" y="5647"/>
                  </a:lnTo>
                  <a:lnTo>
                    <a:pt x="523353" y="5699"/>
                  </a:lnTo>
                  <a:lnTo>
                    <a:pt x="531339" y="6069"/>
                  </a:lnTo>
                  <a:lnTo>
                    <a:pt x="551330" y="7095"/>
                  </a:lnTo>
                  <a:lnTo>
                    <a:pt x="586715" y="9110"/>
                  </a:lnTo>
                  <a:lnTo>
                    <a:pt x="638732" y="12412"/>
                  </a:lnTo>
                  <a:lnTo>
                    <a:pt x="706397" y="17227"/>
                  </a:lnTo>
                  <a:lnTo>
                    <a:pt x="786849" y="23690"/>
                  </a:lnTo>
                  <a:lnTo>
                    <a:pt x="876058" y="31845"/>
                  </a:lnTo>
                  <a:lnTo>
                    <a:pt x="969672" y="41678"/>
                  </a:lnTo>
                  <a:lnTo>
                    <a:pt x="1063745" y="53148"/>
                  </a:lnTo>
                  <a:lnTo>
                    <a:pt x="1155188" y="66231"/>
                  </a:lnTo>
                  <a:lnTo>
                    <a:pt x="1241922" y="80944"/>
                  </a:lnTo>
                  <a:lnTo>
                    <a:pt x="1322813" y="97368"/>
                  </a:lnTo>
                  <a:lnTo>
                    <a:pt x="1397496" y="115652"/>
                  </a:lnTo>
                  <a:lnTo>
                    <a:pt x="1466161" y="136016"/>
                  </a:lnTo>
                  <a:lnTo>
                    <a:pt x="1529368" y="158744"/>
                  </a:lnTo>
                  <a:lnTo>
                    <a:pt x="1587896" y="184172"/>
                  </a:lnTo>
                  <a:lnTo>
                    <a:pt x="1642627" y="212670"/>
                  </a:lnTo>
                  <a:lnTo>
                    <a:pt x="1694464" y="244595"/>
                  </a:lnTo>
                  <a:lnTo>
                    <a:pt x="1744258" y="280221"/>
                  </a:lnTo>
                  <a:lnTo>
                    <a:pt x="1768425" y="299300"/>
                  </a:lnTo>
                  <a:lnTo>
                    <a:pt x="1812196" y="336752"/>
                  </a:lnTo>
                  <a:lnTo>
                    <a:pt x="1855541" y="377417"/>
                  </a:lnTo>
                  <a:lnTo>
                    <a:pt x="1898801" y="421356"/>
                  </a:lnTo>
                  <a:lnTo>
                    <a:pt x="1942227" y="468555"/>
                  </a:lnTo>
                  <a:lnTo>
                    <a:pt x="1985993" y="518918"/>
                  </a:lnTo>
                  <a:lnTo>
                    <a:pt x="2030204" y="572257"/>
                  </a:lnTo>
                  <a:lnTo>
                    <a:pt x="2074902" y="628293"/>
                  </a:lnTo>
                  <a:lnTo>
                    <a:pt x="2120074" y="686655"/>
                  </a:lnTo>
                  <a:lnTo>
                    <a:pt x="2165656" y="746889"/>
                  </a:lnTo>
                  <a:lnTo>
                    <a:pt x="2211550" y="808469"/>
                  </a:lnTo>
                  <a:lnTo>
                    <a:pt x="2257626" y="870815"/>
                  </a:lnTo>
                  <a:lnTo>
                    <a:pt x="2303740" y="933318"/>
                  </a:lnTo>
                  <a:lnTo>
                    <a:pt x="2349743" y="995359"/>
                  </a:lnTo>
                  <a:lnTo>
                    <a:pt x="2395497" y="1056342"/>
                  </a:lnTo>
                  <a:lnTo>
                    <a:pt x="2440887" y="1115712"/>
                  </a:lnTo>
                  <a:lnTo>
                    <a:pt x="2485829" y="1172974"/>
                  </a:lnTo>
                  <a:lnTo>
                    <a:pt x="2530284" y="1227716"/>
                  </a:lnTo>
                  <a:lnTo>
                    <a:pt x="2574266" y="1279611"/>
                  </a:lnTo>
                  <a:lnTo>
                    <a:pt x="2617846" y="1328425"/>
                  </a:lnTo>
                  <a:lnTo>
                    <a:pt x="2661164" y="1374016"/>
                  </a:lnTo>
                  <a:lnTo>
                    <a:pt x="2704429" y="1416332"/>
                  </a:lnTo>
                  <a:lnTo>
                    <a:pt x="2747937" y="1455395"/>
                  </a:lnTo>
                  <a:lnTo>
                    <a:pt x="2770117" y="1473911"/>
                  </a:lnTo>
                  <a:lnTo>
                    <a:pt x="2819174" y="1511420"/>
                  </a:lnTo>
                  <a:lnTo>
                    <a:pt x="2869898" y="1545155"/>
                  </a:lnTo>
                  <a:lnTo>
                    <a:pt x="2923083" y="1575311"/>
                  </a:lnTo>
                  <a:lnTo>
                    <a:pt x="2979614" y="1602215"/>
                  </a:lnTo>
                  <a:lnTo>
                    <a:pt x="3040394" y="1626238"/>
                  </a:lnTo>
                  <a:lnTo>
                    <a:pt x="3106266" y="1647735"/>
                  </a:lnTo>
                  <a:lnTo>
                    <a:pt x="3177913" y="1667019"/>
                  </a:lnTo>
                  <a:lnTo>
                    <a:pt x="3255731" y="1684342"/>
                  </a:lnTo>
                  <a:lnTo>
                    <a:pt x="3339656" y="1699890"/>
                  </a:lnTo>
                  <a:lnTo>
                    <a:pt x="3428961" y="1713775"/>
                  </a:lnTo>
                  <a:lnTo>
                    <a:pt x="3522053" y="1726046"/>
                  </a:lnTo>
                  <a:lnTo>
                    <a:pt x="3616341" y="1736696"/>
                  </a:lnTo>
                  <a:lnTo>
                    <a:pt x="3708268" y="1745688"/>
                  </a:lnTo>
                  <a:lnTo>
                    <a:pt x="3793607" y="1752989"/>
                  </a:lnTo>
                  <a:lnTo>
                    <a:pt x="3868064" y="1758611"/>
                  </a:lnTo>
                  <a:lnTo>
                    <a:pt x="3928095" y="1762640"/>
                  </a:lnTo>
                  <a:lnTo>
                    <a:pt x="3971716" y="1765260"/>
                  </a:lnTo>
                  <a:lnTo>
                    <a:pt x="3999047" y="1766736"/>
                  </a:lnTo>
                  <a:lnTo>
                    <a:pt x="4012440" y="1767389"/>
                  </a:lnTo>
                  <a:lnTo>
                    <a:pt x="4016256" y="1767558"/>
                  </a:lnTo>
                  <a:lnTo>
                    <a:pt x="4016409" y="1767564"/>
                  </a:lnTo>
                  <a:lnTo>
                    <a:pt x="4538543" y="1767564"/>
                  </a:lnTo>
                  <a:lnTo>
                    <a:pt x="4539811" y="1767555"/>
                  </a:lnTo>
                  <a:lnTo>
                    <a:pt x="4548102" y="1767488"/>
                  </a:lnTo>
                  <a:lnTo>
                    <a:pt x="4568831" y="1767303"/>
                  </a:lnTo>
                  <a:lnTo>
                    <a:pt x="4605451" y="1766941"/>
                  </a:lnTo>
                  <a:lnTo>
                    <a:pt x="4659141" y="1766347"/>
                  </a:lnTo>
                  <a:lnTo>
                    <a:pt x="4728751" y="1765482"/>
                  </a:lnTo>
                  <a:lnTo>
                    <a:pt x="4811189" y="1764323"/>
                  </a:lnTo>
                  <a:lnTo>
                    <a:pt x="4902204" y="1762864"/>
                  </a:lnTo>
                  <a:lnTo>
                    <a:pt x="4997285" y="1761107"/>
                  </a:lnTo>
                  <a:lnTo>
                    <a:pt x="5092411" y="1759060"/>
                  </a:lnTo>
                  <a:lnTo>
                    <a:pt x="5184500" y="1756727"/>
                  </a:lnTo>
                  <a:lnTo>
                    <a:pt x="5271530" y="1754103"/>
                  </a:lnTo>
                  <a:lnTo>
                    <a:pt x="5352459" y="1751171"/>
                  </a:lnTo>
                  <a:lnTo>
                    <a:pt x="5427014" y="1747903"/>
                  </a:lnTo>
                  <a:lnTo>
                    <a:pt x="5495476" y="1744257"/>
                  </a:lnTo>
                  <a:lnTo>
                    <a:pt x="5558480" y="1740180"/>
                  </a:lnTo>
                  <a:lnTo>
                    <a:pt x="5616865" y="1735609"/>
                  </a:lnTo>
                  <a:lnTo>
                    <a:pt x="5671562" y="1730478"/>
                  </a:lnTo>
                  <a:lnTo>
                    <a:pt x="5723503" y="1724725"/>
                  </a:lnTo>
                  <a:lnTo>
                    <a:pt x="5773546" y="1718307"/>
                  </a:lnTo>
                  <a:lnTo>
                    <a:pt x="5784835" y="1716740"/>
                  </a:lnTo>
                  <a:lnTo>
                    <a:pt x="5838553" y="1708696"/>
                  </a:lnTo>
                  <a:lnTo>
                    <a:pt x="5891754" y="1699807"/>
                  </a:lnTo>
                  <a:lnTo>
                    <a:pt x="5945009" y="1690063"/>
                  </a:lnTo>
                  <a:lnTo>
                    <a:pt x="5998703" y="1679483"/>
                  </a:lnTo>
                  <a:lnTo>
                    <a:pt x="6053055" y="1668120"/>
                  </a:lnTo>
                  <a:lnTo>
                    <a:pt x="6108141" y="1656066"/>
                  </a:lnTo>
                  <a:lnTo>
                    <a:pt x="6163912" y="1643447"/>
                  </a:lnTo>
                  <a:lnTo>
                    <a:pt x="6220217" y="1630421"/>
                  </a:lnTo>
                  <a:lnTo>
                    <a:pt x="6276831" y="1617168"/>
                  </a:lnTo>
                  <a:lnTo>
                    <a:pt x="6333487" y="1603884"/>
                  </a:lnTo>
                  <a:lnTo>
                    <a:pt x="6389915" y="1590766"/>
                  </a:lnTo>
                  <a:lnTo>
                    <a:pt x="6445873" y="1578001"/>
                  </a:lnTo>
                  <a:lnTo>
                    <a:pt x="6501184" y="1565756"/>
                  </a:lnTo>
                  <a:lnTo>
                    <a:pt x="6555763" y="1554166"/>
                  </a:lnTo>
                  <a:lnTo>
                    <a:pt x="6609646" y="1543334"/>
                  </a:lnTo>
                  <a:lnTo>
                    <a:pt x="6663005" y="1533325"/>
                  </a:lnTo>
                  <a:lnTo>
                    <a:pt x="6716171" y="1524169"/>
                  </a:lnTo>
                  <a:lnTo>
                    <a:pt x="6769653" y="1515864"/>
                  </a:lnTo>
                  <a:lnTo>
                    <a:pt x="6786527" y="1513441"/>
                  </a:lnTo>
                  <a:lnTo>
                    <a:pt x="6836240" y="1506868"/>
                  </a:lnTo>
                  <a:lnTo>
                    <a:pt x="6887675" y="1500965"/>
                  </a:lnTo>
                  <a:lnTo>
                    <a:pt x="6941658" y="1495697"/>
                  </a:lnTo>
                  <a:lnTo>
                    <a:pt x="6999114" y="1491004"/>
                  </a:lnTo>
                  <a:lnTo>
                    <a:pt x="7060979" y="1486819"/>
                  </a:lnTo>
                  <a:lnTo>
                    <a:pt x="7128123" y="1483079"/>
                  </a:lnTo>
                  <a:lnTo>
                    <a:pt x="7201240" y="1479729"/>
                  </a:lnTo>
                  <a:lnTo>
                    <a:pt x="7280707" y="1476723"/>
                  </a:lnTo>
                  <a:lnTo>
                    <a:pt x="7366399" y="1474030"/>
                  </a:lnTo>
                  <a:lnTo>
                    <a:pt x="7457468" y="1471631"/>
                  </a:lnTo>
                  <a:lnTo>
                    <a:pt x="7552131" y="1469518"/>
                  </a:lnTo>
                  <a:lnTo>
                    <a:pt x="7647549" y="1467694"/>
                  </a:lnTo>
                  <a:lnTo>
                    <a:pt x="7739888" y="1466166"/>
                  </a:lnTo>
                  <a:lnTo>
                    <a:pt x="7824693" y="1464938"/>
                  </a:lnTo>
                  <a:lnTo>
                    <a:pt x="7897574" y="1464008"/>
                  </a:lnTo>
                  <a:lnTo>
                    <a:pt x="7955098" y="1463354"/>
                  </a:lnTo>
                  <a:lnTo>
                    <a:pt x="7995616" y="1462943"/>
                  </a:lnTo>
                  <a:lnTo>
                    <a:pt x="8019763" y="1462723"/>
                  </a:lnTo>
                  <a:lnTo>
                    <a:pt x="8030494" y="1462634"/>
                  </a:lnTo>
                  <a:lnTo>
                    <a:pt x="8032819" y="1462617"/>
                  </a:lnTo>
                  <a:lnTo>
                    <a:pt x="8554953" y="1462617"/>
                  </a:lnTo>
                  <a:lnTo>
                    <a:pt x="8554953" y="1456970"/>
                  </a:lnTo>
                  <a:lnTo>
                    <a:pt x="8032819" y="1456970"/>
                  </a:lnTo>
                  <a:lnTo>
                    <a:pt x="8031551" y="1456979"/>
                  </a:lnTo>
                  <a:lnTo>
                    <a:pt x="8023260" y="1457046"/>
                  </a:lnTo>
                  <a:lnTo>
                    <a:pt x="8002531" y="1457230"/>
                  </a:lnTo>
                  <a:lnTo>
                    <a:pt x="7965911" y="1457593"/>
                  </a:lnTo>
                  <a:lnTo>
                    <a:pt x="7912221" y="1458187"/>
                  </a:lnTo>
                  <a:lnTo>
                    <a:pt x="7842611" y="1459052"/>
                  </a:lnTo>
                  <a:lnTo>
                    <a:pt x="7760173" y="1460210"/>
                  </a:lnTo>
                  <a:lnTo>
                    <a:pt x="7669158" y="1461670"/>
                  </a:lnTo>
                  <a:lnTo>
                    <a:pt x="7574077" y="1463427"/>
                  </a:lnTo>
                  <a:lnTo>
                    <a:pt x="7478951" y="1465473"/>
                  </a:lnTo>
                  <a:lnTo>
                    <a:pt x="7386862" y="1467807"/>
                  </a:lnTo>
                  <a:lnTo>
                    <a:pt x="7299831" y="1470431"/>
                  </a:lnTo>
                  <a:lnTo>
                    <a:pt x="7218903" y="1473363"/>
                  </a:lnTo>
                  <a:lnTo>
                    <a:pt x="7144347" y="1476631"/>
                  </a:lnTo>
                  <a:lnTo>
                    <a:pt x="7075886" y="1480277"/>
                  </a:lnTo>
                  <a:lnTo>
                    <a:pt x="7012882" y="1484354"/>
                  </a:lnTo>
                  <a:lnTo>
                    <a:pt x="6954497" y="1488925"/>
                  </a:lnTo>
                  <a:lnTo>
                    <a:pt x="6899800" y="1494056"/>
                  </a:lnTo>
                  <a:lnTo>
                    <a:pt x="6847859" y="1499808"/>
                  </a:lnTo>
                  <a:lnTo>
                    <a:pt x="6797816" y="1506227"/>
                  </a:lnTo>
                  <a:lnTo>
                    <a:pt x="6786527" y="1507794"/>
                  </a:lnTo>
                  <a:lnTo>
                    <a:pt x="6732809" y="1515838"/>
                  </a:lnTo>
                  <a:lnTo>
                    <a:pt x="6679608" y="1524726"/>
                  </a:lnTo>
                  <a:lnTo>
                    <a:pt x="6626353" y="1534470"/>
                  </a:lnTo>
                  <a:lnTo>
                    <a:pt x="6572659" y="1545051"/>
                  </a:lnTo>
                  <a:lnTo>
                    <a:pt x="6518307" y="1556413"/>
                  </a:lnTo>
                  <a:lnTo>
                    <a:pt x="6463221" y="1568467"/>
                  </a:lnTo>
                  <a:lnTo>
                    <a:pt x="6407450" y="1581086"/>
                  </a:lnTo>
                  <a:lnTo>
                    <a:pt x="6351145" y="1594113"/>
                  </a:lnTo>
                  <a:lnTo>
                    <a:pt x="6294531" y="1607366"/>
                  </a:lnTo>
                  <a:lnTo>
                    <a:pt x="6237875" y="1620650"/>
                  </a:lnTo>
                  <a:lnTo>
                    <a:pt x="6181447" y="1633768"/>
                  </a:lnTo>
                  <a:lnTo>
                    <a:pt x="6125489" y="1646533"/>
                  </a:lnTo>
                  <a:lnTo>
                    <a:pt x="6070178" y="1658778"/>
                  </a:lnTo>
                  <a:lnTo>
                    <a:pt x="6015599" y="1670368"/>
                  </a:lnTo>
                  <a:lnTo>
                    <a:pt x="5961716" y="1681200"/>
                  </a:lnTo>
                  <a:lnTo>
                    <a:pt x="5908357" y="1691209"/>
                  </a:lnTo>
                  <a:lnTo>
                    <a:pt x="5855191" y="1700365"/>
                  </a:lnTo>
                  <a:lnTo>
                    <a:pt x="5801709" y="1708669"/>
                  </a:lnTo>
                  <a:lnTo>
                    <a:pt x="5784835" y="1711092"/>
                  </a:lnTo>
                  <a:lnTo>
                    <a:pt x="5735122" y="1717665"/>
                  </a:lnTo>
                  <a:lnTo>
                    <a:pt x="5683687" y="1723568"/>
                  </a:lnTo>
                  <a:lnTo>
                    <a:pt x="5629704" y="1728837"/>
                  </a:lnTo>
                  <a:lnTo>
                    <a:pt x="5572248" y="1733530"/>
                  </a:lnTo>
                  <a:lnTo>
                    <a:pt x="5510383" y="1737715"/>
                  </a:lnTo>
                  <a:lnTo>
                    <a:pt x="5443239" y="1741454"/>
                  </a:lnTo>
                  <a:lnTo>
                    <a:pt x="5370122" y="1744805"/>
                  </a:lnTo>
                  <a:lnTo>
                    <a:pt x="5290655" y="1747811"/>
                  </a:lnTo>
                  <a:lnTo>
                    <a:pt x="5204963" y="1750504"/>
                  </a:lnTo>
                  <a:lnTo>
                    <a:pt x="5113894" y="1752903"/>
                  </a:lnTo>
                  <a:lnTo>
                    <a:pt x="5019231" y="1755016"/>
                  </a:lnTo>
                  <a:lnTo>
                    <a:pt x="4923813" y="1756840"/>
                  </a:lnTo>
                  <a:lnTo>
                    <a:pt x="4831474" y="1758368"/>
                  </a:lnTo>
                  <a:lnTo>
                    <a:pt x="4746669" y="1759595"/>
                  </a:lnTo>
                  <a:lnTo>
                    <a:pt x="4673788" y="1760526"/>
                  </a:lnTo>
                  <a:lnTo>
                    <a:pt x="4616264" y="1761179"/>
                  </a:lnTo>
                  <a:lnTo>
                    <a:pt x="4575746" y="1761591"/>
                  </a:lnTo>
                  <a:lnTo>
                    <a:pt x="4551599" y="1761811"/>
                  </a:lnTo>
                  <a:lnTo>
                    <a:pt x="4540868" y="1761899"/>
                  </a:lnTo>
                  <a:lnTo>
                    <a:pt x="4538543" y="1761917"/>
                  </a:lnTo>
                  <a:lnTo>
                    <a:pt x="4016409" y="1761917"/>
                  </a:lnTo>
                  <a:lnTo>
                    <a:pt x="4015189" y="1761865"/>
                  </a:lnTo>
                  <a:lnTo>
                    <a:pt x="4007203" y="1761494"/>
                  </a:lnTo>
                  <a:lnTo>
                    <a:pt x="3987212" y="1760469"/>
                  </a:lnTo>
                  <a:lnTo>
                    <a:pt x="3951827" y="1758454"/>
                  </a:lnTo>
                  <a:lnTo>
                    <a:pt x="3899810" y="1755152"/>
                  </a:lnTo>
                  <a:lnTo>
                    <a:pt x="3832145" y="1750337"/>
                  </a:lnTo>
                  <a:lnTo>
                    <a:pt x="3751693" y="1743874"/>
                  </a:lnTo>
                  <a:lnTo>
                    <a:pt x="3662484" y="1735718"/>
                  </a:lnTo>
                  <a:lnTo>
                    <a:pt x="3568870" y="1725886"/>
                  </a:lnTo>
                  <a:lnTo>
                    <a:pt x="3474797" y="1714415"/>
                  </a:lnTo>
                  <a:lnTo>
                    <a:pt x="3383354" y="1701333"/>
                  </a:lnTo>
                  <a:lnTo>
                    <a:pt x="3296620" y="1686620"/>
                  </a:lnTo>
                  <a:lnTo>
                    <a:pt x="3215729" y="1670196"/>
                  </a:lnTo>
                  <a:lnTo>
                    <a:pt x="3141046" y="1651911"/>
                  </a:lnTo>
                  <a:lnTo>
                    <a:pt x="3072381" y="1631548"/>
                  </a:lnTo>
                  <a:lnTo>
                    <a:pt x="3009174" y="1608820"/>
                  </a:lnTo>
                  <a:lnTo>
                    <a:pt x="2950646" y="1583391"/>
                  </a:lnTo>
                  <a:lnTo>
                    <a:pt x="2895916" y="1554893"/>
                  </a:lnTo>
                  <a:lnTo>
                    <a:pt x="2844078" y="1522969"/>
                  </a:lnTo>
                  <a:lnTo>
                    <a:pt x="2794284" y="1487343"/>
                  </a:lnTo>
                  <a:lnTo>
                    <a:pt x="2770117" y="1468264"/>
                  </a:lnTo>
                  <a:lnTo>
                    <a:pt x="2726347" y="1430811"/>
                  </a:lnTo>
                  <a:lnTo>
                    <a:pt x="2683001" y="1390146"/>
                  </a:lnTo>
                  <a:lnTo>
                    <a:pt x="2639741" y="1346207"/>
                  </a:lnTo>
                  <a:lnTo>
                    <a:pt x="2596315" y="1299008"/>
                  </a:lnTo>
                  <a:lnTo>
                    <a:pt x="2552549" y="1248646"/>
                  </a:lnTo>
                  <a:lnTo>
                    <a:pt x="2508338" y="1195307"/>
                  </a:lnTo>
                  <a:lnTo>
                    <a:pt x="2463640" y="1139271"/>
                  </a:lnTo>
                  <a:lnTo>
                    <a:pt x="2418468" y="1080908"/>
                  </a:lnTo>
                  <a:lnTo>
                    <a:pt x="2372886" y="1020674"/>
                  </a:lnTo>
                  <a:lnTo>
                    <a:pt x="2326992" y="959094"/>
                  </a:lnTo>
                  <a:lnTo>
                    <a:pt x="2280916" y="896748"/>
                  </a:lnTo>
                  <a:lnTo>
                    <a:pt x="2234802" y="834246"/>
                  </a:lnTo>
                  <a:lnTo>
                    <a:pt x="2188799" y="772204"/>
                  </a:lnTo>
                  <a:lnTo>
                    <a:pt x="2143045" y="711221"/>
                  </a:lnTo>
                  <a:lnTo>
                    <a:pt x="2097655" y="651852"/>
                  </a:lnTo>
                  <a:lnTo>
                    <a:pt x="2052714" y="594589"/>
                  </a:lnTo>
                  <a:lnTo>
                    <a:pt x="2008258" y="539847"/>
                  </a:lnTo>
                  <a:lnTo>
                    <a:pt x="1964276" y="487953"/>
                  </a:lnTo>
                  <a:lnTo>
                    <a:pt x="1920696" y="439139"/>
                  </a:lnTo>
                  <a:lnTo>
                    <a:pt x="1877378" y="393547"/>
                  </a:lnTo>
                  <a:lnTo>
                    <a:pt x="1834113" y="351232"/>
                  </a:lnTo>
                  <a:lnTo>
                    <a:pt x="1790605" y="312169"/>
                  </a:lnTo>
                  <a:lnTo>
                    <a:pt x="1768425" y="293652"/>
                  </a:lnTo>
                  <a:lnTo>
                    <a:pt x="1719368" y="256143"/>
                  </a:lnTo>
                  <a:lnTo>
                    <a:pt x="1668644" y="222409"/>
                  </a:lnTo>
                  <a:lnTo>
                    <a:pt x="1615459" y="192253"/>
                  </a:lnTo>
                  <a:lnTo>
                    <a:pt x="1558928" y="165348"/>
                  </a:lnTo>
                  <a:lnTo>
                    <a:pt x="1498148" y="141326"/>
                  </a:lnTo>
                  <a:lnTo>
                    <a:pt x="1432277" y="119829"/>
                  </a:lnTo>
                  <a:lnTo>
                    <a:pt x="1360630" y="100545"/>
                  </a:lnTo>
                  <a:lnTo>
                    <a:pt x="1282811" y="83221"/>
                  </a:lnTo>
                  <a:lnTo>
                    <a:pt x="1198886" y="67674"/>
                  </a:lnTo>
                  <a:lnTo>
                    <a:pt x="1109581" y="53788"/>
                  </a:lnTo>
                  <a:lnTo>
                    <a:pt x="1016489" y="41517"/>
                  </a:lnTo>
                  <a:lnTo>
                    <a:pt x="922201" y="30868"/>
                  </a:lnTo>
                  <a:lnTo>
                    <a:pt x="830274" y="21876"/>
                  </a:lnTo>
                  <a:lnTo>
                    <a:pt x="744936" y="14575"/>
                  </a:lnTo>
                  <a:lnTo>
                    <a:pt x="670478" y="8953"/>
                  </a:lnTo>
                  <a:lnTo>
                    <a:pt x="610447" y="4923"/>
                  </a:lnTo>
                  <a:lnTo>
                    <a:pt x="566826" y="2304"/>
                  </a:lnTo>
                  <a:lnTo>
                    <a:pt x="539495" y="828"/>
                  </a:lnTo>
                  <a:lnTo>
                    <a:pt x="526102" y="175"/>
                  </a:lnTo>
                  <a:lnTo>
                    <a:pt x="522286" y="6"/>
                  </a:lnTo>
                  <a:lnTo>
                    <a:pt x="5221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177" name="pl177"/>
            <p:cNvSpPr/>
            <p:nvPr/>
          </p:nvSpPr>
          <p:spPr>
            <a:xfrm>
              <a:off x="386606" y="2331921"/>
              <a:ext cx="8554953" cy="1761917"/>
            </a:xfrm>
            <a:custGeom>
              <a:avLst/>
              <a:pathLst>
                <a:path w="8554953" h="1761917">
                  <a:moveTo>
                    <a:pt x="0" y="0"/>
                  </a:moveTo>
                  <a:lnTo>
                    <a:pt x="522133" y="0"/>
                  </a:lnTo>
                  <a:lnTo>
                    <a:pt x="523353" y="51"/>
                  </a:lnTo>
                  <a:lnTo>
                    <a:pt x="531339" y="422"/>
                  </a:lnTo>
                  <a:lnTo>
                    <a:pt x="551330" y="1448"/>
                  </a:lnTo>
                  <a:lnTo>
                    <a:pt x="586715" y="3462"/>
                  </a:lnTo>
                  <a:lnTo>
                    <a:pt x="638732" y="6764"/>
                  </a:lnTo>
                  <a:lnTo>
                    <a:pt x="706397" y="11580"/>
                  </a:lnTo>
                  <a:lnTo>
                    <a:pt x="786849" y="18043"/>
                  </a:lnTo>
                  <a:lnTo>
                    <a:pt x="876058" y="26198"/>
                  </a:lnTo>
                  <a:lnTo>
                    <a:pt x="969672" y="36031"/>
                  </a:lnTo>
                  <a:lnTo>
                    <a:pt x="1063745" y="47501"/>
                  </a:lnTo>
                  <a:lnTo>
                    <a:pt x="1155188" y="60583"/>
                  </a:lnTo>
                  <a:lnTo>
                    <a:pt x="1241922" y="75297"/>
                  </a:lnTo>
                  <a:lnTo>
                    <a:pt x="1322813" y="91721"/>
                  </a:lnTo>
                  <a:lnTo>
                    <a:pt x="1397496" y="110005"/>
                  </a:lnTo>
                  <a:lnTo>
                    <a:pt x="1466161" y="130369"/>
                  </a:lnTo>
                  <a:lnTo>
                    <a:pt x="1529368" y="153096"/>
                  </a:lnTo>
                  <a:lnTo>
                    <a:pt x="1587896" y="178525"/>
                  </a:lnTo>
                  <a:lnTo>
                    <a:pt x="1642627" y="207023"/>
                  </a:lnTo>
                  <a:lnTo>
                    <a:pt x="1694464" y="238947"/>
                  </a:lnTo>
                  <a:lnTo>
                    <a:pt x="1744258" y="274573"/>
                  </a:lnTo>
                  <a:lnTo>
                    <a:pt x="1768425" y="293652"/>
                  </a:lnTo>
                  <a:lnTo>
                    <a:pt x="1812196" y="331105"/>
                  </a:lnTo>
                  <a:lnTo>
                    <a:pt x="1855541" y="371770"/>
                  </a:lnTo>
                  <a:lnTo>
                    <a:pt x="1898801" y="415709"/>
                  </a:lnTo>
                  <a:lnTo>
                    <a:pt x="1942227" y="462908"/>
                  </a:lnTo>
                  <a:lnTo>
                    <a:pt x="1985993" y="513270"/>
                  </a:lnTo>
                  <a:lnTo>
                    <a:pt x="2030204" y="566609"/>
                  </a:lnTo>
                  <a:lnTo>
                    <a:pt x="2074902" y="622646"/>
                  </a:lnTo>
                  <a:lnTo>
                    <a:pt x="2120074" y="681008"/>
                  </a:lnTo>
                  <a:lnTo>
                    <a:pt x="2165656" y="741242"/>
                  </a:lnTo>
                  <a:lnTo>
                    <a:pt x="2211550" y="802822"/>
                  </a:lnTo>
                  <a:lnTo>
                    <a:pt x="2257626" y="865168"/>
                  </a:lnTo>
                  <a:lnTo>
                    <a:pt x="2303740" y="927670"/>
                  </a:lnTo>
                  <a:lnTo>
                    <a:pt x="2349743" y="989712"/>
                  </a:lnTo>
                  <a:lnTo>
                    <a:pt x="2395497" y="1050695"/>
                  </a:lnTo>
                  <a:lnTo>
                    <a:pt x="2440887" y="1110065"/>
                  </a:lnTo>
                  <a:lnTo>
                    <a:pt x="2485829" y="1167327"/>
                  </a:lnTo>
                  <a:lnTo>
                    <a:pt x="2530284" y="1222069"/>
                  </a:lnTo>
                  <a:lnTo>
                    <a:pt x="2574266" y="1273963"/>
                  </a:lnTo>
                  <a:lnTo>
                    <a:pt x="2617846" y="1322777"/>
                  </a:lnTo>
                  <a:lnTo>
                    <a:pt x="2661164" y="1368369"/>
                  </a:lnTo>
                  <a:lnTo>
                    <a:pt x="2704429" y="1410684"/>
                  </a:lnTo>
                  <a:lnTo>
                    <a:pt x="2747937" y="1449747"/>
                  </a:lnTo>
                  <a:lnTo>
                    <a:pt x="2770117" y="1468264"/>
                  </a:lnTo>
                  <a:lnTo>
                    <a:pt x="2819174" y="1505773"/>
                  </a:lnTo>
                  <a:lnTo>
                    <a:pt x="2869898" y="1539508"/>
                  </a:lnTo>
                  <a:lnTo>
                    <a:pt x="2923083" y="1569663"/>
                  </a:lnTo>
                  <a:lnTo>
                    <a:pt x="2979614" y="1596568"/>
                  </a:lnTo>
                  <a:lnTo>
                    <a:pt x="3040394" y="1620591"/>
                  </a:lnTo>
                  <a:lnTo>
                    <a:pt x="3106266" y="1642088"/>
                  </a:lnTo>
                  <a:lnTo>
                    <a:pt x="3177913" y="1661371"/>
                  </a:lnTo>
                  <a:lnTo>
                    <a:pt x="3255731" y="1678695"/>
                  </a:lnTo>
                  <a:lnTo>
                    <a:pt x="3339656" y="1694243"/>
                  </a:lnTo>
                  <a:lnTo>
                    <a:pt x="3428961" y="1708128"/>
                  </a:lnTo>
                  <a:lnTo>
                    <a:pt x="3522053" y="1720399"/>
                  </a:lnTo>
                  <a:lnTo>
                    <a:pt x="3616341" y="1731049"/>
                  </a:lnTo>
                  <a:lnTo>
                    <a:pt x="3708268" y="1740040"/>
                  </a:lnTo>
                  <a:lnTo>
                    <a:pt x="3793607" y="1747342"/>
                  </a:lnTo>
                  <a:lnTo>
                    <a:pt x="3868064" y="1752963"/>
                  </a:lnTo>
                  <a:lnTo>
                    <a:pt x="3928095" y="1756993"/>
                  </a:lnTo>
                  <a:lnTo>
                    <a:pt x="3971716" y="1759613"/>
                  </a:lnTo>
                  <a:lnTo>
                    <a:pt x="3999047" y="1761088"/>
                  </a:lnTo>
                  <a:lnTo>
                    <a:pt x="4012440" y="1761741"/>
                  </a:lnTo>
                  <a:lnTo>
                    <a:pt x="4016256" y="1761911"/>
                  </a:lnTo>
                  <a:lnTo>
                    <a:pt x="4016409" y="1761917"/>
                  </a:lnTo>
                  <a:lnTo>
                    <a:pt x="4538543" y="1761917"/>
                  </a:lnTo>
                  <a:lnTo>
                    <a:pt x="4539811" y="1761908"/>
                  </a:lnTo>
                  <a:lnTo>
                    <a:pt x="4548102" y="1761841"/>
                  </a:lnTo>
                  <a:lnTo>
                    <a:pt x="4568831" y="1761656"/>
                  </a:lnTo>
                  <a:lnTo>
                    <a:pt x="4605451" y="1761293"/>
                  </a:lnTo>
                  <a:lnTo>
                    <a:pt x="4659141" y="1760700"/>
                  </a:lnTo>
                  <a:lnTo>
                    <a:pt x="4728751" y="1759835"/>
                  </a:lnTo>
                  <a:lnTo>
                    <a:pt x="4811189" y="1758676"/>
                  </a:lnTo>
                  <a:lnTo>
                    <a:pt x="4902204" y="1757217"/>
                  </a:lnTo>
                  <a:lnTo>
                    <a:pt x="4997285" y="1755460"/>
                  </a:lnTo>
                  <a:lnTo>
                    <a:pt x="5092411" y="1753413"/>
                  </a:lnTo>
                  <a:lnTo>
                    <a:pt x="5184500" y="1751080"/>
                  </a:lnTo>
                  <a:lnTo>
                    <a:pt x="5271530" y="1748455"/>
                  </a:lnTo>
                  <a:lnTo>
                    <a:pt x="5352459" y="1745524"/>
                  </a:lnTo>
                  <a:lnTo>
                    <a:pt x="5427014" y="1742256"/>
                  </a:lnTo>
                  <a:lnTo>
                    <a:pt x="5495476" y="1738610"/>
                  </a:lnTo>
                  <a:lnTo>
                    <a:pt x="5558480" y="1734532"/>
                  </a:lnTo>
                  <a:lnTo>
                    <a:pt x="5616865" y="1729962"/>
                  </a:lnTo>
                  <a:lnTo>
                    <a:pt x="5671562" y="1724831"/>
                  </a:lnTo>
                  <a:lnTo>
                    <a:pt x="5723503" y="1719078"/>
                  </a:lnTo>
                  <a:lnTo>
                    <a:pt x="5773546" y="1712660"/>
                  </a:lnTo>
                  <a:lnTo>
                    <a:pt x="5784835" y="1711092"/>
                  </a:lnTo>
                  <a:lnTo>
                    <a:pt x="5838553" y="1703048"/>
                  </a:lnTo>
                  <a:lnTo>
                    <a:pt x="5891754" y="1694160"/>
                  </a:lnTo>
                  <a:lnTo>
                    <a:pt x="5945009" y="1684416"/>
                  </a:lnTo>
                  <a:lnTo>
                    <a:pt x="5998703" y="1673836"/>
                  </a:lnTo>
                  <a:lnTo>
                    <a:pt x="6053055" y="1662473"/>
                  </a:lnTo>
                  <a:lnTo>
                    <a:pt x="6108141" y="1650419"/>
                  </a:lnTo>
                  <a:lnTo>
                    <a:pt x="6163912" y="1637800"/>
                  </a:lnTo>
                  <a:lnTo>
                    <a:pt x="6220217" y="1624773"/>
                  </a:lnTo>
                  <a:lnTo>
                    <a:pt x="6276831" y="1611520"/>
                  </a:lnTo>
                  <a:lnTo>
                    <a:pt x="6333487" y="1598236"/>
                  </a:lnTo>
                  <a:lnTo>
                    <a:pt x="6389915" y="1585119"/>
                  </a:lnTo>
                  <a:lnTo>
                    <a:pt x="6445873" y="1572354"/>
                  </a:lnTo>
                  <a:lnTo>
                    <a:pt x="6501184" y="1560108"/>
                  </a:lnTo>
                  <a:lnTo>
                    <a:pt x="6555763" y="1548519"/>
                  </a:lnTo>
                  <a:lnTo>
                    <a:pt x="6609646" y="1537686"/>
                  </a:lnTo>
                  <a:lnTo>
                    <a:pt x="6663005" y="1527678"/>
                  </a:lnTo>
                  <a:lnTo>
                    <a:pt x="6716171" y="1518522"/>
                  </a:lnTo>
                  <a:lnTo>
                    <a:pt x="6769653" y="1510217"/>
                  </a:lnTo>
                  <a:lnTo>
                    <a:pt x="6786527" y="1507794"/>
                  </a:lnTo>
                  <a:lnTo>
                    <a:pt x="6836240" y="1501221"/>
                  </a:lnTo>
                  <a:lnTo>
                    <a:pt x="6887675" y="1495318"/>
                  </a:lnTo>
                  <a:lnTo>
                    <a:pt x="6941658" y="1490050"/>
                  </a:lnTo>
                  <a:lnTo>
                    <a:pt x="6999114" y="1485357"/>
                  </a:lnTo>
                  <a:lnTo>
                    <a:pt x="7060979" y="1481172"/>
                  </a:lnTo>
                  <a:lnTo>
                    <a:pt x="7128123" y="1477432"/>
                  </a:lnTo>
                  <a:lnTo>
                    <a:pt x="7201240" y="1474082"/>
                  </a:lnTo>
                  <a:lnTo>
                    <a:pt x="7280707" y="1471076"/>
                  </a:lnTo>
                  <a:lnTo>
                    <a:pt x="7366399" y="1468383"/>
                  </a:lnTo>
                  <a:lnTo>
                    <a:pt x="7457468" y="1465983"/>
                  </a:lnTo>
                  <a:lnTo>
                    <a:pt x="7552131" y="1463871"/>
                  </a:lnTo>
                  <a:lnTo>
                    <a:pt x="7647549" y="1462047"/>
                  </a:lnTo>
                  <a:lnTo>
                    <a:pt x="7739888" y="1460519"/>
                  </a:lnTo>
                  <a:lnTo>
                    <a:pt x="7824693" y="1459291"/>
                  </a:lnTo>
                  <a:lnTo>
                    <a:pt x="7897574" y="1458360"/>
                  </a:lnTo>
                  <a:lnTo>
                    <a:pt x="7955098" y="1457707"/>
                  </a:lnTo>
                  <a:lnTo>
                    <a:pt x="7995616" y="1457296"/>
                  </a:lnTo>
                  <a:lnTo>
                    <a:pt x="8019763" y="1457076"/>
                  </a:lnTo>
                  <a:lnTo>
                    <a:pt x="8030494" y="1456987"/>
                  </a:lnTo>
                  <a:lnTo>
                    <a:pt x="8032803" y="1456970"/>
                  </a:lnTo>
                  <a:lnTo>
                    <a:pt x="8032819" y="1456970"/>
                  </a:lnTo>
                  <a:lnTo>
                    <a:pt x="8554953" y="1456970"/>
                  </a:lnTo>
                  <a:lnTo>
                    <a:pt x="8554953" y="145697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78" name="pl178"/>
            <p:cNvSpPr/>
            <p:nvPr/>
          </p:nvSpPr>
          <p:spPr>
            <a:xfrm>
              <a:off x="386606" y="2326273"/>
              <a:ext cx="8554953" cy="1761917"/>
            </a:xfrm>
            <a:custGeom>
              <a:avLst/>
              <a:pathLst>
                <a:path w="8554953" h="1761917">
                  <a:moveTo>
                    <a:pt x="8554953" y="1456970"/>
                  </a:moveTo>
                  <a:lnTo>
                    <a:pt x="8032819" y="1456970"/>
                  </a:lnTo>
                  <a:lnTo>
                    <a:pt x="8031551" y="1456979"/>
                  </a:lnTo>
                  <a:lnTo>
                    <a:pt x="8023260" y="1457046"/>
                  </a:lnTo>
                  <a:lnTo>
                    <a:pt x="8002531" y="1457230"/>
                  </a:lnTo>
                  <a:lnTo>
                    <a:pt x="7965911" y="1457593"/>
                  </a:lnTo>
                  <a:lnTo>
                    <a:pt x="7912221" y="1458187"/>
                  </a:lnTo>
                  <a:lnTo>
                    <a:pt x="7842611" y="1459052"/>
                  </a:lnTo>
                  <a:lnTo>
                    <a:pt x="7760173" y="1460210"/>
                  </a:lnTo>
                  <a:lnTo>
                    <a:pt x="7669158" y="1461670"/>
                  </a:lnTo>
                  <a:lnTo>
                    <a:pt x="7574077" y="1463427"/>
                  </a:lnTo>
                  <a:lnTo>
                    <a:pt x="7478951" y="1465473"/>
                  </a:lnTo>
                  <a:lnTo>
                    <a:pt x="7386862" y="1467807"/>
                  </a:lnTo>
                  <a:lnTo>
                    <a:pt x="7299831" y="1470431"/>
                  </a:lnTo>
                  <a:lnTo>
                    <a:pt x="7218903" y="1473363"/>
                  </a:lnTo>
                  <a:lnTo>
                    <a:pt x="7144347" y="1476631"/>
                  </a:lnTo>
                  <a:lnTo>
                    <a:pt x="7075886" y="1480277"/>
                  </a:lnTo>
                  <a:lnTo>
                    <a:pt x="7012882" y="1484354"/>
                  </a:lnTo>
                  <a:lnTo>
                    <a:pt x="6954497" y="1488925"/>
                  </a:lnTo>
                  <a:lnTo>
                    <a:pt x="6899800" y="1494056"/>
                  </a:lnTo>
                  <a:lnTo>
                    <a:pt x="6847859" y="1499808"/>
                  </a:lnTo>
                  <a:lnTo>
                    <a:pt x="6797816" y="1506227"/>
                  </a:lnTo>
                  <a:lnTo>
                    <a:pt x="6786527" y="1507794"/>
                  </a:lnTo>
                  <a:lnTo>
                    <a:pt x="6732809" y="1515838"/>
                  </a:lnTo>
                  <a:lnTo>
                    <a:pt x="6679608" y="1524726"/>
                  </a:lnTo>
                  <a:lnTo>
                    <a:pt x="6626353" y="1534470"/>
                  </a:lnTo>
                  <a:lnTo>
                    <a:pt x="6572659" y="1545051"/>
                  </a:lnTo>
                  <a:lnTo>
                    <a:pt x="6518307" y="1556413"/>
                  </a:lnTo>
                  <a:lnTo>
                    <a:pt x="6463221" y="1568467"/>
                  </a:lnTo>
                  <a:lnTo>
                    <a:pt x="6407450" y="1581086"/>
                  </a:lnTo>
                  <a:lnTo>
                    <a:pt x="6351145" y="1594113"/>
                  </a:lnTo>
                  <a:lnTo>
                    <a:pt x="6294531" y="1607366"/>
                  </a:lnTo>
                  <a:lnTo>
                    <a:pt x="6237875" y="1620650"/>
                  </a:lnTo>
                  <a:lnTo>
                    <a:pt x="6181447" y="1633768"/>
                  </a:lnTo>
                  <a:lnTo>
                    <a:pt x="6125489" y="1646533"/>
                  </a:lnTo>
                  <a:lnTo>
                    <a:pt x="6070178" y="1658778"/>
                  </a:lnTo>
                  <a:lnTo>
                    <a:pt x="6015599" y="1670368"/>
                  </a:lnTo>
                  <a:lnTo>
                    <a:pt x="5961716" y="1681200"/>
                  </a:lnTo>
                  <a:lnTo>
                    <a:pt x="5908357" y="1691209"/>
                  </a:lnTo>
                  <a:lnTo>
                    <a:pt x="5855191" y="1700365"/>
                  </a:lnTo>
                  <a:lnTo>
                    <a:pt x="5801709" y="1708669"/>
                  </a:lnTo>
                  <a:lnTo>
                    <a:pt x="5784835" y="1711092"/>
                  </a:lnTo>
                  <a:lnTo>
                    <a:pt x="5735122" y="1717665"/>
                  </a:lnTo>
                  <a:lnTo>
                    <a:pt x="5683687" y="1723568"/>
                  </a:lnTo>
                  <a:lnTo>
                    <a:pt x="5629704" y="1728837"/>
                  </a:lnTo>
                  <a:lnTo>
                    <a:pt x="5572248" y="1733530"/>
                  </a:lnTo>
                  <a:lnTo>
                    <a:pt x="5510383" y="1737715"/>
                  </a:lnTo>
                  <a:lnTo>
                    <a:pt x="5443239" y="1741454"/>
                  </a:lnTo>
                  <a:lnTo>
                    <a:pt x="5370122" y="1744805"/>
                  </a:lnTo>
                  <a:lnTo>
                    <a:pt x="5290655" y="1747811"/>
                  </a:lnTo>
                  <a:lnTo>
                    <a:pt x="5204963" y="1750504"/>
                  </a:lnTo>
                  <a:lnTo>
                    <a:pt x="5113894" y="1752903"/>
                  </a:lnTo>
                  <a:lnTo>
                    <a:pt x="5019231" y="1755016"/>
                  </a:lnTo>
                  <a:lnTo>
                    <a:pt x="4923813" y="1756840"/>
                  </a:lnTo>
                  <a:lnTo>
                    <a:pt x="4831474" y="1758368"/>
                  </a:lnTo>
                  <a:lnTo>
                    <a:pt x="4746669" y="1759595"/>
                  </a:lnTo>
                  <a:lnTo>
                    <a:pt x="4673788" y="1760526"/>
                  </a:lnTo>
                  <a:lnTo>
                    <a:pt x="4616264" y="1761179"/>
                  </a:lnTo>
                  <a:lnTo>
                    <a:pt x="4575746" y="1761591"/>
                  </a:lnTo>
                  <a:lnTo>
                    <a:pt x="4551599" y="1761811"/>
                  </a:lnTo>
                  <a:lnTo>
                    <a:pt x="4540868" y="1761899"/>
                  </a:lnTo>
                  <a:lnTo>
                    <a:pt x="4538559" y="1761917"/>
                  </a:lnTo>
                  <a:lnTo>
                    <a:pt x="4538543" y="1761917"/>
                  </a:lnTo>
                  <a:lnTo>
                    <a:pt x="4016409" y="1761917"/>
                  </a:lnTo>
                  <a:lnTo>
                    <a:pt x="4015189" y="1761865"/>
                  </a:lnTo>
                  <a:lnTo>
                    <a:pt x="4007203" y="1761494"/>
                  </a:lnTo>
                  <a:lnTo>
                    <a:pt x="3987212" y="1760469"/>
                  </a:lnTo>
                  <a:lnTo>
                    <a:pt x="3951827" y="1758454"/>
                  </a:lnTo>
                  <a:lnTo>
                    <a:pt x="3899810" y="1755152"/>
                  </a:lnTo>
                  <a:lnTo>
                    <a:pt x="3832145" y="1750337"/>
                  </a:lnTo>
                  <a:lnTo>
                    <a:pt x="3751693" y="1743874"/>
                  </a:lnTo>
                  <a:lnTo>
                    <a:pt x="3662484" y="1735718"/>
                  </a:lnTo>
                  <a:lnTo>
                    <a:pt x="3568870" y="1725886"/>
                  </a:lnTo>
                  <a:lnTo>
                    <a:pt x="3474797" y="1714415"/>
                  </a:lnTo>
                  <a:lnTo>
                    <a:pt x="3383354" y="1701333"/>
                  </a:lnTo>
                  <a:lnTo>
                    <a:pt x="3296620" y="1686620"/>
                  </a:lnTo>
                  <a:lnTo>
                    <a:pt x="3215729" y="1670196"/>
                  </a:lnTo>
                  <a:lnTo>
                    <a:pt x="3141046" y="1651911"/>
                  </a:lnTo>
                  <a:lnTo>
                    <a:pt x="3072381" y="1631548"/>
                  </a:lnTo>
                  <a:lnTo>
                    <a:pt x="3009174" y="1608820"/>
                  </a:lnTo>
                  <a:lnTo>
                    <a:pt x="2950646" y="1583391"/>
                  </a:lnTo>
                  <a:lnTo>
                    <a:pt x="2895916" y="1554893"/>
                  </a:lnTo>
                  <a:lnTo>
                    <a:pt x="2844078" y="1522969"/>
                  </a:lnTo>
                  <a:lnTo>
                    <a:pt x="2794284" y="1487343"/>
                  </a:lnTo>
                  <a:lnTo>
                    <a:pt x="2770117" y="1468264"/>
                  </a:lnTo>
                  <a:lnTo>
                    <a:pt x="2726347" y="1430811"/>
                  </a:lnTo>
                  <a:lnTo>
                    <a:pt x="2683001" y="1390146"/>
                  </a:lnTo>
                  <a:lnTo>
                    <a:pt x="2639741" y="1346207"/>
                  </a:lnTo>
                  <a:lnTo>
                    <a:pt x="2596315" y="1299008"/>
                  </a:lnTo>
                  <a:lnTo>
                    <a:pt x="2552549" y="1248646"/>
                  </a:lnTo>
                  <a:lnTo>
                    <a:pt x="2508338" y="1195307"/>
                  </a:lnTo>
                  <a:lnTo>
                    <a:pt x="2463640" y="1139271"/>
                  </a:lnTo>
                  <a:lnTo>
                    <a:pt x="2418468" y="1080908"/>
                  </a:lnTo>
                  <a:lnTo>
                    <a:pt x="2372886" y="1020674"/>
                  </a:lnTo>
                  <a:lnTo>
                    <a:pt x="2326992" y="959094"/>
                  </a:lnTo>
                  <a:lnTo>
                    <a:pt x="2280916" y="896748"/>
                  </a:lnTo>
                  <a:lnTo>
                    <a:pt x="2234802" y="834246"/>
                  </a:lnTo>
                  <a:lnTo>
                    <a:pt x="2188799" y="772204"/>
                  </a:lnTo>
                  <a:lnTo>
                    <a:pt x="2143045" y="711221"/>
                  </a:lnTo>
                  <a:lnTo>
                    <a:pt x="2097655" y="651852"/>
                  </a:lnTo>
                  <a:lnTo>
                    <a:pt x="2052714" y="594589"/>
                  </a:lnTo>
                  <a:lnTo>
                    <a:pt x="2008258" y="539847"/>
                  </a:lnTo>
                  <a:lnTo>
                    <a:pt x="1964276" y="487953"/>
                  </a:lnTo>
                  <a:lnTo>
                    <a:pt x="1920696" y="439139"/>
                  </a:lnTo>
                  <a:lnTo>
                    <a:pt x="1877378" y="393547"/>
                  </a:lnTo>
                  <a:lnTo>
                    <a:pt x="1834113" y="351232"/>
                  </a:lnTo>
                  <a:lnTo>
                    <a:pt x="1790605" y="312169"/>
                  </a:lnTo>
                  <a:lnTo>
                    <a:pt x="1768425" y="293652"/>
                  </a:lnTo>
                  <a:lnTo>
                    <a:pt x="1719368" y="256143"/>
                  </a:lnTo>
                  <a:lnTo>
                    <a:pt x="1668644" y="222409"/>
                  </a:lnTo>
                  <a:lnTo>
                    <a:pt x="1615459" y="192253"/>
                  </a:lnTo>
                  <a:lnTo>
                    <a:pt x="1558928" y="165348"/>
                  </a:lnTo>
                  <a:lnTo>
                    <a:pt x="1498148" y="141326"/>
                  </a:lnTo>
                  <a:lnTo>
                    <a:pt x="1432277" y="119829"/>
                  </a:lnTo>
                  <a:lnTo>
                    <a:pt x="1360630" y="100545"/>
                  </a:lnTo>
                  <a:lnTo>
                    <a:pt x="1282811" y="83221"/>
                  </a:lnTo>
                  <a:lnTo>
                    <a:pt x="1198886" y="67674"/>
                  </a:lnTo>
                  <a:lnTo>
                    <a:pt x="1109581" y="53788"/>
                  </a:lnTo>
                  <a:lnTo>
                    <a:pt x="1016489" y="41517"/>
                  </a:lnTo>
                  <a:lnTo>
                    <a:pt x="922201" y="30868"/>
                  </a:lnTo>
                  <a:lnTo>
                    <a:pt x="830274" y="21876"/>
                  </a:lnTo>
                  <a:lnTo>
                    <a:pt x="744936" y="14575"/>
                  </a:lnTo>
                  <a:lnTo>
                    <a:pt x="670478" y="8953"/>
                  </a:lnTo>
                  <a:lnTo>
                    <a:pt x="610447" y="4923"/>
                  </a:lnTo>
                  <a:lnTo>
                    <a:pt x="566826" y="2304"/>
                  </a:lnTo>
                  <a:lnTo>
                    <a:pt x="539495" y="828"/>
                  </a:lnTo>
                  <a:lnTo>
                    <a:pt x="526102" y="175"/>
                  </a:lnTo>
                  <a:lnTo>
                    <a:pt x="522286" y="6"/>
                  </a:lnTo>
                  <a:lnTo>
                    <a:pt x="522133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79" name="pg179"/>
            <p:cNvSpPr/>
            <p:nvPr/>
          </p:nvSpPr>
          <p:spPr>
            <a:xfrm>
              <a:off x="386606" y="2331921"/>
              <a:ext cx="8554953" cy="1812741"/>
            </a:xfrm>
            <a:custGeom>
              <a:avLst/>
              <a:pathLst>
                <a:path w="8554953" h="1812741">
                  <a:moveTo>
                    <a:pt x="0" y="5647"/>
                  </a:moveTo>
                  <a:lnTo>
                    <a:pt x="522133" y="5647"/>
                  </a:lnTo>
                  <a:lnTo>
                    <a:pt x="523353" y="5699"/>
                  </a:lnTo>
                  <a:lnTo>
                    <a:pt x="531337" y="6071"/>
                  </a:lnTo>
                  <a:lnTo>
                    <a:pt x="551323" y="7099"/>
                  </a:lnTo>
                  <a:lnTo>
                    <a:pt x="586700" y="9120"/>
                  </a:lnTo>
                  <a:lnTo>
                    <a:pt x="638706" y="12432"/>
                  </a:lnTo>
                  <a:lnTo>
                    <a:pt x="706359" y="17261"/>
                  </a:lnTo>
                  <a:lnTo>
                    <a:pt x="786799" y="23743"/>
                  </a:lnTo>
                  <a:lnTo>
                    <a:pt x="875996" y="31923"/>
                  </a:lnTo>
                  <a:lnTo>
                    <a:pt x="969600" y="41785"/>
                  </a:lnTo>
                  <a:lnTo>
                    <a:pt x="1063666" y="53290"/>
                  </a:lnTo>
                  <a:lnTo>
                    <a:pt x="1155105" y="66412"/>
                  </a:lnTo>
                  <a:lnTo>
                    <a:pt x="1241837" y="81169"/>
                  </a:lnTo>
                  <a:lnTo>
                    <a:pt x="1322728" y="97643"/>
                  </a:lnTo>
                  <a:lnTo>
                    <a:pt x="1397411" y="115982"/>
                  </a:lnTo>
                  <a:lnTo>
                    <a:pt x="1466078" y="136406"/>
                  </a:lnTo>
                  <a:lnTo>
                    <a:pt x="1529286" y="159202"/>
                  </a:lnTo>
                  <a:lnTo>
                    <a:pt x="1587815" y="184706"/>
                  </a:lnTo>
                  <a:lnTo>
                    <a:pt x="1642546" y="213288"/>
                  </a:lnTo>
                  <a:lnTo>
                    <a:pt x="1694383" y="245306"/>
                  </a:lnTo>
                  <a:lnTo>
                    <a:pt x="1744175" y="281037"/>
                  </a:lnTo>
                  <a:lnTo>
                    <a:pt x="1768425" y="300241"/>
                  </a:lnTo>
                  <a:lnTo>
                    <a:pt x="1812155" y="337777"/>
                  </a:lnTo>
                  <a:lnTo>
                    <a:pt x="1855461" y="378530"/>
                  </a:lnTo>
                  <a:lnTo>
                    <a:pt x="1898681" y="422562"/>
                  </a:lnTo>
                  <a:lnTo>
                    <a:pt x="1942066" y="469857"/>
                  </a:lnTo>
                  <a:lnTo>
                    <a:pt x="1985789" y="520321"/>
                  </a:lnTo>
                  <a:lnTo>
                    <a:pt x="2029957" y="573767"/>
                  </a:lnTo>
                  <a:lnTo>
                    <a:pt x="2074611" y="629916"/>
                  </a:lnTo>
                  <a:lnTo>
                    <a:pt x="2119737" y="688396"/>
                  </a:lnTo>
                  <a:lnTo>
                    <a:pt x="2165275" y="748755"/>
                  </a:lnTo>
                  <a:lnTo>
                    <a:pt x="2211124" y="810465"/>
                  </a:lnTo>
                  <a:lnTo>
                    <a:pt x="2257156" y="872949"/>
                  </a:lnTo>
                  <a:lnTo>
                    <a:pt x="2303227" y="935595"/>
                  </a:lnTo>
                  <a:lnTo>
                    <a:pt x="2349190" y="997786"/>
                  </a:lnTo>
                  <a:lnTo>
                    <a:pt x="2394905" y="1058925"/>
                  </a:lnTo>
                  <a:lnTo>
                    <a:pt x="2440258" y="1118455"/>
                  </a:lnTo>
                  <a:lnTo>
                    <a:pt x="2485165" y="1175881"/>
                  </a:lnTo>
                  <a:lnTo>
                    <a:pt x="2529587" y="1230789"/>
                  </a:lnTo>
                  <a:lnTo>
                    <a:pt x="2573535" y="1282850"/>
                  </a:lnTo>
                  <a:lnTo>
                    <a:pt x="2617081" y="1331829"/>
                  </a:lnTo>
                  <a:lnTo>
                    <a:pt x="2660362" y="1377584"/>
                  </a:lnTo>
                  <a:lnTo>
                    <a:pt x="2703586" y="1420058"/>
                  </a:lnTo>
                  <a:lnTo>
                    <a:pt x="2747045" y="1459274"/>
                  </a:lnTo>
                  <a:lnTo>
                    <a:pt x="2770117" y="1478617"/>
                  </a:lnTo>
                  <a:lnTo>
                    <a:pt x="2819170" y="1516243"/>
                  </a:lnTo>
                  <a:lnTo>
                    <a:pt x="2869890" y="1550084"/>
                  </a:lnTo>
                  <a:lnTo>
                    <a:pt x="2923069" y="1580334"/>
                  </a:lnTo>
                  <a:lnTo>
                    <a:pt x="2979594" y="1607324"/>
                  </a:lnTo>
                  <a:lnTo>
                    <a:pt x="3040367" y="1631422"/>
                  </a:lnTo>
                  <a:lnTo>
                    <a:pt x="3106231" y="1652987"/>
                  </a:lnTo>
                  <a:lnTo>
                    <a:pt x="3177868" y="1672333"/>
                  </a:lnTo>
                  <a:lnTo>
                    <a:pt x="3255676" y="1689711"/>
                  </a:lnTo>
                  <a:lnTo>
                    <a:pt x="3339590" y="1705309"/>
                  </a:lnTo>
                  <a:lnTo>
                    <a:pt x="3428883" y="1719239"/>
                  </a:lnTo>
                  <a:lnTo>
                    <a:pt x="3521966" y="1731550"/>
                  </a:lnTo>
                  <a:lnTo>
                    <a:pt x="3616246" y="1742234"/>
                  </a:lnTo>
                  <a:lnTo>
                    <a:pt x="3708170" y="1751256"/>
                  </a:lnTo>
                  <a:lnTo>
                    <a:pt x="3793511" y="1758582"/>
                  </a:lnTo>
                  <a:lnTo>
                    <a:pt x="3867978" y="1764223"/>
                  </a:lnTo>
                  <a:lnTo>
                    <a:pt x="3928025" y="1768267"/>
                  </a:lnTo>
                  <a:lnTo>
                    <a:pt x="3971666" y="1770897"/>
                  </a:lnTo>
                  <a:lnTo>
                    <a:pt x="3999017" y="1772379"/>
                  </a:lnTo>
                  <a:lnTo>
                    <a:pt x="4012428" y="1773035"/>
                  </a:lnTo>
                  <a:lnTo>
                    <a:pt x="4016254" y="1773205"/>
                  </a:lnTo>
                  <a:lnTo>
                    <a:pt x="4016409" y="1773211"/>
                  </a:lnTo>
                  <a:lnTo>
                    <a:pt x="4538543" y="1773211"/>
                  </a:lnTo>
                  <a:lnTo>
                    <a:pt x="4539813" y="1773212"/>
                  </a:lnTo>
                  <a:lnTo>
                    <a:pt x="4548114" y="1773221"/>
                  </a:lnTo>
                  <a:lnTo>
                    <a:pt x="4568866" y="1773245"/>
                  </a:lnTo>
                  <a:lnTo>
                    <a:pt x="4605525" y="1773292"/>
                  </a:lnTo>
                  <a:lnTo>
                    <a:pt x="4659268" y="1773369"/>
                  </a:lnTo>
                  <a:lnTo>
                    <a:pt x="4728939" y="1773481"/>
                  </a:lnTo>
                  <a:lnTo>
                    <a:pt x="4811439" y="1773632"/>
                  </a:lnTo>
                  <a:lnTo>
                    <a:pt x="4902510" y="1773821"/>
                  </a:lnTo>
                  <a:lnTo>
                    <a:pt x="4997637" y="1774049"/>
                  </a:lnTo>
                  <a:lnTo>
                    <a:pt x="5092795" y="1774315"/>
                  </a:lnTo>
                  <a:lnTo>
                    <a:pt x="5184903" y="1774617"/>
                  </a:lnTo>
                  <a:lnTo>
                    <a:pt x="5271943" y="1774958"/>
                  </a:lnTo>
                  <a:lnTo>
                    <a:pt x="5352872" y="1775338"/>
                  </a:lnTo>
                  <a:lnTo>
                    <a:pt x="5427423" y="1775762"/>
                  </a:lnTo>
                  <a:lnTo>
                    <a:pt x="5495878" y="1776236"/>
                  </a:lnTo>
                  <a:lnTo>
                    <a:pt x="5558875" y="1776765"/>
                  </a:lnTo>
                  <a:lnTo>
                    <a:pt x="5617256" y="1777358"/>
                  </a:lnTo>
                  <a:lnTo>
                    <a:pt x="5671953" y="1778024"/>
                  </a:lnTo>
                  <a:lnTo>
                    <a:pt x="5723898" y="1778771"/>
                  </a:lnTo>
                  <a:lnTo>
                    <a:pt x="5773949" y="1779604"/>
                  </a:lnTo>
                  <a:lnTo>
                    <a:pt x="5784835" y="1779800"/>
                  </a:lnTo>
                  <a:lnTo>
                    <a:pt x="5839085" y="1780853"/>
                  </a:lnTo>
                  <a:lnTo>
                    <a:pt x="5892813" y="1782019"/>
                  </a:lnTo>
                  <a:lnTo>
                    <a:pt x="5946607" y="1783297"/>
                  </a:lnTo>
                  <a:lnTo>
                    <a:pt x="6000856" y="1784686"/>
                  </a:lnTo>
                  <a:lnTo>
                    <a:pt x="6055783" y="1786178"/>
                  </a:lnTo>
                  <a:lnTo>
                    <a:pt x="6111458" y="1787761"/>
                  </a:lnTo>
                  <a:lnTo>
                    <a:pt x="6167825" y="1789417"/>
                  </a:lnTo>
                  <a:lnTo>
                    <a:pt x="6224723" y="1791125"/>
                  </a:lnTo>
                  <a:lnTo>
                    <a:pt x="6281915" y="1792862"/>
                  </a:lnTo>
                  <a:lnTo>
                    <a:pt x="6339126" y="1794600"/>
                  </a:lnTo>
                  <a:lnTo>
                    <a:pt x="6396078" y="1796314"/>
                  </a:lnTo>
                  <a:lnTo>
                    <a:pt x="6452526" y="1797978"/>
                  </a:lnTo>
                  <a:lnTo>
                    <a:pt x="6508298" y="1799571"/>
                  </a:lnTo>
                  <a:lnTo>
                    <a:pt x="6563322" y="1801076"/>
                  </a:lnTo>
                  <a:lnTo>
                    <a:pt x="6617651" y="1802479"/>
                  </a:lnTo>
                  <a:lnTo>
                    <a:pt x="6671486" y="1803772"/>
                  </a:lnTo>
                  <a:lnTo>
                    <a:pt x="6725194" y="1804953"/>
                  </a:lnTo>
                  <a:lnTo>
                    <a:pt x="6779334" y="1806021"/>
                  </a:lnTo>
                  <a:lnTo>
                    <a:pt x="6786527" y="1806153"/>
                  </a:lnTo>
                  <a:lnTo>
                    <a:pt x="6836261" y="1807005"/>
                  </a:lnTo>
                  <a:lnTo>
                    <a:pt x="6887718" y="1807771"/>
                  </a:lnTo>
                  <a:lnTo>
                    <a:pt x="6941726" y="1808454"/>
                  </a:lnTo>
                  <a:lnTo>
                    <a:pt x="6999211" y="1809063"/>
                  </a:lnTo>
                  <a:lnTo>
                    <a:pt x="7061111" y="1809605"/>
                  </a:lnTo>
                  <a:lnTo>
                    <a:pt x="7128295" y="1810090"/>
                  </a:lnTo>
                  <a:lnTo>
                    <a:pt x="7201458" y="1810524"/>
                  </a:lnTo>
                  <a:lnTo>
                    <a:pt x="7280977" y="1810914"/>
                  </a:lnTo>
                  <a:lnTo>
                    <a:pt x="7366725" y="1811263"/>
                  </a:lnTo>
                  <a:lnTo>
                    <a:pt x="7457849" y="1811574"/>
                  </a:lnTo>
                  <a:lnTo>
                    <a:pt x="7552561" y="1811848"/>
                  </a:lnTo>
                  <a:lnTo>
                    <a:pt x="7648012" y="1812084"/>
                  </a:lnTo>
                  <a:lnTo>
                    <a:pt x="7740362" y="1812282"/>
                  </a:lnTo>
                  <a:lnTo>
                    <a:pt x="7825147" y="1812441"/>
                  </a:lnTo>
                  <a:lnTo>
                    <a:pt x="7897976" y="1812562"/>
                  </a:lnTo>
                  <a:lnTo>
                    <a:pt x="7955419" y="1812646"/>
                  </a:lnTo>
                  <a:lnTo>
                    <a:pt x="7995838" y="1812699"/>
                  </a:lnTo>
                  <a:lnTo>
                    <a:pt x="8019886" y="1812728"/>
                  </a:lnTo>
                  <a:lnTo>
                    <a:pt x="8030537" y="1812739"/>
                  </a:lnTo>
                  <a:lnTo>
                    <a:pt x="8032819" y="1812741"/>
                  </a:lnTo>
                  <a:lnTo>
                    <a:pt x="8554953" y="1812741"/>
                  </a:lnTo>
                  <a:lnTo>
                    <a:pt x="8554953" y="1807094"/>
                  </a:lnTo>
                  <a:lnTo>
                    <a:pt x="8032819" y="1807094"/>
                  </a:lnTo>
                  <a:lnTo>
                    <a:pt x="8031549" y="1807093"/>
                  </a:lnTo>
                  <a:lnTo>
                    <a:pt x="8023248" y="1807084"/>
                  </a:lnTo>
                  <a:lnTo>
                    <a:pt x="8002496" y="1807060"/>
                  </a:lnTo>
                  <a:lnTo>
                    <a:pt x="7965837" y="1807013"/>
                  </a:lnTo>
                  <a:lnTo>
                    <a:pt x="7912094" y="1806936"/>
                  </a:lnTo>
                  <a:lnTo>
                    <a:pt x="7842423" y="1806824"/>
                  </a:lnTo>
                  <a:lnTo>
                    <a:pt x="7759923" y="1806674"/>
                  </a:lnTo>
                  <a:lnTo>
                    <a:pt x="7668852" y="1806484"/>
                  </a:lnTo>
                  <a:lnTo>
                    <a:pt x="7573725" y="1806256"/>
                  </a:lnTo>
                  <a:lnTo>
                    <a:pt x="7478566" y="1805991"/>
                  </a:lnTo>
                  <a:lnTo>
                    <a:pt x="7386459" y="1805688"/>
                  </a:lnTo>
                  <a:lnTo>
                    <a:pt x="7299419" y="1805347"/>
                  </a:lnTo>
                  <a:lnTo>
                    <a:pt x="7218490" y="1804967"/>
                  </a:lnTo>
                  <a:lnTo>
                    <a:pt x="7143939" y="1804543"/>
                  </a:lnTo>
                  <a:lnTo>
                    <a:pt x="7075484" y="1804070"/>
                  </a:lnTo>
                  <a:lnTo>
                    <a:pt x="7012487" y="1803541"/>
                  </a:lnTo>
                  <a:lnTo>
                    <a:pt x="6954105" y="1802948"/>
                  </a:lnTo>
                  <a:lnTo>
                    <a:pt x="6899409" y="1802282"/>
                  </a:lnTo>
                  <a:lnTo>
                    <a:pt x="6847464" y="1801535"/>
                  </a:lnTo>
                  <a:lnTo>
                    <a:pt x="6797413" y="1800702"/>
                  </a:lnTo>
                  <a:lnTo>
                    <a:pt x="6786527" y="1800506"/>
                  </a:lnTo>
                  <a:lnTo>
                    <a:pt x="6732277" y="1799452"/>
                  </a:lnTo>
                  <a:lnTo>
                    <a:pt x="6678549" y="1798287"/>
                  </a:lnTo>
                  <a:lnTo>
                    <a:pt x="6624755" y="1797008"/>
                  </a:lnTo>
                  <a:lnTo>
                    <a:pt x="6570506" y="1795619"/>
                  </a:lnTo>
                  <a:lnTo>
                    <a:pt x="6515579" y="1794128"/>
                  </a:lnTo>
                  <a:lnTo>
                    <a:pt x="6459904" y="1792545"/>
                  </a:lnTo>
                  <a:lnTo>
                    <a:pt x="6403537" y="1790889"/>
                  </a:lnTo>
                  <a:lnTo>
                    <a:pt x="6346639" y="1789180"/>
                  </a:lnTo>
                  <a:lnTo>
                    <a:pt x="6289447" y="1787444"/>
                  </a:lnTo>
                  <a:lnTo>
                    <a:pt x="6232235" y="1785706"/>
                  </a:lnTo>
                  <a:lnTo>
                    <a:pt x="6175284" y="1783992"/>
                  </a:lnTo>
                  <a:lnTo>
                    <a:pt x="6118836" y="1782327"/>
                  </a:lnTo>
                  <a:lnTo>
                    <a:pt x="6063064" y="1780734"/>
                  </a:lnTo>
                  <a:lnTo>
                    <a:pt x="6008040" y="1779229"/>
                  </a:lnTo>
                  <a:lnTo>
                    <a:pt x="5953711" y="1777826"/>
                  </a:lnTo>
                  <a:lnTo>
                    <a:pt x="5899876" y="1776533"/>
                  </a:lnTo>
                  <a:lnTo>
                    <a:pt x="5846168" y="1775353"/>
                  </a:lnTo>
                  <a:lnTo>
                    <a:pt x="5792028" y="1774285"/>
                  </a:lnTo>
                  <a:lnTo>
                    <a:pt x="5784835" y="1774152"/>
                  </a:lnTo>
                  <a:lnTo>
                    <a:pt x="5735101" y="1773300"/>
                  </a:lnTo>
                  <a:lnTo>
                    <a:pt x="5683644" y="1772535"/>
                  </a:lnTo>
                  <a:lnTo>
                    <a:pt x="5629636" y="1771851"/>
                  </a:lnTo>
                  <a:lnTo>
                    <a:pt x="5572151" y="1771243"/>
                  </a:lnTo>
                  <a:lnTo>
                    <a:pt x="5510251" y="1770700"/>
                  </a:lnTo>
                  <a:lnTo>
                    <a:pt x="5443067" y="1770215"/>
                  </a:lnTo>
                  <a:lnTo>
                    <a:pt x="5369904" y="1769781"/>
                  </a:lnTo>
                  <a:lnTo>
                    <a:pt x="5290385" y="1769391"/>
                  </a:lnTo>
                  <a:lnTo>
                    <a:pt x="5204637" y="1769042"/>
                  </a:lnTo>
                  <a:lnTo>
                    <a:pt x="5113513" y="1768731"/>
                  </a:lnTo>
                  <a:lnTo>
                    <a:pt x="5018801" y="1768457"/>
                  </a:lnTo>
                  <a:lnTo>
                    <a:pt x="4923350" y="1768221"/>
                  </a:lnTo>
                  <a:lnTo>
                    <a:pt x="4831000" y="1768023"/>
                  </a:lnTo>
                  <a:lnTo>
                    <a:pt x="4746215" y="1767864"/>
                  </a:lnTo>
                  <a:lnTo>
                    <a:pt x="4673386" y="1767744"/>
                  </a:lnTo>
                  <a:lnTo>
                    <a:pt x="4615943" y="1767659"/>
                  </a:lnTo>
                  <a:lnTo>
                    <a:pt x="4575524" y="1767606"/>
                  </a:lnTo>
                  <a:lnTo>
                    <a:pt x="4551476" y="1767578"/>
                  </a:lnTo>
                  <a:lnTo>
                    <a:pt x="4540825" y="1767566"/>
                  </a:lnTo>
                  <a:lnTo>
                    <a:pt x="4538543" y="1767564"/>
                  </a:lnTo>
                  <a:lnTo>
                    <a:pt x="4016409" y="1767564"/>
                  </a:lnTo>
                  <a:lnTo>
                    <a:pt x="4015189" y="1767512"/>
                  </a:lnTo>
                  <a:lnTo>
                    <a:pt x="4007206" y="1767140"/>
                  </a:lnTo>
                  <a:lnTo>
                    <a:pt x="3987219" y="1766111"/>
                  </a:lnTo>
                  <a:lnTo>
                    <a:pt x="3951842" y="1764091"/>
                  </a:lnTo>
                  <a:lnTo>
                    <a:pt x="3899836" y="1760779"/>
                  </a:lnTo>
                  <a:lnTo>
                    <a:pt x="3832183" y="1755949"/>
                  </a:lnTo>
                  <a:lnTo>
                    <a:pt x="3751743" y="1749467"/>
                  </a:lnTo>
                  <a:lnTo>
                    <a:pt x="3662546" y="1741287"/>
                  </a:lnTo>
                  <a:lnTo>
                    <a:pt x="3568942" y="1731425"/>
                  </a:lnTo>
                  <a:lnTo>
                    <a:pt x="3474876" y="1719921"/>
                  </a:lnTo>
                  <a:lnTo>
                    <a:pt x="3383437" y="1706799"/>
                  </a:lnTo>
                  <a:lnTo>
                    <a:pt x="3296705" y="1692041"/>
                  </a:lnTo>
                  <a:lnTo>
                    <a:pt x="3215814" y="1675568"/>
                  </a:lnTo>
                  <a:lnTo>
                    <a:pt x="3141131" y="1657229"/>
                  </a:lnTo>
                  <a:lnTo>
                    <a:pt x="3072464" y="1636804"/>
                  </a:lnTo>
                  <a:lnTo>
                    <a:pt x="3009256" y="1614009"/>
                  </a:lnTo>
                  <a:lnTo>
                    <a:pt x="2950727" y="1588505"/>
                  </a:lnTo>
                  <a:lnTo>
                    <a:pt x="2895996" y="1559923"/>
                  </a:lnTo>
                  <a:lnTo>
                    <a:pt x="2844159" y="1527905"/>
                  </a:lnTo>
                  <a:lnTo>
                    <a:pt x="2794367" y="1492174"/>
                  </a:lnTo>
                  <a:lnTo>
                    <a:pt x="2770117" y="1472970"/>
                  </a:lnTo>
                  <a:lnTo>
                    <a:pt x="2726387" y="1435434"/>
                  </a:lnTo>
                  <a:lnTo>
                    <a:pt x="2683081" y="1394680"/>
                  </a:lnTo>
                  <a:lnTo>
                    <a:pt x="2639861" y="1350649"/>
                  </a:lnTo>
                  <a:lnTo>
                    <a:pt x="2596477" y="1303353"/>
                  </a:lnTo>
                  <a:lnTo>
                    <a:pt x="2552753" y="1252889"/>
                  </a:lnTo>
                  <a:lnTo>
                    <a:pt x="2508585" y="1199444"/>
                  </a:lnTo>
                  <a:lnTo>
                    <a:pt x="2463931" y="1143295"/>
                  </a:lnTo>
                  <a:lnTo>
                    <a:pt x="2418805" y="1084815"/>
                  </a:lnTo>
                  <a:lnTo>
                    <a:pt x="2373268" y="1024456"/>
                  </a:lnTo>
                  <a:lnTo>
                    <a:pt x="2327419" y="962746"/>
                  </a:lnTo>
                  <a:lnTo>
                    <a:pt x="2281386" y="900262"/>
                  </a:lnTo>
                  <a:lnTo>
                    <a:pt x="2235315" y="837616"/>
                  </a:lnTo>
                  <a:lnTo>
                    <a:pt x="2189353" y="775424"/>
                  </a:lnTo>
                  <a:lnTo>
                    <a:pt x="2143637" y="714286"/>
                  </a:lnTo>
                  <a:lnTo>
                    <a:pt x="2098284" y="654756"/>
                  </a:lnTo>
                  <a:lnTo>
                    <a:pt x="2053377" y="597329"/>
                  </a:lnTo>
                  <a:lnTo>
                    <a:pt x="2008955" y="542422"/>
                  </a:lnTo>
                  <a:lnTo>
                    <a:pt x="1965007" y="490361"/>
                  </a:lnTo>
                  <a:lnTo>
                    <a:pt x="1921461" y="441381"/>
                  </a:lnTo>
                  <a:lnTo>
                    <a:pt x="1878180" y="395627"/>
                  </a:lnTo>
                  <a:lnTo>
                    <a:pt x="1834956" y="353153"/>
                  </a:lnTo>
                  <a:lnTo>
                    <a:pt x="1791497" y="313937"/>
                  </a:lnTo>
                  <a:lnTo>
                    <a:pt x="1768425" y="294594"/>
                  </a:lnTo>
                  <a:lnTo>
                    <a:pt x="1719372" y="256967"/>
                  </a:lnTo>
                  <a:lnTo>
                    <a:pt x="1668653" y="223127"/>
                  </a:lnTo>
                  <a:lnTo>
                    <a:pt x="1615473" y="192876"/>
                  </a:lnTo>
                  <a:lnTo>
                    <a:pt x="1558948" y="165887"/>
                  </a:lnTo>
                  <a:lnTo>
                    <a:pt x="1498175" y="141788"/>
                  </a:lnTo>
                  <a:lnTo>
                    <a:pt x="1432311" y="120223"/>
                  </a:lnTo>
                  <a:lnTo>
                    <a:pt x="1360674" y="100878"/>
                  </a:lnTo>
                  <a:lnTo>
                    <a:pt x="1282866" y="83499"/>
                  </a:lnTo>
                  <a:lnTo>
                    <a:pt x="1198952" y="67902"/>
                  </a:lnTo>
                  <a:lnTo>
                    <a:pt x="1109659" y="53972"/>
                  </a:lnTo>
                  <a:lnTo>
                    <a:pt x="1016577" y="41661"/>
                  </a:lnTo>
                  <a:lnTo>
                    <a:pt x="922296" y="30977"/>
                  </a:lnTo>
                  <a:lnTo>
                    <a:pt x="830372" y="21955"/>
                  </a:lnTo>
                  <a:lnTo>
                    <a:pt x="745031" y="14629"/>
                  </a:lnTo>
                  <a:lnTo>
                    <a:pt x="670564" y="8988"/>
                  </a:lnTo>
                  <a:lnTo>
                    <a:pt x="610517" y="4943"/>
                  </a:lnTo>
                  <a:lnTo>
                    <a:pt x="566876" y="2314"/>
                  </a:lnTo>
                  <a:lnTo>
                    <a:pt x="539525" y="832"/>
                  </a:lnTo>
                  <a:lnTo>
                    <a:pt x="526114" y="176"/>
                  </a:lnTo>
                  <a:lnTo>
                    <a:pt x="522288" y="6"/>
                  </a:lnTo>
                  <a:lnTo>
                    <a:pt x="5221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180" name="pl180"/>
            <p:cNvSpPr/>
            <p:nvPr/>
          </p:nvSpPr>
          <p:spPr>
            <a:xfrm>
              <a:off x="386606" y="2337568"/>
              <a:ext cx="8554953" cy="1807094"/>
            </a:xfrm>
            <a:custGeom>
              <a:avLst/>
              <a:pathLst>
                <a:path w="8554953" h="1807094">
                  <a:moveTo>
                    <a:pt x="0" y="0"/>
                  </a:moveTo>
                  <a:lnTo>
                    <a:pt x="522133" y="0"/>
                  </a:lnTo>
                  <a:lnTo>
                    <a:pt x="523353" y="52"/>
                  </a:lnTo>
                  <a:lnTo>
                    <a:pt x="531337" y="424"/>
                  </a:lnTo>
                  <a:lnTo>
                    <a:pt x="551323" y="1452"/>
                  </a:lnTo>
                  <a:lnTo>
                    <a:pt x="586700" y="3473"/>
                  </a:lnTo>
                  <a:lnTo>
                    <a:pt x="638706" y="6784"/>
                  </a:lnTo>
                  <a:lnTo>
                    <a:pt x="706359" y="11614"/>
                  </a:lnTo>
                  <a:lnTo>
                    <a:pt x="786799" y="18096"/>
                  </a:lnTo>
                  <a:lnTo>
                    <a:pt x="875996" y="26276"/>
                  </a:lnTo>
                  <a:lnTo>
                    <a:pt x="969600" y="36138"/>
                  </a:lnTo>
                  <a:lnTo>
                    <a:pt x="1063666" y="47643"/>
                  </a:lnTo>
                  <a:lnTo>
                    <a:pt x="1155105" y="60765"/>
                  </a:lnTo>
                  <a:lnTo>
                    <a:pt x="1241837" y="75522"/>
                  </a:lnTo>
                  <a:lnTo>
                    <a:pt x="1322728" y="91996"/>
                  </a:lnTo>
                  <a:lnTo>
                    <a:pt x="1397411" y="110335"/>
                  </a:lnTo>
                  <a:lnTo>
                    <a:pt x="1466078" y="130759"/>
                  </a:lnTo>
                  <a:lnTo>
                    <a:pt x="1529286" y="153554"/>
                  </a:lnTo>
                  <a:lnTo>
                    <a:pt x="1587815" y="179059"/>
                  </a:lnTo>
                  <a:lnTo>
                    <a:pt x="1642546" y="207641"/>
                  </a:lnTo>
                  <a:lnTo>
                    <a:pt x="1694383" y="239659"/>
                  </a:lnTo>
                  <a:lnTo>
                    <a:pt x="1744175" y="275390"/>
                  </a:lnTo>
                  <a:lnTo>
                    <a:pt x="1768425" y="294594"/>
                  </a:lnTo>
                  <a:lnTo>
                    <a:pt x="1812155" y="332130"/>
                  </a:lnTo>
                  <a:lnTo>
                    <a:pt x="1855461" y="372883"/>
                  </a:lnTo>
                  <a:lnTo>
                    <a:pt x="1898681" y="416914"/>
                  </a:lnTo>
                  <a:lnTo>
                    <a:pt x="1942066" y="464210"/>
                  </a:lnTo>
                  <a:lnTo>
                    <a:pt x="1985789" y="514674"/>
                  </a:lnTo>
                  <a:lnTo>
                    <a:pt x="2029957" y="568120"/>
                  </a:lnTo>
                  <a:lnTo>
                    <a:pt x="2074611" y="624268"/>
                  </a:lnTo>
                  <a:lnTo>
                    <a:pt x="2119737" y="682749"/>
                  </a:lnTo>
                  <a:lnTo>
                    <a:pt x="2165275" y="743107"/>
                  </a:lnTo>
                  <a:lnTo>
                    <a:pt x="2211124" y="804818"/>
                  </a:lnTo>
                  <a:lnTo>
                    <a:pt x="2257156" y="867301"/>
                  </a:lnTo>
                  <a:lnTo>
                    <a:pt x="2303227" y="929948"/>
                  </a:lnTo>
                  <a:lnTo>
                    <a:pt x="2349190" y="992139"/>
                  </a:lnTo>
                  <a:lnTo>
                    <a:pt x="2394905" y="1053278"/>
                  </a:lnTo>
                  <a:lnTo>
                    <a:pt x="2440258" y="1112808"/>
                  </a:lnTo>
                  <a:lnTo>
                    <a:pt x="2485165" y="1170234"/>
                  </a:lnTo>
                  <a:lnTo>
                    <a:pt x="2529587" y="1225142"/>
                  </a:lnTo>
                  <a:lnTo>
                    <a:pt x="2573535" y="1277203"/>
                  </a:lnTo>
                  <a:lnTo>
                    <a:pt x="2617081" y="1326182"/>
                  </a:lnTo>
                  <a:lnTo>
                    <a:pt x="2660362" y="1371937"/>
                  </a:lnTo>
                  <a:lnTo>
                    <a:pt x="2703586" y="1414411"/>
                  </a:lnTo>
                  <a:lnTo>
                    <a:pt x="2747045" y="1453627"/>
                  </a:lnTo>
                  <a:lnTo>
                    <a:pt x="2770117" y="1472970"/>
                  </a:lnTo>
                  <a:lnTo>
                    <a:pt x="2819170" y="1510596"/>
                  </a:lnTo>
                  <a:lnTo>
                    <a:pt x="2869890" y="1544437"/>
                  </a:lnTo>
                  <a:lnTo>
                    <a:pt x="2923069" y="1574687"/>
                  </a:lnTo>
                  <a:lnTo>
                    <a:pt x="2979594" y="1601677"/>
                  </a:lnTo>
                  <a:lnTo>
                    <a:pt x="3040367" y="1625775"/>
                  </a:lnTo>
                  <a:lnTo>
                    <a:pt x="3106231" y="1647340"/>
                  </a:lnTo>
                  <a:lnTo>
                    <a:pt x="3177868" y="1666686"/>
                  </a:lnTo>
                  <a:lnTo>
                    <a:pt x="3255676" y="1684064"/>
                  </a:lnTo>
                  <a:lnTo>
                    <a:pt x="3339590" y="1699662"/>
                  </a:lnTo>
                  <a:lnTo>
                    <a:pt x="3428883" y="1713592"/>
                  </a:lnTo>
                  <a:lnTo>
                    <a:pt x="3521966" y="1725902"/>
                  </a:lnTo>
                  <a:lnTo>
                    <a:pt x="3616246" y="1736587"/>
                  </a:lnTo>
                  <a:lnTo>
                    <a:pt x="3708170" y="1745608"/>
                  </a:lnTo>
                  <a:lnTo>
                    <a:pt x="3793511" y="1752935"/>
                  </a:lnTo>
                  <a:lnTo>
                    <a:pt x="3867978" y="1758576"/>
                  </a:lnTo>
                  <a:lnTo>
                    <a:pt x="3928025" y="1762620"/>
                  </a:lnTo>
                  <a:lnTo>
                    <a:pt x="3971666" y="1765250"/>
                  </a:lnTo>
                  <a:lnTo>
                    <a:pt x="3999017" y="1766731"/>
                  </a:lnTo>
                  <a:lnTo>
                    <a:pt x="4012428" y="1767388"/>
                  </a:lnTo>
                  <a:lnTo>
                    <a:pt x="4016254" y="1767558"/>
                  </a:lnTo>
                  <a:lnTo>
                    <a:pt x="4016409" y="1767564"/>
                  </a:lnTo>
                  <a:lnTo>
                    <a:pt x="4538543" y="1767564"/>
                  </a:lnTo>
                  <a:lnTo>
                    <a:pt x="4539813" y="1767565"/>
                  </a:lnTo>
                  <a:lnTo>
                    <a:pt x="4548114" y="1767574"/>
                  </a:lnTo>
                  <a:lnTo>
                    <a:pt x="4568866" y="1767598"/>
                  </a:lnTo>
                  <a:lnTo>
                    <a:pt x="4605525" y="1767645"/>
                  </a:lnTo>
                  <a:lnTo>
                    <a:pt x="4659268" y="1767722"/>
                  </a:lnTo>
                  <a:lnTo>
                    <a:pt x="4728939" y="1767834"/>
                  </a:lnTo>
                  <a:lnTo>
                    <a:pt x="4811439" y="1767985"/>
                  </a:lnTo>
                  <a:lnTo>
                    <a:pt x="4902510" y="1768174"/>
                  </a:lnTo>
                  <a:lnTo>
                    <a:pt x="4997637" y="1768402"/>
                  </a:lnTo>
                  <a:lnTo>
                    <a:pt x="5092795" y="1768668"/>
                  </a:lnTo>
                  <a:lnTo>
                    <a:pt x="5184903" y="1768970"/>
                  </a:lnTo>
                  <a:lnTo>
                    <a:pt x="5271943" y="1769311"/>
                  </a:lnTo>
                  <a:lnTo>
                    <a:pt x="5352872" y="1769691"/>
                  </a:lnTo>
                  <a:lnTo>
                    <a:pt x="5427423" y="1770115"/>
                  </a:lnTo>
                  <a:lnTo>
                    <a:pt x="5495878" y="1770588"/>
                  </a:lnTo>
                  <a:lnTo>
                    <a:pt x="5558875" y="1771118"/>
                  </a:lnTo>
                  <a:lnTo>
                    <a:pt x="5617256" y="1771711"/>
                  </a:lnTo>
                  <a:lnTo>
                    <a:pt x="5671953" y="1772377"/>
                  </a:lnTo>
                  <a:lnTo>
                    <a:pt x="5723898" y="1773123"/>
                  </a:lnTo>
                  <a:lnTo>
                    <a:pt x="5773949" y="1773956"/>
                  </a:lnTo>
                  <a:lnTo>
                    <a:pt x="5784835" y="1774152"/>
                  </a:lnTo>
                  <a:lnTo>
                    <a:pt x="5839085" y="1775206"/>
                  </a:lnTo>
                  <a:lnTo>
                    <a:pt x="5892813" y="1776371"/>
                  </a:lnTo>
                  <a:lnTo>
                    <a:pt x="5946607" y="1777650"/>
                  </a:lnTo>
                  <a:lnTo>
                    <a:pt x="6000856" y="1779039"/>
                  </a:lnTo>
                  <a:lnTo>
                    <a:pt x="6055783" y="1780531"/>
                  </a:lnTo>
                  <a:lnTo>
                    <a:pt x="6111458" y="1782113"/>
                  </a:lnTo>
                  <a:lnTo>
                    <a:pt x="6167825" y="1783770"/>
                  </a:lnTo>
                  <a:lnTo>
                    <a:pt x="6224723" y="1785478"/>
                  </a:lnTo>
                  <a:lnTo>
                    <a:pt x="6281915" y="1787215"/>
                  </a:lnTo>
                  <a:lnTo>
                    <a:pt x="6339126" y="1788953"/>
                  </a:lnTo>
                  <a:lnTo>
                    <a:pt x="6396078" y="1790666"/>
                  </a:lnTo>
                  <a:lnTo>
                    <a:pt x="6452526" y="1792331"/>
                  </a:lnTo>
                  <a:lnTo>
                    <a:pt x="6508298" y="1793924"/>
                  </a:lnTo>
                  <a:lnTo>
                    <a:pt x="6563322" y="1795429"/>
                  </a:lnTo>
                  <a:lnTo>
                    <a:pt x="6617651" y="1796832"/>
                  </a:lnTo>
                  <a:lnTo>
                    <a:pt x="6671486" y="1798125"/>
                  </a:lnTo>
                  <a:lnTo>
                    <a:pt x="6725194" y="1799305"/>
                  </a:lnTo>
                  <a:lnTo>
                    <a:pt x="6779334" y="1800374"/>
                  </a:lnTo>
                  <a:lnTo>
                    <a:pt x="6786527" y="1800506"/>
                  </a:lnTo>
                  <a:lnTo>
                    <a:pt x="6836261" y="1801358"/>
                  </a:lnTo>
                  <a:lnTo>
                    <a:pt x="6887718" y="1802124"/>
                  </a:lnTo>
                  <a:lnTo>
                    <a:pt x="6941726" y="1802807"/>
                  </a:lnTo>
                  <a:lnTo>
                    <a:pt x="6999211" y="1803415"/>
                  </a:lnTo>
                  <a:lnTo>
                    <a:pt x="7061111" y="1803958"/>
                  </a:lnTo>
                  <a:lnTo>
                    <a:pt x="7128295" y="1804443"/>
                  </a:lnTo>
                  <a:lnTo>
                    <a:pt x="7201458" y="1804877"/>
                  </a:lnTo>
                  <a:lnTo>
                    <a:pt x="7280977" y="1805267"/>
                  </a:lnTo>
                  <a:lnTo>
                    <a:pt x="7366725" y="1805616"/>
                  </a:lnTo>
                  <a:lnTo>
                    <a:pt x="7457849" y="1805927"/>
                  </a:lnTo>
                  <a:lnTo>
                    <a:pt x="7552561" y="1806201"/>
                  </a:lnTo>
                  <a:lnTo>
                    <a:pt x="7648012" y="1806437"/>
                  </a:lnTo>
                  <a:lnTo>
                    <a:pt x="7740362" y="1806635"/>
                  </a:lnTo>
                  <a:lnTo>
                    <a:pt x="7825147" y="1806794"/>
                  </a:lnTo>
                  <a:lnTo>
                    <a:pt x="7897976" y="1806915"/>
                  </a:lnTo>
                  <a:lnTo>
                    <a:pt x="7955419" y="1806999"/>
                  </a:lnTo>
                  <a:lnTo>
                    <a:pt x="7995838" y="1807052"/>
                  </a:lnTo>
                  <a:lnTo>
                    <a:pt x="8019886" y="1807081"/>
                  </a:lnTo>
                  <a:lnTo>
                    <a:pt x="8030537" y="1807092"/>
                  </a:lnTo>
                  <a:lnTo>
                    <a:pt x="8032805" y="1807094"/>
                  </a:lnTo>
                  <a:lnTo>
                    <a:pt x="8032819" y="1807094"/>
                  </a:lnTo>
                  <a:lnTo>
                    <a:pt x="8554953" y="1807094"/>
                  </a:lnTo>
                  <a:lnTo>
                    <a:pt x="8554953" y="1807094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81" name="pl181"/>
            <p:cNvSpPr/>
            <p:nvPr/>
          </p:nvSpPr>
          <p:spPr>
            <a:xfrm>
              <a:off x="386606" y="2331921"/>
              <a:ext cx="8554953" cy="1807094"/>
            </a:xfrm>
            <a:custGeom>
              <a:avLst/>
              <a:pathLst>
                <a:path w="8554953" h="1807094">
                  <a:moveTo>
                    <a:pt x="8554953" y="1807094"/>
                  </a:moveTo>
                  <a:lnTo>
                    <a:pt x="8032819" y="1807094"/>
                  </a:lnTo>
                  <a:lnTo>
                    <a:pt x="8031549" y="1807093"/>
                  </a:lnTo>
                  <a:lnTo>
                    <a:pt x="8023248" y="1807084"/>
                  </a:lnTo>
                  <a:lnTo>
                    <a:pt x="8002496" y="1807060"/>
                  </a:lnTo>
                  <a:lnTo>
                    <a:pt x="7965837" y="1807013"/>
                  </a:lnTo>
                  <a:lnTo>
                    <a:pt x="7912094" y="1806936"/>
                  </a:lnTo>
                  <a:lnTo>
                    <a:pt x="7842423" y="1806824"/>
                  </a:lnTo>
                  <a:lnTo>
                    <a:pt x="7759923" y="1806674"/>
                  </a:lnTo>
                  <a:lnTo>
                    <a:pt x="7668852" y="1806484"/>
                  </a:lnTo>
                  <a:lnTo>
                    <a:pt x="7573725" y="1806256"/>
                  </a:lnTo>
                  <a:lnTo>
                    <a:pt x="7478566" y="1805991"/>
                  </a:lnTo>
                  <a:lnTo>
                    <a:pt x="7386459" y="1805688"/>
                  </a:lnTo>
                  <a:lnTo>
                    <a:pt x="7299419" y="1805347"/>
                  </a:lnTo>
                  <a:lnTo>
                    <a:pt x="7218490" y="1804967"/>
                  </a:lnTo>
                  <a:lnTo>
                    <a:pt x="7143939" y="1804543"/>
                  </a:lnTo>
                  <a:lnTo>
                    <a:pt x="7075484" y="1804070"/>
                  </a:lnTo>
                  <a:lnTo>
                    <a:pt x="7012487" y="1803541"/>
                  </a:lnTo>
                  <a:lnTo>
                    <a:pt x="6954105" y="1802948"/>
                  </a:lnTo>
                  <a:lnTo>
                    <a:pt x="6899409" y="1802282"/>
                  </a:lnTo>
                  <a:lnTo>
                    <a:pt x="6847464" y="1801535"/>
                  </a:lnTo>
                  <a:lnTo>
                    <a:pt x="6797413" y="1800702"/>
                  </a:lnTo>
                  <a:lnTo>
                    <a:pt x="6786527" y="1800506"/>
                  </a:lnTo>
                  <a:lnTo>
                    <a:pt x="6732277" y="1799452"/>
                  </a:lnTo>
                  <a:lnTo>
                    <a:pt x="6678549" y="1798287"/>
                  </a:lnTo>
                  <a:lnTo>
                    <a:pt x="6624755" y="1797008"/>
                  </a:lnTo>
                  <a:lnTo>
                    <a:pt x="6570506" y="1795619"/>
                  </a:lnTo>
                  <a:lnTo>
                    <a:pt x="6515579" y="1794128"/>
                  </a:lnTo>
                  <a:lnTo>
                    <a:pt x="6459904" y="1792545"/>
                  </a:lnTo>
                  <a:lnTo>
                    <a:pt x="6403537" y="1790889"/>
                  </a:lnTo>
                  <a:lnTo>
                    <a:pt x="6346639" y="1789180"/>
                  </a:lnTo>
                  <a:lnTo>
                    <a:pt x="6289447" y="1787444"/>
                  </a:lnTo>
                  <a:lnTo>
                    <a:pt x="6232235" y="1785706"/>
                  </a:lnTo>
                  <a:lnTo>
                    <a:pt x="6175284" y="1783992"/>
                  </a:lnTo>
                  <a:lnTo>
                    <a:pt x="6118836" y="1782327"/>
                  </a:lnTo>
                  <a:lnTo>
                    <a:pt x="6063064" y="1780734"/>
                  </a:lnTo>
                  <a:lnTo>
                    <a:pt x="6008040" y="1779229"/>
                  </a:lnTo>
                  <a:lnTo>
                    <a:pt x="5953711" y="1777826"/>
                  </a:lnTo>
                  <a:lnTo>
                    <a:pt x="5899876" y="1776533"/>
                  </a:lnTo>
                  <a:lnTo>
                    <a:pt x="5846168" y="1775353"/>
                  </a:lnTo>
                  <a:lnTo>
                    <a:pt x="5792028" y="1774285"/>
                  </a:lnTo>
                  <a:lnTo>
                    <a:pt x="5784835" y="1774152"/>
                  </a:lnTo>
                  <a:lnTo>
                    <a:pt x="5735101" y="1773300"/>
                  </a:lnTo>
                  <a:lnTo>
                    <a:pt x="5683644" y="1772535"/>
                  </a:lnTo>
                  <a:lnTo>
                    <a:pt x="5629636" y="1771851"/>
                  </a:lnTo>
                  <a:lnTo>
                    <a:pt x="5572151" y="1771243"/>
                  </a:lnTo>
                  <a:lnTo>
                    <a:pt x="5510251" y="1770700"/>
                  </a:lnTo>
                  <a:lnTo>
                    <a:pt x="5443067" y="1770215"/>
                  </a:lnTo>
                  <a:lnTo>
                    <a:pt x="5369904" y="1769781"/>
                  </a:lnTo>
                  <a:lnTo>
                    <a:pt x="5290385" y="1769391"/>
                  </a:lnTo>
                  <a:lnTo>
                    <a:pt x="5204637" y="1769042"/>
                  </a:lnTo>
                  <a:lnTo>
                    <a:pt x="5113513" y="1768731"/>
                  </a:lnTo>
                  <a:lnTo>
                    <a:pt x="5018801" y="1768457"/>
                  </a:lnTo>
                  <a:lnTo>
                    <a:pt x="4923350" y="1768221"/>
                  </a:lnTo>
                  <a:lnTo>
                    <a:pt x="4831000" y="1768023"/>
                  </a:lnTo>
                  <a:lnTo>
                    <a:pt x="4746215" y="1767864"/>
                  </a:lnTo>
                  <a:lnTo>
                    <a:pt x="4673386" y="1767744"/>
                  </a:lnTo>
                  <a:lnTo>
                    <a:pt x="4615943" y="1767659"/>
                  </a:lnTo>
                  <a:lnTo>
                    <a:pt x="4575524" y="1767606"/>
                  </a:lnTo>
                  <a:lnTo>
                    <a:pt x="4551476" y="1767578"/>
                  </a:lnTo>
                  <a:lnTo>
                    <a:pt x="4540825" y="1767566"/>
                  </a:lnTo>
                  <a:lnTo>
                    <a:pt x="4538557" y="1767564"/>
                  </a:lnTo>
                  <a:lnTo>
                    <a:pt x="4538543" y="1767564"/>
                  </a:lnTo>
                  <a:lnTo>
                    <a:pt x="4016409" y="1767564"/>
                  </a:lnTo>
                  <a:lnTo>
                    <a:pt x="4015189" y="1767512"/>
                  </a:lnTo>
                  <a:lnTo>
                    <a:pt x="4007206" y="1767140"/>
                  </a:lnTo>
                  <a:lnTo>
                    <a:pt x="3987219" y="1766111"/>
                  </a:lnTo>
                  <a:lnTo>
                    <a:pt x="3951842" y="1764091"/>
                  </a:lnTo>
                  <a:lnTo>
                    <a:pt x="3899836" y="1760779"/>
                  </a:lnTo>
                  <a:lnTo>
                    <a:pt x="3832183" y="1755949"/>
                  </a:lnTo>
                  <a:lnTo>
                    <a:pt x="3751743" y="1749467"/>
                  </a:lnTo>
                  <a:lnTo>
                    <a:pt x="3662546" y="1741287"/>
                  </a:lnTo>
                  <a:lnTo>
                    <a:pt x="3568942" y="1731425"/>
                  </a:lnTo>
                  <a:lnTo>
                    <a:pt x="3474876" y="1719921"/>
                  </a:lnTo>
                  <a:lnTo>
                    <a:pt x="3383437" y="1706799"/>
                  </a:lnTo>
                  <a:lnTo>
                    <a:pt x="3296705" y="1692041"/>
                  </a:lnTo>
                  <a:lnTo>
                    <a:pt x="3215814" y="1675568"/>
                  </a:lnTo>
                  <a:lnTo>
                    <a:pt x="3141131" y="1657229"/>
                  </a:lnTo>
                  <a:lnTo>
                    <a:pt x="3072464" y="1636804"/>
                  </a:lnTo>
                  <a:lnTo>
                    <a:pt x="3009256" y="1614009"/>
                  </a:lnTo>
                  <a:lnTo>
                    <a:pt x="2950727" y="1588505"/>
                  </a:lnTo>
                  <a:lnTo>
                    <a:pt x="2895996" y="1559923"/>
                  </a:lnTo>
                  <a:lnTo>
                    <a:pt x="2844159" y="1527905"/>
                  </a:lnTo>
                  <a:lnTo>
                    <a:pt x="2794367" y="1492174"/>
                  </a:lnTo>
                  <a:lnTo>
                    <a:pt x="2770117" y="1472970"/>
                  </a:lnTo>
                  <a:lnTo>
                    <a:pt x="2726387" y="1435434"/>
                  </a:lnTo>
                  <a:lnTo>
                    <a:pt x="2683081" y="1394680"/>
                  </a:lnTo>
                  <a:lnTo>
                    <a:pt x="2639861" y="1350649"/>
                  </a:lnTo>
                  <a:lnTo>
                    <a:pt x="2596477" y="1303353"/>
                  </a:lnTo>
                  <a:lnTo>
                    <a:pt x="2552753" y="1252889"/>
                  </a:lnTo>
                  <a:lnTo>
                    <a:pt x="2508585" y="1199444"/>
                  </a:lnTo>
                  <a:lnTo>
                    <a:pt x="2463931" y="1143295"/>
                  </a:lnTo>
                  <a:lnTo>
                    <a:pt x="2418805" y="1084815"/>
                  </a:lnTo>
                  <a:lnTo>
                    <a:pt x="2373268" y="1024456"/>
                  </a:lnTo>
                  <a:lnTo>
                    <a:pt x="2327419" y="962746"/>
                  </a:lnTo>
                  <a:lnTo>
                    <a:pt x="2281386" y="900262"/>
                  </a:lnTo>
                  <a:lnTo>
                    <a:pt x="2235315" y="837616"/>
                  </a:lnTo>
                  <a:lnTo>
                    <a:pt x="2189353" y="775424"/>
                  </a:lnTo>
                  <a:lnTo>
                    <a:pt x="2143637" y="714286"/>
                  </a:lnTo>
                  <a:lnTo>
                    <a:pt x="2098284" y="654756"/>
                  </a:lnTo>
                  <a:lnTo>
                    <a:pt x="2053377" y="597329"/>
                  </a:lnTo>
                  <a:lnTo>
                    <a:pt x="2008955" y="542422"/>
                  </a:lnTo>
                  <a:lnTo>
                    <a:pt x="1965007" y="490361"/>
                  </a:lnTo>
                  <a:lnTo>
                    <a:pt x="1921461" y="441381"/>
                  </a:lnTo>
                  <a:lnTo>
                    <a:pt x="1878180" y="395627"/>
                  </a:lnTo>
                  <a:lnTo>
                    <a:pt x="1834956" y="353153"/>
                  </a:lnTo>
                  <a:lnTo>
                    <a:pt x="1791497" y="313937"/>
                  </a:lnTo>
                  <a:lnTo>
                    <a:pt x="1768425" y="294594"/>
                  </a:lnTo>
                  <a:lnTo>
                    <a:pt x="1719372" y="256967"/>
                  </a:lnTo>
                  <a:lnTo>
                    <a:pt x="1668653" y="223127"/>
                  </a:lnTo>
                  <a:lnTo>
                    <a:pt x="1615473" y="192876"/>
                  </a:lnTo>
                  <a:lnTo>
                    <a:pt x="1558948" y="165887"/>
                  </a:lnTo>
                  <a:lnTo>
                    <a:pt x="1498175" y="141788"/>
                  </a:lnTo>
                  <a:lnTo>
                    <a:pt x="1432311" y="120223"/>
                  </a:lnTo>
                  <a:lnTo>
                    <a:pt x="1360674" y="100878"/>
                  </a:lnTo>
                  <a:lnTo>
                    <a:pt x="1282866" y="83499"/>
                  </a:lnTo>
                  <a:lnTo>
                    <a:pt x="1198952" y="67902"/>
                  </a:lnTo>
                  <a:lnTo>
                    <a:pt x="1109659" y="53972"/>
                  </a:lnTo>
                  <a:lnTo>
                    <a:pt x="1016577" y="41661"/>
                  </a:lnTo>
                  <a:lnTo>
                    <a:pt x="922296" y="30977"/>
                  </a:lnTo>
                  <a:lnTo>
                    <a:pt x="830372" y="21955"/>
                  </a:lnTo>
                  <a:lnTo>
                    <a:pt x="745031" y="14629"/>
                  </a:lnTo>
                  <a:lnTo>
                    <a:pt x="670564" y="8988"/>
                  </a:lnTo>
                  <a:lnTo>
                    <a:pt x="610517" y="4943"/>
                  </a:lnTo>
                  <a:lnTo>
                    <a:pt x="566876" y="2314"/>
                  </a:lnTo>
                  <a:lnTo>
                    <a:pt x="539525" y="832"/>
                  </a:lnTo>
                  <a:lnTo>
                    <a:pt x="526114" y="176"/>
                  </a:lnTo>
                  <a:lnTo>
                    <a:pt x="522288" y="6"/>
                  </a:lnTo>
                  <a:lnTo>
                    <a:pt x="522133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82" name="pg182"/>
            <p:cNvSpPr/>
            <p:nvPr/>
          </p:nvSpPr>
          <p:spPr>
            <a:xfrm>
              <a:off x="386606" y="2337568"/>
              <a:ext cx="8554953" cy="3281006"/>
            </a:xfrm>
            <a:custGeom>
              <a:avLst/>
              <a:pathLst>
                <a:path w="8554953" h="3281006">
                  <a:moveTo>
                    <a:pt x="0" y="28235"/>
                  </a:moveTo>
                  <a:lnTo>
                    <a:pt x="522133" y="28235"/>
                  </a:lnTo>
                  <a:lnTo>
                    <a:pt x="523352" y="28288"/>
                  </a:lnTo>
                  <a:lnTo>
                    <a:pt x="531332" y="28662"/>
                  </a:lnTo>
                  <a:lnTo>
                    <a:pt x="551309" y="29696"/>
                  </a:lnTo>
                  <a:lnTo>
                    <a:pt x="586671" y="31729"/>
                  </a:lnTo>
                  <a:lnTo>
                    <a:pt x="638655" y="35060"/>
                  </a:lnTo>
                  <a:lnTo>
                    <a:pt x="706283" y="39918"/>
                  </a:lnTo>
                  <a:lnTo>
                    <a:pt x="786697" y="46439"/>
                  </a:lnTo>
                  <a:lnTo>
                    <a:pt x="875871" y="54668"/>
                  </a:lnTo>
                  <a:lnTo>
                    <a:pt x="969456" y="64589"/>
                  </a:lnTo>
                  <a:lnTo>
                    <a:pt x="1063508" y="76162"/>
                  </a:lnTo>
                  <a:lnTo>
                    <a:pt x="1154939" y="89363"/>
                  </a:lnTo>
                  <a:lnTo>
                    <a:pt x="1241666" y="104209"/>
                  </a:lnTo>
                  <a:lnTo>
                    <a:pt x="1322557" y="120781"/>
                  </a:lnTo>
                  <a:lnTo>
                    <a:pt x="1397241" y="139229"/>
                  </a:lnTo>
                  <a:lnTo>
                    <a:pt x="1465910" y="159775"/>
                  </a:lnTo>
                  <a:lnTo>
                    <a:pt x="1529122" y="182706"/>
                  </a:lnTo>
                  <a:lnTo>
                    <a:pt x="1587652" y="208360"/>
                  </a:lnTo>
                  <a:lnTo>
                    <a:pt x="1642384" y="237111"/>
                  </a:lnTo>
                  <a:lnTo>
                    <a:pt x="1694220" y="269317"/>
                  </a:lnTo>
                  <a:lnTo>
                    <a:pt x="1744009" y="305257"/>
                  </a:lnTo>
                  <a:lnTo>
                    <a:pt x="1768425" y="324712"/>
                  </a:lnTo>
                  <a:lnTo>
                    <a:pt x="1812075" y="362415"/>
                  </a:lnTo>
                  <a:lnTo>
                    <a:pt x="1855301" y="403344"/>
                  </a:lnTo>
                  <a:lnTo>
                    <a:pt x="1898440" y="447559"/>
                  </a:lnTo>
                  <a:lnTo>
                    <a:pt x="1941743" y="495048"/>
                  </a:lnTo>
                  <a:lnTo>
                    <a:pt x="1985383" y="545714"/>
                  </a:lnTo>
                  <a:lnTo>
                    <a:pt x="2029464" y="599373"/>
                  </a:lnTo>
                  <a:lnTo>
                    <a:pt x="2074029" y="655745"/>
                  </a:lnTo>
                  <a:lnTo>
                    <a:pt x="2119065" y="714461"/>
                  </a:lnTo>
                  <a:lnTo>
                    <a:pt x="2164513" y="775066"/>
                  </a:lnTo>
                  <a:lnTo>
                    <a:pt x="2210272" y="837037"/>
                  </a:lnTo>
                  <a:lnTo>
                    <a:pt x="2256217" y="899794"/>
                  </a:lnTo>
                  <a:lnTo>
                    <a:pt x="2302204" y="962727"/>
                  </a:lnTo>
                  <a:lnTo>
                    <a:pt x="2348085" y="1025218"/>
                  </a:lnTo>
                  <a:lnTo>
                    <a:pt x="2393724" y="1086667"/>
                  </a:lnTo>
                  <a:lnTo>
                    <a:pt x="2439004" y="1146516"/>
                  </a:lnTo>
                  <a:lnTo>
                    <a:pt x="2483842" y="1204270"/>
                  </a:lnTo>
                  <a:lnTo>
                    <a:pt x="2528196" y="1259508"/>
                  </a:lnTo>
                  <a:lnTo>
                    <a:pt x="2572077" y="1311902"/>
                  </a:lnTo>
                  <a:lnTo>
                    <a:pt x="2615555" y="1361212"/>
                  </a:lnTo>
                  <a:lnTo>
                    <a:pt x="2658761" y="1407292"/>
                  </a:lnTo>
                  <a:lnTo>
                    <a:pt x="2701903" y="1450083"/>
                  </a:lnTo>
                  <a:lnTo>
                    <a:pt x="2745265" y="1489606"/>
                  </a:lnTo>
                  <a:lnTo>
                    <a:pt x="2770117" y="1510618"/>
                  </a:lnTo>
                  <a:lnTo>
                    <a:pt x="2819161" y="1548478"/>
                  </a:lnTo>
                  <a:lnTo>
                    <a:pt x="2869872" y="1582530"/>
                  </a:lnTo>
                  <a:lnTo>
                    <a:pt x="2923041" y="1612970"/>
                  </a:lnTo>
                  <a:lnTo>
                    <a:pt x="2979554" y="1640129"/>
                  </a:lnTo>
                  <a:lnTo>
                    <a:pt x="3040314" y="1664380"/>
                  </a:lnTo>
                  <a:lnTo>
                    <a:pt x="3106161" y="1686081"/>
                  </a:lnTo>
                  <a:lnTo>
                    <a:pt x="3177780" y="1705549"/>
                  </a:lnTo>
                  <a:lnTo>
                    <a:pt x="3255566" y="1723038"/>
                  </a:lnTo>
                  <a:lnTo>
                    <a:pt x="3339457" y="1738735"/>
                  </a:lnTo>
                  <a:lnTo>
                    <a:pt x="3428728" y="1752755"/>
                  </a:lnTo>
                  <a:lnTo>
                    <a:pt x="3521790" y="1765145"/>
                  </a:lnTo>
                  <a:lnTo>
                    <a:pt x="3616056" y="1775899"/>
                  </a:lnTo>
                  <a:lnTo>
                    <a:pt x="3707973" y="1784980"/>
                  </a:lnTo>
                  <a:lnTo>
                    <a:pt x="3793320" y="1792356"/>
                  </a:lnTo>
                  <a:lnTo>
                    <a:pt x="3867806" y="1798036"/>
                  </a:lnTo>
                  <a:lnTo>
                    <a:pt x="3927884" y="1802110"/>
                  </a:lnTo>
                  <a:lnTo>
                    <a:pt x="3971564" y="1804759"/>
                  </a:lnTo>
                  <a:lnTo>
                    <a:pt x="3998957" y="1806253"/>
                  </a:lnTo>
                  <a:lnTo>
                    <a:pt x="4012403" y="1806915"/>
                  </a:lnTo>
                  <a:lnTo>
                    <a:pt x="4016251" y="1807088"/>
                  </a:lnTo>
                  <a:lnTo>
                    <a:pt x="4016409" y="1807094"/>
                  </a:lnTo>
                  <a:lnTo>
                    <a:pt x="4538543" y="1807094"/>
                  </a:lnTo>
                  <a:lnTo>
                    <a:pt x="4539778" y="1807138"/>
                  </a:lnTo>
                  <a:lnTo>
                    <a:pt x="4547855" y="1807452"/>
                  </a:lnTo>
                  <a:lnTo>
                    <a:pt x="4568067" y="1808321"/>
                  </a:lnTo>
                  <a:lnTo>
                    <a:pt x="4603824" y="1810026"/>
                  </a:lnTo>
                  <a:lnTo>
                    <a:pt x="4656345" y="1812821"/>
                  </a:lnTo>
                  <a:lnTo>
                    <a:pt x="4724597" y="1816895"/>
                  </a:lnTo>
                  <a:lnTo>
                    <a:pt x="4805650" y="1822359"/>
                  </a:lnTo>
                  <a:lnTo>
                    <a:pt x="4895409" y="1829251"/>
                  </a:lnTo>
                  <a:lnTo>
                    <a:pt x="4989471" y="1837557"/>
                  </a:lnTo>
                  <a:lnTo>
                    <a:pt x="5083868" y="1847242"/>
                  </a:lnTo>
                  <a:lnTo>
                    <a:pt x="5175512" y="1858286"/>
                  </a:lnTo>
                  <a:lnTo>
                    <a:pt x="5262341" y="1870707"/>
                  </a:lnTo>
                  <a:lnTo>
                    <a:pt x="5343247" y="1884576"/>
                  </a:lnTo>
                  <a:lnTo>
                    <a:pt x="5417893" y="1900021"/>
                  </a:lnTo>
                  <a:lnTo>
                    <a:pt x="5486497" y="1917232"/>
                  </a:lnTo>
                  <a:lnTo>
                    <a:pt x="5549643" y="1936452"/>
                  </a:lnTo>
                  <a:lnTo>
                    <a:pt x="5608125" y="1957969"/>
                  </a:lnTo>
                  <a:lnTo>
                    <a:pt x="5662842" y="1982095"/>
                  </a:lnTo>
                  <a:lnTo>
                    <a:pt x="5714708" y="2009130"/>
                  </a:lnTo>
                  <a:lnTo>
                    <a:pt x="5764573" y="2039299"/>
                  </a:lnTo>
                  <a:lnTo>
                    <a:pt x="5784835" y="2052746"/>
                  </a:lnTo>
                  <a:lnTo>
                    <a:pt x="5830731" y="2085677"/>
                  </a:lnTo>
                  <a:lnTo>
                    <a:pt x="5876180" y="2121568"/>
                  </a:lnTo>
                  <a:lnTo>
                    <a:pt x="5921565" y="2160473"/>
                  </a:lnTo>
                  <a:lnTo>
                    <a:pt x="5967165" y="2202370"/>
                  </a:lnTo>
                  <a:lnTo>
                    <a:pt x="6013167" y="2247150"/>
                  </a:lnTo>
                  <a:lnTo>
                    <a:pt x="6059675" y="2294614"/>
                  </a:lnTo>
                  <a:lnTo>
                    <a:pt x="6106720" y="2344468"/>
                  </a:lnTo>
                  <a:lnTo>
                    <a:pt x="6154267" y="2396328"/>
                  </a:lnTo>
                  <a:lnTo>
                    <a:pt x="6202228" y="2449727"/>
                  </a:lnTo>
                  <a:lnTo>
                    <a:pt x="6250472" y="2504135"/>
                  </a:lnTo>
                  <a:lnTo>
                    <a:pt x="6298840" y="2558976"/>
                  </a:lnTo>
                  <a:lnTo>
                    <a:pt x="6347161" y="2613654"/>
                  </a:lnTo>
                  <a:lnTo>
                    <a:pt x="6395269" y="2667582"/>
                  </a:lnTo>
                  <a:lnTo>
                    <a:pt x="6443019" y="2720206"/>
                  </a:lnTo>
                  <a:lnTo>
                    <a:pt x="6490301" y="2771028"/>
                  </a:lnTo>
                  <a:lnTo>
                    <a:pt x="6537054" y="2819624"/>
                  </a:lnTo>
                  <a:lnTo>
                    <a:pt x="6583278" y="2865659"/>
                  </a:lnTo>
                  <a:lnTo>
                    <a:pt x="6629044" y="2908889"/>
                  </a:lnTo>
                  <a:lnTo>
                    <a:pt x="6674498" y="2949166"/>
                  </a:lnTo>
                  <a:lnTo>
                    <a:pt x="6719876" y="2986429"/>
                  </a:lnTo>
                  <a:lnTo>
                    <a:pt x="6765513" y="3020699"/>
                  </a:lnTo>
                  <a:lnTo>
                    <a:pt x="6786527" y="3035354"/>
                  </a:lnTo>
                  <a:lnTo>
                    <a:pt x="6835782" y="3066850"/>
                  </a:lnTo>
                  <a:lnTo>
                    <a:pt x="6886721" y="3095165"/>
                  </a:lnTo>
                  <a:lnTo>
                    <a:pt x="6940147" y="3120463"/>
                  </a:lnTo>
                  <a:lnTo>
                    <a:pt x="6996957" y="3143024"/>
                  </a:lnTo>
                  <a:lnTo>
                    <a:pt x="7058065" y="3163159"/>
                  </a:lnTo>
                  <a:lnTo>
                    <a:pt x="7124320" y="3181171"/>
                  </a:lnTo>
                  <a:lnTo>
                    <a:pt x="7196410" y="3197322"/>
                  </a:lnTo>
                  <a:lnTo>
                    <a:pt x="7274725" y="3211825"/>
                  </a:lnTo>
                  <a:lnTo>
                    <a:pt x="7359184" y="3224834"/>
                  </a:lnTo>
                  <a:lnTo>
                    <a:pt x="7449024" y="3236445"/>
                  </a:lnTo>
                  <a:lnTo>
                    <a:pt x="7542596" y="3246694"/>
                  </a:lnTo>
                  <a:lnTo>
                    <a:pt x="7637235" y="3255575"/>
                  </a:lnTo>
                  <a:lnTo>
                    <a:pt x="7729301" y="3263057"/>
                  </a:lnTo>
                  <a:lnTo>
                    <a:pt x="7814497" y="3269112"/>
                  </a:lnTo>
                  <a:lnTo>
                    <a:pt x="7888498" y="3273754"/>
                  </a:lnTo>
                  <a:lnTo>
                    <a:pt x="7947788" y="3277060"/>
                  </a:lnTo>
                  <a:lnTo>
                    <a:pt x="7990479" y="3279190"/>
                  </a:lnTo>
                  <a:lnTo>
                    <a:pt x="8016841" y="3280372"/>
                  </a:lnTo>
                  <a:lnTo>
                    <a:pt x="8029408" y="3280881"/>
                  </a:lnTo>
                  <a:lnTo>
                    <a:pt x="8032819" y="3281006"/>
                  </a:lnTo>
                  <a:lnTo>
                    <a:pt x="8554953" y="3281006"/>
                  </a:lnTo>
                  <a:lnTo>
                    <a:pt x="8554953" y="3252770"/>
                  </a:lnTo>
                  <a:lnTo>
                    <a:pt x="8032819" y="3252770"/>
                  </a:lnTo>
                  <a:lnTo>
                    <a:pt x="8031584" y="3252726"/>
                  </a:lnTo>
                  <a:lnTo>
                    <a:pt x="8023507" y="3252412"/>
                  </a:lnTo>
                  <a:lnTo>
                    <a:pt x="8003295" y="3251544"/>
                  </a:lnTo>
                  <a:lnTo>
                    <a:pt x="7967538" y="3249838"/>
                  </a:lnTo>
                  <a:lnTo>
                    <a:pt x="7915017" y="3247044"/>
                  </a:lnTo>
                  <a:lnTo>
                    <a:pt x="7846765" y="3242970"/>
                  </a:lnTo>
                  <a:lnTo>
                    <a:pt x="7765711" y="3237505"/>
                  </a:lnTo>
                  <a:lnTo>
                    <a:pt x="7675953" y="3230613"/>
                  </a:lnTo>
                  <a:lnTo>
                    <a:pt x="7581891" y="3222308"/>
                  </a:lnTo>
                  <a:lnTo>
                    <a:pt x="7487494" y="3212623"/>
                  </a:lnTo>
                  <a:lnTo>
                    <a:pt x="7395850" y="3201578"/>
                  </a:lnTo>
                  <a:lnTo>
                    <a:pt x="7309021" y="3189157"/>
                  </a:lnTo>
                  <a:lnTo>
                    <a:pt x="7228115" y="3175288"/>
                  </a:lnTo>
                  <a:lnTo>
                    <a:pt x="7153469" y="3159843"/>
                  </a:lnTo>
                  <a:lnTo>
                    <a:pt x="7084864" y="3142632"/>
                  </a:lnTo>
                  <a:lnTo>
                    <a:pt x="7021719" y="3123412"/>
                  </a:lnTo>
                  <a:lnTo>
                    <a:pt x="6963237" y="3101895"/>
                  </a:lnTo>
                  <a:lnTo>
                    <a:pt x="6908520" y="3077769"/>
                  </a:lnTo>
                  <a:lnTo>
                    <a:pt x="6856654" y="3050734"/>
                  </a:lnTo>
                  <a:lnTo>
                    <a:pt x="6806789" y="3020565"/>
                  </a:lnTo>
                  <a:lnTo>
                    <a:pt x="6786527" y="3007118"/>
                  </a:lnTo>
                  <a:lnTo>
                    <a:pt x="6740631" y="2974188"/>
                  </a:lnTo>
                  <a:lnTo>
                    <a:pt x="6695182" y="2938297"/>
                  </a:lnTo>
                  <a:lnTo>
                    <a:pt x="6649797" y="2899392"/>
                  </a:lnTo>
                  <a:lnTo>
                    <a:pt x="6604197" y="2857495"/>
                  </a:lnTo>
                  <a:lnTo>
                    <a:pt x="6558195" y="2812714"/>
                  </a:lnTo>
                  <a:lnTo>
                    <a:pt x="6511687" y="2765250"/>
                  </a:lnTo>
                  <a:lnTo>
                    <a:pt x="6464642" y="2715396"/>
                  </a:lnTo>
                  <a:lnTo>
                    <a:pt x="6417095" y="2663536"/>
                  </a:lnTo>
                  <a:lnTo>
                    <a:pt x="6369134" y="2610137"/>
                  </a:lnTo>
                  <a:lnTo>
                    <a:pt x="6320890" y="2555729"/>
                  </a:lnTo>
                  <a:lnTo>
                    <a:pt x="6272522" y="2500889"/>
                  </a:lnTo>
                  <a:lnTo>
                    <a:pt x="6224201" y="2446210"/>
                  </a:lnTo>
                  <a:lnTo>
                    <a:pt x="6176093" y="2392282"/>
                  </a:lnTo>
                  <a:lnTo>
                    <a:pt x="6128343" y="2339658"/>
                  </a:lnTo>
                  <a:lnTo>
                    <a:pt x="6081061" y="2288837"/>
                  </a:lnTo>
                  <a:lnTo>
                    <a:pt x="6034308" y="2240240"/>
                  </a:lnTo>
                  <a:lnTo>
                    <a:pt x="5988084" y="2194206"/>
                  </a:lnTo>
                  <a:lnTo>
                    <a:pt x="5942318" y="2150975"/>
                  </a:lnTo>
                  <a:lnTo>
                    <a:pt x="5896864" y="2110698"/>
                  </a:lnTo>
                  <a:lnTo>
                    <a:pt x="5851486" y="2073435"/>
                  </a:lnTo>
                  <a:lnTo>
                    <a:pt x="5805848" y="2039166"/>
                  </a:lnTo>
                  <a:lnTo>
                    <a:pt x="5784835" y="2024510"/>
                  </a:lnTo>
                  <a:lnTo>
                    <a:pt x="5735579" y="1993014"/>
                  </a:lnTo>
                  <a:lnTo>
                    <a:pt x="5684641" y="1964700"/>
                  </a:lnTo>
                  <a:lnTo>
                    <a:pt x="5631215" y="1939401"/>
                  </a:lnTo>
                  <a:lnTo>
                    <a:pt x="5574405" y="1916841"/>
                  </a:lnTo>
                  <a:lnTo>
                    <a:pt x="5513297" y="1896705"/>
                  </a:lnTo>
                  <a:lnTo>
                    <a:pt x="5447042" y="1878694"/>
                  </a:lnTo>
                  <a:lnTo>
                    <a:pt x="5374952" y="1862543"/>
                  </a:lnTo>
                  <a:lnTo>
                    <a:pt x="5296637" y="1848040"/>
                  </a:lnTo>
                  <a:lnTo>
                    <a:pt x="5212178" y="1835030"/>
                  </a:lnTo>
                  <a:lnTo>
                    <a:pt x="5122338" y="1823420"/>
                  </a:lnTo>
                  <a:lnTo>
                    <a:pt x="5028766" y="1813170"/>
                  </a:lnTo>
                  <a:lnTo>
                    <a:pt x="4934127" y="1804289"/>
                  </a:lnTo>
                  <a:lnTo>
                    <a:pt x="4842061" y="1796807"/>
                  </a:lnTo>
                  <a:lnTo>
                    <a:pt x="4756865" y="1790752"/>
                  </a:lnTo>
                  <a:lnTo>
                    <a:pt x="4682864" y="1786110"/>
                  </a:lnTo>
                  <a:lnTo>
                    <a:pt x="4623574" y="1782804"/>
                  </a:lnTo>
                  <a:lnTo>
                    <a:pt x="4580883" y="1780675"/>
                  </a:lnTo>
                  <a:lnTo>
                    <a:pt x="4554521" y="1779493"/>
                  </a:lnTo>
                  <a:lnTo>
                    <a:pt x="4541954" y="1778984"/>
                  </a:lnTo>
                  <a:lnTo>
                    <a:pt x="4538543" y="1778858"/>
                  </a:lnTo>
                  <a:lnTo>
                    <a:pt x="4016409" y="1778858"/>
                  </a:lnTo>
                  <a:lnTo>
                    <a:pt x="4015190" y="1778806"/>
                  </a:lnTo>
                  <a:lnTo>
                    <a:pt x="4007210" y="1778432"/>
                  </a:lnTo>
                  <a:lnTo>
                    <a:pt x="3987233" y="1777397"/>
                  </a:lnTo>
                  <a:lnTo>
                    <a:pt x="3951872" y="1775365"/>
                  </a:lnTo>
                  <a:lnTo>
                    <a:pt x="3899887" y="1772034"/>
                  </a:lnTo>
                  <a:lnTo>
                    <a:pt x="3832259" y="1767175"/>
                  </a:lnTo>
                  <a:lnTo>
                    <a:pt x="3751845" y="1760655"/>
                  </a:lnTo>
                  <a:lnTo>
                    <a:pt x="3662671" y="1752426"/>
                  </a:lnTo>
                  <a:lnTo>
                    <a:pt x="3569086" y="1742505"/>
                  </a:lnTo>
                  <a:lnTo>
                    <a:pt x="3475034" y="1730932"/>
                  </a:lnTo>
                  <a:lnTo>
                    <a:pt x="3383604" y="1717731"/>
                  </a:lnTo>
                  <a:lnTo>
                    <a:pt x="3296876" y="1702885"/>
                  </a:lnTo>
                  <a:lnTo>
                    <a:pt x="3215986" y="1686313"/>
                  </a:lnTo>
                  <a:lnTo>
                    <a:pt x="3141301" y="1667864"/>
                  </a:lnTo>
                  <a:lnTo>
                    <a:pt x="3072632" y="1647318"/>
                  </a:lnTo>
                  <a:lnTo>
                    <a:pt x="3009421" y="1624388"/>
                  </a:lnTo>
                  <a:lnTo>
                    <a:pt x="2950890" y="1598733"/>
                  </a:lnTo>
                  <a:lnTo>
                    <a:pt x="2896158" y="1569983"/>
                  </a:lnTo>
                  <a:lnTo>
                    <a:pt x="2844322" y="1537777"/>
                  </a:lnTo>
                  <a:lnTo>
                    <a:pt x="2794533" y="1501837"/>
                  </a:lnTo>
                  <a:lnTo>
                    <a:pt x="2770117" y="1482382"/>
                  </a:lnTo>
                  <a:lnTo>
                    <a:pt x="2726467" y="1444679"/>
                  </a:lnTo>
                  <a:lnTo>
                    <a:pt x="2683241" y="1403750"/>
                  </a:lnTo>
                  <a:lnTo>
                    <a:pt x="2640102" y="1359535"/>
                  </a:lnTo>
                  <a:lnTo>
                    <a:pt x="2596799" y="1312046"/>
                  </a:lnTo>
                  <a:lnTo>
                    <a:pt x="2553159" y="1261379"/>
                  </a:lnTo>
                  <a:lnTo>
                    <a:pt x="2509078" y="1207721"/>
                  </a:lnTo>
                  <a:lnTo>
                    <a:pt x="2464513" y="1151349"/>
                  </a:lnTo>
                  <a:lnTo>
                    <a:pt x="2419477" y="1092633"/>
                  </a:lnTo>
                  <a:lnTo>
                    <a:pt x="2374029" y="1032027"/>
                  </a:lnTo>
                  <a:lnTo>
                    <a:pt x="2328270" y="970056"/>
                  </a:lnTo>
                  <a:lnTo>
                    <a:pt x="2282325" y="907299"/>
                  </a:lnTo>
                  <a:lnTo>
                    <a:pt x="2236338" y="844367"/>
                  </a:lnTo>
                  <a:lnTo>
                    <a:pt x="2190457" y="781876"/>
                  </a:lnTo>
                  <a:lnTo>
                    <a:pt x="2144818" y="720427"/>
                  </a:lnTo>
                  <a:lnTo>
                    <a:pt x="2099538" y="660578"/>
                  </a:lnTo>
                  <a:lnTo>
                    <a:pt x="2054701" y="602824"/>
                  </a:lnTo>
                  <a:lnTo>
                    <a:pt x="2010346" y="547585"/>
                  </a:lnTo>
                  <a:lnTo>
                    <a:pt x="1966465" y="495192"/>
                  </a:lnTo>
                  <a:lnTo>
                    <a:pt x="1922988" y="445882"/>
                  </a:lnTo>
                  <a:lnTo>
                    <a:pt x="1879781" y="399802"/>
                  </a:lnTo>
                  <a:lnTo>
                    <a:pt x="1836640" y="357010"/>
                  </a:lnTo>
                  <a:lnTo>
                    <a:pt x="1793277" y="317488"/>
                  </a:lnTo>
                  <a:lnTo>
                    <a:pt x="1768425" y="296476"/>
                  </a:lnTo>
                  <a:lnTo>
                    <a:pt x="1719381" y="258616"/>
                  </a:lnTo>
                  <a:lnTo>
                    <a:pt x="1668670" y="224564"/>
                  </a:lnTo>
                  <a:lnTo>
                    <a:pt x="1615501" y="194123"/>
                  </a:lnTo>
                  <a:lnTo>
                    <a:pt x="1558988" y="166964"/>
                  </a:lnTo>
                  <a:lnTo>
                    <a:pt x="1498228" y="142714"/>
                  </a:lnTo>
                  <a:lnTo>
                    <a:pt x="1432381" y="121012"/>
                  </a:lnTo>
                  <a:lnTo>
                    <a:pt x="1360762" y="101545"/>
                  </a:lnTo>
                  <a:lnTo>
                    <a:pt x="1282976" y="84055"/>
                  </a:lnTo>
                  <a:lnTo>
                    <a:pt x="1199085" y="68358"/>
                  </a:lnTo>
                  <a:lnTo>
                    <a:pt x="1109814" y="54339"/>
                  </a:lnTo>
                  <a:lnTo>
                    <a:pt x="1016752" y="41949"/>
                  </a:lnTo>
                  <a:lnTo>
                    <a:pt x="922487" y="31195"/>
                  </a:lnTo>
                  <a:lnTo>
                    <a:pt x="830569" y="22114"/>
                  </a:lnTo>
                  <a:lnTo>
                    <a:pt x="745222" y="14738"/>
                  </a:lnTo>
                  <a:lnTo>
                    <a:pt x="670736" y="9058"/>
                  </a:lnTo>
                  <a:lnTo>
                    <a:pt x="610658" y="4984"/>
                  </a:lnTo>
                  <a:lnTo>
                    <a:pt x="566978" y="2334"/>
                  </a:lnTo>
                  <a:lnTo>
                    <a:pt x="539586" y="841"/>
                  </a:lnTo>
                  <a:lnTo>
                    <a:pt x="526139" y="178"/>
                  </a:lnTo>
                  <a:lnTo>
                    <a:pt x="522291" y="6"/>
                  </a:lnTo>
                  <a:lnTo>
                    <a:pt x="5221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183" name="pl183"/>
            <p:cNvSpPr/>
            <p:nvPr/>
          </p:nvSpPr>
          <p:spPr>
            <a:xfrm>
              <a:off x="386606" y="2365804"/>
              <a:ext cx="8554953" cy="3252770"/>
            </a:xfrm>
            <a:custGeom>
              <a:avLst/>
              <a:pathLst>
                <a:path w="8554953" h="3252770">
                  <a:moveTo>
                    <a:pt x="0" y="0"/>
                  </a:moveTo>
                  <a:lnTo>
                    <a:pt x="522133" y="0"/>
                  </a:lnTo>
                  <a:lnTo>
                    <a:pt x="523352" y="52"/>
                  </a:lnTo>
                  <a:lnTo>
                    <a:pt x="531332" y="426"/>
                  </a:lnTo>
                  <a:lnTo>
                    <a:pt x="551309" y="1461"/>
                  </a:lnTo>
                  <a:lnTo>
                    <a:pt x="586671" y="3493"/>
                  </a:lnTo>
                  <a:lnTo>
                    <a:pt x="638655" y="6824"/>
                  </a:lnTo>
                  <a:lnTo>
                    <a:pt x="706283" y="11683"/>
                  </a:lnTo>
                  <a:lnTo>
                    <a:pt x="786697" y="18203"/>
                  </a:lnTo>
                  <a:lnTo>
                    <a:pt x="875871" y="26432"/>
                  </a:lnTo>
                  <a:lnTo>
                    <a:pt x="969456" y="36353"/>
                  </a:lnTo>
                  <a:lnTo>
                    <a:pt x="1063508" y="47926"/>
                  </a:lnTo>
                  <a:lnTo>
                    <a:pt x="1154939" y="61127"/>
                  </a:lnTo>
                  <a:lnTo>
                    <a:pt x="1241666" y="75973"/>
                  </a:lnTo>
                  <a:lnTo>
                    <a:pt x="1322557" y="92545"/>
                  </a:lnTo>
                  <a:lnTo>
                    <a:pt x="1397241" y="110994"/>
                  </a:lnTo>
                  <a:lnTo>
                    <a:pt x="1465910" y="131540"/>
                  </a:lnTo>
                  <a:lnTo>
                    <a:pt x="1529122" y="154470"/>
                  </a:lnTo>
                  <a:lnTo>
                    <a:pt x="1587652" y="180125"/>
                  </a:lnTo>
                  <a:lnTo>
                    <a:pt x="1642384" y="208875"/>
                  </a:lnTo>
                  <a:lnTo>
                    <a:pt x="1694220" y="241081"/>
                  </a:lnTo>
                  <a:lnTo>
                    <a:pt x="1744009" y="277021"/>
                  </a:lnTo>
                  <a:lnTo>
                    <a:pt x="1768425" y="296476"/>
                  </a:lnTo>
                  <a:lnTo>
                    <a:pt x="1812075" y="334179"/>
                  </a:lnTo>
                  <a:lnTo>
                    <a:pt x="1855301" y="375108"/>
                  </a:lnTo>
                  <a:lnTo>
                    <a:pt x="1898440" y="419323"/>
                  </a:lnTo>
                  <a:lnTo>
                    <a:pt x="1941743" y="466812"/>
                  </a:lnTo>
                  <a:lnTo>
                    <a:pt x="1985383" y="517479"/>
                  </a:lnTo>
                  <a:lnTo>
                    <a:pt x="2029464" y="571137"/>
                  </a:lnTo>
                  <a:lnTo>
                    <a:pt x="2074029" y="627509"/>
                  </a:lnTo>
                  <a:lnTo>
                    <a:pt x="2119065" y="686225"/>
                  </a:lnTo>
                  <a:lnTo>
                    <a:pt x="2164513" y="746831"/>
                  </a:lnTo>
                  <a:lnTo>
                    <a:pt x="2210272" y="808801"/>
                  </a:lnTo>
                  <a:lnTo>
                    <a:pt x="2256217" y="871559"/>
                  </a:lnTo>
                  <a:lnTo>
                    <a:pt x="2302204" y="934491"/>
                  </a:lnTo>
                  <a:lnTo>
                    <a:pt x="2348085" y="996982"/>
                  </a:lnTo>
                  <a:lnTo>
                    <a:pt x="2393724" y="1058431"/>
                  </a:lnTo>
                  <a:lnTo>
                    <a:pt x="2439004" y="1118280"/>
                  </a:lnTo>
                  <a:lnTo>
                    <a:pt x="2483842" y="1176034"/>
                  </a:lnTo>
                  <a:lnTo>
                    <a:pt x="2528196" y="1231272"/>
                  </a:lnTo>
                  <a:lnTo>
                    <a:pt x="2572077" y="1283666"/>
                  </a:lnTo>
                  <a:lnTo>
                    <a:pt x="2615555" y="1332976"/>
                  </a:lnTo>
                  <a:lnTo>
                    <a:pt x="2658761" y="1379056"/>
                  </a:lnTo>
                  <a:lnTo>
                    <a:pt x="2701903" y="1421848"/>
                  </a:lnTo>
                  <a:lnTo>
                    <a:pt x="2745265" y="1461370"/>
                  </a:lnTo>
                  <a:lnTo>
                    <a:pt x="2770117" y="1482382"/>
                  </a:lnTo>
                  <a:lnTo>
                    <a:pt x="2819161" y="1520242"/>
                  </a:lnTo>
                  <a:lnTo>
                    <a:pt x="2869872" y="1554294"/>
                  </a:lnTo>
                  <a:lnTo>
                    <a:pt x="2923041" y="1584734"/>
                  </a:lnTo>
                  <a:lnTo>
                    <a:pt x="2979554" y="1611893"/>
                  </a:lnTo>
                  <a:lnTo>
                    <a:pt x="3040314" y="1636144"/>
                  </a:lnTo>
                  <a:lnTo>
                    <a:pt x="3106161" y="1657846"/>
                  </a:lnTo>
                  <a:lnTo>
                    <a:pt x="3177780" y="1677313"/>
                  </a:lnTo>
                  <a:lnTo>
                    <a:pt x="3255566" y="1694803"/>
                  </a:lnTo>
                  <a:lnTo>
                    <a:pt x="3339457" y="1710500"/>
                  </a:lnTo>
                  <a:lnTo>
                    <a:pt x="3428728" y="1724519"/>
                  </a:lnTo>
                  <a:lnTo>
                    <a:pt x="3521790" y="1736909"/>
                  </a:lnTo>
                  <a:lnTo>
                    <a:pt x="3616056" y="1747663"/>
                  </a:lnTo>
                  <a:lnTo>
                    <a:pt x="3707973" y="1756744"/>
                  </a:lnTo>
                  <a:lnTo>
                    <a:pt x="3793320" y="1764120"/>
                  </a:lnTo>
                  <a:lnTo>
                    <a:pt x="3867806" y="1769800"/>
                  </a:lnTo>
                  <a:lnTo>
                    <a:pt x="3927884" y="1773874"/>
                  </a:lnTo>
                  <a:lnTo>
                    <a:pt x="3971564" y="1776524"/>
                  </a:lnTo>
                  <a:lnTo>
                    <a:pt x="3998957" y="1778017"/>
                  </a:lnTo>
                  <a:lnTo>
                    <a:pt x="4012403" y="1778680"/>
                  </a:lnTo>
                  <a:lnTo>
                    <a:pt x="4016251" y="1778852"/>
                  </a:lnTo>
                  <a:lnTo>
                    <a:pt x="4016409" y="1778858"/>
                  </a:lnTo>
                  <a:lnTo>
                    <a:pt x="4538543" y="1778858"/>
                  </a:lnTo>
                  <a:lnTo>
                    <a:pt x="4539778" y="1778902"/>
                  </a:lnTo>
                  <a:lnTo>
                    <a:pt x="4547855" y="1779216"/>
                  </a:lnTo>
                  <a:lnTo>
                    <a:pt x="4568067" y="1780085"/>
                  </a:lnTo>
                  <a:lnTo>
                    <a:pt x="4603824" y="1781790"/>
                  </a:lnTo>
                  <a:lnTo>
                    <a:pt x="4656345" y="1784585"/>
                  </a:lnTo>
                  <a:lnTo>
                    <a:pt x="4724597" y="1788659"/>
                  </a:lnTo>
                  <a:lnTo>
                    <a:pt x="4805650" y="1794123"/>
                  </a:lnTo>
                  <a:lnTo>
                    <a:pt x="4895409" y="1801015"/>
                  </a:lnTo>
                  <a:lnTo>
                    <a:pt x="4989471" y="1809321"/>
                  </a:lnTo>
                  <a:lnTo>
                    <a:pt x="5083868" y="1819006"/>
                  </a:lnTo>
                  <a:lnTo>
                    <a:pt x="5175512" y="1830050"/>
                  </a:lnTo>
                  <a:lnTo>
                    <a:pt x="5262341" y="1842471"/>
                  </a:lnTo>
                  <a:lnTo>
                    <a:pt x="5343247" y="1856340"/>
                  </a:lnTo>
                  <a:lnTo>
                    <a:pt x="5417893" y="1871785"/>
                  </a:lnTo>
                  <a:lnTo>
                    <a:pt x="5486497" y="1888996"/>
                  </a:lnTo>
                  <a:lnTo>
                    <a:pt x="5549643" y="1908216"/>
                  </a:lnTo>
                  <a:lnTo>
                    <a:pt x="5608125" y="1929733"/>
                  </a:lnTo>
                  <a:lnTo>
                    <a:pt x="5662842" y="1953859"/>
                  </a:lnTo>
                  <a:lnTo>
                    <a:pt x="5714708" y="1980895"/>
                  </a:lnTo>
                  <a:lnTo>
                    <a:pt x="5764573" y="2011063"/>
                  </a:lnTo>
                  <a:lnTo>
                    <a:pt x="5784835" y="2024510"/>
                  </a:lnTo>
                  <a:lnTo>
                    <a:pt x="5830731" y="2057441"/>
                  </a:lnTo>
                  <a:lnTo>
                    <a:pt x="5876180" y="2093332"/>
                  </a:lnTo>
                  <a:lnTo>
                    <a:pt x="5921565" y="2132237"/>
                  </a:lnTo>
                  <a:lnTo>
                    <a:pt x="5967165" y="2174134"/>
                  </a:lnTo>
                  <a:lnTo>
                    <a:pt x="6013167" y="2218914"/>
                  </a:lnTo>
                  <a:lnTo>
                    <a:pt x="6059675" y="2266378"/>
                  </a:lnTo>
                  <a:lnTo>
                    <a:pt x="6106720" y="2316233"/>
                  </a:lnTo>
                  <a:lnTo>
                    <a:pt x="6154267" y="2368092"/>
                  </a:lnTo>
                  <a:lnTo>
                    <a:pt x="6202228" y="2421492"/>
                  </a:lnTo>
                  <a:lnTo>
                    <a:pt x="6250472" y="2475899"/>
                  </a:lnTo>
                  <a:lnTo>
                    <a:pt x="6298840" y="2530740"/>
                  </a:lnTo>
                  <a:lnTo>
                    <a:pt x="6347161" y="2585418"/>
                  </a:lnTo>
                  <a:lnTo>
                    <a:pt x="6395269" y="2639346"/>
                  </a:lnTo>
                  <a:lnTo>
                    <a:pt x="6443019" y="2691970"/>
                  </a:lnTo>
                  <a:lnTo>
                    <a:pt x="6490301" y="2742792"/>
                  </a:lnTo>
                  <a:lnTo>
                    <a:pt x="6537054" y="2791388"/>
                  </a:lnTo>
                  <a:lnTo>
                    <a:pt x="6583278" y="2837423"/>
                  </a:lnTo>
                  <a:lnTo>
                    <a:pt x="6629044" y="2880653"/>
                  </a:lnTo>
                  <a:lnTo>
                    <a:pt x="6674498" y="2920930"/>
                  </a:lnTo>
                  <a:lnTo>
                    <a:pt x="6719876" y="2958193"/>
                  </a:lnTo>
                  <a:lnTo>
                    <a:pt x="6765513" y="2992463"/>
                  </a:lnTo>
                  <a:lnTo>
                    <a:pt x="6786527" y="3007118"/>
                  </a:lnTo>
                  <a:lnTo>
                    <a:pt x="6835782" y="3038614"/>
                  </a:lnTo>
                  <a:lnTo>
                    <a:pt x="6886721" y="3066929"/>
                  </a:lnTo>
                  <a:lnTo>
                    <a:pt x="6940147" y="3092227"/>
                  </a:lnTo>
                  <a:lnTo>
                    <a:pt x="6996957" y="3114788"/>
                  </a:lnTo>
                  <a:lnTo>
                    <a:pt x="7058065" y="3134923"/>
                  </a:lnTo>
                  <a:lnTo>
                    <a:pt x="7124320" y="3152935"/>
                  </a:lnTo>
                  <a:lnTo>
                    <a:pt x="7196410" y="3169086"/>
                  </a:lnTo>
                  <a:lnTo>
                    <a:pt x="7274725" y="3183589"/>
                  </a:lnTo>
                  <a:lnTo>
                    <a:pt x="7359184" y="3196598"/>
                  </a:lnTo>
                  <a:lnTo>
                    <a:pt x="7449024" y="3208209"/>
                  </a:lnTo>
                  <a:lnTo>
                    <a:pt x="7542596" y="3218458"/>
                  </a:lnTo>
                  <a:lnTo>
                    <a:pt x="7637235" y="3227339"/>
                  </a:lnTo>
                  <a:lnTo>
                    <a:pt x="7729301" y="3234821"/>
                  </a:lnTo>
                  <a:lnTo>
                    <a:pt x="7814497" y="3240877"/>
                  </a:lnTo>
                  <a:lnTo>
                    <a:pt x="7888498" y="3245518"/>
                  </a:lnTo>
                  <a:lnTo>
                    <a:pt x="7947788" y="3248824"/>
                  </a:lnTo>
                  <a:lnTo>
                    <a:pt x="7990479" y="3250954"/>
                  </a:lnTo>
                  <a:lnTo>
                    <a:pt x="8016841" y="3252136"/>
                  </a:lnTo>
                  <a:lnTo>
                    <a:pt x="8029408" y="3252645"/>
                  </a:lnTo>
                  <a:lnTo>
                    <a:pt x="8032728" y="3252767"/>
                  </a:lnTo>
                  <a:lnTo>
                    <a:pt x="8032819" y="3252770"/>
                  </a:lnTo>
                  <a:lnTo>
                    <a:pt x="8554953" y="3252770"/>
                  </a:lnTo>
                  <a:lnTo>
                    <a:pt x="8554953" y="325277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84" name="pl184"/>
            <p:cNvSpPr/>
            <p:nvPr/>
          </p:nvSpPr>
          <p:spPr>
            <a:xfrm>
              <a:off x="386606" y="2337568"/>
              <a:ext cx="8554953" cy="3252770"/>
            </a:xfrm>
            <a:custGeom>
              <a:avLst/>
              <a:pathLst>
                <a:path w="8554953" h="3252770">
                  <a:moveTo>
                    <a:pt x="8554953" y="3252770"/>
                  </a:moveTo>
                  <a:lnTo>
                    <a:pt x="8032819" y="3252770"/>
                  </a:lnTo>
                  <a:lnTo>
                    <a:pt x="8031584" y="3252726"/>
                  </a:lnTo>
                  <a:lnTo>
                    <a:pt x="8023507" y="3252412"/>
                  </a:lnTo>
                  <a:lnTo>
                    <a:pt x="8003295" y="3251544"/>
                  </a:lnTo>
                  <a:lnTo>
                    <a:pt x="7967538" y="3249838"/>
                  </a:lnTo>
                  <a:lnTo>
                    <a:pt x="7915017" y="3247044"/>
                  </a:lnTo>
                  <a:lnTo>
                    <a:pt x="7846765" y="3242970"/>
                  </a:lnTo>
                  <a:lnTo>
                    <a:pt x="7765711" y="3237505"/>
                  </a:lnTo>
                  <a:lnTo>
                    <a:pt x="7675953" y="3230613"/>
                  </a:lnTo>
                  <a:lnTo>
                    <a:pt x="7581891" y="3222308"/>
                  </a:lnTo>
                  <a:lnTo>
                    <a:pt x="7487494" y="3212623"/>
                  </a:lnTo>
                  <a:lnTo>
                    <a:pt x="7395850" y="3201578"/>
                  </a:lnTo>
                  <a:lnTo>
                    <a:pt x="7309021" y="3189157"/>
                  </a:lnTo>
                  <a:lnTo>
                    <a:pt x="7228115" y="3175288"/>
                  </a:lnTo>
                  <a:lnTo>
                    <a:pt x="7153469" y="3159843"/>
                  </a:lnTo>
                  <a:lnTo>
                    <a:pt x="7084864" y="3142632"/>
                  </a:lnTo>
                  <a:lnTo>
                    <a:pt x="7021719" y="3123412"/>
                  </a:lnTo>
                  <a:lnTo>
                    <a:pt x="6963237" y="3101895"/>
                  </a:lnTo>
                  <a:lnTo>
                    <a:pt x="6908520" y="3077769"/>
                  </a:lnTo>
                  <a:lnTo>
                    <a:pt x="6856654" y="3050734"/>
                  </a:lnTo>
                  <a:lnTo>
                    <a:pt x="6806789" y="3020565"/>
                  </a:lnTo>
                  <a:lnTo>
                    <a:pt x="6786527" y="3007118"/>
                  </a:lnTo>
                  <a:lnTo>
                    <a:pt x="6740631" y="2974188"/>
                  </a:lnTo>
                  <a:lnTo>
                    <a:pt x="6695182" y="2938297"/>
                  </a:lnTo>
                  <a:lnTo>
                    <a:pt x="6649797" y="2899392"/>
                  </a:lnTo>
                  <a:lnTo>
                    <a:pt x="6604197" y="2857495"/>
                  </a:lnTo>
                  <a:lnTo>
                    <a:pt x="6558195" y="2812714"/>
                  </a:lnTo>
                  <a:lnTo>
                    <a:pt x="6511687" y="2765250"/>
                  </a:lnTo>
                  <a:lnTo>
                    <a:pt x="6464642" y="2715396"/>
                  </a:lnTo>
                  <a:lnTo>
                    <a:pt x="6417095" y="2663536"/>
                  </a:lnTo>
                  <a:lnTo>
                    <a:pt x="6369134" y="2610137"/>
                  </a:lnTo>
                  <a:lnTo>
                    <a:pt x="6320890" y="2555729"/>
                  </a:lnTo>
                  <a:lnTo>
                    <a:pt x="6272522" y="2500889"/>
                  </a:lnTo>
                  <a:lnTo>
                    <a:pt x="6224201" y="2446210"/>
                  </a:lnTo>
                  <a:lnTo>
                    <a:pt x="6176093" y="2392282"/>
                  </a:lnTo>
                  <a:lnTo>
                    <a:pt x="6128343" y="2339658"/>
                  </a:lnTo>
                  <a:lnTo>
                    <a:pt x="6081061" y="2288837"/>
                  </a:lnTo>
                  <a:lnTo>
                    <a:pt x="6034308" y="2240240"/>
                  </a:lnTo>
                  <a:lnTo>
                    <a:pt x="5988084" y="2194206"/>
                  </a:lnTo>
                  <a:lnTo>
                    <a:pt x="5942318" y="2150975"/>
                  </a:lnTo>
                  <a:lnTo>
                    <a:pt x="5896864" y="2110698"/>
                  </a:lnTo>
                  <a:lnTo>
                    <a:pt x="5851486" y="2073435"/>
                  </a:lnTo>
                  <a:lnTo>
                    <a:pt x="5805848" y="2039166"/>
                  </a:lnTo>
                  <a:lnTo>
                    <a:pt x="5784835" y="2024510"/>
                  </a:lnTo>
                  <a:lnTo>
                    <a:pt x="5735579" y="1993014"/>
                  </a:lnTo>
                  <a:lnTo>
                    <a:pt x="5684641" y="1964700"/>
                  </a:lnTo>
                  <a:lnTo>
                    <a:pt x="5631215" y="1939401"/>
                  </a:lnTo>
                  <a:lnTo>
                    <a:pt x="5574405" y="1916841"/>
                  </a:lnTo>
                  <a:lnTo>
                    <a:pt x="5513297" y="1896705"/>
                  </a:lnTo>
                  <a:lnTo>
                    <a:pt x="5447042" y="1878694"/>
                  </a:lnTo>
                  <a:lnTo>
                    <a:pt x="5374952" y="1862543"/>
                  </a:lnTo>
                  <a:lnTo>
                    <a:pt x="5296637" y="1848040"/>
                  </a:lnTo>
                  <a:lnTo>
                    <a:pt x="5212178" y="1835030"/>
                  </a:lnTo>
                  <a:lnTo>
                    <a:pt x="5122338" y="1823420"/>
                  </a:lnTo>
                  <a:lnTo>
                    <a:pt x="5028766" y="1813170"/>
                  </a:lnTo>
                  <a:lnTo>
                    <a:pt x="4934127" y="1804289"/>
                  </a:lnTo>
                  <a:lnTo>
                    <a:pt x="4842061" y="1796807"/>
                  </a:lnTo>
                  <a:lnTo>
                    <a:pt x="4756865" y="1790752"/>
                  </a:lnTo>
                  <a:lnTo>
                    <a:pt x="4682864" y="1786110"/>
                  </a:lnTo>
                  <a:lnTo>
                    <a:pt x="4623574" y="1782804"/>
                  </a:lnTo>
                  <a:lnTo>
                    <a:pt x="4580883" y="1780675"/>
                  </a:lnTo>
                  <a:lnTo>
                    <a:pt x="4554521" y="1779493"/>
                  </a:lnTo>
                  <a:lnTo>
                    <a:pt x="4541954" y="1778984"/>
                  </a:lnTo>
                  <a:lnTo>
                    <a:pt x="4538634" y="1778862"/>
                  </a:lnTo>
                  <a:lnTo>
                    <a:pt x="4538543" y="1778858"/>
                  </a:lnTo>
                  <a:lnTo>
                    <a:pt x="4016409" y="1778858"/>
                  </a:lnTo>
                  <a:lnTo>
                    <a:pt x="4015190" y="1778806"/>
                  </a:lnTo>
                  <a:lnTo>
                    <a:pt x="4007210" y="1778432"/>
                  </a:lnTo>
                  <a:lnTo>
                    <a:pt x="3987233" y="1777397"/>
                  </a:lnTo>
                  <a:lnTo>
                    <a:pt x="3951872" y="1775365"/>
                  </a:lnTo>
                  <a:lnTo>
                    <a:pt x="3899887" y="1772034"/>
                  </a:lnTo>
                  <a:lnTo>
                    <a:pt x="3832259" y="1767175"/>
                  </a:lnTo>
                  <a:lnTo>
                    <a:pt x="3751845" y="1760655"/>
                  </a:lnTo>
                  <a:lnTo>
                    <a:pt x="3662671" y="1752426"/>
                  </a:lnTo>
                  <a:lnTo>
                    <a:pt x="3569086" y="1742505"/>
                  </a:lnTo>
                  <a:lnTo>
                    <a:pt x="3475034" y="1730932"/>
                  </a:lnTo>
                  <a:lnTo>
                    <a:pt x="3383604" y="1717731"/>
                  </a:lnTo>
                  <a:lnTo>
                    <a:pt x="3296876" y="1702885"/>
                  </a:lnTo>
                  <a:lnTo>
                    <a:pt x="3215986" y="1686313"/>
                  </a:lnTo>
                  <a:lnTo>
                    <a:pt x="3141301" y="1667864"/>
                  </a:lnTo>
                  <a:lnTo>
                    <a:pt x="3072632" y="1647318"/>
                  </a:lnTo>
                  <a:lnTo>
                    <a:pt x="3009421" y="1624388"/>
                  </a:lnTo>
                  <a:lnTo>
                    <a:pt x="2950890" y="1598733"/>
                  </a:lnTo>
                  <a:lnTo>
                    <a:pt x="2896158" y="1569983"/>
                  </a:lnTo>
                  <a:lnTo>
                    <a:pt x="2844322" y="1537777"/>
                  </a:lnTo>
                  <a:lnTo>
                    <a:pt x="2794533" y="1501837"/>
                  </a:lnTo>
                  <a:lnTo>
                    <a:pt x="2770117" y="1482382"/>
                  </a:lnTo>
                  <a:lnTo>
                    <a:pt x="2726467" y="1444679"/>
                  </a:lnTo>
                  <a:lnTo>
                    <a:pt x="2683241" y="1403750"/>
                  </a:lnTo>
                  <a:lnTo>
                    <a:pt x="2640102" y="1359535"/>
                  </a:lnTo>
                  <a:lnTo>
                    <a:pt x="2596799" y="1312046"/>
                  </a:lnTo>
                  <a:lnTo>
                    <a:pt x="2553159" y="1261379"/>
                  </a:lnTo>
                  <a:lnTo>
                    <a:pt x="2509078" y="1207721"/>
                  </a:lnTo>
                  <a:lnTo>
                    <a:pt x="2464513" y="1151349"/>
                  </a:lnTo>
                  <a:lnTo>
                    <a:pt x="2419477" y="1092633"/>
                  </a:lnTo>
                  <a:lnTo>
                    <a:pt x="2374029" y="1032027"/>
                  </a:lnTo>
                  <a:lnTo>
                    <a:pt x="2328270" y="970056"/>
                  </a:lnTo>
                  <a:lnTo>
                    <a:pt x="2282325" y="907299"/>
                  </a:lnTo>
                  <a:lnTo>
                    <a:pt x="2236338" y="844367"/>
                  </a:lnTo>
                  <a:lnTo>
                    <a:pt x="2190457" y="781876"/>
                  </a:lnTo>
                  <a:lnTo>
                    <a:pt x="2144818" y="720427"/>
                  </a:lnTo>
                  <a:lnTo>
                    <a:pt x="2099538" y="660578"/>
                  </a:lnTo>
                  <a:lnTo>
                    <a:pt x="2054701" y="602824"/>
                  </a:lnTo>
                  <a:lnTo>
                    <a:pt x="2010346" y="547585"/>
                  </a:lnTo>
                  <a:lnTo>
                    <a:pt x="1966465" y="495192"/>
                  </a:lnTo>
                  <a:lnTo>
                    <a:pt x="1922988" y="445882"/>
                  </a:lnTo>
                  <a:lnTo>
                    <a:pt x="1879781" y="399802"/>
                  </a:lnTo>
                  <a:lnTo>
                    <a:pt x="1836640" y="357010"/>
                  </a:lnTo>
                  <a:lnTo>
                    <a:pt x="1793277" y="317488"/>
                  </a:lnTo>
                  <a:lnTo>
                    <a:pt x="1768425" y="296476"/>
                  </a:lnTo>
                  <a:lnTo>
                    <a:pt x="1719381" y="258616"/>
                  </a:lnTo>
                  <a:lnTo>
                    <a:pt x="1668670" y="224564"/>
                  </a:lnTo>
                  <a:lnTo>
                    <a:pt x="1615501" y="194123"/>
                  </a:lnTo>
                  <a:lnTo>
                    <a:pt x="1558988" y="166964"/>
                  </a:lnTo>
                  <a:lnTo>
                    <a:pt x="1498228" y="142714"/>
                  </a:lnTo>
                  <a:lnTo>
                    <a:pt x="1432381" y="121012"/>
                  </a:lnTo>
                  <a:lnTo>
                    <a:pt x="1360762" y="101545"/>
                  </a:lnTo>
                  <a:lnTo>
                    <a:pt x="1282976" y="84055"/>
                  </a:lnTo>
                  <a:lnTo>
                    <a:pt x="1199085" y="68358"/>
                  </a:lnTo>
                  <a:lnTo>
                    <a:pt x="1109814" y="54339"/>
                  </a:lnTo>
                  <a:lnTo>
                    <a:pt x="1016752" y="41949"/>
                  </a:lnTo>
                  <a:lnTo>
                    <a:pt x="922487" y="31195"/>
                  </a:lnTo>
                  <a:lnTo>
                    <a:pt x="830569" y="22114"/>
                  </a:lnTo>
                  <a:lnTo>
                    <a:pt x="745222" y="14738"/>
                  </a:lnTo>
                  <a:lnTo>
                    <a:pt x="670736" y="9058"/>
                  </a:lnTo>
                  <a:lnTo>
                    <a:pt x="610658" y="4984"/>
                  </a:lnTo>
                  <a:lnTo>
                    <a:pt x="566978" y="2334"/>
                  </a:lnTo>
                  <a:lnTo>
                    <a:pt x="539586" y="841"/>
                  </a:lnTo>
                  <a:lnTo>
                    <a:pt x="526139" y="178"/>
                  </a:lnTo>
                  <a:lnTo>
                    <a:pt x="522291" y="6"/>
                  </a:lnTo>
                  <a:lnTo>
                    <a:pt x="522133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85" name="pg185"/>
            <p:cNvSpPr/>
            <p:nvPr/>
          </p:nvSpPr>
          <p:spPr>
            <a:xfrm>
              <a:off x="386606" y="2365804"/>
              <a:ext cx="8554953" cy="3710191"/>
            </a:xfrm>
            <a:custGeom>
              <a:avLst/>
              <a:pathLst>
                <a:path w="8554953" h="3710191">
                  <a:moveTo>
                    <a:pt x="0" y="5647"/>
                  </a:moveTo>
                  <a:lnTo>
                    <a:pt x="522133" y="5647"/>
                  </a:lnTo>
                  <a:lnTo>
                    <a:pt x="523350" y="5700"/>
                  </a:lnTo>
                  <a:lnTo>
                    <a:pt x="531316" y="6082"/>
                  </a:lnTo>
                  <a:lnTo>
                    <a:pt x="551260" y="7138"/>
                  </a:lnTo>
                  <a:lnTo>
                    <a:pt x="586566" y="9211"/>
                  </a:lnTo>
                  <a:lnTo>
                    <a:pt x="638475" y="12611"/>
                  </a:lnTo>
                  <a:lnTo>
                    <a:pt x="706015" y="17568"/>
                  </a:lnTo>
                  <a:lnTo>
                    <a:pt x="786338" y="24223"/>
                  </a:lnTo>
                  <a:lnTo>
                    <a:pt x="875429" y="32622"/>
                  </a:lnTo>
                  <a:lnTo>
                    <a:pt x="968946" y="42748"/>
                  </a:lnTo>
                  <a:lnTo>
                    <a:pt x="1062949" y="54562"/>
                  </a:lnTo>
                  <a:lnTo>
                    <a:pt x="1154348" y="68038"/>
                  </a:lnTo>
                  <a:lnTo>
                    <a:pt x="1241061" y="83193"/>
                  </a:lnTo>
                  <a:lnTo>
                    <a:pt x="1321949" y="100109"/>
                  </a:lnTo>
                  <a:lnTo>
                    <a:pt x="1396639" y="118940"/>
                  </a:lnTo>
                  <a:lnTo>
                    <a:pt x="1465317" y="139910"/>
                  </a:lnTo>
                  <a:lnTo>
                    <a:pt x="1528538" y="163312"/>
                  </a:lnTo>
                  <a:lnTo>
                    <a:pt x="1587075" y="189491"/>
                  </a:lnTo>
                  <a:lnTo>
                    <a:pt x="1641809" y="218827"/>
                  </a:lnTo>
                  <a:lnTo>
                    <a:pt x="1693641" y="251688"/>
                  </a:lnTo>
                  <a:lnTo>
                    <a:pt x="1743420" y="288360"/>
                  </a:lnTo>
                  <a:lnTo>
                    <a:pt x="1768425" y="308712"/>
                  </a:lnTo>
                  <a:lnTo>
                    <a:pt x="1811795" y="346993"/>
                  </a:lnTo>
                  <a:lnTo>
                    <a:pt x="1854744" y="388530"/>
                  </a:lnTo>
                  <a:lnTo>
                    <a:pt x="1897605" y="433382"/>
                  </a:lnTo>
                  <a:lnTo>
                    <a:pt x="1940622" y="481539"/>
                  </a:lnTo>
                  <a:lnTo>
                    <a:pt x="1983969" y="532906"/>
                  </a:lnTo>
                  <a:lnTo>
                    <a:pt x="2027749" y="587299"/>
                  </a:lnTo>
                  <a:lnTo>
                    <a:pt x="2072006" y="644444"/>
                  </a:lnTo>
                  <a:lnTo>
                    <a:pt x="2116730" y="703972"/>
                  </a:lnTo>
                  <a:lnTo>
                    <a:pt x="2161864" y="765433"/>
                  </a:lnTo>
                  <a:lnTo>
                    <a:pt x="2207313" y="828304"/>
                  </a:lnTo>
                  <a:lnTo>
                    <a:pt x="2252954" y="892008"/>
                  </a:lnTo>
                  <a:lnTo>
                    <a:pt x="2298646" y="955933"/>
                  </a:lnTo>
                  <a:lnTo>
                    <a:pt x="2344245" y="1019460"/>
                  </a:lnTo>
                  <a:lnTo>
                    <a:pt x="2389616" y="1081985"/>
                  </a:lnTo>
                  <a:lnTo>
                    <a:pt x="2434641" y="1142944"/>
                  </a:lnTo>
                  <a:lnTo>
                    <a:pt x="2479236" y="1201834"/>
                  </a:lnTo>
                  <a:lnTo>
                    <a:pt x="2523355" y="1258225"/>
                  </a:lnTo>
                  <a:lnTo>
                    <a:pt x="2567004" y="1311778"/>
                  </a:lnTo>
                  <a:lnTo>
                    <a:pt x="2610243" y="1362242"/>
                  </a:lnTo>
                  <a:lnTo>
                    <a:pt x="2653195" y="1409460"/>
                  </a:lnTo>
                  <a:lnTo>
                    <a:pt x="2696052" y="1453362"/>
                  </a:lnTo>
                  <a:lnTo>
                    <a:pt x="2739084" y="1493959"/>
                  </a:lnTo>
                  <a:lnTo>
                    <a:pt x="2770117" y="1520971"/>
                  </a:lnTo>
                  <a:lnTo>
                    <a:pt x="2819132" y="1559651"/>
                  </a:lnTo>
                  <a:lnTo>
                    <a:pt x="2869810" y="1594442"/>
                  </a:lnTo>
                  <a:lnTo>
                    <a:pt x="2922943" y="1625545"/>
                  </a:lnTo>
                  <a:lnTo>
                    <a:pt x="2979414" y="1653298"/>
                  </a:lnTo>
                  <a:lnTo>
                    <a:pt x="3040124" y="1678080"/>
                  </a:lnTo>
                  <a:lnTo>
                    <a:pt x="3105914" y="1700258"/>
                  </a:lnTo>
                  <a:lnTo>
                    <a:pt x="3177466" y="1720155"/>
                  </a:lnTo>
                  <a:lnTo>
                    <a:pt x="3255178" y="1738031"/>
                  </a:lnTo>
                  <a:lnTo>
                    <a:pt x="3338988" y="1754076"/>
                  </a:lnTo>
                  <a:lnTo>
                    <a:pt x="3428179" y="1768408"/>
                  </a:lnTo>
                  <a:lnTo>
                    <a:pt x="3521168" y="1781076"/>
                  </a:lnTo>
                  <a:lnTo>
                    <a:pt x="3615380" y="1792074"/>
                  </a:lnTo>
                  <a:lnTo>
                    <a:pt x="3707275" y="1801365"/>
                  </a:lnTo>
                  <a:lnTo>
                    <a:pt x="3792642" y="1808914"/>
                  </a:lnTo>
                  <a:lnTo>
                    <a:pt x="3867195" y="1814732"/>
                  </a:lnTo>
                  <a:lnTo>
                    <a:pt x="3927383" y="1818908"/>
                  </a:lnTo>
                  <a:lnTo>
                    <a:pt x="3971202" y="1821628"/>
                  </a:lnTo>
                  <a:lnTo>
                    <a:pt x="3998741" y="1823165"/>
                  </a:lnTo>
                  <a:lnTo>
                    <a:pt x="4012313" y="1823849"/>
                  </a:lnTo>
                  <a:lnTo>
                    <a:pt x="4016240" y="1824029"/>
                  </a:lnTo>
                  <a:lnTo>
                    <a:pt x="4016409" y="1824036"/>
                  </a:lnTo>
                  <a:lnTo>
                    <a:pt x="4538543" y="1824036"/>
                  </a:lnTo>
                  <a:lnTo>
                    <a:pt x="4539756" y="1824091"/>
                  </a:lnTo>
                  <a:lnTo>
                    <a:pt x="4547698" y="1824486"/>
                  </a:lnTo>
                  <a:lnTo>
                    <a:pt x="4567583" y="1825577"/>
                  </a:lnTo>
                  <a:lnTo>
                    <a:pt x="4602791" y="1827722"/>
                  </a:lnTo>
                  <a:lnTo>
                    <a:pt x="4654568" y="1831237"/>
                  </a:lnTo>
                  <a:lnTo>
                    <a:pt x="4721952" y="1836364"/>
                  </a:lnTo>
                  <a:lnTo>
                    <a:pt x="4802116" y="1843247"/>
                  </a:lnTo>
                  <a:lnTo>
                    <a:pt x="4891061" y="1851935"/>
                  </a:lnTo>
                  <a:lnTo>
                    <a:pt x="4984458" y="1862412"/>
                  </a:lnTo>
                  <a:lnTo>
                    <a:pt x="5078374" y="1874636"/>
                  </a:lnTo>
                  <a:lnTo>
                    <a:pt x="5169719" y="1888579"/>
                  </a:lnTo>
                  <a:lnTo>
                    <a:pt x="5256406" y="1904261"/>
                  </a:lnTo>
                  <a:lnTo>
                    <a:pt x="5337289" y="1921765"/>
                  </a:lnTo>
                  <a:lnTo>
                    <a:pt x="5411988" y="1941247"/>
                  </a:lnTo>
                  <a:lnTo>
                    <a:pt x="5480682" y="1962939"/>
                  </a:lnTo>
                  <a:lnTo>
                    <a:pt x="5543920" y="1987143"/>
                  </a:lnTo>
                  <a:lnTo>
                    <a:pt x="5602469" y="2014216"/>
                  </a:lnTo>
                  <a:lnTo>
                    <a:pt x="5657207" y="2044549"/>
                  </a:lnTo>
                  <a:lnTo>
                    <a:pt x="5709033" y="2078524"/>
                  </a:lnTo>
                  <a:lnTo>
                    <a:pt x="5758794" y="2116439"/>
                  </a:lnTo>
                  <a:lnTo>
                    <a:pt x="5784835" y="2138395"/>
                  </a:lnTo>
                  <a:lnTo>
                    <a:pt x="5827732" y="2177650"/>
                  </a:lnTo>
                  <a:lnTo>
                    <a:pt x="5870214" y="2220205"/>
                  </a:lnTo>
                  <a:lnTo>
                    <a:pt x="5912602" y="2266125"/>
                  </a:lnTo>
                  <a:lnTo>
                    <a:pt x="5955138" y="2315400"/>
                  </a:lnTo>
                  <a:lnTo>
                    <a:pt x="5997990" y="2367938"/>
                  </a:lnTo>
                  <a:lnTo>
                    <a:pt x="6041262" y="2423559"/>
                  </a:lnTo>
                  <a:lnTo>
                    <a:pt x="6085000" y="2481993"/>
                  </a:lnTo>
                  <a:lnTo>
                    <a:pt x="6129197" y="2542878"/>
                  </a:lnTo>
                  <a:lnTo>
                    <a:pt x="6173802" y="2605768"/>
                  </a:lnTo>
                  <a:lnTo>
                    <a:pt x="6218725" y="2670143"/>
                  </a:lnTo>
                  <a:lnTo>
                    <a:pt x="6263850" y="2735429"/>
                  </a:lnTo>
                  <a:lnTo>
                    <a:pt x="6309042" y="2801016"/>
                  </a:lnTo>
                  <a:lnTo>
                    <a:pt x="6354162" y="2866281"/>
                  </a:lnTo>
                  <a:lnTo>
                    <a:pt x="6399076" y="2930615"/>
                  </a:lnTo>
                  <a:lnTo>
                    <a:pt x="6443668" y="2993445"/>
                  </a:lnTo>
                  <a:lnTo>
                    <a:pt x="6487851" y="3054254"/>
                  </a:lnTo>
                  <a:lnTo>
                    <a:pt x="6531573" y="3112598"/>
                  </a:lnTo>
                  <a:lnTo>
                    <a:pt x="6574829" y="3168119"/>
                  </a:lnTo>
                  <a:lnTo>
                    <a:pt x="6617668" y="3220549"/>
                  </a:lnTo>
                  <a:lnTo>
                    <a:pt x="6660196" y="3269711"/>
                  </a:lnTo>
                  <a:lnTo>
                    <a:pt x="6702583" y="3315517"/>
                  </a:lnTo>
                  <a:lnTo>
                    <a:pt x="6745073" y="3357959"/>
                  </a:lnTo>
                  <a:lnTo>
                    <a:pt x="6786527" y="3395832"/>
                  </a:lnTo>
                  <a:lnTo>
                    <a:pt x="6835489" y="3435913"/>
                  </a:lnTo>
                  <a:lnTo>
                    <a:pt x="6886110" y="3471969"/>
                  </a:lnTo>
                  <a:lnTo>
                    <a:pt x="6939179" y="3504206"/>
                  </a:lnTo>
                  <a:lnTo>
                    <a:pt x="6995577" y="3532975"/>
                  </a:lnTo>
                  <a:lnTo>
                    <a:pt x="7056200" y="3558667"/>
                  </a:lnTo>
                  <a:lnTo>
                    <a:pt x="7121889" y="3581662"/>
                  </a:lnTo>
                  <a:lnTo>
                    <a:pt x="7193324" y="3602294"/>
                  </a:lnTo>
                  <a:lnTo>
                    <a:pt x="7270904" y="3620832"/>
                  </a:lnTo>
                  <a:lnTo>
                    <a:pt x="7354574" y="3637474"/>
                  </a:lnTo>
                  <a:lnTo>
                    <a:pt x="7443622" y="3652342"/>
                  </a:lnTo>
                  <a:lnTo>
                    <a:pt x="7536483" y="3665487"/>
                  </a:lnTo>
                  <a:lnTo>
                    <a:pt x="7630601" y="3676904"/>
                  </a:lnTo>
                  <a:lnTo>
                    <a:pt x="7722456" y="3686555"/>
                  </a:lnTo>
                  <a:lnTo>
                    <a:pt x="7807857" y="3694403"/>
                  </a:lnTo>
                  <a:lnTo>
                    <a:pt x="7882527" y="3700458"/>
                  </a:lnTo>
                  <a:lnTo>
                    <a:pt x="7942908" y="3704812"/>
                  </a:lnTo>
                  <a:lnTo>
                    <a:pt x="7986972" y="3707654"/>
                  </a:lnTo>
                  <a:lnTo>
                    <a:pt x="8014768" y="3709266"/>
                  </a:lnTo>
                  <a:lnTo>
                    <a:pt x="8028563" y="3709989"/>
                  </a:lnTo>
                  <a:lnTo>
                    <a:pt x="8032628" y="3710183"/>
                  </a:lnTo>
                  <a:lnTo>
                    <a:pt x="8032819" y="3710191"/>
                  </a:lnTo>
                  <a:lnTo>
                    <a:pt x="8554953" y="3710191"/>
                  </a:lnTo>
                  <a:lnTo>
                    <a:pt x="8554953" y="3704544"/>
                  </a:lnTo>
                  <a:lnTo>
                    <a:pt x="8032819" y="3704544"/>
                  </a:lnTo>
                  <a:lnTo>
                    <a:pt x="8031606" y="3704488"/>
                  </a:lnTo>
                  <a:lnTo>
                    <a:pt x="8023664" y="3704094"/>
                  </a:lnTo>
                  <a:lnTo>
                    <a:pt x="8003779" y="3703002"/>
                  </a:lnTo>
                  <a:lnTo>
                    <a:pt x="7968571" y="3700858"/>
                  </a:lnTo>
                  <a:lnTo>
                    <a:pt x="7916794" y="3697343"/>
                  </a:lnTo>
                  <a:lnTo>
                    <a:pt x="7849410" y="3692216"/>
                  </a:lnTo>
                  <a:lnTo>
                    <a:pt x="7769246" y="3685333"/>
                  </a:lnTo>
                  <a:lnTo>
                    <a:pt x="7680301" y="3676645"/>
                  </a:lnTo>
                  <a:lnTo>
                    <a:pt x="7586904" y="3666168"/>
                  </a:lnTo>
                  <a:lnTo>
                    <a:pt x="7492988" y="3653944"/>
                  </a:lnTo>
                  <a:lnTo>
                    <a:pt x="7401643" y="3640000"/>
                  </a:lnTo>
                  <a:lnTo>
                    <a:pt x="7314956" y="3624318"/>
                  </a:lnTo>
                  <a:lnTo>
                    <a:pt x="7234073" y="3606815"/>
                  </a:lnTo>
                  <a:lnTo>
                    <a:pt x="7159374" y="3587333"/>
                  </a:lnTo>
                  <a:lnTo>
                    <a:pt x="7090680" y="3565640"/>
                  </a:lnTo>
                  <a:lnTo>
                    <a:pt x="7027442" y="3541436"/>
                  </a:lnTo>
                  <a:lnTo>
                    <a:pt x="6968893" y="3514363"/>
                  </a:lnTo>
                  <a:lnTo>
                    <a:pt x="6914155" y="3484030"/>
                  </a:lnTo>
                  <a:lnTo>
                    <a:pt x="6862329" y="3450056"/>
                  </a:lnTo>
                  <a:lnTo>
                    <a:pt x="6812568" y="3412141"/>
                  </a:lnTo>
                  <a:lnTo>
                    <a:pt x="6786527" y="3390185"/>
                  </a:lnTo>
                  <a:lnTo>
                    <a:pt x="6743630" y="3350930"/>
                  </a:lnTo>
                  <a:lnTo>
                    <a:pt x="6701148" y="3308374"/>
                  </a:lnTo>
                  <a:lnTo>
                    <a:pt x="6658760" y="3262454"/>
                  </a:lnTo>
                  <a:lnTo>
                    <a:pt x="6616224" y="3213180"/>
                  </a:lnTo>
                  <a:lnTo>
                    <a:pt x="6573372" y="3160642"/>
                  </a:lnTo>
                  <a:lnTo>
                    <a:pt x="6530100" y="3105020"/>
                  </a:lnTo>
                  <a:lnTo>
                    <a:pt x="6486362" y="3046586"/>
                  </a:lnTo>
                  <a:lnTo>
                    <a:pt x="6442165" y="2985701"/>
                  </a:lnTo>
                  <a:lnTo>
                    <a:pt x="6397560" y="2922812"/>
                  </a:lnTo>
                  <a:lnTo>
                    <a:pt x="6352637" y="2858436"/>
                  </a:lnTo>
                  <a:lnTo>
                    <a:pt x="6307512" y="2793150"/>
                  </a:lnTo>
                  <a:lnTo>
                    <a:pt x="6262320" y="2727564"/>
                  </a:lnTo>
                  <a:lnTo>
                    <a:pt x="6217200" y="2662298"/>
                  </a:lnTo>
                  <a:lnTo>
                    <a:pt x="6172286" y="2597964"/>
                  </a:lnTo>
                  <a:lnTo>
                    <a:pt x="6127694" y="2535134"/>
                  </a:lnTo>
                  <a:lnTo>
                    <a:pt x="6083511" y="2474326"/>
                  </a:lnTo>
                  <a:lnTo>
                    <a:pt x="6039789" y="2415981"/>
                  </a:lnTo>
                  <a:lnTo>
                    <a:pt x="5996533" y="2360460"/>
                  </a:lnTo>
                  <a:lnTo>
                    <a:pt x="5953694" y="2308030"/>
                  </a:lnTo>
                  <a:lnTo>
                    <a:pt x="5911166" y="2258868"/>
                  </a:lnTo>
                  <a:lnTo>
                    <a:pt x="5868779" y="2213063"/>
                  </a:lnTo>
                  <a:lnTo>
                    <a:pt x="5826289" y="2170620"/>
                  </a:lnTo>
                  <a:lnTo>
                    <a:pt x="5784835" y="2132748"/>
                  </a:lnTo>
                  <a:lnTo>
                    <a:pt x="5735873" y="2092667"/>
                  </a:lnTo>
                  <a:lnTo>
                    <a:pt x="5685252" y="2056611"/>
                  </a:lnTo>
                  <a:lnTo>
                    <a:pt x="5632183" y="2024373"/>
                  </a:lnTo>
                  <a:lnTo>
                    <a:pt x="5575785" y="1995605"/>
                  </a:lnTo>
                  <a:lnTo>
                    <a:pt x="5515162" y="1969913"/>
                  </a:lnTo>
                  <a:lnTo>
                    <a:pt x="5449473" y="1946917"/>
                  </a:lnTo>
                  <a:lnTo>
                    <a:pt x="5378038" y="1926286"/>
                  </a:lnTo>
                  <a:lnTo>
                    <a:pt x="5300458" y="1907747"/>
                  </a:lnTo>
                  <a:lnTo>
                    <a:pt x="5216788" y="1891106"/>
                  </a:lnTo>
                  <a:lnTo>
                    <a:pt x="5127740" y="1876238"/>
                  </a:lnTo>
                  <a:lnTo>
                    <a:pt x="5034879" y="1863092"/>
                  </a:lnTo>
                  <a:lnTo>
                    <a:pt x="4940761" y="1851675"/>
                  </a:lnTo>
                  <a:lnTo>
                    <a:pt x="4848906" y="1842025"/>
                  </a:lnTo>
                  <a:lnTo>
                    <a:pt x="4763505" y="1834177"/>
                  </a:lnTo>
                  <a:lnTo>
                    <a:pt x="4688835" y="1828122"/>
                  </a:lnTo>
                  <a:lnTo>
                    <a:pt x="4628454" y="1823768"/>
                  </a:lnTo>
                  <a:lnTo>
                    <a:pt x="4584390" y="1820925"/>
                  </a:lnTo>
                  <a:lnTo>
                    <a:pt x="4556594" y="1819313"/>
                  </a:lnTo>
                  <a:lnTo>
                    <a:pt x="4542799" y="1818591"/>
                  </a:lnTo>
                  <a:lnTo>
                    <a:pt x="4538734" y="1818397"/>
                  </a:lnTo>
                  <a:lnTo>
                    <a:pt x="4538543" y="1818389"/>
                  </a:lnTo>
                  <a:lnTo>
                    <a:pt x="4016409" y="1818389"/>
                  </a:lnTo>
                  <a:lnTo>
                    <a:pt x="4015192" y="1818335"/>
                  </a:lnTo>
                  <a:lnTo>
                    <a:pt x="4007226" y="1817953"/>
                  </a:lnTo>
                  <a:lnTo>
                    <a:pt x="3987282" y="1816898"/>
                  </a:lnTo>
                  <a:lnTo>
                    <a:pt x="3951977" y="1814824"/>
                  </a:lnTo>
                  <a:lnTo>
                    <a:pt x="3900067" y="1811425"/>
                  </a:lnTo>
                  <a:lnTo>
                    <a:pt x="3832528" y="1806467"/>
                  </a:lnTo>
                  <a:lnTo>
                    <a:pt x="3752204" y="1799812"/>
                  </a:lnTo>
                  <a:lnTo>
                    <a:pt x="3663114" y="1791414"/>
                  </a:lnTo>
                  <a:lnTo>
                    <a:pt x="3569596" y="1781287"/>
                  </a:lnTo>
                  <a:lnTo>
                    <a:pt x="3475594" y="1769473"/>
                  </a:lnTo>
                  <a:lnTo>
                    <a:pt x="3384194" y="1755998"/>
                  </a:lnTo>
                  <a:lnTo>
                    <a:pt x="3297481" y="1740842"/>
                  </a:lnTo>
                  <a:lnTo>
                    <a:pt x="3216593" y="1723926"/>
                  </a:lnTo>
                  <a:lnTo>
                    <a:pt x="3141903" y="1705095"/>
                  </a:lnTo>
                  <a:lnTo>
                    <a:pt x="3073225" y="1684125"/>
                  </a:lnTo>
                  <a:lnTo>
                    <a:pt x="3010005" y="1660723"/>
                  </a:lnTo>
                  <a:lnTo>
                    <a:pt x="2951467" y="1634544"/>
                  </a:lnTo>
                  <a:lnTo>
                    <a:pt x="2896733" y="1605208"/>
                  </a:lnTo>
                  <a:lnTo>
                    <a:pt x="2844901" y="1572347"/>
                  </a:lnTo>
                  <a:lnTo>
                    <a:pt x="2795122" y="1535676"/>
                  </a:lnTo>
                  <a:lnTo>
                    <a:pt x="2770117" y="1515324"/>
                  </a:lnTo>
                  <a:lnTo>
                    <a:pt x="2726747" y="1477042"/>
                  </a:lnTo>
                  <a:lnTo>
                    <a:pt x="2683798" y="1435506"/>
                  </a:lnTo>
                  <a:lnTo>
                    <a:pt x="2640938" y="1390653"/>
                  </a:lnTo>
                  <a:lnTo>
                    <a:pt x="2597920" y="1342497"/>
                  </a:lnTo>
                  <a:lnTo>
                    <a:pt x="2554574" y="1291130"/>
                  </a:lnTo>
                  <a:lnTo>
                    <a:pt x="2510794" y="1236736"/>
                  </a:lnTo>
                  <a:lnTo>
                    <a:pt x="2466536" y="1179592"/>
                  </a:lnTo>
                  <a:lnTo>
                    <a:pt x="2421812" y="1120063"/>
                  </a:lnTo>
                  <a:lnTo>
                    <a:pt x="2376678" y="1058602"/>
                  </a:lnTo>
                  <a:lnTo>
                    <a:pt x="2331229" y="995731"/>
                  </a:lnTo>
                  <a:lnTo>
                    <a:pt x="2285589" y="932027"/>
                  </a:lnTo>
                  <a:lnTo>
                    <a:pt x="2239897" y="868103"/>
                  </a:lnTo>
                  <a:lnTo>
                    <a:pt x="2194297" y="804576"/>
                  </a:lnTo>
                  <a:lnTo>
                    <a:pt x="2148927" y="742051"/>
                  </a:lnTo>
                  <a:lnTo>
                    <a:pt x="2103901" y="681091"/>
                  </a:lnTo>
                  <a:lnTo>
                    <a:pt x="2059307" y="622202"/>
                  </a:lnTo>
                  <a:lnTo>
                    <a:pt x="2015187" y="565810"/>
                  </a:lnTo>
                  <a:lnTo>
                    <a:pt x="1971538" y="512257"/>
                  </a:lnTo>
                  <a:lnTo>
                    <a:pt x="1928299" y="461793"/>
                  </a:lnTo>
                  <a:lnTo>
                    <a:pt x="1885347" y="414575"/>
                  </a:lnTo>
                  <a:lnTo>
                    <a:pt x="1842490" y="370673"/>
                  </a:lnTo>
                  <a:lnTo>
                    <a:pt x="1799458" y="330076"/>
                  </a:lnTo>
                  <a:lnTo>
                    <a:pt x="1768425" y="303064"/>
                  </a:lnTo>
                  <a:lnTo>
                    <a:pt x="1719411" y="264385"/>
                  </a:lnTo>
                  <a:lnTo>
                    <a:pt x="1668732" y="229593"/>
                  </a:lnTo>
                  <a:lnTo>
                    <a:pt x="1615599" y="198490"/>
                  </a:lnTo>
                  <a:lnTo>
                    <a:pt x="1559128" y="170738"/>
                  </a:lnTo>
                  <a:lnTo>
                    <a:pt x="1498418" y="145956"/>
                  </a:lnTo>
                  <a:lnTo>
                    <a:pt x="1432629" y="123777"/>
                  </a:lnTo>
                  <a:lnTo>
                    <a:pt x="1361076" y="103880"/>
                  </a:lnTo>
                  <a:lnTo>
                    <a:pt x="1283365" y="86005"/>
                  </a:lnTo>
                  <a:lnTo>
                    <a:pt x="1199554" y="69960"/>
                  </a:lnTo>
                  <a:lnTo>
                    <a:pt x="1110364" y="55628"/>
                  </a:lnTo>
                  <a:lnTo>
                    <a:pt x="1017375" y="42959"/>
                  </a:lnTo>
                  <a:lnTo>
                    <a:pt x="923163" y="31961"/>
                  </a:lnTo>
                  <a:lnTo>
                    <a:pt x="831268" y="22671"/>
                  </a:lnTo>
                  <a:lnTo>
                    <a:pt x="745901" y="15122"/>
                  </a:lnTo>
                  <a:lnTo>
                    <a:pt x="671348" y="9304"/>
                  </a:lnTo>
                  <a:lnTo>
                    <a:pt x="611159" y="5127"/>
                  </a:lnTo>
                  <a:lnTo>
                    <a:pt x="567340" y="2407"/>
                  </a:lnTo>
                  <a:lnTo>
                    <a:pt x="539801" y="871"/>
                  </a:lnTo>
                  <a:lnTo>
                    <a:pt x="526229" y="187"/>
                  </a:lnTo>
                  <a:lnTo>
                    <a:pt x="522302" y="7"/>
                  </a:lnTo>
                  <a:lnTo>
                    <a:pt x="5221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186" name="pl186"/>
            <p:cNvSpPr/>
            <p:nvPr/>
          </p:nvSpPr>
          <p:spPr>
            <a:xfrm>
              <a:off x="386606" y="2371451"/>
              <a:ext cx="8554953" cy="3704544"/>
            </a:xfrm>
            <a:custGeom>
              <a:avLst/>
              <a:pathLst>
                <a:path w="8554953" h="3704544">
                  <a:moveTo>
                    <a:pt x="0" y="0"/>
                  </a:moveTo>
                  <a:lnTo>
                    <a:pt x="522133" y="0"/>
                  </a:lnTo>
                  <a:lnTo>
                    <a:pt x="523350" y="53"/>
                  </a:lnTo>
                  <a:lnTo>
                    <a:pt x="531316" y="435"/>
                  </a:lnTo>
                  <a:lnTo>
                    <a:pt x="551260" y="1490"/>
                  </a:lnTo>
                  <a:lnTo>
                    <a:pt x="586566" y="3564"/>
                  </a:lnTo>
                  <a:lnTo>
                    <a:pt x="638475" y="6963"/>
                  </a:lnTo>
                  <a:lnTo>
                    <a:pt x="706015" y="11921"/>
                  </a:lnTo>
                  <a:lnTo>
                    <a:pt x="786338" y="18576"/>
                  </a:lnTo>
                  <a:lnTo>
                    <a:pt x="875429" y="26974"/>
                  </a:lnTo>
                  <a:lnTo>
                    <a:pt x="968946" y="37101"/>
                  </a:lnTo>
                  <a:lnTo>
                    <a:pt x="1062949" y="48915"/>
                  </a:lnTo>
                  <a:lnTo>
                    <a:pt x="1154348" y="62391"/>
                  </a:lnTo>
                  <a:lnTo>
                    <a:pt x="1241061" y="77546"/>
                  </a:lnTo>
                  <a:lnTo>
                    <a:pt x="1321949" y="94462"/>
                  </a:lnTo>
                  <a:lnTo>
                    <a:pt x="1396639" y="113293"/>
                  </a:lnTo>
                  <a:lnTo>
                    <a:pt x="1465317" y="134263"/>
                  </a:lnTo>
                  <a:lnTo>
                    <a:pt x="1528538" y="157665"/>
                  </a:lnTo>
                  <a:lnTo>
                    <a:pt x="1587075" y="183844"/>
                  </a:lnTo>
                  <a:lnTo>
                    <a:pt x="1641809" y="213180"/>
                  </a:lnTo>
                  <a:lnTo>
                    <a:pt x="1693641" y="246041"/>
                  </a:lnTo>
                  <a:lnTo>
                    <a:pt x="1743420" y="282713"/>
                  </a:lnTo>
                  <a:lnTo>
                    <a:pt x="1768425" y="303064"/>
                  </a:lnTo>
                  <a:lnTo>
                    <a:pt x="1811795" y="341346"/>
                  </a:lnTo>
                  <a:lnTo>
                    <a:pt x="1854744" y="382882"/>
                  </a:lnTo>
                  <a:lnTo>
                    <a:pt x="1897605" y="427735"/>
                  </a:lnTo>
                  <a:lnTo>
                    <a:pt x="1940622" y="475891"/>
                  </a:lnTo>
                  <a:lnTo>
                    <a:pt x="1983969" y="527258"/>
                  </a:lnTo>
                  <a:lnTo>
                    <a:pt x="2027749" y="581652"/>
                  </a:lnTo>
                  <a:lnTo>
                    <a:pt x="2072006" y="638796"/>
                  </a:lnTo>
                  <a:lnTo>
                    <a:pt x="2116730" y="698325"/>
                  </a:lnTo>
                  <a:lnTo>
                    <a:pt x="2161864" y="759786"/>
                  </a:lnTo>
                  <a:lnTo>
                    <a:pt x="2207313" y="822657"/>
                  </a:lnTo>
                  <a:lnTo>
                    <a:pt x="2252954" y="886361"/>
                  </a:lnTo>
                  <a:lnTo>
                    <a:pt x="2298646" y="950286"/>
                  </a:lnTo>
                  <a:lnTo>
                    <a:pt x="2344245" y="1013812"/>
                  </a:lnTo>
                  <a:lnTo>
                    <a:pt x="2389616" y="1076338"/>
                  </a:lnTo>
                  <a:lnTo>
                    <a:pt x="2434641" y="1137297"/>
                  </a:lnTo>
                  <a:lnTo>
                    <a:pt x="2479236" y="1196186"/>
                  </a:lnTo>
                  <a:lnTo>
                    <a:pt x="2523355" y="1252578"/>
                  </a:lnTo>
                  <a:lnTo>
                    <a:pt x="2567004" y="1306131"/>
                  </a:lnTo>
                  <a:lnTo>
                    <a:pt x="2610243" y="1356595"/>
                  </a:lnTo>
                  <a:lnTo>
                    <a:pt x="2653195" y="1403813"/>
                  </a:lnTo>
                  <a:lnTo>
                    <a:pt x="2696052" y="1447715"/>
                  </a:lnTo>
                  <a:lnTo>
                    <a:pt x="2739084" y="1488312"/>
                  </a:lnTo>
                  <a:lnTo>
                    <a:pt x="2770117" y="1515324"/>
                  </a:lnTo>
                  <a:lnTo>
                    <a:pt x="2819132" y="1554003"/>
                  </a:lnTo>
                  <a:lnTo>
                    <a:pt x="2869810" y="1588795"/>
                  </a:lnTo>
                  <a:lnTo>
                    <a:pt x="2922943" y="1619898"/>
                  </a:lnTo>
                  <a:lnTo>
                    <a:pt x="2979414" y="1647650"/>
                  </a:lnTo>
                  <a:lnTo>
                    <a:pt x="3040124" y="1672432"/>
                  </a:lnTo>
                  <a:lnTo>
                    <a:pt x="3105914" y="1694611"/>
                  </a:lnTo>
                  <a:lnTo>
                    <a:pt x="3177466" y="1714508"/>
                  </a:lnTo>
                  <a:lnTo>
                    <a:pt x="3255178" y="1732383"/>
                  </a:lnTo>
                  <a:lnTo>
                    <a:pt x="3338988" y="1748429"/>
                  </a:lnTo>
                  <a:lnTo>
                    <a:pt x="3428179" y="1762761"/>
                  </a:lnTo>
                  <a:lnTo>
                    <a:pt x="3521168" y="1775429"/>
                  </a:lnTo>
                  <a:lnTo>
                    <a:pt x="3615380" y="1786427"/>
                  </a:lnTo>
                  <a:lnTo>
                    <a:pt x="3707275" y="1795717"/>
                  </a:lnTo>
                  <a:lnTo>
                    <a:pt x="3792642" y="1803266"/>
                  </a:lnTo>
                  <a:lnTo>
                    <a:pt x="3867195" y="1809084"/>
                  </a:lnTo>
                  <a:lnTo>
                    <a:pt x="3927383" y="1813261"/>
                  </a:lnTo>
                  <a:lnTo>
                    <a:pt x="3971202" y="1815981"/>
                  </a:lnTo>
                  <a:lnTo>
                    <a:pt x="3998741" y="1817518"/>
                  </a:lnTo>
                  <a:lnTo>
                    <a:pt x="4012313" y="1818202"/>
                  </a:lnTo>
                  <a:lnTo>
                    <a:pt x="4016240" y="1818381"/>
                  </a:lnTo>
                  <a:lnTo>
                    <a:pt x="4016409" y="1818389"/>
                  </a:lnTo>
                  <a:lnTo>
                    <a:pt x="4538543" y="1818389"/>
                  </a:lnTo>
                  <a:lnTo>
                    <a:pt x="4539756" y="1818444"/>
                  </a:lnTo>
                  <a:lnTo>
                    <a:pt x="4547698" y="1818839"/>
                  </a:lnTo>
                  <a:lnTo>
                    <a:pt x="4567583" y="1819930"/>
                  </a:lnTo>
                  <a:lnTo>
                    <a:pt x="4602791" y="1822074"/>
                  </a:lnTo>
                  <a:lnTo>
                    <a:pt x="4654568" y="1825589"/>
                  </a:lnTo>
                  <a:lnTo>
                    <a:pt x="4721952" y="1830717"/>
                  </a:lnTo>
                  <a:lnTo>
                    <a:pt x="4802116" y="1837599"/>
                  </a:lnTo>
                  <a:lnTo>
                    <a:pt x="4891061" y="1846288"/>
                  </a:lnTo>
                  <a:lnTo>
                    <a:pt x="4984458" y="1856765"/>
                  </a:lnTo>
                  <a:lnTo>
                    <a:pt x="5078374" y="1868989"/>
                  </a:lnTo>
                  <a:lnTo>
                    <a:pt x="5169719" y="1882932"/>
                  </a:lnTo>
                  <a:lnTo>
                    <a:pt x="5256406" y="1898614"/>
                  </a:lnTo>
                  <a:lnTo>
                    <a:pt x="5337289" y="1916118"/>
                  </a:lnTo>
                  <a:lnTo>
                    <a:pt x="5411988" y="1935600"/>
                  </a:lnTo>
                  <a:lnTo>
                    <a:pt x="5480682" y="1957292"/>
                  </a:lnTo>
                  <a:lnTo>
                    <a:pt x="5543920" y="1981496"/>
                  </a:lnTo>
                  <a:lnTo>
                    <a:pt x="5602469" y="2008569"/>
                  </a:lnTo>
                  <a:lnTo>
                    <a:pt x="5657207" y="2038902"/>
                  </a:lnTo>
                  <a:lnTo>
                    <a:pt x="5709033" y="2072877"/>
                  </a:lnTo>
                  <a:lnTo>
                    <a:pt x="5758794" y="2110791"/>
                  </a:lnTo>
                  <a:lnTo>
                    <a:pt x="5784835" y="2132748"/>
                  </a:lnTo>
                  <a:lnTo>
                    <a:pt x="5827732" y="2172003"/>
                  </a:lnTo>
                  <a:lnTo>
                    <a:pt x="5870214" y="2214558"/>
                  </a:lnTo>
                  <a:lnTo>
                    <a:pt x="5912602" y="2260478"/>
                  </a:lnTo>
                  <a:lnTo>
                    <a:pt x="5955138" y="2309753"/>
                  </a:lnTo>
                  <a:lnTo>
                    <a:pt x="5997990" y="2362290"/>
                  </a:lnTo>
                  <a:lnTo>
                    <a:pt x="6041262" y="2417912"/>
                  </a:lnTo>
                  <a:lnTo>
                    <a:pt x="6085000" y="2476346"/>
                  </a:lnTo>
                  <a:lnTo>
                    <a:pt x="6129197" y="2537231"/>
                  </a:lnTo>
                  <a:lnTo>
                    <a:pt x="6173802" y="2600121"/>
                  </a:lnTo>
                  <a:lnTo>
                    <a:pt x="6218725" y="2664496"/>
                  </a:lnTo>
                  <a:lnTo>
                    <a:pt x="6263850" y="2729782"/>
                  </a:lnTo>
                  <a:lnTo>
                    <a:pt x="6309042" y="2795369"/>
                  </a:lnTo>
                  <a:lnTo>
                    <a:pt x="6354162" y="2860634"/>
                  </a:lnTo>
                  <a:lnTo>
                    <a:pt x="6399076" y="2924968"/>
                  </a:lnTo>
                  <a:lnTo>
                    <a:pt x="6443668" y="2987798"/>
                  </a:lnTo>
                  <a:lnTo>
                    <a:pt x="6487851" y="3048607"/>
                  </a:lnTo>
                  <a:lnTo>
                    <a:pt x="6531573" y="3106951"/>
                  </a:lnTo>
                  <a:lnTo>
                    <a:pt x="6574829" y="3162472"/>
                  </a:lnTo>
                  <a:lnTo>
                    <a:pt x="6617668" y="3214902"/>
                  </a:lnTo>
                  <a:lnTo>
                    <a:pt x="6660196" y="3264064"/>
                  </a:lnTo>
                  <a:lnTo>
                    <a:pt x="6702583" y="3309870"/>
                  </a:lnTo>
                  <a:lnTo>
                    <a:pt x="6745073" y="3352312"/>
                  </a:lnTo>
                  <a:lnTo>
                    <a:pt x="6786527" y="3390185"/>
                  </a:lnTo>
                  <a:lnTo>
                    <a:pt x="6835489" y="3430265"/>
                  </a:lnTo>
                  <a:lnTo>
                    <a:pt x="6886110" y="3466321"/>
                  </a:lnTo>
                  <a:lnTo>
                    <a:pt x="6939179" y="3498559"/>
                  </a:lnTo>
                  <a:lnTo>
                    <a:pt x="6995577" y="3527328"/>
                  </a:lnTo>
                  <a:lnTo>
                    <a:pt x="7056200" y="3553020"/>
                  </a:lnTo>
                  <a:lnTo>
                    <a:pt x="7121889" y="3576015"/>
                  </a:lnTo>
                  <a:lnTo>
                    <a:pt x="7193324" y="3596647"/>
                  </a:lnTo>
                  <a:lnTo>
                    <a:pt x="7270904" y="3615185"/>
                  </a:lnTo>
                  <a:lnTo>
                    <a:pt x="7354574" y="3631827"/>
                  </a:lnTo>
                  <a:lnTo>
                    <a:pt x="7443622" y="3646695"/>
                  </a:lnTo>
                  <a:lnTo>
                    <a:pt x="7536483" y="3659840"/>
                  </a:lnTo>
                  <a:lnTo>
                    <a:pt x="7630601" y="3671257"/>
                  </a:lnTo>
                  <a:lnTo>
                    <a:pt x="7722456" y="3680907"/>
                  </a:lnTo>
                  <a:lnTo>
                    <a:pt x="7807857" y="3688755"/>
                  </a:lnTo>
                  <a:lnTo>
                    <a:pt x="7882527" y="3694811"/>
                  </a:lnTo>
                  <a:lnTo>
                    <a:pt x="7942908" y="3699165"/>
                  </a:lnTo>
                  <a:lnTo>
                    <a:pt x="7986972" y="3702007"/>
                  </a:lnTo>
                  <a:lnTo>
                    <a:pt x="8014768" y="3703619"/>
                  </a:lnTo>
                  <a:lnTo>
                    <a:pt x="8028563" y="3704342"/>
                  </a:lnTo>
                  <a:lnTo>
                    <a:pt x="8032628" y="3704535"/>
                  </a:lnTo>
                  <a:lnTo>
                    <a:pt x="8032819" y="3704544"/>
                  </a:lnTo>
                  <a:lnTo>
                    <a:pt x="8554953" y="3704544"/>
                  </a:lnTo>
                  <a:lnTo>
                    <a:pt x="8554953" y="3704544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87" name="pl187"/>
            <p:cNvSpPr/>
            <p:nvPr/>
          </p:nvSpPr>
          <p:spPr>
            <a:xfrm>
              <a:off x="386606" y="2365804"/>
              <a:ext cx="8554953" cy="3704544"/>
            </a:xfrm>
            <a:custGeom>
              <a:avLst/>
              <a:pathLst>
                <a:path w="8554953" h="3704544">
                  <a:moveTo>
                    <a:pt x="8554953" y="3704544"/>
                  </a:moveTo>
                  <a:lnTo>
                    <a:pt x="8032819" y="3704544"/>
                  </a:lnTo>
                  <a:lnTo>
                    <a:pt x="8031606" y="3704488"/>
                  </a:lnTo>
                  <a:lnTo>
                    <a:pt x="8023664" y="3704094"/>
                  </a:lnTo>
                  <a:lnTo>
                    <a:pt x="8003779" y="3703002"/>
                  </a:lnTo>
                  <a:lnTo>
                    <a:pt x="7968571" y="3700858"/>
                  </a:lnTo>
                  <a:lnTo>
                    <a:pt x="7916794" y="3697343"/>
                  </a:lnTo>
                  <a:lnTo>
                    <a:pt x="7849410" y="3692216"/>
                  </a:lnTo>
                  <a:lnTo>
                    <a:pt x="7769246" y="3685333"/>
                  </a:lnTo>
                  <a:lnTo>
                    <a:pt x="7680301" y="3676645"/>
                  </a:lnTo>
                  <a:lnTo>
                    <a:pt x="7586904" y="3666168"/>
                  </a:lnTo>
                  <a:lnTo>
                    <a:pt x="7492988" y="3653944"/>
                  </a:lnTo>
                  <a:lnTo>
                    <a:pt x="7401643" y="3640000"/>
                  </a:lnTo>
                  <a:lnTo>
                    <a:pt x="7314956" y="3624318"/>
                  </a:lnTo>
                  <a:lnTo>
                    <a:pt x="7234073" y="3606815"/>
                  </a:lnTo>
                  <a:lnTo>
                    <a:pt x="7159374" y="3587333"/>
                  </a:lnTo>
                  <a:lnTo>
                    <a:pt x="7090680" y="3565640"/>
                  </a:lnTo>
                  <a:lnTo>
                    <a:pt x="7027442" y="3541436"/>
                  </a:lnTo>
                  <a:lnTo>
                    <a:pt x="6968893" y="3514363"/>
                  </a:lnTo>
                  <a:lnTo>
                    <a:pt x="6914155" y="3484030"/>
                  </a:lnTo>
                  <a:lnTo>
                    <a:pt x="6862329" y="3450056"/>
                  </a:lnTo>
                  <a:lnTo>
                    <a:pt x="6812568" y="3412141"/>
                  </a:lnTo>
                  <a:lnTo>
                    <a:pt x="6786527" y="3390185"/>
                  </a:lnTo>
                  <a:lnTo>
                    <a:pt x="6743630" y="3350930"/>
                  </a:lnTo>
                  <a:lnTo>
                    <a:pt x="6701148" y="3308374"/>
                  </a:lnTo>
                  <a:lnTo>
                    <a:pt x="6658760" y="3262454"/>
                  </a:lnTo>
                  <a:lnTo>
                    <a:pt x="6616224" y="3213180"/>
                  </a:lnTo>
                  <a:lnTo>
                    <a:pt x="6573372" y="3160642"/>
                  </a:lnTo>
                  <a:lnTo>
                    <a:pt x="6530100" y="3105020"/>
                  </a:lnTo>
                  <a:lnTo>
                    <a:pt x="6486362" y="3046586"/>
                  </a:lnTo>
                  <a:lnTo>
                    <a:pt x="6442165" y="2985701"/>
                  </a:lnTo>
                  <a:lnTo>
                    <a:pt x="6397560" y="2922812"/>
                  </a:lnTo>
                  <a:lnTo>
                    <a:pt x="6352637" y="2858436"/>
                  </a:lnTo>
                  <a:lnTo>
                    <a:pt x="6307512" y="2793150"/>
                  </a:lnTo>
                  <a:lnTo>
                    <a:pt x="6262320" y="2727564"/>
                  </a:lnTo>
                  <a:lnTo>
                    <a:pt x="6217200" y="2662298"/>
                  </a:lnTo>
                  <a:lnTo>
                    <a:pt x="6172286" y="2597964"/>
                  </a:lnTo>
                  <a:lnTo>
                    <a:pt x="6127694" y="2535134"/>
                  </a:lnTo>
                  <a:lnTo>
                    <a:pt x="6083511" y="2474326"/>
                  </a:lnTo>
                  <a:lnTo>
                    <a:pt x="6039789" y="2415981"/>
                  </a:lnTo>
                  <a:lnTo>
                    <a:pt x="5996533" y="2360460"/>
                  </a:lnTo>
                  <a:lnTo>
                    <a:pt x="5953694" y="2308030"/>
                  </a:lnTo>
                  <a:lnTo>
                    <a:pt x="5911166" y="2258868"/>
                  </a:lnTo>
                  <a:lnTo>
                    <a:pt x="5868779" y="2213063"/>
                  </a:lnTo>
                  <a:lnTo>
                    <a:pt x="5826289" y="2170620"/>
                  </a:lnTo>
                  <a:lnTo>
                    <a:pt x="5784835" y="2132748"/>
                  </a:lnTo>
                  <a:lnTo>
                    <a:pt x="5735873" y="2092667"/>
                  </a:lnTo>
                  <a:lnTo>
                    <a:pt x="5685252" y="2056611"/>
                  </a:lnTo>
                  <a:lnTo>
                    <a:pt x="5632183" y="2024373"/>
                  </a:lnTo>
                  <a:lnTo>
                    <a:pt x="5575785" y="1995605"/>
                  </a:lnTo>
                  <a:lnTo>
                    <a:pt x="5515162" y="1969913"/>
                  </a:lnTo>
                  <a:lnTo>
                    <a:pt x="5449473" y="1946917"/>
                  </a:lnTo>
                  <a:lnTo>
                    <a:pt x="5378038" y="1926286"/>
                  </a:lnTo>
                  <a:lnTo>
                    <a:pt x="5300458" y="1907747"/>
                  </a:lnTo>
                  <a:lnTo>
                    <a:pt x="5216788" y="1891106"/>
                  </a:lnTo>
                  <a:lnTo>
                    <a:pt x="5127740" y="1876238"/>
                  </a:lnTo>
                  <a:lnTo>
                    <a:pt x="5034879" y="1863092"/>
                  </a:lnTo>
                  <a:lnTo>
                    <a:pt x="4940761" y="1851675"/>
                  </a:lnTo>
                  <a:lnTo>
                    <a:pt x="4848906" y="1842025"/>
                  </a:lnTo>
                  <a:lnTo>
                    <a:pt x="4763505" y="1834177"/>
                  </a:lnTo>
                  <a:lnTo>
                    <a:pt x="4688835" y="1828122"/>
                  </a:lnTo>
                  <a:lnTo>
                    <a:pt x="4628454" y="1823768"/>
                  </a:lnTo>
                  <a:lnTo>
                    <a:pt x="4584390" y="1820925"/>
                  </a:lnTo>
                  <a:lnTo>
                    <a:pt x="4556594" y="1819313"/>
                  </a:lnTo>
                  <a:lnTo>
                    <a:pt x="4542799" y="1818591"/>
                  </a:lnTo>
                  <a:lnTo>
                    <a:pt x="4538734" y="1818397"/>
                  </a:lnTo>
                  <a:lnTo>
                    <a:pt x="4538543" y="1818389"/>
                  </a:lnTo>
                  <a:lnTo>
                    <a:pt x="4016409" y="1818389"/>
                  </a:lnTo>
                  <a:lnTo>
                    <a:pt x="4015192" y="1818335"/>
                  </a:lnTo>
                  <a:lnTo>
                    <a:pt x="4007226" y="1817953"/>
                  </a:lnTo>
                  <a:lnTo>
                    <a:pt x="3987282" y="1816898"/>
                  </a:lnTo>
                  <a:lnTo>
                    <a:pt x="3951977" y="1814824"/>
                  </a:lnTo>
                  <a:lnTo>
                    <a:pt x="3900067" y="1811425"/>
                  </a:lnTo>
                  <a:lnTo>
                    <a:pt x="3832528" y="1806467"/>
                  </a:lnTo>
                  <a:lnTo>
                    <a:pt x="3752204" y="1799812"/>
                  </a:lnTo>
                  <a:lnTo>
                    <a:pt x="3663114" y="1791414"/>
                  </a:lnTo>
                  <a:lnTo>
                    <a:pt x="3569596" y="1781287"/>
                  </a:lnTo>
                  <a:lnTo>
                    <a:pt x="3475594" y="1769473"/>
                  </a:lnTo>
                  <a:lnTo>
                    <a:pt x="3384194" y="1755998"/>
                  </a:lnTo>
                  <a:lnTo>
                    <a:pt x="3297481" y="1740842"/>
                  </a:lnTo>
                  <a:lnTo>
                    <a:pt x="3216593" y="1723926"/>
                  </a:lnTo>
                  <a:lnTo>
                    <a:pt x="3141903" y="1705095"/>
                  </a:lnTo>
                  <a:lnTo>
                    <a:pt x="3073225" y="1684125"/>
                  </a:lnTo>
                  <a:lnTo>
                    <a:pt x="3010005" y="1660723"/>
                  </a:lnTo>
                  <a:lnTo>
                    <a:pt x="2951467" y="1634544"/>
                  </a:lnTo>
                  <a:lnTo>
                    <a:pt x="2896733" y="1605208"/>
                  </a:lnTo>
                  <a:lnTo>
                    <a:pt x="2844901" y="1572347"/>
                  </a:lnTo>
                  <a:lnTo>
                    <a:pt x="2795122" y="1535676"/>
                  </a:lnTo>
                  <a:lnTo>
                    <a:pt x="2770117" y="1515324"/>
                  </a:lnTo>
                  <a:lnTo>
                    <a:pt x="2726747" y="1477042"/>
                  </a:lnTo>
                  <a:lnTo>
                    <a:pt x="2683798" y="1435506"/>
                  </a:lnTo>
                  <a:lnTo>
                    <a:pt x="2640938" y="1390653"/>
                  </a:lnTo>
                  <a:lnTo>
                    <a:pt x="2597920" y="1342497"/>
                  </a:lnTo>
                  <a:lnTo>
                    <a:pt x="2554574" y="1291130"/>
                  </a:lnTo>
                  <a:lnTo>
                    <a:pt x="2510794" y="1236736"/>
                  </a:lnTo>
                  <a:lnTo>
                    <a:pt x="2466536" y="1179592"/>
                  </a:lnTo>
                  <a:lnTo>
                    <a:pt x="2421812" y="1120063"/>
                  </a:lnTo>
                  <a:lnTo>
                    <a:pt x="2376678" y="1058602"/>
                  </a:lnTo>
                  <a:lnTo>
                    <a:pt x="2331229" y="995731"/>
                  </a:lnTo>
                  <a:lnTo>
                    <a:pt x="2285589" y="932027"/>
                  </a:lnTo>
                  <a:lnTo>
                    <a:pt x="2239897" y="868103"/>
                  </a:lnTo>
                  <a:lnTo>
                    <a:pt x="2194297" y="804576"/>
                  </a:lnTo>
                  <a:lnTo>
                    <a:pt x="2148927" y="742051"/>
                  </a:lnTo>
                  <a:lnTo>
                    <a:pt x="2103901" y="681091"/>
                  </a:lnTo>
                  <a:lnTo>
                    <a:pt x="2059307" y="622202"/>
                  </a:lnTo>
                  <a:lnTo>
                    <a:pt x="2015187" y="565810"/>
                  </a:lnTo>
                  <a:lnTo>
                    <a:pt x="1971538" y="512257"/>
                  </a:lnTo>
                  <a:lnTo>
                    <a:pt x="1928299" y="461793"/>
                  </a:lnTo>
                  <a:lnTo>
                    <a:pt x="1885347" y="414575"/>
                  </a:lnTo>
                  <a:lnTo>
                    <a:pt x="1842490" y="370673"/>
                  </a:lnTo>
                  <a:lnTo>
                    <a:pt x="1799458" y="330076"/>
                  </a:lnTo>
                  <a:lnTo>
                    <a:pt x="1768425" y="303064"/>
                  </a:lnTo>
                  <a:lnTo>
                    <a:pt x="1719411" y="264385"/>
                  </a:lnTo>
                  <a:lnTo>
                    <a:pt x="1668732" y="229593"/>
                  </a:lnTo>
                  <a:lnTo>
                    <a:pt x="1615599" y="198490"/>
                  </a:lnTo>
                  <a:lnTo>
                    <a:pt x="1559128" y="170738"/>
                  </a:lnTo>
                  <a:lnTo>
                    <a:pt x="1498418" y="145956"/>
                  </a:lnTo>
                  <a:lnTo>
                    <a:pt x="1432629" y="123777"/>
                  </a:lnTo>
                  <a:lnTo>
                    <a:pt x="1361076" y="103880"/>
                  </a:lnTo>
                  <a:lnTo>
                    <a:pt x="1283365" y="86005"/>
                  </a:lnTo>
                  <a:lnTo>
                    <a:pt x="1199554" y="69960"/>
                  </a:lnTo>
                  <a:lnTo>
                    <a:pt x="1110364" y="55628"/>
                  </a:lnTo>
                  <a:lnTo>
                    <a:pt x="1017375" y="42959"/>
                  </a:lnTo>
                  <a:lnTo>
                    <a:pt x="923163" y="31961"/>
                  </a:lnTo>
                  <a:lnTo>
                    <a:pt x="831268" y="22671"/>
                  </a:lnTo>
                  <a:lnTo>
                    <a:pt x="745901" y="15122"/>
                  </a:lnTo>
                  <a:lnTo>
                    <a:pt x="671348" y="9304"/>
                  </a:lnTo>
                  <a:lnTo>
                    <a:pt x="611159" y="5127"/>
                  </a:lnTo>
                  <a:lnTo>
                    <a:pt x="567340" y="2407"/>
                  </a:lnTo>
                  <a:lnTo>
                    <a:pt x="539801" y="871"/>
                  </a:lnTo>
                  <a:lnTo>
                    <a:pt x="526229" y="187"/>
                  </a:lnTo>
                  <a:lnTo>
                    <a:pt x="522302" y="7"/>
                  </a:lnTo>
                  <a:lnTo>
                    <a:pt x="522133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88" name="pg188"/>
            <p:cNvSpPr/>
            <p:nvPr/>
          </p:nvSpPr>
          <p:spPr>
            <a:xfrm>
              <a:off x="386606" y="835420"/>
              <a:ext cx="8554953" cy="3574659"/>
            </a:xfrm>
            <a:custGeom>
              <a:avLst/>
              <a:pathLst>
                <a:path w="8554953" h="3574659">
                  <a:moveTo>
                    <a:pt x="0" y="1620738"/>
                  </a:moveTo>
                  <a:lnTo>
                    <a:pt x="522133" y="1620738"/>
                  </a:lnTo>
                  <a:lnTo>
                    <a:pt x="523343" y="1620795"/>
                  </a:lnTo>
                  <a:lnTo>
                    <a:pt x="531259" y="1621202"/>
                  </a:lnTo>
                  <a:lnTo>
                    <a:pt x="551085" y="1622329"/>
                  </a:lnTo>
                  <a:lnTo>
                    <a:pt x="586192" y="1624543"/>
                  </a:lnTo>
                  <a:lnTo>
                    <a:pt x="637831" y="1628173"/>
                  </a:lnTo>
                  <a:lnTo>
                    <a:pt x="705056" y="1633468"/>
                  </a:lnTo>
                  <a:lnTo>
                    <a:pt x="785055" y="1640577"/>
                  </a:lnTo>
                  <a:lnTo>
                    <a:pt x="873849" y="1649552"/>
                  </a:lnTo>
                  <a:lnTo>
                    <a:pt x="967123" y="1660377"/>
                  </a:lnTo>
                  <a:lnTo>
                    <a:pt x="1060949" y="1673008"/>
                  </a:lnTo>
                  <a:lnTo>
                    <a:pt x="1152237" y="1687416"/>
                  </a:lnTo>
                  <a:lnTo>
                    <a:pt x="1238897" y="1703621"/>
                  </a:lnTo>
                  <a:lnTo>
                    <a:pt x="1319775" y="1721707"/>
                  </a:lnTo>
                  <a:lnTo>
                    <a:pt x="1394484" y="1741835"/>
                  </a:lnTo>
                  <a:lnTo>
                    <a:pt x="1463194" y="1764244"/>
                  </a:lnTo>
                  <a:lnTo>
                    <a:pt x="1526449" y="1789243"/>
                  </a:lnTo>
                  <a:lnTo>
                    <a:pt x="1585011" y="1817201"/>
                  </a:lnTo>
                  <a:lnTo>
                    <a:pt x="1639754" y="1848522"/>
                  </a:lnTo>
                  <a:lnTo>
                    <a:pt x="1691573" y="1883599"/>
                  </a:lnTo>
                  <a:lnTo>
                    <a:pt x="1741315" y="1922744"/>
                  </a:lnTo>
                  <a:lnTo>
                    <a:pt x="1768425" y="1946391"/>
                  </a:lnTo>
                  <a:lnTo>
                    <a:pt x="1810858" y="1986595"/>
                  </a:lnTo>
                  <a:lnTo>
                    <a:pt x="1852881" y="2030144"/>
                  </a:lnTo>
                  <a:lnTo>
                    <a:pt x="1894807" y="2077102"/>
                  </a:lnTo>
                  <a:lnTo>
                    <a:pt x="1936871" y="2127462"/>
                  </a:lnTo>
                  <a:lnTo>
                    <a:pt x="1979238" y="2181135"/>
                  </a:lnTo>
                  <a:lnTo>
                    <a:pt x="2022012" y="2237945"/>
                  </a:lnTo>
                  <a:lnTo>
                    <a:pt x="2065241" y="2297628"/>
                  </a:lnTo>
                  <a:lnTo>
                    <a:pt x="2108921" y="2359825"/>
                  </a:lnTo>
                  <a:lnTo>
                    <a:pt x="2153006" y="2424097"/>
                  </a:lnTo>
                  <a:lnTo>
                    <a:pt x="2197413" y="2489928"/>
                  </a:lnTo>
                  <a:lnTo>
                    <a:pt x="2242031" y="2556749"/>
                  </a:lnTo>
                  <a:lnTo>
                    <a:pt x="2286730" y="2623950"/>
                  </a:lnTo>
                  <a:lnTo>
                    <a:pt x="2331377" y="2690906"/>
                  </a:lnTo>
                  <a:lnTo>
                    <a:pt x="2375840" y="2757005"/>
                  </a:lnTo>
                  <a:lnTo>
                    <a:pt x="2420004" y="2821665"/>
                  </a:lnTo>
                  <a:lnTo>
                    <a:pt x="2463778" y="2884356"/>
                  </a:lnTo>
                  <a:lnTo>
                    <a:pt x="2507108" y="2944623"/>
                  </a:lnTo>
                  <a:lnTo>
                    <a:pt x="2549979" y="3002088"/>
                  </a:lnTo>
                  <a:lnTo>
                    <a:pt x="2592429" y="3056466"/>
                  </a:lnTo>
                  <a:lnTo>
                    <a:pt x="2634547" y="3107561"/>
                  </a:lnTo>
                  <a:lnTo>
                    <a:pt x="2676486" y="3155267"/>
                  </a:lnTo>
                  <a:lnTo>
                    <a:pt x="2718463" y="3199558"/>
                  </a:lnTo>
                  <a:lnTo>
                    <a:pt x="2760776" y="3240486"/>
                  </a:lnTo>
                  <a:lnTo>
                    <a:pt x="2770117" y="3249005"/>
                  </a:lnTo>
                  <a:lnTo>
                    <a:pt x="2819025" y="3290483"/>
                  </a:lnTo>
                  <a:lnTo>
                    <a:pt x="2869588" y="3327801"/>
                  </a:lnTo>
                  <a:lnTo>
                    <a:pt x="2922591" y="3361170"/>
                  </a:lnTo>
                  <a:lnTo>
                    <a:pt x="2978912" y="3390953"/>
                  </a:lnTo>
                  <a:lnTo>
                    <a:pt x="3039447" y="3417554"/>
                  </a:lnTo>
                  <a:lnTo>
                    <a:pt x="3105031" y="3441365"/>
                  </a:lnTo>
                  <a:lnTo>
                    <a:pt x="3176346" y="3462731"/>
                  </a:lnTo>
                  <a:lnTo>
                    <a:pt x="3253791" y="3481931"/>
                  </a:lnTo>
                  <a:lnTo>
                    <a:pt x="3337315" y="3499169"/>
                  </a:lnTo>
                  <a:lnTo>
                    <a:pt x="3426217" y="3514573"/>
                  </a:lnTo>
                  <a:lnTo>
                    <a:pt x="3518946" y="3528196"/>
                  </a:lnTo>
                  <a:lnTo>
                    <a:pt x="3612965" y="3540033"/>
                  </a:lnTo>
                  <a:lnTo>
                    <a:pt x="3704778" y="3550044"/>
                  </a:lnTo>
                  <a:lnTo>
                    <a:pt x="3790213" y="3558193"/>
                  </a:lnTo>
                  <a:lnTo>
                    <a:pt x="3865002" y="3564488"/>
                  </a:lnTo>
                  <a:lnTo>
                    <a:pt x="3925581" y="3569022"/>
                  </a:lnTo>
                  <a:lnTo>
                    <a:pt x="3969897" y="3571989"/>
                  </a:lnTo>
                  <a:lnTo>
                    <a:pt x="3997958" y="3573678"/>
                  </a:lnTo>
                  <a:lnTo>
                    <a:pt x="4011984" y="3574441"/>
                  </a:lnTo>
                  <a:lnTo>
                    <a:pt x="4016194" y="3574649"/>
                  </a:lnTo>
                  <a:lnTo>
                    <a:pt x="4016409" y="3574659"/>
                  </a:lnTo>
                  <a:lnTo>
                    <a:pt x="4538543" y="3574659"/>
                  </a:lnTo>
                  <a:lnTo>
                    <a:pt x="4539637" y="3574565"/>
                  </a:lnTo>
                  <a:lnTo>
                    <a:pt x="4546812" y="3573899"/>
                  </a:lnTo>
                  <a:lnTo>
                    <a:pt x="4564842" y="3572055"/>
                  </a:lnTo>
                  <a:lnTo>
                    <a:pt x="4596921" y="3568430"/>
                  </a:lnTo>
                  <a:lnTo>
                    <a:pt x="4644416" y="3562473"/>
                  </a:lnTo>
                  <a:lnTo>
                    <a:pt x="4706759" y="3553751"/>
                  </a:lnTo>
                  <a:lnTo>
                    <a:pt x="4781682" y="3541991"/>
                  </a:lnTo>
                  <a:lnTo>
                    <a:pt x="4865752" y="3527075"/>
                  </a:lnTo>
                  <a:lnTo>
                    <a:pt x="4955077" y="3509008"/>
                  </a:lnTo>
                  <a:lnTo>
                    <a:pt x="5045955" y="3487858"/>
                  </a:lnTo>
                  <a:lnTo>
                    <a:pt x="5135327" y="3463685"/>
                  </a:lnTo>
                  <a:lnTo>
                    <a:pt x="5220985" y="3436492"/>
                  </a:lnTo>
                  <a:lnTo>
                    <a:pt x="5301578" y="3406184"/>
                  </a:lnTo>
                  <a:lnTo>
                    <a:pt x="5376488" y="3372550"/>
                  </a:lnTo>
                  <a:lnTo>
                    <a:pt x="5445666" y="3335258"/>
                  </a:lnTo>
                  <a:lnTo>
                    <a:pt x="5509458" y="3293854"/>
                  </a:lnTo>
                  <a:lnTo>
                    <a:pt x="5568465" y="3247782"/>
                  </a:lnTo>
                  <a:lnTo>
                    <a:pt x="5623432" y="3196406"/>
                  </a:lnTo>
                  <a:lnTo>
                    <a:pt x="5675163" y="3139060"/>
                  </a:lnTo>
                  <a:lnTo>
                    <a:pt x="5724459" y="3075128"/>
                  </a:lnTo>
                  <a:lnTo>
                    <a:pt x="5772052" y="3004191"/>
                  </a:lnTo>
                  <a:lnTo>
                    <a:pt x="5784835" y="2983588"/>
                  </a:lnTo>
                  <a:lnTo>
                    <a:pt x="5818824" y="2925693"/>
                  </a:lnTo>
                  <a:lnTo>
                    <a:pt x="5852507" y="2863934"/>
                  </a:lnTo>
                  <a:lnTo>
                    <a:pt x="5886055" y="2798234"/>
                  </a:lnTo>
                  <a:lnTo>
                    <a:pt x="5919608" y="2728565"/>
                  </a:lnTo>
                  <a:lnTo>
                    <a:pt x="5953274" y="2654954"/>
                  </a:lnTo>
                  <a:lnTo>
                    <a:pt x="5987137" y="2577491"/>
                  </a:lnTo>
                  <a:lnTo>
                    <a:pt x="6021250" y="2496331"/>
                  </a:lnTo>
                  <a:lnTo>
                    <a:pt x="6055648" y="2411697"/>
                  </a:lnTo>
                  <a:lnTo>
                    <a:pt x="6090340" y="2323877"/>
                  </a:lnTo>
                  <a:lnTo>
                    <a:pt x="6125318" y="2233227"/>
                  </a:lnTo>
                  <a:lnTo>
                    <a:pt x="6160556" y="2140166"/>
                  </a:lnTo>
                  <a:lnTo>
                    <a:pt x="6196013" y="2045164"/>
                  </a:lnTo>
                  <a:lnTo>
                    <a:pt x="6231635" y="1948740"/>
                  </a:lnTo>
                  <a:lnTo>
                    <a:pt x="6267360" y="1851445"/>
                  </a:lnTo>
                  <a:lnTo>
                    <a:pt x="6303121" y="1753853"/>
                  </a:lnTo>
                  <a:lnTo>
                    <a:pt x="6338848" y="1656544"/>
                  </a:lnTo>
                  <a:lnTo>
                    <a:pt x="6374473" y="1560091"/>
                  </a:lnTo>
                  <a:lnTo>
                    <a:pt x="6409934" y="1465048"/>
                  </a:lnTo>
                  <a:lnTo>
                    <a:pt x="6445178" y="1371933"/>
                  </a:lnTo>
                  <a:lnTo>
                    <a:pt x="6480163" y="1281219"/>
                  </a:lnTo>
                  <a:lnTo>
                    <a:pt x="6514863" y="1193325"/>
                  </a:lnTo>
                  <a:lnTo>
                    <a:pt x="6549267" y="1108608"/>
                  </a:lnTo>
                  <a:lnTo>
                    <a:pt x="6583388" y="1027359"/>
                  </a:lnTo>
                  <a:lnTo>
                    <a:pt x="6617256" y="949803"/>
                  </a:lnTo>
                  <a:lnTo>
                    <a:pt x="6650926" y="876096"/>
                  </a:lnTo>
                  <a:lnTo>
                    <a:pt x="6684481" y="806329"/>
                  </a:lnTo>
                  <a:lnTo>
                    <a:pt x="6718028" y="740531"/>
                  </a:lnTo>
                  <a:lnTo>
                    <a:pt x="6751705" y="678677"/>
                  </a:lnTo>
                  <a:lnTo>
                    <a:pt x="6785684" y="620687"/>
                  </a:lnTo>
                  <a:lnTo>
                    <a:pt x="6786527" y="619306"/>
                  </a:lnTo>
                  <a:lnTo>
                    <a:pt x="6833767" y="546430"/>
                  </a:lnTo>
                  <a:lnTo>
                    <a:pt x="6882529" y="480615"/>
                  </a:lnTo>
                  <a:lnTo>
                    <a:pt x="6933518" y="421526"/>
                  </a:lnTo>
                  <a:lnTo>
                    <a:pt x="6987520" y="368586"/>
                  </a:lnTo>
                  <a:lnTo>
                    <a:pt x="7045346" y="321132"/>
                  </a:lnTo>
                  <a:lnTo>
                    <a:pt x="7107764" y="278512"/>
                  </a:lnTo>
                  <a:lnTo>
                    <a:pt x="7175424" y="240147"/>
                  </a:lnTo>
                  <a:lnTo>
                    <a:pt x="7248755" y="205552"/>
                  </a:lnTo>
                  <a:lnTo>
                    <a:pt x="7327830" y="174362"/>
                  </a:lnTo>
                  <a:lnTo>
                    <a:pt x="7412205" y="146333"/>
                  </a:lnTo>
                  <a:lnTo>
                    <a:pt x="7500745" y="121338"/>
                  </a:lnTo>
                  <a:lnTo>
                    <a:pt x="7591481" y="99358"/>
                  </a:lnTo>
                  <a:lnTo>
                    <a:pt x="7681577" y="80442"/>
                  </a:lnTo>
                  <a:lnTo>
                    <a:pt x="7767471" y="64661"/>
                  </a:lnTo>
                  <a:lnTo>
                    <a:pt x="7845264" y="52045"/>
                  </a:lnTo>
                  <a:lnTo>
                    <a:pt x="7911328" y="42514"/>
                  </a:lnTo>
                  <a:lnTo>
                    <a:pt x="7963013" y="35839"/>
                  </a:lnTo>
                  <a:lnTo>
                    <a:pt x="7999248" y="31627"/>
                  </a:lnTo>
                  <a:lnTo>
                    <a:pt x="8020869" y="29356"/>
                  </a:lnTo>
                  <a:lnTo>
                    <a:pt x="8030597" y="28429"/>
                  </a:lnTo>
                  <a:lnTo>
                    <a:pt x="8032819" y="28235"/>
                  </a:lnTo>
                  <a:lnTo>
                    <a:pt x="8554953" y="28235"/>
                  </a:lnTo>
                  <a:lnTo>
                    <a:pt x="8554953" y="0"/>
                  </a:lnTo>
                  <a:lnTo>
                    <a:pt x="8032819" y="0"/>
                  </a:lnTo>
                  <a:lnTo>
                    <a:pt x="8031725" y="93"/>
                  </a:lnTo>
                  <a:lnTo>
                    <a:pt x="8024550" y="760"/>
                  </a:lnTo>
                  <a:lnTo>
                    <a:pt x="8006520" y="2603"/>
                  </a:lnTo>
                  <a:lnTo>
                    <a:pt x="7974441" y="6229"/>
                  </a:lnTo>
                  <a:lnTo>
                    <a:pt x="7926946" y="12186"/>
                  </a:lnTo>
                  <a:lnTo>
                    <a:pt x="7864603" y="20907"/>
                  </a:lnTo>
                  <a:lnTo>
                    <a:pt x="7789680" y="32667"/>
                  </a:lnTo>
                  <a:lnTo>
                    <a:pt x="7705610" y="47584"/>
                  </a:lnTo>
                  <a:lnTo>
                    <a:pt x="7616285" y="65650"/>
                  </a:lnTo>
                  <a:lnTo>
                    <a:pt x="7525407" y="86800"/>
                  </a:lnTo>
                  <a:lnTo>
                    <a:pt x="7436035" y="110973"/>
                  </a:lnTo>
                  <a:lnTo>
                    <a:pt x="7350377" y="138167"/>
                  </a:lnTo>
                  <a:lnTo>
                    <a:pt x="7269784" y="168475"/>
                  </a:lnTo>
                  <a:lnTo>
                    <a:pt x="7194874" y="202108"/>
                  </a:lnTo>
                  <a:lnTo>
                    <a:pt x="7125696" y="239401"/>
                  </a:lnTo>
                  <a:lnTo>
                    <a:pt x="7061904" y="280804"/>
                  </a:lnTo>
                  <a:lnTo>
                    <a:pt x="7002896" y="326876"/>
                  </a:lnTo>
                  <a:lnTo>
                    <a:pt x="6947930" y="378252"/>
                  </a:lnTo>
                  <a:lnTo>
                    <a:pt x="6896199" y="435599"/>
                  </a:lnTo>
                  <a:lnTo>
                    <a:pt x="6846903" y="499530"/>
                  </a:lnTo>
                  <a:lnTo>
                    <a:pt x="6799310" y="570468"/>
                  </a:lnTo>
                  <a:lnTo>
                    <a:pt x="6786527" y="591070"/>
                  </a:lnTo>
                  <a:lnTo>
                    <a:pt x="6752537" y="648966"/>
                  </a:lnTo>
                  <a:lnTo>
                    <a:pt x="6718855" y="710724"/>
                  </a:lnTo>
                  <a:lnTo>
                    <a:pt x="6685307" y="776424"/>
                  </a:lnTo>
                  <a:lnTo>
                    <a:pt x="6651754" y="846094"/>
                  </a:lnTo>
                  <a:lnTo>
                    <a:pt x="6618087" y="919704"/>
                  </a:lnTo>
                  <a:lnTo>
                    <a:pt x="6584225" y="997167"/>
                  </a:lnTo>
                  <a:lnTo>
                    <a:pt x="6550112" y="1078327"/>
                  </a:lnTo>
                  <a:lnTo>
                    <a:pt x="6515714" y="1162962"/>
                  </a:lnTo>
                  <a:lnTo>
                    <a:pt x="6481022" y="1250782"/>
                  </a:lnTo>
                  <a:lnTo>
                    <a:pt x="6446044" y="1341431"/>
                  </a:lnTo>
                  <a:lnTo>
                    <a:pt x="6410806" y="1434493"/>
                  </a:lnTo>
                  <a:lnTo>
                    <a:pt x="6375349" y="1529494"/>
                  </a:lnTo>
                  <a:lnTo>
                    <a:pt x="6339727" y="1625918"/>
                  </a:lnTo>
                  <a:lnTo>
                    <a:pt x="6304002" y="1723213"/>
                  </a:lnTo>
                  <a:lnTo>
                    <a:pt x="6268241" y="1820805"/>
                  </a:lnTo>
                  <a:lnTo>
                    <a:pt x="6232514" y="1918114"/>
                  </a:lnTo>
                  <a:lnTo>
                    <a:pt x="6196889" y="2014567"/>
                  </a:lnTo>
                  <a:lnTo>
                    <a:pt x="6161428" y="2109610"/>
                  </a:lnTo>
                  <a:lnTo>
                    <a:pt x="6126184" y="2202725"/>
                  </a:lnTo>
                  <a:lnTo>
                    <a:pt x="6091199" y="2293439"/>
                  </a:lnTo>
                  <a:lnTo>
                    <a:pt x="6056499" y="2381334"/>
                  </a:lnTo>
                  <a:lnTo>
                    <a:pt x="6022095" y="2466051"/>
                  </a:lnTo>
                  <a:lnTo>
                    <a:pt x="5987974" y="2547299"/>
                  </a:lnTo>
                  <a:lnTo>
                    <a:pt x="5954106" y="2624855"/>
                  </a:lnTo>
                  <a:lnTo>
                    <a:pt x="5920435" y="2698562"/>
                  </a:lnTo>
                  <a:lnTo>
                    <a:pt x="5886881" y="2768329"/>
                  </a:lnTo>
                  <a:lnTo>
                    <a:pt x="5853334" y="2834127"/>
                  </a:lnTo>
                  <a:lnTo>
                    <a:pt x="5819657" y="2895982"/>
                  </a:lnTo>
                  <a:lnTo>
                    <a:pt x="5785678" y="2953971"/>
                  </a:lnTo>
                  <a:lnTo>
                    <a:pt x="5784835" y="2955352"/>
                  </a:lnTo>
                  <a:lnTo>
                    <a:pt x="5737595" y="3028228"/>
                  </a:lnTo>
                  <a:lnTo>
                    <a:pt x="5688832" y="3094043"/>
                  </a:lnTo>
                  <a:lnTo>
                    <a:pt x="5637844" y="3153132"/>
                  </a:lnTo>
                  <a:lnTo>
                    <a:pt x="5583842" y="3206072"/>
                  </a:lnTo>
                  <a:lnTo>
                    <a:pt x="5526016" y="3253527"/>
                  </a:lnTo>
                  <a:lnTo>
                    <a:pt x="5463597" y="3296146"/>
                  </a:lnTo>
                  <a:lnTo>
                    <a:pt x="5395938" y="3334511"/>
                  </a:lnTo>
                  <a:lnTo>
                    <a:pt x="5322607" y="3369106"/>
                  </a:lnTo>
                  <a:lnTo>
                    <a:pt x="5243532" y="3400296"/>
                  </a:lnTo>
                  <a:lnTo>
                    <a:pt x="5159157" y="3428326"/>
                  </a:lnTo>
                  <a:lnTo>
                    <a:pt x="5070617" y="3453320"/>
                  </a:lnTo>
                  <a:lnTo>
                    <a:pt x="4979881" y="3475300"/>
                  </a:lnTo>
                  <a:lnTo>
                    <a:pt x="4889785" y="3494216"/>
                  </a:lnTo>
                  <a:lnTo>
                    <a:pt x="4803891" y="3509997"/>
                  </a:lnTo>
                  <a:lnTo>
                    <a:pt x="4726098" y="3522613"/>
                  </a:lnTo>
                  <a:lnTo>
                    <a:pt x="4660034" y="3532144"/>
                  </a:lnTo>
                  <a:lnTo>
                    <a:pt x="4608349" y="3538819"/>
                  </a:lnTo>
                  <a:lnTo>
                    <a:pt x="4572114" y="3543031"/>
                  </a:lnTo>
                  <a:lnTo>
                    <a:pt x="4550493" y="3545302"/>
                  </a:lnTo>
                  <a:lnTo>
                    <a:pt x="4540765" y="3546229"/>
                  </a:lnTo>
                  <a:lnTo>
                    <a:pt x="4538543" y="3546423"/>
                  </a:lnTo>
                  <a:lnTo>
                    <a:pt x="4016409" y="3546423"/>
                  </a:lnTo>
                  <a:lnTo>
                    <a:pt x="4015200" y="3546366"/>
                  </a:lnTo>
                  <a:lnTo>
                    <a:pt x="4007283" y="3545958"/>
                  </a:lnTo>
                  <a:lnTo>
                    <a:pt x="3987457" y="3544831"/>
                  </a:lnTo>
                  <a:lnTo>
                    <a:pt x="3952350" y="3542617"/>
                  </a:lnTo>
                  <a:lnTo>
                    <a:pt x="3900711" y="3538988"/>
                  </a:lnTo>
                  <a:lnTo>
                    <a:pt x="3833487" y="3533693"/>
                  </a:lnTo>
                  <a:lnTo>
                    <a:pt x="3753487" y="3526583"/>
                  </a:lnTo>
                  <a:lnTo>
                    <a:pt x="3664693" y="3517608"/>
                  </a:lnTo>
                  <a:lnTo>
                    <a:pt x="3571419" y="3506784"/>
                  </a:lnTo>
                  <a:lnTo>
                    <a:pt x="3477593" y="3494153"/>
                  </a:lnTo>
                  <a:lnTo>
                    <a:pt x="3386305" y="3479744"/>
                  </a:lnTo>
                  <a:lnTo>
                    <a:pt x="3299645" y="3463540"/>
                  </a:lnTo>
                  <a:lnTo>
                    <a:pt x="3218767" y="3445454"/>
                  </a:lnTo>
                  <a:lnTo>
                    <a:pt x="3144058" y="3425326"/>
                  </a:lnTo>
                  <a:lnTo>
                    <a:pt x="3075348" y="3402917"/>
                  </a:lnTo>
                  <a:lnTo>
                    <a:pt x="3012093" y="3377917"/>
                  </a:lnTo>
                  <a:lnTo>
                    <a:pt x="2953531" y="3349959"/>
                  </a:lnTo>
                  <a:lnTo>
                    <a:pt x="2898789" y="3318639"/>
                  </a:lnTo>
                  <a:lnTo>
                    <a:pt x="2846969" y="3283562"/>
                  </a:lnTo>
                  <a:lnTo>
                    <a:pt x="2797227" y="3244416"/>
                  </a:lnTo>
                  <a:lnTo>
                    <a:pt x="2770117" y="3220769"/>
                  </a:lnTo>
                  <a:lnTo>
                    <a:pt x="2727684" y="3180565"/>
                  </a:lnTo>
                  <a:lnTo>
                    <a:pt x="2685661" y="3137016"/>
                  </a:lnTo>
                  <a:lnTo>
                    <a:pt x="2643735" y="3090058"/>
                  </a:lnTo>
                  <a:lnTo>
                    <a:pt x="2601671" y="3039699"/>
                  </a:lnTo>
                  <a:lnTo>
                    <a:pt x="2559304" y="2986026"/>
                  </a:lnTo>
                  <a:lnTo>
                    <a:pt x="2516530" y="2929215"/>
                  </a:lnTo>
                  <a:lnTo>
                    <a:pt x="2473301" y="2869533"/>
                  </a:lnTo>
                  <a:lnTo>
                    <a:pt x="2429621" y="2807336"/>
                  </a:lnTo>
                  <a:lnTo>
                    <a:pt x="2385536" y="2743064"/>
                  </a:lnTo>
                  <a:lnTo>
                    <a:pt x="2341129" y="2677232"/>
                  </a:lnTo>
                  <a:lnTo>
                    <a:pt x="2296512" y="2610411"/>
                  </a:lnTo>
                  <a:lnTo>
                    <a:pt x="2251812" y="2543211"/>
                  </a:lnTo>
                  <a:lnTo>
                    <a:pt x="2207165" y="2476254"/>
                  </a:lnTo>
                  <a:lnTo>
                    <a:pt x="2162702" y="2410155"/>
                  </a:lnTo>
                  <a:lnTo>
                    <a:pt x="2118538" y="2345496"/>
                  </a:lnTo>
                  <a:lnTo>
                    <a:pt x="2074764" y="2282804"/>
                  </a:lnTo>
                  <a:lnTo>
                    <a:pt x="2031434" y="2222538"/>
                  </a:lnTo>
                  <a:lnTo>
                    <a:pt x="1988563" y="2165073"/>
                  </a:lnTo>
                  <a:lnTo>
                    <a:pt x="1946113" y="2110695"/>
                  </a:lnTo>
                  <a:lnTo>
                    <a:pt x="1903995" y="2059600"/>
                  </a:lnTo>
                  <a:lnTo>
                    <a:pt x="1862057" y="2011894"/>
                  </a:lnTo>
                  <a:lnTo>
                    <a:pt x="1820079" y="1967602"/>
                  </a:lnTo>
                  <a:lnTo>
                    <a:pt x="1777766" y="1926675"/>
                  </a:lnTo>
                  <a:lnTo>
                    <a:pt x="1768425" y="1918155"/>
                  </a:lnTo>
                  <a:lnTo>
                    <a:pt x="1719517" y="1876677"/>
                  </a:lnTo>
                  <a:lnTo>
                    <a:pt x="1668955" y="1839360"/>
                  </a:lnTo>
                  <a:lnTo>
                    <a:pt x="1615951" y="1805990"/>
                  </a:lnTo>
                  <a:lnTo>
                    <a:pt x="1559630" y="1776208"/>
                  </a:lnTo>
                  <a:lnTo>
                    <a:pt x="1499095" y="1749607"/>
                  </a:lnTo>
                  <a:lnTo>
                    <a:pt x="1433511" y="1725796"/>
                  </a:lnTo>
                  <a:lnTo>
                    <a:pt x="1362197" y="1704430"/>
                  </a:lnTo>
                  <a:lnTo>
                    <a:pt x="1284752" y="1685230"/>
                  </a:lnTo>
                  <a:lnTo>
                    <a:pt x="1201228" y="1667992"/>
                  </a:lnTo>
                  <a:lnTo>
                    <a:pt x="1112325" y="1652588"/>
                  </a:lnTo>
                  <a:lnTo>
                    <a:pt x="1019597" y="1638965"/>
                  </a:lnTo>
                  <a:lnTo>
                    <a:pt x="925577" y="1627127"/>
                  </a:lnTo>
                  <a:lnTo>
                    <a:pt x="833764" y="1617116"/>
                  </a:lnTo>
                  <a:lnTo>
                    <a:pt x="748329" y="1608967"/>
                  </a:lnTo>
                  <a:lnTo>
                    <a:pt x="673540" y="1602672"/>
                  </a:lnTo>
                  <a:lnTo>
                    <a:pt x="612961" y="1598139"/>
                  </a:lnTo>
                  <a:lnTo>
                    <a:pt x="568646" y="1595171"/>
                  </a:lnTo>
                  <a:lnTo>
                    <a:pt x="540584" y="1593482"/>
                  </a:lnTo>
                  <a:lnTo>
                    <a:pt x="526558" y="1592720"/>
                  </a:lnTo>
                  <a:lnTo>
                    <a:pt x="522348" y="1592512"/>
                  </a:lnTo>
                  <a:lnTo>
                    <a:pt x="522133" y="1592502"/>
                  </a:lnTo>
                  <a:lnTo>
                    <a:pt x="0" y="1592502"/>
                  </a:lnTo>
                  <a:close/>
                </a:path>
              </a:pathLst>
            </a:custGeom>
            <a:solidFill>
              <a:srgbClr val="8FA8D6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189" name="pl189"/>
            <p:cNvSpPr/>
            <p:nvPr/>
          </p:nvSpPr>
          <p:spPr>
            <a:xfrm>
              <a:off x="386606" y="863656"/>
              <a:ext cx="8554953" cy="3546423"/>
            </a:xfrm>
            <a:custGeom>
              <a:avLst/>
              <a:pathLst>
                <a:path w="8554953" h="3546423">
                  <a:moveTo>
                    <a:pt x="0" y="1592502"/>
                  </a:moveTo>
                  <a:lnTo>
                    <a:pt x="522133" y="1592502"/>
                  </a:lnTo>
                  <a:lnTo>
                    <a:pt x="523343" y="1592559"/>
                  </a:lnTo>
                  <a:lnTo>
                    <a:pt x="531259" y="1592966"/>
                  </a:lnTo>
                  <a:lnTo>
                    <a:pt x="551085" y="1594093"/>
                  </a:lnTo>
                  <a:lnTo>
                    <a:pt x="586192" y="1596307"/>
                  </a:lnTo>
                  <a:lnTo>
                    <a:pt x="637831" y="1599937"/>
                  </a:lnTo>
                  <a:lnTo>
                    <a:pt x="705056" y="1605232"/>
                  </a:lnTo>
                  <a:lnTo>
                    <a:pt x="785055" y="1612341"/>
                  </a:lnTo>
                  <a:lnTo>
                    <a:pt x="873849" y="1621317"/>
                  </a:lnTo>
                  <a:lnTo>
                    <a:pt x="967123" y="1632141"/>
                  </a:lnTo>
                  <a:lnTo>
                    <a:pt x="1060949" y="1644772"/>
                  </a:lnTo>
                  <a:lnTo>
                    <a:pt x="1152237" y="1659181"/>
                  </a:lnTo>
                  <a:lnTo>
                    <a:pt x="1238897" y="1675385"/>
                  </a:lnTo>
                  <a:lnTo>
                    <a:pt x="1319775" y="1693471"/>
                  </a:lnTo>
                  <a:lnTo>
                    <a:pt x="1394484" y="1713599"/>
                  </a:lnTo>
                  <a:lnTo>
                    <a:pt x="1463194" y="1736008"/>
                  </a:lnTo>
                  <a:lnTo>
                    <a:pt x="1526449" y="1761007"/>
                  </a:lnTo>
                  <a:lnTo>
                    <a:pt x="1585011" y="1788965"/>
                  </a:lnTo>
                  <a:lnTo>
                    <a:pt x="1639754" y="1820286"/>
                  </a:lnTo>
                  <a:lnTo>
                    <a:pt x="1691573" y="1855363"/>
                  </a:lnTo>
                  <a:lnTo>
                    <a:pt x="1741315" y="1894508"/>
                  </a:lnTo>
                  <a:lnTo>
                    <a:pt x="1768425" y="1918155"/>
                  </a:lnTo>
                  <a:lnTo>
                    <a:pt x="1810858" y="1958360"/>
                  </a:lnTo>
                  <a:lnTo>
                    <a:pt x="1852881" y="2001908"/>
                  </a:lnTo>
                  <a:lnTo>
                    <a:pt x="1894807" y="2048866"/>
                  </a:lnTo>
                  <a:lnTo>
                    <a:pt x="1936871" y="2099226"/>
                  </a:lnTo>
                  <a:lnTo>
                    <a:pt x="1979238" y="2152899"/>
                  </a:lnTo>
                  <a:lnTo>
                    <a:pt x="2022012" y="2209709"/>
                  </a:lnTo>
                  <a:lnTo>
                    <a:pt x="2065241" y="2269392"/>
                  </a:lnTo>
                  <a:lnTo>
                    <a:pt x="2108921" y="2331589"/>
                  </a:lnTo>
                  <a:lnTo>
                    <a:pt x="2153006" y="2395861"/>
                  </a:lnTo>
                  <a:lnTo>
                    <a:pt x="2197413" y="2461693"/>
                  </a:lnTo>
                  <a:lnTo>
                    <a:pt x="2242031" y="2528513"/>
                  </a:lnTo>
                  <a:lnTo>
                    <a:pt x="2286730" y="2595714"/>
                  </a:lnTo>
                  <a:lnTo>
                    <a:pt x="2331377" y="2662671"/>
                  </a:lnTo>
                  <a:lnTo>
                    <a:pt x="2375840" y="2728769"/>
                  </a:lnTo>
                  <a:lnTo>
                    <a:pt x="2420004" y="2793429"/>
                  </a:lnTo>
                  <a:lnTo>
                    <a:pt x="2463778" y="2856120"/>
                  </a:lnTo>
                  <a:lnTo>
                    <a:pt x="2507108" y="2916387"/>
                  </a:lnTo>
                  <a:lnTo>
                    <a:pt x="2549979" y="2973852"/>
                  </a:lnTo>
                  <a:lnTo>
                    <a:pt x="2592429" y="3028230"/>
                  </a:lnTo>
                  <a:lnTo>
                    <a:pt x="2634547" y="3079325"/>
                  </a:lnTo>
                  <a:lnTo>
                    <a:pt x="2676486" y="3127031"/>
                  </a:lnTo>
                  <a:lnTo>
                    <a:pt x="2718463" y="3171323"/>
                  </a:lnTo>
                  <a:lnTo>
                    <a:pt x="2760776" y="3212250"/>
                  </a:lnTo>
                  <a:lnTo>
                    <a:pt x="2770117" y="3220769"/>
                  </a:lnTo>
                  <a:lnTo>
                    <a:pt x="2819025" y="3262247"/>
                  </a:lnTo>
                  <a:lnTo>
                    <a:pt x="2869588" y="3299565"/>
                  </a:lnTo>
                  <a:lnTo>
                    <a:pt x="2922591" y="3332935"/>
                  </a:lnTo>
                  <a:lnTo>
                    <a:pt x="2978912" y="3362717"/>
                  </a:lnTo>
                  <a:lnTo>
                    <a:pt x="3039447" y="3389318"/>
                  </a:lnTo>
                  <a:lnTo>
                    <a:pt x="3105031" y="3413129"/>
                  </a:lnTo>
                  <a:lnTo>
                    <a:pt x="3176346" y="3434495"/>
                  </a:lnTo>
                  <a:lnTo>
                    <a:pt x="3253791" y="3453695"/>
                  </a:lnTo>
                  <a:lnTo>
                    <a:pt x="3337315" y="3470933"/>
                  </a:lnTo>
                  <a:lnTo>
                    <a:pt x="3426217" y="3486337"/>
                  </a:lnTo>
                  <a:lnTo>
                    <a:pt x="3518946" y="3499960"/>
                  </a:lnTo>
                  <a:lnTo>
                    <a:pt x="3612965" y="3511797"/>
                  </a:lnTo>
                  <a:lnTo>
                    <a:pt x="3704778" y="3521809"/>
                  </a:lnTo>
                  <a:lnTo>
                    <a:pt x="3790213" y="3529957"/>
                  </a:lnTo>
                  <a:lnTo>
                    <a:pt x="3865002" y="3536252"/>
                  </a:lnTo>
                  <a:lnTo>
                    <a:pt x="3925581" y="3540786"/>
                  </a:lnTo>
                  <a:lnTo>
                    <a:pt x="3969897" y="3543753"/>
                  </a:lnTo>
                  <a:lnTo>
                    <a:pt x="3997958" y="3545443"/>
                  </a:lnTo>
                  <a:lnTo>
                    <a:pt x="4011984" y="3546205"/>
                  </a:lnTo>
                  <a:lnTo>
                    <a:pt x="4016194" y="3546413"/>
                  </a:lnTo>
                  <a:lnTo>
                    <a:pt x="4016409" y="3546423"/>
                  </a:lnTo>
                  <a:lnTo>
                    <a:pt x="4538543" y="3546423"/>
                  </a:lnTo>
                  <a:lnTo>
                    <a:pt x="4539637" y="3546330"/>
                  </a:lnTo>
                  <a:lnTo>
                    <a:pt x="4546812" y="3545663"/>
                  </a:lnTo>
                  <a:lnTo>
                    <a:pt x="4564842" y="3543819"/>
                  </a:lnTo>
                  <a:lnTo>
                    <a:pt x="4596921" y="3540194"/>
                  </a:lnTo>
                  <a:lnTo>
                    <a:pt x="4644416" y="3534237"/>
                  </a:lnTo>
                  <a:lnTo>
                    <a:pt x="4706759" y="3525515"/>
                  </a:lnTo>
                  <a:lnTo>
                    <a:pt x="4781682" y="3513755"/>
                  </a:lnTo>
                  <a:lnTo>
                    <a:pt x="4865752" y="3498839"/>
                  </a:lnTo>
                  <a:lnTo>
                    <a:pt x="4955077" y="3480772"/>
                  </a:lnTo>
                  <a:lnTo>
                    <a:pt x="5045955" y="3459622"/>
                  </a:lnTo>
                  <a:lnTo>
                    <a:pt x="5135327" y="3435449"/>
                  </a:lnTo>
                  <a:lnTo>
                    <a:pt x="5220985" y="3408256"/>
                  </a:lnTo>
                  <a:lnTo>
                    <a:pt x="5301578" y="3377948"/>
                  </a:lnTo>
                  <a:lnTo>
                    <a:pt x="5376488" y="3344314"/>
                  </a:lnTo>
                  <a:lnTo>
                    <a:pt x="5445666" y="3307022"/>
                  </a:lnTo>
                  <a:lnTo>
                    <a:pt x="5509458" y="3265618"/>
                  </a:lnTo>
                  <a:lnTo>
                    <a:pt x="5568465" y="3219546"/>
                  </a:lnTo>
                  <a:lnTo>
                    <a:pt x="5623432" y="3168170"/>
                  </a:lnTo>
                  <a:lnTo>
                    <a:pt x="5675163" y="3110824"/>
                  </a:lnTo>
                  <a:lnTo>
                    <a:pt x="5724459" y="3046892"/>
                  </a:lnTo>
                  <a:lnTo>
                    <a:pt x="5772052" y="2975955"/>
                  </a:lnTo>
                  <a:lnTo>
                    <a:pt x="5784835" y="2955352"/>
                  </a:lnTo>
                  <a:lnTo>
                    <a:pt x="5818824" y="2897457"/>
                  </a:lnTo>
                  <a:lnTo>
                    <a:pt x="5852507" y="2835698"/>
                  </a:lnTo>
                  <a:lnTo>
                    <a:pt x="5886055" y="2769998"/>
                  </a:lnTo>
                  <a:lnTo>
                    <a:pt x="5919608" y="2700329"/>
                  </a:lnTo>
                  <a:lnTo>
                    <a:pt x="5953274" y="2626718"/>
                  </a:lnTo>
                  <a:lnTo>
                    <a:pt x="5987137" y="2549255"/>
                  </a:lnTo>
                  <a:lnTo>
                    <a:pt x="6021250" y="2468096"/>
                  </a:lnTo>
                  <a:lnTo>
                    <a:pt x="6055648" y="2383461"/>
                  </a:lnTo>
                  <a:lnTo>
                    <a:pt x="6090340" y="2295641"/>
                  </a:lnTo>
                  <a:lnTo>
                    <a:pt x="6125318" y="2204991"/>
                  </a:lnTo>
                  <a:lnTo>
                    <a:pt x="6160556" y="2111930"/>
                  </a:lnTo>
                  <a:lnTo>
                    <a:pt x="6196013" y="2016928"/>
                  </a:lnTo>
                  <a:lnTo>
                    <a:pt x="6231635" y="1920504"/>
                  </a:lnTo>
                  <a:lnTo>
                    <a:pt x="6267360" y="1823209"/>
                  </a:lnTo>
                  <a:lnTo>
                    <a:pt x="6303121" y="1725617"/>
                  </a:lnTo>
                  <a:lnTo>
                    <a:pt x="6338848" y="1628308"/>
                  </a:lnTo>
                  <a:lnTo>
                    <a:pt x="6374473" y="1531856"/>
                  </a:lnTo>
                  <a:lnTo>
                    <a:pt x="6409934" y="1436812"/>
                  </a:lnTo>
                  <a:lnTo>
                    <a:pt x="6445178" y="1343697"/>
                  </a:lnTo>
                  <a:lnTo>
                    <a:pt x="6480163" y="1252983"/>
                  </a:lnTo>
                  <a:lnTo>
                    <a:pt x="6514863" y="1165089"/>
                  </a:lnTo>
                  <a:lnTo>
                    <a:pt x="6549267" y="1080372"/>
                  </a:lnTo>
                  <a:lnTo>
                    <a:pt x="6583388" y="999124"/>
                  </a:lnTo>
                  <a:lnTo>
                    <a:pt x="6617256" y="921568"/>
                  </a:lnTo>
                  <a:lnTo>
                    <a:pt x="6650926" y="847860"/>
                  </a:lnTo>
                  <a:lnTo>
                    <a:pt x="6684481" y="778093"/>
                  </a:lnTo>
                  <a:lnTo>
                    <a:pt x="6718028" y="712296"/>
                  </a:lnTo>
                  <a:lnTo>
                    <a:pt x="6751705" y="650441"/>
                  </a:lnTo>
                  <a:lnTo>
                    <a:pt x="6785684" y="592451"/>
                  </a:lnTo>
                  <a:lnTo>
                    <a:pt x="6786527" y="591070"/>
                  </a:lnTo>
                  <a:lnTo>
                    <a:pt x="6833767" y="518194"/>
                  </a:lnTo>
                  <a:lnTo>
                    <a:pt x="6882529" y="452379"/>
                  </a:lnTo>
                  <a:lnTo>
                    <a:pt x="6933518" y="393290"/>
                  </a:lnTo>
                  <a:lnTo>
                    <a:pt x="6987520" y="340350"/>
                  </a:lnTo>
                  <a:lnTo>
                    <a:pt x="7045346" y="292896"/>
                  </a:lnTo>
                  <a:lnTo>
                    <a:pt x="7107764" y="250277"/>
                  </a:lnTo>
                  <a:lnTo>
                    <a:pt x="7175424" y="211911"/>
                  </a:lnTo>
                  <a:lnTo>
                    <a:pt x="7248755" y="177316"/>
                  </a:lnTo>
                  <a:lnTo>
                    <a:pt x="7327830" y="146126"/>
                  </a:lnTo>
                  <a:lnTo>
                    <a:pt x="7412205" y="118097"/>
                  </a:lnTo>
                  <a:lnTo>
                    <a:pt x="7500745" y="93102"/>
                  </a:lnTo>
                  <a:lnTo>
                    <a:pt x="7591481" y="71122"/>
                  </a:lnTo>
                  <a:lnTo>
                    <a:pt x="7681577" y="52206"/>
                  </a:lnTo>
                  <a:lnTo>
                    <a:pt x="7767471" y="36426"/>
                  </a:lnTo>
                  <a:lnTo>
                    <a:pt x="7845264" y="23809"/>
                  </a:lnTo>
                  <a:lnTo>
                    <a:pt x="7911328" y="14278"/>
                  </a:lnTo>
                  <a:lnTo>
                    <a:pt x="7963013" y="7603"/>
                  </a:lnTo>
                  <a:lnTo>
                    <a:pt x="7999248" y="3392"/>
                  </a:lnTo>
                  <a:lnTo>
                    <a:pt x="8020869" y="1120"/>
                  </a:lnTo>
                  <a:lnTo>
                    <a:pt x="8030597" y="193"/>
                  </a:lnTo>
                  <a:lnTo>
                    <a:pt x="8032796" y="1"/>
                  </a:lnTo>
                  <a:lnTo>
                    <a:pt x="8032819" y="0"/>
                  </a:lnTo>
                  <a:lnTo>
                    <a:pt x="8554953" y="0"/>
                  </a:lnTo>
                  <a:lnTo>
                    <a:pt x="8554953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90" name="pl190"/>
            <p:cNvSpPr/>
            <p:nvPr/>
          </p:nvSpPr>
          <p:spPr>
            <a:xfrm>
              <a:off x="386606" y="835420"/>
              <a:ext cx="8554953" cy="3546423"/>
            </a:xfrm>
            <a:custGeom>
              <a:avLst/>
              <a:pathLst>
                <a:path w="8554953" h="3546423">
                  <a:moveTo>
                    <a:pt x="8554953" y="0"/>
                  </a:moveTo>
                  <a:lnTo>
                    <a:pt x="8032819" y="0"/>
                  </a:lnTo>
                  <a:lnTo>
                    <a:pt x="8031725" y="93"/>
                  </a:lnTo>
                  <a:lnTo>
                    <a:pt x="8024550" y="760"/>
                  </a:lnTo>
                  <a:lnTo>
                    <a:pt x="8006520" y="2603"/>
                  </a:lnTo>
                  <a:lnTo>
                    <a:pt x="7974441" y="6229"/>
                  </a:lnTo>
                  <a:lnTo>
                    <a:pt x="7926946" y="12186"/>
                  </a:lnTo>
                  <a:lnTo>
                    <a:pt x="7864603" y="20907"/>
                  </a:lnTo>
                  <a:lnTo>
                    <a:pt x="7789680" y="32667"/>
                  </a:lnTo>
                  <a:lnTo>
                    <a:pt x="7705610" y="47584"/>
                  </a:lnTo>
                  <a:lnTo>
                    <a:pt x="7616285" y="65650"/>
                  </a:lnTo>
                  <a:lnTo>
                    <a:pt x="7525407" y="86800"/>
                  </a:lnTo>
                  <a:lnTo>
                    <a:pt x="7436035" y="110973"/>
                  </a:lnTo>
                  <a:lnTo>
                    <a:pt x="7350377" y="138167"/>
                  </a:lnTo>
                  <a:lnTo>
                    <a:pt x="7269784" y="168475"/>
                  </a:lnTo>
                  <a:lnTo>
                    <a:pt x="7194874" y="202108"/>
                  </a:lnTo>
                  <a:lnTo>
                    <a:pt x="7125696" y="239401"/>
                  </a:lnTo>
                  <a:lnTo>
                    <a:pt x="7061904" y="280804"/>
                  </a:lnTo>
                  <a:lnTo>
                    <a:pt x="7002896" y="326876"/>
                  </a:lnTo>
                  <a:lnTo>
                    <a:pt x="6947930" y="378252"/>
                  </a:lnTo>
                  <a:lnTo>
                    <a:pt x="6896199" y="435599"/>
                  </a:lnTo>
                  <a:lnTo>
                    <a:pt x="6846903" y="499530"/>
                  </a:lnTo>
                  <a:lnTo>
                    <a:pt x="6799310" y="570468"/>
                  </a:lnTo>
                  <a:lnTo>
                    <a:pt x="6786527" y="591070"/>
                  </a:lnTo>
                  <a:lnTo>
                    <a:pt x="6752537" y="648966"/>
                  </a:lnTo>
                  <a:lnTo>
                    <a:pt x="6718855" y="710724"/>
                  </a:lnTo>
                  <a:lnTo>
                    <a:pt x="6685307" y="776424"/>
                  </a:lnTo>
                  <a:lnTo>
                    <a:pt x="6651754" y="846094"/>
                  </a:lnTo>
                  <a:lnTo>
                    <a:pt x="6618087" y="919704"/>
                  </a:lnTo>
                  <a:lnTo>
                    <a:pt x="6584225" y="997167"/>
                  </a:lnTo>
                  <a:lnTo>
                    <a:pt x="6550112" y="1078327"/>
                  </a:lnTo>
                  <a:lnTo>
                    <a:pt x="6515714" y="1162962"/>
                  </a:lnTo>
                  <a:lnTo>
                    <a:pt x="6481022" y="1250782"/>
                  </a:lnTo>
                  <a:lnTo>
                    <a:pt x="6446044" y="1341431"/>
                  </a:lnTo>
                  <a:lnTo>
                    <a:pt x="6410806" y="1434493"/>
                  </a:lnTo>
                  <a:lnTo>
                    <a:pt x="6375349" y="1529494"/>
                  </a:lnTo>
                  <a:lnTo>
                    <a:pt x="6339727" y="1625918"/>
                  </a:lnTo>
                  <a:lnTo>
                    <a:pt x="6304002" y="1723213"/>
                  </a:lnTo>
                  <a:lnTo>
                    <a:pt x="6268241" y="1820805"/>
                  </a:lnTo>
                  <a:lnTo>
                    <a:pt x="6232514" y="1918114"/>
                  </a:lnTo>
                  <a:lnTo>
                    <a:pt x="6196889" y="2014567"/>
                  </a:lnTo>
                  <a:lnTo>
                    <a:pt x="6161428" y="2109610"/>
                  </a:lnTo>
                  <a:lnTo>
                    <a:pt x="6126184" y="2202725"/>
                  </a:lnTo>
                  <a:lnTo>
                    <a:pt x="6091199" y="2293439"/>
                  </a:lnTo>
                  <a:lnTo>
                    <a:pt x="6056499" y="2381334"/>
                  </a:lnTo>
                  <a:lnTo>
                    <a:pt x="6022095" y="2466051"/>
                  </a:lnTo>
                  <a:lnTo>
                    <a:pt x="5987974" y="2547299"/>
                  </a:lnTo>
                  <a:lnTo>
                    <a:pt x="5954106" y="2624855"/>
                  </a:lnTo>
                  <a:lnTo>
                    <a:pt x="5920435" y="2698562"/>
                  </a:lnTo>
                  <a:lnTo>
                    <a:pt x="5886881" y="2768329"/>
                  </a:lnTo>
                  <a:lnTo>
                    <a:pt x="5853334" y="2834127"/>
                  </a:lnTo>
                  <a:lnTo>
                    <a:pt x="5819657" y="2895982"/>
                  </a:lnTo>
                  <a:lnTo>
                    <a:pt x="5785678" y="2953971"/>
                  </a:lnTo>
                  <a:lnTo>
                    <a:pt x="5784835" y="2955352"/>
                  </a:lnTo>
                  <a:lnTo>
                    <a:pt x="5737595" y="3028228"/>
                  </a:lnTo>
                  <a:lnTo>
                    <a:pt x="5688832" y="3094043"/>
                  </a:lnTo>
                  <a:lnTo>
                    <a:pt x="5637844" y="3153132"/>
                  </a:lnTo>
                  <a:lnTo>
                    <a:pt x="5583842" y="3206072"/>
                  </a:lnTo>
                  <a:lnTo>
                    <a:pt x="5526016" y="3253527"/>
                  </a:lnTo>
                  <a:lnTo>
                    <a:pt x="5463597" y="3296146"/>
                  </a:lnTo>
                  <a:lnTo>
                    <a:pt x="5395938" y="3334511"/>
                  </a:lnTo>
                  <a:lnTo>
                    <a:pt x="5322607" y="3369106"/>
                  </a:lnTo>
                  <a:lnTo>
                    <a:pt x="5243532" y="3400296"/>
                  </a:lnTo>
                  <a:lnTo>
                    <a:pt x="5159157" y="3428326"/>
                  </a:lnTo>
                  <a:lnTo>
                    <a:pt x="5070617" y="3453320"/>
                  </a:lnTo>
                  <a:lnTo>
                    <a:pt x="4979881" y="3475300"/>
                  </a:lnTo>
                  <a:lnTo>
                    <a:pt x="4889785" y="3494216"/>
                  </a:lnTo>
                  <a:lnTo>
                    <a:pt x="4803891" y="3509997"/>
                  </a:lnTo>
                  <a:lnTo>
                    <a:pt x="4726098" y="3522613"/>
                  </a:lnTo>
                  <a:lnTo>
                    <a:pt x="4660034" y="3532144"/>
                  </a:lnTo>
                  <a:lnTo>
                    <a:pt x="4608349" y="3538819"/>
                  </a:lnTo>
                  <a:lnTo>
                    <a:pt x="4572114" y="3543031"/>
                  </a:lnTo>
                  <a:lnTo>
                    <a:pt x="4550493" y="3545302"/>
                  </a:lnTo>
                  <a:lnTo>
                    <a:pt x="4540765" y="3546229"/>
                  </a:lnTo>
                  <a:lnTo>
                    <a:pt x="4538566" y="3546421"/>
                  </a:lnTo>
                  <a:lnTo>
                    <a:pt x="4538543" y="3546423"/>
                  </a:lnTo>
                  <a:lnTo>
                    <a:pt x="4016409" y="3546423"/>
                  </a:lnTo>
                  <a:lnTo>
                    <a:pt x="4015200" y="3546366"/>
                  </a:lnTo>
                  <a:lnTo>
                    <a:pt x="4007283" y="3545958"/>
                  </a:lnTo>
                  <a:lnTo>
                    <a:pt x="3987457" y="3544831"/>
                  </a:lnTo>
                  <a:lnTo>
                    <a:pt x="3952350" y="3542617"/>
                  </a:lnTo>
                  <a:lnTo>
                    <a:pt x="3900711" y="3538988"/>
                  </a:lnTo>
                  <a:lnTo>
                    <a:pt x="3833487" y="3533693"/>
                  </a:lnTo>
                  <a:lnTo>
                    <a:pt x="3753487" y="3526583"/>
                  </a:lnTo>
                  <a:lnTo>
                    <a:pt x="3664693" y="3517608"/>
                  </a:lnTo>
                  <a:lnTo>
                    <a:pt x="3571419" y="3506784"/>
                  </a:lnTo>
                  <a:lnTo>
                    <a:pt x="3477593" y="3494153"/>
                  </a:lnTo>
                  <a:lnTo>
                    <a:pt x="3386305" y="3479744"/>
                  </a:lnTo>
                  <a:lnTo>
                    <a:pt x="3299645" y="3463540"/>
                  </a:lnTo>
                  <a:lnTo>
                    <a:pt x="3218767" y="3445454"/>
                  </a:lnTo>
                  <a:lnTo>
                    <a:pt x="3144058" y="3425326"/>
                  </a:lnTo>
                  <a:lnTo>
                    <a:pt x="3075348" y="3402917"/>
                  </a:lnTo>
                  <a:lnTo>
                    <a:pt x="3012093" y="3377917"/>
                  </a:lnTo>
                  <a:lnTo>
                    <a:pt x="2953531" y="3349959"/>
                  </a:lnTo>
                  <a:lnTo>
                    <a:pt x="2898789" y="3318639"/>
                  </a:lnTo>
                  <a:lnTo>
                    <a:pt x="2846969" y="3283562"/>
                  </a:lnTo>
                  <a:lnTo>
                    <a:pt x="2797227" y="3244416"/>
                  </a:lnTo>
                  <a:lnTo>
                    <a:pt x="2770117" y="3220769"/>
                  </a:lnTo>
                  <a:lnTo>
                    <a:pt x="2727684" y="3180565"/>
                  </a:lnTo>
                  <a:lnTo>
                    <a:pt x="2685661" y="3137016"/>
                  </a:lnTo>
                  <a:lnTo>
                    <a:pt x="2643735" y="3090058"/>
                  </a:lnTo>
                  <a:lnTo>
                    <a:pt x="2601671" y="3039699"/>
                  </a:lnTo>
                  <a:lnTo>
                    <a:pt x="2559304" y="2986026"/>
                  </a:lnTo>
                  <a:lnTo>
                    <a:pt x="2516530" y="2929215"/>
                  </a:lnTo>
                  <a:lnTo>
                    <a:pt x="2473301" y="2869533"/>
                  </a:lnTo>
                  <a:lnTo>
                    <a:pt x="2429621" y="2807336"/>
                  </a:lnTo>
                  <a:lnTo>
                    <a:pt x="2385536" y="2743064"/>
                  </a:lnTo>
                  <a:lnTo>
                    <a:pt x="2341129" y="2677232"/>
                  </a:lnTo>
                  <a:lnTo>
                    <a:pt x="2296512" y="2610411"/>
                  </a:lnTo>
                  <a:lnTo>
                    <a:pt x="2251812" y="2543211"/>
                  </a:lnTo>
                  <a:lnTo>
                    <a:pt x="2207165" y="2476254"/>
                  </a:lnTo>
                  <a:lnTo>
                    <a:pt x="2162702" y="2410155"/>
                  </a:lnTo>
                  <a:lnTo>
                    <a:pt x="2118538" y="2345496"/>
                  </a:lnTo>
                  <a:lnTo>
                    <a:pt x="2074764" y="2282804"/>
                  </a:lnTo>
                  <a:lnTo>
                    <a:pt x="2031434" y="2222538"/>
                  </a:lnTo>
                  <a:lnTo>
                    <a:pt x="1988563" y="2165073"/>
                  </a:lnTo>
                  <a:lnTo>
                    <a:pt x="1946113" y="2110695"/>
                  </a:lnTo>
                  <a:lnTo>
                    <a:pt x="1903995" y="2059600"/>
                  </a:lnTo>
                  <a:lnTo>
                    <a:pt x="1862057" y="2011894"/>
                  </a:lnTo>
                  <a:lnTo>
                    <a:pt x="1820079" y="1967602"/>
                  </a:lnTo>
                  <a:lnTo>
                    <a:pt x="1777766" y="1926675"/>
                  </a:lnTo>
                  <a:lnTo>
                    <a:pt x="1768425" y="1918155"/>
                  </a:lnTo>
                  <a:lnTo>
                    <a:pt x="1719517" y="1876677"/>
                  </a:lnTo>
                  <a:lnTo>
                    <a:pt x="1668955" y="1839360"/>
                  </a:lnTo>
                  <a:lnTo>
                    <a:pt x="1615951" y="1805990"/>
                  </a:lnTo>
                  <a:lnTo>
                    <a:pt x="1559630" y="1776208"/>
                  </a:lnTo>
                  <a:lnTo>
                    <a:pt x="1499095" y="1749607"/>
                  </a:lnTo>
                  <a:lnTo>
                    <a:pt x="1433511" y="1725796"/>
                  </a:lnTo>
                  <a:lnTo>
                    <a:pt x="1362197" y="1704430"/>
                  </a:lnTo>
                  <a:lnTo>
                    <a:pt x="1284752" y="1685230"/>
                  </a:lnTo>
                  <a:lnTo>
                    <a:pt x="1201228" y="1667992"/>
                  </a:lnTo>
                  <a:lnTo>
                    <a:pt x="1112325" y="1652588"/>
                  </a:lnTo>
                  <a:lnTo>
                    <a:pt x="1019597" y="1638965"/>
                  </a:lnTo>
                  <a:lnTo>
                    <a:pt x="925577" y="1627127"/>
                  </a:lnTo>
                  <a:lnTo>
                    <a:pt x="833764" y="1617116"/>
                  </a:lnTo>
                  <a:lnTo>
                    <a:pt x="748329" y="1608967"/>
                  </a:lnTo>
                  <a:lnTo>
                    <a:pt x="673540" y="1602672"/>
                  </a:lnTo>
                  <a:lnTo>
                    <a:pt x="612961" y="1598139"/>
                  </a:lnTo>
                  <a:lnTo>
                    <a:pt x="568646" y="1595171"/>
                  </a:lnTo>
                  <a:lnTo>
                    <a:pt x="540584" y="1593482"/>
                  </a:lnTo>
                  <a:lnTo>
                    <a:pt x="526558" y="1592720"/>
                  </a:lnTo>
                  <a:lnTo>
                    <a:pt x="522348" y="1592512"/>
                  </a:lnTo>
                  <a:lnTo>
                    <a:pt x="522133" y="1592502"/>
                  </a:lnTo>
                  <a:lnTo>
                    <a:pt x="0" y="1592502"/>
                  </a:lnTo>
                  <a:lnTo>
                    <a:pt x="0" y="1592502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91" name="pg191"/>
            <p:cNvSpPr/>
            <p:nvPr/>
          </p:nvSpPr>
          <p:spPr>
            <a:xfrm>
              <a:off x="386606" y="1106484"/>
              <a:ext cx="8554953" cy="3348772"/>
            </a:xfrm>
            <a:custGeom>
              <a:avLst/>
              <a:pathLst>
                <a:path w="8554953" h="3348772">
                  <a:moveTo>
                    <a:pt x="0" y="1355321"/>
                  </a:moveTo>
                  <a:lnTo>
                    <a:pt x="522133" y="1355321"/>
                  </a:lnTo>
                  <a:lnTo>
                    <a:pt x="523340" y="1355379"/>
                  </a:lnTo>
                  <a:lnTo>
                    <a:pt x="531242" y="1355794"/>
                  </a:lnTo>
                  <a:lnTo>
                    <a:pt x="551032" y="1356941"/>
                  </a:lnTo>
                  <a:lnTo>
                    <a:pt x="586079" y="1359196"/>
                  </a:lnTo>
                  <a:lnTo>
                    <a:pt x="637636" y="1362892"/>
                  </a:lnTo>
                  <a:lnTo>
                    <a:pt x="704765" y="1368284"/>
                  </a:lnTo>
                  <a:lnTo>
                    <a:pt x="784667" y="1375524"/>
                  </a:lnTo>
                  <a:lnTo>
                    <a:pt x="873371" y="1384666"/>
                  </a:lnTo>
                  <a:lnTo>
                    <a:pt x="966570" y="1395692"/>
                  </a:lnTo>
                  <a:lnTo>
                    <a:pt x="1060342" y="1408558"/>
                  </a:lnTo>
                  <a:lnTo>
                    <a:pt x="1151597" y="1423236"/>
                  </a:lnTo>
                  <a:lnTo>
                    <a:pt x="1238241" y="1439744"/>
                  </a:lnTo>
                  <a:lnTo>
                    <a:pt x="1319116" y="1458168"/>
                  </a:lnTo>
                  <a:lnTo>
                    <a:pt x="1393830" y="1478670"/>
                  </a:lnTo>
                  <a:lnTo>
                    <a:pt x="1462550" y="1501494"/>
                  </a:lnTo>
                  <a:lnTo>
                    <a:pt x="1525815" y="1526954"/>
                  </a:lnTo>
                  <a:lnTo>
                    <a:pt x="1584385" y="1555425"/>
                  </a:lnTo>
                  <a:lnTo>
                    <a:pt x="1639130" y="1587316"/>
                  </a:lnTo>
                  <a:lnTo>
                    <a:pt x="1690945" y="1623032"/>
                  </a:lnTo>
                  <a:lnTo>
                    <a:pt x="1740676" y="1662889"/>
                  </a:lnTo>
                  <a:lnTo>
                    <a:pt x="1768425" y="1687562"/>
                  </a:lnTo>
                  <a:lnTo>
                    <a:pt x="1810592" y="1728310"/>
                  </a:lnTo>
                  <a:lnTo>
                    <a:pt x="1852351" y="1772427"/>
                  </a:lnTo>
                  <a:lnTo>
                    <a:pt x="1894012" y="1819977"/>
                  </a:lnTo>
                  <a:lnTo>
                    <a:pt x="1935804" y="1870955"/>
                  </a:lnTo>
                  <a:lnTo>
                    <a:pt x="1977893" y="1925275"/>
                  </a:lnTo>
                  <a:lnTo>
                    <a:pt x="2020382" y="1982762"/>
                  </a:lnTo>
                  <a:lnTo>
                    <a:pt x="2063319" y="2043154"/>
                  </a:lnTo>
                  <a:lnTo>
                    <a:pt x="2106703" y="2106097"/>
                  </a:lnTo>
                  <a:lnTo>
                    <a:pt x="2150489" y="2171155"/>
                  </a:lnTo>
                  <a:lnTo>
                    <a:pt x="2194599" y="2237815"/>
                  </a:lnTo>
                  <a:lnTo>
                    <a:pt x="2238925" y="2305510"/>
                  </a:lnTo>
                  <a:lnTo>
                    <a:pt x="2283341" y="2373630"/>
                  </a:lnTo>
                  <a:lnTo>
                    <a:pt x="2327714" y="2441552"/>
                  </a:lnTo>
                  <a:lnTo>
                    <a:pt x="2371917" y="2508661"/>
                  </a:lnTo>
                  <a:lnTo>
                    <a:pt x="2415833" y="2574368"/>
                  </a:lnTo>
                  <a:lnTo>
                    <a:pt x="2459372" y="2638142"/>
                  </a:lnTo>
                  <a:lnTo>
                    <a:pt x="2502475" y="2699515"/>
                  </a:lnTo>
                  <a:lnTo>
                    <a:pt x="2545125" y="2758102"/>
                  </a:lnTo>
                  <a:lnTo>
                    <a:pt x="2587351" y="2813607"/>
                  </a:lnTo>
                  <a:lnTo>
                    <a:pt x="2629237" y="2865825"/>
                  </a:lnTo>
                  <a:lnTo>
                    <a:pt x="2670923" y="2914636"/>
                  </a:lnTo>
                  <a:lnTo>
                    <a:pt x="2712615" y="2960007"/>
                  </a:lnTo>
                  <a:lnTo>
                    <a:pt x="2754591" y="3001978"/>
                  </a:lnTo>
                  <a:lnTo>
                    <a:pt x="2770117" y="3016530"/>
                  </a:lnTo>
                  <a:lnTo>
                    <a:pt x="2818993" y="3058821"/>
                  </a:lnTo>
                  <a:lnTo>
                    <a:pt x="2869520" y="3096872"/>
                  </a:lnTo>
                  <a:lnTo>
                    <a:pt x="2922484" y="3130902"/>
                  </a:lnTo>
                  <a:lnTo>
                    <a:pt x="2978760" y="3161275"/>
                  </a:lnTo>
                  <a:lnTo>
                    <a:pt x="3039242" y="3188405"/>
                  </a:lnTo>
                  <a:lnTo>
                    <a:pt x="3104763" y="3212691"/>
                  </a:lnTo>
                  <a:lnTo>
                    <a:pt x="3176006" y="3234485"/>
                  </a:lnTo>
                  <a:lnTo>
                    <a:pt x="3253371" y="3254071"/>
                  </a:lnTo>
                  <a:lnTo>
                    <a:pt x="3336808" y="3271657"/>
                  </a:lnTo>
                  <a:lnTo>
                    <a:pt x="3425622" y="3287374"/>
                  </a:lnTo>
                  <a:lnTo>
                    <a:pt x="3518272" y="3301276"/>
                  </a:lnTo>
                  <a:lnTo>
                    <a:pt x="3612233" y="3313358"/>
                  </a:lnTo>
                  <a:lnTo>
                    <a:pt x="3704021" y="3323581"/>
                  </a:lnTo>
                  <a:lnTo>
                    <a:pt x="3789475" y="3331906"/>
                  </a:lnTo>
                  <a:lnTo>
                    <a:pt x="3864335" y="3338342"/>
                  </a:lnTo>
                  <a:lnTo>
                    <a:pt x="3925031" y="3342981"/>
                  </a:lnTo>
                  <a:lnTo>
                    <a:pt x="3969497" y="3346022"/>
                  </a:lnTo>
                  <a:lnTo>
                    <a:pt x="3997717" y="3347758"/>
                  </a:lnTo>
                  <a:lnTo>
                    <a:pt x="4011881" y="3348544"/>
                  </a:lnTo>
                  <a:lnTo>
                    <a:pt x="4016179" y="3348761"/>
                  </a:lnTo>
                  <a:lnTo>
                    <a:pt x="4016409" y="3348772"/>
                  </a:lnTo>
                  <a:lnTo>
                    <a:pt x="4538543" y="3348772"/>
                  </a:lnTo>
                  <a:lnTo>
                    <a:pt x="4539653" y="3348682"/>
                  </a:lnTo>
                  <a:lnTo>
                    <a:pt x="4546936" y="3348044"/>
                  </a:lnTo>
                  <a:lnTo>
                    <a:pt x="4565227" y="3346279"/>
                  </a:lnTo>
                  <a:lnTo>
                    <a:pt x="4597748" y="3342807"/>
                  </a:lnTo>
                  <a:lnTo>
                    <a:pt x="4645850" y="3337106"/>
                  </a:lnTo>
                  <a:lnTo>
                    <a:pt x="4708913" y="3328763"/>
                  </a:lnTo>
                  <a:lnTo>
                    <a:pt x="4784593" y="3317519"/>
                  </a:lnTo>
                  <a:lnTo>
                    <a:pt x="4869375" y="3303269"/>
                  </a:lnTo>
                  <a:lnTo>
                    <a:pt x="4959305" y="3286020"/>
                  </a:lnTo>
                  <a:lnTo>
                    <a:pt x="5050643" y="3265836"/>
                  </a:lnTo>
                  <a:lnTo>
                    <a:pt x="5140323" y="3242776"/>
                  </a:lnTo>
                  <a:lnTo>
                    <a:pt x="5226151" y="3216837"/>
                  </a:lnTo>
                  <a:lnTo>
                    <a:pt x="5306802" y="3187922"/>
                  </a:lnTo>
                  <a:lnTo>
                    <a:pt x="5381694" y="3155821"/>
                  </a:lnTo>
                  <a:lnTo>
                    <a:pt x="5450808" y="3120207"/>
                  </a:lnTo>
                  <a:lnTo>
                    <a:pt x="5514520" y="3080641"/>
                  </a:lnTo>
                  <a:lnTo>
                    <a:pt x="5573455" y="3036579"/>
                  </a:lnTo>
                  <a:lnTo>
                    <a:pt x="5628378" y="2987411"/>
                  </a:lnTo>
                  <a:lnTo>
                    <a:pt x="5680109" y="2932497"/>
                  </a:lnTo>
                  <a:lnTo>
                    <a:pt x="5729455" y="2871262"/>
                  </a:lnTo>
                  <a:lnTo>
                    <a:pt x="5777152" y="2803330"/>
                  </a:lnTo>
                  <a:lnTo>
                    <a:pt x="5784835" y="2791584"/>
                  </a:lnTo>
                  <a:lnTo>
                    <a:pt x="5819673" y="2735591"/>
                  </a:lnTo>
                  <a:lnTo>
                    <a:pt x="5854193" y="2675769"/>
                  </a:lnTo>
                  <a:lnTo>
                    <a:pt x="5888580" y="2612040"/>
                  </a:lnTo>
                  <a:lnTo>
                    <a:pt x="5922981" y="2544379"/>
                  </a:lnTo>
                  <a:lnTo>
                    <a:pt x="5957513" y="2472820"/>
                  </a:lnTo>
                  <a:lnTo>
                    <a:pt x="5992258" y="2397462"/>
                  </a:lnTo>
                  <a:lnTo>
                    <a:pt x="6027274" y="2318470"/>
                  </a:lnTo>
                  <a:lnTo>
                    <a:pt x="6062591" y="2236082"/>
                  </a:lnTo>
                  <a:lnTo>
                    <a:pt x="6098219" y="2150604"/>
                  </a:lnTo>
                  <a:lnTo>
                    <a:pt x="6134141" y="2062412"/>
                  </a:lnTo>
                  <a:lnTo>
                    <a:pt x="6170328" y="1971944"/>
                  </a:lnTo>
                  <a:lnTo>
                    <a:pt x="6206729" y="1879691"/>
                  </a:lnTo>
                  <a:lnTo>
                    <a:pt x="6243286" y="1786191"/>
                  </a:lnTo>
                  <a:lnTo>
                    <a:pt x="6279928" y="1692012"/>
                  </a:lnTo>
                  <a:lnTo>
                    <a:pt x="6316582" y="1597741"/>
                  </a:lnTo>
                  <a:lnTo>
                    <a:pt x="6353173" y="1503966"/>
                  </a:lnTo>
                  <a:lnTo>
                    <a:pt x="6389630" y="1411262"/>
                  </a:lnTo>
                  <a:lnTo>
                    <a:pt x="6425889" y="1320178"/>
                  </a:lnTo>
                  <a:lnTo>
                    <a:pt x="6461899" y="1231222"/>
                  </a:lnTo>
                  <a:lnTo>
                    <a:pt x="6497622" y="1144849"/>
                  </a:lnTo>
                  <a:lnTo>
                    <a:pt x="6533037" y="1061455"/>
                  </a:lnTo>
                  <a:lnTo>
                    <a:pt x="6568145" y="981368"/>
                  </a:lnTo>
                  <a:lnTo>
                    <a:pt x="6602970" y="904848"/>
                  </a:lnTo>
                  <a:lnTo>
                    <a:pt x="6637561" y="832083"/>
                  </a:lnTo>
                  <a:lnTo>
                    <a:pt x="6671992" y="763192"/>
                  </a:lnTo>
                  <a:lnTo>
                    <a:pt x="6706370" y="698229"/>
                  </a:lnTo>
                  <a:lnTo>
                    <a:pt x="6740830" y="637187"/>
                  </a:lnTo>
                  <a:lnTo>
                    <a:pt x="6775546" y="580003"/>
                  </a:lnTo>
                  <a:lnTo>
                    <a:pt x="6786527" y="562834"/>
                  </a:lnTo>
                  <a:lnTo>
                    <a:pt x="6834015" y="493798"/>
                  </a:lnTo>
                  <a:lnTo>
                    <a:pt x="6883045" y="431485"/>
                  </a:lnTo>
                  <a:lnTo>
                    <a:pt x="6934332" y="375574"/>
                  </a:lnTo>
                  <a:lnTo>
                    <a:pt x="6988676" y="325510"/>
                  </a:lnTo>
                  <a:lnTo>
                    <a:pt x="7046901" y="280657"/>
                  </a:lnTo>
                  <a:lnTo>
                    <a:pt x="7109785" y="240395"/>
                  </a:lnTo>
                  <a:lnTo>
                    <a:pt x="7177982" y="204169"/>
                  </a:lnTo>
                  <a:lnTo>
                    <a:pt x="7251918" y="171519"/>
                  </a:lnTo>
                  <a:lnTo>
                    <a:pt x="7331651" y="142101"/>
                  </a:lnTo>
                  <a:lnTo>
                    <a:pt x="7416701" y="115684"/>
                  </a:lnTo>
                  <a:lnTo>
                    <a:pt x="7505878" y="92156"/>
                  </a:lnTo>
                  <a:lnTo>
                    <a:pt x="7597133" y="71499"/>
                  </a:lnTo>
                  <a:lnTo>
                    <a:pt x="7687534" y="53766"/>
                  </a:lnTo>
                  <a:lnTo>
                    <a:pt x="7773430" y="39022"/>
                  </a:lnTo>
                  <a:lnTo>
                    <a:pt x="7850858" y="27291"/>
                  </a:lnTo>
                  <a:lnTo>
                    <a:pt x="7916184" y="18487"/>
                  </a:lnTo>
                  <a:lnTo>
                    <a:pt x="7966824" y="12378"/>
                  </a:lnTo>
                  <a:lnTo>
                    <a:pt x="8001852" y="8576"/>
                  </a:lnTo>
                  <a:lnTo>
                    <a:pt x="8022295" y="6571"/>
                  </a:lnTo>
                  <a:lnTo>
                    <a:pt x="8031086" y="5788"/>
                  </a:lnTo>
                  <a:lnTo>
                    <a:pt x="8032819" y="5647"/>
                  </a:lnTo>
                  <a:lnTo>
                    <a:pt x="8554953" y="5647"/>
                  </a:lnTo>
                  <a:lnTo>
                    <a:pt x="8554953" y="0"/>
                  </a:lnTo>
                  <a:lnTo>
                    <a:pt x="8032819" y="0"/>
                  </a:lnTo>
                  <a:lnTo>
                    <a:pt x="8031709" y="89"/>
                  </a:lnTo>
                  <a:lnTo>
                    <a:pt x="8024426" y="727"/>
                  </a:lnTo>
                  <a:lnTo>
                    <a:pt x="8006135" y="2493"/>
                  </a:lnTo>
                  <a:lnTo>
                    <a:pt x="7973614" y="5964"/>
                  </a:lnTo>
                  <a:lnTo>
                    <a:pt x="7925512" y="11666"/>
                  </a:lnTo>
                  <a:lnTo>
                    <a:pt x="7862448" y="20009"/>
                  </a:lnTo>
                  <a:lnTo>
                    <a:pt x="7786769" y="31252"/>
                  </a:lnTo>
                  <a:lnTo>
                    <a:pt x="7701987" y="45503"/>
                  </a:lnTo>
                  <a:lnTo>
                    <a:pt x="7612057" y="62752"/>
                  </a:lnTo>
                  <a:lnTo>
                    <a:pt x="7520719" y="82935"/>
                  </a:lnTo>
                  <a:lnTo>
                    <a:pt x="7431039" y="105995"/>
                  </a:lnTo>
                  <a:lnTo>
                    <a:pt x="7345211" y="131935"/>
                  </a:lnTo>
                  <a:lnTo>
                    <a:pt x="7264560" y="160850"/>
                  </a:lnTo>
                  <a:lnTo>
                    <a:pt x="7189668" y="192951"/>
                  </a:lnTo>
                  <a:lnTo>
                    <a:pt x="7120554" y="228564"/>
                  </a:lnTo>
                  <a:lnTo>
                    <a:pt x="7056842" y="268131"/>
                  </a:lnTo>
                  <a:lnTo>
                    <a:pt x="6997907" y="312192"/>
                  </a:lnTo>
                  <a:lnTo>
                    <a:pt x="6942984" y="361360"/>
                  </a:lnTo>
                  <a:lnTo>
                    <a:pt x="6891253" y="416274"/>
                  </a:lnTo>
                  <a:lnTo>
                    <a:pt x="6841907" y="477510"/>
                  </a:lnTo>
                  <a:lnTo>
                    <a:pt x="6794210" y="545441"/>
                  </a:lnTo>
                  <a:lnTo>
                    <a:pt x="6786527" y="557187"/>
                  </a:lnTo>
                  <a:lnTo>
                    <a:pt x="6751689" y="613180"/>
                  </a:lnTo>
                  <a:lnTo>
                    <a:pt x="6717169" y="673002"/>
                  </a:lnTo>
                  <a:lnTo>
                    <a:pt x="6682782" y="736731"/>
                  </a:lnTo>
                  <a:lnTo>
                    <a:pt x="6648380" y="804392"/>
                  </a:lnTo>
                  <a:lnTo>
                    <a:pt x="6613849" y="875951"/>
                  </a:lnTo>
                  <a:lnTo>
                    <a:pt x="6579104" y="951310"/>
                  </a:lnTo>
                  <a:lnTo>
                    <a:pt x="6544088" y="1030302"/>
                  </a:lnTo>
                  <a:lnTo>
                    <a:pt x="6508770" y="1112690"/>
                  </a:lnTo>
                  <a:lnTo>
                    <a:pt x="6473143" y="1198167"/>
                  </a:lnTo>
                  <a:lnTo>
                    <a:pt x="6437221" y="1286359"/>
                  </a:lnTo>
                  <a:lnTo>
                    <a:pt x="6401034" y="1376828"/>
                  </a:lnTo>
                  <a:lnTo>
                    <a:pt x="6364633" y="1469080"/>
                  </a:lnTo>
                  <a:lnTo>
                    <a:pt x="6328076" y="1562580"/>
                  </a:lnTo>
                  <a:lnTo>
                    <a:pt x="6291434" y="1656759"/>
                  </a:lnTo>
                  <a:lnTo>
                    <a:pt x="6254780" y="1751030"/>
                  </a:lnTo>
                  <a:lnTo>
                    <a:pt x="6218189" y="1844806"/>
                  </a:lnTo>
                  <a:lnTo>
                    <a:pt x="6181732" y="1937510"/>
                  </a:lnTo>
                  <a:lnTo>
                    <a:pt x="6145472" y="2028593"/>
                  </a:lnTo>
                  <a:lnTo>
                    <a:pt x="6109463" y="2117550"/>
                  </a:lnTo>
                  <a:lnTo>
                    <a:pt x="6073740" y="2203923"/>
                  </a:lnTo>
                  <a:lnTo>
                    <a:pt x="6038325" y="2287317"/>
                  </a:lnTo>
                  <a:lnTo>
                    <a:pt x="6003217" y="2367403"/>
                  </a:lnTo>
                  <a:lnTo>
                    <a:pt x="5968392" y="2443924"/>
                  </a:lnTo>
                  <a:lnTo>
                    <a:pt x="5933801" y="2516689"/>
                  </a:lnTo>
                  <a:lnTo>
                    <a:pt x="5899370" y="2585580"/>
                  </a:lnTo>
                  <a:lnTo>
                    <a:pt x="5864992" y="2650543"/>
                  </a:lnTo>
                  <a:lnTo>
                    <a:pt x="5830532" y="2711585"/>
                  </a:lnTo>
                  <a:lnTo>
                    <a:pt x="5795816" y="2768769"/>
                  </a:lnTo>
                  <a:lnTo>
                    <a:pt x="5784835" y="2785937"/>
                  </a:lnTo>
                  <a:lnTo>
                    <a:pt x="5737347" y="2854974"/>
                  </a:lnTo>
                  <a:lnTo>
                    <a:pt x="5688317" y="2917286"/>
                  </a:lnTo>
                  <a:lnTo>
                    <a:pt x="5637030" y="2973197"/>
                  </a:lnTo>
                  <a:lnTo>
                    <a:pt x="5582686" y="3023262"/>
                  </a:lnTo>
                  <a:lnTo>
                    <a:pt x="5524461" y="3068114"/>
                  </a:lnTo>
                  <a:lnTo>
                    <a:pt x="5461577" y="3108376"/>
                  </a:lnTo>
                  <a:lnTo>
                    <a:pt x="5393380" y="3144603"/>
                  </a:lnTo>
                  <a:lnTo>
                    <a:pt x="5319444" y="3177252"/>
                  </a:lnTo>
                  <a:lnTo>
                    <a:pt x="5239711" y="3206671"/>
                  </a:lnTo>
                  <a:lnTo>
                    <a:pt x="5154661" y="3233087"/>
                  </a:lnTo>
                  <a:lnTo>
                    <a:pt x="5065484" y="3256616"/>
                  </a:lnTo>
                  <a:lnTo>
                    <a:pt x="4974229" y="3277272"/>
                  </a:lnTo>
                  <a:lnTo>
                    <a:pt x="4883828" y="3295006"/>
                  </a:lnTo>
                  <a:lnTo>
                    <a:pt x="4797932" y="3309749"/>
                  </a:lnTo>
                  <a:lnTo>
                    <a:pt x="4720504" y="3321480"/>
                  </a:lnTo>
                  <a:lnTo>
                    <a:pt x="4655178" y="3330284"/>
                  </a:lnTo>
                  <a:lnTo>
                    <a:pt x="4604538" y="3336393"/>
                  </a:lnTo>
                  <a:lnTo>
                    <a:pt x="4569510" y="3340196"/>
                  </a:lnTo>
                  <a:lnTo>
                    <a:pt x="4549067" y="3342201"/>
                  </a:lnTo>
                  <a:lnTo>
                    <a:pt x="4540276" y="3342983"/>
                  </a:lnTo>
                  <a:lnTo>
                    <a:pt x="4538543" y="3343125"/>
                  </a:lnTo>
                  <a:lnTo>
                    <a:pt x="4016409" y="3343125"/>
                  </a:lnTo>
                  <a:lnTo>
                    <a:pt x="4015202" y="3343067"/>
                  </a:lnTo>
                  <a:lnTo>
                    <a:pt x="4007300" y="3342652"/>
                  </a:lnTo>
                  <a:lnTo>
                    <a:pt x="3987510" y="3341504"/>
                  </a:lnTo>
                  <a:lnTo>
                    <a:pt x="3952463" y="3339250"/>
                  </a:lnTo>
                  <a:lnTo>
                    <a:pt x="3900906" y="3335554"/>
                  </a:lnTo>
                  <a:lnTo>
                    <a:pt x="3833777" y="3330162"/>
                  </a:lnTo>
                  <a:lnTo>
                    <a:pt x="3753876" y="3322921"/>
                  </a:lnTo>
                  <a:lnTo>
                    <a:pt x="3665172" y="3313780"/>
                  </a:lnTo>
                  <a:lnTo>
                    <a:pt x="3571972" y="3302754"/>
                  </a:lnTo>
                  <a:lnTo>
                    <a:pt x="3478200" y="3289887"/>
                  </a:lnTo>
                  <a:lnTo>
                    <a:pt x="3386945" y="3275209"/>
                  </a:lnTo>
                  <a:lnTo>
                    <a:pt x="3300301" y="3258701"/>
                  </a:lnTo>
                  <a:lnTo>
                    <a:pt x="3219427" y="3240278"/>
                  </a:lnTo>
                  <a:lnTo>
                    <a:pt x="3144713" y="3219775"/>
                  </a:lnTo>
                  <a:lnTo>
                    <a:pt x="3075992" y="3196951"/>
                  </a:lnTo>
                  <a:lnTo>
                    <a:pt x="3012728" y="3171491"/>
                  </a:lnTo>
                  <a:lnTo>
                    <a:pt x="2954158" y="3143021"/>
                  </a:lnTo>
                  <a:lnTo>
                    <a:pt x="2899412" y="3111129"/>
                  </a:lnTo>
                  <a:lnTo>
                    <a:pt x="2847597" y="3075414"/>
                  </a:lnTo>
                  <a:lnTo>
                    <a:pt x="2797866" y="3035556"/>
                  </a:lnTo>
                  <a:lnTo>
                    <a:pt x="2770117" y="3010883"/>
                  </a:lnTo>
                  <a:lnTo>
                    <a:pt x="2727951" y="2970135"/>
                  </a:lnTo>
                  <a:lnTo>
                    <a:pt x="2686191" y="2926019"/>
                  </a:lnTo>
                  <a:lnTo>
                    <a:pt x="2644531" y="2878468"/>
                  </a:lnTo>
                  <a:lnTo>
                    <a:pt x="2602738" y="2827490"/>
                  </a:lnTo>
                  <a:lnTo>
                    <a:pt x="2560649" y="2773171"/>
                  </a:lnTo>
                  <a:lnTo>
                    <a:pt x="2518160" y="2715683"/>
                  </a:lnTo>
                  <a:lnTo>
                    <a:pt x="2475224" y="2655291"/>
                  </a:lnTo>
                  <a:lnTo>
                    <a:pt x="2431840" y="2592348"/>
                  </a:lnTo>
                  <a:lnTo>
                    <a:pt x="2388053" y="2527291"/>
                  </a:lnTo>
                  <a:lnTo>
                    <a:pt x="2343943" y="2460630"/>
                  </a:lnTo>
                  <a:lnTo>
                    <a:pt x="2299618" y="2392936"/>
                  </a:lnTo>
                  <a:lnTo>
                    <a:pt x="2255202" y="2324815"/>
                  </a:lnTo>
                  <a:lnTo>
                    <a:pt x="2210828" y="2256893"/>
                  </a:lnTo>
                  <a:lnTo>
                    <a:pt x="2166625" y="2189785"/>
                  </a:lnTo>
                  <a:lnTo>
                    <a:pt x="2122709" y="2124077"/>
                  </a:lnTo>
                  <a:lnTo>
                    <a:pt x="2079170" y="2060304"/>
                  </a:lnTo>
                  <a:lnTo>
                    <a:pt x="2036067" y="1998931"/>
                  </a:lnTo>
                  <a:lnTo>
                    <a:pt x="1993417" y="1940343"/>
                  </a:lnTo>
                  <a:lnTo>
                    <a:pt x="1951191" y="1884838"/>
                  </a:lnTo>
                  <a:lnTo>
                    <a:pt x="1909305" y="1832621"/>
                  </a:lnTo>
                  <a:lnTo>
                    <a:pt x="1867619" y="1783809"/>
                  </a:lnTo>
                  <a:lnTo>
                    <a:pt x="1825928" y="1738438"/>
                  </a:lnTo>
                  <a:lnTo>
                    <a:pt x="1783951" y="1696467"/>
                  </a:lnTo>
                  <a:lnTo>
                    <a:pt x="1768425" y="1681915"/>
                  </a:lnTo>
                  <a:lnTo>
                    <a:pt x="1719550" y="1639624"/>
                  </a:lnTo>
                  <a:lnTo>
                    <a:pt x="1669022" y="1601573"/>
                  </a:lnTo>
                  <a:lnTo>
                    <a:pt x="1616058" y="1567544"/>
                  </a:lnTo>
                  <a:lnTo>
                    <a:pt x="1559782" y="1537171"/>
                  </a:lnTo>
                  <a:lnTo>
                    <a:pt x="1499300" y="1510041"/>
                  </a:lnTo>
                  <a:lnTo>
                    <a:pt x="1433779" y="1485754"/>
                  </a:lnTo>
                  <a:lnTo>
                    <a:pt x="1362536" y="1463960"/>
                  </a:lnTo>
                  <a:lnTo>
                    <a:pt x="1285172" y="1444374"/>
                  </a:lnTo>
                  <a:lnTo>
                    <a:pt x="1201734" y="1426788"/>
                  </a:lnTo>
                  <a:lnTo>
                    <a:pt x="1112920" y="1411072"/>
                  </a:lnTo>
                  <a:lnTo>
                    <a:pt x="1020270" y="1397169"/>
                  </a:lnTo>
                  <a:lnTo>
                    <a:pt x="926310" y="1385087"/>
                  </a:lnTo>
                  <a:lnTo>
                    <a:pt x="834522" y="1374864"/>
                  </a:lnTo>
                  <a:lnTo>
                    <a:pt x="749067" y="1366539"/>
                  </a:lnTo>
                  <a:lnTo>
                    <a:pt x="674208" y="1360104"/>
                  </a:lnTo>
                  <a:lnTo>
                    <a:pt x="613511" y="1355464"/>
                  </a:lnTo>
                  <a:lnTo>
                    <a:pt x="569046" y="1352423"/>
                  </a:lnTo>
                  <a:lnTo>
                    <a:pt x="540826" y="1350688"/>
                  </a:lnTo>
                  <a:lnTo>
                    <a:pt x="526661" y="1349901"/>
                  </a:lnTo>
                  <a:lnTo>
                    <a:pt x="522363" y="1349684"/>
                  </a:lnTo>
                  <a:lnTo>
                    <a:pt x="522133" y="1349673"/>
                  </a:lnTo>
                  <a:lnTo>
                    <a:pt x="0" y="1349673"/>
                  </a:lnTo>
                  <a:close/>
                </a:path>
              </a:pathLst>
            </a:custGeom>
            <a:solidFill>
              <a:srgbClr val="8FA8D6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192" name="pl192"/>
            <p:cNvSpPr/>
            <p:nvPr/>
          </p:nvSpPr>
          <p:spPr>
            <a:xfrm>
              <a:off x="386606" y="1112132"/>
              <a:ext cx="8554953" cy="3343125"/>
            </a:xfrm>
            <a:custGeom>
              <a:avLst/>
              <a:pathLst>
                <a:path w="8554953" h="3343125">
                  <a:moveTo>
                    <a:pt x="0" y="1349673"/>
                  </a:moveTo>
                  <a:lnTo>
                    <a:pt x="522133" y="1349673"/>
                  </a:lnTo>
                  <a:lnTo>
                    <a:pt x="523340" y="1349732"/>
                  </a:lnTo>
                  <a:lnTo>
                    <a:pt x="531242" y="1350147"/>
                  </a:lnTo>
                  <a:lnTo>
                    <a:pt x="551032" y="1351294"/>
                  </a:lnTo>
                  <a:lnTo>
                    <a:pt x="586079" y="1353548"/>
                  </a:lnTo>
                  <a:lnTo>
                    <a:pt x="637636" y="1357244"/>
                  </a:lnTo>
                  <a:lnTo>
                    <a:pt x="704765" y="1362637"/>
                  </a:lnTo>
                  <a:lnTo>
                    <a:pt x="784667" y="1369877"/>
                  </a:lnTo>
                  <a:lnTo>
                    <a:pt x="873371" y="1379018"/>
                  </a:lnTo>
                  <a:lnTo>
                    <a:pt x="966570" y="1390045"/>
                  </a:lnTo>
                  <a:lnTo>
                    <a:pt x="1060342" y="1402911"/>
                  </a:lnTo>
                  <a:lnTo>
                    <a:pt x="1151597" y="1417589"/>
                  </a:lnTo>
                  <a:lnTo>
                    <a:pt x="1238241" y="1434097"/>
                  </a:lnTo>
                  <a:lnTo>
                    <a:pt x="1319116" y="1452520"/>
                  </a:lnTo>
                  <a:lnTo>
                    <a:pt x="1393830" y="1473023"/>
                  </a:lnTo>
                  <a:lnTo>
                    <a:pt x="1462550" y="1495847"/>
                  </a:lnTo>
                  <a:lnTo>
                    <a:pt x="1525815" y="1521307"/>
                  </a:lnTo>
                  <a:lnTo>
                    <a:pt x="1584385" y="1549778"/>
                  </a:lnTo>
                  <a:lnTo>
                    <a:pt x="1639130" y="1581669"/>
                  </a:lnTo>
                  <a:lnTo>
                    <a:pt x="1690945" y="1617385"/>
                  </a:lnTo>
                  <a:lnTo>
                    <a:pt x="1740676" y="1657242"/>
                  </a:lnTo>
                  <a:lnTo>
                    <a:pt x="1768425" y="1681915"/>
                  </a:lnTo>
                  <a:lnTo>
                    <a:pt x="1810592" y="1722663"/>
                  </a:lnTo>
                  <a:lnTo>
                    <a:pt x="1852351" y="1766780"/>
                  </a:lnTo>
                  <a:lnTo>
                    <a:pt x="1894012" y="1814330"/>
                  </a:lnTo>
                  <a:lnTo>
                    <a:pt x="1935804" y="1865308"/>
                  </a:lnTo>
                  <a:lnTo>
                    <a:pt x="1977893" y="1919627"/>
                  </a:lnTo>
                  <a:lnTo>
                    <a:pt x="2020382" y="1977115"/>
                  </a:lnTo>
                  <a:lnTo>
                    <a:pt x="2063319" y="2037507"/>
                  </a:lnTo>
                  <a:lnTo>
                    <a:pt x="2106703" y="2100450"/>
                  </a:lnTo>
                  <a:lnTo>
                    <a:pt x="2150489" y="2165508"/>
                  </a:lnTo>
                  <a:lnTo>
                    <a:pt x="2194599" y="2232168"/>
                  </a:lnTo>
                  <a:lnTo>
                    <a:pt x="2238925" y="2299863"/>
                  </a:lnTo>
                  <a:lnTo>
                    <a:pt x="2283341" y="2367983"/>
                  </a:lnTo>
                  <a:lnTo>
                    <a:pt x="2327714" y="2435905"/>
                  </a:lnTo>
                  <a:lnTo>
                    <a:pt x="2371917" y="2503013"/>
                  </a:lnTo>
                  <a:lnTo>
                    <a:pt x="2415833" y="2568721"/>
                  </a:lnTo>
                  <a:lnTo>
                    <a:pt x="2459372" y="2632494"/>
                  </a:lnTo>
                  <a:lnTo>
                    <a:pt x="2502475" y="2693867"/>
                  </a:lnTo>
                  <a:lnTo>
                    <a:pt x="2545125" y="2752455"/>
                  </a:lnTo>
                  <a:lnTo>
                    <a:pt x="2587351" y="2807960"/>
                  </a:lnTo>
                  <a:lnTo>
                    <a:pt x="2629237" y="2860178"/>
                  </a:lnTo>
                  <a:lnTo>
                    <a:pt x="2670923" y="2908989"/>
                  </a:lnTo>
                  <a:lnTo>
                    <a:pt x="2712615" y="2954360"/>
                  </a:lnTo>
                  <a:lnTo>
                    <a:pt x="2754591" y="2996331"/>
                  </a:lnTo>
                  <a:lnTo>
                    <a:pt x="2770117" y="3010883"/>
                  </a:lnTo>
                  <a:lnTo>
                    <a:pt x="2818993" y="3053174"/>
                  </a:lnTo>
                  <a:lnTo>
                    <a:pt x="2869520" y="3091225"/>
                  </a:lnTo>
                  <a:lnTo>
                    <a:pt x="2922484" y="3125254"/>
                  </a:lnTo>
                  <a:lnTo>
                    <a:pt x="2978760" y="3155627"/>
                  </a:lnTo>
                  <a:lnTo>
                    <a:pt x="3039242" y="3182758"/>
                  </a:lnTo>
                  <a:lnTo>
                    <a:pt x="3104763" y="3207044"/>
                  </a:lnTo>
                  <a:lnTo>
                    <a:pt x="3176006" y="3228838"/>
                  </a:lnTo>
                  <a:lnTo>
                    <a:pt x="3253371" y="3248424"/>
                  </a:lnTo>
                  <a:lnTo>
                    <a:pt x="3336808" y="3266010"/>
                  </a:lnTo>
                  <a:lnTo>
                    <a:pt x="3425622" y="3281727"/>
                  </a:lnTo>
                  <a:lnTo>
                    <a:pt x="3518272" y="3295629"/>
                  </a:lnTo>
                  <a:lnTo>
                    <a:pt x="3612233" y="3307711"/>
                  </a:lnTo>
                  <a:lnTo>
                    <a:pt x="3704021" y="3317934"/>
                  </a:lnTo>
                  <a:lnTo>
                    <a:pt x="3789475" y="3326259"/>
                  </a:lnTo>
                  <a:lnTo>
                    <a:pt x="3864335" y="3332694"/>
                  </a:lnTo>
                  <a:lnTo>
                    <a:pt x="3925031" y="3337334"/>
                  </a:lnTo>
                  <a:lnTo>
                    <a:pt x="3969497" y="3340375"/>
                  </a:lnTo>
                  <a:lnTo>
                    <a:pt x="3997717" y="3342111"/>
                  </a:lnTo>
                  <a:lnTo>
                    <a:pt x="4011881" y="3342897"/>
                  </a:lnTo>
                  <a:lnTo>
                    <a:pt x="4016179" y="3343114"/>
                  </a:lnTo>
                  <a:lnTo>
                    <a:pt x="4016409" y="3343125"/>
                  </a:lnTo>
                  <a:lnTo>
                    <a:pt x="4538543" y="3343125"/>
                  </a:lnTo>
                  <a:lnTo>
                    <a:pt x="4539653" y="3343035"/>
                  </a:lnTo>
                  <a:lnTo>
                    <a:pt x="4546936" y="3342397"/>
                  </a:lnTo>
                  <a:lnTo>
                    <a:pt x="4565227" y="3340632"/>
                  </a:lnTo>
                  <a:lnTo>
                    <a:pt x="4597748" y="3337160"/>
                  </a:lnTo>
                  <a:lnTo>
                    <a:pt x="4645850" y="3331459"/>
                  </a:lnTo>
                  <a:lnTo>
                    <a:pt x="4708913" y="3323115"/>
                  </a:lnTo>
                  <a:lnTo>
                    <a:pt x="4784593" y="3311872"/>
                  </a:lnTo>
                  <a:lnTo>
                    <a:pt x="4869375" y="3297622"/>
                  </a:lnTo>
                  <a:lnTo>
                    <a:pt x="4959305" y="3280372"/>
                  </a:lnTo>
                  <a:lnTo>
                    <a:pt x="5050643" y="3260189"/>
                  </a:lnTo>
                  <a:lnTo>
                    <a:pt x="5140323" y="3237129"/>
                  </a:lnTo>
                  <a:lnTo>
                    <a:pt x="5226151" y="3211190"/>
                  </a:lnTo>
                  <a:lnTo>
                    <a:pt x="5306802" y="3182274"/>
                  </a:lnTo>
                  <a:lnTo>
                    <a:pt x="5381694" y="3150174"/>
                  </a:lnTo>
                  <a:lnTo>
                    <a:pt x="5450808" y="3114560"/>
                  </a:lnTo>
                  <a:lnTo>
                    <a:pt x="5514520" y="3074993"/>
                  </a:lnTo>
                  <a:lnTo>
                    <a:pt x="5573455" y="3030932"/>
                  </a:lnTo>
                  <a:lnTo>
                    <a:pt x="5628378" y="2981764"/>
                  </a:lnTo>
                  <a:lnTo>
                    <a:pt x="5680109" y="2926850"/>
                  </a:lnTo>
                  <a:lnTo>
                    <a:pt x="5729455" y="2865615"/>
                  </a:lnTo>
                  <a:lnTo>
                    <a:pt x="5777152" y="2797683"/>
                  </a:lnTo>
                  <a:lnTo>
                    <a:pt x="5784835" y="2785937"/>
                  </a:lnTo>
                  <a:lnTo>
                    <a:pt x="5819673" y="2729944"/>
                  </a:lnTo>
                  <a:lnTo>
                    <a:pt x="5854193" y="2670122"/>
                  </a:lnTo>
                  <a:lnTo>
                    <a:pt x="5888580" y="2606393"/>
                  </a:lnTo>
                  <a:lnTo>
                    <a:pt x="5922981" y="2538732"/>
                  </a:lnTo>
                  <a:lnTo>
                    <a:pt x="5957513" y="2467173"/>
                  </a:lnTo>
                  <a:lnTo>
                    <a:pt x="5992258" y="2391814"/>
                  </a:lnTo>
                  <a:lnTo>
                    <a:pt x="6027274" y="2312823"/>
                  </a:lnTo>
                  <a:lnTo>
                    <a:pt x="6062591" y="2230435"/>
                  </a:lnTo>
                  <a:lnTo>
                    <a:pt x="6098219" y="2144957"/>
                  </a:lnTo>
                  <a:lnTo>
                    <a:pt x="6134141" y="2056765"/>
                  </a:lnTo>
                  <a:lnTo>
                    <a:pt x="6170328" y="1966297"/>
                  </a:lnTo>
                  <a:lnTo>
                    <a:pt x="6206729" y="1874044"/>
                  </a:lnTo>
                  <a:lnTo>
                    <a:pt x="6243286" y="1780544"/>
                  </a:lnTo>
                  <a:lnTo>
                    <a:pt x="6279928" y="1686365"/>
                  </a:lnTo>
                  <a:lnTo>
                    <a:pt x="6316582" y="1592094"/>
                  </a:lnTo>
                  <a:lnTo>
                    <a:pt x="6353173" y="1498319"/>
                  </a:lnTo>
                  <a:lnTo>
                    <a:pt x="6389630" y="1405615"/>
                  </a:lnTo>
                  <a:lnTo>
                    <a:pt x="6425889" y="1314531"/>
                  </a:lnTo>
                  <a:lnTo>
                    <a:pt x="6461899" y="1225575"/>
                  </a:lnTo>
                  <a:lnTo>
                    <a:pt x="6497622" y="1139202"/>
                  </a:lnTo>
                  <a:lnTo>
                    <a:pt x="6533037" y="1055807"/>
                  </a:lnTo>
                  <a:lnTo>
                    <a:pt x="6568145" y="975721"/>
                  </a:lnTo>
                  <a:lnTo>
                    <a:pt x="6602970" y="899201"/>
                  </a:lnTo>
                  <a:lnTo>
                    <a:pt x="6637561" y="826436"/>
                  </a:lnTo>
                  <a:lnTo>
                    <a:pt x="6671992" y="757545"/>
                  </a:lnTo>
                  <a:lnTo>
                    <a:pt x="6706370" y="692582"/>
                  </a:lnTo>
                  <a:lnTo>
                    <a:pt x="6740830" y="631539"/>
                  </a:lnTo>
                  <a:lnTo>
                    <a:pt x="6775546" y="574356"/>
                  </a:lnTo>
                  <a:lnTo>
                    <a:pt x="6786527" y="557187"/>
                  </a:lnTo>
                  <a:lnTo>
                    <a:pt x="6834015" y="488151"/>
                  </a:lnTo>
                  <a:lnTo>
                    <a:pt x="6883045" y="425838"/>
                  </a:lnTo>
                  <a:lnTo>
                    <a:pt x="6934332" y="369927"/>
                  </a:lnTo>
                  <a:lnTo>
                    <a:pt x="6988676" y="319863"/>
                  </a:lnTo>
                  <a:lnTo>
                    <a:pt x="7046901" y="275010"/>
                  </a:lnTo>
                  <a:lnTo>
                    <a:pt x="7109785" y="234748"/>
                  </a:lnTo>
                  <a:lnTo>
                    <a:pt x="7177982" y="198521"/>
                  </a:lnTo>
                  <a:lnTo>
                    <a:pt x="7251918" y="165872"/>
                  </a:lnTo>
                  <a:lnTo>
                    <a:pt x="7331651" y="136453"/>
                  </a:lnTo>
                  <a:lnTo>
                    <a:pt x="7416701" y="110037"/>
                  </a:lnTo>
                  <a:lnTo>
                    <a:pt x="7505878" y="86509"/>
                  </a:lnTo>
                  <a:lnTo>
                    <a:pt x="7597133" y="65852"/>
                  </a:lnTo>
                  <a:lnTo>
                    <a:pt x="7687534" y="48119"/>
                  </a:lnTo>
                  <a:lnTo>
                    <a:pt x="7773430" y="33375"/>
                  </a:lnTo>
                  <a:lnTo>
                    <a:pt x="7850858" y="21644"/>
                  </a:lnTo>
                  <a:lnTo>
                    <a:pt x="7916184" y="12840"/>
                  </a:lnTo>
                  <a:lnTo>
                    <a:pt x="7966824" y="6731"/>
                  </a:lnTo>
                  <a:lnTo>
                    <a:pt x="8001852" y="2929"/>
                  </a:lnTo>
                  <a:lnTo>
                    <a:pt x="8022295" y="923"/>
                  </a:lnTo>
                  <a:lnTo>
                    <a:pt x="8031086" y="141"/>
                  </a:lnTo>
                  <a:lnTo>
                    <a:pt x="8032814" y="0"/>
                  </a:lnTo>
                  <a:lnTo>
                    <a:pt x="8032819" y="0"/>
                  </a:lnTo>
                  <a:lnTo>
                    <a:pt x="8554953" y="0"/>
                  </a:lnTo>
                  <a:lnTo>
                    <a:pt x="8554953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93" name="pl193"/>
            <p:cNvSpPr/>
            <p:nvPr/>
          </p:nvSpPr>
          <p:spPr>
            <a:xfrm>
              <a:off x="386606" y="1106484"/>
              <a:ext cx="8554953" cy="3343125"/>
            </a:xfrm>
            <a:custGeom>
              <a:avLst/>
              <a:pathLst>
                <a:path w="8554953" h="3343125">
                  <a:moveTo>
                    <a:pt x="8554953" y="0"/>
                  </a:moveTo>
                  <a:lnTo>
                    <a:pt x="8032819" y="0"/>
                  </a:lnTo>
                  <a:lnTo>
                    <a:pt x="8031709" y="89"/>
                  </a:lnTo>
                  <a:lnTo>
                    <a:pt x="8024426" y="727"/>
                  </a:lnTo>
                  <a:lnTo>
                    <a:pt x="8006135" y="2493"/>
                  </a:lnTo>
                  <a:lnTo>
                    <a:pt x="7973614" y="5964"/>
                  </a:lnTo>
                  <a:lnTo>
                    <a:pt x="7925512" y="11666"/>
                  </a:lnTo>
                  <a:lnTo>
                    <a:pt x="7862448" y="20009"/>
                  </a:lnTo>
                  <a:lnTo>
                    <a:pt x="7786769" y="31252"/>
                  </a:lnTo>
                  <a:lnTo>
                    <a:pt x="7701987" y="45503"/>
                  </a:lnTo>
                  <a:lnTo>
                    <a:pt x="7612057" y="62752"/>
                  </a:lnTo>
                  <a:lnTo>
                    <a:pt x="7520719" y="82935"/>
                  </a:lnTo>
                  <a:lnTo>
                    <a:pt x="7431039" y="105995"/>
                  </a:lnTo>
                  <a:lnTo>
                    <a:pt x="7345211" y="131935"/>
                  </a:lnTo>
                  <a:lnTo>
                    <a:pt x="7264560" y="160850"/>
                  </a:lnTo>
                  <a:lnTo>
                    <a:pt x="7189668" y="192951"/>
                  </a:lnTo>
                  <a:lnTo>
                    <a:pt x="7120554" y="228564"/>
                  </a:lnTo>
                  <a:lnTo>
                    <a:pt x="7056842" y="268131"/>
                  </a:lnTo>
                  <a:lnTo>
                    <a:pt x="6997907" y="312192"/>
                  </a:lnTo>
                  <a:lnTo>
                    <a:pt x="6942984" y="361360"/>
                  </a:lnTo>
                  <a:lnTo>
                    <a:pt x="6891253" y="416274"/>
                  </a:lnTo>
                  <a:lnTo>
                    <a:pt x="6841907" y="477510"/>
                  </a:lnTo>
                  <a:lnTo>
                    <a:pt x="6794210" y="545441"/>
                  </a:lnTo>
                  <a:lnTo>
                    <a:pt x="6786527" y="557187"/>
                  </a:lnTo>
                  <a:lnTo>
                    <a:pt x="6751689" y="613180"/>
                  </a:lnTo>
                  <a:lnTo>
                    <a:pt x="6717169" y="673002"/>
                  </a:lnTo>
                  <a:lnTo>
                    <a:pt x="6682782" y="736731"/>
                  </a:lnTo>
                  <a:lnTo>
                    <a:pt x="6648380" y="804392"/>
                  </a:lnTo>
                  <a:lnTo>
                    <a:pt x="6613849" y="875951"/>
                  </a:lnTo>
                  <a:lnTo>
                    <a:pt x="6579104" y="951310"/>
                  </a:lnTo>
                  <a:lnTo>
                    <a:pt x="6544088" y="1030302"/>
                  </a:lnTo>
                  <a:lnTo>
                    <a:pt x="6508770" y="1112690"/>
                  </a:lnTo>
                  <a:lnTo>
                    <a:pt x="6473143" y="1198167"/>
                  </a:lnTo>
                  <a:lnTo>
                    <a:pt x="6437221" y="1286359"/>
                  </a:lnTo>
                  <a:lnTo>
                    <a:pt x="6401034" y="1376828"/>
                  </a:lnTo>
                  <a:lnTo>
                    <a:pt x="6364633" y="1469080"/>
                  </a:lnTo>
                  <a:lnTo>
                    <a:pt x="6328076" y="1562580"/>
                  </a:lnTo>
                  <a:lnTo>
                    <a:pt x="6291434" y="1656759"/>
                  </a:lnTo>
                  <a:lnTo>
                    <a:pt x="6254780" y="1751030"/>
                  </a:lnTo>
                  <a:lnTo>
                    <a:pt x="6218189" y="1844806"/>
                  </a:lnTo>
                  <a:lnTo>
                    <a:pt x="6181732" y="1937510"/>
                  </a:lnTo>
                  <a:lnTo>
                    <a:pt x="6145472" y="2028593"/>
                  </a:lnTo>
                  <a:lnTo>
                    <a:pt x="6109463" y="2117550"/>
                  </a:lnTo>
                  <a:lnTo>
                    <a:pt x="6073740" y="2203923"/>
                  </a:lnTo>
                  <a:lnTo>
                    <a:pt x="6038325" y="2287317"/>
                  </a:lnTo>
                  <a:lnTo>
                    <a:pt x="6003217" y="2367403"/>
                  </a:lnTo>
                  <a:lnTo>
                    <a:pt x="5968392" y="2443924"/>
                  </a:lnTo>
                  <a:lnTo>
                    <a:pt x="5933801" y="2516689"/>
                  </a:lnTo>
                  <a:lnTo>
                    <a:pt x="5899370" y="2585580"/>
                  </a:lnTo>
                  <a:lnTo>
                    <a:pt x="5864992" y="2650543"/>
                  </a:lnTo>
                  <a:lnTo>
                    <a:pt x="5830532" y="2711585"/>
                  </a:lnTo>
                  <a:lnTo>
                    <a:pt x="5795816" y="2768769"/>
                  </a:lnTo>
                  <a:lnTo>
                    <a:pt x="5784835" y="2785937"/>
                  </a:lnTo>
                  <a:lnTo>
                    <a:pt x="5737347" y="2854974"/>
                  </a:lnTo>
                  <a:lnTo>
                    <a:pt x="5688317" y="2917286"/>
                  </a:lnTo>
                  <a:lnTo>
                    <a:pt x="5637030" y="2973197"/>
                  </a:lnTo>
                  <a:lnTo>
                    <a:pt x="5582686" y="3023262"/>
                  </a:lnTo>
                  <a:lnTo>
                    <a:pt x="5524461" y="3068114"/>
                  </a:lnTo>
                  <a:lnTo>
                    <a:pt x="5461577" y="3108376"/>
                  </a:lnTo>
                  <a:lnTo>
                    <a:pt x="5393380" y="3144603"/>
                  </a:lnTo>
                  <a:lnTo>
                    <a:pt x="5319444" y="3177252"/>
                  </a:lnTo>
                  <a:lnTo>
                    <a:pt x="5239711" y="3206671"/>
                  </a:lnTo>
                  <a:lnTo>
                    <a:pt x="5154661" y="3233087"/>
                  </a:lnTo>
                  <a:lnTo>
                    <a:pt x="5065484" y="3256616"/>
                  </a:lnTo>
                  <a:lnTo>
                    <a:pt x="4974229" y="3277272"/>
                  </a:lnTo>
                  <a:lnTo>
                    <a:pt x="4883828" y="3295006"/>
                  </a:lnTo>
                  <a:lnTo>
                    <a:pt x="4797932" y="3309749"/>
                  </a:lnTo>
                  <a:lnTo>
                    <a:pt x="4720504" y="3321480"/>
                  </a:lnTo>
                  <a:lnTo>
                    <a:pt x="4655178" y="3330284"/>
                  </a:lnTo>
                  <a:lnTo>
                    <a:pt x="4604538" y="3336393"/>
                  </a:lnTo>
                  <a:lnTo>
                    <a:pt x="4569510" y="3340196"/>
                  </a:lnTo>
                  <a:lnTo>
                    <a:pt x="4549067" y="3342201"/>
                  </a:lnTo>
                  <a:lnTo>
                    <a:pt x="4540276" y="3342983"/>
                  </a:lnTo>
                  <a:lnTo>
                    <a:pt x="4538548" y="3343124"/>
                  </a:lnTo>
                  <a:lnTo>
                    <a:pt x="4538543" y="3343125"/>
                  </a:lnTo>
                  <a:lnTo>
                    <a:pt x="4016409" y="3343125"/>
                  </a:lnTo>
                  <a:lnTo>
                    <a:pt x="4015202" y="3343067"/>
                  </a:lnTo>
                  <a:lnTo>
                    <a:pt x="4007300" y="3342652"/>
                  </a:lnTo>
                  <a:lnTo>
                    <a:pt x="3987510" y="3341504"/>
                  </a:lnTo>
                  <a:lnTo>
                    <a:pt x="3952463" y="3339250"/>
                  </a:lnTo>
                  <a:lnTo>
                    <a:pt x="3900906" y="3335554"/>
                  </a:lnTo>
                  <a:lnTo>
                    <a:pt x="3833777" y="3330162"/>
                  </a:lnTo>
                  <a:lnTo>
                    <a:pt x="3753876" y="3322921"/>
                  </a:lnTo>
                  <a:lnTo>
                    <a:pt x="3665172" y="3313780"/>
                  </a:lnTo>
                  <a:lnTo>
                    <a:pt x="3571972" y="3302754"/>
                  </a:lnTo>
                  <a:lnTo>
                    <a:pt x="3478200" y="3289887"/>
                  </a:lnTo>
                  <a:lnTo>
                    <a:pt x="3386945" y="3275209"/>
                  </a:lnTo>
                  <a:lnTo>
                    <a:pt x="3300301" y="3258701"/>
                  </a:lnTo>
                  <a:lnTo>
                    <a:pt x="3219427" y="3240278"/>
                  </a:lnTo>
                  <a:lnTo>
                    <a:pt x="3144713" y="3219775"/>
                  </a:lnTo>
                  <a:lnTo>
                    <a:pt x="3075992" y="3196951"/>
                  </a:lnTo>
                  <a:lnTo>
                    <a:pt x="3012728" y="3171491"/>
                  </a:lnTo>
                  <a:lnTo>
                    <a:pt x="2954158" y="3143021"/>
                  </a:lnTo>
                  <a:lnTo>
                    <a:pt x="2899412" y="3111129"/>
                  </a:lnTo>
                  <a:lnTo>
                    <a:pt x="2847597" y="3075414"/>
                  </a:lnTo>
                  <a:lnTo>
                    <a:pt x="2797866" y="3035556"/>
                  </a:lnTo>
                  <a:lnTo>
                    <a:pt x="2770117" y="3010883"/>
                  </a:lnTo>
                  <a:lnTo>
                    <a:pt x="2727951" y="2970135"/>
                  </a:lnTo>
                  <a:lnTo>
                    <a:pt x="2686191" y="2926019"/>
                  </a:lnTo>
                  <a:lnTo>
                    <a:pt x="2644531" y="2878468"/>
                  </a:lnTo>
                  <a:lnTo>
                    <a:pt x="2602738" y="2827490"/>
                  </a:lnTo>
                  <a:lnTo>
                    <a:pt x="2560649" y="2773171"/>
                  </a:lnTo>
                  <a:lnTo>
                    <a:pt x="2518160" y="2715683"/>
                  </a:lnTo>
                  <a:lnTo>
                    <a:pt x="2475224" y="2655291"/>
                  </a:lnTo>
                  <a:lnTo>
                    <a:pt x="2431840" y="2592348"/>
                  </a:lnTo>
                  <a:lnTo>
                    <a:pt x="2388053" y="2527291"/>
                  </a:lnTo>
                  <a:lnTo>
                    <a:pt x="2343943" y="2460630"/>
                  </a:lnTo>
                  <a:lnTo>
                    <a:pt x="2299618" y="2392936"/>
                  </a:lnTo>
                  <a:lnTo>
                    <a:pt x="2255202" y="2324815"/>
                  </a:lnTo>
                  <a:lnTo>
                    <a:pt x="2210828" y="2256893"/>
                  </a:lnTo>
                  <a:lnTo>
                    <a:pt x="2166625" y="2189785"/>
                  </a:lnTo>
                  <a:lnTo>
                    <a:pt x="2122709" y="2124077"/>
                  </a:lnTo>
                  <a:lnTo>
                    <a:pt x="2079170" y="2060304"/>
                  </a:lnTo>
                  <a:lnTo>
                    <a:pt x="2036067" y="1998931"/>
                  </a:lnTo>
                  <a:lnTo>
                    <a:pt x="1993417" y="1940343"/>
                  </a:lnTo>
                  <a:lnTo>
                    <a:pt x="1951191" y="1884838"/>
                  </a:lnTo>
                  <a:lnTo>
                    <a:pt x="1909305" y="1832621"/>
                  </a:lnTo>
                  <a:lnTo>
                    <a:pt x="1867619" y="1783809"/>
                  </a:lnTo>
                  <a:lnTo>
                    <a:pt x="1825928" y="1738438"/>
                  </a:lnTo>
                  <a:lnTo>
                    <a:pt x="1783951" y="1696467"/>
                  </a:lnTo>
                  <a:lnTo>
                    <a:pt x="1768425" y="1681915"/>
                  </a:lnTo>
                  <a:lnTo>
                    <a:pt x="1719550" y="1639624"/>
                  </a:lnTo>
                  <a:lnTo>
                    <a:pt x="1669022" y="1601573"/>
                  </a:lnTo>
                  <a:lnTo>
                    <a:pt x="1616058" y="1567544"/>
                  </a:lnTo>
                  <a:lnTo>
                    <a:pt x="1559782" y="1537171"/>
                  </a:lnTo>
                  <a:lnTo>
                    <a:pt x="1499300" y="1510041"/>
                  </a:lnTo>
                  <a:lnTo>
                    <a:pt x="1433779" y="1485754"/>
                  </a:lnTo>
                  <a:lnTo>
                    <a:pt x="1362536" y="1463960"/>
                  </a:lnTo>
                  <a:lnTo>
                    <a:pt x="1285172" y="1444374"/>
                  </a:lnTo>
                  <a:lnTo>
                    <a:pt x="1201734" y="1426788"/>
                  </a:lnTo>
                  <a:lnTo>
                    <a:pt x="1112920" y="1411072"/>
                  </a:lnTo>
                  <a:lnTo>
                    <a:pt x="1020270" y="1397169"/>
                  </a:lnTo>
                  <a:lnTo>
                    <a:pt x="926310" y="1385087"/>
                  </a:lnTo>
                  <a:lnTo>
                    <a:pt x="834522" y="1374864"/>
                  </a:lnTo>
                  <a:lnTo>
                    <a:pt x="749067" y="1366539"/>
                  </a:lnTo>
                  <a:lnTo>
                    <a:pt x="674208" y="1360104"/>
                  </a:lnTo>
                  <a:lnTo>
                    <a:pt x="613511" y="1355464"/>
                  </a:lnTo>
                  <a:lnTo>
                    <a:pt x="569046" y="1352423"/>
                  </a:lnTo>
                  <a:lnTo>
                    <a:pt x="540826" y="1350688"/>
                  </a:lnTo>
                  <a:lnTo>
                    <a:pt x="526661" y="1349901"/>
                  </a:lnTo>
                  <a:lnTo>
                    <a:pt x="522363" y="1349684"/>
                  </a:lnTo>
                  <a:lnTo>
                    <a:pt x="522133" y="1349673"/>
                  </a:lnTo>
                  <a:lnTo>
                    <a:pt x="0" y="1349673"/>
                  </a:lnTo>
                  <a:lnTo>
                    <a:pt x="0" y="1349673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94" name="pg194"/>
            <p:cNvSpPr/>
            <p:nvPr/>
          </p:nvSpPr>
          <p:spPr>
            <a:xfrm>
              <a:off x="386606" y="1298488"/>
              <a:ext cx="8554953" cy="3162415"/>
            </a:xfrm>
            <a:custGeom>
              <a:avLst/>
              <a:pathLst>
                <a:path w="8554953" h="3162415">
                  <a:moveTo>
                    <a:pt x="0" y="1168964"/>
                  </a:moveTo>
                  <a:lnTo>
                    <a:pt x="522133" y="1168964"/>
                  </a:lnTo>
                  <a:lnTo>
                    <a:pt x="523340" y="1169022"/>
                  </a:lnTo>
                  <a:lnTo>
                    <a:pt x="531242" y="1169437"/>
                  </a:lnTo>
                  <a:lnTo>
                    <a:pt x="551032" y="1170584"/>
                  </a:lnTo>
                  <a:lnTo>
                    <a:pt x="586079" y="1172839"/>
                  </a:lnTo>
                  <a:lnTo>
                    <a:pt x="637636" y="1176535"/>
                  </a:lnTo>
                  <a:lnTo>
                    <a:pt x="704765" y="1181927"/>
                  </a:lnTo>
                  <a:lnTo>
                    <a:pt x="784667" y="1189167"/>
                  </a:lnTo>
                  <a:lnTo>
                    <a:pt x="873371" y="1198309"/>
                  </a:lnTo>
                  <a:lnTo>
                    <a:pt x="966570" y="1209335"/>
                  </a:lnTo>
                  <a:lnTo>
                    <a:pt x="1060342" y="1222202"/>
                  </a:lnTo>
                  <a:lnTo>
                    <a:pt x="1151597" y="1236880"/>
                  </a:lnTo>
                  <a:lnTo>
                    <a:pt x="1238241" y="1253387"/>
                  </a:lnTo>
                  <a:lnTo>
                    <a:pt x="1319116" y="1271811"/>
                  </a:lnTo>
                  <a:lnTo>
                    <a:pt x="1393830" y="1292314"/>
                  </a:lnTo>
                  <a:lnTo>
                    <a:pt x="1462550" y="1315138"/>
                  </a:lnTo>
                  <a:lnTo>
                    <a:pt x="1525815" y="1340598"/>
                  </a:lnTo>
                  <a:lnTo>
                    <a:pt x="1584385" y="1369068"/>
                  </a:lnTo>
                  <a:lnTo>
                    <a:pt x="1639130" y="1400960"/>
                  </a:lnTo>
                  <a:lnTo>
                    <a:pt x="1690945" y="1436675"/>
                  </a:lnTo>
                  <a:lnTo>
                    <a:pt x="1740676" y="1476532"/>
                  </a:lnTo>
                  <a:lnTo>
                    <a:pt x="1768425" y="1501206"/>
                  </a:lnTo>
                  <a:lnTo>
                    <a:pt x="1810592" y="1541954"/>
                  </a:lnTo>
                  <a:lnTo>
                    <a:pt x="1852351" y="1586070"/>
                  </a:lnTo>
                  <a:lnTo>
                    <a:pt x="1894012" y="1633620"/>
                  </a:lnTo>
                  <a:lnTo>
                    <a:pt x="1935804" y="1684599"/>
                  </a:lnTo>
                  <a:lnTo>
                    <a:pt x="1977893" y="1738918"/>
                  </a:lnTo>
                  <a:lnTo>
                    <a:pt x="2020382" y="1796405"/>
                  </a:lnTo>
                  <a:lnTo>
                    <a:pt x="2063319" y="1856797"/>
                  </a:lnTo>
                  <a:lnTo>
                    <a:pt x="2106703" y="1919741"/>
                  </a:lnTo>
                  <a:lnTo>
                    <a:pt x="2150489" y="1984798"/>
                  </a:lnTo>
                  <a:lnTo>
                    <a:pt x="2194599" y="2051459"/>
                  </a:lnTo>
                  <a:lnTo>
                    <a:pt x="2238925" y="2119153"/>
                  </a:lnTo>
                  <a:lnTo>
                    <a:pt x="2283341" y="2187273"/>
                  </a:lnTo>
                  <a:lnTo>
                    <a:pt x="2327714" y="2255196"/>
                  </a:lnTo>
                  <a:lnTo>
                    <a:pt x="2371917" y="2322304"/>
                  </a:lnTo>
                  <a:lnTo>
                    <a:pt x="2415833" y="2388012"/>
                  </a:lnTo>
                  <a:lnTo>
                    <a:pt x="2459372" y="2451785"/>
                  </a:lnTo>
                  <a:lnTo>
                    <a:pt x="2502475" y="2513158"/>
                  </a:lnTo>
                  <a:lnTo>
                    <a:pt x="2545125" y="2571745"/>
                  </a:lnTo>
                  <a:lnTo>
                    <a:pt x="2587351" y="2627251"/>
                  </a:lnTo>
                  <a:lnTo>
                    <a:pt x="2629237" y="2679468"/>
                  </a:lnTo>
                  <a:lnTo>
                    <a:pt x="2670923" y="2728280"/>
                  </a:lnTo>
                  <a:lnTo>
                    <a:pt x="2712615" y="2773651"/>
                  </a:lnTo>
                  <a:lnTo>
                    <a:pt x="2754591" y="2815622"/>
                  </a:lnTo>
                  <a:lnTo>
                    <a:pt x="2770117" y="2830173"/>
                  </a:lnTo>
                  <a:lnTo>
                    <a:pt x="2818993" y="2872464"/>
                  </a:lnTo>
                  <a:lnTo>
                    <a:pt x="2869520" y="2910516"/>
                  </a:lnTo>
                  <a:lnTo>
                    <a:pt x="2922484" y="2944545"/>
                  </a:lnTo>
                  <a:lnTo>
                    <a:pt x="2978760" y="2974918"/>
                  </a:lnTo>
                  <a:lnTo>
                    <a:pt x="3039242" y="3002048"/>
                  </a:lnTo>
                  <a:lnTo>
                    <a:pt x="3104763" y="3026335"/>
                  </a:lnTo>
                  <a:lnTo>
                    <a:pt x="3176006" y="3048128"/>
                  </a:lnTo>
                  <a:lnTo>
                    <a:pt x="3253371" y="3067714"/>
                  </a:lnTo>
                  <a:lnTo>
                    <a:pt x="3336808" y="3085301"/>
                  </a:lnTo>
                  <a:lnTo>
                    <a:pt x="3425622" y="3101017"/>
                  </a:lnTo>
                  <a:lnTo>
                    <a:pt x="3518272" y="3114919"/>
                  </a:lnTo>
                  <a:lnTo>
                    <a:pt x="3612233" y="3127002"/>
                  </a:lnTo>
                  <a:lnTo>
                    <a:pt x="3704021" y="3137224"/>
                  </a:lnTo>
                  <a:lnTo>
                    <a:pt x="3789475" y="3145549"/>
                  </a:lnTo>
                  <a:lnTo>
                    <a:pt x="3864335" y="3151985"/>
                  </a:lnTo>
                  <a:lnTo>
                    <a:pt x="3925031" y="3156625"/>
                  </a:lnTo>
                  <a:lnTo>
                    <a:pt x="3969497" y="3159666"/>
                  </a:lnTo>
                  <a:lnTo>
                    <a:pt x="3997717" y="3161401"/>
                  </a:lnTo>
                  <a:lnTo>
                    <a:pt x="4011881" y="3162188"/>
                  </a:lnTo>
                  <a:lnTo>
                    <a:pt x="4016179" y="3162405"/>
                  </a:lnTo>
                  <a:lnTo>
                    <a:pt x="4016409" y="3162415"/>
                  </a:lnTo>
                  <a:lnTo>
                    <a:pt x="4538543" y="3162415"/>
                  </a:lnTo>
                  <a:lnTo>
                    <a:pt x="4539668" y="3162330"/>
                  </a:lnTo>
                  <a:lnTo>
                    <a:pt x="4547047" y="3161718"/>
                  </a:lnTo>
                  <a:lnTo>
                    <a:pt x="4565570" y="3160028"/>
                  </a:lnTo>
                  <a:lnTo>
                    <a:pt x="4598485" y="3156705"/>
                  </a:lnTo>
                  <a:lnTo>
                    <a:pt x="4647128" y="3151249"/>
                  </a:lnTo>
                  <a:lnTo>
                    <a:pt x="4710832" y="3143268"/>
                  </a:lnTo>
                  <a:lnTo>
                    <a:pt x="4787182" y="3132519"/>
                  </a:lnTo>
                  <a:lnTo>
                    <a:pt x="4872593" y="3118903"/>
                  </a:lnTo>
                  <a:lnTo>
                    <a:pt x="4963053" y="3102432"/>
                  </a:lnTo>
                  <a:lnTo>
                    <a:pt x="5054793" y="3083168"/>
                  </a:lnTo>
                  <a:lnTo>
                    <a:pt x="5144739" y="3061163"/>
                  </a:lnTo>
                  <a:lnTo>
                    <a:pt x="5230711" y="3036413"/>
                  </a:lnTo>
                  <a:lnTo>
                    <a:pt x="5311410" y="3008819"/>
                  </a:lnTo>
                  <a:lnTo>
                    <a:pt x="5386282" y="2978174"/>
                  </a:lnTo>
                  <a:lnTo>
                    <a:pt x="5455337" y="2944158"/>
                  </a:lnTo>
                  <a:lnTo>
                    <a:pt x="5518977" y="2906342"/>
                  </a:lnTo>
                  <a:lnTo>
                    <a:pt x="5577851" y="2864203"/>
                  </a:lnTo>
                  <a:lnTo>
                    <a:pt x="5632738" y="2817150"/>
                  </a:lnTo>
                  <a:lnTo>
                    <a:pt x="5684472" y="2764573"/>
                  </a:lnTo>
                  <a:lnTo>
                    <a:pt x="5733869" y="2705932"/>
                  </a:lnTo>
                  <a:lnTo>
                    <a:pt x="5781661" y="2640894"/>
                  </a:lnTo>
                  <a:lnTo>
                    <a:pt x="5784835" y="2636287"/>
                  </a:lnTo>
                  <a:lnTo>
                    <a:pt x="5820501" y="2582107"/>
                  </a:lnTo>
                  <a:lnTo>
                    <a:pt x="5855839" y="2524135"/>
                  </a:lnTo>
                  <a:lnTo>
                    <a:pt x="5891045" y="2462293"/>
                  </a:lnTo>
                  <a:lnTo>
                    <a:pt x="5926276" y="2396559"/>
                  </a:lnTo>
                  <a:lnTo>
                    <a:pt x="5961653" y="2326973"/>
                  </a:lnTo>
                  <a:lnTo>
                    <a:pt x="5997262" y="2253642"/>
                  </a:lnTo>
                  <a:lnTo>
                    <a:pt x="6033162" y="2176744"/>
                  </a:lnTo>
                  <a:lnTo>
                    <a:pt x="6069381" y="2096530"/>
                  </a:lnTo>
                  <a:lnTo>
                    <a:pt x="6105923" y="2013324"/>
                  </a:lnTo>
                  <a:lnTo>
                    <a:pt x="6142769" y="1927520"/>
                  </a:lnTo>
                  <a:lnTo>
                    <a:pt x="6179881" y="1839574"/>
                  </a:lnTo>
                  <a:lnTo>
                    <a:pt x="6217203" y="1749997"/>
                  </a:lnTo>
                  <a:lnTo>
                    <a:pt x="6254667" y="1659345"/>
                  </a:lnTo>
                  <a:lnTo>
                    <a:pt x="6292197" y="1568201"/>
                  </a:lnTo>
                  <a:lnTo>
                    <a:pt x="6329713" y="1477160"/>
                  </a:lnTo>
                  <a:lnTo>
                    <a:pt x="6367136" y="1386816"/>
                  </a:lnTo>
                  <a:lnTo>
                    <a:pt x="6404392" y="1297745"/>
                  </a:lnTo>
                  <a:lnTo>
                    <a:pt x="6441417" y="1210487"/>
                  </a:lnTo>
                  <a:lnTo>
                    <a:pt x="6478161" y="1125535"/>
                  </a:lnTo>
                  <a:lnTo>
                    <a:pt x="6514592" y="1043327"/>
                  </a:lnTo>
                  <a:lnTo>
                    <a:pt x="6550698" y="964231"/>
                  </a:lnTo>
                  <a:lnTo>
                    <a:pt x="6586492" y="888547"/>
                  </a:lnTo>
                  <a:lnTo>
                    <a:pt x="6622013" y="816500"/>
                  </a:lnTo>
                  <a:lnTo>
                    <a:pt x="6657328" y="748242"/>
                  </a:lnTo>
                  <a:lnTo>
                    <a:pt x="6692535" y="683858"/>
                  </a:lnTo>
                  <a:lnTo>
                    <a:pt x="6727767" y="623365"/>
                  </a:lnTo>
                  <a:lnTo>
                    <a:pt x="6763194" y="566721"/>
                  </a:lnTo>
                  <a:lnTo>
                    <a:pt x="6786527" y="531775"/>
                  </a:lnTo>
                  <a:lnTo>
                    <a:pt x="6834235" y="466304"/>
                  </a:lnTo>
                  <a:lnTo>
                    <a:pt x="6883502" y="407239"/>
                  </a:lnTo>
                  <a:lnTo>
                    <a:pt x="6935053" y="354270"/>
                  </a:lnTo>
                  <a:lnTo>
                    <a:pt x="6989702" y="306864"/>
                  </a:lnTo>
                  <a:lnTo>
                    <a:pt x="7048282" y="264413"/>
                  </a:lnTo>
                  <a:lnTo>
                    <a:pt x="7111580" y="226324"/>
                  </a:lnTo>
                  <a:lnTo>
                    <a:pt x="7180254" y="192067"/>
                  </a:lnTo>
                  <a:lnTo>
                    <a:pt x="7254729" y="161206"/>
                  </a:lnTo>
                  <a:lnTo>
                    <a:pt x="7335046" y="133415"/>
                  </a:lnTo>
                  <a:lnTo>
                    <a:pt x="7420695" y="108477"/>
                  </a:lnTo>
                  <a:lnTo>
                    <a:pt x="7510432" y="86289"/>
                  </a:lnTo>
                  <a:lnTo>
                    <a:pt x="7602138" y="66839"/>
                  </a:lnTo>
                  <a:lnTo>
                    <a:pt x="7692796" y="50178"/>
                  </a:lnTo>
                  <a:lnTo>
                    <a:pt x="7778674" y="36369"/>
                  </a:lnTo>
                  <a:lnTo>
                    <a:pt x="7855754" y="25429"/>
                  </a:lnTo>
                  <a:lnTo>
                    <a:pt x="7920402" y="17268"/>
                  </a:lnTo>
                  <a:lnTo>
                    <a:pt x="7970101" y="11652"/>
                  </a:lnTo>
                  <a:lnTo>
                    <a:pt x="8004054" y="8200"/>
                  </a:lnTo>
                  <a:lnTo>
                    <a:pt x="8023464" y="6417"/>
                  </a:lnTo>
                  <a:lnTo>
                    <a:pt x="8031456" y="5751"/>
                  </a:lnTo>
                  <a:lnTo>
                    <a:pt x="8032819" y="5647"/>
                  </a:lnTo>
                  <a:lnTo>
                    <a:pt x="8554953" y="5647"/>
                  </a:lnTo>
                  <a:lnTo>
                    <a:pt x="8554953" y="0"/>
                  </a:lnTo>
                  <a:lnTo>
                    <a:pt x="8032819" y="0"/>
                  </a:lnTo>
                  <a:lnTo>
                    <a:pt x="8031694" y="85"/>
                  </a:lnTo>
                  <a:lnTo>
                    <a:pt x="8024315" y="696"/>
                  </a:lnTo>
                  <a:lnTo>
                    <a:pt x="8005791" y="2387"/>
                  </a:lnTo>
                  <a:lnTo>
                    <a:pt x="7972877" y="5710"/>
                  </a:lnTo>
                  <a:lnTo>
                    <a:pt x="7924234" y="11166"/>
                  </a:lnTo>
                  <a:lnTo>
                    <a:pt x="7860530" y="19147"/>
                  </a:lnTo>
                  <a:lnTo>
                    <a:pt x="7784180" y="29896"/>
                  </a:lnTo>
                  <a:lnTo>
                    <a:pt x="7698769" y="43512"/>
                  </a:lnTo>
                  <a:lnTo>
                    <a:pt x="7608309" y="59983"/>
                  </a:lnTo>
                  <a:lnTo>
                    <a:pt x="7516569" y="79247"/>
                  </a:lnTo>
                  <a:lnTo>
                    <a:pt x="7426623" y="101251"/>
                  </a:lnTo>
                  <a:lnTo>
                    <a:pt x="7340651" y="126002"/>
                  </a:lnTo>
                  <a:lnTo>
                    <a:pt x="7259952" y="153596"/>
                  </a:lnTo>
                  <a:lnTo>
                    <a:pt x="7185080" y="184241"/>
                  </a:lnTo>
                  <a:lnTo>
                    <a:pt x="7116025" y="218257"/>
                  </a:lnTo>
                  <a:lnTo>
                    <a:pt x="7052384" y="256073"/>
                  </a:lnTo>
                  <a:lnTo>
                    <a:pt x="6993511" y="298212"/>
                  </a:lnTo>
                  <a:lnTo>
                    <a:pt x="6938624" y="345265"/>
                  </a:lnTo>
                  <a:lnTo>
                    <a:pt x="6886890" y="397842"/>
                  </a:lnTo>
                  <a:lnTo>
                    <a:pt x="6837493" y="456483"/>
                  </a:lnTo>
                  <a:lnTo>
                    <a:pt x="6789701" y="521521"/>
                  </a:lnTo>
                  <a:lnTo>
                    <a:pt x="6786527" y="526128"/>
                  </a:lnTo>
                  <a:lnTo>
                    <a:pt x="6750861" y="580307"/>
                  </a:lnTo>
                  <a:lnTo>
                    <a:pt x="6715523" y="638280"/>
                  </a:lnTo>
                  <a:lnTo>
                    <a:pt x="6680317" y="700122"/>
                  </a:lnTo>
                  <a:lnTo>
                    <a:pt x="6645086" y="765856"/>
                  </a:lnTo>
                  <a:lnTo>
                    <a:pt x="6609709" y="835442"/>
                  </a:lnTo>
                  <a:lnTo>
                    <a:pt x="6574099" y="908772"/>
                  </a:lnTo>
                  <a:lnTo>
                    <a:pt x="6538200" y="985670"/>
                  </a:lnTo>
                  <a:lnTo>
                    <a:pt x="6501981" y="1065884"/>
                  </a:lnTo>
                  <a:lnTo>
                    <a:pt x="6465439" y="1149090"/>
                  </a:lnTo>
                  <a:lnTo>
                    <a:pt x="6428593" y="1234895"/>
                  </a:lnTo>
                  <a:lnTo>
                    <a:pt x="6391481" y="1322841"/>
                  </a:lnTo>
                  <a:lnTo>
                    <a:pt x="6354159" y="1412417"/>
                  </a:lnTo>
                  <a:lnTo>
                    <a:pt x="6316695" y="1503070"/>
                  </a:lnTo>
                  <a:lnTo>
                    <a:pt x="6279165" y="1594214"/>
                  </a:lnTo>
                  <a:lnTo>
                    <a:pt x="6241649" y="1685255"/>
                  </a:lnTo>
                  <a:lnTo>
                    <a:pt x="6204226" y="1775599"/>
                  </a:lnTo>
                  <a:lnTo>
                    <a:pt x="6166970" y="1864670"/>
                  </a:lnTo>
                  <a:lnTo>
                    <a:pt x="6129945" y="1951928"/>
                  </a:lnTo>
                  <a:lnTo>
                    <a:pt x="6093201" y="2036879"/>
                  </a:lnTo>
                  <a:lnTo>
                    <a:pt x="6056770" y="2119088"/>
                  </a:lnTo>
                  <a:lnTo>
                    <a:pt x="6020664" y="2198184"/>
                  </a:lnTo>
                  <a:lnTo>
                    <a:pt x="5984870" y="2273868"/>
                  </a:lnTo>
                  <a:lnTo>
                    <a:pt x="5949349" y="2345915"/>
                  </a:lnTo>
                  <a:lnTo>
                    <a:pt x="5914034" y="2414172"/>
                  </a:lnTo>
                  <a:lnTo>
                    <a:pt x="5878827" y="2478556"/>
                  </a:lnTo>
                  <a:lnTo>
                    <a:pt x="5843595" y="2539050"/>
                  </a:lnTo>
                  <a:lnTo>
                    <a:pt x="5808168" y="2595694"/>
                  </a:lnTo>
                  <a:lnTo>
                    <a:pt x="5784835" y="2630640"/>
                  </a:lnTo>
                  <a:lnTo>
                    <a:pt x="5737127" y="2696111"/>
                  </a:lnTo>
                  <a:lnTo>
                    <a:pt x="5687860" y="2755176"/>
                  </a:lnTo>
                  <a:lnTo>
                    <a:pt x="5636309" y="2808145"/>
                  </a:lnTo>
                  <a:lnTo>
                    <a:pt x="5581660" y="2855551"/>
                  </a:lnTo>
                  <a:lnTo>
                    <a:pt x="5523080" y="2898001"/>
                  </a:lnTo>
                  <a:lnTo>
                    <a:pt x="5459782" y="2936091"/>
                  </a:lnTo>
                  <a:lnTo>
                    <a:pt x="5391108" y="2970348"/>
                  </a:lnTo>
                  <a:lnTo>
                    <a:pt x="5316633" y="3001208"/>
                  </a:lnTo>
                  <a:lnTo>
                    <a:pt x="5236316" y="3029000"/>
                  </a:lnTo>
                  <a:lnTo>
                    <a:pt x="5150667" y="3053938"/>
                  </a:lnTo>
                  <a:lnTo>
                    <a:pt x="5060930" y="3076126"/>
                  </a:lnTo>
                  <a:lnTo>
                    <a:pt x="4969224" y="3095576"/>
                  </a:lnTo>
                  <a:lnTo>
                    <a:pt x="4878566" y="3112237"/>
                  </a:lnTo>
                  <a:lnTo>
                    <a:pt x="4792688" y="3126046"/>
                  </a:lnTo>
                  <a:lnTo>
                    <a:pt x="4715608" y="3136986"/>
                  </a:lnTo>
                  <a:lnTo>
                    <a:pt x="4650960" y="3145147"/>
                  </a:lnTo>
                  <a:lnTo>
                    <a:pt x="4601261" y="3150763"/>
                  </a:lnTo>
                  <a:lnTo>
                    <a:pt x="4567308" y="3154215"/>
                  </a:lnTo>
                  <a:lnTo>
                    <a:pt x="4547898" y="3155998"/>
                  </a:lnTo>
                  <a:lnTo>
                    <a:pt x="4539906" y="3156664"/>
                  </a:lnTo>
                  <a:lnTo>
                    <a:pt x="4538543" y="3156768"/>
                  </a:lnTo>
                  <a:lnTo>
                    <a:pt x="4016409" y="3156768"/>
                  </a:lnTo>
                  <a:lnTo>
                    <a:pt x="4015202" y="3156710"/>
                  </a:lnTo>
                  <a:lnTo>
                    <a:pt x="4007300" y="3156295"/>
                  </a:lnTo>
                  <a:lnTo>
                    <a:pt x="3987510" y="3155148"/>
                  </a:lnTo>
                  <a:lnTo>
                    <a:pt x="3952463" y="3152893"/>
                  </a:lnTo>
                  <a:lnTo>
                    <a:pt x="3900906" y="3149197"/>
                  </a:lnTo>
                  <a:lnTo>
                    <a:pt x="3833777" y="3143805"/>
                  </a:lnTo>
                  <a:lnTo>
                    <a:pt x="3753876" y="3136565"/>
                  </a:lnTo>
                  <a:lnTo>
                    <a:pt x="3665172" y="3127423"/>
                  </a:lnTo>
                  <a:lnTo>
                    <a:pt x="3571972" y="3116397"/>
                  </a:lnTo>
                  <a:lnTo>
                    <a:pt x="3478200" y="3103530"/>
                  </a:lnTo>
                  <a:lnTo>
                    <a:pt x="3386945" y="3088852"/>
                  </a:lnTo>
                  <a:lnTo>
                    <a:pt x="3300301" y="3072345"/>
                  </a:lnTo>
                  <a:lnTo>
                    <a:pt x="3219427" y="3053921"/>
                  </a:lnTo>
                  <a:lnTo>
                    <a:pt x="3144713" y="3033418"/>
                  </a:lnTo>
                  <a:lnTo>
                    <a:pt x="3075992" y="3010594"/>
                  </a:lnTo>
                  <a:lnTo>
                    <a:pt x="3012728" y="2985134"/>
                  </a:lnTo>
                  <a:lnTo>
                    <a:pt x="2954158" y="2956664"/>
                  </a:lnTo>
                  <a:lnTo>
                    <a:pt x="2899412" y="2924772"/>
                  </a:lnTo>
                  <a:lnTo>
                    <a:pt x="2847597" y="2889057"/>
                  </a:lnTo>
                  <a:lnTo>
                    <a:pt x="2797866" y="2849200"/>
                  </a:lnTo>
                  <a:lnTo>
                    <a:pt x="2770117" y="2824526"/>
                  </a:lnTo>
                  <a:lnTo>
                    <a:pt x="2727951" y="2783778"/>
                  </a:lnTo>
                  <a:lnTo>
                    <a:pt x="2686191" y="2739662"/>
                  </a:lnTo>
                  <a:lnTo>
                    <a:pt x="2644531" y="2692112"/>
                  </a:lnTo>
                  <a:lnTo>
                    <a:pt x="2602738" y="2641134"/>
                  </a:lnTo>
                  <a:lnTo>
                    <a:pt x="2560649" y="2586814"/>
                  </a:lnTo>
                  <a:lnTo>
                    <a:pt x="2518160" y="2529327"/>
                  </a:lnTo>
                  <a:lnTo>
                    <a:pt x="2475224" y="2468935"/>
                  </a:lnTo>
                  <a:lnTo>
                    <a:pt x="2431840" y="2405991"/>
                  </a:lnTo>
                  <a:lnTo>
                    <a:pt x="2388053" y="2340934"/>
                  </a:lnTo>
                  <a:lnTo>
                    <a:pt x="2343943" y="2274273"/>
                  </a:lnTo>
                  <a:lnTo>
                    <a:pt x="2299618" y="2206579"/>
                  </a:lnTo>
                  <a:lnTo>
                    <a:pt x="2255202" y="2138459"/>
                  </a:lnTo>
                  <a:lnTo>
                    <a:pt x="2210828" y="2070536"/>
                  </a:lnTo>
                  <a:lnTo>
                    <a:pt x="2166625" y="2003428"/>
                  </a:lnTo>
                  <a:lnTo>
                    <a:pt x="2122709" y="1937720"/>
                  </a:lnTo>
                  <a:lnTo>
                    <a:pt x="2079170" y="1873947"/>
                  </a:lnTo>
                  <a:lnTo>
                    <a:pt x="2036067" y="1812574"/>
                  </a:lnTo>
                  <a:lnTo>
                    <a:pt x="1993417" y="1753987"/>
                  </a:lnTo>
                  <a:lnTo>
                    <a:pt x="1951191" y="1698481"/>
                  </a:lnTo>
                  <a:lnTo>
                    <a:pt x="1909305" y="1646264"/>
                  </a:lnTo>
                  <a:lnTo>
                    <a:pt x="1867619" y="1597452"/>
                  </a:lnTo>
                  <a:lnTo>
                    <a:pt x="1825928" y="1552081"/>
                  </a:lnTo>
                  <a:lnTo>
                    <a:pt x="1783951" y="1510110"/>
                  </a:lnTo>
                  <a:lnTo>
                    <a:pt x="1768425" y="1495559"/>
                  </a:lnTo>
                  <a:lnTo>
                    <a:pt x="1719550" y="1453268"/>
                  </a:lnTo>
                  <a:lnTo>
                    <a:pt x="1669022" y="1415216"/>
                  </a:lnTo>
                  <a:lnTo>
                    <a:pt x="1616058" y="1381187"/>
                  </a:lnTo>
                  <a:lnTo>
                    <a:pt x="1559782" y="1350814"/>
                  </a:lnTo>
                  <a:lnTo>
                    <a:pt x="1499300" y="1323684"/>
                  </a:lnTo>
                  <a:lnTo>
                    <a:pt x="1433779" y="1299397"/>
                  </a:lnTo>
                  <a:lnTo>
                    <a:pt x="1362536" y="1277604"/>
                  </a:lnTo>
                  <a:lnTo>
                    <a:pt x="1285172" y="1258018"/>
                  </a:lnTo>
                  <a:lnTo>
                    <a:pt x="1201734" y="1240431"/>
                  </a:lnTo>
                  <a:lnTo>
                    <a:pt x="1112920" y="1224715"/>
                  </a:lnTo>
                  <a:lnTo>
                    <a:pt x="1020270" y="1210813"/>
                  </a:lnTo>
                  <a:lnTo>
                    <a:pt x="926310" y="1198730"/>
                  </a:lnTo>
                  <a:lnTo>
                    <a:pt x="834522" y="1188508"/>
                  </a:lnTo>
                  <a:lnTo>
                    <a:pt x="749067" y="1180183"/>
                  </a:lnTo>
                  <a:lnTo>
                    <a:pt x="674208" y="1173747"/>
                  </a:lnTo>
                  <a:lnTo>
                    <a:pt x="613511" y="1169107"/>
                  </a:lnTo>
                  <a:lnTo>
                    <a:pt x="569046" y="1166066"/>
                  </a:lnTo>
                  <a:lnTo>
                    <a:pt x="540826" y="1164331"/>
                  </a:lnTo>
                  <a:lnTo>
                    <a:pt x="526661" y="1163544"/>
                  </a:lnTo>
                  <a:lnTo>
                    <a:pt x="522363" y="1163327"/>
                  </a:lnTo>
                  <a:lnTo>
                    <a:pt x="522133" y="1163317"/>
                  </a:lnTo>
                  <a:lnTo>
                    <a:pt x="0" y="1163317"/>
                  </a:lnTo>
                  <a:close/>
                </a:path>
              </a:pathLst>
            </a:custGeom>
            <a:solidFill>
              <a:srgbClr val="8FA8D6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195" name="pl195"/>
            <p:cNvSpPr/>
            <p:nvPr/>
          </p:nvSpPr>
          <p:spPr>
            <a:xfrm>
              <a:off x="386606" y="1304135"/>
              <a:ext cx="8554953" cy="3156768"/>
            </a:xfrm>
            <a:custGeom>
              <a:avLst/>
              <a:pathLst>
                <a:path w="8554953" h="3156768">
                  <a:moveTo>
                    <a:pt x="0" y="1163317"/>
                  </a:moveTo>
                  <a:lnTo>
                    <a:pt x="522133" y="1163317"/>
                  </a:lnTo>
                  <a:lnTo>
                    <a:pt x="523340" y="1163375"/>
                  </a:lnTo>
                  <a:lnTo>
                    <a:pt x="531242" y="1163790"/>
                  </a:lnTo>
                  <a:lnTo>
                    <a:pt x="551032" y="1164937"/>
                  </a:lnTo>
                  <a:lnTo>
                    <a:pt x="586079" y="1167192"/>
                  </a:lnTo>
                  <a:lnTo>
                    <a:pt x="637636" y="1170888"/>
                  </a:lnTo>
                  <a:lnTo>
                    <a:pt x="704765" y="1176280"/>
                  </a:lnTo>
                  <a:lnTo>
                    <a:pt x="784667" y="1183520"/>
                  </a:lnTo>
                  <a:lnTo>
                    <a:pt x="873371" y="1192662"/>
                  </a:lnTo>
                  <a:lnTo>
                    <a:pt x="966570" y="1203688"/>
                  </a:lnTo>
                  <a:lnTo>
                    <a:pt x="1060342" y="1216555"/>
                  </a:lnTo>
                  <a:lnTo>
                    <a:pt x="1151597" y="1231233"/>
                  </a:lnTo>
                  <a:lnTo>
                    <a:pt x="1238241" y="1247740"/>
                  </a:lnTo>
                  <a:lnTo>
                    <a:pt x="1319116" y="1266164"/>
                  </a:lnTo>
                  <a:lnTo>
                    <a:pt x="1393830" y="1286667"/>
                  </a:lnTo>
                  <a:lnTo>
                    <a:pt x="1462550" y="1309491"/>
                  </a:lnTo>
                  <a:lnTo>
                    <a:pt x="1525815" y="1334951"/>
                  </a:lnTo>
                  <a:lnTo>
                    <a:pt x="1584385" y="1363421"/>
                  </a:lnTo>
                  <a:lnTo>
                    <a:pt x="1639130" y="1395313"/>
                  </a:lnTo>
                  <a:lnTo>
                    <a:pt x="1690945" y="1431028"/>
                  </a:lnTo>
                  <a:lnTo>
                    <a:pt x="1740676" y="1470885"/>
                  </a:lnTo>
                  <a:lnTo>
                    <a:pt x="1768425" y="1495559"/>
                  </a:lnTo>
                  <a:lnTo>
                    <a:pt x="1810592" y="1536307"/>
                  </a:lnTo>
                  <a:lnTo>
                    <a:pt x="1852351" y="1580423"/>
                  </a:lnTo>
                  <a:lnTo>
                    <a:pt x="1894012" y="1627973"/>
                  </a:lnTo>
                  <a:lnTo>
                    <a:pt x="1935804" y="1678951"/>
                  </a:lnTo>
                  <a:lnTo>
                    <a:pt x="1977893" y="1733271"/>
                  </a:lnTo>
                  <a:lnTo>
                    <a:pt x="2020382" y="1790758"/>
                  </a:lnTo>
                  <a:lnTo>
                    <a:pt x="2063319" y="1851150"/>
                  </a:lnTo>
                  <a:lnTo>
                    <a:pt x="2106703" y="1914094"/>
                  </a:lnTo>
                  <a:lnTo>
                    <a:pt x="2150489" y="1979151"/>
                  </a:lnTo>
                  <a:lnTo>
                    <a:pt x="2194599" y="2045812"/>
                  </a:lnTo>
                  <a:lnTo>
                    <a:pt x="2238925" y="2113506"/>
                  </a:lnTo>
                  <a:lnTo>
                    <a:pt x="2283341" y="2181626"/>
                  </a:lnTo>
                  <a:lnTo>
                    <a:pt x="2327714" y="2249549"/>
                  </a:lnTo>
                  <a:lnTo>
                    <a:pt x="2371917" y="2316657"/>
                  </a:lnTo>
                  <a:lnTo>
                    <a:pt x="2415833" y="2382365"/>
                  </a:lnTo>
                  <a:lnTo>
                    <a:pt x="2459372" y="2446138"/>
                  </a:lnTo>
                  <a:lnTo>
                    <a:pt x="2502475" y="2507511"/>
                  </a:lnTo>
                  <a:lnTo>
                    <a:pt x="2545125" y="2566098"/>
                  </a:lnTo>
                  <a:lnTo>
                    <a:pt x="2587351" y="2621604"/>
                  </a:lnTo>
                  <a:lnTo>
                    <a:pt x="2629237" y="2673821"/>
                  </a:lnTo>
                  <a:lnTo>
                    <a:pt x="2670923" y="2722632"/>
                  </a:lnTo>
                  <a:lnTo>
                    <a:pt x="2712615" y="2768004"/>
                  </a:lnTo>
                  <a:lnTo>
                    <a:pt x="2754591" y="2809974"/>
                  </a:lnTo>
                  <a:lnTo>
                    <a:pt x="2770117" y="2824526"/>
                  </a:lnTo>
                  <a:lnTo>
                    <a:pt x="2818993" y="2866817"/>
                  </a:lnTo>
                  <a:lnTo>
                    <a:pt x="2869520" y="2904869"/>
                  </a:lnTo>
                  <a:lnTo>
                    <a:pt x="2922484" y="2938898"/>
                  </a:lnTo>
                  <a:lnTo>
                    <a:pt x="2978760" y="2969271"/>
                  </a:lnTo>
                  <a:lnTo>
                    <a:pt x="3039242" y="2996401"/>
                  </a:lnTo>
                  <a:lnTo>
                    <a:pt x="3104763" y="3020687"/>
                  </a:lnTo>
                  <a:lnTo>
                    <a:pt x="3176006" y="3042481"/>
                  </a:lnTo>
                  <a:lnTo>
                    <a:pt x="3253371" y="3062067"/>
                  </a:lnTo>
                  <a:lnTo>
                    <a:pt x="3336808" y="3079653"/>
                  </a:lnTo>
                  <a:lnTo>
                    <a:pt x="3425622" y="3095370"/>
                  </a:lnTo>
                  <a:lnTo>
                    <a:pt x="3518272" y="3109272"/>
                  </a:lnTo>
                  <a:lnTo>
                    <a:pt x="3612233" y="3121355"/>
                  </a:lnTo>
                  <a:lnTo>
                    <a:pt x="3704021" y="3131577"/>
                  </a:lnTo>
                  <a:lnTo>
                    <a:pt x="3789475" y="3139902"/>
                  </a:lnTo>
                  <a:lnTo>
                    <a:pt x="3864335" y="3146338"/>
                  </a:lnTo>
                  <a:lnTo>
                    <a:pt x="3925031" y="3150978"/>
                  </a:lnTo>
                  <a:lnTo>
                    <a:pt x="3969497" y="3154019"/>
                  </a:lnTo>
                  <a:lnTo>
                    <a:pt x="3997717" y="3155754"/>
                  </a:lnTo>
                  <a:lnTo>
                    <a:pt x="4011881" y="3156541"/>
                  </a:lnTo>
                  <a:lnTo>
                    <a:pt x="4016179" y="3156757"/>
                  </a:lnTo>
                  <a:lnTo>
                    <a:pt x="4016409" y="3156768"/>
                  </a:lnTo>
                  <a:lnTo>
                    <a:pt x="4538543" y="3156768"/>
                  </a:lnTo>
                  <a:lnTo>
                    <a:pt x="4539668" y="3156682"/>
                  </a:lnTo>
                  <a:lnTo>
                    <a:pt x="4547047" y="3156071"/>
                  </a:lnTo>
                  <a:lnTo>
                    <a:pt x="4565570" y="3154381"/>
                  </a:lnTo>
                  <a:lnTo>
                    <a:pt x="4598485" y="3151058"/>
                  </a:lnTo>
                  <a:lnTo>
                    <a:pt x="4647128" y="3145601"/>
                  </a:lnTo>
                  <a:lnTo>
                    <a:pt x="4710832" y="3137621"/>
                  </a:lnTo>
                  <a:lnTo>
                    <a:pt x="4787182" y="3126872"/>
                  </a:lnTo>
                  <a:lnTo>
                    <a:pt x="4872593" y="3113256"/>
                  </a:lnTo>
                  <a:lnTo>
                    <a:pt x="4963053" y="3096785"/>
                  </a:lnTo>
                  <a:lnTo>
                    <a:pt x="5054793" y="3077521"/>
                  </a:lnTo>
                  <a:lnTo>
                    <a:pt x="5144739" y="3055516"/>
                  </a:lnTo>
                  <a:lnTo>
                    <a:pt x="5230711" y="3030766"/>
                  </a:lnTo>
                  <a:lnTo>
                    <a:pt x="5311410" y="3003172"/>
                  </a:lnTo>
                  <a:lnTo>
                    <a:pt x="5386282" y="2972527"/>
                  </a:lnTo>
                  <a:lnTo>
                    <a:pt x="5455337" y="2938511"/>
                  </a:lnTo>
                  <a:lnTo>
                    <a:pt x="5518977" y="2900695"/>
                  </a:lnTo>
                  <a:lnTo>
                    <a:pt x="5577851" y="2858556"/>
                  </a:lnTo>
                  <a:lnTo>
                    <a:pt x="5632738" y="2811502"/>
                  </a:lnTo>
                  <a:lnTo>
                    <a:pt x="5684472" y="2758926"/>
                  </a:lnTo>
                  <a:lnTo>
                    <a:pt x="5733869" y="2700284"/>
                  </a:lnTo>
                  <a:lnTo>
                    <a:pt x="5781661" y="2635247"/>
                  </a:lnTo>
                  <a:lnTo>
                    <a:pt x="5784835" y="2630640"/>
                  </a:lnTo>
                  <a:lnTo>
                    <a:pt x="5820501" y="2576460"/>
                  </a:lnTo>
                  <a:lnTo>
                    <a:pt x="5855839" y="2518488"/>
                  </a:lnTo>
                  <a:lnTo>
                    <a:pt x="5891045" y="2456646"/>
                  </a:lnTo>
                  <a:lnTo>
                    <a:pt x="5926276" y="2390912"/>
                  </a:lnTo>
                  <a:lnTo>
                    <a:pt x="5961653" y="2321326"/>
                  </a:lnTo>
                  <a:lnTo>
                    <a:pt x="5997262" y="2247995"/>
                  </a:lnTo>
                  <a:lnTo>
                    <a:pt x="6033162" y="2171097"/>
                  </a:lnTo>
                  <a:lnTo>
                    <a:pt x="6069381" y="2090883"/>
                  </a:lnTo>
                  <a:lnTo>
                    <a:pt x="6105923" y="2007677"/>
                  </a:lnTo>
                  <a:lnTo>
                    <a:pt x="6142769" y="1921873"/>
                  </a:lnTo>
                  <a:lnTo>
                    <a:pt x="6179881" y="1833926"/>
                  </a:lnTo>
                  <a:lnTo>
                    <a:pt x="6217203" y="1744350"/>
                  </a:lnTo>
                  <a:lnTo>
                    <a:pt x="6254667" y="1653698"/>
                  </a:lnTo>
                  <a:lnTo>
                    <a:pt x="6292197" y="1562553"/>
                  </a:lnTo>
                  <a:lnTo>
                    <a:pt x="6329713" y="1471512"/>
                  </a:lnTo>
                  <a:lnTo>
                    <a:pt x="6367136" y="1381169"/>
                  </a:lnTo>
                  <a:lnTo>
                    <a:pt x="6404392" y="1292098"/>
                  </a:lnTo>
                  <a:lnTo>
                    <a:pt x="6441417" y="1204839"/>
                  </a:lnTo>
                  <a:lnTo>
                    <a:pt x="6478161" y="1119888"/>
                  </a:lnTo>
                  <a:lnTo>
                    <a:pt x="6514592" y="1037680"/>
                  </a:lnTo>
                  <a:lnTo>
                    <a:pt x="6550698" y="958584"/>
                  </a:lnTo>
                  <a:lnTo>
                    <a:pt x="6586492" y="882900"/>
                  </a:lnTo>
                  <a:lnTo>
                    <a:pt x="6622013" y="810852"/>
                  </a:lnTo>
                  <a:lnTo>
                    <a:pt x="6657328" y="742595"/>
                  </a:lnTo>
                  <a:lnTo>
                    <a:pt x="6692535" y="678211"/>
                  </a:lnTo>
                  <a:lnTo>
                    <a:pt x="6727767" y="617718"/>
                  </a:lnTo>
                  <a:lnTo>
                    <a:pt x="6763194" y="561074"/>
                  </a:lnTo>
                  <a:lnTo>
                    <a:pt x="6786527" y="526128"/>
                  </a:lnTo>
                  <a:lnTo>
                    <a:pt x="6834235" y="460657"/>
                  </a:lnTo>
                  <a:lnTo>
                    <a:pt x="6883502" y="401592"/>
                  </a:lnTo>
                  <a:lnTo>
                    <a:pt x="6935053" y="348623"/>
                  </a:lnTo>
                  <a:lnTo>
                    <a:pt x="6989702" y="301217"/>
                  </a:lnTo>
                  <a:lnTo>
                    <a:pt x="7048282" y="258766"/>
                  </a:lnTo>
                  <a:lnTo>
                    <a:pt x="7111580" y="220677"/>
                  </a:lnTo>
                  <a:lnTo>
                    <a:pt x="7180254" y="186420"/>
                  </a:lnTo>
                  <a:lnTo>
                    <a:pt x="7254729" y="155559"/>
                  </a:lnTo>
                  <a:lnTo>
                    <a:pt x="7335046" y="127767"/>
                  </a:lnTo>
                  <a:lnTo>
                    <a:pt x="7420695" y="102830"/>
                  </a:lnTo>
                  <a:lnTo>
                    <a:pt x="7510432" y="80642"/>
                  </a:lnTo>
                  <a:lnTo>
                    <a:pt x="7602138" y="61192"/>
                  </a:lnTo>
                  <a:lnTo>
                    <a:pt x="7692796" y="44531"/>
                  </a:lnTo>
                  <a:lnTo>
                    <a:pt x="7778674" y="30722"/>
                  </a:lnTo>
                  <a:lnTo>
                    <a:pt x="7855754" y="19782"/>
                  </a:lnTo>
                  <a:lnTo>
                    <a:pt x="7920402" y="11620"/>
                  </a:lnTo>
                  <a:lnTo>
                    <a:pt x="7970101" y="6005"/>
                  </a:lnTo>
                  <a:lnTo>
                    <a:pt x="8004054" y="2553"/>
                  </a:lnTo>
                  <a:lnTo>
                    <a:pt x="8023464" y="770"/>
                  </a:lnTo>
                  <a:lnTo>
                    <a:pt x="8031456" y="104"/>
                  </a:lnTo>
                  <a:lnTo>
                    <a:pt x="8032819" y="0"/>
                  </a:lnTo>
                  <a:lnTo>
                    <a:pt x="8032819" y="0"/>
                  </a:lnTo>
                  <a:lnTo>
                    <a:pt x="8554953" y="0"/>
                  </a:lnTo>
                  <a:lnTo>
                    <a:pt x="8554953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96" name="pl196"/>
            <p:cNvSpPr/>
            <p:nvPr/>
          </p:nvSpPr>
          <p:spPr>
            <a:xfrm>
              <a:off x="386606" y="1298488"/>
              <a:ext cx="8554953" cy="3156768"/>
            </a:xfrm>
            <a:custGeom>
              <a:avLst/>
              <a:pathLst>
                <a:path w="8554953" h="3156768">
                  <a:moveTo>
                    <a:pt x="8554953" y="0"/>
                  </a:moveTo>
                  <a:lnTo>
                    <a:pt x="8032819" y="0"/>
                  </a:lnTo>
                  <a:lnTo>
                    <a:pt x="8031694" y="85"/>
                  </a:lnTo>
                  <a:lnTo>
                    <a:pt x="8024315" y="696"/>
                  </a:lnTo>
                  <a:lnTo>
                    <a:pt x="8005791" y="2387"/>
                  </a:lnTo>
                  <a:lnTo>
                    <a:pt x="7972877" y="5710"/>
                  </a:lnTo>
                  <a:lnTo>
                    <a:pt x="7924234" y="11166"/>
                  </a:lnTo>
                  <a:lnTo>
                    <a:pt x="7860530" y="19147"/>
                  </a:lnTo>
                  <a:lnTo>
                    <a:pt x="7784180" y="29896"/>
                  </a:lnTo>
                  <a:lnTo>
                    <a:pt x="7698769" y="43512"/>
                  </a:lnTo>
                  <a:lnTo>
                    <a:pt x="7608309" y="59983"/>
                  </a:lnTo>
                  <a:lnTo>
                    <a:pt x="7516569" y="79247"/>
                  </a:lnTo>
                  <a:lnTo>
                    <a:pt x="7426623" y="101251"/>
                  </a:lnTo>
                  <a:lnTo>
                    <a:pt x="7340651" y="126002"/>
                  </a:lnTo>
                  <a:lnTo>
                    <a:pt x="7259952" y="153596"/>
                  </a:lnTo>
                  <a:lnTo>
                    <a:pt x="7185080" y="184241"/>
                  </a:lnTo>
                  <a:lnTo>
                    <a:pt x="7116025" y="218257"/>
                  </a:lnTo>
                  <a:lnTo>
                    <a:pt x="7052384" y="256073"/>
                  </a:lnTo>
                  <a:lnTo>
                    <a:pt x="6993511" y="298212"/>
                  </a:lnTo>
                  <a:lnTo>
                    <a:pt x="6938624" y="345265"/>
                  </a:lnTo>
                  <a:lnTo>
                    <a:pt x="6886890" y="397842"/>
                  </a:lnTo>
                  <a:lnTo>
                    <a:pt x="6837493" y="456483"/>
                  </a:lnTo>
                  <a:lnTo>
                    <a:pt x="6789701" y="521521"/>
                  </a:lnTo>
                  <a:lnTo>
                    <a:pt x="6786527" y="526128"/>
                  </a:lnTo>
                  <a:lnTo>
                    <a:pt x="6750861" y="580307"/>
                  </a:lnTo>
                  <a:lnTo>
                    <a:pt x="6715523" y="638280"/>
                  </a:lnTo>
                  <a:lnTo>
                    <a:pt x="6680317" y="700122"/>
                  </a:lnTo>
                  <a:lnTo>
                    <a:pt x="6645086" y="765856"/>
                  </a:lnTo>
                  <a:lnTo>
                    <a:pt x="6609709" y="835442"/>
                  </a:lnTo>
                  <a:lnTo>
                    <a:pt x="6574099" y="908772"/>
                  </a:lnTo>
                  <a:lnTo>
                    <a:pt x="6538200" y="985670"/>
                  </a:lnTo>
                  <a:lnTo>
                    <a:pt x="6501981" y="1065884"/>
                  </a:lnTo>
                  <a:lnTo>
                    <a:pt x="6465439" y="1149090"/>
                  </a:lnTo>
                  <a:lnTo>
                    <a:pt x="6428593" y="1234895"/>
                  </a:lnTo>
                  <a:lnTo>
                    <a:pt x="6391481" y="1322841"/>
                  </a:lnTo>
                  <a:lnTo>
                    <a:pt x="6354159" y="1412417"/>
                  </a:lnTo>
                  <a:lnTo>
                    <a:pt x="6316695" y="1503070"/>
                  </a:lnTo>
                  <a:lnTo>
                    <a:pt x="6279165" y="1594214"/>
                  </a:lnTo>
                  <a:lnTo>
                    <a:pt x="6241649" y="1685255"/>
                  </a:lnTo>
                  <a:lnTo>
                    <a:pt x="6204226" y="1775599"/>
                  </a:lnTo>
                  <a:lnTo>
                    <a:pt x="6166970" y="1864670"/>
                  </a:lnTo>
                  <a:lnTo>
                    <a:pt x="6129945" y="1951928"/>
                  </a:lnTo>
                  <a:lnTo>
                    <a:pt x="6093201" y="2036879"/>
                  </a:lnTo>
                  <a:lnTo>
                    <a:pt x="6056770" y="2119088"/>
                  </a:lnTo>
                  <a:lnTo>
                    <a:pt x="6020664" y="2198184"/>
                  </a:lnTo>
                  <a:lnTo>
                    <a:pt x="5984870" y="2273868"/>
                  </a:lnTo>
                  <a:lnTo>
                    <a:pt x="5949349" y="2345915"/>
                  </a:lnTo>
                  <a:lnTo>
                    <a:pt x="5914034" y="2414172"/>
                  </a:lnTo>
                  <a:lnTo>
                    <a:pt x="5878827" y="2478556"/>
                  </a:lnTo>
                  <a:lnTo>
                    <a:pt x="5843595" y="2539050"/>
                  </a:lnTo>
                  <a:lnTo>
                    <a:pt x="5808168" y="2595694"/>
                  </a:lnTo>
                  <a:lnTo>
                    <a:pt x="5784835" y="2630640"/>
                  </a:lnTo>
                  <a:lnTo>
                    <a:pt x="5737127" y="2696111"/>
                  </a:lnTo>
                  <a:lnTo>
                    <a:pt x="5687860" y="2755176"/>
                  </a:lnTo>
                  <a:lnTo>
                    <a:pt x="5636309" y="2808145"/>
                  </a:lnTo>
                  <a:lnTo>
                    <a:pt x="5581660" y="2855551"/>
                  </a:lnTo>
                  <a:lnTo>
                    <a:pt x="5523080" y="2898001"/>
                  </a:lnTo>
                  <a:lnTo>
                    <a:pt x="5459782" y="2936091"/>
                  </a:lnTo>
                  <a:lnTo>
                    <a:pt x="5391108" y="2970348"/>
                  </a:lnTo>
                  <a:lnTo>
                    <a:pt x="5316633" y="3001208"/>
                  </a:lnTo>
                  <a:lnTo>
                    <a:pt x="5236316" y="3029000"/>
                  </a:lnTo>
                  <a:lnTo>
                    <a:pt x="5150667" y="3053938"/>
                  </a:lnTo>
                  <a:lnTo>
                    <a:pt x="5060930" y="3076126"/>
                  </a:lnTo>
                  <a:lnTo>
                    <a:pt x="4969224" y="3095576"/>
                  </a:lnTo>
                  <a:lnTo>
                    <a:pt x="4878566" y="3112237"/>
                  </a:lnTo>
                  <a:lnTo>
                    <a:pt x="4792688" y="3126046"/>
                  </a:lnTo>
                  <a:lnTo>
                    <a:pt x="4715608" y="3136986"/>
                  </a:lnTo>
                  <a:lnTo>
                    <a:pt x="4650960" y="3145147"/>
                  </a:lnTo>
                  <a:lnTo>
                    <a:pt x="4601261" y="3150763"/>
                  </a:lnTo>
                  <a:lnTo>
                    <a:pt x="4567308" y="3154215"/>
                  </a:lnTo>
                  <a:lnTo>
                    <a:pt x="4547898" y="3155998"/>
                  </a:lnTo>
                  <a:lnTo>
                    <a:pt x="4539906" y="3156664"/>
                  </a:lnTo>
                  <a:lnTo>
                    <a:pt x="4538543" y="3156768"/>
                  </a:lnTo>
                  <a:lnTo>
                    <a:pt x="4538543" y="3156768"/>
                  </a:lnTo>
                  <a:lnTo>
                    <a:pt x="4016409" y="3156768"/>
                  </a:lnTo>
                  <a:lnTo>
                    <a:pt x="4015202" y="3156710"/>
                  </a:lnTo>
                  <a:lnTo>
                    <a:pt x="4007300" y="3156295"/>
                  </a:lnTo>
                  <a:lnTo>
                    <a:pt x="3987510" y="3155148"/>
                  </a:lnTo>
                  <a:lnTo>
                    <a:pt x="3952463" y="3152893"/>
                  </a:lnTo>
                  <a:lnTo>
                    <a:pt x="3900906" y="3149197"/>
                  </a:lnTo>
                  <a:lnTo>
                    <a:pt x="3833777" y="3143805"/>
                  </a:lnTo>
                  <a:lnTo>
                    <a:pt x="3753876" y="3136565"/>
                  </a:lnTo>
                  <a:lnTo>
                    <a:pt x="3665172" y="3127423"/>
                  </a:lnTo>
                  <a:lnTo>
                    <a:pt x="3571972" y="3116397"/>
                  </a:lnTo>
                  <a:lnTo>
                    <a:pt x="3478200" y="3103530"/>
                  </a:lnTo>
                  <a:lnTo>
                    <a:pt x="3386945" y="3088852"/>
                  </a:lnTo>
                  <a:lnTo>
                    <a:pt x="3300301" y="3072345"/>
                  </a:lnTo>
                  <a:lnTo>
                    <a:pt x="3219427" y="3053921"/>
                  </a:lnTo>
                  <a:lnTo>
                    <a:pt x="3144713" y="3033418"/>
                  </a:lnTo>
                  <a:lnTo>
                    <a:pt x="3075992" y="3010594"/>
                  </a:lnTo>
                  <a:lnTo>
                    <a:pt x="3012728" y="2985134"/>
                  </a:lnTo>
                  <a:lnTo>
                    <a:pt x="2954158" y="2956664"/>
                  </a:lnTo>
                  <a:lnTo>
                    <a:pt x="2899412" y="2924772"/>
                  </a:lnTo>
                  <a:lnTo>
                    <a:pt x="2847597" y="2889057"/>
                  </a:lnTo>
                  <a:lnTo>
                    <a:pt x="2797866" y="2849200"/>
                  </a:lnTo>
                  <a:lnTo>
                    <a:pt x="2770117" y="2824526"/>
                  </a:lnTo>
                  <a:lnTo>
                    <a:pt x="2727951" y="2783778"/>
                  </a:lnTo>
                  <a:lnTo>
                    <a:pt x="2686191" y="2739662"/>
                  </a:lnTo>
                  <a:lnTo>
                    <a:pt x="2644531" y="2692112"/>
                  </a:lnTo>
                  <a:lnTo>
                    <a:pt x="2602738" y="2641134"/>
                  </a:lnTo>
                  <a:lnTo>
                    <a:pt x="2560649" y="2586814"/>
                  </a:lnTo>
                  <a:lnTo>
                    <a:pt x="2518160" y="2529327"/>
                  </a:lnTo>
                  <a:lnTo>
                    <a:pt x="2475224" y="2468935"/>
                  </a:lnTo>
                  <a:lnTo>
                    <a:pt x="2431840" y="2405991"/>
                  </a:lnTo>
                  <a:lnTo>
                    <a:pt x="2388053" y="2340934"/>
                  </a:lnTo>
                  <a:lnTo>
                    <a:pt x="2343943" y="2274273"/>
                  </a:lnTo>
                  <a:lnTo>
                    <a:pt x="2299618" y="2206579"/>
                  </a:lnTo>
                  <a:lnTo>
                    <a:pt x="2255202" y="2138459"/>
                  </a:lnTo>
                  <a:lnTo>
                    <a:pt x="2210828" y="2070536"/>
                  </a:lnTo>
                  <a:lnTo>
                    <a:pt x="2166625" y="2003428"/>
                  </a:lnTo>
                  <a:lnTo>
                    <a:pt x="2122709" y="1937720"/>
                  </a:lnTo>
                  <a:lnTo>
                    <a:pt x="2079170" y="1873947"/>
                  </a:lnTo>
                  <a:lnTo>
                    <a:pt x="2036067" y="1812574"/>
                  </a:lnTo>
                  <a:lnTo>
                    <a:pt x="1993417" y="1753987"/>
                  </a:lnTo>
                  <a:lnTo>
                    <a:pt x="1951191" y="1698481"/>
                  </a:lnTo>
                  <a:lnTo>
                    <a:pt x="1909305" y="1646264"/>
                  </a:lnTo>
                  <a:lnTo>
                    <a:pt x="1867619" y="1597452"/>
                  </a:lnTo>
                  <a:lnTo>
                    <a:pt x="1825928" y="1552081"/>
                  </a:lnTo>
                  <a:lnTo>
                    <a:pt x="1783951" y="1510110"/>
                  </a:lnTo>
                  <a:lnTo>
                    <a:pt x="1768425" y="1495559"/>
                  </a:lnTo>
                  <a:lnTo>
                    <a:pt x="1719550" y="1453268"/>
                  </a:lnTo>
                  <a:lnTo>
                    <a:pt x="1669022" y="1415216"/>
                  </a:lnTo>
                  <a:lnTo>
                    <a:pt x="1616058" y="1381187"/>
                  </a:lnTo>
                  <a:lnTo>
                    <a:pt x="1559782" y="1350814"/>
                  </a:lnTo>
                  <a:lnTo>
                    <a:pt x="1499300" y="1323684"/>
                  </a:lnTo>
                  <a:lnTo>
                    <a:pt x="1433779" y="1299397"/>
                  </a:lnTo>
                  <a:lnTo>
                    <a:pt x="1362536" y="1277604"/>
                  </a:lnTo>
                  <a:lnTo>
                    <a:pt x="1285172" y="1258018"/>
                  </a:lnTo>
                  <a:lnTo>
                    <a:pt x="1201734" y="1240431"/>
                  </a:lnTo>
                  <a:lnTo>
                    <a:pt x="1112920" y="1224715"/>
                  </a:lnTo>
                  <a:lnTo>
                    <a:pt x="1020270" y="1210813"/>
                  </a:lnTo>
                  <a:lnTo>
                    <a:pt x="926310" y="1198730"/>
                  </a:lnTo>
                  <a:lnTo>
                    <a:pt x="834522" y="1188508"/>
                  </a:lnTo>
                  <a:lnTo>
                    <a:pt x="749067" y="1180183"/>
                  </a:lnTo>
                  <a:lnTo>
                    <a:pt x="674208" y="1173747"/>
                  </a:lnTo>
                  <a:lnTo>
                    <a:pt x="613511" y="1169107"/>
                  </a:lnTo>
                  <a:lnTo>
                    <a:pt x="569046" y="1166066"/>
                  </a:lnTo>
                  <a:lnTo>
                    <a:pt x="540826" y="1164331"/>
                  </a:lnTo>
                  <a:lnTo>
                    <a:pt x="526661" y="1163544"/>
                  </a:lnTo>
                  <a:lnTo>
                    <a:pt x="522363" y="1163327"/>
                  </a:lnTo>
                  <a:lnTo>
                    <a:pt x="522133" y="1163317"/>
                  </a:lnTo>
                  <a:lnTo>
                    <a:pt x="0" y="1163317"/>
                  </a:lnTo>
                  <a:lnTo>
                    <a:pt x="0" y="1163317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97" name="pg197"/>
            <p:cNvSpPr/>
            <p:nvPr/>
          </p:nvSpPr>
          <p:spPr>
            <a:xfrm>
              <a:off x="386606" y="1738968"/>
              <a:ext cx="8554953" cy="2733230"/>
            </a:xfrm>
            <a:custGeom>
              <a:avLst/>
              <a:pathLst>
                <a:path w="8554953" h="2733230">
                  <a:moveTo>
                    <a:pt x="0" y="734132"/>
                  </a:moveTo>
                  <a:lnTo>
                    <a:pt x="522133" y="734132"/>
                  </a:lnTo>
                  <a:lnTo>
                    <a:pt x="523340" y="734190"/>
                  </a:lnTo>
                  <a:lnTo>
                    <a:pt x="531240" y="734606"/>
                  </a:lnTo>
                  <a:lnTo>
                    <a:pt x="551024" y="735756"/>
                  </a:lnTo>
                  <a:lnTo>
                    <a:pt x="586063" y="738017"/>
                  </a:lnTo>
                  <a:lnTo>
                    <a:pt x="637608" y="741722"/>
                  </a:lnTo>
                  <a:lnTo>
                    <a:pt x="704724" y="747128"/>
                  </a:lnTo>
                  <a:lnTo>
                    <a:pt x="784611" y="754387"/>
                  </a:lnTo>
                  <a:lnTo>
                    <a:pt x="873302" y="763552"/>
                  </a:lnTo>
                  <a:lnTo>
                    <a:pt x="966491" y="774607"/>
                  </a:lnTo>
                  <a:lnTo>
                    <a:pt x="1060255" y="787507"/>
                  </a:lnTo>
                  <a:lnTo>
                    <a:pt x="1151505" y="802224"/>
                  </a:lnTo>
                  <a:lnTo>
                    <a:pt x="1238146" y="818775"/>
                  </a:lnTo>
                  <a:lnTo>
                    <a:pt x="1319020" y="837246"/>
                  </a:lnTo>
                  <a:lnTo>
                    <a:pt x="1393735" y="857802"/>
                  </a:lnTo>
                  <a:lnTo>
                    <a:pt x="1462457" y="880686"/>
                  </a:lnTo>
                  <a:lnTo>
                    <a:pt x="1525723" y="906211"/>
                  </a:lnTo>
                  <a:lnTo>
                    <a:pt x="1584294" y="934755"/>
                  </a:lnTo>
                  <a:lnTo>
                    <a:pt x="1639040" y="966728"/>
                  </a:lnTo>
                  <a:lnTo>
                    <a:pt x="1690855" y="1002534"/>
                  </a:lnTo>
                  <a:lnTo>
                    <a:pt x="1740584" y="1042492"/>
                  </a:lnTo>
                  <a:lnTo>
                    <a:pt x="1768425" y="1067315"/>
                  </a:lnTo>
                  <a:lnTo>
                    <a:pt x="1810554" y="1108140"/>
                  </a:lnTo>
                  <a:lnTo>
                    <a:pt x="1852276" y="1152337"/>
                  </a:lnTo>
                  <a:lnTo>
                    <a:pt x="1893899" y="1199971"/>
                  </a:lnTo>
                  <a:lnTo>
                    <a:pt x="1935653" y="1251036"/>
                  </a:lnTo>
                  <a:lnTo>
                    <a:pt x="1977702" y="1305447"/>
                  </a:lnTo>
                  <a:lnTo>
                    <a:pt x="2020151" y="1363030"/>
                  </a:lnTo>
                  <a:lnTo>
                    <a:pt x="2063046" y="1423523"/>
                  </a:lnTo>
                  <a:lnTo>
                    <a:pt x="2106388" y="1486571"/>
                  </a:lnTo>
                  <a:lnTo>
                    <a:pt x="2150132" y="1551740"/>
                  </a:lnTo>
                  <a:lnTo>
                    <a:pt x="2194200" y="1618518"/>
                  </a:lnTo>
                  <a:lnTo>
                    <a:pt x="2238484" y="1686336"/>
                  </a:lnTo>
                  <a:lnTo>
                    <a:pt x="2282859" y="1754586"/>
                  </a:lnTo>
                  <a:lnTo>
                    <a:pt x="2327194" y="1822645"/>
                  </a:lnTo>
                  <a:lnTo>
                    <a:pt x="2371360" y="1889896"/>
                  </a:lnTo>
                  <a:lnTo>
                    <a:pt x="2415241" y="1955753"/>
                  </a:lnTo>
                  <a:lnTo>
                    <a:pt x="2458746" y="2019679"/>
                  </a:lnTo>
                  <a:lnTo>
                    <a:pt x="2501817" y="2081210"/>
                  </a:lnTo>
                  <a:lnTo>
                    <a:pt x="2544436" y="2139957"/>
                  </a:lnTo>
                  <a:lnTo>
                    <a:pt x="2586631" y="2195623"/>
                  </a:lnTo>
                  <a:lnTo>
                    <a:pt x="2628483" y="2248000"/>
                  </a:lnTo>
                  <a:lnTo>
                    <a:pt x="2670133" y="2296969"/>
                  </a:lnTo>
                  <a:lnTo>
                    <a:pt x="2711785" y="2342494"/>
                  </a:lnTo>
                  <a:lnTo>
                    <a:pt x="2753714" y="2384615"/>
                  </a:lnTo>
                  <a:lnTo>
                    <a:pt x="2770117" y="2400047"/>
                  </a:lnTo>
                  <a:lnTo>
                    <a:pt x="2818988" y="2442454"/>
                  </a:lnTo>
                  <a:lnTo>
                    <a:pt x="2869511" y="2480610"/>
                  </a:lnTo>
                  <a:lnTo>
                    <a:pt x="2922469" y="2514734"/>
                  </a:lnTo>
                  <a:lnTo>
                    <a:pt x="2978738" y="2545191"/>
                  </a:lnTo>
                  <a:lnTo>
                    <a:pt x="3039212" y="2572397"/>
                  </a:lnTo>
                  <a:lnTo>
                    <a:pt x="3104725" y="2596751"/>
                  </a:lnTo>
                  <a:lnTo>
                    <a:pt x="3175957" y="2618606"/>
                  </a:lnTo>
                  <a:lnTo>
                    <a:pt x="3253310" y="2638247"/>
                  </a:lnTo>
                  <a:lnTo>
                    <a:pt x="3336735" y="2655883"/>
                  </a:lnTo>
                  <a:lnTo>
                    <a:pt x="3425537" y="2671644"/>
                  </a:lnTo>
                  <a:lnTo>
                    <a:pt x="3518175" y="2685586"/>
                  </a:lnTo>
                  <a:lnTo>
                    <a:pt x="3612127" y="2697704"/>
                  </a:lnTo>
                  <a:lnTo>
                    <a:pt x="3703911" y="2707957"/>
                  </a:lnTo>
                  <a:lnTo>
                    <a:pt x="3789369" y="2716307"/>
                  </a:lnTo>
                  <a:lnTo>
                    <a:pt x="3864238" y="2722763"/>
                  </a:lnTo>
                  <a:lnTo>
                    <a:pt x="3924952" y="2727418"/>
                  </a:lnTo>
                  <a:lnTo>
                    <a:pt x="3969439" y="2730469"/>
                  </a:lnTo>
                  <a:lnTo>
                    <a:pt x="3997682" y="2732211"/>
                  </a:lnTo>
                  <a:lnTo>
                    <a:pt x="4011866" y="2733001"/>
                  </a:lnTo>
                  <a:lnTo>
                    <a:pt x="4016176" y="2733219"/>
                  </a:lnTo>
                  <a:lnTo>
                    <a:pt x="4016409" y="2733230"/>
                  </a:lnTo>
                  <a:lnTo>
                    <a:pt x="4538543" y="2733230"/>
                  </a:lnTo>
                  <a:lnTo>
                    <a:pt x="4539701" y="2733154"/>
                  </a:lnTo>
                  <a:lnTo>
                    <a:pt x="4547290" y="2732610"/>
                  </a:lnTo>
                  <a:lnTo>
                    <a:pt x="4566323" y="2731106"/>
                  </a:lnTo>
                  <a:lnTo>
                    <a:pt x="4600097" y="2728149"/>
                  </a:lnTo>
                  <a:lnTo>
                    <a:pt x="4649918" y="2723296"/>
                  </a:lnTo>
                  <a:lnTo>
                    <a:pt x="4715011" y="2716207"/>
                  </a:lnTo>
                  <a:lnTo>
                    <a:pt x="4792808" y="2706669"/>
                  </a:lnTo>
                  <a:lnTo>
                    <a:pt x="4879569" y="2694605"/>
                  </a:lnTo>
                  <a:lnTo>
                    <a:pt x="4971160" y="2680028"/>
                  </a:lnTo>
                  <a:lnTo>
                    <a:pt x="5063747" y="2662994"/>
                  </a:lnTo>
                  <a:lnTo>
                    <a:pt x="5154247" y="2643549"/>
                  </a:lnTo>
                  <a:lnTo>
                    <a:pt x="5240512" y="2621680"/>
                  </a:lnTo>
                  <a:lnTo>
                    <a:pt x="5321297" y="2597288"/>
                  </a:lnTo>
                  <a:lnTo>
                    <a:pt x="5396114" y="2570177"/>
                  </a:lnTo>
                  <a:lnTo>
                    <a:pt x="5465037" y="2540050"/>
                  </a:lnTo>
                  <a:lnTo>
                    <a:pt x="5528524" y="2506511"/>
                  </a:lnTo>
                  <a:lnTo>
                    <a:pt x="5587268" y="2469084"/>
                  </a:lnTo>
                  <a:lnTo>
                    <a:pt x="5642088" y="2427238"/>
                  </a:lnTo>
                  <a:lnTo>
                    <a:pt x="5693842" y="2380434"/>
                  </a:lnTo>
                  <a:lnTo>
                    <a:pt x="5743360" y="2328212"/>
                  </a:lnTo>
                  <a:lnTo>
                    <a:pt x="5784835" y="2278633"/>
                  </a:lnTo>
                  <a:lnTo>
                    <a:pt x="5822613" y="2228928"/>
                  </a:lnTo>
                  <a:lnTo>
                    <a:pt x="5860037" y="2175539"/>
                  </a:lnTo>
                  <a:lnTo>
                    <a:pt x="5897335" y="2118391"/>
                  </a:lnTo>
                  <a:lnTo>
                    <a:pt x="5934689" y="2057471"/>
                  </a:lnTo>
                  <a:lnTo>
                    <a:pt x="5972232" y="1992833"/>
                  </a:lnTo>
                  <a:lnTo>
                    <a:pt x="6010058" y="1924607"/>
                  </a:lnTo>
                  <a:lnTo>
                    <a:pt x="6048225" y="1853001"/>
                  </a:lnTo>
                  <a:lnTo>
                    <a:pt x="6086756" y="1778301"/>
                  </a:lnTo>
                  <a:lnTo>
                    <a:pt x="6125641" y="1700874"/>
                  </a:lnTo>
                  <a:lnTo>
                    <a:pt x="6164848" y="1621156"/>
                  </a:lnTo>
                  <a:lnTo>
                    <a:pt x="6204317" y="1539652"/>
                  </a:lnTo>
                  <a:lnTo>
                    <a:pt x="6243973" y="1456915"/>
                  </a:lnTo>
                  <a:lnTo>
                    <a:pt x="6283729" y="1373537"/>
                  </a:lnTo>
                  <a:lnTo>
                    <a:pt x="6323489" y="1290129"/>
                  </a:lnTo>
                  <a:lnTo>
                    <a:pt x="6363159" y="1207302"/>
                  </a:lnTo>
                  <a:lnTo>
                    <a:pt x="6402650" y="1125651"/>
                  </a:lnTo>
                  <a:lnTo>
                    <a:pt x="6441885" y="1045735"/>
                  </a:lnTo>
                  <a:lnTo>
                    <a:pt x="6480804" y="968062"/>
                  </a:lnTo>
                  <a:lnTo>
                    <a:pt x="6519370" y="893077"/>
                  </a:lnTo>
                  <a:lnTo>
                    <a:pt x="6557573" y="821153"/>
                  </a:lnTo>
                  <a:lnTo>
                    <a:pt x="6595431" y="752585"/>
                  </a:lnTo>
                  <a:lnTo>
                    <a:pt x="6632998" y="687589"/>
                  </a:lnTo>
                  <a:lnTo>
                    <a:pt x="6670365" y="626300"/>
                  </a:lnTo>
                  <a:lnTo>
                    <a:pt x="6707662" y="568781"/>
                  </a:lnTo>
                  <a:lnTo>
                    <a:pt x="6745064" y="515025"/>
                  </a:lnTo>
                  <a:lnTo>
                    <a:pt x="6782795" y="464963"/>
                  </a:lnTo>
                  <a:lnTo>
                    <a:pt x="6786527" y="460244"/>
                  </a:lnTo>
                  <a:lnTo>
                    <a:pt x="6834710" y="403146"/>
                  </a:lnTo>
                  <a:lnTo>
                    <a:pt x="6884490" y="351691"/>
                  </a:lnTo>
                  <a:lnTo>
                    <a:pt x="6936615" y="305599"/>
                  </a:lnTo>
                  <a:lnTo>
                    <a:pt x="6991924" y="264393"/>
                  </a:lnTo>
                  <a:lnTo>
                    <a:pt x="7051274" y="227532"/>
                  </a:lnTo>
                  <a:lnTo>
                    <a:pt x="7115471" y="194490"/>
                  </a:lnTo>
                  <a:lnTo>
                    <a:pt x="7185185" y="164799"/>
                  </a:lnTo>
                  <a:lnTo>
                    <a:pt x="7260830" y="138078"/>
                  </a:lnTo>
                  <a:lnTo>
                    <a:pt x="7342413" y="114042"/>
                  </a:lnTo>
                  <a:lnTo>
                    <a:pt x="7429353" y="92510"/>
                  </a:lnTo>
                  <a:lnTo>
                    <a:pt x="7520289" y="73395"/>
                  </a:lnTo>
                  <a:lnTo>
                    <a:pt x="7612942" y="56697"/>
                  </a:lnTo>
                  <a:lnTo>
                    <a:pt x="7704109" y="42462"/>
                  </a:lnTo>
                  <a:lnTo>
                    <a:pt x="7789881" y="30746"/>
                  </a:lnTo>
                  <a:lnTo>
                    <a:pt x="7866133" y="21553"/>
                  </a:lnTo>
                  <a:lnTo>
                    <a:pt x="7929243" y="14787"/>
                  </a:lnTo>
                  <a:lnTo>
                    <a:pt x="7976856" y="10218"/>
                  </a:lnTo>
                  <a:lnTo>
                    <a:pt x="8008478" y="7489"/>
                  </a:lnTo>
                  <a:lnTo>
                    <a:pt x="8025698" y="6146"/>
                  </a:lnTo>
                  <a:lnTo>
                    <a:pt x="8032070" y="5695"/>
                  </a:lnTo>
                  <a:lnTo>
                    <a:pt x="8032819" y="5647"/>
                  </a:lnTo>
                  <a:lnTo>
                    <a:pt x="8554953" y="5647"/>
                  </a:lnTo>
                  <a:lnTo>
                    <a:pt x="8554953" y="0"/>
                  </a:lnTo>
                  <a:lnTo>
                    <a:pt x="8032819" y="0"/>
                  </a:lnTo>
                  <a:lnTo>
                    <a:pt x="8031661" y="76"/>
                  </a:lnTo>
                  <a:lnTo>
                    <a:pt x="8024072" y="620"/>
                  </a:lnTo>
                  <a:lnTo>
                    <a:pt x="8005039" y="2124"/>
                  </a:lnTo>
                  <a:lnTo>
                    <a:pt x="7971265" y="5081"/>
                  </a:lnTo>
                  <a:lnTo>
                    <a:pt x="7921444" y="9933"/>
                  </a:lnTo>
                  <a:lnTo>
                    <a:pt x="7856351" y="17023"/>
                  </a:lnTo>
                  <a:lnTo>
                    <a:pt x="7778554" y="26560"/>
                  </a:lnTo>
                  <a:lnTo>
                    <a:pt x="7691793" y="38625"/>
                  </a:lnTo>
                  <a:lnTo>
                    <a:pt x="7600202" y="53202"/>
                  </a:lnTo>
                  <a:lnTo>
                    <a:pt x="7507615" y="70235"/>
                  </a:lnTo>
                  <a:lnTo>
                    <a:pt x="7417115" y="89680"/>
                  </a:lnTo>
                  <a:lnTo>
                    <a:pt x="7330850" y="111550"/>
                  </a:lnTo>
                  <a:lnTo>
                    <a:pt x="7250065" y="135942"/>
                  </a:lnTo>
                  <a:lnTo>
                    <a:pt x="7175248" y="163053"/>
                  </a:lnTo>
                  <a:lnTo>
                    <a:pt x="7106325" y="193180"/>
                  </a:lnTo>
                  <a:lnTo>
                    <a:pt x="7042838" y="226719"/>
                  </a:lnTo>
                  <a:lnTo>
                    <a:pt x="6984093" y="264145"/>
                  </a:lnTo>
                  <a:lnTo>
                    <a:pt x="6929274" y="305992"/>
                  </a:lnTo>
                  <a:lnTo>
                    <a:pt x="6877520" y="352796"/>
                  </a:lnTo>
                  <a:lnTo>
                    <a:pt x="6828002" y="405017"/>
                  </a:lnTo>
                  <a:lnTo>
                    <a:pt x="6786527" y="454597"/>
                  </a:lnTo>
                  <a:lnTo>
                    <a:pt x="6748749" y="504302"/>
                  </a:lnTo>
                  <a:lnTo>
                    <a:pt x="6711325" y="557691"/>
                  </a:lnTo>
                  <a:lnTo>
                    <a:pt x="6674027" y="614839"/>
                  </a:lnTo>
                  <a:lnTo>
                    <a:pt x="6636673" y="675759"/>
                  </a:lnTo>
                  <a:lnTo>
                    <a:pt x="6599130" y="740397"/>
                  </a:lnTo>
                  <a:lnTo>
                    <a:pt x="6561304" y="808622"/>
                  </a:lnTo>
                  <a:lnTo>
                    <a:pt x="6523137" y="880229"/>
                  </a:lnTo>
                  <a:lnTo>
                    <a:pt x="6484606" y="954928"/>
                  </a:lnTo>
                  <a:lnTo>
                    <a:pt x="6445720" y="1032356"/>
                  </a:lnTo>
                  <a:lnTo>
                    <a:pt x="6406514" y="1112074"/>
                  </a:lnTo>
                  <a:lnTo>
                    <a:pt x="6367045" y="1193578"/>
                  </a:lnTo>
                  <a:lnTo>
                    <a:pt x="6327389" y="1276315"/>
                  </a:lnTo>
                  <a:lnTo>
                    <a:pt x="6287633" y="1359693"/>
                  </a:lnTo>
                  <a:lnTo>
                    <a:pt x="6247873" y="1443101"/>
                  </a:lnTo>
                  <a:lnTo>
                    <a:pt x="6208203" y="1525928"/>
                  </a:lnTo>
                  <a:lnTo>
                    <a:pt x="6168712" y="1607579"/>
                  </a:lnTo>
                  <a:lnTo>
                    <a:pt x="6129477" y="1687495"/>
                  </a:lnTo>
                  <a:lnTo>
                    <a:pt x="6090558" y="1765168"/>
                  </a:lnTo>
                  <a:lnTo>
                    <a:pt x="6051992" y="1840152"/>
                  </a:lnTo>
                  <a:lnTo>
                    <a:pt x="6013789" y="1912076"/>
                  </a:lnTo>
                  <a:lnTo>
                    <a:pt x="5975931" y="1980644"/>
                  </a:lnTo>
                  <a:lnTo>
                    <a:pt x="5938364" y="2045641"/>
                  </a:lnTo>
                  <a:lnTo>
                    <a:pt x="5900997" y="2106930"/>
                  </a:lnTo>
                  <a:lnTo>
                    <a:pt x="5863700" y="2164449"/>
                  </a:lnTo>
                  <a:lnTo>
                    <a:pt x="5826298" y="2218205"/>
                  </a:lnTo>
                  <a:lnTo>
                    <a:pt x="5788567" y="2268266"/>
                  </a:lnTo>
                  <a:lnTo>
                    <a:pt x="5784835" y="2272986"/>
                  </a:lnTo>
                  <a:lnTo>
                    <a:pt x="5736652" y="2330083"/>
                  </a:lnTo>
                  <a:lnTo>
                    <a:pt x="5686872" y="2381539"/>
                  </a:lnTo>
                  <a:lnTo>
                    <a:pt x="5634747" y="2427631"/>
                  </a:lnTo>
                  <a:lnTo>
                    <a:pt x="5579438" y="2468836"/>
                  </a:lnTo>
                  <a:lnTo>
                    <a:pt x="5520088" y="2505697"/>
                  </a:lnTo>
                  <a:lnTo>
                    <a:pt x="5455891" y="2538740"/>
                  </a:lnTo>
                  <a:lnTo>
                    <a:pt x="5386177" y="2568431"/>
                  </a:lnTo>
                  <a:lnTo>
                    <a:pt x="5310532" y="2595152"/>
                  </a:lnTo>
                  <a:lnTo>
                    <a:pt x="5228949" y="2619188"/>
                  </a:lnTo>
                  <a:lnTo>
                    <a:pt x="5142009" y="2640720"/>
                  </a:lnTo>
                  <a:lnTo>
                    <a:pt x="5051073" y="2659834"/>
                  </a:lnTo>
                  <a:lnTo>
                    <a:pt x="4958420" y="2676533"/>
                  </a:lnTo>
                  <a:lnTo>
                    <a:pt x="4867253" y="2690768"/>
                  </a:lnTo>
                  <a:lnTo>
                    <a:pt x="4781481" y="2702484"/>
                  </a:lnTo>
                  <a:lnTo>
                    <a:pt x="4705228" y="2711677"/>
                  </a:lnTo>
                  <a:lnTo>
                    <a:pt x="4642119" y="2718443"/>
                  </a:lnTo>
                  <a:lnTo>
                    <a:pt x="4594506" y="2723012"/>
                  </a:lnTo>
                  <a:lnTo>
                    <a:pt x="4562884" y="2725741"/>
                  </a:lnTo>
                  <a:lnTo>
                    <a:pt x="4545664" y="2727083"/>
                  </a:lnTo>
                  <a:lnTo>
                    <a:pt x="4539292" y="2727534"/>
                  </a:lnTo>
                  <a:lnTo>
                    <a:pt x="4538543" y="2727583"/>
                  </a:lnTo>
                  <a:lnTo>
                    <a:pt x="4016409" y="2727583"/>
                  </a:lnTo>
                  <a:lnTo>
                    <a:pt x="4015202" y="2727525"/>
                  </a:lnTo>
                  <a:lnTo>
                    <a:pt x="4007302" y="2727109"/>
                  </a:lnTo>
                  <a:lnTo>
                    <a:pt x="3987518" y="2725958"/>
                  </a:lnTo>
                  <a:lnTo>
                    <a:pt x="3952479" y="2723698"/>
                  </a:lnTo>
                  <a:lnTo>
                    <a:pt x="3900934" y="2719993"/>
                  </a:lnTo>
                  <a:lnTo>
                    <a:pt x="3833819" y="2714587"/>
                  </a:lnTo>
                  <a:lnTo>
                    <a:pt x="3753931" y="2707328"/>
                  </a:lnTo>
                  <a:lnTo>
                    <a:pt x="3665241" y="2698163"/>
                  </a:lnTo>
                  <a:lnTo>
                    <a:pt x="3572051" y="2687108"/>
                  </a:lnTo>
                  <a:lnTo>
                    <a:pt x="3478287" y="2674207"/>
                  </a:lnTo>
                  <a:lnTo>
                    <a:pt x="3387037" y="2659491"/>
                  </a:lnTo>
                  <a:lnTo>
                    <a:pt x="3300396" y="2642940"/>
                  </a:lnTo>
                  <a:lnTo>
                    <a:pt x="3219522" y="2624469"/>
                  </a:lnTo>
                  <a:lnTo>
                    <a:pt x="3144807" y="2603912"/>
                  </a:lnTo>
                  <a:lnTo>
                    <a:pt x="3076085" y="2581029"/>
                  </a:lnTo>
                  <a:lnTo>
                    <a:pt x="3012819" y="2555504"/>
                  </a:lnTo>
                  <a:lnTo>
                    <a:pt x="2954248" y="2526960"/>
                  </a:lnTo>
                  <a:lnTo>
                    <a:pt x="2899502" y="2494987"/>
                  </a:lnTo>
                  <a:lnTo>
                    <a:pt x="2847688" y="2459181"/>
                  </a:lnTo>
                  <a:lnTo>
                    <a:pt x="2797958" y="2419223"/>
                  </a:lnTo>
                  <a:lnTo>
                    <a:pt x="2770117" y="2394400"/>
                  </a:lnTo>
                  <a:lnTo>
                    <a:pt x="2727988" y="2353575"/>
                  </a:lnTo>
                  <a:lnTo>
                    <a:pt x="2686266" y="2309378"/>
                  </a:lnTo>
                  <a:lnTo>
                    <a:pt x="2644644" y="2261744"/>
                  </a:lnTo>
                  <a:lnTo>
                    <a:pt x="2602889" y="2210678"/>
                  </a:lnTo>
                  <a:lnTo>
                    <a:pt x="2560840" y="2156268"/>
                  </a:lnTo>
                  <a:lnTo>
                    <a:pt x="2518392" y="2098685"/>
                  </a:lnTo>
                  <a:lnTo>
                    <a:pt x="2475496" y="2038192"/>
                  </a:lnTo>
                  <a:lnTo>
                    <a:pt x="2432154" y="1975143"/>
                  </a:lnTo>
                  <a:lnTo>
                    <a:pt x="2388410" y="1909975"/>
                  </a:lnTo>
                  <a:lnTo>
                    <a:pt x="2344342" y="1843197"/>
                  </a:lnTo>
                  <a:lnTo>
                    <a:pt x="2300058" y="1775379"/>
                  </a:lnTo>
                  <a:lnTo>
                    <a:pt x="2255683" y="1707129"/>
                  </a:lnTo>
                  <a:lnTo>
                    <a:pt x="2211348" y="1639070"/>
                  </a:lnTo>
                  <a:lnTo>
                    <a:pt x="2167182" y="1571819"/>
                  </a:lnTo>
                  <a:lnTo>
                    <a:pt x="2123301" y="1505962"/>
                  </a:lnTo>
                  <a:lnTo>
                    <a:pt x="2079796" y="1442035"/>
                  </a:lnTo>
                  <a:lnTo>
                    <a:pt x="2036725" y="1380505"/>
                  </a:lnTo>
                  <a:lnTo>
                    <a:pt x="1994107" y="1321758"/>
                  </a:lnTo>
                  <a:lnTo>
                    <a:pt x="1951912" y="1266092"/>
                  </a:lnTo>
                  <a:lnTo>
                    <a:pt x="1910059" y="1213715"/>
                  </a:lnTo>
                  <a:lnTo>
                    <a:pt x="1868409" y="1164746"/>
                  </a:lnTo>
                  <a:lnTo>
                    <a:pt x="1826757" y="1119220"/>
                  </a:lnTo>
                  <a:lnTo>
                    <a:pt x="1784828" y="1077100"/>
                  </a:lnTo>
                  <a:lnTo>
                    <a:pt x="1768425" y="1061668"/>
                  </a:lnTo>
                  <a:lnTo>
                    <a:pt x="1719554" y="1019261"/>
                  </a:lnTo>
                  <a:lnTo>
                    <a:pt x="1669032" y="981104"/>
                  </a:lnTo>
                  <a:lnTo>
                    <a:pt x="1616073" y="946981"/>
                  </a:lnTo>
                  <a:lnTo>
                    <a:pt x="1559804" y="916524"/>
                  </a:lnTo>
                  <a:lnTo>
                    <a:pt x="1499330" y="889318"/>
                  </a:lnTo>
                  <a:lnTo>
                    <a:pt x="1433817" y="864964"/>
                  </a:lnTo>
                  <a:lnTo>
                    <a:pt x="1362585" y="843109"/>
                  </a:lnTo>
                  <a:lnTo>
                    <a:pt x="1285232" y="823468"/>
                  </a:lnTo>
                  <a:lnTo>
                    <a:pt x="1201807" y="805832"/>
                  </a:lnTo>
                  <a:lnTo>
                    <a:pt x="1113005" y="790071"/>
                  </a:lnTo>
                  <a:lnTo>
                    <a:pt x="1020367" y="776129"/>
                  </a:lnTo>
                  <a:lnTo>
                    <a:pt x="926415" y="764011"/>
                  </a:lnTo>
                  <a:lnTo>
                    <a:pt x="834631" y="753758"/>
                  </a:lnTo>
                  <a:lnTo>
                    <a:pt x="749173" y="745408"/>
                  </a:lnTo>
                  <a:lnTo>
                    <a:pt x="674304" y="738952"/>
                  </a:lnTo>
                  <a:lnTo>
                    <a:pt x="613590" y="734297"/>
                  </a:lnTo>
                  <a:lnTo>
                    <a:pt x="569103" y="731246"/>
                  </a:lnTo>
                  <a:lnTo>
                    <a:pt x="540861" y="729504"/>
                  </a:lnTo>
                  <a:lnTo>
                    <a:pt x="526676" y="728714"/>
                  </a:lnTo>
                  <a:lnTo>
                    <a:pt x="522366" y="728495"/>
                  </a:lnTo>
                  <a:lnTo>
                    <a:pt x="522133" y="728485"/>
                  </a:lnTo>
                  <a:lnTo>
                    <a:pt x="0" y="728485"/>
                  </a:lnTo>
                  <a:close/>
                </a:path>
              </a:pathLst>
            </a:custGeom>
            <a:solidFill>
              <a:srgbClr val="8FA8D6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198" name="pl198"/>
            <p:cNvSpPr/>
            <p:nvPr/>
          </p:nvSpPr>
          <p:spPr>
            <a:xfrm>
              <a:off x="386606" y="1744615"/>
              <a:ext cx="8554953" cy="2727583"/>
            </a:xfrm>
            <a:custGeom>
              <a:avLst/>
              <a:pathLst>
                <a:path w="8554953" h="2727583">
                  <a:moveTo>
                    <a:pt x="0" y="728485"/>
                  </a:moveTo>
                  <a:lnTo>
                    <a:pt x="522133" y="728485"/>
                  </a:lnTo>
                  <a:lnTo>
                    <a:pt x="523340" y="728543"/>
                  </a:lnTo>
                  <a:lnTo>
                    <a:pt x="531240" y="728959"/>
                  </a:lnTo>
                  <a:lnTo>
                    <a:pt x="551024" y="730109"/>
                  </a:lnTo>
                  <a:lnTo>
                    <a:pt x="586063" y="732369"/>
                  </a:lnTo>
                  <a:lnTo>
                    <a:pt x="637608" y="736075"/>
                  </a:lnTo>
                  <a:lnTo>
                    <a:pt x="704724" y="741481"/>
                  </a:lnTo>
                  <a:lnTo>
                    <a:pt x="784611" y="748740"/>
                  </a:lnTo>
                  <a:lnTo>
                    <a:pt x="873302" y="757905"/>
                  </a:lnTo>
                  <a:lnTo>
                    <a:pt x="966491" y="768960"/>
                  </a:lnTo>
                  <a:lnTo>
                    <a:pt x="1060255" y="781860"/>
                  </a:lnTo>
                  <a:lnTo>
                    <a:pt x="1151505" y="796577"/>
                  </a:lnTo>
                  <a:lnTo>
                    <a:pt x="1238146" y="813127"/>
                  </a:lnTo>
                  <a:lnTo>
                    <a:pt x="1319020" y="831599"/>
                  </a:lnTo>
                  <a:lnTo>
                    <a:pt x="1393735" y="852155"/>
                  </a:lnTo>
                  <a:lnTo>
                    <a:pt x="1462457" y="875038"/>
                  </a:lnTo>
                  <a:lnTo>
                    <a:pt x="1525723" y="900564"/>
                  </a:lnTo>
                  <a:lnTo>
                    <a:pt x="1584294" y="929107"/>
                  </a:lnTo>
                  <a:lnTo>
                    <a:pt x="1639040" y="961080"/>
                  </a:lnTo>
                  <a:lnTo>
                    <a:pt x="1690855" y="996886"/>
                  </a:lnTo>
                  <a:lnTo>
                    <a:pt x="1740584" y="1036845"/>
                  </a:lnTo>
                  <a:lnTo>
                    <a:pt x="1768425" y="1061668"/>
                  </a:lnTo>
                  <a:lnTo>
                    <a:pt x="1810554" y="1102493"/>
                  </a:lnTo>
                  <a:lnTo>
                    <a:pt x="1852276" y="1146689"/>
                  </a:lnTo>
                  <a:lnTo>
                    <a:pt x="1893899" y="1194324"/>
                  </a:lnTo>
                  <a:lnTo>
                    <a:pt x="1935653" y="1245389"/>
                  </a:lnTo>
                  <a:lnTo>
                    <a:pt x="1977702" y="1299800"/>
                  </a:lnTo>
                  <a:lnTo>
                    <a:pt x="2020151" y="1357383"/>
                  </a:lnTo>
                  <a:lnTo>
                    <a:pt x="2063046" y="1417875"/>
                  </a:lnTo>
                  <a:lnTo>
                    <a:pt x="2106388" y="1480924"/>
                  </a:lnTo>
                  <a:lnTo>
                    <a:pt x="2150132" y="1546093"/>
                  </a:lnTo>
                  <a:lnTo>
                    <a:pt x="2194200" y="1612870"/>
                  </a:lnTo>
                  <a:lnTo>
                    <a:pt x="2238484" y="1680688"/>
                  </a:lnTo>
                  <a:lnTo>
                    <a:pt x="2282859" y="1748939"/>
                  </a:lnTo>
                  <a:lnTo>
                    <a:pt x="2327194" y="1816998"/>
                  </a:lnTo>
                  <a:lnTo>
                    <a:pt x="2371360" y="1884249"/>
                  </a:lnTo>
                  <a:lnTo>
                    <a:pt x="2415241" y="1950106"/>
                  </a:lnTo>
                  <a:lnTo>
                    <a:pt x="2458746" y="2014032"/>
                  </a:lnTo>
                  <a:lnTo>
                    <a:pt x="2501817" y="2075562"/>
                  </a:lnTo>
                  <a:lnTo>
                    <a:pt x="2544436" y="2134309"/>
                  </a:lnTo>
                  <a:lnTo>
                    <a:pt x="2586631" y="2189975"/>
                  </a:lnTo>
                  <a:lnTo>
                    <a:pt x="2628483" y="2242353"/>
                  </a:lnTo>
                  <a:lnTo>
                    <a:pt x="2670133" y="2291322"/>
                  </a:lnTo>
                  <a:lnTo>
                    <a:pt x="2711785" y="2336847"/>
                  </a:lnTo>
                  <a:lnTo>
                    <a:pt x="2753714" y="2378967"/>
                  </a:lnTo>
                  <a:lnTo>
                    <a:pt x="2770117" y="2394400"/>
                  </a:lnTo>
                  <a:lnTo>
                    <a:pt x="2818988" y="2436807"/>
                  </a:lnTo>
                  <a:lnTo>
                    <a:pt x="2869511" y="2474963"/>
                  </a:lnTo>
                  <a:lnTo>
                    <a:pt x="2922469" y="2509086"/>
                  </a:lnTo>
                  <a:lnTo>
                    <a:pt x="2978738" y="2539544"/>
                  </a:lnTo>
                  <a:lnTo>
                    <a:pt x="3039212" y="2566750"/>
                  </a:lnTo>
                  <a:lnTo>
                    <a:pt x="3104725" y="2591104"/>
                  </a:lnTo>
                  <a:lnTo>
                    <a:pt x="3175957" y="2612959"/>
                  </a:lnTo>
                  <a:lnTo>
                    <a:pt x="3253310" y="2632600"/>
                  </a:lnTo>
                  <a:lnTo>
                    <a:pt x="3336735" y="2650236"/>
                  </a:lnTo>
                  <a:lnTo>
                    <a:pt x="3425537" y="2665997"/>
                  </a:lnTo>
                  <a:lnTo>
                    <a:pt x="3518175" y="2679939"/>
                  </a:lnTo>
                  <a:lnTo>
                    <a:pt x="3612127" y="2692057"/>
                  </a:lnTo>
                  <a:lnTo>
                    <a:pt x="3703911" y="2702309"/>
                  </a:lnTo>
                  <a:lnTo>
                    <a:pt x="3789369" y="2710660"/>
                  </a:lnTo>
                  <a:lnTo>
                    <a:pt x="3864238" y="2717115"/>
                  </a:lnTo>
                  <a:lnTo>
                    <a:pt x="3924952" y="2721770"/>
                  </a:lnTo>
                  <a:lnTo>
                    <a:pt x="3969439" y="2724822"/>
                  </a:lnTo>
                  <a:lnTo>
                    <a:pt x="3997682" y="2726564"/>
                  </a:lnTo>
                  <a:lnTo>
                    <a:pt x="4011866" y="2727354"/>
                  </a:lnTo>
                  <a:lnTo>
                    <a:pt x="4016176" y="2727572"/>
                  </a:lnTo>
                  <a:lnTo>
                    <a:pt x="4016409" y="2727583"/>
                  </a:lnTo>
                  <a:lnTo>
                    <a:pt x="4538543" y="2727583"/>
                  </a:lnTo>
                  <a:lnTo>
                    <a:pt x="4539701" y="2727507"/>
                  </a:lnTo>
                  <a:lnTo>
                    <a:pt x="4547290" y="2726963"/>
                  </a:lnTo>
                  <a:lnTo>
                    <a:pt x="4566323" y="2725458"/>
                  </a:lnTo>
                  <a:lnTo>
                    <a:pt x="4600097" y="2722502"/>
                  </a:lnTo>
                  <a:lnTo>
                    <a:pt x="4649918" y="2717649"/>
                  </a:lnTo>
                  <a:lnTo>
                    <a:pt x="4715011" y="2710559"/>
                  </a:lnTo>
                  <a:lnTo>
                    <a:pt x="4792808" y="2701022"/>
                  </a:lnTo>
                  <a:lnTo>
                    <a:pt x="4879569" y="2688958"/>
                  </a:lnTo>
                  <a:lnTo>
                    <a:pt x="4971160" y="2674380"/>
                  </a:lnTo>
                  <a:lnTo>
                    <a:pt x="5063747" y="2657347"/>
                  </a:lnTo>
                  <a:lnTo>
                    <a:pt x="5154247" y="2637902"/>
                  </a:lnTo>
                  <a:lnTo>
                    <a:pt x="5240512" y="2616033"/>
                  </a:lnTo>
                  <a:lnTo>
                    <a:pt x="5321297" y="2591641"/>
                  </a:lnTo>
                  <a:lnTo>
                    <a:pt x="5396114" y="2564530"/>
                  </a:lnTo>
                  <a:lnTo>
                    <a:pt x="5465037" y="2534403"/>
                  </a:lnTo>
                  <a:lnTo>
                    <a:pt x="5528524" y="2500864"/>
                  </a:lnTo>
                  <a:lnTo>
                    <a:pt x="5587268" y="2463437"/>
                  </a:lnTo>
                  <a:lnTo>
                    <a:pt x="5642088" y="2421591"/>
                  </a:lnTo>
                  <a:lnTo>
                    <a:pt x="5693842" y="2374787"/>
                  </a:lnTo>
                  <a:lnTo>
                    <a:pt x="5743360" y="2322565"/>
                  </a:lnTo>
                  <a:lnTo>
                    <a:pt x="5784835" y="2272986"/>
                  </a:lnTo>
                  <a:lnTo>
                    <a:pt x="5822613" y="2223281"/>
                  </a:lnTo>
                  <a:lnTo>
                    <a:pt x="5860037" y="2169892"/>
                  </a:lnTo>
                  <a:lnTo>
                    <a:pt x="5897335" y="2112744"/>
                  </a:lnTo>
                  <a:lnTo>
                    <a:pt x="5934689" y="2051823"/>
                  </a:lnTo>
                  <a:lnTo>
                    <a:pt x="5972232" y="1987186"/>
                  </a:lnTo>
                  <a:lnTo>
                    <a:pt x="6010058" y="1918960"/>
                  </a:lnTo>
                  <a:lnTo>
                    <a:pt x="6048225" y="1847354"/>
                  </a:lnTo>
                  <a:lnTo>
                    <a:pt x="6086756" y="1772654"/>
                  </a:lnTo>
                  <a:lnTo>
                    <a:pt x="6125641" y="1695226"/>
                  </a:lnTo>
                  <a:lnTo>
                    <a:pt x="6164848" y="1615509"/>
                  </a:lnTo>
                  <a:lnTo>
                    <a:pt x="6204317" y="1534005"/>
                  </a:lnTo>
                  <a:lnTo>
                    <a:pt x="6243973" y="1451268"/>
                  </a:lnTo>
                  <a:lnTo>
                    <a:pt x="6283729" y="1367890"/>
                  </a:lnTo>
                  <a:lnTo>
                    <a:pt x="6323489" y="1284481"/>
                  </a:lnTo>
                  <a:lnTo>
                    <a:pt x="6363159" y="1201655"/>
                  </a:lnTo>
                  <a:lnTo>
                    <a:pt x="6402650" y="1120004"/>
                  </a:lnTo>
                  <a:lnTo>
                    <a:pt x="6441885" y="1040088"/>
                  </a:lnTo>
                  <a:lnTo>
                    <a:pt x="6480804" y="962415"/>
                  </a:lnTo>
                  <a:lnTo>
                    <a:pt x="6519370" y="887430"/>
                  </a:lnTo>
                  <a:lnTo>
                    <a:pt x="6557573" y="815506"/>
                  </a:lnTo>
                  <a:lnTo>
                    <a:pt x="6595431" y="746938"/>
                  </a:lnTo>
                  <a:lnTo>
                    <a:pt x="6632998" y="681941"/>
                  </a:lnTo>
                  <a:lnTo>
                    <a:pt x="6670365" y="620653"/>
                  </a:lnTo>
                  <a:lnTo>
                    <a:pt x="6707662" y="563134"/>
                  </a:lnTo>
                  <a:lnTo>
                    <a:pt x="6745064" y="509378"/>
                  </a:lnTo>
                  <a:lnTo>
                    <a:pt x="6782795" y="459316"/>
                  </a:lnTo>
                  <a:lnTo>
                    <a:pt x="6786527" y="454597"/>
                  </a:lnTo>
                  <a:lnTo>
                    <a:pt x="6834710" y="397499"/>
                  </a:lnTo>
                  <a:lnTo>
                    <a:pt x="6884490" y="346044"/>
                  </a:lnTo>
                  <a:lnTo>
                    <a:pt x="6936615" y="299952"/>
                  </a:lnTo>
                  <a:lnTo>
                    <a:pt x="6991924" y="258746"/>
                  </a:lnTo>
                  <a:lnTo>
                    <a:pt x="7051274" y="221885"/>
                  </a:lnTo>
                  <a:lnTo>
                    <a:pt x="7115471" y="188842"/>
                  </a:lnTo>
                  <a:lnTo>
                    <a:pt x="7185185" y="159151"/>
                  </a:lnTo>
                  <a:lnTo>
                    <a:pt x="7260830" y="132430"/>
                  </a:lnTo>
                  <a:lnTo>
                    <a:pt x="7342413" y="108395"/>
                  </a:lnTo>
                  <a:lnTo>
                    <a:pt x="7429353" y="86862"/>
                  </a:lnTo>
                  <a:lnTo>
                    <a:pt x="7520289" y="67748"/>
                  </a:lnTo>
                  <a:lnTo>
                    <a:pt x="7612942" y="51050"/>
                  </a:lnTo>
                  <a:lnTo>
                    <a:pt x="7704109" y="36815"/>
                  </a:lnTo>
                  <a:lnTo>
                    <a:pt x="7789881" y="25099"/>
                  </a:lnTo>
                  <a:lnTo>
                    <a:pt x="7866133" y="15906"/>
                  </a:lnTo>
                  <a:lnTo>
                    <a:pt x="7929243" y="9140"/>
                  </a:lnTo>
                  <a:lnTo>
                    <a:pt x="7976856" y="4571"/>
                  </a:lnTo>
                  <a:lnTo>
                    <a:pt x="8008478" y="1842"/>
                  </a:lnTo>
                  <a:lnTo>
                    <a:pt x="8025698" y="499"/>
                  </a:lnTo>
                  <a:lnTo>
                    <a:pt x="8032070" y="48"/>
                  </a:lnTo>
                  <a:lnTo>
                    <a:pt x="8032819" y="0"/>
                  </a:lnTo>
                  <a:lnTo>
                    <a:pt x="8554953" y="0"/>
                  </a:lnTo>
                  <a:lnTo>
                    <a:pt x="8554953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99" name="pl199"/>
            <p:cNvSpPr/>
            <p:nvPr/>
          </p:nvSpPr>
          <p:spPr>
            <a:xfrm>
              <a:off x="386606" y="1738968"/>
              <a:ext cx="8554953" cy="2727583"/>
            </a:xfrm>
            <a:custGeom>
              <a:avLst/>
              <a:pathLst>
                <a:path w="8554953" h="2727583">
                  <a:moveTo>
                    <a:pt x="8554953" y="0"/>
                  </a:moveTo>
                  <a:lnTo>
                    <a:pt x="8032819" y="0"/>
                  </a:lnTo>
                  <a:lnTo>
                    <a:pt x="8031661" y="76"/>
                  </a:lnTo>
                  <a:lnTo>
                    <a:pt x="8024072" y="620"/>
                  </a:lnTo>
                  <a:lnTo>
                    <a:pt x="8005039" y="2124"/>
                  </a:lnTo>
                  <a:lnTo>
                    <a:pt x="7971265" y="5081"/>
                  </a:lnTo>
                  <a:lnTo>
                    <a:pt x="7921444" y="9933"/>
                  </a:lnTo>
                  <a:lnTo>
                    <a:pt x="7856351" y="17023"/>
                  </a:lnTo>
                  <a:lnTo>
                    <a:pt x="7778554" y="26560"/>
                  </a:lnTo>
                  <a:lnTo>
                    <a:pt x="7691793" y="38625"/>
                  </a:lnTo>
                  <a:lnTo>
                    <a:pt x="7600202" y="53202"/>
                  </a:lnTo>
                  <a:lnTo>
                    <a:pt x="7507615" y="70235"/>
                  </a:lnTo>
                  <a:lnTo>
                    <a:pt x="7417115" y="89680"/>
                  </a:lnTo>
                  <a:lnTo>
                    <a:pt x="7330850" y="111550"/>
                  </a:lnTo>
                  <a:lnTo>
                    <a:pt x="7250065" y="135942"/>
                  </a:lnTo>
                  <a:lnTo>
                    <a:pt x="7175248" y="163053"/>
                  </a:lnTo>
                  <a:lnTo>
                    <a:pt x="7106325" y="193180"/>
                  </a:lnTo>
                  <a:lnTo>
                    <a:pt x="7042838" y="226719"/>
                  </a:lnTo>
                  <a:lnTo>
                    <a:pt x="6984093" y="264145"/>
                  </a:lnTo>
                  <a:lnTo>
                    <a:pt x="6929274" y="305992"/>
                  </a:lnTo>
                  <a:lnTo>
                    <a:pt x="6877520" y="352796"/>
                  </a:lnTo>
                  <a:lnTo>
                    <a:pt x="6828002" y="405017"/>
                  </a:lnTo>
                  <a:lnTo>
                    <a:pt x="6786527" y="454597"/>
                  </a:lnTo>
                  <a:lnTo>
                    <a:pt x="6748749" y="504302"/>
                  </a:lnTo>
                  <a:lnTo>
                    <a:pt x="6711325" y="557691"/>
                  </a:lnTo>
                  <a:lnTo>
                    <a:pt x="6674027" y="614839"/>
                  </a:lnTo>
                  <a:lnTo>
                    <a:pt x="6636673" y="675759"/>
                  </a:lnTo>
                  <a:lnTo>
                    <a:pt x="6599130" y="740397"/>
                  </a:lnTo>
                  <a:lnTo>
                    <a:pt x="6561304" y="808622"/>
                  </a:lnTo>
                  <a:lnTo>
                    <a:pt x="6523137" y="880229"/>
                  </a:lnTo>
                  <a:lnTo>
                    <a:pt x="6484606" y="954928"/>
                  </a:lnTo>
                  <a:lnTo>
                    <a:pt x="6445720" y="1032356"/>
                  </a:lnTo>
                  <a:lnTo>
                    <a:pt x="6406514" y="1112074"/>
                  </a:lnTo>
                  <a:lnTo>
                    <a:pt x="6367045" y="1193578"/>
                  </a:lnTo>
                  <a:lnTo>
                    <a:pt x="6327389" y="1276315"/>
                  </a:lnTo>
                  <a:lnTo>
                    <a:pt x="6287633" y="1359693"/>
                  </a:lnTo>
                  <a:lnTo>
                    <a:pt x="6247873" y="1443101"/>
                  </a:lnTo>
                  <a:lnTo>
                    <a:pt x="6208203" y="1525928"/>
                  </a:lnTo>
                  <a:lnTo>
                    <a:pt x="6168712" y="1607579"/>
                  </a:lnTo>
                  <a:lnTo>
                    <a:pt x="6129477" y="1687495"/>
                  </a:lnTo>
                  <a:lnTo>
                    <a:pt x="6090558" y="1765168"/>
                  </a:lnTo>
                  <a:lnTo>
                    <a:pt x="6051992" y="1840152"/>
                  </a:lnTo>
                  <a:lnTo>
                    <a:pt x="6013789" y="1912076"/>
                  </a:lnTo>
                  <a:lnTo>
                    <a:pt x="5975931" y="1980644"/>
                  </a:lnTo>
                  <a:lnTo>
                    <a:pt x="5938364" y="2045641"/>
                  </a:lnTo>
                  <a:lnTo>
                    <a:pt x="5900997" y="2106930"/>
                  </a:lnTo>
                  <a:lnTo>
                    <a:pt x="5863700" y="2164449"/>
                  </a:lnTo>
                  <a:lnTo>
                    <a:pt x="5826298" y="2218205"/>
                  </a:lnTo>
                  <a:lnTo>
                    <a:pt x="5788567" y="2268266"/>
                  </a:lnTo>
                  <a:lnTo>
                    <a:pt x="5784835" y="2272986"/>
                  </a:lnTo>
                  <a:lnTo>
                    <a:pt x="5736652" y="2330083"/>
                  </a:lnTo>
                  <a:lnTo>
                    <a:pt x="5686872" y="2381539"/>
                  </a:lnTo>
                  <a:lnTo>
                    <a:pt x="5634747" y="2427631"/>
                  </a:lnTo>
                  <a:lnTo>
                    <a:pt x="5579438" y="2468836"/>
                  </a:lnTo>
                  <a:lnTo>
                    <a:pt x="5520088" y="2505697"/>
                  </a:lnTo>
                  <a:lnTo>
                    <a:pt x="5455891" y="2538740"/>
                  </a:lnTo>
                  <a:lnTo>
                    <a:pt x="5386177" y="2568431"/>
                  </a:lnTo>
                  <a:lnTo>
                    <a:pt x="5310532" y="2595152"/>
                  </a:lnTo>
                  <a:lnTo>
                    <a:pt x="5228949" y="2619188"/>
                  </a:lnTo>
                  <a:lnTo>
                    <a:pt x="5142009" y="2640720"/>
                  </a:lnTo>
                  <a:lnTo>
                    <a:pt x="5051073" y="2659834"/>
                  </a:lnTo>
                  <a:lnTo>
                    <a:pt x="4958420" y="2676533"/>
                  </a:lnTo>
                  <a:lnTo>
                    <a:pt x="4867253" y="2690768"/>
                  </a:lnTo>
                  <a:lnTo>
                    <a:pt x="4781481" y="2702484"/>
                  </a:lnTo>
                  <a:lnTo>
                    <a:pt x="4705228" y="2711677"/>
                  </a:lnTo>
                  <a:lnTo>
                    <a:pt x="4642119" y="2718443"/>
                  </a:lnTo>
                  <a:lnTo>
                    <a:pt x="4594506" y="2723012"/>
                  </a:lnTo>
                  <a:lnTo>
                    <a:pt x="4562884" y="2725741"/>
                  </a:lnTo>
                  <a:lnTo>
                    <a:pt x="4545664" y="2727083"/>
                  </a:lnTo>
                  <a:lnTo>
                    <a:pt x="4539292" y="2727534"/>
                  </a:lnTo>
                  <a:lnTo>
                    <a:pt x="4538543" y="2727583"/>
                  </a:lnTo>
                  <a:lnTo>
                    <a:pt x="4016409" y="2727583"/>
                  </a:lnTo>
                  <a:lnTo>
                    <a:pt x="4015202" y="2727525"/>
                  </a:lnTo>
                  <a:lnTo>
                    <a:pt x="4007302" y="2727109"/>
                  </a:lnTo>
                  <a:lnTo>
                    <a:pt x="3987518" y="2725958"/>
                  </a:lnTo>
                  <a:lnTo>
                    <a:pt x="3952479" y="2723698"/>
                  </a:lnTo>
                  <a:lnTo>
                    <a:pt x="3900934" y="2719993"/>
                  </a:lnTo>
                  <a:lnTo>
                    <a:pt x="3833819" y="2714587"/>
                  </a:lnTo>
                  <a:lnTo>
                    <a:pt x="3753931" y="2707328"/>
                  </a:lnTo>
                  <a:lnTo>
                    <a:pt x="3665241" y="2698163"/>
                  </a:lnTo>
                  <a:lnTo>
                    <a:pt x="3572051" y="2687108"/>
                  </a:lnTo>
                  <a:lnTo>
                    <a:pt x="3478287" y="2674207"/>
                  </a:lnTo>
                  <a:lnTo>
                    <a:pt x="3387037" y="2659491"/>
                  </a:lnTo>
                  <a:lnTo>
                    <a:pt x="3300396" y="2642940"/>
                  </a:lnTo>
                  <a:lnTo>
                    <a:pt x="3219522" y="2624469"/>
                  </a:lnTo>
                  <a:lnTo>
                    <a:pt x="3144807" y="2603912"/>
                  </a:lnTo>
                  <a:lnTo>
                    <a:pt x="3076085" y="2581029"/>
                  </a:lnTo>
                  <a:lnTo>
                    <a:pt x="3012819" y="2555504"/>
                  </a:lnTo>
                  <a:lnTo>
                    <a:pt x="2954248" y="2526960"/>
                  </a:lnTo>
                  <a:lnTo>
                    <a:pt x="2899502" y="2494987"/>
                  </a:lnTo>
                  <a:lnTo>
                    <a:pt x="2847688" y="2459181"/>
                  </a:lnTo>
                  <a:lnTo>
                    <a:pt x="2797958" y="2419223"/>
                  </a:lnTo>
                  <a:lnTo>
                    <a:pt x="2770117" y="2394400"/>
                  </a:lnTo>
                  <a:lnTo>
                    <a:pt x="2727988" y="2353575"/>
                  </a:lnTo>
                  <a:lnTo>
                    <a:pt x="2686266" y="2309378"/>
                  </a:lnTo>
                  <a:lnTo>
                    <a:pt x="2644644" y="2261744"/>
                  </a:lnTo>
                  <a:lnTo>
                    <a:pt x="2602889" y="2210678"/>
                  </a:lnTo>
                  <a:lnTo>
                    <a:pt x="2560840" y="2156268"/>
                  </a:lnTo>
                  <a:lnTo>
                    <a:pt x="2518392" y="2098685"/>
                  </a:lnTo>
                  <a:lnTo>
                    <a:pt x="2475496" y="2038192"/>
                  </a:lnTo>
                  <a:lnTo>
                    <a:pt x="2432154" y="1975143"/>
                  </a:lnTo>
                  <a:lnTo>
                    <a:pt x="2388410" y="1909975"/>
                  </a:lnTo>
                  <a:lnTo>
                    <a:pt x="2344342" y="1843197"/>
                  </a:lnTo>
                  <a:lnTo>
                    <a:pt x="2300058" y="1775379"/>
                  </a:lnTo>
                  <a:lnTo>
                    <a:pt x="2255683" y="1707129"/>
                  </a:lnTo>
                  <a:lnTo>
                    <a:pt x="2211348" y="1639070"/>
                  </a:lnTo>
                  <a:lnTo>
                    <a:pt x="2167182" y="1571819"/>
                  </a:lnTo>
                  <a:lnTo>
                    <a:pt x="2123301" y="1505962"/>
                  </a:lnTo>
                  <a:lnTo>
                    <a:pt x="2079796" y="1442035"/>
                  </a:lnTo>
                  <a:lnTo>
                    <a:pt x="2036725" y="1380505"/>
                  </a:lnTo>
                  <a:lnTo>
                    <a:pt x="1994107" y="1321758"/>
                  </a:lnTo>
                  <a:lnTo>
                    <a:pt x="1951912" y="1266092"/>
                  </a:lnTo>
                  <a:lnTo>
                    <a:pt x="1910059" y="1213715"/>
                  </a:lnTo>
                  <a:lnTo>
                    <a:pt x="1868409" y="1164746"/>
                  </a:lnTo>
                  <a:lnTo>
                    <a:pt x="1826757" y="1119220"/>
                  </a:lnTo>
                  <a:lnTo>
                    <a:pt x="1784828" y="1077100"/>
                  </a:lnTo>
                  <a:lnTo>
                    <a:pt x="1768425" y="1061668"/>
                  </a:lnTo>
                  <a:lnTo>
                    <a:pt x="1719554" y="1019261"/>
                  </a:lnTo>
                  <a:lnTo>
                    <a:pt x="1669032" y="981104"/>
                  </a:lnTo>
                  <a:lnTo>
                    <a:pt x="1616073" y="946981"/>
                  </a:lnTo>
                  <a:lnTo>
                    <a:pt x="1559804" y="916524"/>
                  </a:lnTo>
                  <a:lnTo>
                    <a:pt x="1499330" y="889318"/>
                  </a:lnTo>
                  <a:lnTo>
                    <a:pt x="1433817" y="864964"/>
                  </a:lnTo>
                  <a:lnTo>
                    <a:pt x="1362585" y="843109"/>
                  </a:lnTo>
                  <a:lnTo>
                    <a:pt x="1285232" y="823468"/>
                  </a:lnTo>
                  <a:lnTo>
                    <a:pt x="1201807" y="805832"/>
                  </a:lnTo>
                  <a:lnTo>
                    <a:pt x="1113005" y="790071"/>
                  </a:lnTo>
                  <a:lnTo>
                    <a:pt x="1020367" y="776129"/>
                  </a:lnTo>
                  <a:lnTo>
                    <a:pt x="926415" y="764011"/>
                  </a:lnTo>
                  <a:lnTo>
                    <a:pt x="834631" y="753758"/>
                  </a:lnTo>
                  <a:lnTo>
                    <a:pt x="749173" y="745408"/>
                  </a:lnTo>
                  <a:lnTo>
                    <a:pt x="674304" y="738952"/>
                  </a:lnTo>
                  <a:lnTo>
                    <a:pt x="613590" y="734297"/>
                  </a:lnTo>
                  <a:lnTo>
                    <a:pt x="569103" y="731246"/>
                  </a:lnTo>
                  <a:lnTo>
                    <a:pt x="540861" y="729504"/>
                  </a:lnTo>
                  <a:lnTo>
                    <a:pt x="526676" y="728714"/>
                  </a:lnTo>
                  <a:lnTo>
                    <a:pt x="522366" y="728495"/>
                  </a:lnTo>
                  <a:lnTo>
                    <a:pt x="522133" y="728485"/>
                  </a:lnTo>
                  <a:lnTo>
                    <a:pt x="0" y="728485"/>
                  </a:lnTo>
                  <a:lnTo>
                    <a:pt x="0" y="728485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00" name="pg200"/>
            <p:cNvSpPr/>
            <p:nvPr/>
          </p:nvSpPr>
          <p:spPr>
            <a:xfrm>
              <a:off x="386606" y="2473100"/>
              <a:ext cx="8554953" cy="2010392"/>
            </a:xfrm>
            <a:custGeom>
              <a:avLst/>
              <a:pathLst>
                <a:path w="8554953" h="2010392">
                  <a:moveTo>
                    <a:pt x="0" y="5647"/>
                  </a:moveTo>
                  <a:lnTo>
                    <a:pt x="522133" y="5647"/>
                  </a:lnTo>
                  <a:lnTo>
                    <a:pt x="523340" y="5705"/>
                  </a:lnTo>
                  <a:lnTo>
                    <a:pt x="531237" y="6122"/>
                  </a:lnTo>
                  <a:lnTo>
                    <a:pt x="551017" y="7275"/>
                  </a:lnTo>
                  <a:lnTo>
                    <a:pt x="586046" y="9541"/>
                  </a:lnTo>
                  <a:lnTo>
                    <a:pt x="637580" y="13256"/>
                  </a:lnTo>
                  <a:lnTo>
                    <a:pt x="704682" y="18676"/>
                  </a:lnTo>
                  <a:lnTo>
                    <a:pt x="784555" y="25954"/>
                  </a:lnTo>
                  <a:lnTo>
                    <a:pt x="873232" y="35143"/>
                  </a:lnTo>
                  <a:lnTo>
                    <a:pt x="966411" y="46226"/>
                  </a:lnTo>
                  <a:lnTo>
                    <a:pt x="1060167" y="59160"/>
                  </a:lnTo>
                  <a:lnTo>
                    <a:pt x="1151412" y="73915"/>
                  </a:lnTo>
                  <a:lnTo>
                    <a:pt x="1238051" y="90509"/>
                  </a:lnTo>
                  <a:lnTo>
                    <a:pt x="1318925" y="109029"/>
                  </a:lnTo>
                  <a:lnTo>
                    <a:pt x="1393641" y="129638"/>
                  </a:lnTo>
                  <a:lnTo>
                    <a:pt x="1462363" y="152580"/>
                  </a:lnTo>
                  <a:lnTo>
                    <a:pt x="1525631" y="178171"/>
                  </a:lnTo>
                  <a:lnTo>
                    <a:pt x="1584204" y="206788"/>
                  </a:lnTo>
                  <a:lnTo>
                    <a:pt x="1638950" y="238842"/>
                  </a:lnTo>
                  <a:lnTo>
                    <a:pt x="1690764" y="274739"/>
                  </a:lnTo>
                  <a:lnTo>
                    <a:pt x="1740492" y="314799"/>
                  </a:lnTo>
                  <a:lnTo>
                    <a:pt x="1768425" y="339771"/>
                  </a:lnTo>
                  <a:lnTo>
                    <a:pt x="1810516" y="380673"/>
                  </a:lnTo>
                  <a:lnTo>
                    <a:pt x="1852201" y="424950"/>
                  </a:lnTo>
                  <a:lnTo>
                    <a:pt x="1893786" y="472668"/>
                  </a:lnTo>
                  <a:lnTo>
                    <a:pt x="1935502" y="523821"/>
                  </a:lnTo>
                  <a:lnTo>
                    <a:pt x="1977512" y="578323"/>
                  </a:lnTo>
                  <a:lnTo>
                    <a:pt x="2019920" y="636001"/>
                  </a:lnTo>
                  <a:lnTo>
                    <a:pt x="2062774" y="696594"/>
                  </a:lnTo>
                  <a:lnTo>
                    <a:pt x="2106074" y="759748"/>
                  </a:lnTo>
                  <a:lnTo>
                    <a:pt x="2149776" y="825027"/>
                  </a:lnTo>
                  <a:lnTo>
                    <a:pt x="2193801" y="891921"/>
                  </a:lnTo>
                  <a:lnTo>
                    <a:pt x="2238044" y="959863"/>
                  </a:lnTo>
                  <a:lnTo>
                    <a:pt x="2282379" y="1028243"/>
                  </a:lnTo>
                  <a:lnTo>
                    <a:pt x="2326675" y="1096438"/>
                  </a:lnTo>
                  <a:lnTo>
                    <a:pt x="2370804" y="1163832"/>
                  </a:lnTo>
                  <a:lnTo>
                    <a:pt x="2414650" y="1229837"/>
                  </a:lnTo>
                  <a:lnTo>
                    <a:pt x="2458121" y="1293917"/>
                  </a:lnTo>
                  <a:lnTo>
                    <a:pt x="2501160" y="1355604"/>
                  </a:lnTo>
                  <a:lnTo>
                    <a:pt x="2543747" y="1414510"/>
                  </a:lnTo>
                  <a:lnTo>
                    <a:pt x="2585911" y="1470337"/>
                  </a:lnTo>
                  <a:lnTo>
                    <a:pt x="2627731" y="1522874"/>
                  </a:lnTo>
                  <a:lnTo>
                    <a:pt x="2669345" y="1572001"/>
                  </a:lnTo>
                  <a:lnTo>
                    <a:pt x="2710957" y="1617680"/>
                  </a:lnTo>
                  <a:lnTo>
                    <a:pt x="2752840" y="1659950"/>
                  </a:lnTo>
                  <a:lnTo>
                    <a:pt x="2770117" y="1676268"/>
                  </a:lnTo>
                  <a:lnTo>
                    <a:pt x="2818983" y="1718791"/>
                  </a:lnTo>
                  <a:lnTo>
                    <a:pt x="2869501" y="1757052"/>
                  </a:lnTo>
                  <a:lnTo>
                    <a:pt x="2922453" y="1791269"/>
                  </a:lnTo>
                  <a:lnTo>
                    <a:pt x="2978716" y="1821811"/>
                  </a:lnTo>
                  <a:lnTo>
                    <a:pt x="3039182" y="1849092"/>
                  </a:lnTo>
                  <a:lnTo>
                    <a:pt x="3104686" y="1873515"/>
                  </a:lnTo>
                  <a:lnTo>
                    <a:pt x="3175908" y="1895431"/>
                  </a:lnTo>
                  <a:lnTo>
                    <a:pt x="3253249" y="1915127"/>
                  </a:lnTo>
                  <a:lnTo>
                    <a:pt x="3336661" y="1932812"/>
                  </a:lnTo>
                  <a:lnTo>
                    <a:pt x="3425451" y="1948618"/>
                  </a:lnTo>
                  <a:lnTo>
                    <a:pt x="3518078" y="1962600"/>
                  </a:lnTo>
                  <a:lnTo>
                    <a:pt x="3612021" y="1974753"/>
                  </a:lnTo>
                  <a:lnTo>
                    <a:pt x="3703802" y="1985036"/>
                  </a:lnTo>
                  <a:lnTo>
                    <a:pt x="3789262" y="1993411"/>
                  </a:lnTo>
                  <a:lnTo>
                    <a:pt x="3864142" y="1999887"/>
                  </a:lnTo>
                  <a:lnTo>
                    <a:pt x="3924872" y="2004558"/>
                  </a:lnTo>
                  <a:lnTo>
                    <a:pt x="3969381" y="2007620"/>
                  </a:lnTo>
                  <a:lnTo>
                    <a:pt x="3997646" y="2009368"/>
                  </a:lnTo>
                  <a:lnTo>
                    <a:pt x="4011851" y="2010162"/>
                  </a:lnTo>
                  <a:lnTo>
                    <a:pt x="4016174" y="2010381"/>
                  </a:lnTo>
                  <a:lnTo>
                    <a:pt x="4016409" y="2010392"/>
                  </a:lnTo>
                  <a:lnTo>
                    <a:pt x="4538543" y="2010392"/>
                  </a:lnTo>
                  <a:lnTo>
                    <a:pt x="4539785" y="2010353"/>
                  </a:lnTo>
                  <a:lnTo>
                    <a:pt x="4547906" y="2010071"/>
                  </a:lnTo>
                  <a:lnTo>
                    <a:pt x="4568225" y="2009291"/>
                  </a:lnTo>
                  <a:lnTo>
                    <a:pt x="4604161" y="2007760"/>
                  </a:lnTo>
                  <a:lnTo>
                    <a:pt x="4656925" y="2005251"/>
                  </a:lnTo>
                  <a:lnTo>
                    <a:pt x="4725459" y="2001595"/>
                  </a:lnTo>
                  <a:lnTo>
                    <a:pt x="4806801" y="1996691"/>
                  </a:lnTo>
                  <a:lnTo>
                    <a:pt x="4896823" y="1990509"/>
                  </a:lnTo>
                  <a:lnTo>
                    <a:pt x="4991099" y="1983060"/>
                  </a:lnTo>
                  <a:lnTo>
                    <a:pt x="5085650" y="1974375"/>
                  </a:lnTo>
                  <a:lnTo>
                    <a:pt x="5177389" y="1964473"/>
                  </a:lnTo>
                  <a:lnTo>
                    <a:pt x="5264261" y="1953335"/>
                  </a:lnTo>
                  <a:lnTo>
                    <a:pt x="5345174" y="1940899"/>
                  </a:lnTo>
                  <a:lnTo>
                    <a:pt x="5419802" y="1927046"/>
                  </a:lnTo>
                  <a:lnTo>
                    <a:pt x="5488377" y="1911605"/>
                  </a:lnTo>
                  <a:lnTo>
                    <a:pt x="5551492" y="1894358"/>
                  </a:lnTo>
                  <a:lnTo>
                    <a:pt x="5609953" y="1875043"/>
                  </a:lnTo>
                  <a:lnTo>
                    <a:pt x="5664665" y="1853381"/>
                  </a:lnTo>
                  <a:lnTo>
                    <a:pt x="5716545" y="1829104"/>
                  </a:lnTo>
                  <a:lnTo>
                    <a:pt x="5766446" y="1802014"/>
                  </a:lnTo>
                  <a:lnTo>
                    <a:pt x="5784835" y="1791094"/>
                  </a:lnTo>
                  <a:lnTo>
                    <a:pt x="5831943" y="1760879"/>
                  </a:lnTo>
                  <a:lnTo>
                    <a:pt x="5878590" y="1727878"/>
                  </a:lnTo>
                  <a:lnTo>
                    <a:pt x="5925188" y="1692040"/>
                  </a:lnTo>
                  <a:lnTo>
                    <a:pt x="5972032" y="1653394"/>
                  </a:lnTo>
                  <a:lnTo>
                    <a:pt x="6019314" y="1612050"/>
                  </a:lnTo>
                  <a:lnTo>
                    <a:pt x="6067138" y="1568214"/>
                  </a:lnTo>
                  <a:lnTo>
                    <a:pt x="6115526" y="1522182"/>
                  </a:lnTo>
                  <a:lnTo>
                    <a:pt x="6164430" y="1474339"/>
                  </a:lnTo>
                  <a:lnTo>
                    <a:pt x="6213744" y="1425150"/>
                  </a:lnTo>
                  <a:lnTo>
                    <a:pt x="6263317" y="1375139"/>
                  </a:lnTo>
                  <a:lnTo>
                    <a:pt x="6312974" y="1324868"/>
                  </a:lnTo>
                  <a:lnTo>
                    <a:pt x="6362529" y="1274914"/>
                  </a:lnTo>
                  <a:lnTo>
                    <a:pt x="6411808" y="1225836"/>
                  </a:lnTo>
                  <a:lnTo>
                    <a:pt x="6460664" y="1178154"/>
                  </a:lnTo>
                  <a:lnTo>
                    <a:pt x="6508998" y="1132324"/>
                  </a:lnTo>
                  <a:lnTo>
                    <a:pt x="6556766" y="1088723"/>
                  </a:lnTo>
                  <a:lnTo>
                    <a:pt x="6603998" y="1047640"/>
                  </a:lnTo>
                  <a:lnTo>
                    <a:pt x="6650807" y="1009269"/>
                  </a:lnTo>
                  <a:lnTo>
                    <a:pt x="6697396" y="973713"/>
                  </a:lnTo>
                  <a:lnTo>
                    <a:pt x="6744068" y="940991"/>
                  </a:lnTo>
                  <a:lnTo>
                    <a:pt x="6786527" y="913900"/>
                  </a:lnTo>
                  <a:lnTo>
                    <a:pt x="6835878" y="885732"/>
                  </a:lnTo>
                  <a:lnTo>
                    <a:pt x="6886920" y="860415"/>
                  </a:lnTo>
                  <a:lnTo>
                    <a:pt x="6940462" y="837799"/>
                  </a:lnTo>
                  <a:lnTo>
                    <a:pt x="6997406" y="817636"/>
                  </a:lnTo>
                  <a:lnTo>
                    <a:pt x="7058671" y="799644"/>
                  </a:lnTo>
                  <a:lnTo>
                    <a:pt x="7125111" y="783553"/>
                  </a:lnTo>
                  <a:lnTo>
                    <a:pt x="7197414" y="769126"/>
                  </a:lnTo>
                  <a:lnTo>
                    <a:pt x="7275969" y="756174"/>
                  </a:lnTo>
                  <a:lnTo>
                    <a:pt x="7360684" y="744559"/>
                  </a:lnTo>
                  <a:lnTo>
                    <a:pt x="7450780" y="734196"/>
                  </a:lnTo>
                  <a:lnTo>
                    <a:pt x="7544582" y="725054"/>
                  </a:lnTo>
                  <a:lnTo>
                    <a:pt x="7639386" y="717137"/>
                  </a:lnTo>
                  <a:lnTo>
                    <a:pt x="7731515" y="710476"/>
                  </a:lnTo>
                  <a:lnTo>
                    <a:pt x="7816637" y="705092"/>
                  </a:lnTo>
                  <a:lnTo>
                    <a:pt x="7890413" y="700975"/>
                  </a:lnTo>
                  <a:lnTo>
                    <a:pt x="7949341" y="698051"/>
                  </a:lnTo>
                  <a:lnTo>
                    <a:pt x="7991582" y="696177"/>
                  </a:lnTo>
                  <a:lnTo>
                    <a:pt x="8017481" y="695144"/>
                  </a:lnTo>
                  <a:lnTo>
                    <a:pt x="8029657" y="694705"/>
                  </a:lnTo>
                  <a:lnTo>
                    <a:pt x="8032819" y="694602"/>
                  </a:lnTo>
                  <a:lnTo>
                    <a:pt x="8554953" y="694602"/>
                  </a:lnTo>
                  <a:lnTo>
                    <a:pt x="8554953" y="688954"/>
                  </a:lnTo>
                  <a:lnTo>
                    <a:pt x="8032819" y="688954"/>
                  </a:lnTo>
                  <a:lnTo>
                    <a:pt x="8031577" y="688994"/>
                  </a:lnTo>
                  <a:lnTo>
                    <a:pt x="8023456" y="689276"/>
                  </a:lnTo>
                  <a:lnTo>
                    <a:pt x="8003137" y="690055"/>
                  </a:lnTo>
                  <a:lnTo>
                    <a:pt x="7967201" y="691587"/>
                  </a:lnTo>
                  <a:lnTo>
                    <a:pt x="7914437" y="694096"/>
                  </a:lnTo>
                  <a:lnTo>
                    <a:pt x="7845903" y="697752"/>
                  </a:lnTo>
                  <a:lnTo>
                    <a:pt x="7764560" y="702655"/>
                  </a:lnTo>
                  <a:lnTo>
                    <a:pt x="7674539" y="708838"/>
                  </a:lnTo>
                  <a:lnTo>
                    <a:pt x="7580263" y="716287"/>
                  </a:lnTo>
                  <a:lnTo>
                    <a:pt x="7485712" y="724971"/>
                  </a:lnTo>
                  <a:lnTo>
                    <a:pt x="7393973" y="734874"/>
                  </a:lnTo>
                  <a:lnTo>
                    <a:pt x="7307101" y="746012"/>
                  </a:lnTo>
                  <a:lnTo>
                    <a:pt x="7226188" y="758448"/>
                  </a:lnTo>
                  <a:lnTo>
                    <a:pt x="7151560" y="772301"/>
                  </a:lnTo>
                  <a:lnTo>
                    <a:pt x="7082985" y="787741"/>
                  </a:lnTo>
                  <a:lnTo>
                    <a:pt x="7019870" y="804989"/>
                  </a:lnTo>
                  <a:lnTo>
                    <a:pt x="6961409" y="824304"/>
                  </a:lnTo>
                  <a:lnTo>
                    <a:pt x="6906697" y="845966"/>
                  </a:lnTo>
                  <a:lnTo>
                    <a:pt x="6854817" y="870243"/>
                  </a:lnTo>
                  <a:lnTo>
                    <a:pt x="6804916" y="897333"/>
                  </a:lnTo>
                  <a:lnTo>
                    <a:pt x="6786527" y="908253"/>
                  </a:lnTo>
                  <a:lnTo>
                    <a:pt x="6739419" y="938467"/>
                  </a:lnTo>
                  <a:lnTo>
                    <a:pt x="6692772" y="971469"/>
                  </a:lnTo>
                  <a:lnTo>
                    <a:pt x="6646174" y="1007307"/>
                  </a:lnTo>
                  <a:lnTo>
                    <a:pt x="6599330" y="1045953"/>
                  </a:lnTo>
                  <a:lnTo>
                    <a:pt x="6552048" y="1087297"/>
                  </a:lnTo>
                  <a:lnTo>
                    <a:pt x="6504224" y="1131133"/>
                  </a:lnTo>
                  <a:lnTo>
                    <a:pt x="6455835" y="1177165"/>
                  </a:lnTo>
                  <a:lnTo>
                    <a:pt x="6406932" y="1225008"/>
                  </a:lnTo>
                  <a:lnTo>
                    <a:pt x="6357618" y="1274197"/>
                  </a:lnTo>
                  <a:lnTo>
                    <a:pt x="6308045" y="1324208"/>
                  </a:lnTo>
                  <a:lnTo>
                    <a:pt x="6258388" y="1374478"/>
                  </a:lnTo>
                  <a:lnTo>
                    <a:pt x="6208833" y="1424433"/>
                  </a:lnTo>
                  <a:lnTo>
                    <a:pt x="6159554" y="1473511"/>
                  </a:lnTo>
                  <a:lnTo>
                    <a:pt x="6110697" y="1521193"/>
                  </a:lnTo>
                  <a:lnTo>
                    <a:pt x="6062364" y="1567023"/>
                  </a:lnTo>
                  <a:lnTo>
                    <a:pt x="6014596" y="1610624"/>
                  </a:lnTo>
                  <a:lnTo>
                    <a:pt x="5967363" y="1651707"/>
                  </a:lnTo>
                  <a:lnTo>
                    <a:pt x="5920555" y="1690078"/>
                  </a:lnTo>
                  <a:lnTo>
                    <a:pt x="5873966" y="1725634"/>
                  </a:lnTo>
                  <a:lnTo>
                    <a:pt x="5827294" y="1758356"/>
                  </a:lnTo>
                  <a:lnTo>
                    <a:pt x="5784835" y="1785447"/>
                  </a:lnTo>
                  <a:lnTo>
                    <a:pt x="5735484" y="1813615"/>
                  </a:lnTo>
                  <a:lnTo>
                    <a:pt x="5684442" y="1838932"/>
                  </a:lnTo>
                  <a:lnTo>
                    <a:pt x="5630900" y="1861547"/>
                  </a:lnTo>
                  <a:lnTo>
                    <a:pt x="5573956" y="1881711"/>
                  </a:lnTo>
                  <a:lnTo>
                    <a:pt x="5512691" y="1899703"/>
                  </a:lnTo>
                  <a:lnTo>
                    <a:pt x="5446251" y="1915794"/>
                  </a:lnTo>
                  <a:lnTo>
                    <a:pt x="5373948" y="1930221"/>
                  </a:lnTo>
                  <a:lnTo>
                    <a:pt x="5295393" y="1943173"/>
                  </a:lnTo>
                  <a:lnTo>
                    <a:pt x="5210678" y="1954788"/>
                  </a:lnTo>
                  <a:lnTo>
                    <a:pt x="5120582" y="1965150"/>
                  </a:lnTo>
                  <a:lnTo>
                    <a:pt x="5026780" y="1974293"/>
                  </a:lnTo>
                  <a:lnTo>
                    <a:pt x="4931976" y="1982210"/>
                  </a:lnTo>
                  <a:lnTo>
                    <a:pt x="4839847" y="1988871"/>
                  </a:lnTo>
                  <a:lnTo>
                    <a:pt x="4754725" y="1994255"/>
                  </a:lnTo>
                  <a:lnTo>
                    <a:pt x="4680949" y="1998372"/>
                  </a:lnTo>
                  <a:lnTo>
                    <a:pt x="4622021" y="2001295"/>
                  </a:lnTo>
                  <a:lnTo>
                    <a:pt x="4579780" y="2003170"/>
                  </a:lnTo>
                  <a:lnTo>
                    <a:pt x="4553881" y="2004203"/>
                  </a:lnTo>
                  <a:lnTo>
                    <a:pt x="4541705" y="2004642"/>
                  </a:lnTo>
                  <a:lnTo>
                    <a:pt x="4538543" y="2004745"/>
                  </a:lnTo>
                  <a:lnTo>
                    <a:pt x="4016409" y="2004745"/>
                  </a:lnTo>
                  <a:lnTo>
                    <a:pt x="4015203" y="2004687"/>
                  </a:lnTo>
                  <a:lnTo>
                    <a:pt x="4007305" y="2004270"/>
                  </a:lnTo>
                  <a:lnTo>
                    <a:pt x="3987526" y="2003116"/>
                  </a:lnTo>
                  <a:lnTo>
                    <a:pt x="3952496" y="2000850"/>
                  </a:lnTo>
                  <a:lnTo>
                    <a:pt x="3900962" y="1997136"/>
                  </a:lnTo>
                  <a:lnTo>
                    <a:pt x="3833860" y="1991716"/>
                  </a:lnTo>
                  <a:lnTo>
                    <a:pt x="3753988" y="1984438"/>
                  </a:lnTo>
                  <a:lnTo>
                    <a:pt x="3665310" y="1975249"/>
                  </a:lnTo>
                  <a:lnTo>
                    <a:pt x="3572131" y="1964166"/>
                  </a:lnTo>
                  <a:lnTo>
                    <a:pt x="3478375" y="1951232"/>
                  </a:lnTo>
                  <a:lnTo>
                    <a:pt x="3387130" y="1936477"/>
                  </a:lnTo>
                  <a:lnTo>
                    <a:pt x="3300491" y="1919883"/>
                  </a:lnTo>
                  <a:lnTo>
                    <a:pt x="3219617" y="1901363"/>
                  </a:lnTo>
                  <a:lnTo>
                    <a:pt x="3144902" y="1880754"/>
                  </a:lnTo>
                  <a:lnTo>
                    <a:pt x="3076179" y="1857812"/>
                  </a:lnTo>
                  <a:lnTo>
                    <a:pt x="3012911" y="1832221"/>
                  </a:lnTo>
                  <a:lnTo>
                    <a:pt x="2954339" y="1803604"/>
                  </a:lnTo>
                  <a:lnTo>
                    <a:pt x="2899592" y="1771550"/>
                  </a:lnTo>
                  <a:lnTo>
                    <a:pt x="2847778" y="1735653"/>
                  </a:lnTo>
                  <a:lnTo>
                    <a:pt x="2798050" y="1695593"/>
                  </a:lnTo>
                  <a:lnTo>
                    <a:pt x="2770117" y="1670621"/>
                  </a:lnTo>
                  <a:lnTo>
                    <a:pt x="2728026" y="1629719"/>
                  </a:lnTo>
                  <a:lnTo>
                    <a:pt x="2686341" y="1585442"/>
                  </a:lnTo>
                  <a:lnTo>
                    <a:pt x="2644756" y="1537724"/>
                  </a:lnTo>
                  <a:lnTo>
                    <a:pt x="2603040" y="1486571"/>
                  </a:lnTo>
                  <a:lnTo>
                    <a:pt x="2561030" y="1432069"/>
                  </a:lnTo>
                  <a:lnTo>
                    <a:pt x="2518622" y="1374391"/>
                  </a:lnTo>
                  <a:lnTo>
                    <a:pt x="2475768" y="1313798"/>
                  </a:lnTo>
                  <a:lnTo>
                    <a:pt x="2432469" y="1250644"/>
                  </a:lnTo>
                  <a:lnTo>
                    <a:pt x="2388766" y="1185365"/>
                  </a:lnTo>
                  <a:lnTo>
                    <a:pt x="2344741" y="1118471"/>
                  </a:lnTo>
                  <a:lnTo>
                    <a:pt x="2300498" y="1050529"/>
                  </a:lnTo>
                  <a:lnTo>
                    <a:pt x="2256163" y="982149"/>
                  </a:lnTo>
                  <a:lnTo>
                    <a:pt x="2211867" y="913954"/>
                  </a:lnTo>
                  <a:lnTo>
                    <a:pt x="2167738" y="846560"/>
                  </a:lnTo>
                  <a:lnTo>
                    <a:pt x="2123893" y="780555"/>
                  </a:lnTo>
                  <a:lnTo>
                    <a:pt x="2080421" y="716475"/>
                  </a:lnTo>
                  <a:lnTo>
                    <a:pt x="2037382" y="654788"/>
                  </a:lnTo>
                  <a:lnTo>
                    <a:pt x="1994795" y="595881"/>
                  </a:lnTo>
                  <a:lnTo>
                    <a:pt x="1952631" y="540055"/>
                  </a:lnTo>
                  <a:lnTo>
                    <a:pt x="1910811" y="487518"/>
                  </a:lnTo>
                  <a:lnTo>
                    <a:pt x="1869197" y="438391"/>
                  </a:lnTo>
                  <a:lnTo>
                    <a:pt x="1827585" y="392711"/>
                  </a:lnTo>
                  <a:lnTo>
                    <a:pt x="1785702" y="350442"/>
                  </a:lnTo>
                  <a:lnTo>
                    <a:pt x="1768425" y="334124"/>
                  </a:lnTo>
                  <a:lnTo>
                    <a:pt x="1719559" y="291601"/>
                  </a:lnTo>
                  <a:lnTo>
                    <a:pt x="1669041" y="253340"/>
                  </a:lnTo>
                  <a:lnTo>
                    <a:pt x="1616089" y="219123"/>
                  </a:lnTo>
                  <a:lnTo>
                    <a:pt x="1559826" y="188581"/>
                  </a:lnTo>
                  <a:lnTo>
                    <a:pt x="1499360" y="161300"/>
                  </a:lnTo>
                  <a:lnTo>
                    <a:pt x="1433856" y="136877"/>
                  </a:lnTo>
                  <a:lnTo>
                    <a:pt x="1362634" y="114961"/>
                  </a:lnTo>
                  <a:lnTo>
                    <a:pt x="1285293" y="95265"/>
                  </a:lnTo>
                  <a:lnTo>
                    <a:pt x="1201881" y="77580"/>
                  </a:lnTo>
                  <a:lnTo>
                    <a:pt x="1113091" y="61774"/>
                  </a:lnTo>
                  <a:lnTo>
                    <a:pt x="1020464" y="47792"/>
                  </a:lnTo>
                  <a:lnTo>
                    <a:pt x="926521" y="35639"/>
                  </a:lnTo>
                  <a:lnTo>
                    <a:pt x="834740" y="25356"/>
                  </a:lnTo>
                  <a:lnTo>
                    <a:pt x="749280" y="16981"/>
                  </a:lnTo>
                  <a:lnTo>
                    <a:pt x="674401" y="10505"/>
                  </a:lnTo>
                  <a:lnTo>
                    <a:pt x="613670" y="5834"/>
                  </a:lnTo>
                  <a:lnTo>
                    <a:pt x="569161" y="2772"/>
                  </a:lnTo>
                  <a:lnTo>
                    <a:pt x="540896" y="1024"/>
                  </a:lnTo>
                  <a:lnTo>
                    <a:pt x="526692" y="230"/>
                  </a:lnTo>
                  <a:lnTo>
                    <a:pt x="522368" y="11"/>
                  </a:lnTo>
                  <a:lnTo>
                    <a:pt x="5221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201" name="pl201"/>
            <p:cNvSpPr/>
            <p:nvPr/>
          </p:nvSpPr>
          <p:spPr>
            <a:xfrm>
              <a:off x="386606" y="2478747"/>
              <a:ext cx="8554953" cy="2004745"/>
            </a:xfrm>
            <a:custGeom>
              <a:avLst/>
              <a:pathLst>
                <a:path w="8554953" h="2004745">
                  <a:moveTo>
                    <a:pt x="0" y="0"/>
                  </a:moveTo>
                  <a:lnTo>
                    <a:pt x="522133" y="0"/>
                  </a:lnTo>
                  <a:lnTo>
                    <a:pt x="523340" y="58"/>
                  </a:lnTo>
                  <a:lnTo>
                    <a:pt x="531237" y="475"/>
                  </a:lnTo>
                  <a:lnTo>
                    <a:pt x="551017" y="1628"/>
                  </a:lnTo>
                  <a:lnTo>
                    <a:pt x="586046" y="3894"/>
                  </a:lnTo>
                  <a:lnTo>
                    <a:pt x="637580" y="7609"/>
                  </a:lnTo>
                  <a:lnTo>
                    <a:pt x="704682" y="13029"/>
                  </a:lnTo>
                  <a:lnTo>
                    <a:pt x="784555" y="20307"/>
                  </a:lnTo>
                  <a:lnTo>
                    <a:pt x="873232" y="29496"/>
                  </a:lnTo>
                  <a:lnTo>
                    <a:pt x="966411" y="40579"/>
                  </a:lnTo>
                  <a:lnTo>
                    <a:pt x="1060167" y="53513"/>
                  </a:lnTo>
                  <a:lnTo>
                    <a:pt x="1151412" y="68268"/>
                  </a:lnTo>
                  <a:lnTo>
                    <a:pt x="1238051" y="84862"/>
                  </a:lnTo>
                  <a:lnTo>
                    <a:pt x="1318925" y="103381"/>
                  </a:lnTo>
                  <a:lnTo>
                    <a:pt x="1393641" y="123991"/>
                  </a:lnTo>
                  <a:lnTo>
                    <a:pt x="1462363" y="146933"/>
                  </a:lnTo>
                  <a:lnTo>
                    <a:pt x="1525631" y="172524"/>
                  </a:lnTo>
                  <a:lnTo>
                    <a:pt x="1584204" y="201141"/>
                  </a:lnTo>
                  <a:lnTo>
                    <a:pt x="1638950" y="233195"/>
                  </a:lnTo>
                  <a:lnTo>
                    <a:pt x="1690764" y="269092"/>
                  </a:lnTo>
                  <a:lnTo>
                    <a:pt x="1740492" y="309151"/>
                  </a:lnTo>
                  <a:lnTo>
                    <a:pt x="1768425" y="334124"/>
                  </a:lnTo>
                  <a:lnTo>
                    <a:pt x="1810516" y="375026"/>
                  </a:lnTo>
                  <a:lnTo>
                    <a:pt x="1852201" y="419303"/>
                  </a:lnTo>
                  <a:lnTo>
                    <a:pt x="1893786" y="467021"/>
                  </a:lnTo>
                  <a:lnTo>
                    <a:pt x="1935502" y="518174"/>
                  </a:lnTo>
                  <a:lnTo>
                    <a:pt x="1977512" y="572675"/>
                  </a:lnTo>
                  <a:lnTo>
                    <a:pt x="2019920" y="630354"/>
                  </a:lnTo>
                  <a:lnTo>
                    <a:pt x="2062774" y="690946"/>
                  </a:lnTo>
                  <a:lnTo>
                    <a:pt x="2106074" y="754100"/>
                  </a:lnTo>
                  <a:lnTo>
                    <a:pt x="2149776" y="819380"/>
                  </a:lnTo>
                  <a:lnTo>
                    <a:pt x="2193801" y="886274"/>
                  </a:lnTo>
                  <a:lnTo>
                    <a:pt x="2238044" y="954215"/>
                  </a:lnTo>
                  <a:lnTo>
                    <a:pt x="2282379" y="1022596"/>
                  </a:lnTo>
                  <a:lnTo>
                    <a:pt x="2326675" y="1090791"/>
                  </a:lnTo>
                  <a:lnTo>
                    <a:pt x="2370804" y="1158185"/>
                  </a:lnTo>
                  <a:lnTo>
                    <a:pt x="2414650" y="1224190"/>
                  </a:lnTo>
                  <a:lnTo>
                    <a:pt x="2458121" y="1288270"/>
                  </a:lnTo>
                  <a:lnTo>
                    <a:pt x="2501160" y="1349957"/>
                  </a:lnTo>
                  <a:lnTo>
                    <a:pt x="2543747" y="1408863"/>
                  </a:lnTo>
                  <a:lnTo>
                    <a:pt x="2585911" y="1464690"/>
                  </a:lnTo>
                  <a:lnTo>
                    <a:pt x="2627731" y="1517227"/>
                  </a:lnTo>
                  <a:lnTo>
                    <a:pt x="2669345" y="1566354"/>
                  </a:lnTo>
                  <a:lnTo>
                    <a:pt x="2710957" y="1612033"/>
                  </a:lnTo>
                  <a:lnTo>
                    <a:pt x="2752840" y="1654303"/>
                  </a:lnTo>
                  <a:lnTo>
                    <a:pt x="2770117" y="1670621"/>
                  </a:lnTo>
                  <a:lnTo>
                    <a:pt x="2818983" y="1713144"/>
                  </a:lnTo>
                  <a:lnTo>
                    <a:pt x="2869501" y="1751405"/>
                  </a:lnTo>
                  <a:lnTo>
                    <a:pt x="2922453" y="1785622"/>
                  </a:lnTo>
                  <a:lnTo>
                    <a:pt x="2978716" y="1816164"/>
                  </a:lnTo>
                  <a:lnTo>
                    <a:pt x="3039182" y="1843445"/>
                  </a:lnTo>
                  <a:lnTo>
                    <a:pt x="3104686" y="1867867"/>
                  </a:lnTo>
                  <a:lnTo>
                    <a:pt x="3175908" y="1889783"/>
                  </a:lnTo>
                  <a:lnTo>
                    <a:pt x="3253249" y="1909480"/>
                  </a:lnTo>
                  <a:lnTo>
                    <a:pt x="3336661" y="1927165"/>
                  </a:lnTo>
                  <a:lnTo>
                    <a:pt x="3425451" y="1942971"/>
                  </a:lnTo>
                  <a:lnTo>
                    <a:pt x="3518078" y="1956953"/>
                  </a:lnTo>
                  <a:lnTo>
                    <a:pt x="3612021" y="1969106"/>
                  </a:lnTo>
                  <a:lnTo>
                    <a:pt x="3703802" y="1979389"/>
                  </a:lnTo>
                  <a:lnTo>
                    <a:pt x="3789262" y="1987764"/>
                  </a:lnTo>
                  <a:lnTo>
                    <a:pt x="3864142" y="1994240"/>
                  </a:lnTo>
                  <a:lnTo>
                    <a:pt x="3924872" y="1998910"/>
                  </a:lnTo>
                  <a:lnTo>
                    <a:pt x="3969381" y="2001973"/>
                  </a:lnTo>
                  <a:lnTo>
                    <a:pt x="3997646" y="2003721"/>
                  </a:lnTo>
                  <a:lnTo>
                    <a:pt x="4011851" y="2004515"/>
                  </a:lnTo>
                  <a:lnTo>
                    <a:pt x="4016174" y="2004734"/>
                  </a:lnTo>
                  <a:lnTo>
                    <a:pt x="4016409" y="2004745"/>
                  </a:lnTo>
                  <a:lnTo>
                    <a:pt x="4538543" y="2004745"/>
                  </a:lnTo>
                  <a:lnTo>
                    <a:pt x="4539785" y="2004706"/>
                  </a:lnTo>
                  <a:lnTo>
                    <a:pt x="4547906" y="2004424"/>
                  </a:lnTo>
                  <a:lnTo>
                    <a:pt x="4568225" y="2003644"/>
                  </a:lnTo>
                  <a:lnTo>
                    <a:pt x="4604161" y="2002113"/>
                  </a:lnTo>
                  <a:lnTo>
                    <a:pt x="4656925" y="1999604"/>
                  </a:lnTo>
                  <a:lnTo>
                    <a:pt x="4725459" y="1995948"/>
                  </a:lnTo>
                  <a:lnTo>
                    <a:pt x="4806801" y="1991044"/>
                  </a:lnTo>
                  <a:lnTo>
                    <a:pt x="4896823" y="1984861"/>
                  </a:lnTo>
                  <a:lnTo>
                    <a:pt x="4991099" y="1977413"/>
                  </a:lnTo>
                  <a:lnTo>
                    <a:pt x="5085650" y="1968728"/>
                  </a:lnTo>
                  <a:lnTo>
                    <a:pt x="5177389" y="1958825"/>
                  </a:lnTo>
                  <a:lnTo>
                    <a:pt x="5264261" y="1947688"/>
                  </a:lnTo>
                  <a:lnTo>
                    <a:pt x="5345174" y="1935251"/>
                  </a:lnTo>
                  <a:lnTo>
                    <a:pt x="5419802" y="1921399"/>
                  </a:lnTo>
                  <a:lnTo>
                    <a:pt x="5488377" y="1905958"/>
                  </a:lnTo>
                  <a:lnTo>
                    <a:pt x="5551492" y="1888710"/>
                  </a:lnTo>
                  <a:lnTo>
                    <a:pt x="5609953" y="1869396"/>
                  </a:lnTo>
                  <a:lnTo>
                    <a:pt x="5664665" y="1847734"/>
                  </a:lnTo>
                  <a:lnTo>
                    <a:pt x="5716545" y="1823457"/>
                  </a:lnTo>
                  <a:lnTo>
                    <a:pt x="5766446" y="1796367"/>
                  </a:lnTo>
                  <a:lnTo>
                    <a:pt x="5784835" y="1785447"/>
                  </a:lnTo>
                  <a:lnTo>
                    <a:pt x="5831943" y="1755232"/>
                  </a:lnTo>
                  <a:lnTo>
                    <a:pt x="5878590" y="1722231"/>
                  </a:lnTo>
                  <a:lnTo>
                    <a:pt x="5925188" y="1686393"/>
                  </a:lnTo>
                  <a:lnTo>
                    <a:pt x="5972032" y="1647746"/>
                  </a:lnTo>
                  <a:lnTo>
                    <a:pt x="6019314" y="1606403"/>
                  </a:lnTo>
                  <a:lnTo>
                    <a:pt x="6067138" y="1562567"/>
                  </a:lnTo>
                  <a:lnTo>
                    <a:pt x="6115526" y="1516534"/>
                  </a:lnTo>
                  <a:lnTo>
                    <a:pt x="6164430" y="1468692"/>
                  </a:lnTo>
                  <a:lnTo>
                    <a:pt x="6213744" y="1419503"/>
                  </a:lnTo>
                  <a:lnTo>
                    <a:pt x="6263317" y="1369492"/>
                  </a:lnTo>
                  <a:lnTo>
                    <a:pt x="6312974" y="1319221"/>
                  </a:lnTo>
                  <a:lnTo>
                    <a:pt x="6362529" y="1269267"/>
                  </a:lnTo>
                  <a:lnTo>
                    <a:pt x="6411808" y="1220189"/>
                  </a:lnTo>
                  <a:lnTo>
                    <a:pt x="6460664" y="1172507"/>
                  </a:lnTo>
                  <a:lnTo>
                    <a:pt x="6508998" y="1126677"/>
                  </a:lnTo>
                  <a:lnTo>
                    <a:pt x="6556766" y="1083076"/>
                  </a:lnTo>
                  <a:lnTo>
                    <a:pt x="6603998" y="1041993"/>
                  </a:lnTo>
                  <a:lnTo>
                    <a:pt x="6650807" y="1003621"/>
                  </a:lnTo>
                  <a:lnTo>
                    <a:pt x="6697396" y="968065"/>
                  </a:lnTo>
                  <a:lnTo>
                    <a:pt x="6744068" y="935344"/>
                  </a:lnTo>
                  <a:lnTo>
                    <a:pt x="6786527" y="908253"/>
                  </a:lnTo>
                  <a:lnTo>
                    <a:pt x="6835878" y="880084"/>
                  </a:lnTo>
                  <a:lnTo>
                    <a:pt x="6886920" y="854767"/>
                  </a:lnTo>
                  <a:lnTo>
                    <a:pt x="6940462" y="832152"/>
                  </a:lnTo>
                  <a:lnTo>
                    <a:pt x="6997406" y="811989"/>
                  </a:lnTo>
                  <a:lnTo>
                    <a:pt x="7058671" y="793997"/>
                  </a:lnTo>
                  <a:lnTo>
                    <a:pt x="7125111" y="777905"/>
                  </a:lnTo>
                  <a:lnTo>
                    <a:pt x="7197414" y="763479"/>
                  </a:lnTo>
                  <a:lnTo>
                    <a:pt x="7275969" y="750527"/>
                  </a:lnTo>
                  <a:lnTo>
                    <a:pt x="7360684" y="738912"/>
                  </a:lnTo>
                  <a:lnTo>
                    <a:pt x="7450780" y="728549"/>
                  </a:lnTo>
                  <a:lnTo>
                    <a:pt x="7544582" y="719406"/>
                  </a:lnTo>
                  <a:lnTo>
                    <a:pt x="7639386" y="711490"/>
                  </a:lnTo>
                  <a:lnTo>
                    <a:pt x="7731515" y="704828"/>
                  </a:lnTo>
                  <a:lnTo>
                    <a:pt x="7816637" y="699445"/>
                  </a:lnTo>
                  <a:lnTo>
                    <a:pt x="7890413" y="695328"/>
                  </a:lnTo>
                  <a:lnTo>
                    <a:pt x="7949341" y="692404"/>
                  </a:lnTo>
                  <a:lnTo>
                    <a:pt x="7991582" y="690530"/>
                  </a:lnTo>
                  <a:lnTo>
                    <a:pt x="8017481" y="689496"/>
                  </a:lnTo>
                  <a:lnTo>
                    <a:pt x="8029657" y="689058"/>
                  </a:lnTo>
                  <a:lnTo>
                    <a:pt x="8032751" y="688956"/>
                  </a:lnTo>
                  <a:lnTo>
                    <a:pt x="8032819" y="688954"/>
                  </a:lnTo>
                  <a:lnTo>
                    <a:pt x="8554953" y="688954"/>
                  </a:lnTo>
                  <a:lnTo>
                    <a:pt x="8554953" y="688954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02" name="pl202"/>
            <p:cNvSpPr/>
            <p:nvPr/>
          </p:nvSpPr>
          <p:spPr>
            <a:xfrm>
              <a:off x="386606" y="2473100"/>
              <a:ext cx="8554953" cy="2004745"/>
            </a:xfrm>
            <a:custGeom>
              <a:avLst/>
              <a:pathLst>
                <a:path w="8554953" h="2004745">
                  <a:moveTo>
                    <a:pt x="8554953" y="688954"/>
                  </a:moveTo>
                  <a:lnTo>
                    <a:pt x="8032819" y="688954"/>
                  </a:lnTo>
                  <a:lnTo>
                    <a:pt x="8031577" y="688994"/>
                  </a:lnTo>
                  <a:lnTo>
                    <a:pt x="8023456" y="689276"/>
                  </a:lnTo>
                  <a:lnTo>
                    <a:pt x="8003137" y="690055"/>
                  </a:lnTo>
                  <a:lnTo>
                    <a:pt x="7967201" y="691587"/>
                  </a:lnTo>
                  <a:lnTo>
                    <a:pt x="7914437" y="694096"/>
                  </a:lnTo>
                  <a:lnTo>
                    <a:pt x="7845903" y="697752"/>
                  </a:lnTo>
                  <a:lnTo>
                    <a:pt x="7764560" y="702655"/>
                  </a:lnTo>
                  <a:lnTo>
                    <a:pt x="7674539" y="708838"/>
                  </a:lnTo>
                  <a:lnTo>
                    <a:pt x="7580263" y="716287"/>
                  </a:lnTo>
                  <a:lnTo>
                    <a:pt x="7485712" y="724971"/>
                  </a:lnTo>
                  <a:lnTo>
                    <a:pt x="7393973" y="734874"/>
                  </a:lnTo>
                  <a:lnTo>
                    <a:pt x="7307101" y="746012"/>
                  </a:lnTo>
                  <a:lnTo>
                    <a:pt x="7226188" y="758448"/>
                  </a:lnTo>
                  <a:lnTo>
                    <a:pt x="7151560" y="772301"/>
                  </a:lnTo>
                  <a:lnTo>
                    <a:pt x="7082985" y="787741"/>
                  </a:lnTo>
                  <a:lnTo>
                    <a:pt x="7019870" y="804989"/>
                  </a:lnTo>
                  <a:lnTo>
                    <a:pt x="6961409" y="824304"/>
                  </a:lnTo>
                  <a:lnTo>
                    <a:pt x="6906697" y="845966"/>
                  </a:lnTo>
                  <a:lnTo>
                    <a:pt x="6854817" y="870243"/>
                  </a:lnTo>
                  <a:lnTo>
                    <a:pt x="6804916" y="897333"/>
                  </a:lnTo>
                  <a:lnTo>
                    <a:pt x="6786527" y="908253"/>
                  </a:lnTo>
                  <a:lnTo>
                    <a:pt x="6739419" y="938467"/>
                  </a:lnTo>
                  <a:lnTo>
                    <a:pt x="6692772" y="971469"/>
                  </a:lnTo>
                  <a:lnTo>
                    <a:pt x="6646174" y="1007307"/>
                  </a:lnTo>
                  <a:lnTo>
                    <a:pt x="6599330" y="1045953"/>
                  </a:lnTo>
                  <a:lnTo>
                    <a:pt x="6552048" y="1087297"/>
                  </a:lnTo>
                  <a:lnTo>
                    <a:pt x="6504224" y="1131133"/>
                  </a:lnTo>
                  <a:lnTo>
                    <a:pt x="6455835" y="1177165"/>
                  </a:lnTo>
                  <a:lnTo>
                    <a:pt x="6406932" y="1225008"/>
                  </a:lnTo>
                  <a:lnTo>
                    <a:pt x="6357618" y="1274197"/>
                  </a:lnTo>
                  <a:lnTo>
                    <a:pt x="6308045" y="1324208"/>
                  </a:lnTo>
                  <a:lnTo>
                    <a:pt x="6258388" y="1374478"/>
                  </a:lnTo>
                  <a:lnTo>
                    <a:pt x="6208833" y="1424433"/>
                  </a:lnTo>
                  <a:lnTo>
                    <a:pt x="6159554" y="1473511"/>
                  </a:lnTo>
                  <a:lnTo>
                    <a:pt x="6110697" y="1521193"/>
                  </a:lnTo>
                  <a:lnTo>
                    <a:pt x="6062364" y="1567023"/>
                  </a:lnTo>
                  <a:lnTo>
                    <a:pt x="6014596" y="1610624"/>
                  </a:lnTo>
                  <a:lnTo>
                    <a:pt x="5967363" y="1651707"/>
                  </a:lnTo>
                  <a:lnTo>
                    <a:pt x="5920555" y="1690078"/>
                  </a:lnTo>
                  <a:lnTo>
                    <a:pt x="5873966" y="1725634"/>
                  </a:lnTo>
                  <a:lnTo>
                    <a:pt x="5827294" y="1758356"/>
                  </a:lnTo>
                  <a:lnTo>
                    <a:pt x="5784835" y="1785447"/>
                  </a:lnTo>
                  <a:lnTo>
                    <a:pt x="5735484" y="1813615"/>
                  </a:lnTo>
                  <a:lnTo>
                    <a:pt x="5684442" y="1838932"/>
                  </a:lnTo>
                  <a:lnTo>
                    <a:pt x="5630900" y="1861547"/>
                  </a:lnTo>
                  <a:lnTo>
                    <a:pt x="5573956" y="1881711"/>
                  </a:lnTo>
                  <a:lnTo>
                    <a:pt x="5512691" y="1899703"/>
                  </a:lnTo>
                  <a:lnTo>
                    <a:pt x="5446251" y="1915794"/>
                  </a:lnTo>
                  <a:lnTo>
                    <a:pt x="5373948" y="1930221"/>
                  </a:lnTo>
                  <a:lnTo>
                    <a:pt x="5295393" y="1943173"/>
                  </a:lnTo>
                  <a:lnTo>
                    <a:pt x="5210678" y="1954788"/>
                  </a:lnTo>
                  <a:lnTo>
                    <a:pt x="5120582" y="1965150"/>
                  </a:lnTo>
                  <a:lnTo>
                    <a:pt x="5026780" y="1974293"/>
                  </a:lnTo>
                  <a:lnTo>
                    <a:pt x="4931976" y="1982210"/>
                  </a:lnTo>
                  <a:lnTo>
                    <a:pt x="4839847" y="1988871"/>
                  </a:lnTo>
                  <a:lnTo>
                    <a:pt x="4754725" y="1994255"/>
                  </a:lnTo>
                  <a:lnTo>
                    <a:pt x="4680949" y="1998372"/>
                  </a:lnTo>
                  <a:lnTo>
                    <a:pt x="4622021" y="2001295"/>
                  </a:lnTo>
                  <a:lnTo>
                    <a:pt x="4579780" y="2003170"/>
                  </a:lnTo>
                  <a:lnTo>
                    <a:pt x="4553881" y="2004203"/>
                  </a:lnTo>
                  <a:lnTo>
                    <a:pt x="4541705" y="2004642"/>
                  </a:lnTo>
                  <a:lnTo>
                    <a:pt x="4538611" y="2004743"/>
                  </a:lnTo>
                  <a:lnTo>
                    <a:pt x="4538543" y="2004745"/>
                  </a:lnTo>
                  <a:lnTo>
                    <a:pt x="4016409" y="2004745"/>
                  </a:lnTo>
                  <a:lnTo>
                    <a:pt x="4015203" y="2004687"/>
                  </a:lnTo>
                  <a:lnTo>
                    <a:pt x="4007305" y="2004270"/>
                  </a:lnTo>
                  <a:lnTo>
                    <a:pt x="3987526" y="2003116"/>
                  </a:lnTo>
                  <a:lnTo>
                    <a:pt x="3952496" y="2000850"/>
                  </a:lnTo>
                  <a:lnTo>
                    <a:pt x="3900962" y="1997136"/>
                  </a:lnTo>
                  <a:lnTo>
                    <a:pt x="3833860" y="1991716"/>
                  </a:lnTo>
                  <a:lnTo>
                    <a:pt x="3753988" y="1984438"/>
                  </a:lnTo>
                  <a:lnTo>
                    <a:pt x="3665310" y="1975249"/>
                  </a:lnTo>
                  <a:lnTo>
                    <a:pt x="3572131" y="1964166"/>
                  </a:lnTo>
                  <a:lnTo>
                    <a:pt x="3478375" y="1951232"/>
                  </a:lnTo>
                  <a:lnTo>
                    <a:pt x="3387130" y="1936477"/>
                  </a:lnTo>
                  <a:lnTo>
                    <a:pt x="3300491" y="1919883"/>
                  </a:lnTo>
                  <a:lnTo>
                    <a:pt x="3219617" y="1901363"/>
                  </a:lnTo>
                  <a:lnTo>
                    <a:pt x="3144902" y="1880754"/>
                  </a:lnTo>
                  <a:lnTo>
                    <a:pt x="3076179" y="1857812"/>
                  </a:lnTo>
                  <a:lnTo>
                    <a:pt x="3012911" y="1832221"/>
                  </a:lnTo>
                  <a:lnTo>
                    <a:pt x="2954339" y="1803604"/>
                  </a:lnTo>
                  <a:lnTo>
                    <a:pt x="2899592" y="1771550"/>
                  </a:lnTo>
                  <a:lnTo>
                    <a:pt x="2847778" y="1735653"/>
                  </a:lnTo>
                  <a:lnTo>
                    <a:pt x="2798050" y="1695593"/>
                  </a:lnTo>
                  <a:lnTo>
                    <a:pt x="2770117" y="1670621"/>
                  </a:lnTo>
                  <a:lnTo>
                    <a:pt x="2728026" y="1629719"/>
                  </a:lnTo>
                  <a:lnTo>
                    <a:pt x="2686341" y="1585442"/>
                  </a:lnTo>
                  <a:lnTo>
                    <a:pt x="2644756" y="1537724"/>
                  </a:lnTo>
                  <a:lnTo>
                    <a:pt x="2603040" y="1486571"/>
                  </a:lnTo>
                  <a:lnTo>
                    <a:pt x="2561030" y="1432069"/>
                  </a:lnTo>
                  <a:lnTo>
                    <a:pt x="2518622" y="1374391"/>
                  </a:lnTo>
                  <a:lnTo>
                    <a:pt x="2475768" y="1313798"/>
                  </a:lnTo>
                  <a:lnTo>
                    <a:pt x="2432469" y="1250644"/>
                  </a:lnTo>
                  <a:lnTo>
                    <a:pt x="2388766" y="1185365"/>
                  </a:lnTo>
                  <a:lnTo>
                    <a:pt x="2344741" y="1118471"/>
                  </a:lnTo>
                  <a:lnTo>
                    <a:pt x="2300498" y="1050529"/>
                  </a:lnTo>
                  <a:lnTo>
                    <a:pt x="2256163" y="982149"/>
                  </a:lnTo>
                  <a:lnTo>
                    <a:pt x="2211867" y="913954"/>
                  </a:lnTo>
                  <a:lnTo>
                    <a:pt x="2167738" y="846560"/>
                  </a:lnTo>
                  <a:lnTo>
                    <a:pt x="2123893" y="780555"/>
                  </a:lnTo>
                  <a:lnTo>
                    <a:pt x="2080421" y="716475"/>
                  </a:lnTo>
                  <a:lnTo>
                    <a:pt x="2037382" y="654788"/>
                  </a:lnTo>
                  <a:lnTo>
                    <a:pt x="1994795" y="595881"/>
                  </a:lnTo>
                  <a:lnTo>
                    <a:pt x="1952631" y="540055"/>
                  </a:lnTo>
                  <a:lnTo>
                    <a:pt x="1910811" y="487518"/>
                  </a:lnTo>
                  <a:lnTo>
                    <a:pt x="1869197" y="438391"/>
                  </a:lnTo>
                  <a:lnTo>
                    <a:pt x="1827585" y="392711"/>
                  </a:lnTo>
                  <a:lnTo>
                    <a:pt x="1785702" y="350442"/>
                  </a:lnTo>
                  <a:lnTo>
                    <a:pt x="1768425" y="334124"/>
                  </a:lnTo>
                  <a:lnTo>
                    <a:pt x="1719559" y="291601"/>
                  </a:lnTo>
                  <a:lnTo>
                    <a:pt x="1669041" y="253340"/>
                  </a:lnTo>
                  <a:lnTo>
                    <a:pt x="1616089" y="219123"/>
                  </a:lnTo>
                  <a:lnTo>
                    <a:pt x="1559826" y="188581"/>
                  </a:lnTo>
                  <a:lnTo>
                    <a:pt x="1499360" y="161300"/>
                  </a:lnTo>
                  <a:lnTo>
                    <a:pt x="1433856" y="136877"/>
                  </a:lnTo>
                  <a:lnTo>
                    <a:pt x="1362634" y="114961"/>
                  </a:lnTo>
                  <a:lnTo>
                    <a:pt x="1285293" y="95265"/>
                  </a:lnTo>
                  <a:lnTo>
                    <a:pt x="1201881" y="77580"/>
                  </a:lnTo>
                  <a:lnTo>
                    <a:pt x="1113091" y="61774"/>
                  </a:lnTo>
                  <a:lnTo>
                    <a:pt x="1020464" y="47792"/>
                  </a:lnTo>
                  <a:lnTo>
                    <a:pt x="926521" y="35639"/>
                  </a:lnTo>
                  <a:lnTo>
                    <a:pt x="834740" y="25356"/>
                  </a:lnTo>
                  <a:lnTo>
                    <a:pt x="749280" y="16981"/>
                  </a:lnTo>
                  <a:lnTo>
                    <a:pt x="674401" y="10505"/>
                  </a:lnTo>
                  <a:lnTo>
                    <a:pt x="613670" y="5834"/>
                  </a:lnTo>
                  <a:lnTo>
                    <a:pt x="569161" y="2772"/>
                  </a:lnTo>
                  <a:lnTo>
                    <a:pt x="540896" y="1024"/>
                  </a:lnTo>
                  <a:lnTo>
                    <a:pt x="526692" y="230"/>
                  </a:lnTo>
                  <a:lnTo>
                    <a:pt x="522368" y="11"/>
                  </a:lnTo>
                  <a:lnTo>
                    <a:pt x="522133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03" name="pg203"/>
            <p:cNvSpPr/>
            <p:nvPr/>
          </p:nvSpPr>
          <p:spPr>
            <a:xfrm>
              <a:off x="386606" y="2478747"/>
              <a:ext cx="8554953" cy="2016040"/>
            </a:xfrm>
            <a:custGeom>
              <a:avLst/>
              <a:pathLst>
                <a:path w="8554953" h="2016040">
                  <a:moveTo>
                    <a:pt x="0" y="11294"/>
                  </a:moveTo>
                  <a:lnTo>
                    <a:pt x="522133" y="11294"/>
                  </a:lnTo>
                  <a:lnTo>
                    <a:pt x="523340" y="11352"/>
                  </a:lnTo>
                  <a:lnTo>
                    <a:pt x="531237" y="11769"/>
                  </a:lnTo>
                  <a:lnTo>
                    <a:pt x="551017" y="12923"/>
                  </a:lnTo>
                  <a:lnTo>
                    <a:pt x="586046" y="15189"/>
                  </a:lnTo>
                  <a:lnTo>
                    <a:pt x="637580" y="18903"/>
                  </a:lnTo>
                  <a:lnTo>
                    <a:pt x="704682" y="24323"/>
                  </a:lnTo>
                  <a:lnTo>
                    <a:pt x="784555" y="31601"/>
                  </a:lnTo>
                  <a:lnTo>
                    <a:pt x="873232" y="40790"/>
                  </a:lnTo>
                  <a:lnTo>
                    <a:pt x="966411" y="51873"/>
                  </a:lnTo>
                  <a:lnTo>
                    <a:pt x="1060167" y="64807"/>
                  </a:lnTo>
                  <a:lnTo>
                    <a:pt x="1151412" y="79562"/>
                  </a:lnTo>
                  <a:lnTo>
                    <a:pt x="1238051" y="96156"/>
                  </a:lnTo>
                  <a:lnTo>
                    <a:pt x="1318925" y="114676"/>
                  </a:lnTo>
                  <a:lnTo>
                    <a:pt x="1393641" y="135285"/>
                  </a:lnTo>
                  <a:lnTo>
                    <a:pt x="1462363" y="158227"/>
                  </a:lnTo>
                  <a:lnTo>
                    <a:pt x="1525631" y="183818"/>
                  </a:lnTo>
                  <a:lnTo>
                    <a:pt x="1584204" y="212435"/>
                  </a:lnTo>
                  <a:lnTo>
                    <a:pt x="1638950" y="244489"/>
                  </a:lnTo>
                  <a:lnTo>
                    <a:pt x="1690764" y="280386"/>
                  </a:lnTo>
                  <a:lnTo>
                    <a:pt x="1740492" y="320446"/>
                  </a:lnTo>
                  <a:lnTo>
                    <a:pt x="1768425" y="345418"/>
                  </a:lnTo>
                  <a:lnTo>
                    <a:pt x="1810516" y="386320"/>
                  </a:lnTo>
                  <a:lnTo>
                    <a:pt x="1852201" y="430597"/>
                  </a:lnTo>
                  <a:lnTo>
                    <a:pt x="1893786" y="478315"/>
                  </a:lnTo>
                  <a:lnTo>
                    <a:pt x="1935502" y="529468"/>
                  </a:lnTo>
                  <a:lnTo>
                    <a:pt x="1977512" y="583970"/>
                  </a:lnTo>
                  <a:lnTo>
                    <a:pt x="2019920" y="641648"/>
                  </a:lnTo>
                  <a:lnTo>
                    <a:pt x="2062774" y="702241"/>
                  </a:lnTo>
                  <a:lnTo>
                    <a:pt x="2106074" y="765395"/>
                  </a:lnTo>
                  <a:lnTo>
                    <a:pt x="2149776" y="830674"/>
                  </a:lnTo>
                  <a:lnTo>
                    <a:pt x="2193801" y="897569"/>
                  </a:lnTo>
                  <a:lnTo>
                    <a:pt x="2238044" y="965510"/>
                  </a:lnTo>
                  <a:lnTo>
                    <a:pt x="2282379" y="1033890"/>
                  </a:lnTo>
                  <a:lnTo>
                    <a:pt x="2326675" y="1102086"/>
                  </a:lnTo>
                  <a:lnTo>
                    <a:pt x="2370804" y="1169479"/>
                  </a:lnTo>
                  <a:lnTo>
                    <a:pt x="2414650" y="1235484"/>
                  </a:lnTo>
                  <a:lnTo>
                    <a:pt x="2458121" y="1299564"/>
                  </a:lnTo>
                  <a:lnTo>
                    <a:pt x="2501160" y="1361251"/>
                  </a:lnTo>
                  <a:lnTo>
                    <a:pt x="2543747" y="1420158"/>
                  </a:lnTo>
                  <a:lnTo>
                    <a:pt x="2585911" y="1475984"/>
                  </a:lnTo>
                  <a:lnTo>
                    <a:pt x="2627731" y="1528521"/>
                  </a:lnTo>
                  <a:lnTo>
                    <a:pt x="2669345" y="1577648"/>
                  </a:lnTo>
                  <a:lnTo>
                    <a:pt x="2710957" y="1623328"/>
                  </a:lnTo>
                  <a:lnTo>
                    <a:pt x="2752840" y="1665597"/>
                  </a:lnTo>
                  <a:lnTo>
                    <a:pt x="2770117" y="1681915"/>
                  </a:lnTo>
                  <a:lnTo>
                    <a:pt x="2818983" y="1724438"/>
                  </a:lnTo>
                  <a:lnTo>
                    <a:pt x="2869501" y="1762699"/>
                  </a:lnTo>
                  <a:lnTo>
                    <a:pt x="2922453" y="1796916"/>
                  </a:lnTo>
                  <a:lnTo>
                    <a:pt x="2978716" y="1827458"/>
                  </a:lnTo>
                  <a:lnTo>
                    <a:pt x="3039182" y="1854739"/>
                  </a:lnTo>
                  <a:lnTo>
                    <a:pt x="3104686" y="1879162"/>
                  </a:lnTo>
                  <a:lnTo>
                    <a:pt x="3175908" y="1901078"/>
                  </a:lnTo>
                  <a:lnTo>
                    <a:pt x="3253249" y="1920774"/>
                  </a:lnTo>
                  <a:lnTo>
                    <a:pt x="3336661" y="1938460"/>
                  </a:lnTo>
                  <a:lnTo>
                    <a:pt x="3425451" y="1954265"/>
                  </a:lnTo>
                  <a:lnTo>
                    <a:pt x="3518078" y="1968247"/>
                  </a:lnTo>
                  <a:lnTo>
                    <a:pt x="3612021" y="1980400"/>
                  </a:lnTo>
                  <a:lnTo>
                    <a:pt x="3703802" y="1990683"/>
                  </a:lnTo>
                  <a:lnTo>
                    <a:pt x="3789262" y="1999058"/>
                  </a:lnTo>
                  <a:lnTo>
                    <a:pt x="3864142" y="2005534"/>
                  </a:lnTo>
                  <a:lnTo>
                    <a:pt x="3924872" y="2010205"/>
                  </a:lnTo>
                  <a:lnTo>
                    <a:pt x="3969381" y="2013267"/>
                  </a:lnTo>
                  <a:lnTo>
                    <a:pt x="3997646" y="2015016"/>
                  </a:lnTo>
                  <a:lnTo>
                    <a:pt x="4011851" y="2015809"/>
                  </a:lnTo>
                  <a:lnTo>
                    <a:pt x="4016174" y="2016029"/>
                  </a:lnTo>
                  <a:lnTo>
                    <a:pt x="4016409" y="2016040"/>
                  </a:lnTo>
                  <a:lnTo>
                    <a:pt x="4538543" y="2016040"/>
                  </a:lnTo>
                  <a:lnTo>
                    <a:pt x="4539805" y="2016019"/>
                  </a:lnTo>
                  <a:lnTo>
                    <a:pt x="4548059" y="2015874"/>
                  </a:lnTo>
                  <a:lnTo>
                    <a:pt x="4568699" y="2015472"/>
                  </a:lnTo>
                  <a:lnTo>
                    <a:pt x="4605169" y="2014683"/>
                  </a:lnTo>
                  <a:lnTo>
                    <a:pt x="4658658" y="2013392"/>
                  </a:lnTo>
                  <a:lnTo>
                    <a:pt x="4728033" y="2011510"/>
                  </a:lnTo>
                  <a:lnTo>
                    <a:pt x="4810233" y="2008989"/>
                  </a:lnTo>
                  <a:lnTo>
                    <a:pt x="4901033" y="2005813"/>
                  </a:lnTo>
                  <a:lnTo>
                    <a:pt x="4995940" y="2001988"/>
                  </a:lnTo>
                  <a:lnTo>
                    <a:pt x="5090943" y="1997532"/>
                  </a:lnTo>
                  <a:lnTo>
                    <a:pt x="5182957" y="1992451"/>
                  </a:lnTo>
                  <a:lnTo>
                    <a:pt x="5269955" y="1986737"/>
                  </a:lnTo>
                  <a:lnTo>
                    <a:pt x="5350881" y="1980354"/>
                  </a:lnTo>
                  <a:lnTo>
                    <a:pt x="5425452" y="1973241"/>
                  </a:lnTo>
                  <a:lnTo>
                    <a:pt x="5493939" y="1965306"/>
                  </a:lnTo>
                  <a:lnTo>
                    <a:pt x="5556966" y="1956434"/>
                  </a:lnTo>
                  <a:lnTo>
                    <a:pt x="5615368" y="1946492"/>
                  </a:lnTo>
                  <a:lnTo>
                    <a:pt x="5670067" y="1935333"/>
                  </a:lnTo>
                  <a:lnTo>
                    <a:pt x="5721994" y="1922822"/>
                  </a:lnTo>
                  <a:lnTo>
                    <a:pt x="5772005" y="1908864"/>
                  </a:lnTo>
                  <a:lnTo>
                    <a:pt x="5784835" y="1904979"/>
                  </a:lnTo>
                  <a:lnTo>
                    <a:pt x="5836729" y="1888032"/>
                  </a:lnTo>
                  <a:lnTo>
                    <a:pt x="5888119" y="1869367"/>
                  </a:lnTo>
                  <a:lnTo>
                    <a:pt x="5939530" y="1848956"/>
                  </a:lnTo>
                  <a:lnTo>
                    <a:pt x="5991322" y="1826833"/>
                  </a:lnTo>
                  <a:lnTo>
                    <a:pt x="6043709" y="1803096"/>
                  </a:lnTo>
                  <a:lnTo>
                    <a:pt x="6096778" y="1777912"/>
                  </a:lnTo>
                  <a:lnTo>
                    <a:pt x="6150505" y="1751518"/>
                  </a:lnTo>
                  <a:lnTo>
                    <a:pt x="6204771" y="1724210"/>
                  </a:lnTo>
                  <a:lnTo>
                    <a:pt x="6259388" y="1696337"/>
                  </a:lnTo>
                  <a:lnTo>
                    <a:pt x="6314123" y="1668276"/>
                  </a:lnTo>
                  <a:lnTo>
                    <a:pt x="6368731" y="1640417"/>
                  </a:lnTo>
                  <a:lnTo>
                    <a:pt x="6422979" y="1613139"/>
                  </a:lnTo>
                  <a:lnTo>
                    <a:pt x="6476681" y="1586787"/>
                  </a:lnTo>
                  <a:lnTo>
                    <a:pt x="6529723" y="1561656"/>
                  </a:lnTo>
                  <a:lnTo>
                    <a:pt x="6582084" y="1537980"/>
                  </a:lnTo>
                  <a:lnTo>
                    <a:pt x="6633857" y="1515923"/>
                  </a:lnTo>
                  <a:lnTo>
                    <a:pt x="6685259" y="1495580"/>
                  </a:lnTo>
                  <a:lnTo>
                    <a:pt x="6736658" y="1476983"/>
                  </a:lnTo>
                  <a:lnTo>
                    <a:pt x="6786527" y="1460734"/>
                  </a:lnTo>
                  <a:lnTo>
                    <a:pt x="6836161" y="1446392"/>
                  </a:lnTo>
                  <a:lnTo>
                    <a:pt x="6887511" y="1433510"/>
                  </a:lnTo>
                  <a:lnTo>
                    <a:pt x="6941398" y="1422011"/>
                  </a:lnTo>
                  <a:lnTo>
                    <a:pt x="6998742" y="1411765"/>
                  </a:lnTo>
                  <a:lnTo>
                    <a:pt x="7060477" y="1402627"/>
                  </a:lnTo>
                  <a:lnTo>
                    <a:pt x="7127467" y="1394460"/>
                  </a:lnTo>
                  <a:lnTo>
                    <a:pt x="7200407" y="1387142"/>
                  </a:lnTo>
                  <a:lnTo>
                    <a:pt x="7279676" y="1380575"/>
                  </a:lnTo>
                  <a:lnTo>
                    <a:pt x="7365155" y="1374691"/>
                  </a:lnTo>
                  <a:lnTo>
                    <a:pt x="7456013" y="1369447"/>
                  </a:lnTo>
                  <a:lnTo>
                    <a:pt x="7550490" y="1364828"/>
                  </a:lnTo>
                  <a:lnTo>
                    <a:pt x="7645777" y="1360837"/>
                  </a:lnTo>
                  <a:lnTo>
                    <a:pt x="7738073" y="1357490"/>
                  </a:lnTo>
                  <a:lnTo>
                    <a:pt x="7822952" y="1354798"/>
                  </a:lnTo>
                  <a:lnTo>
                    <a:pt x="7896033" y="1352753"/>
                  </a:lnTo>
                  <a:lnTo>
                    <a:pt x="7953866" y="1351314"/>
                  </a:lnTo>
                  <a:lnTo>
                    <a:pt x="7994761" y="1350404"/>
                  </a:lnTo>
                  <a:lnTo>
                    <a:pt x="8019287" y="1349914"/>
                  </a:lnTo>
                  <a:lnTo>
                    <a:pt x="8030326" y="1349714"/>
                  </a:lnTo>
                  <a:lnTo>
                    <a:pt x="8032819" y="1349673"/>
                  </a:lnTo>
                  <a:lnTo>
                    <a:pt x="8554953" y="1349673"/>
                  </a:lnTo>
                  <a:lnTo>
                    <a:pt x="8554953" y="1338379"/>
                  </a:lnTo>
                  <a:lnTo>
                    <a:pt x="8032819" y="1338379"/>
                  </a:lnTo>
                  <a:lnTo>
                    <a:pt x="8031557" y="1338399"/>
                  </a:lnTo>
                  <a:lnTo>
                    <a:pt x="8023302" y="1338545"/>
                  </a:lnTo>
                  <a:lnTo>
                    <a:pt x="8002663" y="1338946"/>
                  </a:lnTo>
                  <a:lnTo>
                    <a:pt x="7966193" y="1339735"/>
                  </a:lnTo>
                  <a:lnTo>
                    <a:pt x="7912704" y="1341027"/>
                  </a:lnTo>
                  <a:lnTo>
                    <a:pt x="7843329" y="1342908"/>
                  </a:lnTo>
                  <a:lnTo>
                    <a:pt x="7761129" y="1345430"/>
                  </a:lnTo>
                  <a:lnTo>
                    <a:pt x="7670329" y="1348606"/>
                  </a:lnTo>
                  <a:lnTo>
                    <a:pt x="7575422" y="1352430"/>
                  </a:lnTo>
                  <a:lnTo>
                    <a:pt x="7480419" y="1356887"/>
                  </a:lnTo>
                  <a:lnTo>
                    <a:pt x="7388405" y="1361967"/>
                  </a:lnTo>
                  <a:lnTo>
                    <a:pt x="7301407" y="1367682"/>
                  </a:lnTo>
                  <a:lnTo>
                    <a:pt x="7220481" y="1374064"/>
                  </a:lnTo>
                  <a:lnTo>
                    <a:pt x="7145910" y="1381178"/>
                  </a:lnTo>
                  <a:lnTo>
                    <a:pt x="7077423" y="1389113"/>
                  </a:lnTo>
                  <a:lnTo>
                    <a:pt x="7014396" y="1397984"/>
                  </a:lnTo>
                  <a:lnTo>
                    <a:pt x="6955994" y="1407927"/>
                  </a:lnTo>
                  <a:lnTo>
                    <a:pt x="6901295" y="1419086"/>
                  </a:lnTo>
                  <a:lnTo>
                    <a:pt x="6849368" y="1431596"/>
                  </a:lnTo>
                  <a:lnTo>
                    <a:pt x="6799357" y="1445555"/>
                  </a:lnTo>
                  <a:lnTo>
                    <a:pt x="6786527" y="1449440"/>
                  </a:lnTo>
                  <a:lnTo>
                    <a:pt x="6734633" y="1466386"/>
                  </a:lnTo>
                  <a:lnTo>
                    <a:pt x="6683243" y="1485052"/>
                  </a:lnTo>
                  <a:lnTo>
                    <a:pt x="6631832" y="1505463"/>
                  </a:lnTo>
                  <a:lnTo>
                    <a:pt x="6580040" y="1527586"/>
                  </a:lnTo>
                  <a:lnTo>
                    <a:pt x="6527653" y="1551323"/>
                  </a:lnTo>
                  <a:lnTo>
                    <a:pt x="6474584" y="1576506"/>
                  </a:lnTo>
                  <a:lnTo>
                    <a:pt x="6420857" y="1602901"/>
                  </a:lnTo>
                  <a:lnTo>
                    <a:pt x="6366591" y="1630208"/>
                  </a:lnTo>
                  <a:lnTo>
                    <a:pt x="6311974" y="1658082"/>
                  </a:lnTo>
                  <a:lnTo>
                    <a:pt x="6257239" y="1686143"/>
                  </a:lnTo>
                  <a:lnTo>
                    <a:pt x="6202631" y="1714002"/>
                  </a:lnTo>
                  <a:lnTo>
                    <a:pt x="6148383" y="1741280"/>
                  </a:lnTo>
                  <a:lnTo>
                    <a:pt x="6094681" y="1767632"/>
                  </a:lnTo>
                  <a:lnTo>
                    <a:pt x="6041639" y="1792763"/>
                  </a:lnTo>
                  <a:lnTo>
                    <a:pt x="5989277" y="1816439"/>
                  </a:lnTo>
                  <a:lnTo>
                    <a:pt x="5937505" y="1838496"/>
                  </a:lnTo>
                  <a:lnTo>
                    <a:pt x="5886102" y="1858838"/>
                  </a:lnTo>
                  <a:lnTo>
                    <a:pt x="5834704" y="1877436"/>
                  </a:lnTo>
                  <a:lnTo>
                    <a:pt x="5784835" y="1893684"/>
                  </a:lnTo>
                  <a:lnTo>
                    <a:pt x="5735201" y="1908026"/>
                  </a:lnTo>
                  <a:lnTo>
                    <a:pt x="5683851" y="1920908"/>
                  </a:lnTo>
                  <a:lnTo>
                    <a:pt x="5629964" y="1932408"/>
                  </a:lnTo>
                  <a:lnTo>
                    <a:pt x="5572620" y="1942654"/>
                  </a:lnTo>
                  <a:lnTo>
                    <a:pt x="5510885" y="1951791"/>
                  </a:lnTo>
                  <a:lnTo>
                    <a:pt x="5443895" y="1959959"/>
                  </a:lnTo>
                  <a:lnTo>
                    <a:pt x="5370955" y="1967277"/>
                  </a:lnTo>
                  <a:lnTo>
                    <a:pt x="5291686" y="1973843"/>
                  </a:lnTo>
                  <a:lnTo>
                    <a:pt x="5206207" y="1979727"/>
                  </a:lnTo>
                  <a:lnTo>
                    <a:pt x="5115349" y="1984971"/>
                  </a:lnTo>
                  <a:lnTo>
                    <a:pt x="5020872" y="1989591"/>
                  </a:lnTo>
                  <a:lnTo>
                    <a:pt x="4925585" y="1993582"/>
                  </a:lnTo>
                  <a:lnTo>
                    <a:pt x="4833288" y="1996929"/>
                  </a:lnTo>
                  <a:lnTo>
                    <a:pt x="4748410" y="1999621"/>
                  </a:lnTo>
                  <a:lnTo>
                    <a:pt x="4675329" y="2001666"/>
                  </a:lnTo>
                  <a:lnTo>
                    <a:pt x="4617496" y="2003105"/>
                  </a:lnTo>
                  <a:lnTo>
                    <a:pt x="4576601" y="2004014"/>
                  </a:lnTo>
                  <a:lnTo>
                    <a:pt x="4552075" y="2004505"/>
                  </a:lnTo>
                  <a:lnTo>
                    <a:pt x="4541036" y="2004704"/>
                  </a:lnTo>
                  <a:lnTo>
                    <a:pt x="4538543" y="2004745"/>
                  </a:lnTo>
                  <a:lnTo>
                    <a:pt x="4016409" y="2004745"/>
                  </a:lnTo>
                  <a:lnTo>
                    <a:pt x="4015203" y="2004687"/>
                  </a:lnTo>
                  <a:lnTo>
                    <a:pt x="4007305" y="2004270"/>
                  </a:lnTo>
                  <a:lnTo>
                    <a:pt x="3987526" y="2003116"/>
                  </a:lnTo>
                  <a:lnTo>
                    <a:pt x="3952496" y="2000850"/>
                  </a:lnTo>
                  <a:lnTo>
                    <a:pt x="3900962" y="1997136"/>
                  </a:lnTo>
                  <a:lnTo>
                    <a:pt x="3833860" y="1991716"/>
                  </a:lnTo>
                  <a:lnTo>
                    <a:pt x="3753988" y="1984438"/>
                  </a:lnTo>
                  <a:lnTo>
                    <a:pt x="3665310" y="1975249"/>
                  </a:lnTo>
                  <a:lnTo>
                    <a:pt x="3572131" y="1964166"/>
                  </a:lnTo>
                  <a:lnTo>
                    <a:pt x="3478375" y="1951232"/>
                  </a:lnTo>
                  <a:lnTo>
                    <a:pt x="3387130" y="1936477"/>
                  </a:lnTo>
                  <a:lnTo>
                    <a:pt x="3300491" y="1919883"/>
                  </a:lnTo>
                  <a:lnTo>
                    <a:pt x="3219617" y="1901363"/>
                  </a:lnTo>
                  <a:lnTo>
                    <a:pt x="3144902" y="1880754"/>
                  </a:lnTo>
                  <a:lnTo>
                    <a:pt x="3076179" y="1857812"/>
                  </a:lnTo>
                  <a:lnTo>
                    <a:pt x="3012911" y="1832221"/>
                  </a:lnTo>
                  <a:lnTo>
                    <a:pt x="2954339" y="1803604"/>
                  </a:lnTo>
                  <a:lnTo>
                    <a:pt x="2899592" y="1771550"/>
                  </a:lnTo>
                  <a:lnTo>
                    <a:pt x="2847778" y="1735653"/>
                  </a:lnTo>
                  <a:lnTo>
                    <a:pt x="2798050" y="1695593"/>
                  </a:lnTo>
                  <a:lnTo>
                    <a:pt x="2770117" y="1670621"/>
                  </a:lnTo>
                  <a:lnTo>
                    <a:pt x="2728026" y="1629719"/>
                  </a:lnTo>
                  <a:lnTo>
                    <a:pt x="2686341" y="1585442"/>
                  </a:lnTo>
                  <a:lnTo>
                    <a:pt x="2644756" y="1537724"/>
                  </a:lnTo>
                  <a:lnTo>
                    <a:pt x="2603040" y="1486571"/>
                  </a:lnTo>
                  <a:lnTo>
                    <a:pt x="2561030" y="1432069"/>
                  </a:lnTo>
                  <a:lnTo>
                    <a:pt x="2518622" y="1374391"/>
                  </a:lnTo>
                  <a:lnTo>
                    <a:pt x="2475768" y="1313798"/>
                  </a:lnTo>
                  <a:lnTo>
                    <a:pt x="2432469" y="1250644"/>
                  </a:lnTo>
                  <a:lnTo>
                    <a:pt x="2388766" y="1185365"/>
                  </a:lnTo>
                  <a:lnTo>
                    <a:pt x="2344741" y="1118471"/>
                  </a:lnTo>
                  <a:lnTo>
                    <a:pt x="2300498" y="1050529"/>
                  </a:lnTo>
                  <a:lnTo>
                    <a:pt x="2256163" y="982149"/>
                  </a:lnTo>
                  <a:lnTo>
                    <a:pt x="2211867" y="913954"/>
                  </a:lnTo>
                  <a:lnTo>
                    <a:pt x="2167738" y="846560"/>
                  </a:lnTo>
                  <a:lnTo>
                    <a:pt x="2123893" y="780555"/>
                  </a:lnTo>
                  <a:lnTo>
                    <a:pt x="2080421" y="716475"/>
                  </a:lnTo>
                  <a:lnTo>
                    <a:pt x="2037382" y="654788"/>
                  </a:lnTo>
                  <a:lnTo>
                    <a:pt x="1994795" y="595881"/>
                  </a:lnTo>
                  <a:lnTo>
                    <a:pt x="1952631" y="540055"/>
                  </a:lnTo>
                  <a:lnTo>
                    <a:pt x="1910811" y="487518"/>
                  </a:lnTo>
                  <a:lnTo>
                    <a:pt x="1869197" y="438391"/>
                  </a:lnTo>
                  <a:lnTo>
                    <a:pt x="1827585" y="392711"/>
                  </a:lnTo>
                  <a:lnTo>
                    <a:pt x="1785702" y="350442"/>
                  </a:lnTo>
                  <a:lnTo>
                    <a:pt x="1768425" y="334124"/>
                  </a:lnTo>
                  <a:lnTo>
                    <a:pt x="1719559" y="291601"/>
                  </a:lnTo>
                  <a:lnTo>
                    <a:pt x="1669041" y="253340"/>
                  </a:lnTo>
                  <a:lnTo>
                    <a:pt x="1616089" y="219123"/>
                  </a:lnTo>
                  <a:lnTo>
                    <a:pt x="1559826" y="188581"/>
                  </a:lnTo>
                  <a:lnTo>
                    <a:pt x="1499360" y="161300"/>
                  </a:lnTo>
                  <a:lnTo>
                    <a:pt x="1433856" y="136877"/>
                  </a:lnTo>
                  <a:lnTo>
                    <a:pt x="1362634" y="114961"/>
                  </a:lnTo>
                  <a:lnTo>
                    <a:pt x="1285293" y="95265"/>
                  </a:lnTo>
                  <a:lnTo>
                    <a:pt x="1201881" y="77580"/>
                  </a:lnTo>
                  <a:lnTo>
                    <a:pt x="1113091" y="61774"/>
                  </a:lnTo>
                  <a:lnTo>
                    <a:pt x="1020464" y="47792"/>
                  </a:lnTo>
                  <a:lnTo>
                    <a:pt x="926521" y="35639"/>
                  </a:lnTo>
                  <a:lnTo>
                    <a:pt x="834740" y="25356"/>
                  </a:lnTo>
                  <a:lnTo>
                    <a:pt x="749280" y="16981"/>
                  </a:lnTo>
                  <a:lnTo>
                    <a:pt x="674401" y="10505"/>
                  </a:lnTo>
                  <a:lnTo>
                    <a:pt x="613670" y="5834"/>
                  </a:lnTo>
                  <a:lnTo>
                    <a:pt x="569161" y="2772"/>
                  </a:lnTo>
                  <a:lnTo>
                    <a:pt x="540896" y="1024"/>
                  </a:lnTo>
                  <a:lnTo>
                    <a:pt x="526692" y="230"/>
                  </a:lnTo>
                  <a:lnTo>
                    <a:pt x="522368" y="11"/>
                  </a:lnTo>
                  <a:lnTo>
                    <a:pt x="5221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204" name="pl204"/>
            <p:cNvSpPr/>
            <p:nvPr/>
          </p:nvSpPr>
          <p:spPr>
            <a:xfrm>
              <a:off x="386606" y="2490041"/>
              <a:ext cx="8554953" cy="2004745"/>
            </a:xfrm>
            <a:custGeom>
              <a:avLst/>
              <a:pathLst>
                <a:path w="8554953" h="2004745">
                  <a:moveTo>
                    <a:pt x="0" y="0"/>
                  </a:moveTo>
                  <a:lnTo>
                    <a:pt x="522133" y="0"/>
                  </a:lnTo>
                  <a:lnTo>
                    <a:pt x="523340" y="58"/>
                  </a:lnTo>
                  <a:lnTo>
                    <a:pt x="531237" y="475"/>
                  </a:lnTo>
                  <a:lnTo>
                    <a:pt x="551017" y="1628"/>
                  </a:lnTo>
                  <a:lnTo>
                    <a:pt x="586046" y="3894"/>
                  </a:lnTo>
                  <a:lnTo>
                    <a:pt x="637580" y="7609"/>
                  </a:lnTo>
                  <a:lnTo>
                    <a:pt x="704682" y="13029"/>
                  </a:lnTo>
                  <a:lnTo>
                    <a:pt x="784555" y="20307"/>
                  </a:lnTo>
                  <a:lnTo>
                    <a:pt x="873232" y="29496"/>
                  </a:lnTo>
                  <a:lnTo>
                    <a:pt x="966411" y="40579"/>
                  </a:lnTo>
                  <a:lnTo>
                    <a:pt x="1060167" y="53513"/>
                  </a:lnTo>
                  <a:lnTo>
                    <a:pt x="1151412" y="68268"/>
                  </a:lnTo>
                  <a:lnTo>
                    <a:pt x="1238051" y="84862"/>
                  </a:lnTo>
                  <a:lnTo>
                    <a:pt x="1318925" y="103381"/>
                  </a:lnTo>
                  <a:lnTo>
                    <a:pt x="1393641" y="123991"/>
                  </a:lnTo>
                  <a:lnTo>
                    <a:pt x="1462363" y="146933"/>
                  </a:lnTo>
                  <a:lnTo>
                    <a:pt x="1525631" y="172524"/>
                  </a:lnTo>
                  <a:lnTo>
                    <a:pt x="1584204" y="201141"/>
                  </a:lnTo>
                  <a:lnTo>
                    <a:pt x="1638950" y="233195"/>
                  </a:lnTo>
                  <a:lnTo>
                    <a:pt x="1690764" y="269092"/>
                  </a:lnTo>
                  <a:lnTo>
                    <a:pt x="1740492" y="309151"/>
                  </a:lnTo>
                  <a:lnTo>
                    <a:pt x="1768425" y="334124"/>
                  </a:lnTo>
                  <a:lnTo>
                    <a:pt x="1810516" y="375026"/>
                  </a:lnTo>
                  <a:lnTo>
                    <a:pt x="1852201" y="419303"/>
                  </a:lnTo>
                  <a:lnTo>
                    <a:pt x="1893786" y="467021"/>
                  </a:lnTo>
                  <a:lnTo>
                    <a:pt x="1935502" y="518174"/>
                  </a:lnTo>
                  <a:lnTo>
                    <a:pt x="1977512" y="572675"/>
                  </a:lnTo>
                  <a:lnTo>
                    <a:pt x="2019920" y="630354"/>
                  </a:lnTo>
                  <a:lnTo>
                    <a:pt x="2062774" y="690946"/>
                  </a:lnTo>
                  <a:lnTo>
                    <a:pt x="2106074" y="754100"/>
                  </a:lnTo>
                  <a:lnTo>
                    <a:pt x="2149776" y="819380"/>
                  </a:lnTo>
                  <a:lnTo>
                    <a:pt x="2193801" y="886274"/>
                  </a:lnTo>
                  <a:lnTo>
                    <a:pt x="2238044" y="954215"/>
                  </a:lnTo>
                  <a:lnTo>
                    <a:pt x="2282379" y="1022596"/>
                  </a:lnTo>
                  <a:lnTo>
                    <a:pt x="2326675" y="1090791"/>
                  </a:lnTo>
                  <a:lnTo>
                    <a:pt x="2370804" y="1158185"/>
                  </a:lnTo>
                  <a:lnTo>
                    <a:pt x="2414650" y="1224190"/>
                  </a:lnTo>
                  <a:lnTo>
                    <a:pt x="2458121" y="1288270"/>
                  </a:lnTo>
                  <a:lnTo>
                    <a:pt x="2501160" y="1349957"/>
                  </a:lnTo>
                  <a:lnTo>
                    <a:pt x="2543747" y="1408863"/>
                  </a:lnTo>
                  <a:lnTo>
                    <a:pt x="2585911" y="1464690"/>
                  </a:lnTo>
                  <a:lnTo>
                    <a:pt x="2627731" y="1517227"/>
                  </a:lnTo>
                  <a:lnTo>
                    <a:pt x="2669345" y="1566354"/>
                  </a:lnTo>
                  <a:lnTo>
                    <a:pt x="2710957" y="1612033"/>
                  </a:lnTo>
                  <a:lnTo>
                    <a:pt x="2752840" y="1654303"/>
                  </a:lnTo>
                  <a:lnTo>
                    <a:pt x="2770117" y="1670621"/>
                  </a:lnTo>
                  <a:lnTo>
                    <a:pt x="2818983" y="1713144"/>
                  </a:lnTo>
                  <a:lnTo>
                    <a:pt x="2869501" y="1751405"/>
                  </a:lnTo>
                  <a:lnTo>
                    <a:pt x="2922453" y="1785622"/>
                  </a:lnTo>
                  <a:lnTo>
                    <a:pt x="2978716" y="1816164"/>
                  </a:lnTo>
                  <a:lnTo>
                    <a:pt x="3039182" y="1843445"/>
                  </a:lnTo>
                  <a:lnTo>
                    <a:pt x="3104686" y="1867867"/>
                  </a:lnTo>
                  <a:lnTo>
                    <a:pt x="3175908" y="1889783"/>
                  </a:lnTo>
                  <a:lnTo>
                    <a:pt x="3253249" y="1909480"/>
                  </a:lnTo>
                  <a:lnTo>
                    <a:pt x="3336661" y="1927165"/>
                  </a:lnTo>
                  <a:lnTo>
                    <a:pt x="3425451" y="1942971"/>
                  </a:lnTo>
                  <a:lnTo>
                    <a:pt x="3518078" y="1956953"/>
                  </a:lnTo>
                  <a:lnTo>
                    <a:pt x="3612021" y="1969106"/>
                  </a:lnTo>
                  <a:lnTo>
                    <a:pt x="3703802" y="1979389"/>
                  </a:lnTo>
                  <a:lnTo>
                    <a:pt x="3789262" y="1987764"/>
                  </a:lnTo>
                  <a:lnTo>
                    <a:pt x="3864142" y="1994240"/>
                  </a:lnTo>
                  <a:lnTo>
                    <a:pt x="3924872" y="1998910"/>
                  </a:lnTo>
                  <a:lnTo>
                    <a:pt x="3969381" y="2001973"/>
                  </a:lnTo>
                  <a:lnTo>
                    <a:pt x="3997646" y="2003721"/>
                  </a:lnTo>
                  <a:lnTo>
                    <a:pt x="4011851" y="2004515"/>
                  </a:lnTo>
                  <a:lnTo>
                    <a:pt x="4016174" y="2004734"/>
                  </a:lnTo>
                  <a:lnTo>
                    <a:pt x="4016409" y="2004745"/>
                  </a:lnTo>
                  <a:lnTo>
                    <a:pt x="4538543" y="2004745"/>
                  </a:lnTo>
                  <a:lnTo>
                    <a:pt x="4539805" y="2004725"/>
                  </a:lnTo>
                  <a:lnTo>
                    <a:pt x="4548059" y="2004580"/>
                  </a:lnTo>
                  <a:lnTo>
                    <a:pt x="4568699" y="2004178"/>
                  </a:lnTo>
                  <a:lnTo>
                    <a:pt x="4605169" y="2003389"/>
                  </a:lnTo>
                  <a:lnTo>
                    <a:pt x="4658658" y="2002097"/>
                  </a:lnTo>
                  <a:lnTo>
                    <a:pt x="4728033" y="2000216"/>
                  </a:lnTo>
                  <a:lnTo>
                    <a:pt x="4810233" y="1997695"/>
                  </a:lnTo>
                  <a:lnTo>
                    <a:pt x="4901033" y="1994518"/>
                  </a:lnTo>
                  <a:lnTo>
                    <a:pt x="4995940" y="1990694"/>
                  </a:lnTo>
                  <a:lnTo>
                    <a:pt x="5090943" y="1986237"/>
                  </a:lnTo>
                  <a:lnTo>
                    <a:pt x="5182957" y="1981157"/>
                  </a:lnTo>
                  <a:lnTo>
                    <a:pt x="5269955" y="1975443"/>
                  </a:lnTo>
                  <a:lnTo>
                    <a:pt x="5350881" y="1969060"/>
                  </a:lnTo>
                  <a:lnTo>
                    <a:pt x="5425452" y="1961946"/>
                  </a:lnTo>
                  <a:lnTo>
                    <a:pt x="5493939" y="1954011"/>
                  </a:lnTo>
                  <a:lnTo>
                    <a:pt x="5556966" y="1945140"/>
                  </a:lnTo>
                  <a:lnTo>
                    <a:pt x="5615368" y="1935197"/>
                  </a:lnTo>
                  <a:lnTo>
                    <a:pt x="5670067" y="1924039"/>
                  </a:lnTo>
                  <a:lnTo>
                    <a:pt x="5721994" y="1911528"/>
                  </a:lnTo>
                  <a:lnTo>
                    <a:pt x="5772005" y="1897569"/>
                  </a:lnTo>
                  <a:lnTo>
                    <a:pt x="5784835" y="1893684"/>
                  </a:lnTo>
                  <a:lnTo>
                    <a:pt x="5836729" y="1876738"/>
                  </a:lnTo>
                  <a:lnTo>
                    <a:pt x="5888119" y="1858072"/>
                  </a:lnTo>
                  <a:lnTo>
                    <a:pt x="5939530" y="1837662"/>
                  </a:lnTo>
                  <a:lnTo>
                    <a:pt x="5991322" y="1815539"/>
                  </a:lnTo>
                  <a:lnTo>
                    <a:pt x="6043709" y="1791802"/>
                  </a:lnTo>
                  <a:lnTo>
                    <a:pt x="6096778" y="1766618"/>
                  </a:lnTo>
                  <a:lnTo>
                    <a:pt x="6150505" y="1740224"/>
                  </a:lnTo>
                  <a:lnTo>
                    <a:pt x="6204771" y="1712916"/>
                  </a:lnTo>
                  <a:lnTo>
                    <a:pt x="6259388" y="1685042"/>
                  </a:lnTo>
                  <a:lnTo>
                    <a:pt x="6314123" y="1656981"/>
                  </a:lnTo>
                  <a:lnTo>
                    <a:pt x="6368731" y="1629123"/>
                  </a:lnTo>
                  <a:lnTo>
                    <a:pt x="6422979" y="1601845"/>
                  </a:lnTo>
                  <a:lnTo>
                    <a:pt x="6476681" y="1575492"/>
                  </a:lnTo>
                  <a:lnTo>
                    <a:pt x="6529723" y="1550362"/>
                  </a:lnTo>
                  <a:lnTo>
                    <a:pt x="6582084" y="1526685"/>
                  </a:lnTo>
                  <a:lnTo>
                    <a:pt x="6633857" y="1504628"/>
                  </a:lnTo>
                  <a:lnTo>
                    <a:pt x="6685259" y="1484286"/>
                  </a:lnTo>
                  <a:lnTo>
                    <a:pt x="6736658" y="1465689"/>
                  </a:lnTo>
                  <a:lnTo>
                    <a:pt x="6786527" y="1449440"/>
                  </a:lnTo>
                  <a:lnTo>
                    <a:pt x="6836161" y="1435098"/>
                  </a:lnTo>
                  <a:lnTo>
                    <a:pt x="6887511" y="1422216"/>
                  </a:lnTo>
                  <a:lnTo>
                    <a:pt x="6941398" y="1410716"/>
                  </a:lnTo>
                  <a:lnTo>
                    <a:pt x="6998742" y="1400470"/>
                  </a:lnTo>
                  <a:lnTo>
                    <a:pt x="7060477" y="1391333"/>
                  </a:lnTo>
                  <a:lnTo>
                    <a:pt x="7127467" y="1383166"/>
                  </a:lnTo>
                  <a:lnTo>
                    <a:pt x="7200407" y="1375847"/>
                  </a:lnTo>
                  <a:lnTo>
                    <a:pt x="7279676" y="1369281"/>
                  </a:lnTo>
                  <a:lnTo>
                    <a:pt x="7365155" y="1363397"/>
                  </a:lnTo>
                  <a:lnTo>
                    <a:pt x="7456013" y="1358153"/>
                  </a:lnTo>
                  <a:lnTo>
                    <a:pt x="7550490" y="1353533"/>
                  </a:lnTo>
                  <a:lnTo>
                    <a:pt x="7645777" y="1349542"/>
                  </a:lnTo>
                  <a:lnTo>
                    <a:pt x="7738073" y="1346195"/>
                  </a:lnTo>
                  <a:lnTo>
                    <a:pt x="7822952" y="1343504"/>
                  </a:lnTo>
                  <a:lnTo>
                    <a:pt x="7896033" y="1341458"/>
                  </a:lnTo>
                  <a:lnTo>
                    <a:pt x="7953866" y="1340020"/>
                  </a:lnTo>
                  <a:lnTo>
                    <a:pt x="7994761" y="1339110"/>
                  </a:lnTo>
                  <a:lnTo>
                    <a:pt x="8019287" y="1338619"/>
                  </a:lnTo>
                  <a:lnTo>
                    <a:pt x="8030326" y="1338420"/>
                  </a:lnTo>
                  <a:lnTo>
                    <a:pt x="8032796" y="1338379"/>
                  </a:lnTo>
                  <a:lnTo>
                    <a:pt x="8032819" y="1338379"/>
                  </a:lnTo>
                  <a:lnTo>
                    <a:pt x="8554953" y="1338379"/>
                  </a:lnTo>
                  <a:lnTo>
                    <a:pt x="8554953" y="1338379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05" name="pl205"/>
            <p:cNvSpPr/>
            <p:nvPr/>
          </p:nvSpPr>
          <p:spPr>
            <a:xfrm>
              <a:off x="386606" y="2478747"/>
              <a:ext cx="8554953" cy="2004745"/>
            </a:xfrm>
            <a:custGeom>
              <a:avLst/>
              <a:pathLst>
                <a:path w="8554953" h="2004745">
                  <a:moveTo>
                    <a:pt x="8554953" y="1338379"/>
                  </a:moveTo>
                  <a:lnTo>
                    <a:pt x="8032819" y="1338379"/>
                  </a:lnTo>
                  <a:lnTo>
                    <a:pt x="8031557" y="1338399"/>
                  </a:lnTo>
                  <a:lnTo>
                    <a:pt x="8023302" y="1338545"/>
                  </a:lnTo>
                  <a:lnTo>
                    <a:pt x="8002663" y="1338946"/>
                  </a:lnTo>
                  <a:lnTo>
                    <a:pt x="7966193" y="1339735"/>
                  </a:lnTo>
                  <a:lnTo>
                    <a:pt x="7912704" y="1341027"/>
                  </a:lnTo>
                  <a:lnTo>
                    <a:pt x="7843329" y="1342908"/>
                  </a:lnTo>
                  <a:lnTo>
                    <a:pt x="7761129" y="1345430"/>
                  </a:lnTo>
                  <a:lnTo>
                    <a:pt x="7670329" y="1348606"/>
                  </a:lnTo>
                  <a:lnTo>
                    <a:pt x="7575422" y="1352430"/>
                  </a:lnTo>
                  <a:lnTo>
                    <a:pt x="7480419" y="1356887"/>
                  </a:lnTo>
                  <a:lnTo>
                    <a:pt x="7388405" y="1361967"/>
                  </a:lnTo>
                  <a:lnTo>
                    <a:pt x="7301407" y="1367682"/>
                  </a:lnTo>
                  <a:lnTo>
                    <a:pt x="7220481" y="1374064"/>
                  </a:lnTo>
                  <a:lnTo>
                    <a:pt x="7145910" y="1381178"/>
                  </a:lnTo>
                  <a:lnTo>
                    <a:pt x="7077423" y="1389113"/>
                  </a:lnTo>
                  <a:lnTo>
                    <a:pt x="7014396" y="1397984"/>
                  </a:lnTo>
                  <a:lnTo>
                    <a:pt x="6955994" y="1407927"/>
                  </a:lnTo>
                  <a:lnTo>
                    <a:pt x="6901295" y="1419086"/>
                  </a:lnTo>
                  <a:lnTo>
                    <a:pt x="6849368" y="1431596"/>
                  </a:lnTo>
                  <a:lnTo>
                    <a:pt x="6799357" y="1445555"/>
                  </a:lnTo>
                  <a:lnTo>
                    <a:pt x="6786527" y="1449440"/>
                  </a:lnTo>
                  <a:lnTo>
                    <a:pt x="6734633" y="1466386"/>
                  </a:lnTo>
                  <a:lnTo>
                    <a:pt x="6683243" y="1485052"/>
                  </a:lnTo>
                  <a:lnTo>
                    <a:pt x="6631832" y="1505463"/>
                  </a:lnTo>
                  <a:lnTo>
                    <a:pt x="6580040" y="1527586"/>
                  </a:lnTo>
                  <a:lnTo>
                    <a:pt x="6527653" y="1551323"/>
                  </a:lnTo>
                  <a:lnTo>
                    <a:pt x="6474584" y="1576506"/>
                  </a:lnTo>
                  <a:lnTo>
                    <a:pt x="6420857" y="1602901"/>
                  </a:lnTo>
                  <a:lnTo>
                    <a:pt x="6366591" y="1630208"/>
                  </a:lnTo>
                  <a:lnTo>
                    <a:pt x="6311974" y="1658082"/>
                  </a:lnTo>
                  <a:lnTo>
                    <a:pt x="6257239" y="1686143"/>
                  </a:lnTo>
                  <a:lnTo>
                    <a:pt x="6202631" y="1714002"/>
                  </a:lnTo>
                  <a:lnTo>
                    <a:pt x="6148383" y="1741280"/>
                  </a:lnTo>
                  <a:lnTo>
                    <a:pt x="6094681" y="1767632"/>
                  </a:lnTo>
                  <a:lnTo>
                    <a:pt x="6041639" y="1792763"/>
                  </a:lnTo>
                  <a:lnTo>
                    <a:pt x="5989277" y="1816439"/>
                  </a:lnTo>
                  <a:lnTo>
                    <a:pt x="5937505" y="1838496"/>
                  </a:lnTo>
                  <a:lnTo>
                    <a:pt x="5886102" y="1858838"/>
                  </a:lnTo>
                  <a:lnTo>
                    <a:pt x="5834704" y="1877436"/>
                  </a:lnTo>
                  <a:lnTo>
                    <a:pt x="5784835" y="1893684"/>
                  </a:lnTo>
                  <a:lnTo>
                    <a:pt x="5735201" y="1908026"/>
                  </a:lnTo>
                  <a:lnTo>
                    <a:pt x="5683851" y="1920908"/>
                  </a:lnTo>
                  <a:lnTo>
                    <a:pt x="5629964" y="1932408"/>
                  </a:lnTo>
                  <a:lnTo>
                    <a:pt x="5572620" y="1942654"/>
                  </a:lnTo>
                  <a:lnTo>
                    <a:pt x="5510885" y="1951791"/>
                  </a:lnTo>
                  <a:lnTo>
                    <a:pt x="5443895" y="1959959"/>
                  </a:lnTo>
                  <a:lnTo>
                    <a:pt x="5370955" y="1967277"/>
                  </a:lnTo>
                  <a:lnTo>
                    <a:pt x="5291686" y="1973843"/>
                  </a:lnTo>
                  <a:lnTo>
                    <a:pt x="5206207" y="1979727"/>
                  </a:lnTo>
                  <a:lnTo>
                    <a:pt x="5115349" y="1984971"/>
                  </a:lnTo>
                  <a:lnTo>
                    <a:pt x="5020872" y="1989591"/>
                  </a:lnTo>
                  <a:lnTo>
                    <a:pt x="4925585" y="1993582"/>
                  </a:lnTo>
                  <a:lnTo>
                    <a:pt x="4833288" y="1996929"/>
                  </a:lnTo>
                  <a:lnTo>
                    <a:pt x="4748410" y="1999621"/>
                  </a:lnTo>
                  <a:lnTo>
                    <a:pt x="4675329" y="2001666"/>
                  </a:lnTo>
                  <a:lnTo>
                    <a:pt x="4617496" y="2003105"/>
                  </a:lnTo>
                  <a:lnTo>
                    <a:pt x="4576601" y="2004014"/>
                  </a:lnTo>
                  <a:lnTo>
                    <a:pt x="4552075" y="2004505"/>
                  </a:lnTo>
                  <a:lnTo>
                    <a:pt x="4541036" y="2004704"/>
                  </a:lnTo>
                  <a:lnTo>
                    <a:pt x="4538566" y="2004745"/>
                  </a:lnTo>
                  <a:lnTo>
                    <a:pt x="4538543" y="2004745"/>
                  </a:lnTo>
                  <a:lnTo>
                    <a:pt x="4016409" y="2004745"/>
                  </a:lnTo>
                  <a:lnTo>
                    <a:pt x="4015203" y="2004687"/>
                  </a:lnTo>
                  <a:lnTo>
                    <a:pt x="4007305" y="2004270"/>
                  </a:lnTo>
                  <a:lnTo>
                    <a:pt x="3987526" y="2003116"/>
                  </a:lnTo>
                  <a:lnTo>
                    <a:pt x="3952496" y="2000850"/>
                  </a:lnTo>
                  <a:lnTo>
                    <a:pt x="3900962" y="1997136"/>
                  </a:lnTo>
                  <a:lnTo>
                    <a:pt x="3833860" y="1991716"/>
                  </a:lnTo>
                  <a:lnTo>
                    <a:pt x="3753988" y="1984438"/>
                  </a:lnTo>
                  <a:lnTo>
                    <a:pt x="3665310" y="1975249"/>
                  </a:lnTo>
                  <a:lnTo>
                    <a:pt x="3572131" y="1964166"/>
                  </a:lnTo>
                  <a:lnTo>
                    <a:pt x="3478375" y="1951232"/>
                  </a:lnTo>
                  <a:lnTo>
                    <a:pt x="3387130" y="1936477"/>
                  </a:lnTo>
                  <a:lnTo>
                    <a:pt x="3300491" y="1919883"/>
                  </a:lnTo>
                  <a:lnTo>
                    <a:pt x="3219617" y="1901363"/>
                  </a:lnTo>
                  <a:lnTo>
                    <a:pt x="3144902" y="1880754"/>
                  </a:lnTo>
                  <a:lnTo>
                    <a:pt x="3076179" y="1857812"/>
                  </a:lnTo>
                  <a:lnTo>
                    <a:pt x="3012911" y="1832221"/>
                  </a:lnTo>
                  <a:lnTo>
                    <a:pt x="2954339" y="1803604"/>
                  </a:lnTo>
                  <a:lnTo>
                    <a:pt x="2899592" y="1771550"/>
                  </a:lnTo>
                  <a:lnTo>
                    <a:pt x="2847778" y="1735653"/>
                  </a:lnTo>
                  <a:lnTo>
                    <a:pt x="2798050" y="1695593"/>
                  </a:lnTo>
                  <a:lnTo>
                    <a:pt x="2770117" y="1670621"/>
                  </a:lnTo>
                  <a:lnTo>
                    <a:pt x="2728026" y="1629719"/>
                  </a:lnTo>
                  <a:lnTo>
                    <a:pt x="2686341" y="1585442"/>
                  </a:lnTo>
                  <a:lnTo>
                    <a:pt x="2644756" y="1537724"/>
                  </a:lnTo>
                  <a:lnTo>
                    <a:pt x="2603040" y="1486571"/>
                  </a:lnTo>
                  <a:lnTo>
                    <a:pt x="2561030" y="1432069"/>
                  </a:lnTo>
                  <a:lnTo>
                    <a:pt x="2518622" y="1374391"/>
                  </a:lnTo>
                  <a:lnTo>
                    <a:pt x="2475768" y="1313798"/>
                  </a:lnTo>
                  <a:lnTo>
                    <a:pt x="2432469" y="1250644"/>
                  </a:lnTo>
                  <a:lnTo>
                    <a:pt x="2388766" y="1185365"/>
                  </a:lnTo>
                  <a:lnTo>
                    <a:pt x="2344741" y="1118471"/>
                  </a:lnTo>
                  <a:lnTo>
                    <a:pt x="2300498" y="1050529"/>
                  </a:lnTo>
                  <a:lnTo>
                    <a:pt x="2256163" y="982149"/>
                  </a:lnTo>
                  <a:lnTo>
                    <a:pt x="2211867" y="913954"/>
                  </a:lnTo>
                  <a:lnTo>
                    <a:pt x="2167738" y="846560"/>
                  </a:lnTo>
                  <a:lnTo>
                    <a:pt x="2123893" y="780555"/>
                  </a:lnTo>
                  <a:lnTo>
                    <a:pt x="2080421" y="716475"/>
                  </a:lnTo>
                  <a:lnTo>
                    <a:pt x="2037382" y="654788"/>
                  </a:lnTo>
                  <a:lnTo>
                    <a:pt x="1994795" y="595881"/>
                  </a:lnTo>
                  <a:lnTo>
                    <a:pt x="1952631" y="540055"/>
                  </a:lnTo>
                  <a:lnTo>
                    <a:pt x="1910811" y="487518"/>
                  </a:lnTo>
                  <a:lnTo>
                    <a:pt x="1869197" y="438391"/>
                  </a:lnTo>
                  <a:lnTo>
                    <a:pt x="1827585" y="392711"/>
                  </a:lnTo>
                  <a:lnTo>
                    <a:pt x="1785702" y="350442"/>
                  </a:lnTo>
                  <a:lnTo>
                    <a:pt x="1768425" y="334124"/>
                  </a:lnTo>
                  <a:lnTo>
                    <a:pt x="1719559" y="291601"/>
                  </a:lnTo>
                  <a:lnTo>
                    <a:pt x="1669041" y="253340"/>
                  </a:lnTo>
                  <a:lnTo>
                    <a:pt x="1616089" y="219123"/>
                  </a:lnTo>
                  <a:lnTo>
                    <a:pt x="1559826" y="188581"/>
                  </a:lnTo>
                  <a:lnTo>
                    <a:pt x="1499360" y="161300"/>
                  </a:lnTo>
                  <a:lnTo>
                    <a:pt x="1433856" y="136877"/>
                  </a:lnTo>
                  <a:lnTo>
                    <a:pt x="1362634" y="114961"/>
                  </a:lnTo>
                  <a:lnTo>
                    <a:pt x="1285293" y="95265"/>
                  </a:lnTo>
                  <a:lnTo>
                    <a:pt x="1201881" y="77580"/>
                  </a:lnTo>
                  <a:lnTo>
                    <a:pt x="1113091" y="61774"/>
                  </a:lnTo>
                  <a:lnTo>
                    <a:pt x="1020464" y="47792"/>
                  </a:lnTo>
                  <a:lnTo>
                    <a:pt x="926521" y="35639"/>
                  </a:lnTo>
                  <a:lnTo>
                    <a:pt x="834740" y="25356"/>
                  </a:lnTo>
                  <a:lnTo>
                    <a:pt x="749280" y="16981"/>
                  </a:lnTo>
                  <a:lnTo>
                    <a:pt x="674401" y="10505"/>
                  </a:lnTo>
                  <a:lnTo>
                    <a:pt x="613670" y="5834"/>
                  </a:lnTo>
                  <a:lnTo>
                    <a:pt x="569161" y="2772"/>
                  </a:lnTo>
                  <a:lnTo>
                    <a:pt x="540896" y="1024"/>
                  </a:lnTo>
                  <a:lnTo>
                    <a:pt x="526692" y="230"/>
                  </a:lnTo>
                  <a:lnTo>
                    <a:pt x="522368" y="11"/>
                  </a:lnTo>
                  <a:lnTo>
                    <a:pt x="522133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06" name="pg206"/>
            <p:cNvSpPr/>
            <p:nvPr/>
          </p:nvSpPr>
          <p:spPr>
            <a:xfrm>
              <a:off x="386606" y="2490041"/>
              <a:ext cx="8554953" cy="2021687"/>
            </a:xfrm>
            <a:custGeom>
              <a:avLst/>
              <a:pathLst>
                <a:path w="8554953" h="2021687">
                  <a:moveTo>
                    <a:pt x="0" y="5647"/>
                  </a:moveTo>
                  <a:lnTo>
                    <a:pt x="522133" y="5647"/>
                  </a:lnTo>
                  <a:lnTo>
                    <a:pt x="523339" y="5705"/>
                  </a:lnTo>
                  <a:lnTo>
                    <a:pt x="531232" y="6125"/>
                  </a:lnTo>
                  <a:lnTo>
                    <a:pt x="551001" y="7284"/>
                  </a:lnTo>
                  <a:lnTo>
                    <a:pt x="586014" y="9561"/>
                  </a:lnTo>
                  <a:lnTo>
                    <a:pt x="637524" y="13295"/>
                  </a:lnTo>
                  <a:lnTo>
                    <a:pt x="704598" y="18742"/>
                  </a:lnTo>
                  <a:lnTo>
                    <a:pt x="784442" y="26057"/>
                  </a:lnTo>
                  <a:lnTo>
                    <a:pt x="873094" y="35293"/>
                  </a:lnTo>
                  <a:lnTo>
                    <a:pt x="966251" y="46434"/>
                  </a:lnTo>
                  <a:lnTo>
                    <a:pt x="1059991" y="59435"/>
                  </a:lnTo>
                  <a:lnTo>
                    <a:pt x="1151227" y="74267"/>
                  </a:lnTo>
                  <a:lnTo>
                    <a:pt x="1237860" y="90947"/>
                  </a:lnTo>
                  <a:lnTo>
                    <a:pt x="1318733" y="109563"/>
                  </a:lnTo>
                  <a:lnTo>
                    <a:pt x="1393451" y="130279"/>
                  </a:lnTo>
                  <a:lnTo>
                    <a:pt x="1462176" y="153339"/>
                  </a:lnTo>
                  <a:lnTo>
                    <a:pt x="1525447" y="179061"/>
                  </a:lnTo>
                  <a:lnTo>
                    <a:pt x="1584022" y="207823"/>
                  </a:lnTo>
                  <a:lnTo>
                    <a:pt x="1638769" y="240039"/>
                  </a:lnTo>
                  <a:lnTo>
                    <a:pt x="1690582" y="276118"/>
                  </a:lnTo>
                  <a:lnTo>
                    <a:pt x="1740307" y="316380"/>
                  </a:lnTo>
                  <a:lnTo>
                    <a:pt x="1768425" y="341653"/>
                  </a:lnTo>
                  <a:lnTo>
                    <a:pt x="1810441" y="382709"/>
                  </a:lnTo>
                  <a:lnTo>
                    <a:pt x="1852051" y="427146"/>
                  </a:lnTo>
                  <a:lnTo>
                    <a:pt x="1893561" y="475030"/>
                  </a:lnTo>
                  <a:lnTo>
                    <a:pt x="1935200" y="526357"/>
                  </a:lnTo>
                  <a:lnTo>
                    <a:pt x="1977132" y="581041"/>
                  </a:lnTo>
                  <a:lnTo>
                    <a:pt x="2019459" y="638910"/>
                  </a:lnTo>
                  <a:lnTo>
                    <a:pt x="2062231" y="699701"/>
                  </a:lnTo>
                  <a:lnTo>
                    <a:pt x="2105447" y="763065"/>
                  </a:lnTo>
                  <a:lnTo>
                    <a:pt x="2149065" y="828565"/>
                  </a:lnTo>
                  <a:lnTo>
                    <a:pt x="2193006" y="895692"/>
                  </a:lnTo>
                  <a:lnTo>
                    <a:pt x="2237166" y="963879"/>
                  </a:lnTo>
                  <a:lnTo>
                    <a:pt x="2281421" y="1032518"/>
                  </a:lnTo>
                  <a:lnTo>
                    <a:pt x="2325640" y="1100985"/>
                  </a:lnTo>
                  <a:lnTo>
                    <a:pt x="2369694" y="1168663"/>
                  </a:lnTo>
                  <a:lnTo>
                    <a:pt x="2413470" y="1234964"/>
                  </a:lnTo>
                  <a:lnTo>
                    <a:pt x="2456875" y="1299350"/>
                  </a:lnTo>
                  <a:lnTo>
                    <a:pt x="2499849" y="1361350"/>
                  </a:lnTo>
                  <a:lnTo>
                    <a:pt x="2542374" y="1420575"/>
                  </a:lnTo>
                  <a:lnTo>
                    <a:pt x="2584475" y="1476722"/>
                  </a:lnTo>
                  <a:lnTo>
                    <a:pt x="2626229" y="1529578"/>
                  </a:lnTo>
                  <a:lnTo>
                    <a:pt x="2667773" y="1579020"/>
                  </a:lnTo>
                  <a:lnTo>
                    <a:pt x="2709306" y="1625008"/>
                  </a:lnTo>
                  <a:lnTo>
                    <a:pt x="2751095" y="1667576"/>
                  </a:lnTo>
                  <a:lnTo>
                    <a:pt x="2770117" y="1685680"/>
                  </a:lnTo>
                  <a:lnTo>
                    <a:pt x="2818974" y="1728435"/>
                  </a:lnTo>
                  <a:lnTo>
                    <a:pt x="2869481" y="1766905"/>
                  </a:lnTo>
                  <a:lnTo>
                    <a:pt x="2922422" y="1801311"/>
                  </a:lnTo>
                  <a:lnTo>
                    <a:pt x="2978672" y="1832021"/>
                  </a:lnTo>
                  <a:lnTo>
                    <a:pt x="3039123" y="1859453"/>
                  </a:lnTo>
                  <a:lnTo>
                    <a:pt x="3104609" y="1884011"/>
                  </a:lnTo>
                  <a:lnTo>
                    <a:pt x="3175810" y="1906050"/>
                  </a:lnTo>
                  <a:lnTo>
                    <a:pt x="3253127" y="1925856"/>
                  </a:lnTo>
                  <a:lnTo>
                    <a:pt x="3336514" y="1943641"/>
                  </a:lnTo>
                  <a:lnTo>
                    <a:pt x="3425279" y="1959536"/>
                  </a:lnTo>
                  <a:lnTo>
                    <a:pt x="3517883" y="1973598"/>
                  </a:lnTo>
                  <a:lnTo>
                    <a:pt x="3611809" y="1985821"/>
                  </a:lnTo>
                  <a:lnTo>
                    <a:pt x="3703582" y="1996164"/>
                  </a:lnTo>
                  <a:lnTo>
                    <a:pt x="3789048" y="2004590"/>
                  </a:lnTo>
                  <a:lnTo>
                    <a:pt x="3863948" y="2011107"/>
                  </a:lnTo>
                  <a:lnTo>
                    <a:pt x="3924712" y="2015807"/>
                  </a:lnTo>
                  <a:lnTo>
                    <a:pt x="3969264" y="2018891"/>
                  </a:lnTo>
                  <a:lnTo>
                    <a:pt x="3997576" y="2020653"/>
                  </a:lnTo>
                  <a:lnTo>
                    <a:pt x="4011820" y="2021453"/>
                  </a:lnTo>
                  <a:lnTo>
                    <a:pt x="4016170" y="2021675"/>
                  </a:lnTo>
                  <a:lnTo>
                    <a:pt x="4016409" y="2021687"/>
                  </a:lnTo>
                  <a:lnTo>
                    <a:pt x="4538543" y="2021687"/>
                  </a:lnTo>
                  <a:lnTo>
                    <a:pt x="4539811" y="2021676"/>
                  </a:lnTo>
                  <a:lnTo>
                    <a:pt x="4548098" y="2021597"/>
                  </a:lnTo>
                  <a:lnTo>
                    <a:pt x="4568817" y="2021378"/>
                  </a:lnTo>
                  <a:lnTo>
                    <a:pt x="4605421" y="2020948"/>
                  </a:lnTo>
                  <a:lnTo>
                    <a:pt x="4659089" y="2020245"/>
                  </a:lnTo>
                  <a:lnTo>
                    <a:pt x="4728673" y="2019220"/>
                  </a:lnTo>
                  <a:lnTo>
                    <a:pt x="4811086" y="2017848"/>
                  </a:lnTo>
                  <a:lnTo>
                    <a:pt x="4902078" y="2016119"/>
                  </a:lnTo>
                  <a:lnTo>
                    <a:pt x="4997140" y="2014037"/>
                  </a:lnTo>
                  <a:lnTo>
                    <a:pt x="5092253" y="2011612"/>
                  </a:lnTo>
                  <a:lnTo>
                    <a:pt x="5184334" y="2008848"/>
                  </a:lnTo>
                  <a:lnTo>
                    <a:pt x="5271361" y="2005739"/>
                  </a:lnTo>
                  <a:lnTo>
                    <a:pt x="5352290" y="2002266"/>
                  </a:lnTo>
                  <a:lnTo>
                    <a:pt x="5426847" y="1998394"/>
                  </a:lnTo>
                  <a:lnTo>
                    <a:pt x="5495311" y="1994075"/>
                  </a:lnTo>
                  <a:lnTo>
                    <a:pt x="5558317" y="1989245"/>
                  </a:lnTo>
                  <a:lnTo>
                    <a:pt x="5616704" y="1983830"/>
                  </a:lnTo>
                  <a:lnTo>
                    <a:pt x="5671401" y="1977753"/>
                  </a:lnTo>
                  <a:lnTo>
                    <a:pt x="5723341" y="1970938"/>
                  </a:lnTo>
                  <a:lnTo>
                    <a:pt x="5773380" y="1963335"/>
                  </a:lnTo>
                  <a:lnTo>
                    <a:pt x="5784835" y="1961450"/>
                  </a:lnTo>
                  <a:lnTo>
                    <a:pt x="5838342" y="1951956"/>
                  </a:lnTo>
                  <a:lnTo>
                    <a:pt x="5891333" y="1941470"/>
                  </a:lnTo>
                  <a:lnTo>
                    <a:pt x="5944374" y="1929977"/>
                  </a:lnTo>
                  <a:lnTo>
                    <a:pt x="5997847" y="1917500"/>
                  </a:lnTo>
                  <a:lnTo>
                    <a:pt x="6051971" y="1904103"/>
                  </a:lnTo>
                  <a:lnTo>
                    <a:pt x="6106823" y="1889890"/>
                  </a:lnTo>
                  <a:lnTo>
                    <a:pt x="6162357" y="1875008"/>
                  </a:lnTo>
                  <a:lnTo>
                    <a:pt x="6218426" y="1859641"/>
                  </a:lnTo>
                  <a:lnTo>
                    <a:pt x="6274809" y="1844001"/>
                  </a:lnTo>
                  <a:lnTo>
                    <a:pt x="6331245" y="1828317"/>
                  </a:lnTo>
                  <a:lnTo>
                    <a:pt x="6387464" y="1812819"/>
                  </a:lnTo>
                  <a:lnTo>
                    <a:pt x="6443226" y="1797727"/>
                  </a:lnTo>
                  <a:lnTo>
                    <a:pt x="6498352" y="1783236"/>
                  </a:lnTo>
                  <a:lnTo>
                    <a:pt x="6552754" y="1769510"/>
                  </a:lnTo>
                  <a:lnTo>
                    <a:pt x="6606460" y="1756669"/>
                  </a:lnTo>
                  <a:lnTo>
                    <a:pt x="6659632" y="1744792"/>
                  </a:lnTo>
                  <a:lnTo>
                    <a:pt x="6712586" y="1733918"/>
                  </a:lnTo>
                  <a:lnTo>
                    <a:pt x="6765814" y="1724045"/>
                  </a:lnTo>
                  <a:lnTo>
                    <a:pt x="6786527" y="1720504"/>
                  </a:lnTo>
                  <a:lnTo>
                    <a:pt x="6836232" y="1712715"/>
                  </a:lnTo>
                  <a:lnTo>
                    <a:pt x="6887657" y="1705720"/>
                  </a:lnTo>
                  <a:lnTo>
                    <a:pt x="6941630" y="1699477"/>
                  </a:lnTo>
                  <a:lnTo>
                    <a:pt x="6999074" y="1693915"/>
                  </a:lnTo>
                  <a:lnTo>
                    <a:pt x="7060925" y="1688956"/>
                  </a:lnTo>
                  <a:lnTo>
                    <a:pt x="7128052" y="1684524"/>
                  </a:lnTo>
                  <a:lnTo>
                    <a:pt x="7201150" y="1680553"/>
                  </a:lnTo>
                  <a:lnTo>
                    <a:pt x="7280596" y="1676991"/>
                  </a:lnTo>
                  <a:lnTo>
                    <a:pt x="7366265" y="1673799"/>
                  </a:lnTo>
                  <a:lnTo>
                    <a:pt x="7457311" y="1670955"/>
                  </a:lnTo>
                  <a:lnTo>
                    <a:pt x="7551955" y="1668451"/>
                  </a:lnTo>
                  <a:lnTo>
                    <a:pt x="7647358" y="1666289"/>
                  </a:lnTo>
                  <a:lnTo>
                    <a:pt x="7739693" y="1664478"/>
                  </a:lnTo>
                  <a:lnTo>
                    <a:pt x="7824506" y="1663022"/>
                  </a:lnTo>
                  <a:lnTo>
                    <a:pt x="7897409" y="1661918"/>
                  </a:lnTo>
                  <a:lnTo>
                    <a:pt x="7954966" y="1661144"/>
                  </a:lnTo>
                  <a:lnTo>
                    <a:pt x="7995525" y="1660655"/>
                  </a:lnTo>
                  <a:lnTo>
                    <a:pt x="8019712" y="1660394"/>
                  </a:lnTo>
                  <a:lnTo>
                    <a:pt x="8030477" y="1660289"/>
                  </a:lnTo>
                  <a:lnTo>
                    <a:pt x="8032819" y="1660268"/>
                  </a:lnTo>
                  <a:lnTo>
                    <a:pt x="8554953" y="1660268"/>
                  </a:lnTo>
                  <a:lnTo>
                    <a:pt x="8554953" y="1654621"/>
                  </a:lnTo>
                  <a:lnTo>
                    <a:pt x="8032819" y="1654621"/>
                  </a:lnTo>
                  <a:lnTo>
                    <a:pt x="8031551" y="1654632"/>
                  </a:lnTo>
                  <a:lnTo>
                    <a:pt x="8023264" y="1654711"/>
                  </a:lnTo>
                  <a:lnTo>
                    <a:pt x="8002545" y="1654930"/>
                  </a:lnTo>
                  <a:lnTo>
                    <a:pt x="7965941" y="1655359"/>
                  </a:lnTo>
                  <a:lnTo>
                    <a:pt x="7912273" y="1656063"/>
                  </a:lnTo>
                  <a:lnTo>
                    <a:pt x="7842689" y="1657087"/>
                  </a:lnTo>
                  <a:lnTo>
                    <a:pt x="7760276" y="1658460"/>
                  </a:lnTo>
                  <a:lnTo>
                    <a:pt x="7669284" y="1660189"/>
                  </a:lnTo>
                  <a:lnTo>
                    <a:pt x="7574222" y="1662270"/>
                  </a:lnTo>
                  <a:lnTo>
                    <a:pt x="7479108" y="1664695"/>
                  </a:lnTo>
                  <a:lnTo>
                    <a:pt x="7387028" y="1667459"/>
                  </a:lnTo>
                  <a:lnTo>
                    <a:pt x="7300001" y="1670568"/>
                  </a:lnTo>
                  <a:lnTo>
                    <a:pt x="7219072" y="1674042"/>
                  </a:lnTo>
                  <a:lnTo>
                    <a:pt x="7144515" y="1677913"/>
                  </a:lnTo>
                  <a:lnTo>
                    <a:pt x="7076051" y="1682233"/>
                  </a:lnTo>
                  <a:lnTo>
                    <a:pt x="7013045" y="1687063"/>
                  </a:lnTo>
                  <a:lnTo>
                    <a:pt x="6954658" y="1692477"/>
                  </a:lnTo>
                  <a:lnTo>
                    <a:pt x="6899961" y="1698555"/>
                  </a:lnTo>
                  <a:lnTo>
                    <a:pt x="6848021" y="1705370"/>
                  </a:lnTo>
                  <a:lnTo>
                    <a:pt x="6797982" y="1712973"/>
                  </a:lnTo>
                  <a:lnTo>
                    <a:pt x="6786527" y="1714857"/>
                  </a:lnTo>
                  <a:lnTo>
                    <a:pt x="6733020" y="1724351"/>
                  </a:lnTo>
                  <a:lnTo>
                    <a:pt x="6680029" y="1734837"/>
                  </a:lnTo>
                  <a:lnTo>
                    <a:pt x="6626988" y="1746330"/>
                  </a:lnTo>
                  <a:lnTo>
                    <a:pt x="6573515" y="1758807"/>
                  </a:lnTo>
                  <a:lnTo>
                    <a:pt x="6519391" y="1772205"/>
                  </a:lnTo>
                  <a:lnTo>
                    <a:pt x="6464539" y="1786418"/>
                  </a:lnTo>
                  <a:lnTo>
                    <a:pt x="6409005" y="1801300"/>
                  </a:lnTo>
                  <a:lnTo>
                    <a:pt x="6352936" y="1816666"/>
                  </a:lnTo>
                  <a:lnTo>
                    <a:pt x="6296553" y="1832306"/>
                  </a:lnTo>
                  <a:lnTo>
                    <a:pt x="6240117" y="1847991"/>
                  </a:lnTo>
                  <a:lnTo>
                    <a:pt x="6183898" y="1863489"/>
                  </a:lnTo>
                  <a:lnTo>
                    <a:pt x="6128136" y="1878581"/>
                  </a:lnTo>
                  <a:lnTo>
                    <a:pt x="6073010" y="1893071"/>
                  </a:lnTo>
                  <a:lnTo>
                    <a:pt x="6018607" y="1906798"/>
                  </a:lnTo>
                  <a:lnTo>
                    <a:pt x="5964901" y="1919639"/>
                  </a:lnTo>
                  <a:lnTo>
                    <a:pt x="5911730" y="1931515"/>
                  </a:lnTo>
                  <a:lnTo>
                    <a:pt x="5858776" y="1942390"/>
                  </a:lnTo>
                  <a:lnTo>
                    <a:pt x="5805548" y="1952262"/>
                  </a:lnTo>
                  <a:lnTo>
                    <a:pt x="5784835" y="1955803"/>
                  </a:lnTo>
                  <a:lnTo>
                    <a:pt x="5735130" y="1963592"/>
                  </a:lnTo>
                  <a:lnTo>
                    <a:pt x="5683705" y="1970587"/>
                  </a:lnTo>
                  <a:lnTo>
                    <a:pt x="5629732" y="1976830"/>
                  </a:lnTo>
                  <a:lnTo>
                    <a:pt x="5572288" y="1982392"/>
                  </a:lnTo>
                  <a:lnTo>
                    <a:pt x="5510437" y="1987351"/>
                  </a:lnTo>
                  <a:lnTo>
                    <a:pt x="5443310" y="1991784"/>
                  </a:lnTo>
                  <a:lnTo>
                    <a:pt x="5370212" y="1995754"/>
                  </a:lnTo>
                  <a:lnTo>
                    <a:pt x="5290766" y="1999317"/>
                  </a:lnTo>
                  <a:lnTo>
                    <a:pt x="5205097" y="2002508"/>
                  </a:lnTo>
                  <a:lnTo>
                    <a:pt x="5114051" y="2005352"/>
                  </a:lnTo>
                  <a:lnTo>
                    <a:pt x="5019407" y="2007856"/>
                  </a:lnTo>
                  <a:lnTo>
                    <a:pt x="4924004" y="2010018"/>
                  </a:lnTo>
                  <a:lnTo>
                    <a:pt x="4831669" y="2011830"/>
                  </a:lnTo>
                  <a:lnTo>
                    <a:pt x="4746856" y="2013285"/>
                  </a:lnTo>
                  <a:lnTo>
                    <a:pt x="4673953" y="2014389"/>
                  </a:lnTo>
                  <a:lnTo>
                    <a:pt x="4616396" y="2015164"/>
                  </a:lnTo>
                  <a:lnTo>
                    <a:pt x="4575837" y="2015652"/>
                  </a:lnTo>
                  <a:lnTo>
                    <a:pt x="4551650" y="2015914"/>
                  </a:lnTo>
                  <a:lnTo>
                    <a:pt x="4540885" y="2016019"/>
                  </a:lnTo>
                  <a:lnTo>
                    <a:pt x="4538543" y="2016040"/>
                  </a:lnTo>
                  <a:lnTo>
                    <a:pt x="4016409" y="2016040"/>
                  </a:lnTo>
                  <a:lnTo>
                    <a:pt x="4015203" y="2015981"/>
                  </a:lnTo>
                  <a:lnTo>
                    <a:pt x="4007310" y="2015562"/>
                  </a:lnTo>
                  <a:lnTo>
                    <a:pt x="3987541" y="2014403"/>
                  </a:lnTo>
                  <a:lnTo>
                    <a:pt x="3952529" y="2012125"/>
                  </a:lnTo>
                  <a:lnTo>
                    <a:pt x="3901018" y="2008391"/>
                  </a:lnTo>
                  <a:lnTo>
                    <a:pt x="3833945" y="2002944"/>
                  </a:lnTo>
                  <a:lnTo>
                    <a:pt x="3754100" y="1995629"/>
                  </a:lnTo>
                  <a:lnTo>
                    <a:pt x="3665448" y="1986393"/>
                  </a:lnTo>
                  <a:lnTo>
                    <a:pt x="3572292" y="1975252"/>
                  </a:lnTo>
                  <a:lnTo>
                    <a:pt x="3478551" y="1962251"/>
                  </a:lnTo>
                  <a:lnTo>
                    <a:pt x="3387316" y="1947420"/>
                  </a:lnTo>
                  <a:lnTo>
                    <a:pt x="3300682" y="1930739"/>
                  </a:lnTo>
                  <a:lnTo>
                    <a:pt x="3219809" y="1912124"/>
                  </a:lnTo>
                  <a:lnTo>
                    <a:pt x="3145092" y="1891408"/>
                  </a:lnTo>
                  <a:lnTo>
                    <a:pt x="3076366" y="1868347"/>
                  </a:lnTo>
                  <a:lnTo>
                    <a:pt x="3013095" y="1842625"/>
                  </a:lnTo>
                  <a:lnTo>
                    <a:pt x="2954520" y="1813863"/>
                  </a:lnTo>
                  <a:lnTo>
                    <a:pt x="2899774" y="1781647"/>
                  </a:lnTo>
                  <a:lnTo>
                    <a:pt x="2847960" y="1745569"/>
                  </a:lnTo>
                  <a:lnTo>
                    <a:pt x="2798236" y="1705307"/>
                  </a:lnTo>
                  <a:lnTo>
                    <a:pt x="2770117" y="1680033"/>
                  </a:lnTo>
                  <a:lnTo>
                    <a:pt x="2728101" y="1638978"/>
                  </a:lnTo>
                  <a:lnTo>
                    <a:pt x="2686491" y="1594541"/>
                  </a:lnTo>
                  <a:lnTo>
                    <a:pt x="2644981" y="1546656"/>
                  </a:lnTo>
                  <a:lnTo>
                    <a:pt x="2603342" y="1495329"/>
                  </a:lnTo>
                  <a:lnTo>
                    <a:pt x="2561410" y="1440645"/>
                  </a:lnTo>
                  <a:lnTo>
                    <a:pt x="2519083" y="1382777"/>
                  </a:lnTo>
                  <a:lnTo>
                    <a:pt x="2476311" y="1321985"/>
                  </a:lnTo>
                  <a:lnTo>
                    <a:pt x="2433095" y="1258621"/>
                  </a:lnTo>
                  <a:lnTo>
                    <a:pt x="2389477" y="1193121"/>
                  </a:lnTo>
                  <a:lnTo>
                    <a:pt x="2345536" y="1125994"/>
                  </a:lnTo>
                  <a:lnTo>
                    <a:pt x="2301376" y="1057808"/>
                  </a:lnTo>
                  <a:lnTo>
                    <a:pt x="2257121" y="989168"/>
                  </a:lnTo>
                  <a:lnTo>
                    <a:pt x="2212902" y="920701"/>
                  </a:lnTo>
                  <a:lnTo>
                    <a:pt x="2168848" y="853023"/>
                  </a:lnTo>
                  <a:lnTo>
                    <a:pt x="2125072" y="786722"/>
                  </a:lnTo>
                  <a:lnTo>
                    <a:pt x="2081667" y="722336"/>
                  </a:lnTo>
                  <a:lnTo>
                    <a:pt x="2038693" y="660336"/>
                  </a:lnTo>
                  <a:lnTo>
                    <a:pt x="1996168" y="601111"/>
                  </a:lnTo>
                  <a:lnTo>
                    <a:pt x="1954068" y="544965"/>
                  </a:lnTo>
                  <a:lnTo>
                    <a:pt x="1912313" y="492108"/>
                  </a:lnTo>
                  <a:lnTo>
                    <a:pt x="1870769" y="442666"/>
                  </a:lnTo>
                  <a:lnTo>
                    <a:pt x="1829237" y="396678"/>
                  </a:lnTo>
                  <a:lnTo>
                    <a:pt x="1787447" y="354110"/>
                  </a:lnTo>
                  <a:lnTo>
                    <a:pt x="1768425" y="336006"/>
                  </a:lnTo>
                  <a:lnTo>
                    <a:pt x="1719568" y="293251"/>
                  </a:lnTo>
                  <a:lnTo>
                    <a:pt x="1669061" y="254781"/>
                  </a:lnTo>
                  <a:lnTo>
                    <a:pt x="1616120" y="220376"/>
                  </a:lnTo>
                  <a:lnTo>
                    <a:pt x="1559870" y="189665"/>
                  </a:lnTo>
                  <a:lnTo>
                    <a:pt x="1499419" y="162233"/>
                  </a:lnTo>
                  <a:lnTo>
                    <a:pt x="1433934" y="137675"/>
                  </a:lnTo>
                  <a:lnTo>
                    <a:pt x="1362732" y="115637"/>
                  </a:lnTo>
                  <a:lnTo>
                    <a:pt x="1285415" y="95830"/>
                  </a:lnTo>
                  <a:lnTo>
                    <a:pt x="1202028" y="78045"/>
                  </a:lnTo>
                  <a:lnTo>
                    <a:pt x="1113264" y="62150"/>
                  </a:lnTo>
                  <a:lnTo>
                    <a:pt x="1020660" y="48088"/>
                  </a:lnTo>
                  <a:lnTo>
                    <a:pt x="926733" y="35865"/>
                  </a:lnTo>
                  <a:lnTo>
                    <a:pt x="834960" y="25522"/>
                  </a:lnTo>
                  <a:lnTo>
                    <a:pt x="749494" y="17096"/>
                  </a:lnTo>
                  <a:lnTo>
                    <a:pt x="674595" y="10580"/>
                  </a:lnTo>
                  <a:lnTo>
                    <a:pt x="613830" y="5879"/>
                  </a:lnTo>
                  <a:lnTo>
                    <a:pt x="569278" y="2795"/>
                  </a:lnTo>
                  <a:lnTo>
                    <a:pt x="540966" y="1033"/>
                  </a:lnTo>
                  <a:lnTo>
                    <a:pt x="526722" y="233"/>
                  </a:lnTo>
                  <a:lnTo>
                    <a:pt x="522373" y="11"/>
                  </a:lnTo>
                  <a:lnTo>
                    <a:pt x="5221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207" name="pl207"/>
            <p:cNvSpPr/>
            <p:nvPr/>
          </p:nvSpPr>
          <p:spPr>
            <a:xfrm>
              <a:off x="386606" y="2495689"/>
              <a:ext cx="8554953" cy="2016040"/>
            </a:xfrm>
            <a:custGeom>
              <a:avLst/>
              <a:pathLst>
                <a:path w="8554953" h="2016040">
                  <a:moveTo>
                    <a:pt x="0" y="0"/>
                  </a:moveTo>
                  <a:lnTo>
                    <a:pt x="522133" y="0"/>
                  </a:lnTo>
                  <a:lnTo>
                    <a:pt x="523339" y="58"/>
                  </a:lnTo>
                  <a:lnTo>
                    <a:pt x="531232" y="477"/>
                  </a:lnTo>
                  <a:lnTo>
                    <a:pt x="551001" y="1637"/>
                  </a:lnTo>
                  <a:lnTo>
                    <a:pt x="586014" y="3914"/>
                  </a:lnTo>
                  <a:lnTo>
                    <a:pt x="637524" y="7648"/>
                  </a:lnTo>
                  <a:lnTo>
                    <a:pt x="704598" y="13095"/>
                  </a:lnTo>
                  <a:lnTo>
                    <a:pt x="784442" y="20410"/>
                  </a:lnTo>
                  <a:lnTo>
                    <a:pt x="873094" y="29646"/>
                  </a:lnTo>
                  <a:lnTo>
                    <a:pt x="966251" y="40787"/>
                  </a:lnTo>
                  <a:lnTo>
                    <a:pt x="1059991" y="53788"/>
                  </a:lnTo>
                  <a:lnTo>
                    <a:pt x="1151227" y="68619"/>
                  </a:lnTo>
                  <a:lnTo>
                    <a:pt x="1237860" y="85300"/>
                  </a:lnTo>
                  <a:lnTo>
                    <a:pt x="1318733" y="103915"/>
                  </a:lnTo>
                  <a:lnTo>
                    <a:pt x="1393451" y="124632"/>
                  </a:lnTo>
                  <a:lnTo>
                    <a:pt x="1462176" y="147692"/>
                  </a:lnTo>
                  <a:lnTo>
                    <a:pt x="1525447" y="173414"/>
                  </a:lnTo>
                  <a:lnTo>
                    <a:pt x="1584022" y="202176"/>
                  </a:lnTo>
                  <a:lnTo>
                    <a:pt x="1638769" y="234392"/>
                  </a:lnTo>
                  <a:lnTo>
                    <a:pt x="1690582" y="270470"/>
                  </a:lnTo>
                  <a:lnTo>
                    <a:pt x="1740307" y="310732"/>
                  </a:lnTo>
                  <a:lnTo>
                    <a:pt x="1768425" y="336006"/>
                  </a:lnTo>
                  <a:lnTo>
                    <a:pt x="1810441" y="377061"/>
                  </a:lnTo>
                  <a:lnTo>
                    <a:pt x="1852051" y="421498"/>
                  </a:lnTo>
                  <a:lnTo>
                    <a:pt x="1893561" y="469383"/>
                  </a:lnTo>
                  <a:lnTo>
                    <a:pt x="1935200" y="520710"/>
                  </a:lnTo>
                  <a:lnTo>
                    <a:pt x="1977132" y="575394"/>
                  </a:lnTo>
                  <a:lnTo>
                    <a:pt x="2019459" y="633262"/>
                  </a:lnTo>
                  <a:lnTo>
                    <a:pt x="2062231" y="694054"/>
                  </a:lnTo>
                  <a:lnTo>
                    <a:pt x="2105447" y="757418"/>
                  </a:lnTo>
                  <a:lnTo>
                    <a:pt x="2149065" y="822918"/>
                  </a:lnTo>
                  <a:lnTo>
                    <a:pt x="2193006" y="890045"/>
                  </a:lnTo>
                  <a:lnTo>
                    <a:pt x="2237166" y="958232"/>
                  </a:lnTo>
                  <a:lnTo>
                    <a:pt x="2281421" y="1026871"/>
                  </a:lnTo>
                  <a:lnTo>
                    <a:pt x="2325640" y="1095338"/>
                  </a:lnTo>
                  <a:lnTo>
                    <a:pt x="2369694" y="1163016"/>
                  </a:lnTo>
                  <a:lnTo>
                    <a:pt x="2413470" y="1229317"/>
                  </a:lnTo>
                  <a:lnTo>
                    <a:pt x="2456875" y="1293703"/>
                  </a:lnTo>
                  <a:lnTo>
                    <a:pt x="2499849" y="1355703"/>
                  </a:lnTo>
                  <a:lnTo>
                    <a:pt x="2542374" y="1414928"/>
                  </a:lnTo>
                  <a:lnTo>
                    <a:pt x="2584475" y="1471074"/>
                  </a:lnTo>
                  <a:lnTo>
                    <a:pt x="2626229" y="1523931"/>
                  </a:lnTo>
                  <a:lnTo>
                    <a:pt x="2667773" y="1573373"/>
                  </a:lnTo>
                  <a:lnTo>
                    <a:pt x="2709306" y="1619361"/>
                  </a:lnTo>
                  <a:lnTo>
                    <a:pt x="2751095" y="1661929"/>
                  </a:lnTo>
                  <a:lnTo>
                    <a:pt x="2770117" y="1680033"/>
                  </a:lnTo>
                  <a:lnTo>
                    <a:pt x="2818974" y="1722788"/>
                  </a:lnTo>
                  <a:lnTo>
                    <a:pt x="2869481" y="1761258"/>
                  </a:lnTo>
                  <a:lnTo>
                    <a:pt x="2922422" y="1795664"/>
                  </a:lnTo>
                  <a:lnTo>
                    <a:pt x="2978672" y="1826374"/>
                  </a:lnTo>
                  <a:lnTo>
                    <a:pt x="3039123" y="1853806"/>
                  </a:lnTo>
                  <a:lnTo>
                    <a:pt x="3104609" y="1878364"/>
                  </a:lnTo>
                  <a:lnTo>
                    <a:pt x="3175810" y="1900402"/>
                  </a:lnTo>
                  <a:lnTo>
                    <a:pt x="3253127" y="1920209"/>
                  </a:lnTo>
                  <a:lnTo>
                    <a:pt x="3336514" y="1937994"/>
                  </a:lnTo>
                  <a:lnTo>
                    <a:pt x="3425279" y="1953889"/>
                  </a:lnTo>
                  <a:lnTo>
                    <a:pt x="3517883" y="1967951"/>
                  </a:lnTo>
                  <a:lnTo>
                    <a:pt x="3611809" y="1980174"/>
                  </a:lnTo>
                  <a:lnTo>
                    <a:pt x="3703582" y="1990517"/>
                  </a:lnTo>
                  <a:lnTo>
                    <a:pt x="3789048" y="1998943"/>
                  </a:lnTo>
                  <a:lnTo>
                    <a:pt x="3863948" y="2005459"/>
                  </a:lnTo>
                  <a:lnTo>
                    <a:pt x="3924712" y="2010160"/>
                  </a:lnTo>
                  <a:lnTo>
                    <a:pt x="3969264" y="2013244"/>
                  </a:lnTo>
                  <a:lnTo>
                    <a:pt x="3997576" y="2015006"/>
                  </a:lnTo>
                  <a:lnTo>
                    <a:pt x="4011820" y="2015806"/>
                  </a:lnTo>
                  <a:lnTo>
                    <a:pt x="4016170" y="2016028"/>
                  </a:lnTo>
                  <a:lnTo>
                    <a:pt x="4016409" y="2016040"/>
                  </a:lnTo>
                  <a:lnTo>
                    <a:pt x="4538543" y="2016040"/>
                  </a:lnTo>
                  <a:lnTo>
                    <a:pt x="4539811" y="2016029"/>
                  </a:lnTo>
                  <a:lnTo>
                    <a:pt x="4548098" y="2015949"/>
                  </a:lnTo>
                  <a:lnTo>
                    <a:pt x="4568817" y="2015731"/>
                  </a:lnTo>
                  <a:lnTo>
                    <a:pt x="4605421" y="2015301"/>
                  </a:lnTo>
                  <a:lnTo>
                    <a:pt x="4659089" y="2014598"/>
                  </a:lnTo>
                  <a:lnTo>
                    <a:pt x="4728673" y="2013573"/>
                  </a:lnTo>
                  <a:lnTo>
                    <a:pt x="4811086" y="2012200"/>
                  </a:lnTo>
                  <a:lnTo>
                    <a:pt x="4902078" y="2010471"/>
                  </a:lnTo>
                  <a:lnTo>
                    <a:pt x="4997140" y="2008390"/>
                  </a:lnTo>
                  <a:lnTo>
                    <a:pt x="5092253" y="2005965"/>
                  </a:lnTo>
                  <a:lnTo>
                    <a:pt x="5184334" y="2003201"/>
                  </a:lnTo>
                  <a:lnTo>
                    <a:pt x="5271361" y="2000092"/>
                  </a:lnTo>
                  <a:lnTo>
                    <a:pt x="5352290" y="1996619"/>
                  </a:lnTo>
                  <a:lnTo>
                    <a:pt x="5426847" y="1992747"/>
                  </a:lnTo>
                  <a:lnTo>
                    <a:pt x="5495311" y="1988428"/>
                  </a:lnTo>
                  <a:lnTo>
                    <a:pt x="5558317" y="1983598"/>
                  </a:lnTo>
                  <a:lnTo>
                    <a:pt x="5616704" y="1978183"/>
                  </a:lnTo>
                  <a:lnTo>
                    <a:pt x="5671401" y="1972105"/>
                  </a:lnTo>
                  <a:lnTo>
                    <a:pt x="5723341" y="1965291"/>
                  </a:lnTo>
                  <a:lnTo>
                    <a:pt x="5773380" y="1957688"/>
                  </a:lnTo>
                  <a:lnTo>
                    <a:pt x="5784835" y="1955803"/>
                  </a:lnTo>
                  <a:lnTo>
                    <a:pt x="5838342" y="1946309"/>
                  </a:lnTo>
                  <a:lnTo>
                    <a:pt x="5891333" y="1935823"/>
                  </a:lnTo>
                  <a:lnTo>
                    <a:pt x="5944374" y="1924330"/>
                  </a:lnTo>
                  <a:lnTo>
                    <a:pt x="5997847" y="1911853"/>
                  </a:lnTo>
                  <a:lnTo>
                    <a:pt x="6051971" y="1898456"/>
                  </a:lnTo>
                  <a:lnTo>
                    <a:pt x="6106823" y="1884242"/>
                  </a:lnTo>
                  <a:lnTo>
                    <a:pt x="6162357" y="1869361"/>
                  </a:lnTo>
                  <a:lnTo>
                    <a:pt x="6218426" y="1853994"/>
                  </a:lnTo>
                  <a:lnTo>
                    <a:pt x="6274809" y="1838354"/>
                  </a:lnTo>
                  <a:lnTo>
                    <a:pt x="6331245" y="1822670"/>
                  </a:lnTo>
                  <a:lnTo>
                    <a:pt x="6387464" y="1807171"/>
                  </a:lnTo>
                  <a:lnTo>
                    <a:pt x="6443226" y="1792079"/>
                  </a:lnTo>
                  <a:lnTo>
                    <a:pt x="6498352" y="1777589"/>
                  </a:lnTo>
                  <a:lnTo>
                    <a:pt x="6552754" y="1763863"/>
                  </a:lnTo>
                  <a:lnTo>
                    <a:pt x="6606460" y="1751021"/>
                  </a:lnTo>
                  <a:lnTo>
                    <a:pt x="6659632" y="1739145"/>
                  </a:lnTo>
                  <a:lnTo>
                    <a:pt x="6712586" y="1728271"/>
                  </a:lnTo>
                  <a:lnTo>
                    <a:pt x="6765814" y="1718398"/>
                  </a:lnTo>
                  <a:lnTo>
                    <a:pt x="6786527" y="1714857"/>
                  </a:lnTo>
                  <a:lnTo>
                    <a:pt x="6836232" y="1707068"/>
                  </a:lnTo>
                  <a:lnTo>
                    <a:pt x="6887657" y="1700073"/>
                  </a:lnTo>
                  <a:lnTo>
                    <a:pt x="6941630" y="1693830"/>
                  </a:lnTo>
                  <a:lnTo>
                    <a:pt x="6999074" y="1688268"/>
                  </a:lnTo>
                  <a:lnTo>
                    <a:pt x="7060925" y="1683309"/>
                  </a:lnTo>
                  <a:lnTo>
                    <a:pt x="7128052" y="1678877"/>
                  </a:lnTo>
                  <a:lnTo>
                    <a:pt x="7201150" y="1674906"/>
                  </a:lnTo>
                  <a:lnTo>
                    <a:pt x="7280596" y="1671343"/>
                  </a:lnTo>
                  <a:lnTo>
                    <a:pt x="7366265" y="1668152"/>
                  </a:lnTo>
                  <a:lnTo>
                    <a:pt x="7457311" y="1665308"/>
                  </a:lnTo>
                  <a:lnTo>
                    <a:pt x="7551955" y="1662804"/>
                  </a:lnTo>
                  <a:lnTo>
                    <a:pt x="7647358" y="1660642"/>
                  </a:lnTo>
                  <a:lnTo>
                    <a:pt x="7739693" y="1658830"/>
                  </a:lnTo>
                  <a:lnTo>
                    <a:pt x="7824506" y="1657375"/>
                  </a:lnTo>
                  <a:lnTo>
                    <a:pt x="7897409" y="1656271"/>
                  </a:lnTo>
                  <a:lnTo>
                    <a:pt x="7954966" y="1655497"/>
                  </a:lnTo>
                  <a:lnTo>
                    <a:pt x="7995525" y="1655008"/>
                  </a:lnTo>
                  <a:lnTo>
                    <a:pt x="8019712" y="1654747"/>
                  </a:lnTo>
                  <a:lnTo>
                    <a:pt x="8030477" y="1654641"/>
                  </a:lnTo>
                  <a:lnTo>
                    <a:pt x="8032803" y="1654621"/>
                  </a:lnTo>
                  <a:lnTo>
                    <a:pt x="8032819" y="1654621"/>
                  </a:lnTo>
                  <a:lnTo>
                    <a:pt x="8554953" y="1654621"/>
                  </a:lnTo>
                  <a:lnTo>
                    <a:pt x="8554953" y="1654621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08" name="pl208"/>
            <p:cNvSpPr/>
            <p:nvPr/>
          </p:nvSpPr>
          <p:spPr>
            <a:xfrm>
              <a:off x="386606" y="2490041"/>
              <a:ext cx="8554953" cy="2016040"/>
            </a:xfrm>
            <a:custGeom>
              <a:avLst/>
              <a:pathLst>
                <a:path w="8554953" h="2016040">
                  <a:moveTo>
                    <a:pt x="8554953" y="1654621"/>
                  </a:moveTo>
                  <a:lnTo>
                    <a:pt x="8032819" y="1654621"/>
                  </a:lnTo>
                  <a:lnTo>
                    <a:pt x="8031551" y="1654632"/>
                  </a:lnTo>
                  <a:lnTo>
                    <a:pt x="8023264" y="1654711"/>
                  </a:lnTo>
                  <a:lnTo>
                    <a:pt x="8002545" y="1654930"/>
                  </a:lnTo>
                  <a:lnTo>
                    <a:pt x="7965941" y="1655359"/>
                  </a:lnTo>
                  <a:lnTo>
                    <a:pt x="7912273" y="1656063"/>
                  </a:lnTo>
                  <a:lnTo>
                    <a:pt x="7842689" y="1657087"/>
                  </a:lnTo>
                  <a:lnTo>
                    <a:pt x="7760276" y="1658460"/>
                  </a:lnTo>
                  <a:lnTo>
                    <a:pt x="7669284" y="1660189"/>
                  </a:lnTo>
                  <a:lnTo>
                    <a:pt x="7574222" y="1662270"/>
                  </a:lnTo>
                  <a:lnTo>
                    <a:pt x="7479108" y="1664695"/>
                  </a:lnTo>
                  <a:lnTo>
                    <a:pt x="7387028" y="1667459"/>
                  </a:lnTo>
                  <a:lnTo>
                    <a:pt x="7300001" y="1670568"/>
                  </a:lnTo>
                  <a:lnTo>
                    <a:pt x="7219072" y="1674042"/>
                  </a:lnTo>
                  <a:lnTo>
                    <a:pt x="7144515" y="1677913"/>
                  </a:lnTo>
                  <a:lnTo>
                    <a:pt x="7076051" y="1682233"/>
                  </a:lnTo>
                  <a:lnTo>
                    <a:pt x="7013045" y="1687063"/>
                  </a:lnTo>
                  <a:lnTo>
                    <a:pt x="6954658" y="1692477"/>
                  </a:lnTo>
                  <a:lnTo>
                    <a:pt x="6899961" y="1698555"/>
                  </a:lnTo>
                  <a:lnTo>
                    <a:pt x="6848021" y="1705370"/>
                  </a:lnTo>
                  <a:lnTo>
                    <a:pt x="6797982" y="1712973"/>
                  </a:lnTo>
                  <a:lnTo>
                    <a:pt x="6786527" y="1714857"/>
                  </a:lnTo>
                  <a:lnTo>
                    <a:pt x="6733020" y="1724351"/>
                  </a:lnTo>
                  <a:lnTo>
                    <a:pt x="6680029" y="1734837"/>
                  </a:lnTo>
                  <a:lnTo>
                    <a:pt x="6626988" y="1746330"/>
                  </a:lnTo>
                  <a:lnTo>
                    <a:pt x="6573515" y="1758807"/>
                  </a:lnTo>
                  <a:lnTo>
                    <a:pt x="6519391" y="1772205"/>
                  </a:lnTo>
                  <a:lnTo>
                    <a:pt x="6464539" y="1786418"/>
                  </a:lnTo>
                  <a:lnTo>
                    <a:pt x="6409005" y="1801300"/>
                  </a:lnTo>
                  <a:lnTo>
                    <a:pt x="6352936" y="1816666"/>
                  </a:lnTo>
                  <a:lnTo>
                    <a:pt x="6296553" y="1832306"/>
                  </a:lnTo>
                  <a:lnTo>
                    <a:pt x="6240117" y="1847991"/>
                  </a:lnTo>
                  <a:lnTo>
                    <a:pt x="6183898" y="1863489"/>
                  </a:lnTo>
                  <a:lnTo>
                    <a:pt x="6128136" y="1878581"/>
                  </a:lnTo>
                  <a:lnTo>
                    <a:pt x="6073010" y="1893071"/>
                  </a:lnTo>
                  <a:lnTo>
                    <a:pt x="6018607" y="1906798"/>
                  </a:lnTo>
                  <a:lnTo>
                    <a:pt x="5964901" y="1919639"/>
                  </a:lnTo>
                  <a:lnTo>
                    <a:pt x="5911730" y="1931515"/>
                  </a:lnTo>
                  <a:lnTo>
                    <a:pt x="5858776" y="1942390"/>
                  </a:lnTo>
                  <a:lnTo>
                    <a:pt x="5805548" y="1952262"/>
                  </a:lnTo>
                  <a:lnTo>
                    <a:pt x="5784835" y="1955803"/>
                  </a:lnTo>
                  <a:lnTo>
                    <a:pt x="5735130" y="1963592"/>
                  </a:lnTo>
                  <a:lnTo>
                    <a:pt x="5683705" y="1970587"/>
                  </a:lnTo>
                  <a:lnTo>
                    <a:pt x="5629732" y="1976830"/>
                  </a:lnTo>
                  <a:lnTo>
                    <a:pt x="5572288" y="1982392"/>
                  </a:lnTo>
                  <a:lnTo>
                    <a:pt x="5510437" y="1987351"/>
                  </a:lnTo>
                  <a:lnTo>
                    <a:pt x="5443310" y="1991784"/>
                  </a:lnTo>
                  <a:lnTo>
                    <a:pt x="5370212" y="1995754"/>
                  </a:lnTo>
                  <a:lnTo>
                    <a:pt x="5290766" y="1999317"/>
                  </a:lnTo>
                  <a:lnTo>
                    <a:pt x="5205097" y="2002508"/>
                  </a:lnTo>
                  <a:lnTo>
                    <a:pt x="5114051" y="2005352"/>
                  </a:lnTo>
                  <a:lnTo>
                    <a:pt x="5019407" y="2007856"/>
                  </a:lnTo>
                  <a:lnTo>
                    <a:pt x="4924004" y="2010018"/>
                  </a:lnTo>
                  <a:lnTo>
                    <a:pt x="4831669" y="2011830"/>
                  </a:lnTo>
                  <a:lnTo>
                    <a:pt x="4746856" y="2013285"/>
                  </a:lnTo>
                  <a:lnTo>
                    <a:pt x="4673953" y="2014389"/>
                  </a:lnTo>
                  <a:lnTo>
                    <a:pt x="4616396" y="2015164"/>
                  </a:lnTo>
                  <a:lnTo>
                    <a:pt x="4575837" y="2015652"/>
                  </a:lnTo>
                  <a:lnTo>
                    <a:pt x="4551650" y="2015914"/>
                  </a:lnTo>
                  <a:lnTo>
                    <a:pt x="4540885" y="2016019"/>
                  </a:lnTo>
                  <a:lnTo>
                    <a:pt x="4538559" y="2016039"/>
                  </a:lnTo>
                  <a:lnTo>
                    <a:pt x="4538543" y="2016040"/>
                  </a:lnTo>
                  <a:lnTo>
                    <a:pt x="4016409" y="2016040"/>
                  </a:lnTo>
                  <a:lnTo>
                    <a:pt x="4015203" y="2015981"/>
                  </a:lnTo>
                  <a:lnTo>
                    <a:pt x="4007310" y="2015562"/>
                  </a:lnTo>
                  <a:lnTo>
                    <a:pt x="3987541" y="2014403"/>
                  </a:lnTo>
                  <a:lnTo>
                    <a:pt x="3952529" y="2012125"/>
                  </a:lnTo>
                  <a:lnTo>
                    <a:pt x="3901018" y="2008391"/>
                  </a:lnTo>
                  <a:lnTo>
                    <a:pt x="3833945" y="2002944"/>
                  </a:lnTo>
                  <a:lnTo>
                    <a:pt x="3754100" y="1995629"/>
                  </a:lnTo>
                  <a:lnTo>
                    <a:pt x="3665448" y="1986393"/>
                  </a:lnTo>
                  <a:lnTo>
                    <a:pt x="3572292" y="1975252"/>
                  </a:lnTo>
                  <a:lnTo>
                    <a:pt x="3478551" y="1962251"/>
                  </a:lnTo>
                  <a:lnTo>
                    <a:pt x="3387316" y="1947420"/>
                  </a:lnTo>
                  <a:lnTo>
                    <a:pt x="3300682" y="1930739"/>
                  </a:lnTo>
                  <a:lnTo>
                    <a:pt x="3219809" y="1912124"/>
                  </a:lnTo>
                  <a:lnTo>
                    <a:pt x="3145092" y="1891408"/>
                  </a:lnTo>
                  <a:lnTo>
                    <a:pt x="3076366" y="1868347"/>
                  </a:lnTo>
                  <a:lnTo>
                    <a:pt x="3013095" y="1842625"/>
                  </a:lnTo>
                  <a:lnTo>
                    <a:pt x="2954520" y="1813863"/>
                  </a:lnTo>
                  <a:lnTo>
                    <a:pt x="2899774" y="1781647"/>
                  </a:lnTo>
                  <a:lnTo>
                    <a:pt x="2847960" y="1745569"/>
                  </a:lnTo>
                  <a:lnTo>
                    <a:pt x="2798236" y="1705307"/>
                  </a:lnTo>
                  <a:lnTo>
                    <a:pt x="2770117" y="1680033"/>
                  </a:lnTo>
                  <a:lnTo>
                    <a:pt x="2728101" y="1638978"/>
                  </a:lnTo>
                  <a:lnTo>
                    <a:pt x="2686491" y="1594541"/>
                  </a:lnTo>
                  <a:lnTo>
                    <a:pt x="2644981" y="1546656"/>
                  </a:lnTo>
                  <a:lnTo>
                    <a:pt x="2603342" y="1495329"/>
                  </a:lnTo>
                  <a:lnTo>
                    <a:pt x="2561410" y="1440645"/>
                  </a:lnTo>
                  <a:lnTo>
                    <a:pt x="2519083" y="1382777"/>
                  </a:lnTo>
                  <a:lnTo>
                    <a:pt x="2476311" y="1321985"/>
                  </a:lnTo>
                  <a:lnTo>
                    <a:pt x="2433095" y="1258621"/>
                  </a:lnTo>
                  <a:lnTo>
                    <a:pt x="2389477" y="1193121"/>
                  </a:lnTo>
                  <a:lnTo>
                    <a:pt x="2345536" y="1125994"/>
                  </a:lnTo>
                  <a:lnTo>
                    <a:pt x="2301376" y="1057808"/>
                  </a:lnTo>
                  <a:lnTo>
                    <a:pt x="2257121" y="989168"/>
                  </a:lnTo>
                  <a:lnTo>
                    <a:pt x="2212902" y="920701"/>
                  </a:lnTo>
                  <a:lnTo>
                    <a:pt x="2168848" y="853023"/>
                  </a:lnTo>
                  <a:lnTo>
                    <a:pt x="2125072" y="786722"/>
                  </a:lnTo>
                  <a:lnTo>
                    <a:pt x="2081667" y="722336"/>
                  </a:lnTo>
                  <a:lnTo>
                    <a:pt x="2038693" y="660336"/>
                  </a:lnTo>
                  <a:lnTo>
                    <a:pt x="1996168" y="601111"/>
                  </a:lnTo>
                  <a:lnTo>
                    <a:pt x="1954068" y="544965"/>
                  </a:lnTo>
                  <a:lnTo>
                    <a:pt x="1912313" y="492108"/>
                  </a:lnTo>
                  <a:lnTo>
                    <a:pt x="1870769" y="442666"/>
                  </a:lnTo>
                  <a:lnTo>
                    <a:pt x="1829237" y="396678"/>
                  </a:lnTo>
                  <a:lnTo>
                    <a:pt x="1787447" y="354110"/>
                  </a:lnTo>
                  <a:lnTo>
                    <a:pt x="1768425" y="336006"/>
                  </a:lnTo>
                  <a:lnTo>
                    <a:pt x="1719568" y="293251"/>
                  </a:lnTo>
                  <a:lnTo>
                    <a:pt x="1669061" y="254781"/>
                  </a:lnTo>
                  <a:lnTo>
                    <a:pt x="1616120" y="220376"/>
                  </a:lnTo>
                  <a:lnTo>
                    <a:pt x="1559870" y="189665"/>
                  </a:lnTo>
                  <a:lnTo>
                    <a:pt x="1499419" y="162233"/>
                  </a:lnTo>
                  <a:lnTo>
                    <a:pt x="1433934" y="137675"/>
                  </a:lnTo>
                  <a:lnTo>
                    <a:pt x="1362732" y="115637"/>
                  </a:lnTo>
                  <a:lnTo>
                    <a:pt x="1285415" y="95830"/>
                  </a:lnTo>
                  <a:lnTo>
                    <a:pt x="1202028" y="78045"/>
                  </a:lnTo>
                  <a:lnTo>
                    <a:pt x="1113264" y="62150"/>
                  </a:lnTo>
                  <a:lnTo>
                    <a:pt x="1020660" y="48088"/>
                  </a:lnTo>
                  <a:lnTo>
                    <a:pt x="926733" y="35865"/>
                  </a:lnTo>
                  <a:lnTo>
                    <a:pt x="834960" y="25522"/>
                  </a:lnTo>
                  <a:lnTo>
                    <a:pt x="749494" y="17096"/>
                  </a:lnTo>
                  <a:lnTo>
                    <a:pt x="674595" y="10580"/>
                  </a:lnTo>
                  <a:lnTo>
                    <a:pt x="613830" y="5879"/>
                  </a:lnTo>
                  <a:lnTo>
                    <a:pt x="569278" y="2795"/>
                  </a:lnTo>
                  <a:lnTo>
                    <a:pt x="540966" y="1033"/>
                  </a:lnTo>
                  <a:lnTo>
                    <a:pt x="526722" y="233"/>
                  </a:lnTo>
                  <a:lnTo>
                    <a:pt x="522373" y="11"/>
                  </a:lnTo>
                  <a:lnTo>
                    <a:pt x="522133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09" name="pg209"/>
            <p:cNvSpPr/>
            <p:nvPr/>
          </p:nvSpPr>
          <p:spPr>
            <a:xfrm>
              <a:off x="386606" y="2495689"/>
              <a:ext cx="8554953" cy="2292751"/>
            </a:xfrm>
            <a:custGeom>
              <a:avLst/>
              <a:pathLst>
                <a:path w="8554953" h="2292751">
                  <a:moveTo>
                    <a:pt x="0" y="16941"/>
                  </a:moveTo>
                  <a:lnTo>
                    <a:pt x="522133" y="16941"/>
                  </a:lnTo>
                  <a:lnTo>
                    <a:pt x="523339" y="17000"/>
                  </a:lnTo>
                  <a:lnTo>
                    <a:pt x="531232" y="17419"/>
                  </a:lnTo>
                  <a:lnTo>
                    <a:pt x="551001" y="18578"/>
                  </a:lnTo>
                  <a:lnTo>
                    <a:pt x="586014" y="20855"/>
                  </a:lnTo>
                  <a:lnTo>
                    <a:pt x="637524" y="24589"/>
                  </a:lnTo>
                  <a:lnTo>
                    <a:pt x="704598" y="30037"/>
                  </a:lnTo>
                  <a:lnTo>
                    <a:pt x="784442" y="37352"/>
                  </a:lnTo>
                  <a:lnTo>
                    <a:pt x="873094" y="46588"/>
                  </a:lnTo>
                  <a:lnTo>
                    <a:pt x="966251" y="57729"/>
                  </a:lnTo>
                  <a:lnTo>
                    <a:pt x="1059991" y="70730"/>
                  </a:lnTo>
                  <a:lnTo>
                    <a:pt x="1151227" y="85561"/>
                  </a:lnTo>
                  <a:lnTo>
                    <a:pt x="1237860" y="102241"/>
                  </a:lnTo>
                  <a:lnTo>
                    <a:pt x="1318733" y="120857"/>
                  </a:lnTo>
                  <a:lnTo>
                    <a:pt x="1393451" y="141573"/>
                  </a:lnTo>
                  <a:lnTo>
                    <a:pt x="1462176" y="164633"/>
                  </a:lnTo>
                  <a:lnTo>
                    <a:pt x="1525447" y="190355"/>
                  </a:lnTo>
                  <a:lnTo>
                    <a:pt x="1584022" y="219117"/>
                  </a:lnTo>
                  <a:lnTo>
                    <a:pt x="1638769" y="251334"/>
                  </a:lnTo>
                  <a:lnTo>
                    <a:pt x="1690582" y="287412"/>
                  </a:lnTo>
                  <a:lnTo>
                    <a:pt x="1740307" y="327674"/>
                  </a:lnTo>
                  <a:lnTo>
                    <a:pt x="1768425" y="352948"/>
                  </a:lnTo>
                  <a:lnTo>
                    <a:pt x="1810441" y="394003"/>
                  </a:lnTo>
                  <a:lnTo>
                    <a:pt x="1852051" y="438440"/>
                  </a:lnTo>
                  <a:lnTo>
                    <a:pt x="1893561" y="486325"/>
                  </a:lnTo>
                  <a:lnTo>
                    <a:pt x="1935200" y="537652"/>
                  </a:lnTo>
                  <a:lnTo>
                    <a:pt x="1977132" y="592335"/>
                  </a:lnTo>
                  <a:lnTo>
                    <a:pt x="2019459" y="650204"/>
                  </a:lnTo>
                  <a:lnTo>
                    <a:pt x="2062231" y="710996"/>
                  </a:lnTo>
                  <a:lnTo>
                    <a:pt x="2105447" y="774359"/>
                  </a:lnTo>
                  <a:lnTo>
                    <a:pt x="2149065" y="839859"/>
                  </a:lnTo>
                  <a:lnTo>
                    <a:pt x="2193006" y="906986"/>
                  </a:lnTo>
                  <a:lnTo>
                    <a:pt x="2237166" y="975173"/>
                  </a:lnTo>
                  <a:lnTo>
                    <a:pt x="2281421" y="1043812"/>
                  </a:lnTo>
                  <a:lnTo>
                    <a:pt x="2325640" y="1112280"/>
                  </a:lnTo>
                  <a:lnTo>
                    <a:pt x="2369694" y="1179958"/>
                  </a:lnTo>
                  <a:lnTo>
                    <a:pt x="2413470" y="1246259"/>
                  </a:lnTo>
                  <a:lnTo>
                    <a:pt x="2456875" y="1310644"/>
                  </a:lnTo>
                  <a:lnTo>
                    <a:pt x="2499849" y="1372645"/>
                  </a:lnTo>
                  <a:lnTo>
                    <a:pt x="2542374" y="1431869"/>
                  </a:lnTo>
                  <a:lnTo>
                    <a:pt x="2584475" y="1488016"/>
                  </a:lnTo>
                  <a:lnTo>
                    <a:pt x="2626229" y="1540872"/>
                  </a:lnTo>
                  <a:lnTo>
                    <a:pt x="2667773" y="1590315"/>
                  </a:lnTo>
                  <a:lnTo>
                    <a:pt x="2709306" y="1636303"/>
                  </a:lnTo>
                  <a:lnTo>
                    <a:pt x="2751095" y="1678871"/>
                  </a:lnTo>
                  <a:lnTo>
                    <a:pt x="2770117" y="1696974"/>
                  </a:lnTo>
                  <a:lnTo>
                    <a:pt x="2818974" y="1739729"/>
                  </a:lnTo>
                  <a:lnTo>
                    <a:pt x="2869481" y="1778200"/>
                  </a:lnTo>
                  <a:lnTo>
                    <a:pt x="2922422" y="1812605"/>
                  </a:lnTo>
                  <a:lnTo>
                    <a:pt x="2978672" y="1843315"/>
                  </a:lnTo>
                  <a:lnTo>
                    <a:pt x="3039123" y="1870748"/>
                  </a:lnTo>
                  <a:lnTo>
                    <a:pt x="3104609" y="1895306"/>
                  </a:lnTo>
                  <a:lnTo>
                    <a:pt x="3175810" y="1917344"/>
                  </a:lnTo>
                  <a:lnTo>
                    <a:pt x="3253127" y="1937150"/>
                  </a:lnTo>
                  <a:lnTo>
                    <a:pt x="3336514" y="1954935"/>
                  </a:lnTo>
                  <a:lnTo>
                    <a:pt x="3425279" y="1970831"/>
                  </a:lnTo>
                  <a:lnTo>
                    <a:pt x="3517883" y="1984892"/>
                  </a:lnTo>
                  <a:lnTo>
                    <a:pt x="3611809" y="1997115"/>
                  </a:lnTo>
                  <a:lnTo>
                    <a:pt x="3703582" y="2007459"/>
                  </a:lnTo>
                  <a:lnTo>
                    <a:pt x="3789048" y="2015884"/>
                  </a:lnTo>
                  <a:lnTo>
                    <a:pt x="3863948" y="2022401"/>
                  </a:lnTo>
                  <a:lnTo>
                    <a:pt x="3924712" y="2027102"/>
                  </a:lnTo>
                  <a:lnTo>
                    <a:pt x="3969264" y="2030185"/>
                  </a:lnTo>
                  <a:lnTo>
                    <a:pt x="3997576" y="2031947"/>
                  </a:lnTo>
                  <a:lnTo>
                    <a:pt x="4011820" y="2032748"/>
                  </a:lnTo>
                  <a:lnTo>
                    <a:pt x="4016170" y="2032970"/>
                  </a:lnTo>
                  <a:lnTo>
                    <a:pt x="4016409" y="2032981"/>
                  </a:lnTo>
                  <a:lnTo>
                    <a:pt x="4538543" y="2032981"/>
                  </a:lnTo>
                  <a:lnTo>
                    <a:pt x="4539812" y="2032989"/>
                  </a:lnTo>
                  <a:lnTo>
                    <a:pt x="4548106" y="2033046"/>
                  </a:lnTo>
                  <a:lnTo>
                    <a:pt x="4568841" y="2033203"/>
                  </a:lnTo>
                  <a:lnTo>
                    <a:pt x="4605471" y="2033512"/>
                  </a:lnTo>
                  <a:lnTo>
                    <a:pt x="4659177" y="2034018"/>
                  </a:lnTo>
                  <a:lnTo>
                    <a:pt x="4728803" y="2034755"/>
                  </a:lnTo>
                  <a:lnTo>
                    <a:pt x="4811258" y="2035743"/>
                  </a:lnTo>
                  <a:lnTo>
                    <a:pt x="4902289" y="2036986"/>
                  </a:lnTo>
                  <a:lnTo>
                    <a:pt x="4997383" y="2038483"/>
                  </a:lnTo>
                  <a:lnTo>
                    <a:pt x="5092518" y="2040227"/>
                  </a:lnTo>
                  <a:lnTo>
                    <a:pt x="5184612" y="2042215"/>
                  </a:lnTo>
                  <a:lnTo>
                    <a:pt x="5271645" y="2044452"/>
                  </a:lnTo>
                  <a:lnTo>
                    <a:pt x="5352574" y="2046950"/>
                  </a:lnTo>
                  <a:lnTo>
                    <a:pt x="5427128" y="2049734"/>
                  </a:lnTo>
                  <a:lnTo>
                    <a:pt x="5495588" y="2052841"/>
                  </a:lnTo>
                  <a:lnTo>
                    <a:pt x="5558590" y="2056315"/>
                  </a:lnTo>
                  <a:lnTo>
                    <a:pt x="5616974" y="2060210"/>
                  </a:lnTo>
                  <a:lnTo>
                    <a:pt x="5671671" y="2064582"/>
                  </a:lnTo>
                  <a:lnTo>
                    <a:pt x="5723613" y="2069485"/>
                  </a:lnTo>
                  <a:lnTo>
                    <a:pt x="5773658" y="2074954"/>
                  </a:lnTo>
                  <a:lnTo>
                    <a:pt x="5784835" y="2076276"/>
                  </a:lnTo>
                  <a:lnTo>
                    <a:pt x="5838699" y="2083148"/>
                  </a:lnTo>
                  <a:lnTo>
                    <a:pt x="5892044" y="2090743"/>
                  </a:lnTo>
                  <a:lnTo>
                    <a:pt x="5945447" y="2099071"/>
                  </a:lnTo>
                  <a:lnTo>
                    <a:pt x="5999293" y="2108115"/>
                  </a:lnTo>
                  <a:lnTo>
                    <a:pt x="6053802" y="2117829"/>
                  </a:lnTo>
                  <a:lnTo>
                    <a:pt x="6109050" y="2128133"/>
                  </a:lnTo>
                  <a:lnTo>
                    <a:pt x="6164984" y="2138920"/>
                  </a:lnTo>
                  <a:lnTo>
                    <a:pt x="6221452" y="2150052"/>
                  </a:lnTo>
                  <a:lnTo>
                    <a:pt x="6278224" y="2161375"/>
                  </a:lnTo>
                  <a:lnTo>
                    <a:pt x="6335033" y="2172720"/>
                  </a:lnTo>
                  <a:lnTo>
                    <a:pt x="6391605" y="2183919"/>
                  </a:lnTo>
                  <a:lnTo>
                    <a:pt x="6447698" y="2194810"/>
                  </a:lnTo>
                  <a:lnTo>
                    <a:pt x="6503135" y="2205253"/>
                  </a:lnTo>
                  <a:lnTo>
                    <a:pt x="6557836" y="2215130"/>
                  </a:lnTo>
                  <a:lnTo>
                    <a:pt x="6611841" y="2224356"/>
                  </a:lnTo>
                  <a:lnTo>
                    <a:pt x="6665330" y="2232874"/>
                  </a:lnTo>
                  <a:lnTo>
                    <a:pt x="6718643" y="2240662"/>
                  </a:lnTo>
                  <a:lnTo>
                    <a:pt x="6772303" y="2247721"/>
                  </a:lnTo>
                  <a:lnTo>
                    <a:pt x="6786527" y="2249456"/>
                  </a:lnTo>
                  <a:lnTo>
                    <a:pt x="6836246" y="2255056"/>
                  </a:lnTo>
                  <a:lnTo>
                    <a:pt x="6887687" y="2260085"/>
                  </a:lnTo>
                  <a:lnTo>
                    <a:pt x="6941677" y="2264573"/>
                  </a:lnTo>
                  <a:lnTo>
                    <a:pt x="6999141" y="2268571"/>
                  </a:lnTo>
                  <a:lnTo>
                    <a:pt x="7061016" y="2272136"/>
                  </a:lnTo>
                  <a:lnTo>
                    <a:pt x="7128171" y="2275322"/>
                  </a:lnTo>
                  <a:lnTo>
                    <a:pt x="7201301" y="2278176"/>
                  </a:lnTo>
                  <a:lnTo>
                    <a:pt x="7280782" y="2280737"/>
                  </a:lnTo>
                  <a:lnTo>
                    <a:pt x="7366490" y="2283031"/>
                  </a:lnTo>
                  <a:lnTo>
                    <a:pt x="7457574" y="2285075"/>
                  </a:lnTo>
                  <a:lnTo>
                    <a:pt x="7552251" y="2286874"/>
                  </a:lnTo>
                  <a:lnTo>
                    <a:pt x="7647678" y="2288428"/>
                  </a:lnTo>
                  <a:lnTo>
                    <a:pt x="7740020" y="2289730"/>
                  </a:lnTo>
                  <a:lnTo>
                    <a:pt x="7824820" y="2290775"/>
                  </a:lnTo>
                  <a:lnTo>
                    <a:pt x="7897686" y="2291567"/>
                  </a:lnTo>
                  <a:lnTo>
                    <a:pt x="7955188" y="2292123"/>
                  </a:lnTo>
                  <a:lnTo>
                    <a:pt x="7995678" y="2292474"/>
                  </a:lnTo>
                  <a:lnTo>
                    <a:pt x="8019797" y="2292661"/>
                  </a:lnTo>
                  <a:lnTo>
                    <a:pt x="8030506" y="2292736"/>
                  </a:lnTo>
                  <a:lnTo>
                    <a:pt x="8032819" y="2292751"/>
                  </a:lnTo>
                  <a:lnTo>
                    <a:pt x="8554953" y="2292751"/>
                  </a:lnTo>
                  <a:lnTo>
                    <a:pt x="8554953" y="2275809"/>
                  </a:lnTo>
                  <a:lnTo>
                    <a:pt x="8032819" y="2275809"/>
                  </a:lnTo>
                  <a:lnTo>
                    <a:pt x="8031550" y="2275801"/>
                  </a:lnTo>
                  <a:lnTo>
                    <a:pt x="8023256" y="2275745"/>
                  </a:lnTo>
                  <a:lnTo>
                    <a:pt x="8002521" y="2275587"/>
                  </a:lnTo>
                  <a:lnTo>
                    <a:pt x="7965890" y="2275278"/>
                  </a:lnTo>
                  <a:lnTo>
                    <a:pt x="7912185" y="2274772"/>
                  </a:lnTo>
                  <a:lnTo>
                    <a:pt x="7842559" y="2274035"/>
                  </a:lnTo>
                  <a:lnTo>
                    <a:pt x="7760104" y="2273048"/>
                  </a:lnTo>
                  <a:lnTo>
                    <a:pt x="7669073" y="2271804"/>
                  </a:lnTo>
                  <a:lnTo>
                    <a:pt x="7573979" y="2270307"/>
                  </a:lnTo>
                  <a:lnTo>
                    <a:pt x="7478844" y="2268563"/>
                  </a:lnTo>
                  <a:lnTo>
                    <a:pt x="7386750" y="2266575"/>
                  </a:lnTo>
                  <a:lnTo>
                    <a:pt x="7299717" y="2264339"/>
                  </a:lnTo>
                  <a:lnTo>
                    <a:pt x="7218788" y="2261841"/>
                  </a:lnTo>
                  <a:lnTo>
                    <a:pt x="7144234" y="2259056"/>
                  </a:lnTo>
                  <a:lnTo>
                    <a:pt x="7075774" y="2255949"/>
                  </a:lnTo>
                  <a:lnTo>
                    <a:pt x="7012772" y="2252475"/>
                  </a:lnTo>
                  <a:lnTo>
                    <a:pt x="6954388" y="2248580"/>
                  </a:lnTo>
                  <a:lnTo>
                    <a:pt x="6899691" y="2244208"/>
                  </a:lnTo>
                  <a:lnTo>
                    <a:pt x="6847749" y="2239306"/>
                  </a:lnTo>
                  <a:lnTo>
                    <a:pt x="6797704" y="2233837"/>
                  </a:lnTo>
                  <a:lnTo>
                    <a:pt x="6786527" y="2232514"/>
                  </a:lnTo>
                  <a:lnTo>
                    <a:pt x="6732663" y="2225643"/>
                  </a:lnTo>
                  <a:lnTo>
                    <a:pt x="6679318" y="2218047"/>
                  </a:lnTo>
                  <a:lnTo>
                    <a:pt x="6625915" y="2209719"/>
                  </a:lnTo>
                  <a:lnTo>
                    <a:pt x="6572069" y="2200675"/>
                  </a:lnTo>
                  <a:lnTo>
                    <a:pt x="6517560" y="2190962"/>
                  </a:lnTo>
                  <a:lnTo>
                    <a:pt x="6462312" y="2180657"/>
                  </a:lnTo>
                  <a:lnTo>
                    <a:pt x="6406378" y="2169871"/>
                  </a:lnTo>
                  <a:lnTo>
                    <a:pt x="6349910" y="2158738"/>
                  </a:lnTo>
                  <a:lnTo>
                    <a:pt x="6293138" y="2147415"/>
                  </a:lnTo>
                  <a:lnTo>
                    <a:pt x="6236329" y="2136070"/>
                  </a:lnTo>
                  <a:lnTo>
                    <a:pt x="6179757" y="2124872"/>
                  </a:lnTo>
                  <a:lnTo>
                    <a:pt x="6123664" y="2113980"/>
                  </a:lnTo>
                  <a:lnTo>
                    <a:pt x="6068227" y="2103538"/>
                  </a:lnTo>
                  <a:lnTo>
                    <a:pt x="6013526" y="2093660"/>
                  </a:lnTo>
                  <a:lnTo>
                    <a:pt x="5959521" y="2084435"/>
                  </a:lnTo>
                  <a:lnTo>
                    <a:pt x="5906032" y="2075916"/>
                  </a:lnTo>
                  <a:lnTo>
                    <a:pt x="5852719" y="2068129"/>
                  </a:lnTo>
                  <a:lnTo>
                    <a:pt x="5799059" y="2061069"/>
                  </a:lnTo>
                  <a:lnTo>
                    <a:pt x="5784835" y="2059335"/>
                  </a:lnTo>
                  <a:lnTo>
                    <a:pt x="5735116" y="2053735"/>
                  </a:lnTo>
                  <a:lnTo>
                    <a:pt x="5683675" y="2048706"/>
                  </a:lnTo>
                  <a:lnTo>
                    <a:pt x="5629685" y="2044218"/>
                  </a:lnTo>
                  <a:lnTo>
                    <a:pt x="5572221" y="2040219"/>
                  </a:lnTo>
                  <a:lnTo>
                    <a:pt x="5510346" y="2036654"/>
                  </a:lnTo>
                  <a:lnTo>
                    <a:pt x="5443191" y="2033469"/>
                  </a:lnTo>
                  <a:lnTo>
                    <a:pt x="5370061" y="2030614"/>
                  </a:lnTo>
                  <a:lnTo>
                    <a:pt x="5290580" y="2028054"/>
                  </a:lnTo>
                  <a:lnTo>
                    <a:pt x="5204872" y="2025760"/>
                  </a:lnTo>
                  <a:lnTo>
                    <a:pt x="5113788" y="2023716"/>
                  </a:lnTo>
                  <a:lnTo>
                    <a:pt x="5019111" y="2021916"/>
                  </a:lnTo>
                  <a:lnTo>
                    <a:pt x="4923684" y="2020363"/>
                  </a:lnTo>
                  <a:lnTo>
                    <a:pt x="4831342" y="2019061"/>
                  </a:lnTo>
                  <a:lnTo>
                    <a:pt x="4746542" y="2018016"/>
                  </a:lnTo>
                  <a:lnTo>
                    <a:pt x="4673676" y="2017223"/>
                  </a:lnTo>
                  <a:lnTo>
                    <a:pt x="4616174" y="2016667"/>
                  </a:lnTo>
                  <a:lnTo>
                    <a:pt x="4575684" y="2016317"/>
                  </a:lnTo>
                  <a:lnTo>
                    <a:pt x="4551565" y="2016130"/>
                  </a:lnTo>
                  <a:lnTo>
                    <a:pt x="4540856" y="2016054"/>
                  </a:lnTo>
                  <a:lnTo>
                    <a:pt x="4538543" y="2016040"/>
                  </a:lnTo>
                  <a:lnTo>
                    <a:pt x="4016409" y="2016040"/>
                  </a:lnTo>
                  <a:lnTo>
                    <a:pt x="4015203" y="2015981"/>
                  </a:lnTo>
                  <a:lnTo>
                    <a:pt x="4007310" y="2015562"/>
                  </a:lnTo>
                  <a:lnTo>
                    <a:pt x="3987541" y="2014403"/>
                  </a:lnTo>
                  <a:lnTo>
                    <a:pt x="3952529" y="2012125"/>
                  </a:lnTo>
                  <a:lnTo>
                    <a:pt x="3901018" y="2008391"/>
                  </a:lnTo>
                  <a:lnTo>
                    <a:pt x="3833945" y="2002944"/>
                  </a:lnTo>
                  <a:lnTo>
                    <a:pt x="3754100" y="1995629"/>
                  </a:lnTo>
                  <a:lnTo>
                    <a:pt x="3665448" y="1986393"/>
                  </a:lnTo>
                  <a:lnTo>
                    <a:pt x="3572292" y="1975252"/>
                  </a:lnTo>
                  <a:lnTo>
                    <a:pt x="3478551" y="1962251"/>
                  </a:lnTo>
                  <a:lnTo>
                    <a:pt x="3387316" y="1947420"/>
                  </a:lnTo>
                  <a:lnTo>
                    <a:pt x="3300682" y="1930739"/>
                  </a:lnTo>
                  <a:lnTo>
                    <a:pt x="3219809" y="1912124"/>
                  </a:lnTo>
                  <a:lnTo>
                    <a:pt x="3145092" y="1891408"/>
                  </a:lnTo>
                  <a:lnTo>
                    <a:pt x="3076366" y="1868347"/>
                  </a:lnTo>
                  <a:lnTo>
                    <a:pt x="3013095" y="1842625"/>
                  </a:lnTo>
                  <a:lnTo>
                    <a:pt x="2954520" y="1813863"/>
                  </a:lnTo>
                  <a:lnTo>
                    <a:pt x="2899774" y="1781647"/>
                  </a:lnTo>
                  <a:lnTo>
                    <a:pt x="2847960" y="1745569"/>
                  </a:lnTo>
                  <a:lnTo>
                    <a:pt x="2798236" y="1705307"/>
                  </a:lnTo>
                  <a:lnTo>
                    <a:pt x="2770117" y="1680033"/>
                  </a:lnTo>
                  <a:lnTo>
                    <a:pt x="2728101" y="1638978"/>
                  </a:lnTo>
                  <a:lnTo>
                    <a:pt x="2686491" y="1594541"/>
                  </a:lnTo>
                  <a:lnTo>
                    <a:pt x="2644981" y="1546656"/>
                  </a:lnTo>
                  <a:lnTo>
                    <a:pt x="2603342" y="1495329"/>
                  </a:lnTo>
                  <a:lnTo>
                    <a:pt x="2561410" y="1440645"/>
                  </a:lnTo>
                  <a:lnTo>
                    <a:pt x="2519083" y="1382777"/>
                  </a:lnTo>
                  <a:lnTo>
                    <a:pt x="2476311" y="1321985"/>
                  </a:lnTo>
                  <a:lnTo>
                    <a:pt x="2433095" y="1258621"/>
                  </a:lnTo>
                  <a:lnTo>
                    <a:pt x="2389477" y="1193121"/>
                  </a:lnTo>
                  <a:lnTo>
                    <a:pt x="2345536" y="1125994"/>
                  </a:lnTo>
                  <a:lnTo>
                    <a:pt x="2301376" y="1057808"/>
                  </a:lnTo>
                  <a:lnTo>
                    <a:pt x="2257121" y="989168"/>
                  </a:lnTo>
                  <a:lnTo>
                    <a:pt x="2212902" y="920701"/>
                  </a:lnTo>
                  <a:lnTo>
                    <a:pt x="2168848" y="853023"/>
                  </a:lnTo>
                  <a:lnTo>
                    <a:pt x="2125072" y="786722"/>
                  </a:lnTo>
                  <a:lnTo>
                    <a:pt x="2081667" y="722336"/>
                  </a:lnTo>
                  <a:lnTo>
                    <a:pt x="2038693" y="660336"/>
                  </a:lnTo>
                  <a:lnTo>
                    <a:pt x="1996168" y="601111"/>
                  </a:lnTo>
                  <a:lnTo>
                    <a:pt x="1954068" y="544965"/>
                  </a:lnTo>
                  <a:lnTo>
                    <a:pt x="1912313" y="492108"/>
                  </a:lnTo>
                  <a:lnTo>
                    <a:pt x="1870769" y="442666"/>
                  </a:lnTo>
                  <a:lnTo>
                    <a:pt x="1829237" y="396678"/>
                  </a:lnTo>
                  <a:lnTo>
                    <a:pt x="1787447" y="354110"/>
                  </a:lnTo>
                  <a:lnTo>
                    <a:pt x="1768425" y="336006"/>
                  </a:lnTo>
                  <a:lnTo>
                    <a:pt x="1719568" y="293251"/>
                  </a:lnTo>
                  <a:lnTo>
                    <a:pt x="1669061" y="254781"/>
                  </a:lnTo>
                  <a:lnTo>
                    <a:pt x="1616120" y="220376"/>
                  </a:lnTo>
                  <a:lnTo>
                    <a:pt x="1559870" y="189665"/>
                  </a:lnTo>
                  <a:lnTo>
                    <a:pt x="1499419" y="162233"/>
                  </a:lnTo>
                  <a:lnTo>
                    <a:pt x="1433934" y="137675"/>
                  </a:lnTo>
                  <a:lnTo>
                    <a:pt x="1362732" y="115637"/>
                  </a:lnTo>
                  <a:lnTo>
                    <a:pt x="1285415" y="95830"/>
                  </a:lnTo>
                  <a:lnTo>
                    <a:pt x="1202028" y="78045"/>
                  </a:lnTo>
                  <a:lnTo>
                    <a:pt x="1113264" y="62150"/>
                  </a:lnTo>
                  <a:lnTo>
                    <a:pt x="1020660" y="48088"/>
                  </a:lnTo>
                  <a:lnTo>
                    <a:pt x="926733" y="35865"/>
                  </a:lnTo>
                  <a:lnTo>
                    <a:pt x="834960" y="25522"/>
                  </a:lnTo>
                  <a:lnTo>
                    <a:pt x="749494" y="17096"/>
                  </a:lnTo>
                  <a:lnTo>
                    <a:pt x="674595" y="10580"/>
                  </a:lnTo>
                  <a:lnTo>
                    <a:pt x="613830" y="5879"/>
                  </a:lnTo>
                  <a:lnTo>
                    <a:pt x="569278" y="2795"/>
                  </a:lnTo>
                  <a:lnTo>
                    <a:pt x="540966" y="1033"/>
                  </a:lnTo>
                  <a:lnTo>
                    <a:pt x="526722" y="233"/>
                  </a:lnTo>
                  <a:lnTo>
                    <a:pt x="522373" y="11"/>
                  </a:lnTo>
                  <a:lnTo>
                    <a:pt x="5221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210" name="pl210"/>
            <p:cNvSpPr/>
            <p:nvPr/>
          </p:nvSpPr>
          <p:spPr>
            <a:xfrm>
              <a:off x="386606" y="2512630"/>
              <a:ext cx="8554953" cy="2275809"/>
            </a:xfrm>
            <a:custGeom>
              <a:avLst/>
              <a:pathLst>
                <a:path w="8554953" h="2275809">
                  <a:moveTo>
                    <a:pt x="0" y="0"/>
                  </a:moveTo>
                  <a:lnTo>
                    <a:pt x="522133" y="0"/>
                  </a:lnTo>
                  <a:lnTo>
                    <a:pt x="523339" y="58"/>
                  </a:lnTo>
                  <a:lnTo>
                    <a:pt x="531232" y="477"/>
                  </a:lnTo>
                  <a:lnTo>
                    <a:pt x="551001" y="1637"/>
                  </a:lnTo>
                  <a:lnTo>
                    <a:pt x="586014" y="3914"/>
                  </a:lnTo>
                  <a:lnTo>
                    <a:pt x="637524" y="7648"/>
                  </a:lnTo>
                  <a:lnTo>
                    <a:pt x="704598" y="13095"/>
                  </a:lnTo>
                  <a:lnTo>
                    <a:pt x="784442" y="20410"/>
                  </a:lnTo>
                  <a:lnTo>
                    <a:pt x="873094" y="29646"/>
                  </a:lnTo>
                  <a:lnTo>
                    <a:pt x="966251" y="40787"/>
                  </a:lnTo>
                  <a:lnTo>
                    <a:pt x="1059991" y="53788"/>
                  </a:lnTo>
                  <a:lnTo>
                    <a:pt x="1151227" y="68619"/>
                  </a:lnTo>
                  <a:lnTo>
                    <a:pt x="1237860" y="85300"/>
                  </a:lnTo>
                  <a:lnTo>
                    <a:pt x="1318733" y="103915"/>
                  </a:lnTo>
                  <a:lnTo>
                    <a:pt x="1393451" y="124632"/>
                  </a:lnTo>
                  <a:lnTo>
                    <a:pt x="1462176" y="147692"/>
                  </a:lnTo>
                  <a:lnTo>
                    <a:pt x="1525447" y="173414"/>
                  </a:lnTo>
                  <a:lnTo>
                    <a:pt x="1584022" y="202176"/>
                  </a:lnTo>
                  <a:lnTo>
                    <a:pt x="1638769" y="234392"/>
                  </a:lnTo>
                  <a:lnTo>
                    <a:pt x="1690582" y="270470"/>
                  </a:lnTo>
                  <a:lnTo>
                    <a:pt x="1740307" y="310732"/>
                  </a:lnTo>
                  <a:lnTo>
                    <a:pt x="1768425" y="336006"/>
                  </a:lnTo>
                  <a:lnTo>
                    <a:pt x="1810441" y="377061"/>
                  </a:lnTo>
                  <a:lnTo>
                    <a:pt x="1852051" y="421498"/>
                  </a:lnTo>
                  <a:lnTo>
                    <a:pt x="1893561" y="469383"/>
                  </a:lnTo>
                  <a:lnTo>
                    <a:pt x="1935200" y="520710"/>
                  </a:lnTo>
                  <a:lnTo>
                    <a:pt x="1977132" y="575394"/>
                  </a:lnTo>
                  <a:lnTo>
                    <a:pt x="2019459" y="633262"/>
                  </a:lnTo>
                  <a:lnTo>
                    <a:pt x="2062231" y="694054"/>
                  </a:lnTo>
                  <a:lnTo>
                    <a:pt x="2105447" y="757418"/>
                  </a:lnTo>
                  <a:lnTo>
                    <a:pt x="2149065" y="822918"/>
                  </a:lnTo>
                  <a:lnTo>
                    <a:pt x="2193006" y="890045"/>
                  </a:lnTo>
                  <a:lnTo>
                    <a:pt x="2237166" y="958232"/>
                  </a:lnTo>
                  <a:lnTo>
                    <a:pt x="2281421" y="1026871"/>
                  </a:lnTo>
                  <a:lnTo>
                    <a:pt x="2325640" y="1095338"/>
                  </a:lnTo>
                  <a:lnTo>
                    <a:pt x="2369694" y="1163016"/>
                  </a:lnTo>
                  <a:lnTo>
                    <a:pt x="2413470" y="1229317"/>
                  </a:lnTo>
                  <a:lnTo>
                    <a:pt x="2456875" y="1293703"/>
                  </a:lnTo>
                  <a:lnTo>
                    <a:pt x="2499849" y="1355703"/>
                  </a:lnTo>
                  <a:lnTo>
                    <a:pt x="2542374" y="1414928"/>
                  </a:lnTo>
                  <a:lnTo>
                    <a:pt x="2584475" y="1471074"/>
                  </a:lnTo>
                  <a:lnTo>
                    <a:pt x="2626229" y="1523931"/>
                  </a:lnTo>
                  <a:lnTo>
                    <a:pt x="2667773" y="1573373"/>
                  </a:lnTo>
                  <a:lnTo>
                    <a:pt x="2709306" y="1619361"/>
                  </a:lnTo>
                  <a:lnTo>
                    <a:pt x="2751095" y="1661929"/>
                  </a:lnTo>
                  <a:lnTo>
                    <a:pt x="2770117" y="1680033"/>
                  </a:lnTo>
                  <a:lnTo>
                    <a:pt x="2818974" y="1722788"/>
                  </a:lnTo>
                  <a:lnTo>
                    <a:pt x="2869481" y="1761258"/>
                  </a:lnTo>
                  <a:lnTo>
                    <a:pt x="2922422" y="1795664"/>
                  </a:lnTo>
                  <a:lnTo>
                    <a:pt x="2978672" y="1826374"/>
                  </a:lnTo>
                  <a:lnTo>
                    <a:pt x="3039123" y="1853806"/>
                  </a:lnTo>
                  <a:lnTo>
                    <a:pt x="3104609" y="1878364"/>
                  </a:lnTo>
                  <a:lnTo>
                    <a:pt x="3175810" y="1900402"/>
                  </a:lnTo>
                  <a:lnTo>
                    <a:pt x="3253127" y="1920209"/>
                  </a:lnTo>
                  <a:lnTo>
                    <a:pt x="3336514" y="1937994"/>
                  </a:lnTo>
                  <a:lnTo>
                    <a:pt x="3425279" y="1953889"/>
                  </a:lnTo>
                  <a:lnTo>
                    <a:pt x="3517883" y="1967951"/>
                  </a:lnTo>
                  <a:lnTo>
                    <a:pt x="3611809" y="1980174"/>
                  </a:lnTo>
                  <a:lnTo>
                    <a:pt x="3703582" y="1990517"/>
                  </a:lnTo>
                  <a:lnTo>
                    <a:pt x="3789048" y="1998943"/>
                  </a:lnTo>
                  <a:lnTo>
                    <a:pt x="3863948" y="2005459"/>
                  </a:lnTo>
                  <a:lnTo>
                    <a:pt x="3924712" y="2010160"/>
                  </a:lnTo>
                  <a:lnTo>
                    <a:pt x="3969264" y="2013244"/>
                  </a:lnTo>
                  <a:lnTo>
                    <a:pt x="3997576" y="2015006"/>
                  </a:lnTo>
                  <a:lnTo>
                    <a:pt x="4011820" y="2015806"/>
                  </a:lnTo>
                  <a:lnTo>
                    <a:pt x="4016170" y="2016028"/>
                  </a:lnTo>
                  <a:lnTo>
                    <a:pt x="4016409" y="2016040"/>
                  </a:lnTo>
                  <a:lnTo>
                    <a:pt x="4538543" y="2016040"/>
                  </a:lnTo>
                  <a:lnTo>
                    <a:pt x="4539812" y="2016048"/>
                  </a:lnTo>
                  <a:lnTo>
                    <a:pt x="4548106" y="2016104"/>
                  </a:lnTo>
                  <a:lnTo>
                    <a:pt x="4568841" y="2016262"/>
                  </a:lnTo>
                  <a:lnTo>
                    <a:pt x="4605471" y="2016571"/>
                  </a:lnTo>
                  <a:lnTo>
                    <a:pt x="4659177" y="2017077"/>
                  </a:lnTo>
                  <a:lnTo>
                    <a:pt x="4728803" y="2017814"/>
                  </a:lnTo>
                  <a:lnTo>
                    <a:pt x="4811258" y="2018801"/>
                  </a:lnTo>
                  <a:lnTo>
                    <a:pt x="4902289" y="2020045"/>
                  </a:lnTo>
                  <a:lnTo>
                    <a:pt x="4997383" y="2021542"/>
                  </a:lnTo>
                  <a:lnTo>
                    <a:pt x="5092518" y="2023286"/>
                  </a:lnTo>
                  <a:lnTo>
                    <a:pt x="5184612" y="2025274"/>
                  </a:lnTo>
                  <a:lnTo>
                    <a:pt x="5271645" y="2027510"/>
                  </a:lnTo>
                  <a:lnTo>
                    <a:pt x="5352574" y="2030008"/>
                  </a:lnTo>
                  <a:lnTo>
                    <a:pt x="5427128" y="2032793"/>
                  </a:lnTo>
                  <a:lnTo>
                    <a:pt x="5495588" y="2035900"/>
                  </a:lnTo>
                  <a:lnTo>
                    <a:pt x="5558590" y="2039374"/>
                  </a:lnTo>
                  <a:lnTo>
                    <a:pt x="5616974" y="2043269"/>
                  </a:lnTo>
                  <a:lnTo>
                    <a:pt x="5671671" y="2047641"/>
                  </a:lnTo>
                  <a:lnTo>
                    <a:pt x="5723613" y="2052543"/>
                  </a:lnTo>
                  <a:lnTo>
                    <a:pt x="5773658" y="2058012"/>
                  </a:lnTo>
                  <a:lnTo>
                    <a:pt x="5784835" y="2059335"/>
                  </a:lnTo>
                  <a:lnTo>
                    <a:pt x="5838699" y="2066207"/>
                  </a:lnTo>
                  <a:lnTo>
                    <a:pt x="5892044" y="2073802"/>
                  </a:lnTo>
                  <a:lnTo>
                    <a:pt x="5945447" y="2082130"/>
                  </a:lnTo>
                  <a:lnTo>
                    <a:pt x="5999293" y="2091174"/>
                  </a:lnTo>
                  <a:lnTo>
                    <a:pt x="6053802" y="2100887"/>
                  </a:lnTo>
                  <a:lnTo>
                    <a:pt x="6109050" y="2111192"/>
                  </a:lnTo>
                  <a:lnTo>
                    <a:pt x="6164984" y="2121978"/>
                  </a:lnTo>
                  <a:lnTo>
                    <a:pt x="6221452" y="2133111"/>
                  </a:lnTo>
                  <a:lnTo>
                    <a:pt x="6278224" y="2144434"/>
                  </a:lnTo>
                  <a:lnTo>
                    <a:pt x="6335033" y="2155779"/>
                  </a:lnTo>
                  <a:lnTo>
                    <a:pt x="6391605" y="2166977"/>
                  </a:lnTo>
                  <a:lnTo>
                    <a:pt x="6447698" y="2177869"/>
                  </a:lnTo>
                  <a:lnTo>
                    <a:pt x="6503135" y="2188311"/>
                  </a:lnTo>
                  <a:lnTo>
                    <a:pt x="6557836" y="2198189"/>
                  </a:lnTo>
                  <a:lnTo>
                    <a:pt x="6611841" y="2207414"/>
                  </a:lnTo>
                  <a:lnTo>
                    <a:pt x="6665330" y="2215933"/>
                  </a:lnTo>
                  <a:lnTo>
                    <a:pt x="6718643" y="2223720"/>
                  </a:lnTo>
                  <a:lnTo>
                    <a:pt x="6772303" y="2230780"/>
                  </a:lnTo>
                  <a:lnTo>
                    <a:pt x="6786527" y="2232514"/>
                  </a:lnTo>
                  <a:lnTo>
                    <a:pt x="6836246" y="2238114"/>
                  </a:lnTo>
                  <a:lnTo>
                    <a:pt x="6887687" y="2243143"/>
                  </a:lnTo>
                  <a:lnTo>
                    <a:pt x="6941677" y="2247631"/>
                  </a:lnTo>
                  <a:lnTo>
                    <a:pt x="6999141" y="2251630"/>
                  </a:lnTo>
                  <a:lnTo>
                    <a:pt x="7061016" y="2255195"/>
                  </a:lnTo>
                  <a:lnTo>
                    <a:pt x="7128171" y="2258381"/>
                  </a:lnTo>
                  <a:lnTo>
                    <a:pt x="7201301" y="2261235"/>
                  </a:lnTo>
                  <a:lnTo>
                    <a:pt x="7280782" y="2263795"/>
                  </a:lnTo>
                  <a:lnTo>
                    <a:pt x="7366490" y="2266089"/>
                  </a:lnTo>
                  <a:lnTo>
                    <a:pt x="7457574" y="2268133"/>
                  </a:lnTo>
                  <a:lnTo>
                    <a:pt x="7552251" y="2269933"/>
                  </a:lnTo>
                  <a:lnTo>
                    <a:pt x="7647678" y="2271486"/>
                  </a:lnTo>
                  <a:lnTo>
                    <a:pt x="7740020" y="2272788"/>
                  </a:lnTo>
                  <a:lnTo>
                    <a:pt x="7824820" y="2273833"/>
                  </a:lnTo>
                  <a:lnTo>
                    <a:pt x="7897686" y="2274626"/>
                  </a:lnTo>
                  <a:lnTo>
                    <a:pt x="7955188" y="2275182"/>
                  </a:lnTo>
                  <a:lnTo>
                    <a:pt x="7995678" y="2275532"/>
                  </a:lnTo>
                  <a:lnTo>
                    <a:pt x="8019797" y="2275720"/>
                  </a:lnTo>
                  <a:lnTo>
                    <a:pt x="8030506" y="2275795"/>
                  </a:lnTo>
                  <a:lnTo>
                    <a:pt x="8032804" y="2275809"/>
                  </a:lnTo>
                  <a:lnTo>
                    <a:pt x="8032819" y="2275809"/>
                  </a:lnTo>
                  <a:lnTo>
                    <a:pt x="8554953" y="2275809"/>
                  </a:lnTo>
                  <a:lnTo>
                    <a:pt x="8554953" y="2275809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11" name="pl211"/>
            <p:cNvSpPr/>
            <p:nvPr/>
          </p:nvSpPr>
          <p:spPr>
            <a:xfrm>
              <a:off x="386606" y="2495689"/>
              <a:ext cx="8554953" cy="2275809"/>
            </a:xfrm>
            <a:custGeom>
              <a:avLst/>
              <a:pathLst>
                <a:path w="8554953" h="2275809">
                  <a:moveTo>
                    <a:pt x="8554953" y="2275809"/>
                  </a:moveTo>
                  <a:lnTo>
                    <a:pt x="8032819" y="2275809"/>
                  </a:lnTo>
                  <a:lnTo>
                    <a:pt x="8031550" y="2275801"/>
                  </a:lnTo>
                  <a:lnTo>
                    <a:pt x="8023256" y="2275745"/>
                  </a:lnTo>
                  <a:lnTo>
                    <a:pt x="8002521" y="2275587"/>
                  </a:lnTo>
                  <a:lnTo>
                    <a:pt x="7965890" y="2275278"/>
                  </a:lnTo>
                  <a:lnTo>
                    <a:pt x="7912185" y="2274772"/>
                  </a:lnTo>
                  <a:lnTo>
                    <a:pt x="7842559" y="2274035"/>
                  </a:lnTo>
                  <a:lnTo>
                    <a:pt x="7760104" y="2273048"/>
                  </a:lnTo>
                  <a:lnTo>
                    <a:pt x="7669073" y="2271804"/>
                  </a:lnTo>
                  <a:lnTo>
                    <a:pt x="7573979" y="2270307"/>
                  </a:lnTo>
                  <a:lnTo>
                    <a:pt x="7478844" y="2268563"/>
                  </a:lnTo>
                  <a:lnTo>
                    <a:pt x="7386750" y="2266575"/>
                  </a:lnTo>
                  <a:lnTo>
                    <a:pt x="7299717" y="2264339"/>
                  </a:lnTo>
                  <a:lnTo>
                    <a:pt x="7218788" y="2261841"/>
                  </a:lnTo>
                  <a:lnTo>
                    <a:pt x="7144234" y="2259056"/>
                  </a:lnTo>
                  <a:lnTo>
                    <a:pt x="7075774" y="2255949"/>
                  </a:lnTo>
                  <a:lnTo>
                    <a:pt x="7012772" y="2252475"/>
                  </a:lnTo>
                  <a:lnTo>
                    <a:pt x="6954388" y="2248580"/>
                  </a:lnTo>
                  <a:lnTo>
                    <a:pt x="6899691" y="2244208"/>
                  </a:lnTo>
                  <a:lnTo>
                    <a:pt x="6847749" y="2239306"/>
                  </a:lnTo>
                  <a:lnTo>
                    <a:pt x="6797704" y="2233837"/>
                  </a:lnTo>
                  <a:lnTo>
                    <a:pt x="6786527" y="2232514"/>
                  </a:lnTo>
                  <a:lnTo>
                    <a:pt x="6732663" y="2225643"/>
                  </a:lnTo>
                  <a:lnTo>
                    <a:pt x="6679318" y="2218047"/>
                  </a:lnTo>
                  <a:lnTo>
                    <a:pt x="6625915" y="2209719"/>
                  </a:lnTo>
                  <a:lnTo>
                    <a:pt x="6572069" y="2200675"/>
                  </a:lnTo>
                  <a:lnTo>
                    <a:pt x="6517560" y="2190962"/>
                  </a:lnTo>
                  <a:lnTo>
                    <a:pt x="6462312" y="2180657"/>
                  </a:lnTo>
                  <a:lnTo>
                    <a:pt x="6406378" y="2169871"/>
                  </a:lnTo>
                  <a:lnTo>
                    <a:pt x="6349910" y="2158738"/>
                  </a:lnTo>
                  <a:lnTo>
                    <a:pt x="6293138" y="2147415"/>
                  </a:lnTo>
                  <a:lnTo>
                    <a:pt x="6236329" y="2136070"/>
                  </a:lnTo>
                  <a:lnTo>
                    <a:pt x="6179757" y="2124872"/>
                  </a:lnTo>
                  <a:lnTo>
                    <a:pt x="6123664" y="2113980"/>
                  </a:lnTo>
                  <a:lnTo>
                    <a:pt x="6068227" y="2103538"/>
                  </a:lnTo>
                  <a:lnTo>
                    <a:pt x="6013526" y="2093660"/>
                  </a:lnTo>
                  <a:lnTo>
                    <a:pt x="5959521" y="2084435"/>
                  </a:lnTo>
                  <a:lnTo>
                    <a:pt x="5906032" y="2075916"/>
                  </a:lnTo>
                  <a:lnTo>
                    <a:pt x="5852719" y="2068129"/>
                  </a:lnTo>
                  <a:lnTo>
                    <a:pt x="5799059" y="2061069"/>
                  </a:lnTo>
                  <a:lnTo>
                    <a:pt x="5784835" y="2059335"/>
                  </a:lnTo>
                  <a:lnTo>
                    <a:pt x="5735116" y="2053735"/>
                  </a:lnTo>
                  <a:lnTo>
                    <a:pt x="5683675" y="2048706"/>
                  </a:lnTo>
                  <a:lnTo>
                    <a:pt x="5629685" y="2044218"/>
                  </a:lnTo>
                  <a:lnTo>
                    <a:pt x="5572221" y="2040219"/>
                  </a:lnTo>
                  <a:lnTo>
                    <a:pt x="5510346" y="2036654"/>
                  </a:lnTo>
                  <a:lnTo>
                    <a:pt x="5443191" y="2033469"/>
                  </a:lnTo>
                  <a:lnTo>
                    <a:pt x="5370061" y="2030614"/>
                  </a:lnTo>
                  <a:lnTo>
                    <a:pt x="5290580" y="2028054"/>
                  </a:lnTo>
                  <a:lnTo>
                    <a:pt x="5204872" y="2025760"/>
                  </a:lnTo>
                  <a:lnTo>
                    <a:pt x="5113788" y="2023716"/>
                  </a:lnTo>
                  <a:lnTo>
                    <a:pt x="5019111" y="2021916"/>
                  </a:lnTo>
                  <a:lnTo>
                    <a:pt x="4923684" y="2020363"/>
                  </a:lnTo>
                  <a:lnTo>
                    <a:pt x="4831342" y="2019061"/>
                  </a:lnTo>
                  <a:lnTo>
                    <a:pt x="4746542" y="2018016"/>
                  </a:lnTo>
                  <a:lnTo>
                    <a:pt x="4673676" y="2017223"/>
                  </a:lnTo>
                  <a:lnTo>
                    <a:pt x="4616174" y="2016667"/>
                  </a:lnTo>
                  <a:lnTo>
                    <a:pt x="4575684" y="2016317"/>
                  </a:lnTo>
                  <a:lnTo>
                    <a:pt x="4551565" y="2016130"/>
                  </a:lnTo>
                  <a:lnTo>
                    <a:pt x="4540856" y="2016054"/>
                  </a:lnTo>
                  <a:lnTo>
                    <a:pt x="4538558" y="2016040"/>
                  </a:lnTo>
                  <a:lnTo>
                    <a:pt x="4538543" y="2016040"/>
                  </a:lnTo>
                  <a:lnTo>
                    <a:pt x="4016409" y="2016040"/>
                  </a:lnTo>
                  <a:lnTo>
                    <a:pt x="4015203" y="2015981"/>
                  </a:lnTo>
                  <a:lnTo>
                    <a:pt x="4007310" y="2015562"/>
                  </a:lnTo>
                  <a:lnTo>
                    <a:pt x="3987541" y="2014403"/>
                  </a:lnTo>
                  <a:lnTo>
                    <a:pt x="3952529" y="2012125"/>
                  </a:lnTo>
                  <a:lnTo>
                    <a:pt x="3901018" y="2008391"/>
                  </a:lnTo>
                  <a:lnTo>
                    <a:pt x="3833945" y="2002944"/>
                  </a:lnTo>
                  <a:lnTo>
                    <a:pt x="3754100" y="1995629"/>
                  </a:lnTo>
                  <a:lnTo>
                    <a:pt x="3665448" y="1986393"/>
                  </a:lnTo>
                  <a:lnTo>
                    <a:pt x="3572292" y="1975252"/>
                  </a:lnTo>
                  <a:lnTo>
                    <a:pt x="3478551" y="1962251"/>
                  </a:lnTo>
                  <a:lnTo>
                    <a:pt x="3387316" y="1947420"/>
                  </a:lnTo>
                  <a:lnTo>
                    <a:pt x="3300682" y="1930739"/>
                  </a:lnTo>
                  <a:lnTo>
                    <a:pt x="3219809" y="1912124"/>
                  </a:lnTo>
                  <a:lnTo>
                    <a:pt x="3145092" y="1891408"/>
                  </a:lnTo>
                  <a:lnTo>
                    <a:pt x="3076366" y="1868347"/>
                  </a:lnTo>
                  <a:lnTo>
                    <a:pt x="3013095" y="1842625"/>
                  </a:lnTo>
                  <a:lnTo>
                    <a:pt x="2954520" y="1813863"/>
                  </a:lnTo>
                  <a:lnTo>
                    <a:pt x="2899774" y="1781647"/>
                  </a:lnTo>
                  <a:lnTo>
                    <a:pt x="2847960" y="1745569"/>
                  </a:lnTo>
                  <a:lnTo>
                    <a:pt x="2798236" y="1705307"/>
                  </a:lnTo>
                  <a:lnTo>
                    <a:pt x="2770117" y="1680033"/>
                  </a:lnTo>
                  <a:lnTo>
                    <a:pt x="2728101" y="1638978"/>
                  </a:lnTo>
                  <a:lnTo>
                    <a:pt x="2686491" y="1594541"/>
                  </a:lnTo>
                  <a:lnTo>
                    <a:pt x="2644981" y="1546656"/>
                  </a:lnTo>
                  <a:lnTo>
                    <a:pt x="2603342" y="1495329"/>
                  </a:lnTo>
                  <a:lnTo>
                    <a:pt x="2561410" y="1440645"/>
                  </a:lnTo>
                  <a:lnTo>
                    <a:pt x="2519083" y="1382777"/>
                  </a:lnTo>
                  <a:lnTo>
                    <a:pt x="2476311" y="1321985"/>
                  </a:lnTo>
                  <a:lnTo>
                    <a:pt x="2433095" y="1258621"/>
                  </a:lnTo>
                  <a:lnTo>
                    <a:pt x="2389477" y="1193121"/>
                  </a:lnTo>
                  <a:lnTo>
                    <a:pt x="2345536" y="1125994"/>
                  </a:lnTo>
                  <a:lnTo>
                    <a:pt x="2301376" y="1057808"/>
                  </a:lnTo>
                  <a:lnTo>
                    <a:pt x="2257121" y="989168"/>
                  </a:lnTo>
                  <a:lnTo>
                    <a:pt x="2212902" y="920701"/>
                  </a:lnTo>
                  <a:lnTo>
                    <a:pt x="2168848" y="853023"/>
                  </a:lnTo>
                  <a:lnTo>
                    <a:pt x="2125072" y="786722"/>
                  </a:lnTo>
                  <a:lnTo>
                    <a:pt x="2081667" y="722336"/>
                  </a:lnTo>
                  <a:lnTo>
                    <a:pt x="2038693" y="660336"/>
                  </a:lnTo>
                  <a:lnTo>
                    <a:pt x="1996168" y="601111"/>
                  </a:lnTo>
                  <a:lnTo>
                    <a:pt x="1954068" y="544965"/>
                  </a:lnTo>
                  <a:lnTo>
                    <a:pt x="1912313" y="492108"/>
                  </a:lnTo>
                  <a:lnTo>
                    <a:pt x="1870769" y="442666"/>
                  </a:lnTo>
                  <a:lnTo>
                    <a:pt x="1829237" y="396678"/>
                  </a:lnTo>
                  <a:lnTo>
                    <a:pt x="1787447" y="354110"/>
                  </a:lnTo>
                  <a:lnTo>
                    <a:pt x="1768425" y="336006"/>
                  </a:lnTo>
                  <a:lnTo>
                    <a:pt x="1719568" y="293251"/>
                  </a:lnTo>
                  <a:lnTo>
                    <a:pt x="1669061" y="254781"/>
                  </a:lnTo>
                  <a:lnTo>
                    <a:pt x="1616120" y="220376"/>
                  </a:lnTo>
                  <a:lnTo>
                    <a:pt x="1559870" y="189665"/>
                  </a:lnTo>
                  <a:lnTo>
                    <a:pt x="1499419" y="162233"/>
                  </a:lnTo>
                  <a:lnTo>
                    <a:pt x="1433934" y="137675"/>
                  </a:lnTo>
                  <a:lnTo>
                    <a:pt x="1362732" y="115637"/>
                  </a:lnTo>
                  <a:lnTo>
                    <a:pt x="1285415" y="95830"/>
                  </a:lnTo>
                  <a:lnTo>
                    <a:pt x="1202028" y="78045"/>
                  </a:lnTo>
                  <a:lnTo>
                    <a:pt x="1113264" y="62150"/>
                  </a:lnTo>
                  <a:lnTo>
                    <a:pt x="1020660" y="48088"/>
                  </a:lnTo>
                  <a:lnTo>
                    <a:pt x="926733" y="35865"/>
                  </a:lnTo>
                  <a:lnTo>
                    <a:pt x="834960" y="25522"/>
                  </a:lnTo>
                  <a:lnTo>
                    <a:pt x="749494" y="17096"/>
                  </a:lnTo>
                  <a:lnTo>
                    <a:pt x="674595" y="10580"/>
                  </a:lnTo>
                  <a:lnTo>
                    <a:pt x="613830" y="5879"/>
                  </a:lnTo>
                  <a:lnTo>
                    <a:pt x="569278" y="2795"/>
                  </a:lnTo>
                  <a:lnTo>
                    <a:pt x="540966" y="1033"/>
                  </a:lnTo>
                  <a:lnTo>
                    <a:pt x="526722" y="233"/>
                  </a:lnTo>
                  <a:lnTo>
                    <a:pt x="522373" y="11"/>
                  </a:lnTo>
                  <a:lnTo>
                    <a:pt x="522133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12" name="pg212"/>
            <p:cNvSpPr/>
            <p:nvPr/>
          </p:nvSpPr>
          <p:spPr>
            <a:xfrm>
              <a:off x="386606" y="1236369"/>
              <a:ext cx="8554953" cy="4771859"/>
            </a:xfrm>
            <a:custGeom>
              <a:avLst/>
              <a:pathLst>
                <a:path w="8554953" h="4771859">
                  <a:moveTo>
                    <a:pt x="0" y="2004745"/>
                  </a:moveTo>
                  <a:lnTo>
                    <a:pt x="522133" y="2004745"/>
                  </a:lnTo>
                  <a:lnTo>
                    <a:pt x="523288" y="2004822"/>
                  </a:lnTo>
                  <a:lnTo>
                    <a:pt x="530859" y="2005373"/>
                  </a:lnTo>
                  <a:lnTo>
                    <a:pt x="549846" y="2006895"/>
                  </a:lnTo>
                  <a:lnTo>
                    <a:pt x="583545" y="2009887"/>
                  </a:lnTo>
                  <a:lnTo>
                    <a:pt x="633261" y="2014797"/>
                  </a:lnTo>
                  <a:lnTo>
                    <a:pt x="698232" y="2021973"/>
                  </a:lnTo>
                  <a:lnTo>
                    <a:pt x="775901" y="2031626"/>
                  </a:lnTo>
                  <a:lnTo>
                    <a:pt x="862544" y="2043838"/>
                  </a:lnTo>
                  <a:lnTo>
                    <a:pt x="954037" y="2058596"/>
                  </a:lnTo>
                  <a:lnTo>
                    <a:pt x="1046551" y="2075841"/>
                  </a:lnTo>
                  <a:lnTo>
                    <a:pt x="1137003" y="2095529"/>
                  </a:lnTo>
                  <a:lnTo>
                    <a:pt x="1223243" y="2117672"/>
                  </a:lnTo>
                  <a:lnTo>
                    <a:pt x="1304021" y="2142368"/>
                  </a:lnTo>
                  <a:lnTo>
                    <a:pt x="1378844" y="2169815"/>
                  </a:lnTo>
                  <a:lnTo>
                    <a:pt x="1447779" y="2200312"/>
                  </a:lnTo>
                  <a:lnTo>
                    <a:pt x="1511279" y="2234259"/>
                  </a:lnTo>
                  <a:lnTo>
                    <a:pt x="1570035" y="2272136"/>
                  </a:lnTo>
                  <a:lnTo>
                    <a:pt x="1624860" y="2314482"/>
                  </a:lnTo>
                  <a:lnTo>
                    <a:pt x="1676611" y="2361840"/>
                  </a:lnTo>
                  <a:lnTo>
                    <a:pt x="1726118" y="2414679"/>
                  </a:lnTo>
                  <a:lnTo>
                    <a:pt x="1768425" y="2465931"/>
                  </a:lnTo>
                  <a:lnTo>
                    <a:pt x="1805996" y="2516068"/>
                  </a:lnTo>
                  <a:lnTo>
                    <a:pt x="1843214" y="2569900"/>
                  </a:lnTo>
                  <a:lnTo>
                    <a:pt x="1880307" y="2627504"/>
                  </a:lnTo>
                  <a:lnTo>
                    <a:pt x="1917452" y="2688892"/>
                  </a:lnTo>
                  <a:lnTo>
                    <a:pt x="1954782" y="2754013"/>
                  </a:lnTo>
                  <a:lnTo>
                    <a:pt x="1992390" y="2822738"/>
                  </a:lnTo>
                  <a:lnTo>
                    <a:pt x="2030333" y="2894863"/>
                  </a:lnTo>
                  <a:lnTo>
                    <a:pt x="2068636" y="2970104"/>
                  </a:lnTo>
                  <a:lnTo>
                    <a:pt x="2107291" y="3048101"/>
                  </a:lnTo>
                  <a:lnTo>
                    <a:pt x="2146265" y="3128418"/>
                  </a:lnTo>
                  <a:lnTo>
                    <a:pt x="2185503" y="3210557"/>
                  </a:lnTo>
                  <a:lnTo>
                    <a:pt x="2224931" y="3293969"/>
                  </a:lnTo>
                  <a:lnTo>
                    <a:pt x="2264463" y="3378063"/>
                  </a:lnTo>
                  <a:lnTo>
                    <a:pt x="2304007" y="3462232"/>
                  </a:lnTo>
                  <a:lnTo>
                    <a:pt x="2343469" y="3545865"/>
                  </a:lnTo>
                  <a:lnTo>
                    <a:pt x="2382760" y="3628366"/>
                  </a:lnTo>
                  <a:lnTo>
                    <a:pt x="2421804" y="3709174"/>
                  </a:lnTo>
                  <a:lnTo>
                    <a:pt x="2460541" y="3787778"/>
                  </a:lnTo>
                  <a:lnTo>
                    <a:pt x="2498931" y="3863725"/>
                  </a:lnTo>
                  <a:lnTo>
                    <a:pt x="2536961" y="3936637"/>
                  </a:lnTo>
                  <a:lnTo>
                    <a:pt x="2574646" y="4006210"/>
                  </a:lnTo>
                  <a:lnTo>
                    <a:pt x="2612037" y="4072221"/>
                  </a:lnTo>
                  <a:lnTo>
                    <a:pt x="2649216" y="4134525"/>
                  </a:lnTo>
                  <a:lnTo>
                    <a:pt x="2686307" y="4193050"/>
                  </a:lnTo>
                  <a:lnTo>
                    <a:pt x="2723476" y="4247794"/>
                  </a:lnTo>
                  <a:lnTo>
                    <a:pt x="2760937" y="4298819"/>
                  </a:lnTo>
                  <a:lnTo>
                    <a:pt x="2770117" y="4310673"/>
                  </a:lnTo>
                  <a:lnTo>
                    <a:pt x="2818258" y="4368551"/>
                  </a:lnTo>
                  <a:lnTo>
                    <a:pt x="2867993" y="4420715"/>
                  </a:lnTo>
                  <a:lnTo>
                    <a:pt x="2920067" y="4467446"/>
                  </a:lnTo>
                  <a:lnTo>
                    <a:pt x="2975318" y="4509227"/>
                  </a:lnTo>
                  <a:lnTo>
                    <a:pt x="3034600" y="4546606"/>
                  </a:lnTo>
                  <a:lnTo>
                    <a:pt x="3098718" y="4580116"/>
                  </a:lnTo>
                  <a:lnTo>
                    <a:pt x="3168340" y="4610230"/>
                  </a:lnTo>
                  <a:lnTo>
                    <a:pt x="3243882" y="4637333"/>
                  </a:lnTo>
                  <a:lnTo>
                    <a:pt x="3325353" y="4661715"/>
                  </a:lnTo>
                  <a:lnTo>
                    <a:pt x="3412180" y="4683561"/>
                  </a:lnTo>
                  <a:lnTo>
                    <a:pt x="3503011" y="4702957"/>
                  </a:lnTo>
                  <a:lnTo>
                    <a:pt x="3595582" y="4719908"/>
                  </a:lnTo>
                  <a:lnTo>
                    <a:pt x="3686708" y="4734363"/>
                  </a:lnTo>
                  <a:lnTo>
                    <a:pt x="3772492" y="4746269"/>
                  </a:lnTo>
                  <a:lnTo>
                    <a:pt x="3848822" y="4755618"/>
                  </a:lnTo>
                  <a:lnTo>
                    <a:pt x="3912071" y="4762508"/>
                  </a:lnTo>
                  <a:lnTo>
                    <a:pt x="3959870" y="4767168"/>
                  </a:lnTo>
                  <a:lnTo>
                    <a:pt x="3991697" y="4769959"/>
                  </a:lnTo>
                  <a:lnTo>
                    <a:pt x="4009107" y="4771339"/>
                  </a:lnTo>
                  <a:lnTo>
                    <a:pt x="4015616" y="4771807"/>
                  </a:lnTo>
                  <a:lnTo>
                    <a:pt x="4016409" y="4771859"/>
                  </a:lnTo>
                  <a:lnTo>
                    <a:pt x="4538543" y="4771859"/>
                  </a:lnTo>
                  <a:lnTo>
                    <a:pt x="4539410" y="4771760"/>
                  </a:lnTo>
                  <a:lnTo>
                    <a:pt x="4545126" y="4771055"/>
                  </a:lnTo>
                  <a:lnTo>
                    <a:pt x="4559589" y="4769106"/>
                  </a:lnTo>
                  <a:lnTo>
                    <a:pt x="4585578" y="4765266"/>
                  </a:lnTo>
                  <a:lnTo>
                    <a:pt x="4624574" y="4758929"/>
                  </a:lnTo>
                  <a:lnTo>
                    <a:pt x="4676641" y="4749587"/>
                  </a:lnTo>
                  <a:lnTo>
                    <a:pt x="4740504" y="4736874"/>
                  </a:lnTo>
                  <a:lnTo>
                    <a:pt x="4813832" y="4720588"/>
                  </a:lnTo>
                  <a:lnTo>
                    <a:pt x="4893682" y="4700667"/>
                  </a:lnTo>
                  <a:lnTo>
                    <a:pt x="4976973" y="4677151"/>
                  </a:lnTo>
                  <a:lnTo>
                    <a:pt x="5060893" y="4650115"/>
                  </a:lnTo>
                  <a:lnTo>
                    <a:pt x="5143153" y="4619618"/>
                  </a:lnTo>
                  <a:lnTo>
                    <a:pt x="5222102" y="4585651"/>
                  </a:lnTo>
                  <a:lnTo>
                    <a:pt x="5296705" y="4548109"/>
                  </a:lnTo>
                  <a:lnTo>
                    <a:pt x="5366468" y="4506771"/>
                  </a:lnTo>
                  <a:lnTo>
                    <a:pt x="5431314" y="4461297"/>
                  </a:lnTo>
                  <a:lnTo>
                    <a:pt x="5491472" y="4411227"/>
                  </a:lnTo>
                  <a:lnTo>
                    <a:pt x="5547376" y="4355998"/>
                  </a:lnTo>
                  <a:lnTo>
                    <a:pt x="5599588" y="4294957"/>
                  </a:lnTo>
                  <a:lnTo>
                    <a:pt x="5648729" y="4227402"/>
                  </a:lnTo>
                  <a:lnTo>
                    <a:pt x="5695441" y="4152636"/>
                  </a:lnTo>
                  <a:lnTo>
                    <a:pt x="5740338" y="4070074"/>
                  </a:lnTo>
                  <a:lnTo>
                    <a:pt x="5783968" y="3979394"/>
                  </a:lnTo>
                  <a:lnTo>
                    <a:pt x="5784835" y="3977490"/>
                  </a:lnTo>
                  <a:lnTo>
                    <a:pt x="5814695" y="3909457"/>
                  </a:lnTo>
                  <a:lnTo>
                    <a:pt x="5844300" y="3837435"/>
                  </a:lnTo>
                  <a:lnTo>
                    <a:pt x="5873772" y="3761345"/>
                  </a:lnTo>
                  <a:lnTo>
                    <a:pt x="5903212" y="3681147"/>
                  </a:lnTo>
                  <a:lnTo>
                    <a:pt x="5932703" y="3596843"/>
                  </a:lnTo>
                  <a:lnTo>
                    <a:pt x="5962308" y="3508483"/>
                  </a:lnTo>
                  <a:lnTo>
                    <a:pt x="5992077" y="3416169"/>
                  </a:lnTo>
                  <a:lnTo>
                    <a:pt x="6022046" y="3320053"/>
                  </a:lnTo>
                  <a:lnTo>
                    <a:pt x="6052234" y="3220342"/>
                  </a:lnTo>
                  <a:lnTo>
                    <a:pt x="6082649" y="3117298"/>
                  </a:lnTo>
                  <a:lnTo>
                    <a:pt x="6113287" y="3011235"/>
                  </a:lnTo>
                  <a:lnTo>
                    <a:pt x="6144135" y="2902517"/>
                  </a:lnTo>
                  <a:lnTo>
                    <a:pt x="6175167" y="2791555"/>
                  </a:lnTo>
                  <a:lnTo>
                    <a:pt x="6206351" y="2678798"/>
                  </a:lnTo>
                  <a:lnTo>
                    <a:pt x="6237650" y="2564731"/>
                  </a:lnTo>
                  <a:lnTo>
                    <a:pt x="6269020" y="2449860"/>
                  </a:lnTo>
                  <a:lnTo>
                    <a:pt x="6300415" y="2334709"/>
                  </a:lnTo>
                  <a:lnTo>
                    <a:pt x="6331788" y="2219805"/>
                  </a:lnTo>
                  <a:lnTo>
                    <a:pt x="6363093" y="2105674"/>
                  </a:lnTo>
                  <a:lnTo>
                    <a:pt x="6394286" y="1992823"/>
                  </a:lnTo>
                  <a:lnTo>
                    <a:pt x="6425328" y="1881737"/>
                  </a:lnTo>
                  <a:lnTo>
                    <a:pt x="6456188" y="1772869"/>
                  </a:lnTo>
                  <a:lnTo>
                    <a:pt x="6486840" y="1666632"/>
                  </a:lnTo>
                  <a:lnTo>
                    <a:pt x="6517269" y="1563393"/>
                  </a:lnTo>
                  <a:lnTo>
                    <a:pt x="6547470" y="1463470"/>
                  </a:lnTo>
                  <a:lnTo>
                    <a:pt x="6577452" y="1367127"/>
                  </a:lnTo>
                  <a:lnTo>
                    <a:pt x="6607233" y="1274574"/>
                  </a:lnTo>
                  <a:lnTo>
                    <a:pt x="6636847" y="1185969"/>
                  </a:lnTo>
                  <a:lnTo>
                    <a:pt x="6666342" y="1101414"/>
                  </a:lnTo>
                  <a:lnTo>
                    <a:pt x="6695783" y="1020962"/>
                  </a:lnTo>
                  <a:lnTo>
                    <a:pt x="6725251" y="944621"/>
                  </a:lnTo>
                  <a:lnTo>
                    <a:pt x="6754845" y="872352"/>
                  </a:lnTo>
                  <a:lnTo>
                    <a:pt x="6784685" y="804077"/>
                  </a:lnTo>
                  <a:lnTo>
                    <a:pt x="6786527" y="800015"/>
                  </a:lnTo>
                  <a:lnTo>
                    <a:pt x="6830137" y="709172"/>
                  </a:lnTo>
                  <a:lnTo>
                    <a:pt x="6875004" y="626449"/>
                  </a:lnTo>
                  <a:lnTo>
                    <a:pt x="6921673" y="551532"/>
                  </a:lnTo>
                  <a:lnTo>
                    <a:pt x="6970760" y="483838"/>
                  </a:lnTo>
                  <a:lnTo>
                    <a:pt x="7022903" y="422674"/>
                  </a:lnTo>
                  <a:lnTo>
                    <a:pt x="7078728" y="367334"/>
                  </a:lnTo>
                  <a:lnTo>
                    <a:pt x="7138795" y="317168"/>
                  </a:lnTo>
                  <a:lnTo>
                    <a:pt x="7203544" y="271606"/>
                  </a:lnTo>
                  <a:lnTo>
                    <a:pt x="7273207" y="230188"/>
                  </a:lnTo>
                  <a:lnTo>
                    <a:pt x="7347717" y="192572"/>
                  </a:lnTo>
                  <a:lnTo>
                    <a:pt x="7426586" y="158535"/>
                  </a:lnTo>
                  <a:lnTo>
                    <a:pt x="7508795" y="127969"/>
                  </a:lnTo>
                  <a:lnTo>
                    <a:pt x="7592701" y="100864"/>
                  </a:lnTo>
                  <a:lnTo>
                    <a:pt x="7676031" y="77276"/>
                  </a:lnTo>
                  <a:lnTo>
                    <a:pt x="7755980" y="57282"/>
                  </a:lnTo>
                  <a:lnTo>
                    <a:pt x="7829470" y="40923"/>
                  </a:lnTo>
                  <a:lnTo>
                    <a:pt x="7893549" y="28140"/>
                  </a:lnTo>
                  <a:lnTo>
                    <a:pt x="7945869" y="18733"/>
                  </a:lnTo>
                  <a:lnTo>
                    <a:pt x="7985131" y="12340"/>
                  </a:lnTo>
                  <a:lnTo>
                    <a:pt x="8011372" y="8456"/>
                  </a:lnTo>
                  <a:lnTo>
                    <a:pt x="8026043" y="6476"/>
                  </a:lnTo>
                  <a:lnTo>
                    <a:pt x="8031900" y="5752"/>
                  </a:lnTo>
                  <a:lnTo>
                    <a:pt x="8032819" y="5647"/>
                  </a:lnTo>
                  <a:lnTo>
                    <a:pt x="8554953" y="5647"/>
                  </a:lnTo>
                  <a:lnTo>
                    <a:pt x="8554953" y="0"/>
                  </a:lnTo>
                  <a:lnTo>
                    <a:pt x="8032819" y="0"/>
                  </a:lnTo>
                  <a:lnTo>
                    <a:pt x="8031952" y="98"/>
                  </a:lnTo>
                  <a:lnTo>
                    <a:pt x="8026236" y="804"/>
                  </a:lnTo>
                  <a:lnTo>
                    <a:pt x="8011773" y="2753"/>
                  </a:lnTo>
                  <a:lnTo>
                    <a:pt x="7985783" y="6592"/>
                  </a:lnTo>
                  <a:lnTo>
                    <a:pt x="7946788" y="12929"/>
                  </a:lnTo>
                  <a:lnTo>
                    <a:pt x="7894721" y="22272"/>
                  </a:lnTo>
                  <a:lnTo>
                    <a:pt x="7830858" y="34984"/>
                  </a:lnTo>
                  <a:lnTo>
                    <a:pt x="7757530" y="51271"/>
                  </a:lnTo>
                  <a:lnTo>
                    <a:pt x="7677680" y="71192"/>
                  </a:lnTo>
                  <a:lnTo>
                    <a:pt x="7594389" y="94708"/>
                  </a:lnTo>
                  <a:lnTo>
                    <a:pt x="7510469" y="121743"/>
                  </a:lnTo>
                  <a:lnTo>
                    <a:pt x="7428209" y="152240"/>
                  </a:lnTo>
                  <a:lnTo>
                    <a:pt x="7349260" y="186207"/>
                  </a:lnTo>
                  <a:lnTo>
                    <a:pt x="7274656" y="223749"/>
                  </a:lnTo>
                  <a:lnTo>
                    <a:pt x="7204894" y="265087"/>
                  </a:lnTo>
                  <a:lnTo>
                    <a:pt x="7140048" y="310562"/>
                  </a:lnTo>
                  <a:lnTo>
                    <a:pt x="7079890" y="360631"/>
                  </a:lnTo>
                  <a:lnTo>
                    <a:pt x="7023986" y="415860"/>
                  </a:lnTo>
                  <a:lnTo>
                    <a:pt x="6971774" y="476901"/>
                  </a:lnTo>
                  <a:lnTo>
                    <a:pt x="6922633" y="544457"/>
                  </a:lnTo>
                  <a:lnTo>
                    <a:pt x="6875921" y="619223"/>
                  </a:lnTo>
                  <a:lnTo>
                    <a:pt x="6831023" y="701784"/>
                  </a:lnTo>
                  <a:lnTo>
                    <a:pt x="6787394" y="792464"/>
                  </a:lnTo>
                  <a:lnTo>
                    <a:pt x="6786527" y="794368"/>
                  </a:lnTo>
                  <a:lnTo>
                    <a:pt x="6756667" y="862401"/>
                  </a:lnTo>
                  <a:lnTo>
                    <a:pt x="6727062" y="934423"/>
                  </a:lnTo>
                  <a:lnTo>
                    <a:pt x="6697590" y="1010513"/>
                  </a:lnTo>
                  <a:lnTo>
                    <a:pt x="6668150" y="1090712"/>
                  </a:lnTo>
                  <a:lnTo>
                    <a:pt x="6638659" y="1175016"/>
                  </a:lnTo>
                  <a:lnTo>
                    <a:pt x="6609054" y="1263375"/>
                  </a:lnTo>
                  <a:lnTo>
                    <a:pt x="6579285" y="1355690"/>
                  </a:lnTo>
                  <a:lnTo>
                    <a:pt x="6549316" y="1451806"/>
                  </a:lnTo>
                  <a:lnTo>
                    <a:pt x="6519128" y="1551517"/>
                  </a:lnTo>
                  <a:lnTo>
                    <a:pt x="6488713" y="1654561"/>
                  </a:lnTo>
                  <a:lnTo>
                    <a:pt x="6458075" y="1760624"/>
                  </a:lnTo>
                  <a:lnTo>
                    <a:pt x="6427227" y="1869342"/>
                  </a:lnTo>
                  <a:lnTo>
                    <a:pt x="6396195" y="1980304"/>
                  </a:lnTo>
                  <a:lnTo>
                    <a:pt x="6365011" y="2093061"/>
                  </a:lnTo>
                  <a:lnTo>
                    <a:pt x="6333712" y="2207128"/>
                  </a:lnTo>
                  <a:lnTo>
                    <a:pt x="6302342" y="2321999"/>
                  </a:lnTo>
                  <a:lnTo>
                    <a:pt x="6270946" y="2437150"/>
                  </a:lnTo>
                  <a:lnTo>
                    <a:pt x="6239574" y="2552053"/>
                  </a:lnTo>
                  <a:lnTo>
                    <a:pt x="6208269" y="2666185"/>
                  </a:lnTo>
                  <a:lnTo>
                    <a:pt x="6177076" y="2779036"/>
                  </a:lnTo>
                  <a:lnTo>
                    <a:pt x="6146034" y="2890122"/>
                  </a:lnTo>
                  <a:lnTo>
                    <a:pt x="6115174" y="2998990"/>
                  </a:lnTo>
                  <a:lnTo>
                    <a:pt x="6084522" y="3105227"/>
                  </a:lnTo>
                  <a:lnTo>
                    <a:pt x="6054093" y="3208465"/>
                  </a:lnTo>
                  <a:lnTo>
                    <a:pt x="6023892" y="3308389"/>
                  </a:lnTo>
                  <a:lnTo>
                    <a:pt x="5993910" y="3404732"/>
                  </a:lnTo>
                  <a:lnTo>
                    <a:pt x="5964129" y="3497284"/>
                  </a:lnTo>
                  <a:lnTo>
                    <a:pt x="5934515" y="3585890"/>
                  </a:lnTo>
                  <a:lnTo>
                    <a:pt x="5905020" y="3670445"/>
                  </a:lnTo>
                  <a:lnTo>
                    <a:pt x="5875579" y="3750896"/>
                  </a:lnTo>
                  <a:lnTo>
                    <a:pt x="5846111" y="3827237"/>
                  </a:lnTo>
                  <a:lnTo>
                    <a:pt x="5816517" y="3899507"/>
                  </a:lnTo>
                  <a:lnTo>
                    <a:pt x="5786677" y="3967782"/>
                  </a:lnTo>
                  <a:lnTo>
                    <a:pt x="5784835" y="3971843"/>
                  </a:lnTo>
                  <a:lnTo>
                    <a:pt x="5741225" y="4062686"/>
                  </a:lnTo>
                  <a:lnTo>
                    <a:pt x="5696358" y="4145409"/>
                  </a:lnTo>
                  <a:lnTo>
                    <a:pt x="5649689" y="4220326"/>
                  </a:lnTo>
                  <a:lnTo>
                    <a:pt x="5600602" y="4288020"/>
                  </a:lnTo>
                  <a:lnTo>
                    <a:pt x="5548459" y="4349185"/>
                  </a:lnTo>
                  <a:lnTo>
                    <a:pt x="5492634" y="4404524"/>
                  </a:lnTo>
                  <a:lnTo>
                    <a:pt x="5432566" y="4454691"/>
                  </a:lnTo>
                  <a:lnTo>
                    <a:pt x="5367818" y="4500253"/>
                  </a:lnTo>
                  <a:lnTo>
                    <a:pt x="5298155" y="4541670"/>
                  </a:lnTo>
                  <a:lnTo>
                    <a:pt x="5223645" y="4579286"/>
                  </a:lnTo>
                  <a:lnTo>
                    <a:pt x="5144776" y="4613323"/>
                  </a:lnTo>
                  <a:lnTo>
                    <a:pt x="5062567" y="4643890"/>
                  </a:lnTo>
                  <a:lnTo>
                    <a:pt x="4978661" y="4670995"/>
                  </a:lnTo>
                  <a:lnTo>
                    <a:pt x="4895331" y="4694583"/>
                  </a:lnTo>
                  <a:lnTo>
                    <a:pt x="4815382" y="4714576"/>
                  </a:lnTo>
                  <a:lnTo>
                    <a:pt x="4741892" y="4730936"/>
                  </a:lnTo>
                  <a:lnTo>
                    <a:pt x="4677813" y="4743719"/>
                  </a:lnTo>
                  <a:lnTo>
                    <a:pt x="4625493" y="4753126"/>
                  </a:lnTo>
                  <a:lnTo>
                    <a:pt x="4586231" y="4759518"/>
                  </a:lnTo>
                  <a:lnTo>
                    <a:pt x="4559990" y="4763402"/>
                  </a:lnTo>
                  <a:lnTo>
                    <a:pt x="4545319" y="4765383"/>
                  </a:lnTo>
                  <a:lnTo>
                    <a:pt x="4539462" y="4766107"/>
                  </a:lnTo>
                  <a:lnTo>
                    <a:pt x="4538543" y="4766212"/>
                  </a:lnTo>
                  <a:lnTo>
                    <a:pt x="4016409" y="4766212"/>
                  </a:lnTo>
                  <a:lnTo>
                    <a:pt x="4015254" y="4766135"/>
                  </a:lnTo>
                  <a:lnTo>
                    <a:pt x="4007683" y="4765584"/>
                  </a:lnTo>
                  <a:lnTo>
                    <a:pt x="3988696" y="4764062"/>
                  </a:lnTo>
                  <a:lnTo>
                    <a:pt x="3954998" y="4761070"/>
                  </a:lnTo>
                  <a:lnTo>
                    <a:pt x="3905281" y="4756160"/>
                  </a:lnTo>
                  <a:lnTo>
                    <a:pt x="3840310" y="4748985"/>
                  </a:lnTo>
                  <a:lnTo>
                    <a:pt x="3762641" y="4739332"/>
                  </a:lnTo>
                  <a:lnTo>
                    <a:pt x="3675998" y="4727119"/>
                  </a:lnTo>
                  <a:lnTo>
                    <a:pt x="3584505" y="4712362"/>
                  </a:lnTo>
                  <a:lnTo>
                    <a:pt x="3491991" y="4695116"/>
                  </a:lnTo>
                  <a:lnTo>
                    <a:pt x="3401539" y="4675428"/>
                  </a:lnTo>
                  <a:lnTo>
                    <a:pt x="3315299" y="4653285"/>
                  </a:lnTo>
                  <a:lnTo>
                    <a:pt x="3234521" y="4628589"/>
                  </a:lnTo>
                  <a:lnTo>
                    <a:pt x="3159698" y="4601142"/>
                  </a:lnTo>
                  <a:lnTo>
                    <a:pt x="3090763" y="4570645"/>
                  </a:lnTo>
                  <a:lnTo>
                    <a:pt x="3027263" y="4536698"/>
                  </a:lnTo>
                  <a:lnTo>
                    <a:pt x="2968508" y="4498821"/>
                  </a:lnTo>
                  <a:lnTo>
                    <a:pt x="2913682" y="4456475"/>
                  </a:lnTo>
                  <a:lnTo>
                    <a:pt x="2861931" y="4409117"/>
                  </a:lnTo>
                  <a:lnTo>
                    <a:pt x="2812424" y="4356278"/>
                  </a:lnTo>
                  <a:lnTo>
                    <a:pt x="2770117" y="4305026"/>
                  </a:lnTo>
                  <a:lnTo>
                    <a:pt x="2732546" y="4254890"/>
                  </a:lnTo>
                  <a:lnTo>
                    <a:pt x="2695328" y="4201057"/>
                  </a:lnTo>
                  <a:lnTo>
                    <a:pt x="2658235" y="4143454"/>
                  </a:lnTo>
                  <a:lnTo>
                    <a:pt x="2621090" y="4082065"/>
                  </a:lnTo>
                  <a:lnTo>
                    <a:pt x="2583760" y="4016945"/>
                  </a:lnTo>
                  <a:lnTo>
                    <a:pt x="2546152" y="3948220"/>
                  </a:lnTo>
                  <a:lnTo>
                    <a:pt x="2508209" y="3876094"/>
                  </a:lnTo>
                  <a:lnTo>
                    <a:pt x="2469906" y="3800853"/>
                  </a:lnTo>
                  <a:lnTo>
                    <a:pt x="2431251" y="3722856"/>
                  </a:lnTo>
                  <a:lnTo>
                    <a:pt x="2392277" y="3642539"/>
                  </a:lnTo>
                  <a:lnTo>
                    <a:pt x="2353039" y="3560400"/>
                  </a:lnTo>
                  <a:lnTo>
                    <a:pt x="2313611" y="3476988"/>
                  </a:lnTo>
                  <a:lnTo>
                    <a:pt x="2274079" y="3392894"/>
                  </a:lnTo>
                  <a:lnTo>
                    <a:pt x="2234535" y="3308725"/>
                  </a:lnTo>
                  <a:lnTo>
                    <a:pt x="2195074" y="3225092"/>
                  </a:lnTo>
                  <a:lnTo>
                    <a:pt x="2155782" y="3142591"/>
                  </a:lnTo>
                  <a:lnTo>
                    <a:pt x="2116738" y="3061783"/>
                  </a:lnTo>
                  <a:lnTo>
                    <a:pt x="2078001" y="2983180"/>
                  </a:lnTo>
                  <a:lnTo>
                    <a:pt x="2039611" y="2907232"/>
                  </a:lnTo>
                  <a:lnTo>
                    <a:pt x="2001581" y="2834320"/>
                  </a:lnTo>
                  <a:lnTo>
                    <a:pt x="1963896" y="2764747"/>
                  </a:lnTo>
                  <a:lnTo>
                    <a:pt x="1926506" y="2698736"/>
                  </a:lnTo>
                  <a:lnTo>
                    <a:pt x="1889327" y="2636432"/>
                  </a:lnTo>
                  <a:lnTo>
                    <a:pt x="1852236" y="2577908"/>
                  </a:lnTo>
                  <a:lnTo>
                    <a:pt x="1815066" y="2523163"/>
                  </a:lnTo>
                  <a:lnTo>
                    <a:pt x="1777605" y="2472138"/>
                  </a:lnTo>
                  <a:lnTo>
                    <a:pt x="1768425" y="2460284"/>
                  </a:lnTo>
                  <a:lnTo>
                    <a:pt x="1720284" y="2402406"/>
                  </a:lnTo>
                  <a:lnTo>
                    <a:pt x="1670549" y="2350242"/>
                  </a:lnTo>
                  <a:lnTo>
                    <a:pt x="1618475" y="2303511"/>
                  </a:lnTo>
                  <a:lnTo>
                    <a:pt x="1563224" y="2261730"/>
                  </a:lnTo>
                  <a:lnTo>
                    <a:pt x="1503942" y="2224351"/>
                  </a:lnTo>
                  <a:lnTo>
                    <a:pt x="1439824" y="2190841"/>
                  </a:lnTo>
                  <a:lnTo>
                    <a:pt x="1370202" y="2160728"/>
                  </a:lnTo>
                  <a:lnTo>
                    <a:pt x="1294660" y="2133624"/>
                  </a:lnTo>
                  <a:lnTo>
                    <a:pt x="1213189" y="2109242"/>
                  </a:lnTo>
                  <a:lnTo>
                    <a:pt x="1126362" y="2087396"/>
                  </a:lnTo>
                  <a:lnTo>
                    <a:pt x="1035531" y="2068000"/>
                  </a:lnTo>
                  <a:lnTo>
                    <a:pt x="942960" y="2051049"/>
                  </a:lnTo>
                  <a:lnTo>
                    <a:pt x="851835" y="2036594"/>
                  </a:lnTo>
                  <a:lnTo>
                    <a:pt x="766050" y="2024688"/>
                  </a:lnTo>
                  <a:lnTo>
                    <a:pt x="689720" y="2015339"/>
                  </a:lnTo>
                  <a:lnTo>
                    <a:pt x="626472" y="2008449"/>
                  </a:lnTo>
                  <a:lnTo>
                    <a:pt x="578672" y="2003789"/>
                  </a:lnTo>
                  <a:lnTo>
                    <a:pt x="546845" y="2000998"/>
                  </a:lnTo>
                  <a:lnTo>
                    <a:pt x="529435" y="1999619"/>
                  </a:lnTo>
                  <a:lnTo>
                    <a:pt x="522927" y="1999151"/>
                  </a:lnTo>
                  <a:lnTo>
                    <a:pt x="522133" y="1999098"/>
                  </a:lnTo>
                  <a:lnTo>
                    <a:pt x="0" y="1999098"/>
                  </a:lnTo>
                  <a:close/>
                </a:path>
              </a:pathLst>
            </a:custGeom>
            <a:solidFill>
              <a:srgbClr val="8FA8D6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213" name="pl213"/>
            <p:cNvSpPr/>
            <p:nvPr/>
          </p:nvSpPr>
          <p:spPr>
            <a:xfrm>
              <a:off x="386606" y="1242017"/>
              <a:ext cx="8554953" cy="4766212"/>
            </a:xfrm>
            <a:custGeom>
              <a:avLst/>
              <a:pathLst>
                <a:path w="8554953" h="4766212">
                  <a:moveTo>
                    <a:pt x="0" y="1999098"/>
                  </a:moveTo>
                  <a:lnTo>
                    <a:pt x="522133" y="1999098"/>
                  </a:lnTo>
                  <a:lnTo>
                    <a:pt x="523288" y="1999175"/>
                  </a:lnTo>
                  <a:lnTo>
                    <a:pt x="530859" y="1999726"/>
                  </a:lnTo>
                  <a:lnTo>
                    <a:pt x="549846" y="2001248"/>
                  </a:lnTo>
                  <a:lnTo>
                    <a:pt x="583545" y="2004240"/>
                  </a:lnTo>
                  <a:lnTo>
                    <a:pt x="633261" y="2009150"/>
                  </a:lnTo>
                  <a:lnTo>
                    <a:pt x="698232" y="2016325"/>
                  </a:lnTo>
                  <a:lnTo>
                    <a:pt x="775901" y="2025978"/>
                  </a:lnTo>
                  <a:lnTo>
                    <a:pt x="862544" y="2038191"/>
                  </a:lnTo>
                  <a:lnTo>
                    <a:pt x="954037" y="2052948"/>
                  </a:lnTo>
                  <a:lnTo>
                    <a:pt x="1046551" y="2070194"/>
                  </a:lnTo>
                  <a:lnTo>
                    <a:pt x="1137003" y="2089882"/>
                  </a:lnTo>
                  <a:lnTo>
                    <a:pt x="1223243" y="2112025"/>
                  </a:lnTo>
                  <a:lnTo>
                    <a:pt x="1304021" y="2136721"/>
                  </a:lnTo>
                  <a:lnTo>
                    <a:pt x="1378844" y="2164168"/>
                  </a:lnTo>
                  <a:lnTo>
                    <a:pt x="1447779" y="2194665"/>
                  </a:lnTo>
                  <a:lnTo>
                    <a:pt x="1511279" y="2228612"/>
                  </a:lnTo>
                  <a:lnTo>
                    <a:pt x="1570035" y="2266489"/>
                  </a:lnTo>
                  <a:lnTo>
                    <a:pt x="1624860" y="2308835"/>
                  </a:lnTo>
                  <a:lnTo>
                    <a:pt x="1676611" y="2356193"/>
                  </a:lnTo>
                  <a:lnTo>
                    <a:pt x="1726118" y="2409032"/>
                  </a:lnTo>
                  <a:lnTo>
                    <a:pt x="1768425" y="2460284"/>
                  </a:lnTo>
                  <a:lnTo>
                    <a:pt x="1805996" y="2510420"/>
                  </a:lnTo>
                  <a:lnTo>
                    <a:pt x="1843214" y="2564253"/>
                  </a:lnTo>
                  <a:lnTo>
                    <a:pt x="1880307" y="2621856"/>
                  </a:lnTo>
                  <a:lnTo>
                    <a:pt x="1917452" y="2683245"/>
                  </a:lnTo>
                  <a:lnTo>
                    <a:pt x="1954782" y="2748365"/>
                  </a:lnTo>
                  <a:lnTo>
                    <a:pt x="1992390" y="2817090"/>
                  </a:lnTo>
                  <a:lnTo>
                    <a:pt x="2030333" y="2889216"/>
                  </a:lnTo>
                  <a:lnTo>
                    <a:pt x="2068636" y="2964457"/>
                  </a:lnTo>
                  <a:lnTo>
                    <a:pt x="2107291" y="3042453"/>
                  </a:lnTo>
                  <a:lnTo>
                    <a:pt x="2146265" y="3122771"/>
                  </a:lnTo>
                  <a:lnTo>
                    <a:pt x="2185503" y="3204910"/>
                  </a:lnTo>
                  <a:lnTo>
                    <a:pt x="2224931" y="3288322"/>
                  </a:lnTo>
                  <a:lnTo>
                    <a:pt x="2264463" y="3372416"/>
                  </a:lnTo>
                  <a:lnTo>
                    <a:pt x="2304007" y="3456585"/>
                  </a:lnTo>
                  <a:lnTo>
                    <a:pt x="2343469" y="3540218"/>
                  </a:lnTo>
                  <a:lnTo>
                    <a:pt x="2382760" y="3622719"/>
                  </a:lnTo>
                  <a:lnTo>
                    <a:pt x="2421804" y="3703527"/>
                  </a:lnTo>
                  <a:lnTo>
                    <a:pt x="2460541" y="3782130"/>
                  </a:lnTo>
                  <a:lnTo>
                    <a:pt x="2498931" y="3858078"/>
                  </a:lnTo>
                  <a:lnTo>
                    <a:pt x="2536961" y="3930990"/>
                  </a:lnTo>
                  <a:lnTo>
                    <a:pt x="2574646" y="4000563"/>
                  </a:lnTo>
                  <a:lnTo>
                    <a:pt x="2612037" y="4066574"/>
                  </a:lnTo>
                  <a:lnTo>
                    <a:pt x="2649216" y="4128878"/>
                  </a:lnTo>
                  <a:lnTo>
                    <a:pt x="2686307" y="4187402"/>
                  </a:lnTo>
                  <a:lnTo>
                    <a:pt x="2723476" y="4242147"/>
                  </a:lnTo>
                  <a:lnTo>
                    <a:pt x="2760937" y="4293172"/>
                  </a:lnTo>
                  <a:lnTo>
                    <a:pt x="2770117" y="4305026"/>
                  </a:lnTo>
                  <a:lnTo>
                    <a:pt x="2818258" y="4362904"/>
                  </a:lnTo>
                  <a:lnTo>
                    <a:pt x="2867993" y="4415068"/>
                  </a:lnTo>
                  <a:lnTo>
                    <a:pt x="2920067" y="4461799"/>
                  </a:lnTo>
                  <a:lnTo>
                    <a:pt x="2975318" y="4503580"/>
                  </a:lnTo>
                  <a:lnTo>
                    <a:pt x="3034600" y="4540959"/>
                  </a:lnTo>
                  <a:lnTo>
                    <a:pt x="3098718" y="4574469"/>
                  </a:lnTo>
                  <a:lnTo>
                    <a:pt x="3168340" y="4604582"/>
                  </a:lnTo>
                  <a:lnTo>
                    <a:pt x="3243882" y="4631686"/>
                  </a:lnTo>
                  <a:lnTo>
                    <a:pt x="3325353" y="4656068"/>
                  </a:lnTo>
                  <a:lnTo>
                    <a:pt x="3412180" y="4677914"/>
                  </a:lnTo>
                  <a:lnTo>
                    <a:pt x="3503011" y="4697310"/>
                  </a:lnTo>
                  <a:lnTo>
                    <a:pt x="3595582" y="4714261"/>
                  </a:lnTo>
                  <a:lnTo>
                    <a:pt x="3686708" y="4728716"/>
                  </a:lnTo>
                  <a:lnTo>
                    <a:pt x="3772492" y="4740622"/>
                  </a:lnTo>
                  <a:lnTo>
                    <a:pt x="3848822" y="4749971"/>
                  </a:lnTo>
                  <a:lnTo>
                    <a:pt x="3912071" y="4756861"/>
                  </a:lnTo>
                  <a:lnTo>
                    <a:pt x="3959870" y="4761521"/>
                  </a:lnTo>
                  <a:lnTo>
                    <a:pt x="3991697" y="4764312"/>
                  </a:lnTo>
                  <a:lnTo>
                    <a:pt x="4009107" y="4765691"/>
                  </a:lnTo>
                  <a:lnTo>
                    <a:pt x="4015616" y="4766159"/>
                  </a:lnTo>
                  <a:lnTo>
                    <a:pt x="4016409" y="4766212"/>
                  </a:lnTo>
                  <a:lnTo>
                    <a:pt x="4538543" y="4766212"/>
                  </a:lnTo>
                  <a:lnTo>
                    <a:pt x="4539410" y="4766113"/>
                  </a:lnTo>
                  <a:lnTo>
                    <a:pt x="4545126" y="4765408"/>
                  </a:lnTo>
                  <a:lnTo>
                    <a:pt x="4559589" y="4763459"/>
                  </a:lnTo>
                  <a:lnTo>
                    <a:pt x="4585578" y="4759619"/>
                  </a:lnTo>
                  <a:lnTo>
                    <a:pt x="4624574" y="4753282"/>
                  </a:lnTo>
                  <a:lnTo>
                    <a:pt x="4676641" y="4743940"/>
                  </a:lnTo>
                  <a:lnTo>
                    <a:pt x="4740504" y="4731227"/>
                  </a:lnTo>
                  <a:lnTo>
                    <a:pt x="4813832" y="4714940"/>
                  </a:lnTo>
                  <a:lnTo>
                    <a:pt x="4893682" y="4695020"/>
                  </a:lnTo>
                  <a:lnTo>
                    <a:pt x="4976973" y="4671503"/>
                  </a:lnTo>
                  <a:lnTo>
                    <a:pt x="5060893" y="4644468"/>
                  </a:lnTo>
                  <a:lnTo>
                    <a:pt x="5143153" y="4613971"/>
                  </a:lnTo>
                  <a:lnTo>
                    <a:pt x="5222102" y="4580004"/>
                  </a:lnTo>
                  <a:lnTo>
                    <a:pt x="5296705" y="4542462"/>
                  </a:lnTo>
                  <a:lnTo>
                    <a:pt x="5366468" y="4501124"/>
                  </a:lnTo>
                  <a:lnTo>
                    <a:pt x="5431314" y="4455649"/>
                  </a:lnTo>
                  <a:lnTo>
                    <a:pt x="5491472" y="4405580"/>
                  </a:lnTo>
                  <a:lnTo>
                    <a:pt x="5547376" y="4350351"/>
                  </a:lnTo>
                  <a:lnTo>
                    <a:pt x="5599588" y="4289310"/>
                  </a:lnTo>
                  <a:lnTo>
                    <a:pt x="5648729" y="4221754"/>
                  </a:lnTo>
                  <a:lnTo>
                    <a:pt x="5695441" y="4146989"/>
                  </a:lnTo>
                  <a:lnTo>
                    <a:pt x="5740338" y="4064427"/>
                  </a:lnTo>
                  <a:lnTo>
                    <a:pt x="5783968" y="3973747"/>
                  </a:lnTo>
                  <a:lnTo>
                    <a:pt x="5784835" y="3971843"/>
                  </a:lnTo>
                  <a:lnTo>
                    <a:pt x="5814695" y="3903810"/>
                  </a:lnTo>
                  <a:lnTo>
                    <a:pt x="5844300" y="3831788"/>
                  </a:lnTo>
                  <a:lnTo>
                    <a:pt x="5873772" y="3755698"/>
                  </a:lnTo>
                  <a:lnTo>
                    <a:pt x="5903212" y="3675500"/>
                  </a:lnTo>
                  <a:lnTo>
                    <a:pt x="5932703" y="3591195"/>
                  </a:lnTo>
                  <a:lnTo>
                    <a:pt x="5962308" y="3502836"/>
                  </a:lnTo>
                  <a:lnTo>
                    <a:pt x="5992077" y="3410522"/>
                  </a:lnTo>
                  <a:lnTo>
                    <a:pt x="6022046" y="3314405"/>
                  </a:lnTo>
                  <a:lnTo>
                    <a:pt x="6052234" y="3214695"/>
                  </a:lnTo>
                  <a:lnTo>
                    <a:pt x="6082649" y="3111651"/>
                  </a:lnTo>
                  <a:lnTo>
                    <a:pt x="6113287" y="3005588"/>
                  </a:lnTo>
                  <a:lnTo>
                    <a:pt x="6144135" y="2896870"/>
                  </a:lnTo>
                  <a:lnTo>
                    <a:pt x="6175167" y="2785907"/>
                  </a:lnTo>
                  <a:lnTo>
                    <a:pt x="6206351" y="2673151"/>
                  </a:lnTo>
                  <a:lnTo>
                    <a:pt x="6237650" y="2559083"/>
                  </a:lnTo>
                  <a:lnTo>
                    <a:pt x="6269020" y="2444213"/>
                  </a:lnTo>
                  <a:lnTo>
                    <a:pt x="6300415" y="2329061"/>
                  </a:lnTo>
                  <a:lnTo>
                    <a:pt x="6331788" y="2214158"/>
                  </a:lnTo>
                  <a:lnTo>
                    <a:pt x="6363093" y="2100027"/>
                  </a:lnTo>
                  <a:lnTo>
                    <a:pt x="6394286" y="1987175"/>
                  </a:lnTo>
                  <a:lnTo>
                    <a:pt x="6425328" y="1876090"/>
                  </a:lnTo>
                  <a:lnTo>
                    <a:pt x="6456188" y="1767222"/>
                  </a:lnTo>
                  <a:lnTo>
                    <a:pt x="6486840" y="1660985"/>
                  </a:lnTo>
                  <a:lnTo>
                    <a:pt x="6517269" y="1557746"/>
                  </a:lnTo>
                  <a:lnTo>
                    <a:pt x="6547470" y="1457823"/>
                  </a:lnTo>
                  <a:lnTo>
                    <a:pt x="6577452" y="1361480"/>
                  </a:lnTo>
                  <a:lnTo>
                    <a:pt x="6607233" y="1268927"/>
                  </a:lnTo>
                  <a:lnTo>
                    <a:pt x="6636847" y="1180321"/>
                  </a:lnTo>
                  <a:lnTo>
                    <a:pt x="6666342" y="1095766"/>
                  </a:lnTo>
                  <a:lnTo>
                    <a:pt x="6695783" y="1015315"/>
                  </a:lnTo>
                  <a:lnTo>
                    <a:pt x="6725251" y="938974"/>
                  </a:lnTo>
                  <a:lnTo>
                    <a:pt x="6754845" y="866705"/>
                  </a:lnTo>
                  <a:lnTo>
                    <a:pt x="6784685" y="798430"/>
                  </a:lnTo>
                  <a:lnTo>
                    <a:pt x="6786527" y="794368"/>
                  </a:lnTo>
                  <a:lnTo>
                    <a:pt x="6830137" y="703525"/>
                  </a:lnTo>
                  <a:lnTo>
                    <a:pt x="6875004" y="620802"/>
                  </a:lnTo>
                  <a:lnTo>
                    <a:pt x="6921673" y="545885"/>
                  </a:lnTo>
                  <a:lnTo>
                    <a:pt x="6970760" y="478191"/>
                  </a:lnTo>
                  <a:lnTo>
                    <a:pt x="7022903" y="417026"/>
                  </a:lnTo>
                  <a:lnTo>
                    <a:pt x="7078728" y="361687"/>
                  </a:lnTo>
                  <a:lnTo>
                    <a:pt x="7138795" y="311520"/>
                  </a:lnTo>
                  <a:lnTo>
                    <a:pt x="7203544" y="265958"/>
                  </a:lnTo>
                  <a:lnTo>
                    <a:pt x="7273207" y="224541"/>
                  </a:lnTo>
                  <a:lnTo>
                    <a:pt x="7347717" y="186925"/>
                  </a:lnTo>
                  <a:lnTo>
                    <a:pt x="7426586" y="152888"/>
                  </a:lnTo>
                  <a:lnTo>
                    <a:pt x="7508795" y="122322"/>
                  </a:lnTo>
                  <a:lnTo>
                    <a:pt x="7592701" y="95216"/>
                  </a:lnTo>
                  <a:lnTo>
                    <a:pt x="7676031" y="71629"/>
                  </a:lnTo>
                  <a:lnTo>
                    <a:pt x="7755980" y="51635"/>
                  </a:lnTo>
                  <a:lnTo>
                    <a:pt x="7829470" y="35276"/>
                  </a:lnTo>
                  <a:lnTo>
                    <a:pt x="7893549" y="22493"/>
                  </a:lnTo>
                  <a:lnTo>
                    <a:pt x="7945869" y="13086"/>
                  </a:lnTo>
                  <a:lnTo>
                    <a:pt x="7985131" y="6693"/>
                  </a:lnTo>
                  <a:lnTo>
                    <a:pt x="8011372" y="2809"/>
                  </a:lnTo>
                  <a:lnTo>
                    <a:pt x="8026043" y="829"/>
                  </a:lnTo>
                  <a:lnTo>
                    <a:pt x="8031900" y="105"/>
                  </a:lnTo>
                  <a:lnTo>
                    <a:pt x="8032819" y="0"/>
                  </a:lnTo>
                  <a:lnTo>
                    <a:pt x="8032819" y="0"/>
                  </a:lnTo>
                  <a:lnTo>
                    <a:pt x="8554953" y="0"/>
                  </a:lnTo>
                  <a:lnTo>
                    <a:pt x="8554953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14" name="pl214"/>
            <p:cNvSpPr/>
            <p:nvPr/>
          </p:nvSpPr>
          <p:spPr>
            <a:xfrm>
              <a:off x="386606" y="1236369"/>
              <a:ext cx="8554953" cy="4766212"/>
            </a:xfrm>
            <a:custGeom>
              <a:avLst/>
              <a:pathLst>
                <a:path w="8554953" h="4766212">
                  <a:moveTo>
                    <a:pt x="8554953" y="0"/>
                  </a:moveTo>
                  <a:lnTo>
                    <a:pt x="8032819" y="0"/>
                  </a:lnTo>
                  <a:lnTo>
                    <a:pt x="8031952" y="98"/>
                  </a:lnTo>
                  <a:lnTo>
                    <a:pt x="8026236" y="804"/>
                  </a:lnTo>
                  <a:lnTo>
                    <a:pt x="8011773" y="2753"/>
                  </a:lnTo>
                  <a:lnTo>
                    <a:pt x="7985783" y="6592"/>
                  </a:lnTo>
                  <a:lnTo>
                    <a:pt x="7946788" y="12929"/>
                  </a:lnTo>
                  <a:lnTo>
                    <a:pt x="7894721" y="22272"/>
                  </a:lnTo>
                  <a:lnTo>
                    <a:pt x="7830858" y="34984"/>
                  </a:lnTo>
                  <a:lnTo>
                    <a:pt x="7757530" y="51271"/>
                  </a:lnTo>
                  <a:lnTo>
                    <a:pt x="7677680" y="71192"/>
                  </a:lnTo>
                  <a:lnTo>
                    <a:pt x="7594389" y="94708"/>
                  </a:lnTo>
                  <a:lnTo>
                    <a:pt x="7510469" y="121743"/>
                  </a:lnTo>
                  <a:lnTo>
                    <a:pt x="7428209" y="152240"/>
                  </a:lnTo>
                  <a:lnTo>
                    <a:pt x="7349260" y="186207"/>
                  </a:lnTo>
                  <a:lnTo>
                    <a:pt x="7274656" y="223749"/>
                  </a:lnTo>
                  <a:lnTo>
                    <a:pt x="7204894" y="265087"/>
                  </a:lnTo>
                  <a:lnTo>
                    <a:pt x="7140048" y="310562"/>
                  </a:lnTo>
                  <a:lnTo>
                    <a:pt x="7079890" y="360631"/>
                  </a:lnTo>
                  <a:lnTo>
                    <a:pt x="7023986" y="415860"/>
                  </a:lnTo>
                  <a:lnTo>
                    <a:pt x="6971774" y="476901"/>
                  </a:lnTo>
                  <a:lnTo>
                    <a:pt x="6922633" y="544457"/>
                  </a:lnTo>
                  <a:lnTo>
                    <a:pt x="6875921" y="619223"/>
                  </a:lnTo>
                  <a:lnTo>
                    <a:pt x="6831023" y="701784"/>
                  </a:lnTo>
                  <a:lnTo>
                    <a:pt x="6787394" y="792464"/>
                  </a:lnTo>
                  <a:lnTo>
                    <a:pt x="6786527" y="794368"/>
                  </a:lnTo>
                  <a:lnTo>
                    <a:pt x="6756667" y="862401"/>
                  </a:lnTo>
                  <a:lnTo>
                    <a:pt x="6727062" y="934423"/>
                  </a:lnTo>
                  <a:lnTo>
                    <a:pt x="6697590" y="1010513"/>
                  </a:lnTo>
                  <a:lnTo>
                    <a:pt x="6668150" y="1090712"/>
                  </a:lnTo>
                  <a:lnTo>
                    <a:pt x="6638659" y="1175016"/>
                  </a:lnTo>
                  <a:lnTo>
                    <a:pt x="6609054" y="1263375"/>
                  </a:lnTo>
                  <a:lnTo>
                    <a:pt x="6579285" y="1355690"/>
                  </a:lnTo>
                  <a:lnTo>
                    <a:pt x="6549316" y="1451806"/>
                  </a:lnTo>
                  <a:lnTo>
                    <a:pt x="6519128" y="1551517"/>
                  </a:lnTo>
                  <a:lnTo>
                    <a:pt x="6488713" y="1654561"/>
                  </a:lnTo>
                  <a:lnTo>
                    <a:pt x="6458075" y="1760624"/>
                  </a:lnTo>
                  <a:lnTo>
                    <a:pt x="6427227" y="1869342"/>
                  </a:lnTo>
                  <a:lnTo>
                    <a:pt x="6396195" y="1980304"/>
                  </a:lnTo>
                  <a:lnTo>
                    <a:pt x="6365011" y="2093061"/>
                  </a:lnTo>
                  <a:lnTo>
                    <a:pt x="6333712" y="2207128"/>
                  </a:lnTo>
                  <a:lnTo>
                    <a:pt x="6302342" y="2321999"/>
                  </a:lnTo>
                  <a:lnTo>
                    <a:pt x="6270946" y="2437150"/>
                  </a:lnTo>
                  <a:lnTo>
                    <a:pt x="6239574" y="2552053"/>
                  </a:lnTo>
                  <a:lnTo>
                    <a:pt x="6208269" y="2666185"/>
                  </a:lnTo>
                  <a:lnTo>
                    <a:pt x="6177076" y="2779036"/>
                  </a:lnTo>
                  <a:lnTo>
                    <a:pt x="6146034" y="2890122"/>
                  </a:lnTo>
                  <a:lnTo>
                    <a:pt x="6115174" y="2998990"/>
                  </a:lnTo>
                  <a:lnTo>
                    <a:pt x="6084522" y="3105227"/>
                  </a:lnTo>
                  <a:lnTo>
                    <a:pt x="6054093" y="3208465"/>
                  </a:lnTo>
                  <a:lnTo>
                    <a:pt x="6023892" y="3308389"/>
                  </a:lnTo>
                  <a:lnTo>
                    <a:pt x="5993910" y="3404732"/>
                  </a:lnTo>
                  <a:lnTo>
                    <a:pt x="5964129" y="3497284"/>
                  </a:lnTo>
                  <a:lnTo>
                    <a:pt x="5934515" y="3585890"/>
                  </a:lnTo>
                  <a:lnTo>
                    <a:pt x="5905020" y="3670445"/>
                  </a:lnTo>
                  <a:lnTo>
                    <a:pt x="5875579" y="3750896"/>
                  </a:lnTo>
                  <a:lnTo>
                    <a:pt x="5846111" y="3827237"/>
                  </a:lnTo>
                  <a:lnTo>
                    <a:pt x="5816517" y="3899507"/>
                  </a:lnTo>
                  <a:lnTo>
                    <a:pt x="5786677" y="3967782"/>
                  </a:lnTo>
                  <a:lnTo>
                    <a:pt x="5784835" y="3971843"/>
                  </a:lnTo>
                  <a:lnTo>
                    <a:pt x="5741225" y="4062686"/>
                  </a:lnTo>
                  <a:lnTo>
                    <a:pt x="5696358" y="4145409"/>
                  </a:lnTo>
                  <a:lnTo>
                    <a:pt x="5649689" y="4220326"/>
                  </a:lnTo>
                  <a:lnTo>
                    <a:pt x="5600602" y="4288020"/>
                  </a:lnTo>
                  <a:lnTo>
                    <a:pt x="5548459" y="4349185"/>
                  </a:lnTo>
                  <a:lnTo>
                    <a:pt x="5492634" y="4404524"/>
                  </a:lnTo>
                  <a:lnTo>
                    <a:pt x="5432566" y="4454691"/>
                  </a:lnTo>
                  <a:lnTo>
                    <a:pt x="5367818" y="4500253"/>
                  </a:lnTo>
                  <a:lnTo>
                    <a:pt x="5298155" y="4541670"/>
                  </a:lnTo>
                  <a:lnTo>
                    <a:pt x="5223645" y="4579286"/>
                  </a:lnTo>
                  <a:lnTo>
                    <a:pt x="5144776" y="4613323"/>
                  </a:lnTo>
                  <a:lnTo>
                    <a:pt x="5062567" y="4643890"/>
                  </a:lnTo>
                  <a:lnTo>
                    <a:pt x="4978661" y="4670995"/>
                  </a:lnTo>
                  <a:lnTo>
                    <a:pt x="4895331" y="4694583"/>
                  </a:lnTo>
                  <a:lnTo>
                    <a:pt x="4815382" y="4714576"/>
                  </a:lnTo>
                  <a:lnTo>
                    <a:pt x="4741892" y="4730936"/>
                  </a:lnTo>
                  <a:lnTo>
                    <a:pt x="4677813" y="4743719"/>
                  </a:lnTo>
                  <a:lnTo>
                    <a:pt x="4625493" y="4753126"/>
                  </a:lnTo>
                  <a:lnTo>
                    <a:pt x="4586231" y="4759518"/>
                  </a:lnTo>
                  <a:lnTo>
                    <a:pt x="4559990" y="4763402"/>
                  </a:lnTo>
                  <a:lnTo>
                    <a:pt x="4545319" y="4765383"/>
                  </a:lnTo>
                  <a:lnTo>
                    <a:pt x="4539462" y="4766107"/>
                  </a:lnTo>
                  <a:lnTo>
                    <a:pt x="4538543" y="4766212"/>
                  </a:lnTo>
                  <a:lnTo>
                    <a:pt x="4538543" y="4766212"/>
                  </a:lnTo>
                  <a:lnTo>
                    <a:pt x="4016409" y="4766212"/>
                  </a:lnTo>
                  <a:lnTo>
                    <a:pt x="4015254" y="4766135"/>
                  </a:lnTo>
                  <a:lnTo>
                    <a:pt x="4007683" y="4765584"/>
                  </a:lnTo>
                  <a:lnTo>
                    <a:pt x="3988696" y="4764062"/>
                  </a:lnTo>
                  <a:lnTo>
                    <a:pt x="3954998" y="4761070"/>
                  </a:lnTo>
                  <a:lnTo>
                    <a:pt x="3905281" y="4756160"/>
                  </a:lnTo>
                  <a:lnTo>
                    <a:pt x="3840310" y="4748985"/>
                  </a:lnTo>
                  <a:lnTo>
                    <a:pt x="3762641" y="4739332"/>
                  </a:lnTo>
                  <a:lnTo>
                    <a:pt x="3675998" y="4727119"/>
                  </a:lnTo>
                  <a:lnTo>
                    <a:pt x="3584505" y="4712362"/>
                  </a:lnTo>
                  <a:lnTo>
                    <a:pt x="3491991" y="4695116"/>
                  </a:lnTo>
                  <a:lnTo>
                    <a:pt x="3401539" y="4675428"/>
                  </a:lnTo>
                  <a:lnTo>
                    <a:pt x="3315299" y="4653285"/>
                  </a:lnTo>
                  <a:lnTo>
                    <a:pt x="3234521" y="4628589"/>
                  </a:lnTo>
                  <a:lnTo>
                    <a:pt x="3159698" y="4601142"/>
                  </a:lnTo>
                  <a:lnTo>
                    <a:pt x="3090763" y="4570645"/>
                  </a:lnTo>
                  <a:lnTo>
                    <a:pt x="3027263" y="4536698"/>
                  </a:lnTo>
                  <a:lnTo>
                    <a:pt x="2968508" y="4498821"/>
                  </a:lnTo>
                  <a:lnTo>
                    <a:pt x="2913682" y="4456475"/>
                  </a:lnTo>
                  <a:lnTo>
                    <a:pt x="2861931" y="4409117"/>
                  </a:lnTo>
                  <a:lnTo>
                    <a:pt x="2812424" y="4356278"/>
                  </a:lnTo>
                  <a:lnTo>
                    <a:pt x="2770117" y="4305026"/>
                  </a:lnTo>
                  <a:lnTo>
                    <a:pt x="2732546" y="4254890"/>
                  </a:lnTo>
                  <a:lnTo>
                    <a:pt x="2695328" y="4201057"/>
                  </a:lnTo>
                  <a:lnTo>
                    <a:pt x="2658235" y="4143454"/>
                  </a:lnTo>
                  <a:lnTo>
                    <a:pt x="2621090" y="4082065"/>
                  </a:lnTo>
                  <a:lnTo>
                    <a:pt x="2583760" y="4016945"/>
                  </a:lnTo>
                  <a:lnTo>
                    <a:pt x="2546152" y="3948220"/>
                  </a:lnTo>
                  <a:lnTo>
                    <a:pt x="2508209" y="3876094"/>
                  </a:lnTo>
                  <a:lnTo>
                    <a:pt x="2469906" y="3800853"/>
                  </a:lnTo>
                  <a:lnTo>
                    <a:pt x="2431251" y="3722856"/>
                  </a:lnTo>
                  <a:lnTo>
                    <a:pt x="2392277" y="3642539"/>
                  </a:lnTo>
                  <a:lnTo>
                    <a:pt x="2353039" y="3560400"/>
                  </a:lnTo>
                  <a:lnTo>
                    <a:pt x="2313611" y="3476988"/>
                  </a:lnTo>
                  <a:lnTo>
                    <a:pt x="2274079" y="3392894"/>
                  </a:lnTo>
                  <a:lnTo>
                    <a:pt x="2234535" y="3308725"/>
                  </a:lnTo>
                  <a:lnTo>
                    <a:pt x="2195074" y="3225092"/>
                  </a:lnTo>
                  <a:lnTo>
                    <a:pt x="2155782" y="3142591"/>
                  </a:lnTo>
                  <a:lnTo>
                    <a:pt x="2116738" y="3061783"/>
                  </a:lnTo>
                  <a:lnTo>
                    <a:pt x="2078001" y="2983180"/>
                  </a:lnTo>
                  <a:lnTo>
                    <a:pt x="2039611" y="2907232"/>
                  </a:lnTo>
                  <a:lnTo>
                    <a:pt x="2001581" y="2834320"/>
                  </a:lnTo>
                  <a:lnTo>
                    <a:pt x="1963896" y="2764747"/>
                  </a:lnTo>
                  <a:lnTo>
                    <a:pt x="1926506" y="2698736"/>
                  </a:lnTo>
                  <a:lnTo>
                    <a:pt x="1889327" y="2636432"/>
                  </a:lnTo>
                  <a:lnTo>
                    <a:pt x="1852236" y="2577908"/>
                  </a:lnTo>
                  <a:lnTo>
                    <a:pt x="1815066" y="2523163"/>
                  </a:lnTo>
                  <a:lnTo>
                    <a:pt x="1777605" y="2472138"/>
                  </a:lnTo>
                  <a:lnTo>
                    <a:pt x="1768425" y="2460284"/>
                  </a:lnTo>
                  <a:lnTo>
                    <a:pt x="1720284" y="2402406"/>
                  </a:lnTo>
                  <a:lnTo>
                    <a:pt x="1670549" y="2350242"/>
                  </a:lnTo>
                  <a:lnTo>
                    <a:pt x="1618475" y="2303511"/>
                  </a:lnTo>
                  <a:lnTo>
                    <a:pt x="1563224" y="2261730"/>
                  </a:lnTo>
                  <a:lnTo>
                    <a:pt x="1503942" y="2224351"/>
                  </a:lnTo>
                  <a:lnTo>
                    <a:pt x="1439824" y="2190841"/>
                  </a:lnTo>
                  <a:lnTo>
                    <a:pt x="1370202" y="2160728"/>
                  </a:lnTo>
                  <a:lnTo>
                    <a:pt x="1294660" y="2133624"/>
                  </a:lnTo>
                  <a:lnTo>
                    <a:pt x="1213189" y="2109242"/>
                  </a:lnTo>
                  <a:lnTo>
                    <a:pt x="1126362" y="2087396"/>
                  </a:lnTo>
                  <a:lnTo>
                    <a:pt x="1035531" y="2068000"/>
                  </a:lnTo>
                  <a:lnTo>
                    <a:pt x="942960" y="2051049"/>
                  </a:lnTo>
                  <a:lnTo>
                    <a:pt x="851835" y="2036594"/>
                  </a:lnTo>
                  <a:lnTo>
                    <a:pt x="766050" y="2024688"/>
                  </a:lnTo>
                  <a:lnTo>
                    <a:pt x="689720" y="2015339"/>
                  </a:lnTo>
                  <a:lnTo>
                    <a:pt x="626472" y="2008449"/>
                  </a:lnTo>
                  <a:lnTo>
                    <a:pt x="578672" y="2003789"/>
                  </a:lnTo>
                  <a:lnTo>
                    <a:pt x="546845" y="2000998"/>
                  </a:lnTo>
                  <a:lnTo>
                    <a:pt x="529435" y="1999619"/>
                  </a:lnTo>
                  <a:lnTo>
                    <a:pt x="522927" y="1999151"/>
                  </a:lnTo>
                  <a:lnTo>
                    <a:pt x="522133" y="1999098"/>
                  </a:lnTo>
                  <a:lnTo>
                    <a:pt x="0" y="1999098"/>
                  </a:lnTo>
                  <a:lnTo>
                    <a:pt x="0" y="1999098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15" name="pg215"/>
            <p:cNvSpPr/>
            <p:nvPr/>
          </p:nvSpPr>
          <p:spPr>
            <a:xfrm>
              <a:off x="386606" y="2885343"/>
              <a:ext cx="8554953" cy="3134179"/>
            </a:xfrm>
            <a:custGeom>
              <a:avLst/>
              <a:pathLst>
                <a:path w="8554953" h="3134179">
                  <a:moveTo>
                    <a:pt x="0" y="361418"/>
                  </a:moveTo>
                  <a:lnTo>
                    <a:pt x="522133" y="361418"/>
                  </a:lnTo>
                  <a:lnTo>
                    <a:pt x="523288" y="361496"/>
                  </a:lnTo>
                  <a:lnTo>
                    <a:pt x="530856" y="362047"/>
                  </a:lnTo>
                  <a:lnTo>
                    <a:pt x="549837" y="363572"/>
                  </a:lnTo>
                  <a:lnTo>
                    <a:pt x="583524" y="366569"/>
                  </a:lnTo>
                  <a:lnTo>
                    <a:pt x="633226" y="371488"/>
                  </a:lnTo>
                  <a:lnTo>
                    <a:pt x="698179" y="378675"/>
                  </a:lnTo>
                  <a:lnTo>
                    <a:pt x="775830" y="388344"/>
                  </a:lnTo>
                  <a:lnTo>
                    <a:pt x="862456" y="400578"/>
                  </a:lnTo>
                  <a:lnTo>
                    <a:pt x="953935" y="415361"/>
                  </a:lnTo>
                  <a:lnTo>
                    <a:pt x="1046438" y="432636"/>
                  </a:lnTo>
                  <a:lnTo>
                    <a:pt x="1136883" y="452359"/>
                  </a:lnTo>
                  <a:lnTo>
                    <a:pt x="1223119" y="474541"/>
                  </a:lnTo>
                  <a:lnTo>
                    <a:pt x="1303897" y="499281"/>
                  </a:lnTo>
                  <a:lnTo>
                    <a:pt x="1378720" y="526775"/>
                  </a:lnTo>
                  <a:lnTo>
                    <a:pt x="1447657" y="557325"/>
                  </a:lnTo>
                  <a:lnTo>
                    <a:pt x="1511159" y="591330"/>
                  </a:lnTo>
                  <a:lnTo>
                    <a:pt x="1569916" y="629272"/>
                  </a:lnTo>
                  <a:lnTo>
                    <a:pt x="1624742" y="671688"/>
                  </a:lnTo>
                  <a:lnTo>
                    <a:pt x="1676493" y="719125"/>
                  </a:lnTo>
                  <a:lnTo>
                    <a:pt x="1725998" y="772051"/>
                  </a:lnTo>
                  <a:lnTo>
                    <a:pt x="1768425" y="823545"/>
                  </a:lnTo>
                  <a:lnTo>
                    <a:pt x="1805966" y="873743"/>
                  </a:lnTo>
                  <a:lnTo>
                    <a:pt x="1843156" y="927639"/>
                  </a:lnTo>
                  <a:lnTo>
                    <a:pt x="1880220" y="985307"/>
                  </a:lnTo>
                  <a:lnTo>
                    <a:pt x="1917335" y="1046762"/>
                  </a:lnTo>
                  <a:lnTo>
                    <a:pt x="1954634" y="1111951"/>
                  </a:lnTo>
                  <a:lnTo>
                    <a:pt x="1992211" y="1180747"/>
                  </a:lnTo>
                  <a:lnTo>
                    <a:pt x="2030123" y="1252945"/>
                  </a:lnTo>
                  <a:lnTo>
                    <a:pt x="2068393" y="1328264"/>
                  </a:lnTo>
                  <a:lnTo>
                    <a:pt x="2107016" y="1406341"/>
                  </a:lnTo>
                  <a:lnTo>
                    <a:pt x="2145957" y="1486743"/>
                  </a:lnTo>
                  <a:lnTo>
                    <a:pt x="2185162" y="1568972"/>
                  </a:lnTo>
                  <a:lnTo>
                    <a:pt x="2224558" y="1652479"/>
                  </a:lnTo>
                  <a:lnTo>
                    <a:pt x="2264059" y="1736675"/>
                  </a:lnTo>
                  <a:lnTo>
                    <a:pt x="2303571" y="1820952"/>
                  </a:lnTo>
                  <a:lnTo>
                    <a:pt x="2343003" y="1904699"/>
                  </a:lnTo>
                  <a:lnTo>
                    <a:pt x="2382267" y="1987321"/>
                  </a:lnTo>
                  <a:lnTo>
                    <a:pt x="2421284" y="2068256"/>
                  </a:lnTo>
                  <a:lnTo>
                    <a:pt x="2459994" y="2146991"/>
                  </a:lnTo>
                  <a:lnTo>
                    <a:pt x="2498359" y="2223075"/>
                  </a:lnTo>
                  <a:lnTo>
                    <a:pt x="2536365" y="2296127"/>
                  </a:lnTo>
                  <a:lnTo>
                    <a:pt x="2574026" y="2365844"/>
                  </a:lnTo>
                  <a:lnTo>
                    <a:pt x="2611391" y="2432000"/>
                  </a:lnTo>
                  <a:lnTo>
                    <a:pt x="2648544" y="2494448"/>
                  </a:lnTo>
                  <a:lnTo>
                    <a:pt x="2685606" y="2553116"/>
                  </a:lnTo>
                  <a:lnTo>
                    <a:pt x="2722742" y="2608002"/>
                  </a:lnTo>
                  <a:lnTo>
                    <a:pt x="2760166" y="2659164"/>
                  </a:lnTo>
                  <a:lnTo>
                    <a:pt x="2770117" y="2672053"/>
                  </a:lnTo>
                  <a:lnTo>
                    <a:pt x="2818252" y="2730042"/>
                  </a:lnTo>
                  <a:lnTo>
                    <a:pt x="2867980" y="2782306"/>
                  </a:lnTo>
                  <a:lnTo>
                    <a:pt x="2920048" y="2829129"/>
                  </a:lnTo>
                  <a:lnTo>
                    <a:pt x="2975290" y="2870992"/>
                  </a:lnTo>
                  <a:lnTo>
                    <a:pt x="3034562" y="2908445"/>
                  </a:lnTo>
                  <a:lnTo>
                    <a:pt x="3098669" y="2942022"/>
                  </a:lnTo>
                  <a:lnTo>
                    <a:pt x="3168278" y="2972195"/>
                  </a:lnTo>
                  <a:lnTo>
                    <a:pt x="3243804" y="2999353"/>
                  </a:lnTo>
                  <a:lnTo>
                    <a:pt x="3325260" y="3023785"/>
                  </a:lnTo>
                  <a:lnTo>
                    <a:pt x="3412070" y="3045676"/>
                  </a:lnTo>
                  <a:lnTo>
                    <a:pt x="3502886" y="3065113"/>
                  </a:lnTo>
                  <a:lnTo>
                    <a:pt x="3595446" y="3082099"/>
                  </a:lnTo>
                  <a:lnTo>
                    <a:pt x="3686565" y="3096586"/>
                  </a:lnTo>
                  <a:lnTo>
                    <a:pt x="3772352" y="3108519"/>
                  </a:lnTo>
                  <a:lnTo>
                    <a:pt x="3848692" y="3117891"/>
                  </a:lnTo>
                  <a:lnTo>
                    <a:pt x="3911961" y="3124798"/>
                  </a:lnTo>
                  <a:lnTo>
                    <a:pt x="3959787" y="3129472"/>
                  </a:lnTo>
                  <a:lnTo>
                    <a:pt x="3991643" y="3132271"/>
                  </a:lnTo>
                  <a:lnTo>
                    <a:pt x="4009081" y="3133656"/>
                  </a:lnTo>
                  <a:lnTo>
                    <a:pt x="4015609" y="3134126"/>
                  </a:lnTo>
                  <a:lnTo>
                    <a:pt x="4016409" y="3134179"/>
                  </a:lnTo>
                  <a:lnTo>
                    <a:pt x="4538543" y="3134179"/>
                  </a:lnTo>
                  <a:lnTo>
                    <a:pt x="4539671" y="3134094"/>
                  </a:lnTo>
                  <a:lnTo>
                    <a:pt x="4547064" y="3133487"/>
                  </a:lnTo>
                  <a:lnTo>
                    <a:pt x="4565622" y="3131809"/>
                  </a:lnTo>
                  <a:lnTo>
                    <a:pt x="4598595" y="3128509"/>
                  </a:lnTo>
                  <a:lnTo>
                    <a:pt x="4647319" y="3123090"/>
                  </a:lnTo>
                  <a:lnTo>
                    <a:pt x="4711118" y="3115166"/>
                  </a:lnTo>
                  <a:lnTo>
                    <a:pt x="4787567" y="3104493"/>
                  </a:lnTo>
                  <a:lnTo>
                    <a:pt x="4873071" y="3090976"/>
                  </a:lnTo>
                  <a:lnTo>
                    <a:pt x="4963610" y="3074625"/>
                  </a:lnTo>
                  <a:lnTo>
                    <a:pt x="5055409" y="3055503"/>
                  </a:lnTo>
                  <a:lnTo>
                    <a:pt x="5145394" y="3033661"/>
                  </a:lnTo>
                  <a:lnTo>
                    <a:pt x="5231387" y="3009094"/>
                  </a:lnTo>
                  <a:lnTo>
                    <a:pt x="5312092" y="2981704"/>
                  </a:lnTo>
                  <a:lnTo>
                    <a:pt x="5386961" y="2951284"/>
                  </a:lnTo>
                  <a:lnTo>
                    <a:pt x="5456007" y="2917515"/>
                  </a:lnTo>
                  <a:lnTo>
                    <a:pt x="5519637" y="2879970"/>
                  </a:lnTo>
                  <a:lnTo>
                    <a:pt x="5578501" y="2838128"/>
                  </a:lnTo>
                  <a:lnTo>
                    <a:pt x="5633384" y="2791403"/>
                  </a:lnTo>
                  <a:lnTo>
                    <a:pt x="5685118" y="2739190"/>
                  </a:lnTo>
                  <a:lnTo>
                    <a:pt x="5734522" y="2680952"/>
                  </a:lnTo>
                  <a:lnTo>
                    <a:pt x="5782330" y="2616364"/>
                  </a:lnTo>
                  <a:lnTo>
                    <a:pt x="5784835" y="2612757"/>
                  </a:lnTo>
                  <a:lnTo>
                    <a:pt x="5820631" y="2558859"/>
                  </a:lnTo>
                  <a:lnTo>
                    <a:pt x="5856097" y="2501173"/>
                  </a:lnTo>
                  <a:lnTo>
                    <a:pt x="5891432" y="2439624"/>
                  </a:lnTo>
                  <a:lnTo>
                    <a:pt x="5926793" y="2374190"/>
                  </a:lnTo>
                  <a:lnTo>
                    <a:pt x="5962303" y="2304912"/>
                  </a:lnTo>
                  <a:lnTo>
                    <a:pt x="5998048" y="2231897"/>
                  </a:lnTo>
                  <a:lnTo>
                    <a:pt x="6034087" y="2155326"/>
                  </a:lnTo>
                  <a:lnTo>
                    <a:pt x="6070447" y="2075452"/>
                  </a:lnTo>
                  <a:lnTo>
                    <a:pt x="6107133" y="1992602"/>
                  </a:lnTo>
                  <a:lnTo>
                    <a:pt x="6144124" y="1907171"/>
                  </a:lnTo>
                  <a:lnTo>
                    <a:pt x="6181381" y="1819620"/>
                  </a:lnTo>
                  <a:lnTo>
                    <a:pt x="6218847" y="1730464"/>
                  </a:lnTo>
                  <a:lnTo>
                    <a:pt x="6256453" y="1640258"/>
                  </a:lnTo>
                  <a:lnTo>
                    <a:pt x="6294122" y="1549589"/>
                  </a:lnTo>
                  <a:lnTo>
                    <a:pt x="6331772" y="1459054"/>
                  </a:lnTo>
                  <a:lnTo>
                    <a:pt x="6369325" y="1369248"/>
                  </a:lnTo>
                  <a:lnTo>
                    <a:pt x="6406705" y="1280744"/>
                  </a:lnTo>
                  <a:lnTo>
                    <a:pt x="6443849" y="1194083"/>
                  </a:lnTo>
                  <a:lnTo>
                    <a:pt x="6480707" y="1109755"/>
                  </a:lnTo>
                  <a:lnTo>
                    <a:pt x="6517248" y="1028194"/>
                  </a:lnTo>
                  <a:lnTo>
                    <a:pt x="6553463" y="949764"/>
                  </a:lnTo>
                  <a:lnTo>
                    <a:pt x="6589364" y="874759"/>
                  </a:lnTo>
                  <a:lnTo>
                    <a:pt x="6624995" y="803401"/>
                  </a:lnTo>
                  <a:lnTo>
                    <a:pt x="6660426" y="735836"/>
                  </a:lnTo>
                  <a:lnTo>
                    <a:pt x="6695758" y="672142"/>
                  </a:lnTo>
                  <a:lnTo>
                    <a:pt x="6731130" y="612330"/>
                  </a:lnTo>
                  <a:lnTo>
                    <a:pt x="6766717" y="556354"/>
                  </a:lnTo>
                  <a:lnTo>
                    <a:pt x="6786527" y="527069"/>
                  </a:lnTo>
                  <a:lnTo>
                    <a:pt x="6834268" y="462142"/>
                  </a:lnTo>
                  <a:lnTo>
                    <a:pt x="6883570" y="403572"/>
                  </a:lnTo>
                  <a:lnTo>
                    <a:pt x="6935160" y="351051"/>
                  </a:lnTo>
                  <a:lnTo>
                    <a:pt x="6989855" y="304050"/>
                  </a:lnTo>
                  <a:lnTo>
                    <a:pt x="7048487" y="261965"/>
                  </a:lnTo>
                  <a:lnTo>
                    <a:pt x="7111846" y="224205"/>
                  </a:lnTo>
                  <a:lnTo>
                    <a:pt x="7180592" y="190247"/>
                  </a:lnTo>
                  <a:lnTo>
                    <a:pt x="7255147" y="159658"/>
                  </a:lnTo>
                  <a:lnTo>
                    <a:pt x="7335550" y="132113"/>
                  </a:lnTo>
                  <a:lnTo>
                    <a:pt x="7421288" y="107400"/>
                  </a:lnTo>
                  <a:lnTo>
                    <a:pt x="7511108" y="85415"/>
                  </a:lnTo>
                  <a:lnTo>
                    <a:pt x="7602880" y="66147"/>
                  </a:lnTo>
                  <a:lnTo>
                    <a:pt x="7693576" y="49647"/>
                  </a:lnTo>
                  <a:lnTo>
                    <a:pt x="7779449" y="35979"/>
                  </a:lnTo>
                  <a:lnTo>
                    <a:pt x="7856476" y="25156"/>
                  </a:lnTo>
                  <a:lnTo>
                    <a:pt x="7921021" y="17091"/>
                  </a:lnTo>
                  <a:lnTo>
                    <a:pt x="7970579" y="11548"/>
                  </a:lnTo>
                  <a:lnTo>
                    <a:pt x="8004373" y="8147"/>
                  </a:lnTo>
                  <a:lnTo>
                    <a:pt x="8023630" y="6396"/>
                  </a:lnTo>
                  <a:lnTo>
                    <a:pt x="8031506" y="5746"/>
                  </a:lnTo>
                  <a:lnTo>
                    <a:pt x="8032819" y="5647"/>
                  </a:lnTo>
                  <a:lnTo>
                    <a:pt x="8554953" y="5647"/>
                  </a:lnTo>
                  <a:lnTo>
                    <a:pt x="8554953" y="0"/>
                  </a:lnTo>
                  <a:lnTo>
                    <a:pt x="8032819" y="0"/>
                  </a:lnTo>
                  <a:lnTo>
                    <a:pt x="8031691" y="85"/>
                  </a:lnTo>
                  <a:lnTo>
                    <a:pt x="8024298" y="692"/>
                  </a:lnTo>
                  <a:lnTo>
                    <a:pt x="8005740" y="2370"/>
                  </a:lnTo>
                  <a:lnTo>
                    <a:pt x="7972767" y="5670"/>
                  </a:lnTo>
                  <a:lnTo>
                    <a:pt x="7924043" y="11089"/>
                  </a:lnTo>
                  <a:lnTo>
                    <a:pt x="7860244" y="19013"/>
                  </a:lnTo>
                  <a:lnTo>
                    <a:pt x="7783795" y="29686"/>
                  </a:lnTo>
                  <a:lnTo>
                    <a:pt x="7698291" y="43203"/>
                  </a:lnTo>
                  <a:lnTo>
                    <a:pt x="7607752" y="59554"/>
                  </a:lnTo>
                  <a:lnTo>
                    <a:pt x="7515953" y="78676"/>
                  </a:lnTo>
                  <a:lnTo>
                    <a:pt x="7425968" y="100518"/>
                  </a:lnTo>
                  <a:lnTo>
                    <a:pt x="7339975" y="125085"/>
                  </a:lnTo>
                  <a:lnTo>
                    <a:pt x="7259270" y="152475"/>
                  </a:lnTo>
                  <a:lnTo>
                    <a:pt x="7184401" y="182895"/>
                  </a:lnTo>
                  <a:lnTo>
                    <a:pt x="7115355" y="216664"/>
                  </a:lnTo>
                  <a:lnTo>
                    <a:pt x="7051725" y="254209"/>
                  </a:lnTo>
                  <a:lnTo>
                    <a:pt x="6992861" y="296051"/>
                  </a:lnTo>
                  <a:lnTo>
                    <a:pt x="6937978" y="342776"/>
                  </a:lnTo>
                  <a:lnTo>
                    <a:pt x="6886244" y="394989"/>
                  </a:lnTo>
                  <a:lnTo>
                    <a:pt x="6836839" y="453227"/>
                  </a:lnTo>
                  <a:lnTo>
                    <a:pt x="6789032" y="517815"/>
                  </a:lnTo>
                  <a:lnTo>
                    <a:pt x="6786527" y="521422"/>
                  </a:lnTo>
                  <a:lnTo>
                    <a:pt x="6750731" y="575320"/>
                  </a:lnTo>
                  <a:lnTo>
                    <a:pt x="6715265" y="633006"/>
                  </a:lnTo>
                  <a:lnTo>
                    <a:pt x="6679930" y="694555"/>
                  </a:lnTo>
                  <a:lnTo>
                    <a:pt x="6644569" y="759989"/>
                  </a:lnTo>
                  <a:lnTo>
                    <a:pt x="6609059" y="829267"/>
                  </a:lnTo>
                  <a:lnTo>
                    <a:pt x="6573314" y="902282"/>
                  </a:lnTo>
                  <a:lnTo>
                    <a:pt x="6537275" y="978853"/>
                  </a:lnTo>
                  <a:lnTo>
                    <a:pt x="6500915" y="1058727"/>
                  </a:lnTo>
                  <a:lnTo>
                    <a:pt x="6464229" y="1141577"/>
                  </a:lnTo>
                  <a:lnTo>
                    <a:pt x="6427238" y="1227008"/>
                  </a:lnTo>
                  <a:lnTo>
                    <a:pt x="6389981" y="1314559"/>
                  </a:lnTo>
                  <a:lnTo>
                    <a:pt x="6352515" y="1403715"/>
                  </a:lnTo>
                  <a:lnTo>
                    <a:pt x="6314909" y="1493920"/>
                  </a:lnTo>
                  <a:lnTo>
                    <a:pt x="6277240" y="1584590"/>
                  </a:lnTo>
                  <a:lnTo>
                    <a:pt x="6239589" y="1675124"/>
                  </a:lnTo>
                  <a:lnTo>
                    <a:pt x="6202037" y="1764931"/>
                  </a:lnTo>
                  <a:lnTo>
                    <a:pt x="6164657" y="1853435"/>
                  </a:lnTo>
                  <a:lnTo>
                    <a:pt x="6127513" y="1940096"/>
                  </a:lnTo>
                  <a:lnTo>
                    <a:pt x="6090655" y="2024424"/>
                  </a:lnTo>
                  <a:lnTo>
                    <a:pt x="6054114" y="2105985"/>
                  </a:lnTo>
                  <a:lnTo>
                    <a:pt x="6017899" y="2184415"/>
                  </a:lnTo>
                  <a:lnTo>
                    <a:pt x="5981997" y="2259420"/>
                  </a:lnTo>
                  <a:lnTo>
                    <a:pt x="5946367" y="2330778"/>
                  </a:lnTo>
                  <a:lnTo>
                    <a:pt x="5910936" y="2398343"/>
                  </a:lnTo>
                  <a:lnTo>
                    <a:pt x="5875604" y="2462037"/>
                  </a:lnTo>
                  <a:lnTo>
                    <a:pt x="5840232" y="2521849"/>
                  </a:lnTo>
                  <a:lnTo>
                    <a:pt x="5804645" y="2577825"/>
                  </a:lnTo>
                  <a:lnTo>
                    <a:pt x="5784835" y="2607110"/>
                  </a:lnTo>
                  <a:lnTo>
                    <a:pt x="5737094" y="2672037"/>
                  </a:lnTo>
                  <a:lnTo>
                    <a:pt x="5687792" y="2730607"/>
                  </a:lnTo>
                  <a:lnTo>
                    <a:pt x="5636202" y="2783128"/>
                  </a:lnTo>
                  <a:lnTo>
                    <a:pt x="5581507" y="2830129"/>
                  </a:lnTo>
                  <a:lnTo>
                    <a:pt x="5522875" y="2872214"/>
                  </a:lnTo>
                  <a:lnTo>
                    <a:pt x="5459516" y="2909974"/>
                  </a:lnTo>
                  <a:lnTo>
                    <a:pt x="5390770" y="2943932"/>
                  </a:lnTo>
                  <a:lnTo>
                    <a:pt x="5316215" y="2974521"/>
                  </a:lnTo>
                  <a:lnTo>
                    <a:pt x="5235811" y="3002066"/>
                  </a:lnTo>
                  <a:lnTo>
                    <a:pt x="5150074" y="3026779"/>
                  </a:lnTo>
                  <a:lnTo>
                    <a:pt x="5060254" y="3048764"/>
                  </a:lnTo>
                  <a:lnTo>
                    <a:pt x="4968482" y="3068032"/>
                  </a:lnTo>
                  <a:lnTo>
                    <a:pt x="4877786" y="3084532"/>
                  </a:lnTo>
                  <a:lnTo>
                    <a:pt x="4791913" y="3098200"/>
                  </a:lnTo>
                  <a:lnTo>
                    <a:pt x="4714886" y="3109023"/>
                  </a:lnTo>
                  <a:lnTo>
                    <a:pt x="4650341" y="3117088"/>
                  </a:lnTo>
                  <a:lnTo>
                    <a:pt x="4600783" y="3122631"/>
                  </a:lnTo>
                  <a:lnTo>
                    <a:pt x="4566989" y="3126032"/>
                  </a:lnTo>
                  <a:lnTo>
                    <a:pt x="4547732" y="3127783"/>
                  </a:lnTo>
                  <a:lnTo>
                    <a:pt x="4539856" y="3128433"/>
                  </a:lnTo>
                  <a:lnTo>
                    <a:pt x="4538543" y="3128532"/>
                  </a:lnTo>
                  <a:lnTo>
                    <a:pt x="4016409" y="3128532"/>
                  </a:lnTo>
                  <a:lnTo>
                    <a:pt x="4015254" y="3128455"/>
                  </a:lnTo>
                  <a:lnTo>
                    <a:pt x="4007686" y="3127904"/>
                  </a:lnTo>
                  <a:lnTo>
                    <a:pt x="3988705" y="3126379"/>
                  </a:lnTo>
                  <a:lnTo>
                    <a:pt x="3955018" y="3123382"/>
                  </a:lnTo>
                  <a:lnTo>
                    <a:pt x="3905316" y="3118463"/>
                  </a:lnTo>
                  <a:lnTo>
                    <a:pt x="3840363" y="3111276"/>
                  </a:lnTo>
                  <a:lnTo>
                    <a:pt x="3762712" y="3101607"/>
                  </a:lnTo>
                  <a:lnTo>
                    <a:pt x="3676086" y="3089373"/>
                  </a:lnTo>
                  <a:lnTo>
                    <a:pt x="3584608" y="3074590"/>
                  </a:lnTo>
                  <a:lnTo>
                    <a:pt x="3492105" y="3057314"/>
                  </a:lnTo>
                  <a:lnTo>
                    <a:pt x="3401659" y="3037592"/>
                  </a:lnTo>
                  <a:lnTo>
                    <a:pt x="3315423" y="3015410"/>
                  </a:lnTo>
                  <a:lnTo>
                    <a:pt x="3234645" y="2990670"/>
                  </a:lnTo>
                  <a:lnTo>
                    <a:pt x="3159822" y="2963176"/>
                  </a:lnTo>
                  <a:lnTo>
                    <a:pt x="3090885" y="2932625"/>
                  </a:lnTo>
                  <a:lnTo>
                    <a:pt x="3027383" y="2898621"/>
                  </a:lnTo>
                  <a:lnTo>
                    <a:pt x="2968626" y="2860679"/>
                  </a:lnTo>
                  <a:lnTo>
                    <a:pt x="2913800" y="2818263"/>
                  </a:lnTo>
                  <a:lnTo>
                    <a:pt x="2862049" y="2770826"/>
                  </a:lnTo>
                  <a:lnTo>
                    <a:pt x="2812544" y="2717899"/>
                  </a:lnTo>
                  <a:lnTo>
                    <a:pt x="2770117" y="2666405"/>
                  </a:lnTo>
                  <a:lnTo>
                    <a:pt x="2732576" y="2616207"/>
                  </a:lnTo>
                  <a:lnTo>
                    <a:pt x="2695386" y="2562312"/>
                  </a:lnTo>
                  <a:lnTo>
                    <a:pt x="2658322" y="2504644"/>
                  </a:lnTo>
                  <a:lnTo>
                    <a:pt x="2621207" y="2443189"/>
                  </a:lnTo>
                  <a:lnTo>
                    <a:pt x="2583908" y="2378000"/>
                  </a:lnTo>
                  <a:lnTo>
                    <a:pt x="2546331" y="2309204"/>
                  </a:lnTo>
                  <a:lnTo>
                    <a:pt x="2508419" y="2237005"/>
                  </a:lnTo>
                  <a:lnTo>
                    <a:pt x="2470149" y="2161687"/>
                  </a:lnTo>
                  <a:lnTo>
                    <a:pt x="2431526" y="2083610"/>
                  </a:lnTo>
                  <a:lnTo>
                    <a:pt x="2392585" y="2003208"/>
                  </a:lnTo>
                  <a:lnTo>
                    <a:pt x="2353380" y="1920978"/>
                  </a:lnTo>
                  <a:lnTo>
                    <a:pt x="2313984" y="1837472"/>
                  </a:lnTo>
                  <a:lnTo>
                    <a:pt x="2274484" y="1753275"/>
                  </a:lnTo>
                  <a:lnTo>
                    <a:pt x="2234971" y="1668998"/>
                  </a:lnTo>
                  <a:lnTo>
                    <a:pt x="2195539" y="1585252"/>
                  </a:lnTo>
                  <a:lnTo>
                    <a:pt x="2156276" y="1502630"/>
                  </a:lnTo>
                  <a:lnTo>
                    <a:pt x="2117258" y="1421695"/>
                  </a:lnTo>
                  <a:lnTo>
                    <a:pt x="2078548" y="1342960"/>
                  </a:lnTo>
                  <a:lnTo>
                    <a:pt x="2040183" y="1266876"/>
                  </a:lnTo>
                  <a:lnTo>
                    <a:pt x="2002177" y="1193823"/>
                  </a:lnTo>
                  <a:lnTo>
                    <a:pt x="1964516" y="1124107"/>
                  </a:lnTo>
                  <a:lnTo>
                    <a:pt x="1927151" y="1057951"/>
                  </a:lnTo>
                  <a:lnTo>
                    <a:pt x="1889999" y="995503"/>
                  </a:lnTo>
                  <a:lnTo>
                    <a:pt x="1852937" y="936835"/>
                  </a:lnTo>
                  <a:lnTo>
                    <a:pt x="1815800" y="881949"/>
                  </a:lnTo>
                  <a:lnTo>
                    <a:pt x="1778376" y="830786"/>
                  </a:lnTo>
                  <a:lnTo>
                    <a:pt x="1768425" y="817898"/>
                  </a:lnTo>
                  <a:lnTo>
                    <a:pt x="1720290" y="759909"/>
                  </a:lnTo>
                  <a:lnTo>
                    <a:pt x="1670562" y="707644"/>
                  </a:lnTo>
                  <a:lnTo>
                    <a:pt x="1618494" y="660822"/>
                  </a:lnTo>
                  <a:lnTo>
                    <a:pt x="1563252" y="618959"/>
                  </a:lnTo>
                  <a:lnTo>
                    <a:pt x="1503980" y="581506"/>
                  </a:lnTo>
                  <a:lnTo>
                    <a:pt x="1439873" y="547929"/>
                  </a:lnTo>
                  <a:lnTo>
                    <a:pt x="1370264" y="517755"/>
                  </a:lnTo>
                  <a:lnTo>
                    <a:pt x="1294738" y="490597"/>
                  </a:lnTo>
                  <a:lnTo>
                    <a:pt x="1213282" y="466166"/>
                  </a:lnTo>
                  <a:lnTo>
                    <a:pt x="1126472" y="444275"/>
                  </a:lnTo>
                  <a:lnTo>
                    <a:pt x="1035656" y="424838"/>
                  </a:lnTo>
                  <a:lnTo>
                    <a:pt x="943096" y="407852"/>
                  </a:lnTo>
                  <a:lnTo>
                    <a:pt x="851977" y="393365"/>
                  </a:lnTo>
                  <a:lnTo>
                    <a:pt x="766190" y="381432"/>
                  </a:lnTo>
                  <a:lnTo>
                    <a:pt x="689850" y="372060"/>
                  </a:lnTo>
                  <a:lnTo>
                    <a:pt x="626581" y="365152"/>
                  </a:lnTo>
                  <a:lnTo>
                    <a:pt x="578755" y="360479"/>
                  </a:lnTo>
                  <a:lnTo>
                    <a:pt x="546899" y="357679"/>
                  </a:lnTo>
                  <a:lnTo>
                    <a:pt x="529461" y="356295"/>
                  </a:lnTo>
                  <a:lnTo>
                    <a:pt x="522933" y="355824"/>
                  </a:lnTo>
                  <a:lnTo>
                    <a:pt x="522133" y="355771"/>
                  </a:lnTo>
                  <a:lnTo>
                    <a:pt x="0" y="355771"/>
                  </a:lnTo>
                  <a:close/>
                </a:path>
              </a:pathLst>
            </a:custGeom>
            <a:solidFill>
              <a:srgbClr val="8FA8D6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216" name="pl216"/>
            <p:cNvSpPr/>
            <p:nvPr/>
          </p:nvSpPr>
          <p:spPr>
            <a:xfrm>
              <a:off x="386606" y="2890990"/>
              <a:ext cx="8554953" cy="3128532"/>
            </a:xfrm>
            <a:custGeom>
              <a:avLst/>
              <a:pathLst>
                <a:path w="8554953" h="3128532">
                  <a:moveTo>
                    <a:pt x="0" y="355771"/>
                  </a:moveTo>
                  <a:lnTo>
                    <a:pt x="522133" y="355771"/>
                  </a:lnTo>
                  <a:lnTo>
                    <a:pt x="523288" y="355849"/>
                  </a:lnTo>
                  <a:lnTo>
                    <a:pt x="530856" y="356400"/>
                  </a:lnTo>
                  <a:lnTo>
                    <a:pt x="549837" y="357925"/>
                  </a:lnTo>
                  <a:lnTo>
                    <a:pt x="583524" y="360922"/>
                  </a:lnTo>
                  <a:lnTo>
                    <a:pt x="633226" y="365840"/>
                  </a:lnTo>
                  <a:lnTo>
                    <a:pt x="698179" y="373028"/>
                  </a:lnTo>
                  <a:lnTo>
                    <a:pt x="775830" y="382697"/>
                  </a:lnTo>
                  <a:lnTo>
                    <a:pt x="862456" y="394931"/>
                  </a:lnTo>
                  <a:lnTo>
                    <a:pt x="953935" y="409714"/>
                  </a:lnTo>
                  <a:lnTo>
                    <a:pt x="1046438" y="426989"/>
                  </a:lnTo>
                  <a:lnTo>
                    <a:pt x="1136883" y="446712"/>
                  </a:lnTo>
                  <a:lnTo>
                    <a:pt x="1223119" y="468894"/>
                  </a:lnTo>
                  <a:lnTo>
                    <a:pt x="1303897" y="493633"/>
                  </a:lnTo>
                  <a:lnTo>
                    <a:pt x="1378720" y="521128"/>
                  </a:lnTo>
                  <a:lnTo>
                    <a:pt x="1447657" y="551678"/>
                  </a:lnTo>
                  <a:lnTo>
                    <a:pt x="1511159" y="585683"/>
                  </a:lnTo>
                  <a:lnTo>
                    <a:pt x="1569916" y="623624"/>
                  </a:lnTo>
                  <a:lnTo>
                    <a:pt x="1624742" y="666041"/>
                  </a:lnTo>
                  <a:lnTo>
                    <a:pt x="1676493" y="713478"/>
                  </a:lnTo>
                  <a:lnTo>
                    <a:pt x="1725998" y="766404"/>
                  </a:lnTo>
                  <a:lnTo>
                    <a:pt x="1768425" y="817898"/>
                  </a:lnTo>
                  <a:lnTo>
                    <a:pt x="1805966" y="868096"/>
                  </a:lnTo>
                  <a:lnTo>
                    <a:pt x="1843156" y="921992"/>
                  </a:lnTo>
                  <a:lnTo>
                    <a:pt x="1880220" y="979660"/>
                  </a:lnTo>
                  <a:lnTo>
                    <a:pt x="1917335" y="1041115"/>
                  </a:lnTo>
                  <a:lnTo>
                    <a:pt x="1954634" y="1106304"/>
                  </a:lnTo>
                  <a:lnTo>
                    <a:pt x="1992211" y="1175100"/>
                  </a:lnTo>
                  <a:lnTo>
                    <a:pt x="2030123" y="1247298"/>
                  </a:lnTo>
                  <a:lnTo>
                    <a:pt x="2068393" y="1322616"/>
                  </a:lnTo>
                  <a:lnTo>
                    <a:pt x="2107016" y="1400693"/>
                  </a:lnTo>
                  <a:lnTo>
                    <a:pt x="2145957" y="1481096"/>
                  </a:lnTo>
                  <a:lnTo>
                    <a:pt x="2185162" y="1563325"/>
                  </a:lnTo>
                  <a:lnTo>
                    <a:pt x="2224558" y="1646832"/>
                  </a:lnTo>
                  <a:lnTo>
                    <a:pt x="2264059" y="1731028"/>
                  </a:lnTo>
                  <a:lnTo>
                    <a:pt x="2303571" y="1815305"/>
                  </a:lnTo>
                  <a:lnTo>
                    <a:pt x="2343003" y="1899052"/>
                  </a:lnTo>
                  <a:lnTo>
                    <a:pt x="2382267" y="1981674"/>
                  </a:lnTo>
                  <a:lnTo>
                    <a:pt x="2421284" y="2062609"/>
                  </a:lnTo>
                  <a:lnTo>
                    <a:pt x="2459994" y="2141344"/>
                  </a:lnTo>
                  <a:lnTo>
                    <a:pt x="2498359" y="2217428"/>
                  </a:lnTo>
                  <a:lnTo>
                    <a:pt x="2536365" y="2290480"/>
                  </a:lnTo>
                  <a:lnTo>
                    <a:pt x="2574026" y="2360197"/>
                  </a:lnTo>
                  <a:lnTo>
                    <a:pt x="2611391" y="2426352"/>
                  </a:lnTo>
                  <a:lnTo>
                    <a:pt x="2648544" y="2488800"/>
                  </a:lnTo>
                  <a:lnTo>
                    <a:pt x="2685606" y="2547469"/>
                  </a:lnTo>
                  <a:lnTo>
                    <a:pt x="2722742" y="2602354"/>
                  </a:lnTo>
                  <a:lnTo>
                    <a:pt x="2760166" y="2653517"/>
                  </a:lnTo>
                  <a:lnTo>
                    <a:pt x="2770117" y="2666405"/>
                  </a:lnTo>
                  <a:lnTo>
                    <a:pt x="2818252" y="2724395"/>
                  </a:lnTo>
                  <a:lnTo>
                    <a:pt x="2867980" y="2776659"/>
                  </a:lnTo>
                  <a:lnTo>
                    <a:pt x="2920048" y="2823482"/>
                  </a:lnTo>
                  <a:lnTo>
                    <a:pt x="2975290" y="2865345"/>
                  </a:lnTo>
                  <a:lnTo>
                    <a:pt x="3034562" y="2902798"/>
                  </a:lnTo>
                  <a:lnTo>
                    <a:pt x="3098669" y="2936375"/>
                  </a:lnTo>
                  <a:lnTo>
                    <a:pt x="3168278" y="2966548"/>
                  </a:lnTo>
                  <a:lnTo>
                    <a:pt x="3243804" y="2993706"/>
                  </a:lnTo>
                  <a:lnTo>
                    <a:pt x="3325260" y="3018138"/>
                  </a:lnTo>
                  <a:lnTo>
                    <a:pt x="3412070" y="3040029"/>
                  </a:lnTo>
                  <a:lnTo>
                    <a:pt x="3502886" y="3059465"/>
                  </a:lnTo>
                  <a:lnTo>
                    <a:pt x="3595446" y="3076452"/>
                  </a:lnTo>
                  <a:lnTo>
                    <a:pt x="3686565" y="3090939"/>
                  </a:lnTo>
                  <a:lnTo>
                    <a:pt x="3772352" y="3102871"/>
                  </a:lnTo>
                  <a:lnTo>
                    <a:pt x="3848692" y="3112243"/>
                  </a:lnTo>
                  <a:lnTo>
                    <a:pt x="3911961" y="3119151"/>
                  </a:lnTo>
                  <a:lnTo>
                    <a:pt x="3959787" y="3123824"/>
                  </a:lnTo>
                  <a:lnTo>
                    <a:pt x="3991643" y="3126624"/>
                  </a:lnTo>
                  <a:lnTo>
                    <a:pt x="4009081" y="3128009"/>
                  </a:lnTo>
                  <a:lnTo>
                    <a:pt x="4015609" y="3128479"/>
                  </a:lnTo>
                  <a:lnTo>
                    <a:pt x="4016409" y="3128532"/>
                  </a:lnTo>
                  <a:lnTo>
                    <a:pt x="4538543" y="3128532"/>
                  </a:lnTo>
                  <a:lnTo>
                    <a:pt x="4539671" y="3128447"/>
                  </a:lnTo>
                  <a:lnTo>
                    <a:pt x="4547064" y="3127840"/>
                  </a:lnTo>
                  <a:lnTo>
                    <a:pt x="4565622" y="3126162"/>
                  </a:lnTo>
                  <a:lnTo>
                    <a:pt x="4598595" y="3122862"/>
                  </a:lnTo>
                  <a:lnTo>
                    <a:pt x="4647319" y="3117443"/>
                  </a:lnTo>
                  <a:lnTo>
                    <a:pt x="4711118" y="3109519"/>
                  </a:lnTo>
                  <a:lnTo>
                    <a:pt x="4787567" y="3098846"/>
                  </a:lnTo>
                  <a:lnTo>
                    <a:pt x="4873071" y="3085329"/>
                  </a:lnTo>
                  <a:lnTo>
                    <a:pt x="4963610" y="3068978"/>
                  </a:lnTo>
                  <a:lnTo>
                    <a:pt x="5055409" y="3049856"/>
                  </a:lnTo>
                  <a:lnTo>
                    <a:pt x="5145394" y="3028014"/>
                  </a:lnTo>
                  <a:lnTo>
                    <a:pt x="5231387" y="3003447"/>
                  </a:lnTo>
                  <a:lnTo>
                    <a:pt x="5312092" y="2976057"/>
                  </a:lnTo>
                  <a:lnTo>
                    <a:pt x="5386961" y="2945637"/>
                  </a:lnTo>
                  <a:lnTo>
                    <a:pt x="5456007" y="2911867"/>
                  </a:lnTo>
                  <a:lnTo>
                    <a:pt x="5519637" y="2874322"/>
                  </a:lnTo>
                  <a:lnTo>
                    <a:pt x="5578501" y="2832481"/>
                  </a:lnTo>
                  <a:lnTo>
                    <a:pt x="5633384" y="2785756"/>
                  </a:lnTo>
                  <a:lnTo>
                    <a:pt x="5685118" y="2733543"/>
                  </a:lnTo>
                  <a:lnTo>
                    <a:pt x="5734522" y="2675305"/>
                  </a:lnTo>
                  <a:lnTo>
                    <a:pt x="5782330" y="2610717"/>
                  </a:lnTo>
                  <a:lnTo>
                    <a:pt x="5784835" y="2607110"/>
                  </a:lnTo>
                  <a:lnTo>
                    <a:pt x="5820631" y="2553211"/>
                  </a:lnTo>
                  <a:lnTo>
                    <a:pt x="5856097" y="2495526"/>
                  </a:lnTo>
                  <a:lnTo>
                    <a:pt x="5891432" y="2433977"/>
                  </a:lnTo>
                  <a:lnTo>
                    <a:pt x="5926793" y="2368543"/>
                  </a:lnTo>
                  <a:lnTo>
                    <a:pt x="5962303" y="2299265"/>
                  </a:lnTo>
                  <a:lnTo>
                    <a:pt x="5998048" y="2226250"/>
                  </a:lnTo>
                  <a:lnTo>
                    <a:pt x="6034087" y="2149679"/>
                  </a:lnTo>
                  <a:lnTo>
                    <a:pt x="6070447" y="2069805"/>
                  </a:lnTo>
                  <a:lnTo>
                    <a:pt x="6107133" y="1986955"/>
                  </a:lnTo>
                  <a:lnTo>
                    <a:pt x="6144124" y="1901524"/>
                  </a:lnTo>
                  <a:lnTo>
                    <a:pt x="6181381" y="1813973"/>
                  </a:lnTo>
                  <a:lnTo>
                    <a:pt x="6218847" y="1724817"/>
                  </a:lnTo>
                  <a:lnTo>
                    <a:pt x="6256453" y="1634611"/>
                  </a:lnTo>
                  <a:lnTo>
                    <a:pt x="6294122" y="1543942"/>
                  </a:lnTo>
                  <a:lnTo>
                    <a:pt x="6331772" y="1453407"/>
                  </a:lnTo>
                  <a:lnTo>
                    <a:pt x="6369325" y="1363601"/>
                  </a:lnTo>
                  <a:lnTo>
                    <a:pt x="6406705" y="1275097"/>
                  </a:lnTo>
                  <a:lnTo>
                    <a:pt x="6443849" y="1188436"/>
                  </a:lnTo>
                  <a:lnTo>
                    <a:pt x="6480707" y="1104108"/>
                  </a:lnTo>
                  <a:lnTo>
                    <a:pt x="6517248" y="1022546"/>
                  </a:lnTo>
                  <a:lnTo>
                    <a:pt x="6553463" y="944117"/>
                  </a:lnTo>
                  <a:lnTo>
                    <a:pt x="6589364" y="869112"/>
                  </a:lnTo>
                  <a:lnTo>
                    <a:pt x="6624995" y="797754"/>
                  </a:lnTo>
                  <a:lnTo>
                    <a:pt x="6660426" y="730189"/>
                  </a:lnTo>
                  <a:lnTo>
                    <a:pt x="6695758" y="666494"/>
                  </a:lnTo>
                  <a:lnTo>
                    <a:pt x="6731130" y="606683"/>
                  </a:lnTo>
                  <a:lnTo>
                    <a:pt x="6766717" y="550707"/>
                  </a:lnTo>
                  <a:lnTo>
                    <a:pt x="6786527" y="521422"/>
                  </a:lnTo>
                  <a:lnTo>
                    <a:pt x="6834268" y="456495"/>
                  </a:lnTo>
                  <a:lnTo>
                    <a:pt x="6883570" y="397925"/>
                  </a:lnTo>
                  <a:lnTo>
                    <a:pt x="6935160" y="345404"/>
                  </a:lnTo>
                  <a:lnTo>
                    <a:pt x="6989855" y="298403"/>
                  </a:lnTo>
                  <a:lnTo>
                    <a:pt x="7048487" y="256317"/>
                  </a:lnTo>
                  <a:lnTo>
                    <a:pt x="7111846" y="218558"/>
                  </a:lnTo>
                  <a:lnTo>
                    <a:pt x="7180592" y="184600"/>
                  </a:lnTo>
                  <a:lnTo>
                    <a:pt x="7255147" y="154011"/>
                  </a:lnTo>
                  <a:lnTo>
                    <a:pt x="7335550" y="126466"/>
                  </a:lnTo>
                  <a:lnTo>
                    <a:pt x="7421288" y="101753"/>
                  </a:lnTo>
                  <a:lnTo>
                    <a:pt x="7511108" y="79768"/>
                  </a:lnTo>
                  <a:lnTo>
                    <a:pt x="7602880" y="60500"/>
                  </a:lnTo>
                  <a:lnTo>
                    <a:pt x="7693576" y="44000"/>
                  </a:lnTo>
                  <a:lnTo>
                    <a:pt x="7779449" y="30331"/>
                  </a:lnTo>
                  <a:lnTo>
                    <a:pt x="7856476" y="19509"/>
                  </a:lnTo>
                  <a:lnTo>
                    <a:pt x="7921021" y="11444"/>
                  </a:lnTo>
                  <a:lnTo>
                    <a:pt x="7970579" y="5900"/>
                  </a:lnTo>
                  <a:lnTo>
                    <a:pt x="8004373" y="2500"/>
                  </a:lnTo>
                  <a:lnTo>
                    <a:pt x="8023630" y="749"/>
                  </a:lnTo>
                  <a:lnTo>
                    <a:pt x="8031506" y="99"/>
                  </a:lnTo>
                  <a:lnTo>
                    <a:pt x="8032819" y="0"/>
                  </a:lnTo>
                  <a:lnTo>
                    <a:pt x="8032819" y="0"/>
                  </a:lnTo>
                  <a:lnTo>
                    <a:pt x="8554953" y="0"/>
                  </a:lnTo>
                  <a:lnTo>
                    <a:pt x="8554953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17" name="pl217"/>
            <p:cNvSpPr/>
            <p:nvPr/>
          </p:nvSpPr>
          <p:spPr>
            <a:xfrm>
              <a:off x="386606" y="2885343"/>
              <a:ext cx="8554953" cy="3128532"/>
            </a:xfrm>
            <a:custGeom>
              <a:avLst/>
              <a:pathLst>
                <a:path w="8554953" h="3128532">
                  <a:moveTo>
                    <a:pt x="8554953" y="0"/>
                  </a:moveTo>
                  <a:lnTo>
                    <a:pt x="8032819" y="0"/>
                  </a:lnTo>
                  <a:lnTo>
                    <a:pt x="8031691" y="85"/>
                  </a:lnTo>
                  <a:lnTo>
                    <a:pt x="8024298" y="692"/>
                  </a:lnTo>
                  <a:lnTo>
                    <a:pt x="8005740" y="2370"/>
                  </a:lnTo>
                  <a:lnTo>
                    <a:pt x="7972767" y="5670"/>
                  </a:lnTo>
                  <a:lnTo>
                    <a:pt x="7924043" y="11089"/>
                  </a:lnTo>
                  <a:lnTo>
                    <a:pt x="7860244" y="19013"/>
                  </a:lnTo>
                  <a:lnTo>
                    <a:pt x="7783795" y="29686"/>
                  </a:lnTo>
                  <a:lnTo>
                    <a:pt x="7698291" y="43203"/>
                  </a:lnTo>
                  <a:lnTo>
                    <a:pt x="7607752" y="59554"/>
                  </a:lnTo>
                  <a:lnTo>
                    <a:pt x="7515953" y="78676"/>
                  </a:lnTo>
                  <a:lnTo>
                    <a:pt x="7425968" y="100518"/>
                  </a:lnTo>
                  <a:lnTo>
                    <a:pt x="7339975" y="125085"/>
                  </a:lnTo>
                  <a:lnTo>
                    <a:pt x="7259270" y="152475"/>
                  </a:lnTo>
                  <a:lnTo>
                    <a:pt x="7184401" y="182895"/>
                  </a:lnTo>
                  <a:lnTo>
                    <a:pt x="7115355" y="216664"/>
                  </a:lnTo>
                  <a:lnTo>
                    <a:pt x="7051725" y="254209"/>
                  </a:lnTo>
                  <a:lnTo>
                    <a:pt x="6992861" y="296051"/>
                  </a:lnTo>
                  <a:lnTo>
                    <a:pt x="6937978" y="342776"/>
                  </a:lnTo>
                  <a:lnTo>
                    <a:pt x="6886244" y="394989"/>
                  </a:lnTo>
                  <a:lnTo>
                    <a:pt x="6836839" y="453227"/>
                  </a:lnTo>
                  <a:lnTo>
                    <a:pt x="6789032" y="517815"/>
                  </a:lnTo>
                  <a:lnTo>
                    <a:pt x="6786527" y="521422"/>
                  </a:lnTo>
                  <a:lnTo>
                    <a:pt x="6750731" y="575320"/>
                  </a:lnTo>
                  <a:lnTo>
                    <a:pt x="6715265" y="633006"/>
                  </a:lnTo>
                  <a:lnTo>
                    <a:pt x="6679930" y="694555"/>
                  </a:lnTo>
                  <a:lnTo>
                    <a:pt x="6644569" y="759989"/>
                  </a:lnTo>
                  <a:lnTo>
                    <a:pt x="6609059" y="829267"/>
                  </a:lnTo>
                  <a:lnTo>
                    <a:pt x="6573314" y="902282"/>
                  </a:lnTo>
                  <a:lnTo>
                    <a:pt x="6537275" y="978853"/>
                  </a:lnTo>
                  <a:lnTo>
                    <a:pt x="6500915" y="1058727"/>
                  </a:lnTo>
                  <a:lnTo>
                    <a:pt x="6464229" y="1141577"/>
                  </a:lnTo>
                  <a:lnTo>
                    <a:pt x="6427238" y="1227008"/>
                  </a:lnTo>
                  <a:lnTo>
                    <a:pt x="6389981" y="1314559"/>
                  </a:lnTo>
                  <a:lnTo>
                    <a:pt x="6352515" y="1403715"/>
                  </a:lnTo>
                  <a:lnTo>
                    <a:pt x="6314909" y="1493920"/>
                  </a:lnTo>
                  <a:lnTo>
                    <a:pt x="6277240" y="1584590"/>
                  </a:lnTo>
                  <a:lnTo>
                    <a:pt x="6239589" y="1675124"/>
                  </a:lnTo>
                  <a:lnTo>
                    <a:pt x="6202037" y="1764931"/>
                  </a:lnTo>
                  <a:lnTo>
                    <a:pt x="6164657" y="1853435"/>
                  </a:lnTo>
                  <a:lnTo>
                    <a:pt x="6127513" y="1940096"/>
                  </a:lnTo>
                  <a:lnTo>
                    <a:pt x="6090655" y="2024424"/>
                  </a:lnTo>
                  <a:lnTo>
                    <a:pt x="6054114" y="2105985"/>
                  </a:lnTo>
                  <a:lnTo>
                    <a:pt x="6017899" y="2184415"/>
                  </a:lnTo>
                  <a:lnTo>
                    <a:pt x="5981997" y="2259420"/>
                  </a:lnTo>
                  <a:lnTo>
                    <a:pt x="5946367" y="2330778"/>
                  </a:lnTo>
                  <a:lnTo>
                    <a:pt x="5910936" y="2398343"/>
                  </a:lnTo>
                  <a:lnTo>
                    <a:pt x="5875604" y="2462037"/>
                  </a:lnTo>
                  <a:lnTo>
                    <a:pt x="5840232" y="2521849"/>
                  </a:lnTo>
                  <a:lnTo>
                    <a:pt x="5804645" y="2577825"/>
                  </a:lnTo>
                  <a:lnTo>
                    <a:pt x="5784835" y="2607110"/>
                  </a:lnTo>
                  <a:lnTo>
                    <a:pt x="5737094" y="2672037"/>
                  </a:lnTo>
                  <a:lnTo>
                    <a:pt x="5687792" y="2730607"/>
                  </a:lnTo>
                  <a:lnTo>
                    <a:pt x="5636202" y="2783128"/>
                  </a:lnTo>
                  <a:lnTo>
                    <a:pt x="5581507" y="2830129"/>
                  </a:lnTo>
                  <a:lnTo>
                    <a:pt x="5522875" y="2872214"/>
                  </a:lnTo>
                  <a:lnTo>
                    <a:pt x="5459516" y="2909974"/>
                  </a:lnTo>
                  <a:lnTo>
                    <a:pt x="5390770" y="2943932"/>
                  </a:lnTo>
                  <a:lnTo>
                    <a:pt x="5316215" y="2974521"/>
                  </a:lnTo>
                  <a:lnTo>
                    <a:pt x="5235811" y="3002066"/>
                  </a:lnTo>
                  <a:lnTo>
                    <a:pt x="5150074" y="3026779"/>
                  </a:lnTo>
                  <a:lnTo>
                    <a:pt x="5060254" y="3048764"/>
                  </a:lnTo>
                  <a:lnTo>
                    <a:pt x="4968482" y="3068032"/>
                  </a:lnTo>
                  <a:lnTo>
                    <a:pt x="4877786" y="3084532"/>
                  </a:lnTo>
                  <a:lnTo>
                    <a:pt x="4791913" y="3098200"/>
                  </a:lnTo>
                  <a:lnTo>
                    <a:pt x="4714886" y="3109023"/>
                  </a:lnTo>
                  <a:lnTo>
                    <a:pt x="4650341" y="3117088"/>
                  </a:lnTo>
                  <a:lnTo>
                    <a:pt x="4600783" y="3122631"/>
                  </a:lnTo>
                  <a:lnTo>
                    <a:pt x="4566989" y="3126032"/>
                  </a:lnTo>
                  <a:lnTo>
                    <a:pt x="4547732" y="3127783"/>
                  </a:lnTo>
                  <a:lnTo>
                    <a:pt x="4539856" y="3128433"/>
                  </a:lnTo>
                  <a:lnTo>
                    <a:pt x="4538543" y="3128532"/>
                  </a:lnTo>
                  <a:lnTo>
                    <a:pt x="4538543" y="3128532"/>
                  </a:lnTo>
                  <a:lnTo>
                    <a:pt x="4016409" y="3128532"/>
                  </a:lnTo>
                  <a:lnTo>
                    <a:pt x="4015254" y="3128455"/>
                  </a:lnTo>
                  <a:lnTo>
                    <a:pt x="4007686" y="3127904"/>
                  </a:lnTo>
                  <a:lnTo>
                    <a:pt x="3988705" y="3126379"/>
                  </a:lnTo>
                  <a:lnTo>
                    <a:pt x="3955018" y="3123382"/>
                  </a:lnTo>
                  <a:lnTo>
                    <a:pt x="3905316" y="3118463"/>
                  </a:lnTo>
                  <a:lnTo>
                    <a:pt x="3840363" y="3111276"/>
                  </a:lnTo>
                  <a:lnTo>
                    <a:pt x="3762712" y="3101607"/>
                  </a:lnTo>
                  <a:lnTo>
                    <a:pt x="3676086" y="3089373"/>
                  </a:lnTo>
                  <a:lnTo>
                    <a:pt x="3584608" y="3074590"/>
                  </a:lnTo>
                  <a:lnTo>
                    <a:pt x="3492105" y="3057314"/>
                  </a:lnTo>
                  <a:lnTo>
                    <a:pt x="3401659" y="3037592"/>
                  </a:lnTo>
                  <a:lnTo>
                    <a:pt x="3315423" y="3015410"/>
                  </a:lnTo>
                  <a:lnTo>
                    <a:pt x="3234645" y="2990670"/>
                  </a:lnTo>
                  <a:lnTo>
                    <a:pt x="3159822" y="2963176"/>
                  </a:lnTo>
                  <a:lnTo>
                    <a:pt x="3090885" y="2932625"/>
                  </a:lnTo>
                  <a:lnTo>
                    <a:pt x="3027383" y="2898621"/>
                  </a:lnTo>
                  <a:lnTo>
                    <a:pt x="2968626" y="2860679"/>
                  </a:lnTo>
                  <a:lnTo>
                    <a:pt x="2913800" y="2818263"/>
                  </a:lnTo>
                  <a:lnTo>
                    <a:pt x="2862049" y="2770826"/>
                  </a:lnTo>
                  <a:lnTo>
                    <a:pt x="2812544" y="2717899"/>
                  </a:lnTo>
                  <a:lnTo>
                    <a:pt x="2770117" y="2666405"/>
                  </a:lnTo>
                  <a:lnTo>
                    <a:pt x="2732576" y="2616207"/>
                  </a:lnTo>
                  <a:lnTo>
                    <a:pt x="2695386" y="2562312"/>
                  </a:lnTo>
                  <a:lnTo>
                    <a:pt x="2658322" y="2504644"/>
                  </a:lnTo>
                  <a:lnTo>
                    <a:pt x="2621207" y="2443189"/>
                  </a:lnTo>
                  <a:lnTo>
                    <a:pt x="2583908" y="2378000"/>
                  </a:lnTo>
                  <a:lnTo>
                    <a:pt x="2546331" y="2309204"/>
                  </a:lnTo>
                  <a:lnTo>
                    <a:pt x="2508419" y="2237005"/>
                  </a:lnTo>
                  <a:lnTo>
                    <a:pt x="2470149" y="2161687"/>
                  </a:lnTo>
                  <a:lnTo>
                    <a:pt x="2431526" y="2083610"/>
                  </a:lnTo>
                  <a:lnTo>
                    <a:pt x="2392585" y="2003208"/>
                  </a:lnTo>
                  <a:lnTo>
                    <a:pt x="2353380" y="1920978"/>
                  </a:lnTo>
                  <a:lnTo>
                    <a:pt x="2313984" y="1837472"/>
                  </a:lnTo>
                  <a:lnTo>
                    <a:pt x="2274484" y="1753275"/>
                  </a:lnTo>
                  <a:lnTo>
                    <a:pt x="2234971" y="1668998"/>
                  </a:lnTo>
                  <a:lnTo>
                    <a:pt x="2195539" y="1585252"/>
                  </a:lnTo>
                  <a:lnTo>
                    <a:pt x="2156276" y="1502630"/>
                  </a:lnTo>
                  <a:lnTo>
                    <a:pt x="2117258" y="1421695"/>
                  </a:lnTo>
                  <a:lnTo>
                    <a:pt x="2078548" y="1342960"/>
                  </a:lnTo>
                  <a:lnTo>
                    <a:pt x="2040183" y="1266876"/>
                  </a:lnTo>
                  <a:lnTo>
                    <a:pt x="2002177" y="1193823"/>
                  </a:lnTo>
                  <a:lnTo>
                    <a:pt x="1964516" y="1124107"/>
                  </a:lnTo>
                  <a:lnTo>
                    <a:pt x="1927151" y="1057951"/>
                  </a:lnTo>
                  <a:lnTo>
                    <a:pt x="1889999" y="995503"/>
                  </a:lnTo>
                  <a:lnTo>
                    <a:pt x="1852937" y="936835"/>
                  </a:lnTo>
                  <a:lnTo>
                    <a:pt x="1815800" y="881949"/>
                  </a:lnTo>
                  <a:lnTo>
                    <a:pt x="1778376" y="830786"/>
                  </a:lnTo>
                  <a:lnTo>
                    <a:pt x="1768425" y="817898"/>
                  </a:lnTo>
                  <a:lnTo>
                    <a:pt x="1720290" y="759909"/>
                  </a:lnTo>
                  <a:lnTo>
                    <a:pt x="1670562" y="707644"/>
                  </a:lnTo>
                  <a:lnTo>
                    <a:pt x="1618494" y="660822"/>
                  </a:lnTo>
                  <a:lnTo>
                    <a:pt x="1563252" y="618959"/>
                  </a:lnTo>
                  <a:lnTo>
                    <a:pt x="1503980" y="581506"/>
                  </a:lnTo>
                  <a:lnTo>
                    <a:pt x="1439873" y="547929"/>
                  </a:lnTo>
                  <a:lnTo>
                    <a:pt x="1370264" y="517755"/>
                  </a:lnTo>
                  <a:lnTo>
                    <a:pt x="1294738" y="490597"/>
                  </a:lnTo>
                  <a:lnTo>
                    <a:pt x="1213282" y="466166"/>
                  </a:lnTo>
                  <a:lnTo>
                    <a:pt x="1126472" y="444275"/>
                  </a:lnTo>
                  <a:lnTo>
                    <a:pt x="1035656" y="424838"/>
                  </a:lnTo>
                  <a:lnTo>
                    <a:pt x="943096" y="407852"/>
                  </a:lnTo>
                  <a:lnTo>
                    <a:pt x="851977" y="393365"/>
                  </a:lnTo>
                  <a:lnTo>
                    <a:pt x="766190" y="381432"/>
                  </a:lnTo>
                  <a:lnTo>
                    <a:pt x="689850" y="372060"/>
                  </a:lnTo>
                  <a:lnTo>
                    <a:pt x="626581" y="365152"/>
                  </a:lnTo>
                  <a:lnTo>
                    <a:pt x="578755" y="360479"/>
                  </a:lnTo>
                  <a:lnTo>
                    <a:pt x="546899" y="357679"/>
                  </a:lnTo>
                  <a:lnTo>
                    <a:pt x="529461" y="356295"/>
                  </a:lnTo>
                  <a:lnTo>
                    <a:pt x="522933" y="355824"/>
                  </a:lnTo>
                  <a:lnTo>
                    <a:pt x="522133" y="355771"/>
                  </a:lnTo>
                  <a:lnTo>
                    <a:pt x="0" y="355771"/>
                  </a:lnTo>
                  <a:lnTo>
                    <a:pt x="0" y="355771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18" name="pg218"/>
            <p:cNvSpPr/>
            <p:nvPr/>
          </p:nvSpPr>
          <p:spPr>
            <a:xfrm>
              <a:off x="386606" y="3246762"/>
              <a:ext cx="8554953" cy="2789702"/>
            </a:xfrm>
            <a:custGeom>
              <a:avLst/>
              <a:pathLst>
                <a:path w="8554953" h="2789702">
                  <a:moveTo>
                    <a:pt x="0" y="5647"/>
                  </a:moveTo>
                  <a:lnTo>
                    <a:pt x="522133" y="5647"/>
                  </a:lnTo>
                  <a:lnTo>
                    <a:pt x="523287" y="5724"/>
                  </a:lnTo>
                  <a:lnTo>
                    <a:pt x="530850" y="6277"/>
                  </a:lnTo>
                  <a:lnTo>
                    <a:pt x="549818" y="7807"/>
                  </a:lnTo>
                  <a:lnTo>
                    <a:pt x="583483" y="10814"/>
                  </a:lnTo>
                  <a:lnTo>
                    <a:pt x="633155" y="15749"/>
                  </a:lnTo>
                  <a:lnTo>
                    <a:pt x="698073" y="22961"/>
                  </a:lnTo>
                  <a:lnTo>
                    <a:pt x="775687" y="32663"/>
                  </a:lnTo>
                  <a:lnTo>
                    <a:pt x="862279" y="44939"/>
                  </a:lnTo>
                  <a:lnTo>
                    <a:pt x="953729" y="59773"/>
                  </a:lnTo>
                  <a:lnTo>
                    <a:pt x="1046211" y="77109"/>
                  </a:lnTo>
                  <a:lnTo>
                    <a:pt x="1136643" y="96901"/>
                  </a:lnTo>
                  <a:lnTo>
                    <a:pt x="1222872" y="119161"/>
                  </a:lnTo>
                  <a:lnTo>
                    <a:pt x="1303647" y="143986"/>
                  </a:lnTo>
                  <a:lnTo>
                    <a:pt x="1378472" y="171576"/>
                  </a:lnTo>
                  <a:lnTo>
                    <a:pt x="1447412" y="202232"/>
                  </a:lnTo>
                  <a:lnTo>
                    <a:pt x="1510919" y="236353"/>
                  </a:lnTo>
                  <a:lnTo>
                    <a:pt x="1569679" y="274422"/>
                  </a:lnTo>
                  <a:lnTo>
                    <a:pt x="1624506" y="316980"/>
                  </a:lnTo>
                  <a:lnTo>
                    <a:pt x="1676257" y="364575"/>
                  </a:lnTo>
                  <a:lnTo>
                    <a:pt x="1725759" y="417676"/>
                  </a:lnTo>
                  <a:lnTo>
                    <a:pt x="1768425" y="469656"/>
                  </a:lnTo>
                  <a:lnTo>
                    <a:pt x="1805908" y="519976"/>
                  </a:lnTo>
                  <a:lnTo>
                    <a:pt x="1843039" y="573997"/>
                  </a:lnTo>
                  <a:lnTo>
                    <a:pt x="1880045" y="631795"/>
                  </a:lnTo>
                  <a:lnTo>
                    <a:pt x="1917101" y="693382"/>
                  </a:lnTo>
                  <a:lnTo>
                    <a:pt x="1954340" y="758708"/>
                  </a:lnTo>
                  <a:lnTo>
                    <a:pt x="1991856" y="827645"/>
                  </a:lnTo>
                  <a:lnTo>
                    <a:pt x="2029704" y="899990"/>
                  </a:lnTo>
                  <a:lnTo>
                    <a:pt x="2067910" y="975461"/>
                  </a:lnTo>
                  <a:lnTo>
                    <a:pt x="2106467" y="1053699"/>
                  </a:lnTo>
                  <a:lnTo>
                    <a:pt x="2145343" y="1134271"/>
                  </a:lnTo>
                  <a:lnTo>
                    <a:pt x="2184483" y="1216680"/>
                  </a:lnTo>
                  <a:lnTo>
                    <a:pt x="2223814" y="1300377"/>
                  </a:lnTo>
                  <a:lnTo>
                    <a:pt x="2263251" y="1384776"/>
                  </a:lnTo>
                  <a:lnTo>
                    <a:pt x="2302703" y="1469268"/>
                  </a:lnTo>
                  <a:lnTo>
                    <a:pt x="2342076" y="1553242"/>
                  </a:lnTo>
                  <a:lnTo>
                    <a:pt x="2381282" y="1636105"/>
                  </a:lnTo>
                  <a:lnTo>
                    <a:pt x="2420245" y="1717292"/>
                  </a:lnTo>
                  <a:lnTo>
                    <a:pt x="2458904" y="1796291"/>
                  </a:lnTo>
                  <a:lnTo>
                    <a:pt x="2497219" y="1872648"/>
                  </a:lnTo>
                  <a:lnTo>
                    <a:pt x="2535176" y="1945981"/>
                  </a:lnTo>
                  <a:lnTo>
                    <a:pt x="2572788" y="2015983"/>
                  </a:lnTo>
                  <a:lnTo>
                    <a:pt x="2610104" y="2082427"/>
                  </a:lnTo>
                  <a:lnTo>
                    <a:pt x="2647203" y="2145164"/>
                  </a:lnTo>
                  <a:lnTo>
                    <a:pt x="2684208" y="2204119"/>
                  </a:lnTo>
                  <a:lnTo>
                    <a:pt x="2721279" y="2259287"/>
                  </a:lnTo>
                  <a:lnTo>
                    <a:pt x="2758628" y="2310725"/>
                  </a:lnTo>
                  <a:lnTo>
                    <a:pt x="2770117" y="2325693"/>
                  </a:lnTo>
                  <a:lnTo>
                    <a:pt x="2818240" y="2383905"/>
                  </a:lnTo>
                  <a:lnTo>
                    <a:pt x="2867955" y="2436371"/>
                  </a:lnTo>
                  <a:lnTo>
                    <a:pt x="2920008" y="2483376"/>
                  </a:lnTo>
                  <a:lnTo>
                    <a:pt x="2975234" y="2525403"/>
                  </a:lnTo>
                  <a:lnTo>
                    <a:pt x="3034486" y="2563004"/>
                  </a:lnTo>
                  <a:lnTo>
                    <a:pt x="3098570" y="2596714"/>
                  </a:lnTo>
                  <a:lnTo>
                    <a:pt x="3168153" y="2627009"/>
                  </a:lnTo>
                  <a:lnTo>
                    <a:pt x="3243650" y="2654276"/>
                  </a:lnTo>
                  <a:lnTo>
                    <a:pt x="3325073" y="2678806"/>
                  </a:lnTo>
                  <a:lnTo>
                    <a:pt x="3411851" y="2700787"/>
                  </a:lnTo>
                  <a:lnTo>
                    <a:pt x="3502637" y="2720304"/>
                  </a:lnTo>
                  <a:lnTo>
                    <a:pt x="3595173" y="2737363"/>
                  </a:lnTo>
                  <a:lnTo>
                    <a:pt x="3686279" y="2751913"/>
                  </a:lnTo>
                  <a:lnTo>
                    <a:pt x="3772070" y="2763900"/>
                  </a:lnTo>
                  <a:lnTo>
                    <a:pt x="3848432" y="2773317"/>
                  </a:lnTo>
                  <a:lnTo>
                    <a:pt x="3911741" y="2780260"/>
                  </a:lnTo>
                  <a:lnTo>
                    <a:pt x="3959620" y="2784959"/>
                  </a:lnTo>
                  <a:lnTo>
                    <a:pt x="3991536" y="2787777"/>
                  </a:lnTo>
                  <a:lnTo>
                    <a:pt x="4009028" y="2789172"/>
                  </a:lnTo>
                  <a:lnTo>
                    <a:pt x="4015596" y="2789648"/>
                  </a:lnTo>
                  <a:lnTo>
                    <a:pt x="4016409" y="2789702"/>
                  </a:lnTo>
                  <a:lnTo>
                    <a:pt x="4538543" y="2789702"/>
                  </a:lnTo>
                  <a:lnTo>
                    <a:pt x="4539759" y="2789648"/>
                  </a:lnTo>
                  <a:lnTo>
                    <a:pt x="4547715" y="2789261"/>
                  </a:lnTo>
                  <a:lnTo>
                    <a:pt x="4567634" y="2788190"/>
                  </a:lnTo>
                  <a:lnTo>
                    <a:pt x="4602899" y="2786087"/>
                  </a:lnTo>
                  <a:lnTo>
                    <a:pt x="4654754" y="2782639"/>
                  </a:lnTo>
                  <a:lnTo>
                    <a:pt x="4722229" y="2777611"/>
                  </a:lnTo>
                  <a:lnTo>
                    <a:pt x="4802487" y="2770861"/>
                  </a:lnTo>
                  <a:lnTo>
                    <a:pt x="4891517" y="2762341"/>
                  </a:lnTo>
                  <a:lnTo>
                    <a:pt x="4984985" y="2752068"/>
                  </a:lnTo>
                  <a:lnTo>
                    <a:pt x="5078952" y="2740083"/>
                  </a:lnTo>
                  <a:lnTo>
                    <a:pt x="5170329" y="2726412"/>
                  </a:lnTo>
                  <a:lnTo>
                    <a:pt x="5257031" y="2711037"/>
                  </a:lnTo>
                  <a:lnTo>
                    <a:pt x="5337917" y="2693875"/>
                  </a:lnTo>
                  <a:lnTo>
                    <a:pt x="5412611" y="2674773"/>
                  </a:lnTo>
                  <a:lnTo>
                    <a:pt x="5481296" y="2653501"/>
                  </a:lnTo>
                  <a:lnTo>
                    <a:pt x="5544523" y="2629764"/>
                  </a:lnTo>
                  <a:lnTo>
                    <a:pt x="5603066" y="2603211"/>
                  </a:lnTo>
                  <a:lnTo>
                    <a:pt x="5657801" y="2573459"/>
                  </a:lnTo>
                  <a:lnTo>
                    <a:pt x="5709631" y="2540132"/>
                  </a:lnTo>
                  <a:lnTo>
                    <a:pt x="5759402" y="2502941"/>
                  </a:lnTo>
                  <a:lnTo>
                    <a:pt x="5784835" y="2481931"/>
                  </a:lnTo>
                  <a:lnTo>
                    <a:pt x="5828007" y="2443241"/>
                  </a:lnTo>
                  <a:lnTo>
                    <a:pt x="5870760" y="2401277"/>
                  </a:lnTo>
                  <a:lnTo>
                    <a:pt x="5913423" y="2355976"/>
                  </a:lnTo>
                  <a:lnTo>
                    <a:pt x="5956238" y="2307349"/>
                  </a:lnTo>
                  <a:lnTo>
                    <a:pt x="5999378" y="2255490"/>
                  </a:lnTo>
                  <a:lnTo>
                    <a:pt x="6042945" y="2200580"/>
                  </a:lnTo>
                  <a:lnTo>
                    <a:pt x="6086984" y="2142893"/>
                  </a:lnTo>
                  <a:lnTo>
                    <a:pt x="6131488" y="2082794"/>
                  </a:lnTo>
                  <a:lnTo>
                    <a:pt x="6176400" y="2020732"/>
                  </a:lnTo>
                  <a:lnTo>
                    <a:pt x="6221629" y="1957228"/>
                  </a:lnTo>
                  <a:lnTo>
                    <a:pt x="6267053" y="1892859"/>
                  </a:lnTo>
                  <a:lnTo>
                    <a:pt x="6312536" y="1828236"/>
                  </a:lnTo>
                  <a:lnTo>
                    <a:pt x="6357935" y="1763979"/>
                  </a:lnTo>
                  <a:lnTo>
                    <a:pt x="6403115" y="1700694"/>
                  </a:lnTo>
                  <a:lnTo>
                    <a:pt x="6447959" y="1638951"/>
                  </a:lnTo>
                  <a:lnTo>
                    <a:pt x="6492382" y="1579257"/>
                  </a:lnTo>
                  <a:lnTo>
                    <a:pt x="6536335" y="1522048"/>
                  </a:lnTo>
                  <a:lnTo>
                    <a:pt x="6579820" y="1467673"/>
                  </a:lnTo>
                  <a:lnTo>
                    <a:pt x="6622891" y="1416387"/>
                  </a:lnTo>
                  <a:lnTo>
                    <a:pt x="6665664" y="1368358"/>
                  </a:lnTo>
                  <a:lnTo>
                    <a:pt x="6708323" y="1323663"/>
                  </a:lnTo>
                  <a:lnTo>
                    <a:pt x="6751125" y="1282297"/>
                  </a:lnTo>
                  <a:lnTo>
                    <a:pt x="6786527" y="1250848"/>
                  </a:lnTo>
                  <a:lnTo>
                    <a:pt x="6835520" y="1211584"/>
                  </a:lnTo>
                  <a:lnTo>
                    <a:pt x="6886174" y="1176265"/>
                  </a:lnTo>
                  <a:lnTo>
                    <a:pt x="6939281" y="1144689"/>
                  </a:lnTo>
                  <a:lnTo>
                    <a:pt x="6995722" y="1116513"/>
                  </a:lnTo>
                  <a:lnTo>
                    <a:pt x="7056396" y="1091351"/>
                  </a:lnTo>
                  <a:lnTo>
                    <a:pt x="7122144" y="1068833"/>
                  </a:lnTo>
                  <a:lnTo>
                    <a:pt x="7193648" y="1048629"/>
                  </a:lnTo>
                  <a:lnTo>
                    <a:pt x="7271305" y="1030478"/>
                  </a:lnTo>
                  <a:lnTo>
                    <a:pt x="7355058" y="1014184"/>
                  </a:lnTo>
                  <a:lnTo>
                    <a:pt x="7444190" y="999629"/>
                  </a:lnTo>
                  <a:lnTo>
                    <a:pt x="7537126" y="986762"/>
                  </a:lnTo>
                  <a:lnTo>
                    <a:pt x="7631299" y="975589"/>
                  </a:lnTo>
                  <a:lnTo>
                    <a:pt x="7723177" y="966149"/>
                  </a:lnTo>
                  <a:lnTo>
                    <a:pt x="7808559" y="958475"/>
                  </a:lnTo>
                  <a:lnTo>
                    <a:pt x="7883160" y="952559"/>
                  </a:lnTo>
                  <a:lnTo>
                    <a:pt x="7943428" y="948309"/>
                  </a:lnTo>
                  <a:lnTo>
                    <a:pt x="7987348" y="945538"/>
                  </a:lnTo>
                  <a:lnTo>
                    <a:pt x="8014994" y="943970"/>
                  </a:lnTo>
                  <a:lnTo>
                    <a:pt x="8028658" y="943270"/>
                  </a:lnTo>
                  <a:lnTo>
                    <a:pt x="8032641" y="943085"/>
                  </a:lnTo>
                  <a:lnTo>
                    <a:pt x="8032819" y="943077"/>
                  </a:lnTo>
                  <a:lnTo>
                    <a:pt x="8554953" y="943077"/>
                  </a:lnTo>
                  <a:lnTo>
                    <a:pt x="8554953" y="937430"/>
                  </a:lnTo>
                  <a:lnTo>
                    <a:pt x="8032819" y="937430"/>
                  </a:lnTo>
                  <a:lnTo>
                    <a:pt x="8031603" y="937484"/>
                  </a:lnTo>
                  <a:lnTo>
                    <a:pt x="8023647" y="937871"/>
                  </a:lnTo>
                  <a:lnTo>
                    <a:pt x="8003728" y="938942"/>
                  </a:lnTo>
                  <a:lnTo>
                    <a:pt x="7968462" y="941045"/>
                  </a:lnTo>
                  <a:lnTo>
                    <a:pt x="7916608" y="944493"/>
                  </a:lnTo>
                  <a:lnTo>
                    <a:pt x="7849133" y="949521"/>
                  </a:lnTo>
                  <a:lnTo>
                    <a:pt x="7768875" y="956271"/>
                  </a:lnTo>
                  <a:lnTo>
                    <a:pt x="7679845" y="964791"/>
                  </a:lnTo>
                  <a:lnTo>
                    <a:pt x="7586377" y="975064"/>
                  </a:lnTo>
                  <a:lnTo>
                    <a:pt x="7492410" y="987049"/>
                  </a:lnTo>
                  <a:lnTo>
                    <a:pt x="7401033" y="1000720"/>
                  </a:lnTo>
                  <a:lnTo>
                    <a:pt x="7314331" y="1016095"/>
                  </a:lnTo>
                  <a:lnTo>
                    <a:pt x="7233445" y="1033257"/>
                  </a:lnTo>
                  <a:lnTo>
                    <a:pt x="7158751" y="1052359"/>
                  </a:lnTo>
                  <a:lnTo>
                    <a:pt x="7090066" y="1073631"/>
                  </a:lnTo>
                  <a:lnTo>
                    <a:pt x="7026839" y="1097368"/>
                  </a:lnTo>
                  <a:lnTo>
                    <a:pt x="6968296" y="1123921"/>
                  </a:lnTo>
                  <a:lnTo>
                    <a:pt x="6913561" y="1153673"/>
                  </a:lnTo>
                  <a:lnTo>
                    <a:pt x="6861731" y="1187000"/>
                  </a:lnTo>
                  <a:lnTo>
                    <a:pt x="6811960" y="1224191"/>
                  </a:lnTo>
                  <a:lnTo>
                    <a:pt x="6786527" y="1245201"/>
                  </a:lnTo>
                  <a:lnTo>
                    <a:pt x="6743355" y="1283891"/>
                  </a:lnTo>
                  <a:lnTo>
                    <a:pt x="6700602" y="1325855"/>
                  </a:lnTo>
                  <a:lnTo>
                    <a:pt x="6657939" y="1371156"/>
                  </a:lnTo>
                  <a:lnTo>
                    <a:pt x="6615123" y="1419783"/>
                  </a:lnTo>
                  <a:lnTo>
                    <a:pt x="6571984" y="1471642"/>
                  </a:lnTo>
                  <a:lnTo>
                    <a:pt x="6528417" y="1526552"/>
                  </a:lnTo>
                  <a:lnTo>
                    <a:pt x="6484378" y="1584239"/>
                  </a:lnTo>
                  <a:lnTo>
                    <a:pt x="6439874" y="1644338"/>
                  </a:lnTo>
                  <a:lnTo>
                    <a:pt x="6394962" y="1706400"/>
                  </a:lnTo>
                  <a:lnTo>
                    <a:pt x="6349733" y="1769904"/>
                  </a:lnTo>
                  <a:lnTo>
                    <a:pt x="6304308" y="1834273"/>
                  </a:lnTo>
                  <a:lnTo>
                    <a:pt x="6258826" y="1898896"/>
                  </a:lnTo>
                  <a:lnTo>
                    <a:pt x="6213427" y="1963153"/>
                  </a:lnTo>
                  <a:lnTo>
                    <a:pt x="6168247" y="2026437"/>
                  </a:lnTo>
                  <a:lnTo>
                    <a:pt x="6123402" y="2088181"/>
                  </a:lnTo>
                  <a:lnTo>
                    <a:pt x="6078980" y="2147875"/>
                  </a:lnTo>
                  <a:lnTo>
                    <a:pt x="6035027" y="2205084"/>
                  </a:lnTo>
                  <a:lnTo>
                    <a:pt x="5991542" y="2259459"/>
                  </a:lnTo>
                  <a:lnTo>
                    <a:pt x="5948471" y="2310745"/>
                  </a:lnTo>
                  <a:lnTo>
                    <a:pt x="5905698" y="2358774"/>
                  </a:lnTo>
                  <a:lnTo>
                    <a:pt x="5863039" y="2403469"/>
                  </a:lnTo>
                  <a:lnTo>
                    <a:pt x="5820237" y="2444834"/>
                  </a:lnTo>
                  <a:lnTo>
                    <a:pt x="5784835" y="2476284"/>
                  </a:lnTo>
                  <a:lnTo>
                    <a:pt x="5735842" y="2515548"/>
                  </a:lnTo>
                  <a:lnTo>
                    <a:pt x="5685187" y="2550867"/>
                  </a:lnTo>
                  <a:lnTo>
                    <a:pt x="5632081" y="2582443"/>
                  </a:lnTo>
                  <a:lnTo>
                    <a:pt x="5575640" y="2610619"/>
                  </a:lnTo>
                  <a:lnTo>
                    <a:pt x="5514966" y="2635780"/>
                  </a:lnTo>
                  <a:lnTo>
                    <a:pt x="5449218" y="2658299"/>
                  </a:lnTo>
                  <a:lnTo>
                    <a:pt x="5377714" y="2678502"/>
                  </a:lnTo>
                  <a:lnTo>
                    <a:pt x="5300057" y="2696654"/>
                  </a:lnTo>
                  <a:lnTo>
                    <a:pt x="5216304" y="2712948"/>
                  </a:lnTo>
                  <a:lnTo>
                    <a:pt x="5127172" y="2727503"/>
                  </a:lnTo>
                  <a:lnTo>
                    <a:pt x="5034236" y="2740370"/>
                  </a:lnTo>
                  <a:lnTo>
                    <a:pt x="4940063" y="2751543"/>
                  </a:lnTo>
                  <a:lnTo>
                    <a:pt x="4848185" y="2760983"/>
                  </a:lnTo>
                  <a:lnTo>
                    <a:pt x="4762803" y="2768656"/>
                  </a:lnTo>
                  <a:lnTo>
                    <a:pt x="4688202" y="2774573"/>
                  </a:lnTo>
                  <a:lnTo>
                    <a:pt x="4627934" y="2778823"/>
                  </a:lnTo>
                  <a:lnTo>
                    <a:pt x="4584013" y="2781594"/>
                  </a:lnTo>
                  <a:lnTo>
                    <a:pt x="4556368" y="2783162"/>
                  </a:lnTo>
                  <a:lnTo>
                    <a:pt x="4542704" y="2783862"/>
                  </a:lnTo>
                  <a:lnTo>
                    <a:pt x="4538721" y="2784047"/>
                  </a:lnTo>
                  <a:lnTo>
                    <a:pt x="4538543" y="2784055"/>
                  </a:lnTo>
                  <a:lnTo>
                    <a:pt x="4016409" y="2784055"/>
                  </a:lnTo>
                  <a:lnTo>
                    <a:pt x="4015255" y="2783977"/>
                  </a:lnTo>
                  <a:lnTo>
                    <a:pt x="4007692" y="2783424"/>
                  </a:lnTo>
                  <a:lnTo>
                    <a:pt x="3988725" y="2781894"/>
                  </a:lnTo>
                  <a:lnTo>
                    <a:pt x="3955059" y="2778887"/>
                  </a:lnTo>
                  <a:lnTo>
                    <a:pt x="3905388" y="2773952"/>
                  </a:lnTo>
                  <a:lnTo>
                    <a:pt x="3840470" y="2766741"/>
                  </a:lnTo>
                  <a:lnTo>
                    <a:pt x="3762855" y="2757038"/>
                  </a:lnTo>
                  <a:lnTo>
                    <a:pt x="3676263" y="2744763"/>
                  </a:lnTo>
                  <a:lnTo>
                    <a:pt x="3584813" y="2729928"/>
                  </a:lnTo>
                  <a:lnTo>
                    <a:pt x="3492331" y="2712593"/>
                  </a:lnTo>
                  <a:lnTo>
                    <a:pt x="3401899" y="2692801"/>
                  </a:lnTo>
                  <a:lnTo>
                    <a:pt x="3315670" y="2670541"/>
                  </a:lnTo>
                  <a:lnTo>
                    <a:pt x="3234895" y="2645715"/>
                  </a:lnTo>
                  <a:lnTo>
                    <a:pt x="3160070" y="2618125"/>
                  </a:lnTo>
                  <a:lnTo>
                    <a:pt x="3091130" y="2587470"/>
                  </a:lnTo>
                  <a:lnTo>
                    <a:pt x="3027623" y="2553349"/>
                  </a:lnTo>
                  <a:lnTo>
                    <a:pt x="2968863" y="2515279"/>
                  </a:lnTo>
                  <a:lnTo>
                    <a:pt x="2914036" y="2472721"/>
                  </a:lnTo>
                  <a:lnTo>
                    <a:pt x="2862286" y="2425127"/>
                  </a:lnTo>
                  <a:lnTo>
                    <a:pt x="2812784" y="2372025"/>
                  </a:lnTo>
                  <a:lnTo>
                    <a:pt x="2770117" y="2320046"/>
                  </a:lnTo>
                  <a:lnTo>
                    <a:pt x="2732634" y="2269725"/>
                  </a:lnTo>
                  <a:lnTo>
                    <a:pt x="2695503" y="2215704"/>
                  </a:lnTo>
                  <a:lnTo>
                    <a:pt x="2658497" y="2157907"/>
                  </a:lnTo>
                  <a:lnTo>
                    <a:pt x="2621441" y="2096319"/>
                  </a:lnTo>
                  <a:lnTo>
                    <a:pt x="2584202" y="2030994"/>
                  </a:lnTo>
                  <a:lnTo>
                    <a:pt x="2546687" y="1962057"/>
                  </a:lnTo>
                  <a:lnTo>
                    <a:pt x="2508838" y="1889711"/>
                  </a:lnTo>
                  <a:lnTo>
                    <a:pt x="2470632" y="1814240"/>
                  </a:lnTo>
                  <a:lnTo>
                    <a:pt x="2432075" y="1736002"/>
                  </a:lnTo>
                  <a:lnTo>
                    <a:pt x="2393199" y="1655431"/>
                  </a:lnTo>
                  <a:lnTo>
                    <a:pt x="2354059" y="1573022"/>
                  </a:lnTo>
                  <a:lnTo>
                    <a:pt x="2314728" y="1489325"/>
                  </a:lnTo>
                  <a:lnTo>
                    <a:pt x="2275291" y="1404926"/>
                  </a:lnTo>
                  <a:lnTo>
                    <a:pt x="2235839" y="1320434"/>
                  </a:lnTo>
                  <a:lnTo>
                    <a:pt x="2196467" y="1236459"/>
                  </a:lnTo>
                  <a:lnTo>
                    <a:pt x="2157260" y="1153597"/>
                  </a:lnTo>
                  <a:lnTo>
                    <a:pt x="2118297" y="1072409"/>
                  </a:lnTo>
                  <a:lnTo>
                    <a:pt x="2079638" y="993411"/>
                  </a:lnTo>
                  <a:lnTo>
                    <a:pt x="2041323" y="917054"/>
                  </a:lnTo>
                  <a:lnTo>
                    <a:pt x="2003366" y="843721"/>
                  </a:lnTo>
                  <a:lnTo>
                    <a:pt x="1965754" y="773719"/>
                  </a:lnTo>
                  <a:lnTo>
                    <a:pt x="1928439" y="707274"/>
                  </a:lnTo>
                  <a:lnTo>
                    <a:pt x="1891339" y="644537"/>
                  </a:lnTo>
                  <a:lnTo>
                    <a:pt x="1854334" y="585582"/>
                  </a:lnTo>
                  <a:lnTo>
                    <a:pt x="1817263" y="530414"/>
                  </a:lnTo>
                  <a:lnTo>
                    <a:pt x="1779914" y="478976"/>
                  </a:lnTo>
                  <a:lnTo>
                    <a:pt x="1768425" y="464009"/>
                  </a:lnTo>
                  <a:lnTo>
                    <a:pt x="1720302" y="405797"/>
                  </a:lnTo>
                  <a:lnTo>
                    <a:pt x="1670587" y="353330"/>
                  </a:lnTo>
                  <a:lnTo>
                    <a:pt x="1618534" y="306326"/>
                  </a:lnTo>
                  <a:lnTo>
                    <a:pt x="1563309" y="264298"/>
                  </a:lnTo>
                  <a:lnTo>
                    <a:pt x="1504056" y="226697"/>
                  </a:lnTo>
                  <a:lnTo>
                    <a:pt x="1439972" y="192987"/>
                  </a:lnTo>
                  <a:lnTo>
                    <a:pt x="1370389" y="162693"/>
                  </a:lnTo>
                  <a:lnTo>
                    <a:pt x="1294893" y="135426"/>
                  </a:lnTo>
                  <a:lnTo>
                    <a:pt x="1213469" y="110895"/>
                  </a:lnTo>
                  <a:lnTo>
                    <a:pt x="1126691" y="88915"/>
                  </a:lnTo>
                  <a:lnTo>
                    <a:pt x="1035906" y="69397"/>
                  </a:lnTo>
                  <a:lnTo>
                    <a:pt x="943370" y="52339"/>
                  </a:lnTo>
                  <a:lnTo>
                    <a:pt x="852263" y="37789"/>
                  </a:lnTo>
                  <a:lnTo>
                    <a:pt x="766473" y="25802"/>
                  </a:lnTo>
                  <a:lnTo>
                    <a:pt x="690110" y="16385"/>
                  </a:lnTo>
                  <a:lnTo>
                    <a:pt x="626802" y="9442"/>
                  </a:lnTo>
                  <a:lnTo>
                    <a:pt x="578922" y="4742"/>
                  </a:lnTo>
                  <a:lnTo>
                    <a:pt x="547007" y="1924"/>
                  </a:lnTo>
                  <a:lnTo>
                    <a:pt x="529514" y="529"/>
                  </a:lnTo>
                  <a:lnTo>
                    <a:pt x="522946" y="54"/>
                  </a:lnTo>
                  <a:lnTo>
                    <a:pt x="5221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219" name="pl219"/>
            <p:cNvSpPr/>
            <p:nvPr/>
          </p:nvSpPr>
          <p:spPr>
            <a:xfrm>
              <a:off x="386606" y="3252409"/>
              <a:ext cx="8554953" cy="2784055"/>
            </a:xfrm>
            <a:custGeom>
              <a:avLst/>
              <a:pathLst>
                <a:path w="8554953" h="2784055">
                  <a:moveTo>
                    <a:pt x="0" y="0"/>
                  </a:moveTo>
                  <a:lnTo>
                    <a:pt x="522133" y="0"/>
                  </a:lnTo>
                  <a:lnTo>
                    <a:pt x="523287" y="77"/>
                  </a:lnTo>
                  <a:lnTo>
                    <a:pt x="530850" y="630"/>
                  </a:lnTo>
                  <a:lnTo>
                    <a:pt x="549818" y="2160"/>
                  </a:lnTo>
                  <a:lnTo>
                    <a:pt x="583483" y="5167"/>
                  </a:lnTo>
                  <a:lnTo>
                    <a:pt x="633155" y="10102"/>
                  </a:lnTo>
                  <a:lnTo>
                    <a:pt x="698073" y="17314"/>
                  </a:lnTo>
                  <a:lnTo>
                    <a:pt x="775687" y="27016"/>
                  </a:lnTo>
                  <a:lnTo>
                    <a:pt x="862279" y="39292"/>
                  </a:lnTo>
                  <a:lnTo>
                    <a:pt x="953729" y="54126"/>
                  </a:lnTo>
                  <a:lnTo>
                    <a:pt x="1046211" y="71462"/>
                  </a:lnTo>
                  <a:lnTo>
                    <a:pt x="1136643" y="91253"/>
                  </a:lnTo>
                  <a:lnTo>
                    <a:pt x="1222872" y="113513"/>
                  </a:lnTo>
                  <a:lnTo>
                    <a:pt x="1303647" y="138339"/>
                  </a:lnTo>
                  <a:lnTo>
                    <a:pt x="1378472" y="165929"/>
                  </a:lnTo>
                  <a:lnTo>
                    <a:pt x="1447412" y="196585"/>
                  </a:lnTo>
                  <a:lnTo>
                    <a:pt x="1510919" y="230706"/>
                  </a:lnTo>
                  <a:lnTo>
                    <a:pt x="1569679" y="268775"/>
                  </a:lnTo>
                  <a:lnTo>
                    <a:pt x="1624506" y="311333"/>
                  </a:lnTo>
                  <a:lnTo>
                    <a:pt x="1676257" y="358928"/>
                  </a:lnTo>
                  <a:lnTo>
                    <a:pt x="1725759" y="412029"/>
                  </a:lnTo>
                  <a:lnTo>
                    <a:pt x="1768425" y="464009"/>
                  </a:lnTo>
                  <a:lnTo>
                    <a:pt x="1805908" y="514329"/>
                  </a:lnTo>
                  <a:lnTo>
                    <a:pt x="1843039" y="568350"/>
                  </a:lnTo>
                  <a:lnTo>
                    <a:pt x="1880045" y="626147"/>
                  </a:lnTo>
                  <a:lnTo>
                    <a:pt x="1917101" y="687735"/>
                  </a:lnTo>
                  <a:lnTo>
                    <a:pt x="1954340" y="753060"/>
                  </a:lnTo>
                  <a:lnTo>
                    <a:pt x="1991856" y="821998"/>
                  </a:lnTo>
                  <a:lnTo>
                    <a:pt x="2029704" y="894343"/>
                  </a:lnTo>
                  <a:lnTo>
                    <a:pt x="2067910" y="969814"/>
                  </a:lnTo>
                  <a:lnTo>
                    <a:pt x="2106467" y="1048052"/>
                  </a:lnTo>
                  <a:lnTo>
                    <a:pt x="2145343" y="1128624"/>
                  </a:lnTo>
                  <a:lnTo>
                    <a:pt x="2184483" y="1211033"/>
                  </a:lnTo>
                  <a:lnTo>
                    <a:pt x="2223814" y="1294730"/>
                  </a:lnTo>
                  <a:lnTo>
                    <a:pt x="2263251" y="1379128"/>
                  </a:lnTo>
                  <a:lnTo>
                    <a:pt x="2302703" y="1463620"/>
                  </a:lnTo>
                  <a:lnTo>
                    <a:pt x="2342076" y="1547595"/>
                  </a:lnTo>
                  <a:lnTo>
                    <a:pt x="2381282" y="1630458"/>
                  </a:lnTo>
                  <a:lnTo>
                    <a:pt x="2420245" y="1711645"/>
                  </a:lnTo>
                  <a:lnTo>
                    <a:pt x="2458904" y="1790644"/>
                  </a:lnTo>
                  <a:lnTo>
                    <a:pt x="2497219" y="1867001"/>
                  </a:lnTo>
                  <a:lnTo>
                    <a:pt x="2535176" y="1940334"/>
                  </a:lnTo>
                  <a:lnTo>
                    <a:pt x="2572788" y="2010336"/>
                  </a:lnTo>
                  <a:lnTo>
                    <a:pt x="2610104" y="2076780"/>
                  </a:lnTo>
                  <a:lnTo>
                    <a:pt x="2647203" y="2139517"/>
                  </a:lnTo>
                  <a:lnTo>
                    <a:pt x="2684208" y="2198472"/>
                  </a:lnTo>
                  <a:lnTo>
                    <a:pt x="2721279" y="2253640"/>
                  </a:lnTo>
                  <a:lnTo>
                    <a:pt x="2758628" y="2305078"/>
                  </a:lnTo>
                  <a:lnTo>
                    <a:pt x="2770117" y="2320046"/>
                  </a:lnTo>
                  <a:lnTo>
                    <a:pt x="2818240" y="2378258"/>
                  </a:lnTo>
                  <a:lnTo>
                    <a:pt x="2867955" y="2430724"/>
                  </a:lnTo>
                  <a:lnTo>
                    <a:pt x="2920008" y="2477729"/>
                  </a:lnTo>
                  <a:lnTo>
                    <a:pt x="2975234" y="2519756"/>
                  </a:lnTo>
                  <a:lnTo>
                    <a:pt x="3034486" y="2557357"/>
                  </a:lnTo>
                  <a:lnTo>
                    <a:pt x="3098570" y="2591067"/>
                  </a:lnTo>
                  <a:lnTo>
                    <a:pt x="3168153" y="2621361"/>
                  </a:lnTo>
                  <a:lnTo>
                    <a:pt x="3243650" y="2648629"/>
                  </a:lnTo>
                  <a:lnTo>
                    <a:pt x="3325073" y="2673159"/>
                  </a:lnTo>
                  <a:lnTo>
                    <a:pt x="3411851" y="2695140"/>
                  </a:lnTo>
                  <a:lnTo>
                    <a:pt x="3502637" y="2714657"/>
                  </a:lnTo>
                  <a:lnTo>
                    <a:pt x="3595173" y="2731715"/>
                  </a:lnTo>
                  <a:lnTo>
                    <a:pt x="3686279" y="2746266"/>
                  </a:lnTo>
                  <a:lnTo>
                    <a:pt x="3772070" y="2758253"/>
                  </a:lnTo>
                  <a:lnTo>
                    <a:pt x="3848432" y="2767670"/>
                  </a:lnTo>
                  <a:lnTo>
                    <a:pt x="3911741" y="2774613"/>
                  </a:lnTo>
                  <a:lnTo>
                    <a:pt x="3959620" y="2779312"/>
                  </a:lnTo>
                  <a:lnTo>
                    <a:pt x="3991536" y="2782130"/>
                  </a:lnTo>
                  <a:lnTo>
                    <a:pt x="4009028" y="2783525"/>
                  </a:lnTo>
                  <a:lnTo>
                    <a:pt x="4015596" y="2784001"/>
                  </a:lnTo>
                  <a:lnTo>
                    <a:pt x="4016409" y="2784055"/>
                  </a:lnTo>
                  <a:lnTo>
                    <a:pt x="4538543" y="2784055"/>
                  </a:lnTo>
                  <a:lnTo>
                    <a:pt x="4539759" y="2784001"/>
                  </a:lnTo>
                  <a:lnTo>
                    <a:pt x="4547715" y="2783613"/>
                  </a:lnTo>
                  <a:lnTo>
                    <a:pt x="4567634" y="2782543"/>
                  </a:lnTo>
                  <a:lnTo>
                    <a:pt x="4602899" y="2780440"/>
                  </a:lnTo>
                  <a:lnTo>
                    <a:pt x="4654754" y="2776992"/>
                  </a:lnTo>
                  <a:lnTo>
                    <a:pt x="4722229" y="2771963"/>
                  </a:lnTo>
                  <a:lnTo>
                    <a:pt x="4802487" y="2765213"/>
                  </a:lnTo>
                  <a:lnTo>
                    <a:pt x="4891517" y="2756694"/>
                  </a:lnTo>
                  <a:lnTo>
                    <a:pt x="4984985" y="2746421"/>
                  </a:lnTo>
                  <a:lnTo>
                    <a:pt x="5078952" y="2734436"/>
                  </a:lnTo>
                  <a:lnTo>
                    <a:pt x="5170329" y="2720765"/>
                  </a:lnTo>
                  <a:lnTo>
                    <a:pt x="5257031" y="2705390"/>
                  </a:lnTo>
                  <a:lnTo>
                    <a:pt x="5337917" y="2688228"/>
                  </a:lnTo>
                  <a:lnTo>
                    <a:pt x="5412611" y="2669125"/>
                  </a:lnTo>
                  <a:lnTo>
                    <a:pt x="5481296" y="2647854"/>
                  </a:lnTo>
                  <a:lnTo>
                    <a:pt x="5544523" y="2624117"/>
                  </a:lnTo>
                  <a:lnTo>
                    <a:pt x="5603066" y="2597564"/>
                  </a:lnTo>
                  <a:lnTo>
                    <a:pt x="5657801" y="2567811"/>
                  </a:lnTo>
                  <a:lnTo>
                    <a:pt x="5709631" y="2534485"/>
                  </a:lnTo>
                  <a:lnTo>
                    <a:pt x="5759402" y="2497294"/>
                  </a:lnTo>
                  <a:lnTo>
                    <a:pt x="5784835" y="2476284"/>
                  </a:lnTo>
                  <a:lnTo>
                    <a:pt x="5828007" y="2437594"/>
                  </a:lnTo>
                  <a:lnTo>
                    <a:pt x="5870760" y="2395630"/>
                  </a:lnTo>
                  <a:lnTo>
                    <a:pt x="5913423" y="2350329"/>
                  </a:lnTo>
                  <a:lnTo>
                    <a:pt x="5956238" y="2301702"/>
                  </a:lnTo>
                  <a:lnTo>
                    <a:pt x="5999378" y="2249843"/>
                  </a:lnTo>
                  <a:lnTo>
                    <a:pt x="6042945" y="2194933"/>
                  </a:lnTo>
                  <a:lnTo>
                    <a:pt x="6086984" y="2137246"/>
                  </a:lnTo>
                  <a:lnTo>
                    <a:pt x="6131488" y="2077147"/>
                  </a:lnTo>
                  <a:lnTo>
                    <a:pt x="6176400" y="2015084"/>
                  </a:lnTo>
                  <a:lnTo>
                    <a:pt x="6221629" y="1951581"/>
                  </a:lnTo>
                  <a:lnTo>
                    <a:pt x="6267053" y="1887212"/>
                  </a:lnTo>
                  <a:lnTo>
                    <a:pt x="6312536" y="1822589"/>
                  </a:lnTo>
                  <a:lnTo>
                    <a:pt x="6357935" y="1758332"/>
                  </a:lnTo>
                  <a:lnTo>
                    <a:pt x="6403115" y="1695047"/>
                  </a:lnTo>
                  <a:lnTo>
                    <a:pt x="6447959" y="1633304"/>
                  </a:lnTo>
                  <a:lnTo>
                    <a:pt x="6492382" y="1573610"/>
                  </a:lnTo>
                  <a:lnTo>
                    <a:pt x="6536335" y="1516401"/>
                  </a:lnTo>
                  <a:lnTo>
                    <a:pt x="6579820" y="1462025"/>
                  </a:lnTo>
                  <a:lnTo>
                    <a:pt x="6622891" y="1410740"/>
                  </a:lnTo>
                  <a:lnTo>
                    <a:pt x="6665664" y="1362711"/>
                  </a:lnTo>
                  <a:lnTo>
                    <a:pt x="6708323" y="1318015"/>
                  </a:lnTo>
                  <a:lnTo>
                    <a:pt x="6751125" y="1276650"/>
                  </a:lnTo>
                  <a:lnTo>
                    <a:pt x="6786527" y="1245201"/>
                  </a:lnTo>
                  <a:lnTo>
                    <a:pt x="6835520" y="1205937"/>
                  </a:lnTo>
                  <a:lnTo>
                    <a:pt x="6886174" y="1170618"/>
                  </a:lnTo>
                  <a:lnTo>
                    <a:pt x="6939281" y="1139042"/>
                  </a:lnTo>
                  <a:lnTo>
                    <a:pt x="6995722" y="1110866"/>
                  </a:lnTo>
                  <a:lnTo>
                    <a:pt x="7056396" y="1085704"/>
                  </a:lnTo>
                  <a:lnTo>
                    <a:pt x="7122144" y="1063185"/>
                  </a:lnTo>
                  <a:lnTo>
                    <a:pt x="7193648" y="1042982"/>
                  </a:lnTo>
                  <a:lnTo>
                    <a:pt x="7271305" y="1024831"/>
                  </a:lnTo>
                  <a:lnTo>
                    <a:pt x="7355058" y="1008537"/>
                  </a:lnTo>
                  <a:lnTo>
                    <a:pt x="7444190" y="993982"/>
                  </a:lnTo>
                  <a:lnTo>
                    <a:pt x="7537126" y="981115"/>
                  </a:lnTo>
                  <a:lnTo>
                    <a:pt x="7631299" y="969942"/>
                  </a:lnTo>
                  <a:lnTo>
                    <a:pt x="7723177" y="960502"/>
                  </a:lnTo>
                  <a:lnTo>
                    <a:pt x="7808559" y="952828"/>
                  </a:lnTo>
                  <a:lnTo>
                    <a:pt x="7883160" y="946912"/>
                  </a:lnTo>
                  <a:lnTo>
                    <a:pt x="7943428" y="942662"/>
                  </a:lnTo>
                  <a:lnTo>
                    <a:pt x="7987348" y="939891"/>
                  </a:lnTo>
                  <a:lnTo>
                    <a:pt x="8014994" y="938323"/>
                  </a:lnTo>
                  <a:lnTo>
                    <a:pt x="8028658" y="937623"/>
                  </a:lnTo>
                  <a:lnTo>
                    <a:pt x="8032641" y="937438"/>
                  </a:lnTo>
                  <a:lnTo>
                    <a:pt x="8032819" y="937430"/>
                  </a:lnTo>
                  <a:lnTo>
                    <a:pt x="8554953" y="937430"/>
                  </a:lnTo>
                  <a:lnTo>
                    <a:pt x="8554953" y="93743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20" name="pl220"/>
            <p:cNvSpPr/>
            <p:nvPr/>
          </p:nvSpPr>
          <p:spPr>
            <a:xfrm>
              <a:off x="386606" y="3246762"/>
              <a:ext cx="8554953" cy="2784055"/>
            </a:xfrm>
            <a:custGeom>
              <a:avLst/>
              <a:pathLst>
                <a:path w="8554953" h="2784055">
                  <a:moveTo>
                    <a:pt x="8554953" y="937430"/>
                  </a:moveTo>
                  <a:lnTo>
                    <a:pt x="8032819" y="937430"/>
                  </a:lnTo>
                  <a:lnTo>
                    <a:pt x="8031603" y="937484"/>
                  </a:lnTo>
                  <a:lnTo>
                    <a:pt x="8023647" y="937871"/>
                  </a:lnTo>
                  <a:lnTo>
                    <a:pt x="8003728" y="938942"/>
                  </a:lnTo>
                  <a:lnTo>
                    <a:pt x="7968462" y="941045"/>
                  </a:lnTo>
                  <a:lnTo>
                    <a:pt x="7916608" y="944493"/>
                  </a:lnTo>
                  <a:lnTo>
                    <a:pt x="7849133" y="949521"/>
                  </a:lnTo>
                  <a:lnTo>
                    <a:pt x="7768875" y="956271"/>
                  </a:lnTo>
                  <a:lnTo>
                    <a:pt x="7679845" y="964791"/>
                  </a:lnTo>
                  <a:lnTo>
                    <a:pt x="7586377" y="975064"/>
                  </a:lnTo>
                  <a:lnTo>
                    <a:pt x="7492410" y="987049"/>
                  </a:lnTo>
                  <a:lnTo>
                    <a:pt x="7401033" y="1000720"/>
                  </a:lnTo>
                  <a:lnTo>
                    <a:pt x="7314331" y="1016095"/>
                  </a:lnTo>
                  <a:lnTo>
                    <a:pt x="7233445" y="1033257"/>
                  </a:lnTo>
                  <a:lnTo>
                    <a:pt x="7158751" y="1052359"/>
                  </a:lnTo>
                  <a:lnTo>
                    <a:pt x="7090066" y="1073631"/>
                  </a:lnTo>
                  <a:lnTo>
                    <a:pt x="7026839" y="1097368"/>
                  </a:lnTo>
                  <a:lnTo>
                    <a:pt x="6968296" y="1123921"/>
                  </a:lnTo>
                  <a:lnTo>
                    <a:pt x="6913561" y="1153673"/>
                  </a:lnTo>
                  <a:lnTo>
                    <a:pt x="6861731" y="1187000"/>
                  </a:lnTo>
                  <a:lnTo>
                    <a:pt x="6811960" y="1224191"/>
                  </a:lnTo>
                  <a:lnTo>
                    <a:pt x="6786527" y="1245201"/>
                  </a:lnTo>
                  <a:lnTo>
                    <a:pt x="6743355" y="1283891"/>
                  </a:lnTo>
                  <a:lnTo>
                    <a:pt x="6700602" y="1325855"/>
                  </a:lnTo>
                  <a:lnTo>
                    <a:pt x="6657939" y="1371156"/>
                  </a:lnTo>
                  <a:lnTo>
                    <a:pt x="6615123" y="1419783"/>
                  </a:lnTo>
                  <a:lnTo>
                    <a:pt x="6571984" y="1471642"/>
                  </a:lnTo>
                  <a:lnTo>
                    <a:pt x="6528417" y="1526552"/>
                  </a:lnTo>
                  <a:lnTo>
                    <a:pt x="6484378" y="1584239"/>
                  </a:lnTo>
                  <a:lnTo>
                    <a:pt x="6439874" y="1644338"/>
                  </a:lnTo>
                  <a:lnTo>
                    <a:pt x="6394962" y="1706400"/>
                  </a:lnTo>
                  <a:lnTo>
                    <a:pt x="6349733" y="1769904"/>
                  </a:lnTo>
                  <a:lnTo>
                    <a:pt x="6304308" y="1834273"/>
                  </a:lnTo>
                  <a:lnTo>
                    <a:pt x="6258826" y="1898896"/>
                  </a:lnTo>
                  <a:lnTo>
                    <a:pt x="6213427" y="1963153"/>
                  </a:lnTo>
                  <a:lnTo>
                    <a:pt x="6168247" y="2026437"/>
                  </a:lnTo>
                  <a:lnTo>
                    <a:pt x="6123402" y="2088181"/>
                  </a:lnTo>
                  <a:lnTo>
                    <a:pt x="6078980" y="2147875"/>
                  </a:lnTo>
                  <a:lnTo>
                    <a:pt x="6035027" y="2205084"/>
                  </a:lnTo>
                  <a:lnTo>
                    <a:pt x="5991542" y="2259459"/>
                  </a:lnTo>
                  <a:lnTo>
                    <a:pt x="5948471" y="2310745"/>
                  </a:lnTo>
                  <a:lnTo>
                    <a:pt x="5905698" y="2358774"/>
                  </a:lnTo>
                  <a:lnTo>
                    <a:pt x="5863039" y="2403469"/>
                  </a:lnTo>
                  <a:lnTo>
                    <a:pt x="5820237" y="2444834"/>
                  </a:lnTo>
                  <a:lnTo>
                    <a:pt x="5784835" y="2476284"/>
                  </a:lnTo>
                  <a:lnTo>
                    <a:pt x="5735842" y="2515548"/>
                  </a:lnTo>
                  <a:lnTo>
                    <a:pt x="5685187" y="2550867"/>
                  </a:lnTo>
                  <a:lnTo>
                    <a:pt x="5632081" y="2582443"/>
                  </a:lnTo>
                  <a:lnTo>
                    <a:pt x="5575640" y="2610619"/>
                  </a:lnTo>
                  <a:lnTo>
                    <a:pt x="5514966" y="2635780"/>
                  </a:lnTo>
                  <a:lnTo>
                    <a:pt x="5449218" y="2658299"/>
                  </a:lnTo>
                  <a:lnTo>
                    <a:pt x="5377714" y="2678502"/>
                  </a:lnTo>
                  <a:lnTo>
                    <a:pt x="5300057" y="2696654"/>
                  </a:lnTo>
                  <a:lnTo>
                    <a:pt x="5216304" y="2712948"/>
                  </a:lnTo>
                  <a:lnTo>
                    <a:pt x="5127172" y="2727503"/>
                  </a:lnTo>
                  <a:lnTo>
                    <a:pt x="5034236" y="2740370"/>
                  </a:lnTo>
                  <a:lnTo>
                    <a:pt x="4940063" y="2751543"/>
                  </a:lnTo>
                  <a:lnTo>
                    <a:pt x="4848185" y="2760983"/>
                  </a:lnTo>
                  <a:lnTo>
                    <a:pt x="4762803" y="2768656"/>
                  </a:lnTo>
                  <a:lnTo>
                    <a:pt x="4688202" y="2774573"/>
                  </a:lnTo>
                  <a:lnTo>
                    <a:pt x="4627934" y="2778823"/>
                  </a:lnTo>
                  <a:lnTo>
                    <a:pt x="4584013" y="2781594"/>
                  </a:lnTo>
                  <a:lnTo>
                    <a:pt x="4556368" y="2783162"/>
                  </a:lnTo>
                  <a:lnTo>
                    <a:pt x="4542704" y="2783862"/>
                  </a:lnTo>
                  <a:lnTo>
                    <a:pt x="4538721" y="2784047"/>
                  </a:lnTo>
                  <a:lnTo>
                    <a:pt x="4538543" y="2784055"/>
                  </a:lnTo>
                  <a:lnTo>
                    <a:pt x="4016409" y="2784055"/>
                  </a:lnTo>
                  <a:lnTo>
                    <a:pt x="4015255" y="2783977"/>
                  </a:lnTo>
                  <a:lnTo>
                    <a:pt x="4007692" y="2783424"/>
                  </a:lnTo>
                  <a:lnTo>
                    <a:pt x="3988725" y="2781894"/>
                  </a:lnTo>
                  <a:lnTo>
                    <a:pt x="3955059" y="2778887"/>
                  </a:lnTo>
                  <a:lnTo>
                    <a:pt x="3905388" y="2773952"/>
                  </a:lnTo>
                  <a:lnTo>
                    <a:pt x="3840470" y="2766741"/>
                  </a:lnTo>
                  <a:lnTo>
                    <a:pt x="3762855" y="2757038"/>
                  </a:lnTo>
                  <a:lnTo>
                    <a:pt x="3676263" y="2744763"/>
                  </a:lnTo>
                  <a:lnTo>
                    <a:pt x="3584813" y="2729928"/>
                  </a:lnTo>
                  <a:lnTo>
                    <a:pt x="3492331" y="2712593"/>
                  </a:lnTo>
                  <a:lnTo>
                    <a:pt x="3401899" y="2692801"/>
                  </a:lnTo>
                  <a:lnTo>
                    <a:pt x="3315670" y="2670541"/>
                  </a:lnTo>
                  <a:lnTo>
                    <a:pt x="3234895" y="2645715"/>
                  </a:lnTo>
                  <a:lnTo>
                    <a:pt x="3160070" y="2618125"/>
                  </a:lnTo>
                  <a:lnTo>
                    <a:pt x="3091130" y="2587470"/>
                  </a:lnTo>
                  <a:lnTo>
                    <a:pt x="3027623" y="2553349"/>
                  </a:lnTo>
                  <a:lnTo>
                    <a:pt x="2968863" y="2515279"/>
                  </a:lnTo>
                  <a:lnTo>
                    <a:pt x="2914036" y="2472721"/>
                  </a:lnTo>
                  <a:lnTo>
                    <a:pt x="2862286" y="2425127"/>
                  </a:lnTo>
                  <a:lnTo>
                    <a:pt x="2812784" y="2372025"/>
                  </a:lnTo>
                  <a:lnTo>
                    <a:pt x="2770117" y="2320046"/>
                  </a:lnTo>
                  <a:lnTo>
                    <a:pt x="2732634" y="2269725"/>
                  </a:lnTo>
                  <a:lnTo>
                    <a:pt x="2695503" y="2215704"/>
                  </a:lnTo>
                  <a:lnTo>
                    <a:pt x="2658497" y="2157907"/>
                  </a:lnTo>
                  <a:lnTo>
                    <a:pt x="2621441" y="2096319"/>
                  </a:lnTo>
                  <a:lnTo>
                    <a:pt x="2584202" y="2030994"/>
                  </a:lnTo>
                  <a:lnTo>
                    <a:pt x="2546687" y="1962057"/>
                  </a:lnTo>
                  <a:lnTo>
                    <a:pt x="2508838" y="1889711"/>
                  </a:lnTo>
                  <a:lnTo>
                    <a:pt x="2470632" y="1814240"/>
                  </a:lnTo>
                  <a:lnTo>
                    <a:pt x="2432075" y="1736002"/>
                  </a:lnTo>
                  <a:lnTo>
                    <a:pt x="2393199" y="1655431"/>
                  </a:lnTo>
                  <a:lnTo>
                    <a:pt x="2354059" y="1573022"/>
                  </a:lnTo>
                  <a:lnTo>
                    <a:pt x="2314728" y="1489325"/>
                  </a:lnTo>
                  <a:lnTo>
                    <a:pt x="2275291" y="1404926"/>
                  </a:lnTo>
                  <a:lnTo>
                    <a:pt x="2235839" y="1320434"/>
                  </a:lnTo>
                  <a:lnTo>
                    <a:pt x="2196467" y="1236459"/>
                  </a:lnTo>
                  <a:lnTo>
                    <a:pt x="2157260" y="1153597"/>
                  </a:lnTo>
                  <a:lnTo>
                    <a:pt x="2118297" y="1072409"/>
                  </a:lnTo>
                  <a:lnTo>
                    <a:pt x="2079638" y="993411"/>
                  </a:lnTo>
                  <a:lnTo>
                    <a:pt x="2041323" y="917054"/>
                  </a:lnTo>
                  <a:lnTo>
                    <a:pt x="2003366" y="843721"/>
                  </a:lnTo>
                  <a:lnTo>
                    <a:pt x="1965754" y="773719"/>
                  </a:lnTo>
                  <a:lnTo>
                    <a:pt x="1928439" y="707274"/>
                  </a:lnTo>
                  <a:lnTo>
                    <a:pt x="1891339" y="644537"/>
                  </a:lnTo>
                  <a:lnTo>
                    <a:pt x="1854334" y="585582"/>
                  </a:lnTo>
                  <a:lnTo>
                    <a:pt x="1817263" y="530414"/>
                  </a:lnTo>
                  <a:lnTo>
                    <a:pt x="1779914" y="478976"/>
                  </a:lnTo>
                  <a:lnTo>
                    <a:pt x="1768425" y="464009"/>
                  </a:lnTo>
                  <a:lnTo>
                    <a:pt x="1720302" y="405797"/>
                  </a:lnTo>
                  <a:lnTo>
                    <a:pt x="1670587" y="353330"/>
                  </a:lnTo>
                  <a:lnTo>
                    <a:pt x="1618534" y="306326"/>
                  </a:lnTo>
                  <a:lnTo>
                    <a:pt x="1563309" y="264298"/>
                  </a:lnTo>
                  <a:lnTo>
                    <a:pt x="1504056" y="226697"/>
                  </a:lnTo>
                  <a:lnTo>
                    <a:pt x="1439972" y="192987"/>
                  </a:lnTo>
                  <a:lnTo>
                    <a:pt x="1370389" y="162693"/>
                  </a:lnTo>
                  <a:lnTo>
                    <a:pt x="1294893" y="135426"/>
                  </a:lnTo>
                  <a:lnTo>
                    <a:pt x="1213469" y="110895"/>
                  </a:lnTo>
                  <a:lnTo>
                    <a:pt x="1126691" y="88915"/>
                  </a:lnTo>
                  <a:lnTo>
                    <a:pt x="1035906" y="69397"/>
                  </a:lnTo>
                  <a:lnTo>
                    <a:pt x="943370" y="52339"/>
                  </a:lnTo>
                  <a:lnTo>
                    <a:pt x="852263" y="37789"/>
                  </a:lnTo>
                  <a:lnTo>
                    <a:pt x="766473" y="25802"/>
                  </a:lnTo>
                  <a:lnTo>
                    <a:pt x="690110" y="16385"/>
                  </a:lnTo>
                  <a:lnTo>
                    <a:pt x="626802" y="9442"/>
                  </a:lnTo>
                  <a:lnTo>
                    <a:pt x="578922" y="4742"/>
                  </a:lnTo>
                  <a:lnTo>
                    <a:pt x="547007" y="1924"/>
                  </a:lnTo>
                  <a:lnTo>
                    <a:pt x="529514" y="529"/>
                  </a:lnTo>
                  <a:lnTo>
                    <a:pt x="522946" y="54"/>
                  </a:lnTo>
                  <a:lnTo>
                    <a:pt x="522133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21" name="pg221"/>
            <p:cNvSpPr/>
            <p:nvPr/>
          </p:nvSpPr>
          <p:spPr>
            <a:xfrm>
              <a:off x="386606" y="3252409"/>
              <a:ext cx="8554953" cy="2795349"/>
            </a:xfrm>
            <a:custGeom>
              <a:avLst/>
              <a:pathLst>
                <a:path w="8554953" h="2795349">
                  <a:moveTo>
                    <a:pt x="0" y="5647"/>
                  </a:moveTo>
                  <a:lnTo>
                    <a:pt x="522133" y="5647"/>
                  </a:lnTo>
                  <a:lnTo>
                    <a:pt x="523287" y="5724"/>
                  </a:lnTo>
                  <a:lnTo>
                    <a:pt x="530847" y="6279"/>
                  </a:lnTo>
                  <a:lnTo>
                    <a:pt x="549808" y="7811"/>
                  </a:lnTo>
                  <a:lnTo>
                    <a:pt x="583462" y="10823"/>
                  </a:lnTo>
                  <a:lnTo>
                    <a:pt x="633119" y="15766"/>
                  </a:lnTo>
                  <a:lnTo>
                    <a:pt x="698019" y="22990"/>
                  </a:lnTo>
                  <a:lnTo>
                    <a:pt x="775616" y="32708"/>
                  </a:lnTo>
                  <a:lnTo>
                    <a:pt x="862190" y="45005"/>
                  </a:lnTo>
                  <a:lnTo>
                    <a:pt x="953626" y="59865"/>
                  </a:lnTo>
                  <a:lnTo>
                    <a:pt x="1046097" y="77231"/>
                  </a:lnTo>
                  <a:lnTo>
                    <a:pt x="1136522" y="97057"/>
                  </a:lnTo>
                  <a:lnTo>
                    <a:pt x="1222748" y="119356"/>
                  </a:lnTo>
                  <a:lnTo>
                    <a:pt x="1303522" y="144225"/>
                  </a:lnTo>
                  <a:lnTo>
                    <a:pt x="1378348" y="171863"/>
                  </a:lnTo>
                  <a:lnTo>
                    <a:pt x="1447290" y="202571"/>
                  </a:lnTo>
                  <a:lnTo>
                    <a:pt x="1510798" y="236749"/>
                  </a:lnTo>
                  <a:lnTo>
                    <a:pt x="1569560" y="274883"/>
                  </a:lnTo>
                  <a:lnTo>
                    <a:pt x="1624388" y="317511"/>
                  </a:lnTo>
                  <a:lnTo>
                    <a:pt x="1676138" y="365185"/>
                  </a:lnTo>
                  <a:lnTo>
                    <a:pt x="1725638" y="418373"/>
                  </a:lnTo>
                  <a:lnTo>
                    <a:pt x="1768425" y="470597"/>
                  </a:lnTo>
                  <a:lnTo>
                    <a:pt x="1805879" y="520979"/>
                  </a:lnTo>
                  <a:lnTo>
                    <a:pt x="1842981" y="575062"/>
                  </a:lnTo>
                  <a:lnTo>
                    <a:pt x="1879958" y="632924"/>
                  </a:lnTo>
                  <a:lnTo>
                    <a:pt x="1916985" y="694578"/>
                  </a:lnTo>
                  <a:lnTo>
                    <a:pt x="1954194" y="759971"/>
                  </a:lnTo>
                  <a:lnTo>
                    <a:pt x="1991678" y="828979"/>
                  </a:lnTo>
                  <a:lnTo>
                    <a:pt x="2029495" y="901397"/>
                  </a:lnTo>
                  <a:lnTo>
                    <a:pt x="2067669" y="976945"/>
                  </a:lnTo>
                  <a:lnTo>
                    <a:pt x="2106194" y="1055263"/>
                  </a:lnTo>
                  <a:lnTo>
                    <a:pt x="2145037" y="1135919"/>
                  </a:lnTo>
                  <a:lnTo>
                    <a:pt x="2184144" y="1218417"/>
                  </a:lnTo>
                  <a:lnTo>
                    <a:pt x="2223443" y="1302209"/>
                  </a:lnTo>
                  <a:lnTo>
                    <a:pt x="2262849" y="1386709"/>
                  </a:lnTo>
                  <a:lnTo>
                    <a:pt x="2302270" y="1471308"/>
                  </a:lnTo>
                  <a:lnTo>
                    <a:pt x="2341613" y="1555396"/>
                  </a:lnTo>
                  <a:lnTo>
                    <a:pt x="2380791" y="1638379"/>
                  </a:lnTo>
                  <a:lnTo>
                    <a:pt x="2419727" y="1719692"/>
                  </a:lnTo>
                  <a:lnTo>
                    <a:pt x="2458360" y="1798823"/>
                  </a:lnTo>
                  <a:lnTo>
                    <a:pt x="2496651" y="1875316"/>
                  </a:lnTo>
                  <a:lnTo>
                    <a:pt x="2534583" y="1948788"/>
                  </a:lnTo>
                  <a:lnTo>
                    <a:pt x="2572171" y="2018933"/>
                  </a:lnTo>
                  <a:lnTo>
                    <a:pt x="2609461" y="2085521"/>
                  </a:lnTo>
                  <a:lnTo>
                    <a:pt x="2646535" y="2148403"/>
                  </a:lnTo>
                  <a:lnTo>
                    <a:pt x="2683511" y="2207501"/>
                  </a:lnTo>
                  <a:lnTo>
                    <a:pt x="2720550" y="2262810"/>
                  </a:lnTo>
                  <a:lnTo>
                    <a:pt x="2757862" y="2314386"/>
                  </a:lnTo>
                  <a:lnTo>
                    <a:pt x="2770117" y="2330399"/>
                  </a:lnTo>
                  <a:lnTo>
                    <a:pt x="2818234" y="2388722"/>
                  </a:lnTo>
                  <a:lnTo>
                    <a:pt x="2867943" y="2441289"/>
                  </a:lnTo>
                  <a:lnTo>
                    <a:pt x="2919988" y="2488385"/>
                  </a:lnTo>
                  <a:lnTo>
                    <a:pt x="2975205" y="2530495"/>
                  </a:lnTo>
                  <a:lnTo>
                    <a:pt x="3034448" y="2568170"/>
                  </a:lnTo>
                  <a:lnTo>
                    <a:pt x="3098521" y="2601946"/>
                  </a:lnTo>
                  <a:lnTo>
                    <a:pt x="3168090" y="2632301"/>
                  </a:lnTo>
                  <a:lnTo>
                    <a:pt x="3243572" y="2659623"/>
                  </a:lnTo>
                  <a:lnTo>
                    <a:pt x="3324979" y="2684203"/>
                  </a:lnTo>
                  <a:lnTo>
                    <a:pt x="3411741" y="2706228"/>
                  </a:lnTo>
                  <a:lnTo>
                    <a:pt x="3502511" y="2725786"/>
                  </a:lnTo>
                  <a:lnTo>
                    <a:pt x="3595035" y="2742880"/>
                  </a:lnTo>
                  <a:lnTo>
                    <a:pt x="3686136" y="2757462"/>
                  </a:lnTo>
                  <a:lnTo>
                    <a:pt x="3771928" y="2769476"/>
                  </a:lnTo>
                  <a:lnTo>
                    <a:pt x="3848302" y="2778916"/>
                  </a:lnTo>
                  <a:lnTo>
                    <a:pt x="3911630" y="2785877"/>
                  </a:lnTo>
                  <a:lnTo>
                    <a:pt x="3959536" y="2790589"/>
                  </a:lnTo>
                  <a:lnTo>
                    <a:pt x="3991482" y="2793416"/>
                  </a:lnTo>
                  <a:lnTo>
                    <a:pt x="4009002" y="2794816"/>
                  </a:lnTo>
                  <a:lnTo>
                    <a:pt x="4015589" y="2795294"/>
                  </a:lnTo>
                  <a:lnTo>
                    <a:pt x="4016409" y="2795349"/>
                  </a:lnTo>
                  <a:lnTo>
                    <a:pt x="4538543" y="2795349"/>
                  </a:lnTo>
                  <a:lnTo>
                    <a:pt x="4539803" y="2795326"/>
                  </a:lnTo>
                  <a:lnTo>
                    <a:pt x="4548041" y="2795157"/>
                  </a:lnTo>
                  <a:lnTo>
                    <a:pt x="4568641" y="2794692"/>
                  </a:lnTo>
                  <a:lnTo>
                    <a:pt x="4605046" y="2793778"/>
                  </a:lnTo>
                  <a:lnTo>
                    <a:pt x="4658447" y="2792281"/>
                  </a:lnTo>
                  <a:lnTo>
                    <a:pt x="4727720" y="2790101"/>
                  </a:lnTo>
                  <a:lnTo>
                    <a:pt x="4809816" y="2787179"/>
                  </a:lnTo>
                  <a:lnTo>
                    <a:pt x="4900521" y="2783498"/>
                  </a:lnTo>
                  <a:lnTo>
                    <a:pt x="4995352" y="2779065"/>
                  </a:lnTo>
                  <a:lnTo>
                    <a:pt x="5090301" y="2773899"/>
                  </a:lnTo>
                  <a:lnTo>
                    <a:pt x="5182281" y="2768010"/>
                  </a:lnTo>
                  <a:lnTo>
                    <a:pt x="5269264" y="2761386"/>
                  </a:lnTo>
                  <a:lnTo>
                    <a:pt x="5350189" y="2753988"/>
                  </a:lnTo>
                  <a:lnTo>
                    <a:pt x="5424768" y="2745742"/>
                  </a:lnTo>
                  <a:lnTo>
                    <a:pt x="5493265" y="2736546"/>
                  </a:lnTo>
                  <a:lnTo>
                    <a:pt x="5556303" y="2726266"/>
                  </a:lnTo>
                  <a:lnTo>
                    <a:pt x="5614711" y="2714745"/>
                  </a:lnTo>
                  <a:lnTo>
                    <a:pt x="5669412" y="2701816"/>
                  </a:lnTo>
                  <a:lnTo>
                    <a:pt x="5721333" y="2687322"/>
                  </a:lnTo>
                  <a:lnTo>
                    <a:pt x="5771330" y="2671149"/>
                  </a:lnTo>
                  <a:lnTo>
                    <a:pt x="5784835" y="2666405"/>
                  </a:lnTo>
                  <a:lnTo>
                    <a:pt x="5836017" y="2647016"/>
                  </a:lnTo>
                  <a:lnTo>
                    <a:pt x="5886701" y="2625685"/>
                  </a:lnTo>
                  <a:lnTo>
                    <a:pt x="5937395" y="2602384"/>
                  </a:lnTo>
                  <a:lnTo>
                    <a:pt x="5988447" y="2577146"/>
                  </a:lnTo>
                  <a:lnTo>
                    <a:pt x="6040071" y="2550077"/>
                  </a:lnTo>
                  <a:lnTo>
                    <a:pt x="6092356" y="2521360"/>
                  </a:lnTo>
                  <a:lnTo>
                    <a:pt x="6145286" y="2491249"/>
                  </a:lnTo>
                  <a:lnTo>
                    <a:pt x="6198755" y="2460073"/>
                  </a:lnTo>
                  <a:lnTo>
                    <a:pt x="6252589" y="2428211"/>
                  </a:lnTo>
                  <a:lnTo>
                    <a:pt x="6306568" y="2396084"/>
                  </a:lnTo>
                  <a:lnTo>
                    <a:pt x="6360455" y="2364125"/>
                  </a:lnTo>
                  <a:lnTo>
                    <a:pt x="6414024" y="2332758"/>
                  </a:lnTo>
                  <a:lnTo>
                    <a:pt x="6467088" y="2302376"/>
                  </a:lnTo>
                  <a:lnTo>
                    <a:pt x="6519524" y="2273318"/>
                  </a:lnTo>
                  <a:lnTo>
                    <a:pt x="6571293" y="2245857"/>
                  </a:lnTo>
                  <a:lnTo>
                    <a:pt x="6622461" y="2220194"/>
                  </a:lnTo>
                  <a:lnTo>
                    <a:pt x="6673210" y="2196449"/>
                  </a:lnTo>
                  <a:lnTo>
                    <a:pt x="6723858" y="2174673"/>
                  </a:lnTo>
                  <a:lnTo>
                    <a:pt x="6774874" y="2154850"/>
                  </a:lnTo>
                  <a:lnTo>
                    <a:pt x="6786527" y="2150630"/>
                  </a:lnTo>
                  <a:lnTo>
                    <a:pt x="6836127" y="2133990"/>
                  </a:lnTo>
                  <a:lnTo>
                    <a:pt x="6887439" y="2119042"/>
                  </a:lnTo>
                  <a:lnTo>
                    <a:pt x="6941284" y="2105698"/>
                  </a:lnTo>
                  <a:lnTo>
                    <a:pt x="6998580" y="2093807"/>
                  </a:lnTo>
                  <a:lnTo>
                    <a:pt x="7060257" y="2083202"/>
                  </a:lnTo>
                  <a:lnTo>
                    <a:pt x="7127181" y="2073722"/>
                  </a:lnTo>
                  <a:lnTo>
                    <a:pt x="7200043" y="2065227"/>
                  </a:lnTo>
                  <a:lnTo>
                    <a:pt x="7279224" y="2057604"/>
                  </a:lnTo>
                  <a:lnTo>
                    <a:pt x="7364611" y="2050773"/>
                  </a:lnTo>
                  <a:lnTo>
                    <a:pt x="7455376" y="2044684"/>
                  </a:lnTo>
                  <a:lnTo>
                    <a:pt x="7549772" y="2039319"/>
                  </a:lnTo>
                  <a:lnTo>
                    <a:pt x="7645001" y="2034683"/>
                  </a:lnTo>
                  <a:lnTo>
                    <a:pt x="7737278" y="2030793"/>
                  </a:lnTo>
                  <a:lnTo>
                    <a:pt x="7822189" y="2027663"/>
                  </a:lnTo>
                  <a:lnTo>
                    <a:pt x="7895356" y="2025283"/>
                  </a:lnTo>
                  <a:lnTo>
                    <a:pt x="7953324" y="2023606"/>
                  </a:lnTo>
                  <a:lnTo>
                    <a:pt x="7994382" y="2022544"/>
                  </a:lnTo>
                  <a:lnTo>
                    <a:pt x="8019075" y="2021970"/>
                  </a:lnTo>
                  <a:lnTo>
                    <a:pt x="8030250" y="2021736"/>
                  </a:lnTo>
                  <a:lnTo>
                    <a:pt x="8032819" y="2021687"/>
                  </a:lnTo>
                  <a:lnTo>
                    <a:pt x="8554953" y="2021687"/>
                  </a:lnTo>
                  <a:lnTo>
                    <a:pt x="8554953" y="2016040"/>
                  </a:lnTo>
                  <a:lnTo>
                    <a:pt x="8032819" y="2016040"/>
                  </a:lnTo>
                  <a:lnTo>
                    <a:pt x="8031559" y="2016063"/>
                  </a:lnTo>
                  <a:lnTo>
                    <a:pt x="8023321" y="2016231"/>
                  </a:lnTo>
                  <a:lnTo>
                    <a:pt x="8002721" y="2016697"/>
                  </a:lnTo>
                  <a:lnTo>
                    <a:pt x="7966316" y="2017611"/>
                  </a:lnTo>
                  <a:lnTo>
                    <a:pt x="7912915" y="2019108"/>
                  </a:lnTo>
                  <a:lnTo>
                    <a:pt x="7843642" y="2021288"/>
                  </a:lnTo>
                  <a:lnTo>
                    <a:pt x="7761546" y="2024209"/>
                  </a:lnTo>
                  <a:lnTo>
                    <a:pt x="7670841" y="2027891"/>
                  </a:lnTo>
                  <a:lnTo>
                    <a:pt x="7576010" y="2032324"/>
                  </a:lnTo>
                  <a:lnTo>
                    <a:pt x="7481061" y="2037490"/>
                  </a:lnTo>
                  <a:lnTo>
                    <a:pt x="7389081" y="2043379"/>
                  </a:lnTo>
                  <a:lnTo>
                    <a:pt x="7302098" y="2050003"/>
                  </a:lnTo>
                  <a:lnTo>
                    <a:pt x="7221173" y="2057401"/>
                  </a:lnTo>
                  <a:lnTo>
                    <a:pt x="7146594" y="2065647"/>
                  </a:lnTo>
                  <a:lnTo>
                    <a:pt x="7078097" y="2074843"/>
                  </a:lnTo>
                  <a:lnTo>
                    <a:pt x="7015059" y="2085123"/>
                  </a:lnTo>
                  <a:lnTo>
                    <a:pt x="6956650" y="2096644"/>
                  </a:lnTo>
                  <a:lnTo>
                    <a:pt x="6901950" y="2109573"/>
                  </a:lnTo>
                  <a:lnTo>
                    <a:pt x="6850029" y="2124067"/>
                  </a:lnTo>
                  <a:lnTo>
                    <a:pt x="6800032" y="2140239"/>
                  </a:lnTo>
                  <a:lnTo>
                    <a:pt x="6786527" y="2144983"/>
                  </a:lnTo>
                  <a:lnTo>
                    <a:pt x="6735345" y="2164373"/>
                  </a:lnTo>
                  <a:lnTo>
                    <a:pt x="6684661" y="2185704"/>
                  </a:lnTo>
                  <a:lnTo>
                    <a:pt x="6633967" y="2209005"/>
                  </a:lnTo>
                  <a:lnTo>
                    <a:pt x="6582915" y="2234243"/>
                  </a:lnTo>
                  <a:lnTo>
                    <a:pt x="6531291" y="2261311"/>
                  </a:lnTo>
                  <a:lnTo>
                    <a:pt x="6479006" y="2290029"/>
                  </a:lnTo>
                  <a:lnTo>
                    <a:pt x="6426076" y="2320139"/>
                  </a:lnTo>
                  <a:lnTo>
                    <a:pt x="6372607" y="2351316"/>
                  </a:lnTo>
                  <a:lnTo>
                    <a:pt x="6318773" y="2383178"/>
                  </a:lnTo>
                  <a:lnTo>
                    <a:pt x="6264794" y="2415305"/>
                  </a:lnTo>
                  <a:lnTo>
                    <a:pt x="6210907" y="2447264"/>
                  </a:lnTo>
                  <a:lnTo>
                    <a:pt x="6157338" y="2478631"/>
                  </a:lnTo>
                  <a:lnTo>
                    <a:pt x="6104274" y="2509013"/>
                  </a:lnTo>
                  <a:lnTo>
                    <a:pt x="6051838" y="2538071"/>
                  </a:lnTo>
                  <a:lnTo>
                    <a:pt x="6000069" y="2565531"/>
                  </a:lnTo>
                  <a:lnTo>
                    <a:pt x="5948901" y="2591195"/>
                  </a:lnTo>
                  <a:lnTo>
                    <a:pt x="5898152" y="2614940"/>
                  </a:lnTo>
                  <a:lnTo>
                    <a:pt x="5847504" y="2636716"/>
                  </a:lnTo>
                  <a:lnTo>
                    <a:pt x="5796488" y="2656539"/>
                  </a:lnTo>
                  <a:lnTo>
                    <a:pt x="5784835" y="2660758"/>
                  </a:lnTo>
                  <a:lnTo>
                    <a:pt x="5735235" y="2677399"/>
                  </a:lnTo>
                  <a:lnTo>
                    <a:pt x="5683923" y="2692347"/>
                  </a:lnTo>
                  <a:lnTo>
                    <a:pt x="5630078" y="2705691"/>
                  </a:lnTo>
                  <a:lnTo>
                    <a:pt x="5572782" y="2717582"/>
                  </a:lnTo>
                  <a:lnTo>
                    <a:pt x="5511105" y="2728187"/>
                  </a:lnTo>
                  <a:lnTo>
                    <a:pt x="5444181" y="2737667"/>
                  </a:lnTo>
                  <a:lnTo>
                    <a:pt x="5371319" y="2746162"/>
                  </a:lnTo>
                  <a:lnTo>
                    <a:pt x="5292138" y="2753785"/>
                  </a:lnTo>
                  <a:lnTo>
                    <a:pt x="5206751" y="2760616"/>
                  </a:lnTo>
                  <a:lnTo>
                    <a:pt x="5115986" y="2766705"/>
                  </a:lnTo>
                  <a:lnTo>
                    <a:pt x="5021590" y="2772070"/>
                  </a:lnTo>
                  <a:lnTo>
                    <a:pt x="4926361" y="2776706"/>
                  </a:lnTo>
                  <a:lnTo>
                    <a:pt x="4834083" y="2780596"/>
                  </a:lnTo>
                  <a:lnTo>
                    <a:pt x="4749173" y="2783726"/>
                  </a:lnTo>
                  <a:lnTo>
                    <a:pt x="4676006" y="2786106"/>
                  </a:lnTo>
                  <a:lnTo>
                    <a:pt x="4618038" y="2787782"/>
                  </a:lnTo>
                  <a:lnTo>
                    <a:pt x="4576980" y="2788844"/>
                  </a:lnTo>
                  <a:lnTo>
                    <a:pt x="4552287" y="2789418"/>
                  </a:lnTo>
                  <a:lnTo>
                    <a:pt x="4541112" y="2789653"/>
                  </a:lnTo>
                  <a:lnTo>
                    <a:pt x="4538543" y="2789702"/>
                  </a:lnTo>
                  <a:lnTo>
                    <a:pt x="4016409" y="2789702"/>
                  </a:lnTo>
                  <a:lnTo>
                    <a:pt x="4015255" y="2789624"/>
                  </a:lnTo>
                  <a:lnTo>
                    <a:pt x="4007696" y="2789070"/>
                  </a:lnTo>
                  <a:lnTo>
                    <a:pt x="3988734" y="2787538"/>
                  </a:lnTo>
                  <a:lnTo>
                    <a:pt x="3955080" y="2784526"/>
                  </a:lnTo>
                  <a:lnTo>
                    <a:pt x="3905423" y="2779583"/>
                  </a:lnTo>
                  <a:lnTo>
                    <a:pt x="3840523" y="2772359"/>
                  </a:lnTo>
                  <a:lnTo>
                    <a:pt x="3762927" y="2762640"/>
                  </a:lnTo>
                  <a:lnTo>
                    <a:pt x="3676352" y="2750344"/>
                  </a:lnTo>
                  <a:lnTo>
                    <a:pt x="3584916" y="2735484"/>
                  </a:lnTo>
                  <a:lnTo>
                    <a:pt x="3492445" y="2718118"/>
                  </a:lnTo>
                  <a:lnTo>
                    <a:pt x="3402020" y="2698292"/>
                  </a:lnTo>
                  <a:lnTo>
                    <a:pt x="3315794" y="2675993"/>
                  </a:lnTo>
                  <a:lnTo>
                    <a:pt x="3235020" y="2651124"/>
                  </a:lnTo>
                  <a:lnTo>
                    <a:pt x="3160194" y="2623486"/>
                  </a:lnTo>
                  <a:lnTo>
                    <a:pt x="3091252" y="2592778"/>
                  </a:lnTo>
                  <a:lnTo>
                    <a:pt x="3027744" y="2558599"/>
                  </a:lnTo>
                  <a:lnTo>
                    <a:pt x="2968982" y="2520466"/>
                  </a:lnTo>
                  <a:lnTo>
                    <a:pt x="2914154" y="2477837"/>
                  </a:lnTo>
                  <a:lnTo>
                    <a:pt x="2862404" y="2430164"/>
                  </a:lnTo>
                  <a:lnTo>
                    <a:pt x="2812904" y="2376975"/>
                  </a:lnTo>
                  <a:lnTo>
                    <a:pt x="2770117" y="2324752"/>
                  </a:lnTo>
                  <a:lnTo>
                    <a:pt x="2732664" y="2274370"/>
                  </a:lnTo>
                  <a:lnTo>
                    <a:pt x="2695561" y="2220286"/>
                  </a:lnTo>
                  <a:lnTo>
                    <a:pt x="2658584" y="2162425"/>
                  </a:lnTo>
                  <a:lnTo>
                    <a:pt x="2621558" y="2100771"/>
                  </a:lnTo>
                  <a:lnTo>
                    <a:pt x="2584349" y="2035378"/>
                  </a:lnTo>
                  <a:lnTo>
                    <a:pt x="2546864" y="1966370"/>
                  </a:lnTo>
                  <a:lnTo>
                    <a:pt x="2509047" y="1893952"/>
                  </a:lnTo>
                  <a:lnTo>
                    <a:pt x="2470873" y="1818404"/>
                  </a:lnTo>
                  <a:lnTo>
                    <a:pt x="2432348" y="1740086"/>
                  </a:lnTo>
                  <a:lnTo>
                    <a:pt x="2393505" y="1659430"/>
                  </a:lnTo>
                  <a:lnTo>
                    <a:pt x="2354398" y="1576932"/>
                  </a:lnTo>
                  <a:lnTo>
                    <a:pt x="2315099" y="1493139"/>
                  </a:lnTo>
                  <a:lnTo>
                    <a:pt x="2275693" y="1408640"/>
                  </a:lnTo>
                  <a:lnTo>
                    <a:pt x="2236273" y="1324041"/>
                  </a:lnTo>
                  <a:lnTo>
                    <a:pt x="2196929" y="1239952"/>
                  </a:lnTo>
                  <a:lnTo>
                    <a:pt x="2157751" y="1156970"/>
                  </a:lnTo>
                  <a:lnTo>
                    <a:pt x="2118815" y="1075656"/>
                  </a:lnTo>
                  <a:lnTo>
                    <a:pt x="2080182" y="996526"/>
                  </a:lnTo>
                  <a:lnTo>
                    <a:pt x="2041892" y="920033"/>
                  </a:lnTo>
                  <a:lnTo>
                    <a:pt x="2003959" y="846560"/>
                  </a:lnTo>
                  <a:lnTo>
                    <a:pt x="1966371" y="776416"/>
                  </a:lnTo>
                  <a:lnTo>
                    <a:pt x="1929081" y="709827"/>
                  </a:lnTo>
                  <a:lnTo>
                    <a:pt x="1892007" y="646946"/>
                  </a:lnTo>
                  <a:lnTo>
                    <a:pt x="1855031" y="587848"/>
                  </a:lnTo>
                  <a:lnTo>
                    <a:pt x="1817992" y="532539"/>
                  </a:lnTo>
                  <a:lnTo>
                    <a:pt x="1780680" y="480963"/>
                  </a:lnTo>
                  <a:lnTo>
                    <a:pt x="1768425" y="464950"/>
                  </a:lnTo>
                  <a:lnTo>
                    <a:pt x="1720308" y="406627"/>
                  </a:lnTo>
                  <a:lnTo>
                    <a:pt x="1670599" y="354059"/>
                  </a:lnTo>
                  <a:lnTo>
                    <a:pt x="1618554" y="306963"/>
                  </a:lnTo>
                  <a:lnTo>
                    <a:pt x="1563337" y="264854"/>
                  </a:lnTo>
                  <a:lnTo>
                    <a:pt x="1504094" y="227179"/>
                  </a:lnTo>
                  <a:lnTo>
                    <a:pt x="1440021" y="193402"/>
                  </a:lnTo>
                  <a:lnTo>
                    <a:pt x="1370452" y="163048"/>
                  </a:lnTo>
                  <a:lnTo>
                    <a:pt x="1294970" y="135726"/>
                  </a:lnTo>
                  <a:lnTo>
                    <a:pt x="1213563" y="111146"/>
                  </a:lnTo>
                  <a:lnTo>
                    <a:pt x="1126802" y="89121"/>
                  </a:lnTo>
                  <a:lnTo>
                    <a:pt x="1036031" y="69563"/>
                  </a:lnTo>
                  <a:lnTo>
                    <a:pt x="943507" y="52469"/>
                  </a:lnTo>
                  <a:lnTo>
                    <a:pt x="852406" y="37887"/>
                  </a:lnTo>
                  <a:lnTo>
                    <a:pt x="766614" y="25873"/>
                  </a:lnTo>
                  <a:lnTo>
                    <a:pt x="690241" y="16433"/>
                  </a:lnTo>
                  <a:lnTo>
                    <a:pt x="626912" y="9472"/>
                  </a:lnTo>
                  <a:lnTo>
                    <a:pt x="579006" y="4759"/>
                  </a:lnTo>
                  <a:lnTo>
                    <a:pt x="547061" y="1933"/>
                  </a:lnTo>
                  <a:lnTo>
                    <a:pt x="529540" y="532"/>
                  </a:lnTo>
                  <a:lnTo>
                    <a:pt x="522953" y="54"/>
                  </a:lnTo>
                  <a:lnTo>
                    <a:pt x="5221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222" name="pl222"/>
            <p:cNvSpPr/>
            <p:nvPr/>
          </p:nvSpPr>
          <p:spPr>
            <a:xfrm>
              <a:off x="386606" y="3258057"/>
              <a:ext cx="8554953" cy="2789702"/>
            </a:xfrm>
            <a:custGeom>
              <a:avLst/>
              <a:pathLst>
                <a:path w="8554953" h="2789702">
                  <a:moveTo>
                    <a:pt x="0" y="0"/>
                  </a:moveTo>
                  <a:lnTo>
                    <a:pt x="522133" y="0"/>
                  </a:lnTo>
                  <a:lnTo>
                    <a:pt x="523287" y="77"/>
                  </a:lnTo>
                  <a:lnTo>
                    <a:pt x="530847" y="631"/>
                  </a:lnTo>
                  <a:lnTo>
                    <a:pt x="549808" y="2164"/>
                  </a:lnTo>
                  <a:lnTo>
                    <a:pt x="583462" y="5176"/>
                  </a:lnTo>
                  <a:lnTo>
                    <a:pt x="633119" y="10119"/>
                  </a:lnTo>
                  <a:lnTo>
                    <a:pt x="698019" y="17343"/>
                  </a:lnTo>
                  <a:lnTo>
                    <a:pt x="775616" y="27061"/>
                  </a:lnTo>
                  <a:lnTo>
                    <a:pt x="862190" y="39358"/>
                  </a:lnTo>
                  <a:lnTo>
                    <a:pt x="953626" y="54218"/>
                  </a:lnTo>
                  <a:lnTo>
                    <a:pt x="1046097" y="71584"/>
                  </a:lnTo>
                  <a:lnTo>
                    <a:pt x="1136522" y="91410"/>
                  </a:lnTo>
                  <a:lnTo>
                    <a:pt x="1222748" y="113709"/>
                  </a:lnTo>
                  <a:lnTo>
                    <a:pt x="1303522" y="138578"/>
                  </a:lnTo>
                  <a:lnTo>
                    <a:pt x="1378348" y="166215"/>
                  </a:lnTo>
                  <a:lnTo>
                    <a:pt x="1447290" y="196924"/>
                  </a:lnTo>
                  <a:lnTo>
                    <a:pt x="1510798" y="231102"/>
                  </a:lnTo>
                  <a:lnTo>
                    <a:pt x="1569560" y="269236"/>
                  </a:lnTo>
                  <a:lnTo>
                    <a:pt x="1624388" y="311864"/>
                  </a:lnTo>
                  <a:lnTo>
                    <a:pt x="1676138" y="359537"/>
                  </a:lnTo>
                  <a:lnTo>
                    <a:pt x="1725638" y="412726"/>
                  </a:lnTo>
                  <a:lnTo>
                    <a:pt x="1768425" y="464950"/>
                  </a:lnTo>
                  <a:lnTo>
                    <a:pt x="1805879" y="515331"/>
                  </a:lnTo>
                  <a:lnTo>
                    <a:pt x="1842981" y="569415"/>
                  </a:lnTo>
                  <a:lnTo>
                    <a:pt x="1879958" y="627277"/>
                  </a:lnTo>
                  <a:lnTo>
                    <a:pt x="1916985" y="688930"/>
                  </a:lnTo>
                  <a:lnTo>
                    <a:pt x="1954194" y="754324"/>
                  </a:lnTo>
                  <a:lnTo>
                    <a:pt x="1991678" y="823331"/>
                  </a:lnTo>
                  <a:lnTo>
                    <a:pt x="2029495" y="895750"/>
                  </a:lnTo>
                  <a:lnTo>
                    <a:pt x="2067669" y="971298"/>
                  </a:lnTo>
                  <a:lnTo>
                    <a:pt x="2106194" y="1049615"/>
                  </a:lnTo>
                  <a:lnTo>
                    <a:pt x="2145037" y="1130271"/>
                  </a:lnTo>
                  <a:lnTo>
                    <a:pt x="2184144" y="1212770"/>
                  </a:lnTo>
                  <a:lnTo>
                    <a:pt x="2223443" y="1296562"/>
                  </a:lnTo>
                  <a:lnTo>
                    <a:pt x="2262849" y="1381062"/>
                  </a:lnTo>
                  <a:lnTo>
                    <a:pt x="2302270" y="1465661"/>
                  </a:lnTo>
                  <a:lnTo>
                    <a:pt x="2341613" y="1549749"/>
                  </a:lnTo>
                  <a:lnTo>
                    <a:pt x="2380791" y="1632732"/>
                  </a:lnTo>
                  <a:lnTo>
                    <a:pt x="2419727" y="1714045"/>
                  </a:lnTo>
                  <a:lnTo>
                    <a:pt x="2458360" y="1793175"/>
                  </a:lnTo>
                  <a:lnTo>
                    <a:pt x="2496651" y="1869669"/>
                  </a:lnTo>
                  <a:lnTo>
                    <a:pt x="2534583" y="1943141"/>
                  </a:lnTo>
                  <a:lnTo>
                    <a:pt x="2572171" y="2013286"/>
                  </a:lnTo>
                  <a:lnTo>
                    <a:pt x="2609461" y="2079874"/>
                  </a:lnTo>
                  <a:lnTo>
                    <a:pt x="2646535" y="2142756"/>
                  </a:lnTo>
                  <a:lnTo>
                    <a:pt x="2683511" y="2201854"/>
                  </a:lnTo>
                  <a:lnTo>
                    <a:pt x="2720550" y="2257163"/>
                  </a:lnTo>
                  <a:lnTo>
                    <a:pt x="2757862" y="2308739"/>
                  </a:lnTo>
                  <a:lnTo>
                    <a:pt x="2770117" y="2324752"/>
                  </a:lnTo>
                  <a:lnTo>
                    <a:pt x="2818234" y="2383075"/>
                  </a:lnTo>
                  <a:lnTo>
                    <a:pt x="2867943" y="2435642"/>
                  </a:lnTo>
                  <a:lnTo>
                    <a:pt x="2919988" y="2482738"/>
                  </a:lnTo>
                  <a:lnTo>
                    <a:pt x="2975205" y="2524848"/>
                  </a:lnTo>
                  <a:lnTo>
                    <a:pt x="3034448" y="2562523"/>
                  </a:lnTo>
                  <a:lnTo>
                    <a:pt x="3098521" y="2596299"/>
                  </a:lnTo>
                  <a:lnTo>
                    <a:pt x="3168090" y="2626654"/>
                  </a:lnTo>
                  <a:lnTo>
                    <a:pt x="3243572" y="2653976"/>
                  </a:lnTo>
                  <a:lnTo>
                    <a:pt x="3324979" y="2678556"/>
                  </a:lnTo>
                  <a:lnTo>
                    <a:pt x="3411741" y="2700581"/>
                  </a:lnTo>
                  <a:lnTo>
                    <a:pt x="3502511" y="2720138"/>
                  </a:lnTo>
                  <a:lnTo>
                    <a:pt x="3595035" y="2737233"/>
                  </a:lnTo>
                  <a:lnTo>
                    <a:pt x="3686136" y="2751815"/>
                  </a:lnTo>
                  <a:lnTo>
                    <a:pt x="3771928" y="2763829"/>
                  </a:lnTo>
                  <a:lnTo>
                    <a:pt x="3848302" y="2773268"/>
                  </a:lnTo>
                  <a:lnTo>
                    <a:pt x="3911630" y="2780229"/>
                  </a:lnTo>
                  <a:lnTo>
                    <a:pt x="3959536" y="2784942"/>
                  </a:lnTo>
                  <a:lnTo>
                    <a:pt x="3991482" y="2787769"/>
                  </a:lnTo>
                  <a:lnTo>
                    <a:pt x="4009002" y="2789169"/>
                  </a:lnTo>
                  <a:lnTo>
                    <a:pt x="4015589" y="2789647"/>
                  </a:lnTo>
                  <a:lnTo>
                    <a:pt x="4016409" y="2789702"/>
                  </a:lnTo>
                  <a:lnTo>
                    <a:pt x="4538543" y="2789702"/>
                  </a:lnTo>
                  <a:lnTo>
                    <a:pt x="4539803" y="2789678"/>
                  </a:lnTo>
                  <a:lnTo>
                    <a:pt x="4548041" y="2789510"/>
                  </a:lnTo>
                  <a:lnTo>
                    <a:pt x="4568641" y="2789045"/>
                  </a:lnTo>
                  <a:lnTo>
                    <a:pt x="4605046" y="2788131"/>
                  </a:lnTo>
                  <a:lnTo>
                    <a:pt x="4658447" y="2786634"/>
                  </a:lnTo>
                  <a:lnTo>
                    <a:pt x="4727720" y="2784454"/>
                  </a:lnTo>
                  <a:lnTo>
                    <a:pt x="4809816" y="2781532"/>
                  </a:lnTo>
                  <a:lnTo>
                    <a:pt x="4900521" y="2777851"/>
                  </a:lnTo>
                  <a:lnTo>
                    <a:pt x="4995352" y="2773418"/>
                  </a:lnTo>
                  <a:lnTo>
                    <a:pt x="5090301" y="2768252"/>
                  </a:lnTo>
                  <a:lnTo>
                    <a:pt x="5182281" y="2762363"/>
                  </a:lnTo>
                  <a:lnTo>
                    <a:pt x="5269264" y="2755739"/>
                  </a:lnTo>
                  <a:lnTo>
                    <a:pt x="5350189" y="2748340"/>
                  </a:lnTo>
                  <a:lnTo>
                    <a:pt x="5424768" y="2740095"/>
                  </a:lnTo>
                  <a:lnTo>
                    <a:pt x="5493265" y="2730899"/>
                  </a:lnTo>
                  <a:lnTo>
                    <a:pt x="5556303" y="2720618"/>
                  </a:lnTo>
                  <a:lnTo>
                    <a:pt x="5614711" y="2709098"/>
                  </a:lnTo>
                  <a:lnTo>
                    <a:pt x="5669412" y="2696169"/>
                  </a:lnTo>
                  <a:lnTo>
                    <a:pt x="5721333" y="2681674"/>
                  </a:lnTo>
                  <a:lnTo>
                    <a:pt x="5771330" y="2665502"/>
                  </a:lnTo>
                  <a:lnTo>
                    <a:pt x="5784835" y="2660758"/>
                  </a:lnTo>
                  <a:lnTo>
                    <a:pt x="5836017" y="2641369"/>
                  </a:lnTo>
                  <a:lnTo>
                    <a:pt x="5886701" y="2620038"/>
                  </a:lnTo>
                  <a:lnTo>
                    <a:pt x="5937395" y="2596737"/>
                  </a:lnTo>
                  <a:lnTo>
                    <a:pt x="5988447" y="2571499"/>
                  </a:lnTo>
                  <a:lnTo>
                    <a:pt x="6040071" y="2544430"/>
                  </a:lnTo>
                  <a:lnTo>
                    <a:pt x="6092356" y="2515712"/>
                  </a:lnTo>
                  <a:lnTo>
                    <a:pt x="6145286" y="2485602"/>
                  </a:lnTo>
                  <a:lnTo>
                    <a:pt x="6198755" y="2454425"/>
                  </a:lnTo>
                  <a:lnTo>
                    <a:pt x="6252589" y="2422564"/>
                  </a:lnTo>
                  <a:lnTo>
                    <a:pt x="6306568" y="2390437"/>
                  </a:lnTo>
                  <a:lnTo>
                    <a:pt x="6360455" y="2358477"/>
                  </a:lnTo>
                  <a:lnTo>
                    <a:pt x="6414024" y="2327111"/>
                  </a:lnTo>
                  <a:lnTo>
                    <a:pt x="6467088" y="2296729"/>
                  </a:lnTo>
                  <a:lnTo>
                    <a:pt x="6519524" y="2267671"/>
                  </a:lnTo>
                  <a:lnTo>
                    <a:pt x="6571293" y="2240210"/>
                  </a:lnTo>
                  <a:lnTo>
                    <a:pt x="6622461" y="2214546"/>
                  </a:lnTo>
                  <a:lnTo>
                    <a:pt x="6673210" y="2190802"/>
                  </a:lnTo>
                  <a:lnTo>
                    <a:pt x="6723858" y="2169026"/>
                  </a:lnTo>
                  <a:lnTo>
                    <a:pt x="6774874" y="2149203"/>
                  </a:lnTo>
                  <a:lnTo>
                    <a:pt x="6786527" y="2144983"/>
                  </a:lnTo>
                  <a:lnTo>
                    <a:pt x="6836127" y="2128343"/>
                  </a:lnTo>
                  <a:lnTo>
                    <a:pt x="6887439" y="2113395"/>
                  </a:lnTo>
                  <a:lnTo>
                    <a:pt x="6941284" y="2100050"/>
                  </a:lnTo>
                  <a:lnTo>
                    <a:pt x="6998580" y="2088159"/>
                  </a:lnTo>
                  <a:lnTo>
                    <a:pt x="7060257" y="2077554"/>
                  </a:lnTo>
                  <a:lnTo>
                    <a:pt x="7127181" y="2068075"/>
                  </a:lnTo>
                  <a:lnTo>
                    <a:pt x="7200043" y="2059580"/>
                  </a:lnTo>
                  <a:lnTo>
                    <a:pt x="7279224" y="2051957"/>
                  </a:lnTo>
                  <a:lnTo>
                    <a:pt x="7364611" y="2045125"/>
                  </a:lnTo>
                  <a:lnTo>
                    <a:pt x="7455376" y="2039036"/>
                  </a:lnTo>
                  <a:lnTo>
                    <a:pt x="7549772" y="2033671"/>
                  </a:lnTo>
                  <a:lnTo>
                    <a:pt x="7645001" y="2029035"/>
                  </a:lnTo>
                  <a:lnTo>
                    <a:pt x="7737278" y="2025146"/>
                  </a:lnTo>
                  <a:lnTo>
                    <a:pt x="7822189" y="2022016"/>
                  </a:lnTo>
                  <a:lnTo>
                    <a:pt x="7895356" y="2019635"/>
                  </a:lnTo>
                  <a:lnTo>
                    <a:pt x="7953324" y="2017959"/>
                  </a:lnTo>
                  <a:lnTo>
                    <a:pt x="7994382" y="2016897"/>
                  </a:lnTo>
                  <a:lnTo>
                    <a:pt x="8019075" y="2016323"/>
                  </a:lnTo>
                  <a:lnTo>
                    <a:pt x="8030250" y="2016089"/>
                  </a:lnTo>
                  <a:lnTo>
                    <a:pt x="8032792" y="2016040"/>
                  </a:lnTo>
                  <a:lnTo>
                    <a:pt x="8032819" y="2016040"/>
                  </a:lnTo>
                  <a:lnTo>
                    <a:pt x="8554953" y="2016040"/>
                  </a:lnTo>
                  <a:lnTo>
                    <a:pt x="8554953" y="201604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23" name="pl223"/>
            <p:cNvSpPr/>
            <p:nvPr/>
          </p:nvSpPr>
          <p:spPr>
            <a:xfrm>
              <a:off x="386606" y="3252409"/>
              <a:ext cx="8554953" cy="2789702"/>
            </a:xfrm>
            <a:custGeom>
              <a:avLst/>
              <a:pathLst>
                <a:path w="8554953" h="2789702">
                  <a:moveTo>
                    <a:pt x="8554953" y="2016040"/>
                  </a:moveTo>
                  <a:lnTo>
                    <a:pt x="8032819" y="2016040"/>
                  </a:lnTo>
                  <a:lnTo>
                    <a:pt x="8031559" y="2016063"/>
                  </a:lnTo>
                  <a:lnTo>
                    <a:pt x="8023321" y="2016231"/>
                  </a:lnTo>
                  <a:lnTo>
                    <a:pt x="8002721" y="2016697"/>
                  </a:lnTo>
                  <a:lnTo>
                    <a:pt x="7966316" y="2017611"/>
                  </a:lnTo>
                  <a:lnTo>
                    <a:pt x="7912915" y="2019108"/>
                  </a:lnTo>
                  <a:lnTo>
                    <a:pt x="7843642" y="2021288"/>
                  </a:lnTo>
                  <a:lnTo>
                    <a:pt x="7761546" y="2024209"/>
                  </a:lnTo>
                  <a:lnTo>
                    <a:pt x="7670841" y="2027891"/>
                  </a:lnTo>
                  <a:lnTo>
                    <a:pt x="7576010" y="2032324"/>
                  </a:lnTo>
                  <a:lnTo>
                    <a:pt x="7481061" y="2037490"/>
                  </a:lnTo>
                  <a:lnTo>
                    <a:pt x="7389081" y="2043379"/>
                  </a:lnTo>
                  <a:lnTo>
                    <a:pt x="7302098" y="2050003"/>
                  </a:lnTo>
                  <a:lnTo>
                    <a:pt x="7221173" y="2057401"/>
                  </a:lnTo>
                  <a:lnTo>
                    <a:pt x="7146594" y="2065647"/>
                  </a:lnTo>
                  <a:lnTo>
                    <a:pt x="7078097" y="2074843"/>
                  </a:lnTo>
                  <a:lnTo>
                    <a:pt x="7015059" y="2085123"/>
                  </a:lnTo>
                  <a:lnTo>
                    <a:pt x="6956650" y="2096644"/>
                  </a:lnTo>
                  <a:lnTo>
                    <a:pt x="6901950" y="2109573"/>
                  </a:lnTo>
                  <a:lnTo>
                    <a:pt x="6850029" y="2124067"/>
                  </a:lnTo>
                  <a:lnTo>
                    <a:pt x="6800032" y="2140239"/>
                  </a:lnTo>
                  <a:lnTo>
                    <a:pt x="6786527" y="2144983"/>
                  </a:lnTo>
                  <a:lnTo>
                    <a:pt x="6735345" y="2164373"/>
                  </a:lnTo>
                  <a:lnTo>
                    <a:pt x="6684661" y="2185704"/>
                  </a:lnTo>
                  <a:lnTo>
                    <a:pt x="6633967" y="2209005"/>
                  </a:lnTo>
                  <a:lnTo>
                    <a:pt x="6582915" y="2234243"/>
                  </a:lnTo>
                  <a:lnTo>
                    <a:pt x="6531291" y="2261311"/>
                  </a:lnTo>
                  <a:lnTo>
                    <a:pt x="6479006" y="2290029"/>
                  </a:lnTo>
                  <a:lnTo>
                    <a:pt x="6426076" y="2320139"/>
                  </a:lnTo>
                  <a:lnTo>
                    <a:pt x="6372607" y="2351316"/>
                  </a:lnTo>
                  <a:lnTo>
                    <a:pt x="6318773" y="2383178"/>
                  </a:lnTo>
                  <a:lnTo>
                    <a:pt x="6264794" y="2415305"/>
                  </a:lnTo>
                  <a:lnTo>
                    <a:pt x="6210907" y="2447264"/>
                  </a:lnTo>
                  <a:lnTo>
                    <a:pt x="6157338" y="2478631"/>
                  </a:lnTo>
                  <a:lnTo>
                    <a:pt x="6104274" y="2509013"/>
                  </a:lnTo>
                  <a:lnTo>
                    <a:pt x="6051838" y="2538071"/>
                  </a:lnTo>
                  <a:lnTo>
                    <a:pt x="6000069" y="2565531"/>
                  </a:lnTo>
                  <a:lnTo>
                    <a:pt x="5948901" y="2591195"/>
                  </a:lnTo>
                  <a:lnTo>
                    <a:pt x="5898152" y="2614940"/>
                  </a:lnTo>
                  <a:lnTo>
                    <a:pt x="5847504" y="2636716"/>
                  </a:lnTo>
                  <a:lnTo>
                    <a:pt x="5796488" y="2656539"/>
                  </a:lnTo>
                  <a:lnTo>
                    <a:pt x="5784835" y="2660758"/>
                  </a:lnTo>
                  <a:lnTo>
                    <a:pt x="5735235" y="2677399"/>
                  </a:lnTo>
                  <a:lnTo>
                    <a:pt x="5683923" y="2692347"/>
                  </a:lnTo>
                  <a:lnTo>
                    <a:pt x="5630078" y="2705691"/>
                  </a:lnTo>
                  <a:lnTo>
                    <a:pt x="5572782" y="2717582"/>
                  </a:lnTo>
                  <a:lnTo>
                    <a:pt x="5511105" y="2728187"/>
                  </a:lnTo>
                  <a:lnTo>
                    <a:pt x="5444181" y="2737667"/>
                  </a:lnTo>
                  <a:lnTo>
                    <a:pt x="5371319" y="2746162"/>
                  </a:lnTo>
                  <a:lnTo>
                    <a:pt x="5292138" y="2753785"/>
                  </a:lnTo>
                  <a:lnTo>
                    <a:pt x="5206751" y="2760616"/>
                  </a:lnTo>
                  <a:lnTo>
                    <a:pt x="5115986" y="2766705"/>
                  </a:lnTo>
                  <a:lnTo>
                    <a:pt x="5021590" y="2772070"/>
                  </a:lnTo>
                  <a:lnTo>
                    <a:pt x="4926361" y="2776706"/>
                  </a:lnTo>
                  <a:lnTo>
                    <a:pt x="4834083" y="2780596"/>
                  </a:lnTo>
                  <a:lnTo>
                    <a:pt x="4749173" y="2783726"/>
                  </a:lnTo>
                  <a:lnTo>
                    <a:pt x="4676006" y="2786106"/>
                  </a:lnTo>
                  <a:lnTo>
                    <a:pt x="4618038" y="2787782"/>
                  </a:lnTo>
                  <a:lnTo>
                    <a:pt x="4576980" y="2788844"/>
                  </a:lnTo>
                  <a:lnTo>
                    <a:pt x="4552287" y="2789418"/>
                  </a:lnTo>
                  <a:lnTo>
                    <a:pt x="4541112" y="2789653"/>
                  </a:lnTo>
                  <a:lnTo>
                    <a:pt x="4538570" y="2789702"/>
                  </a:lnTo>
                  <a:lnTo>
                    <a:pt x="4538543" y="2789702"/>
                  </a:lnTo>
                  <a:lnTo>
                    <a:pt x="4016409" y="2789702"/>
                  </a:lnTo>
                  <a:lnTo>
                    <a:pt x="4015255" y="2789624"/>
                  </a:lnTo>
                  <a:lnTo>
                    <a:pt x="4007696" y="2789070"/>
                  </a:lnTo>
                  <a:lnTo>
                    <a:pt x="3988734" y="2787538"/>
                  </a:lnTo>
                  <a:lnTo>
                    <a:pt x="3955080" y="2784526"/>
                  </a:lnTo>
                  <a:lnTo>
                    <a:pt x="3905423" y="2779583"/>
                  </a:lnTo>
                  <a:lnTo>
                    <a:pt x="3840523" y="2772359"/>
                  </a:lnTo>
                  <a:lnTo>
                    <a:pt x="3762927" y="2762640"/>
                  </a:lnTo>
                  <a:lnTo>
                    <a:pt x="3676352" y="2750344"/>
                  </a:lnTo>
                  <a:lnTo>
                    <a:pt x="3584916" y="2735484"/>
                  </a:lnTo>
                  <a:lnTo>
                    <a:pt x="3492445" y="2718118"/>
                  </a:lnTo>
                  <a:lnTo>
                    <a:pt x="3402020" y="2698292"/>
                  </a:lnTo>
                  <a:lnTo>
                    <a:pt x="3315794" y="2675993"/>
                  </a:lnTo>
                  <a:lnTo>
                    <a:pt x="3235020" y="2651124"/>
                  </a:lnTo>
                  <a:lnTo>
                    <a:pt x="3160194" y="2623486"/>
                  </a:lnTo>
                  <a:lnTo>
                    <a:pt x="3091252" y="2592778"/>
                  </a:lnTo>
                  <a:lnTo>
                    <a:pt x="3027744" y="2558599"/>
                  </a:lnTo>
                  <a:lnTo>
                    <a:pt x="2968982" y="2520466"/>
                  </a:lnTo>
                  <a:lnTo>
                    <a:pt x="2914154" y="2477837"/>
                  </a:lnTo>
                  <a:lnTo>
                    <a:pt x="2862404" y="2430164"/>
                  </a:lnTo>
                  <a:lnTo>
                    <a:pt x="2812904" y="2376975"/>
                  </a:lnTo>
                  <a:lnTo>
                    <a:pt x="2770117" y="2324752"/>
                  </a:lnTo>
                  <a:lnTo>
                    <a:pt x="2732664" y="2274370"/>
                  </a:lnTo>
                  <a:lnTo>
                    <a:pt x="2695561" y="2220286"/>
                  </a:lnTo>
                  <a:lnTo>
                    <a:pt x="2658584" y="2162425"/>
                  </a:lnTo>
                  <a:lnTo>
                    <a:pt x="2621558" y="2100771"/>
                  </a:lnTo>
                  <a:lnTo>
                    <a:pt x="2584349" y="2035378"/>
                  </a:lnTo>
                  <a:lnTo>
                    <a:pt x="2546864" y="1966370"/>
                  </a:lnTo>
                  <a:lnTo>
                    <a:pt x="2509047" y="1893952"/>
                  </a:lnTo>
                  <a:lnTo>
                    <a:pt x="2470873" y="1818404"/>
                  </a:lnTo>
                  <a:lnTo>
                    <a:pt x="2432348" y="1740086"/>
                  </a:lnTo>
                  <a:lnTo>
                    <a:pt x="2393505" y="1659430"/>
                  </a:lnTo>
                  <a:lnTo>
                    <a:pt x="2354398" y="1576932"/>
                  </a:lnTo>
                  <a:lnTo>
                    <a:pt x="2315099" y="1493139"/>
                  </a:lnTo>
                  <a:lnTo>
                    <a:pt x="2275693" y="1408640"/>
                  </a:lnTo>
                  <a:lnTo>
                    <a:pt x="2236273" y="1324041"/>
                  </a:lnTo>
                  <a:lnTo>
                    <a:pt x="2196929" y="1239952"/>
                  </a:lnTo>
                  <a:lnTo>
                    <a:pt x="2157751" y="1156970"/>
                  </a:lnTo>
                  <a:lnTo>
                    <a:pt x="2118815" y="1075656"/>
                  </a:lnTo>
                  <a:lnTo>
                    <a:pt x="2080182" y="996526"/>
                  </a:lnTo>
                  <a:lnTo>
                    <a:pt x="2041892" y="920033"/>
                  </a:lnTo>
                  <a:lnTo>
                    <a:pt x="2003959" y="846560"/>
                  </a:lnTo>
                  <a:lnTo>
                    <a:pt x="1966371" y="776416"/>
                  </a:lnTo>
                  <a:lnTo>
                    <a:pt x="1929081" y="709827"/>
                  </a:lnTo>
                  <a:lnTo>
                    <a:pt x="1892007" y="646946"/>
                  </a:lnTo>
                  <a:lnTo>
                    <a:pt x="1855031" y="587848"/>
                  </a:lnTo>
                  <a:lnTo>
                    <a:pt x="1817992" y="532539"/>
                  </a:lnTo>
                  <a:lnTo>
                    <a:pt x="1780680" y="480963"/>
                  </a:lnTo>
                  <a:lnTo>
                    <a:pt x="1768425" y="464950"/>
                  </a:lnTo>
                  <a:lnTo>
                    <a:pt x="1720308" y="406627"/>
                  </a:lnTo>
                  <a:lnTo>
                    <a:pt x="1670599" y="354059"/>
                  </a:lnTo>
                  <a:lnTo>
                    <a:pt x="1618554" y="306963"/>
                  </a:lnTo>
                  <a:lnTo>
                    <a:pt x="1563337" y="264854"/>
                  </a:lnTo>
                  <a:lnTo>
                    <a:pt x="1504094" y="227179"/>
                  </a:lnTo>
                  <a:lnTo>
                    <a:pt x="1440021" y="193402"/>
                  </a:lnTo>
                  <a:lnTo>
                    <a:pt x="1370452" y="163048"/>
                  </a:lnTo>
                  <a:lnTo>
                    <a:pt x="1294970" y="135726"/>
                  </a:lnTo>
                  <a:lnTo>
                    <a:pt x="1213563" y="111146"/>
                  </a:lnTo>
                  <a:lnTo>
                    <a:pt x="1126802" y="89121"/>
                  </a:lnTo>
                  <a:lnTo>
                    <a:pt x="1036031" y="69563"/>
                  </a:lnTo>
                  <a:lnTo>
                    <a:pt x="943507" y="52469"/>
                  </a:lnTo>
                  <a:lnTo>
                    <a:pt x="852406" y="37887"/>
                  </a:lnTo>
                  <a:lnTo>
                    <a:pt x="766614" y="25873"/>
                  </a:lnTo>
                  <a:lnTo>
                    <a:pt x="690241" y="16433"/>
                  </a:lnTo>
                  <a:lnTo>
                    <a:pt x="626912" y="9472"/>
                  </a:lnTo>
                  <a:lnTo>
                    <a:pt x="579006" y="4759"/>
                  </a:lnTo>
                  <a:lnTo>
                    <a:pt x="547061" y="1933"/>
                  </a:lnTo>
                  <a:lnTo>
                    <a:pt x="529540" y="532"/>
                  </a:lnTo>
                  <a:lnTo>
                    <a:pt x="522953" y="54"/>
                  </a:lnTo>
                  <a:lnTo>
                    <a:pt x="522133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24" name="pg224"/>
            <p:cNvSpPr/>
            <p:nvPr/>
          </p:nvSpPr>
          <p:spPr>
            <a:xfrm>
              <a:off x="386606" y="3258057"/>
              <a:ext cx="8554953" cy="2800996"/>
            </a:xfrm>
            <a:custGeom>
              <a:avLst/>
              <a:pathLst>
                <a:path w="8554953" h="2800996">
                  <a:moveTo>
                    <a:pt x="0" y="5647"/>
                  </a:moveTo>
                  <a:lnTo>
                    <a:pt x="522133" y="5647"/>
                  </a:lnTo>
                  <a:lnTo>
                    <a:pt x="523286" y="5724"/>
                  </a:lnTo>
                  <a:lnTo>
                    <a:pt x="530843" y="6280"/>
                  </a:lnTo>
                  <a:lnTo>
                    <a:pt x="549798" y="7814"/>
                  </a:lnTo>
                  <a:lnTo>
                    <a:pt x="583442" y="10831"/>
                  </a:lnTo>
                  <a:lnTo>
                    <a:pt x="633083" y="15783"/>
                  </a:lnTo>
                  <a:lnTo>
                    <a:pt x="697966" y="23019"/>
                  </a:lnTo>
                  <a:lnTo>
                    <a:pt x="775544" y="32754"/>
                  </a:lnTo>
                  <a:lnTo>
                    <a:pt x="862101" y="45071"/>
                  </a:lnTo>
                  <a:lnTo>
                    <a:pt x="953523" y="59957"/>
                  </a:lnTo>
                  <a:lnTo>
                    <a:pt x="1045984" y="77353"/>
                  </a:lnTo>
                  <a:lnTo>
                    <a:pt x="1136402" y="97213"/>
                  </a:lnTo>
                  <a:lnTo>
                    <a:pt x="1222624" y="119551"/>
                  </a:lnTo>
                  <a:lnTo>
                    <a:pt x="1303397" y="144463"/>
                  </a:lnTo>
                  <a:lnTo>
                    <a:pt x="1378224" y="172148"/>
                  </a:lnTo>
                  <a:lnTo>
                    <a:pt x="1447167" y="202909"/>
                  </a:lnTo>
                  <a:lnTo>
                    <a:pt x="1510677" y="237146"/>
                  </a:lnTo>
                  <a:lnTo>
                    <a:pt x="1569441" y="275343"/>
                  </a:lnTo>
                  <a:lnTo>
                    <a:pt x="1624270" y="318042"/>
                  </a:lnTo>
                  <a:lnTo>
                    <a:pt x="1676019" y="365794"/>
                  </a:lnTo>
                  <a:lnTo>
                    <a:pt x="1725518" y="419070"/>
                  </a:lnTo>
                  <a:lnTo>
                    <a:pt x="1768425" y="471538"/>
                  </a:lnTo>
                  <a:lnTo>
                    <a:pt x="1805849" y="521981"/>
                  </a:lnTo>
                  <a:lnTo>
                    <a:pt x="1842923" y="576127"/>
                  </a:lnTo>
                  <a:lnTo>
                    <a:pt x="1879871" y="634053"/>
                  </a:lnTo>
                  <a:lnTo>
                    <a:pt x="1916868" y="695773"/>
                  </a:lnTo>
                  <a:lnTo>
                    <a:pt x="1954047" y="761234"/>
                  </a:lnTo>
                  <a:lnTo>
                    <a:pt x="1991501" y="830312"/>
                  </a:lnTo>
                  <a:lnTo>
                    <a:pt x="2029287" y="902803"/>
                  </a:lnTo>
                  <a:lnTo>
                    <a:pt x="2067429" y="978427"/>
                  </a:lnTo>
                  <a:lnTo>
                    <a:pt x="2105921" y="1056825"/>
                  </a:lnTo>
                  <a:lnTo>
                    <a:pt x="2144731" y="1137565"/>
                  </a:lnTo>
                  <a:lnTo>
                    <a:pt x="2183806" y="1220153"/>
                  </a:lnTo>
                  <a:lnTo>
                    <a:pt x="2223073" y="1304040"/>
                  </a:lnTo>
                  <a:lnTo>
                    <a:pt x="2262447" y="1388640"/>
                  </a:lnTo>
                  <a:lnTo>
                    <a:pt x="2301837" y="1473346"/>
                  </a:lnTo>
                  <a:lnTo>
                    <a:pt x="2341151" y="1557548"/>
                  </a:lnTo>
                  <a:lnTo>
                    <a:pt x="2380301" y="1640650"/>
                  </a:lnTo>
                  <a:lnTo>
                    <a:pt x="2419210" y="1722090"/>
                  </a:lnTo>
                  <a:lnTo>
                    <a:pt x="2457818" y="1801351"/>
                  </a:lnTo>
                  <a:lnTo>
                    <a:pt x="2496083" y="1877980"/>
                  </a:lnTo>
                  <a:lnTo>
                    <a:pt x="2533991" y="1951593"/>
                  </a:lnTo>
                  <a:lnTo>
                    <a:pt x="2571555" y="2021880"/>
                  </a:lnTo>
                  <a:lnTo>
                    <a:pt x="2608821" y="2088612"/>
                  </a:lnTo>
                  <a:lnTo>
                    <a:pt x="2645868" y="2151638"/>
                  </a:lnTo>
                  <a:lnTo>
                    <a:pt x="2682815" y="2210879"/>
                  </a:lnTo>
                  <a:lnTo>
                    <a:pt x="2719823" y="2266329"/>
                  </a:lnTo>
                  <a:lnTo>
                    <a:pt x="2757097" y="2318043"/>
                  </a:lnTo>
                  <a:lnTo>
                    <a:pt x="2770117" y="2335105"/>
                  </a:lnTo>
                  <a:lnTo>
                    <a:pt x="2818228" y="2393539"/>
                  </a:lnTo>
                  <a:lnTo>
                    <a:pt x="2867930" y="2446208"/>
                  </a:lnTo>
                  <a:lnTo>
                    <a:pt x="2919968" y="2493394"/>
                  </a:lnTo>
                  <a:lnTo>
                    <a:pt x="2975177" y="2535586"/>
                  </a:lnTo>
                  <a:lnTo>
                    <a:pt x="3034410" y="2573335"/>
                  </a:lnTo>
                  <a:lnTo>
                    <a:pt x="3098471" y="2607178"/>
                  </a:lnTo>
                  <a:lnTo>
                    <a:pt x="3168027" y="2637593"/>
                  </a:lnTo>
                  <a:lnTo>
                    <a:pt x="3243494" y="2664969"/>
                  </a:lnTo>
                  <a:lnTo>
                    <a:pt x="3324886" y="2689599"/>
                  </a:lnTo>
                  <a:lnTo>
                    <a:pt x="3411630" y="2711669"/>
                  </a:lnTo>
                  <a:lnTo>
                    <a:pt x="3502386" y="2731267"/>
                  </a:lnTo>
                  <a:lnTo>
                    <a:pt x="3594898" y="2748397"/>
                  </a:lnTo>
                  <a:lnTo>
                    <a:pt x="3685993" y="2763011"/>
                  </a:lnTo>
                  <a:lnTo>
                    <a:pt x="3771786" y="2775052"/>
                  </a:lnTo>
                  <a:lnTo>
                    <a:pt x="3848171" y="2784514"/>
                  </a:lnTo>
                  <a:lnTo>
                    <a:pt x="3911519" y="2791493"/>
                  </a:lnTo>
                  <a:lnTo>
                    <a:pt x="3959453" y="2796219"/>
                  </a:lnTo>
                  <a:lnTo>
                    <a:pt x="3991427" y="2799055"/>
                  </a:lnTo>
                  <a:lnTo>
                    <a:pt x="4008975" y="2800461"/>
                  </a:lnTo>
                  <a:lnTo>
                    <a:pt x="4015582" y="2800941"/>
                  </a:lnTo>
                  <a:lnTo>
                    <a:pt x="4016409" y="2800996"/>
                  </a:lnTo>
                  <a:lnTo>
                    <a:pt x="4538543" y="2800996"/>
                  </a:lnTo>
                  <a:lnTo>
                    <a:pt x="4539811" y="2800988"/>
                  </a:lnTo>
                  <a:lnTo>
                    <a:pt x="4548105" y="2800929"/>
                  </a:lnTo>
                  <a:lnTo>
                    <a:pt x="4568838" y="2800764"/>
                  </a:lnTo>
                  <a:lnTo>
                    <a:pt x="4605467" y="2800442"/>
                  </a:lnTo>
                  <a:lnTo>
                    <a:pt x="4659168" y="2799914"/>
                  </a:lnTo>
                  <a:lnTo>
                    <a:pt x="4728791" y="2799145"/>
                  </a:lnTo>
                  <a:lnTo>
                    <a:pt x="4811242" y="2798115"/>
                  </a:lnTo>
                  <a:lnTo>
                    <a:pt x="4902269" y="2796817"/>
                  </a:lnTo>
                  <a:lnTo>
                    <a:pt x="4997360" y="2795256"/>
                  </a:lnTo>
                  <a:lnTo>
                    <a:pt x="5092493" y="2793436"/>
                  </a:lnTo>
                  <a:lnTo>
                    <a:pt x="5184586" y="2791361"/>
                  </a:lnTo>
                  <a:lnTo>
                    <a:pt x="5271618" y="2789028"/>
                  </a:lnTo>
                  <a:lnTo>
                    <a:pt x="5352547" y="2786421"/>
                  </a:lnTo>
                  <a:lnTo>
                    <a:pt x="5427102" y="2783516"/>
                  </a:lnTo>
                  <a:lnTo>
                    <a:pt x="5495562" y="2780274"/>
                  </a:lnTo>
                  <a:lnTo>
                    <a:pt x="5558564" y="2776649"/>
                  </a:lnTo>
                  <a:lnTo>
                    <a:pt x="5616949" y="2772585"/>
                  </a:lnTo>
                  <a:lnTo>
                    <a:pt x="5671645" y="2768024"/>
                  </a:lnTo>
                  <a:lnTo>
                    <a:pt x="5723587" y="2762908"/>
                  </a:lnTo>
                  <a:lnTo>
                    <a:pt x="5773632" y="2757202"/>
                  </a:lnTo>
                  <a:lnTo>
                    <a:pt x="5784835" y="2755819"/>
                  </a:lnTo>
                  <a:lnTo>
                    <a:pt x="5838665" y="2748653"/>
                  </a:lnTo>
                  <a:lnTo>
                    <a:pt x="5891976" y="2740734"/>
                  </a:lnTo>
                  <a:lnTo>
                    <a:pt x="5945343" y="2732050"/>
                  </a:lnTo>
                  <a:lnTo>
                    <a:pt x="5999153" y="2722620"/>
                  </a:lnTo>
                  <a:lnTo>
                    <a:pt x="6053626" y="2712493"/>
                  </a:lnTo>
                  <a:lnTo>
                    <a:pt x="6108835" y="2701750"/>
                  </a:lnTo>
                  <a:lnTo>
                    <a:pt x="6164731" y="2690504"/>
                  </a:lnTo>
                  <a:lnTo>
                    <a:pt x="6221160" y="2678896"/>
                  </a:lnTo>
                  <a:lnTo>
                    <a:pt x="6277895" y="2667089"/>
                  </a:lnTo>
                  <a:lnTo>
                    <a:pt x="6334668" y="2655257"/>
                  </a:lnTo>
                  <a:lnTo>
                    <a:pt x="6391206" y="2643578"/>
                  </a:lnTo>
                  <a:lnTo>
                    <a:pt x="6447267" y="2632217"/>
                  </a:lnTo>
                  <a:lnTo>
                    <a:pt x="6502674" y="2621323"/>
                  </a:lnTo>
                  <a:lnTo>
                    <a:pt x="6557347" y="2611018"/>
                  </a:lnTo>
                  <a:lnTo>
                    <a:pt x="6611323" y="2601391"/>
                  </a:lnTo>
                  <a:lnTo>
                    <a:pt x="6664781" y="2592500"/>
                  </a:lnTo>
                  <a:lnTo>
                    <a:pt x="6718059" y="2584371"/>
                  </a:lnTo>
                  <a:lnTo>
                    <a:pt x="6771677" y="2577001"/>
                  </a:lnTo>
                  <a:lnTo>
                    <a:pt x="6786527" y="2575110"/>
                  </a:lnTo>
                  <a:lnTo>
                    <a:pt x="6836244" y="2569266"/>
                  </a:lnTo>
                  <a:lnTo>
                    <a:pt x="6887684" y="2564019"/>
                  </a:lnTo>
                  <a:lnTo>
                    <a:pt x="6941673" y="2559336"/>
                  </a:lnTo>
                  <a:lnTo>
                    <a:pt x="6999135" y="2555164"/>
                  </a:lnTo>
                  <a:lnTo>
                    <a:pt x="7061007" y="2551444"/>
                  </a:lnTo>
                  <a:lnTo>
                    <a:pt x="7128160" y="2548119"/>
                  </a:lnTo>
                  <a:lnTo>
                    <a:pt x="7201286" y="2545141"/>
                  </a:lnTo>
                  <a:lnTo>
                    <a:pt x="7280765" y="2542469"/>
                  </a:lnTo>
                  <a:lnTo>
                    <a:pt x="7366468" y="2540075"/>
                  </a:lnTo>
                  <a:lnTo>
                    <a:pt x="7457549" y="2537943"/>
                  </a:lnTo>
                  <a:lnTo>
                    <a:pt x="7552223" y="2536065"/>
                  </a:lnTo>
                  <a:lnTo>
                    <a:pt x="7647648" y="2534444"/>
                  </a:lnTo>
                  <a:lnTo>
                    <a:pt x="7739989" y="2533085"/>
                  </a:lnTo>
                  <a:lnTo>
                    <a:pt x="7824790" y="2531995"/>
                  </a:lnTo>
                  <a:lnTo>
                    <a:pt x="7897660" y="2531167"/>
                  </a:lnTo>
                  <a:lnTo>
                    <a:pt x="7955167" y="2530587"/>
                  </a:lnTo>
                  <a:lnTo>
                    <a:pt x="7995664" y="2530222"/>
                  </a:lnTo>
                  <a:lnTo>
                    <a:pt x="8019789" y="2530026"/>
                  </a:lnTo>
                  <a:lnTo>
                    <a:pt x="8030503" y="2529948"/>
                  </a:lnTo>
                  <a:lnTo>
                    <a:pt x="8032819" y="2529932"/>
                  </a:lnTo>
                  <a:lnTo>
                    <a:pt x="8554953" y="2529932"/>
                  </a:lnTo>
                  <a:lnTo>
                    <a:pt x="8554953" y="2524285"/>
                  </a:lnTo>
                  <a:lnTo>
                    <a:pt x="8032819" y="2524285"/>
                  </a:lnTo>
                  <a:lnTo>
                    <a:pt x="8031550" y="2524293"/>
                  </a:lnTo>
                  <a:lnTo>
                    <a:pt x="8023257" y="2524353"/>
                  </a:lnTo>
                  <a:lnTo>
                    <a:pt x="8002524" y="2524517"/>
                  </a:lnTo>
                  <a:lnTo>
                    <a:pt x="7965895" y="2524839"/>
                  </a:lnTo>
                  <a:lnTo>
                    <a:pt x="7912194" y="2525367"/>
                  </a:lnTo>
                  <a:lnTo>
                    <a:pt x="7842571" y="2526136"/>
                  </a:lnTo>
                  <a:lnTo>
                    <a:pt x="7760120" y="2527166"/>
                  </a:lnTo>
                  <a:lnTo>
                    <a:pt x="7669093" y="2528464"/>
                  </a:lnTo>
                  <a:lnTo>
                    <a:pt x="7574002" y="2530026"/>
                  </a:lnTo>
                  <a:lnTo>
                    <a:pt x="7478869" y="2531846"/>
                  </a:lnTo>
                  <a:lnTo>
                    <a:pt x="7386776" y="2533920"/>
                  </a:lnTo>
                  <a:lnTo>
                    <a:pt x="7299744" y="2536253"/>
                  </a:lnTo>
                  <a:lnTo>
                    <a:pt x="7218815" y="2538860"/>
                  </a:lnTo>
                  <a:lnTo>
                    <a:pt x="7144260" y="2541765"/>
                  </a:lnTo>
                  <a:lnTo>
                    <a:pt x="7075800" y="2545007"/>
                  </a:lnTo>
                  <a:lnTo>
                    <a:pt x="7012798" y="2548632"/>
                  </a:lnTo>
                  <a:lnTo>
                    <a:pt x="6954413" y="2552696"/>
                  </a:lnTo>
                  <a:lnTo>
                    <a:pt x="6899717" y="2557258"/>
                  </a:lnTo>
                  <a:lnTo>
                    <a:pt x="6847775" y="2562373"/>
                  </a:lnTo>
                  <a:lnTo>
                    <a:pt x="6797730" y="2568080"/>
                  </a:lnTo>
                  <a:lnTo>
                    <a:pt x="6786527" y="2569462"/>
                  </a:lnTo>
                  <a:lnTo>
                    <a:pt x="6732697" y="2576628"/>
                  </a:lnTo>
                  <a:lnTo>
                    <a:pt x="6679386" y="2584548"/>
                  </a:lnTo>
                  <a:lnTo>
                    <a:pt x="6626019" y="2593231"/>
                  </a:lnTo>
                  <a:lnTo>
                    <a:pt x="6572208" y="2602661"/>
                  </a:lnTo>
                  <a:lnTo>
                    <a:pt x="6517736" y="2612788"/>
                  </a:lnTo>
                  <a:lnTo>
                    <a:pt x="6462527" y="2623532"/>
                  </a:lnTo>
                  <a:lnTo>
                    <a:pt x="6406631" y="2634778"/>
                  </a:lnTo>
                  <a:lnTo>
                    <a:pt x="6350202" y="2646386"/>
                  </a:lnTo>
                  <a:lnTo>
                    <a:pt x="6293467" y="2658193"/>
                  </a:lnTo>
                  <a:lnTo>
                    <a:pt x="6236694" y="2670024"/>
                  </a:lnTo>
                  <a:lnTo>
                    <a:pt x="6180156" y="2681704"/>
                  </a:lnTo>
                  <a:lnTo>
                    <a:pt x="6124095" y="2693064"/>
                  </a:lnTo>
                  <a:lnTo>
                    <a:pt x="6068688" y="2703958"/>
                  </a:lnTo>
                  <a:lnTo>
                    <a:pt x="6014015" y="2714264"/>
                  </a:lnTo>
                  <a:lnTo>
                    <a:pt x="5960039" y="2723891"/>
                  </a:lnTo>
                  <a:lnTo>
                    <a:pt x="5906581" y="2732782"/>
                  </a:lnTo>
                  <a:lnTo>
                    <a:pt x="5853303" y="2740911"/>
                  </a:lnTo>
                  <a:lnTo>
                    <a:pt x="5799685" y="2748281"/>
                  </a:lnTo>
                  <a:lnTo>
                    <a:pt x="5784835" y="2750172"/>
                  </a:lnTo>
                  <a:lnTo>
                    <a:pt x="5735118" y="2756015"/>
                  </a:lnTo>
                  <a:lnTo>
                    <a:pt x="5683678" y="2761262"/>
                  </a:lnTo>
                  <a:lnTo>
                    <a:pt x="5629689" y="2765946"/>
                  </a:lnTo>
                  <a:lnTo>
                    <a:pt x="5572227" y="2770118"/>
                  </a:lnTo>
                  <a:lnTo>
                    <a:pt x="5510355" y="2773838"/>
                  </a:lnTo>
                  <a:lnTo>
                    <a:pt x="5443202" y="2777162"/>
                  </a:lnTo>
                  <a:lnTo>
                    <a:pt x="5370076" y="2780140"/>
                  </a:lnTo>
                  <a:lnTo>
                    <a:pt x="5290597" y="2782812"/>
                  </a:lnTo>
                  <a:lnTo>
                    <a:pt x="5204893" y="2785206"/>
                  </a:lnTo>
                  <a:lnTo>
                    <a:pt x="5113813" y="2787339"/>
                  </a:lnTo>
                  <a:lnTo>
                    <a:pt x="5019139" y="2789217"/>
                  </a:lnTo>
                  <a:lnTo>
                    <a:pt x="4923714" y="2790838"/>
                  </a:lnTo>
                  <a:lnTo>
                    <a:pt x="4831373" y="2792196"/>
                  </a:lnTo>
                  <a:lnTo>
                    <a:pt x="4746572" y="2793287"/>
                  </a:lnTo>
                  <a:lnTo>
                    <a:pt x="4673702" y="2794114"/>
                  </a:lnTo>
                  <a:lnTo>
                    <a:pt x="4616195" y="2794694"/>
                  </a:lnTo>
                  <a:lnTo>
                    <a:pt x="4575698" y="2795060"/>
                  </a:lnTo>
                  <a:lnTo>
                    <a:pt x="4551573" y="2795255"/>
                  </a:lnTo>
                  <a:lnTo>
                    <a:pt x="4540859" y="2795334"/>
                  </a:lnTo>
                  <a:lnTo>
                    <a:pt x="4538543" y="2795349"/>
                  </a:lnTo>
                  <a:lnTo>
                    <a:pt x="4016409" y="2795349"/>
                  </a:lnTo>
                  <a:lnTo>
                    <a:pt x="4015256" y="2795271"/>
                  </a:lnTo>
                  <a:lnTo>
                    <a:pt x="4007699" y="2794716"/>
                  </a:lnTo>
                  <a:lnTo>
                    <a:pt x="3988744" y="2793181"/>
                  </a:lnTo>
                  <a:lnTo>
                    <a:pt x="3955100" y="2790164"/>
                  </a:lnTo>
                  <a:lnTo>
                    <a:pt x="3905459" y="2785213"/>
                  </a:lnTo>
                  <a:lnTo>
                    <a:pt x="3840576" y="2777977"/>
                  </a:lnTo>
                  <a:lnTo>
                    <a:pt x="3762998" y="2768242"/>
                  </a:lnTo>
                  <a:lnTo>
                    <a:pt x="3676441" y="2755925"/>
                  </a:lnTo>
                  <a:lnTo>
                    <a:pt x="3585019" y="2741039"/>
                  </a:lnTo>
                  <a:lnTo>
                    <a:pt x="3492558" y="2723643"/>
                  </a:lnTo>
                  <a:lnTo>
                    <a:pt x="3402140" y="2703782"/>
                  </a:lnTo>
                  <a:lnTo>
                    <a:pt x="3315919" y="2681445"/>
                  </a:lnTo>
                  <a:lnTo>
                    <a:pt x="3235145" y="2656533"/>
                  </a:lnTo>
                  <a:lnTo>
                    <a:pt x="3160319" y="2628847"/>
                  </a:lnTo>
                  <a:lnTo>
                    <a:pt x="3091375" y="2598087"/>
                  </a:lnTo>
                  <a:lnTo>
                    <a:pt x="3027865" y="2563850"/>
                  </a:lnTo>
                  <a:lnTo>
                    <a:pt x="2969102" y="2525653"/>
                  </a:lnTo>
                  <a:lnTo>
                    <a:pt x="2914273" y="2482954"/>
                  </a:lnTo>
                  <a:lnTo>
                    <a:pt x="2862523" y="2435202"/>
                  </a:lnTo>
                  <a:lnTo>
                    <a:pt x="2813024" y="2381926"/>
                  </a:lnTo>
                  <a:lnTo>
                    <a:pt x="2770117" y="2329458"/>
                  </a:lnTo>
                  <a:lnTo>
                    <a:pt x="2732693" y="2279015"/>
                  </a:lnTo>
                  <a:lnTo>
                    <a:pt x="2695619" y="2224869"/>
                  </a:lnTo>
                  <a:lnTo>
                    <a:pt x="2658671" y="2166943"/>
                  </a:lnTo>
                  <a:lnTo>
                    <a:pt x="2621674" y="2105223"/>
                  </a:lnTo>
                  <a:lnTo>
                    <a:pt x="2584495" y="2039762"/>
                  </a:lnTo>
                  <a:lnTo>
                    <a:pt x="2547041" y="1970684"/>
                  </a:lnTo>
                  <a:lnTo>
                    <a:pt x="2509255" y="1898192"/>
                  </a:lnTo>
                  <a:lnTo>
                    <a:pt x="2471113" y="1822569"/>
                  </a:lnTo>
                  <a:lnTo>
                    <a:pt x="2432621" y="1744171"/>
                  </a:lnTo>
                  <a:lnTo>
                    <a:pt x="2393811" y="1663431"/>
                  </a:lnTo>
                  <a:lnTo>
                    <a:pt x="2354736" y="1580843"/>
                  </a:lnTo>
                  <a:lnTo>
                    <a:pt x="2315469" y="1496956"/>
                  </a:lnTo>
                  <a:lnTo>
                    <a:pt x="2276095" y="1412356"/>
                  </a:lnTo>
                  <a:lnTo>
                    <a:pt x="2236705" y="1327649"/>
                  </a:lnTo>
                  <a:lnTo>
                    <a:pt x="2197391" y="1243448"/>
                  </a:lnTo>
                  <a:lnTo>
                    <a:pt x="2158241" y="1160346"/>
                  </a:lnTo>
                  <a:lnTo>
                    <a:pt x="2119332" y="1078906"/>
                  </a:lnTo>
                  <a:lnTo>
                    <a:pt x="2080724" y="999645"/>
                  </a:lnTo>
                  <a:lnTo>
                    <a:pt x="2042459" y="923016"/>
                  </a:lnTo>
                  <a:lnTo>
                    <a:pt x="2004551" y="849403"/>
                  </a:lnTo>
                  <a:lnTo>
                    <a:pt x="1966987" y="779116"/>
                  </a:lnTo>
                  <a:lnTo>
                    <a:pt x="1929722" y="712384"/>
                  </a:lnTo>
                  <a:lnTo>
                    <a:pt x="1892674" y="649358"/>
                  </a:lnTo>
                  <a:lnTo>
                    <a:pt x="1855727" y="590116"/>
                  </a:lnTo>
                  <a:lnTo>
                    <a:pt x="1818720" y="534666"/>
                  </a:lnTo>
                  <a:lnTo>
                    <a:pt x="1781445" y="482953"/>
                  </a:lnTo>
                  <a:lnTo>
                    <a:pt x="1768425" y="465891"/>
                  </a:lnTo>
                  <a:lnTo>
                    <a:pt x="1720314" y="407457"/>
                  </a:lnTo>
                  <a:lnTo>
                    <a:pt x="1670612" y="354788"/>
                  </a:lnTo>
                  <a:lnTo>
                    <a:pt x="1618574" y="307601"/>
                  </a:lnTo>
                  <a:lnTo>
                    <a:pt x="1563365" y="265410"/>
                  </a:lnTo>
                  <a:lnTo>
                    <a:pt x="1504132" y="227661"/>
                  </a:lnTo>
                  <a:lnTo>
                    <a:pt x="1440071" y="193818"/>
                  </a:lnTo>
                  <a:lnTo>
                    <a:pt x="1370515" y="163403"/>
                  </a:lnTo>
                  <a:lnTo>
                    <a:pt x="1295048" y="136026"/>
                  </a:lnTo>
                  <a:lnTo>
                    <a:pt x="1213657" y="111397"/>
                  </a:lnTo>
                  <a:lnTo>
                    <a:pt x="1126912" y="89327"/>
                  </a:lnTo>
                  <a:lnTo>
                    <a:pt x="1036156" y="69729"/>
                  </a:lnTo>
                  <a:lnTo>
                    <a:pt x="943644" y="52598"/>
                  </a:lnTo>
                  <a:lnTo>
                    <a:pt x="852549" y="37985"/>
                  </a:lnTo>
                  <a:lnTo>
                    <a:pt x="766756" y="25944"/>
                  </a:lnTo>
                  <a:lnTo>
                    <a:pt x="690371" y="16482"/>
                  </a:lnTo>
                  <a:lnTo>
                    <a:pt x="627023" y="9503"/>
                  </a:lnTo>
                  <a:lnTo>
                    <a:pt x="579090" y="4777"/>
                  </a:lnTo>
                  <a:lnTo>
                    <a:pt x="547115" y="1941"/>
                  </a:lnTo>
                  <a:lnTo>
                    <a:pt x="529567" y="535"/>
                  </a:lnTo>
                  <a:lnTo>
                    <a:pt x="522960" y="55"/>
                  </a:lnTo>
                  <a:lnTo>
                    <a:pt x="5221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225" name="pl225"/>
            <p:cNvSpPr/>
            <p:nvPr/>
          </p:nvSpPr>
          <p:spPr>
            <a:xfrm>
              <a:off x="386606" y="3263704"/>
              <a:ext cx="8554953" cy="2795349"/>
            </a:xfrm>
            <a:custGeom>
              <a:avLst/>
              <a:pathLst>
                <a:path w="8554953" h="2795349">
                  <a:moveTo>
                    <a:pt x="0" y="0"/>
                  </a:moveTo>
                  <a:lnTo>
                    <a:pt x="522133" y="0"/>
                  </a:lnTo>
                  <a:lnTo>
                    <a:pt x="523286" y="77"/>
                  </a:lnTo>
                  <a:lnTo>
                    <a:pt x="530843" y="632"/>
                  </a:lnTo>
                  <a:lnTo>
                    <a:pt x="549798" y="2167"/>
                  </a:lnTo>
                  <a:lnTo>
                    <a:pt x="583442" y="5184"/>
                  </a:lnTo>
                  <a:lnTo>
                    <a:pt x="633083" y="10136"/>
                  </a:lnTo>
                  <a:lnTo>
                    <a:pt x="697966" y="17371"/>
                  </a:lnTo>
                  <a:lnTo>
                    <a:pt x="775544" y="27107"/>
                  </a:lnTo>
                  <a:lnTo>
                    <a:pt x="862101" y="39424"/>
                  </a:lnTo>
                  <a:lnTo>
                    <a:pt x="953523" y="54310"/>
                  </a:lnTo>
                  <a:lnTo>
                    <a:pt x="1045984" y="71706"/>
                  </a:lnTo>
                  <a:lnTo>
                    <a:pt x="1136402" y="91566"/>
                  </a:lnTo>
                  <a:lnTo>
                    <a:pt x="1222624" y="113904"/>
                  </a:lnTo>
                  <a:lnTo>
                    <a:pt x="1303397" y="138816"/>
                  </a:lnTo>
                  <a:lnTo>
                    <a:pt x="1378224" y="166501"/>
                  </a:lnTo>
                  <a:lnTo>
                    <a:pt x="1447167" y="197262"/>
                  </a:lnTo>
                  <a:lnTo>
                    <a:pt x="1510677" y="231499"/>
                  </a:lnTo>
                  <a:lnTo>
                    <a:pt x="1569441" y="269696"/>
                  </a:lnTo>
                  <a:lnTo>
                    <a:pt x="1624270" y="312395"/>
                  </a:lnTo>
                  <a:lnTo>
                    <a:pt x="1676019" y="360147"/>
                  </a:lnTo>
                  <a:lnTo>
                    <a:pt x="1725518" y="413423"/>
                  </a:lnTo>
                  <a:lnTo>
                    <a:pt x="1768425" y="465891"/>
                  </a:lnTo>
                  <a:lnTo>
                    <a:pt x="1805849" y="516334"/>
                  </a:lnTo>
                  <a:lnTo>
                    <a:pt x="1842923" y="570480"/>
                  </a:lnTo>
                  <a:lnTo>
                    <a:pt x="1879871" y="628406"/>
                  </a:lnTo>
                  <a:lnTo>
                    <a:pt x="1916868" y="690125"/>
                  </a:lnTo>
                  <a:lnTo>
                    <a:pt x="1954047" y="755587"/>
                  </a:lnTo>
                  <a:lnTo>
                    <a:pt x="1991501" y="824665"/>
                  </a:lnTo>
                  <a:lnTo>
                    <a:pt x="2029287" y="897156"/>
                  </a:lnTo>
                  <a:lnTo>
                    <a:pt x="2067429" y="972780"/>
                  </a:lnTo>
                  <a:lnTo>
                    <a:pt x="2105921" y="1051178"/>
                  </a:lnTo>
                  <a:lnTo>
                    <a:pt x="2144731" y="1131918"/>
                  </a:lnTo>
                  <a:lnTo>
                    <a:pt x="2183806" y="1214506"/>
                  </a:lnTo>
                  <a:lnTo>
                    <a:pt x="2223073" y="1298393"/>
                  </a:lnTo>
                  <a:lnTo>
                    <a:pt x="2262447" y="1382993"/>
                  </a:lnTo>
                  <a:lnTo>
                    <a:pt x="2301837" y="1467699"/>
                  </a:lnTo>
                  <a:lnTo>
                    <a:pt x="2341151" y="1551901"/>
                  </a:lnTo>
                  <a:lnTo>
                    <a:pt x="2380301" y="1635003"/>
                  </a:lnTo>
                  <a:lnTo>
                    <a:pt x="2419210" y="1716442"/>
                  </a:lnTo>
                  <a:lnTo>
                    <a:pt x="2457818" y="1795704"/>
                  </a:lnTo>
                  <a:lnTo>
                    <a:pt x="2496083" y="1872333"/>
                  </a:lnTo>
                  <a:lnTo>
                    <a:pt x="2533991" y="1945946"/>
                  </a:lnTo>
                  <a:lnTo>
                    <a:pt x="2571555" y="2016233"/>
                  </a:lnTo>
                  <a:lnTo>
                    <a:pt x="2608821" y="2082965"/>
                  </a:lnTo>
                  <a:lnTo>
                    <a:pt x="2645868" y="2145991"/>
                  </a:lnTo>
                  <a:lnTo>
                    <a:pt x="2682815" y="2205232"/>
                  </a:lnTo>
                  <a:lnTo>
                    <a:pt x="2719823" y="2260682"/>
                  </a:lnTo>
                  <a:lnTo>
                    <a:pt x="2757097" y="2312396"/>
                  </a:lnTo>
                  <a:lnTo>
                    <a:pt x="2770117" y="2329458"/>
                  </a:lnTo>
                  <a:lnTo>
                    <a:pt x="2818228" y="2387892"/>
                  </a:lnTo>
                  <a:lnTo>
                    <a:pt x="2867930" y="2440560"/>
                  </a:lnTo>
                  <a:lnTo>
                    <a:pt x="2919968" y="2487747"/>
                  </a:lnTo>
                  <a:lnTo>
                    <a:pt x="2975177" y="2529939"/>
                  </a:lnTo>
                  <a:lnTo>
                    <a:pt x="3034410" y="2567688"/>
                  </a:lnTo>
                  <a:lnTo>
                    <a:pt x="3098471" y="2601531"/>
                  </a:lnTo>
                  <a:lnTo>
                    <a:pt x="3168027" y="2631946"/>
                  </a:lnTo>
                  <a:lnTo>
                    <a:pt x="3243494" y="2659322"/>
                  </a:lnTo>
                  <a:lnTo>
                    <a:pt x="3324886" y="2683952"/>
                  </a:lnTo>
                  <a:lnTo>
                    <a:pt x="3411630" y="2706022"/>
                  </a:lnTo>
                  <a:lnTo>
                    <a:pt x="3502386" y="2725620"/>
                  </a:lnTo>
                  <a:lnTo>
                    <a:pt x="3594898" y="2742750"/>
                  </a:lnTo>
                  <a:lnTo>
                    <a:pt x="3685993" y="2757364"/>
                  </a:lnTo>
                  <a:lnTo>
                    <a:pt x="3771786" y="2769405"/>
                  </a:lnTo>
                  <a:lnTo>
                    <a:pt x="3848171" y="2778867"/>
                  </a:lnTo>
                  <a:lnTo>
                    <a:pt x="3911519" y="2785846"/>
                  </a:lnTo>
                  <a:lnTo>
                    <a:pt x="3959453" y="2790572"/>
                  </a:lnTo>
                  <a:lnTo>
                    <a:pt x="3991427" y="2793408"/>
                  </a:lnTo>
                  <a:lnTo>
                    <a:pt x="4008975" y="2794813"/>
                  </a:lnTo>
                  <a:lnTo>
                    <a:pt x="4015582" y="2795294"/>
                  </a:lnTo>
                  <a:lnTo>
                    <a:pt x="4016409" y="2795349"/>
                  </a:lnTo>
                  <a:lnTo>
                    <a:pt x="4538543" y="2795349"/>
                  </a:lnTo>
                  <a:lnTo>
                    <a:pt x="4539811" y="2795341"/>
                  </a:lnTo>
                  <a:lnTo>
                    <a:pt x="4548105" y="2795281"/>
                  </a:lnTo>
                  <a:lnTo>
                    <a:pt x="4568838" y="2795117"/>
                  </a:lnTo>
                  <a:lnTo>
                    <a:pt x="4605467" y="2794795"/>
                  </a:lnTo>
                  <a:lnTo>
                    <a:pt x="4659168" y="2794267"/>
                  </a:lnTo>
                  <a:lnTo>
                    <a:pt x="4728791" y="2793498"/>
                  </a:lnTo>
                  <a:lnTo>
                    <a:pt x="4811242" y="2792468"/>
                  </a:lnTo>
                  <a:lnTo>
                    <a:pt x="4902269" y="2791170"/>
                  </a:lnTo>
                  <a:lnTo>
                    <a:pt x="4997360" y="2789608"/>
                  </a:lnTo>
                  <a:lnTo>
                    <a:pt x="5092493" y="2787789"/>
                  </a:lnTo>
                  <a:lnTo>
                    <a:pt x="5184586" y="2785714"/>
                  </a:lnTo>
                  <a:lnTo>
                    <a:pt x="5271618" y="2783381"/>
                  </a:lnTo>
                  <a:lnTo>
                    <a:pt x="5352547" y="2780774"/>
                  </a:lnTo>
                  <a:lnTo>
                    <a:pt x="5427102" y="2777869"/>
                  </a:lnTo>
                  <a:lnTo>
                    <a:pt x="5495562" y="2774627"/>
                  </a:lnTo>
                  <a:lnTo>
                    <a:pt x="5558564" y="2771002"/>
                  </a:lnTo>
                  <a:lnTo>
                    <a:pt x="5616949" y="2766938"/>
                  </a:lnTo>
                  <a:lnTo>
                    <a:pt x="5671645" y="2762376"/>
                  </a:lnTo>
                  <a:lnTo>
                    <a:pt x="5723587" y="2757261"/>
                  </a:lnTo>
                  <a:lnTo>
                    <a:pt x="5773632" y="2751555"/>
                  </a:lnTo>
                  <a:lnTo>
                    <a:pt x="5784835" y="2750172"/>
                  </a:lnTo>
                  <a:lnTo>
                    <a:pt x="5838665" y="2743006"/>
                  </a:lnTo>
                  <a:lnTo>
                    <a:pt x="5891976" y="2735086"/>
                  </a:lnTo>
                  <a:lnTo>
                    <a:pt x="5945343" y="2726403"/>
                  </a:lnTo>
                  <a:lnTo>
                    <a:pt x="5999153" y="2716973"/>
                  </a:lnTo>
                  <a:lnTo>
                    <a:pt x="6053626" y="2706846"/>
                  </a:lnTo>
                  <a:lnTo>
                    <a:pt x="6108835" y="2696103"/>
                  </a:lnTo>
                  <a:lnTo>
                    <a:pt x="6164731" y="2684856"/>
                  </a:lnTo>
                  <a:lnTo>
                    <a:pt x="6221160" y="2673248"/>
                  </a:lnTo>
                  <a:lnTo>
                    <a:pt x="6277895" y="2661441"/>
                  </a:lnTo>
                  <a:lnTo>
                    <a:pt x="6334668" y="2649610"/>
                  </a:lnTo>
                  <a:lnTo>
                    <a:pt x="6391206" y="2637931"/>
                  </a:lnTo>
                  <a:lnTo>
                    <a:pt x="6447267" y="2626570"/>
                  </a:lnTo>
                  <a:lnTo>
                    <a:pt x="6502674" y="2615676"/>
                  </a:lnTo>
                  <a:lnTo>
                    <a:pt x="6557347" y="2605371"/>
                  </a:lnTo>
                  <a:lnTo>
                    <a:pt x="6611323" y="2595744"/>
                  </a:lnTo>
                  <a:lnTo>
                    <a:pt x="6664781" y="2586852"/>
                  </a:lnTo>
                  <a:lnTo>
                    <a:pt x="6718059" y="2578723"/>
                  </a:lnTo>
                  <a:lnTo>
                    <a:pt x="6771677" y="2571353"/>
                  </a:lnTo>
                  <a:lnTo>
                    <a:pt x="6786527" y="2569462"/>
                  </a:lnTo>
                  <a:lnTo>
                    <a:pt x="6836244" y="2563619"/>
                  </a:lnTo>
                  <a:lnTo>
                    <a:pt x="6887684" y="2558372"/>
                  </a:lnTo>
                  <a:lnTo>
                    <a:pt x="6941673" y="2553689"/>
                  </a:lnTo>
                  <a:lnTo>
                    <a:pt x="6999135" y="2549517"/>
                  </a:lnTo>
                  <a:lnTo>
                    <a:pt x="7061007" y="2545797"/>
                  </a:lnTo>
                  <a:lnTo>
                    <a:pt x="7128160" y="2542472"/>
                  </a:lnTo>
                  <a:lnTo>
                    <a:pt x="7201286" y="2539494"/>
                  </a:lnTo>
                  <a:lnTo>
                    <a:pt x="7280765" y="2536822"/>
                  </a:lnTo>
                  <a:lnTo>
                    <a:pt x="7366468" y="2534428"/>
                  </a:lnTo>
                  <a:lnTo>
                    <a:pt x="7457549" y="2532295"/>
                  </a:lnTo>
                  <a:lnTo>
                    <a:pt x="7552223" y="2530418"/>
                  </a:lnTo>
                  <a:lnTo>
                    <a:pt x="7647648" y="2528796"/>
                  </a:lnTo>
                  <a:lnTo>
                    <a:pt x="7739989" y="2527438"/>
                  </a:lnTo>
                  <a:lnTo>
                    <a:pt x="7824790" y="2526347"/>
                  </a:lnTo>
                  <a:lnTo>
                    <a:pt x="7897660" y="2525520"/>
                  </a:lnTo>
                  <a:lnTo>
                    <a:pt x="7955167" y="2524940"/>
                  </a:lnTo>
                  <a:lnTo>
                    <a:pt x="7995664" y="2524575"/>
                  </a:lnTo>
                  <a:lnTo>
                    <a:pt x="8019789" y="2524379"/>
                  </a:lnTo>
                  <a:lnTo>
                    <a:pt x="8030503" y="2524300"/>
                  </a:lnTo>
                  <a:lnTo>
                    <a:pt x="8032804" y="2524285"/>
                  </a:lnTo>
                  <a:lnTo>
                    <a:pt x="8032819" y="2524285"/>
                  </a:lnTo>
                  <a:lnTo>
                    <a:pt x="8554953" y="2524285"/>
                  </a:lnTo>
                  <a:lnTo>
                    <a:pt x="8554953" y="2524285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26" name="pl226"/>
            <p:cNvSpPr/>
            <p:nvPr/>
          </p:nvSpPr>
          <p:spPr>
            <a:xfrm>
              <a:off x="386606" y="3258057"/>
              <a:ext cx="8554953" cy="2795349"/>
            </a:xfrm>
            <a:custGeom>
              <a:avLst/>
              <a:pathLst>
                <a:path w="8554953" h="2795349">
                  <a:moveTo>
                    <a:pt x="8554953" y="2524285"/>
                  </a:moveTo>
                  <a:lnTo>
                    <a:pt x="8032819" y="2524285"/>
                  </a:lnTo>
                  <a:lnTo>
                    <a:pt x="8031550" y="2524293"/>
                  </a:lnTo>
                  <a:lnTo>
                    <a:pt x="8023257" y="2524353"/>
                  </a:lnTo>
                  <a:lnTo>
                    <a:pt x="8002524" y="2524517"/>
                  </a:lnTo>
                  <a:lnTo>
                    <a:pt x="7965895" y="2524839"/>
                  </a:lnTo>
                  <a:lnTo>
                    <a:pt x="7912194" y="2525367"/>
                  </a:lnTo>
                  <a:lnTo>
                    <a:pt x="7842571" y="2526136"/>
                  </a:lnTo>
                  <a:lnTo>
                    <a:pt x="7760120" y="2527166"/>
                  </a:lnTo>
                  <a:lnTo>
                    <a:pt x="7669093" y="2528464"/>
                  </a:lnTo>
                  <a:lnTo>
                    <a:pt x="7574002" y="2530026"/>
                  </a:lnTo>
                  <a:lnTo>
                    <a:pt x="7478869" y="2531846"/>
                  </a:lnTo>
                  <a:lnTo>
                    <a:pt x="7386776" y="2533920"/>
                  </a:lnTo>
                  <a:lnTo>
                    <a:pt x="7299744" y="2536253"/>
                  </a:lnTo>
                  <a:lnTo>
                    <a:pt x="7218815" y="2538860"/>
                  </a:lnTo>
                  <a:lnTo>
                    <a:pt x="7144260" y="2541765"/>
                  </a:lnTo>
                  <a:lnTo>
                    <a:pt x="7075800" y="2545007"/>
                  </a:lnTo>
                  <a:lnTo>
                    <a:pt x="7012798" y="2548632"/>
                  </a:lnTo>
                  <a:lnTo>
                    <a:pt x="6954413" y="2552696"/>
                  </a:lnTo>
                  <a:lnTo>
                    <a:pt x="6899717" y="2557258"/>
                  </a:lnTo>
                  <a:lnTo>
                    <a:pt x="6847775" y="2562373"/>
                  </a:lnTo>
                  <a:lnTo>
                    <a:pt x="6797730" y="2568080"/>
                  </a:lnTo>
                  <a:lnTo>
                    <a:pt x="6786527" y="2569462"/>
                  </a:lnTo>
                  <a:lnTo>
                    <a:pt x="6732697" y="2576628"/>
                  </a:lnTo>
                  <a:lnTo>
                    <a:pt x="6679386" y="2584548"/>
                  </a:lnTo>
                  <a:lnTo>
                    <a:pt x="6626019" y="2593231"/>
                  </a:lnTo>
                  <a:lnTo>
                    <a:pt x="6572208" y="2602661"/>
                  </a:lnTo>
                  <a:lnTo>
                    <a:pt x="6517736" y="2612788"/>
                  </a:lnTo>
                  <a:lnTo>
                    <a:pt x="6462527" y="2623532"/>
                  </a:lnTo>
                  <a:lnTo>
                    <a:pt x="6406631" y="2634778"/>
                  </a:lnTo>
                  <a:lnTo>
                    <a:pt x="6350202" y="2646386"/>
                  </a:lnTo>
                  <a:lnTo>
                    <a:pt x="6293467" y="2658193"/>
                  </a:lnTo>
                  <a:lnTo>
                    <a:pt x="6236694" y="2670024"/>
                  </a:lnTo>
                  <a:lnTo>
                    <a:pt x="6180156" y="2681704"/>
                  </a:lnTo>
                  <a:lnTo>
                    <a:pt x="6124095" y="2693064"/>
                  </a:lnTo>
                  <a:lnTo>
                    <a:pt x="6068688" y="2703958"/>
                  </a:lnTo>
                  <a:lnTo>
                    <a:pt x="6014015" y="2714264"/>
                  </a:lnTo>
                  <a:lnTo>
                    <a:pt x="5960039" y="2723891"/>
                  </a:lnTo>
                  <a:lnTo>
                    <a:pt x="5906581" y="2732782"/>
                  </a:lnTo>
                  <a:lnTo>
                    <a:pt x="5853303" y="2740911"/>
                  </a:lnTo>
                  <a:lnTo>
                    <a:pt x="5799685" y="2748281"/>
                  </a:lnTo>
                  <a:lnTo>
                    <a:pt x="5784835" y="2750172"/>
                  </a:lnTo>
                  <a:lnTo>
                    <a:pt x="5735118" y="2756015"/>
                  </a:lnTo>
                  <a:lnTo>
                    <a:pt x="5683678" y="2761262"/>
                  </a:lnTo>
                  <a:lnTo>
                    <a:pt x="5629689" y="2765946"/>
                  </a:lnTo>
                  <a:lnTo>
                    <a:pt x="5572227" y="2770118"/>
                  </a:lnTo>
                  <a:lnTo>
                    <a:pt x="5510355" y="2773838"/>
                  </a:lnTo>
                  <a:lnTo>
                    <a:pt x="5443202" y="2777162"/>
                  </a:lnTo>
                  <a:lnTo>
                    <a:pt x="5370076" y="2780140"/>
                  </a:lnTo>
                  <a:lnTo>
                    <a:pt x="5290597" y="2782812"/>
                  </a:lnTo>
                  <a:lnTo>
                    <a:pt x="5204893" y="2785206"/>
                  </a:lnTo>
                  <a:lnTo>
                    <a:pt x="5113813" y="2787339"/>
                  </a:lnTo>
                  <a:lnTo>
                    <a:pt x="5019139" y="2789217"/>
                  </a:lnTo>
                  <a:lnTo>
                    <a:pt x="4923714" y="2790838"/>
                  </a:lnTo>
                  <a:lnTo>
                    <a:pt x="4831373" y="2792196"/>
                  </a:lnTo>
                  <a:lnTo>
                    <a:pt x="4746572" y="2793287"/>
                  </a:lnTo>
                  <a:lnTo>
                    <a:pt x="4673702" y="2794114"/>
                  </a:lnTo>
                  <a:lnTo>
                    <a:pt x="4616195" y="2794694"/>
                  </a:lnTo>
                  <a:lnTo>
                    <a:pt x="4575698" y="2795060"/>
                  </a:lnTo>
                  <a:lnTo>
                    <a:pt x="4551573" y="2795255"/>
                  </a:lnTo>
                  <a:lnTo>
                    <a:pt x="4540859" y="2795334"/>
                  </a:lnTo>
                  <a:lnTo>
                    <a:pt x="4538558" y="2795349"/>
                  </a:lnTo>
                  <a:lnTo>
                    <a:pt x="4538543" y="2795349"/>
                  </a:lnTo>
                  <a:lnTo>
                    <a:pt x="4016409" y="2795349"/>
                  </a:lnTo>
                  <a:lnTo>
                    <a:pt x="4015256" y="2795271"/>
                  </a:lnTo>
                  <a:lnTo>
                    <a:pt x="4007699" y="2794716"/>
                  </a:lnTo>
                  <a:lnTo>
                    <a:pt x="3988744" y="2793181"/>
                  </a:lnTo>
                  <a:lnTo>
                    <a:pt x="3955100" y="2790164"/>
                  </a:lnTo>
                  <a:lnTo>
                    <a:pt x="3905459" y="2785213"/>
                  </a:lnTo>
                  <a:lnTo>
                    <a:pt x="3840576" y="2777977"/>
                  </a:lnTo>
                  <a:lnTo>
                    <a:pt x="3762998" y="2768242"/>
                  </a:lnTo>
                  <a:lnTo>
                    <a:pt x="3676441" y="2755925"/>
                  </a:lnTo>
                  <a:lnTo>
                    <a:pt x="3585019" y="2741039"/>
                  </a:lnTo>
                  <a:lnTo>
                    <a:pt x="3492558" y="2723643"/>
                  </a:lnTo>
                  <a:lnTo>
                    <a:pt x="3402140" y="2703782"/>
                  </a:lnTo>
                  <a:lnTo>
                    <a:pt x="3315919" y="2681445"/>
                  </a:lnTo>
                  <a:lnTo>
                    <a:pt x="3235145" y="2656533"/>
                  </a:lnTo>
                  <a:lnTo>
                    <a:pt x="3160319" y="2628847"/>
                  </a:lnTo>
                  <a:lnTo>
                    <a:pt x="3091375" y="2598087"/>
                  </a:lnTo>
                  <a:lnTo>
                    <a:pt x="3027865" y="2563850"/>
                  </a:lnTo>
                  <a:lnTo>
                    <a:pt x="2969102" y="2525653"/>
                  </a:lnTo>
                  <a:lnTo>
                    <a:pt x="2914273" y="2482954"/>
                  </a:lnTo>
                  <a:lnTo>
                    <a:pt x="2862523" y="2435202"/>
                  </a:lnTo>
                  <a:lnTo>
                    <a:pt x="2813024" y="2381926"/>
                  </a:lnTo>
                  <a:lnTo>
                    <a:pt x="2770117" y="2329458"/>
                  </a:lnTo>
                  <a:lnTo>
                    <a:pt x="2732693" y="2279015"/>
                  </a:lnTo>
                  <a:lnTo>
                    <a:pt x="2695619" y="2224869"/>
                  </a:lnTo>
                  <a:lnTo>
                    <a:pt x="2658671" y="2166943"/>
                  </a:lnTo>
                  <a:lnTo>
                    <a:pt x="2621674" y="2105223"/>
                  </a:lnTo>
                  <a:lnTo>
                    <a:pt x="2584495" y="2039762"/>
                  </a:lnTo>
                  <a:lnTo>
                    <a:pt x="2547041" y="1970684"/>
                  </a:lnTo>
                  <a:lnTo>
                    <a:pt x="2509255" y="1898192"/>
                  </a:lnTo>
                  <a:lnTo>
                    <a:pt x="2471113" y="1822569"/>
                  </a:lnTo>
                  <a:lnTo>
                    <a:pt x="2432621" y="1744171"/>
                  </a:lnTo>
                  <a:lnTo>
                    <a:pt x="2393811" y="1663431"/>
                  </a:lnTo>
                  <a:lnTo>
                    <a:pt x="2354736" y="1580843"/>
                  </a:lnTo>
                  <a:lnTo>
                    <a:pt x="2315469" y="1496956"/>
                  </a:lnTo>
                  <a:lnTo>
                    <a:pt x="2276095" y="1412356"/>
                  </a:lnTo>
                  <a:lnTo>
                    <a:pt x="2236705" y="1327649"/>
                  </a:lnTo>
                  <a:lnTo>
                    <a:pt x="2197391" y="1243448"/>
                  </a:lnTo>
                  <a:lnTo>
                    <a:pt x="2158241" y="1160346"/>
                  </a:lnTo>
                  <a:lnTo>
                    <a:pt x="2119332" y="1078906"/>
                  </a:lnTo>
                  <a:lnTo>
                    <a:pt x="2080724" y="999645"/>
                  </a:lnTo>
                  <a:lnTo>
                    <a:pt x="2042459" y="923016"/>
                  </a:lnTo>
                  <a:lnTo>
                    <a:pt x="2004551" y="849403"/>
                  </a:lnTo>
                  <a:lnTo>
                    <a:pt x="1966987" y="779116"/>
                  </a:lnTo>
                  <a:lnTo>
                    <a:pt x="1929722" y="712384"/>
                  </a:lnTo>
                  <a:lnTo>
                    <a:pt x="1892674" y="649358"/>
                  </a:lnTo>
                  <a:lnTo>
                    <a:pt x="1855727" y="590116"/>
                  </a:lnTo>
                  <a:lnTo>
                    <a:pt x="1818720" y="534666"/>
                  </a:lnTo>
                  <a:lnTo>
                    <a:pt x="1781445" y="482953"/>
                  </a:lnTo>
                  <a:lnTo>
                    <a:pt x="1768425" y="465891"/>
                  </a:lnTo>
                  <a:lnTo>
                    <a:pt x="1720314" y="407457"/>
                  </a:lnTo>
                  <a:lnTo>
                    <a:pt x="1670612" y="354788"/>
                  </a:lnTo>
                  <a:lnTo>
                    <a:pt x="1618574" y="307601"/>
                  </a:lnTo>
                  <a:lnTo>
                    <a:pt x="1563365" y="265410"/>
                  </a:lnTo>
                  <a:lnTo>
                    <a:pt x="1504132" y="227661"/>
                  </a:lnTo>
                  <a:lnTo>
                    <a:pt x="1440071" y="193818"/>
                  </a:lnTo>
                  <a:lnTo>
                    <a:pt x="1370515" y="163403"/>
                  </a:lnTo>
                  <a:lnTo>
                    <a:pt x="1295048" y="136026"/>
                  </a:lnTo>
                  <a:lnTo>
                    <a:pt x="1213657" y="111397"/>
                  </a:lnTo>
                  <a:lnTo>
                    <a:pt x="1126912" y="89327"/>
                  </a:lnTo>
                  <a:lnTo>
                    <a:pt x="1036156" y="69729"/>
                  </a:lnTo>
                  <a:lnTo>
                    <a:pt x="943644" y="52598"/>
                  </a:lnTo>
                  <a:lnTo>
                    <a:pt x="852549" y="37985"/>
                  </a:lnTo>
                  <a:lnTo>
                    <a:pt x="766756" y="25944"/>
                  </a:lnTo>
                  <a:lnTo>
                    <a:pt x="690371" y="16482"/>
                  </a:lnTo>
                  <a:lnTo>
                    <a:pt x="627023" y="9503"/>
                  </a:lnTo>
                  <a:lnTo>
                    <a:pt x="579090" y="4777"/>
                  </a:lnTo>
                  <a:lnTo>
                    <a:pt x="547115" y="1941"/>
                  </a:lnTo>
                  <a:lnTo>
                    <a:pt x="529567" y="535"/>
                  </a:lnTo>
                  <a:lnTo>
                    <a:pt x="522960" y="55"/>
                  </a:lnTo>
                  <a:lnTo>
                    <a:pt x="522133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27" name="pg227"/>
            <p:cNvSpPr/>
            <p:nvPr/>
          </p:nvSpPr>
          <p:spPr>
            <a:xfrm>
              <a:off x="386606" y="615181"/>
              <a:ext cx="8554953" cy="4997746"/>
            </a:xfrm>
            <a:custGeom>
              <a:avLst/>
              <a:pathLst>
                <a:path w="8554953" h="4997746">
                  <a:moveTo>
                    <a:pt x="0" y="2473460"/>
                  </a:moveTo>
                  <a:lnTo>
                    <a:pt x="522133" y="2473460"/>
                  </a:lnTo>
                  <a:lnTo>
                    <a:pt x="523306" y="2473532"/>
                  </a:lnTo>
                  <a:lnTo>
                    <a:pt x="530988" y="2474042"/>
                  </a:lnTo>
                  <a:lnTo>
                    <a:pt x="550247" y="2475452"/>
                  </a:lnTo>
                  <a:lnTo>
                    <a:pt x="584401" y="2478224"/>
                  </a:lnTo>
                  <a:lnTo>
                    <a:pt x="634741" y="2482771"/>
                  </a:lnTo>
                  <a:lnTo>
                    <a:pt x="700445" y="2489412"/>
                  </a:lnTo>
                  <a:lnTo>
                    <a:pt x="778875" y="2498341"/>
                  </a:lnTo>
                  <a:lnTo>
                    <a:pt x="866223" y="2509629"/>
                  </a:lnTo>
                  <a:lnTo>
                    <a:pt x="958303" y="2523260"/>
                  </a:lnTo>
                  <a:lnTo>
                    <a:pt x="1051252" y="2539182"/>
                  </a:lnTo>
                  <a:lnTo>
                    <a:pt x="1141985" y="2557355"/>
                  </a:lnTo>
                  <a:lnTo>
                    <a:pt x="1228369" y="2577792"/>
                  </a:lnTo>
                  <a:lnTo>
                    <a:pt x="1309186" y="2600592"/>
                  </a:lnTo>
                  <a:lnTo>
                    <a:pt x="1383975" y="2625941"/>
                  </a:lnTo>
                  <a:lnTo>
                    <a:pt x="1452839" y="2654126"/>
                  </a:lnTo>
                  <a:lnTo>
                    <a:pt x="1516258" y="2685521"/>
                  </a:lnTo>
                  <a:lnTo>
                    <a:pt x="1574948" y="2720578"/>
                  </a:lnTo>
                  <a:lnTo>
                    <a:pt x="1629742" y="2759797"/>
                  </a:lnTo>
                  <a:lnTo>
                    <a:pt x="1681511" y="2803680"/>
                  </a:lnTo>
                  <a:lnTo>
                    <a:pt x="1731089" y="2852647"/>
                  </a:lnTo>
                  <a:lnTo>
                    <a:pt x="1768425" y="2894175"/>
                  </a:lnTo>
                  <a:lnTo>
                    <a:pt x="1807315" y="2941588"/>
                  </a:lnTo>
                  <a:lnTo>
                    <a:pt x="1845836" y="2992618"/>
                  </a:lnTo>
                  <a:lnTo>
                    <a:pt x="1884237" y="3047337"/>
                  </a:lnTo>
                  <a:lnTo>
                    <a:pt x="1922711" y="3105756"/>
                  </a:lnTo>
                  <a:lnTo>
                    <a:pt x="1961399" y="3167809"/>
                  </a:lnTo>
                  <a:lnTo>
                    <a:pt x="2000399" y="3233358"/>
                  </a:lnTo>
                  <a:lnTo>
                    <a:pt x="2039767" y="3302178"/>
                  </a:lnTo>
                  <a:lnTo>
                    <a:pt x="2079520" y="3373964"/>
                  </a:lnTo>
                  <a:lnTo>
                    <a:pt x="2119644" y="3448331"/>
                  </a:lnTo>
                  <a:lnTo>
                    <a:pt x="2160093" y="3524818"/>
                  </a:lnTo>
                  <a:lnTo>
                    <a:pt x="2200799" y="3602902"/>
                  </a:lnTo>
                  <a:lnTo>
                    <a:pt x="2241674" y="3682009"/>
                  </a:lnTo>
                  <a:lnTo>
                    <a:pt x="2282619" y="3761533"/>
                  </a:lnTo>
                  <a:lnTo>
                    <a:pt x="2323530" y="3840855"/>
                  </a:lnTo>
                  <a:lnTo>
                    <a:pt x="2364305" y="3919362"/>
                  </a:lnTo>
                  <a:lnTo>
                    <a:pt x="2404853" y="3996467"/>
                  </a:lnTo>
                  <a:lnTo>
                    <a:pt x="2445096" y="4071628"/>
                  </a:lnTo>
                  <a:lnTo>
                    <a:pt x="2484982" y="4144360"/>
                  </a:lnTo>
                  <a:lnTo>
                    <a:pt x="2524483" y="4214251"/>
                  </a:lnTo>
                  <a:lnTo>
                    <a:pt x="2563607" y="4280968"/>
                  </a:lnTo>
                  <a:lnTo>
                    <a:pt x="2602395" y="4344258"/>
                  </a:lnTo>
                  <a:lnTo>
                    <a:pt x="2640930" y="4403953"/>
                  </a:lnTo>
                  <a:lnTo>
                    <a:pt x="2679337" y="4459962"/>
                  </a:lnTo>
                  <a:lnTo>
                    <a:pt x="2717791" y="4512272"/>
                  </a:lnTo>
                  <a:lnTo>
                    <a:pt x="2756521" y="4560932"/>
                  </a:lnTo>
                  <a:lnTo>
                    <a:pt x="2770117" y="4577032"/>
                  </a:lnTo>
                  <a:lnTo>
                    <a:pt x="2818508" y="4630087"/>
                  </a:lnTo>
                  <a:lnTo>
                    <a:pt x="2868513" y="4677877"/>
                  </a:lnTo>
                  <a:lnTo>
                    <a:pt x="2920889" y="4720665"/>
                  </a:lnTo>
                  <a:lnTo>
                    <a:pt x="2976488" y="4758898"/>
                  </a:lnTo>
                  <a:lnTo>
                    <a:pt x="3036177" y="4793084"/>
                  </a:lnTo>
                  <a:lnTo>
                    <a:pt x="3100771" y="4823717"/>
                  </a:lnTo>
                  <a:lnTo>
                    <a:pt x="3170943" y="4851231"/>
                  </a:lnTo>
                  <a:lnTo>
                    <a:pt x="3247103" y="4875983"/>
                  </a:lnTo>
                  <a:lnTo>
                    <a:pt x="3329242" y="4898235"/>
                  </a:lnTo>
                  <a:lnTo>
                    <a:pt x="3416746" y="4918156"/>
                  </a:lnTo>
                  <a:lnTo>
                    <a:pt x="3508202" y="4935821"/>
                  </a:lnTo>
                  <a:lnTo>
                    <a:pt x="3601257" y="4951230"/>
                  </a:lnTo>
                  <a:lnTo>
                    <a:pt x="3692626" y="4964336"/>
                  </a:lnTo>
                  <a:lnTo>
                    <a:pt x="3778323" y="4975089"/>
                  </a:lnTo>
                  <a:lnTo>
                    <a:pt x="3854180" y="4983491"/>
                  </a:lnTo>
                  <a:lnTo>
                    <a:pt x="3916585" y="4989637"/>
                  </a:lnTo>
                  <a:lnTo>
                    <a:pt x="3963265" y="4993751"/>
                  </a:lnTo>
                  <a:lnTo>
                    <a:pt x="3993863" y="4996176"/>
                  </a:lnTo>
                  <a:lnTo>
                    <a:pt x="4010147" y="4997342"/>
                  </a:lnTo>
                  <a:lnTo>
                    <a:pt x="4015858" y="4997713"/>
                  </a:lnTo>
                  <a:lnTo>
                    <a:pt x="4016409" y="4997746"/>
                  </a:lnTo>
                  <a:lnTo>
                    <a:pt x="4538543" y="4997746"/>
                  </a:lnTo>
                  <a:lnTo>
                    <a:pt x="4539393" y="4997644"/>
                  </a:lnTo>
                  <a:lnTo>
                    <a:pt x="4545001" y="4996920"/>
                  </a:lnTo>
                  <a:lnTo>
                    <a:pt x="4559198" y="4994919"/>
                  </a:lnTo>
                  <a:lnTo>
                    <a:pt x="4584730" y="4990978"/>
                  </a:lnTo>
                  <a:lnTo>
                    <a:pt x="4623077" y="4984470"/>
                  </a:lnTo>
                  <a:lnTo>
                    <a:pt x="4674345" y="4974870"/>
                  </a:lnTo>
                  <a:lnTo>
                    <a:pt x="4737328" y="4961799"/>
                  </a:lnTo>
                  <a:lnTo>
                    <a:pt x="4809776" y="4945039"/>
                  </a:lnTo>
                  <a:lnTo>
                    <a:pt x="4888820" y="4924523"/>
                  </a:lnTo>
                  <a:lnTo>
                    <a:pt x="4971436" y="4900287"/>
                  </a:lnTo>
                  <a:lnTo>
                    <a:pt x="5054841" y="4872407"/>
                  </a:lnTo>
                  <a:lnTo>
                    <a:pt x="5136751" y="4840948"/>
                  </a:lnTo>
                  <a:lnTo>
                    <a:pt x="5215497" y="4805906"/>
                  </a:lnTo>
                  <a:lnTo>
                    <a:pt x="5290021" y="4767182"/>
                  </a:lnTo>
                  <a:lnTo>
                    <a:pt x="5359792" y="4724561"/>
                  </a:lnTo>
                  <a:lnTo>
                    <a:pt x="5424703" y="4677705"/>
                  </a:lnTo>
                  <a:lnTo>
                    <a:pt x="5484952" y="4626155"/>
                  </a:lnTo>
                  <a:lnTo>
                    <a:pt x="5540949" y="4569343"/>
                  </a:lnTo>
                  <a:lnTo>
                    <a:pt x="5593231" y="4506607"/>
                  </a:lnTo>
                  <a:lnTo>
                    <a:pt x="5642404" y="4437228"/>
                  </a:lnTo>
                  <a:lnTo>
                    <a:pt x="5689098" y="4360489"/>
                  </a:lnTo>
                  <a:lnTo>
                    <a:pt x="5733919" y="4275763"/>
                  </a:lnTo>
                  <a:lnTo>
                    <a:pt x="5777418" y="4182668"/>
                  </a:lnTo>
                  <a:lnTo>
                    <a:pt x="5784835" y="4165729"/>
                  </a:lnTo>
                  <a:lnTo>
                    <a:pt x="5814073" y="4096005"/>
                  </a:lnTo>
                  <a:lnTo>
                    <a:pt x="5843065" y="4022279"/>
                  </a:lnTo>
                  <a:lnTo>
                    <a:pt x="5871924" y="3944470"/>
                  </a:lnTo>
                  <a:lnTo>
                    <a:pt x="5900748" y="3862537"/>
                  </a:lnTo>
                  <a:lnTo>
                    <a:pt x="5929613" y="3776479"/>
                  </a:lnTo>
                  <a:lnTo>
                    <a:pt x="5958583" y="3686343"/>
                  </a:lnTo>
                  <a:lnTo>
                    <a:pt x="5987706" y="3592220"/>
                  </a:lnTo>
                  <a:lnTo>
                    <a:pt x="6017015" y="3494253"/>
                  </a:lnTo>
                  <a:lnTo>
                    <a:pt x="6046532" y="3392639"/>
                  </a:lnTo>
                  <a:lnTo>
                    <a:pt x="6076266" y="3287625"/>
                  </a:lnTo>
                  <a:lnTo>
                    <a:pt x="6106216" y="3179509"/>
                  </a:lnTo>
                  <a:lnTo>
                    <a:pt x="6136371" y="3068639"/>
                  </a:lnTo>
                  <a:lnTo>
                    <a:pt x="6166709" y="2955407"/>
                  </a:lnTo>
                  <a:lnTo>
                    <a:pt x="6197203" y="2840248"/>
                  </a:lnTo>
                  <a:lnTo>
                    <a:pt x="6227817" y="2723627"/>
                  </a:lnTo>
                  <a:lnTo>
                    <a:pt x="6258513" y="2606037"/>
                  </a:lnTo>
                  <a:lnTo>
                    <a:pt x="6289248" y="2487990"/>
                  </a:lnTo>
                  <a:lnTo>
                    <a:pt x="6319978" y="2370002"/>
                  </a:lnTo>
                  <a:lnTo>
                    <a:pt x="6350659" y="2252592"/>
                  </a:lnTo>
                  <a:lnTo>
                    <a:pt x="6381249" y="2136268"/>
                  </a:lnTo>
                  <a:lnTo>
                    <a:pt x="6411709" y="2021515"/>
                  </a:lnTo>
                  <a:lnTo>
                    <a:pt x="6442007" y="1908795"/>
                  </a:lnTo>
                  <a:lnTo>
                    <a:pt x="6472116" y="1798530"/>
                  </a:lnTo>
                  <a:lnTo>
                    <a:pt x="6502017" y="1691105"/>
                  </a:lnTo>
                  <a:lnTo>
                    <a:pt x="6531701" y="1586855"/>
                  </a:lnTo>
                  <a:lnTo>
                    <a:pt x="6561168" y="1486067"/>
                  </a:lnTo>
                  <a:lnTo>
                    <a:pt x="6590432" y="1388978"/>
                  </a:lnTo>
                  <a:lnTo>
                    <a:pt x="6619515" y="1295769"/>
                  </a:lnTo>
                  <a:lnTo>
                    <a:pt x="6648456" y="1206573"/>
                  </a:lnTo>
                  <a:lnTo>
                    <a:pt x="6677306" y="1121471"/>
                  </a:lnTo>
                  <a:lnTo>
                    <a:pt x="6706130" y="1040496"/>
                  </a:lnTo>
                  <a:lnTo>
                    <a:pt x="6735011" y="963640"/>
                  </a:lnTo>
                  <a:lnTo>
                    <a:pt x="6764049" y="890851"/>
                  </a:lnTo>
                  <a:lnTo>
                    <a:pt x="6786527" y="837663"/>
                  </a:lnTo>
                  <a:lnTo>
                    <a:pt x="6829846" y="743114"/>
                  </a:lnTo>
                  <a:lnTo>
                    <a:pt x="6874402" y="656959"/>
                  </a:lnTo>
                  <a:lnTo>
                    <a:pt x="6920729" y="578879"/>
                  </a:lnTo>
                  <a:lnTo>
                    <a:pt x="6969429" y="508280"/>
                  </a:lnTo>
                  <a:lnTo>
                    <a:pt x="7021129" y="444448"/>
                  </a:lnTo>
                  <a:lnTo>
                    <a:pt x="7076443" y="386661"/>
                  </a:lnTo>
                  <a:lnTo>
                    <a:pt x="7135924" y="334245"/>
                  </a:lnTo>
                  <a:lnTo>
                    <a:pt x="7200008" y="286614"/>
                  </a:lnTo>
                  <a:lnTo>
                    <a:pt x="7268937" y="243289"/>
                  </a:lnTo>
                  <a:lnTo>
                    <a:pt x="7342664" y="203911"/>
                  </a:lnTo>
                  <a:lnTo>
                    <a:pt x="7420741" y="168243"/>
                  </a:lnTo>
                  <a:lnTo>
                    <a:pt x="7502206" y="136167"/>
                  </a:lnTo>
                  <a:lnTo>
                    <a:pt x="7585499" y="107666"/>
                  </a:lnTo>
                  <a:lnTo>
                    <a:pt x="7668438" y="82794"/>
                  </a:lnTo>
                  <a:lnTo>
                    <a:pt x="7748314" y="61630"/>
                  </a:lnTo>
                  <a:lnTo>
                    <a:pt x="7822116" y="44223"/>
                  </a:lnTo>
                  <a:lnTo>
                    <a:pt x="7886919" y="30525"/>
                  </a:lnTo>
                  <a:lnTo>
                    <a:pt x="7940331" y="20348"/>
                  </a:lnTo>
                  <a:lnTo>
                    <a:pt x="7980942" y="13340"/>
                  </a:lnTo>
                  <a:lnTo>
                    <a:pt x="8008620" y="8997"/>
                  </a:lnTo>
                  <a:lnTo>
                    <a:pt x="8024613" y="6708"/>
                  </a:lnTo>
                  <a:lnTo>
                    <a:pt x="8031460" y="5811"/>
                  </a:lnTo>
                  <a:lnTo>
                    <a:pt x="8032819" y="5647"/>
                  </a:lnTo>
                  <a:lnTo>
                    <a:pt x="8554953" y="5647"/>
                  </a:lnTo>
                  <a:lnTo>
                    <a:pt x="8554953" y="0"/>
                  </a:lnTo>
                  <a:lnTo>
                    <a:pt x="8032819" y="0"/>
                  </a:lnTo>
                  <a:lnTo>
                    <a:pt x="8031969" y="101"/>
                  </a:lnTo>
                  <a:lnTo>
                    <a:pt x="8026361" y="825"/>
                  </a:lnTo>
                  <a:lnTo>
                    <a:pt x="8012164" y="2826"/>
                  </a:lnTo>
                  <a:lnTo>
                    <a:pt x="7986632" y="6768"/>
                  </a:lnTo>
                  <a:lnTo>
                    <a:pt x="7948285" y="13276"/>
                  </a:lnTo>
                  <a:lnTo>
                    <a:pt x="7897017" y="22875"/>
                  </a:lnTo>
                  <a:lnTo>
                    <a:pt x="7834034" y="35947"/>
                  </a:lnTo>
                  <a:lnTo>
                    <a:pt x="7761586" y="52706"/>
                  </a:lnTo>
                  <a:lnTo>
                    <a:pt x="7682542" y="73222"/>
                  </a:lnTo>
                  <a:lnTo>
                    <a:pt x="7599926" y="97459"/>
                  </a:lnTo>
                  <a:lnTo>
                    <a:pt x="7516521" y="125338"/>
                  </a:lnTo>
                  <a:lnTo>
                    <a:pt x="7434611" y="156798"/>
                  </a:lnTo>
                  <a:lnTo>
                    <a:pt x="7355865" y="191840"/>
                  </a:lnTo>
                  <a:lnTo>
                    <a:pt x="7281341" y="230563"/>
                  </a:lnTo>
                  <a:lnTo>
                    <a:pt x="7211570" y="273184"/>
                  </a:lnTo>
                  <a:lnTo>
                    <a:pt x="7146659" y="320040"/>
                  </a:lnTo>
                  <a:lnTo>
                    <a:pt x="7086409" y="371590"/>
                  </a:lnTo>
                  <a:lnTo>
                    <a:pt x="7030413" y="428403"/>
                  </a:lnTo>
                  <a:lnTo>
                    <a:pt x="6978131" y="491139"/>
                  </a:lnTo>
                  <a:lnTo>
                    <a:pt x="6928957" y="560517"/>
                  </a:lnTo>
                  <a:lnTo>
                    <a:pt x="6882264" y="637257"/>
                  </a:lnTo>
                  <a:lnTo>
                    <a:pt x="6837443" y="721983"/>
                  </a:lnTo>
                  <a:lnTo>
                    <a:pt x="6793944" y="815078"/>
                  </a:lnTo>
                  <a:lnTo>
                    <a:pt x="6786527" y="832016"/>
                  </a:lnTo>
                  <a:lnTo>
                    <a:pt x="6757289" y="901740"/>
                  </a:lnTo>
                  <a:lnTo>
                    <a:pt x="6728297" y="975467"/>
                  </a:lnTo>
                  <a:lnTo>
                    <a:pt x="6699438" y="1053276"/>
                  </a:lnTo>
                  <a:lnTo>
                    <a:pt x="6670614" y="1135209"/>
                  </a:lnTo>
                  <a:lnTo>
                    <a:pt x="6641749" y="1221266"/>
                  </a:lnTo>
                  <a:lnTo>
                    <a:pt x="6612779" y="1311403"/>
                  </a:lnTo>
                  <a:lnTo>
                    <a:pt x="6583656" y="1405526"/>
                  </a:lnTo>
                  <a:lnTo>
                    <a:pt x="6554347" y="1503492"/>
                  </a:lnTo>
                  <a:lnTo>
                    <a:pt x="6524830" y="1605106"/>
                  </a:lnTo>
                  <a:lnTo>
                    <a:pt x="6495096" y="1710120"/>
                  </a:lnTo>
                  <a:lnTo>
                    <a:pt x="6465145" y="1818237"/>
                  </a:lnTo>
                  <a:lnTo>
                    <a:pt x="6434991" y="1929107"/>
                  </a:lnTo>
                  <a:lnTo>
                    <a:pt x="6404653" y="2042338"/>
                  </a:lnTo>
                  <a:lnTo>
                    <a:pt x="6374159" y="2157498"/>
                  </a:lnTo>
                  <a:lnTo>
                    <a:pt x="6343544" y="2274118"/>
                  </a:lnTo>
                  <a:lnTo>
                    <a:pt x="6312848" y="2391708"/>
                  </a:lnTo>
                  <a:lnTo>
                    <a:pt x="6282114" y="2509756"/>
                  </a:lnTo>
                  <a:lnTo>
                    <a:pt x="6251384" y="2627743"/>
                  </a:lnTo>
                  <a:lnTo>
                    <a:pt x="6220703" y="2745153"/>
                  </a:lnTo>
                  <a:lnTo>
                    <a:pt x="6190113" y="2861478"/>
                  </a:lnTo>
                  <a:lnTo>
                    <a:pt x="6159653" y="2976230"/>
                  </a:lnTo>
                  <a:lnTo>
                    <a:pt x="6129355" y="3088951"/>
                  </a:lnTo>
                  <a:lnTo>
                    <a:pt x="6099246" y="3199215"/>
                  </a:lnTo>
                  <a:lnTo>
                    <a:pt x="6069345" y="3306640"/>
                  </a:lnTo>
                  <a:lnTo>
                    <a:pt x="6039661" y="3410890"/>
                  </a:lnTo>
                  <a:lnTo>
                    <a:pt x="6010194" y="3511678"/>
                  </a:lnTo>
                  <a:lnTo>
                    <a:pt x="5980930" y="3608768"/>
                  </a:lnTo>
                  <a:lnTo>
                    <a:pt x="5951847" y="3701976"/>
                  </a:lnTo>
                  <a:lnTo>
                    <a:pt x="5922906" y="3791173"/>
                  </a:lnTo>
                  <a:lnTo>
                    <a:pt x="5894056" y="3876275"/>
                  </a:lnTo>
                  <a:lnTo>
                    <a:pt x="5865232" y="3957249"/>
                  </a:lnTo>
                  <a:lnTo>
                    <a:pt x="5836351" y="4034105"/>
                  </a:lnTo>
                  <a:lnTo>
                    <a:pt x="5807313" y="4106895"/>
                  </a:lnTo>
                  <a:lnTo>
                    <a:pt x="5784835" y="4160082"/>
                  </a:lnTo>
                  <a:lnTo>
                    <a:pt x="5741516" y="4254632"/>
                  </a:lnTo>
                  <a:lnTo>
                    <a:pt x="5696960" y="4340787"/>
                  </a:lnTo>
                  <a:lnTo>
                    <a:pt x="5650633" y="4418866"/>
                  </a:lnTo>
                  <a:lnTo>
                    <a:pt x="5601933" y="4489466"/>
                  </a:lnTo>
                  <a:lnTo>
                    <a:pt x="5550233" y="4553298"/>
                  </a:lnTo>
                  <a:lnTo>
                    <a:pt x="5494919" y="4611084"/>
                  </a:lnTo>
                  <a:lnTo>
                    <a:pt x="5435438" y="4663500"/>
                  </a:lnTo>
                  <a:lnTo>
                    <a:pt x="5371354" y="4711131"/>
                  </a:lnTo>
                  <a:lnTo>
                    <a:pt x="5302424" y="4754456"/>
                  </a:lnTo>
                  <a:lnTo>
                    <a:pt x="5228698" y="4793835"/>
                  </a:lnTo>
                  <a:lnTo>
                    <a:pt x="5150621" y="4829503"/>
                  </a:lnTo>
                  <a:lnTo>
                    <a:pt x="5069156" y="4861579"/>
                  </a:lnTo>
                  <a:lnTo>
                    <a:pt x="4985863" y="4890080"/>
                  </a:lnTo>
                  <a:lnTo>
                    <a:pt x="4902923" y="4914952"/>
                  </a:lnTo>
                  <a:lnTo>
                    <a:pt x="4823048" y="4936115"/>
                  </a:lnTo>
                  <a:lnTo>
                    <a:pt x="4749246" y="4953523"/>
                  </a:lnTo>
                  <a:lnTo>
                    <a:pt x="4684443" y="4967221"/>
                  </a:lnTo>
                  <a:lnTo>
                    <a:pt x="4631031" y="4977398"/>
                  </a:lnTo>
                  <a:lnTo>
                    <a:pt x="4590420" y="4984405"/>
                  </a:lnTo>
                  <a:lnTo>
                    <a:pt x="4562742" y="4988748"/>
                  </a:lnTo>
                  <a:lnTo>
                    <a:pt x="4546749" y="4991037"/>
                  </a:lnTo>
                  <a:lnTo>
                    <a:pt x="4539902" y="4991934"/>
                  </a:lnTo>
                  <a:lnTo>
                    <a:pt x="4538543" y="4992099"/>
                  </a:lnTo>
                  <a:lnTo>
                    <a:pt x="4016409" y="4992099"/>
                  </a:lnTo>
                  <a:lnTo>
                    <a:pt x="4015236" y="4992027"/>
                  </a:lnTo>
                  <a:lnTo>
                    <a:pt x="4007554" y="4991517"/>
                  </a:lnTo>
                  <a:lnTo>
                    <a:pt x="3988296" y="4990107"/>
                  </a:lnTo>
                  <a:lnTo>
                    <a:pt x="3954141" y="4987335"/>
                  </a:lnTo>
                  <a:lnTo>
                    <a:pt x="3903801" y="4982788"/>
                  </a:lnTo>
                  <a:lnTo>
                    <a:pt x="3838097" y="4976147"/>
                  </a:lnTo>
                  <a:lnTo>
                    <a:pt x="3759668" y="4967219"/>
                  </a:lnTo>
                  <a:lnTo>
                    <a:pt x="3672320" y="4955931"/>
                  </a:lnTo>
                  <a:lnTo>
                    <a:pt x="3580240" y="4942299"/>
                  </a:lnTo>
                  <a:lnTo>
                    <a:pt x="3487290" y="4926377"/>
                  </a:lnTo>
                  <a:lnTo>
                    <a:pt x="3396557" y="4908205"/>
                  </a:lnTo>
                  <a:lnTo>
                    <a:pt x="3310173" y="4887767"/>
                  </a:lnTo>
                  <a:lnTo>
                    <a:pt x="3229356" y="4864968"/>
                  </a:lnTo>
                  <a:lnTo>
                    <a:pt x="3154567" y="4839618"/>
                  </a:lnTo>
                  <a:lnTo>
                    <a:pt x="3085704" y="4811433"/>
                  </a:lnTo>
                  <a:lnTo>
                    <a:pt x="3022284" y="4780038"/>
                  </a:lnTo>
                  <a:lnTo>
                    <a:pt x="2963594" y="4744981"/>
                  </a:lnTo>
                  <a:lnTo>
                    <a:pt x="2908800" y="4705762"/>
                  </a:lnTo>
                  <a:lnTo>
                    <a:pt x="2857031" y="4661879"/>
                  </a:lnTo>
                  <a:lnTo>
                    <a:pt x="2807453" y="4612912"/>
                  </a:lnTo>
                  <a:lnTo>
                    <a:pt x="2770117" y="4571385"/>
                  </a:lnTo>
                  <a:lnTo>
                    <a:pt x="2731228" y="4523972"/>
                  </a:lnTo>
                  <a:lnTo>
                    <a:pt x="2692707" y="4472942"/>
                  </a:lnTo>
                  <a:lnTo>
                    <a:pt x="2654305" y="4418222"/>
                  </a:lnTo>
                  <a:lnTo>
                    <a:pt x="2615832" y="4359803"/>
                  </a:lnTo>
                  <a:lnTo>
                    <a:pt x="2577143" y="4297750"/>
                  </a:lnTo>
                  <a:lnTo>
                    <a:pt x="2538143" y="4232202"/>
                  </a:lnTo>
                  <a:lnTo>
                    <a:pt x="2498776" y="4163382"/>
                  </a:lnTo>
                  <a:lnTo>
                    <a:pt x="2459022" y="4091595"/>
                  </a:lnTo>
                  <a:lnTo>
                    <a:pt x="2418898" y="4017229"/>
                  </a:lnTo>
                  <a:lnTo>
                    <a:pt x="2378449" y="3940741"/>
                  </a:lnTo>
                  <a:lnTo>
                    <a:pt x="2337743" y="3862658"/>
                  </a:lnTo>
                  <a:lnTo>
                    <a:pt x="2296868" y="3783551"/>
                  </a:lnTo>
                  <a:lnTo>
                    <a:pt x="2255923" y="3704026"/>
                  </a:lnTo>
                  <a:lnTo>
                    <a:pt x="2215012" y="3624704"/>
                  </a:lnTo>
                  <a:lnTo>
                    <a:pt x="2174237" y="3546197"/>
                  </a:lnTo>
                  <a:lnTo>
                    <a:pt x="2133690" y="3469092"/>
                  </a:lnTo>
                  <a:lnTo>
                    <a:pt x="2093446" y="3393932"/>
                  </a:lnTo>
                  <a:lnTo>
                    <a:pt x="2053560" y="3321199"/>
                  </a:lnTo>
                  <a:lnTo>
                    <a:pt x="2014059" y="3251308"/>
                  </a:lnTo>
                  <a:lnTo>
                    <a:pt x="1974935" y="3184591"/>
                  </a:lnTo>
                  <a:lnTo>
                    <a:pt x="1936147" y="3121301"/>
                  </a:lnTo>
                  <a:lnTo>
                    <a:pt x="1897612" y="3061607"/>
                  </a:lnTo>
                  <a:lnTo>
                    <a:pt x="1859205" y="3005597"/>
                  </a:lnTo>
                  <a:lnTo>
                    <a:pt x="1820751" y="2953288"/>
                  </a:lnTo>
                  <a:lnTo>
                    <a:pt x="1782021" y="2904628"/>
                  </a:lnTo>
                  <a:lnTo>
                    <a:pt x="1768425" y="2888528"/>
                  </a:lnTo>
                  <a:lnTo>
                    <a:pt x="1720034" y="2835472"/>
                  </a:lnTo>
                  <a:lnTo>
                    <a:pt x="1670030" y="2787682"/>
                  </a:lnTo>
                  <a:lnTo>
                    <a:pt x="1617653" y="2744895"/>
                  </a:lnTo>
                  <a:lnTo>
                    <a:pt x="1562054" y="2706661"/>
                  </a:lnTo>
                  <a:lnTo>
                    <a:pt x="1502365" y="2672475"/>
                  </a:lnTo>
                  <a:lnTo>
                    <a:pt x="1437771" y="2641842"/>
                  </a:lnTo>
                  <a:lnTo>
                    <a:pt x="1367599" y="2614328"/>
                  </a:lnTo>
                  <a:lnTo>
                    <a:pt x="1291440" y="2589576"/>
                  </a:lnTo>
                  <a:lnTo>
                    <a:pt x="1209300" y="2567324"/>
                  </a:lnTo>
                  <a:lnTo>
                    <a:pt x="1121796" y="2547403"/>
                  </a:lnTo>
                  <a:lnTo>
                    <a:pt x="1030340" y="2529738"/>
                  </a:lnTo>
                  <a:lnTo>
                    <a:pt x="937285" y="2514330"/>
                  </a:lnTo>
                  <a:lnTo>
                    <a:pt x="845916" y="2501223"/>
                  </a:lnTo>
                  <a:lnTo>
                    <a:pt x="760219" y="2490470"/>
                  </a:lnTo>
                  <a:lnTo>
                    <a:pt x="684362" y="2482069"/>
                  </a:lnTo>
                  <a:lnTo>
                    <a:pt x="621957" y="2475923"/>
                  </a:lnTo>
                  <a:lnTo>
                    <a:pt x="575277" y="2471809"/>
                  </a:lnTo>
                  <a:lnTo>
                    <a:pt x="544679" y="2469383"/>
                  </a:lnTo>
                  <a:lnTo>
                    <a:pt x="528395" y="2468218"/>
                  </a:lnTo>
                  <a:lnTo>
                    <a:pt x="522684" y="2467846"/>
                  </a:lnTo>
                  <a:lnTo>
                    <a:pt x="522133" y="2467813"/>
                  </a:lnTo>
                  <a:lnTo>
                    <a:pt x="0" y="2467813"/>
                  </a:lnTo>
                  <a:close/>
                </a:path>
              </a:pathLst>
            </a:custGeom>
            <a:solidFill>
              <a:srgbClr val="8FA8D6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228" name="pl228"/>
            <p:cNvSpPr/>
            <p:nvPr/>
          </p:nvSpPr>
          <p:spPr>
            <a:xfrm>
              <a:off x="386606" y="620828"/>
              <a:ext cx="8554953" cy="4992099"/>
            </a:xfrm>
            <a:custGeom>
              <a:avLst/>
              <a:pathLst>
                <a:path w="8554953" h="4992099">
                  <a:moveTo>
                    <a:pt x="0" y="2467813"/>
                  </a:moveTo>
                  <a:lnTo>
                    <a:pt x="522133" y="2467813"/>
                  </a:lnTo>
                  <a:lnTo>
                    <a:pt x="523306" y="2467885"/>
                  </a:lnTo>
                  <a:lnTo>
                    <a:pt x="530988" y="2468395"/>
                  </a:lnTo>
                  <a:lnTo>
                    <a:pt x="550247" y="2469805"/>
                  </a:lnTo>
                  <a:lnTo>
                    <a:pt x="584401" y="2472577"/>
                  </a:lnTo>
                  <a:lnTo>
                    <a:pt x="634741" y="2477124"/>
                  </a:lnTo>
                  <a:lnTo>
                    <a:pt x="700445" y="2483765"/>
                  </a:lnTo>
                  <a:lnTo>
                    <a:pt x="778875" y="2492693"/>
                  </a:lnTo>
                  <a:lnTo>
                    <a:pt x="866223" y="2503981"/>
                  </a:lnTo>
                  <a:lnTo>
                    <a:pt x="958303" y="2517613"/>
                  </a:lnTo>
                  <a:lnTo>
                    <a:pt x="1051252" y="2533535"/>
                  </a:lnTo>
                  <a:lnTo>
                    <a:pt x="1141985" y="2551707"/>
                  </a:lnTo>
                  <a:lnTo>
                    <a:pt x="1228369" y="2572145"/>
                  </a:lnTo>
                  <a:lnTo>
                    <a:pt x="1309186" y="2594944"/>
                  </a:lnTo>
                  <a:lnTo>
                    <a:pt x="1383975" y="2620294"/>
                  </a:lnTo>
                  <a:lnTo>
                    <a:pt x="1452839" y="2648479"/>
                  </a:lnTo>
                  <a:lnTo>
                    <a:pt x="1516258" y="2679874"/>
                  </a:lnTo>
                  <a:lnTo>
                    <a:pt x="1574948" y="2714931"/>
                  </a:lnTo>
                  <a:lnTo>
                    <a:pt x="1629742" y="2754150"/>
                  </a:lnTo>
                  <a:lnTo>
                    <a:pt x="1681511" y="2798033"/>
                  </a:lnTo>
                  <a:lnTo>
                    <a:pt x="1731089" y="2847000"/>
                  </a:lnTo>
                  <a:lnTo>
                    <a:pt x="1768425" y="2888528"/>
                  </a:lnTo>
                  <a:lnTo>
                    <a:pt x="1807315" y="2935940"/>
                  </a:lnTo>
                  <a:lnTo>
                    <a:pt x="1845836" y="2986970"/>
                  </a:lnTo>
                  <a:lnTo>
                    <a:pt x="1884237" y="3041690"/>
                  </a:lnTo>
                  <a:lnTo>
                    <a:pt x="1922711" y="3100109"/>
                  </a:lnTo>
                  <a:lnTo>
                    <a:pt x="1961399" y="3162162"/>
                  </a:lnTo>
                  <a:lnTo>
                    <a:pt x="2000399" y="3227710"/>
                  </a:lnTo>
                  <a:lnTo>
                    <a:pt x="2039767" y="3296530"/>
                  </a:lnTo>
                  <a:lnTo>
                    <a:pt x="2079520" y="3368317"/>
                  </a:lnTo>
                  <a:lnTo>
                    <a:pt x="2119644" y="3442683"/>
                  </a:lnTo>
                  <a:lnTo>
                    <a:pt x="2160093" y="3519171"/>
                  </a:lnTo>
                  <a:lnTo>
                    <a:pt x="2200799" y="3597254"/>
                  </a:lnTo>
                  <a:lnTo>
                    <a:pt x="2241674" y="3676361"/>
                  </a:lnTo>
                  <a:lnTo>
                    <a:pt x="2282619" y="3755886"/>
                  </a:lnTo>
                  <a:lnTo>
                    <a:pt x="2323530" y="3835208"/>
                  </a:lnTo>
                  <a:lnTo>
                    <a:pt x="2364305" y="3913715"/>
                  </a:lnTo>
                  <a:lnTo>
                    <a:pt x="2404853" y="3990820"/>
                  </a:lnTo>
                  <a:lnTo>
                    <a:pt x="2445096" y="4065980"/>
                  </a:lnTo>
                  <a:lnTo>
                    <a:pt x="2484982" y="4138713"/>
                  </a:lnTo>
                  <a:lnTo>
                    <a:pt x="2524483" y="4208604"/>
                  </a:lnTo>
                  <a:lnTo>
                    <a:pt x="2563607" y="4275321"/>
                  </a:lnTo>
                  <a:lnTo>
                    <a:pt x="2602395" y="4338611"/>
                  </a:lnTo>
                  <a:lnTo>
                    <a:pt x="2640930" y="4398306"/>
                  </a:lnTo>
                  <a:lnTo>
                    <a:pt x="2679337" y="4454315"/>
                  </a:lnTo>
                  <a:lnTo>
                    <a:pt x="2717791" y="4506624"/>
                  </a:lnTo>
                  <a:lnTo>
                    <a:pt x="2756521" y="4555284"/>
                  </a:lnTo>
                  <a:lnTo>
                    <a:pt x="2770117" y="4571385"/>
                  </a:lnTo>
                  <a:lnTo>
                    <a:pt x="2818508" y="4624440"/>
                  </a:lnTo>
                  <a:lnTo>
                    <a:pt x="2868513" y="4672230"/>
                  </a:lnTo>
                  <a:lnTo>
                    <a:pt x="2920889" y="4715018"/>
                  </a:lnTo>
                  <a:lnTo>
                    <a:pt x="2976488" y="4753251"/>
                  </a:lnTo>
                  <a:lnTo>
                    <a:pt x="3036177" y="4787437"/>
                  </a:lnTo>
                  <a:lnTo>
                    <a:pt x="3100771" y="4818070"/>
                  </a:lnTo>
                  <a:lnTo>
                    <a:pt x="3170943" y="4845584"/>
                  </a:lnTo>
                  <a:lnTo>
                    <a:pt x="3247103" y="4870336"/>
                  </a:lnTo>
                  <a:lnTo>
                    <a:pt x="3329242" y="4892588"/>
                  </a:lnTo>
                  <a:lnTo>
                    <a:pt x="3416746" y="4912509"/>
                  </a:lnTo>
                  <a:lnTo>
                    <a:pt x="3508202" y="4930174"/>
                  </a:lnTo>
                  <a:lnTo>
                    <a:pt x="3601257" y="4945582"/>
                  </a:lnTo>
                  <a:lnTo>
                    <a:pt x="3692626" y="4958689"/>
                  </a:lnTo>
                  <a:lnTo>
                    <a:pt x="3778323" y="4969442"/>
                  </a:lnTo>
                  <a:lnTo>
                    <a:pt x="3854180" y="4977843"/>
                  </a:lnTo>
                  <a:lnTo>
                    <a:pt x="3916585" y="4983989"/>
                  </a:lnTo>
                  <a:lnTo>
                    <a:pt x="3963265" y="4988103"/>
                  </a:lnTo>
                  <a:lnTo>
                    <a:pt x="3993863" y="4990529"/>
                  </a:lnTo>
                  <a:lnTo>
                    <a:pt x="4010147" y="4991694"/>
                  </a:lnTo>
                  <a:lnTo>
                    <a:pt x="4015858" y="4992066"/>
                  </a:lnTo>
                  <a:lnTo>
                    <a:pt x="4016409" y="4992099"/>
                  </a:lnTo>
                  <a:lnTo>
                    <a:pt x="4538543" y="4992099"/>
                  </a:lnTo>
                  <a:lnTo>
                    <a:pt x="4539393" y="4991997"/>
                  </a:lnTo>
                  <a:lnTo>
                    <a:pt x="4545001" y="4991273"/>
                  </a:lnTo>
                  <a:lnTo>
                    <a:pt x="4559198" y="4989272"/>
                  </a:lnTo>
                  <a:lnTo>
                    <a:pt x="4584730" y="4985330"/>
                  </a:lnTo>
                  <a:lnTo>
                    <a:pt x="4623077" y="4978823"/>
                  </a:lnTo>
                  <a:lnTo>
                    <a:pt x="4674345" y="4969223"/>
                  </a:lnTo>
                  <a:lnTo>
                    <a:pt x="4737328" y="4956152"/>
                  </a:lnTo>
                  <a:lnTo>
                    <a:pt x="4809776" y="4939392"/>
                  </a:lnTo>
                  <a:lnTo>
                    <a:pt x="4888820" y="4918876"/>
                  </a:lnTo>
                  <a:lnTo>
                    <a:pt x="4971436" y="4894639"/>
                  </a:lnTo>
                  <a:lnTo>
                    <a:pt x="5054841" y="4866760"/>
                  </a:lnTo>
                  <a:lnTo>
                    <a:pt x="5136751" y="4835301"/>
                  </a:lnTo>
                  <a:lnTo>
                    <a:pt x="5215497" y="4800259"/>
                  </a:lnTo>
                  <a:lnTo>
                    <a:pt x="5290021" y="4761535"/>
                  </a:lnTo>
                  <a:lnTo>
                    <a:pt x="5359792" y="4718914"/>
                  </a:lnTo>
                  <a:lnTo>
                    <a:pt x="5424703" y="4672058"/>
                  </a:lnTo>
                  <a:lnTo>
                    <a:pt x="5484952" y="4620508"/>
                  </a:lnTo>
                  <a:lnTo>
                    <a:pt x="5540949" y="4563696"/>
                  </a:lnTo>
                  <a:lnTo>
                    <a:pt x="5593231" y="4500959"/>
                  </a:lnTo>
                  <a:lnTo>
                    <a:pt x="5642404" y="4431581"/>
                  </a:lnTo>
                  <a:lnTo>
                    <a:pt x="5689098" y="4354842"/>
                  </a:lnTo>
                  <a:lnTo>
                    <a:pt x="5733919" y="4270115"/>
                  </a:lnTo>
                  <a:lnTo>
                    <a:pt x="5777418" y="4177020"/>
                  </a:lnTo>
                  <a:lnTo>
                    <a:pt x="5784835" y="4160082"/>
                  </a:lnTo>
                  <a:lnTo>
                    <a:pt x="5814073" y="4090358"/>
                  </a:lnTo>
                  <a:lnTo>
                    <a:pt x="5843065" y="4016631"/>
                  </a:lnTo>
                  <a:lnTo>
                    <a:pt x="5871924" y="3938822"/>
                  </a:lnTo>
                  <a:lnTo>
                    <a:pt x="5900748" y="3856889"/>
                  </a:lnTo>
                  <a:lnTo>
                    <a:pt x="5929613" y="3770832"/>
                  </a:lnTo>
                  <a:lnTo>
                    <a:pt x="5958583" y="3680696"/>
                  </a:lnTo>
                  <a:lnTo>
                    <a:pt x="5987706" y="3586573"/>
                  </a:lnTo>
                  <a:lnTo>
                    <a:pt x="6017015" y="3488606"/>
                  </a:lnTo>
                  <a:lnTo>
                    <a:pt x="6046532" y="3386992"/>
                  </a:lnTo>
                  <a:lnTo>
                    <a:pt x="6076266" y="3281978"/>
                  </a:lnTo>
                  <a:lnTo>
                    <a:pt x="6106216" y="3173862"/>
                  </a:lnTo>
                  <a:lnTo>
                    <a:pt x="6136371" y="3062991"/>
                  </a:lnTo>
                  <a:lnTo>
                    <a:pt x="6166709" y="2949760"/>
                  </a:lnTo>
                  <a:lnTo>
                    <a:pt x="6197203" y="2834601"/>
                  </a:lnTo>
                  <a:lnTo>
                    <a:pt x="6227817" y="2717980"/>
                  </a:lnTo>
                  <a:lnTo>
                    <a:pt x="6258513" y="2600390"/>
                  </a:lnTo>
                  <a:lnTo>
                    <a:pt x="6289248" y="2482342"/>
                  </a:lnTo>
                  <a:lnTo>
                    <a:pt x="6319978" y="2364355"/>
                  </a:lnTo>
                  <a:lnTo>
                    <a:pt x="6350659" y="2246945"/>
                  </a:lnTo>
                  <a:lnTo>
                    <a:pt x="6381249" y="2130621"/>
                  </a:lnTo>
                  <a:lnTo>
                    <a:pt x="6411709" y="2015868"/>
                  </a:lnTo>
                  <a:lnTo>
                    <a:pt x="6442007" y="1903148"/>
                  </a:lnTo>
                  <a:lnTo>
                    <a:pt x="6472116" y="1792883"/>
                  </a:lnTo>
                  <a:lnTo>
                    <a:pt x="6502017" y="1685458"/>
                  </a:lnTo>
                  <a:lnTo>
                    <a:pt x="6531701" y="1581208"/>
                  </a:lnTo>
                  <a:lnTo>
                    <a:pt x="6561168" y="1480420"/>
                  </a:lnTo>
                  <a:lnTo>
                    <a:pt x="6590432" y="1383331"/>
                  </a:lnTo>
                  <a:lnTo>
                    <a:pt x="6619515" y="1290122"/>
                  </a:lnTo>
                  <a:lnTo>
                    <a:pt x="6648456" y="1200926"/>
                  </a:lnTo>
                  <a:lnTo>
                    <a:pt x="6677306" y="1115823"/>
                  </a:lnTo>
                  <a:lnTo>
                    <a:pt x="6706130" y="1034849"/>
                  </a:lnTo>
                  <a:lnTo>
                    <a:pt x="6735011" y="957993"/>
                  </a:lnTo>
                  <a:lnTo>
                    <a:pt x="6764049" y="885204"/>
                  </a:lnTo>
                  <a:lnTo>
                    <a:pt x="6786527" y="832016"/>
                  </a:lnTo>
                  <a:lnTo>
                    <a:pt x="6829846" y="737467"/>
                  </a:lnTo>
                  <a:lnTo>
                    <a:pt x="6874402" y="651312"/>
                  </a:lnTo>
                  <a:lnTo>
                    <a:pt x="6920729" y="573232"/>
                  </a:lnTo>
                  <a:lnTo>
                    <a:pt x="6969429" y="502632"/>
                  </a:lnTo>
                  <a:lnTo>
                    <a:pt x="7021129" y="438801"/>
                  </a:lnTo>
                  <a:lnTo>
                    <a:pt x="7076443" y="381014"/>
                  </a:lnTo>
                  <a:lnTo>
                    <a:pt x="7135924" y="328598"/>
                  </a:lnTo>
                  <a:lnTo>
                    <a:pt x="7200008" y="280967"/>
                  </a:lnTo>
                  <a:lnTo>
                    <a:pt x="7268937" y="237642"/>
                  </a:lnTo>
                  <a:lnTo>
                    <a:pt x="7342664" y="198264"/>
                  </a:lnTo>
                  <a:lnTo>
                    <a:pt x="7420741" y="162596"/>
                  </a:lnTo>
                  <a:lnTo>
                    <a:pt x="7502206" y="130520"/>
                  </a:lnTo>
                  <a:lnTo>
                    <a:pt x="7585499" y="102018"/>
                  </a:lnTo>
                  <a:lnTo>
                    <a:pt x="7668438" y="77146"/>
                  </a:lnTo>
                  <a:lnTo>
                    <a:pt x="7748314" y="55983"/>
                  </a:lnTo>
                  <a:lnTo>
                    <a:pt x="7822116" y="38576"/>
                  </a:lnTo>
                  <a:lnTo>
                    <a:pt x="7886919" y="24878"/>
                  </a:lnTo>
                  <a:lnTo>
                    <a:pt x="7940331" y="14701"/>
                  </a:lnTo>
                  <a:lnTo>
                    <a:pt x="7980942" y="7693"/>
                  </a:lnTo>
                  <a:lnTo>
                    <a:pt x="8008620" y="3350"/>
                  </a:lnTo>
                  <a:lnTo>
                    <a:pt x="8024613" y="1061"/>
                  </a:lnTo>
                  <a:lnTo>
                    <a:pt x="8031460" y="164"/>
                  </a:lnTo>
                  <a:lnTo>
                    <a:pt x="8032815" y="0"/>
                  </a:lnTo>
                  <a:lnTo>
                    <a:pt x="8032819" y="0"/>
                  </a:lnTo>
                  <a:lnTo>
                    <a:pt x="8554953" y="0"/>
                  </a:lnTo>
                  <a:lnTo>
                    <a:pt x="8554953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29" name="pl229"/>
            <p:cNvSpPr/>
            <p:nvPr/>
          </p:nvSpPr>
          <p:spPr>
            <a:xfrm>
              <a:off x="386606" y="615181"/>
              <a:ext cx="8554953" cy="4992099"/>
            </a:xfrm>
            <a:custGeom>
              <a:avLst/>
              <a:pathLst>
                <a:path w="8554953" h="4992099">
                  <a:moveTo>
                    <a:pt x="8554953" y="0"/>
                  </a:moveTo>
                  <a:lnTo>
                    <a:pt x="8032819" y="0"/>
                  </a:lnTo>
                  <a:lnTo>
                    <a:pt x="8031969" y="101"/>
                  </a:lnTo>
                  <a:lnTo>
                    <a:pt x="8026361" y="825"/>
                  </a:lnTo>
                  <a:lnTo>
                    <a:pt x="8012164" y="2826"/>
                  </a:lnTo>
                  <a:lnTo>
                    <a:pt x="7986632" y="6768"/>
                  </a:lnTo>
                  <a:lnTo>
                    <a:pt x="7948285" y="13276"/>
                  </a:lnTo>
                  <a:lnTo>
                    <a:pt x="7897017" y="22875"/>
                  </a:lnTo>
                  <a:lnTo>
                    <a:pt x="7834034" y="35947"/>
                  </a:lnTo>
                  <a:lnTo>
                    <a:pt x="7761586" y="52706"/>
                  </a:lnTo>
                  <a:lnTo>
                    <a:pt x="7682542" y="73222"/>
                  </a:lnTo>
                  <a:lnTo>
                    <a:pt x="7599926" y="97459"/>
                  </a:lnTo>
                  <a:lnTo>
                    <a:pt x="7516521" y="125338"/>
                  </a:lnTo>
                  <a:lnTo>
                    <a:pt x="7434611" y="156798"/>
                  </a:lnTo>
                  <a:lnTo>
                    <a:pt x="7355865" y="191840"/>
                  </a:lnTo>
                  <a:lnTo>
                    <a:pt x="7281341" y="230563"/>
                  </a:lnTo>
                  <a:lnTo>
                    <a:pt x="7211570" y="273184"/>
                  </a:lnTo>
                  <a:lnTo>
                    <a:pt x="7146659" y="320040"/>
                  </a:lnTo>
                  <a:lnTo>
                    <a:pt x="7086409" y="371590"/>
                  </a:lnTo>
                  <a:lnTo>
                    <a:pt x="7030413" y="428403"/>
                  </a:lnTo>
                  <a:lnTo>
                    <a:pt x="6978131" y="491139"/>
                  </a:lnTo>
                  <a:lnTo>
                    <a:pt x="6928957" y="560517"/>
                  </a:lnTo>
                  <a:lnTo>
                    <a:pt x="6882264" y="637257"/>
                  </a:lnTo>
                  <a:lnTo>
                    <a:pt x="6837443" y="721983"/>
                  </a:lnTo>
                  <a:lnTo>
                    <a:pt x="6793944" y="815078"/>
                  </a:lnTo>
                  <a:lnTo>
                    <a:pt x="6786527" y="832016"/>
                  </a:lnTo>
                  <a:lnTo>
                    <a:pt x="6757289" y="901740"/>
                  </a:lnTo>
                  <a:lnTo>
                    <a:pt x="6728297" y="975467"/>
                  </a:lnTo>
                  <a:lnTo>
                    <a:pt x="6699438" y="1053276"/>
                  </a:lnTo>
                  <a:lnTo>
                    <a:pt x="6670614" y="1135209"/>
                  </a:lnTo>
                  <a:lnTo>
                    <a:pt x="6641749" y="1221266"/>
                  </a:lnTo>
                  <a:lnTo>
                    <a:pt x="6612779" y="1311403"/>
                  </a:lnTo>
                  <a:lnTo>
                    <a:pt x="6583656" y="1405526"/>
                  </a:lnTo>
                  <a:lnTo>
                    <a:pt x="6554347" y="1503492"/>
                  </a:lnTo>
                  <a:lnTo>
                    <a:pt x="6524830" y="1605106"/>
                  </a:lnTo>
                  <a:lnTo>
                    <a:pt x="6495096" y="1710120"/>
                  </a:lnTo>
                  <a:lnTo>
                    <a:pt x="6465145" y="1818237"/>
                  </a:lnTo>
                  <a:lnTo>
                    <a:pt x="6434991" y="1929107"/>
                  </a:lnTo>
                  <a:lnTo>
                    <a:pt x="6404653" y="2042338"/>
                  </a:lnTo>
                  <a:lnTo>
                    <a:pt x="6374159" y="2157498"/>
                  </a:lnTo>
                  <a:lnTo>
                    <a:pt x="6343544" y="2274118"/>
                  </a:lnTo>
                  <a:lnTo>
                    <a:pt x="6312848" y="2391708"/>
                  </a:lnTo>
                  <a:lnTo>
                    <a:pt x="6282114" y="2509756"/>
                  </a:lnTo>
                  <a:lnTo>
                    <a:pt x="6251384" y="2627743"/>
                  </a:lnTo>
                  <a:lnTo>
                    <a:pt x="6220703" y="2745153"/>
                  </a:lnTo>
                  <a:lnTo>
                    <a:pt x="6190113" y="2861478"/>
                  </a:lnTo>
                  <a:lnTo>
                    <a:pt x="6159653" y="2976230"/>
                  </a:lnTo>
                  <a:lnTo>
                    <a:pt x="6129355" y="3088951"/>
                  </a:lnTo>
                  <a:lnTo>
                    <a:pt x="6099246" y="3199215"/>
                  </a:lnTo>
                  <a:lnTo>
                    <a:pt x="6069345" y="3306640"/>
                  </a:lnTo>
                  <a:lnTo>
                    <a:pt x="6039661" y="3410890"/>
                  </a:lnTo>
                  <a:lnTo>
                    <a:pt x="6010194" y="3511678"/>
                  </a:lnTo>
                  <a:lnTo>
                    <a:pt x="5980930" y="3608768"/>
                  </a:lnTo>
                  <a:lnTo>
                    <a:pt x="5951847" y="3701976"/>
                  </a:lnTo>
                  <a:lnTo>
                    <a:pt x="5922906" y="3791173"/>
                  </a:lnTo>
                  <a:lnTo>
                    <a:pt x="5894056" y="3876275"/>
                  </a:lnTo>
                  <a:lnTo>
                    <a:pt x="5865232" y="3957249"/>
                  </a:lnTo>
                  <a:lnTo>
                    <a:pt x="5836351" y="4034105"/>
                  </a:lnTo>
                  <a:lnTo>
                    <a:pt x="5807313" y="4106895"/>
                  </a:lnTo>
                  <a:lnTo>
                    <a:pt x="5784835" y="4160082"/>
                  </a:lnTo>
                  <a:lnTo>
                    <a:pt x="5741516" y="4254632"/>
                  </a:lnTo>
                  <a:lnTo>
                    <a:pt x="5696960" y="4340787"/>
                  </a:lnTo>
                  <a:lnTo>
                    <a:pt x="5650633" y="4418866"/>
                  </a:lnTo>
                  <a:lnTo>
                    <a:pt x="5601933" y="4489466"/>
                  </a:lnTo>
                  <a:lnTo>
                    <a:pt x="5550233" y="4553298"/>
                  </a:lnTo>
                  <a:lnTo>
                    <a:pt x="5494919" y="4611084"/>
                  </a:lnTo>
                  <a:lnTo>
                    <a:pt x="5435438" y="4663500"/>
                  </a:lnTo>
                  <a:lnTo>
                    <a:pt x="5371354" y="4711131"/>
                  </a:lnTo>
                  <a:lnTo>
                    <a:pt x="5302424" y="4754456"/>
                  </a:lnTo>
                  <a:lnTo>
                    <a:pt x="5228698" y="4793835"/>
                  </a:lnTo>
                  <a:lnTo>
                    <a:pt x="5150621" y="4829503"/>
                  </a:lnTo>
                  <a:lnTo>
                    <a:pt x="5069156" y="4861579"/>
                  </a:lnTo>
                  <a:lnTo>
                    <a:pt x="4985863" y="4890080"/>
                  </a:lnTo>
                  <a:lnTo>
                    <a:pt x="4902923" y="4914952"/>
                  </a:lnTo>
                  <a:lnTo>
                    <a:pt x="4823048" y="4936115"/>
                  </a:lnTo>
                  <a:lnTo>
                    <a:pt x="4749246" y="4953523"/>
                  </a:lnTo>
                  <a:lnTo>
                    <a:pt x="4684443" y="4967221"/>
                  </a:lnTo>
                  <a:lnTo>
                    <a:pt x="4631031" y="4977398"/>
                  </a:lnTo>
                  <a:lnTo>
                    <a:pt x="4590420" y="4984405"/>
                  </a:lnTo>
                  <a:lnTo>
                    <a:pt x="4562742" y="4988748"/>
                  </a:lnTo>
                  <a:lnTo>
                    <a:pt x="4546749" y="4991037"/>
                  </a:lnTo>
                  <a:lnTo>
                    <a:pt x="4539902" y="4991934"/>
                  </a:lnTo>
                  <a:lnTo>
                    <a:pt x="4538547" y="4992098"/>
                  </a:lnTo>
                  <a:lnTo>
                    <a:pt x="4538543" y="4992099"/>
                  </a:lnTo>
                  <a:lnTo>
                    <a:pt x="4016409" y="4992099"/>
                  </a:lnTo>
                  <a:lnTo>
                    <a:pt x="4015236" y="4992027"/>
                  </a:lnTo>
                  <a:lnTo>
                    <a:pt x="4007554" y="4991517"/>
                  </a:lnTo>
                  <a:lnTo>
                    <a:pt x="3988296" y="4990107"/>
                  </a:lnTo>
                  <a:lnTo>
                    <a:pt x="3954141" y="4987335"/>
                  </a:lnTo>
                  <a:lnTo>
                    <a:pt x="3903801" y="4982788"/>
                  </a:lnTo>
                  <a:lnTo>
                    <a:pt x="3838097" y="4976147"/>
                  </a:lnTo>
                  <a:lnTo>
                    <a:pt x="3759668" y="4967219"/>
                  </a:lnTo>
                  <a:lnTo>
                    <a:pt x="3672320" y="4955931"/>
                  </a:lnTo>
                  <a:lnTo>
                    <a:pt x="3580240" y="4942299"/>
                  </a:lnTo>
                  <a:lnTo>
                    <a:pt x="3487290" y="4926377"/>
                  </a:lnTo>
                  <a:lnTo>
                    <a:pt x="3396557" y="4908205"/>
                  </a:lnTo>
                  <a:lnTo>
                    <a:pt x="3310173" y="4887767"/>
                  </a:lnTo>
                  <a:lnTo>
                    <a:pt x="3229356" y="4864968"/>
                  </a:lnTo>
                  <a:lnTo>
                    <a:pt x="3154567" y="4839618"/>
                  </a:lnTo>
                  <a:lnTo>
                    <a:pt x="3085704" y="4811433"/>
                  </a:lnTo>
                  <a:lnTo>
                    <a:pt x="3022284" y="4780038"/>
                  </a:lnTo>
                  <a:lnTo>
                    <a:pt x="2963594" y="4744981"/>
                  </a:lnTo>
                  <a:lnTo>
                    <a:pt x="2908800" y="4705762"/>
                  </a:lnTo>
                  <a:lnTo>
                    <a:pt x="2857031" y="4661879"/>
                  </a:lnTo>
                  <a:lnTo>
                    <a:pt x="2807453" y="4612912"/>
                  </a:lnTo>
                  <a:lnTo>
                    <a:pt x="2770117" y="4571385"/>
                  </a:lnTo>
                  <a:lnTo>
                    <a:pt x="2731228" y="4523972"/>
                  </a:lnTo>
                  <a:lnTo>
                    <a:pt x="2692707" y="4472942"/>
                  </a:lnTo>
                  <a:lnTo>
                    <a:pt x="2654305" y="4418222"/>
                  </a:lnTo>
                  <a:lnTo>
                    <a:pt x="2615832" y="4359803"/>
                  </a:lnTo>
                  <a:lnTo>
                    <a:pt x="2577143" y="4297750"/>
                  </a:lnTo>
                  <a:lnTo>
                    <a:pt x="2538143" y="4232202"/>
                  </a:lnTo>
                  <a:lnTo>
                    <a:pt x="2498776" y="4163382"/>
                  </a:lnTo>
                  <a:lnTo>
                    <a:pt x="2459022" y="4091595"/>
                  </a:lnTo>
                  <a:lnTo>
                    <a:pt x="2418898" y="4017229"/>
                  </a:lnTo>
                  <a:lnTo>
                    <a:pt x="2378449" y="3940741"/>
                  </a:lnTo>
                  <a:lnTo>
                    <a:pt x="2337743" y="3862658"/>
                  </a:lnTo>
                  <a:lnTo>
                    <a:pt x="2296868" y="3783551"/>
                  </a:lnTo>
                  <a:lnTo>
                    <a:pt x="2255923" y="3704026"/>
                  </a:lnTo>
                  <a:lnTo>
                    <a:pt x="2215012" y="3624704"/>
                  </a:lnTo>
                  <a:lnTo>
                    <a:pt x="2174237" y="3546197"/>
                  </a:lnTo>
                  <a:lnTo>
                    <a:pt x="2133690" y="3469092"/>
                  </a:lnTo>
                  <a:lnTo>
                    <a:pt x="2093446" y="3393932"/>
                  </a:lnTo>
                  <a:lnTo>
                    <a:pt x="2053560" y="3321199"/>
                  </a:lnTo>
                  <a:lnTo>
                    <a:pt x="2014059" y="3251308"/>
                  </a:lnTo>
                  <a:lnTo>
                    <a:pt x="1974935" y="3184591"/>
                  </a:lnTo>
                  <a:lnTo>
                    <a:pt x="1936147" y="3121301"/>
                  </a:lnTo>
                  <a:lnTo>
                    <a:pt x="1897612" y="3061607"/>
                  </a:lnTo>
                  <a:lnTo>
                    <a:pt x="1859205" y="3005597"/>
                  </a:lnTo>
                  <a:lnTo>
                    <a:pt x="1820751" y="2953288"/>
                  </a:lnTo>
                  <a:lnTo>
                    <a:pt x="1782021" y="2904628"/>
                  </a:lnTo>
                  <a:lnTo>
                    <a:pt x="1768425" y="2888528"/>
                  </a:lnTo>
                  <a:lnTo>
                    <a:pt x="1720034" y="2835472"/>
                  </a:lnTo>
                  <a:lnTo>
                    <a:pt x="1670030" y="2787682"/>
                  </a:lnTo>
                  <a:lnTo>
                    <a:pt x="1617653" y="2744895"/>
                  </a:lnTo>
                  <a:lnTo>
                    <a:pt x="1562054" y="2706661"/>
                  </a:lnTo>
                  <a:lnTo>
                    <a:pt x="1502365" y="2672475"/>
                  </a:lnTo>
                  <a:lnTo>
                    <a:pt x="1437771" y="2641842"/>
                  </a:lnTo>
                  <a:lnTo>
                    <a:pt x="1367599" y="2614328"/>
                  </a:lnTo>
                  <a:lnTo>
                    <a:pt x="1291440" y="2589576"/>
                  </a:lnTo>
                  <a:lnTo>
                    <a:pt x="1209300" y="2567324"/>
                  </a:lnTo>
                  <a:lnTo>
                    <a:pt x="1121796" y="2547403"/>
                  </a:lnTo>
                  <a:lnTo>
                    <a:pt x="1030340" y="2529738"/>
                  </a:lnTo>
                  <a:lnTo>
                    <a:pt x="937285" y="2514330"/>
                  </a:lnTo>
                  <a:lnTo>
                    <a:pt x="845916" y="2501223"/>
                  </a:lnTo>
                  <a:lnTo>
                    <a:pt x="760219" y="2490470"/>
                  </a:lnTo>
                  <a:lnTo>
                    <a:pt x="684362" y="2482069"/>
                  </a:lnTo>
                  <a:lnTo>
                    <a:pt x="621957" y="2475923"/>
                  </a:lnTo>
                  <a:lnTo>
                    <a:pt x="575277" y="2471809"/>
                  </a:lnTo>
                  <a:lnTo>
                    <a:pt x="544679" y="2469383"/>
                  </a:lnTo>
                  <a:lnTo>
                    <a:pt x="528395" y="2468218"/>
                  </a:lnTo>
                  <a:lnTo>
                    <a:pt x="522684" y="2467846"/>
                  </a:lnTo>
                  <a:lnTo>
                    <a:pt x="522133" y="2467813"/>
                  </a:lnTo>
                  <a:lnTo>
                    <a:pt x="0" y="2467813"/>
                  </a:lnTo>
                  <a:lnTo>
                    <a:pt x="0" y="2467813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30" name="pg230"/>
            <p:cNvSpPr/>
            <p:nvPr/>
          </p:nvSpPr>
          <p:spPr>
            <a:xfrm>
              <a:off x="386606" y="937069"/>
              <a:ext cx="8554953" cy="4687152"/>
            </a:xfrm>
            <a:custGeom>
              <a:avLst/>
              <a:pathLst>
                <a:path w="8554953" h="4687152">
                  <a:moveTo>
                    <a:pt x="0" y="2162866"/>
                  </a:moveTo>
                  <a:lnTo>
                    <a:pt x="522133" y="2162866"/>
                  </a:lnTo>
                  <a:lnTo>
                    <a:pt x="523306" y="2162937"/>
                  </a:lnTo>
                  <a:lnTo>
                    <a:pt x="530988" y="2163448"/>
                  </a:lnTo>
                  <a:lnTo>
                    <a:pt x="550247" y="2164858"/>
                  </a:lnTo>
                  <a:lnTo>
                    <a:pt x="584401" y="2167630"/>
                  </a:lnTo>
                  <a:lnTo>
                    <a:pt x="634741" y="2172177"/>
                  </a:lnTo>
                  <a:lnTo>
                    <a:pt x="700445" y="2178818"/>
                  </a:lnTo>
                  <a:lnTo>
                    <a:pt x="778875" y="2187746"/>
                  </a:lnTo>
                  <a:lnTo>
                    <a:pt x="866223" y="2199034"/>
                  </a:lnTo>
                  <a:lnTo>
                    <a:pt x="958303" y="2212666"/>
                  </a:lnTo>
                  <a:lnTo>
                    <a:pt x="1051252" y="2228588"/>
                  </a:lnTo>
                  <a:lnTo>
                    <a:pt x="1141985" y="2246760"/>
                  </a:lnTo>
                  <a:lnTo>
                    <a:pt x="1228369" y="2267198"/>
                  </a:lnTo>
                  <a:lnTo>
                    <a:pt x="1309186" y="2289997"/>
                  </a:lnTo>
                  <a:lnTo>
                    <a:pt x="1383975" y="2315347"/>
                  </a:lnTo>
                  <a:lnTo>
                    <a:pt x="1452839" y="2343532"/>
                  </a:lnTo>
                  <a:lnTo>
                    <a:pt x="1516258" y="2374927"/>
                  </a:lnTo>
                  <a:lnTo>
                    <a:pt x="1574948" y="2409984"/>
                  </a:lnTo>
                  <a:lnTo>
                    <a:pt x="1629742" y="2449203"/>
                  </a:lnTo>
                  <a:lnTo>
                    <a:pt x="1681511" y="2493086"/>
                  </a:lnTo>
                  <a:lnTo>
                    <a:pt x="1731089" y="2542053"/>
                  </a:lnTo>
                  <a:lnTo>
                    <a:pt x="1768425" y="2583580"/>
                  </a:lnTo>
                  <a:lnTo>
                    <a:pt x="1807315" y="2630993"/>
                  </a:lnTo>
                  <a:lnTo>
                    <a:pt x="1845836" y="2682023"/>
                  </a:lnTo>
                  <a:lnTo>
                    <a:pt x="1884237" y="2736743"/>
                  </a:lnTo>
                  <a:lnTo>
                    <a:pt x="1922711" y="2795161"/>
                  </a:lnTo>
                  <a:lnTo>
                    <a:pt x="1961399" y="2857215"/>
                  </a:lnTo>
                  <a:lnTo>
                    <a:pt x="2000399" y="2922763"/>
                  </a:lnTo>
                  <a:lnTo>
                    <a:pt x="2039767" y="2991583"/>
                  </a:lnTo>
                  <a:lnTo>
                    <a:pt x="2079520" y="3063370"/>
                  </a:lnTo>
                  <a:lnTo>
                    <a:pt x="2119644" y="3137736"/>
                  </a:lnTo>
                  <a:lnTo>
                    <a:pt x="2160093" y="3214223"/>
                  </a:lnTo>
                  <a:lnTo>
                    <a:pt x="2200799" y="3292307"/>
                  </a:lnTo>
                  <a:lnTo>
                    <a:pt x="2241674" y="3371414"/>
                  </a:lnTo>
                  <a:lnTo>
                    <a:pt x="2282619" y="3450938"/>
                  </a:lnTo>
                  <a:lnTo>
                    <a:pt x="2323530" y="3530261"/>
                  </a:lnTo>
                  <a:lnTo>
                    <a:pt x="2364305" y="3608768"/>
                  </a:lnTo>
                  <a:lnTo>
                    <a:pt x="2404853" y="3685873"/>
                  </a:lnTo>
                  <a:lnTo>
                    <a:pt x="2445096" y="3761033"/>
                  </a:lnTo>
                  <a:lnTo>
                    <a:pt x="2484982" y="3833765"/>
                  </a:lnTo>
                  <a:lnTo>
                    <a:pt x="2524483" y="3903657"/>
                  </a:lnTo>
                  <a:lnTo>
                    <a:pt x="2563607" y="3970373"/>
                  </a:lnTo>
                  <a:lnTo>
                    <a:pt x="2602395" y="4033664"/>
                  </a:lnTo>
                  <a:lnTo>
                    <a:pt x="2640930" y="4093358"/>
                  </a:lnTo>
                  <a:lnTo>
                    <a:pt x="2679337" y="4149368"/>
                  </a:lnTo>
                  <a:lnTo>
                    <a:pt x="2717791" y="4201677"/>
                  </a:lnTo>
                  <a:lnTo>
                    <a:pt x="2756521" y="4250337"/>
                  </a:lnTo>
                  <a:lnTo>
                    <a:pt x="2770117" y="4266437"/>
                  </a:lnTo>
                  <a:lnTo>
                    <a:pt x="2818508" y="4319493"/>
                  </a:lnTo>
                  <a:lnTo>
                    <a:pt x="2868513" y="4367283"/>
                  </a:lnTo>
                  <a:lnTo>
                    <a:pt x="2920889" y="4410070"/>
                  </a:lnTo>
                  <a:lnTo>
                    <a:pt x="2976488" y="4448303"/>
                  </a:lnTo>
                  <a:lnTo>
                    <a:pt x="3036177" y="4482490"/>
                  </a:lnTo>
                  <a:lnTo>
                    <a:pt x="3100771" y="4513123"/>
                  </a:lnTo>
                  <a:lnTo>
                    <a:pt x="3170943" y="4540637"/>
                  </a:lnTo>
                  <a:lnTo>
                    <a:pt x="3247103" y="4565389"/>
                  </a:lnTo>
                  <a:lnTo>
                    <a:pt x="3329242" y="4587641"/>
                  </a:lnTo>
                  <a:lnTo>
                    <a:pt x="3416746" y="4607562"/>
                  </a:lnTo>
                  <a:lnTo>
                    <a:pt x="3508202" y="4625226"/>
                  </a:lnTo>
                  <a:lnTo>
                    <a:pt x="3601257" y="4640635"/>
                  </a:lnTo>
                  <a:lnTo>
                    <a:pt x="3692626" y="4653741"/>
                  </a:lnTo>
                  <a:lnTo>
                    <a:pt x="3778323" y="4664495"/>
                  </a:lnTo>
                  <a:lnTo>
                    <a:pt x="3854180" y="4672896"/>
                  </a:lnTo>
                  <a:lnTo>
                    <a:pt x="3916585" y="4679042"/>
                  </a:lnTo>
                  <a:lnTo>
                    <a:pt x="3963265" y="4683156"/>
                  </a:lnTo>
                  <a:lnTo>
                    <a:pt x="3993863" y="4685581"/>
                  </a:lnTo>
                  <a:lnTo>
                    <a:pt x="4010147" y="4686747"/>
                  </a:lnTo>
                  <a:lnTo>
                    <a:pt x="4015858" y="4687119"/>
                  </a:lnTo>
                  <a:lnTo>
                    <a:pt x="4016409" y="4687152"/>
                  </a:lnTo>
                  <a:lnTo>
                    <a:pt x="4538543" y="4687152"/>
                  </a:lnTo>
                  <a:lnTo>
                    <a:pt x="4539416" y="4687054"/>
                  </a:lnTo>
                  <a:lnTo>
                    <a:pt x="4545176" y="4686356"/>
                  </a:lnTo>
                  <a:lnTo>
                    <a:pt x="4559745" y="4684429"/>
                  </a:lnTo>
                  <a:lnTo>
                    <a:pt x="4585917" y="4680632"/>
                  </a:lnTo>
                  <a:lnTo>
                    <a:pt x="4625171" y="4674367"/>
                  </a:lnTo>
                  <a:lnTo>
                    <a:pt x="4677555" y="4665132"/>
                  </a:lnTo>
                  <a:lnTo>
                    <a:pt x="4741768" y="4652570"/>
                  </a:lnTo>
                  <a:lnTo>
                    <a:pt x="4815445" y="4636480"/>
                  </a:lnTo>
                  <a:lnTo>
                    <a:pt x="4895612" y="4616807"/>
                  </a:lnTo>
                  <a:lnTo>
                    <a:pt x="4979168" y="4593589"/>
                  </a:lnTo>
                  <a:lnTo>
                    <a:pt x="5063289" y="4566903"/>
                  </a:lnTo>
                  <a:lnTo>
                    <a:pt x="5145685" y="4536804"/>
                  </a:lnTo>
                  <a:lnTo>
                    <a:pt x="5224710" y="4503282"/>
                  </a:lnTo>
                  <a:lnTo>
                    <a:pt x="5299343" y="4466228"/>
                  </a:lnTo>
                  <a:lnTo>
                    <a:pt x="5369101" y="4425420"/>
                  </a:lnTo>
                  <a:lnTo>
                    <a:pt x="5433919" y="4380517"/>
                  </a:lnTo>
                  <a:lnTo>
                    <a:pt x="5494040" y="4331062"/>
                  </a:lnTo>
                  <a:lnTo>
                    <a:pt x="5549909" y="4276492"/>
                  </a:lnTo>
                  <a:lnTo>
                    <a:pt x="5602094" y="4216158"/>
                  </a:lnTo>
                  <a:lnTo>
                    <a:pt x="5651224" y="4149364"/>
                  </a:lnTo>
                  <a:lnTo>
                    <a:pt x="5697945" y="4075427"/>
                  </a:lnTo>
                  <a:lnTo>
                    <a:pt x="5742875" y="3993775"/>
                  </a:lnTo>
                  <a:lnTo>
                    <a:pt x="5784835" y="3907842"/>
                  </a:lnTo>
                  <a:lnTo>
                    <a:pt x="5814954" y="3840499"/>
                  </a:lnTo>
                  <a:lnTo>
                    <a:pt x="5844815" y="3769174"/>
                  </a:lnTo>
                  <a:lnTo>
                    <a:pt x="5874543" y="3693786"/>
                  </a:lnTo>
                  <a:lnTo>
                    <a:pt x="5904241" y="3614297"/>
                  </a:lnTo>
                  <a:lnTo>
                    <a:pt x="5933992" y="3530710"/>
                  </a:lnTo>
                  <a:lnTo>
                    <a:pt x="5963862" y="3443079"/>
                  </a:lnTo>
                  <a:lnTo>
                    <a:pt x="5993902" y="3351506"/>
                  </a:lnTo>
                  <a:lnTo>
                    <a:pt x="6024146" y="3256150"/>
                  </a:lnTo>
                  <a:lnTo>
                    <a:pt x="6054614" y="3157221"/>
                  </a:lnTo>
                  <a:lnTo>
                    <a:pt x="6085314" y="3054989"/>
                  </a:lnTo>
                  <a:lnTo>
                    <a:pt x="6116240" y="2949772"/>
                  </a:lnTo>
                  <a:lnTo>
                    <a:pt x="6147376" y="2841943"/>
                  </a:lnTo>
                  <a:lnTo>
                    <a:pt x="6178698" y="2731918"/>
                  </a:lnTo>
                  <a:lnTo>
                    <a:pt x="6210170" y="2620156"/>
                  </a:lnTo>
                  <a:lnTo>
                    <a:pt x="6241754" y="2507146"/>
                  </a:lnTo>
                  <a:lnTo>
                    <a:pt x="6273404" y="2393401"/>
                  </a:lnTo>
                  <a:lnTo>
                    <a:pt x="6305073" y="2279451"/>
                  </a:lnTo>
                  <a:lnTo>
                    <a:pt x="6336712" y="2165826"/>
                  </a:lnTo>
                  <a:lnTo>
                    <a:pt x="6368274" y="2053052"/>
                  </a:lnTo>
                  <a:lnTo>
                    <a:pt x="6399716" y="1941639"/>
                  </a:lnTo>
                  <a:lnTo>
                    <a:pt x="6430999" y="1832069"/>
                  </a:lnTo>
                  <a:lnTo>
                    <a:pt x="6462090" y="1724792"/>
                  </a:lnTo>
                  <a:lnTo>
                    <a:pt x="6492966" y="1620215"/>
                  </a:lnTo>
                  <a:lnTo>
                    <a:pt x="6523613" y="1518698"/>
                  </a:lnTo>
                  <a:lnTo>
                    <a:pt x="6554030" y="1420551"/>
                  </a:lnTo>
                  <a:lnTo>
                    <a:pt x="6584226" y="1326029"/>
                  </a:lnTo>
                  <a:lnTo>
                    <a:pt x="6614224" y="1235330"/>
                  </a:lnTo>
                  <a:lnTo>
                    <a:pt x="6644063" y="1148600"/>
                  </a:lnTo>
                  <a:lnTo>
                    <a:pt x="6673796" y="1065931"/>
                  </a:lnTo>
                  <a:lnTo>
                    <a:pt x="6703492" y="987365"/>
                  </a:lnTo>
                  <a:lnTo>
                    <a:pt x="6733240" y="912895"/>
                  </a:lnTo>
                  <a:lnTo>
                    <a:pt x="6763148" y="842472"/>
                  </a:lnTo>
                  <a:lnTo>
                    <a:pt x="6786527" y="790603"/>
                  </a:lnTo>
                  <a:lnTo>
                    <a:pt x="6830252" y="701260"/>
                  </a:lnTo>
                  <a:lnTo>
                    <a:pt x="6875242" y="619924"/>
                  </a:lnTo>
                  <a:lnTo>
                    <a:pt x="6922048" y="546284"/>
                  </a:lnTo>
                  <a:lnTo>
                    <a:pt x="6971287" y="479761"/>
                  </a:lnTo>
                  <a:lnTo>
                    <a:pt x="7023607" y="419671"/>
                  </a:lnTo>
                  <a:lnTo>
                    <a:pt x="7079635" y="365316"/>
                  </a:lnTo>
                  <a:lnTo>
                    <a:pt x="7139936" y="316053"/>
                  </a:lnTo>
                  <a:lnTo>
                    <a:pt x="7204949" y="271322"/>
                  </a:lnTo>
                  <a:lnTo>
                    <a:pt x="7274904" y="230669"/>
                  </a:lnTo>
                  <a:lnTo>
                    <a:pt x="7349725" y="193760"/>
                  </a:lnTo>
                  <a:lnTo>
                    <a:pt x="7428908" y="160375"/>
                  </a:lnTo>
                  <a:lnTo>
                    <a:pt x="7511409" y="130412"/>
                  </a:lnTo>
                  <a:lnTo>
                    <a:pt x="7595555" y="103863"/>
                  </a:lnTo>
                  <a:lnTo>
                    <a:pt x="7679033" y="80785"/>
                  </a:lnTo>
                  <a:lnTo>
                    <a:pt x="7759001" y="61255"/>
                  </a:lnTo>
                  <a:lnTo>
                    <a:pt x="7832355" y="45308"/>
                  </a:lnTo>
                  <a:lnTo>
                    <a:pt x="7896135" y="32883"/>
                  </a:lnTo>
                  <a:lnTo>
                    <a:pt x="7948013" y="23774"/>
                  </a:lnTo>
                  <a:lnTo>
                    <a:pt x="7986734" y="17618"/>
                  </a:lnTo>
                  <a:lnTo>
                    <a:pt x="8012406" y="13908"/>
                  </a:lnTo>
                  <a:lnTo>
                    <a:pt x="8026562" y="12042"/>
                  </a:lnTo>
                  <a:lnTo>
                    <a:pt x="8032044" y="11380"/>
                  </a:lnTo>
                  <a:lnTo>
                    <a:pt x="8032819" y="11294"/>
                  </a:lnTo>
                  <a:lnTo>
                    <a:pt x="8554953" y="11294"/>
                  </a:lnTo>
                  <a:lnTo>
                    <a:pt x="8554953" y="0"/>
                  </a:lnTo>
                  <a:lnTo>
                    <a:pt x="8032819" y="0"/>
                  </a:lnTo>
                  <a:lnTo>
                    <a:pt x="8031946" y="97"/>
                  </a:lnTo>
                  <a:lnTo>
                    <a:pt x="8026186" y="795"/>
                  </a:lnTo>
                  <a:lnTo>
                    <a:pt x="8011617" y="2722"/>
                  </a:lnTo>
                  <a:lnTo>
                    <a:pt x="7985445" y="6519"/>
                  </a:lnTo>
                  <a:lnTo>
                    <a:pt x="7946191" y="12784"/>
                  </a:lnTo>
                  <a:lnTo>
                    <a:pt x="7893807" y="22019"/>
                  </a:lnTo>
                  <a:lnTo>
                    <a:pt x="7829594" y="34581"/>
                  </a:lnTo>
                  <a:lnTo>
                    <a:pt x="7755917" y="50671"/>
                  </a:lnTo>
                  <a:lnTo>
                    <a:pt x="7675750" y="70344"/>
                  </a:lnTo>
                  <a:lnTo>
                    <a:pt x="7592194" y="93562"/>
                  </a:lnTo>
                  <a:lnTo>
                    <a:pt x="7508073" y="120248"/>
                  </a:lnTo>
                  <a:lnTo>
                    <a:pt x="7425677" y="150347"/>
                  </a:lnTo>
                  <a:lnTo>
                    <a:pt x="7346652" y="183869"/>
                  </a:lnTo>
                  <a:lnTo>
                    <a:pt x="7272019" y="220923"/>
                  </a:lnTo>
                  <a:lnTo>
                    <a:pt x="7202261" y="261731"/>
                  </a:lnTo>
                  <a:lnTo>
                    <a:pt x="7137443" y="306634"/>
                  </a:lnTo>
                  <a:lnTo>
                    <a:pt x="7077321" y="356089"/>
                  </a:lnTo>
                  <a:lnTo>
                    <a:pt x="7021453" y="410659"/>
                  </a:lnTo>
                  <a:lnTo>
                    <a:pt x="6969268" y="470993"/>
                  </a:lnTo>
                  <a:lnTo>
                    <a:pt x="6920138" y="537787"/>
                  </a:lnTo>
                  <a:lnTo>
                    <a:pt x="6873417" y="611724"/>
                  </a:lnTo>
                  <a:lnTo>
                    <a:pt x="6828487" y="693376"/>
                  </a:lnTo>
                  <a:lnTo>
                    <a:pt x="6786527" y="779309"/>
                  </a:lnTo>
                  <a:lnTo>
                    <a:pt x="6756408" y="846652"/>
                  </a:lnTo>
                  <a:lnTo>
                    <a:pt x="6726547" y="917977"/>
                  </a:lnTo>
                  <a:lnTo>
                    <a:pt x="6696819" y="993365"/>
                  </a:lnTo>
                  <a:lnTo>
                    <a:pt x="6667121" y="1072854"/>
                  </a:lnTo>
                  <a:lnTo>
                    <a:pt x="6637370" y="1156441"/>
                  </a:lnTo>
                  <a:lnTo>
                    <a:pt x="6607500" y="1244072"/>
                  </a:lnTo>
                  <a:lnTo>
                    <a:pt x="6577460" y="1335645"/>
                  </a:lnTo>
                  <a:lnTo>
                    <a:pt x="6547216" y="1431001"/>
                  </a:lnTo>
                  <a:lnTo>
                    <a:pt x="6516748" y="1529930"/>
                  </a:lnTo>
                  <a:lnTo>
                    <a:pt x="6486048" y="1632162"/>
                  </a:lnTo>
                  <a:lnTo>
                    <a:pt x="6455122" y="1737379"/>
                  </a:lnTo>
                  <a:lnTo>
                    <a:pt x="6423986" y="1845208"/>
                  </a:lnTo>
                  <a:lnTo>
                    <a:pt x="6392664" y="1955233"/>
                  </a:lnTo>
                  <a:lnTo>
                    <a:pt x="6361192" y="2066995"/>
                  </a:lnTo>
                  <a:lnTo>
                    <a:pt x="6329608" y="2180005"/>
                  </a:lnTo>
                  <a:lnTo>
                    <a:pt x="6297958" y="2293750"/>
                  </a:lnTo>
                  <a:lnTo>
                    <a:pt x="6266289" y="2407700"/>
                  </a:lnTo>
                  <a:lnTo>
                    <a:pt x="6234650" y="2521325"/>
                  </a:lnTo>
                  <a:lnTo>
                    <a:pt x="6203088" y="2634099"/>
                  </a:lnTo>
                  <a:lnTo>
                    <a:pt x="6171646" y="2745512"/>
                  </a:lnTo>
                  <a:lnTo>
                    <a:pt x="6140363" y="2855082"/>
                  </a:lnTo>
                  <a:lnTo>
                    <a:pt x="6109272" y="2962359"/>
                  </a:lnTo>
                  <a:lnTo>
                    <a:pt x="6078396" y="3066936"/>
                  </a:lnTo>
                  <a:lnTo>
                    <a:pt x="6047749" y="3168453"/>
                  </a:lnTo>
                  <a:lnTo>
                    <a:pt x="6017332" y="3266600"/>
                  </a:lnTo>
                  <a:lnTo>
                    <a:pt x="5987136" y="3361122"/>
                  </a:lnTo>
                  <a:lnTo>
                    <a:pt x="5957138" y="3451821"/>
                  </a:lnTo>
                  <a:lnTo>
                    <a:pt x="5927299" y="3538551"/>
                  </a:lnTo>
                  <a:lnTo>
                    <a:pt x="5897566" y="3621220"/>
                  </a:lnTo>
                  <a:lnTo>
                    <a:pt x="5867870" y="3699786"/>
                  </a:lnTo>
                  <a:lnTo>
                    <a:pt x="5838122" y="3774256"/>
                  </a:lnTo>
                  <a:lnTo>
                    <a:pt x="5808214" y="3844679"/>
                  </a:lnTo>
                  <a:lnTo>
                    <a:pt x="5784835" y="3896548"/>
                  </a:lnTo>
                  <a:lnTo>
                    <a:pt x="5741110" y="3985891"/>
                  </a:lnTo>
                  <a:lnTo>
                    <a:pt x="5696120" y="4067227"/>
                  </a:lnTo>
                  <a:lnTo>
                    <a:pt x="5649314" y="4140867"/>
                  </a:lnTo>
                  <a:lnTo>
                    <a:pt x="5600075" y="4207390"/>
                  </a:lnTo>
                  <a:lnTo>
                    <a:pt x="5547755" y="4267480"/>
                  </a:lnTo>
                  <a:lnTo>
                    <a:pt x="5491727" y="4321835"/>
                  </a:lnTo>
                  <a:lnTo>
                    <a:pt x="5431426" y="4371098"/>
                  </a:lnTo>
                  <a:lnTo>
                    <a:pt x="5366413" y="4415829"/>
                  </a:lnTo>
                  <a:lnTo>
                    <a:pt x="5296458" y="4456482"/>
                  </a:lnTo>
                  <a:lnTo>
                    <a:pt x="5221637" y="4493391"/>
                  </a:lnTo>
                  <a:lnTo>
                    <a:pt x="5142454" y="4526776"/>
                  </a:lnTo>
                  <a:lnTo>
                    <a:pt x="5059953" y="4556739"/>
                  </a:lnTo>
                  <a:lnTo>
                    <a:pt x="4975807" y="4583288"/>
                  </a:lnTo>
                  <a:lnTo>
                    <a:pt x="4892329" y="4606366"/>
                  </a:lnTo>
                  <a:lnTo>
                    <a:pt x="4812361" y="4625896"/>
                  </a:lnTo>
                  <a:lnTo>
                    <a:pt x="4739007" y="4641843"/>
                  </a:lnTo>
                  <a:lnTo>
                    <a:pt x="4675227" y="4654268"/>
                  </a:lnTo>
                  <a:lnTo>
                    <a:pt x="4623349" y="4663377"/>
                  </a:lnTo>
                  <a:lnTo>
                    <a:pt x="4584628" y="4669533"/>
                  </a:lnTo>
                  <a:lnTo>
                    <a:pt x="4558956" y="4673243"/>
                  </a:lnTo>
                  <a:lnTo>
                    <a:pt x="4544800" y="4675109"/>
                  </a:lnTo>
                  <a:lnTo>
                    <a:pt x="4539318" y="4675771"/>
                  </a:lnTo>
                  <a:lnTo>
                    <a:pt x="4538543" y="4675857"/>
                  </a:lnTo>
                  <a:lnTo>
                    <a:pt x="4016409" y="4675857"/>
                  </a:lnTo>
                  <a:lnTo>
                    <a:pt x="4015236" y="4675786"/>
                  </a:lnTo>
                  <a:lnTo>
                    <a:pt x="4007554" y="4675276"/>
                  </a:lnTo>
                  <a:lnTo>
                    <a:pt x="3988296" y="4673865"/>
                  </a:lnTo>
                  <a:lnTo>
                    <a:pt x="3954141" y="4671094"/>
                  </a:lnTo>
                  <a:lnTo>
                    <a:pt x="3903801" y="4666546"/>
                  </a:lnTo>
                  <a:lnTo>
                    <a:pt x="3838097" y="4659905"/>
                  </a:lnTo>
                  <a:lnTo>
                    <a:pt x="3759668" y="4650977"/>
                  </a:lnTo>
                  <a:lnTo>
                    <a:pt x="3672320" y="4639689"/>
                  </a:lnTo>
                  <a:lnTo>
                    <a:pt x="3580240" y="4626057"/>
                  </a:lnTo>
                  <a:lnTo>
                    <a:pt x="3487290" y="4610135"/>
                  </a:lnTo>
                  <a:lnTo>
                    <a:pt x="3396557" y="4591963"/>
                  </a:lnTo>
                  <a:lnTo>
                    <a:pt x="3310173" y="4571525"/>
                  </a:lnTo>
                  <a:lnTo>
                    <a:pt x="3229356" y="4548726"/>
                  </a:lnTo>
                  <a:lnTo>
                    <a:pt x="3154567" y="4523376"/>
                  </a:lnTo>
                  <a:lnTo>
                    <a:pt x="3085704" y="4495191"/>
                  </a:lnTo>
                  <a:lnTo>
                    <a:pt x="3022284" y="4463796"/>
                  </a:lnTo>
                  <a:lnTo>
                    <a:pt x="2963594" y="4428739"/>
                  </a:lnTo>
                  <a:lnTo>
                    <a:pt x="2908800" y="4389520"/>
                  </a:lnTo>
                  <a:lnTo>
                    <a:pt x="2857031" y="4345637"/>
                  </a:lnTo>
                  <a:lnTo>
                    <a:pt x="2807453" y="4296670"/>
                  </a:lnTo>
                  <a:lnTo>
                    <a:pt x="2770117" y="4255143"/>
                  </a:lnTo>
                  <a:lnTo>
                    <a:pt x="2731228" y="4207730"/>
                  </a:lnTo>
                  <a:lnTo>
                    <a:pt x="2692707" y="4156700"/>
                  </a:lnTo>
                  <a:lnTo>
                    <a:pt x="2654305" y="4101980"/>
                  </a:lnTo>
                  <a:lnTo>
                    <a:pt x="2615832" y="4043562"/>
                  </a:lnTo>
                  <a:lnTo>
                    <a:pt x="2577143" y="3981508"/>
                  </a:lnTo>
                  <a:lnTo>
                    <a:pt x="2538143" y="3915960"/>
                  </a:lnTo>
                  <a:lnTo>
                    <a:pt x="2498776" y="3847140"/>
                  </a:lnTo>
                  <a:lnTo>
                    <a:pt x="2459022" y="3775354"/>
                  </a:lnTo>
                  <a:lnTo>
                    <a:pt x="2418898" y="3700987"/>
                  </a:lnTo>
                  <a:lnTo>
                    <a:pt x="2378449" y="3624500"/>
                  </a:lnTo>
                  <a:lnTo>
                    <a:pt x="2337743" y="3546416"/>
                  </a:lnTo>
                  <a:lnTo>
                    <a:pt x="2296868" y="3467309"/>
                  </a:lnTo>
                  <a:lnTo>
                    <a:pt x="2255923" y="3387785"/>
                  </a:lnTo>
                  <a:lnTo>
                    <a:pt x="2215012" y="3308463"/>
                  </a:lnTo>
                  <a:lnTo>
                    <a:pt x="2174237" y="3229956"/>
                  </a:lnTo>
                  <a:lnTo>
                    <a:pt x="2133690" y="3152850"/>
                  </a:lnTo>
                  <a:lnTo>
                    <a:pt x="2093446" y="3077690"/>
                  </a:lnTo>
                  <a:lnTo>
                    <a:pt x="2053560" y="3004958"/>
                  </a:lnTo>
                  <a:lnTo>
                    <a:pt x="2014059" y="2935066"/>
                  </a:lnTo>
                  <a:lnTo>
                    <a:pt x="1974935" y="2868350"/>
                  </a:lnTo>
                  <a:lnTo>
                    <a:pt x="1936147" y="2805060"/>
                  </a:lnTo>
                  <a:lnTo>
                    <a:pt x="1897612" y="2745365"/>
                  </a:lnTo>
                  <a:lnTo>
                    <a:pt x="1859205" y="2689355"/>
                  </a:lnTo>
                  <a:lnTo>
                    <a:pt x="1820751" y="2637046"/>
                  </a:lnTo>
                  <a:lnTo>
                    <a:pt x="1782021" y="2588386"/>
                  </a:lnTo>
                  <a:lnTo>
                    <a:pt x="1768425" y="2572286"/>
                  </a:lnTo>
                  <a:lnTo>
                    <a:pt x="1720034" y="2519230"/>
                  </a:lnTo>
                  <a:lnTo>
                    <a:pt x="1670030" y="2471440"/>
                  </a:lnTo>
                  <a:lnTo>
                    <a:pt x="1617653" y="2428653"/>
                  </a:lnTo>
                  <a:lnTo>
                    <a:pt x="1562054" y="2390420"/>
                  </a:lnTo>
                  <a:lnTo>
                    <a:pt x="1502365" y="2356233"/>
                  </a:lnTo>
                  <a:lnTo>
                    <a:pt x="1437771" y="2325600"/>
                  </a:lnTo>
                  <a:lnTo>
                    <a:pt x="1367599" y="2298086"/>
                  </a:lnTo>
                  <a:lnTo>
                    <a:pt x="1291440" y="2273335"/>
                  </a:lnTo>
                  <a:lnTo>
                    <a:pt x="1209300" y="2251082"/>
                  </a:lnTo>
                  <a:lnTo>
                    <a:pt x="1121796" y="2231162"/>
                  </a:lnTo>
                  <a:lnTo>
                    <a:pt x="1030340" y="2213497"/>
                  </a:lnTo>
                  <a:lnTo>
                    <a:pt x="937285" y="2198088"/>
                  </a:lnTo>
                  <a:lnTo>
                    <a:pt x="845916" y="2184982"/>
                  </a:lnTo>
                  <a:lnTo>
                    <a:pt x="760219" y="2174228"/>
                  </a:lnTo>
                  <a:lnTo>
                    <a:pt x="684362" y="2165827"/>
                  </a:lnTo>
                  <a:lnTo>
                    <a:pt x="621957" y="2159681"/>
                  </a:lnTo>
                  <a:lnTo>
                    <a:pt x="575277" y="2155567"/>
                  </a:lnTo>
                  <a:lnTo>
                    <a:pt x="544679" y="2153142"/>
                  </a:lnTo>
                  <a:lnTo>
                    <a:pt x="528395" y="2151976"/>
                  </a:lnTo>
                  <a:lnTo>
                    <a:pt x="522684" y="2151605"/>
                  </a:lnTo>
                  <a:lnTo>
                    <a:pt x="522133" y="2151572"/>
                  </a:lnTo>
                  <a:lnTo>
                    <a:pt x="0" y="2151572"/>
                  </a:lnTo>
                  <a:close/>
                </a:path>
              </a:pathLst>
            </a:custGeom>
            <a:solidFill>
              <a:srgbClr val="8FA8D6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231" name="pl231"/>
            <p:cNvSpPr/>
            <p:nvPr/>
          </p:nvSpPr>
          <p:spPr>
            <a:xfrm>
              <a:off x="386606" y="948364"/>
              <a:ext cx="8554953" cy="4675857"/>
            </a:xfrm>
            <a:custGeom>
              <a:avLst/>
              <a:pathLst>
                <a:path w="8554953" h="4675857">
                  <a:moveTo>
                    <a:pt x="0" y="2151572"/>
                  </a:moveTo>
                  <a:lnTo>
                    <a:pt x="522133" y="2151572"/>
                  </a:lnTo>
                  <a:lnTo>
                    <a:pt x="523306" y="2151643"/>
                  </a:lnTo>
                  <a:lnTo>
                    <a:pt x="530988" y="2152153"/>
                  </a:lnTo>
                  <a:lnTo>
                    <a:pt x="550247" y="2153564"/>
                  </a:lnTo>
                  <a:lnTo>
                    <a:pt x="584401" y="2156335"/>
                  </a:lnTo>
                  <a:lnTo>
                    <a:pt x="634741" y="2160882"/>
                  </a:lnTo>
                  <a:lnTo>
                    <a:pt x="700445" y="2167523"/>
                  </a:lnTo>
                  <a:lnTo>
                    <a:pt x="778875" y="2176452"/>
                  </a:lnTo>
                  <a:lnTo>
                    <a:pt x="866223" y="2187740"/>
                  </a:lnTo>
                  <a:lnTo>
                    <a:pt x="958303" y="2201372"/>
                  </a:lnTo>
                  <a:lnTo>
                    <a:pt x="1051252" y="2217293"/>
                  </a:lnTo>
                  <a:lnTo>
                    <a:pt x="1141985" y="2235466"/>
                  </a:lnTo>
                  <a:lnTo>
                    <a:pt x="1228369" y="2255904"/>
                  </a:lnTo>
                  <a:lnTo>
                    <a:pt x="1309186" y="2278703"/>
                  </a:lnTo>
                  <a:lnTo>
                    <a:pt x="1383975" y="2304052"/>
                  </a:lnTo>
                  <a:lnTo>
                    <a:pt x="1452839" y="2332237"/>
                  </a:lnTo>
                  <a:lnTo>
                    <a:pt x="1516258" y="2363633"/>
                  </a:lnTo>
                  <a:lnTo>
                    <a:pt x="1574948" y="2398690"/>
                  </a:lnTo>
                  <a:lnTo>
                    <a:pt x="1629742" y="2437908"/>
                  </a:lnTo>
                  <a:lnTo>
                    <a:pt x="1681511" y="2481792"/>
                  </a:lnTo>
                  <a:lnTo>
                    <a:pt x="1731089" y="2530759"/>
                  </a:lnTo>
                  <a:lnTo>
                    <a:pt x="1768425" y="2572286"/>
                  </a:lnTo>
                  <a:lnTo>
                    <a:pt x="1807315" y="2619699"/>
                  </a:lnTo>
                  <a:lnTo>
                    <a:pt x="1845836" y="2670729"/>
                  </a:lnTo>
                  <a:lnTo>
                    <a:pt x="1884237" y="2725449"/>
                  </a:lnTo>
                  <a:lnTo>
                    <a:pt x="1922711" y="2783867"/>
                  </a:lnTo>
                  <a:lnTo>
                    <a:pt x="1961399" y="2845921"/>
                  </a:lnTo>
                  <a:lnTo>
                    <a:pt x="2000399" y="2911469"/>
                  </a:lnTo>
                  <a:lnTo>
                    <a:pt x="2039767" y="2980289"/>
                  </a:lnTo>
                  <a:lnTo>
                    <a:pt x="2079520" y="3052075"/>
                  </a:lnTo>
                  <a:lnTo>
                    <a:pt x="2119644" y="3126442"/>
                  </a:lnTo>
                  <a:lnTo>
                    <a:pt x="2160093" y="3202929"/>
                  </a:lnTo>
                  <a:lnTo>
                    <a:pt x="2200799" y="3281013"/>
                  </a:lnTo>
                  <a:lnTo>
                    <a:pt x="2241674" y="3360120"/>
                  </a:lnTo>
                  <a:lnTo>
                    <a:pt x="2282619" y="3439644"/>
                  </a:lnTo>
                  <a:lnTo>
                    <a:pt x="2323530" y="3518966"/>
                  </a:lnTo>
                  <a:lnTo>
                    <a:pt x="2364305" y="3597473"/>
                  </a:lnTo>
                  <a:lnTo>
                    <a:pt x="2404853" y="3674578"/>
                  </a:lnTo>
                  <a:lnTo>
                    <a:pt x="2445096" y="3749739"/>
                  </a:lnTo>
                  <a:lnTo>
                    <a:pt x="2484982" y="3822471"/>
                  </a:lnTo>
                  <a:lnTo>
                    <a:pt x="2524483" y="3892363"/>
                  </a:lnTo>
                  <a:lnTo>
                    <a:pt x="2563607" y="3959079"/>
                  </a:lnTo>
                  <a:lnTo>
                    <a:pt x="2602395" y="4022369"/>
                  </a:lnTo>
                  <a:lnTo>
                    <a:pt x="2640930" y="4082064"/>
                  </a:lnTo>
                  <a:lnTo>
                    <a:pt x="2679337" y="4138074"/>
                  </a:lnTo>
                  <a:lnTo>
                    <a:pt x="2717791" y="4190383"/>
                  </a:lnTo>
                  <a:lnTo>
                    <a:pt x="2756521" y="4239043"/>
                  </a:lnTo>
                  <a:lnTo>
                    <a:pt x="2770117" y="4255143"/>
                  </a:lnTo>
                  <a:lnTo>
                    <a:pt x="2818508" y="4308199"/>
                  </a:lnTo>
                  <a:lnTo>
                    <a:pt x="2868513" y="4355988"/>
                  </a:lnTo>
                  <a:lnTo>
                    <a:pt x="2920889" y="4398776"/>
                  </a:lnTo>
                  <a:lnTo>
                    <a:pt x="2976488" y="4437009"/>
                  </a:lnTo>
                  <a:lnTo>
                    <a:pt x="3036177" y="4471196"/>
                  </a:lnTo>
                  <a:lnTo>
                    <a:pt x="3100771" y="4501828"/>
                  </a:lnTo>
                  <a:lnTo>
                    <a:pt x="3170943" y="4529343"/>
                  </a:lnTo>
                  <a:lnTo>
                    <a:pt x="3247103" y="4554094"/>
                  </a:lnTo>
                  <a:lnTo>
                    <a:pt x="3329242" y="4576347"/>
                  </a:lnTo>
                  <a:lnTo>
                    <a:pt x="3416746" y="4596267"/>
                  </a:lnTo>
                  <a:lnTo>
                    <a:pt x="3508202" y="4613932"/>
                  </a:lnTo>
                  <a:lnTo>
                    <a:pt x="3601257" y="4629341"/>
                  </a:lnTo>
                  <a:lnTo>
                    <a:pt x="3692626" y="4642447"/>
                  </a:lnTo>
                  <a:lnTo>
                    <a:pt x="3778323" y="4653201"/>
                  </a:lnTo>
                  <a:lnTo>
                    <a:pt x="3854180" y="4661602"/>
                  </a:lnTo>
                  <a:lnTo>
                    <a:pt x="3916585" y="4667748"/>
                  </a:lnTo>
                  <a:lnTo>
                    <a:pt x="3963265" y="4671862"/>
                  </a:lnTo>
                  <a:lnTo>
                    <a:pt x="3993863" y="4674287"/>
                  </a:lnTo>
                  <a:lnTo>
                    <a:pt x="4010147" y="4675453"/>
                  </a:lnTo>
                  <a:lnTo>
                    <a:pt x="4015858" y="4675824"/>
                  </a:lnTo>
                  <a:lnTo>
                    <a:pt x="4016409" y="4675857"/>
                  </a:lnTo>
                  <a:lnTo>
                    <a:pt x="4538543" y="4675857"/>
                  </a:lnTo>
                  <a:lnTo>
                    <a:pt x="4539416" y="4675759"/>
                  </a:lnTo>
                  <a:lnTo>
                    <a:pt x="4545176" y="4675062"/>
                  </a:lnTo>
                  <a:lnTo>
                    <a:pt x="4559745" y="4673135"/>
                  </a:lnTo>
                  <a:lnTo>
                    <a:pt x="4585917" y="4669338"/>
                  </a:lnTo>
                  <a:lnTo>
                    <a:pt x="4625171" y="4663073"/>
                  </a:lnTo>
                  <a:lnTo>
                    <a:pt x="4677555" y="4653838"/>
                  </a:lnTo>
                  <a:lnTo>
                    <a:pt x="4741768" y="4641275"/>
                  </a:lnTo>
                  <a:lnTo>
                    <a:pt x="4815445" y="4625186"/>
                  </a:lnTo>
                  <a:lnTo>
                    <a:pt x="4895612" y="4605513"/>
                  </a:lnTo>
                  <a:lnTo>
                    <a:pt x="4979168" y="4582295"/>
                  </a:lnTo>
                  <a:lnTo>
                    <a:pt x="5063289" y="4555609"/>
                  </a:lnTo>
                  <a:lnTo>
                    <a:pt x="5145685" y="4525510"/>
                  </a:lnTo>
                  <a:lnTo>
                    <a:pt x="5224710" y="4491987"/>
                  </a:lnTo>
                  <a:lnTo>
                    <a:pt x="5299343" y="4454933"/>
                  </a:lnTo>
                  <a:lnTo>
                    <a:pt x="5369101" y="4414126"/>
                  </a:lnTo>
                  <a:lnTo>
                    <a:pt x="5433919" y="4369223"/>
                  </a:lnTo>
                  <a:lnTo>
                    <a:pt x="5494040" y="4319768"/>
                  </a:lnTo>
                  <a:lnTo>
                    <a:pt x="5549909" y="4265198"/>
                  </a:lnTo>
                  <a:lnTo>
                    <a:pt x="5602094" y="4204864"/>
                  </a:lnTo>
                  <a:lnTo>
                    <a:pt x="5651224" y="4138070"/>
                  </a:lnTo>
                  <a:lnTo>
                    <a:pt x="5697945" y="4064133"/>
                  </a:lnTo>
                  <a:lnTo>
                    <a:pt x="5742875" y="3982481"/>
                  </a:lnTo>
                  <a:lnTo>
                    <a:pt x="5784835" y="3896548"/>
                  </a:lnTo>
                  <a:lnTo>
                    <a:pt x="5814954" y="3829205"/>
                  </a:lnTo>
                  <a:lnTo>
                    <a:pt x="5844815" y="3757879"/>
                  </a:lnTo>
                  <a:lnTo>
                    <a:pt x="5874543" y="3682492"/>
                  </a:lnTo>
                  <a:lnTo>
                    <a:pt x="5904241" y="3603002"/>
                  </a:lnTo>
                  <a:lnTo>
                    <a:pt x="5933992" y="3519416"/>
                  </a:lnTo>
                  <a:lnTo>
                    <a:pt x="5963862" y="3431784"/>
                  </a:lnTo>
                  <a:lnTo>
                    <a:pt x="5993902" y="3340212"/>
                  </a:lnTo>
                  <a:lnTo>
                    <a:pt x="6024146" y="3244855"/>
                  </a:lnTo>
                  <a:lnTo>
                    <a:pt x="6054614" y="3145927"/>
                  </a:lnTo>
                  <a:lnTo>
                    <a:pt x="6085314" y="3043694"/>
                  </a:lnTo>
                  <a:lnTo>
                    <a:pt x="6116240" y="2938478"/>
                  </a:lnTo>
                  <a:lnTo>
                    <a:pt x="6147376" y="2830648"/>
                  </a:lnTo>
                  <a:lnTo>
                    <a:pt x="6178698" y="2720624"/>
                  </a:lnTo>
                  <a:lnTo>
                    <a:pt x="6210170" y="2608861"/>
                  </a:lnTo>
                  <a:lnTo>
                    <a:pt x="6241754" y="2495851"/>
                  </a:lnTo>
                  <a:lnTo>
                    <a:pt x="6273404" y="2382107"/>
                  </a:lnTo>
                  <a:lnTo>
                    <a:pt x="6305073" y="2268157"/>
                  </a:lnTo>
                  <a:lnTo>
                    <a:pt x="6336712" y="2154532"/>
                  </a:lnTo>
                  <a:lnTo>
                    <a:pt x="6368274" y="2041758"/>
                  </a:lnTo>
                  <a:lnTo>
                    <a:pt x="6399716" y="1930344"/>
                  </a:lnTo>
                  <a:lnTo>
                    <a:pt x="6430999" y="1820774"/>
                  </a:lnTo>
                  <a:lnTo>
                    <a:pt x="6462090" y="1713497"/>
                  </a:lnTo>
                  <a:lnTo>
                    <a:pt x="6492966" y="1608920"/>
                  </a:lnTo>
                  <a:lnTo>
                    <a:pt x="6523613" y="1507404"/>
                  </a:lnTo>
                  <a:lnTo>
                    <a:pt x="6554030" y="1409257"/>
                  </a:lnTo>
                  <a:lnTo>
                    <a:pt x="6584226" y="1314734"/>
                  </a:lnTo>
                  <a:lnTo>
                    <a:pt x="6614224" y="1224035"/>
                  </a:lnTo>
                  <a:lnTo>
                    <a:pt x="6644063" y="1137306"/>
                  </a:lnTo>
                  <a:lnTo>
                    <a:pt x="6673796" y="1054637"/>
                  </a:lnTo>
                  <a:lnTo>
                    <a:pt x="6703492" y="976070"/>
                  </a:lnTo>
                  <a:lnTo>
                    <a:pt x="6733240" y="901600"/>
                  </a:lnTo>
                  <a:lnTo>
                    <a:pt x="6763148" y="831178"/>
                  </a:lnTo>
                  <a:lnTo>
                    <a:pt x="6786527" y="779309"/>
                  </a:lnTo>
                  <a:lnTo>
                    <a:pt x="6830252" y="689966"/>
                  </a:lnTo>
                  <a:lnTo>
                    <a:pt x="6875242" y="608630"/>
                  </a:lnTo>
                  <a:lnTo>
                    <a:pt x="6922048" y="534989"/>
                  </a:lnTo>
                  <a:lnTo>
                    <a:pt x="6971287" y="468467"/>
                  </a:lnTo>
                  <a:lnTo>
                    <a:pt x="7023607" y="408376"/>
                  </a:lnTo>
                  <a:lnTo>
                    <a:pt x="7079635" y="354022"/>
                  </a:lnTo>
                  <a:lnTo>
                    <a:pt x="7139936" y="304758"/>
                  </a:lnTo>
                  <a:lnTo>
                    <a:pt x="7204949" y="260027"/>
                  </a:lnTo>
                  <a:lnTo>
                    <a:pt x="7274904" y="219375"/>
                  </a:lnTo>
                  <a:lnTo>
                    <a:pt x="7349725" y="182465"/>
                  </a:lnTo>
                  <a:lnTo>
                    <a:pt x="7428908" y="149081"/>
                  </a:lnTo>
                  <a:lnTo>
                    <a:pt x="7511409" y="119118"/>
                  </a:lnTo>
                  <a:lnTo>
                    <a:pt x="7595555" y="92569"/>
                  </a:lnTo>
                  <a:lnTo>
                    <a:pt x="7679033" y="69491"/>
                  </a:lnTo>
                  <a:lnTo>
                    <a:pt x="7759001" y="49960"/>
                  </a:lnTo>
                  <a:lnTo>
                    <a:pt x="7832355" y="34013"/>
                  </a:lnTo>
                  <a:lnTo>
                    <a:pt x="7896135" y="21588"/>
                  </a:lnTo>
                  <a:lnTo>
                    <a:pt x="7948013" y="12480"/>
                  </a:lnTo>
                  <a:lnTo>
                    <a:pt x="7986734" y="6324"/>
                  </a:lnTo>
                  <a:lnTo>
                    <a:pt x="8012406" y="2614"/>
                  </a:lnTo>
                  <a:lnTo>
                    <a:pt x="8026562" y="748"/>
                  </a:lnTo>
                  <a:lnTo>
                    <a:pt x="8032044" y="86"/>
                  </a:lnTo>
                  <a:lnTo>
                    <a:pt x="8032819" y="0"/>
                  </a:lnTo>
                  <a:lnTo>
                    <a:pt x="8554953" y="0"/>
                  </a:lnTo>
                  <a:lnTo>
                    <a:pt x="8554953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32" name="pl232"/>
            <p:cNvSpPr/>
            <p:nvPr/>
          </p:nvSpPr>
          <p:spPr>
            <a:xfrm>
              <a:off x="386606" y="937069"/>
              <a:ext cx="8554953" cy="4675857"/>
            </a:xfrm>
            <a:custGeom>
              <a:avLst/>
              <a:pathLst>
                <a:path w="8554953" h="4675857">
                  <a:moveTo>
                    <a:pt x="8554953" y="0"/>
                  </a:moveTo>
                  <a:lnTo>
                    <a:pt x="8032819" y="0"/>
                  </a:lnTo>
                  <a:lnTo>
                    <a:pt x="8031946" y="97"/>
                  </a:lnTo>
                  <a:lnTo>
                    <a:pt x="8026186" y="795"/>
                  </a:lnTo>
                  <a:lnTo>
                    <a:pt x="8011617" y="2722"/>
                  </a:lnTo>
                  <a:lnTo>
                    <a:pt x="7985445" y="6519"/>
                  </a:lnTo>
                  <a:lnTo>
                    <a:pt x="7946191" y="12784"/>
                  </a:lnTo>
                  <a:lnTo>
                    <a:pt x="7893807" y="22019"/>
                  </a:lnTo>
                  <a:lnTo>
                    <a:pt x="7829594" y="34581"/>
                  </a:lnTo>
                  <a:lnTo>
                    <a:pt x="7755917" y="50671"/>
                  </a:lnTo>
                  <a:lnTo>
                    <a:pt x="7675750" y="70344"/>
                  </a:lnTo>
                  <a:lnTo>
                    <a:pt x="7592194" y="93562"/>
                  </a:lnTo>
                  <a:lnTo>
                    <a:pt x="7508073" y="120248"/>
                  </a:lnTo>
                  <a:lnTo>
                    <a:pt x="7425677" y="150347"/>
                  </a:lnTo>
                  <a:lnTo>
                    <a:pt x="7346652" y="183869"/>
                  </a:lnTo>
                  <a:lnTo>
                    <a:pt x="7272019" y="220923"/>
                  </a:lnTo>
                  <a:lnTo>
                    <a:pt x="7202261" y="261731"/>
                  </a:lnTo>
                  <a:lnTo>
                    <a:pt x="7137443" y="306634"/>
                  </a:lnTo>
                  <a:lnTo>
                    <a:pt x="7077321" y="356089"/>
                  </a:lnTo>
                  <a:lnTo>
                    <a:pt x="7021453" y="410659"/>
                  </a:lnTo>
                  <a:lnTo>
                    <a:pt x="6969268" y="470993"/>
                  </a:lnTo>
                  <a:lnTo>
                    <a:pt x="6920138" y="537787"/>
                  </a:lnTo>
                  <a:lnTo>
                    <a:pt x="6873417" y="611724"/>
                  </a:lnTo>
                  <a:lnTo>
                    <a:pt x="6828487" y="693376"/>
                  </a:lnTo>
                  <a:lnTo>
                    <a:pt x="6786527" y="779309"/>
                  </a:lnTo>
                  <a:lnTo>
                    <a:pt x="6756408" y="846652"/>
                  </a:lnTo>
                  <a:lnTo>
                    <a:pt x="6726547" y="917977"/>
                  </a:lnTo>
                  <a:lnTo>
                    <a:pt x="6696819" y="993365"/>
                  </a:lnTo>
                  <a:lnTo>
                    <a:pt x="6667121" y="1072854"/>
                  </a:lnTo>
                  <a:lnTo>
                    <a:pt x="6637370" y="1156441"/>
                  </a:lnTo>
                  <a:lnTo>
                    <a:pt x="6607500" y="1244072"/>
                  </a:lnTo>
                  <a:lnTo>
                    <a:pt x="6577460" y="1335645"/>
                  </a:lnTo>
                  <a:lnTo>
                    <a:pt x="6547216" y="1431001"/>
                  </a:lnTo>
                  <a:lnTo>
                    <a:pt x="6516748" y="1529930"/>
                  </a:lnTo>
                  <a:lnTo>
                    <a:pt x="6486048" y="1632162"/>
                  </a:lnTo>
                  <a:lnTo>
                    <a:pt x="6455122" y="1737379"/>
                  </a:lnTo>
                  <a:lnTo>
                    <a:pt x="6423986" y="1845208"/>
                  </a:lnTo>
                  <a:lnTo>
                    <a:pt x="6392664" y="1955233"/>
                  </a:lnTo>
                  <a:lnTo>
                    <a:pt x="6361192" y="2066995"/>
                  </a:lnTo>
                  <a:lnTo>
                    <a:pt x="6329608" y="2180005"/>
                  </a:lnTo>
                  <a:lnTo>
                    <a:pt x="6297958" y="2293750"/>
                  </a:lnTo>
                  <a:lnTo>
                    <a:pt x="6266289" y="2407700"/>
                  </a:lnTo>
                  <a:lnTo>
                    <a:pt x="6234650" y="2521325"/>
                  </a:lnTo>
                  <a:lnTo>
                    <a:pt x="6203088" y="2634099"/>
                  </a:lnTo>
                  <a:lnTo>
                    <a:pt x="6171646" y="2745512"/>
                  </a:lnTo>
                  <a:lnTo>
                    <a:pt x="6140363" y="2855082"/>
                  </a:lnTo>
                  <a:lnTo>
                    <a:pt x="6109272" y="2962359"/>
                  </a:lnTo>
                  <a:lnTo>
                    <a:pt x="6078396" y="3066936"/>
                  </a:lnTo>
                  <a:lnTo>
                    <a:pt x="6047749" y="3168453"/>
                  </a:lnTo>
                  <a:lnTo>
                    <a:pt x="6017332" y="3266600"/>
                  </a:lnTo>
                  <a:lnTo>
                    <a:pt x="5987136" y="3361122"/>
                  </a:lnTo>
                  <a:lnTo>
                    <a:pt x="5957138" y="3451821"/>
                  </a:lnTo>
                  <a:lnTo>
                    <a:pt x="5927299" y="3538551"/>
                  </a:lnTo>
                  <a:lnTo>
                    <a:pt x="5897566" y="3621220"/>
                  </a:lnTo>
                  <a:lnTo>
                    <a:pt x="5867870" y="3699786"/>
                  </a:lnTo>
                  <a:lnTo>
                    <a:pt x="5838122" y="3774256"/>
                  </a:lnTo>
                  <a:lnTo>
                    <a:pt x="5808214" y="3844679"/>
                  </a:lnTo>
                  <a:lnTo>
                    <a:pt x="5784835" y="3896548"/>
                  </a:lnTo>
                  <a:lnTo>
                    <a:pt x="5741110" y="3985891"/>
                  </a:lnTo>
                  <a:lnTo>
                    <a:pt x="5696120" y="4067227"/>
                  </a:lnTo>
                  <a:lnTo>
                    <a:pt x="5649314" y="4140867"/>
                  </a:lnTo>
                  <a:lnTo>
                    <a:pt x="5600075" y="4207390"/>
                  </a:lnTo>
                  <a:lnTo>
                    <a:pt x="5547755" y="4267480"/>
                  </a:lnTo>
                  <a:lnTo>
                    <a:pt x="5491727" y="4321835"/>
                  </a:lnTo>
                  <a:lnTo>
                    <a:pt x="5431426" y="4371098"/>
                  </a:lnTo>
                  <a:lnTo>
                    <a:pt x="5366413" y="4415829"/>
                  </a:lnTo>
                  <a:lnTo>
                    <a:pt x="5296458" y="4456482"/>
                  </a:lnTo>
                  <a:lnTo>
                    <a:pt x="5221637" y="4493391"/>
                  </a:lnTo>
                  <a:lnTo>
                    <a:pt x="5142454" y="4526776"/>
                  </a:lnTo>
                  <a:lnTo>
                    <a:pt x="5059953" y="4556739"/>
                  </a:lnTo>
                  <a:lnTo>
                    <a:pt x="4975807" y="4583288"/>
                  </a:lnTo>
                  <a:lnTo>
                    <a:pt x="4892329" y="4606366"/>
                  </a:lnTo>
                  <a:lnTo>
                    <a:pt x="4812361" y="4625896"/>
                  </a:lnTo>
                  <a:lnTo>
                    <a:pt x="4739007" y="4641843"/>
                  </a:lnTo>
                  <a:lnTo>
                    <a:pt x="4675227" y="4654268"/>
                  </a:lnTo>
                  <a:lnTo>
                    <a:pt x="4623349" y="4663377"/>
                  </a:lnTo>
                  <a:lnTo>
                    <a:pt x="4584628" y="4669533"/>
                  </a:lnTo>
                  <a:lnTo>
                    <a:pt x="4558956" y="4673243"/>
                  </a:lnTo>
                  <a:lnTo>
                    <a:pt x="4544800" y="4675109"/>
                  </a:lnTo>
                  <a:lnTo>
                    <a:pt x="4539318" y="4675771"/>
                  </a:lnTo>
                  <a:lnTo>
                    <a:pt x="4538543" y="4675857"/>
                  </a:lnTo>
                  <a:lnTo>
                    <a:pt x="4016409" y="4675857"/>
                  </a:lnTo>
                  <a:lnTo>
                    <a:pt x="4015236" y="4675786"/>
                  </a:lnTo>
                  <a:lnTo>
                    <a:pt x="4007554" y="4675276"/>
                  </a:lnTo>
                  <a:lnTo>
                    <a:pt x="3988296" y="4673865"/>
                  </a:lnTo>
                  <a:lnTo>
                    <a:pt x="3954141" y="4671094"/>
                  </a:lnTo>
                  <a:lnTo>
                    <a:pt x="3903801" y="4666546"/>
                  </a:lnTo>
                  <a:lnTo>
                    <a:pt x="3838097" y="4659905"/>
                  </a:lnTo>
                  <a:lnTo>
                    <a:pt x="3759668" y="4650977"/>
                  </a:lnTo>
                  <a:lnTo>
                    <a:pt x="3672320" y="4639689"/>
                  </a:lnTo>
                  <a:lnTo>
                    <a:pt x="3580240" y="4626057"/>
                  </a:lnTo>
                  <a:lnTo>
                    <a:pt x="3487290" y="4610135"/>
                  </a:lnTo>
                  <a:lnTo>
                    <a:pt x="3396557" y="4591963"/>
                  </a:lnTo>
                  <a:lnTo>
                    <a:pt x="3310173" y="4571525"/>
                  </a:lnTo>
                  <a:lnTo>
                    <a:pt x="3229356" y="4548726"/>
                  </a:lnTo>
                  <a:lnTo>
                    <a:pt x="3154567" y="4523376"/>
                  </a:lnTo>
                  <a:lnTo>
                    <a:pt x="3085704" y="4495191"/>
                  </a:lnTo>
                  <a:lnTo>
                    <a:pt x="3022284" y="4463796"/>
                  </a:lnTo>
                  <a:lnTo>
                    <a:pt x="2963594" y="4428739"/>
                  </a:lnTo>
                  <a:lnTo>
                    <a:pt x="2908800" y="4389520"/>
                  </a:lnTo>
                  <a:lnTo>
                    <a:pt x="2857031" y="4345637"/>
                  </a:lnTo>
                  <a:lnTo>
                    <a:pt x="2807453" y="4296670"/>
                  </a:lnTo>
                  <a:lnTo>
                    <a:pt x="2770117" y="4255143"/>
                  </a:lnTo>
                  <a:lnTo>
                    <a:pt x="2731228" y="4207730"/>
                  </a:lnTo>
                  <a:lnTo>
                    <a:pt x="2692707" y="4156700"/>
                  </a:lnTo>
                  <a:lnTo>
                    <a:pt x="2654305" y="4101980"/>
                  </a:lnTo>
                  <a:lnTo>
                    <a:pt x="2615832" y="4043562"/>
                  </a:lnTo>
                  <a:lnTo>
                    <a:pt x="2577143" y="3981508"/>
                  </a:lnTo>
                  <a:lnTo>
                    <a:pt x="2538143" y="3915960"/>
                  </a:lnTo>
                  <a:lnTo>
                    <a:pt x="2498776" y="3847140"/>
                  </a:lnTo>
                  <a:lnTo>
                    <a:pt x="2459022" y="3775354"/>
                  </a:lnTo>
                  <a:lnTo>
                    <a:pt x="2418898" y="3700987"/>
                  </a:lnTo>
                  <a:lnTo>
                    <a:pt x="2378449" y="3624500"/>
                  </a:lnTo>
                  <a:lnTo>
                    <a:pt x="2337743" y="3546416"/>
                  </a:lnTo>
                  <a:lnTo>
                    <a:pt x="2296868" y="3467309"/>
                  </a:lnTo>
                  <a:lnTo>
                    <a:pt x="2255923" y="3387785"/>
                  </a:lnTo>
                  <a:lnTo>
                    <a:pt x="2215012" y="3308463"/>
                  </a:lnTo>
                  <a:lnTo>
                    <a:pt x="2174237" y="3229956"/>
                  </a:lnTo>
                  <a:lnTo>
                    <a:pt x="2133690" y="3152850"/>
                  </a:lnTo>
                  <a:lnTo>
                    <a:pt x="2093446" y="3077690"/>
                  </a:lnTo>
                  <a:lnTo>
                    <a:pt x="2053560" y="3004958"/>
                  </a:lnTo>
                  <a:lnTo>
                    <a:pt x="2014059" y="2935066"/>
                  </a:lnTo>
                  <a:lnTo>
                    <a:pt x="1974935" y="2868350"/>
                  </a:lnTo>
                  <a:lnTo>
                    <a:pt x="1936147" y="2805060"/>
                  </a:lnTo>
                  <a:lnTo>
                    <a:pt x="1897612" y="2745365"/>
                  </a:lnTo>
                  <a:lnTo>
                    <a:pt x="1859205" y="2689355"/>
                  </a:lnTo>
                  <a:lnTo>
                    <a:pt x="1820751" y="2637046"/>
                  </a:lnTo>
                  <a:lnTo>
                    <a:pt x="1782021" y="2588386"/>
                  </a:lnTo>
                  <a:lnTo>
                    <a:pt x="1768425" y="2572286"/>
                  </a:lnTo>
                  <a:lnTo>
                    <a:pt x="1720034" y="2519230"/>
                  </a:lnTo>
                  <a:lnTo>
                    <a:pt x="1670030" y="2471440"/>
                  </a:lnTo>
                  <a:lnTo>
                    <a:pt x="1617653" y="2428653"/>
                  </a:lnTo>
                  <a:lnTo>
                    <a:pt x="1562054" y="2390420"/>
                  </a:lnTo>
                  <a:lnTo>
                    <a:pt x="1502365" y="2356233"/>
                  </a:lnTo>
                  <a:lnTo>
                    <a:pt x="1437771" y="2325600"/>
                  </a:lnTo>
                  <a:lnTo>
                    <a:pt x="1367599" y="2298086"/>
                  </a:lnTo>
                  <a:lnTo>
                    <a:pt x="1291440" y="2273335"/>
                  </a:lnTo>
                  <a:lnTo>
                    <a:pt x="1209300" y="2251082"/>
                  </a:lnTo>
                  <a:lnTo>
                    <a:pt x="1121796" y="2231162"/>
                  </a:lnTo>
                  <a:lnTo>
                    <a:pt x="1030340" y="2213497"/>
                  </a:lnTo>
                  <a:lnTo>
                    <a:pt x="937285" y="2198088"/>
                  </a:lnTo>
                  <a:lnTo>
                    <a:pt x="845916" y="2184982"/>
                  </a:lnTo>
                  <a:lnTo>
                    <a:pt x="760219" y="2174228"/>
                  </a:lnTo>
                  <a:lnTo>
                    <a:pt x="684362" y="2165827"/>
                  </a:lnTo>
                  <a:lnTo>
                    <a:pt x="621957" y="2159681"/>
                  </a:lnTo>
                  <a:lnTo>
                    <a:pt x="575277" y="2155567"/>
                  </a:lnTo>
                  <a:lnTo>
                    <a:pt x="544679" y="2153142"/>
                  </a:lnTo>
                  <a:lnTo>
                    <a:pt x="528395" y="2151976"/>
                  </a:lnTo>
                  <a:lnTo>
                    <a:pt x="522684" y="2151605"/>
                  </a:lnTo>
                  <a:lnTo>
                    <a:pt x="522133" y="2151572"/>
                  </a:lnTo>
                  <a:lnTo>
                    <a:pt x="0" y="2151572"/>
                  </a:lnTo>
                  <a:lnTo>
                    <a:pt x="0" y="2151572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33" name="pg233"/>
            <p:cNvSpPr/>
            <p:nvPr/>
          </p:nvSpPr>
          <p:spPr>
            <a:xfrm>
              <a:off x="386606" y="1219428"/>
              <a:ext cx="8554953" cy="4416087"/>
            </a:xfrm>
            <a:custGeom>
              <a:avLst/>
              <a:pathLst>
                <a:path w="8554953" h="4416087">
                  <a:moveTo>
                    <a:pt x="0" y="1886155"/>
                  </a:moveTo>
                  <a:lnTo>
                    <a:pt x="522133" y="1886155"/>
                  </a:lnTo>
                  <a:lnTo>
                    <a:pt x="523306" y="1886226"/>
                  </a:lnTo>
                  <a:lnTo>
                    <a:pt x="530985" y="1886737"/>
                  </a:lnTo>
                  <a:lnTo>
                    <a:pt x="550238" y="1888150"/>
                  </a:lnTo>
                  <a:lnTo>
                    <a:pt x="584381" y="1890927"/>
                  </a:lnTo>
                  <a:lnTo>
                    <a:pt x="634708" y="1895483"/>
                  </a:lnTo>
                  <a:lnTo>
                    <a:pt x="700395" y="1902137"/>
                  </a:lnTo>
                  <a:lnTo>
                    <a:pt x="778808" y="1911082"/>
                  </a:lnTo>
                  <a:lnTo>
                    <a:pt x="866140" y="1922392"/>
                  </a:lnTo>
                  <a:lnTo>
                    <a:pt x="958207" y="1936051"/>
                  </a:lnTo>
                  <a:lnTo>
                    <a:pt x="1051146" y="1952004"/>
                  </a:lnTo>
                  <a:lnTo>
                    <a:pt x="1141873" y="1970212"/>
                  </a:lnTo>
                  <a:lnTo>
                    <a:pt x="1228254" y="1990690"/>
                  </a:lnTo>
                  <a:lnTo>
                    <a:pt x="1309070" y="2013534"/>
                  </a:lnTo>
                  <a:lnTo>
                    <a:pt x="1383860" y="2038934"/>
                  </a:lnTo>
                  <a:lnTo>
                    <a:pt x="1452725" y="2067173"/>
                  </a:lnTo>
                  <a:lnTo>
                    <a:pt x="1516147" y="2098629"/>
                  </a:lnTo>
                  <a:lnTo>
                    <a:pt x="1574838" y="2133753"/>
                  </a:lnTo>
                  <a:lnTo>
                    <a:pt x="1629633" y="2173046"/>
                  </a:lnTo>
                  <a:lnTo>
                    <a:pt x="1681401" y="2217012"/>
                  </a:lnTo>
                  <a:lnTo>
                    <a:pt x="1730977" y="2266072"/>
                  </a:lnTo>
                  <a:lnTo>
                    <a:pt x="1768425" y="2307810"/>
                  </a:lnTo>
                  <a:lnTo>
                    <a:pt x="1807283" y="2355288"/>
                  </a:lnTo>
                  <a:lnTo>
                    <a:pt x="1845772" y="2406386"/>
                  </a:lnTo>
                  <a:lnTo>
                    <a:pt x="1884142" y="2461175"/>
                  </a:lnTo>
                  <a:lnTo>
                    <a:pt x="1922583" y="2519665"/>
                  </a:lnTo>
                  <a:lnTo>
                    <a:pt x="1961239" y="2581793"/>
                  </a:lnTo>
                  <a:lnTo>
                    <a:pt x="2000205" y="2647418"/>
                  </a:lnTo>
                  <a:lnTo>
                    <a:pt x="2039538" y="2716319"/>
                  </a:lnTo>
                  <a:lnTo>
                    <a:pt x="2079256" y="2788189"/>
                  </a:lnTo>
                  <a:lnTo>
                    <a:pt x="2119345" y="2862644"/>
                  </a:lnTo>
                  <a:lnTo>
                    <a:pt x="2159758" y="2939224"/>
                  </a:lnTo>
                  <a:lnTo>
                    <a:pt x="2200429" y="3017407"/>
                  </a:lnTo>
                  <a:lnTo>
                    <a:pt x="2241269" y="3096618"/>
                  </a:lnTo>
                  <a:lnTo>
                    <a:pt x="2282180" y="3176254"/>
                  </a:lnTo>
                  <a:lnTo>
                    <a:pt x="2323058" y="3255693"/>
                  </a:lnTo>
                  <a:lnTo>
                    <a:pt x="2363802" y="3334324"/>
                  </a:lnTo>
                  <a:lnTo>
                    <a:pt x="2404319" y="3411560"/>
                  </a:lnTo>
                  <a:lnTo>
                    <a:pt x="2444534" y="3486856"/>
                  </a:lnTo>
                  <a:lnTo>
                    <a:pt x="2484392" y="3559729"/>
                  </a:lnTo>
                  <a:lnTo>
                    <a:pt x="2523867" y="3629765"/>
                  </a:lnTo>
                  <a:lnTo>
                    <a:pt x="2562964" y="3696629"/>
                  </a:lnTo>
                  <a:lnTo>
                    <a:pt x="2601726" y="3760069"/>
                  </a:lnTo>
                  <a:lnTo>
                    <a:pt x="2640232" y="3819912"/>
                  </a:lnTo>
                  <a:lnTo>
                    <a:pt x="2678608" y="3876070"/>
                  </a:lnTo>
                  <a:lnTo>
                    <a:pt x="2717028" y="3928524"/>
                  </a:lnTo>
                  <a:lnTo>
                    <a:pt x="2755717" y="3977326"/>
                  </a:lnTo>
                  <a:lnTo>
                    <a:pt x="2770117" y="3994432"/>
                  </a:lnTo>
                  <a:lnTo>
                    <a:pt x="2818503" y="4047600"/>
                  </a:lnTo>
                  <a:lnTo>
                    <a:pt x="2868501" y="4095493"/>
                  </a:lnTo>
                  <a:lnTo>
                    <a:pt x="2920871" y="4138372"/>
                  </a:lnTo>
                  <a:lnTo>
                    <a:pt x="2976462" y="4176688"/>
                  </a:lnTo>
                  <a:lnTo>
                    <a:pt x="3036142" y="4210949"/>
                  </a:lnTo>
                  <a:lnTo>
                    <a:pt x="3100725" y="4241649"/>
                  </a:lnTo>
                  <a:lnTo>
                    <a:pt x="3170884" y="4269224"/>
                  </a:lnTo>
                  <a:lnTo>
                    <a:pt x="3247030" y="4294031"/>
                  </a:lnTo>
                  <a:lnTo>
                    <a:pt x="3329154" y="4316332"/>
                  </a:lnTo>
                  <a:lnTo>
                    <a:pt x="3416644" y="4336298"/>
                  </a:lnTo>
                  <a:lnTo>
                    <a:pt x="3508085" y="4354003"/>
                  </a:lnTo>
                  <a:lnTo>
                    <a:pt x="3601130" y="4369447"/>
                  </a:lnTo>
                  <a:lnTo>
                    <a:pt x="3692493" y="4382585"/>
                  </a:lnTo>
                  <a:lnTo>
                    <a:pt x="3778193" y="4393365"/>
                  </a:lnTo>
                  <a:lnTo>
                    <a:pt x="3854061" y="4401788"/>
                  </a:lnTo>
                  <a:lnTo>
                    <a:pt x="3916485" y="4407951"/>
                  </a:lnTo>
                  <a:lnTo>
                    <a:pt x="3963190" y="4412077"/>
                  </a:lnTo>
                  <a:lnTo>
                    <a:pt x="3993816" y="4414510"/>
                  </a:lnTo>
                  <a:lnTo>
                    <a:pt x="4010125" y="4415681"/>
                  </a:lnTo>
                  <a:lnTo>
                    <a:pt x="4015853" y="4416054"/>
                  </a:lnTo>
                  <a:lnTo>
                    <a:pt x="4016409" y="4416087"/>
                  </a:lnTo>
                  <a:lnTo>
                    <a:pt x="4538543" y="4416087"/>
                  </a:lnTo>
                  <a:lnTo>
                    <a:pt x="4539436" y="4415993"/>
                  </a:lnTo>
                  <a:lnTo>
                    <a:pt x="4545322" y="4415320"/>
                  </a:lnTo>
                  <a:lnTo>
                    <a:pt x="4560202" y="4413460"/>
                  </a:lnTo>
                  <a:lnTo>
                    <a:pt x="4586908" y="4409796"/>
                  </a:lnTo>
                  <a:lnTo>
                    <a:pt x="4626916" y="4403753"/>
                  </a:lnTo>
                  <a:lnTo>
                    <a:pt x="4680226" y="4394851"/>
                  </a:lnTo>
                  <a:lnTo>
                    <a:pt x="4745453" y="4382750"/>
                  </a:lnTo>
                  <a:lnTo>
                    <a:pt x="4820139" y="4367266"/>
                  </a:lnTo>
                  <a:lnTo>
                    <a:pt x="4901223" y="4348351"/>
                  </a:lnTo>
                  <a:lnTo>
                    <a:pt x="4985539" y="4326047"/>
                  </a:lnTo>
                  <a:lnTo>
                    <a:pt x="5070232" y="4300426"/>
                  </a:lnTo>
                  <a:lnTo>
                    <a:pt x="5153011" y="4271540"/>
                  </a:lnTo>
                  <a:lnTo>
                    <a:pt x="5232250" y="4239370"/>
                  </a:lnTo>
                  <a:lnTo>
                    <a:pt x="5306960" y="4203803"/>
                  </a:lnTo>
                  <a:lnTo>
                    <a:pt x="5376695" y="4164612"/>
                  </a:lnTo>
                  <a:lnTo>
                    <a:pt x="5441432" y="4121455"/>
                  </a:lnTo>
                  <a:lnTo>
                    <a:pt x="5501446" y="4073879"/>
                  </a:lnTo>
                  <a:lnTo>
                    <a:pt x="5557212" y="4021329"/>
                  </a:lnTo>
                  <a:lnTo>
                    <a:pt x="5609322" y="3963172"/>
                  </a:lnTo>
                  <a:lnTo>
                    <a:pt x="5658426" y="3898732"/>
                  </a:lnTo>
                  <a:lnTo>
                    <a:pt x="5705181" y="3827359"/>
                  </a:lnTo>
                  <a:lnTo>
                    <a:pt x="5750212" y="3748532"/>
                  </a:lnTo>
                  <a:lnTo>
                    <a:pt x="5784835" y="3681014"/>
                  </a:lnTo>
                  <a:lnTo>
                    <a:pt x="5815754" y="3615747"/>
                  </a:lnTo>
                  <a:lnTo>
                    <a:pt x="5846404" y="3546519"/>
                  </a:lnTo>
                  <a:lnTo>
                    <a:pt x="5876920" y="3473249"/>
                  </a:lnTo>
                  <a:lnTo>
                    <a:pt x="5907412" y="3395900"/>
                  </a:lnTo>
                  <a:lnTo>
                    <a:pt x="5937969" y="3314480"/>
                  </a:lnTo>
                  <a:lnTo>
                    <a:pt x="5968659" y="3229050"/>
                  </a:lnTo>
                  <a:lnTo>
                    <a:pt x="5999535" y="3139723"/>
                  </a:lnTo>
                  <a:lnTo>
                    <a:pt x="6030631" y="3046669"/>
                  </a:lnTo>
                  <a:lnTo>
                    <a:pt x="6061966" y="2950116"/>
                  </a:lnTo>
                  <a:lnTo>
                    <a:pt x="6093545" y="2850350"/>
                  </a:lnTo>
                  <a:lnTo>
                    <a:pt x="6125359" y="2747711"/>
                  </a:lnTo>
                  <a:lnTo>
                    <a:pt x="6157387" y="2642592"/>
                  </a:lnTo>
                  <a:lnTo>
                    <a:pt x="6189600" y="2535433"/>
                  </a:lnTo>
                  <a:lnTo>
                    <a:pt x="6221959" y="2426711"/>
                  </a:lnTo>
                  <a:lnTo>
                    <a:pt x="6254417" y="2316937"/>
                  </a:lnTo>
                  <a:lnTo>
                    <a:pt x="6286925" y="2206643"/>
                  </a:lnTo>
                  <a:lnTo>
                    <a:pt x="6319432" y="2096369"/>
                  </a:lnTo>
                  <a:lnTo>
                    <a:pt x="6351884" y="1986657"/>
                  </a:lnTo>
                  <a:lnTo>
                    <a:pt x="6384233" y="1878037"/>
                  </a:lnTo>
                  <a:lnTo>
                    <a:pt x="6416433" y="1771017"/>
                  </a:lnTo>
                  <a:lnTo>
                    <a:pt x="6448446" y="1666073"/>
                  </a:lnTo>
                  <a:lnTo>
                    <a:pt x="6480243" y="1563641"/>
                  </a:lnTo>
                  <a:lnTo>
                    <a:pt x="6511803" y="1464110"/>
                  </a:lnTo>
                  <a:lnTo>
                    <a:pt x="6543119" y="1367815"/>
                  </a:lnTo>
                  <a:lnTo>
                    <a:pt x="6574197" y="1275040"/>
                  </a:lnTo>
                  <a:lnTo>
                    <a:pt x="6605058" y="1186006"/>
                  </a:lnTo>
                  <a:lnTo>
                    <a:pt x="6635736" y="1100879"/>
                  </a:lnTo>
                  <a:lnTo>
                    <a:pt x="6666285" y="1019769"/>
                  </a:lnTo>
                  <a:lnTo>
                    <a:pt x="6696775" y="942733"/>
                  </a:lnTo>
                  <a:lnTo>
                    <a:pt x="6727298" y="869774"/>
                  </a:lnTo>
                  <a:lnTo>
                    <a:pt x="6757964" y="800852"/>
                  </a:lnTo>
                  <a:lnTo>
                    <a:pt x="6786527" y="740720"/>
                  </a:lnTo>
                  <a:lnTo>
                    <a:pt x="6830587" y="655840"/>
                  </a:lnTo>
                  <a:lnTo>
                    <a:pt x="6875935" y="578626"/>
                  </a:lnTo>
                  <a:lnTo>
                    <a:pt x="6923135" y="508774"/>
                  </a:lnTo>
                  <a:lnTo>
                    <a:pt x="6972821" y="445723"/>
                  </a:lnTo>
                  <a:lnTo>
                    <a:pt x="7025653" y="388811"/>
                  </a:lnTo>
                  <a:lnTo>
                    <a:pt x="7082273" y="337367"/>
                  </a:lnTo>
                  <a:lnTo>
                    <a:pt x="7143255" y="290771"/>
                  </a:lnTo>
                  <a:lnTo>
                    <a:pt x="7209038" y="248490"/>
                  </a:lnTo>
                  <a:lnTo>
                    <a:pt x="7279843" y="210093"/>
                  </a:lnTo>
                  <a:lnTo>
                    <a:pt x="7355567" y="175261"/>
                  </a:lnTo>
                  <a:lnTo>
                    <a:pt x="7435660" y="143794"/>
                  </a:lnTo>
                  <a:lnTo>
                    <a:pt x="7519004" y="115599"/>
                  </a:lnTo>
                  <a:lnTo>
                    <a:pt x="7603830" y="90676"/>
                  </a:lnTo>
                  <a:lnTo>
                    <a:pt x="7687714" y="69085"/>
                  </a:lnTo>
                  <a:lnTo>
                    <a:pt x="7767709" y="50896"/>
                  </a:lnTo>
                  <a:lnTo>
                    <a:pt x="7840631" y="36138"/>
                  </a:lnTo>
                  <a:lnTo>
                    <a:pt x="7903506" y="24737"/>
                  </a:lnTo>
                  <a:lnTo>
                    <a:pt x="7954067" y="16474"/>
                  </a:lnTo>
                  <a:lnTo>
                    <a:pt x="7991203" y="10980"/>
                  </a:lnTo>
                  <a:lnTo>
                    <a:pt x="8015229" y="7749"/>
                  </a:lnTo>
                  <a:lnTo>
                    <a:pt x="8027922" y="6193"/>
                  </a:lnTo>
                  <a:lnTo>
                    <a:pt x="8032377" y="5693"/>
                  </a:lnTo>
                  <a:lnTo>
                    <a:pt x="8032819" y="5647"/>
                  </a:lnTo>
                  <a:lnTo>
                    <a:pt x="8554953" y="5647"/>
                  </a:lnTo>
                  <a:lnTo>
                    <a:pt x="8554953" y="0"/>
                  </a:lnTo>
                  <a:lnTo>
                    <a:pt x="8032819" y="0"/>
                  </a:lnTo>
                  <a:lnTo>
                    <a:pt x="8031926" y="94"/>
                  </a:lnTo>
                  <a:lnTo>
                    <a:pt x="8026040" y="767"/>
                  </a:lnTo>
                  <a:lnTo>
                    <a:pt x="8011160" y="2627"/>
                  </a:lnTo>
                  <a:lnTo>
                    <a:pt x="7984453" y="6291"/>
                  </a:lnTo>
                  <a:lnTo>
                    <a:pt x="7944446" y="12334"/>
                  </a:lnTo>
                  <a:lnTo>
                    <a:pt x="7891136" y="21236"/>
                  </a:lnTo>
                  <a:lnTo>
                    <a:pt x="7825909" y="33337"/>
                  </a:lnTo>
                  <a:lnTo>
                    <a:pt x="7751222" y="48821"/>
                  </a:lnTo>
                  <a:lnTo>
                    <a:pt x="7670139" y="67736"/>
                  </a:lnTo>
                  <a:lnTo>
                    <a:pt x="7585823" y="90040"/>
                  </a:lnTo>
                  <a:lnTo>
                    <a:pt x="7501130" y="115660"/>
                  </a:lnTo>
                  <a:lnTo>
                    <a:pt x="7418351" y="144547"/>
                  </a:lnTo>
                  <a:lnTo>
                    <a:pt x="7339112" y="176716"/>
                  </a:lnTo>
                  <a:lnTo>
                    <a:pt x="7264402" y="212284"/>
                  </a:lnTo>
                  <a:lnTo>
                    <a:pt x="7194667" y="251475"/>
                  </a:lnTo>
                  <a:lnTo>
                    <a:pt x="7129930" y="294631"/>
                  </a:lnTo>
                  <a:lnTo>
                    <a:pt x="7069916" y="342207"/>
                  </a:lnTo>
                  <a:lnTo>
                    <a:pt x="7014150" y="394757"/>
                  </a:lnTo>
                  <a:lnTo>
                    <a:pt x="6962040" y="452915"/>
                  </a:lnTo>
                  <a:lnTo>
                    <a:pt x="6912936" y="517355"/>
                  </a:lnTo>
                  <a:lnTo>
                    <a:pt x="6866181" y="588728"/>
                  </a:lnTo>
                  <a:lnTo>
                    <a:pt x="6821150" y="667555"/>
                  </a:lnTo>
                  <a:lnTo>
                    <a:pt x="6786527" y="735073"/>
                  </a:lnTo>
                  <a:lnTo>
                    <a:pt x="6755608" y="800339"/>
                  </a:lnTo>
                  <a:lnTo>
                    <a:pt x="6724958" y="869568"/>
                  </a:lnTo>
                  <a:lnTo>
                    <a:pt x="6694442" y="942838"/>
                  </a:lnTo>
                  <a:lnTo>
                    <a:pt x="6663950" y="1020187"/>
                  </a:lnTo>
                  <a:lnTo>
                    <a:pt x="6633393" y="1101607"/>
                  </a:lnTo>
                  <a:lnTo>
                    <a:pt x="6602703" y="1187037"/>
                  </a:lnTo>
                  <a:lnTo>
                    <a:pt x="6571827" y="1276364"/>
                  </a:lnTo>
                  <a:lnTo>
                    <a:pt x="6540731" y="1369418"/>
                  </a:lnTo>
                  <a:lnTo>
                    <a:pt x="6509396" y="1465971"/>
                  </a:lnTo>
                  <a:lnTo>
                    <a:pt x="6477817" y="1565737"/>
                  </a:lnTo>
                  <a:lnTo>
                    <a:pt x="6446003" y="1668376"/>
                  </a:lnTo>
                  <a:lnTo>
                    <a:pt x="6413975" y="1773495"/>
                  </a:lnTo>
                  <a:lnTo>
                    <a:pt x="6381762" y="1880654"/>
                  </a:lnTo>
                  <a:lnTo>
                    <a:pt x="6349403" y="1989376"/>
                  </a:lnTo>
                  <a:lnTo>
                    <a:pt x="6316945" y="2099150"/>
                  </a:lnTo>
                  <a:lnTo>
                    <a:pt x="6284437" y="2209444"/>
                  </a:lnTo>
                  <a:lnTo>
                    <a:pt x="6251930" y="2319718"/>
                  </a:lnTo>
                  <a:lnTo>
                    <a:pt x="6219478" y="2429430"/>
                  </a:lnTo>
                  <a:lnTo>
                    <a:pt x="6187129" y="2538049"/>
                  </a:lnTo>
                  <a:lnTo>
                    <a:pt x="6154929" y="2645069"/>
                  </a:lnTo>
                  <a:lnTo>
                    <a:pt x="6122915" y="2750013"/>
                  </a:lnTo>
                  <a:lnTo>
                    <a:pt x="6091119" y="2852446"/>
                  </a:lnTo>
                  <a:lnTo>
                    <a:pt x="6059559" y="2951977"/>
                  </a:lnTo>
                  <a:lnTo>
                    <a:pt x="6028243" y="3048271"/>
                  </a:lnTo>
                  <a:lnTo>
                    <a:pt x="5997164" y="3141047"/>
                  </a:lnTo>
                  <a:lnTo>
                    <a:pt x="5966304" y="3230081"/>
                  </a:lnTo>
                  <a:lnTo>
                    <a:pt x="5935626" y="3315208"/>
                  </a:lnTo>
                  <a:lnTo>
                    <a:pt x="5905077" y="3396317"/>
                  </a:lnTo>
                  <a:lnTo>
                    <a:pt x="5874587" y="3473354"/>
                  </a:lnTo>
                  <a:lnTo>
                    <a:pt x="5844064" y="3546313"/>
                  </a:lnTo>
                  <a:lnTo>
                    <a:pt x="5813398" y="3615235"/>
                  </a:lnTo>
                  <a:lnTo>
                    <a:pt x="5784835" y="3675367"/>
                  </a:lnTo>
                  <a:lnTo>
                    <a:pt x="5740775" y="3760247"/>
                  </a:lnTo>
                  <a:lnTo>
                    <a:pt x="5695427" y="3837461"/>
                  </a:lnTo>
                  <a:lnTo>
                    <a:pt x="5648227" y="3907313"/>
                  </a:lnTo>
                  <a:lnTo>
                    <a:pt x="5598541" y="3970364"/>
                  </a:lnTo>
                  <a:lnTo>
                    <a:pt x="5545709" y="4027276"/>
                  </a:lnTo>
                  <a:lnTo>
                    <a:pt x="5489089" y="4078720"/>
                  </a:lnTo>
                  <a:lnTo>
                    <a:pt x="5428107" y="4125315"/>
                  </a:lnTo>
                  <a:lnTo>
                    <a:pt x="5362324" y="4167597"/>
                  </a:lnTo>
                  <a:lnTo>
                    <a:pt x="5291519" y="4205994"/>
                  </a:lnTo>
                  <a:lnTo>
                    <a:pt x="5215795" y="4240826"/>
                  </a:lnTo>
                  <a:lnTo>
                    <a:pt x="5135702" y="4272293"/>
                  </a:lnTo>
                  <a:lnTo>
                    <a:pt x="5052358" y="4300488"/>
                  </a:lnTo>
                  <a:lnTo>
                    <a:pt x="4967532" y="4325411"/>
                  </a:lnTo>
                  <a:lnTo>
                    <a:pt x="4883648" y="4347002"/>
                  </a:lnTo>
                  <a:lnTo>
                    <a:pt x="4803653" y="4365190"/>
                  </a:lnTo>
                  <a:lnTo>
                    <a:pt x="4730730" y="4379948"/>
                  </a:lnTo>
                  <a:lnTo>
                    <a:pt x="4667856" y="4391350"/>
                  </a:lnTo>
                  <a:lnTo>
                    <a:pt x="4617295" y="4399612"/>
                  </a:lnTo>
                  <a:lnTo>
                    <a:pt x="4580159" y="4405107"/>
                  </a:lnTo>
                  <a:lnTo>
                    <a:pt x="4556133" y="4408337"/>
                  </a:lnTo>
                  <a:lnTo>
                    <a:pt x="4543440" y="4409894"/>
                  </a:lnTo>
                  <a:lnTo>
                    <a:pt x="4538985" y="4410394"/>
                  </a:lnTo>
                  <a:lnTo>
                    <a:pt x="4538543" y="4410440"/>
                  </a:lnTo>
                  <a:lnTo>
                    <a:pt x="4016409" y="4410440"/>
                  </a:lnTo>
                  <a:lnTo>
                    <a:pt x="4015237" y="4410369"/>
                  </a:lnTo>
                  <a:lnTo>
                    <a:pt x="4007557" y="4409858"/>
                  </a:lnTo>
                  <a:lnTo>
                    <a:pt x="3988305" y="4408445"/>
                  </a:lnTo>
                  <a:lnTo>
                    <a:pt x="3954161" y="4405668"/>
                  </a:lnTo>
                  <a:lnTo>
                    <a:pt x="3903835" y="4401112"/>
                  </a:lnTo>
                  <a:lnTo>
                    <a:pt x="3838147" y="4394458"/>
                  </a:lnTo>
                  <a:lnTo>
                    <a:pt x="3759735" y="4385512"/>
                  </a:lnTo>
                  <a:lnTo>
                    <a:pt x="3672402" y="4374202"/>
                  </a:lnTo>
                  <a:lnTo>
                    <a:pt x="3580336" y="4360544"/>
                  </a:lnTo>
                  <a:lnTo>
                    <a:pt x="3487396" y="4344591"/>
                  </a:lnTo>
                  <a:lnTo>
                    <a:pt x="3396669" y="4326383"/>
                  </a:lnTo>
                  <a:lnTo>
                    <a:pt x="3310288" y="4305905"/>
                  </a:lnTo>
                  <a:lnTo>
                    <a:pt x="3229472" y="4283060"/>
                  </a:lnTo>
                  <a:lnTo>
                    <a:pt x="3154682" y="4257661"/>
                  </a:lnTo>
                  <a:lnTo>
                    <a:pt x="3085817" y="4229421"/>
                  </a:lnTo>
                  <a:lnTo>
                    <a:pt x="3022396" y="4197966"/>
                  </a:lnTo>
                  <a:lnTo>
                    <a:pt x="2963704" y="4162842"/>
                  </a:lnTo>
                  <a:lnTo>
                    <a:pt x="2908909" y="4123548"/>
                  </a:lnTo>
                  <a:lnTo>
                    <a:pt x="2857141" y="4079583"/>
                  </a:lnTo>
                  <a:lnTo>
                    <a:pt x="2807565" y="4030523"/>
                  </a:lnTo>
                  <a:lnTo>
                    <a:pt x="2770117" y="3988785"/>
                  </a:lnTo>
                  <a:lnTo>
                    <a:pt x="2731260" y="3941306"/>
                  </a:lnTo>
                  <a:lnTo>
                    <a:pt x="2692770" y="3890209"/>
                  </a:lnTo>
                  <a:lnTo>
                    <a:pt x="2654400" y="3835420"/>
                  </a:lnTo>
                  <a:lnTo>
                    <a:pt x="2615959" y="3776930"/>
                  </a:lnTo>
                  <a:lnTo>
                    <a:pt x="2577303" y="3714802"/>
                  </a:lnTo>
                  <a:lnTo>
                    <a:pt x="2538337" y="3649177"/>
                  </a:lnTo>
                  <a:lnTo>
                    <a:pt x="2499004" y="3580276"/>
                  </a:lnTo>
                  <a:lnTo>
                    <a:pt x="2459286" y="3508406"/>
                  </a:lnTo>
                  <a:lnTo>
                    <a:pt x="2419198" y="3433951"/>
                  </a:lnTo>
                  <a:lnTo>
                    <a:pt x="2378784" y="3357371"/>
                  </a:lnTo>
                  <a:lnTo>
                    <a:pt x="2338114" y="3279188"/>
                  </a:lnTo>
                  <a:lnTo>
                    <a:pt x="2297274" y="3199976"/>
                  </a:lnTo>
                  <a:lnTo>
                    <a:pt x="2256363" y="3120341"/>
                  </a:lnTo>
                  <a:lnTo>
                    <a:pt x="2215484" y="3040901"/>
                  </a:lnTo>
                  <a:lnTo>
                    <a:pt x="2174740" y="2962270"/>
                  </a:lnTo>
                  <a:lnTo>
                    <a:pt x="2134223" y="2885035"/>
                  </a:lnTo>
                  <a:lnTo>
                    <a:pt x="2094008" y="2809739"/>
                  </a:lnTo>
                  <a:lnTo>
                    <a:pt x="2054150" y="2736865"/>
                  </a:lnTo>
                  <a:lnTo>
                    <a:pt x="2014675" y="2666829"/>
                  </a:lnTo>
                  <a:lnTo>
                    <a:pt x="1975578" y="2599965"/>
                  </a:lnTo>
                  <a:lnTo>
                    <a:pt x="1936817" y="2536526"/>
                  </a:lnTo>
                  <a:lnTo>
                    <a:pt x="1898310" y="2476682"/>
                  </a:lnTo>
                  <a:lnTo>
                    <a:pt x="1859934" y="2420525"/>
                  </a:lnTo>
                  <a:lnTo>
                    <a:pt x="1821514" y="2368070"/>
                  </a:lnTo>
                  <a:lnTo>
                    <a:pt x="1782825" y="2319269"/>
                  </a:lnTo>
                  <a:lnTo>
                    <a:pt x="1768425" y="2302163"/>
                  </a:lnTo>
                  <a:lnTo>
                    <a:pt x="1720040" y="2248994"/>
                  </a:lnTo>
                  <a:lnTo>
                    <a:pt x="1670041" y="2201102"/>
                  </a:lnTo>
                  <a:lnTo>
                    <a:pt x="1617671" y="2158223"/>
                  </a:lnTo>
                  <a:lnTo>
                    <a:pt x="1562080" y="2119906"/>
                  </a:lnTo>
                  <a:lnTo>
                    <a:pt x="1502400" y="2085645"/>
                  </a:lnTo>
                  <a:lnTo>
                    <a:pt x="1437817" y="2054946"/>
                  </a:lnTo>
                  <a:lnTo>
                    <a:pt x="1367658" y="2027371"/>
                  </a:lnTo>
                  <a:lnTo>
                    <a:pt x="1291512" y="2002564"/>
                  </a:lnTo>
                  <a:lnTo>
                    <a:pt x="1209388" y="1980262"/>
                  </a:lnTo>
                  <a:lnTo>
                    <a:pt x="1121899" y="1960297"/>
                  </a:lnTo>
                  <a:lnTo>
                    <a:pt x="1030457" y="1942592"/>
                  </a:lnTo>
                  <a:lnTo>
                    <a:pt x="937413" y="1927147"/>
                  </a:lnTo>
                  <a:lnTo>
                    <a:pt x="846049" y="1914010"/>
                  </a:lnTo>
                  <a:lnTo>
                    <a:pt x="760349" y="1903230"/>
                  </a:lnTo>
                  <a:lnTo>
                    <a:pt x="684482" y="1894807"/>
                  </a:lnTo>
                  <a:lnTo>
                    <a:pt x="622057" y="1888644"/>
                  </a:lnTo>
                  <a:lnTo>
                    <a:pt x="575352" y="1884518"/>
                  </a:lnTo>
                  <a:lnTo>
                    <a:pt x="544726" y="1882085"/>
                  </a:lnTo>
                  <a:lnTo>
                    <a:pt x="528417" y="1880914"/>
                  </a:lnTo>
                  <a:lnTo>
                    <a:pt x="522689" y="1880541"/>
                  </a:lnTo>
                  <a:lnTo>
                    <a:pt x="522133" y="1880507"/>
                  </a:lnTo>
                  <a:lnTo>
                    <a:pt x="0" y="1880507"/>
                  </a:lnTo>
                  <a:close/>
                </a:path>
              </a:pathLst>
            </a:custGeom>
            <a:solidFill>
              <a:srgbClr val="8FA8D6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234" name="pl234"/>
            <p:cNvSpPr/>
            <p:nvPr/>
          </p:nvSpPr>
          <p:spPr>
            <a:xfrm>
              <a:off x="386606" y="1225075"/>
              <a:ext cx="8554953" cy="4410440"/>
            </a:xfrm>
            <a:custGeom>
              <a:avLst/>
              <a:pathLst>
                <a:path w="8554953" h="4410440">
                  <a:moveTo>
                    <a:pt x="0" y="1880507"/>
                  </a:moveTo>
                  <a:lnTo>
                    <a:pt x="522133" y="1880507"/>
                  </a:lnTo>
                  <a:lnTo>
                    <a:pt x="523306" y="1880579"/>
                  </a:lnTo>
                  <a:lnTo>
                    <a:pt x="530985" y="1881090"/>
                  </a:lnTo>
                  <a:lnTo>
                    <a:pt x="550238" y="1882503"/>
                  </a:lnTo>
                  <a:lnTo>
                    <a:pt x="584381" y="1885280"/>
                  </a:lnTo>
                  <a:lnTo>
                    <a:pt x="634708" y="1889836"/>
                  </a:lnTo>
                  <a:lnTo>
                    <a:pt x="700395" y="1896490"/>
                  </a:lnTo>
                  <a:lnTo>
                    <a:pt x="778808" y="1905435"/>
                  </a:lnTo>
                  <a:lnTo>
                    <a:pt x="866140" y="1916745"/>
                  </a:lnTo>
                  <a:lnTo>
                    <a:pt x="958207" y="1930404"/>
                  </a:lnTo>
                  <a:lnTo>
                    <a:pt x="1051146" y="1946357"/>
                  </a:lnTo>
                  <a:lnTo>
                    <a:pt x="1141873" y="1964565"/>
                  </a:lnTo>
                  <a:lnTo>
                    <a:pt x="1228254" y="1985043"/>
                  </a:lnTo>
                  <a:lnTo>
                    <a:pt x="1309070" y="2007887"/>
                  </a:lnTo>
                  <a:lnTo>
                    <a:pt x="1383860" y="2033286"/>
                  </a:lnTo>
                  <a:lnTo>
                    <a:pt x="1452725" y="2061526"/>
                  </a:lnTo>
                  <a:lnTo>
                    <a:pt x="1516147" y="2092982"/>
                  </a:lnTo>
                  <a:lnTo>
                    <a:pt x="1574838" y="2128106"/>
                  </a:lnTo>
                  <a:lnTo>
                    <a:pt x="1629633" y="2167399"/>
                  </a:lnTo>
                  <a:lnTo>
                    <a:pt x="1681401" y="2211365"/>
                  </a:lnTo>
                  <a:lnTo>
                    <a:pt x="1730977" y="2260424"/>
                  </a:lnTo>
                  <a:lnTo>
                    <a:pt x="1768425" y="2302163"/>
                  </a:lnTo>
                  <a:lnTo>
                    <a:pt x="1807283" y="2349641"/>
                  </a:lnTo>
                  <a:lnTo>
                    <a:pt x="1845772" y="2400739"/>
                  </a:lnTo>
                  <a:lnTo>
                    <a:pt x="1884142" y="2455528"/>
                  </a:lnTo>
                  <a:lnTo>
                    <a:pt x="1922583" y="2514018"/>
                  </a:lnTo>
                  <a:lnTo>
                    <a:pt x="1961239" y="2576146"/>
                  </a:lnTo>
                  <a:lnTo>
                    <a:pt x="2000205" y="2641771"/>
                  </a:lnTo>
                  <a:lnTo>
                    <a:pt x="2039538" y="2710671"/>
                  </a:lnTo>
                  <a:lnTo>
                    <a:pt x="2079256" y="2782542"/>
                  </a:lnTo>
                  <a:lnTo>
                    <a:pt x="2119345" y="2856997"/>
                  </a:lnTo>
                  <a:lnTo>
                    <a:pt x="2159758" y="2933577"/>
                  </a:lnTo>
                  <a:lnTo>
                    <a:pt x="2200429" y="3011759"/>
                  </a:lnTo>
                  <a:lnTo>
                    <a:pt x="2241269" y="3090971"/>
                  </a:lnTo>
                  <a:lnTo>
                    <a:pt x="2282180" y="3170606"/>
                  </a:lnTo>
                  <a:lnTo>
                    <a:pt x="2323058" y="3250046"/>
                  </a:lnTo>
                  <a:lnTo>
                    <a:pt x="2363802" y="3328677"/>
                  </a:lnTo>
                  <a:lnTo>
                    <a:pt x="2404319" y="3405913"/>
                  </a:lnTo>
                  <a:lnTo>
                    <a:pt x="2444534" y="3481209"/>
                  </a:lnTo>
                  <a:lnTo>
                    <a:pt x="2484392" y="3554082"/>
                  </a:lnTo>
                  <a:lnTo>
                    <a:pt x="2523867" y="3624118"/>
                  </a:lnTo>
                  <a:lnTo>
                    <a:pt x="2562964" y="3690982"/>
                  </a:lnTo>
                  <a:lnTo>
                    <a:pt x="2601726" y="3754421"/>
                  </a:lnTo>
                  <a:lnTo>
                    <a:pt x="2640232" y="3814265"/>
                  </a:lnTo>
                  <a:lnTo>
                    <a:pt x="2678608" y="3870423"/>
                  </a:lnTo>
                  <a:lnTo>
                    <a:pt x="2717028" y="3922877"/>
                  </a:lnTo>
                  <a:lnTo>
                    <a:pt x="2755717" y="3971679"/>
                  </a:lnTo>
                  <a:lnTo>
                    <a:pt x="2770117" y="3988785"/>
                  </a:lnTo>
                  <a:lnTo>
                    <a:pt x="2818503" y="4041953"/>
                  </a:lnTo>
                  <a:lnTo>
                    <a:pt x="2868501" y="4089845"/>
                  </a:lnTo>
                  <a:lnTo>
                    <a:pt x="2920871" y="4132725"/>
                  </a:lnTo>
                  <a:lnTo>
                    <a:pt x="2976462" y="4171041"/>
                  </a:lnTo>
                  <a:lnTo>
                    <a:pt x="3036142" y="4205302"/>
                  </a:lnTo>
                  <a:lnTo>
                    <a:pt x="3100725" y="4236002"/>
                  </a:lnTo>
                  <a:lnTo>
                    <a:pt x="3170884" y="4263577"/>
                  </a:lnTo>
                  <a:lnTo>
                    <a:pt x="3247030" y="4288383"/>
                  </a:lnTo>
                  <a:lnTo>
                    <a:pt x="3329154" y="4310685"/>
                  </a:lnTo>
                  <a:lnTo>
                    <a:pt x="3416644" y="4330651"/>
                  </a:lnTo>
                  <a:lnTo>
                    <a:pt x="3508085" y="4348355"/>
                  </a:lnTo>
                  <a:lnTo>
                    <a:pt x="3601130" y="4363800"/>
                  </a:lnTo>
                  <a:lnTo>
                    <a:pt x="3692493" y="4376937"/>
                  </a:lnTo>
                  <a:lnTo>
                    <a:pt x="3778193" y="4387718"/>
                  </a:lnTo>
                  <a:lnTo>
                    <a:pt x="3854061" y="4396140"/>
                  </a:lnTo>
                  <a:lnTo>
                    <a:pt x="3916485" y="4402303"/>
                  </a:lnTo>
                  <a:lnTo>
                    <a:pt x="3963190" y="4406430"/>
                  </a:lnTo>
                  <a:lnTo>
                    <a:pt x="3993816" y="4408863"/>
                  </a:lnTo>
                  <a:lnTo>
                    <a:pt x="4010125" y="4410033"/>
                  </a:lnTo>
                  <a:lnTo>
                    <a:pt x="4015853" y="4410407"/>
                  </a:lnTo>
                  <a:lnTo>
                    <a:pt x="4016409" y="4410440"/>
                  </a:lnTo>
                  <a:lnTo>
                    <a:pt x="4538543" y="4410440"/>
                  </a:lnTo>
                  <a:lnTo>
                    <a:pt x="4539436" y="4410346"/>
                  </a:lnTo>
                  <a:lnTo>
                    <a:pt x="4545322" y="4409673"/>
                  </a:lnTo>
                  <a:lnTo>
                    <a:pt x="4560202" y="4407813"/>
                  </a:lnTo>
                  <a:lnTo>
                    <a:pt x="4586908" y="4404149"/>
                  </a:lnTo>
                  <a:lnTo>
                    <a:pt x="4626916" y="4398106"/>
                  </a:lnTo>
                  <a:lnTo>
                    <a:pt x="4680226" y="4389203"/>
                  </a:lnTo>
                  <a:lnTo>
                    <a:pt x="4745453" y="4377103"/>
                  </a:lnTo>
                  <a:lnTo>
                    <a:pt x="4820139" y="4361619"/>
                  </a:lnTo>
                  <a:lnTo>
                    <a:pt x="4901223" y="4342704"/>
                  </a:lnTo>
                  <a:lnTo>
                    <a:pt x="4985539" y="4320400"/>
                  </a:lnTo>
                  <a:lnTo>
                    <a:pt x="5070232" y="4294779"/>
                  </a:lnTo>
                  <a:lnTo>
                    <a:pt x="5153011" y="4265893"/>
                  </a:lnTo>
                  <a:lnTo>
                    <a:pt x="5232250" y="4233723"/>
                  </a:lnTo>
                  <a:lnTo>
                    <a:pt x="5306960" y="4198156"/>
                  </a:lnTo>
                  <a:lnTo>
                    <a:pt x="5376695" y="4158965"/>
                  </a:lnTo>
                  <a:lnTo>
                    <a:pt x="5441432" y="4115808"/>
                  </a:lnTo>
                  <a:lnTo>
                    <a:pt x="5501446" y="4068232"/>
                  </a:lnTo>
                  <a:lnTo>
                    <a:pt x="5557212" y="4015682"/>
                  </a:lnTo>
                  <a:lnTo>
                    <a:pt x="5609322" y="3957524"/>
                  </a:lnTo>
                  <a:lnTo>
                    <a:pt x="5658426" y="3893085"/>
                  </a:lnTo>
                  <a:lnTo>
                    <a:pt x="5705181" y="3821712"/>
                  </a:lnTo>
                  <a:lnTo>
                    <a:pt x="5750212" y="3742885"/>
                  </a:lnTo>
                  <a:lnTo>
                    <a:pt x="5784835" y="3675367"/>
                  </a:lnTo>
                  <a:lnTo>
                    <a:pt x="5815754" y="3610100"/>
                  </a:lnTo>
                  <a:lnTo>
                    <a:pt x="5846404" y="3540872"/>
                  </a:lnTo>
                  <a:lnTo>
                    <a:pt x="5876920" y="3467602"/>
                  </a:lnTo>
                  <a:lnTo>
                    <a:pt x="5907412" y="3390252"/>
                  </a:lnTo>
                  <a:lnTo>
                    <a:pt x="5937969" y="3308833"/>
                  </a:lnTo>
                  <a:lnTo>
                    <a:pt x="5968659" y="3223403"/>
                  </a:lnTo>
                  <a:lnTo>
                    <a:pt x="5999535" y="3134075"/>
                  </a:lnTo>
                  <a:lnTo>
                    <a:pt x="6030631" y="3041022"/>
                  </a:lnTo>
                  <a:lnTo>
                    <a:pt x="6061966" y="2944469"/>
                  </a:lnTo>
                  <a:lnTo>
                    <a:pt x="6093545" y="2844703"/>
                  </a:lnTo>
                  <a:lnTo>
                    <a:pt x="6125359" y="2742064"/>
                  </a:lnTo>
                  <a:lnTo>
                    <a:pt x="6157387" y="2636945"/>
                  </a:lnTo>
                  <a:lnTo>
                    <a:pt x="6189600" y="2529785"/>
                  </a:lnTo>
                  <a:lnTo>
                    <a:pt x="6221959" y="2421064"/>
                  </a:lnTo>
                  <a:lnTo>
                    <a:pt x="6254417" y="2311290"/>
                  </a:lnTo>
                  <a:lnTo>
                    <a:pt x="6286925" y="2200996"/>
                  </a:lnTo>
                  <a:lnTo>
                    <a:pt x="6319432" y="2090722"/>
                  </a:lnTo>
                  <a:lnTo>
                    <a:pt x="6351884" y="1981010"/>
                  </a:lnTo>
                  <a:lnTo>
                    <a:pt x="6384233" y="1872390"/>
                  </a:lnTo>
                  <a:lnTo>
                    <a:pt x="6416433" y="1765370"/>
                  </a:lnTo>
                  <a:lnTo>
                    <a:pt x="6448446" y="1660426"/>
                  </a:lnTo>
                  <a:lnTo>
                    <a:pt x="6480243" y="1557994"/>
                  </a:lnTo>
                  <a:lnTo>
                    <a:pt x="6511803" y="1458462"/>
                  </a:lnTo>
                  <a:lnTo>
                    <a:pt x="6543119" y="1362168"/>
                  </a:lnTo>
                  <a:lnTo>
                    <a:pt x="6574197" y="1269393"/>
                  </a:lnTo>
                  <a:lnTo>
                    <a:pt x="6605058" y="1180358"/>
                  </a:lnTo>
                  <a:lnTo>
                    <a:pt x="6635736" y="1095232"/>
                  </a:lnTo>
                  <a:lnTo>
                    <a:pt x="6666285" y="1014122"/>
                  </a:lnTo>
                  <a:lnTo>
                    <a:pt x="6696775" y="937085"/>
                  </a:lnTo>
                  <a:lnTo>
                    <a:pt x="6727298" y="864127"/>
                  </a:lnTo>
                  <a:lnTo>
                    <a:pt x="6757964" y="795205"/>
                  </a:lnTo>
                  <a:lnTo>
                    <a:pt x="6786527" y="735073"/>
                  </a:lnTo>
                  <a:lnTo>
                    <a:pt x="6830587" y="650193"/>
                  </a:lnTo>
                  <a:lnTo>
                    <a:pt x="6875935" y="572979"/>
                  </a:lnTo>
                  <a:lnTo>
                    <a:pt x="6923135" y="503127"/>
                  </a:lnTo>
                  <a:lnTo>
                    <a:pt x="6972821" y="440076"/>
                  </a:lnTo>
                  <a:lnTo>
                    <a:pt x="7025653" y="383164"/>
                  </a:lnTo>
                  <a:lnTo>
                    <a:pt x="7082273" y="331719"/>
                  </a:lnTo>
                  <a:lnTo>
                    <a:pt x="7143255" y="285124"/>
                  </a:lnTo>
                  <a:lnTo>
                    <a:pt x="7209038" y="242843"/>
                  </a:lnTo>
                  <a:lnTo>
                    <a:pt x="7279843" y="204445"/>
                  </a:lnTo>
                  <a:lnTo>
                    <a:pt x="7355567" y="169614"/>
                  </a:lnTo>
                  <a:lnTo>
                    <a:pt x="7435660" y="138146"/>
                  </a:lnTo>
                  <a:lnTo>
                    <a:pt x="7519004" y="109952"/>
                  </a:lnTo>
                  <a:lnTo>
                    <a:pt x="7603830" y="85029"/>
                  </a:lnTo>
                  <a:lnTo>
                    <a:pt x="7687714" y="63438"/>
                  </a:lnTo>
                  <a:lnTo>
                    <a:pt x="7767709" y="45249"/>
                  </a:lnTo>
                  <a:lnTo>
                    <a:pt x="7840631" y="30491"/>
                  </a:lnTo>
                  <a:lnTo>
                    <a:pt x="7903506" y="19090"/>
                  </a:lnTo>
                  <a:lnTo>
                    <a:pt x="7954067" y="10827"/>
                  </a:lnTo>
                  <a:lnTo>
                    <a:pt x="7991203" y="5333"/>
                  </a:lnTo>
                  <a:lnTo>
                    <a:pt x="8015229" y="2102"/>
                  </a:lnTo>
                  <a:lnTo>
                    <a:pt x="8027922" y="546"/>
                  </a:lnTo>
                  <a:lnTo>
                    <a:pt x="8032377" y="46"/>
                  </a:lnTo>
                  <a:lnTo>
                    <a:pt x="8032819" y="0"/>
                  </a:lnTo>
                  <a:lnTo>
                    <a:pt x="8554953" y="0"/>
                  </a:lnTo>
                  <a:lnTo>
                    <a:pt x="8554953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35" name="pl235"/>
            <p:cNvSpPr/>
            <p:nvPr/>
          </p:nvSpPr>
          <p:spPr>
            <a:xfrm>
              <a:off x="386606" y="1219428"/>
              <a:ext cx="8554953" cy="4410440"/>
            </a:xfrm>
            <a:custGeom>
              <a:avLst/>
              <a:pathLst>
                <a:path w="8554953" h="4410440">
                  <a:moveTo>
                    <a:pt x="8554953" y="0"/>
                  </a:moveTo>
                  <a:lnTo>
                    <a:pt x="8032819" y="0"/>
                  </a:lnTo>
                  <a:lnTo>
                    <a:pt x="8031926" y="94"/>
                  </a:lnTo>
                  <a:lnTo>
                    <a:pt x="8026040" y="767"/>
                  </a:lnTo>
                  <a:lnTo>
                    <a:pt x="8011160" y="2627"/>
                  </a:lnTo>
                  <a:lnTo>
                    <a:pt x="7984453" y="6291"/>
                  </a:lnTo>
                  <a:lnTo>
                    <a:pt x="7944446" y="12334"/>
                  </a:lnTo>
                  <a:lnTo>
                    <a:pt x="7891136" y="21236"/>
                  </a:lnTo>
                  <a:lnTo>
                    <a:pt x="7825909" y="33337"/>
                  </a:lnTo>
                  <a:lnTo>
                    <a:pt x="7751222" y="48821"/>
                  </a:lnTo>
                  <a:lnTo>
                    <a:pt x="7670139" y="67736"/>
                  </a:lnTo>
                  <a:lnTo>
                    <a:pt x="7585823" y="90040"/>
                  </a:lnTo>
                  <a:lnTo>
                    <a:pt x="7501130" y="115660"/>
                  </a:lnTo>
                  <a:lnTo>
                    <a:pt x="7418351" y="144547"/>
                  </a:lnTo>
                  <a:lnTo>
                    <a:pt x="7339112" y="176716"/>
                  </a:lnTo>
                  <a:lnTo>
                    <a:pt x="7264402" y="212284"/>
                  </a:lnTo>
                  <a:lnTo>
                    <a:pt x="7194667" y="251475"/>
                  </a:lnTo>
                  <a:lnTo>
                    <a:pt x="7129930" y="294631"/>
                  </a:lnTo>
                  <a:lnTo>
                    <a:pt x="7069916" y="342207"/>
                  </a:lnTo>
                  <a:lnTo>
                    <a:pt x="7014150" y="394757"/>
                  </a:lnTo>
                  <a:lnTo>
                    <a:pt x="6962040" y="452915"/>
                  </a:lnTo>
                  <a:lnTo>
                    <a:pt x="6912936" y="517355"/>
                  </a:lnTo>
                  <a:lnTo>
                    <a:pt x="6866181" y="588728"/>
                  </a:lnTo>
                  <a:lnTo>
                    <a:pt x="6821150" y="667555"/>
                  </a:lnTo>
                  <a:lnTo>
                    <a:pt x="6786527" y="735073"/>
                  </a:lnTo>
                  <a:lnTo>
                    <a:pt x="6755608" y="800339"/>
                  </a:lnTo>
                  <a:lnTo>
                    <a:pt x="6724958" y="869568"/>
                  </a:lnTo>
                  <a:lnTo>
                    <a:pt x="6694442" y="942838"/>
                  </a:lnTo>
                  <a:lnTo>
                    <a:pt x="6663950" y="1020187"/>
                  </a:lnTo>
                  <a:lnTo>
                    <a:pt x="6633393" y="1101607"/>
                  </a:lnTo>
                  <a:lnTo>
                    <a:pt x="6602703" y="1187037"/>
                  </a:lnTo>
                  <a:lnTo>
                    <a:pt x="6571827" y="1276364"/>
                  </a:lnTo>
                  <a:lnTo>
                    <a:pt x="6540731" y="1369418"/>
                  </a:lnTo>
                  <a:lnTo>
                    <a:pt x="6509396" y="1465971"/>
                  </a:lnTo>
                  <a:lnTo>
                    <a:pt x="6477817" y="1565737"/>
                  </a:lnTo>
                  <a:lnTo>
                    <a:pt x="6446003" y="1668376"/>
                  </a:lnTo>
                  <a:lnTo>
                    <a:pt x="6413975" y="1773495"/>
                  </a:lnTo>
                  <a:lnTo>
                    <a:pt x="6381762" y="1880654"/>
                  </a:lnTo>
                  <a:lnTo>
                    <a:pt x="6349403" y="1989376"/>
                  </a:lnTo>
                  <a:lnTo>
                    <a:pt x="6316945" y="2099150"/>
                  </a:lnTo>
                  <a:lnTo>
                    <a:pt x="6284437" y="2209444"/>
                  </a:lnTo>
                  <a:lnTo>
                    <a:pt x="6251930" y="2319718"/>
                  </a:lnTo>
                  <a:lnTo>
                    <a:pt x="6219478" y="2429430"/>
                  </a:lnTo>
                  <a:lnTo>
                    <a:pt x="6187129" y="2538049"/>
                  </a:lnTo>
                  <a:lnTo>
                    <a:pt x="6154929" y="2645069"/>
                  </a:lnTo>
                  <a:lnTo>
                    <a:pt x="6122915" y="2750013"/>
                  </a:lnTo>
                  <a:lnTo>
                    <a:pt x="6091119" y="2852446"/>
                  </a:lnTo>
                  <a:lnTo>
                    <a:pt x="6059559" y="2951977"/>
                  </a:lnTo>
                  <a:lnTo>
                    <a:pt x="6028243" y="3048271"/>
                  </a:lnTo>
                  <a:lnTo>
                    <a:pt x="5997164" y="3141047"/>
                  </a:lnTo>
                  <a:lnTo>
                    <a:pt x="5966304" y="3230081"/>
                  </a:lnTo>
                  <a:lnTo>
                    <a:pt x="5935626" y="3315208"/>
                  </a:lnTo>
                  <a:lnTo>
                    <a:pt x="5905077" y="3396317"/>
                  </a:lnTo>
                  <a:lnTo>
                    <a:pt x="5874587" y="3473354"/>
                  </a:lnTo>
                  <a:lnTo>
                    <a:pt x="5844064" y="3546313"/>
                  </a:lnTo>
                  <a:lnTo>
                    <a:pt x="5813398" y="3615235"/>
                  </a:lnTo>
                  <a:lnTo>
                    <a:pt x="5784835" y="3675367"/>
                  </a:lnTo>
                  <a:lnTo>
                    <a:pt x="5740775" y="3760247"/>
                  </a:lnTo>
                  <a:lnTo>
                    <a:pt x="5695427" y="3837461"/>
                  </a:lnTo>
                  <a:lnTo>
                    <a:pt x="5648227" y="3907313"/>
                  </a:lnTo>
                  <a:lnTo>
                    <a:pt x="5598541" y="3970364"/>
                  </a:lnTo>
                  <a:lnTo>
                    <a:pt x="5545709" y="4027276"/>
                  </a:lnTo>
                  <a:lnTo>
                    <a:pt x="5489089" y="4078720"/>
                  </a:lnTo>
                  <a:lnTo>
                    <a:pt x="5428107" y="4125315"/>
                  </a:lnTo>
                  <a:lnTo>
                    <a:pt x="5362324" y="4167597"/>
                  </a:lnTo>
                  <a:lnTo>
                    <a:pt x="5291519" y="4205994"/>
                  </a:lnTo>
                  <a:lnTo>
                    <a:pt x="5215795" y="4240826"/>
                  </a:lnTo>
                  <a:lnTo>
                    <a:pt x="5135702" y="4272293"/>
                  </a:lnTo>
                  <a:lnTo>
                    <a:pt x="5052358" y="4300488"/>
                  </a:lnTo>
                  <a:lnTo>
                    <a:pt x="4967532" y="4325411"/>
                  </a:lnTo>
                  <a:lnTo>
                    <a:pt x="4883648" y="4347002"/>
                  </a:lnTo>
                  <a:lnTo>
                    <a:pt x="4803653" y="4365190"/>
                  </a:lnTo>
                  <a:lnTo>
                    <a:pt x="4730730" y="4379948"/>
                  </a:lnTo>
                  <a:lnTo>
                    <a:pt x="4667856" y="4391350"/>
                  </a:lnTo>
                  <a:lnTo>
                    <a:pt x="4617295" y="4399612"/>
                  </a:lnTo>
                  <a:lnTo>
                    <a:pt x="4580159" y="4405107"/>
                  </a:lnTo>
                  <a:lnTo>
                    <a:pt x="4556133" y="4408337"/>
                  </a:lnTo>
                  <a:lnTo>
                    <a:pt x="4543440" y="4409894"/>
                  </a:lnTo>
                  <a:lnTo>
                    <a:pt x="4538985" y="4410394"/>
                  </a:lnTo>
                  <a:lnTo>
                    <a:pt x="4538543" y="4410440"/>
                  </a:lnTo>
                  <a:lnTo>
                    <a:pt x="4016409" y="4410440"/>
                  </a:lnTo>
                  <a:lnTo>
                    <a:pt x="4015237" y="4410369"/>
                  </a:lnTo>
                  <a:lnTo>
                    <a:pt x="4007557" y="4409858"/>
                  </a:lnTo>
                  <a:lnTo>
                    <a:pt x="3988305" y="4408445"/>
                  </a:lnTo>
                  <a:lnTo>
                    <a:pt x="3954161" y="4405668"/>
                  </a:lnTo>
                  <a:lnTo>
                    <a:pt x="3903835" y="4401112"/>
                  </a:lnTo>
                  <a:lnTo>
                    <a:pt x="3838147" y="4394458"/>
                  </a:lnTo>
                  <a:lnTo>
                    <a:pt x="3759735" y="4385512"/>
                  </a:lnTo>
                  <a:lnTo>
                    <a:pt x="3672402" y="4374202"/>
                  </a:lnTo>
                  <a:lnTo>
                    <a:pt x="3580336" y="4360544"/>
                  </a:lnTo>
                  <a:lnTo>
                    <a:pt x="3487396" y="4344591"/>
                  </a:lnTo>
                  <a:lnTo>
                    <a:pt x="3396669" y="4326383"/>
                  </a:lnTo>
                  <a:lnTo>
                    <a:pt x="3310288" y="4305905"/>
                  </a:lnTo>
                  <a:lnTo>
                    <a:pt x="3229472" y="4283060"/>
                  </a:lnTo>
                  <a:lnTo>
                    <a:pt x="3154682" y="4257661"/>
                  </a:lnTo>
                  <a:lnTo>
                    <a:pt x="3085817" y="4229421"/>
                  </a:lnTo>
                  <a:lnTo>
                    <a:pt x="3022396" y="4197966"/>
                  </a:lnTo>
                  <a:lnTo>
                    <a:pt x="2963704" y="4162842"/>
                  </a:lnTo>
                  <a:lnTo>
                    <a:pt x="2908909" y="4123548"/>
                  </a:lnTo>
                  <a:lnTo>
                    <a:pt x="2857141" y="4079583"/>
                  </a:lnTo>
                  <a:lnTo>
                    <a:pt x="2807565" y="4030523"/>
                  </a:lnTo>
                  <a:lnTo>
                    <a:pt x="2770117" y="3988785"/>
                  </a:lnTo>
                  <a:lnTo>
                    <a:pt x="2731260" y="3941306"/>
                  </a:lnTo>
                  <a:lnTo>
                    <a:pt x="2692770" y="3890209"/>
                  </a:lnTo>
                  <a:lnTo>
                    <a:pt x="2654400" y="3835420"/>
                  </a:lnTo>
                  <a:lnTo>
                    <a:pt x="2615959" y="3776930"/>
                  </a:lnTo>
                  <a:lnTo>
                    <a:pt x="2577303" y="3714802"/>
                  </a:lnTo>
                  <a:lnTo>
                    <a:pt x="2538337" y="3649177"/>
                  </a:lnTo>
                  <a:lnTo>
                    <a:pt x="2499004" y="3580276"/>
                  </a:lnTo>
                  <a:lnTo>
                    <a:pt x="2459286" y="3508406"/>
                  </a:lnTo>
                  <a:lnTo>
                    <a:pt x="2419198" y="3433951"/>
                  </a:lnTo>
                  <a:lnTo>
                    <a:pt x="2378784" y="3357371"/>
                  </a:lnTo>
                  <a:lnTo>
                    <a:pt x="2338114" y="3279188"/>
                  </a:lnTo>
                  <a:lnTo>
                    <a:pt x="2297274" y="3199976"/>
                  </a:lnTo>
                  <a:lnTo>
                    <a:pt x="2256363" y="3120341"/>
                  </a:lnTo>
                  <a:lnTo>
                    <a:pt x="2215484" y="3040901"/>
                  </a:lnTo>
                  <a:lnTo>
                    <a:pt x="2174740" y="2962270"/>
                  </a:lnTo>
                  <a:lnTo>
                    <a:pt x="2134223" y="2885035"/>
                  </a:lnTo>
                  <a:lnTo>
                    <a:pt x="2094008" y="2809739"/>
                  </a:lnTo>
                  <a:lnTo>
                    <a:pt x="2054150" y="2736865"/>
                  </a:lnTo>
                  <a:lnTo>
                    <a:pt x="2014675" y="2666829"/>
                  </a:lnTo>
                  <a:lnTo>
                    <a:pt x="1975578" y="2599965"/>
                  </a:lnTo>
                  <a:lnTo>
                    <a:pt x="1936817" y="2536526"/>
                  </a:lnTo>
                  <a:lnTo>
                    <a:pt x="1898310" y="2476682"/>
                  </a:lnTo>
                  <a:lnTo>
                    <a:pt x="1859934" y="2420525"/>
                  </a:lnTo>
                  <a:lnTo>
                    <a:pt x="1821514" y="2368070"/>
                  </a:lnTo>
                  <a:lnTo>
                    <a:pt x="1782825" y="2319269"/>
                  </a:lnTo>
                  <a:lnTo>
                    <a:pt x="1768425" y="2302163"/>
                  </a:lnTo>
                  <a:lnTo>
                    <a:pt x="1720040" y="2248994"/>
                  </a:lnTo>
                  <a:lnTo>
                    <a:pt x="1670041" y="2201102"/>
                  </a:lnTo>
                  <a:lnTo>
                    <a:pt x="1617671" y="2158223"/>
                  </a:lnTo>
                  <a:lnTo>
                    <a:pt x="1562080" y="2119906"/>
                  </a:lnTo>
                  <a:lnTo>
                    <a:pt x="1502400" y="2085645"/>
                  </a:lnTo>
                  <a:lnTo>
                    <a:pt x="1437817" y="2054946"/>
                  </a:lnTo>
                  <a:lnTo>
                    <a:pt x="1367658" y="2027371"/>
                  </a:lnTo>
                  <a:lnTo>
                    <a:pt x="1291512" y="2002564"/>
                  </a:lnTo>
                  <a:lnTo>
                    <a:pt x="1209388" y="1980262"/>
                  </a:lnTo>
                  <a:lnTo>
                    <a:pt x="1121899" y="1960297"/>
                  </a:lnTo>
                  <a:lnTo>
                    <a:pt x="1030457" y="1942592"/>
                  </a:lnTo>
                  <a:lnTo>
                    <a:pt x="937413" y="1927147"/>
                  </a:lnTo>
                  <a:lnTo>
                    <a:pt x="846049" y="1914010"/>
                  </a:lnTo>
                  <a:lnTo>
                    <a:pt x="760349" y="1903230"/>
                  </a:lnTo>
                  <a:lnTo>
                    <a:pt x="684482" y="1894807"/>
                  </a:lnTo>
                  <a:lnTo>
                    <a:pt x="622057" y="1888644"/>
                  </a:lnTo>
                  <a:lnTo>
                    <a:pt x="575352" y="1884518"/>
                  </a:lnTo>
                  <a:lnTo>
                    <a:pt x="544726" y="1882085"/>
                  </a:lnTo>
                  <a:lnTo>
                    <a:pt x="528417" y="1880914"/>
                  </a:lnTo>
                  <a:lnTo>
                    <a:pt x="522689" y="1880541"/>
                  </a:lnTo>
                  <a:lnTo>
                    <a:pt x="522133" y="1880507"/>
                  </a:lnTo>
                  <a:lnTo>
                    <a:pt x="0" y="1880507"/>
                  </a:lnTo>
                  <a:lnTo>
                    <a:pt x="0" y="1880507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36" name="pg236"/>
            <p:cNvSpPr/>
            <p:nvPr/>
          </p:nvSpPr>
          <p:spPr>
            <a:xfrm>
              <a:off x="386606" y="1614730"/>
              <a:ext cx="8554953" cy="4032080"/>
            </a:xfrm>
            <a:custGeom>
              <a:avLst/>
              <a:pathLst>
                <a:path w="8554953" h="4032080">
                  <a:moveTo>
                    <a:pt x="0" y="1502147"/>
                  </a:moveTo>
                  <a:lnTo>
                    <a:pt x="522133" y="1502147"/>
                  </a:lnTo>
                  <a:lnTo>
                    <a:pt x="523306" y="1502219"/>
                  </a:lnTo>
                  <a:lnTo>
                    <a:pt x="530985" y="1502730"/>
                  </a:lnTo>
                  <a:lnTo>
                    <a:pt x="550238" y="1504143"/>
                  </a:lnTo>
                  <a:lnTo>
                    <a:pt x="584381" y="1506920"/>
                  </a:lnTo>
                  <a:lnTo>
                    <a:pt x="634708" y="1511475"/>
                  </a:lnTo>
                  <a:lnTo>
                    <a:pt x="700395" y="1518129"/>
                  </a:lnTo>
                  <a:lnTo>
                    <a:pt x="778808" y="1527075"/>
                  </a:lnTo>
                  <a:lnTo>
                    <a:pt x="866140" y="1538385"/>
                  </a:lnTo>
                  <a:lnTo>
                    <a:pt x="958207" y="1552043"/>
                  </a:lnTo>
                  <a:lnTo>
                    <a:pt x="1051146" y="1567996"/>
                  </a:lnTo>
                  <a:lnTo>
                    <a:pt x="1141873" y="1586204"/>
                  </a:lnTo>
                  <a:lnTo>
                    <a:pt x="1228254" y="1606683"/>
                  </a:lnTo>
                  <a:lnTo>
                    <a:pt x="1309070" y="1629527"/>
                  </a:lnTo>
                  <a:lnTo>
                    <a:pt x="1383860" y="1654926"/>
                  </a:lnTo>
                  <a:lnTo>
                    <a:pt x="1452725" y="1683166"/>
                  </a:lnTo>
                  <a:lnTo>
                    <a:pt x="1516147" y="1714622"/>
                  </a:lnTo>
                  <a:lnTo>
                    <a:pt x="1574838" y="1749745"/>
                  </a:lnTo>
                  <a:lnTo>
                    <a:pt x="1629633" y="1789039"/>
                  </a:lnTo>
                  <a:lnTo>
                    <a:pt x="1681401" y="1833005"/>
                  </a:lnTo>
                  <a:lnTo>
                    <a:pt x="1730977" y="1882064"/>
                  </a:lnTo>
                  <a:lnTo>
                    <a:pt x="1768425" y="1923802"/>
                  </a:lnTo>
                  <a:lnTo>
                    <a:pt x="1807283" y="1971281"/>
                  </a:lnTo>
                  <a:lnTo>
                    <a:pt x="1845772" y="2022378"/>
                  </a:lnTo>
                  <a:lnTo>
                    <a:pt x="1884142" y="2077168"/>
                  </a:lnTo>
                  <a:lnTo>
                    <a:pt x="1922583" y="2135658"/>
                  </a:lnTo>
                  <a:lnTo>
                    <a:pt x="1961239" y="2197785"/>
                  </a:lnTo>
                  <a:lnTo>
                    <a:pt x="2000205" y="2263411"/>
                  </a:lnTo>
                  <a:lnTo>
                    <a:pt x="2039538" y="2332311"/>
                  </a:lnTo>
                  <a:lnTo>
                    <a:pt x="2079256" y="2404181"/>
                  </a:lnTo>
                  <a:lnTo>
                    <a:pt x="2119345" y="2478636"/>
                  </a:lnTo>
                  <a:lnTo>
                    <a:pt x="2159758" y="2555216"/>
                  </a:lnTo>
                  <a:lnTo>
                    <a:pt x="2200429" y="2633399"/>
                  </a:lnTo>
                  <a:lnTo>
                    <a:pt x="2241269" y="2712611"/>
                  </a:lnTo>
                  <a:lnTo>
                    <a:pt x="2282180" y="2792246"/>
                  </a:lnTo>
                  <a:lnTo>
                    <a:pt x="2323058" y="2871686"/>
                  </a:lnTo>
                  <a:lnTo>
                    <a:pt x="2363802" y="2950317"/>
                  </a:lnTo>
                  <a:lnTo>
                    <a:pt x="2404319" y="3027552"/>
                  </a:lnTo>
                  <a:lnTo>
                    <a:pt x="2444534" y="3102849"/>
                  </a:lnTo>
                  <a:lnTo>
                    <a:pt x="2484392" y="3175722"/>
                  </a:lnTo>
                  <a:lnTo>
                    <a:pt x="2523867" y="3245758"/>
                  </a:lnTo>
                  <a:lnTo>
                    <a:pt x="2562964" y="3312622"/>
                  </a:lnTo>
                  <a:lnTo>
                    <a:pt x="2601726" y="3376061"/>
                  </a:lnTo>
                  <a:lnTo>
                    <a:pt x="2640232" y="3435905"/>
                  </a:lnTo>
                  <a:lnTo>
                    <a:pt x="2678608" y="3492062"/>
                  </a:lnTo>
                  <a:lnTo>
                    <a:pt x="2717028" y="3544517"/>
                  </a:lnTo>
                  <a:lnTo>
                    <a:pt x="2755717" y="3593318"/>
                  </a:lnTo>
                  <a:lnTo>
                    <a:pt x="2770117" y="3610424"/>
                  </a:lnTo>
                  <a:lnTo>
                    <a:pt x="2818503" y="3663593"/>
                  </a:lnTo>
                  <a:lnTo>
                    <a:pt x="2868501" y="3711485"/>
                  </a:lnTo>
                  <a:lnTo>
                    <a:pt x="2920871" y="3754365"/>
                  </a:lnTo>
                  <a:lnTo>
                    <a:pt x="2976462" y="3792681"/>
                  </a:lnTo>
                  <a:lnTo>
                    <a:pt x="3036142" y="3826942"/>
                  </a:lnTo>
                  <a:lnTo>
                    <a:pt x="3100725" y="3857642"/>
                  </a:lnTo>
                  <a:lnTo>
                    <a:pt x="3170884" y="3885216"/>
                  </a:lnTo>
                  <a:lnTo>
                    <a:pt x="3247030" y="3910023"/>
                  </a:lnTo>
                  <a:lnTo>
                    <a:pt x="3329154" y="3932325"/>
                  </a:lnTo>
                  <a:lnTo>
                    <a:pt x="3416644" y="3952290"/>
                  </a:lnTo>
                  <a:lnTo>
                    <a:pt x="3508085" y="3969995"/>
                  </a:lnTo>
                  <a:lnTo>
                    <a:pt x="3601130" y="3985440"/>
                  </a:lnTo>
                  <a:lnTo>
                    <a:pt x="3692493" y="3998577"/>
                  </a:lnTo>
                  <a:lnTo>
                    <a:pt x="3778193" y="4009357"/>
                  </a:lnTo>
                  <a:lnTo>
                    <a:pt x="3854061" y="4017780"/>
                  </a:lnTo>
                  <a:lnTo>
                    <a:pt x="3916485" y="4023943"/>
                  </a:lnTo>
                  <a:lnTo>
                    <a:pt x="3963190" y="4028069"/>
                  </a:lnTo>
                  <a:lnTo>
                    <a:pt x="3993816" y="4030503"/>
                  </a:lnTo>
                  <a:lnTo>
                    <a:pt x="4010125" y="4031673"/>
                  </a:lnTo>
                  <a:lnTo>
                    <a:pt x="4015853" y="4032046"/>
                  </a:lnTo>
                  <a:lnTo>
                    <a:pt x="4016409" y="4032080"/>
                  </a:lnTo>
                  <a:lnTo>
                    <a:pt x="4538543" y="4032080"/>
                  </a:lnTo>
                  <a:lnTo>
                    <a:pt x="4539465" y="4031991"/>
                  </a:lnTo>
                  <a:lnTo>
                    <a:pt x="4545534" y="4031357"/>
                  </a:lnTo>
                  <a:lnTo>
                    <a:pt x="4560864" y="4029606"/>
                  </a:lnTo>
                  <a:lnTo>
                    <a:pt x="4588344" y="4026156"/>
                  </a:lnTo>
                  <a:lnTo>
                    <a:pt x="4629440" y="4020470"/>
                  </a:lnTo>
                  <a:lnTo>
                    <a:pt x="4684080" y="4012101"/>
                  </a:lnTo>
                  <a:lnTo>
                    <a:pt x="4750759" y="4000738"/>
                  </a:lnTo>
                  <a:lnTo>
                    <a:pt x="4826880" y="3986217"/>
                  </a:lnTo>
                  <a:lnTo>
                    <a:pt x="4909256" y="3968502"/>
                  </a:lnTo>
                  <a:lnTo>
                    <a:pt x="4994635" y="3947637"/>
                  </a:lnTo>
                  <a:lnTo>
                    <a:pt x="5080119" y="3923690"/>
                  </a:lnTo>
                  <a:lnTo>
                    <a:pt x="5163418" y="3896704"/>
                  </a:lnTo>
                  <a:lnTo>
                    <a:pt x="5242936" y="3866651"/>
                  </a:lnTo>
                  <a:lnTo>
                    <a:pt x="5317735" y="3833411"/>
                  </a:lnTo>
                  <a:lnTo>
                    <a:pt x="5387426" y="3796756"/>
                  </a:lnTo>
                  <a:lnTo>
                    <a:pt x="5452038" y="3756346"/>
                  </a:lnTo>
                  <a:lnTo>
                    <a:pt x="5511897" y="3711739"/>
                  </a:lnTo>
                  <a:lnTo>
                    <a:pt x="5567520" y="3662396"/>
                  </a:lnTo>
                  <a:lnTo>
                    <a:pt x="5619533" y="3607711"/>
                  </a:lnTo>
                  <a:lnTo>
                    <a:pt x="5668614" y="3547048"/>
                  </a:lnTo>
                  <a:lnTo>
                    <a:pt x="5715436" y="3479811"/>
                  </a:lnTo>
                  <a:lnTo>
                    <a:pt x="5760630" y="3405554"/>
                  </a:lnTo>
                  <a:lnTo>
                    <a:pt x="5784835" y="3361949"/>
                  </a:lnTo>
                  <a:lnTo>
                    <a:pt x="5817041" y="3299879"/>
                  </a:lnTo>
                  <a:lnTo>
                    <a:pt x="5848963" y="3233884"/>
                  </a:lnTo>
                  <a:lnTo>
                    <a:pt x="5880750" y="3163886"/>
                  </a:lnTo>
                  <a:lnTo>
                    <a:pt x="5912524" y="3089849"/>
                  </a:lnTo>
                  <a:lnTo>
                    <a:pt x="5944381" y="3011791"/>
                  </a:lnTo>
                  <a:lnTo>
                    <a:pt x="5976398" y="2929784"/>
                  </a:lnTo>
                  <a:lnTo>
                    <a:pt x="6008626" y="2843958"/>
                  </a:lnTo>
                  <a:lnTo>
                    <a:pt x="6041101" y="2754504"/>
                  </a:lnTo>
                  <a:lnTo>
                    <a:pt x="6073838" y="2661677"/>
                  </a:lnTo>
                  <a:lnTo>
                    <a:pt x="6106839" y="2565790"/>
                  </a:lnTo>
                  <a:lnTo>
                    <a:pt x="6140086" y="2467218"/>
                  </a:lnTo>
                  <a:lnTo>
                    <a:pt x="6173553" y="2366387"/>
                  </a:lnTo>
                  <a:lnTo>
                    <a:pt x="6207200" y="2263770"/>
                  </a:lnTo>
                  <a:lnTo>
                    <a:pt x="6240978" y="2159880"/>
                  </a:lnTo>
                  <a:lnTo>
                    <a:pt x="6274833" y="2055254"/>
                  </a:lnTo>
                  <a:lnTo>
                    <a:pt x="6308707" y="1950449"/>
                  </a:lnTo>
                  <a:lnTo>
                    <a:pt x="6342542" y="1846025"/>
                  </a:lnTo>
                  <a:lnTo>
                    <a:pt x="6376278" y="1742531"/>
                  </a:lnTo>
                  <a:lnTo>
                    <a:pt x="6409866" y="1640500"/>
                  </a:lnTo>
                  <a:lnTo>
                    <a:pt x="6443257" y="1540428"/>
                  </a:lnTo>
                  <a:lnTo>
                    <a:pt x="6476419" y="1442776"/>
                  </a:lnTo>
                  <a:lnTo>
                    <a:pt x="6509325" y="1347949"/>
                  </a:lnTo>
                  <a:lnTo>
                    <a:pt x="6541968" y="1256302"/>
                  </a:lnTo>
                  <a:lnTo>
                    <a:pt x="6574351" y="1168127"/>
                  </a:lnTo>
                  <a:lnTo>
                    <a:pt x="6606498" y="1083655"/>
                  </a:lnTo>
                  <a:lnTo>
                    <a:pt x="6638450" y="1003055"/>
                  </a:lnTo>
                  <a:lnTo>
                    <a:pt x="6670268" y="926438"/>
                  </a:lnTo>
                  <a:lnTo>
                    <a:pt x="6702034" y="853854"/>
                  </a:lnTo>
                  <a:lnTo>
                    <a:pt x="6733854" y="785302"/>
                  </a:lnTo>
                  <a:lnTo>
                    <a:pt x="6765860" y="720730"/>
                  </a:lnTo>
                  <a:lnTo>
                    <a:pt x="6786527" y="681425"/>
                  </a:lnTo>
                  <a:lnTo>
                    <a:pt x="6831064" y="603253"/>
                  </a:lnTo>
                  <a:lnTo>
                    <a:pt x="6876924" y="532219"/>
                  </a:lnTo>
                  <a:lnTo>
                    <a:pt x="6924689" y="468031"/>
                  </a:lnTo>
                  <a:lnTo>
                    <a:pt x="6975014" y="410158"/>
                  </a:lnTo>
                  <a:lnTo>
                    <a:pt x="7028583" y="357974"/>
                  </a:lnTo>
                  <a:lnTo>
                    <a:pt x="7086054" y="310851"/>
                  </a:lnTo>
                  <a:lnTo>
                    <a:pt x="7148015" y="268208"/>
                  </a:lnTo>
                  <a:lnTo>
                    <a:pt x="7214905" y="229550"/>
                  </a:lnTo>
                  <a:lnTo>
                    <a:pt x="7286931" y="194479"/>
                  </a:lnTo>
                  <a:lnTo>
                    <a:pt x="7363948" y="162707"/>
                  </a:lnTo>
                  <a:lnTo>
                    <a:pt x="7445335" y="134054"/>
                  </a:lnTo>
                  <a:lnTo>
                    <a:pt x="7529865" y="108445"/>
                  </a:lnTo>
                  <a:lnTo>
                    <a:pt x="7615625" y="85888"/>
                  </a:lnTo>
                  <a:lnTo>
                    <a:pt x="7700030" y="66443"/>
                  </a:lnTo>
                  <a:lnTo>
                    <a:pt x="7779980" y="50175"/>
                  </a:lnTo>
                  <a:lnTo>
                    <a:pt x="7852191" y="37097"/>
                  </a:lnTo>
                  <a:lnTo>
                    <a:pt x="7913676" y="27121"/>
                  </a:lnTo>
                  <a:lnTo>
                    <a:pt x="7962279" y="20016"/>
                  </a:lnTo>
                  <a:lnTo>
                    <a:pt x="7997116" y="15406"/>
                  </a:lnTo>
                  <a:lnTo>
                    <a:pt x="8018814" y="12798"/>
                  </a:lnTo>
                  <a:lnTo>
                    <a:pt x="8029508" y="11626"/>
                  </a:lnTo>
                  <a:lnTo>
                    <a:pt x="8032665" y="11308"/>
                  </a:lnTo>
                  <a:lnTo>
                    <a:pt x="8032819" y="11294"/>
                  </a:lnTo>
                  <a:lnTo>
                    <a:pt x="8554953" y="11294"/>
                  </a:lnTo>
                  <a:lnTo>
                    <a:pt x="8554953" y="0"/>
                  </a:lnTo>
                  <a:lnTo>
                    <a:pt x="8032819" y="0"/>
                  </a:lnTo>
                  <a:lnTo>
                    <a:pt x="8031897" y="88"/>
                  </a:lnTo>
                  <a:lnTo>
                    <a:pt x="8025828" y="722"/>
                  </a:lnTo>
                  <a:lnTo>
                    <a:pt x="8010498" y="2474"/>
                  </a:lnTo>
                  <a:lnTo>
                    <a:pt x="7983018" y="5923"/>
                  </a:lnTo>
                  <a:lnTo>
                    <a:pt x="7941922" y="11609"/>
                  </a:lnTo>
                  <a:lnTo>
                    <a:pt x="7887282" y="19979"/>
                  </a:lnTo>
                  <a:lnTo>
                    <a:pt x="7820603" y="31342"/>
                  </a:lnTo>
                  <a:lnTo>
                    <a:pt x="7744482" y="45862"/>
                  </a:lnTo>
                  <a:lnTo>
                    <a:pt x="7662106" y="63577"/>
                  </a:lnTo>
                  <a:lnTo>
                    <a:pt x="7576727" y="84443"/>
                  </a:lnTo>
                  <a:lnTo>
                    <a:pt x="7491243" y="108389"/>
                  </a:lnTo>
                  <a:lnTo>
                    <a:pt x="7407944" y="135375"/>
                  </a:lnTo>
                  <a:lnTo>
                    <a:pt x="7328426" y="165428"/>
                  </a:lnTo>
                  <a:lnTo>
                    <a:pt x="7253627" y="198668"/>
                  </a:lnTo>
                  <a:lnTo>
                    <a:pt x="7183936" y="235323"/>
                  </a:lnTo>
                  <a:lnTo>
                    <a:pt x="7119324" y="275733"/>
                  </a:lnTo>
                  <a:lnTo>
                    <a:pt x="7059465" y="320340"/>
                  </a:lnTo>
                  <a:lnTo>
                    <a:pt x="7003842" y="369683"/>
                  </a:lnTo>
                  <a:lnTo>
                    <a:pt x="6951829" y="424368"/>
                  </a:lnTo>
                  <a:lnTo>
                    <a:pt x="6902748" y="485031"/>
                  </a:lnTo>
                  <a:lnTo>
                    <a:pt x="6855926" y="552268"/>
                  </a:lnTo>
                  <a:lnTo>
                    <a:pt x="6810732" y="626525"/>
                  </a:lnTo>
                  <a:lnTo>
                    <a:pt x="6786527" y="670130"/>
                  </a:lnTo>
                  <a:lnTo>
                    <a:pt x="6754321" y="732200"/>
                  </a:lnTo>
                  <a:lnTo>
                    <a:pt x="6722399" y="798195"/>
                  </a:lnTo>
                  <a:lnTo>
                    <a:pt x="6690612" y="868193"/>
                  </a:lnTo>
                  <a:lnTo>
                    <a:pt x="6658838" y="942230"/>
                  </a:lnTo>
                  <a:lnTo>
                    <a:pt x="6626981" y="1020288"/>
                  </a:lnTo>
                  <a:lnTo>
                    <a:pt x="6594964" y="1102295"/>
                  </a:lnTo>
                  <a:lnTo>
                    <a:pt x="6562736" y="1188122"/>
                  </a:lnTo>
                  <a:lnTo>
                    <a:pt x="6530261" y="1277575"/>
                  </a:lnTo>
                  <a:lnTo>
                    <a:pt x="6497524" y="1370403"/>
                  </a:lnTo>
                  <a:lnTo>
                    <a:pt x="6464523" y="1466289"/>
                  </a:lnTo>
                  <a:lnTo>
                    <a:pt x="6431276" y="1564861"/>
                  </a:lnTo>
                  <a:lnTo>
                    <a:pt x="6397809" y="1665692"/>
                  </a:lnTo>
                  <a:lnTo>
                    <a:pt x="6364162" y="1768309"/>
                  </a:lnTo>
                  <a:lnTo>
                    <a:pt x="6330384" y="1872199"/>
                  </a:lnTo>
                  <a:lnTo>
                    <a:pt x="6296529" y="1976825"/>
                  </a:lnTo>
                  <a:lnTo>
                    <a:pt x="6262655" y="2081630"/>
                  </a:lnTo>
                  <a:lnTo>
                    <a:pt x="6228820" y="2186054"/>
                  </a:lnTo>
                  <a:lnTo>
                    <a:pt x="6195083" y="2289548"/>
                  </a:lnTo>
                  <a:lnTo>
                    <a:pt x="6161496" y="2391580"/>
                  </a:lnTo>
                  <a:lnTo>
                    <a:pt x="6128104" y="2491651"/>
                  </a:lnTo>
                  <a:lnTo>
                    <a:pt x="6094943" y="2589304"/>
                  </a:lnTo>
                  <a:lnTo>
                    <a:pt x="6062036" y="2684130"/>
                  </a:lnTo>
                  <a:lnTo>
                    <a:pt x="6029394" y="2775777"/>
                  </a:lnTo>
                  <a:lnTo>
                    <a:pt x="5997011" y="2863953"/>
                  </a:lnTo>
                  <a:lnTo>
                    <a:pt x="5964864" y="2948425"/>
                  </a:lnTo>
                  <a:lnTo>
                    <a:pt x="5932912" y="3029024"/>
                  </a:lnTo>
                  <a:lnTo>
                    <a:pt x="5901094" y="3105641"/>
                  </a:lnTo>
                  <a:lnTo>
                    <a:pt x="5869328" y="3178225"/>
                  </a:lnTo>
                  <a:lnTo>
                    <a:pt x="5837508" y="3246777"/>
                  </a:lnTo>
                  <a:lnTo>
                    <a:pt x="5805502" y="3311349"/>
                  </a:lnTo>
                  <a:lnTo>
                    <a:pt x="5784835" y="3350654"/>
                  </a:lnTo>
                  <a:lnTo>
                    <a:pt x="5740298" y="3428826"/>
                  </a:lnTo>
                  <a:lnTo>
                    <a:pt x="5694438" y="3499860"/>
                  </a:lnTo>
                  <a:lnTo>
                    <a:pt x="5646673" y="3564048"/>
                  </a:lnTo>
                  <a:lnTo>
                    <a:pt x="5596348" y="3621921"/>
                  </a:lnTo>
                  <a:lnTo>
                    <a:pt x="5542779" y="3674105"/>
                  </a:lnTo>
                  <a:lnTo>
                    <a:pt x="5485308" y="3721229"/>
                  </a:lnTo>
                  <a:lnTo>
                    <a:pt x="5423347" y="3763871"/>
                  </a:lnTo>
                  <a:lnTo>
                    <a:pt x="5356457" y="3802529"/>
                  </a:lnTo>
                  <a:lnTo>
                    <a:pt x="5284431" y="3837600"/>
                  </a:lnTo>
                  <a:lnTo>
                    <a:pt x="5207413" y="3869372"/>
                  </a:lnTo>
                  <a:lnTo>
                    <a:pt x="5126027" y="3898025"/>
                  </a:lnTo>
                  <a:lnTo>
                    <a:pt x="5041497" y="3923634"/>
                  </a:lnTo>
                  <a:lnTo>
                    <a:pt x="4955737" y="3946191"/>
                  </a:lnTo>
                  <a:lnTo>
                    <a:pt x="4871332" y="3965636"/>
                  </a:lnTo>
                  <a:lnTo>
                    <a:pt x="4791382" y="3981905"/>
                  </a:lnTo>
                  <a:lnTo>
                    <a:pt x="4719171" y="3994982"/>
                  </a:lnTo>
                  <a:lnTo>
                    <a:pt x="4657686" y="4004958"/>
                  </a:lnTo>
                  <a:lnTo>
                    <a:pt x="4609083" y="4012063"/>
                  </a:lnTo>
                  <a:lnTo>
                    <a:pt x="4574246" y="4016673"/>
                  </a:lnTo>
                  <a:lnTo>
                    <a:pt x="4552548" y="4019281"/>
                  </a:lnTo>
                  <a:lnTo>
                    <a:pt x="4541854" y="4020454"/>
                  </a:lnTo>
                  <a:lnTo>
                    <a:pt x="4538697" y="4020771"/>
                  </a:lnTo>
                  <a:lnTo>
                    <a:pt x="4538543" y="4020785"/>
                  </a:lnTo>
                  <a:lnTo>
                    <a:pt x="4016409" y="4020785"/>
                  </a:lnTo>
                  <a:lnTo>
                    <a:pt x="4015237" y="4020714"/>
                  </a:lnTo>
                  <a:lnTo>
                    <a:pt x="4007557" y="4020203"/>
                  </a:lnTo>
                  <a:lnTo>
                    <a:pt x="3988305" y="4018790"/>
                  </a:lnTo>
                  <a:lnTo>
                    <a:pt x="3954161" y="4016013"/>
                  </a:lnTo>
                  <a:lnTo>
                    <a:pt x="3903835" y="4011457"/>
                  </a:lnTo>
                  <a:lnTo>
                    <a:pt x="3838147" y="4004803"/>
                  </a:lnTo>
                  <a:lnTo>
                    <a:pt x="3759735" y="3995858"/>
                  </a:lnTo>
                  <a:lnTo>
                    <a:pt x="3672402" y="3984548"/>
                  </a:lnTo>
                  <a:lnTo>
                    <a:pt x="3580336" y="3970889"/>
                  </a:lnTo>
                  <a:lnTo>
                    <a:pt x="3487396" y="3954936"/>
                  </a:lnTo>
                  <a:lnTo>
                    <a:pt x="3396669" y="3936728"/>
                  </a:lnTo>
                  <a:lnTo>
                    <a:pt x="3310288" y="3916250"/>
                  </a:lnTo>
                  <a:lnTo>
                    <a:pt x="3229472" y="3893406"/>
                  </a:lnTo>
                  <a:lnTo>
                    <a:pt x="3154682" y="3868006"/>
                  </a:lnTo>
                  <a:lnTo>
                    <a:pt x="3085817" y="3839767"/>
                  </a:lnTo>
                  <a:lnTo>
                    <a:pt x="3022396" y="3808311"/>
                  </a:lnTo>
                  <a:lnTo>
                    <a:pt x="2963704" y="3773187"/>
                  </a:lnTo>
                  <a:lnTo>
                    <a:pt x="2908909" y="3733894"/>
                  </a:lnTo>
                  <a:lnTo>
                    <a:pt x="2857141" y="3689928"/>
                  </a:lnTo>
                  <a:lnTo>
                    <a:pt x="2807565" y="3640868"/>
                  </a:lnTo>
                  <a:lnTo>
                    <a:pt x="2770117" y="3599130"/>
                  </a:lnTo>
                  <a:lnTo>
                    <a:pt x="2731260" y="3551652"/>
                  </a:lnTo>
                  <a:lnTo>
                    <a:pt x="2692770" y="3500554"/>
                  </a:lnTo>
                  <a:lnTo>
                    <a:pt x="2654400" y="3445765"/>
                  </a:lnTo>
                  <a:lnTo>
                    <a:pt x="2615959" y="3387275"/>
                  </a:lnTo>
                  <a:lnTo>
                    <a:pt x="2577303" y="3325147"/>
                  </a:lnTo>
                  <a:lnTo>
                    <a:pt x="2538337" y="3259522"/>
                  </a:lnTo>
                  <a:lnTo>
                    <a:pt x="2499004" y="3190621"/>
                  </a:lnTo>
                  <a:lnTo>
                    <a:pt x="2459286" y="3118751"/>
                  </a:lnTo>
                  <a:lnTo>
                    <a:pt x="2419198" y="3044296"/>
                  </a:lnTo>
                  <a:lnTo>
                    <a:pt x="2378784" y="2967716"/>
                  </a:lnTo>
                  <a:lnTo>
                    <a:pt x="2338114" y="2889533"/>
                  </a:lnTo>
                  <a:lnTo>
                    <a:pt x="2297274" y="2810322"/>
                  </a:lnTo>
                  <a:lnTo>
                    <a:pt x="2256363" y="2730686"/>
                  </a:lnTo>
                  <a:lnTo>
                    <a:pt x="2215484" y="2651247"/>
                  </a:lnTo>
                  <a:lnTo>
                    <a:pt x="2174740" y="2572615"/>
                  </a:lnTo>
                  <a:lnTo>
                    <a:pt x="2134223" y="2495380"/>
                  </a:lnTo>
                  <a:lnTo>
                    <a:pt x="2094008" y="2420084"/>
                  </a:lnTo>
                  <a:lnTo>
                    <a:pt x="2054150" y="2347211"/>
                  </a:lnTo>
                  <a:lnTo>
                    <a:pt x="2014675" y="2277175"/>
                  </a:lnTo>
                  <a:lnTo>
                    <a:pt x="1975578" y="2210310"/>
                  </a:lnTo>
                  <a:lnTo>
                    <a:pt x="1936817" y="2146871"/>
                  </a:lnTo>
                  <a:lnTo>
                    <a:pt x="1898310" y="2087028"/>
                  </a:lnTo>
                  <a:lnTo>
                    <a:pt x="1859934" y="2030870"/>
                  </a:lnTo>
                  <a:lnTo>
                    <a:pt x="1821514" y="1978416"/>
                  </a:lnTo>
                  <a:lnTo>
                    <a:pt x="1782825" y="1929614"/>
                  </a:lnTo>
                  <a:lnTo>
                    <a:pt x="1768425" y="1912508"/>
                  </a:lnTo>
                  <a:lnTo>
                    <a:pt x="1720040" y="1859340"/>
                  </a:lnTo>
                  <a:lnTo>
                    <a:pt x="1670041" y="1811447"/>
                  </a:lnTo>
                  <a:lnTo>
                    <a:pt x="1617671" y="1768568"/>
                  </a:lnTo>
                  <a:lnTo>
                    <a:pt x="1562080" y="1730252"/>
                  </a:lnTo>
                  <a:lnTo>
                    <a:pt x="1502400" y="1695991"/>
                  </a:lnTo>
                  <a:lnTo>
                    <a:pt x="1437817" y="1665291"/>
                  </a:lnTo>
                  <a:lnTo>
                    <a:pt x="1367658" y="1637716"/>
                  </a:lnTo>
                  <a:lnTo>
                    <a:pt x="1291512" y="1612909"/>
                  </a:lnTo>
                  <a:lnTo>
                    <a:pt x="1209388" y="1590608"/>
                  </a:lnTo>
                  <a:lnTo>
                    <a:pt x="1121899" y="1570642"/>
                  </a:lnTo>
                  <a:lnTo>
                    <a:pt x="1030457" y="1552937"/>
                  </a:lnTo>
                  <a:lnTo>
                    <a:pt x="937413" y="1537493"/>
                  </a:lnTo>
                  <a:lnTo>
                    <a:pt x="846049" y="1524355"/>
                  </a:lnTo>
                  <a:lnTo>
                    <a:pt x="760349" y="1513575"/>
                  </a:lnTo>
                  <a:lnTo>
                    <a:pt x="684482" y="1505152"/>
                  </a:lnTo>
                  <a:lnTo>
                    <a:pt x="622057" y="1498989"/>
                  </a:lnTo>
                  <a:lnTo>
                    <a:pt x="575352" y="1494863"/>
                  </a:lnTo>
                  <a:lnTo>
                    <a:pt x="544726" y="1492430"/>
                  </a:lnTo>
                  <a:lnTo>
                    <a:pt x="528417" y="1491259"/>
                  </a:lnTo>
                  <a:lnTo>
                    <a:pt x="522689" y="1490886"/>
                  </a:lnTo>
                  <a:lnTo>
                    <a:pt x="522133" y="1490853"/>
                  </a:lnTo>
                  <a:lnTo>
                    <a:pt x="0" y="1490853"/>
                  </a:lnTo>
                  <a:close/>
                </a:path>
              </a:pathLst>
            </a:custGeom>
            <a:solidFill>
              <a:srgbClr val="8FA8D6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237" name="pl237"/>
            <p:cNvSpPr/>
            <p:nvPr/>
          </p:nvSpPr>
          <p:spPr>
            <a:xfrm>
              <a:off x="386606" y="1626024"/>
              <a:ext cx="8554953" cy="4020785"/>
            </a:xfrm>
            <a:custGeom>
              <a:avLst/>
              <a:pathLst>
                <a:path w="8554953" h="4020785">
                  <a:moveTo>
                    <a:pt x="0" y="1490853"/>
                  </a:moveTo>
                  <a:lnTo>
                    <a:pt x="522133" y="1490853"/>
                  </a:lnTo>
                  <a:lnTo>
                    <a:pt x="523306" y="1490924"/>
                  </a:lnTo>
                  <a:lnTo>
                    <a:pt x="530985" y="1491435"/>
                  </a:lnTo>
                  <a:lnTo>
                    <a:pt x="550238" y="1492848"/>
                  </a:lnTo>
                  <a:lnTo>
                    <a:pt x="584381" y="1495625"/>
                  </a:lnTo>
                  <a:lnTo>
                    <a:pt x="634708" y="1500181"/>
                  </a:lnTo>
                  <a:lnTo>
                    <a:pt x="700395" y="1506835"/>
                  </a:lnTo>
                  <a:lnTo>
                    <a:pt x="778808" y="1515780"/>
                  </a:lnTo>
                  <a:lnTo>
                    <a:pt x="866140" y="1527090"/>
                  </a:lnTo>
                  <a:lnTo>
                    <a:pt x="958207" y="1540749"/>
                  </a:lnTo>
                  <a:lnTo>
                    <a:pt x="1051146" y="1556702"/>
                  </a:lnTo>
                  <a:lnTo>
                    <a:pt x="1141873" y="1574910"/>
                  </a:lnTo>
                  <a:lnTo>
                    <a:pt x="1228254" y="1595388"/>
                  </a:lnTo>
                  <a:lnTo>
                    <a:pt x="1309070" y="1618232"/>
                  </a:lnTo>
                  <a:lnTo>
                    <a:pt x="1383860" y="1643632"/>
                  </a:lnTo>
                  <a:lnTo>
                    <a:pt x="1452725" y="1671871"/>
                  </a:lnTo>
                  <a:lnTo>
                    <a:pt x="1516147" y="1703327"/>
                  </a:lnTo>
                  <a:lnTo>
                    <a:pt x="1574838" y="1738451"/>
                  </a:lnTo>
                  <a:lnTo>
                    <a:pt x="1629633" y="1777744"/>
                  </a:lnTo>
                  <a:lnTo>
                    <a:pt x="1681401" y="1821710"/>
                  </a:lnTo>
                  <a:lnTo>
                    <a:pt x="1730977" y="1870770"/>
                  </a:lnTo>
                  <a:lnTo>
                    <a:pt x="1768425" y="1912508"/>
                  </a:lnTo>
                  <a:lnTo>
                    <a:pt x="1807283" y="1959986"/>
                  </a:lnTo>
                  <a:lnTo>
                    <a:pt x="1845772" y="2011084"/>
                  </a:lnTo>
                  <a:lnTo>
                    <a:pt x="1884142" y="2065873"/>
                  </a:lnTo>
                  <a:lnTo>
                    <a:pt x="1922583" y="2124363"/>
                  </a:lnTo>
                  <a:lnTo>
                    <a:pt x="1961239" y="2186491"/>
                  </a:lnTo>
                  <a:lnTo>
                    <a:pt x="2000205" y="2252116"/>
                  </a:lnTo>
                  <a:lnTo>
                    <a:pt x="2039538" y="2321017"/>
                  </a:lnTo>
                  <a:lnTo>
                    <a:pt x="2079256" y="2392887"/>
                  </a:lnTo>
                  <a:lnTo>
                    <a:pt x="2119345" y="2467342"/>
                  </a:lnTo>
                  <a:lnTo>
                    <a:pt x="2159758" y="2543922"/>
                  </a:lnTo>
                  <a:lnTo>
                    <a:pt x="2200429" y="2622105"/>
                  </a:lnTo>
                  <a:lnTo>
                    <a:pt x="2241269" y="2701316"/>
                  </a:lnTo>
                  <a:lnTo>
                    <a:pt x="2282180" y="2780952"/>
                  </a:lnTo>
                  <a:lnTo>
                    <a:pt x="2323058" y="2860391"/>
                  </a:lnTo>
                  <a:lnTo>
                    <a:pt x="2363802" y="2939023"/>
                  </a:lnTo>
                  <a:lnTo>
                    <a:pt x="2404319" y="3016258"/>
                  </a:lnTo>
                  <a:lnTo>
                    <a:pt x="2444534" y="3091554"/>
                  </a:lnTo>
                  <a:lnTo>
                    <a:pt x="2484392" y="3164427"/>
                  </a:lnTo>
                  <a:lnTo>
                    <a:pt x="2523867" y="3234463"/>
                  </a:lnTo>
                  <a:lnTo>
                    <a:pt x="2562964" y="3301328"/>
                  </a:lnTo>
                  <a:lnTo>
                    <a:pt x="2601726" y="3364767"/>
                  </a:lnTo>
                  <a:lnTo>
                    <a:pt x="2640232" y="3424610"/>
                  </a:lnTo>
                  <a:lnTo>
                    <a:pt x="2678608" y="3480768"/>
                  </a:lnTo>
                  <a:lnTo>
                    <a:pt x="2717028" y="3533222"/>
                  </a:lnTo>
                  <a:lnTo>
                    <a:pt x="2755717" y="3582024"/>
                  </a:lnTo>
                  <a:lnTo>
                    <a:pt x="2770117" y="3599130"/>
                  </a:lnTo>
                  <a:lnTo>
                    <a:pt x="2818503" y="3652298"/>
                  </a:lnTo>
                  <a:lnTo>
                    <a:pt x="2868501" y="3700191"/>
                  </a:lnTo>
                  <a:lnTo>
                    <a:pt x="2920871" y="3743070"/>
                  </a:lnTo>
                  <a:lnTo>
                    <a:pt x="2976462" y="3781386"/>
                  </a:lnTo>
                  <a:lnTo>
                    <a:pt x="3036142" y="3815647"/>
                  </a:lnTo>
                  <a:lnTo>
                    <a:pt x="3100725" y="3846347"/>
                  </a:lnTo>
                  <a:lnTo>
                    <a:pt x="3170884" y="3873922"/>
                  </a:lnTo>
                  <a:lnTo>
                    <a:pt x="3247030" y="3898729"/>
                  </a:lnTo>
                  <a:lnTo>
                    <a:pt x="3329154" y="3921030"/>
                  </a:lnTo>
                  <a:lnTo>
                    <a:pt x="3416644" y="3940996"/>
                  </a:lnTo>
                  <a:lnTo>
                    <a:pt x="3508085" y="3958701"/>
                  </a:lnTo>
                  <a:lnTo>
                    <a:pt x="3601130" y="3974145"/>
                  </a:lnTo>
                  <a:lnTo>
                    <a:pt x="3692493" y="3987283"/>
                  </a:lnTo>
                  <a:lnTo>
                    <a:pt x="3778193" y="3998063"/>
                  </a:lnTo>
                  <a:lnTo>
                    <a:pt x="3854061" y="4006486"/>
                  </a:lnTo>
                  <a:lnTo>
                    <a:pt x="3916485" y="4012649"/>
                  </a:lnTo>
                  <a:lnTo>
                    <a:pt x="3963190" y="4016775"/>
                  </a:lnTo>
                  <a:lnTo>
                    <a:pt x="3993816" y="4019208"/>
                  </a:lnTo>
                  <a:lnTo>
                    <a:pt x="4010125" y="4020379"/>
                  </a:lnTo>
                  <a:lnTo>
                    <a:pt x="4015853" y="4020752"/>
                  </a:lnTo>
                  <a:lnTo>
                    <a:pt x="4016409" y="4020785"/>
                  </a:lnTo>
                  <a:lnTo>
                    <a:pt x="4538543" y="4020785"/>
                  </a:lnTo>
                  <a:lnTo>
                    <a:pt x="4539465" y="4020696"/>
                  </a:lnTo>
                  <a:lnTo>
                    <a:pt x="4545534" y="4020063"/>
                  </a:lnTo>
                  <a:lnTo>
                    <a:pt x="4560864" y="4018311"/>
                  </a:lnTo>
                  <a:lnTo>
                    <a:pt x="4588344" y="4014862"/>
                  </a:lnTo>
                  <a:lnTo>
                    <a:pt x="4629440" y="4009176"/>
                  </a:lnTo>
                  <a:lnTo>
                    <a:pt x="4684080" y="4000806"/>
                  </a:lnTo>
                  <a:lnTo>
                    <a:pt x="4750759" y="3989443"/>
                  </a:lnTo>
                  <a:lnTo>
                    <a:pt x="4826880" y="3974923"/>
                  </a:lnTo>
                  <a:lnTo>
                    <a:pt x="4909256" y="3957208"/>
                  </a:lnTo>
                  <a:lnTo>
                    <a:pt x="4994635" y="3936342"/>
                  </a:lnTo>
                  <a:lnTo>
                    <a:pt x="5080119" y="3912396"/>
                  </a:lnTo>
                  <a:lnTo>
                    <a:pt x="5163418" y="3885409"/>
                  </a:lnTo>
                  <a:lnTo>
                    <a:pt x="5242936" y="3855357"/>
                  </a:lnTo>
                  <a:lnTo>
                    <a:pt x="5317735" y="3822117"/>
                  </a:lnTo>
                  <a:lnTo>
                    <a:pt x="5387426" y="3785462"/>
                  </a:lnTo>
                  <a:lnTo>
                    <a:pt x="5452038" y="3745052"/>
                  </a:lnTo>
                  <a:lnTo>
                    <a:pt x="5511897" y="3700444"/>
                  </a:lnTo>
                  <a:lnTo>
                    <a:pt x="5567520" y="3651101"/>
                  </a:lnTo>
                  <a:lnTo>
                    <a:pt x="5619533" y="3596417"/>
                  </a:lnTo>
                  <a:lnTo>
                    <a:pt x="5668614" y="3535754"/>
                  </a:lnTo>
                  <a:lnTo>
                    <a:pt x="5715436" y="3468517"/>
                  </a:lnTo>
                  <a:lnTo>
                    <a:pt x="5760630" y="3394260"/>
                  </a:lnTo>
                  <a:lnTo>
                    <a:pt x="5784835" y="3350654"/>
                  </a:lnTo>
                  <a:lnTo>
                    <a:pt x="5817041" y="3288584"/>
                  </a:lnTo>
                  <a:lnTo>
                    <a:pt x="5848963" y="3222590"/>
                  </a:lnTo>
                  <a:lnTo>
                    <a:pt x="5880750" y="3152591"/>
                  </a:lnTo>
                  <a:lnTo>
                    <a:pt x="5912524" y="3078555"/>
                  </a:lnTo>
                  <a:lnTo>
                    <a:pt x="5944381" y="3000497"/>
                  </a:lnTo>
                  <a:lnTo>
                    <a:pt x="5976398" y="2918489"/>
                  </a:lnTo>
                  <a:lnTo>
                    <a:pt x="6008626" y="2832663"/>
                  </a:lnTo>
                  <a:lnTo>
                    <a:pt x="6041101" y="2743210"/>
                  </a:lnTo>
                  <a:lnTo>
                    <a:pt x="6073838" y="2650382"/>
                  </a:lnTo>
                  <a:lnTo>
                    <a:pt x="6106839" y="2554496"/>
                  </a:lnTo>
                  <a:lnTo>
                    <a:pt x="6140086" y="2455924"/>
                  </a:lnTo>
                  <a:lnTo>
                    <a:pt x="6173553" y="2355093"/>
                  </a:lnTo>
                  <a:lnTo>
                    <a:pt x="6207200" y="2252476"/>
                  </a:lnTo>
                  <a:lnTo>
                    <a:pt x="6240978" y="2148585"/>
                  </a:lnTo>
                  <a:lnTo>
                    <a:pt x="6274833" y="2043960"/>
                  </a:lnTo>
                  <a:lnTo>
                    <a:pt x="6308707" y="1939155"/>
                  </a:lnTo>
                  <a:lnTo>
                    <a:pt x="6342542" y="1834730"/>
                  </a:lnTo>
                  <a:lnTo>
                    <a:pt x="6376278" y="1731237"/>
                  </a:lnTo>
                  <a:lnTo>
                    <a:pt x="6409866" y="1629205"/>
                  </a:lnTo>
                  <a:lnTo>
                    <a:pt x="6443257" y="1529134"/>
                  </a:lnTo>
                  <a:lnTo>
                    <a:pt x="6476419" y="1431481"/>
                  </a:lnTo>
                  <a:lnTo>
                    <a:pt x="6509325" y="1336655"/>
                  </a:lnTo>
                  <a:lnTo>
                    <a:pt x="6541968" y="1245008"/>
                  </a:lnTo>
                  <a:lnTo>
                    <a:pt x="6574351" y="1156832"/>
                  </a:lnTo>
                  <a:lnTo>
                    <a:pt x="6606498" y="1072360"/>
                  </a:lnTo>
                  <a:lnTo>
                    <a:pt x="6638450" y="991761"/>
                  </a:lnTo>
                  <a:lnTo>
                    <a:pt x="6670268" y="915144"/>
                  </a:lnTo>
                  <a:lnTo>
                    <a:pt x="6702034" y="842560"/>
                  </a:lnTo>
                  <a:lnTo>
                    <a:pt x="6733854" y="774007"/>
                  </a:lnTo>
                  <a:lnTo>
                    <a:pt x="6765860" y="709436"/>
                  </a:lnTo>
                  <a:lnTo>
                    <a:pt x="6786527" y="670130"/>
                  </a:lnTo>
                  <a:lnTo>
                    <a:pt x="6831064" y="591959"/>
                  </a:lnTo>
                  <a:lnTo>
                    <a:pt x="6876924" y="520925"/>
                  </a:lnTo>
                  <a:lnTo>
                    <a:pt x="6924689" y="456737"/>
                  </a:lnTo>
                  <a:lnTo>
                    <a:pt x="6975014" y="398864"/>
                  </a:lnTo>
                  <a:lnTo>
                    <a:pt x="7028583" y="346680"/>
                  </a:lnTo>
                  <a:lnTo>
                    <a:pt x="7086054" y="299556"/>
                  </a:lnTo>
                  <a:lnTo>
                    <a:pt x="7148015" y="256914"/>
                  </a:lnTo>
                  <a:lnTo>
                    <a:pt x="7214905" y="218256"/>
                  </a:lnTo>
                  <a:lnTo>
                    <a:pt x="7286931" y="183185"/>
                  </a:lnTo>
                  <a:lnTo>
                    <a:pt x="7363948" y="151413"/>
                  </a:lnTo>
                  <a:lnTo>
                    <a:pt x="7445335" y="122760"/>
                  </a:lnTo>
                  <a:lnTo>
                    <a:pt x="7529865" y="97150"/>
                  </a:lnTo>
                  <a:lnTo>
                    <a:pt x="7615625" y="74593"/>
                  </a:lnTo>
                  <a:lnTo>
                    <a:pt x="7700030" y="55148"/>
                  </a:lnTo>
                  <a:lnTo>
                    <a:pt x="7779980" y="38880"/>
                  </a:lnTo>
                  <a:lnTo>
                    <a:pt x="7852191" y="25803"/>
                  </a:lnTo>
                  <a:lnTo>
                    <a:pt x="7913676" y="15827"/>
                  </a:lnTo>
                  <a:lnTo>
                    <a:pt x="7962279" y="8722"/>
                  </a:lnTo>
                  <a:lnTo>
                    <a:pt x="7997116" y="4112"/>
                  </a:lnTo>
                  <a:lnTo>
                    <a:pt x="8018814" y="1503"/>
                  </a:lnTo>
                  <a:lnTo>
                    <a:pt x="8029508" y="331"/>
                  </a:lnTo>
                  <a:lnTo>
                    <a:pt x="8032665" y="14"/>
                  </a:lnTo>
                  <a:lnTo>
                    <a:pt x="8032819" y="0"/>
                  </a:lnTo>
                  <a:lnTo>
                    <a:pt x="8554953" y="0"/>
                  </a:lnTo>
                  <a:lnTo>
                    <a:pt x="8554953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38" name="pl238"/>
            <p:cNvSpPr/>
            <p:nvPr/>
          </p:nvSpPr>
          <p:spPr>
            <a:xfrm>
              <a:off x="386606" y="1614730"/>
              <a:ext cx="8554953" cy="4020785"/>
            </a:xfrm>
            <a:custGeom>
              <a:avLst/>
              <a:pathLst>
                <a:path w="8554953" h="4020785">
                  <a:moveTo>
                    <a:pt x="8554953" y="0"/>
                  </a:moveTo>
                  <a:lnTo>
                    <a:pt x="8032819" y="0"/>
                  </a:lnTo>
                  <a:lnTo>
                    <a:pt x="8031897" y="88"/>
                  </a:lnTo>
                  <a:lnTo>
                    <a:pt x="8025828" y="722"/>
                  </a:lnTo>
                  <a:lnTo>
                    <a:pt x="8010498" y="2474"/>
                  </a:lnTo>
                  <a:lnTo>
                    <a:pt x="7983018" y="5923"/>
                  </a:lnTo>
                  <a:lnTo>
                    <a:pt x="7941922" y="11609"/>
                  </a:lnTo>
                  <a:lnTo>
                    <a:pt x="7887282" y="19979"/>
                  </a:lnTo>
                  <a:lnTo>
                    <a:pt x="7820603" y="31342"/>
                  </a:lnTo>
                  <a:lnTo>
                    <a:pt x="7744482" y="45862"/>
                  </a:lnTo>
                  <a:lnTo>
                    <a:pt x="7662106" y="63577"/>
                  </a:lnTo>
                  <a:lnTo>
                    <a:pt x="7576727" y="84443"/>
                  </a:lnTo>
                  <a:lnTo>
                    <a:pt x="7491243" y="108389"/>
                  </a:lnTo>
                  <a:lnTo>
                    <a:pt x="7407944" y="135375"/>
                  </a:lnTo>
                  <a:lnTo>
                    <a:pt x="7328426" y="165428"/>
                  </a:lnTo>
                  <a:lnTo>
                    <a:pt x="7253627" y="198668"/>
                  </a:lnTo>
                  <a:lnTo>
                    <a:pt x="7183936" y="235323"/>
                  </a:lnTo>
                  <a:lnTo>
                    <a:pt x="7119324" y="275733"/>
                  </a:lnTo>
                  <a:lnTo>
                    <a:pt x="7059465" y="320340"/>
                  </a:lnTo>
                  <a:lnTo>
                    <a:pt x="7003842" y="369683"/>
                  </a:lnTo>
                  <a:lnTo>
                    <a:pt x="6951829" y="424368"/>
                  </a:lnTo>
                  <a:lnTo>
                    <a:pt x="6902748" y="485031"/>
                  </a:lnTo>
                  <a:lnTo>
                    <a:pt x="6855926" y="552268"/>
                  </a:lnTo>
                  <a:lnTo>
                    <a:pt x="6810732" y="626525"/>
                  </a:lnTo>
                  <a:lnTo>
                    <a:pt x="6786527" y="670130"/>
                  </a:lnTo>
                  <a:lnTo>
                    <a:pt x="6754321" y="732200"/>
                  </a:lnTo>
                  <a:lnTo>
                    <a:pt x="6722399" y="798195"/>
                  </a:lnTo>
                  <a:lnTo>
                    <a:pt x="6690612" y="868193"/>
                  </a:lnTo>
                  <a:lnTo>
                    <a:pt x="6658838" y="942230"/>
                  </a:lnTo>
                  <a:lnTo>
                    <a:pt x="6626981" y="1020288"/>
                  </a:lnTo>
                  <a:lnTo>
                    <a:pt x="6594964" y="1102295"/>
                  </a:lnTo>
                  <a:lnTo>
                    <a:pt x="6562736" y="1188122"/>
                  </a:lnTo>
                  <a:lnTo>
                    <a:pt x="6530261" y="1277575"/>
                  </a:lnTo>
                  <a:lnTo>
                    <a:pt x="6497524" y="1370403"/>
                  </a:lnTo>
                  <a:lnTo>
                    <a:pt x="6464523" y="1466289"/>
                  </a:lnTo>
                  <a:lnTo>
                    <a:pt x="6431276" y="1564861"/>
                  </a:lnTo>
                  <a:lnTo>
                    <a:pt x="6397809" y="1665692"/>
                  </a:lnTo>
                  <a:lnTo>
                    <a:pt x="6364162" y="1768309"/>
                  </a:lnTo>
                  <a:lnTo>
                    <a:pt x="6330384" y="1872199"/>
                  </a:lnTo>
                  <a:lnTo>
                    <a:pt x="6296529" y="1976825"/>
                  </a:lnTo>
                  <a:lnTo>
                    <a:pt x="6262655" y="2081630"/>
                  </a:lnTo>
                  <a:lnTo>
                    <a:pt x="6228820" y="2186054"/>
                  </a:lnTo>
                  <a:lnTo>
                    <a:pt x="6195083" y="2289548"/>
                  </a:lnTo>
                  <a:lnTo>
                    <a:pt x="6161496" y="2391580"/>
                  </a:lnTo>
                  <a:lnTo>
                    <a:pt x="6128104" y="2491651"/>
                  </a:lnTo>
                  <a:lnTo>
                    <a:pt x="6094943" y="2589304"/>
                  </a:lnTo>
                  <a:lnTo>
                    <a:pt x="6062036" y="2684130"/>
                  </a:lnTo>
                  <a:lnTo>
                    <a:pt x="6029394" y="2775777"/>
                  </a:lnTo>
                  <a:lnTo>
                    <a:pt x="5997011" y="2863953"/>
                  </a:lnTo>
                  <a:lnTo>
                    <a:pt x="5964864" y="2948425"/>
                  </a:lnTo>
                  <a:lnTo>
                    <a:pt x="5932912" y="3029024"/>
                  </a:lnTo>
                  <a:lnTo>
                    <a:pt x="5901094" y="3105641"/>
                  </a:lnTo>
                  <a:lnTo>
                    <a:pt x="5869328" y="3178225"/>
                  </a:lnTo>
                  <a:lnTo>
                    <a:pt x="5837508" y="3246777"/>
                  </a:lnTo>
                  <a:lnTo>
                    <a:pt x="5805502" y="3311349"/>
                  </a:lnTo>
                  <a:lnTo>
                    <a:pt x="5784835" y="3350654"/>
                  </a:lnTo>
                  <a:lnTo>
                    <a:pt x="5740298" y="3428826"/>
                  </a:lnTo>
                  <a:lnTo>
                    <a:pt x="5694438" y="3499860"/>
                  </a:lnTo>
                  <a:lnTo>
                    <a:pt x="5646673" y="3564048"/>
                  </a:lnTo>
                  <a:lnTo>
                    <a:pt x="5596348" y="3621921"/>
                  </a:lnTo>
                  <a:lnTo>
                    <a:pt x="5542779" y="3674105"/>
                  </a:lnTo>
                  <a:lnTo>
                    <a:pt x="5485308" y="3721229"/>
                  </a:lnTo>
                  <a:lnTo>
                    <a:pt x="5423347" y="3763871"/>
                  </a:lnTo>
                  <a:lnTo>
                    <a:pt x="5356457" y="3802529"/>
                  </a:lnTo>
                  <a:lnTo>
                    <a:pt x="5284431" y="3837600"/>
                  </a:lnTo>
                  <a:lnTo>
                    <a:pt x="5207413" y="3869372"/>
                  </a:lnTo>
                  <a:lnTo>
                    <a:pt x="5126027" y="3898025"/>
                  </a:lnTo>
                  <a:lnTo>
                    <a:pt x="5041497" y="3923634"/>
                  </a:lnTo>
                  <a:lnTo>
                    <a:pt x="4955737" y="3946191"/>
                  </a:lnTo>
                  <a:lnTo>
                    <a:pt x="4871332" y="3965636"/>
                  </a:lnTo>
                  <a:lnTo>
                    <a:pt x="4791382" y="3981905"/>
                  </a:lnTo>
                  <a:lnTo>
                    <a:pt x="4719171" y="3994982"/>
                  </a:lnTo>
                  <a:lnTo>
                    <a:pt x="4657686" y="4004958"/>
                  </a:lnTo>
                  <a:lnTo>
                    <a:pt x="4609083" y="4012063"/>
                  </a:lnTo>
                  <a:lnTo>
                    <a:pt x="4574246" y="4016673"/>
                  </a:lnTo>
                  <a:lnTo>
                    <a:pt x="4552548" y="4019281"/>
                  </a:lnTo>
                  <a:lnTo>
                    <a:pt x="4541854" y="4020454"/>
                  </a:lnTo>
                  <a:lnTo>
                    <a:pt x="4538697" y="4020771"/>
                  </a:lnTo>
                  <a:lnTo>
                    <a:pt x="4538543" y="4020785"/>
                  </a:lnTo>
                  <a:lnTo>
                    <a:pt x="4016409" y="4020785"/>
                  </a:lnTo>
                  <a:lnTo>
                    <a:pt x="4015237" y="4020714"/>
                  </a:lnTo>
                  <a:lnTo>
                    <a:pt x="4007557" y="4020203"/>
                  </a:lnTo>
                  <a:lnTo>
                    <a:pt x="3988305" y="4018790"/>
                  </a:lnTo>
                  <a:lnTo>
                    <a:pt x="3954161" y="4016013"/>
                  </a:lnTo>
                  <a:lnTo>
                    <a:pt x="3903835" y="4011457"/>
                  </a:lnTo>
                  <a:lnTo>
                    <a:pt x="3838147" y="4004803"/>
                  </a:lnTo>
                  <a:lnTo>
                    <a:pt x="3759735" y="3995858"/>
                  </a:lnTo>
                  <a:lnTo>
                    <a:pt x="3672402" y="3984548"/>
                  </a:lnTo>
                  <a:lnTo>
                    <a:pt x="3580336" y="3970889"/>
                  </a:lnTo>
                  <a:lnTo>
                    <a:pt x="3487396" y="3954936"/>
                  </a:lnTo>
                  <a:lnTo>
                    <a:pt x="3396669" y="3936728"/>
                  </a:lnTo>
                  <a:lnTo>
                    <a:pt x="3310288" y="3916250"/>
                  </a:lnTo>
                  <a:lnTo>
                    <a:pt x="3229472" y="3893406"/>
                  </a:lnTo>
                  <a:lnTo>
                    <a:pt x="3154682" y="3868006"/>
                  </a:lnTo>
                  <a:lnTo>
                    <a:pt x="3085817" y="3839767"/>
                  </a:lnTo>
                  <a:lnTo>
                    <a:pt x="3022396" y="3808311"/>
                  </a:lnTo>
                  <a:lnTo>
                    <a:pt x="2963704" y="3773187"/>
                  </a:lnTo>
                  <a:lnTo>
                    <a:pt x="2908909" y="3733894"/>
                  </a:lnTo>
                  <a:lnTo>
                    <a:pt x="2857141" y="3689928"/>
                  </a:lnTo>
                  <a:lnTo>
                    <a:pt x="2807565" y="3640868"/>
                  </a:lnTo>
                  <a:lnTo>
                    <a:pt x="2770117" y="3599130"/>
                  </a:lnTo>
                  <a:lnTo>
                    <a:pt x="2731260" y="3551652"/>
                  </a:lnTo>
                  <a:lnTo>
                    <a:pt x="2692770" y="3500554"/>
                  </a:lnTo>
                  <a:lnTo>
                    <a:pt x="2654400" y="3445765"/>
                  </a:lnTo>
                  <a:lnTo>
                    <a:pt x="2615959" y="3387275"/>
                  </a:lnTo>
                  <a:lnTo>
                    <a:pt x="2577303" y="3325147"/>
                  </a:lnTo>
                  <a:lnTo>
                    <a:pt x="2538337" y="3259522"/>
                  </a:lnTo>
                  <a:lnTo>
                    <a:pt x="2499004" y="3190621"/>
                  </a:lnTo>
                  <a:lnTo>
                    <a:pt x="2459286" y="3118751"/>
                  </a:lnTo>
                  <a:lnTo>
                    <a:pt x="2419198" y="3044296"/>
                  </a:lnTo>
                  <a:lnTo>
                    <a:pt x="2378784" y="2967716"/>
                  </a:lnTo>
                  <a:lnTo>
                    <a:pt x="2338114" y="2889533"/>
                  </a:lnTo>
                  <a:lnTo>
                    <a:pt x="2297274" y="2810322"/>
                  </a:lnTo>
                  <a:lnTo>
                    <a:pt x="2256363" y="2730686"/>
                  </a:lnTo>
                  <a:lnTo>
                    <a:pt x="2215484" y="2651247"/>
                  </a:lnTo>
                  <a:lnTo>
                    <a:pt x="2174740" y="2572615"/>
                  </a:lnTo>
                  <a:lnTo>
                    <a:pt x="2134223" y="2495380"/>
                  </a:lnTo>
                  <a:lnTo>
                    <a:pt x="2094008" y="2420084"/>
                  </a:lnTo>
                  <a:lnTo>
                    <a:pt x="2054150" y="2347211"/>
                  </a:lnTo>
                  <a:lnTo>
                    <a:pt x="2014675" y="2277175"/>
                  </a:lnTo>
                  <a:lnTo>
                    <a:pt x="1975578" y="2210310"/>
                  </a:lnTo>
                  <a:lnTo>
                    <a:pt x="1936817" y="2146871"/>
                  </a:lnTo>
                  <a:lnTo>
                    <a:pt x="1898310" y="2087028"/>
                  </a:lnTo>
                  <a:lnTo>
                    <a:pt x="1859934" y="2030870"/>
                  </a:lnTo>
                  <a:lnTo>
                    <a:pt x="1821514" y="1978416"/>
                  </a:lnTo>
                  <a:lnTo>
                    <a:pt x="1782825" y="1929614"/>
                  </a:lnTo>
                  <a:lnTo>
                    <a:pt x="1768425" y="1912508"/>
                  </a:lnTo>
                  <a:lnTo>
                    <a:pt x="1720040" y="1859340"/>
                  </a:lnTo>
                  <a:lnTo>
                    <a:pt x="1670041" y="1811447"/>
                  </a:lnTo>
                  <a:lnTo>
                    <a:pt x="1617671" y="1768568"/>
                  </a:lnTo>
                  <a:lnTo>
                    <a:pt x="1562080" y="1730252"/>
                  </a:lnTo>
                  <a:lnTo>
                    <a:pt x="1502400" y="1695991"/>
                  </a:lnTo>
                  <a:lnTo>
                    <a:pt x="1437817" y="1665291"/>
                  </a:lnTo>
                  <a:lnTo>
                    <a:pt x="1367658" y="1637716"/>
                  </a:lnTo>
                  <a:lnTo>
                    <a:pt x="1291512" y="1612909"/>
                  </a:lnTo>
                  <a:lnTo>
                    <a:pt x="1209388" y="1590608"/>
                  </a:lnTo>
                  <a:lnTo>
                    <a:pt x="1121899" y="1570642"/>
                  </a:lnTo>
                  <a:lnTo>
                    <a:pt x="1030457" y="1552937"/>
                  </a:lnTo>
                  <a:lnTo>
                    <a:pt x="937413" y="1537493"/>
                  </a:lnTo>
                  <a:lnTo>
                    <a:pt x="846049" y="1524355"/>
                  </a:lnTo>
                  <a:lnTo>
                    <a:pt x="760349" y="1513575"/>
                  </a:lnTo>
                  <a:lnTo>
                    <a:pt x="684482" y="1505152"/>
                  </a:lnTo>
                  <a:lnTo>
                    <a:pt x="622057" y="1498989"/>
                  </a:lnTo>
                  <a:lnTo>
                    <a:pt x="575352" y="1494863"/>
                  </a:lnTo>
                  <a:lnTo>
                    <a:pt x="544726" y="1492430"/>
                  </a:lnTo>
                  <a:lnTo>
                    <a:pt x="528417" y="1491259"/>
                  </a:lnTo>
                  <a:lnTo>
                    <a:pt x="522689" y="1490886"/>
                  </a:lnTo>
                  <a:lnTo>
                    <a:pt x="522133" y="1490853"/>
                  </a:lnTo>
                  <a:lnTo>
                    <a:pt x="0" y="1490853"/>
                  </a:lnTo>
                  <a:lnTo>
                    <a:pt x="0" y="1490853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39" name="pg239"/>
            <p:cNvSpPr/>
            <p:nvPr/>
          </p:nvSpPr>
          <p:spPr>
            <a:xfrm>
              <a:off x="386606" y="1818028"/>
              <a:ext cx="8554953" cy="3845723"/>
            </a:xfrm>
            <a:custGeom>
              <a:avLst/>
              <a:pathLst>
                <a:path w="8554953" h="3845723">
                  <a:moveTo>
                    <a:pt x="0" y="1304496"/>
                  </a:moveTo>
                  <a:lnTo>
                    <a:pt x="522133" y="1304496"/>
                  </a:lnTo>
                  <a:lnTo>
                    <a:pt x="523305" y="1304568"/>
                  </a:lnTo>
                  <a:lnTo>
                    <a:pt x="530980" y="1305081"/>
                  </a:lnTo>
                  <a:lnTo>
                    <a:pt x="550219" y="1306499"/>
                  </a:lnTo>
                  <a:lnTo>
                    <a:pt x="584343" y="1309287"/>
                  </a:lnTo>
                  <a:lnTo>
                    <a:pt x="634641" y="1313860"/>
                  </a:lnTo>
                  <a:lnTo>
                    <a:pt x="700295" y="1320539"/>
                  </a:lnTo>
                  <a:lnTo>
                    <a:pt x="778673" y="1329519"/>
                  </a:lnTo>
                  <a:lnTo>
                    <a:pt x="865974" y="1340872"/>
                  </a:lnTo>
                  <a:lnTo>
                    <a:pt x="958014" y="1354584"/>
                  </a:lnTo>
                  <a:lnTo>
                    <a:pt x="1050934" y="1370600"/>
                  </a:lnTo>
                  <a:lnTo>
                    <a:pt x="1141649" y="1388880"/>
                  </a:lnTo>
                  <a:lnTo>
                    <a:pt x="1228023" y="1409438"/>
                  </a:lnTo>
                  <a:lnTo>
                    <a:pt x="1308838" y="1432372"/>
                  </a:lnTo>
                  <a:lnTo>
                    <a:pt x="1383629" y="1457871"/>
                  </a:lnTo>
                  <a:lnTo>
                    <a:pt x="1452498" y="1486220"/>
                  </a:lnTo>
                  <a:lnTo>
                    <a:pt x="1515923" y="1517797"/>
                  </a:lnTo>
                  <a:lnTo>
                    <a:pt x="1574617" y="1553054"/>
                  </a:lnTo>
                  <a:lnTo>
                    <a:pt x="1629413" y="1592496"/>
                  </a:lnTo>
                  <a:lnTo>
                    <a:pt x="1681180" y="1636627"/>
                  </a:lnTo>
                  <a:lnTo>
                    <a:pt x="1730753" y="1685870"/>
                  </a:lnTo>
                  <a:lnTo>
                    <a:pt x="1768425" y="1728034"/>
                  </a:lnTo>
                  <a:lnTo>
                    <a:pt x="1807219" y="1775643"/>
                  </a:lnTo>
                  <a:lnTo>
                    <a:pt x="1845646" y="1826875"/>
                  </a:lnTo>
                  <a:lnTo>
                    <a:pt x="1883952" y="1881803"/>
                  </a:lnTo>
                  <a:lnTo>
                    <a:pt x="1922329" y="1940436"/>
                  </a:lnTo>
                  <a:lnTo>
                    <a:pt x="1960919" y="2002711"/>
                  </a:lnTo>
                  <a:lnTo>
                    <a:pt x="1999818" y="2068490"/>
                  </a:lnTo>
                  <a:lnTo>
                    <a:pt x="2039082" y="2137550"/>
                  </a:lnTo>
                  <a:lnTo>
                    <a:pt x="2078731" y="2209588"/>
                  </a:lnTo>
                  <a:lnTo>
                    <a:pt x="2118748" y="2284219"/>
                  </a:lnTo>
                  <a:lnTo>
                    <a:pt x="2159090" y="2360985"/>
                  </a:lnTo>
                  <a:lnTo>
                    <a:pt x="2199690" y="2439364"/>
                  </a:lnTo>
                  <a:lnTo>
                    <a:pt x="2240460" y="2518785"/>
                  </a:lnTo>
                  <a:lnTo>
                    <a:pt x="2281304" y="2598642"/>
                  </a:lnTo>
                  <a:lnTo>
                    <a:pt x="2322116" y="2678316"/>
                  </a:lnTo>
                  <a:lnTo>
                    <a:pt x="2362798" y="2757194"/>
                  </a:lnTo>
                  <a:lnTo>
                    <a:pt x="2403255" y="2834689"/>
                  </a:lnTo>
                  <a:lnTo>
                    <a:pt x="2443413" y="2910257"/>
                  </a:lnTo>
                  <a:lnTo>
                    <a:pt x="2483216" y="2983411"/>
                  </a:lnTo>
                  <a:lnTo>
                    <a:pt x="2522638" y="3053736"/>
                  </a:lnTo>
                  <a:lnTo>
                    <a:pt x="2561682" y="3120895"/>
                  </a:lnTo>
                  <a:lnTo>
                    <a:pt x="2600390" y="3184631"/>
                  </a:lnTo>
                  <a:lnTo>
                    <a:pt x="2638840" y="3244773"/>
                  </a:lnTo>
                  <a:lnTo>
                    <a:pt x="2677155" y="3301226"/>
                  </a:lnTo>
                  <a:lnTo>
                    <a:pt x="2715506" y="3353971"/>
                  </a:lnTo>
                  <a:lnTo>
                    <a:pt x="2754115" y="3403056"/>
                  </a:lnTo>
                  <a:lnTo>
                    <a:pt x="2770117" y="3422185"/>
                  </a:lnTo>
                  <a:lnTo>
                    <a:pt x="2818491" y="3475579"/>
                  </a:lnTo>
                  <a:lnTo>
                    <a:pt x="2868477" y="3523676"/>
                  </a:lnTo>
                  <a:lnTo>
                    <a:pt x="2920834" y="3566740"/>
                  </a:lnTo>
                  <a:lnTo>
                    <a:pt x="2976409" y="3605222"/>
                  </a:lnTo>
                  <a:lnTo>
                    <a:pt x="3036071" y="3639632"/>
                  </a:lnTo>
                  <a:lnTo>
                    <a:pt x="3100632" y="3670466"/>
                  </a:lnTo>
                  <a:lnTo>
                    <a:pt x="3170767" y="3698162"/>
                  </a:lnTo>
                  <a:lnTo>
                    <a:pt x="3246885" y="3723078"/>
                  </a:lnTo>
                  <a:lnTo>
                    <a:pt x="3328979" y="3745479"/>
                  </a:lnTo>
                  <a:lnTo>
                    <a:pt x="3416438" y="3765534"/>
                  </a:lnTo>
                  <a:lnTo>
                    <a:pt x="3507851" y="3783319"/>
                  </a:lnTo>
                  <a:lnTo>
                    <a:pt x="3600874" y="3798835"/>
                  </a:lnTo>
                  <a:lnTo>
                    <a:pt x="3692227" y="3812035"/>
                  </a:lnTo>
                  <a:lnTo>
                    <a:pt x="3777931" y="3822868"/>
                  </a:lnTo>
                  <a:lnTo>
                    <a:pt x="3853821" y="3831334"/>
                  </a:lnTo>
                  <a:lnTo>
                    <a:pt x="3916284" y="3837531"/>
                  </a:lnTo>
                  <a:lnTo>
                    <a:pt x="3963040" y="3841682"/>
                  </a:lnTo>
                  <a:lnTo>
                    <a:pt x="3993721" y="3844132"/>
                  </a:lnTo>
                  <a:lnTo>
                    <a:pt x="4010080" y="3845311"/>
                  </a:lnTo>
                  <a:lnTo>
                    <a:pt x="4015844" y="3845689"/>
                  </a:lnTo>
                  <a:lnTo>
                    <a:pt x="4016409" y="3845723"/>
                  </a:lnTo>
                  <a:lnTo>
                    <a:pt x="4538543" y="3845723"/>
                  </a:lnTo>
                  <a:lnTo>
                    <a:pt x="4539478" y="3845637"/>
                  </a:lnTo>
                  <a:lnTo>
                    <a:pt x="4545631" y="3845023"/>
                  </a:lnTo>
                  <a:lnTo>
                    <a:pt x="4561166" y="3843326"/>
                  </a:lnTo>
                  <a:lnTo>
                    <a:pt x="4588998" y="3839984"/>
                  </a:lnTo>
                  <a:lnTo>
                    <a:pt x="4630588" y="3834476"/>
                  </a:lnTo>
                  <a:lnTo>
                    <a:pt x="4685830" y="3826372"/>
                  </a:lnTo>
                  <a:lnTo>
                    <a:pt x="4753163" y="3815376"/>
                  </a:lnTo>
                  <a:lnTo>
                    <a:pt x="4829927" y="3801332"/>
                  </a:lnTo>
                  <a:lnTo>
                    <a:pt x="4912879" y="3784209"/>
                  </a:lnTo>
                  <a:lnTo>
                    <a:pt x="4998728" y="3764051"/>
                  </a:lnTo>
                  <a:lnTo>
                    <a:pt x="5084557" y="3740926"/>
                  </a:lnTo>
                  <a:lnTo>
                    <a:pt x="5168079" y="3714869"/>
                  </a:lnTo>
                  <a:lnTo>
                    <a:pt x="5247714" y="3685853"/>
                  </a:lnTo>
                  <a:lnTo>
                    <a:pt x="5322546" y="3653752"/>
                  </a:lnTo>
                  <a:lnTo>
                    <a:pt x="5392211" y="3618340"/>
                  </a:lnTo>
                  <a:lnTo>
                    <a:pt x="5456764" y="3579281"/>
                  </a:lnTo>
                  <a:lnTo>
                    <a:pt x="5516553" y="3536137"/>
                  </a:lnTo>
                  <a:lnTo>
                    <a:pt x="5572114" y="3488382"/>
                  </a:lnTo>
                  <a:lnTo>
                    <a:pt x="5624088" y="3435425"/>
                  </a:lnTo>
                  <a:lnTo>
                    <a:pt x="5673164" y="3376649"/>
                  </a:lnTo>
                  <a:lnTo>
                    <a:pt x="5720023" y="3311484"/>
                  </a:lnTo>
                  <a:lnTo>
                    <a:pt x="5765297" y="3239523"/>
                  </a:lnTo>
                  <a:lnTo>
                    <a:pt x="5784835" y="3205710"/>
                  </a:lnTo>
                  <a:lnTo>
                    <a:pt x="5817690" y="3145191"/>
                  </a:lnTo>
                  <a:lnTo>
                    <a:pt x="5850253" y="3080767"/>
                  </a:lnTo>
                  <a:lnTo>
                    <a:pt x="5882681" y="3012361"/>
                  </a:lnTo>
                  <a:lnTo>
                    <a:pt x="5915101" y="2939940"/>
                  </a:lnTo>
                  <a:lnTo>
                    <a:pt x="5947617" y="2863526"/>
                  </a:lnTo>
                  <a:lnTo>
                    <a:pt x="5980303" y="2783195"/>
                  </a:lnTo>
                  <a:lnTo>
                    <a:pt x="6013216" y="2699089"/>
                  </a:lnTo>
                  <a:lnTo>
                    <a:pt x="6046389" y="2611408"/>
                  </a:lnTo>
                  <a:lnTo>
                    <a:pt x="6079837" y="2520420"/>
                  </a:lnTo>
                  <a:lnTo>
                    <a:pt x="6113556" y="2426455"/>
                  </a:lnTo>
                  <a:lnTo>
                    <a:pt x="6147527" y="2329901"/>
                  </a:lnTo>
                  <a:lnTo>
                    <a:pt x="6181719" y="2231203"/>
                  </a:lnTo>
                  <a:lnTo>
                    <a:pt x="6216086" y="2130851"/>
                  </a:lnTo>
                  <a:lnTo>
                    <a:pt x="6250576" y="2029371"/>
                  </a:lnTo>
                  <a:lnTo>
                    <a:pt x="6285129" y="1927316"/>
                  </a:lnTo>
                  <a:lnTo>
                    <a:pt x="6319683" y="1825253"/>
                  </a:lnTo>
                  <a:lnTo>
                    <a:pt x="6354176" y="1723746"/>
                  </a:lnTo>
                  <a:lnTo>
                    <a:pt x="6388548" y="1623349"/>
                  </a:lnTo>
                  <a:lnTo>
                    <a:pt x="6422746" y="1524591"/>
                  </a:lnTo>
                  <a:lnTo>
                    <a:pt x="6456725" y="1427962"/>
                  </a:lnTo>
                  <a:lnTo>
                    <a:pt x="6490452" y="1333907"/>
                  </a:lnTo>
                  <a:lnTo>
                    <a:pt x="6523909" y="1242819"/>
                  </a:lnTo>
                  <a:lnTo>
                    <a:pt x="6557090" y="1155028"/>
                  </a:lnTo>
                  <a:lnTo>
                    <a:pt x="6590011" y="1070804"/>
                  </a:lnTo>
                  <a:lnTo>
                    <a:pt x="6622704" y="990350"/>
                  </a:lnTo>
                  <a:lnTo>
                    <a:pt x="6655224" y="913809"/>
                  </a:lnTo>
                  <a:lnTo>
                    <a:pt x="6687646" y="841260"/>
                  </a:lnTo>
                  <a:lnTo>
                    <a:pt x="6720072" y="772726"/>
                  </a:lnTo>
                  <a:lnTo>
                    <a:pt x="6752628" y="708176"/>
                  </a:lnTo>
                  <a:lnTo>
                    <a:pt x="6785471" y="647533"/>
                  </a:lnTo>
                  <a:lnTo>
                    <a:pt x="6786527" y="645659"/>
                  </a:lnTo>
                  <a:lnTo>
                    <a:pt x="6831279" y="570662"/>
                  </a:lnTo>
                  <a:lnTo>
                    <a:pt x="6877369" y="502545"/>
                  </a:lnTo>
                  <a:lnTo>
                    <a:pt x="6925388" y="441025"/>
                  </a:lnTo>
                  <a:lnTo>
                    <a:pt x="6976003" y="385585"/>
                  </a:lnTo>
                  <a:lnTo>
                    <a:pt x="7029904" y="335620"/>
                  </a:lnTo>
                  <a:lnTo>
                    <a:pt x="7087761" y="290519"/>
                  </a:lnTo>
                  <a:lnTo>
                    <a:pt x="7150165" y="249724"/>
                  </a:lnTo>
                  <a:lnTo>
                    <a:pt x="7217557" y="212756"/>
                  </a:lnTo>
                  <a:lnTo>
                    <a:pt x="7290134" y="179235"/>
                  </a:lnTo>
                  <a:lnTo>
                    <a:pt x="7367735" y="148884"/>
                  </a:lnTo>
                  <a:lnTo>
                    <a:pt x="7449702" y="121535"/>
                  </a:lnTo>
                  <a:lnTo>
                    <a:pt x="7534758" y="97120"/>
                  </a:lnTo>
                  <a:lnTo>
                    <a:pt x="7620923" y="75650"/>
                  </a:lnTo>
                  <a:lnTo>
                    <a:pt x="7705540" y="57185"/>
                  </a:lnTo>
                  <a:lnTo>
                    <a:pt x="7785438" y="41786"/>
                  </a:lnTo>
                  <a:lnTo>
                    <a:pt x="7857291" y="29462"/>
                  </a:lnTo>
                  <a:lnTo>
                    <a:pt x="7918115" y="20115"/>
                  </a:lnTo>
                  <a:lnTo>
                    <a:pt x="7965809" y="13512"/>
                  </a:lnTo>
                  <a:lnTo>
                    <a:pt x="7999600" y="9278"/>
                  </a:lnTo>
                  <a:lnTo>
                    <a:pt x="8020262" y="6926"/>
                  </a:lnTo>
                  <a:lnTo>
                    <a:pt x="8030096" y="5905"/>
                  </a:lnTo>
                  <a:lnTo>
                    <a:pt x="8032819" y="5647"/>
                  </a:lnTo>
                  <a:lnTo>
                    <a:pt x="8554953" y="5647"/>
                  </a:lnTo>
                  <a:lnTo>
                    <a:pt x="8554953" y="0"/>
                  </a:lnTo>
                  <a:lnTo>
                    <a:pt x="8032819" y="0"/>
                  </a:lnTo>
                  <a:lnTo>
                    <a:pt x="8031884" y="86"/>
                  </a:lnTo>
                  <a:lnTo>
                    <a:pt x="8025731" y="700"/>
                  </a:lnTo>
                  <a:lnTo>
                    <a:pt x="8010196" y="2397"/>
                  </a:lnTo>
                  <a:lnTo>
                    <a:pt x="7982364" y="5739"/>
                  </a:lnTo>
                  <a:lnTo>
                    <a:pt x="7940774" y="11247"/>
                  </a:lnTo>
                  <a:lnTo>
                    <a:pt x="7885532" y="19350"/>
                  </a:lnTo>
                  <a:lnTo>
                    <a:pt x="7818199" y="30346"/>
                  </a:lnTo>
                  <a:lnTo>
                    <a:pt x="7741435" y="44390"/>
                  </a:lnTo>
                  <a:lnTo>
                    <a:pt x="7658483" y="61513"/>
                  </a:lnTo>
                  <a:lnTo>
                    <a:pt x="7572634" y="81671"/>
                  </a:lnTo>
                  <a:lnTo>
                    <a:pt x="7486805" y="104797"/>
                  </a:lnTo>
                  <a:lnTo>
                    <a:pt x="7403283" y="130853"/>
                  </a:lnTo>
                  <a:lnTo>
                    <a:pt x="7323648" y="159870"/>
                  </a:lnTo>
                  <a:lnTo>
                    <a:pt x="7248816" y="191970"/>
                  </a:lnTo>
                  <a:lnTo>
                    <a:pt x="7179151" y="227382"/>
                  </a:lnTo>
                  <a:lnTo>
                    <a:pt x="7114598" y="266442"/>
                  </a:lnTo>
                  <a:lnTo>
                    <a:pt x="7054808" y="309585"/>
                  </a:lnTo>
                  <a:lnTo>
                    <a:pt x="6999248" y="357340"/>
                  </a:lnTo>
                  <a:lnTo>
                    <a:pt x="6947274" y="410298"/>
                  </a:lnTo>
                  <a:lnTo>
                    <a:pt x="6898198" y="469074"/>
                  </a:lnTo>
                  <a:lnTo>
                    <a:pt x="6851339" y="534238"/>
                  </a:lnTo>
                  <a:lnTo>
                    <a:pt x="6806065" y="606199"/>
                  </a:lnTo>
                  <a:lnTo>
                    <a:pt x="6786527" y="640012"/>
                  </a:lnTo>
                  <a:lnTo>
                    <a:pt x="6753671" y="700532"/>
                  </a:lnTo>
                  <a:lnTo>
                    <a:pt x="6721109" y="764955"/>
                  </a:lnTo>
                  <a:lnTo>
                    <a:pt x="6688681" y="833361"/>
                  </a:lnTo>
                  <a:lnTo>
                    <a:pt x="6656261" y="905782"/>
                  </a:lnTo>
                  <a:lnTo>
                    <a:pt x="6623745" y="982197"/>
                  </a:lnTo>
                  <a:lnTo>
                    <a:pt x="6591059" y="1062527"/>
                  </a:lnTo>
                  <a:lnTo>
                    <a:pt x="6558146" y="1146634"/>
                  </a:lnTo>
                  <a:lnTo>
                    <a:pt x="6524973" y="1234315"/>
                  </a:lnTo>
                  <a:lnTo>
                    <a:pt x="6491525" y="1325303"/>
                  </a:lnTo>
                  <a:lnTo>
                    <a:pt x="6457806" y="1419268"/>
                  </a:lnTo>
                  <a:lnTo>
                    <a:pt x="6423835" y="1515821"/>
                  </a:lnTo>
                  <a:lnTo>
                    <a:pt x="6389643" y="1614519"/>
                  </a:lnTo>
                  <a:lnTo>
                    <a:pt x="6355276" y="1714871"/>
                  </a:lnTo>
                  <a:lnTo>
                    <a:pt x="6320786" y="1816351"/>
                  </a:lnTo>
                  <a:lnTo>
                    <a:pt x="6286233" y="1918406"/>
                  </a:lnTo>
                  <a:lnTo>
                    <a:pt x="6251679" y="2020470"/>
                  </a:lnTo>
                  <a:lnTo>
                    <a:pt x="6217186" y="2121977"/>
                  </a:lnTo>
                  <a:lnTo>
                    <a:pt x="6182814" y="2222373"/>
                  </a:lnTo>
                  <a:lnTo>
                    <a:pt x="6148616" y="2321132"/>
                  </a:lnTo>
                  <a:lnTo>
                    <a:pt x="6114637" y="2417761"/>
                  </a:lnTo>
                  <a:lnTo>
                    <a:pt x="6080910" y="2511815"/>
                  </a:lnTo>
                  <a:lnTo>
                    <a:pt x="6047453" y="2602904"/>
                  </a:lnTo>
                  <a:lnTo>
                    <a:pt x="6014272" y="2690695"/>
                  </a:lnTo>
                  <a:lnTo>
                    <a:pt x="5981351" y="2774919"/>
                  </a:lnTo>
                  <a:lnTo>
                    <a:pt x="5948658" y="2855373"/>
                  </a:lnTo>
                  <a:lnTo>
                    <a:pt x="5916138" y="2931914"/>
                  </a:lnTo>
                  <a:lnTo>
                    <a:pt x="5883716" y="3004463"/>
                  </a:lnTo>
                  <a:lnTo>
                    <a:pt x="5851290" y="3072997"/>
                  </a:lnTo>
                  <a:lnTo>
                    <a:pt x="5818734" y="3137546"/>
                  </a:lnTo>
                  <a:lnTo>
                    <a:pt x="5785891" y="3198189"/>
                  </a:lnTo>
                  <a:lnTo>
                    <a:pt x="5784835" y="3200063"/>
                  </a:lnTo>
                  <a:lnTo>
                    <a:pt x="5740083" y="3275061"/>
                  </a:lnTo>
                  <a:lnTo>
                    <a:pt x="5693993" y="3343177"/>
                  </a:lnTo>
                  <a:lnTo>
                    <a:pt x="5645974" y="3404698"/>
                  </a:lnTo>
                  <a:lnTo>
                    <a:pt x="5595359" y="3460137"/>
                  </a:lnTo>
                  <a:lnTo>
                    <a:pt x="5541458" y="3510103"/>
                  </a:lnTo>
                  <a:lnTo>
                    <a:pt x="5483601" y="3555204"/>
                  </a:lnTo>
                  <a:lnTo>
                    <a:pt x="5421197" y="3595999"/>
                  </a:lnTo>
                  <a:lnTo>
                    <a:pt x="5353805" y="3632966"/>
                  </a:lnTo>
                  <a:lnTo>
                    <a:pt x="5281228" y="3666488"/>
                  </a:lnTo>
                  <a:lnTo>
                    <a:pt x="5203627" y="3696839"/>
                  </a:lnTo>
                  <a:lnTo>
                    <a:pt x="5121660" y="3724187"/>
                  </a:lnTo>
                  <a:lnTo>
                    <a:pt x="5036604" y="3748602"/>
                  </a:lnTo>
                  <a:lnTo>
                    <a:pt x="4950438" y="3770072"/>
                  </a:lnTo>
                  <a:lnTo>
                    <a:pt x="4865822" y="3788537"/>
                  </a:lnTo>
                  <a:lnTo>
                    <a:pt x="4785924" y="3803936"/>
                  </a:lnTo>
                  <a:lnTo>
                    <a:pt x="4714071" y="3816261"/>
                  </a:lnTo>
                  <a:lnTo>
                    <a:pt x="4653247" y="3825608"/>
                  </a:lnTo>
                  <a:lnTo>
                    <a:pt x="4605553" y="3832211"/>
                  </a:lnTo>
                  <a:lnTo>
                    <a:pt x="4571762" y="3836445"/>
                  </a:lnTo>
                  <a:lnTo>
                    <a:pt x="4551100" y="3838797"/>
                  </a:lnTo>
                  <a:lnTo>
                    <a:pt x="4541266" y="3839817"/>
                  </a:lnTo>
                  <a:lnTo>
                    <a:pt x="4538543" y="3840076"/>
                  </a:lnTo>
                  <a:lnTo>
                    <a:pt x="4016409" y="3840076"/>
                  </a:lnTo>
                  <a:lnTo>
                    <a:pt x="4015237" y="3840004"/>
                  </a:lnTo>
                  <a:lnTo>
                    <a:pt x="4007563" y="3839491"/>
                  </a:lnTo>
                  <a:lnTo>
                    <a:pt x="3988323" y="3838073"/>
                  </a:lnTo>
                  <a:lnTo>
                    <a:pt x="3954199" y="3835285"/>
                  </a:lnTo>
                  <a:lnTo>
                    <a:pt x="3903902" y="3830712"/>
                  </a:lnTo>
                  <a:lnTo>
                    <a:pt x="3838247" y="3824033"/>
                  </a:lnTo>
                  <a:lnTo>
                    <a:pt x="3759869" y="3815053"/>
                  </a:lnTo>
                  <a:lnTo>
                    <a:pt x="3672569" y="3803699"/>
                  </a:lnTo>
                  <a:lnTo>
                    <a:pt x="3580528" y="3789988"/>
                  </a:lnTo>
                  <a:lnTo>
                    <a:pt x="3487608" y="3773972"/>
                  </a:lnTo>
                  <a:lnTo>
                    <a:pt x="3396893" y="3755692"/>
                  </a:lnTo>
                  <a:lnTo>
                    <a:pt x="3310519" y="3735133"/>
                  </a:lnTo>
                  <a:lnTo>
                    <a:pt x="3229704" y="3712200"/>
                  </a:lnTo>
                  <a:lnTo>
                    <a:pt x="3154913" y="3686701"/>
                  </a:lnTo>
                  <a:lnTo>
                    <a:pt x="3086045" y="3658352"/>
                  </a:lnTo>
                  <a:lnTo>
                    <a:pt x="3022619" y="3626775"/>
                  </a:lnTo>
                  <a:lnTo>
                    <a:pt x="2963925" y="3591518"/>
                  </a:lnTo>
                  <a:lnTo>
                    <a:pt x="2909129" y="3552076"/>
                  </a:lnTo>
                  <a:lnTo>
                    <a:pt x="2857362" y="3507945"/>
                  </a:lnTo>
                  <a:lnTo>
                    <a:pt x="2807789" y="3458701"/>
                  </a:lnTo>
                  <a:lnTo>
                    <a:pt x="2770117" y="3416538"/>
                  </a:lnTo>
                  <a:lnTo>
                    <a:pt x="2731323" y="3368929"/>
                  </a:lnTo>
                  <a:lnTo>
                    <a:pt x="2692896" y="3317697"/>
                  </a:lnTo>
                  <a:lnTo>
                    <a:pt x="2654590" y="3262769"/>
                  </a:lnTo>
                  <a:lnTo>
                    <a:pt x="2616213" y="3204136"/>
                  </a:lnTo>
                  <a:lnTo>
                    <a:pt x="2577623" y="3141860"/>
                  </a:lnTo>
                  <a:lnTo>
                    <a:pt x="2538724" y="3076082"/>
                  </a:lnTo>
                  <a:lnTo>
                    <a:pt x="2499460" y="3007021"/>
                  </a:lnTo>
                  <a:lnTo>
                    <a:pt x="2459812" y="2934984"/>
                  </a:lnTo>
                  <a:lnTo>
                    <a:pt x="2419794" y="2860353"/>
                  </a:lnTo>
                  <a:lnTo>
                    <a:pt x="2379452" y="2783587"/>
                  </a:lnTo>
                  <a:lnTo>
                    <a:pt x="2338852" y="2705207"/>
                  </a:lnTo>
                  <a:lnTo>
                    <a:pt x="2298082" y="2625787"/>
                  </a:lnTo>
                  <a:lnTo>
                    <a:pt x="2257239" y="2545930"/>
                  </a:lnTo>
                  <a:lnTo>
                    <a:pt x="2216426" y="2466256"/>
                  </a:lnTo>
                  <a:lnTo>
                    <a:pt x="2175745" y="2387378"/>
                  </a:lnTo>
                  <a:lnTo>
                    <a:pt x="2135287" y="2309882"/>
                  </a:lnTo>
                  <a:lnTo>
                    <a:pt x="2095129" y="2234315"/>
                  </a:lnTo>
                  <a:lnTo>
                    <a:pt x="2055326" y="2161161"/>
                  </a:lnTo>
                  <a:lnTo>
                    <a:pt x="2015904" y="2090836"/>
                  </a:lnTo>
                  <a:lnTo>
                    <a:pt x="1976860" y="2023677"/>
                  </a:lnTo>
                  <a:lnTo>
                    <a:pt x="1938152" y="1959941"/>
                  </a:lnTo>
                  <a:lnTo>
                    <a:pt x="1899702" y="1899799"/>
                  </a:lnTo>
                  <a:lnTo>
                    <a:pt x="1861387" y="1843346"/>
                  </a:lnTo>
                  <a:lnTo>
                    <a:pt x="1823036" y="1790601"/>
                  </a:lnTo>
                  <a:lnTo>
                    <a:pt x="1784427" y="1741516"/>
                  </a:lnTo>
                  <a:lnTo>
                    <a:pt x="1768425" y="1722387"/>
                  </a:lnTo>
                  <a:lnTo>
                    <a:pt x="1720051" y="1668992"/>
                  </a:lnTo>
                  <a:lnTo>
                    <a:pt x="1670065" y="1620896"/>
                  </a:lnTo>
                  <a:lnTo>
                    <a:pt x="1617708" y="1577832"/>
                  </a:lnTo>
                  <a:lnTo>
                    <a:pt x="1562133" y="1539350"/>
                  </a:lnTo>
                  <a:lnTo>
                    <a:pt x="1502472" y="1504940"/>
                  </a:lnTo>
                  <a:lnTo>
                    <a:pt x="1437910" y="1474106"/>
                  </a:lnTo>
                  <a:lnTo>
                    <a:pt x="1367775" y="1446410"/>
                  </a:lnTo>
                  <a:lnTo>
                    <a:pt x="1291658" y="1421494"/>
                  </a:lnTo>
                  <a:lnTo>
                    <a:pt x="1209563" y="1399093"/>
                  </a:lnTo>
                  <a:lnTo>
                    <a:pt x="1122105" y="1379038"/>
                  </a:lnTo>
                  <a:lnTo>
                    <a:pt x="1030691" y="1361253"/>
                  </a:lnTo>
                  <a:lnTo>
                    <a:pt x="937668" y="1345737"/>
                  </a:lnTo>
                  <a:lnTo>
                    <a:pt x="846315" y="1332537"/>
                  </a:lnTo>
                  <a:lnTo>
                    <a:pt x="760611" y="1321704"/>
                  </a:lnTo>
                  <a:lnTo>
                    <a:pt x="684722" y="1313238"/>
                  </a:lnTo>
                  <a:lnTo>
                    <a:pt x="622259" y="1307041"/>
                  </a:lnTo>
                  <a:lnTo>
                    <a:pt x="575503" y="1302890"/>
                  </a:lnTo>
                  <a:lnTo>
                    <a:pt x="544821" y="1300440"/>
                  </a:lnTo>
                  <a:lnTo>
                    <a:pt x="528462" y="1299260"/>
                  </a:lnTo>
                  <a:lnTo>
                    <a:pt x="522698" y="1298883"/>
                  </a:lnTo>
                  <a:lnTo>
                    <a:pt x="522133" y="1298849"/>
                  </a:lnTo>
                  <a:lnTo>
                    <a:pt x="0" y="1298849"/>
                  </a:lnTo>
                  <a:close/>
                </a:path>
              </a:pathLst>
            </a:custGeom>
            <a:solidFill>
              <a:srgbClr val="8FA8D6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240" name="pl240"/>
            <p:cNvSpPr/>
            <p:nvPr/>
          </p:nvSpPr>
          <p:spPr>
            <a:xfrm>
              <a:off x="386606" y="1823675"/>
              <a:ext cx="8554953" cy="3840076"/>
            </a:xfrm>
            <a:custGeom>
              <a:avLst/>
              <a:pathLst>
                <a:path w="8554953" h="3840076">
                  <a:moveTo>
                    <a:pt x="0" y="1298849"/>
                  </a:moveTo>
                  <a:lnTo>
                    <a:pt x="522133" y="1298849"/>
                  </a:lnTo>
                  <a:lnTo>
                    <a:pt x="523305" y="1298921"/>
                  </a:lnTo>
                  <a:lnTo>
                    <a:pt x="530980" y="1299434"/>
                  </a:lnTo>
                  <a:lnTo>
                    <a:pt x="550219" y="1300852"/>
                  </a:lnTo>
                  <a:lnTo>
                    <a:pt x="584343" y="1303639"/>
                  </a:lnTo>
                  <a:lnTo>
                    <a:pt x="634641" y="1308212"/>
                  </a:lnTo>
                  <a:lnTo>
                    <a:pt x="700295" y="1314891"/>
                  </a:lnTo>
                  <a:lnTo>
                    <a:pt x="778673" y="1323871"/>
                  </a:lnTo>
                  <a:lnTo>
                    <a:pt x="865974" y="1335225"/>
                  </a:lnTo>
                  <a:lnTo>
                    <a:pt x="958014" y="1348937"/>
                  </a:lnTo>
                  <a:lnTo>
                    <a:pt x="1050934" y="1364953"/>
                  </a:lnTo>
                  <a:lnTo>
                    <a:pt x="1141649" y="1383232"/>
                  </a:lnTo>
                  <a:lnTo>
                    <a:pt x="1228023" y="1403791"/>
                  </a:lnTo>
                  <a:lnTo>
                    <a:pt x="1308838" y="1426725"/>
                  </a:lnTo>
                  <a:lnTo>
                    <a:pt x="1383629" y="1452223"/>
                  </a:lnTo>
                  <a:lnTo>
                    <a:pt x="1452498" y="1480573"/>
                  </a:lnTo>
                  <a:lnTo>
                    <a:pt x="1515923" y="1512149"/>
                  </a:lnTo>
                  <a:lnTo>
                    <a:pt x="1574617" y="1547407"/>
                  </a:lnTo>
                  <a:lnTo>
                    <a:pt x="1629413" y="1586849"/>
                  </a:lnTo>
                  <a:lnTo>
                    <a:pt x="1681180" y="1630980"/>
                  </a:lnTo>
                  <a:lnTo>
                    <a:pt x="1730753" y="1680223"/>
                  </a:lnTo>
                  <a:lnTo>
                    <a:pt x="1768425" y="1722387"/>
                  </a:lnTo>
                  <a:lnTo>
                    <a:pt x="1807219" y="1769995"/>
                  </a:lnTo>
                  <a:lnTo>
                    <a:pt x="1845646" y="1821227"/>
                  </a:lnTo>
                  <a:lnTo>
                    <a:pt x="1883952" y="1876155"/>
                  </a:lnTo>
                  <a:lnTo>
                    <a:pt x="1922329" y="1934788"/>
                  </a:lnTo>
                  <a:lnTo>
                    <a:pt x="1960919" y="1997064"/>
                  </a:lnTo>
                  <a:lnTo>
                    <a:pt x="1999818" y="2062843"/>
                  </a:lnTo>
                  <a:lnTo>
                    <a:pt x="2039082" y="2131903"/>
                  </a:lnTo>
                  <a:lnTo>
                    <a:pt x="2078731" y="2203941"/>
                  </a:lnTo>
                  <a:lnTo>
                    <a:pt x="2118748" y="2278572"/>
                  </a:lnTo>
                  <a:lnTo>
                    <a:pt x="2159090" y="2355338"/>
                  </a:lnTo>
                  <a:lnTo>
                    <a:pt x="2199690" y="2433717"/>
                  </a:lnTo>
                  <a:lnTo>
                    <a:pt x="2240460" y="2513138"/>
                  </a:lnTo>
                  <a:lnTo>
                    <a:pt x="2281304" y="2592994"/>
                  </a:lnTo>
                  <a:lnTo>
                    <a:pt x="2322116" y="2672669"/>
                  </a:lnTo>
                  <a:lnTo>
                    <a:pt x="2362798" y="2751547"/>
                  </a:lnTo>
                  <a:lnTo>
                    <a:pt x="2403255" y="2829042"/>
                  </a:lnTo>
                  <a:lnTo>
                    <a:pt x="2443413" y="2904610"/>
                  </a:lnTo>
                  <a:lnTo>
                    <a:pt x="2483216" y="2977764"/>
                  </a:lnTo>
                  <a:lnTo>
                    <a:pt x="2522638" y="3048089"/>
                  </a:lnTo>
                  <a:lnTo>
                    <a:pt x="2561682" y="3115247"/>
                  </a:lnTo>
                  <a:lnTo>
                    <a:pt x="2600390" y="3178984"/>
                  </a:lnTo>
                  <a:lnTo>
                    <a:pt x="2638840" y="3239126"/>
                  </a:lnTo>
                  <a:lnTo>
                    <a:pt x="2677155" y="3295579"/>
                  </a:lnTo>
                  <a:lnTo>
                    <a:pt x="2715506" y="3348324"/>
                  </a:lnTo>
                  <a:lnTo>
                    <a:pt x="2754115" y="3397409"/>
                  </a:lnTo>
                  <a:lnTo>
                    <a:pt x="2770117" y="3416538"/>
                  </a:lnTo>
                  <a:lnTo>
                    <a:pt x="2818491" y="3469932"/>
                  </a:lnTo>
                  <a:lnTo>
                    <a:pt x="2868477" y="3518029"/>
                  </a:lnTo>
                  <a:lnTo>
                    <a:pt x="2920834" y="3561093"/>
                  </a:lnTo>
                  <a:lnTo>
                    <a:pt x="2976409" y="3599575"/>
                  </a:lnTo>
                  <a:lnTo>
                    <a:pt x="3036071" y="3633985"/>
                  </a:lnTo>
                  <a:lnTo>
                    <a:pt x="3100632" y="3664819"/>
                  </a:lnTo>
                  <a:lnTo>
                    <a:pt x="3170767" y="3692515"/>
                  </a:lnTo>
                  <a:lnTo>
                    <a:pt x="3246885" y="3717431"/>
                  </a:lnTo>
                  <a:lnTo>
                    <a:pt x="3328979" y="3739832"/>
                  </a:lnTo>
                  <a:lnTo>
                    <a:pt x="3416438" y="3759887"/>
                  </a:lnTo>
                  <a:lnTo>
                    <a:pt x="3507851" y="3777672"/>
                  </a:lnTo>
                  <a:lnTo>
                    <a:pt x="3600874" y="3793188"/>
                  </a:lnTo>
                  <a:lnTo>
                    <a:pt x="3692227" y="3806388"/>
                  </a:lnTo>
                  <a:lnTo>
                    <a:pt x="3777931" y="3817221"/>
                  </a:lnTo>
                  <a:lnTo>
                    <a:pt x="3853821" y="3825687"/>
                  </a:lnTo>
                  <a:lnTo>
                    <a:pt x="3916284" y="3831884"/>
                  </a:lnTo>
                  <a:lnTo>
                    <a:pt x="3963040" y="3836035"/>
                  </a:lnTo>
                  <a:lnTo>
                    <a:pt x="3993721" y="3838484"/>
                  </a:lnTo>
                  <a:lnTo>
                    <a:pt x="4010080" y="3839664"/>
                  </a:lnTo>
                  <a:lnTo>
                    <a:pt x="4015844" y="3840042"/>
                  </a:lnTo>
                  <a:lnTo>
                    <a:pt x="4016409" y="3840076"/>
                  </a:lnTo>
                  <a:lnTo>
                    <a:pt x="4538543" y="3840076"/>
                  </a:lnTo>
                  <a:lnTo>
                    <a:pt x="4539478" y="3839990"/>
                  </a:lnTo>
                  <a:lnTo>
                    <a:pt x="4545631" y="3839376"/>
                  </a:lnTo>
                  <a:lnTo>
                    <a:pt x="4561166" y="3837679"/>
                  </a:lnTo>
                  <a:lnTo>
                    <a:pt x="4588998" y="3834337"/>
                  </a:lnTo>
                  <a:lnTo>
                    <a:pt x="4630588" y="3828829"/>
                  </a:lnTo>
                  <a:lnTo>
                    <a:pt x="4685830" y="3820725"/>
                  </a:lnTo>
                  <a:lnTo>
                    <a:pt x="4753163" y="3809729"/>
                  </a:lnTo>
                  <a:lnTo>
                    <a:pt x="4829927" y="3795685"/>
                  </a:lnTo>
                  <a:lnTo>
                    <a:pt x="4912879" y="3778562"/>
                  </a:lnTo>
                  <a:lnTo>
                    <a:pt x="4998728" y="3758404"/>
                  </a:lnTo>
                  <a:lnTo>
                    <a:pt x="5084557" y="3735278"/>
                  </a:lnTo>
                  <a:lnTo>
                    <a:pt x="5168079" y="3709222"/>
                  </a:lnTo>
                  <a:lnTo>
                    <a:pt x="5247714" y="3680206"/>
                  </a:lnTo>
                  <a:lnTo>
                    <a:pt x="5322546" y="3648105"/>
                  </a:lnTo>
                  <a:lnTo>
                    <a:pt x="5392211" y="3612693"/>
                  </a:lnTo>
                  <a:lnTo>
                    <a:pt x="5456764" y="3573634"/>
                  </a:lnTo>
                  <a:lnTo>
                    <a:pt x="5516553" y="3530490"/>
                  </a:lnTo>
                  <a:lnTo>
                    <a:pt x="5572114" y="3482735"/>
                  </a:lnTo>
                  <a:lnTo>
                    <a:pt x="5624088" y="3429778"/>
                  </a:lnTo>
                  <a:lnTo>
                    <a:pt x="5673164" y="3371002"/>
                  </a:lnTo>
                  <a:lnTo>
                    <a:pt x="5720023" y="3305837"/>
                  </a:lnTo>
                  <a:lnTo>
                    <a:pt x="5765297" y="3233876"/>
                  </a:lnTo>
                  <a:lnTo>
                    <a:pt x="5784835" y="3200063"/>
                  </a:lnTo>
                  <a:lnTo>
                    <a:pt x="5817690" y="3139543"/>
                  </a:lnTo>
                  <a:lnTo>
                    <a:pt x="5850253" y="3075120"/>
                  </a:lnTo>
                  <a:lnTo>
                    <a:pt x="5882681" y="3006714"/>
                  </a:lnTo>
                  <a:lnTo>
                    <a:pt x="5915101" y="2934293"/>
                  </a:lnTo>
                  <a:lnTo>
                    <a:pt x="5947617" y="2857879"/>
                  </a:lnTo>
                  <a:lnTo>
                    <a:pt x="5980303" y="2777548"/>
                  </a:lnTo>
                  <a:lnTo>
                    <a:pt x="6013216" y="2693441"/>
                  </a:lnTo>
                  <a:lnTo>
                    <a:pt x="6046389" y="2605761"/>
                  </a:lnTo>
                  <a:lnTo>
                    <a:pt x="6079837" y="2514773"/>
                  </a:lnTo>
                  <a:lnTo>
                    <a:pt x="6113556" y="2420808"/>
                  </a:lnTo>
                  <a:lnTo>
                    <a:pt x="6147527" y="2324254"/>
                  </a:lnTo>
                  <a:lnTo>
                    <a:pt x="6181719" y="2225556"/>
                  </a:lnTo>
                  <a:lnTo>
                    <a:pt x="6216086" y="2125204"/>
                  </a:lnTo>
                  <a:lnTo>
                    <a:pt x="6250576" y="2023724"/>
                  </a:lnTo>
                  <a:lnTo>
                    <a:pt x="6285129" y="1921669"/>
                  </a:lnTo>
                  <a:lnTo>
                    <a:pt x="6319683" y="1819605"/>
                  </a:lnTo>
                  <a:lnTo>
                    <a:pt x="6354176" y="1718099"/>
                  </a:lnTo>
                  <a:lnTo>
                    <a:pt x="6388548" y="1617702"/>
                  </a:lnTo>
                  <a:lnTo>
                    <a:pt x="6422746" y="1518943"/>
                  </a:lnTo>
                  <a:lnTo>
                    <a:pt x="6456725" y="1422314"/>
                  </a:lnTo>
                  <a:lnTo>
                    <a:pt x="6490452" y="1328260"/>
                  </a:lnTo>
                  <a:lnTo>
                    <a:pt x="6523909" y="1237172"/>
                  </a:lnTo>
                  <a:lnTo>
                    <a:pt x="6557090" y="1149381"/>
                  </a:lnTo>
                  <a:lnTo>
                    <a:pt x="6590011" y="1065156"/>
                  </a:lnTo>
                  <a:lnTo>
                    <a:pt x="6622704" y="984703"/>
                  </a:lnTo>
                  <a:lnTo>
                    <a:pt x="6655224" y="908162"/>
                  </a:lnTo>
                  <a:lnTo>
                    <a:pt x="6687646" y="835613"/>
                  </a:lnTo>
                  <a:lnTo>
                    <a:pt x="6720072" y="767078"/>
                  </a:lnTo>
                  <a:lnTo>
                    <a:pt x="6752628" y="702529"/>
                  </a:lnTo>
                  <a:lnTo>
                    <a:pt x="6785471" y="641886"/>
                  </a:lnTo>
                  <a:lnTo>
                    <a:pt x="6786527" y="640012"/>
                  </a:lnTo>
                  <a:lnTo>
                    <a:pt x="6831279" y="565015"/>
                  </a:lnTo>
                  <a:lnTo>
                    <a:pt x="6877369" y="496898"/>
                  </a:lnTo>
                  <a:lnTo>
                    <a:pt x="6925388" y="435378"/>
                  </a:lnTo>
                  <a:lnTo>
                    <a:pt x="6976003" y="379938"/>
                  </a:lnTo>
                  <a:lnTo>
                    <a:pt x="7029904" y="329972"/>
                  </a:lnTo>
                  <a:lnTo>
                    <a:pt x="7087761" y="284871"/>
                  </a:lnTo>
                  <a:lnTo>
                    <a:pt x="7150165" y="244077"/>
                  </a:lnTo>
                  <a:lnTo>
                    <a:pt x="7217557" y="207109"/>
                  </a:lnTo>
                  <a:lnTo>
                    <a:pt x="7290134" y="173587"/>
                  </a:lnTo>
                  <a:lnTo>
                    <a:pt x="7367735" y="143237"/>
                  </a:lnTo>
                  <a:lnTo>
                    <a:pt x="7449702" y="115888"/>
                  </a:lnTo>
                  <a:lnTo>
                    <a:pt x="7534758" y="91473"/>
                  </a:lnTo>
                  <a:lnTo>
                    <a:pt x="7620923" y="70003"/>
                  </a:lnTo>
                  <a:lnTo>
                    <a:pt x="7705540" y="51538"/>
                  </a:lnTo>
                  <a:lnTo>
                    <a:pt x="7785438" y="36139"/>
                  </a:lnTo>
                  <a:lnTo>
                    <a:pt x="7857291" y="23814"/>
                  </a:lnTo>
                  <a:lnTo>
                    <a:pt x="7918115" y="14468"/>
                  </a:lnTo>
                  <a:lnTo>
                    <a:pt x="7965809" y="7865"/>
                  </a:lnTo>
                  <a:lnTo>
                    <a:pt x="7999600" y="3631"/>
                  </a:lnTo>
                  <a:lnTo>
                    <a:pt x="8020262" y="1279"/>
                  </a:lnTo>
                  <a:lnTo>
                    <a:pt x="8030096" y="258"/>
                  </a:lnTo>
                  <a:lnTo>
                    <a:pt x="8032737" y="7"/>
                  </a:lnTo>
                  <a:lnTo>
                    <a:pt x="8032819" y="0"/>
                  </a:lnTo>
                  <a:lnTo>
                    <a:pt x="8554953" y="0"/>
                  </a:lnTo>
                  <a:lnTo>
                    <a:pt x="8554953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41" name="pl241"/>
            <p:cNvSpPr/>
            <p:nvPr/>
          </p:nvSpPr>
          <p:spPr>
            <a:xfrm>
              <a:off x="386606" y="1818028"/>
              <a:ext cx="8554953" cy="3840076"/>
            </a:xfrm>
            <a:custGeom>
              <a:avLst/>
              <a:pathLst>
                <a:path w="8554953" h="3840076">
                  <a:moveTo>
                    <a:pt x="8554953" y="0"/>
                  </a:moveTo>
                  <a:lnTo>
                    <a:pt x="8032819" y="0"/>
                  </a:lnTo>
                  <a:lnTo>
                    <a:pt x="8031884" y="86"/>
                  </a:lnTo>
                  <a:lnTo>
                    <a:pt x="8025731" y="700"/>
                  </a:lnTo>
                  <a:lnTo>
                    <a:pt x="8010196" y="2397"/>
                  </a:lnTo>
                  <a:lnTo>
                    <a:pt x="7982364" y="5739"/>
                  </a:lnTo>
                  <a:lnTo>
                    <a:pt x="7940774" y="11247"/>
                  </a:lnTo>
                  <a:lnTo>
                    <a:pt x="7885532" y="19350"/>
                  </a:lnTo>
                  <a:lnTo>
                    <a:pt x="7818199" y="30346"/>
                  </a:lnTo>
                  <a:lnTo>
                    <a:pt x="7741435" y="44390"/>
                  </a:lnTo>
                  <a:lnTo>
                    <a:pt x="7658483" y="61513"/>
                  </a:lnTo>
                  <a:lnTo>
                    <a:pt x="7572634" y="81671"/>
                  </a:lnTo>
                  <a:lnTo>
                    <a:pt x="7486805" y="104797"/>
                  </a:lnTo>
                  <a:lnTo>
                    <a:pt x="7403283" y="130853"/>
                  </a:lnTo>
                  <a:lnTo>
                    <a:pt x="7323648" y="159870"/>
                  </a:lnTo>
                  <a:lnTo>
                    <a:pt x="7248816" y="191970"/>
                  </a:lnTo>
                  <a:lnTo>
                    <a:pt x="7179151" y="227382"/>
                  </a:lnTo>
                  <a:lnTo>
                    <a:pt x="7114598" y="266442"/>
                  </a:lnTo>
                  <a:lnTo>
                    <a:pt x="7054808" y="309585"/>
                  </a:lnTo>
                  <a:lnTo>
                    <a:pt x="6999248" y="357340"/>
                  </a:lnTo>
                  <a:lnTo>
                    <a:pt x="6947274" y="410298"/>
                  </a:lnTo>
                  <a:lnTo>
                    <a:pt x="6898198" y="469074"/>
                  </a:lnTo>
                  <a:lnTo>
                    <a:pt x="6851339" y="534238"/>
                  </a:lnTo>
                  <a:lnTo>
                    <a:pt x="6806065" y="606199"/>
                  </a:lnTo>
                  <a:lnTo>
                    <a:pt x="6786527" y="640012"/>
                  </a:lnTo>
                  <a:lnTo>
                    <a:pt x="6753671" y="700532"/>
                  </a:lnTo>
                  <a:lnTo>
                    <a:pt x="6721109" y="764955"/>
                  </a:lnTo>
                  <a:lnTo>
                    <a:pt x="6688681" y="833361"/>
                  </a:lnTo>
                  <a:lnTo>
                    <a:pt x="6656261" y="905782"/>
                  </a:lnTo>
                  <a:lnTo>
                    <a:pt x="6623745" y="982197"/>
                  </a:lnTo>
                  <a:lnTo>
                    <a:pt x="6591059" y="1062527"/>
                  </a:lnTo>
                  <a:lnTo>
                    <a:pt x="6558146" y="1146634"/>
                  </a:lnTo>
                  <a:lnTo>
                    <a:pt x="6524973" y="1234315"/>
                  </a:lnTo>
                  <a:lnTo>
                    <a:pt x="6491525" y="1325303"/>
                  </a:lnTo>
                  <a:lnTo>
                    <a:pt x="6457806" y="1419268"/>
                  </a:lnTo>
                  <a:lnTo>
                    <a:pt x="6423835" y="1515821"/>
                  </a:lnTo>
                  <a:lnTo>
                    <a:pt x="6389643" y="1614519"/>
                  </a:lnTo>
                  <a:lnTo>
                    <a:pt x="6355276" y="1714871"/>
                  </a:lnTo>
                  <a:lnTo>
                    <a:pt x="6320786" y="1816351"/>
                  </a:lnTo>
                  <a:lnTo>
                    <a:pt x="6286233" y="1918406"/>
                  </a:lnTo>
                  <a:lnTo>
                    <a:pt x="6251679" y="2020470"/>
                  </a:lnTo>
                  <a:lnTo>
                    <a:pt x="6217186" y="2121977"/>
                  </a:lnTo>
                  <a:lnTo>
                    <a:pt x="6182814" y="2222373"/>
                  </a:lnTo>
                  <a:lnTo>
                    <a:pt x="6148616" y="2321132"/>
                  </a:lnTo>
                  <a:lnTo>
                    <a:pt x="6114637" y="2417761"/>
                  </a:lnTo>
                  <a:lnTo>
                    <a:pt x="6080910" y="2511815"/>
                  </a:lnTo>
                  <a:lnTo>
                    <a:pt x="6047453" y="2602904"/>
                  </a:lnTo>
                  <a:lnTo>
                    <a:pt x="6014272" y="2690695"/>
                  </a:lnTo>
                  <a:lnTo>
                    <a:pt x="5981351" y="2774919"/>
                  </a:lnTo>
                  <a:lnTo>
                    <a:pt x="5948658" y="2855373"/>
                  </a:lnTo>
                  <a:lnTo>
                    <a:pt x="5916138" y="2931914"/>
                  </a:lnTo>
                  <a:lnTo>
                    <a:pt x="5883716" y="3004463"/>
                  </a:lnTo>
                  <a:lnTo>
                    <a:pt x="5851290" y="3072997"/>
                  </a:lnTo>
                  <a:lnTo>
                    <a:pt x="5818734" y="3137546"/>
                  </a:lnTo>
                  <a:lnTo>
                    <a:pt x="5785891" y="3198189"/>
                  </a:lnTo>
                  <a:lnTo>
                    <a:pt x="5784835" y="3200063"/>
                  </a:lnTo>
                  <a:lnTo>
                    <a:pt x="5740083" y="3275061"/>
                  </a:lnTo>
                  <a:lnTo>
                    <a:pt x="5693993" y="3343177"/>
                  </a:lnTo>
                  <a:lnTo>
                    <a:pt x="5645974" y="3404698"/>
                  </a:lnTo>
                  <a:lnTo>
                    <a:pt x="5595359" y="3460137"/>
                  </a:lnTo>
                  <a:lnTo>
                    <a:pt x="5541458" y="3510103"/>
                  </a:lnTo>
                  <a:lnTo>
                    <a:pt x="5483601" y="3555204"/>
                  </a:lnTo>
                  <a:lnTo>
                    <a:pt x="5421197" y="3595999"/>
                  </a:lnTo>
                  <a:lnTo>
                    <a:pt x="5353805" y="3632966"/>
                  </a:lnTo>
                  <a:lnTo>
                    <a:pt x="5281228" y="3666488"/>
                  </a:lnTo>
                  <a:lnTo>
                    <a:pt x="5203627" y="3696839"/>
                  </a:lnTo>
                  <a:lnTo>
                    <a:pt x="5121660" y="3724187"/>
                  </a:lnTo>
                  <a:lnTo>
                    <a:pt x="5036604" y="3748602"/>
                  </a:lnTo>
                  <a:lnTo>
                    <a:pt x="4950438" y="3770072"/>
                  </a:lnTo>
                  <a:lnTo>
                    <a:pt x="4865822" y="3788537"/>
                  </a:lnTo>
                  <a:lnTo>
                    <a:pt x="4785924" y="3803936"/>
                  </a:lnTo>
                  <a:lnTo>
                    <a:pt x="4714071" y="3816261"/>
                  </a:lnTo>
                  <a:lnTo>
                    <a:pt x="4653247" y="3825608"/>
                  </a:lnTo>
                  <a:lnTo>
                    <a:pt x="4605553" y="3832211"/>
                  </a:lnTo>
                  <a:lnTo>
                    <a:pt x="4571762" y="3836445"/>
                  </a:lnTo>
                  <a:lnTo>
                    <a:pt x="4551100" y="3838797"/>
                  </a:lnTo>
                  <a:lnTo>
                    <a:pt x="4541266" y="3839817"/>
                  </a:lnTo>
                  <a:lnTo>
                    <a:pt x="4538625" y="3840069"/>
                  </a:lnTo>
                  <a:lnTo>
                    <a:pt x="4538543" y="3840076"/>
                  </a:lnTo>
                  <a:lnTo>
                    <a:pt x="4016409" y="3840076"/>
                  </a:lnTo>
                  <a:lnTo>
                    <a:pt x="4015237" y="3840004"/>
                  </a:lnTo>
                  <a:lnTo>
                    <a:pt x="4007563" y="3839491"/>
                  </a:lnTo>
                  <a:lnTo>
                    <a:pt x="3988323" y="3838073"/>
                  </a:lnTo>
                  <a:lnTo>
                    <a:pt x="3954199" y="3835285"/>
                  </a:lnTo>
                  <a:lnTo>
                    <a:pt x="3903902" y="3830712"/>
                  </a:lnTo>
                  <a:lnTo>
                    <a:pt x="3838247" y="3824033"/>
                  </a:lnTo>
                  <a:lnTo>
                    <a:pt x="3759869" y="3815053"/>
                  </a:lnTo>
                  <a:lnTo>
                    <a:pt x="3672569" y="3803699"/>
                  </a:lnTo>
                  <a:lnTo>
                    <a:pt x="3580528" y="3789988"/>
                  </a:lnTo>
                  <a:lnTo>
                    <a:pt x="3487608" y="3773972"/>
                  </a:lnTo>
                  <a:lnTo>
                    <a:pt x="3396893" y="3755692"/>
                  </a:lnTo>
                  <a:lnTo>
                    <a:pt x="3310519" y="3735133"/>
                  </a:lnTo>
                  <a:lnTo>
                    <a:pt x="3229704" y="3712200"/>
                  </a:lnTo>
                  <a:lnTo>
                    <a:pt x="3154913" y="3686701"/>
                  </a:lnTo>
                  <a:lnTo>
                    <a:pt x="3086045" y="3658352"/>
                  </a:lnTo>
                  <a:lnTo>
                    <a:pt x="3022619" y="3626775"/>
                  </a:lnTo>
                  <a:lnTo>
                    <a:pt x="2963925" y="3591518"/>
                  </a:lnTo>
                  <a:lnTo>
                    <a:pt x="2909129" y="3552076"/>
                  </a:lnTo>
                  <a:lnTo>
                    <a:pt x="2857362" y="3507945"/>
                  </a:lnTo>
                  <a:lnTo>
                    <a:pt x="2807789" y="3458701"/>
                  </a:lnTo>
                  <a:lnTo>
                    <a:pt x="2770117" y="3416538"/>
                  </a:lnTo>
                  <a:lnTo>
                    <a:pt x="2731323" y="3368929"/>
                  </a:lnTo>
                  <a:lnTo>
                    <a:pt x="2692896" y="3317697"/>
                  </a:lnTo>
                  <a:lnTo>
                    <a:pt x="2654590" y="3262769"/>
                  </a:lnTo>
                  <a:lnTo>
                    <a:pt x="2616213" y="3204136"/>
                  </a:lnTo>
                  <a:lnTo>
                    <a:pt x="2577623" y="3141860"/>
                  </a:lnTo>
                  <a:lnTo>
                    <a:pt x="2538724" y="3076082"/>
                  </a:lnTo>
                  <a:lnTo>
                    <a:pt x="2499460" y="3007021"/>
                  </a:lnTo>
                  <a:lnTo>
                    <a:pt x="2459812" y="2934984"/>
                  </a:lnTo>
                  <a:lnTo>
                    <a:pt x="2419794" y="2860353"/>
                  </a:lnTo>
                  <a:lnTo>
                    <a:pt x="2379452" y="2783587"/>
                  </a:lnTo>
                  <a:lnTo>
                    <a:pt x="2338852" y="2705207"/>
                  </a:lnTo>
                  <a:lnTo>
                    <a:pt x="2298082" y="2625787"/>
                  </a:lnTo>
                  <a:lnTo>
                    <a:pt x="2257239" y="2545930"/>
                  </a:lnTo>
                  <a:lnTo>
                    <a:pt x="2216426" y="2466256"/>
                  </a:lnTo>
                  <a:lnTo>
                    <a:pt x="2175745" y="2387378"/>
                  </a:lnTo>
                  <a:lnTo>
                    <a:pt x="2135287" y="2309882"/>
                  </a:lnTo>
                  <a:lnTo>
                    <a:pt x="2095129" y="2234315"/>
                  </a:lnTo>
                  <a:lnTo>
                    <a:pt x="2055326" y="2161161"/>
                  </a:lnTo>
                  <a:lnTo>
                    <a:pt x="2015904" y="2090836"/>
                  </a:lnTo>
                  <a:lnTo>
                    <a:pt x="1976860" y="2023677"/>
                  </a:lnTo>
                  <a:lnTo>
                    <a:pt x="1938152" y="1959941"/>
                  </a:lnTo>
                  <a:lnTo>
                    <a:pt x="1899702" y="1899799"/>
                  </a:lnTo>
                  <a:lnTo>
                    <a:pt x="1861387" y="1843346"/>
                  </a:lnTo>
                  <a:lnTo>
                    <a:pt x="1823036" y="1790601"/>
                  </a:lnTo>
                  <a:lnTo>
                    <a:pt x="1784427" y="1741516"/>
                  </a:lnTo>
                  <a:lnTo>
                    <a:pt x="1768425" y="1722387"/>
                  </a:lnTo>
                  <a:lnTo>
                    <a:pt x="1720051" y="1668992"/>
                  </a:lnTo>
                  <a:lnTo>
                    <a:pt x="1670065" y="1620896"/>
                  </a:lnTo>
                  <a:lnTo>
                    <a:pt x="1617708" y="1577832"/>
                  </a:lnTo>
                  <a:lnTo>
                    <a:pt x="1562133" y="1539350"/>
                  </a:lnTo>
                  <a:lnTo>
                    <a:pt x="1502472" y="1504940"/>
                  </a:lnTo>
                  <a:lnTo>
                    <a:pt x="1437910" y="1474106"/>
                  </a:lnTo>
                  <a:lnTo>
                    <a:pt x="1367775" y="1446410"/>
                  </a:lnTo>
                  <a:lnTo>
                    <a:pt x="1291658" y="1421494"/>
                  </a:lnTo>
                  <a:lnTo>
                    <a:pt x="1209563" y="1399093"/>
                  </a:lnTo>
                  <a:lnTo>
                    <a:pt x="1122105" y="1379038"/>
                  </a:lnTo>
                  <a:lnTo>
                    <a:pt x="1030691" y="1361253"/>
                  </a:lnTo>
                  <a:lnTo>
                    <a:pt x="937668" y="1345737"/>
                  </a:lnTo>
                  <a:lnTo>
                    <a:pt x="846315" y="1332537"/>
                  </a:lnTo>
                  <a:lnTo>
                    <a:pt x="760611" y="1321704"/>
                  </a:lnTo>
                  <a:lnTo>
                    <a:pt x="684722" y="1313238"/>
                  </a:lnTo>
                  <a:lnTo>
                    <a:pt x="622259" y="1307041"/>
                  </a:lnTo>
                  <a:lnTo>
                    <a:pt x="575503" y="1302890"/>
                  </a:lnTo>
                  <a:lnTo>
                    <a:pt x="544821" y="1300440"/>
                  </a:lnTo>
                  <a:lnTo>
                    <a:pt x="528462" y="1299260"/>
                  </a:lnTo>
                  <a:lnTo>
                    <a:pt x="522698" y="1298883"/>
                  </a:lnTo>
                  <a:lnTo>
                    <a:pt x="522133" y="1298849"/>
                  </a:lnTo>
                  <a:lnTo>
                    <a:pt x="0" y="1298849"/>
                  </a:lnTo>
                  <a:lnTo>
                    <a:pt x="0" y="1298849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42" name="pg242"/>
            <p:cNvSpPr/>
            <p:nvPr/>
          </p:nvSpPr>
          <p:spPr>
            <a:xfrm>
              <a:off x="386606" y="1987443"/>
              <a:ext cx="8554953" cy="3687602"/>
            </a:xfrm>
            <a:custGeom>
              <a:avLst/>
              <a:pathLst>
                <a:path w="8554953" h="3687602">
                  <a:moveTo>
                    <a:pt x="0" y="1140728"/>
                  </a:moveTo>
                  <a:lnTo>
                    <a:pt x="522133" y="1140728"/>
                  </a:lnTo>
                  <a:lnTo>
                    <a:pt x="523304" y="1140800"/>
                  </a:lnTo>
                  <a:lnTo>
                    <a:pt x="530977" y="1141314"/>
                  </a:lnTo>
                  <a:lnTo>
                    <a:pt x="550210" y="1142735"/>
                  </a:lnTo>
                  <a:lnTo>
                    <a:pt x="584323" y="1145528"/>
                  </a:lnTo>
                  <a:lnTo>
                    <a:pt x="634607" y="1150109"/>
                  </a:lnTo>
                  <a:lnTo>
                    <a:pt x="700245" y="1156801"/>
                  </a:lnTo>
                  <a:lnTo>
                    <a:pt x="778606" y="1165798"/>
                  </a:lnTo>
                  <a:lnTo>
                    <a:pt x="865890" y="1177174"/>
                  </a:lnTo>
                  <a:lnTo>
                    <a:pt x="957918" y="1190912"/>
                  </a:lnTo>
                  <a:lnTo>
                    <a:pt x="1050828" y="1206959"/>
                  </a:lnTo>
                  <a:lnTo>
                    <a:pt x="1141536" y="1225275"/>
                  </a:lnTo>
                  <a:lnTo>
                    <a:pt x="1227908" y="1245874"/>
                  </a:lnTo>
                  <a:lnTo>
                    <a:pt x="1308721" y="1268852"/>
                  </a:lnTo>
                  <a:lnTo>
                    <a:pt x="1383514" y="1294400"/>
                  </a:lnTo>
                  <a:lnTo>
                    <a:pt x="1452383" y="1322804"/>
                  </a:lnTo>
                  <a:lnTo>
                    <a:pt x="1515810" y="1354441"/>
                  </a:lnTo>
                  <a:lnTo>
                    <a:pt x="1574506" y="1389766"/>
                  </a:lnTo>
                  <a:lnTo>
                    <a:pt x="1629303" y="1429281"/>
                  </a:lnTo>
                  <a:lnTo>
                    <a:pt x="1681070" y="1473495"/>
                  </a:lnTo>
                  <a:lnTo>
                    <a:pt x="1730641" y="1522830"/>
                  </a:lnTo>
                  <a:lnTo>
                    <a:pt x="1768425" y="1565207"/>
                  </a:lnTo>
                  <a:lnTo>
                    <a:pt x="1807187" y="1612881"/>
                  </a:lnTo>
                  <a:lnTo>
                    <a:pt x="1845583" y="1664180"/>
                  </a:lnTo>
                  <a:lnTo>
                    <a:pt x="1883858" y="1719177"/>
                  </a:lnTo>
                  <a:lnTo>
                    <a:pt x="1922203" y="1777881"/>
                  </a:lnTo>
                  <a:lnTo>
                    <a:pt x="1960760" y="1840231"/>
                  </a:lnTo>
                  <a:lnTo>
                    <a:pt x="1999625" y="1906086"/>
                  </a:lnTo>
                  <a:lnTo>
                    <a:pt x="2038855" y="1975226"/>
                  </a:lnTo>
                  <a:lnTo>
                    <a:pt x="2078468" y="2047347"/>
                  </a:lnTo>
                  <a:lnTo>
                    <a:pt x="2118450" y="2122066"/>
                  </a:lnTo>
                  <a:lnTo>
                    <a:pt x="2158757" y="2198925"/>
                  </a:lnTo>
                  <a:lnTo>
                    <a:pt x="2199322" y="2277402"/>
                  </a:lnTo>
                  <a:lnTo>
                    <a:pt x="2240057" y="2356927"/>
                  </a:lnTo>
                  <a:lnTo>
                    <a:pt x="2280867" y="2436894"/>
                  </a:lnTo>
                  <a:lnTo>
                    <a:pt x="2321647" y="2516685"/>
                  </a:lnTo>
                  <a:lnTo>
                    <a:pt x="2362297" y="2595686"/>
                  </a:lnTo>
                  <a:lnTo>
                    <a:pt x="2402724" y="2673311"/>
                  </a:lnTo>
                  <a:lnTo>
                    <a:pt x="2442854" y="2749014"/>
                  </a:lnTo>
                  <a:lnTo>
                    <a:pt x="2482629" y="2822308"/>
                  </a:lnTo>
                  <a:lnTo>
                    <a:pt x="2522025" y="2892778"/>
                  </a:lnTo>
                  <a:lnTo>
                    <a:pt x="2561043" y="2960083"/>
                  </a:lnTo>
                  <a:lnTo>
                    <a:pt x="2599724" y="3023968"/>
                  </a:lnTo>
                  <a:lnTo>
                    <a:pt x="2638146" y="3084259"/>
                  </a:lnTo>
                  <a:lnTo>
                    <a:pt x="2676431" y="3140859"/>
                  </a:lnTo>
                  <a:lnTo>
                    <a:pt x="2714747" y="3193750"/>
                  </a:lnTo>
                  <a:lnTo>
                    <a:pt x="2753317" y="3242976"/>
                  </a:lnTo>
                  <a:lnTo>
                    <a:pt x="2770117" y="3263123"/>
                  </a:lnTo>
                  <a:lnTo>
                    <a:pt x="2818486" y="3316630"/>
                  </a:lnTo>
                  <a:lnTo>
                    <a:pt x="2868466" y="3364829"/>
                  </a:lnTo>
                  <a:lnTo>
                    <a:pt x="2920815" y="3407985"/>
                  </a:lnTo>
                  <a:lnTo>
                    <a:pt x="2976383" y="3446550"/>
                  </a:lnTo>
                  <a:lnTo>
                    <a:pt x="3036035" y="3481034"/>
                  </a:lnTo>
                  <a:lnTo>
                    <a:pt x="3100586" y="3511935"/>
                  </a:lnTo>
                  <a:lnTo>
                    <a:pt x="3170708" y="3539692"/>
                  </a:lnTo>
                  <a:lnTo>
                    <a:pt x="3246812" y="3564663"/>
                  </a:lnTo>
                  <a:lnTo>
                    <a:pt x="3328891" y="3587113"/>
                  </a:lnTo>
                  <a:lnTo>
                    <a:pt x="3416334" y="3607213"/>
                  </a:lnTo>
                  <a:lnTo>
                    <a:pt x="3507733" y="3625039"/>
                  </a:lnTo>
                  <a:lnTo>
                    <a:pt x="3600746" y="3640590"/>
                  </a:lnTo>
                  <a:lnTo>
                    <a:pt x="3692093" y="3653821"/>
                  </a:lnTo>
                  <a:lnTo>
                    <a:pt x="3777800" y="3664681"/>
                  </a:lnTo>
                  <a:lnTo>
                    <a:pt x="3853700" y="3673169"/>
                  </a:lnTo>
                  <a:lnTo>
                    <a:pt x="3916182" y="3679383"/>
                  </a:lnTo>
                  <a:lnTo>
                    <a:pt x="3962964" y="3683546"/>
                  </a:lnTo>
                  <a:lnTo>
                    <a:pt x="3993673" y="3686004"/>
                  </a:lnTo>
                  <a:lnTo>
                    <a:pt x="4010058" y="3687188"/>
                  </a:lnTo>
                  <a:lnTo>
                    <a:pt x="4015839" y="3687568"/>
                  </a:lnTo>
                  <a:lnTo>
                    <a:pt x="4016409" y="3687602"/>
                  </a:lnTo>
                  <a:lnTo>
                    <a:pt x="4538543" y="3687602"/>
                  </a:lnTo>
                  <a:lnTo>
                    <a:pt x="4539489" y="3687519"/>
                  </a:lnTo>
                  <a:lnTo>
                    <a:pt x="4545714" y="3686923"/>
                  </a:lnTo>
                  <a:lnTo>
                    <a:pt x="4561427" y="3685275"/>
                  </a:lnTo>
                  <a:lnTo>
                    <a:pt x="4589562" y="3682032"/>
                  </a:lnTo>
                  <a:lnTo>
                    <a:pt x="4631577" y="3676686"/>
                  </a:lnTo>
                  <a:lnTo>
                    <a:pt x="4687336" y="3668825"/>
                  </a:lnTo>
                  <a:lnTo>
                    <a:pt x="4755230" y="3658163"/>
                  </a:lnTo>
                  <a:lnTo>
                    <a:pt x="4832544" y="3644552"/>
                  </a:lnTo>
                  <a:lnTo>
                    <a:pt x="4915986" y="3627966"/>
                  </a:lnTo>
                  <a:lnTo>
                    <a:pt x="5002233" y="3608448"/>
                  </a:lnTo>
                  <a:lnTo>
                    <a:pt x="5088353" y="3586063"/>
                  </a:lnTo>
                  <a:lnTo>
                    <a:pt x="5172061" y="3560847"/>
                  </a:lnTo>
                  <a:lnTo>
                    <a:pt x="5251791" y="3532765"/>
                  </a:lnTo>
                  <a:lnTo>
                    <a:pt x="5326648" y="3501693"/>
                  </a:lnTo>
                  <a:lnTo>
                    <a:pt x="5396288" y="3467404"/>
                  </a:lnTo>
                  <a:lnTo>
                    <a:pt x="5460790" y="3429566"/>
                  </a:lnTo>
                  <a:lnTo>
                    <a:pt x="5520520" y="3387750"/>
                  </a:lnTo>
                  <a:lnTo>
                    <a:pt x="5576028" y="3341439"/>
                  </a:lnTo>
                  <a:lnTo>
                    <a:pt x="5627971" y="3290055"/>
                  </a:lnTo>
                  <a:lnTo>
                    <a:pt x="5677045" y="3233001"/>
                  </a:lnTo>
                  <a:lnTo>
                    <a:pt x="5723939" y="3169733"/>
                  </a:lnTo>
                  <a:lnTo>
                    <a:pt x="5769285" y="3099874"/>
                  </a:lnTo>
                  <a:lnTo>
                    <a:pt x="5784835" y="3073943"/>
                  </a:lnTo>
                  <a:lnTo>
                    <a:pt x="5818288" y="3014819"/>
                  </a:lnTo>
                  <a:lnTo>
                    <a:pt x="5851441" y="2951813"/>
                  </a:lnTo>
                  <a:lnTo>
                    <a:pt x="5884459" y="2884844"/>
                  </a:lnTo>
                  <a:lnTo>
                    <a:pt x="5917476" y="2813884"/>
                  </a:lnTo>
                  <a:lnTo>
                    <a:pt x="5950598" y="2738958"/>
                  </a:lnTo>
                  <a:lnTo>
                    <a:pt x="5983904" y="2660148"/>
                  </a:lnTo>
                  <a:lnTo>
                    <a:pt x="6017449" y="2577603"/>
                  </a:lnTo>
                  <a:lnTo>
                    <a:pt x="6051267" y="2491535"/>
                  </a:lnTo>
                  <a:lnTo>
                    <a:pt x="6085370" y="2402223"/>
                  </a:lnTo>
                  <a:lnTo>
                    <a:pt x="6119752" y="2310012"/>
                  </a:lnTo>
                  <a:lnTo>
                    <a:pt x="6154391" y="2215304"/>
                  </a:lnTo>
                  <a:lnTo>
                    <a:pt x="6189250" y="2118558"/>
                  </a:lnTo>
                  <a:lnTo>
                    <a:pt x="6224280" y="2020281"/>
                  </a:lnTo>
                  <a:lnTo>
                    <a:pt x="6259422" y="1921011"/>
                  </a:lnTo>
                  <a:lnTo>
                    <a:pt x="6294614" y="1821312"/>
                  </a:lnTo>
                  <a:lnTo>
                    <a:pt x="6329788" y="1721760"/>
                  </a:lnTo>
                  <a:lnTo>
                    <a:pt x="6364881" y="1622924"/>
                  </a:lnTo>
                  <a:lnTo>
                    <a:pt x="6399830" y="1525359"/>
                  </a:lnTo>
                  <a:lnTo>
                    <a:pt x="6434583" y="1429587"/>
                  </a:lnTo>
                  <a:lnTo>
                    <a:pt x="6469096" y="1336092"/>
                  </a:lnTo>
                  <a:lnTo>
                    <a:pt x="6503338" y="1245306"/>
                  </a:lnTo>
                  <a:lnTo>
                    <a:pt x="6537296" y="1157602"/>
                  </a:lnTo>
                  <a:lnTo>
                    <a:pt x="6570972" y="1073292"/>
                  </a:lnTo>
                  <a:lnTo>
                    <a:pt x="6604391" y="992620"/>
                  </a:lnTo>
                  <a:lnTo>
                    <a:pt x="6637595" y="915767"/>
                  </a:lnTo>
                  <a:lnTo>
                    <a:pt x="6670652" y="842847"/>
                  </a:lnTo>
                  <a:lnTo>
                    <a:pt x="6703655" y="773914"/>
                  </a:lnTo>
                  <a:lnTo>
                    <a:pt x="6736723" y="708963"/>
                  </a:lnTo>
                  <a:lnTo>
                    <a:pt x="6770005" y="647940"/>
                  </a:lnTo>
                  <a:lnTo>
                    <a:pt x="6786527" y="619306"/>
                  </a:lnTo>
                  <a:lnTo>
                    <a:pt x="6831464" y="547118"/>
                  </a:lnTo>
                  <a:lnTo>
                    <a:pt x="6877751" y="481580"/>
                  </a:lnTo>
                  <a:lnTo>
                    <a:pt x="6925988" y="422416"/>
                  </a:lnTo>
                  <a:lnTo>
                    <a:pt x="6976851" y="369122"/>
                  </a:lnTo>
                  <a:lnTo>
                    <a:pt x="7031038" y="321110"/>
                  </a:lnTo>
                  <a:lnTo>
                    <a:pt x="7089226" y="277788"/>
                  </a:lnTo>
                  <a:lnTo>
                    <a:pt x="7152011" y="238617"/>
                  </a:lnTo>
                  <a:lnTo>
                    <a:pt x="7219834" y="203133"/>
                  </a:lnTo>
                  <a:lnTo>
                    <a:pt x="7292886" y="170971"/>
                  </a:lnTo>
                  <a:lnTo>
                    <a:pt x="7370987" y="141865"/>
                  </a:lnTo>
                  <a:lnTo>
                    <a:pt x="7453449" y="115657"/>
                  </a:lnTo>
                  <a:lnTo>
                    <a:pt x="7538952" y="92284"/>
                  </a:lnTo>
                  <a:lnTo>
                    <a:pt x="7625457" y="71760"/>
                  </a:lnTo>
                  <a:lnTo>
                    <a:pt x="7710242" y="54144"/>
                  </a:lnTo>
                  <a:lnTo>
                    <a:pt x="7790079" y="39494"/>
                  </a:lnTo>
                  <a:lnTo>
                    <a:pt x="7861608" y="27813"/>
                  </a:lnTo>
                  <a:lnTo>
                    <a:pt x="7921848" y="19001"/>
                  </a:lnTo>
                  <a:lnTo>
                    <a:pt x="7968751" y="12819"/>
                  </a:lnTo>
                  <a:lnTo>
                    <a:pt x="8001642" y="8896"/>
                  </a:lnTo>
                  <a:lnTo>
                    <a:pt x="8021425" y="6753"/>
                  </a:lnTo>
                  <a:lnTo>
                    <a:pt x="8030541" y="5853"/>
                  </a:lnTo>
                  <a:lnTo>
                    <a:pt x="8032819" y="5647"/>
                  </a:lnTo>
                  <a:lnTo>
                    <a:pt x="8554953" y="5647"/>
                  </a:lnTo>
                  <a:lnTo>
                    <a:pt x="8554953" y="0"/>
                  </a:lnTo>
                  <a:lnTo>
                    <a:pt x="8032819" y="0"/>
                  </a:lnTo>
                  <a:lnTo>
                    <a:pt x="8031873" y="83"/>
                  </a:lnTo>
                  <a:lnTo>
                    <a:pt x="8025648" y="679"/>
                  </a:lnTo>
                  <a:lnTo>
                    <a:pt x="8009935" y="2327"/>
                  </a:lnTo>
                  <a:lnTo>
                    <a:pt x="7981800" y="5570"/>
                  </a:lnTo>
                  <a:lnTo>
                    <a:pt x="7939785" y="10915"/>
                  </a:lnTo>
                  <a:lnTo>
                    <a:pt x="7884026" y="18776"/>
                  </a:lnTo>
                  <a:lnTo>
                    <a:pt x="7816132" y="29439"/>
                  </a:lnTo>
                  <a:lnTo>
                    <a:pt x="7738818" y="43050"/>
                  </a:lnTo>
                  <a:lnTo>
                    <a:pt x="7655376" y="59636"/>
                  </a:lnTo>
                  <a:lnTo>
                    <a:pt x="7569129" y="79154"/>
                  </a:lnTo>
                  <a:lnTo>
                    <a:pt x="7483009" y="101538"/>
                  </a:lnTo>
                  <a:lnTo>
                    <a:pt x="7399301" y="126755"/>
                  </a:lnTo>
                  <a:lnTo>
                    <a:pt x="7319571" y="154837"/>
                  </a:lnTo>
                  <a:lnTo>
                    <a:pt x="7244714" y="185909"/>
                  </a:lnTo>
                  <a:lnTo>
                    <a:pt x="7175074" y="220198"/>
                  </a:lnTo>
                  <a:lnTo>
                    <a:pt x="7110572" y="258035"/>
                  </a:lnTo>
                  <a:lnTo>
                    <a:pt x="7050842" y="299852"/>
                  </a:lnTo>
                  <a:lnTo>
                    <a:pt x="6995334" y="346163"/>
                  </a:lnTo>
                  <a:lnTo>
                    <a:pt x="6943391" y="397547"/>
                  </a:lnTo>
                  <a:lnTo>
                    <a:pt x="6894317" y="454600"/>
                  </a:lnTo>
                  <a:lnTo>
                    <a:pt x="6847423" y="517869"/>
                  </a:lnTo>
                  <a:lnTo>
                    <a:pt x="6802077" y="587728"/>
                  </a:lnTo>
                  <a:lnTo>
                    <a:pt x="6786527" y="613659"/>
                  </a:lnTo>
                  <a:lnTo>
                    <a:pt x="6753074" y="672783"/>
                  </a:lnTo>
                  <a:lnTo>
                    <a:pt x="6719921" y="735789"/>
                  </a:lnTo>
                  <a:lnTo>
                    <a:pt x="6686903" y="802757"/>
                  </a:lnTo>
                  <a:lnTo>
                    <a:pt x="6653885" y="873717"/>
                  </a:lnTo>
                  <a:lnTo>
                    <a:pt x="6620764" y="948644"/>
                  </a:lnTo>
                  <a:lnTo>
                    <a:pt x="6587458" y="1027454"/>
                  </a:lnTo>
                  <a:lnTo>
                    <a:pt x="6553913" y="1109999"/>
                  </a:lnTo>
                  <a:lnTo>
                    <a:pt x="6520095" y="1196067"/>
                  </a:lnTo>
                  <a:lnTo>
                    <a:pt x="6485992" y="1285378"/>
                  </a:lnTo>
                  <a:lnTo>
                    <a:pt x="6451609" y="1377590"/>
                  </a:lnTo>
                  <a:lnTo>
                    <a:pt x="6416970" y="1472298"/>
                  </a:lnTo>
                  <a:lnTo>
                    <a:pt x="6382112" y="1569043"/>
                  </a:lnTo>
                  <a:lnTo>
                    <a:pt x="6347082" y="1667321"/>
                  </a:lnTo>
                  <a:lnTo>
                    <a:pt x="6311940" y="1766591"/>
                  </a:lnTo>
                  <a:lnTo>
                    <a:pt x="6276748" y="1866289"/>
                  </a:lnTo>
                  <a:lnTo>
                    <a:pt x="6241574" y="1965842"/>
                  </a:lnTo>
                  <a:lnTo>
                    <a:pt x="6206481" y="2064677"/>
                  </a:lnTo>
                  <a:lnTo>
                    <a:pt x="6171531" y="2162243"/>
                  </a:lnTo>
                  <a:lnTo>
                    <a:pt x="6136779" y="2258014"/>
                  </a:lnTo>
                  <a:lnTo>
                    <a:pt x="6102266" y="2351509"/>
                  </a:lnTo>
                  <a:lnTo>
                    <a:pt x="6068024" y="2442296"/>
                  </a:lnTo>
                  <a:lnTo>
                    <a:pt x="6034066" y="2530000"/>
                  </a:lnTo>
                  <a:lnTo>
                    <a:pt x="6000390" y="2614310"/>
                  </a:lnTo>
                  <a:lnTo>
                    <a:pt x="5966971" y="2694982"/>
                  </a:lnTo>
                  <a:lnTo>
                    <a:pt x="5933767" y="2771835"/>
                  </a:lnTo>
                  <a:lnTo>
                    <a:pt x="5900710" y="2844755"/>
                  </a:lnTo>
                  <a:lnTo>
                    <a:pt x="5867707" y="2913688"/>
                  </a:lnTo>
                  <a:lnTo>
                    <a:pt x="5834639" y="2978638"/>
                  </a:lnTo>
                  <a:lnTo>
                    <a:pt x="5801357" y="3039661"/>
                  </a:lnTo>
                  <a:lnTo>
                    <a:pt x="5784835" y="3068296"/>
                  </a:lnTo>
                  <a:lnTo>
                    <a:pt x="5739898" y="3140484"/>
                  </a:lnTo>
                  <a:lnTo>
                    <a:pt x="5693611" y="3206021"/>
                  </a:lnTo>
                  <a:lnTo>
                    <a:pt x="5645374" y="3265186"/>
                  </a:lnTo>
                  <a:lnTo>
                    <a:pt x="5594511" y="3318480"/>
                  </a:lnTo>
                  <a:lnTo>
                    <a:pt x="5540324" y="3366492"/>
                  </a:lnTo>
                  <a:lnTo>
                    <a:pt x="5482136" y="3409814"/>
                  </a:lnTo>
                  <a:lnTo>
                    <a:pt x="5419351" y="3448985"/>
                  </a:lnTo>
                  <a:lnTo>
                    <a:pt x="5351528" y="3484469"/>
                  </a:lnTo>
                  <a:lnTo>
                    <a:pt x="5278476" y="3516631"/>
                  </a:lnTo>
                  <a:lnTo>
                    <a:pt x="5200375" y="3545737"/>
                  </a:lnTo>
                  <a:lnTo>
                    <a:pt x="5117913" y="3571944"/>
                  </a:lnTo>
                  <a:lnTo>
                    <a:pt x="5032410" y="3595317"/>
                  </a:lnTo>
                  <a:lnTo>
                    <a:pt x="4945905" y="3615842"/>
                  </a:lnTo>
                  <a:lnTo>
                    <a:pt x="4861120" y="3633458"/>
                  </a:lnTo>
                  <a:lnTo>
                    <a:pt x="4781283" y="3648108"/>
                  </a:lnTo>
                  <a:lnTo>
                    <a:pt x="4709754" y="3659788"/>
                  </a:lnTo>
                  <a:lnTo>
                    <a:pt x="4649514" y="3668601"/>
                  </a:lnTo>
                  <a:lnTo>
                    <a:pt x="4602611" y="3674783"/>
                  </a:lnTo>
                  <a:lnTo>
                    <a:pt x="4569720" y="3678705"/>
                  </a:lnTo>
                  <a:lnTo>
                    <a:pt x="4549937" y="3680848"/>
                  </a:lnTo>
                  <a:lnTo>
                    <a:pt x="4540821" y="3681749"/>
                  </a:lnTo>
                  <a:lnTo>
                    <a:pt x="4538543" y="3681955"/>
                  </a:lnTo>
                  <a:lnTo>
                    <a:pt x="4016409" y="3681955"/>
                  </a:lnTo>
                  <a:lnTo>
                    <a:pt x="4015238" y="3681883"/>
                  </a:lnTo>
                  <a:lnTo>
                    <a:pt x="4007566" y="3681369"/>
                  </a:lnTo>
                  <a:lnTo>
                    <a:pt x="3988332" y="3679948"/>
                  </a:lnTo>
                  <a:lnTo>
                    <a:pt x="3954219" y="3677156"/>
                  </a:lnTo>
                  <a:lnTo>
                    <a:pt x="3903935" y="3672574"/>
                  </a:lnTo>
                  <a:lnTo>
                    <a:pt x="3838298" y="3665882"/>
                  </a:lnTo>
                  <a:lnTo>
                    <a:pt x="3759936" y="3656885"/>
                  </a:lnTo>
                  <a:lnTo>
                    <a:pt x="3672652" y="3645509"/>
                  </a:lnTo>
                  <a:lnTo>
                    <a:pt x="3580624" y="3631771"/>
                  </a:lnTo>
                  <a:lnTo>
                    <a:pt x="3487714" y="3615724"/>
                  </a:lnTo>
                  <a:lnTo>
                    <a:pt x="3397006" y="3597409"/>
                  </a:lnTo>
                  <a:lnTo>
                    <a:pt x="3310634" y="3576810"/>
                  </a:lnTo>
                  <a:lnTo>
                    <a:pt x="3229821" y="3553831"/>
                  </a:lnTo>
                  <a:lnTo>
                    <a:pt x="3155029" y="3528283"/>
                  </a:lnTo>
                  <a:lnTo>
                    <a:pt x="3086159" y="3499879"/>
                  </a:lnTo>
                  <a:lnTo>
                    <a:pt x="3022732" y="3468242"/>
                  </a:lnTo>
                  <a:lnTo>
                    <a:pt x="2964036" y="3432918"/>
                  </a:lnTo>
                  <a:lnTo>
                    <a:pt x="2909239" y="3393402"/>
                  </a:lnTo>
                  <a:lnTo>
                    <a:pt x="2857472" y="3349188"/>
                  </a:lnTo>
                  <a:lnTo>
                    <a:pt x="2807901" y="3299853"/>
                  </a:lnTo>
                  <a:lnTo>
                    <a:pt x="2770117" y="3257476"/>
                  </a:lnTo>
                  <a:lnTo>
                    <a:pt x="2731355" y="3209802"/>
                  </a:lnTo>
                  <a:lnTo>
                    <a:pt x="2692959" y="3158503"/>
                  </a:lnTo>
                  <a:lnTo>
                    <a:pt x="2654685" y="3103506"/>
                  </a:lnTo>
                  <a:lnTo>
                    <a:pt x="2616339" y="3044802"/>
                  </a:lnTo>
                  <a:lnTo>
                    <a:pt x="2577782" y="2982452"/>
                  </a:lnTo>
                  <a:lnTo>
                    <a:pt x="2538917" y="2916597"/>
                  </a:lnTo>
                  <a:lnTo>
                    <a:pt x="2499687" y="2847457"/>
                  </a:lnTo>
                  <a:lnTo>
                    <a:pt x="2460074" y="2775336"/>
                  </a:lnTo>
                  <a:lnTo>
                    <a:pt x="2420092" y="2700617"/>
                  </a:lnTo>
                  <a:lnTo>
                    <a:pt x="2379785" y="2623758"/>
                  </a:lnTo>
                  <a:lnTo>
                    <a:pt x="2339221" y="2545281"/>
                  </a:lnTo>
                  <a:lnTo>
                    <a:pt x="2298485" y="2465757"/>
                  </a:lnTo>
                  <a:lnTo>
                    <a:pt x="2257675" y="2385790"/>
                  </a:lnTo>
                  <a:lnTo>
                    <a:pt x="2216895" y="2305999"/>
                  </a:lnTo>
                  <a:lnTo>
                    <a:pt x="2176245" y="2226997"/>
                  </a:lnTo>
                  <a:lnTo>
                    <a:pt x="2135818" y="2149372"/>
                  </a:lnTo>
                  <a:lnTo>
                    <a:pt x="2095689" y="2073669"/>
                  </a:lnTo>
                  <a:lnTo>
                    <a:pt x="2055913" y="2000375"/>
                  </a:lnTo>
                  <a:lnTo>
                    <a:pt x="2016518" y="1929906"/>
                  </a:lnTo>
                  <a:lnTo>
                    <a:pt x="1977499" y="1862600"/>
                  </a:lnTo>
                  <a:lnTo>
                    <a:pt x="1938819" y="1798715"/>
                  </a:lnTo>
                  <a:lnTo>
                    <a:pt x="1900396" y="1738425"/>
                  </a:lnTo>
                  <a:lnTo>
                    <a:pt x="1862112" y="1681824"/>
                  </a:lnTo>
                  <a:lnTo>
                    <a:pt x="1823795" y="1628933"/>
                  </a:lnTo>
                  <a:lnTo>
                    <a:pt x="1785225" y="1579707"/>
                  </a:lnTo>
                  <a:lnTo>
                    <a:pt x="1768425" y="1559560"/>
                  </a:lnTo>
                  <a:lnTo>
                    <a:pt x="1720056" y="1506053"/>
                  </a:lnTo>
                  <a:lnTo>
                    <a:pt x="1670076" y="1457854"/>
                  </a:lnTo>
                  <a:lnTo>
                    <a:pt x="1617727" y="1414698"/>
                  </a:lnTo>
                  <a:lnTo>
                    <a:pt x="1562159" y="1376133"/>
                  </a:lnTo>
                  <a:lnTo>
                    <a:pt x="1502507" y="1341649"/>
                  </a:lnTo>
                  <a:lnTo>
                    <a:pt x="1437956" y="1310748"/>
                  </a:lnTo>
                  <a:lnTo>
                    <a:pt x="1367834" y="1282991"/>
                  </a:lnTo>
                  <a:lnTo>
                    <a:pt x="1291731" y="1258020"/>
                  </a:lnTo>
                  <a:lnTo>
                    <a:pt x="1209651" y="1235570"/>
                  </a:lnTo>
                  <a:lnTo>
                    <a:pt x="1122208" y="1215470"/>
                  </a:lnTo>
                  <a:lnTo>
                    <a:pt x="1030809" y="1197645"/>
                  </a:lnTo>
                  <a:lnTo>
                    <a:pt x="937797" y="1182093"/>
                  </a:lnTo>
                  <a:lnTo>
                    <a:pt x="846449" y="1168862"/>
                  </a:lnTo>
                  <a:lnTo>
                    <a:pt x="760743" y="1158002"/>
                  </a:lnTo>
                  <a:lnTo>
                    <a:pt x="684842" y="1149514"/>
                  </a:lnTo>
                  <a:lnTo>
                    <a:pt x="622360" y="1143300"/>
                  </a:lnTo>
                  <a:lnTo>
                    <a:pt x="575578" y="1139137"/>
                  </a:lnTo>
                  <a:lnTo>
                    <a:pt x="544869" y="1136679"/>
                  </a:lnTo>
                  <a:lnTo>
                    <a:pt x="528484" y="1135495"/>
                  </a:lnTo>
                  <a:lnTo>
                    <a:pt x="522703" y="1135115"/>
                  </a:lnTo>
                  <a:lnTo>
                    <a:pt x="522133" y="1135081"/>
                  </a:lnTo>
                  <a:lnTo>
                    <a:pt x="0" y="1135081"/>
                  </a:lnTo>
                  <a:close/>
                </a:path>
              </a:pathLst>
            </a:custGeom>
            <a:solidFill>
              <a:srgbClr val="8FA8D6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243" name="pl243"/>
            <p:cNvSpPr/>
            <p:nvPr/>
          </p:nvSpPr>
          <p:spPr>
            <a:xfrm>
              <a:off x="386606" y="1993090"/>
              <a:ext cx="8554953" cy="3681955"/>
            </a:xfrm>
            <a:custGeom>
              <a:avLst/>
              <a:pathLst>
                <a:path w="8554953" h="3681955">
                  <a:moveTo>
                    <a:pt x="0" y="1135081"/>
                  </a:moveTo>
                  <a:lnTo>
                    <a:pt x="522133" y="1135081"/>
                  </a:lnTo>
                  <a:lnTo>
                    <a:pt x="523304" y="1135153"/>
                  </a:lnTo>
                  <a:lnTo>
                    <a:pt x="530977" y="1135667"/>
                  </a:lnTo>
                  <a:lnTo>
                    <a:pt x="550210" y="1137088"/>
                  </a:lnTo>
                  <a:lnTo>
                    <a:pt x="584323" y="1139880"/>
                  </a:lnTo>
                  <a:lnTo>
                    <a:pt x="634607" y="1144462"/>
                  </a:lnTo>
                  <a:lnTo>
                    <a:pt x="700245" y="1151154"/>
                  </a:lnTo>
                  <a:lnTo>
                    <a:pt x="778606" y="1160151"/>
                  </a:lnTo>
                  <a:lnTo>
                    <a:pt x="865890" y="1171527"/>
                  </a:lnTo>
                  <a:lnTo>
                    <a:pt x="957918" y="1185265"/>
                  </a:lnTo>
                  <a:lnTo>
                    <a:pt x="1050828" y="1201312"/>
                  </a:lnTo>
                  <a:lnTo>
                    <a:pt x="1141536" y="1219627"/>
                  </a:lnTo>
                  <a:lnTo>
                    <a:pt x="1227908" y="1240226"/>
                  </a:lnTo>
                  <a:lnTo>
                    <a:pt x="1308721" y="1263205"/>
                  </a:lnTo>
                  <a:lnTo>
                    <a:pt x="1383514" y="1288753"/>
                  </a:lnTo>
                  <a:lnTo>
                    <a:pt x="1452383" y="1317157"/>
                  </a:lnTo>
                  <a:lnTo>
                    <a:pt x="1515810" y="1348794"/>
                  </a:lnTo>
                  <a:lnTo>
                    <a:pt x="1574506" y="1384118"/>
                  </a:lnTo>
                  <a:lnTo>
                    <a:pt x="1629303" y="1423634"/>
                  </a:lnTo>
                  <a:lnTo>
                    <a:pt x="1681070" y="1467848"/>
                  </a:lnTo>
                  <a:lnTo>
                    <a:pt x="1730641" y="1517183"/>
                  </a:lnTo>
                  <a:lnTo>
                    <a:pt x="1768425" y="1559560"/>
                  </a:lnTo>
                  <a:lnTo>
                    <a:pt x="1807187" y="1607234"/>
                  </a:lnTo>
                  <a:lnTo>
                    <a:pt x="1845583" y="1658533"/>
                  </a:lnTo>
                  <a:lnTo>
                    <a:pt x="1883858" y="1713530"/>
                  </a:lnTo>
                  <a:lnTo>
                    <a:pt x="1922203" y="1772234"/>
                  </a:lnTo>
                  <a:lnTo>
                    <a:pt x="1960760" y="1834584"/>
                  </a:lnTo>
                  <a:lnTo>
                    <a:pt x="1999625" y="1900439"/>
                  </a:lnTo>
                  <a:lnTo>
                    <a:pt x="2038855" y="1969579"/>
                  </a:lnTo>
                  <a:lnTo>
                    <a:pt x="2078468" y="2041700"/>
                  </a:lnTo>
                  <a:lnTo>
                    <a:pt x="2118450" y="2116419"/>
                  </a:lnTo>
                  <a:lnTo>
                    <a:pt x="2158757" y="2193278"/>
                  </a:lnTo>
                  <a:lnTo>
                    <a:pt x="2199322" y="2271755"/>
                  </a:lnTo>
                  <a:lnTo>
                    <a:pt x="2240057" y="2351279"/>
                  </a:lnTo>
                  <a:lnTo>
                    <a:pt x="2280867" y="2431246"/>
                  </a:lnTo>
                  <a:lnTo>
                    <a:pt x="2321647" y="2511037"/>
                  </a:lnTo>
                  <a:lnTo>
                    <a:pt x="2362297" y="2590039"/>
                  </a:lnTo>
                  <a:lnTo>
                    <a:pt x="2402724" y="2667664"/>
                  </a:lnTo>
                  <a:lnTo>
                    <a:pt x="2442854" y="2743367"/>
                  </a:lnTo>
                  <a:lnTo>
                    <a:pt x="2482629" y="2816661"/>
                  </a:lnTo>
                  <a:lnTo>
                    <a:pt x="2522025" y="2887130"/>
                  </a:lnTo>
                  <a:lnTo>
                    <a:pt x="2561043" y="2954436"/>
                  </a:lnTo>
                  <a:lnTo>
                    <a:pt x="2599724" y="3018321"/>
                  </a:lnTo>
                  <a:lnTo>
                    <a:pt x="2638146" y="3078611"/>
                  </a:lnTo>
                  <a:lnTo>
                    <a:pt x="2676431" y="3135212"/>
                  </a:lnTo>
                  <a:lnTo>
                    <a:pt x="2714747" y="3188103"/>
                  </a:lnTo>
                  <a:lnTo>
                    <a:pt x="2753317" y="3237329"/>
                  </a:lnTo>
                  <a:lnTo>
                    <a:pt x="2770117" y="3257476"/>
                  </a:lnTo>
                  <a:lnTo>
                    <a:pt x="2818486" y="3310983"/>
                  </a:lnTo>
                  <a:lnTo>
                    <a:pt x="2868466" y="3359182"/>
                  </a:lnTo>
                  <a:lnTo>
                    <a:pt x="2920815" y="3402338"/>
                  </a:lnTo>
                  <a:lnTo>
                    <a:pt x="2976383" y="3440903"/>
                  </a:lnTo>
                  <a:lnTo>
                    <a:pt x="3036035" y="3475387"/>
                  </a:lnTo>
                  <a:lnTo>
                    <a:pt x="3100586" y="3506288"/>
                  </a:lnTo>
                  <a:lnTo>
                    <a:pt x="3170708" y="3534045"/>
                  </a:lnTo>
                  <a:lnTo>
                    <a:pt x="3246812" y="3559016"/>
                  </a:lnTo>
                  <a:lnTo>
                    <a:pt x="3328891" y="3581466"/>
                  </a:lnTo>
                  <a:lnTo>
                    <a:pt x="3416334" y="3601566"/>
                  </a:lnTo>
                  <a:lnTo>
                    <a:pt x="3507733" y="3619391"/>
                  </a:lnTo>
                  <a:lnTo>
                    <a:pt x="3600746" y="3634943"/>
                  </a:lnTo>
                  <a:lnTo>
                    <a:pt x="3692093" y="3648174"/>
                  </a:lnTo>
                  <a:lnTo>
                    <a:pt x="3777800" y="3659034"/>
                  </a:lnTo>
                  <a:lnTo>
                    <a:pt x="3853700" y="3667522"/>
                  </a:lnTo>
                  <a:lnTo>
                    <a:pt x="3916182" y="3673735"/>
                  </a:lnTo>
                  <a:lnTo>
                    <a:pt x="3962964" y="3677899"/>
                  </a:lnTo>
                  <a:lnTo>
                    <a:pt x="3993673" y="3680357"/>
                  </a:lnTo>
                  <a:lnTo>
                    <a:pt x="4010058" y="3681541"/>
                  </a:lnTo>
                  <a:lnTo>
                    <a:pt x="4015839" y="3681921"/>
                  </a:lnTo>
                  <a:lnTo>
                    <a:pt x="4016409" y="3681955"/>
                  </a:lnTo>
                  <a:lnTo>
                    <a:pt x="4538543" y="3681955"/>
                  </a:lnTo>
                  <a:lnTo>
                    <a:pt x="4539489" y="3681871"/>
                  </a:lnTo>
                  <a:lnTo>
                    <a:pt x="4545714" y="3681275"/>
                  </a:lnTo>
                  <a:lnTo>
                    <a:pt x="4561427" y="3679628"/>
                  </a:lnTo>
                  <a:lnTo>
                    <a:pt x="4589562" y="3676384"/>
                  </a:lnTo>
                  <a:lnTo>
                    <a:pt x="4631577" y="3671039"/>
                  </a:lnTo>
                  <a:lnTo>
                    <a:pt x="4687336" y="3663178"/>
                  </a:lnTo>
                  <a:lnTo>
                    <a:pt x="4755230" y="3652515"/>
                  </a:lnTo>
                  <a:lnTo>
                    <a:pt x="4832544" y="3638905"/>
                  </a:lnTo>
                  <a:lnTo>
                    <a:pt x="4915986" y="3622318"/>
                  </a:lnTo>
                  <a:lnTo>
                    <a:pt x="5002233" y="3602801"/>
                  </a:lnTo>
                  <a:lnTo>
                    <a:pt x="5088353" y="3580416"/>
                  </a:lnTo>
                  <a:lnTo>
                    <a:pt x="5172061" y="3555200"/>
                  </a:lnTo>
                  <a:lnTo>
                    <a:pt x="5251791" y="3527118"/>
                  </a:lnTo>
                  <a:lnTo>
                    <a:pt x="5326648" y="3496046"/>
                  </a:lnTo>
                  <a:lnTo>
                    <a:pt x="5396288" y="3461757"/>
                  </a:lnTo>
                  <a:lnTo>
                    <a:pt x="5460790" y="3423919"/>
                  </a:lnTo>
                  <a:lnTo>
                    <a:pt x="5520520" y="3382103"/>
                  </a:lnTo>
                  <a:lnTo>
                    <a:pt x="5576028" y="3335792"/>
                  </a:lnTo>
                  <a:lnTo>
                    <a:pt x="5627971" y="3284408"/>
                  </a:lnTo>
                  <a:lnTo>
                    <a:pt x="5677045" y="3227354"/>
                  </a:lnTo>
                  <a:lnTo>
                    <a:pt x="5723939" y="3164086"/>
                  </a:lnTo>
                  <a:lnTo>
                    <a:pt x="5769285" y="3094227"/>
                  </a:lnTo>
                  <a:lnTo>
                    <a:pt x="5784835" y="3068296"/>
                  </a:lnTo>
                  <a:lnTo>
                    <a:pt x="5818288" y="3009172"/>
                  </a:lnTo>
                  <a:lnTo>
                    <a:pt x="5851441" y="2946165"/>
                  </a:lnTo>
                  <a:lnTo>
                    <a:pt x="5884459" y="2879197"/>
                  </a:lnTo>
                  <a:lnTo>
                    <a:pt x="5917476" y="2808237"/>
                  </a:lnTo>
                  <a:lnTo>
                    <a:pt x="5950598" y="2733310"/>
                  </a:lnTo>
                  <a:lnTo>
                    <a:pt x="5983904" y="2654501"/>
                  </a:lnTo>
                  <a:lnTo>
                    <a:pt x="6017449" y="2571956"/>
                  </a:lnTo>
                  <a:lnTo>
                    <a:pt x="6051267" y="2485888"/>
                  </a:lnTo>
                  <a:lnTo>
                    <a:pt x="6085370" y="2396576"/>
                  </a:lnTo>
                  <a:lnTo>
                    <a:pt x="6119752" y="2304364"/>
                  </a:lnTo>
                  <a:lnTo>
                    <a:pt x="6154391" y="2209657"/>
                  </a:lnTo>
                  <a:lnTo>
                    <a:pt x="6189250" y="2112911"/>
                  </a:lnTo>
                  <a:lnTo>
                    <a:pt x="6224280" y="2014633"/>
                  </a:lnTo>
                  <a:lnTo>
                    <a:pt x="6259422" y="1915363"/>
                  </a:lnTo>
                  <a:lnTo>
                    <a:pt x="6294614" y="1815665"/>
                  </a:lnTo>
                  <a:lnTo>
                    <a:pt x="6329788" y="1716113"/>
                  </a:lnTo>
                  <a:lnTo>
                    <a:pt x="6364881" y="1617277"/>
                  </a:lnTo>
                  <a:lnTo>
                    <a:pt x="6399830" y="1519712"/>
                  </a:lnTo>
                  <a:lnTo>
                    <a:pt x="6434583" y="1423940"/>
                  </a:lnTo>
                  <a:lnTo>
                    <a:pt x="6469096" y="1330445"/>
                  </a:lnTo>
                  <a:lnTo>
                    <a:pt x="6503338" y="1239659"/>
                  </a:lnTo>
                  <a:lnTo>
                    <a:pt x="6537296" y="1151955"/>
                  </a:lnTo>
                  <a:lnTo>
                    <a:pt x="6570972" y="1067644"/>
                  </a:lnTo>
                  <a:lnTo>
                    <a:pt x="6604391" y="986973"/>
                  </a:lnTo>
                  <a:lnTo>
                    <a:pt x="6637595" y="910120"/>
                  </a:lnTo>
                  <a:lnTo>
                    <a:pt x="6670652" y="837200"/>
                  </a:lnTo>
                  <a:lnTo>
                    <a:pt x="6703655" y="768267"/>
                  </a:lnTo>
                  <a:lnTo>
                    <a:pt x="6736723" y="703316"/>
                  </a:lnTo>
                  <a:lnTo>
                    <a:pt x="6770005" y="642293"/>
                  </a:lnTo>
                  <a:lnTo>
                    <a:pt x="6786527" y="613659"/>
                  </a:lnTo>
                  <a:lnTo>
                    <a:pt x="6831464" y="541471"/>
                  </a:lnTo>
                  <a:lnTo>
                    <a:pt x="6877751" y="475933"/>
                  </a:lnTo>
                  <a:lnTo>
                    <a:pt x="6925988" y="416769"/>
                  </a:lnTo>
                  <a:lnTo>
                    <a:pt x="6976851" y="363475"/>
                  </a:lnTo>
                  <a:lnTo>
                    <a:pt x="7031038" y="315462"/>
                  </a:lnTo>
                  <a:lnTo>
                    <a:pt x="7089226" y="272141"/>
                  </a:lnTo>
                  <a:lnTo>
                    <a:pt x="7152011" y="232970"/>
                  </a:lnTo>
                  <a:lnTo>
                    <a:pt x="7219834" y="197486"/>
                  </a:lnTo>
                  <a:lnTo>
                    <a:pt x="7292886" y="165323"/>
                  </a:lnTo>
                  <a:lnTo>
                    <a:pt x="7370987" y="136218"/>
                  </a:lnTo>
                  <a:lnTo>
                    <a:pt x="7453449" y="110010"/>
                  </a:lnTo>
                  <a:lnTo>
                    <a:pt x="7538952" y="86637"/>
                  </a:lnTo>
                  <a:lnTo>
                    <a:pt x="7625457" y="66113"/>
                  </a:lnTo>
                  <a:lnTo>
                    <a:pt x="7710242" y="48497"/>
                  </a:lnTo>
                  <a:lnTo>
                    <a:pt x="7790079" y="33847"/>
                  </a:lnTo>
                  <a:lnTo>
                    <a:pt x="7861608" y="22166"/>
                  </a:lnTo>
                  <a:lnTo>
                    <a:pt x="7921848" y="13353"/>
                  </a:lnTo>
                  <a:lnTo>
                    <a:pt x="7968751" y="7172"/>
                  </a:lnTo>
                  <a:lnTo>
                    <a:pt x="8001642" y="3249"/>
                  </a:lnTo>
                  <a:lnTo>
                    <a:pt x="8021425" y="1106"/>
                  </a:lnTo>
                  <a:lnTo>
                    <a:pt x="8030541" y="206"/>
                  </a:lnTo>
                  <a:lnTo>
                    <a:pt x="8032778" y="3"/>
                  </a:lnTo>
                  <a:lnTo>
                    <a:pt x="8032819" y="0"/>
                  </a:lnTo>
                  <a:lnTo>
                    <a:pt x="8554953" y="0"/>
                  </a:lnTo>
                  <a:lnTo>
                    <a:pt x="8554953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44" name="pl244"/>
            <p:cNvSpPr/>
            <p:nvPr/>
          </p:nvSpPr>
          <p:spPr>
            <a:xfrm>
              <a:off x="386606" y="1987443"/>
              <a:ext cx="8554953" cy="3681955"/>
            </a:xfrm>
            <a:custGeom>
              <a:avLst/>
              <a:pathLst>
                <a:path w="8554953" h="3681955">
                  <a:moveTo>
                    <a:pt x="8554953" y="0"/>
                  </a:moveTo>
                  <a:lnTo>
                    <a:pt x="8032819" y="0"/>
                  </a:lnTo>
                  <a:lnTo>
                    <a:pt x="8031873" y="83"/>
                  </a:lnTo>
                  <a:lnTo>
                    <a:pt x="8025648" y="679"/>
                  </a:lnTo>
                  <a:lnTo>
                    <a:pt x="8009935" y="2327"/>
                  </a:lnTo>
                  <a:lnTo>
                    <a:pt x="7981800" y="5570"/>
                  </a:lnTo>
                  <a:lnTo>
                    <a:pt x="7939785" y="10915"/>
                  </a:lnTo>
                  <a:lnTo>
                    <a:pt x="7884026" y="18776"/>
                  </a:lnTo>
                  <a:lnTo>
                    <a:pt x="7816132" y="29439"/>
                  </a:lnTo>
                  <a:lnTo>
                    <a:pt x="7738818" y="43050"/>
                  </a:lnTo>
                  <a:lnTo>
                    <a:pt x="7655376" y="59636"/>
                  </a:lnTo>
                  <a:lnTo>
                    <a:pt x="7569129" y="79154"/>
                  </a:lnTo>
                  <a:lnTo>
                    <a:pt x="7483009" y="101538"/>
                  </a:lnTo>
                  <a:lnTo>
                    <a:pt x="7399301" y="126755"/>
                  </a:lnTo>
                  <a:lnTo>
                    <a:pt x="7319571" y="154837"/>
                  </a:lnTo>
                  <a:lnTo>
                    <a:pt x="7244714" y="185909"/>
                  </a:lnTo>
                  <a:lnTo>
                    <a:pt x="7175074" y="220198"/>
                  </a:lnTo>
                  <a:lnTo>
                    <a:pt x="7110572" y="258035"/>
                  </a:lnTo>
                  <a:lnTo>
                    <a:pt x="7050842" y="299852"/>
                  </a:lnTo>
                  <a:lnTo>
                    <a:pt x="6995334" y="346163"/>
                  </a:lnTo>
                  <a:lnTo>
                    <a:pt x="6943391" y="397547"/>
                  </a:lnTo>
                  <a:lnTo>
                    <a:pt x="6894317" y="454600"/>
                  </a:lnTo>
                  <a:lnTo>
                    <a:pt x="6847423" y="517869"/>
                  </a:lnTo>
                  <a:lnTo>
                    <a:pt x="6802077" y="587728"/>
                  </a:lnTo>
                  <a:lnTo>
                    <a:pt x="6786527" y="613659"/>
                  </a:lnTo>
                  <a:lnTo>
                    <a:pt x="6753074" y="672783"/>
                  </a:lnTo>
                  <a:lnTo>
                    <a:pt x="6719921" y="735789"/>
                  </a:lnTo>
                  <a:lnTo>
                    <a:pt x="6686903" y="802757"/>
                  </a:lnTo>
                  <a:lnTo>
                    <a:pt x="6653885" y="873717"/>
                  </a:lnTo>
                  <a:lnTo>
                    <a:pt x="6620764" y="948644"/>
                  </a:lnTo>
                  <a:lnTo>
                    <a:pt x="6587458" y="1027454"/>
                  </a:lnTo>
                  <a:lnTo>
                    <a:pt x="6553913" y="1109999"/>
                  </a:lnTo>
                  <a:lnTo>
                    <a:pt x="6520095" y="1196067"/>
                  </a:lnTo>
                  <a:lnTo>
                    <a:pt x="6485992" y="1285378"/>
                  </a:lnTo>
                  <a:lnTo>
                    <a:pt x="6451609" y="1377590"/>
                  </a:lnTo>
                  <a:lnTo>
                    <a:pt x="6416970" y="1472298"/>
                  </a:lnTo>
                  <a:lnTo>
                    <a:pt x="6382112" y="1569043"/>
                  </a:lnTo>
                  <a:lnTo>
                    <a:pt x="6347082" y="1667321"/>
                  </a:lnTo>
                  <a:lnTo>
                    <a:pt x="6311940" y="1766591"/>
                  </a:lnTo>
                  <a:lnTo>
                    <a:pt x="6276748" y="1866289"/>
                  </a:lnTo>
                  <a:lnTo>
                    <a:pt x="6241574" y="1965842"/>
                  </a:lnTo>
                  <a:lnTo>
                    <a:pt x="6206481" y="2064677"/>
                  </a:lnTo>
                  <a:lnTo>
                    <a:pt x="6171531" y="2162243"/>
                  </a:lnTo>
                  <a:lnTo>
                    <a:pt x="6136779" y="2258014"/>
                  </a:lnTo>
                  <a:lnTo>
                    <a:pt x="6102266" y="2351509"/>
                  </a:lnTo>
                  <a:lnTo>
                    <a:pt x="6068024" y="2442296"/>
                  </a:lnTo>
                  <a:lnTo>
                    <a:pt x="6034066" y="2530000"/>
                  </a:lnTo>
                  <a:lnTo>
                    <a:pt x="6000390" y="2614310"/>
                  </a:lnTo>
                  <a:lnTo>
                    <a:pt x="5966971" y="2694982"/>
                  </a:lnTo>
                  <a:lnTo>
                    <a:pt x="5933767" y="2771835"/>
                  </a:lnTo>
                  <a:lnTo>
                    <a:pt x="5900710" y="2844755"/>
                  </a:lnTo>
                  <a:lnTo>
                    <a:pt x="5867707" y="2913688"/>
                  </a:lnTo>
                  <a:lnTo>
                    <a:pt x="5834639" y="2978638"/>
                  </a:lnTo>
                  <a:lnTo>
                    <a:pt x="5801357" y="3039661"/>
                  </a:lnTo>
                  <a:lnTo>
                    <a:pt x="5784835" y="3068296"/>
                  </a:lnTo>
                  <a:lnTo>
                    <a:pt x="5739898" y="3140484"/>
                  </a:lnTo>
                  <a:lnTo>
                    <a:pt x="5693611" y="3206021"/>
                  </a:lnTo>
                  <a:lnTo>
                    <a:pt x="5645374" y="3265186"/>
                  </a:lnTo>
                  <a:lnTo>
                    <a:pt x="5594511" y="3318480"/>
                  </a:lnTo>
                  <a:lnTo>
                    <a:pt x="5540324" y="3366492"/>
                  </a:lnTo>
                  <a:lnTo>
                    <a:pt x="5482136" y="3409814"/>
                  </a:lnTo>
                  <a:lnTo>
                    <a:pt x="5419351" y="3448985"/>
                  </a:lnTo>
                  <a:lnTo>
                    <a:pt x="5351528" y="3484469"/>
                  </a:lnTo>
                  <a:lnTo>
                    <a:pt x="5278476" y="3516631"/>
                  </a:lnTo>
                  <a:lnTo>
                    <a:pt x="5200375" y="3545737"/>
                  </a:lnTo>
                  <a:lnTo>
                    <a:pt x="5117913" y="3571944"/>
                  </a:lnTo>
                  <a:lnTo>
                    <a:pt x="5032410" y="3595317"/>
                  </a:lnTo>
                  <a:lnTo>
                    <a:pt x="4945905" y="3615842"/>
                  </a:lnTo>
                  <a:lnTo>
                    <a:pt x="4861120" y="3633458"/>
                  </a:lnTo>
                  <a:lnTo>
                    <a:pt x="4781283" y="3648108"/>
                  </a:lnTo>
                  <a:lnTo>
                    <a:pt x="4709754" y="3659788"/>
                  </a:lnTo>
                  <a:lnTo>
                    <a:pt x="4649514" y="3668601"/>
                  </a:lnTo>
                  <a:lnTo>
                    <a:pt x="4602611" y="3674783"/>
                  </a:lnTo>
                  <a:lnTo>
                    <a:pt x="4569720" y="3678705"/>
                  </a:lnTo>
                  <a:lnTo>
                    <a:pt x="4549937" y="3680848"/>
                  </a:lnTo>
                  <a:lnTo>
                    <a:pt x="4540821" y="3681749"/>
                  </a:lnTo>
                  <a:lnTo>
                    <a:pt x="4538584" y="3681952"/>
                  </a:lnTo>
                  <a:lnTo>
                    <a:pt x="4538543" y="3681955"/>
                  </a:lnTo>
                  <a:lnTo>
                    <a:pt x="4016409" y="3681955"/>
                  </a:lnTo>
                  <a:lnTo>
                    <a:pt x="4015238" y="3681883"/>
                  </a:lnTo>
                  <a:lnTo>
                    <a:pt x="4007566" y="3681369"/>
                  </a:lnTo>
                  <a:lnTo>
                    <a:pt x="3988332" y="3679948"/>
                  </a:lnTo>
                  <a:lnTo>
                    <a:pt x="3954219" y="3677156"/>
                  </a:lnTo>
                  <a:lnTo>
                    <a:pt x="3903935" y="3672574"/>
                  </a:lnTo>
                  <a:lnTo>
                    <a:pt x="3838298" y="3665882"/>
                  </a:lnTo>
                  <a:lnTo>
                    <a:pt x="3759936" y="3656885"/>
                  </a:lnTo>
                  <a:lnTo>
                    <a:pt x="3672652" y="3645509"/>
                  </a:lnTo>
                  <a:lnTo>
                    <a:pt x="3580624" y="3631771"/>
                  </a:lnTo>
                  <a:lnTo>
                    <a:pt x="3487714" y="3615724"/>
                  </a:lnTo>
                  <a:lnTo>
                    <a:pt x="3397006" y="3597409"/>
                  </a:lnTo>
                  <a:lnTo>
                    <a:pt x="3310634" y="3576810"/>
                  </a:lnTo>
                  <a:lnTo>
                    <a:pt x="3229821" y="3553831"/>
                  </a:lnTo>
                  <a:lnTo>
                    <a:pt x="3155029" y="3528283"/>
                  </a:lnTo>
                  <a:lnTo>
                    <a:pt x="3086159" y="3499879"/>
                  </a:lnTo>
                  <a:lnTo>
                    <a:pt x="3022732" y="3468242"/>
                  </a:lnTo>
                  <a:lnTo>
                    <a:pt x="2964036" y="3432918"/>
                  </a:lnTo>
                  <a:lnTo>
                    <a:pt x="2909239" y="3393402"/>
                  </a:lnTo>
                  <a:lnTo>
                    <a:pt x="2857472" y="3349188"/>
                  </a:lnTo>
                  <a:lnTo>
                    <a:pt x="2807901" y="3299853"/>
                  </a:lnTo>
                  <a:lnTo>
                    <a:pt x="2770117" y="3257476"/>
                  </a:lnTo>
                  <a:lnTo>
                    <a:pt x="2731355" y="3209802"/>
                  </a:lnTo>
                  <a:lnTo>
                    <a:pt x="2692959" y="3158503"/>
                  </a:lnTo>
                  <a:lnTo>
                    <a:pt x="2654685" y="3103506"/>
                  </a:lnTo>
                  <a:lnTo>
                    <a:pt x="2616339" y="3044802"/>
                  </a:lnTo>
                  <a:lnTo>
                    <a:pt x="2577782" y="2982452"/>
                  </a:lnTo>
                  <a:lnTo>
                    <a:pt x="2538917" y="2916597"/>
                  </a:lnTo>
                  <a:lnTo>
                    <a:pt x="2499687" y="2847457"/>
                  </a:lnTo>
                  <a:lnTo>
                    <a:pt x="2460074" y="2775336"/>
                  </a:lnTo>
                  <a:lnTo>
                    <a:pt x="2420092" y="2700617"/>
                  </a:lnTo>
                  <a:lnTo>
                    <a:pt x="2379785" y="2623758"/>
                  </a:lnTo>
                  <a:lnTo>
                    <a:pt x="2339221" y="2545281"/>
                  </a:lnTo>
                  <a:lnTo>
                    <a:pt x="2298485" y="2465757"/>
                  </a:lnTo>
                  <a:lnTo>
                    <a:pt x="2257675" y="2385790"/>
                  </a:lnTo>
                  <a:lnTo>
                    <a:pt x="2216895" y="2305999"/>
                  </a:lnTo>
                  <a:lnTo>
                    <a:pt x="2176245" y="2226997"/>
                  </a:lnTo>
                  <a:lnTo>
                    <a:pt x="2135818" y="2149372"/>
                  </a:lnTo>
                  <a:lnTo>
                    <a:pt x="2095689" y="2073669"/>
                  </a:lnTo>
                  <a:lnTo>
                    <a:pt x="2055913" y="2000375"/>
                  </a:lnTo>
                  <a:lnTo>
                    <a:pt x="2016518" y="1929906"/>
                  </a:lnTo>
                  <a:lnTo>
                    <a:pt x="1977499" y="1862600"/>
                  </a:lnTo>
                  <a:lnTo>
                    <a:pt x="1938819" y="1798715"/>
                  </a:lnTo>
                  <a:lnTo>
                    <a:pt x="1900396" y="1738425"/>
                  </a:lnTo>
                  <a:lnTo>
                    <a:pt x="1862112" y="1681824"/>
                  </a:lnTo>
                  <a:lnTo>
                    <a:pt x="1823795" y="1628933"/>
                  </a:lnTo>
                  <a:lnTo>
                    <a:pt x="1785225" y="1579707"/>
                  </a:lnTo>
                  <a:lnTo>
                    <a:pt x="1768425" y="1559560"/>
                  </a:lnTo>
                  <a:lnTo>
                    <a:pt x="1720056" y="1506053"/>
                  </a:lnTo>
                  <a:lnTo>
                    <a:pt x="1670076" y="1457854"/>
                  </a:lnTo>
                  <a:lnTo>
                    <a:pt x="1617727" y="1414698"/>
                  </a:lnTo>
                  <a:lnTo>
                    <a:pt x="1562159" y="1376133"/>
                  </a:lnTo>
                  <a:lnTo>
                    <a:pt x="1502507" y="1341649"/>
                  </a:lnTo>
                  <a:lnTo>
                    <a:pt x="1437956" y="1310748"/>
                  </a:lnTo>
                  <a:lnTo>
                    <a:pt x="1367834" y="1282991"/>
                  </a:lnTo>
                  <a:lnTo>
                    <a:pt x="1291731" y="1258020"/>
                  </a:lnTo>
                  <a:lnTo>
                    <a:pt x="1209651" y="1235570"/>
                  </a:lnTo>
                  <a:lnTo>
                    <a:pt x="1122208" y="1215470"/>
                  </a:lnTo>
                  <a:lnTo>
                    <a:pt x="1030809" y="1197645"/>
                  </a:lnTo>
                  <a:lnTo>
                    <a:pt x="937797" y="1182093"/>
                  </a:lnTo>
                  <a:lnTo>
                    <a:pt x="846449" y="1168862"/>
                  </a:lnTo>
                  <a:lnTo>
                    <a:pt x="760743" y="1158002"/>
                  </a:lnTo>
                  <a:lnTo>
                    <a:pt x="684842" y="1149514"/>
                  </a:lnTo>
                  <a:lnTo>
                    <a:pt x="622360" y="1143300"/>
                  </a:lnTo>
                  <a:lnTo>
                    <a:pt x="575578" y="1139137"/>
                  </a:lnTo>
                  <a:lnTo>
                    <a:pt x="544869" y="1136679"/>
                  </a:lnTo>
                  <a:lnTo>
                    <a:pt x="528484" y="1135495"/>
                  </a:lnTo>
                  <a:lnTo>
                    <a:pt x="522703" y="1135115"/>
                  </a:lnTo>
                  <a:lnTo>
                    <a:pt x="522133" y="1135081"/>
                  </a:lnTo>
                  <a:lnTo>
                    <a:pt x="0" y="1135081"/>
                  </a:lnTo>
                  <a:lnTo>
                    <a:pt x="0" y="1135081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45" name="pg245"/>
            <p:cNvSpPr/>
            <p:nvPr/>
          </p:nvSpPr>
          <p:spPr>
            <a:xfrm>
              <a:off x="386606" y="2653809"/>
              <a:ext cx="8554953" cy="3038178"/>
            </a:xfrm>
            <a:custGeom>
              <a:avLst/>
              <a:pathLst>
                <a:path w="8554953" h="3038178">
                  <a:moveTo>
                    <a:pt x="0" y="480009"/>
                  </a:moveTo>
                  <a:lnTo>
                    <a:pt x="522133" y="480009"/>
                  </a:lnTo>
                  <a:lnTo>
                    <a:pt x="523304" y="480081"/>
                  </a:lnTo>
                  <a:lnTo>
                    <a:pt x="530971" y="480597"/>
                  </a:lnTo>
                  <a:lnTo>
                    <a:pt x="550192" y="482023"/>
                  </a:lnTo>
                  <a:lnTo>
                    <a:pt x="584284" y="484827"/>
                  </a:lnTo>
                  <a:lnTo>
                    <a:pt x="634540" y="489425"/>
                  </a:lnTo>
                  <a:lnTo>
                    <a:pt x="700144" y="496142"/>
                  </a:lnTo>
                  <a:lnTo>
                    <a:pt x="778471" y="505174"/>
                  </a:lnTo>
                  <a:lnTo>
                    <a:pt x="865724" y="516593"/>
                  </a:lnTo>
                  <a:lnTo>
                    <a:pt x="957724" y="530384"/>
                  </a:lnTo>
                  <a:lnTo>
                    <a:pt x="1050615" y="546494"/>
                  </a:lnTo>
                  <a:lnTo>
                    <a:pt x="1141311" y="564881"/>
                  </a:lnTo>
                  <a:lnTo>
                    <a:pt x="1227676" y="585560"/>
                  </a:lnTo>
                  <a:lnTo>
                    <a:pt x="1308488" y="608628"/>
                  </a:lnTo>
                  <a:lnTo>
                    <a:pt x="1383282" y="634275"/>
                  </a:lnTo>
                  <a:lnTo>
                    <a:pt x="1452155" y="662788"/>
                  </a:lnTo>
                  <a:lnTo>
                    <a:pt x="1515585" y="694546"/>
                  </a:lnTo>
                  <a:lnTo>
                    <a:pt x="1574284" y="730004"/>
                  </a:lnTo>
                  <a:lnTo>
                    <a:pt x="1629082" y="769668"/>
                  </a:lnTo>
                  <a:lnTo>
                    <a:pt x="1680848" y="814046"/>
                  </a:lnTo>
                  <a:lnTo>
                    <a:pt x="1730416" y="863565"/>
                  </a:lnTo>
                  <a:lnTo>
                    <a:pt x="1768425" y="906370"/>
                  </a:lnTo>
                  <a:lnTo>
                    <a:pt x="1807124" y="954174"/>
                  </a:lnTo>
                  <a:lnTo>
                    <a:pt x="1845457" y="1005607"/>
                  </a:lnTo>
                  <a:lnTo>
                    <a:pt x="1883669" y="1060742"/>
                  </a:lnTo>
                  <a:lnTo>
                    <a:pt x="1921951" y="1119589"/>
                  </a:lnTo>
                  <a:lnTo>
                    <a:pt x="1960442" y="1182085"/>
                  </a:lnTo>
                  <a:lnTo>
                    <a:pt x="1999241" y="1248093"/>
                  </a:lnTo>
                  <a:lnTo>
                    <a:pt x="2038402" y="1317392"/>
                  </a:lnTo>
                  <a:lnTo>
                    <a:pt x="2077946" y="1389680"/>
                  </a:lnTo>
                  <a:lnTo>
                    <a:pt x="2117857" y="1464573"/>
                  </a:lnTo>
                  <a:lnTo>
                    <a:pt x="2158093" y="1541617"/>
                  </a:lnTo>
                  <a:lnTo>
                    <a:pt x="2198587" y="1620289"/>
                  </a:lnTo>
                  <a:lnTo>
                    <a:pt x="2239254" y="1700021"/>
                  </a:lnTo>
                  <a:lnTo>
                    <a:pt x="2279996" y="1780208"/>
                  </a:lnTo>
                  <a:lnTo>
                    <a:pt x="2320711" y="1860232"/>
                  </a:lnTo>
                  <a:lnTo>
                    <a:pt x="2361298" y="1939480"/>
                  </a:lnTo>
                  <a:lnTo>
                    <a:pt x="2401666" y="2017363"/>
                  </a:lnTo>
                  <a:lnTo>
                    <a:pt x="2441738" y="2093336"/>
                  </a:lnTo>
                  <a:lnTo>
                    <a:pt x="2481459" y="2166910"/>
                  </a:lnTo>
                  <a:lnTo>
                    <a:pt x="2520802" y="2237667"/>
                  </a:lnTo>
                  <a:lnTo>
                    <a:pt x="2559767" y="2305266"/>
                  </a:lnTo>
                  <a:lnTo>
                    <a:pt x="2598395" y="2369448"/>
                  </a:lnTo>
                  <a:lnTo>
                    <a:pt x="2636761" y="2430035"/>
                  </a:lnTo>
                  <a:lnTo>
                    <a:pt x="2674986" y="2486931"/>
                  </a:lnTo>
                  <a:lnTo>
                    <a:pt x="2713234" y="2540112"/>
                  </a:lnTo>
                  <a:lnTo>
                    <a:pt x="2751726" y="2589622"/>
                  </a:lnTo>
                  <a:lnTo>
                    <a:pt x="2770117" y="2611816"/>
                  </a:lnTo>
                  <a:lnTo>
                    <a:pt x="2818474" y="2665549"/>
                  </a:lnTo>
                  <a:lnTo>
                    <a:pt x="2868442" y="2713952"/>
                  </a:lnTo>
                  <a:lnTo>
                    <a:pt x="2920778" y="2757292"/>
                  </a:lnTo>
                  <a:lnTo>
                    <a:pt x="2976330" y="2796022"/>
                  </a:lnTo>
                  <a:lnTo>
                    <a:pt x="3035963" y="2830656"/>
                  </a:lnTo>
                  <a:lnTo>
                    <a:pt x="3100493" y="2861691"/>
                  </a:lnTo>
                  <a:lnTo>
                    <a:pt x="3170590" y="2889569"/>
                  </a:lnTo>
                  <a:lnTo>
                    <a:pt x="3246666" y="2914649"/>
                  </a:lnTo>
                  <a:lnTo>
                    <a:pt x="3328714" y="2937199"/>
                  </a:lnTo>
                  <a:lnTo>
                    <a:pt x="3416127" y="2957388"/>
                  </a:lnTo>
                  <a:lnTo>
                    <a:pt x="3507498" y="2975294"/>
                  </a:lnTo>
                  <a:lnTo>
                    <a:pt x="3600488" y="2990917"/>
                  </a:lnTo>
                  <a:lnTo>
                    <a:pt x="3691826" y="3004210"/>
                  </a:lnTo>
                  <a:lnTo>
                    <a:pt x="3777536" y="3015123"/>
                  </a:lnTo>
                  <a:lnTo>
                    <a:pt x="3853459" y="3023655"/>
                  </a:lnTo>
                  <a:lnTo>
                    <a:pt x="3915980" y="3029902"/>
                  </a:lnTo>
                  <a:lnTo>
                    <a:pt x="3962812" y="3034090"/>
                  </a:lnTo>
                  <a:lnTo>
                    <a:pt x="3993577" y="3036565"/>
                  </a:lnTo>
                  <a:lnTo>
                    <a:pt x="4010012" y="3037759"/>
                  </a:lnTo>
                  <a:lnTo>
                    <a:pt x="4015829" y="3038142"/>
                  </a:lnTo>
                  <a:lnTo>
                    <a:pt x="4016409" y="3038178"/>
                  </a:lnTo>
                  <a:lnTo>
                    <a:pt x="4538543" y="3038178"/>
                  </a:lnTo>
                  <a:lnTo>
                    <a:pt x="4539678" y="3038095"/>
                  </a:lnTo>
                  <a:lnTo>
                    <a:pt x="4547120" y="3037502"/>
                  </a:lnTo>
                  <a:lnTo>
                    <a:pt x="4565794" y="3035864"/>
                  </a:lnTo>
                  <a:lnTo>
                    <a:pt x="4598965" y="3032643"/>
                  </a:lnTo>
                  <a:lnTo>
                    <a:pt x="4647959" y="3027356"/>
                  </a:lnTo>
                  <a:lnTo>
                    <a:pt x="4712079" y="3019625"/>
                  </a:lnTo>
                  <a:lnTo>
                    <a:pt x="4788861" y="3009216"/>
                  </a:lnTo>
                  <a:lnTo>
                    <a:pt x="4874678" y="2996037"/>
                  </a:lnTo>
                  <a:lnTo>
                    <a:pt x="4965479" y="2980100"/>
                  </a:lnTo>
                  <a:lnTo>
                    <a:pt x="5057475" y="2961465"/>
                  </a:lnTo>
                  <a:lnTo>
                    <a:pt x="5147590" y="2940183"/>
                  </a:lnTo>
                  <a:lnTo>
                    <a:pt x="5233653" y="2916247"/>
                  </a:lnTo>
                  <a:lnTo>
                    <a:pt x="5314380" y="2889557"/>
                  </a:lnTo>
                  <a:lnTo>
                    <a:pt x="5389236" y="2859909"/>
                  </a:lnTo>
                  <a:lnTo>
                    <a:pt x="5458253" y="2826988"/>
                  </a:lnTo>
                  <a:lnTo>
                    <a:pt x="5521847" y="2790376"/>
                  </a:lnTo>
                  <a:lnTo>
                    <a:pt x="5580681" y="2749560"/>
                  </a:lnTo>
                  <a:lnTo>
                    <a:pt x="5635547" y="2703966"/>
                  </a:lnTo>
                  <a:lnTo>
                    <a:pt x="5687285" y="2653005"/>
                  </a:lnTo>
                  <a:lnTo>
                    <a:pt x="5736716" y="2596158"/>
                  </a:lnTo>
                  <a:lnTo>
                    <a:pt x="5784573" y="2533122"/>
                  </a:lnTo>
                  <a:lnTo>
                    <a:pt x="5784835" y="2532756"/>
                  </a:lnTo>
                  <a:lnTo>
                    <a:pt x="5821082" y="2479826"/>
                  </a:lnTo>
                  <a:lnTo>
                    <a:pt x="5856993" y="2423131"/>
                  </a:lnTo>
                  <a:lnTo>
                    <a:pt x="5892774" y="2362594"/>
                  </a:lnTo>
                  <a:lnTo>
                    <a:pt x="5928588" y="2298196"/>
                  </a:lnTo>
                  <a:lnTo>
                    <a:pt x="5964559" y="2229980"/>
                  </a:lnTo>
                  <a:lnTo>
                    <a:pt x="6000776" y="2158060"/>
                  </a:lnTo>
                  <a:lnTo>
                    <a:pt x="6037298" y="2082621"/>
                  </a:lnTo>
                  <a:lnTo>
                    <a:pt x="6074150" y="2003926"/>
                  </a:lnTo>
                  <a:lnTo>
                    <a:pt x="6111335" y="1922308"/>
                  </a:lnTo>
                  <a:lnTo>
                    <a:pt x="6148830" y="1838175"/>
                  </a:lnTo>
                  <a:lnTo>
                    <a:pt x="6186590" y="1751997"/>
                  </a:lnTo>
                  <a:lnTo>
                    <a:pt x="6224556" y="1664297"/>
                  </a:lnTo>
                  <a:lnTo>
                    <a:pt x="6262654" y="1575642"/>
                  </a:lnTo>
                  <a:lnTo>
                    <a:pt x="6300803" y="1486623"/>
                  </a:lnTo>
                  <a:lnTo>
                    <a:pt x="6338918" y="1397843"/>
                  </a:lnTo>
                  <a:lnTo>
                    <a:pt x="6376917" y="1309898"/>
                  </a:lnTo>
                  <a:lnTo>
                    <a:pt x="6414726" y="1223360"/>
                  </a:lnTo>
                  <a:lnTo>
                    <a:pt x="6452280" y="1138762"/>
                  </a:lnTo>
                  <a:lnTo>
                    <a:pt x="6489531" y="1056588"/>
                  </a:lnTo>
                  <a:lnTo>
                    <a:pt x="6526454" y="977256"/>
                  </a:lnTo>
                  <a:lnTo>
                    <a:pt x="6563042" y="901119"/>
                  </a:lnTo>
                  <a:lnTo>
                    <a:pt x="6599319" y="828451"/>
                  </a:lnTo>
                  <a:lnTo>
                    <a:pt x="6635335" y="759456"/>
                  </a:lnTo>
                  <a:lnTo>
                    <a:pt x="6671172" y="694261"/>
                  </a:lnTo>
                  <a:lnTo>
                    <a:pt x="6706948" y="632924"/>
                  </a:lnTo>
                  <a:lnTo>
                    <a:pt x="6742817" y="575437"/>
                  </a:lnTo>
                  <a:lnTo>
                    <a:pt x="6778975" y="521735"/>
                  </a:lnTo>
                  <a:lnTo>
                    <a:pt x="6786527" y="511068"/>
                  </a:lnTo>
                  <a:lnTo>
                    <a:pt x="6834377" y="447998"/>
                  </a:lnTo>
                  <a:lnTo>
                    <a:pt x="6883797" y="391118"/>
                  </a:lnTo>
                  <a:lnTo>
                    <a:pt x="6935520" y="340125"/>
                  </a:lnTo>
                  <a:lnTo>
                    <a:pt x="6990366" y="294503"/>
                  </a:lnTo>
                  <a:lnTo>
                    <a:pt x="7049176" y="253663"/>
                  </a:lnTo>
                  <a:lnTo>
                    <a:pt x="7112742" y="217028"/>
                  </a:lnTo>
                  <a:lnTo>
                    <a:pt x="7181727" y="184089"/>
                  </a:lnTo>
                  <a:lnTo>
                    <a:pt x="7256551" y="154424"/>
                  </a:lnTo>
                  <a:lnTo>
                    <a:pt x="7337247" y="127718"/>
                  </a:lnTo>
                  <a:lnTo>
                    <a:pt x="7423282" y="103766"/>
                  </a:lnTo>
                  <a:lnTo>
                    <a:pt x="7513380" y="82470"/>
                  </a:lnTo>
                  <a:lnTo>
                    <a:pt x="7605373" y="63820"/>
                  </a:lnTo>
                  <a:lnTo>
                    <a:pt x="7696191" y="47868"/>
                  </a:lnTo>
                  <a:lnTo>
                    <a:pt x="7782046" y="34673"/>
                  </a:lnTo>
                  <a:lnTo>
                    <a:pt x="7858890" y="24249"/>
                  </a:lnTo>
                  <a:lnTo>
                    <a:pt x="7923088" y="16504"/>
                  </a:lnTo>
                  <a:lnTo>
                    <a:pt x="7972169" y="11204"/>
                  </a:lnTo>
                  <a:lnTo>
                    <a:pt x="8005426" y="7973"/>
                  </a:lnTo>
                  <a:lnTo>
                    <a:pt x="8024174" y="6328"/>
                  </a:lnTo>
                  <a:lnTo>
                    <a:pt x="8031665" y="5731"/>
                  </a:lnTo>
                  <a:lnTo>
                    <a:pt x="8032819" y="5647"/>
                  </a:lnTo>
                  <a:lnTo>
                    <a:pt x="8554953" y="5647"/>
                  </a:lnTo>
                  <a:lnTo>
                    <a:pt x="8554953" y="0"/>
                  </a:lnTo>
                  <a:lnTo>
                    <a:pt x="8032819" y="0"/>
                  </a:lnTo>
                  <a:lnTo>
                    <a:pt x="8031684" y="83"/>
                  </a:lnTo>
                  <a:lnTo>
                    <a:pt x="8024242" y="675"/>
                  </a:lnTo>
                  <a:lnTo>
                    <a:pt x="8005568" y="2313"/>
                  </a:lnTo>
                  <a:lnTo>
                    <a:pt x="7972397" y="5534"/>
                  </a:lnTo>
                  <a:lnTo>
                    <a:pt x="7923403" y="10821"/>
                  </a:lnTo>
                  <a:lnTo>
                    <a:pt x="7859283" y="18552"/>
                  </a:lnTo>
                  <a:lnTo>
                    <a:pt x="7782501" y="28961"/>
                  </a:lnTo>
                  <a:lnTo>
                    <a:pt x="7696684" y="42140"/>
                  </a:lnTo>
                  <a:lnTo>
                    <a:pt x="7605883" y="58077"/>
                  </a:lnTo>
                  <a:lnTo>
                    <a:pt x="7513887" y="76712"/>
                  </a:lnTo>
                  <a:lnTo>
                    <a:pt x="7423772" y="97994"/>
                  </a:lnTo>
                  <a:lnTo>
                    <a:pt x="7337709" y="121930"/>
                  </a:lnTo>
                  <a:lnTo>
                    <a:pt x="7256982" y="148620"/>
                  </a:lnTo>
                  <a:lnTo>
                    <a:pt x="7182126" y="178268"/>
                  </a:lnTo>
                  <a:lnTo>
                    <a:pt x="7113109" y="211189"/>
                  </a:lnTo>
                  <a:lnTo>
                    <a:pt x="7049515" y="247801"/>
                  </a:lnTo>
                  <a:lnTo>
                    <a:pt x="6990681" y="288617"/>
                  </a:lnTo>
                  <a:lnTo>
                    <a:pt x="6935815" y="334211"/>
                  </a:lnTo>
                  <a:lnTo>
                    <a:pt x="6884077" y="385172"/>
                  </a:lnTo>
                  <a:lnTo>
                    <a:pt x="6834646" y="442019"/>
                  </a:lnTo>
                  <a:lnTo>
                    <a:pt x="6786789" y="505055"/>
                  </a:lnTo>
                  <a:lnTo>
                    <a:pt x="6786527" y="505421"/>
                  </a:lnTo>
                  <a:lnTo>
                    <a:pt x="6750280" y="558351"/>
                  </a:lnTo>
                  <a:lnTo>
                    <a:pt x="6714369" y="615046"/>
                  </a:lnTo>
                  <a:lnTo>
                    <a:pt x="6678588" y="675583"/>
                  </a:lnTo>
                  <a:lnTo>
                    <a:pt x="6642774" y="739981"/>
                  </a:lnTo>
                  <a:lnTo>
                    <a:pt x="6606803" y="808197"/>
                  </a:lnTo>
                  <a:lnTo>
                    <a:pt x="6570585" y="880117"/>
                  </a:lnTo>
                  <a:lnTo>
                    <a:pt x="6534064" y="955556"/>
                  </a:lnTo>
                  <a:lnTo>
                    <a:pt x="6497212" y="1034251"/>
                  </a:lnTo>
                  <a:lnTo>
                    <a:pt x="6460027" y="1115869"/>
                  </a:lnTo>
                  <a:lnTo>
                    <a:pt x="6422532" y="1200002"/>
                  </a:lnTo>
                  <a:lnTo>
                    <a:pt x="6384772" y="1286180"/>
                  </a:lnTo>
                  <a:lnTo>
                    <a:pt x="6346806" y="1373880"/>
                  </a:lnTo>
                  <a:lnTo>
                    <a:pt x="6308708" y="1462535"/>
                  </a:lnTo>
                  <a:lnTo>
                    <a:pt x="6270559" y="1551554"/>
                  </a:lnTo>
                  <a:lnTo>
                    <a:pt x="6232444" y="1640334"/>
                  </a:lnTo>
                  <a:lnTo>
                    <a:pt x="6194445" y="1728279"/>
                  </a:lnTo>
                  <a:lnTo>
                    <a:pt x="6156636" y="1814817"/>
                  </a:lnTo>
                  <a:lnTo>
                    <a:pt x="6119082" y="1899415"/>
                  </a:lnTo>
                  <a:lnTo>
                    <a:pt x="6081831" y="1981589"/>
                  </a:lnTo>
                  <a:lnTo>
                    <a:pt x="6044908" y="2060921"/>
                  </a:lnTo>
                  <a:lnTo>
                    <a:pt x="6008320" y="2137058"/>
                  </a:lnTo>
                  <a:lnTo>
                    <a:pt x="5972043" y="2209726"/>
                  </a:lnTo>
                  <a:lnTo>
                    <a:pt x="5936027" y="2278721"/>
                  </a:lnTo>
                  <a:lnTo>
                    <a:pt x="5900190" y="2343916"/>
                  </a:lnTo>
                  <a:lnTo>
                    <a:pt x="5864414" y="2405254"/>
                  </a:lnTo>
                  <a:lnTo>
                    <a:pt x="5828545" y="2462740"/>
                  </a:lnTo>
                  <a:lnTo>
                    <a:pt x="5792387" y="2516442"/>
                  </a:lnTo>
                  <a:lnTo>
                    <a:pt x="5784835" y="2527109"/>
                  </a:lnTo>
                  <a:lnTo>
                    <a:pt x="5736985" y="2590179"/>
                  </a:lnTo>
                  <a:lnTo>
                    <a:pt x="5687565" y="2647059"/>
                  </a:lnTo>
                  <a:lnTo>
                    <a:pt x="5635842" y="2698052"/>
                  </a:lnTo>
                  <a:lnTo>
                    <a:pt x="5580995" y="2743674"/>
                  </a:lnTo>
                  <a:lnTo>
                    <a:pt x="5522186" y="2784514"/>
                  </a:lnTo>
                  <a:lnTo>
                    <a:pt x="5458619" y="2821149"/>
                  </a:lnTo>
                  <a:lnTo>
                    <a:pt x="5389635" y="2854089"/>
                  </a:lnTo>
                  <a:lnTo>
                    <a:pt x="5314811" y="2883754"/>
                  </a:lnTo>
                  <a:lnTo>
                    <a:pt x="5234115" y="2910459"/>
                  </a:lnTo>
                  <a:lnTo>
                    <a:pt x="5148080" y="2934411"/>
                  </a:lnTo>
                  <a:lnTo>
                    <a:pt x="5057982" y="2955707"/>
                  </a:lnTo>
                  <a:lnTo>
                    <a:pt x="4965989" y="2974357"/>
                  </a:lnTo>
                  <a:lnTo>
                    <a:pt x="4875171" y="2990309"/>
                  </a:lnTo>
                  <a:lnTo>
                    <a:pt x="4789316" y="3003504"/>
                  </a:lnTo>
                  <a:lnTo>
                    <a:pt x="4712472" y="3013928"/>
                  </a:lnTo>
                  <a:lnTo>
                    <a:pt x="4648274" y="3021673"/>
                  </a:lnTo>
                  <a:lnTo>
                    <a:pt x="4599193" y="3026973"/>
                  </a:lnTo>
                  <a:lnTo>
                    <a:pt x="4565936" y="3030204"/>
                  </a:lnTo>
                  <a:lnTo>
                    <a:pt x="4547188" y="3031849"/>
                  </a:lnTo>
                  <a:lnTo>
                    <a:pt x="4539697" y="3032446"/>
                  </a:lnTo>
                  <a:lnTo>
                    <a:pt x="4538543" y="3032530"/>
                  </a:lnTo>
                  <a:lnTo>
                    <a:pt x="4016409" y="3032530"/>
                  </a:lnTo>
                  <a:lnTo>
                    <a:pt x="4015239" y="3032458"/>
                  </a:lnTo>
                  <a:lnTo>
                    <a:pt x="4007571" y="3031942"/>
                  </a:lnTo>
                  <a:lnTo>
                    <a:pt x="3988350" y="3030516"/>
                  </a:lnTo>
                  <a:lnTo>
                    <a:pt x="3954258" y="3027713"/>
                  </a:lnTo>
                  <a:lnTo>
                    <a:pt x="3904002" y="3023114"/>
                  </a:lnTo>
                  <a:lnTo>
                    <a:pt x="3838398" y="3016397"/>
                  </a:lnTo>
                  <a:lnTo>
                    <a:pt x="3760071" y="3007366"/>
                  </a:lnTo>
                  <a:lnTo>
                    <a:pt x="3672819" y="2995946"/>
                  </a:lnTo>
                  <a:lnTo>
                    <a:pt x="3580818" y="2982155"/>
                  </a:lnTo>
                  <a:lnTo>
                    <a:pt x="3487927" y="2966046"/>
                  </a:lnTo>
                  <a:lnTo>
                    <a:pt x="3397231" y="2947659"/>
                  </a:lnTo>
                  <a:lnTo>
                    <a:pt x="3310866" y="2926979"/>
                  </a:lnTo>
                  <a:lnTo>
                    <a:pt x="3230054" y="2903911"/>
                  </a:lnTo>
                  <a:lnTo>
                    <a:pt x="3155261" y="2878264"/>
                  </a:lnTo>
                  <a:lnTo>
                    <a:pt x="3086387" y="2849751"/>
                  </a:lnTo>
                  <a:lnTo>
                    <a:pt x="3022957" y="2817993"/>
                  </a:lnTo>
                  <a:lnTo>
                    <a:pt x="2964258" y="2782536"/>
                  </a:lnTo>
                  <a:lnTo>
                    <a:pt x="2909460" y="2742872"/>
                  </a:lnTo>
                  <a:lnTo>
                    <a:pt x="2857694" y="2698494"/>
                  </a:lnTo>
                  <a:lnTo>
                    <a:pt x="2808126" y="2648975"/>
                  </a:lnTo>
                  <a:lnTo>
                    <a:pt x="2770117" y="2606169"/>
                  </a:lnTo>
                  <a:lnTo>
                    <a:pt x="2731418" y="2558365"/>
                  </a:lnTo>
                  <a:lnTo>
                    <a:pt x="2693085" y="2506933"/>
                  </a:lnTo>
                  <a:lnTo>
                    <a:pt x="2654873" y="2451797"/>
                  </a:lnTo>
                  <a:lnTo>
                    <a:pt x="2616592" y="2392951"/>
                  </a:lnTo>
                  <a:lnTo>
                    <a:pt x="2578100" y="2330454"/>
                  </a:lnTo>
                  <a:lnTo>
                    <a:pt x="2539301" y="2264446"/>
                  </a:lnTo>
                  <a:lnTo>
                    <a:pt x="2500140" y="2195147"/>
                  </a:lnTo>
                  <a:lnTo>
                    <a:pt x="2460596" y="2122860"/>
                  </a:lnTo>
                  <a:lnTo>
                    <a:pt x="2420685" y="2047966"/>
                  </a:lnTo>
                  <a:lnTo>
                    <a:pt x="2380449" y="1970923"/>
                  </a:lnTo>
                  <a:lnTo>
                    <a:pt x="2339955" y="1892250"/>
                  </a:lnTo>
                  <a:lnTo>
                    <a:pt x="2299288" y="1812519"/>
                  </a:lnTo>
                  <a:lnTo>
                    <a:pt x="2258546" y="1732332"/>
                  </a:lnTo>
                  <a:lnTo>
                    <a:pt x="2217831" y="1652308"/>
                  </a:lnTo>
                  <a:lnTo>
                    <a:pt x="2177244" y="1573060"/>
                  </a:lnTo>
                  <a:lnTo>
                    <a:pt x="2136876" y="1495177"/>
                  </a:lnTo>
                  <a:lnTo>
                    <a:pt x="2096804" y="1419204"/>
                  </a:lnTo>
                  <a:lnTo>
                    <a:pt x="2057083" y="1345630"/>
                  </a:lnTo>
                  <a:lnTo>
                    <a:pt x="2017741" y="1274873"/>
                  </a:lnTo>
                  <a:lnTo>
                    <a:pt x="1978775" y="1207274"/>
                  </a:lnTo>
                  <a:lnTo>
                    <a:pt x="1940147" y="1143092"/>
                  </a:lnTo>
                  <a:lnTo>
                    <a:pt x="1901781" y="1082504"/>
                  </a:lnTo>
                  <a:lnTo>
                    <a:pt x="1863557" y="1025608"/>
                  </a:lnTo>
                  <a:lnTo>
                    <a:pt x="1825308" y="972427"/>
                  </a:lnTo>
                  <a:lnTo>
                    <a:pt x="1786817" y="922918"/>
                  </a:lnTo>
                  <a:lnTo>
                    <a:pt x="1768425" y="900723"/>
                  </a:lnTo>
                  <a:lnTo>
                    <a:pt x="1720068" y="846991"/>
                  </a:lnTo>
                  <a:lnTo>
                    <a:pt x="1670100" y="798587"/>
                  </a:lnTo>
                  <a:lnTo>
                    <a:pt x="1617764" y="755247"/>
                  </a:lnTo>
                  <a:lnTo>
                    <a:pt x="1562213" y="716517"/>
                  </a:lnTo>
                  <a:lnTo>
                    <a:pt x="1502579" y="681884"/>
                  </a:lnTo>
                  <a:lnTo>
                    <a:pt x="1438049" y="650848"/>
                  </a:lnTo>
                  <a:lnTo>
                    <a:pt x="1367952" y="622971"/>
                  </a:lnTo>
                  <a:lnTo>
                    <a:pt x="1291877" y="597890"/>
                  </a:lnTo>
                  <a:lnTo>
                    <a:pt x="1209828" y="575341"/>
                  </a:lnTo>
                  <a:lnTo>
                    <a:pt x="1122415" y="555152"/>
                  </a:lnTo>
                  <a:lnTo>
                    <a:pt x="1031044" y="537246"/>
                  </a:lnTo>
                  <a:lnTo>
                    <a:pt x="938054" y="521622"/>
                  </a:lnTo>
                  <a:lnTo>
                    <a:pt x="846717" y="508329"/>
                  </a:lnTo>
                  <a:lnTo>
                    <a:pt x="761006" y="497416"/>
                  </a:lnTo>
                  <a:lnTo>
                    <a:pt x="685083" y="488885"/>
                  </a:lnTo>
                  <a:lnTo>
                    <a:pt x="622562" y="482637"/>
                  </a:lnTo>
                  <a:lnTo>
                    <a:pt x="575730" y="478449"/>
                  </a:lnTo>
                  <a:lnTo>
                    <a:pt x="544965" y="475975"/>
                  </a:lnTo>
                  <a:lnTo>
                    <a:pt x="528530" y="474781"/>
                  </a:lnTo>
                  <a:lnTo>
                    <a:pt x="522713" y="474397"/>
                  </a:lnTo>
                  <a:lnTo>
                    <a:pt x="522133" y="474362"/>
                  </a:lnTo>
                  <a:lnTo>
                    <a:pt x="0" y="474362"/>
                  </a:lnTo>
                  <a:close/>
                </a:path>
              </a:pathLst>
            </a:custGeom>
            <a:solidFill>
              <a:srgbClr val="8FA8D6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246" name="pl246"/>
            <p:cNvSpPr/>
            <p:nvPr/>
          </p:nvSpPr>
          <p:spPr>
            <a:xfrm>
              <a:off x="386606" y="2659456"/>
              <a:ext cx="8554953" cy="3032530"/>
            </a:xfrm>
            <a:custGeom>
              <a:avLst/>
              <a:pathLst>
                <a:path w="8554953" h="3032530">
                  <a:moveTo>
                    <a:pt x="0" y="474362"/>
                  </a:moveTo>
                  <a:lnTo>
                    <a:pt x="522133" y="474362"/>
                  </a:lnTo>
                  <a:lnTo>
                    <a:pt x="523304" y="474434"/>
                  </a:lnTo>
                  <a:lnTo>
                    <a:pt x="530971" y="474950"/>
                  </a:lnTo>
                  <a:lnTo>
                    <a:pt x="550192" y="476376"/>
                  </a:lnTo>
                  <a:lnTo>
                    <a:pt x="584284" y="479179"/>
                  </a:lnTo>
                  <a:lnTo>
                    <a:pt x="634540" y="483778"/>
                  </a:lnTo>
                  <a:lnTo>
                    <a:pt x="700144" y="490495"/>
                  </a:lnTo>
                  <a:lnTo>
                    <a:pt x="778471" y="499527"/>
                  </a:lnTo>
                  <a:lnTo>
                    <a:pt x="865724" y="510946"/>
                  </a:lnTo>
                  <a:lnTo>
                    <a:pt x="957724" y="524737"/>
                  </a:lnTo>
                  <a:lnTo>
                    <a:pt x="1050615" y="540847"/>
                  </a:lnTo>
                  <a:lnTo>
                    <a:pt x="1141311" y="559234"/>
                  </a:lnTo>
                  <a:lnTo>
                    <a:pt x="1227676" y="579913"/>
                  </a:lnTo>
                  <a:lnTo>
                    <a:pt x="1308488" y="602981"/>
                  </a:lnTo>
                  <a:lnTo>
                    <a:pt x="1383282" y="628628"/>
                  </a:lnTo>
                  <a:lnTo>
                    <a:pt x="1452155" y="657141"/>
                  </a:lnTo>
                  <a:lnTo>
                    <a:pt x="1515585" y="688899"/>
                  </a:lnTo>
                  <a:lnTo>
                    <a:pt x="1574284" y="724357"/>
                  </a:lnTo>
                  <a:lnTo>
                    <a:pt x="1629082" y="764020"/>
                  </a:lnTo>
                  <a:lnTo>
                    <a:pt x="1680848" y="808399"/>
                  </a:lnTo>
                  <a:lnTo>
                    <a:pt x="1730416" y="857918"/>
                  </a:lnTo>
                  <a:lnTo>
                    <a:pt x="1768425" y="900723"/>
                  </a:lnTo>
                  <a:lnTo>
                    <a:pt x="1807124" y="948527"/>
                  </a:lnTo>
                  <a:lnTo>
                    <a:pt x="1845457" y="999960"/>
                  </a:lnTo>
                  <a:lnTo>
                    <a:pt x="1883669" y="1055095"/>
                  </a:lnTo>
                  <a:lnTo>
                    <a:pt x="1921951" y="1113942"/>
                  </a:lnTo>
                  <a:lnTo>
                    <a:pt x="1960442" y="1176438"/>
                  </a:lnTo>
                  <a:lnTo>
                    <a:pt x="1999241" y="1242446"/>
                  </a:lnTo>
                  <a:lnTo>
                    <a:pt x="2038402" y="1311745"/>
                  </a:lnTo>
                  <a:lnTo>
                    <a:pt x="2077946" y="1384033"/>
                  </a:lnTo>
                  <a:lnTo>
                    <a:pt x="2117857" y="1458926"/>
                  </a:lnTo>
                  <a:lnTo>
                    <a:pt x="2158093" y="1535969"/>
                  </a:lnTo>
                  <a:lnTo>
                    <a:pt x="2198587" y="1614642"/>
                  </a:lnTo>
                  <a:lnTo>
                    <a:pt x="2239254" y="1694374"/>
                  </a:lnTo>
                  <a:lnTo>
                    <a:pt x="2279996" y="1774561"/>
                  </a:lnTo>
                  <a:lnTo>
                    <a:pt x="2320711" y="1854585"/>
                  </a:lnTo>
                  <a:lnTo>
                    <a:pt x="2361298" y="1933833"/>
                  </a:lnTo>
                  <a:lnTo>
                    <a:pt x="2401666" y="2011716"/>
                  </a:lnTo>
                  <a:lnTo>
                    <a:pt x="2441738" y="2087688"/>
                  </a:lnTo>
                  <a:lnTo>
                    <a:pt x="2481459" y="2161263"/>
                  </a:lnTo>
                  <a:lnTo>
                    <a:pt x="2520802" y="2232020"/>
                  </a:lnTo>
                  <a:lnTo>
                    <a:pt x="2559767" y="2299619"/>
                  </a:lnTo>
                  <a:lnTo>
                    <a:pt x="2598395" y="2363800"/>
                  </a:lnTo>
                  <a:lnTo>
                    <a:pt x="2636761" y="2424388"/>
                  </a:lnTo>
                  <a:lnTo>
                    <a:pt x="2674986" y="2481284"/>
                  </a:lnTo>
                  <a:lnTo>
                    <a:pt x="2713234" y="2534465"/>
                  </a:lnTo>
                  <a:lnTo>
                    <a:pt x="2751726" y="2583974"/>
                  </a:lnTo>
                  <a:lnTo>
                    <a:pt x="2770117" y="2606169"/>
                  </a:lnTo>
                  <a:lnTo>
                    <a:pt x="2818474" y="2659902"/>
                  </a:lnTo>
                  <a:lnTo>
                    <a:pt x="2868442" y="2708305"/>
                  </a:lnTo>
                  <a:lnTo>
                    <a:pt x="2920778" y="2751645"/>
                  </a:lnTo>
                  <a:lnTo>
                    <a:pt x="2976330" y="2790375"/>
                  </a:lnTo>
                  <a:lnTo>
                    <a:pt x="3035963" y="2825009"/>
                  </a:lnTo>
                  <a:lnTo>
                    <a:pt x="3100493" y="2856044"/>
                  </a:lnTo>
                  <a:lnTo>
                    <a:pt x="3170590" y="2883922"/>
                  </a:lnTo>
                  <a:lnTo>
                    <a:pt x="3246666" y="2909002"/>
                  </a:lnTo>
                  <a:lnTo>
                    <a:pt x="3328714" y="2931551"/>
                  </a:lnTo>
                  <a:lnTo>
                    <a:pt x="3416127" y="2951741"/>
                  </a:lnTo>
                  <a:lnTo>
                    <a:pt x="3507498" y="2969647"/>
                  </a:lnTo>
                  <a:lnTo>
                    <a:pt x="3600488" y="2985270"/>
                  </a:lnTo>
                  <a:lnTo>
                    <a:pt x="3691826" y="2998563"/>
                  </a:lnTo>
                  <a:lnTo>
                    <a:pt x="3777536" y="3009476"/>
                  </a:lnTo>
                  <a:lnTo>
                    <a:pt x="3853459" y="3018008"/>
                  </a:lnTo>
                  <a:lnTo>
                    <a:pt x="3915980" y="3024255"/>
                  </a:lnTo>
                  <a:lnTo>
                    <a:pt x="3962812" y="3028443"/>
                  </a:lnTo>
                  <a:lnTo>
                    <a:pt x="3993577" y="3030917"/>
                  </a:lnTo>
                  <a:lnTo>
                    <a:pt x="4010012" y="3032111"/>
                  </a:lnTo>
                  <a:lnTo>
                    <a:pt x="4015829" y="3032495"/>
                  </a:lnTo>
                  <a:lnTo>
                    <a:pt x="4016409" y="3032530"/>
                  </a:lnTo>
                  <a:lnTo>
                    <a:pt x="4538543" y="3032530"/>
                  </a:lnTo>
                  <a:lnTo>
                    <a:pt x="4539678" y="3032447"/>
                  </a:lnTo>
                  <a:lnTo>
                    <a:pt x="4547120" y="3031855"/>
                  </a:lnTo>
                  <a:lnTo>
                    <a:pt x="4565794" y="3030217"/>
                  </a:lnTo>
                  <a:lnTo>
                    <a:pt x="4598965" y="3026996"/>
                  </a:lnTo>
                  <a:lnTo>
                    <a:pt x="4647959" y="3021709"/>
                  </a:lnTo>
                  <a:lnTo>
                    <a:pt x="4712079" y="3013978"/>
                  </a:lnTo>
                  <a:lnTo>
                    <a:pt x="4788861" y="3003569"/>
                  </a:lnTo>
                  <a:lnTo>
                    <a:pt x="4874678" y="2990390"/>
                  </a:lnTo>
                  <a:lnTo>
                    <a:pt x="4965479" y="2974453"/>
                  </a:lnTo>
                  <a:lnTo>
                    <a:pt x="5057475" y="2955818"/>
                  </a:lnTo>
                  <a:lnTo>
                    <a:pt x="5147590" y="2934536"/>
                  </a:lnTo>
                  <a:lnTo>
                    <a:pt x="5233653" y="2910599"/>
                  </a:lnTo>
                  <a:lnTo>
                    <a:pt x="5314380" y="2883909"/>
                  </a:lnTo>
                  <a:lnTo>
                    <a:pt x="5389236" y="2854262"/>
                  </a:lnTo>
                  <a:lnTo>
                    <a:pt x="5458253" y="2821341"/>
                  </a:lnTo>
                  <a:lnTo>
                    <a:pt x="5521847" y="2784728"/>
                  </a:lnTo>
                  <a:lnTo>
                    <a:pt x="5580681" y="2743913"/>
                  </a:lnTo>
                  <a:lnTo>
                    <a:pt x="5635547" y="2698319"/>
                  </a:lnTo>
                  <a:lnTo>
                    <a:pt x="5687285" y="2647357"/>
                  </a:lnTo>
                  <a:lnTo>
                    <a:pt x="5736716" y="2590511"/>
                  </a:lnTo>
                  <a:lnTo>
                    <a:pt x="5784573" y="2527475"/>
                  </a:lnTo>
                  <a:lnTo>
                    <a:pt x="5784835" y="2527109"/>
                  </a:lnTo>
                  <a:lnTo>
                    <a:pt x="5821082" y="2474179"/>
                  </a:lnTo>
                  <a:lnTo>
                    <a:pt x="5856993" y="2417484"/>
                  </a:lnTo>
                  <a:lnTo>
                    <a:pt x="5892774" y="2356947"/>
                  </a:lnTo>
                  <a:lnTo>
                    <a:pt x="5928588" y="2292549"/>
                  </a:lnTo>
                  <a:lnTo>
                    <a:pt x="5964559" y="2224333"/>
                  </a:lnTo>
                  <a:lnTo>
                    <a:pt x="6000776" y="2152413"/>
                  </a:lnTo>
                  <a:lnTo>
                    <a:pt x="6037298" y="2076974"/>
                  </a:lnTo>
                  <a:lnTo>
                    <a:pt x="6074150" y="1998278"/>
                  </a:lnTo>
                  <a:lnTo>
                    <a:pt x="6111335" y="1916661"/>
                  </a:lnTo>
                  <a:lnTo>
                    <a:pt x="6148830" y="1832528"/>
                  </a:lnTo>
                  <a:lnTo>
                    <a:pt x="6186590" y="1746349"/>
                  </a:lnTo>
                  <a:lnTo>
                    <a:pt x="6224556" y="1658650"/>
                  </a:lnTo>
                  <a:lnTo>
                    <a:pt x="6262654" y="1569995"/>
                  </a:lnTo>
                  <a:lnTo>
                    <a:pt x="6300803" y="1480976"/>
                  </a:lnTo>
                  <a:lnTo>
                    <a:pt x="6338918" y="1392196"/>
                  </a:lnTo>
                  <a:lnTo>
                    <a:pt x="6376917" y="1304251"/>
                  </a:lnTo>
                  <a:lnTo>
                    <a:pt x="6414726" y="1217713"/>
                  </a:lnTo>
                  <a:lnTo>
                    <a:pt x="6452280" y="1133115"/>
                  </a:lnTo>
                  <a:lnTo>
                    <a:pt x="6489531" y="1050940"/>
                  </a:lnTo>
                  <a:lnTo>
                    <a:pt x="6526454" y="971609"/>
                  </a:lnTo>
                  <a:lnTo>
                    <a:pt x="6563042" y="895471"/>
                  </a:lnTo>
                  <a:lnTo>
                    <a:pt x="6599319" y="822804"/>
                  </a:lnTo>
                  <a:lnTo>
                    <a:pt x="6635335" y="753809"/>
                  </a:lnTo>
                  <a:lnTo>
                    <a:pt x="6671172" y="688614"/>
                  </a:lnTo>
                  <a:lnTo>
                    <a:pt x="6706948" y="627276"/>
                  </a:lnTo>
                  <a:lnTo>
                    <a:pt x="6742817" y="569790"/>
                  </a:lnTo>
                  <a:lnTo>
                    <a:pt x="6778975" y="516088"/>
                  </a:lnTo>
                  <a:lnTo>
                    <a:pt x="6786527" y="505421"/>
                  </a:lnTo>
                  <a:lnTo>
                    <a:pt x="6834377" y="442351"/>
                  </a:lnTo>
                  <a:lnTo>
                    <a:pt x="6883797" y="385471"/>
                  </a:lnTo>
                  <a:lnTo>
                    <a:pt x="6935520" y="334478"/>
                  </a:lnTo>
                  <a:lnTo>
                    <a:pt x="6990366" y="288856"/>
                  </a:lnTo>
                  <a:lnTo>
                    <a:pt x="7049176" y="248015"/>
                  </a:lnTo>
                  <a:lnTo>
                    <a:pt x="7112742" y="211381"/>
                  </a:lnTo>
                  <a:lnTo>
                    <a:pt x="7181727" y="178441"/>
                  </a:lnTo>
                  <a:lnTo>
                    <a:pt x="7256551" y="148776"/>
                  </a:lnTo>
                  <a:lnTo>
                    <a:pt x="7337247" y="122071"/>
                  </a:lnTo>
                  <a:lnTo>
                    <a:pt x="7423282" y="98119"/>
                  </a:lnTo>
                  <a:lnTo>
                    <a:pt x="7513380" y="76823"/>
                  </a:lnTo>
                  <a:lnTo>
                    <a:pt x="7605373" y="58173"/>
                  </a:lnTo>
                  <a:lnTo>
                    <a:pt x="7696191" y="42221"/>
                  </a:lnTo>
                  <a:lnTo>
                    <a:pt x="7782046" y="29026"/>
                  </a:lnTo>
                  <a:lnTo>
                    <a:pt x="7858890" y="18602"/>
                  </a:lnTo>
                  <a:lnTo>
                    <a:pt x="7923088" y="10857"/>
                  </a:lnTo>
                  <a:lnTo>
                    <a:pt x="7972169" y="5557"/>
                  </a:lnTo>
                  <a:lnTo>
                    <a:pt x="8005426" y="2326"/>
                  </a:lnTo>
                  <a:lnTo>
                    <a:pt x="8024174" y="681"/>
                  </a:lnTo>
                  <a:lnTo>
                    <a:pt x="8031665" y="84"/>
                  </a:lnTo>
                  <a:lnTo>
                    <a:pt x="8032819" y="0"/>
                  </a:lnTo>
                  <a:lnTo>
                    <a:pt x="8032819" y="0"/>
                  </a:lnTo>
                  <a:lnTo>
                    <a:pt x="8554953" y="0"/>
                  </a:lnTo>
                  <a:lnTo>
                    <a:pt x="8554953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47" name="pl247"/>
            <p:cNvSpPr/>
            <p:nvPr/>
          </p:nvSpPr>
          <p:spPr>
            <a:xfrm>
              <a:off x="386606" y="2653809"/>
              <a:ext cx="8554953" cy="3032530"/>
            </a:xfrm>
            <a:custGeom>
              <a:avLst/>
              <a:pathLst>
                <a:path w="8554953" h="3032530">
                  <a:moveTo>
                    <a:pt x="8554953" y="0"/>
                  </a:moveTo>
                  <a:lnTo>
                    <a:pt x="8032819" y="0"/>
                  </a:lnTo>
                  <a:lnTo>
                    <a:pt x="8031684" y="83"/>
                  </a:lnTo>
                  <a:lnTo>
                    <a:pt x="8024242" y="675"/>
                  </a:lnTo>
                  <a:lnTo>
                    <a:pt x="8005568" y="2313"/>
                  </a:lnTo>
                  <a:lnTo>
                    <a:pt x="7972397" y="5534"/>
                  </a:lnTo>
                  <a:lnTo>
                    <a:pt x="7923403" y="10821"/>
                  </a:lnTo>
                  <a:lnTo>
                    <a:pt x="7859283" y="18552"/>
                  </a:lnTo>
                  <a:lnTo>
                    <a:pt x="7782501" y="28961"/>
                  </a:lnTo>
                  <a:lnTo>
                    <a:pt x="7696684" y="42140"/>
                  </a:lnTo>
                  <a:lnTo>
                    <a:pt x="7605883" y="58077"/>
                  </a:lnTo>
                  <a:lnTo>
                    <a:pt x="7513887" y="76712"/>
                  </a:lnTo>
                  <a:lnTo>
                    <a:pt x="7423772" y="97994"/>
                  </a:lnTo>
                  <a:lnTo>
                    <a:pt x="7337709" y="121930"/>
                  </a:lnTo>
                  <a:lnTo>
                    <a:pt x="7256982" y="148620"/>
                  </a:lnTo>
                  <a:lnTo>
                    <a:pt x="7182126" y="178268"/>
                  </a:lnTo>
                  <a:lnTo>
                    <a:pt x="7113109" y="211189"/>
                  </a:lnTo>
                  <a:lnTo>
                    <a:pt x="7049515" y="247801"/>
                  </a:lnTo>
                  <a:lnTo>
                    <a:pt x="6990681" y="288617"/>
                  </a:lnTo>
                  <a:lnTo>
                    <a:pt x="6935815" y="334211"/>
                  </a:lnTo>
                  <a:lnTo>
                    <a:pt x="6884077" y="385172"/>
                  </a:lnTo>
                  <a:lnTo>
                    <a:pt x="6834646" y="442019"/>
                  </a:lnTo>
                  <a:lnTo>
                    <a:pt x="6786789" y="505055"/>
                  </a:lnTo>
                  <a:lnTo>
                    <a:pt x="6786527" y="505421"/>
                  </a:lnTo>
                  <a:lnTo>
                    <a:pt x="6750280" y="558351"/>
                  </a:lnTo>
                  <a:lnTo>
                    <a:pt x="6714369" y="615046"/>
                  </a:lnTo>
                  <a:lnTo>
                    <a:pt x="6678588" y="675583"/>
                  </a:lnTo>
                  <a:lnTo>
                    <a:pt x="6642774" y="739981"/>
                  </a:lnTo>
                  <a:lnTo>
                    <a:pt x="6606803" y="808197"/>
                  </a:lnTo>
                  <a:lnTo>
                    <a:pt x="6570585" y="880117"/>
                  </a:lnTo>
                  <a:lnTo>
                    <a:pt x="6534064" y="955556"/>
                  </a:lnTo>
                  <a:lnTo>
                    <a:pt x="6497212" y="1034251"/>
                  </a:lnTo>
                  <a:lnTo>
                    <a:pt x="6460027" y="1115869"/>
                  </a:lnTo>
                  <a:lnTo>
                    <a:pt x="6422532" y="1200002"/>
                  </a:lnTo>
                  <a:lnTo>
                    <a:pt x="6384772" y="1286180"/>
                  </a:lnTo>
                  <a:lnTo>
                    <a:pt x="6346806" y="1373880"/>
                  </a:lnTo>
                  <a:lnTo>
                    <a:pt x="6308708" y="1462535"/>
                  </a:lnTo>
                  <a:lnTo>
                    <a:pt x="6270559" y="1551554"/>
                  </a:lnTo>
                  <a:lnTo>
                    <a:pt x="6232444" y="1640334"/>
                  </a:lnTo>
                  <a:lnTo>
                    <a:pt x="6194445" y="1728279"/>
                  </a:lnTo>
                  <a:lnTo>
                    <a:pt x="6156636" y="1814817"/>
                  </a:lnTo>
                  <a:lnTo>
                    <a:pt x="6119082" y="1899415"/>
                  </a:lnTo>
                  <a:lnTo>
                    <a:pt x="6081831" y="1981589"/>
                  </a:lnTo>
                  <a:lnTo>
                    <a:pt x="6044908" y="2060921"/>
                  </a:lnTo>
                  <a:lnTo>
                    <a:pt x="6008320" y="2137058"/>
                  </a:lnTo>
                  <a:lnTo>
                    <a:pt x="5972043" y="2209726"/>
                  </a:lnTo>
                  <a:lnTo>
                    <a:pt x="5936027" y="2278721"/>
                  </a:lnTo>
                  <a:lnTo>
                    <a:pt x="5900190" y="2343916"/>
                  </a:lnTo>
                  <a:lnTo>
                    <a:pt x="5864414" y="2405254"/>
                  </a:lnTo>
                  <a:lnTo>
                    <a:pt x="5828545" y="2462740"/>
                  </a:lnTo>
                  <a:lnTo>
                    <a:pt x="5792387" y="2516442"/>
                  </a:lnTo>
                  <a:lnTo>
                    <a:pt x="5784835" y="2527109"/>
                  </a:lnTo>
                  <a:lnTo>
                    <a:pt x="5736985" y="2590179"/>
                  </a:lnTo>
                  <a:lnTo>
                    <a:pt x="5687565" y="2647059"/>
                  </a:lnTo>
                  <a:lnTo>
                    <a:pt x="5635842" y="2698052"/>
                  </a:lnTo>
                  <a:lnTo>
                    <a:pt x="5580995" y="2743674"/>
                  </a:lnTo>
                  <a:lnTo>
                    <a:pt x="5522186" y="2784514"/>
                  </a:lnTo>
                  <a:lnTo>
                    <a:pt x="5458619" y="2821149"/>
                  </a:lnTo>
                  <a:lnTo>
                    <a:pt x="5389635" y="2854089"/>
                  </a:lnTo>
                  <a:lnTo>
                    <a:pt x="5314811" y="2883754"/>
                  </a:lnTo>
                  <a:lnTo>
                    <a:pt x="5234115" y="2910459"/>
                  </a:lnTo>
                  <a:lnTo>
                    <a:pt x="5148080" y="2934411"/>
                  </a:lnTo>
                  <a:lnTo>
                    <a:pt x="5057982" y="2955707"/>
                  </a:lnTo>
                  <a:lnTo>
                    <a:pt x="4965989" y="2974357"/>
                  </a:lnTo>
                  <a:lnTo>
                    <a:pt x="4875171" y="2990309"/>
                  </a:lnTo>
                  <a:lnTo>
                    <a:pt x="4789316" y="3003504"/>
                  </a:lnTo>
                  <a:lnTo>
                    <a:pt x="4712472" y="3013928"/>
                  </a:lnTo>
                  <a:lnTo>
                    <a:pt x="4648274" y="3021673"/>
                  </a:lnTo>
                  <a:lnTo>
                    <a:pt x="4599193" y="3026973"/>
                  </a:lnTo>
                  <a:lnTo>
                    <a:pt x="4565936" y="3030204"/>
                  </a:lnTo>
                  <a:lnTo>
                    <a:pt x="4547188" y="3031849"/>
                  </a:lnTo>
                  <a:lnTo>
                    <a:pt x="4539697" y="3032446"/>
                  </a:lnTo>
                  <a:lnTo>
                    <a:pt x="4538543" y="3032530"/>
                  </a:lnTo>
                  <a:lnTo>
                    <a:pt x="4538543" y="3032530"/>
                  </a:lnTo>
                  <a:lnTo>
                    <a:pt x="4016409" y="3032530"/>
                  </a:lnTo>
                  <a:lnTo>
                    <a:pt x="4015239" y="3032458"/>
                  </a:lnTo>
                  <a:lnTo>
                    <a:pt x="4007571" y="3031942"/>
                  </a:lnTo>
                  <a:lnTo>
                    <a:pt x="3988350" y="3030516"/>
                  </a:lnTo>
                  <a:lnTo>
                    <a:pt x="3954258" y="3027713"/>
                  </a:lnTo>
                  <a:lnTo>
                    <a:pt x="3904002" y="3023114"/>
                  </a:lnTo>
                  <a:lnTo>
                    <a:pt x="3838398" y="3016397"/>
                  </a:lnTo>
                  <a:lnTo>
                    <a:pt x="3760071" y="3007366"/>
                  </a:lnTo>
                  <a:lnTo>
                    <a:pt x="3672819" y="2995946"/>
                  </a:lnTo>
                  <a:lnTo>
                    <a:pt x="3580818" y="2982155"/>
                  </a:lnTo>
                  <a:lnTo>
                    <a:pt x="3487927" y="2966046"/>
                  </a:lnTo>
                  <a:lnTo>
                    <a:pt x="3397231" y="2947659"/>
                  </a:lnTo>
                  <a:lnTo>
                    <a:pt x="3310866" y="2926979"/>
                  </a:lnTo>
                  <a:lnTo>
                    <a:pt x="3230054" y="2903911"/>
                  </a:lnTo>
                  <a:lnTo>
                    <a:pt x="3155261" y="2878264"/>
                  </a:lnTo>
                  <a:lnTo>
                    <a:pt x="3086387" y="2849751"/>
                  </a:lnTo>
                  <a:lnTo>
                    <a:pt x="3022957" y="2817993"/>
                  </a:lnTo>
                  <a:lnTo>
                    <a:pt x="2964258" y="2782536"/>
                  </a:lnTo>
                  <a:lnTo>
                    <a:pt x="2909460" y="2742872"/>
                  </a:lnTo>
                  <a:lnTo>
                    <a:pt x="2857694" y="2698494"/>
                  </a:lnTo>
                  <a:lnTo>
                    <a:pt x="2808126" y="2648975"/>
                  </a:lnTo>
                  <a:lnTo>
                    <a:pt x="2770117" y="2606169"/>
                  </a:lnTo>
                  <a:lnTo>
                    <a:pt x="2731418" y="2558365"/>
                  </a:lnTo>
                  <a:lnTo>
                    <a:pt x="2693085" y="2506933"/>
                  </a:lnTo>
                  <a:lnTo>
                    <a:pt x="2654873" y="2451797"/>
                  </a:lnTo>
                  <a:lnTo>
                    <a:pt x="2616592" y="2392951"/>
                  </a:lnTo>
                  <a:lnTo>
                    <a:pt x="2578100" y="2330454"/>
                  </a:lnTo>
                  <a:lnTo>
                    <a:pt x="2539301" y="2264446"/>
                  </a:lnTo>
                  <a:lnTo>
                    <a:pt x="2500140" y="2195147"/>
                  </a:lnTo>
                  <a:lnTo>
                    <a:pt x="2460596" y="2122860"/>
                  </a:lnTo>
                  <a:lnTo>
                    <a:pt x="2420685" y="2047966"/>
                  </a:lnTo>
                  <a:lnTo>
                    <a:pt x="2380449" y="1970923"/>
                  </a:lnTo>
                  <a:lnTo>
                    <a:pt x="2339955" y="1892250"/>
                  </a:lnTo>
                  <a:lnTo>
                    <a:pt x="2299288" y="1812519"/>
                  </a:lnTo>
                  <a:lnTo>
                    <a:pt x="2258546" y="1732332"/>
                  </a:lnTo>
                  <a:lnTo>
                    <a:pt x="2217831" y="1652308"/>
                  </a:lnTo>
                  <a:lnTo>
                    <a:pt x="2177244" y="1573060"/>
                  </a:lnTo>
                  <a:lnTo>
                    <a:pt x="2136876" y="1495177"/>
                  </a:lnTo>
                  <a:lnTo>
                    <a:pt x="2096804" y="1419204"/>
                  </a:lnTo>
                  <a:lnTo>
                    <a:pt x="2057083" y="1345630"/>
                  </a:lnTo>
                  <a:lnTo>
                    <a:pt x="2017741" y="1274873"/>
                  </a:lnTo>
                  <a:lnTo>
                    <a:pt x="1978775" y="1207274"/>
                  </a:lnTo>
                  <a:lnTo>
                    <a:pt x="1940147" y="1143092"/>
                  </a:lnTo>
                  <a:lnTo>
                    <a:pt x="1901781" y="1082504"/>
                  </a:lnTo>
                  <a:lnTo>
                    <a:pt x="1863557" y="1025608"/>
                  </a:lnTo>
                  <a:lnTo>
                    <a:pt x="1825308" y="972427"/>
                  </a:lnTo>
                  <a:lnTo>
                    <a:pt x="1786817" y="922918"/>
                  </a:lnTo>
                  <a:lnTo>
                    <a:pt x="1768425" y="900723"/>
                  </a:lnTo>
                  <a:lnTo>
                    <a:pt x="1720068" y="846991"/>
                  </a:lnTo>
                  <a:lnTo>
                    <a:pt x="1670100" y="798587"/>
                  </a:lnTo>
                  <a:lnTo>
                    <a:pt x="1617764" y="755247"/>
                  </a:lnTo>
                  <a:lnTo>
                    <a:pt x="1562213" y="716517"/>
                  </a:lnTo>
                  <a:lnTo>
                    <a:pt x="1502579" y="681884"/>
                  </a:lnTo>
                  <a:lnTo>
                    <a:pt x="1438049" y="650848"/>
                  </a:lnTo>
                  <a:lnTo>
                    <a:pt x="1367952" y="622971"/>
                  </a:lnTo>
                  <a:lnTo>
                    <a:pt x="1291877" y="597890"/>
                  </a:lnTo>
                  <a:lnTo>
                    <a:pt x="1209828" y="575341"/>
                  </a:lnTo>
                  <a:lnTo>
                    <a:pt x="1122415" y="555152"/>
                  </a:lnTo>
                  <a:lnTo>
                    <a:pt x="1031044" y="537246"/>
                  </a:lnTo>
                  <a:lnTo>
                    <a:pt x="938054" y="521622"/>
                  </a:lnTo>
                  <a:lnTo>
                    <a:pt x="846717" y="508329"/>
                  </a:lnTo>
                  <a:lnTo>
                    <a:pt x="761006" y="497416"/>
                  </a:lnTo>
                  <a:lnTo>
                    <a:pt x="685083" y="488885"/>
                  </a:lnTo>
                  <a:lnTo>
                    <a:pt x="622562" y="482637"/>
                  </a:lnTo>
                  <a:lnTo>
                    <a:pt x="575730" y="478449"/>
                  </a:lnTo>
                  <a:lnTo>
                    <a:pt x="544965" y="475975"/>
                  </a:lnTo>
                  <a:lnTo>
                    <a:pt x="528530" y="474781"/>
                  </a:lnTo>
                  <a:lnTo>
                    <a:pt x="522713" y="474397"/>
                  </a:lnTo>
                  <a:lnTo>
                    <a:pt x="522133" y="474362"/>
                  </a:lnTo>
                  <a:lnTo>
                    <a:pt x="0" y="474362"/>
                  </a:lnTo>
                  <a:lnTo>
                    <a:pt x="0" y="474362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48" name="pg248"/>
            <p:cNvSpPr/>
            <p:nvPr/>
          </p:nvSpPr>
          <p:spPr>
            <a:xfrm>
              <a:off x="386606" y="2874049"/>
              <a:ext cx="8554953" cy="2823585"/>
            </a:xfrm>
            <a:custGeom>
              <a:avLst/>
              <a:pathLst>
                <a:path w="8554953" h="2823585">
                  <a:moveTo>
                    <a:pt x="0" y="265417"/>
                  </a:moveTo>
                  <a:lnTo>
                    <a:pt x="522133" y="265417"/>
                  </a:lnTo>
                  <a:lnTo>
                    <a:pt x="523304" y="265489"/>
                  </a:lnTo>
                  <a:lnTo>
                    <a:pt x="530971" y="266005"/>
                  </a:lnTo>
                  <a:lnTo>
                    <a:pt x="550192" y="267431"/>
                  </a:lnTo>
                  <a:lnTo>
                    <a:pt x="584284" y="270234"/>
                  </a:lnTo>
                  <a:lnTo>
                    <a:pt x="634540" y="274833"/>
                  </a:lnTo>
                  <a:lnTo>
                    <a:pt x="700144" y="281550"/>
                  </a:lnTo>
                  <a:lnTo>
                    <a:pt x="778471" y="290581"/>
                  </a:lnTo>
                  <a:lnTo>
                    <a:pt x="865724" y="302001"/>
                  </a:lnTo>
                  <a:lnTo>
                    <a:pt x="957724" y="315792"/>
                  </a:lnTo>
                  <a:lnTo>
                    <a:pt x="1050615" y="331901"/>
                  </a:lnTo>
                  <a:lnTo>
                    <a:pt x="1141311" y="350288"/>
                  </a:lnTo>
                  <a:lnTo>
                    <a:pt x="1227676" y="370968"/>
                  </a:lnTo>
                  <a:lnTo>
                    <a:pt x="1308488" y="394036"/>
                  </a:lnTo>
                  <a:lnTo>
                    <a:pt x="1383282" y="419683"/>
                  </a:lnTo>
                  <a:lnTo>
                    <a:pt x="1452155" y="448196"/>
                  </a:lnTo>
                  <a:lnTo>
                    <a:pt x="1515585" y="479953"/>
                  </a:lnTo>
                  <a:lnTo>
                    <a:pt x="1574284" y="515411"/>
                  </a:lnTo>
                  <a:lnTo>
                    <a:pt x="1629082" y="555075"/>
                  </a:lnTo>
                  <a:lnTo>
                    <a:pt x="1680848" y="599453"/>
                  </a:lnTo>
                  <a:lnTo>
                    <a:pt x="1730416" y="648972"/>
                  </a:lnTo>
                  <a:lnTo>
                    <a:pt x="1768425" y="691778"/>
                  </a:lnTo>
                  <a:lnTo>
                    <a:pt x="1807124" y="739582"/>
                  </a:lnTo>
                  <a:lnTo>
                    <a:pt x="1845457" y="791014"/>
                  </a:lnTo>
                  <a:lnTo>
                    <a:pt x="1883669" y="846149"/>
                  </a:lnTo>
                  <a:lnTo>
                    <a:pt x="1921951" y="904996"/>
                  </a:lnTo>
                  <a:lnTo>
                    <a:pt x="1960442" y="967493"/>
                  </a:lnTo>
                  <a:lnTo>
                    <a:pt x="1999241" y="1033501"/>
                  </a:lnTo>
                  <a:lnTo>
                    <a:pt x="2038402" y="1102800"/>
                  </a:lnTo>
                  <a:lnTo>
                    <a:pt x="2077946" y="1175087"/>
                  </a:lnTo>
                  <a:lnTo>
                    <a:pt x="2117857" y="1249981"/>
                  </a:lnTo>
                  <a:lnTo>
                    <a:pt x="2158093" y="1327024"/>
                  </a:lnTo>
                  <a:lnTo>
                    <a:pt x="2198587" y="1405697"/>
                  </a:lnTo>
                  <a:lnTo>
                    <a:pt x="2239254" y="1485428"/>
                  </a:lnTo>
                  <a:lnTo>
                    <a:pt x="2279996" y="1565615"/>
                  </a:lnTo>
                  <a:lnTo>
                    <a:pt x="2320711" y="1645639"/>
                  </a:lnTo>
                  <a:lnTo>
                    <a:pt x="2361298" y="1724887"/>
                  </a:lnTo>
                  <a:lnTo>
                    <a:pt x="2401666" y="1802770"/>
                  </a:lnTo>
                  <a:lnTo>
                    <a:pt x="2441738" y="1878743"/>
                  </a:lnTo>
                  <a:lnTo>
                    <a:pt x="2481459" y="1952317"/>
                  </a:lnTo>
                  <a:lnTo>
                    <a:pt x="2520802" y="2023074"/>
                  </a:lnTo>
                  <a:lnTo>
                    <a:pt x="2559767" y="2090673"/>
                  </a:lnTo>
                  <a:lnTo>
                    <a:pt x="2598395" y="2154855"/>
                  </a:lnTo>
                  <a:lnTo>
                    <a:pt x="2636761" y="2215443"/>
                  </a:lnTo>
                  <a:lnTo>
                    <a:pt x="2674986" y="2272339"/>
                  </a:lnTo>
                  <a:lnTo>
                    <a:pt x="2713234" y="2325520"/>
                  </a:lnTo>
                  <a:lnTo>
                    <a:pt x="2751726" y="2375029"/>
                  </a:lnTo>
                  <a:lnTo>
                    <a:pt x="2770117" y="2397224"/>
                  </a:lnTo>
                  <a:lnTo>
                    <a:pt x="2818474" y="2450956"/>
                  </a:lnTo>
                  <a:lnTo>
                    <a:pt x="2868442" y="2499360"/>
                  </a:lnTo>
                  <a:lnTo>
                    <a:pt x="2920778" y="2542700"/>
                  </a:lnTo>
                  <a:lnTo>
                    <a:pt x="2976330" y="2581430"/>
                  </a:lnTo>
                  <a:lnTo>
                    <a:pt x="3035963" y="2616063"/>
                  </a:lnTo>
                  <a:lnTo>
                    <a:pt x="3100493" y="2647099"/>
                  </a:lnTo>
                  <a:lnTo>
                    <a:pt x="3170590" y="2674976"/>
                  </a:lnTo>
                  <a:lnTo>
                    <a:pt x="3246666" y="2700056"/>
                  </a:lnTo>
                  <a:lnTo>
                    <a:pt x="3328714" y="2722606"/>
                  </a:lnTo>
                  <a:lnTo>
                    <a:pt x="3416127" y="2742795"/>
                  </a:lnTo>
                  <a:lnTo>
                    <a:pt x="3507498" y="2760701"/>
                  </a:lnTo>
                  <a:lnTo>
                    <a:pt x="3600488" y="2776325"/>
                  </a:lnTo>
                  <a:lnTo>
                    <a:pt x="3691826" y="2789618"/>
                  </a:lnTo>
                  <a:lnTo>
                    <a:pt x="3777536" y="2800531"/>
                  </a:lnTo>
                  <a:lnTo>
                    <a:pt x="3853459" y="2809062"/>
                  </a:lnTo>
                  <a:lnTo>
                    <a:pt x="3915980" y="2815310"/>
                  </a:lnTo>
                  <a:lnTo>
                    <a:pt x="3962812" y="2819498"/>
                  </a:lnTo>
                  <a:lnTo>
                    <a:pt x="3993577" y="2821972"/>
                  </a:lnTo>
                  <a:lnTo>
                    <a:pt x="4010012" y="2823166"/>
                  </a:lnTo>
                  <a:lnTo>
                    <a:pt x="4015829" y="2823550"/>
                  </a:lnTo>
                  <a:lnTo>
                    <a:pt x="4016409" y="2823585"/>
                  </a:lnTo>
                  <a:lnTo>
                    <a:pt x="4538543" y="2823585"/>
                  </a:lnTo>
                  <a:lnTo>
                    <a:pt x="4539695" y="2823507"/>
                  </a:lnTo>
                  <a:lnTo>
                    <a:pt x="4547241" y="2822948"/>
                  </a:lnTo>
                  <a:lnTo>
                    <a:pt x="4566170" y="2821403"/>
                  </a:lnTo>
                  <a:lnTo>
                    <a:pt x="4599769" y="2818366"/>
                  </a:lnTo>
                  <a:lnTo>
                    <a:pt x="4649350" y="2813382"/>
                  </a:lnTo>
                  <a:lnTo>
                    <a:pt x="4714162" y="2806098"/>
                  </a:lnTo>
                  <a:lnTo>
                    <a:pt x="4791666" y="2796298"/>
                  </a:lnTo>
                  <a:lnTo>
                    <a:pt x="4878155" y="2783896"/>
                  </a:lnTo>
                  <a:lnTo>
                    <a:pt x="4969519" y="2768909"/>
                  </a:lnTo>
                  <a:lnTo>
                    <a:pt x="5061937" y="2751393"/>
                  </a:lnTo>
                  <a:lnTo>
                    <a:pt x="5152327" y="2731394"/>
                  </a:lnTo>
                  <a:lnTo>
                    <a:pt x="5238535" y="2708902"/>
                  </a:lnTo>
                  <a:lnTo>
                    <a:pt x="5319304" y="2683818"/>
                  </a:lnTo>
                  <a:lnTo>
                    <a:pt x="5394134" y="2655942"/>
                  </a:lnTo>
                  <a:lnTo>
                    <a:pt x="5463084" y="2624972"/>
                  </a:lnTo>
                  <a:lnTo>
                    <a:pt x="5526602" y="2590505"/>
                  </a:lnTo>
                  <a:lnTo>
                    <a:pt x="5585372" y="2552053"/>
                  </a:lnTo>
                  <a:lnTo>
                    <a:pt x="5640204" y="2509072"/>
                  </a:lnTo>
                  <a:lnTo>
                    <a:pt x="5691953" y="2461008"/>
                  </a:lnTo>
                  <a:lnTo>
                    <a:pt x="5741445" y="2407383"/>
                  </a:lnTo>
                  <a:lnTo>
                    <a:pt x="5784835" y="2353929"/>
                  </a:lnTo>
                  <a:lnTo>
                    <a:pt x="5822143" y="2303243"/>
                  </a:lnTo>
                  <a:lnTo>
                    <a:pt x="5859102" y="2248847"/>
                  </a:lnTo>
                  <a:lnTo>
                    <a:pt x="5895935" y="2190666"/>
                  </a:lnTo>
                  <a:lnTo>
                    <a:pt x="5932815" y="2128683"/>
                  </a:lnTo>
                  <a:lnTo>
                    <a:pt x="5969875" y="2062951"/>
                  </a:lnTo>
                  <a:lnTo>
                    <a:pt x="6007206" y="1993593"/>
                  </a:lnTo>
                  <a:lnTo>
                    <a:pt x="6044867" y="1920811"/>
                  </a:lnTo>
                  <a:lnTo>
                    <a:pt x="6082881" y="1844884"/>
                  </a:lnTo>
                  <a:lnTo>
                    <a:pt x="6121244" y="1766168"/>
                  </a:lnTo>
                  <a:lnTo>
                    <a:pt x="6159925" y="1685092"/>
                  </a:lnTo>
                  <a:lnTo>
                    <a:pt x="6198870" y="1602149"/>
                  </a:lnTo>
                  <a:lnTo>
                    <a:pt x="6238009" y="1517885"/>
                  </a:lnTo>
                  <a:lnTo>
                    <a:pt x="6277257" y="1432884"/>
                  </a:lnTo>
                  <a:lnTo>
                    <a:pt x="6316526" y="1347752"/>
                  </a:lnTo>
                  <a:lnTo>
                    <a:pt x="6355723" y="1263099"/>
                  </a:lnTo>
                  <a:lnTo>
                    <a:pt x="6394760" y="1179520"/>
                  </a:lnTo>
                  <a:lnTo>
                    <a:pt x="6433562" y="1097579"/>
                  </a:lnTo>
                  <a:lnTo>
                    <a:pt x="6472066" y="1017795"/>
                  </a:lnTo>
                  <a:lnTo>
                    <a:pt x="6510232" y="940623"/>
                  </a:lnTo>
                  <a:lnTo>
                    <a:pt x="6548043" y="866454"/>
                  </a:lnTo>
                  <a:lnTo>
                    <a:pt x="6585511" y="795598"/>
                  </a:lnTo>
                  <a:lnTo>
                    <a:pt x="6622678" y="728291"/>
                  </a:lnTo>
                  <a:lnTo>
                    <a:pt x="6659622" y="664689"/>
                  </a:lnTo>
                  <a:lnTo>
                    <a:pt x="6696456" y="604875"/>
                  </a:lnTo>
                  <a:lnTo>
                    <a:pt x="6733337" y="548861"/>
                  </a:lnTo>
                  <a:lnTo>
                    <a:pt x="6770465" y="496597"/>
                  </a:lnTo>
                  <a:lnTo>
                    <a:pt x="6786527" y="475303"/>
                  </a:lnTo>
                  <a:lnTo>
                    <a:pt x="6834614" y="416424"/>
                  </a:lnTo>
                  <a:lnTo>
                    <a:pt x="6884290" y="363352"/>
                  </a:lnTo>
                  <a:lnTo>
                    <a:pt x="6936299" y="315801"/>
                  </a:lnTo>
                  <a:lnTo>
                    <a:pt x="6991474" y="273281"/>
                  </a:lnTo>
                  <a:lnTo>
                    <a:pt x="7050667" y="235237"/>
                  </a:lnTo>
                  <a:lnTo>
                    <a:pt x="7114682" y="201127"/>
                  </a:lnTo>
                  <a:lnTo>
                    <a:pt x="7184185" y="170472"/>
                  </a:lnTo>
                  <a:lnTo>
                    <a:pt x="7259592" y="142877"/>
                  </a:lnTo>
                  <a:lnTo>
                    <a:pt x="7340919" y="118049"/>
                  </a:lnTo>
                  <a:lnTo>
                    <a:pt x="7427598" y="95800"/>
                  </a:lnTo>
                  <a:lnTo>
                    <a:pt x="7518293" y="76041"/>
                  </a:lnTo>
                  <a:lnTo>
                    <a:pt x="7610757" y="58766"/>
                  </a:lnTo>
                  <a:lnTo>
                    <a:pt x="7701827" y="44026"/>
                  </a:lnTo>
                  <a:lnTo>
                    <a:pt x="7787628" y="31876"/>
                  </a:lnTo>
                  <a:lnTo>
                    <a:pt x="7864056" y="22324"/>
                  </a:lnTo>
                  <a:lnTo>
                    <a:pt x="7927484" y="15273"/>
                  </a:lnTo>
                  <a:lnTo>
                    <a:pt x="7975525" y="10494"/>
                  </a:lnTo>
                  <a:lnTo>
                    <a:pt x="8007619" y="7622"/>
                  </a:lnTo>
                  <a:lnTo>
                    <a:pt x="8025277" y="6195"/>
                  </a:lnTo>
                  <a:lnTo>
                    <a:pt x="8031965" y="5704"/>
                  </a:lnTo>
                  <a:lnTo>
                    <a:pt x="8032819" y="5647"/>
                  </a:lnTo>
                  <a:lnTo>
                    <a:pt x="8554953" y="5647"/>
                  </a:lnTo>
                  <a:lnTo>
                    <a:pt x="8554953" y="0"/>
                  </a:lnTo>
                  <a:lnTo>
                    <a:pt x="8032819" y="0"/>
                  </a:lnTo>
                  <a:lnTo>
                    <a:pt x="8031667" y="78"/>
                  </a:lnTo>
                  <a:lnTo>
                    <a:pt x="8024121" y="637"/>
                  </a:lnTo>
                  <a:lnTo>
                    <a:pt x="8005192" y="2181"/>
                  </a:lnTo>
                  <a:lnTo>
                    <a:pt x="7971593" y="5218"/>
                  </a:lnTo>
                  <a:lnTo>
                    <a:pt x="7922011" y="10202"/>
                  </a:lnTo>
                  <a:lnTo>
                    <a:pt x="7857200" y="17486"/>
                  </a:lnTo>
                  <a:lnTo>
                    <a:pt x="7779696" y="27287"/>
                  </a:lnTo>
                  <a:lnTo>
                    <a:pt x="7693207" y="39688"/>
                  </a:lnTo>
                  <a:lnTo>
                    <a:pt x="7601843" y="54676"/>
                  </a:lnTo>
                  <a:lnTo>
                    <a:pt x="7509425" y="72192"/>
                  </a:lnTo>
                  <a:lnTo>
                    <a:pt x="7419035" y="92190"/>
                  </a:lnTo>
                  <a:lnTo>
                    <a:pt x="7332827" y="114682"/>
                  </a:lnTo>
                  <a:lnTo>
                    <a:pt x="7252058" y="139767"/>
                  </a:lnTo>
                  <a:lnTo>
                    <a:pt x="7177228" y="167642"/>
                  </a:lnTo>
                  <a:lnTo>
                    <a:pt x="7108278" y="198613"/>
                  </a:lnTo>
                  <a:lnTo>
                    <a:pt x="7044760" y="233080"/>
                  </a:lnTo>
                  <a:lnTo>
                    <a:pt x="6985990" y="271532"/>
                  </a:lnTo>
                  <a:lnTo>
                    <a:pt x="6931158" y="314513"/>
                  </a:lnTo>
                  <a:lnTo>
                    <a:pt x="6879409" y="362577"/>
                  </a:lnTo>
                  <a:lnTo>
                    <a:pt x="6829917" y="416201"/>
                  </a:lnTo>
                  <a:lnTo>
                    <a:pt x="6786527" y="469656"/>
                  </a:lnTo>
                  <a:lnTo>
                    <a:pt x="6749219" y="520341"/>
                  </a:lnTo>
                  <a:lnTo>
                    <a:pt x="6712260" y="574737"/>
                  </a:lnTo>
                  <a:lnTo>
                    <a:pt x="6675427" y="632919"/>
                  </a:lnTo>
                  <a:lnTo>
                    <a:pt x="6638547" y="694902"/>
                  </a:lnTo>
                  <a:lnTo>
                    <a:pt x="6601487" y="760634"/>
                  </a:lnTo>
                  <a:lnTo>
                    <a:pt x="6564156" y="829992"/>
                  </a:lnTo>
                  <a:lnTo>
                    <a:pt x="6526495" y="902774"/>
                  </a:lnTo>
                  <a:lnTo>
                    <a:pt x="6488481" y="978701"/>
                  </a:lnTo>
                  <a:lnTo>
                    <a:pt x="6450118" y="1057416"/>
                  </a:lnTo>
                  <a:lnTo>
                    <a:pt x="6411437" y="1138492"/>
                  </a:lnTo>
                  <a:lnTo>
                    <a:pt x="6372492" y="1221435"/>
                  </a:lnTo>
                  <a:lnTo>
                    <a:pt x="6333353" y="1305699"/>
                  </a:lnTo>
                  <a:lnTo>
                    <a:pt x="6294105" y="1390700"/>
                  </a:lnTo>
                  <a:lnTo>
                    <a:pt x="6254836" y="1475832"/>
                  </a:lnTo>
                  <a:lnTo>
                    <a:pt x="6215639" y="1560486"/>
                  </a:lnTo>
                  <a:lnTo>
                    <a:pt x="6176602" y="1644065"/>
                  </a:lnTo>
                  <a:lnTo>
                    <a:pt x="6137800" y="1726005"/>
                  </a:lnTo>
                  <a:lnTo>
                    <a:pt x="6099296" y="1805790"/>
                  </a:lnTo>
                  <a:lnTo>
                    <a:pt x="6061130" y="1882961"/>
                  </a:lnTo>
                  <a:lnTo>
                    <a:pt x="6023318" y="1957131"/>
                  </a:lnTo>
                  <a:lnTo>
                    <a:pt x="5985851" y="2027987"/>
                  </a:lnTo>
                  <a:lnTo>
                    <a:pt x="5948684" y="2095294"/>
                  </a:lnTo>
                  <a:lnTo>
                    <a:pt x="5911740" y="2158895"/>
                  </a:lnTo>
                  <a:lnTo>
                    <a:pt x="5874906" y="2218709"/>
                  </a:lnTo>
                  <a:lnTo>
                    <a:pt x="5838025" y="2274723"/>
                  </a:lnTo>
                  <a:lnTo>
                    <a:pt x="5800897" y="2326987"/>
                  </a:lnTo>
                  <a:lnTo>
                    <a:pt x="5784835" y="2348281"/>
                  </a:lnTo>
                  <a:lnTo>
                    <a:pt x="5736748" y="2407160"/>
                  </a:lnTo>
                  <a:lnTo>
                    <a:pt x="5687072" y="2460232"/>
                  </a:lnTo>
                  <a:lnTo>
                    <a:pt x="5635063" y="2507783"/>
                  </a:lnTo>
                  <a:lnTo>
                    <a:pt x="5579888" y="2550303"/>
                  </a:lnTo>
                  <a:lnTo>
                    <a:pt x="5520695" y="2588347"/>
                  </a:lnTo>
                  <a:lnTo>
                    <a:pt x="5456680" y="2622457"/>
                  </a:lnTo>
                  <a:lnTo>
                    <a:pt x="5387177" y="2653113"/>
                  </a:lnTo>
                  <a:lnTo>
                    <a:pt x="5311770" y="2680708"/>
                  </a:lnTo>
                  <a:lnTo>
                    <a:pt x="5230443" y="2705535"/>
                  </a:lnTo>
                  <a:lnTo>
                    <a:pt x="5143764" y="2727784"/>
                  </a:lnTo>
                  <a:lnTo>
                    <a:pt x="5053069" y="2747544"/>
                  </a:lnTo>
                  <a:lnTo>
                    <a:pt x="4960605" y="2764818"/>
                  </a:lnTo>
                  <a:lnTo>
                    <a:pt x="4869535" y="2779559"/>
                  </a:lnTo>
                  <a:lnTo>
                    <a:pt x="4783734" y="2791709"/>
                  </a:lnTo>
                  <a:lnTo>
                    <a:pt x="4707306" y="2801261"/>
                  </a:lnTo>
                  <a:lnTo>
                    <a:pt x="4643877" y="2808311"/>
                  </a:lnTo>
                  <a:lnTo>
                    <a:pt x="4595837" y="2813090"/>
                  </a:lnTo>
                  <a:lnTo>
                    <a:pt x="4563743" y="2815962"/>
                  </a:lnTo>
                  <a:lnTo>
                    <a:pt x="4546084" y="2817390"/>
                  </a:lnTo>
                  <a:lnTo>
                    <a:pt x="4539397" y="2817880"/>
                  </a:lnTo>
                  <a:lnTo>
                    <a:pt x="4538543" y="2817938"/>
                  </a:lnTo>
                  <a:lnTo>
                    <a:pt x="4016409" y="2817938"/>
                  </a:lnTo>
                  <a:lnTo>
                    <a:pt x="4015239" y="2817866"/>
                  </a:lnTo>
                  <a:lnTo>
                    <a:pt x="4007571" y="2817350"/>
                  </a:lnTo>
                  <a:lnTo>
                    <a:pt x="3988350" y="2815924"/>
                  </a:lnTo>
                  <a:lnTo>
                    <a:pt x="3954258" y="2813120"/>
                  </a:lnTo>
                  <a:lnTo>
                    <a:pt x="3904002" y="2808522"/>
                  </a:lnTo>
                  <a:lnTo>
                    <a:pt x="3838398" y="2801805"/>
                  </a:lnTo>
                  <a:lnTo>
                    <a:pt x="3760071" y="2792773"/>
                  </a:lnTo>
                  <a:lnTo>
                    <a:pt x="3672819" y="2781354"/>
                  </a:lnTo>
                  <a:lnTo>
                    <a:pt x="3580818" y="2767563"/>
                  </a:lnTo>
                  <a:lnTo>
                    <a:pt x="3487927" y="2751453"/>
                  </a:lnTo>
                  <a:lnTo>
                    <a:pt x="3397231" y="2733066"/>
                  </a:lnTo>
                  <a:lnTo>
                    <a:pt x="3310866" y="2712387"/>
                  </a:lnTo>
                  <a:lnTo>
                    <a:pt x="3230054" y="2689319"/>
                  </a:lnTo>
                  <a:lnTo>
                    <a:pt x="3155261" y="2663672"/>
                  </a:lnTo>
                  <a:lnTo>
                    <a:pt x="3086387" y="2635159"/>
                  </a:lnTo>
                  <a:lnTo>
                    <a:pt x="3022957" y="2603401"/>
                  </a:lnTo>
                  <a:lnTo>
                    <a:pt x="2964258" y="2567943"/>
                  </a:lnTo>
                  <a:lnTo>
                    <a:pt x="2909460" y="2528279"/>
                  </a:lnTo>
                  <a:lnTo>
                    <a:pt x="2857694" y="2483901"/>
                  </a:lnTo>
                  <a:lnTo>
                    <a:pt x="2808126" y="2434382"/>
                  </a:lnTo>
                  <a:lnTo>
                    <a:pt x="2770117" y="2391576"/>
                  </a:lnTo>
                  <a:lnTo>
                    <a:pt x="2731418" y="2343773"/>
                  </a:lnTo>
                  <a:lnTo>
                    <a:pt x="2693085" y="2292340"/>
                  </a:lnTo>
                  <a:lnTo>
                    <a:pt x="2654873" y="2237205"/>
                  </a:lnTo>
                  <a:lnTo>
                    <a:pt x="2616592" y="2178358"/>
                  </a:lnTo>
                  <a:lnTo>
                    <a:pt x="2578100" y="2115861"/>
                  </a:lnTo>
                  <a:lnTo>
                    <a:pt x="2539301" y="2049854"/>
                  </a:lnTo>
                  <a:lnTo>
                    <a:pt x="2500140" y="1980555"/>
                  </a:lnTo>
                  <a:lnTo>
                    <a:pt x="2460596" y="1908267"/>
                  </a:lnTo>
                  <a:lnTo>
                    <a:pt x="2420685" y="1833374"/>
                  </a:lnTo>
                  <a:lnTo>
                    <a:pt x="2380449" y="1756330"/>
                  </a:lnTo>
                  <a:lnTo>
                    <a:pt x="2339955" y="1677658"/>
                  </a:lnTo>
                  <a:lnTo>
                    <a:pt x="2299288" y="1597926"/>
                  </a:lnTo>
                  <a:lnTo>
                    <a:pt x="2258546" y="1517739"/>
                  </a:lnTo>
                  <a:lnTo>
                    <a:pt x="2217831" y="1437715"/>
                  </a:lnTo>
                  <a:lnTo>
                    <a:pt x="2177244" y="1358467"/>
                  </a:lnTo>
                  <a:lnTo>
                    <a:pt x="2136876" y="1280584"/>
                  </a:lnTo>
                  <a:lnTo>
                    <a:pt x="2096804" y="1204611"/>
                  </a:lnTo>
                  <a:lnTo>
                    <a:pt x="2057083" y="1131037"/>
                  </a:lnTo>
                  <a:lnTo>
                    <a:pt x="2017741" y="1060280"/>
                  </a:lnTo>
                  <a:lnTo>
                    <a:pt x="1978775" y="992681"/>
                  </a:lnTo>
                  <a:lnTo>
                    <a:pt x="1940147" y="928499"/>
                  </a:lnTo>
                  <a:lnTo>
                    <a:pt x="1901781" y="867912"/>
                  </a:lnTo>
                  <a:lnTo>
                    <a:pt x="1863557" y="811016"/>
                  </a:lnTo>
                  <a:lnTo>
                    <a:pt x="1825308" y="757835"/>
                  </a:lnTo>
                  <a:lnTo>
                    <a:pt x="1786817" y="708325"/>
                  </a:lnTo>
                  <a:lnTo>
                    <a:pt x="1768425" y="686131"/>
                  </a:lnTo>
                  <a:lnTo>
                    <a:pt x="1720068" y="632398"/>
                  </a:lnTo>
                  <a:lnTo>
                    <a:pt x="1670100" y="583995"/>
                  </a:lnTo>
                  <a:lnTo>
                    <a:pt x="1617764" y="540655"/>
                  </a:lnTo>
                  <a:lnTo>
                    <a:pt x="1562213" y="501924"/>
                  </a:lnTo>
                  <a:lnTo>
                    <a:pt x="1502579" y="467291"/>
                  </a:lnTo>
                  <a:lnTo>
                    <a:pt x="1438049" y="436256"/>
                  </a:lnTo>
                  <a:lnTo>
                    <a:pt x="1367952" y="408378"/>
                  </a:lnTo>
                  <a:lnTo>
                    <a:pt x="1291877" y="383298"/>
                  </a:lnTo>
                  <a:lnTo>
                    <a:pt x="1209828" y="360748"/>
                  </a:lnTo>
                  <a:lnTo>
                    <a:pt x="1122415" y="340559"/>
                  </a:lnTo>
                  <a:lnTo>
                    <a:pt x="1031044" y="322653"/>
                  </a:lnTo>
                  <a:lnTo>
                    <a:pt x="938054" y="307030"/>
                  </a:lnTo>
                  <a:lnTo>
                    <a:pt x="846717" y="293737"/>
                  </a:lnTo>
                  <a:lnTo>
                    <a:pt x="761006" y="282824"/>
                  </a:lnTo>
                  <a:lnTo>
                    <a:pt x="685083" y="274292"/>
                  </a:lnTo>
                  <a:lnTo>
                    <a:pt x="622562" y="268044"/>
                  </a:lnTo>
                  <a:lnTo>
                    <a:pt x="575730" y="263857"/>
                  </a:lnTo>
                  <a:lnTo>
                    <a:pt x="544965" y="261382"/>
                  </a:lnTo>
                  <a:lnTo>
                    <a:pt x="528530" y="260188"/>
                  </a:lnTo>
                  <a:lnTo>
                    <a:pt x="522713" y="259805"/>
                  </a:lnTo>
                  <a:lnTo>
                    <a:pt x="522133" y="259769"/>
                  </a:lnTo>
                  <a:lnTo>
                    <a:pt x="0" y="259769"/>
                  </a:lnTo>
                  <a:close/>
                </a:path>
              </a:pathLst>
            </a:custGeom>
            <a:solidFill>
              <a:srgbClr val="8FA8D6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249" name="pl249"/>
            <p:cNvSpPr/>
            <p:nvPr/>
          </p:nvSpPr>
          <p:spPr>
            <a:xfrm>
              <a:off x="386606" y="2879696"/>
              <a:ext cx="8554953" cy="2817938"/>
            </a:xfrm>
            <a:custGeom>
              <a:avLst/>
              <a:pathLst>
                <a:path w="8554953" h="2817938">
                  <a:moveTo>
                    <a:pt x="0" y="259769"/>
                  </a:moveTo>
                  <a:lnTo>
                    <a:pt x="522133" y="259769"/>
                  </a:lnTo>
                  <a:lnTo>
                    <a:pt x="523304" y="259842"/>
                  </a:lnTo>
                  <a:lnTo>
                    <a:pt x="530971" y="260357"/>
                  </a:lnTo>
                  <a:lnTo>
                    <a:pt x="550192" y="261784"/>
                  </a:lnTo>
                  <a:lnTo>
                    <a:pt x="584284" y="264587"/>
                  </a:lnTo>
                  <a:lnTo>
                    <a:pt x="634540" y="269186"/>
                  </a:lnTo>
                  <a:lnTo>
                    <a:pt x="700144" y="275903"/>
                  </a:lnTo>
                  <a:lnTo>
                    <a:pt x="778471" y="284934"/>
                  </a:lnTo>
                  <a:lnTo>
                    <a:pt x="865724" y="296353"/>
                  </a:lnTo>
                  <a:lnTo>
                    <a:pt x="957724" y="310145"/>
                  </a:lnTo>
                  <a:lnTo>
                    <a:pt x="1050615" y="326254"/>
                  </a:lnTo>
                  <a:lnTo>
                    <a:pt x="1141311" y="344641"/>
                  </a:lnTo>
                  <a:lnTo>
                    <a:pt x="1227676" y="365321"/>
                  </a:lnTo>
                  <a:lnTo>
                    <a:pt x="1308488" y="388389"/>
                  </a:lnTo>
                  <a:lnTo>
                    <a:pt x="1383282" y="414035"/>
                  </a:lnTo>
                  <a:lnTo>
                    <a:pt x="1452155" y="442549"/>
                  </a:lnTo>
                  <a:lnTo>
                    <a:pt x="1515585" y="474306"/>
                  </a:lnTo>
                  <a:lnTo>
                    <a:pt x="1574284" y="509764"/>
                  </a:lnTo>
                  <a:lnTo>
                    <a:pt x="1629082" y="549428"/>
                  </a:lnTo>
                  <a:lnTo>
                    <a:pt x="1680848" y="593806"/>
                  </a:lnTo>
                  <a:lnTo>
                    <a:pt x="1730416" y="643325"/>
                  </a:lnTo>
                  <a:lnTo>
                    <a:pt x="1768425" y="686131"/>
                  </a:lnTo>
                  <a:lnTo>
                    <a:pt x="1807124" y="733934"/>
                  </a:lnTo>
                  <a:lnTo>
                    <a:pt x="1845457" y="785367"/>
                  </a:lnTo>
                  <a:lnTo>
                    <a:pt x="1883669" y="840502"/>
                  </a:lnTo>
                  <a:lnTo>
                    <a:pt x="1921951" y="899349"/>
                  </a:lnTo>
                  <a:lnTo>
                    <a:pt x="1960442" y="961846"/>
                  </a:lnTo>
                  <a:lnTo>
                    <a:pt x="1999241" y="1027854"/>
                  </a:lnTo>
                  <a:lnTo>
                    <a:pt x="2038402" y="1097153"/>
                  </a:lnTo>
                  <a:lnTo>
                    <a:pt x="2077946" y="1169440"/>
                  </a:lnTo>
                  <a:lnTo>
                    <a:pt x="2117857" y="1244334"/>
                  </a:lnTo>
                  <a:lnTo>
                    <a:pt x="2158093" y="1321377"/>
                  </a:lnTo>
                  <a:lnTo>
                    <a:pt x="2198587" y="1400050"/>
                  </a:lnTo>
                  <a:lnTo>
                    <a:pt x="2239254" y="1479781"/>
                  </a:lnTo>
                  <a:lnTo>
                    <a:pt x="2279996" y="1559968"/>
                  </a:lnTo>
                  <a:lnTo>
                    <a:pt x="2320711" y="1639992"/>
                  </a:lnTo>
                  <a:lnTo>
                    <a:pt x="2361298" y="1719240"/>
                  </a:lnTo>
                  <a:lnTo>
                    <a:pt x="2401666" y="1797123"/>
                  </a:lnTo>
                  <a:lnTo>
                    <a:pt x="2441738" y="1873096"/>
                  </a:lnTo>
                  <a:lnTo>
                    <a:pt x="2481459" y="1946670"/>
                  </a:lnTo>
                  <a:lnTo>
                    <a:pt x="2520802" y="2017427"/>
                  </a:lnTo>
                  <a:lnTo>
                    <a:pt x="2559767" y="2085026"/>
                  </a:lnTo>
                  <a:lnTo>
                    <a:pt x="2598395" y="2149208"/>
                  </a:lnTo>
                  <a:lnTo>
                    <a:pt x="2636761" y="2209796"/>
                  </a:lnTo>
                  <a:lnTo>
                    <a:pt x="2674986" y="2266692"/>
                  </a:lnTo>
                  <a:lnTo>
                    <a:pt x="2713234" y="2319872"/>
                  </a:lnTo>
                  <a:lnTo>
                    <a:pt x="2751726" y="2369382"/>
                  </a:lnTo>
                  <a:lnTo>
                    <a:pt x="2770117" y="2391576"/>
                  </a:lnTo>
                  <a:lnTo>
                    <a:pt x="2818474" y="2445309"/>
                  </a:lnTo>
                  <a:lnTo>
                    <a:pt x="2868442" y="2493712"/>
                  </a:lnTo>
                  <a:lnTo>
                    <a:pt x="2920778" y="2537053"/>
                  </a:lnTo>
                  <a:lnTo>
                    <a:pt x="2976330" y="2575783"/>
                  </a:lnTo>
                  <a:lnTo>
                    <a:pt x="3035963" y="2610416"/>
                  </a:lnTo>
                  <a:lnTo>
                    <a:pt x="3100493" y="2641451"/>
                  </a:lnTo>
                  <a:lnTo>
                    <a:pt x="3170590" y="2669329"/>
                  </a:lnTo>
                  <a:lnTo>
                    <a:pt x="3246666" y="2694409"/>
                  </a:lnTo>
                  <a:lnTo>
                    <a:pt x="3328714" y="2716959"/>
                  </a:lnTo>
                  <a:lnTo>
                    <a:pt x="3416127" y="2737148"/>
                  </a:lnTo>
                  <a:lnTo>
                    <a:pt x="3507498" y="2755054"/>
                  </a:lnTo>
                  <a:lnTo>
                    <a:pt x="3600488" y="2770677"/>
                  </a:lnTo>
                  <a:lnTo>
                    <a:pt x="3691826" y="2783971"/>
                  </a:lnTo>
                  <a:lnTo>
                    <a:pt x="3777536" y="2794884"/>
                  </a:lnTo>
                  <a:lnTo>
                    <a:pt x="3853459" y="2803415"/>
                  </a:lnTo>
                  <a:lnTo>
                    <a:pt x="3915980" y="2809663"/>
                  </a:lnTo>
                  <a:lnTo>
                    <a:pt x="3962812" y="2813851"/>
                  </a:lnTo>
                  <a:lnTo>
                    <a:pt x="3993577" y="2816325"/>
                  </a:lnTo>
                  <a:lnTo>
                    <a:pt x="4010012" y="2817519"/>
                  </a:lnTo>
                  <a:lnTo>
                    <a:pt x="4015829" y="2817903"/>
                  </a:lnTo>
                  <a:lnTo>
                    <a:pt x="4016409" y="2817938"/>
                  </a:lnTo>
                  <a:lnTo>
                    <a:pt x="4538543" y="2817938"/>
                  </a:lnTo>
                  <a:lnTo>
                    <a:pt x="4539695" y="2817860"/>
                  </a:lnTo>
                  <a:lnTo>
                    <a:pt x="4547241" y="2817301"/>
                  </a:lnTo>
                  <a:lnTo>
                    <a:pt x="4566170" y="2815756"/>
                  </a:lnTo>
                  <a:lnTo>
                    <a:pt x="4599769" y="2812719"/>
                  </a:lnTo>
                  <a:lnTo>
                    <a:pt x="4649350" y="2807735"/>
                  </a:lnTo>
                  <a:lnTo>
                    <a:pt x="4714162" y="2800451"/>
                  </a:lnTo>
                  <a:lnTo>
                    <a:pt x="4791666" y="2790650"/>
                  </a:lnTo>
                  <a:lnTo>
                    <a:pt x="4878155" y="2778249"/>
                  </a:lnTo>
                  <a:lnTo>
                    <a:pt x="4969519" y="2763262"/>
                  </a:lnTo>
                  <a:lnTo>
                    <a:pt x="5061937" y="2745746"/>
                  </a:lnTo>
                  <a:lnTo>
                    <a:pt x="5152327" y="2725747"/>
                  </a:lnTo>
                  <a:lnTo>
                    <a:pt x="5238535" y="2703255"/>
                  </a:lnTo>
                  <a:lnTo>
                    <a:pt x="5319304" y="2678171"/>
                  </a:lnTo>
                  <a:lnTo>
                    <a:pt x="5394134" y="2650295"/>
                  </a:lnTo>
                  <a:lnTo>
                    <a:pt x="5463084" y="2619325"/>
                  </a:lnTo>
                  <a:lnTo>
                    <a:pt x="5526602" y="2584858"/>
                  </a:lnTo>
                  <a:lnTo>
                    <a:pt x="5585372" y="2546406"/>
                  </a:lnTo>
                  <a:lnTo>
                    <a:pt x="5640204" y="2503425"/>
                  </a:lnTo>
                  <a:lnTo>
                    <a:pt x="5691953" y="2455360"/>
                  </a:lnTo>
                  <a:lnTo>
                    <a:pt x="5741445" y="2401736"/>
                  </a:lnTo>
                  <a:lnTo>
                    <a:pt x="5784835" y="2348281"/>
                  </a:lnTo>
                  <a:lnTo>
                    <a:pt x="5822143" y="2297596"/>
                  </a:lnTo>
                  <a:lnTo>
                    <a:pt x="5859102" y="2243200"/>
                  </a:lnTo>
                  <a:lnTo>
                    <a:pt x="5895935" y="2185019"/>
                  </a:lnTo>
                  <a:lnTo>
                    <a:pt x="5932815" y="2123036"/>
                  </a:lnTo>
                  <a:lnTo>
                    <a:pt x="5969875" y="2057304"/>
                  </a:lnTo>
                  <a:lnTo>
                    <a:pt x="6007206" y="1987946"/>
                  </a:lnTo>
                  <a:lnTo>
                    <a:pt x="6044867" y="1915164"/>
                  </a:lnTo>
                  <a:lnTo>
                    <a:pt x="6082881" y="1839237"/>
                  </a:lnTo>
                  <a:lnTo>
                    <a:pt x="6121244" y="1760521"/>
                  </a:lnTo>
                  <a:lnTo>
                    <a:pt x="6159925" y="1679445"/>
                  </a:lnTo>
                  <a:lnTo>
                    <a:pt x="6198870" y="1596502"/>
                  </a:lnTo>
                  <a:lnTo>
                    <a:pt x="6238009" y="1512238"/>
                  </a:lnTo>
                  <a:lnTo>
                    <a:pt x="6277257" y="1427237"/>
                  </a:lnTo>
                  <a:lnTo>
                    <a:pt x="6316526" y="1342105"/>
                  </a:lnTo>
                  <a:lnTo>
                    <a:pt x="6355723" y="1257452"/>
                  </a:lnTo>
                  <a:lnTo>
                    <a:pt x="6394760" y="1173873"/>
                  </a:lnTo>
                  <a:lnTo>
                    <a:pt x="6433562" y="1091932"/>
                  </a:lnTo>
                  <a:lnTo>
                    <a:pt x="6472066" y="1012148"/>
                  </a:lnTo>
                  <a:lnTo>
                    <a:pt x="6510232" y="934976"/>
                  </a:lnTo>
                  <a:lnTo>
                    <a:pt x="6548043" y="860806"/>
                  </a:lnTo>
                  <a:lnTo>
                    <a:pt x="6585511" y="789951"/>
                  </a:lnTo>
                  <a:lnTo>
                    <a:pt x="6622678" y="722644"/>
                  </a:lnTo>
                  <a:lnTo>
                    <a:pt x="6659622" y="659042"/>
                  </a:lnTo>
                  <a:lnTo>
                    <a:pt x="6696456" y="599228"/>
                  </a:lnTo>
                  <a:lnTo>
                    <a:pt x="6733337" y="543214"/>
                  </a:lnTo>
                  <a:lnTo>
                    <a:pt x="6770465" y="490950"/>
                  </a:lnTo>
                  <a:lnTo>
                    <a:pt x="6786527" y="469656"/>
                  </a:lnTo>
                  <a:lnTo>
                    <a:pt x="6834614" y="410777"/>
                  </a:lnTo>
                  <a:lnTo>
                    <a:pt x="6884290" y="357705"/>
                  </a:lnTo>
                  <a:lnTo>
                    <a:pt x="6936299" y="310154"/>
                  </a:lnTo>
                  <a:lnTo>
                    <a:pt x="6991474" y="267634"/>
                  </a:lnTo>
                  <a:lnTo>
                    <a:pt x="7050667" y="229590"/>
                  </a:lnTo>
                  <a:lnTo>
                    <a:pt x="7114682" y="195480"/>
                  </a:lnTo>
                  <a:lnTo>
                    <a:pt x="7184185" y="164824"/>
                  </a:lnTo>
                  <a:lnTo>
                    <a:pt x="7259592" y="137230"/>
                  </a:lnTo>
                  <a:lnTo>
                    <a:pt x="7340919" y="112402"/>
                  </a:lnTo>
                  <a:lnTo>
                    <a:pt x="7427598" y="90153"/>
                  </a:lnTo>
                  <a:lnTo>
                    <a:pt x="7518293" y="70394"/>
                  </a:lnTo>
                  <a:lnTo>
                    <a:pt x="7610757" y="53119"/>
                  </a:lnTo>
                  <a:lnTo>
                    <a:pt x="7701827" y="38379"/>
                  </a:lnTo>
                  <a:lnTo>
                    <a:pt x="7787628" y="26229"/>
                  </a:lnTo>
                  <a:lnTo>
                    <a:pt x="7864056" y="16676"/>
                  </a:lnTo>
                  <a:lnTo>
                    <a:pt x="7927484" y="9626"/>
                  </a:lnTo>
                  <a:lnTo>
                    <a:pt x="7975525" y="4847"/>
                  </a:lnTo>
                  <a:lnTo>
                    <a:pt x="8007619" y="1975"/>
                  </a:lnTo>
                  <a:lnTo>
                    <a:pt x="8025277" y="548"/>
                  </a:lnTo>
                  <a:lnTo>
                    <a:pt x="8031965" y="57"/>
                  </a:lnTo>
                  <a:lnTo>
                    <a:pt x="8032819" y="0"/>
                  </a:lnTo>
                  <a:lnTo>
                    <a:pt x="8554953" y="0"/>
                  </a:lnTo>
                  <a:lnTo>
                    <a:pt x="8554953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50" name="pl250"/>
            <p:cNvSpPr/>
            <p:nvPr/>
          </p:nvSpPr>
          <p:spPr>
            <a:xfrm>
              <a:off x="386606" y="2874049"/>
              <a:ext cx="8554953" cy="2817938"/>
            </a:xfrm>
            <a:custGeom>
              <a:avLst/>
              <a:pathLst>
                <a:path w="8554953" h="2817938">
                  <a:moveTo>
                    <a:pt x="8554953" y="0"/>
                  </a:moveTo>
                  <a:lnTo>
                    <a:pt x="8032819" y="0"/>
                  </a:lnTo>
                  <a:lnTo>
                    <a:pt x="8031667" y="78"/>
                  </a:lnTo>
                  <a:lnTo>
                    <a:pt x="8024121" y="637"/>
                  </a:lnTo>
                  <a:lnTo>
                    <a:pt x="8005192" y="2181"/>
                  </a:lnTo>
                  <a:lnTo>
                    <a:pt x="7971593" y="5218"/>
                  </a:lnTo>
                  <a:lnTo>
                    <a:pt x="7922011" y="10202"/>
                  </a:lnTo>
                  <a:lnTo>
                    <a:pt x="7857200" y="17486"/>
                  </a:lnTo>
                  <a:lnTo>
                    <a:pt x="7779696" y="27287"/>
                  </a:lnTo>
                  <a:lnTo>
                    <a:pt x="7693207" y="39688"/>
                  </a:lnTo>
                  <a:lnTo>
                    <a:pt x="7601843" y="54676"/>
                  </a:lnTo>
                  <a:lnTo>
                    <a:pt x="7509425" y="72192"/>
                  </a:lnTo>
                  <a:lnTo>
                    <a:pt x="7419035" y="92190"/>
                  </a:lnTo>
                  <a:lnTo>
                    <a:pt x="7332827" y="114682"/>
                  </a:lnTo>
                  <a:lnTo>
                    <a:pt x="7252058" y="139767"/>
                  </a:lnTo>
                  <a:lnTo>
                    <a:pt x="7177228" y="167642"/>
                  </a:lnTo>
                  <a:lnTo>
                    <a:pt x="7108278" y="198613"/>
                  </a:lnTo>
                  <a:lnTo>
                    <a:pt x="7044760" y="233080"/>
                  </a:lnTo>
                  <a:lnTo>
                    <a:pt x="6985990" y="271532"/>
                  </a:lnTo>
                  <a:lnTo>
                    <a:pt x="6931158" y="314513"/>
                  </a:lnTo>
                  <a:lnTo>
                    <a:pt x="6879409" y="362577"/>
                  </a:lnTo>
                  <a:lnTo>
                    <a:pt x="6829917" y="416201"/>
                  </a:lnTo>
                  <a:lnTo>
                    <a:pt x="6786527" y="469656"/>
                  </a:lnTo>
                  <a:lnTo>
                    <a:pt x="6749219" y="520341"/>
                  </a:lnTo>
                  <a:lnTo>
                    <a:pt x="6712260" y="574737"/>
                  </a:lnTo>
                  <a:lnTo>
                    <a:pt x="6675427" y="632919"/>
                  </a:lnTo>
                  <a:lnTo>
                    <a:pt x="6638547" y="694902"/>
                  </a:lnTo>
                  <a:lnTo>
                    <a:pt x="6601487" y="760634"/>
                  </a:lnTo>
                  <a:lnTo>
                    <a:pt x="6564156" y="829992"/>
                  </a:lnTo>
                  <a:lnTo>
                    <a:pt x="6526495" y="902774"/>
                  </a:lnTo>
                  <a:lnTo>
                    <a:pt x="6488481" y="978701"/>
                  </a:lnTo>
                  <a:lnTo>
                    <a:pt x="6450118" y="1057416"/>
                  </a:lnTo>
                  <a:lnTo>
                    <a:pt x="6411437" y="1138492"/>
                  </a:lnTo>
                  <a:lnTo>
                    <a:pt x="6372492" y="1221435"/>
                  </a:lnTo>
                  <a:lnTo>
                    <a:pt x="6333353" y="1305699"/>
                  </a:lnTo>
                  <a:lnTo>
                    <a:pt x="6294105" y="1390700"/>
                  </a:lnTo>
                  <a:lnTo>
                    <a:pt x="6254836" y="1475832"/>
                  </a:lnTo>
                  <a:lnTo>
                    <a:pt x="6215639" y="1560486"/>
                  </a:lnTo>
                  <a:lnTo>
                    <a:pt x="6176602" y="1644065"/>
                  </a:lnTo>
                  <a:lnTo>
                    <a:pt x="6137800" y="1726005"/>
                  </a:lnTo>
                  <a:lnTo>
                    <a:pt x="6099296" y="1805790"/>
                  </a:lnTo>
                  <a:lnTo>
                    <a:pt x="6061130" y="1882961"/>
                  </a:lnTo>
                  <a:lnTo>
                    <a:pt x="6023318" y="1957131"/>
                  </a:lnTo>
                  <a:lnTo>
                    <a:pt x="5985851" y="2027987"/>
                  </a:lnTo>
                  <a:lnTo>
                    <a:pt x="5948684" y="2095294"/>
                  </a:lnTo>
                  <a:lnTo>
                    <a:pt x="5911740" y="2158895"/>
                  </a:lnTo>
                  <a:lnTo>
                    <a:pt x="5874906" y="2218709"/>
                  </a:lnTo>
                  <a:lnTo>
                    <a:pt x="5838025" y="2274723"/>
                  </a:lnTo>
                  <a:lnTo>
                    <a:pt x="5800897" y="2326987"/>
                  </a:lnTo>
                  <a:lnTo>
                    <a:pt x="5784835" y="2348281"/>
                  </a:lnTo>
                  <a:lnTo>
                    <a:pt x="5736748" y="2407160"/>
                  </a:lnTo>
                  <a:lnTo>
                    <a:pt x="5687072" y="2460232"/>
                  </a:lnTo>
                  <a:lnTo>
                    <a:pt x="5635063" y="2507783"/>
                  </a:lnTo>
                  <a:lnTo>
                    <a:pt x="5579888" y="2550303"/>
                  </a:lnTo>
                  <a:lnTo>
                    <a:pt x="5520695" y="2588347"/>
                  </a:lnTo>
                  <a:lnTo>
                    <a:pt x="5456680" y="2622457"/>
                  </a:lnTo>
                  <a:lnTo>
                    <a:pt x="5387177" y="2653113"/>
                  </a:lnTo>
                  <a:lnTo>
                    <a:pt x="5311770" y="2680708"/>
                  </a:lnTo>
                  <a:lnTo>
                    <a:pt x="5230443" y="2705535"/>
                  </a:lnTo>
                  <a:lnTo>
                    <a:pt x="5143764" y="2727784"/>
                  </a:lnTo>
                  <a:lnTo>
                    <a:pt x="5053069" y="2747544"/>
                  </a:lnTo>
                  <a:lnTo>
                    <a:pt x="4960605" y="2764818"/>
                  </a:lnTo>
                  <a:lnTo>
                    <a:pt x="4869535" y="2779559"/>
                  </a:lnTo>
                  <a:lnTo>
                    <a:pt x="4783734" y="2791709"/>
                  </a:lnTo>
                  <a:lnTo>
                    <a:pt x="4707306" y="2801261"/>
                  </a:lnTo>
                  <a:lnTo>
                    <a:pt x="4643877" y="2808311"/>
                  </a:lnTo>
                  <a:lnTo>
                    <a:pt x="4595837" y="2813090"/>
                  </a:lnTo>
                  <a:lnTo>
                    <a:pt x="4563743" y="2815962"/>
                  </a:lnTo>
                  <a:lnTo>
                    <a:pt x="4546084" y="2817390"/>
                  </a:lnTo>
                  <a:lnTo>
                    <a:pt x="4539397" y="2817880"/>
                  </a:lnTo>
                  <a:lnTo>
                    <a:pt x="4538543" y="2817938"/>
                  </a:lnTo>
                  <a:lnTo>
                    <a:pt x="4016409" y="2817938"/>
                  </a:lnTo>
                  <a:lnTo>
                    <a:pt x="4015239" y="2817866"/>
                  </a:lnTo>
                  <a:lnTo>
                    <a:pt x="4007571" y="2817350"/>
                  </a:lnTo>
                  <a:lnTo>
                    <a:pt x="3988350" y="2815924"/>
                  </a:lnTo>
                  <a:lnTo>
                    <a:pt x="3954258" y="2813120"/>
                  </a:lnTo>
                  <a:lnTo>
                    <a:pt x="3904002" y="2808522"/>
                  </a:lnTo>
                  <a:lnTo>
                    <a:pt x="3838398" y="2801805"/>
                  </a:lnTo>
                  <a:lnTo>
                    <a:pt x="3760071" y="2792773"/>
                  </a:lnTo>
                  <a:lnTo>
                    <a:pt x="3672819" y="2781354"/>
                  </a:lnTo>
                  <a:lnTo>
                    <a:pt x="3580818" y="2767563"/>
                  </a:lnTo>
                  <a:lnTo>
                    <a:pt x="3487927" y="2751453"/>
                  </a:lnTo>
                  <a:lnTo>
                    <a:pt x="3397231" y="2733066"/>
                  </a:lnTo>
                  <a:lnTo>
                    <a:pt x="3310866" y="2712387"/>
                  </a:lnTo>
                  <a:lnTo>
                    <a:pt x="3230054" y="2689319"/>
                  </a:lnTo>
                  <a:lnTo>
                    <a:pt x="3155261" y="2663672"/>
                  </a:lnTo>
                  <a:lnTo>
                    <a:pt x="3086387" y="2635159"/>
                  </a:lnTo>
                  <a:lnTo>
                    <a:pt x="3022957" y="2603401"/>
                  </a:lnTo>
                  <a:lnTo>
                    <a:pt x="2964258" y="2567943"/>
                  </a:lnTo>
                  <a:lnTo>
                    <a:pt x="2909460" y="2528279"/>
                  </a:lnTo>
                  <a:lnTo>
                    <a:pt x="2857694" y="2483901"/>
                  </a:lnTo>
                  <a:lnTo>
                    <a:pt x="2808126" y="2434382"/>
                  </a:lnTo>
                  <a:lnTo>
                    <a:pt x="2770117" y="2391576"/>
                  </a:lnTo>
                  <a:lnTo>
                    <a:pt x="2731418" y="2343773"/>
                  </a:lnTo>
                  <a:lnTo>
                    <a:pt x="2693085" y="2292340"/>
                  </a:lnTo>
                  <a:lnTo>
                    <a:pt x="2654873" y="2237205"/>
                  </a:lnTo>
                  <a:lnTo>
                    <a:pt x="2616592" y="2178358"/>
                  </a:lnTo>
                  <a:lnTo>
                    <a:pt x="2578100" y="2115861"/>
                  </a:lnTo>
                  <a:lnTo>
                    <a:pt x="2539301" y="2049854"/>
                  </a:lnTo>
                  <a:lnTo>
                    <a:pt x="2500140" y="1980555"/>
                  </a:lnTo>
                  <a:lnTo>
                    <a:pt x="2460596" y="1908267"/>
                  </a:lnTo>
                  <a:lnTo>
                    <a:pt x="2420685" y="1833374"/>
                  </a:lnTo>
                  <a:lnTo>
                    <a:pt x="2380449" y="1756330"/>
                  </a:lnTo>
                  <a:lnTo>
                    <a:pt x="2339955" y="1677658"/>
                  </a:lnTo>
                  <a:lnTo>
                    <a:pt x="2299288" y="1597926"/>
                  </a:lnTo>
                  <a:lnTo>
                    <a:pt x="2258546" y="1517739"/>
                  </a:lnTo>
                  <a:lnTo>
                    <a:pt x="2217831" y="1437715"/>
                  </a:lnTo>
                  <a:lnTo>
                    <a:pt x="2177244" y="1358467"/>
                  </a:lnTo>
                  <a:lnTo>
                    <a:pt x="2136876" y="1280584"/>
                  </a:lnTo>
                  <a:lnTo>
                    <a:pt x="2096804" y="1204611"/>
                  </a:lnTo>
                  <a:lnTo>
                    <a:pt x="2057083" y="1131037"/>
                  </a:lnTo>
                  <a:lnTo>
                    <a:pt x="2017741" y="1060280"/>
                  </a:lnTo>
                  <a:lnTo>
                    <a:pt x="1978775" y="992681"/>
                  </a:lnTo>
                  <a:lnTo>
                    <a:pt x="1940147" y="928499"/>
                  </a:lnTo>
                  <a:lnTo>
                    <a:pt x="1901781" y="867912"/>
                  </a:lnTo>
                  <a:lnTo>
                    <a:pt x="1863557" y="811016"/>
                  </a:lnTo>
                  <a:lnTo>
                    <a:pt x="1825308" y="757835"/>
                  </a:lnTo>
                  <a:lnTo>
                    <a:pt x="1786817" y="708325"/>
                  </a:lnTo>
                  <a:lnTo>
                    <a:pt x="1768425" y="686131"/>
                  </a:lnTo>
                  <a:lnTo>
                    <a:pt x="1720068" y="632398"/>
                  </a:lnTo>
                  <a:lnTo>
                    <a:pt x="1670100" y="583995"/>
                  </a:lnTo>
                  <a:lnTo>
                    <a:pt x="1617764" y="540655"/>
                  </a:lnTo>
                  <a:lnTo>
                    <a:pt x="1562213" y="501924"/>
                  </a:lnTo>
                  <a:lnTo>
                    <a:pt x="1502579" y="467291"/>
                  </a:lnTo>
                  <a:lnTo>
                    <a:pt x="1438049" y="436256"/>
                  </a:lnTo>
                  <a:lnTo>
                    <a:pt x="1367952" y="408378"/>
                  </a:lnTo>
                  <a:lnTo>
                    <a:pt x="1291877" y="383298"/>
                  </a:lnTo>
                  <a:lnTo>
                    <a:pt x="1209828" y="360748"/>
                  </a:lnTo>
                  <a:lnTo>
                    <a:pt x="1122415" y="340559"/>
                  </a:lnTo>
                  <a:lnTo>
                    <a:pt x="1031044" y="322653"/>
                  </a:lnTo>
                  <a:lnTo>
                    <a:pt x="938054" y="307030"/>
                  </a:lnTo>
                  <a:lnTo>
                    <a:pt x="846717" y="293737"/>
                  </a:lnTo>
                  <a:lnTo>
                    <a:pt x="761006" y="282824"/>
                  </a:lnTo>
                  <a:lnTo>
                    <a:pt x="685083" y="274292"/>
                  </a:lnTo>
                  <a:lnTo>
                    <a:pt x="622562" y="268044"/>
                  </a:lnTo>
                  <a:lnTo>
                    <a:pt x="575730" y="263857"/>
                  </a:lnTo>
                  <a:lnTo>
                    <a:pt x="544965" y="261382"/>
                  </a:lnTo>
                  <a:lnTo>
                    <a:pt x="528530" y="260188"/>
                  </a:lnTo>
                  <a:lnTo>
                    <a:pt x="522713" y="259805"/>
                  </a:lnTo>
                  <a:lnTo>
                    <a:pt x="522133" y="259769"/>
                  </a:lnTo>
                  <a:lnTo>
                    <a:pt x="0" y="259769"/>
                  </a:lnTo>
                  <a:lnTo>
                    <a:pt x="0" y="259769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51" name="pg251"/>
            <p:cNvSpPr/>
            <p:nvPr/>
          </p:nvSpPr>
          <p:spPr>
            <a:xfrm>
              <a:off x="386606" y="3139466"/>
              <a:ext cx="8554953" cy="2603345"/>
            </a:xfrm>
            <a:custGeom>
              <a:avLst/>
              <a:pathLst>
                <a:path w="8554953" h="2603345">
                  <a:moveTo>
                    <a:pt x="0" y="5647"/>
                  </a:moveTo>
                  <a:lnTo>
                    <a:pt x="522133" y="5647"/>
                  </a:lnTo>
                  <a:lnTo>
                    <a:pt x="523303" y="5719"/>
                  </a:lnTo>
                  <a:lnTo>
                    <a:pt x="530968" y="6236"/>
                  </a:lnTo>
                  <a:lnTo>
                    <a:pt x="550183" y="7665"/>
                  </a:lnTo>
                  <a:lnTo>
                    <a:pt x="584265" y="10473"/>
                  </a:lnTo>
                  <a:lnTo>
                    <a:pt x="634506" y="15081"/>
                  </a:lnTo>
                  <a:lnTo>
                    <a:pt x="700094" y="21810"/>
                  </a:lnTo>
                  <a:lnTo>
                    <a:pt x="778403" y="30859"/>
                  </a:lnTo>
                  <a:lnTo>
                    <a:pt x="865640" y="42300"/>
                  </a:lnTo>
                  <a:lnTo>
                    <a:pt x="957627" y="56118"/>
                  </a:lnTo>
                  <a:lnTo>
                    <a:pt x="1050508" y="72258"/>
                  </a:lnTo>
                  <a:lnTo>
                    <a:pt x="1141198" y="90681"/>
                  </a:lnTo>
                  <a:lnTo>
                    <a:pt x="1227559" y="111401"/>
                  </a:lnTo>
                  <a:lnTo>
                    <a:pt x="1308371" y="134513"/>
                  </a:lnTo>
                  <a:lnTo>
                    <a:pt x="1383165" y="160209"/>
                  </a:lnTo>
                  <a:lnTo>
                    <a:pt x="1452040" y="188777"/>
                  </a:lnTo>
                  <a:lnTo>
                    <a:pt x="1515473" y="220595"/>
                  </a:lnTo>
                  <a:lnTo>
                    <a:pt x="1574173" y="256119"/>
                  </a:lnTo>
                  <a:lnTo>
                    <a:pt x="1628972" y="295857"/>
                  </a:lnTo>
                  <a:lnTo>
                    <a:pt x="1680737" y="340318"/>
                  </a:lnTo>
                  <a:lnTo>
                    <a:pt x="1730303" y="389928"/>
                  </a:lnTo>
                  <a:lnTo>
                    <a:pt x="1768425" y="432949"/>
                  </a:lnTo>
                  <a:lnTo>
                    <a:pt x="1807092" y="480818"/>
                  </a:lnTo>
                  <a:lnTo>
                    <a:pt x="1845394" y="532317"/>
                  </a:lnTo>
                  <a:lnTo>
                    <a:pt x="1883575" y="587521"/>
                  </a:lnTo>
                  <a:lnTo>
                    <a:pt x="1921825" y="646439"/>
                  </a:lnTo>
                  <a:lnTo>
                    <a:pt x="1960284" y="709009"/>
                  </a:lnTo>
                  <a:lnTo>
                    <a:pt x="1999049" y="775093"/>
                  </a:lnTo>
                  <a:lnTo>
                    <a:pt x="2038176" y="844471"/>
                  </a:lnTo>
                  <a:lnTo>
                    <a:pt x="2077685" y="916841"/>
                  </a:lnTo>
                  <a:lnTo>
                    <a:pt x="2117561" y="991822"/>
                  </a:lnTo>
                  <a:lnTo>
                    <a:pt x="2157762" y="1068957"/>
                  </a:lnTo>
                  <a:lnTo>
                    <a:pt x="2198221" y="1147727"/>
                  </a:lnTo>
                  <a:lnTo>
                    <a:pt x="2238853" y="1227562"/>
                  </a:lnTo>
                  <a:lnTo>
                    <a:pt x="2279562" y="1307859"/>
                  </a:lnTo>
                  <a:lnTo>
                    <a:pt x="2320244" y="1387999"/>
                  </a:lnTo>
                  <a:lnTo>
                    <a:pt x="2360800" y="1467369"/>
                  </a:lnTo>
                  <a:lnTo>
                    <a:pt x="2401138" y="1545382"/>
                  </a:lnTo>
                  <a:lnTo>
                    <a:pt x="2441182" y="1621489"/>
                  </a:lnTo>
                  <a:lnTo>
                    <a:pt x="2480876" y="1695203"/>
                  </a:lnTo>
                  <a:lnTo>
                    <a:pt x="2520192" y="1766103"/>
                  </a:lnTo>
                  <a:lnTo>
                    <a:pt x="2559131" y="1833849"/>
                  </a:lnTo>
                  <a:lnTo>
                    <a:pt x="2597732" y="1898179"/>
                  </a:lnTo>
                  <a:lnTo>
                    <a:pt x="2636071" y="1958915"/>
                  </a:lnTo>
                  <a:lnTo>
                    <a:pt x="2674265" y="2015958"/>
                  </a:lnTo>
                  <a:lnTo>
                    <a:pt x="2712480" y="2069284"/>
                  </a:lnTo>
                  <a:lnTo>
                    <a:pt x="2750933" y="2118936"/>
                  </a:lnTo>
                  <a:lnTo>
                    <a:pt x="2770117" y="2142160"/>
                  </a:lnTo>
                  <a:lnTo>
                    <a:pt x="2818469" y="2196005"/>
                  </a:lnTo>
                  <a:lnTo>
                    <a:pt x="2868430" y="2244511"/>
                  </a:lnTo>
                  <a:lnTo>
                    <a:pt x="2920759" y="2287943"/>
                  </a:lnTo>
                  <a:lnTo>
                    <a:pt x="2976303" y="2326756"/>
                  </a:lnTo>
                  <a:lnTo>
                    <a:pt x="3035927" y="2361464"/>
                  </a:lnTo>
                  <a:lnTo>
                    <a:pt x="3100446" y="2392566"/>
                  </a:lnTo>
                  <a:lnTo>
                    <a:pt x="3170531" y="2420504"/>
                  </a:lnTo>
                  <a:lnTo>
                    <a:pt x="3246592" y="2445639"/>
                  </a:lnTo>
                  <a:lnTo>
                    <a:pt x="3328626" y="2468238"/>
                  </a:lnTo>
                  <a:lnTo>
                    <a:pt x="3416023" y="2488472"/>
                  </a:lnTo>
                  <a:lnTo>
                    <a:pt x="3507380" y="2506418"/>
                  </a:lnTo>
                  <a:lnTo>
                    <a:pt x="3600360" y="2522077"/>
                  </a:lnTo>
                  <a:lnTo>
                    <a:pt x="3691691" y="2535402"/>
                  </a:lnTo>
                  <a:lnTo>
                    <a:pt x="3777404" y="2546341"/>
                  </a:lnTo>
                  <a:lnTo>
                    <a:pt x="3853338" y="2554895"/>
                  </a:lnTo>
                  <a:lnTo>
                    <a:pt x="3915878" y="2561159"/>
                  </a:lnTo>
                  <a:lnTo>
                    <a:pt x="3962736" y="2565360"/>
                  </a:lnTo>
                  <a:lnTo>
                    <a:pt x="3993529" y="2567842"/>
                  </a:lnTo>
                  <a:lnTo>
                    <a:pt x="4009990" y="2569041"/>
                  </a:lnTo>
                  <a:lnTo>
                    <a:pt x="4015824" y="2569427"/>
                  </a:lnTo>
                  <a:lnTo>
                    <a:pt x="4016409" y="2569462"/>
                  </a:lnTo>
                  <a:lnTo>
                    <a:pt x="4538543" y="2569462"/>
                  </a:lnTo>
                  <a:lnTo>
                    <a:pt x="4539813" y="2569463"/>
                  </a:lnTo>
                  <a:lnTo>
                    <a:pt x="4548114" y="2569471"/>
                  </a:lnTo>
                  <a:lnTo>
                    <a:pt x="4568866" y="2569491"/>
                  </a:lnTo>
                  <a:lnTo>
                    <a:pt x="4605525" y="2569532"/>
                  </a:lnTo>
                  <a:lnTo>
                    <a:pt x="4659269" y="2569598"/>
                  </a:lnTo>
                  <a:lnTo>
                    <a:pt x="4728939" y="2569694"/>
                  </a:lnTo>
                  <a:lnTo>
                    <a:pt x="4811440" y="2569823"/>
                  </a:lnTo>
                  <a:lnTo>
                    <a:pt x="4902512" y="2569985"/>
                  </a:lnTo>
                  <a:lnTo>
                    <a:pt x="4997638" y="2570181"/>
                  </a:lnTo>
                  <a:lnTo>
                    <a:pt x="5092797" y="2570408"/>
                  </a:lnTo>
                  <a:lnTo>
                    <a:pt x="5184905" y="2570668"/>
                  </a:lnTo>
                  <a:lnTo>
                    <a:pt x="5271944" y="2570960"/>
                  </a:lnTo>
                  <a:lnTo>
                    <a:pt x="5352874" y="2571286"/>
                  </a:lnTo>
                  <a:lnTo>
                    <a:pt x="5427425" y="2571649"/>
                  </a:lnTo>
                  <a:lnTo>
                    <a:pt x="5495880" y="2572055"/>
                  </a:lnTo>
                  <a:lnTo>
                    <a:pt x="5558877" y="2572508"/>
                  </a:lnTo>
                  <a:lnTo>
                    <a:pt x="5617258" y="2573017"/>
                  </a:lnTo>
                  <a:lnTo>
                    <a:pt x="5671954" y="2573587"/>
                  </a:lnTo>
                  <a:lnTo>
                    <a:pt x="5723900" y="2574227"/>
                  </a:lnTo>
                  <a:lnTo>
                    <a:pt x="5773951" y="2574942"/>
                  </a:lnTo>
                  <a:lnTo>
                    <a:pt x="5784835" y="2575110"/>
                  </a:lnTo>
                  <a:lnTo>
                    <a:pt x="5839088" y="2576013"/>
                  </a:lnTo>
                  <a:lnTo>
                    <a:pt x="5892818" y="2577012"/>
                  </a:lnTo>
                  <a:lnTo>
                    <a:pt x="5946614" y="2578108"/>
                  </a:lnTo>
                  <a:lnTo>
                    <a:pt x="6000866" y="2579298"/>
                  </a:lnTo>
                  <a:lnTo>
                    <a:pt x="6055796" y="2580577"/>
                  </a:lnTo>
                  <a:lnTo>
                    <a:pt x="6111474" y="2581934"/>
                  </a:lnTo>
                  <a:lnTo>
                    <a:pt x="6167844" y="2583353"/>
                  </a:lnTo>
                  <a:lnTo>
                    <a:pt x="6224744" y="2584818"/>
                  </a:lnTo>
                  <a:lnTo>
                    <a:pt x="6281939" y="2586306"/>
                  </a:lnTo>
                  <a:lnTo>
                    <a:pt x="6339153" y="2587796"/>
                  </a:lnTo>
                  <a:lnTo>
                    <a:pt x="6396106" y="2589265"/>
                  </a:lnTo>
                  <a:lnTo>
                    <a:pt x="6452557" y="2590692"/>
                  </a:lnTo>
                  <a:lnTo>
                    <a:pt x="6508331" y="2592058"/>
                  </a:lnTo>
                  <a:lnTo>
                    <a:pt x="6563357" y="2593347"/>
                  </a:lnTo>
                  <a:lnTo>
                    <a:pt x="6617688" y="2594550"/>
                  </a:lnTo>
                  <a:lnTo>
                    <a:pt x="6671526" y="2595658"/>
                  </a:lnTo>
                  <a:lnTo>
                    <a:pt x="6725236" y="2596670"/>
                  </a:lnTo>
                  <a:lnTo>
                    <a:pt x="6779379" y="2597585"/>
                  </a:lnTo>
                  <a:lnTo>
                    <a:pt x="6786527" y="2597698"/>
                  </a:lnTo>
                  <a:lnTo>
                    <a:pt x="6836261" y="2598429"/>
                  </a:lnTo>
                  <a:lnTo>
                    <a:pt x="6887718" y="2599085"/>
                  </a:lnTo>
                  <a:lnTo>
                    <a:pt x="6941727" y="2599670"/>
                  </a:lnTo>
                  <a:lnTo>
                    <a:pt x="6999211" y="2600192"/>
                  </a:lnTo>
                  <a:lnTo>
                    <a:pt x="7061111" y="2600657"/>
                  </a:lnTo>
                  <a:lnTo>
                    <a:pt x="7128295" y="2601073"/>
                  </a:lnTo>
                  <a:lnTo>
                    <a:pt x="7201459" y="2601445"/>
                  </a:lnTo>
                  <a:lnTo>
                    <a:pt x="7280978" y="2601779"/>
                  </a:lnTo>
                  <a:lnTo>
                    <a:pt x="7366726" y="2602078"/>
                  </a:lnTo>
                  <a:lnTo>
                    <a:pt x="7457850" y="2602345"/>
                  </a:lnTo>
                  <a:lnTo>
                    <a:pt x="7552563" y="2602580"/>
                  </a:lnTo>
                  <a:lnTo>
                    <a:pt x="7648015" y="2602782"/>
                  </a:lnTo>
                  <a:lnTo>
                    <a:pt x="7740364" y="2602952"/>
                  </a:lnTo>
                  <a:lnTo>
                    <a:pt x="7825149" y="2603088"/>
                  </a:lnTo>
                  <a:lnTo>
                    <a:pt x="7897978" y="2603191"/>
                  </a:lnTo>
                  <a:lnTo>
                    <a:pt x="7955420" y="2603264"/>
                  </a:lnTo>
                  <a:lnTo>
                    <a:pt x="7995839" y="2603309"/>
                  </a:lnTo>
                  <a:lnTo>
                    <a:pt x="8019886" y="2603334"/>
                  </a:lnTo>
                  <a:lnTo>
                    <a:pt x="8030537" y="2603343"/>
                  </a:lnTo>
                  <a:lnTo>
                    <a:pt x="8032819" y="2603345"/>
                  </a:lnTo>
                  <a:lnTo>
                    <a:pt x="8554953" y="2603345"/>
                  </a:lnTo>
                  <a:lnTo>
                    <a:pt x="8554953" y="2597698"/>
                  </a:lnTo>
                  <a:lnTo>
                    <a:pt x="8032819" y="2597698"/>
                  </a:lnTo>
                  <a:lnTo>
                    <a:pt x="8031549" y="2597697"/>
                  </a:lnTo>
                  <a:lnTo>
                    <a:pt x="8023248" y="2597690"/>
                  </a:lnTo>
                  <a:lnTo>
                    <a:pt x="8002496" y="2597669"/>
                  </a:lnTo>
                  <a:lnTo>
                    <a:pt x="7965837" y="2597629"/>
                  </a:lnTo>
                  <a:lnTo>
                    <a:pt x="7912093" y="2597563"/>
                  </a:lnTo>
                  <a:lnTo>
                    <a:pt x="7842423" y="2597467"/>
                  </a:lnTo>
                  <a:lnTo>
                    <a:pt x="7759922" y="2597338"/>
                  </a:lnTo>
                  <a:lnTo>
                    <a:pt x="7668850" y="2597175"/>
                  </a:lnTo>
                  <a:lnTo>
                    <a:pt x="7573724" y="2596980"/>
                  </a:lnTo>
                  <a:lnTo>
                    <a:pt x="7478565" y="2596752"/>
                  </a:lnTo>
                  <a:lnTo>
                    <a:pt x="7386457" y="2596493"/>
                  </a:lnTo>
                  <a:lnTo>
                    <a:pt x="7299418" y="2596201"/>
                  </a:lnTo>
                  <a:lnTo>
                    <a:pt x="7218488" y="2595875"/>
                  </a:lnTo>
                  <a:lnTo>
                    <a:pt x="7143937" y="2595511"/>
                  </a:lnTo>
                  <a:lnTo>
                    <a:pt x="7075482" y="2595106"/>
                  </a:lnTo>
                  <a:lnTo>
                    <a:pt x="7012485" y="2594652"/>
                  </a:lnTo>
                  <a:lnTo>
                    <a:pt x="6954104" y="2594144"/>
                  </a:lnTo>
                  <a:lnTo>
                    <a:pt x="6899408" y="2593573"/>
                  </a:lnTo>
                  <a:lnTo>
                    <a:pt x="6847462" y="2592933"/>
                  </a:lnTo>
                  <a:lnTo>
                    <a:pt x="6797411" y="2592219"/>
                  </a:lnTo>
                  <a:lnTo>
                    <a:pt x="6786527" y="2592051"/>
                  </a:lnTo>
                  <a:lnTo>
                    <a:pt x="6732274" y="2591148"/>
                  </a:lnTo>
                  <a:lnTo>
                    <a:pt x="6678544" y="2590149"/>
                  </a:lnTo>
                  <a:lnTo>
                    <a:pt x="6624748" y="2589053"/>
                  </a:lnTo>
                  <a:lnTo>
                    <a:pt x="6570496" y="2587862"/>
                  </a:lnTo>
                  <a:lnTo>
                    <a:pt x="6515566" y="2586584"/>
                  </a:lnTo>
                  <a:lnTo>
                    <a:pt x="6459888" y="2585227"/>
                  </a:lnTo>
                  <a:lnTo>
                    <a:pt x="6403518" y="2583807"/>
                  </a:lnTo>
                  <a:lnTo>
                    <a:pt x="6346618" y="2582343"/>
                  </a:lnTo>
                  <a:lnTo>
                    <a:pt x="6289423" y="2580854"/>
                  </a:lnTo>
                  <a:lnTo>
                    <a:pt x="6232209" y="2579364"/>
                  </a:lnTo>
                  <a:lnTo>
                    <a:pt x="6175256" y="2577895"/>
                  </a:lnTo>
                  <a:lnTo>
                    <a:pt x="6118805" y="2576469"/>
                  </a:lnTo>
                  <a:lnTo>
                    <a:pt x="6063031" y="2575103"/>
                  </a:lnTo>
                  <a:lnTo>
                    <a:pt x="6008005" y="2573813"/>
                  </a:lnTo>
                  <a:lnTo>
                    <a:pt x="5953674" y="2572611"/>
                  </a:lnTo>
                  <a:lnTo>
                    <a:pt x="5899836" y="2571502"/>
                  </a:lnTo>
                  <a:lnTo>
                    <a:pt x="5846126" y="2570491"/>
                  </a:lnTo>
                  <a:lnTo>
                    <a:pt x="5791983" y="2569575"/>
                  </a:lnTo>
                  <a:lnTo>
                    <a:pt x="5784835" y="2569462"/>
                  </a:lnTo>
                  <a:lnTo>
                    <a:pt x="5735101" y="2568732"/>
                  </a:lnTo>
                  <a:lnTo>
                    <a:pt x="5683644" y="2568076"/>
                  </a:lnTo>
                  <a:lnTo>
                    <a:pt x="5629635" y="2567490"/>
                  </a:lnTo>
                  <a:lnTo>
                    <a:pt x="5572150" y="2566968"/>
                  </a:lnTo>
                  <a:lnTo>
                    <a:pt x="5510251" y="2566503"/>
                  </a:lnTo>
                  <a:lnTo>
                    <a:pt x="5443067" y="2566088"/>
                  </a:lnTo>
                  <a:lnTo>
                    <a:pt x="5369903" y="2565715"/>
                  </a:lnTo>
                  <a:lnTo>
                    <a:pt x="5290383" y="2565381"/>
                  </a:lnTo>
                  <a:lnTo>
                    <a:pt x="5204636" y="2565082"/>
                  </a:lnTo>
                  <a:lnTo>
                    <a:pt x="5113512" y="2564816"/>
                  </a:lnTo>
                  <a:lnTo>
                    <a:pt x="5018799" y="2564581"/>
                  </a:lnTo>
                  <a:lnTo>
                    <a:pt x="4923347" y="2564378"/>
                  </a:lnTo>
                  <a:lnTo>
                    <a:pt x="4830998" y="2564209"/>
                  </a:lnTo>
                  <a:lnTo>
                    <a:pt x="4746212" y="2564072"/>
                  </a:lnTo>
                  <a:lnTo>
                    <a:pt x="4673384" y="2563969"/>
                  </a:lnTo>
                  <a:lnTo>
                    <a:pt x="4615942" y="2563897"/>
                  </a:lnTo>
                  <a:lnTo>
                    <a:pt x="4575523" y="2563851"/>
                  </a:lnTo>
                  <a:lnTo>
                    <a:pt x="4551476" y="2563827"/>
                  </a:lnTo>
                  <a:lnTo>
                    <a:pt x="4540825" y="2563817"/>
                  </a:lnTo>
                  <a:lnTo>
                    <a:pt x="4538543" y="2563815"/>
                  </a:lnTo>
                  <a:lnTo>
                    <a:pt x="4016409" y="2563815"/>
                  </a:lnTo>
                  <a:lnTo>
                    <a:pt x="4015239" y="2563743"/>
                  </a:lnTo>
                  <a:lnTo>
                    <a:pt x="4007574" y="2563226"/>
                  </a:lnTo>
                  <a:lnTo>
                    <a:pt x="3988359" y="2561797"/>
                  </a:lnTo>
                  <a:lnTo>
                    <a:pt x="3954277" y="2558989"/>
                  </a:lnTo>
                  <a:lnTo>
                    <a:pt x="3904036" y="2554381"/>
                  </a:lnTo>
                  <a:lnTo>
                    <a:pt x="3838448" y="2547652"/>
                  </a:lnTo>
                  <a:lnTo>
                    <a:pt x="3760139" y="2538603"/>
                  </a:lnTo>
                  <a:lnTo>
                    <a:pt x="3672902" y="2527162"/>
                  </a:lnTo>
                  <a:lnTo>
                    <a:pt x="3580915" y="2513344"/>
                  </a:lnTo>
                  <a:lnTo>
                    <a:pt x="3488034" y="2497204"/>
                  </a:lnTo>
                  <a:lnTo>
                    <a:pt x="3397344" y="2478781"/>
                  </a:lnTo>
                  <a:lnTo>
                    <a:pt x="3310983" y="2458061"/>
                  </a:lnTo>
                  <a:lnTo>
                    <a:pt x="3230172" y="2434949"/>
                  </a:lnTo>
                  <a:lnTo>
                    <a:pt x="3155377" y="2409252"/>
                  </a:lnTo>
                  <a:lnTo>
                    <a:pt x="3086502" y="2380685"/>
                  </a:lnTo>
                  <a:lnTo>
                    <a:pt x="3023070" y="2348867"/>
                  </a:lnTo>
                  <a:lnTo>
                    <a:pt x="2964369" y="2313342"/>
                  </a:lnTo>
                  <a:lnTo>
                    <a:pt x="2909571" y="2273605"/>
                  </a:lnTo>
                  <a:lnTo>
                    <a:pt x="2857805" y="2229144"/>
                  </a:lnTo>
                  <a:lnTo>
                    <a:pt x="2808239" y="2179534"/>
                  </a:lnTo>
                  <a:lnTo>
                    <a:pt x="2770117" y="2136513"/>
                  </a:lnTo>
                  <a:lnTo>
                    <a:pt x="2731450" y="2088644"/>
                  </a:lnTo>
                  <a:lnTo>
                    <a:pt x="2693148" y="2037145"/>
                  </a:lnTo>
                  <a:lnTo>
                    <a:pt x="2654967" y="1981941"/>
                  </a:lnTo>
                  <a:lnTo>
                    <a:pt x="2616717" y="1923023"/>
                  </a:lnTo>
                  <a:lnTo>
                    <a:pt x="2578258" y="1860453"/>
                  </a:lnTo>
                  <a:lnTo>
                    <a:pt x="2539493" y="1794369"/>
                  </a:lnTo>
                  <a:lnTo>
                    <a:pt x="2500366" y="1724991"/>
                  </a:lnTo>
                  <a:lnTo>
                    <a:pt x="2460857" y="1652621"/>
                  </a:lnTo>
                  <a:lnTo>
                    <a:pt x="2420981" y="1577640"/>
                  </a:lnTo>
                  <a:lnTo>
                    <a:pt x="2380780" y="1500505"/>
                  </a:lnTo>
                  <a:lnTo>
                    <a:pt x="2340321" y="1421735"/>
                  </a:lnTo>
                  <a:lnTo>
                    <a:pt x="2299689" y="1341900"/>
                  </a:lnTo>
                  <a:lnTo>
                    <a:pt x="2258981" y="1261603"/>
                  </a:lnTo>
                  <a:lnTo>
                    <a:pt x="2218298" y="1181463"/>
                  </a:lnTo>
                  <a:lnTo>
                    <a:pt x="2177742" y="1102092"/>
                  </a:lnTo>
                  <a:lnTo>
                    <a:pt x="2137404" y="1024080"/>
                  </a:lnTo>
                  <a:lnTo>
                    <a:pt x="2097360" y="947973"/>
                  </a:lnTo>
                  <a:lnTo>
                    <a:pt x="2057666" y="874259"/>
                  </a:lnTo>
                  <a:lnTo>
                    <a:pt x="2018351" y="803359"/>
                  </a:lnTo>
                  <a:lnTo>
                    <a:pt x="1979411" y="735613"/>
                  </a:lnTo>
                  <a:lnTo>
                    <a:pt x="1940810" y="671283"/>
                  </a:lnTo>
                  <a:lnTo>
                    <a:pt x="1902471" y="610547"/>
                  </a:lnTo>
                  <a:lnTo>
                    <a:pt x="1864277" y="553503"/>
                  </a:lnTo>
                  <a:lnTo>
                    <a:pt x="1826062" y="500178"/>
                  </a:lnTo>
                  <a:lnTo>
                    <a:pt x="1787610" y="450526"/>
                  </a:lnTo>
                  <a:lnTo>
                    <a:pt x="1768425" y="427302"/>
                  </a:lnTo>
                  <a:lnTo>
                    <a:pt x="1720073" y="373457"/>
                  </a:lnTo>
                  <a:lnTo>
                    <a:pt x="1670112" y="324951"/>
                  </a:lnTo>
                  <a:lnTo>
                    <a:pt x="1617783" y="281519"/>
                  </a:lnTo>
                  <a:lnTo>
                    <a:pt x="1562239" y="242706"/>
                  </a:lnTo>
                  <a:lnTo>
                    <a:pt x="1502615" y="207998"/>
                  </a:lnTo>
                  <a:lnTo>
                    <a:pt x="1438096" y="176896"/>
                  </a:lnTo>
                  <a:lnTo>
                    <a:pt x="1368012" y="148958"/>
                  </a:lnTo>
                  <a:lnTo>
                    <a:pt x="1291950" y="123823"/>
                  </a:lnTo>
                  <a:lnTo>
                    <a:pt x="1209916" y="101224"/>
                  </a:lnTo>
                  <a:lnTo>
                    <a:pt x="1122519" y="80990"/>
                  </a:lnTo>
                  <a:lnTo>
                    <a:pt x="1031162" y="63043"/>
                  </a:lnTo>
                  <a:lnTo>
                    <a:pt x="938183" y="47384"/>
                  </a:lnTo>
                  <a:lnTo>
                    <a:pt x="846851" y="34060"/>
                  </a:lnTo>
                  <a:lnTo>
                    <a:pt x="761138" y="23121"/>
                  </a:lnTo>
                  <a:lnTo>
                    <a:pt x="685204" y="14567"/>
                  </a:lnTo>
                  <a:lnTo>
                    <a:pt x="622664" y="8302"/>
                  </a:lnTo>
                  <a:lnTo>
                    <a:pt x="575806" y="4102"/>
                  </a:lnTo>
                  <a:lnTo>
                    <a:pt x="545013" y="1620"/>
                  </a:lnTo>
                  <a:lnTo>
                    <a:pt x="528553" y="421"/>
                  </a:lnTo>
                  <a:lnTo>
                    <a:pt x="522718" y="35"/>
                  </a:lnTo>
                  <a:lnTo>
                    <a:pt x="5221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252" name="pl252"/>
            <p:cNvSpPr/>
            <p:nvPr/>
          </p:nvSpPr>
          <p:spPr>
            <a:xfrm>
              <a:off x="386606" y="3145113"/>
              <a:ext cx="8554953" cy="2597698"/>
            </a:xfrm>
            <a:custGeom>
              <a:avLst/>
              <a:pathLst>
                <a:path w="8554953" h="2597698">
                  <a:moveTo>
                    <a:pt x="0" y="0"/>
                  </a:moveTo>
                  <a:lnTo>
                    <a:pt x="522133" y="0"/>
                  </a:lnTo>
                  <a:lnTo>
                    <a:pt x="523303" y="72"/>
                  </a:lnTo>
                  <a:lnTo>
                    <a:pt x="530968" y="589"/>
                  </a:lnTo>
                  <a:lnTo>
                    <a:pt x="550183" y="2018"/>
                  </a:lnTo>
                  <a:lnTo>
                    <a:pt x="584265" y="4826"/>
                  </a:lnTo>
                  <a:lnTo>
                    <a:pt x="634506" y="9433"/>
                  </a:lnTo>
                  <a:lnTo>
                    <a:pt x="700094" y="16163"/>
                  </a:lnTo>
                  <a:lnTo>
                    <a:pt x="778403" y="25211"/>
                  </a:lnTo>
                  <a:lnTo>
                    <a:pt x="865640" y="36653"/>
                  </a:lnTo>
                  <a:lnTo>
                    <a:pt x="957627" y="50470"/>
                  </a:lnTo>
                  <a:lnTo>
                    <a:pt x="1050508" y="66611"/>
                  </a:lnTo>
                  <a:lnTo>
                    <a:pt x="1141198" y="85034"/>
                  </a:lnTo>
                  <a:lnTo>
                    <a:pt x="1227559" y="105753"/>
                  </a:lnTo>
                  <a:lnTo>
                    <a:pt x="1308371" y="128866"/>
                  </a:lnTo>
                  <a:lnTo>
                    <a:pt x="1383165" y="154562"/>
                  </a:lnTo>
                  <a:lnTo>
                    <a:pt x="1452040" y="183130"/>
                  </a:lnTo>
                  <a:lnTo>
                    <a:pt x="1515473" y="214948"/>
                  </a:lnTo>
                  <a:lnTo>
                    <a:pt x="1574173" y="250472"/>
                  </a:lnTo>
                  <a:lnTo>
                    <a:pt x="1628972" y="290210"/>
                  </a:lnTo>
                  <a:lnTo>
                    <a:pt x="1680737" y="334670"/>
                  </a:lnTo>
                  <a:lnTo>
                    <a:pt x="1730303" y="384281"/>
                  </a:lnTo>
                  <a:lnTo>
                    <a:pt x="1768425" y="427302"/>
                  </a:lnTo>
                  <a:lnTo>
                    <a:pt x="1807092" y="475171"/>
                  </a:lnTo>
                  <a:lnTo>
                    <a:pt x="1845394" y="526670"/>
                  </a:lnTo>
                  <a:lnTo>
                    <a:pt x="1883575" y="581874"/>
                  </a:lnTo>
                  <a:lnTo>
                    <a:pt x="1921825" y="640792"/>
                  </a:lnTo>
                  <a:lnTo>
                    <a:pt x="1960284" y="703362"/>
                  </a:lnTo>
                  <a:lnTo>
                    <a:pt x="1999049" y="769446"/>
                  </a:lnTo>
                  <a:lnTo>
                    <a:pt x="2038176" y="838824"/>
                  </a:lnTo>
                  <a:lnTo>
                    <a:pt x="2077685" y="911194"/>
                  </a:lnTo>
                  <a:lnTo>
                    <a:pt x="2117561" y="986175"/>
                  </a:lnTo>
                  <a:lnTo>
                    <a:pt x="2157762" y="1063310"/>
                  </a:lnTo>
                  <a:lnTo>
                    <a:pt x="2198221" y="1142080"/>
                  </a:lnTo>
                  <a:lnTo>
                    <a:pt x="2238853" y="1221915"/>
                  </a:lnTo>
                  <a:lnTo>
                    <a:pt x="2279562" y="1302212"/>
                  </a:lnTo>
                  <a:lnTo>
                    <a:pt x="2320244" y="1382352"/>
                  </a:lnTo>
                  <a:lnTo>
                    <a:pt x="2360800" y="1461722"/>
                  </a:lnTo>
                  <a:lnTo>
                    <a:pt x="2401138" y="1539734"/>
                  </a:lnTo>
                  <a:lnTo>
                    <a:pt x="2441182" y="1615842"/>
                  </a:lnTo>
                  <a:lnTo>
                    <a:pt x="2480876" y="1689555"/>
                  </a:lnTo>
                  <a:lnTo>
                    <a:pt x="2520192" y="1760456"/>
                  </a:lnTo>
                  <a:lnTo>
                    <a:pt x="2559131" y="1828202"/>
                  </a:lnTo>
                  <a:lnTo>
                    <a:pt x="2597732" y="1892532"/>
                  </a:lnTo>
                  <a:lnTo>
                    <a:pt x="2636071" y="1953268"/>
                  </a:lnTo>
                  <a:lnTo>
                    <a:pt x="2674265" y="2010311"/>
                  </a:lnTo>
                  <a:lnTo>
                    <a:pt x="2712480" y="2063637"/>
                  </a:lnTo>
                  <a:lnTo>
                    <a:pt x="2750933" y="2113288"/>
                  </a:lnTo>
                  <a:lnTo>
                    <a:pt x="2770117" y="2136513"/>
                  </a:lnTo>
                  <a:lnTo>
                    <a:pt x="2818469" y="2190358"/>
                  </a:lnTo>
                  <a:lnTo>
                    <a:pt x="2868430" y="2238863"/>
                  </a:lnTo>
                  <a:lnTo>
                    <a:pt x="2920759" y="2282296"/>
                  </a:lnTo>
                  <a:lnTo>
                    <a:pt x="2976303" y="2321109"/>
                  </a:lnTo>
                  <a:lnTo>
                    <a:pt x="3035927" y="2355816"/>
                  </a:lnTo>
                  <a:lnTo>
                    <a:pt x="3100446" y="2386919"/>
                  </a:lnTo>
                  <a:lnTo>
                    <a:pt x="3170531" y="2414857"/>
                  </a:lnTo>
                  <a:lnTo>
                    <a:pt x="3246592" y="2439992"/>
                  </a:lnTo>
                  <a:lnTo>
                    <a:pt x="3328626" y="2462591"/>
                  </a:lnTo>
                  <a:lnTo>
                    <a:pt x="3416023" y="2482825"/>
                  </a:lnTo>
                  <a:lnTo>
                    <a:pt x="3507380" y="2500771"/>
                  </a:lnTo>
                  <a:lnTo>
                    <a:pt x="3600360" y="2516430"/>
                  </a:lnTo>
                  <a:lnTo>
                    <a:pt x="3691691" y="2529755"/>
                  </a:lnTo>
                  <a:lnTo>
                    <a:pt x="3777404" y="2540694"/>
                  </a:lnTo>
                  <a:lnTo>
                    <a:pt x="3853338" y="2549247"/>
                  </a:lnTo>
                  <a:lnTo>
                    <a:pt x="3915878" y="2555512"/>
                  </a:lnTo>
                  <a:lnTo>
                    <a:pt x="3962736" y="2559713"/>
                  </a:lnTo>
                  <a:lnTo>
                    <a:pt x="3993529" y="2562195"/>
                  </a:lnTo>
                  <a:lnTo>
                    <a:pt x="4009990" y="2563394"/>
                  </a:lnTo>
                  <a:lnTo>
                    <a:pt x="4015824" y="2563780"/>
                  </a:lnTo>
                  <a:lnTo>
                    <a:pt x="4016409" y="2563815"/>
                  </a:lnTo>
                  <a:lnTo>
                    <a:pt x="4538543" y="2563815"/>
                  </a:lnTo>
                  <a:lnTo>
                    <a:pt x="4539813" y="2563816"/>
                  </a:lnTo>
                  <a:lnTo>
                    <a:pt x="4548114" y="2563824"/>
                  </a:lnTo>
                  <a:lnTo>
                    <a:pt x="4568866" y="2563844"/>
                  </a:lnTo>
                  <a:lnTo>
                    <a:pt x="4605525" y="2563885"/>
                  </a:lnTo>
                  <a:lnTo>
                    <a:pt x="4659269" y="2563951"/>
                  </a:lnTo>
                  <a:lnTo>
                    <a:pt x="4728939" y="2564047"/>
                  </a:lnTo>
                  <a:lnTo>
                    <a:pt x="4811440" y="2564176"/>
                  </a:lnTo>
                  <a:lnTo>
                    <a:pt x="4902512" y="2564338"/>
                  </a:lnTo>
                  <a:lnTo>
                    <a:pt x="4997638" y="2564533"/>
                  </a:lnTo>
                  <a:lnTo>
                    <a:pt x="5092797" y="2564761"/>
                  </a:lnTo>
                  <a:lnTo>
                    <a:pt x="5184905" y="2565021"/>
                  </a:lnTo>
                  <a:lnTo>
                    <a:pt x="5271944" y="2565312"/>
                  </a:lnTo>
                  <a:lnTo>
                    <a:pt x="5352874" y="2565638"/>
                  </a:lnTo>
                  <a:lnTo>
                    <a:pt x="5427425" y="2566002"/>
                  </a:lnTo>
                  <a:lnTo>
                    <a:pt x="5495880" y="2566408"/>
                  </a:lnTo>
                  <a:lnTo>
                    <a:pt x="5558877" y="2566861"/>
                  </a:lnTo>
                  <a:lnTo>
                    <a:pt x="5617258" y="2567370"/>
                  </a:lnTo>
                  <a:lnTo>
                    <a:pt x="5671954" y="2567940"/>
                  </a:lnTo>
                  <a:lnTo>
                    <a:pt x="5723900" y="2568580"/>
                  </a:lnTo>
                  <a:lnTo>
                    <a:pt x="5773951" y="2569294"/>
                  </a:lnTo>
                  <a:lnTo>
                    <a:pt x="5784835" y="2569462"/>
                  </a:lnTo>
                  <a:lnTo>
                    <a:pt x="5839088" y="2570366"/>
                  </a:lnTo>
                  <a:lnTo>
                    <a:pt x="5892818" y="2571364"/>
                  </a:lnTo>
                  <a:lnTo>
                    <a:pt x="5946614" y="2572460"/>
                  </a:lnTo>
                  <a:lnTo>
                    <a:pt x="6000866" y="2573651"/>
                  </a:lnTo>
                  <a:lnTo>
                    <a:pt x="6055796" y="2574930"/>
                  </a:lnTo>
                  <a:lnTo>
                    <a:pt x="6111474" y="2576286"/>
                  </a:lnTo>
                  <a:lnTo>
                    <a:pt x="6167844" y="2577706"/>
                  </a:lnTo>
                  <a:lnTo>
                    <a:pt x="6224744" y="2579171"/>
                  </a:lnTo>
                  <a:lnTo>
                    <a:pt x="6281939" y="2580659"/>
                  </a:lnTo>
                  <a:lnTo>
                    <a:pt x="6339153" y="2582149"/>
                  </a:lnTo>
                  <a:lnTo>
                    <a:pt x="6396106" y="2583618"/>
                  </a:lnTo>
                  <a:lnTo>
                    <a:pt x="6452557" y="2585045"/>
                  </a:lnTo>
                  <a:lnTo>
                    <a:pt x="6508331" y="2586410"/>
                  </a:lnTo>
                  <a:lnTo>
                    <a:pt x="6563357" y="2587700"/>
                  </a:lnTo>
                  <a:lnTo>
                    <a:pt x="6617688" y="2588903"/>
                  </a:lnTo>
                  <a:lnTo>
                    <a:pt x="6671526" y="2590011"/>
                  </a:lnTo>
                  <a:lnTo>
                    <a:pt x="6725236" y="2591023"/>
                  </a:lnTo>
                  <a:lnTo>
                    <a:pt x="6779379" y="2591938"/>
                  </a:lnTo>
                  <a:lnTo>
                    <a:pt x="6786527" y="2592051"/>
                  </a:lnTo>
                  <a:lnTo>
                    <a:pt x="6836261" y="2592782"/>
                  </a:lnTo>
                  <a:lnTo>
                    <a:pt x="6887718" y="2593438"/>
                  </a:lnTo>
                  <a:lnTo>
                    <a:pt x="6941727" y="2594023"/>
                  </a:lnTo>
                  <a:lnTo>
                    <a:pt x="6999211" y="2594545"/>
                  </a:lnTo>
                  <a:lnTo>
                    <a:pt x="7061111" y="2595010"/>
                  </a:lnTo>
                  <a:lnTo>
                    <a:pt x="7128295" y="2595426"/>
                  </a:lnTo>
                  <a:lnTo>
                    <a:pt x="7201459" y="2595798"/>
                  </a:lnTo>
                  <a:lnTo>
                    <a:pt x="7280978" y="2596132"/>
                  </a:lnTo>
                  <a:lnTo>
                    <a:pt x="7366726" y="2596431"/>
                  </a:lnTo>
                  <a:lnTo>
                    <a:pt x="7457850" y="2596698"/>
                  </a:lnTo>
                  <a:lnTo>
                    <a:pt x="7552563" y="2596932"/>
                  </a:lnTo>
                  <a:lnTo>
                    <a:pt x="7648015" y="2597135"/>
                  </a:lnTo>
                  <a:lnTo>
                    <a:pt x="7740364" y="2597305"/>
                  </a:lnTo>
                  <a:lnTo>
                    <a:pt x="7825149" y="2597441"/>
                  </a:lnTo>
                  <a:lnTo>
                    <a:pt x="7897978" y="2597544"/>
                  </a:lnTo>
                  <a:lnTo>
                    <a:pt x="7955420" y="2597617"/>
                  </a:lnTo>
                  <a:lnTo>
                    <a:pt x="7995839" y="2597662"/>
                  </a:lnTo>
                  <a:lnTo>
                    <a:pt x="8019886" y="2597687"/>
                  </a:lnTo>
                  <a:lnTo>
                    <a:pt x="8030537" y="2597696"/>
                  </a:lnTo>
                  <a:lnTo>
                    <a:pt x="8032805" y="2597698"/>
                  </a:lnTo>
                  <a:lnTo>
                    <a:pt x="8032819" y="2597698"/>
                  </a:lnTo>
                  <a:lnTo>
                    <a:pt x="8554953" y="2597698"/>
                  </a:lnTo>
                  <a:lnTo>
                    <a:pt x="8554953" y="2597698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53" name="pl253"/>
            <p:cNvSpPr/>
            <p:nvPr/>
          </p:nvSpPr>
          <p:spPr>
            <a:xfrm>
              <a:off x="386606" y="3139466"/>
              <a:ext cx="8554953" cy="2597698"/>
            </a:xfrm>
            <a:custGeom>
              <a:avLst/>
              <a:pathLst>
                <a:path w="8554953" h="2597698">
                  <a:moveTo>
                    <a:pt x="8554953" y="2597698"/>
                  </a:moveTo>
                  <a:lnTo>
                    <a:pt x="8032819" y="2597698"/>
                  </a:lnTo>
                  <a:lnTo>
                    <a:pt x="8031549" y="2597697"/>
                  </a:lnTo>
                  <a:lnTo>
                    <a:pt x="8023248" y="2597690"/>
                  </a:lnTo>
                  <a:lnTo>
                    <a:pt x="8002496" y="2597669"/>
                  </a:lnTo>
                  <a:lnTo>
                    <a:pt x="7965837" y="2597629"/>
                  </a:lnTo>
                  <a:lnTo>
                    <a:pt x="7912093" y="2597563"/>
                  </a:lnTo>
                  <a:lnTo>
                    <a:pt x="7842423" y="2597467"/>
                  </a:lnTo>
                  <a:lnTo>
                    <a:pt x="7759922" y="2597338"/>
                  </a:lnTo>
                  <a:lnTo>
                    <a:pt x="7668850" y="2597175"/>
                  </a:lnTo>
                  <a:lnTo>
                    <a:pt x="7573724" y="2596980"/>
                  </a:lnTo>
                  <a:lnTo>
                    <a:pt x="7478565" y="2596752"/>
                  </a:lnTo>
                  <a:lnTo>
                    <a:pt x="7386457" y="2596493"/>
                  </a:lnTo>
                  <a:lnTo>
                    <a:pt x="7299418" y="2596201"/>
                  </a:lnTo>
                  <a:lnTo>
                    <a:pt x="7218488" y="2595875"/>
                  </a:lnTo>
                  <a:lnTo>
                    <a:pt x="7143937" y="2595511"/>
                  </a:lnTo>
                  <a:lnTo>
                    <a:pt x="7075482" y="2595106"/>
                  </a:lnTo>
                  <a:lnTo>
                    <a:pt x="7012485" y="2594652"/>
                  </a:lnTo>
                  <a:lnTo>
                    <a:pt x="6954104" y="2594144"/>
                  </a:lnTo>
                  <a:lnTo>
                    <a:pt x="6899408" y="2593573"/>
                  </a:lnTo>
                  <a:lnTo>
                    <a:pt x="6847462" y="2592933"/>
                  </a:lnTo>
                  <a:lnTo>
                    <a:pt x="6797411" y="2592219"/>
                  </a:lnTo>
                  <a:lnTo>
                    <a:pt x="6786527" y="2592051"/>
                  </a:lnTo>
                  <a:lnTo>
                    <a:pt x="6732274" y="2591148"/>
                  </a:lnTo>
                  <a:lnTo>
                    <a:pt x="6678544" y="2590149"/>
                  </a:lnTo>
                  <a:lnTo>
                    <a:pt x="6624748" y="2589053"/>
                  </a:lnTo>
                  <a:lnTo>
                    <a:pt x="6570496" y="2587862"/>
                  </a:lnTo>
                  <a:lnTo>
                    <a:pt x="6515566" y="2586584"/>
                  </a:lnTo>
                  <a:lnTo>
                    <a:pt x="6459888" y="2585227"/>
                  </a:lnTo>
                  <a:lnTo>
                    <a:pt x="6403518" y="2583807"/>
                  </a:lnTo>
                  <a:lnTo>
                    <a:pt x="6346618" y="2582343"/>
                  </a:lnTo>
                  <a:lnTo>
                    <a:pt x="6289423" y="2580854"/>
                  </a:lnTo>
                  <a:lnTo>
                    <a:pt x="6232209" y="2579364"/>
                  </a:lnTo>
                  <a:lnTo>
                    <a:pt x="6175256" y="2577895"/>
                  </a:lnTo>
                  <a:lnTo>
                    <a:pt x="6118805" y="2576469"/>
                  </a:lnTo>
                  <a:lnTo>
                    <a:pt x="6063031" y="2575103"/>
                  </a:lnTo>
                  <a:lnTo>
                    <a:pt x="6008005" y="2573813"/>
                  </a:lnTo>
                  <a:lnTo>
                    <a:pt x="5953674" y="2572611"/>
                  </a:lnTo>
                  <a:lnTo>
                    <a:pt x="5899836" y="2571502"/>
                  </a:lnTo>
                  <a:lnTo>
                    <a:pt x="5846126" y="2570491"/>
                  </a:lnTo>
                  <a:lnTo>
                    <a:pt x="5791983" y="2569575"/>
                  </a:lnTo>
                  <a:lnTo>
                    <a:pt x="5784835" y="2569462"/>
                  </a:lnTo>
                  <a:lnTo>
                    <a:pt x="5735101" y="2568732"/>
                  </a:lnTo>
                  <a:lnTo>
                    <a:pt x="5683644" y="2568076"/>
                  </a:lnTo>
                  <a:lnTo>
                    <a:pt x="5629635" y="2567490"/>
                  </a:lnTo>
                  <a:lnTo>
                    <a:pt x="5572150" y="2566968"/>
                  </a:lnTo>
                  <a:lnTo>
                    <a:pt x="5510251" y="2566503"/>
                  </a:lnTo>
                  <a:lnTo>
                    <a:pt x="5443067" y="2566088"/>
                  </a:lnTo>
                  <a:lnTo>
                    <a:pt x="5369903" y="2565715"/>
                  </a:lnTo>
                  <a:lnTo>
                    <a:pt x="5290383" y="2565381"/>
                  </a:lnTo>
                  <a:lnTo>
                    <a:pt x="5204636" y="2565082"/>
                  </a:lnTo>
                  <a:lnTo>
                    <a:pt x="5113512" y="2564816"/>
                  </a:lnTo>
                  <a:lnTo>
                    <a:pt x="5018799" y="2564581"/>
                  </a:lnTo>
                  <a:lnTo>
                    <a:pt x="4923347" y="2564378"/>
                  </a:lnTo>
                  <a:lnTo>
                    <a:pt x="4830998" y="2564209"/>
                  </a:lnTo>
                  <a:lnTo>
                    <a:pt x="4746212" y="2564072"/>
                  </a:lnTo>
                  <a:lnTo>
                    <a:pt x="4673384" y="2563969"/>
                  </a:lnTo>
                  <a:lnTo>
                    <a:pt x="4615942" y="2563897"/>
                  </a:lnTo>
                  <a:lnTo>
                    <a:pt x="4575523" y="2563851"/>
                  </a:lnTo>
                  <a:lnTo>
                    <a:pt x="4551476" y="2563827"/>
                  </a:lnTo>
                  <a:lnTo>
                    <a:pt x="4540825" y="2563817"/>
                  </a:lnTo>
                  <a:lnTo>
                    <a:pt x="4538557" y="2563815"/>
                  </a:lnTo>
                  <a:lnTo>
                    <a:pt x="4538543" y="2563815"/>
                  </a:lnTo>
                  <a:lnTo>
                    <a:pt x="4016409" y="2563815"/>
                  </a:lnTo>
                  <a:lnTo>
                    <a:pt x="4015239" y="2563743"/>
                  </a:lnTo>
                  <a:lnTo>
                    <a:pt x="4007574" y="2563226"/>
                  </a:lnTo>
                  <a:lnTo>
                    <a:pt x="3988359" y="2561797"/>
                  </a:lnTo>
                  <a:lnTo>
                    <a:pt x="3954277" y="2558989"/>
                  </a:lnTo>
                  <a:lnTo>
                    <a:pt x="3904036" y="2554381"/>
                  </a:lnTo>
                  <a:lnTo>
                    <a:pt x="3838448" y="2547652"/>
                  </a:lnTo>
                  <a:lnTo>
                    <a:pt x="3760139" y="2538603"/>
                  </a:lnTo>
                  <a:lnTo>
                    <a:pt x="3672902" y="2527162"/>
                  </a:lnTo>
                  <a:lnTo>
                    <a:pt x="3580915" y="2513344"/>
                  </a:lnTo>
                  <a:lnTo>
                    <a:pt x="3488034" y="2497204"/>
                  </a:lnTo>
                  <a:lnTo>
                    <a:pt x="3397344" y="2478781"/>
                  </a:lnTo>
                  <a:lnTo>
                    <a:pt x="3310983" y="2458061"/>
                  </a:lnTo>
                  <a:lnTo>
                    <a:pt x="3230172" y="2434949"/>
                  </a:lnTo>
                  <a:lnTo>
                    <a:pt x="3155377" y="2409252"/>
                  </a:lnTo>
                  <a:lnTo>
                    <a:pt x="3086502" y="2380685"/>
                  </a:lnTo>
                  <a:lnTo>
                    <a:pt x="3023070" y="2348867"/>
                  </a:lnTo>
                  <a:lnTo>
                    <a:pt x="2964369" y="2313342"/>
                  </a:lnTo>
                  <a:lnTo>
                    <a:pt x="2909571" y="2273605"/>
                  </a:lnTo>
                  <a:lnTo>
                    <a:pt x="2857805" y="2229144"/>
                  </a:lnTo>
                  <a:lnTo>
                    <a:pt x="2808239" y="2179534"/>
                  </a:lnTo>
                  <a:lnTo>
                    <a:pt x="2770117" y="2136513"/>
                  </a:lnTo>
                  <a:lnTo>
                    <a:pt x="2731450" y="2088644"/>
                  </a:lnTo>
                  <a:lnTo>
                    <a:pt x="2693148" y="2037145"/>
                  </a:lnTo>
                  <a:lnTo>
                    <a:pt x="2654967" y="1981941"/>
                  </a:lnTo>
                  <a:lnTo>
                    <a:pt x="2616717" y="1923023"/>
                  </a:lnTo>
                  <a:lnTo>
                    <a:pt x="2578258" y="1860453"/>
                  </a:lnTo>
                  <a:lnTo>
                    <a:pt x="2539493" y="1794369"/>
                  </a:lnTo>
                  <a:lnTo>
                    <a:pt x="2500366" y="1724991"/>
                  </a:lnTo>
                  <a:lnTo>
                    <a:pt x="2460857" y="1652621"/>
                  </a:lnTo>
                  <a:lnTo>
                    <a:pt x="2420981" y="1577640"/>
                  </a:lnTo>
                  <a:lnTo>
                    <a:pt x="2380780" y="1500505"/>
                  </a:lnTo>
                  <a:lnTo>
                    <a:pt x="2340321" y="1421735"/>
                  </a:lnTo>
                  <a:lnTo>
                    <a:pt x="2299689" y="1341900"/>
                  </a:lnTo>
                  <a:lnTo>
                    <a:pt x="2258981" y="1261603"/>
                  </a:lnTo>
                  <a:lnTo>
                    <a:pt x="2218298" y="1181463"/>
                  </a:lnTo>
                  <a:lnTo>
                    <a:pt x="2177742" y="1102092"/>
                  </a:lnTo>
                  <a:lnTo>
                    <a:pt x="2137404" y="1024080"/>
                  </a:lnTo>
                  <a:lnTo>
                    <a:pt x="2097360" y="947973"/>
                  </a:lnTo>
                  <a:lnTo>
                    <a:pt x="2057666" y="874259"/>
                  </a:lnTo>
                  <a:lnTo>
                    <a:pt x="2018351" y="803359"/>
                  </a:lnTo>
                  <a:lnTo>
                    <a:pt x="1979411" y="735613"/>
                  </a:lnTo>
                  <a:lnTo>
                    <a:pt x="1940810" y="671283"/>
                  </a:lnTo>
                  <a:lnTo>
                    <a:pt x="1902471" y="610547"/>
                  </a:lnTo>
                  <a:lnTo>
                    <a:pt x="1864277" y="553503"/>
                  </a:lnTo>
                  <a:lnTo>
                    <a:pt x="1826062" y="500178"/>
                  </a:lnTo>
                  <a:lnTo>
                    <a:pt x="1787610" y="450526"/>
                  </a:lnTo>
                  <a:lnTo>
                    <a:pt x="1768425" y="427302"/>
                  </a:lnTo>
                  <a:lnTo>
                    <a:pt x="1720073" y="373457"/>
                  </a:lnTo>
                  <a:lnTo>
                    <a:pt x="1670112" y="324951"/>
                  </a:lnTo>
                  <a:lnTo>
                    <a:pt x="1617783" y="281519"/>
                  </a:lnTo>
                  <a:lnTo>
                    <a:pt x="1562239" y="242706"/>
                  </a:lnTo>
                  <a:lnTo>
                    <a:pt x="1502615" y="207998"/>
                  </a:lnTo>
                  <a:lnTo>
                    <a:pt x="1438096" y="176896"/>
                  </a:lnTo>
                  <a:lnTo>
                    <a:pt x="1368012" y="148958"/>
                  </a:lnTo>
                  <a:lnTo>
                    <a:pt x="1291950" y="123823"/>
                  </a:lnTo>
                  <a:lnTo>
                    <a:pt x="1209916" y="101224"/>
                  </a:lnTo>
                  <a:lnTo>
                    <a:pt x="1122519" y="80990"/>
                  </a:lnTo>
                  <a:lnTo>
                    <a:pt x="1031162" y="63043"/>
                  </a:lnTo>
                  <a:lnTo>
                    <a:pt x="938183" y="47384"/>
                  </a:lnTo>
                  <a:lnTo>
                    <a:pt x="846851" y="34060"/>
                  </a:lnTo>
                  <a:lnTo>
                    <a:pt x="761138" y="23121"/>
                  </a:lnTo>
                  <a:lnTo>
                    <a:pt x="685204" y="14567"/>
                  </a:lnTo>
                  <a:lnTo>
                    <a:pt x="622664" y="8302"/>
                  </a:lnTo>
                  <a:lnTo>
                    <a:pt x="575806" y="4102"/>
                  </a:lnTo>
                  <a:lnTo>
                    <a:pt x="545013" y="1620"/>
                  </a:lnTo>
                  <a:lnTo>
                    <a:pt x="528553" y="421"/>
                  </a:lnTo>
                  <a:lnTo>
                    <a:pt x="522718" y="35"/>
                  </a:lnTo>
                  <a:lnTo>
                    <a:pt x="522133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54" name="pg254"/>
            <p:cNvSpPr/>
            <p:nvPr/>
          </p:nvSpPr>
          <p:spPr>
            <a:xfrm>
              <a:off x="386606" y="3145113"/>
              <a:ext cx="8554953" cy="3015589"/>
            </a:xfrm>
            <a:custGeom>
              <a:avLst/>
              <a:pathLst>
                <a:path w="8554953" h="3015589">
                  <a:moveTo>
                    <a:pt x="0" y="11294"/>
                  </a:moveTo>
                  <a:lnTo>
                    <a:pt x="522133" y="11294"/>
                  </a:lnTo>
                  <a:lnTo>
                    <a:pt x="523303" y="11366"/>
                  </a:lnTo>
                  <a:lnTo>
                    <a:pt x="530965" y="11884"/>
                  </a:lnTo>
                  <a:lnTo>
                    <a:pt x="550174" y="13316"/>
                  </a:lnTo>
                  <a:lnTo>
                    <a:pt x="584245" y="16129"/>
                  </a:lnTo>
                  <a:lnTo>
                    <a:pt x="634472" y="20745"/>
                  </a:lnTo>
                  <a:lnTo>
                    <a:pt x="700043" y="27487"/>
                  </a:lnTo>
                  <a:lnTo>
                    <a:pt x="778336" y="36553"/>
                  </a:lnTo>
                  <a:lnTo>
                    <a:pt x="865556" y="48016"/>
                  </a:lnTo>
                  <a:lnTo>
                    <a:pt x="957530" y="61860"/>
                  </a:lnTo>
                  <a:lnTo>
                    <a:pt x="1050402" y="78032"/>
                  </a:lnTo>
                  <a:lnTo>
                    <a:pt x="1141085" y="96490"/>
                  </a:lnTo>
                  <a:lnTo>
                    <a:pt x="1227443" y="117250"/>
                  </a:lnTo>
                  <a:lnTo>
                    <a:pt x="1308253" y="140407"/>
                  </a:lnTo>
                  <a:lnTo>
                    <a:pt x="1383049" y="166153"/>
                  </a:lnTo>
                  <a:lnTo>
                    <a:pt x="1451925" y="194775"/>
                  </a:lnTo>
                  <a:lnTo>
                    <a:pt x="1515360" y="226653"/>
                  </a:lnTo>
                  <a:lnTo>
                    <a:pt x="1574061" y="262244"/>
                  </a:lnTo>
                  <a:lnTo>
                    <a:pt x="1628861" y="302056"/>
                  </a:lnTo>
                  <a:lnTo>
                    <a:pt x="1680626" y="346598"/>
                  </a:lnTo>
                  <a:lnTo>
                    <a:pt x="1730190" y="396300"/>
                  </a:lnTo>
                  <a:lnTo>
                    <a:pt x="1768425" y="439538"/>
                  </a:lnTo>
                  <a:lnTo>
                    <a:pt x="1807061" y="487471"/>
                  </a:lnTo>
                  <a:lnTo>
                    <a:pt x="1845332" y="539037"/>
                  </a:lnTo>
                  <a:lnTo>
                    <a:pt x="1883481" y="594309"/>
                  </a:lnTo>
                  <a:lnTo>
                    <a:pt x="1921699" y="653298"/>
                  </a:lnTo>
                  <a:lnTo>
                    <a:pt x="1960126" y="715941"/>
                  </a:lnTo>
                  <a:lnTo>
                    <a:pt x="1998858" y="782101"/>
                  </a:lnTo>
                  <a:lnTo>
                    <a:pt x="2037951" y="851558"/>
                  </a:lnTo>
                  <a:lnTo>
                    <a:pt x="2077425" y="924011"/>
                  </a:lnTo>
                  <a:lnTo>
                    <a:pt x="2117266" y="999079"/>
                  </a:lnTo>
                  <a:lnTo>
                    <a:pt x="2157432" y="1076306"/>
                  </a:lnTo>
                  <a:lnTo>
                    <a:pt x="2197856" y="1155173"/>
                  </a:lnTo>
                  <a:lnTo>
                    <a:pt x="2238453" y="1235111"/>
                  </a:lnTo>
                  <a:lnTo>
                    <a:pt x="2279128" y="1315517"/>
                  </a:lnTo>
                  <a:lnTo>
                    <a:pt x="2319778" y="1395773"/>
                  </a:lnTo>
                  <a:lnTo>
                    <a:pt x="2360303" y="1475266"/>
                  </a:lnTo>
                  <a:lnTo>
                    <a:pt x="2400611" y="1553407"/>
                  </a:lnTo>
                  <a:lnTo>
                    <a:pt x="2440627" y="1629649"/>
                  </a:lnTo>
                  <a:lnTo>
                    <a:pt x="2480294" y="1703502"/>
                  </a:lnTo>
                  <a:lnTo>
                    <a:pt x="2519583" y="1774546"/>
                  </a:lnTo>
                  <a:lnTo>
                    <a:pt x="2558496" y="1842438"/>
                  </a:lnTo>
                  <a:lnTo>
                    <a:pt x="2597071" y="1906916"/>
                  </a:lnTo>
                  <a:lnTo>
                    <a:pt x="2635382" y="1967800"/>
                  </a:lnTo>
                  <a:lnTo>
                    <a:pt x="2673546" y="2024991"/>
                  </a:lnTo>
                  <a:lnTo>
                    <a:pt x="2711728" y="2078462"/>
                  </a:lnTo>
                  <a:lnTo>
                    <a:pt x="2750141" y="2128255"/>
                  </a:lnTo>
                  <a:lnTo>
                    <a:pt x="2770117" y="2152513"/>
                  </a:lnTo>
                  <a:lnTo>
                    <a:pt x="2818463" y="2206471"/>
                  </a:lnTo>
                  <a:lnTo>
                    <a:pt x="2868419" y="2255078"/>
                  </a:lnTo>
                  <a:lnTo>
                    <a:pt x="2920741" y="2298603"/>
                  </a:lnTo>
                  <a:lnTo>
                    <a:pt x="2976276" y="2337498"/>
                  </a:lnTo>
                  <a:lnTo>
                    <a:pt x="3035892" y="2372281"/>
                  </a:lnTo>
                  <a:lnTo>
                    <a:pt x="3100399" y="2403450"/>
                  </a:lnTo>
                  <a:lnTo>
                    <a:pt x="3170471" y="2431449"/>
                  </a:lnTo>
                  <a:lnTo>
                    <a:pt x="3246519" y="2456638"/>
                  </a:lnTo>
                  <a:lnTo>
                    <a:pt x="3328537" y="2479287"/>
                  </a:lnTo>
                  <a:lnTo>
                    <a:pt x="3415919" y="2499566"/>
                  </a:lnTo>
                  <a:lnTo>
                    <a:pt x="3507262" y="2517552"/>
                  </a:lnTo>
                  <a:lnTo>
                    <a:pt x="3600231" y="2533247"/>
                  </a:lnTo>
                  <a:lnTo>
                    <a:pt x="3691557" y="2546603"/>
                  </a:lnTo>
                  <a:lnTo>
                    <a:pt x="3777272" y="2557569"/>
                  </a:lnTo>
                  <a:lnTo>
                    <a:pt x="3853216" y="2566144"/>
                  </a:lnTo>
                  <a:lnTo>
                    <a:pt x="3915776" y="2572426"/>
                  </a:lnTo>
                  <a:lnTo>
                    <a:pt x="3962660" y="2576639"/>
                  </a:lnTo>
                  <a:lnTo>
                    <a:pt x="3993480" y="2579129"/>
                  </a:lnTo>
                  <a:lnTo>
                    <a:pt x="4009967" y="2580333"/>
                  </a:lnTo>
                  <a:lnTo>
                    <a:pt x="4015819" y="2580721"/>
                  </a:lnTo>
                  <a:lnTo>
                    <a:pt x="4016409" y="2580757"/>
                  </a:lnTo>
                  <a:lnTo>
                    <a:pt x="4538543" y="2580757"/>
                  </a:lnTo>
                  <a:lnTo>
                    <a:pt x="4539810" y="2580770"/>
                  </a:lnTo>
                  <a:lnTo>
                    <a:pt x="4548091" y="2580865"/>
                  </a:lnTo>
                  <a:lnTo>
                    <a:pt x="4568795" y="2581128"/>
                  </a:lnTo>
                  <a:lnTo>
                    <a:pt x="4605374" y="2581645"/>
                  </a:lnTo>
                  <a:lnTo>
                    <a:pt x="4659009" y="2582490"/>
                  </a:lnTo>
                  <a:lnTo>
                    <a:pt x="4728554" y="2583722"/>
                  </a:lnTo>
                  <a:lnTo>
                    <a:pt x="4810926" y="2585372"/>
                  </a:lnTo>
                  <a:lnTo>
                    <a:pt x="4901883" y="2587451"/>
                  </a:lnTo>
                  <a:lnTo>
                    <a:pt x="4996916" y="2589953"/>
                  </a:lnTo>
                  <a:lnTo>
                    <a:pt x="5092008" y="2592869"/>
                  </a:lnTo>
                  <a:lnTo>
                    <a:pt x="5184076" y="2596193"/>
                  </a:lnTo>
                  <a:lnTo>
                    <a:pt x="5271098" y="2599932"/>
                  </a:lnTo>
                  <a:lnTo>
                    <a:pt x="5352026" y="2604108"/>
                  </a:lnTo>
                  <a:lnTo>
                    <a:pt x="5426586" y="2608763"/>
                  </a:lnTo>
                  <a:lnTo>
                    <a:pt x="5495054" y="2613956"/>
                  </a:lnTo>
                  <a:lnTo>
                    <a:pt x="5558065" y="2619763"/>
                  </a:lnTo>
                  <a:lnTo>
                    <a:pt x="5616454" y="2626272"/>
                  </a:lnTo>
                  <a:lnTo>
                    <a:pt x="5671152" y="2633579"/>
                  </a:lnTo>
                  <a:lnTo>
                    <a:pt x="5723089" y="2641771"/>
                  </a:lnTo>
                  <a:lnTo>
                    <a:pt x="5773123" y="2650911"/>
                  </a:lnTo>
                  <a:lnTo>
                    <a:pt x="5784835" y="2653229"/>
                  </a:lnTo>
                  <a:lnTo>
                    <a:pt x="5838022" y="2664579"/>
                  </a:lnTo>
                  <a:lnTo>
                    <a:pt x="5890694" y="2677108"/>
                  </a:lnTo>
                  <a:lnTo>
                    <a:pt x="5943412" y="2690834"/>
                  </a:lnTo>
                  <a:lnTo>
                    <a:pt x="5996551" y="2705730"/>
                  </a:lnTo>
                  <a:lnTo>
                    <a:pt x="6050329" y="2721724"/>
                  </a:lnTo>
                  <a:lnTo>
                    <a:pt x="6104827" y="2738692"/>
                  </a:lnTo>
                  <a:lnTo>
                    <a:pt x="6160002" y="2756461"/>
                  </a:lnTo>
                  <a:lnTo>
                    <a:pt x="6215713" y="2774817"/>
                  </a:lnTo>
                  <a:lnTo>
                    <a:pt x="6271747" y="2793510"/>
                  </a:lnTo>
                  <a:lnTo>
                    <a:pt x="6327847" y="2812271"/>
                  </a:lnTo>
                  <a:lnTo>
                    <a:pt x="6383749" y="2830827"/>
                  </a:lnTo>
                  <a:lnTo>
                    <a:pt x="6439213" y="2848917"/>
                  </a:lnTo>
                  <a:lnTo>
                    <a:pt x="6494058" y="2866307"/>
                  </a:lnTo>
                  <a:lnTo>
                    <a:pt x="6548192" y="2882803"/>
                  </a:lnTo>
                  <a:lnTo>
                    <a:pt x="6601630" y="2898257"/>
                  </a:lnTo>
                  <a:lnTo>
                    <a:pt x="6654520" y="2912570"/>
                  </a:lnTo>
                  <a:lnTo>
                    <a:pt x="6707158" y="2925694"/>
                  </a:lnTo>
                  <a:lnTo>
                    <a:pt x="6760007" y="2937625"/>
                  </a:lnTo>
                  <a:lnTo>
                    <a:pt x="6786527" y="2943117"/>
                  </a:lnTo>
                  <a:lnTo>
                    <a:pt x="6836218" y="2952486"/>
                  </a:lnTo>
                  <a:lnTo>
                    <a:pt x="6887630" y="2960900"/>
                  </a:lnTo>
                  <a:lnTo>
                    <a:pt x="6941587" y="2968410"/>
                  </a:lnTo>
                  <a:lnTo>
                    <a:pt x="6999012" y="2975100"/>
                  </a:lnTo>
                  <a:lnTo>
                    <a:pt x="7060841" y="2981066"/>
                  </a:lnTo>
                  <a:lnTo>
                    <a:pt x="7127943" y="2986398"/>
                  </a:lnTo>
                  <a:lnTo>
                    <a:pt x="7201011" y="2991175"/>
                  </a:lnTo>
                  <a:lnTo>
                    <a:pt x="7280424" y="2995461"/>
                  </a:lnTo>
                  <a:lnTo>
                    <a:pt x="7366057" y="2999301"/>
                  </a:lnTo>
                  <a:lnTo>
                    <a:pt x="7457068" y="3002722"/>
                  </a:lnTo>
                  <a:lnTo>
                    <a:pt x="7551681" y="3005735"/>
                  </a:lnTo>
                  <a:lnTo>
                    <a:pt x="7647062" y="3008337"/>
                  </a:lnTo>
                  <a:lnTo>
                    <a:pt x="7739390" y="3010517"/>
                  </a:lnTo>
                  <a:lnTo>
                    <a:pt x="7824216" y="3012269"/>
                  </a:lnTo>
                  <a:lnTo>
                    <a:pt x="7897152" y="3013599"/>
                  </a:lnTo>
                  <a:lnTo>
                    <a:pt x="7954761" y="3014532"/>
                  </a:lnTo>
                  <a:lnTo>
                    <a:pt x="7995382" y="3015121"/>
                  </a:lnTo>
                  <a:lnTo>
                    <a:pt x="8019633" y="3015436"/>
                  </a:lnTo>
                  <a:lnTo>
                    <a:pt x="8030449" y="3015563"/>
                  </a:lnTo>
                  <a:lnTo>
                    <a:pt x="8032819" y="3015589"/>
                  </a:lnTo>
                  <a:lnTo>
                    <a:pt x="8554953" y="3015589"/>
                  </a:lnTo>
                  <a:lnTo>
                    <a:pt x="8554953" y="3004295"/>
                  </a:lnTo>
                  <a:lnTo>
                    <a:pt x="8032819" y="3004295"/>
                  </a:lnTo>
                  <a:lnTo>
                    <a:pt x="8031552" y="3004281"/>
                  </a:lnTo>
                  <a:lnTo>
                    <a:pt x="8023271" y="3004186"/>
                  </a:lnTo>
                  <a:lnTo>
                    <a:pt x="8002567" y="3003923"/>
                  </a:lnTo>
                  <a:lnTo>
                    <a:pt x="7965988" y="3003407"/>
                  </a:lnTo>
                  <a:lnTo>
                    <a:pt x="7912353" y="3002561"/>
                  </a:lnTo>
                  <a:lnTo>
                    <a:pt x="7842808" y="3001329"/>
                  </a:lnTo>
                  <a:lnTo>
                    <a:pt x="7760436" y="2999679"/>
                  </a:lnTo>
                  <a:lnTo>
                    <a:pt x="7669479" y="2997600"/>
                  </a:lnTo>
                  <a:lnTo>
                    <a:pt x="7574446" y="2995098"/>
                  </a:lnTo>
                  <a:lnTo>
                    <a:pt x="7479353" y="2992182"/>
                  </a:lnTo>
                  <a:lnTo>
                    <a:pt x="7387286" y="2988858"/>
                  </a:lnTo>
                  <a:lnTo>
                    <a:pt x="7300264" y="2985120"/>
                  </a:lnTo>
                  <a:lnTo>
                    <a:pt x="7219336" y="2980944"/>
                  </a:lnTo>
                  <a:lnTo>
                    <a:pt x="7144776" y="2976288"/>
                  </a:lnTo>
                  <a:lnTo>
                    <a:pt x="7076308" y="2971095"/>
                  </a:lnTo>
                  <a:lnTo>
                    <a:pt x="7013297" y="2965288"/>
                  </a:lnTo>
                  <a:lnTo>
                    <a:pt x="6954908" y="2958779"/>
                  </a:lnTo>
                  <a:lnTo>
                    <a:pt x="6900210" y="2951472"/>
                  </a:lnTo>
                  <a:lnTo>
                    <a:pt x="6848273" y="2943280"/>
                  </a:lnTo>
                  <a:lnTo>
                    <a:pt x="6798239" y="2934140"/>
                  </a:lnTo>
                  <a:lnTo>
                    <a:pt x="6786527" y="2931822"/>
                  </a:lnTo>
                  <a:lnTo>
                    <a:pt x="6733340" y="2920473"/>
                  </a:lnTo>
                  <a:lnTo>
                    <a:pt x="6680668" y="2907943"/>
                  </a:lnTo>
                  <a:lnTo>
                    <a:pt x="6627950" y="2894217"/>
                  </a:lnTo>
                  <a:lnTo>
                    <a:pt x="6574811" y="2879321"/>
                  </a:lnTo>
                  <a:lnTo>
                    <a:pt x="6521033" y="2863327"/>
                  </a:lnTo>
                  <a:lnTo>
                    <a:pt x="6466535" y="2846360"/>
                  </a:lnTo>
                  <a:lnTo>
                    <a:pt x="6411360" y="2828590"/>
                  </a:lnTo>
                  <a:lnTo>
                    <a:pt x="6355649" y="2810234"/>
                  </a:lnTo>
                  <a:lnTo>
                    <a:pt x="6299615" y="2791541"/>
                  </a:lnTo>
                  <a:lnTo>
                    <a:pt x="6243515" y="2772780"/>
                  </a:lnTo>
                  <a:lnTo>
                    <a:pt x="6187613" y="2754224"/>
                  </a:lnTo>
                  <a:lnTo>
                    <a:pt x="6132149" y="2736134"/>
                  </a:lnTo>
                  <a:lnTo>
                    <a:pt x="6077304" y="2718744"/>
                  </a:lnTo>
                  <a:lnTo>
                    <a:pt x="6023170" y="2702248"/>
                  </a:lnTo>
                  <a:lnTo>
                    <a:pt x="5969731" y="2686795"/>
                  </a:lnTo>
                  <a:lnTo>
                    <a:pt x="5916841" y="2672481"/>
                  </a:lnTo>
                  <a:lnTo>
                    <a:pt x="5864204" y="2659357"/>
                  </a:lnTo>
                  <a:lnTo>
                    <a:pt x="5811355" y="2647426"/>
                  </a:lnTo>
                  <a:lnTo>
                    <a:pt x="5784835" y="2641934"/>
                  </a:lnTo>
                  <a:lnTo>
                    <a:pt x="5735144" y="2632565"/>
                  </a:lnTo>
                  <a:lnTo>
                    <a:pt x="5683732" y="2624151"/>
                  </a:lnTo>
                  <a:lnTo>
                    <a:pt x="5629775" y="2616641"/>
                  </a:lnTo>
                  <a:lnTo>
                    <a:pt x="5572350" y="2609951"/>
                  </a:lnTo>
                  <a:lnTo>
                    <a:pt x="5510521" y="2603985"/>
                  </a:lnTo>
                  <a:lnTo>
                    <a:pt x="5443419" y="2598653"/>
                  </a:lnTo>
                  <a:lnTo>
                    <a:pt x="5370351" y="2593876"/>
                  </a:lnTo>
                  <a:lnTo>
                    <a:pt x="5290938" y="2589590"/>
                  </a:lnTo>
                  <a:lnTo>
                    <a:pt x="5205304" y="2585750"/>
                  </a:lnTo>
                  <a:lnTo>
                    <a:pt x="5114294" y="2582329"/>
                  </a:lnTo>
                  <a:lnTo>
                    <a:pt x="5019681" y="2579316"/>
                  </a:lnTo>
                  <a:lnTo>
                    <a:pt x="4924299" y="2576714"/>
                  </a:lnTo>
                  <a:lnTo>
                    <a:pt x="4831972" y="2574534"/>
                  </a:lnTo>
                  <a:lnTo>
                    <a:pt x="4747146" y="2572782"/>
                  </a:lnTo>
                  <a:lnTo>
                    <a:pt x="4674210" y="2571453"/>
                  </a:lnTo>
                  <a:lnTo>
                    <a:pt x="4616601" y="2570519"/>
                  </a:lnTo>
                  <a:lnTo>
                    <a:pt x="4575979" y="2569931"/>
                  </a:lnTo>
                  <a:lnTo>
                    <a:pt x="4551729" y="2569615"/>
                  </a:lnTo>
                  <a:lnTo>
                    <a:pt x="4540913" y="2569488"/>
                  </a:lnTo>
                  <a:lnTo>
                    <a:pt x="4538543" y="2569462"/>
                  </a:lnTo>
                  <a:lnTo>
                    <a:pt x="4016409" y="2569462"/>
                  </a:lnTo>
                  <a:lnTo>
                    <a:pt x="4015239" y="2569390"/>
                  </a:lnTo>
                  <a:lnTo>
                    <a:pt x="4007577" y="2568872"/>
                  </a:lnTo>
                  <a:lnTo>
                    <a:pt x="3988368" y="2567441"/>
                  </a:lnTo>
                  <a:lnTo>
                    <a:pt x="3954297" y="2564627"/>
                  </a:lnTo>
                  <a:lnTo>
                    <a:pt x="3904070" y="2560011"/>
                  </a:lnTo>
                  <a:lnTo>
                    <a:pt x="3838499" y="2553269"/>
                  </a:lnTo>
                  <a:lnTo>
                    <a:pt x="3760207" y="2544203"/>
                  </a:lnTo>
                  <a:lnTo>
                    <a:pt x="3672986" y="2532740"/>
                  </a:lnTo>
                  <a:lnTo>
                    <a:pt x="3581012" y="2518896"/>
                  </a:lnTo>
                  <a:lnTo>
                    <a:pt x="3488141" y="2502724"/>
                  </a:lnTo>
                  <a:lnTo>
                    <a:pt x="3397458" y="2484266"/>
                  </a:lnTo>
                  <a:lnTo>
                    <a:pt x="3311099" y="2463506"/>
                  </a:lnTo>
                  <a:lnTo>
                    <a:pt x="3230289" y="2440349"/>
                  </a:lnTo>
                  <a:lnTo>
                    <a:pt x="3155493" y="2414603"/>
                  </a:lnTo>
                  <a:lnTo>
                    <a:pt x="3086617" y="2385981"/>
                  </a:lnTo>
                  <a:lnTo>
                    <a:pt x="3023183" y="2354103"/>
                  </a:lnTo>
                  <a:lnTo>
                    <a:pt x="2964481" y="2318512"/>
                  </a:lnTo>
                  <a:lnTo>
                    <a:pt x="2909682" y="2278701"/>
                  </a:lnTo>
                  <a:lnTo>
                    <a:pt x="2857917" y="2234158"/>
                  </a:lnTo>
                  <a:lnTo>
                    <a:pt x="2808352" y="2184456"/>
                  </a:lnTo>
                  <a:lnTo>
                    <a:pt x="2770117" y="2141219"/>
                  </a:lnTo>
                  <a:lnTo>
                    <a:pt x="2731481" y="2093285"/>
                  </a:lnTo>
                  <a:lnTo>
                    <a:pt x="2693211" y="2041719"/>
                  </a:lnTo>
                  <a:lnTo>
                    <a:pt x="2655061" y="1986447"/>
                  </a:lnTo>
                  <a:lnTo>
                    <a:pt x="2616843" y="1927458"/>
                  </a:lnTo>
                  <a:lnTo>
                    <a:pt x="2578416" y="1864815"/>
                  </a:lnTo>
                  <a:lnTo>
                    <a:pt x="2539684" y="1798655"/>
                  </a:lnTo>
                  <a:lnTo>
                    <a:pt x="2500591" y="1729198"/>
                  </a:lnTo>
                  <a:lnTo>
                    <a:pt x="2461117" y="1656745"/>
                  </a:lnTo>
                  <a:lnTo>
                    <a:pt x="2421276" y="1581677"/>
                  </a:lnTo>
                  <a:lnTo>
                    <a:pt x="2381110" y="1504450"/>
                  </a:lnTo>
                  <a:lnTo>
                    <a:pt x="2340686" y="1425583"/>
                  </a:lnTo>
                  <a:lnTo>
                    <a:pt x="2300089" y="1345645"/>
                  </a:lnTo>
                  <a:lnTo>
                    <a:pt x="2259414" y="1265239"/>
                  </a:lnTo>
                  <a:lnTo>
                    <a:pt x="2218764" y="1184983"/>
                  </a:lnTo>
                  <a:lnTo>
                    <a:pt x="2178239" y="1105490"/>
                  </a:lnTo>
                  <a:lnTo>
                    <a:pt x="2137931" y="1027349"/>
                  </a:lnTo>
                  <a:lnTo>
                    <a:pt x="2097915" y="951108"/>
                  </a:lnTo>
                  <a:lnTo>
                    <a:pt x="2058249" y="877254"/>
                  </a:lnTo>
                  <a:lnTo>
                    <a:pt x="2018959" y="806210"/>
                  </a:lnTo>
                  <a:lnTo>
                    <a:pt x="1980046" y="738318"/>
                  </a:lnTo>
                  <a:lnTo>
                    <a:pt x="1941471" y="673840"/>
                  </a:lnTo>
                  <a:lnTo>
                    <a:pt x="1903160" y="612956"/>
                  </a:lnTo>
                  <a:lnTo>
                    <a:pt x="1864996" y="555765"/>
                  </a:lnTo>
                  <a:lnTo>
                    <a:pt x="1826815" y="502294"/>
                  </a:lnTo>
                  <a:lnTo>
                    <a:pt x="1788401" y="452501"/>
                  </a:lnTo>
                  <a:lnTo>
                    <a:pt x="1768425" y="428243"/>
                  </a:lnTo>
                  <a:lnTo>
                    <a:pt x="1720079" y="374285"/>
                  </a:lnTo>
                  <a:lnTo>
                    <a:pt x="1670124" y="325678"/>
                  </a:lnTo>
                  <a:lnTo>
                    <a:pt x="1617802" y="282153"/>
                  </a:lnTo>
                  <a:lnTo>
                    <a:pt x="1562266" y="243258"/>
                  </a:lnTo>
                  <a:lnTo>
                    <a:pt x="1502651" y="208475"/>
                  </a:lnTo>
                  <a:lnTo>
                    <a:pt x="1438143" y="177306"/>
                  </a:lnTo>
                  <a:lnTo>
                    <a:pt x="1368071" y="149307"/>
                  </a:lnTo>
                  <a:lnTo>
                    <a:pt x="1292023" y="124118"/>
                  </a:lnTo>
                  <a:lnTo>
                    <a:pt x="1210005" y="101469"/>
                  </a:lnTo>
                  <a:lnTo>
                    <a:pt x="1122623" y="81190"/>
                  </a:lnTo>
                  <a:lnTo>
                    <a:pt x="1031280" y="63204"/>
                  </a:lnTo>
                  <a:lnTo>
                    <a:pt x="938312" y="47509"/>
                  </a:lnTo>
                  <a:lnTo>
                    <a:pt x="846985" y="34153"/>
                  </a:lnTo>
                  <a:lnTo>
                    <a:pt x="761270" y="23187"/>
                  </a:lnTo>
                  <a:lnTo>
                    <a:pt x="685326" y="14612"/>
                  </a:lnTo>
                  <a:lnTo>
                    <a:pt x="622766" y="8330"/>
                  </a:lnTo>
                  <a:lnTo>
                    <a:pt x="575882" y="4118"/>
                  </a:lnTo>
                  <a:lnTo>
                    <a:pt x="545062" y="1627"/>
                  </a:lnTo>
                  <a:lnTo>
                    <a:pt x="528575" y="423"/>
                  </a:lnTo>
                  <a:lnTo>
                    <a:pt x="522724" y="36"/>
                  </a:lnTo>
                  <a:lnTo>
                    <a:pt x="5221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255" name="pl255"/>
            <p:cNvSpPr/>
            <p:nvPr/>
          </p:nvSpPr>
          <p:spPr>
            <a:xfrm>
              <a:off x="386606" y="3156408"/>
              <a:ext cx="8554953" cy="3004295"/>
            </a:xfrm>
            <a:custGeom>
              <a:avLst/>
              <a:pathLst>
                <a:path w="8554953" h="3004295">
                  <a:moveTo>
                    <a:pt x="0" y="0"/>
                  </a:moveTo>
                  <a:lnTo>
                    <a:pt x="522133" y="0"/>
                  </a:lnTo>
                  <a:lnTo>
                    <a:pt x="523303" y="72"/>
                  </a:lnTo>
                  <a:lnTo>
                    <a:pt x="530965" y="590"/>
                  </a:lnTo>
                  <a:lnTo>
                    <a:pt x="550174" y="2021"/>
                  </a:lnTo>
                  <a:lnTo>
                    <a:pt x="584245" y="4835"/>
                  </a:lnTo>
                  <a:lnTo>
                    <a:pt x="634472" y="9451"/>
                  </a:lnTo>
                  <a:lnTo>
                    <a:pt x="700043" y="16193"/>
                  </a:lnTo>
                  <a:lnTo>
                    <a:pt x="778336" y="25259"/>
                  </a:lnTo>
                  <a:lnTo>
                    <a:pt x="865556" y="36722"/>
                  </a:lnTo>
                  <a:lnTo>
                    <a:pt x="957530" y="50566"/>
                  </a:lnTo>
                  <a:lnTo>
                    <a:pt x="1050402" y="66738"/>
                  </a:lnTo>
                  <a:lnTo>
                    <a:pt x="1141085" y="85196"/>
                  </a:lnTo>
                  <a:lnTo>
                    <a:pt x="1227443" y="105956"/>
                  </a:lnTo>
                  <a:lnTo>
                    <a:pt x="1308253" y="129113"/>
                  </a:lnTo>
                  <a:lnTo>
                    <a:pt x="1383049" y="154859"/>
                  </a:lnTo>
                  <a:lnTo>
                    <a:pt x="1451925" y="183481"/>
                  </a:lnTo>
                  <a:lnTo>
                    <a:pt x="1515360" y="215359"/>
                  </a:lnTo>
                  <a:lnTo>
                    <a:pt x="1574061" y="250950"/>
                  </a:lnTo>
                  <a:lnTo>
                    <a:pt x="1628861" y="290761"/>
                  </a:lnTo>
                  <a:lnTo>
                    <a:pt x="1680626" y="335304"/>
                  </a:lnTo>
                  <a:lnTo>
                    <a:pt x="1730190" y="385006"/>
                  </a:lnTo>
                  <a:lnTo>
                    <a:pt x="1768425" y="428243"/>
                  </a:lnTo>
                  <a:lnTo>
                    <a:pt x="1807061" y="476176"/>
                  </a:lnTo>
                  <a:lnTo>
                    <a:pt x="1845332" y="527743"/>
                  </a:lnTo>
                  <a:lnTo>
                    <a:pt x="1883481" y="583015"/>
                  </a:lnTo>
                  <a:lnTo>
                    <a:pt x="1921699" y="642004"/>
                  </a:lnTo>
                  <a:lnTo>
                    <a:pt x="1960126" y="704647"/>
                  </a:lnTo>
                  <a:lnTo>
                    <a:pt x="1998858" y="770807"/>
                  </a:lnTo>
                  <a:lnTo>
                    <a:pt x="2037951" y="840264"/>
                  </a:lnTo>
                  <a:lnTo>
                    <a:pt x="2077425" y="912717"/>
                  </a:lnTo>
                  <a:lnTo>
                    <a:pt x="2117266" y="987785"/>
                  </a:lnTo>
                  <a:lnTo>
                    <a:pt x="2157432" y="1065012"/>
                  </a:lnTo>
                  <a:lnTo>
                    <a:pt x="2197856" y="1143879"/>
                  </a:lnTo>
                  <a:lnTo>
                    <a:pt x="2238453" y="1223817"/>
                  </a:lnTo>
                  <a:lnTo>
                    <a:pt x="2279128" y="1304223"/>
                  </a:lnTo>
                  <a:lnTo>
                    <a:pt x="2319778" y="1384479"/>
                  </a:lnTo>
                  <a:lnTo>
                    <a:pt x="2360303" y="1463972"/>
                  </a:lnTo>
                  <a:lnTo>
                    <a:pt x="2400611" y="1542113"/>
                  </a:lnTo>
                  <a:lnTo>
                    <a:pt x="2440627" y="1618354"/>
                  </a:lnTo>
                  <a:lnTo>
                    <a:pt x="2480294" y="1692207"/>
                  </a:lnTo>
                  <a:lnTo>
                    <a:pt x="2519583" y="1763251"/>
                  </a:lnTo>
                  <a:lnTo>
                    <a:pt x="2558496" y="1831143"/>
                  </a:lnTo>
                  <a:lnTo>
                    <a:pt x="2597071" y="1895621"/>
                  </a:lnTo>
                  <a:lnTo>
                    <a:pt x="2635382" y="1956506"/>
                  </a:lnTo>
                  <a:lnTo>
                    <a:pt x="2673546" y="2013697"/>
                  </a:lnTo>
                  <a:lnTo>
                    <a:pt x="2711728" y="2067168"/>
                  </a:lnTo>
                  <a:lnTo>
                    <a:pt x="2750141" y="2116961"/>
                  </a:lnTo>
                  <a:lnTo>
                    <a:pt x="2770117" y="2141219"/>
                  </a:lnTo>
                  <a:lnTo>
                    <a:pt x="2818463" y="2195176"/>
                  </a:lnTo>
                  <a:lnTo>
                    <a:pt x="2868419" y="2243784"/>
                  </a:lnTo>
                  <a:lnTo>
                    <a:pt x="2920741" y="2287308"/>
                  </a:lnTo>
                  <a:lnTo>
                    <a:pt x="2976276" y="2326204"/>
                  </a:lnTo>
                  <a:lnTo>
                    <a:pt x="3035892" y="2360986"/>
                  </a:lnTo>
                  <a:lnTo>
                    <a:pt x="3100399" y="2392156"/>
                  </a:lnTo>
                  <a:lnTo>
                    <a:pt x="3170471" y="2420154"/>
                  </a:lnTo>
                  <a:lnTo>
                    <a:pt x="3246519" y="2445344"/>
                  </a:lnTo>
                  <a:lnTo>
                    <a:pt x="3328537" y="2467993"/>
                  </a:lnTo>
                  <a:lnTo>
                    <a:pt x="3415919" y="2488272"/>
                  </a:lnTo>
                  <a:lnTo>
                    <a:pt x="3507262" y="2506258"/>
                  </a:lnTo>
                  <a:lnTo>
                    <a:pt x="3600231" y="2521953"/>
                  </a:lnTo>
                  <a:lnTo>
                    <a:pt x="3691557" y="2535309"/>
                  </a:lnTo>
                  <a:lnTo>
                    <a:pt x="3777272" y="2546275"/>
                  </a:lnTo>
                  <a:lnTo>
                    <a:pt x="3853216" y="2554850"/>
                  </a:lnTo>
                  <a:lnTo>
                    <a:pt x="3915776" y="2561131"/>
                  </a:lnTo>
                  <a:lnTo>
                    <a:pt x="3962660" y="2565344"/>
                  </a:lnTo>
                  <a:lnTo>
                    <a:pt x="3993480" y="2567835"/>
                  </a:lnTo>
                  <a:lnTo>
                    <a:pt x="4009967" y="2569038"/>
                  </a:lnTo>
                  <a:lnTo>
                    <a:pt x="4015819" y="2569426"/>
                  </a:lnTo>
                  <a:lnTo>
                    <a:pt x="4016409" y="2569462"/>
                  </a:lnTo>
                  <a:lnTo>
                    <a:pt x="4538543" y="2569462"/>
                  </a:lnTo>
                  <a:lnTo>
                    <a:pt x="4539810" y="2569476"/>
                  </a:lnTo>
                  <a:lnTo>
                    <a:pt x="4548091" y="2569571"/>
                  </a:lnTo>
                  <a:lnTo>
                    <a:pt x="4568795" y="2569834"/>
                  </a:lnTo>
                  <a:lnTo>
                    <a:pt x="4605374" y="2570350"/>
                  </a:lnTo>
                  <a:lnTo>
                    <a:pt x="4659009" y="2571196"/>
                  </a:lnTo>
                  <a:lnTo>
                    <a:pt x="4728554" y="2572428"/>
                  </a:lnTo>
                  <a:lnTo>
                    <a:pt x="4810926" y="2574078"/>
                  </a:lnTo>
                  <a:lnTo>
                    <a:pt x="4901883" y="2576157"/>
                  </a:lnTo>
                  <a:lnTo>
                    <a:pt x="4996916" y="2578659"/>
                  </a:lnTo>
                  <a:lnTo>
                    <a:pt x="5092008" y="2581575"/>
                  </a:lnTo>
                  <a:lnTo>
                    <a:pt x="5184076" y="2584899"/>
                  </a:lnTo>
                  <a:lnTo>
                    <a:pt x="5271098" y="2588637"/>
                  </a:lnTo>
                  <a:lnTo>
                    <a:pt x="5352026" y="2592813"/>
                  </a:lnTo>
                  <a:lnTo>
                    <a:pt x="5426586" y="2597468"/>
                  </a:lnTo>
                  <a:lnTo>
                    <a:pt x="5495054" y="2602662"/>
                  </a:lnTo>
                  <a:lnTo>
                    <a:pt x="5558065" y="2608469"/>
                  </a:lnTo>
                  <a:lnTo>
                    <a:pt x="5616454" y="2614978"/>
                  </a:lnTo>
                  <a:lnTo>
                    <a:pt x="5671152" y="2622284"/>
                  </a:lnTo>
                  <a:lnTo>
                    <a:pt x="5723089" y="2630477"/>
                  </a:lnTo>
                  <a:lnTo>
                    <a:pt x="5773123" y="2639617"/>
                  </a:lnTo>
                  <a:lnTo>
                    <a:pt x="5784835" y="2641934"/>
                  </a:lnTo>
                  <a:lnTo>
                    <a:pt x="5838022" y="2653284"/>
                  </a:lnTo>
                  <a:lnTo>
                    <a:pt x="5890694" y="2665814"/>
                  </a:lnTo>
                  <a:lnTo>
                    <a:pt x="5943412" y="2679540"/>
                  </a:lnTo>
                  <a:lnTo>
                    <a:pt x="5996551" y="2694436"/>
                  </a:lnTo>
                  <a:lnTo>
                    <a:pt x="6050329" y="2710430"/>
                  </a:lnTo>
                  <a:lnTo>
                    <a:pt x="6104827" y="2727397"/>
                  </a:lnTo>
                  <a:lnTo>
                    <a:pt x="6160002" y="2745167"/>
                  </a:lnTo>
                  <a:lnTo>
                    <a:pt x="6215713" y="2763522"/>
                  </a:lnTo>
                  <a:lnTo>
                    <a:pt x="6271747" y="2782216"/>
                  </a:lnTo>
                  <a:lnTo>
                    <a:pt x="6327847" y="2800977"/>
                  </a:lnTo>
                  <a:lnTo>
                    <a:pt x="6383749" y="2819533"/>
                  </a:lnTo>
                  <a:lnTo>
                    <a:pt x="6439213" y="2837623"/>
                  </a:lnTo>
                  <a:lnTo>
                    <a:pt x="6494058" y="2855013"/>
                  </a:lnTo>
                  <a:lnTo>
                    <a:pt x="6548192" y="2871509"/>
                  </a:lnTo>
                  <a:lnTo>
                    <a:pt x="6601630" y="2886962"/>
                  </a:lnTo>
                  <a:lnTo>
                    <a:pt x="6654520" y="2901275"/>
                  </a:lnTo>
                  <a:lnTo>
                    <a:pt x="6707158" y="2914400"/>
                  </a:lnTo>
                  <a:lnTo>
                    <a:pt x="6760007" y="2926331"/>
                  </a:lnTo>
                  <a:lnTo>
                    <a:pt x="6786527" y="2931822"/>
                  </a:lnTo>
                  <a:lnTo>
                    <a:pt x="6836218" y="2941191"/>
                  </a:lnTo>
                  <a:lnTo>
                    <a:pt x="6887630" y="2949605"/>
                  </a:lnTo>
                  <a:lnTo>
                    <a:pt x="6941587" y="2957115"/>
                  </a:lnTo>
                  <a:lnTo>
                    <a:pt x="6999012" y="2963806"/>
                  </a:lnTo>
                  <a:lnTo>
                    <a:pt x="7060841" y="2969772"/>
                  </a:lnTo>
                  <a:lnTo>
                    <a:pt x="7127943" y="2975104"/>
                  </a:lnTo>
                  <a:lnTo>
                    <a:pt x="7201011" y="2979881"/>
                  </a:lnTo>
                  <a:lnTo>
                    <a:pt x="7280424" y="2984166"/>
                  </a:lnTo>
                  <a:lnTo>
                    <a:pt x="7366057" y="2988006"/>
                  </a:lnTo>
                  <a:lnTo>
                    <a:pt x="7457068" y="2991428"/>
                  </a:lnTo>
                  <a:lnTo>
                    <a:pt x="7551681" y="2994441"/>
                  </a:lnTo>
                  <a:lnTo>
                    <a:pt x="7647062" y="2997043"/>
                  </a:lnTo>
                  <a:lnTo>
                    <a:pt x="7739390" y="2999223"/>
                  </a:lnTo>
                  <a:lnTo>
                    <a:pt x="7824216" y="3000975"/>
                  </a:lnTo>
                  <a:lnTo>
                    <a:pt x="7897152" y="3002304"/>
                  </a:lnTo>
                  <a:lnTo>
                    <a:pt x="7954761" y="3003238"/>
                  </a:lnTo>
                  <a:lnTo>
                    <a:pt x="7995382" y="3003826"/>
                  </a:lnTo>
                  <a:lnTo>
                    <a:pt x="8019633" y="3004142"/>
                  </a:lnTo>
                  <a:lnTo>
                    <a:pt x="8030449" y="3004269"/>
                  </a:lnTo>
                  <a:lnTo>
                    <a:pt x="8032801" y="3004294"/>
                  </a:lnTo>
                  <a:lnTo>
                    <a:pt x="8032819" y="3004295"/>
                  </a:lnTo>
                  <a:lnTo>
                    <a:pt x="8554953" y="3004295"/>
                  </a:lnTo>
                  <a:lnTo>
                    <a:pt x="8554953" y="3004295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56" name="pl256"/>
            <p:cNvSpPr/>
            <p:nvPr/>
          </p:nvSpPr>
          <p:spPr>
            <a:xfrm>
              <a:off x="386606" y="3145113"/>
              <a:ext cx="8554953" cy="3004295"/>
            </a:xfrm>
            <a:custGeom>
              <a:avLst/>
              <a:pathLst>
                <a:path w="8554953" h="3004295">
                  <a:moveTo>
                    <a:pt x="8554953" y="3004295"/>
                  </a:moveTo>
                  <a:lnTo>
                    <a:pt x="8032819" y="3004295"/>
                  </a:lnTo>
                  <a:lnTo>
                    <a:pt x="8031552" y="3004281"/>
                  </a:lnTo>
                  <a:lnTo>
                    <a:pt x="8023271" y="3004186"/>
                  </a:lnTo>
                  <a:lnTo>
                    <a:pt x="8002567" y="3003923"/>
                  </a:lnTo>
                  <a:lnTo>
                    <a:pt x="7965988" y="3003407"/>
                  </a:lnTo>
                  <a:lnTo>
                    <a:pt x="7912353" y="3002561"/>
                  </a:lnTo>
                  <a:lnTo>
                    <a:pt x="7842808" y="3001329"/>
                  </a:lnTo>
                  <a:lnTo>
                    <a:pt x="7760436" y="2999679"/>
                  </a:lnTo>
                  <a:lnTo>
                    <a:pt x="7669479" y="2997600"/>
                  </a:lnTo>
                  <a:lnTo>
                    <a:pt x="7574446" y="2995098"/>
                  </a:lnTo>
                  <a:lnTo>
                    <a:pt x="7479353" y="2992182"/>
                  </a:lnTo>
                  <a:lnTo>
                    <a:pt x="7387286" y="2988858"/>
                  </a:lnTo>
                  <a:lnTo>
                    <a:pt x="7300264" y="2985120"/>
                  </a:lnTo>
                  <a:lnTo>
                    <a:pt x="7219336" y="2980944"/>
                  </a:lnTo>
                  <a:lnTo>
                    <a:pt x="7144776" y="2976288"/>
                  </a:lnTo>
                  <a:lnTo>
                    <a:pt x="7076308" y="2971095"/>
                  </a:lnTo>
                  <a:lnTo>
                    <a:pt x="7013297" y="2965288"/>
                  </a:lnTo>
                  <a:lnTo>
                    <a:pt x="6954908" y="2958779"/>
                  </a:lnTo>
                  <a:lnTo>
                    <a:pt x="6900210" y="2951472"/>
                  </a:lnTo>
                  <a:lnTo>
                    <a:pt x="6848273" y="2943280"/>
                  </a:lnTo>
                  <a:lnTo>
                    <a:pt x="6798239" y="2934140"/>
                  </a:lnTo>
                  <a:lnTo>
                    <a:pt x="6786527" y="2931822"/>
                  </a:lnTo>
                  <a:lnTo>
                    <a:pt x="6733340" y="2920473"/>
                  </a:lnTo>
                  <a:lnTo>
                    <a:pt x="6680668" y="2907943"/>
                  </a:lnTo>
                  <a:lnTo>
                    <a:pt x="6627950" y="2894217"/>
                  </a:lnTo>
                  <a:lnTo>
                    <a:pt x="6574811" y="2879321"/>
                  </a:lnTo>
                  <a:lnTo>
                    <a:pt x="6521033" y="2863327"/>
                  </a:lnTo>
                  <a:lnTo>
                    <a:pt x="6466535" y="2846360"/>
                  </a:lnTo>
                  <a:lnTo>
                    <a:pt x="6411360" y="2828590"/>
                  </a:lnTo>
                  <a:lnTo>
                    <a:pt x="6355649" y="2810234"/>
                  </a:lnTo>
                  <a:lnTo>
                    <a:pt x="6299615" y="2791541"/>
                  </a:lnTo>
                  <a:lnTo>
                    <a:pt x="6243515" y="2772780"/>
                  </a:lnTo>
                  <a:lnTo>
                    <a:pt x="6187613" y="2754224"/>
                  </a:lnTo>
                  <a:lnTo>
                    <a:pt x="6132149" y="2736134"/>
                  </a:lnTo>
                  <a:lnTo>
                    <a:pt x="6077304" y="2718744"/>
                  </a:lnTo>
                  <a:lnTo>
                    <a:pt x="6023170" y="2702248"/>
                  </a:lnTo>
                  <a:lnTo>
                    <a:pt x="5969731" y="2686795"/>
                  </a:lnTo>
                  <a:lnTo>
                    <a:pt x="5916841" y="2672481"/>
                  </a:lnTo>
                  <a:lnTo>
                    <a:pt x="5864204" y="2659357"/>
                  </a:lnTo>
                  <a:lnTo>
                    <a:pt x="5811355" y="2647426"/>
                  </a:lnTo>
                  <a:lnTo>
                    <a:pt x="5784835" y="2641934"/>
                  </a:lnTo>
                  <a:lnTo>
                    <a:pt x="5735144" y="2632565"/>
                  </a:lnTo>
                  <a:lnTo>
                    <a:pt x="5683732" y="2624151"/>
                  </a:lnTo>
                  <a:lnTo>
                    <a:pt x="5629775" y="2616641"/>
                  </a:lnTo>
                  <a:lnTo>
                    <a:pt x="5572350" y="2609951"/>
                  </a:lnTo>
                  <a:lnTo>
                    <a:pt x="5510521" y="2603985"/>
                  </a:lnTo>
                  <a:lnTo>
                    <a:pt x="5443419" y="2598653"/>
                  </a:lnTo>
                  <a:lnTo>
                    <a:pt x="5370351" y="2593876"/>
                  </a:lnTo>
                  <a:lnTo>
                    <a:pt x="5290938" y="2589590"/>
                  </a:lnTo>
                  <a:lnTo>
                    <a:pt x="5205304" y="2585750"/>
                  </a:lnTo>
                  <a:lnTo>
                    <a:pt x="5114294" y="2582329"/>
                  </a:lnTo>
                  <a:lnTo>
                    <a:pt x="5019681" y="2579316"/>
                  </a:lnTo>
                  <a:lnTo>
                    <a:pt x="4924299" y="2576714"/>
                  </a:lnTo>
                  <a:lnTo>
                    <a:pt x="4831972" y="2574534"/>
                  </a:lnTo>
                  <a:lnTo>
                    <a:pt x="4747146" y="2572782"/>
                  </a:lnTo>
                  <a:lnTo>
                    <a:pt x="4674210" y="2571453"/>
                  </a:lnTo>
                  <a:lnTo>
                    <a:pt x="4616601" y="2570519"/>
                  </a:lnTo>
                  <a:lnTo>
                    <a:pt x="4575979" y="2569931"/>
                  </a:lnTo>
                  <a:lnTo>
                    <a:pt x="4551729" y="2569615"/>
                  </a:lnTo>
                  <a:lnTo>
                    <a:pt x="4540913" y="2569488"/>
                  </a:lnTo>
                  <a:lnTo>
                    <a:pt x="4538561" y="2569463"/>
                  </a:lnTo>
                  <a:lnTo>
                    <a:pt x="4538543" y="2569462"/>
                  </a:lnTo>
                  <a:lnTo>
                    <a:pt x="4016409" y="2569462"/>
                  </a:lnTo>
                  <a:lnTo>
                    <a:pt x="4015239" y="2569390"/>
                  </a:lnTo>
                  <a:lnTo>
                    <a:pt x="4007577" y="2568872"/>
                  </a:lnTo>
                  <a:lnTo>
                    <a:pt x="3988368" y="2567441"/>
                  </a:lnTo>
                  <a:lnTo>
                    <a:pt x="3954297" y="2564627"/>
                  </a:lnTo>
                  <a:lnTo>
                    <a:pt x="3904070" y="2560011"/>
                  </a:lnTo>
                  <a:lnTo>
                    <a:pt x="3838499" y="2553269"/>
                  </a:lnTo>
                  <a:lnTo>
                    <a:pt x="3760207" y="2544203"/>
                  </a:lnTo>
                  <a:lnTo>
                    <a:pt x="3672986" y="2532740"/>
                  </a:lnTo>
                  <a:lnTo>
                    <a:pt x="3581012" y="2518896"/>
                  </a:lnTo>
                  <a:lnTo>
                    <a:pt x="3488141" y="2502724"/>
                  </a:lnTo>
                  <a:lnTo>
                    <a:pt x="3397458" y="2484266"/>
                  </a:lnTo>
                  <a:lnTo>
                    <a:pt x="3311099" y="2463506"/>
                  </a:lnTo>
                  <a:lnTo>
                    <a:pt x="3230289" y="2440349"/>
                  </a:lnTo>
                  <a:lnTo>
                    <a:pt x="3155493" y="2414603"/>
                  </a:lnTo>
                  <a:lnTo>
                    <a:pt x="3086617" y="2385981"/>
                  </a:lnTo>
                  <a:lnTo>
                    <a:pt x="3023183" y="2354103"/>
                  </a:lnTo>
                  <a:lnTo>
                    <a:pt x="2964481" y="2318512"/>
                  </a:lnTo>
                  <a:lnTo>
                    <a:pt x="2909682" y="2278701"/>
                  </a:lnTo>
                  <a:lnTo>
                    <a:pt x="2857917" y="2234158"/>
                  </a:lnTo>
                  <a:lnTo>
                    <a:pt x="2808352" y="2184456"/>
                  </a:lnTo>
                  <a:lnTo>
                    <a:pt x="2770117" y="2141219"/>
                  </a:lnTo>
                  <a:lnTo>
                    <a:pt x="2731481" y="2093285"/>
                  </a:lnTo>
                  <a:lnTo>
                    <a:pt x="2693211" y="2041719"/>
                  </a:lnTo>
                  <a:lnTo>
                    <a:pt x="2655061" y="1986447"/>
                  </a:lnTo>
                  <a:lnTo>
                    <a:pt x="2616843" y="1927458"/>
                  </a:lnTo>
                  <a:lnTo>
                    <a:pt x="2578416" y="1864815"/>
                  </a:lnTo>
                  <a:lnTo>
                    <a:pt x="2539684" y="1798655"/>
                  </a:lnTo>
                  <a:lnTo>
                    <a:pt x="2500591" y="1729198"/>
                  </a:lnTo>
                  <a:lnTo>
                    <a:pt x="2461117" y="1656745"/>
                  </a:lnTo>
                  <a:lnTo>
                    <a:pt x="2421276" y="1581677"/>
                  </a:lnTo>
                  <a:lnTo>
                    <a:pt x="2381110" y="1504450"/>
                  </a:lnTo>
                  <a:lnTo>
                    <a:pt x="2340686" y="1425583"/>
                  </a:lnTo>
                  <a:lnTo>
                    <a:pt x="2300089" y="1345645"/>
                  </a:lnTo>
                  <a:lnTo>
                    <a:pt x="2259414" y="1265239"/>
                  </a:lnTo>
                  <a:lnTo>
                    <a:pt x="2218764" y="1184983"/>
                  </a:lnTo>
                  <a:lnTo>
                    <a:pt x="2178239" y="1105490"/>
                  </a:lnTo>
                  <a:lnTo>
                    <a:pt x="2137931" y="1027349"/>
                  </a:lnTo>
                  <a:lnTo>
                    <a:pt x="2097915" y="951108"/>
                  </a:lnTo>
                  <a:lnTo>
                    <a:pt x="2058249" y="877254"/>
                  </a:lnTo>
                  <a:lnTo>
                    <a:pt x="2018959" y="806210"/>
                  </a:lnTo>
                  <a:lnTo>
                    <a:pt x="1980046" y="738318"/>
                  </a:lnTo>
                  <a:lnTo>
                    <a:pt x="1941471" y="673840"/>
                  </a:lnTo>
                  <a:lnTo>
                    <a:pt x="1903160" y="612956"/>
                  </a:lnTo>
                  <a:lnTo>
                    <a:pt x="1864996" y="555765"/>
                  </a:lnTo>
                  <a:lnTo>
                    <a:pt x="1826815" y="502294"/>
                  </a:lnTo>
                  <a:lnTo>
                    <a:pt x="1788401" y="452501"/>
                  </a:lnTo>
                  <a:lnTo>
                    <a:pt x="1768425" y="428243"/>
                  </a:lnTo>
                  <a:lnTo>
                    <a:pt x="1720079" y="374285"/>
                  </a:lnTo>
                  <a:lnTo>
                    <a:pt x="1670124" y="325678"/>
                  </a:lnTo>
                  <a:lnTo>
                    <a:pt x="1617802" y="282153"/>
                  </a:lnTo>
                  <a:lnTo>
                    <a:pt x="1562266" y="243258"/>
                  </a:lnTo>
                  <a:lnTo>
                    <a:pt x="1502651" y="208475"/>
                  </a:lnTo>
                  <a:lnTo>
                    <a:pt x="1438143" y="177306"/>
                  </a:lnTo>
                  <a:lnTo>
                    <a:pt x="1368071" y="149307"/>
                  </a:lnTo>
                  <a:lnTo>
                    <a:pt x="1292023" y="124118"/>
                  </a:lnTo>
                  <a:lnTo>
                    <a:pt x="1210005" y="101469"/>
                  </a:lnTo>
                  <a:lnTo>
                    <a:pt x="1122623" y="81190"/>
                  </a:lnTo>
                  <a:lnTo>
                    <a:pt x="1031280" y="63204"/>
                  </a:lnTo>
                  <a:lnTo>
                    <a:pt x="938312" y="47509"/>
                  </a:lnTo>
                  <a:lnTo>
                    <a:pt x="846985" y="34153"/>
                  </a:lnTo>
                  <a:lnTo>
                    <a:pt x="761270" y="23187"/>
                  </a:lnTo>
                  <a:lnTo>
                    <a:pt x="685326" y="14612"/>
                  </a:lnTo>
                  <a:lnTo>
                    <a:pt x="622766" y="8330"/>
                  </a:lnTo>
                  <a:lnTo>
                    <a:pt x="575882" y="4118"/>
                  </a:lnTo>
                  <a:lnTo>
                    <a:pt x="545062" y="1627"/>
                  </a:lnTo>
                  <a:lnTo>
                    <a:pt x="528575" y="423"/>
                  </a:lnTo>
                  <a:lnTo>
                    <a:pt x="522724" y="36"/>
                  </a:lnTo>
                  <a:lnTo>
                    <a:pt x="522133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57" name="pg257"/>
            <p:cNvSpPr/>
            <p:nvPr/>
          </p:nvSpPr>
          <p:spPr>
            <a:xfrm>
              <a:off x="386606" y="1078249"/>
              <a:ext cx="8554953" cy="1744975"/>
            </a:xfrm>
            <a:custGeom>
              <a:avLst/>
              <a:pathLst>
                <a:path w="8554953" h="1744975">
                  <a:moveTo>
                    <a:pt x="0" y="547775"/>
                  </a:moveTo>
                  <a:lnTo>
                    <a:pt x="522133" y="547775"/>
                  </a:lnTo>
                  <a:lnTo>
                    <a:pt x="523379" y="547811"/>
                  </a:lnTo>
                  <a:lnTo>
                    <a:pt x="531531" y="548069"/>
                  </a:lnTo>
                  <a:lnTo>
                    <a:pt x="551923" y="548781"/>
                  </a:lnTo>
                  <a:lnTo>
                    <a:pt x="587981" y="550180"/>
                  </a:lnTo>
                  <a:lnTo>
                    <a:pt x="640911" y="552471"/>
                  </a:lnTo>
                  <a:lnTo>
                    <a:pt x="709637" y="555810"/>
                  </a:lnTo>
                  <a:lnTo>
                    <a:pt x="791176" y="560287"/>
                  </a:lnTo>
                  <a:lnTo>
                    <a:pt x="881376" y="565931"/>
                  </a:lnTo>
                  <a:lnTo>
                    <a:pt x="975798" y="572730"/>
                  </a:lnTo>
                  <a:lnTo>
                    <a:pt x="1070453" y="580656"/>
                  </a:lnTo>
                  <a:lnTo>
                    <a:pt x="1162256" y="589693"/>
                  </a:lnTo>
                  <a:lnTo>
                    <a:pt x="1249158" y="599857"/>
                  </a:lnTo>
                  <a:lnTo>
                    <a:pt x="1330074" y="611207"/>
                  </a:lnTo>
                  <a:lnTo>
                    <a:pt x="1404689" y="623851"/>
                  </a:lnTo>
                  <a:lnTo>
                    <a:pt x="1473244" y="637947"/>
                  </a:lnTo>
                  <a:lnTo>
                    <a:pt x="1536339" y="653696"/>
                  </a:lnTo>
                  <a:lnTo>
                    <a:pt x="1594786" y="671336"/>
                  </a:lnTo>
                  <a:lnTo>
                    <a:pt x="1649495" y="691123"/>
                  </a:lnTo>
                  <a:lnTo>
                    <a:pt x="1701385" y="713300"/>
                  </a:lnTo>
                  <a:lnTo>
                    <a:pt x="1751311" y="738046"/>
                  </a:lnTo>
                  <a:lnTo>
                    <a:pt x="1768425" y="747308"/>
                  </a:lnTo>
                  <a:lnTo>
                    <a:pt x="1816450" y="775364"/>
                  </a:lnTo>
                  <a:lnTo>
                    <a:pt x="1864006" y="806057"/>
                  </a:lnTo>
                  <a:lnTo>
                    <a:pt x="1911524" y="839432"/>
                  </a:lnTo>
                  <a:lnTo>
                    <a:pt x="1959312" y="875461"/>
                  </a:lnTo>
                  <a:lnTo>
                    <a:pt x="2007567" y="914028"/>
                  </a:lnTo>
                  <a:lnTo>
                    <a:pt x="2056391" y="954929"/>
                  </a:lnTo>
                  <a:lnTo>
                    <a:pt x="2105798" y="997868"/>
                  </a:lnTo>
                  <a:lnTo>
                    <a:pt x="2155730" y="1042464"/>
                  </a:lnTo>
                  <a:lnTo>
                    <a:pt x="2206065" y="1088258"/>
                  </a:lnTo>
                  <a:lnTo>
                    <a:pt x="2256640" y="1134738"/>
                  </a:lnTo>
                  <a:lnTo>
                    <a:pt x="2307264" y="1181356"/>
                  </a:lnTo>
                  <a:lnTo>
                    <a:pt x="2357742" y="1227559"/>
                  </a:lnTo>
                  <a:lnTo>
                    <a:pt x="2407893" y="1272814"/>
                  </a:lnTo>
                  <a:lnTo>
                    <a:pt x="2457574" y="1316632"/>
                  </a:lnTo>
                  <a:lnTo>
                    <a:pt x="2506692" y="1358593"/>
                  </a:lnTo>
                  <a:lnTo>
                    <a:pt x="2555224" y="1398356"/>
                  </a:lnTo>
                  <a:lnTo>
                    <a:pt x="2603226" y="1435671"/>
                  </a:lnTo>
                  <a:lnTo>
                    <a:pt x="2650847" y="1470379"/>
                  </a:lnTo>
                  <a:lnTo>
                    <a:pt x="2698339" y="1502409"/>
                  </a:lnTo>
                  <a:lnTo>
                    <a:pt x="2746067" y="1531770"/>
                  </a:lnTo>
                  <a:lnTo>
                    <a:pt x="2770117" y="1545442"/>
                  </a:lnTo>
                  <a:lnTo>
                    <a:pt x="2819533" y="1571103"/>
                  </a:lnTo>
                  <a:lnTo>
                    <a:pt x="2870645" y="1594163"/>
                  </a:lnTo>
                  <a:lnTo>
                    <a:pt x="2924266" y="1614759"/>
                  </a:lnTo>
                  <a:lnTo>
                    <a:pt x="2981302" y="1633120"/>
                  </a:lnTo>
                  <a:lnTo>
                    <a:pt x="3042674" y="1649501"/>
                  </a:lnTo>
                  <a:lnTo>
                    <a:pt x="3109240" y="1664149"/>
                  </a:lnTo>
                  <a:lnTo>
                    <a:pt x="3181689" y="1677280"/>
                  </a:lnTo>
                  <a:lnTo>
                    <a:pt x="3260407" y="1689068"/>
                  </a:lnTo>
                  <a:lnTo>
                    <a:pt x="3345297" y="1699637"/>
                  </a:lnTo>
                  <a:lnTo>
                    <a:pt x="3435568" y="1709064"/>
                  </a:lnTo>
                  <a:lnTo>
                    <a:pt x="3529525" y="1717379"/>
                  </a:lnTo>
                  <a:lnTo>
                    <a:pt x="3624441" y="1724574"/>
                  </a:lnTo>
                  <a:lnTo>
                    <a:pt x="3716610" y="1730624"/>
                  </a:lnTo>
                  <a:lnTo>
                    <a:pt x="3801680" y="1735508"/>
                  </a:lnTo>
                  <a:lnTo>
                    <a:pt x="3875299" y="1739238"/>
                  </a:lnTo>
                  <a:lnTo>
                    <a:pt x="3933980" y="1741881"/>
                  </a:lnTo>
                  <a:lnTo>
                    <a:pt x="3975913" y="1743570"/>
                  </a:lnTo>
                  <a:lnTo>
                    <a:pt x="4001497" y="1744497"/>
                  </a:lnTo>
                  <a:lnTo>
                    <a:pt x="4013409" y="1744886"/>
                  </a:lnTo>
                  <a:lnTo>
                    <a:pt x="4016409" y="1744975"/>
                  </a:lnTo>
                  <a:lnTo>
                    <a:pt x="4538543" y="1744975"/>
                  </a:lnTo>
                  <a:lnTo>
                    <a:pt x="4539764" y="1744924"/>
                  </a:lnTo>
                  <a:lnTo>
                    <a:pt x="4547758" y="1744558"/>
                  </a:lnTo>
                  <a:lnTo>
                    <a:pt x="4567767" y="1743544"/>
                  </a:lnTo>
                  <a:lnTo>
                    <a:pt x="4603183" y="1741553"/>
                  </a:lnTo>
                  <a:lnTo>
                    <a:pt x="4655243" y="1738291"/>
                  </a:lnTo>
                  <a:lnTo>
                    <a:pt x="4722957" y="1733532"/>
                  </a:lnTo>
                  <a:lnTo>
                    <a:pt x="4803460" y="1727147"/>
                  </a:lnTo>
                  <a:lnTo>
                    <a:pt x="4892715" y="1719089"/>
                  </a:lnTo>
                  <a:lnTo>
                    <a:pt x="4986367" y="1709374"/>
                  </a:lnTo>
                  <a:lnTo>
                    <a:pt x="5080467" y="1698042"/>
                  </a:lnTo>
                  <a:lnTo>
                    <a:pt x="5171927" y="1685118"/>
                  </a:lnTo>
                  <a:lnTo>
                    <a:pt x="5258669" y="1670582"/>
                  </a:lnTo>
                  <a:lnTo>
                    <a:pt x="5339562" y="1654355"/>
                  </a:lnTo>
                  <a:lnTo>
                    <a:pt x="5414242" y="1636291"/>
                  </a:lnTo>
                  <a:lnTo>
                    <a:pt x="5482902" y="1616171"/>
                  </a:lnTo>
                  <a:lnTo>
                    <a:pt x="5546104" y="1593714"/>
                  </a:lnTo>
                  <a:lnTo>
                    <a:pt x="5604628" y="1568587"/>
                  </a:lnTo>
                  <a:lnTo>
                    <a:pt x="5659357" y="1540426"/>
                  </a:lnTo>
                  <a:lnTo>
                    <a:pt x="5711197" y="1508879"/>
                  </a:lnTo>
                  <a:lnTo>
                    <a:pt x="5760997" y="1473673"/>
                  </a:lnTo>
                  <a:lnTo>
                    <a:pt x="5784835" y="1455087"/>
                  </a:lnTo>
                  <a:lnTo>
                    <a:pt x="5828767" y="1417971"/>
                  </a:lnTo>
                  <a:lnTo>
                    <a:pt x="5872273" y="1377660"/>
                  </a:lnTo>
                  <a:lnTo>
                    <a:pt x="5915695" y="1334093"/>
                  </a:lnTo>
                  <a:lnTo>
                    <a:pt x="5959286" y="1287284"/>
                  </a:lnTo>
                  <a:lnTo>
                    <a:pt x="6003222" y="1237331"/>
                  </a:lnTo>
                  <a:lnTo>
                    <a:pt x="6047607" y="1184422"/>
                  </a:lnTo>
                  <a:lnTo>
                    <a:pt x="6092483" y="1128838"/>
                  </a:lnTo>
                  <a:lnTo>
                    <a:pt x="6137835" y="1070951"/>
                  </a:lnTo>
                  <a:lnTo>
                    <a:pt x="6183599" y="1011218"/>
                  </a:lnTo>
                  <a:lnTo>
                    <a:pt x="6229672" y="950165"/>
                  </a:lnTo>
                  <a:lnTo>
                    <a:pt x="6275924" y="888371"/>
                  </a:lnTo>
                  <a:lnTo>
                    <a:pt x="6322208" y="826448"/>
                  </a:lnTo>
                  <a:lnTo>
                    <a:pt x="6368373" y="765010"/>
                  </a:lnTo>
                  <a:lnTo>
                    <a:pt x="6414282" y="704652"/>
                  </a:lnTo>
                  <a:lnTo>
                    <a:pt x="6459818" y="645927"/>
                  </a:lnTo>
                  <a:lnTo>
                    <a:pt x="6504900" y="589322"/>
                  </a:lnTo>
                  <a:lnTo>
                    <a:pt x="6549490" y="535246"/>
                  </a:lnTo>
                  <a:lnTo>
                    <a:pt x="6593607" y="484019"/>
                  </a:lnTo>
                  <a:lnTo>
                    <a:pt x="6637326" y="435868"/>
                  </a:lnTo>
                  <a:lnTo>
                    <a:pt x="6680793" y="390928"/>
                  </a:lnTo>
                  <a:lnTo>
                    <a:pt x="6724227" y="349247"/>
                  </a:lnTo>
                  <a:lnTo>
                    <a:pt x="6767931" y="310796"/>
                  </a:lnTo>
                  <a:lnTo>
                    <a:pt x="6786527" y="295535"/>
                  </a:lnTo>
                  <a:lnTo>
                    <a:pt x="6835601" y="258495"/>
                  </a:lnTo>
                  <a:lnTo>
                    <a:pt x="6886343" y="225183"/>
                  </a:lnTo>
                  <a:lnTo>
                    <a:pt x="6939548" y="195407"/>
                  </a:lnTo>
                  <a:lnTo>
                    <a:pt x="6996102" y="168842"/>
                  </a:lnTo>
                  <a:lnTo>
                    <a:pt x="7056910" y="145124"/>
                  </a:lnTo>
                  <a:lnTo>
                    <a:pt x="7122814" y="123899"/>
                  </a:lnTo>
                  <a:lnTo>
                    <a:pt x="7194498" y="104861"/>
                  </a:lnTo>
                  <a:lnTo>
                    <a:pt x="7272358" y="87758"/>
                  </a:lnTo>
                  <a:lnTo>
                    <a:pt x="7356328" y="72410"/>
                  </a:lnTo>
                  <a:lnTo>
                    <a:pt x="7445678" y="58703"/>
                  </a:lnTo>
                  <a:lnTo>
                    <a:pt x="7538810" y="46591"/>
                  </a:lnTo>
                  <a:lnTo>
                    <a:pt x="7633128" y="36080"/>
                  </a:lnTo>
                  <a:lnTo>
                    <a:pt x="7725067" y="27208"/>
                  </a:lnTo>
                  <a:lnTo>
                    <a:pt x="7810395" y="20005"/>
                  </a:lnTo>
                  <a:lnTo>
                    <a:pt x="7884814" y="14462"/>
                  </a:lnTo>
                  <a:lnTo>
                    <a:pt x="7944784" y="10490"/>
                  </a:lnTo>
                  <a:lnTo>
                    <a:pt x="7988327" y="7910"/>
                  </a:lnTo>
                  <a:lnTo>
                    <a:pt x="8015576" y="6458"/>
                  </a:lnTo>
                  <a:lnTo>
                    <a:pt x="8028899" y="5818"/>
                  </a:lnTo>
                  <a:lnTo>
                    <a:pt x="8032672" y="5653"/>
                  </a:lnTo>
                  <a:lnTo>
                    <a:pt x="8032819" y="5647"/>
                  </a:lnTo>
                  <a:lnTo>
                    <a:pt x="8554953" y="5647"/>
                  </a:lnTo>
                  <a:lnTo>
                    <a:pt x="8554953" y="0"/>
                  </a:lnTo>
                  <a:lnTo>
                    <a:pt x="8032819" y="0"/>
                  </a:lnTo>
                  <a:lnTo>
                    <a:pt x="8031598" y="51"/>
                  </a:lnTo>
                  <a:lnTo>
                    <a:pt x="8023604" y="417"/>
                  </a:lnTo>
                  <a:lnTo>
                    <a:pt x="8003595" y="1431"/>
                  </a:lnTo>
                  <a:lnTo>
                    <a:pt x="7968179" y="3422"/>
                  </a:lnTo>
                  <a:lnTo>
                    <a:pt x="7916119" y="6684"/>
                  </a:lnTo>
                  <a:lnTo>
                    <a:pt x="7848405" y="11443"/>
                  </a:lnTo>
                  <a:lnTo>
                    <a:pt x="7767902" y="17828"/>
                  </a:lnTo>
                  <a:lnTo>
                    <a:pt x="7678647" y="25886"/>
                  </a:lnTo>
                  <a:lnTo>
                    <a:pt x="7584995" y="35601"/>
                  </a:lnTo>
                  <a:lnTo>
                    <a:pt x="7490895" y="46933"/>
                  </a:lnTo>
                  <a:lnTo>
                    <a:pt x="7399434" y="59857"/>
                  </a:lnTo>
                  <a:lnTo>
                    <a:pt x="7312692" y="74393"/>
                  </a:lnTo>
                  <a:lnTo>
                    <a:pt x="7231800" y="90620"/>
                  </a:lnTo>
                  <a:lnTo>
                    <a:pt x="7157120" y="108684"/>
                  </a:lnTo>
                  <a:lnTo>
                    <a:pt x="7088460" y="128804"/>
                  </a:lnTo>
                  <a:lnTo>
                    <a:pt x="7025258" y="151261"/>
                  </a:lnTo>
                  <a:lnTo>
                    <a:pt x="6966734" y="176388"/>
                  </a:lnTo>
                  <a:lnTo>
                    <a:pt x="6912005" y="204549"/>
                  </a:lnTo>
                  <a:lnTo>
                    <a:pt x="6860165" y="236096"/>
                  </a:lnTo>
                  <a:lnTo>
                    <a:pt x="6810365" y="271302"/>
                  </a:lnTo>
                  <a:lnTo>
                    <a:pt x="6786527" y="289888"/>
                  </a:lnTo>
                  <a:lnTo>
                    <a:pt x="6742595" y="327003"/>
                  </a:lnTo>
                  <a:lnTo>
                    <a:pt x="6699089" y="367315"/>
                  </a:lnTo>
                  <a:lnTo>
                    <a:pt x="6655667" y="410882"/>
                  </a:lnTo>
                  <a:lnTo>
                    <a:pt x="6612076" y="457691"/>
                  </a:lnTo>
                  <a:lnTo>
                    <a:pt x="6568140" y="507644"/>
                  </a:lnTo>
                  <a:lnTo>
                    <a:pt x="6523755" y="560553"/>
                  </a:lnTo>
                  <a:lnTo>
                    <a:pt x="6478879" y="616137"/>
                  </a:lnTo>
                  <a:lnTo>
                    <a:pt x="6433527" y="674023"/>
                  </a:lnTo>
                  <a:lnTo>
                    <a:pt x="6387763" y="733757"/>
                  </a:lnTo>
                  <a:lnTo>
                    <a:pt x="6341689" y="794810"/>
                  </a:lnTo>
                  <a:lnTo>
                    <a:pt x="6295438" y="856603"/>
                  </a:lnTo>
                  <a:lnTo>
                    <a:pt x="6249154" y="918527"/>
                  </a:lnTo>
                  <a:lnTo>
                    <a:pt x="6202989" y="979965"/>
                  </a:lnTo>
                  <a:lnTo>
                    <a:pt x="6157080" y="1040323"/>
                  </a:lnTo>
                  <a:lnTo>
                    <a:pt x="6111544" y="1099048"/>
                  </a:lnTo>
                  <a:lnTo>
                    <a:pt x="6066462" y="1155653"/>
                  </a:lnTo>
                  <a:lnTo>
                    <a:pt x="6021872" y="1209729"/>
                  </a:lnTo>
                  <a:lnTo>
                    <a:pt x="5977755" y="1260956"/>
                  </a:lnTo>
                  <a:lnTo>
                    <a:pt x="5934036" y="1309107"/>
                  </a:lnTo>
                  <a:lnTo>
                    <a:pt x="5890569" y="1354047"/>
                  </a:lnTo>
                  <a:lnTo>
                    <a:pt x="5847135" y="1395727"/>
                  </a:lnTo>
                  <a:lnTo>
                    <a:pt x="5803431" y="1434179"/>
                  </a:lnTo>
                  <a:lnTo>
                    <a:pt x="5784835" y="1449440"/>
                  </a:lnTo>
                  <a:lnTo>
                    <a:pt x="5735761" y="1486480"/>
                  </a:lnTo>
                  <a:lnTo>
                    <a:pt x="5685019" y="1519792"/>
                  </a:lnTo>
                  <a:lnTo>
                    <a:pt x="5631814" y="1549568"/>
                  </a:lnTo>
                  <a:lnTo>
                    <a:pt x="5575260" y="1576133"/>
                  </a:lnTo>
                  <a:lnTo>
                    <a:pt x="5514452" y="1599851"/>
                  </a:lnTo>
                  <a:lnTo>
                    <a:pt x="5448548" y="1621076"/>
                  </a:lnTo>
                  <a:lnTo>
                    <a:pt x="5376864" y="1640114"/>
                  </a:lnTo>
                  <a:lnTo>
                    <a:pt x="5299004" y="1657217"/>
                  </a:lnTo>
                  <a:lnTo>
                    <a:pt x="5215034" y="1672565"/>
                  </a:lnTo>
                  <a:lnTo>
                    <a:pt x="5125684" y="1686272"/>
                  </a:lnTo>
                  <a:lnTo>
                    <a:pt x="5032552" y="1698384"/>
                  </a:lnTo>
                  <a:lnTo>
                    <a:pt x="4938234" y="1708895"/>
                  </a:lnTo>
                  <a:lnTo>
                    <a:pt x="4846295" y="1717767"/>
                  </a:lnTo>
                  <a:lnTo>
                    <a:pt x="4760967" y="1724970"/>
                  </a:lnTo>
                  <a:lnTo>
                    <a:pt x="4686548" y="1730513"/>
                  </a:lnTo>
                  <a:lnTo>
                    <a:pt x="4626578" y="1734485"/>
                  </a:lnTo>
                  <a:lnTo>
                    <a:pt x="4583035" y="1737065"/>
                  </a:lnTo>
                  <a:lnTo>
                    <a:pt x="4555786" y="1738516"/>
                  </a:lnTo>
                  <a:lnTo>
                    <a:pt x="4542463" y="1739157"/>
                  </a:lnTo>
                  <a:lnTo>
                    <a:pt x="4538690" y="1739322"/>
                  </a:lnTo>
                  <a:lnTo>
                    <a:pt x="4538543" y="1739328"/>
                  </a:lnTo>
                  <a:lnTo>
                    <a:pt x="4016409" y="1739328"/>
                  </a:lnTo>
                  <a:lnTo>
                    <a:pt x="4015163" y="1739292"/>
                  </a:lnTo>
                  <a:lnTo>
                    <a:pt x="4007011" y="1739035"/>
                  </a:lnTo>
                  <a:lnTo>
                    <a:pt x="3986619" y="1738322"/>
                  </a:lnTo>
                  <a:lnTo>
                    <a:pt x="3950561" y="1736924"/>
                  </a:lnTo>
                  <a:lnTo>
                    <a:pt x="3897632" y="1734632"/>
                  </a:lnTo>
                  <a:lnTo>
                    <a:pt x="3828905" y="1731293"/>
                  </a:lnTo>
                  <a:lnTo>
                    <a:pt x="3747366" y="1726816"/>
                  </a:lnTo>
                  <a:lnTo>
                    <a:pt x="3657166" y="1721172"/>
                  </a:lnTo>
                  <a:lnTo>
                    <a:pt x="3562745" y="1714373"/>
                  </a:lnTo>
                  <a:lnTo>
                    <a:pt x="3468089" y="1706448"/>
                  </a:lnTo>
                  <a:lnTo>
                    <a:pt x="3376286" y="1697411"/>
                  </a:lnTo>
                  <a:lnTo>
                    <a:pt x="3289384" y="1687247"/>
                  </a:lnTo>
                  <a:lnTo>
                    <a:pt x="3208468" y="1675896"/>
                  </a:lnTo>
                  <a:lnTo>
                    <a:pt x="3133853" y="1663252"/>
                  </a:lnTo>
                  <a:lnTo>
                    <a:pt x="3065298" y="1649156"/>
                  </a:lnTo>
                  <a:lnTo>
                    <a:pt x="3002203" y="1633407"/>
                  </a:lnTo>
                  <a:lnTo>
                    <a:pt x="2943756" y="1615767"/>
                  </a:lnTo>
                  <a:lnTo>
                    <a:pt x="2889047" y="1595981"/>
                  </a:lnTo>
                  <a:lnTo>
                    <a:pt x="2837157" y="1573803"/>
                  </a:lnTo>
                  <a:lnTo>
                    <a:pt x="2787232" y="1549057"/>
                  </a:lnTo>
                  <a:lnTo>
                    <a:pt x="2770117" y="1539795"/>
                  </a:lnTo>
                  <a:lnTo>
                    <a:pt x="2722092" y="1511740"/>
                  </a:lnTo>
                  <a:lnTo>
                    <a:pt x="2674536" y="1481047"/>
                  </a:lnTo>
                  <a:lnTo>
                    <a:pt x="2627018" y="1447671"/>
                  </a:lnTo>
                  <a:lnTo>
                    <a:pt x="2579231" y="1411643"/>
                  </a:lnTo>
                  <a:lnTo>
                    <a:pt x="2530975" y="1373075"/>
                  </a:lnTo>
                  <a:lnTo>
                    <a:pt x="2482152" y="1332174"/>
                  </a:lnTo>
                  <a:lnTo>
                    <a:pt x="2432744" y="1289235"/>
                  </a:lnTo>
                  <a:lnTo>
                    <a:pt x="2382812" y="1244640"/>
                  </a:lnTo>
                  <a:lnTo>
                    <a:pt x="2332477" y="1198845"/>
                  </a:lnTo>
                  <a:lnTo>
                    <a:pt x="2281902" y="1152365"/>
                  </a:lnTo>
                  <a:lnTo>
                    <a:pt x="2231278" y="1105747"/>
                  </a:lnTo>
                  <a:lnTo>
                    <a:pt x="2180801" y="1059544"/>
                  </a:lnTo>
                  <a:lnTo>
                    <a:pt x="2130649" y="1014289"/>
                  </a:lnTo>
                  <a:lnTo>
                    <a:pt x="2080969" y="970471"/>
                  </a:lnTo>
                  <a:lnTo>
                    <a:pt x="2031850" y="928510"/>
                  </a:lnTo>
                  <a:lnTo>
                    <a:pt x="1983319" y="888748"/>
                  </a:lnTo>
                  <a:lnTo>
                    <a:pt x="1935316" y="851433"/>
                  </a:lnTo>
                  <a:lnTo>
                    <a:pt x="1887695" y="816725"/>
                  </a:lnTo>
                  <a:lnTo>
                    <a:pt x="1840204" y="784695"/>
                  </a:lnTo>
                  <a:lnTo>
                    <a:pt x="1792475" y="755333"/>
                  </a:lnTo>
                  <a:lnTo>
                    <a:pt x="1768425" y="741661"/>
                  </a:lnTo>
                  <a:lnTo>
                    <a:pt x="1719009" y="716000"/>
                  </a:lnTo>
                  <a:lnTo>
                    <a:pt x="1667897" y="692940"/>
                  </a:lnTo>
                  <a:lnTo>
                    <a:pt x="1614276" y="672344"/>
                  </a:lnTo>
                  <a:lnTo>
                    <a:pt x="1557240" y="653984"/>
                  </a:lnTo>
                  <a:lnTo>
                    <a:pt x="1495868" y="637603"/>
                  </a:lnTo>
                  <a:lnTo>
                    <a:pt x="1429302" y="622954"/>
                  </a:lnTo>
                  <a:lnTo>
                    <a:pt x="1356854" y="609823"/>
                  </a:lnTo>
                  <a:lnTo>
                    <a:pt x="1278136" y="598035"/>
                  </a:lnTo>
                  <a:lnTo>
                    <a:pt x="1193245" y="587466"/>
                  </a:lnTo>
                  <a:lnTo>
                    <a:pt x="1102975" y="578039"/>
                  </a:lnTo>
                  <a:lnTo>
                    <a:pt x="1009018" y="569725"/>
                  </a:lnTo>
                  <a:lnTo>
                    <a:pt x="914101" y="562529"/>
                  </a:lnTo>
                  <a:lnTo>
                    <a:pt x="821932" y="556479"/>
                  </a:lnTo>
                  <a:lnTo>
                    <a:pt x="736863" y="551595"/>
                  </a:lnTo>
                  <a:lnTo>
                    <a:pt x="663243" y="547865"/>
                  </a:lnTo>
                  <a:lnTo>
                    <a:pt x="604562" y="545222"/>
                  </a:lnTo>
                  <a:lnTo>
                    <a:pt x="562629" y="543533"/>
                  </a:lnTo>
                  <a:lnTo>
                    <a:pt x="537045" y="542607"/>
                  </a:lnTo>
                  <a:lnTo>
                    <a:pt x="525133" y="542217"/>
                  </a:lnTo>
                  <a:lnTo>
                    <a:pt x="522133" y="542128"/>
                  </a:lnTo>
                  <a:lnTo>
                    <a:pt x="0" y="542128"/>
                  </a:lnTo>
                  <a:close/>
                </a:path>
              </a:pathLst>
            </a:custGeom>
            <a:solidFill>
              <a:srgbClr val="8FA8D6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258" name="pl258"/>
            <p:cNvSpPr/>
            <p:nvPr/>
          </p:nvSpPr>
          <p:spPr>
            <a:xfrm>
              <a:off x="386606" y="1083896"/>
              <a:ext cx="8554953" cy="1739328"/>
            </a:xfrm>
            <a:custGeom>
              <a:avLst/>
              <a:pathLst>
                <a:path w="8554953" h="1739328">
                  <a:moveTo>
                    <a:pt x="0" y="542128"/>
                  </a:moveTo>
                  <a:lnTo>
                    <a:pt x="522133" y="542128"/>
                  </a:lnTo>
                  <a:lnTo>
                    <a:pt x="523379" y="542164"/>
                  </a:lnTo>
                  <a:lnTo>
                    <a:pt x="531531" y="542422"/>
                  </a:lnTo>
                  <a:lnTo>
                    <a:pt x="551923" y="543134"/>
                  </a:lnTo>
                  <a:lnTo>
                    <a:pt x="587981" y="544533"/>
                  </a:lnTo>
                  <a:lnTo>
                    <a:pt x="640911" y="546824"/>
                  </a:lnTo>
                  <a:lnTo>
                    <a:pt x="709637" y="550163"/>
                  </a:lnTo>
                  <a:lnTo>
                    <a:pt x="791176" y="554640"/>
                  </a:lnTo>
                  <a:lnTo>
                    <a:pt x="881376" y="560284"/>
                  </a:lnTo>
                  <a:lnTo>
                    <a:pt x="975798" y="567083"/>
                  </a:lnTo>
                  <a:lnTo>
                    <a:pt x="1070453" y="575009"/>
                  </a:lnTo>
                  <a:lnTo>
                    <a:pt x="1162256" y="584046"/>
                  </a:lnTo>
                  <a:lnTo>
                    <a:pt x="1249158" y="594209"/>
                  </a:lnTo>
                  <a:lnTo>
                    <a:pt x="1330074" y="605560"/>
                  </a:lnTo>
                  <a:lnTo>
                    <a:pt x="1404689" y="618204"/>
                  </a:lnTo>
                  <a:lnTo>
                    <a:pt x="1473244" y="632300"/>
                  </a:lnTo>
                  <a:lnTo>
                    <a:pt x="1536339" y="648049"/>
                  </a:lnTo>
                  <a:lnTo>
                    <a:pt x="1594786" y="665689"/>
                  </a:lnTo>
                  <a:lnTo>
                    <a:pt x="1649495" y="685475"/>
                  </a:lnTo>
                  <a:lnTo>
                    <a:pt x="1701385" y="707653"/>
                  </a:lnTo>
                  <a:lnTo>
                    <a:pt x="1751311" y="732399"/>
                  </a:lnTo>
                  <a:lnTo>
                    <a:pt x="1768425" y="741661"/>
                  </a:lnTo>
                  <a:lnTo>
                    <a:pt x="1816450" y="769717"/>
                  </a:lnTo>
                  <a:lnTo>
                    <a:pt x="1864006" y="800409"/>
                  </a:lnTo>
                  <a:lnTo>
                    <a:pt x="1911524" y="833785"/>
                  </a:lnTo>
                  <a:lnTo>
                    <a:pt x="1959312" y="869814"/>
                  </a:lnTo>
                  <a:lnTo>
                    <a:pt x="2007567" y="908381"/>
                  </a:lnTo>
                  <a:lnTo>
                    <a:pt x="2056391" y="949282"/>
                  </a:lnTo>
                  <a:lnTo>
                    <a:pt x="2105798" y="992221"/>
                  </a:lnTo>
                  <a:lnTo>
                    <a:pt x="2155730" y="1036817"/>
                  </a:lnTo>
                  <a:lnTo>
                    <a:pt x="2206065" y="1082611"/>
                  </a:lnTo>
                  <a:lnTo>
                    <a:pt x="2256640" y="1129091"/>
                  </a:lnTo>
                  <a:lnTo>
                    <a:pt x="2307264" y="1175709"/>
                  </a:lnTo>
                  <a:lnTo>
                    <a:pt x="2357742" y="1221912"/>
                  </a:lnTo>
                  <a:lnTo>
                    <a:pt x="2407893" y="1267167"/>
                  </a:lnTo>
                  <a:lnTo>
                    <a:pt x="2457574" y="1310985"/>
                  </a:lnTo>
                  <a:lnTo>
                    <a:pt x="2506692" y="1352946"/>
                  </a:lnTo>
                  <a:lnTo>
                    <a:pt x="2555224" y="1392709"/>
                  </a:lnTo>
                  <a:lnTo>
                    <a:pt x="2603226" y="1430023"/>
                  </a:lnTo>
                  <a:lnTo>
                    <a:pt x="2650847" y="1464731"/>
                  </a:lnTo>
                  <a:lnTo>
                    <a:pt x="2698339" y="1496761"/>
                  </a:lnTo>
                  <a:lnTo>
                    <a:pt x="2746067" y="1526123"/>
                  </a:lnTo>
                  <a:lnTo>
                    <a:pt x="2770117" y="1539795"/>
                  </a:lnTo>
                  <a:lnTo>
                    <a:pt x="2819533" y="1565456"/>
                  </a:lnTo>
                  <a:lnTo>
                    <a:pt x="2870645" y="1588516"/>
                  </a:lnTo>
                  <a:lnTo>
                    <a:pt x="2924266" y="1609112"/>
                  </a:lnTo>
                  <a:lnTo>
                    <a:pt x="2981302" y="1627472"/>
                  </a:lnTo>
                  <a:lnTo>
                    <a:pt x="3042674" y="1643854"/>
                  </a:lnTo>
                  <a:lnTo>
                    <a:pt x="3109240" y="1658502"/>
                  </a:lnTo>
                  <a:lnTo>
                    <a:pt x="3181689" y="1671633"/>
                  </a:lnTo>
                  <a:lnTo>
                    <a:pt x="3260407" y="1683421"/>
                  </a:lnTo>
                  <a:lnTo>
                    <a:pt x="3345297" y="1693990"/>
                  </a:lnTo>
                  <a:lnTo>
                    <a:pt x="3435568" y="1703417"/>
                  </a:lnTo>
                  <a:lnTo>
                    <a:pt x="3529525" y="1711731"/>
                  </a:lnTo>
                  <a:lnTo>
                    <a:pt x="3624441" y="1718927"/>
                  </a:lnTo>
                  <a:lnTo>
                    <a:pt x="3716610" y="1724977"/>
                  </a:lnTo>
                  <a:lnTo>
                    <a:pt x="3801680" y="1729861"/>
                  </a:lnTo>
                  <a:lnTo>
                    <a:pt x="3875299" y="1733591"/>
                  </a:lnTo>
                  <a:lnTo>
                    <a:pt x="3933980" y="1736234"/>
                  </a:lnTo>
                  <a:lnTo>
                    <a:pt x="3975913" y="1737923"/>
                  </a:lnTo>
                  <a:lnTo>
                    <a:pt x="4001497" y="1738850"/>
                  </a:lnTo>
                  <a:lnTo>
                    <a:pt x="4013409" y="1739239"/>
                  </a:lnTo>
                  <a:lnTo>
                    <a:pt x="4016354" y="1739327"/>
                  </a:lnTo>
                  <a:lnTo>
                    <a:pt x="4016409" y="1739328"/>
                  </a:lnTo>
                  <a:lnTo>
                    <a:pt x="4538543" y="1739328"/>
                  </a:lnTo>
                  <a:lnTo>
                    <a:pt x="4539764" y="1739277"/>
                  </a:lnTo>
                  <a:lnTo>
                    <a:pt x="4547758" y="1738910"/>
                  </a:lnTo>
                  <a:lnTo>
                    <a:pt x="4567767" y="1737897"/>
                  </a:lnTo>
                  <a:lnTo>
                    <a:pt x="4603183" y="1735906"/>
                  </a:lnTo>
                  <a:lnTo>
                    <a:pt x="4655243" y="1732643"/>
                  </a:lnTo>
                  <a:lnTo>
                    <a:pt x="4722957" y="1727885"/>
                  </a:lnTo>
                  <a:lnTo>
                    <a:pt x="4803460" y="1721500"/>
                  </a:lnTo>
                  <a:lnTo>
                    <a:pt x="4892715" y="1713442"/>
                  </a:lnTo>
                  <a:lnTo>
                    <a:pt x="4986367" y="1703727"/>
                  </a:lnTo>
                  <a:lnTo>
                    <a:pt x="5080467" y="1692395"/>
                  </a:lnTo>
                  <a:lnTo>
                    <a:pt x="5171927" y="1679470"/>
                  </a:lnTo>
                  <a:lnTo>
                    <a:pt x="5258669" y="1664934"/>
                  </a:lnTo>
                  <a:lnTo>
                    <a:pt x="5339562" y="1648708"/>
                  </a:lnTo>
                  <a:lnTo>
                    <a:pt x="5414242" y="1630644"/>
                  </a:lnTo>
                  <a:lnTo>
                    <a:pt x="5482902" y="1610524"/>
                  </a:lnTo>
                  <a:lnTo>
                    <a:pt x="5546104" y="1588067"/>
                  </a:lnTo>
                  <a:lnTo>
                    <a:pt x="5604628" y="1562940"/>
                  </a:lnTo>
                  <a:lnTo>
                    <a:pt x="5659357" y="1534779"/>
                  </a:lnTo>
                  <a:lnTo>
                    <a:pt x="5711197" y="1503231"/>
                  </a:lnTo>
                  <a:lnTo>
                    <a:pt x="5760997" y="1468026"/>
                  </a:lnTo>
                  <a:lnTo>
                    <a:pt x="5784835" y="1449440"/>
                  </a:lnTo>
                  <a:lnTo>
                    <a:pt x="5828767" y="1412324"/>
                  </a:lnTo>
                  <a:lnTo>
                    <a:pt x="5872273" y="1372013"/>
                  </a:lnTo>
                  <a:lnTo>
                    <a:pt x="5915695" y="1328446"/>
                  </a:lnTo>
                  <a:lnTo>
                    <a:pt x="5959286" y="1281637"/>
                  </a:lnTo>
                  <a:lnTo>
                    <a:pt x="6003222" y="1231684"/>
                  </a:lnTo>
                  <a:lnTo>
                    <a:pt x="6047607" y="1178775"/>
                  </a:lnTo>
                  <a:lnTo>
                    <a:pt x="6092483" y="1123191"/>
                  </a:lnTo>
                  <a:lnTo>
                    <a:pt x="6137835" y="1065304"/>
                  </a:lnTo>
                  <a:lnTo>
                    <a:pt x="6183599" y="1005571"/>
                  </a:lnTo>
                  <a:lnTo>
                    <a:pt x="6229672" y="944517"/>
                  </a:lnTo>
                  <a:lnTo>
                    <a:pt x="6275924" y="882724"/>
                  </a:lnTo>
                  <a:lnTo>
                    <a:pt x="6322208" y="820801"/>
                  </a:lnTo>
                  <a:lnTo>
                    <a:pt x="6368373" y="759363"/>
                  </a:lnTo>
                  <a:lnTo>
                    <a:pt x="6414282" y="699005"/>
                  </a:lnTo>
                  <a:lnTo>
                    <a:pt x="6459818" y="640280"/>
                  </a:lnTo>
                  <a:lnTo>
                    <a:pt x="6504900" y="583675"/>
                  </a:lnTo>
                  <a:lnTo>
                    <a:pt x="6549490" y="529599"/>
                  </a:lnTo>
                  <a:lnTo>
                    <a:pt x="6593607" y="478372"/>
                  </a:lnTo>
                  <a:lnTo>
                    <a:pt x="6637326" y="430221"/>
                  </a:lnTo>
                  <a:lnTo>
                    <a:pt x="6680793" y="385281"/>
                  </a:lnTo>
                  <a:lnTo>
                    <a:pt x="6724227" y="343600"/>
                  </a:lnTo>
                  <a:lnTo>
                    <a:pt x="6767931" y="305149"/>
                  </a:lnTo>
                  <a:lnTo>
                    <a:pt x="6786527" y="289888"/>
                  </a:lnTo>
                  <a:lnTo>
                    <a:pt x="6835601" y="252848"/>
                  </a:lnTo>
                  <a:lnTo>
                    <a:pt x="6886343" y="219536"/>
                  </a:lnTo>
                  <a:lnTo>
                    <a:pt x="6939548" y="189760"/>
                  </a:lnTo>
                  <a:lnTo>
                    <a:pt x="6996102" y="163195"/>
                  </a:lnTo>
                  <a:lnTo>
                    <a:pt x="7056910" y="139476"/>
                  </a:lnTo>
                  <a:lnTo>
                    <a:pt x="7122814" y="118252"/>
                  </a:lnTo>
                  <a:lnTo>
                    <a:pt x="7194498" y="99214"/>
                  </a:lnTo>
                  <a:lnTo>
                    <a:pt x="7272358" y="82111"/>
                  </a:lnTo>
                  <a:lnTo>
                    <a:pt x="7356328" y="66762"/>
                  </a:lnTo>
                  <a:lnTo>
                    <a:pt x="7445678" y="53055"/>
                  </a:lnTo>
                  <a:lnTo>
                    <a:pt x="7538810" y="40943"/>
                  </a:lnTo>
                  <a:lnTo>
                    <a:pt x="7633128" y="30433"/>
                  </a:lnTo>
                  <a:lnTo>
                    <a:pt x="7725067" y="21560"/>
                  </a:lnTo>
                  <a:lnTo>
                    <a:pt x="7810395" y="14358"/>
                  </a:lnTo>
                  <a:lnTo>
                    <a:pt x="7884814" y="8814"/>
                  </a:lnTo>
                  <a:lnTo>
                    <a:pt x="7944784" y="4843"/>
                  </a:lnTo>
                  <a:lnTo>
                    <a:pt x="7988327" y="2263"/>
                  </a:lnTo>
                  <a:lnTo>
                    <a:pt x="8015576" y="811"/>
                  </a:lnTo>
                  <a:lnTo>
                    <a:pt x="8028899" y="170"/>
                  </a:lnTo>
                  <a:lnTo>
                    <a:pt x="8032672" y="5"/>
                  </a:lnTo>
                  <a:lnTo>
                    <a:pt x="8032819" y="0"/>
                  </a:lnTo>
                  <a:lnTo>
                    <a:pt x="8554953" y="0"/>
                  </a:lnTo>
                  <a:lnTo>
                    <a:pt x="8554953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59" name="pl259"/>
            <p:cNvSpPr/>
            <p:nvPr/>
          </p:nvSpPr>
          <p:spPr>
            <a:xfrm>
              <a:off x="386606" y="1078249"/>
              <a:ext cx="8554953" cy="1739328"/>
            </a:xfrm>
            <a:custGeom>
              <a:avLst/>
              <a:pathLst>
                <a:path w="8554953" h="1739328">
                  <a:moveTo>
                    <a:pt x="8554953" y="0"/>
                  </a:moveTo>
                  <a:lnTo>
                    <a:pt x="8032819" y="0"/>
                  </a:lnTo>
                  <a:lnTo>
                    <a:pt x="8031598" y="51"/>
                  </a:lnTo>
                  <a:lnTo>
                    <a:pt x="8023604" y="417"/>
                  </a:lnTo>
                  <a:lnTo>
                    <a:pt x="8003595" y="1431"/>
                  </a:lnTo>
                  <a:lnTo>
                    <a:pt x="7968179" y="3422"/>
                  </a:lnTo>
                  <a:lnTo>
                    <a:pt x="7916119" y="6684"/>
                  </a:lnTo>
                  <a:lnTo>
                    <a:pt x="7848405" y="11443"/>
                  </a:lnTo>
                  <a:lnTo>
                    <a:pt x="7767902" y="17828"/>
                  </a:lnTo>
                  <a:lnTo>
                    <a:pt x="7678647" y="25886"/>
                  </a:lnTo>
                  <a:lnTo>
                    <a:pt x="7584995" y="35601"/>
                  </a:lnTo>
                  <a:lnTo>
                    <a:pt x="7490895" y="46933"/>
                  </a:lnTo>
                  <a:lnTo>
                    <a:pt x="7399434" y="59857"/>
                  </a:lnTo>
                  <a:lnTo>
                    <a:pt x="7312692" y="74393"/>
                  </a:lnTo>
                  <a:lnTo>
                    <a:pt x="7231800" y="90620"/>
                  </a:lnTo>
                  <a:lnTo>
                    <a:pt x="7157120" y="108684"/>
                  </a:lnTo>
                  <a:lnTo>
                    <a:pt x="7088460" y="128804"/>
                  </a:lnTo>
                  <a:lnTo>
                    <a:pt x="7025258" y="151261"/>
                  </a:lnTo>
                  <a:lnTo>
                    <a:pt x="6966734" y="176388"/>
                  </a:lnTo>
                  <a:lnTo>
                    <a:pt x="6912005" y="204549"/>
                  </a:lnTo>
                  <a:lnTo>
                    <a:pt x="6860165" y="236096"/>
                  </a:lnTo>
                  <a:lnTo>
                    <a:pt x="6810365" y="271302"/>
                  </a:lnTo>
                  <a:lnTo>
                    <a:pt x="6786527" y="289888"/>
                  </a:lnTo>
                  <a:lnTo>
                    <a:pt x="6742595" y="327003"/>
                  </a:lnTo>
                  <a:lnTo>
                    <a:pt x="6699089" y="367315"/>
                  </a:lnTo>
                  <a:lnTo>
                    <a:pt x="6655667" y="410882"/>
                  </a:lnTo>
                  <a:lnTo>
                    <a:pt x="6612076" y="457691"/>
                  </a:lnTo>
                  <a:lnTo>
                    <a:pt x="6568140" y="507644"/>
                  </a:lnTo>
                  <a:lnTo>
                    <a:pt x="6523755" y="560553"/>
                  </a:lnTo>
                  <a:lnTo>
                    <a:pt x="6478879" y="616137"/>
                  </a:lnTo>
                  <a:lnTo>
                    <a:pt x="6433527" y="674023"/>
                  </a:lnTo>
                  <a:lnTo>
                    <a:pt x="6387763" y="733757"/>
                  </a:lnTo>
                  <a:lnTo>
                    <a:pt x="6341689" y="794810"/>
                  </a:lnTo>
                  <a:lnTo>
                    <a:pt x="6295438" y="856603"/>
                  </a:lnTo>
                  <a:lnTo>
                    <a:pt x="6249154" y="918527"/>
                  </a:lnTo>
                  <a:lnTo>
                    <a:pt x="6202989" y="979965"/>
                  </a:lnTo>
                  <a:lnTo>
                    <a:pt x="6157080" y="1040323"/>
                  </a:lnTo>
                  <a:lnTo>
                    <a:pt x="6111544" y="1099048"/>
                  </a:lnTo>
                  <a:lnTo>
                    <a:pt x="6066462" y="1155653"/>
                  </a:lnTo>
                  <a:lnTo>
                    <a:pt x="6021872" y="1209729"/>
                  </a:lnTo>
                  <a:lnTo>
                    <a:pt x="5977755" y="1260956"/>
                  </a:lnTo>
                  <a:lnTo>
                    <a:pt x="5934036" y="1309107"/>
                  </a:lnTo>
                  <a:lnTo>
                    <a:pt x="5890569" y="1354047"/>
                  </a:lnTo>
                  <a:lnTo>
                    <a:pt x="5847135" y="1395727"/>
                  </a:lnTo>
                  <a:lnTo>
                    <a:pt x="5803431" y="1434179"/>
                  </a:lnTo>
                  <a:lnTo>
                    <a:pt x="5784835" y="1449440"/>
                  </a:lnTo>
                  <a:lnTo>
                    <a:pt x="5735761" y="1486480"/>
                  </a:lnTo>
                  <a:lnTo>
                    <a:pt x="5685019" y="1519792"/>
                  </a:lnTo>
                  <a:lnTo>
                    <a:pt x="5631814" y="1549568"/>
                  </a:lnTo>
                  <a:lnTo>
                    <a:pt x="5575260" y="1576133"/>
                  </a:lnTo>
                  <a:lnTo>
                    <a:pt x="5514452" y="1599851"/>
                  </a:lnTo>
                  <a:lnTo>
                    <a:pt x="5448548" y="1621076"/>
                  </a:lnTo>
                  <a:lnTo>
                    <a:pt x="5376864" y="1640114"/>
                  </a:lnTo>
                  <a:lnTo>
                    <a:pt x="5299004" y="1657217"/>
                  </a:lnTo>
                  <a:lnTo>
                    <a:pt x="5215034" y="1672565"/>
                  </a:lnTo>
                  <a:lnTo>
                    <a:pt x="5125684" y="1686272"/>
                  </a:lnTo>
                  <a:lnTo>
                    <a:pt x="5032552" y="1698384"/>
                  </a:lnTo>
                  <a:lnTo>
                    <a:pt x="4938234" y="1708895"/>
                  </a:lnTo>
                  <a:lnTo>
                    <a:pt x="4846295" y="1717767"/>
                  </a:lnTo>
                  <a:lnTo>
                    <a:pt x="4760967" y="1724970"/>
                  </a:lnTo>
                  <a:lnTo>
                    <a:pt x="4686548" y="1730513"/>
                  </a:lnTo>
                  <a:lnTo>
                    <a:pt x="4626578" y="1734485"/>
                  </a:lnTo>
                  <a:lnTo>
                    <a:pt x="4583035" y="1737065"/>
                  </a:lnTo>
                  <a:lnTo>
                    <a:pt x="4555786" y="1738516"/>
                  </a:lnTo>
                  <a:lnTo>
                    <a:pt x="4542463" y="1739157"/>
                  </a:lnTo>
                  <a:lnTo>
                    <a:pt x="4538690" y="1739322"/>
                  </a:lnTo>
                  <a:lnTo>
                    <a:pt x="4538543" y="1739328"/>
                  </a:lnTo>
                  <a:lnTo>
                    <a:pt x="4016409" y="1739328"/>
                  </a:lnTo>
                  <a:lnTo>
                    <a:pt x="4015163" y="1739292"/>
                  </a:lnTo>
                  <a:lnTo>
                    <a:pt x="4007011" y="1739035"/>
                  </a:lnTo>
                  <a:lnTo>
                    <a:pt x="3986619" y="1738322"/>
                  </a:lnTo>
                  <a:lnTo>
                    <a:pt x="3950561" y="1736924"/>
                  </a:lnTo>
                  <a:lnTo>
                    <a:pt x="3897632" y="1734632"/>
                  </a:lnTo>
                  <a:lnTo>
                    <a:pt x="3828905" y="1731293"/>
                  </a:lnTo>
                  <a:lnTo>
                    <a:pt x="3747366" y="1726816"/>
                  </a:lnTo>
                  <a:lnTo>
                    <a:pt x="3657166" y="1721172"/>
                  </a:lnTo>
                  <a:lnTo>
                    <a:pt x="3562745" y="1714373"/>
                  </a:lnTo>
                  <a:lnTo>
                    <a:pt x="3468089" y="1706448"/>
                  </a:lnTo>
                  <a:lnTo>
                    <a:pt x="3376286" y="1697411"/>
                  </a:lnTo>
                  <a:lnTo>
                    <a:pt x="3289384" y="1687247"/>
                  </a:lnTo>
                  <a:lnTo>
                    <a:pt x="3208468" y="1675896"/>
                  </a:lnTo>
                  <a:lnTo>
                    <a:pt x="3133853" y="1663252"/>
                  </a:lnTo>
                  <a:lnTo>
                    <a:pt x="3065298" y="1649156"/>
                  </a:lnTo>
                  <a:lnTo>
                    <a:pt x="3002203" y="1633407"/>
                  </a:lnTo>
                  <a:lnTo>
                    <a:pt x="2943756" y="1615767"/>
                  </a:lnTo>
                  <a:lnTo>
                    <a:pt x="2889047" y="1595981"/>
                  </a:lnTo>
                  <a:lnTo>
                    <a:pt x="2837157" y="1573803"/>
                  </a:lnTo>
                  <a:lnTo>
                    <a:pt x="2787232" y="1549057"/>
                  </a:lnTo>
                  <a:lnTo>
                    <a:pt x="2770117" y="1539795"/>
                  </a:lnTo>
                  <a:lnTo>
                    <a:pt x="2722092" y="1511740"/>
                  </a:lnTo>
                  <a:lnTo>
                    <a:pt x="2674536" y="1481047"/>
                  </a:lnTo>
                  <a:lnTo>
                    <a:pt x="2627018" y="1447671"/>
                  </a:lnTo>
                  <a:lnTo>
                    <a:pt x="2579231" y="1411643"/>
                  </a:lnTo>
                  <a:lnTo>
                    <a:pt x="2530975" y="1373075"/>
                  </a:lnTo>
                  <a:lnTo>
                    <a:pt x="2482152" y="1332174"/>
                  </a:lnTo>
                  <a:lnTo>
                    <a:pt x="2432744" y="1289235"/>
                  </a:lnTo>
                  <a:lnTo>
                    <a:pt x="2382812" y="1244640"/>
                  </a:lnTo>
                  <a:lnTo>
                    <a:pt x="2332477" y="1198845"/>
                  </a:lnTo>
                  <a:lnTo>
                    <a:pt x="2281902" y="1152365"/>
                  </a:lnTo>
                  <a:lnTo>
                    <a:pt x="2231278" y="1105747"/>
                  </a:lnTo>
                  <a:lnTo>
                    <a:pt x="2180801" y="1059544"/>
                  </a:lnTo>
                  <a:lnTo>
                    <a:pt x="2130649" y="1014289"/>
                  </a:lnTo>
                  <a:lnTo>
                    <a:pt x="2080969" y="970471"/>
                  </a:lnTo>
                  <a:lnTo>
                    <a:pt x="2031850" y="928510"/>
                  </a:lnTo>
                  <a:lnTo>
                    <a:pt x="1983319" y="888748"/>
                  </a:lnTo>
                  <a:lnTo>
                    <a:pt x="1935316" y="851433"/>
                  </a:lnTo>
                  <a:lnTo>
                    <a:pt x="1887695" y="816725"/>
                  </a:lnTo>
                  <a:lnTo>
                    <a:pt x="1840204" y="784695"/>
                  </a:lnTo>
                  <a:lnTo>
                    <a:pt x="1792475" y="755333"/>
                  </a:lnTo>
                  <a:lnTo>
                    <a:pt x="1768425" y="741661"/>
                  </a:lnTo>
                  <a:lnTo>
                    <a:pt x="1719009" y="716000"/>
                  </a:lnTo>
                  <a:lnTo>
                    <a:pt x="1667897" y="692940"/>
                  </a:lnTo>
                  <a:lnTo>
                    <a:pt x="1614276" y="672344"/>
                  </a:lnTo>
                  <a:lnTo>
                    <a:pt x="1557240" y="653984"/>
                  </a:lnTo>
                  <a:lnTo>
                    <a:pt x="1495868" y="637603"/>
                  </a:lnTo>
                  <a:lnTo>
                    <a:pt x="1429302" y="622954"/>
                  </a:lnTo>
                  <a:lnTo>
                    <a:pt x="1356854" y="609823"/>
                  </a:lnTo>
                  <a:lnTo>
                    <a:pt x="1278136" y="598035"/>
                  </a:lnTo>
                  <a:lnTo>
                    <a:pt x="1193245" y="587466"/>
                  </a:lnTo>
                  <a:lnTo>
                    <a:pt x="1102975" y="578039"/>
                  </a:lnTo>
                  <a:lnTo>
                    <a:pt x="1009018" y="569725"/>
                  </a:lnTo>
                  <a:lnTo>
                    <a:pt x="914101" y="562529"/>
                  </a:lnTo>
                  <a:lnTo>
                    <a:pt x="821932" y="556479"/>
                  </a:lnTo>
                  <a:lnTo>
                    <a:pt x="736863" y="551595"/>
                  </a:lnTo>
                  <a:lnTo>
                    <a:pt x="663243" y="547865"/>
                  </a:lnTo>
                  <a:lnTo>
                    <a:pt x="604562" y="545222"/>
                  </a:lnTo>
                  <a:lnTo>
                    <a:pt x="562629" y="543533"/>
                  </a:lnTo>
                  <a:lnTo>
                    <a:pt x="537045" y="542607"/>
                  </a:lnTo>
                  <a:lnTo>
                    <a:pt x="525133" y="542217"/>
                  </a:lnTo>
                  <a:lnTo>
                    <a:pt x="522188" y="542129"/>
                  </a:lnTo>
                  <a:lnTo>
                    <a:pt x="522133" y="542128"/>
                  </a:lnTo>
                  <a:lnTo>
                    <a:pt x="0" y="542128"/>
                  </a:lnTo>
                  <a:lnTo>
                    <a:pt x="0" y="542128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60" name="pg260"/>
            <p:cNvSpPr/>
            <p:nvPr/>
          </p:nvSpPr>
          <p:spPr>
            <a:xfrm>
              <a:off x="386606" y="1179898"/>
              <a:ext cx="8554953" cy="1648973"/>
            </a:xfrm>
            <a:custGeom>
              <a:avLst/>
              <a:pathLst>
                <a:path w="8554953" h="1648973">
                  <a:moveTo>
                    <a:pt x="0" y="451773"/>
                  </a:moveTo>
                  <a:lnTo>
                    <a:pt x="522133" y="451773"/>
                  </a:lnTo>
                  <a:lnTo>
                    <a:pt x="523379" y="451809"/>
                  </a:lnTo>
                  <a:lnTo>
                    <a:pt x="531531" y="452067"/>
                  </a:lnTo>
                  <a:lnTo>
                    <a:pt x="551923" y="452779"/>
                  </a:lnTo>
                  <a:lnTo>
                    <a:pt x="587981" y="454178"/>
                  </a:lnTo>
                  <a:lnTo>
                    <a:pt x="640911" y="456469"/>
                  </a:lnTo>
                  <a:lnTo>
                    <a:pt x="709637" y="459808"/>
                  </a:lnTo>
                  <a:lnTo>
                    <a:pt x="791176" y="464285"/>
                  </a:lnTo>
                  <a:lnTo>
                    <a:pt x="881376" y="469929"/>
                  </a:lnTo>
                  <a:lnTo>
                    <a:pt x="975798" y="476728"/>
                  </a:lnTo>
                  <a:lnTo>
                    <a:pt x="1070453" y="484654"/>
                  </a:lnTo>
                  <a:lnTo>
                    <a:pt x="1162256" y="493691"/>
                  </a:lnTo>
                  <a:lnTo>
                    <a:pt x="1249158" y="503855"/>
                  </a:lnTo>
                  <a:lnTo>
                    <a:pt x="1330074" y="515205"/>
                  </a:lnTo>
                  <a:lnTo>
                    <a:pt x="1404689" y="527850"/>
                  </a:lnTo>
                  <a:lnTo>
                    <a:pt x="1473244" y="541945"/>
                  </a:lnTo>
                  <a:lnTo>
                    <a:pt x="1536339" y="557694"/>
                  </a:lnTo>
                  <a:lnTo>
                    <a:pt x="1594786" y="575334"/>
                  </a:lnTo>
                  <a:lnTo>
                    <a:pt x="1649495" y="595121"/>
                  </a:lnTo>
                  <a:lnTo>
                    <a:pt x="1701385" y="617298"/>
                  </a:lnTo>
                  <a:lnTo>
                    <a:pt x="1751311" y="642045"/>
                  </a:lnTo>
                  <a:lnTo>
                    <a:pt x="1768425" y="651307"/>
                  </a:lnTo>
                  <a:lnTo>
                    <a:pt x="1816450" y="679362"/>
                  </a:lnTo>
                  <a:lnTo>
                    <a:pt x="1864006" y="710055"/>
                  </a:lnTo>
                  <a:lnTo>
                    <a:pt x="1911524" y="743430"/>
                  </a:lnTo>
                  <a:lnTo>
                    <a:pt x="1959312" y="779459"/>
                  </a:lnTo>
                  <a:lnTo>
                    <a:pt x="2007567" y="818026"/>
                  </a:lnTo>
                  <a:lnTo>
                    <a:pt x="2056391" y="858927"/>
                  </a:lnTo>
                  <a:lnTo>
                    <a:pt x="2105798" y="901866"/>
                  </a:lnTo>
                  <a:lnTo>
                    <a:pt x="2155730" y="946462"/>
                  </a:lnTo>
                  <a:lnTo>
                    <a:pt x="2206065" y="992256"/>
                  </a:lnTo>
                  <a:lnTo>
                    <a:pt x="2256640" y="1038736"/>
                  </a:lnTo>
                  <a:lnTo>
                    <a:pt x="2307264" y="1085354"/>
                  </a:lnTo>
                  <a:lnTo>
                    <a:pt x="2357742" y="1131557"/>
                  </a:lnTo>
                  <a:lnTo>
                    <a:pt x="2407893" y="1176812"/>
                  </a:lnTo>
                  <a:lnTo>
                    <a:pt x="2457574" y="1220630"/>
                  </a:lnTo>
                  <a:lnTo>
                    <a:pt x="2506692" y="1262591"/>
                  </a:lnTo>
                  <a:lnTo>
                    <a:pt x="2555224" y="1302354"/>
                  </a:lnTo>
                  <a:lnTo>
                    <a:pt x="2603226" y="1339669"/>
                  </a:lnTo>
                  <a:lnTo>
                    <a:pt x="2650847" y="1374377"/>
                  </a:lnTo>
                  <a:lnTo>
                    <a:pt x="2698339" y="1406407"/>
                  </a:lnTo>
                  <a:lnTo>
                    <a:pt x="2746067" y="1435768"/>
                  </a:lnTo>
                  <a:lnTo>
                    <a:pt x="2770117" y="1449440"/>
                  </a:lnTo>
                  <a:lnTo>
                    <a:pt x="2819533" y="1475101"/>
                  </a:lnTo>
                  <a:lnTo>
                    <a:pt x="2870645" y="1498161"/>
                  </a:lnTo>
                  <a:lnTo>
                    <a:pt x="2924266" y="1518757"/>
                  </a:lnTo>
                  <a:lnTo>
                    <a:pt x="2981302" y="1537118"/>
                  </a:lnTo>
                  <a:lnTo>
                    <a:pt x="3042674" y="1553499"/>
                  </a:lnTo>
                  <a:lnTo>
                    <a:pt x="3109240" y="1568147"/>
                  </a:lnTo>
                  <a:lnTo>
                    <a:pt x="3181689" y="1581279"/>
                  </a:lnTo>
                  <a:lnTo>
                    <a:pt x="3260407" y="1593066"/>
                  </a:lnTo>
                  <a:lnTo>
                    <a:pt x="3345297" y="1603635"/>
                  </a:lnTo>
                  <a:lnTo>
                    <a:pt x="3435568" y="1613062"/>
                  </a:lnTo>
                  <a:lnTo>
                    <a:pt x="3529525" y="1621377"/>
                  </a:lnTo>
                  <a:lnTo>
                    <a:pt x="3624441" y="1628572"/>
                  </a:lnTo>
                  <a:lnTo>
                    <a:pt x="3716610" y="1634622"/>
                  </a:lnTo>
                  <a:lnTo>
                    <a:pt x="3801680" y="1639506"/>
                  </a:lnTo>
                  <a:lnTo>
                    <a:pt x="3875299" y="1643236"/>
                  </a:lnTo>
                  <a:lnTo>
                    <a:pt x="3933980" y="1645879"/>
                  </a:lnTo>
                  <a:lnTo>
                    <a:pt x="3975913" y="1647568"/>
                  </a:lnTo>
                  <a:lnTo>
                    <a:pt x="4001497" y="1648495"/>
                  </a:lnTo>
                  <a:lnTo>
                    <a:pt x="4013409" y="1648884"/>
                  </a:lnTo>
                  <a:lnTo>
                    <a:pt x="4016409" y="1648973"/>
                  </a:lnTo>
                  <a:lnTo>
                    <a:pt x="4538543" y="1648973"/>
                  </a:lnTo>
                  <a:lnTo>
                    <a:pt x="4539769" y="1648925"/>
                  </a:lnTo>
                  <a:lnTo>
                    <a:pt x="4547794" y="1648577"/>
                  </a:lnTo>
                  <a:lnTo>
                    <a:pt x="4567880" y="1647616"/>
                  </a:lnTo>
                  <a:lnTo>
                    <a:pt x="4603425" y="1645727"/>
                  </a:lnTo>
                  <a:lnTo>
                    <a:pt x="4655659" y="1642632"/>
                  </a:lnTo>
                  <a:lnTo>
                    <a:pt x="4723577" y="1638118"/>
                  </a:lnTo>
                  <a:lnTo>
                    <a:pt x="4804289" y="1632063"/>
                  </a:lnTo>
                  <a:lnTo>
                    <a:pt x="4893735" y="1624423"/>
                  </a:lnTo>
                  <a:lnTo>
                    <a:pt x="4987542" y="1615213"/>
                  </a:lnTo>
                  <a:lnTo>
                    <a:pt x="5081755" y="1604472"/>
                  </a:lnTo>
                  <a:lnTo>
                    <a:pt x="5173286" y="1592222"/>
                  </a:lnTo>
                  <a:lnTo>
                    <a:pt x="5260061" y="1578445"/>
                  </a:lnTo>
                  <a:lnTo>
                    <a:pt x="5340959" y="1563064"/>
                  </a:lnTo>
                  <a:lnTo>
                    <a:pt x="5415626" y="1545939"/>
                  </a:lnTo>
                  <a:lnTo>
                    <a:pt x="5484265" y="1526862"/>
                  </a:lnTo>
                  <a:lnTo>
                    <a:pt x="5547446" y="1505565"/>
                  </a:lnTo>
                  <a:lnTo>
                    <a:pt x="5605953" y="1481730"/>
                  </a:lnTo>
                  <a:lnTo>
                    <a:pt x="5660678" y="1455013"/>
                  </a:lnTo>
                  <a:lnTo>
                    <a:pt x="5712527" y="1425080"/>
                  </a:lnTo>
                  <a:lnTo>
                    <a:pt x="5762352" y="1391676"/>
                  </a:lnTo>
                  <a:lnTo>
                    <a:pt x="5784835" y="1375086"/>
                  </a:lnTo>
                  <a:lnTo>
                    <a:pt x="5829465" y="1339433"/>
                  </a:lnTo>
                  <a:lnTo>
                    <a:pt x="5873661" y="1300664"/>
                  </a:lnTo>
                  <a:lnTo>
                    <a:pt x="5917780" y="1258718"/>
                  </a:lnTo>
                  <a:lnTo>
                    <a:pt x="5962084" y="1213614"/>
                  </a:lnTo>
                  <a:lnTo>
                    <a:pt x="6006752" y="1165452"/>
                  </a:lnTo>
                  <a:lnTo>
                    <a:pt x="6051890" y="1114427"/>
                  </a:lnTo>
                  <a:lnTo>
                    <a:pt x="6097536" y="1060824"/>
                  </a:lnTo>
                  <a:lnTo>
                    <a:pt x="6143667" y="1005022"/>
                  </a:lnTo>
                  <a:lnTo>
                    <a:pt x="6190212" y="947480"/>
                  </a:lnTo>
                  <a:lnTo>
                    <a:pt x="6237058" y="888731"/>
                  </a:lnTo>
                  <a:lnTo>
                    <a:pt x="6284065" y="829354"/>
                  </a:lnTo>
                  <a:lnTo>
                    <a:pt x="6331078" y="769955"/>
                  </a:lnTo>
                  <a:lnTo>
                    <a:pt x="6377940" y="711143"/>
                  </a:lnTo>
                  <a:lnTo>
                    <a:pt x="6424510" y="653501"/>
                  </a:lnTo>
                  <a:lnTo>
                    <a:pt x="6470672" y="597564"/>
                  </a:lnTo>
                  <a:lnTo>
                    <a:pt x="6516352" y="543797"/>
                  </a:lnTo>
                  <a:lnTo>
                    <a:pt x="6561525" y="492584"/>
                  </a:lnTo>
                  <a:lnTo>
                    <a:pt x="6606223" y="444219"/>
                  </a:lnTo>
                  <a:lnTo>
                    <a:pt x="6650547" y="398901"/>
                  </a:lnTo>
                  <a:lnTo>
                    <a:pt x="6694671" y="356736"/>
                  </a:lnTo>
                  <a:lnTo>
                    <a:pt x="6738851" y="317749"/>
                  </a:lnTo>
                  <a:lnTo>
                    <a:pt x="6783438" y="281886"/>
                  </a:lnTo>
                  <a:lnTo>
                    <a:pt x="6786527" y="279534"/>
                  </a:lnTo>
                  <a:lnTo>
                    <a:pt x="6835670" y="244493"/>
                  </a:lnTo>
                  <a:lnTo>
                    <a:pt x="6886486" y="212984"/>
                  </a:lnTo>
                  <a:lnTo>
                    <a:pt x="6939775" y="184823"/>
                  </a:lnTo>
                  <a:lnTo>
                    <a:pt x="6996426" y="159704"/>
                  </a:lnTo>
                  <a:lnTo>
                    <a:pt x="7057347" y="137279"/>
                  </a:lnTo>
                  <a:lnTo>
                    <a:pt x="7123383" y="117215"/>
                  </a:lnTo>
                  <a:lnTo>
                    <a:pt x="7195221" y="99220"/>
                  </a:lnTo>
                  <a:lnTo>
                    <a:pt x="7273253" y="83057"/>
                  </a:lnTo>
                  <a:lnTo>
                    <a:pt x="7357408" y="68554"/>
                  </a:lnTo>
                  <a:lnTo>
                    <a:pt x="7446944" y="55606"/>
                  </a:lnTo>
                  <a:lnTo>
                    <a:pt x="7540243" y="44168"/>
                  </a:lnTo>
                  <a:lnTo>
                    <a:pt x="7634684" y="34249"/>
                  </a:lnTo>
                  <a:lnTo>
                    <a:pt x="7726672" y="25881"/>
                  </a:lnTo>
                  <a:lnTo>
                    <a:pt x="7811951" y="19096"/>
                  </a:lnTo>
                  <a:lnTo>
                    <a:pt x="7886214" y="13883"/>
                  </a:lnTo>
                  <a:lnTo>
                    <a:pt x="7945928" y="10155"/>
                  </a:lnTo>
                  <a:lnTo>
                    <a:pt x="7989149" y="7742"/>
                  </a:lnTo>
                  <a:lnTo>
                    <a:pt x="8016062" y="6391"/>
                  </a:lnTo>
                  <a:lnTo>
                    <a:pt x="8029097" y="5800"/>
                  </a:lnTo>
                  <a:lnTo>
                    <a:pt x="8032819" y="5647"/>
                  </a:lnTo>
                  <a:lnTo>
                    <a:pt x="8554953" y="5647"/>
                  </a:lnTo>
                  <a:lnTo>
                    <a:pt x="8554953" y="0"/>
                  </a:lnTo>
                  <a:lnTo>
                    <a:pt x="8032819" y="0"/>
                  </a:lnTo>
                  <a:lnTo>
                    <a:pt x="8031593" y="48"/>
                  </a:lnTo>
                  <a:lnTo>
                    <a:pt x="8023568" y="396"/>
                  </a:lnTo>
                  <a:lnTo>
                    <a:pt x="8003481" y="1357"/>
                  </a:lnTo>
                  <a:lnTo>
                    <a:pt x="7967937" y="3246"/>
                  </a:lnTo>
                  <a:lnTo>
                    <a:pt x="7915703" y="6341"/>
                  </a:lnTo>
                  <a:lnTo>
                    <a:pt x="7847785" y="10855"/>
                  </a:lnTo>
                  <a:lnTo>
                    <a:pt x="7767073" y="16910"/>
                  </a:lnTo>
                  <a:lnTo>
                    <a:pt x="7677627" y="24550"/>
                  </a:lnTo>
                  <a:lnTo>
                    <a:pt x="7583820" y="33760"/>
                  </a:lnTo>
                  <a:lnTo>
                    <a:pt x="7489606" y="44501"/>
                  </a:lnTo>
                  <a:lnTo>
                    <a:pt x="7398076" y="56751"/>
                  </a:lnTo>
                  <a:lnTo>
                    <a:pt x="7311301" y="70528"/>
                  </a:lnTo>
                  <a:lnTo>
                    <a:pt x="7230403" y="85909"/>
                  </a:lnTo>
                  <a:lnTo>
                    <a:pt x="7155736" y="103034"/>
                  </a:lnTo>
                  <a:lnTo>
                    <a:pt x="7087097" y="122111"/>
                  </a:lnTo>
                  <a:lnTo>
                    <a:pt x="7023916" y="143408"/>
                  </a:lnTo>
                  <a:lnTo>
                    <a:pt x="6965408" y="167243"/>
                  </a:lnTo>
                  <a:lnTo>
                    <a:pt x="6910684" y="193960"/>
                  </a:lnTo>
                  <a:lnTo>
                    <a:pt x="6858834" y="223893"/>
                  </a:lnTo>
                  <a:lnTo>
                    <a:pt x="6809010" y="257297"/>
                  </a:lnTo>
                  <a:lnTo>
                    <a:pt x="6786527" y="273887"/>
                  </a:lnTo>
                  <a:lnTo>
                    <a:pt x="6741897" y="309539"/>
                  </a:lnTo>
                  <a:lnTo>
                    <a:pt x="6697701" y="348309"/>
                  </a:lnTo>
                  <a:lnTo>
                    <a:pt x="6653582" y="390255"/>
                  </a:lnTo>
                  <a:lnTo>
                    <a:pt x="6609278" y="435359"/>
                  </a:lnTo>
                  <a:lnTo>
                    <a:pt x="6564610" y="483520"/>
                  </a:lnTo>
                  <a:lnTo>
                    <a:pt x="6519472" y="534546"/>
                  </a:lnTo>
                  <a:lnTo>
                    <a:pt x="6473826" y="588149"/>
                  </a:lnTo>
                  <a:lnTo>
                    <a:pt x="6427695" y="643951"/>
                  </a:lnTo>
                  <a:lnTo>
                    <a:pt x="6381150" y="701493"/>
                  </a:lnTo>
                  <a:lnTo>
                    <a:pt x="6334304" y="760242"/>
                  </a:lnTo>
                  <a:lnTo>
                    <a:pt x="6287297" y="819619"/>
                  </a:lnTo>
                  <a:lnTo>
                    <a:pt x="6240284" y="879018"/>
                  </a:lnTo>
                  <a:lnTo>
                    <a:pt x="6193422" y="937830"/>
                  </a:lnTo>
                  <a:lnTo>
                    <a:pt x="6146852" y="995471"/>
                  </a:lnTo>
                  <a:lnTo>
                    <a:pt x="6100690" y="1051409"/>
                  </a:lnTo>
                  <a:lnTo>
                    <a:pt x="6055010" y="1105176"/>
                  </a:lnTo>
                  <a:lnTo>
                    <a:pt x="6009837" y="1156389"/>
                  </a:lnTo>
                  <a:lnTo>
                    <a:pt x="5965139" y="1204754"/>
                  </a:lnTo>
                  <a:lnTo>
                    <a:pt x="5920815" y="1250072"/>
                  </a:lnTo>
                  <a:lnTo>
                    <a:pt x="5876691" y="1292237"/>
                  </a:lnTo>
                  <a:lnTo>
                    <a:pt x="5832511" y="1331224"/>
                  </a:lnTo>
                  <a:lnTo>
                    <a:pt x="5787924" y="1367087"/>
                  </a:lnTo>
                  <a:lnTo>
                    <a:pt x="5784835" y="1369438"/>
                  </a:lnTo>
                  <a:lnTo>
                    <a:pt x="5735692" y="1404480"/>
                  </a:lnTo>
                  <a:lnTo>
                    <a:pt x="5684876" y="1435989"/>
                  </a:lnTo>
                  <a:lnTo>
                    <a:pt x="5631587" y="1464150"/>
                  </a:lnTo>
                  <a:lnTo>
                    <a:pt x="5574936" y="1489269"/>
                  </a:lnTo>
                  <a:lnTo>
                    <a:pt x="5514015" y="1511694"/>
                  </a:lnTo>
                  <a:lnTo>
                    <a:pt x="5447978" y="1531758"/>
                  </a:lnTo>
                  <a:lnTo>
                    <a:pt x="5376141" y="1549753"/>
                  </a:lnTo>
                  <a:lnTo>
                    <a:pt x="5298108" y="1565916"/>
                  </a:lnTo>
                  <a:lnTo>
                    <a:pt x="5213954" y="1580419"/>
                  </a:lnTo>
                  <a:lnTo>
                    <a:pt x="5124418" y="1593367"/>
                  </a:lnTo>
                  <a:lnTo>
                    <a:pt x="5031119" y="1604805"/>
                  </a:lnTo>
                  <a:lnTo>
                    <a:pt x="4936678" y="1614724"/>
                  </a:lnTo>
                  <a:lnTo>
                    <a:pt x="4844690" y="1623092"/>
                  </a:lnTo>
                  <a:lnTo>
                    <a:pt x="4759411" y="1629876"/>
                  </a:lnTo>
                  <a:lnTo>
                    <a:pt x="4685148" y="1635090"/>
                  </a:lnTo>
                  <a:lnTo>
                    <a:pt x="4625434" y="1638818"/>
                  </a:lnTo>
                  <a:lnTo>
                    <a:pt x="4582213" y="1641231"/>
                  </a:lnTo>
                  <a:lnTo>
                    <a:pt x="4555300" y="1642582"/>
                  </a:lnTo>
                  <a:lnTo>
                    <a:pt x="4542265" y="1643173"/>
                  </a:lnTo>
                  <a:lnTo>
                    <a:pt x="4538543" y="1643326"/>
                  </a:lnTo>
                  <a:lnTo>
                    <a:pt x="4016409" y="1643326"/>
                  </a:lnTo>
                  <a:lnTo>
                    <a:pt x="4015163" y="1643290"/>
                  </a:lnTo>
                  <a:lnTo>
                    <a:pt x="4007011" y="1643033"/>
                  </a:lnTo>
                  <a:lnTo>
                    <a:pt x="3986619" y="1642320"/>
                  </a:lnTo>
                  <a:lnTo>
                    <a:pt x="3950561" y="1640922"/>
                  </a:lnTo>
                  <a:lnTo>
                    <a:pt x="3897632" y="1638630"/>
                  </a:lnTo>
                  <a:lnTo>
                    <a:pt x="3828905" y="1635291"/>
                  </a:lnTo>
                  <a:lnTo>
                    <a:pt x="3747366" y="1630814"/>
                  </a:lnTo>
                  <a:lnTo>
                    <a:pt x="3657166" y="1625170"/>
                  </a:lnTo>
                  <a:lnTo>
                    <a:pt x="3562745" y="1618371"/>
                  </a:lnTo>
                  <a:lnTo>
                    <a:pt x="3468089" y="1610446"/>
                  </a:lnTo>
                  <a:lnTo>
                    <a:pt x="3376286" y="1601409"/>
                  </a:lnTo>
                  <a:lnTo>
                    <a:pt x="3289384" y="1591245"/>
                  </a:lnTo>
                  <a:lnTo>
                    <a:pt x="3208468" y="1579895"/>
                  </a:lnTo>
                  <a:lnTo>
                    <a:pt x="3133853" y="1567250"/>
                  </a:lnTo>
                  <a:lnTo>
                    <a:pt x="3065298" y="1553154"/>
                  </a:lnTo>
                  <a:lnTo>
                    <a:pt x="3002203" y="1537405"/>
                  </a:lnTo>
                  <a:lnTo>
                    <a:pt x="2943756" y="1519765"/>
                  </a:lnTo>
                  <a:lnTo>
                    <a:pt x="2889047" y="1499979"/>
                  </a:lnTo>
                  <a:lnTo>
                    <a:pt x="2837157" y="1477801"/>
                  </a:lnTo>
                  <a:lnTo>
                    <a:pt x="2787232" y="1453055"/>
                  </a:lnTo>
                  <a:lnTo>
                    <a:pt x="2770117" y="1443793"/>
                  </a:lnTo>
                  <a:lnTo>
                    <a:pt x="2722092" y="1415738"/>
                  </a:lnTo>
                  <a:lnTo>
                    <a:pt x="2674536" y="1385045"/>
                  </a:lnTo>
                  <a:lnTo>
                    <a:pt x="2627018" y="1351669"/>
                  </a:lnTo>
                  <a:lnTo>
                    <a:pt x="2579231" y="1315641"/>
                  </a:lnTo>
                  <a:lnTo>
                    <a:pt x="2530975" y="1277074"/>
                  </a:lnTo>
                  <a:lnTo>
                    <a:pt x="2482152" y="1236172"/>
                  </a:lnTo>
                  <a:lnTo>
                    <a:pt x="2432744" y="1193233"/>
                  </a:lnTo>
                  <a:lnTo>
                    <a:pt x="2382812" y="1148638"/>
                  </a:lnTo>
                  <a:lnTo>
                    <a:pt x="2332477" y="1102843"/>
                  </a:lnTo>
                  <a:lnTo>
                    <a:pt x="2281902" y="1056364"/>
                  </a:lnTo>
                  <a:lnTo>
                    <a:pt x="2231278" y="1009745"/>
                  </a:lnTo>
                  <a:lnTo>
                    <a:pt x="2180801" y="963542"/>
                  </a:lnTo>
                  <a:lnTo>
                    <a:pt x="2130649" y="918287"/>
                  </a:lnTo>
                  <a:lnTo>
                    <a:pt x="2080969" y="874469"/>
                  </a:lnTo>
                  <a:lnTo>
                    <a:pt x="2031850" y="832509"/>
                  </a:lnTo>
                  <a:lnTo>
                    <a:pt x="1983319" y="792746"/>
                  </a:lnTo>
                  <a:lnTo>
                    <a:pt x="1935316" y="755431"/>
                  </a:lnTo>
                  <a:lnTo>
                    <a:pt x="1887695" y="720723"/>
                  </a:lnTo>
                  <a:lnTo>
                    <a:pt x="1840204" y="688693"/>
                  </a:lnTo>
                  <a:lnTo>
                    <a:pt x="1792475" y="659332"/>
                  </a:lnTo>
                  <a:lnTo>
                    <a:pt x="1768425" y="645659"/>
                  </a:lnTo>
                  <a:lnTo>
                    <a:pt x="1719009" y="619998"/>
                  </a:lnTo>
                  <a:lnTo>
                    <a:pt x="1667897" y="596938"/>
                  </a:lnTo>
                  <a:lnTo>
                    <a:pt x="1614276" y="576342"/>
                  </a:lnTo>
                  <a:lnTo>
                    <a:pt x="1557240" y="557982"/>
                  </a:lnTo>
                  <a:lnTo>
                    <a:pt x="1495868" y="541601"/>
                  </a:lnTo>
                  <a:lnTo>
                    <a:pt x="1429302" y="526952"/>
                  </a:lnTo>
                  <a:lnTo>
                    <a:pt x="1356854" y="513821"/>
                  </a:lnTo>
                  <a:lnTo>
                    <a:pt x="1278136" y="502033"/>
                  </a:lnTo>
                  <a:lnTo>
                    <a:pt x="1193245" y="491464"/>
                  </a:lnTo>
                  <a:lnTo>
                    <a:pt x="1102975" y="482037"/>
                  </a:lnTo>
                  <a:lnTo>
                    <a:pt x="1009018" y="473723"/>
                  </a:lnTo>
                  <a:lnTo>
                    <a:pt x="914101" y="466527"/>
                  </a:lnTo>
                  <a:lnTo>
                    <a:pt x="821932" y="460477"/>
                  </a:lnTo>
                  <a:lnTo>
                    <a:pt x="736863" y="455593"/>
                  </a:lnTo>
                  <a:lnTo>
                    <a:pt x="663243" y="451863"/>
                  </a:lnTo>
                  <a:lnTo>
                    <a:pt x="604562" y="449220"/>
                  </a:lnTo>
                  <a:lnTo>
                    <a:pt x="562629" y="447531"/>
                  </a:lnTo>
                  <a:lnTo>
                    <a:pt x="537045" y="446605"/>
                  </a:lnTo>
                  <a:lnTo>
                    <a:pt x="525133" y="446215"/>
                  </a:lnTo>
                  <a:lnTo>
                    <a:pt x="522133" y="446126"/>
                  </a:lnTo>
                  <a:lnTo>
                    <a:pt x="0" y="446126"/>
                  </a:lnTo>
                  <a:close/>
                </a:path>
              </a:pathLst>
            </a:custGeom>
            <a:solidFill>
              <a:srgbClr val="8FA8D6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261" name="pl261"/>
            <p:cNvSpPr/>
            <p:nvPr/>
          </p:nvSpPr>
          <p:spPr>
            <a:xfrm>
              <a:off x="386606" y="1185545"/>
              <a:ext cx="8554953" cy="1643326"/>
            </a:xfrm>
            <a:custGeom>
              <a:avLst/>
              <a:pathLst>
                <a:path w="8554953" h="1643326">
                  <a:moveTo>
                    <a:pt x="0" y="446126"/>
                  </a:moveTo>
                  <a:lnTo>
                    <a:pt x="522133" y="446126"/>
                  </a:lnTo>
                  <a:lnTo>
                    <a:pt x="523379" y="446162"/>
                  </a:lnTo>
                  <a:lnTo>
                    <a:pt x="531531" y="446420"/>
                  </a:lnTo>
                  <a:lnTo>
                    <a:pt x="551923" y="447132"/>
                  </a:lnTo>
                  <a:lnTo>
                    <a:pt x="587981" y="448531"/>
                  </a:lnTo>
                  <a:lnTo>
                    <a:pt x="640911" y="450822"/>
                  </a:lnTo>
                  <a:lnTo>
                    <a:pt x="709637" y="454161"/>
                  </a:lnTo>
                  <a:lnTo>
                    <a:pt x="791176" y="458638"/>
                  </a:lnTo>
                  <a:lnTo>
                    <a:pt x="881376" y="464282"/>
                  </a:lnTo>
                  <a:lnTo>
                    <a:pt x="975798" y="471081"/>
                  </a:lnTo>
                  <a:lnTo>
                    <a:pt x="1070453" y="479007"/>
                  </a:lnTo>
                  <a:lnTo>
                    <a:pt x="1162256" y="488044"/>
                  </a:lnTo>
                  <a:lnTo>
                    <a:pt x="1249158" y="498208"/>
                  </a:lnTo>
                  <a:lnTo>
                    <a:pt x="1330074" y="509558"/>
                  </a:lnTo>
                  <a:lnTo>
                    <a:pt x="1404689" y="522202"/>
                  </a:lnTo>
                  <a:lnTo>
                    <a:pt x="1473244" y="536298"/>
                  </a:lnTo>
                  <a:lnTo>
                    <a:pt x="1536339" y="552047"/>
                  </a:lnTo>
                  <a:lnTo>
                    <a:pt x="1594786" y="569687"/>
                  </a:lnTo>
                  <a:lnTo>
                    <a:pt x="1649495" y="589473"/>
                  </a:lnTo>
                  <a:lnTo>
                    <a:pt x="1701385" y="611651"/>
                  </a:lnTo>
                  <a:lnTo>
                    <a:pt x="1751311" y="636397"/>
                  </a:lnTo>
                  <a:lnTo>
                    <a:pt x="1768425" y="645659"/>
                  </a:lnTo>
                  <a:lnTo>
                    <a:pt x="1816450" y="673715"/>
                  </a:lnTo>
                  <a:lnTo>
                    <a:pt x="1864006" y="704407"/>
                  </a:lnTo>
                  <a:lnTo>
                    <a:pt x="1911524" y="737783"/>
                  </a:lnTo>
                  <a:lnTo>
                    <a:pt x="1959312" y="773812"/>
                  </a:lnTo>
                  <a:lnTo>
                    <a:pt x="2007567" y="812379"/>
                  </a:lnTo>
                  <a:lnTo>
                    <a:pt x="2056391" y="853280"/>
                  </a:lnTo>
                  <a:lnTo>
                    <a:pt x="2105798" y="896219"/>
                  </a:lnTo>
                  <a:lnTo>
                    <a:pt x="2155730" y="940815"/>
                  </a:lnTo>
                  <a:lnTo>
                    <a:pt x="2206065" y="986609"/>
                  </a:lnTo>
                  <a:lnTo>
                    <a:pt x="2256640" y="1033089"/>
                  </a:lnTo>
                  <a:lnTo>
                    <a:pt x="2307264" y="1079707"/>
                  </a:lnTo>
                  <a:lnTo>
                    <a:pt x="2357742" y="1125910"/>
                  </a:lnTo>
                  <a:lnTo>
                    <a:pt x="2407893" y="1171165"/>
                  </a:lnTo>
                  <a:lnTo>
                    <a:pt x="2457574" y="1214983"/>
                  </a:lnTo>
                  <a:lnTo>
                    <a:pt x="2506692" y="1256944"/>
                  </a:lnTo>
                  <a:lnTo>
                    <a:pt x="2555224" y="1296707"/>
                  </a:lnTo>
                  <a:lnTo>
                    <a:pt x="2603226" y="1334021"/>
                  </a:lnTo>
                  <a:lnTo>
                    <a:pt x="2650847" y="1368729"/>
                  </a:lnTo>
                  <a:lnTo>
                    <a:pt x="2698339" y="1400760"/>
                  </a:lnTo>
                  <a:lnTo>
                    <a:pt x="2746067" y="1430121"/>
                  </a:lnTo>
                  <a:lnTo>
                    <a:pt x="2770117" y="1443793"/>
                  </a:lnTo>
                  <a:lnTo>
                    <a:pt x="2819533" y="1469454"/>
                  </a:lnTo>
                  <a:lnTo>
                    <a:pt x="2870645" y="1492514"/>
                  </a:lnTo>
                  <a:lnTo>
                    <a:pt x="2924266" y="1513110"/>
                  </a:lnTo>
                  <a:lnTo>
                    <a:pt x="2981302" y="1531471"/>
                  </a:lnTo>
                  <a:lnTo>
                    <a:pt x="3042674" y="1547852"/>
                  </a:lnTo>
                  <a:lnTo>
                    <a:pt x="3109240" y="1562500"/>
                  </a:lnTo>
                  <a:lnTo>
                    <a:pt x="3181689" y="1575631"/>
                  </a:lnTo>
                  <a:lnTo>
                    <a:pt x="3260407" y="1587419"/>
                  </a:lnTo>
                  <a:lnTo>
                    <a:pt x="3345297" y="1597988"/>
                  </a:lnTo>
                  <a:lnTo>
                    <a:pt x="3435568" y="1607415"/>
                  </a:lnTo>
                  <a:lnTo>
                    <a:pt x="3529525" y="1615729"/>
                  </a:lnTo>
                  <a:lnTo>
                    <a:pt x="3624441" y="1622925"/>
                  </a:lnTo>
                  <a:lnTo>
                    <a:pt x="3716610" y="1628975"/>
                  </a:lnTo>
                  <a:lnTo>
                    <a:pt x="3801680" y="1633859"/>
                  </a:lnTo>
                  <a:lnTo>
                    <a:pt x="3875299" y="1637589"/>
                  </a:lnTo>
                  <a:lnTo>
                    <a:pt x="3933980" y="1640232"/>
                  </a:lnTo>
                  <a:lnTo>
                    <a:pt x="3975913" y="1641921"/>
                  </a:lnTo>
                  <a:lnTo>
                    <a:pt x="4001497" y="1642848"/>
                  </a:lnTo>
                  <a:lnTo>
                    <a:pt x="4013409" y="1643237"/>
                  </a:lnTo>
                  <a:lnTo>
                    <a:pt x="4016354" y="1643325"/>
                  </a:lnTo>
                  <a:lnTo>
                    <a:pt x="4016409" y="1643326"/>
                  </a:lnTo>
                  <a:lnTo>
                    <a:pt x="4538543" y="1643326"/>
                  </a:lnTo>
                  <a:lnTo>
                    <a:pt x="4539769" y="1643278"/>
                  </a:lnTo>
                  <a:lnTo>
                    <a:pt x="4547794" y="1642930"/>
                  </a:lnTo>
                  <a:lnTo>
                    <a:pt x="4567880" y="1641968"/>
                  </a:lnTo>
                  <a:lnTo>
                    <a:pt x="4603425" y="1640080"/>
                  </a:lnTo>
                  <a:lnTo>
                    <a:pt x="4655659" y="1636984"/>
                  </a:lnTo>
                  <a:lnTo>
                    <a:pt x="4723577" y="1632471"/>
                  </a:lnTo>
                  <a:lnTo>
                    <a:pt x="4804289" y="1626416"/>
                  </a:lnTo>
                  <a:lnTo>
                    <a:pt x="4893735" y="1618775"/>
                  </a:lnTo>
                  <a:lnTo>
                    <a:pt x="4987542" y="1609566"/>
                  </a:lnTo>
                  <a:lnTo>
                    <a:pt x="5081755" y="1598825"/>
                  </a:lnTo>
                  <a:lnTo>
                    <a:pt x="5173286" y="1586575"/>
                  </a:lnTo>
                  <a:lnTo>
                    <a:pt x="5260061" y="1572798"/>
                  </a:lnTo>
                  <a:lnTo>
                    <a:pt x="5340959" y="1557417"/>
                  </a:lnTo>
                  <a:lnTo>
                    <a:pt x="5415626" y="1540292"/>
                  </a:lnTo>
                  <a:lnTo>
                    <a:pt x="5484265" y="1521215"/>
                  </a:lnTo>
                  <a:lnTo>
                    <a:pt x="5547446" y="1499917"/>
                  </a:lnTo>
                  <a:lnTo>
                    <a:pt x="5605953" y="1476083"/>
                  </a:lnTo>
                  <a:lnTo>
                    <a:pt x="5660678" y="1449366"/>
                  </a:lnTo>
                  <a:lnTo>
                    <a:pt x="5712527" y="1419432"/>
                  </a:lnTo>
                  <a:lnTo>
                    <a:pt x="5762352" y="1386029"/>
                  </a:lnTo>
                  <a:lnTo>
                    <a:pt x="5784835" y="1369438"/>
                  </a:lnTo>
                  <a:lnTo>
                    <a:pt x="5829465" y="1333786"/>
                  </a:lnTo>
                  <a:lnTo>
                    <a:pt x="5873661" y="1295016"/>
                  </a:lnTo>
                  <a:lnTo>
                    <a:pt x="5917780" y="1253071"/>
                  </a:lnTo>
                  <a:lnTo>
                    <a:pt x="5962084" y="1207966"/>
                  </a:lnTo>
                  <a:lnTo>
                    <a:pt x="6006752" y="1159805"/>
                  </a:lnTo>
                  <a:lnTo>
                    <a:pt x="6051890" y="1108780"/>
                  </a:lnTo>
                  <a:lnTo>
                    <a:pt x="6097536" y="1055177"/>
                  </a:lnTo>
                  <a:lnTo>
                    <a:pt x="6143667" y="999375"/>
                  </a:lnTo>
                  <a:lnTo>
                    <a:pt x="6190212" y="941833"/>
                  </a:lnTo>
                  <a:lnTo>
                    <a:pt x="6237058" y="883084"/>
                  </a:lnTo>
                  <a:lnTo>
                    <a:pt x="6284065" y="823706"/>
                  </a:lnTo>
                  <a:lnTo>
                    <a:pt x="6331078" y="764308"/>
                  </a:lnTo>
                  <a:lnTo>
                    <a:pt x="6377940" y="705496"/>
                  </a:lnTo>
                  <a:lnTo>
                    <a:pt x="6424510" y="647854"/>
                  </a:lnTo>
                  <a:lnTo>
                    <a:pt x="6470672" y="591917"/>
                  </a:lnTo>
                  <a:lnTo>
                    <a:pt x="6516352" y="538150"/>
                  </a:lnTo>
                  <a:lnTo>
                    <a:pt x="6561525" y="486937"/>
                  </a:lnTo>
                  <a:lnTo>
                    <a:pt x="6606223" y="438572"/>
                  </a:lnTo>
                  <a:lnTo>
                    <a:pt x="6650547" y="393253"/>
                  </a:lnTo>
                  <a:lnTo>
                    <a:pt x="6694671" y="351089"/>
                  </a:lnTo>
                  <a:lnTo>
                    <a:pt x="6738851" y="312102"/>
                  </a:lnTo>
                  <a:lnTo>
                    <a:pt x="6783438" y="276239"/>
                  </a:lnTo>
                  <a:lnTo>
                    <a:pt x="6786527" y="273887"/>
                  </a:lnTo>
                  <a:lnTo>
                    <a:pt x="6835670" y="238846"/>
                  </a:lnTo>
                  <a:lnTo>
                    <a:pt x="6886486" y="207337"/>
                  </a:lnTo>
                  <a:lnTo>
                    <a:pt x="6939775" y="179176"/>
                  </a:lnTo>
                  <a:lnTo>
                    <a:pt x="6996426" y="154056"/>
                  </a:lnTo>
                  <a:lnTo>
                    <a:pt x="7057347" y="131632"/>
                  </a:lnTo>
                  <a:lnTo>
                    <a:pt x="7123383" y="111568"/>
                  </a:lnTo>
                  <a:lnTo>
                    <a:pt x="7195221" y="93573"/>
                  </a:lnTo>
                  <a:lnTo>
                    <a:pt x="7273253" y="77410"/>
                  </a:lnTo>
                  <a:lnTo>
                    <a:pt x="7357408" y="62907"/>
                  </a:lnTo>
                  <a:lnTo>
                    <a:pt x="7446944" y="49959"/>
                  </a:lnTo>
                  <a:lnTo>
                    <a:pt x="7540243" y="38521"/>
                  </a:lnTo>
                  <a:lnTo>
                    <a:pt x="7634684" y="28602"/>
                  </a:lnTo>
                  <a:lnTo>
                    <a:pt x="7726672" y="20234"/>
                  </a:lnTo>
                  <a:lnTo>
                    <a:pt x="7811951" y="13449"/>
                  </a:lnTo>
                  <a:lnTo>
                    <a:pt x="7886214" y="8235"/>
                  </a:lnTo>
                  <a:lnTo>
                    <a:pt x="7945928" y="4508"/>
                  </a:lnTo>
                  <a:lnTo>
                    <a:pt x="7989149" y="2094"/>
                  </a:lnTo>
                  <a:lnTo>
                    <a:pt x="8016062" y="743"/>
                  </a:lnTo>
                  <a:lnTo>
                    <a:pt x="8029097" y="153"/>
                  </a:lnTo>
                  <a:lnTo>
                    <a:pt x="8032695" y="4"/>
                  </a:lnTo>
                  <a:lnTo>
                    <a:pt x="8032819" y="0"/>
                  </a:lnTo>
                  <a:lnTo>
                    <a:pt x="8554953" y="0"/>
                  </a:lnTo>
                  <a:lnTo>
                    <a:pt x="8554953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62" name="pl262"/>
            <p:cNvSpPr/>
            <p:nvPr/>
          </p:nvSpPr>
          <p:spPr>
            <a:xfrm>
              <a:off x="386606" y="1179898"/>
              <a:ext cx="8554953" cy="1643326"/>
            </a:xfrm>
            <a:custGeom>
              <a:avLst/>
              <a:pathLst>
                <a:path w="8554953" h="1643326">
                  <a:moveTo>
                    <a:pt x="8554953" y="0"/>
                  </a:moveTo>
                  <a:lnTo>
                    <a:pt x="8032819" y="0"/>
                  </a:lnTo>
                  <a:lnTo>
                    <a:pt x="8031593" y="48"/>
                  </a:lnTo>
                  <a:lnTo>
                    <a:pt x="8023568" y="396"/>
                  </a:lnTo>
                  <a:lnTo>
                    <a:pt x="8003481" y="1357"/>
                  </a:lnTo>
                  <a:lnTo>
                    <a:pt x="7967937" y="3246"/>
                  </a:lnTo>
                  <a:lnTo>
                    <a:pt x="7915703" y="6341"/>
                  </a:lnTo>
                  <a:lnTo>
                    <a:pt x="7847785" y="10855"/>
                  </a:lnTo>
                  <a:lnTo>
                    <a:pt x="7767073" y="16910"/>
                  </a:lnTo>
                  <a:lnTo>
                    <a:pt x="7677627" y="24550"/>
                  </a:lnTo>
                  <a:lnTo>
                    <a:pt x="7583820" y="33760"/>
                  </a:lnTo>
                  <a:lnTo>
                    <a:pt x="7489606" y="44501"/>
                  </a:lnTo>
                  <a:lnTo>
                    <a:pt x="7398076" y="56751"/>
                  </a:lnTo>
                  <a:lnTo>
                    <a:pt x="7311301" y="70528"/>
                  </a:lnTo>
                  <a:lnTo>
                    <a:pt x="7230403" y="85909"/>
                  </a:lnTo>
                  <a:lnTo>
                    <a:pt x="7155736" y="103034"/>
                  </a:lnTo>
                  <a:lnTo>
                    <a:pt x="7087097" y="122111"/>
                  </a:lnTo>
                  <a:lnTo>
                    <a:pt x="7023916" y="143408"/>
                  </a:lnTo>
                  <a:lnTo>
                    <a:pt x="6965408" y="167243"/>
                  </a:lnTo>
                  <a:lnTo>
                    <a:pt x="6910684" y="193960"/>
                  </a:lnTo>
                  <a:lnTo>
                    <a:pt x="6858834" y="223893"/>
                  </a:lnTo>
                  <a:lnTo>
                    <a:pt x="6809010" y="257297"/>
                  </a:lnTo>
                  <a:lnTo>
                    <a:pt x="6786527" y="273887"/>
                  </a:lnTo>
                  <a:lnTo>
                    <a:pt x="6741897" y="309539"/>
                  </a:lnTo>
                  <a:lnTo>
                    <a:pt x="6697701" y="348309"/>
                  </a:lnTo>
                  <a:lnTo>
                    <a:pt x="6653582" y="390255"/>
                  </a:lnTo>
                  <a:lnTo>
                    <a:pt x="6609278" y="435359"/>
                  </a:lnTo>
                  <a:lnTo>
                    <a:pt x="6564610" y="483520"/>
                  </a:lnTo>
                  <a:lnTo>
                    <a:pt x="6519472" y="534546"/>
                  </a:lnTo>
                  <a:lnTo>
                    <a:pt x="6473826" y="588149"/>
                  </a:lnTo>
                  <a:lnTo>
                    <a:pt x="6427695" y="643951"/>
                  </a:lnTo>
                  <a:lnTo>
                    <a:pt x="6381150" y="701493"/>
                  </a:lnTo>
                  <a:lnTo>
                    <a:pt x="6334304" y="760242"/>
                  </a:lnTo>
                  <a:lnTo>
                    <a:pt x="6287297" y="819619"/>
                  </a:lnTo>
                  <a:lnTo>
                    <a:pt x="6240284" y="879018"/>
                  </a:lnTo>
                  <a:lnTo>
                    <a:pt x="6193422" y="937830"/>
                  </a:lnTo>
                  <a:lnTo>
                    <a:pt x="6146852" y="995471"/>
                  </a:lnTo>
                  <a:lnTo>
                    <a:pt x="6100690" y="1051409"/>
                  </a:lnTo>
                  <a:lnTo>
                    <a:pt x="6055010" y="1105176"/>
                  </a:lnTo>
                  <a:lnTo>
                    <a:pt x="6009837" y="1156389"/>
                  </a:lnTo>
                  <a:lnTo>
                    <a:pt x="5965139" y="1204754"/>
                  </a:lnTo>
                  <a:lnTo>
                    <a:pt x="5920815" y="1250072"/>
                  </a:lnTo>
                  <a:lnTo>
                    <a:pt x="5876691" y="1292237"/>
                  </a:lnTo>
                  <a:lnTo>
                    <a:pt x="5832511" y="1331224"/>
                  </a:lnTo>
                  <a:lnTo>
                    <a:pt x="5787924" y="1367087"/>
                  </a:lnTo>
                  <a:lnTo>
                    <a:pt x="5784835" y="1369438"/>
                  </a:lnTo>
                  <a:lnTo>
                    <a:pt x="5735692" y="1404480"/>
                  </a:lnTo>
                  <a:lnTo>
                    <a:pt x="5684876" y="1435989"/>
                  </a:lnTo>
                  <a:lnTo>
                    <a:pt x="5631587" y="1464150"/>
                  </a:lnTo>
                  <a:lnTo>
                    <a:pt x="5574936" y="1489269"/>
                  </a:lnTo>
                  <a:lnTo>
                    <a:pt x="5514015" y="1511694"/>
                  </a:lnTo>
                  <a:lnTo>
                    <a:pt x="5447978" y="1531758"/>
                  </a:lnTo>
                  <a:lnTo>
                    <a:pt x="5376141" y="1549753"/>
                  </a:lnTo>
                  <a:lnTo>
                    <a:pt x="5298108" y="1565916"/>
                  </a:lnTo>
                  <a:lnTo>
                    <a:pt x="5213954" y="1580419"/>
                  </a:lnTo>
                  <a:lnTo>
                    <a:pt x="5124418" y="1593367"/>
                  </a:lnTo>
                  <a:lnTo>
                    <a:pt x="5031119" y="1604805"/>
                  </a:lnTo>
                  <a:lnTo>
                    <a:pt x="4936678" y="1614724"/>
                  </a:lnTo>
                  <a:lnTo>
                    <a:pt x="4844690" y="1623092"/>
                  </a:lnTo>
                  <a:lnTo>
                    <a:pt x="4759411" y="1629876"/>
                  </a:lnTo>
                  <a:lnTo>
                    <a:pt x="4685148" y="1635090"/>
                  </a:lnTo>
                  <a:lnTo>
                    <a:pt x="4625434" y="1638818"/>
                  </a:lnTo>
                  <a:lnTo>
                    <a:pt x="4582213" y="1641231"/>
                  </a:lnTo>
                  <a:lnTo>
                    <a:pt x="4555300" y="1642582"/>
                  </a:lnTo>
                  <a:lnTo>
                    <a:pt x="4542265" y="1643173"/>
                  </a:lnTo>
                  <a:lnTo>
                    <a:pt x="4538667" y="1643322"/>
                  </a:lnTo>
                  <a:lnTo>
                    <a:pt x="4538543" y="1643326"/>
                  </a:lnTo>
                  <a:lnTo>
                    <a:pt x="4016409" y="1643326"/>
                  </a:lnTo>
                  <a:lnTo>
                    <a:pt x="4015163" y="1643290"/>
                  </a:lnTo>
                  <a:lnTo>
                    <a:pt x="4007011" y="1643033"/>
                  </a:lnTo>
                  <a:lnTo>
                    <a:pt x="3986619" y="1642320"/>
                  </a:lnTo>
                  <a:lnTo>
                    <a:pt x="3950561" y="1640922"/>
                  </a:lnTo>
                  <a:lnTo>
                    <a:pt x="3897632" y="1638630"/>
                  </a:lnTo>
                  <a:lnTo>
                    <a:pt x="3828905" y="1635291"/>
                  </a:lnTo>
                  <a:lnTo>
                    <a:pt x="3747366" y="1630814"/>
                  </a:lnTo>
                  <a:lnTo>
                    <a:pt x="3657166" y="1625170"/>
                  </a:lnTo>
                  <a:lnTo>
                    <a:pt x="3562745" y="1618371"/>
                  </a:lnTo>
                  <a:lnTo>
                    <a:pt x="3468089" y="1610446"/>
                  </a:lnTo>
                  <a:lnTo>
                    <a:pt x="3376286" y="1601409"/>
                  </a:lnTo>
                  <a:lnTo>
                    <a:pt x="3289384" y="1591245"/>
                  </a:lnTo>
                  <a:lnTo>
                    <a:pt x="3208468" y="1579895"/>
                  </a:lnTo>
                  <a:lnTo>
                    <a:pt x="3133853" y="1567250"/>
                  </a:lnTo>
                  <a:lnTo>
                    <a:pt x="3065298" y="1553154"/>
                  </a:lnTo>
                  <a:lnTo>
                    <a:pt x="3002203" y="1537405"/>
                  </a:lnTo>
                  <a:lnTo>
                    <a:pt x="2943756" y="1519765"/>
                  </a:lnTo>
                  <a:lnTo>
                    <a:pt x="2889047" y="1499979"/>
                  </a:lnTo>
                  <a:lnTo>
                    <a:pt x="2837157" y="1477801"/>
                  </a:lnTo>
                  <a:lnTo>
                    <a:pt x="2787232" y="1453055"/>
                  </a:lnTo>
                  <a:lnTo>
                    <a:pt x="2770117" y="1443793"/>
                  </a:lnTo>
                  <a:lnTo>
                    <a:pt x="2722092" y="1415738"/>
                  </a:lnTo>
                  <a:lnTo>
                    <a:pt x="2674536" y="1385045"/>
                  </a:lnTo>
                  <a:lnTo>
                    <a:pt x="2627018" y="1351669"/>
                  </a:lnTo>
                  <a:lnTo>
                    <a:pt x="2579231" y="1315641"/>
                  </a:lnTo>
                  <a:lnTo>
                    <a:pt x="2530975" y="1277074"/>
                  </a:lnTo>
                  <a:lnTo>
                    <a:pt x="2482152" y="1236172"/>
                  </a:lnTo>
                  <a:lnTo>
                    <a:pt x="2432744" y="1193233"/>
                  </a:lnTo>
                  <a:lnTo>
                    <a:pt x="2382812" y="1148638"/>
                  </a:lnTo>
                  <a:lnTo>
                    <a:pt x="2332477" y="1102843"/>
                  </a:lnTo>
                  <a:lnTo>
                    <a:pt x="2281902" y="1056364"/>
                  </a:lnTo>
                  <a:lnTo>
                    <a:pt x="2231278" y="1009745"/>
                  </a:lnTo>
                  <a:lnTo>
                    <a:pt x="2180801" y="963542"/>
                  </a:lnTo>
                  <a:lnTo>
                    <a:pt x="2130649" y="918287"/>
                  </a:lnTo>
                  <a:lnTo>
                    <a:pt x="2080969" y="874469"/>
                  </a:lnTo>
                  <a:lnTo>
                    <a:pt x="2031850" y="832509"/>
                  </a:lnTo>
                  <a:lnTo>
                    <a:pt x="1983319" y="792746"/>
                  </a:lnTo>
                  <a:lnTo>
                    <a:pt x="1935316" y="755431"/>
                  </a:lnTo>
                  <a:lnTo>
                    <a:pt x="1887695" y="720723"/>
                  </a:lnTo>
                  <a:lnTo>
                    <a:pt x="1840204" y="688693"/>
                  </a:lnTo>
                  <a:lnTo>
                    <a:pt x="1792475" y="659332"/>
                  </a:lnTo>
                  <a:lnTo>
                    <a:pt x="1768425" y="645659"/>
                  </a:lnTo>
                  <a:lnTo>
                    <a:pt x="1719009" y="619998"/>
                  </a:lnTo>
                  <a:lnTo>
                    <a:pt x="1667897" y="596938"/>
                  </a:lnTo>
                  <a:lnTo>
                    <a:pt x="1614276" y="576342"/>
                  </a:lnTo>
                  <a:lnTo>
                    <a:pt x="1557240" y="557982"/>
                  </a:lnTo>
                  <a:lnTo>
                    <a:pt x="1495868" y="541601"/>
                  </a:lnTo>
                  <a:lnTo>
                    <a:pt x="1429302" y="526952"/>
                  </a:lnTo>
                  <a:lnTo>
                    <a:pt x="1356854" y="513821"/>
                  </a:lnTo>
                  <a:lnTo>
                    <a:pt x="1278136" y="502033"/>
                  </a:lnTo>
                  <a:lnTo>
                    <a:pt x="1193245" y="491464"/>
                  </a:lnTo>
                  <a:lnTo>
                    <a:pt x="1102975" y="482037"/>
                  </a:lnTo>
                  <a:lnTo>
                    <a:pt x="1009018" y="473723"/>
                  </a:lnTo>
                  <a:lnTo>
                    <a:pt x="914101" y="466527"/>
                  </a:lnTo>
                  <a:lnTo>
                    <a:pt x="821932" y="460477"/>
                  </a:lnTo>
                  <a:lnTo>
                    <a:pt x="736863" y="455593"/>
                  </a:lnTo>
                  <a:lnTo>
                    <a:pt x="663243" y="451863"/>
                  </a:lnTo>
                  <a:lnTo>
                    <a:pt x="604562" y="449220"/>
                  </a:lnTo>
                  <a:lnTo>
                    <a:pt x="562629" y="447531"/>
                  </a:lnTo>
                  <a:lnTo>
                    <a:pt x="537045" y="446605"/>
                  </a:lnTo>
                  <a:lnTo>
                    <a:pt x="525133" y="446215"/>
                  </a:lnTo>
                  <a:lnTo>
                    <a:pt x="522188" y="446128"/>
                  </a:lnTo>
                  <a:lnTo>
                    <a:pt x="522133" y="446126"/>
                  </a:lnTo>
                  <a:lnTo>
                    <a:pt x="0" y="446126"/>
                  </a:lnTo>
                  <a:lnTo>
                    <a:pt x="0" y="446126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63" name="pg263"/>
            <p:cNvSpPr/>
            <p:nvPr/>
          </p:nvSpPr>
          <p:spPr>
            <a:xfrm>
              <a:off x="386606" y="1631671"/>
              <a:ext cx="8554953" cy="1214141"/>
            </a:xfrm>
            <a:custGeom>
              <a:avLst/>
              <a:pathLst>
                <a:path w="8554953" h="1214141">
                  <a:moveTo>
                    <a:pt x="0" y="5647"/>
                  </a:moveTo>
                  <a:lnTo>
                    <a:pt x="522133" y="5647"/>
                  </a:lnTo>
                  <a:lnTo>
                    <a:pt x="523379" y="5683"/>
                  </a:lnTo>
                  <a:lnTo>
                    <a:pt x="531528" y="5943"/>
                  </a:lnTo>
                  <a:lnTo>
                    <a:pt x="551914" y="6662"/>
                  </a:lnTo>
                  <a:lnTo>
                    <a:pt x="587960" y="8073"/>
                  </a:lnTo>
                  <a:lnTo>
                    <a:pt x="640874" y="10385"/>
                  </a:lnTo>
                  <a:lnTo>
                    <a:pt x="709584" y="13755"/>
                  </a:lnTo>
                  <a:lnTo>
                    <a:pt x="791105" y="18272"/>
                  </a:lnTo>
                  <a:lnTo>
                    <a:pt x="881288" y="23968"/>
                  </a:lnTo>
                  <a:lnTo>
                    <a:pt x="975696" y="30829"/>
                  </a:lnTo>
                  <a:lnTo>
                    <a:pt x="1070342" y="38827"/>
                  </a:lnTo>
                  <a:lnTo>
                    <a:pt x="1162139" y="47947"/>
                  </a:lnTo>
                  <a:lnTo>
                    <a:pt x="1249038" y="58204"/>
                  </a:lnTo>
                  <a:lnTo>
                    <a:pt x="1329954" y="69658"/>
                  </a:lnTo>
                  <a:lnTo>
                    <a:pt x="1404571" y="82418"/>
                  </a:lnTo>
                  <a:lnTo>
                    <a:pt x="1473127" y="96643"/>
                  </a:lnTo>
                  <a:lnTo>
                    <a:pt x="1536224" y="112535"/>
                  </a:lnTo>
                  <a:lnTo>
                    <a:pt x="1594673" y="130335"/>
                  </a:lnTo>
                  <a:lnTo>
                    <a:pt x="1649382" y="150301"/>
                  </a:lnTo>
                  <a:lnTo>
                    <a:pt x="1701271" y="172680"/>
                  </a:lnTo>
                  <a:lnTo>
                    <a:pt x="1751194" y="197651"/>
                  </a:lnTo>
                  <a:lnTo>
                    <a:pt x="1768425" y="207062"/>
                  </a:lnTo>
                  <a:lnTo>
                    <a:pt x="1816363" y="235328"/>
                  </a:lnTo>
                  <a:lnTo>
                    <a:pt x="1863832" y="266246"/>
                  </a:lnTo>
                  <a:lnTo>
                    <a:pt x="1911262" y="299863"/>
                  </a:lnTo>
                  <a:lnTo>
                    <a:pt x="1958960" y="336148"/>
                  </a:lnTo>
                  <a:lnTo>
                    <a:pt x="2007122" y="374987"/>
                  </a:lnTo>
                  <a:lnTo>
                    <a:pt x="2055851" y="416176"/>
                  </a:lnTo>
                  <a:lnTo>
                    <a:pt x="2105161" y="459419"/>
                  </a:lnTo>
                  <a:lnTo>
                    <a:pt x="2154995" y="504332"/>
                  </a:lnTo>
                  <a:lnTo>
                    <a:pt x="2205233" y="550459"/>
                  </a:lnTo>
                  <a:lnTo>
                    <a:pt x="2255713" y="597284"/>
                  </a:lnTo>
                  <a:lnTo>
                    <a:pt x="2306245" y="644259"/>
                  </a:lnTo>
                  <a:lnTo>
                    <a:pt x="2356635" y="690827"/>
                  </a:lnTo>
                  <a:lnTo>
                    <a:pt x="2406704" y="736453"/>
                  </a:lnTo>
                  <a:lnTo>
                    <a:pt x="2456306" y="780645"/>
                  </a:lnTo>
                  <a:lnTo>
                    <a:pt x="2505350" y="822978"/>
                  </a:lnTo>
                  <a:lnTo>
                    <a:pt x="2553809" y="863109"/>
                  </a:lnTo>
                  <a:lnTo>
                    <a:pt x="2601738" y="900785"/>
                  </a:lnTo>
                  <a:lnTo>
                    <a:pt x="2649281" y="935842"/>
                  </a:lnTo>
                  <a:lnTo>
                    <a:pt x="2696684" y="968206"/>
                  </a:lnTo>
                  <a:lnTo>
                    <a:pt x="2744309" y="997885"/>
                  </a:lnTo>
                  <a:lnTo>
                    <a:pt x="2770117" y="1012726"/>
                  </a:lnTo>
                  <a:lnTo>
                    <a:pt x="2819527" y="1038626"/>
                  </a:lnTo>
                  <a:lnTo>
                    <a:pt x="2870633" y="1061901"/>
                  </a:lnTo>
                  <a:lnTo>
                    <a:pt x="2924247" y="1082690"/>
                  </a:lnTo>
                  <a:lnTo>
                    <a:pt x="2981274" y="1101222"/>
                  </a:lnTo>
                  <a:lnTo>
                    <a:pt x="3042636" y="1117757"/>
                  </a:lnTo>
                  <a:lnTo>
                    <a:pt x="3109190" y="1132543"/>
                  </a:lnTo>
                  <a:lnTo>
                    <a:pt x="3181626" y="1145797"/>
                  </a:lnTo>
                  <a:lnTo>
                    <a:pt x="3260329" y="1157696"/>
                  </a:lnTo>
                  <a:lnTo>
                    <a:pt x="3345203" y="1168365"/>
                  </a:lnTo>
                  <a:lnTo>
                    <a:pt x="3435458" y="1177881"/>
                  </a:lnTo>
                  <a:lnTo>
                    <a:pt x="3529401" y="1186274"/>
                  </a:lnTo>
                  <a:lnTo>
                    <a:pt x="3624307" y="1193538"/>
                  </a:lnTo>
                  <a:lnTo>
                    <a:pt x="3716473" y="1199646"/>
                  </a:lnTo>
                  <a:lnTo>
                    <a:pt x="3801547" y="1204578"/>
                  </a:lnTo>
                  <a:lnTo>
                    <a:pt x="3875181" y="1208344"/>
                  </a:lnTo>
                  <a:lnTo>
                    <a:pt x="3933884" y="1211014"/>
                  </a:lnTo>
                  <a:lnTo>
                    <a:pt x="3975846" y="1212720"/>
                  </a:lnTo>
                  <a:lnTo>
                    <a:pt x="4001458" y="1213657"/>
                  </a:lnTo>
                  <a:lnTo>
                    <a:pt x="4013395" y="1214051"/>
                  </a:lnTo>
                  <a:lnTo>
                    <a:pt x="4016409" y="1214141"/>
                  </a:lnTo>
                  <a:lnTo>
                    <a:pt x="4538543" y="1214141"/>
                  </a:lnTo>
                  <a:lnTo>
                    <a:pt x="4539792" y="1214107"/>
                  </a:lnTo>
                  <a:lnTo>
                    <a:pt x="4547960" y="1213864"/>
                  </a:lnTo>
                  <a:lnTo>
                    <a:pt x="4568391" y="1213190"/>
                  </a:lnTo>
                  <a:lnTo>
                    <a:pt x="4604514" y="1211868"/>
                  </a:lnTo>
                  <a:lnTo>
                    <a:pt x="4657531" y="1209702"/>
                  </a:lnTo>
                  <a:lnTo>
                    <a:pt x="4726360" y="1206546"/>
                  </a:lnTo>
                  <a:lnTo>
                    <a:pt x="4808004" y="1202315"/>
                  </a:lnTo>
                  <a:lnTo>
                    <a:pt x="4898299" y="1196980"/>
                  </a:lnTo>
                  <a:lnTo>
                    <a:pt x="4992797" y="1190556"/>
                  </a:lnTo>
                  <a:lnTo>
                    <a:pt x="5087508" y="1183067"/>
                  </a:lnTo>
                  <a:lnTo>
                    <a:pt x="5179344" y="1174528"/>
                  </a:lnTo>
                  <a:lnTo>
                    <a:pt x="5266262" y="1164924"/>
                  </a:lnTo>
                  <a:lnTo>
                    <a:pt x="5347179" y="1154199"/>
                  </a:lnTo>
                  <a:lnTo>
                    <a:pt x="5421788" y="1142250"/>
                  </a:lnTo>
                  <a:lnTo>
                    <a:pt x="5490332" y="1128928"/>
                  </a:lnTo>
                  <a:lnTo>
                    <a:pt x="5553417" y="1114042"/>
                  </a:lnTo>
                  <a:lnTo>
                    <a:pt x="5611856" y="1097368"/>
                  </a:lnTo>
                  <a:lnTo>
                    <a:pt x="5666563" y="1078663"/>
                  </a:lnTo>
                  <a:lnTo>
                    <a:pt x="5718459" y="1057696"/>
                  </a:lnTo>
                  <a:lnTo>
                    <a:pt x="5768398" y="1034301"/>
                  </a:lnTo>
                  <a:lnTo>
                    <a:pt x="5784835" y="1025902"/>
                  </a:lnTo>
                  <a:lnTo>
                    <a:pt x="5833383" y="999131"/>
                  </a:lnTo>
                  <a:lnTo>
                    <a:pt x="5881458" y="969816"/>
                  </a:lnTo>
                  <a:lnTo>
                    <a:pt x="5929502" y="937914"/>
                  </a:lnTo>
                  <a:lnTo>
                    <a:pt x="5977829" y="903456"/>
                  </a:lnTo>
                  <a:lnTo>
                    <a:pt x="6026640" y="866558"/>
                  </a:lnTo>
                  <a:lnTo>
                    <a:pt x="6076036" y="827422"/>
                  </a:lnTo>
                  <a:lnTo>
                    <a:pt x="6126026" y="786343"/>
                  </a:lnTo>
                  <a:lnTo>
                    <a:pt x="6176545" y="743700"/>
                  </a:lnTo>
                  <a:lnTo>
                    <a:pt x="6227463" y="699941"/>
                  </a:lnTo>
                  <a:lnTo>
                    <a:pt x="6278607" y="655573"/>
                  </a:lnTo>
                  <a:lnTo>
                    <a:pt x="6329779" y="611131"/>
                  </a:lnTo>
                  <a:lnTo>
                    <a:pt x="6380778" y="567152"/>
                  </a:lnTo>
                  <a:lnTo>
                    <a:pt x="6431422" y="524152"/>
                  </a:lnTo>
                  <a:lnTo>
                    <a:pt x="6481568" y="482600"/>
                  </a:lnTo>
                  <a:lnTo>
                    <a:pt x="6531130" y="442894"/>
                  </a:lnTo>
                  <a:lnTo>
                    <a:pt x="6580097" y="405353"/>
                  </a:lnTo>
                  <a:lnTo>
                    <a:pt x="6628543" y="370206"/>
                  </a:lnTo>
                  <a:lnTo>
                    <a:pt x="6676639" y="337591"/>
                  </a:lnTo>
                  <a:lnTo>
                    <a:pt x="6724666" y="307562"/>
                  </a:lnTo>
                  <a:lnTo>
                    <a:pt x="6773031" y="280096"/>
                  </a:lnTo>
                  <a:lnTo>
                    <a:pt x="6786527" y="272946"/>
                  </a:lnTo>
                  <a:lnTo>
                    <a:pt x="6835977" y="248722"/>
                  </a:lnTo>
                  <a:lnTo>
                    <a:pt x="6887127" y="226954"/>
                  </a:lnTo>
                  <a:lnTo>
                    <a:pt x="6940790" y="207515"/>
                  </a:lnTo>
                  <a:lnTo>
                    <a:pt x="6997875" y="190186"/>
                  </a:lnTo>
                  <a:lnTo>
                    <a:pt x="7059304" y="174727"/>
                  </a:lnTo>
                  <a:lnTo>
                    <a:pt x="7125936" y="160904"/>
                  </a:lnTo>
                  <a:lnTo>
                    <a:pt x="7198463" y="148514"/>
                  </a:lnTo>
                  <a:lnTo>
                    <a:pt x="7277268" y="137392"/>
                  </a:lnTo>
                  <a:lnTo>
                    <a:pt x="7362251" y="127421"/>
                  </a:lnTo>
                  <a:lnTo>
                    <a:pt x="7452614" y="118528"/>
                  </a:lnTo>
                  <a:lnTo>
                    <a:pt x="7546654" y="110686"/>
                  </a:lnTo>
                  <a:lnTo>
                    <a:pt x="7641629" y="103902"/>
                  </a:lnTo>
                  <a:lnTo>
                    <a:pt x="7733820" y="98200"/>
                  </a:lnTo>
                  <a:lnTo>
                    <a:pt x="7818860" y="93599"/>
                  </a:lnTo>
                  <a:lnTo>
                    <a:pt x="7892397" y="90089"/>
                  </a:lnTo>
                  <a:lnTo>
                    <a:pt x="7950944" y="87604"/>
                  </a:lnTo>
                  <a:lnTo>
                    <a:pt x="7992714" y="86019"/>
                  </a:lnTo>
                  <a:lnTo>
                    <a:pt x="8018130" y="85151"/>
                  </a:lnTo>
                  <a:lnTo>
                    <a:pt x="8029903" y="84789"/>
                  </a:lnTo>
                  <a:lnTo>
                    <a:pt x="8032819" y="84707"/>
                  </a:lnTo>
                  <a:lnTo>
                    <a:pt x="8554953" y="84707"/>
                  </a:lnTo>
                  <a:lnTo>
                    <a:pt x="8554953" y="79060"/>
                  </a:lnTo>
                  <a:lnTo>
                    <a:pt x="8032819" y="79060"/>
                  </a:lnTo>
                  <a:lnTo>
                    <a:pt x="8031570" y="79094"/>
                  </a:lnTo>
                  <a:lnTo>
                    <a:pt x="8023402" y="79337"/>
                  </a:lnTo>
                  <a:lnTo>
                    <a:pt x="8002971" y="80011"/>
                  </a:lnTo>
                  <a:lnTo>
                    <a:pt x="7966848" y="81333"/>
                  </a:lnTo>
                  <a:lnTo>
                    <a:pt x="7913831" y="83499"/>
                  </a:lnTo>
                  <a:lnTo>
                    <a:pt x="7845002" y="86655"/>
                  </a:lnTo>
                  <a:lnTo>
                    <a:pt x="7763358" y="90887"/>
                  </a:lnTo>
                  <a:lnTo>
                    <a:pt x="7673063" y="96221"/>
                  </a:lnTo>
                  <a:lnTo>
                    <a:pt x="7578565" y="102645"/>
                  </a:lnTo>
                  <a:lnTo>
                    <a:pt x="7483854" y="110134"/>
                  </a:lnTo>
                  <a:lnTo>
                    <a:pt x="7392018" y="118673"/>
                  </a:lnTo>
                  <a:lnTo>
                    <a:pt x="7305100" y="128277"/>
                  </a:lnTo>
                  <a:lnTo>
                    <a:pt x="7224182" y="139002"/>
                  </a:lnTo>
                  <a:lnTo>
                    <a:pt x="7149574" y="150951"/>
                  </a:lnTo>
                  <a:lnTo>
                    <a:pt x="7081030" y="164273"/>
                  </a:lnTo>
                  <a:lnTo>
                    <a:pt x="7017945" y="179159"/>
                  </a:lnTo>
                  <a:lnTo>
                    <a:pt x="6959505" y="195833"/>
                  </a:lnTo>
                  <a:lnTo>
                    <a:pt x="6904799" y="214538"/>
                  </a:lnTo>
                  <a:lnTo>
                    <a:pt x="6852903" y="235505"/>
                  </a:lnTo>
                  <a:lnTo>
                    <a:pt x="6802964" y="258900"/>
                  </a:lnTo>
                  <a:lnTo>
                    <a:pt x="6786527" y="267299"/>
                  </a:lnTo>
                  <a:lnTo>
                    <a:pt x="6737979" y="294070"/>
                  </a:lnTo>
                  <a:lnTo>
                    <a:pt x="6689904" y="323386"/>
                  </a:lnTo>
                  <a:lnTo>
                    <a:pt x="6641860" y="355288"/>
                  </a:lnTo>
                  <a:lnTo>
                    <a:pt x="6593533" y="389745"/>
                  </a:lnTo>
                  <a:lnTo>
                    <a:pt x="6544722" y="426644"/>
                  </a:lnTo>
                  <a:lnTo>
                    <a:pt x="6495326" y="465779"/>
                  </a:lnTo>
                  <a:lnTo>
                    <a:pt x="6445336" y="506858"/>
                  </a:lnTo>
                  <a:lnTo>
                    <a:pt x="6394817" y="549502"/>
                  </a:lnTo>
                  <a:lnTo>
                    <a:pt x="6343899" y="593260"/>
                  </a:lnTo>
                  <a:lnTo>
                    <a:pt x="6292755" y="637628"/>
                  </a:lnTo>
                  <a:lnTo>
                    <a:pt x="6241583" y="682071"/>
                  </a:lnTo>
                  <a:lnTo>
                    <a:pt x="6190584" y="726050"/>
                  </a:lnTo>
                  <a:lnTo>
                    <a:pt x="6139940" y="769049"/>
                  </a:lnTo>
                  <a:lnTo>
                    <a:pt x="6089794" y="810602"/>
                  </a:lnTo>
                  <a:lnTo>
                    <a:pt x="6040232" y="850307"/>
                  </a:lnTo>
                  <a:lnTo>
                    <a:pt x="5991265" y="887848"/>
                  </a:lnTo>
                  <a:lnTo>
                    <a:pt x="5942819" y="922995"/>
                  </a:lnTo>
                  <a:lnTo>
                    <a:pt x="5894723" y="955610"/>
                  </a:lnTo>
                  <a:lnTo>
                    <a:pt x="5846696" y="985639"/>
                  </a:lnTo>
                  <a:lnTo>
                    <a:pt x="5798331" y="1013105"/>
                  </a:lnTo>
                  <a:lnTo>
                    <a:pt x="5784835" y="1020255"/>
                  </a:lnTo>
                  <a:lnTo>
                    <a:pt x="5735385" y="1044479"/>
                  </a:lnTo>
                  <a:lnTo>
                    <a:pt x="5684235" y="1066247"/>
                  </a:lnTo>
                  <a:lnTo>
                    <a:pt x="5630572" y="1085687"/>
                  </a:lnTo>
                  <a:lnTo>
                    <a:pt x="5573487" y="1103015"/>
                  </a:lnTo>
                  <a:lnTo>
                    <a:pt x="5512058" y="1118474"/>
                  </a:lnTo>
                  <a:lnTo>
                    <a:pt x="5445425" y="1132297"/>
                  </a:lnTo>
                  <a:lnTo>
                    <a:pt x="5372899" y="1144688"/>
                  </a:lnTo>
                  <a:lnTo>
                    <a:pt x="5294094" y="1155809"/>
                  </a:lnTo>
                  <a:lnTo>
                    <a:pt x="5209111" y="1165781"/>
                  </a:lnTo>
                  <a:lnTo>
                    <a:pt x="5118748" y="1174673"/>
                  </a:lnTo>
                  <a:lnTo>
                    <a:pt x="5024708" y="1182515"/>
                  </a:lnTo>
                  <a:lnTo>
                    <a:pt x="4929733" y="1189299"/>
                  </a:lnTo>
                  <a:lnTo>
                    <a:pt x="4837542" y="1195001"/>
                  </a:lnTo>
                  <a:lnTo>
                    <a:pt x="4752502" y="1199602"/>
                  </a:lnTo>
                  <a:lnTo>
                    <a:pt x="4678965" y="1203112"/>
                  </a:lnTo>
                  <a:lnTo>
                    <a:pt x="4620418" y="1205597"/>
                  </a:lnTo>
                  <a:lnTo>
                    <a:pt x="4578648" y="1207183"/>
                  </a:lnTo>
                  <a:lnTo>
                    <a:pt x="4553232" y="1208050"/>
                  </a:lnTo>
                  <a:lnTo>
                    <a:pt x="4541459" y="1208412"/>
                  </a:lnTo>
                  <a:lnTo>
                    <a:pt x="4538543" y="1208494"/>
                  </a:lnTo>
                  <a:lnTo>
                    <a:pt x="4016409" y="1208494"/>
                  </a:lnTo>
                  <a:lnTo>
                    <a:pt x="4015163" y="1208458"/>
                  </a:lnTo>
                  <a:lnTo>
                    <a:pt x="4007014" y="1208198"/>
                  </a:lnTo>
                  <a:lnTo>
                    <a:pt x="3986629" y="1207479"/>
                  </a:lnTo>
                  <a:lnTo>
                    <a:pt x="3950582" y="1206068"/>
                  </a:lnTo>
                  <a:lnTo>
                    <a:pt x="3897668" y="1203756"/>
                  </a:lnTo>
                  <a:lnTo>
                    <a:pt x="3828959" y="1200386"/>
                  </a:lnTo>
                  <a:lnTo>
                    <a:pt x="3747438" y="1195868"/>
                  </a:lnTo>
                  <a:lnTo>
                    <a:pt x="3657254" y="1190173"/>
                  </a:lnTo>
                  <a:lnTo>
                    <a:pt x="3562846" y="1183312"/>
                  </a:lnTo>
                  <a:lnTo>
                    <a:pt x="3468200" y="1175313"/>
                  </a:lnTo>
                  <a:lnTo>
                    <a:pt x="3376403" y="1166194"/>
                  </a:lnTo>
                  <a:lnTo>
                    <a:pt x="3289504" y="1155937"/>
                  </a:lnTo>
                  <a:lnTo>
                    <a:pt x="3208588" y="1144483"/>
                  </a:lnTo>
                  <a:lnTo>
                    <a:pt x="3133971" y="1131722"/>
                  </a:lnTo>
                  <a:lnTo>
                    <a:pt x="3065415" y="1117498"/>
                  </a:lnTo>
                  <a:lnTo>
                    <a:pt x="3002318" y="1101605"/>
                  </a:lnTo>
                  <a:lnTo>
                    <a:pt x="2943869" y="1083805"/>
                  </a:lnTo>
                  <a:lnTo>
                    <a:pt x="2889160" y="1063839"/>
                  </a:lnTo>
                  <a:lnTo>
                    <a:pt x="2837271" y="1041461"/>
                  </a:lnTo>
                  <a:lnTo>
                    <a:pt x="2787348" y="1016490"/>
                  </a:lnTo>
                  <a:lnTo>
                    <a:pt x="2770117" y="1007078"/>
                  </a:lnTo>
                  <a:lnTo>
                    <a:pt x="2722180" y="978813"/>
                  </a:lnTo>
                  <a:lnTo>
                    <a:pt x="2674710" y="947894"/>
                  </a:lnTo>
                  <a:lnTo>
                    <a:pt x="2627280" y="914278"/>
                  </a:lnTo>
                  <a:lnTo>
                    <a:pt x="2579582" y="877993"/>
                  </a:lnTo>
                  <a:lnTo>
                    <a:pt x="2531420" y="839154"/>
                  </a:lnTo>
                  <a:lnTo>
                    <a:pt x="2482691" y="797965"/>
                  </a:lnTo>
                  <a:lnTo>
                    <a:pt x="2433381" y="754722"/>
                  </a:lnTo>
                  <a:lnTo>
                    <a:pt x="2383547" y="709808"/>
                  </a:lnTo>
                  <a:lnTo>
                    <a:pt x="2333309" y="663682"/>
                  </a:lnTo>
                  <a:lnTo>
                    <a:pt x="2282830" y="616856"/>
                  </a:lnTo>
                  <a:lnTo>
                    <a:pt x="2232298" y="569882"/>
                  </a:lnTo>
                  <a:lnTo>
                    <a:pt x="2181907" y="523314"/>
                  </a:lnTo>
                  <a:lnTo>
                    <a:pt x="2131839" y="477688"/>
                  </a:lnTo>
                  <a:lnTo>
                    <a:pt x="2082236" y="433496"/>
                  </a:lnTo>
                  <a:lnTo>
                    <a:pt x="2033192" y="391163"/>
                  </a:lnTo>
                  <a:lnTo>
                    <a:pt x="1984733" y="351031"/>
                  </a:lnTo>
                  <a:lnTo>
                    <a:pt x="1936804" y="313356"/>
                  </a:lnTo>
                  <a:lnTo>
                    <a:pt x="1889262" y="278299"/>
                  </a:lnTo>
                  <a:lnTo>
                    <a:pt x="1841858" y="245934"/>
                  </a:lnTo>
                  <a:lnTo>
                    <a:pt x="1794233" y="216256"/>
                  </a:lnTo>
                  <a:lnTo>
                    <a:pt x="1768425" y="201415"/>
                  </a:lnTo>
                  <a:lnTo>
                    <a:pt x="1719015" y="175515"/>
                  </a:lnTo>
                  <a:lnTo>
                    <a:pt x="1667909" y="152239"/>
                  </a:lnTo>
                  <a:lnTo>
                    <a:pt x="1614295" y="131451"/>
                  </a:lnTo>
                  <a:lnTo>
                    <a:pt x="1557268" y="112919"/>
                  </a:lnTo>
                  <a:lnTo>
                    <a:pt x="1495906" y="96384"/>
                  </a:lnTo>
                  <a:lnTo>
                    <a:pt x="1429352" y="81598"/>
                  </a:lnTo>
                  <a:lnTo>
                    <a:pt x="1356916" y="68343"/>
                  </a:lnTo>
                  <a:lnTo>
                    <a:pt x="1278213" y="56445"/>
                  </a:lnTo>
                  <a:lnTo>
                    <a:pt x="1193339" y="45776"/>
                  </a:lnTo>
                  <a:lnTo>
                    <a:pt x="1103084" y="36260"/>
                  </a:lnTo>
                  <a:lnTo>
                    <a:pt x="1009141" y="27867"/>
                  </a:lnTo>
                  <a:lnTo>
                    <a:pt x="914235" y="20603"/>
                  </a:lnTo>
                  <a:lnTo>
                    <a:pt x="822069" y="14494"/>
                  </a:lnTo>
                  <a:lnTo>
                    <a:pt x="736995" y="9563"/>
                  </a:lnTo>
                  <a:lnTo>
                    <a:pt x="663361" y="5797"/>
                  </a:lnTo>
                  <a:lnTo>
                    <a:pt x="604658" y="3127"/>
                  </a:lnTo>
                  <a:lnTo>
                    <a:pt x="562696" y="1420"/>
                  </a:lnTo>
                  <a:lnTo>
                    <a:pt x="537084" y="484"/>
                  </a:lnTo>
                  <a:lnTo>
                    <a:pt x="525148" y="90"/>
                  </a:lnTo>
                  <a:lnTo>
                    <a:pt x="5221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264" name="pl264"/>
            <p:cNvSpPr/>
            <p:nvPr/>
          </p:nvSpPr>
          <p:spPr>
            <a:xfrm>
              <a:off x="386606" y="1637318"/>
              <a:ext cx="8554953" cy="1208494"/>
            </a:xfrm>
            <a:custGeom>
              <a:avLst/>
              <a:pathLst>
                <a:path w="8554953" h="1208494">
                  <a:moveTo>
                    <a:pt x="0" y="0"/>
                  </a:moveTo>
                  <a:lnTo>
                    <a:pt x="522133" y="0"/>
                  </a:lnTo>
                  <a:lnTo>
                    <a:pt x="523379" y="36"/>
                  </a:lnTo>
                  <a:lnTo>
                    <a:pt x="531528" y="296"/>
                  </a:lnTo>
                  <a:lnTo>
                    <a:pt x="551914" y="1014"/>
                  </a:lnTo>
                  <a:lnTo>
                    <a:pt x="587960" y="2426"/>
                  </a:lnTo>
                  <a:lnTo>
                    <a:pt x="640874" y="4738"/>
                  </a:lnTo>
                  <a:lnTo>
                    <a:pt x="709584" y="8107"/>
                  </a:lnTo>
                  <a:lnTo>
                    <a:pt x="791105" y="12625"/>
                  </a:lnTo>
                  <a:lnTo>
                    <a:pt x="881288" y="18321"/>
                  </a:lnTo>
                  <a:lnTo>
                    <a:pt x="975696" y="25182"/>
                  </a:lnTo>
                  <a:lnTo>
                    <a:pt x="1070342" y="33180"/>
                  </a:lnTo>
                  <a:lnTo>
                    <a:pt x="1162139" y="42300"/>
                  </a:lnTo>
                  <a:lnTo>
                    <a:pt x="1249038" y="52557"/>
                  </a:lnTo>
                  <a:lnTo>
                    <a:pt x="1329954" y="64011"/>
                  </a:lnTo>
                  <a:lnTo>
                    <a:pt x="1404571" y="76771"/>
                  </a:lnTo>
                  <a:lnTo>
                    <a:pt x="1473127" y="90996"/>
                  </a:lnTo>
                  <a:lnTo>
                    <a:pt x="1536224" y="106888"/>
                  </a:lnTo>
                  <a:lnTo>
                    <a:pt x="1594673" y="124688"/>
                  </a:lnTo>
                  <a:lnTo>
                    <a:pt x="1649382" y="144654"/>
                  </a:lnTo>
                  <a:lnTo>
                    <a:pt x="1701271" y="167033"/>
                  </a:lnTo>
                  <a:lnTo>
                    <a:pt x="1751194" y="192004"/>
                  </a:lnTo>
                  <a:lnTo>
                    <a:pt x="1768425" y="201415"/>
                  </a:lnTo>
                  <a:lnTo>
                    <a:pt x="1816363" y="229681"/>
                  </a:lnTo>
                  <a:lnTo>
                    <a:pt x="1863832" y="260599"/>
                  </a:lnTo>
                  <a:lnTo>
                    <a:pt x="1911262" y="294216"/>
                  </a:lnTo>
                  <a:lnTo>
                    <a:pt x="1958960" y="330501"/>
                  </a:lnTo>
                  <a:lnTo>
                    <a:pt x="2007122" y="369340"/>
                  </a:lnTo>
                  <a:lnTo>
                    <a:pt x="2055851" y="410529"/>
                  </a:lnTo>
                  <a:lnTo>
                    <a:pt x="2105161" y="453772"/>
                  </a:lnTo>
                  <a:lnTo>
                    <a:pt x="2154995" y="498685"/>
                  </a:lnTo>
                  <a:lnTo>
                    <a:pt x="2205233" y="544812"/>
                  </a:lnTo>
                  <a:lnTo>
                    <a:pt x="2255713" y="591637"/>
                  </a:lnTo>
                  <a:lnTo>
                    <a:pt x="2306245" y="638612"/>
                  </a:lnTo>
                  <a:lnTo>
                    <a:pt x="2356635" y="685180"/>
                  </a:lnTo>
                  <a:lnTo>
                    <a:pt x="2406704" y="730805"/>
                  </a:lnTo>
                  <a:lnTo>
                    <a:pt x="2456306" y="774997"/>
                  </a:lnTo>
                  <a:lnTo>
                    <a:pt x="2505350" y="817331"/>
                  </a:lnTo>
                  <a:lnTo>
                    <a:pt x="2553809" y="857462"/>
                  </a:lnTo>
                  <a:lnTo>
                    <a:pt x="2601738" y="895137"/>
                  </a:lnTo>
                  <a:lnTo>
                    <a:pt x="2649281" y="930194"/>
                  </a:lnTo>
                  <a:lnTo>
                    <a:pt x="2696684" y="962559"/>
                  </a:lnTo>
                  <a:lnTo>
                    <a:pt x="2744309" y="992238"/>
                  </a:lnTo>
                  <a:lnTo>
                    <a:pt x="2770117" y="1007078"/>
                  </a:lnTo>
                  <a:lnTo>
                    <a:pt x="2819527" y="1032979"/>
                  </a:lnTo>
                  <a:lnTo>
                    <a:pt x="2870633" y="1056254"/>
                  </a:lnTo>
                  <a:lnTo>
                    <a:pt x="2924247" y="1077043"/>
                  </a:lnTo>
                  <a:lnTo>
                    <a:pt x="2981274" y="1095575"/>
                  </a:lnTo>
                  <a:lnTo>
                    <a:pt x="3042636" y="1112109"/>
                  </a:lnTo>
                  <a:lnTo>
                    <a:pt x="3109190" y="1126895"/>
                  </a:lnTo>
                  <a:lnTo>
                    <a:pt x="3181626" y="1140150"/>
                  </a:lnTo>
                  <a:lnTo>
                    <a:pt x="3260329" y="1152049"/>
                  </a:lnTo>
                  <a:lnTo>
                    <a:pt x="3345203" y="1162717"/>
                  </a:lnTo>
                  <a:lnTo>
                    <a:pt x="3435458" y="1172233"/>
                  </a:lnTo>
                  <a:lnTo>
                    <a:pt x="3529401" y="1180627"/>
                  </a:lnTo>
                  <a:lnTo>
                    <a:pt x="3624307" y="1187891"/>
                  </a:lnTo>
                  <a:lnTo>
                    <a:pt x="3716473" y="1193999"/>
                  </a:lnTo>
                  <a:lnTo>
                    <a:pt x="3801547" y="1198931"/>
                  </a:lnTo>
                  <a:lnTo>
                    <a:pt x="3875181" y="1202697"/>
                  </a:lnTo>
                  <a:lnTo>
                    <a:pt x="3933884" y="1205366"/>
                  </a:lnTo>
                  <a:lnTo>
                    <a:pt x="3975846" y="1207073"/>
                  </a:lnTo>
                  <a:lnTo>
                    <a:pt x="4001458" y="1208010"/>
                  </a:lnTo>
                  <a:lnTo>
                    <a:pt x="4013395" y="1208404"/>
                  </a:lnTo>
                  <a:lnTo>
                    <a:pt x="4016353" y="1208493"/>
                  </a:lnTo>
                  <a:lnTo>
                    <a:pt x="4016409" y="1208494"/>
                  </a:lnTo>
                  <a:lnTo>
                    <a:pt x="4538543" y="1208494"/>
                  </a:lnTo>
                  <a:lnTo>
                    <a:pt x="4539792" y="1208460"/>
                  </a:lnTo>
                  <a:lnTo>
                    <a:pt x="4547960" y="1208217"/>
                  </a:lnTo>
                  <a:lnTo>
                    <a:pt x="4568391" y="1207543"/>
                  </a:lnTo>
                  <a:lnTo>
                    <a:pt x="4604514" y="1206221"/>
                  </a:lnTo>
                  <a:lnTo>
                    <a:pt x="4657531" y="1204055"/>
                  </a:lnTo>
                  <a:lnTo>
                    <a:pt x="4726360" y="1200899"/>
                  </a:lnTo>
                  <a:lnTo>
                    <a:pt x="4808004" y="1196667"/>
                  </a:lnTo>
                  <a:lnTo>
                    <a:pt x="4898299" y="1191333"/>
                  </a:lnTo>
                  <a:lnTo>
                    <a:pt x="4992797" y="1184909"/>
                  </a:lnTo>
                  <a:lnTo>
                    <a:pt x="5087508" y="1177420"/>
                  </a:lnTo>
                  <a:lnTo>
                    <a:pt x="5179344" y="1168881"/>
                  </a:lnTo>
                  <a:lnTo>
                    <a:pt x="5266262" y="1159277"/>
                  </a:lnTo>
                  <a:lnTo>
                    <a:pt x="5347179" y="1148552"/>
                  </a:lnTo>
                  <a:lnTo>
                    <a:pt x="5421788" y="1136603"/>
                  </a:lnTo>
                  <a:lnTo>
                    <a:pt x="5490332" y="1123281"/>
                  </a:lnTo>
                  <a:lnTo>
                    <a:pt x="5553417" y="1108395"/>
                  </a:lnTo>
                  <a:lnTo>
                    <a:pt x="5611856" y="1091721"/>
                  </a:lnTo>
                  <a:lnTo>
                    <a:pt x="5666563" y="1073016"/>
                  </a:lnTo>
                  <a:lnTo>
                    <a:pt x="5718459" y="1052049"/>
                  </a:lnTo>
                  <a:lnTo>
                    <a:pt x="5768398" y="1028654"/>
                  </a:lnTo>
                  <a:lnTo>
                    <a:pt x="5784835" y="1020255"/>
                  </a:lnTo>
                  <a:lnTo>
                    <a:pt x="5833383" y="993484"/>
                  </a:lnTo>
                  <a:lnTo>
                    <a:pt x="5881458" y="964168"/>
                  </a:lnTo>
                  <a:lnTo>
                    <a:pt x="5929502" y="932266"/>
                  </a:lnTo>
                  <a:lnTo>
                    <a:pt x="5977829" y="897809"/>
                  </a:lnTo>
                  <a:lnTo>
                    <a:pt x="6026640" y="860910"/>
                  </a:lnTo>
                  <a:lnTo>
                    <a:pt x="6076036" y="821775"/>
                  </a:lnTo>
                  <a:lnTo>
                    <a:pt x="6126026" y="780696"/>
                  </a:lnTo>
                  <a:lnTo>
                    <a:pt x="6176545" y="738053"/>
                  </a:lnTo>
                  <a:lnTo>
                    <a:pt x="6227463" y="694294"/>
                  </a:lnTo>
                  <a:lnTo>
                    <a:pt x="6278607" y="649926"/>
                  </a:lnTo>
                  <a:lnTo>
                    <a:pt x="6329779" y="605483"/>
                  </a:lnTo>
                  <a:lnTo>
                    <a:pt x="6380778" y="561504"/>
                  </a:lnTo>
                  <a:lnTo>
                    <a:pt x="6431422" y="518505"/>
                  </a:lnTo>
                  <a:lnTo>
                    <a:pt x="6481568" y="476952"/>
                  </a:lnTo>
                  <a:lnTo>
                    <a:pt x="6531130" y="437247"/>
                  </a:lnTo>
                  <a:lnTo>
                    <a:pt x="6580097" y="399706"/>
                  </a:lnTo>
                  <a:lnTo>
                    <a:pt x="6628543" y="364559"/>
                  </a:lnTo>
                  <a:lnTo>
                    <a:pt x="6676639" y="331944"/>
                  </a:lnTo>
                  <a:lnTo>
                    <a:pt x="6724666" y="301915"/>
                  </a:lnTo>
                  <a:lnTo>
                    <a:pt x="6773031" y="274449"/>
                  </a:lnTo>
                  <a:lnTo>
                    <a:pt x="6786527" y="267299"/>
                  </a:lnTo>
                  <a:lnTo>
                    <a:pt x="6835977" y="243075"/>
                  </a:lnTo>
                  <a:lnTo>
                    <a:pt x="6887127" y="221307"/>
                  </a:lnTo>
                  <a:lnTo>
                    <a:pt x="6940790" y="201867"/>
                  </a:lnTo>
                  <a:lnTo>
                    <a:pt x="6997875" y="184539"/>
                  </a:lnTo>
                  <a:lnTo>
                    <a:pt x="7059304" y="169080"/>
                  </a:lnTo>
                  <a:lnTo>
                    <a:pt x="7125936" y="155257"/>
                  </a:lnTo>
                  <a:lnTo>
                    <a:pt x="7198463" y="142867"/>
                  </a:lnTo>
                  <a:lnTo>
                    <a:pt x="7277268" y="131745"/>
                  </a:lnTo>
                  <a:lnTo>
                    <a:pt x="7362251" y="121773"/>
                  </a:lnTo>
                  <a:lnTo>
                    <a:pt x="7452614" y="112881"/>
                  </a:lnTo>
                  <a:lnTo>
                    <a:pt x="7546654" y="105039"/>
                  </a:lnTo>
                  <a:lnTo>
                    <a:pt x="7641629" y="98255"/>
                  </a:lnTo>
                  <a:lnTo>
                    <a:pt x="7733820" y="92553"/>
                  </a:lnTo>
                  <a:lnTo>
                    <a:pt x="7818860" y="87952"/>
                  </a:lnTo>
                  <a:lnTo>
                    <a:pt x="7892397" y="84442"/>
                  </a:lnTo>
                  <a:lnTo>
                    <a:pt x="7950944" y="81957"/>
                  </a:lnTo>
                  <a:lnTo>
                    <a:pt x="7992714" y="80371"/>
                  </a:lnTo>
                  <a:lnTo>
                    <a:pt x="8018130" y="79504"/>
                  </a:lnTo>
                  <a:lnTo>
                    <a:pt x="8029903" y="79142"/>
                  </a:lnTo>
                  <a:lnTo>
                    <a:pt x="8032770" y="79061"/>
                  </a:lnTo>
                  <a:lnTo>
                    <a:pt x="8032819" y="79060"/>
                  </a:lnTo>
                  <a:lnTo>
                    <a:pt x="8554953" y="79060"/>
                  </a:lnTo>
                  <a:lnTo>
                    <a:pt x="8554953" y="7906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65" name="pl265"/>
            <p:cNvSpPr/>
            <p:nvPr/>
          </p:nvSpPr>
          <p:spPr>
            <a:xfrm>
              <a:off x="386606" y="1631671"/>
              <a:ext cx="8554953" cy="1208494"/>
            </a:xfrm>
            <a:custGeom>
              <a:avLst/>
              <a:pathLst>
                <a:path w="8554953" h="1208494">
                  <a:moveTo>
                    <a:pt x="8554953" y="79060"/>
                  </a:moveTo>
                  <a:lnTo>
                    <a:pt x="8032819" y="79060"/>
                  </a:lnTo>
                  <a:lnTo>
                    <a:pt x="8031570" y="79094"/>
                  </a:lnTo>
                  <a:lnTo>
                    <a:pt x="8023402" y="79337"/>
                  </a:lnTo>
                  <a:lnTo>
                    <a:pt x="8002971" y="80011"/>
                  </a:lnTo>
                  <a:lnTo>
                    <a:pt x="7966848" y="81333"/>
                  </a:lnTo>
                  <a:lnTo>
                    <a:pt x="7913831" y="83499"/>
                  </a:lnTo>
                  <a:lnTo>
                    <a:pt x="7845002" y="86655"/>
                  </a:lnTo>
                  <a:lnTo>
                    <a:pt x="7763358" y="90887"/>
                  </a:lnTo>
                  <a:lnTo>
                    <a:pt x="7673063" y="96221"/>
                  </a:lnTo>
                  <a:lnTo>
                    <a:pt x="7578565" y="102645"/>
                  </a:lnTo>
                  <a:lnTo>
                    <a:pt x="7483854" y="110134"/>
                  </a:lnTo>
                  <a:lnTo>
                    <a:pt x="7392018" y="118673"/>
                  </a:lnTo>
                  <a:lnTo>
                    <a:pt x="7305100" y="128277"/>
                  </a:lnTo>
                  <a:lnTo>
                    <a:pt x="7224182" y="139002"/>
                  </a:lnTo>
                  <a:lnTo>
                    <a:pt x="7149574" y="150951"/>
                  </a:lnTo>
                  <a:lnTo>
                    <a:pt x="7081030" y="164273"/>
                  </a:lnTo>
                  <a:lnTo>
                    <a:pt x="7017945" y="179159"/>
                  </a:lnTo>
                  <a:lnTo>
                    <a:pt x="6959505" y="195833"/>
                  </a:lnTo>
                  <a:lnTo>
                    <a:pt x="6904799" y="214538"/>
                  </a:lnTo>
                  <a:lnTo>
                    <a:pt x="6852903" y="235505"/>
                  </a:lnTo>
                  <a:lnTo>
                    <a:pt x="6802964" y="258900"/>
                  </a:lnTo>
                  <a:lnTo>
                    <a:pt x="6786527" y="267299"/>
                  </a:lnTo>
                  <a:lnTo>
                    <a:pt x="6737979" y="294070"/>
                  </a:lnTo>
                  <a:lnTo>
                    <a:pt x="6689904" y="323386"/>
                  </a:lnTo>
                  <a:lnTo>
                    <a:pt x="6641860" y="355288"/>
                  </a:lnTo>
                  <a:lnTo>
                    <a:pt x="6593533" y="389745"/>
                  </a:lnTo>
                  <a:lnTo>
                    <a:pt x="6544722" y="426644"/>
                  </a:lnTo>
                  <a:lnTo>
                    <a:pt x="6495326" y="465779"/>
                  </a:lnTo>
                  <a:lnTo>
                    <a:pt x="6445336" y="506858"/>
                  </a:lnTo>
                  <a:lnTo>
                    <a:pt x="6394817" y="549502"/>
                  </a:lnTo>
                  <a:lnTo>
                    <a:pt x="6343899" y="593260"/>
                  </a:lnTo>
                  <a:lnTo>
                    <a:pt x="6292755" y="637628"/>
                  </a:lnTo>
                  <a:lnTo>
                    <a:pt x="6241583" y="682071"/>
                  </a:lnTo>
                  <a:lnTo>
                    <a:pt x="6190584" y="726050"/>
                  </a:lnTo>
                  <a:lnTo>
                    <a:pt x="6139940" y="769049"/>
                  </a:lnTo>
                  <a:lnTo>
                    <a:pt x="6089794" y="810602"/>
                  </a:lnTo>
                  <a:lnTo>
                    <a:pt x="6040232" y="850307"/>
                  </a:lnTo>
                  <a:lnTo>
                    <a:pt x="5991265" y="887848"/>
                  </a:lnTo>
                  <a:lnTo>
                    <a:pt x="5942819" y="922995"/>
                  </a:lnTo>
                  <a:lnTo>
                    <a:pt x="5894723" y="955610"/>
                  </a:lnTo>
                  <a:lnTo>
                    <a:pt x="5846696" y="985639"/>
                  </a:lnTo>
                  <a:lnTo>
                    <a:pt x="5798331" y="1013105"/>
                  </a:lnTo>
                  <a:lnTo>
                    <a:pt x="5784835" y="1020255"/>
                  </a:lnTo>
                  <a:lnTo>
                    <a:pt x="5735385" y="1044479"/>
                  </a:lnTo>
                  <a:lnTo>
                    <a:pt x="5684235" y="1066247"/>
                  </a:lnTo>
                  <a:lnTo>
                    <a:pt x="5630572" y="1085687"/>
                  </a:lnTo>
                  <a:lnTo>
                    <a:pt x="5573487" y="1103015"/>
                  </a:lnTo>
                  <a:lnTo>
                    <a:pt x="5512058" y="1118474"/>
                  </a:lnTo>
                  <a:lnTo>
                    <a:pt x="5445425" y="1132297"/>
                  </a:lnTo>
                  <a:lnTo>
                    <a:pt x="5372899" y="1144688"/>
                  </a:lnTo>
                  <a:lnTo>
                    <a:pt x="5294094" y="1155809"/>
                  </a:lnTo>
                  <a:lnTo>
                    <a:pt x="5209111" y="1165781"/>
                  </a:lnTo>
                  <a:lnTo>
                    <a:pt x="5118748" y="1174673"/>
                  </a:lnTo>
                  <a:lnTo>
                    <a:pt x="5024708" y="1182515"/>
                  </a:lnTo>
                  <a:lnTo>
                    <a:pt x="4929733" y="1189299"/>
                  </a:lnTo>
                  <a:lnTo>
                    <a:pt x="4837542" y="1195001"/>
                  </a:lnTo>
                  <a:lnTo>
                    <a:pt x="4752502" y="1199602"/>
                  </a:lnTo>
                  <a:lnTo>
                    <a:pt x="4678965" y="1203112"/>
                  </a:lnTo>
                  <a:lnTo>
                    <a:pt x="4620418" y="1205597"/>
                  </a:lnTo>
                  <a:lnTo>
                    <a:pt x="4578648" y="1207183"/>
                  </a:lnTo>
                  <a:lnTo>
                    <a:pt x="4553232" y="1208050"/>
                  </a:lnTo>
                  <a:lnTo>
                    <a:pt x="4541459" y="1208412"/>
                  </a:lnTo>
                  <a:lnTo>
                    <a:pt x="4538592" y="1208493"/>
                  </a:lnTo>
                  <a:lnTo>
                    <a:pt x="4538543" y="1208494"/>
                  </a:lnTo>
                  <a:lnTo>
                    <a:pt x="4016409" y="1208494"/>
                  </a:lnTo>
                  <a:lnTo>
                    <a:pt x="4015163" y="1208458"/>
                  </a:lnTo>
                  <a:lnTo>
                    <a:pt x="4007014" y="1208198"/>
                  </a:lnTo>
                  <a:lnTo>
                    <a:pt x="3986629" y="1207479"/>
                  </a:lnTo>
                  <a:lnTo>
                    <a:pt x="3950582" y="1206068"/>
                  </a:lnTo>
                  <a:lnTo>
                    <a:pt x="3897668" y="1203756"/>
                  </a:lnTo>
                  <a:lnTo>
                    <a:pt x="3828959" y="1200386"/>
                  </a:lnTo>
                  <a:lnTo>
                    <a:pt x="3747438" y="1195868"/>
                  </a:lnTo>
                  <a:lnTo>
                    <a:pt x="3657254" y="1190173"/>
                  </a:lnTo>
                  <a:lnTo>
                    <a:pt x="3562846" y="1183312"/>
                  </a:lnTo>
                  <a:lnTo>
                    <a:pt x="3468200" y="1175313"/>
                  </a:lnTo>
                  <a:lnTo>
                    <a:pt x="3376403" y="1166194"/>
                  </a:lnTo>
                  <a:lnTo>
                    <a:pt x="3289504" y="1155937"/>
                  </a:lnTo>
                  <a:lnTo>
                    <a:pt x="3208588" y="1144483"/>
                  </a:lnTo>
                  <a:lnTo>
                    <a:pt x="3133971" y="1131722"/>
                  </a:lnTo>
                  <a:lnTo>
                    <a:pt x="3065415" y="1117498"/>
                  </a:lnTo>
                  <a:lnTo>
                    <a:pt x="3002318" y="1101605"/>
                  </a:lnTo>
                  <a:lnTo>
                    <a:pt x="2943869" y="1083805"/>
                  </a:lnTo>
                  <a:lnTo>
                    <a:pt x="2889160" y="1063839"/>
                  </a:lnTo>
                  <a:lnTo>
                    <a:pt x="2837271" y="1041461"/>
                  </a:lnTo>
                  <a:lnTo>
                    <a:pt x="2787348" y="1016490"/>
                  </a:lnTo>
                  <a:lnTo>
                    <a:pt x="2770117" y="1007078"/>
                  </a:lnTo>
                  <a:lnTo>
                    <a:pt x="2722180" y="978813"/>
                  </a:lnTo>
                  <a:lnTo>
                    <a:pt x="2674710" y="947894"/>
                  </a:lnTo>
                  <a:lnTo>
                    <a:pt x="2627280" y="914278"/>
                  </a:lnTo>
                  <a:lnTo>
                    <a:pt x="2579582" y="877993"/>
                  </a:lnTo>
                  <a:lnTo>
                    <a:pt x="2531420" y="839154"/>
                  </a:lnTo>
                  <a:lnTo>
                    <a:pt x="2482691" y="797965"/>
                  </a:lnTo>
                  <a:lnTo>
                    <a:pt x="2433381" y="754722"/>
                  </a:lnTo>
                  <a:lnTo>
                    <a:pt x="2383547" y="709808"/>
                  </a:lnTo>
                  <a:lnTo>
                    <a:pt x="2333309" y="663682"/>
                  </a:lnTo>
                  <a:lnTo>
                    <a:pt x="2282830" y="616856"/>
                  </a:lnTo>
                  <a:lnTo>
                    <a:pt x="2232298" y="569882"/>
                  </a:lnTo>
                  <a:lnTo>
                    <a:pt x="2181907" y="523314"/>
                  </a:lnTo>
                  <a:lnTo>
                    <a:pt x="2131839" y="477688"/>
                  </a:lnTo>
                  <a:lnTo>
                    <a:pt x="2082236" y="433496"/>
                  </a:lnTo>
                  <a:lnTo>
                    <a:pt x="2033192" y="391163"/>
                  </a:lnTo>
                  <a:lnTo>
                    <a:pt x="1984733" y="351031"/>
                  </a:lnTo>
                  <a:lnTo>
                    <a:pt x="1936804" y="313356"/>
                  </a:lnTo>
                  <a:lnTo>
                    <a:pt x="1889262" y="278299"/>
                  </a:lnTo>
                  <a:lnTo>
                    <a:pt x="1841858" y="245934"/>
                  </a:lnTo>
                  <a:lnTo>
                    <a:pt x="1794233" y="216256"/>
                  </a:lnTo>
                  <a:lnTo>
                    <a:pt x="1768425" y="201415"/>
                  </a:lnTo>
                  <a:lnTo>
                    <a:pt x="1719015" y="175515"/>
                  </a:lnTo>
                  <a:lnTo>
                    <a:pt x="1667909" y="152239"/>
                  </a:lnTo>
                  <a:lnTo>
                    <a:pt x="1614295" y="131451"/>
                  </a:lnTo>
                  <a:lnTo>
                    <a:pt x="1557268" y="112919"/>
                  </a:lnTo>
                  <a:lnTo>
                    <a:pt x="1495906" y="96384"/>
                  </a:lnTo>
                  <a:lnTo>
                    <a:pt x="1429352" y="81598"/>
                  </a:lnTo>
                  <a:lnTo>
                    <a:pt x="1356916" y="68343"/>
                  </a:lnTo>
                  <a:lnTo>
                    <a:pt x="1278213" y="56445"/>
                  </a:lnTo>
                  <a:lnTo>
                    <a:pt x="1193339" y="45776"/>
                  </a:lnTo>
                  <a:lnTo>
                    <a:pt x="1103084" y="36260"/>
                  </a:lnTo>
                  <a:lnTo>
                    <a:pt x="1009141" y="27867"/>
                  </a:lnTo>
                  <a:lnTo>
                    <a:pt x="914235" y="20603"/>
                  </a:lnTo>
                  <a:lnTo>
                    <a:pt x="822069" y="14494"/>
                  </a:lnTo>
                  <a:lnTo>
                    <a:pt x="736995" y="9563"/>
                  </a:lnTo>
                  <a:lnTo>
                    <a:pt x="663361" y="5797"/>
                  </a:lnTo>
                  <a:lnTo>
                    <a:pt x="604658" y="3127"/>
                  </a:lnTo>
                  <a:lnTo>
                    <a:pt x="562696" y="1420"/>
                  </a:lnTo>
                  <a:lnTo>
                    <a:pt x="537084" y="484"/>
                  </a:lnTo>
                  <a:lnTo>
                    <a:pt x="525148" y="90"/>
                  </a:lnTo>
                  <a:lnTo>
                    <a:pt x="522189" y="1"/>
                  </a:lnTo>
                  <a:lnTo>
                    <a:pt x="522133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66" name="pg266"/>
            <p:cNvSpPr/>
            <p:nvPr/>
          </p:nvSpPr>
          <p:spPr>
            <a:xfrm>
              <a:off x="386606" y="1637318"/>
              <a:ext cx="8554953" cy="1225436"/>
            </a:xfrm>
            <a:custGeom>
              <a:avLst/>
              <a:pathLst>
                <a:path w="8554953" h="1225436">
                  <a:moveTo>
                    <a:pt x="0" y="5647"/>
                  </a:moveTo>
                  <a:lnTo>
                    <a:pt x="522133" y="5647"/>
                  </a:lnTo>
                  <a:lnTo>
                    <a:pt x="523379" y="5683"/>
                  </a:lnTo>
                  <a:lnTo>
                    <a:pt x="531525" y="5946"/>
                  </a:lnTo>
                  <a:lnTo>
                    <a:pt x="551904" y="6671"/>
                  </a:lnTo>
                  <a:lnTo>
                    <a:pt x="587939" y="8095"/>
                  </a:lnTo>
                  <a:lnTo>
                    <a:pt x="640838" y="10428"/>
                  </a:lnTo>
                  <a:lnTo>
                    <a:pt x="709529" y="13828"/>
                  </a:lnTo>
                  <a:lnTo>
                    <a:pt x="791032" y="18386"/>
                  </a:lnTo>
                  <a:lnTo>
                    <a:pt x="881199" y="24133"/>
                  </a:lnTo>
                  <a:lnTo>
                    <a:pt x="975594" y="31056"/>
                  </a:lnTo>
                  <a:lnTo>
                    <a:pt x="1070231" y="39127"/>
                  </a:lnTo>
                  <a:lnTo>
                    <a:pt x="1162021" y="48330"/>
                  </a:lnTo>
                  <a:lnTo>
                    <a:pt x="1248918" y="58680"/>
                  </a:lnTo>
                  <a:lnTo>
                    <a:pt x="1329833" y="70238"/>
                  </a:lnTo>
                  <a:lnTo>
                    <a:pt x="1404451" y="83113"/>
                  </a:lnTo>
                  <a:lnTo>
                    <a:pt x="1473010" y="97466"/>
                  </a:lnTo>
                  <a:lnTo>
                    <a:pt x="1536108" y="113502"/>
                  </a:lnTo>
                  <a:lnTo>
                    <a:pt x="1594558" y="131462"/>
                  </a:lnTo>
                  <a:lnTo>
                    <a:pt x="1649267" y="151607"/>
                  </a:lnTo>
                  <a:lnTo>
                    <a:pt x="1701156" y="174187"/>
                  </a:lnTo>
                  <a:lnTo>
                    <a:pt x="1751077" y="199382"/>
                  </a:lnTo>
                  <a:lnTo>
                    <a:pt x="1768425" y="208945"/>
                  </a:lnTo>
                  <a:lnTo>
                    <a:pt x="1816275" y="237420"/>
                  </a:lnTo>
                  <a:lnTo>
                    <a:pt x="1863658" y="268562"/>
                  </a:lnTo>
                  <a:lnTo>
                    <a:pt x="1911001" y="302418"/>
                  </a:lnTo>
                  <a:lnTo>
                    <a:pt x="1958608" y="338958"/>
                  </a:lnTo>
                  <a:lnTo>
                    <a:pt x="2006678" y="378068"/>
                  </a:lnTo>
                  <a:lnTo>
                    <a:pt x="2055311" y="419543"/>
                  </a:lnTo>
                  <a:lnTo>
                    <a:pt x="2104524" y="463087"/>
                  </a:lnTo>
                  <a:lnTo>
                    <a:pt x="2154260" y="508317"/>
                  </a:lnTo>
                  <a:lnTo>
                    <a:pt x="2204401" y="554775"/>
                  </a:lnTo>
                  <a:lnTo>
                    <a:pt x="2254785" y="601943"/>
                  </a:lnTo>
                  <a:lnTo>
                    <a:pt x="2305225" y="649272"/>
                  </a:lnTo>
                  <a:lnTo>
                    <a:pt x="2355528" y="696204"/>
                  </a:lnTo>
                  <a:lnTo>
                    <a:pt x="2405514" y="742199"/>
                  </a:lnTo>
                  <a:lnTo>
                    <a:pt x="2455038" y="786763"/>
                  </a:lnTo>
                  <a:lnTo>
                    <a:pt x="2504007" y="829468"/>
                  </a:lnTo>
                  <a:lnTo>
                    <a:pt x="2552394" y="869968"/>
                  </a:lnTo>
                  <a:lnTo>
                    <a:pt x="2600249" y="908003"/>
                  </a:lnTo>
                  <a:lnTo>
                    <a:pt x="2647714" y="943409"/>
                  </a:lnTo>
                  <a:lnTo>
                    <a:pt x="2695029" y="976109"/>
                  </a:lnTo>
                  <a:lnTo>
                    <a:pt x="2742551" y="1006106"/>
                  </a:lnTo>
                  <a:lnTo>
                    <a:pt x="2770117" y="1022137"/>
                  </a:lnTo>
                  <a:lnTo>
                    <a:pt x="2819521" y="1048277"/>
                  </a:lnTo>
                  <a:lnTo>
                    <a:pt x="2870620" y="1071768"/>
                  </a:lnTo>
                  <a:lnTo>
                    <a:pt x="2924227" y="1092748"/>
                  </a:lnTo>
                  <a:lnTo>
                    <a:pt x="2981246" y="1111453"/>
                  </a:lnTo>
                  <a:lnTo>
                    <a:pt x="3042598" y="1128141"/>
                  </a:lnTo>
                  <a:lnTo>
                    <a:pt x="3109141" y="1143064"/>
                  </a:lnTo>
                  <a:lnTo>
                    <a:pt x="3181563" y="1156442"/>
                  </a:lnTo>
                  <a:lnTo>
                    <a:pt x="3260251" y="1168452"/>
                  </a:lnTo>
                  <a:lnTo>
                    <a:pt x="3345109" y="1179220"/>
                  </a:lnTo>
                  <a:lnTo>
                    <a:pt x="3435348" y="1188825"/>
                  </a:lnTo>
                  <a:lnTo>
                    <a:pt x="3529276" y="1197297"/>
                  </a:lnTo>
                  <a:lnTo>
                    <a:pt x="3624172" y="1204630"/>
                  </a:lnTo>
                  <a:lnTo>
                    <a:pt x="3716334" y="1210797"/>
                  </a:lnTo>
                  <a:lnTo>
                    <a:pt x="3801413" y="1215775"/>
                  </a:lnTo>
                  <a:lnTo>
                    <a:pt x="3875062" y="1219579"/>
                  </a:lnTo>
                  <a:lnTo>
                    <a:pt x="3933788" y="1222275"/>
                  </a:lnTo>
                  <a:lnTo>
                    <a:pt x="3975778" y="1223999"/>
                  </a:lnTo>
                  <a:lnTo>
                    <a:pt x="4001419" y="1224945"/>
                  </a:lnTo>
                  <a:lnTo>
                    <a:pt x="4013380" y="1225344"/>
                  </a:lnTo>
                  <a:lnTo>
                    <a:pt x="4016409" y="1225436"/>
                  </a:lnTo>
                  <a:lnTo>
                    <a:pt x="4538543" y="1225436"/>
                  </a:lnTo>
                  <a:lnTo>
                    <a:pt x="4539803" y="1225412"/>
                  </a:lnTo>
                  <a:lnTo>
                    <a:pt x="4548043" y="1225247"/>
                  </a:lnTo>
                  <a:lnTo>
                    <a:pt x="4568647" y="1224788"/>
                  </a:lnTo>
                  <a:lnTo>
                    <a:pt x="4605060" y="1223887"/>
                  </a:lnTo>
                  <a:lnTo>
                    <a:pt x="4658470" y="1222412"/>
                  </a:lnTo>
                  <a:lnTo>
                    <a:pt x="4727755" y="1220263"/>
                  </a:lnTo>
                  <a:lnTo>
                    <a:pt x="4809862" y="1217383"/>
                  </a:lnTo>
                  <a:lnTo>
                    <a:pt x="4900579" y="1213755"/>
                  </a:lnTo>
                  <a:lnTo>
                    <a:pt x="4995418" y="1209386"/>
                  </a:lnTo>
                  <a:lnTo>
                    <a:pt x="5090373" y="1204295"/>
                  </a:lnTo>
                  <a:lnTo>
                    <a:pt x="5182357" y="1198490"/>
                  </a:lnTo>
                  <a:lnTo>
                    <a:pt x="5269342" y="1191962"/>
                  </a:lnTo>
                  <a:lnTo>
                    <a:pt x="5350267" y="1184670"/>
                  </a:lnTo>
                  <a:lnTo>
                    <a:pt x="5424844" y="1176544"/>
                  </a:lnTo>
                  <a:lnTo>
                    <a:pt x="5493340" y="1167480"/>
                  </a:lnTo>
                  <a:lnTo>
                    <a:pt x="5556377" y="1157347"/>
                  </a:lnTo>
                  <a:lnTo>
                    <a:pt x="5614785" y="1145992"/>
                  </a:lnTo>
                  <a:lnTo>
                    <a:pt x="5669485" y="1133249"/>
                  </a:lnTo>
                  <a:lnTo>
                    <a:pt x="5721407" y="1118963"/>
                  </a:lnTo>
                  <a:lnTo>
                    <a:pt x="5771406" y="1103023"/>
                  </a:lnTo>
                  <a:lnTo>
                    <a:pt x="5784835" y="1098374"/>
                  </a:lnTo>
                  <a:lnTo>
                    <a:pt x="5836094" y="1079237"/>
                  </a:lnTo>
                  <a:lnTo>
                    <a:pt x="5886855" y="1058181"/>
                  </a:lnTo>
                  <a:lnTo>
                    <a:pt x="5937627" y="1035178"/>
                  </a:lnTo>
                  <a:lnTo>
                    <a:pt x="5988760" y="1010261"/>
                  </a:lnTo>
                  <a:lnTo>
                    <a:pt x="6040467" y="983535"/>
                  </a:lnTo>
                  <a:lnTo>
                    <a:pt x="6092837" y="955180"/>
                  </a:lnTo>
                  <a:lnTo>
                    <a:pt x="6145854" y="925452"/>
                  </a:lnTo>
                  <a:lnTo>
                    <a:pt x="6199410" y="894674"/>
                  </a:lnTo>
                  <a:lnTo>
                    <a:pt x="6253329" y="863224"/>
                  </a:lnTo>
                  <a:lnTo>
                    <a:pt x="6307391" y="831517"/>
                  </a:lnTo>
                  <a:lnTo>
                    <a:pt x="6361356" y="799982"/>
                  </a:lnTo>
                  <a:lnTo>
                    <a:pt x="6414999" y="769040"/>
                  </a:lnTo>
                  <a:lnTo>
                    <a:pt x="6468133" y="739078"/>
                  </a:lnTo>
                  <a:lnTo>
                    <a:pt x="6520635" y="710430"/>
                  </a:lnTo>
                  <a:lnTo>
                    <a:pt x="6572469" y="683367"/>
                  </a:lnTo>
                  <a:lnTo>
                    <a:pt x="6623702" y="658083"/>
                  </a:lnTo>
                  <a:lnTo>
                    <a:pt x="6674522" y="634698"/>
                  </a:lnTo>
                  <a:lnTo>
                    <a:pt x="6725250" y="613259"/>
                  </a:lnTo>
                  <a:lnTo>
                    <a:pt x="6776363" y="593749"/>
                  </a:lnTo>
                  <a:lnTo>
                    <a:pt x="6786527" y="590129"/>
                  </a:lnTo>
                  <a:lnTo>
                    <a:pt x="6836131" y="573730"/>
                  </a:lnTo>
                  <a:lnTo>
                    <a:pt x="6887447" y="558999"/>
                  </a:lnTo>
                  <a:lnTo>
                    <a:pt x="6941297" y="545849"/>
                  </a:lnTo>
                  <a:lnTo>
                    <a:pt x="6998598" y="534131"/>
                  </a:lnTo>
                  <a:lnTo>
                    <a:pt x="7060282" y="523681"/>
                  </a:lnTo>
                  <a:lnTo>
                    <a:pt x="7127213" y="514339"/>
                  </a:lnTo>
                  <a:lnTo>
                    <a:pt x="7200083" y="505968"/>
                  </a:lnTo>
                  <a:lnTo>
                    <a:pt x="7279275" y="498456"/>
                  </a:lnTo>
                  <a:lnTo>
                    <a:pt x="7364672" y="491724"/>
                  </a:lnTo>
                  <a:lnTo>
                    <a:pt x="7455447" y="485724"/>
                  </a:lnTo>
                  <a:lnTo>
                    <a:pt x="7549852" y="480438"/>
                  </a:lnTo>
                  <a:lnTo>
                    <a:pt x="7645088" y="475870"/>
                  </a:lnTo>
                  <a:lnTo>
                    <a:pt x="7737368" y="472037"/>
                  </a:lnTo>
                  <a:lnTo>
                    <a:pt x="7822274" y="468953"/>
                  </a:lnTo>
                  <a:lnTo>
                    <a:pt x="7895432" y="466609"/>
                  </a:lnTo>
                  <a:lnTo>
                    <a:pt x="7953385" y="464957"/>
                  </a:lnTo>
                  <a:lnTo>
                    <a:pt x="7994425" y="463912"/>
                  </a:lnTo>
                  <a:lnTo>
                    <a:pt x="8019099" y="463347"/>
                  </a:lnTo>
                  <a:lnTo>
                    <a:pt x="8030259" y="463116"/>
                  </a:lnTo>
                  <a:lnTo>
                    <a:pt x="8032819" y="463068"/>
                  </a:lnTo>
                  <a:lnTo>
                    <a:pt x="8554953" y="463068"/>
                  </a:lnTo>
                  <a:lnTo>
                    <a:pt x="8554953" y="457420"/>
                  </a:lnTo>
                  <a:lnTo>
                    <a:pt x="8032819" y="457420"/>
                  </a:lnTo>
                  <a:lnTo>
                    <a:pt x="8031559" y="457444"/>
                  </a:lnTo>
                  <a:lnTo>
                    <a:pt x="8023319" y="457609"/>
                  </a:lnTo>
                  <a:lnTo>
                    <a:pt x="8002715" y="458068"/>
                  </a:lnTo>
                  <a:lnTo>
                    <a:pt x="7966302" y="458969"/>
                  </a:lnTo>
                  <a:lnTo>
                    <a:pt x="7912892" y="460444"/>
                  </a:lnTo>
                  <a:lnTo>
                    <a:pt x="7843607" y="462593"/>
                  </a:lnTo>
                  <a:lnTo>
                    <a:pt x="7761500" y="465473"/>
                  </a:lnTo>
                  <a:lnTo>
                    <a:pt x="7670783" y="469101"/>
                  </a:lnTo>
                  <a:lnTo>
                    <a:pt x="7575944" y="473470"/>
                  </a:lnTo>
                  <a:lnTo>
                    <a:pt x="7480989" y="478561"/>
                  </a:lnTo>
                  <a:lnTo>
                    <a:pt x="7389005" y="484366"/>
                  </a:lnTo>
                  <a:lnTo>
                    <a:pt x="7302020" y="490894"/>
                  </a:lnTo>
                  <a:lnTo>
                    <a:pt x="7221095" y="498186"/>
                  </a:lnTo>
                  <a:lnTo>
                    <a:pt x="7146518" y="506312"/>
                  </a:lnTo>
                  <a:lnTo>
                    <a:pt x="7078022" y="515376"/>
                  </a:lnTo>
                  <a:lnTo>
                    <a:pt x="7014985" y="525509"/>
                  </a:lnTo>
                  <a:lnTo>
                    <a:pt x="6956577" y="536864"/>
                  </a:lnTo>
                  <a:lnTo>
                    <a:pt x="6901877" y="549607"/>
                  </a:lnTo>
                  <a:lnTo>
                    <a:pt x="6849955" y="563893"/>
                  </a:lnTo>
                  <a:lnTo>
                    <a:pt x="6799956" y="579833"/>
                  </a:lnTo>
                  <a:lnTo>
                    <a:pt x="6786527" y="584482"/>
                  </a:lnTo>
                  <a:lnTo>
                    <a:pt x="6735267" y="603619"/>
                  </a:lnTo>
                  <a:lnTo>
                    <a:pt x="6684507" y="624675"/>
                  </a:lnTo>
                  <a:lnTo>
                    <a:pt x="6633735" y="647678"/>
                  </a:lnTo>
                  <a:lnTo>
                    <a:pt x="6582602" y="672595"/>
                  </a:lnTo>
                  <a:lnTo>
                    <a:pt x="6530895" y="699321"/>
                  </a:lnTo>
                  <a:lnTo>
                    <a:pt x="6478525" y="727676"/>
                  </a:lnTo>
                  <a:lnTo>
                    <a:pt x="6425508" y="757404"/>
                  </a:lnTo>
                  <a:lnTo>
                    <a:pt x="6371952" y="788182"/>
                  </a:lnTo>
                  <a:lnTo>
                    <a:pt x="6318033" y="819632"/>
                  </a:lnTo>
                  <a:lnTo>
                    <a:pt x="6263971" y="851339"/>
                  </a:lnTo>
                  <a:lnTo>
                    <a:pt x="6210006" y="882874"/>
                  </a:lnTo>
                  <a:lnTo>
                    <a:pt x="6156363" y="913816"/>
                  </a:lnTo>
                  <a:lnTo>
                    <a:pt x="6103229" y="943778"/>
                  </a:lnTo>
                  <a:lnTo>
                    <a:pt x="6050727" y="972426"/>
                  </a:lnTo>
                  <a:lnTo>
                    <a:pt x="5998893" y="999489"/>
                  </a:lnTo>
                  <a:lnTo>
                    <a:pt x="5947659" y="1024773"/>
                  </a:lnTo>
                  <a:lnTo>
                    <a:pt x="5896840" y="1048158"/>
                  </a:lnTo>
                  <a:lnTo>
                    <a:pt x="5846111" y="1069597"/>
                  </a:lnTo>
                  <a:lnTo>
                    <a:pt x="5794999" y="1089107"/>
                  </a:lnTo>
                  <a:lnTo>
                    <a:pt x="5784835" y="1092727"/>
                  </a:lnTo>
                  <a:lnTo>
                    <a:pt x="5735231" y="1109126"/>
                  </a:lnTo>
                  <a:lnTo>
                    <a:pt x="5683915" y="1123857"/>
                  </a:lnTo>
                  <a:lnTo>
                    <a:pt x="5630065" y="1137007"/>
                  </a:lnTo>
                  <a:lnTo>
                    <a:pt x="5572764" y="1148725"/>
                  </a:lnTo>
                  <a:lnTo>
                    <a:pt x="5511080" y="1159175"/>
                  </a:lnTo>
                  <a:lnTo>
                    <a:pt x="5444149" y="1168517"/>
                  </a:lnTo>
                  <a:lnTo>
                    <a:pt x="5371278" y="1176888"/>
                  </a:lnTo>
                  <a:lnTo>
                    <a:pt x="5292087" y="1184400"/>
                  </a:lnTo>
                  <a:lnTo>
                    <a:pt x="5206690" y="1191132"/>
                  </a:lnTo>
                  <a:lnTo>
                    <a:pt x="5115914" y="1197132"/>
                  </a:lnTo>
                  <a:lnTo>
                    <a:pt x="5021510" y="1202418"/>
                  </a:lnTo>
                  <a:lnTo>
                    <a:pt x="4926274" y="1206986"/>
                  </a:lnTo>
                  <a:lnTo>
                    <a:pt x="4833994" y="1210819"/>
                  </a:lnTo>
                  <a:lnTo>
                    <a:pt x="4749088" y="1213903"/>
                  </a:lnTo>
                  <a:lnTo>
                    <a:pt x="4675930" y="1216247"/>
                  </a:lnTo>
                  <a:lnTo>
                    <a:pt x="4617977" y="1217899"/>
                  </a:lnTo>
                  <a:lnTo>
                    <a:pt x="4576937" y="1218944"/>
                  </a:lnTo>
                  <a:lnTo>
                    <a:pt x="4552263" y="1219509"/>
                  </a:lnTo>
                  <a:lnTo>
                    <a:pt x="4541103" y="1219740"/>
                  </a:lnTo>
                  <a:lnTo>
                    <a:pt x="4538543" y="1219788"/>
                  </a:lnTo>
                  <a:lnTo>
                    <a:pt x="4016409" y="1219788"/>
                  </a:lnTo>
                  <a:lnTo>
                    <a:pt x="4015164" y="1219752"/>
                  </a:lnTo>
                  <a:lnTo>
                    <a:pt x="4007017" y="1219490"/>
                  </a:lnTo>
                  <a:lnTo>
                    <a:pt x="3986639" y="1218764"/>
                  </a:lnTo>
                  <a:lnTo>
                    <a:pt x="3950603" y="1217340"/>
                  </a:lnTo>
                  <a:lnTo>
                    <a:pt x="3897704" y="1215007"/>
                  </a:lnTo>
                  <a:lnTo>
                    <a:pt x="3829013" y="1211608"/>
                  </a:lnTo>
                  <a:lnTo>
                    <a:pt x="3747510" y="1207049"/>
                  </a:lnTo>
                  <a:lnTo>
                    <a:pt x="3657343" y="1201302"/>
                  </a:lnTo>
                  <a:lnTo>
                    <a:pt x="3562948" y="1194379"/>
                  </a:lnTo>
                  <a:lnTo>
                    <a:pt x="3468312" y="1186308"/>
                  </a:lnTo>
                  <a:lnTo>
                    <a:pt x="3376521" y="1177106"/>
                  </a:lnTo>
                  <a:lnTo>
                    <a:pt x="3289624" y="1166755"/>
                  </a:lnTo>
                  <a:lnTo>
                    <a:pt x="3208709" y="1155198"/>
                  </a:lnTo>
                  <a:lnTo>
                    <a:pt x="3134091" y="1142322"/>
                  </a:lnTo>
                  <a:lnTo>
                    <a:pt x="3065533" y="1127969"/>
                  </a:lnTo>
                  <a:lnTo>
                    <a:pt x="3002434" y="1111933"/>
                  </a:lnTo>
                  <a:lnTo>
                    <a:pt x="2943984" y="1093973"/>
                  </a:lnTo>
                  <a:lnTo>
                    <a:pt x="2889275" y="1073828"/>
                  </a:lnTo>
                  <a:lnTo>
                    <a:pt x="2837387" y="1051248"/>
                  </a:lnTo>
                  <a:lnTo>
                    <a:pt x="2787466" y="1026053"/>
                  </a:lnTo>
                  <a:lnTo>
                    <a:pt x="2770117" y="1016490"/>
                  </a:lnTo>
                  <a:lnTo>
                    <a:pt x="2722267" y="988015"/>
                  </a:lnTo>
                  <a:lnTo>
                    <a:pt x="2674884" y="956873"/>
                  </a:lnTo>
                  <a:lnTo>
                    <a:pt x="2627541" y="923017"/>
                  </a:lnTo>
                  <a:lnTo>
                    <a:pt x="2579934" y="886477"/>
                  </a:lnTo>
                  <a:lnTo>
                    <a:pt x="2531864" y="847367"/>
                  </a:lnTo>
                  <a:lnTo>
                    <a:pt x="2483231" y="805892"/>
                  </a:lnTo>
                  <a:lnTo>
                    <a:pt x="2434018" y="762348"/>
                  </a:lnTo>
                  <a:lnTo>
                    <a:pt x="2384282" y="717118"/>
                  </a:lnTo>
                  <a:lnTo>
                    <a:pt x="2334142" y="670661"/>
                  </a:lnTo>
                  <a:lnTo>
                    <a:pt x="2283757" y="623492"/>
                  </a:lnTo>
                  <a:lnTo>
                    <a:pt x="2233317" y="576163"/>
                  </a:lnTo>
                  <a:lnTo>
                    <a:pt x="2183015" y="529232"/>
                  </a:lnTo>
                  <a:lnTo>
                    <a:pt x="2133028" y="483236"/>
                  </a:lnTo>
                  <a:lnTo>
                    <a:pt x="2083504" y="438672"/>
                  </a:lnTo>
                  <a:lnTo>
                    <a:pt x="2034535" y="395967"/>
                  </a:lnTo>
                  <a:lnTo>
                    <a:pt x="1986148" y="355468"/>
                  </a:lnTo>
                  <a:lnTo>
                    <a:pt x="1938293" y="317432"/>
                  </a:lnTo>
                  <a:lnTo>
                    <a:pt x="1890829" y="282026"/>
                  </a:lnTo>
                  <a:lnTo>
                    <a:pt x="1843513" y="249326"/>
                  </a:lnTo>
                  <a:lnTo>
                    <a:pt x="1795991" y="219329"/>
                  </a:lnTo>
                  <a:lnTo>
                    <a:pt x="1768425" y="203298"/>
                  </a:lnTo>
                  <a:lnTo>
                    <a:pt x="1719021" y="177158"/>
                  </a:lnTo>
                  <a:lnTo>
                    <a:pt x="1667922" y="153668"/>
                  </a:lnTo>
                  <a:lnTo>
                    <a:pt x="1614315" y="132687"/>
                  </a:lnTo>
                  <a:lnTo>
                    <a:pt x="1557296" y="113983"/>
                  </a:lnTo>
                  <a:lnTo>
                    <a:pt x="1495944" y="97294"/>
                  </a:lnTo>
                  <a:lnTo>
                    <a:pt x="1429401" y="82371"/>
                  </a:lnTo>
                  <a:lnTo>
                    <a:pt x="1356979" y="68993"/>
                  </a:lnTo>
                  <a:lnTo>
                    <a:pt x="1278291" y="56983"/>
                  </a:lnTo>
                  <a:lnTo>
                    <a:pt x="1193433" y="46215"/>
                  </a:lnTo>
                  <a:lnTo>
                    <a:pt x="1103195" y="36610"/>
                  </a:lnTo>
                  <a:lnTo>
                    <a:pt x="1009266" y="28138"/>
                  </a:lnTo>
                  <a:lnTo>
                    <a:pt x="914370" y="20805"/>
                  </a:lnTo>
                  <a:lnTo>
                    <a:pt x="822208" y="14639"/>
                  </a:lnTo>
                  <a:lnTo>
                    <a:pt x="737129" y="9660"/>
                  </a:lnTo>
                  <a:lnTo>
                    <a:pt x="663480" y="5857"/>
                  </a:lnTo>
                  <a:lnTo>
                    <a:pt x="604755" y="3161"/>
                  </a:lnTo>
                  <a:lnTo>
                    <a:pt x="562764" y="1436"/>
                  </a:lnTo>
                  <a:lnTo>
                    <a:pt x="537123" y="490"/>
                  </a:lnTo>
                  <a:lnTo>
                    <a:pt x="525162" y="91"/>
                  </a:lnTo>
                  <a:lnTo>
                    <a:pt x="5221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267" name="pl267"/>
            <p:cNvSpPr/>
            <p:nvPr/>
          </p:nvSpPr>
          <p:spPr>
            <a:xfrm>
              <a:off x="386606" y="1642966"/>
              <a:ext cx="8554953" cy="1219788"/>
            </a:xfrm>
            <a:custGeom>
              <a:avLst/>
              <a:pathLst>
                <a:path w="8554953" h="1219788">
                  <a:moveTo>
                    <a:pt x="0" y="0"/>
                  </a:moveTo>
                  <a:lnTo>
                    <a:pt x="522133" y="0"/>
                  </a:lnTo>
                  <a:lnTo>
                    <a:pt x="523379" y="36"/>
                  </a:lnTo>
                  <a:lnTo>
                    <a:pt x="531525" y="298"/>
                  </a:lnTo>
                  <a:lnTo>
                    <a:pt x="551904" y="1024"/>
                  </a:lnTo>
                  <a:lnTo>
                    <a:pt x="587939" y="2448"/>
                  </a:lnTo>
                  <a:lnTo>
                    <a:pt x="640838" y="4781"/>
                  </a:lnTo>
                  <a:lnTo>
                    <a:pt x="709529" y="8180"/>
                  </a:lnTo>
                  <a:lnTo>
                    <a:pt x="791032" y="12739"/>
                  </a:lnTo>
                  <a:lnTo>
                    <a:pt x="881199" y="18486"/>
                  </a:lnTo>
                  <a:lnTo>
                    <a:pt x="975594" y="25409"/>
                  </a:lnTo>
                  <a:lnTo>
                    <a:pt x="1070231" y="33480"/>
                  </a:lnTo>
                  <a:lnTo>
                    <a:pt x="1162021" y="42682"/>
                  </a:lnTo>
                  <a:lnTo>
                    <a:pt x="1248918" y="53032"/>
                  </a:lnTo>
                  <a:lnTo>
                    <a:pt x="1329833" y="64590"/>
                  </a:lnTo>
                  <a:lnTo>
                    <a:pt x="1404451" y="77466"/>
                  </a:lnTo>
                  <a:lnTo>
                    <a:pt x="1473010" y="91819"/>
                  </a:lnTo>
                  <a:lnTo>
                    <a:pt x="1536108" y="107855"/>
                  </a:lnTo>
                  <a:lnTo>
                    <a:pt x="1594558" y="125815"/>
                  </a:lnTo>
                  <a:lnTo>
                    <a:pt x="1649267" y="145960"/>
                  </a:lnTo>
                  <a:lnTo>
                    <a:pt x="1701156" y="168540"/>
                  </a:lnTo>
                  <a:lnTo>
                    <a:pt x="1751077" y="193735"/>
                  </a:lnTo>
                  <a:lnTo>
                    <a:pt x="1768425" y="203298"/>
                  </a:lnTo>
                  <a:lnTo>
                    <a:pt x="1816275" y="231773"/>
                  </a:lnTo>
                  <a:lnTo>
                    <a:pt x="1863658" y="262915"/>
                  </a:lnTo>
                  <a:lnTo>
                    <a:pt x="1911001" y="296771"/>
                  </a:lnTo>
                  <a:lnTo>
                    <a:pt x="1958608" y="333311"/>
                  </a:lnTo>
                  <a:lnTo>
                    <a:pt x="2006678" y="372421"/>
                  </a:lnTo>
                  <a:lnTo>
                    <a:pt x="2055311" y="413896"/>
                  </a:lnTo>
                  <a:lnTo>
                    <a:pt x="2104524" y="457440"/>
                  </a:lnTo>
                  <a:lnTo>
                    <a:pt x="2154260" y="502670"/>
                  </a:lnTo>
                  <a:lnTo>
                    <a:pt x="2204401" y="549127"/>
                  </a:lnTo>
                  <a:lnTo>
                    <a:pt x="2254785" y="596296"/>
                  </a:lnTo>
                  <a:lnTo>
                    <a:pt x="2305225" y="643625"/>
                  </a:lnTo>
                  <a:lnTo>
                    <a:pt x="2355528" y="690556"/>
                  </a:lnTo>
                  <a:lnTo>
                    <a:pt x="2405514" y="736552"/>
                  </a:lnTo>
                  <a:lnTo>
                    <a:pt x="2455038" y="781116"/>
                  </a:lnTo>
                  <a:lnTo>
                    <a:pt x="2504007" y="823821"/>
                  </a:lnTo>
                  <a:lnTo>
                    <a:pt x="2552394" y="864320"/>
                  </a:lnTo>
                  <a:lnTo>
                    <a:pt x="2600249" y="902356"/>
                  </a:lnTo>
                  <a:lnTo>
                    <a:pt x="2647714" y="937762"/>
                  </a:lnTo>
                  <a:lnTo>
                    <a:pt x="2695029" y="970462"/>
                  </a:lnTo>
                  <a:lnTo>
                    <a:pt x="2742551" y="1000459"/>
                  </a:lnTo>
                  <a:lnTo>
                    <a:pt x="2770117" y="1016490"/>
                  </a:lnTo>
                  <a:lnTo>
                    <a:pt x="2819521" y="1042630"/>
                  </a:lnTo>
                  <a:lnTo>
                    <a:pt x="2870620" y="1066120"/>
                  </a:lnTo>
                  <a:lnTo>
                    <a:pt x="2924227" y="1087101"/>
                  </a:lnTo>
                  <a:lnTo>
                    <a:pt x="2981246" y="1105805"/>
                  </a:lnTo>
                  <a:lnTo>
                    <a:pt x="3042598" y="1122494"/>
                  </a:lnTo>
                  <a:lnTo>
                    <a:pt x="3109141" y="1137417"/>
                  </a:lnTo>
                  <a:lnTo>
                    <a:pt x="3181563" y="1150795"/>
                  </a:lnTo>
                  <a:lnTo>
                    <a:pt x="3260251" y="1162805"/>
                  </a:lnTo>
                  <a:lnTo>
                    <a:pt x="3345109" y="1173573"/>
                  </a:lnTo>
                  <a:lnTo>
                    <a:pt x="3435348" y="1183178"/>
                  </a:lnTo>
                  <a:lnTo>
                    <a:pt x="3529276" y="1191650"/>
                  </a:lnTo>
                  <a:lnTo>
                    <a:pt x="3624172" y="1198983"/>
                  </a:lnTo>
                  <a:lnTo>
                    <a:pt x="3716334" y="1205149"/>
                  </a:lnTo>
                  <a:lnTo>
                    <a:pt x="3801413" y="1210128"/>
                  </a:lnTo>
                  <a:lnTo>
                    <a:pt x="3875062" y="1213931"/>
                  </a:lnTo>
                  <a:lnTo>
                    <a:pt x="3933788" y="1216627"/>
                  </a:lnTo>
                  <a:lnTo>
                    <a:pt x="3975778" y="1218352"/>
                  </a:lnTo>
                  <a:lnTo>
                    <a:pt x="4001419" y="1219298"/>
                  </a:lnTo>
                  <a:lnTo>
                    <a:pt x="4013380" y="1219697"/>
                  </a:lnTo>
                  <a:lnTo>
                    <a:pt x="4016352" y="1219787"/>
                  </a:lnTo>
                  <a:lnTo>
                    <a:pt x="4016409" y="1219788"/>
                  </a:lnTo>
                  <a:lnTo>
                    <a:pt x="4538543" y="1219788"/>
                  </a:lnTo>
                  <a:lnTo>
                    <a:pt x="4539803" y="1219765"/>
                  </a:lnTo>
                  <a:lnTo>
                    <a:pt x="4548043" y="1219599"/>
                  </a:lnTo>
                  <a:lnTo>
                    <a:pt x="4568647" y="1219141"/>
                  </a:lnTo>
                  <a:lnTo>
                    <a:pt x="4605060" y="1218240"/>
                  </a:lnTo>
                  <a:lnTo>
                    <a:pt x="4658470" y="1216765"/>
                  </a:lnTo>
                  <a:lnTo>
                    <a:pt x="4727755" y="1214616"/>
                  </a:lnTo>
                  <a:lnTo>
                    <a:pt x="4809862" y="1211736"/>
                  </a:lnTo>
                  <a:lnTo>
                    <a:pt x="4900579" y="1208108"/>
                  </a:lnTo>
                  <a:lnTo>
                    <a:pt x="4995418" y="1203739"/>
                  </a:lnTo>
                  <a:lnTo>
                    <a:pt x="5090373" y="1198647"/>
                  </a:lnTo>
                  <a:lnTo>
                    <a:pt x="5182357" y="1192843"/>
                  </a:lnTo>
                  <a:lnTo>
                    <a:pt x="5269342" y="1186315"/>
                  </a:lnTo>
                  <a:lnTo>
                    <a:pt x="5350267" y="1179023"/>
                  </a:lnTo>
                  <a:lnTo>
                    <a:pt x="5424844" y="1170896"/>
                  </a:lnTo>
                  <a:lnTo>
                    <a:pt x="5493340" y="1161833"/>
                  </a:lnTo>
                  <a:lnTo>
                    <a:pt x="5556377" y="1151700"/>
                  </a:lnTo>
                  <a:lnTo>
                    <a:pt x="5614785" y="1140345"/>
                  </a:lnTo>
                  <a:lnTo>
                    <a:pt x="5669485" y="1127602"/>
                  </a:lnTo>
                  <a:lnTo>
                    <a:pt x="5721407" y="1113316"/>
                  </a:lnTo>
                  <a:lnTo>
                    <a:pt x="5771406" y="1097376"/>
                  </a:lnTo>
                  <a:lnTo>
                    <a:pt x="5784835" y="1092727"/>
                  </a:lnTo>
                  <a:lnTo>
                    <a:pt x="5836094" y="1073590"/>
                  </a:lnTo>
                  <a:lnTo>
                    <a:pt x="5886855" y="1052534"/>
                  </a:lnTo>
                  <a:lnTo>
                    <a:pt x="5937627" y="1029531"/>
                  </a:lnTo>
                  <a:lnTo>
                    <a:pt x="5988760" y="1004614"/>
                  </a:lnTo>
                  <a:lnTo>
                    <a:pt x="6040467" y="977888"/>
                  </a:lnTo>
                  <a:lnTo>
                    <a:pt x="6092837" y="949533"/>
                  </a:lnTo>
                  <a:lnTo>
                    <a:pt x="6145854" y="919805"/>
                  </a:lnTo>
                  <a:lnTo>
                    <a:pt x="6199410" y="889027"/>
                  </a:lnTo>
                  <a:lnTo>
                    <a:pt x="6253329" y="857577"/>
                  </a:lnTo>
                  <a:lnTo>
                    <a:pt x="6307391" y="825869"/>
                  </a:lnTo>
                  <a:lnTo>
                    <a:pt x="6361356" y="794335"/>
                  </a:lnTo>
                  <a:lnTo>
                    <a:pt x="6414999" y="763393"/>
                  </a:lnTo>
                  <a:lnTo>
                    <a:pt x="6468133" y="733431"/>
                  </a:lnTo>
                  <a:lnTo>
                    <a:pt x="6520635" y="704783"/>
                  </a:lnTo>
                  <a:lnTo>
                    <a:pt x="6572469" y="677720"/>
                  </a:lnTo>
                  <a:lnTo>
                    <a:pt x="6623702" y="652436"/>
                  </a:lnTo>
                  <a:lnTo>
                    <a:pt x="6674522" y="629051"/>
                  </a:lnTo>
                  <a:lnTo>
                    <a:pt x="6725250" y="607612"/>
                  </a:lnTo>
                  <a:lnTo>
                    <a:pt x="6776363" y="588102"/>
                  </a:lnTo>
                  <a:lnTo>
                    <a:pt x="6786527" y="584482"/>
                  </a:lnTo>
                  <a:lnTo>
                    <a:pt x="6836131" y="568083"/>
                  </a:lnTo>
                  <a:lnTo>
                    <a:pt x="6887447" y="553352"/>
                  </a:lnTo>
                  <a:lnTo>
                    <a:pt x="6941297" y="540202"/>
                  </a:lnTo>
                  <a:lnTo>
                    <a:pt x="6998598" y="528484"/>
                  </a:lnTo>
                  <a:lnTo>
                    <a:pt x="7060282" y="518033"/>
                  </a:lnTo>
                  <a:lnTo>
                    <a:pt x="7127213" y="508692"/>
                  </a:lnTo>
                  <a:lnTo>
                    <a:pt x="7200083" y="500320"/>
                  </a:lnTo>
                  <a:lnTo>
                    <a:pt x="7279275" y="492809"/>
                  </a:lnTo>
                  <a:lnTo>
                    <a:pt x="7364672" y="486077"/>
                  </a:lnTo>
                  <a:lnTo>
                    <a:pt x="7455447" y="480077"/>
                  </a:lnTo>
                  <a:lnTo>
                    <a:pt x="7549852" y="474791"/>
                  </a:lnTo>
                  <a:lnTo>
                    <a:pt x="7645088" y="470223"/>
                  </a:lnTo>
                  <a:lnTo>
                    <a:pt x="7737368" y="466390"/>
                  </a:lnTo>
                  <a:lnTo>
                    <a:pt x="7822274" y="463306"/>
                  </a:lnTo>
                  <a:lnTo>
                    <a:pt x="7895432" y="460961"/>
                  </a:lnTo>
                  <a:lnTo>
                    <a:pt x="7953385" y="459310"/>
                  </a:lnTo>
                  <a:lnTo>
                    <a:pt x="7994425" y="458264"/>
                  </a:lnTo>
                  <a:lnTo>
                    <a:pt x="8019099" y="457699"/>
                  </a:lnTo>
                  <a:lnTo>
                    <a:pt x="8030259" y="457469"/>
                  </a:lnTo>
                  <a:lnTo>
                    <a:pt x="8032792" y="457421"/>
                  </a:lnTo>
                  <a:lnTo>
                    <a:pt x="8032819" y="457420"/>
                  </a:lnTo>
                  <a:lnTo>
                    <a:pt x="8554953" y="457420"/>
                  </a:lnTo>
                  <a:lnTo>
                    <a:pt x="8554953" y="45742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68" name="pl268"/>
            <p:cNvSpPr/>
            <p:nvPr/>
          </p:nvSpPr>
          <p:spPr>
            <a:xfrm>
              <a:off x="386606" y="1637318"/>
              <a:ext cx="8554953" cy="1219788"/>
            </a:xfrm>
            <a:custGeom>
              <a:avLst/>
              <a:pathLst>
                <a:path w="8554953" h="1219788">
                  <a:moveTo>
                    <a:pt x="8554953" y="457420"/>
                  </a:moveTo>
                  <a:lnTo>
                    <a:pt x="8032819" y="457420"/>
                  </a:lnTo>
                  <a:lnTo>
                    <a:pt x="8031559" y="457444"/>
                  </a:lnTo>
                  <a:lnTo>
                    <a:pt x="8023319" y="457609"/>
                  </a:lnTo>
                  <a:lnTo>
                    <a:pt x="8002715" y="458068"/>
                  </a:lnTo>
                  <a:lnTo>
                    <a:pt x="7966302" y="458969"/>
                  </a:lnTo>
                  <a:lnTo>
                    <a:pt x="7912892" y="460444"/>
                  </a:lnTo>
                  <a:lnTo>
                    <a:pt x="7843607" y="462593"/>
                  </a:lnTo>
                  <a:lnTo>
                    <a:pt x="7761500" y="465473"/>
                  </a:lnTo>
                  <a:lnTo>
                    <a:pt x="7670783" y="469101"/>
                  </a:lnTo>
                  <a:lnTo>
                    <a:pt x="7575944" y="473470"/>
                  </a:lnTo>
                  <a:lnTo>
                    <a:pt x="7480989" y="478561"/>
                  </a:lnTo>
                  <a:lnTo>
                    <a:pt x="7389005" y="484366"/>
                  </a:lnTo>
                  <a:lnTo>
                    <a:pt x="7302020" y="490894"/>
                  </a:lnTo>
                  <a:lnTo>
                    <a:pt x="7221095" y="498186"/>
                  </a:lnTo>
                  <a:lnTo>
                    <a:pt x="7146518" y="506312"/>
                  </a:lnTo>
                  <a:lnTo>
                    <a:pt x="7078022" y="515376"/>
                  </a:lnTo>
                  <a:lnTo>
                    <a:pt x="7014985" y="525509"/>
                  </a:lnTo>
                  <a:lnTo>
                    <a:pt x="6956577" y="536864"/>
                  </a:lnTo>
                  <a:lnTo>
                    <a:pt x="6901877" y="549607"/>
                  </a:lnTo>
                  <a:lnTo>
                    <a:pt x="6849955" y="563893"/>
                  </a:lnTo>
                  <a:lnTo>
                    <a:pt x="6799956" y="579833"/>
                  </a:lnTo>
                  <a:lnTo>
                    <a:pt x="6786527" y="584482"/>
                  </a:lnTo>
                  <a:lnTo>
                    <a:pt x="6735267" y="603619"/>
                  </a:lnTo>
                  <a:lnTo>
                    <a:pt x="6684507" y="624675"/>
                  </a:lnTo>
                  <a:lnTo>
                    <a:pt x="6633735" y="647678"/>
                  </a:lnTo>
                  <a:lnTo>
                    <a:pt x="6582602" y="672595"/>
                  </a:lnTo>
                  <a:lnTo>
                    <a:pt x="6530895" y="699321"/>
                  </a:lnTo>
                  <a:lnTo>
                    <a:pt x="6478525" y="727676"/>
                  </a:lnTo>
                  <a:lnTo>
                    <a:pt x="6425508" y="757404"/>
                  </a:lnTo>
                  <a:lnTo>
                    <a:pt x="6371952" y="788182"/>
                  </a:lnTo>
                  <a:lnTo>
                    <a:pt x="6318033" y="819632"/>
                  </a:lnTo>
                  <a:lnTo>
                    <a:pt x="6263971" y="851339"/>
                  </a:lnTo>
                  <a:lnTo>
                    <a:pt x="6210006" y="882874"/>
                  </a:lnTo>
                  <a:lnTo>
                    <a:pt x="6156363" y="913816"/>
                  </a:lnTo>
                  <a:lnTo>
                    <a:pt x="6103229" y="943778"/>
                  </a:lnTo>
                  <a:lnTo>
                    <a:pt x="6050727" y="972426"/>
                  </a:lnTo>
                  <a:lnTo>
                    <a:pt x="5998893" y="999489"/>
                  </a:lnTo>
                  <a:lnTo>
                    <a:pt x="5947659" y="1024773"/>
                  </a:lnTo>
                  <a:lnTo>
                    <a:pt x="5896840" y="1048158"/>
                  </a:lnTo>
                  <a:lnTo>
                    <a:pt x="5846111" y="1069597"/>
                  </a:lnTo>
                  <a:lnTo>
                    <a:pt x="5794999" y="1089107"/>
                  </a:lnTo>
                  <a:lnTo>
                    <a:pt x="5784835" y="1092727"/>
                  </a:lnTo>
                  <a:lnTo>
                    <a:pt x="5735231" y="1109126"/>
                  </a:lnTo>
                  <a:lnTo>
                    <a:pt x="5683915" y="1123857"/>
                  </a:lnTo>
                  <a:lnTo>
                    <a:pt x="5630065" y="1137007"/>
                  </a:lnTo>
                  <a:lnTo>
                    <a:pt x="5572764" y="1148725"/>
                  </a:lnTo>
                  <a:lnTo>
                    <a:pt x="5511080" y="1159175"/>
                  </a:lnTo>
                  <a:lnTo>
                    <a:pt x="5444149" y="1168517"/>
                  </a:lnTo>
                  <a:lnTo>
                    <a:pt x="5371278" y="1176888"/>
                  </a:lnTo>
                  <a:lnTo>
                    <a:pt x="5292087" y="1184400"/>
                  </a:lnTo>
                  <a:lnTo>
                    <a:pt x="5206690" y="1191132"/>
                  </a:lnTo>
                  <a:lnTo>
                    <a:pt x="5115914" y="1197132"/>
                  </a:lnTo>
                  <a:lnTo>
                    <a:pt x="5021510" y="1202418"/>
                  </a:lnTo>
                  <a:lnTo>
                    <a:pt x="4926274" y="1206986"/>
                  </a:lnTo>
                  <a:lnTo>
                    <a:pt x="4833994" y="1210819"/>
                  </a:lnTo>
                  <a:lnTo>
                    <a:pt x="4749088" y="1213903"/>
                  </a:lnTo>
                  <a:lnTo>
                    <a:pt x="4675930" y="1216247"/>
                  </a:lnTo>
                  <a:lnTo>
                    <a:pt x="4617977" y="1217899"/>
                  </a:lnTo>
                  <a:lnTo>
                    <a:pt x="4576937" y="1218944"/>
                  </a:lnTo>
                  <a:lnTo>
                    <a:pt x="4552263" y="1219509"/>
                  </a:lnTo>
                  <a:lnTo>
                    <a:pt x="4541103" y="1219740"/>
                  </a:lnTo>
                  <a:lnTo>
                    <a:pt x="4538570" y="1219788"/>
                  </a:lnTo>
                  <a:lnTo>
                    <a:pt x="4538543" y="1219788"/>
                  </a:lnTo>
                  <a:lnTo>
                    <a:pt x="4016409" y="1219788"/>
                  </a:lnTo>
                  <a:lnTo>
                    <a:pt x="4015164" y="1219752"/>
                  </a:lnTo>
                  <a:lnTo>
                    <a:pt x="4007017" y="1219490"/>
                  </a:lnTo>
                  <a:lnTo>
                    <a:pt x="3986639" y="1218764"/>
                  </a:lnTo>
                  <a:lnTo>
                    <a:pt x="3950603" y="1217340"/>
                  </a:lnTo>
                  <a:lnTo>
                    <a:pt x="3897704" y="1215007"/>
                  </a:lnTo>
                  <a:lnTo>
                    <a:pt x="3829013" y="1211608"/>
                  </a:lnTo>
                  <a:lnTo>
                    <a:pt x="3747510" y="1207049"/>
                  </a:lnTo>
                  <a:lnTo>
                    <a:pt x="3657343" y="1201302"/>
                  </a:lnTo>
                  <a:lnTo>
                    <a:pt x="3562948" y="1194379"/>
                  </a:lnTo>
                  <a:lnTo>
                    <a:pt x="3468312" y="1186308"/>
                  </a:lnTo>
                  <a:lnTo>
                    <a:pt x="3376521" y="1177106"/>
                  </a:lnTo>
                  <a:lnTo>
                    <a:pt x="3289624" y="1166755"/>
                  </a:lnTo>
                  <a:lnTo>
                    <a:pt x="3208709" y="1155198"/>
                  </a:lnTo>
                  <a:lnTo>
                    <a:pt x="3134091" y="1142322"/>
                  </a:lnTo>
                  <a:lnTo>
                    <a:pt x="3065533" y="1127969"/>
                  </a:lnTo>
                  <a:lnTo>
                    <a:pt x="3002434" y="1111933"/>
                  </a:lnTo>
                  <a:lnTo>
                    <a:pt x="2943984" y="1093973"/>
                  </a:lnTo>
                  <a:lnTo>
                    <a:pt x="2889275" y="1073828"/>
                  </a:lnTo>
                  <a:lnTo>
                    <a:pt x="2837387" y="1051248"/>
                  </a:lnTo>
                  <a:lnTo>
                    <a:pt x="2787466" y="1026053"/>
                  </a:lnTo>
                  <a:lnTo>
                    <a:pt x="2770117" y="1016490"/>
                  </a:lnTo>
                  <a:lnTo>
                    <a:pt x="2722267" y="988015"/>
                  </a:lnTo>
                  <a:lnTo>
                    <a:pt x="2674884" y="956873"/>
                  </a:lnTo>
                  <a:lnTo>
                    <a:pt x="2627541" y="923017"/>
                  </a:lnTo>
                  <a:lnTo>
                    <a:pt x="2579934" y="886477"/>
                  </a:lnTo>
                  <a:lnTo>
                    <a:pt x="2531864" y="847367"/>
                  </a:lnTo>
                  <a:lnTo>
                    <a:pt x="2483231" y="805892"/>
                  </a:lnTo>
                  <a:lnTo>
                    <a:pt x="2434018" y="762348"/>
                  </a:lnTo>
                  <a:lnTo>
                    <a:pt x="2384282" y="717118"/>
                  </a:lnTo>
                  <a:lnTo>
                    <a:pt x="2334142" y="670661"/>
                  </a:lnTo>
                  <a:lnTo>
                    <a:pt x="2283757" y="623492"/>
                  </a:lnTo>
                  <a:lnTo>
                    <a:pt x="2233317" y="576163"/>
                  </a:lnTo>
                  <a:lnTo>
                    <a:pt x="2183015" y="529232"/>
                  </a:lnTo>
                  <a:lnTo>
                    <a:pt x="2133028" y="483236"/>
                  </a:lnTo>
                  <a:lnTo>
                    <a:pt x="2083504" y="438672"/>
                  </a:lnTo>
                  <a:lnTo>
                    <a:pt x="2034535" y="395967"/>
                  </a:lnTo>
                  <a:lnTo>
                    <a:pt x="1986148" y="355468"/>
                  </a:lnTo>
                  <a:lnTo>
                    <a:pt x="1938293" y="317432"/>
                  </a:lnTo>
                  <a:lnTo>
                    <a:pt x="1890829" y="282026"/>
                  </a:lnTo>
                  <a:lnTo>
                    <a:pt x="1843513" y="249326"/>
                  </a:lnTo>
                  <a:lnTo>
                    <a:pt x="1795991" y="219329"/>
                  </a:lnTo>
                  <a:lnTo>
                    <a:pt x="1768425" y="203298"/>
                  </a:lnTo>
                  <a:lnTo>
                    <a:pt x="1719021" y="177158"/>
                  </a:lnTo>
                  <a:lnTo>
                    <a:pt x="1667922" y="153668"/>
                  </a:lnTo>
                  <a:lnTo>
                    <a:pt x="1614315" y="132687"/>
                  </a:lnTo>
                  <a:lnTo>
                    <a:pt x="1557296" y="113983"/>
                  </a:lnTo>
                  <a:lnTo>
                    <a:pt x="1495944" y="97294"/>
                  </a:lnTo>
                  <a:lnTo>
                    <a:pt x="1429401" y="82371"/>
                  </a:lnTo>
                  <a:lnTo>
                    <a:pt x="1356979" y="68993"/>
                  </a:lnTo>
                  <a:lnTo>
                    <a:pt x="1278291" y="56983"/>
                  </a:lnTo>
                  <a:lnTo>
                    <a:pt x="1193433" y="46215"/>
                  </a:lnTo>
                  <a:lnTo>
                    <a:pt x="1103195" y="36610"/>
                  </a:lnTo>
                  <a:lnTo>
                    <a:pt x="1009266" y="28138"/>
                  </a:lnTo>
                  <a:lnTo>
                    <a:pt x="914370" y="20805"/>
                  </a:lnTo>
                  <a:lnTo>
                    <a:pt x="822208" y="14639"/>
                  </a:lnTo>
                  <a:lnTo>
                    <a:pt x="737129" y="9660"/>
                  </a:lnTo>
                  <a:lnTo>
                    <a:pt x="663480" y="5857"/>
                  </a:lnTo>
                  <a:lnTo>
                    <a:pt x="604755" y="3161"/>
                  </a:lnTo>
                  <a:lnTo>
                    <a:pt x="562764" y="1436"/>
                  </a:lnTo>
                  <a:lnTo>
                    <a:pt x="537123" y="490"/>
                  </a:lnTo>
                  <a:lnTo>
                    <a:pt x="525162" y="91"/>
                  </a:lnTo>
                  <a:lnTo>
                    <a:pt x="522190" y="1"/>
                  </a:lnTo>
                  <a:lnTo>
                    <a:pt x="522133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69" name="pg269"/>
            <p:cNvSpPr/>
            <p:nvPr/>
          </p:nvSpPr>
          <p:spPr>
            <a:xfrm>
              <a:off x="386606" y="1642966"/>
              <a:ext cx="8554953" cy="1259319"/>
            </a:xfrm>
            <a:custGeom>
              <a:avLst/>
              <a:pathLst>
                <a:path w="8554953" h="1259319">
                  <a:moveTo>
                    <a:pt x="0" y="16941"/>
                  </a:moveTo>
                  <a:lnTo>
                    <a:pt x="522133" y="16941"/>
                  </a:lnTo>
                  <a:lnTo>
                    <a:pt x="523378" y="16978"/>
                  </a:lnTo>
                  <a:lnTo>
                    <a:pt x="531518" y="17245"/>
                  </a:lnTo>
                  <a:lnTo>
                    <a:pt x="551883" y="17983"/>
                  </a:lnTo>
                  <a:lnTo>
                    <a:pt x="587896" y="19433"/>
                  </a:lnTo>
                  <a:lnTo>
                    <a:pt x="640764" y="21807"/>
                  </a:lnTo>
                  <a:lnTo>
                    <a:pt x="709419" y="25268"/>
                  </a:lnTo>
                  <a:lnTo>
                    <a:pt x="790885" y="29908"/>
                  </a:lnTo>
                  <a:lnTo>
                    <a:pt x="881019" y="35758"/>
                  </a:lnTo>
                  <a:lnTo>
                    <a:pt x="975387" y="42805"/>
                  </a:lnTo>
                  <a:lnTo>
                    <a:pt x="1070004" y="51020"/>
                  </a:lnTo>
                  <a:lnTo>
                    <a:pt x="1161783" y="60388"/>
                  </a:lnTo>
                  <a:lnTo>
                    <a:pt x="1248674" y="70924"/>
                  </a:lnTo>
                  <a:lnTo>
                    <a:pt x="1329589" y="82689"/>
                  </a:lnTo>
                  <a:lnTo>
                    <a:pt x="1404209" y="95795"/>
                  </a:lnTo>
                  <a:lnTo>
                    <a:pt x="1472771" y="110405"/>
                  </a:lnTo>
                  <a:lnTo>
                    <a:pt x="1535874" y="126727"/>
                  </a:lnTo>
                  <a:lnTo>
                    <a:pt x="1594326" y="145007"/>
                  </a:lnTo>
                  <a:lnTo>
                    <a:pt x="1649036" y="165510"/>
                  </a:lnTo>
                  <a:lnTo>
                    <a:pt x="1700922" y="188490"/>
                  </a:lnTo>
                  <a:lnTo>
                    <a:pt x="1750838" y="214133"/>
                  </a:lnTo>
                  <a:lnTo>
                    <a:pt x="1768425" y="224004"/>
                  </a:lnTo>
                  <a:lnTo>
                    <a:pt x="1816100" y="252895"/>
                  </a:lnTo>
                  <a:lnTo>
                    <a:pt x="1863310" y="284482"/>
                  </a:lnTo>
                  <a:lnTo>
                    <a:pt x="1910477" y="318813"/>
                  </a:lnTo>
                  <a:lnTo>
                    <a:pt x="1957905" y="355858"/>
                  </a:lnTo>
                  <a:lnTo>
                    <a:pt x="2005789" y="395504"/>
                  </a:lnTo>
                  <a:lnTo>
                    <a:pt x="2054231" y="437546"/>
                  </a:lnTo>
                  <a:lnTo>
                    <a:pt x="2103250" y="481687"/>
                  </a:lnTo>
                  <a:lnTo>
                    <a:pt x="2152790" y="527544"/>
                  </a:lnTo>
                  <a:lnTo>
                    <a:pt x="2202736" y="574657"/>
                  </a:lnTo>
                  <a:lnTo>
                    <a:pt x="2252930" y="622506"/>
                  </a:lnTo>
                  <a:lnTo>
                    <a:pt x="2303186" y="670539"/>
                  </a:lnTo>
                  <a:lnTo>
                    <a:pt x="2353313" y="718192"/>
                  </a:lnTo>
                  <a:lnTo>
                    <a:pt x="2403133" y="764922"/>
                  </a:lnTo>
                  <a:lnTo>
                    <a:pt x="2452501" y="810228"/>
                  </a:lnTo>
                  <a:lnTo>
                    <a:pt x="2501321" y="853675"/>
                  </a:lnTo>
                  <a:lnTo>
                    <a:pt x="2549562" y="894908"/>
                  </a:lnTo>
                  <a:lnTo>
                    <a:pt x="2597270" y="933662"/>
                  </a:lnTo>
                  <a:lnTo>
                    <a:pt x="2644579" y="969767"/>
                  </a:lnTo>
                  <a:lnTo>
                    <a:pt x="2691721" y="1003137"/>
                  </a:lnTo>
                  <a:lnTo>
                    <a:pt x="2739038" y="1033772"/>
                  </a:lnTo>
                  <a:lnTo>
                    <a:pt x="2770117" y="1052256"/>
                  </a:lnTo>
                  <a:lnTo>
                    <a:pt x="2819509" y="1078873"/>
                  </a:lnTo>
                  <a:lnTo>
                    <a:pt x="2870595" y="1102794"/>
                  </a:lnTo>
                  <a:lnTo>
                    <a:pt x="2924187" y="1124160"/>
                  </a:lnTo>
                  <a:lnTo>
                    <a:pt x="2981189" y="1143207"/>
                  </a:lnTo>
                  <a:lnTo>
                    <a:pt x="3042521" y="1160203"/>
                  </a:lnTo>
                  <a:lnTo>
                    <a:pt x="3109040" y="1175401"/>
                  </a:lnTo>
                  <a:lnTo>
                    <a:pt x="3181435" y="1189026"/>
                  </a:lnTo>
                  <a:lnTo>
                    <a:pt x="3260092" y="1201257"/>
                  </a:lnTo>
                  <a:lnTo>
                    <a:pt x="3344918" y="1212225"/>
                  </a:lnTo>
                  <a:lnTo>
                    <a:pt x="3435124" y="1222008"/>
                  </a:lnTo>
                  <a:lnTo>
                    <a:pt x="3529023" y="1230638"/>
                  </a:lnTo>
                  <a:lnTo>
                    <a:pt x="3623898" y="1238108"/>
                  </a:lnTo>
                  <a:lnTo>
                    <a:pt x="3716053" y="1244391"/>
                  </a:lnTo>
                  <a:lnTo>
                    <a:pt x="3801142" y="1249464"/>
                  </a:lnTo>
                  <a:lnTo>
                    <a:pt x="3874820" y="1253341"/>
                  </a:lnTo>
                  <a:lnTo>
                    <a:pt x="3933592" y="1256090"/>
                  </a:lnTo>
                  <a:lnTo>
                    <a:pt x="3975640" y="1257850"/>
                  </a:lnTo>
                  <a:lnTo>
                    <a:pt x="4001340" y="1258816"/>
                  </a:lnTo>
                  <a:lnTo>
                    <a:pt x="4013350" y="1259224"/>
                  </a:lnTo>
                  <a:lnTo>
                    <a:pt x="4016409" y="1259319"/>
                  </a:lnTo>
                  <a:lnTo>
                    <a:pt x="4538543" y="1259319"/>
                  </a:lnTo>
                  <a:lnTo>
                    <a:pt x="4539813" y="1259316"/>
                  </a:lnTo>
                  <a:lnTo>
                    <a:pt x="4548113" y="1259296"/>
                  </a:lnTo>
                  <a:lnTo>
                    <a:pt x="4568863" y="1259241"/>
                  </a:lnTo>
                  <a:lnTo>
                    <a:pt x="4605519" y="1259134"/>
                  </a:lnTo>
                  <a:lnTo>
                    <a:pt x="4659259" y="1258958"/>
                  </a:lnTo>
                  <a:lnTo>
                    <a:pt x="4728925" y="1258701"/>
                  </a:lnTo>
                  <a:lnTo>
                    <a:pt x="4811421" y="1258357"/>
                  </a:lnTo>
                  <a:lnTo>
                    <a:pt x="4902488" y="1257925"/>
                  </a:lnTo>
                  <a:lnTo>
                    <a:pt x="4997611" y="1257404"/>
                  </a:lnTo>
                  <a:lnTo>
                    <a:pt x="5092768" y="1256797"/>
                  </a:lnTo>
                  <a:lnTo>
                    <a:pt x="5184874" y="1256105"/>
                  </a:lnTo>
                  <a:lnTo>
                    <a:pt x="5271913" y="1255326"/>
                  </a:lnTo>
                  <a:lnTo>
                    <a:pt x="5352842" y="1254457"/>
                  </a:lnTo>
                  <a:lnTo>
                    <a:pt x="5427393" y="1253488"/>
                  </a:lnTo>
                  <a:lnTo>
                    <a:pt x="5495849" y="1252406"/>
                  </a:lnTo>
                  <a:lnTo>
                    <a:pt x="5558847" y="1251197"/>
                  </a:lnTo>
                  <a:lnTo>
                    <a:pt x="5617228" y="1249841"/>
                  </a:lnTo>
                  <a:lnTo>
                    <a:pt x="5671924" y="1248319"/>
                  </a:lnTo>
                  <a:lnTo>
                    <a:pt x="5723869" y="1246613"/>
                  </a:lnTo>
                  <a:lnTo>
                    <a:pt x="5773920" y="1244709"/>
                  </a:lnTo>
                  <a:lnTo>
                    <a:pt x="5784835" y="1244260"/>
                  </a:lnTo>
                  <a:lnTo>
                    <a:pt x="5839046" y="1241853"/>
                  </a:lnTo>
                  <a:lnTo>
                    <a:pt x="5892735" y="1239192"/>
                  </a:lnTo>
                  <a:lnTo>
                    <a:pt x="5946489" y="1236272"/>
                  </a:lnTo>
                  <a:lnTo>
                    <a:pt x="6000697" y="1233100"/>
                  </a:lnTo>
                  <a:lnTo>
                    <a:pt x="6055581" y="1229693"/>
                  </a:lnTo>
                  <a:lnTo>
                    <a:pt x="6111213" y="1226079"/>
                  </a:lnTo>
                  <a:lnTo>
                    <a:pt x="6167536" y="1222297"/>
                  </a:lnTo>
                  <a:lnTo>
                    <a:pt x="6224390" y="1218395"/>
                  </a:lnTo>
                  <a:lnTo>
                    <a:pt x="6281540" y="1214429"/>
                  </a:lnTo>
                  <a:lnTo>
                    <a:pt x="6338710" y="1210459"/>
                  </a:lnTo>
                  <a:lnTo>
                    <a:pt x="6395623" y="1206544"/>
                  </a:lnTo>
                  <a:lnTo>
                    <a:pt x="6452035" y="1202742"/>
                  </a:lnTo>
                  <a:lnTo>
                    <a:pt x="6507773" y="1199101"/>
                  </a:lnTo>
                  <a:lnTo>
                    <a:pt x="6562764" y="1195662"/>
                  </a:lnTo>
                  <a:lnTo>
                    <a:pt x="6617060" y="1192455"/>
                  </a:lnTo>
                  <a:lnTo>
                    <a:pt x="6670860" y="1189498"/>
                  </a:lnTo>
                  <a:lnTo>
                    <a:pt x="6724527" y="1186799"/>
                  </a:lnTo>
                  <a:lnTo>
                    <a:pt x="6778618" y="1184356"/>
                  </a:lnTo>
                  <a:lnTo>
                    <a:pt x="6786527" y="1184023"/>
                  </a:lnTo>
                  <a:lnTo>
                    <a:pt x="6836259" y="1182075"/>
                  </a:lnTo>
                  <a:lnTo>
                    <a:pt x="6887715" y="1180325"/>
                  </a:lnTo>
                  <a:lnTo>
                    <a:pt x="6941721" y="1178764"/>
                  </a:lnTo>
                  <a:lnTo>
                    <a:pt x="6999204" y="1177373"/>
                  </a:lnTo>
                  <a:lnTo>
                    <a:pt x="7061101" y="1176133"/>
                  </a:lnTo>
                  <a:lnTo>
                    <a:pt x="7128282" y="1175024"/>
                  </a:lnTo>
                  <a:lnTo>
                    <a:pt x="7201442" y="1174032"/>
                  </a:lnTo>
                  <a:lnTo>
                    <a:pt x="7280958" y="1173141"/>
                  </a:lnTo>
                  <a:lnTo>
                    <a:pt x="7366701" y="1172343"/>
                  </a:lnTo>
                  <a:lnTo>
                    <a:pt x="7457821" y="1171632"/>
                  </a:lnTo>
                  <a:lnTo>
                    <a:pt x="7552530" y="1171006"/>
                  </a:lnTo>
                  <a:lnTo>
                    <a:pt x="7647979" y="1170466"/>
                  </a:lnTo>
                  <a:lnTo>
                    <a:pt x="7740328" y="1170013"/>
                  </a:lnTo>
                  <a:lnTo>
                    <a:pt x="7825115" y="1169650"/>
                  </a:lnTo>
                  <a:lnTo>
                    <a:pt x="7897947" y="1169375"/>
                  </a:lnTo>
                  <a:lnTo>
                    <a:pt x="7955396" y="1169182"/>
                  </a:lnTo>
                  <a:lnTo>
                    <a:pt x="7995822" y="1169060"/>
                  </a:lnTo>
                  <a:lnTo>
                    <a:pt x="8019877" y="1168995"/>
                  </a:lnTo>
                  <a:lnTo>
                    <a:pt x="8030534" y="1168969"/>
                  </a:lnTo>
                  <a:lnTo>
                    <a:pt x="8032819" y="1168964"/>
                  </a:lnTo>
                  <a:lnTo>
                    <a:pt x="8554953" y="1168964"/>
                  </a:lnTo>
                  <a:lnTo>
                    <a:pt x="8554953" y="1152022"/>
                  </a:lnTo>
                  <a:lnTo>
                    <a:pt x="8032819" y="1152022"/>
                  </a:lnTo>
                  <a:lnTo>
                    <a:pt x="8031549" y="1152025"/>
                  </a:lnTo>
                  <a:lnTo>
                    <a:pt x="8023249" y="1152045"/>
                  </a:lnTo>
                  <a:lnTo>
                    <a:pt x="8002499" y="1152100"/>
                  </a:lnTo>
                  <a:lnTo>
                    <a:pt x="7965843" y="1152207"/>
                  </a:lnTo>
                  <a:lnTo>
                    <a:pt x="7912103" y="1152384"/>
                  </a:lnTo>
                  <a:lnTo>
                    <a:pt x="7842437" y="1152640"/>
                  </a:lnTo>
                  <a:lnTo>
                    <a:pt x="7759941" y="1152984"/>
                  </a:lnTo>
                  <a:lnTo>
                    <a:pt x="7668874" y="1153417"/>
                  </a:lnTo>
                  <a:lnTo>
                    <a:pt x="7573751" y="1153938"/>
                  </a:lnTo>
                  <a:lnTo>
                    <a:pt x="7478594" y="1154545"/>
                  </a:lnTo>
                  <a:lnTo>
                    <a:pt x="7386488" y="1155236"/>
                  </a:lnTo>
                  <a:lnTo>
                    <a:pt x="7299449" y="1156015"/>
                  </a:lnTo>
                  <a:lnTo>
                    <a:pt x="7218520" y="1156884"/>
                  </a:lnTo>
                  <a:lnTo>
                    <a:pt x="7143969" y="1157853"/>
                  </a:lnTo>
                  <a:lnTo>
                    <a:pt x="7075513" y="1158935"/>
                  </a:lnTo>
                  <a:lnTo>
                    <a:pt x="7012515" y="1160144"/>
                  </a:lnTo>
                  <a:lnTo>
                    <a:pt x="6954134" y="1161500"/>
                  </a:lnTo>
                  <a:lnTo>
                    <a:pt x="6899438" y="1163022"/>
                  </a:lnTo>
                  <a:lnTo>
                    <a:pt x="6847493" y="1164728"/>
                  </a:lnTo>
                  <a:lnTo>
                    <a:pt x="6797442" y="1166632"/>
                  </a:lnTo>
                  <a:lnTo>
                    <a:pt x="6786527" y="1167082"/>
                  </a:lnTo>
                  <a:lnTo>
                    <a:pt x="6732316" y="1169488"/>
                  </a:lnTo>
                  <a:lnTo>
                    <a:pt x="6678627" y="1172149"/>
                  </a:lnTo>
                  <a:lnTo>
                    <a:pt x="6624873" y="1175069"/>
                  </a:lnTo>
                  <a:lnTo>
                    <a:pt x="6570665" y="1178241"/>
                  </a:lnTo>
                  <a:lnTo>
                    <a:pt x="6515781" y="1181648"/>
                  </a:lnTo>
                  <a:lnTo>
                    <a:pt x="6460149" y="1185262"/>
                  </a:lnTo>
                  <a:lnTo>
                    <a:pt x="6403826" y="1189044"/>
                  </a:lnTo>
                  <a:lnTo>
                    <a:pt x="6346972" y="1192946"/>
                  </a:lnTo>
                  <a:lnTo>
                    <a:pt x="6289822" y="1196912"/>
                  </a:lnTo>
                  <a:lnTo>
                    <a:pt x="6232652" y="1200882"/>
                  </a:lnTo>
                  <a:lnTo>
                    <a:pt x="6175739" y="1204797"/>
                  </a:lnTo>
                  <a:lnTo>
                    <a:pt x="6119327" y="1208600"/>
                  </a:lnTo>
                  <a:lnTo>
                    <a:pt x="6063589" y="1212241"/>
                  </a:lnTo>
                  <a:lnTo>
                    <a:pt x="6008598" y="1215679"/>
                  </a:lnTo>
                  <a:lnTo>
                    <a:pt x="5954302" y="1218887"/>
                  </a:lnTo>
                  <a:lnTo>
                    <a:pt x="5900502" y="1221843"/>
                  </a:lnTo>
                  <a:lnTo>
                    <a:pt x="5846835" y="1224542"/>
                  </a:lnTo>
                  <a:lnTo>
                    <a:pt x="5792744" y="1226985"/>
                  </a:lnTo>
                  <a:lnTo>
                    <a:pt x="5784835" y="1227318"/>
                  </a:lnTo>
                  <a:lnTo>
                    <a:pt x="5735103" y="1229266"/>
                  </a:lnTo>
                  <a:lnTo>
                    <a:pt x="5683647" y="1231016"/>
                  </a:lnTo>
                  <a:lnTo>
                    <a:pt x="5629641" y="1232577"/>
                  </a:lnTo>
                  <a:lnTo>
                    <a:pt x="5572158" y="1233968"/>
                  </a:lnTo>
                  <a:lnTo>
                    <a:pt x="5510261" y="1235208"/>
                  </a:lnTo>
                  <a:lnTo>
                    <a:pt x="5443080" y="1236317"/>
                  </a:lnTo>
                  <a:lnTo>
                    <a:pt x="5369920" y="1237309"/>
                  </a:lnTo>
                  <a:lnTo>
                    <a:pt x="5290404" y="1238200"/>
                  </a:lnTo>
                  <a:lnTo>
                    <a:pt x="5204661" y="1238998"/>
                  </a:lnTo>
                  <a:lnTo>
                    <a:pt x="5113541" y="1239709"/>
                  </a:lnTo>
                  <a:lnTo>
                    <a:pt x="5018832" y="1240335"/>
                  </a:lnTo>
                  <a:lnTo>
                    <a:pt x="4923383" y="1240875"/>
                  </a:lnTo>
                  <a:lnTo>
                    <a:pt x="4831034" y="1241328"/>
                  </a:lnTo>
                  <a:lnTo>
                    <a:pt x="4746247" y="1241691"/>
                  </a:lnTo>
                  <a:lnTo>
                    <a:pt x="4673415" y="1241966"/>
                  </a:lnTo>
                  <a:lnTo>
                    <a:pt x="4615966" y="1242160"/>
                  </a:lnTo>
                  <a:lnTo>
                    <a:pt x="4575540" y="1242281"/>
                  </a:lnTo>
                  <a:lnTo>
                    <a:pt x="4551485" y="1242346"/>
                  </a:lnTo>
                  <a:lnTo>
                    <a:pt x="4540828" y="1242372"/>
                  </a:lnTo>
                  <a:lnTo>
                    <a:pt x="4538543" y="1242377"/>
                  </a:lnTo>
                  <a:lnTo>
                    <a:pt x="4016409" y="1242377"/>
                  </a:lnTo>
                  <a:lnTo>
                    <a:pt x="4015165" y="1242340"/>
                  </a:lnTo>
                  <a:lnTo>
                    <a:pt x="4007024" y="1242073"/>
                  </a:lnTo>
                  <a:lnTo>
                    <a:pt x="3986659" y="1241335"/>
                  </a:lnTo>
                  <a:lnTo>
                    <a:pt x="3950646" y="1239885"/>
                  </a:lnTo>
                  <a:lnTo>
                    <a:pt x="3897778" y="1237511"/>
                  </a:lnTo>
                  <a:lnTo>
                    <a:pt x="3829123" y="1234051"/>
                  </a:lnTo>
                  <a:lnTo>
                    <a:pt x="3747657" y="1229411"/>
                  </a:lnTo>
                  <a:lnTo>
                    <a:pt x="3657523" y="1223561"/>
                  </a:lnTo>
                  <a:lnTo>
                    <a:pt x="3563155" y="1216514"/>
                  </a:lnTo>
                  <a:lnTo>
                    <a:pt x="3468538" y="1208298"/>
                  </a:lnTo>
                  <a:lnTo>
                    <a:pt x="3376760" y="1198930"/>
                  </a:lnTo>
                  <a:lnTo>
                    <a:pt x="3289868" y="1188394"/>
                  </a:lnTo>
                  <a:lnTo>
                    <a:pt x="3208954" y="1176629"/>
                  </a:lnTo>
                  <a:lnTo>
                    <a:pt x="3134333" y="1163523"/>
                  </a:lnTo>
                  <a:lnTo>
                    <a:pt x="3065771" y="1148913"/>
                  </a:lnTo>
                  <a:lnTo>
                    <a:pt x="3002669" y="1132591"/>
                  </a:lnTo>
                  <a:lnTo>
                    <a:pt x="2944216" y="1114311"/>
                  </a:lnTo>
                  <a:lnTo>
                    <a:pt x="2889506" y="1093808"/>
                  </a:lnTo>
                  <a:lnTo>
                    <a:pt x="2837620" y="1070828"/>
                  </a:lnTo>
                  <a:lnTo>
                    <a:pt x="2787704" y="1045185"/>
                  </a:lnTo>
                  <a:lnTo>
                    <a:pt x="2770117" y="1035314"/>
                  </a:lnTo>
                  <a:lnTo>
                    <a:pt x="2722442" y="1006424"/>
                  </a:lnTo>
                  <a:lnTo>
                    <a:pt x="2675232" y="974836"/>
                  </a:lnTo>
                  <a:lnTo>
                    <a:pt x="2628065" y="940505"/>
                  </a:lnTo>
                  <a:lnTo>
                    <a:pt x="2580637" y="903460"/>
                  </a:lnTo>
                  <a:lnTo>
                    <a:pt x="2532753" y="863814"/>
                  </a:lnTo>
                  <a:lnTo>
                    <a:pt x="2484311" y="821772"/>
                  </a:lnTo>
                  <a:lnTo>
                    <a:pt x="2435292" y="777631"/>
                  </a:lnTo>
                  <a:lnTo>
                    <a:pt x="2385752" y="731774"/>
                  </a:lnTo>
                  <a:lnTo>
                    <a:pt x="2335806" y="684661"/>
                  </a:lnTo>
                  <a:lnTo>
                    <a:pt x="2285613" y="636812"/>
                  </a:lnTo>
                  <a:lnTo>
                    <a:pt x="2235357" y="588779"/>
                  </a:lnTo>
                  <a:lnTo>
                    <a:pt x="2185229" y="541126"/>
                  </a:lnTo>
                  <a:lnTo>
                    <a:pt x="2135409" y="494396"/>
                  </a:lnTo>
                  <a:lnTo>
                    <a:pt x="2086041" y="449090"/>
                  </a:lnTo>
                  <a:lnTo>
                    <a:pt x="2037221" y="405643"/>
                  </a:lnTo>
                  <a:lnTo>
                    <a:pt x="1988980" y="364410"/>
                  </a:lnTo>
                  <a:lnTo>
                    <a:pt x="1941272" y="325656"/>
                  </a:lnTo>
                  <a:lnTo>
                    <a:pt x="1893963" y="289552"/>
                  </a:lnTo>
                  <a:lnTo>
                    <a:pt x="1846821" y="256181"/>
                  </a:lnTo>
                  <a:lnTo>
                    <a:pt x="1799504" y="225546"/>
                  </a:lnTo>
                  <a:lnTo>
                    <a:pt x="1768425" y="207062"/>
                  </a:lnTo>
                  <a:lnTo>
                    <a:pt x="1719033" y="180445"/>
                  </a:lnTo>
                  <a:lnTo>
                    <a:pt x="1667947" y="156524"/>
                  </a:lnTo>
                  <a:lnTo>
                    <a:pt x="1614355" y="135158"/>
                  </a:lnTo>
                  <a:lnTo>
                    <a:pt x="1557353" y="116111"/>
                  </a:lnTo>
                  <a:lnTo>
                    <a:pt x="1496021" y="99116"/>
                  </a:lnTo>
                  <a:lnTo>
                    <a:pt x="1429502" y="83917"/>
                  </a:lnTo>
                  <a:lnTo>
                    <a:pt x="1357107" y="70292"/>
                  </a:lnTo>
                  <a:lnTo>
                    <a:pt x="1278450" y="58061"/>
                  </a:lnTo>
                  <a:lnTo>
                    <a:pt x="1193624" y="47093"/>
                  </a:lnTo>
                  <a:lnTo>
                    <a:pt x="1103418" y="37310"/>
                  </a:lnTo>
                  <a:lnTo>
                    <a:pt x="1009519" y="28680"/>
                  </a:lnTo>
                  <a:lnTo>
                    <a:pt x="914644" y="21210"/>
                  </a:lnTo>
                  <a:lnTo>
                    <a:pt x="822490" y="14928"/>
                  </a:lnTo>
                  <a:lnTo>
                    <a:pt x="737400" y="9854"/>
                  </a:lnTo>
                  <a:lnTo>
                    <a:pt x="663723" y="5977"/>
                  </a:lnTo>
                  <a:lnTo>
                    <a:pt x="604950" y="3228"/>
                  </a:lnTo>
                  <a:lnTo>
                    <a:pt x="562903" y="1468"/>
                  </a:lnTo>
                  <a:lnTo>
                    <a:pt x="537202" y="502"/>
                  </a:lnTo>
                  <a:lnTo>
                    <a:pt x="525192" y="94"/>
                  </a:lnTo>
                  <a:lnTo>
                    <a:pt x="5221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270" name="pl270"/>
            <p:cNvSpPr/>
            <p:nvPr/>
          </p:nvSpPr>
          <p:spPr>
            <a:xfrm>
              <a:off x="386606" y="1659907"/>
              <a:ext cx="8554953" cy="1242377"/>
            </a:xfrm>
            <a:custGeom>
              <a:avLst/>
              <a:pathLst>
                <a:path w="8554953" h="1242377">
                  <a:moveTo>
                    <a:pt x="0" y="0"/>
                  </a:moveTo>
                  <a:lnTo>
                    <a:pt x="522133" y="0"/>
                  </a:lnTo>
                  <a:lnTo>
                    <a:pt x="523378" y="37"/>
                  </a:lnTo>
                  <a:lnTo>
                    <a:pt x="531518" y="304"/>
                  </a:lnTo>
                  <a:lnTo>
                    <a:pt x="551883" y="1042"/>
                  </a:lnTo>
                  <a:lnTo>
                    <a:pt x="587896" y="2491"/>
                  </a:lnTo>
                  <a:lnTo>
                    <a:pt x="640764" y="4866"/>
                  </a:lnTo>
                  <a:lnTo>
                    <a:pt x="709419" y="8326"/>
                  </a:lnTo>
                  <a:lnTo>
                    <a:pt x="790885" y="12966"/>
                  </a:lnTo>
                  <a:lnTo>
                    <a:pt x="881019" y="18816"/>
                  </a:lnTo>
                  <a:lnTo>
                    <a:pt x="975387" y="25863"/>
                  </a:lnTo>
                  <a:lnTo>
                    <a:pt x="1070004" y="34079"/>
                  </a:lnTo>
                  <a:lnTo>
                    <a:pt x="1161783" y="43446"/>
                  </a:lnTo>
                  <a:lnTo>
                    <a:pt x="1248674" y="53982"/>
                  </a:lnTo>
                  <a:lnTo>
                    <a:pt x="1329589" y="65747"/>
                  </a:lnTo>
                  <a:lnTo>
                    <a:pt x="1404209" y="78854"/>
                  </a:lnTo>
                  <a:lnTo>
                    <a:pt x="1472771" y="93463"/>
                  </a:lnTo>
                  <a:lnTo>
                    <a:pt x="1535874" y="109785"/>
                  </a:lnTo>
                  <a:lnTo>
                    <a:pt x="1594326" y="128065"/>
                  </a:lnTo>
                  <a:lnTo>
                    <a:pt x="1649036" y="148569"/>
                  </a:lnTo>
                  <a:lnTo>
                    <a:pt x="1700922" y="171549"/>
                  </a:lnTo>
                  <a:lnTo>
                    <a:pt x="1750838" y="197192"/>
                  </a:lnTo>
                  <a:lnTo>
                    <a:pt x="1768425" y="207062"/>
                  </a:lnTo>
                  <a:lnTo>
                    <a:pt x="1816100" y="235953"/>
                  </a:lnTo>
                  <a:lnTo>
                    <a:pt x="1863310" y="267541"/>
                  </a:lnTo>
                  <a:lnTo>
                    <a:pt x="1910477" y="301871"/>
                  </a:lnTo>
                  <a:lnTo>
                    <a:pt x="1957905" y="338916"/>
                  </a:lnTo>
                  <a:lnTo>
                    <a:pt x="2005789" y="378562"/>
                  </a:lnTo>
                  <a:lnTo>
                    <a:pt x="2054231" y="420604"/>
                  </a:lnTo>
                  <a:lnTo>
                    <a:pt x="2103250" y="464746"/>
                  </a:lnTo>
                  <a:lnTo>
                    <a:pt x="2152790" y="510603"/>
                  </a:lnTo>
                  <a:lnTo>
                    <a:pt x="2202736" y="557715"/>
                  </a:lnTo>
                  <a:lnTo>
                    <a:pt x="2252930" y="605565"/>
                  </a:lnTo>
                  <a:lnTo>
                    <a:pt x="2303186" y="653598"/>
                  </a:lnTo>
                  <a:lnTo>
                    <a:pt x="2353313" y="701251"/>
                  </a:lnTo>
                  <a:lnTo>
                    <a:pt x="2403133" y="747981"/>
                  </a:lnTo>
                  <a:lnTo>
                    <a:pt x="2452501" y="793287"/>
                  </a:lnTo>
                  <a:lnTo>
                    <a:pt x="2501321" y="836733"/>
                  </a:lnTo>
                  <a:lnTo>
                    <a:pt x="2549562" y="877966"/>
                  </a:lnTo>
                  <a:lnTo>
                    <a:pt x="2597270" y="916721"/>
                  </a:lnTo>
                  <a:lnTo>
                    <a:pt x="2644579" y="952825"/>
                  </a:lnTo>
                  <a:lnTo>
                    <a:pt x="2691721" y="986195"/>
                  </a:lnTo>
                  <a:lnTo>
                    <a:pt x="2739038" y="1016831"/>
                  </a:lnTo>
                  <a:lnTo>
                    <a:pt x="2770117" y="1035314"/>
                  </a:lnTo>
                  <a:lnTo>
                    <a:pt x="2819509" y="1061932"/>
                  </a:lnTo>
                  <a:lnTo>
                    <a:pt x="2870595" y="1085852"/>
                  </a:lnTo>
                  <a:lnTo>
                    <a:pt x="2924187" y="1107218"/>
                  </a:lnTo>
                  <a:lnTo>
                    <a:pt x="2981189" y="1126266"/>
                  </a:lnTo>
                  <a:lnTo>
                    <a:pt x="3042521" y="1143261"/>
                  </a:lnTo>
                  <a:lnTo>
                    <a:pt x="3109040" y="1158459"/>
                  </a:lnTo>
                  <a:lnTo>
                    <a:pt x="3181435" y="1172084"/>
                  </a:lnTo>
                  <a:lnTo>
                    <a:pt x="3260092" y="1184316"/>
                  </a:lnTo>
                  <a:lnTo>
                    <a:pt x="3344918" y="1195283"/>
                  </a:lnTo>
                  <a:lnTo>
                    <a:pt x="3435124" y="1205066"/>
                  </a:lnTo>
                  <a:lnTo>
                    <a:pt x="3529023" y="1213696"/>
                  </a:lnTo>
                  <a:lnTo>
                    <a:pt x="3623898" y="1221166"/>
                  </a:lnTo>
                  <a:lnTo>
                    <a:pt x="3716053" y="1227449"/>
                  </a:lnTo>
                  <a:lnTo>
                    <a:pt x="3801142" y="1232523"/>
                  </a:lnTo>
                  <a:lnTo>
                    <a:pt x="3874820" y="1236400"/>
                  </a:lnTo>
                  <a:lnTo>
                    <a:pt x="3933592" y="1239149"/>
                  </a:lnTo>
                  <a:lnTo>
                    <a:pt x="3975640" y="1240908"/>
                  </a:lnTo>
                  <a:lnTo>
                    <a:pt x="4001340" y="1241875"/>
                  </a:lnTo>
                  <a:lnTo>
                    <a:pt x="4013350" y="1242283"/>
                  </a:lnTo>
                  <a:lnTo>
                    <a:pt x="4016349" y="1242375"/>
                  </a:lnTo>
                  <a:lnTo>
                    <a:pt x="4016409" y="1242377"/>
                  </a:lnTo>
                  <a:lnTo>
                    <a:pt x="4538543" y="1242377"/>
                  </a:lnTo>
                  <a:lnTo>
                    <a:pt x="4539813" y="1242374"/>
                  </a:lnTo>
                  <a:lnTo>
                    <a:pt x="4548113" y="1242355"/>
                  </a:lnTo>
                  <a:lnTo>
                    <a:pt x="4568863" y="1242300"/>
                  </a:lnTo>
                  <a:lnTo>
                    <a:pt x="4605519" y="1242192"/>
                  </a:lnTo>
                  <a:lnTo>
                    <a:pt x="4659259" y="1242016"/>
                  </a:lnTo>
                  <a:lnTo>
                    <a:pt x="4728925" y="1241760"/>
                  </a:lnTo>
                  <a:lnTo>
                    <a:pt x="4811421" y="1241416"/>
                  </a:lnTo>
                  <a:lnTo>
                    <a:pt x="4902488" y="1240983"/>
                  </a:lnTo>
                  <a:lnTo>
                    <a:pt x="4997611" y="1240462"/>
                  </a:lnTo>
                  <a:lnTo>
                    <a:pt x="5092768" y="1239855"/>
                  </a:lnTo>
                  <a:lnTo>
                    <a:pt x="5184874" y="1239163"/>
                  </a:lnTo>
                  <a:lnTo>
                    <a:pt x="5271913" y="1238385"/>
                  </a:lnTo>
                  <a:lnTo>
                    <a:pt x="5352842" y="1237515"/>
                  </a:lnTo>
                  <a:lnTo>
                    <a:pt x="5427393" y="1236546"/>
                  </a:lnTo>
                  <a:lnTo>
                    <a:pt x="5495849" y="1235465"/>
                  </a:lnTo>
                  <a:lnTo>
                    <a:pt x="5558847" y="1234255"/>
                  </a:lnTo>
                  <a:lnTo>
                    <a:pt x="5617228" y="1232900"/>
                  </a:lnTo>
                  <a:lnTo>
                    <a:pt x="5671924" y="1231378"/>
                  </a:lnTo>
                  <a:lnTo>
                    <a:pt x="5723869" y="1229671"/>
                  </a:lnTo>
                  <a:lnTo>
                    <a:pt x="5773920" y="1227767"/>
                  </a:lnTo>
                  <a:lnTo>
                    <a:pt x="5784835" y="1227318"/>
                  </a:lnTo>
                  <a:lnTo>
                    <a:pt x="5839046" y="1224911"/>
                  </a:lnTo>
                  <a:lnTo>
                    <a:pt x="5892735" y="1222250"/>
                  </a:lnTo>
                  <a:lnTo>
                    <a:pt x="5946489" y="1219330"/>
                  </a:lnTo>
                  <a:lnTo>
                    <a:pt x="6000697" y="1216159"/>
                  </a:lnTo>
                  <a:lnTo>
                    <a:pt x="6055581" y="1212752"/>
                  </a:lnTo>
                  <a:lnTo>
                    <a:pt x="6111213" y="1209138"/>
                  </a:lnTo>
                  <a:lnTo>
                    <a:pt x="6167536" y="1205356"/>
                  </a:lnTo>
                  <a:lnTo>
                    <a:pt x="6224390" y="1201454"/>
                  </a:lnTo>
                  <a:lnTo>
                    <a:pt x="6281540" y="1197488"/>
                  </a:lnTo>
                  <a:lnTo>
                    <a:pt x="6338710" y="1193518"/>
                  </a:lnTo>
                  <a:lnTo>
                    <a:pt x="6395623" y="1189603"/>
                  </a:lnTo>
                  <a:lnTo>
                    <a:pt x="6452035" y="1185800"/>
                  </a:lnTo>
                  <a:lnTo>
                    <a:pt x="6507773" y="1182159"/>
                  </a:lnTo>
                  <a:lnTo>
                    <a:pt x="6562764" y="1178720"/>
                  </a:lnTo>
                  <a:lnTo>
                    <a:pt x="6617060" y="1175513"/>
                  </a:lnTo>
                  <a:lnTo>
                    <a:pt x="6670860" y="1172556"/>
                  </a:lnTo>
                  <a:lnTo>
                    <a:pt x="6724527" y="1169857"/>
                  </a:lnTo>
                  <a:lnTo>
                    <a:pt x="6778618" y="1167415"/>
                  </a:lnTo>
                  <a:lnTo>
                    <a:pt x="6786527" y="1167082"/>
                  </a:lnTo>
                  <a:lnTo>
                    <a:pt x="6836259" y="1165133"/>
                  </a:lnTo>
                  <a:lnTo>
                    <a:pt x="6887715" y="1163384"/>
                  </a:lnTo>
                  <a:lnTo>
                    <a:pt x="6941721" y="1161822"/>
                  </a:lnTo>
                  <a:lnTo>
                    <a:pt x="6999204" y="1160431"/>
                  </a:lnTo>
                  <a:lnTo>
                    <a:pt x="7061101" y="1159191"/>
                  </a:lnTo>
                  <a:lnTo>
                    <a:pt x="7128282" y="1158083"/>
                  </a:lnTo>
                  <a:lnTo>
                    <a:pt x="7201442" y="1157090"/>
                  </a:lnTo>
                  <a:lnTo>
                    <a:pt x="7280958" y="1156199"/>
                  </a:lnTo>
                  <a:lnTo>
                    <a:pt x="7366701" y="1155401"/>
                  </a:lnTo>
                  <a:lnTo>
                    <a:pt x="7457821" y="1154691"/>
                  </a:lnTo>
                  <a:lnTo>
                    <a:pt x="7552530" y="1154065"/>
                  </a:lnTo>
                  <a:lnTo>
                    <a:pt x="7647979" y="1153525"/>
                  </a:lnTo>
                  <a:lnTo>
                    <a:pt x="7740328" y="1153072"/>
                  </a:lnTo>
                  <a:lnTo>
                    <a:pt x="7825115" y="1152709"/>
                  </a:lnTo>
                  <a:lnTo>
                    <a:pt x="7897947" y="1152433"/>
                  </a:lnTo>
                  <a:lnTo>
                    <a:pt x="7955396" y="1152240"/>
                  </a:lnTo>
                  <a:lnTo>
                    <a:pt x="7995822" y="1152118"/>
                  </a:lnTo>
                  <a:lnTo>
                    <a:pt x="8019877" y="1152053"/>
                  </a:lnTo>
                  <a:lnTo>
                    <a:pt x="8030534" y="1152027"/>
                  </a:lnTo>
                  <a:lnTo>
                    <a:pt x="8032805" y="1152022"/>
                  </a:lnTo>
                  <a:lnTo>
                    <a:pt x="8032819" y="1152022"/>
                  </a:lnTo>
                  <a:lnTo>
                    <a:pt x="8554953" y="1152022"/>
                  </a:lnTo>
                  <a:lnTo>
                    <a:pt x="8554953" y="1152022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71" name="pl271"/>
            <p:cNvSpPr/>
            <p:nvPr/>
          </p:nvSpPr>
          <p:spPr>
            <a:xfrm>
              <a:off x="386606" y="1642966"/>
              <a:ext cx="8554953" cy="1242377"/>
            </a:xfrm>
            <a:custGeom>
              <a:avLst/>
              <a:pathLst>
                <a:path w="8554953" h="1242377">
                  <a:moveTo>
                    <a:pt x="8554953" y="1152022"/>
                  </a:moveTo>
                  <a:lnTo>
                    <a:pt x="8032819" y="1152022"/>
                  </a:lnTo>
                  <a:lnTo>
                    <a:pt x="8031549" y="1152025"/>
                  </a:lnTo>
                  <a:lnTo>
                    <a:pt x="8023249" y="1152045"/>
                  </a:lnTo>
                  <a:lnTo>
                    <a:pt x="8002499" y="1152100"/>
                  </a:lnTo>
                  <a:lnTo>
                    <a:pt x="7965843" y="1152207"/>
                  </a:lnTo>
                  <a:lnTo>
                    <a:pt x="7912103" y="1152384"/>
                  </a:lnTo>
                  <a:lnTo>
                    <a:pt x="7842437" y="1152640"/>
                  </a:lnTo>
                  <a:lnTo>
                    <a:pt x="7759941" y="1152984"/>
                  </a:lnTo>
                  <a:lnTo>
                    <a:pt x="7668874" y="1153417"/>
                  </a:lnTo>
                  <a:lnTo>
                    <a:pt x="7573751" y="1153938"/>
                  </a:lnTo>
                  <a:lnTo>
                    <a:pt x="7478594" y="1154545"/>
                  </a:lnTo>
                  <a:lnTo>
                    <a:pt x="7386488" y="1155236"/>
                  </a:lnTo>
                  <a:lnTo>
                    <a:pt x="7299449" y="1156015"/>
                  </a:lnTo>
                  <a:lnTo>
                    <a:pt x="7218520" y="1156884"/>
                  </a:lnTo>
                  <a:lnTo>
                    <a:pt x="7143969" y="1157853"/>
                  </a:lnTo>
                  <a:lnTo>
                    <a:pt x="7075513" y="1158935"/>
                  </a:lnTo>
                  <a:lnTo>
                    <a:pt x="7012515" y="1160144"/>
                  </a:lnTo>
                  <a:lnTo>
                    <a:pt x="6954134" y="1161500"/>
                  </a:lnTo>
                  <a:lnTo>
                    <a:pt x="6899438" y="1163022"/>
                  </a:lnTo>
                  <a:lnTo>
                    <a:pt x="6847493" y="1164728"/>
                  </a:lnTo>
                  <a:lnTo>
                    <a:pt x="6797442" y="1166632"/>
                  </a:lnTo>
                  <a:lnTo>
                    <a:pt x="6786527" y="1167082"/>
                  </a:lnTo>
                  <a:lnTo>
                    <a:pt x="6732316" y="1169488"/>
                  </a:lnTo>
                  <a:lnTo>
                    <a:pt x="6678627" y="1172149"/>
                  </a:lnTo>
                  <a:lnTo>
                    <a:pt x="6624873" y="1175069"/>
                  </a:lnTo>
                  <a:lnTo>
                    <a:pt x="6570665" y="1178241"/>
                  </a:lnTo>
                  <a:lnTo>
                    <a:pt x="6515781" y="1181648"/>
                  </a:lnTo>
                  <a:lnTo>
                    <a:pt x="6460149" y="1185262"/>
                  </a:lnTo>
                  <a:lnTo>
                    <a:pt x="6403826" y="1189044"/>
                  </a:lnTo>
                  <a:lnTo>
                    <a:pt x="6346972" y="1192946"/>
                  </a:lnTo>
                  <a:lnTo>
                    <a:pt x="6289822" y="1196912"/>
                  </a:lnTo>
                  <a:lnTo>
                    <a:pt x="6232652" y="1200882"/>
                  </a:lnTo>
                  <a:lnTo>
                    <a:pt x="6175739" y="1204797"/>
                  </a:lnTo>
                  <a:lnTo>
                    <a:pt x="6119327" y="1208600"/>
                  </a:lnTo>
                  <a:lnTo>
                    <a:pt x="6063589" y="1212241"/>
                  </a:lnTo>
                  <a:lnTo>
                    <a:pt x="6008598" y="1215679"/>
                  </a:lnTo>
                  <a:lnTo>
                    <a:pt x="5954302" y="1218887"/>
                  </a:lnTo>
                  <a:lnTo>
                    <a:pt x="5900502" y="1221843"/>
                  </a:lnTo>
                  <a:lnTo>
                    <a:pt x="5846835" y="1224542"/>
                  </a:lnTo>
                  <a:lnTo>
                    <a:pt x="5792744" y="1226985"/>
                  </a:lnTo>
                  <a:lnTo>
                    <a:pt x="5784835" y="1227318"/>
                  </a:lnTo>
                  <a:lnTo>
                    <a:pt x="5735103" y="1229266"/>
                  </a:lnTo>
                  <a:lnTo>
                    <a:pt x="5683647" y="1231016"/>
                  </a:lnTo>
                  <a:lnTo>
                    <a:pt x="5629641" y="1232577"/>
                  </a:lnTo>
                  <a:lnTo>
                    <a:pt x="5572158" y="1233968"/>
                  </a:lnTo>
                  <a:lnTo>
                    <a:pt x="5510261" y="1235208"/>
                  </a:lnTo>
                  <a:lnTo>
                    <a:pt x="5443080" y="1236317"/>
                  </a:lnTo>
                  <a:lnTo>
                    <a:pt x="5369920" y="1237309"/>
                  </a:lnTo>
                  <a:lnTo>
                    <a:pt x="5290404" y="1238200"/>
                  </a:lnTo>
                  <a:lnTo>
                    <a:pt x="5204661" y="1238998"/>
                  </a:lnTo>
                  <a:lnTo>
                    <a:pt x="5113541" y="1239709"/>
                  </a:lnTo>
                  <a:lnTo>
                    <a:pt x="5018832" y="1240335"/>
                  </a:lnTo>
                  <a:lnTo>
                    <a:pt x="4923383" y="1240875"/>
                  </a:lnTo>
                  <a:lnTo>
                    <a:pt x="4831034" y="1241328"/>
                  </a:lnTo>
                  <a:lnTo>
                    <a:pt x="4746247" y="1241691"/>
                  </a:lnTo>
                  <a:lnTo>
                    <a:pt x="4673415" y="1241966"/>
                  </a:lnTo>
                  <a:lnTo>
                    <a:pt x="4615966" y="1242160"/>
                  </a:lnTo>
                  <a:lnTo>
                    <a:pt x="4575540" y="1242281"/>
                  </a:lnTo>
                  <a:lnTo>
                    <a:pt x="4551485" y="1242346"/>
                  </a:lnTo>
                  <a:lnTo>
                    <a:pt x="4540828" y="1242372"/>
                  </a:lnTo>
                  <a:lnTo>
                    <a:pt x="4538557" y="1242377"/>
                  </a:lnTo>
                  <a:lnTo>
                    <a:pt x="4538543" y="1242377"/>
                  </a:lnTo>
                  <a:lnTo>
                    <a:pt x="4016409" y="1242377"/>
                  </a:lnTo>
                  <a:lnTo>
                    <a:pt x="4015165" y="1242340"/>
                  </a:lnTo>
                  <a:lnTo>
                    <a:pt x="4007024" y="1242073"/>
                  </a:lnTo>
                  <a:lnTo>
                    <a:pt x="3986659" y="1241335"/>
                  </a:lnTo>
                  <a:lnTo>
                    <a:pt x="3950646" y="1239885"/>
                  </a:lnTo>
                  <a:lnTo>
                    <a:pt x="3897778" y="1237511"/>
                  </a:lnTo>
                  <a:lnTo>
                    <a:pt x="3829123" y="1234051"/>
                  </a:lnTo>
                  <a:lnTo>
                    <a:pt x="3747657" y="1229411"/>
                  </a:lnTo>
                  <a:lnTo>
                    <a:pt x="3657523" y="1223561"/>
                  </a:lnTo>
                  <a:lnTo>
                    <a:pt x="3563155" y="1216514"/>
                  </a:lnTo>
                  <a:lnTo>
                    <a:pt x="3468538" y="1208298"/>
                  </a:lnTo>
                  <a:lnTo>
                    <a:pt x="3376760" y="1198930"/>
                  </a:lnTo>
                  <a:lnTo>
                    <a:pt x="3289868" y="1188394"/>
                  </a:lnTo>
                  <a:lnTo>
                    <a:pt x="3208954" y="1176629"/>
                  </a:lnTo>
                  <a:lnTo>
                    <a:pt x="3134333" y="1163523"/>
                  </a:lnTo>
                  <a:lnTo>
                    <a:pt x="3065771" y="1148913"/>
                  </a:lnTo>
                  <a:lnTo>
                    <a:pt x="3002669" y="1132591"/>
                  </a:lnTo>
                  <a:lnTo>
                    <a:pt x="2944216" y="1114311"/>
                  </a:lnTo>
                  <a:lnTo>
                    <a:pt x="2889506" y="1093808"/>
                  </a:lnTo>
                  <a:lnTo>
                    <a:pt x="2837620" y="1070828"/>
                  </a:lnTo>
                  <a:lnTo>
                    <a:pt x="2787704" y="1045185"/>
                  </a:lnTo>
                  <a:lnTo>
                    <a:pt x="2770117" y="1035314"/>
                  </a:lnTo>
                  <a:lnTo>
                    <a:pt x="2722442" y="1006424"/>
                  </a:lnTo>
                  <a:lnTo>
                    <a:pt x="2675232" y="974836"/>
                  </a:lnTo>
                  <a:lnTo>
                    <a:pt x="2628065" y="940505"/>
                  </a:lnTo>
                  <a:lnTo>
                    <a:pt x="2580637" y="903460"/>
                  </a:lnTo>
                  <a:lnTo>
                    <a:pt x="2532753" y="863814"/>
                  </a:lnTo>
                  <a:lnTo>
                    <a:pt x="2484311" y="821772"/>
                  </a:lnTo>
                  <a:lnTo>
                    <a:pt x="2435292" y="777631"/>
                  </a:lnTo>
                  <a:lnTo>
                    <a:pt x="2385752" y="731774"/>
                  </a:lnTo>
                  <a:lnTo>
                    <a:pt x="2335806" y="684661"/>
                  </a:lnTo>
                  <a:lnTo>
                    <a:pt x="2285613" y="636812"/>
                  </a:lnTo>
                  <a:lnTo>
                    <a:pt x="2235357" y="588779"/>
                  </a:lnTo>
                  <a:lnTo>
                    <a:pt x="2185229" y="541126"/>
                  </a:lnTo>
                  <a:lnTo>
                    <a:pt x="2135409" y="494396"/>
                  </a:lnTo>
                  <a:lnTo>
                    <a:pt x="2086041" y="449090"/>
                  </a:lnTo>
                  <a:lnTo>
                    <a:pt x="2037221" y="405643"/>
                  </a:lnTo>
                  <a:lnTo>
                    <a:pt x="1988980" y="364410"/>
                  </a:lnTo>
                  <a:lnTo>
                    <a:pt x="1941272" y="325656"/>
                  </a:lnTo>
                  <a:lnTo>
                    <a:pt x="1893963" y="289552"/>
                  </a:lnTo>
                  <a:lnTo>
                    <a:pt x="1846821" y="256181"/>
                  </a:lnTo>
                  <a:lnTo>
                    <a:pt x="1799504" y="225546"/>
                  </a:lnTo>
                  <a:lnTo>
                    <a:pt x="1768425" y="207062"/>
                  </a:lnTo>
                  <a:lnTo>
                    <a:pt x="1719033" y="180445"/>
                  </a:lnTo>
                  <a:lnTo>
                    <a:pt x="1667947" y="156524"/>
                  </a:lnTo>
                  <a:lnTo>
                    <a:pt x="1614355" y="135158"/>
                  </a:lnTo>
                  <a:lnTo>
                    <a:pt x="1557353" y="116111"/>
                  </a:lnTo>
                  <a:lnTo>
                    <a:pt x="1496021" y="99116"/>
                  </a:lnTo>
                  <a:lnTo>
                    <a:pt x="1429502" y="83917"/>
                  </a:lnTo>
                  <a:lnTo>
                    <a:pt x="1357107" y="70292"/>
                  </a:lnTo>
                  <a:lnTo>
                    <a:pt x="1278450" y="58061"/>
                  </a:lnTo>
                  <a:lnTo>
                    <a:pt x="1193624" y="47093"/>
                  </a:lnTo>
                  <a:lnTo>
                    <a:pt x="1103418" y="37310"/>
                  </a:lnTo>
                  <a:lnTo>
                    <a:pt x="1009519" y="28680"/>
                  </a:lnTo>
                  <a:lnTo>
                    <a:pt x="914644" y="21210"/>
                  </a:lnTo>
                  <a:lnTo>
                    <a:pt x="822490" y="14928"/>
                  </a:lnTo>
                  <a:lnTo>
                    <a:pt x="737400" y="9854"/>
                  </a:lnTo>
                  <a:lnTo>
                    <a:pt x="663723" y="5977"/>
                  </a:lnTo>
                  <a:lnTo>
                    <a:pt x="604950" y="3228"/>
                  </a:lnTo>
                  <a:lnTo>
                    <a:pt x="562903" y="1468"/>
                  </a:lnTo>
                  <a:lnTo>
                    <a:pt x="537202" y="502"/>
                  </a:lnTo>
                  <a:lnTo>
                    <a:pt x="525192" y="94"/>
                  </a:lnTo>
                  <a:lnTo>
                    <a:pt x="522193" y="1"/>
                  </a:lnTo>
                  <a:lnTo>
                    <a:pt x="522133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72" name="pg272"/>
            <p:cNvSpPr/>
            <p:nvPr/>
          </p:nvSpPr>
          <p:spPr>
            <a:xfrm>
              <a:off x="386606" y="1659907"/>
              <a:ext cx="8554953" cy="1428734"/>
            </a:xfrm>
            <a:custGeom>
              <a:avLst/>
              <a:pathLst>
                <a:path w="8554953" h="1428734">
                  <a:moveTo>
                    <a:pt x="0" y="22588"/>
                  </a:moveTo>
                  <a:lnTo>
                    <a:pt x="522133" y="22588"/>
                  </a:lnTo>
                  <a:lnTo>
                    <a:pt x="523378" y="22626"/>
                  </a:lnTo>
                  <a:lnTo>
                    <a:pt x="531518" y="22892"/>
                  </a:lnTo>
                  <a:lnTo>
                    <a:pt x="551883" y="23630"/>
                  </a:lnTo>
                  <a:lnTo>
                    <a:pt x="587896" y="25080"/>
                  </a:lnTo>
                  <a:lnTo>
                    <a:pt x="640764" y="27454"/>
                  </a:lnTo>
                  <a:lnTo>
                    <a:pt x="709419" y="30915"/>
                  </a:lnTo>
                  <a:lnTo>
                    <a:pt x="790885" y="35555"/>
                  </a:lnTo>
                  <a:lnTo>
                    <a:pt x="881019" y="41405"/>
                  </a:lnTo>
                  <a:lnTo>
                    <a:pt x="975387" y="48452"/>
                  </a:lnTo>
                  <a:lnTo>
                    <a:pt x="1070004" y="56667"/>
                  </a:lnTo>
                  <a:lnTo>
                    <a:pt x="1161783" y="66035"/>
                  </a:lnTo>
                  <a:lnTo>
                    <a:pt x="1248674" y="76571"/>
                  </a:lnTo>
                  <a:lnTo>
                    <a:pt x="1329589" y="88336"/>
                  </a:lnTo>
                  <a:lnTo>
                    <a:pt x="1404209" y="101442"/>
                  </a:lnTo>
                  <a:lnTo>
                    <a:pt x="1472771" y="116052"/>
                  </a:lnTo>
                  <a:lnTo>
                    <a:pt x="1535874" y="132374"/>
                  </a:lnTo>
                  <a:lnTo>
                    <a:pt x="1594326" y="150654"/>
                  </a:lnTo>
                  <a:lnTo>
                    <a:pt x="1649036" y="171157"/>
                  </a:lnTo>
                  <a:lnTo>
                    <a:pt x="1700922" y="194138"/>
                  </a:lnTo>
                  <a:lnTo>
                    <a:pt x="1750838" y="219780"/>
                  </a:lnTo>
                  <a:lnTo>
                    <a:pt x="1768425" y="229651"/>
                  </a:lnTo>
                  <a:lnTo>
                    <a:pt x="1816100" y="258542"/>
                  </a:lnTo>
                  <a:lnTo>
                    <a:pt x="1863310" y="290129"/>
                  </a:lnTo>
                  <a:lnTo>
                    <a:pt x="1910477" y="324460"/>
                  </a:lnTo>
                  <a:lnTo>
                    <a:pt x="1957905" y="361505"/>
                  </a:lnTo>
                  <a:lnTo>
                    <a:pt x="2005789" y="401151"/>
                  </a:lnTo>
                  <a:lnTo>
                    <a:pt x="2054231" y="443193"/>
                  </a:lnTo>
                  <a:lnTo>
                    <a:pt x="2103250" y="487335"/>
                  </a:lnTo>
                  <a:lnTo>
                    <a:pt x="2152790" y="533192"/>
                  </a:lnTo>
                  <a:lnTo>
                    <a:pt x="2202736" y="580304"/>
                  </a:lnTo>
                  <a:lnTo>
                    <a:pt x="2252930" y="628154"/>
                  </a:lnTo>
                  <a:lnTo>
                    <a:pt x="2303186" y="676186"/>
                  </a:lnTo>
                  <a:lnTo>
                    <a:pt x="2353313" y="723840"/>
                  </a:lnTo>
                  <a:lnTo>
                    <a:pt x="2403133" y="770569"/>
                  </a:lnTo>
                  <a:lnTo>
                    <a:pt x="2452501" y="815875"/>
                  </a:lnTo>
                  <a:lnTo>
                    <a:pt x="2501321" y="859322"/>
                  </a:lnTo>
                  <a:lnTo>
                    <a:pt x="2549562" y="900555"/>
                  </a:lnTo>
                  <a:lnTo>
                    <a:pt x="2597270" y="939310"/>
                  </a:lnTo>
                  <a:lnTo>
                    <a:pt x="2644579" y="975414"/>
                  </a:lnTo>
                  <a:lnTo>
                    <a:pt x="2691721" y="1008784"/>
                  </a:lnTo>
                  <a:lnTo>
                    <a:pt x="2739038" y="1039419"/>
                  </a:lnTo>
                  <a:lnTo>
                    <a:pt x="2770117" y="1057903"/>
                  </a:lnTo>
                  <a:lnTo>
                    <a:pt x="2819509" y="1084520"/>
                  </a:lnTo>
                  <a:lnTo>
                    <a:pt x="2870595" y="1108441"/>
                  </a:lnTo>
                  <a:lnTo>
                    <a:pt x="2924187" y="1129807"/>
                  </a:lnTo>
                  <a:lnTo>
                    <a:pt x="2981189" y="1148855"/>
                  </a:lnTo>
                  <a:lnTo>
                    <a:pt x="3042521" y="1165850"/>
                  </a:lnTo>
                  <a:lnTo>
                    <a:pt x="3109040" y="1181048"/>
                  </a:lnTo>
                  <a:lnTo>
                    <a:pt x="3181435" y="1194673"/>
                  </a:lnTo>
                  <a:lnTo>
                    <a:pt x="3260092" y="1206904"/>
                  </a:lnTo>
                  <a:lnTo>
                    <a:pt x="3344918" y="1217872"/>
                  </a:lnTo>
                  <a:lnTo>
                    <a:pt x="3435124" y="1227655"/>
                  </a:lnTo>
                  <a:lnTo>
                    <a:pt x="3529023" y="1236285"/>
                  </a:lnTo>
                  <a:lnTo>
                    <a:pt x="3623898" y="1243755"/>
                  </a:lnTo>
                  <a:lnTo>
                    <a:pt x="3716053" y="1250038"/>
                  </a:lnTo>
                  <a:lnTo>
                    <a:pt x="3801142" y="1255112"/>
                  </a:lnTo>
                  <a:lnTo>
                    <a:pt x="3874820" y="1258988"/>
                  </a:lnTo>
                  <a:lnTo>
                    <a:pt x="3933592" y="1261738"/>
                  </a:lnTo>
                  <a:lnTo>
                    <a:pt x="3975640" y="1263497"/>
                  </a:lnTo>
                  <a:lnTo>
                    <a:pt x="4001340" y="1264464"/>
                  </a:lnTo>
                  <a:lnTo>
                    <a:pt x="4013350" y="1264871"/>
                  </a:lnTo>
                  <a:lnTo>
                    <a:pt x="4016409" y="1264966"/>
                  </a:lnTo>
                  <a:lnTo>
                    <a:pt x="4538543" y="1264966"/>
                  </a:lnTo>
                  <a:lnTo>
                    <a:pt x="4539812" y="1264971"/>
                  </a:lnTo>
                  <a:lnTo>
                    <a:pt x="4548111" y="1265007"/>
                  </a:lnTo>
                  <a:lnTo>
                    <a:pt x="4568856" y="1265106"/>
                  </a:lnTo>
                  <a:lnTo>
                    <a:pt x="4605504" y="1265301"/>
                  </a:lnTo>
                  <a:lnTo>
                    <a:pt x="4659233" y="1265620"/>
                  </a:lnTo>
                  <a:lnTo>
                    <a:pt x="4728887" y="1266085"/>
                  </a:lnTo>
                  <a:lnTo>
                    <a:pt x="4811370" y="1266708"/>
                  </a:lnTo>
                  <a:lnTo>
                    <a:pt x="4902426" y="1267492"/>
                  </a:lnTo>
                  <a:lnTo>
                    <a:pt x="4997539" y="1268436"/>
                  </a:lnTo>
                  <a:lnTo>
                    <a:pt x="5092689" y="1269536"/>
                  </a:lnTo>
                  <a:lnTo>
                    <a:pt x="5184791" y="1270790"/>
                  </a:lnTo>
                  <a:lnTo>
                    <a:pt x="5271829" y="1272200"/>
                  </a:lnTo>
                  <a:lnTo>
                    <a:pt x="5352758" y="1273776"/>
                  </a:lnTo>
                  <a:lnTo>
                    <a:pt x="5427310" y="1275532"/>
                  </a:lnTo>
                  <a:lnTo>
                    <a:pt x="5495767" y="1277492"/>
                  </a:lnTo>
                  <a:lnTo>
                    <a:pt x="5558766" y="1279683"/>
                  </a:lnTo>
                  <a:lnTo>
                    <a:pt x="5617148" y="1282140"/>
                  </a:lnTo>
                  <a:lnTo>
                    <a:pt x="5671844" y="1284898"/>
                  </a:lnTo>
                  <a:lnTo>
                    <a:pt x="5723789" y="1287990"/>
                  </a:lnTo>
                  <a:lnTo>
                    <a:pt x="5773838" y="1291440"/>
                  </a:lnTo>
                  <a:lnTo>
                    <a:pt x="5784835" y="1292260"/>
                  </a:lnTo>
                  <a:lnTo>
                    <a:pt x="5838936" y="1296613"/>
                  </a:lnTo>
                  <a:lnTo>
                    <a:pt x="5892515" y="1301425"/>
                  </a:lnTo>
                  <a:lnTo>
                    <a:pt x="5946157" y="1306704"/>
                  </a:lnTo>
                  <a:lnTo>
                    <a:pt x="6000251" y="1312438"/>
                  </a:lnTo>
                  <a:lnTo>
                    <a:pt x="6055015" y="1318597"/>
                  </a:lnTo>
                  <a:lnTo>
                    <a:pt x="6110525" y="1325130"/>
                  </a:lnTo>
                  <a:lnTo>
                    <a:pt x="6166724" y="1331967"/>
                  </a:lnTo>
                  <a:lnTo>
                    <a:pt x="6223455" y="1339023"/>
                  </a:lnTo>
                  <a:lnTo>
                    <a:pt x="6280485" y="1346195"/>
                  </a:lnTo>
                  <a:lnTo>
                    <a:pt x="6337541" y="1353377"/>
                  </a:lnTo>
                  <a:lnTo>
                    <a:pt x="6394345" y="1360461"/>
                  </a:lnTo>
                  <a:lnTo>
                    <a:pt x="6450656" y="1367346"/>
                  </a:lnTo>
                  <a:lnTo>
                    <a:pt x="6506298" y="1373940"/>
                  </a:lnTo>
                  <a:lnTo>
                    <a:pt x="6561197" y="1380171"/>
                  </a:lnTo>
                  <a:lnTo>
                    <a:pt x="6615401" y="1385985"/>
                  </a:lnTo>
                  <a:lnTo>
                    <a:pt x="6669102" y="1391348"/>
                  </a:lnTo>
                  <a:lnTo>
                    <a:pt x="6722655" y="1396245"/>
                  </a:lnTo>
                  <a:lnTo>
                    <a:pt x="6776608" y="1400680"/>
                  </a:lnTo>
                  <a:lnTo>
                    <a:pt x="6786527" y="1401439"/>
                  </a:lnTo>
                  <a:lnTo>
                    <a:pt x="6836255" y="1404970"/>
                  </a:lnTo>
                  <a:lnTo>
                    <a:pt x="6887706" y="1408141"/>
                  </a:lnTo>
                  <a:lnTo>
                    <a:pt x="6941708" y="1410971"/>
                  </a:lnTo>
                  <a:lnTo>
                    <a:pt x="6999184" y="1413492"/>
                  </a:lnTo>
                  <a:lnTo>
                    <a:pt x="7061074" y="1415739"/>
                  </a:lnTo>
                  <a:lnTo>
                    <a:pt x="7128247" y="1417748"/>
                  </a:lnTo>
                  <a:lnTo>
                    <a:pt x="7201398" y="1419548"/>
                  </a:lnTo>
                  <a:lnTo>
                    <a:pt x="7280903" y="1421162"/>
                  </a:lnTo>
                  <a:lnTo>
                    <a:pt x="7366635" y="1422608"/>
                  </a:lnTo>
                  <a:lnTo>
                    <a:pt x="7457743" y="1423897"/>
                  </a:lnTo>
                  <a:lnTo>
                    <a:pt x="7552442" y="1425031"/>
                  </a:lnTo>
                  <a:lnTo>
                    <a:pt x="7647884" y="1426010"/>
                  </a:lnTo>
                  <a:lnTo>
                    <a:pt x="7740231" y="1426831"/>
                  </a:lnTo>
                  <a:lnTo>
                    <a:pt x="7825022" y="1427489"/>
                  </a:lnTo>
                  <a:lnTo>
                    <a:pt x="7897865" y="1427989"/>
                  </a:lnTo>
                  <a:lnTo>
                    <a:pt x="7955330" y="1428339"/>
                  </a:lnTo>
                  <a:lnTo>
                    <a:pt x="7995777" y="1428559"/>
                  </a:lnTo>
                  <a:lnTo>
                    <a:pt x="8019852" y="1428677"/>
                  </a:lnTo>
                  <a:lnTo>
                    <a:pt x="8030525" y="1428725"/>
                  </a:lnTo>
                  <a:lnTo>
                    <a:pt x="8032819" y="1428734"/>
                  </a:lnTo>
                  <a:lnTo>
                    <a:pt x="8554953" y="1428734"/>
                  </a:lnTo>
                  <a:lnTo>
                    <a:pt x="8554953" y="1406145"/>
                  </a:lnTo>
                  <a:lnTo>
                    <a:pt x="8032819" y="1406145"/>
                  </a:lnTo>
                  <a:lnTo>
                    <a:pt x="8031550" y="1406140"/>
                  </a:lnTo>
                  <a:lnTo>
                    <a:pt x="8023251" y="1406104"/>
                  </a:lnTo>
                  <a:lnTo>
                    <a:pt x="8002506" y="1406005"/>
                  </a:lnTo>
                  <a:lnTo>
                    <a:pt x="7965858" y="1405810"/>
                  </a:lnTo>
                  <a:lnTo>
                    <a:pt x="7912129" y="1405491"/>
                  </a:lnTo>
                  <a:lnTo>
                    <a:pt x="7842475" y="1405026"/>
                  </a:lnTo>
                  <a:lnTo>
                    <a:pt x="7759992" y="1404403"/>
                  </a:lnTo>
                  <a:lnTo>
                    <a:pt x="7668936" y="1403619"/>
                  </a:lnTo>
                  <a:lnTo>
                    <a:pt x="7573823" y="1402675"/>
                  </a:lnTo>
                  <a:lnTo>
                    <a:pt x="7478673" y="1401575"/>
                  </a:lnTo>
                  <a:lnTo>
                    <a:pt x="7386570" y="1400321"/>
                  </a:lnTo>
                  <a:lnTo>
                    <a:pt x="7299533" y="1398910"/>
                  </a:lnTo>
                  <a:lnTo>
                    <a:pt x="7218604" y="1397335"/>
                  </a:lnTo>
                  <a:lnTo>
                    <a:pt x="7144052" y="1395579"/>
                  </a:lnTo>
                  <a:lnTo>
                    <a:pt x="7075595" y="1393619"/>
                  </a:lnTo>
                  <a:lnTo>
                    <a:pt x="7012596" y="1391428"/>
                  </a:lnTo>
                  <a:lnTo>
                    <a:pt x="6954214" y="1388971"/>
                  </a:lnTo>
                  <a:lnTo>
                    <a:pt x="6899517" y="1386213"/>
                  </a:lnTo>
                  <a:lnTo>
                    <a:pt x="6847573" y="1383121"/>
                  </a:lnTo>
                  <a:lnTo>
                    <a:pt x="6797524" y="1379671"/>
                  </a:lnTo>
                  <a:lnTo>
                    <a:pt x="6786527" y="1378850"/>
                  </a:lnTo>
                  <a:lnTo>
                    <a:pt x="6732426" y="1374498"/>
                  </a:lnTo>
                  <a:lnTo>
                    <a:pt x="6678847" y="1369685"/>
                  </a:lnTo>
                  <a:lnTo>
                    <a:pt x="6625205" y="1364407"/>
                  </a:lnTo>
                  <a:lnTo>
                    <a:pt x="6571111" y="1358673"/>
                  </a:lnTo>
                  <a:lnTo>
                    <a:pt x="6516346" y="1352514"/>
                  </a:lnTo>
                  <a:lnTo>
                    <a:pt x="6460837" y="1345981"/>
                  </a:lnTo>
                  <a:lnTo>
                    <a:pt x="6404637" y="1339143"/>
                  </a:lnTo>
                  <a:lnTo>
                    <a:pt x="6347906" y="1332088"/>
                  </a:lnTo>
                  <a:lnTo>
                    <a:pt x="6290877" y="1324916"/>
                  </a:lnTo>
                  <a:lnTo>
                    <a:pt x="6233821" y="1317734"/>
                  </a:lnTo>
                  <a:lnTo>
                    <a:pt x="6177017" y="1310650"/>
                  </a:lnTo>
                  <a:lnTo>
                    <a:pt x="6120706" y="1303765"/>
                  </a:lnTo>
                  <a:lnTo>
                    <a:pt x="6065064" y="1297171"/>
                  </a:lnTo>
                  <a:lnTo>
                    <a:pt x="6010164" y="1290940"/>
                  </a:lnTo>
                  <a:lnTo>
                    <a:pt x="5955961" y="1285126"/>
                  </a:lnTo>
                  <a:lnTo>
                    <a:pt x="5902260" y="1279763"/>
                  </a:lnTo>
                  <a:lnTo>
                    <a:pt x="5848707" y="1274866"/>
                  </a:lnTo>
                  <a:lnTo>
                    <a:pt x="5794754" y="1270431"/>
                  </a:lnTo>
                  <a:lnTo>
                    <a:pt x="5784835" y="1269672"/>
                  </a:lnTo>
                  <a:lnTo>
                    <a:pt x="5735107" y="1266141"/>
                  </a:lnTo>
                  <a:lnTo>
                    <a:pt x="5683656" y="1262970"/>
                  </a:lnTo>
                  <a:lnTo>
                    <a:pt x="5629654" y="1260140"/>
                  </a:lnTo>
                  <a:lnTo>
                    <a:pt x="5572178" y="1257619"/>
                  </a:lnTo>
                  <a:lnTo>
                    <a:pt x="5510288" y="1255372"/>
                  </a:lnTo>
                  <a:lnTo>
                    <a:pt x="5443115" y="1253363"/>
                  </a:lnTo>
                  <a:lnTo>
                    <a:pt x="5369964" y="1251563"/>
                  </a:lnTo>
                  <a:lnTo>
                    <a:pt x="5290459" y="1249949"/>
                  </a:lnTo>
                  <a:lnTo>
                    <a:pt x="5204727" y="1248503"/>
                  </a:lnTo>
                  <a:lnTo>
                    <a:pt x="5113619" y="1247214"/>
                  </a:lnTo>
                  <a:lnTo>
                    <a:pt x="5018920" y="1246080"/>
                  </a:lnTo>
                  <a:lnTo>
                    <a:pt x="4923478" y="1245101"/>
                  </a:lnTo>
                  <a:lnTo>
                    <a:pt x="4831131" y="1244280"/>
                  </a:lnTo>
                  <a:lnTo>
                    <a:pt x="4746340" y="1243621"/>
                  </a:lnTo>
                  <a:lnTo>
                    <a:pt x="4673497" y="1243122"/>
                  </a:lnTo>
                  <a:lnTo>
                    <a:pt x="4616032" y="1242772"/>
                  </a:lnTo>
                  <a:lnTo>
                    <a:pt x="4575585" y="1242552"/>
                  </a:lnTo>
                  <a:lnTo>
                    <a:pt x="4551510" y="1242434"/>
                  </a:lnTo>
                  <a:lnTo>
                    <a:pt x="4540837" y="1242386"/>
                  </a:lnTo>
                  <a:lnTo>
                    <a:pt x="4538543" y="1242377"/>
                  </a:lnTo>
                  <a:lnTo>
                    <a:pt x="4016409" y="1242377"/>
                  </a:lnTo>
                  <a:lnTo>
                    <a:pt x="4015165" y="1242340"/>
                  </a:lnTo>
                  <a:lnTo>
                    <a:pt x="4007024" y="1242073"/>
                  </a:lnTo>
                  <a:lnTo>
                    <a:pt x="3986659" y="1241335"/>
                  </a:lnTo>
                  <a:lnTo>
                    <a:pt x="3950646" y="1239885"/>
                  </a:lnTo>
                  <a:lnTo>
                    <a:pt x="3897778" y="1237511"/>
                  </a:lnTo>
                  <a:lnTo>
                    <a:pt x="3829123" y="1234051"/>
                  </a:lnTo>
                  <a:lnTo>
                    <a:pt x="3747657" y="1229411"/>
                  </a:lnTo>
                  <a:lnTo>
                    <a:pt x="3657523" y="1223561"/>
                  </a:lnTo>
                  <a:lnTo>
                    <a:pt x="3563155" y="1216514"/>
                  </a:lnTo>
                  <a:lnTo>
                    <a:pt x="3468538" y="1208298"/>
                  </a:lnTo>
                  <a:lnTo>
                    <a:pt x="3376760" y="1198930"/>
                  </a:lnTo>
                  <a:lnTo>
                    <a:pt x="3289868" y="1188394"/>
                  </a:lnTo>
                  <a:lnTo>
                    <a:pt x="3208954" y="1176629"/>
                  </a:lnTo>
                  <a:lnTo>
                    <a:pt x="3134333" y="1163523"/>
                  </a:lnTo>
                  <a:lnTo>
                    <a:pt x="3065771" y="1148913"/>
                  </a:lnTo>
                  <a:lnTo>
                    <a:pt x="3002669" y="1132591"/>
                  </a:lnTo>
                  <a:lnTo>
                    <a:pt x="2944216" y="1114311"/>
                  </a:lnTo>
                  <a:lnTo>
                    <a:pt x="2889506" y="1093808"/>
                  </a:lnTo>
                  <a:lnTo>
                    <a:pt x="2837620" y="1070828"/>
                  </a:lnTo>
                  <a:lnTo>
                    <a:pt x="2787704" y="1045185"/>
                  </a:lnTo>
                  <a:lnTo>
                    <a:pt x="2770117" y="1035314"/>
                  </a:lnTo>
                  <a:lnTo>
                    <a:pt x="2722442" y="1006424"/>
                  </a:lnTo>
                  <a:lnTo>
                    <a:pt x="2675232" y="974836"/>
                  </a:lnTo>
                  <a:lnTo>
                    <a:pt x="2628065" y="940505"/>
                  </a:lnTo>
                  <a:lnTo>
                    <a:pt x="2580637" y="903460"/>
                  </a:lnTo>
                  <a:lnTo>
                    <a:pt x="2532753" y="863814"/>
                  </a:lnTo>
                  <a:lnTo>
                    <a:pt x="2484311" y="821772"/>
                  </a:lnTo>
                  <a:lnTo>
                    <a:pt x="2435292" y="777631"/>
                  </a:lnTo>
                  <a:lnTo>
                    <a:pt x="2385752" y="731774"/>
                  </a:lnTo>
                  <a:lnTo>
                    <a:pt x="2335806" y="684661"/>
                  </a:lnTo>
                  <a:lnTo>
                    <a:pt x="2285613" y="636812"/>
                  </a:lnTo>
                  <a:lnTo>
                    <a:pt x="2235357" y="588779"/>
                  </a:lnTo>
                  <a:lnTo>
                    <a:pt x="2185229" y="541126"/>
                  </a:lnTo>
                  <a:lnTo>
                    <a:pt x="2135409" y="494396"/>
                  </a:lnTo>
                  <a:lnTo>
                    <a:pt x="2086041" y="449090"/>
                  </a:lnTo>
                  <a:lnTo>
                    <a:pt x="2037221" y="405643"/>
                  </a:lnTo>
                  <a:lnTo>
                    <a:pt x="1988980" y="364410"/>
                  </a:lnTo>
                  <a:lnTo>
                    <a:pt x="1941272" y="325656"/>
                  </a:lnTo>
                  <a:lnTo>
                    <a:pt x="1893963" y="289552"/>
                  </a:lnTo>
                  <a:lnTo>
                    <a:pt x="1846821" y="256181"/>
                  </a:lnTo>
                  <a:lnTo>
                    <a:pt x="1799504" y="225546"/>
                  </a:lnTo>
                  <a:lnTo>
                    <a:pt x="1768425" y="207062"/>
                  </a:lnTo>
                  <a:lnTo>
                    <a:pt x="1719033" y="180445"/>
                  </a:lnTo>
                  <a:lnTo>
                    <a:pt x="1667947" y="156524"/>
                  </a:lnTo>
                  <a:lnTo>
                    <a:pt x="1614355" y="135158"/>
                  </a:lnTo>
                  <a:lnTo>
                    <a:pt x="1557353" y="116111"/>
                  </a:lnTo>
                  <a:lnTo>
                    <a:pt x="1496021" y="99116"/>
                  </a:lnTo>
                  <a:lnTo>
                    <a:pt x="1429502" y="83917"/>
                  </a:lnTo>
                  <a:lnTo>
                    <a:pt x="1357107" y="70292"/>
                  </a:lnTo>
                  <a:lnTo>
                    <a:pt x="1278450" y="58061"/>
                  </a:lnTo>
                  <a:lnTo>
                    <a:pt x="1193624" y="47093"/>
                  </a:lnTo>
                  <a:lnTo>
                    <a:pt x="1103418" y="37310"/>
                  </a:lnTo>
                  <a:lnTo>
                    <a:pt x="1009519" y="28680"/>
                  </a:lnTo>
                  <a:lnTo>
                    <a:pt x="914644" y="21210"/>
                  </a:lnTo>
                  <a:lnTo>
                    <a:pt x="822490" y="14928"/>
                  </a:lnTo>
                  <a:lnTo>
                    <a:pt x="737400" y="9854"/>
                  </a:lnTo>
                  <a:lnTo>
                    <a:pt x="663723" y="5977"/>
                  </a:lnTo>
                  <a:lnTo>
                    <a:pt x="604950" y="3228"/>
                  </a:lnTo>
                  <a:lnTo>
                    <a:pt x="562903" y="1468"/>
                  </a:lnTo>
                  <a:lnTo>
                    <a:pt x="537202" y="502"/>
                  </a:lnTo>
                  <a:lnTo>
                    <a:pt x="525192" y="94"/>
                  </a:lnTo>
                  <a:lnTo>
                    <a:pt x="5221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273" name="pl273"/>
            <p:cNvSpPr/>
            <p:nvPr/>
          </p:nvSpPr>
          <p:spPr>
            <a:xfrm>
              <a:off x="386606" y="1682496"/>
              <a:ext cx="8554953" cy="1406145"/>
            </a:xfrm>
            <a:custGeom>
              <a:avLst/>
              <a:pathLst>
                <a:path w="8554953" h="1406145">
                  <a:moveTo>
                    <a:pt x="0" y="0"/>
                  </a:moveTo>
                  <a:lnTo>
                    <a:pt x="522133" y="0"/>
                  </a:lnTo>
                  <a:lnTo>
                    <a:pt x="523378" y="37"/>
                  </a:lnTo>
                  <a:lnTo>
                    <a:pt x="531518" y="304"/>
                  </a:lnTo>
                  <a:lnTo>
                    <a:pt x="551883" y="1042"/>
                  </a:lnTo>
                  <a:lnTo>
                    <a:pt x="587896" y="2491"/>
                  </a:lnTo>
                  <a:lnTo>
                    <a:pt x="640764" y="4866"/>
                  </a:lnTo>
                  <a:lnTo>
                    <a:pt x="709419" y="8326"/>
                  </a:lnTo>
                  <a:lnTo>
                    <a:pt x="790885" y="12966"/>
                  </a:lnTo>
                  <a:lnTo>
                    <a:pt x="881019" y="18816"/>
                  </a:lnTo>
                  <a:lnTo>
                    <a:pt x="975387" y="25863"/>
                  </a:lnTo>
                  <a:lnTo>
                    <a:pt x="1070004" y="34079"/>
                  </a:lnTo>
                  <a:lnTo>
                    <a:pt x="1161783" y="43446"/>
                  </a:lnTo>
                  <a:lnTo>
                    <a:pt x="1248674" y="53982"/>
                  </a:lnTo>
                  <a:lnTo>
                    <a:pt x="1329589" y="65747"/>
                  </a:lnTo>
                  <a:lnTo>
                    <a:pt x="1404209" y="78854"/>
                  </a:lnTo>
                  <a:lnTo>
                    <a:pt x="1472771" y="93463"/>
                  </a:lnTo>
                  <a:lnTo>
                    <a:pt x="1535874" y="109785"/>
                  </a:lnTo>
                  <a:lnTo>
                    <a:pt x="1594326" y="128065"/>
                  </a:lnTo>
                  <a:lnTo>
                    <a:pt x="1649036" y="148569"/>
                  </a:lnTo>
                  <a:lnTo>
                    <a:pt x="1700922" y="171549"/>
                  </a:lnTo>
                  <a:lnTo>
                    <a:pt x="1750838" y="197192"/>
                  </a:lnTo>
                  <a:lnTo>
                    <a:pt x="1768425" y="207062"/>
                  </a:lnTo>
                  <a:lnTo>
                    <a:pt x="1816100" y="235953"/>
                  </a:lnTo>
                  <a:lnTo>
                    <a:pt x="1863310" y="267541"/>
                  </a:lnTo>
                  <a:lnTo>
                    <a:pt x="1910477" y="301871"/>
                  </a:lnTo>
                  <a:lnTo>
                    <a:pt x="1957905" y="338916"/>
                  </a:lnTo>
                  <a:lnTo>
                    <a:pt x="2005789" y="378562"/>
                  </a:lnTo>
                  <a:lnTo>
                    <a:pt x="2054231" y="420604"/>
                  </a:lnTo>
                  <a:lnTo>
                    <a:pt x="2103250" y="464746"/>
                  </a:lnTo>
                  <a:lnTo>
                    <a:pt x="2152790" y="510603"/>
                  </a:lnTo>
                  <a:lnTo>
                    <a:pt x="2202736" y="557715"/>
                  </a:lnTo>
                  <a:lnTo>
                    <a:pt x="2252930" y="605565"/>
                  </a:lnTo>
                  <a:lnTo>
                    <a:pt x="2303186" y="653598"/>
                  </a:lnTo>
                  <a:lnTo>
                    <a:pt x="2353313" y="701251"/>
                  </a:lnTo>
                  <a:lnTo>
                    <a:pt x="2403133" y="747981"/>
                  </a:lnTo>
                  <a:lnTo>
                    <a:pt x="2452501" y="793287"/>
                  </a:lnTo>
                  <a:lnTo>
                    <a:pt x="2501321" y="836733"/>
                  </a:lnTo>
                  <a:lnTo>
                    <a:pt x="2549562" y="877966"/>
                  </a:lnTo>
                  <a:lnTo>
                    <a:pt x="2597270" y="916721"/>
                  </a:lnTo>
                  <a:lnTo>
                    <a:pt x="2644579" y="952825"/>
                  </a:lnTo>
                  <a:lnTo>
                    <a:pt x="2691721" y="986195"/>
                  </a:lnTo>
                  <a:lnTo>
                    <a:pt x="2739038" y="1016831"/>
                  </a:lnTo>
                  <a:lnTo>
                    <a:pt x="2770117" y="1035314"/>
                  </a:lnTo>
                  <a:lnTo>
                    <a:pt x="2819509" y="1061932"/>
                  </a:lnTo>
                  <a:lnTo>
                    <a:pt x="2870595" y="1085852"/>
                  </a:lnTo>
                  <a:lnTo>
                    <a:pt x="2924187" y="1107218"/>
                  </a:lnTo>
                  <a:lnTo>
                    <a:pt x="2981189" y="1126266"/>
                  </a:lnTo>
                  <a:lnTo>
                    <a:pt x="3042521" y="1143261"/>
                  </a:lnTo>
                  <a:lnTo>
                    <a:pt x="3109040" y="1158459"/>
                  </a:lnTo>
                  <a:lnTo>
                    <a:pt x="3181435" y="1172084"/>
                  </a:lnTo>
                  <a:lnTo>
                    <a:pt x="3260092" y="1184316"/>
                  </a:lnTo>
                  <a:lnTo>
                    <a:pt x="3344918" y="1195283"/>
                  </a:lnTo>
                  <a:lnTo>
                    <a:pt x="3435124" y="1205066"/>
                  </a:lnTo>
                  <a:lnTo>
                    <a:pt x="3529023" y="1213696"/>
                  </a:lnTo>
                  <a:lnTo>
                    <a:pt x="3623898" y="1221166"/>
                  </a:lnTo>
                  <a:lnTo>
                    <a:pt x="3716053" y="1227449"/>
                  </a:lnTo>
                  <a:lnTo>
                    <a:pt x="3801142" y="1232523"/>
                  </a:lnTo>
                  <a:lnTo>
                    <a:pt x="3874820" y="1236400"/>
                  </a:lnTo>
                  <a:lnTo>
                    <a:pt x="3933592" y="1239149"/>
                  </a:lnTo>
                  <a:lnTo>
                    <a:pt x="3975640" y="1240908"/>
                  </a:lnTo>
                  <a:lnTo>
                    <a:pt x="4001340" y="1241875"/>
                  </a:lnTo>
                  <a:lnTo>
                    <a:pt x="4013350" y="1242283"/>
                  </a:lnTo>
                  <a:lnTo>
                    <a:pt x="4016349" y="1242375"/>
                  </a:lnTo>
                  <a:lnTo>
                    <a:pt x="4016409" y="1242377"/>
                  </a:lnTo>
                  <a:lnTo>
                    <a:pt x="4538543" y="1242377"/>
                  </a:lnTo>
                  <a:lnTo>
                    <a:pt x="4539812" y="1242382"/>
                  </a:lnTo>
                  <a:lnTo>
                    <a:pt x="4548111" y="1242418"/>
                  </a:lnTo>
                  <a:lnTo>
                    <a:pt x="4568856" y="1242517"/>
                  </a:lnTo>
                  <a:lnTo>
                    <a:pt x="4605504" y="1242712"/>
                  </a:lnTo>
                  <a:lnTo>
                    <a:pt x="4659233" y="1243031"/>
                  </a:lnTo>
                  <a:lnTo>
                    <a:pt x="4728887" y="1243496"/>
                  </a:lnTo>
                  <a:lnTo>
                    <a:pt x="4811370" y="1244119"/>
                  </a:lnTo>
                  <a:lnTo>
                    <a:pt x="4902426" y="1244903"/>
                  </a:lnTo>
                  <a:lnTo>
                    <a:pt x="4997539" y="1245847"/>
                  </a:lnTo>
                  <a:lnTo>
                    <a:pt x="5092689" y="1246948"/>
                  </a:lnTo>
                  <a:lnTo>
                    <a:pt x="5184791" y="1248201"/>
                  </a:lnTo>
                  <a:lnTo>
                    <a:pt x="5271829" y="1249612"/>
                  </a:lnTo>
                  <a:lnTo>
                    <a:pt x="5352758" y="1251187"/>
                  </a:lnTo>
                  <a:lnTo>
                    <a:pt x="5427310" y="1252944"/>
                  </a:lnTo>
                  <a:lnTo>
                    <a:pt x="5495767" y="1254903"/>
                  </a:lnTo>
                  <a:lnTo>
                    <a:pt x="5558766" y="1257095"/>
                  </a:lnTo>
                  <a:lnTo>
                    <a:pt x="5617148" y="1259551"/>
                  </a:lnTo>
                  <a:lnTo>
                    <a:pt x="5671844" y="1262309"/>
                  </a:lnTo>
                  <a:lnTo>
                    <a:pt x="5723789" y="1265402"/>
                  </a:lnTo>
                  <a:lnTo>
                    <a:pt x="5773838" y="1268852"/>
                  </a:lnTo>
                  <a:lnTo>
                    <a:pt x="5784835" y="1269672"/>
                  </a:lnTo>
                  <a:lnTo>
                    <a:pt x="5838936" y="1274024"/>
                  </a:lnTo>
                  <a:lnTo>
                    <a:pt x="5892515" y="1278837"/>
                  </a:lnTo>
                  <a:lnTo>
                    <a:pt x="5946157" y="1284115"/>
                  </a:lnTo>
                  <a:lnTo>
                    <a:pt x="6000251" y="1289849"/>
                  </a:lnTo>
                  <a:lnTo>
                    <a:pt x="6055015" y="1296008"/>
                  </a:lnTo>
                  <a:lnTo>
                    <a:pt x="6110525" y="1302541"/>
                  </a:lnTo>
                  <a:lnTo>
                    <a:pt x="6166724" y="1309379"/>
                  </a:lnTo>
                  <a:lnTo>
                    <a:pt x="6223455" y="1316434"/>
                  </a:lnTo>
                  <a:lnTo>
                    <a:pt x="6280485" y="1323606"/>
                  </a:lnTo>
                  <a:lnTo>
                    <a:pt x="6337541" y="1330789"/>
                  </a:lnTo>
                  <a:lnTo>
                    <a:pt x="6394345" y="1337873"/>
                  </a:lnTo>
                  <a:lnTo>
                    <a:pt x="6450656" y="1344757"/>
                  </a:lnTo>
                  <a:lnTo>
                    <a:pt x="6506298" y="1351351"/>
                  </a:lnTo>
                  <a:lnTo>
                    <a:pt x="6561197" y="1357583"/>
                  </a:lnTo>
                  <a:lnTo>
                    <a:pt x="6615401" y="1363396"/>
                  </a:lnTo>
                  <a:lnTo>
                    <a:pt x="6669102" y="1368759"/>
                  </a:lnTo>
                  <a:lnTo>
                    <a:pt x="6722655" y="1373657"/>
                  </a:lnTo>
                  <a:lnTo>
                    <a:pt x="6776608" y="1378092"/>
                  </a:lnTo>
                  <a:lnTo>
                    <a:pt x="6786527" y="1378850"/>
                  </a:lnTo>
                  <a:lnTo>
                    <a:pt x="6836255" y="1382381"/>
                  </a:lnTo>
                  <a:lnTo>
                    <a:pt x="6887706" y="1385552"/>
                  </a:lnTo>
                  <a:lnTo>
                    <a:pt x="6941708" y="1388382"/>
                  </a:lnTo>
                  <a:lnTo>
                    <a:pt x="6999184" y="1390903"/>
                  </a:lnTo>
                  <a:lnTo>
                    <a:pt x="7061074" y="1393151"/>
                  </a:lnTo>
                  <a:lnTo>
                    <a:pt x="7128247" y="1395159"/>
                  </a:lnTo>
                  <a:lnTo>
                    <a:pt x="7201398" y="1396959"/>
                  </a:lnTo>
                  <a:lnTo>
                    <a:pt x="7280903" y="1398573"/>
                  </a:lnTo>
                  <a:lnTo>
                    <a:pt x="7366635" y="1400020"/>
                  </a:lnTo>
                  <a:lnTo>
                    <a:pt x="7457743" y="1401308"/>
                  </a:lnTo>
                  <a:lnTo>
                    <a:pt x="7552442" y="1402442"/>
                  </a:lnTo>
                  <a:lnTo>
                    <a:pt x="7647884" y="1403422"/>
                  </a:lnTo>
                  <a:lnTo>
                    <a:pt x="7740231" y="1404242"/>
                  </a:lnTo>
                  <a:lnTo>
                    <a:pt x="7825022" y="1404901"/>
                  </a:lnTo>
                  <a:lnTo>
                    <a:pt x="7897865" y="1405400"/>
                  </a:lnTo>
                  <a:lnTo>
                    <a:pt x="7955330" y="1405750"/>
                  </a:lnTo>
                  <a:lnTo>
                    <a:pt x="7995777" y="1405971"/>
                  </a:lnTo>
                  <a:lnTo>
                    <a:pt x="8019852" y="1406089"/>
                  </a:lnTo>
                  <a:lnTo>
                    <a:pt x="8030525" y="1406136"/>
                  </a:lnTo>
                  <a:lnTo>
                    <a:pt x="8032804" y="1406145"/>
                  </a:lnTo>
                  <a:lnTo>
                    <a:pt x="8032819" y="1406145"/>
                  </a:lnTo>
                  <a:lnTo>
                    <a:pt x="8554953" y="1406145"/>
                  </a:lnTo>
                  <a:lnTo>
                    <a:pt x="8554953" y="1406145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74" name="pl274"/>
            <p:cNvSpPr/>
            <p:nvPr/>
          </p:nvSpPr>
          <p:spPr>
            <a:xfrm>
              <a:off x="386606" y="1659907"/>
              <a:ext cx="8554953" cy="1406145"/>
            </a:xfrm>
            <a:custGeom>
              <a:avLst/>
              <a:pathLst>
                <a:path w="8554953" h="1406145">
                  <a:moveTo>
                    <a:pt x="8554953" y="1406145"/>
                  </a:moveTo>
                  <a:lnTo>
                    <a:pt x="8032819" y="1406145"/>
                  </a:lnTo>
                  <a:lnTo>
                    <a:pt x="8031550" y="1406140"/>
                  </a:lnTo>
                  <a:lnTo>
                    <a:pt x="8023251" y="1406104"/>
                  </a:lnTo>
                  <a:lnTo>
                    <a:pt x="8002506" y="1406005"/>
                  </a:lnTo>
                  <a:lnTo>
                    <a:pt x="7965858" y="1405810"/>
                  </a:lnTo>
                  <a:lnTo>
                    <a:pt x="7912129" y="1405491"/>
                  </a:lnTo>
                  <a:lnTo>
                    <a:pt x="7842475" y="1405026"/>
                  </a:lnTo>
                  <a:lnTo>
                    <a:pt x="7759992" y="1404403"/>
                  </a:lnTo>
                  <a:lnTo>
                    <a:pt x="7668936" y="1403619"/>
                  </a:lnTo>
                  <a:lnTo>
                    <a:pt x="7573823" y="1402675"/>
                  </a:lnTo>
                  <a:lnTo>
                    <a:pt x="7478673" y="1401575"/>
                  </a:lnTo>
                  <a:lnTo>
                    <a:pt x="7386570" y="1400321"/>
                  </a:lnTo>
                  <a:lnTo>
                    <a:pt x="7299533" y="1398910"/>
                  </a:lnTo>
                  <a:lnTo>
                    <a:pt x="7218604" y="1397335"/>
                  </a:lnTo>
                  <a:lnTo>
                    <a:pt x="7144052" y="1395579"/>
                  </a:lnTo>
                  <a:lnTo>
                    <a:pt x="7075595" y="1393619"/>
                  </a:lnTo>
                  <a:lnTo>
                    <a:pt x="7012596" y="1391428"/>
                  </a:lnTo>
                  <a:lnTo>
                    <a:pt x="6954214" y="1388971"/>
                  </a:lnTo>
                  <a:lnTo>
                    <a:pt x="6899517" y="1386213"/>
                  </a:lnTo>
                  <a:lnTo>
                    <a:pt x="6847573" y="1383121"/>
                  </a:lnTo>
                  <a:lnTo>
                    <a:pt x="6797524" y="1379671"/>
                  </a:lnTo>
                  <a:lnTo>
                    <a:pt x="6786527" y="1378850"/>
                  </a:lnTo>
                  <a:lnTo>
                    <a:pt x="6732426" y="1374498"/>
                  </a:lnTo>
                  <a:lnTo>
                    <a:pt x="6678847" y="1369685"/>
                  </a:lnTo>
                  <a:lnTo>
                    <a:pt x="6625205" y="1364407"/>
                  </a:lnTo>
                  <a:lnTo>
                    <a:pt x="6571111" y="1358673"/>
                  </a:lnTo>
                  <a:lnTo>
                    <a:pt x="6516346" y="1352514"/>
                  </a:lnTo>
                  <a:lnTo>
                    <a:pt x="6460837" y="1345981"/>
                  </a:lnTo>
                  <a:lnTo>
                    <a:pt x="6404637" y="1339143"/>
                  </a:lnTo>
                  <a:lnTo>
                    <a:pt x="6347906" y="1332088"/>
                  </a:lnTo>
                  <a:lnTo>
                    <a:pt x="6290877" y="1324916"/>
                  </a:lnTo>
                  <a:lnTo>
                    <a:pt x="6233821" y="1317734"/>
                  </a:lnTo>
                  <a:lnTo>
                    <a:pt x="6177017" y="1310650"/>
                  </a:lnTo>
                  <a:lnTo>
                    <a:pt x="6120706" y="1303765"/>
                  </a:lnTo>
                  <a:lnTo>
                    <a:pt x="6065064" y="1297171"/>
                  </a:lnTo>
                  <a:lnTo>
                    <a:pt x="6010164" y="1290940"/>
                  </a:lnTo>
                  <a:lnTo>
                    <a:pt x="5955961" y="1285126"/>
                  </a:lnTo>
                  <a:lnTo>
                    <a:pt x="5902260" y="1279763"/>
                  </a:lnTo>
                  <a:lnTo>
                    <a:pt x="5848707" y="1274866"/>
                  </a:lnTo>
                  <a:lnTo>
                    <a:pt x="5794754" y="1270431"/>
                  </a:lnTo>
                  <a:lnTo>
                    <a:pt x="5784835" y="1269672"/>
                  </a:lnTo>
                  <a:lnTo>
                    <a:pt x="5735107" y="1266141"/>
                  </a:lnTo>
                  <a:lnTo>
                    <a:pt x="5683656" y="1262970"/>
                  </a:lnTo>
                  <a:lnTo>
                    <a:pt x="5629654" y="1260140"/>
                  </a:lnTo>
                  <a:lnTo>
                    <a:pt x="5572178" y="1257619"/>
                  </a:lnTo>
                  <a:lnTo>
                    <a:pt x="5510288" y="1255372"/>
                  </a:lnTo>
                  <a:lnTo>
                    <a:pt x="5443115" y="1253363"/>
                  </a:lnTo>
                  <a:lnTo>
                    <a:pt x="5369964" y="1251563"/>
                  </a:lnTo>
                  <a:lnTo>
                    <a:pt x="5290459" y="1249949"/>
                  </a:lnTo>
                  <a:lnTo>
                    <a:pt x="5204727" y="1248503"/>
                  </a:lnTo>
                  <a:lnTo>
                    <a:pt x="5113619" y="1247214"/>
                  </a:lnTo>
                  <a:lnTo>
                    <a:pt x="5018920" y="1246080"/>
                  </a:lnTo>
                  <a:lnTo>
                    <a:pt x="4923478" y="1245101"/>
                  </a:lnTo>
                  <a:lnTo>
                    <a:pt x="4831131" y="1244280"/>
                  </a:lnTo>
                  <a:lnTo>
                    <a:pt x="4746340" y="1243621"/>
                  </a:lnTo>
                  <a:lnTo>
                    <a:pt x="4673497" y="1243122"/>
                  </a:lnTo>
                  <a:lnTo>
                    <a:pt x="4616032" y="1242772"/>
                  </a:lnTo>
                  <a:lnTo>
                    <a:pt x="4575585" y="1242552"/>
                  </a:lnTo>
                  <a:lnTo>
                    <a:pt x="4551510" y="1242434"/>
                  </a:lnTo>
                  <a:lnTo>
                    <a:pt x="4540837" y="1242386"/>
                  </a:lnTo>
                  <a:lnTo>
                    <a:pt x="4538558" y="1242377"/>
                  </a:lnTo>
                  <a:lnTo>
                    <a:pt x="4538543" y="1242377"/>
                  </a:lnTo>
                  <a:lnTo>
                    <a:pt x="4016409" y="1242377"/>
                  </a:lnTo>
                  <a:lnTo>
                    <a:pt x="4015165" y="1242340"/>
                  </a:lnTo>
                  <a:lnTo>
                    <a:pt x="4007024" y="1242073"/>
                  </a:lnTo>
                  <a:lnTo>
                    <a:pt x="3986659" y="1241335"/>
                  </a:lnTo>
                  <a:lnTo>
                    <a:pt x="3950646" y="1239885"/>
                  </a:lnTo>
                  <a:lnTo>
                    <a:pt x="3897778" y="1237511"/>
                  </a:lnTo>
                  <a:lnTo>
                    <a:pt x="3829123" y="1234051"/>
                  </a:lnTo>
                  <a:lnTo>
                    <a:pt x="3747657" y="1229411"/>
                  </a:lnTo>
                  <a:lnTo>
                    <a:pt x="3657523" y="1223561"/>
                  </a:lnTo>
                  <a:lnTo>
                    <a:pt x="3563155" y="1216514"/>
                  </a:lnTo>
                  <a:lnTo>
                    <a:pt x="3468538" y="1208298"/>
                  </a:lnTo>
                  <a:lnTo>
                    <a:pt x="3376760" y="1198930"/>
                  </a:lnTo>
                  <a:lnTo>
                    <a:pt x="3289868" y="1188394"/>
                  </a:lnTo>
                  <a:lnTo>
                    <a:pt x="3208954" y="1176629"/>
                  </a:lnTo>
                  <a:lnTo>
                    <a:pt x="3134333" y="1163523"/>
                  </a:lnTo>
                  <a:lnTo>
                    <a:pt x="3065771" y="1148913"/>
                  </a:lnTo>
                  <a:lnTo>
                    <a:pt x="3002669" y="1132591"/>
                  </a:lnTo>
                  <a:lnTo>
                    <a:pt x="2944216" y="1114311"/>
                  </a:lnTo>
                  <a:lnTo>
                    <a:pt x="2889506" y="1093808"/>
                  </a:lnTo>
                  <a:lnTo>
                    <a:pt x="2837620" y="1070828"/>
                  </a:lnTo>
                  <a:lnTo>
                    <a:pt x="2787704" y="1045185"/>
                  </a:lnTo>
                  <a:lnTo>
                    <a:pt x="2770117" y="1035314"/>
                  </a:lnTo>
                  <a:lnTo>
                    <a:pt x="2722442" y="1006424"/>
                  </a:lnTo>
                  <a:lnTo>
                    <a:pt x="2675232" y="974836"/>
                  </a:lnTo>
                  <a:lnTo>
                    <a:pt x="2628065" y="940505"/>
                  </a:lnTo>
                  <a:lnTo>
                    <a:pt x="2580637" y="903460"/>
                  </a:lnTo>
                  <a:lnTo>
                    <a:pt x="2532753" y="863814"/>
                  </a:lnTo>
                  <a:lnTo>
                    <a:pt x="2484311" y="821772"/>
                  </a:lnTo>
                  <a:lnTo>
                    <a:pt x="2435292" y="777631"/>
                  </a:lnTo>
                  <a:lnTo>
                    <a:pt x="2385752" y="731774"/>
                  </a:lnTo>
                  <a:lnTo>
                    <a:pt x="2335806" y="684661"/>
                  </a:lnTo>
                  <a:lnTo>
                    <a:pt x="2285613" y="636812"/>
                  </a:lnTo>
                  <a:lnTo>
                    <a:pt x="2235357" y="588779"/>
                  </a:lnTo>
                  <a:lnTo>
                    <a:pt x="2185229" y="541126"/>
                  </a:lnTo>
                  <a:lnTo>
                    <a:pt x="2135409" y="494396"/>
                  </a:lnTo>
                  <a:lnTo>
                    <a:pt x="2086041" y="449090"/>
                  </a:lnTo>
                  <a:lnTo>
                    <a:pt x="2037221" y="405643"/>
                  </a:lnTo>
                  <a:lnTo>
                    <a:pt x="1988980" y="364410"/>
                  </a:lnTo>
                  <a:lnTo>
                    <a:pt x="1941272" y="325656"/>
                  </a:lnTo>
                  <a:lnTo>
                    <a:pt x="1893963" y="289552"/>
                  </a:lnTo>
                  <a:lnTo>
                    <a:pt x="1846821" y="256181"/>
                  </a:lnTo>
                  <a:lnTo>
                    <a:pt x="1799504" y="225546"/>
                  </a:lnTo>
                  <a:lnTo>
                    <a:pt x="1768425" y="207062"/>
                  </a:lnTo>
                  <a:lnTo>
                    <a:pt x="1719033" y="180445"/>
                  </a:lnTo>
                  <a:lnTo>
                    <a:pt x="1667947" y="156524"/>
                  </a:lnTo>
                  <a:lnTo>
                    <a:pt x="1614355" y="135158"/>
                  </a:lnTo>
                  <a:lnTo>
                    <a:pt x="1557353" y="116111"/>
                  </a:lnTo>
                  <a:lnTo>
                    <a:pt x="1496021" y="99116"/>
                  </a:lnTo>
                  <a:lnTo>
                    <a:pt x="1429502" y="83917"/>
                  </a:lnTo>
                  <a:lnTo>
                    <a:pt x="1357107" y="70292"/>
                  </a:lnTo>
                  <a:lnTo>
                    <a:pt x="1278450" y="58061"/>
                  </a:lnTo>
                  <a:lnTo>
                    <a:pt x="1193624" y="47093"/>
                  </a:lnTo>
                  <a:lnTo>
                    <a:pt x="1103418" y="37310"/>
                  </a:lnTo>
                  <a:lnTo>
                    <a:pt x="1009519" y="28680"/>
                  </a:lnTo>
                  <a:lnTo>
                    <a:pt x="914644" y="21210"/>
                  </a:lnTo>
                  <a:lnTo>
                    <a:pt x="822490" y="14928"/>
                  </a:lnTo>
                  <a:lnTo>
                    <a:pt x="737400" y="9854"/>
                  </a:lnTo>
                  <a:lnTo>
                    <a:pt x="663723" y="5977"/>
                  </a:lnTo>
                  <a:lnTo>
                    <a:pt x="604950" y="3228"/>
                  </a:lnTo>
                  <a:lnTo>
                    <a:pt x="562903" y="1468"/>
                  </a:lnTo>
                  <a:lnTo>
                    <a:pt x="537202" y="502"/>
                  </a:lnTo>
                  <a:lnTo>
                    <a:pt x="525192" y="94"/>
                  </a:lnTo>
                  <a:lnTo>
                    <a:pt x="522193" y="1"/>
                  </a:lnTo>
                  <a:lnTo>
                    <a:pt x="522133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75" name="pg275"/>
            <p:cNvSpPr/>
            <p:nvPr/>
          </p:nvSpPr>
          <p:spPr>
            <a:xfrm>
              <a:off x="386606" y="1682496"/>
              <a:ext cx="8554953" cy="1660268"/>
            </a:xfrm>
            <a:custGeom>
              <a:avLst/>
              <a:pathLst>
                <a:path w="8554953" h="1660268">
                  <a:moveTo>
                    <a:pt x="0" y="5647"/>
                  </a:moveTo>
                  <a:lnTo>
                    <a:pt x="522133" y="5647"/>
                  </a:lnTo>
                  <a:lnTo>
                    <a:pt x="523378" y="5684"/>
                  </a:lnTo>
                  <a:lnTo>
                    <a:pt x="531518" y="5951"/>
                  </a:lnTo>
                  <a:lnTo>
                    <a:pt x="551883" y="6689"/>
                  </a:lnTo>
                  <a:lnTo>
                    <a:pt x="587896" y="8138"/>
                  </a:lnTo>
                  <a:lnTo>
                    <a:pt x="640764" y="10513"/>
                  </a:lnTo>
                  <a:lnTo>
                    <a:pt x="709419" y="13973"/>
                  </a:lnTo>
                  <a:lnTo>
                    <a:pt x="790885" y="18613"/>
                  </a:lnTo>
                  <a:lnTo>
                    <a:pt x="881019" y="24463"/>
                  </a:lnTo>
                  <a:lnTo>
                    <a:pt x="975387" y="31510"/>
                  </a:lnTo>
                  <a:lnTo>
                    <a:pt x="1070004" y="39726"/>
                  </a:lnTo>
                  <a:lnTo>
                    <a:pt x="1161783" y="49094"/>
                  </a:lnTo>
                  <a:lnTo>
                    <a:pt x="1248674" y="59629"/>
                  </a:lnTo>
                  <a:lnTo>
                    <a:pt x="1329589" y="71395"/>
                  </a:lnTo>
                  <a:lnTo>
                    <a:pt x="1404209" y="84501"/>
                  </a:lnTo>
                  <a:lnTo>
                    <a:pt x="1472771" y="99111"/>
                  </a:lnTo>
                  <a:lnTo>
                    <a:pt x="1535874" y="115432"/>
                  </a:lnTo>
                  <a:lnTo>
                    <a:pt x="1594326" y="133712"/>
                  </a:lnTo>
                  <a:lnTo>
                    <a:pt x="1649036" y="154216"/>
                  </a:lnTo>
                  <a:lnTo>
                    <a:pt x="1700922" y="177196"/>
                  </a:lnTo>
                  <a:lnTo>
                    <a:pt x="1750838" y="202839"/>
                  </a:lnTo>
                  <a:lnTo>
                    <a:pt x="1768425" y="212710"/>
                  </a:lnTo>
                  <a:lnTo>
                    <a:pt x="1816100" y="241600"/>
                  </a:lnTo>
                  <a:lnTo>
                    <a:pt x="1863310" y="273188"/>
                  </a:lnTo>
                  <a:lnTo>
                    <a:pt x="1910477" y="307518"/>
                  </a:lnTo>
                  <a:lnTo>
                    <a:pt x="1957905" y="344564"/>
                  </a:lnTo>
                  <a:lnTo>
                    <a:pt x="2005789" y="384209"/>
                  </a:lnTo>
                  <a:lnTo>
                    <a:pt x="2054231" y="426251"/>
                  </a:lnTo>
                  <a:lnTo>
                    <a:pt x="2103250" y="470393"/>
                  </a:lnTo>
                  <a:lnTo>
                    <a:pt x="2152790" y="516250"/>
                  </a:lnTo>
                  <a:lnTo>
                    <a:pt x="2202736" y="563363"/>
                  </a:lnTo>
                  <a:lnTo>
                    <a:pt x="2252930" y="611212"/>
                  </a:lnTo>
                  <a:lnTo>
                    <a:pt x="2303186" y="659245"/>
                  </a:lnTo>
                  <a:lnTo>
                    <a:pt x="2353313" y="706898"/>
                  </a:lnTo>
                  <a:lnTo>
                    <a:pt x="2403133" y="753628"/>
                  </a:lnTo>
                  <a:lnTo>
                    <a:pt x="2452501" y="798934"/>
                  </a:lnTo>
                  <a:lnTo>
                    <a:pt x="2501321" y="842380"/>
                  </a:lnTo>
                  <a:lnTo>
                    <a:pt x="2549562" y="883613"/>
                  </a:lnTo>
                  <a:lnTo>
                    <a:pt x="2597270" y="922368"/>
                  </a:lnTo>
                  <a:lnTo>
                    <a:pt x="2644579" y="958472"/>
                  </a:lnTo>
                  <a:lnTo>
                    <a:pt x="2691721" y="991843"/>
                  </a:lnTo>
                  <a:lnTo>
                    <a:pt x="2739038" y="1022478"/>
                  </a:lnTo>
                  <a:lnTo>
                    <a:pt x="2770117" y="1040961"/>
                  </a:lnTo>
                  <a:lnTo>
                    <a:pt x="2819509" y="1067579"/>
                  </a:lnTo>
                  <a:lnTo>
                    <a:pt x="2870595" y="1091500"/>
                  </a:lnTo>
                  <a:lnTo>
                    <a:pt x="2924187" y="1112865"/>
                  </a:lnTo>
                  <a:lnTo>
                    <a:pt x="2981189" y="1131913"/>
                  </a:lnTo>
                  <a:lnTo>
                    <a:pt x="3042521" y="1148908"/>
                  </a:lnTo>
                  <a:lnTo>
                    <a:pt x="3109040" y="1164107"/>
                  </a:lnTo>
                  <a:lnTo>
                    <a:pt x="3181435" y="1177732"/>
                  </a:lnTo>
                  <a:lnTo>
                    <a:pt x="3260092" y="1189963"/>
                  </a:lnTo>
                  <a:lnTo>
                    <a:pt x="3344918" y="1200930"/>
                  </a:lnTo>
                  <a:lnTo>
                    <a:pt x="3435124" y="1210714"/>
                  </a:lnTo>
                  <a:lnTo>
                    <a:pt x="3529023" y="1219344"/>
                  </a:lnTo>
                  <a:lnTo>
                    <a:pt x="3623898" y="1226813"/>
                  </a:lnTo>
                  <a:lnTo>
                    <a:pt x="3716053" y="1233096"/>
                  </a:lnTo>
                  <a:lnTo>
                    <a:pt x="3801142" y="1238170"/>
                  </a:lnTo>
                  <a:lnTo>
                    <a:pt x="3874820" y="1242047"/>
                  </a:lnTo>
                  <a:lnTo>
                    <a:pt x="3933592" y="1244796"/>
                  </a:lnTo>
                  <a:lnTo>
                    <a:pt x="3975640" y="1246555"/>
                  </a:lnTo>
                  <a:lnTo>
                    <a:pt x="4001340" y="1247522"/>
                  </a:lnTo>
                  <a:lnTo>
                    <a:pt x="4013350" y="1247930"/>
                  </a:lnTo>
                  <a:lnTo>
                    <a:pt x="4016409" y="1248024"/>
                  </a:lnTo>
                  <a:lnTo>
                    <a:pt x="4538543" y="1248024"/>
                  </a:lnTo>
                  <a:lnTo>
                    <a:pt x="4539810" y="1248037"/>
                  </a:lnTo>
                  <a:lnTo>
                    <a:pt x="4548093" y="1248127"/>
                  </a:lnTo>
                  <a:lnTo>
                    <a:pt x="4568802" y="1248377"/>
                  </a:lnTo>
                  <a:lnTo>
                    <a:pt x="4605389" y="1248866"/>
                  </a:lnTo>
                  <a:lnTo>
                    <a:pt x="4659035" y="1249668"/>
                  </a:lnTo>
                  <a:lnTo>
                    <a:pt x="4728593" y="1250836"/>
                  </a:lnTo>
                  <a:lnTo>
                    <a:pt x="4810979" y="1252401"/>
                  </a:lnTo>
                  <a:lnTo>
                    <a:pt x="4901946" y="1254372"/>
                  </a:lnTo>
                  <a:lnTo>
                    <a:pt x="4996989" y="1256745"/>
                  </a:lnTo>
                  <a:lnTo>
                    <a:pt x="5092089" y="1259510"/>
                  </a:lnTo>
                  <a:lnTo>
                    <a:pt x="5184160" y="1262662"/>
                  </a:lnTo>
                  <a:lnTo>
                    <a:pt x="5271184" y="1266207"/>
                  </a:lnTo>
                  <a:lnTo>
                    <a:pt x="5352112" y="1270167"/>
                  </a:lnTo>
                  <a:lnTo>
                    <a:pt x="5426671" y="1274581"/>
                  </a:lnTo>
                  <a:lnTo>
                    <a:pt x="5495138" y="1279506"/>
                  </a:lnTo>
                  <a:lnTo>
                    <a:pt x="5558147" y="1285012"/>
                  </a:lnTo>
                  <a:lnTo>
                    <a:pt x="5616536" y="1291185"/>
                  </a:lnTo>
                  <a:lnTo>
                    <a:pt x="5671233" y="1298114"/>
                  </a:lnTo>
                  <a:lnTo>
                    <a:pt x="5723171" y="1305883"/>
                  </a:lnTo>
                  <a:lnTo>
                    <a:pt x="5773207" y="1314550"/>
                  </a:lnTo>
                  <a:lnTo>
                    <a:pt x="5784835" y="1316732"/>
                  </a:lnTo>
                  <a:lnTo>
                    <a:pt x="5838125" y="1327514"/>
                  </a:lnTo>
                  <a:lnTo>
                    <a:pt x="5890901" y="1339420"/>
                  </a:lnTo>
                  <a:lnTo>
                    <a:pt x="5943724" y="1352463"/>
                  </a:lnTo>
                  <a:lnTo>
                    <a:pt x="5996971" y="1366621"/>
                  </a:lnTo>
                  <a:lnTo>
                    <a:pt x="6050861" y="1381822"/>
                  </a:lnTo>
                  <a:lnTo>
                    <a:pt x="6105473" y="1397949"/>
                  </a:lnTo>
                  <a:lnTo>
                    <a:pt x="6160765" y="1414837"/>
                  </a:lnTo>
                  <a:lnTo>
                    <a:pt x="6216592" y="1432280"/>
                  </a:lnTo>
                  <a:lnTo>
                    <a:pt x="6272739" y="1450040"/>
                  </a:lnTo>
                  <a:lnTo>
                    <a:pt x="6328948" y="1467860"/>
                  </a:lnTo>
                  <a:lnTo>
                    <a:pt x="6384953" y="1485480"/>
                  </a:lnTo>
                  <a:lnTo>
                    <a:pt x="6440513" y="1502652"/>
                  </a:lnTo>
                  <a:lnTo>
                    <a:pt x="6495450" y="1519152"/>
                  </a:lnTo>
                  <a:lnTo>
                    <a:pt x="6549671" y="1534797"/>
                  </a:lnTo>
                  <a:lnTo>
                    <a:pt x="6603196" y="1549446"/>
                  </a:lnTo>
                  <a:lnTo>
                    <a:pt x="6656177" y="1563009"/>
                  </a:lnTo>
                  <a:lnTo>
                    <a:pt x="6708916" y="1575439"/>
                  </a:lnTo>
                  <a:lnTo>
                    <a:pt x="6761887" y="1586734"/>
                  </a:lnTo>
                  <a:lnTo>
                    <a:pt x="6786527" y="1591561"/>
                  </a:lnTo>
                  <a:lnTo>
                    <a:pt x="6836223" y="1600444"/>
                  </a:lnTo>
                  <a:lnTo>
                    <a:pt x="6887639" y="1608421"/>
                  </a:lnTo>
                  <a:lnTo>
                    <a:pt x="6941601" y="1615541"/>
                  </a:lnTo>
                  <a:lnTo>
                    <a:pt x="6999032" y="1621885"/>
                  </a:lnTo>
                  <a:lnTo>
                    <a:pt x="7060869" y="1627541"/>
                  </a:lnTo>
                  <a:lnTo>
                    <a:pt x="7127979" y="1632596"/>
                  </a:lnTo>
                  <a:lnTo>
                    <a:pt x="7201057" y="1637125"/>
                  </a:lnTo>
                  <a:lnTo>
                    <a:pt x="7280480" y="1641188"/>
                  </a:lnTo>
                  <a:lnTo>
                    <a:pt x="7366125" y="1644828"/>
                  </a:lnTo>
                  <a:lnTo>
                    <a:pt x="7457148" y="1648072"/>
                  </a:lnTo>
                  <a:lnTo>
                    <a:pt x="7551771" y="1650928"/>
                  </a:lnTo>
                  <a:lnTo>
                    <a:pt x="7647159" y="1653395"/>
                  </a:lnTo>
                  <a:lnTo>
                    <a:pt x="7739489" y="1655462"/>
                  </a:lnTo>
                  <a:lnTo>
                    <a:pt x="7824311" y="1657122"/>
                  </a:lnTo>
                  <a:lnTo>
                    <a:pt x="7897236" y="1658382"/>
                  </a:lnTo>
                  <a:lnTo>
                    <a:pt x="7954828" y="1659267"/>
                  </a:lnTo>
                  <a:lnTo>
                    <a:pt x="7995429" y="1659824"/>
                  </a:lnTo>
                  <a:lnTo>
                    <a:pt x="8019659" y="1660123"/>
                  </a:lnTo>
                  <a:lnTo>
                    <a:pt x="8030458" y="1660244"/>
                  </a:lnTo>
                  <a:lnTo>
                    <a:pt x="8032819" y="1660268"/>
                  </a:lnTo>
                  <a:lnTo>
                    <a:pt x="8554953" y="1660268"/>
                  </a:lnTo>
                  <a:lnTo>
                    <a:pt x="8554953" y="1654621"/>
                  </a:lnTo>
                  <a:lnTo>
                    <a:pt x="8032819" y="1654621"/>
                  </a:lnTo>
                  <a:lnTo>
                    <a:pt x="8031552" y="1654608"/>
                  </a:lnTo>
                  <a:lnTo>
                    <a:pt x="8023269" y="1654518"/>
                  </a:lnTo>
                  <a:lnTo>
                    <a:pt x="8002560" y="1654268"/>
                  </a:lnTo>
                  <a:lnTo>
                    <a:pt x="7965973" y="1653779"/>
                  </a:lnTo>
                  <a:lnTo>
                    <a:pt x="7912327" y="1652977"/>
                  </a:lnTo>
                  <a:lnTo>
                    <a:pt x="7842769" y="1651809"/>
                  </a:lnTo>
                  <a:lnTo>
                    <a:pt x="7760383" y="1650244"/>
                  </a:lnTo>
                  <a:lnTo>
                    <a:pt x="7669415" y="1648273"/>
                  </a:lnTo>
                  <a:lnTo>
                    <a:pt x="7574373" y="1645900"/>
                  </a:lnTo>
                  <a:lnTo>
                    <a:pt x="7479273" y="1643135"/>
                  </a:lnTo>
                  <a:lnTo>
                    <a:pt x="7387202" y="1639983"/>
                  </a:lnTo>
                  <a:lnTo>
                    <a:pt x="7300178" y="1636438"/>
                  </a:lnTo>
                  <a:lnTo>
                    <a:pt x="7219250" y="1632478"/>
                  </a:lnTo>
                  <a:lnTo>
                    <a:pt x="7144691" y="1628064"/>
                  </a:lnTo>
                  <a:lnTo>
                    <a:pt x="7076224" y="1623139"/>
                  </a:lnTo>
                  <a:lnTo>
                    <a:pt x="7013215" y="1617633"/>
                  </a:lnTo>
                  <a:lnTo>
                    <a:pt x="6954826" y="1611460"/>
                  </a:lnTo>
                  <a:lnTo>
                    <a:pt x="6900129" y="1604531"/>
                  </a:lnTo>
                  <a:lnTo>
                    <a:pt x="6848191" y="1596762"/>
                  </a:lnTo>
                  <a:lnTo>
                    <a:pt x="6798155" y="1588095"/>
                  </a:lnTo>
                  <a:lnTo>
                    <a:pt x="6786527" y="1585913"/>
                  </a:lnTo>
                  <a:lnTo>
                    <a:pt x="6733236" y="1575131"/>
                  </a:lnTo>
                  <a:lnTo>
                    <a:pt x="6680461" y="1563225"/>
                  </a:lnTo>
                  <a:lnTo>
                    <a:pt x="6627638" y="1550181"/>
                  </a:lnTo>
                  <a:lnTo>
                    <a:pt x="6574391" y="1536024"/>
                  </a:lnTo>
                  <a:lnTo>
                    <a:pt x="6520501" y="1520823"/>
                  </a:lnTo>
                  <a:lnTo>
                    <a:pt x="6465888" y="1504696"/>
                  </a:lnTo>
                  <a:lnTo>
                    <a:pt x="6410597" y="1487808"/>
                  </a:lnTo>
                  <a:lnTo>
                    <a:pt x="6354770" y="1470365"/>
                  </a:lnTo>
                  <a:lnTo>
                    <a:pt x="6298623" y="1452605"/>
                  </a:lnTo>
                  <a:lnTo>
                    <a:pt x="6242414" y="1434785"/>
                  </a:lnTo>
                  <a:lnTo>
                    <a:pt x="6186409" y="1417165"/>
                  </a:lnTo>
                  <a:lnTo>
                    <a:pt x="6130849" y="1399993"/>
                  </a:lnTo>
                  <a:lnTo>
                    <a:pt x="6075912" y="1383493"/>
                  </a:lnTo>
                  <a:lnTo>
                    <a:pt x="6021691" y="1367848"/>
                  </a:lnTo>
                  <a:lnTo>
                    <a:pt x="5968166" y="1353199"/>
                  </a:lnTo>
                  <a:lnTo>
                    <a:pt x="5915185" y="1339636"/>
                  </a:lnTo>
                  <a:lnTo>
                    <a:pt x="5862446" y="1327206"/>
                  </a:lnTo>
                  <a:lnTo>
                    <a:pt x="5809475" y="1315911"/>
                  </a:lnTo>
                  <a:lnTo>
                    <a:pt x="5784835" y="1311084"/>
                  </a:lnTo>
                  <a:lnTo>
                    <a:pt x="5735139" y="1302201"/>
                  </a:lnTo>
                  <a:lnTo>
                    <a:pt x="5683723" y="1294224"/>
                  </a:lnTo>
                  <a:lnTo>
                    <a:pt x="5629761" y="1287104"/>
                  </a:lnTo>
                  <a:lnTo>
                    <a:pt x="5572330" y="1280760"/>
                  </a:lnTo>
                  <a:lnTo>
                    <a:pt x="5510493" y="1275104"/>
                  </a:lnTo>
                  <a:lnTo>
                    <a:pt x="5443383" y="1270049"/>
                  </a:lnTo>
                  <a:lnTo>
                    <a:pt x="5370305" y="1265520"/>
                  </a:lnTo>
                  <a:lnTo>
                    <a:pt x="5290882" y="1261457"/>
                  </a:lnTo>
                  <a:lnTo>
                    <a:pt x="5205237" y="1257816"/>
                  </a:lnTo>
                  <a:lnTo>
                    <a:pt x="5114214" y="1254573"/>
                  </a:lnTo>
                  <a:lnTo>
                    <a:pt x="5019591" y="1251716"/>
                  </a:lnTo>
                  <a:lnTo>
                    <a:pt x="4924203" y="1249250"/>
                  </a:lnTo>
                  <a:lnTo>
                    <a:pt x="4831873" y="1247183"/>
                  </a:lnTo>
                  <a:lnTo>
                    <a:pt x="4747051" y="1245522"/>
                  </a:lnTo>
                  <a:lnTo>
                    <a:pt x="4674126" y="1244263"/>
                  </a:lnTo>
                  <a:lnTo>
                    <a:pt x="4616534" y="1243378"/>
                  </a:lnTo>
                  <a:lnTo>
                    <a:pt x="4575933" y="1242821"/>
                  </a:lnTo>
                  <a:lnTo>
                    <a:pt x="4551703" y="1242521"/>
                  </a:lnTo>
                  <a:lnTo>
                    <a:pt x="4540904" y="1242401"/>
                  </a:lnTo>
                  <a:lnTo>
                    <a:pt x="4538543" y="1242377"/>
                  </a:lnTo>
                  <a:lnTo>
                    <a:pt x="4016409" y="1242377"/>
                  </a:lnTo>
                  <a:lnTo>
                    <a:pt x="4015165" y="1242340"/>
                  </a:lnTo>
                  <a:lnTo>
                    <a:pt x="4007024" y="1242073"/>
                  </a:lnTo>
                  <a:lnTo>
                    <a:pt x="3986659" y="1241335"/>
                  </a:lnTo>
                  <a:lnTo>
                    <a:pt x="3950646" y="1239885"/>
                  </a:lnTo>
                  <a:lnTo>
                    <a:pt x="3897778" y="1237511"/>
                  </a:lnTo>
                  <a:lnTo>
                    <a:pt x="3829123" y="1234051"/>
                  </a:lnTo>
                  <a:lnTo>
                    <a:pt x="3747657" y="1229411"/>
                  </a:lnTo>
                  <a:lnTo>
                    <a:pt x="3657523" y="1223561"/>
                  </a:lnTo>
                  <a:lnTo>
                    <a:pt x="3563155" y="1216514"/>
                  </a:lnTo>
                  <a:lnTo>
                    <a:pt x="3468538" y="1208298"/>
                  </a:lnTo>
                  <a:lnTo>
                    <a:pt x="3376760" y="1198930"/>
                  </a:lnTo>
                  <a:lnTo>
                    <a:pt x="3289868" y="1188394"/>
                  </a:lnTo>
                  <a:lnTo>
                    <a:pt x="3208954" y="1176629"/>
                  </a:lnTo>
                  <a:lnTo>
                    <a:pt x="3134333" y="1163523"/>
                  </a:lnTo>
                  <a:lnTo>
                    <a:pt x="3065771" y="1148913"/>
                  </a:lnTo>
                  <a:lnTo>
                    <a:pt x="3002669" y="1132591"/>
                  </a:lnTo>
                  <a:lnTo>
                    <a:pt x="2944216" y="1114311"/>
                  </a:lnTo>
                  <a:lnTo>
                    <a:pt x="2889506" y="1093808"/>
                  </a:lnTo>
                  <a:lnTo>
                    <a:pt x="2837620" y="1070828"/>
                  </a:lnTo>
                  <a:lnTo>
                    <a:pt x="2787704" y="1045185"/>
                  </a:lnTo>
                  <a:lnTo>
                    <a:pt x="2770117" y="1035314"/>
                  </a:lnTo>
                  <a:lnTo>
                    <a:pt x="2722442" y="1006424"/>
                  </a:lnTo>
                  <a:lnTo>
                    <a:pt x="2675232" y="974836"/>
                  </a:lnTo>
                  <a:lnTo>
                    <a:pt x="2628065" y="940505"/>
                  </a:lnTo>
                  <a:lnTo>
                    <a:pt x="2580637" y="903460"/>
                  </a:lnTo>
                  <a:lnTo>
                    <a:pt x="2532753" y="863814"/>
                  </a:lnTo>
                  <a:lnTo>
                    <a:pt x="2484311" y="821772"/>
                  </a:lnTo>
                  <a:lnTo>
                    <a:pt x="2435292" y="777631"/>
                  </a:lnTo>
                  <a:lnTo>
                    <a:pt x="2385752" y="731774"/>
                  </a:lnTo>
                  <a:lnTo>
                    <a:pt x="2335806" y="684661"/>
                  </a:lnTo>
                  <a:lnTo>
                    <a:pt x="2285613" y="636812"/>
                  </a:lnTo>
                  <a:lnTo>
                    <a:pt x="2235357" y="588779"/>
                  </a:lnTo>
                  <a:lnTo>
                    <a:pt x="2185229" y="541126"/>
                  </a:lnTo>
                  <a:lnTo>
                    <a:pt x="2135409" y="494396"/>
                  </a:lnTo>
                  <a:lnTo>
                    <a:pt x="2086041" y="449090"/>
                  </a:lnTo>
                  <a:lnTo>
                    <a:pt x="2037221" y="405643"/>
                  </a:lnTo>
                  <a:lnTo>
                    <a:pt x="1988980" y="364410"/>
                  </a:lnTo>
                  <a:lnTo>
                    <a:pt x="1941272" y="325656"/>
                  </a:lnTo>
                  <a:lnTo>
                    <a:pt x="1893963" y="289552"/>
                  </a:lnTo>
                  <a:lnTo>
                    <a:pt x="1846821" y="256181"/>
                  </a:lnTo>
                  <a:lnTo>
                    <a:pt x="1799504" y="225546"/>
                  </a:lnTo>
                  <a:lnTo>
                    <a:pt x="1768425" y="207062"/>
                  </a:lnTo>
                  <a:lnTo>
                    <a:pt x="1719033" y="180445"/>
                  </a:lnTo>
                  <a:lnTo>
                    <a:pt x="1667947" y="156524"/>
                  </a:lnTo>
                  <a:lnTo>
                    <a:pt x="1614355" y="135158"/>
                  </a:lnTo>
                  <a:lnTo>
                    <a:pt x="1557353" y="116111"/>
                  </a:lnTo>
                  <a:lnTo>
                    <a:pt x="1496021" y="99116"/>
                  </a:lnTo>
                  <a:lnTo>
                    <a:pt x="1429502" y="83917"/>
                  </a:lnTo>
                  <a:lnTo>
                    <a:pt x="1357107" y="70292"/>
                  </a:lnTo>
                  <a:lnTo>
                    <a:pt x="1278450" y="58061"/>
                  </a:lnTo>
                  <a:lnTo>
                    <a:pt x="1193624" y="47093"/>
                  </a:lnTo>
                  <a:lnTo>
                    <a:pt x="1103418" y="37310"/>
                  </a:lnTo>
                  <a:lnTo>
                    <a:pt x="1009519" y="28680"/>
                  </a:lnTo>
                  <a:lnTo>
                    <a:pt x="914644" y="21210"/>
                  </a:lnTo>
                  <a:lnTo>
                    <a:pt x="822490" y="14928"/>
                  </a:lnTo>
                  <a:lnTo>
                    <a:pt x="737400" y="9854"/>
                  </a:lnTo>
                  <a:lnTo>
                    <a:pt x="663723" y="5977"/>
                  </a:lnTo>
                  <a:lnTo>
                    <a:pt x="604950" y="3228"/>
                  </a:lnTo>
                  <a:lnTo>
                    <a:pt x="562903" y="1468"/>
                  </a:lnTo>
                  <a:lnTo>
                    <a:pt x="537202" y="502"/>
                  </a:lnTo>
                  <a:lnTo>
                    <a:pt x="525192" y="94"/>
                  </a:lnTo>
                  <a:lnTo>
                    <a:pt x="5221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276" name="pl276"/>
            <p:cNvSpPr/>
            <p:nvPr/>
          </p:nvSpPr>
          <p:spPr>
            <a:xfrm>
              <a:off x="386606" y="1688143"/>
              <a:ext cx="8554953" cy="1654621"/>
            </a:xfrm>
            <a:custGeom>
              <a:avLst/>
              <a:pathLst>
                <a:path w="8554953" h="1654621">
                  <a:moveTo>
                    <a:pt x="0" y="0"/>
                  </a:moveTo>
                  <a:lnTo>
                    <a:pt x="522133" y="0"/>
                  </a:lnTo>
                  <a:lnTo>
                    <a:pt x="523378" y="37"/>
                  </a:lnTo>
                  <a:lnTo>
                    <a:pt x="531518" y="304"/>
                  </a:lnTo>
                  <a:lnTo>
                    <a:pt x="551883" y="1042"/>
                  </a:lnTo>
                  <a:lnTo>
                    <a:pt x="587896" y="2491"/>
                  </a:lnTo>
                  <a:lnTo>
                    <a:pt x="640764" y="4866"/>
                  </a:lnTo>
                  <a:lnTo>
                    <a:pt x="709419" y="8326"/>
                  </a:lnTo>
                  <a:lnTo>
                    <a:pt x="790885" y="12966"/>
                  </a:lnTo>
                  <a:lnTo>
                    <a:pt x="881019" y="18816"/>
                  </a:lnTo>
                  <a:lnTo>
                    <a:pt x="975387" y="25863"/>
                  </a:lnTo>
                  <a:lnTo>
                    <a:pt x="1070004" y="34079"/>
                  </a:lnTo>
                  <a:lnTo>
                    <a:pt x="1161783" y="43446"/>
                  </a:lnTo>
                  <a:lnTo>
                    <a:pt x="1248674" y="53982"/>
                  </a:lnTo>
                  <a:lnTo>
                    <a:pt x="1329589" y="65747"/>
                  </a:lnTo>
                  <a:lnTo>
                    <a:pt x="1404209" y="78854"/>
                  </a:lnTo>
                  <a:lnTo>
                    <a:pt x="1472771" y="93463"/>
                  </a:lnTo>
                  <a:lnTo>
                    <a:pt x="1535874" y="109785"/>
                  </a:lnTo>
                  <a:lnTo>
                    <a:pt x="1594326" y="128065"/>
                  </a:lnTo>
                  <a:lnTo>
                    <a:pt x="1649036" y="148569"/>
                  </a:lnTo>
                  <a:lnTo>
                    <a:pt x="1700922" y="171549"/>
                  </a:lnTo>
                  <a:lnTo>
                    <a:pt x="1750838" y="197192"/>
                  </a:lnTo>
                  <a:lnTo>
                    <a:pt x="1768425" y="207062"/>
                  </a:lnTo>
                  <a:lnTo>
                    <a:pt x="1816100" y="235953"/>
                  </a:lnTo>
                  <a:lnTo>
                    <a:pt x="1863310" y="267541"/>
                  </a:lnTo>
                  <a:lnTo>
                    <a:pt x="1910477" y="301871"/>
                  </a:lnTo>
                  <a:lnTo>
                    <a:pt x="1957905" y="338916"/>
                  </a:lnTo>
                  <a:lnTo>
                    <a:pt x="2005789" y="378562"/>
                  </a:lnTo>
                  <a:lnTo>
                    <a:pt x="2054231" y="420604"/>
                  </a:lnTo>
                  <a:lnTo>
                    <a:pt x="2103250" y="464746"/>
                  </a:lnTo>
                  <a:lnTo>
                    <a:pt x="2152790" y="510603"/>
                  </a:lnTo>
                  <a:lnTo>
                    <a:pt x="2202736" y="557715"/>
                  </a:lnTo>
                  <a:lnTo>
                    <a:pt x="2252930" y="605565"/>
                  </a:lnTo>
                  <a:lnTo>
                    <a:pt x="2303186" y="653598"/>
                  </a:lnTo>
                  <a:lnTo>
                    <a:pt x="2353313" y="701251"/>
                  </a:lnTo>
                  <a:lnTo>
                    <a:pt x="2403133" y="747981"/>
                  </a:lnTo>
                  <a:lnTo>
                    <a:pt x="2452501" y="793287"/>
                  </a:lnTo>
                  <a:lnTo>
                    <a:pt x="2501321" y="836733"/>
                  </a:lnTo>
                  <a:lnTo>
                    <a:pt x="2549562" y="877966"/>
                  </a:lnTo>
                  <a:lnTo>
                    <a:pt x="2597270" y="916721"/>
                  </a:lnTo>
                  <a:lnTo>
                    <a:pt x="2644579" y="952825"/>
                  </a:lnTo>
                  <a:lnTo>
                    <a:pt x="2691721" y="986195"/>
                  </a:lnTo>
                  <a:lnTo>
                    <a:pt x="2739038" y="1016831"/>
                  </a:lnTo>
                  <a:lnTo>
                    <a:pt x="2770117" y="1035314"/>
                  </a:lnTo>
                  <a:lnTo>
                    <a:pt x="2819509" y="1061932"/>
                  </a:lnTo>
                  <a:lnTo>
                    <a:pt x="2870595" y="1085852"/>
                  </a:lnTo>
                  <a:lnTo>
                    <a:pt x="2924187" y="1107218"/>
                  </a:lnTo>
                  <a:lnTo>
                    <a:pt x="2981189" y="1126266"/>
                  </a:lnTo>
                  <a:lnTo>
                    <a:pt x="3042521" y="1143261"/>
                  </a:lnTo>
                  <a:lnTo>
                    <a:pt x="3109040" y="1158459"/>
                  </a:lnTo>
                  <a:lnTo>
                    <a:pt x="3181435" y="1172084"/>
                  </a:lnTo>
                  <a:lnTo>
                    <a:pt x="3260092" y="1184316"/>
                  </a:lnTo>
                  <a:lnTo>
                    <a:pt x="3344918" y="1195283"/>
                  </a:lnTo>
                  <a:lnTo>
                    <a:pt x="3435124" y="1205066"/>
                  </a:lnTo>
                  <a:lnTo>
                    <a:pt x="3529023" y="1213696"/>
                  </a:lnTo>
                  <a:lnTo>
                    <a:pt x="3623898" y="1221166"/>
                  </a:lnTo>
                  <a:lnTo>
                    <a:pt x="3716053" y="1227449"/>
                  </a:lnTo>
                  <a:lnTo>
                    <a:pt x="3801142" y="1232523"/>
                  </a:lnTo>
                  <a:lnTo>
                    <a:pt x="3874820" y="1236400"/>
                  </a:lnTo>
                  <a:lnTo>
                    <a:pt x="3933592" y="1239149"/>
                  </a:lnTo>
                  <a:lnTo>
                    <a:pt x="3975640" y="1240908"/>
                  </a:lnTo>
                  <a:lnTo>
                    <a:pt x="4001340" y="1241875"/>
                  </a:lnTo>
                  <a:lnTo>
                    <a:pt x="4013350" y="1242283"/>
                  </a:lnTo>
                  <a:lnTo>
                    <a:pt x="4016349" y="1242375"/>
                  </a:lnTo>
                  <a:lnTo>
                    <a:pt x="4016409" y="1242377"/>
                  </a:lnTo>
                  <a:lnTo>
                    <a:pt x="4538543" y="1242377"/>
                  </a:lnTo>
                  <a:lnTo>
                    <a:pt x="4539810" y="1242390"/>
                  </a:lnTo>
                  <a:lnTo>
                    <a:pt x="4548093" y="1242480"/>
                  </a:lnTo>
                  <a:lnTo>
                    <a:pt x="4568802" y="1242729"/>
                  </a:lnTo>
                  <a:lnTo>
                    <a:pt x="4605389" y="1243219"/>
                  </a:lnTo>
                  <a:lnTo>
                    <a:pt x="4659035" y="1244021"/>
                  </a:lnTo>
                  <a:lnTo>
                    <a:pt x="4728593" y="1245189"/>
                  </a:lnTo>
                  <a:lnTo>
                    <a:pt x="4810979" y="1246754"/>
                  </a:lnTo>
                  <a:lnTo>
                    <a:pt x="4901946" y="1248725"/>
                  </a:lnTo>
                  <a:lnTo>
                    <a:pt x="4996989" y="1251098"/>
                  </a:lnTo>
                  <a:lnTo>
                    <a:pt x="5092089" y="1253863"/>
                  </a:lnTo>
                  <a:lnTo>
                    <a:pt x="5184160" y="1257015"/>
                  </a:lnTo>
                  <a:lnTo>
                    <a:pt x="5271184" y="1260560"/>
                  </a:lnTo>
                  <a:lnTo>
                    <a:pt x="5352112" y="1264520"/>
                  </a:lnTo>
                  <a:lnTo>
                    <a:pt x="5426671" y="1268934"/>
                  </a:lnTo>
                  <a:lnTo>
                    <a:pt x="5495138" y="1273858"/>
                  </a:lnTo>
                  <a:lnTo>
                    <a:pt x="5558147" y="1279365"/>
                  </a:lnTo>
                  <a:lnTo>
                    <a:pt x="5616536" y="1285538"/>
                  </a:lnTo>
                  <a:lnTo>
                    <a:pt x="5671233" y="1292466"/>
                  </a:lnTo>
                  <a:lnTo>
                    <a:pt x="5723171" y="1300235"/>
                  </a:lnTo>
                  <a:lnTo>
                    <a:pt x="5773207" y="1308903"/>
                  </a:lnTo>
                  <a:lnTo>
                    <a:pt x="5784835" y="1311084"/>
                  </a:lnTo>
                  <a:lnTo>
                    <a:pt x="5838125" y="1321867"/>
                  </a:lnTo>
                  <a:lnTo>
                    <a:pt x="5890901" y="1333772"/>
                  </a:lnTo>
                  <a:lnTo>
                    <a:pt x="5943724" y="1346816"/>
                  </a:lnTo>
                  <a:lnTo>
                    <a:pt x="5996971" y="1360974"/>
                  </a:lnTo>
                  <a:lnTo>
                    <a:pt x="6050861" y="1376175"/>
                  </a:lnTo>
                  <a:lnTo>
                    <a:pt x="6105473" y="1392302"/>
                  </a:lnTo>
                  <a:lnTo>
                    <a:pt x="6160765" y="1409190"/>
                  </a:lnTo>
                  <a:lnTo>
                    <a:pt x="6216592" y="1426633"/>
                  </a:lnTo>
                  <a:lnTo>
                    <a:pt x="6272739" y="1444393"/>
                  </a:lnTo>
                  <a:lnTo>
                    <a:pt x="6328948" y="1462213"/>
                  </a:lnTo>
                  <a:lnTo>
                    <a:pt x="6384953" y="1479833"/>
                  </a:lnTo>
                  <a:lnTo>
                    <a:pt x="6440513" y="1497004"/>
                  </a:lnTo>
                  <a:lnTo>
                    <a:pt x="6495450" y="1513505"/>
                  </a:lnTo>
                  <a:lnTo>
                    <a:pt x="6549671" y="1529150"/>
                  </a:lnTo>
                  <a:lnTo>
                    <a:pt x="6603196" y="1543799"/>
                  </a:lnTo>
                  <a:lnTo>
                    <a:pt x="6656177" y="1557362"/>
                  </a:lnTo>
                  <a:lnTo>
                    <a:pt x="6708916" y="1569792"/>
                  </a:lnTo>
                  <a:lnTo>
                    <a:pt x="6761887" y="1581087"/>
                  </a:lnTo>
                  <a:lnTo>
                    <a:pt x="6786527" y="1585913"/>
                  </a:lnTo>
                  <a:lnTo>
                    <a:pt x="6836223" y="1594796"/>
                  </a:lnTo>
                  <a:lnTo>
                    <a:pt x="6887639" y="1602774"/>
                  </a:lnTo>
                  <a:lnTo>
                    <a:pt x="6941601" y="1609894"/>
                  </a:lnTo>
                  <a:lnTo>
                    <a:pt x="6999032" y="1616237"/>
                  </a:lnTo>
                  <a:lnTo>
                    <a:pt x="7060869" y="1621893"/>
                  </a:lnTo>
                  <a:lnTo>
                    <a:pt x="7127979" y="1626949"/>
                  </a:lnTo>
                  <a:lnTo>
                    <a:pt x="7201057" y="1631478"/>
                  </a:lnTo>
                  <a:lnTo>
                    <a:pt x="7280480" y="1635541"/>
                  </a:lnTo>
                  <a:lnTo>
                    <a:pt x="7366125" y="1639181"/>
                  </a:lnTo>
                  <a:lnTo>
                    <a:pt x="7457148" y="1642425"/>
                  </a:lnTo>
                  <a:lnTo>
                    <a:pt x="7551771" y="1645281"/>
                  </a:lnTo>
                  <a:lnTo>
                    <a:pt x="7647159" y="1647748"/>
                  </a:lnTo>
                  <a:lnTo>
                    <a:pt x="7739489" y="1649815"/>
                  </a:lnTo>
                  <a:lnTo>
                    <a:pt x="7824311" y="1651475"/>
                  </a:lnTo>
                  <a:lnTo>
                    <a:pt x="7897236" y="1652735"/>
                  </a:lnTo>
                  <a:lnTo>
                    <a:pt x="7954828" y="1653620"/>
                  </a:lnTo>
                  <a:lnTo>
                    <a:pt x="7995429" y="1654177"/>
                  </a:lnTo>
                  <a:lnTo>
                    <a:pt x="8019659" y="1654476"/>
                  </a:lnTo>
                  <a:lnTo>
                    <a:pt x="8030458" y="1654597"/>
                  </a:lnTo>
                  <a:lnTo>
                    <a:pt x="8032802" y="1654620"/>
                  </a:lnTo>
                  <a:lnTo>
                    <a:pt x="8032819" y="1654621"/>
                  </a:lnTo>
                  <a:lnTo>
                    <a:pt x="8554953" y="1654621"/>
                  </a:lnTo>
                  <a:lnTo>
                    <a:pt x="8554953" y="1654621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77" name="pl277"/>
            <p:cNvSpPr/>
            <p:nvPr/>
          </p:nvSpPr>
          <p:spPr>
            <a:xfrm>
              <a:off x="386606" y="1682496"/>
              <a:ext cx="8554953" cy="1654621"/>
            </a:xfrm>
            <a:custGeom>
              <a:avLst/>
              <a:pathLst>
                <a:path w="8554953" h="1654621">
                  <a:moveTo>
                    <a:pt x="8554953" y="1654621"/>
                  </a:moveTo>
                  <a:lnTo>
                    <a:pt x="8032819" y="1654621"/>
                  </a:lnTo>
                  <a:lnTo>
                    <a:pt x="8031552" y="1654608"/>
                  </a:lnTo>
                  <a:lnTo>
                    <a:pt x="8023269" y="1654518"/>
                  </a:lnTo>
                  <a:lnTo>
                    <a:pt x="8002560" y="1654268"/>
                  </a:lnTo>
                  <a:lnTo>
                    <a:pt x="7965973" y="1653779"/>
                  </a:lnTo>
                  <a:lnTo>
                    <a:pt x="7912327" y="1652977"/>
                  </a:lnTo>
                  <a:lnTo>
                    <a:pt x="7842769" y="1651809"/>
                  </a:lnTo>
                  <a:lnTo>
                    <a:pt x="7760383" y="1650244"/>
                  </a:lnTo>
                  <a:lnTo>
                    <a:pt x="7669415" y="1648273"/>
                  </a:lnTo>
                  <a:lnTo>
                    <a:pt x="7574373" y="1645900"/>
                  </a:lnTo>
                  <a:lnTo>
                    <a:pt x="7479273" y="1643135"/>
                  </a:lnTo>
                  <a:lnTo>
                    <a:pt x="7387202" y="1639983"/>
                  </a:lnTo>
                  <a:lnTo>
                    <a:pt x="7300178" y="1636438"/>
                  </a:lnTo>
                  <a:lnTo>
                    <a:pt x="7219250" y="1632478"/>
                  </a:lnTo>
                  <a:lnTo>
                    <a:pt x="7144691" y="1628064"/>
                  </a:lnTo>
                  <a:lnTo>
                    <a:pt x="7076224" y="1623139"/>
                  </a:lnTo>
                  <a:lnTo>
                    <a:pt x="7013215" y="1617633"/>
                  </a:lnTo>
                  <a:lnTo>
                    <a:pt x="6954826" y="1611460"/>
                  </a:lnTo>
                  <a:lnTo>
                    <a:pt x="6900129" y="1604531"/>
                  </a:lnTo>
                  <a:lnTo>
                    <a:pt x="6848191" y="1596762"/>
                  </a:lnTo>
                  <a:lnTo>
                    <a:pt x="6798155" y="1588095"/>
                  </a:lnTo>
                  <a:lnTo>
                    <a:pt x="6786527" y="1585913"/>
                  </a:lnTo>
                  <a:lnTo>
                    <a:pt x="6733236" y="1575131"/>
                  </a:lnTo>
                  <a:lnTo>
                    <a:pt x="6680461" y="1563225"/>
                  </a:lnTo>
                  <a:lnTo>
                    <a:pt x="6627638" y="1550181"/>
                  </a:lnTo>
                  <a:lnTo>
                    <a:pt x="6574391" y="1536024"/>
                  </a:lnTo>
                  <a:lnTo>
                    <a:pt x="6520501" y="1520823"/>
                  </a:lnTo>
                  <a:lnTo>
                    <a:pt x="6465888" y="1504696"/>
                  </a:lnTo>
                  <a:lnTo>
                    <a:pt x="6410597" y="1487808"/>
                  </a:lnTo>
                  <a:lnTo>
                    <a:pt x="6354770" y="1470365"/>
                  </a:lnTo>
                  <a:lnTo>
                    <a:pt x="6298623" y="1452605"/>
                  </a:lnTo>
                  <a:lnTo>
                    <a:pt x="6242414" y="1434785"/>
                  </a:lnTo>
                  <a:lnTo>
                    <a:pt x="6186409" y="1417165"/>
                  </a:lnTo>
                  <a:lnTo>
                    <a:pt x="6130849" y="1399993"/>
                  </a:lnTo>
                  <a:lnTo>
                    <a:pt x="6075912" y="1383493"/>
                  </a:lnTo>
                  <a:lnTo>
                    <a:pt x="6021691" y="1367848"/>
                  </a:lnTo>
                  <a:lnTo>
                    <a:pt x="5968166" y="1353199"/>
                  </a:lnTo>
                  <a:lnTo>
                    <a:pt x="5915185" y="1339636"/>
                  </a:lnTo>
                  <a:lnTo>
                    <a:pt x="5862446" y="1327206"/>
                  </a:lnTo>
                  <a:lnTo>
                    <a:pt x="5809475" y="1315911"/>
                  </a:lnTo>
                  <a:lnTo>
                    <a:pt x="5784835" y="1311084"/>
                  </a:lnTo>
                  <a:lnTo>
                    <a:pt x="5735139" y="1302201"/>
                  </a:lnTo>
                  <a:lnTo>
                    <a:pt x="5683723" y="1294224"/>
                  </a:lnTo>
                  <a:lnTo>
                    <a:pt x="5629761" y="1287104"/>
                  </a:lnTo>
                  <a:lnTo>
                    <a:pt x="5572330" y="1280760"/>
                  </a:lnTo>
                  <a:lnTo>
                    <a:pt x="5510493" y="1275104"/>
                  </a:lnTo>
                  <a:lnTo>
                    <a:pt x="5443383" y="1270049"/>
                  </a:lnTo>
                  <a:lnTo>
                    <a:pt x="5370305" y="1265520"/>
                  </a:lnTo>
                  <a:lnTo>
                    <a:pt x="5290882" y="1261457"/>
                  </a:lnTo>
                  <a:lnTo>
                    <a:pt x="5205237" y="1257816"/>
                  </a:lnTo>
                  <a:lnTo>
                    <a:pt x="5114214" y="1254573"/>
                  </a:lnTo>
                  <a:lnTo>
                    <a:pt x="5019591" y="1251716"/>
                  </a:lnTo>
                  <a:lnTo>
                    <a:pt x="4924203" y="1249250"/>
                  </a:lnTo>
                  <a:lnTo>
                    <a:pt x="4831873" y="1247183"/>
                  </a:lnTo>
                  <a:lnTo>
                    <a:pt x="4747051" y="1245522"/>
                  </a:lnTo>
                  <a:lnTo>
                    <a:pt x="4674126" y="1244263"/>
                  </a:lnTo>
                  <a:lnTo>
                    <a:pt x="4616534" y="1243378"/>
                  </a:lnTo>
                  <a:lnTo>
                    <a:pt x="4575933" y="1242821"/>
                  </a:lnTo>
                  <a:lnTo>
                    <a:pt x="4551703" y="1242521"/>
                  </a:lnTo>
                  <a:lnTo>
                    <a:pt x="4540904" y="1242401"/>
                  </a:lnTo>
                  <a:lnTo>
                    <a:pt x="4538560" y="1242377"/>
                  </a:lnTo>
                  <a:lnTo>
                    <a:pt x="4538543" y="1242377"/>
                  </a:lnTo>
                  <a:lnTo>
                    <a:pt x="4016409" y="1242377"/>
                  </a:lnTo>
                  <a:lnTo>
                    <a:pt x="4015165" y="1242340"/>
                  </a:lnTo>
                  <a:lnTo>
                    <a:pt x="4007024" y="1242073"/>
                  </a:lnTo>
                  <a:lnTo>
                    <a:pt x="3986659" y="1241335"/>
                  </a:lnTo>
                  <a:lnTo>
                    <a:pt x="3950646" y="1239885"/>
                  </a:lnTo>
                  <a:lnTo>
                    <a:pt x="3897778" y="1237511"/>
                  </a:lnTo>
                  <a:lnTo>
                    <a:pt x="3829123" y="1234051"/>
                  </a:lnTo>
                  <a:lnTo>
                    <a:pt x="3747657" y="1229411"/>
                  </a:lnTo>
                  <a:lnTo>
                    <a:pt x="3657523" y="1223561"/>
                  </a:lnTo>
                  <a:lnTo>
                    <a:pt x="3563155" y="1216514"/>
                  </a:lnTo>
                  <a:lnTo>
                    <a:pt x="3468538" y="1208298"/>
                  </a:lnTo>
                  <a:lnTo>
                    <a:pt x="3376760" y="1198930"/>
                  </a:lnTo>
                  <a:lnTo>
                    <a:pt x="3289868" y="1188394"/>
                  </a:lnTo>
                  <a:lnTo>
                    <a:pt x="3208954" y="1176629"/>
                  </a:lnTo>
                  <a:lnTo>
                    <a:pt x="3134333" y="1163523"/>
                  </a:lnTo>
                  <a:lnTo>
                    <a:pt x="3065771" y="1148913"/>
                  </a:lnTo>
                  <a:lnTo>
                    <a:pt x="3002669" y="1132591"/>
                  </a:lnTo>
                  <a:lnTo>
                    <a:pt x="2944216" y="1114311"/>
                  </a:lnTo>
                  <a:lnTo>
                    <a:pt x="2889506" y="1093808"/>
                  </a:lnTo>
                  <a:lnTo>
                    <a:pt x="2837620" y="1070828"/>
                  </a:lnTo>
                  <a:lnTo>
                    <a:pt x="2787704" y="1045185"/>
                  </a:lnTo>
                  <a:lnTo>
                    <a:pt x="2770117" y="1035314"/>
                  </a:lnTo>
                  <a:lnTo>
                    <a:pt x="2722442" y="1006424"/>
                  </a:lnTo>
                  <a:lnTo>
                    <a:pt x="2675232" y="974836"/>
                  </a:lnTo>
                  <a:lnTo>
                    <a:pt x="2628065" y="940505"/>
                  </a:lnTo>
                  <a:lnTo>
                    <a:pt x="2580637" y="903460"/>
                  </a:lnTo>
                  <a:lnTo>
                    <a:pt x="2532753" y="863814"/>
                  </a:lnTo>
                  <a:lnTo>
                    <a:pt x="2484311" y="821772"/>
                  </a:lnTo>
                  <a:lnTo>
                    <a:pt x="2435292" y="777631"/>
                  </a:lnTo>
                  <a:lnTo>
                    <a:pt x="2385752" y="731774"/>
                  </a:lnTo>
                  <a:lnTo>
                    <a:pt x="2335806" y="684661"/>
                  </a:lnTo>
                  <a:lnTo>
                    <a:pt x="2285613" y="636812"/>
                  </a:lnTo>
                  <a:lnTo>
                    <a:pt x="2235357" y="588779"/>
                  </a:lnTo>
                  <a:lnTo>
                    <a:pt x="2185229" y="541126"/>
                  </a:lnTo>
                  <a:lnTo>
                    <a:pt x="2135409" y="494396"/>
                  </a:lnTo>
                  <a:lnTo>
                    <a:pt x="2086041" y="449090"/>
                  </a:lnTo>
                  <a:lnTo>
                    <a:pt x="2037221" y="405643"/>
                  </a:lnTo>
                  <a:lnTo>
                    <a:pt x="1988980" y="364410"/>
                  </a:lnTo>
                  <a:lnTo>
                    <a:pt x="1941272" y="325656"/>
                  </a:lnTo>
                  <a:lnTo>
                    <a:pt x="1893963" y="289552"/>
                  </a:lnTo>
                  <a:lnTo>
                    <a:pt x="1846821" y="256181"/>
                  </a:lnTo>
                  <a:lnTo>
                    <a:pt x="1799504" y="225546"/>
                  </a:lnTo>
                  <a:lnTo>
                    <a:pt x="1768425" y="207062"/>
                  </a:lnTo>
                  <a:lnTo>
                    <a:pt x="1719033" y="180445"/>
                  </a:lnTo>
                  <a:lnTo>
                    <a:pt x="1667947" y="156524"/>
                  </a:lnTo>
                  <a:lnTo>
                    <a:pt x="1614355" y="135158"/>
                  </a:lnTo>
                  <a:lnTo>
                    <a:pt x="1557353" y="116111"/>
                  </a:lnTo>
                  <a:lnTo>
                    <a:pt x="1496021" y="99116"/>
                  </a:lnTo>
                  <a:lnTo>
                    <a:pt x="1429502" y="83917"/>
                  </a:lnTo>
                  <a:lnTo>
                    <a:pt x="1357107" y="70292"/>
                  </a:lnTo>
                  <a:lnTo>
                    <a:pt x="1278450" y="58061"/>
                  </a:lnTo>
                  <a:lnTo>
                    <a:pt x="1193624" y="47093"/>
                  </a:lnTo>
                  <a:lnTo>
                    <a:pt x="1103418" y="37310"/>
                  </a:lnTo>
                  <a:lnTo>
                    <a:pt x="1009519" y="28680"/>
                  </a:lnTo>
                  <a:lnTo>
                    <a:pt x="914644" y="21210"/>
                  </a:lnTo>
                  <a:lnTo>
                    <a:pt x="822490" y="14928"/>
                  </a:lnTo>
                  <a:lnTo>
                    <a:pt x="737400" y="9854"/>
                  </a:lnTo>
                  <a:lnTo>
                    <a:pt x="663723" y="5977"/>
                  </a:lnTo>
                  <a:lnTo>
                    <a:pt x="604950" y="3228"/>
                  </a:lnTo>
                  <a:lnTo>
                    <a:pt x="562903" y="1468"/>
                  </a:lnTo>
                  <a:lnTo>
                    <a:pt x="537202" y="502"/>
                  </a:lnTo>
                  <a:lnTo>
                    <a:pt x="525192" y="94"/>
                  </a:lnTo>
                  <a:lnTo>
                    <a:pt x="522193" y="1"/>
                  </a:lnTo>
                  <a:lnTo>
                    <a:pt x="522133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78" name="pg278"/>
            <p:cNvSpPr/>
            <p:nvPr/>
          </p:nvSpPr>
          <p:spPr>
            <a:xfrm>
              <a:off x="386606" y="1688143"/>
              <a:ext cx="8554953" cy="2416989"/>
            </a:xfrm>
            <a:custGeom>
              <a:avLst/>
              <a:pathLst>
                <a:path w="8554953" h="2416989">
                  <a:moveTo>
                    <a:pt x="0" y="16941"/>
                  </a:moveTo>
                  <a:lnTo>
                    <a:pt x="522133" y="16941"/>
                  </a:lnTo>
                  <a:lnTo>
                    <a:pt x="523377" y="16979"/>
                  </a:lnTo>
                  <a:lnTo>
                    <a:pt x="531515" y="17248"/>
                  </a:lnTo>
                  <a:lnTo>
                    <a:pt x="551873" y="17992"/>
                  </a:lnTo>
                  <a:lnTo>
                    <a:pt x="587874" y="19454"/>
                  </a:lnTo>
                  <a:lnTo>
                    <a:pt x="640726" y="21850"/>
                  </a:lnTo>
                  <a:lnTo>
                    <a:pt x="709364" y="25340"/>
                  </a:lnTo>
                  <a:lnTo>
                    <a:pt x="790811" y="30021"/>
                  </a:lnTo>
                  <a:lnTo>
                    <a:pt x="880928" y="35922"/>
                  </a:lnTo>
                  <a:lnTo>
                    <a:pt x="975282" y="43031"/>
                  </a:lnTo>
                  <a:lnTo>
                    <a:pt x="1069889" y="51319"/>
                  </a:lnTo>
                  <a:lnTo>
                    <a:pt x="1161662" y="60769"/>
                  </a:lnTo>
                  <a:lnTo>
                    <a:pt x="1248550" y="71398"/>
                  </a:lnTo>
                  <a:lnTo>
                    <a:pt x="1329465" y="83267"/>
                  </a:lnTo>
                  <a:lnTo>
                    <a:pt x="1404086" y="96488"/>
                  </a:lnTo>
                  <a:lnTo>
                    <a:pt x="1472650" y="111226"/>
                  </a:lnTo>
                  <a:lnTo>
                    <a:pt x="1535755" y="127691"/>
                  </a:lnTo>
                  <a:lnTo>
                    <a:pt x="1594208" y="146130"/>
                  </a:lnTo>
                  <a:lnTo>
                    <a:pt x="1648919" y="166812"/>
                  </a:lnTo>
                  <a:lnTo>
                    <a:pt x="1700804" y="189993"/>
                  </a:lnTo>
                  <a:lnTo>
                    <a:pt x="1750718" y="215859"/>
                  </a:lnTo>
                  <a:lnTo>
                    <a:pt x="1768425" y="225886"/>
                  </a:lnTo>
                  <a:lnTo>
                    <a:pt x="1816013" y="254983"/>
                  </a:lnTo>
                  <a:lnTo>
                    <a:pt x="1863136" y="286791"/>
                  </a:lnTo>
                  <a:lnTo>
                    <a:pt x="1910216" y="321358"/>
                  </a:lnTo>
                  <a:lnTo>
                    <a:pt x="1957553" y="358653"/>
                  </a:lnTo>
                  <a:lnTo>
                    <a:pt x="2005344" y="398565"/>
                  </a:lnTo>
                  <a:lnTo>
                    <a:pt x="2053692" y="440887"/>
                  </a:lnTo>
                  <a:lnTo>
                    <a:pt x="2102613" y="485325"/>
                  </a:lnTo>
                  <a:lnTo>
                    <a:pt x="2152055" y="531493"/>
                  </a:lnTo>
                  <a:lnTo>
                    <a:pt x="2201904" y="578930"/>
                  </a:lnTo>
                  <a:lnTo>
                    <a:pt x="2252002" y="627117"/>
                  </a:lnTo>
                  <a:lnTo>
                    <a:pt x="2302166" y="675499"/>
                  </a:lnTo>
                  <a:lnTo>
                    <a:pt x="2352205" y="723511"/>
                  </a:lnTo>
                  <a:lnTo>
                    <a:pt x="2401943" y="770606"/>
                  </a:lnTo>
                  <a:lnTo>
                    <a:pt x="2451232" y="816280"/>
                  </a:lnTo>
                  <a:lnTo>
                    <a:pt x="2499977" y="860096"/>
                  </a:lnTo>
                  <a:lnTo>
                    <a:pt x="2548145" y="901695"/>
                  </a:lnTo>
                  <a:lnTo>
                    <a:pt x="2595780" y="940809"/>
                  </a:lnTo>
                  <a:lnTo>
                    <a:pt x="2643012" y="977262"/>
                  </a:lnTo>
                  <a:lnTo>
                    <a:pt x="2690067" y="1010968"/>
                  </a:lnTo>
                  <a:lnTo>
                    <a:pt x="2737284" y="1041924"/>
                  </a:lnTo>
                  <a:lnTo>
                    <a:pt x="2770117" y="1061668"/>
                  </a:lnTo>
                  <a:lnTo>
                    <a:pt x="2819503" y="1088524"/>
                  </a:lnTo>
                  <a:lnTo>
                    <a:pt x="2870582" y="1112660"/>
                  </a:lnTo>
                  <a:lnTo>
                    <a:pt x="2924167" y="1134218"/>
                  </a:lnTo>
                  <a:lnTo>
                    <a:pt x="2981160" y="1153437"/>
                  </a:lnTo>
                  <a:lnTo>
                    <a:pt x="3042482" y="1170586"/>
                  </a:lnTo>
                  <a:lnTo>
                    <a:pt x="3108989" y="1185922"/>
                  </a:lnTo>
                  <a:lnTo>
                    <a:pt x="3181370" y="1199670"/>
                  </a:lnTo>
                  <a:lnTo>
                    <a:pt x="3260012" y="1212012"/>
                  </a:lnTo>
                  <a:lnTo>
                    <a:pt x="3344821" y="1223079"/>
                  </a:lnTo>
                  <a:lnTo>
                    <a:pt x="3435011" y="1232952"/>
                  </a:lnTo>
                  <a:lnTo>
                    <a:pt x="3528895" y="1241661"/>
                  </a:lnTo>
                  <a:lnTo>
                    <a:pt x="3623760" y="1249199"/>
                  </a:lnTo>
                  <a:lnTo>
                    <a:pt x="3715910" y="1255540"/>
                  </a:lnTo>
                  <a:lnTo>
                    <a:pt x="3801004" y="1260661"/>
                  </a:lnTo>
                  <a:lnTo>
                    <a:pt x="3874697" y="1264575"/>
                  </a:lnTo>
                  <a:lnTo>
                    <a:pt x="3933493" y="1267351"/>
                  </a:lnTo>
                  <a:lnTo>
                    <a:pt x="3975570" y="1269128"/>
                  </a:lnTo>
                  <a:lnTo>
                    <a:pt x="4001300" y="1270105"/>
                  </a:lnTo>
                  <a:lnTo>
                    <a:pt x="4013334" y="1270517"/>
                  </a:lnTo>
                  <a:lnTo>
                    <a:pt x="4016409" y="1270613"/>
                  </a:lnTo>
                  <a:lnTo>
                    <a:pt x="4538543" y="1270613"/>
                  </a:lnTo>
                  <a:lnTo>
                    <a:pt x="4539791" y="1270648"/>
                  </a:lnTo>
                  <a:lnTo>
                    <a:pt x="4547955" y="1270895"/>
                  </a:lnTo>
                  <a:lnTo>
                    <a:pt x="4568377" y="1271578"/>
                  </a:lnTo>
                  <a:lnTo>
                    <a:pt x="4604483" y="1272919"/>
                  </a:lnTo>
                  <a:lnTo>
                    <a:pt x="4657479" y="1275117"/>
                  </a:lnTo>
                  <a:lnTo>
                    <a:pt x="4726284" y="1278319"/>
                  </a:lnTo>
                  <a:lnTo>
                    <a:pt x="4807901" y="1282611"/>
                  </a:lnTo>
                  <a:lnTo>
                    <a:pt x="4898173" y="1288023"/>
                  </a:lnTo>
                  <a:lnTo>
                    <a:pt x="4992653" y="1294541"/>
                  </a:lnTo>
                  <a:lnTo>
                    <a:pt x="5087350" y="1302140"/>
                  </a:lnTo>
                  <a:lnTo>
                    <a:pt x="5179178" y="1310804"/>
                  </a:lnTo>
                  <a:lnTo>
                    <a:pt x="5266092" y="1320548"/>
                  </a:lnTo>
                  <a:lnTo>
                    <a:pt x="5347009" y="1331429"/>
                  </a:lnTo>
                  <a:lnTo>
                    <a:pt x="5421620" y="1343553"/>
                  </a:lnTo>
                  <a:lnTo>
                    <a:pt x="5490166" y="1357068"/>
                  </a:lnTo>
                  <a:lnTo>
                    <a:pt x="5553253" y="1372170"/>
                  </a:lnTo>
                  <a:lnTo>
                    <a:pt x="5611695" y="1389087"/>
                  </a:lnTo>
                  <a:lnTo>
                    <a:pt x="5666402" y="1408063"/>
                  </a:lnTo>
                  <a:lnTo>
                    <a:pt x="5718296" y="1429333"/>
                  </a:lnTo>
                  <a:lnTo>
                    <a:pt x="5768232" y="1453066"/>
                  </a:lnTo>
                  <a:lnTo>
                    <a:pt x="5784835" y="1461676"/>
                  </a:lnTo>
                  <a:lnTo>
                    <a:pt x="5833253" y="1488771"/>
                  </a:lnTo>
                  <a:lnTo>
                    <a:pt x="5881198" y="1518435"/>
                  </a:lnTo>
                  <a:lnTo>
                    <a:pt x="5929110" y="1550710"/>
                  </a:lnTo>
                  <a:lnTo>
                    <a:pt x="5977303" y="1585566"/>
                  </a:lnTo>
                  <a:lnTo>
                    <a:pt x="6025975" y="1622887"/>
                  </a:lnTo>
                  <a:lnTo>
                    <a:pt x="6075228" y="1662470"/>
                  </a:lnTo>
                  <a:lnTo>
                    <a:pt x="6125073" y="1704021"/>
                  </a:lnTo>
                  <a:lnTo>
                    <a:pt x="6175445" y="1747159"/>
                  </a:lnTo>
                  <a:lnTo>
                    <a:pt x="6226218" y="1791433"/>
                  </a:lnTo>
                  <a:lnTo>
                    <a:pt x="6277220" y="1836336"/>
                  </a:lnTo>
                  <a:lnTo>
                    <a:pt x="6328255" y="1881328"/>
                  </a:lnTo>
                  <a:lnTo>
                    <a:pt x="6379124" y="1925869"/>
                  </a:lnTo>
                  <a:lnTo>
                    <a:pt x="6429646" y="1969437"/>
                  </a:lnTo>
                  <a:lnTo>
                    <a:pt x="6479676" y="2011560"/>
                  </a:lnTo>
                  <a:lnTo>
                    <a:pt x="6529128" y="2051832"/>
                  </a:lnTo>
                  <a:lnTo>
                    <a:pt x="6577986" y="2089930"/>
                  </a:lnTo>
                  <a:lnTo>
                    <a:pt x="6626321" y="2125620"/>
                  </a:lnTo>
                  <a:lnTo>
                    <a:pt x="6674297" y="2158758"/>
                  </a:lnTo>
                  <a:lnTo>
                    <a:pt x="6722189" y="2189286"/>
                  </a:lnTo>
                  <a:lnTo>
                    <a:pt x="6770393" y="2217224"/>
                  </a:lnTo>
                  <a:lnTo>
                    <a:pt x="6786527" y="2225926"/>
                  </a:lnTo>
                  <a:lnTo>
                    <a:pt x="6835969" y="2250510"/>
                  </a:lnTo>
                  <a:lnTo>
                    <a:pt x="6887110" y="2272601"/>
                  </a:lnTo>
                  <a:lnTo>
                    <a:pt x="6940762" y="2292330"/>
                  </a:lnTo>
                  <a:lnTo>
                    <a:pt x="6997835" y="2309916"/>
                  </a:lnTo>
                  <a:lnTo>
                    <a:pt x="7059250" y="2325606"/>
                  </a:lnTo>
                  <a:lnTo>
                    <a:pt x="7125866" y="2339635"/>
                  </a:lnTo>
                  <a:lnTo>
                    <a:pt x="7198373" y="2352211"/>
                  </a:lnTo>
                  <a:lnTo>
                    <a:pt x="7277157" y="2363499"/>
                  </a:lnTo>
                  <a:lnTo>
                    <a:pt x="7362118" y="2373620"/>
                  </a:lnTo>
                  <a:lnTo>
                    <a:pt x="7452458" y="2382646"/>
                  </a:lnTo>
                  <a:lnTo>
                    <a:pt x="7546478" y="2390606"/>
                  </a:lnTo>
                  <a:lnTo>
                    <a:pt x="7641439" y="2397493"/>
                  </a:lnTo>
                  <a:lnTo>
                    <a:pt x="7733624" y="2403282"/>
                  </a:lnTo>
                  <a:lnTo>
                    <a:pt x="7818672" y="2407954"/>
                  </a:lnTo>
                  <a:lnTo>
                    <a:pt x="7892228" y="2411519"/>
                  </a:lnTo>
                  <a:lnTo>
                    <a:pt x="7950809" y="2414043"/>
                  </a:lnTo>
                  <a:lnTo>
                    <a:pt x="7992619" y="2415654"/>
                  </a:lnTo>
                  <a:lnTo>
                    <a:pt x="8018076" y="2416536"/>
                  </a:lnTo>
                  <a:lnTo>
                    <a:pt x="8029883" y="2416905"/>
                  </a:lnTo>
                  <a:lnTo>
                    <a:pt x="8032819" y="2416989"/>
                  </a:lnTo>
                  <a:lnTo>
                    <a:pt x="8554953" y="2416989"/>
                  </a:lnTo>
                  <a:lnTo>
                    <a:pt x="8554953" y="2400047"/>
                  </a:lnTo>
                  <a:lnTo>
                    <a:pt x="8032819" y="2400047"/>
                  </a:lnTo>
                  <a:lnTo>
                    <a:pt x="8031571" y="2400013"/>
                  </a:lnTo>
                  <a:lnTo>
                    <a:pt x="8023407" y="2399766"/>
                  </a:lnTo>
                  <a:lnTo>
                    <a:pt x="8002985" y="2399083"/>
                  </a:lnTo>
                  <a:lnTo>
                    <a:pt x="7966878" y="2397741"/>
                  </a:lnTo>
                  <a:lnTo>
                    <a:pt x="7913882" y="2395544"/>
                  </a:lnTo>
                  <a:lnTo>
                    <a:pt x="7845078" y="2392342"/>
                  </a:lnTo>
                  <a:lnTo>
                    <a:pt x="7763460" y="2388049"/>
                  </a:lnTo>
                  <a:lnTo>
                    <a:pt x="7673189" y="2382637"/>
                  </a:lnTo>
                  <a:lnTo>
                    <a:pt x="7578709" y="2376119"/>
                  </a:lnTo>
                  <a:lnTo>
                    <a:pt x="7484012" y="2368520"/>
                  </a:lnTo>
                  <a:lnTo>
                    <a:pt x="7392184" y="2359857"/>
                  </a:lnTo>
                  <a:lnTo>
                    <a:pt x="7305270" y="2350112"/>
                  </a:lnTo>
                  <a:lnTo>
                    <a:pt x="7224353" y="2339231"/>
                  </a:lnTo>
                  <a:lnTo>
                    <a:pt x="7149742" y="2327108"/>
                  </a:lnTo>
                  <a:lnTo>
                    <a:pt x="7081196" y="2313592"/>
                  </a:lnTo>
                  <a:lnTo>
                    <a:pt x="7018109" y="2298490"/>
                  </a:lnTo>
                  <a:lnTo>
                    <a:pt x="6959667" y="2281574"/>
                  </a:lnTo>
                  <a:lnTo>
                    <a:pt x="6904960" y="2262597"/>
                  </a:lnTo>
                  <a:lnTo>
                    <a:pt x="6853066" y="2241328"/>
                  </a:lnTo>
                  <a:lnTo>
                    <a:pt x="6803130" y="2217594"/>
                  </a:lnTo>
                  <a:lnTo>
                    <a:pt x="6786527" y="2208985"/>
                  </a:lnTo>
                  <a:lnTo>
                    <a:pt x="6738109" y="2181889"/>
                  </a:lnTo>
                  <a:lnTo>
                    <a:pt x="6690164" y="2152225"/>
                  </a:lnTo>
                  <a:lnTo>
                    <a:pt x="6642252" y="2119950"/>
                  </a:lnTo>
                  <a:lnTo>
                    <a:pt x="6594059" y="2085094"/>
                  </a:lnTo>
                  <a:lnTo>
                    <a:pt x="6545387" y="2047773"/>
                  </a:lnTo>
                  <a:lnTo>
                    <a:pt x="6496134" y="2008190"/>
                  </a:lnTo>
                  <a:lnTo>
                    <a:pt x="6446289" y="1966639"/>
                  </a:lnTo>
                  <a:lnTo>
                    <a:pt x="6395917" y="1923501"/>
                  </a:lnTo>
                  <a:lnTo>
                    <a:pt x="6345144" y="1879227"/>
                  </a:lnTo>
                  <a:lnTo>
                    <a:pt x="6294142" y="1834325"/>
                  </a:lnTo>
                  <a:lnTo>
                    <a:pt x="6243107" y="1789332"/>
                  </a:lnTo>
                  <a:lnTo>
                    <a:pt x="6192238" y="1744791"/>
                  </a:lnTo>
                  <a:lnTo>
                    <a:pt x="6141716" y="1701223"/>
                  </a:lnTo>
                  <a:lnTo>
                    <a:pt x="6091686" y="1659100"/>
                  </a:lnTo>
                  <a:lnTo>
                    <a:pt x="6042234" y="1618828"/>
                  </a:lnTo>
                  <a:lnTo>
                    <a:pt x="5993376" y="1580730"/>
                  </a:lnTo>
                  <a:lnTo>
                    <a:pt x="5945041" y="1545040"/>
                  </a:lnTo>
                  <a:lnTo>
                    <a:pt x="5897065" y="1511902"/>
                  </a:lnTo>
                  <a:lnTo>
                    <a:pt x="5849173" y="1481374"/>
                  </a:lnTo>
                  <a:lnTo>
                    <a:pt x="5800969" y="1453436"/>
                  </a:lnTo>
                  <a:lnTo>
                    <a:pt x="5784835" y="1444734"/>
                  </a:lnTo>
                  <a:lnTo>
                    <a:pt x="5735393" y="1420150"/>
                  </a:lnTo>
                  <a:lnTo>
                    <a:pt x="5684252" y="1398059"/>
                  </a:lnTo>
                  <a:lnTo>
                    <a:pt x="5630600" y="1378331"/>
                  </a:lnTo>
                  <a:lnTo>
                    <a:pt x="5573527" y="1360744"/>
                  </a:lnTo>
                  <a:lnTo>
                    <a:pt x="5512112" y="1345054"/>
                  </a:lnTo>
                  <a:lnTo>
                    <a:pt x="5445496" y="1331025"/>
                  </a:lnTo>
                  <a:lnTo>
                    <a:pt x="5372988" y="1318449"/>
                  </a:lnTo>
                  <a:lnTo>
                    <a:pt x="5294205" y="1307161"/>
                  </a:lnTo>
                  <a:lnTo>
                    <a:pt x="5209244" y="1297040"/>
                  </a:lnTo>
                  <a:lnTo>
                    <a:pt x="5118904" y="1288014"/>
                  </a:lnTo>
                  <a:lnTo>
                    <a:pt x="5024884" y="1280054"/>
                  </a:lnTo>
                  <a:lnTo>
                    <a:pt x="4929923" y="1273167"/>
                  </a:lnTo>
                  <a:lnTo>
                    <a:pt x="4837738" y="1267378"/>
                  </a:lnTo>
                  <a:lnTo>
                    <a:pt x="4752690" y="1262707"/>
                  </a:lnTo>
                  <a:lnTo>
                    <a:pt x="4679134" y="1259142"/>
                  </a:lnTo>
                  <a:lnTo>
                    <a:pt x="4620553" y="1256618"/>
                  </a:lnTo>
                  <a:lnTo>
                    <a:pt x="4578743" y="1255006"/>
                  </a:lnTo>
                  <a:lnTo>
                    <a:pt x="4553286" y="1254124"/>
                  </a:lnTo>
                  <a:lnTo>
                    <a:pt x="4541479" y="1253755"/>
                  </a:lnTo>
                  <a:lnTo>
                    <a:pt x="4538543" y="1253671"/>
                  </a:lnTo>
                  <a:lnTo>
                    <a:pt x="4016409" y="1253671"/>
                  </a:lnTo>
                  <a:lnTo>
                    <a:pt x="4015165" y="1253634"/>
                  </a:lnTo>
                  <a:lnTo>
                    <a:pt x="4007027" y="1253365"/>
                  </a:lnTo>
                  <a:lnTo>
                    <a:pt x="3986669" y="1252620"/>
                  </a:lnTo>
                  <a:lnTo>
                    <a:pt x="3950668" y="1251158"/>
                  </a:lnTo>
                  <a:lnTo>
                    <a:pt x="3897816" y="1248763"/>
                  </a:lnTo>
                  <a:lnTo>
                    <a:pt x="3829179" y="1245272"/>
                  </a:lnTo>
                  <a:lnTo>
                    <a:pt x="3747731" y="1240592"/>
                  </a:lnTo>
                  <a:lnTo>
                    <a:pt x="3657614" y="1234690"/>
                  </a:lnTo>
                  <a:lnTo>
                    <a:pt x="3563260" y="1227581"/>
                  </a:lnTo>
                  <a:lnTo>
                    <a:pt x="3468653" y="1219293"/>
                  </a:lnTo>
                  <a:lnTo>
                    <a:pt x="3376880" y="1209843"/>
                  </a:lnTo>
                  <a:lnTo>
                    <a:pt x="3289992" y="1199215"/>
                  </a:lnTo>
                  <a:lnTo>
                    <a:pt x="3209078" y="1187346"/>
                  </a:lnTo>
                  <a:lnTo>
                    <a:pt x="3134456" y="1174124"/>
                  </a:lnTo>
                  <a:lnTo>
                    <a:pt x="3065892" y="1159387"/>
                  </a:lnTo>
                  <a:lnTo>
                    <a:pt x="3002788" y="1142922"/>
                  </a:lnTo>
                  <a:lnTo>
                    <a:pt x="2944334" y="1124482"/>
                  </a:lnTo>
                  <a:lnTo>
                    <a:pt x="2889624" y="1103800"/>
                  </a:lnTo>
                  <a:lnTo>
                    <a:pt x="2837738" y="1080620"/>
                  </a:lnTo>
                  <a:lnTo>
                    <a:pt x="2787824" y="1054754"/>
                  </a:lnTo>
                  <a:lnTo>
                    <a:pt x="2770117" y="1044726"/>
                  </a:lnTo>
                  <a:lnTo>
                    <a:pt x="2722529" y="1015629"/>
                  </a:lnTo>
                  <a:lnTo>
                    <a:pt x="2675406" y="983821"/>
                  </a:lnTo>
                  <a:lnTo>
                    <a:pt x="2628327" y="949255"/>
                  </a:lnTo>
                  <a:lnTo>
                    <a:pt x="2580989" y="911959"/>
                  </a:lnTo>
                  <a:lnTo>
                    <a:pt x="2533198" y="872048"/>
                  </a:lnTo>
                  <a:lnTo>
                    <a:pt x="2484851" y="829725"/>
                  </a:lnTo>
                  <a:lnTo>
                    <a:pt x="2435929" y="785288"/>
                  </a:lnTo>
                  <a:lnTo>
                    <a:pt x="2386487" y="739120"/>
                  </a:lnTo>
                  <a:lnTo>
                    <a:pt x="2336638" y="691683"/>
                  </a:lnTo>
                  <a:lnTo>
                    <a:pt x="2286540" y="643496"/>
                  </a:lnTo>
                  <a:lnTo>
                    <a:pt x="2236376" y="595114"/>
                  </a:lnTo>
                  <a:lnTo>
                    <a:pt x="2186337" y="547102"/>
                  </a:lnTo>
                  <a:lnTo>
                    <a:pt x="2136600" y="500007"/>
                  </a:lnTo>
                  <a:lnTo>
                    <a:pt x="2087310" y="454332"/>
                  </a:lnTo>
                  <a:lnTo>
                    <a:pt x="2038565" y="410516"/>
                  </a:lnTo>
                  <a:lnTo>
                    <a:pt x="1990397" y="368917"/>
                  </a:lnTo>
                  <a:lnTo>
                    <a:pt x="1942762" y="329803"/>
                  </a:lnTo>
                  <a:lnTo>
                    <a:pt x="1895531" y="293350"/>
                  </a:lnTo>
                  <a:lnTo>
                    <a:pt x="1848475" y="259644"/>
                  </a:lnTo>
                  <a:lnTo>
                    <a:pt x="1801258" y="228689"/>
                  </a:lnTo>
                  <a:lnTo>
                    <a:pt x="1768425" y="208945"/>
                  </a:lnTo>
                  <a:lnTo>
                    <a:pt x="1719040" y="182089"/>
                  </a:lnTo>
                  <a:lnTo>
                    <a:pt x="1667960" y="157953"/>
                  </a:lnTo>
                  <a:lnTo>
                    <a:pt x="1614376" y="136395"/>
                  </a:lnTo>
                  <a:lnTo>
                    <a:pt x="1557382" y="117175"/>
                  </a:lnTo>
                  <a:lnTo>
                    <a:pt x="1496060" y="100027"/>
                  </a:lnTo>
                  <a:lnTo>
                    <a:pt x="1429553" y="84691"/>
                  </a:lnTo>
                  <a:lnTo>
                    <a:pt x="1357172" y="70942"/>
                  </a:lnTo>
                  <a:lnTo>
                    <a:pt x="1278530" y="58600"/>
                  </a:lnTo>
                  <a:lnTo>
                    <a:pt x="1193721" y="47533"/>
                  </a:lnTo>
                  <a:lnTo>
                    <a:pt x="1103532" y="37661"/>
                  </a:lnTo>
                  <a:lnTo>
                    <a:pt x="1009647" y="28952"/>
                  </a:lnTo>
                  <a:lnTo>
                    <a:pt x="914782" y="21413"/>
                  </a:lnTo>
                  <a:lnTo>
                    <a:pt x="822632" y="15072"/>
                  </a:lnTo>
                  <a:lnTo>
                    <a:pt x="737538" y="9951"/>
                  </a:lnTo>
                  <a:lnTo>
                    <a:pt x="663845" y="6037"/>
                  </a:lnTo>
                  <a:lnTo>
                    <a:pt x="605049" y="3262"/>
                  </a:lnTo>
                  <a:lnTo>
                    <a:pt x="562973" y="1485"/>
                  </a:lnTo>
                  <a:lnTo>
                    <a:pt x="537242" y="508"/>
                  </a:lnTo>
                  <a:lnTo>
                    <a:pt x="525208" y="95"/>
                  </a:lnTo>
                  <a:lnTo>
                    <a:pt x="5221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279" name="pl279"/>
            <p:cNvSpPr/>
            <p:nvPr/>
          </p:nvSpPr>
          <p:spPr>
            <a:xfrm>
              <a:off x="386606" y="1705085"/>
              <a:ext cx="8554953" cy="2400047"/>
            </a:xfrm>
            <a:custGeom>
              <a:avLst/>
              <a:pathLst>
                <a:path w="8554953" h="2400047">
                  <a:moveTo>
                    <a:pt x="0" y="0"/>
                  </a:moveTo>
                  <a:lnTo>
                    <a:pt x="522133" y="0"/>
                  </a:lnTo>
                  <a:lnTo>
                    <a:pt x="523377" y="37"/>
                  </a:lnTo>
                  <a:lnTo>
                    <a:pt x="531515" y="306"/>
                  </a:lnTo>
                  <a:lnTo>
                    <a:pt x="551873" y="1051"/>
                  </a:lnTo>
                  <a:lnTo>
                    <a:pt x="587874" y="2513"/>
                  </a:lnTo>
                  <a:lnTo>
                    <a:pt x="640726" y="4908"/>
                  </a:lnTo>
                  <a:lnTo>
                    <a:pt x="709364" y="8399"/>
                  </a:lnTo>
                  <a:lnTo>
                    <a:pt x="790811" y="13079"/>
                  </a:lnTo>
                  <a:lnTo>
                    <a:pt x="880928" y="18981"/>
                  </a:lnTo>
                  <a:lnTo>
                    <a:pt x="975282" y="26090"/>
                  </a:lnTo>
                  <a:lnTo>
                    <a:pt x="1069889" y="34378"/>
                  </a:lnTo>
                  <a:lnTo>
                    <a:pt x="1161662" y="43828"/>
                  </a:lnTo>
                  <a:lnTo>
                    <a:pt x="1248550" y="54456"/>
                  </a:lnTo>
                  <a:lnTo>
                    <a:pt x="1329465" y="66325"/>
                  </a:lnTo>
                  <a:lnTo>
                    <a:pt x="1404086" y="79547"/>
                  </a:lnTo>
                  <a:lnTo>
                    <a:pt x="1472650" y="94284"/>
                  </a:lnTo>
                  <a:lnTo>
                    <a:pt x="1535755" y="110749"/>
                  </a:lnTo>
                  <a:lnTo>
                    <a:pt x="1594208" y="129189"/>
                  </a:lnTo>
                  <a:lnTo>
                    <a:pt x="1648919" y="149871"/>
                  </a:lnTo>
                  <a:lnTo>
                    <a:pt x="1700804" y="173051"/>
                  </a:lnTo>
                  <a:lnTo>
                    <a:pt x="1750718" y="198917"/>
                  </a:lnTo>
                  <a:lnTo>
                    <a:pt x="1768425" y="208945"/>
                  </a:lnTo>
                  <a:lnTo>
                    <a:pt x="1816013" y="238042"/>
                  </a:lnTo>
                  <a:lnTo>
                    <a:pt x="1863136" y="269850"/>
                  </a:lnTo>
                  <a:lnTo>
                    <a:pt x="1910216" y="304416"/>
                  </a:lnTo>
                  <a:lnTo>
                    <a:pt x="1957553" y="341712"/>
                  </a:lnTo>
                  <a:lnTo>
                    <a:pt x="2005344" y="381623"/>
                  </a:lnTo>
                  <a:lnTo>
                    <a:pt x="2053692" y="423946"/>
                  </a:lnTo>
                  <a:lnTo>
                    <a:pt x="2102613" y="468383"/>
                  </a:lnTo>
                  <a:lnTo>
                    <a:pt x="2152055" y="514551"/>
                  </a:lnTo>
                  <a:lnTo>
                    <a:pt x="2201904" y="561988"/>
                  </a:lnTo>
                  <a:lnTo>
                    <a:pt x="2252002" y="610175"/>
                  </a:lnTo>
                  <a:lnTo>
                    <a:pt x="2302166" y="658557"/>
                  </a:lnTo>
                  <a:lnTo>
                    <a:pt x="2352205" y="706569"/>
                  </a:lnTo>
                  <a:lnTo>
                    <a:pt x="2401943" y="753664"/>
                  </a:lnTo>
                  <a:lnTo>
                    <a:pt x="2451232" y="799339"/>
                  </a:lnTo>
                  <a:lnTo>
                    <a:pt x="2499977" y="843155"/>
                  </a:lnTo>
                  <a:lnTo>
                    <a:pt x="2548145" y="884754"/>
                  </a:lnTo>
                  <a:lnTo>
                    <a:pt x="2595780" y="923868"/>
                  </a:lnTo>
                  <a:lnTo>
                    <a:pt x="2643012" y="960321"/>
                  </a:lnTo>
                  <a:lnTo>
                    <a:pt x="2690067" y="994027"/>
                  </a:lnTo>
                  <a:lnTo>
                    <a:pt x="2737284" y="1024982"/>
                  </a:lnTo>
                  <a:lnTo>
                    <a:pt x="2770117" y="1044726"/>
                  </a:lnTo>
                  <a:lnTo>
                    <a:pt x="2819503" y="1071582"/>
                  </a:lnTo>
                  <a:lnTo>
                    <a:pt x="2870582" y="1095718"/>
                  </a:lnTo>
                  <a:lnTo>
                    <a:pt x="2924167" y="1117276"/>
                  </a:lnTo>
                  <a:lnTo>
                    <a:pt x="2981160" y="1136496"/>
                  </a:lnTo>
                  <a:lnTo>
                    <a:pt x="3042482" y="1153644"/>
                  </a:lnTo>
                  <a:lnTo>
                    <a:pt x="3108989" y="1168980"/>
                  </a:lnTo>
                  <a:lnTo>
                    <a:pt x="3181370" y="1182728"/>
                  </a:lnTo>
                  <a:lnTo>
                    <a:pt x="3260012" y="1195071"/>
                  </a:lnTo>
                  <a:lnTo>
                    <a:pt x="3344821" y="1206138"/>
                  </a:lnTo>
                  <a:lnTo>
                    <a:pt x="3435011" y="1216010"/>
                  </a:lnTo>
                  <a:lnTo>
                    <a:pt x="3528895" y="1224719"/>
                  </a:lnTo>
                  <a:lnTo>
                    <a:pt x="3623760" y="1232258"/>
                  </a:lnTo>
                  <a:lnTo>
                    <a:pt x="3715910" y="1238599"/>
                  </a:lnTo>
                  <a:lnTo>
                    <a:pt x="3801004" y="1243720"/>
                  </a:lnTo>
                  <a:lnTo>
                    <a:pt x="3874697" y="1247633"/>
                  </a:lnTo>
                  <a:lnTo>
                    <a:pt x="3933493" y="1250409"/>
                  </a:lnTo>
                  <a:lnTo>
                    <a:pt x="3975570" y="1252186"/>
                  </a:lnTo>
                  <a:lnTo>
                    <a:pt x="4001300" y="1253163"/>
                  </a:lnTo>
                  <a:lnTo>
                    <a:pt x="4013334" y="1253576"/>
                  </a:lnTo>
                  <a:lnTo>
                    <a:pt x="4016348" y="1253670"/>
                  </a:lnTo>
                  <a:lnTo>
                    <a:pt x="4016409" y="1253671"/>
                  </a:lnTo>
                  <a:lnTo>
                    <a:pt x="4538543" y="1253671"/>
                  </a:lnTo>
                  <a:lnTo>
                    <a:pt x="4539791" y="1253706"/>
                  </a:lnTo>
                  <a:lnTo>
                    <a:pt x="4547955" y="1253953"/>
                  </a:lnTo>
                  <a:lnTo>
                    <a:pt x="4568377" y="1254636"/>
                  </a:lnTo>
                  <a:lnTo>
                    <a:pt x="4604483" y="1255978"/>
                  </a:lnTo>
                  <a:lnTo>
                    <a:pt x="4657479" y="1258175"/>
                  </a:lnTo>
                  <a:lnTo>
                    <a:pt x="4726284" y="1261377"/>
                  </a:lnTo>
                  <a:lnTo>
                    <a:pt x="4807901" y="1265670"/>
                  </a:lnTo>
                  <a:lnTo>
                    <a:pt x="4898173" y="1271082"/>
                  </a:lnTo>
                  <a:lnTo>
                    <a:pt x="4992653" y="1277600"/>
                  </a:lnTo>
                  <a:lnTo>
                    <a:pt x="5087350" y="1285198"/>
                  </a:lnTo>
                  <a:lnTo>
                    <a:pt x="5179178" y="1293862"/>
                  </a:lnTo>
                  <a:lnTo>
                    <a:pt x="5266092" y="1303606"/>
                  </a:lnTo>
                  <a:lnTo>
                    <a:pt x="5347009" y="1314488"/>
                  </a:lnTo>
                  <a:lnTo>
                    <a:pt x="5421620" y="1326611"/>
                  </a:lnTo>
                  <a:lnTo>
                    <a:pt x="5490166" y="1340127"/>
                  </a:lnTo>
                  <a:lnTo>
                    <a:pt x="5553253" y="1355229"/>
                  </a:lnTo>
                  <a:lnTo>
                    <a:pt x="5611695" y="1372145"/>
                  </a:lnTo>
                  <a:lnTo>
                    <a:pt x="5666402" y="1391121"/>
                  </a:lnTo>
                  <a:lnTo>
                    <a:pt x="5718296" y="1412391"/>
                  </a:lnTo>
                  <a:lnTo>
                    <a:pt x="5768232" y="1436125"/>
                  </a:lnTo>
                  <a:lnTo>
                    <a:pt x="5784835" y="1444734"/>
                  </a:lnTo>
                  <a:lnTo>
                    <a:pt x="5833253" y="1471830"/>
                  </a:lnTo>
                  <a:lnTo>
                    <a:pt x="5881198" y="1501494"/>
                  </a:lnTo>
                  <a:lnTo>
                    <a:pt x="5929110" y="1533769"/>
                  </a:lnTo>
                  <a:lnTo>
                    <a:pt x="5977303" y="1568625"/>
                  </a:lnTo>
                  <a:lnTo>
                    <a:pt x="6025975" y="1605946"/>
                  </a:lnTo>
                  <a:lnTo>
                    <a:pt x="6075228" y="1645529"/>
                  </a:lnTo>
                  <a:lnTo>
                    <a:pt x="6125073" y="1687079"/>
                  </a:lnTo>
                  <a:lnTo>
                    <a:pt x="6175445" y="1730218"/>
                  </a:lnTo>
                  <a:lnTo>
                    <a:pt x="6226218" y="1774492"/>
                  </a:lnTo>
                  <a:lnTo>
                    <a:pt x="6277220" y="1819394"/>
                  </a:lnTo>
                  <a:lnTo>
                    <a:pt x="6328255" y="1864387"/>
                  </a:lnTo>
                  <a:lnTo>
                    <a:pt x="6379124" y="1908927"/>
                  </a:lnTo>
                  <a:lnTo>
                    <a:pt x="6429646" y="1952496"/>
                  </a:lnTo>
                  <a:lnTo>
                    <a:pt x="6479676" y="1994618"/>
                  </a:lnTo>
                  <a:lnTo>
                    <a:pt x="6529128" y="2034890"/>
                  </a:lnTo>
                  <a:lnTo>
                    <a:pt x="6577986" y="2072988"/>
                  </a:lnTo>
                  <a:lnTo>
                    <a:pt x="6626321" y="2108678"/>
                  </a:lnTo>
                  <a:lnTo>
                    <a:pt x="6674297" y="2141816"/>
                  </a:lnTo>
                  <a:lnTo>
                    <a:pt x="6722189" y="2172344"/>
                  </a:lnTo>
                  <a:lnTo>
                    <a:pt x="6770393" y="2200282"/>
                  </a:lnTo>
                  <a:lnTo>
                    <a:pt x="6786527" y="2208985"/>
                  </a:lnTo>
                  <a:lnTo>
                    <a:pt x="6835969" y="2233568"/>
                  </a:lnTo>
                  <a:lnTo>
                    <a:pt x="6887110" y="2255659"/>
                  </a:lnTo>
                  <a:lnTo>
                    <a:pt x="6940762" y="2275388"/>
                  </a:lnTo>
                  <a:lnTo>
                    <a:pt x="6997835" y="2292975"/>
                  </a:lnTo>
                  <a:lnTo>
                    <a:pt x="7059250" y="2308664"/>
                  </a:lnTo>
                  <a:lnTo>
                    <a:pt x="7125866" y="2322694"/>
                  </a:lnTo>
                  <a:lnTo>
                    <a:pt x="7198373" y="2335269"/>
                  </a:lnTo>
                  <a:lnTo>
                    <a:pt x="7277157" y="2346558"/>
                  </a:lnTo>
                  <a:lnTo>
                    <a:pt x="7362118" y="2356679"/>
                  </a:lnTo>
                  <a:lnTo>
                    <a:pt x="7452458" y="2365705"/>
                  </a:lnTo>
                  <a:lnTo>
                    <a:pt x="7546478" y="2373664"/>
                  </a:lnTo>
                  <a:lnTo>
                    <a:pt x="7641439" y="2380552"/>
                  </a:lnTo>
                  <a:lnTo>
                    <a:pt x="7733624" y="2386341"/>
                  </a:lnTo>
                  <a:lnTo>
                    <a:pt x="7818672" y="2391012"/>
                  </a:lnTo>
                  <a:lnTo>
                    <a:pt x="7892228" y="2394577"/>
                  </a:lnTo>
                  <a:lnTo>
                    <a:pt x="7950809" y="2397101"/>
                  </a:lnTo>
                  <a:lnTo>
                    <a:pt x="7992619" y="2398713"/>
                  </a:lnTo>
                  <a:lnTo>
                    <a:pt x="8018076" y="2399594"/>
                  </a:lnTo>
                  <a:lnTo>
                    <a:pt x="8029883" y="2399964"/>
                  </a:lnTo>
                  <a:lnTo>
                    <a:pt x="8032769" y="2400046"/>
                  </a:lnTo>
                  <a:lnTo>
                    <a:pt x="8032819" y="2400047"/>
                  </a:lnTo>
                  <a:lnTo>
                    <a:pt x="8554953" y="2400047"/>
                  </a:lnTo>
                  <a:lnTo>
                    <a:pt x="8554953" y="2400047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80" name="pl280"/>
            <p:cNvSpPr/>
            <p:nvPr/>
          </p:nvSpPr>
          <p:spPr>
            <a:xfrm>
              <a:off x="386606" y="1688143"/>
              <a:ext cx="8554953" cy="2400047"/>
            </a:xfrm>
            <a:custGeom>
              <a:avLst/>
              <a:pathLst>
                <a:path w="8554953" h="2400047">
                  <a:moveTo>
                    <a:pt x="8554953" y="2400047"/>
                  </a:moveTo>
                  <a:lnTo>
                    <a:pt x="8032819" y="2400047"/>
                  </a:lnTo>
                  <a:lnTo>
                    <a:pt x="8031571" y="2400013"/>
                  </a:lnTo>
                  <a:lnTo>
                    <a:pt x="8023407" y="2399766"/>
                  </a:lnTo>
                  <a:lnTo>
                    <a:pt x="8002985" y="2399083"/>
                  </a:lnTo>
                  <a:lnTo>
                    <a:pt x="7966878" y="2397741"/>
                  </a:lnTo>
                  <a:lnTo>
                    <a:pt x="7913882" y="2395544"/>
                  </a:lnTo>
                  <a:lnTo>
                    <a:pt x="7845078" y="2392342"/>
                  </a:lnTo>
                  <a:lnTo>
                    <a:pt x="7763460" y="2388049"/>
                  </a:lnTo>
                  <a:lnTo>
                    <a:pt x="7673189" y="2382637"/>
                  </a:lnTo>
                  <a:lnTo>
                    <a:pt x="7578709" y="2376119"/>
                  </a:lnTo>
                  <a:lnTo>
                    <a:pt x="7484012" y="2368520"/>
                  </a:lnTo>
                  <a:lnTo>
                    <a:pt x="7392184" y="2359857"/>
                  </a:lnTo>
                  <a:lnTo>
                    <a:pt x="7305270" y="2350112"/>
                  </a:lnTo>
                  <a:lnTo>
                    <a:pt x="7224353" y="2339231"/>
                  </a:lnTo>
                  <a:lnTo>
                    <a:pt x="7149742" y="2327108"/>
                  </a:lnTo>
                  <a:lnTo>
                    <a:pt x="7081196" y="2313592"/>
                  </a:lnTo>
                  <a:lnTo>
                    <a:pt x="7018109" y="2298490"/>
                  </a:lnTo>
                  <a:lnTo>
                    <a:pt x="6959667" y="2281574"/>
                  </a:lnTo>
                  <a:lnTo>
                    <a:pt x="6904960" y="2262597"/>
                  </a:lnTo>
                  <a:lnTo>
                    <a:pt x="6853066" y="2241328"/>
                  </a:lnTo>
                  <a:lnTo>
                    <a:pt x="6803130" y="2217594"/>
                  </a:lnTo>
                  <a:lnTo>
                    <a:pt x="6786527" y="2208985"/>
                  </a:lnTo>
                  <a:lnTo>
                    <a:pt x="6738109" y="2181889"/>
                  </a:lnTo>
                  <a:lnTo>
                    <a:pt x="6690164" y="2152225"/>
                  </a:lnTo>
                  <a:lnTo>
                    <a:pt x="6642252" y="2119950"/>
                  </a:lnTo>
                  <a:lnTo>
                    <a:pt x="6594059" y="2085094"/>
                  </a:lnTo>
                  <a:lnTo>
                    <a:pt x="6545387" y="2047773"/>
                  </a:lnTo>
                  <a:lnTo>
                    <a:pt x="6496134" y="2008190"/>
                  </a:lnTo>
                  <a:lnTo>
                    <a:pt x="6446289" y="1966639"/>
                  </a:lnTo>
                  <a:lnTo>
                    <a:pt x="6395917" y="1923501"/>
                  </a:lnTo>
                  <a:lnTo>
                    <a:pt x="6345144" y="1879227"/>
                  </a:lnTo>
                  <a:lnTo>
                    <a:pt x="6294142" y="1834325"/>
                  </a:lnTo>
                  <a:lnTo>
                    <a:pt x="6243107" y="1789332"/>
                  </a:lnTo>
                  <a:lnTo>
                    <a:pt x="6192238" y="1744791"/>
                  </a:lnTo>
                  <a:lnTo>
                    <a:pt x="6141716" y="1701223"/>
                  </a:lnTo>
                  <a:lnTo>
                    <a:pt x="6091686" y="1659100"/>
                  </a:lnTo>
                  <a:lnTo>
                    <a:pt x="6042234" y="1618828"/>
                  </a:lnTo>
                  <a:lnTo>
                    <a:pt x="5993376" y="1580730"/>
                  </a:lnTo>
                  <a:lnTo>
                    <a:pt x="5945041" y="1545040"/>
                  </a:lnTo>
                  <a:lnTo>
                    <a:pt x="5897065" y="1511902"/>
                  </a:lnTo>
                  <a:lnTo>
                    <a:pt x="5849173" y="1481374"/>
                  </a:lnTo>
                  <a:lnTo>
                    <a:pt x="5800969" y="1453436"/>
                  </a:lnTo>
                  <a:lnTo>
                    <a:pt x="5784835" y="1444734"/>
                  </a:lnTo>
                  <a:lnTo>
                    <a:pt x="5735393" y="1420150"/>
                  </a:lnTo>
                  <a:lnTo>
                    <a:pt x="5684252" y="1398059"/>
                  </a:lnTo>
                  <a:lnTo>
                    <a:pt x="5630600" y="1378331"/>
                  </a:lnTo>
                  <a:lnTo>
                    <a:pt x="5573527" y="1360744"/>
                  </a:lnTo>
                  <a:lnTo>
                    <a:pt x="5512112" y="1345054"/>
                  </a:lnTo>
                  <a:lnTo>
                    <a:pt x="5445496" y="1331025"/>
                  </a:lnTo>
                  <a:lnTo>
                    <a:pt x="5372988" y="1318449"/>
                  </a:lnTo>
                  <a:lnTo>
                    <a:pt x="5294205" y="1307161"/>
                  </a:lnTo>
                  <a:lnTo>
                    <a:pt x="5209244" y="1297040"/>
                  </a:lnTo>
                  <a:lnTo>
                    <a:pt x="5118904" y="1288014"/>
                  </a:lnTo>
                  <a:lnTo>
                    <a:pt x="5024884" y="1280054"/>
                  </a:lnTo>
                  <a:lnTo>
                    <a:pt x="4929923" y="1273167"/>
                  </a:lnTo>
                  <a:lnTo>
                    <a:pt x="4837738" y="1267378"/>
                  </a:lnTo>
                  <a:lnTo>
                    <a:pt x="4752690" y="1262707"/>
                  </a:lnTo>
                  <a:lnTo>
                    <a:pt x="4679134" y="1259142"/>
                  </a:lnTo>
                  <a:lnTo>
                    <a:pt x="4620553" y="1256618"/>
                  </a:lnTo>
                  <a:lnTo>
                    <a:pt x="4578743" y="1255006"/>
                  </a:lnTo>
                  <a:lnTo>
                    <a:pt x="4553286" y="1254124"/>
                  </a:lnTo>
                  <a:lnTo>
                    <a:pt x="4541479" y="1253755"/>
                  </a:lnTo>
                  <a:lnTo>
                    <a:pt x="4538593" y="1253673"/>
                  </a:lnTo>
                  <a:lnTo>
                    <a:pt x="4538543" y="1253671"/>
                  </a:lnTo>
                  <a:lnTo>
                    <a:pt x="4016409" y="1253671"/>
                  </a:lnTo>
                  <a:lnTo>
                    <a:pt x="4015165" y="1253634"/>
                  </a:lnTo>
                  <a:lnTo>
                    <a:pt x="4007027" y="1253365"/>
                  </a:lnTo>
                  <a:lnTo>
                    <a:pt x="3986669" y="1252620"/>
                  </a:lnTo>
                  <a:lnTo>
                    <a:pt x="3950668" y="1251158"/>
                  </a:lnTo>
                  <a:lnTo>
                    <a:pt x="3897816" y="1248763"/>
                  </a:lnTo>
                  <a:lnTo>
                    <a:pt x="3829179" y="1245272"/>
                  </a:lnTo>
                  <a:lnTo>
                    <a:pt x="3747731" y="1240592"/>
                  </a:lnTo>
                  <a:lnTo>
                    <a:pt x="3657614" y="1234690"/>
                  </a:lnTo>
                  <a:lnTo>
                    <a:pt x="3563260" y="1227581"/>
                  </a:lnTo>
                  <a:lnTo>
                    <a:pt x="3468653" y="1219293"/>
                  </a:lnTo>
                  <a:lnTo>
                    <a:pt x="3376880" y="1209843"/>
                  </a:lnTo>
                  <a:lnTo>
                    <a:pt x="3289992" y="1199215"/>
                  </a:lnTo>
                  <a:lnTo>
                    <a:pt x="3209078" y="1187346"/>
                  </a:lnTo>
                  <a:lnTo>
                    <a:pt x="3134456" y="1174124"/>
                  </a:lnTo>
                  <a:lnTo>
                    <a:pt x="3065892" y="1159387"/>
                  </a:lnTo>
                  <a:lnTo>
                    <a:pt x="3002788" y="1142922"/>
                  </a:lnTo>
                  <a:lnTo>
                    <a:pt x="2944334" y="1124482"/>
                  </a:lnTo>
                  <a:lnTo>
                    <a:pt x="2889624" y="1103800"/>
                  </a:lnTo>
                  <a:lnTo>
                    <a:pt x="2837738" y="1080620"/>
                  </a:lnTo>
                  <a:lnTo>
                    <a:pt x="2787824" y="1054754"/>
                  </a:lnTo>
                  <a:lnTo>
                    <a:pt x="2770117" y="1044726"/>
                  </a:lnTo>
                  <a:lnTo>
                    <a:pt x="2722529" y="1015629"/>
                  </a:lnTo>
                  <a:lnTo>
                    <a:pt x="2675406" y="983821"/>
                  </a:lnTo>
                  <a:lnTo>
                    <a:pt x="2628327" y="949255"/>
                  </a:lnTo>
                  <a:lnTo>
                    <a:pt x="2580989" y="911959"/>
                  </a:lnTo>
                  <a:lnTo>
                    <a:pt x="2533198" y="872048"/>
                  </a:lnTo>
                  <a:lnTo>
                    <a:pt x="2484851" y="829725"/>
                  </a:lnTo>
                  <a:lnTo>
                    <a:pt x="2435929" y="785288"/>
                  </a:lnTo>
                  <a:lnTo>
                    <a:pt x="2386487" y="739120"/>
                  </a:lnTo>
                  <a:lnTo>
                    <a:pt x="2336638" y="691683"/>
                  </a:lnTo>
                  <a:lnTo>
                    <a:pt x="2286540" y="643496"/>
                  </a:lnTo>
                  <a:lnTo>
                    <a:pt x="2236376" y="595114"/>
                  </a:lnTo>
                  <a:lnTo>
                    <a:pt x="2186337" y="547102"/>
                  </a:lnTo>
                  <a:lnTo>
                    <a:pt x="2136600" y="500007"/>
                  </a:lnTo>
                  <a:lnTo>
                    <a:pt x="2087310" y="454332"/>
                  </a:lnTo>
                  <a:lnTo>
                    <a:pt x="2038565" y="410516"/>
                  </a:lnTo>
                  <a:lnTo>
                    <a:pt x="1990397" y="368917"/>
                  </a:lnTo>
                  <a:lnTo>
                    <a:pt x="1942762" y="329803"/>
                  </a:lnTo>
                  <a:lnTo>
                    <a:pt x="1895531" y="293350"/>
                  </a:lnTo>
                  <a:lnTo>
                    <a:pt x="1848475" y="259644"/>
                  </a:lnTo>
                  <a:lnTo>
                    <a:pt x="1801258" y="228689"/>
                  </a:lnTo>
                  <a:lnTo>
                    <a:pt x="1768425" y="208945"/>
                  </a:lnTo>
                  <a:lnTo>
                    <a:pt x="1719040" y="182089"/>
                  </a:lnTo>
                  <a:lnTo>
                    <a:pt x="1667960" y="157953"/>
                  </a:lnTo>
                  <a:lnTo>
                    <a:pt x="1614376" y="136395"/>
                  </a:lnTo>
                  <a:lnTo>
                    <a:pt x="1557382" y="117175"/>
                  </a:lnTo>
                  <a:lnTo>
                    <a:pt x="1496060" y="100027"/>
                  </a:lnTo>
                  <a:lnTo>
                    <a:pt x="1429553" y="84691"/>
                  </a:lnTo>
                  <a:lnTo>
                    <a:pt x="1357172" y="70942"/>
                  </a:lnTo>
                  <a:lnTo>
                    <a:pt x="1278530" y="58600"/>
                  </a:lnTo>
                  <a:lnTo>
                    <a:pt x="1193721" y="47533"/>
                  </a:lnTo>
                  <a:lnTo>
                    <a:pt x="1103532" y="37661"/>
                  </a:lnTo>
                  <a:lnTo>
                    <a:pt x="1009647" y="28952"/>
                  </a:lnTo>
                  <a:lnTo>
                    <a:pt x="914782" y="21413"/>
                  </a:lnTo>
                  <a:lnTo>
                    <a:pt x="822632" y="15072"/>
                  </a:lnTo>
                  <a:lnTo>
                    <a:pt x="737538" y="9951"/>
                  </a:lnTo>
                  <a:lnTo>
                    <a:pt x="663845" y="6037"/>
                  </a:lnTo>
                  <a:lnTo>
                    <a:pt x="605049" y="3262"/>
                  </a:lnTo>
                  <a:lnTo>
                    <a:pt x="562973" y="1485"/>
                  </a:lnTo>
                  <a:lnTo>
                    <a:pt x="537242" y="508"/>
                  </a:lnTo>
                  <a:lnTo>
                    <a:pt x="525208" y="95"/>
                  </a:lnTo>
                  <a:lnTo>
                    <a:pt x="522194" y="1"/>
                  </a:lnTo>
                  <a:lnTo>
                    <a:pt x="522133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81" name="pg281"/>
            <p:cNvSpPr/>
            <p:nvPr/>
          </p:nvSpPr>
          <p:spPr>
            <a:xfrm>
              <a:off x="386606" y="1705085"/>
              <a:ext cx="8554953" cy="2659817"/>
            </a:xfrm>
            <a:custGeom>
              <a:avLst/>
              <a:pathLst>
                <a:path w="8554953" h="2659817">
                  <a:moveTo>
                    <a:pt x="0" y="11294"/>
                  </a:moveTo>
                  <a:lnTo>
                    <a:pt x="522133" y="11294"/>
                  </a:lnTo>
                  <a:lnTo>
                    <a:pt x="523377" y="11332"/>
                  </a:lnTo>
                  <a:lnTo>
                    <a:pt x="531513" y="11602"/>
                  </a:lnTo>
                  <a:lnTo>
                    <a:pt x="551868" y="12350"/>
                  </a:lnTo>
                  <a:lnTo>
                    <a:pt x="587863" y="13818"/>
                  </a:lnTo>
                  <a:lnTo>
                    <a:pt x="640707" y="16224"/>
                  </a:lnTo>
                  <a:lnTo>
                    <a:pt x="709336" y="19729"/>
                  </a:lnTo>
                  <a:lnTo>
                    <a:pt x="790774" y="24430"/>
                  </a:lnTo>
                  <a:lnTo>
                    <a:pt x="880882" y="30357"/>
                  </a:lnTo>
                  <a:lnTo>
                    <a:pt x="975229" y="37497"/>
                  </a:lnTo>
                  <a:lnTo>
                    <a:pt x="1069831" y="45821"/>
                  </a:lnTo>
                  <a:lnTo>
                    <a:pt x="1161601" y="55313"/>
                  </a:lnTo>
                  <a:lnTo>
                    <a:pt x="1248488" y="65988"/>
                  </a:lnTo>
                  <a:lnTo>
                    <a:pt x="1329402" y="77908"/>
                  </a:lnTo>
                  <a:lnTo>
                    <a:pt x="1404024" y="91187"/>
                  </a:lnTo>
                  <a:lnTo>
                    <a:pt x="1472589" y="105989"/>
                  </a:lnTo>
                  <a:lnTo>
                    <a:pt x="1535695" y="122525"/>
                  </a:lnTo>
                  <a:lnTo>
                    <a:pt x="1594149" y="141044"/>
                  </a:lnTo>
                  <a:lnTo>
                    <a:pt x="1648859" y="161816"/>
                  </a:lnTo>
                  <a:lnTo>
                    <a:pt x="1700744" y="185096"/>
                  </a:lnTo>
                  <a:lnTo>
                    <a:pt x="1750657" y="211074"/>
                  </a:lnTo>
                  <a:lnTo>
                    <a:pt x="1768425" y="221180"/>
                  </a:lnTo>
                  <a:lnTo>
                    <a:pt x="1815969" y="250380"/>
                  </a:lnTo>
                  <a:lnTo>
                    <a:pt x="1863049" y="282298"/>
                  </a:lnTo>
                  <a:lnTo>
                    <a:pt x="1910085" y="316982"/>
                  </a:lnTo>
                  <a:lnTo>
                    <a:pt x="1957377" y="354402"/>
                  </a:lnTo>
                  <a:lnTo>
                    <a:pt x="2005122" y="394445"/>
                  </a:lnTo>
                  <a:lnTo>
                    <a:pt x="2053422" y="436908"/>
                  </a:lnTo>
                  <a:lnTo>
                    <a:pt x="2102295" y="481493"/>
                  </a:lnTo>
                  <a:lnTo>
                    <a:pt x="2151688" y="527815"/>
                  </a:lnTo>
                  <a:lnTo>
                    <a:pt x="2201488" y="575414"/>
                  </a:lnTo>
                  <a:lnTo>
                    <a:pt x="2251538" y="623769"/>
                  </a:lnTo>
                  <a:lnTo>
                    <a:pt x="2301656" y="672325"/>
                  </a:lnTo>
                  <a:lnTo>
                    <a:pt x="2351652" y="720515"/>
                  </a:lnTo>
                  <a:lnTo>
                    <a:pt x="2401347" y="767792"/>
                  </a:lnTo>
                  <a:lnTo>
                    <a:pt x="2450597" y="813651"/>
                  </a:lnTo>
                  <a:lnTo>
                    <a:pt x="2499305" y="857651"/>
                  </a:lnTo>
                  <a:lnTo>
                    <a:pt x="2547437" y="899433"/>
                  </a:lnTo>
                  <a:lnTo>
                    <a:pt x="2595035" y="938727"/>
                  </a:lnTo>
                  <a:lnTo>
                    <a:pt x="2642228" y="975354"/>
                  </a:lnTo>
                  <a:lnTo>
                    <a:pt x="2689240" y="1009228"/>
                  </a:lnTo>
                  <a:lnTo>
                    <a:pt x="2736407" y="1040343"/>
                  </a:lnTo>
                  <a:lnTo>
                    <a:pt x="2770117" y="1060726"/>
                  </a:lnTo>
                  <a:lnTo>
                    <a:pt x="2819500" y="1087702"/>
                  </a:lnTo>
                  <a:lnTo>
                    <a:pt x="2870576" y="1111945"/>
                  </a:lnTo>
                  <a:lnTo>
                    <a:pt x="2924156" y="1133600"/>
                  </a:lnTo>
                  <a:lnTo>
                    <a:pt x="2981145" y="1152905"/>
                  </a:lnTo>
                  <a:lnTo>
                    <a:pt x="3042462" y="1170130"/>
                  </a:lnTo>
                  <a:lnTo>
                    <a:pt x="3108963" y="1185535"/>
                  </a:lnTo>
                  <a:lnTo>
                    <a:pt x="3181337" y="1199345"/>
                  </a:lnTo>
                  <a:lnTo>
                    <a:pt x="3259972" y="1211742"/>
                  </a:lnTo>
                  <a:lnTo>
                    <a:pt x="3344772" y="1222860"/>
                  </a:lnTo>
                  <a:lnTo>
                    <a:pt x="3434954" y="1232776"/>
                  </a:lnTo>
                  <a:lnTo>
                    <a:pt x="3528831" y="1241525"/>
                  </a:lnTo>
                  <a:lnTo>
                    <a:pt x="3623690" y="1249097"/>
                  </a:lnTo>
                  <a:lnTo>
                    <a:pt x="3715838" y="1255468"/>
                  </a:lnTo>
                  <a:lnTo>
                    <a:pt x="3800935" y="1260613"/>
                  </a:lnTo>
                  <a:lnTo>
                    <a:pt x="3874635" y="1264545"/>
                  </a:lnTo>
                  <a:lnTo>
                    <a:pt x="3933443" y="1267334"/>
                  </a:lnTo>
                  <a:lnTo>
                    <a:pt x="3975534" y="1269120"/>
                  </a:lnTo>
                  <a:lnTo>
                    <a:pt x="4001279" y="1270102"/>
                  </a:lnTo>
                  <a:lnTo>
                    <a:pt x="4013327" y="1270517"/>
                  </a:lnTo>
                  <a:lnTo>
                    <a:pt x="4016409" y="1270613"/>
                  </a:lnTo>
                  <a:lnTo>
                    <a:pt x="4538543" y="1270613"/>
                  </a:lnTo>
                  <a:lnTo>
                    <a:pt x="4539781" y="1270655"/>
                  </a:lnTo>
                  <a:lnTo>
                    <a:pt x="4547883" y="1270952"/>
                  </a:lnTo>
                  <a:lnTo>
                    <a:pt x="4568154" y="1271773"/>
                  </a:lnTo>
                  <a:lnTo>
                    <a:pt x="4604008" y="1273385"/>
                  </a:lnTo>
                  <a:lnTo>
                    <a:pt x="4656663" y="1276027"/>
                  </a:lnTo>
                  <a:lnTo>
                    <a:pt x="4725070" y="1279878"/>
                  </a:lnTo>
                  <a:lnTo>
                    <a:pt x="4806282" y="1285043"/>
                  </a:lnTo>
                  <a:lnTo>
                    <a:pt x="4896184" y="1291557"/>
                  </a:lnTo>
                  <a:lnTo>
                    <a:pt x="4990364" y="1299405"/>
                  </a:lnTo>
                  <a:lnTo>
                    <a:pt x="5084846" y="1308555"/>
                  </a:lnTo>
                  <a:lnTo>
                    <a:pt x="5176542" y="1318990"/>
                  </a:lnTo>
                  <a:lnTo>
                    <a:pt x="5263395" y="1330726"/>
                  </a:lnTo>
                  <a:lnTo>
                    <a:pt x="5344305" y="1343829"/>
                  </a:lnTo>
                  <a:lnTo>
                    <a:pt x="5418941" y="1358424"/>
                  </a:lnTo>
                  <a:lnTo>
                    <a:pt x="5487529" y="1374690"/>
                  </a:lnTo>
                  <a:lnTo>
                    <a:pt x="5550658" y="1392857"/>
                  </a:lnTo>
                  <a:lnTo>
                    <a:pt x="5609129" y="1413199"/>
                  </a:lnTo>
                  <a:lnTo>
                    <a:pt x="5663843" y="1436010"/>
                  </a:lnTo>
                  <a:lnTo>
                    <a:pt x="5715716" y="1461574"/>
                  </a:lnTo>
                  <a:lnTo>
                    <a:pt x="5765601" y="1490100"/>
                  </a:lnTo>
                  <a:lnTo>
                    <a:pt x="5784835" y="1502147"/>
                  </a:lnTo>
                  <a:lnTo>
                    <a:pt x="5831378" y="1533645"/>
                  </a:lnTo>
                  <a:lnTo>
                    <a:pt x="5877466" y="1568014"/>
                  </a:lnTo>
                  <a:lnTo>
                    <a:pt x="5923498" y="1605305"/>
                  </a:lnTo>
                  <a:lnTo>
                    <a:pt x="5969761" y="1645493"/>
                  </a:lnTo>
                  <a:lnTo>
                    <a:pt x="6016445" y="1688468"/>
                  </a:lnTo>
                  <a:lnTo>
                    <a:pt x="6063655" y="1734028"/>
                  </a:lnTo>
                  <a:lnTo>
                    <a:pt x="6111416" y="1781876"/>
                  </a:lnTo>
                  <a:lnTo>
                    <a:pt x="6159687" y="1831626"/>
                  </a:lnTo>
                  <a:lnTo>
                    <a:pt x="6208370" y="1882813"/>
                  </a:lnTo>
                  <a:lnTo>
                    <a:pt x="6257324" y="1934909"/>
                  </a:lnTo>
                  <a:lnTo>
                    <a:pt x="6306381" y="1987343"/>
                  </a:lnTo>
                  <a:lnTo>
                    <a:pt x="6355363" y="2039529"/>
                  </a:lnTo>
                  <a:lnTo>
                    <a:pt x="6404099" y="2090895"/>
                  </a:lnTo>
                  <a:lnTo>
                    <a:pt x="6452442" y="2140902"/>
                  </a:lnTo>
                  <a:lnTo>
                    <a:pt x="6500287" y="2189075"/>
                  </a:lnTo>
                  <a:lnTo>
                    <a:pt x="6547583" y="2235013"/>
                  </a:lnTo>
                  <a:lnTo>
                    <a:pt x="6594344" y="2278408"/>
                  </a:lnTo>
                  <a:lnTo>
                    <a:pt x="6640663" y="2319041"/>
                  </a:lnTo>
                  <a:lnTo>
                    <a:pt x="6686715" y="2356788"/>
                  </a:lnTo>
                  <a:lnTo>
                    <a:pt x="6732771" y="2391611"/>
                  </a:lnTo>
                  <a:lnTo>
                    <a:pt x="6779212" y="2423551"/>
                  </a:lnTo>
                  <a:lnTo>
                    <a:pt x="6786527" y="2428283"/>
                  </a:lnTo>
                  <a:lnTo>
                    <a:pt x="6835835" y="2457999"/>
                  </a:lnTo>
                  <a:lnTo>
                    <a:pt x="6886830" y="2484709"/>
                  </a:lnTo>
                  <a:lnTo>
                    <a:pt x="6940320" y="2508572"/>
                  </a:lnTo>
                  <a:lnTo>
                    <a:pt x="6997204" y="2529849"/>
                  </a:lnTo>
                  <a:lnTo>
                    <a:pt x="7058397" y="2548837"/>
                  </a:lnTo>
                  <a:lnTo>
                    <a:pt x="7124753" y="2565820"/>
                  </a:lnTo>
                  <a:lnTo>
                    <a:pt x="7196960" y="2581048"/>
                  </a:lnTo>
                  <a:lnTo>
                    <a:pt x="7275407" y="2594720"/>
                  </a:lnTo>
                  <a:lnTo>
                    <a:pt x="7360007" y="2606983"/>
                  </a:lnTo>
                  <a:lnTo>
                    <a:pt x="7449987" y="2617925"/>
                  </a:lnTo>
                  <a:lnTo>
                    <a:pt x="7543685" y="2627581"/>
                  </a:lnTo>
                  <a:lnTo>
                    <a:pt x="7638415" y="2635945"/>
                  </a:lnTo>
                  <a:lnTo>
                    <a:pt x="7730516" y="2642986"/>
                  </a:lnTo>
                  <a:lnTo>
                    <a:pt x="7815672" y="2648681"/>
                  </a:lnTo>
                  <a:lnTo>
                    <a:pt x="7889550" y="2653040"/>
                  </a:lnTo>
                  <a:lnTo>
                    <a:pt x="7948642" y="2656140"/>
                  </a:lnTo>
                  <a:lnTo>
                    <a:pt x="7991086" y="2658132"/>
                  </a:lnTo>
                  <a:lnTo>
                    <a:pt x="8017194" y="2659233"/>
                  </a:lnTo>
                  <a:lnTo>
                    <a:pt x="8029546" y="2659704"/>
                  </a:lnTo>
                  <a:lnTo>
                    <a:pt x="8032819" y="2659817"/>
                  </a:lnTo>
                  <a:lnTo>
                    <a:pt x="8554953" y="2659817"/>
                  </a:lnTo>
                  <a:lnTo>
                    <a:pt x="8554953" y="2648523"/>
                  </a:lnTo>
                  <a:lnTo>
                    <a:pt x="8032819" y="2648523"/>
                  </a:lnTo>
                  <a:lnTo>
                    <a:pt x="8031581" y="2648481"/>
                  </a:lnTo>
                  <a:lnTo>
                    <a:pt x="8023479" y="2648184"/>
                  </a:lnTo>
                  <a:lnTo>
                    <a:pt x="8003208" y="2647363"/>
                  </a:lnTo>
                  <a:lnTo>
                    <a:pt x="7967354" y="2645751"/>
                  </a:lnTo>
                  <a:lnTo>
                    <a:pt x="7914699" y="2643108"/>
                  </a:lnTo>
                  <a:lnTo>
                    <a:pt x="7846292" y="2639257"/>
                  </a:lnTo>
                  <a:lnTo>
                    <a:pt x="7765080" y="2634092"/>
                  </a:lnTo>
                  <a:lnTo>
                    <a:pt x="7675178" y="2627579"/>
                  </a:lnTo>
                  <a:lnTo>
                    <a:pt x="7580998" y="2619731"/>
                  </a:lnTo>
                  <a:lnTo>
                    <a:pt x="7486516" y="2610580"/>
                  </a:lnTo>
                  <a:lnTo>
                    <a:pt x="7394820" y="2600146"/>
                  </a:lnTo>
                  <a:lnTo>
                    <a:pt x="7307967" y="2588410"/>
                  </a:lnTo>
                  <a:lnTo>
                    <a:pt x="7227057" y="2575306"/>
                  </a:lnTo>
                  <a:lnTo>
                    <a:pt x="7152421" y="2560711"/>
                  </a:lnTo>
                  <a:lnTo>
                    <a:pt x="7083833" y="2544446"/>
                  </a:lnTo>
                  <a:lnTo>
                    <a:pt x="7020704" y="2526278"/>
                  </a:lnTo>
                  <a:lnTo>
                    <a:pt x="6962233" y="2505937"/>
                  </a:lnTo>
                  <a:lnTo>
                    <a:pt x="6907519" y="2483125"/>
                  </a:lnTo>
                  <a:lnTo>
                    <a:pt x="6855646" y="2457562"/>
                  </a:lnTo>
                  <a:lnTo>
                    <a:pt x="6805761" y="2429035"/>
                  </a:lnTo>
                  <a:lnTo>
                    <a:pt x="6786527" y="2416989"/>
                  </a:lnTo>
                  <a:lnTo>
                    <a:pt x="6739984" y="2385491"/>
                  </a:lnTo>
                  <a:lnTo>
                    <a:pt x="6693896" y="2351122"/>
                  </a:lnTo>
                  <a:lnTo>
                    <a:pt x="6647864" y="2313831"/>
                  </a:lnTo>
                  <a:lnTo>
                    <a:pt x="6601601" y="2273643"/>
                  </a:lnTo>
                  <a:lnTo>
                    <a:pt x="6554917" y="2230667"/>
                  </a:lnTo>
                  <a:lnTo>
                    <a:pt x="6507707" y="2185108"/>
                  </a:lnTo>
                  <a:lnTo>
                    <a:pt x="6459946" y="2137260"/>
                  </a:lnTo>
                  <a:lnTo>
                    <a:pt x="6411675" y="2087510"/>
                  </a:lnTo>
                  <a:lnTo>
                    <a:pt x="6362992" y="2036322"/>
                  </a:lnTo>
                  <a:lnTo>
                    <a:pt x="6314038" y="1984227"/>
                  </a:lnTo>
                  <a:lnTo>
                    <a:pt x="6264981" y="1931793"/>
                  </a:lnTo>
                  <a:lnTo>
                    <a:pt x="6215999" y="1879606"/>
                  </a:lnTo>
                  <a:lnTo>
                    <a:pt x="6167263" y="1828241"/>
                  </a:lnTo>
                  <a:lnTo>
                    <a:pt x="6118920" y="1778234"/>
                  </a:lnTo>
                  <a:lnTo>
                    <a:pt x="6071075" y="1730061"/>
                  </a:lnTo>
                  <a:lnTo>
                    <a:pt x="6023779" y="1684123"/>
                  </a:lnTo>
                  <a:lnTo>
                    <a:pt x="5977018" y="1640728"/>
                  </a:lnTo>
                  <a:lnTo>
                    <a:pt x="5930699" y="1600095"/>
                  </a:lnTo>
                  <a:lnTo>
                    <a:pt x="5884647" y="1562348"/>
                  </a:lnTo>
                  <a:lnTo>
                    <a:pt x="5838591" y="1527525"/>
                  </a:lnTo>
                  <a:lnTo>
                    <a:pt x="5792150" y="1495585"/>
                  </a:lnTo>
                  <a:lnTo>
                    <a:pt x="5784835" y="1490853"/>
                  </a:lnTo>
                  <a:lnTo>
                    <a:pt x="5735527" y="1461137"/>
                  </a:lnTo>
                  <a:lnTo>
                    <a:pt x="5684532" y="1434426"/>
                  </a:lnTo>
                  <a:lnTo>
                    <a:pt x="5631042" y="1410564"/>
                  </a:lnTo>
                  <a:lnTo>
                    <a:pt x="5574158" y="1389287"/>
                  </a:lnTo>
                  <a:lnTo>
                    <a:pt x="5512965" y="1370299"/>
                  </a:lnTo>
                  <a:lnTo>
                    <a:pt x="5446608" y="1353315"/>
                  </a:lnTo>
                  <a:lnTo>
                    <a:pt x="5374402" y="1338088"/>
                  </a:lnTo>
                  <a:lnTo>
                    <a:pt x="5295955" y="1324416"/>
                  </a:lnTo>
                  <a:lnTo>
                    <a:pt x="5211355" y="1312153"/>
                  </a:lnTo>
                  <a:lnTo>
                    <a:pt x="5121375" y="1301211"/>
                  </a:lnTo>
                  <a:lnTo>
                    <a:pt x="5027677" y="1291555"/>
                  </a:lnTo>
                  <a:lnTo>
                    <a:pt x="4932947" y="1283191"/>
                  </a:lnTo>
                  <a:lnTo>
                    <a:pt x="4840846" y="1276149"/>
                  </a:lnTo>
                  <a:lnTo>
                    <a:pt x="4755690" y="1270455"/>
                  </a:lnTo>
                  <a:lnTo>
                    <a:pt x="4681812" y="1266096"/>
                  </a:lnTo>
                  <a:lnTo>
                    <a:pt x="4622720" y="1262995"/>
                  </a:lnTo>
                  <a:lnTo>
                    <a:pt x="4580276" y="1261004"/>
                  </a:lnTo>
                  <a:lnTo>
                    <a:pt x="4554168" y="1259902"/>
                  </a:lnTo>
                  <a:lnTo>
                    <a:pt x="4541816" y="1259432"/>
                  </a:lnTo>
                  <a:lnTo>
                    <a:pt x="4538543" y="1259319"/>
                  </a:lnTo>
                  <a:lnTo>
                    <a:pt x="4016409" y="1259319"/>
                  </a:lnTo>
                  <a:lnTo>
                    <a:pt x="4015165" y="1259281"/>
                  </a:lnTo>
                  <a:lnTo>
                    <a:pt x="4007029" y="1259010"/>
                  </a:lnTo>
                  <a:lnTo>
                    <a:pt x="3986674" y="1258263"/>
                  </a:lnTo>
                  <a:lnTo>
                    <a:pt x="3950679" y="1256794"/>
                  </a:lnTo>
                  <a:lnTo>
                    <a:pt x="3897835" y="1254389"/>
                  </a:lnTo>
                  <a:lnTo>
                    <a:pt x="3829207" y="1250883"/>
                  </a:lnTo>
                  <a:lnTo>
                    <a:pt x="3747768" y="1246182"/>
                  </a:lnTo>
                  <a:lnTo>
                    <a:pt x="3657660" y="1240255"/>
                  </a:lnTo>
                  <a:lnTo>
                    <a:pt x="3563313" y="1233115"/>
                  </a:lnTo>
                  <a:lnTo>
                    <a:pt x="3468711" y="1224791"/>
                  </a:lnTo>
                  <a:lnTo>
                    <a:pt x="3376941" y="1215300"/>
                  </a:lnTo>
                  <a:lnTo>
                    <a:pt x="3290054" y="1204625"/>
                  </a:lnTo>
                  <a:lnTo>
                    <a:pt x="3209140" y="1192704"/>
                  </a:lnTo>
                  <a:lnTo>
                    <a:pt x="3134518" y="1179425"/>
                  </a:lnTo>
                  <a:lnTo>
                    <a:pt x="3065953" y="1164624"/>
                  </a:lnTo>
                  <a:lnTo>
                    <a:pt x="3002847" y="1148087"/>
                  </a:lnTo>
                  <a:lnTo>
                    <a:pt x="2944393" y="1129568"/>
                  </a:lnTo>
                  <a:lnTo>
                    <a:pt x="2889683" y="1108797"/>
                  </a:lnTo>
                  <a:lnTo>
                    <a:pt x="2837798" y="1085516"/>
                  </a:lnTo>
                  <a:lnTo>
                    <a:pt x="2787885" y="1059539"/>
                  </a:lnTo>
                  <a:lnTo>
                    <a:pt x="2770117" y="1049432"/>
                  </a:lnTo>
                  <a:lnTo>
                    <a:pt x="2722573" y="1020232"/>
                  </a:lnTo>
                  <a:lnTo>
                    <a:pt x="2675493" y="988314"/>
                  </a:lnTo>
                  <a:lnTo>
                    <a:pt x="2628457" y="953631"/>
                  </a:lnTo>
                  <a:lnTo>
                    <a:pt x="2581165" y="916211"/>
                  </a:lnTo>
                  <a:lnTo>
                    <a:pt x="2533420" y="876167"/>
                  </a:lnTo>
                  <a:lnTo>
                    <a:pt x="2485120" y="833705"/>
                  </a:lnTo>
                  <a:lnTo>
                    <a:pt x="2436247" y="789120"/>
                  </a:lnTo>
                  <a:lnTo>
                    <a:pt x="2386854" y="742797"/>
                  </a:lnTo>
                  <a:lnTo>
                    <a:pt x="2337054" y="695199"/>
                  </a:lnTo>
                  <a:lnTo>
                    <a:pt x="2287004" y="646843"/>
                  </a:lnTo>
                  <a:lnTo>
                    <a:pt x="2236886" y="598288"/>
                  </a:lnTo>
                  <a:lnTo>
                    <a:pt x="2186891" y="550097"/>
                  </a:lnTo>
                  <a:lnTo>
                    <a:pt x="2137195" y="502820"/>
                  </a:lnTo>
                  <a:lnTo>
                    <a:pt x="2087945" y="456961"/>
                  </a:lnTo>
                  <a:lnTo>
                    <a:pt x="2039237" y="412961"/>
                  </a:lnTo>
                  <a:lnTo>
                    <a:pt x="1991105" y="371179"/>
                  </a:lnTo>
                  <a:lnTo>
                    <a:pt x="1943507" y="331886"/>
                  </a:lnTo>
                  <a:lnTo>
                    <a:pt x="1896314" y="295258"/>
                  </a:lnTo>
                  <a:lnTo>
                    <a:pt x="1849302" y="261384"/>
                  </a:lnTo>
                  <a:lnTo>
                    <a:pt x="1802135" y="230269"/>
                  </a:lnTo>
                  <a:lnTo>
                    <a:pt x="1768425" y="209886"/>
                  </a:lnTo>
                  <a:lnTo>
                    <a:pt x="1719043" y="182910"/>
                  </a:lnTo>
                  <a:lnTo>
                    <a:pt x="1667966" y="158667"/>
                  </a:lnTo>
                  <a:lnTo>
                    <a:pt x="1614386" y="137013"/>
                  </a:lnTo>
                  <a:lnTo>
                    <a:pt x="1557397" y="117708"/>
                  </a:lnTo>
                  <a:lnTo>
                    <a:pt x="1496080" y="100482"/>
                  </a:lnTo>
                  <a:lnTo>
                    <a:pt x="1429579" y="85078"/>
                  </a:lnTo>
                  <a:lnTo>
                    <a:pt x="1357205" y="71268"/>
                  </a:lnTo>
                  <a:lnTo>
                    <a:pt x="1278570" y="58870"/>
                  </a:lnTo>
                  <a:lnTo>
                    <a:pt x="1193770" y="47753"/>
                  </a:lnTo>
                  <a:lnTo>
                    <a:pt x="1103589" y="37836"/>
                  </a:lnTo>
                  <a:lnTo>
                    <a:pt x="1009711" y="29088"/>
                  </a:lnTo>
                  <a:lnTo>
                    <a:pt x="914852" y="21515"/>
                  </a:lnTo>
                  <a:lnTo>
                    <a:pt x="822704" y="15145"/>
                  </a:lnTo>
                  <a:lnTo>
                    <a:pt x="737607" y="10000"/>
                  </a:lnTo>
                  <a:lnTo>
                    <a:pt x="663907" y="6068"/>
                  </a:lnTo>
                  <a:lnTo>
                    <a:pt x="605099" y="3278"/>
                  </a:lnTo>
                  <a:lnTo>
                    <a:pt x="563008" y="1493"/>
                  </a:lnTo>
                  <a:lnTo>
                    <a:pt x="537263" y="511"/>
                  </a:lnTo>
                  <a:lnTo>
                    <a:pt x="525216" y="96"/>
                  </a:lnTo>
                  <a:lnTo>
                    <a:pt x="5221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282" name="pl282"/>
            <p:cNvSpPr/>
            <p:nvPr/>
          </p:nvSpPr>
          <p:spPr>
            <a:xfrm>
              <a:off x="386606" y="1716379"/>
              <a:ext cx="8554953" cy="2648523"/>
            </a:xfrm>
            <a:custGeom>
              <a:avLst/>
              <a:pathLst>
                <a:path w="8554953" h="2648523">
                  <a:moveTo>
                    <a:pt x="0" y="0"/>
                  </a:moveTo>
                  <a:lnTo>
                    <a:pt x="522133" y="0"/>
                  </a:lnTo>
                  <a:lnTo>
                    <a:pt x="523377" y="37"/>
                  </a:lnTo>
                  <a:lnTo>
                    <a:pt x="531513" y="308"/>
                  </a:lnTo>
                  <a:lnTo>
                    <a:pt x="551868" y="1055"/>
                  </a:lnTo>
                  <a:lnTo>
                    <a:pt x="587863" y="2524"/>
                  </a:lnTo>
                  <a:lnTo>
                    <a:pt x="640707" y="4929"/>
                  </a:lnTo>
                  <a:lnTo>
                    <a:pt x="709336" y="8435"/>
                  </a:lnTo>
                  <a:lnTo>
                    <a:pt x="790774" y="13136"/>
                  </a:lnTo>
                  <a:lnTo>
                    <a:pt x="880882" y="19063"/>
                  </a:lnTo>
                  <a:lnTo>
                    <a:pt x="975229" y="26203"/>
                  </a:lnTo>
                  <a:lnTo>
                    <a:pt x="1069831" y="34527"/>
                  </a:lnTo>
                  <a:lnTo>
                    <a:pt x="1161601" y="44018"/>
                  </a:lnTo>
                  <a:lnTo>
                    <a:pt x="1248488" y="54693"/>
                  </a:lnTo>
                  <a:lnTo>
                    <a:pt x="1329402" y="66614"/>
                  </a:lnTo>
                  <a:lnTo>
                    <a:pt x="1404024" y="79893"/>
                  </a:lnTo>
                  <a:lnTo>
                    <a:pt x="1472589" y="94695"/>
                  </a:lnTo>
                  <a:lnTo>
                    <a:pt x="1535695" y="111231"/>
                  </a:lnTo>
                  <a:lnTo>
                    <a:pt x="1594149" y="129750"/>
                  </a:lnTo>
                  <a:lnTo>
                    <a:pt x="1648859" y="150522"/>
                  </a:lnTo>
                  <a:lnTo>
                    <a:pt x="1700744" y="173802"/>
                  </a:lnTo>
                  <a:lnTo>
                    <a:pt x="1750657" y="199780"/>
                  </a:lnTo>
                  <a:lnTo>
                    <a:pt x="1768425" y="209886"/>
                  </a:lnTo>
                  <a:lnTo>
                    <a:pt x="1815969" y="239086"/>
                  </a:lnTo>
                  <a:lnTo>
                    <a:pt x="1863049" y="271004"/>
                  </a:lnTo>
                  <a:lnTo>
                    <a:pt x="1910085" y="305687"/>
                  </a:lnTo>
                  <a:lnTo>
                    <a:pt x="1957377" y="343107"/>
                  </a:lnTo>
                  <a:lnTo>
                    <a:pt x="2005122" y="383151"/>
                  </a:lnTo>
                  <a:lnTo>
                    <a:pt x="2053422" y="425614"/>
                  </a:lnTo>
                  <a:lnTo>
                    <a:pt x="2102295" y="470198"/>
                  </a:lnTo>
                  <a:lnTo>
                    <a:pt x="2151688" y="516521"/>
                  </a:lnTo>
                  <a:lnTo>
                    <a:pt x="2201488" y="564120"/>
                  </a:lnTo>
                  <a:lnTo>
                    <a:pt x="2251538" y="612475"/>
                  </a:lnTo>
                  <a:lnTo>
                    <a:pt x="2301656" y="661031"/>
                  </a:lnTo>
                  <a:lnTo>
                    <a:pt x="2351652" y="709221"/>
                  </a:lnTo>
                  <a:lnTo>
                    <a:pt x="2401347" y="756498"/>
                  </a:lnTo>
                  <a:lnTo>
                    <a:pt x="2450597" y="802357"/>
                  </a:lnTo>
                  <a:lnTo>
                    <a:pt x="2499305" y="846357"/>
                  </a:lnTo>
                  <a:lnTo>
                    <a:pt x="2547437" y="888139"/>
                  </a:lnTo>
                  <a:lnTo>
                    <a:pt x="2595035" y="927432"/>
                  </a:lnTo>
                  <a:lnTo>
                    <a:pt x="2642228" y="964060"/>
                  </a:lnTo>
                  <a:lnTo>
                    <a:pt x="2689240" y="997934"/>
                  </a:lnTo>
                  <a:lnTo>
                    <a:pt x="2736407" y="1029049"/>
                  </a:lnTo>
                  <a:lnTo>
                    <a:pt x="2770117" y="1049432"/>
                  </a:lnTo>
                  <a:lnTo>
                    <a:pt x="2819500" y="1076408"/>
                  </a:lnTo>
                  <a:lnTo>
                    <a:pt x="2870576" y="1100651"/>
                  </a:lnTo>
                  <a:lnTo>
                    <a:pt x="2924156" y="1122305"/>
                  </a:lnTo>
                  <a:lnTo>
                    <a:pt x="2981145" y="1141611"/>
                  </a:lnTo>
                  <a:lnTo>
                    <a:pt x="3042462" y="1158836"/>
                  </a:lnTo>
                  <a:lnTo>
                    <a:pt x="3108963" y="1174240"/>
                  </a:lnTo>
                  <a:lnTo>
                    <a:pt x="3181337" y="1188050"/>
                  </a:lnTo>
                  <a:lnTo>
                    <a:pt x="3259972" y="1200448"/>
                  </a:lnTo>
                  <a:lnTo>
                    <a:pt x="3344772" y="1211565"/>
                  </a:lnTo>
                  <a:lnTo>
                    <a:pt x="3434954" y="1221482"/>
                  </a:lnTo>
                  <a:lnTo>
                    <a:pt x="3528831" y="1230230"/>
                  </a:lnTo>
                  <a:lnTo>
                    <a:pt x="3623690" y="1237803"/>
                  </a:lnTo>
                  <a:lnTo>
                    <a:pt x="3715838" y="1244173"/>
                  </a:lnTo>
                  <a:lnTo>
                    <a:pt x="3800935" y="1249318"/>
                  </a:lnTo>
                  <a:lnTo>
                    <a:pt x="3874635" y="1253250"/>
                  </a:lnTo>
                  <a:lnTo>
                    <a:pt x="3933443" y="1256040"/>
                  </a:lnTo>
                  <a:lnTo>
                    <a:pt x="3975534" y="1257826"/>
                  </a:lnTo>
                  <a:lnTo>
                    <a:pt x="4001279" y="1258807"/>
                  </a:lnTo>
                  <a:lnTo>
                    <a:pt x="4013327" y="1259222"/>
                  </a:lnTo>
                  <a:lnTo>
                    <a:pt x="4016348" y="1259317"/>
                  </a:lnTo>
                  <a:lnTo>
                    <a:pt x="4016409" y="1259319"/>
                  </a:lnTo>
                  <a:lnTo>
                    <a:pt x="4538543" y="1259319"/>
                  </a:lnTo>
                  <a:lnTo>
                    <a:pt x="4539781" y="1259360"/>
                  </a:lnTo>
                  <a:lnTo>
                    <a:pt x="4547883" y="1259657"/>
                  </a:lnTo>
                  <a:lnTo>
                    <a:pt x="4568154" y="1260478"/>
                  </a:lnTo>
                  <a:lnTo>
                    <a:pt x="4604008" y="1262091"/>
                  </a:lnTo>
                  <a:lnTo>
                    <a:pt x="4656663" y="1264733"/>
                  </a:lnTo>
                  <a:lnTo>
                    <a:pt x="4725070" y="1268584"/>
                  </a:lnTo>
                  <a:lnTo>
                    <a:pt x="4806282" y="1273749"/>
                  </a:lnTo>
                  <a:lnTo>
                    <a:pt x="4896184" y="1280262"/>
                  </a:lnTo>
                  <a:lnTo>
                    <a:pt x="4990364" y="1288110"/>
                  </a:lnTo>
                  <a:lnTo>
                    <a:pt x="5084846" y="1297261"/>
                  </a:lnTo>
                  <a:lnTo>
                    <a:pt x="5176542" y="1307696"/>
                  </a:lnTo>
                  <a:lnTo>
                    <a:pt x="5263395" y="1319431"/>
                  </a:lnTo>
                  <a:lnTo>
                    <a:pt x="5344305" y="1332535"/>
                  </a:lnTo>
                  <a:lnTo>
                    <a:pt x="5418941" y="1347130"/>
                  </a:lnTo>
                  <a:lnTo>
                    <a:pt x="5487529" y="1363396"/>
                  </a:lnTo>
                  <a:lnTo>
                    <a:pt x="5550658" y="1381563"/>
                  </a:lnTo>
                  <a:lnTo>
                    <a:pt x="5609129" y="1401905"/>
                  </a:lnTo>
                  <a:lnTo>
                    <a:pt x="5663843" y="1424716"/>
                  </a:lnTo>
                  <a:lnTo>
                    <a:pt x="5715716" y="1450280"/>
                  </a:lnTo>
                  <a:lnTo>
                    <a:pt x="5765601" y="1478806"/>
                  </a:lnTo>
                  <a:lnTo>
                    <a:pt x="5784835" y="1490853"/>
                  </a:lnTo>
                  <a:lnTo>
                    <a:pt x="5831378" y="1522350"/>
                  </a:lnTo>
                  <a:lnTo>
                    <a:pt x="5877466" y="1556719"/>
                  </a:lnTo>
                  <a:lnTo>
                    <a:pt x="5923498" y="1594010"/>
                  </a:lnTo>
                  <a:lnTo>
                    <a:pt x="5969761" y="1634199"/>
                  </a:lnTo>
                  <a:lnTo>
                    <a:pt x="6016445" y="1677174"/>
                  </a:lnTo>
                  <a:lnTo>
                    <a:pt x="6063655" y="1722733"/>
                  </a:lnTo>
                  <a:lnTo>
                    <a:pt x="6111416" y="1770581"/>
                  </a:lnTo>
                  <a:lnTo>
                    <a:pt x="6159687" y="1820332"/>
                  </a:lnTo>
                  <a:lnTo>
                    <a:pt x="6208370" y="1871519"/>
                  </a:lnTo>
                  <a:lnTo>
                    <a:pt x="6257324" y="1923615"/>
                  </a:lnTo>
                  <a:lnTo>
                    <a:pt x="6306381" y="1976049"/>
                  </a:lnTo>
                  <a:lnTo>
                    <a:pt x="6355363" y="2028235"/>
                  </a:lnTo>
                  <a:lnTo>
                    <a:pt x="6404099" y="2079600"/>
                  </a:lnTo>
                  <a:lnTo>
                    <a:pt x="6452442" y="2129608"/>
                  </a:lnTo>
                  <a:lnTo>
                    <a:pt x="6500287" y="2177780"/>
                  </a:lnTo>
                  <a:lnTo>
                    <a:pt x="6547583" y="2223719"/>
                  </a:lnTo>
                  <a:lnTo>
                    <a:pt x="6594344" y="2267113"/>
                  </a:lnTo>
                  <a:lnTo>
                    <a:pt x="6640663" y="2307746"/>
                  </a:lnTo>
                  <a:lnTo>
                    <a:pt x="6686715" y="2345493"/>
                  </a:lnTo>
                  <a:lnTo>
                    <a:pt x="6732771" y="2380317"/>
                  </a:lnTo>
                  <a:lnTo>
                    <a:pt x="6779212" y="2412257"/>
                  </a:lnTo>
                  <a:lnTo>
                    <a:pt x="6786527" y="2416989"/>
                  </a:lnTo>
                  <a:lnTo>
                    <a:pt x="6835835" y="2446704"/>
                  </a:lnTo>
                  <a:lnTo>
                    <a:pt x="6886830" y="2473415"/>
                  </a:lnTo>
                  <a:lnTo>
                    <a:pt x="6940320" y="2497277"/>
                  </a:lnTo>
                  <a:lnTo>
                    <a:pt x="6997204" y="2518555"/>
                  </a:lnTo>
                  <a:lnTo>
                    <a:pt x="7058397" y="2537543"/>
                  </a:lnTo>
                  <a:lnTo>
                    <a:pt x="7124753" y="2554526"/>
                  </a:lnTo>
                  <a:lnTo>
                    <a:pt x="7196960" y="2569753"/>
                  </a:lnTo>
                  <a:lnTo>
                    <a:pt x="7275407" y="2583426"/>
                  </a:lnTo>
                  <a:lnTo>
                    <a:pt x="7360007" y="2595688"/>
                  </a:lnTo>
                  <a:lnTo>
                    <a:pt x="7449987" y="2606630"/>
                  </a:lnTo>
                  <a:lnTo>
                    <a:pt x="7543685" y="2616286"/>
                  </a:lnTo>
                  <a:lnTo>
                    <a:pt x="7638415" y="2624650"/>
                  </a:lnTo>
                  <a:lnTo>
                    <a:pt x="7730516" y="2631692"/>
                  </a:lnTo>
                  <a:lnTo>
                    <a:pt x="7815672" y="2637386"/>
                  </a:lnTo>
                  <a:lnTo>
                    <a:pt x="7889550" y="2641746"/>
                  </a:lnTo>
                  <a:lnTo>
                    <a:pt x="7948642" y="2644846"/>
                  </a:lnTo>
                  <a:lnTo>
                    <a:pt x="7991086" y="2646838"/>
                  </a:lnTo>
                  <a:lnTo>
                    <a:pt x="8017194" y="2647939"/>
                  </a:lnTo>
                  <a:lnTo>
                    <a:pt x="8029546" y="2648410"/>
                  </a:lnTo>
                  <a:lnTo>
                    <a:pt x="8032741" y="2648520"/>
                  </a:lnTo>
                  <a:lnTo>
                    <a:pt x="8032819" y="2648523"/>
                  </a:lnTo>
                  <a:lnTo>
                    <a:pt x="8554953" y="2648523"/>
                  </a:lnTo>
                  <a:lnTo>
                    <a:pt x="8554953" y="2648523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83" name="pl283"/>
            <p:cNvSpPr/>
            <p:nvPr/>
          </p:nvSpPr>
          <p:spPr>
            <a:xfrm>
              <a:off x="386606" y="1705085"/>
              <a:ext cx="8554953" cy="2648523"/>
            </a:xfrm>
            <a:custGeom>
              <a:avLst/>
              <a:pathLst>
                <a:path w="8554953" h="2648523">
                  <a:moveTo>
                    <a:pt x="8554953" y="2648523"/>
                  </a:moveTo>
                  <a:lnTo>
                    <a:pt x="8032819" y="2648523"/>
                  </a:lnTo>
                  <a:lnTo>
                    <a:pt x="8031581" y="2648481"/>
                  </a:lnTo>
                  <a:lnTo>
                    <a:pt x="8023479" y="2648184"/>
                  </a:lnTo>
                  <a:lnTo>
                    <a:pt x="8003208" y="2647363"/>
                  </a:lnTo>
                  <a:lnTo>
                    <a:pt x="7967354" y="2645751"/>
                  </a:lnTo>
                  <a:lnTo>
                    <a:pt x="7914699" y="2643108"/>
                  </a:lnTo>
                  <a:lnTo>
                    <a:pt x="7846292" y="2639257"/>
                  </a:lnTo>
                  <a:lnTo>
                    <a:pt x="7765080" y="2634092"/>
                  </a:lnTo>
                  <a:lnTo>
                    <a:pt x="7675178" y="2627579"/>
                  </a:lnTo>
                  <a:lnTo>
                    <a:pt x="7580998" y="2619731"/>
                  </a:lnTo>
                  <a:lnTo>
                    <a:pt x="7486516" y="2610580"/>
                  </a:lnTo>
                  <a:lnTo>
                    <a:pt x="7394820" y="2600146"/>
                  </a:lnTo>
                  <a:lnTo>
                    <a:pt x="7307967" y="2588410"/>
                  </a:lnTo>
                  <a:lnTo>
                    <a:pt x="7227057" y="2575306"/>
                  </a:lnTo>
                  <a:lnTo>
                    <a:pt x="7152421" y="2560711"/>
                  </a:lnTo>
                  <a:lnTo>
                    <a:pt x="7083833" y="2544446"/>
                  </a:lnTo>
                  <a:lnTo>
                    <a:pt x="7020704" y="2526278"/>
                  </a:lnTo>
                  <a:lnTo>
                    <a:pt x="6962233" y="2505937"/>
                  </a:lnTo>
                  <a:lnTo>
                    <a:pt x="6907519" y="2483125"/>
                  </a:lnTo>
                  <a:lnTo>
                    <a:pt x="6855646" y="2457562"/>
                  </a:lnTo>
                  <a:lnTo>
                    <a:pt x="6805761" y="2429035"/>
                  </a:lnTo>
                  <a:lnTo>
                    <a:pt x="6786527" y="2416989"/>
                  </a:lnTo>
                  <a:lnTo>
                    <a:pt x="6739984" y="2385491"/>
                  </a:lnTo>
                  <a:lnTo>
                    <a:pt x="6693896" y="2351122"/>
                  </a:lnTo>
                  <a:lnTo>
                    <a:pt x="6647864" y="2313831"/>
                  </a:lnTo>
                  <a:lnTo>
                    <a:pt x="6601601" y="2273643"/>
                  </a:lnTo>
                  <a:lnTo>
                    <a:pt x="6554917" y="2230667"/>
                  </a:lnTo>
                  <a:lnTo>
                    <a:pt x="6507707" y="2185108"/>
                  </a:lnTo>
                  <a:lnTo>
                    <a:pt x="6459946" y="2137260"/>
                  </a:lnTo>
                  <a:lnTo>
                    <a:pt x="6411675" y="2087510"/>
                  </a:lnTo>
                  <a:lnTo>
                    <a:pt x="6362992" y="2036322"/>
                  </a:lnTo>
                  <a:lnTo>
                    <a:pt x="6314038" y="1984227"/>
                  </a:lnTo>
                  <a:lnTo>
                    <a:pt x="6264981" y="1931793"/>
                  </a:lnTo>
                  <a:lnTo>
                    <a:pt x="6215999" y="1879606"/>
                  </a:lnTo>
                  <a:lnTo>
                    <a:pt x="6167263" y="1828241"/>
                  </a:lnTo>
                  <a:lnTo>
                    <a:pt x="6118920" y="1778234"/>
                  </a:lnTo>
                  <a:lnTo>
                    <a:pt x="6071075" y="1730061"/>
                  </a:lnTo>
                  <a:lnTo>
                    <a:pt x="6023779" y="1684123"/>
                  </a:lnTo>
                  <a:lnTo>
                    <a:pt x="5977018" y="1640728"/>
                  </a:lnTo>
                  <a:lnTo>
                    <a:pt x="5930699" y="1600095"/>
                  </a:lnTo>
                  <a:lnTo>
                    <a:pt x="5884647" y="1562348"/>
                  </a:lnTo>
                  <a:lnTo>
                    <a:pt x="5838591" y="1527525"/>
                  </a:lnTo>
                  <a:lnTo>
                    <a:pt x="5792150" y="1495585"/>
                  </a:lnTo>
                  <a:lnTo>
                    <a:pt x="5784835" y="1490853"/>
                  </a:lnTo>
                  <a:lnTo>
                    <a:pt x="5735527" y="1461137"/>
                  </a:lnTo>
                  <a:lnTo>
                    <a:pt x="5684532" y="1434426"/>
                  </a:lnTo>
                  <a:lnTo>
                    <a:pt x="5631042" y="1410564"/>
                  </a:lnTo>
                  <a:lnTo>
                    <a:pt x="5574158" y="1389287"/>
                  </a:lnTo>
                  <a:lnTo>
                    <a:pt x="5512965" y="1370299"/>
                  </a:lnTo>
                  <a:lnTo>
                    <a:pt x="5446608" y="1353315"/>
                  </a:lnTo>
                  <a:lnTo>
                    <a:pt x="5374402" y="1338088"/>
                  </a:lnTo>
                  <a:lnTo>
                    <a:pt x="5295955" y="1324416"/>
                  </a:lnTo>
                  <a:lnTo>
                    <a:pt x="5211355" y="1312153"/>
                  </a:lnTo>
                  <a:lnTo>
                    <a:pt x="5121375" y="1301211"/>
                  </a:lnTo>
                  <a:lnTo>
                    <a:pt x="5027677" y="1291555"/>
                  </a:lnTo>
                  <a:lnTo>
                    <a:pt x="4932947" y="1283191"/>
                  </a:lnTo>
                  <a:lnTo>
                    <a:pt x="4840846" y="1276149"/>
                  </a:lnTo>
                  <a:lnTo>
                    <a:pt x="4755690" y="1270455"/>
                  </a:lnTo>
                  <a:lnTo>
                    <a:pt x="4681812" y="1266096"/>
                  </a:lnTo>
                  <a:lnTo>
                    <a:pt x="4622720" y="1262995"/>
                  </a:lnTo>
                  <a:lnTo>
                    <a:pt x="4580276" y="1261004"/>
                  </a:lnTo>
                  <a:lnTo>
                    <a:pt x="4554168" y="1259902"/>
                  </a:lnTo>
                  <a:lnTo>
                    <a:pt x="4541816" y="1259432"/>
                  </a:lnTo>
                  <a:lnTo>
                    <a:pt x="4538621" y="1259321"/>
                  </a:lnTo>
                  <a:lnTo>
                    <a:pt x="4538543" y="1259319"/>
                  </a:lnTo>
                  <a:lnTo>
                    <a:pt x="4016409" y="1259319"/>
                  </a:lnTo>
                  <a:lnTo>
                    <a:pt x="4015165" y="1259281"/>
                  </a:lnTo>
                  <a:lnTo>
                    <a:pt x="4007029" y="1259010"/>
                  </a:lnTo>
                  <a:lnTo>
                    <a:pt x="3986674" y="1258263"/>
                  </a:lnTo>
                  <a:lnTo>
                    <a:pt x="3950679" y="1256794"/>
                  </a:lnTo>
                  <a:lnTo>
                    <a:pt x="3897835" y="1254389"/>
                  </a:lnTo>
                  <a:lnTo>
                    <a:pt x="3829207" y="1250883"/>
                  </a:lnTo>
                  <a:lnTo>
                    <a:pt x="3747768" y="1246182"/>
                  </a:lnTo>
                  <a:lnTo>
                    <a:pt x="3657660" y="1240255"/>
                  </a:lnTo>
                  <a:lnTo>
                    <a:pt x="3563313" y="1233115"/>
                  </a:lnTo>
                  <a:lnTo>
                    <a:pt x="3468711" y="1224791"/>
                  </a:lnTo>
                  <a:lnTo>
                    <a:pt x="3376941" y="1215300"/>
                  </a:lnTo>
                  <a:lnTo>
                    <a:pt x="3290054" y="1204625"/>
                  </a:lnTo>
                  <a:lnTo>
                    <a:pt x="3209140" y="1192704"/>
                  </a:lnTo>
                  <a:lnTo>
                    <a:pt x="3134518" y="1179425"/>
                  </a:lnTo>
                  <a:lnTo>
                    <a:pt x="3065953" y="1164624"/>
                  </a:lnTo>
                  <a:lnTo>
                    <a:pt x="3002847" y="1148087"/>
                  </a:lnTo>
                  <a:lnTo>
                    <a:pt x="2944393" y="1129568"/>
                  </a:lnTo>
                  <a:lnTo>
                    <a:pt x="2889683" y="1108797"/>
                  </a:lnTo>
                  <a:lnTo>
                    <a:pt x="2837798" y="1085516"/>
                  </a:lnTo>
                  <a:lnTo>
                    <a:pt x="2787885" y="1059539"/>
                  </a:lnTo>
                  <a:lnTo>
                    <a:pt x="2770117" y="1049432"/>
                  </a:lnTo>
                  <a:lnTo>
                    <a:pt x="2722573" y="1020232"/>
                  </a:lnTo>
                  <a:lnTo>
                    <a:pt x="2675493" y="988314"/>
                  </a:lnTo>
                  <a:lnTo>
                    <a:pt x="2628457" y="953631"/>
                  </a:lnTo>
                  <a:lnTo>
                    <a:pt x="2581165" y="916211"/>
                  </a:lnTo>
                  <a:lnTo>
                    <a:pt x="2533420" y="876167"/>
                  </a:lnTo>
                  <a:lnTo>
                    <a:pt x="2485120" y="833705"/>
                  </a:lnTo>
                  <a:lnTo>
                    <a:pt x="2436247" y="789120"/>
                  </a:lnTo>
                  <a:lnTo>
                    <a:pt x="2386854" y="742797"/>
                  </a:lnTo>
                  <a:lnTo>
                    <a:pt x="2337054" y="695199"/>
                  </a:lnTo>
                  <a:lnTo>
                    <a:pt x="2287004" y="646843"/>
                  </a:lnTo>
                  <a:lnTo>
                    <a:pt x="2236886" y="598288"/>
                  </a:lnTo>
                  <a:lnTo>
                    <a:pt x="2186891" y="550097"/>
                  </a:lnTo>
                  <a:lnTo>
                    <a:pt x="2137195" y="502820"/>
                  </a:lnTo>
                  <a:lnTo>
                    <a:pt x="2087945" y="456961"/>
                  </a:lnTo>
                  <a:lnTo>
                    <a:pt x="2039237" y="412961"/>
                  </a:lnTo>
                  <a:lnTo>
                    <a:pt x="1991105" y="371179"/>
                  </a:lnTo>
                  <a:lnTo>
                    <a:pt x="1943507" y="331886"/>
                  </a:lnTo>
                  <a:lnTo>
                    <a:pt x="1896314" y="295258"/>
                  </a:lnTo>
                  <a:lnTo>
                    <a:pt x="1849302" y="261384"/>
                  </a:lnTo>
                  <a:lnTo>
                    <a:pt x="1802135" y="230269"/>
                  </a:lnTo>
                  <a:lnTo>
                    <a:pt x="1768425" y="209886"/>
                  </a:lnTo>
                  <a:lnTo>
                    <a:pt x="1719043" y="182910"/>
                  </a:lnTo>
                  <a:lnTo>
                    <a:pt x="1667966" y="158667"/>
                  </a:lnTo>
                  <a:lnTo>
                    <a:pt x="1614386" y="137013"/>
                  </a:lnTo>
                  <a:lnTo>
                    <a:pt x="1557397" y="117708"/>
                  </a:lnTo>
                  <a:lnTo>
                    <a:pt x="1496080" y="100482"/>
                  </a:lnTo>
                  <a:lnTo>
                    <a:pt x="1429579" y="85078"/>
                  </a:lnTo>
                  <a:lnTo>
                    <a:pt x="1357205" y="71268"/>
                  </a:lnTo>
                  <a:lnTo>
                    <a:pt x="1278570" y="58870"/>
                  </a:lnTo>
                  <a:lnTo>
                    <a:pt x="1193770" y="47753"/>
                  </a:lnTo>
                  <a:lnTo>
                    <a:pt x="1103589" y="37836"/>
                  </a:lnTo>
                  <a:lnTo>
                    <a:pt x="1009711" y="29088"/>
                  </a:lnTo>
                  <a:lnTo>
                    <a:pt x="914852" y="21515"/>
                  </a:lnTo>
                  <a:lnTo>
                    <a:pt x="822704" y="15145"/>
                  </a:lnTo>
                  <a:lnTo>
                    <a:pt x="737607" y="10000"/>
                  </a:lnTo>
                  <a:lnTo>
                    <a:pt x="663907" y="6068"/>
                  </a:lnTo>
                  <a:lnTo>
                    <a:pt x="605099" y="3278"/>
                  </a:lnTo>
                  <a:lnTo>
                    <a:pt x="563008" y="1493"/>
                  </a:lnTo>
                  <a:lnTo>
                    <a:pt x="537263" y="511"/>
                  </a:lnTo>
                  <a:lnTo>
                    <a:pt x="525216" y="96"/>
                  </a:lnTo>
                  <a:lnTo>
                    <a:pt x="522195" y="1"/>
                  </a:lnTo>
                  <a:lnTo>
                    <a:pt x="522133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84" name="pg284"/>
            <p:cNvSpPr/>
            <p:nvPr/>
          </p:nvSpPr>
          <p:spPr>
            <a:xfrm>
              <a:off x="386606" y="1716379"/>
              <a:ext cx="8554953" cy="2936528"/>
            </a:xfrm>
            <a:custGeom>
              <a:avLst/>
              <a:pathLst>
                <a:path w="8554953" h="2936528">
                  <a:moveTo>
                    <a:pt x="0" y="5647"/>
                  </a:moveTo>
                  <a:lnTo>
                    <a:pt x="522133" y="5647"/>
                  </a:lnTo>
                  <a:lnTo>
                    <a:pt x="523377" y="5685"/>
                  </a:lnTo>
                  <a:lnTo>
                    <a:pt x="531512" y="5956"/>
                  </a:lnTo>
                  <a:lnTo>
                    <a:pt x="551863" y="6707"/>
                  </a:lnTo>
                  <a:lnTo>
                    <a:pt x="587852" y="8182"/>
                  </a:lnTo>
                  <a:lnTo>
                    <a:pt x="640688" y="10598"/>
                  </a:lnTo>
                  <a:lnTo>
                    <a:pt x="709307" y="14119"/>
                  </a:lnTo>
                  <a:lnTo>
                    <a:pt x="790736" y="18840"/>
                  </a:lnTo>
                  <a:lnTo>
                    <a:pt x="880836" y="24792"/>
                  </a:lnTo>
                  <a:lnTo>
                    <a:pt x="975176" y="31963"/>
                  </a:lnTo>
                  <a:lnTo>
                    <a:pt x="1069773" y="40323"/>
                  </a:lnTo>
                  <a:lnTo>
                    <a:pt x="1161540" y="49856"/>
                  </a:lnTo>
                  <a:lnTo>
                    <a:pt x="1248425" y="60577"/>
                  </a:lnTo>
                  <a:lnTo>
                    <a:pt x="1329340" y="72550"/>
                  </a:lnTo>
                  <a:lnTo>
                    <a:pt x="1403962" y="85886"/>
                  </a:lnTo>
                  <a:lnTo>
                    <a:pt x="1472528" y="100752"/>
                  </a:lnTo>
                  <a:lnTo>
                    <a:pt x="1535635" y="117359"/>
                  </a:lnTo>
                  <a:lnTo>
                    <a:pt x="1594090" y="135958"/>
                  </a:lnTo>
                  <a:lnTo>
                    <a:pt x="1648800" y="156819"/>
                  </a:lnTo>
                  <a:lnTo>
                    <a:pt x="1700684" y="180199"/>
                  </a:lnTo>
                  <a:lnTo>
                    <a:pt x="1750596" y="206289"/>
                  </a:lnTo>
                  <a:lnTo>
                    <a:pt x="1768425" y="216474"/>
                  </a:lnTo>
                  <a:lnTo>
                    <a:pt x="1815926" y="245777"/>
                  </a:lnTo>
                  <a:lnTo>
                    <a:pt x="1862962" y="277804"/>
                  </a:lnTo>
                  <a:lnTo>
                    <a:pt x="1909954" y="312605"/>
                  </a:lnTo>
                  <a:lnTo>
                    <a:pt x="1957202" y="350149"/>
                  </a:lnTo>
                  <a:lnTo>
                    <a:pt x="2004900" y="390325"/>
                  </a:lnTo>
                  <a:lnTo>
                    <a:pt x="2053152" y="432926"/>
                  </a:lnTo>
                  <a:lnTo>
                    <a:pt x="2101977" y="477658"/>
                  </a:lnTo>
                  <a:lnTo>
                    <a:pt x="2151321" y="524134"/>
                  </a:lnTo>
                  <a:lnTo>
                    <a:pt x="2201072" y="571894"/>
                  </a:lnTo>
                  <a:lnTo>
                    <a:pt x="2251075" y="620417"/>
                  </a:lnTo>
                  <a:lnTo>
                    <a:pt x="2301147" y="669147"/>
                  </a:lnTo>
                  <a:lnTo>
                    <a:pt x="2351098" y="717515"/>
                  </a:lnTo>
                  <a:lnTo>
                    <a:pt x="2400752" y="764974"/>
                  </a:lnTo>
                  <a:lnTo>
                    <a:pt x="2449963" y="811016"/>
                  </a:lnTo>
                  <a:lnTo>
                    <a:pt x="2498633" y="855201"/>
                  </a:lnTo>
                  <a:lnTo>
                    <a:pt x="2546729" y="897165"/>
                  </a:lnTo>
                  <a:lnTo>
                    <a:pt x="2594290" y="936638"/>
                  </a:lnTo>
                  <a:lnTo>
                    <a:pt x="2641444" y="973440"/>
                  </a:lnTo>
                  <a:lnTo>
                    <a:pt x="2688414" y="1007482"/>
                  </a:lnTo>
                  <a:lnTo>
                    <a:pt x="2735530" y="1038757"/>
                  </a:lnTo>
                  <a:lnTo>
                    <a:pt x="2770117" y="1059785"/>
                  </a:lnTo>
                  <a:lnTo>
                    <a:pt x="2819496" y="1086880"/>
                  </a:lnTo>
                  <a:lnTo>
                    <a:pt x="2870569" y="1111231"/>
                  </a:lnTo>
                  <a:lnTo>
                    <a:pt x="2924146" y="1132981"/>
                  </a:lnTo>
                  <a:lnTo>
                    <a:pt x="2981131" y="1152373"/>
                  </a:lnTo>
                  <a:lnTo>
                    <a:pt x="3042443" y="1169675"/>
                  </a:lnTo>
                  <a:lnTo>
                    <a:pt x="3108937" y="1185148"/>
                  </a:lnTo>
                  <a:lnTo>
                    <a:pt x="3181305" y="1199020"/>
                  </a:lnTo>
                  <a:lnTo>
                    <a:pt x="3259931" y="1211473"/>
                  </a:lnTo>
                  <a:lnTo>
                    <a:pt x="3344723" y="1222640"/>
                  </a:lnTo>
                  <a:lnTo>
                    <a:pt x="3434896" y="1232601"/>
                  </a:lnTo>
                  <a:lnTo>
                    <a:pt x="3528766" y="1241389"/>
                  </a:lnTo>
                  <a:lnTo>
                    <a:pt x="3623620" y="1248996"/>
                  </a:lnTo>
                  <a:lnTo>
                    <a:pt x="3715766" y="1255395"/>
                  </a:lnTo>
                  <a:lnTo>
                    <a:pt x="3800866" y="1260564"/>
                  </a:lnTo>
                  <a:lnTo>
                    <a:pt x="3874573" y="1264514"/>
                  </a:lnTo>
                  <a:lnTo>
                    <a:pt x="3933393" y="1267317"/>
                  </a:lnTo>
                  <a:lnTo>
                    <a:pt x="3975499" y="1269112"/>
                  </a:lnTo>
                  <a:lnTo>
                    <a:pt x="4001259" y="1270099"/>
                  </a:lnTo>
                  <a:lnTo>
                    <a:pt x="4013319" y="1270516"/>
                  </a:lnTo>
                  <a:lnTo>
                    <a:pt x="4016409" y="1270613"/>
                  </a:lnTo>
                  <a:lnTo>
                    <a:pt x="4538543" y="1270613"/>
                  </a:lnTo>
                  <a:lnTo>
                    <a:pt x="4539768" y="1270662"/>
                  </a:lnTo>
                  <a:lnTo>
                    <a:pt x="4547786" y="1271014"/>
                  </a:lnTo>
                  <a:lnTo>
                    <a:pt x="4567854" y="1271988"/>
                  </a:lnTo>
                  <a:lnTo>
                    <a:pt x="4603369" y="1273901"/>
                  </a:lnTo>
                  <a:lnTo>
                    <a:pt x="4655563" y="1277036"/>
                  </a:lnTo>
                  <a:lnTo>
                    <a:pt x="4723434" y="1281607"/>
                  </a:lnTo>
                  <a:lnTo>
                    <a:pt x="4804097" y="1287741"/>
                  </a:lnTo>
                  <a:lnTo>
                    <a:pt x="4893499" y="1295480"/>
                  </a:lnTo>
                  <a:lnTo>
                    <a:pt x="4987271" y="1304808"/>
                  </a:lnTo>
                  <a:lnTo>
                    <a:pt x="5081458" y="1315689"/>
                  </a:lnTo>
                  <a:lnTo>
                    <a:pt x="5172972" y="1328098"/>
                  </a:lnTo>
                  <a:lnTo>
                    <a:pt x="5259740" y="1342055"/>
                  </a:lnTo>
                  <a:lnTo>
                    <a:pt x="5340637" y="1357635"/>
                  </a:lnTo>
                  <a:lnTo>
                    <a:pt x="5415307" y="1374982"/>
                  </a:lnTo>
                  <a:lnTo>
                    <a:pt x="5483951" y="1394306"/>
                  </a:lnTo>
                  <a:lnTo>
                    <a:pt x="5547136" y="1415877"/>
                  </a:lnTo>
                  <a:lnTo>
                    <a:pt x="5605648" y="1440017"/>
                  </a:lnTo>
                  <a:lnTo>
                    <a:pt x="5660373" y="1467075"/>
                  </a:lnTo>
                  <a:lnTo>
                    <a:pt x="5712221" y="1497390"/>
                  </a:lnTo>
                  <a:lnTo>
                    <a:pt x="5762039" y="1531220"/>
                  </a:lnTo>
                  <a:lnTo>
                    <a:pt x="5784835" y="1548266"/>
                  </a:lnTo>
                  <a:lnTo>
                    <a:pt x="5829300" y="1584267"/>
                  </a:lnTo>
                  <a:lnTo>
                    <a:pt x="5873332" y="1623405"/>
                  </a:lnTo>
                  <a:lnTo>
                    <a:pt x="5917285" y="1665739"/>
                  </a:lnTo>
                  <a:lnTo>
                    <a:pt x="5961420" y="1711251"/>
                  </a:lnTo>
                  <a:lnTo>
                    <a:pt x="6005914" y="1759841"/>
                  </a:lnTo>
                  <a:lnTo>
                    <a:pt x="6050873" y="1811318"/>
                  </a:lnTo>
                  <a:lnTo>
                    <a:pt x="6096336" y="1865396"/>
                  </a:lnTo>
                  <a:lnTo>
                    <a:pt x="6142283" y="1921698"/>
                  </a:lnTo>
                  <a:lnTo>
                    <a:pt x="6188642" y="1979765"/>
                  </a:lnTo>
                  <a:lnTo>
                    <a:pt x="6235305" y="2039067"/>
                  </a:lnTo>
                  <a:lnTo>
                    <a:pt x="6282133" y="2099022"/>
                  </a:lnTo>
                  <a:lnTo>
                    <a:pt x="6328973" y="2159024"/>
                  </a:lnTo>
                  <a:lnTo>
                    <a:pt x="6375671" y="2218463"/>
                  </a:lnTo>
                  <a:lnTo>
                    <a:pt x="6422084" y="2276752"/>
                  </a:lnTo>
                  <a:lnTo>
                    <a:pt x="6468099" y="2333353"/>
                  </a:lnTo>
                  <a:lnTo>
                    <a:pt x="6513637" y="2387794"/>
                  </a:lnTo>
                  <a:lnTo>
                    <a:pt x="6558672" y="2439685"/>
                  </a:lnTo>
                  <a:lnTo>
                    <a:pt x="6603232" y="2488727"/>
                  </a:lnTo>
                  <a:lnTo>
                    <a:pt x="6647412" y="2534714"/>
                  </a:lnTo>
                  <a:lnTo>
                    <a:pt x="6691378" y="2577532"/>
                  </a:lnTo>
                  <a:lnTo>
                    <a:pt x="6735377" y="2617152"/>
                  </a:lnTo>
                  <a:lnTo>
                    <a:pt x="6779750" y="2653622"/>
                  </a:lnTo>
                  <a:lnTo>
                    <a:pt x="6786527" y="2658876"/>
                  </a:lnTo>
                  <a:lnTo>
                    <a:pt x="6835654" y="2694388"/>
                  </a:lnTo>
                  <a:lnTo>
                    <a:pt x="6886453" y="2726322"/>
                  </a:lnTo>
                  <a:lnTo>
                    <a:pt x="6939722" y="2754863"/>
                  </a:lnTo>
                  <a:lnTo>
                    <a:pt x="6996351" y="2780323"/>
                  </a:lnTo>
                  <a:lnTo>
                    <a:pt x="7057246" y="2803053"/>
                  </a:lnTo>
                  <a:lnTo>
                    <a:pt x="7123252" y="2823390"/>
                  </a:lnTo>
                  <a:lnTo>
                    <a:pt x="7195054" y="2841630"/>
                  </a:lnTo>
                  <a:lnTo>
                    <a:pt x="7273047" y="2858015"/>
                  </a:lnTo>
                  <a:lnTo>
                    <a:pt x="7357159" y="2872716"/>
                  </a:lnTo>
                  <a:lnTo>
                    <a:pt x="7446652" y="2885843"/>
                  </a:lnTo>
                  <a:lnTo>
                    <a:pt x="7539913" y="2897439"/>
                  </a:lnTo>
                  <a:lnTo>
                    <a:pt x="7634325" y="2907498"/>
                  </a:lnTo>
                  <a:lnTo>
                    <a:pt x="7726302" y="2915984"/>
                  </a:lnTo>
                  <a:lnTo>
                    <a:pt x="7811592" y="2922867"/>
                  </a:lnTo>
                  <a:lnTo>
                    <a:pt x="7885892" y="2928158"/>
                  </a:lnTo>
                  <a:lnTo>
                    <a:pt x="7945665" y="2931942"/>
                  </a:lnTo>
                  <a:lnTo>
                    <a:pt x="7988960" y="2934395"/>
                  </a:lnTo>
                  <a:lnTo>
                    <a:pt x="8015951" y="2935769"/>
                  </a:lnTo>
                  <a:lnTo>
                    <a:pt x="8029052" y="2936371"/>
                  </a:lnTo>
                  <a:lnTo>
                    <a:pt x="8032690" y="2936523"/>
                  </a:lnTo>
                  <a:lnTo>
                    <a:pt x="8032819" y="2936528"/>
                  </a:lnTo>
                  <a:lnTo>
                    <a:pt x="8554953" y="2936528"/>
                  </a:lnTo>
                  <a:lnTo>
                    <a:pt x="8554953" y="2930881"/>
                  </a:lnTo>
                  <a:lnTo>
                    <a:pt x="8032819" y="2930881"/>
                  </a:lnTo>
                  <a:lnTo>
                    <a:pt x="8031594" y="2930832"/>
                  </a:lnTo>
                  <a:lnTo>
                    <a:pt x="8023576" y="2930480"/>
                  </a:lnTo>
                  <a:lnTo>
                    <a:pt x="8003508" y="2929506"/>
                  </a:lnTo>
                  <a:lnTo>
                    <a:pt x="7967993" y="2927593"/>
                  </a:lnTo>
                  <a:lnTo>
                    <a:pt x="7915799" y="2924458"/>
                  </a:lnTo>
                  <a:lnTo>
                    <a:pt x="7847928" y="2919887"/>
                  </a:lnTo>
                  <a:lnTo>
                    <a:pt x="7767264" y="2913754"/>
                  </a:lnTo>
                  <a:lnTo>
                    <a:pt x="7677863" y="2906015"/>
                  </a:lnTo>
                  <a:lnTo>
                    <a:pt x="7584091" y="2896686"/>
                  </a:lnTo>
                  <a:lnTo>
                    <a:pt x="7489904" y="2885806"/>
                  </a:lnTo>
                  <a:lnTo>
                    <a:pt x="7398390" y="2873396"/>
                  </a:lnTo>
                  <a:lnTo>
                    <a:pt x="7311622" y="2859440"/>
                  </a:lnTo>
                  <a:lnTo>
                    <a:pt x="7230725" y="2843859"/>
                  </a:lnTo>
                  <a:lnTo>
                    <a:pt x="7156055" y="2826512"/>
                  </a:lnTo>
                  <a:lnTo>
                    <a:pt x="7087411" y="2807189"/>
                  </a:lnTo>
                  <a:lnTo>
                    <a:pt x="7024226" y="2785617"/>
                  </a:lnTo>
                  <a:lnTo>
                    <a:pt x="6965714" y="2761477"/>
                  </a:lnTo>
                  <a:lnTo>
                    <a:pt x="6910988" y="2734419"/>
                  </a:lnTo>
                  <a:lnTo>
                    <a:pt x="6859141" y="2704104"/>
                  </a:lnTo>
                  <a:lnTo>
                    <a:pt x="6809323" y="2670274"/>
                  </a:lnTo>
                  <a:lnTo>
                    <a:pt x="6786527" y="2653229"/>
                  </a:lnTo>
                  <a:lnTo>
                    <a:pt x="6742062" y="2617227"/>
                  </a:lnTo>
                  <a:lnTo>
                    <a:pt x="6698030" y="2578089"/>
                  </a:lnTo>
                  <a:lnTo>
                    <a:pt x="6654077" y="2535756"/>
                  </a:lnTo>
                  <a:lnTo>
                    <a:pt x="6609942" y="2490243"/>
                  </a:lnTo>
                  <a:lnTo>
                    <a:pt x="6565448" y="2441653"/>
                  </a:lnTo>
                  <a:lnTo>
                    <a:pt x="6520489" y="2390176"/>
                  </a:lnTo>
                  <a:lnTo>
                    <a:pt x="6475026" y="2336098"/>
                  </a:lnTo>
                  <a:lnTo>
                    <a:pt x="6429079" y="2279796"/>
                  </a:lnTo>
                  <a:lnTo>
                    <a:pt x="6382720" y="2221729"/>
                  </a:lnTo>
                  <a:lnTo>
                    <a:pt x="6336057" y="2162428"/>
                  </a:lnTo>
                  <a:lnTo>
                    <a:pt x="6289229" y="2102472"/>
                  </a:lnTo>
                  <a:lnTo>
                    <a:pt x="6242389" y="2042470"/>
                  </a:lnTo>
                  <a:lnTo>
                    <a:pt x="6195691" y="1983031"/>
                  </a:lnTo>
                  <a:lnTo>
                    <a:pt x="6149278" y="1924742"/>
                  </a:lnTo>
                  <a:lnTo>
                    <a:pt x="6103263" y="1868141"/>
                  </a:lnTo>
                  <a:lnTo>
                    <a:pt x="6057725" y="1813700"/>
                  </a:lnTo>
                  <a:lnTo>
                    <a:pt x="6012690" y="1761809"/>
                  </a:lnTo>
                  <a:lnTo>
                    <a:pt x="5968130" y="1712767"/>
                  </a:lnTo>
                  <a:lnTo>
                    <a:pt x="5923950" y="1666780"/>
                  </a:lnTo>
                  <a:lnTo>
                    <a:pt x="5879984" y="1623962"/>
                  </a:lnTo>
                  <a:lnTo>
                    <a:pt x="5835985" y="1584342"/>
                  </a:lnTo>
                  <a:lnTo>
                    <a:pt x="5791612" y="1547872"/>
                  </a:lnTo>
                  <a:lnTo>
                    <a:pt x="5784835" y="1542618"/>
                  </a:lnTo>
                  <a:lnTo>
                    <a:pt x="5735708" y="1507106"/>
                  </a:lnTo>
                  <a:lnTo>
                    <a:pt x="5684909" y="1475172"/>
                  </a:lnTo>
                  <a:lnTo>
                    <a:pt x="5631640" y="1446631"/>
                  </a:lnTo>
                  <a:lnTo>
                    <a:pt x="5575011" y="1421171"/>
                  </a:lnTo>
                  <a:lnTo>
                    <a:pt x="5514116" y="1398442"/>
                  </a:lnTo>
                  <a:lnTo>
                    <a:pt x="5448110" y="1378105"/>
                  </a:lnTo>
                  <a:lnTo>
                    <a:pt x="5376308" y="1359864"/>
                  </a:lnTo>
                  <a:lnTo>
                    <a:pt x="5298315" y="1343480"/>
                  </a:lnTo>
                  <a:lnTo>
                    <a:pt x="5214203" y="1328778"/>
                  </a:lnTo>
                  <a:lnTo>
                    <a:pt x="5124710" y="1315651"/>
                  </a:lnTo>
                  <a:lnTo>
                    <a:pt x="5031449" y="1304055"/>
                  </a:lnTo>
                  <a:lnTo>
                    <a:pt x="4937037" y="1293996"/>
                  </a:lnTo>
                  <a:lnTo>
                    <a:pt x="4845060" y="1285510"/>
                  </a:lnTo>
                  <a:lnTo>
                    <a:pt x="4759770" y="1278628"/>
                  </a:lnTo>
                  <a:lnTo>
                    <a:pt x="4685470" y="1273337"/>
                  </a:lnTo>
                  <a:lnTo>
                    <a:pt x="4625697" y="1269552"/>
                  </a:lnTo>
                  <a:lnTo>
                    <a:pt x="4582402" y="1267100"/>
                  </a:lnTo>
                  <a:lnTo>
                    <a:pt x="4555411" y="1265725"/>
                  </a:lnTo>
                  <a:lnTo>
                    <a:pt x="4542310" y="1265123"/>
                  </a:lnTo>
                  <a:lnTo>
                    <a:pt x="4538672" y="1264971"/>
                  </a:lnTo>
                  <a:lnTo>
                    <a:pt x="4538543" y="1264966"/>
                  </a:lnTo>
                  <a:lnTo>
                    <a:pt x="4016409" y="1264966"/>
                  </a:lnTo>
                  <a:lnTo>
                    <a:pt x="4015165" y="1264928"/>
                  </a:lnTo>
                  <a:lnTo>
                    <a:pt x="4007031" y="1264656"/>
                  </a:lnTo>
                  <a:lnTo>
                    <a:pt x="3986679" y="1263905"/>
                  </a:lnTo>
                  <a:lnTo>
                    <a:pt x="3950690" y="1262431"/>
                  </a:lnTo>
                  <a:lnTo>
                    <a:pt x="3897854" y="1260015"/>
                  </a:lnTo>
                  <a:lnTo>
                    <a:pt x="3829235" y="1256494"/>
                  </a:lnTo>
                  <a:lnTo>
                    <a:pt x="3747806" y="1251773"/>
                  </a:lnTo>
                  <a:lnTo>
                    <a:pt x="3657706" y="1245820"/>
                  </a:lnTo>
                  <a:lnTo>
                    <a:pt x="3563366" y="1238649"/>
                  </a:lnTo>
                  <a:lnTo>
                    <a:pt x="3468769" y="1230289"/>
                  </a:lnTo>
                  <a:lnTo>
                    <a:pt x="3377002" y="1220756"/>
                  </a:lnTo>
                  <a:lnTo>
                    <a:pt x="3290117" y="1210035"/>
                  </a:lnTo>
                  <a:lnTo>
                    <a:pt x="3209203" y="1198063"/>
                  </a:lnTo>
                  <a:lnTo>
                    <a:pt x="3134580" y="1184726"/>
                  </a:lnTo>
                  <a:lnTo>
                    <a:pt x="3066014" y="1169861"/>
                  </a:lnTo>
                  <a:lnTo>
                    <a:pt x="3002908" y="1153253"/>
                  </a:lnTo>
                  <a:lnTo>
                    <a:pt x="2944452" y="1134654"/>
                  </a:lnTo>
                  <a:lnTo>
                    <a:pt x="2889742" y="1113793"/>
                  </a:lnTo>
                  <a:lnTo>
                    <a:pt x="2837858" y="1090413"/>
                  </a:lnTo>
                  <a:lnTo>
                    <a:pt x="2787946" y="1064324"/>
                  </a:lnTo>
                  <a:lnTo>
                    <a:pt x="2770117" y="1054138"/>
                  </a:lnTo>
                  <a:lnTo>
                    <a:pt x="2722617" y="1024836"/>
                  </a:lnTo>
                  <a:lnTo>
                    <a:pt x="2675580" y="992808"/>
                  </a:lnTo>
                  <a:lnTo>
                    <a:pt x="2628588" y="958008"/>
                  </a:lnTo>
                  <a:lnTo>
                    <a:pt x="2581341" y="920463"/>
                  </a:lnTo>
                  <a:lnTo>
                    <a:pt x="2533642" y="880288"/>
                  </a:lnTo>
                  <a:lnTo>
                    <a:pt x="2485390" y="837686"/>
                  </a:lnTo>
                  <a:lnTo>
                    <a:pt x="2436566" y="792954"/>
                  </a:lnTo>
                  <a:lnTo>
                    <a:pt x="2387222" y="746478"/>
                  </a:lnTo>
                  <a:lnTo>
                    <a:pt x="2337470" y="698718"/>
                  </a:lnTo>
                  <a:lnTo>
                    <a:pt x="2287467" y="650195"/>
                  </a:lnTo>
                  <a:lnTo>
                    <a:pt x="2237396" y="601466"/>
                  </a:lnTo>
                  <a:lnTo>
                    <a:pt x="2187444" y="553097"/>
                  </a:lnTo>
                  <a:lnTo>
                    <a:pt x="2137790" y="505639"/>
                  </a:lnTo>
                  <a:lnTo>
                    <a:pt x="2088579" y="459596"/>
                  </a:lnTo>
                  <a:lnTo>
                    <a:pt x="2039909" y="415412"/>
                  </a:lnTo>
                  <a:lnTo>
                    <a:pt x="1991813" y="373447"/>
                  </a:lnTo>
                  <a:lnTo>
                    <a:pt x="1944252" y="333975"/>
                  </a:lnTo>
                  <a:lnTo>
                    <a:pt x="1897098" y="297172"/>
                  </a:lnTo>
                  <a:lnTo>
                    <a:pt x="1850128" y="263130"/>
                  </a:lnTo>
                  <a:lnTo>
                    <a:pt x="1803012" y="231855"/>
                  </a:lnTo>
                  <a:lnTo>
                    <a:pt x="1768425" y="210827"/>
                  </a:lnTo>
                  <a:lnTo>
                    <a:pt x="1719046" y="183732"/>
                  </a:lnTo>
                  <a:lnTo>
                    <a:pt x="1667973" y="159381"/>
                  </a:lnTo>
                  <a:lnTo>
                    <a:pt x="1614396" y="137631"/>
                  </a:lnTo>
                  <a:lnTo>
                    <a:pt x="1557412" y="118240"/>
                  </a:lnTo>
                  <a:lnTo>
                    <a:pt x="1496100" y="100938"/>
                  </a:lnTo>
                  <a:lnTo>
                    <a:pt x="1429605" y="85465"/>
                  </a:lnTo>
                  <a:lnTo>
                    <a:pt x="1357237" y="71593"/>
                  </a:lnTo>
                  <a:lnTo>
                    <a:pt x="1278611" y="59140"/>
                  </a:lnTo>
                  <a:lnTo>
                    <a:pt x="1193819" y="47973"/>
                  </a:lnTo>
                  <a:lnTo>
                    <a:pt x="1103646" y="38012"/>
                  </a:lnTo>
                  <a:lnTo>
                    <a:pt x="1009776" y="29224"/>
                  </a:lnTo>
                  <a:lnTo>
                    <a:pt x="914922" y="21617"/>
                  </a:lnTo>
                  <a:lnTo>
                    <a:pt x="822776" y="15218"/>
                  </a:lnTo>
                  <a:lnTo>
                    <a:pt x="737677" y="10049"/>
                  </a:lnTo>
                  <a:lnTo>
                    <a:pt x="663969" y="6098"/>
                  </a:lnTo>
                  <a:lnTo>
                    <a:pt x="605149" y="3295"/>
                  </a:lnTo>
                  <a:lnTo>
                    <a:pt x="563043" y="1501"/>
                  </a:lnTo>
                  <a:lnTo>
                    <a:pt x="537283" y="514"/>
                  </a:lnTo>
                  <a:lnTo>
                    <a:pt x="525223" y="97"/>
                  </a:lnTo>
                  <a:lnTo>
                    <a:pt x="5221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285" name="pl285"/>
            <p:cNvSpPr/>
            <p:nvPr/>
          </p:nvSpPr>
          <p:spPr>
            <a:xfrm>
              <a:off x="386606" y="1722026"/>
              <a:ext cx="8554953" cy="2930881"/>
            </a:xfrm>
            <a:custGeom>
              <a:avLst/>
              <a:pathLst>
                <a:path w="8554953" h="2930881">
                  <a:moveTo>
                    <a:pt x="0" y="0"/>
                  </a:moveTo>
                  <a:lnTo>
                    <a:pt x="522133" y="0"/>
                  </a:lnTo>
                  <a:lnTo>
                    <a:pt x="523377" y="38"/>
                  </a:lnTo>
                  <a:lnTo>
                    <a:pt x="531512" y="309"/>
                  </a:lnTo>
                  <a:lnTo>
                    <a:pt x="551863" y="1060"/>
                  </a:lnTo>
                  <a:lnTo>
                    <a:pt x="587852" y="2535"/>
                  </a:lnTo>
                  <a:lnTo>
                    <a:pt x="640688" y="4951"/>
                  </a:lnTo>
                  <a:lnTo>
                    <a:pt x="709307" y="8471"/>
                  </a:lnTo>
                  <a:lnTo>
                    <a:pt x="790736" y="13193"/>
                  </a:lnTo>
                  <a:lnTo>
                    <a:pt x="880836" y="19145"/>
                  </a:lnTo>
                  <a:lnTo>
                    <a:pt x="975176" y="26316"/>
                  </a:lnTo>
                  <a:lnTo>
                    <a:pt x="1069773" y="34676"/>
                  </a:lnTo>
                  <a:lnTo>
                    <a:pt x="1161540" y="44209"/>
                  </a:lnTo>
                  <a:lnTo>
                    <a:pt x="1248425" y="54930"/>
                  </a:lnTo>
                  <a:lnTo>
                    <a:pt x="1329340" y="66902"/>
                  </a:lnTo>
                  <a:lnTo>
                    <a:pt x="1403962" y="80239"/>
                  </a:lnTo>
                  <a:lnTo>
                    <a:pt x="1472528" y="95105"/>
                  </a:lnTo>
                  <a:lnTo>
                    <a:pt x="1535635" y="111712"/>
                  </a:lnTo>
                  <a:lnTo>
                    <a:pt x="1594090" y="130311"/>
                  </a:lnTo>
                  <a:lnTo>
                    <a:pt x="1648800" y="151172"/>
                  </a:lnTo>
                  <a:lnTo>
                    <a:pt x="1700684" y="174552"/>
                  </a:lnTo>
                  <a:lnTo>
                    <a:pt x="1750596" y="200641"/>
                  </a:lnTo>
                  <a:lnTo>
                    <a:pt x="1768425" y="210827"/>
                  </a:lnTo>
                  <a:lnTo>
                    <a:pt x="1815926" y="240130"/>
                  </a:lnTo>
                  <a:lnTo>
                    <a:pt x="1862962" y="272157"/>
                  </a:lnTo>
                  <a:lnTo>
                    <a:pt x="1909954" y="306957"/>
                  </a:lnTo>
                  <a:lnTo>
                    <a:pt x="1957202" y="344502"/>
                  </a:lnTo>
                  <a:lnTo>
                    <a:pt x="2004900" y="384677"/>
                  </a:lnTo>
                  <a:lnTo>
                    <a:pt x="2053152" y="427279"/>
                  </a:lnTo>
                  <a:lnTo>
                    <a:pt x="2101977" y="472011"/>
                  </a:lnTo>
                  <a:lnTo>
                    <a:pt x="2151321" y="518487"/>
                  </a:lnTo>
                  <a:lnTo>
                    <a:pt x="2201072" y="566247"/>
                  </a:lnTo>
                  <a:lnTo>
                    <a:pt x="2251075" y="614770"/>
                  </a:lnTo>
                  <a:lnTo>
                    <a:pt x="2301147" y="663499"/>
                  </a:lnTo>
                  <a:lnTo>
                    <a:pt x="2351098" y="711868"/>
                  </a:lnTo>
                  <a:lnTo>
                    <a:pt x="2400752" y="759327"/>
                  </a:lnTo>
                  <a:lnTo>
                    <a:pt x="2449963" y="805369"/>
                  </a:lnTo>
                  <a:lnTo>
                    <a:pt x="2498633" y="849554"/>
                  </a:lnTo>
                  <a:lnTo>
                    <a:pt x="2546729" y="891518"/>
                  </a:lnTo>
                  <a:lnTo>
                    <a:pt x="2594290" y="930991"/>
                  </a:lnTo>
                  <a:lnTo>
                    <a:pt x="2641444" y="967793"/>
                  </a:lnTo>
                  <a:lnTo>
                    <a:pt x="2688414" y="1001835"/>
                  </a:lnTo>
                  <a:lnTo>
                    <a:pt x="2735530" y="1033110"/>
                  </a:lnTo>
                  <a:lnTo>
                    <a:pt x="2770117" y="1054138"/>
                  </a:lnTo>
                  <a:lnTo>
                    <a:pt x="2819496" y="1081233"/>
                  </a:lnTo>
                  <a:lnTo>
                    <a:pt x="2870569" y="1105584"/>
                  </a:lnTo>
                  <a:lnTo>
                    <a:pt x="2924146" y="1127334"/>
                  </a:lnTo>
                  <a:lnTo>
                    <a:pt x="2981131" y="1146725"/>
                  </a:lnTo>
                  <a:lnTo>
                    <a:pt x="3042443" y="1164028"/>
                  </a:lnTo>
                  <a:lnTo>
                    <a:pt x="3108937" y="1179501"/>
                  </a:lnTo>
                  <a:lnTo>
                    <a:pt x="3181305" y="1193372"/>
                  </a:lnTo>
                  <a:lnTo>
                    <a:pt x="3259931" y="1205825"/>
                  </a:lnTo>
                  <a:lnTo>
                    <a:pt x="3344723" y="1216992"/>
                  </a:lnTo>
                  <a:lnTo>
                    <a:pt x="3434896" y="1226954"/>
                  </a:lnTo>
                  <a:lnTo>
                    <a:pt x="3528766" y="1235741"/>
                  </a:lnTo>
                  <a:lnTo>
                    <a:pt x="3623620" y="1243349"/>
                  </a:lnTo>
                  <a:lnTo>
                    <a:pt x="3715766" y="1249748"/>
                  </a:lnTo>
                  <a:lnTo>
                    <a:pt x="3800866" y="1254917"/>
                  </a:lnTo>
                  <a:lnTo>
                    <a:pt x="3874573" y="1258867"/>
                  </a:lnTo>
                  <a:lnTo>
                    <a:pt x="3933393" y="1261670"/>
                  </a:lnTo>
                  <a:lnTo>
                    <a:pt x="3975499" y="1263465"/>
                  </a:lnTo>
                  <a:lnTo>
                    <a:pt x="4001259" y="1264451"/>
                  </a:lnTo>
                  <a:lnTo>
                    <a:pt x="4013319" y="1264869"/>
                  </a:lnTo>
                  <a:lnTo>
                    <a:pt x="4016347" y="1264964"/>
                  </a:lnTo>
                  <a:lnTo>
                    <a:pt x="4016409" y="1264966"/>
                  </a:lnTo>
                  <a:lnTo>
                    <a:pt x="4538543" y="1264966"/>
                  </a:lnTo>
                  <a:lnTo>
                    <a:pt x="4539768" y="1265015"/>
                  </a:lnTo>
                  <a:lnTo>
                    <a:pt x="4547786" y="1265367"/>
                  </a:lnTo>
                  <a:lnTo>
                    <a:pt x="4567854" y="1266341"/>
                  </a:lnTo>
                  <a:lnTo>
                    <a:pt x="4603369" y="1268254"/>
                  </a:lnTo>
                  <a:lnTo>
                    <a:pt x="4655563" y="1271389"/>
                  </a:lnTo>
                  <a:lnTo>
                    <a:pt x="4723434" y="1275960"/>
                  </a:lnTo>
                  <a:lnTo>
                    <a:pt x="4804097" y="1282094"/>
                  </a:lnTo>
                  <a:lnTo>
                    <a:pt x="4893499" y="1289832"/>
                  </a:lnTo>
                  <a:lnTo>
                    <a:pt x="4987271" y="1299161"/>
                  </a:lnTo>
                  <a:lnTo>
                    <a:pt x="5081458" y="1310042"/>
                  </a:lnTo>
                  <a:lnTo>
                    <a:pt x="5172972" y="1322451"/>
                  </a:lnTo>
                  <a:lnTo>
                    <a:pt x="5259740" y="1336407"/>
                  </a:lnTo>
                  <a:lnTo>
                    <a:pt x="5340637" y="1351988"/>
                  </a:lnTo>
                  <a:lnTo>
                    <a:pt x="5415307" y="1369335"/>
                  </a:lnTo>
                  <a:lnTo>
                    <a:pt x="5483951" y="1388658"/>
                  </a:lnTo>
                  <a:lnTo>
                    <a:pt x="5547136" y="1410230"/>
                  </a:lnTo>
                  <a:lnTo>
                    <a:pt x="5605648" y="1434370"/>
                  </a:lnTo>
                  <a:lnTo>
                    <a:pt x="5660373" y="1461428"/>
                  </a:lnTo>
                  <a:lnTo>
                    <a:pt x="5712221" y="1491743"/>
                  </a:lnTo>
                  <a:lnTo>
                    <a:pt x="5762039" y="1525573"/>
                  </a:lnTo>
                  <a:lnTo>
                    <a:pt x="5784835" y="1542618"/>
                  </a:lnTo>
                  <a:lnTo>
                    <a:pt x="5829300" y="1578620"/>
                  </a:lnTo>
                  <a:lnTo>
                    <a:pt x="5873332" y="1617758"/>
                  </a:lnTo>
                  <a:lnTo>
                    <a:pt x="5917285" y="1660092"/>
                  </a:lnTo>
                  <a:lnTo>
                    <a:pt x="5961420" y="1705604"/>
                  </a:lnTo>
                  <a:lnTo>
                    <a:pt x="6005914" y="1754194"/>
                  </a:lnTo>
                  <a:lnTo>
                    <a:pt x="6050873" y="1805671"/>
                  </a:lnTo>
                  <a:lnTo>
                    <a:pt x="6096336" y="1859749"/>
                  </a:lnTo>
                  <a:lnTo>
                    <a:pt x="6142283" y="1916051"/>
                  </a:lnTo>
                  <a:lnTo>
                    <a:pt x="6188642" y="1974118"/>
                  </a:lnTo>
                  <a:lnTo>
                    <a:pt x="6235305" y="2033419"/>
                  </a:lnTo>
                  <a:lnTo>
                    <a:pt x="6282133" y="2093375"/>
                  </a:lnTo>
                  <a:lnTo>
                    <a:pt x="6328973" y="2153377"/>
                  </a:lnTo>
                  <a:lnTo>
                    <a:pt x="6375671" y="2212816"/>
                  </a:lnTo>
                  <a:lnTo>
                    <a:pt x="6422084" y="2271105"/>
                  </a:lnTo>
                  <a:lnTo>
                    <a:pt x="6468099" y="2327706"/>
                  </a:lnTo>
                  <a:lnTo>
                    <a:pt x="6513637" y="2382147"/>
                  </a:lnTo>
                  <a:lnTo>
                    <a:pt x="6558672" y="2434038"/>
                  </a:lnTo>
                  <a:lnTo>
                    <a:pt x="6603232" y="2483080"/>
                  </a:lnTo>
                  <a:lnTo>
                    <a:pt x="6647412" y="2529067"/>
                  </a:lnTo>
                  <a:lnTo>
                    <a:pt x="6691378" y="2571885"/>
                  </a:lnTo>
                  <a:lnTo>
                    <a:pt x="6735377" y="2611505"/>
                  </a:lnTo>
                  <a:lnTo>
                    <a:pt x="6779750" y="2647975"/>
                  </a:lnTo>
                  <a:lnTo>
                    <a:pt x="6786527" y="2653229"/>
                  </a:lnTo>
                  <a:lnTo>
                    <a:pt x="6835654" y="2688741"/>
                  </a:lnTo>
                  <a:lnTo>
                    <a:pt x="6886453" y="2720675"/>
                  </a:lnTo>
                  <a:lnTo>
                    <a:pt x="6939722" y="2749216"/>
                  </a:lnTo>
                  <a:lnTo>
                    <a:pt x="6996351" y="2774676"/>
                  </a:lnTo>
                  <a:lnTo>
                    <a:pt x="7057246" y="2797406"/>
                  </a:lnTo>
                  <a:lnTo>
                    <a:pt x="7123252" y="2817742"/>
                  </a:lnTo>
                  <a:lnTo>
                    <a:pt x="7195054" y="2835983"/>
                  </a:lnTo>
                  <a:lnTo>
                    <a:pt x="7273047" y="2852367"/>
                  </a:lnTo>
                  <a:lnTo>
                    <a:pt x="7357159" y="2867069"/>
                  </a:lnTo>
                  <a:lnTo>
                    <a:pt x="7446652" y="2880196"/>
                  </a:lnTo>
                  <a:lnTo>
                    <a:pt x="7539913" y="2891792"/>
                  </a:lnTo>
                  <a:lnTo>
                    <a:pt x="7634325" y="2901851"/>
                  </a:lnTo>
                  <a:lnTo>
                    <a:pt x="7726302" y="2910337"/>
                  </a:lnTo>
                  <a:lnTo>
                    <a:pt x="7811592" y="2917220"/>
                  </a:lnTo>
                  <a:lnTo>
                    <a:pt x="7885892" y="2922511"/>
                  </a:lnTo>
                  <a:lnTo>
                    <a:pt x="7945665" y="2926295"/>
                  </a:lnTo>
                  <a:lnTo>
                    <a:pt x="7988960" y="2928747"/>
                  </a:lnTo>
                  <a:lnTo>
                    <a:pt x="8015951" y="2930122"/>
                  </a:lnTo>
                  <a:lnTo>
                    <a:pt x="8029052" y="2930724"/>
                  </a:lnTo>
                  <a:lnTo>
                    <a:pt x="8032690" y="2930876"/>
                  </a:lnTo>
                  <a:lnTo>
                    <a:pt x="8032819" y="2930881"/>
                  </a:lnTo>
                  <a:lnTo>
                    <a:pt x="8554953" y="2930881"/>
                  </a:lnTo>
                  <a:lnTo>
                    <a:pt x="8554953" y="2930881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86" name="pl286"/>
            <p:cNvSpPr/>
            <p:nvPr/>
          </p:nvSpPr>
          <p:spPr>
            <a:xfrm>
              <a:off x="386606" y="1716379"/>
              <a:ext cx="8554953" cy="2930881"/>
            </a:xfrm>
            <a:custGeom>
              <a:avLst/>
              <a:pathLst>
                <a:path w="8554953" h="2930881">
                  <a:moveTo>
                    <a:pt x="8554953" y="2930881"/>
                  </a:moveTo>
                  <a:lnTo>
                    <a:pt x="8032819" y="2930881"/>
                  </a:lnTo>
                  <a:lnTo>
                    <a:pt x="8031594" y="2930832"/>
                  </a:lnTo>
                  <a:lnTo>
                    <a:pt x="8023576" y="2930480"/>
                  </a:lnTo>
                  <a:lnTo>
                    <a:pt x="8003508" y="2929506"/>
                  </a:lnTo>
                  <a:lnTo>
                    <a:pt x="7967993" y="2927593"/>
                  </a:lnTo>
                  <a:lnTo>
                    <a:pt x="7915799" y="2924458"/>
                  </a:lnTo>
                  <a:lnTo>
                    <a:pt x="7847928" y="2919887"/>
                  </a:lnTo>
                  <a:lnTo>
                    <a:pt x="7767264" y="2913754"/>
                  </a:lnTo>
                  <a:lnTo>
                    <a:pt x="7677863" y="2906015"/>
                  </a:lnTo>
                  <a:lnTo>
                    <a:pt x="7584091" y="2896686"/>
                  </a:lnTo>
                  <a:lnTo>
                    <a:pt x="7489904" y="2885806"/>
                  </a:lnTo>
                  <a:lnTo>
                    <a:pt x="7398390" y="2873396"/>
                  </a:lnTo>
                  <a:lnTo>
                    <a:pt x="7311622" y="2859440"/>
                  </a:lnTo>
                  <a:lnTo>
                    <a:pt x="7230725" y="2843859"/>
                  </a:lnTo>
                  <a:lnTo>
                    <a:pt x="7156055" y="2826512"/>
                  </a:lnTo>
                  <a:lnTo>
                    <a:pt x="7087411" y="2807189"/>
                  </a:lnTo>
                  <a:lnTo>
                    <a:pt x="7024226" y="2785617"/>
                  </a:lnTo>
                  <a:lnTo>
                    <a:pt x="6965714" y="2761477"/>
                  </a:lnTo>
                  <a:lnTo>
                    <a:pt x="6910988" y="2734419"/>
                  </a:lnTo>
                  <a:lnTo>
                    <a:pt x="6859141" y="2704104"/>
                  </a:lnTo>
                  <a:lnTo>
                    <a:pt x="6809323" y="2670274"/>
                  </a:lnTo>
                  <a:lnTo>
                    <a:pt x="6786527" y="2653229"/>
                  </a:lnTo>
                  <a:lnTo>
                    <a:pt x="6742062" y="2617227"/>
                  </a:lnTo>
                  <a:lnTo>
                    <a:pt x="6698030" y="2578089"/>
                  </a:lnTo>
                  <a:lnTo>
                    <a:pt x="6654077" y="2535756"/>
                  </a:lnTo>
                  <a:lnTo>
                    <a:pt x="6609942" y="2490243"/>
                  </a:lnTo>
                  <a:lnTo>
                    <a:pt x="6565448" y="2441653"/>
                  </a:lnTo>
                  <a:lnTo>
                    <a:pt x="6520489" y="2390176"/>
                  </a:lnTo>
                  <a:lnTo>
                    <a:pt x="6475026" y="2336098"/>
                  </a:lnTo>
                  <a:lnTo>
                    <a:pt x="6429079" y="2279796"/>
                  </a:lnTo>
                  <a:lnTo>
                    <a:pt x="6382720" y="2221729"/>
                  </a:lnTo>
                  <a:lnTo>
                    <a:pt x="6336057" y="2162428"/>
                  </a:lnTo>
                  <a:lnTo>
                    <a:pt x="6289229" y="2102472"/>
                  </a:lnTo>
                  <a:lnTo>
                    <a:pt x="6242389" y="2042470"/>
                  </a:lnTo>
                  <a:lnTo>
                    <a:pt x="6195691" y="1983031"/>
                  </a:lnTo>
                  <a:lnTo>
                    <a:pt x="6149278" y="1924742"/>
                  </a:lnTo>
                  <a:lnTo>
                    <a:pt x="6103263" y="1868141"/>
                  </a:lnTo>
                  <a:lnTo>
                    <a:pt x="6057725" y="1813700"/>
                  </a:lnTo>
                  <a:lnTo>
                    <a:pt x="6012690" y="1761809"/>
                  </a:lnTo>
                  <a:lnTo>
                    <a:pt x="5968130" y="1712767"/>
                  </a:lnTo>
                  <a:lnTo>
                    <a:pt x="5923950" y="1666780"/>
                  </a:lnTo>
                  <a:lnTo>
                    <a:pt x="5879984" y="1623962"/>
                  </a:lnTo>
                  <a:lnTo>
                    <a:pt x="5835985" y="1584342"/>
                  </a:lnTo>
                  <a:lnTo>
                    <a:pt x="5791612" y="1547872"/>
                  </a:lnTo>
                  <a:lnTo>
                    <a:pt x="5784835" y="1542618"/>
                  </a:lnTo>
                  <a:lnTo>
                    <a:pt x="5735708" y="1507106"/>
                  </a:lnTo>
                  <a:lnTo>
                    <a:pt x="5684909" y="1475172"/>
                  </a:lnTo>
                  <a:lnTo>
                    <a:pt x="5631640" y="1446631"/>
                  </a:lnTo>
                  <a:lnTo>
                    <a:pt x="5575011" y="1421171"/>
                  </a:lnTo>
                  <a:lnTo>
                    <a:pt x="5514116" y="1398442"/>
                  </a:lnTo>
                  <a:lnTo>
                    <a:pt x="5448110" y="1378105"/>
                  </a:lnTo>
                  <a:lnTo>
                    <a:pt x="5376308" y="1359864"/>
                  </a:lnTo>
                  <a:lnTo>
                    <a:pt x="5298315" y="1343480"/>
                  </a:lnTo>
                  <a:lnTo>
                    <a:pt x="5214203" y="1328778"/>
                  </a:lnTo>
                  <a:lnTo>
                    <a:pt x="5124710" y="1315651"/>
                  </a:lnTo>
                  <a:lnTo>
                    <a:pt x="5031449" y="1304055"/>
                  </a:lnTo>
                  <a:lnTo>
                    <a:pt x="4937037" y="1293996"/>
                  </a:lnTo>
                  <a:lnTo>
                    <a:pt x="4845060" y="1285510"/>
                  </a:lnTo>
                  <a:lnTo>
                    <a:pt x="4759770" y="1278628"/>
                  </a:lnTo>
                  <a:lnTo>
                    <a:pt x="4685470" y="1273337"/>
                  </a:lnTo>
                  <a:lnTo>
                    <a:pt x="4625697" y="1269552"/>
                  </a:lnTo>
                  <a:lnTo>
                    <a:pt x="4582402" y="1267100"/>
                  </a:lnTo>
                  <a:lnTo>
                    <a:pt x="4555411" y="1265725"/>
                  </a:lnTo>
                  <a:lnTo>
                    <a:pt x="4542310" y="1265123"/>
                  </a:lnTo>
                  <a:lnTo>
                    <a:pt x="4538672" y="1264971"/>
                  </a:lnTo>
                  <a:lnTo>
                    <a:pt x="4538543" y="1264966"/>
                  </a:lnTo>
                  <a:lnTo>
                    <a:pt x="4016409" y="1264966"/>
                  </a:lnTo>
                  <a:lnTo>
                    <a:pt x="4015165" y="1264928"/>
                  </a:lnTo>
                  <a:lnTo>
                    <a:pt x="4007031" y="1264656"/>
                  </a:lnTo>
                  <a:lnTo>
                    <a:pt x="3986679" y="1263905"/>
                  </a:lnTo>
                  <a:lnTo>
                    <a:pt x="3950690" y="1262431"/>
                  </a:lnTo>
                  <a:lnTo>
                    <a:pt x="3897854" y="1260015"/>
                  </a:lnTo>
                  <a:lnTo>
                    <a:pt x="3829235" y="1256494"/>
                  </a:lnTo>
                  <a:lnTo>
                    <a:pt x="3747806" y="1251773"/>
                  </a:lnTo>
                  <a:lnTo>
                    <a:pt x="3657706" y="1245820"/>
                  </a:lnTo>
                  <a:lnTo>
                    <a:pt x="3563366" y="1238649"/>
                  </a:lnTo>
                  <a:lnTo>
                    <a:pt x="3468769" y="1230289"/>
                  </a:lnTo>
                  <a:lnTo>
                    <a:pt x="3377002" y="1220756"/>
                  </a:lnTo>
                  <a:lnTo>
                    <a:pt x="3290117" y="1210035"/>
                  </a:lnTo>
                  <a:lnTo>
                    <a:pt x="3209203" y="1198063"/>
                  </a:lnTo>
                  <a:lnTo>
                    <a:pt x="3134580" y="1184726"/>
                  </a:lnTo>
                  <a:lnTo>
                    <a:pt x="3066014" y="1169861"/>
                  </a:lnTo>
                  <a:lnTo>
                    <a:pt x="3002908" y="1153253"/>
                  </a:lnTo>
                  <a:lnTo>
                    <a:pt x="2944452" y="1134654"/>
                  </a:lnTo>
                  <a:lnTo>
                    <a:pt x="2889742" y="1113793"/>
                  </a:lnTo>
                  <a:lnTo>
                    <a:pt x="2837858" y="1090413"/>
                  </a:lnTo>
                  <a:lnTo>
                    <a:pt x="2787946" y="1064324"/>
                  </a:lnTo>
                  <a:lnTo>
                    <a:pt x="2770117" y="1054138"/>
                  </a:lnTo>
                  <a:lnTo>
                    <a:pt x="2722617" y="1024836"/>
                  </a:lnTo>
                  <a:lnTo>
                    <a:pt x="2675580" y="992808"/>
                  </a:lnTo>
                  <a:lnTo>
                    <a:pt x="2628588" y="958008"/>
                  </a:lnTo>
                  <a:lnTo>
                    <a:pt x="2581341" y="920463"/>
                  </a:lnTo>
                  <a:lnTo>
                    <a:pt x="2533642" y="880288"/>
                  </a:lnTo>
                  <a:lnTo>
                    <a:pt x="2485390" y="837686"/>
                  </a:lnTo>
                  <a:lnTo>
                    <a:pt x="2436566" y="792954"/>
                  </a:lnTo>
                  <a:lnTo>
                    <a:pt x="2387222" y="746478"/>
                  </a:lnTo>
                  <a:lnTo>
                    <a:pt x="2337470" y="698718"/>
                  </a:lnTo>
                  <a:lnTo>
                    <a:pt x="2287467" y="650195"/>
                  </a:lnTo>
                  <a:lnTo>
                    <a:pt x="2237396" y="601466"/>
                  </a:lnTo>
                  <a:lnTo>
                    <a:pt x="2187444" y="553097"/>
                  </a:lnTo>
                  <a:lnTo>
                    <a:pt x="2137790" y="505639"/>
                  </a:lnTo>
                  <a:lnTo>
                    <a:pt x="2088579" y="459596"/>
                  </a:lnTo>
                  <a:lnTo>
                    <a:pt x="2039909" y="415412"/>
                  </a:lnTo>
                  <a:lnTo>
                    <a:pt x="1991813" y="373447"/>
                  </a:lnTo>
                  <a:lnTo>
                    <a:pt x="1944252" y="333975"/>
                  </a:lnTo>
                  <a:lnTo>
                    <a:pt x="1897098" y="297172"/>
                  </a:lnTo>
                  <a:lnTo>
                    <a:pt x="1850128" y="263130"/>
                  </a:lnTo>
                  <a:lnTo>
                    <a:pt x="1803012" y="231855"/>
                  </a:lnTo>
                  <a:lnTo>
                    <a:pt x="1768425" y="210827"/>
                  </a:lnTo>
                  <a:lnTo>
                    <a:pt x="1719046" y="183732"/>
                  </a:lnTo>
                  <a:lnTo>
                    <a:pt x="1667973" y="159381"/>
                  </a:lnTo>
                  <a:lnTo>
                    <a:pt x="1614396" y="137631"/>
                  </a:lnTo>
                  <a:lnTo>
                    <a:pt x="1557412" y="118240"/>
                  </a:lnTo>
                  <a:lnTo>
                    <a:pt x="1496100" y="100938"/>
                  </a:lnTo>
                  <a:lnTo>
                    <a:pt x="1429605" y="85465"/>
                  </a:lnTo>
                  <a:lnTo>
                    <a:pt x="1357237" y="71593"/>
                  </a:lnTo>
                  <a:lnTo>
                    <a:pt x="1278611" y="59140"/>
                  </a:lnTo>
                  <a:lnTo>
                    <a:pt x="1193819" y="47973"/>
                  </a:lnTo>
                  <a:lnTo>
                    <a:pt x="1103646" y="38012"/>
                  </a:lnTo>
                  <a:lnTo>
                    <a:pt x="1009776" y="29224"/>
                  </a:lnTo>
                  <a:lnTo>
                    <a:pt x="914922" y="21617"/>
                  </a:lnTo>
                  <a:lnTo>
                    <a:pt x="822776" y="15218"/>
                  </a:lnTo>
                  <a:lnTo>
                    <a:pt x="737677" y="10049"/>
                  </a:lnTo>
                  <a:lnTo>
                    <a:pt x="663969" y="6098"/>
                  </a:lnTo>
                  <a:lnTo>
                    <a:pt x="605149" y="3295"/>
                  </a:lnTo>
                  <a:lnTo>
                    <a:pt x="563043" y="1501"/>
                  </a:lnTo>
                  <a:lnTo>
                    <a:pt x="537283" y="514"/>
                  </a:lnTo>
                  <a:lnTo>
                    <a:pt x="525223" y="97"/>
                  </a:lnTo>
                  <a:lnTo>
                    <a:pt x="522195" y="1"/>
                  </a:lnTo>
                  <a:lnTo>
                    <a:pt x="522133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87" name="pg287"/>
            <p:cNvSpPr/>
            <p:nvPr/>
          </p:nvSpPr>
          <p:spPr>
            <a:xfrm>
              <a:off x="386606" y="1722026"/>
              <a:ext cx="8554953" cy="3281006"/>
            </a:xfrm>
            <a:custGeom>
              <a:avLst/>
              <a:pathLst>
                <a:path w="8554953" h="3281006">
                  <a:moveTo>
                    <a:pt x="0" y="5647"/>
                  </a:moveTo>
                  <a:lnTo>
                    <a:pt x="522133" y="5647"/>
                  </a:lnTo>
                  <a:lnTo>
                    <a:pt x="523377" y="5685"/>
                  </a:lnTo>
                  <a:lnTo>
                    <a:pt x="531512" y="5956"/>
                  </a:lnTo>
                  <a:lnTo>
                    <a:pt x="551863" y="6707"/>
                  </a:lnTo>
                  <a:lnTo>
                    <a:pt x="587852" y="8182"/>
                  </a:lnTo>
                  <a:lnTo>
                    <a:pt x="640688" y="10598"/>
                  </a:lnTo>
                  <a:lnTo>
                    <a:pt x="709307" y="14119"/>
                  </a:lnTo>
                  <a:lnTo>
                    <a:pt x="790736" y="18840"/>
                  </a:lnTo>
                  <a:lnTo>
                    <a:pt x="880836" y="24792"/>
                  </a:lnTo>
                  <a:lnTo>
                    <a:pt x="975176" y="31963"/>
                  </a:lnTo>
                  <a:lnTo>
                    <a:pt x="1069773" y="40323"/>
                  </a:lnTo>
                  <a:lnTo>
                    <a:pt x="1161540" y="49856"/>
                  </a:lnTo>
                  <a:lnTo>
                    <a:pt x="1248425" y="60577"/>
                  </a:lnTo>
                  <a:lnTo>
                    <a:pt x="1329340" y="72550"/>
                  </a:lnTo>
                  <a:lnTo>
                    <a:pt x="1403962" y="85886"/>
                  </a:lnTo>
                  <a:lnTo>
                    <a:pt x="1472528" y="100752"/>
                  </a:lnTo>
                  <a:lnTo>
                    <a:pt x="1535635" y="117359"/>
                  </a:lnTo>
                  <a:lnTo>
                    <a:pt x="1594090" y="135958"/>
                  </a:lnTo>
                  <a:lnTo>
                    <a:pt x="1648800" y="156819"/>
                  </a:lnTo>
                  <a:lnTo>
                    <a:pt x="1700684" y="180199"/>
                  </a:lnTo>
                  <a:lnTo>
                    <a:pt x="1750596" y="206289"/>
                  </a:lnTo>
                  <a:lnTo>
                    <a:pt x="1768425" y="216474"/>
                  </a:lnTo>
                  <a:lnTo>
                    <a:pt x="1815926" y="245777"/>
                  </a:lnTo>
                  <a:lnTo>
                    <a:pt x="1862962" y="277804"/>
                  </a:lnTo>
                  <a:lnTo>
                    <a:pt x="1909954" y="312605"/>
                  </a:lnTo>
                  <a:lnTo>
                    <a:pt x="1957202" y="350149"/>
                  </a:lnTo>
                  <a:lnTo>
                    <a:pt x="2004900" y="390325"/>
                  </a:lnTo>
                  <a:lnTo>
                    <a:pt x="2053152" y="432926"/>
                  </a:lnTo>
                  <a:lnTo>
                    <a:pt x="2101977" y="477658"/>
                  </a:lnTo>
                  <a:lnTo>
                    <a:pt x="2151321" y="524134"/>
                  </a:lnTo>
                  <a:lnTo>
                    <a:pt x="2201072" y="571894"/>
                  </a:lnTo>
                  <a:lnTo>
                    <a:pt x="2251075" y="620417"/>
                  </a:lnTo>
                  <a:lnTo>
                    <a:pt x="2301147" y="669147"/>
                  </a:lnTo>
                  <a:lnTo>
                    <a:pt x="2351098" y="717515"/>
                  </a:lnTo>
                  <a:lnTo>
                    <a:pt x="2400752" y="764974"/>
                  </a:lnTo>
                  <a:lnTo>
                    <a:pt x="2449963" y="811016"/>
                  </a:lnTo>
                  <a:lnTo>
                    <a:pt x="2498633" y="855201"/>
                  </a:lnTo>
                  <a:lnTo>
                    <a:pt x="2546729" y="897165"/>
                  </a:lnTo>
                  <a:lnTo>
                    <a:pt x="2594290" y="936638"/>
                  </a:lnTo>
                  <a:lnTo>
                    <a:pt x="2641444" y="973440"/>
                  </a:lnTo>
                  <a:lnTo>
                    <a:pt x="2688414" y="1007482"/>
                  </a:lnTo>
                  <a:lnTo>
                    <a:pt x="2735530" y="1038757"/>
                  </a:lnTo>
                  <a:lnTo>
                    <a:pt x="2770117" y="1059785"/>
                  </a:lnTo>
                  <a:lnTo>
                    <a:pt x="2819496" y="1086880"/>
                  </a:lnTo>
                  <a:lnTo>
                    <a:pt x="2870569" y="1111231"/>
                  </a:lnTo>
                  <a:lnTo>
                    <a:pt x="2924146" y="1132981"/>
                  </a:lnTo>
                  <a:lnTo>
                    <a:pt x="2981131" y="1152373"/>
                  </a:lnTo>
                  <a:lnTo>
                    <a:pt x="3042443" y="1169675"/>
                  </a:lnTo>
                  <a:lnTo>
                    <a:pt x="3108937" y="1185148"/>
                  </a:lnTo>
                  <a:lnTo>
                    <a:pt x="3181305" y="1199020"/>
                  </a:lnTo>
                  <a:lnTo>
                    <a:pt x="3259931" y="1211473"/>
                  </a:lnTo>
                  <a:lnTo>
                    <a:pt x="3344723" y="1222640"/>
                  </a:lnTo>
                  <a:lnTo>
                    <a:pt x="3434896" y="1232601"/>
                  </a:lnTo>
                  <a:lnTo>
                    <a:pt x="3528766" y="1241389"/>
                  </a:lnTo>
                  <a:lnTo>
                    <a:pt x="3623620" y="1248996"/>
                  </a:lnTo>
                  <a:lnTo>
                    <a:pt x="3715766" y="1255395"/>
                  </a:lnTo>
                  <a:lnTo>
                    <a:pt x="3800866" y="1260564"/>
                  </a:lnTo>
                  <a:lnTo>
                    <a:pt x="3874573" y="1264514"/>
                  </a:lnTo>
                  <a:lnTo>
                    <a:pt x="3933393" y="1267317"/>
                  </a:lnTo>
                  <a:lnTo>
                    <a:pt x="3975499" y="1269112"/>
                  </a:lnTo>
                  <a:lnTo>
                    <a:pt x="4001259" y="1270099"/>
                  </a:lnTo>
                  <a:lnTo>
                    <a:pt x="4013319" y="1270516"/>
                  </a:lnTo>
                  <a:lnTo>
                    <a:pt x="4016409" y="1270613"/>
                  </a:lnTo>
                  <a:lnTo>
                    <a:pt x="4538543" y="1270613"/>
                  </a:lnTo>
                  <a:lnTo>
                    <a:pt x="4539749" y="1270672"/>
                  </a:lnTo>
                  <a:lnTo>
                    <a:pt x="4547645" y="1271090"/>
                  </a:lnTo>
                  <a:lnTo>
                    <a:pt x="4567419" y="1272246"/>
                  </a:lnTo>
                  <a:lnTo>
                    <a:pt x="4602440" y="1274518"/>
                  </a:lnTo>
                  <a:lnTo>
                    <a:pt x="4653962" y="1278242"/>
                  </a:lnTo>
                  <a:lnTo>
                    <a:pt x="4721050" y="1283676"/>
                  </a:lnTo>
                  <a:lnTo>
                    <a:pt x="4800908" y="1290972"/>
                  </a:lnTo>
                  <a:lnTo>
                    <a:pt x="4889573" y="1300184"/>
                  </a:lnTo>
                  <a:lnTo>
                    <a:pt x="4982741" y="1311297"/>
                  </a:lnTo>
                  <a:lnTo>
                    <a:pt x="5076489" y="1324264"/>
                  </a:lnTo>
                  <a:lnTo>
                    <a:pt x="5167730" y="1339057"/>
                  </a:lnTo>
                  <a:lnTo>
                    <a:pt x="5254366" y="1355694"/>
                  </a:lnTo>
                  <a:lnTo>
                    <a:pt x="5335239" y="1374262"/>
                  </a:lnTo>
                  <a:lnTo>
                    <a:pt x="5409956" y="1394925"/>
                  </a:lnTo>
                  <a:lnTo>
                    <a:pt x="5478680" y="1417926"/>
                  </a:lnTo>
                  <a:lnTo>
                    <a:pt x="5541949" y="1443583"/>
                  </a:lnTo>
                  <a:lnTo>
                    <a:pt x="5600523" y="1472272"/>
                  </a:lnTo>
                  <a:lnTo>
                    <a:pt x="5655269" y="1504407"/>
                  </a:lnTo>
                  <a:lnTo>
                    <a:pt x="5707083" y="1540395"/>
                  </a:lnTo>
                  <a:lnTo>
                    <a:pt x="5756809" y="1580556"/>
                  </a:lnTo>
                  <a:lnTo>
                    <a:pt x="5784835" y="1605678"/>
                  </a:lnTo>
                  <a:lnTo>
                    <a:pt x="5826888" y="1646657"/>
                  </a:lnTo>
                  <a:lnTo>
                    <a:pt x="5868536" y="1691014"/>
                  </a:lnTo>
                  <a:lnTo>
                    <a:pt x="5910083" y="1738816"/>
                  </a:lnTo>
                  <a:lnTo>
                    <a:pt x="5951761" y="1790056"/>
                  </a:lnTo>
                  <a:lnTo>
                    <a:pt x="5993732" y="1844649"/>
                  </a:lnTo>
                  <a:lnTo>
                    <a:pt x="6036099" y="1902422"/>
                  </a:lnTo>
                  <a:lnTo>
                    <a:pt x="6078912" y="1963114"/>
                  </a:lnTo>
                  <a:lnTo>
                    <a:pt x="6122170" y="2026373"/>
                  </a:lnTo>
                  <a:lnTo>
                    <a:pt x="6165830" y="2091763"/>
                  </a:lnTo>
                  <a:lnTo>
                    <a:pt x="6209813" y="2158774"/>
                  </a:lnTo>
                  <a:lnTo>
                    <a:pt x="6254015" y="2226838"/>
                  </a:lnTo>
                  <a:lnTo>
                    <a:pt x="6298310" y="2295348"/>
                  </a:lnTo>
                  <a:lnTo>
                    <a:pt x="6342567" y="2363680"/>
                  </a:lnTo>
                  <a:lnTo>
                    <a:pt x="6386659" y="2431216"/>
                  </a:lnTo>
                  <a:lnTo>
                    <a:pt x="6430469" y="2497369"/>
                  </a:lnTo>
                  <a:lnTo>
                    <a:pt x="6473907" y="2561602"/>
                  </a:lnTo>
                  <a:lnTo>
                    <a:pt x="6516914" y="2623446"/>
                  </a:lnTo>
                  <a:lnTo>
                    <a:pt x="6559470" y="2682511"/>
                  </a:lnTo>
                  <a:lnTo>
                    <a:pt x="6601602" y="2738498"/>
                  </a:lnTo>
                  <a:lnTo>
                    <a:pt x="6643389" y="2791195"/>
                  </a:lnTo>
                  <a:lnTo>
                    <a:pt x="6684969" y="2840479"/>
                  </a:lnTo>
                  <a:lnTo>
                    <a:pt x="6726540" y="2886313"/>
                  </a:lnTo>
                  <a:lnTo>
                    <a:pt x="6768377" y="2928732"/>
                  </a:lnTo>
                  <a:lnTo>
                    <a:pt x="6786527" y="2945940"/>
                  </a:lnTo>
                  <a:lnTo>
                    <a:pt x="6835388" y="2988579"/>
                  </a:lnTo>
                  <a:lnTo>
                    <a:pt x="6885901" y="3026945"/>
                  </a:lnTo>
                  <a:lnTo>
                    <a:pt x="6938848" y="3061256"/>
                  </a:lnTo>
                  <a:lnTo>
                    <a:pt x="6995104" y="3091882"/>
                  </a:lnTo>
                  <a:lnTo>
                    <a:pt x="7055563" y="3119239"/>
                  </a:lnTo>
                  <a:lnTo>
                    <a:pt x="7121057" y="3143729"/>
                  </a:lnTo>
                  <a:lnTo>
                    <a:pt x="7192269" y="3165707"/>
                  </a:lnTo>
                  <a:lnTo>
                    <a:pt x="7269598" y="3185458"/>
                  </a:lnTo>
                  <a:lnTo>
                    <a:pt x="7352998" y="3203193"/>
                  </a:lnTo>
                  <a:lnTo>
                    <a:pt x="7441775" y="3219044"/>
                  </a:lnTo>
                  <a:lnTo>
                    <a:pt x="7534390" y="3233065"/>
                  </a:lnTo>
                  <a:lnTo>
                    <a:pt x="7628325" y="3245253"/>
                  </a:lnTo>
                  <a:lnTo>
                    <a:pt x="7720102" y="3255566"/>
                  </a:lnTo>
                  <a:lnTo>
                    <a:pt x="7805565" y="3263967"/>
                  </a:lnTo>
                  <a:lnTo>
                    <a:pt x="7880455" y="3270463"/>
                  </a:lnTo>
                  <a:lnTo>
                    <a:pt x="7941202" y="3275149"/>
                  </a:lnTo>
                  <a:lnTo>
                    <a:pt x="7985732" y="3278222"/>
                  </a:lnTo>
                  <a:lnTo>
                    <a:pt x="8014021" y="3279977"/>
                  </a:lnTo>
                  <a:lnTo>
                    <a:pt x="8028245" y="3280774"/>
                  </a:lnTo>
                  <a:lnTo>
                    <a:pt x="8032582" y="3280995"/>
                  </a:lnTo>
                  <a:lnTo>
                    <a:pt x="8032819" y="3281006"/>
                  </a:lnTo>
                  <a:lnTo>
                    <a:pt x="8554953" y="3281006"/>
                  </a:lnTo>
                  <a:lnTo>
                    <a:pt x="8554953" y="3275359"/>
                  </a:lnTo>
                  <a:lnTo>
                    <a:pt x="8032819" y="3275359"/>
                  </a:lnTo>
                  <a:lnTo>
                    <a:pt x="8031613" y="3275300"/>
                  </a:lnTo>
                  <a:lnTo>
                    <a:pt x="8023717" y="3274882"/>
                  </a:lnTo>
                  <a:lnTo>
                    <a:pt x="8003943" y="3273726"/>
                  </a:lnTo>
                  <a:lnTo>
                    <a:pt x="7968922" y="3271454"/>
                  </a:lnTo>
                  <a:lnTo>
                    <a:pt x="7917400" y="3267730"/>
                  </a:lnTo>
                  <a:lnTo>
                    <a:pt x="7850312" y="3262296"/>
                  </a:lnTo>
                  <a:lnTo>
                    <a:pt x="7770454" y="3255000"/>
                  </a:lnTo>
                  <a:lnTo>
                    <a:pt x="7681789" y="3245787"/>
                  </a:lnTo>
                  <a:lnTo>
                    <a:pt x="7588621" y="3234675"/>
                  </a:lnTo>
                  <a:lnTo>
                    <a:pt x="7494873" y="3221708"/>
                  </a:lnTo>
                  <a:lnTo>
                    <a:pt x="7403632" y="3206915"/>
                  </a:lnTo>
                  <a:lnTo>
                    <a:pt x="7316996" y="3190277"/>
                  </a:lnTo>
                  <a:lnTo>
                    <a:pt x="7236123" y="3171710"/>
                  </a:lnTo>
                  <a:lnTo>
                    <a:pt x="7161406" y="3151047"/>
                  </a:lnTo>
                  <a:lnTo>
                    <a:pt x="7092682" y="3128046"/>
                  </a:lnTo>
                  <a:lnTo>
                    <a:pt x="7029413" y="3102389"/>
                  </a:lnTo>
                  <a:lnTo>
                    <a:pt x="6970839" y="3073700"/>
                  </a:lnTo>
                  <a:lnTo>
                    <a:pt x="6916093" y="3041564"/>
                  </a:lnTo>
                  <a:lnTo>
                    <a:pt x="6864279" y="3005577"/>
                  </a:lnTo>
                  <a:lnTo>
                    <a:pt x="6814553" y="2965416"/>
                  </a:lnTo>
                  <a:lnTo>
                    <a:pt x="6786527" y="2940293"/>
                  </a:lnTo>
                  <a:lnTo>
                    <a:pt x="6744474" y="2899315"/>
                  </a:lnTo>
                  <a:lnTo>
                    <a:pt x="6702826" y="2854958"/>
                  </a:lnTo>
                  <a:lnTo>
                    <a:pt x="6661279" y="2807156"/>
                  </a:lnTo>
                  <a:lnTo>
                    <a:pt x="6619601" y="2755916"/>
                  </a:lnTo>
                  <a:lnTo>
                    <a:pt x="6577630" y="2701323"/>
                  </a:lnTo>
                  <a:lnTo>
                    <a:pt x="6535263" y="2643549"/>
                  </a:lnTo>
                  <a:lnTo>
                    <a:pt x="6492450" y="2582857"/>
                  </a:lnTo>
                  <a:lnTo>
                    <a:pt x="6449192" y="2519598"/>
                  </a:lnTo>
                  <a:lnTo>
                    <a:pt x="6405532" y="2454209"/>
                  </a:lnTo>
                  <a:lnTo>
                    <a:pt x="6361548" y="2387198"/>
                  </a:lnTo>
                  <a:lnTo>
                    <a:pt x="6317347" y="2319133"/>
                  </a:lnTo>
                  <a:lnTo>
                    <a:pt x="6273052" y="2250624"/>
                  </a:lnTo>
                  <a:lnTo>
                    <a:pt x="6228795" y="2182292"/>
                  </a:lnTo>
                  <a:lnTo>
                    <a:pt x="6184703" y="2114756"/>
                  </a:lnTo>
                  <a:lnTo>
                    <a:pt x="6140893" y="2048603"/>
                  </a:lnTo>
                  <a:lnTo>
                    <a:pt x="6097455" y="1984370"/>
                  </a:lnTo>
                  <a:lnTo>
                    <a:pt x="6054448" y="1922526"/>
                  </a:lnTo>
                  <a:lnTo>
                    <a:pt x="6011892" y="1863460"/>
                  </a:lnTo>
                  <a:lnTo>
                    <a:pt x="5969760" y="1807474"/>
                  </a:lnTo>
                  <a:lnTo>
                    <a:pt x="5927973" y="1754777"/>
                  </a:lnTo>
                  <a:lnTo>
                    <a:pt x="5886393" y="1705492"/>
                  </a:lnTo>
                  <a:lnTo>
                    <a:pt x="5844822" y="1659659"/>
                  </a:lnTo>
                  <a:lnTo>
                    <a:pt x="5802985" y="1617240"/>
                  </a:lnTo>
                  <a:lnTo>
                    <a:pt x="5784835" y="1600031"/>
                  </a:lnTo>
                  <a:lnTo>
                    <a:pt x="5735974" y="1557392"/>
                  </a:lnTo>
                  <a:lnTo>
                    <a:pt x="5685461" y="1519027"/>
                  </a:lnTo>
                  <a:lnTo>
                    <a:pt x="5632514" y="1484715"/>
                  </a:lnTo>
                  <a:lnTo>
                    <a:pt x="5576258" y="1454089"/>
                  </a:lnTo>
                  <a:lnTo>
                    <a:pt x="5515799" y="1426733"/>
                  </a:lnTo>
                  <a:lnTo>
                    <a:pt x="5450305" y="1402242"/>
                  </a:lnTo>
                  <a:lnTo>
                    <a:pt x="5379093" y="1380265"/>
                  </a:lnTo>
                  <a:lnTo>
                    <a:pt x="5301764" y="1360514"/>
                  </a:lnTo>
                  <a:lnTo>
                    <a:pt x="5218364" y="1342779"/>
                  </a:lnTo>
                  <a:lnTo>
                    <a:pt x="5129587" y="1326928"/>
                  </a:lnTo>
                  <a:lnTo>
                    <a:pt x="5036972" y="1312906"/>
                  </a:lnTo>
                  <a:lnTo>
                    <a:pt x="4943037" y="1300718"/>
                  </a:lnTo>
                  <a:lnTo>
                    <a:pt x="4851260" y="1290405"/>
                  </a:lnTo>
                  <a:lnTo>
                    <a:pt x="4765797" y="1282005"/>
                  </a:lnTo>
                  <a:lnTo>
                    <a:pt x="4690907" y="1275508"/>
                  </a:lnTo>
                  <a:lnTo>
                    <a:pt x="4630160" y="1270823"/>
                  </a:lnTo>
                  <a:lnTo>
                    <a:pt x="4585630" y="1267750"/>
                  </a:lnTo>
                  <a:lnTo>
                    <a:pt x="4557341" y="1265995"/>
                  </a:lnTo>
                  <a:lnTo>
                    <a:pt x="4543117" y="1265198"/>
                  </a:lnTo>
                  <a:lnTo>
                    <a:pt x="4538780" y="1264977"/>
                  </a:lnTo>
                  <a:lnTo>
                    <a:pt x="4538543" y="1264966"/>
                  </a:lnTo>
                  <a:lnTo>
                    <a:pt x="4016409" y="1264966"/>
                  </a:lnTo>
                  <a:lnTo>
                    <a:pt x="4015165" y="1264928"/>
                  </a:lnTo>
                  <a:lnTo>
                    <a:pt x="4007031" y="1264656"/>
                  </a:lnTo>
                  <a:lnTo>
                    <a:pt x="3986679" y="1263905"/>
                  </a:lnTo>
                  <a:lnTo>
                    <a:pt x="3950690" y="1262431"/>
                  </a:lnTo>
                  <a:lnTo>
                    <a:pt x="3897854" y="1260015"/>
                  </a:lnTo>
                  <a:lnTo>
                    <a:pt x="3829235" y="1256494"/>
                  </a:lnTo>
                  <a:lnTo>
                    <a:pt x="3747806" y="1251773"/>
                  </a:lnTo>
                  <a:lnTo>
                    <a:pt x="3657706" y="1245820"/>
                  </a:lnTo>
                  <a:lnTo>
                    <a:pt x="3563366" y="1238649"/>
                  </a:lnTo>
                  <a:lnTo>
                    <a:pt x="3468769" y="1230289"/>
                  </a:lnTo>
                  <a:lnTo>
                    <a:pt x="3377002" y="1220756"/>
                  </a:lnTo>
                  <a:lnTo>
                    <a:pt x="3290117" y="1210035"/>
                  </a:lnTo>
                  <a:lnTo>
                    <a:pt x="3209203" y="1198063"/>
                  </a:lnTo>
                  <a:lnTo>
                    <a:pt x="3134580" y="1184726"/>
                  </a:lnTo>
                  <a:lnTo>
                    <a:pt x="3066014" y="1169861"/>
                  </a:lnTo>
                  <a:lnTo>
                    <a:pt x="3002908" y="1153253"/>
                  </a:lnTo>
                  <a:lnTo>
                    <a:pt x="2944452" y="1134654"/>
                  </a:lnTo>
                  <a:lnTo>
                    <a:pt x="2889742" y="1113793"/>
                  </a:lnTo>
                  <a:lnTo>
                    <a:pt x="2837858" y="1090413"/>
                  </a:lnTo>
                  <a:lnTo>
                    <a:pt x="2787946" y="1064324"/>
                  </a:lnTo>
                  <a:lnTo>
                    <a:pt x="2770117" y="1054138"/>
                  </a:lnTo>
                  <a:lnTo>
                    <a:pt x="2722617" y="1024836"/>
                  </a:lnTo>
                  <a:lnTo>
                    <a:pt x="2675580" y="992808"/>
                  </a:lnTo>
                  <a:lnTo>
                    <a:pt x="2628588" y="958008"/>
                  </a:lnTo>
                  <a:lnTo>
                    <a:pt x="2581341" y="920463"/>
                  </a:lnTo>
                  <a:lnTo>
                    <a:pt x="2533642" y="880288"/>
                  </a:lnTo>
                  <a:lnTo>
                    <a:pt x="2485390" y="837686"/>
                  </a:lnTo>
                  <a:lnTo>
                    <a:pt x="2436566" y="792954"/>
                  </a:lnTo>
                  <a:lnTo>
                    <a:pt x="2387222" y="746478"/>
                  </a:lnTo>
                  <a:lnTo>
                    <a:pt x="2337470" y="698718"/>
                  </a:lnTo>
                  <a:lnTo>
                    <a:pt x="2287467" y="650195"/>
                  </a:lnTo>
                  <a:lnTo>
                    <a:pt x="2237396" y="601466"/>
                  </a:lnTo>
                  <a:lnTo>
                    <a:pt x="2187444" y="553097"/>
                  </a:lnTo>
                  <a:lnTo>
                    <a:pt x="2137790" y="505639"/>
                  </a:lnTo>
                  <a:lnTo>
                    <a:pt x="2088579" y="459596"/>
                  </a:lnTo>
                  <a:lnTo>
                    <a:pt x="2039909" y="415412"/>
                  </a:lnTo>
                  <a:lnTo>
                    <a:pt x="1991813" y="373447"/>
                  </a:lnTo>
                  <a:lnTo>
                    <a:pt x="1944252" y="333975"/>
                  </a:lnTo>
                  <a:lnTo>
                    <a:pt x="1897098" y="297172"/>
                  </a:lnTo>
                  <a:lnTo>
                    <a:pt x="1850128" y="263130"/>
                  </a:lnTo>
                  <a:lnTo>
                    <a:pt x="1803012" y="231855"/>
                  </a:lnTo>
                  <a:lnTo>
                    <a:pt x="1768425" y="210827"/>
                  </a:lnTo>
                  <a:lnTo>
                    <a:pt x="1719046" y="183732"/>
                  </a:lnTo>
                  <a:lnTo>
                    <a:pt x="1667973" y="159381"/>
                  </a:lnTo>
                  <a:lnTo>
                    <a:pt x="1614396" y="137631"/>
                  </a:lnTo>
                  <a:lnTo>
                    <a:pt x="1557412" y="118240"/>
                  </a:lnTo>
                  <a:lnTo>
                    <a:pt x="1496100" y="100938"/>
                  </a:lnTo>
                  <a:lnTo>
                    <a:pt x="1429605" y="85465"/>
                  </a:lnTo>
                  <a:lnTo>
                    <a:pt x="1357237" y="71593"/>
                  </a:lnTo>
                  <a:lnTo>
                    <a:pt x="1278611" y="59140"/>
                  </a:lnTo>
                  <a:lnTo>
                    <a:pt x="1193819" y="47973"/>
                  </a:lnTo>
                  <a:lnTo>
                    <a:pt x="1103646" y="38012"/>
                  </a:lnTo>
                  <a:lnTo>
                    <a:pt x="1009776" y="29224"/>
                  </a:lnTo>
                  <a:lnTo>
                    <a:pt x="914922" y="21617"/>
                  </a:lnTo>
                  <a:lnTo>
                    <a:pt x="822776" y="15218"/>
                  </a:lnTo>
                  <a:lnTo>
                    <a:pt x="737677" y="10049"/>
                  </a:lnTo>
                  <a:lnTo>
                    <a:pt x="663969" y="6098"/>
                  </a:lnTo>
                  <a:lnTo>
                    <a:pt x="605149" y="3295"/>
                  </a:lnTo>
                  <a:lnTo>
                    <a:pt x="563043" y="1501"/>
                  </a:lnTo>
                  <a:lnTo>
                    <a:pt x="537283" y="514"/>
                  </a:lnTo>
                  <a:lnTo>
                    <a:pt x="525223" y="97"/>
                  </a:lnTo>
                  <a:lnTo>
                    <a:pt x="5221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288" name="pl288"/>
            <p:cNvSpPr/>
            <p:nvPr/>
          </p:nvSpPr>
          <p:spPr>
            <a:xfrm>
              <a:off x="386606" y="1727673"/>
              <a:ext cx="8554953" cy="3275359"/>
            </a:xfrm>
            <a:custGeom>
              <a:avLst/>
              <a:pathLst>
                <a:path w="8554953" h="3275359">
                  <a:moveTo>
                    <a:pt x="0" y="0"/>
                  </a:moveTo>
                  <a:lnTo>
                    <a:pt x="522133" y="0"/>
                  </a:lnTo>
                  <a:lnTo>
                    <a:pt x="523377" y="38"/>
                  </a:lnTo>
                  <a:lnTo>
                    <a:pt x="531512" y="309"/>
                  </a:lnTo>
                  <a:lnTo>
                    <a:pt x="551863" y="1060"/>
                  </a:lnTo>
                  <a:lnTo>
                    <a:pt x="587852" y="2535"/>
                  </a:lnTo>
                  <a:lnTo>
                    <a:pt x="640688" y="4951"/>
                  </a:lnTo>
                  <a:lnTo>
                    <a:pt x="709307" y="8471"/>
                  </a:lnTo>
                  <a:lnTo>
                    <a:pt x="790736" y="13193"/>
                  </a:lnTo>
                  <a:lnTo>
                    <a:pt x="880836" y="19145"/>
                  </a:lnTo>
                  <a:lnTo>
                    <a:pt x="975176" y="26316"/>
                  </a:lnTo>
                  <a:lnTo>
                    <a:pt x="1069773" y="34676"/>
                  </a:lnTo>
                  <a:lnTo>
                    <a:pt x="1161540" y="44209"/>
                  </a:lnTo>
                  <a:lnTo>
                    <a:pt x="1248425" y="54930"/>
                  </a:lnTo>
                  <a:lnTo>
                    <a:pt x="1329340" y="66902"/>
                  </a:lnTo>
                  <a:lnTo>
                    <a:pt x="1403962" y="80239"/>
                  </a:lnTo>
                  <a:lnTo>
                    <a:pt x="1472528" y="95105"/>
                  </a:lnTo>
                  <a:lnTo>
                    <a:pt x="1535635" y="111712"/>
                  </a:lnTo>
                  <a:lnTo>
                    <a:pt x="1594090" y="130311"/>
                  </a:lnTo>
                  <a:lnTo>
                    <a:pt x="1648800" y="151172"/>
                  </a:lnTo>
                  <a:lnTo>
                    <a:pt x="1700684" y="174552"/>
                  </a:lnTo>
                  <a:lnTo>
                    <a:pt x="1750596" y="200641"/>
                  </a:lnTo>
                  <a:lnTo>
                    <a:pt x="1768425" y="210827"/>
                  </a:lnTo>
                  <a:lnTo>
                    <a:pt x="1815926" y="240130"/>
                  </a:lnTo>
                  <a:lnTo>
                    <a:pt x="1862962" y="272157"/>
                  </a:lnTo>
                  <a:lnTo>
                    <a:pt x="1909954" y="306957"/>
                  </a:lnTo>
                  <a:lnTo>
                    <a:pt x="1957202" y="344502"/>
                  </a:lnTo>
                  <a:lnTo>
                    <a:pt x="2004900" y="384677"/>
                  </a:lnTo>
                  <a:lnTo>
                    <a:pt x="2053152" y="427279"/>
                  </a:lnTo>
                  <a:lnTo>
                    <a:pt x="2101977" y="472011"/>
                  </a:lnTo>
                  <a:lnTo>
                    <a:pt x="2151321" y="518487"/>
                  </a:lnTo>
                  <a:lnTo>
                    <a:pt x="2201072" y="566247"/>
                  </a:lnTo>
                  <a:lnTo>
                    <a:pt x="2251075" y="614770"/>
                  </a:lnTo>
                  <a:lnTo>
                    <a:pt x="2301147" y="663499"/>
                  </a:lnTo>
                  <a:lnTo>
                    <a:pt x="2351098" y="711868"/>
                  </a:lnTo>
                  <a:lnTo>
                    <a:pt x="2400752" y="759327"/>
                  </a:lnTo>
                  <a:lnTo>
                    <a:pt x="2449963" y="805369"/>
                  </a:lnTo>
                  <a:lnTo>
                    <a:pt x="2498633" y="849554"/>
                  </a:lnTo>
                  <a:lnTo>
                    <a:pt x="2546729" y="891518"/>
                  </a:lnTo>
                  <a:lnTo>
                    <a:pt x="2594290" y="930991"/>
                  </a:lnTo>
                  <a:lnTo>
                    <a:pt x="2641444" y="967793"/>
                  </a:lnTo>
                  <a:lnTo>
                    <a:pt x="2688414" y="1001835"/>
                  </a:lnTo>
                  <a:lnTo>
                    <a:pt x="2735530" y="1033110"/>
                  </a:lnTo>
                  <a:lnTo>
                    <a:pt x="2770117" y="1054138"/>
                  </a:lnTo>
                  <a:lnTo>
                    <a:pt x="2819496" y="1081233"/>
                  </a:lnTo>
                  <a:lnTo>
                    <a:pt x="2870569" y="1105584"/>
                  </a:lnTo>
                  <a:lnTo>
                    <a:pt x="2924146" y="1127334"/>
                  </a:lnTo>
                  <a:lnTo>
                    <a:pt x="2981131" y="1146725"/>
                  </a:lnTo>
                  <a:lnTo>
                    <a:pt x="3042443" y="1164028"/>
                  </a:lnTo>
                  <a:lnTo>
                    <a:pt x="3108937" y="1179501"/>
                  </a:lnTo>
                  <a:lnTo>
                    <a:pt x="3181305" y="1193372"/>
                  </a:lnTo>
                  <a:lnTo>
                    <a:pt x="3259931" y="1205825"/>
                  </a:lnTo>
                  <a:lnTo>
                    <a:pt x="3344723" y="1216992"/>
                  </a:lnTo>
                  <a:lnTo>
                    <a:pt x="3434896" y="1226954"/>
                  </a:lnTo>
                  <a:lnTo>
                    <a:pt x="3528766" y="1235741"/>
                  </a:lnTo>
                  <a:lnTo>
                    <a:pt x="3623620" y="1243349"/>
                  </a:lnTo>
                  <a:lnTo>
                    <a:pt x="3715766" y="1249748"/>
                  </a:lnTo>
                  <a:lnTo>
                    <a:pt x="3800866" y="1254917"/>
                  </a:lnTo>
                  <a:lnTo>
                    <a:pt x="3874573" y="1258867"/>
                  </a:lnTo>
                  <a:lnTo>
                    <a:pt x="3933393" y="1261670"/>
                  </a:lnTo>
                  <a:lnTo>
                    <a:pt x="3975499" y="1263465"/>
                  </a:lnTo>
                  <a:lnTo>
                    <a:pt x="4001259" y="1264451"/>
                  </a:lnTo>
                  <a:lnTo>
                    <a:pt x="4013319" y="1264869"/>
                  </a:lnTo>
                  <a:lnTo>
                    <a:pt x="4016347" y="1264964"/>
                  </a:lnTo>
                  <a:lnTo>
                    <a:pt x="4016409" y="1264966"/>
                  </a:lnTo>
                  <a:lnTo>
                    <a:pt x="4538543" y="1264966"/>
                  </a:lnTo>
                  <a:lnTo>
                    <a:pt x="4539749" y="1265024"/>
                  </a:lnTo>
                  <a:lnTo>
                    <a:pt x="4547645" y="1265443"/>
                  </a:lnTo>
                  <a:lnTo>
                    <a:pt x="4567419" y="1266599"/>
                  </a:lnTo>
                  <a:lnTo>
                    <a:pt x="4602440" y="1268870"/>
                  </a:lnTo>
                  <a:lnTo>
                    <a:pt x="4653962" y="1272595"/>
                  </a:lnTo>
                  <a:lnTo>
                    <a:pt x="4721050" y="1278028"/>
                  </a:lnTo>
                  <a:lnTo>
                    <a:pt x="4800908" y="1285325"/>
                  </a:lnTo>
                  <a:lnTo>
                    <a:pt x="4889573" y="1294537"/>
                  </a:lnTo>
                  <a:lnTo>
                    <a:pt x="4982741" y="1305649"/>
                  </a:lnTo>
                  <a:lnTo>
                    <a:pt x="5076489" y="1318617"/>
                  </a:lnTo>
                  <a:lnTo>
                    <a:pt x="5167730" y="1333410"/>
                  </a:lnTo>
                  <a:lnTo>
                    <a:pt x="5254366" y="1350047"/>
                  </a:lnTo>
                  <a:lnTo>
                    <a:pt x="5335239" y="1368615"/>
                  </a:lnTo>
                  <a:lnTo>
                    <a:pt x="5409956" y="1389278"/>
                  </a:lnTo>
                  <a:lnTo>
                    <a:pt x="5478680" y="1412279"/>
                  </a:lnTo>
                  <a:lnTo>
                    <a:pt x="5541949" y="1437935"/>
                  </a:lnTo>
                  <a:lnTo>
                    <a:pt x="5600523" y="1466625"/>
                  </a:lnTo>
                  <a:lnTo>
                    <a:pt x="5655269" y="1498760"/>
                  </a:lnTo>
                  <a:lnTo>
                    <a:pt x="5707083" y="1534748"/>
                  </a:lnTo>
                  <a:lnTo>
                    <a:pt x="5756809" y="1574908"/>
                  </a:lnTo>
                  <a:lnTo>
                    <a:pt x="5784835" y="1600031"/>
                  </a:lnTo>
                  <a:lnTo>
                    <a:pt x="5826888" y="1641010"/>
                  </a:lnTo>
                  <a:lnTo>
                    <a:pt x="5868536" y="1685367"/>
                  </a:lnTo>
                  <a:lnTo>
                    <a:pt x="5910083" y="1733168"/>
                  </a:lnTo>
                  <a:lnTo>
                    <a:pt x="5951761" y="1784408"/>
                  </a:lnTo>
                  <a:lnTo>
                    <a:pt x="5993732" y="1839001"/>
                  </a:lnTo>
                  <a:lnTo>
                    <a:pt x="6036099" y="1896775"/>
                  </a:lnTo>
                  <a:lnTo>
                    <a:pt x="6078912" y="1957467"/>
                  </a:lnTo>
                  <a:lnTo>
                    <a:pt x="6122170" y="2020726"/>
                  </a:lnTo>
                  <a:lnTo>
                    <a:pt x="6165830" y="2086116"/>
                  </a:lnTo>
                  <a:lnTo>
                    <a:pt x="6209813" y="2153127"/>
                  </a:lnTo>
                  <a:lnTo>
                    <a:pt x="6254015" y="2221191"/>
                  </a:lnTo>
                  <a:lnTo>
                    <a:pt x="6298310" y="2289701"/>
                  </a:lnTo>
                  <a:lnTo>
                    <a:pt x="6342567" y="2358033"/>
                  </a:lnTo>
                  <a:lnTo>
                    <a:pt x="6386659" y="2425569"/>
                  </a:lnTo>
                  <a:lnTo>
                    <a:pt x="6430469" y="2491722"/>
                  </a:lnTo>
                  <a:lnTo>
                    <a:pt x="6473907" y="2555955"/>
                  </a:lnTo>
                  <a:lnTo>
                    <a:pt x="6516914" y="2617798"/>
                  </a:lnTo>
                  <a:lnTo>
                    <a:pt x="6559470" y="2676864"/>
                  </a:lnTo>
                  <a:lnTo>
                    <a:pt x="6601602" y="2732851"/>
                  </a:lnTo>
                  <a:lnTo>
                    <a:pt x="6643389" y="2785547"/>
                  </a:lnTo>
                  <a:lnTo>
                    <a:pt x="6684969" y="2834832"/>
                  </a:lnTo>
                  <a:lnTo>
                    <a:pt x="6726540" y="2880666"/>
                  </a:lnTo>
                  <a:lnTo>
                    <a:pt x="6768377" y="2923085"/>
                  </a:lnTo>
                  <a:lnTo>
                    <a:pt x="6786527" y="2940293"/>
                  </a:lnTo>
                  <a:lnTo>
                    <a:pt x="6835388" y="2982932"/>
                  </a:lnTo>
                  <a:lnTo>
                    <a:pt x="6885901" y="3021298"/>
                  </a:lnTo>
                  <a:lnTo>
                    <a:pt x="6938848" y="3055609"/>
                  </a:lnTo>
                  <a:lnTo>
                    <a:pt x="6995104" y="3086235"/>
                  </a:lnTo>
                  <a:lnTo>
                    <a:pt x="7055563" y="3113592"/>
                  </a:lnTo>
                  <a:lnTo>
                    <a:pt x="7121057" y="3138082"/>
                  </a:lnTo>
                  <a:lnTo>
                    <a:pt x="7192269" y="3160059"/>
                  </a:lnTo>
                  <a:lnTo>
                    <a:pt x="7269598" y="3179810"/>
                  </a:lnTo>
                  <a:lnTo>
                    <a:pt x="7352998" y="3197546"/>
                  </a:lnTo>
                  <a:lnTo>
                    <a:pt x="7441775" y="3213397"/>
                  </a:lnTo>
                  <a:lnTo>
                    <a:pt x="7534390" y="3227418"/>
                  </a:lnTo>
                  <a:lnTo>
                    <a:pt x="7628325" y="3239606"/>
                  </a:lnTo>
                  <a:lnTo>
                    <a:pt x="7720102" y="3249919"/>
                  </a:lnTo>
                  <a:lnTo>
                    <a:pt x="7805565" y="3258320"/>
                  </a:lnTo>
                  <a:lnTo>
                    <a:pt x="7880455" y="3264816"/>
                  </a:lnTo>
                  <a:lnTo>
                    <a:pt x="7941202" y="3269502"/>
                  </a:lnTo>
                  <a:lnTo>
                    <a:pt x="7985732" y="3272575"/>
                  </a:lnTo>
                  <a:lnTo>
                    <a:pt x="8014021" y="3274330"/>
                  </a:lnTo>
                  <a:lnTo>
                    <a:pt x="8028245" y="3275127"/>
                  </a:lnTo>
                  <a:lnTo>
                    <a:pt x="8032582" y="3275348"/>
                  </a:lnTo>
                  <a:lnTo>
                    <a:pt x="8032819" y="3275359"/>
                  </a:lnTo>
                  <a:lnTo>
                    <a:pt x="8554953" y="3275359"/>
                  </a:lnTo>
                  <a:lnTo>
                    <a:pt x="8554953" y="3275359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89" name="pl289"/>
            <p:cNvSpPr/>
            <p:nvPr/>
          </p:nvSpPr>
          <p:spPr>
            <a:xfrm>
              <a:off x="386606" y="1722026"/>
              <a:ext cx="8554953" cy="3275359"/>
            </a:xfrm>
            <a:custGeom>
              <a:avLst/>
              <a:pathLst>
                <a:path w="8554953" h="3275359">
                  <a:moveTo>
                    <a:pt x="8554953" y="3275359"/>
                  </a:moveTo>
                  <a:lnTo>
                    <a:pt x="8032819" y="3275359"/>
                  </a:lnTo>
                  <a:lnTo>
                    <a:pt x="8031613" y="3275300"/>
                  </a:lnTo>
                  <a:lnTo>
                    <a:pt x="8023717" y="3274882"/>
                  </a:lnTo>
                  <a:lnTo>
                    <a:pt x="8003943" y="3273726"/>
                  </a:lnTo>
                  <a:lnTo>
                    <a:pt x="7968922" y="3271454"/>
                  </a:lnTo>
                  <a:lnTo>
                    <a:pt x="7917400" y="3267730"/>
                  </a:lnTo>
                  <a:lnTo>
                    <a:pt x="7850312" y="3262296"/>
                  </a:lnTo>
                  <a:lnTo>
                    <a:pt x="7770454" y="3255000"/>
                  </a:lnTo>
                  <a:lnTo>
                    <a:pt x="7681789" y="3245787"/>
                  </a:lnTo>
                  <a:lnTo>
                    <a:pt x="7588621" y="3234675"/>
                  </a:lnTo>
                  <a:lnTo>
                    <a:pt x="7494873" y="3221708"/>
                  </a:lnTo>
                  <a:lnTo>
                    <a:pt x="7403632" y="3206915"/>
                  </a:lnTo>
                  <a:lnTo>
                    <a:pt x="7316996" y="3190277"/>
                  </a:lnTo>
                  <a:lnTo>
                    <a:pt x="7236123" y="3171710"/>
                  </a:lnTo>
                  <a:lnTo>
                    <a:pt x="7161406" y="3151047"/>
                  </a:lnTo>
                  <a:lnTo>
                    <a:pt x="7092682" y="3128046"/>
                  </a:lnTo>
                  <a:lnTo>
                    <a:pt x="7029413" y="3102389"/>
                  </a:lnTo>
                  <a:lnTo>
                    <a:pt x="6970839" y="3073700"/>
                  </a:lnTo>
                  <a:lnTo>
                    <a:pt x="6916093" y="3041564"/>
                  </a:lnTo>
                  <a:lnTo>
                    <a:pt x="6864279" y="3005577"/>
                  </a:lnTo>
                  <a:lnTo>
                    <a:pt x="6814553" y="2965416"/>
                  </a:lnTo>
                  <a:lnTo>
                    <a:pt x="6786527" y="2940293"/>
                  </a:lnTo>
                  <a:lnTo>
                    <a:pt x="6744474" y="2899315"/>
                  </a:lnTo>
                  <a:lnTo>
                    <a:pt x="6702826" y="2854958"/>
                  </a:lnTo>
                  <a:lnTo>
                    <a:pt x="6661279" y="2807156"/>
                  </a:lnTo>
                  <a:lnTo>
                    <a:pt x="6619601" y="2755916"/>
                  </a:lnTo>
                  <a:lnTo>
                    <a:pt x="6577630" y="2701323"/>
                  </a:lnTo>
                  <a:lnTo>
                    <a:pt x="6535263" y="2643549"/>
                  </a:lnTo>
                  <a:lnTo>
                    <a:pt x="6492450" y="2582857"/>
                  </a:lnTo>
                  <a:lnTo>
                    <a:pt x="6449192" y="2519598"/>
                  </a:lnTo>
                  <a:lnTo>
                    <a:pt x="6405532" y="2454209"/>
                  </a:lnTo>
                  <a:lnTo>
                    <a:pt x="6361548" y="2387198"/>
                  </a:lnTo>
                  <a:lnTo>
                    <a:pt x="6317347" y="2319133"/>
                  </a:lnTo>
                  <a:lnTo>
                    <a:pt x="6273052" y="2250624"/>
                  </a:lnTo>
                  <a:lnTo>
                    <a:pt x="6228795" y="2182292"/>
                  </a:lnTo>
                  <a:lnTo>
                    <a:pt x="6184703" y="2114756"/>
                  </a:lnTo>
                  <a:lnTo>
                    <a:pt x="6140893" y="2048603"/>
                  </a:lnTo>
                  <a:lnTo>
                    <a:pt x="6097455" y="1984370"/>
                  </a:lnTo>
                  <a:lnTo>
                    <a:pt x="6054448" y="1922526"/>
                  </a:lnTo>
                  <a:lnTo>
                    <a:pt x="6011892" y="1863460"/>
                  </a:lnTo>
                  <a:lnTo>
                    <a:pt x="5969760" y="1807474"/>
                  </a:lnTo>
                  <a:lnTo>
                    <a:pt x="5927973" y="1754777"/>
                  </a:lnTo>
                  <a:lnTo>
                    <a:pt x="5886393" y="1705492"/>
                  </a:lnTo>
                  <a:lnTo>
                    <a:pt x="5844822" y="1659659"/>
                  </a:lnTo>
                  <a:lnTo>
                    <a:pt x="5802985" y="1617240"/>
                  </a:lnTo>
                  <a:lnTo>
                    <a:pt x="5784835" y="1600031"/>
                  </a:lnTo>
                  <a:lnTo>
                    <a:pt x="5735974" y="1557392"/>
                  </a:lnTo>
                  <a:lnTo>
                    <a:pt x="5685461" y="1519027"/>
                  </a:lnTo>
                  <a:lnTo>
                    <a:pt x="5632514" y="1484715"/>
                  </a:lnTo>
                  <a:lnTo>
                    <a:pt x="5576258" y="1454089"/>
                  </a:lnTo>
                  <a:lnTo>
                    <a:pt x="5515799" y="1426733"/>
                  </a:lnTo>
                  <a:lnTo>
                    <a:pt x="5450305" y="1402242"/>
                  </a:lnTo>
                  <a:lnTo>
                    <a:pt x="5379093" y="1380265"/>
                  </a:lnTo>
                  <a:lnTo>
                    <a:pt x="5301764" y="1360514"/>
                  </a:lnTo>
                  <a:lnTo>
                    <a:pt x="5218364" y="1342779"/>
                  </a:lnTo>
                  <a:lnTo>
                    <a:pt x="5129587" y="1326928"/>
                  </a:lnTo>
                  <a:lnTo>
                    <a:pt x="5036972" y="1312906"/>
                  </a:lnTo>
                  <a:lnTo>
                    <a:pt x="4943037" y="1300718"/>
                  </a:lnTo>
                  <a:lnTo>
                    <a:pt x="4851260" y="1290405"/>
                  </a:lnTo>
                  <a:lnTo>
                    <a:pt x="4765797" y="1282005"/>
                  </a:lnTo>
                  <a:lnTo>
                    <a:pt x="4690907" y="1275508"/>
                  </a:lnTo>
                  <a:lnTo>
                    <a:pt x="4630160" y="1270823"/>
                  </a:lnTo>
                  <a:lnTo>
                    <a:pt x="4585630" y="1267750"/>
                  </a:lnTo>
                  <a:lnTo>
                    <a:pt x="4557341" y="1265995"/>
                  </a:lnTo>
                  <a:lnTo>
                    <a:pt x="4543117" y="1265198"/>
                  </a:lnTo>
                  <a:lnTo>
                    <a:pt x="4538780" y="1264977"/>
                  </a:lnTo>
                  <a:lnTo>
                    <a:pt x="4538543" y="1264966"/>
                  </a:lnTo>
                  <a:lnTo>
                    <a:pt x="4016409" y="1264966"/>
                  </a:lnTo>
                  <a:lnTo>
                    <a:pt x="4015165" y="1264928"/>
                  </a:lnTo>
                  <a:lnTo>
                    <a:pt x="4007031" y="1264656"/>
                  </a:lnTo>
                  <a:lnTo>
                    <a:pt x="3986679" y="1263905"/>
                  </a:lnTo>
                  <a:lnTo>
                    <a:pt x="3950690" y="1262431"/>
                  </a:lnTo>
                  <a:lnTo>
                    <a:pt x="3897854" y="1260015"/>
                  </a:lnTo>
                  <a:lnTo>
                    <a:pt x="3829235" y="1256494"/>
                  </a:lnTo>
                  <a:lnTo>
                    <a:pt x="3747806" y="1251773"/>
                  </a:lnTo>
                  <a:lnTo>
                    <a:pt x="3657706" y="1245820"/>
                  </a:lnTo>
                  <a:lnTo>
                    <a:pt x="3563366" y="1238649"/>
                  </a:lnTo>
                  <a:lnTo>
                    <a:pt x="3468769" y="1230289"/>
                  </a:lnTo>
                  <a:lnTo>
                    <a:pt x="3377002" y="1220756"/>
                  </a:lnTo>
                  <a:lnTo>
                    <a:pt x="3290117" y="1210035"/>
                  </a:lnTo>
                  <a:lnTo>
                    <a:pt x="3209203" y="1198063"/>
                  </a:lnTo>
                  <a:lnTo>
                    <a:pt x="3134580" y="1184726"/>
                  </a:lnTo>
                  <a:lnTo>
                    <a:pt x="3066014" y="1169861"/>
                  </a:lnTo>
                  <a:lnTo>
                    <a:pt x="3002908" y="1153253"/>
                  </a:lnTo>
                  <a:lnTo>
                    <a:pt x="2944452" y="1134654"/>
                  </a:lnTo>
                  <a:lnTo>
                    <a:pt x="2889742" y="1113793"/>
                  </a:lnTo>
                  <a:lnTo>
                    <a:pt x="2837858" y="1090413"/>
                  </a:lnTo>
                  <a:lnTo>
                    <a:pt x="2787946" y="1064324"/>
                  </a:lnTo>
                  <a:lnTo>
                    <a:pt x="2770117" y="1054138"/>
                  </a:lnTo>
                  <a:lnTo>
                    <a:pt x="2722617" y="1024836"/>
                  </a:lnTo>
                  <a:lnTo>
                    <a:pt x="2675580" y="992808"/>
                  </a:lnTo>
                  <a:lnTo>
                    <a:pt x="2628588" y="958008"/>
                  </a:lnTo>
                  <a:lnTo>
                    <a:pt x="2581341" y="920463"/>
                  </a:lnTo>
                  <a:lnTo>
                    <a:pt x="2533642" y="880288"/>
                  </a:lnTo>
                  <a:lnTo>
                    <a:pt x="2485390" y="837686"/>
                  </a:lnTo>
                  <a:lnTo>
                    <a:pt x="2436566" y="792954"/>
                  </a:lnTo>
                  <a:lnTo>
                    <a:pt x="2387222" y="746478"/>
                  </a:lnTo>
                  <a:lnTo>
                    <a:pt x="2337470" y="698718"/>
                  </a:lnTo>
                  <a:lnTo>
                    <a:pt x="2287467" y="650195"/>
                  </a:lnTo>
                  <a:lnTo>
                    <a:pt x="2237396" y="601466"/>
                  </a:lnTo>
                  <a:lnTo>
                    <a:pt x="2187444" y="553097"/>
                  </a:lnTo>
                  <a:lnTo>
                    <a:pt x="2137790" y="505639"/>
                  </a:lnTo>
                  <a:lnTo>
                    <a:pt x="2088579" y="459596"/>
                  </a:lnTo>
                  <a:lnTo>
                    <a:pt x="2039909" y="415412"/>
                  </a:lnTo>
                  <a:lnTo>
                    <a:pt x="1991813" y="373447"/>
                  </a:lnTo>
                  <a:lnTo>
                    <a:pt x="1944252" y="333975"/>
                  </a:lnTo>
                  <a:lnTo>
                    <a:pt x="1897098" y="297172"/>
                  </a:lnTo>
                  <a:lnTo>
                    <a:pt x="1850128" y="263130"/>
                  </a:lnTo>
                  <a:lnTo>
                    <a:pt x="1803012" y="231855"/>
                  </a:lnTo>
                  <a:lnTo>
                    <a:pt x="1768425" y="210827"/>
                  </a:lnTo>
                  <a:lnTo>
                    <a:pt x="1719046" y="183732"/>
                  </a:lnTo>
                  <a:lnTo>
                    <a:pt x="1667973" y="159381"/>
                  </a:lnTo>
                  <a:lnTo>
                    <a:pt x="1614396" y="137631"/>
                  </a:lnTo>
                  <a:lnTo>
                    <a:pt x="1557412" y="118240"/>
                  </a:lnTo>
                  <a:lnTo>
                    <a:pt x="1496100" y="100938"/>
                  </a:lnTo>
                  <a:lnTo>
                    <a:pt x="1429605" y="85465"/>
                  </a:lnTo>
                  <a:lnTo>
                    <a:pt x="1357237" y="71593"/>
                  </a:lnTo>
                  <a:lnTo>
                    <a:pt x="1278611" y="59140"/>
                  </a:lnTo>
                  <a:lnTo>
                    <a:pt x="1193819" y="47973"/>
                  </a:lnTo>
                  <a:lnTo>
                    <a:pt x="1103646" y="38012"/>
                  </a:lnTo>
                  <a:lnTo>
                    <a:pt x="1009776" y="29224"/>
                  </a:lnTo>
                  <a:lnTo>
                    <a:pt x="914922" y="21617"/>
                  </a:lnTo>
                  <a:lnTo>
                    <a:pt x="822776" y="15218"/>
                  </a:lnTo>
                  <a:lnTo>
                    <a:pt x="737677" y="10049"/>
                  </a:lnTo>
                  <a:lnTo>
                    <a:pt x="663969" y="6098"/>
                  </a:lnTo>
                  <a:lnTo>
                    <a:pt x="605149" y="3295"/>
                  </a:lnTo>
                  <a:lnTo>
                    <a:pt x="563043" y="1501"/>
                  </a:lnTo>
                  <a:lnTo>
                    <a:pt x="537283" y="514"/>
                  </a:lnTo>
                  <a:lnTo>
                    <a:pt x="525223" y="97"/>
                  </a:lnTo>
                  <a:lnTo>
                    <a:pt x="522195" y="1"/>
                  </a:lnTo>
                  <a:lnTo>
                    <a:pt x="522133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90" name="pg290"/>
            <p:cNvSpPr/>
            <p:nvPr/>
          </p:nvSpPr>
          <p:spPr>
            <a:xfrm>
              <a:off x="386606" y="1727673"/>
              <a:ext cx="8554953" cy="3800546"/>
            </a:xfrm>
            <a:custGeom>
              <a:avLst/>
              <a:pathLst>
                <a:path w="8554953" h="3800546">
                  <a:moveTo>
                    <a:pt x="0" y="11294"/>
                  </a:moveTo>
                  <a:lnTo>
                    <a:pt x="522133" y="11294"/>
                  </a:lnTo>
                  <a:lnTo>
                    <a:pt x="523376" y="11332"/>
                  </a:lnTo>
                  <a:lnTo>
                    <a:pt x="531510" y="11605"/>
                  </a:lnTo>
                  <a:lnTo>
                    <a:pt x="551858" y="12359"/>
                  </a:lnTo>
                  <a:lnTo>
                    <a:pt x="587841" y="13840"/>
                  </a:lnTo>
                  <a:lnTo>
                    <a:pt x="640669" y="16266"/>
                  </a:lnTo>
                  <a:lnTo>
                    <a:pt x="709279" y="19802"/>
                  </a:lnTo>
                  <a:lnTo>
                    <a:pt x="790699" y="24543"/>
                  </a:lnTo>
                  <a:lnTo>
                    <a:pt x="880790" y="30522"/>
                  </a:lnTo>
                  <a:lnTo>
                    <a:pt x="975123" y="37724"/>
                  </a:lnTo>
                  <a:lnTo>
                    <a:pt x="1069715" y="46120"/>
                  </a:lnTo>
                  <a:lnTo>
                    <a:pt x="1161479" y="55694"/>
                  </a:lnTo>
                  <a:lnTo>
                    <a:pt x="1248363" y="66461"/>
                  </a:lnTo>
                  <a:lnTo>
                    <a:pt x="1329277" y="78485"/>
                  </a:lnTo>
                  <a:lnTo>
                    <a:pt x="1403900" y="91879"/>
                  </a:lnTo>
                  <a:lnTo>
                    <a:pt x="1472467" y="106809"/>
                  </a:lnTo>
                  <a:lnTo>
                    <a:pt x="1535574" y="123488"/>
                  </a:lnTo>
                  <a:lnTo>
                    <a:pt x="1594030" y="142166"/>
                  </a:lnTo>
                  <a:lnTo>
                    <a:pt x="1648741" y="163116"/>
                  </a:lnTo>
                  <a:lnTo>
                    <a:pt x="1700624" y="186597"/>
                  </a:lnTo>
                  <a:lnTo>
                    <a:pt x="1750535" y="212797"/>
                  </a:lnTo>
                  <a:lnTo>
                    <a:pt x="1768425" y="223063"/>
                  </a:lnTo>
                  <a:lnTo>
                    <a:pt x="1815882" y="252467"/>
                  </a:lnTo>
                  <a:lnTo>
                    <a:pt x="1862875" y="284604"/>
                  </a:lnTo>
                  <a:lnTo>
                    <a:pt x="1909823" y="319521"/>
                  </a:lnTo>
                  <a:lnTo>
                    <a:pt x="1957026" y="357190"/>
                  </a:lnTo>
                  <a:lnTo>
                    <a:pt x="2004678" y="397496"/>
                  </a:lnTo>
                  <a:lnTo>
                    <a:pt x="2052882" y="440237"/>
                  </a:lnTo>
                  <a:lnTo>
                    <a:pt x="2101658" y="485115"/>
                  </a:lnTo>
                  <a:lnTo>
                    <a:pt x="2150953" y="531745"/>
                  </a:lnTo>
                  <a:lnTo>
                    <a:pt x="2200656" y="579666"/>
                  </a:lnTo>
                  <a:lnTo>
                    <a:pt x="2250611" y="628356"/>
                  </a:lnTo>
                  <a:lnTo>
                    <a:pt x="2300637" y="677258"/>
                  </a:lnTo>
                  <a:lnTo>
                    <a:pt x="2350544" y="725805"/>
                  </a:lnTo>
                  <a:lnTo>
                    <a:pt x="2400157" y="773445"/>
                  </a:lnTo>
                  <a:lnTo>
                    <a:pt x="2449328" y="819671"/>
                  </a:lnTo>
                  <a:lnTo>
                    <a:pt x="2497961" y="864039"/>
                  </a:lnTo>
                  <a:lnTo>
                    <a:pt x="2546021" y="906186"/>
                  </a:lnTo>
                  <a:lnTo>
                    <a:pt x="2593545" y="945838"/>
                  </a:lnTo>
                  <a:lnTo>
                    <a:pt x="2640661" y="982814"/>
                  </a:lnTo>
                  <a:lnTo>
                    <a:pt x="2687588" y="1017024"/>
                  </a:lnTo>
                  <a:lnTo>
                    <a:pt x="2734654" y="1048460"/>
                  </a:lnTo>
                  <a:lnTo>
                    <a:pt x="2770117" y="1070138"/>
                  </a:lnTo>
                  <a:lnTo>
                    <a:pt x="2819493" y="1097353"/>
                  </a:lnTo>
                  <a:lnTo>
                    <a:pt x="2870563" y="1121811"/>
                  </a:lnTo>
                  <a:lnTo>
                    <a:pt x="2924136" y="1143658"/>
                  </a:lnTo>
                  <a:lnTo>
                    <a:pt x="2981116" y="1163134"/>
                  </a:lnTo>
                  <a:lnTo>
                    <a:pt x="3042423" y="1180513"/>
                  </a:lnTo>
                  <a:lnTo>
                    <a:pt x="3108912" y="1196055"/>
                  </a:lnTo>
                  <a:lnTo>
                    <a:pt x="3181272" y="1209988"/>
                  </a:lnTo>
                  <a:lnTo>
                    <a:pt x="3259890" y="1222497"/>
                  </a:lnTo>
                  <a:lnTo>
                    <a:pt x="3344674" y="1233714"/>
                  </a:lnTo>
                  <a:lnTo>
                    <a:pt x="3434839" y="1243720"/>
                  </a:lnTo>
                  <a:lnTo>
                    <a:pt x="3528701" y="1252547"/>
                  </a:lnTo>
                  <a:lnTo>
                    <a:pt x="3623550" y="1260188"/>
                  </a:lnTo>
                  <a:lnTo>
                    <a:pt x="3715694" y="1266617"/>
                  </a:lnTo>
                  <a:lnTo>
                    <a:pt x="3800796" y="1271809"/>
                  </a:lnTo>
                  <a:lnTo>
                    <a:pt x="3874511" y="1275778"/>
                  </a:lnTo>
                  <a:lnTo>
                    <a:pt x="3933342" y="1278594"/>
                  </a:lnTo>
                  <a:lnTo>
                    <a:pt x="3975463" y="1280398"/>
                  </a:lnTo>
                  <a:lnTo>
                    <a:pt x="4001239" y="1281390"/>
                  </a:lnTo>
                  <a:lnTo>
                    <a:pt x="4013311" y="1281810"/>
                  </a:lnTo>
                  <a:lnTo>
                    <a:pt x="4016409" y="1281907"/>
                  </a:lnTo>
                  <a:lnTo>
                    <a:pt x="4538543" y="1281907"/>
                  </a:lnTo>
                  <a:lnTo>
                    <a:pt x="4539716" y="1281979"/>
                  </a:lnTo>
                  <a:lnTo>
                    <a:pt x="4547401" y="1282488"/>
                  </a:lnTo>
                  <a:lnTo>
                    <a:pt x="4566665" y="1283895"/>
                  </a:lnTo>
                  <a:lnTo>
                    <a:pt x="4600830" y="1286662"/>
                  </a:lnTo>
                  <a:lnTo>
                    <a:pt x="4651184" y="1291200"/>
                  </a:lnTo>
                  <a:lnTo>
                    <a:pt x="4716904" y="1297829"/>
                  </a:lnTo>
                  <a:lnTo>
                    <a:pt x="4795351" y="1306740"/>
                  </a:lnTo>
                  <a:lnTo>
                    <a:pt x="4882715" y="1318006"/>
                  </a:lnTo>
                  <a:lnTo>
                    <a:pt x="4974808" y="1331611"/>
                  </a:lnTo>
                  <a:lnTo>
                    <a:pt x="5067767" y="1347502"/>
                  </a:lnTo>
                  <a:lnTo>
                    <a:pt x="5158507" y="1365638"/>
                  </a:lnTo>
                  <a:lnTo>
                    <a:pt x="5244894" y="1386035"/>
                  </a:lnTo>
                  <a:lnTo>
                    <a:pt x="5325712" y="1408790"/>
                  </a:lnTo>
                  <a:lnTo>
                    <a:pt x="5400500" y="1434090"/>
                  </a:lnTo>
                  <a:lnTo>
                    <a:pt x="5469362" y="1462220"/>
                  </a:lnTo>
                  <a:lnTo>
                    <a:pt x="5532780" y="1493554"/>
                  </a:lnTo>
                  <a:lnTo>
                    <a:pt x="5591468" y="1528544"/>
                  </a:lnTo>
                  <a:lnTo>
                    <a:pt x="5646262" y="1567689"/>
                  </a:lnTo>
                  <a:lnTo>
                    <a:pt x="5698030" y="1611489"/>
                  </a:lnTo>
                  <a:lnTo>
                    <a:pt x="5747610" y="1660364"/>
                  </a:lnTo>
                  <a:lnTo>
                    <a:pt x="5784835" y="1701680"/>
                  </a:lnTo>
                  <a:lnTo>
                    <a:pt x="5823756" y="1749028"/>
                  </a:lnTo>
                  <a:lnTo>
                    <a:pt x="5862309" y="1799990"/>
                  </a:lnTo>
                  <a:lnTo>
                    <a:pt x="5900742" y="1854641"/>
                  </a:lnTo>
                  <a:lnTo>
                    <a:pt x="5939248" y="1912987"/>
                  </a:lnTo>
                  <a:lnTo>
                    <a:pt x="5977969" y="1974966"/>
                  </a:lnTo>
                  <a:lnTo>
                    <a:pt x="6017003" y="2040437"/>
                  </a:lnTo>
                  <a:lnTo>
                    <a:pt x="6056405" y="2109177"/>
                  </a:lnTo>
                  <a:lnTo>
                    <a:pt x="6096194" y="2180879"/>
                  </a:lnTo>
                  <a:lnTo>
                    <a:pt x="6136354" y="2255157"/>
                  </a:lnTo>
                  <a:lnTo>
                    <a:pt x="6176839" y="2331551"/>
                  </a:lnTo>
                  <a:lnTo>
                    <a:pt x="6217580" y="2409536"/>
                  </a:lnTo>
                  <a:lnTo>
                    <a:pt x="6258490" y="2488538"/>
                  </a:lnTo>
                  <a:lnTo>
                    <a:pt x="6299469" y="2567951"/>
                  </a:lnTo>
                  <a:lnTo>
                    <a:pt x="6340413" y="2647155"/>
                  </a:lnTo>
                  <a:lnTo>
                    <a:pt x="6381219" y="2725538"/>
                  </a:lnTo>
                  <a:lnTo>
                    <a:pt x="6421797" y="2802513"/>
                  </a:lnTo>
                  <a:lnTo>
                    <a:pt x="6462069" y="2877537"/>
                  </a:lnTo>
                  <a:lnTo>
                    <a:pt x="6501982" y="2950128"/>
                  </a:lnTo>
                  <a:lnTo>
                    <a:pt x="6541511" y="3019875"/>
                  </a:lnTo>
                  <a:lnTo>
                    <a:pt x="6580661" y="3086444"/>
                  </a:lnTo>
                  <a:lnTo>
                    <a:pt x="6619476" y="3149585"/>
                  </a:lnTo>
                  <a:lnTo>
                    <a:pt x="6658039" y="3209130"/>
                  </a:lnTo>
                  <a:lnTo>
                    <a:pt x="6696477" y="3264992"/>
                  </a:lnTo>
                  <a:lnTo>
                    <a:pt x="6734966" y="3317156"/>
                  </a:lnTo>
                  <a:lnTo>
                    <a:pt x="6773736" y="3365674"/>
                  </a:lnTo>
                  <a:lnTo>
                    <a:pt x="6786527" y="3380773"/>
                  </a:lnTo>
                  <a:lnTo>
                    <a:pt x="6834924" y="3433715"/>
                  </a:lnTo>
                  <a:lnTo>
                    <a:pt x="6884934" y="3481403"/>
                  </a:lnTo>
                  <a:lnTo>
                    <a:pt x="6937318" y="3524098"/>
                  </a:lnTo>
                  <a:lnTo>
                    <a:pt x="6992924" y="3562248"/>
                  </a:lnTo>
                  <a:lnTo>
                    <a:pt x="7052623" y="3596361"/>
                  </a:lnTo>
                  <a:lnTo>
                    <a:pt x="7117227" y="3626926"/>
                  </a:lnTo>
                  <a:lnTo>
                    <a:pt x="7187411" y="3654380"/>
                  </a:lnTo>
                  <a:lnTo>
                    <a:pt x="7263585" y="3679077"/>
                  </a:lnTo>
                  <a:lnTo>
                    <a:pt x="7345739" y="3701279"/>
                  </a:lnTo>
                  <a:lnTo>
                    <a:pt x="7433259" y="3721155"/>
                  </a:lnTo>
                  <a:lnTo>
                    <a:pt x="7524728" y="3738780"/>
                  </a:lnTo>
                  <a:lnTo>
                    <a:pt x="7617794" y="3754153"/>
                  </a:lnTo>
                  <a:lnTo>
                    <a:pt x="7709169" y="3767228"/>
                  </a:lnTo>
                  <a:lnTo>
                    <a:pt x="7794864" y="3777955"/>
                  </a:lnTo>
                  <a:lnTo>
                    <a:pt x="7870710" y="3786335"/>
                  </a:lnTo>
                  <a:lnTo>
                    <a:pt x="7933095" y="3792464"/>
                  </a:lnTo>
                  <a:lnTo>
                    <a:pt x="7979750" y="3796565"/>
                  </a:lnTo>
                  <a:lnTo>
                    <a:pt x="8010321" y="3798983"/>
                  </a:lnTo>
                  <a:lnTo>
                    <a:pt x="8026579" y="3800144"/>
                  </a:lnTo>
                  <a:lnTo>
                    <a:pt x="8032273" y="3800513"/>
                  </a:lnTo>
                  <a:lnTo>
                    <a:pt x="8032819" y="3800546"/>
                  </a:lnTo>
                  <a:lnTo>
                    <a:pt x="8554953" y="3800546"/>
                  </a:lnTo>
                  <a:lnTo>
                    <a:pt x="8554953" y="3789251"/>
                  </a:lnTo>
                  <a:lnTo>
                    <a:pt x="8032819" y="3789251"/>
                  </a:lnTo>
                  <a:lnTo>
                    <a:pt x="8031646" y="3789180"/>
                  </a:lnTo>
                  <a:lnTo>
                    <a:pt x="8023961" y="3788671"/>
                  </a:lnTo>
                  <a:lnTo>
                    <a:pt x="8004696" y="3787263"/>
                  </a:lnTo>
                  <a:lnTo>
                    <a:pt x="7970532" y="3784497"/>
                  </a:lnTo>
                  <a:lnTo>
                    <a:pt x="7920178" y="3779958"/>
                  </a:lnTo>
                  <a:lnTo>
                    <a:pt x="7854458" y="3773330"/>
                  </a:lnTo>
                  <a:lnTo>
                    <a:pt x="7776011" y="3764419"/>
                  </a:lnTo>
                  <a:lnTo>
                    <a:pt x="7688647" y="3753153"/>
                  </a:lnTo>
                  <a:lnTo>
                    <a:pt x="7596554" y="3739548"/>
                  </a:lnTo>
                  <a:lnTo>
                    <a:pt x="7503595" y="3723657"/>
                  </a:lnTo>
                  <a:lnTo>
                    <a:pt x="7412855" y="3705521"/>
                  </a:lnTo>
                  <a:lnTo>
                    <a:pt x="7326468" y="3685123"/>
                  </a:lnTo>
                  <a:lnTo>
                    <a:pt x="7245650" y="3662369"/>
                  </a:lnTo>
                  <a:lnTo>
                    <a:pt x="7170862" y="3637069"/>
                  </a:lnTo>
                  <a:lnTo>
                    <a:pt x="7102000" y="3608939"/>
                  </a:lnTo>
                  <a:lnTo>
                    <a:pt x="7038582" y="3577604"/>
                  </a:lnTo>
                  <a:lnTo>
                    <a:pt x="6979894" y="3542614"/>
                  </a:lnTo>
                  <a:lnTo>
                    <a:pt x="6925100" y="3503470"/>
                  </a:lnTo>
                  <a:lnTo>
                    <a:pt x="6873331" y="3459670"/>
                  </a:lnTo>
                  <a:lnTo>
                    <a:pt x="6823752" y="3410795"/>
                  </a:lnTo>
                  <a:lnTo>
                    <a:pt x="6786527" y="3369478"/>
                  </a:lnTo>
                  <a:lnTo>
                    <a:pt x="6747606" y="3322131"/>
                  </a:lnTo>
                  <a:lnTo>
                    <a:pt x="6709053" y="3271168"/>
                  </a:lnTo>
                  <a:lnTo>
                    <a:pt x="6670620" y="3216518"/>
                  </a:lnTo>
                  <a:lnTo>
                    <a:pt x="6632114" y="3158172"/>
                  </a:lnTo>
                  <a:lnTo>
                    <a:pt x="6593393" y="3096192"/>
                  </a:lnTo>
                  <a:lnTo>
                    <a:pt x="6554359" y="3030721"/>
                  </a:lnTo>
                  <a:lnTo>
                    <a:pt x="6514956" y="2961982"/>
                  </a:lnTo>
                  <a:lnTo>
                    <a:pt x="6475168" y="2890280"/>
                  </a:lnTo>
                  <a:lnTo>
                    <a:pt x="6435008" y="2816001"/>
                  </a:lnTo>
                  <a:lnTo>
                    <a:pt x="6394523" y="2739608"/>
                  </a:lnTo>
                  <a:lnTo>
                    <a:pt x="6353782" y="2661623"/>
                  </a:lnTo>
                  <a:lnTo>
                    <a:pt x="6312872" y="2582621"/>
                  </a:lnTo>
                  <a:lnTo>
                    <a:pt x="6271893" y="2503208"/>
                  </a:lnTo>
                  <a:lnTo>
                    <a:pt x="6230949" y="2424003"/>
                  </a:lnTo>
                  <a:lnTo>
                    <a:pt x="6190142" y="2345621"/>
                  </a:lnTo>
                  <a:lnTo>
                    <a:pt x="6149565" y="2268646"/>
                  </a:lnTo>
                  <a:lnTo>
                    <a:pt x="6109293" y="2193622"/>
                  </a:lnTo>
                  <a:lnTo>
                    <a:pt x="6069380" y="2121030"/>
                  </a:lnTo>
                  <a:lnTo>
                    <a:pt x="6029851" y="2051284"/>
                  </a:lnTo>
                  <a:lnTo>
                    <a:pt x="5990701" y="1984715"/>
                  </a:lnTo>
                  <a:lnTo>
                    <a:pt x="5951886" y="1921574"/>
                  </a:lnTo>
                  <a:lnTo>
                    <a:pt x="5913323" y="1862028"/>
                  </a:lnTo>
                  <a:lnTo>
                    <a:pt x="5874885" y="1806167"/>
                  </a:lnTo>
                  <a:lnTo>
                    <a:pt x="5836396" y="1754003"/>
                  </a:lnTo>
                  <a:lnTo>
                    <a:pt x="5797626" y="1705484"/>
                  </a:lnTo>
                  <a:lnTo>
                    <a:pt x="5784835" y="1690386"/>
                  </a:lnTo>
                  <a:lnTo>
                    <a:pt x="5736438" y="1637443"/>
                  </a:lnTo>
                  <a:lnTo>
                    <a:pt x="5686428" y="1589756"/>
                  </a:lnTo>
                  <a:lnTo>
                    <a:pt x="5634044" y="1547061"/>
                  </a:lnTo>
                  <a:lnTo>
                    <a:pt x="5578437" y="1508910"/>
                  </a:lnTo>
                  <a:lnTo>
                    <a:pt x="5518739" y="1474798"/>
                  </a:lnTo>
                  <a:lnTo>
                    <a:pt x="5454135" y="1444233"/>
                  </a:lnTo>
                  <a:lnTo>
                    <a:pt x="5383951" y="1416779"/>
                  </a:lnTo>
                  <a:lnTo>
                    <a:pt x="5307777" y="1392082"/>
                  </a:lnTo>
                  <a:lnTo>
                    <a:pt x="5225623" y="1369879"/>
                  </a:lnTo>
                  <a:lnTo>
                    <a:pt x="5138103" y="1350004"/>
                  </a:lnTo>
                  <a:lnTo>
                    <a:pt x="5046634" y="1332379"/>
                  </a:lnTo>
                  <a:lnTo>
                    <a:pt x="4953568" y="1317006"/>
                  </a:lnTo>
                  <a:lnTo>
                    <a:pt x="4862193" y="1303931"/>
                  </a:lnTo>
                  <a:lnTo>
                    <a:pt x="4776498" y="1293203"/>
                  </a:lnTo>
                  <a:lnTo>
                    <a:pt x="4700652" y="1284824"/>
                  </a:lnTo>
                  <a:lnTo>
                    <a:pt x="4638266" y="1278695"/>
                  </a:lnTo>
                  <a:lnTo>
                    <a:pt x="4591612" y="1274593"/>
                  </a:lnTo>
                  <a:lnTo>
                    <a:pt x="4561041" y="1272176"/>
                  </a:lnTo>
                  <a:lnTo>
                    <a:pt x="4544782" y="1271015"/>
                  </a:lnTo>
                  <a:lnTo>
                    <a:pt x="4539089" y="1270646"/>
                  </a:lnTo>
                  <a:lnTo>
                    <a:pt x="4538543" y="1270613"/>
                  </a:lnTo>
                  <a:lnTo>
                    <a:pt x="4016409" y="1270613"/>
                  </a:lnTo>
                  <a:lnTo>
                    <a:pt x="4015166" y="1270575"/>
                  </a:lnTo>
                  <a:lnTo>
                    <a:pt x="4007032" y="1270302"/>
                  </a:lnTo>
                  <a:lnTo>
                    <a:pt x="3986684" y="1269548"/>
                  </a:lnTo>
                  <a:lnTo>
                    <a:pt x="3950701" y="1268067"/>
                  </a:lnTo>
                  <a:lnTo>
                    <a:pt x="3897873" y="1265641"/>
                  </a:lnTo>
                  <a:lnTo>
                    <a:pt x="3829263" y="1262105"/>
                  </a:lnTo>
                  <a:lnTo>
                    <a:pt x="3747844" y="1257363"/>
                  </a:lnTo>
                  <a:lnTo>
                    <a:pt x="3657752" y="1251385"/>
                  </a:lnTo>
                  <a:lnTo>
                    <a:pt x="3563419" y="1244183"/>
                  </a:lnTo>
                  <a:lnTo>
                    <a:pt x="3468827" y="1235787"/>
                  </a:lnTo>
                  <a:lnTo>
                    <a:pt x="3377064" y="1226213"/>
                  </a:lnTo>
                  <a:lnTo>
                    <a:pt x="3290179" y="1215446"/>
                  </a:lnTo>
                  <a:lnTo>
                    <a:pt x="3209265" y="1203422"/>
                  </a:lnTo>
                  <a:lnTo>
                    <a:pt x="3134642" y="1190028"/>
                  </a:lnTo>
                  <a:lnTo>
                    <a:pt x="3066075" y="1175098"/>
                  </a:lnTo>
                  <a:lnTo>
                    <a:pt x="3002968" y="1158419"/>
                  </a:lnTo>
                  <a:lnTo>
                    <a:pt x="2944512" y="1139740"/>
                  </a:lnTo>
                  <a:lnTo>
                    <a:pt x="2889801" y="1118790"/>
                  </a:lnTo>
                  <a:lnTo>
                    <a:pt x="2837918" y="1095310"/>
                  </a:lnTo>
                  <a:lnTo>
                    <a:pt x="2788007" y="1069110"/>
                  </a:lnTo>
                  <a:lnTo>
                    <a:pt x="2770117" y="1058844"/>
                  </a:lnTo>
                  <a:lnTo>
                    <a:pt x="2722660" y="1029439"/>
                  </a:lnTo>
                  <a:lnTo>
                    <a:pt x="2675667" y="997302"/>
                  </a:lnTo>
                  <a:lnTo>
                    <a:pt x="2628719" y="962386"/>
                  </a:lnTo>
                  <a:lnTo>
                    <a:pt x="2581516" y="924717"/>
                  </a:lnTo>
                  <a:lnTo>
                    <a:pt x="2533864" y="884410"/>
                  </a:lnTo>
                  <a:lnTo>
                    <a:pt x="2485660" y="841670"/>
                  </a:lnTo>
                  <a:lnTo>
                    <a:pt x="2436884" y="796792"/>
                  </a:lnTo>
                  <a:lnTo>
                    <a:pt x="2387589" y="750162"/>
                  </a:lnTo>
                  <a:lnTo>
                    <a:pt x="2337886" y="702241"/>
                  </a:lnTo>
                  <a:lnTo>
                    <a:pt x="2287931" y="653551"/>
                  </a:lnTo>
                  <a:lnTo>
                    <a:pt x="2237905" y="604649"/>
                  </a:lnTo>
                  <a:lnTo>
                    <a:pt x="2187998" y="556102"/>
                  </a:lnTo>
                  <a:lnTo>
                    <a:pt x="2138385" y="508462"/>
                  </a:lnTo>
                  <a:lnTo>
                    <a:pt x="2089214" y="462236"/>
                  </a:lnTo>
                  <a:lnTo>
                    <a:pt x="2040581" y="417868"/>
                  </a:lnTo>
                  <a:lnTo>
                    <a:pt x="1992522" y="375721"/>
                  </a:lnTo>
                  <a:lnTo>
                    <a:pt x="1944997" y="336069"/>
                  </a:lnTo>
                  <a:lnTo>
                    <a:pt x="1897881" y="299093"/>
                  </a:lnTo>
                  <a:lnTo>
                    <a:pt x="1850954" y="264883"/>
                  </a:lnTo>
                  <a:lnTo>
                    <a:pt x="1803888" y="233447"/>
                  </a:lnTo>
                  <a:lnTo>
                    <a:pt x="1768425" y="211768"/>
                  </a:lnTo>
                  <a:lnTo>
                    <a:pt x="1719049" y="184554"/>
                  </a:lnTo>
                  <a:lnTo>
                    <a:pt x="1667979" y="160096"/>
                  </a:lnTo>
                  <a:lnTo>
                    <a:pt x="1614406" y="138249"/>
                  </a:lnTo>
                  <a:lnTo>
                    <a:pt x="1557426" y="118772"/>
                  </a:lnTo>
                  <a:lnTo>
                    <a:pt x="1496119" y="101393"/>
                  </a:lnTo>
                  <a:lnTo>
                    <a:pt x="1429631" y="85852"/>
                  </a:lnTo>
                  <a:lnTo>
                    <a:pt x="1357270" y="71918"/>
                  </a:lnTo>
                  <a:lnTo>
                    <a:pt x="1278652" y="59410"/>
                  </a:lnTo>
                  <a:lnTo>
                    <a:pt x="1193868" y="48193"/>
                  </a:lnTo>
                  <a:lnTo>
                    <a:pt x="1103703" y="38187"/>
                  </a:lnTo>
                  <a:lnTo>
                    <a:pt x="1009841" y="29360"/>
                  </a:lnTo>
                  <a:lnTo>
                    <a:pt x="914992" y="21718"/>
                  </a:lnTo>
                  <a:lnTo>
                    <a:pt x="822848" y="15290"/>
                  </a:lnTo>
                  <a:lnTo>
                    <a:pt x="737746" y="10097"/>
                  </a:lnTo>
                  <a:lnTo>
                    <a:pt x="664031" y="6129"/>
                  </a:lnTo>
                  <a:lnTo>
                    <a:pt x="605200" y="3312"/>
                  </a:lnTo>
                  <a:lnTo>
                    <a:pt x="563079" y="1509"/>
                  </a:lnTo>
                  <a:lnTo>
                    <a:pt x="537304" y="517"/>
                  </a:lnTo>
                  <a:lnTo>
                    <a:pt x="525231" y="97"/>
                  </a:lnTo>
                  <a:lnTo>
                    <a:pt x="5221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291" name="pl291"/>
            <p:cNvSpPr/>
            <p:nvPr/>
          </p:nvSpPr>
          <p:spPr>
            <a:xfrm>
              <a:off x="386606" y="1738968"/>
              <a:ext cx="8554953" cy="3789251"/>
            </a:xfrm>
            <a:custGeom>
              <a:avLst/>
              <a:pathLst>
                <a:path w="8554953" h="3789251">
                  <a:moveTo>
                    <a:pt x="0" y="0"/>
                  </a:moveTo>
                  <a:lnTo>
                    <a:pt x="522133" y="0"/>
                  </a:lnTo>
                  <a:lnTo>
                    <a:pt x="523376" y="38"/>
                  </a:lnTo>
                  <a:lnTo>
                    <a:pt x="531510" y="310"/>
                  </a:lnTo>
                  <a:lnTo>
                    <a:pt x="551858" y="1064"/>
                  </a:lnTo>
                  <a:lnTo>
                    <a:pt x="587841" y="2545"/>
                  </a:lnTo>
                  <a:lnTo>
                    <a:pt x="640669" y="4972"/>
                  </a:lnTo>
                  <a:lnTo>
                    <a:pt x="709279" y="8508"/>
                  </a:lnTo>
                  <a:lnTo>
                    <a:pt x="790699" y="13249"/>
                  </a:lnTo>
                  <a:lnTo>
                    <a:pt x="880790" y="19227"/>
                  </a:lnTo>
                  <a:lnTo>
                    <a:pt x="975123" y="26429"/>
                  </a:lnTo>
                  <a:lnTo>
                    <a:pt x="1069715" y="34825"/>
                  </a:lnTo>
                  <a:lnTo>
                    <a:pt x="1161479" y="44399"/>
                  </a:lnTo>
                  <a:lnTo>
                    <a:pt x="1248363" y="55167"/>
                  </a:lnTo>
                  <a:lnTo>
                    <a:pt x="1329277" y="67191"/>
                  </a:lnTo>
                  <a:lnTo>
                    <a:pt x="1403900" y="80585"/>
                  </a:lnTo>
                  <a:lnTo>
                    <a:pt x="1472467" y="95515"/>
                  </a:lnTo>
                  <a:lnTo>
                    <a:pt x="1535574" y="112193"/>
                  </a:lnTo>
                  <a:lnTo>
                    <a:pt x="1594030" y="130872"/>
                  </a:lnTo>
                  <a:lnTo>
                    <a:pt x="1648741" y="151822"/>
                  </a:lnTo>
                  <a:lnTo>
                    <a:pt x="1700624" y="175302"/>
                  </a:lnTo>
                  <a:lnTo>
                    <a:pt x="1750535" y="201503"/>
                  </a:lnTo>
                  <a:lnTo>
                    <a:pt x="1768425" y="211768"/>
                  </a:lnTo>
                  <a:lnTo>
                    <a:pt x="1815882" y="241173"/>
                  </a:lnTo>
                  <a:lnTo>
                    <a:pt x="1862875" y="273310"/>
                  </a:lnTo>
                  <a:lnTo>
                    <a:pt x="1909823" y="308227"/>
                  </a:lnTo>
                  <a:lnTo>
                    <a:pt x="1957026" y="345895"/>
                  </a:lnTo>
                  <a:lnTo>
                    <a:pt x="2004678" y="386202"/>
                  </a:lnTo>
                  <a:lnTo>
                    <a:pt x="2052882" y="428943"/>
                  </a:lnTo>
                  <a:lnTo>
                    <a:pt x="2101658" y="473821"/>
                  </a:lnTo>
                  <a:lnTo>
                    <a:pt x="2150953" y="520451"/>
                  </a:lnTo>
                  <a:lnTo>
                    <a:pt x="2200656" y="568372"/>
                  </a:lnTo>
                  <a:lnTo>
                    <a:pt x="2250611" y="617062"/>
                  </a:lnTo>
                  <a:lnTo>
                    <a:pt x="2300637" y="665964"/>
                  </a:lnTo>
                  <a:lnTo>
                    <a:pt x="2350544" y="714510"/>
                  </a:lnTo>
                  <a:lnTo>
                    <a:pt x="2400157" y="762150"/>
                  </a:lnTo>
                  <a:lnTo>
                    <a:pt x="2449328" y="808376"/>
                  </a:lnTo>
                  <a:lnTo>
                    <a:pt x="2497961" y="852744"/>
                  </a:lnTo>
                  <a:lnTo>
                    <a:pt x="2546021" y="894891"/>
                  </a:lnTo>
                  <a:lnTo>
                    <a:pt x="2593545" y="934543"/>
                  </a:lnTo>
                  <a:lnTo>
                    <a:pt x="2640661" y="971520"/>
                  </a:lnTo>
                  <a:lnTo>
                    <a:pt x="2687588" y="1005730"/>
                  </a:lnTo>
                  <a:lnTo>
                    <a:pt x="2734654" y="1037166"/>
                  </a:lnTo>
                  <a:lnTo>
                    <a:pt x="2770117" y="1058844"/>
                  </a:lnTo>
                  <a:lnTo>
                    <a:pt x="2819493" y="1086058"/>
                  </a:lnTo>
                  <a:lnTo>
                    <a:pt x="2870563" y="1110517"/>
                  </a:lnTo>
                  <a:lnTo>
                    <a:pt x="2924136" y="1132363"/>
                  </a:lnTo>
                  <a:lnTo>
                    <a:pt x="2981116" y="1151840"/>
                  </a:lnTo>
                  <a:lnTo>
                    <a:pt x="3042423" y="1169219"/>
                  </a:lnTo>
                  <a:lnTo>
                    <a:pt x="3108912" y="1184761"/>
                  </a:lnTo>
                  <a:lnTo>
                    <a:pt x="3181272" y="1198694"/>
                  </a:lnTo>
                  <a:lnTo>
                    <a:pt x="3259890" y="1211203"/>
                  </a:lnTo>
                  <a:lnTo>
                    <a:pt x="3344674" y="1222419"/>
                  </a:lnTo>
                  <a:lnTo>
                    <a:pt x="3434839" y="1232425"/>
                  </a:lnTo>
                  <a:lnTo>
                    <a:pt x="3528701" y="1241252"/>
                  </a:lnTo>
                  <a:lnTo>
                    <a:pt x="3623550" y="1248894"/>
                  </a:lnTo>
                  <a:lnTo>
                    <a:pt x="3715694" y="1255322"/>
                  </a:lnTo>
                  <a:lnTo>
                    <a:pt x="3800796" y="1260515"/>
                  </a:lnTo>
                  <a:lnTo>
                    <a:pt x="3874511" y="1264484"/>
                  </a:lnTo>
                  <a:lnTo>
                    <a:pt x="3933342" y="1267300"/>
                  </a:lnTo>
                  <a:lnTo>
                    <a:pt x="3975463" y="1269104"/>
                  </a:lnTo>
                  <a:lnTo>
                    <a:pt x="4001239" y="1270096"/>
                  </a:lnTo>
                  <a:lnTo>
                    <a:pt x="4013311" y="1270515"/>
                  </a:lnTo>
                  <a:lnTo>
                    <a:pt x="4016346" y="1270611"/>
                  </a:lnTo>
                  <a:lnTo>
                    <a:pt x="4016409" y="1270613"/>
                  </a:lnTo>
                  <a:lnTo>
                    <a:pt x="4538543" y="1270613"/>
                  </a:lnTo>
                  <a:lnTo>
                    <a:pt x="4539716" y="1270684"/>
                  </a:lnTo>
                  <a:lnTo>
                    <a:pt x="4547401" y="1271193"/>
                  </a:lnTo>
                  <a:lnTo>
                    <a:pt x="4566665" y="1272601"/>
                  </a:lnTo>
                  <a:lnTo>
                    <a:pt x="4600830" y="1275368"/>
                  </a:lnTo>
                  <a:lnTo>
                    <a:pt x="4651184" y="1279906"/>
                  </a:lnTo>
                  <a:lnTo>
                    <a:pt x="4716904" y="1286534"/>
                  </a:lnTo>
                  <a:lnTo>
                    <a:pt x="4795351" y="1295446"/>
                  </a:lnTo>
                  <a:lnTo>
                    <a:pt x="4882715" y="1306712"/>
                  </a:lnTo>
                  <a:lnTo>
                    <a:pt x="4974808" y="1320317"/>
                  </a:lnTo>
                  <a:lnTo>
                    <a:pt x="5067767" y="1336207"/>
                  </a:lnTo>
                  <a:lnTo>
                    <a:pt x="5158507" y="1354344"/>
                  </a:lnTo>
                  <a:lnTo>
                    <a:pt x="5244894" y="1374741"/>
                  </a:lnTo>
                  <a:lnTo>
                    <a:pt x="5325712" y="1397495"/>
                  </a:lnTo>
                  <a:lnTo>
                    <a:pt x="5400500" y="1422795"/>
                  </a:lnTo>
                  <a:lnTo>
                    <a:pt x="5469362" y="1450925"/>
                  </a:lnTo>
                  <a:lnTo>
                    <a:pt x="5532780" y="1482260"/>
                  </a:lnTo>
                  <a:lnTo>
                    <a:pt x="5591468" y="1517250"/>
                  </a:lnTo>
                  <a:lnTo>
                    <a:pt x="5646262" y="1556394"/>
                  </a:lnTo>
                  <a:lnTo>
                    <a:pt x="5698030" y="1600195"/>
                  </a:lnTo>
                  <a:lnTo>
                    <a:pt x="5747610" y="1649069"/>
                  </a:lnTo>
                  <a:lnTo>
                    <a:pt x="5784835" y="1690386"/>
                  </a:lnTo>
                  <a:lnTo>
                    <a:pt x="5823756" y="1737733"/>
                  </a:lnTo>
                  <a:lnTo>
                    <a:pt x="5862309" y="1788696"/>
                  </a:lnTo>
                  <a:lnTo>
                    <a:pt x="5900742" y="1843346"/>
                  </a:lnTo>
                  <a:lnTo>
                    <a:pt x="5939248" y="1901693"/>
                  </a:lnTo>
                  <a:lnTo>
                    <a:pt x="5977969" y="1963672"/>
                  </a:lnTo>
                  <a:lnTo>
                    <a:pt x="6017003" y="2029143"/>
                  </a:lnTo>
                  <a:lnTo>
                    <a:pt x="6056405" y="2097883"/>
                  </a:lnTo>
                  <a:lnTo>
                    <a:pt x="6096194" y="2169585"/>
                  </a:lnTo>
                  <a:lnTo>
                    <a:pt x="6136354" y="2243863"/>
                  </a:lnTo>
                  <a:lnTo>
                    <a:pt x="6176839" y="2320257"/>
                  </a:lnTo>
                  <a:lnTo>
                    <a:pt x="6217580" y="2398241"/>
                  </a:lnTo>
                  <a:lnTo>
                    <a:pt x="6258490" y="2477244"/>
                  </a:lnTo>
                  <a:lnTo>
                    <a:pt x="6299469" y="2556657"/>
                  </a:lnTo>
                  <a:lnTo>
                    <a:pt x="6340413" y="2635861"/>
                  </a:lnTo>
                  <a:lnTo>
                    <a:pt x="6381219" y="2714244"/>
                  </a:lnTo>
                  <a:lnTo>
                    <a:pt x="6421797" y="2791218"/>
                  </a:lnTo>
                  <a:lnTo>
                    <a:pt x="6462069" y="2866243"/>
                  </a:lnTo>
                  <a:lnTo>
                    <a:pt x="6501982" y="2938834"/>
                  </a:lnTo>
                  <a:lnTo>
                    <a:pt x="6541511" y="3008580"/>
                  </a:lnTo>
                  <a:lnTo>
                    <a:pt x="6580661" y="3075149"/>
                  </a:lnTo>
                  <a:lnTo>
                    <a:pt x="6619476" y="3138290"/>
                  </a:lnTo>
                  <a:lnTo>
                    <a:pt x="6658039" y="3197836"/>
                  </a:lnTo>
                  <a:lnTo>
                    <a:pt x="6696477" y="3253698"/>
                  </a:lnTo>
                  <a:lnTo>
                    <a:pt x="6734966" y="3305862"/>
                  </a:lnTo>
                  <a:lnTo>
                    <a:pt x="6773736" y="3354380"/>
                  </a:lnTo>
                  <a:lnTo>
                    <a:pt x="6786527" y="3369478"/>
                  </a:lnTo>
                  <a:lnTo>
                    <a:pt x="6834924" y="3422421"/>
                  </a:lnTo>
                  <a:lnTo>
                    <a:pt x="6884934" y="3470109"/>
                  </a:lnTo>
                  <a:lnTo>
                    <a:pt x="6937318" y="3512804"/>
                  </a:lnTo>
                  <a:lnTo>
                    <a:pt x="6992924" y="3550954"/>
                  </a:lnTo>
                  <a:lnTo>
                    <a:pt x="7052623" y="3585066"/>
                  </a:lnTo>
                  <a:lnTo>
                    <a:pt x="7117227" y="3615632"/>
                  </a:lnTo>
                  <a:lnTo>
                    <a:pt x="7187411" y="3643085"/>
                  </a:lnTo>
                  <a:lnTo>
                    <a:pt x="7263585" y="3667782"/>
                  </a:lnTo>
                  <a:lnTo>
                    <a:pt x="7345739" y="3689985"/>
                  </a:lnTo>
                  <a:lnTo>
                    <a:pt x="7433259" y="3709861"/>
                  </a:lnTo>
                  <a:lnTo>
                    <a:pt x="7524728" y="3727485"/>
                  </a:lnTo>
                  <a:lnTo>
                    <a:pt x="7617794" y="3742859"/>
                  </a:lnTo>
                  <a:lnTo>
                    <a:pt x="7709169" y="3755934"/>
                  </a:lnTo>
                  <a:lnTo>
                    <a:pt x="7794864" y="3766661"/>
                  </a:lnTo>
                  <a:lnTo>
                    <a:pt x="7870710" y="3775040"/>
                  </a:lnTo>
                  <a:lnTo>
                    <a:pt x="7933095" y="3781169"/>
                  </a:lnTo>
                  <a:lnTo>
                    <a:pt x="7979750" y="3785271"/>
                  </a:lnTo>
                  <a:lnTo>
                    <a:pt x="8010321" y="3787688"/>
                  </a:lnTo>
                  <a:lnTo>
                    <a:pt x="8026579" y="3788849"/>
                  </a:lnTo>
                  <a:lnTo>
                    <a:pt x="8032273" y="3789219"/>
                  </a:lnTo>
                  <a:lnTo>
                    <a:pt x="8032819" y="3789251"/>
                  </a:lnTo>
                  <a:lnTo>
                    <a:pt x="8554953" y="3789251"/>
                  </a:lnTo>
                  <a:lnTo>
                    <a:pt x="8554953" y="3789251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92" name="pl292"/>
            <p:cNvSpPr/>
            <p:nvPr/>
          </p:nvSpPr>
          <p:spPr>
            <a:xfrm>
              <a:off x="386606" y="1727673"/>
              <a:ext cx="8554953" cy="3789251"/>
            </a:xfrm>
            <a:custGeom>
              <a:avLst/>
              <a:pathLst>
                <a:path w="8554953" h="3789251">
                  <a:moveTo>
                    <a:pt x="8554953" y="3789251"/>
                  </a:moveTo>
                  <a:lnTo>
                    <a:pt x="8032819" y="3789251"/>
                  </a:lnTo>
                  <a:lnTo>
                    <a:pt x="8031646" y="3789180"/>
                  </a:lnTo>
                  <a:lnTo>
                    <a:pt x="8023961" y="3788671"/>
                  </a:lnTo>
                  <a:lnTo>
                    <a:pt x="8004696" y="3787263"/>
                  </a:lnTo>
                  <a:lnTo>
                    <a:pt x="7970532" y="3784497"/>
                  </a:lnTo>
                  <a:lnTo>
                    <a:pt x="7920178" y="3779958"/>
                  </a:lnTo>
                  <a:lnTo>
                    <a:pt x="7854458" y="3773330"/>
                  </a:lnTo>
                  <a:lnTo>
                    <a:pt x="7776011" y="3764419"/>
                  </a:lnTo>
                  <a:lnTo>
                    <a:pt x="7688647" y="3753153"/>
                  </a:lnTo>
                  <a:lnTo>
                    <a:pt x="7596554" y="3739548"/>
                  </a:lnTo>
                  <a:lnTo>
                    <a:pt x="7503595" y="3723657"/>
                  </a:lnTo>
                  <a:lnTo>
                    <a:pt x="7412855" y="3705521"/>
                  </a:lnTo>
                  <a:lnTo>
                    <a:pt x="7326468" y="3685123"/>
                  </a:lnTo>
                  <a:lnTo>
                    <a:pt x="7245650" y="3662369"/>
                  </a:lnTo>
                  <a:lnTo>
                    <a:pt x="7170862" y="3637069"/>
                  </a:lnTo>
                  <a:lnTo>
                    <a:pt x="7102000" y="3608939"/>
                  </a:lnTo>
                  <a:lnTo>
                    <a:pt x="7038582" y="3577604"/>
                  </a:lnTo>
                  <a:lnTo>
                    <a:pt x="6979894" y="3542614"/>
                  </a:lnTo>
                  <a:lnTo>
                    <a:pt x="6925100" y="3503470"/>
                  </a:lnTo>
                  <a:lnTo>
                    <a:pt x="6873331" y="3459670"/>
                  </a:lnTo>
                  <a:lnTo>
                    <a:pt x="6823752" y="3410795"/>
                  </a:lnTo>
                  <a:lnTo>
                    <a:pt x="6786527" y="3369478"/>
                  </a:lnTo>
                  <a:lnTo>
                    <a:pt x="6747606" y="3322131"/>
                  </a:lnTo>
                  <a:lnTo>
                    <a:pt x="6709053" y="3271168"/>
                  </a:lnTo>
                  <a:lnTo>
                    <a:pt x="6670620" y="3216518"/>
                  </a:lnTo>
                  <a:lnTo>
                    <a:pt x="6632114" y="3158172"/>
                  </a:lnTo>
                  <a:lnTo>
                    <a:pt x="6593393" y="3096192"/>
                  </a:lnTo>
                  <a:lnTo>
                    <a:pt x="6554359" y="3030721"/>
                  </a:lnTo>
                  <a:lnTo>
                    <a:pt x="6514956" y="2961982"/>
                  </a:lnTo>
                  <a:lnTo>
                    <a:pt x="6475168" y="2890280"/>
                  </a:lnTo>
                  <a:lnTo>
                    <a:pt x="6435008" y="2816001"/>
                  </a:lnTo>
                  <a:lnTo>
                    <a:pt x="6394523" y="2739608"/>
                  </a:lnTo>
                  <a:lnTo>
                    <a:pt x="6353782" y="2661623"/>
                  </a:lnTo>
                  <a:lnTo>
                    <a:pt x="6312872" y="2582621"/>
                  </a:lnTo>
                  <a:lnTo>
                    <a:pt x="6271893" y="2503208"/>
                  </a:lnTo>
                  <a:lnTo>
                    <a:pt x="6230949" y="2424003"/>
                  </a:lnTo>
                  <a:lnTo>
                    <a:pt x="6190142" y="2345621"/>
                  </a:lnTo>
                  <a:lnTo>
                    <a:pt x="6149565" y="2268646"/>
                  </a:lnTo>
                  <a:lnTo>
                    <a:pt x="6109293" y="2193622"/>
                  </a:lnTo>
                  <a:lnTo>
                    <a:pt x="6069380" y="2121030"/>
                  </a:lnTo>
                  <a:lnTo>
                    <a:pt x="6029851" y="2051284"/>
                  </a:lnTo>
                  <a:lnTo>
                    <a:pt x="5990701" y="1984715"/>
                  </a:lnTo>
                  <a:lnTo>
                    <a:pt x="5951886" y="1921574"/>
                  </a:lnTo>
                  <a:lnTo>
                    <a:pt x="5913323" y="1862028"/>
                  </a:lnTo>
                  <a:lnTo>
                    <a:pt x="5874885" y="1806167"/>
                  </a:lnTo>
                  <a:lnTo>
                    <a:pt x="5836396" y="1754003"/>
                  </a:lnTo>
                  <a:lnTo>
                    <a:pt x="5797626" y="1705484"/>
                  </a:lnTo>
                  <a:lnTo>
                    <a:pt x="5784835" y="1690386"/>
                  </a:lnTo>
                  <a:lnTo>
                    <a:pt x="5736438" y="1637443"/>
                  </a:lnTo>
                  <a:lnTo>
                    <a:pt x="5686428" y="1589756"/>
                  </a:lnTo>
                  <a:lnTo>
                    <a:pt x="5634044" y="1547061"/>
                  </a:lnTo>
                  <a:lnTo>
                    <a:pt x="5578437" y="1508910"/>
                  </a:lnTo>
                  <a:lnTo>
                    <a:pt x="5518739" y="1474798"/>
                  </a:lnTo>
                  <a:lnTo>
                    <a:pt x="5454135" y="1444233"/>
                  </a:lnTo>
                  <a:lnTo>
                    <a:pt x="5383951" y="1416779"/>
                  </a:lnTo>
                  <a:lnTo>
                    <a:pt x="5307777" y="1392082"/>
                  </a:lnTo>
                  <a:lnTo>
                    <a:pt x="5225623" y="1369879"/>
                  </a:lnTo>
                  <a:lnTo>
                    <a:pt x="5138103" y="1350004"/>
                  </a:lnTo>
                  <a:lnTo>
                    <a:pt x="5046634" y="1332379"/>
                  </a:lnTo>
                  <a:lnTo>
                    <a:pt x="4953568" y="1317006"/>
                  </a:lnTo>
                  <a:lnTo>
                    <a:pt x="4862193" y="1303931"/>
                  </a:lnTo>
                  <a:lnTo>
                    <a:pt x="4776498" y="1293203"/>
                  </a:lnTo>
                  <a:lnTo>
                    <a:pt x="4700652" y="1284824"/>
                  </a:lnTo>
                  <a:lnTo>
                    <a:pt x="4638266" y="1278695"/>
                  </a:lnTo>
                  <a:lnTo>
                    <a:pt x="4591612" y="1274593"/>
                  </a:lnTo>
                  <a:lnTo>
                    <a:pt x="4561041" y="1272176"/>
                  </a:lnTo>
                  <a:lnTo>
                    <a:pt x="4544782" y="1271015"/>
                  </a:lnTo>
                  <a:lnTo>
                    <a:pt x="4539089" y="1270646"/>
                  </a:lnTo>
                  <a:lnTo>
                    <a:pt x="4538543" y="1270613"/>
                  </a:lnTo>
                  <a:lnTo>
                    <a:pt x="4016409" y="1270613"/>
                  </a:lnTo>
                  <a:lnTo>
                    <a:pt x="4015166" y="1270575"/>
                  </a:lnTo>
                  <a:lnTo>
                    <a:pt x="4007032" y="1270302"/>
                  </a:lnTo>
                  <a:lnTo>
                    <a:pt x="3986684" y="1269548"/>
                  </a:lnTo>
                  <a:lnTo>
                    <a:pt x="3950701" y="1268067"/>
                  </a:lnTo>
                  <a:lnTo>
                    <a:pt x="3897873" y="1265641"/>
                  </a:lnTo>
                  <a:lnTo>
                    <a:pt x="3829263" y="1262105"/>
                  </a:lnTo>
                  <a:lnTo>
                    <a:pt x="3747844" y="1257363"/>
                  </a:lnTo>
                  <a:lnTo>
                    <a:pt x="3657752" y="1251385"/>
                  </a:lnTo>
                  <a:lnTo>
                    <a:pt x="3563419" y="1244183"/>
                  </a:lnTo>
                  <a:lnTo>
                    <a:pt x="3468827" y="1235787"/>
                  </a:lnTo>
                  <a:lnTo>
                    <a:pt x="3377064" y="1226213"/>
                  </a:lnTo>
                  <a:lnTo>
                    <a:pt x="3290179" y="1215446"/>
                  </a:lnTo>
                  <a:lnTo>
                    <a:pt x="3209265" y="1203422"/>
                  </a:lnTo>
                  <a:lnTo>
                    <a:pt x="3134642" y="1190028"/>
                  </a:lnTo>
                  <a:lnTo>
                    <a:pt x="3066075" y="1175098"/>
                  </a:lnTo>
                  <a:lnTo>
                    <a:pt x="3002968" y="1158419"/>
                  </a:lnTo>
                  <a:lnTo>
                    <a:pt x="2944512" y="1139740"/>
                  </a:lnTo>
                  <a:lnTo>
                    <a:pt x="2889801" y="1118790"/>
                  </a:lnTo>
                  <a:lnTo>
                    <a:pt x="2837918" y="1095310"/>
                  </a:lnTo>
                  <a:lnTo>
                    <a:pt x="2788007" y="1069110"/>
                  </a:lnTo>
                  <a:lnTo>
                    <a:pt x="2770117" y="1058844"/>
                  </a:lnTo>
                  <a:lnTo>
                    <a:pt x="2722660" y="1029439"/>
                  </a:lnTo>
                  <a:lnTo>
                    <a:pt x="2675667" y="997302"/>
                  </a:lnTo>
                  <a:lnTo>
                    <a:pt x="2628719" y="962386"/>
                  </a:lnTo>
                  <a:lnTo>
                    <a:pt x="2581516" y="924717"/>
                  </a:lnTo>
                  <a:lnTo>
                    <a:pt x="2533864" y="884410"/>
                  </a:lnTo>
                  <a:lnTo>
                    <a:pt x="2485660" y="841670"/>
                  </a:lnTo>
                  <a:lnTo>
                    <a:pt x="2436884" y="796792"/>
                  </a:lnTo>
                  <a:lnTo>
                    <a:pt x="2387589" y="750162"/>
                  </a:lnTo>
                  <a:lnTo>
                    <a:pt x="2337886" y="702241"/>
                  </a:lnTo>
                  <a:lnTo>
                    <a:pt x="2287931" y="653551"/>
                  </a:lnTo>
                  <a:lnTo>
                    <a:pt x="2237905" y="604649"/>
                  </a:lnTo>
                  <a:lnTo>
                    <a:pt x="2187998" y="556102"/>
                  </a:lnTo>
                  <a:lnTo>
                    <a:pt x="2138385" y="508462"/>
                  </a:lnTo>
                  <a:lnTo>
                    <a:pt x="2089214" y="462236"/>
                  </a:lnTo>
                  <a:lnTo>
                    <a:pt x="2040581" y="417868"/>
                  </a:lnTo>
                  <a:lnTo>
                    <a:pt x="1992522" y="375721"/>
                  </a:lnTo>
                  <a:lnTo>
                    <a:pt x="1944997" y="336069"/>
                  </a:lnTo>
                  <a:lnTo>
                    <a:pt x="1897881" y="299093"/>
                  </a:lnTo>
                  <a:lnTo>
                    <a:pt x="1850954" y="264883"/>
                  </a:lnTo>
                  <a:lnTo>
                    <a:pt x="1803888" y="233447"/>
                  </a:lnTo>
                  <a:lnTo>
                    <a:pt x="1768425" y="211768"/>
                  </a:lnTo>
                  <a:lnTo>
                    <a:pt x="1719049" y="184554"/>
                  </a:lnTo>
                  <a:lnTo>
                    <a:pt x="1667979" y="160096"/>
                  </a:lnTo>
                  <a:lnTo>
                    <a:pt x="1614406" y="138249"/>
                  </a:lnTo>
                  <a:lnTo>
                    <a:pt x="1557426" y="118772"/>
                  </a:lnTo>
                  <a:lnTo>
                    <a:pt x="1496119" y="101393"/>
                  </a:lnTo>
                  <a:lnTo>
                    <a:pt x="1429631" y="85852"/>
                  </a:lnTo>
                  <a:lnTo>
                    <a:pt x="1357270" y="71918"/>
                  </a:lnTo>
                  <a:lnTo>
                    <a:pt x="1278652" y="59410"/>
                  </a:lnTo>
                  <a:lnTo>
                    <a:pt x="1193868" y="48193"/>
                  </a:lnTo>
                  <a:lnTo>
                    <a:pt x="1103703" y="38187"/>
                  </a:lnTo>
                  <a:lnTo>
                    <a:pt x="1009841" y="29360"/>
                  </a:lnTo>
                  <a:lnTo>
                    <a:pt x="914992" y="21718"/>
                  </a:lnTo>
                  <a:lnTo>
                    <a:pt x="822848" y="15290"/>
                  </a:lnTo>
                  <a:lnTo>
                    <a:pt x="737746" y="10097"/>
                  </a:lnTo>
                  <a:lnTo>
                    <a:pt x="664031" y="6129"/>
                  </a:lnTo>
                  <a:lnTo>
                    <a:pt x="605200" y="3312"/>
                  </a:lnTo>
                  <a:lnTo>
                    <a:pt x="563079" y="1509"/>
                  </a:lnTo>
                  <a:lnTo>
                    <a:pt x="537304" y="517"/>
                  </a:lnTo>
                  <a:lnTo>
                    <a:pt x="525231" y="97"/>
                  </a:lnTo>
                  <a:lnTo>
                    <a:pt x="522196" y="1"/>
                  </a:lnTo>
                  <a:lnTo>
                    <a:pt x="522133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93" name="pg293"/>
            <p:cNvSpPr/>
            <p:nvPr/>
          </p:nvSpPr>
          <p:spPr>
            <a:xfrm>
              <a:off x="386606" y="1738968"/>
              <a:ext cx="8554953" cy="4291850"/>
            </a:xfrm>
            <a:custGeom>
              <a:avLst/>
              <a:pathLst>
                <a:path w="8554953" h="4291850">
                  <a:moveTo>
                    <a:pt x="0" y="5647"/>
                  </a:moveTo>
                  <a:lnTo>
                    <a:pt x="522133" y="5647"/>
                  </a:lnTo>
                  <a:lnTo>
                    <a:pt x="523376" y="5685"/>
                  </a:lnTo>
                  <a:lnTo>
                    <a:pt x="531506" y="5960"/>
                  </a:lnTo>
                  <a:lnTo>
                    <a:pt x="551847" y="6721"/>
                  </a:lnTo>
                  <a:lnTo>
                    <a:pt x="587819" y="8214"/>
                  </a:lnTo>
                  <a:lnTo>
                    <a:pt x="640631" y="10661"/>
                  </a:lnTo>
                  <a:lnTo>
                    <a:pt x="709222" y="14227"/>
                  </a:lnTo>
                  <a:lnTo>
                    <a:pt x="790623" y="19009"/>
                  </a:lnTo>
                  <a:lnTo>
                    <a:pt x="880697" y="25039"/>
                  </a:lnTo>
                  <a:lnTo>
                    <a:pt x="975016" y="32302"/>
                  </a:lnTo>
                  <a:lnTo>
                    <a:pt x="1069598" y="40771"/>
                  </a:lnTo>
                  <a:lnTo>
                    <a:pt x="1161355" y="50427"/>
                  </a:lnTo>
                  <a:lnTo>
                    <a:pt x="1248236" y="61287"/>
                  </a:lnTo>
                  <a:lnTo>
                    <a:pt x="1329150" y="73414"/>
                  </a:lnTo>
                  <a:lnTo>
                    <a:pt x="1403774" y="86923"/>
                  </a:lnTo>
                  <a:lnTo>
                    <a:pt x="1472343" y="101981"/>
                  </a:lnTo>
                  <a:lnTo>
                    <a:pt x="1535453" y="118802"/>
                  </a:lnTo>
                  <a:lnTo>
                    <a:pt x="1593910" y="137640"/>
                  </a:lnTo>
                  <a:lnTo>
                    <a:pt x="1648621" y="158768"/>
                  </a:lnTo>
                  <a:lnTo>
                    <a:pt x="1700504" y="182448"/>
                  </a:lnTo>
                  <a:lnTo>
                    <a:pt x="1750412" y="208871"/>
                  </a:lnTo>
                  <a:lnTo>
                    <a:pt x="1768425" y="219298"/>
                  </a:lnTo>
                  <a:lnTo>
                    <a:pt x="1815795" y="248907"/>
                  </a:lnTo>
                  <a:lnTo>
                    <a:pt x="1862701" y="281261"/>
                  </a:lnTo>
                  <a:lnTo>
                    <a:pt x="1909562" y="316410"/>
                  </a:lnTo>
                  <a:lnTo>
                    <a:pt x="1956675" y="354325"/>
                  </a:lnTo>
                  <a:lnTo>
                    <a:pt x="2004234" y="394894"/>
                  </a:lnTo>
                  <a:lnTo>
                    <a:pt x="2052343" y="437911"/>
                  </a:lnTo>
                  <a:lnTo>
                    <a:pt x="2101022" y="483080"/>
                  </a:lnTo>
                  <a:lnTo>
                    <a:pt x="2150219" y="530016"/>
                  </a:lnTo>
                  <a:lnTo>
                    <a:pt x="2199825" y="578257"/>
                  </a:lnTo>
                  <a:lnTo>
                    <a:pt x="2249684" y="627280"/>
                  </a:lnTo>
                  <a:lnTo>
                    <a:pt x="2299618" y="676527"/>
                  </a:lnTo>
                  <a:lnTo>
                    <a:pt x="2349437" y="725428"/>
                  </a:lnTo>
                  <a:lnTo>
                    <a:pt x="2398967" y="773429"/>
                  </a:lnTo>
                  <a:lnTo>
                    <a:pt x="2448060" y="820021"/>
                  </a:lnTo>
                  <a:lnTo>
                    <a:pt x="2496618" y="864756"/>
                  </a:lnTo>
                  <a:lnTo>
                    <a:pt x="2544604" y="907268"/>
                  </a:lnTo>
                  <a:lnTo>
                    <a:pt x="2592056" y="947278"/>
                  </a:lnTo>
                  <a:lnTo>
                    <a:pt x="2639094" y="984604"/>
                  </a:lnTo>
                  <a:lnTo>
                    <a:pt x="2685936" y="1019150"/>
                  </a:lnTo>
                  <a:lnTo>
                    <a:pt x="2732903" y="1050906"/>
                  </a:lnTo>
                  <a:lnTo>
                    <a:pt x="2770117" y="1073903"/>
                  </a:lnTo>
                  <a:lnTo>
                    <a:pt x="2819487" y="1101356"/>
                  </a:lnTo>
                  <a:lnTo>
                    <a:pt x="2870550" y="1126029"/>
                  </a:lnTo>
                  <a:lnTo>
                    <a:pt x="2924115" y="1148068"/>
                  </a:lnTo>
                  <a:lnTo>
                    <a:pt x="2981086" y="1167717"/>
                  </a:lnTo>
                  <a:lnTo>
                    <a:pt x="3042383" y="1185249"/>
                  </a:lnTo>
                  <a:lnTo>
                    <a:pt x="3108860" y="1200928"/>
                  </a:lnTo>
                  <a:lnTo>
                    <a:pt x="3181206" y="1214985"/>
                  </a:lnTo>
                  <a:lnTo>
                    <a:pt x="3259809" y="1227604"/>
                  </a:lnTo>
                  <a:lnTo>
                    <a:pt x="3344576" y="1238920"/>
                  </a:lnTo>
                  <a:lnTo>
                    <a:pt x="3434723" y="1249015"/>
                  </a:lnTo>
                  <a:lnTo>
                    <a:pt x="3528570" y="1257922"/>
                  </a:lnTo>
                  <a:lnTo>
                    <a:pt x="3623408" y="1265632"/>
                  </a:lnTo>
                  <a:lnTo>
                    <a:pt x="3715549" y="1272118"/>
                  </a:lnTo>
                  <a:lnTo>
                    <a:pt x="3800655" y="1277359"/>
                  </a:lnTo>
                  <a:lnTo>
                    <a:pt x="3874385" y="1281365"/>
                  </a:lnTo>
                  <a:lnTo>
                    <a:pt x="3933241" y="1284208"/>
                  </a:lnTo>
                  <a:lnTo>
                    <a:pt x="3975391" y="1286029"/>
                  </a:lnTo>
                  <a:lnTo>
                    <a:pt x="4001197" y="1287031"/>
                  </a:lnTo>
                  <a:lnTo>
                    <a:pt x="4013295" y="1287455"/>
                  </a:lnTo>
                  <a:lnTo>
                    <a:pt x="4016409" y="1287555"/>
                  </a:lnTo>
                  <a:lnTo>
                    <a:pt x="4538543" y="1287555"/>
                  </a:lnTo>
                  <a:lnTo>
                    <a:pt x="4539680" y="1287637"/>
                  </a:lnTo>
                  <a:lnTo>
                    <a:pt x="4547136" y="1288225"/>
                  </a:lnTo>
                  <a:lnTo>
                    <a:pt x="4565845" y="1289851"/>
                  </a:lnTo>
                  <a:lnTo>
                    <a:pt x="4599073" y="1293048"/>
                  </a:lnTo>
                  <a:lnTo>
                    <a:pt x="4648146" y="1298296"/>
                  </a:lnTo>
                  <a:lnTo>
                    <a:pt x="4712358" y="1305970"/>
                  </a:lnTo>
                  <a:lnTo>
                    <a:pt x="4789238" y="1316300"/>
                  </a:lnTo>
                  <a:lnTo>
                    <a:pt x="4875145" y="1329378"/>
                  </a:lnTo>
                  <a:lnTo>
                    <a:pt x="4966022" y="1345193"/>
                  </a:lnTo>
                  <a:lnTo>
                    <a:pt x="5058075" y="1363683"/>
                  </a:lnTo>
                  <a:lnTo>
                    <a:pt x="5148227" y="1384798"/>
                  </a:lnTo>
                  <a:lnTo>
                    <a:pt x="5234310" y="1408547"/>
                  </a:lnTo>
                  <a:lnTo>
                    <a:pt x="5315043" y="1435029"/>
                  </a:lnTo>
                  <a:lnTo>
                    <a:pt x="5389896" y="1464447"/>
                  </a:lnTo>
                  <a:lnTo>
                    <a:pt x="5458904" y="1497115"/>
                  </a:lnTo>
                  <a:lnTo>
                    <a:pt x="5522488" y="1533451"/>
                  </a:lnTo>
                  <a:lnTo>
                    <a:pt x="5581313" y="1573961"/>
                  </a:lnTo>
                  <a:lnTo>
                    <a:pt x="5636174" y="1619218"/>
                  </a:lnTo>
                  <a:lnTo>
                    <a:pt x="5687913" y="1669806"/>
                  </a:lnTo>
                  <a:lnTo>
                    <a:pt x="5737352" y="1726237"/>
                  </a:lnTo>
                  <a:lnTo>
                    <a:pt x="5784835" y="1788270"/>
                  </a:lnTo>
                  <a:lnTo>
                    <a:pt x="5821217" y="1840911"/>
                  </a:lnTo>
                  <a:lnTo>
                    <a:pt x="5857262" y="1897311"/>
                  </a:lnTo>
                  <a:lnTo>
                    <a:pt x="5893177" y="1957545"/>
                  </a:lnTo>
                  <a:lnTo>
                    <a:pt x="5929127" y="2021634"/>
                  </a:lnTo>
                  <a:lnTo>
                    <a:pt x="5965237" y="2089531"/>
                  </a:lnTo>
                  <a:lnTo>
                    <a:pt x="6001596" y="2161124"/>
                  </a:lnTo>
                  <a:lnTo>
                    <a:pt x="6038262" y="2236223"/>
                  </a:lnTo>
                  <a:lnTo>
                    <a:pt x="6075263" y="2314565"/>
                  </a:lnTo>
                  <a:lnTo>
                    <a:pt x="6112598" y="2395813"/>
                  </a:lnTo>
                  <a:lnTo>
                    <a:pt x="6150244" y="2479557"/>
                  </a:lnTo>
                  <a:lnTo>
                    <a:pt x="6188155" y="2565323"/>
                  </a:lnTo>
                  <a:lnTo>
                    <a:pt x="6226271" y="2652585"/>
                  </a:lnTo>
                  <a:lnTo>
                    <a:pt x="6264516" y="2740775"/>
                  </a:lnTo>
                  <a:lnTo>
                    <a:pt x="6302808" y="2829298"/>
                  </a:lnTo>
                  <a:lnTo>
                    <a:pt x="6341062" y="2917551"/>
                  </a:lnTo>
                  <a:lnTo>
                    <a:pt x="6379195" y="3004938"/>
                  </a:lnTo>
                  <a:lnTo>
                    <a:pt x="6417131" y="3090888"/>
                  </a:lnTo>
                  <a:lnTo>
                    <a:pt x="6454808" y="3174868"/>
                  </a:lnTo>
                  <a:lnTo>
                    <a:pt x="6492177" y="3256400"/>
                  </a:lnTo>
                  <a:lnTo>
                    <a:pt x="6529213" y="3335066"/>
                  </a:lnTo>
                  <a:lnTo>
                    <a:pt x="6565914" y="3410521"/>
                  </a:lnTo>
                  <a:lnTo>
                    <a:pt x="6602303" y="3482493"/>
                  </a:lnTo>
                  <a:lnTo>
                    <a:pt x="6638436" y="3550787"/>
                  </a:lnTo>
                  <a:lnTo>
                    <a:pt x="6674397" y="3615281"/>
                  </a:lnTo>
                  <a:lnTo>
                    <a:pt x="6710309" y="3675922"/>
                  </a:lnTo>
                  <a:lnTo>
                    <a:pt x="6746331" y="3732723"/>
                  </a:lnTo>
                  <a:lnTo>
                    <a:pt x="6782667" y="3785755"/>
                  </a:lnTo>
                  <a:lnTo>
                    <a:pt x="6786527" y="3791134"/>
                  </a:lnTo>
                  <a:lnTo>
                    <a:pt x="6834409" y="3853655"/>
                  </a:lnTo>
                  <a:lnTo>
                    <a:pt x="6883863" y="3910037"/>
                  </a:lnTo>
                  <a:lnTo>
                    <a:pt x="6935625" y="3960579"/>
                  </a:lnTo>
                  <a:lnTo>
                    <a:pt x="6990515" y="4005794"/>
                  </a:lnTo>
                  <a:lnTo>
                    <a:pt x="7049376" y="4046268"/>
                  </a:lnTo>
                  <a:lnTo>
                    <a:pt x="7113003" y="4082572"/>
                  </a:lnTo>
                  <a:lnTo>
                    <a:pt x="7182057" y="4115211"/>
                  </a:lnTo>
                  <a:lnTo>
                    <a:pt x="7256959" y="4144604"/>
                  </a:lnTo>
                  <a:lnTo>
                    <a:pt x="7337739" y="4171063"/>
                  </a:lnTo>
                  <a:lnTo>
                    <a:pt x="7423862" y="4194790"/>
                  </a:lnTo>
                  <a:lnTo>
                    <a:pt x="7514040" y="4215884"/>
                  </a:lnTo>
                  <a:lnTo>
                    <a:pt x="7606097" y="4234352"/>
                  </a:lnTo>
                  <a:lnTo>
                    <a:pt x="7696949" y="4250145"/>
                  </a:lnTo>
                  <a:lnTo>
                    <a:pt x="7782799" y="4263200"/>
                  </a:lnTo>
                  <a:lnTo>
                    <a:pt x="7859588" y="4273508"/>
                  </a:lnTo>
                  <a:lnTo>
                    <a:pt x="7923684" y="4281160"/>
                  </a:lnTo>
                  <a:lnTo>
                    <a:pt x="7972626" y="4286390"/>
                  </a:lnTo>
                  <a:lnTo>
                    <a:pt x="8005727" y="4289572"/>
                  </a:lnTo>
                  <a:lnTo>
                    <a:pt x="8024328" y="4291187"/>
                  </a:lnTo>
                  <a:lnTo>
                    <a:pt x="8031709" y="4291769"/>
                  </a:lnTo>
                  <a:lnTo>
                    <a:pt x="8032819" y="4291850"/>
                  </a:lnTo>
                  <a:lnTo>
                    <a:pt x="8554953" y="4291850"/>
                  </a:lnTo>
                  <a:lnTo>
                    <a:pt x="8554953" y="4286202"/>
                  </a:lnTo>
                  <a:lnTo>
                    <a:pt x="8032819" y="4286202"/>
                  </a:lnTo>
                  <a:lnTo>
                    <a:pt x="8031682" y="4286120"/>
                  </a:lnTo>
                  <a:lnTo>
                    <a:pt x="8024226" y="4285532"/>
                  </a:lnTo>
                  <a:lnTo>
                    <a:pt x="8005517" y="4283906"/>
                  </a:lnTo>
                  <a:lnTo>
                    <a:pt x="7972289" y="4280709"/>
                  </a:lnTo>
                  <a:lnTo>
                    <a:pt x="7923216" y="4275461"/>
                  </a:lnTo>
                  <a:lnTo>
                    <a:pt x="7859004" y="4267787"/>
                  </a:lnTo>
                  <a:lnTo>
                    <a:pt x="7782124" y="4257457"/>
                  </a:lnTo>
                  <a:lnTo>
                    <a:pt x="7696217" y="4244379"/>
                  </a:lnTo>
                  <a:lnTo>
                    <a:pt x="7605340" y="4228564"/>
                  </a:lnTo>
                  <a:lnTo>
                    <a:pt x="7513287" y="4210074"/>
                  </a:lnTo>
                  <a:lnTo>
                    <a:pt x="7423135" y="4188959"/>
                  </a:lnTo>
                  <a:lnTo>
                    <a:pt x="7337052" y="4165210"/>
                  </a:lnTo>
                  <a:lnTo>
                    <a:pt x="7256319" y="4138728"/>
                  </a:lnTo>
                  <a:lnTo>
                    <a:pt x="7181466" y="4109309"/>
                  </a:lnTo>
                  <a:lnTo>
                    <a:pt x="7112458" y="4076641"/>
                  </a:lnTo>
                  <a:lnTo>
                    <a:pt x="7048874" y="4040306"/>
                  </a:lnTo>
                  <a:lnTo>
                    <a:pt x="6990049" y="3999796"/>
                  </a:lnTo>
                  <a:lnTo>
                    <a:pt x="6935188" y="3954539"/>
                  </a:lnTo>
                  <a:lnTo>
                    <a:pt x="6883449" y="3903951"/>
                  </a:lnTo>
                  <a:lnTo>
                    <a:pt x="6834010" y="3847519"/>
                  </a:lnTo>
                  <a:lnTo>
                    <a:pt x="6786527" y="3785487"/>
                  </a:lnTo>
                  <a:lnTo>
                    <a:pt x="6750145" y="3732846"/>
                  </a:lnTo>
                  <a:lnTo>
                    <a:pt x="6714100" y="3676446"/>
                  </a:lnTo>
                  <a:lnTo>
                    <a:pt x="6678185" y="3616212"/>
                  </a:lnTo>
                  <a:lnTo>
                    <a:pt x="6642235" y="3552123"/>
                  </a:lnTo>
                  <a:lnTo>
                    <a:pt x="6606125" y="3484226"/>
                  </a:lnTo>
                  <a:lnTo>
                    <a:pt x="6569766" y="3412633"/>
                  </a:lnTo>
                  <a:lnTo>
                    <a:pt x="6533100" y="3337534"/>
                  </a:lnTo>
                  <a:lnTo>
                    <a:pt x="6496099" y="3259191"/>
                  </a:lnTo>
                  <a:lnTo>
                    <a:pt x="6458764" y="3177944"/>
                  </a:lnTo>
                  <a:lnTo>
                    <a:pt x="6421118" y="3094200"/>
                  </a:lnTo>
                  <a:lnTo>
                    <a:pt x="6383207" y="3008434"/>
                  </a:lnTo>
                  <a:lnTo>
                    <a:pt x="6345091" y="2921172"/>
                  </a:lnTo>
                  <a:lnTo>
                    <a:pt x="6306846" y="2832982"/>
                  </a:lnTo>
                  <a:lnTo>
                    <a:pt x="6268554" y="2744459"/>
                  </a:lnTo>
                  <a:lnTo>
                    <a:pt x="6230300" y="2656206"/>
                  </a:lnTo>
                  <a:lnTo>
                    <a:pt x="6192167" y="2568819"/>
                  </a:lnTo>
                  <a:lnTo>
                    <a:pt x="6154231" y="2482869"/>
                  </a:lnTo>
                  <a:lnTo>
                    <a:pt x="6116554" y="2398889"/>
                  </a:lnTo>
                  <a:lnTo>
                    <a:pt x="6079185" y="2317357"/>
                  </a:lnTo>
                  <a:lnTo>
                    <a:pt x="6042149" y="2238691"/>
                  </a:lnTo>
                  <a:lnTo>
                    <a:pt x="6005448" y="2163236"/>
                  </a:lnTo>
                  <a:lnTo>
                    <a:pt x="5969059" y="2091264"/>
                  </a:lnTo>
                  <a:lnTo>
                    <a:pt x="5932926" y="2022970"/>
                  </a:lnTo>
                  <a:lnTo>
                    <a:pt x="5896965" y="1958476"/>
                  </a:lnTo>
                  <a:lnTo>
                    <a:pt x="5861053" y="1897835"/>
                  </a:lnTo>
                  <a:lnTo>
                    <a:pt x="5825031" y="1841034"/>
                  </a:lnTo>
                  <a:lnTo>
                    <a:pt x="5788695" y="1788002"/>
                  </a:lnTo>
                  <a:lnTo>
                    <a:pt x="5784835" y="1782623"/>
                  </a:lnTo>
                  <a:lnTo>
                    <a:pt x="5736953" y="1720101"/>
                  </a:lnTo>
                  <a:lnTo>
                    <a:pt x="5687498" y="1663719"/>
                  </a:lnTo>
                  <a:lnTo>
                    <a:pt x="5635737" y="1613178"/>
                  </a:lnTo>
                  <a:lnTo>
                    <a:pt x="5580847" y="1567963"/>
                  </a:lnTo>
                  <a:lnTo>
                    <a:pt x="5521986" y="1527489"/>
                  </a:lnTo>
                  <a:lnTo>
                    <a:pt x="5458359" y="1491185"/>
                  </a:lnTo>
                  <a:lnTo>
                    <a:pt x="5389305" y="1458546"/>
                  </a:lnTo>
                  <a:lnTo>
                    <a:pt x="5314403" y="1429153"/>
                  </a:lnTo>
                  <a:lnTo>
                    <a:pt x="5233623" y="1402694"/>
                  </a:lnTo>
                  <a:lnTo>
                    <a:pt x="5147500" y="1378966"/>
                  </a:lnTo>
                  <a:lnTo>
                    <a:pt x="5057322" y="1357873"/>
                  </a:lnTo>
                  <a:lnTo>
                    <a:pt x="4965265" y="1339405"/>
                  </a:lnTo>
                  <a:lnTo>
                    <a:pt x="4874413" y="1323612"/>
                  </a:lnTo>
                  <a:lnTo>
                    <a:pt x="4788563" y="1310556"/>
                  </a:lnTo>
                  <a:lnTo>
                    <a:pt x="4711774" y="1300249"/>
                  </a:lnTo>
                  <a:lnTo>
                    <a:pt x="4647678" y="1292597"/>
                  </a:lnTo>
                  <a:lnTo>
                    <a:pt x="4598735" y="1287367"/>
                  </a:lnTo>
                  <a:lnTo>
                    <a:pt x="4565635" y="1284185"/>
                  </a:lnTo>
                  <a:lnTo>
                    <a:pt x="4547034" y="1282570"/>
                  </a:lnTo>
                  <a:lnTo>
                    <a:pt x="4539653" y="1281988"/>
                  </a:lnTo>
                  <a:lnTo>
                    <a:pt x="4538543" y="1281907"/>
                  </a:lnTo>
                  <a:lnTo>
                    <a:pt x="4016409" y="1281907"/>
                  </a:lnTo>
                  <a:lnTo>
                    <a:pt x="4015166" y="1281869"/>
                  </a:lnTo>
                  <a:lnTo>
                    <a:pt x="4007036" y="1281594"/>
                  </a:lnTo>
                  <a:lnTo>
                    <a:pt x="3986695" y="1280833"/>
                  </a:lnTo>
                  <a:lnTo>
                    <a:pt x="3950724" y="1279340"/>
                  </a:lnTo>
                  <a:lnTo>
                    <a:pt x="3897911" y="1276893"/>
                  </a:lnTo>
                  <a:lnTo>
                    <a:pt x="3829320" y="1273327"/>
                  </a:lnTo>
                  <a:lnTo>
                    <a:pt x="3747919" y="1268545"/>
                  </a:lnTo>
                  <a:lnTo>
                    <a:pt x="3657846" y="1262515"/>
                  </a:lnTo>
                  <a:lnTo>
                    <a:pt x="3563527" y="1255252"/>
                  </a:lnTo>
                  <a:lnTo>
                    <a:pt x="3468944" y="1246783"/>
                  </a:lnTo>
                  <a:lnTo>
                    <a:pt x="3377187" y="1237127"/>
                  </a:lnTo>
                  <a:lnTo>
                    <a:pt x="3290306" y="1226267"/>
                  </a:lnTo>
                  <a:lnTo>
                    <a:pt x="3209392" y="1214140"/>
                  </a:lnTo>
                  <a:lnTo>
                    <a:pt x="3134768" y="1200631"/>
                  </a:lnTo>
                  <a:lnTo>
                    <a:pt x="3066199" y="1185573"/>
                  </a:lnTo>
                  <a:lnTo>
                    <a:pt x="3003089" y="1168752"/>
                  </a:lnTo>
                  <a:lnTo>
                    <a:pt x="2944632" y="1149914"/>
                  </a:lnTo>
                  <a:lnTo>
                    <a:pt x="2889921" y="1128786"/>
                  </a:lnTo>
                  <a:lnTo>
                    <a:pt x="2838039" y="1105106"/>
                  </a:lnTo>
                  <a:lnTo>
                    <a:pt x="2788130" y="1078683"/>
                  </a:lnTo>
                  <a:lnTo>
                    <a:pt x="2770117" y="1068256"/>
                  </a:lnTo>
                  <a:lnTo>
                    <a:pt x="2722748" y="1038647"/>
                  </a:lnTo>
                  <a:lnTo>
                    <a:pt x="2675841" y="1006293"/>
                  </a:lnTo>
                  <a:lnTo>
                    <a:pt x="2628980" y="971144"/>
                  </a:lnTo>
                  <a:lnTo>
                    <a:pt x="2581868" y="933229"/>
                  </a:lnTo>
                  <a:lnTo>
                    <a:pt x="2534308" y="892660"/>
                  </a:lnTo>
                  <a:lnTo>
                    <a:pt x="2486199" y="849643"/>
                  </a:lnTo>
                  <a:lnTo>
                    <a:pt x="2437520" y="804474"/>
                  </a:lnTo>
                  <a:lnTo>
                    <a:pt x="2388323" y="757538"/>
                  </a:lnTo>
                  <a:lnTo>
                    <a:pt x="2338717" y="709297"/>
                  </a:lnTo>
                  <a:lnTo>
                    <a:pt x="2288858" y="660274"/>
                  </a:lnTo>
                  <a:lnTo>
                    <a:pt x="2238924" y="611027"/>
                  </a:lnTo>
                  <a:lnTo>
                    <a:pt x="2189105" y="562126"/>
                  </a:lnTo>
                  <a:lnTo>
                    <a:pt x="2139576" y="514125"/>
                  </a:lnTo>
                  <a:lnTo>
                    <a:pt x="2090483" y="467533"/>
                  </a:lnTo>
                  <a:lnTo>
                    <a:pt x="2041925" y="422798"/>
                  </a:lnTo>
                  <a:lnTo>
                    <a:pt x="1993938" y="380286"/>
                  </a:lnTo>
                  <a:lnTo>
                    <a:pt x="1946487" y="340276"/>
                  </a:lnTo>
                  <a:lnTo>
                    <a:pt x="1899448" y="302951"/>
                  </a:lnTo>
                  <a:lnTo>
                    <a:pt x="1852607" y="268404"/>
                  </a:lnTo>
                  <a:lnTo>
                    <a:pt x="1805640" y="236648"/>
                  </a:lnTo>
                  <a:lnTo>
                    <a:pt x="1768425" y="213651"/>
                  </a:lnTo>
                  <a:lnTo>
                    <a:pt x="1719055" y="186198"/>
                  </a:lnTo>
                  <a:lnTo>
                    <a:pt x="1667992" y="161525"/>
                  </a:lnTo>
                  <a:lnTo>
                    <a:pt x="1614427" y="139486"/>
                  </a:lnTo>
                  <a:lnTo>
                    <a:pt x="1557456" y="119837"/>
                  </a:lnTo>
                  <a:lnTo>
                    <a:pt x="1496159" y="102305"/>
                  </a:lnTo>
                  <a:lnTo>
                    <a:pt x="1429683" y="86626"/>
                  </a:lnTo>
                  <a:lnTo>
                    <a:pt x="1357337" y="72569"/>
                  </a:lnTo>
                  <a:lnTo>
                    <a:pt x="1278734" y="59950"/>
                  </a:lnTo>
                  <a:lnTo>
                    <a:pt x="1193967" y="48634"/>
                  </a:lnTo>
                  <a:lnTo>
                    <a:pt x="1103819" y="38539"/>
                  </a:lnTo>
                  <a:lnTo>
                    <a:pt x="1009972" y="29632"/>
                  </a:lnTo>
                  <a:lnTo>
                    <a:pt x="915134" y="21922"/>
                  </a:lnTo>
                  <a:lnTo>
                    <a:pt x="822994" y="15436"/>
                  </a:lnTo>
                  <a:lnTo>
                    <a:pt x="737887" y="10195"/>
                  </a:lnTo>
                  <a:lnTo>
                    <a:pt x="664157" y="6189"/>
                  </a:lnTo>
                  <a:lnTo>
                    <a:pt x="605301" y="3346"/>
                  </a:lnTo>
                  <a:lnTo>
                    <a:pt x="563151" y="1525"/>
                  </a:lnTo>
                  <a:lnTo>
                    <a:pt x="537345" y="523"/>
                  </a:lnTo>
                  <a:lnTo>
                    <a:pt x="525247" y="99"/>
                  </a:lnTo>
                  <a:lnTo>
                    <a:pt x="5221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294" name="pl294"/>
            <p:cNvSpPr/>
            <p:nvPr/>
          </p:nvSpPr>
          <p:spPr>
            <a:xfrm>
              <a:off x="386606" y="1744615"/>
              <a:ext cx="8554953" cy="4286202"/>
            </a:xfrm>
            <a:custGeom>
              <a:avLst/>
              <a:pathLst>
                <a:path w="8554953" h="4286202">
                  <a:moveTo>
                    <a:pt x="0" y="0"/>
                  </a:moveTo>
                  <a:lnTo>
                    <a:pt x="522133" y="0"/>
                  </a:lnTo>
                  <a:lnTo>
                    <a:pt x="523376" y="38"/>
                  </a:lnTo>
                  <a:lnTo>
                    <a:pt x="531506" y="313"/>
                  </a:lnTo>
                  <a:lnTo>
                    <a:pt x="551847" y="1073"/>
                  </a:lnTo>
                  <a:lnTo>
                    <a:pt x="587819" y="2567"/>
                  </a:lnTo>
                  <a:lnTo>
                    <a:pt x="640631" y="5014"/>
                  </a:lnTo>
                  <a:lnTo>
                    <a:pt x="709222" y="8580"/>
                  </a:lnTo>
                  <a:lnTo>
                    <a:pt x="790623" y="13362"/>
                  </a:lnTo>
                  <a:lnTo>
                    <a:pt x="880697" y="19392"/>
                  </a:lnTo>
                  <a:lnTo>
                    <a:pt x="975016" y="26655"/>
                  </a:lnTo>
                  <a:lnTo>
                    <a:pt x="1069598" y="35124"/>
                  </a:lnTo>
                  <a:lnTo>
                    <a:pt x="1161355" y="44780"/>
                  </a:lnTo>
                  <a:lnTo>
                    <a:pt x="1248236" y="55640"/>
                  </a:lnTo>
                  <a:lnTo>
                    <a:pt x="1329150" y="67767"/>
                  </a:lnTo>
                  <a:lnTo>
                    <a:pt x="1403774" y="81276"/>
                  </a:lnTo>
                  <a:lnTo>
                    <a:pt x="1472343" y="96334"/>
                  </a:lnTo>
                  <a:lnTo>
                    <a:pt x="1535453" y="113155"/>
                  </a:lnTo>
                  <a:lnTo>
                    <a:pt x="1593910" y="131993"/>
                  </a:lnTo>
                  <a:lnTo>
                    <a:pt x="1648621" y="153121"/>
                  </a:lnTo>
                  <a:lnTo>
                    <a:pt x="1700504" y="176801"/>
                  </a:lnTo>
                  <a:lnTo>
                    <a:pt x="1750412" y="203224"/>
                  </a:lnTo>
                  <a:lnTo>
                    <a:pt x="1768425" y="213651"/>
                  </a:lnTo>
                  <a:lnTo>
                    <a:pt x="1815795" y="243259"/>
                  </a:lnTo>
                  <a:lnTo>
                    <a:pt x="1862701" y="275614"/>
                  </a:lnTo>
                  <a:lnTo>
                    <a:pt x="1909562" y="310763"/>
                  </a:lnTo>
                  <a:lnTo>
                    <a:pt x="1956675" y="348678"/>
                  </a:lnTo>
                  <a:lnTo>
                    <a:pt x="2004234" y="389247"/>
                  </a:lnTo>
                  <a:lnTo>
                    <a:pt x="2052343" y="432264"/>
                  </a:lnTo>
                  <a:lnTo>
                    <a:pt x="2101022" y="477433"/>
                  </a:lnTo>
                  <a:lnTo>
                    <a:pt x="2150219" y="524369"/>
                  </a:lnTo>
                  <a:lnTo>
                    <a:pt x="2199825" y="572610"/>
                  </a:lnTo>
                  <a:lnTo>
                    <a:pt x="2249684" y="621633"/>
                  </a:lnTo>
                  <a:lnTo>
                    <a:pt x="2299618" y="670880"/>
                  </a:lnTo>
                  <a:lnTo>
                    <a:pt x="2349437" y="719781"/>
                  </a:lnTo>
                  <a:lnTo>
                    <a:pt x="2398967" y="767782"/>
                  </a:lnTo>
                  <a:lnTo>
                    <a:pt x="2448060" y="814374"/>
                  </a:lnTo>
                  <a:lnTo>
                    <a:pt x="2496618" y="859109"/>
                  </a:lnTo>
                  <a:lnTo>
                    <a:pt x="2544604" y="901620"/>
                  </a:lnTo>
                  <a:lnTo>
                    <a:pt x="2592056" y="941631"/>
                  </a:lnTo>
                  <a:lnTo>
                    <a:pt x="2639094" y="978956"/>
                  </a:lnTo>
                  <a:lnTo>
                    <a:pt x="2685936" y="1013503"/>
                  </a:lnTo>
                  <a:lnTo>
                    <a:pt x="2732903" y="1045259"/>
                  </a:lnTo>
                  <a:lnTo>
                    <a:pt x="2770117" y="1068256"/>
                  </a:lnTo>
                  <a:lnTo>
                    <a:pt x="2819487" y="1095709"/>
                  </a:lnTo>
                  <a:lnTo>
                    <a:pt x="2870550" y="1120382"/>
                  </a:lnTo>
                  <a:lnTo>
                    <a:pt x="2924115" y="1142421"/>
                  </a:lnTo>
                  <a:lnTo>
                    <a:pt x="2981086" y="1162069"/>
                  </a:lnTo>
                  <a:lnTo>
                    <a:pt x="3042383" y="1179602"/>
                  </a:lnTo>
                  <a:lnTo>
                    <a:pt x="3108860" y="1195281"/>
                  </a:lnTo>
                  <a:lnTo>
                    <a:pt x="3181206" y="1209338"/>
                  </a:lnTo>
                  <a:lnTo>
                    <a:pt x="3259809" y="1221957"/>
                  </a:lnTo>
                  <a:lnTo>
                    <a:pt x="3344576" y="1233273"/>
                  </a:lnTo>
                  <a:lnTo>
                    <a:pt x="3434723" y="1243368"/>
                  </a:lnTo>
                  <a:lnTo>
                    <a:pt x="3528570" y="1252274"/>
                  </a:lnTo>
                  <a:lnTo>
                    <a:pt x="3623408" y="1259985"/>
                  </a:lnTo>
                  <a:lnTo>
                    <a:pt x="3715549" y="1266471"/>
                  </a:lnTo>
                  <a:lnTo>
                    <a:pt x="3800655" y="1271712"/>
                  </a:lnTo>
                  <a:lnTo>
                    <a:pt x="3874385" y="1275717"/>
                  </a:lnTo>
                  <a:lnTo>
                    <a:pt x="3933241" y="1278560"/>
                  </a:lnTo>
                  <a:lnTo>
                    <a:pt x="3975391" y="1280382"/>
                  </a:lnTo>
                  <a:lnTo>
                    <a:pt x="4001197" y="1281384"/>
                  </a:lnTo>
                  <a:lnTo>
                    <a:pt x="4013295" y="1281808"/>
                  </a:lnTo>
                  <a:lnTo>
                    <a:pt x="4016345" y="1281905"/>
                  </a:lnTo>
                  <a:lnTo>
                    <a:pt x="4016409" y="1281907"/>
                  </a:lnTo>
                  <a:lnTo>
                    <a:pt x="4538543" y="1281907"/>
                  </a:lnTo>
                  <a:lnTo>
                    <a:pt x="4539680" y="1281990"/>
                  </a:lnTo>
                  <a:lnTo>
                    <a:pt x="4547136" y="1282578"/>
                  </a:lnTo>
                  <a:lnTo>
                    <a:pt x="4565845" y="1284204"/>
                  </a:lnTo>
                  <a:lnTo>
                    <a:pt x="4599073" y="1287401"/>
                  </a:lnTo>
                  <a:lnTo>
                    <a:pt x="4648146" y="1292649"/>
                  </a:lnTo>
                  <a:lnTo>
                    <a:pt x="4712358" y="1300322"/>
                  </a:lnTo>
                  <a:lnTo>
                    <a:pt x="4789238" y="1310652"/>
                  </a:lnTo>
                  <a:lnTo>
                    <a:pt x="4875145" y="1323731"/>
                  </a:lnTo>
                  <a:lnTo>
                    <a:pt x="4966022" y="1339546"/>
                  </a:lnTo>
                  <a:lnTo>
                    <a:pt x="5058075" y="1358035"/>
                  </a:lnTo>
                  <a:lnTo>
                    <a:pt x="5148227" y="1379151"/>
                  </a:lnTo>
                  <a:lnTo>
                    <a:pt x="5234310" y="1402900"/>
                  </a:lnTo>
                  <a:lnTo>
                    <a:pt x="5315043" y="1429382"/>
                  </a:lnTo>
                  <a:lnTo>
                    <a:pt x="5389896" y="1458800"/>
                  </a:lnTo>
                  <a:lnTo>
                    <a:pt x="5458904" y="1491468"/>
                  </a:lnTo>
                  <a:lnTo>
                    <a:pt x="5522488" y="1527804"/>
                  </a:lnTo>
                  <a:lnTo>
                    <a:pt x="5581313" y="1568314"/>
                  </a:lnTo>
                  <a:lnTo>
                    <a:pt x="5636174" y="1613571"/>
                  </a:lnTo>
                  <a:lnTo>
                    <a:pt x="5687913" y="1664159"/>
                  </a:lnTo>
                  <a:lnTo>
                    <a:pt x="5737352" y="1720590"/>
                  </a:lnTo>
                  <a:lnTo>
                    <a:pt x="5784835" y="1782623"/>
                  </a:lnTo>
                  <a:lnTo>
                    <a:pt x="5821217" y="1835264"/>
                  </a:lnTo>
                  <a:lnTo>
                    <a:pt x="5857262" y="1891664"/>
                  </a:lnTo>
                  <a:lnTo>
                    <a:pt x="5893177" y="1951898"/>
                  </a:lnTo>
                  <a:lnTo>
                    <a:pt x="5929127" y="2015986"/>
                  </a:lnTo>
                  <a:lnTo>
                    <a:pt x="5965237" y="2083884"/>
                  </a:lnTo>
                  <a:lnTo>
                    <a:pt x="6001596" y="2155477"/>
                  </a:lnTo>
                  <a:lnTo>
                    <a:pt x="6038262" y="2230576"/>
                  </a:lnTo>
                  <a:lnTo>
                    <a:pt x="6075263" y="2308918"/>
                  </a:lnTo>
                  <a:lnTo>
                    <a:pt x="6112598" y="2390166"/>
                  </a:lnTo>
                  <a:lnTo>
                    <a:pt x="6150244" y="2473909"/>
                  </a:lnTo>
                  <a:lnTo>
                    <a:pt x="6188155" y="2559676"/>
                  </a:lnTo>
                  <a:lnTo>
                    <a:pt x="6226271" y="2646938"/>
                  </a:lnTo>
                  <a:lnTo>
                    <a:pt x="6264516" y="2735127"/>
                  </a:lnTo>
                  <a:lnTo>
                    <a:pt x="6302808" y="2823651"/>
                  </a:lnTo>
                  <a:lnTo>
                    <a:pt x="6341062" y="2911904"/>
                  </a:lnTo>
                  <a:lnTo>
                    <a:pt x="6379195" y="2999291"/>
                  </a:lnTo>
                  <a:lnTo>
                    <a:pt x="6417131" y="3085241"/>
                  </a:lnTo>
                  <a:lnTo>
                    <a:pt x="6454808" y="3169221"/>
                  </a:lnTo>
                  <a:lnTo>
                    <a:pt x="6492177" y="3250752"/>
                  </a:lnTo>
                  <a:lnTo>
                    <a:pt x="6529213" y="3329419"/>
                  </a:lnTo>
                  <a:lnTo>
                    <a:pt x="6565914" y="3404874"/>
                  </a:lnTo>
                  <a:lnTo>
                    <a:pt x="6602303" y="3476846"/>
                  </a:lnTo>
                  <a:lnTo>
                    <a:pt x="6638436" y="3545140"/>
                  </a:lnTo>
                  <a:lnTo>
                    <a:pt x="6674397" y="3609634"/>
                  </a:lnTo>
                  <a:lnTo>
                    <a:pt x="6710309" y="3670275"/>
                  </a:lnTo>
                  <a:lnTo>
                    <a:pt x="6746331" y="3727076"/>
                  </a:lnTo>
                  <a:lnTo>
                    <a:pt x="6782667" y="3780108"/>
                  </a:lnTo>
                  <a:lnTo>
                    <a:pt x="6786527" y="3785487"/>
                  </a:lnTo>
                  <a:lnTo>
                    <a:pt x="6834409" y="3848008"/>
                  </a:lnTo>
                  <a:lnTo>
                    <a:pt x="6883863" y="3904390"/>
                  </a:lnTo>
                  <a:lnTo>
                    <a:pt x="6935625" y="3954932"/>
                  </a:lnTo>
                  <a:lnTo>
                    <a:pt x="6990515" y="4000147"/>
                  </a:lnTo>
                  <a:lnTo>
                    <a:pt x="7049376" y="4040621"/>
                  </a:lnTo>
                  <a:lnTo>
                    <a:pt x="7113003" y="4076924"/>
                  </a:lnTo>
                  <a:lnTo>
                    <a:pt x="7182057" y="4109564"/>
                  </a:lnTo>
                  <a:lnTo>
                    <a:pt x="7256959" y="4138957"/>
                  </a:lnTo>
                  <a:lnTo>
                    <a:pt x="7337739" y="4165416"/>
                  </a:lnTo>
                  <a:lnTo>
                    <a:pt x="7423862" y="4189143"/>
                  </a:lnTo>
                  <a:lnTo>
                    <a:pt x="7514040" y="4210237"/>
                  </a:lnTo>
                  <a:lnTo>
                    <a:pt x="7606097" y="4228705"/>
                  </a:lnTo>
                  <a:lnTo>
                    <a:pt x="7696949" y="4244497"/>
                  </a:lnTo>
                  <a:lnTo>
                    <a:pt x="7782799" y="4257553"/>
                  </a:lnTo>
                  <a:lnTo>
                    <a:pt x="7859588" y="4267861"/>
                  </a:lnTo>
                  <a:lnTo>
                    <a:pt x="7923684" y="4275513"/>
                  </a:lnTo>
                  <a:lnTo>
                    <a:pt x="7972626" y="4280743"/>
                  </a:lnTo>
                  <a:lnTo>
                    <a:pt x="8005727" y="4283925"/>
                  </a:lnTo>
                  <a:lnTo>
                    <a:pt x="8024328" y="4285540"/>
                  </a:lnTo>
                  <a:lnTo>
                    <a:pt x="8031709" y="4286122"/>
                  </a:lnTo>
                  <a:lnTo>
                    <a:pt x="8032819" y="4286202"/>
                  </a:lnTo>
                  <a:lnTo>
                    <a:pt x="8554953" y="4286202"/>
                  </a:lnTo>
                  <a:lnTo>
                    <a:pt x="8554953" y="4286202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95" name="pl295"/>
            <p:cNvSpPr/>
            <p:nvPr/>
          </p:nvSpPr>
          <p:spPr>
            <a:xfrm>
              <a:off x="386606" y="1738968"/>
              <a:ext cx="8554953" cy="4286202"/>
            </a:xfrm>
            <a:custGeom>
              <a:avLst/>
              <a:pathLst>
                <a:path w="8554953" h="4286202">
                  <a:moveTo>
                    <a:pt x="8554953" y="4286202"/>
                  </a:moveTo>
                  <a:lnTo>
                    <a:pt x="8032819" y="4286202"/>
                  </a:lnTo>
                  <a:lnTo>
                    <a:pt x="8031682" y="4286120"/>
                  </a:lnTo>
                  <a:lnTo>
                    <a:pt x="8024226" y="4285532"/>
                  </a:lnTo>
                  <a:lnTo>
                    <a:pt x="8005517" y="4283906"/>
                  </a:lnTo>
                  <a:lnTo>
                    <a:pt x="7972289" y="4280709"/>
                  </a:lnTo>
                  <a:lnTo>
                    <a:pt x="7923216" y="4275461"/>
                  </a:lnTo>
                  <a:lnTo>
                    <a:pt x="7859004" y="4267787"/>
                  </a:lnTo>
                  <a:lnTo>
                    <a:pt x="7782124" y="4257457"/>
                  </a:lnTo>
                  <a:lnTo>
                    <a:pt x="7696217" y="4244379"/>
                  </a:lnTo>
                  <a:lnTo>
                    <a:pt x="7605340" y="4228564"/>
                  </a:lnTo>
                  <a:lnTo>
                    <a:pt x="7513287" y="4210074"/>
                  </a:lnTo>
                  <a:lnTo>
                    <a:pt x="7423135" y="4188959"/>
                  </a:lnTo>
                  <a:lnTo>
                    <a:pt x="7337052" y="4165210"/>
                  </a:lnTo>
                  <a:lnTo>
                    <a:pt x="7256319" y="4138728"/>
                  </a:lnTo>
                  <a:lnTo>
                    <a:pt x="7181466" y="4109309"/>
                  </a:lnTo>
                  <a:lnTo>
                    <a:pt x="7112458" y="4076641"/>
                  </a:lnTo>
                  <a:lnTo>
                    <a:pt x="7048874" y="4040306"/>
                  </a:lnTo>
                  <a:lnTo>
                    <a:pt x="6990049" y="3999796"/>
                  </a:lnTo>
                  <a:lnTo>
                    <a:pt x="6935188" y="3954539"/>
                  </a:lnTo>
                  <a:lnTo>
                    <a:pt x="6883449" y="3903951"/>
                  </a:lnTo>
                  <a:lnTo>
                    <a:pt x="6834010" y="3847519"/>
                  </a:lnTo>
                  <a:lnTo>
                    <a:pt x="6786527" y="3785487"/>
                  </a:lnTo>
                  <a:lnTo>
                    <a:pt x="6750145" y="3732846"/>
                  </a:lnTo>
                  <a:lnTo>
                    <a:pt x="6714100" y="3676446"/>
                  </a:lnTo>
                  <a:lnTo>
                    <a:pt x="6678185" y="3616212"/>
                  </a:lnTo>
                  <a:lnTo>
                    <a:pt x="6642235" y="3552123"/>
                  </a:lnTo>
                  <a:lnTo>
                    <a:pt x="6606125" y="3484226"/>
                  </a:lnTo>
                  <a:lnTo>
                    <a:pt x="6569766" y="3412633"/>
                  </a:lnTo>
                  <a:lnTo>
                    <a:pt x="6533100" y="3337534"/>
                  </a:lnTo>
                  <a:lnTo>
                    <a:pt x="6496099" y="3259191"/>
                  </a:lnTo>
                  <a:lnTo>
                    <a:pt x="6458764" y="3177944"/>
                  </a:lnTo>
                  <a:lnTo>
                    <a:pt x="6421118" y="3094200"/>
                  </a:lnTo>
                  <a:lnTo>
                    <a:pt x="6383207" y="3008434"/>
                  </a:lnTo>
                  <a:lnTo>
                    <a:pt x="6345091" y="2921172"/>
                  </a:lnTo>
                  <a:lnTo>
                    <a:pt x="6306846" y="2832982"/>
                  </a:lnTo>
                  <a:lnTo>
                    <a:pt x="6268554" y="2744459"/>
                  </a:lnTo>
                  <a:lnTo>
                    <a:pt x="6230300" y="2656206"/>
                  </a:lnTo>
                  <a:lnTo>
                    <a:pt x="6192167" y="2568819"/>
                  </a:lnTo>
                  <a:lnTo>
                    <a:pt x="6154231" y="2482869"/>
                  </a:lnTo>
                  <a:lnTo>
                    <a:pt x="6116554" y="2398889"/>
                  </a:lnTo>
                  <a:lnTo>
                    <a:pt x="6079185" y="2317357"/>
                  </a:lnTo>
                  <a:lnTo>
                    <a:pt x="6042149" y="2238691"/>
                  </a:lnTo>
                  <a:lnTo>
                    <a:pt x="6005448" y="2163236"/>
                  </a:lnTo>
                  <a:lnTo>
                    <a:pt x="5969059" y="2091264"/>
                  </a:lnTo>
                  <a:lnTo>
                    <a:pt x="5932926" y="2022970"/>
                  </a:lnTo>
                  <a:lnTo>
                    <a:pt x="5896965" y="1958476"/>
                  </a:lnTo>
                  <a:lnTo>
                    <a:pt x="5861053" y="1897835"/>
                  </a:lnTo>
                  <a:lnTo>
                    <a:pt x="5825031" y="1841034"/>
                  </a:lnTo>
                  <a:lnTo>
                    <a:pt x="5788695" y="1788002"/>
                  </a:lnTo>
                  <a:lnTo>
                    <a:pt x="5784835" y="1782623"/>
                  </a:lnTo>
                  <a:lnTo>
                    <a:pt x="5736953" y="1720101"/>
                  </a:lnTo>
                  <a:lnTo>
                    <a:pt x="5687498" y="1663719"/>
                  </a:lnTo>
                  <a:lnTo>
                    <a:pt x="5635737" y="1613178"/>
                  </a:lnTo>
                  <a:lnTo>
                    <a:pt x="5580847" y="1567963"/>
                  </a:lnTo>
                  <a:lnTo>
                    <a:pt x="5521986" y="1527489"/>
                  </a:lnTo>
                  <a:lnTo>
                    <a:pt x="5458359" y="1491185"/>
                  </a:lnTo>
                  <a:lnTo>
                    <a:pt x="5389305" y="1458546"/>
                  </a:lnTo>
                  <a:lnTo>
                    <a:pt x="5314403" y="1429153"/>
                  </a:lnTo>
                  <a:lnTo>
                    <a:pt x="5233623" y="1402694"/>
                  </a:lnTo>
                  <a:lnTo>
                    <a:pt x="5147500" y="1378966"/>
                  </a:lnTo>
                  <a:lnTo>
                    <a:pt x="5057322" y="1357873"/>
                  </a:lnTo>
                  <a:lnTo>
                    <a:pt x="4965265" y="1339405"/>
                  </a:lnTo>
                  <a:lnTo>
                    <a:pt x="4874413" y="1323612"/>
                  </a:lnTo>
                  <a:lnTo>
                    <a:pt x="4788563" y="1310556"/>
                  </a:lnTo>
                  <a:lnTo>
                    <a:pt x="4711774" y="1300249"/>
                  </a:lnTo>
                  <a:lnTo>
                    <a:pt x="4647678" y="1292597"/>
                  </a:lnTo>
                  <a:lnTo>
                    <a:pt x="4598735" y="1287367"/>
                  </a:lnTo>
                  <a:lnTo>
                    <a:pt x="4565635" y="1284185"/>
                  </a:lnTo>
                  <a:lnTo>
                    <a:pt x="4547034" y="1282570"/>
                  </a:lnTo>
                  <a:lnTo>
                    <a:pt x="4539653" y="1281988"/>
                  </a:lnTo>
                  <a:lnTo>
                    <a:pt x="4538543" y="1281907"/>
                  </a:lnTo>
                  <a:lnTo>
                    <a:pt x="4016409" y="1281907"/>
                  </a:lnTo>
                  <a:lnTo>
                    <a:pt x="4015166" y="1281869"/>
                  </a:lnTo>
                  <a:lnTo>
                    <a:pt x="4007036" y="1281594"/>
                  </a:lnTo>
                  <a:lnTo>
                    <a:pt x="3986695" y="1280833"/>
                  </a:lnTo>
                  <a:lnTo>
                    <a:pt x="3950724" y="1279340"/>
                  </a:lnTo>
                  <a:lnTo>
                    <a:pt x="3897911" y="1276893"/>
                  </a:lnTo>
                  <a:lnTo>
                    <a:pt x="3829320" y="1273327"/>
                  </a:lnTo>
                  <a:lnTo>
                    <a:pt x="3747919" y="1268545"/>
                  </a:lnTo>
                  <a:lnTo>
                    <a:pt x="3657846" y="1262515"/>
                  </a:lnTo>
                  <a:lnTo>
                    <a:pt x="3563527" y="1255252"/>
                  </a:lnTo>
                  <a:lnTo>
                    <a:pt x="3468944" y="1246783"/>
                  </a:lnTo>
                  <a:lnTo>
                    <a:pt x="3377187" y="1237127"/>
                  </a:lnTo>
                  <a:lnTo>
                    <a:pt x="3290306" y="1226267"/>
                  </a:lnTo>
                  <a:lnTo>
                    <a:pt x="3209392" y="1214140"/>
                  </a:lnTo>
                  <a:lnTo>
                    <a:pt x="3134768" y="1200631"/>
                  </a:lnTo>
                  <a:lnTo>
                    <a:pt x="3066199" y="1185573"/>
                  </a:lnTo>
                  <a:lnTo>
                    <a:pt x="3003089" y="1168752"/>
                  </a:lnTo>
                  <a:lnTo>
                    <a:pt x="2944632" y="1149914"/>
                  </a:lnTo>
                  <a:lnTo>
                    <a:pt x="2889921" y="1128786"/>
                  </a:lnTo>
                  <a:lnTo>
                    <a:pt x="2838039" y="1105106"/>
                  </a:lnTo>
                  <a:lnTo>
                    <a:pt x="2788130" y="1078683"/>
                  </a:lnTo>
                  <a:lnTo>
                    <a:pt x="2770117" y="1068256"/>
                  </a:lnTo>
                  <a:lnTo>
                    <a:pt x="2722748" y="1038647"/>
                  </a:lnTo>
                  <a:lnTo>
                    <a:pt x="2675841" y="1006293"/>
                  </a:lnTo>
                  <a:lnTo>
                    <a:pt x="2628980" y="971144"/>
                  </a:lnTo>
                  <a:lnTo>
                    <a:pt x="2581868" y="933229"/>
                  </a:lnTo>
                  <a:lnTo>
                    <a:pt x="2534308" y="892660"/>
                  </a:lnTo>
                  <a:lnTo>
                    <a:pt x="2486199" y="849643"/>
                  </a:lnTo>
                  <a:lnTo>
                    <a:pt x="2437520" y="804474"/>
                  </a:lnTo>
                  <a:lnTo>
                    <a:pt x="2388323" y="757538"/>
                  </a:lnTo>
                  <a:lnTo>
                    <a:pt x="2338717" y="709297"/>
                  </a:lnTo>
                  <a:lnTo>
                    <a:pt x="2288858" y="660274"/>
                  </a:lnTo>
                  <a:lnTo>
                    <a:pt x="2238924" y="611027"/>
                  </a:lnTo>
                  <a:lnTo>
                    <a:pt x="2189105" y="562126"/>
                  </a:lnTo>
                  <a:lnTo>
                    <a:pt x="2139576" y="514125"/>
                  </a:lnTo>
                  <a:lnTo>
                    <a:pt x="2090483" y="467533"/>
                  </a:lnTo>
                  <a:lnTo>
                    <a:pt x="2041925" y="422798"/>
                  </a:lnTo>
                  <a:lnTo>
                    <a:pt x="1993938" y="380286"/>
                  </a:lnTo>
                  <a:lnTo>
                    <a:pt x="1946487" y="340276"/>
                  </a:lnTo>
                  <a:lnTo>
                    <a:pt x="1899448" y="302951"/>
                  </a:lnTo>
                  <a:lnTo>
                    <a:pt x="1852607" y="268404"/>
                  </a:lnTo>
                  <a:lnTo>
                    <a:pt x="1805640" y="236648"/>
                  </a:lnTo>
                  <a:lnTo>
                    <a:pt x="1768425" y="213651"/>
                  </a:lnTo>
                  <a:lnTo>
                    <a:pt x="1719055" y="186198"/>
                  </a:lnTo>
                  <a:lnTo>
                    <a:pt x="1667992" y="161525"/>
                  </a:lnTo>
                  <a:lnTo>
                    <a:pt x="1614427" y="139486"/>
                  </a:lnTo>
                  <a:lnTo>
                    <a:pt x="1557456" y="119837"/>
                  </a:lnTo>
                  <a:lnTo>
                    <a:pt x="1496159" y="102305"/>
                  </a:lnTo>
                  <a:lnTo>
                    <a:pt x="1429683" y="86626"/>
                  </a:lnTo>
                  <a:lnTo>
                    <a:pt x="1357337" y="72569"/>
                  </a:lnTo>
                  <a:lnTo>
                    <a:pt x="1278734" y="59950"/>
                  </a:lnTo>
                  <a:lnTo>
                    <a:pt x="1193967" y="48634"/>
                  </a:lnTo>
                  <a:lnTo>
                    <a:pt x="1103819" y="38539"/>
                  </a:lnTo>
                  <a:lnTo>
                    <a:pt x="1009972" y="29632"/>
                  </a:lnTo>
                  <a:lnTo>
                    <a:pt x="915134" y="21922"/>
                  </a:lnTo>
                  <a:lnTo>
                    <a:pt x="822994" y="15436"/>
                  </a:lnTo>
                  <a:lnTo>
                    <a:pt x="737887" y="10195"/>
                  </a:lnTo>
                  <a:lnTo>
                    <a:pt x="664157" y="6189"/>
                  </a:lnTo>
                  <a:lnTo>
                    <a:pt x="605301" y="3346"/>
                  </a:lnTo>
                  <a:lnTo>
                    <a:pt x="563151" y="1525"/>
                  </a:lnTo>
                  <a:lnTo>
                    <a:pt x="537345" y="523"/>
                  </a:lnTo>
                  <a:lnTo>
                    <a:pt x="525247" y="99"/>
                  </a:lnTo>
                  <a:lnTo>
                    <a:pt x="522197" y="1"/>
                  </a:lnTo>
                  <a:lnTo>
                    <a:pt x="522133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96" name="pg296"/>
            <p:cNvSpPr/>
            <p:nvPr/>
          </p:nvSpPr>
          <p:spPr>
            <a:xfrm>
              <a:off x="386606" y="1242017"/>
              <a:ext cx="8554953" cy="4958216"/>
            </a:xfrm>
            <a:custGeom>
              <a:avLst/>
              <a:pathLst>
                <a:path w="8554953" h="4958216">
                  <a:moveTo>
                    <a:pt x="0" y="2089453"/>
                  </a:moveTo>
                  <a:lnTo>
                    <a:pt x="522133" y="2089453"/>
                  </a:lnTo>
                  <a:lnTo>
                    <a:pt x="523281" y="2089532"/>
                  </a:lnTo>
                  <a:lnTo>
                    <a:pt x="530803" y="2090099"/>
                  </a:lnTo>
                  <a:lnTo>
                    <a:pt x="549672" y="2091667"/>
                  </a:lnTo>
                  <a:lnTo>
                    <a:pt x="583172" y="2094748"/>
                  </a:lnTo>
                  <a:lnTo>
                    <a:pt x="632616" y="2099805"/>
                  </a:lnTo>
                  <a:lnTo>
                    <a:pt x="697267" y="2107196"/>
                  </a:lnTo>
                  <a:lnTo>
                    <a:pt x="774604" y="2117143"/>
                  </a:lnTo>
                  <a:lnTo>
                    <a:pt x="860936" y="2129732"/>
                  </a:lnTo>
                  <a:lnTo>
                    <a:pt x="952170" y="2144947"/>
                  </a:lnTo>
                  <a:lnTo>
                    <a:pt x="1044491" y="2162732"/>
                  </a:lnTo>
                  <a:lnTo>
                    <a:pt x="1134818" y="2183038"/>
                  </a:lnTo>
                  <a:lnTo>
                    <a:pt x="1220992" y="2205877"/>
                  </a:lnTo>
                  <a:lnTo>
                    <a:pt x="1301752" y="2231347"/>
                  </a:lnTo>
                  <a:lnTo>
                    <a:pt x="1376588" y="2259647"/>
                  </a:lnTo>
                  <a:lnTo>
                    <a:pt x="1445554" y="2291086"/>
                  </a:lnTo>
                  <a:lnTo>
                    <a:pt x="1509090" y="2326069"/>
                  </a:lnTo>
                  <a:lnTo>
                    <a:pt x="1567874" y="2365090"/>
                  </a:lnTo>
                  <a:lnTo>
                    <a:pt x="1622714" y="2408700"/>
                  </a:lnTo>
                  <a:lnTo>
                    <a:pt x="1674460" y="2457463"/>
                  </a:lnTo>
                  <a:lnTo>
                    <a:pt x="1723937" y="2511864"/>
                  </a:lnTo>
                  <a:lnTo>
                    <a:pt x="1768425" y="2567580"/>
                  </a:lnTo>
                  <a:lnTo>
                    <a:pt x="1805475" y="2618807"/>
                  </a:lnTo>
                  <a:lnTo>
                    <a:pt x="1842179" y="2673759"/>
                  </a:lnTo>
                  <a:lnTo>
                    <a:pt x="1878756" y="2732511"/>
                  </a:lnTo>
                  <a:lnTo>
                    <a:pt x="1915376" y="2795079"/>
                  </a:lnTo>
                  <a:lnTo>
                    <a:pt x="1952171" y="2861414"/>
                  </a:lnTo>
                  <a:lnTo>
                    <a:pt x="1989231" y="2931394"/>
                  </a:lnTo>
                  <a:lnTo>
                    <a:pt x="2026614" y="3004822"/>
                  </a:lnTo>
                  <a:lnTo>
                    <a:pt x="2064345" y="3081422"/>
                  </a:lnTo>
                  <a:lnTo>
                    <a:pt x="2102421" y="3160845"/>
                  </a:lnTo>
                  <a:lnTo>
                    <a:pt x="2140813" y="3242665"/>
                  </a:lnTo>
                  <a:lnTo>
                    <a:pt x="2179470" y="3326397"/>
                  </a:lnTo>
                  <a:lnTo>
                    <a:pt x="2218323" y="3411498"/>
                  </a:lnTo>
                  <a:lnTo>
                    <a:pt x="2257293" y="3497389"/>
                  </a:lnTo>
                  <a:lnTo>
                    <a:pt x="2296290" y="3583468"/>
                  </a:lnTo>
                  <a:lnTo>
                    <a:pt x="2335225" y="3669125"/>
                  </a:lnTo>
                  <a:lnTo>
                    <a:pt x="2374012" y="3753765"/>
                  </a:lnTo>
                  <a:lnTo>
                    <a:pt x="2412574" y="3836820"/>
                  </a:lnTo>
                  <a:lnTo>
                    <a:pt x="2450849" y="3917770"/>
                  </a:lnTo>
                  <a:lnTo>
                    <a:pt x="2488794" y="3996151"/>
                  </a:lnTo>
                  <a:lnTo>
                    <a:pt x="2526390" y="4071565"/>
                  </a:lnTo>
                  <a:lnTo>
                    <a:pt x="2563643" y="4143691"/>
                  </a:lnTo>
                  <a:lnTo>
                    <a:pt x="2600592" y="4212284"/>
                  </a:lnTo>
                  <a:lnTo>
                    <a:pt x="2637307" y="4277176"/>
                  </a:lnTo>
                  <a:lnTo>
                    <a:pt x="2673893" y="4338274"/>
                  </a:lnTo>
                  <a:lnTo>
                    <a:pt x="2710496" y="4395555"/>
                  </a:lnTo>
                  <a:lnTo>
                    <a:pt x="2747305" y="4449058"/>
                  </a:lnTo>
                  <a:lnTo>
                    <a:pt x="2770117" y="4480089"/>
                  </a:lnTo>
                  <a:lnTo>
                    <a:pt x="2818149" y="4539965"/>
                  </a:lnTo>
                  <a:lnTo>
                    <a:pt x="2867765" y="4593943"/>
                  </a:lnTo>
                  <a:lnTo>
                    <a:pt x="2919708" y="4642312"/>
                  </a:lnTo>
                  <a:lnTo>
                    <a:pt x="2974806" y="4685569"/>
                  </a:lnTo>
                  <a:lnTo>
                    <a:pt x="3033911" y="4724278"/>
                  </a:lnTo>
                  <a:lnTo>
                    <a:pt x="3097821" y="4758987"/>
                  </a:lnTo>
                  <a:lnTo>
                    <a:pt x="3167204" y="4790184"/>
                  </a:lnTo>
                  <a:lnTo>
                    <a:pt x="3242475" y="4818270"/>
                  </a:lnTo>
                  <a:lnTo>
                    <a:pt x="3323655" y="4843542"/>
                  </a:lnTo>
                  <a:lnTo>
                    <a:pt x="3410184" y="4866195"/>
                  </a:lnTo>
                  <a:lnTo>
                    <a:pt x="3500741" y="4886318"/>
                  </a:lnTo>
                  <a:lnTo>
                    <a:pt x="3593097" y="4903917"/>
                  </a:lnTo>
                  <a:lnTo>
                    <a:pt x="3684109" y="4918943"/>
                  </a:lnTo>
                  <a:lnTo>
                    <a:pt x="3769925" y="4931339"/>
                  </a:lnTo>
                  <a:lnTo>
                    <a:pt x="3846452" y="4941095"/>
                  </a:lnTo>
                  <a:lnTo>
                    <a:pt x="3910061" y="4948307"/>
                  </a:lnTo>
                  <a:lnTo>
                    <a:pt x="3958345" y="4953207"/>
                  </a:lnTo>
                  <a:lnTo>
                    <a:pt x="3990710" y="4956161"/>
                  </a:lnTo>
                  <a:lnTo>
                    <a:pt x="4008620" y="4957638"/>
                  </a:lnTo>
                  <a:lnTo>
                    <a:pt x="4015491" y="4958153"/>
                  </a:lnTo>
                  <a:lnTo>
                    <a:pt x="4016409" y="4958216"/>
                  </a:lnTo>
                  <a:lnTo>
                    <a:pt x="4538543" y="4958216"/>
                  </a:lnTo>
                  <a:lnTo>
                    <a:pt x="4539396" y="4958115"/>
                  </a:lnTo>
                  <a:lnTo>
                    <a:pt x="4545023" y="4957394"/>
                  </a:lnTo>
                  <a:lnTo>
                    <a:pt x="4559267" y="4955402"/>
                  </a:lnTo>
                  <a:lnTo>
                    <a:pt x="4584878" y="4951477"/>
                  </a:lnTo>
                  <a:lnTo>
                    <a:pt x="4623339" y="4944999"/>
                  </a:lnTo>
                  <a:lnTo>
                    <a:pt x="4674748" y="4935443"/>
                  </a:lnTo>
                  <a:lnTo>
                    <a:pt x="4737885" y="4922432"/>
                  </a:lnTo>
                  <a:lnTo>
                    <a:pt x="4810488" y="4905753"/>
                  </a:lnTo>
                  <a:lnTo>
                    <a:pt x="4889674" y="4885339"/>
                  </a:lnTo>
                  <a:lnTo>
                    <a:pt x="4972410" y="4861226"/>
                  </a:lnTo>
                  <a:lnTo>
                    <a:pt x="5055906" y="4833491"/>
                  </a:lnTo>
                  <a:lnTo>
                    <a:pt x="5137878" y="4802197"/>
                  </a:lnTo>
                  <a:lnTo>
                    <a:pt x="5216661" y="4767340"/>
                  </a:lnTo>
                  <a:lnTo>
                    <a:pt x="5291199" y="4728819"/>
                  </a:lnTo>
                  <a:lnTo>
                    <a:pt x="5360970" y="4686418"/>
                  </a:lnTo>
                  <a:lnTo>
                    <a:pt x="5425869" y="4639799"/>
                  </a:lnTo>
                  <a:lnTo>
                    <a:pt x="5486103" y="4588502"/>
                  </a:lnTo>
                  <a:lnTo>
                    <a:pt x="5542083" y="4531961"/>
                  </a:lnTo>
                  <a:lnTo>
                    <a:pt x="5594353" y="4469514"/>
                  </a:lnTo>
                  <a:lnTo>
                    <a:pt x="5643520" y="4400446"/>
                  </a:lnTo>
                  <a:lnTo>
                    <a:pt x="5690216" y="4324042"/>
                  </a:lnTo>
                  <a:lnTo>
                    <a:pt x="5735050" y="4239683"/>
                  </a:lnTo>
                  <a:lnTo>
                    <a:pt x="5778571" y="4146998"/>
                  </a:lnTo>
                  <a:lnTo>
                    <a:pt x="5784835" y="4132788"/>
                  </a:lnTo>
                  <a:lnTo>
                    <a:pt x="5814179" y="4063356"/>
                  </a:lnTo>
                  <a:lnTo>
                    <a:pt x="5843276" y="3989924"/>
                  </a:lnTo>
                  <a:lnTo>
                    <a:pt x="5872240" y="3912412"/>
                  </a:lnTo>
                  <a:lnTo>
                    <a:pt x="5901168" y="3830779"/>
                  </a:lnTo>
                  <a:lnTo>
                    <a:pt x="5930140" y="3745024"/>
                  </a:lnTo>
                  <a:lnTo>
                    <a:pt x="5959219" y="3655194"/>
                  </a:lnTo>
                  <a:lnTo>
                    <a:pt x="5988452" y="3561383"/>
                  </a:lnTo>
                  <a:lnTo>
                    <a:pt x="6017873" y="3463736"/>
                  </a:lnTo>
                  <a:lnTo>
                    <a:pt x="6047505" y="3362450"/>
                  </a:lnTo>
                  <a:lnTo>
                    <a:pt x="6077355" y="3257775"/>
                  </a:lnTo>
                  <a:lnTo>
                    <a:pt x="6107423" y="3150012"/>
                  </a:lnTo>
                  <a:lnTo>
                    <a:pt x="6137696" y="3039511"/>
                  </a:lnTo>
                  <a:lnTo>
                    <a:pt x="6168153" y="2926669"/>
                  </a:lnTo>
                  <a:lnTo>
                    <a:pt x="6198764" y="2811922"/>
                  </a:lnTo>
                  <a:lnTo>
                    <a:pt x="6229496" y="2695739"/>
                  </a:lnTo>
                  <a:lnTo>
                    <a:pt x="6260307" y="2578616"/>
                  </a:lnTo>
                  <a:lnTo>
                    <a:pt x="6291155" y="2461065"/>
                  </a:lnTo>
                  <a:lnTo>
                    <a:pt x="6321995" y="2343606"/>
                  </a:lnTo>
                  <a:lnTo>
                    <a:pt x="6352783" y="2226758"/>
                  </a:lnTo>
                  <a:lnTo>
                    <a:pt x="6383477" y="2111029"/>
                  </a:lnTo>
                  <a:lnTo>
                    <a:pt x="6414037" y="1996906"/>
                  </a:lnTo>
                  <a:lnTo>
                    <a:pt x="6444432" y="1884848"/>
                  </a:lnTo>
                  <a:lnTo>
                    <a:pt x="6474634" y="1775275"/>
                  </a:lnTo>
                  <a:lnTo>
                    <a:pt x="6504625" y="1668571"/>
                  </a:lnTo>
                  <a:lnTo>
                    <a:pt x="6534398" y="1565066"/>
                  </a:lnTo>
                  <a:lnTo>
                    <a:pt x="6563953" y="1465045"/>
                  </a:lnTo>
                  <a:lnTo>
                    <a:pt x="6593304" y="1368740"/>
                  </a:lnTo>
                  <a:lnTo>
                    <a:pt x="6622478" y="1276327"/>
                  </a:lnTo>
                  <a:lnTo>
                    <a:pt x="6651512" y="1187936"/>
                  </a:lnTo>
                  <a:lnTo>
                    <a:pt x="6680461" y="1103641"/>
                  </a:lnTo>
                  <a:lnTo>
                    <a:pt x="6709392" y="1023472"/>
                  </a:lnTo>
                  <a:lnTo>
                    <a:pt x="6738391" y="947415"/>
                  </a:lnTo>
                  <a:lnTo>
                    <a:pt x="6767561" y="875414"/>
                  </a:lnTo>
                  <a:lnTo>
                    <a:pt x="6786527" y="831075"/>
                  </a:lnTo>
                  <a:lnTo>
                    <a:pt x="6829897" y="737169"/>
                  </a:lnTo>
                  <a:lnTo>
                    <a:pt x="6874508" y="651611"/>
                  </a:lnTo>
                  <a:lnTo>
                    <a:pt x="6920895" y="574083"/>
                  </a:lnTo>
                  <a:lnTo>
                    <a:pt x="6969663" y="503989"/>
                  </a:lnTo>
                  <a:lnTo>
                    <a:pt x="7021441" y="440622"/>
                  </a:lnTo>
                  <a:lnTo>
                    <a:pt x="7076844" y="383262"/>
                  </a:lnTo>
                  <a:lnTo>
                    <a:pt x="7136428" y="331239"/>
                  </a:lnTo>
                  <a:lnTo>
                    <a:pt x="7200629" y="283969"/>
                  </a:lnTo>
                  <a:lnTo>
                    <a:pt x="7269687" y="240977"/>
                  </a:lnTo>
                  <a:lnTo>
                    <a:pt x="7343552" y="201907"/>
                  </a:lnTo>
                  <a:lnTo>
                    <a:pt x="7421767" y="166524"/>
                  </a:lnTo>
                  <a:lnTo>
                    <a:pt x="7503364" y="134713"/>
                  </a:lnTo>
                  <a:lnTo>
                    <a:pt x="7586766" y="106456"/>
                  </a:lnTo>
                  <a:lnTo>
                    <a:pt x="7669776" y="81810"/>
                  </a:lnTo>
                  <a:lnTo>
                    <a:pt x="7749666" y="60853"/>
                  </a:lnTo>
                  <a:lnTo>
                    <a:pt x="7823417" y="43630"/>
                  </a:lnTo>
                  <a:lnTo>
                    <a:pt x="7888095" y="30094"/>
                  </a:lnTo>
                  <a:lnTo>
                    <a:pt x="7941319" y="20055"/>
                  </a:lnTo>
                  <a:lnTo>
                    <a:pt x="7981694" y="13157"/>
                  </a:lnTo>
                  <a:lnTo>
                    <a:pt x="8009119" y="8897"/>
                  </a:lnTo>
                  <a:lnTo>
                    <a:pt x="8024877" y="6664"/>
                  </a:lnTo>
                  <a:lnTo>
                    <a:pt x="8031545" y="5799"/>
                  </a:lnTo>
                  <a:lnTo>
                    <a:pt x="8032819" y="5647"/>
                  </a:lnTo>
                  <a:lnTo>
                    <a:pt x="8554953" y="5647"/>
                  </a:lnTo>
                  <a:lnTo>
                    <a:pt x="8554953" y="0"/>
                  </a:lnTo>
                  <a:lnTo>
                    <a:pt x="8032819" y="0"/>
                  </a:lnTo>
                  <a:lnTo>
                    <a:pt x="8031966" y="101"/>
                  </a:lnTo>
                  <a:lnTo>
                    <a:pt x="8026339" y="822"/>
                  </a:lnTo>
                  <a:lnTo>
                    <a:pt x="8012095" y="2814"/>
                  </a:lnTo>
                  <a:lnTo>
                    <a:pt x="7986484" y="6738"/>
                  </a:lnTo>
                  <a:lnTo>
                    <a:pt x="7948023" y="13217"/>
                  </a:lnTo>
                  <a:lnTo>
                    <a:pt x="7896614" y="22772"/>
                  </a:lnTo>
                  <a:lnTo>
                    <a:pt x="7833477" y="35783"/>
                  </a:lnTo>
                  <a:lnTo>
                    <a:pt x="7760874" y="52462"/>
                  </a:lnTo>
                  <a:lnTo>
                    <a:pt x="7681688" y="72876"/>
                  </a:lnTo>
                  <a:lnTo>
                    <a:pt x="7598952" y="96989"/>
                  </a:lnTo>
                  <a:lnTo>
                    <a:pt x="7515456" y="124724"/>
                  </a:lnTo>
                  <a:lnTo>
                    <a:pt x="7433484" y="156018"/>
                  </a:lnTo>
                  <a:lnTo>
                    <a:pt x="7354701" y="190876"/>
                  </a:lnTo>
                  <a:lnTo>
                    <a:pt x="7280163" y="229397"/>
                  </a:lnTo>
                  <a:lnTo>
                    <a:pt x="7210392" y="271797"/>
                  </a:lnTo>
                  <a:lnTo>
                    <a:pt x="7145493" y="318417"/>
                  </a:lnTo>
                  <a:lnTo>
                    <a:pt x="7085259" y="369713"/>
                  </a:lnTo>
                  <a:lnTo>
                    <a:pt x="7029279" y="426255"/>
                  </a:lnTo>
                  <a:lnTo>
                    <a:pt x="6977009" y="488702"/>
                  </a:lnTo>
                  <a:lnTo>
                    <a:pt x="6927842" y="557769"/>
                  </a:lnTo>
                  <a:lnTo>
                    <a:pt x="6881146" y="634173"/>
                  </a:lnTo>
                  <a:lnTo>
                    <a:pt x="6836312" y="718532"/>
                  </a:lnTo>
                  <a:lnTo>
                    <a:pt x="6792791" y="811217"/>
                  </a:lnTo>
                  <a:lnTo>
                    <a:pt x="6786527" y="825428"/>
                  </a:lnTo>
                  <a:lnTo>
                    <a:pt x="6757183" y="894859"/>
                  </a:lnTo>
                  <a:lnTo>
                    <a:pt x="6728086" y="968291"/>
                  </a:lnTo>
                  <a:lnTo>
                    <a:pt x="6699122" y="1045803"/>
                  </a:lnTo>
                  <a:lnTo>
                    <a:pt x="6670193" y="1127436"/>
                  </a:lnTo>
                  <a:lnTo>
                    <a:pt x="6641221" y="1213191"/>
                  </a:lnTo>
                  <a:lnTo>
                    <a:pt x="6612143" y="1303021"/>
                  </a:lnTo>
                  <a:lnTo>
                    <a:pt x="6582910" y="1396832"/>
                  </a:lnTo>
                  <a:lnTo>
                    <a:pt x="6553489" y="1494479"/>
                  </a:lnTo>
                  <a:lnTo>
                    <a:pt x="6523857" y="1595765"/>
                  </a:lnTo>
                  <a:lnTo>
                    <a:pt x="6494007" y="1700441"/>
                  </a:lnTo>
                  <a:lnTo>
                    <a:pt x="6463939" y="1808204"/>
                  </a:lnTo>
                  <a:lnTo>
                    <a:pt x="6433666" y="1918704"/>
                  </a:lnTo>
                  <a:lnTo>
                    <a:pt x="6403209" y="2031546"/>
                  </a:lnTo>
                  <a:lnTo>
                    <a:pt x="6372598" y="2146293"/>
                  </a:lnTo>
                  <a:lnTo>
                    <a:pt x="6341866" y="2262476"/>
                  </a:lnTo>
                  <a:lnTo>
                    <a:pt x="6311055" y="2379599"/>
                  </a:lnTo>
                  <a:lnTo>
                    <a:pt x="6280207" y="2497150"/>
                  </a:lnTo>
                  <a:lnTo>
                    <a:pt x="6249366" y="2614609"/>
                  </a:lnTo>
                  <a:lnTo>
                    <a:pt x="6218579" y="2731457"/>
                  </a:lnTo>
                  <a:lnTo>
                    <a:pt x="6187885" y="2847186"/>
                  </a:lnTo>
                  <a:lnTo>
                    <a:pt x="6157325" y="2961309"/>
                  </a:lnTo>
                  <a:lnTo>
                    <a:pt x="6126930" y="3073368"/>
                  </a:lnTo>
                  <a:lnTo>
                    <a:pt x="6096728" y="3182940"/>
                  </a:lnTo>
                  <a:lnTo>
                    <a:pt x="6066737" y="3289645"/>
                  </a:lnTo>
                  <a:lnTo>
                    <a:pt x="6036964" y="3393149"/>
                  </a:lnTo>
                  <a:lnTo>
                    <a:pt x="6007409" y="3493170"/>
                  </a:lnTo>
                  <a:lnTo>
                    <a:pt x="5978057" y="3589476"/>
                  </a:lnTo>
                  <a:lnTo>
                    <a:pt x="5948884" y="3681888"/>
                  </a:lnTo>
                  <a:lnTo>
                    <a:pt x="5919850" y="3770280"/>
                  </a:lnTo>
                  <a:lnTo>
                    <a:pt x="5890901" y="3854574"/>
                  </a:lnTo>
                  <a:lnTo>
                    <a:pt x="5861970" y="3934743"/>
                  </a:lnTo>
                  <a:lnTo>
                    <a:pt x="5832971" y="4010800"/>
                  </a:lnTo>
                  <a:lnTo>
                    <a:pt x="5803800" y="4082801"/>
                  </a:lnTo>
                  <a:lnTo>
                    <a:pt x="5784835" y="4127140"/>
                  </a:lnTo>
                  <a:lnTo>
                    <a:pt x="5741465" y="4221046"/>
                  </a:lnTo>
                  <a:lnTo>
                    <a:pt x="5696854" y="4306604"/>
                  </a:lnTo>
                  <a:lnTo>
                    <a:pt x="5650467" y="4384133"/>
                  </a:lnTo>
                  <a:lnTo>
                    <a:pt x="5601699" y="4454226"/>
                  </a:lnTo>
                  <a:lnTo>
                    <a:pt x="5549921" y="4517593"/>
                  </a:lnTo>
                  <a:lnTo>
                    <a:pt x="5494518" y="4574953"/>
                  </a:lnTo>
                  <a:lnTo>
                    <a:pt x="5434934" y="4626976"/>
                  </a:lnTo>
                  <a:lnTo>
                    <a:pt x="5370733" y="4674246"/>
                  </a:lnTo>
                  <a:lnTo>
                    <a:pt x="5301675" y="4717238"/>
                  </a:lnTo>
                  <a:lnTo>
                    <a:pt x="5227810" y="4756308"/>
                  </a:lnTo>
                  <a:lnTo>
                    <a:pt x="5149594" y="4791691"/>
                  </a:lnTo>
                  <a:lnTo>
                    <a:pt x="5067998" y="4823503"/>
                  </a:lnTo>
                  <a:lnTo>
                    <a:pt x="4984596" y="4851759"/>
                  </a:lnTo>
                  <a:lnTo>
                    <a:pt x="4901586" y="4876405"/>
                  </a:lnTo>
                  <a:lnTo>
                    <a:pt x="4821696" y="4897363"/>
                  </a:lnTo>
                  <a:lnTo>
                    <a:pt x="4747945" y="4914585"/>
                  </a:lnTo>
                  <a:lnTo>
                    <a:pt x="4683267" y="4928121"/>
                  </a:lnTo>
                  <a:lnTo>
                    <a:pt x="4630043" y="4938161"/>
                  </a:lnTo>
                  <a:lnTo>
                    <a:pt x="4589668" y="4945058"/>
                  </a:lnTo>
                  <a:lnTo>
                    <a:pt x="4562243" y="4949318"/>
                  </a:lnTo>
                  <a:lnTo>
                    <a:pt x="4546485" y="4951551"/>
                  </a:lnTo>
                  <a:lnTo>
                    <a:pt x="4539816" y="4952416"/>
                  </a:lnTo>
                  <a:lnTo>
                    <a:pt x="4538543" y="4952569"/>
                  </a:lnTo>
                  <a:lnTo>
                    <a:pt x="4016409" y="4952569"/>
                  </a:lnTo>
                  <a:lnTo>
                    <a:pt x="4015261" y="4952489"/>
                  </a:lnTo>
                  <a:lnTo>
                    <a:pt x="4007739" y="4951922"/>
                  </a:lnTo>
                  <a:lnTo>
                    <a:pt x="3988870" y="4950355"/>
                  </a:lnTo>
                  <a:lnTo>
                    <a:pt x="3955370" y="4947274"/>
                  </a:lnTo>
                  <a:lnTo>
                    <a:pt x="3905926" y="4942217"/>
                  </a:lnTo>
                  <a:lnTo>
                    <a:pt x="3841275" y="4934825"/>
                  </a:lnTo>
                  <a:lnTo>
                    <a:pt x="3763939" y="4924878"/>
                  </a:lnTo>
                  <a:lnTo>
                    <a:pt x="3677606" y="4912290"/>
                  </a:lnTo>
                  <a:lnTo>
                    <a:pt x="3586372" y="4897074"/>
                  </a:lnTo>
                  <a:lnTo>
                    <a:pt x="3494051" y="4879290"/>
                  </a:lnTo>
                  <a:lnTo>
                    <a:pt x="3403724" y="4858983"/>
                  </a:lnTo>
                  <a:lnTo>
                    <a:pt x="3317550" y="4836144"/>
                  </a:lnTo>
                  <a:lnTo>
                    <a:pt x="3236790" y="4810675"/>
                  </a:lnTo>
                  <a:lnTo>
                    <a:pt x="3161954" y="4782374"/>
                  </a:lnTo>
                  <a:lnTo>
                    <a:pt x="3092988" y="4750935"/>
                  </a:lnTo>
                  <a:lnTo>
                    <a:pt x="3029452" y="4715952"/>
                  </a:lnTo>
                  <a:lnTo>
                    <a:pt x="2970668" y="4676932"/>
                  </a:lnTo>
                  <a:lnTo>
                    <a:pt x="2915828" y="4633321"/>
                  </a:lnTo>
                  <a:lnTo>
                    <a:pt x="2864082" y="4584558"/>
                  </a:lnTo>
                  <a:lnTo>
                    <a:pt x="2814605" y="4530157"/>
                  </a:lnTo>
                  <a:lnTo>
                    <a:pt x="2770117" y="4474441"/>
                  </a:lnTo>
                  <a:lnTo>
                    <a:pt x="2733067" y="4423214"/>
                  </a:lnTo>
                  <a:lnTo>
                    <a:pt x="2696363" y="4368262"/>
                  </a:lnTo>
                  <a:lnTo>
                    <a:pt x="2659787" y="4309511"/>
                  </a:lnTo>
                  <a:lnTo>
                    <a:pt x="2623166" y="4246943"/>
                  </a:lnTo>
                  <a:lnTo>
                    <a:pt x="2586371" y="4180608"/>
                  </a:lnTo>
                  <a:lnTo>
                    <a:pt x="2549311" y="4110628"/>
                  </a:lnTo>
                  <a:lnTo>
                    <a:pt x="2511928" y="4037200"/>
                  </a:lnTo>
                  <a:lnTo>
                    <a:pt x="2474197" y="3960599"/>
                  </a:lnTo>
                  <a:lnTo>
                    <a:pt x="2436121" y="3881177"/>
                  </a:lnTo>
                  <a:lnTo>
                    <a:pt x="2397729" y="3799356"/>
                  </a:lnTo>
                  <a:lnTo>
                    <a:pt x="2359072" y="3715625"/>
                  </a:lnTo>
                  <a:lnTo>
                    <a:pt x="2320219" y="3630523"/>
                  </a:lnTo>
                  <a:lnTo>
                    <a:pt x="2281249" y="3544632"/>
                  </a:lnTo>
                  <a:lnTo>
                    <a:pt x="2242252" y="3458553"/>
                  </a:lnTo>
                  <a:lnTo>
                    <a:pt x="2203317" y="3372896"/>
                  </a:lnTo>
                  <a:lnTo>
                    <a:pt x="2164530" y="3288257"/>
                  </a:lnTo>
                  <a:lnTo>
                    <a:pt x="2125968" y="3205201"/>
                  </a:lnTo>
                  <a:lnTo>
                    <a:pt x="2087693" y="3124251"/>
                  </a:lnTo>
                  <a:lnTo>
                    <a:pt x="2049748" y="3045871"/>
                  </a:lnTo>
                  <a:lnTo>
                    <a:pt x="2012152" y="2970456"/>
                  </a:lnTo>
                  <a:lnTo>
                    <a:pt x="1974899" y="2898330"/>
                  </a:lnTo>
                  <a:lnTo>
                    <a:pt x="1937950" y="2829737"/>
                  </a:lnTo>
                  <a:lnTo>
                    <a:pt x="1901235" y="2764845"/>
                  </a:lnTo>
                  <a:lnTo>
                    <a:pt x="1864649" y="2703747"/>
                  </a:lnTo>
                  <a:lnTo>
                    <a:pt x="1828046" y="2646467"/>
                  </a:lnTo>
                  <a:lnTo>
                    <a:pt x="1791237" y="2592964"/>
                  </a:lnTo>
                  <a:lnTo>
                    <a:pt x="1768425" y="2561933"/>
                  </a:lnTo>
                  <a:lnTo>
                    <a:pt x="1720393" y="2502056"/>
                  </a:lnTo>
                  <a:lnTo>
                    <a:pt x="1670777" y="2448078"/>
                  </a:lnTo>
                  <a:lnTo>
                    <a:pt x="1618834" y="2399709"/>
                  </a:lnTo>
                  <a:lnTo>
                    <a:pt x="1563736" y="2356452"/>
                  </a:lnTo>
                  <a:lnTo>
                    <a:pt x="1504631" y="2317744"/>
                  </a:lnTo>
                  <a:lnTo>
                    <a:pt x="1440721" y="2283035"/>
                  </a:lnTo>
                  <a:lnTo>
                    <a:pt x="1371339" y="2251837"/>
                  </a:lnTo>
                  <a:lnTo>
                    <a:pt x="1296067" y="2223752"/>
                  </a:lnTo>
                  <a:lnTo>
                    <a:pt x="1214887" y="2198479"/>
                  </a:lnTo>
                  <a:lnTo>
                    <a:pt x="1128358" y="2175827"/>
                  </a:lnTo>
                  <a:lnTo>
                    <a:pt x="1037801" y="2155704"/>
                  </a:lnTo>
                  <a:lnTo>
                    <a:pt x="945446" y="2138104"/>
                  </a:lnTo>
                  <a:lnTo>
                    <a:pt x="854433" y="2123078"/>
                  </a:lnTo>
                  <a:lnTo>
                    <a:pt x="768618" y="2110683"/>
                  </a:lnTo>
                  <a:lnTo>
                    <a:pt x="692090" y="2100926"/>
                  </a:lnTo>
                  <a:lnTo>
                    <a:pt x="628481" y="2093714"/>
                  </a:lnTo>
                  <a:lnTo>
                    <a:pt x="580197" y="2088814"/>
                  </a:lnTo>
                  <a:lnTo>
                    <a:pt x="547833" y="2085860"/>
                  </a:lnTo>
                  <a:lnTo>
                    <a:pt x="529923" y="2084383"/>
                  </a:lnTo>
                  <a:lnTo>
                    <a:pt x="523052" y="2083869"/>
                  </a:lnTo>
                  <a:lnTo>
                    <a:pt x="522133" y="2083806"/>
                  </a:lnTo>
                  <a:lnTo>
                    <a:pt x="0" y="2083806"/>
                  </a:lnTo>
                  <a:close/>
                </a:path>
              </a:pathLst>
            </a:custGeom>
            <a:solidFill>
              <a:srgbClr val="8FA8D6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297" name="pl297"/>
            <p:cNvSpPr/>
            <p:nvPr/>
          </p:nvSpPr>
          <p:spPr>
            <a:xfrm>
              <a:off x="386606" y="1247664"/>
              <a:ext cx="8554953" cy="4952569"/>
            </a:xfrm>
            <a:custGeom>
              <a:avLst/>
              <a:pathLst>
                <a:path w="8554953" h="4952569">
                  <a:moveTo>
                    <a:pt x="0" y="2083806"/>
                  </a:moveTo>
                  <a:lnTo>
                    <a:pt x="522133" y="2083806"/>
                  </a:lnTo>
                  <a:lnTo>
                    <a:pt x="523281" y="2083885"/>
                  </a:lnTo>
                  <a:lnTo>
                    <a:pt x="530803" y="2084452"/>
                  </a:lnTo>
                  <a:lnTo>
                    <a:pt x="549672" y="2086019"/>
                  </a:lnTo>
                  <a:lnTo>
                    <a:pt x="583172" y="2089100"/>
                  </a:lnTo>
                  <a:lnTo>
                    <a:pt x="632616" y="2094158"/>
                  </a:lnTo>
                  <a:lnTo>
                    <a:pt x="697267" y="2101549"/>
                  </a:lnTo>
                  <a:lnTo>
                    <a:pt x="774604" y="2111496"/>
                  </a:lnTo>
                  <a:lnTo>
                    <a:pt x="860936" y="2124084"/>
                  </a:lnTo>
                  <a:lnTo>
                    <a:pt x="952170" y="2139300"/>
                  </a:lnTo>
                  <a:lnTo>
                    <a:pt x="1044491" y="2157085"/>
                  </a:lnTo>
                  <a:lnTo>
                    <a:pt x="1134818" y="2177391"/>
                  </a:lnTo>
                  <a:lnTo>
                    <a:pt x="1220992" y="2200230"/>
                  </a:lnTo>
                  <a:lnTo>
                    <a:pt x="1301752" y="2225699"/>
                  </a:lnTo>
                  <a:lnTo>
                    <a:pt x="1376588" y="2254000"/>
                  </a:lnTo>
                  <a:lnTo>
                    <a:pt x="1445554" y="2285439"/>
                  </a:lnTo>
                  <a:lnTo>
                    <a:pt x="1509090" y="2320422"/>
                  </a:lnTo>
                  <a:lnTo>
                    <a:pt x="1567874" y="2359443"/>
                  </a:lnTo>
                  <a:lnTo>
                    <a:pt x="1622714" y="2403053"/>
                  </a:lnTo>
                  <a:lnTo>
                    <a:pt x="1674460" y="2451816"/>
                  </a:lnTo>
                  <a:lnTo>
                    <a:pt x="1723937" y="2506217"/>
                  </a:lnTo>
                  <a:lnTo>
                    <a:pt x="1768425" y="2561933"/>
                  </a:lnTo>
                  <a:lnTo>
                    <a:pt x="1805475" y="2613160"/>
                  </a:lnTo>
                  <a:lnTo>
                    <a:pt x="1842179" y="2668112"/>
                  </a:lnTo>
                  <a:lnTo>
                    <a:pt x="1878756" y="2726864"/>
                  </a:lnTo>
                  <a:lnTo>
                    <a:pt x="1915376" y="2789432"/>
                  </a:lnTo>
                  <a:lnTo>
                    <a:pt x="1952171" y="2855766"/>
                  </a:lnTo>
                  <a:lnTo>
                    <a:pt x="1989231" y="2925746"/>
                  </a:lnTo>
                  <a:lnTo>
                    <a:pt x="2026614" y="2999174"/>
                  </a:lnTo>
                  <a:lnTo>
                    <a:pt x="2064345" y="3075775"/>
                  </a:lnTo>
                  <a:lnTo>
                    <a:pt x="2102421" y="3155198"/>
                  </a:lnTo>
                  <a:lnTo>
                    <a:pt x="2140813" y="3237018"/>
                  </a:lnTo>
                  <a:lnTo>
                    <a:pt x="2179470" y="3320750"/>
                  </a:lnTo>
                  <a:lnTo>
                    <a:pt x="2218323" y="3405851"/>
                  </a:lnTo>
                  <a:lnTo>
                    <a:pt x="2257293" y="3491742"/>
                  </a:lnTo>
                  <a:lnTo>
                    <a:pt x="2296290" y="3577821"/>
                  </a:lnTo>
                  <a:lnTo>
                    <a:pt x="2335225" y="3663478"/>
                  </a:lnTo>
                  <a:lnTo>
                    <a:pt x="2374012" y="3748118"/>
                  </a:lnTo>
                  <a:lnTo>
                    <a:pt x="2412574" y="3831173"/>
                  </a:lnTo>
                  <a:lnTo>
                    <a:pt x="2450849" y="3912123"/>
                  </a:lnTo>
                  <a:lnTo>
                    <a:pt x="2488794" y="3990504"/>
                  </a:lnTo>
                  <a:lnTo>
                    <a:pt x="2526390" y="4065918"/>
                  </a:lnTo>
                  <a:lnTo>
                    <a:pt x="2563643" y="4138044"/>
                  </a:lnTo>
                  <a:lnTo>
                    <a:pt x="2600592" y="4206637"/>
                  </a:lnTo>
                  <a:lnTo>
                    <a:pt x="2637307" y="4271529"/>
                  </a:lnTo>
                  <a:lnTo>
                    <a:pt x="2673893" y="4332627"/>
                  </a:lnTo>
                  <a:lnTo>
                    <a:pt x="2710496" y="4389908"/>
                  </a:lnTo>
                  <a:lnTo>
                    <a:pt x="2747305" y="4443411"/>
                  </a:lnTo>
                  <a:lnTo>
                    <a:pt x="2770117" y="4474441"/>
                  </a:lnTo>
                  <a:lnTo>
                    <a:pt x="2818149" y="4534318"/>
                  </a:lnTo>
                  <a:lnTo>
                    <a:pt x="2867765" y="4588296"/>
                  </a:lnTo>
                  <a:lnTo>
                    <a:pt x="2919708" y="4636665"/>
                  </a:lnTo>
                  <a:lnTo>
                    <a:pt x="2974806" y="4679922"/>
                  </a:lnTo>
                  <a:lnTo>
                    <a:pt x="3033911" y="4718630"/>
                  </a:lnTo>
                  <a:lnTo>
                    <a:pt x="3097821" y="4753340"/>
                  </a:lnTo>
                  <a:lnTo>
                    <a:pt x="3167204" y="4784537"/>
                  </a:lnTo>
                  <a:lnTo>
                    <a:pt x="3242475" y="4812623"/>
                  </a:lnTo>
                  <a:lnTo>
                    <a:pt x="3323655" y="4837895"/>
                  </a:lnTo>
                  <a:lnTo>
                    <a:pt x="3410184" y="4860547"/>
                  </a:lnTo>
                  <a:lnTo>
                    <a:pt x="3500741" y="4880671"/>
                  </a:lnTo>
                  <a:lnTo>
                    <a:pt x="3593097" y="4898270"/>
                  </a:lnTo>
                  <a:lnTo>
                    <a:pt x="3684109" y="4913296"/>
                  </a:lnTo>
                  <a:lnTo>
                    <a:pt x="3769925" y="4925692"/>
                  </a:lnTo>
                  <a:lnTo>
                    <a:pt x="3846452" y="4935448"/>
                  </a:lnTo>
                  <a:lnTo>
                    <a:pt x="3910061" y="4942660"/>
                  </a:lnTo>
                  <a:lnTo>
                    <a:pt x="3958345" y="4947560"/>
                  </a:lnTo>
                  <a:lnTo>
                    <a:pt x="3990710" y="4950514"/>
                  </a:lnTo>
                  <a:lnTo>
                    <a:pt x="4008620" y="4951991"/>
                  </a:lnTo>
                  <a:lnTo>
                    <a:pt x="4015491" y="4952505"/>
                  </a:lnTo>
                  <a:lnTo>
                    <a:pt x="4016409" y="4952569"/>
                  </a:lnTo>
                  <a:lnTo>
                    <a:pt x="4538543" y="4952569"/>
                  </a:lnTo>
                  <a:lnTo>
                    <a:pt x="4539396" y="4952467"/>
                  </a:lnTo>
                  <a:lnTo>
                    <a:pt x="4545023" y="4951746"/>
                  </a:lnTo>
                  <a:lnTo>
                    <a:pt x="4559267" y="4949755"/>
                  </a:lnTo>
                  <a:lnTo>
                    <a:pt x="4584878" y="4945830"/>
                  </a:lnTo>
                  <a:lnTo>
                    <a:pt x="4623339" y="4939351"/>
                  </a:lnTo>
                  <a:lnTo>
                    <a:pt x="4674748" y="4929796"/>
                  </a:lnTo>
                  <a:lnTo>
                    <a:pt x="4737885" y="4916785"/>
                  </a:lnTo>
                  <a:lnTo>
                    <a:pt x="4810488" y="4900106"/>
                  </a:lnTo>
                  <a:lnTo>
                    <a:pt x="4889674" y="4879692"/>
                  </a:lnTo>
                  <a:lnTo>
                    <a:pt x="4972410" y="4855579"/>
                  </a:lnTo>
                  <a:lnTo>
                    <a:pt x="5055906" y="4827844"/>
                  </a:lnTo>
                  <a:lnTo>
                    <a:pt x="5137878" y="4796550"/>
                  </a:lnTo>
                  <a:lnTo>
                    <a:pt x="5216661" y="4761692"/>
                  </a:lnTo>
                  <a:lnTo>
                    <a:pt x="5291199" y="4723171"/>
                  </a:lnTo>
                  <a:lnTo>
                    <a:pt x="5360970" y="4680771"/>
                  </a:lnTo>
                  <a:lnTo>
                    <a:pt x="5425869" y="4634151"/>
                  </a:lnTo>
                  <a:lnTo>
                    <a:pt x="5486103" y="4582855"/>
                  </a:lnTo>
                  <a:lnTo>
                    <a:pt x="5542083" y="4526313"/>
                  </a:lnTo>
                  <a:lnTo>
                    <a:pt x="5594353" y="4463867"/>
                  </a:lnTo>
                  <a:lnTo>
                    <a:pt x="5643520" y="4394799"/>
                  </a:lnTo>
                  <a:lnTo>
                    <a:pt x="5690216" y="4318395"/>
                  </a:lnTo>
                  <a:lnTo>
                    <a:pt x="5735050" y="4234036"/>
                  </a:lnTo>
                  <a:lnTo>
                    <a:pt x="5778571" y="4141351"/>
                  </a:lnTo>
                  <a:lnTo>
                    <a:pt x="5784835" y="4127140"/>
                  </a:lnTo>
                  <a:lnTo>
                    <a:pt x="5814179" y="4057709"/>
                  </a:lnTo>
                  <a:lnTo>
                    <a:pt x="5843276" y="3984277"/>
                  </a:lnTo>
                  <a:lnTo>
                    <a:pt x="5872240" y="3906765"/>
                  </a:lnTo>
                  <a:lnTo>
                    <a:pt x="5901168" y="3825132"/>
                  </a:lnTo>
                  <a:lnTo>
                    <a:pt x="5930140" y="3739377"/>
                  </a:lnTo>
                  <a:lnTo>
                    <a:pt x="5959219" y="3649547"/>
                  </a:lnTo>
                  <a:lnTo>
                    <a:pt x="5988452" y="3555736"/>
                  </a:lnTo>
                  <a:lnTo>
                    <a:pt x="6017873" y="3458089"/>
                  </a:lnTo>
                  <a:lnTo>
                    <a:pt x="6047505" y="3356803"/>
                  </a:lnTo>
                  <a:lnTo>
                    <a:pt x="6077355" y="3252127"/>
                  </a:lnTo>
                  <a:lnTo>
                    <a:pt x="6107423" y="3144364"/>
                  </a:lnTo>
                  <a:lnTo>
                    <a:pt x="6137696" y="3033864"/>
                  </a:lnTo>
                  <a:lnTo>
                    <a:pt x="6168153" y="2921022"/>
                  </a:lnTo>
                  <a:lnTo>
                    <a:pt x="6198764" y="2806275"/>
                  </a:lnTo>
                  <a:lnTo>
                    <a:pt x="6229496" y="2690092"/>
                  </a:lnTo>
                  <a:lnTo>
                    <a:pt x="6260307" y="2572969"/>
                  </a:lnTo>
                  <a:lnTo>
                    <a:pt x="6291155" y="2455418"/>
                  </a:lnTo>
                  <a:lnTo>
                    <a:pt x="6321995" y="2337959"/>
                  </a:lnTo>
                  <a:lnTo>
                    <a:pt x="6352783" y="2221111"/>
                  </a:lnTo>
                  <a:lnTo>
                    <a:pt x="6383477" y="2105382"/>
                  </a:lnTo>
                  <a:lnTo>
                    <a:pt x="6414037" y="1991259"/>
                  </a:lnTo>
                  <a:lnTo>
                    <a:pt x="6444432" y="1879200"/>
                  </a:lnTo>
                  <a:lnTo>
                    <a:pt x="6474634" y="1769628"/>
                  </a:lnTo>
                  <a:lnTo>
                    <a:pt x="6504625" y="1662923"/>
                  </a:lnTo>
                  <a:lnTo>
                    <a:pt x="6534398" y="1559419"/>
                  </a:lnTo>
                  <a:lnTo>
                    <a:pt x="6563953" y="1459398"/>
                  </a:lnTo>
                  <a:lnTo>
                    <a:pt x="6593304" y="1363092"/>
                  </a:lnTo>
                  <a:lnTo>
                    <a:pt x="6622478" y="1270680"/>
                  </a:lnTo>
                  <a:lnTo>
                    <a:pt x="6651512" y="1182288"/>
                  </a:lnTo>
                  <a:lnTo>
                    <a:pt x="6680461" y="1097994"/>
                  </a:lnTo>
                  <a:lnTo>
                    <a:pt x="6709392" y="1017825"/>
                  </a:lnTo>
                  <a:lnTo>
                    <a:pt x="6738391" y="941768"/>
                  </a:lnTo>
                  <a:lnTo>
                    <a:pt x="6767561" y="869767"/>
                  </a:lnTo>
                  <a:lnTo>
                    <a:pt x="6786527" y="825428"/>
                  </a:lnTo>
                  <a:lnTo>
                    <a:pt x="6829897" y="731522"/>
                  </a:lnTo>
                  <a:lnTo>
                    <a:pt x="6874508" y="645964"/>
                  </a:lnTo>
                  <a:lnTo>
                    <a:pt x="6920895" y="568435"/>
                  </a:lnTo>
                  <a:lnTo>
                    <a:pt x="6969663" y="498342"/>
                  </a:lnTo>
                  <a:lnTo>
                    <a:pt x="7021441" y="434975"/>
                  </a:lnTo>
                  <a:lnTo>
                    <a:pt x="7076844" y="377615"/>
                  </a:lnTo>
                  <a:lnTo>
                    <a:pt x="7136428" y="325592"/>
                  </a:lnTo>
                  <a:lnTo>
                    <a:pt x="7200629" y="278322"/>
                  </a:lnTo>
                  <a:lnTo>
                    <a:pt x="7269687" y="235330"/>
                  </a:lnTo>
                  <a:lnTo>
                    <a:pt x="7343552" y="196260"/>
                  </a:lnTo>
                  <a:lnTo>
                    <a:pt x="7421767" y="160877"/>
                  </a:lnTo>
                  <a:lnTo>
                    <a:pt x="7503364" y="129066"/>
                  </a:lnTo>
                  <a:lnTo>
                    <a:pt x="7586766" y="100809"/>
                  </a:lnTo>
                  <a:lnTo>
                    <a:pt x="7669776" y="76163"/>
                  </a:lnTo>
                  <a:lnTo>
                    <a:pt x="7749666" y="55205"/>
                  </a:lnTo>
                  <a:lnTo>
                    <a:pt x="7823417" y="37983"/>
                  </a:lnTo>
                  <a:lnTo>
                    <a:pt x="7888095" y="24447"/>
                  </a:lnTo>
                  <a:lnTo>
                    <a:pt x="7941319" y="14408"/>
                  </a:lnTo>
                  <a:lnTo>
                    <a:pt x="7981694" y="7510"/>
                  </a:lnTo>
                  <a:lnTo>
                    <a:pt x="8009119" y="3250"/>
                  </a:lnTo>
                  <a:lnTo>
                    <a:pt x="8024877" y="1017"/>
                  </a:lnTo>
                  <a:lnTo>
                    <a:pt x="8031545" y="152"/>
                  </a:lnTo>
                  <a:lnTo>
                    <a:pt x="8032817" y="0"/>
                  </a:lnTo>
                  <a:lnTo>
                    <a:pt x="8032819" y="0"/>
                  </a:lnTo>
                  <a:lnTo>
                    <a:pt x="8554953" y="0"/>
                  </a:lnTo>
                  <a:lnTo>
                    <a:pt x="8554953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98" name="pl298"/>
            <p:cNvSpPr/>
            <p:nvPr/>
          </p:nvSpPr>
          <p:spPr>
            <a:xfrm>
              <a:off x="386606" y="1242017"/>
              <a:ext cx="8554953" cy="4952569"/>
            </a:xfrm>
            <a:custGeom>
              <a:avLst/>
              <a:pathLst>
                <a:path w="8554953" h="4952569">
                  <a:moveTo>
                    <a:pt x="8554953" y="0"/>
                  </a:moveTo>
                  <a:lnTo>
                    <a:pt x="8032819" y="0"/>
                  </a:lnTo>
                  <a:lnTo>
                    <a:pt x="8031966" y="101"/>
                  </a:lnTo>
                  <a:lnTo>
                    <a:pt x="8026339" y="822"/>
                  </a:lnTo>
                  <a:lnTo>
                    <a:pt x="8012095" y="2814"/>
                  </a:lnTo>
                  <a:lnTo>
                    <a:pt x="7986484" y="6738"/>
                  </a:lnTo>
                  <a:lnTo>
                    <a:pt x="7948023" y="13217"/>
                  </a:lnTo>
                  <a:lnTo>
                    <a:pt x="7896614" y="22772"/>
                  </a:lnTo>
                  <a:lnTo>
                    <a:pt x="7833477" y="35783"/>
                  </a:lnTo>
                  <a:lnTo>
                    <a:pt x="7760874" y="52462"/>
                  </a:lnTo>
                  <a:lnTo>
                    <a:pt x="7681688" y="72876"/>
                  </a:lnTo>
                  <a:lnTo>
                    <a:pt x="7598952" y="96989"/>
                  </a:lnTo>
                  <a:lnTo>
                    <a:pt x="7515456" y="124724"/>
                  </a:lnTo>
                  <a:lnTo>
                    <a:pt x="7433484" y="156018"/>
                  </a:lnTo>
                  <a:lnTo>
                    <a:pt x="7354701" y="190876"/>
                  </a:lnTo>
                  <a:lnTo>
                    <a:pt x="7280163" y="229397"/>
                  </a:lnTo>
                  <a:lnTo>
                    <a:pt x="7210392" y="271797"/>
                  </a:lnTo>
                  <a:lnTo>
                    <a:pt x="7145493" y="318417"/>
                  </a:lnTo>
                  <a:lnTo>
                    <a:pt x="7085259" y="369713"/>
                  </a:lnTo>
                  <a:lnTo>
                    <a:pt x="7029279" y="426255"/>
                  </a:lnTo>
                  <a:lnTo>
                    <a:pt x="6977009" y="488702"/>
                  </a:lnTo>
                  <a:lnTo>
                    <a:pt x="6927842" y="557769"/>
                  </a:lnTo>
                  <a:lnTo>
                    <a:pt x="6881146" y="634173"/>
                  </a:lnTo>
                  <a:lnTo>
                    <a:pt x="6836312" y="718532"/>
                  </a:lnTo>
                  <a:lnTo>
                    <a:pt x="6792791" y="811217"/>
                  </a:lnTo>
                  <a:lnTo>
                    <a:pt x="6786527" y="825428"/>
                  </a:lnTo>
                  <a:lnTo>
                    <a:pt x="6757183" y="894859"/>
                  </a:lnTo>
                  <a:lnTo>
                    <a:pt x="6728086" y="968291"/>
                  </a:lnTo>
                  <a:lnTo>
                    <a:pt x="6699122" y="1045803"/>
                  </a:lnTo>
                  <a:lnTo>
                    <a:pt x="6670193" y="1127436"/>
                  </a:lnTo>
                  <a:lnTo>
                    <a:pt x="6641221" y="1213191"/>
                  </a:lnTo>
                  <a:lnTo>
                    <a:pt x="6612143" y="1303021"/>
                  </a:lnTo>
                  <a:lnTo>
                    <a:pt x="6582910" y="1396832"/>
                  </a:lnTo>
                  <a:lnTo>
                    <a:pt x="6553489" y="1494479"/>
                  </a:lnTo>
                  <a:lnTo>
                    <a:pt x="6523857" y="1595765"/>
                  </a:lnTo>
                  <a:lnTo>
                    <a:pt x="6494007" y="1700441"/>
                  </a:lnTo>
                  <a:lnTo>
                    <a:pt x="6463939" y="1808204"/>
                  </a:lnTo>
                  <a:lnTo>
                    <a:pt x="6433666" y="1918704"/>
                  </a:lnTo>
                  <a:lnTo>
                    <a:pt x="6403209" y="2031546"/>
                  </a:lnTo>
                  <a:lnTo>
                    <a:pt x="6372598" y="2146293"/>
                  </a:lnTo>
                  <a:lnTo>
                    <a:pt x="6341866" y="2262476"/>
                  </a:lnTo>
                  <a:lnTo>
                    <a:pt x="6311055" y="2379599"/>
                  </a:lnTo>
                  <a:lnTo>
                    <a:pt x="6280207" y="2497150"/>
                  </a:lnTo>
                  <a:lnTo>
                    <a:pt x="6249366" y="2614609"/>
                  </a:lnTo>
                  <a:lnTo>
                    <a:pt x="6218579" y="2731457"/>
                  </a:lnTo>
                  <a:lnTo>
                    <a:pt x="6187885" y="2847186"/>
                  </a:lnTo>
                  <a:lnTo>
                    <a:pt x="6157325" y="2961309"/>
                  </a:lnTo>
                  <a:lnTo>
                    <a:pt x="6126930" y="3073368"/>
                  </a:lnTo>
                  <a:lnTo>
                    <a:pt x="6096728" y="3182940"/>
                  </a:lnTo>
                  <a:lnTo>
                    <a:pt x="6066737" y="3289645"/>
                  </a:lnTo>
                  <a:lnTo>
                    <a:pt x="6036964" y="3393149"/>
                  </a:lnTo>
                  <a:lnTo>
                    <a:pt x="6007409" y="3493170"/>
                  </a:lnTo>
                  <a:lnTo>
                    <a:pt x="5978057" y="3589476"/>
                  </a:lnTo>
                  <a:lnTo>
                    <a:pt x="5948884" y="3681888"/>
                  </a:lnTo>
                  <a:lnTo>
                    <a:pt x="5919850" y="3770280"/>
                  </a:lnTo>
                  <a:lnTo>
                    <a:pt x="5890901" y="3854574"/>
                  </a:lnTo>
                  <a:lnTo>
                    <a:pt x="5861970" y="3934743"/>
                  </a:lnTo>
                  <a:lnTo>
                    <a:pt x="5832971" y="4010800"/>
                  </a:lnTo>
                  <a:lnTo>
                    <a:pt x="5803800" y="4082801"/>
                  </a:lnTo>
                  <a:lnTo>
                    <a:pt x="5784835" y="4127140"/>
                  </a:lnTo>
                  <a:lnTo>
                    <a:pt x="5741465" y="4221046"/>
                  </a:lnTo>
                  <a:lnTo>
                    <a:pt x="5696854" y="4306604"/>
                  </a:lnTo>
                  <a:lnTo>
                    <a:pt x="5650467" y="4384133"/>
                  </a:lnTo>
                  <a:lnTo>
                    <a:pt x="5601699" y="4454226"/>
                  </a:lnTo>
                  <a:lnTo>
                    <a:pt x="5549921" y="4517593"/>
                  </a:lnTo>
                  <a:lnTo>
                    <a:pt x="5494518" y="4574953"/>
                  </a:lnTo>
                  <a:lnTo>
                    <a:pt x="5434934" y="4626976"/>
                  </a:lnTo>
                  <a:lnTo>
                    <a:pt x="5370733" y="4674246"/>
                  </a:lnTo>
                  <a:lnTo>
                    <a:pt x="5301675" y="4717238"/>
                  </a:lnTo>
                  <a:lnTo>
                    <a:pt x="5227810" y="4756308"/>
                  </a:lnTo>
                  <a:lnTo>
                    <a:pt x="5149594" y="4791691"/>
                  </a:lnTo>
                  <a:lnTo>
                    <a:pt x="5067998" y="4823503"/>
                  </a:lnTo>
                  <a:lnTo>
                    <a:pt x="4984596" y="4851759"/>
                  </a:lnTo>
                  <a:lnTo>
                    <a:pt x="4901586" y="4876405"/>
                  </a:lnTo>
                  <a:lnTo>
                    <a:pt x="4821696" y="4897363"/>
                  </a:lnTo>
                  <a:lnTo>
                    <a:pt x="4747945" y="4914585"/>
                  </a:lnTo>
                  <a:lnTo>
                    <a:pt x="4683267" y="4928121"/>
                  </a:lnTo>
                  <a:lnTo>
                    <a:pt x="4630043" y="4938161"/>
                  </a:lnTo>
                  <a:lnTo>
                    <a:pt x="4589668" y="4945058"/>
                  </a:lnTo>
                  <a:lnTo>
                    <a:pt x="4562243" y="4949318"/>
                  </a:lnTo>
                  <a:lnTo>
                    <a:pt x="4546485" y="4951551"/>
                  </a:lnTo>
                  <a:lnTo>
                    <a:pt x="4539816" y="4952416"/>
                  </a:lnTo>
                  <a:lnTo>
                    <a:pt x="4538545" y="4952568"/>
                  </a:lnTo>
                  <a:lnTo>
                    <a:pt x="4538543" y="4952569"/>
                  </a:lnTo>
                  <a:lnTo>
                    <a:pt x="4016409" y="4952569"/>
                  </a:lnTo>
                  <a:lnTo>
                    <a:pt x="4015261" y="4952489"/>
                  </a:lnTo>
                  <a:lnTo>
                    <a:pt x="4007739" y="4951922"/>
                  </a:lnTo>
                  <a:lnTo>
                    <a:pt x="3988870" y="4950355"/>
                  </a:lnTo>
                  <a:lnTo>
                    <a:pt x="3955370" y="4947274"/>
                  </a:lnTo>
                  <a:lnTo>
                    <a:pt x="3905926" y="4942217"/>
                  </a:lnTo>
                  <a:lnTo>
                    <a:pt x="3841275" y="4934825"/>
                  </a:lnTo>
                  <a:lnTo>
                    <a:pt x="3763939" y="4924878"/>
                  </a:lnTo>
                  <a:lnTo>
                    <a:pt x="3677606" y="4912290"/>
                  </a:lnTo>
                  <a:lnTo>
                    <a:pt x="3586372" y="4897074"/>
                  </a:lnTo>
                  <a:lnTo>
                    <a:pt x="3494051" y="4879290"/>
                  </a:lnTo>
                  <a:lnTo>
                    <a:pt x="3403724" y="4858983"/>
                  </a:lnTo>
                  <a:lnTo>
                    <a:pt x="3317550" y="4836144"/>
                  </a:lnTo>
                  <a:lnTo>
                    <a:pt x="3236790" y="4810675"/>
                  </a:lnTo>
                  <a:lnTo>
                    <a:pt x="3161954" y="4782374"/>
                  </a:lnTo>
                  <a:lnTo>
                    <a:pt x="3092988" y="4750935"/>
                  </a:lnTo>
                  <a:lnTo>
                    <a:pt x="3029452" y="4715952"/>
                  </a:lnTo>
                  <a:lnTo>
                    <a:pt x="2970668" y="4676932"/>
                  </a:lnTo>
                  <a:lnTo>
                    <a:pt x="2915828" y="4633321"/>
                  </a:lnTo>
                  <a:lnTo>
                    <a:pt x="2864082" y="4584558"/>
                  </a:lnTo>
                  <a:lnTo>
                    <a:pt x="2814605" y="4530157"/>
                  </a:lnTo>
                  <a:lnTo>
                    <a:pt x="2770117" y="4474441"/>
                  </a:lnTo>
                  <a:lnTo>
                    <a:pt x="2733067" y="4423214"/>
                  </a:lnTo>
                  <a:lnTo>
                    <a:pt x="2696363" y="4368262"/>
                  </a:lnTo>
                  <a:lnTo>
                    <a:pt x="2659787" y="4309511"/>
                  </a:lnTo>
                  <a:lnTo>
                    <a:pt x="2623166" y="4246943"/>
                  </a:lnTo>
                  <a:lnTo>
                    <a:pt x="2586371" y="4180608"/>
                  </a:lnTo>
                  <a:lnTo>
                    <a:pt x="2549311" y="4110628"/>
                  </a:lnTo>
                  <a:lnTo>
                    <a:pt x="2511928" y="4037200"/>
                  </a:lnTo>
                  <a:lnTo>
                    <a:pt x="2474197" y="3960599"/>
                  </a:lnTo>
                  <a:lnTo>
                    <a:pt x="2436121" y="3881177"/>
                  </a:lnTo>
                  <a:lnTo>
                    <a:pt x="2397729" y="3799356"/>
                  </a:lnTo>
                  <a:lnTo>
                    <a:pt x="2359072" y="3715625"/>
                  </a:lnTo>
                  <a:lnTo>
                    <a:pt x="2320219" y="3630523"/>
                  </a:lnTo>
                  <a:lnTo>
                    <a:pt x="2281249" y="3544632"/>
                  </a:lnTo>
                  <a:lnTo>
                    <a:pt x="2242252" y="3458553"/>
                  </a:lnTo>
                  <a:lnTo>
                    <a:pt x="2203317" y="3372896"/>
                  </a:lnTo>
                  <a:lnTo>
                    <a:pt x="2164530" y="3288257"/>
                  </a:lnTo>
                  <a:lnTo>
                    <a:pt x="2125968" y="3205201"/>
                  </a:lnTo>
                  <a:lnTo>
                    <a:pt x="2087693" y="3124251"/>
                  </a:lnTo>
                  <a:lnTo>
                    <a:pt x="2049748" y="3045871"/>
                  </a:lnTo>
                  <a:lnTo>
                    <a:pt x="2012152" y="2970456"/>
                  </a:lnTo>
                  <a:lnTo>
                    <a:pt x="1974899" y="2898330"/>
                  </a:lnTo>
                  <a:lnTo>
                    <a:pt x="1937950" y="2829737"/>
                  </a:lnTo>
                  <a:lnTo>
                    <a:pt x="1901235" y="2764845"/>
                  </a:lnTo>
                  <a:lnTo>
                    <a:pt x="1864649" y="2703747"/>
                  </a:lnTo>
                  <a:lnTo>
                    <a:pt x="1828046" y="2646467"/>
                  </a:lnTo>
                  <a:lnTo>
                    <a:pt x="1791237" y="2592964"/>
                  </a:lnTo>
                  <a:lnTo>
                    <a:pt x="1768425" y="2561933"/>
                  </a:lnTo>
                  <a:lnTo>
                    <a:pt x="1720393" y="2502056"/>
                  </a:lnTo>
                  <a:lnTo>
                    <a:pt x="1670777" y="2448078"/>
                  </a:lnTo>
                  <a:lnTo>
                    <a:pt x="1618834" y="2399709"/>
                  </a:lnTo>
                  <a:lnTo>
                    <a:pt x="1563736" y="2356452"/>
                  </a:lnTo>
                  <a:lnTo>
                    <a:pt x="1504631" y="2317744"/>
                  </a:lnTo>
                  <a:lnTo>
                    <a:pt x="1440721" y="2283035"/>
                  </a:lnTo>
                  <a:lnTo>
                    <a:pt x="1371339" y="2251837"/>
                  </a:lnTo>
                  <a:lnTo>
                    <a:pt x="1296067" y="2223752"/>
                  </a:lnTo>
                  <a:lnTo>
                    <a:pt x="1214887" y="2198479"/>
                  </a:lnTo>
                  <a:lnTo>
                    <a:pt x="1128358" y="2175827"/>
                  </a:lnTo>
                  <a:lnTo>
                    <a:pt x="1037801" y="2155704"/>
                  </a:lnTo>
                  <a:lnTo>
                    <a:pt x="945446" y="2138104"/>
                  </a:lnTo>
                  <a:lnTo>
                    <a:pt x="854433" y="2123078"/>
                  </a:lnTo>
                  <a:lnTo>
                    <a:pt x="768618" y="2110683"/>
                  </a:lnTo>
                  <a:lnTo>
                    <a:pt x="692090" y="2100926"/>
                  </a:lnTo>
                  <a:lnTo>
                    <a:pt x="628481" y="2093714"/>
                  </a:lnTo>
                  <a:lnTo>
                    <a:pt x="580197" y="2088814"/>
                  </a:lnTo>
                  <a:lnTo>
                    <a:pt x="547833" y="2085860"/>
                  </a:lnTo>
                  <a:lnTo>
                    <a:pt x="529923" y="2084383"/>
                  </a:lnTo>
                  <a:lnTo>
                    <a:pt x="523052" y="2083869"/>
                  </a:lnTo>
                  <a:lnTo>
                    <a:pt x="522133" y="2083806"/>
                  </a:lnTo>
                  <a:lnTo>
                    <a:pt x="0" y="2083806"/>
                  </a:lnTo>
                  <a:lnTo>
                    <a:pt x="0" y="2083806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99" name="pg299"/>
            <p:cNvSpPr/>
            <p:nvPr/>
          </p:nvSpPr>
          <p:spPr>
            <a:xfrm>
              <a:off x="386606" y="474001"/>
              <a:ext cx="8554953" cy="2563815"/>
            </a:xfrm>
            <a:custGeom>
              <a:avLst/>
              <a:pathLst>
                <a:path w="8554953" h="2563815">
                  <a:moveTo>
                    <a:pt x="0" y="1276260"/>
                  </a:moveTo>
                  <a:lnTo>
                    <a:pt x="522133" y="1276260"/>
                  </a:lnTo>
                  <a:lnTo>
                    <a:pt x="523376" y="1276299"/>
                  </a:lnTo>
                  <a:lnTo>
                    <a:pt x="531505" y="1276575"/>
                  </a:lnTo>
                  <a:lnTo>
                    <a:pt x="551842" y="1277339"/>
                  </a:lnTo>
                  <a:lnTo>
                    <a:pt x="587807" y="1278839"/>
                  </a:lnTo>
                  <a:lnTo>
                    <a:pt x="640612" y="1281296"/>
                  </a:lnTo>
                  <a:lnTo>
                    <a:pt x="709194" y="1284877"/>
                  </a:lnTo>
                  <a:lnTo>
                    <a:pt x="790585" y="1289679"/>
                  </a:lnTo>
                  <a:lnTo>
                    <a:pt x="880650" y="1295734"/>
                  </a:lnTo>
                  <a:lnTo>
                    <a:pt x="974962" y="1303029"/>
                  </a:lnTo>
                  <a:lnTo>
                    <a:pt x="1069539" y="1311533"/>
                  </a:lnTo>
                  <a:lnTo>
                    <a:pt x="1161293" y="1321231"/>
                  </a:lnTo>
                  <a:lnTo>
                    <a:pt x="1248173" y="1332137"/>
                  </a:lnTo>
                  <a:lnTo>
                    <a:pt x="1329086" y="1344316"/>
                  </a:lnTo>
                  <a:lnTo>
                    <a:pt x="1403711" y="1357882"/>
                  </a:lnTo>
                  <a:lnTo>
                    <a:pt x="1472281" y="1373004"/>
                  </a:lnTo>
                  <a:lnTo>
                    <a:pt x="1535392" y="1389896"/>
                  </a:lnTo>
                  <a:lnTo>
                    <a:pt x="1593849" y="1408814"/>
                  </a:lnTo>
                  <a:lnTo>
                    <a:pt x="1648561" y="1430031"/>
                  </a:lnTo>
                  <a:lnTo>
                    <a:pt x="1700443" y="1453810"/>
                  </a:lnTo>
                  <a:lnTo>
                    <a:pt x="1750350" y="1480345"/>
                  </a:lnTo>
                  <a:lnTo>
                    <a:pt x="1768425" y="1490853"/>
                  </a:lnTo>
                  <a:lnTo>
                    <a:pt x="1815751" y="1520563"/>
                  </a:lnTo>
                  <a:lnTo>
                    <a:pt x="1862614" y="1553026"/>
                  </a:lnTo>
                  <a:lnTo>
                    <a:pt x="1909431" y="1588291"/>
                  </a:lnTo>
                  <a:lnTo>
                    <a:pt x="1956499" y="1626329"/>
                  </a:lnTo>
                  <a:lnTo>
                    <a:pt x="2004012" y="1667027"/>
                  </a:lnTo>
                  <a:lnTo>
                    <a:pt x="2052074" y="1710182"/>
                  </a:lnTo>
                  <a:lnTo>
                    <a:pt x="2100704" y="1755496"/>
                  </a:lnTo>
                  <a:lnTo>
                    <a:pt x="2149853" y="1802584"/>
                  </a:lnTo>
                  <a:lnTo>
                    <a:pt x="2199409" y="1850984"/>
                  </a:lnTo>
                  <a:lnTo>
                    <a:pt x="2249221" y="1900173"/>
                  </a:lnTo>
                  <a:lnTo>
                    <a:pt x="2299109" y="1949592"/>
                  </a:lnTo>
                  <a:lnTo>
                    <a:pt x="2348884" y="1998669"/>
                  </a:lnTo>
                  <a:lnTo>
                    <a:pt x="2398372" y="2046851"/>
                  </a:lnTo>
                  <a:lnTo>
                    <a:pt x="2447425" y="2093626"/>
                  </a:lnTo>
                  <a:lnTo>
                    <a:pt x="2495946" y="2138544"/>
                  </a:lnTo>
                  <a:lnTo>
                    <a:pt x="2543896" y="2181237"/>
                  </a:lnTo>
                  <a:lnTo>
                    <a:pt x="2591311" y="2221427"/>
                  </a:lnTo>
                  <a:lnTo>
                    <a:pt x="2638311" y="2258926"/>
                  </a:lnTo>
                  <a:lnTo>
                    <a:pt x="2685110" y="2293641"/>
                  </a:lnTo>
                  <a:lnTo>
                    <a:pt x="2732027" y="2325558"/>
                  </a:lnTo>
                  <a:lnTo>
                    <a:pt x="2770117" y="2349223"/>
                  </a:lnTo>
                  <a:lnTo>
                    <a:pt x="2819484" y="2376795"/>
                  </a:lnTo>
                  <a:lnTo>
                    <a:pt x="2870543" y="2401575"/>
                  </a:lnTo>
                  <a:lnTo>
                    <a:pt x="2924105" y="2423710"/>
                  </a:lnTo>
                  <a:lnTo>
                    <a:pt x="2981071" y="2443445"/>
                  </a:lnTo>
                  <a:lnTo>
                    <a:pt x="3042363" y="2461054"/>
                  </a:lnTo>
                  <a:lnTo>
                    <a:pt x="3108833" y="2476802"/>
                  </a:lnTo>
                  <a:lnTo>
                    <a:pt x="3181172" y="2490920"/>
                  </a:lnTo>
                  <a:lnTo>
                    <a:pt x="3259767" y="2503595"/>
                  </a:lnTo>
                  <a:lnTo>
                    <a:pt x="3344526" y="2514961"/>
                  </a:lnTo>
                  <a:lnTo>
                    <a:pt x="3434665" y="2525100"/>
                  </a:lnTo>
                  <a:lnTo>
                    <a:pt x="3528505" y="2534046"/>
                  </a:lnTo>
                  <a:lnTo>
                    <a:pt x="3623337" y="2541790"/>
                  </a:lnTo>
                  <a:lnTo>
                    <a:pt x="3715475" y="2548306"/>
                  </a:lnTo>
                  <a:lnTo>
                    <a:pt x="3800585" y="2553570"/>
                  </a:lnTo>
                  <a:lnTo>
                    <a:pt x="3874322" y="2557595"/>
                  </a:lnTo>
                  <a:lnTo>
                    <a:pt x="3933190" y="2560451"/>
                  </a:lnTo>
                  <a:lnTo>
                    <a:pt x="3975355" y="2562281"/>
                  </a:lnTo>
                  <a:lnTo>
                    <a:pt x="4001176" y="2563289"/>
                  </a:lnTo>
                  <a:lnTo>
                    <a:pt x="4013287" y="2563715"/>
                  </a:lnTo>
                  <a:lnTo>
                    <a:pt x="4016409" y="2563815"/>
                  </a:lnTo>
                  <a:lnTo>
                    <a:pt x="4538543" y="2563815"/>
                  </a:lnTo>
                  <a:lnTo>
                    <a:pt x="4539713" y="2563743"/>
                  </a:lnTo>
                  <a:lnTo>
                    <a:pt x="4547381" y="2563227"/>
                  </a:lnTo>
                  <a:lnTo>
                    <a:pt x="4566602" y="2561801"/>
                  </a:lnTo>
                  <a:lnTo>
                    <a:pt x="4600694" y="2558998"/>
                  </a:lnTo>
                  <a:lnTo>
                    <a:pt x="4650950" y="2554399"/>
                  </a:lnTo>
                  <a:lnTo>
                    <a:pt x="4716554" y="2547682"/>
                  </a:lnTo>
                  <a:lnTo>
                    <a:pt x="4794881" y="2538651"/>
                  </a:lnTo>
                  <a:lnTo>
                    <a:pt x="4882133" y="2527231"/>
                  </a:lnTo>
                  <a:lnTo>
                    <a:pt x="4974134" y="2513440"/>
                  </a:lnTo>
                  <a:lnTo>
                    <a:pt x="5067025" y="2497330"/>
                  </a:lnTo>
                  <a:lnTo>
                    <a:pt x="5157721" y="2478943"/>
                  </a:lnTo>
                  <a:lnTo>
                    <a:pt x="5244086" y="2458264"/>
                  </a:lnTo>
                  <a:lnTo>
                    <a:pt x="5324898" y="2435196"/>
                  </a:lnTo>
                  <a:lnTo>
                    <a:pt x="5399691" y="2409549"/>
                  </a:lnTo>
                  <a:lnTo>
                    <a:pt x="5468565" y="2381036"/>
                  </a:lnTo>
                  <a:lnTo>
                    <a:pt x="5531995" y="2349278"/>
                  </a:lnTo>
                  <a:lnTo>
                    <a:pt x="5590694" y="2313820"/>
                  </a:lnTo>
                  <a:lnTo>
                    <a:pt x="5645492" y="2274157"/>
                  </a:lnTo>
                  <a:lnTo>
                    <a:pt x="5697258" y="2229778"/>
                  </a:lnTo>
                  <a:lnTo>
                    <a:pt x="5746826" y="2180260"/>
                  </a:lnTo>
                  <a:lnTo>
                    <a:pt x="5784835" y="2137454"/>
                  </a:lnTo>
                  <a:lnTo>
                    <a:pt x="5823534" y="2089650"/>
                  </a:lnTo>
                  <a:lnTo>
                    <a:pt x="5861867" y="2038217"/>
                  </a:lnTo>
                  <a:lnTo>
                    <a:pt x="5900079" y="1983082"/>
                  </a:lnTo>
                  <a:lnTo>
                    <a:pt x="5938360" y="1924236"/>
                  </a:lnTo>
                  <a:lnTo>
                    <a:pt x="5976852" y="1861739"/>
                  </a:lnTo>
                  <a:lnTo>
                    <a:pt x="6015651" y="1795731"/>
                  </a:lnTo>
                  <a:lnTo>
                    <a:pt x="6054812" y="1726432"/>
                  </a:lnTo>
                  <a:lnTo>
                    <a:pt x="6094356" y="1654145"/>
                  </a:lnTo>
                  <a:lnTo>
                    <a:pt x="6134267" y="1579251"/>
                  </a:lnTo>
                  <a:lnTo>
                    <a:pt x="6174503" y="1502208"/>
                  </a:lnTo>
                  <a:lnTo>
                    <a:pt x="6214997" y="1423535"/>
                  </a:lnTo>
                  <a:lnTo>
                    <a:pt x="6255664" y="1343803"/>
                  </a:lnTo>
                  <a:lnTo>
                    <a:pt x="6296406" y="1263616"/>
                  </a:lnTo>
                  <a:lnTo>
                    <a:pt x="6337121" y="1183592"/>
                  </a:lnTo>
                  <a:lnTo>
                    <a:pt x="6377708" y="1104345"/>
                  </a:lnTo>
                  <a:lnTo>
                    <a:pt x="6418076" y="1026461"/>
                  </a:lnTo>
                  <a:lnTo>
                    <a:pt x="6458148" y="950489"/>
                  </a:lnTo>
                  <a:lnTo>
                    <a:pt x="6497869" y="876914"/>
                  </a:lnTo>
                  <a:lnTo>
                    <a:pt x="6537211" y="806157"/>
                  </a:lnTo>
                  <a:lnTo>
                    <a:pt x="6576177" y="738558"/>
                  </a:lnTo>
                  <a:lnTo>
                    <a:pt x="6614805" y="674377"/>
                  </a:lnTo>
                  <a:lnTo>
                    <a:pt x="6653171" y="613789"/>
                  </a:lnTo>
                  <a:lnTo>
                    <a:pt x="6691396" y="556893"/>
                  </a:lnTo>
                  <a:lnTo>
                    <a:pt x="6729644" y="503712"/>
                  </a:lnTo>
                  <a:lnTo>
                    <a:pt x="6768136" y="454203"/>
                  </a:lnTo>
                  <a:lnTo>
                    <a:pt x="6786527" y="432008"/>
                  </a:lnTo>
                  <a:lnTo>
                    <a:pt x="6834884" y="378276"/>
                  </a:lnTo>
                  <a:lnTo>
                    <a:pt x="6884852" y="329872"/>
                  </a:lnTo>
                  <a:lnTo>
                    <a:pt x="6937188" y="286532"/>
                  </a:lnTo>
                  <a:lnTo>
                    <a:pt x="6992740" y="247802"/>
                  </a:lnTo>
                  <a:lnTo>
                    <a:pt x="7052373" y="213168"/>
                  </a:lnTo>
                  <a:lnTo>
                    <a:pt x="7116903" y="182133"/>
                  </a:lnTo>
                  <a:lnTo>
                    <a:pt x="7187000" y="154255"/>
                  </a:lnTo>
                  <a:lnTo>
                    <a:pt x="7263075" y="129175"/>
                  </a:lnTo>
                  <a:lnTo>
                    <a:pt x="7345124" y="106626"/>
                  </a:lnTo>
                  <a:lnTo>
                    <a:pt x="7432537" y="86436"/>
                  </a:lnTo>
                  <a:lnTo>
                    <a:pt x="7523908" y="68530"/>
                  </a:lnTo>
                  <a:lnTo>
                    <a:pt x="7616898" y="52907"/>
                  </a:lnTo>
                  <a:lnTo>
                    <a:pt x="7708235" y="39614"/>
                  </a:lnTo>
                  <a:lnTo>
                    <a:pt x="7793946" y="28701"/>
                  </a:lnTo>
                  <a:lnTo>
                    <a:pt x="7869869" y="20170"/>
                  </a:lnTo>
                  <a:lnTo>
                    <a:pt x="7932390" y="13922"/>
                  </a:lnTo>
                  <a:lnTo>
                    <a:pt x="7979222" y="9734"/>
                  </a:lnTo>
                  <a:lnTo>
                    <a:pt x="8009987" y="7260"/>
                  </a:lnTo>
                  <a:lnTo>
                    <a:pt x="8026422" y="6066"/>
                  </a:lnTo>
                  <a:lnTo>
                    <a:pt x="8032239" y="5682"/>
                  </a:lnTo>
                  <a:lnTo>
                    <a:pt x="8032819" y="5647"/>
                  </a:lnTo>
                  <a:lnTo>
                    <a:pt x="8554953" y="5647"/>
                  </a:lnTo>
                  <a:lnTo>
                    <a:pt x="8554953" y="0"/>
                  </a:lnTo>
                  <a:lnTo>
                    <a:pt x="8032819" y="0"/>
                  </a:lnTo>
                  <a:lnTo>
                    <a:pt x="8031649" y="72"/>
                  </a:lnTo>
                  <a:lnTo>
                    <a:pt x="8023981" y="588"/>
                  </a:lnTo>
                  <a:lnTo>
                    <a:pt x="8004760" y="2014"/>
                  </a:lnTo>
                  <a:lnTo>
                    <a:pt x="7970668" y="4817"/>
                  </a:lnTo>
                  <a:lnTo>
                    <a:pt x="7920412" y="9416"/>
                  </a:lnTo>
                  <a:lnTo>
                    <a:pt x="7854808" y="16133"/>
                  </a:lnTo>
                  <a:lnTo>
                    <a:pt x="7776481" y="25164"/>
                  </a:lnTo>
                  <a:lnTo>
                    <a:pt x="7689228" y="36583"/>
                  </a:lnTo>
                  <a:lnTo>
                    <a:pt x="7597228" y="50375"/>
                  </a:lnTo>
                  <a:lnTo>
                    <a:pt x="7504337" y="66484"/>
                  </a:lnTo>
                  <a:lnTo>
                    <a:pt x="7413641" y="84871"/>
                  </a:lnTo>
                  <a:lnTo>
                    <a:pt x="7327276" y="105551"/>
                  </a:lnTo>
                  <a:lnTo>
                    <a:pt x="7246464" y="128619"/>
                  </a:lnTo>
                  <a:lnTo>
                    <a:pt x="7171671" y="154266"/>
                  </a:lnTo>
                  <a:lnTo>
                    <a:pt x="7102797" y="182779"/>
                  </a:lnTo>
                  <a:lnTo>
                    <a:pt x="7039367" y="214536"/>
                  </a:lnTo>
                  <a:lnTo>
                    <a:pt x="6980668" y="249994"/>
                  </a:lnTo>
                  <a:lnTo>
                    <a:pt x="6925870" y="289658"/>
                  </a:lnTo>
                  <a:lnTo>
                    <a:pt x="6874104" y="334036"/>
                  </a:lnTo>
                  <a:lnTo>
                    <a:pt x="6824536" y="383555"/>
                  </a:lnTo>
                  <a:lnTo>
                    <a:pt x="6786527" y="426361"/>
                  </a:lnTo>
                  <a:lnTo>
                    <a:pt x="6747828" y="474165"/>
                  </a:lnTo>
                  <a:lnTo>
                    <a:pt x="6709495" y="525597"/>
                  </a:lnTo>
                  <a:lnTo>
                    <a:pt x="6671283" y="580732"/>
                  </a:lnTo>
                  <a:lnTo>
                    <a:pt x="6633001" y="639579"/>
                  </a:lnTo>
                  <a:lnTo>
                    <a:pt x="6594510" y="702076"/>
                  </a:lnTo>
                  <a:lnTo>
                    <a:pt x="6555711" y="768084"/>
                  </a:lnTo>
                  <a:lnTo>
                    <a:pt x="6516550" y="837383"/>
                  </a:lnTo>
                  <a:lnTo>
                    <a:pt x="6477006" y="909670"/>
                  </a:lnTo>
                  <a:lnTo>
                    <a:pt x="6437095" y="984564"/>
                  </a:lnTo>
                  <a:lnTo>
                    <a:pt x="6396859" y="1061607"/>
                  </a:lnTo>
                  <a:lnTo>
                    <a:pt x="6356365" y="1140280"/>
                  </a:lnTo>
                  <a:lnTo>
                    <a:pt x="6315698" y="1220011"/>
                  </a:lnTo>
                  <a:lnTo>
                    <a:pt x="6274956" y="1300198"/>
                  </a:lnTo>
                  <a:lnTo>
                    <a:pt x="6234241" y="1380222"/>
                  </a:lnTo>
                  <a:lnTo>
                    <a:pt x="6193654" y="1459470"/>
                  </a:lnTo>
                  <a:lnTo>
                    <a:pt x="6153286" y="1537353"/>
                  </a:lnTo>
                  <a:lnTo>
                    <a:pt x="6113214" y="1613326"/>
                  </a:lnTo>
                  <a:lnTo>
                    <a:pt x="6073493" y="1686900"/>
                  </a:lnTo>
                  <a:lnTo>
                    <a:pt x="6034151" y="1757657"/>
                  </a:lnTo>
                  <a:lnTo>
                    <a:pt x="5995185" y="1825256"/>
                  </a:lnTo>
                  <a:lnTo>
                    <a:pt x="5956557" y="1889438"/>
                  </a:lnTo>
                  <a:lnTo>
                    <a:pt x="5918191" y="1950026"/>
                  </a:lnTo>
                  <a:lnTo>
                    <a:pt x="5879966" y="2006922"/>
                  </a:lnTo>
                  <a:lnTo>
                    <a:pt x="5841718" y="2060102"/>
                  </a:lnTo>
                  <a:lnTo>
                    <a:pt x="5803226" y="2109612"/>
                  </a:lnTo>
                  <a:lnTo>
                    <a:pt x="5784835" y="2131807"/>
                  </a:lnTo>
                  <a:lnTo>
                    <a:pt x="5736478" y="2185539"/>
                  </a:lnTo>
                  <a:lnTo>
                    <a:pt x="5686510" y="2233943"/>
                  </a:lnTo>
                  <a:lnTo>
                    <a:pt x="5634174" y="2277283"/>
                  </a:lnTo>
                  <a:lnTo>
                    <a:pt x="5578622" y="2316013"/>
                  </a:lnTo>
                  <a:lnTo>
                    <a:pt x="5518989" y="2350646"/>
                  </a:lnTo>
                  <a:lnTo>
                    <a:pt x="5454459" y="2381682"/>
                  </a:lnTo>
                  <a:lnTo>
                    <a:pt x="5384362" y="2409559"/>
                  </a:lnTo>
                  <a:lnTo>
                    <a:pt x="5308287" y="2434639"/>
                  </a:lnTo>
                  <a:lnTo>
                    <a:pt x="5226238" y="2457189"/>
                  </a:lnTo>
                  <a:lnTo>
                    <a:pt x="5138825" y="2477378"/>
                  </a:lnTo>
                  <a:lnTo>
                    <a:pt x="5047454" y="2495284"/>
                  </a:lnTo>
                  <a:lnTo>
                    <a:pt x="4954464" y="2510908"/>
                  </a:lnTo>
                  <a:lnTo>
                    <a:pt x="4863127" y="2524201"/>
                  </a:lnTo>
                  <a:lnTo>
                    <a:pt x="4777416" y="2535114"/>
                  </a:lnTo>
                  <a:lnTo>
                    <a:pt x="4701493" y="2543645"/>
                  </a:lnTo>
                  <a:lnTo>
                    <a:pt x="4638972" y="2549893"/>
                  </a:lnTo>
                  <a:lnTo>
                    <a:pt x="4592140" y="2554081"/>
                  </a:lnTo>
                  <a:lnTo>
                    <a:pt x="4561375" y="2556555"/>
                  </a:lnTo>
                  <a:lnTo>
                    <a:pt x="4544940" y="2557749"/>
                  </a:lnTo>
                  <a:lnTo>
                    <a:pt x="4539123" y="2558133"/>
                  </a:lnTo>
                  <a:lnTo>
                    <a:pt x="4538543" y="2558168"/>
                  </a:lnTo>
                  <a:lnTo>
                    <a:pt x="4016409" y="2558168"/>
                  </a:lnTo>
                  <a:lnTo>
                    <a:pt x="4015166" y="2558129"/>
                  </a:lnTo>
                  <a:lnTo>
                    <a:pt x="4007037" y="2557853"/>
                  </a:lnTo>
                  <a:lnTo>
                    <a:pt x="3986700" y="2557089"/>
                  </a:lnTo>
                  <a:lnTo>
                    <a:pt x="3950735" y="2555590"/>
                  </a:lnTo>
                  <a:lnTo>
                    <a:pt x="3897930" y="2553132"/>
                  </a:lnTo>
                  <a:lnTo>
                    <a:pt x="3829348" y="2549551"/>
                  </a:lnTo>
                  <a:lnTo>
                    <a:pt x="3747958" y="2544749"/>
                  </a:lnTo>
                  <a:lnTo>
                    <a:pt x="3657892" y="2538694"/>
                  </a:lnTo>
                  <a:lnTo>
                    <a:pt x="3563580" y="2531399"/>
                  </a:lnTo>
                  <a:lnTo>
                    <a:pt x="3469003" y="2522895"/>
                  </a:lnTo>
                  <a:lnTo>
                    <a:pt x="3377249" y="2513198"/>
                  </a:lnTo>
                  <a:lnTo>
                    <a:pt x="3290369" y="2502291"/>
                  </a:lnTo>
                  <a:lnTo>
                    <a:pt x="3209456" y="2490112"/>
                  </a:lnTo>
                  <a:lnTo>
                    <a:pt x="3134831" y="2476546"/>
                  </a:lnTo>
                  <a:lnTo>
                    <a:pt x="3066261" y="2461425"/>
                  </a:lnTo>
                  <a:lnTo>
                    <a:pt x="3003151" y="2444532"/>
                  </a:lnTo>
                  <a:lnTo>
                    <a:pt x="2944693" y="2425615"/>
                  </a:lnTo>
                  <a:lnTo>
                    <a:pt x="2889982" y="2404397"/>
                  </a:lnTo>
                  <a:lnTo>
                    <a:pt x="2838099" y="2380618"/>
                  </a:lnTo>
                  <a:lnTo>
                    <a:pt x="2788192" y="2354083"/>
                  </a:lnTo>
                  <a:lnTo>
                    <a:pt x="2770117" y="2343576"/>
                  </a:lnTo>
                  <a:lnTo>
                    <a:pt x="2722791" y="2313865"/>
                  </a:lnTo>
                  <a:lnTo>
                    <a:pt x="2675928" y="2281402"/>
                  </a:lnTo>
                  <a:lnTo>
                    <a:pt x="2629111" y="2246137"/>
                  </a:lnTo>
                  <a:lnTo>
                    <a:pt x="2582043" y="2208100"/>
                  </a:lnTo>
                  <a:lnTo>
                    <a:pt x="2534530" y="2167401"/>
                  </a:lnTo>
                  <a:lnTo>
                    <a:pt x="2486468" y="2124246"/>
                  </a:lnTo>
                  <a:lnTo>
                    <a:pt x="2437838" y="2078932"/>
                  </a:lnTo>
                  <a:lnTo>
                    <a:pt x="2388690" y="2031844"/>
                  </a:lnTo>
                  <a:lnTo>
                    <a:pt x="2339133" y="1983444"/>
                  </a:lnTo>
                  <a:lnTo>
                    <a:pt x="2289321" y="1934255"/>
                  </a:lnTo>
                  <a:lnTo>
                    <a:pt x="2239434" y="1884836"/>
                  </a:lnTo>
                  <a:lnTo>
                    <a:pt x="2189658" y="1835759"/>
                  </a:lnTo>
                  <a:lnTo>
                    <a:pt x="2140171" y="1787577"/>
                  </a:lnTo>
                  <a:lnTo>
                    <a:pt x="2091117" y="1740803"/>
                  </a:lnTo>
                  <a:lnTo>
                    <a:pt x="2042596" y="1695884"/>
                  </a:lnTo>
                  <a:lnTo>
                    <a:pt x="1994646" y="1653191"/>
                  </a:lnTo>
                  <a:lnTo>
                    <a:pt x="1947231" y="1613002"/>
                  </a:lnTo>
                  <a:lnTo>
                    <a:pt x="1900231" y="1575502"/>
                  </a:lnTo>
                  <a:lnTo>
                    <a:pt x="1853432" y="1540787"/>
                  </a:lnTo>
                  <a:lnTo>
                    <a:pt x="1806515" y="1508870"/>
                  </a:lnTo>
                  <a:lnTo>
                    <a:pt x="1768425" y="1485205"/>
                  </a:lnTo>
                  <a:lnTo>
                    <a:pt x="1719058" y="1457633"/>
                  </a:lnTo>
                  <a:lnTo>
                    <a:pt x="1667999" y="1432853"/>
                  </a:lnTo>
                  <a:lnTo>
                    <a:pt x="1614437" y="1410718"/>
                  </a:lnTo>
                  <a:lnTo>
                    <a:pt x="1557471" y="1390984"/>
                  </a:lnTo>
                  <a:lnTo>
                    <a:pt x="1496179" y="1373375"/>
                  </a:lnTo>
                  <a:lnTo>
                    <a:pt x="1429709" y="1357627"/>
                  </a:lnTo>
                  <a:lnTo>
                    <a:pt x="1357370" y="1343508"/>
                  </a:lnTo>
                  <a:lnTo>
                    <a:pt x="1278775" y="1330834"/>
                  </a:lnTo>
                  <a:lnTo>
                    <a:pt x="1194016" y="1319467"/>
                  </a:lnTo>
                  <a:lnTo>
                    <a:pt x="1103877" y="1309328"/>
                  </a:lnTo>
                  <a:lnTo>
                    <a:pt x="1010038" y="1300382"/>
                  </a:lnTo>
                  <a:lnTo>
                    <a:pt x="915205" y="1292638"/>
                  </a:lnTo>
                  <a:lnTo>
                    <a:pt x="823067" y="1286122"/>
                  </a:lnTo>
                  <a:lnTo>
                    <a:pt x="737957" y="1280858"/>
                  </a:lnTo>
                  <a:lnTo>
                    <a:pt x="664220" y="1276833"/>
                  </a:lnTo>
                  <a:lnTo>
                    <a:pt x="605352" y="1273977"/>
                  </a:lnTo>
                  <a:lnTo>
                    <a:pt x="563187" y="1272147"/>
                  </a:lnTo>
                  <a:lnTo>
                    <a:pt x="537366" y="1271140"/>
                  </a:lnTo>
                  <a:lnTo>
                    <a:pt x="525255" y="1270713"/>
                  </a:lnTo>
                  <a:lnTo>
                    <a:pt x="522133" y="1270613"/>
                  </a:lnTo>
                  <a:lnTo>
                    <a:pt x="0" y="1270613"/>
                  </a:lnTo>
                  <a:close/>
                </a:path>
              </a:pathLst>
            </a:custGeom>
            <a:solidFill>
              <a:srgbClr val="8FA8D6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300" name="pl300"/>
            <p:cNvSpPr/>
            <p:nvPr/>
          </p:nvSpPr>
          <p:spPr>
            <a:xfrm>
              <a:off x="386606" y="479648"/>
              <a:ext cx="8554953" cy="2558168"/>
            </a:xfrm>
            <a:custGeom>
              <a:avLst/>
              <a:pathLst>
                <a:path w="8554953" h="2558168">
                  <a:moveTo>
                    <a:pt x="0" y="1270613"/>
                  </a:moveTo>
                  <a:lnTo>
                    <a:pt x="522133" y="1270613"/>
                  </a:lnTo>
                  <a:lnTo>
                    <a:pt x="523376" y="1270652"/>
                  </a:lnTo>
                  <a:lnTo>
                    <a:pt x="531505" y="1270928"/>
                  </a:lnTo>
                  <a:lnTo>
                    <a:pt x="551842" y="1271692"/>
                  </a:lnTo>
                  <a:lnTo>
                    <a:pt x="587807" y="1273191"/>
                  </a:lnTo>
                  <a:lnTo>
                    <a:pt x="640612" y="1275649"/>
                  </a:lnTo>
                  <a:lnTo>
                    <a:pt x="709194" y="1279230"/>
                  </a:lnTo>
                  <a:lnTo>
                    <a:pt x="790585" y="1284032"/>
                  </a:lnTo>
                  <a:lnTo>
                    <a:pt x="880650" y="1290087"/>
                  </a:lnTo>
                  <a:lnTo>
                    <a:pt x="974962" y="1297382"/>
                  </a:lnTo>
                  <a:lnTo>
                    <a:pt x="1069539" y="1305886"/>
                  </a:lnTo>
                  <a:lnTo>
                    <a:pt x="1161293" y="1315583"/>
                  </a:lnTo>
                  <a:lnTo>
                    <a:pt x="1248173" y="1326490"/>
                  </a:lnTo>
                  <a:lnTo>
                    <a:pt x="1329086" y="1338669"/>
                  </a:lnTo>
                  <a:lnTo>
                    <a:pt x="1403711" y="1352235"/>
                  </a:lnTo>
                  <a:lnTo>
                    <a:pt x="1472281" y="1367356"/>
                  </a:lnTo>
                  <a:lnTo>
                    <a:pt x="1535392" y="1384249"/>
                  </a:lnTo>
                  <a:lnTo>
                    <a:pt x="1593849" y="1403166"/>
                  </a:lnTo>
                  <a:lnTo>
                    <a:pt x="1648561" y="1424384"/>
                  </a:lnTo>
                  <a:lnTo>
                    <a:pt x="1700443" y="1448163"/>
                  </a:lnTo>
                  <a:lnTo>
                    <a:pt x="1750350" y="1474698"/>
                  </a:lnTo>
                  <a:lnTo>
                    <a:pt x="1768425" y="1485205"/>
                  </a:lnTo>
                  <a:lnTo>
                    <a:pt x="1815751" y="1514916"/>
                  </a:lnTo>
                  <a:lnTo>
                    <a:pt x="1862614" y="1547379"/>
                  </a:lnTo>
                  <a:lnTo>
                    <a:pt x="1909431" y="1582644"/>
                  </a:lnTo>
                  <a:lnTo>
                    <a:pt x="1956499" y="1620681"/>
                  </a:lnTo>
                  <a:lnTo>
                    <a:pt x="2004012" y="1661380"/>
                  </a:lnTo>
                  <a:lnTo>
                    <a:pt x="2052074" y="1704535"/>
                  </a:lnTo>
                  <a:lnTo>
                    <a:pt x="2100704" y="1749849"/>
                  </a:lnTo>
                  <a:lnTo>
                    <a:pt x="2149853" y="1796937"/>
                  </a:lnTo>
                  <a:lnTo>
                    <a:pt x="2199409" y="1845337"/>
                  </a:lnTo>
                  <a:lnTo>
                    <a:pt x="2249221" y="1894526"/>
                  </a:lnTo>
                  <a:lnTo>
                    <a:pt x="2299109" y="1943945"/>
                  </a:lnTo>
                  <a:lnTo>
                    <a:pt x="2348884" y="1993022"/>
                  </a:lnTo>
                  <a:lnTo>
                    <a:pt x="2398372" y="2041204"/>
                  </a:lnTo>
                  <a:lnTo>
                    <a:pt x="2447425" y="2087978"/>
                  </a:lnTo>
                  <a:lnTo>
                    <a:pt x="2495946" y="2132897"/>
                  </a:lnTo>
                  <a:lnTo>
                    <a:pt x="2543896" y="2175590"/>
                  </a:lnTo>
                  <a:lnTo>
                    <a:pt x="2591311" y="2215779"/>
                  </a:lnTo>
                  <a:lnTo>
                    <a:pt x="2638311" y="2253279"/>
                  </a:lnTo>
                  <a:lnTo>
                    <a:pt x="2685110" y="2287994"/>
                  </a:lnTo>
                  <a:lnTo>
                    <a:pt x="2732027" y="2319911"/>
                  </a:lnTo>
                  <a:lnTo>
                    <a:pt x="2770117" y="2343576"/>
                  </a:lnTo>
                  <a:lnTo>
                    <a:pt x="2819484" y="2371148"/>
                  </a:lnTo>
                  <a:lnTo>
                    <a:pt x="2870543" y="2395928"/>
                  </a:lnTo>
                  <a:lnTo>
                    <a:pt x="2924105" y="2418063"/>
                  </a:lnTo>
                  <a:lnTo>
                    <a:pt x="2981071" y="2437797"/>
                  </a:lnTo>
                  <a:lnTo>
                    <a:pt x="3042363" y="2455406"/>
                  </a:lnTo>
                  <a:lnTo>
                    <a:pt x="3108833" y="2471154"/>
                  </a:lnTo>
                  <a:lnTo>
                    <a:pt x="3181172" y="2485273"/>
                  </a:lnTo>
                  <a:lnTo>
                    <a:pt x="3259767" y="2497947"/>
                  </a:lnTo>
                  <a:lnTo>
                    <a:pt x="3344526" y="2509314"/>
                  </a:lnTo>
                  <a:lnTo>
                    <a:pt x="3434665" y="2519453"/>
                  </a:lnTo>
                  <a:lnTo>
                    <a:pt x="3528505" y="2528399"/>
                  </a:lnTo>
                  <a:lnTo>
                    <a:pt x="3623337" y="2536143"/>
                  </a:lnTo>
                  <a:lnTo>
                    <a:pt x="3715475" y="2542659"/>
                  </a:lnTo>
                  <a:lnTo>
                    <a:pt x="3800585" y="2547923"/>
                  </a:lnTo>
                  <a:lnTo>
                    <a:pt x="3874322" y="2551948"/>
                  </a:lnTo>
                  <a:lnTo>
                    <a:pt x="3933190" y="2554804"/>
                  </a:lnTo>
                  <a:lnTo>
                    <a:pt x="3975355" y="2556634"/>
                  </a:lnTo>
                  <a:lnTo>
                    <a:pt x="4001176" y="2557641"/>
                  </a:lnTo>
                  <a:lnTo>
                    <a:pt x="4013287" y="2558068"/>
                  </a:lnTo>
                  <a:lnTo>
                    <a:pt x="4016344" y="2558166"/>
                  </a:lnTo>
                  <a:lnTo>
                    <a:pt x="4016409" y="2558168"/>
                  </a:lnTo>
                  <a:lnTo>
                    <a:pt x="4538543" y="2558168"/>
                  </a:lnTo>
                  <a:lnTo>
                    <a:pt x="4539713" y="2558096"/>
                  </a:lnTo>
                  <a:lnTo>
                    <a:pt x="4547381" y="2557580"/>
                  </a:lnTo>
                  <a:lnTo>
                    <a:pt x="4566602" y="2556154"/>
                  </a:lnTo>
                  <a:lnTo>
                    <a:pt x="4600694" y="2553351"/>
                  </a:lnTo>
                  <a:lnTo>
                    <a:pt x="4650950" y="2548752"/>
                  </a:lnTo>
                  <a:lnTo>
                    <a:pt x="4716554" y="2542035"/>
                  </a:lnTo>
                  <a:lnTo>
                    <a:pt x="4794881" y="2533003"/>
                  </a:lnTo>
                  <a:lnTo>
                    <a:pt x="4882133" y="2521584"/>
                  </a:lnTo>
                  <a:lnTo>
                    <a:pt x="4974134" y="2507793"/>
                  </a:lnTo>
                  <a:lnTo>
                    <a:pt x="5067025" y="2491683"/>
                  </a:lnTo>
                  <a:lnTo>
                    <a:pt x="5157721" y="2473296"/>
                  </a:lnTo>
                  <a:lnTo>
                    <a:pt x="5244086" y="2452617"/>
                  </a:lnTo>
                  <a:lnTo>
                    <a:pt x="5324898" y="2429549"/>
                  </a:lnTo>
                  <a:lnTo>
                    <a:pt x="5399691" y="2403902"/>
                  </a:lnTo>
                  <a:lnTo>
                    <a:pt x="5468565" y="2375389"/>
                  </a:lnTo>
                  <a:lnTo>
                    <a:pt x="5531995" y="2343631"/>
                  </a:lnTo>
                  <a:lnTo>
                    <a:pt x="5590694" y="2308173"/>
                  </a:lnTo>
                  <a:lnTo>
                    <a:pt x="5645492" y="2268509"/>
                  </a:lnTo>
                  <a:lnTo>
                    <a:pt x="5697258" y="2224131"/>
                  </a:lnTo>
                  <a:lnTo>
                    <a:pt x="5746826" y="2174612"/>
                  </a:lnTo>
                  <a:lnTo>
                    <a:pt x="5784835" y="2131807"/>
                  </a:lnTo>
                  <a:lnTo>
                    <a:pt x="5823534" y="2084003"/>
                  </a:lnTo>
                  <a:lnTo>
                    <a:pt x="5861867" y="2032570"/>
                  </a:lnTo>
                  <a:lnTo>
                    <a:pt x="5900079" y="1977435"/>
                  </a:lnTo>
                  <a:lnTo>
                    <a:pt x="5938360" y="1918588"/>
                  </a:lnTo>
                  <a:lnTo>
                    <a:pt x="5976852" y="1856092"/>
                  </a:lnTo>
                  <a:lnTo>
                    <a:pt x="6015651" y="1790084"/>
                  </a:lnTo>
                  <a:lnTo>
                    <a:pt x="6054812" y="1720785"/>
                  </a:lnTo>
                  <a:lnTo>
                    <a:pt x="6094356" y="1648497"/>
                  </a:lnTo>
                  <a:lnTo>
                    <a:pt x="6134267" y="1573604"/>
                  </a:lnTo>
                  <a:lnTo>
                    <a:pt x="6174503" y="1496561"/>
                  </a:lnTo>
                  <a:lnTo>
                    <a:pt x="6214997" y="1417888"/>
                  </a:lnTo>
                  <a:lnTo>
                    <a:pt x="6255664" y="1338156"/>
                  </a:lnTo>
                  <a:lnTo>
                    <a:pt x="6296406" y="1257969"/>
                  </a:lnTo>
                  <a:lnTo>
                    <a:pt x="6337121" y="1177945"/>
                  </a:lnTo>
                  <a:lnTo>
                    <a:pt x="6377708" y="1098697"/>
                  </a:lnTo>
                  <a:lnTo>
                    <a:pt x="6418076" y="1020814"/>
                  </a:lnTo>
                  <a:lnTo>
                    <a:pt x="6458148" y="944841"/>
                  </a:lnTo>
                  <a:lnTo>
                    <a:pt x="6497869" y="871267"/>
                  </a:lnTo>
                  <a:lnTo>
                    <a:pt x="6537211" y="800510"/>
                  </a:lnTo>
                  <a:lnTo>
                    <a:pt x="6576177" y="732911"/>
                  </a:lnTo>
                  <a:lnTo>
                    <a:pt x="6614805" y="668729"/>
                  </a:lnTo>
                  <a:lnTo>
                    <a:pt x="6653171" y="608142"/>
                  </a:lnTo>
                  <a:lnTo>
                    <a:pt x="6691396" y="551246"/>
                  </a:lnTo>
                  <a:lnTo>
                    <a:pt x="6729644" y="498065"/>
                  </a:lnTo>
                  <a:lnTo>
                    <a:pt x="6768136" y="448555"/>
                  </a:lnTo>
                  <a:lnTo>
                    <a:pt x="6786527" y="426361"/>
                  </a:lnTo>
                  <a:lnTo>
                    <a:pt x="6834884" y="372628"/>
                  </a:lnTo>
                  <a:lnTo>
                    <a:pt x="6884852" y="324225"/>
                  </a:lnTo>
                  <a:lnTo>
                    <a:pt x="6937188" y="280885"/>
                  </a:lnTo>
                  <a:lnTo>
                    <a:pt x="6992740" y="242155"/>
                  </a:lnTo>
                  <a:lnTo>
                    <a:pt x="7052373" y="207521"/>
                  </a:lnTo>
                  <a:lnTo>
                    <a:pt x="7116903" y="176486"/>
                  </a:lnTo>
                  <a:lnTo>
                    <a:pt x="7187000" y="148608"/>
                  </a:lnTo>
                  <a:lnTo>
                    <a:pt x="7263075" y="123528"/>
                  </a:lnTo>
                  <a:lnTo>
                    <a:pt x="7345124" y="100978"/>
                  </a:lnTo>
                  <a:lnTo>
                    <a:pt x="7432537" y="80789"/>
                  </a:lnTo>
                  <a:lnTo>
                    <a:pt x="7523908" y="62883"/>
                  </a:lnTo>
                  <a:lnTo>
                    <a:pt x="7616898" y="47260"/>
                  </a:lnTo>
                  <a:lnTo>
                    <a:pt x="7708235" y="33967"/>
                  </a:lnTo>
                  <a:lnTo>
                    <a:pt x="7793946" y="23054"/>
                  </a:lnTo>
                  <a:lnTo>
                    <a:pt x="7869869" y="14522"/>
                  </a:lnTo>
                  <a:lnTo>
                    <a:pt x="7932390" y="8275"/>
                  </a:lnTo>
                  <a:lnTo>
                    <a:pt x="7979222" y="4087"/>
                  </a:lnTo>
                  <a:lnTo>
                    <a:pt x="8009987" y="1612"/>
                  </a:lnTo>
                  <a:lnTo>
                    <a:pt x="8026422" y="418"/>
                  </a:lnTo>
                  <a:lnTo>
                    <a:pt x="8032239" y="35"/>
                  </a:lnTo>
                  <a:lnTo>
                    <a:pt x="8032819" y="0"/>
                  </a:lnTo>
                  <a:lnTo>
                    <a:pt x="8554953" y="0"/>
                  </a:lnTo>
                  <a:lnTo>
                    <a:pt x="8554953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301" name="pl301"/>
            <p:cNvSpPr/>
            <p:nvPr/>
          </p:nvSpPr>
          <p:spPr>
            <a:xfrm>
              <a:off x="386606" y="474001"/>
              <a:ext cx="8554953" cy="2558168"/>
            </a:xfrm>
            <a:custGeom>
              <a:avLst/>
              <a:pathLst>
                <a:path w="8554953" h="2558168">
                  <a:moveTo>
                    <a:pt x="8554953" y="0"/>
                  </a:moveTo>
                  <a:lnTo>
                    <a:pt x="8032819" y="0"/>
                  </a:lnTo>
                  <a:lnTo>
                    <a:pt x="8031649" y="72"/>
                  </a:lnTo>
                  <a:lnTo>
                    <a:pt x="8023981" y="588"/>
                  </a:lnTo>
                  <a:lnTo>
                    <a:pt x="8004760" y="2014"/>
                  </a:lnTo>
                  <a:lnTo>
                    <a:pt x="7970668" y="4817"/>
                  </a:lnTo>
                  <a:lnTo>
                    <a:pt x="7920412" y="9416"/>
                  </a:lnTo>
                  <a:lnTo>
                    <a:pt x="7854808" y="16133"/>
                  </a:lnTo>
                  <a:lnTo>
                    <a:pt x="7776481" y="25164"/>
                  </a:lnTo>
                  <a:lnTo>
                    <a:pt x="7689228" y="36583"/>
                  </a:lnTo>
                  <a:lnTo>
                    <a:pt x="7597228" y="50375"/>
                  </a:lnTo>
                  <a:lnTo>
                    <a:pt x="7504337" y="66484"/>
                  </a:lnTo>
                  <a:lnTo>
                    <a:pt x="7413641" y="84871"/>
                  </a:lnTo>
                  <a:lnTo>
                    <a:pt x="7327276" y="105551"/>
                  </a:lnTo>
                  <a:lnTo>
                    <a:pt x="7246464" y="128619"/>
                  </a:lnTo>
                  <a:lnTo>
                    <a:pt x="7171671" y="154266"/>
                  </a:lnTo>
                  <a:lnTo>
                    <a:pt x="7102797" y="182779"/>
                  </a:lnTo>
                  <a:lnTo>
                    <a:pt x="7039367" y="214536"/>
                  </a:lnTo>
                  <a:lnTo>
                    <a:pt x="6980668" y="249994"/>
                  </a:lnTo>
                  <a:lnTo>
                    <a:pt x="6925870" y="289658"/>
                  </a:lnTo>
                  <a:lnTo>
                    <a:pt x="6874104" y="334036"/>
                  </a:lnTo>
                  <a:lnTo>
                    <a:pt x="6824536" y="383555"/>
                  </a:lnTo>
                  <a:lnTo>
                    <a:pt x="6786527" y="426361"/>
                  </a:lnTo>
                  <a:lnTo>
                    <a:pt x="6747828" y="474165"/>
                  </a:lnTo>
                  <a:lnTo>
                    <a:pt x="6709495" y="525597"/>
                  </a:lnTo>
                  <a:lnTo>
                    <a:pt x="6671283" y="580732"/>
                  </a:lnTo>
                  <a:lnTo>
                    <a:pt x="6633001" y="639579"/>
                  </a:lnTo>
                  <a:lnTo>
                    <a:pt x="6594510" y="702076"/>
                  </a:lnTo>
                  <a:lnTo>
                    <a:pt x="6555711" y="768084"/>
                  </a:lnTo>
                  <a:lnTo>
                    <a:pt x="6516550" y="837383"/>
                  </a:lnTo>
                  <a:lnTo>
                    <a:pt x="6477006" y="909670"/>
                  </a:lnTo>
                  <a:lnTo>
                    <a:pt x="6437095" y="984564"/>
                  </a:lnTo>
                  <a:lnTo>
                    <a:pt x="6396859" y="1061607"/>
                  </a:lnTo>
                  <a:lnTo>
                    <a:pt x="6356365" y="1140280"/>
                  </a:lnTo>
                  <a:lnTo>
                    <a:pt x="6315698" y="1220011"/>
                  </a:lnTo>
                  <a:lnTo>
                    <a:pt x="6274956" y="1300198"/>
                  </a:lnTo>
                  <a:lnTo>
                    <a:pt x="6234241" y="1380222"/>
                  </a:lnTo>
                  <a:lnTo>
                    <a:pt x="6193654" y="1459470"/>
                  </a:lnTo>
                  <a:lnTo>
                    <a:pt x="6153286" y="1537353"/>
                  </a:lnTo>
                  <a:lnTo>
                    <a:pt x="6113214" y="1613326"/>
                  </a:lnTo>
                  <a:lnTo>
                    <a:pt x="6073493" y="1686900"/>
                  </a:lnTo>
                  <a:lnTo>
                    <a:pt x="6034151" y="1757657"/>
                  </a:lnTo>
                  <a:lnTo>
                    <a:pt x="5995185" y="1825256"/>
                  </a:lnTo>
                  <a:lnTo>
                    <a:pt x="5956557" y="1889438"/>
                  </a:lnTo>
                  <a:lnTo>
                    <a:pt x="5918191" y="1950026"/>
                  </a:lnTo>
                  <a:lnTo>
                    <a:pt x="5879966" y="2006922"/>
                  </a:lnTo>
                  <a:lnTo>
                    <a:pt x="5841718" y="2060102"/>
                  </a:lnTo>
                  <a:lnTo>
                    <a:pt x="5803226" y="2109612"/>
                  </a:lnTo>
                  <a:lnTo>
                    <a:pt x="5784835" y="2131807"/>
                  </a:lnTo>
                  <a:lnTo>
                    <a:pt x="5736478" y="2185539"/>
                  </a:lnTo>
                  <a:lnTo>
                    <a:pt x="5686510" y="2233943"/>
                  </a:lnTo>
                  <a:lnTo>
                    <a:pt x="5634174" y="2277283"/>
                  </a:lnTo>
                  <a:lnTo>
                    <a:pt x="5578622" y="2316013"/>
                  </a:lnTo>
                  <a:lnTo>
                    <a:pt x="5518989" y="2350646"/>
                  </a:lnTo>
                  <a:lnTo>
                    <a:pt x="5454459" y="2381682"/>
                  </a:lnTo>
                  <a:lnTo>
                    <a:pt x="5384362" y="2409559"/>
                  </a:lnTo>
                  <a:lnTo>
                    <a:pt x="5308287" y="2434639"/>
                  </a:lnTo>
                  <a:lnTo>
                    <a:pt x="5226238" y="2457189"/>
                  </a:lnTo>
                  <a:lnTo>
                    <a:pt x="5138825" y="2477378"/>
                  </a:lnTo>
                  <a:lnTo>
                    <a:pt x="5047454" y="2495284"/>
                  </a:lnTo>
                  <a:lnTo>
                    <a:pt x="4954464" y="2510908"/>
                  </a:lnTo>
                  <a:lnTo>
                    <a:pt x="4863127" y="2524201"/>
                  </a:lnTo>
                  <a:lnTo>
                    <a:pt x="4777416" y="2535114"/>
                  </a:lnTo>
                  <a:lnTo>
                    <a:pt x="4701493" y="2543645"/>
                  </a:lnTo>
                  <a:lnTo>
                    <a:pt x="4638972" y="2549893"/>
                  </a:lnTo>
                  <a:lnTo>
                    <a:pt x="4592140" y="2554081"/>
                  </a:lnTo>
                  <a:lnTo>
                    <a:pt x="4561375" y="2556555"/>
                  </a:lnTo>
                  <a:lnTo>
                    <a:pt x="4544940" y="2557749"/>
                  </a:lnTo>
                  <a:lnTo>
                    <a:pt x="4539123" y="2558133"/>
                  </a:lnTo>
                  <a:lnTo>
                    <a:pt x="4538543" y="2558168"/>
                  </a:lnTo>
                  <a:lnTo>
                    <a:pt x="4016409" y="2558168"/>
                  </a:lnTo>
                  <a:lnTo>
                    <a:pt x="4015166" y="2558129"/>
                  </a:lnTo>
                  <a:lnTo>
                    <a:pt x="4007037" y="2557853"/>
                  </a:lnTo>
                  <a:lnTo>
                    <a:pt x="3986700" y="2557089"/>
                  </a:lnTo>
                  <a:lnTo>
                    <a:pt x="3950735" y="2555590"/>
                  </a:lnTo>
                  <a:lnTo>
                    <a:pt x="3897930" y="2553132"/>
                  </a:lnTo>
                  <a:lnTo>
                    <a:pt x="3829348" y="2549551"/>
                  </a:lnTo>
                  <a:lnTo>
                    <a:pt x="3747958" y="2544749"/>
                  </a:lnTo>
                  <a:lnTo>
                    <a:pt x="3657892" y="2538694"/>
                  </a:lnTo>
                  <a:lnTo>
                    <a:pt x="3563580" y="2531399"/>
                  </a:lnTo>
                  <a:lnTo>
                    <a:pt x="3469003" y="2522895"/>
                  </a:lnTo>
                  <a:lnTo>
                    <a:pt x="3377249" y="2513198"/>
                  </a:lnTo>
                  <a:lnTo>
                    <a:pt x="3290369" y="2502291"/>
                  </a:lnTo>
                  <a:lnTo>
                    <a:pt x="3209456" y="2490112"/>
                  </a:lnTo>
                  <a:lnTo>
                    <a:pt x="3134831" y="2476546"/>
                  </a:lnTo>
                  <a:lnTo>
                    <a:pt x="3066261" y="2461425"/>
                  </a:lnTo>
                  <a:lnTo>
                    <a:pt x="3003151" y="2444532"/>
                  </a:lnTo>
                  <a:lnTo>
                    <a:pt x="2944693" y="2425615"/>
                  </a:lnTo>
                  <a:lnTo>
                    <a:pt x="2889982" y="2404397"/>
                  </a:lnTo>
                  <a:lnTo>
                    <a:pt x="2838099" y="2380618"/>
                  </a:lnTo>
                  <a:lnTo>
                    <a:pt x="2788192" y="2354083"/>
                  </a:lnTo>
                  <a:lnTo>
                    <a:pt x="2770117" y="2343576"/>
                  </a:lnTo>
                  <a:lnTo>
                    <a:pt x="2722791" y="2313865"/>
                  </a:lnTo>
                  <a:lnTo>
                    <a:pt x="2675928" y="2281402"/>
                  </a:lnTo>
                  <a:lnTo>
                    <a:pt x="2629111" y="2246137"/>
                  </a:lnTo>
                  <a:lnTo>
                    <a:pt x="2582043" y="2208100"/>
                  </a:lnTo>
                  <a:lnTo>
                    <a:pt x="2534530" y="2167401"/>
                  </a:lnTo>
                  <a:lnTo>
                    <a:pt x="2486468" y="2124246"/>
                  </a:lnTo>
                  <a:lnTo>
                    <a:pt x="2437838" y="2078932"/>
                  </a:lnTo>
                  <a:lnTo>
                    <a:pt x="2388690" y="2031844"/>
                  </a:lnTo>
                  <a:lnTo>
                    <a:pt x="2339133" y="1983444"/>
                  </a:lnTo>
                  <a:lnTo>
                    <a:pt x="2289321" y="1934255"/>
                  </a:lnTo>
                  <a:lnTo>
                    <a:pt x="2239434" y="1884836"/>
                  </a:lnTo>
                  <a:lnTo>
                    <a:pt x="2189658" y="1835759"/>
                  </a:lnTo>
                  <a:lnTo>
                    <a:pt x="2140171" y="1787577"/>
                  </a:lnTo>
                  <a:lnTo>
                    <a:pt x="2091117" y="1740803"/>
                  </a:lnTo>
                  <a:lnTo>
                    <a:pt x="2042596" y="1695884"/>
                  </a:lnTo>
                  <a:lnTo>
                    <a:pt x="1994646" y="1653191"/>
                  </a:lnTo>
                  <a:lnTo>
                    <a:pt x="1947231" y="1613002"/>
                  </a:lnTo>
                  <a:lnTo>
                    <a:pt x="1900231" y="1575502"/>
                  </a:lnTo>
                  <a:lnTo>
                    <a:pt x="1853432" y="1540787"/>
                  </a:lnTo>
                  <a:lnTo>
                    <a:pt x="1806515" y="1508870"/>
                  </a:lnTo>
                  <a:lnTo>
                    <a:pt x="1768425" y="1485205"/>
                  </a:lnTo>
                  <a:lnTo>
                    <a:pt x="1719058" y="1457633"/>
                  </a:lnTo>
                  <a:lnTo>
                    <a:pt x="1667999" y="1432853"/>
                  </a:lnTo>
                  <a:lnTo>
                    <a:pt x="1614437" y="1410718"/>
                  </a:lnTo>
                  <a:lnTo>
                    <a:pt x="1557471" y="1390984"/>
                  </a:lnTo>
                  <a:lnTo>
                    <a:pt x="1496179" y="1373375"/>
                  </a:lnTo>
                  <a:lnTo>
                    <a:pt x="1429709" y="1357627"/>
                  </a:lnTo>
                  <a:lnTo>
                    <a:pt x="1357370" y="1343508"/>
                  </a:lnTo>
                  <a:lnTo>
                    <a:pt x="1278775" y="1330834"/>
                  </a:lnTo>
                  <a:lnTo>
                    <a:pt x="1194016" y="1319467"/>
                  </a:lnTo>
                  <a:lnTo>
                    <a:pt x="1103877" y="1309328"/>
                  </a:lnTo>
                  <a:lnTo>
                    <a:pt x="1010038" y="1300382"/>
                  </a:lnTo>
                  <a:lnTo>
                    <a:pt x="915205" y="1292638"/>
                  </a:lnTo>
                  <a:lnTo>
                    <a:pt x="823067" y="1286122"/>
                  </a:lnTo>
                  <a:lnTo>
                    <a:pt x="737957" y="1280858"/>
                  </a:lnTo>
                  <a:lnTo>
                    <a:pt x="664220" y="1276833"/>
                  </a:lnTo>
                  <a:lnTo>
                    <a:pt x="605352" y="1273977"/>
                  </a:lnTo>
                  <a:lnTo>
                    <a:pt x="563187" y="1272147"/>
                  </a:lnTo>
                  <a:lnTo>
                    <a:pt x="537366" y="1271140"/>
                  </a:lnTo>
                  <a:lnTo>
                    <a:pt x="525255" y="1270713"/>
                  </a:lnTo>
                  <a:lnTo>
                    <a:pt x="522198" y="1270615"/>
                  </a:lnTo>
                  <a:lnTo>
                    <a:pt x="522133" y="1270613"/>
                  </a:lnTo>
                  <a:lnTo>
                    <a:pt x="0" y="1270613"/>
                  </a:lnTo>
                  <a:lnTo>
                    <a:pt x="0" y="1270613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302" name="pg302"/>
            <p:cNvSpPr/>
            <p:nvPr/>
          </p:nvSpPr>
          <p:spPr>
            <a:xfrm>
              <a:off x="386606" y="654711"/>
              <a:ext cx="8554953" cy="2394400"/>
            </a:xfrm>
            <a:custGeom>
              <a:avLst/>
              <a:pathLst>
                <a:path w="8554953" h="2394400">
                  <a:moveTo>
                    <a:pt x="0" y="1101198"/>
                  </a:moveTo>
                  <a:lnTo>
                    <a:pt x="522133" y="1101198"/>
                  </a:lnTo>
                  <a:lnTo>
                    <a:pt x="523376" y="1101237"/>
                  </a:lnTo>
                  <a:lnTo>
                    <a:pt x="531503" y="1101514"/>
                  </a:lnTo>
                  <a:lnTo>
                    <a:pt x="551837" y="1102281"/>
                  </a:lnTo>
                  <a:lnTo>
                    <a:pt x="587796" y="1103787"/>
                  </a:lnTo>
                  <a:lnTo>
                    <a:pt x="640593" y="1106255"/>
                  </a:lnTo>
                  <a:lnTo>
                    <a:pt x="709165" y="1109851"/>
                  </a:lnTo>
                  <a:lnTo>
                    <a:pt x="790546" y="1114673"/>
                  </a:lnTo>
                  <a:lnTo>
                    <a:pt x="880603" y="1120754"/>
                  </a:lnTo>
                  <a:lnTo>
                    <a:pt x="974908" y="1128079"/>
                  </a:lnTo>
                  <a:lnTo>
                    <a:pt x="1069480" y="1136620"/>
                  </a:lnTo>
                  <a:lnTo>
                    <a:pt x="1161231" y="1146358"/>
                  </a:lnTo>
                  <a:lnTo>
                    <a:pt x="1248109" y="1157311"/>
                  </a:lnTo>
                  <a:lnTo>
                    <a:pt x="1329022" y="1169541"/>
                  </a:lnTo>
                  <a:lnTo>
                    <a:pt x="1403648" y="1183165"/>
                  </a:lnTo>
                  <a:lnTo>
                    <a:pt x="1472219" y="1198350"/>
                  </a:lnTo>
                  <a:lnTo>
                    <a:pt x="1535330" y="1215314"/>
                  </a:lnTo>
                  <a:lnTo>
                    <a:pt x="1593789" y="1234311"/>
                  </a:lnTo>
                  <a:lnTo>
                    <a:pt x="1648500" y="1255617"/>
                  </a:lnTo>
                  <a:lnTo>
                    <a:pt x="1700382" y="1279496"/>
                  </a:lnTo>
                  <a:lnTo>
                    <a:pt x="1750288" y="1306142"/>
                  </a:lnTo>
                  <a:lnTo>
                    <a:pt x="1768425" y="1316732"/>
                  </a:lnTo>
                  <a:lnTo>
                    <a:pt x="1815707" y="1346543"/>
                  </a:lnTo>
                  <a:lnTo>
                    <a:pt x="1862528" y="1379115"/>
                  </a:lnTo>
                  <a:lnTo>
                    <a:pt x="1909301" y="1414494"/>
                  </a:lnTo>
                  <a:lnTo>
                    <a:pt x="1956324" y="1452655"/>
                  </a:lnTo>
                  <a:lnTo>
                    <a:pt x="2003791" y="1493483"/>
                  </a:lnTo>
                  <a:lnTo>
                    <a:pt x="2051805" y="1536775"/>
                  </a:lnTo>
                  <a:lnTo>
                    <a:pt x="2100387" y="1582234"/>
                  </a:lnTo>
                  <a:lnTo>
                    <a:pt x="2149486" y="1629474"/>
                  </a:lnTo>
                  <a:lnTo>
                    <a:pt x="2198994" y="1678032"/>
                  </a:lnTo>
                  <a:lnTo>
                    <a:pt x="2248758" y="1727387"/>
                  </a:lnTo>
                  <a:lnTo>
                    <a:pt x="2298599" y="1776977"/>
                  </a:lnTo>
                  <a:lnTo>
                    <a:pt x="2348331" y="1826230"/>
                  </a:lnTo>
                  <a:lnTo>
                    <a:pt x="2397777" y="1874592"/>
                  </a:lnTo>
                  <a:lnTo>
                    <a:pt x="2446791" y="1921549"/>
                  </a:lnTo>
                  <a:lnTo>
                    <a:pt x="2495274" y="1966650"/>
                  </a:lnTo>
                  <a:lnTo>
                    <a:pt x="2543188" y="2009525"/>
                  </a:lnTo>
                  <a:lnTo>
                    <a:pt x="2590566" y="2049893"/>
                  </a:lnTo>
                  <a:lnTo>
                    <a:pt x="2637528" y="2087567"/>
                  </a:lnTo>
                  <a:lnTo>
                    <a:pt x="2684285" y="2122450"/>
                  </a:lnTo>
                  <a:lnTo>
                    <a:pt x="2731153" y="2154528"/>
                  </a:lnTo>
                  <a:lnTo>
                    <a:pt x="2770117" y="2178866"/>
                  </a:lnTo>
                  <a:lnTo>
                    <a:pt x="2819481" y="2206558"/>
                  </a:lnTo>
                  <a:lnTo>
                    <a:pt x="2870537" y="2231446"/>
                  </a:lnTo>
                  <a:lnTo>
                    <a:pt x="2924094" y="2253677"/>
                  </a:lnTo>
                  <a:lnTo>
                    <a:pt x="2981057" y="2273497"/>
                  </a:lnTo>
                  <a:lnTo>
                    <a:pt x="3042343" y="2291182"/>
                  </a:lnTo>
                  <a:lnTo>
                    <a:pt x="3108807" y="2306999"/>
                  </a:lnTo>
                  <a:lnTo>
                    <a:pt x="3181139" y="2321179"/>
                  </a:lnTo>
                  <a:lnTo>
                    <a:pt x="3259726" y="2333909"/>
                  </a:lnTo>
                  <a:lnTo>
                    <a:pt x="3344476" y="2345325"/>
                  </a:lnTo>
                  <a:lnTo>
                    <a:pt x="3434606" y="2355509"/>
                  </a:lnTo>
                  <a:lnTo>
                    <a:pt x="3528439" y="2364494"/>
                  </a:lnTo>
                  <a:lnTo>
                    <a:pt x="3623265" y="2372273"/>
                  </a:lnTo>
                  <a:lnTo>
                    <a:pt x="3715402" y="2378818"/>
                  </a:lnTo>
                  <a:lnTo>
                    <a:pt x="3800514" y="2384106"/>
                  </a:lnTo>
                  <a:lnTo>
                    <a:pt x="3874259" y="2388149"/>
                  </a:lnTo>
                  <a:lnTo>
                    <a:pt x="3933139" y="2391019"/>
                  </a:lnTo>
                  <a:lnTo>
                    <a:pt x="3975319" y="2392858"/>
                  </a:lnTo>
                  <a:lnTo>
                    <a:pt x="4001156" y="2393870"/>
                  </a:lnTo>
                  <a:lnTo>
                    <a:pt x="4013279" y="2394299"/>
                  </a:lnTo>
                  <a:lnTo>
                    <a:pt x="4016409" y="2394400"/>
                  </a:lnTo>
                  <a:lnTo>
                    <a:pt x="4538543" y="2394400"/>
                  </a:lnTo>
                  <a:lnTo>
                    <a:pt x="4539725" y="2394332"/>
                  </a:lnTo>
                  <a:lnTo>
                    <a:pt x="4547467" y="2393845"/>
                  </a:lnTo>
                  <a:lnTo>
                    <a:pt x="4566869" y="2392500"/>
                  </a:lnTo>
                  <a:lnTo>
                    <a:pt x="4601266" y="2389856"/>
                  </a:lnTo>
                  <a:lnTo>
                    <a:pt x="4651937" y="2385518"/>
                  </a:lnTo>
                  <a:lnTo>
                    <a:pt x="4718029" y="2379186"/>
                  </a:lnTo>
                  <a:lnTo>
                    <a:pt x="4796860" y="2370675"/>
                  </a:lnTo>
                  <a:lnTo>
                    <a:pt x="4884579" y="2359919"/>
                  </a:lnTo>
                  <a:lnTo>
                    <a:pt x="4976967" y="2346934"/>
                  </a:lnTo>
                  <a:lnTo>
                    <a:pt x="5070144" y="2331772"/>
                  </a:lnTo>
                  <a:lnTo>
                    <a:pt x="5161022" y="2314469"/>
                  </a:lnTo>
                  <a:lnTo>
                    <a:pt x="5247480" y="2295009"/>
                  </a:lnTo>
                  <a:lnTo>
                    <a:pt x="5328314" y="2273298"/>
                  </a:lnTo>
                  <a:lnTo>
                    <a:pt x="5403084" y="2249152"/>
                  </a:lnTo>
                  <a:lnTo>
                    <a:pt x="5471909" y="2222297"/>
                  </a:lnTo>
                  <a:lnTo>
                    <a:pt x="5535286" y="2192371"/>
                  </a:lnTo>
                  <a:lnTo>
                    <a:pt x="5593943" y="2158942"/>
                  </a:lnTo>
                  <a:lnTo>
                    <a:pt x="5648722" y="2121531"/>
                  </a:lnTo>
                  <a:lnTo>
                    <a:pt x="5700501" y="2079661"/>
                  </a:lnTo>
                  <a:lnTo>
                    <a:pt x="5750119" y="2032937"/>
                  </a:lnTo>
                  <a:lnTo>
                    <a:pt x="5784835" y="1996274"/>
                  </a:lnTo>
                  <a:lnTo>
                    <a:pt x="5824508" y="1950462"/>
                  </a:lnTo>
                  <a:lnTo>
                    <a:pt x="5863804" y="1901085"/>
                  </a:lnTo>
                  <a:lnTo>
                    <a:pt x="5902984" y="1848072"/>
                  </a:lnTo>
                  <a:lnTo>
                    <a:pt x="5942249" y="1791417"/>
                  </a:lnTo>
                  <a:lnTo>
                    <a:pt x="5981748" y="1731190"/>
                  </a:lnTo>
                  <a:lnTo>
                    <a:pt x="6021578" y="1667539"/>
                  </a:lnTo>
                  <a:lnTo>
                    <a:pt x="6061796" y="1600698"/>
                  </a:lnTo>
                  <a:lnTo>
                    <a:pt x="6102415" y="1530985"/>
                  </a:lnTo>
                  <a:lnTo>
                    <a:pt x="6143413" y="1458798"/>
                  </a:lnTo>
                  <a:lnTo>
                    <a:pt x="6184739" y="1384613"/>
                  </a:lnTo>
                  <a:lnTo>
                    <a:pt x="6226315" y="1308966"/>
                  </a:lnTo>
                  <a:lnTo>
                    <a:pt x="6268045" y="1232442"/>
                  </a:lnTo>
                  <a:lnTo>
                    <a:pt x="6309821" y="1155656"/>
                  </a:lnTo>
                  <a:lnTo>
                    <a:pt x="6351534" y="1079228"/>
                  </a:lnTo>
                  <a:lnTo>
                    <a:pt x="6393076" y="1003772"/>
                  </a:lnTo>
                  <a:lnTo>
                    <a:pt x="6434356" y="929864"/>
                  </a:lnTo>
                  <a:lnTo>
                    <a:pt x="6475298" y="858033"/>
                  </a:lnTo>
                  <a:lnTo>
                    <a:pt x="6515855" y="788742"/>
                  </a:lnTo>
                  <a:lnTo>
                    <a:pt x="6556010" y="722379"/>
                  </a:lnTo>
                  <a:lnTo>
                    <a:pt x="6595785" y="659249"/>
                  </a:lnTo>
                  <a:lnTo>
                    <a:pt x="6635239" y="599570"/>
                  </a:lnTo>
                  <a:lnTo>
                    <a:pt x="6674480" y="543480"/>
                  </a:lnTo>
                  <a:lnTo>
                    <a:pt x="6713664" y="491035"/>
                  </a:lnTo>
                  <a:lnTo>
                    <a:pt x="6752999" y="442219"/>
                  </a:lnTo>
                  <a:lnTo>
                    <a:pt x="6786527" y="403772"/>
                  </a:lnTo>
                  <a:lnTo>
                    <a:pt x="6835050" y="353437"/>
                  </a:lnTo>
                  <a:lnTo>
                    <a:pt x="6885197" y="308111"/>
                  </a:lnTo>
                  <a:lnTo>
                    <a:pt x="6937734" y="267542"/>
                  </a:lnTo>
                  <a:lnTo>
                    <a:pt x="6993517" y="231303"/>
                  </a:lnTo>
                  <a:lnTo>
                    <a:pt x="7053422" y="198908"/>
                  </a:lnTo>
                  <a:lnTo>
                    <a:pt x="7118268" y="169889"/>
                  </a:lnTo>
                  <a:lnTo>
                    <a:pt x="7188731" y="143830"/>
                  </a:lnTo>
                  <a:lnTo>
                    <a:pt x="7265218" y="120394"/>
                  </a:lnTo>
                  <a:lnTo>
                    <a:pt x="7347711" y="99332"/>
                  </a:lnTo>
                  <a:lnTo>
                    <a:pt x="7435574" y="80486"/>
                  </a:lnTo>
                  <a:lnTo>
                    <a:pt x="7527357" y="63785"/>
                  </a:lnTo>
                  <a:lnTo>
                    <a:pt x="7620663" y="49231"/>
                  </a:lnTo>
                  <a:lnTo>
                    <a:pt x="7712154" y="36869"/>
                  </a:lnTo>
                  <a:lnTo>
                    <a:pt x="7797794" y="26747"/>
                  </a:lnTo>
                  <a:lnTo>
                    <a:pt x="7873390" y="18862"/>
                  </a:lnTo>
                  <a:lnTo>
                    <a:pt x="7935339" y="13115"/>
                  </a:lnTo>
                  <a:lnTo>
                    <a:pt x="7981420" y="9291"/>
                  </a:lnTo>
                  <a:lnTo>
                    <a:pt x="8011369" y="7055"/>
                  </a:lnTo>
                  <a:lnTo>
                    <a:pt x="8027066" y="5997"/>
                  </a:lnTo>
                  <a:lnTo>
                    <a:pt x="8032374" y="5672"/>
                  </a:lnTo>
                  <a:lnTo>
                    <a:pt x="8032819" y="5647"/>
                  </a:lnTo>
                  <a:lnTo>
                    <a:pt x="8554953" y="5647"/>
                  </a:lnTo>
                  <a:lnTo>
                    <a:pt x="8554953" y="0"/>
                  </a:lnTo>
                  <a:lnTo>
                    <a:pt x="8032819" y="0"/>
                  </a:lnTo>
                  <a:lnTo>
                    <a:pt x="8031637" y="68"/>
                  </a:lnTo>
                  <a:lnTo>
                    <a:pt x="8023895" y="554"/>
                  </a:lnTo>
                  <a:lnTo>
                    <a:pt x="8004493" y="1900"/>
                  </a:lnTo>
                  <a:lnTo>
                    <a:pt x="7970096" y="4544"/>
                  </a:lnTo>
                  <a:lnTo>
                    <a:pt x="7919425" y="8881"/>
                  </a:lnTo>
                  <a:lnTo>
                    <a:pt x="7853333" y="15214"/>
                  </a:lnTo>
                  <a:lnTo>
                    <a:pt x="7774502" y="23724"/>
                  </a:lnTo>
                  <a:lnTo>
                    <a:pt x="7686783" y="34480"/>
                  </a:lnTo>
                  <a:lnTo>
                    <a:pt x="7594395" y="47465"/>
                  </a:lnTo>
                  <a:lnTo>
                    <a:pt x="7501218" y="62627"/>
                  </a:lnTo>
                  <a:lnTo>
                    <a:pt x="7410340" y="79931"/>
                  </a:lnTo>
                  <a:lnTo>
                    <a:pt x="7323882" y="99391"/>
                  </a:lnTo>
                  <a:lnTo>
                    <a:pt x="7243048" y="121102"/>
                  </a:lnTo>
                  <a:lnTo>
                    <a:pt x="7168278" y="145247"/>
                  </a:lnTo>
                  <a:lnTo>
                    <a:pt x="7099453" y="172103"/>
                  </a:lnTo>
                  <a:lnTo>
                    <a:pt x="7036076" y="202028"/>
                  </a:lnTo>
                  <a:lnTo>
                    <a:pt x="6977419" y="235457"/>
                  </a:lnTo>
                  <a:lnTo>
                    <a:pt x="6922640" y="272868"/>
                  </a:lnTo>
                  <a:lnTo>
                    <a:pt x="6870860" y="314739"/>
                  </a:lnTo>
                  <a:lnTo>
                    <a:pt x="6821243" y="361462"/>
                  </a:lnTo>
                  <a:lnTo>
                    <a:pt x="6786527" y="398125"/>
                  </a:lnTo>
                  <a:lnTo>
                    <a:pt x="6746854" y="443937"/>
                  </a:lnTo>
                  <a:lnTo>
                    <a:pt x="6707558" y="493314"/>
                  </a:lnTo>
                  <a:lnTo>
                    <a:pt x="6668378" y="546328"/>
                  </a:lnTo>
                  <a:lnTo>
                    <a:pt x="6629113" y="602982"/>
                  </a:lnTo>
                  <a:lnTo>
                    <a:pt x="6589614" y="663209"/>
                  </a:lnTo>
                  <a:lnTo>
                    <a:pt x="6549784" y="726860"/>
                  </a:lnTo>
                  <a:lnTo>
                    <a:pt x="6509566" y="793701"/>
                  </a:lnTo>
                  <a:lnTo>
                    <a:pt x="6468947" y="863415"/>
                  </a:lnTo>
                  <a:lnTo>
                    <a:pt x="6427949" y="935601"/>
                  </a:lnTo>
                  <a:lnTo>
                    <a:pt x="6386623" y="1009787"/>
                  </a:lnTo>
                  <a:lnTo>
                    <a:pt x="6345047" y="1085434"/>
                  </a:lnTo>
                  <a:lnTo>
                    <a:pt x="6303317" y="1161957"/>
                  </a:lnTo>
                  <a:lnTo>
                    <a:pt x="6261541" y="1238744"/>
                  </a:lnTo>
                  <a:lnTo>
                    <a:pt x="6219828" y="1315171"/>
                  </a:lnTo>
                  <a:lnTo>
                    <a:pt x="6178286" y="1390628"/>
                  </a:lnTo>
                  <a:lnTo>
                    <a:pt x="6137006" y="1464536"/>
                  </a:lnTo>
                  <a:lnTo>
                    <a:pt x="6096064" y="1536366"/>
                  </a:lnTo>
                  <a:lnTo>
                    <a:pt x="6055507" y="1605657"/>
                  </a:lnTo>
                  <a:lnTo>
                    <a:pt x="6015352" y="1672020"/>
                  </a:lnTo>
                  <a:lnTo>
                    <a:pt x="5975577" y="1735151"/>
                  </a:lnTo>
                  <a:lnTo>
                    <a:pt x="5936123" y="1794830"/>
                  </a:lnTo>
                  <a:lnTo>
                    <a:pt x="5896882" y="1850920"/>
                  </a:lnTo>
                  <a:lnTo>
                    <a:pt x="5857698" y="1903365"/>
                  </a:lnTo>
                  <a:lnTo>
                    <a:pt x="5818363" y="1952180"/>
                  </a:lnTo>
                  <a:lnTo>
                    <a:pt x="5784835" y="1990627"/>
                  </a:lnTo>
                  <a:lnTo>
                    <a:pt x="5736312" y="2040963"/>
                  </a:lnTo>
                  <a:lnTo>
                    <a:pt x="5686165" y="2086289"/>
                  </a:lnTo>
                  <a:lnTo>
                    <a:pt x="5633628" y="2126857"/>
                  </a:lnTo>
                  <a:lnTo>
                    <a:pt x="5577845" y="2163097"/>
                  </a:lnTo>
                  <a:lnTo>
                    <a:pt x="5517940" y="2195491"/>
                  </a:lnTo>
                  <a:lnTo>
                    <a:pt x="5453094" y="2224511"/>
                  </a:lnTo>
                  <a:lnTo>
                    <a:pt x="5382631" y="2250569"/>
                  </a:lnTo>
                  <a:lnTo>
                    <a:pt x="5306143" y="2274005"/>
                  </a:lnTo>
                  <a:lnTo>
                    <a:pt x="5223650" y="2295067"/>
                  </a:lnTo>
                  <a:lnTo>
                    <a:pt x="5135788" y="2313914"/>
                  </a:lnTo>
                  <a:lnTo>
                    <a:pt x="5044005" y="2330615"/>
                  </a:lnTo>
                  <a:lnTo>
                    <a:pt x="4950699" y="2345169"/>
                  </a:lnTo>
                  <a:lnTo>
                    <a:pt x="4859208" y="2357530"/>
                  </a:lnTo>
                  <a:lnTo>
                    <a:pt x="4773568" y="2367652"/>
                  </a:lnTo>
                  <a:lnTo>
                    <a:pt x="4697972" y="2375538"/>
                  </a:lnTo>
                  <a:lnTo>
                    <a:pt x="4636023" y="2381284"/>
                  </a:lnTo>
                  <a:lnTo>
                    <a:pt x="4589942" y="2385109"/>
                  </a:lnTo>
                  <a:lnTo>
                    <a:pt x="4559993" y="2387345"/>
                  </a:lnTo>
                  <a:lnTo>
                    <a:pt x="4544296" y="2388403"/>
                  </a:lnTo>
                  <a:lnTo>
                    <a:pt x="4538988" y="2388728"/>
                  </a:lnTo>
                  <a:lnTo>
                    <a:pt x="4538543" y="2388753"/>
                  </a:lnTo>
                  <a:lnTo>
                    <a:pt x="4016409" y="2388753"/>
                  </a:lnTo>
                  <a:lnTo>
                    <a:pt x="4015167" y="2388714"/>
                  </a:lnTo>
                  <a:lnTo>
                    <a:pt x="4007039" y="2388437"/>
                  </a:lnTo>
                  <a:lnTo>
                    <a:pt x="3986705" y="2387670"/>
                  </a:lnTo>
                  <a:lnTo>
                    <a:pt x="3950746" y="2386164"/>
                  </a:lnTo>
                  <a:lnTo>
                    <a:pt x="3897949" y="2383696"/>
                  </a:lnTo>
                  <a:lnTo>
                    <a:pt x="3829377" y="2380100"/>
                  </a:lnTo>
                  <a:lnTo>
                    <a:pt x="3747996" y="2375277"/>
                  </a:lnTo>
                  <a:lnTo>
                    <a:pt x="3657939" y="2369197"/>
                  </a:lnTo>
                  <a:lnTo>
                    <a:pt x="3563635" y="2361871"/>
                  </a:lnTo>
                  <a:lnTo>
                    <a:pt x="3469063" y="2353331"/>
                  </a:lnTo>
                  <a:lnTo>
                    <a:pt x="3377311" y="2343592"/>
                  </a:lnTo>
                  <a:lnTo>
                    <a:pt x="3290433" y="2332640"/>
                  </a:lnTo>
                  <a:lnTo>
                    <a:pt x="3209520" y="2320409"/>
                  </a:lnTo>
                  <a:lnTo>
                    <a:pt x="3134894" y="2306786"/>
                  </a:lnTo>
                  <a:lnTo>
                    <a:pt x="3066323" y="2291600"/>
                  </a:lnTo>
                  <a:lnTo>
                    <a:pt x="3003212" y="2274637"/>
                  </a:lnTo>
                  <a:lnTo>
                    <a:pt x="2944753" y="2255640"/>
                  </a:lnTo>
                  <a:lnTo>
                    <a:pt x="2890042" y="2234333"/>
                  </a:lnTo>
                  <a:lnTo>
                    <a:pt x="2838160" y="2210454"/>
                  </a:lnTo>
                  <a:lnTo>
                    <a:pt x="2788255" y="2183808"/>
                  </a:lnTo>
                  <a:lnTo>
                    <a:pt x="2770117" y="2173219"/>
                  </a:lnTo>
                  <a:lnTo>
                    <a:pt x="2722835" y="2143408"/>
                  </a:lnTo>
                  <a:lnTo>
                    <a:pt x="2676015" y="2110836"/>
                  </a:lnTo>
                  <a:lnTo>
                    <a:pt x="2629242" y="2075456"/>
                  </a:lnTo>
                  <a:lnTo>
                    <a:pt x="2582219" y="2037296"/>
                  </a:lnTo>
                  <a:lnTo>
                    <a:pt x="2534751" y="1996468"/>
                  </a:lnTo>
                  <a:lnTo>
                    <a:pt x="2486737" y="1953176"/>
                  </a:lnTo>
                  <a:lnTo>
                    <a:pt x="2438156" y="1907717"/>
                  </a:lnTo>
                  <a:lnTo>
                    <a:pt x="2389056" y="1860477"/>
                  </a:lnTo>
                  <a:lnTo>
                    <a:pt x="2339548" y="1811918"/>
                  </a:lnTo>
                  <a:lnTo>
                    <a:pt x="2289784" y="1762564"/>
                  </a:lnTo>
                  <a:lnTo>
                    <a:pt x="2239943" y="1712974"/>
                  </a:lnTo>
                  <a:lnTo>
                    <a:pt x="2190211" y="1663721"/>
                  </a:lnTo>
                  <a:lnTo>
                    <a:pt x="2140766" y="1615359"/>
                  </a:lnTo>
                  <a:lnTo>
                    <a:pt x="2091751" y="1568402"/>
                  </a:lnTo>
                  <a:lnTo>
                    <a:pt x="2043268" y="1523301"/>
                  </a:lnTo>
                  <a:lnTo>
                    <a:pt x="1995355" y="1480426"/>
                  </a:lnTo>
                  <a:lnTo>
                    <a:pt x="1947976" y="1440058"/>
                  </a:lnTo>
                  <a:lnTo>
                    <a:pt x="1901014" y="1402383"/>
                  </a:lnTo>
                  <a:lnTo>
                    <a:pt x="1854258" y="1367501"/>
                  </a:lnTo>
                  <a:lnTo>
                    <a:pt x="1807389" y="1335423"/>
                  </a:lnTo>
                  <a:lnTo>
                    <a:pt x="1768425" y="1311084"/>
                  </a:lnTo>
                  <a:lnTo>
                    <a:pt x="1719061" y="1283393"/>
                  </a:lnTo>
                  <a:lnTo>
                    <a:pt x="1668005" y="1258505"/>
                  </a:lnTo>
                  <a:lnTo>
                    <a:pt x="1614448" y="1236274"/>
                  </a:lnTo>
                  <a:lnTo>
                    <a:pt x="1557486" y="1216454"/>
                  </a:lnTo>
                  <a:lnTo>
                    <a:pt x="1496200" y="1198768"/>
                  </a:lnTo>
                  <a:lnTo>
                    <a:pt x="1429735" y="1182952"/>
                  </a:lnTo>
                  <a:lnTo>
                    <a:pt x="1357403" y="1168772"/>
                  </a:lnTo>
                  <a:lnTo>
                    <a:pt x="1278816" y="1156042"/>
                  </a:lnTo>
                  <a:lnTo>
                    <a:pt x="1194066" y="1144625"/>
                  </a:lnTo>
                  <a:lnTo>
                    <a:pt x="1103936" y="1134441"/>
                  </a:lnTo>
                  <a:lnTo>
                    <a:pt x="1010104" y="1125456"/>
                  </a:lnTo>
                  <a:lnTo>
                    <a:pt x="915277" y="1117677"/>
                  </a:lnTo>
                  <a:lnTo>
                    <a:pt x="823140" y="1111133"/>
                  </a:lnTo>
                  <a:lnTo>
                    <a:pt x="738028" y="1105845"/>
                  </a:lnTo>
                  <a:lnTo>
                    <a:pt x="664283" y="1101802"/>
                  </a:lnTo>
                  <a:lnTo>
                    <a:pt x="605404" y="1098932"/>
                  </a:lnTo>
                  <a:lnTo>
                    <a:pt x="563223" y="1097093"/>
                  </a:lnTo>
                  <a:lnTo>
                    <a:pt x="537387" y="1096080"/>
                  </a:lnTo>
                  <a:lnTo>
                    <a:pt x="525263" y="1095651"/>
                  </a:lnTo>
                  <a:lnTo>
                    <a:pt x="522133" y="1095551"/>
                  </a:lnTo>
                  <a:lnTo>
                    <a:pt x="0" y="1095551"/>
                  </a:lnTo>
                  <a:close/>
                </a:path>
              </a:pathLst>
            </a:custGeom>
            <a:solidFill>
              <a:srgbClr val="8FA8D6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303" name="pl303"/>
            <p:cNvSpPr/>
            <p:nvPr/>
          </p:nvSpPr>
          <p:spPr>
            <a:xfrm>
              <a:off x="386606" y="660358"/>
              <a:ext cx="8554953" cy="2388753"/>
            </a:xfrm>
            <a:custGeom>
              <a:avLst/>
              <a:pathLst>
                <a:path w="8554953" h="2388753">
                  <a:moveTo>
                    <a:pt x="0" y="1095551"/>
                  </a:moveTo>
                  <a:lnTo>
                    <a:pt x="522133" y="1095551"/>
                  </a:lnTo>
                  <a:lnTo>
                    <a:pt x="523376" y="1095590"/>
                  </a:lnTo>
                  <a:lnTo>
                    <a:pt x="531503" y="1095867"/>
                  </a:lnTo>
                  <a:lnTo>
                    <a:pt x="551837" y="1096634"/>
                  </a:lnTo>
                  <a:lnTo>
                    <a:pt x="587796" y="1098140"/>
                  </a:lnTo>
                  <a:lnTo>
                    <a:pt x="640593" y="1100608"/>
                  </a:lnTo>
                  <a:lnTo>
                    <a:pt x="709165" y="1104204"/>
                  </a:lnTo>
                  <a:lnTo>
                    <a:pt x="790546" y="1109026"/>
                  </a:lnTo>
                  <a:lnTo>
                    <a:pt x="880603" y="1115107"/>
                  </a:lnTo>
                  <a:lnTo>
                    <a:pt x="974908" y="1122432"/>
                  </a:lnTo>
                  <a:lnTo>
                    <a:pt x="1069480" y="1130973"/>
                  </a:lnTo>
                  <a:lnTo>
                    <a:pt x="1161231" y="1140711"/>
                  </a:lnTo>
                  <a:lnTo>
                    <a:pt x="1248109" y="1151664"/>
                  </a:lnTo>
                  <a:lnTo>
                    <a:pt x="1329022" y="1163894"/>
                  </a:lnTo>
                  <a:lnTo>
                    <a:pt x="1403648" y="1177518"/>
                  </a:lnTo>
                  <a:lnTo>
                    <a:pt x="1472219" y="1192703"/>
                  </a:lnTo>
                  <a:lnTo>
                    <a:pt x="1535330" y="1209667"/>
                  </a:lnTo>
                  <a:lnTo>
                    <a:pt x="1593789" y="1228664"/>
                  </a:lnTo>
                  <a:lnTo>
                    <a:pt x="1648500" y="1249970"/>
                  </a:lnTo>
                  <a:lnTo>
                    <a:pt x="1700382" y="1273849"/>
                  </a:lnTo>
                  <a:lnTo>
                    <a:pt x="1750288" y="1300495"/>
                  </a:lnTo>
                  <a:lnTo>
                    <a:pt x="1768425" y="1311084"/>
                  </a:lnTo>
                  <a:lnTo>
                    <a:pt x="1815707" y="1340896"/>
                  </a:lnTo>
                  <a:lnTo>
                    <a:pt x="1862528" y="1373467"/>
                  </a:lnTo>
                  <a:lnTo>
                    <a:pt x="1909301" y="1408847"/>
                  </a:lnTo>
                  <a:lnTo>
                    <a:pt x="1956324" y="1447008"/>
                  </a:lnTo>
                  <a:lnTo>
                    <a:pt x="2003791" y="1487836"/>
                  </a:lnTo>
                  <a:lnTo>
                    <a:pt x="2051805" y="1531128"/>
                  </a:lnTo>
                  <a:lnTo>
                    <a:pt x="2100387" y="1576587"/>
                  </a:lnTo>
                  <a:lnTo>
                    <a:pt x="2149486" y="1623827"/>
                  </a:lnTo>
                  <a:lnTo>
                    <a:pt x="2198994" y="1672385"/>
                  </a:lnTo>
                  <a:lnTo>
                    <a:pt x="2248758" y="1721740"/>
                  </a:lnTo>
                  <a:lnTo>
                    <a:pt x="2298599" y="1771329"/>
                  </a:lnTo>
                  <a:lnTo>
                    <a:pt x="2348331" y="1820583"/>
                  </a:lnTo>
                  <a:lnTo>
                    <a:pt x="2397777" y="1868945"/>
                  </a:lnTo>
                  <a:lnTo>
                    <a:pt x="2446791" y="1915902"/>
                  </a:lnTo>
                  <a:lnTo>
                    <a:pt x="2495274" y="1961003"/>
                  </a:lnTo>
                  <a:lnTo>
                    <a:pt x="2543188" y="2003878"/>
                  </a:lnTo>
                  <a:lnTo>
                    <a:pt x="2590566" y="2044246"/>
                  </a:lnTo>
                  <a:lnTo>
                    <a:pt x="2637528" y="2081920"/>
                  </a:lnTo>
                  <a:lnTo>
                    <a:pt x="2684285" y="2116803"/>
                  </a:lnTo>
                  <a:lnTo>
                    <a:pt x="2731153" y="2148881"/>
                  </a:lnTo>
                  <a:lnTo>
                    <a:pt x="2770117" y="2173219"/>
                  </a:lnTo>
                  <a:lnTo>
                    <a:pt x="2819481" y="2200911"/>
                  </a:lnTo>
                  <a:lnTo>
                    <a:pt x="2870537" y="2225798"/>
                  </a:lnTo>
                  <a:lnTo>
                    <a:pt x="2924094" y="2248029"/>
                  </a:lnTo>
                  <a:lnTo>
                    <a:pt x="2981057" y="2267850"/>
                  </a:lnTo>
                  <a:lnTo>
                    <a:pt x="3042343" y="2285535"/>
                  </a:lnTo>
                  <a:lnTo>
                    <a:pt x="3108807" y="2301352"/>
                  </a:lnTo>
                  <a:lnTo>
                    <a:pt x="3181139" y="2315532"/>
                  </a:lnTo>
                  <a:lnTo>
                    <a:pt x="3259726" y="2328262"/>
                  </a:lnTo>
                  <a:lnTo>
                    <a:pt x="3344476" y="2339678"/>
                  </a:lnTo>
                  <a:lnTo>
                    <a:pt x="3434606" y="2349862"/>
                  </a:lnTo>
                  <a:lnTo>
                    <a:pt x="3528439" y="2358847"/>
                  </a:lnTo>
                  <a:lnTo>
                    <a:pt x="3623265" y="2366626"/>
                  </a:lnTo>
                  <a:lnTo>
                    <a:pt x="3715402" y="2373171"/>
                  </a:lnTo>
                  <a:lnTo>
                    <a:pt x="3800514" y="2378459"/>
                  </a:lnTo>
                  <a:lnTo>
                    <a:pt x="3874259" y="2382502"/>
                  </a:lnTo>
                  <a:lnTo>
                    <a:pt x="3933139" y="2385372"/>
                  </a:lnTo>
                  <a:lnTo>
                    <a:pt x="3975319" y="2387211"/>
                  </a:lnTo>
                  <a:lnTo>
                    <a:pt x="4001156" y="2388223"/>
                  </a:lnTo>
                  <a:lnTo>
                    <a:pt x="4013279" y="2388652"/>
                  </a:lnTo>
                  <a:lnTo>
                    <a:pt x="4016344" y="2388751"/>
                  </a:lnTo>
                  <a:lnTo>
                    <a:pt x="4016409" y="2388753"/>
                  </a:lnTo>
                  <a:lnTo>
                    <a:pt x="4538543" y="2388753"/>
                  </a:lnTo>
                  <a:lnTo>
                    <a:pt x="4539725" y="2388685"/>
                  </a:lnTo>
                  <a:lnTo>
                    <a:pt x="4547467" y="2388198"/>
                  </a:lnTo>
                  <a:lnTo>
                    <a:pt x="4566869" y="2386853"/>
                  </a:lnTo>
                  <a:lnTo>
                    <a:pt x="4601266" y="2384208"/>
                  </a:lnTo>
                  <a:lnTo>
                    <a:pt x="4651937" y="2379871"/>
                  </a:lnTo>
                  <a:lnTo>
                    <a:pt x="4718029" y="2373539"/>
                  </a:lnTo>
                  <a:lnTo>
                    <a:pt x="4796860" y="2365028"/>
                  </a:lnTo>
                  <a:lnTo>
                    <a:pt x="4884579" y="2354272"/>
                  </a:lnTo>
                  <a:lnTo>
                    <a:pt x="4976967" y="2341287"/>
                  </a:lnTo>
                  <a:lnTo>
                    <a:pt x="5070144" y="2326125"/>
                  </a:lnTo>
                  <a:lnTo>
                    <a:pt x="5161022" y="2308822"/>
                  </a:lnTo>
                  <a:lnTo>
                    <a:pt x="5247480" y="2289362"/>
                  </a:lnTo>
                  <a:lnTo>
                    <a:pt x="5328314" y="2267651"/>
                  </a:lnTo>
                  <a:lnTo>
                    <a:pt x="5403084" y="2243505"/>
                  </a:lnTo>
                  <a:lnTo>
                    <a:pt x="5471909" y="2216650"/>
                  </a:lnTo>
                  <a:lnTo>
                    <a:pt x="5535286" y="2186724"/>
                  </a:lnTo>
                  <a:lnTo>
                    <a:pt x="5593943" y="2153295"/>
                  </a:lnTo>
                  <a:lnTo>
                    <a:pt x="5648722" y="2115884"/>
                  </a:lnTo>
                  <a:lnTo>
                    <a:pt x="5700501" y="2074014"/>
                  </a:lnTo>
                  <a:lnTo>
                    <a:pt x="5750119" y="2027290"/>
                  </a:lnTo>
                  <a:lnTo>
                    <a:pt x="5784835" y="1990627"/>
                  </a:lnTo>
                  <a:lnTo>
                    <a:pt x="5824508" y="1944815"/>
                  </a:lnTo>
                  <a:lnTo>
                    <a:pt x="5863804" y="1895438"/>
                  </a:lnTo>
                  <a:lnTo>
                    <a:pt x="5902984" y="1842425"/>
                  </a:lnTo>
                  <a:lnTo>
                    <a:pt x="5942249" y="1785770"/>
                  </a:lnTo>
                  <a:lnTo>
                    <a:pt x="5981748" y="1725543"/>
                  </a:lnTo>
                  <a:lnTo>
                    <a:pt x="6021578" y="1661892"/>
                  </a:lnTo>
                  <a:lnTo>
                    <a:pt x="6061796" y="1595051"/>
                  </a:lnTo>
                  <a:lnTo>
                    <a:pt x="6102415" y="1525337"/>
                  </a:lnTo>
                  <a:lnTo>
                    <a:pt x="6143413" y="1453151"/>
                  </a:lnTo>
                  <a:lnTo>
                    <a:pt x="6184739" y="1378966"/>
                  </a:lnTo>
                  <a:lnTo>
                    <a:pt x="6226315" y="1303319"/>
                  </a:lnTo>
                  <a:lnTo>
                    <a:pt x="6268045" y="1226795"/>
                  </a:lnTo>
                  <a:lnTo>
                    <a:pt x="6309821" y="1150008"/>
                  </a:lnTo>
                  <a:lnTo>
                    <a:pt x="6351534" y="1073581"/>
                  </a:lnTo>
                  <a:lnTo>
                    <a:pt x="6393076" y="998125"/>
                  </a:lnTo>
                  <a:lnTo>
                    <a:pt x="6434356" y="924217"/>
                  </a:lnTo>
                  <a:lnTo>
                    <a:pt x="6475298" y="852386"/>
                  </a:lnTo>
                  <a:lnTo>
                    <a:pt x="6515855" y="783095"/>
                  </a:lnTo>
                  <a:lnTo>
                    <a:pt x="6556010" y="716732"/>
                  </a:lnTo>
                  <a:lnTo>
                    <a:pt x="6595785" y="653601"/>
                  </a:lnTo>
                  <a:lnTo>
                    <a:pt x="6635239" y="593923"/>
                  </a:lnTo>
                  <a:lnTo>
                    <a:pt x="6674480" y="537833"/>
                  </a:lnTo>
                  <a:lnTo>
                    <a:pt x="6713664" y="485388"/>
                  </a:lnTo>
                  <a:lnTo>
                    <a:pt x="6752999" y="436572"/>
                  </a:lnTo>
                  <a:lnTo>
                    <a:pt x="6786527" y="398125"/>
                  </a:lnTo>
                  <a:lnTo>
                    <a:pt x="6835050" y="347790"/>
                  </a:lnTo>
                  <a:lnTo>
                    <a:pt x="6885197" y="302464"/>
                  </a:lnTo>
                  <a:lnTo>
                    <a:pt x="6937734" y="261895"/>
                  </a:lnTo>
                  <a:lnTo>
                    <a:pt x="6993517" y="225656"/>
                  </a:lnTo>
                  <a:lnTo>
                    <a:pt x="7053422" y="193261"/>
                  </a:lnTo>
                  <a:lnTo>
                    <a:pt x="7118268" y="164242"/>
                  </a:lnTo>
                  <a:lnTo>
                    <a:pt x="7188731" y="138183"/>
                  </a:lnTo>
                  <a:lnTo>
                    <a:pt x="7265218" y="114747"/>
                  </a:lnTo>
                  <a:lnTo>
                    <a:pt x="7347711" y="93685"/>
                  </a:lnTo>
                  <a:lnTo>
                    <a:pt x="7435574" y="74839"/>
                  </a:lnTo>
                  <a:lnTo>
                    <a:pt x="7527357" y="58138"/>
                  </a:lnTo>
                  <a:lnTo>
                    <a:pt x="7620663" y="43584"/>
                  </a:lnTo>
                  <a:lnTo>
                    <a:pt x="7712154" y="31222"/>
                  </a:lnTo>
                  <a:lnTo>
                    <a:pt x="7797794" y="21100"/>
                  </a:lnTo>
                  <a:lnTo>
                    <a:pt x="7873390" y="13214"/>
                  </a:lnTo>
                  <a:lnTo>
                    <a:pt x="7935339" y="7468"/>
                  </a:lnTo>
                  <a:lnTo>
                    <a:pt x="7981420" y="3643"/>
                  </a:lnTo>
                  <a:lnTo>
                    <a:pt x="8011369" y="1408"/>
                  </a:lnTo>
                  <a:lnTo>
                    <a:pt x="8027066" y="350"/>
                  </a:lnTo>
                  <a:lnTo>
                    <a:pt x="8032374" y="25"/>
                  </a:lnTo>
                  <a:lnTo>
                    <a:pt x="8032819" y="0"/>
                  </a:lnTo>
                  <a:lnTo>
                    <a:pt x="8554953" y="0"/>
                  </a:lnTo>
                  <a:lnTo>
                    <a:pt x="8554953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304" name="pl304"/>
            <p:cNvSpPr/>
            <p:nvPr/>
          </p:nvSpPr>
          <p:spPr>
            <a:xfrm>
              <a:off x="386606" y="654711"/>
              <a:ext cx="8554953" cy="2388753"/>
            </a:xfrm>
            <a:custGeom>
              <a:avLst/>
              <a:pathLst>
                <a:path w="8554953" h="2388753">
                  <a:moveTo>
                    <a:pt x="8554953" y="0"/>
                  </a:moveTo>
                  <a:lnTo>
                    <a:pt x="8032819" y="0"/>
                  </a:lnTo>
                  <a:lnTo>
                    <a:pt x="8031637" y="68"/>
                  </a:lnTo>
                  <a:lnTo>
                    <a:pt x="8023895" y="554"/>
                  </a:lnTo>
                  <a:lnTo>
                    <a:pt x="8004493" y="1900"/>
                  </a:lnTo>
                  <a:lnTo>
                    <a:pt x="7970096" y="4544"/>
                  </a:lnTo>
                  <a:lnTo>
                    <a:pt x="7919425" y="8881"/>
                  </a:lnTo>
                  <a:lnTo>
                    <a:pt x="7853333" y="15214"/>
                  </a:lnTo>
                  <a:lnTo>
                    <a:pt x="7774502" y="23724"/>
                  </a:lnTo>
                  <a:lnTo>
                    <a:pt x="7686783" y="34480"/>
                  </a:lnTo>
                  <a:lnTo>
                    <a:pt x="7594395" y="47465"/>
                  </a:lnTo>
                  <a:lnTo>
                    <a:pt x="7501218" y="62627"/>
                  </a:lnTo>
                  <a:lnTo>
                    <a:pt x="7410340" y="79931"/>
                  </a:lnTo>
                  <a:lnTo>
                    <a:pt x="7323882" y="99391"/>
                  </a:lnTo>
                  <a:lnTo>
                    <a:pt x="7243048" y="121102"/>
                  </a:lnTo>
                  <a:lnTo>
                    <a:pt x="7168278" y="145247"/>
                  </a:lnTo>
                  <a:lnTo>
                    <a:pt x="7099453" y="172103"/>
                  </a:lnTo>
                  <a:lnTo>
                    <a:pt x="7036076" y="202028"/>
                  </a:lnTo>
                  <a:lnTo>
                    <a:pt x="6977419" y="235457"/>
                  </a:lnTo>
                  <a:lnTo>
                    <a:pt x="6922640" y="272868"/>
                  </a:lnTo>
                  <a:lnTo>
                    <a:pt x="6870860" y="314739"/>
                  </a:lnTo>
                  <a:lnTo>
                    <a:pt x="6821243" y="361462"/>
                  </a:lnTo>
                  <a:lnTo>
                    <a:pt x="6786527" y="398125"/>
                  </a:lnTo>
                  <a:lnTo>
                    <a:pt x="6746854" y="443937"/>
                  </a:lnTo>
                  <a:lnTo>
                    <a:pt x="6707558" y="493314"/>
                  </a:lnTo>
                  <a:lnTo>
                    <a:pt x="6668378" y="546328"/>
                  </a:lnTo>
                  <a:lnTo>
                    <a:pt x="6629113" y="602982"/>
                  </a:lnTo>
                  <a:lnTo>
                    <a:pt x="6589614" y="663209"/>
                  </a:lnTo>
                  <a:lnTo>
                    <a:pt x="6549784" y="726860"/>
                  </a:lnTo>
                  <a:lnTo>
                    <a:pt x="6509566" y="793701"/>
                  </a:lnTo>
                  <a:lnTo>
                    <a:pt x="6468947" y="863415"/>
                  </a:lnTo>
                  <a:lnTo>
                    <a:pt x="6427949" y="935601"/>
                  </a:lnTo>
                  <a:lnTo>
                    <a:pt x="6386623" y="1009787"/>
                  </a:lnTo>
                  <a:lnTo>
                    <a:pt x="6345047" y="1085434"/>
                  </a:lnTo>
                  <a:lnTo>
                    <a:pt x="6303317" y="1161957"/>
                  </a:lnTo>
                  <a:lnTo>
                    <a:pt x="6261541" y="1238744"/>
                  </a:lnTo>
                  <a:lnTo>
                    <a:pt x="6219828" y="1315171"/>
                  </a:lnTo>
                  <a:lnTo>
                    <a:pt x="6178286" y="1390628"/>
                  </a:lnTo>
                  <a:lnTo>
                    <a:pt x="6137006" y="1464536"/>
                  </a:lnTo>
                  <a:lnTo>
                    <a:pt x="6096064" y="1536366"/>
                  </a:lnTo>
                  <a:lnTo>
                    <a:pt x="6055507" y="1605657"/>
                  </a:lnTo>
                  <a:lnTo>
                    <a:pt x="6015352" y="1672020"/>
                  </a:lnTo>
                  <a:lnTo>
                    <a:pt x="5975577" y="1735151"/>
                  </a:lnTo>
                  <a:lnTo>
                    <a:pt x="5936123" y="1794830"/>
                  </a:lnTo>
                  <a:lnTo>
                    <a:pt x="5896882" y="1850920"/>
                  </a:lnTo>
                  <a:lnTo>
                    <a:pt x="5857698" y="1903365"/>
                  </a:lnTo>
                  <a:lnTo>
                    <a:pt x="5818363" y="1952180"/>
                  </a:lnTo>
                  <a:lnTo>
                    <a:pt x="5784835" y="1990627"/>
                  </a:lnTo>
                  <a:lnTo>
                    <a:pt x="5736312" y="2040963"/>
                  </a:lnTo>
                  <a:lnTo>
                    <a:pt x="5686165" y="2086289"/>
                  </a:lnTo>
                  <a:lnTo>
                    <a:pt x="5633628" y="2126857"/>
                  </a:lnTo>
                  <a:lnTo>
                    <a:pt x="5577845" y="2163097"/>
                  </a:lnTo>
                  <a:lnTo>
                    <a:pt x="5517940" y="2195491"/>
                  </a:lnTo>
                  <a:lnTo>
                    <a:pt x="5453094" y="2224511"/>
                  </a:lnTo>
                  <a:lnTo>
                    <a:pt x="5382631" y="2250569"/>
                  </a:lnTo>
                  <a:lnTo>
                    <a:pt x="5306143" y="2274005"/>
                  </a:lnTo>
                  <a:lnTo>
                    <a:pt x="5223650" y="2295067"/>
                  </a:lnTo>
                  <a:lnTo>
                    <a:pt x="5135788" y="2313914"/>
                  </a:lnTo>
                  <a:lnTo>
                    <a:pt x="5044005" y="2330615"/>
                  </a:lnTo>
                  <a:lnTo>
                    <a:pt x="4950699" y="2345169"/>
                  </a:lnTo>
                  <a:lnTo>
                    <a:pt x="4859208" y="2357530"/>
                  </a:lnTo>
                  <a:lnTo>
                    <a:pt x="4773568" y="2367652"/>
                  </a:lnTo>
                  <a:lnTo>
                    <a:pt x="4697972" y="2375538"/>
                  </a:lnTo>
                  <a:lnTo>
                    <a:pt x="4636023" y="2381284"/>
                  </a:lnTo>
                  <a:lnTo>
                    <a:pt x="4589942" y="2385109"/>
                  </a:lnTo>
                  <a:lnTo>
                    <a:pt x="4559993" y="2387345"/>
                  </a:lnTo>
                  <a:lnTo>
                    <a:pt x="4544296" y="2388403"/>
                  </a:lnTo>
                  <a:lnTo>
                    <a:pt x="4538988" y="2388728"/>
                  </a:lnTo>
                  <a:lnTo>
                    <a:pt x="4538543" y="2388753"/>
                  </a:lnTo>
                  <a:lnTo>
                    <a:pt x="4016409" y="2388753"/>
                  </a:lnTo>
                  <a:lnTo>
                    <a:pt x="4015167" y="2388714"/>
                  </a:lnTo>
                  <a:lnTo>
                    <a:pt x="4007039" y="2388437"/>
                  </a:lnTo>
                  <a:lnTo>
                    <a:pt x="3986705" y="2387670"/>
                  </a:lnTo>
                  <a:lnTo>
                    <a:pt x="3950746" y="2386164"/>
                  </a:lnTo>
                  <a:lnTo>
                    <a:pt x="3897949" y="2383696"/>
                  </a:lnTo>
                  <a:lnTo>
                    <a:pt x="3829377" y="2380100"/>
                  </a:lnTo>
                  <a:lnTo>
                    <a:pt x="3747996" y="2375277"/>
                  </a:lnTo>
                  <a:lnTo>
                    <a:pt x="3657939" y="2369197"/>
                  </a:lnTo>
                  <a:lnTo>
                    <a:pt x="3563635" y="2361871"/>
                  </a:lnTo>
                  <a:lnTo>
                    <a:pt x="3469063" y="2353331"/>
                  </a:lnTo>
                  <a:lnTo>
                    <a:pt x="3377311" y="2343592"/>
                  </a:lnTo>
                  <a:lnTo>
                    <a:pt x="3290433" y="2332640"/>
                  </a:lnTo>
                  <a:lnTo>
                    <a:pt x="3209520" y="2320409"/>
                  </a:lnTo>
                  <a:lnTo>
                    <a:pt x="3134894" y="2306786"/>
                  </a:lnTo>
                  <a:lnTo>
                    <a:pt x="3066323" y="2291600"/>
                  </a:lnTo>
                  <a:lnTo>
                    <a:pt x="3003212" y="2274637"/>
                  </a:lnTo>
                  <a:lnTo>
                    <a:pt x="2944753" y="2255640"/>
                  </a:lnTo>
                  <a:lnTo>
                    <a:pt x="2890042" y="2234333"/>
                  </a:lnTo>
                  <a:lnTo>
                    <a:pt x="2838160" y="2210454"/>
                  </a:lnTo>
                  <a:lnTo>
                    <a:pt x="2788255" y="2183808"/>
                  </a:lnTo>
                  <a:lnTo>
                    <a:pt x="2770117" y="2173219"/>
                  </a:lnTo>
                  <a:lnTo>
                    <a:pt x="2722835" y="2143408"/>
                  </a:lnTo>
                  <a:lnTo>
                    <a:pt x="2676015" y="2110836"/>
                  </a:lnTo>
                  <a:lnTo>
                    <a:pt x="2629242" y="2075456"/>
                  </a:lnTo>
                  <a:lnTo>
                    <a:pt x="2582219" y="2037296"/>
                  </a:lnTo>
                  <a:lnTo>
                    <a:pt x="2534751" y="1996468"/>
                  </a:lnTo>
                  <a:lnTo>
                    <a:pt x="2486737" y="1953176"/>
                  </a:lnTo>
                  <a:lnTo>
                    <a:pt x="2438156" y="1907717"/>
                  </a:lnTo>
                  <a:lnTo>
                    <a:pt x="2389056" y="1860477"/>
                  </a:lnTo>
                  <a:lnTo>
                    <a:pt x="2339548" y="1811918"/>
                  </a:lnTo>
                  <a:lnTo>
                    <a:pt x="2289784" y="1762564"/>
                  </a:lnTo>
                  <a:lnTo>
                    <a:pt x="2239943" y="1712974"/>
                  </a:lnTo>
                  <a:lnTo>
                    <a:pt x="2190211" y="1663721"/>
                  </a:lnTo>
                  <a:lnTo>
                    <a:pt x="2140766" y="1615359"/>
                  </a:lnTo>
                  <a:lnTo>
                    <a:pt x="2091751" y="1568402"/>
                  </a:lnTo>
                  <a:lnTo>
                    <a:pt x="2043268" y="1523301"/>
                  </a:lnTo>
                  <a:lnTo>
                    <a:pt x="1995355" y="1480426"/>
                  </a:lnTo>
                  <a:lnTo>
                    <a:pt x="1947976" y="1440058"/>
                  </a:lnTo>
                  <a:lnTo>
                    <a:pt x="1901014" y="1402383"/>
                  </a:lnTo>
                  <a:lnTo>
                    <a:pt x="1854258" y="1367501"/>
                  </a:lnTo>
                  <a:lnTo>
                    <a:pt x="1807389" y="1335423"/>
                  </a:lnTo>
                  <a:lnTo>
                    <a:pt x="1768425" y="1311084"/>
                  </a:lnTo>
                  <a:lnTo>
                    <a:pt x="1719061" y="1283393"/>
                  </a:lnTo>
                  <a:lnTo>
                    <a:pt x="1668005" y="1258505"/>
                  </a:lnTo>
                  <a:lnTo>
                    <a:pt x="1614448" y="1236274"/>
                  </a:lnTo>
                  <a:lnTo>
                    <a:pt x="1557486" y="1216454"/>
                  </a:lnTo>
                  <a:lnTo>
                    <a:pt x="1496200" y="1198768"/>
                  </a:lnTo>
                  <a:lnTo>
                    <a:pt x="1429735" y="1182952"/>
                  </a:lnTo>
                  <a:lnTo>
                    <a:pt x="1357403" y="1168772"/>
                  </a:lnTo>
                  <a:lnTo>
                    <a:pt x="1278816" y="1156042"/>
                  </a:lnTo>
                  <a:lnTo>
                    <a:pt x="1194066" y="1144625"/>
                  </a:lnTo>
                  <a:lnTo>
                    <a:pt x="1103936" y="1134441"/>
                  </a:lnTo>
                  <a:lnTo>
                    <a:pt x="1010104" y="1125456"/>
                  </a:lnTo>
                  <a:lnTo>
                    <a:pt x="915277" y="1117677"/>
                  </a:lnTo>
                  <a:lnTo>
                    <a:pt x="823140" y="1111133"/>
                  </a:lnTo>
                  <a:lnTo>
                    <a:pt x="738028" y="1105845"/>
                  </a:lnTo>
                  <a:lnTo>
                    <a:pt x="664283" y="1101802"/>
                  </a:lnTo>
                  <a:lnTo>
                    <a:pt x="605404" y="1098932"/>
                  </a:lnTo>
                  <a:lnTo>
                    <a:pt x="563223" y="1097093"/>
                  </a:lnTo>
                  <a:lnTo>
                    <a:pt x="537387" y="1096080"/>
                  </a:lnTo>
                  <a:lnTo>
                    <a:pt x="525263" y="1095651"/>
                  </a:lnTo>
                  <a:lnTo>
                    <a:pt x="522198" y="1095553"/>
                  </a:lnTo>
                  <a:lnTo>
                    <a:pt x="522133" y="1095551"/>
                  </a:lnTo>
                  <a:lnTo>
                    <a:pt x="0" y="1095551"/>
                  </a:lnTo>
                  <a:lnTo>
                    <a:pt x="0" y="1095551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305" name="pg305"/>
            <p:cNvSpPr/>
            <p:nvPr/>
          </p:nvSpPr>
          <p:spPr>
            <a:xfrm>
              <a:off x="386606" y="1507434"/>
              <a:ext cx="8554953" cy="1547324"/>
            </a:xfrm>
            <a:custGeom>
              <a:avLst/>
              <a:pathLst>
                <a:path w="8554953" h="1547324">
                  <a:moveTo>
                    <a:pt x="0" y="254122"/>
                  </a:moveTo>
                  <a:lnTo>
                    <a:pt x="522133" y="254122"/>
                  </a:lnTo>
                  <a:lnTo>
                    <a:pt x="523376" y="254161"/>
                  </a:lnTo>
                  <a:lnTo>
                    <a:pt x="531503" y="254438"/>
                  </a:lnTo>
                  <a:lnTo>
                    <a:pt x="551837" y="255205"/>
                  </a:lnTo>
                  <a:lnTo>
                    <a:pt x="587796" y="256711"/>
                  </a:lnTo>
                  <a:lnTo>
                    <a:pt x="640593" y="259179"/>
                  </a:lnTo>
                  <a:lnTo>
                    <a:pt x="709165" y="262775"/>
                  </a:lnTo>
                  <a:lnTo>
                    <a:pt x="790546" y="267598"/>
                  </a:lnTo>
                  <a:lnTo>
                    <a:pt x="880603" y="273678"/>
                  </a:lnTo>
                  <a:lnTo>
                    <a:pt x="974908" y="281004"/>
                  </a:lnTo>
                  <a:lnTo>
                    <a:pt x="1069480" y="289544"/>
                  </a:lnTo>
                  <a:lnTo>
                    <a:pt x="1161231" y="299283"/>
                  </a:lnTo>
                  <a:lnTo>
                    <a:pt x="1248109" y="310235"/>
                  </a:lnTo>
                  <a:lnTo>
                    <a:pt x="1329022" y="322466"/>
                  </a:lnTo>
                  <a:lnTo>
                    <a:pt x="1403648" y="336089"/>
                  </a:lnTo>
                  <a:lnTo>
                    <a:pt x="1472219" y="351275"/>
                  </a:lnTo>
                  <a:lnTo>
                    <a:pt x="1535330" y="368238"/>
                  </a:lnTo>
                  <a:lnTo>
                    <a:pt x="1593789" y="387235"/>
                  </a:lnTo>
                  <a:lnTo>
                    <a:pt x="1648500" y="408542"/>
                  </a:lnTo>
                  <a:lnTo>
                    <a:pt x="1700382" y="432421"/>
                  </a:lnTo>
                  <a:lnTo>
                    <a:pt x="1750288" y="459067"/>
                  </a:lnTo>
                  <a:lnTo>
                    <a:pt x="1768425" y="469656"/>
                  </a:lnTo>
                  <a:lnTo>
                    <a:pt x="1815707" y="499467"/>
                  </a:lnTo>
                  <a:lnTo>
                    <a:pt x="1862528" y="532039"/>
                  </a:lnTo>
                  <a:lnTo>
                    <a:pt x="1909301" y="567419"/>
                  </a:lnTo>
                  <a:lnTo>
                    <a:pt x="1956324" y="605579"/>
                  </a:lnTo>
                  <a:lnTo>
                    <a:pt x="2003791" y="646407"/>
                  </a:lnTo>
                  <a:lnTo>
                    <a:pt x="2051805" y="689699"/>
                  </a:lnTo>
                  <a:lnTo>
                    <a:pt x="2100387" y="735158"/>
                  </a:lnTo>
                  <a:lnTo>
                    <a:pt x="2149486" y="782398"/>
                  </a:lnTo>
                  <a:lnTo>
                    <a:pt x="2198994" y="830957"/>
                  </a:lnTo>
                  <a:lnTo>
                    <a:pt x="2248758" y="880311"/>
                  </a:lnTo>
                  <a:lnTo>
                    <a:pt x="2298599" y="929901"/>
                  </a:lnTo>
                  <a:lnTo>
                    <a:pt x="2348331" y="979154"/>
                  </a:lnTo>
                  <a:lnTo>
                    <a:pt x="2397777" y="1027516"/>
                  </a:lnTo>
                  <a:lnTo>
                    <a:pt x="2446791" y="1074473"/>
                  </a:lnTo>
                  <a:lnTo>
                    <a:pt x="2495274" y="1119574"/>
                  </a:lnTo>
                  <a:lnTo>
                    <a:pt x="2543188" y="1162449"/>
                  </a:lnTo>
                  <a:lnTo>
                    <a:pt x="2590566" y="1202818"/>
                  </a:lnTo>
                  <a:lnTo>
                    <a:pt x="2637528" y="1240492"/>
                  </a:lnTo>
                  <a:lnTo>
                    <a:pt x="2684285" y="1275374"/>
                  </a:lnTo>
                  <a:lnTo>
                    <a:pt x="2731153" y="1307452"/>
                  </a:lnTo>
                  <a:lnTo>
                    <a:pt x="2770117" y="1331791"/>
                  </a:lnTo>
                  <a:lnTo>
                    <a:pt x="2819481" y="1359482"/>
                  </a:lnTo>
                  <a:lnTo>
                    <a:pt x="2870537" y="1384370"/>
                  </a:lnTo>
                  <a:lnTo>
                    <a:pt x="2924094" y="1406601"/>
                  </a:lnTo>
                  <a:lnTo>
                    <a:pt x="2981057" y="1426421"/>
                  </a:lnTo>
                  <a:lnTo>
                    <a:pt x="3042343" y="1444107"/>
                  </a:lnTo>
                  <a:lnTo>
                    <a:pt x="3108807" y="1459923"/>
                  </a:lnTo>
                  <a:lnTo>
                    <a:pt x="3181139" y="1474103"/>
                  </a:lnTo>
                  <a:lnTo>
                    <a:pt x="3259726" y="1486834"/>
                  </a:lnTo>
                  <a:lnTo>
                    <a:pt x="3344476" y="1498250"/>
                  </a:lnTo>
                  <a:lnTo>
                    <a:pt x="3434606" y="1508434"/>
                  </a:lnTo>
                  <a:lnTo>
                    <a:pt x="3528439" y="1517419"/>
                  </a:lnTo>
                  <a:lnTo>
                    <a:pt x="3623265" y="1525198"/>
                  </a:lnTo>
                  <a:lnTo>
                    <a:pt x="3715402" y="1531743"/>
                  </a:lnTo>
                  <a:lnTo>
                    <a:pt x="3800514" y="1537030"/>
                  </a:lnTo>
                  <a:lnTo>
                    <a:pt x="3874259" y="1541073"/>
                  </a:lnTo>
                  <a:lnTo>
                    <a:pt x="3933139" y="1543943"/>
                  </a:lnTo>
                  <a:lnTo>
                    <a:pt x="3975319" y="1545782"/>
                  </a:lnTo>
                  <a:lnTo>
                    <a:pt x="4001156" y="1546795"/>
                  </a:lnTo>
                  <a:lnTo>
                    <a:pt x="4013279" y="1547224"/>
                  </a:lnTo>
                  <a:lnTo>
                    <a:pt x="4016409" y="1547324"/>
                  </a:lnTo>
                  <a:lnTo>
                    <a:pt x="4538543" y="1547324"/>
                  </a:lnTo>
                  <a:lnTo>
                    <a:pt x="4539774" y="1547279"/>
                  </a:lnTo>
                  <a:lnTo>
                    <a:pt x="4547831" y="1546951"/>
                  </a:lnTo>
                  <a:lnTo>
                    <a:pt x="4567995" y="1546045"/>
                  </a:lnTo>
                  <a:lnTo>
                    <a:pt x="4603669" y="1544266"/>
                  </a:lnTo>
                  <a:lnTo>
                    <a:pt x="4656078" y="1541350"/>
                  </a:lnTo>
                  <a:lnTo>
                    <a:pt x="4724201" y="1537100"/>
                  </a:lnTo>
                  <a:lnTo>
                    <a:pt x="4805121" y="1531397"/>
                  </a:lnTo>
                  <a:lnTo>
                    <a:pt x="4894758" y="1524204"/>
                  </a:lnTo>
                  <a:lnTo>
                    <a:pt x="4988722" y="1515536"/>
                  </a:lnTo>
                  <a:lnTo>
                    <a:pt x="5083048" y="1505426"/>
                  </a:lnTo>
                  <a:lnTo>
                    <a:pt x="5174648" y="1493897"/>
                  </a:lnTo>
                  <a:lnTo>
                    <a:pt x="5261456" y="1480931"/>
                  </a:lnTo>
                  <a:lnTo>
                    <a:pt x="5342359" y="1466455"/>
                  </a:lnTo>
                  <a:lnTo>
                    <a:pt x="5417014" y="1450334"/>
                  </a:lnTo>
                  <a:lnTo>
                    <a:pt x="5485631" y="1432373"/>
                  </a:lnTo>
                  <a:lnTo>
                    <a:pt x="5548790" y="1412317"/>
                  </a:lnTo>
                  <a:lnTo>
                    <a:pt x="5607282" y="1389868"/>
                  </a:lnTo>
                  <a:lnTo>
                    <a:pt x="5662003" y="1364699"/>
                  </a:lnTo>
                  <a:lnTo>
                    <a:pt x="5713862" y="1336497"/>
                  </a:lnTo>
                  <a:lnTo>
                    <a:pt x="5763711" y="1305026"/>
                  </a:lnTo>
                  <a:lnTo>
                    <a:pt x="5784835" y="1290378"/>
                  </a:lnTo>
                  <a:lnTo>
                    <a:pt x="5830220" y="1256337"/>
                  </a:lnTo>
                  <a:lnTo>
                    <a:pt x="5875163" y="1219269"/>
                  </a:lnTo>
                  <a:lnTo>
                    <a:pt x="5920036" y="1179118"/>
                  </a:lnTo>
                  <a:lnTo>
                    <a:pt x="5965112" y="1135907"/>
                  </a:lnTo>
                  <a:lnTo>
                    <a:pt x="6010575" y="1089738"/>
                  </a:lnTo>
                  <a:lnTo>
                    <a:pt x="6056530" y="1040812"/>
                  </a:lnTo>
                  <a:lnTo>
                    <a:pt x="6103009" y="989417"/>
                  </a:lnTo>
                  <a:lnTo>
                    <a:pt x="6149984" y="935938"/>
                  </a:lnTo>
                  <a:lnTo>
                    <a:pt x="6197374" y="880838"/>
                  </a:lnTo>
                  <a:lnTo>
                    <a:pt x="6245054" y="824650"/>
                  </a:lnTo>
                  <a:lnTo>
                    <a:pt x="6292874" y="767951"/>
                  </a:lnTo>
                  <a:lnTo>
                    <a:pt x="6340669" y="711343"/>
                  </a:lnTo>
                  <a:lnTo>
                    <a:pt x="6388277" y="655423"/>
                  </a:lnTo>
                  <a:lnTo>
                    <a:pt x="6435553" y="600757"/>
                  </a:lnTo>
                  <a:lnTo>
                    <a:pt x="6482385" y="547860"/>
                  </a:lnTo>
                  <a:lnTo>
                    <a:pt x="6528707" y="497171"/>
                  </a:lnTo>
                  <a:lnTo>
                    <a:pt x="6574507" y="449048"/>
                  </a:lnTo>
                  <a:lnTo>
                    <a:pt x="6619839" y="403752"/>
                  </a:lnTo>
                  <a:lnTo>
                    <a:pt x="6664831" y="361454"/>
                  </a:lnTo>
                  <a:lnTo>
                    <a:pt x="6709693" y="322232"/>
                  </a:lnTo>
                  <a:lnTo>
                    <a:pt x="6754724" y="286083"/>
                  </a:lnTo>
                  <a:lnTo>
                    <a:pt x="6786527" y="262593"/>
                  </a:lnTo>
                  <a:lnTo>
                    <a:pt x="6835739" y="229676"/>
                  </a:lnTo>
                  <a:lnTo>
                    <a:pt x="6886630" y="200081"/>
                  </a:lnTo>
                  <a:lnTo>
                    <a:pt x="6940003" y="173636"/>
                  </a:lnTo>
                  <a:lnTo>
                    <a:pt x="6996751" y="150051"/>
                  </a:lnTo>
                  <a:lnTo>
                    <a:pt x="7057786" y="128999"/>
                  </a:lnTo>
                  <a:lnTo>
                    <a:pt x="7123956" y="110166"/>
                  </a:lnTo>
                  <a:lnTo>
                    <a:pt x="7195948" y="93277"/>
                  </a:lnTo>
                  <a:lnTo>
                    <a:pt x="7274153" y="78110"/>
                  </a:lnTo>
                  <a:lnTo>
                    <a:pt x="7358494" y="64503"/>
                  </a:lnTo>
                  <a:lnTo>
                    <a:pt x="7448216" y="52357"/>
                  </a:lnTo>
                  <a:lnTo>
                    <a:pt x="7541682" y="41633"/>
                  </a:lnTo>
                  <a:lnTo>
                    <a:pt x="7636244" y="32337"/>
                  </a:lnTo>
                  <a:lnTo>
                    <a:pt x="7728281" y="24502"/>
                  </a:lnTo>
                  <a:lnTo>
                    <a:pt x="7813510" y="18156"/>
                  </a:lnTo>
                  <a:lnTo>
                    <a:pt x="7887613" y="13287"/>
                  </a:lnTo>
                  <a:lnTo>
                    <a:pt x="7947069" y="9813"/>
                  </a:lnTo>
                  <a:lnTo>
                    <a:pt x="7989965" y="7572"/>
                  </a:lnTo>
                  <a:lnTo>
                    <a:pt x="8016542" y="6323"/>
                  </a:lnTo>
                  <a:lnTo>
                    <a:pt x="8029289" y="5783"/>
                  </a:lnTo>
                  <a:lnTo>
                    <a:pt x="8032819" y="5647"/>
                  </a:lnTo>
                  <a:lnTo>
                    <a:pt x="8554953" y="5647"/>
                  </a:lnTo>
                  <a:lnTo>
                    <a:pt x="8554953" y="0"/>
                  </a:lnTo>
                  <a:lnTo>
                    <a:pt x="8032819" y="0"/>
                  </a:lnTo>
                  <a:lnTo>
                    <a:pt x="8031588" y="45"/>
                  </a:lnTo>
                  <a:lnTo>
                    <a:pt x="8023531" y="373"/>
                  </a:lnTo>
                  <a:lnTo>
                    <a:pt x="8003367" y="1279"/>
                  </a:lnTo>
                  <a:lnTo>
                    <a:pt x="7967693" y="3058"/>
                  </a:lnTo>
                  <a:lnTo>
                    <a:pt x="7915284" y="5974"/>
                  </a:lnTo>
                  <a:lnTo>
                    <a:pt x="7847161" y="10224"/>
                  </a:lnTo>
                  <a:lnTo>
                    <a:pt x="7766240" y="15927"/>
                  </a:lnTo>
                  <a:lnTo>
                    <a:pt x="7676603" y="23120"/>
                  </a:lnTo>
                  <a:lnTo>
                    <a:pt x="7582640" y="31788"/>
                  </a:lnTo>
                  <a:lnTo>
                    <a:pt x="7488314" y="41898"/>
                  </a:lnTo>
                  <a:lnTo>
                    <a:pt x="7396714" y="53426"/>
                  </a:lnTo>
                  <a:lnTo>
                    <a:pt x="7309906" y="66393"/>
                  </a:lnTo>
                  <a:lnTo>
                    <a:pt x="7229003" y="80869"/>
                  </a:lnTo>
                  <a:lnTo>
                    <a:pt x="7154348" y="96990"/>
                  </a:lnTo>
                  <a:lnTo>
                    <a:pt x="7085731" y="114951"/>
                  </a:lnTo>
                  <a:lnTo>
                    <a:pt x="7022572" y="135007"/>
                  </a:lnTo>
                  <a:lnTo>
                    <a:pt x="6964080" y="157456"/>
                  </a:lnTo>
                  <a:lnTo>
                    <a:pt x="6909359" y="182625"/>
                  </a:lnTo>
                  <a:lnTo>
                    <a:pt x="6857500" y="210827"/>
                  </a:lnTo>
                  <a:lnTo>
                    <a:pt x="6807651" y="242298"/>
                  </a:lnTo>
                  <a:lnTo>
                    <a:pt x="6786527" y="256946"/>
                  </a:lnTo>
                  <a:lnTo>
                    <a:pt x="6741142" y="290987"/>
                  </a:lnTo>
                  <a:lnTo>
                    <a:pt x="6696199" y="328055"/>
                  </a:lnTo>
                  <a:lnTo>
                    <a:pt x="6651326" y="368205"/>
                  </a:lnTo>
                  <a:lnTo>
                    <a:pt x="6606250" y="411417"/>
                  </a:lnTo>
                  <a:lnTo>
                    <a:pt x="6560787" y="457585"/>
                  </a:lnTo>
                  <a:lnTo>
                    <a:pt x="6514832" y="506512"/>
                  </a:lnTo>
                  <a:lnTo>
                    <a:pt x="6468353" y="557907"/>
                  </a:lnTo>
                  <a:lnTo>
                    <a:pt x="6421378" y="611386"/>
                  </a:lnTo>
                  <a:lnTo>
                    <a:pt x="6373988" y="666486"/>
                  </a:lnTo>
                  <a:lnTo>
                    <a:pt x="6326308" y="722674"/>
                  </a:lnTo>
                  <a:lnTo>
                    <a:pt x="6278488" y="779373"/>
                  </a:lnTo>
                  <a:lnTo>
                    <a:pt x="6230693" y="835981"/>
                  </a:lnTo>
                  <a:lnTo>
                    <a:pt x="6183085" y="891901"/>
                  </a:lnTo>
                  <a:lnTo>
                    <a:pt x="6135809" y="946567"/>
                  </a:lnTo>
                  <a:lnTo>
                    <a:pt x="6088976" y="999464"/>
                  </a:lnTo>
                  <a:lnTo>
                    <a:pt x="6042655" y="1050153"/>
                  </a:lnTo>
                  <a:lnTo>
                    <a:pt x="5996855" y="1098276"/>
                  </a:lnTo>
                  <a:lnTo>
                    <a:pt x="5951523" y="1143572"/>
                  </a:lnTo>
                  <a:lnTo>
                    <a:pt x="5906531" y="1185870"/>
                  </a:lnTo>
                  <a:lnTo>
                    <a:pt x="5861669" y="1225092"/>
                  </a:lnTo>
                  <a:lnTo>
                    <a:pt x="5816638" y="1261241"/>
                  </a:lnTo>
                  <a:lnTo>
                    <a:pt x="5784835" y="1284731"/>
                  </a:lnTo>
                  <a:lnTo>
                    <a:pt x="5735623" y="1317648"/>
                  </a:lnTo>
                  <a:lnTo>
                    <a:pt x="5684732" y="1347243"/>
                  </a:lnTo>
                  <a:lnTo>
                    <a:pt x="5631359" y="1373687"/>
                  </a:lnTo>
                  <a:lnTo>
                    <a:pt x="5574611" y="1397273"/>
                  </a:lnTo>
                  <a:lnTo>
                    <a:pt x="5513576" y="1418325"/>
                  </a:lnTo>
                  <a:lnTo>
                    <a:pt x="5447406" y="1437158"/>
                  </a:lnTo>
                  <a:lnTo>
                    <a:pt x="5375414" y="1454047"/>
                  </a:lnTo>
                  <a:lnTo>
                    <a:pt x="5297209" y="1469214"/>
                  </a:lnTo>
                  <a:lnTo>
                    <a:pt x="5212868" y="1482821"/>
                  </a:lnTo>
                  <a:lnTo>
                    <a:pt x="5123146" y="1494967"/>
                  </a:lnTo>
                  <a:lnTo>
                    <a:pt x="5029680" y="1505691"/>
                  </a:lnTo>
                  <a:lnTo>
                    <a:pt x="4935118" y="1514987"/>
                  </a:lnTo>
                  <a:lnTo>
                    <a:pt x="4843081" y="1522822"/>
                  </a:lnTo>
                  <a:lnTo>
                    <a:pt x="4757852" y="1529168"/>
                  </a:lnTo>
                  <a:lnTo>
                    <a:pt x="4683749" y="1534037"/>
                  </a:lnTo>
                  <a:lnTo>
                    <a:pt x="4624293" y="1537510"/>
                  </a:lnTo>
                  <a:lnTo>
                    <a:pt x="4581397" y="1539752"/>
                  </a:lnTo>
                  <a:lnTo>
                    <a:pt x="4554820" y="1541001"/>
                  </a:lnTo>
                  <a:lnTo>
                    <a:pt x="4542073" y="1541541"/>
                  </a:lnTo>
                  <a:lnTo>
                    <a:pt x="4538543" y="1541677"/>
                  </a:lnTo>
                  <a:lnTo>
                    <a:pt x="4016409" y="1541677"/>
                  </a:lnTo>
                  <a:lnTo>
                    <a:pt x="4015167" y="1541638"/>
                  </a:lnTo>
                  <a:lnTo>
                    <a:pt x="4007039" y="1541361"/>
                  </a:lnTo>
                  <a:lnTo>
                    <a:pt x="3986705" y="1540594"/>
                  </a:lnTo>
                  <a:lnTo>
                    <a:pt x="3950746" y="1539088"/>
                  </a:lnTo>
                  <a:lnTo>
                    <a:pt x="3897949" y="1536620"/>
                  </a:lnTo>
                  <a:lnTo>
                    <a:pt x="3829377" y="1533024"/>
                  </a:lnTo>
                  <a:lnTo>
                    <a:pt x="3747996" y="1528202"/>
                  </a:lnTo>
                  <a:lnTo>
                    <a:pt x="3657939" y="1522121"/>
                  </a:lnTo>
                  <a:lnTo>
                    <a:pt x="3563635" y="1514796"/>
                  </a:lnTo>
                  <a:lnTo>
                    <a:pt x="3469063" y="1506255"/>
                  </a:lnTo>
                  <a:lnTo>
                    <a:pt x="3377311" y="1496517"/>
                  </a:lnTo>
                  <a:lnTo>
                    <a:pt x="3290433" y="1485564"/>
                  </a:lnTo>
                  <a:lnTo>
                    <a:pt x="3209520" y="1473334"/>
                  </a:lnTo>
                  <a:lnTo>
                    <a:pt x="3134894" y="1459710"/>
                  </a:lnTo>
                  <a:lnTo>
                    <a:pt x="3066323" y="1444525"/>
                  </a:lnTo>
                  <a:lnTo>
                    <a:pt x="3003212" y="1427561"/>
                  </a:lnTo>
                  <a:lnTo>
                    <a:pt x="2944753" y="1408564"/>
                  </a:lnTo>
                  <a:lnTo>
                    <a:pt x="2890042" y="1387258"/>
                  </a:lnTo>
                  <a:lnTo>
                    <a:pt x="2838160" y="1363379"/>
                  </a:lnTo>
                  <a:lnTo>
                    <a:pt x="2788255" y="1336733"/>
                  </a:lnTo>
                  <a:lnTo>
                    <a:pt x="2770117" y="1326144"/>
                  </a:lnTo>
                  <a:lnTo>
                    <a:pt x="2722835" y="1296332"/>
                  </a:lnTo>
                  <a:lnTo>
                    <a:pt x="2676015" y="1263760"/>
                  </a:lnTo>
                  <a:lnTo>
                    <a:pt x="2629242" y="1228381"/>
                  </a:lnTo>
                  <a:lnTo>
                    <a:pt x="2582219" y="1190220"/>
                  </a:lnTo>
                  <a:lnTo>
                    <a:pt x="2534751" y="1149392"/>
                  </a:lnTo>
                  <a:lnTo>
                    <a:pt x="2486737" y="1106100"/>
                  </a:lnTo>
                  <a:lnTo>
                    <a:pt x="2438156" y="1060641"/>
                  </a:lnTo>
                  <a:lnTo>
                    <a:pt x="2389056" y="1013401"/>
                  </a:lnTo>
                  <a:lnTo>
                    <a:pt x="2339548" y="964843"/>
                  </a:lnTo>
                  <a:lnTo>
                    <a:pt x="2289784" y="915488"/>
                  </a:lnTo>
                  <a:lnTo>
                    <a:pt x="2239943" y="865899"/>
                  </a:lnTo>
                  <a:lnTo>
                    <a:pt x="2190211" y="816645"/>
                  </a:lnTo>
                  <a:lnTo>
                    <a:pt x="2140766" y="768283"/>
                  </a:lnTo>
                  <a:lnTo>
                    <a:pt x="2091751" y="721326"/>
                  </a:lnTo>
                  <a:lnTo>
                    <a:pt x="2043268" y="676225"/>
                  </a:lnTo>
                  <a:lnTo>
                    <a:pt x="1995355" y="633350"/>
                  </a:lnTo>
                  <a:lnTo>
                    <a:pt x="1947976" y="592982"/>
                  </a:lnTo>
                  <a:lnTo>
                    <a:pt x="1901014" y="555308"/>
                  </a:lnTo>
                  <a:lnTo>
                    <a:pt x="1854258" y="520425"/>
                  </a:lnTo>
                  <a:lnTo>
                    <a:pt x="1807389" y="488347"/>
                  </a:lnTo>
                  <a:lnTo>
                    <a:pt x="1768425" y="464009"/>
                  </a:lnTo>
                  <a:lnTo>
                    <a:pt x="1719061" y="436317"/>
                  </a:lnTo>
                  <a:lnTo>
                    <a:pt x="1668005" y="411429"/>
                  </a:lnTo>
                  <a:lnTo>
                    <a:pt x="1614448" y="389198"/>
                  </a:lnTo>
                  <a:lnTo>
                    <a:pt x="1557486" y="369378"/>
                  </a:lnTo>
                  <a:lnTo>
                    <a:pt x="1496200" y="351693"/>
                  </a:lnTo>
                  <a:lnTo>
                    <a:pt x="1429735" y="335876"/>
                  </a:lnTo>
                  <a:lnTo>
                    <a:pt x="1357403" y="321696"/>
                  </a:lnTo>
                  <a:lnTo>
                    <a:pt x="1278816" y="308966"/>
                  </a:lnTo>
                  <a:lnTo>
                    <a:pt x="1194066" y="297550"/>
                  </a:lnTo>
                  <a:lnTo>
                    <a:pt x="1103936" y="287366"/>
                  </a:lnTo>
                  <a:lnTo>
                    <a:pt x="1010104" y="278381"/>
                  </a:lnTo>
                  <a:lnTo>
                    <a:pt x="915277" y="270602"/>
                  </a:lnTo>
                  <a:lnTo>
                    <a:pt x="823140" y="264057"/>
                  </a:lnTo>
                  <a:lnTo>
                    <a:pt x="738028" y="258769"/>
                  </a:lnTo>
                  <a:lnTo>
                    <a:pt x="664283" y="254726"/>
                  </a:lnTo>
                  <a:lnTo>
                    <a:pt x="605404" y="251856"/>
                  </a:lnTo>
                  <a:lnTo>
                    <a:pt x="563223" y="250017"/>
                  </a:lnTo>
                  <a:lnTo>
                    <a:pt x="537387" y="249005"/>
                  </a:lnTo>
                  <a:lnTo>
                    <a:pt x="525263" y="248576"/>
                  </a:lnTo>
                  <a:lnTo>
                    <a:pt x="522133" y="248475"/>
                  </a:lnTo>
                  <a:lnTo>
                    <a:pt x="0" y="248475"/>
                  </a:lnTo>
                  <a:close/>
                </a:path>
              </a:pathLst>
            </a:custGeom>
            <a:solidFill>
              <a:srgbClr val="8FA8D6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306" name="pl306"/>
            <p:cNvSpPr/>
            <p:nvPr/>
          </p:nvSpPr>
          <p:spPr>
            <a:xfrm>
              <a:off x="386606" y="1513081"/>
              <a:ext cx="8554953" cy="1541677"/>
            </a:xfrm>
            <a:custGeom>
              <a:avLst/>
              <a:pathLst>
                <a:path w="8554953" h="1541677">
                  <a:moveTo>
                    <a:pt x="0" y="248475"/>
                  </a:moveTo>
                  <a:lnTo>
                    <a:pt x="522133" y="248475"/>
                  </a:lnTo>
                  <a:lnTo>
                    <a:pt x="523376" y="248514"/>
                  </a:lnTo>
                  <a:lnTo>
                    <a:pt x="531503" y="248791"/>
                  </a:lnTo>
                  <a:lnTo>
                    <a:pt x="551837" y="249558"/>
                  </a:lnTo>
                  <a:lnTo>
                    <a:pt x="587796" y="251064"/>
                  </a:lnTo>
                  <a:lnTo>
                    <a:pt x="640593" y="253532"/>
                  </a:lnTo>
                  <a:lnTo>
                    <a:pt x="709165" y="257128"/>
                  </a:lnTo>
                  <a:lnTo>
                    <a:pt x="790546" y="261951"/>
                  </a:lnTo>
                  <a:lnTo>
                    <a:pt x="880603" y="268031"/>
                  </a:lnTo>
                  <a:lnTo>
                    <a:pt x="974908" y="275357"/>
                  </a:lnTo>
                  <a:lnTo>
                    <a:pt x="1069480" y="283897"/>
                  </a:lnTo>
                  <a:lnTo>
                    <a:pt x="1161231" y="293636"/>
                  </a:lnTo>
                  <a:lnTo>
                    <a:pt x="1248109" y="304588"/>
                  </a:lnTo>
                  <a:lnTo>
                    <a:pt x="1329022" y="316819"/>
                  </a:lnTo>
                  <a:lnTo>
                    <a:pt x="1403648" y="330442"/>
                  </a:lnTo>
                  <a:lnTo>
                    <a:pt x="1472219" y="345628"/>
                  </a:lnTo>
                  <a:lnTo>
                    <a:pt x="1535330" y="362591"/>
                  </a:lnTo>
                  <a:lnTo>
                    <a:pt x="1593789" y="381588"/>
                  </a:lnTo>
                  <a:lnTo>
                    <a:pt x="1648500" y="402894"/>
                  </a:lnTo>
                  <a:lnTo>
                    <a:pt x="1700382" y="426774"/>
                  </a:lnTo>
                  <a:lnTo>
                    <a:pt x="1750288" y="453419"/>
                  </a:lnTo>
                  <a:lnTo>
                    <a:pt x="1768425" y="464009"/>
                  </a:lnTo>
                  <a:lnTo>
                    <a:pt x="1815707" y="493820"/>
                  </a:lnTo>
                  <a:lnTo>
                    <a:pt x="1862528" y="526392"/>
                  </a:lnTo>
                  <a:lnTo>
                    <a:pt x="1909301" y="561772"/>
                  </a:lnTo>
                  <a:lnTo>
                    <a:pt x="1956324" y="599932"/>
                  </a:lnTo>
                  <a:lnTo>
                    <a:pt x="2003791" y="640760"/>
                  </a:lnTo>
                  <a:lnTo>
                    <a:pt x="2051805" y="684052"/>
                  </a:lnTo>
                  <a:lnTo>
                    <a:pt x="2100387" y="729511"/>
                  </a:lnTo>
                  <a:lnTo>
                    <a:pt x="2149486" y="776751"/>
                  </a:lnTo>
                  <a:lnTo>
                    <a:pt x="2198994" y="825310"/>
                  </a:lnTo>
                  <a:lnTo>
                    <a:pt x="2248758" y="874664"/>
                  </a:lnTo>
                  <a:lnTo>
                    <a:pt x="2298599" y="924254"/>
                  </a:lnTo>
                  <a:lnTo>
                    <a:pt x="2348331" y="973507"/>
                  </a:lnTo>
                  <a:lnTo>
                    <a:pt x="2397777" y="1021869"/>
                  </a:lnTo>
                  <a:lnTo>
                    <a:pt x="2446791" y="1068826"/>
                  </a:lnTo>
                  <a:lnTo>
                    <a:pt x="2495274" y="1113927"/>
                  </a:lnTo>
                  <a:lnTo>
                    <a:pt x="2543188" y="1156802"/>
                  </a:lnTo>
                  <a:lnTo>
                    <a:pt x="2590566" y="1197170"/>
                  </a:lnTo>
                  <a:lnTo>
                    <a:pt x="2637528" y="1234845"/>
                  </a:lnTo>
                  <a:lnTo>
                    <a:pt x="2684285" y="1269727"/>
                  </a:lnTo>
                  <a:lnTo>
                    <a:pt x="2731153" y="1301805"/>
                  </a:lnTo>
                  <a:lnTo>
                    <a:pt x="2770117" y="1326144"/>
                  </a:lnTo>
                  <a:lnTo>
                    <a:pt x="2819481" y="1353835"/>
                  </a:lnTo>
                  <a:lnTo>
                    <a:pt x="2870537" y="1378723"/>
                  </a:lnTo>
                  <a:lnTo>
                    <a:pt x="2924094" y="1400954"/>
                  </a:lnTo>
                  <a:lnTo>
                    <a:pt x="2981057" y="1420774"/>
                  </a:lnTo>
                  <a:lnTo>
                    <a:pt x="3042343" y="1438460"/>
                  </a:lnTo>
                  <a:lnTo>
                    <a:pt x="3108807" y="1454276"/>
                  </a:lnTo>
                  <a:lnTo>
                    <a:pt x="3181139" y="1468456"/>
                  </a:lnTo>
                  <a:lnTo>
                    <a:pt x="3259726" y="1481186"/>
                  </a:lnTo>
                  <a:lnTo>
                    <a:pt x="3344476" y="1492602"/>
                  </a:lnTo>
                  <a:lnTo>
                    <a:pt x="3434606" y="1502787"/>
                  </a:lnTo>
                  <a:lnTo>
                    <a:pt x="3528439" y="1511772"/>
                  </a:lnTo>
                  <a:lnTo>
                    <a:pt x="3623265" y="1519550"/>
                  </a:lnTo>
                  <a:lnTo>
                    <a:pt x="3715402" y="1526095"/>
                  </a:lnTo>
                  <a:lnTo>
                    <a:pt x="3800514" y="1531383"/>
                  </a:lnTo>
                  <a:lnTo>
                    <a:pt x="3874259" y="1535426"/>
                  </a:lnTo>
                  <a:lnTo>
                    <a:pt x="3933139" y="1538296"/>
                  </a:lnTo>
                  <a:lnTo>
                    <a:pt x="3975319" y="1540135"/>
                  </a:lnTo>
                  <a:lnTo>
                    <a:pt x="4001156" y="1541148"/>
                  </a:lnTo>
                  <a:lnTo>
                    <a:pt x="4013279" y="1541577"/>
                  </a:lnTo>
                  <a:lnTo>
                    <a:pt x="4016344" y="1541675"/>
                  </a:lnTo>
                  <a:lnTo>
                    <a:pt x="4016409" y="1541677"/>
                  </a:lnTo>
                  <a:lnTo>
                    <a:pt x="4538543" y="1541677"/>
                  </a:lnTo>
                  <a:lnTo>
                    <a:pt x="4539774" y="1541631"/>
                  </a:lnTo>
                  <a:lnTo>
                    <a:pt x="4547831" y="1541304"/>
                  </a:lnTo>
                  <a:lnTo>
                    <a:pt x="4567995" y="1540398"/>
                  </a:lnTo>
                  <a:lnTo>
                    <a:pt x="4603669" y="1538619"/>
                  </a:lnTo>
                  <a:lnTo>
                    <a:pt x="4656078" y="1535703"/>
                  </a:lnTo>
                  <a:lnTo>
                    <a:pt x="4724201" y="1531452"/>
                  </a:lnTo>
                  <a:lnTo>
                    <a:pt x="4805121" y="1525750"/>
                  </a:lnTo>
                  <a:lnTo>
                    <a:pt x="4894758" y="1518557"/>
                  </a:lnTo>
                  <a:lnTo>
                    <a:pt x="4988722" y="1509889"/>
                  </a:lnTo>
                  <a:lnTo>
                    <a:pt x="5083048" y="1499779"/>
                  </a:lnTo>
                  <a:lnTo>
                    <a:pt x="5174648" y="1488250"/>
                  </a:lnTo>
                  <a:lnTo>
                    <a:pt x="5261456" y="1475284"/>
                  </a:lnTo>
                  <a:lnTo>
                    <a:pt x="5342359" y="1460808"/>
                  </a:lnTo>
                  <a:lnTo>
                    <a:pt x="5417014" y="1444687"/>
                  </a:lnTo>
                  <a:lnTo>
                    <a:pt x="5485631" y="1426726"/>
                  </a:lnTo>
                  <a:lnTo>
                    <a:pt x="5548790" y="1406670"/>
                  </a:lnTo>
                  <a:lnTo>
                    <a:pt x="5607282" y="1384221"/>
                  </a:lnTo>
                  <a:lnTo>
                    <a:pt x="5662003" y="1359052"/>
                  </a:lnTo>
                  <a:lnTo>
                    <a:pt x="5713862" y="1330850"/>
                  </a:lnTo>
                  <a:lnTo>
                    <a:pt x="5763711" y="1299379"/>
                  </a:lnTo>
                  <a:lnTo>
                    <a:pt x="5784835" y="1284731"/>
                  </a:lnTo>
                  <a:lnTo>
                    <a:pt x="5830220" y="1250690"/>
                  </a:lnTo>
                  <a:lnTo>
                    <a:pt x="5875163" y="1213621"/>
                  </a:lnTo>
                  <a:lnTo>
                    <a:pt x="5920036" y="1173471"/>
                  </a:lnTo>
                  <a:lnTo>
                    <a:pt x="5965112" y="1130259"/>
                  </a:lnTo>
                  <a:lnTo>
                    <a:pt x="6010575" y="1084091"/>
                  </a:lnTo>
                  <a:lnTo>
                    <a:pt x="6056530" y="1035164"/>
                  </a:lnTo>
                  <a:lnTo>
                    <a:pt x="6103009" y="983770"/>
                  </a:lnTo>
                  <a:lnTo>
                    <a:pt x="6149984" y="930291"/>
                  </a:lnTo>
                  <a:lnTo>
                    <a:pt x="6197374" y="875191"/>
                  </a:lnTo>
                  <a:lnTo>
                    <a:pt x="6245054" y="819002"/>
                  </a:lnTo>
                  <a:lnTo>
                    <a:pt x="6292874" y="762304"/>
                  </a:lnTo>
                  <a:lnTo>
                    <a:pt x="6340669" y="705696"/>
                  </a:lnTo>
                  <a:lnTo>
                    <a:pt x="6388277" y="649776"/>
                  </a:lnTo>
                  <a:lnTo>
                    <a:pt x="6435553" y="595110"/>
                  </a:lnTo>
                  <a:lnTo>
                    <a:pt x="6482385" y="542212"/>
                  </a:lnTo>
                  <a:lnTo>
                    <a:pt x="6528707" y="491524"/>
                  </a:lnTo>
                  <a:lnTo>
                    <a:pt x="6574507" y="443400"/>
                  </a:lnTo>
                  <a:lnTo>
                    <a:pt x="6619839" y="398105"/>
                  </a:lnTo>
                  <a:lnTo>
                    <a:pt x="6664831" y="355807"/>
                  </a:lnTo>
                  <a:lnTo>
                    <a:pt x="6709693" y="316585"/>
                  </a:lnTo>
                  <a:lnTo>
                    <a:pt x="6754724" y="280436"/>
                  </a:lnTo>
                  <a:lnTo>
                    <a:pt x="6786527" y="256946"/>
                  </a:lnTo>
                  <a:lnTo>
                    <a:pt x="6835739" y="224029"/>
                  </a:lnTo>
                  <a:lnTo>
                    <a:pt x="6886630" y="194434"/>
                  </a:lnTo>
                  <a:lnTo>
                    <a:pt x="6940003" y="167989"/>
                  </a:lnTo>
                  <a:lnTo>
                    <a:pt x="6996751" y="144404"/>
                  </a:lnTo>
                  <a:lnTo>
                    <a:pt x="7057786" y="123352"/>
                  </a:lnTo>
                  <a:lnTo>
                    <a:pt x="7123956" y="104519"/>
                  </a:lnTo>
                  <a:lnTo>
                    <a:pt x="7195948" y="87630"/>
                  </a:lnTo>
                  <a:lnTo>
                    <a:pt x="7274153" y="72462"/>
                  </a:lnTo>
                  <a:lnTo>
                    <a:pt x="7358494" y="58855"/>
                  </a:lnTo>
                  <a:lnTo>
                    <a:pt x="7448216" y="46710"/>
                  </a:lnTo>
                  <a:lnTo>
                    <a:pt x="7541682" y="35986"/>
                  </a:lnTo>
                  <a:lnTo>
                    <a:pt x="7636244" y="26690"/>
                  </a:lnTo>
                  <a:lnTo>
                    <a:pt x="7728281" y="18855"/>
                  </a:lnTo>
                  <a:lnTo>
                    <a:pt x="7813510" y="12509"/>
                  </a:lnTo>
                  <a:lnTo>
                    <a:pt x="7887613" y="7640"/>
                  </a:lnTo>
                  <a:lnTo>
                    <a:pt x="7947069" y="4166"/>
                  </a:lnTo>
                  <a:lnTo>
                    <a:pt x="7989965" y="1925"/>
                  </a:lnTo>
                  <a:lnTo>
                    <a:pt x="8016542" y="676"/>
                  </a:lnTo>
                  <a:lnTo>
                    <a:pt x="8029289" y="135"/>
                  </a:lnTo>
                  <a:lnTo>
                    <a:pt x="8032716" y="3"/>
                  </a:lnTo>
                  <a:lnTo>
                    <a:pt x="8032819" y="0"/>
                  </a:lnTo>
                  <a:lnTo>
                    <a:pt x="8554953" y="0"/>
                  </a:lnTo>
                  <a:lnTo>
                    <a:pt x="8554953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307" name="pl307"/>
            <p:cNvSpPr/>
            <p:nvPr/>
          </p:nvSpPr>
          <p:spPr>
            <a:xfrm>
              <a:off x="386606" y="1507434"/>
              <a:ext cx="8554953" cy="1541677"/>
            </a:xfrm>
            <a:custGeom>
              <a:avLst/>
              <a:pathLst>
                <a:path w="8554953" h="1541677">
                  <a:moveTo>
                    <a:pt x="8554953" y="0"/>
                  </a:moveTo>
                  <a:lnTo>
                    <a:pt x="8032819" y="0"/>
                  </a:lnTo>
                  <a:lnTo>
                    <a:pt x="8031588" y="45"/>
                  </a:lnTo>
                  <a:lnTo>
                    <a:pt x="8023531" y="373"/>
                  </a:lnTo>
                  <a:lnTo>
                    <a:pt x="8003367" y="1279"/>
                  </a:lnTo>
                  <a:lnTo>
                    <a:pt x="7967693" y="3058"/>
                  </a:lnTo>
                  <a:lnTo>
                    <a:pt x="7915284" y="5974"/>
                  </a:lnTo>
                  <a:lnTo>
                    <a:pt x="7847161" y="10224"/>
                  </a:lnTo>
                  <a:lnTo>
                    <a:pt x="7766240" y="15927"/>
                  </a:lnTo>
                  <a:lnTo>
                    <a:pt x="7676603" y="23120"/>
                  </a:lnTo>
                  <a:lnTo>
                    <a:pt x="7582640" y="31788"/>
                  </a:lnTo>
                  <a:lnTo>
                    <a:pt x="7488314" y="41898"/>
                  </a:lnTo>
                  <a:lnTo>
                    <a:pt x="7396714" y="53426"/>
                  </a:lnTo>
                  <a:lnTo>
                    <a:pt x="7309906" y="66393"/>
                  </a:lnTo>
                  <a:lnTo>
                    <a:pt x="7229003" y="80869"/>
                  </a:lnTo>
                  <a:lnTo>
                    <a:pt x="7154348" y="96990"/>
                  </a:lnTo>
                  <a:lnTo>
                    <a:pt x="7085731" y="114951"/>
                  </a:lnTo>
                  <a:lnTo>
                    <a:pt x="7022572" y="135007"/>
                  </a:lnTo>
                  <a:lnTo>
                    <a:pt x="6964080" y="157456"/>
                  </a:lnTo>
                  <a:lnTo>
                    <a:pt x="6909359" y="182625"/>
                  </a:lnTo>
                  <a:lnTo>
                    <a:pt x="6857500" y="210827"/>
                  </a:lnTo>
                  <a:lnTo>
                    <a:pt x="6807651" y="242298"/>
                  </a:lnTo>
                  <a:lnTo>
                    <a:pt x="6786527" y="256946"/>
                  </a:lnTo>
                  <a:lnTo>
                    <a:pt x="6741142" y="290987"/>
                  </a:lnTo>
                  <a:lnTo>
                    <a:pt x="6696199" y="328055"/>
                  </a:lnTo>
                  <a:lnTo>
                    <a:pt x="6651326" y="368205"/>
                  </a:lnTo>
                  <a:lnTo>
                    <a:pt x="6606250" y="411417"/>
                  </a:lnTo>
                  <a:lnTo>
                    <a:pt x="6560787" y="457585"/>
                  </a:lnTo>
                  <a:lnTo>
                    <a:pt x="6514832" y="506512"/>
                  </a:lnTo>
                  <a:lnTo>
                    <a:pt x="6468353" y="557907"/>
                  </a:lnTo>
                  <a:lnTo>
                    <a:pt x="6421378" y="611386"/>
                  </a:lnTo>
                  <a:lnTo>
                    <a:pt x="6373988" y="666486"/>
                  </a:lnTo>
                  <a:lnTo>
                    <a:pt x="6326308" y="722674"/>
                  </a:lnTo>
                  <a:lnTo>
                    <a:pt x="6278488" y="779373"/>
                  </a:lnTo>
                  <a:lnTo>
                    <a:pt x="6230693" y="835981"/>
                  </a:lnTo>
                  <a:lnTo>
                    <a:pt x="6183085" y="891901"/>
                  </a:lnTo>
                  <a:lnTo>
                    <a:pt x="6135809" y="946567"/>
                  </a:lnTo>
                  <a:lnTo>
                    <a:pt x="6088976" y="999464"/>
                  </a:lnTo>
                  <a:lnTo>
                    <a:pt x="6042655" y="1050153"/>
                  </a:lnTo>
                  <a:lnTo>
                    <a:pt x="5996855" y="1098276"/>
                  </a:lnTo>
                  <a:lnTo>
                    <a:pt x="5951523" y="1143572"/>
                  </a:lnTo>
                  <a:lnTo>
                    <a:pt x="5906531" y="1185870"/>
                  </a:lnTo>
                  <a:lnTo>
                    <a:pt x="5861669" y="1225092"/>
                  </a:lnTo>
                  <a:lnTo>
                    <a:pt x="5816638" y="1261241"/>
                  </a:lnTo>
                  <a:lnTo>
                    <a:pt x="5784835" y="1284731"/>
                  </a:lnTo>
                  <a:lnTo>
                    <a:pt x="5735623" y="1317648"/>
                  </a:lnTo>
                  <a:lnTo>
                    <a:pt x="5684732" y="1347243"/>
                  </a:lnTo>
                  <a:lnTo>
                    <a:pt x="5631359" y="1373687"/>
                  </a:lnTo>
                  <a:lnTo>
                    <a:pt x="5574611" y="1397273"/>
                  </a:lnTo>
                  <a:lnTo>
                    <a:pt x="5513576" y="1418325"/>
                  </a:lnTo>
                  <a:lnTo>
                    <a:pt x="5447406" y="1437158"/>
                  </a:lnTo>
                  <a:lnTo>
                    <a:pt x="5375414" y="1454047"/>
                  </a:lnTo>
                  <a:lnTo>
                    <a:pt x="5297209" y="1469214"/>
                  </a:lnTo>
                  <a:lnTo>
                    <a:pt x="5212868" y="1482821"/>
                  </a:lnTo>
                  <a:lnTo>
                    <a:pt x="5123146" y="1494967"/>
                  </a:lnTo>
                  <a:lnTo>
                    <a:pt x="5029680" y="1505691"/>
                  </a:lnTo>
                  <a:lnTo>
                    <a:pt x="4935118" y="1514987"/>
                  </a:lnTo>
                  <a:lnTo>
                    <a:pt x="4843081" y="1522822"/>
                  </a:lnTo>
                  <a:lnTo>
                    <a:pt x="4757852" y="1529168"/>
                  </a:lnTo>
                  <a:lnTo>
                    <a:pt x="4683749" y="1534037"/>
                  </a:lnTo>
                  <a:lnTo>
                    <a:pt x="4624293" y="1537510"/>
                  </a:lnTo>
                  <a:lnTo>
                    <a:pt x="4581397" y="1539752"/>
                  </a:lnTo>
                  <a:lnTo>
                    <a:pt x="4554820" y="1541001"/>
                  </a:lnTo>
                  <a:lnTo>
                    <a:pt x="4542073" y="1541541"/>
                  </a:lnTo>
                  <a:lnTo>
                    <a:pt x="4538646" y="1541674"/>
                  </a:lnTo>
                  <a:lnTo>
                    <a:pt x="4538543" y="1541677"/>
                  </a:lnTo>
                  <a:lnTo>
                    <a:pt x="4016409" y="1541677"/>
                  </a:lnTo>
                  <a:lnTo>
                    <a:pt x="4015167" y="1541638"/>
                  </a:lnTo>
                  <a:lnTo>
                    <a:pt x="4007039" y="1541361"/>
                  </a:lnTo>
                  <a:lnTo>
                    <a:pt x="3986705" y="1540594"/>
                  </a:lnTo>
                  <a:lnTo>
                    <a:pt x="3950746" y="1539088"/>
                  </a:lnTo>
                  <a:lnTo>
                    <a:pt x="3897949" y="1536620"/>
                  </a:lnTo>
                  <a:lnTo>
                    <a:pt x="3829377" y="1533024"/>
                  </a:lnTo>
                  <a:lnTo>
                    <a:pt x="3747996" y="1528202"/>
                  </a:lnTo>
                  <a:lnTo>
                    <a:pt x="3657939" y="1522121"/>
                  </a:lnTo>
                  <a:lnTo>
                    <a:pt x="3563635" y="1514796"/>
                  </a:lnTo>
                  <a:lnTo>
                    <a:pt x="3469063" y="1506255"/>
                  </a:lnTo>
                  <a:lnTo>
                    <a:pt x="3377311" y="1496517"/>
                  </a:lnTo>
                  <a:lnTo>
                    <a:pt x="3290433" y="1485564"/>
                  </a:lnTo>
                  <a:lnTo>
                    <a:pt x="3209520" y="1473334"/>
                  </a:lnTo>
                  <a:lnTo>
                    <a:pt x="3134894" y="1459710"/>
                  </a:lnTo>
                  <a:lnTo>
                    <a:pt x="3066323" y="1444525"/>
                  </a:lnTo>
                  <a:lnTo>
                    <a:pt x="3003212" y="1427561"/>
                  </a:lnTo>
                  <a:lnTo>
                    <a:pt x="2944753" y="1408564"/>
                  </a:lnTo>
                  <a:lnTo>
                    <a:pt x="2890042" y="1387258"/>
                  </a:lnTo>
                  <a:lnTo>
                    <a:pt x="2838160" y="1363379"/>
                  </a:lnTo>
                  <a:lnTo>
                    <a:pt x="2788255" y="1336733"/>
                  </a:lnTo>
                  <a:lnTo>
                    <a:pt x="2770117" y="1326144"/>
                  </a:lnTo>
                  <a:lnTo>
                    <a:pt x="2722835" y="1296332"/>
                  </a:lnTo>
                  <a:lnTo>
                    <a:pt x="2676015" y="1263760"/>
                  </a:lnTo>
                  <a:lnTo>
                    <a:pt x="2629242" y="1228381"/>
                  </a:lnTo>
                  <a:lnTo>
                    <a:pt x="2582219" y="1190220"/>
                  </a:lnTo>
                  <a:lnTo>
                    <a:pt x="2534751" y="1149392"/>
                  </a:lnTo>
                  <a:lnTo>
                    <a:pt x="2486737" y="1106100"/>
                  </a:lnTo>
                  <a:lnTo>
                    <a:pt x="2438156" y="1060641"/>
                  </a:lnTo>
                  <a:lnTo>
                    <a:pt x="2389056" y="1013401"/>
                  </a:lnTo>
                  <a:lnTo>
                    <a:pt x="2339548" y="964843"/>
                  </a:lnTo>
                  <a:lnTo>
                    <a:pt x="2289784" y="915488"/>
                  </a:lnTo>
                  <a:lnTo>
                    <a:pt x="2239943" y="865899"/>
                  </a:lnTo>
                  <a:lnTo>
                    <a:pt x="2190211" y="816645"/>
                  </a:lnTo>
                  <a:lnTo>
                    <a:pt x="2140766" y="768283"/>
                  </a:lnTo>
                  <a:lnTo>
                    <a:pt x="2091751" y="721326"/>
                  </a:lnTo>
                  <a:lnTo>
                    <a:pt x="2043268" y="676225"/>
                  </a:lnTo>
                  <a:lnTo>
                    <a:pt x="1995355" y="633350"/>
                  </a:lnTo>
                  <a:lnTo>
                    <a:pt x="1947976" y="592982"/>
                  </a:lnTo>
                  <a:lnTo>
                    <a:pt x="1901014" y="555308"/>
                  </a:lnTo>
                  <a:lnTo>
                    <a:pt x="1854258" y="520425"/>
                  </a:lnTo>
                  <a:lnTo>
                    <a:pt x="1807389" y="488347"/>
                  </a:lnTo>
                  <a:lnTo>
                    <a:pt x="1768425" y="464009"/>
                  </a:lnTo>
                  <a:lnTo>
                    <a:pt x="1719061" y="436317"/>
                  </a:lnTo>
                  <a:lnTo>
                    <a:pt x="1668005" y="411429"/>
                  </a:lnTo>
                  <a:lnTo>
                    <a:pt x="1614448" y="389198"/>
                  </a:lnTo>
                  <a:lnTo>
                    <a:pt x="1557486" y="369378"/>
                  </a:lnTo>
                  <a:lnTo>
                    <a:pt x="1496200" y="351693"/>
                  </a:lnTo>
                  <a:lnTo>
                    <a:pt x="1429735" y="335876"/>
                  </a:lnTo>
                  <a:lnTo>
                    <a:pt x="1357403" y="321696"/>
                  </a:lnTo>
                  <a:lnTo>
                    <a:pt x="1278816" y="308966"/>
                  </a:lnTo>
                  <a:lnTo>
                    <a:pt x="1194066" y="297550"/>
                  </a:lnTo>
                  <a:lnTo>
                    <a:pt x="1103936" y="287366"/>
                  </a:lnTo>
                  <a:lnTo>
                    <a:pt x="1010104" y="278381"/>
                  </a:lnTo>
                  <a:lnTo>
                    <a:pt x="915277" y="270602"/>
                  </a:lnTo>
                  <a:lnTo>
                    <a:pt x="823140" y="264057"/>
                  </a:lnTo>
                  <a:lnTo>
                    <a:pt x="738028" y="258769"/>
                  </a:lnTo>
                  <a:lnTo>
                    <a:pt x="664283" y="254726"/>
                  </a:lnTo>
                  <a:lnTo>
                    <a:pt x="605404" y="251856"/>
                  </a:lnTo>
                  <a:lnTo>
                    <a:pt x="563223" y="250017"/>
                  </a:lnTo>
                  <a:lnTo>
                    <a:pt x="537387" y="249005"/>
                  </a:lnTo>
                  <a:lnTo>
                    <a:pt x="525263" y="248576"/>
                  </a:lnTo>
                  <a:lnTo>
                    <a:pt x="522198" y="248477"/>
                  </a:lnTo>
                  <a:lnTo>
                    <a:pt x="522133" y="248475"/>
                  </a:lnTo>
                  <a:lnTo>
                    <a:pt x="0" y="248475"/>
                  </a:lnTo>
                  <a:lnTo>
                    <a:pt x="0" y="248475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308" name="pg308"/>
            <p:cNvSpPr/>
            <p:nvPr/>
          </p:nvSpPr>
          <p:spPr>
            <a:xfrm>
              <a:off x="386606" y="1716379"/>
              <a:ext cx="8554953" cy="1344026"/>
            </a:xfrm>
            <a:custGeom>
              <a:avLst/>
              <a:pathLst>
                <a:path w="8554953" h="1344026">
                  <a:moveTo>
                    <a:pt x="0" y="50824"/>
                  </a:moveTo>
                  <a:lnTo>
                    <a:pt x="522133" y="50824"/>
                  </a:lnTo>
                  <a:lnTo>
                    <a:pt x="523376" y="50863"/>
                  </a:lnTo>
                  <a:lnTo>
                    <a:pt x="531503" y="51140"/>
                  </a:lnTo>
                  <a:lnTo>
                    <a:pt x="551837" y="51907"/>
                  </a:lnTo>
                  <a:lnTo>
                    <a:pt x="587796" y="53413"/>
                  </a:lnTo>
                  <a:lnTo>
                    <a:pt x="640593" y="55881"/>
                  </a:lnTo>
                  <a:lnTo>
                    <a:pt x="709165" y="59477"/>
                  </a:lnTo>
                  <a:lnTo>
                    <a:pt x="790546" y="64300"/>
                  </a:lnTo>
                  <a:lnTo>
                    <a:pt x="880603" y="70380"/>
                  </a:lnTo>
                  <a:lnTo>
                    <a:pt x="974908" y="77706"/>
                  </a:lnTo>
                  <a:lnTo>
                    <a:pt x="1069480" y="86246"/>
                  </a:lnTo>
                  <a:lnTo>
                    <a:pt x="1161231" y="95985"/>
                  </a:lnTo>
                  <a:lnTo>
                    <a:pt x="1248109" y="106937"/>
                  </a:lnTo>
                  <a:lnTo>
                    <a:pt x="1329022" y="119168"/>
                  </a:lnTo>
                  <a:lnTo>
                    <a:pt x="1403648" y="132791"/>
                  </a:lnTo>
                  <a:lnTo>
                    <a:pt x="1472219" y="147977"/>
                  </a:lnTo>
                  <a:lnTo>
                    <a:pt x="1535330" y="164940"/>
                  </a:lnTo>
                  <a:lnTo>
                    <a:pt x="1593789" y="183937"/>
                  </a:lnTo>
                  <a:lnTo>
                    <a:pt x="1648500" y="205243"/>
                  </a:lnTo>
                  <a:lnTo>
                    <a:pt x="1700382" y="229123"/>
                  </a:lnTo>
                  <a:lnTo>
                    <a:pt x="1750288" y="255768"/>
                  </a:lnTo>
                  <a:lnTo>
                    <a:pt x="1768425" y="266358"/>
                  </a:lnTo>
                  <a:lnTo>
                    <a:pt x="1815707" y="296169"/>
                  </a:lnTo>
                  <a:lnTo>
                    <a:pt x="1862528" y="328741"/>
                  </a:lnTo>
                  <a:lnTo>
                    <a:pt x="1909301" y="364121"/>
                  </a:lnTo>
                  <a:lnTo>
                    <a:pt x="1956324" y="402281"/>
                  </a:lnTo>
                  <a:lnTo>
                    <a:pt x="2003791" y="443109"/>
                  </a:lnTo>
                  <a:lnTo>
                    <a:pt x="2051805" y="486401"/>
                  </a:lnTo>
                  <a:lnTo>
                    <a:pt x="2100387" y="531860"/>
                  </a:lnTo>
                  <a:lnTo>
                    <a:pt x="2149486" y="579100"/>
                  </a:lnTo>
                  <a:lnTo>
                    <a:pt x="2198994" y="627659"/>
                  </a:lnTo>
                  <a:lnTo>
                    <a:pt x="2248758" y="677013"/>
                  </a:lnTo>
                  <a:lnTo>
                    <a:pt x="2298599" y="726603"/>
                  </a:lnTo>
                  <a:lnTo>
                    <a:pt x="2348331" y="775856"/>
                  </a:lnTo>
                  <a:lnTo>
                    <a:pt x="2397777" y="824218"/>
                  </a:lnTo>
                  <a:lnTo>
                    <a:pt x="2446791" y="871175"/>
                  </a:lnTo>
                  <a:lnTo>
                    <a:pt x="2495274" y="916276"/>
                  </a:lnTo>
                  <a:lnTo>
                    <a:pt x="2543188" y="959151"/>
                  </a:lnTo>
                  <a:lnTo>
                    <a:pt x="2590566" y="999519"/>
                  </a:lnTo>
                  <a:lnTo>
                    <a:pt x="2637528" y="1037194"/>
                  </a:lnTo>
                  <a:lnTo>
                    <a:pt x="2684285" y="1072076"/>
                  </a:lnTo>
                  <a:lnTo>
                    <a:pt x="2731153" y="1104154"/>
                  </a:lnTo>
                  <a:lnTo>
                    <a:pt x="2770117" y="1128493"/>
                  </a:lnTo>
                  <a:lnTo>
                    <a:pt x="2819481" y="1156184"/>
                  </a:lnTo>
                  <a:lnTo>
                    <a:pt x="2870537" y="1181072"/>
                  </a:lnTo>
                  <a:lnTo>
                    <a:pt x="2924094" y="1203303"/>
                  </a:lnTo>
                  <a:lnTo>
                    <a:pt x="2981057" y="1223123"/>
                  </a:lnTo>
                  <a:lnTo>
                    <a:pt x="3042343" y="1240809"/>
                  </a:lnTo>
                  <a:lnTo>
                    <a:pt x="3108807" y="1256625"/>
                  </a:lnTo>
                  <a:lnTo>
                    <a:pt x="3181139" y="1270805"/>
                  </a:lnTo>
                  <a:lnTo>
                    <a:pt x="3259726" y="1283535"/>
                  </a:lnTo>
                  <a:lnTo>
                    <a:pt x="3344476" y="1294951"/>
                  </a:lnTo>
                  <a:lnTo>
                    <a:pt x="3434606" y="1305136"/>
                  </a:lnTo>
                  <a:lnTo>
                    <a:pt x="3528439" y="1314121"/>
                  </a:lnTo>
                  <a:lnTo>
                    <a:pt x="3623265" y="1321899"/>
                  </a:lnTo>
                  <a:lnTo>
                    <a:pt x="3715402" y="1328444"/>
                  </a:lnTo>
                  <a:lnTo>
                    <a:pt x="3800514" y="1333732"/>
                  </a:lnTo>
                  <a:lnTo>
                    <a:pt x="3874259" y="1337775"/>
                  </a:lnTo>
                  <a:lnTo>
                    <a:pt x="3933139" y="1340645"/>
                  </a:lnTo>
                  <a:lnTo>
                    <a:pt x="3975319" y="1342484"/>
                  </a:lnTo>
                  <a:lnTo>
                    <a:pt x="4001156" y="1343497"/>
                  </a:lnTo>
                  <a:lnTo>
                    <a:pt x="4013279" y="1343926"/>
                  </a:lnTo>
                  <a:lnTo>
                    <a:pt x="4016409" y="1344026"/>
                  </a:lnTo>
                  <a:lnTo>
                    <a:pt x="4538543" y="1344026"/>
                  </a:lnTo>
                  <a:lnTo>
                    <a:pt x="4539784" y="1343986"/>
                  </a:lnTo>
                  <a:lnTo>
                    <a:pt x="4547899" y="1343700"/>
                  </a:lnTo>
                  <a:lnTo>
                    <a:pt x="4568204" y="1342907"/>
                  </a:lnTo>
                  <a:lnTo>
                    <a:pt x="4604115" y="1341351"/>
                  </a:lnTo>
                  <a:lnTo>
                    <a:pt x="4656845" y="1338801"/>
                  </a:lnTo>
                  <a:lnTo>
                    <a:pt x="4725341" y="1335084"/>
                  </a:lnTo>
                  <a:lnTo>
                    <a:pt x="4806644" y="1330100"/>
                  </a:lnTo>
                  <a:lnTo>
                    <a:pt x="4896630" y="1323815"/>
                  </a:lnTo>
                  <a:lnTo>
                    <a:pt x="4990877" y="1316244"/>
                  </a:lnTo>
                  <a:lnTo>
                    <a:pt x="5085407" y="1307415"/>
                  </a:lnTo>
                  <a:lnTo>
                    <a:pt x="5177133" y="1297349"/>
                  </a:lnTo>
                  <a:lnTo>
                    <a:pt x="5263999" y="1286027"/>
                  </a:lnTo>
                  <a:lnTo>
                    <a:pt x="5344911" y="1273385"/>
                  </a:lnTo>
                  <a:lnTo>
                    <a:pt x="5419542" y="1259303"/>
                  </a:lnTo>
                  <a:lnTo>
                    <a:pt x="5488120" y="1243608"/>
                  </a:lnTo>
                  <a:lnTo>
                    <a:pt x="5551240" y="1226077"/>
                  </a:lnTo>
                  <a:lnTo>
                    <a:pt x="5609704" y="1206445"/>
                  </a:lnTo>
                  <a:lnTo>
                    <a:pt x="5664417" y="1184429"/>
                  </a:lnTo>
                  <a:lnTo>
                    <a:pt x="5716294" y="1159755"/>
                  </a:lnTo>
                  <a:lnTo>
                    <a:pt x="5766191" y="1132221"/>
                  </a:lnTo>
                  <a:lnTo>
                    <a:pt x="5784835" y="1120963"/>
                  </a:lnTo>
                  <a:lnTo>
                    <a:pt x="5831768" y="1090349"/>
                  </a:lnTo>
                  <a:lnTo>
                    <a:pt x="5878244" y="1056922"/>
                  </a:lnTo>
                  <a:lnTo>
                    <a:pt x="5924667" y="1020632"/>
                  </a:lnTo>
                  <a:lnTo>
                    <a:pt x="5971332" y="981505"/>
                  </a:lnTo>
                  <a:lnTo>
                    <a:pt x="6018429" y="939652"/>
                  </a:lnTo>
                  <a:lnTo>
                    <a:pt x="6066064" y="895278"/>
                  </a:lnTo>
                  <a:lnTo>
                    <a:pt x="6114259" y="848679"/>
                  </a:lnTo>
                  <a:lnTo>
                    <a:pt x="6162967" y="800242"/>
                  </a:lnTo>
                  <a:lnTo>
                    <a:pt x="6212086" y="750430"/>
                  </a:lnTo>
                  <a:lnTo>
                    <a:pt x="6261469" y="699769"/>
                  </a:lnTo>
                  <a:lnTo>
                    <a:pt x="6310941" y="648825"/>
                  </a:lnTo>
                  <a:lnTo>
                    <a:pt x="6360320" y="598177"/>
                  </a:lnTo>
                  <a:lnTo>
                    <a:pt x="6409432" y="548388"/>
                  </a:lnTo>
                  <a:lnTo>
                    <a:pt x="6458131" y="499985"/>
                  </a:lnTo>
                  <a:lnTo>
                    <a:pt x="6506314" y="453430"/>
                  </a:lnTo>
                  <a:lnTo>
                    <a:pt x="6553936" y="409107"/>
                  </a:lnTo>
                  <a:lnTo>
                    <a:pt x="6601024" y="367310"/>
                  </a:lnTo>
                  <a:lnTo>
                    <a:pt x="6647681" y="328242"/>
                  </a:lnTo>
                  <a:lnTo>
                    <a:pt x="6694102" y="292012"/>
                  </a:lnTo>
                  <a:lnTo>
                    <a:pt x="6740582" y="258646"/>
                  </a:lnTo>
                  <a:lnTo>
                    <a:pt x="6786527" y="228710"/>
                  </a:lnTo>
                  <a:lnTo>
                    <a:pt x="6835865" y="200065"/>
                  </a:lnTo>
                  <a:lnTo>
                    <a:pt x="6886893" y="174319"/>
                  </a:lnTo>
                  <a:lnTo>
                    <a:pt x="6940419" y="151320"/>
                  </a:lnTo>
                  <a:lnTo>
                    <a:pt x="6997345" y="130813"/>
                  </a:lnTo>
                  <a:lnTo>
                    <a:pt x="7058588" y="112515"/>
                  </a:lnTo>
                  <a:lnTo>
                    <a:pt x="7125003" y="96149"/>
                  </a:lnTo>
                  <a:lnTo>
                    <a:pt x="7197277" y="81476"/>
                  </a:lnTo>
                  <a:lnTo>
                    <a:pt x="7275799" y="68302"/>
                  </a:lnTo>
                  <a:lnTo>
                    <a:pt x="7360479" y="56488"/>
                  </a:lnTo>
                  <a:lnTo>
                    <a:pt x="7450540" y="45947"/>
                  </a:lnTo>
                  <a:lnTo>
                    <a:pt x="7544311" y="36646"/>
                  </a:lnTo>
                  <a:lnTo>
                    <a:pt x="7639093" y="28592"/>
                  </a:lnTo>
                  <a:lnTo>
                    <a:pt x="7731213" y="21814"/>
                  </a:lnTo>
                  <a:lnTo>
                    <a:pt x="7816345" y="16335"/>
                  </a:lnTo>
                  <a:lnTo>
                    <a:pt x="7890152" y="12144"/>
                  </a:lnTo>
                  <a:lnTo>
                    <a:pt x="7949130" y="9166"/>
                  </a:lnTo>
                  <a:lnTo>
                    <a:pt x="7991432" y="7255"/>
                  </a:lnTo>
                  <a:lnTo>
                    <a:pt x="8017394" y="6201"/>
                  </a:lnTo>
                  <a:lnTo>
                    <a:pt x="8029623" y="5753"/>
                  </a:lnTo>
                  <a:lnTo>
                    <a:pt x="8032819" y="5647"/>
                  </a:lnTo>
                  <a:lnTo>
                    <a:pt x="8554953" y="5647"/>
                  </a:lnTo>
                  <a:lnTo>
                    <a:pt x="8554953" y="0"/>
                  </a:lnTo>
                  <a:lnTo>
                    <a:pt x="8032819" y="0"/>
                  </a:lnTo>
                  <a:lnTo>
                    <a:pt x="8031578" y="40"/>
                  </a:lnTo>
                  <a:lnTo>
                    <a:pt x="8023463" y="326"/>
                  </a:lnTo>
                  <a:lnTo>
                    <a:pt x="8003158" y="1119"/>
                  </a:lnTo>
                  <a:lnTo>
                    <a:pt x="7967247" y="2675"/>
                  </a:lnTo>
                  <a:lnTo>
                    <a:pt x="7914517" y="5225"/>
                  </a:lnTo>
                  <a:lnTo>
                    <a:pt x="7846021" y="8941"/>
                  </a:lnTo>
                  <a:lnTo>
                    <a:pt x="7764718" y="13925"/>
                  </a:lnTo>
                  <a:lnTo>
                    <a:pt x="7674732" y="20210"/>
                  </a:lnTo>
                  <a:lnTo>
                    <a:pt x="7580485" y="27782"/>
                  </a:lnTo>
                  <a:lnTo>
                    <a:pt x="7485955" y="36610"/>
                  </a:lnTo>
                  <a:lnTo>
                    <a:pt x="7394229" y="46677"/>
                  </a:lnTo>
                  <a:lnTo>
                    <a:pt x="7307363" y="57999"/>
                  </a:lnTo>
                  <a:lnTo>
                    <a:pt x="7226451" y="70641"/>
                  </a:lnTo>
                  <a:lnTo>
                    <a:pt x="7151820" y="84723"/>
                  </a:lnTo>
                  <a:lnTo>
                    <a:pt x="7083242" y="100418"/>
                  </a:lnTo>
                  <a:lnTo>
                    <a:pt x="7020122" y="117949"/>
                  </a:lnTo>
                  <a:lnTo>
                    <a:pt x="6961658" y="137581"/>
                  </a:lnTo>
                  <a:lnTo>
                    <a:pt x="6906945" y="159597"/>
                  </a:lnTo>
                  <a:lnTo>
                    <a:pt x="6855067" y="184271"/>
                  </a:lnTo>
                  <a:lnTo>
                    <a:pt x="6805171" y="211804"/>
                  </a:lnTo>
                  <a:lnTo>
                    <a:pt x="6786527" y="223063"/>
                  </a:lnTo>
                  <a:lnTo>
                    <a:pt x="6739593" y="253676"/>
                  </a:lnTo>
                  <a:lnTo>
                    <a:pt x="6693118" y="287103"/>
                  </a:lnTo>
                  <a:lnTo>
                    <a:pt x="6646695" y="323394"/>
                  </a:lnTo>
                  <a:lnTo>
                    <a:pt x="6600030" y="362521"/>
                  </a:lnTo>
                  <a:lnTo>
                    <a:pt x="6552933" y="404374"/>
                  </a:lnTo>
                  <a:lnTo>
                    <a:pt x="6505298" y="448748"/>
                  </a:lnTo>
                  <a:lnTo>
                    <a:pt x="6457103" y="495346"/>
                  </a:lnTo>
                  <a:lnTo>
                    <a:pt x="6408395" y="543784"/>
                  </a:lnTo>
                  <a:lnTo>
                    <a:pt x="6359275" y="593596"/>
                  </a:lnTo>
                  <a:lnTo>
                    <a:pt x="6309893" y="644257"/>
                  </a:lnTo>
                  <a:lnTo>
                    <a:pt x="6260421" y="695201"/>
                  </a:lnTo>
                  <a:lnTo>
                    <a:pt x="6211042" y="745849"/>
                  </a:lnTo>
                  <a:lnTo>
                    <a:pt x="6161930" y="795637"/>
                  </a:lnTo>
                  <a:lnTo>
                    <a:pt x="6113231" y="844041"/>
                  </a:lnTo>
                  <a:lnTo>
                    <a:pt x="6065048" y="890596"/>
                  </a:lnTo>
                  <a:lnTo>
                    <a:pt x="6017426" y="934919"/>
                  </a:lnTo>
                  <a:lnTo>
                    <a:pt x="5970338" y="976716"/>
                  </a:lnTo>
                  <a:lnTo>
                    <a:pt x="5923681" y="1015784"/>
                  </a:lnTo>
                  <a:lnTo>
                    <a:pt x="5877260" y="1052013"/>
                  </a:lnTo>
                  <a:lnTo>
                    <a:pt x="5830780" y="1085380"/>
                  </a:lnTo>
                  <a:lnTo>
                    <a:pt x="5784835" y="1115316"/>
                  </a:lnTo>
                  <a:lnTo>
                    <a:pt x="5735497" y="1143961"/>
                  </a:lnTo>
                  <a:lnTo>
                    <a:pt x="5684469" y="1169707"/>
                  </a:lnTo>
                  <a:lnTo>
                    <a:pt x="5630943" y="1192706"/>
                  </a:lnTo>
                  <a:lnTo>
                    <a:pt x="5574017" y="1213212"/>
                  </a:lnTo>
                  <a:lnTo>
                    <a:pt x="5512774" y="1231511"/>
                  </a:lnTo>
                  <a:lnTo>
                    <a:pt x="5446359" y="1247877"/>
                  </a:lnTo>
                  <a:lnTo>
                    <a:pt x="5374085" y="1262550"/>
                  </a:lnTo>
                  <a:lnTo>
                    <a:pt x="5295563" y="1275724"/>
                  </a:lnTo>
                  <a:lnTo>
                    <a:pt x="5210883" y="1287538"/>
                  </a:lnTo>
                  <a:lnTo>
                    <a:pt x="5120822" y="1298079"/>
                  </a:lnTo>
                  <a:lnTo>
                    <a:pt x="5027051" y="1307379"/>
                  </a:lnTo>
                  <a:lnTo>
                    <a:pt x="4932269" y="1315433"/>
                  </a:lnTo>
                  <a:lnTo>
                    <a:pt x="4840149" y="1322212"/>
                  </a:lnTo>
                  <a:lnTo>
                    <a:pt x="4755017" y="1327691"/>
                  </a:lnTo>
                  <a:lnTo>
                    <a:pt x="4681210" y="1331882"/>
                  </a:lnTo>
                  <a:lnTo>
                    <a:pt x="4622232" y="1334860"/>
                  </a:lnTo>
                  <a:lnTo>
                    <a:pt x="4579930" y="1336770"/>
                  </a:lnTo>
                  <a:lnTo>
                    <a:pt x="4553967" y="1337824"/>
                  </a:lnTo>
                  <a:lnTo>
                    <a:pt x="4541739" y="1338273"/>
                  </a:lnTo>
                  <a:lnTo>
                    <a:pt x="4538543" y="1338379"/>
                  </a:lnTo>
                  <a:lnTo>
                    <a:pt x="4016409" y="1338379"/>
                  </a:lnTo>
                  <a:lnTo>
                    <a:pt x="4015167" y="1338340"/>
                  </a:lnTo>
                  <a:lnTo>
                    <a:pt x="4007039" y="1338063"/>
                  </a:lnTo>
                  <a:lnTo>
                    <a:pt x="3986705" y="1337296"/>
                  </a:lnTo>
                  <a:lnTo>
                    <a:pt x="3950746" y="1335790"/>
                  </a:lnTo>
                  <a:lnTo>
                    <a:pt x="3897949" y="1333322"/>
                  </a:lnTo>
                  <a:lnTo>
                    <a:pt x="3829377" y="1329726"/>
                  </a:lnTo>
                  <a:lnTo>
                    <a:pt x="3747996" y="1324903"/>
                  </a:lnTo>
                  <a:lnTo>
                    <a:pt x="3657939" y="1318823"/>
                  </a:lnTo>
                  <a:lnTo>
                    <a:pt x="3563635" y="1311498"/>
                  </a:lnTo>
                  <a:lnTo>
                    <a:pt x="3469063" y="1302957"/>
                  </a:lnTo>
                  <a:lnTo>
                    <a:pt x="3377311" y="1293219"/>
                  </a:lnTo>
                  <a:lnTo>
                    <a:pt x="3290433" y="1282266"/>
                  </a:lnTo>
                  <a:lnTo>
                    <a:pt x="3209520" y="1270035"/>
                  </a:lnTo>
                  <a:lnTo>
                    <a:pt x="3134894" y="1256412"/>
                  </a:lnTo>
                  <a:lnTo>
                    <a:pt x="3066323" y="1241226"/>
                  </a:lnTo>
                  <a:lnTo>
                    <a:pt x="3003212" y="1224263"/>
                  </a:lnTo>
                  <a:lnTo>
                    <a:pt x="2944753" y="1205266"/>
                  </a:lnTo>
                  <a:lnTo>
                    <a:pt x="2890042" y="1183960"/>
                  </a:lnTo>
                  <a:lnTo>
                    <a:pt x="2838160" y="1160081"/>
                  </a:lnTo>
                  <a:lnTo>
                    <a:pt x="2788255" y="1133435"/>
                  </a:lnTo>
                  <a:lnTo>
                    <a:pt x="2770117" y="1122845"/>
                  </a:lnTo>
                  <a:lnTo>
                    <a:pt x="2722835" y="1093034"/>
                  </a:lnTo>
                  <a:lnTo>
                    <a:pt x="2676015" y="1060462"/>
                  </a:lnTo>
                  <a:lnTo>
                    <a:pt x="2629242" y="1025083"/>
                  </a:lnTo>
                  <a:lnTo>
                    <a:pt x="2582219" y="986922"/>
                  </a:lnTo>
                  <a:lnTo>
                    <a:pt x="2534751" y="946094"/>
                  </a:lnTo>
                  <a:lnTo>
                    <a:pt x="2486737" y="902802"/>
                  </a:lnTo>
                  <a:lnTo>
                    <a:pt x="2438156" y="857343"/>
                  </a:lnTo>
                  <a:lnTo>
                    <a:pt x="2389056" y="810103"/>
                  </a:lnTo>
                  <a:lnTo>
                    <a:pt x="2339548" y="761544"/>
                  </a:lnTo>
                  <a:lnTo>
                    <a:pt x="2289784" y="712190"/>
                  </a:lnTo>
                  <a:lnTo>
                    <a:pt x="2239943" y="662600"/>
                  </a:lnTo>
                  <a:lnTo>
                    <a:pt x="2190211" y="613347"/>
                  </a:lnTo>
                  <a:lnTo>
                    <a:pt x="2140766" y="564985"/>
                  </a:lnTo>
                  <a:lnTo>
                    <a:pt x="2091751" y="518028"/>
                  </a:lnTo>
                  <a:lnTo>
                    <a:pt x="2043268" y="472927"/>
                  </a:lnTo>
                  <a:lnTo>
                    <a:pt x="1995355" y="430052"/>
                  </a:lnTo>
                  <a:lnTo>
                    <a:pt x="1947976" y="389684"/>
                  </a:lnTo>
                  <a:lnTo>
                    <a:pt x="1901014" y="352010"/>
                  </a:lnTo>
                  <a:lnTo>
                    <a:pt x="1854258" y="317127"/>
                  </a:lnTo>
                  <a:lnTo>
                    <a:pt x="1807389" y="285049"/>
                  </a:lnTo>
                  <a:lnTo>
                    <a:pt x="1768425" y="260711"/>
                  </a:lnTo>
                  <a:lnTo>
                    <a:pt x="1719061" y="233019"/>
                  </a:lnTo>
                  <a:lnTo>
                    <a:pt x="1668005" y="208131"/>
                  </a:lnTo>
                  <a:lnTo>
                    <a:pt x="1614448" y="185900"/>
                  </a:lnTo>
                  <a:lnTo>
                    <a:pt x="1557486" y="166080"/>
                  </a:lnTo>
                  <a:lnTo>
                    <a:pt x="1496200" y="148394"/>
                  </a:lnTo>
                  <a:lnTo>
                    <a:pt x="1429735" y="132578"/>
                  </a:lnTo>
                  <a:lnTo>
                    <a:pt x="1357403" y="118398"/>
                  </a:lnTo>
                  <a:lnTo>
                    <a:pt x="1278816" y="105668"/>
                  </a:lnTo>
                  <a:lnTo>
                    <a:pt x="1194066" y="94252"/>
                  </a:lnTo>
                  <a:lnTo>
                    <a:pt x="1103936" y="84068"/>
                  </a:lnTo>
                  <a:lnTo>
                    <a:pt x="1010104" y="75083"/>
                  </a:lnTo>
                  <a:lnTo>
                    <a:pt x="915277" y="67304"/>
                  </a:lnTo>
                  <a:lnTo>
                    <a:pt x="823140" y="60759"/>
                  </a:lnTo>
                  <a:lnTo>
                    <a:pt x="738028" y="55471"/>
                  </a:lnTo>
                  <a:lnTo>
                    <a:pt x="664283" y="51428"/>
                  </a:lnTo>
                  <a:lnTo>
                    <a:pt x="605404" y="48558"/>
                  </a:lnTo>
                  <a:lnTo>
                    <a:pt x="563223" y="46719"/>
                  </a:lnTo>
                  <a:lnTo>
                    <a:pt x="537387" y="45707"/>
                  </a:lnTo>
                  <a:lnTo>
                    <a:pt x="525263" y="45277"/>
                  </a:lnTo>
                  <a:lnTo>
                    <a:pt x="522133" y="45177"/>
                  </a:lnTo>
                  <a:lnTo>
                    <a:pt x="0" y="45177"/>
                  </a:lnTo>
                  <a:close/>
                </a:path>
              </a:pathLst>
            </a:custGeom>
            <a:solidFill>
              <a:srgbClr val="8FA8D6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309" name="pl309"/>
            <p:cNvSpPr/>
            <p:nvPr/>
          </p:nvSpPr>
          <p:spPr>
            <a:xfrm>
              <a:off x="386606" y="1722026"/>
              <a:ext cx="8554953" cy="1338379"/>
            </a:xfrm>
            <a:custGeom>
              <a:avLst/>
              <a:pathLst>
                <a:path w="8554953" h="1338379">
                  <a:moveTo>
                    <a:pt x="0" y="45177"/>
                  </a:moveTo>
                  <a:lnTo>
                    <a:pt x="522133" y="45177"/>
                  </a:lnTo>
                  <a:lnTo>
                    <a:pt x="523376" y="45216"/>
                  </a:lnTo>
                  <a:lnTo>
                    <a:pt x="531503" y="45493"/>
                  </a:lnTo>
                  <a:lnTo>
                    <a:pt x="551837" y="46260"/>
                  </a:lnTo>
                  <a:lnTo>
                    <a:pt x="587796" y="47766"/>
                  </a:lnTo>
                  <a:lnTo>
                    <a:pt x="640593" y="50234"/>
                  </a:lnTo>
                  <a:lnTo>
                    <a:pt x="709165" y="53830"/>
                  </a:lnTo>
                  <a:lnTo>
                    <a:pt x="790546" y="58652"/>
                  </a:lnTo>
                  <a:lnTo>
                    <a:pt x="880603" y="64733"/>
                  </a:lnTo>
                  <a:lnTo>
                    <a:pt x="974908" y="72058"/>
                  </a:lnTo>
                  <a:lnTo>
                    <a:pt x="1069480" y="80599"/>
                  </a:lnTo>
                  <a:lnTo>
                    <a:pt x="1161231" y="90337"/>
                  </a:lnTo>
                  <a:lnTo>
                    <a:pt x="1248109" y="101290"/>
                  </a:lnTo>
                  <a:lnTo>
                    <a:pt x="1329022" y="113520"/>
                  </a:lnTo>
                  <a:lnTo>
                    <a:pt x="1403648" y="127144"/>
                  </a:lnTo>
                  <a:lnTo>
                    <a:pt x="1472219" y="142329"/>
                  </a:lnTo>
                  <a:lnTo>
                    <a:pt x="1535330" y="159293"/>
                  </a:lnTo>
                  <a:lnTo>
                    <a:pt x="1593789" y="178290"/>
                  </a:lnTo>
                  <a:lnTo>
                    <a:pt x="1648500" y="199596"/>
                  </a:lnTo>
                  <a:lnTo>
                    <a:pt x="1700382" y="223475"/>
                  </a:lnTo>
                  <a:lnTo>
                    <a:pt x="1750288" y="250121"/>
                  </a:lnTo>
                  <a:lnTo>
                    <a:pt x="1768425" y="260711"/>
                  </a:lnTo>
                  <a:lnTo>
                    <a:pt x="1815707" y="290522"/>
                  </a:lnTo>
                  <a:lnTo>
                    <a:pt x="1862528" y="323094"/>
                  </a:lnTo>
                  <a:lnTo>
                    <a:pt x="1909301" y="358473"/>
                  </a:lnTo>
                  <a:lnTo>
                    <a:pt x="1956324" y="396634"/>
                  </a:lnTo>
                  <a:lnTo>
                    <a:pt x="2003791" y="437462"/>
                  </a:lnTo>
                  <a:lnTo>
                    <a:pt x="2051805" y="480754"/>
                  </a:lnTo>
                  <a:lnTo>
                    <a:pt x="2100387" y="526213"/>
                  </a:lnTo>
                  <a:lnTo>
                    <a:pt x="2149486" y="573453"/>
                  </a:lnTo>
                  <a:lnTo>
                    <a:pt x="2198994" y="622011"/>
                  </a:lnTo>
                  <a:lnTo>
                    <a:pt x="2248758" y="671366"/>
                  </a:lnTo>
                  <a:lnTo>
                    <a:pt x="2298599" y="720956"/>
                  </a:lnTo>
                  <a:lnTo>
                    <a:pt x="2348331" y="770209"/>
                  </a:lnTo>
                  <a:lnTo>
                    <a:pt x="2397777" y="818571"/>
                  </a:lnTo>
                  <a:lnTo>
                    <a:pt x="2446791" y="865528"/>
                  </a:lnTo>
                  <a:lnTo>
                    <a:pt x="2495274" y="910629"/>
                  </a:lnTo>
                  <a:lnTo>
                    <a:pt x="2543188" y="953504"/>
                  </a:lnTo>
                  <a:lnTo>
                    <a:pt x="2590566" y="993872"/>
                  </a:lnTo>
                  <a:lnTo>
                    <a:pt x="2637528" y="1031546"/>
                  </a:lnTo>
                  <a:lnTo>
                    <a:pt x="2684285" y="1066429"/>
                  </a:lnTo>
                  <a:lnTo>
                    <a:pt x="2731153" y="1098507"/>
                  </a:lnTo>
                  <a:lnTo>
                    <a:pt x="2770117" y="1122845"/>
                  </a:lnTo>
                  <a:lnTo>
                    <a:pt x="2819481" y="1150537"/>
                  </a:lnTo>
                  <a:lnTo>
                    <a:pt x="2870537" y="1175425"/>
                  </a:lnTo>
                  <a:lnTo>
                    <a:pt x="2924094" y="1197656"/>
                  </a:lnTo>
                  <a:lnTo>
                    <a:pt x="2981057" y="1217476"/>
                  </a:lnTo>
                  <a:lnTo>
                    <a:pt x="3042343" y="1235161"/>
                  </a:lnTo>
                  <a:lnTo>
                    <a:pt x="3108807" y="1250978"/>
                  </a:lnTo>
                  <a:lnTo>
                    <a:pt x="3181139" y="1265158"/>
                  </a:lnTo>
                  <a:lnTo>
                    <a:pt x="3259726" y="1277888"/>
                  </a:lnTo>
                  <a:lnTo>
                    <a:pt x="3344476" y="1289304"/>
                  </a:lnTo>
                  <a:lnTo>
                    <a:pt x="3434606" y="1299488"/>
                  </a:lnTo>
                  <a:lnTo>
                    <a:pt x="3528439" y="1308473"/>
                  </a:lnTo>
                  <a:lnTo>
                    <a:pt x="3623265" y="1316252"/>
                  </a:lnTo>
                  <a:lnTo>
                    <a:pt x="3715402" y="1322797"/>
                  </a:lnTo>
                  <a:lnTo>
                    <a:pt x="3800514" y="1328085"/>
                  </a:lnTo>
                  <a:lnTo>
                    <a:pt x="3874259" y="1332128"/>
                  </a:lnTo>
                  <a:lnTo>
                    <a:pt x="3933139" y="1334998"/>
                  </a:lnTo>
                  <a:lnTo>
                    <a:pt x="3975319" y="1336837"/>
                  </a:lnTo>
                  <a:lnTo>
                    <a:pt x="4001156" y="1337849"/>
                  </a:lnTo>
                  <a:lnTo>
                    <a:pt x="4013279" y="1338278"/>
                  </a:lnTo>
                  <a:lnTo>
                    <a:pt x="4016344" y="1338377"/>
                  </a:lnTo>
                  <a:lnTo>
                    <a:pt x="4016409" y="1338379"/>
                  </a:lnTo>
                  <a:lnTo>
                    <a:pt x="4538543" y="1338379"/>
                  </a:lnTo>
                  <a:lnTo>
                    <a:pt x="4539784" y="1338339"/>
                  </a:lnTo>
                  <a:lnTo>
                    <a:pt x="4547899" y="1338052"/>
                  </a:lnTo>
                  <a:lnTo>
                    <a:pt x="4568204" y="1337260"/>
                  </a:lnTo>
                  <a:lnTo>
                    <a:pt x="4604115" y="1335703"/>
                  </a:lnTo>
                  <a:lnTo>
                    <a:pt x="4656845" y="1333154"/>
                  </a:lnTo>
                  <a:lnTo>
                    <a:pt x="4725341" y="1329437"/>
                  </a:lnTo>
                  <a:lnTo>
                    <a:pt x="4806644" y="1324453"/>
                  </a:lnTo>
                  <a:lnTo>
                    <a:pt x="4896630" y="1318168"/>
                  </a:lnTo>
                  <a:lnTo>
                    <a:pt x="4990877" y="1310597"/>
                  </a:lnTo>
                  <a:lnTo>
                    <a:pt x="5085407" y="1301768"/>
                  </a:lnTo>
                  <a:lnTo>
                    <a:pt x="5177133" y="1291702"/>
                  </a:lnTo>
                  <a:lnTo>
                    <a:pt x="5263999" y="1280380"/>
                  </a:lnTo>
                  <a:lnTo>
                    <a:pt x="5344911" y="1267737"/>
                  </a:lnTo>
                  <a:lnTo>
                    <a:pt x="5419542" y="1253656"/>
                  </a:lnTo>
                  <a:lnTo>
                    <a:pt x="5488120" y="1237961"/>
                  </a:lnTo>
                  <a:lnTo>
                    <a:pt x="5551240" y="1220429"/>
                  </a:lnTo>
                  <a:lnTo>
                    <a:pt x="5609704" y="1200798"/>
                  </a:lnTo>
                  <a:lnTo>
                    <a:pt x="5664417" y="1178781"/>
                  </a:lnTo>
                  <a:lnTo>
                    <a:pt x="5716294" y="1154107"/>
                  </a:lnTo>
                  <a:lnTo>
                    <a:pt x="5766191" y="1126574"/>
                  </a:lnTo>
                  <a:lnTo>
                    <a:pt x="5784835" y="1115316"/>
                  </a:lnTo>
                  <a:lnTo>
                    <a:pt x="5831768" y="1084702"/>
                  </a:lnTo>
                  <a:lnTo>
                    <a:pt x="5878244" y="1051275"/>
                  </a:lnTo>
                  <a:lnTo>
                    <a:pt x="5924667" y="1014985"/>
                  </a:lnTo>
                  <a:lnTo>
                    <a:pt x="5971332" y="975857"/>
                  </a:lnTo>
                  <a:lnTo>
                    <a:pt x="6018429" y="934005"/>
                  </a:lnTo>
                  <a:lnTo>
                    <a:pt x="6066064" y="889631"/>
                  </a:lnTo>
                  <a:lnTo>
                    <a:pt x="6114259" y="843032"/>
                  </a:lnTo>
                  <a:lnTo>
                    <a:pt x="6162967" y="794595"/>
                  </a:lnTo>
                  <a:lnTo>
                    <a:pt x="6212086" y="744782"/>
                  </a:lnTo>
                  <a:lnTo>
                    <a:pt x="6261469" y="694122"/>
                  </a:lnTo>
                  <a:lnTo>
                    <a:pt x="6310941" y="643178"/>
                  </a:lnTo>
                  <a:lnTo>
                    <a:pt x="6360320" y="592530"/>
                  </a:lnTo>
                  <a:lnTo>
                    <a:pt x="6409432" y="542741"/>
                  </a:lnTo>
                  <a:lnTo>
                    <a:pt x="6458131" y="494338"/>
                  </a:lnTo>
                  <a:lnTo>
                    <a:pt x="6506314" y="447783"/>
                  </a:lnTo>
                  <a:lnTo>
                    <a:pt x="6553936" y="403459"/>
                  </a:lnTo>
                  <a:lnTo>
                    <a:pt x="6601024" y="361663"/>
                  </a:lnTo>
                  <a:lnTo>
                    <a:pt x="6647681" y="322595"/>
                  </a:lnTo>
                  <a:lnTo>
                    <a:pt x="6694102" y="286365"/>
                  </a:lnTo>
                  <a:lnTo>
                    <a:pt x="6740582" y="252998"/>
                  </a:lnTo>
                  <a:lnTo>
                    <a:pt x="6786527" y="223063"/>
                  </a:lnTo>
                  <a:lnTo>
                    <a:pt x="6835865" y="194418"/>
                  </a:lnTo>
                  <a:lnTo>
                    <a:pt x="6886893" y="168672"/>
                  </a:lnTo>
                  <a:lnTo>
                    <a:pt x="6940419" y="145673"/>
                  </a:lnTo>
                  <a:lnTo>
                    <a:pt x="6997345" y="125166"/>
                  </a:lnTo>
                  <a:lnTo>
                    <a:pt x="7058588" y="106867"/>
                  </a:lnTo>
                  <a:lnTo>
                    <a:pt x="7125003" y="90502"/>
                  </a:lnTo>
                  <a:lnTo>
                    <a:pt x="7197277" y="75829"/>
                  </a:lnTo>
                  <a:lnTo>
                    <a:pt x="7275799" y="62655"/>
                  </a:lnTo>
                  <a:lnTo>
                    <a:pt x="7360479" y="50841"/>
                  </a:lnTo>
                  <a:lnTo>
                    <a:pt x="7450540" y="40300"/>
                  </a:lnTo>
                  <a:lnTo>
                    <a:pt x="7544311" y="30999"/>
                  </a:lnTo>
                  <a:lnTo>
                    <a:pt x="7639093" y="22945"/>
                  </a:lnTo>
                  <a:lnTo>
                    <a:pt x="7731213" y="16167"/>
                  </a:lnTo>
                  <a:lnTo>
                    <a:pt x="7816345" y="10688"/>
                  </a:lnTo>
                  <a:lnTo>
                    <a:pt x="7890152" y="6496"/>
                  </a:lnTo>
                  <a:lnTo>
                    <a:pt x="7949130" y="3519"/>
                  </a:lnTo>
                  <a:lnTo>
                    <a:pt x="7991432" y="1608"/>
                  </a:lnTo>
                  <a:lnTo>
                    <a:pt x="8017394" y="554"/>
                  </a:lnTo>
                  <a:lnTo>
                    <a:pt x="8029623" y="106"/>
                  </a:lnTo>
                  <a:lnTo>
                    <a:pt x="8032748" y="2"/>
                  </a:lnTo>
                  <a:lnTo>
                    <a:pt x="8032819" y="0"/>
                  </a:lnTo>
                  <a:lnTo>
                    <a:pt x="8554953" y="0"/>
                  </a:lnTo>
                  <a:lnTo>
                    <a:pt x="8554953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310" name="pl310"/>
            <p:cNvSpPr/>
            <p:nvPr/>
          </p:nvSpPr>
          <p:spPr>
            <a:xfrm>
              <a:off x="386606" y="1716379"/>
              <a:ext cx="8554953" cy="1338379"/>
            </a:xfrm>
            <a:custGeom>
              <a:avLst/>
              <a:pathLst>
                <a:path w="8554953" h="1338379">
                  <a:moveTo>
                    <a:pt x="8554953" y="0"/>
                  </a:moveTo>
                  <a:lnTo>
                    <a:pt x="8032819" y="0"/>
                  </a:lnTo>
                  <a:lnTo>
                    <a:pt x="8031578" y="40"/>
                  </a:lnTo>
                  <a:lnTo>
                    <a:pt x="8023463" y="326"/>
                  </a:lnTo>
                  <a:lnTo>
                    <a:pt x="8003158" y="1119"/>
                  </a:lnTo>
                  <a:lnTo>
                    <a:pt x="7967247" y="2675"/>
                  </a:lnTo>
                  <a:lnTo>
                    <a:pt x="7914517" y="5225"/>
                  </a:lnTo>
                  <a:lnTo>
                    <a:pt x="7846021" y="8941"/>
                  </a:lnTo>
                  <a:lnTo>
                    <a:pt x="7764718" y="13925"/>
                  </a:lnTo>
                  <a:lnTo>
                    <a:pt x="7674732" y="20210"/>
                  </a:lnTo>
                  <a:lnTo>
                    <a:pt x="7580485" y="27782"/>
                  </a:lnTo>
                  <a:lnTo>
                    <a:pt x="7485955" y="36610"/>
                  </a:lnTo>
                  <a:lnTo>
                    <a:pt x="7394229" y="46677"/>
                  </a:lnTo>
                  <a:lnTo>
                    <a:pt x="7307363" y="57999"/>
                  </a:lnTo>
                  <a:lnTo>
                    <a:pt x="7226451" y="70641"/>
                  </a:lnTo>
                  <a:lnTo>
                    <a:pt x="7151820" y="84723"/>
                  </a:lnTo>
                  <a:lnTo>
                    <a:pt x="7083242" y="100418"/>
                  </a:lnTo>
                  <a:lnTo>
                    <a:pt x="7020122" y="117949"/>
                  </a:lnTo>
                  <a:lnTo>
                    <a:pt x="6961658" y="137581"/>
                  </a:lnTo>
                  <a:lnTo>
                    <a:pt x="6906945" y="159597"/>
                  </a:lnTo>
                  <a:lnTo>
                    <a:pt x="6855067" y="184271"/>
                  </a:lnTo>
                  <a:lnTo>
                    <a:pt x="6805171" y="211804"/>
                  </a:lnTo>
                  <a:lnTo>
                    <a:pt x="6786527" y="223063"/>
                  </a:lnTo>
                  <a:lnTo>
                    <a:pt x="6739593" y="253676"/>
                  </a:lnTo>
                  <a:lnTo>
                    <a:pt x="6693118" y="287103"/>
                  </a:lnTo>
                  <a:lnTo>
                    <a:pt x="6646695" y="323394"/>
                  </a:lnTo>
                  <a:lnTo>
                    <a:pt x="6600030" y="362521"/>
                  </a:lnTo>
                  <a:lnTo>
                    <a:pt x="6552933" y="404374"/>
                  </a:lnTo>
                  <a:lnTo>
                    <a:pt x="6505298" y="448748"/>
                  </a:lnTo>
                  <a:lnTo>
                    <a:pt x="6457103" y="495346"/>
                  </a:lnTo>
                  <a:lnTo>
                    <a:pt x="6408395" y="543784"/>
                  </a:lnTo>
                  <a:lnTo>
                    <a:pt x="6359275" y="593596"/>
                  </a:lnTo>
                  <a:lnTo>
                    <a:pt x="6309893" y="644257"/>
                  </a:lnTo>
                  <a:lnTo>
                    <a:pt x="6260421" y="695201"/>
                  </a:lnTo>
                  <a:lnTo>
                    <a:pt x="6211042" y="745849"/>
                  </a:lnTo>
                  <a:lnTo>
                    <a:pt x="6161930" y="795637"/>
                  </a:lnTo>
                  <a:lnTo>
                    <a:pt x="6113231" y="844041"/>
                  </a:lnTo>
                  <a:lnTo>
                    <a:pt x="6065048" y="890596"/>
                  </a:lnTo>
                  <a:lnTo>
                    <a:pt x="6017426" y="934919"/>
                  </a:lnTo>
                  <a:lnTo>
                    <a:pt x="5970338" y="976716"/>
                  </a:lnTo>
                  <a:lnTo>
                    <a:pt x="5923681" y="1015784"/>
                  </a:lnTo>
                  <a:lnTo>
                    <a:pt x="5877260" y="1052013"/>
                  </a:lnTo>
                  <a:lnTo>
                    <a:pt x="5830780" y="1085380"/>
                  </a:lnTo>
                  <a:lnTo>
                    <a:pt x="5784835" y="1115316"/>
                  </a:lnTo>
                  <a:lnTo>
                    <a:pt x="5735497" y="1143961"/>
                  </a:lnTo>
                  <a:lnTo>
                    <a:pt x="5684469" y="1169707"/>
                  </a:lnTo>
                  <a:lnTo>
                    <a:pt x="5630943" y="1192706"/>
                  </a:lnTo>
                  <a:lnTo>
                    <a:pt x="5574017" y="1213212"/>
                  </a:lnTo>
                  <a:lnTo>
                    <a:pt x="5512774" y="1231511"/>
                  </a:lnTo>
                  <a:lnTo>
                    <a:pt x="5446359" y="1247877"/>
                  </a:lnTo>
                  <a:lnTo>
                    <a:pt x="5374085" y="1262550"/>
                  </a:lnTo>
                  <a:lnTo>
                    <a:pt x="5295563" y="1275724"/>
                  </a:lnTo>
                  <a:lnTo>
                    <a:pt x="5210883" y="1287538"/>
                  </a:lnTo>
                  <a:lnTo>
                    <a:pt x="5120822" y="1298079"/>
                  </a:lnTo>
                  <a:lnTo>
                    <a:pt x="5027051" y="1307379"/>
                  </a:lnTo>
                  <a:lnTo>
                    <a:pt x="4932269" y="1315433"/>
                  </a:lnTo>
                  <a:lnTo>
                    <a:pt x="4840149" y="1322212"/>
                  </a:lnTo>
                  <a:lnTo>
                    <a:pt x="4755017" y="1327691"/>
                  </a:lnTo>
                  <a:lnTo>
                    <a:pt x="4681210" y="1331882"/>
                  </a:lnTo>
                  <a:lnTo>
                    <a:pt x="4622232" y="1334860"/>
                  </a:lnTo>
                  <a:lnTo>
                    <a:pt x="4579930" y="1336770"/>
                  </a:lnTo>
                  <a:lnTo>
                    <a:pt x="4553967" y="1337824"/>
                  </a:lnTo>
                  <a:lnTo>
                    <a:pt x="4541739" y="1338273"/>
                  </a:lnTo>
                  <a:lnTo>
                    <a:pt x="4538614" y="1338377"/>
                  </a:lnTo>
                  <a:lnTo>
                    <a:pt x="4538543" y="1338379"/>
                  </a:lnTo>
                  <a:lnTo>
                    <a:pt x="4016409" y="1338379"/>
                  </a:lnTo>
                  <a:lnTo>
                    <a:pt x="4015167" y="1338340"/>
                  </a:lnTo>
                  <a:lnTo>
                    <a:pt x="4007039" y="1338063"/>
                  </a:lnTo>
                  <a:lnTo>
                    <a:pt x="3986705" y="1337296"/>
                  </a:lnTo>
                  <a:lnTo>
                    <a:pt x="3950746" y="1335790"/>
                  </a:lnTo>
                  <a:lnTo>
                    <a:pt x="3897949" y="1333322"/>
                  </a:lnTo>
                  <a:lnTo>
                    <a:pt x="3829377" y="1329726"/>
                  </a:lnTo>
                  <a:lnTo>
                    <a:pt x="3747996" y="1324903"/>
                  </a:lnTo>
                  <a:lnTo>
                    <a:pt x="3657939" y="1318823"/>
                  </a:lnTo>
                  <a:lnTo>
                    <a:pt x="3563635" y="1311498"/>
                  </a:lnTo>
                  <a:lnTo>
                    <a:pt x="3469063" y="1302957"/>
                  </a:lnTo>
                  <a:lnTo>
                    <a:pt x="3377311" y="1293219"/>
                  </a:lnTo>
                  <a:lnTo>
                    <a:pt x="3290433" y="1282266"/>
                  </a:lnTo>
                  <a:lnTo>
                    <a:pt x="3209520" y="1270035"/>
                  </a:lnTo>
                  <a:lnTo>
                    <a:pt x="3134894" y="1256412"/>
                  </a:lnTo>
                  <a:lnTo>
                    <a:pt x="3066323" y="1241226"/>
                  </a:lnTo>
                  <a:lnTo>
                    <a:pt x="3003212" y="1224263"/>
                  </a:lnTo>
                  <a:lnTo>
                    <a:pt x="2944753" y="1205266"/>
                  </a:lnTo>
                  <a:lnTo>
                    <a:pt x="2890042" y="1183960"/>
                  </a:lnTo>
                  <a:lnTo>
                    <a:pt x="2838160" y="1160081"/>
                  </a:lnTo>
                  <a:lnTo>
                    <a:pt x="2788255" y="1133435"/>
                  </a:lnTo>
                  <a:lnTo>
                    <a:pt x="2770117" y="1122845"/>
                  </a:lnTo>
                  <a:lnTo>
                    <a:pt x="2722835" y="1093034"/>
                  </a:lnTo>
                  <a:lnTo>
                    <a:pt x="2676015" y="1060462"/>
                  </a:lnTo>
                  <a:lnTo>
                    <a:pt x="2629242" y="1025083"/>
                  </a:lnTo>
                  <a:lnTo>
                    <a:pt x="2582219" y="986922"/>
                  </a:lnTo>
                  <a:lnTo>
                    <a:pt x="2534751" y="946094"/>
                  </a:lnTo>
                  <a:lnTo>
                    <a:pt x="2486737" y="902802"/>
                  </a:lnTo>
                  <a:lnTo>
                    <a:pt x="2438156" y="857343"/>
                  </a:lnTo>
                  <a:lnTo>
                    <a:pt x="2389056" y="810103"/>
                  </a:lnTo>
                  <a:lnTo>
                    <a:pt x="2339548" y="761544"/>
                  </a:lnTo>
                  <a:lnTo>
                    <a:pt x="2289784" y="712190"/>
                  </a:lnTo>
                  <a:lnTo>
                    <a:pt x="2239943" y="662600"/>
                  </a:lnTo>
                  <a:lnTo>
                    <a:pt x="2190211" y="613347"/>
                  </a:lnTo>
                  <a:lnTo>
                    <a:pt x="2140766" y="564985"/>
                  </a:lnTo>
                  <a:lnTo>
                    <a:pt x="2091751" y="518028"/>
                  </a:lnTo>
                  <a:lnTo>
                    <a:pt x="2043268" y="472927"/>
                  </a:lnTo>
                  <a:lnTo>
                    <a:pt x="1995355" y="430052"/>
                  </a:lnTo>
                  <a:lnTo>
                    <a:pt x="1947976" y="389684"/>
                  </a:lnTo>
                  <a:lnTo>
                    <a:pt x="1901014" y="352010"/>
                  </a:lnTo>
                  <a:lnTo>
                    <a:pt x="1854258" y="317127"/>
                  </a:lnTo>
                  <a:lnTo>
                    <a:pt x="1807389" y="285049"/>
                  </a:lnTo>
                  <a:lnTo>
                    <a:pt x="1768425" y="260711"/>
                  </a:lnTo>
                  <a:lnTo>
                    <a:pt x="1719061" y="233019"/>
                  </a:lnTo>
                  <a:lnTo>
                    <a:pt x="1668005" y="208131"/>
                  </a:lnTo>
                  <a:lnTo>
                    <a:pt x="1614448" y="185900"/>
                  </a:lnTo>
                  <a:lnTo>
                    <a:pt x="1557486" y="166080"/>
                  </a:lnTo>
                  <a:lnTo>
                    <a:pt x="1496200" y="148394"/>
                  </a:lnTo>
                  <a:lnTo>
                    <a:pt x="1429735" y="132578"/>
                  </a:lnTo>
                  <a:lnTo>
                    <a:pt x="1357403" y="118398"/>
                  </a:lnTo>
                  <a:lnTo>
                    <a:pt x="1278816" y="105668"/>
                  </a:lnTo>
                  <a:lnTo>
                    <a:pt x="1194066" y="94252"/>
                  </a:lnTo>
                  <a:lnTo>
                    <a:pt x="1103936" y="84068"/>
                  </a:lnTo>
                  <a:lnTo>
                    <a:pt x="1010104" y="75083"/>
                  </a:lnTo>
                  <a:lnTo>
                    <a:pt x="915277" y="67304"/>
                  </a:lnTo>
                  <a:lnTo>
                    <a:pt x="823140" y="60759"/>
                  </a:lnTo>
                  <a:lnTo>
                    <a:pt x="738028" y="55471"/>
                  </a:lnTo>
                  <a:lnTo>
                    <a:pt x="664283" y="51428"/>
                  </a:lnTo>
                  <a:lnTo>
                    <a:pt x="605404" y="48558"/>
                  </a:lnTo>
                  <a:lnTo>
                    <a:pt x="563223" y="46719"/>
                  </a:lnTo>
                  <a:lnTo>
                    <a:pt x="537387" y="45707"/>
                  </a:lnTo>
                  <a:lnTo>
                    <a:pt x="525263" y="45277"/>
                  </a:lnTo>
                  <a:lnTo>
                    <a:pt x="522198" y="45179"/>
                  </a:lnTo>
                  <a:lnTo>
                    <a:pt x="522133" y="45177"/>
                  </a:lnTo>
                  <a:lnTo>
                    <a:pt x="0" y="45177"/>
                  </a:lnTo>
                  <a:lnTo>
                    <a:pt x="0" y="45177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311" name="pg311"/>
            <p:cNvSpPr/>
            <p:nvPr/>
          </p:nvSpPr>
          <p:spPr>
            <a:xfrm>
              <a:off x="386606" y="1767203"/>
              <a:ext cx="8554953" cy="1298849"/>
            </a:xfrm>
            <a:custGeom>
              <a:avLst/>
              <a:pathLst>
                <a:path w="8554953" h="1298849">
                  <a:moveTo>
                    <a:pt x="0" y="5647"/>
                  </a:moveTo>
                  <a:lnTo>
                    <a:pt x="522133" y="5647"/>
                  </a:lnTo>
                  <a:lnTo>
                    <a:pt x="523376" y="5686"/>
                  </a:lnTo>
                  <a:lnTo>
                    <a:pt x="531503" y="5963"/>
                  </a:lnTo>
                  <a:lnTo>
                    <a:pt x="551837" y="6730"/>
                  </a:lnTo>
                  <a:lnTo>
                    <a:pt x="587796" y="8236"/>
                  </a:lnTo>
                  <a:lnTo>
                    <a:pt x="640593" y="10704"/>
                  </a:lnTo>
                  <a:lnTo>
                    <a:pt x="709165" y="14300"/>
                  </a:lnTo>
                  <a:lnTo>
                    <a:pt x="790546" y="19122"/>
                  </a:lnTo>
                  <a:lnTo>
                    <a:pt x="880603" y="25203"/>
                  </a:lnTo>
                  <a:lnTo>
                    <a:pt x="974908" y="32528"/>
                  </a:lnTo>
                  <a:lnTo>
                    <a:pt x="1069480" y="41069"/>
                  </a:lnTo>
                  <a:lnTo>
                    <a:pt x="1161231" y="50807"/>
                  </a:lnTo>
                  <a:lnTo>
                    <a:pt x="1248109" y="61760"/>
                  </a:lnTo>
                  <a:lnTo>
                    <a:pt x="1329022" y="73990"/>
                  </a:lnTo>
                  <a:lnTo>
                    <a:pt x="1403648" y="87614"/>
                  </a:lnTo>
                  <a:lnTo>
                    <a:pt x="1472219" y="102799"/>
                  </a:lnTo>
                  <a:lnTo>
                    <a:pt x="1535330" y="119763"/>
                  </a:lnTo>
                  <a:lnTo>
                    <a:pt x="1593789" y="138760"/>
                  </a:lnTo>
                  <a:lnTo>
                    <a:pt x="1648500" y="160066"/>
                  </a:lnTo>
                  <a:lnTo>
                    <a:pt x="1700382" y="183945"/>
                  </a:lnTo>
                  <a:lnTo>
                    <a:pt x="1750288" y="210591"/>
                  </a:lnTo>
                  <a:lnTo>
                    <a:pt x="1768425" y="221180"/>
                  </a:lnTo>
                  <a:lnTo>
                    <a:pt x="1815707" y="250992"/>
                  </a:lnTo>
                  <a:lnTo>
                    <a:pt x="1862528" y="283563"/>
                  </a:lnTo>
                  <a:lnTo>
                    <a:pt x="1909301" y="318943"/>
                  </a:lnTo>
                  <a:lnTo>
                    <a:pt x="1956324" y="357104"/>
                  </a:lnTo>
                  <a:lnTo>
                    <a:pt x="2003791" y="397932"/>
                  </a:lnTo>
                  <a:lnTo>
                    <a:pt x="2051805" y="441224"/>
                  </a:lnTo>
                  <a:lnTo>
                    <a:pt x="2100387" y="486683"/>
                  </a:lnTo>
                  <a:lnTo>
                    <a:pt x="2149486" y="533923"/>
                  </a:lnTo>
                  <a:lnTo>
                    <a:pt x="2198994" y="582481"/>
                  </a:lnTo>
                  <a:lnTo>
                    <a:pt x="2248758" y="631836"/>
                  </a:lnTo>
                  <a:lnTo>
                    <a:pt x="2298599" y="681425"/>
                  </a:lnTo>
                  <a:lnTo>
                    <a:pt x="2348331" y="730679"/>
                  </a:lnTo>
                  <a:lnTo>
                    <a:pt x="2397777" y="779041"/>
                  </a:lnTo>
                  <a:lnTo>
                    <a:pt x="2446791" y="825997"/>
                  </a:lnTo>
                  <a:lnTo>
                    <a:pt x="2495274" y="871098"/>
                  </a:lnTo>
                  <a:lnTo>
                    <a:pt x="2543188" y="913974"/>
                  </a:lnTo>
                  <a:lnTo>
                    <a:pt x="2590566" y="954342"/>
                  </a:lnTo>
                  <a:lnTo>
                    <a:pt x="2637528" y="992016"/>
                  </a:lnTo>
                  <a:lnTo>
                    <a:pt x="2684285" y="1026899"/>
                  </a:lnTo>
                  <a:lnTo>
                    <a:pt x="2731153" y="1058976"/>
                  </a:lnTo>
                  <a:lnTo>
                    <a:pt x="2770117" y="1083315"/>
                  </a:lnTo>
                  <a:lnTo>
                    <a:pt x="2819481" y="1111007"/>
                  </a:lnTo>
                  <a:lnTo>
                    <a:pt x="2870537" y="1135894"/>
                  </a:lnTo>
                  <a:lnTo>
                    <a:pt x="2924094" y="1158125"/>
                  </a:lnTo>
                  <a:lnTo>
                    <a:pt x="2981057" y="1177946"/>
                  </a:lnTo>
                  <a:lnTo>
                    <a:pt x="3042343" y="1195631"/>
                  </a:lnTo>
                  <a:lnTo>
                    <a:pt x="3108807" y="1211448"/>
                  </a:lnTo>
                  <a:lnTo>
                    <a:pt x="3181139" y="1225628"/>
                  </a:lnTo>
                  <a:lnTo>
                    <a:pt x="3259726" y="1238358"/>
                  </a:lnTo>
                  <a:lnTo>
                    <a:pt x="3344476" y="1249774"/>
                  </a:lnTo>
                  <a:lnTo>
                    <a:pt x="3434606" y="1259958"/>
                  </a:lnTo>
                  <a:lnTo>
                    <a:pt x="3528439" y="1268943"/>
                  </a:lnTo>
                  <a:lnTo>
                    <a:pt x="3623265" y="1276722"/>
                  </a:lnTo>
                  <a:lnTo>
                    <a:pt x="3715402" y="1283267"/>
                  </a:lnTo>
                  <a:lnTo>
                    <a:pt x="3800514" y="1288555"/>
                  </a:lnTo>
                  <a:lnTo>
                    <a:pt x="3874259" y="1292598"/>
                  </a:lnTo>
                  <a:lnTo>
                    <a:pt x="3933139" y="1295468"/>
                  </a:lnTo>
                  <a:lnTo>
                    <a:pt x="3975319" y="1297307"/>
                  </a:lnTo>
                  <a:lnTo>
                    <a:pt x="4001156" y="1298319"/>
                  </a:lnTo>
                  <a:lnTo>
                    <a:pt x="4013279" y="1298748"/>
                  </a:lnTo>
                  <a:lnTo>
                    <a:pt x="4016409" y="1298849"/>
                  </a:lnTo>
                  <a:lnTo>
                    <a:pt x="4538543" y="1298849"/>
                  </a:lnTo>
                  <a:lnTo>
                    <a:pt x="4539791" y="1298814"/>
                  </a:lnTo>
                  <a:lnTo>
                    <a:pt x="4547952" y="1298565"/>
                  </a:lnTo>
                  <a:lnTo>
                    <a:pt x="4568367" y="1297875"/>
                  </a:lnTo>
                  <a:lnTo>
                    <a:pt x="4604463" y="1296521"/>
                  </a:lnTo>
                  <a:lnTo>
                    <a:pt x="4657445" y="1294302"/>
                  </a:lnTo>
                  <a:lnTo>
                    <a:pt x="4726232" y="1291070"/>
                  </a:lnTo>
                  <a:lnTo>
                    <a:pt x="4807833" y="1286736"/>
                  </a:lnTo>
                  <a:lnTo>
                    <a:pt x="4898089" y="1281273"/>
                  </a:lnTo>
                  <a:lnTo>
                    <a:pt x="4992555" y="1274692"/>
                  </a:lnTo>
                  <a:lnTo>
                    <a:pt x="5087244" y="1267021"/>
                  </a:lnTo>
                  <a:lnTo>
                    <a:pt x="5179066" y="1258274"/>
                  </a:lnTo>
                  <a:lnTo>
                    <a:pt x="5265977" y="1248436"/>
                  </a:lnTo>
                  <a:lnTo>
                    <a:pt x="5346894" y="1237450"/>
                  </a:lnTo>
                  <a:lnTo>
                    <a:pt x="5421506" y="1225211"/>
                  </a:lnTo>
                  <a:lnTo>
                    <a:pt x="5490054" y="1211566"/>
                  </a:lnTo>
                  <a:lnTo>
                    <a:pt x="5553143" y="1196320"/>
                  </a:lnTo>
                  <a:lnTo>
                    <a:pt x="5611586" y="1179243"/>
                  </a:lnTo>
                  <a:lnTo>
                    <a:pt x="5666293" y="1160086"/>
                  </a:lnTo>
                  <a:lnTo>
                    <a:pt x="5718187" y="1138614"/>
                  </a:lnTo>
                  <a:lnTo>
                    <a:pt x="5768120" y="1114655"/>
                  </a:lnTo>
                  <a:lnTo>
                    <a:pt x="5784835" y="1105904"/>
                  </a:lnTo>
                  <a:lnTo>
                    <a:pt x="5833166" y="1078593"/>
                  </a:lnTo>
                  <a:lnTo>
                    <a:pt x="5881024" y="1048698"/>
                  </a:lnTo>
                  <a:lnTo>
                    <a:pt x="5928849" y="1016176"/>
                  </a:lnTo>
                  <a:lnTo>
                    <a:pt x="5976952" y="981057"/>
                  </a:lnTo>
                  <a:lnTo>
                    <a:pt x="6025531" y="943456"/>
                  </a:lnTo>
                  <a:lnTo>
                    <a:pt x="6074689" y="903577"/>
                  </a:lnTo>
                  <a:lnTo>
                    <a:pt x="6124437" y="861714"/>
                  </a:lnTo>
                  <a:lnTo>
                    <a:pt x="6174711" y="818249"/>
                  </a:lnTo>
                  <a:lnTo>
                    <a:pt x="6225387" y="773634"/>
                  </a:lnTo>
                  <a:lnTo>
                    <a:pt x="6276294" y="728377"/>
                  </a:lnTo>
                  <a:lnTo>
                    <a:pt x="6327238" y="683020"/>
                  </a:lnTo>
                  <a:lnTo>
                    <a:pt x="6378021" y="638107"/>
                  </a:lnTo>
                  <a:lnTo>
                    <a:pt x="6428460" y="594162"/>
                  </a:lnTo>
                  <a:lnTo>
                    <a:pt x="6478413" y="551660"/>
                  </a:lnTo>
                  <a:lnTo>
                    <a:pt x="6527791" y="511012"/>
                  </a:lnTo>
                  <a:lnTo>
                    <a:pt x="6576577" y="472543"/>
                  </a:lnTo>
                  <a:lnTo>
                    <a:pt x="6624837" y="436491"/>
                  </a:lnTo>
                  <a:lnTo>
                    <a:pt x="6672734" y="403004"/>
                  </a:lnTo>
                  <a:lnTo>
                    <a:pt x="6720537" y="372143"/>
                  </a:lnTo>
                  <a:lnTo>
                    <a:pt x="6768634" y="343890"/>
                  </a:lnTo>
                  <a:lnTo>
                    <a:pt x="6786527" y="334124"/>
                  </a:lnTo>
                  <a:lnTo>
                    <a:pt x="6835963" y="309300"/>
                  </a:lnTo>
                  <a:lnTo>
                    <a:pt x="6887098" y="286994"/>
                  </a:lnTo>
                  <a:lnTo>
                    <a:pt x="6940743" y="267072"/>
                  </a:lnTo>
                  <a:lnTo>
                    <a:pt x="6997808" y="249314"/>
                  </a:lnTo>
                  <a:lnTo>
                    <a:pt x="7059214" y="233471"/>
                  </a:lnTo>
                  <a:lnTo>
                    <a:pt x="7125819" y="219304"/>
                  </a:lnTo>
                  <a:lnTo>
                    <a:pt x="7198313" y="206604"/>
                  </a:lnTo>
                  <a:lnTo>
                    <a:pt x="7277083" y="195205"/>
                  </a:lnTo>
                  <a:lnTo>
                    <a:pt x="7362028" y="184985"/>
                  </a:lnTo>
                  <a:lnTo>
                    <a:pt x="7452353" y="175870"/>
                  </a:lnTo>
                  <a:lnTo>
                    <a:pt x="7546359" y="167831"/>
                  </a:lnTo>
                  <a:lnTo>
                    <a:pt x="7641310" y="160875"/>
                  </a:lnTo>
                  <a:lnTo>
                    <a:pt x="7733492" y="155028"/>
                  </a:lnTo>
                  <a:lnTo>
                    <a:pt x="7818544" y="150310"/>
                  </a:lnTo>
                  <a:lnTo>
                    <a:pt x="7892115" y="146708"/>
                  </a:lnTo>
                  <a:lnTo>
                    <a:pt x="7950717" y="144158"/>
                  </a:lnTo>
                  <a:lnTo>
                    <a:pt x="7992554" y="142529"/>
                  </a:lnTo>
                  <a:lnTo>
                    <a:pt x="8018039" y="141637"/>
                  </a:lnTo>
                  <a:lnTo>
                    <a:pt x="8029869" y="141264"/>
                  </a:lnTo>
                  <a:lnTo>
                    <a:pt x="8032819" y="141179"/>
                  </a:lnTo>
                  <a:lnTo>
                    <a:pt x="8554953" y="141179"/>
                  </a:lnTo>
                  <a:lnTo>
                    <a:pt x="8554953" y="135532"/>
                  </a:lnTo>
                  <a:lnTo>
                    <a:pt x="8032819" y="135532"/>
                  </a:lnTo>
                  <a:lnTo>
                    <a:pt x="8031571" y="135567"/>
                  </a:lnTo>
                  <a:lnTo>
                    <a:pt x="8023410" y="135816"/>
                  </a:lnTo>
                  <a:lnTo>
                    <a:pt x="8002995" y="136505"/>
                  </a:lnTo>
                  <a:lnTo>
                    <a:pt x="7966899" y="137860"/>
                  </a:lnTo>
                  <a:lnTo>
                    <a:pt x="7913917" y="140078"/>
                  </a:lnTo>
                  <a:lnTo>
                    <a:pt x="7845130" y="143310"/>
                  </a:lnTo>
                  <a:lnTo>
                    <a:pt x="7763529" y="147644"/>
                  </a:lnTo>
                  <a:lnTo>
                    <a:pt x="7673273" y="153108"/>
                  </a:lnTo>
                  <a:lnTo>
                    <a:pt x="7578807" y="159689"/>
                  </a:lnTo>
                  <a:lnTo>
                    <a:pt x="7484118" y="167360"/>
                  </a:lnTo>
                  <a:lnTo>
                    <a:pt x="7392296" y="176107"/>
                  </a:lnTo>
                  <a:lnTo>
                    <a:pt x="7305385" y="185944"/>
                  </a:lnTo>
                  <a:lnTo>
                    <a:pt x="7224468" y="196930"/>
                  </a:lnTo>
                  <a:lnTo>
                    <a:pt x="7149856" y="209169"/>
                  </a:lnTo>
                  <a:lnTo>
                    <a:pt x="7081308" y="222814"/>
                  </a:lnTo>
                  <a:lnTo>
                    <a:pt x="7018219" y="238060"/>
                  </a:lnTo>
                  <a:lnTo>
                    <a:pt x="6959776" y="255137"/>
                  </a:lnTo>
                  <a:lnTo>
                    <a:pt x="6905069" y="274294"/>
                  </a:lnTo>
                  <a:lnTo>
                    <a:pt x="6853175" y="295766"/>
                  </a:lnTo>
                  <a:lnTo>
                    <a:pt x="6803242" y="319725"/>
                  </a:lnTo>
                  <a:lnTo>
                    <a:pt x="6786527" y="328477"/>
                  </a:lnTo>
                  <a:lnTo>
                    <a:pt x="6738196" y="355787"/>
                  </a:lnTo>
                  <a:lnTo>
                    <a:pt x="6690338" y="385682"/>
                  </a:lnTo>
                  <a:lnTo>
                    <a:pt x="6642513" y="418204"/>
                  </a:lnTo>
                  <a:lnTo>
                    <a:pt x="6594410" y="453323"/>
                  </a:lnTo>
                  <a:lnTo>
                    <a:pt x="6545830" y="490924"/>
                  </a:lnTo>
                  <a:lnTo>
                    <a:pt x="6496673" y="530804"/>
                  </a:lnTo>
                  <a:lnTo>
                    <a:pt x="6446925" y="572666"/>
                  </a:lnTo>
                  <a:lnTo>
                    <a:pt x="6396651" y="616132"/>
                  </a:lnTo>
                  <a:lnTo>
                    <a:pt x="6345975" y="660747"/>
                  </a:lnTo>
                  <a:lnTo>
                    <a:pt x="6295068" y="706003"/>
                  </a:lnTo>
                  <a:lnTo>
                    <a:pt x="6244124" y="751360"/>
                  </a:lnTo>
                  <a:lnTo>
                    <a:pt x="6193341" y="796273"/>
                  </a:lnTo>
                  <a:lnTo>
                    <a:pt x="6142902" y="840219"/>
                  </a:lnTo>
                  <a:lnTo>
                    <a:pt x="6092949" y="882720"/>
                  </a:lnTo>
                  <a:lnTo>
                    <a:pt x="6043571" y="923369"/>
                  </a:lnTo>
                  <a:lnTo>
                    <a:pt x="5994785" y="961838"/>
                  </a:lnTo>
                  <a:lnTo>
                    <a:pt x="5946525" y="997889"/>
                  </a:lnTo>
                  <a:lnTo>
                    <a:pt x="5898627" y="1031376"/>
                  </a:lnTo>
                  <a:lnTo>
                    <a:pt x="5850825" y="1062237"/>
                  </a:lnTo>
                  <a:lnTo>
                    <a:pt x="5802728" y="1090490"/>
                  </a:lnTo>
                  <a:lnTo>
                    <a:pt x="5784835" y="1100257"/>
                  </a:lnTo>
                  <a:lnTo>
                    <a:pt x="5735399" y="1125080"/>
                  </a:lnTo>
                  <a:lnTo>
                    <a:pt x="5684264" y="1147386"/>
                  </a:lnTo>
                  <a:lnTo>
                    <a:pt x="5630618" y="1167308"/>
                  </a:lnTo>
                  <a:lnTo>
                    <a:pt x="5573554" y="1185066"/>
                  </a:lnTo>
                  <a:lnTo>
                    <a:pt x="5512148" y="1200910"/>
                  </a:lnTo>
                  <a:lnTo>
                    <a:pt x="5445543" y="1215077"/>
                  </a:lnTo>
                  <a:lnTo>
                    <a:pt x="5373049" y="1227776"/>
                  </a:lnTo>
                  <a:lnTo>
                    <a:pt x="5294279" y="1239175"/>
                  </a:lnTo>
                  <a:lnTo>
                    <a:pt x="5209334" y="1249396"/>
                  </a:lnTo>
                  <a:lnTo>
                    <a:pt x="5119009" y="1258511"/>
                  </a:lnTo>
                  <a:lnTo>
                    <a:pt x="5025003" y="1266550"/>
                  </a:lnTo>
                  <a:lnTo>
                    <a:pt x="4930052" y="1273505"/>
                  </a:lnTo>
                  <a:lnTo>
                    <a:pt x="4837870" y="1279352"/>
                  </a:lnTo>
                  <a:lnTo>
                    <a:pt x="4752818" y="1284071"/>
                  </a:lnTo>
                  <a:lnTo>
                    <a:pt x="4679247" y="1287672"/>
                  </a:lnTo>
                  <a:lnTo>
                    <a:pt x="4620645" y="1290223"/>
                  </a:lnTo>
                  <a:lnTo>
                    <a:pt x="4578808" y="1291851"/>
                  </a:lnTo>
                  <a:lnTo>
                    <a:pt x="4553323" y="1292743"/>
                  </a:lnTo>
                  <a:lnTo>
                    <a:pt x="4541493" y="1293117"/>
                  </a:lnTo>
                  <a:lnTo>
                    <a:pt x="4538543" y="1293202"/>
                  </a:lnTo>
                  <a:lnTo>
                    <a:pt x="4016409" y="1293202"/>
                  </a:lnTo>
                  <a:lnTo>
                    <a:pt x="4015167" y="1293163"/>
                  </a:lnTo>
                  <a:lnTo>
                    <a:pt x="4007039" y="1292886"/>
                  </a:lnTo>
                  <a:lnTo>
                    <a:pt x="3986705" y="1292119"/>
                  </a:lnTo>
                  <a:lnTo>
                    <a:pt x="3950746" y="1290612"/>
                  </a:lnTo>
                  <a:lnTo>
                    <a:pt x="3897949" y="1288145"/>
                  </a:lnTo>
                  <a:lnTo>
                    <a:pt x="3829377" y="1284549"/>
                  </a:lnTo>
                  <a:lnTo>
                    <a:pt x="3747996" y="1279726"/>
                  </a:lnTo>
                  <a:lnTo>
                    <a:pt x="3657939" y="1273645"/>
                  </a:lnTo>
                  <a:lnTo>
                    <a:pt x="3563635" y="1266320"/>
                  </a:lnTo>
                  <a:lnTo>
                    <a:pt x="3469063" y="1257780"/>
                  </a:lnTo>
                  <a:lnTo>
                    <a:pt x="3377311" y="1248041"/>
                  </a:lnTo>
                  <a:lnTo>
                    <a:pt x="3290433" y="1237088"/>
                  </a:lnTo>
                  <a:lnTo>
                    <a:pt x="3209520" y="1224858"/>
                  </a:lnTo>
                  <a:lnTo>
                    <a:pt x="3134894" y="1211234"/>
                  </a:lnTo>
                  <a:lnTo>
                    <a:pt x="3066323" y="1196049"/>
                  </a:lnTo>
                  <a:lnTo>
                    <a:pt x="3003212" y="1179086"/>
                  </a:lnTo>
                  <a:lnTo>
                    <a:pt x="2944753" y="1160089"/>
                  </a:lnTo>
                  <a:lnTo>
                    <a:pt x="2890042" y="1138782"/>
                  </a:lnTo>
                  <a:lnTo>
                    <a:pt x="2838160" y="1114903"/>
                  </a:lnTo>
                  <a:lnTo>
                    <a:pt x="2788255" y="1088257"/>
                  </a:lnTo>
                  <a:lnTo>
                    <a:pt x="2770117" y="1077668"/>
                  </a:lnTo>
                  <a:lnTo>
                    <a:pt x="2722835" y="1047856"/>
                  </a:lnTo>
                  <a:lnTo>
                    <a:pt x="2676015" y="1015285"/>
                  </a:lnTo>
                  <a:lnTo>
                    <a:pt x="2629242" y="979905"/>
                  </a:lnTo>
                  <a:lnTo>
                    <a:pt x="2582219" y="941745"/>
                  </a:lnTo>
                  <a:lnTo>
                    <a:pt x="2534751" y="900916"/>
                  </a:lnTo>
                  <a:lnTo>
                    <a:pt x="2486737" y="857625"/>
                  </a:lnTo>
                  <a:lnTo>
                    <a:pt x="2438156" y="812166"/>
                  </a:lnTo>
                  <a:lnTo>
                    <a:pt x="2389056" y="764926"/>
                  </a:lnTo>
                  <a:lnTo>
                    <a:pt x="2339548" y="716367"/>
                  </a:lnTo>
                  <a:lnTo>
                    <a:pt x="2289784" y="667013"/>
                  </a:lnTo>
                  <a:lnTo>
                    <a:pt x="2239943" y="617423"/>
                  </a:lnTo>
                  <a:lnTo>
                    <a:pt x="2190211" y="568169"/>
                  </a:lnTo>
                  <a:lnTo>
                    <a:pt x="2140766" y="519807"/>
                  </a:lnTo>
                  <a:lnTo>
                    <a:pt x="2091751" y="472851"/>
                  </a:lnTo>
                  <a:lnTo>
                    <a:pt x="2043268" y="427750"/>
                  </a:lnTo>
                  <a:lnTo>
                    <a:pt x="1995355" y="384875"/>
                  </a:lnTo>
                  <a:lnTo>
                    <a:pt x="1947976" y="344506"/>
                  </a:lnTo>
                  <a:lnTo>
                    <a:pt x="1901014" y="306832"/>
                  </a:lnTo>
                  <a:lnTo>
                    <a:pt x="1854258" y="271950"/>
                  </a:lnTo>
                  <a:lnTo>
                    <a:pt x="1807389" y="239872"/>
                  </a:lnTo>
                  <a:lnTo>
                    <a:pt x="1768425" y="215533"/>
                  </a:lnTo>
                  <a:lnTo>
                    <a:pt x="1719061" y="187842"/>
                  </a:lnTo>
                  <a:lnTo>
                    <a:pt x="1668005" y="162954"/>
                  </a:lnTo>
                  <a:lnTo>
                    <a:pt x="1614448" y="140723"/>
                  </a:lnTo>
                  <a:lnTo>
                    <a:pt x="1557486" y="120903"/>
                  </a:lnTo>
                  <a:lnTo>
                    <a:pt x="1496200" y="103217"/>
                  </a:lnTo>
                  <a:lnTo>
                    <a:pt x="1429735" y="87400"/>
                  </a:lnTo>
                  <a:lnTo>
                    <a:pt x="1357403" y="73221"/>
                  </a:lnTo>
                  <a:lnTo>
                    <a:pt x="1278816" y="60490"/>
                  </a:lnTo>
                  <a:lnTo>
                    <a:pt x="1194066" y="49074"/>
                  </a:lnTo>
                  <a:lnTo>
                    <a:pt x="1103936" y="38890"/>
                  </a:lnTo>
                  <a:lnTo>
                    <a:pt x="1010104" y="29905"/>
                  </a:lnTo>
                  <a:lnTo>
                    <a:pt x="915277" y="22126"/>
                  </a:lnTo>
                  <a:lnTo>
                    <a:pt x="823140" y="15581"/>
                  </a:lnTo>
                  <a:lnTo>
                    <a:pt x="738028" y="10293"/>
                  </a:lnTo>
                  <a:lnTo>
                    <a:pt x="664283" y="6250"/>
                  </a:lnTo>
                  <a:lnTo>
                    <a:pt x="605404" y="3381"/>
                  </a:lnTo>
                  <a:lnTo>
                    <a:pt x="563223" y="1542"/>
                  </a:lnTo>
                  <a:lnTo>
                    <a:pt x="537387" y="529"/>
                  </a:lnTo>
                  <a:lnTo>
                    <a:pt x="525263" y="100"/>
                  </a:lnTo>
                  <a:lnTo>
                    <a:pt x="5221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312" name="pl312"/>
            <p:cNvSpPr/>
            <p:nvPr/>
          </p:nvSpPr>
          <p:spPr>
            <a:xfrm>
              <a:off x="386606" y="1772851"/>
              <a:ext cx="8554953" cy="1293202"/>
            </a:xfrm>
            <a:custGeom>
              <a:avLst/>
              <a:pathLst>
                <a:path w="8554953" h="1293202">
                  <a:moveTo>
                    <a:pt x="0" y="0"/>
                  </a:moveTo>
                  <a:lnTo>
                    <a:pt x="522133" y="0"/>
                  </a:lnTo>
                  <a:lnTo>
                    <a:pt x="523376" y="38"/>
                  </a:lnTo>
                  <a:lnTo>
                    <a:pt x="531503" y="316"/>
                  </a:lnTo>
                  <a:lnTo>
                    <a:pt x="551837" y="1083"/>
                  </a:lnTo>
                  <a:lnTo>
                    <a:pt x="587796" y="2589"/>
                  </a:lnTo>
                  <a:lnTo>
                    <a:pt x="640593" y="5056"/>
                  </a:lnTo>
                  <a:lnTo>
                    <a:pt x="709165" y="8653"/>
                  </a:lnTo>
                  <a:lnTo>
                    <a:pt x="790546" y="13475"/>
                  </a:lnTo>
                  <a:lnTo>
                    <a:pt x="880603" y="19556"/>
                  </a:lnTo>
                  <a:lnTo>
                    <a:pt x="974908" y="26881"/>
                  </a:lnTo>
                  <a:lnTo>
                    <a:pt x="1069480" y="35422"/>
                  </a:lnTo>
                  <a:lnTo>
                    <a:pt x="1161231" y="45160"/>
                  </a:lnTo>
                  <a:lnTo>
                    <a:pt x="1248109" y="56113"/>
                  </a:lnTo>
                  <a:lnTo>
                    <a:pt x="1329022" y="68343"/>
                  </a:lnTo>
                  <a:lnTo>
                    <a:pt x="1403648" y="81967"/>
                  </a:lnTo>
                  <a:lnTo>
                    <a:pt x="1472219" y="97152"/>
                  </a:lnTo>
                  <a:lnTo>
                    <a:pt x="1535330" y="114116"/>
                  </a:lnTo>
                  <a:lnTo>
                    <a:pt x="1593789" y="133113"/>
                  </a:lnTo>
                  <a:lnTo>
                    <a:pt x="1648500" y="154419"/>
                  </a:lnTo>
                  <a:lnTo>
                    <a:pt x="1700382" y="178298"/>
                  </a:lnTo>
                  <a:lnTo>
                    <a:pt x="1750288" y="204944"/>
                  </a:lnTo>
                  <a:lnTo>
                    <a:pt x="1768425" y="215533"/>
                  </a:lnTo>
                  <a:lnTo>
                    <a:pt x="1815707" y="245345"/>
                  </a:lnTo>
                  <a:lnTo>
                    <a:pt x="1862528" y="277916"/>
                  </a:lnTo>
                  <a:lnTo>
                    <a:pt x="1909301" y="313296"/>
                  </a:lnTo>
                  <a:lnTo>
                    <a:pt x="1956324" y="351456"/>
                  </a:lnTo>
                  <a:lnTo>
                    <a:pt x="2003791" y="392285"/>
                  </a:lnTo>
                  <a:lnTo>
                    <a:pt x="2051805" y="435577"/>
                  </a:lnTo>
                  <a:lnTo>
                    <a:pt x="2100387" y="481035"/>
                  </a:lnTo>
                  <a:lnTo>
                    <a:pt x="2149486" y="528275"/>
                  </a:lnTo>
                  <a:lnTo>
                    <a:pt x="2198994" y="576834"/>
                  </a:lnTo>
                  <a:lnTo>
                    <a:pt x="2248758" y="626188"/>
                  </a:lnTo>
                  <a:lnTo>
                    <a:pt x="2298599" y="675778"/>
                  </a:lnTo>
                  <a:lnTo>
                    <a:pt x="2348331" y="725032"/>
                  </a:lnTo>
                  <a:lnTo>
                    <a:pt x="2397777" y="773394"/>
                  </a:lnTo>
                  <a:lnTo>
                    <a:pt x="2446791" y="820350"/>
                  </a:lnTo>
                  <a:lnTo>
                    <a:pt x="2495274" y="865451"/>
                  </a:lnTo>
                  <a:lnTo>
                    <a:pt x="2543188" y="908326"/>
                  </a:lnTo>
                  <a:lnTo>
                    <a:pt x="2590566" y="948695"/>
                  </a:lnTo>
                  <a:lnTo>
                    <a:pt x="2637528" y="986369"/>
                  </a:lnTo>
                  <a:lnTo>
                    <a:pt x="2684285" y="1021252"/>
                  </a:lnTo>
                  <a:lnTo>
                    <a:pt x="2731153" y="1053329"/>
                  </a:lnTo>
                  <a:lnTo>
                    <a:pt x="2770117" y="1077668"/>
                  </a:lnTo>
                  <a:lnTo>
                    <a:pt x="2819481" y="1105359"/>
                  </a:lnTo>
                  <a:lnTo>
                    <a:pt x="2870537" y="1130247"/>
                  </a:lnTo>
                  <a:lnTo>
                    <a:pt x="2924094" y="1152478"/>
                  </a:lnTo>
                  <a:lnTo>
                    <a:pt x="2981057" y="1172298"/>
                  </a:lnTo>
                  <a:lnTo>
                    <a:pt x="3042343" y="1189984"/>
                  </a:lnTo>
                  <a:lnTo>
                    <a:pt x="3108807" y="1205801"/>
                  </a:lnTo>
                  <a:lnTo>
                    <a:pt x="3181139" y="1219981"/>
                  </a:lnTo>
                  <a:lnTo>
                    <a:pt x="3259726" y="1232711"/>
                  </a:lnTo>
                  <a:lnTo>
                    <a:pt x="3344476" y="1244127"/>
                  </a:lnTo>
                  <a:lnTo>
                    <a:pt x="3434606" y="1254311"/>
                  </a:lnTo>
                  <a:lnTo>
                    <a:pt x="3528439" y="1263296"/>
                  </a:lnTo>
                  <a:lnTo>
                    <a:pt x="3623265" y="1271075"/>
                  </a:lnTo>
                  <a:lnTo>
                    <a:pt x="3715402" y="1277620"/>
                  </a:lnTo>
                  <a:lnTo>
                    <a:pt x="3800514" y="1282908"/>
                  </a:lnTo>
                  <a:lnTo>
                    <a:pt x="3874259" y="1286951"/>
                  </a:lnTo>
                  <a:lnTo>
                    <a:pt x="3933139" y="1289821"/>
                  </a:lnTo>
                  <a:lnTo>
                    <a:pt x="3975319" y="1291660"/>
                  </a:lnTo>
                  <a:lnTo>
                    <a:pt x="4001156" y="1292672"/>
                  </a:lnTo>
                  <a:lnTo>
                    <a:pt x="4013279" y="1293101"/>
                  </a:lnTo>
                  <a:lnTo>
                    <a:pt x="4016344" y="1293200"/>
                  </a:lnTo>
                  <a:lnTo>
                    <a:pt x="4016409" y="1293202"/>
                  </a:lnTo>
                  <a:lnTo>
                    <a:pt x="4538543" y="1293202"/>
                  </a:lnTo>
                  <a:lnTo>
                    <a:pt x="4539791" y="1293167"/>
                  </a:lnTo>
                  <a:lnTo>
                    <a:pt x="4547952" y="1292917"/>
                  </a:lnTo>
                  <a:lnTo>
                    <a:pt x="4568367" y="1292228"/>
                  </a:lnTo>
                  <a:lnTo>
                    <a:pt x="4604463" y="1290874"/>
                  </a:lnTo>
                  <a:lnTo>
                    <a:pt x="4657445" y="1288655"/>
                  </a:lnTo>
                  <a:lnTo>
                    <a:pt x="4726232" y="1285423"/>
                  </a:lnTo>
                  <a:lnTo>
                    <a:pt x="4807833" y="1281089"/>
                  </a:lnTo>
                  <a:lnTo>
                    <a:pt x="4898089" y="1275625"/>
                  </a:lnTo>
                  <a:lnTo>
                    <a:pt x="4992555" y="1269045"/>
                  </a:lnTo>
                  <a:lnTo>
                    <a:pt x="5087244" y="1261373"/>
                  </a:lnTo>
                  <a:lnTo>
                    <a:pt x="5179066" y="1252627"/>
                  </a:lnTo>
                  <a:lnTo>
                    <a:pt x="5265977" y="1242789"/>
                  </a:lnTo>
                  <a:lnTo>
                    <a:pt x="5346894" y="1231803"/>
                  </a:lnTo>
                  <a:lnTo>
                    <a:pt x="5421506" y="1219564"/>
                  </a:lnTo>
                  <a:lnTo>
                    <a:pt x="5490054" y="1205919"/>
                  </a:lnTo>
                  <a:lnTo>
                    <a:pt x="5553143" y="1190673"/>
                  </a:lnTo>
                  <a:lnTo>
                    <a:pt x="5611586" y="1173596"/>
                  </a:lnTo>
                  <a:lnTo>
                    <a:pt x="5666293" y="1154439"/>
                  </a:lnTo>
                  <a:lnTo>
                    <a:pt x="5718187" y="1132967"/>
                  </a:lnTo>
                  <a:lnTo>
                    <a:pt x="5768120" y="1109008"/>
                  </a:lnTo>
                  <a:lnTo>
                    <a:pt x="5784835" y="1100257"/>
                  </a:lnTo>
                  <a:lnTo>
                    <a:pt x="5833166" y="1072946"/>
                  </a:lnTo>
                  <a:lnTo>
                    <a:pt x="5881024" y="1043051"/>
                  </a:lnTo>
                  <a:lnTo>
                    <a:pt x="5928849" y="1010529"/>
                  </a:lnTo>
                  <a:lnTo>
                    <a:pt x="5976952" y="975410"/>
                  </a:lnTo>
                  <a:lnTo>
                    <a:pt x="6025531" y="937809"/>
                  </a:lnTo>
                  <a:lnTo>
                    <a:pt x="6074689" y="897930"/>
                  </a:lnTo>
                  <a:lnTo>
                    <a:pt x="6124437" y="856067"/>
                  </a:lnTo>
                  <a:lnTo>
                    <a:pt x="6174711" y="812602"/>
                  </a:lnTo>
                  <a:lnTo>
                    <a:pt x="6225387" y="767986"/>
                  </a:lnTo>
                  <a:lnTo>
                    <a:pt x="6276294" y="722730"/>
                  </a:lnTo>
                  <a:lnTo>
                    <a:pt x="6327238" y="677373"/>
                  </a:lnTo>
                  <a:lnTo>
                    <a:pt x="6378021" y="632460"/>
                  </a:lnTo>
                  <a:lnTo>
                    <a:pt x="6428460" y="588515"/>
                  </a:lnTo>
                  <a:lnTo>
                    <a:pt x="6478413" y="546013"/>
                  </a:lnTo>
                  <a:lnTo>
                    <a:pt x="6527791" y="505364"/>
                  </a:lnTo>
                  <a:lnTo>
                    <a:pt x="6576577" y="466895"/>
                  </a:lnTo>
                  <a:lnTo>
                    <a:pt x="6624837" y="430844"/>
                  </a:lnTo>
                  <a:lnTo>
                    <a:pt x="6672734" y="397357"/>
                  </a:lnTo>
                  <a:lnTo>
                    <a:pt x="6720537" y="366496"/>
                  </a:lnTo>
                  <a:lnTo>
                    <a:pt x="6768634" y="338243"/>
                  </a:lnTo>
                  <a:lnTo>
                    <a:pt x="6786527" y="328477"/>
                  </a:lnTo>
                  <a:lnTo>
                    <a:pt x="6835963" y="303653"/>
                  </a:lnTo>
                  <a:lnTo>
                    <a:pt x="6887098" y="281347"/>
                  </a:lnTo>
                  <a:lnTo>
                    <a:pt x="6940743" y="261425"/>
                  </a:lnTo>
                  <a:lnTo>
                    <a:pt x="6997808" y="243667"/>
                  </a:lnTo>
                  <a:lnTo>
                    <a:pt x="7059214" y="227823"/>
                  </a:lnTo>
                  <a:lnTo>
                    <a:pt x="7125819" y="213656"/>
                  </a:lnTo>
                  <a:lnTo>
                    <a:pt x="7198313" y="200957"/>
                  </a:lnTo>
                  <a:lnTo>
                    <a:pt x="7277083" y="189558"/>
                  </a:lnTo>
                  <a:lnTo>
                    <a:pt x="7362028" y="179337"/>
                  </a:lnTo>
                  <a:lnTo>
                    <a:pt x="7452353" y="170222"/>
                  </a:lnTo>
                  <a:lnTo>
                    <a:pt x="7546359" y="162184"/>
                  </a:lnTo>
                  <a:lnTo>
                    <a:pt x="7641310" y="155228"/>
                  </a:lnTo>
                  <a:lnTo>
                    <a:pt x="7733492" y="149381"/>
                  </a:lnTo>
                  <a:lnTo>
                    <a:pt x="7818544" y="144662"/>
                  </a:lnTo>
                  <a:lnTo>
                    <a:pt x="7892115" y="141061"/>
                  </a:lnTo>
                  <a:lnTo>
                    <a:pt x="7950717" y="138510"/>
                  </a:lnTo>
                  <a:lnTo>
                    <a:pt x="7992554" y="136882"/>
                  </a:lnTo>
                  <a:lnTo>
                    <a:pt x="8018039" y="135990"/>
                  </a:lnTo>
                  <a:lnTo>
                    <a:pt x="8029869" y="135616"/>
                  </a:lnTo>
                  <a:lnTo>
                    <a:pt x="8032768" y="135533"/>
                  </a:lnTo>
                  <a:lnTo>
                    <a:pt x="8032819" y="135532"/>
                  </a:lnTo>
                  <a:lnTo>
                    <a:pt x="8554953" y="135532"/>
                  </a:lnTo>
                  <a:lnTo>
                    <a:pt x="8554953" y="135532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313" name="pl313"/>
            <p:cNvSpPr/>
            <p:nvPr/>
          </p:nvSpPr>
          <p:spPr>
            <a:xfrm>
              <a:off x="386606" y="1767203"/>
              <a:ext cx="8554953" cy="1293202"/>
            </a:xfrm>
            <a:custGeom>
              <a:avLst/>
              <a:pathLst>
                <a:path w="8554953" h="1293202">
                  <a:moveTo>
                    <a:pt x="8554953" y="135532"/>
                  </a:moveTo>
                  <a:lnTo>
                    <a:pt x="8032819" y="135532"/>
                  </a:lnTo>
                  <a:lnTo>
                    <a:pt x="8031571" y="135567"/>
                  </a:lnTo>
                  <a:lnTo>
                    <a:pt x="8023410" y="135816"/>
                  </a:lnTo>
                  <a:lnTo>
                    <a:pt x="8002995" y="136505"/>
                  </a:lnTo>
                  <a:lnTo>
                    <a:pt x="7966899" y="137860"/>
                  </a:lnTo>
                  <a:lnTo>
                    <a:pt x="7913917" y="140078"/>
                  </a:lnTo>
                  <a:lnTo>
                    <a:pt x="7845130" y="143310"/>
                  </a:lnTo>
                  <a:lnTo>
                    <a:pt x="7763529" y="147644"/>
                  </a:lnTo>
                  <a:lnTo>
                    <a:pt x="7673273" y="153108"/>
                  </a:lnTo>
                  <a:lnTo>
                    <a:pt x="7578807" y="159689"/>
                  </a:lnTo>
                  <a:lnTo>
                    <a:pt x="7484118" y="167360"/>
                  </a:lnTo>
                  <a:lnTo>
                    <a:pt x="7392296" y="176107"/>
                  </a:lnTo>
                  <a:lnTo>
                    <a:pt x="7305385" y="185944"/>
                  </a:lnTo>
                  <a:lnTo>
                    <a:pt x="7224468" y="196930"/>
                  </a:lnTo>
                  <a:lnTo>
                    <a:pt x="7149856" y="209169"/>
                  </a:lnTo>
                  <a:lnTo>
                    <a:pt x="7081308" y="222814"/>
                  </a:lnTo>
                  <a:lnTo>
                    <a:pt x="7018219" y="238060"/>
                  </a:lnTo>
                  <a:lnTo>
                    <a:pt x="6959776" y="255137"/>
                  </a:lnTo>
                  <a:lnTo>
                    <a:pt x="6905069" y="274294"/>
                  </a:lnTo>
                  <a:lnTo>
                    <a:pt x="6853175" y="295766"/>
                  </a:lnTo>
                  <a:lnTo>
                    <a:pt x="6803242" y="319725"/>
                  </a:lnTo>
                  <a:lnTo>
                    <a:pt x="6786527" y="328477"/>
                  </a:lnTo>
                  <a:lnTo>
                    <a:pt x="6738196" y="355787"/>
                  </a:lnTo>
                  <a:lnTo>
                    <a:pt x="6690338" y="385682"/>
                  </a:lnTo>
                  <a:lnTo>
                    <a:pt x="6642513" y="418204"/>
                  </a:lnTo>
                  <a:lnTo>
                    <a:pt x="6594410" y="453323"/>
                  </a:lnTo>
                  <a:lnTo>
                    <a:pt x="6545830" y="490924"/>
                  </a:lnTo>
                  <a:lnTo>
                    <a:pt x="6496673" y="530804"/>
                  </a:lnTo>
                  <a:lnTo>
                    <a:pt x="6446925" y="572666"/>
                  </a:lnTo>
                  <a:lnTo>
                    <a:pt x="6396651" y="616132"/>
                  </a:lnTo>
                  <a:lnTo>
                    <a:pt x="6345975" y="660747"/>
                  </a:lnTo>
                  <a:lnTo>
                    <a:pt x="6295068" y="706003"/>
                  </a:lnTo>
                  <a:lnTo>
                    <a:pt x="6244124" y="751360"/>
                  </a:lnTo>
                  <a:lnTo>
                    <a:pt x="6193341" y="796273"/>
                  </a:lnTo>
                  <a:lnTo>
                    <a:pt x="6142902" y="840219"/>
                  </a:lnTo>
                  <a:lnTo>
                    <a:pt x="6092949" y="882720"/>
                  </a:lnTo>
                  <a:lnTo>
                    <a:pt x="6043571" y="923369"/>
                  </a:lnTo>
                  <a:lnTo>
                    <a:pt x="5994785" y="961838"/>
                  </a:lnTo>
                  <a:lnTo>
                    <a:pt x="5946525" y="997889"/>
                  </a:lnTo>
                  <a:lnTo>
                    <a:pt x="5898627" y="1031376"/>
                  </a:lnTo>
                  <a:lnTo>
                    <a:pt x="5850825" y="1062237"/>
                  </a:lnTo>
                  <a:lnTo>
                    <a:pt x="5802728" y="1090490"/>
                  </a:lnTo>
                  <a:lnTo>
                    <a:pt x="5784835" y="1100257"/>
                  </a:lnTo>
                  <a:lnTo>
                    <a:pt x="5735399" y="1125080"/>
                  </a:lnTo>
                  <a:lnTo>
                    <a:pt x="5684264" y="1147386"/>
                  </a:lnTo>
                  <a:lnTo>
                    <a:pt x="5630618" y="1167308"/>
                  </a:lnTo>
                  <a:lnTo>
                    <a:pt x="5573554" y="1185066"/>
                  </a:lnTo>
                  <a:lnTo>
                    <a:pt x="5512148" y="1200910"/>
                  </a:lnTo>
                  <a:lnTo>
                    <a:pt x="5445543" y="1215077"/>
                  </a:lnTo>
                  <a:lnTo>
                    <a:pt x="5373049" y="1227776"/>
                  </a:lnTo>
                  <a:lnTo>
                    <a:pt x="5294279" y="1239175"/>
                  </a:lnTo>
                  <a:lnTo>
                    <a:pt x="5209334" y="1249396"/>
                  </a:lnTo>
                  <a:lnTo>
                    <a:pt x="5119009" y="1258511"/>
                  </a:lnTo>
                  <a:lnTo>
                    <a:pt x="5025003" y="1266550"/>
                  </a:lnTo>
                  <a:lnTo>
                    <a:pt x="4930052" y="1273505"/>
                  </a:lnTo>
                  <a:lnTo>
                    <a:pt x="4837870" y="1279352"/>
                  </a:lnTo>
                  <a:lnTo>
                    <a:pt x="4752818" y="1284071"/>
                  </a:lnTo>
                  <a:lnTo>
                    <a:pt x="4679247" y="1287672"/>
                  </a:lnTo>
                  <a:lnTo>
                    <a:pt x="4620645" y="1290223"/>
                  </a:lnTo>
                  <a:lnTo>
                    <a:pt x="4578808" y="1291851"/>
                  </a:lnTo>
                  <a:lnTo>
                    <a:pt x="4553323" y="1292743"/>
                  </a:lnTo>
                  <a:lnTo>
                    <a:pt x="4541493" y="1293117"/>
                  </a:lnTo>
                  <a:lnTo>
                    <a:pt x="4538594" y="1293200"/>
                  </a:lnTo>
                  <a:lnTo>
                    <a:pt x="4538543" y="1293202"/>
                  </a:lnTo>
                  <a:lnTo>
                    <a:pt x="4016409" y="1293202"/>
                  </a:lnTo>
                  <a:lnTo>
                    <a:pt x="4015167" y="1293163"/>
                  </a:lnTo>
                  <a:lnTo>
                    <a:pt x="4007039" y="1292886"/>
                  </a:lnTo>
                  <a:lnTo>
                    <a:pt x="3986705" y="1292119"/>
                  </a:lnTo>
                  <a:lnTo>
                    <a:pt x="3950746" y="1290612"/>
                  </a:lnTo>
                  <a:lnTo>
                    <a:pt x="3897949" y="1288145"/>
                  </a:lnTo>
                  <a:lnTo>
                    <a:pt x="3829377" y="1284549"/>
                  </a:lnTo>
                  <a:lnTo>
                    <a:pt x="3747996" y="1279726"/>
                  </a:lnTo>
                  <a:lnTo>
                    <a:pt x="3657939" y="1273645"/>
                  </a:lnTo>
                  <a:lnTo>
                    <a:pt x="3563635" y="1266320"/>
                  </a:lnTo>
                  <a:lnTo>
                    <a:pt x="3469063" y="1257780"/>
                  </a:lnTo>
                  <a:lnTo>
                    <a:pt x="3377311" y="1248041"/>
                  </a:lnTo>
                  <a:lnTo>
                    <a:pt x="3290433" y="1237088"/>
                  </a:lnTo>
                  <a:lnTo>
                    <a:pt x="3209520" y="1224858"/>
                  </a:lnTo>
                  <a:lnTo>
                    <a:pt x="3134894" y="1211234"/>
                  </a:lnTo>
                  <a:lnTo>
                    <a:pt x="3066323" y="1196049"/>
                  </a:lnTo>
                  <a:lnTo>
                    <a:pt x="3003212" y="1179086"/>
                  </a:lnTo>
                  <a:lnTo>
                    <a:pt x="2944753" y="1160089"/>
                  </a:lnTo>
                  <a:lnTo>
                    <a:pt x="2890042" y="1138782"/>
                  </a:lnTo>
                  <a:lnTo>
                    <a:pt x="2838160" y="1114903"/>
                  </a:lnTo>
                  <a:lnTo>
                    <a:pt x="2788255" y="1088257"/>
                  </a:lnTo>
                  <a:lnTo>
                    <a:pt x="2770117" y="1077668"/>
                  </a:lnTo>
                  <a:lnTo>
                    <a:pt x="2722835" y="1047856"/>
                  </a:lnTo>
                  <a:lnTo>
                    <a:pt x="2676015" y="1015285"/>
                  </a:lnTo>
                  <a:lnTo>
                    <a:pt x="2629242" y="979905"/>
                  </a:lnTo>
                  <a:lnTo>
                    <a:pt x="2582219" y="941745"/>
                  </a:lnTo>
                  <a:lnTo>
                    <a:pt x="2534751" y="900916"/>
                  </a:lnTo>
                  <a:lnTo>
                    <a:pt x="2486737" y="857625"/>
                  </a:lnTo>
                  <a:lnTo>
                    <a:pt x="2438156" y="812166"/>
                  </a:lnTo>
                  <a:lnTo>
                    <a:pt x="2389056" y="764926"/>
                  </a:lnTo>
                  <a:lnTo>
                    <a:pt x="2339548" y="716367"/>
                  </a:lnTo>
                  <a:lnTo>
                    <a:pt x="2289784" y="667013"/>
                  </a:lnTo>
                  <a:lnTo>
                    <a:pt x="2239943" y="617423"/>
                  </a:lnTo>
                  <a:lnTo>
                    <a:pt x="2190211" y="568169"/>
                  </a:lnTo>
                  <a:lnTo>
                    <a:pt x="2140766" y="519807"/>
                  </a:lnTo>
                  <a:lnTo>
                    <a:pt x="2091751" y="472851"/>
                  </a:lnTo>
                  <a:lnTo>
                    <a:pt x="2043268" y="427750"/>
                  </a:lnTo>
                  <a:lnTo>
                    <a:pt x="1995355" y="384875"/>
                  </a:lnTo>
                  <a:lnTo>
                    <a:pt x="1947976" y="344506"/>
                  </a:lnTo>
                  <a:lnTo>
                    <a:pt x="1901014" y="306832"/>
                  </a:lnTo>
                  <a:lnTo>
                    <a:pt x="1854258" y="271950"/>
                  </a:lnTo>
                  <a:lnTo>
                    <a:pt x="1807389" y="239872"/>
                  </a:lnTo>
                  <a:lnTo>
                    <a:pt x="1768425" y="215533"/>
                  </a:lnTo>
                  <a:lnTo>
                    <a:pt x="1719061" y="187842"/>
                  </a:lnTo>
                  <a:lnTo>
                    <a:pt x="1668005" y="162954"/>
                  </a:lnTo>
                  <a:lnTo>
                    <a:pt x="1614448" y="140723"/>
                  </a:lnTo>
                  <a:lnTo>
                    <a:pt x="1557486" y="120903"/>
                  </a:lnTo>
                  <a:lnTo>
                    <a:pt x="1496200" y="103217"/>
                  </a:lnTo>
                  <a:lnTo>
                    <a:pt x="1429735" y="87400"/>
                  </a:lnTo>
                  <a:lnTo>
                    <a:pt x="1357403" y="73221"/>
                  </a:lnTo>
                  <a:lnTo>
                    <a:pt x="1278816" y="60490"/>
                  </a:lnTo>
                  <a:lnTo>
                    <a:pt x="1194066" y="49074"/>
                  </a:lnTo>
                  <a:lnTo>
                    <a:pt x="1103936" y="38890"/>
                  </a:lnTo>
                  <a:lnTo>
                    <a:pt x="1010104" y="29905"/>
                  </a:lnTo>
                  <a:lnTo>
                    <a:pt x="915277" y="22126"/>
                  </a:lnTo>
                  <a:lnTo>
                    <a:pt x="823140" y="15581"/>
                  </a:lnTo>
                  <a:lnTo>
                    <a:pt x="738028" y="10293"/>
                  </a:lnTo>
                  <a:lnTo>
                    <a:pt x="664283" y="6250"/>
                  </a:lnTo>
                  <a:lnTo>
                    <a:pt x="605404" y="3381"/>
                  </a:lnTo>
                  <a:lnTo>
                    <a:pt x="563223" y="1542"/>
                  </a:lnTo>
                  <a:lnTo>
                    <a:pt x="537387" y="529"/>
                  </a:lnTo>
                  <a:lnTo>
                    <a:pt x="525263" y="100"/>
                  </a:lnTo>
                  <a:lnTo>
                    <a:pt x="522198" y="1"/>
                  </a:lnTo>
                  <a:lnTo>
                    <a:pt x="522133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314" name="pg314"/>
            <p:cNvSpPr/>
            <p:nvPr/>
          </p:nvSpPr>
          <p:spPr>
            <a:xfrm>
              <a:off x="386606" y="1772851"/>
              <a:ext cx="8554953" cy="1298849"/>
            </a:xfrm>
            <a:custGeom>
              <a:avLst/>
              <a:pathLst>
                <a:path w="8554953" h="1298849">
                  <a:moveTo>
                    <a:pt x="0" y="5647"/>
                  </a:moveTo>
                  <a:lnTo>
                    <a:pt x="522133" y="5647"/>
                  </a:lnTo>
                  <a:lnTo>
                    <a:pt x="523376" y="5686"/>
                  </a:lnTo>
                  <a:lnTo>
                    <a:pt x="531503" y="5963"/>
                  </a:lnTo>
                  <a:lnTo>
                    <a:pt x="551837" y="6730"/>
                  </a:lnTo>
                  <a:lnTo>
                    <a:pt x="587796" y="8236"/>
                  </a:lnTo>
                  <a:lnTo>
                    <a:pt x="640593" y="10704"/>
                  </a:lnTo>
                  <a:lnTo>
                    <a:pt x="709165" y="14300"/>
                  </a:lnTo>
                  <a:lnTo>
                    <a:pt x="790546" y="19122"/>
                  </a:lnTo>
                  <a:lnTo>
                    <a:pt x="880603" y="25203"/>
                  </a:lnTo>
                  <a:lnTo>
                    <a:pt x="974908" y="32528"/>
                  </a:lnTo>
                  <a:lnTo>
                    <a:pt x="1069480" y="41069"/>
                  </a:lnTo>
                  <a:lnTo>
                    <a:pt x="1161231" y="50807"/>
                  </a:lnTo>
                  <a:lnTo>
                    <a:pt x="1248109" y="61760"/>
                  </a:lnTo>
                  <a:lnTo>
                    <a:pt x="1329022" y="73990"/>
                  </a:lnTo>
                  <a:lnTo>
                    <a:pt x="1403648" y="87614"/>
                  </a:lnTo>
                  <a:lnTo>
                    <a:pt x="1472219" y="102799"/>
                  </a:lnTo>
                  <a:lnTo>
                    <a:pt x="1535330" y="119763"/>
                  </a:lnTo>
                  <a:lnTo>
                    <a:pt x="1593789" y="138760"/>
                  </a:lnTo>
                  <a:lnTo>
                    <a:pt x="1648500" y="160066"/>
                  </a:lnTo>
                  <a:lnTo>
                    <a:pt x="1700382" y="183945"/>
                  </a:lnTo>
                  <a:lnTo>
                    <a:pt x="1750288" y="210591"/>
                  </a:lnTo>
                  <a:lnTo>
                    <a:pt x="1768425" y="221180"/>
                  </a:lnTo>
                  <a:lnTo>
                    <a:pt x="1815707" y="250992"/>
                  </a:lnTo>
                  <a:lnTo>
                    <a:pt x="1862528" y="283563"/>
                  </a:lnTo>
                  <a:lnTo>
                    <a:pt x="1909301" y="318943"/>
                  </a:lnTo>
                  <a:lnTo>
                    <a:pt x="1956324" y="357104"/>
                  </a:lnTo>
                  <a:lnTo>
                    <a:pt x="2003791" y="397932"/>
                  </a:lnTo>
                  <a:lnTo>
                    <a:pt x="2051805" y="441224"/>
                  </a:lnTo>
                  <a:lnTo>
                    <a:pt x="2100387" y="486683"/>
                  </a:lnTo>
                  <a:lnTo>
                    <a:pt x="2149486" y="533923"/>
                  </a:lnTo>
                  <a:lnTo>
                    <a:pt x="2198994" y="582481"/>
                  </a:lnTo>
                  <a:lnTo>
                    <a:pt x="2248758" y="631836"/>
                  </a:lnTo>
                  <a:lnTo>
                    <a:pt x="2298599" y="681425"/>
                  </a:lnTo>
                  <a:lnTo>
                    <a:pt x="2348331" y="730679"/>
                  </a:lnTo>
                  <a:lnTo>
                    <a:pt x="2397777" y="779041"/>
                  </a:lnTo>
                  <a:lnTo>
                    <a:pt x="2446791" y="825997"/>
                  </a:lnTo>
                  <a:lnTo>
                    <a:pt x="2495274" y="871098"/>
                  </a:lnTo>
                  <a:lnTo>
                    <a:pt x="2543188" y="913974"/>
                  </a:lnTo>
                  <a:lnTo>
                    <a:pt x="2590566" y="954342"/>
                  </a:lnTo>
                  <a:lnTo>
                    <a:pt x="2637528" y="992016"/>
                  </a:lnTo>
                  <a:lnTo>
                    <a:pt x="2684285" y="1026899"/>
                  </a:lnTo>
                  <a:lnTo>
                    <a:pt x="2731153" y="1058976"/>
                  </a:lnTo>
                  <a:lnTo>
                    <a:pt x="2770117" y="1083315"/>
                  </a:lnTo>
                  <a:lnTo>
                    <a:pt x="2819481" y="1111007"/>
                  </a:lnTo>
                  <a:lnTo>
                    <a:pt x="2870537" y="1135894"/>
                  </a:lnTo>
                  <a:lnTo>
                    <a:pt x="2924094" y="1158125"/>
                  </a:lnTo>
                  <a:lnTo>
                    <a:pt x="2981057" y="1177946"/>
                  </a:lnTo>
                  <a:lnTo>
                    <a:pt x="3042343" y="1195631"/>
                  </a:lnTo>
                  <a:lnTo>
                    <a:pt x="3108807" y="1211448"/>
                  </a:lnTo>
                  <a:lnTo>
                    <a:pt x="3181139" y="1225628"/>
                  </a:lnTo>
                  <a:lnTo>
                    <a:pt x="3259726" y="1238358"/>
                  </a:lnTo>
                  <a:lnTo>
                    <a:pt x="3344476" y="1249774"/>
                  </a:lnTo>
                  <a:lnTo>
                    <a:pt x="3434606" y="1259958"/>
                  </a:lnTo>
                  <a:lnTo>
                    <a:pt x="3528439" y="1268943"/>
                  </a:lnTo>
                  <a:lnTo>
                    <a:pt x="3623265" y="1276722"/>
                  </a:lnTo>
                  <a:lnTo>
                    <a:pt x="3715402" y="1283267"/>
                  </a:lnTo>
                  <a:lnTo>
                    <a:pt x="3800514" y="1288555"/>
                  </a:lnTo>
                  <a:lnTo>
                    <a:pt x="3874259" y="1292598"/>
                  </a:lnTo>
                  <a:lnTo>
                    <a:pt x="3933139" y="1295468"/>
                  </a:lnTo>
                  <a:lnTo>
                    <a:pt x="3975319" y="1297307"/>
                  </a:lnTo>
                  <a:lnTo>
                    <a:pt x="4001156" y="1298319"/>
                  </a:lnTo>
                  <a:lnTo>
                    <a:pt x="4013279" y="1298748"/>
                  </a:lnTo>
                  <a:lnTo>
                    <a:pt x="4016409" y="1298849"/>
                  </a:lnTo>
                  <a:lnTo>
                    <a:pt x="4538543" y="1298849"/>
                  </a:lnTo>
                  <a:lnTo>
                    <a:pt x="4539797" y="1298820"/>
                  </a:lnTo>
                  <a:lnTo>
                    <a:pt x="4548001" y="1298610"/>
                  </a:lnTo>
                  <a:lnTo>
                    <a:pt x="4568517" y="1298032"/>
                  </a:lnTo>
                  <a:lnTo>
                    <a:pt x="4604782" y="1296896"/>
                  </a:lnTo>
                  <a:lnTo>
                    <a:pt x="4657993" y="1295036"/>
                  </a:lnTo>
                  <a:lnTo>
                    <a:pt x="4727046" y="1292326"/>
                  </a:lnTo>
                  <a:lnTo>
                    <a:pt x="4808918" y="1288694"/>
                  </a:lnTo>
                  <a:lnTo>
                    <a:pt x="4899420" y="1284116"/>
                  </a:lnTo>
                  <a:lnTo>
                    <a:pt x="4994087" y="1278603"/>
                  </a:lnTo>
                  <a:lnTo>
                    <a:pt x="5088918" y="1272177"/>
                  </a:lnTo>
                  <a:lnTo>
                    <a:pt x="5180828" y="1264851"/>
                  </a:lnTo>
                  <a:lnTo>
                    <a:pt x="5267778" y="1256611"/>
                  </a:lnTo>
                  <a:lnTo>
                    <a:pt x="5348700" y="1247409"/>
                  </a:lnTo>
                  <a:lnTo>
                    <a:pt x="5423294" y="1237154"/>
                  </a:lnTo>
                  <a:lnTo>
                    <a:pt x="5491814" y="1225720"/>
                  </a:lnTo>
                  <a:lnTo>
                    <a:pt x="5554875" y="1212940"/>
                  </a:lnTo>
                  <a:lnTo>
                    <a:pt x="5613299" y="1198621"/>
                  </a:lnTo>
                  <a:lnTo>
                    <a:pt x="5668003" y="1182555"/>
                  </a:lnTo>
                  <a:lnTo>
                    <a:pt x="5719911" y="1164546"/>
                  </a:lnTo>
                  <a:lnTo>
                    <a:pt x="5769879" y="1144451"/>
                  </a:lnTo>
                  <a:lnTo>
                    <a:pt x="5784835" y="1137904"/>
                  </a:lnTo>
                  <a:lnTo>
                    <a:pt x="5834631" y="1114394"/>
                  </a:lnTo>
                  <a:lnTo>
                    <a:pt x="5883941" y="1088594"/>
                  </a:lnTo>
                  <a:lnTo>
                    <a:pt x="5933238" y="1060465"/>
                  </a:lnTo>
                  <a:lnTo>
                    <a:pt x="5982854" y="1030043"/>
                  </a:lnTo>
                  <a:lnTo>
                    <a:pt x="6032995" y="997440"/>
                  </a:lnTo>
                  <a:lnTo>
                    <a:pt x="6083757" y="962854"/>
                  </a:lnTo>
                  <a:lnTo>
                    <a:pt x="6135138" y="926568"/>
                  </a:lnTo>
                  <a:lnTo>
                    <a:pt x="6187054" y="888944"/>
                  </a:lnTo>
                  <a:lnTo>
                    <a:pt x="6239356" y="850407"/>
                  </a:lnTo>
                  <a:lnTo>
                    <a:pt x="6291849" y="811432"/>
                  </a:lnTo>
                  <a:lnTo>
                    <a:pt x="6344316" y="772515"/>
                  </a:lnTo>
                  <a:lnTo>
                    <a:pt x="6396544" y="734151"/>
                  </a:lnTo>
                  <a:lnTo>
                    <a:pt x="6448346" y="696805"/>
                  </a:lnTo>
                  <a:lnTo>
                    <a:pt x="6499586" y="660888"/>
                  </a:lnTo>
                  <a:lnTo>
                    <a:pt x="6550199" y="626746"/>
                  </a:lnTo>
                  <a:lnTo>
                    <a:pt x="6600203" y="594641"/>
                  </a:lnTo>
                  <a:lnTo>
                    <a:pt x="6649722" y="564750"/>
                  </a:lnTo>
                  <a:lnTo>
                    <a:pt x="6698988" y="537169"/>
                  </a:lnTo>
                  <a:lnTo>
                    <a:pt x="6748364" y="511912"/>
                  </a:lnTo>
                  <a:lnTo>
                    <a:pt x="6786527" y="494127"/>
                  </a:lnTo>
                  <a:lnTo>
                    <a:pt x="6836053" y="473386"/>
                  </a:lnTo>
                  <a:lnTo>
                    <a:pt x="6887284" y="454751"/>
                  </a:lnTo>
                  <a:lnTo>
                    <a:pt x="6941040" y="438112"/>
                  </a:lnTo>
                  <a:lnTo>
                    <a:pt x="6998231" y="423283"/>
                  </a:lnTo>
                  <a:lnTo>
                    <a:pt x="7059785" y="410056"/>
                  </a:lnTo>
                  <a:lnTo>
                    <a:pt x="7126564" y="398230"/>
                  </a:lnTo>
                  <a:lnTo>
                    <a:pt x="7199260" y="387632"/>
                  </a:lnTo>
                  <a:lnTo>
                    <a:pt x="7278255" y="378120"/>
                  </a:lnTo>
                  <a:lnTo>
                    <a:pt x="7363442" y="369594"/>
                  </a:lnTo>
                  <a:lnTo>
                    <a:pt x="7454008" y="361992"/>
                  </a:lnTo>
                  <a:lnTo>
                    <a:pt x="7548228" y="355291"/>
                  </a:lnTo>
                  <a:lnTo>
                    <a:pt x="7643332" y="349498"/>
                  </a:lnTo>
                  <a:lnTo>
                    <a:pt x="7735567" y="344633"/>
                  </a:lnTo>
                  <a:lnTo>
                    <a:pt x="7820543" y="340713"/>
                  </a:lnTo>
                  <a:lnTo>
                    <a:pt x="7893894" y="337727"/>
                  </a:lnTo>
                  <a:lnTo>
                    <a:pt x="7952150" y="335618"/>
                  </a:lnTo>
                  <a:lnTo>
                    <a:pt x="7993562" y="334278"/>
                  </a:lnTo>
                  <a:lnTo>
                    <a:pt x="8018612" y="333549"/>
                  </a:lnTo>
                  <a:lnTo>
                    <a:pt x="8030082" y="333248"/>
                  </a:lnTo>
                  <a:lnTo>
                    <a:pt x="8032819" y="333183"/>
                  </a:lnTo>
                  <a:lnTo>
                    <a:pt x="8554953" y="333183"/>
                  </a:lnTo>
                  <a:lnTo>
                    <a:pt x="8554953" y="327535"/>
                  </a:lnTo>
                  <a:lnTo>
                    <a:pt x="8032819" y="327535"/>
                  </a:lnTo>
                  <a:lnTo>
                    <a:pt x="8031565" y="327565"/>
                  </a:lnTo>
                  <a:lnTo>
                    <a:pt x="8023361" y="327774"/>
                  </a:lnTo>
                  <a:lnTo>
                    <a:pt x="8002845" y="328352"/>
                  </a:lnTo>
                  <a:lnTo>
                    <a:pt x="7966580" y="329488"/>
                  </a:lnTo>
                  <a:lnTo>
                    <a:pt x="7913369" y="331348"/>
                  </a:lnTo>
                  <a:lnTo>
                    <a:pt x="7844316" y="334058"/>
                  </a:lnTo>
                  <a:lnTo>
                    <a:pt x="7762444" y="337690"/>
                  </a:lnTo>
                  <a:lnTo>
                    <a:pt x="7671941" y="342269"/>
                  </a:lnTo>
                  <a:lnTo>
                    <a:pt x="7577275" y="347782"/>
                  </a:lnTo>
                  <a:lnTo>
                    <a:pt x="7482444" y="354207"/>
                  </a:lnTo>
                  <a:lnTo>
                    <a:pt x="7390534" y="361533"/>
                  </a:lnTo>
                  <a:lnTo>
                    <a:pt x="7303583" y="369773"/>
                  </a:lnTo>
                  <a:lnTo>
                    <a:pt x="7222662" y="378976"/>
                  </a:lnTo>
                  <a:lnTo>
                    <a:pt x="7148068" y="389230"/>
                  </a:lnTo>
                  <a:lnTo>
                    <a:pt x="7079548" y="400665"/>
                  </a:lnTo>
                  <a:lnTo>
                    <a:pt x="7016487" y="413445"/>
                  </a:lnTo>
                  <a:lnTo>
                    <a:pt x="6958063" y="427763"/>
                  </a:lnTo>
                  <a:lnTo>
                    <a:pt x="6903359" y="443829"/>
                  </a:lnTo>
                  <a:lnTo>
                    <a:pt x="6851451" y="461839"/>
                  </a:lnTo>
                  <a:lnTo>
                    <a:pt x="6801483" y="481934"/>
                  </a:lnTo>
                  <a:lnTo>
                    <a:pt x="6786527" y="488480"/>
                  </a:lnTo>
                  <a:lnTo>
                    <a:pt x="6736731" y="511990"/>
                  </a:lnTo>
                  <a:lnTo>
                    <a:pt x="6687421" y="537791"/>
                  </a:lnTo>
                  <a:lnTo>
                    <a:pt x="6638124" y="565919"/>
                  </a:lnTo>
                  <a:lnTo>
                    <a:pt x="6588508" y="596341"/>
                  </a:lnTo>
                  <a:lnTo>
                    <a:pt x="6538367" y="628944"/>
                  </a:lnTo>
                  <a:lnTo>
                    <a:pt x="6487605" y="663530"/>
                  </a:lnTo>
                  <a:lnTo>
                    <a:pt x="6436224" y="699816"/>
                  </a:lnTo>
                  <a:lnTo>
                    <a:pt x="6384308" y="737441"/>
                  </a:lnTo>
                  <a:lnTo>
                    <a:pt x="6332006" y="775978"/>
                  </a:lnTo>
                  <a:lnTo>
                    <a:pt x="6279513" y="814953"/>
                  </a:lnTo>
                  <a:lnTo>
                    <a:pt x="6227046" y="853869"/>
                  </a:lnTo>
                  <a:lnTo>
                    <a:pt x="6174818" y="892233"/>
                  </a:lnTo>
                  <a:lnTo>
                    <a:pt x="6123016" y="929580"/>
                  </a:lnTo>
                  <a:lnTo>
                    <a:pt x="6071776" y="965496"/>
                  </a:lnTo>
                  <a:lnTo>
                    <a:pt x="6021163" y="999638"/>
                  </a:lnTo>
                  <a:lnTo>
                    <a:pt x="5971158" y="1031743"/>
                  </a:lnTo>
                  <a:lnTo>
                    <a:pt x="5921640" y="1061634"/>
                  </a:lnTo>
                  <a:lnTo>
                    <a:pt x="5872374" y="1089216"/>
                  </a:lnTo>
                  <a:lnTo>
                    <a:pt x="5822998" y="1114473"/>
                  </a:lnTo>
                  <a:lnTo>
                    <a:pt x="5784835" y="1132257"/>
                  </a:lnTo>
                  <a:lnTo>
                    <a:pt x="5735309" y="1152999"/>
                  </a:lnTo>
                  <a:lnTo>
                    <a:pt x="5684077" y="1171633"/>
                  </a:lnTo>
                  <a:lnTo>
                    <a:pt x="5630322" y="1188272"/>
                  </a:lnTo>
                  <a:lnTo>
                    <a:pt x="5573131" y="1203101"/>
                  </a:lnTo>
                  <a:lnTo>
                    <a:pt x="5511577" y="1216328"/>
                  </a:lnTo>
                  <a:lnTo>
                    <a:pt x="5444798" y="1228154"/>
                  </a:lnTo>
                  <a:lnTo>
                    <a:pt x="5372102" y="1238753"/>
                  </a:lnTo>
                  <a:lnTo>
                    <a:pt x="5293107" y="1248265"/>
                  </a:lnTo>
                  <a:lnTo>
                    <a:pt x="5207920" y="1256791"/>
                  </a:lnTo>
                  <a:lnTo>
                    <a:pt x="5117354" y="1264392"/>
                  </a:lnTo>
                  <a:lnTo>
                    <a:pt x="5023134" y="1271093"/>
                  </a:lnTo>
                  <a:lnTo>
                    <a:pt x="4928030" y="1276886"/>
                  </a:lnTo>
                  <a:lnTo>
                    <a:pt x="4835795" y="1281752"/>
                  </a:lnTo>
                  <a:lnTo>
                    <a:pt x="4750819" y="1285672"/>
                  </a:lnTo>
                  <a:lnTo>
                    <a:pt x="4677467" y="1288658"/>
                  </a:lnTo>
                  <a:lnTo>
                    <a:pt x="4619212" y="1290766"/>
                  </a:lnTo>
                  <a:lnTo>
                    <a:pt x="4577800" y="1292106"/>
                  </a:lnTo>
                  <a:lnTo>
                    <a:pt x="4552750" y="1292835"/>
                  </a:lnTo>
                  <a:lnTo>
                    <a:pt x="4541280" y="1293136"/>
                  </a:lnTo>
                  <a:lnTo>
                    <a:pt x="4538543" y="1293202"/>
                  </a:lnTo>
                  <a:lnTo>
                    <a:pt x="4016409" y="1293202"/>
                  </a:lnTo>
                  <a:lnTo>
                    <a:pt x="4015167" y="1293163"/>
                  </a:lnTo>
                  <a:lnTo>
                    <a:pt x="4007039" y="1292886"/>
                  </a:lnTo>
                  <a:lnTo>
                    <a:pt x="3986705" y="1292119"/>
                  </a:lnTo>
                  <a:lnTo>
                    <a:pt x="3950746" y="1290612"/>
                  </a:lnTo>
                  <a:lnTo>
                    <a:pt x="3897949" y="1288145"/>
                  </a:lnTo>
                  <a:lnTo>
                    <a:pt x="3829377" y="1284549"/>
                  </a:lnTo>
                  <a:lnTo>
                    <a:pt x="3747996" y="1279726"/>
                  </a:lnTo>
                  <a:lnTo>
                    <a:pt x="3657939" y="1273645"/>
                  </a:lnTo>
                  <a:lnTo>
                    <a:pt x="3563635" y="1266320"/>
                  </a:lnTo>
                  <a:lnTo>
                    <a:pt x="3469063" y="1257780"/>
                  </a:lnTo>
                  <a:lnTo>
                    <a:pt x="3377311" y="1248041"/>
                  </a:lnTo>
                  <a:lnTo>
                    <a:pt x="3290433" y="1237088"/>
                  </a:lnTo>
                  <a:lnTo>
                    <a:pt x="3209520" y="1224858"/>
                  </a:lnTo>
                  <a:lnTo>
                    <a:pt x="3134894" y="1211234"/>
                  </a:lnTo>
                  <a:lnTo>
                    <a:pt x="3066323" y="1196049"/>
                  </a:lnTo>
                  <a:lnTo>
                    <a:pt x="3003212" y="1179086"/>
                  </a:lnTo>
                  <a:lnTo>
                    <a:pt x="2944753" y="1160089"/>
                  </a:lnTo>
                  <a:lnTo>
                    <a:pt x="2890042" y="1138782"/>
                  </a:lnTo>
                  <a:lnTo>
                    <a:pt x="2838160" y="1114903"/>
                  </a:lnTo>
                  <a:lnTo>
                    <a:pt x="2788255" y="1088257"/>
                  </a:lnTo>
                  <a:lnTo>
                    <a:pt x="2770117" y="1077668"/>
                  </a:lnTo>
                  <a:lnTo>
                    <a:pt x="2722835" y="1047856"/>
                  </a:lnTo>
                  <a:lnTo>
                    <a:pt x="2676015" y="1015285"/>
                  </a:lnTo>
                  <a:lnTo>
                    <a:pt x="2629242" y="979905"/>
                  </a:lnTo>
                  <a:lnTo>
                    <a:pt x="2582219" y="941745"/>
                  </a:lnTo>
                  <a:lnTo>
                    <a:pt x="2534751" y="900916"/>
                  </a:lnTo>
                  <a:lnTo>
                    <a:pt x="2486737" y="857625"/>
                  </a:lnTo>
                  <a:lnTo>
                    <a:pt x="2438156" y="812166"/>
                  </a:lnTo>
                  <a:lnTo>
                    <a:pt x="2389056" y="764926"/>
                  </a:lnTo>
                  <a:lnTo>
                    <a:pt x="2339548" y="716367"/>
                  </a:lnTo>
                  <a:lnTo>
                    <a:pt x="2289784" y="667013"/>
                  </a:lnTo>
                  <a:lnTo>
                    <a:pt x="2239943" y="617423"/>
                  </a:lnTo>
                  <a:lnTo>
                    <a:pt x="2190211" y="568169"/>
                  </a:lnTo>
                  <a:lnTo>
                    <a:pt x="2140766" y="519807"/>
                  </a:lnTo>
                  <a:lnTo>
                    <a:pt x="2091751" y="472851"/>
                  </a:lnTo>
                  <a:lnTo>
                    <a:pt x="2043268" y="427750"/>
                  </a:lnTo>
                  <a:lnTo>
                    <a:pt x="1995355" y="384875"/>
                  </a:lnTo>
                  <a:lnTo>
                    <a:pt x="1947976" y="344506"/>
                  </a:lnTo>
                  <a:lnTo>
                    <a:pt x="1901014" y="306832"/>
                  </a:lnTo>
                  <a:lnTo>
                    <a:pt x="1854258" y="271950"/>
                  </a:lnTo>
                  <a:lnTo>
                    <a:pt x="1807389" y="239872"/>
                  </a:lnTo>
                  <a:lnTo>
                    <a:pt x="1768425" y="215533"/>
                  </a:lnTo>
                  <a:lnTo>
                    <a:pt x="1719061" y="187842"/>
                  </a:lnTo>
                  <a:lnTo>
                    <a:pt x="1668005" y="162954"/>
                  </a:lnTo>
                  <a:lnTo>
                    <a:pt x="1614448" y="140723"/>
                  </a:lnTo>
                  <a:lnTo>
                    <a:pt x="1557486" y="120903"/>
                  </a:lnTo>
                  <a:lnTo>
                    <a:pt x="1496200" y="103217"/>
                  </a:lnTo>
                  <a:lnTo>
                    <a:pt x="1429735" y="87400"/>
                  </a:lnTo>
                  <a:lnTo>
                    <a:pt x="1357403" y="73221"/>
                  </a:lnTo>
                  <a:lnTo>
                    <a:pt x="1278816" y="60490"/>
                  </a:lnTo>
                  <a:lnTo>
                    <a:pt x="1194066" y="49074"/>
                  </a:lnTo>
                  <a:lnTo>
                    <a:pt x="1103936" y="38890"/>
                  </a:lnTo>
                  <a:lnTo>
                    <a:pt x="1010104" y="29905"/>
                  </a:lnTo>
                  <a:lnTo>
                    <a:pt x="915277" y="22126"/>
                  </a:lnTo>
                  <a:lnTo>
                    <a:pt x="823140" y="15581"/>
                  </a:lnTo>
                  <a:lnTo>
                    <a:pt x="738028" y="10293"/>
                  </a:lnTo>
                  <a:lnTo>
                    <a:pt x="664283" y="6250"/>
                  </a:lnTo>
                  <a:lnTo>
                    <a:pt x="605404" y="3381"/>
                  </a:lnTo>
                  <a:lnTo>
                    <a:pt x="563223" y="1542"/>
                  </a:lnTo>
                  <a:lnTo>
                    <a:pt x="537387" y="529"/>
                  </a:lnTo>
                  <a:lnTo>
                    <a:pt x="525263" y="100"/>
                  </a:lnTo>
                  <a:lnTo>
                    <a:pt x="5221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315" name="pl315"/>
            <p:cNvSpPr/>
            <p:nvPr/>
          </p:nvSpPr>
          <p:spPr>
            <a:xfrm>
              <a:off x="386606" y="1778498"/>
              <a:ext cx="8554953" cy="1293202"/>
            </a:xfrm>
            <a:custGeom>
              <a:avLst/>
              <a:pathLst>
                <a:path w="8554953" h="1293202">
                  <a:moveTo>
                    <a:pt x="0" y="0"/>
                  </a:moveTo>
                  <a:lnTo>
                    <a:pt x="522133" y="0"/>
                  </a:lnTo>
                  <a:lnTo>
                    <a:pt x="523376" y="38"/>
                  </a:lnTo>
                  <a:lnTo>
                    <a:pt x="531503" y="316"/>
                  </a:lnTo>
                  <a:lnTo>
                    <a:pt x="551837" y="1083"/>
                  </a:lnTo>
                  <a:lnTo>
                    <a:pt x="587796" y="2589"/>
                  </a:lnTo>
                  <a:lnTo>
                    <a:pt x="640593" y="5056"/>
                  </a:lnTo>
                  <a:lnTo>
                    <a:pt x="709165" y="8653"/>
                  </a:lnTo>
                  <a:lnTo>
                    <a:pt x="790546" y="13475"/>
                  </a:lnTo>
                  <a:lnTo>
                    <a:pt x="880603" y="19556"/>
                  </a:lnTo>
                  <a:lnTo>
                    <a:pt x="974908" y="26881"/>
                  </a:lnTo>
                  <a:lnTo>
                    <a:pt x="1069480" y="35422"/>
                  </a:lnTo>
                  <a:lnTo>
                    <a:pt x="1161231" y="45160"/>
                  </a:lnTo>
                  <a:lnTo>
                    <a:pt x="1248109" y="56113"/>
                  </a:lnTo>
                  <a:lnTo>
                    <a:pt x="1329022" y="68343"/>
                  </a:lnTo>
                  <a:lnTo>
                    <a:pt x="1403648" y="81967"/>
                  </a:lnTo>
                  <a:lnTo>
                    <a:pt x="1472219" y="97152"/>
                  </a:lnTo>
                  <a:lnTo>
                    <a:pt x="1535330" y="114116"/>
                  </a:lnTo>
                  <a:lnTo>
                    <a:pt x="1593789" y="133113"/>
                  </a:lnTo>
                  <a:lnTo>
                    <a:pt x="1648500" y="154419"/>
                  </a:lnTo>
                  <a:lnTo>
                    <a:pt x="1700382" y="178298"/>
                  </a:lnTo>
                  <a:lnTo>
                    <a:pt x="1750288" y="204944"/>
                  </a:lnTo>
                  <a:lnTo>
                    <a:pt x="1768425" y="215533"/>
                  </a:lnTo>
                  <a:lnTo>
                    <a:pt x="1815707" y="245345"/>
                  </a:lnTo>
                  <a:lnTo>
                    <a:pt x="1862528" y="277916"/>
                  </a:lnTo>
                  <a:lnTo>
                    <a:pt x="1909301" y="313296"/>
                  </a:lnTo>
                  <a:lnTo>
                    <a:pt x="1956324" y="351456"/>
                  </a:lnTo>
                  <a:lnTo>
                    <a:pt x="2003791" y="392285"/>
                  </a:lnTo>
                  <a:lnTo>
                    <a:pt x="2051805" y="435577"/>
                  </a:lnTo>
                  <a:lnTo>
                    <a:pt x="2100387" y="481035"/>
                  </a:lnTo>
                  <a:lnTo>
                    <a:pt x="2149486" y="528275"/>
                  </a:lnTo>
                  <a:lnTo>
                    <a:pt x="2198994" y="576834"/>
                  </a:lnTo>
                  <a:lnTo>
                    <a:pt x="2248758" y="626188"/>
                  </a:lnTo>
                  <a:lnTo>
                    <a:pt x="2298599" y="675778"/>
                  </a:lnTo>
                  <a:lnTo>
                    <a:pt x="2348331" y="725032"/>
                  </a:lnTo>
                  <a:lnTo>
                    <a:pt x="2397777" y="773394"/>
                  </a:lnTo>
                  <a:lnTo>
                    <a:pt x="2446791" y="820350"/>
                  </a:lnTo>
                  <a:lnTo>
                    <a:pt x="2495274" y="865451"/>
                  </a:lnTo>
                  <a:lnTo>
                    <a:pt x="2543188" y="908326"/>
                  </a:lnTo>
                  <a:lnTo>
                    <a:pt x="2590566" y="948695"/>
                  </a:lnTo>
                  <a:lnTo>
                    <a:pt x="2637528" y="986369"/>
                  </a:lnTo>
                  <a:lnTo>
                    <a:pt x="2684285" y="1021252"/>
                  </a:lnTo>
                  <a:lnTo>
                    <a:pt x="2731153" y="1053329"/>
                  </a:lnTo>
                  <a:lnTo>
                    <a:pt x="2770117" y="1077668"/>
                  </a:lnTo>
                  <a:lnTo>
                    <a:pt x="2819481" y="1105359"/>
                  </a:lnTo>
                  <a:lnTo>
                    <a:pt x="2870537" y="1130247"/>
                  </a:lnTo>
                  <a:lnTo>
                    <a:pt x="2924094" y="1152478"/>
                  </a:lnTo>
                  <a:lnTo>
                    <a:pt x="2981057" y="1172298"/>
                  </a:lnTo>
                  <a:lnTo>
                    <a:pt x="3042343" y="1189984"/>
                  </a:lnTo>
                  <a:lnTo>
                    <a:pt x="3108807" y="1205801"/>
                  </a:lnTo>
                  <a:lnTo>
                    <a:pt x="3181139" y="1219981"/>
                  </a:lnTo>
                  <a:lnTo>
                    <a:pt x="3259726" y="1232711"/>
                  </a:lnTo>
                  <a:lnTo>
                    <a:pt x="3344476" y="1244127"/>
                  </a:lnTo>
                  <a:lnTo>
                    <a:pt x="3434606" y="1254311"/>
                  </a:lnTo>
                  <a:lnTo>
                    <a:pt x="3528439" y="1263296"/>
                  </a:lnTo>
                  <a:lnTo>
                    <a:pt x="3623265" y="1271075"/>
                  </a:lnTo>
                  <a:lnTo>
                    <a:pt x="3715402" y="1277620"/>
                  </a:lnTo>
                  <a:lnTo>
                    <a:pt x="3800514" y="1282908"/>
                  </a:lnTo>
                  <a:lnTo>
                    <a:pt x="3874259" y="1286951"/>
                  </a:lnTo>
                  <a:lnTo>
                    <a:pt x="3933139" y="1289821"/>
                  </a:lnTo>
                  <a:lnTo>
                    <a:pt x="3975319" y="1291660"/>
                  </a:lnTo>
                  <a:lnTo>
                    <a:pt x="4001156" y="1292672"/>
                  </a:lnTo>
                  <a:lnTo>
                    <a:pt x="4013279" y="1293101"/>
                  </a:lnTo>
                  <a:lnTo>
                    <a:pt x="4016344" y="1293200"/>
                  </a:lnTo>
                  <a:lnTo>
                    <a:pt x="4016409" y="1293202"/>
                  </a:lnTo>
                  <a:lnTo>
                    <a:pt x="4538543" y="1293202"/>
                  </a:lnTo>
                  <a:lnTo>
                    <a:pt x="4539797" y="1293172"/>
                  </a:lnTo>
                  <a:lnTo>
                    <a:pt x="4548001" y="1292963"/>
                  </a:lnTo>
                  <a:lnTo>
                    <a:pt x="4568517" y="1292385"/>
                  </a:lnTo>
                  <a:lnTo>
                    <a:pt x="4604782" y="1291249"/>
                  </a:lnTo>
                  <a:lnTo>
                    <a:pt x="4657993" y="1289389"/>
                  </a:lnTo>
                  <a:lnTo>
                    <a:pt x="4727046" y="1286679"/>
                  </a:lnTo>
                  <a:lnTo>
                    <a:pt x="4808918" y="1283047"/>
                  </a:lnTo>
                  <a:lnTo>
                    <a:pt x="4899420" y="1278469"/>
                  </a:lnTo>
                  <a:lnTo>
                    <a:pt x="4994087" y="1272955"/>
                  </a:lnTo>
                  <a:lnTo>
                    <a:pt x="5088918" y="1266530"/>
                  </a:lnTo>
                  <a:lnTo>
                    <a:pt x="5180828" y="1259204"/>
                  </a:lnTo>
                  <a:lnTo>
                    <a:pt x="5267778" y="1250964"/>
                  </a:lnTo>
                  <a:lnTo>
                    <a:pt x="5348700" y="1241761"/>
                  </a:lnTo>
                  <a:lnTo>
                    <a:pt x="5423294" y="1231507"/>
                  </a:lnTo>
                  <a:lnTo>
                    <a:pt x="5491814" y="1220072"/>
                  </a:lnTo>
                  <a:lnTo>
                    <a:pt x="5554875" y="1207292"/>
                  </a:lnTo>
                  <a:lnTo>
                    <a:pt x="5613299" y="1192974"/>
                  </a:lnTo>
                  <a:lnTo>
                    <a:pt x="5668003" y="1176908"/>
                  </a:lnTo>
                  <a:lnTo>
                    <a:pt x="5719911" y="1158898"/>
                  </a:lnTo>
                  <a:lnTo>
                    <a:pt x="5769879" y="1138803"/>
                  </a:lnTo>
                  <a:lnTo>
                    <a:pt x="5784835" y="1132257"/>
                  </a:lnTo>
                  <a:lnTo>
                    <a:pt x="5834631" y="1108747"/>
                  </a:lnTo>
                  <a:lnTo>
                    <a:pt x="5883941" y="1082946"/>
                  </a:lnTo>
                  <a:lnTo>
                    <a:pt x="5933238" y="1054818"/>
                  </a:lnTo>
                  <a:lnTo>
                    <a:pt x="5982854" y="1024396"/>
                  </a:lnTo>
                  <a:lnTo>
                    <a:pt x="6032995" y="991793"/>
                  </a:lnTo>
                  <a:lnTo>
                    <a:pt x="6083757" y="957207"/>
                  </a:lnTo>
                  <a:lnTo>
                    <a:pt x="6135138" y="920921"/>
                  </a:lnTo>
                  <a:lnTo>
                    <a:pt x="6187054" y="883296"/>
                  </a:lnTo>
                  <a:lnTo>
                    <a:pt x="6239356" y="844759"/>
                  </a:lnTo>
                  <a:lnTo>
                    <a:pt x="6291849" y="805784"/>
                  </a:lnTo>
                  <a:lnTo>
                    <a:pt x="6344316" y="766868"/>
                  </a:lnTo>
                  <a:lnTo>
                    <a:pt x="6396544" y="728504"/>
                  </a:lnTo>
                  <a:lnTo>
                    <a:pt x="6448346" y="691158"/>
                  </a:lnTo>
                  <a:lnTo>
                    <a:pt x="6499586" y="655241"/>
                  </a:lnTo>
                  <a:lnTo>
                    <a:pt x="6550199" y="621099"/>
                  </a:lnTo>
                  <a:lnTo>
                    <a:pt x="6600203" y="588994"/>
                  </a:lnTo>
                  <a:lnTo>
                    <a:pt x="6649722" y="559103"/>
                  </a:lnTo>
                  <a:lnTo>
                    <a:pt x="6698988" y="531521"/>
                  </a:lnTo>
                  <a:lnTo>
                    <a:pt x="6748364" y="506264"/>
                  </a:lnTo>
                  <a:lnTo>
                    <a:pt x="6786527" y="488480"/>
                  </a:lnTo>
                  <a:lnTo>
                    <a:pt x="6836053" y="467738"/>
                  </a:lnTo>
                  <a:lnTo>
                    <a:pt x="6887284" y="449104"/>
                  </a:lnTo>
                  <a:lnTo>
                    <a:pt x="6941040" y="432465"/>
                  </a:lnTo>
                  <a:lnTo>
                    <a:pt x="6998231" y="417636"/>
                  </a:lnTo>
                  <a:lnTo>
                    <a:pt x="7059785" y="404409"/>
                  </a:lnTo>
                  <a:lnTo>
                    <a:pt x="7126564" y="392583"/>
                  </a:lnTo>
                  <a:lnTo>
                    <a:pt x="7199260" y="381984"/>
                  </a:lnTo>
                  <a:lnTo>
                    <a:pt x="7278255" y="372473"/>
                  </a:lnTo>
                  <a:lnTo>
                    <a:pt x="7363442" y="363946"/>
                  </a:lnTo>
                  <a:lnTo>
                    <a:pt x="7454008" y="356345"/>
                  </a:lnTo>
                  <a:lnTo>
                    <a:pt x="7548228" y="349644"/>
                  </a:lnTo>
                  <a:lnTo>
                    <a:pt x="7643332" y="343851"/>
                  </a:lnTo>
                  <a:lnTo>
                    <a:pt x="7735567" y="338986"/>
                  </a:lnTo>
                  <a:lnTo>
                    <a:pt x="7820543" y="335065"/>
                  </a:lnTo>
                  <a:lnTo>
                    <a:pt x="7893894" y="332079"/>
                  </a:lnTo>
                  <a:lnTo>
                    <a:pt x="7952150" y="329971"/>
                  </a:lnTo>
                  <a:lnTo>
                    <a:pt x="7993562" y="328631"/>
                  </a:lnTo>
                  <a:lnTo>
                    <a:pt x="8018612" y="327902"/>
                  </a:lnTo>
                  <a:lnTo>
                    <a:pt x="8030082" y="327601"/>
                  </a:lnTo>
                  <a:lnTo>
                    <a:pt x="8032782" y="327536"/>
                  </a:lnTo>
                  <a:lnTo>
                    <a:pt x="8032819" y="327535"/>
                  </a:lnTo>
                  <a:lnTo>
                    <a:pt x="8554953" y="327535"/>
                  </a:lnTo>
                  <a:lnTo>
                    <a:pt x="8554953" y="327535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316" name="pl316"/>
            <p:cNvSpPr/>
            <p:nvPr/>
          </p:nvSpPr>
          <p:spPr>
            <a:xfrm>
              <a:off x="386606" y="1772851"/>
              <a:ext cx="8554953" cy="1293202"/>
            </a:xfrm>
            <a:custGeom>
              <a:avLst/>
              <a:pathLst>
                <a:path w="8554953" h="1293202">
                  <a:moveTo>
                    <a:pt x="8554953" y="327535"/>
                  </a:moveTo>
                  <a:lnTo>
                    <a:pt x="8032819" y="327535"/>
                  </a:lnTo>
                  <a:lnTo>
                    <a:pt x="8031565" y="327565"/>
                  </a:lnTo>
                  <a:lnTo>
                    <a:pt x="8023361" y="327774"/>
                  </a:lnTo>
                  <a:lnTo>
                    <a:pt x="8002845" y="328352"/>
                  </a:lnTo>
                  <a:lnTo>
                    <a:pt x="7966580" y="329488"/>
                  </a:lnTo>
                  <a:lnTo>
                    <a:pt x="7913369" y="331348"/>
                  </a:lnTo>
                  <a:lnTo>
                    <a:pt x="7844316" y="334058"/>
                  </a:lnTo>
                  <a:lnTo>
                    <a:pt x="7762444" y="337690"/>
                  </a:lnTo>
                  <a:lnTo>
                    <a:pt x="7671941" y="342269"/>
                  </a:lnTo>
                  <a:lnTo>
                    <a:pt x="7577275" y="347782"/>
                  </a:lnTo>
                  <a:lnTo>
                    <a:pt x="7482444" y="354207"/>
                  </a:lnTo>
                  <a:lnTo>
                    <a:pt x="7390534" y="361533"/>
                  </a:lnTo>
                  <a:lnTo>
                    <a:pt x="7303583" y="369773"/>
                  </a:lnTo>
                  <a:lnTo>
                    <a:pt x="7222662" y="378976"/>
                  </a:lnTo>
                  <a:lnTo>
                    <a:pt x="7148068" y="389230"/>
                  </a:lnTo>
                  <a:lnTo>
                    <a:pt x="7079548" y="400665"/>
                  </a:lnTo>
                  <a:lnTo>
                    <a:pt x="7016487" y="413445"/>
                  </a:lnTo>
                  <a:lnTo>
                    <a:pt x="6958063" y="427763"/>
                  </a:lnTo>
                  <a:lnTo>
                    <a:pt x="6903359" y="443829"/>
                  </a:lnTo>
                  <a:lnTo>
                    <a:pt x="6851451" y="461839"/>
                  </a:lnTo>
                  <a:lnTo>
                    <a:pt x="6801483" y="481934"/>
                  </a:lnTo>
                  <a:lnTo>
                    <a:pt x="6786527" y="488480"/>
                  </a:lnTo>
                  <a:lnTo>
                    <a:pt x="6736731" y="511990"/>
                  </a:lnTo>
                  <a:lnTo>
                    <a:pt x="6687421" y="537791"/>
                  </a:lnTo>
                  <a:lnTo>
                    <a:pt x="6638124" y="565919"/>
                  </a:lnTo>
                  <a:lnTo>
                    <a:pt x="6588508" y="596341"/>
                  </a:lnTo>
                  <a:lnTo>
                    <a:pt x="6538367" y="628944"/>
                  </a:lnTo>
                  <a:lnTo>
                    <a:pt x="6487605" y="663530"/>
                  </a:lnTo>
                  <a:lnTo>
                    <a:pt x="6436224" y="699816"/>
                  </a:lnTo>
                  <a:lnTo>
                    <a:pt x="6384308" y="737441"/>
                  </a:lnTo>
                  <a:lnTo>
                    <a:pt x="6332006" y="775978"/>
                  </a:lnTo>
                  <a:lnTo>
                    <a:pt x="6279513" y="814953"/>
                  </a:lnTo>
                  <a:lnTo>
                    <a:pt x="6227046" y="853869"/>
                  </a:lnTo>
                  <a:lnTo>
                    <a:pt x="6174818" y="892233"/>
                  </a:lnTo>
                  <a:lnTo>
                    <a:pt x="6123016" y="929580"/>
                  </a:lnTo>
                  <a:lnTo>
                    <a:pt x="6071776" y="965496"/>
                  </a:lnTo>
                  <a:lnTo>
                    <a:pt x="6021163" y="999638"/>
                  </a:lnTo>
                  <a:lnTo>
                    <a:pt x="5971158" y="1031743"/>
                  </a:lnTo>
                  <a:lnTo>
                    <a:pt x="5921640" y="1061634"/>
                  </a:lnTo>
                  <a:lnTo>
                    <a:pt x="5872374" y="1089216"/>
                  </a:lnTo>
                  <a:lnTo>
                    <a:pt x="5822998" y="1114473"/>
                  </a:lnTo>
                  <a:lnTo>
                    <a:pt x="5784835" y="1132257"/>
                  </a:lnTo>
                  <a:lnTo>
                    <a:pt x="5735309" y="1152999"/>
                  </a:lnTo>
                  <a:lnTo>
                    <a:pt x="5684077" y="1171633"/>
                  </a:lnTo>
                  <a:lnTo>
                    <a:pt x="5630322" y="1188272"/>
                  </a:lnTo>
                  <a:lnTo>
                    <a:pt x="5573131" y="1203101"/>
                  </a:lnTo>
                  <a:lnTo>
                    <a:pt x="5511577" y="1216328"/>
                  </a:lnTo>
                  <a:lnTo>
                    <a:pt x="5444798" y="1228154"/>
                  </a:lnTo>
                  <a:lnTo>
                    <a:pt x="5372102" y="1238753"/>
                  </a:lnTo>
                  <a:lnTo>
                    <a:pt x="5293107" y="1248265"/>
                  </a:lnTo>
                  <a:lnTo>
                    <a:pt x="5207920" y="1256791"/>
                  </a:lnTo>
                  <a:lnTo>
                    <a:pt x="5117354" y="1264392"/>
                  </a:lnTo>
                  <a:lnTo>
                    <a:pt x="5023134" y="1271093"/>
                  </a:lnTo>
                  <a:lnTo>
                    <a:pt x="4928030" y="1276886"/>
                  </a:lnTo>
                  <a:lnTo>
                    <a:pt x="4835795" y="1281752"/>
                  </a:lnTo>
                  <a:lnTo>
                    <a:pt x="4750819" y="1285672"/>
                  </a:lnTo>
                  <a:lnTo>
                    <a:pt x="4677467" y="1288658"/>
                  </a:lnTo>
                  <a:lnTo>
                    <a:pt x="4619212" y="1290766"/>
                  </a:lnTo>
                  <a:lnTo>
                    <a:pt x="4577800" y="1292106"/>
                  </a:lnTo>
                  <a:lnTo>
                    <a:pt x="4552750" y="1292835"/>
                  </a:lnTo>
                  <a:lnTo>
                    <a:pt x="4541280" y="1293136"/>
                  </a:lnTo>
                  <a:lnTo>
                    <a:pt x="4538580" y="1293201"/>
                  </a:lnTo>
                  <a:lnTo>
                    <a:pt x="4538543" y="1293202"/>
                  </a:lnTo>
                  <a:lnTo>
                    <a:pt x="4016409" y="1293202"/>
                  </a:lnTo>
                  <a:lnTo>
                    <a:pt x="4015167" y="1293163"/>
                  </a:lnTo>
                  <a:lnTo>
                    <a:pt x="4007039" y="1292886"/>
                  </a:lnTo>
                  <a:lnTo>
                    <a:pt x="3986705" y="1292119"/>
                  </a:lnTo>
                  <a:lnTo>
                    <a:pt x="3950746" y="1290612"/>
                  </a:lnTo>
                  <a:lnTo>
                    <a:pt x="3897949" y="1288145"/>
                  </a:lnTo>
                  <a:lnTo>
                    <a:pt x="3829377" y="1284549"/>
                  </a:lnTo>
                  <a:lnTo>
                    <a:pt x="3747996" y="1279726"/>
                  </a:lnTo>
                  <a:lnTo>
                    <a:pt x="3657939" y="1273645"/>
                  </a:lnTo>
                  <a:lnTo>
                    <a:pt x="3563635" y="1266320"/>
                  </a:lnTo>
                  <a:lnTo>
                    <a:pt x="3469063" y="1257780"/>
                  </a:lnTo>
                  <a:lnTo>
                    <a:pt x="3377311" y="1248041"/>
                  </a:lnTo>
                  <a:lnTo>
                    <a:pt x="3290433" y="1237088"/>
                  </a:lnTo>
                  <a:lnTo>
                    <a:pt x="3209520" y="1224858"/>
                  </a:lnTo>
                  <a:lnTo>
                    <a:pt x="3134894" y="1211234"/>
                  </a:lnTo>
                  <a:lnTo>
                    <a:pt x="3066323" y="1196049"/>
                  </a:lnTo>
                  <a:lnTo>
                    <a:pt x="3003212" y="1179086"/>
                  </a:lnTo>
                  <a:lnTo>
                    <a:pt x="2944753" y="1160089"/>
                  </a:lnTo>
                  <a:lnTo>
                    <a:pt x="2890042" y="1138782"/>
                  </a:lnTo>
                  <a:lnTo>
                    <a:pt x="2838160" y="1114903"/>
                  </a:lnTo>
                  <a:lnTo>
                    <a:pt x="2788255" y="1088257"/>
                  </a:lnTo>
                  <a:lnTo>
                    <a:pt x="2770117" y="1077668"/>
                  </a:lnTo>
                  <a:lnTo>
                    <a:pt x="2722835" y="1047856"/>
                  </a:lnTo>
                  <a:lnTo>
                    <a:pt x="2676015" y="1015285"/>
                  </a:lnTo>
                  <a:lnTo>
                    <a:pt x="2629242" y="979905"/>
                  </a:lnTo>
                  <a:lnTo>
                    <a:pt x="2582219" y="941745"/>
                  </a:lnTo>
                  <a:lnTo>
                    <a:pt x="2534751" y="900916"/>
                  </a:lnTo>
                  <a:lnTo>
                    <a:pt x="2486737" y="857625"/>
                  </a:lnTo>
                  <a:lnTo>
                    <a:pt x="2438156" y="812166"/>
                  </a:lnTo>
                  <a:lnTo>
                    <a:pt x="2389056" y="764926"/>
                  </a:lnTo>
                  <a:lnTo>
                    <a:pt x="2339548" y="716367"/>
                  </a:lnTo>
                  <a:lnTo>
                    <a:pt x="2289784" y="667013"/>
                  </a:lnTo>
                  <a:lnTo>
                    <a:pt x="2239943" y="617423"/>
                  </a:lnTo>
                  <a:lnTo>
                    <a:pt x="2190211" y="568169"/>
                  </a:lnTo>
                  <a:lnTo>
                    <a:pt x="2140766" y="519807"/>
                  </a:lnTo>
                  <a:lnTo>
                    <a:pt x="2091751" y="472851"/>
                  </a:lnTo>
                  <a:lnTo>
                    <a:pt x="2043268" y="427750"/>
                  </a:lnTo>
                  <a:lnTo>
                    <a:pt x="1995355" y="384875"/>
                  </a:lnTo>
                  <a:lnTo>
                    <a:pt x="1947976" y="344506"/>
                  </a:lnTo>
                  <a:lnTo>
                    <a:pt x="1901014" y="306832"/>
                  </a:lnTo>
                  <a:lnTo>
                    <a:pt x="1854258" y="271950"/>
                  </a:lnTo>
                  <a:lnTo>
                    <a:pt x="1807389" y="239872"/>
                  </a:lnTo>
                  <a:lnTo>
                    <a:pt x="1768425" y="215533"/>
                  </a:lnTo>
                  <a:lnTo>
                    <a:pt x="1719061" y="187842"/>
                  </a:lnTo>
                  <a:lnTo>
                    <a:pt x="1668005" y="162954"/>
                  </a:lnTo>
                  <a:lnTo>
                    <a:pt x="1614448" y="140723"/>
                  </a:lnTo>
                  <a:lnTo>
                    <a:pt x="1557486" y="120903"/>
                  </a:lnTo>
                  <a:lnTo>
                    <a:pt x="1496200" y="103217"/>
                  </a:lnTo>
                  <a:lnTo>
                    <a:pt x="1429735" y="87400"/>
                  </a:lnTo>
                  <a:lnTo>
                    <a:pt x="1357403" y="73221"/>
                  </a:lnTo>
                  <a:lnTo>
                    <a:pt x="1278816" y="60490"/>
                  </a:lnTo>
                  <a:lnTo>
                    <a:pt x="1194066" y="49074"/>
                  </a:lnTo>
                  <a:lnTo>
                    <a:pt x="1103936" y="38890"/>
                  </a:lnTo>
                  <a:lnTo>
                    <a:pt x="1010104" y="29905"/>
                  </a:lnTo>
                  <a:lnTo>
                    <a:pt x="915277" y="22126"/>
                  </a:lnTo>
                  <a:lnTo>
                    <a:pt x="823140" y="15581"/>
                  </a:lnTo>
                  <a:lnTo>
                    <a:pt x="738028" y="10293"/>
                  </a:lnTo>
                  <a:lnTo>
                    <a:pt x="664283" y="6250"/>
                  </a:lnTo>
                  <a:lnTo>
                    <a:pt x="605404" y="3381"/>
                  </a:lnTo>
                  <a:lnTo>
                    <a:pt x="563223" y="1542"/>
                  </a:lnTo>
                  <a:lnTo>
                    <a:pt x="537387" y="529"/>
                  </a:lnTo>
                  <a:lnTo>
                    <a:pt x="525263" y="100"/>
                  </a:lnTo>
                  <a:lnTo>
                    <a:pt x="522198" y="1"/>
                  </a:lnTo>
                  <a:lnTo>
                    <a:pt x="522133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317" name="pg317"/>
            <p:cNvSpPr/>
            <p:nvPr/>
          </p:nvSpPr>
          <p:spPr>
            <a:xfrm>
              <a:off x="386606" y="1778498"/>
              <a:ext cx="8554953" cy="1298849"/>
            </a:xfrm>
            <a:custGeom>
              <a:avLst/>
              <a:pathLst>
                <a:path w="8554953" h="1298849">
                  <a:moveTo>
                    <a:pt x="0" y="5647"/>
                  </a:moveTo>
                  <a:lnTo>
                    <a:pt x="522133" y="5647"/>
                  </a:lnTo>
                  <a:lnTo>
                    <a:pt x="523376" y="5686"/>
                  </a:lnTo>
                  <a:lnTo>
                    <a:pt x="531503" y="5963"/>
                  </a:lnTo>
                  <a:lnTo>
                    <a:pt x="551837" y="6730"/>
                  </a:lnTo>
                  <a:lnTo>
                    <a:pt x="587796" y="8236"/>
                  </a:lnTo>
                  <a:lnTo>
                    <a:pt x="640593" y="10704"/>
                  </a:lnTo>
                  <a:lnTo>
                    <a:pt x="709165" y="14300"/>
                  </a:lnTo>
                  <a:lnTo>
                    <a:pt x="790546" y="19122"/>
                  </a:lnTo>
                  <a:lnTo>
                    <a:pt x="880603" y="25203"/>
                  </a:lnTo>
                  <a:lnTo>
                    <a:pt x="974908" y="32528"/>
                  </a:lnTo>
                  <a:lnTo>
                    <a:pt x="1069480" y="41069"/>
                  </a:lnTo>
                  <a:lnTo>
                    <a:pt x="1161231" y="50807"/>
                  </a:lnTo>
                  <a:lnTo>
                    <a:pt x="1248109" y="61760"/>
                  </a:lnTo>
                  <a:lnTo>
                    <a:pt x="1329022" y="73990"/>
                  </a:lnTo>
                  <a:lnTo>
                    <a:pt x="1403648" y="87614"/>
                  </a:lnTo>
                  <a:lnTo>
                    <a:pt x="1472219" y="102799"/>
                  </a:lnTo>
                  <a:lnTo>
                    <a:pt x="1535330" y="119763"/>
                  </a:lnTo>
                  <a:lnTo>
                    <a:pt x="1593789" y="138760"/>
                  </a:lnTo>
                  <a:lnTo>
                    <a:pt x="1648500" y="160066"/>
                  </a:lnTo>
                  <a:lnTo>
                    <a:pt x="1700382" y="183945"/>
                  </a:lnTo>
                  <a:lnTo>
                    <a:pt x="1750288" y="210591"/>
                  </a:lnTo>
                  <a:lnTo>
                    <a:pt x="1768425" y="221180"/>
                  </a:lnTo>
                  <a:lnTo>
                    <a:pt x="1815707" y="250992"/>
                  </a:lnTo>
                  <a:lnTo>
                    <a:pt x="1862528" y="283563"/>
                  </a:lnTo>
                  <a:lnTo>
                    <a:pt x="1909301" y="318943"/>
                  </a:lnTo>
                  <a:lnTo>
                    <a:pt x="1956324" y="357104"/>
                  </a:lnTo>
                  <a:lnTo>
                    <a:pt x="2003791" y="397932"/>
                  </a:lnTo>
                  <a:lnTo>
                    <a:pt x="2051805" y="441224"/>
                  </a:lnTo>
                  <a:lnTo>
                    <a:pt x="2100387" y="486683"/>
                  </a:lnTo>
                  <a:lnTo>
                    <a:pt x="2149486" y="533923"/>
                  </a:lnTo>
                  <a:lnTo>
                    <a:pt x="2198994" y="582481"/>
                  </a:lnTo>
                  <a:lnTo>
                    <a:pt x="2248758" y="631836"/>
                  </a:lnTo>
                  <a:lnTo>
                    <a:pt x="2298599" y="681425"/>
                  </a:lnTo>
                  <a:lnTo>
                    <a:pt x="2348331" y="730679"/>
                  </a:lnTo>
                  <a:lnTo>
                    <a:pt x="2397777" y="779041"/>
                  </a:lnTo>
                  <a:lnTo>
                    <a:pt x="2446791" y="825997"/>
                  </a:lnTo>
                  <a:lnTo>
                    <a:pt x="2495274" y="871098"/>
                  </a:lnTo>
                  <a:lnTo>
                    <a:pt x="2543188" y="913974"/>
                  </a:lnTo>
                  <a:lnTo>
                    <a:pt x="2590566" y="954342"/>
                  </a:lnTo>
                  <a:lnTo>
                    <a:pt x="2637528" y="992016"/>
                  </a:lnTo>
                  <a:lnTo>
                    <a:pt x="2684285" y="1026899"/>
                  </a:lnTo>
                  <a:lnTo>
                    <a:pt x="2731153" y="1058976"/>
                  </a:lnTo>
                  <a:lnTo>
                    <a:pt x="2770117" y="1083315"/>
                  </a:lnTo>
                  <a:lnTo>
                    <a:pt x="2819481" y="1111007"/>
                  </a:lnTo>
                  <a:lnTo>
                    <a:pt x="2870537" y="1135894"/>
                  </a:lnTo>
                  <a:lnTo>
                    <a:pt x="2924094" y="1158125"/>
                  </a:lnTo>
                  <a:lnTo>
                    <a:pt x="2981057" y="1177946"/>
                  </a:lnTo>
                  <a:lnTo>
                    <a:pt x="3042343" y="1195631"/>
                  </a:lnTo>
                  <a:lnTo>
                    <a:pt x="3108807" y="1211448"/>
                  </a:lnTo>
                  <a:lnTo>
                    <a:pt x="3181139" y="1225628"/>
                  </a:lnTo>
                  <a:lnTo>
                    <a:pt x="3259726" y="1238358"/>
                  </a:lnTo>
                  <a:lnTo>
                    <a:pt x="3344476" y="1249774"/>
                  </a:lnTo>
                  <a:lnTo>
                    <a:pt x="3434606" y="1259958"/>
                  </a:lnTo>
                  <a:lnTo>
                    <a:pt x="3528439" y="1268943"/>
                  </a:lnTo>
                  <a:lnTo>
                    <a:pt x="3623265" y="1276722"/>
                  </a:lnTo>
                  <a:lnTo>
                    <a:pt x="3715402" y="1283267"/>
                  </a:lnTo>
                  <a:lnTo>
                    <a:pt x="3800514" y="1288555"/>
                  </a:lnTo>
                  <a:lnTo>
                    <a:pt x="3874259" y="1292598"/>
                  </a:lnTo>
                  <a:lnTo>
                    <a:pt x="3933139" y="1295468"/>
                  </a:lnTo>
                  <a:lnTo>
                    <a:pt x="3975319" y="1297307"/>
                  </a:lnTo>
                  <a:lnTo>
                    <a:pt x="4001156" y="1298319"/>
                  </a:lnTo>
                  <a:lnTo>
                    <a:pt x="4013279" y="1298748"/>
                  </a:lnTo>
                  <a:lnTo>
                    <a:pt x="4016409" y="1298849"/>
                  </a:lnTo>
                  <a:lnTo>
                    <a:pt x="4538543" y="1298849"/>
                  </a:lnTo>
                  <a:lnTo>
                    <a:pt x="4539805" y="1298827"/>
                  </a:lnTo>
                  <a:lnTo>
                    <a:pt x="4548054" y="1298675"/>
                  </a:lnTo>
                  <a:lnTo>
                    <a:pt x="4568681" y="1298253"/>
                  </a:lnTo>
                  <a:lnTo>
                    <a:pt x="4605132" y="1297425"/>
                  </a:lnTo>
                  <a:lnTo>
                    <a:pt x="4658594" y="1296068"/>
                  </a:lnTo>
                  <a:lnTo>
                    <a:pt x="4727939" y="1294092"/>
                  </a:lnTo>
                  <a:lnTo>
                    <a:pt x="4810108" y="1291444"/>
                  </a:lnTo>
                  <a:lnTo>
                    <a:pt x="4900880" y="1288108"/>
                  </a:lnTo>
                  <a:lnTo>
                    <a:pt x="4995764" y="1284091"/>
                  </a:lnTo>
                  <a:lnTo>
                    <a:pt x="5090750" y="1279410"/>
                  </a:lnTo>
                  <a:lnTo>
                    <a:pt x="5182754" y="1274074"/>
                  </a:lnTo>
                  <a:lnTo>
                    <a:pt x="5269747" y="1268072"/>
                  </a:lnTo>
                  <a:lnTo>
                    <a:pt x="5350673" y="1261368"/>
                  </a:lnTo>
                  <a:lnTo>
                    <a:pt x="5425247" y="1253896"/>
                  </a:lnTo>
                  <a:lnTo>
                    <a:pt x="5493736" y="1245562"/>
                  </a:lnTo>
                  <a:lnTo>
                    <a:pt x="5556767" y="1236245"/>
                  </a:lnTo>
                  <a:lnTo>
                    <a:pt x="5615171" y="1225803"/>
                  </a:lnTo>
                  <a:lnTo>
                    <a:pt x="5669870" y="1214084"/>
                  </a:lnTo>
                  <a:lnTo>
                    <a:pt x="5721796" y="1200946"/>
                  </a:lnTo>
                  <a:lnTo>
                    <a:pt x="5771803" y="1186287"/>
                  </a:lnTo>
                  <a:lnTo>
                    <a:pt x="5784835" y="1182141"/>
                  </a:lnTo>
                  <a:lnTo>
                    <a:pt x="5836510" y="1164412"/>
                  </a:lnTo>
                  <a:lnTo>
                    <a:pt x="5887683" y="1144892"/>
                  </a:lnTo>
                  <a:lnTo>
                    <a:pt x="5938874" y="1123554"/>
                  </a:lnTo>
                  <a:lnTo>
                    <a:pt x="5990439" y="1100430"/>
                  </a:lnTo>
                  <a:lnTo>
                    <a:pt x="6042592" y="1075623"/>
                  </a:lnTo>
                  <a:lnTo>
                    <a:pt x="6095420" y="1049304"/>
                  </a:lnTo>
                  <a:lnTo>
                    <a:pt x="6148902" y="1021716"/>
                  </a:lnTo>
                  <a:lnTo>
                    <a:pt x="6202923" y="993166"/>
                  </a:lnTo>
                  <a:lnTo>
                    <a:pt x="6257300" y="964014"/>
                  </a:lnTo>
                  <a:lnTo>
                    <a:pt x="6311804" y="934651"/>
                  </a:lnTo>
                  <a:lnTo>
                    <a:pt x="6366191" y="905481"/>
                  </a:lnTo>
                  <a:lnTo>
                    <a:pt x="6420231" y="876899"/>
                  </a:lnTo>
                  <a:lnTo>
                    <a:pt x="6473738" y="849265"/>
                  </a:lnTo>
                  <a:lnTo>
                    <a:pt x="6526594" y="822888"/>
                  </a:lnTo>
                  <a:lnTo>
                    <a:pt x="6578774" y="798014"/>
                  </a:lnTo>
                  <a:lnTo>
                    <a:pt x="6630360" y="774818"/>
                  </a:lnTo>
                  <a:lnTo>
                    <a:pt x="6681560" y="753405"/>
                  </a:lnTo>
                  <a:lnTo>
                    <a:pt x="6732725" y="733810"/>
                  </a:lnTo>
                  <a:lnTo>
                    <a:pt x="6784367" y="716008"/>
                  </a:lnTo>
                  <a:lnTo>
                    <a:pt x="6786527" y="715308"/>
                  </a:lnTo>
                  <a:lnTo>
                    <a:pt x="6836151" y="700239"/>
                  </a:lnTo>
                  <a:lnTo>
                    <a:pt x="6887489" y="686705"/>
                  </a:lnTo>
                  <a:lnTo>
                    <a:pt x="6941364" y="674622"/>
                  </a:lnTo>
                  <a:lnTo>
                    <a:pt x="6998694" y="663857"/>
                  </a:lnTo>
                  <a:lnTo>
                    <a:pt x="7060411" y="654256"/>
                  </a:lnTo>
                  <a:lnTo>
                    <a:pt x="7127381" y="645674"/>
                  </a:lnTo>
                  <a:lnTo>
                    <a:pt x="7200298" y="637984"/>
                  </a:lnTo>
                  <a:lnTo>
                    <a:pt x="7279540" y="631084"/>
                  </a:lnTo>
                  <a:lnTo>
                    <a:pt x="7364992" y="624900"/>
                  </a:lnTo>
                  <a:lnTo>
                    <a:pt x="7455822" y="619389"/>
                  </a:lnTo>
                  <a:lnTo>
                    <a:pt x="7550275" y="614535"/>
                  </a:lnTo>
                  <a:lnTo>
                    <a:pt x="7645544" y="610340"/>
                  </a:lnTo>
                  <a:lnTo>
                    <a:pt x="7737835" y="606822"/>
                  </a:lnTo>
                  <a:lnTo>
                    <a:pt x="7822723" y="603992"/>
                  </a:lnTo>
                  <a:lnTo>
                    <a:pt x="7895830" y="601841"/>
                  </a:lnTo>
                  <a:lnTo>
                    <a:pt x="7953704" y="600328"/>
                  </a:lnTo>
                  <a:lnTo>
                    <a:pt x="7994647" y="599370"/>
                  </a:lnTo>
                  <a:lnTo>
                    <a:pt x="8019223" y="598853"/>
                  </a:lnTo>
                  <a:lnTo>
                    <a:pt x="8030304" y="598643"/>
                  </a:lnTo>
                  <a:lnTo>
                    <a:pt x="8032819" y="598600"/>
                  </a:lnTo>
                  <a:lnTo>
                    <a:pt x="8554953" y="598600"/>
                  </a:lnTo>
                  <a:lnTo>
                    <a:pt x="8554953" y="592952"/>
                  </a:lnTo>
                  <a:lnTo>
                    <a:pt x="8032819" y="592952"/>
                  </a:lnTo>
                  <a:lnTo>
                    <a:pt x="8031557" y="592974"/>
                  </a:lnTo>
                  <a:lnTo>
                    <a:pt x="8023308" y="593126"/>
                  </a:lnTo>
                  <a:lnTo>
                    <a:pt x="8002681" y="593548"/>
                  </a:lnTo>
                  <a:lnTo>
                    <a:pt x="7966230" y="594377"/>
                  </a:lnTo>
                  <a:lnTo>
                    <a:pt x="7912768" y="595733"/>
                  </a:lnTo>
                  <a:lnTo>
                    <a:pt x="7843423" y="597709"/>
                  </a:lnTo>
                  <a:lnTo>
                    <a:pt x="7761254" y="600357"/>
                  </a:lnTo>
                  <a:lnTo>
                    <a:pt x="7670482" y="603693"/>
                  </a:lnTo>
                  <a:lnTo>
                    <a:pt x="7575598" y="607710"/>
                  </a:lnTo>
                  <a:lnTo>
                    <a:pt x="7480612" y="612391"/>
                  </a:lnTo>
                  <a:lnTo>
                    <a:pt x="7388608" y="617727"/>
                  </a:lnTo>
                  <a:lnTo>
                    <a:pt x="7301615" y="623729"/>
                  </a:lnTo>
                  <a:lnTo>
                    <a:pt x="7220689" y="630433"/>
                  </a:lnTo>
                  <a:lnTo>
                    <a:pt x="7146115" y="637905"/>
                  </a:lnTo>
                  <a:lnTo>
                    <a:pt x="7077626" y="646239"/>
                  </a:lnTo>
                  <a:lnTo>
                    <a:pt x="7014595" y="655556"/>
                  </a:lnTo>
                  <a:lnTo>
                    <a:pt x="6956191" y="665998"/>
                  </a:lnTo>
                  <a:lnTo>
                    <a:pt x="6901492" y="677717"/>
                  </a:lnTo>
                  <a:lnTo>
                    <a:pt x="6849566" y="690856"/>
                  </a:lnTo>
                  <a:lnTo>
                    <a:pt x="6799559" y="705515"/>
                  </a:lnTo>
                  <a:lnTo>
                    <a:pt x="6786527" y="709661"/>
                  </a:lnTo>
                  <a:lnTo>
                    <a:pt x="6734852" y="727389"/>
                  </a:lnTo>
                  <a:lnTo>
                    <a:pt x="6683679" y="746909"/>
                  </a:lnTo>
                  <a:lnTo>
                    <a:pt x="6632488" y="768248"/>
                  </a:lnTo>
                  <a:lnTo>
                    <a:pt x="6580923" y="791371"/>
                  </a:lnTo>
                  <a:lnTo>
                    <a:pt x="6528770" y="816178"/>
                  </a:lnTo>
                  <a:lnTo>
                    <a:pt x="6475942" y="842498"/>
                  </a:lnTo>
                  <a:lnTo>
                    <a:pt x="6422460" y="870086"/>
                  </a:lnTo>
                  <a:lnTo>
                    <a:pt x="6368439" y="898635"/>
                  </a:lnTo>
                  <a:lnTo>
                    <a:pt x="6314062" y="927788"/>
                  </a:lnTo>
                  <a:lnTo>
                    <a:pt x="6259558" y="957151"/>
                  </a:lnTo>
                  <a:lnTo>
                    <a:pt x="6205171" y="986320"/>
                  </a:lnTo>
                  <a:lnTo>
                    <a:pt x="6151131" y="1014902"/>
                  </a:lnTo>
                  <a:lnTo>
                    <a:pt x="6097624" y="1042536"/>
                  </a:lnTo>
                  <a:lnTo>
                    <a:pt x="6044768" y="1068914"/>
                  </a:lnTo>
                  <a:lnTo>
                    <a:pt x="5992588" y="1093788"/>
                  </a:lnTo>
                  <a:lnTo>
                    <a:pt x="5941002" y="1116983"/>
                  </a:lnTo>
                  <a:lnTo>
                    <a:pt x="5889802" y="1138396"/>
                  </a:lnTo>
                  <a:lnTo>
                    <a:pt x="5838637" y="1157992"/>
                  </a:lnTo>
                  <a:lnTo>
                    <a:pt x="5786995" y="1175793"/>
                  </a:lnTo>
                  <a:lnTo>
                    <a:pt x="5784835" y="1176493"/>
                  </a:lnTo>
                  <a:lnTo>
                    <a:pt x="5735211" y="1191562"/>
                  </a:lnTo>
                  <a:lnTo>
                    <a:pt x="5683873" y="1205097"/>
                  </a:lnTo>
                  <a:lnTo>
                    <a:pt x="5629998" y="1217179"/>
                  </a:lnTo>
                  <a:lnTo>
                    <a:pt x="5572668" y="1227945"/>
                  </a:lnTo>
                  <a:lnTo>
                    <a:pt x="5510951" y="1237546"/>
                  </a:lnTo>
                  <a:lnTo>
                    <a:pt x="5443981" y="1246128"/>
                  </a:lnTo>
                  <a:lnTo>
                    <a:pt x="5371064" y="1253818"/>
                  </a:lnTo>
                  <a:lnTo>
                    <a:pt x="5291822" y="1260718"/>
                  </a:lnTo>
                  <a:lnTo>
                    <a:pt x="5206370" y="1266901"/>
                  </a:lnTo>
                  <a:lnTo>
                    <a:pt x="5115540" y="1272412"/>
                  </a:lnTo>
                  <a:lnTo>
                    <a:pt x="5021087" y="1277267"/>
                  </a:lnTo>
                  <a:lnTo>
                    <a:pt x="4925818" y="1281461"/>
                  </a:lnTo>
                  <a:lnTo>
                    <a:pt x="4833527" y="1284979"/>
                  </a:lnTo>
                  <a:lnTo>
                    <a:pt x="4748639" y="1287810"/>
                  </a:lnTo>
                  <a:lnTo>
                    <a:pt x="4675532" y="1289960"/>
                  </a:lnTo>
                  <a:lnTo>
                    <a:pt x="4617658" y="1291474"/>
                  </a:lnTo>
                  <a:lnTo>
                    <a:pt x="4576715" y="1292431"/>
                  </a:lnTo>
                  <a:lnTo>
                    <a:pt x="4552139" y="1292948"/>
                  </a:lnTo>
                  <a:lnTo>
                    <a:pt x="4541058" y="1293158"/>
                  </a:lnTo>
                  <a:lnTo>
                    <a:pt x="4538543" y="1293202"/>
                  </a:lnTo>
                  <a:lnTo>
                    <a:pt x="4016409" y="1293202"/>
                  </a:lnTo>
                  <a:lnTo>
                    <a:pt x="4015167" y="1293163"/>
                  </a:lnTo>
                  <a:lnTo>
                    <a:pt x="4007039" y="1292886"/>
                  </a:lnTo>
                  <a:lnTo>
                    <a:pt x="3986705" y="1292119"/>
                  </a:lnTo>
                  <a:lnTo>
                    <a:pt x="3950746" y="1290612"/>
                  </a:lnTo>
                  <a:lnTo>
                    <a:pt x="3897949" y="1288145"/>
                  </a:lnTo>
                  <a:lnTo>
                    <a:pt x="3829377" y="1284549"/>
                  </a:lnTo>
                  <a:lnTo>
                    <a:pt x="3747996" y="1279726"/>
                  </a:lnTo>
                  <a:lnTo>
                    <a:pt x="3657939" y="1273645"/>
                  </a:lnTo>
                  <a:lnTo>
                    <a:pt x="3563635" y="1266320"/>
                  </a:lnTo>
                  <a:lnTo>
                    <a:pt x="3469063" y="1257780"/>
                  </a:lnTo>
                  <a:lnTo>
                    <a:pt x="3377311" y="1248041"/>
                  </a:lnTo>
                  <a:lnTo>
                    <a:pt x="3290433" y="1237088"/>
                  </a:lnTo>
                  <a:lnTo>
                    <a:pt x="3209520" y="1224858"/>
                  </a:lnTo>
                  <a:lnTo>
                    <a:pt x="3134894" y="1211234"/>
                  </a:lnTo>
                  <a:lnTo>
                    <a:pt x="3066323" y="1196049"/>
                  </a:lnTo>
                  <a:lnTo>
                    <a:pt x="3003212" y="1179086"/>
                  </a:lnTo>
                  <a:lnTo>
                    <a:pt x="2944753" y="1160089"/>
                  </a:lnTo>
                  <a:lnTo>
                    <a:pt x="2890042" y="1138782"/>
                  </a:lnTo>
                  <a:lnTo>
                    <a:pt x="2838160" y="1114903"/>
                  </a:lnTo>
                  <a:lnTo>
                    <a:pt x="2788255" y="1088257"/>
                  </a:lnTo>
                  <a:lnTo>
                    <a:pt x="2770117" y="1077668"/>
                  </a:lnTo>
                  <a:lnTo>
                    <a:pt x="2722835" y="1047856"/>
                  </a:lnTo>
                  <a:lnTo>
                    <a:pt x="2676015" y="1015285"/>
                  </a:lnTo>
                  <a:lnTo>
                    <a:pt x="2629242" y="979905"/>
                  </a:lnTo>
                  <a:lnTo>
                    <a:pt x="2582219" y="941745"/>
                  </a:lnTo>
                  <a:lnTo>
                    <a:pt x="2534751" y="900916"/>
                  </a:lnTo>
                  <a:lnTo>
                    <a:pt x="2486737" y="857625"/>
                  </a:lnTo>
                  <a:lnTo>
                    <a:pt x="2438156" y="812166"/>
                  </a:lnTo>
                  <a:lnTo>
                    <a:pt x="2389056" y="764926"/>
                  </a:lnTo>
                  <a:lnTo>
                    <a:pt x="2339548" y="716367"/>
                  </a:lnTo>
                  <a:lnTo>
                    <a:pt x="2289784" y="667013"/>
                  </a:lnTo>
                  <a:lnTo>
                    <a:pt x="2239943" y="617423"/>
                  </a:lnTo>
                  <a:lnTo>
                    <a:pt x="2190211" y="568169"/>
                  </a:lnTo>
                  <a:lnTo>
                    <a:pt x="2140766" y="519807"/>
                  </a:lnTo>
                  <a:lnTo>
                    <a:pt x="2091751" y="472851"/>
                  </a:lnTo>
                  <a:lnTo>
                    <a:pt x="2043268" y="427750"/>
                  </a:lnTo>
                  <a:lnTo>
                    <a:pt x="1995355" y="384875"/>
                  </a:lnTo>
                  <a:lnTo>
                    <a:pt x="1947976" y="344506"/>
                  </a:lnTo>
                  <a:lnTo>
                    <a:pt x="1901014" y="306832"/>
                  </a:lnTo>
                  <a:lnTo>
                    <a:pt x="1854258" y="271950"/>
                  </a:lnTo>
                  <a:lnTo>
                    <a:pt x="1807389" y="239872"/>
                  </a:lnTo>
                  <a:lnTo>
                    <a:pt x="1768425" y="215533"/>
                  </a:lnTo>
                  <a:lnTo>
                    <a:pt x="1719061" y="187842"/>
                  </a:lnTo>
                  <a:lnTo>
                    <a:pt x="1668005" y="162954"/>
                  </a:lnTo>
                  <a:lnTo>
                    <a:pt x="1614448" y="140723"/>
                  </a:lnTo>
                  <a:lnTo>
                    <a:pt x="1557486" y="120903"/>
                  </a:lnTo>
                  <a:lnTo>
                    <a:pt x="1496200" y="103217"/>
                  </a:lnTo>
                  <a:lnTo>
                    <a:pt x="1429735" y="87400"/>
                  </a:lnTo>
                  <a:lnTo>
                    <a:pt x="1357403" y="73221"/>
                  </a:lnTo>
                  <a:lnTo>
                    <a:pt x="1278816" y="60490"/>
                  </a:lnTo>
                  <a:lnTo>
                    <a:pt x="1194066" y="49074"/>
                  </a:lnTo>
                  <a:lnTo>
                    <a:pt x="1103936" y="38890"/>
                  </a:lnTo>
                  <a:lnTo>
                    <a:pt x="1010104" y="29905"/>
                  </a:lnTo>
                  <a:lnTo>
                    <a:pt x="915277" y="22126"/>
                  </a:lnTo>
                  <a:lnTo>
                    <a:pt x="823140" y="15581"/>
                  </a:lnTo>
                  <a:lnTo>
                    <a:pt x="738028" y="10293"/>
                  </a:lnTo>
                  <a:lnTo>
                    <a:pt x="664283" y="6250"/>
                  </a:lnTo>
                  <a:lnTo>
                    <a:pt x="605404" y="3381"/>
                  </a:lnTo>
                  <a:lnTo>
                    <a:pt x="563223" y="1542"/>
                  </a:lnTo>
                  <a:lnTo>
                    <a:pt x="537387" y="529"/>
                  </a:lnTo>
                  <a:lnTo>
                    <a:pt x="525263" y="100"/>
                  </a:lnTo>
                  <a:lnTo>
                    <a:pt x="5221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318" name="pl318"/>
            <p:cNvSpPr/>
            <p:nvPr/>
          </p:nvSpPr>
          <p:spPr>
            <a:xfrm>
              <a:off x="386606" y="1784145"/>
              <a:ext cx="8554953" cy="1293202"/>
            </a:xfrm>
            <a:custGeom>
              <a:avLst/>
              <a:pathLst>
                <a:path w="8554953" h="1293202">
                  <a:moveTo>
                    <a:pt x="0" y="0"/>
                  </a:moveTo>
                  <a:lnTo>
                    <a:pt x="522133" y="0"/>
                  </a:lnTo>
                  <a:lnTo>
                    <a:pt x="523376" y="38"/>
                  </a:lnTo>
                  <a:lnTo>
                    <a:pt x="531503" y="316"/>
                  </a:lnTo>
                  <a:lnTo>
                    <a:pt x="551837" y="1083"/>
                  </a:lnTo>
                  <a:lnTo>
                    <a:pt x="587796" y="2589"/>
                  </a:lnTo>
                  <a:lnTo>
                    <a:pt x="640593" y="5056"/>
                  </a:lnTo>
                  <a:lnTo>
                    <a:pt x="709165" y="8653"/>
                  </a:lnTo>
                  <a:lnTo>
                    <a:pt x="790546" y="13475"/>
                  </a:lnTo>
                  <a:lnTo>
                    <a:pt x="880603" y="19556"/>
                  </a:lnTo>
                  <a:lnTo>
                    <a:pt x="974908" y="26881"/>
                  </a:lnTo>
                  <a:lnTo>
                    <a:pt x="1069480" y="35422"/>
                  </a:lnTo>
                  <a:lnTo>
                    <a:pt x="1161231" y="45160"/>
                  </a:lnTo>
                  <a:lnTo>
                    <a:pt x="1248109" y="56113"/>
                  </a:lnTo>
                  <a:lnTo>
                    <a:pt x="1329022" y="68343"/>
                  </a:lnTo>
                  <a:lnTo>
                    <a:pt x="1403648" y="81967"/>
                  </a:lnTo>
                  <a:lnTo>
                    <a:pt x="1472219" y="97152"/>
                  </a:lnTo>
                  <a:lnTo>
                    <a:pt x="1535330" y="114116"/>
                  </a:lnTo>
                  <a:lnTo>
                    <a:pt x="1593789" y="133113"/>
                  </a:lnTo>
                  <a:lnTo>
                    <a:pt x="1648500" y="154419"/>
                  </a:lnTo>
                  <a:lnTo>
                    <a:pt x="1700382" y="178298"/>
                  </a:lnTo>
                  <a:lnTo>
                    <a:pt x="1750288" y="204944"/>
                  </a:lnTo>
                  <a:lnTo>
                    <a:pt x="1768425" y="215533"/>
                  </a:lnTo>
                  <a:lnTo>
                    <a:pt x="1815707" y="245345"/>
                  </a:lnTo>
                  <a:lnTo>
                    <a:pt x="1862528" y="277916"/>
                  </a:lnTo>
                  <a:lnTo>
                    <a:pt x="1909301" y="313296"/>
                  </a:lnTo>
                  <a:lnTo>
                    <a:pt x="1956324" y="351456"/>
                  </a:lnTo>
                  <a:lnTo>
                    <a:pt x="2003791" y="392285"/>
                  </a:lnTo>
                  <a:lnTo>
                    <a:pt x="2051805" y="435577"/>
                  </a:lnTo>
                  <a:lnTo>
                    <a:pt x="2100387" y="481035"/>
                  </a:lnTo>
                  <a:lnTo>
                    <a:pt x="2149486" y="528275"/>
                  </a:lnTo>
                  <a:lnTo>
                    <a:pt x="2198994" y="576834"/>
                  </a:lnTo>
                  <a:lnTo>
                    <a:pt x="2248758" y="626188"/>
                  </a:lnTo>
                  <a:lnTo>
                    <a:pt x="2298599" y="675778"/>
                  </a:lnTo>
                  <a:lnTo>
                    <a:pt x="2348331" y="725032"/>
                  </a:lnTo>
                  <a:lnTo>
                    <a:pt x="2397777" y="773394"/>
                  </a:lnTo>
                  <a:lnTo>
                    <a:pt x="2446791" y="820350"/>
                  </a:lnTo>
                  <a:lnTo>
                    <a:pt x="2495274" y="865451"/>
                  </a:lnTo>
                  <a:lnTo>
                    <a:pt x="2543188" y="908326"/>
                  </a:lnTo>
                  <a:lnTo>
                    <a:pt x="2590566" y="948695"/>
                  </a:lnTo>
                  <a:lnTo>
                    <a:pt x="2637528" y="986369"/>
                  </a:lnTo>
                  <a:lnTo>
                    <a:pt x="2684285" y="1021252"/>
                  </a:lnTo>
                  <a:lnTo>
                    <a:pt x="2731153" y="1053329"/>
                  </a:lnTo>
                  <a:lnTo>
                    <a:pt x="2770117" y="1077668"/>
                  </a:lnTo>
                  <a:lnTo>
                    <a:pt x="2819481" y="1105359"/>
                  </a:lnTo>
                  <a:lnTo>
                    <a:pt x="2870537" y="1130247"/>
                  </a:lnTo>
                  <a:lnTo>
                    <a:pt x="2924094" y="1152478"/>
                  </a:lnTo>
                  <a:lnTo>
                    <a:pt x="2981057" y="1172298"/>
                  </a:lnTo>
                  <a:lnTo>
                    <a:pt x="3042343" y="1189984"/>
                  </a:lnTo>
                  <a:lnTo>
                    <a:pt x="3108807" y="1205801"/>
                  </a:lnTo>
                  <a:lnTo>
                    <a:pt x="3181139" y="1219981"/>
                  </a:lnTo>
                  <a:lnTo>
                    <a:pt x="3259726" y="1232711"/>
                  </a:lnTo>
                  <a:lnTo>
                    <a:pt x="3344476" y="1244127"/>
                  </a:lnTo>
                  <a:lnTo>
                    <a:pt x="3434606" y="1254311"/>
                  </a:lnTo>
                  <a:lnTo>
                    <a:pt x="3528439" y="1263296"/>
                  </a:lnTo>
                  <a:lnTo>
                    <a:pt x="3623265" y="1271075"/>
                  </a:lnTo>
                  <a:lnTo>
                    <a:pt x="3715402" y="1277620"/>
                  </a:lnTo>
                  <a:lnTo>
                    <a:pt x="3800514" y="1282908"/>
                  </a:lnTo>
                  <a:lnTo>
                    <a:pt x="3874259" y="1286951"/>
                  </a:lnTo>
                  <a:lnTo>
                    <a:pt x="3933139" y="1289821"/>
                  </a:lnTo>
                  <a:lnTo>
                    <a:pt x="3975319" y="1291660"/>
                  </a:lnTo>
                  <a:lnTo>
                    <a:pt x="4001156" y="1292672"/>
                  </a:lnTo>
                  <a:lnTo>
                    <a:pt x="4013279" y="1293101"/>
                  </a:lnTo>
                  <a:lnTo>
                    <a:pt x="4016344" y="1293200"/>
                  </a:lnTo>
                  <a:lnTo>
                    <a:pt x="4016409" y="1293202"/>
                  </a:lnTo>
                  <a:lnTo>
                    <a:pt x="4538543" y="1293202"/>
                  </a:lnTo>
                  <a:lnTo>
                    <a:pt x="4539805" y="1293180"/>
                  </a:lnTo>
                  <a:lnTo>
                    <a:pt x="4548054" y="1293028"/>
                  </a:lnTo>
                  <a:lnTo>
                    <a:pt x="4568681" y="1292606"/>
                  </a:lnTo>
                  <a:lnTo>
                    <a:pt x="4605132" y="1291778"/>
                  </a:lnTo>
                  <a:lnTo>
                    <a:pt x="4658594" y="1290421"/>
                  </a:lnTo>
                  <a:lnTo>
                    <a:pt x="4727939" y="1288445"/>
                  </a:lnTo>
                  <a:lnTo>
                    <a:pt x="4810108" y="1285797"/>
                  </a:lnTo>
                  <a:lnTo>
                    <a:pt x="4900880" y="1282461"/>
                  </a:lnTo>
                  <a:lnTo>
                    <a:pt x="4995764" y="1278444"/>
                  </a:lnTo>
                  <a:lnTo>
                    <a:pt x="5090750" y="1273763"/>
                  </a:lnTo>
                  <a:lnTo>
                    <a:pt x="5182754" y="1268427"/>
                  </a:lnTo>
                  <a:lnTo>
                    <a:pt x="5269747" y="1262425"/>
                  </a:lnTo>
                  <a:lnTo>
                    <a:pt x="5350673" y="1255721"/>
                  </a:lnTo>
                  <a:lnTo>
                    <a:pt x="5425247" y="1248249"/>
                  </a:lnTo>
                  <a:lnTo>
                    <a:pt x="5493736" y="1239915"/>
                  </a:lnTo>
                  <a:lnTo>
                    <a:pt x="5556767" y="1230598"/>
                  </a:lnTo>
                  <a:lnTo>
                    <a:pt x="5615171" y="1220156"/>
                  </a:lnTo>
                  <a:lnTo>
                    <a:pt x="5669870" y="1208437"/>
                  </a:lnTo>
                  <a:lnTo>
                    <a:pt x="5721796" y="1195299"/>
                  </a:lnTo>
                  <a:lnTo>
                    <a:pt x="5771803" y="1180640"/>
                  </a:lnTo>
                  <a:lnTo>
                    <a:pt x="5784835" y="1176493"/>
                  </a:lnTo>
                  <a:lnTo>
                    <a:pt x="5836510" y="1158765"/>
                  </a:lnTo>
                  <a:lnTo>
                    <a:pt x="5887683" y="1139245"/>
                  </a:lnTo>
                  <a:lnTo>
                    <a:pt x="5938874" y="1117907"/>
                  </a:lnTo>
                  <a:lnTo>
                    <a:pt x="5990439" y="1094783"/>
                  </a:lnTo>
                  <a:lnTo>
                    <a:pt x="6042592" y="1069976"/>
                  </a:lnTo>
                  <a:lnTo>
                    <a:pt x="6095420" y="1043657"/>
                  </a:lnTo>
                  <a:lnTo>
                    <a:pt x="6148902" y="1016069"/>
                  </a:lnTo>
                  <a:lnTo>
                    <a:pt x="6202923" y="987519"/>
                  </a:lnTo>
                  <a:lnTo>
                    <a:pt x="6257300" y="958366"/>
                  </a:lnTo>
                  <a:lnTo>
                    <a:pt x="6311804" y="929003"/>
                  </a:lnTo>
                  <a:lnTo>
                    <a:pt x="6366191" y="899834"/>
                  </a:lnTo>
                  <a:lnTo>
                    <a:pt x="6420231" y="871252"/>
                  </a:lnTo>
                  <a:lnTo>
                    <a:pt x="6473738" y="843618"/>
                  </a:lnTo>
                  <a:lnTo>
                    <a:pt x="6526594" y="817241"/>
                  </a:lnTo>
                  <a:lnTo>
                    <a:pt x="6578774" y="792367"/>
                  </a:lnTo>
                  <a:lnTo>
                    <a:pt x="6630360" y="769171"/>
                  </a:lnTo>
                  <a:lnTo>
                    <a:pt x="6681560" y="747758"/>
                  </a:lnTo>
                  <a:lnTo>
                    <a:pt x="6732725" y="728162"/>
                  </a:lnTo>
                  <a:lnTo>
                    <a:pt x="6784367" y="710361"/>
                  </a:lnTo>
                  <a:lnTo>
                    <a:pt x="6786527" y="709661"/>
                  </a:lnTo>
                  <a:lnTo>
                    <a:pt x="6836151" y="694592"/>
                  </a:lnTo>
                  <a:lnTo>
                    <a:pt x="6887489" y="681057"/>
                  </a:lnTo>
                  <a:lnTo>
                    <a:pt x="6941364" y="668975"/>
                  </a:lnTo>
                  <a:lnTo>
                    <a:pt x="6998694" y="658209"/>
                  </a:lnTo>
                  <a:lnTo>
                    <a:pt x="7060411" y="648608"/>
                  </a:lnTo>
                  <a:lnTo>
                    <a:pt x="7127381" y="640026"/>
                  </a:lnTo>
                  <a:lnTo>
                    <a:pt x="7200298" y="632336"/>
                  </a:lnTo>
                  <a:lnTo>
                    <a:pt x="7279540" y="625436"/>
                  </a:lnTo>
                  <a:lnTo>
                    <a:pt x="7364992" y="619253"/>
                  </a:lnTo>
                  <a:lnTo>
                    <a:pt x="7455822" y="613742"/>
                  </a:lnTo>
                  <a:lnTo>
                    <a:pt x="7550275" y="608887"/>
                  </a:lnTo>
                  <a:lnTo>
                    <a:pt x="7645544" y="604693"/>
                  </a:lnTo>
                  <a:lnTo>
                    <a:pt x="7737835" y="601175"/>
                  </a:lnTo>
                  <a:lnTo>
                    <a:pt x="7822723" y="598345"/>
                  </a:lnTo>
                  <a:lnTo>
                    <a:pt x="7895830" y="596194"/>
                  </a:lnTo>
                  <a:lnTo>
                    <a:pt x="7953704" y="594681"/>
                  </a:lnTo>
                  <a:lnTo>
                    <a:pt x="7994647" y="593723"/>
                  </a:lnTo>
                  <a:lnTo>
                    <a:pt x="8019223" y="593206"/>
                  </a:lnTo>
                  <a:lnTo>
                    <a:pt x="8030304" y="592996"/>
                  </a:lnTo>
                  <a:lnTo>
                    <a:pt x="8032795" y="592953"/>
                  </a:lnTo>
                  <a:lnTo>
                    <a:pt x="8032819" y="592952"/>
                  </a:lnTo>
                  <a:lnTo>
                    <a:pt x="8554953" y="592952"/>
                  </a:lnTo>
                  <a:lnTo>
                    <a:pt x="8554953" y="592952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319" name="pl319"/>
            <p:cNvSpPr/>
            <p:nvPr/>
          </p:nvSpPr>
          <p:spPr>
            <a:xfrm>
              <a:off x="386606" y="1778498"/>
              <a:ext cx="8554953" cy="1293202"/>
            </a:xfrm>
            <a:custGeom>
              <a:avLst/>
              <a:pathLst>
                <a:path w="8554953" h="1293202">
                  <a:moveTo>
                    <a:pt x="8554953" y="592952"/>
                  </a:moveTo>
                  <a:lnTo>
                    <a:pt x="8032819" y="592952"/>
                  </a:lnTo>
                  <a:lnTo>
                    <a:pt x="8031557" y="592974"/>
                  </a:lnTo>
                  <a:lnTo>
                    <a:pt x="8023308" y="593126"/>
                  </a:lnTo>
                  <a:lnTo>
                    <a:pt x="8002681" y="593548"/>
                  </a:lnTo>
                  <a:lnTo>
                    <a:pt x="7966230" y="594377"/>
                  </a:lnTo>
                  <a:lnTo>
                    <a:pt x="7912768" y="595733"/>
                  </a:lnTo>
                  <a:lnTo>
                    <a:pt x="7843423" y="597709"/>
                  </a:lnTo>
                  <a:lnTo>
                    <a:pt x="7761254" y="600357"/>
                  </a:lnTo>
                  <a:lnTo>
                    <a:pt x="7670482" y="603693"/>
                  </a:lnTo>
                  <a:lnTo>
                    <a:pt x="7575598" y="607710"/>
                  </a:lnTo>
                  <a:lnTo>
                    <a:pt x="7480612" y="612391"/>
                  </a:lnTo>
                  <a:lnTo>
                    <a:pt x="7388608" y="617727"/>
                  </a:lnTo>
                  <a:lnTo>
                    <a:pt x="7301615" y="623729"/>
                  </a:lnTo>
                  <a:lnTo>
                    <a:pt x="7220689" y="630433"/>
                  </a:lnTo>
                  <a:lnTo>
                    <a:pt x="7146115" y="637905"/>
                  </a:lnTo>
                  <a:lnTo>
                    <a:pt x="7077626" y="646239"/>
                  </a:lnTo>
                  <a:lnTo>
                    <a:pt x="7014595" y="655556"/>
                  </a:lnTo>
                  <a:lnTo>
                    <a:pt x="6956191" y="665998"/>
                  </a:lnTo>
                  <a:lnTo>
                    <a:pt x="6901492" y="677717"/>
                  </a:lnTo>
                  <a:lnTo>
                    <a:pt x="6849566" y="690856"/>
                  </a:lnTo>
                  <a:lnTo>
                    <a:pt x="6799559" y="705515"/>
                  </a:lnTo>
                  <a:lnTo>
                    <a:pt x="6786527" y="709661"/>
                  </a:lnTo>
                  <a:lnTo>
                    <a:pt x="6734852" y="727389"/>
                  </a:lnTo>
                  <a:lnTo>
                    <a:pt x="6683679" y="746909"/>
                  </a:lnTo>
                  <a:lnTo>
                    <a:pt x="6632488" y="768248"/>
                  </a:lnTo>
                  <a:lnTo>
                    <a:pt x="6580923" y="791371"/>
                  </a:lnTo>
                  <a:lnTo>
                    <a:pt x="6528770" y="816178"/>
                  </a:lnTo>
                  <a:lnTo>
                    <a:pt x="6475942" y="842498"/>
                  </a:lnTo>
                  <a:lnTo>
                    <a:pt x="6422460" y="870086"/>
                  </a:lnTo>
                  <a:lnTo>
                    <a:pt x="6368439" y="898635"/>
                  </a:lnTo>
                  <a:lnTo>
                    <a:pt x="6314062" y="927788"/>
                  </a:lnTo>
                  <a:lnTo>
                    <a:pt x="6259558" y="957151"/>
                  </a:lnTo>
                  <a:lnTo>
                    <a:pt x="6205171" y="986320"/>
                  </a:lnTo>
                  <a:lnTo>
                    <a:pt x="6151131" y="1014902"/>
                  </a:lnTo>
                  <a:lnTo>
                    <a:pt x="6097624" y="1042536"/>
                  </a:lnTo>
                  <a:lnTo>
                    <a:pt x="6044768" y="1068914"/>
                  </a:lnTo>
                  <a:lnTo>
                    <a:pt x="5992588" y="1093788"/>
                  </a:lnTo>
                  <a:lnTo>
                    <a:pt x="5941002" y="1116983"/>
                  </a:lnTo>
                  <a:lnTo>
                    <a:pt x="5889802" y="1138396"/>
                  </a:lnTo>
                  <a:lnTo>
                    <a:pt x="5838637" y="1157992"/>
                  </a:lnTo>
                  <a:lnTo>
                    <a:pt x="5786995" y="1175793"/>
                  </a:lnTo>
                  <a:lnTo>
                    <a:pt x="5784835" y="1176493"/>
                  </a:lnTo>
                  <a:lnTo>
                    <a:pt x="5735211" y="1191562"/>
                  </a:lnTo>
                  <a:lnTo>
                    <a:pt x="5683873" y="1205097"/>
                  </a:lnTo>
                  <a:lnTo>
                    <a:pt x="5629998" y="1217179"/>
                  </a:lnTo>
                  <a:lnTo>
                    <a:pt x="5572668" y="1227945"/>
                  </a:lnTo>
                  <a:lnTo>
                    <a:pt x="5510951" y="1237546"/>
                  </a:lnTo>
                  <a:lnTo>
                    <a:pt x="5443981" y="1246128"/>
                  </a:lnTo>
                  <a:lnTo>
                    <a:pt x="5371064" y="1253818"/>
                  </a:lnTo>
                  <a:lnTo>
                    <a:pt x="5291822" y="1260718"/>
                  </a:lnTo>
                  <a:lnTo>
                    <a:pt x="5206370" y="1266901"/>
                  </a:lnTo>
                  <a:lnTo>
                    <a:pt x="5115540" y="1272412"/>
                  </a:lnTo>
                  <a:lnTo>
                    <a:pt x="5021087" y="1277267"/>
                  </a:lnTo>
                  <a:lnTo>
                    <a:pt x="4925818" y="1281461"/>
                  </a:lnTo>
                  <a:lnTo>
                    <a:pt x="4833527" y="1284979"/>
                  </a:lnTo>
                  <a:lnTo>
                    <a:pt x="4748639" y="1287810"/>
                  </a:lnTo>
                  <a:lnTo>
                    <a:pt x="4675532" y="1289960"/>
                  </a:lnTo>
                  <a:lnTo>
                    <a:pt x="4617658" y="1291474"/>
                  </a:lnTo>
                  <a:lnTo>
                    <a:pt x="4576715" y="1292431"/>
                  </a:lnTo>
                  <a:lnTo>
                    <a:pt x="4552139" y="1292948"/>
                  </a:lnTo>
                  <a:lnTo>
                    <a:pt x="4541058" y="1293158"/>
                  </a:lnTo>
                  <a:lnTo>
                    <a:pt x="4538567" y="1293201"/>
                  </a:lnTo>
                  <a:lnTo>
                    <a:pt x="4538543" y="1293202"/>
                  </a:lnTo>
                  <a:lnTo>
                    <a:pt x="4016409" y="1293202"/>
                  </a:lnTo>
                  <a:lnTo>
                    <a:pt x="4015167" y="1293163"/>
                  </a:lnTo>
                  <a:lnTo>
                    <a:pt x="4007039" y="1292886"/>
                  </a:lnTo>
                  <a:lnTo>
                    <a:pt x="3986705" y="1292119"/>
                  </a:lnTo>
                  <a:lnTo>
                    <a:pt x="3950746" y="1290612"/>
                  </a:lnTo>
                  <a:lnTo>
                    <a:pt x="3897949" y="1288145"/>
                  </a:lnTo>
                  <a:lnTo>
                    <a:pt x="3829377" y="1284549"/>
                  </a:lnTo>
                  <a:lnTo>
                    <a:pt x="3747996" y="1279726"/>
                  </a:lnTo>
                  <a:lnTo>
                    <a:pt x="3657939" y="1273645"/>
                  </a:lnTo>
                  <a:lnTo>
                    <a:pt x="3563635" y="1266320"/>
                  </a:lnTo>
                  <a:lnTo>
                    <a:pt x="3469063" y="1257780"/>
                  </a:lnTo>
                  <a:lnTo>
                    <a:pt x="3377311" y="1248041"/>
                  </a:lnTo>
                  <a:lnTo>
                    <a:pt x="3290433" y="1237088"/>
                  </a:lnTo>
                  <a:lnTo>
                    <a:pt x="3209520" y="1224858"/>
                  </a:lnTo>
                  <a:lnTo>
                    <a:pt x="3134894" y="1211234"/>
                  </a:lnTo>
                  <a:lnTo>
                    <a:pt x="3066323" y="1196049"/>
                  </a:lnTo>
                  <a:lnTo>
                    <a:pt x="3003212" y="1179086"/>
                  </a:lnTo>
                  <a:lnTo>
                    <a:pt x="2944753" y="1160089"/>
                  </a:lnTo>
                  <a:lnTo>
                    <a:pt x="2890042" y="1138782"/>
                  </a:lnTo>
                  <a:lnTo>
                    <a:pt x="2838160" y="1114903"/>
                  </a:lnTo>
                  <a:lnTo>
                    <a:pt x="2788255" y="1088257"/>
                  </a:lnTo>
                  <a:lnTo>
                    <a:pt x="2770117" y="1077668"/>
                  </a:lnTo>
                  <a:lnTo>
                    <a:pt x="2722835" y="1047856"/>
                  </a:lnTo>
                  <a:lnTo>
                    <a:pt x="2676015" y="1015285"/>
                  </a:lnTo>
                  <a:lnTo>
                    <a:pt x="2629242" y="979905"/>
                  </a:lnTo>
                  <a:lnTo>
                    <a:pt x="2582219" y="941745"/>
                  </a:lnTo>
                  <a:lnTo>
                    <a:pt x="2534751" y="900916"/>
                  </a:lnTo>
                  <a:lnTo>
                    <a:pt x="2486737" y="857625"/>
                  </a:lnTo>
                  <a:lnTo>
                    <a:pt x="2438156" y="812166"/>
                  </a:lnTo>
                  <a:lnTo>
                    <a:pt x="2389056" y="764926"/>
                  </a:lnTo>
                  <a:lnTo>
                    <a:pt x="2339548" y="716367"/>
                  </a:lnTo>
                  <a:lnTo>
                    <a:pt x="2289784" y="667013"/>
                  </a:lnTo>
                  <a:lnTo>
                    <a:pt x="2239943" y="617423"/>
                  </a:lnTo>
                  <a:lnTo>
                    <a:pt x="2190211" y="568169"/>
                  </a:lnTo>
                  <a:lnTo>
                    <a:pt x="2140766" y="519807"/>
                  </a:lnTo>
                  <a:lnTo>
                    <a:pt x="2091751" y="472851"/>
                  </a:lnTo>
                  <a:lnTo>
                    <a:pt x="2043268" y="427750"/>
                  </a:lnTo>
                  <a:lnTo>
                    <a:pt x="1995355" y="384875"/>
                  </a:lnTo>
                  <a:lnTo>
                    <a:pt x="1947976" y="344506"/>
                  </a:lnTo>
                  <a:lnTo>
                    <a:pt x="1901014" y="306832"/>
                  </a:lnTo>
                  <a:lnTo>
                    <a:pt x="1854258" y="271950"/>
                  </a:lnTo>
                  <a:lnTo>
                    <a:pt x="1807389" y="239872"/>
                  </a:lnTo>
                  <a:lnTo>
                    <a:pt x="1768425" y="215533"/>
                  </a:lnTo>
                  <a:lnTo>
                    <a:pt x="1719061" y="187842"/>
                  </a:lnTo>
                  <a:lnTo>
                    <a:pt x="1668005" y="162954"/>
                  </a:lnTo>
                  <a:lnTo>
                    <a:pt x="1614448" y="140723"/>
                  </a:lnTo>
                  <a:lnTo>
                    <a:pt x="1557486" y="120903"/>
                  </a:lnTo>
                  <a:lnTo>
                    <a:pt x="1496200" y="103217"/>
                  </a:lnTo>
                  <a:lnTo>
                    <a:pt x="1429735" y="87400"/>
                  </a:lnTo>
                  <a:lnTo>
                    <a:pt x="1357403" y="73221"/>
                  </a:lnTo>
                  <a:lnTo>
                    <a:pt x="1278816" y="60490"/>
                  </a:lnTo>
                  <a:lnTo>
                    <a:pt x="1194066" y="49074"/>
                  </a:lnTo>
                  <a:lnTo>
                    <a:pt x="1103936" y="38890"/>
                  </a:lnTo>
                  <a:lnTo>
                    <a:pt x="1010104" y="29905"/>
                  </a:lnTo>
                  <a:lnTo>
                    <a:pt x="915277" y="22126"/>
                  </a:lnTo>
                  <a:lnTo>
                    <a:pt x="823140" y="15581"/>
                  </a:lnTo>
                  <a:lnTo>
                    <a:pt x="738028" y="10293"/>
                  </a:lnTo>
                  <a:lnTo>
                    <a:pt x="664283" y="6250"/>
                  </a:lnTo>
                  <a:lnTo>
                    <a:pt x="605404" y="3381"/>
                  </a:lnTo>
                  <a:lnTo>
                    <a:pt x="563223" y="1542"/>
                  </a:lnTo>
                  <a:lnTo>
                    <a:pt x="537387" y="529"/>
                  </a:lnTo>
                  <a:lnTo>
                    <a:pt x="525263" y="100"/>
                  </a:lnTo>
                  <a:lnTo>
                    <a:pt x="522198" y="1"/>
                  </a:lnTo>
                  <a:lnTo>
                    <a:pt x="522133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320" name="pg320"/>
            <p:cNvSpPr/>
            <p:nvPr/>
          </p:nvSpPr>
          <p:spPr>
            <a:xfrm>
              <a:off x="386606" y="1784145"/>
              <a:ext cx="8554953" cy="1304496"/>
            </a:xfrm>
            <a:custGeom>
              <a:avLst/>
              <a:pathLst>
                <a:path w="8554953" h="1304496">
                  <a:moveTo>
                    <a:pt x="0" y="5647"/>
                  </a:moveTo>
                  <a:lnTo>
                    <a:pt x="522133" y="5647"/>
                  </a:lnTo>
                  <a:lnTo>
                    <a:pt x="523375" y="5686"/>
                  </a:lnTo>
                  <a:lnTo>
                    <a:pt x="531501" y="5964"/>
                  </a:lnTo>
                  <a:lnTo>
                    <a:pt x="551831" y="6734"/>
                  </a:lnTo>
                  <a:lnTo>
                    <a:pt x="587785" y="8247"/>
                  </a:lnTo>
                  <a:lnTo>
                    <a:pt x="640573" y="10725"/>
                  </a:lnTo>
                  <a:lnTo>
                    <a:pt x="709136" y="14336"/>
                  </a:lnTo>
                  <a:lnTo>
                    <a:pt x="790508" y="19179"/>
                  </a:lnTo>
                  <a:lnTo>
                    <a:pt x="880556" y="25285"/>
                  </a:lnTo>
                  <a:lnTo>
                    <a:pt x="974853" y="32641"/>
                  </a:lnTo>
                  <a:lnTo>
                    <a:pt x="1069420" y="41218"/>
                  </a:lnTo>
                  <a:lnTo>
                    <a:pt x="1161168" y="50997"/>
                  </a:lnTo>
                  <a:lnTo>
                    <a:pt x="1248045" y="61996"/>
                  </a:lnTo>
                  <a:lnTo>
                    <a:pt x="1328958" y="74278"/>
                  </a:lnTo>
                  <a:lnTo>
                    <a:pt x="1403584" y="87959"/>
                  </a:lnTo>
                  <a:lnTo>
                    <a:pt x="1472156" y="103208"/>
                  </a:lnTo>
                  <a:lnTo>
                    <a:pt x="1535269" y="120243"/>
                  </a:lnTo>
                  <a:lnTo>
                    <a:pt x="1593728" y="139319"/>
                  </a:lnTo>
                  <a:lnTo>
                    <a:pt x="1648439" y="160715"/>
                  </a:lnTo>
                  <a:lnTo>
                    <a:pt x="1700321" y="184693"/>
                  </a:lnTo>
                  <a:lnTo>
                    <a:pt x="1750225" y="211450"/>
                  </a:lnTo>
                  <a:lnTo>
                    <a:pt x="1768425" y="222122"/>
                  </a:lnTo>
                  <a:lnTo>
                    <a:pt x="1815664" y="252034"/>
                  </a:lnTo>
                  <a:lnTo>
                    <a:pt x="1862441" y="284714"/>
                  </a:lnTo>
                  <a:lnTo>
                    <a:pt x="1909170" y="320208"/>
                  </a:lnTo>
                  <a:lnTo>
                    <a:pt x="1956148" y="358491"/>
                  </a:lnTo>
                  <a:lnTo>
                    <a:pt x="2003569" y="399449"/>
                  </a:lnTo>
                  <a:lnTo>
                    <a:pt x="2051536" y="442877"/>
                  </a:lnTo>
                  <a:lnTo>
                    <a:pt x="2100069" y="488480"/>
                  </a:lnTo>
                  <a:lnTo>
                    <a:pt x="2149119" y="535871"/>
                  </a:lnTo>
                  <a:lnTo>
                    <a:pt x="2198579" y="584588"/>
                  </a:lnTo>
                  <a:lnTo>
                    <a:pt x="2248295" y="634108"/>
                  </a:lnTo>
                  <a:lnTo>
                    <a:pt x="2298090" y="683868"/>
                  </a:lnTo>
                  <a:lnTo>
                    <a:pt x="2347778" y="733297"/>
                  </a:lnTo>
                  <a:lnTo>
                    <a:pt x="2397182" y="781839"/>
                  </a:lnTo>
                  <a:lnTo>
                    <a:pt x="2446157" y="828977"/>
                  </a:lnTo>
                  <a:lnTo>
                    <a:pt x="2494602" y="874261"/>
                  </a:lnTo>
                  <a:lnTo>
                    <a:pt x="2542479" y="917318"/>
                  </a:lnTo>
                  <a:lnTo>
                    <a:pt x="2589822" y="957865"/>
                  </a:lnTo>
                  <a:lnTo>
                    <a:pt x="2636745" y="995714"/>
                  </a:lnTo>
                  <a:lnTo>
                    <a:pt x="2683459" y="1030765"/>
                  </a:lnTo>
                  <a:lnTo>
                    <a:pt x="2730279" y="1063003"/>
                  </a:lnTo>
                  <a:lnTo>
                    <a:pt x="2770117" y="1088021"/>
                  </a:lnTo>
                  <a:lnTo>
                    <a:pt x="2819478" y="1115832"/>
                  </a:lnTo>
                  <a:lnTo>
                    <a:pt x="2870530" y="1140827"/>
                  </a:lnTo>
                  <a:lnTo>
                    <a:pt x="2924084" y="1163154"/>
                  </a:lnTo>
                  <a:lnTo>
                    <a:pt x="2981042" y="1183060"/>
                  </a:lnTo>
                  <a:lnTo>
                    <a:pt x="3042322" y="1200822"/>
                  </a:lnTo>
                  <a:lnTo>
                    <a:pt x="3108781" y="1216708"/>
                  </a:lnTo>
                  <a:lnTo>
                    <a:pt x="3181105" y="1230949"/>
                  </a:lnTo>
                  <a:lnTo>
                    <a:pt x="3259684" y="1243735"/>
                  </a:lnTo>
                  <a:lnTo>
                    <a:pt x="3344426" y="1255201"/>
                  </a:lnTo>
                  <a:lnTo>
                    <a:pt x="3434548" y="1265429"/>
                  </a:lnTo>
                  <a:lnTo>
                    <a:pt x="3528372" y="1274454"/>
                  </a:lnTo>
                  <a:lnTo>
                    <a:pt x="3623194" y="1282267"/>
                  </a:lnTo>
                  <a:lnTo>
                    <a:pt x="3715328" y="1288841"/>
                  </a:lnTo>
                  <a:lnTo>
                    <a:pt x="3800443" y="1294153"/>
                  </a:lnTo>
                  <a:lnTo>
                    <a:pt x="3874195" y="1298215"/>
                  </a:lnTo>
                  <a:lnTo>
                    <a:pt x="3933087" y="1301098"/>
                  </a:lnTo>
                  <a:lnTo>
                    <a:pt x="3975282" y="1302946"/>
                  </a:lnTo>
                  <a:lnTo>
                    <a:pt x="4001135" y="1303963"/>
                  </a:lnTo>
                  <a:lnTo>
                    <a:pt x="4013271" y="1304395"/>
                  </a:lnTo>
                  <a:lnTo>
                    <a:pt x="4016409" y="1304496"/>
                  </a:lnTo>
                  <a:lnTo>
                    <a:pt x="4538543" y="1304496"/>
                  </a:lnTo>
                  <a:lnTo>
                    <a:pt x="4539808" y="1304480"/>
                  </a:lnTo>
                  <a:lnTo>
                    <a:pt x="4548081" y="1304368"/>
                  </a:lnTo>
                  <a:lnTo>
                    <a:pt x="4568766" y="1304057"/>
                  </a:lnTo>
                  <a:lnTo>
                    <a:pt x="4605313" y="1303448"/>
                  </a:lnTo>
                  <a:lnTo>
                    <a:pt x="4658905" y="1302449"/>
                  </a:lnTo>
                  <a:lnTo>
                    <a:pt x="4728400" y="1300995"/>
                  </a:lnTo>
                  <a:lnTo>
                    <a:pt x="4810722" y="1299046"/>
                  </a:lnTo>
                  <a:lnTo>
                    <a:pt x="4901632" y="1296592"/>
                  </a:lnTo>
                  <a:lnTo>
                    <a:pt x="4996628" y="1293637"/>
                  </a:lnTo>
                  <a:lnTo>
                    <a:pt x="5091695" y="1290194"/>
                  </a:lnTo>
                  <a:lnTo>
                    <a:pt x="5183746" y="1286268"/>
                  </a:lnTo>
                  <a:lnTo>
                    <a:pt x="5270761" y="1281854"/>
                  </a:lnTo>
                  <a:lnTo>
                    <a:pt x="5351689" y="1276922"/>
                  </a:lnTo>
                  <a:lnTo>
                    <a:pt x="5426252" y="1271425"/>
                  </a:lnTo>
                  <a:lnTo>
                    <a:pt x="5494726" y="1265293"/>
                  </a:lnTo>
                  <a:lnTo>
                    <a:pt x="5557741" y="1258437"/>
                  </a:lnTo>
                  <a:lnTo>
                    <a:pt x="5616134" y="1250751"/>
                  </a:lnTo>
                  <a:lnTo>
                    <a:pt x="5670832" y="1242125"/>
                  </a:lnTo>
                  <a:lnTo>
                    <a:pt x="5722766" y="1232453"/>
                  </a:lnTo>
                  <a:lnTo>
                    <a:pt x="5772794" y="1221662"/>
                  </a:lnTo>
                  <a:lnTo>
                    <a:pt x="5784835" y="1218847"/>
                  </a:lnTo>
                  <a:lnTo>
                    <a:pt x="5837624" y="1205540"/>
                  </a:lnTo>
                  <a:lnTo>
                    <a:pt x="5889903" y="1190859"/>
                  </a:lnTo>
                  <a:lnTo>
                    <a:pt x="5942219" y="1174786"/>
                  </a:lnTo>
                  <a:lnTo>
                    <a:pt x="5994944" y="1157349"/>
                  </a:lnTo>
                  <a:lnTo>
                    <a:pt x="6048294" y="1138631"/>
                  </a:lnTo>
                  <a:lnTo>
                    <a:pt x="6102352" y="1118773"/>
                  </a:lnTo>
                  <a:lnTo>
                    <a:pt x="6157082" y="1097971"/>
                  </a:lnTo>
                  <a:lnTo>
                    <a:pt x="6212350" y="1076472"/>
                  </a:lnTo>
                  <a:lnTo>
                    <a:pt x="6267949" y="1054562"/>
                  </a:lnTo>
                  <a:lnTo>
                    <a:pt x="6323632" y="1032551"/>
                  </a:lnTo>
                  <a:lnTo>
                    <a:pt x="6379138" y="1010755"/>
                  </a:lnTo>
                  <a:lnTo>
                    <a:pt x="6434230" y="989478"/>
                  </a:lnTo>
                  <a:lnTo>
                    <a:pt x="6488727" y="968993"/>
                  </a:lnTo>
                  <a:lnTo>
                    <a:pt x="6542527" y="949529"/>
                  </a:lnTo>
                  <a:lnTo>
                    <a:pt x="6595634" y="931263"/>
                  </a:lnTo>
                  <a:lnTo>
                    <a:pt x="6648177" y="914315"/>
                  </a:lnTo>
                  <a:lnTo>
                    <a:pt x="6700428" y="898747"/>
                  </a:lnTo>
                  <a:lnTo>
                    <a:pt x="6752818" y="884570"/>
                  </a:lnTo>
                  <a:lnTo>
                    <a:pt x="6786527" y="876252"/>
                  </a:lnTo>
                  <a:lnTo>
                    <a:pt x="6836202" y="865183"/>
                  </a:lnTo>
                  <a:lnTo>
                    <a:pt x="6887595" y="855242"/>
                  </a:lnTo>
                  <a:lnTo>
                    <a:pt x="6941531" y="846369"/>
                  </a:lnTo>
                  <a:lnTo>
                    <a:pt x="6998932" y="838464"/>
                  </a:lnTo>
                  <a:lnTo>
                    <a:pt x="7060734" y="831414"/>
                  </a:lnTo>
                  <a:lnTo>
                    <a:pt x="7127803" y="825114"/>
                  </a:lnTo>
                  <a:lnTo>
                    <a:pt x="7200833" y="819469"/>
                  </a:lnTo>
                  <a:lnTo>
                    <a:pt x="7280203" y="814404"/>
                  </a:lnTo>
                  <a:lnTo>
                    <a:pt x="7365791" y="809866"/>
                  </a:lnTo>
                  <a:lnTo>
                    <a:pt x="7456757" y="805822"/>
                  </a:lnTo>
                  <a:lnTo>
                    <a:pt x="7551330" y="802261"/>
                  </a:lnTo>
                  <a:lnTo>
                    <a:pt x="7646684" y="799185"/>
                  </a:lnTo>
                  <a:lnTo>
                    <a:pt x="7739002" y="796607"/>
                  </a:lnTo>
                  <a:lnTo>
                    <a:pt x="7823843" y="794535"/>
                  </a:lnTo>
                  <a:lnTo>
                    <a:pt x="7896823" y="792962"/>
                  </a:lnTo>
                  <a:lnTo>
                    <a:pt x="7954498" y="791857"/>
                  </a:lnTo>
                  <a:lnTo>
                    <a:pt x="7995200" y="791160"/>
                  </a:lnTo>
                  <a:lnTo>
                    <a:pt x="8019532" y="790785"/>
                  </a:lnTo>
                  <a:lnTo>
                    <a:pt x="8030413" y="790634"/>
                  </a:lnTo>
                  <a:lnTo>
                    <a:pt x="8032819" y="790603"/>
                  </a:lnTo>
                  <a:lnTo>
                    <a:pt x="8554953" y="790603"/>
                  </a:lnTo>
                  <a:lnTo>
                    <a:pt x="8554953" y="784956"/>
                  </a:lnTo>
                  <a:lnTo>
                    <a:pt x="8032819" y="784956"/>
                  </a:lnTo>
                  <a:lnTo>
                    <a:pt x="8031554" y="784972"/>
                  </a:lnTo>
                  <a:lnTo>
                    <a:pt x="8023281" y="785084"/>
                  </a:lnTo>
                  <a:lnTo>
                    <a:pt x="8002596" y="785395"/>
                  </a:lnTo>
                  <a:lnTo>
                    <a:pt x="7966049" y="786005"/>
                  </a:lnTo>
                  <a:lnTo>
                    <a:pt x="7912457" y="787003"/>
                  </a:lnTo>
                  <a:lnTo>
                    <a:pt x="7842962" y="788457"/>
                  </a:lnTo>
                  <a:lnTo>
                    <a:pt x="7760640" y="790406"/>
                  </a:lnTo>
                  <a:lnTo>
                    <a:pt x="7669730" y="792861"/>
                  </a:lnTo>
                  <a:lnTo>
                    <a:pt x="7574734" y="795815"/>
                  </a:lnTo>
                  <a:lnTo>
                    <a:pt x="7479667" y="799259"/>
                  </a:lnTo>
                  <a:lnTo>
                    <a:pt x="7387616" y="803184"/>
                  </a:lnTo>
                  <a:lnTo>
                    <a:pt x="7300601" y="807599"/>
                  </a:lnTo>
                  <a:lnTo>
                    <a:pt x="7219673" y="812530"/>
                  </a:lnTo>
                  <a:lnTo>
                    <a:pt x="7145110" y="818027"/>
                  </a:lnTo>
                  <a:lnTo>
                    <a:pt x="7076636" y="824159"/>
                  </a:lnTo>
                  <a:lnTo>
                    <a:pt x="7013621" y="831016"/>
                  </a:lnTo>
                  <a:lnTo>
                    <a:pt x="6955228" y="838701"/>
                  </a:lnTo>
                  <a:lnTo>
                    <a:pt x="6900530" y="847327"/>
                  </a:lnTo>
                  <a:lnTo>
                    <a:pt x="6848596" y="856999"/>
                  </a:lnTo>
                  <a:lnTo>
                    <a:pt x="6798568" y="867790"/>
                  </a:lnTo>
                  <a:lnTo>
                    <a:pt x="6786527" y="870605"/>
                  </a:lnTo>
                  <a:lnTo>
                    <a:pt x="6733737" y="883913"/>
                  </a:lnTo>
                  <a:lnTo>
                    <a:pt x="6681459" y="898593"/>
                  </a:lnTo>
                  <a:lnTo>
                    <a:pt x="6629143" y="914666"/>
                  </a:lnTo>
                  <a:lnTo>
                    <a:pt x="6576418" y="932103"/>
                  </a:lnTo>
                  <a:lnTo>
                    <a:pt x="6523068" y="950821"/>
                  </a:lnTo>
                  <a:lnTo>
                    <a:pt x="6469010" y="970680"/>
                  </a:lnTo>
                  <a:lnTo>
                    <a:pt x="6414280" y="991482"/>
                  </a:lnTo>
                  <a:lnTo>
                    <a:pt x="6359012" y="1012981"/>
                  </a:lnTo>
                  <a:lnTo>
                    <a:pt x="6303413" y="1034890"/>
                  </a:lnTo>
                  <a:lnTo>
                    <a:pt x="6247730" y="1056901"/>
                  </a:lnTo>
                  <a:lnTo>
                    <a:pt x="6192224" y="1078697"/>
                  </a:lnTo>
                  <a:lnTo>
                    <a:pt x="6137132" y="1099974"/>
                  </a:lnTo>
                  <a:lnTo>
                    <a:pt x="6082635" y="1120459"/>
                  </a:lnTo>
                  <a:lnTo>
                    <a:pt x="6028835" y="1139923"/>
                  </a:lnTo>
                  <a:lnTo>
                    <a:pt x="5975728" y="1158189"/>
                  </a:lnTo>
                  <a:lnTo>
                    <a:pt x="5923185" y="1175137"/>
                  </a:lnTo>
                  <a:lnTo>
                    <a:pt x="5870934" y="1190705"/>
                  </a:lnTo>
                  <a:lnTo>
                    <a:pt x="5818544" y="1204883"/>
                  </a:lnTo>
                  <a:lnTo>
                    <a:pt x="5784835" y="1213200"/>
                  </a:lnTo>
                  <a:lnTo>
                    <a:pt x="5735160" y="1224269"/>
                  </a:lnTo>
                  <a:lnTo>
                    <a:pt x="5683767" y="1234210"/>
                  </a:lnTo>
                  <a:lnTo>
                    <a:pt x="5629831" y="1243083"/>
                  </a:lnTo>
                  <a:lnTo>
                    <a:pt x="5572430" y="1250989"/>
                  </a:lnTo>
                  <a:lnTo>
                    <a:pt x="5510628" y="1258038"/>
                  </a:lnTo>
                  <a:lnTo>
                    <a:pt x="5443559" y="1264339"/>
                  </a:lnTo>
                  <a:lnTo>
                    <a:pt x="5370529" y="1269984"/>
                  </a:lnTo>
                  <a:lnTo>
                    <a:pt x="5291159" y="1275048"/>
                  </a:lnTo>
                  <a:lnTo>
                    <a:pt x="5205571" y="1279586"/>
                  </a:lnTo>
                  <a:lnTo>
                    <a:pt x="5114605" y="1283630"/>
                  </a:lnTo>
                  <a:lnTo>
                    <a:pt x="5020032" y="1287191"/>
                  </a:lnTo>
                  <a:lnTo>
                    <a:pt x="4924678" y="1290267"/>
                  </a:lnTo>
                  <a:lnTo>
                    <a:pt x="4832360" y="1292845"/>
                  </a:lnTo>
                  <a:lnTo>
                    <a:pt x="4747518" y="1294917"/>
                  </a:lnTo>
                  <a:lnTo>
                    <a:pt x="4674539" y="1296490"/>
                  </a:lnTo>
                  <a:lnTo>
                    <a:pt x="4616864" y="1297595"/>
                  </a:lnTo>
                  <a:lnTo>
                    <a:pt x="4576162" y="1298292"/>
                  </a:lnTo>
                  <a:lnTo>
                    <a:pt x="4551830" y="1298667"/>
                  </a:lnTo>
                  <a:lnTo>
                    <a:pt x="4540949" y="1298818"/>
                  </a:lnTo>
                  <a:lnTo>
                    <a:pt x="4538543" y="1298849"/>
                  </a:lnTo>
                  <a:lnTo>
                    <a:pt x="4016409" y="1298849"/>
                  </a:lnTo>
                  <a:lnTo>
                    <a:pt x="4015167" y="1298810"/>
                  </a:lnTo>
                  <a:lnTo>
                    <a:pt x="4007041" y="1298531"/>
                  </a:lnTo>
                  <a:lnTo>
                    <a:pt x="3986711" y="1297761"/>
                  </a:lnTo>
                  <a:lnTo>
                    <a:pt x="3950757" y="1296249"/>
                  </a:lnTo>
                  <a:lnTo>
                    <a:pt x="3897969" y="1293771"/>
                  </a:lnTo>
                  <a:lnTo>
                    <a:pt x="3829406" y="1290160"/>
                  </a:lnTo>
                  <a:lnTo>
                    <a:pt x="3748034" y="1285317"/>
                  </a:lnTo>
                  <a:lnTo>
                    <a:pt x="3657987" y="1279211"/>
                  </a:lnTo>
                  <a:lnTo>
                    <a:pt x="3563689" y="1271854"/>
                  </a:lnTo>
                  <a:lnTo>
                    <a:pt x="3469122" y="1263278"/>
                  </a:lnTo>
                  <a:lnTo>
                    <a:pt x="3377374" y="1253498"/>
                  </a:lnTo>
                  <a:lnTo>
                    <a:pt x="3290497" y="1242499"/>
                  </a:lnTo>
                  <a:lnTo>
                    <a:pt x="3209584" y="1230218"/>
                  </a:lnTo>
                  <a:lnTo>
                    <a:pt x="3134958" y="1216537"/>
                  </a:lnTo>
                  <a:lnTo>
                    <a:pt x="3066386" y="1201287"/>
                  </a:lnTo>
                  <a:lnTo>
                    <a:pt x="3003274" y="1184253"/>
                  </a:lnTo>
                  <a:lnTo>
                    <a:pt x="2944814" y="1165176"/>
                  </a:lnTo>
                  <a:lnTo>
                    <a:pt x="2890103" y="1143781"/>
                  </a:lnTo>
                  <a:lnTo>
                    <a:pt x="2838222" y="1119802"/>
                  </a:lnTo>
                  <a:lnTo>
                    <a:pt x="2788317" y="1093045"/>
                  </a:lnTo>
                  <a:lnTo>
                    <a:pt x="2770117" y="1082374"/>
                  </a:lnTo>
                  <a:lnTo>
                    <a:pt x="2722879" y="1052461"/>
                  </a:lnTo>
                  <a:lnTo>
                    <a:pt x="2676101" y="1019782"/>
                  </a:lnTo>
                  <a:lnTo>
                    <a:pt x="2629372" y="984287"/>
                  </a:lnTo>
                  <a:lnTo>
                    <a:pt x="2582394" y="946005"/>
                  </a:lnTo>
                  <a:lnTo>
                    <a:pt x="2534973" y="905047"/>
                  </a:lnTo>
                  <a:lnTo>
                    <a:pt x="2487007" y="861618"/>
                  </a:lnTo>
                  <a:lnTo>
                    <a:pt x="2438473" y="816016"/>
                  </a:lnTo>
                  <a:lnTo>
                    <a:pt x="2389423" y="768624"/>
                  </a:lnTo>
                  <a:lnTo>
                    <a:pt x="2339963" y="719907"/>
                  </a:lnTo>
                  <a:lnTo>
                    <a:pt x="2290247" y="670388"/>
                  </a:lnTo>
                  <a:lnTo>
                    <a:pt x="2240452" y="620627"/>
                  </a:lnTo>
                  <a:lnTo>
                    <a:pt x="2190765" y="571198"/>
                  </a:lnTo>
                  <a:lnTo>
                    <a:pt x="2141360" y="522657"/>
                  </a:lnTo>
                  <a:lnTo>
                    <a:pt x="2092386" y="475518"/>
                  </a:lnTo>
                  <a:lnTo>
                    <a:pt x="2043940" y="430234"/>
                  </a:lnTo>
                  <a:lnTo>
                    <a:pt x="1996063" y="387178"/>
                  </a:lnTo>
                  <a:lnTo>
                    <a:pt x="1948721" y="346630"/>
                  </a:lnTo>
                  <a:lnTo>
                    <a:pt x="1901797" y="308782"/>
                  </a:lnTo>
                  <a:lnTo>
                    <a:pt x="1855083" y="273731"/>
                  </a:lnTo>
                  <a:lnTo>
                    <a:pt x="1808264" y="241493"/>
                  </a:lnTo>
                  <a:lnTo>
                    <a:pt x="1768425" y="216474"/>
                  </a:lnTo>
                  <a:lnTo>
                    <a:pt x="1719065" y="188664"/>
                  </a:lnTo>
                  <a:lnTo>
                    <a:pt x="1668012" y="163668"/>
                  </a:lnTo>
                  <a:lnTo>
                    <a:pt x="1614458" y="141341"/>
                  </a:lnTo>
                  <a:lnTo>
                    <a:pt x="1557501" y="121435"/>
                  </a:lnTo>
                  <a:lnTo>
                    <a:pt x="1496220" y="103673"/>
                  </a:lnTo>
                  <a:lnTo>
                    <a:pt x="1429762" y="87788"/>
                  </a:lnTo>
                  <a:lnTo>
                    <a:pt x="1357437" y="73546"/>
                  </a:lnTo>
                  <a:lnTo>
                    <a:pt x="1278858" y="60761"/>
                  </a:lnTo>
                  <a:lnTo>
                    <a:pt x="1194116" y="49295"/>
                  </a:lnTo>
                  <a:lnTo>
                    <a:pt x="1103994" y="39066"/>
                  </a:lnTo>
                  <a:lnTo>
                    <a:pt x="1010170" y="30042"/>
                  </a:lnTo>
                  <a:lnTo>
                    <a:pt x="915349" y="22228"/>
                  </a:lnTo>
                  <a:lnTo>
                    <a:pt x="823214" y="15654"/>
                  </a:lnTo>
                  <a:lnTo>
                    <a:pt x="738100" y="10343"/>
                  </a:lnTo>
                  <a:lnTo>
                    <a:pt x="664347" y="6281"/>
                  </a:lnTo>
                  <a:lnTo>
                    <a:pt x="605455" y="3398"/>
                  </a:lnTo>
                  <a:lnTo>
                    <a:pt x="563260" y="1550"/>
                  </a:lnTo>
                  <a:lnTo>
                    <a:pt x="537408" y="532"/>
                  </a:lnTo>
                  <a:lnTo>
                    <a:pt x="525271" y="101"/>
                  </a:lnTo>
                  <a:lnTo>
                    <a:pt x="5221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321" name="pl321"/>
            <p:cNvSpPr/>
            <p:nvPr/>
          </p:nvSpPr>
          <p:spPr>
            <a:xfrm>
              <a:off x="386606" y="1789792"/>
              <a:ext cx="8554953" cy="1298849"/>
            </a:xfrm>
            <a:custGeom>
              <a:avLst/>
              <a:pathLst>
                <a:path w="8554953" h="1298849">
                  <a:moveTo>
                    <a:pt x="0" y="0"/>
                  </a:moveTo>
                  <a:lnTo>
                    <a:pt x="522133" y="0"/>
                  </a:lnTo>
                  <a:lnTo>
                    <a:pt x="523375" y="38"/>
                  </a:lnTo>
                  <a:lnTo>
                    <a:pt x="531501" y="317"/>
                  </a:lnTo>
                  <a:lnTo>
                    <a:pt x="551831" y="1087"/>
                  </a:lnTo>
                  <a:lnTo>
                    <a:pt x="587785" y="2600"/>
                  </a:lnTo>
                  <a:lnTo>
                    <a:pt x="640573" y="5077"/>
                  </a:lnTo>
                  <a:lnTo>
                    <a:pt x="709136" y="8689"/>
                  </a:lnTo>
                  <a:lnTo>
                    <a:pt x="790508" y="13531"/>
                  </a:lnTo>
                  <a:lnTo>
                    <a:pt x="880556" y="19638"/>
                  </a:lnTo>
                  <a:lnTo>
                    <a:pt x="974853" y="26994"/>
                  </a:lnTo>
                  <a:lnTo>
                    <a:pt x="1069420" y="35570"/>
                  </a:lnTo>
                  <a:lnTo>
                    <a:pt x="1161168" y="45350"/>
                  </a:lnTo>
                  <a:lnTo>
                    <a:pt x="1248045" y="56349"/>
                  </a:lnTo>
                  <a:lnTo>
                    <a:pt x="1328958" y="68631"/>
                  </a:lnTo>
                  <a:lnTo>
                    <a:pt x="1403584" y="82312"/>
                  </a:lnTo>
                  <a:lnTo>
                    <a:pt x="1472156" y="97561"/>
                  </a:lnTo>
                  <a:lnTo>
                    <a:pt x="1535269" y="114596"/>
                  </a:lnTo>
                  <a:lnTo>
                    <a:pt x="1593728" y="133672"/>
                  </a:lnTo>
                  <a:lnTo>
                    <a:pt x="1648439" y="155067"/>
                  </a:lnTo>
                  <a:lnTo>
                    <a:pt x="1700321" y="179046"/>
                  </a:lnTo>
                  <a:lnTo>
                    <a:pt x="1750225" y="205803"/>
                  </a:lnTo>
                  <a:lnTo>
                    <a:pt x="1768425" y="216474"/>
                  </a:lnTo>
                  <a:lnTo>
                    <a:pt x="1815664" y="246387"/>
                  </a:lnTo>
                  <a:lnTo>
                    <a:pt x="1862441" y="279066"/>
                  </a:lnTo>
                  <a:lnTo>
                    <a:pt x="1909170" y="314561"/>
                  </a:lnTo>
                  <a:lnTo>
                    <a:pt x="1956148" y="352844"/>
                  </a:lnTo>
                  <a:lnTo>
                    <a:pt x="2003569" y="393801"/>
                  </a:lnTo>
                  <a:lnTo>
                    <a:pt x="2051536" y="437230"/>
                  </a:lnTo>
                  <a:lnTo>
                    <a:pt x="2100069" y="482833"/>
                  </a:lnTo>
                  <a:lnTo>
                    <a:pt x="2149119" y="530224"/>
                  </a:lnTo>
                  <a:lnTo>
                    <a:pt x="2198579" y="578941"/>
                  </a:lnTo>
                  <a:lnTo>
                    <a:pt x="2248295" y="628460"/>
                  </a:lnTo>
                  <a:lnTo>
                    <a:pt x="2298090" y="678221"/>
                  </a:lnTo>
                  <a:lnTo>
                    <a:pt x="2347778" y="727650"/>
                  </a:lnTo>
                  <a:lnTo>
                    <a:pt x="2397182" y="776192"/>
                  </a:lnTo>
                  <a:lnTo>
                    <a:pt x="2446157" y="823330"/>
                  </a:lnTo>
                  <a:lnTo>
                    <a:pt x="2494602" y="868614"/>
                  </a:lnTo>
                  <a:lnTo>
                    <a:pt x="2542479" y="911671"/>
                  </a:lnTo>
                  <a:lnTo>
                    <a:pt x="2589822" y="952218"/>
                  </a:lnTo>
                  <a:lnTo>
                    <a:pt x="2636745" y="990066"/>
                  </a:lnTo>
                  <a:lnTo>
                    <a:pt x="2683459" y="1025117"/>
                  </a:lnTo>
                  <a:lnTo>
                    <a:pt x="2730279" y="1057356"/>
                  </a:lnTo>
                  <a:lnTo>
                    <a:pt x="2770117" y="1082374"/>
                  </a:lnTo>
                  <a:lnTo>
                    <a:pt x="2819478" y="1110185"/>
                  </a:lnTo>
                  <a:lnTo>
                    <a:pt x="2870530" y="1135180"/>
                  </a:lnTo>
                  <a:lnTo>
                    <a:pt x="2924084" y="1157507"/>
                  </a:lnTo>
                  <a:lnTo>
                    <a:pt x="2981042" y="1177413"/>
                  </a:lnTo>
                  <a:lnTo>
                    <a:pt x="3042322" y="1195175"/>
                  </a:lnTo>
                  <a:lnTo>
                    <a:pt x="3108781" y="1211060"/>
                  </a:lnTo>
                  <a:lnTo>
                    <a:pt x="3181105" y="1225302"/>
                  </a:lnTo>
                  <a:lnTo>
                    <a:pt x="3259684" y="1238088"/>
                  </a:lnTo>
                  <a:lnTo>
                    <a:pt x="3344426" y="1249554"/>
                  </a:lnTo>
                  <a:lnTo>
                    <a:pt x="3434548" y="1259782"/>
                  </a:lnTo>
                  <a:lnTo>
                    <a:pt x="3528372" y="1268807"/>
                  </a:lnTo>
                  <a:lnTo>
                    <a:pt x="3623194" y="1276620"/>
                  </a:lnTo>
                  <a:lnTo>
                    <a:pt x="3715328" y="1283194"/>
                  </a:lnTo>
                  <a:lnTo>
                    <a:pt x="3800443" y="1288506"/>
                  </a:lnTo>
                  <a:lnTo>
                    <a:pt x="3874195" y="1292567"/>
                  </a:lnTo>
                  <a:lnTo>
                    <a:pt x="3933087" y="1295451"/>
                  </a:lnTo>
                  <a:lnTo>
                    <a:pt x="3975282" y="1297298"/>
                  </a:lnTo>
                  <a:lnTo>
                    <a:pt x="4001135" y="1298316"/>
                  </a:lnTo>
                  <a:lnTo>
                    <a:pt x="4013271" y="1298748"/>
                  </a:lnTo>
                  <a:lnTo>
                    <a:pt x="4016343" y="1298847"/>
                  </a:lnTo>
                  <a:lnTo>
                    <a:pt x="4016409" y="1298849"/>
                  </a:lnTo>
                  <a:lnTo>
                    <a:pt x="4538543" y="1298849"/>
                  </a:lnTo>
                  <a:lnTo>
                    <a:pt x="4539808" y="1298833"/>
                  </a:lnTo>
                  <a:lnTo>
                    <a:pt x="4548081" y="1298721"/>
                  </a:lnTo>
                  <a:lnTo>
                    <a:pt x="4568766" y="1298410"/>
                  </a:lnTo>
                  <a:lnTo>
                    <a:pt x="4605313" y="1297801"/>
                  </a:lnTo>
                  <a:lnTo>
                    <a:pt x="4658905" y="1296802"/>
                  </a:lnTo>
                  <a:lnTo>
                    <a:pt x="4728400" y="1295348"/>
                  </a:lnTo>
                  <a:lnTo>
                    <a:pt x="4810722" y="1293399"/>
                  </a:lnTo>
                  <a:lnTo>
                    <a:pt x="4901632" y="1290945"/>
                  </a:lnTo>
                  <a:lnTo>
                    <a:pt x="4996628" y="1287990"/>
                  </a:lnTo>
                  <a:lnTo>
                    <a:pt x="5091695" y="1284546"/>
                  </a:lnTo>
                  <a:lnTo>
                    <a:pt x="5183746" y="1280621"/>
                  </a:lnTo>
                  <a:lnTo>
                    <a:pt x="5270761" y="1276206"/>
                  </a:lnTo>
                  <a:lnTo>
                    <a:pt x="5351689" y="1271275"/>
                  </a:lnTo>
                  <a:lnTo>
                    <a:pt x="5426252" y="1265778"/>
                  </a:lnTo>
                  <a:lnTo>
                    <a:pt x="5494726" y="1259646"/>
                  </a:lnTo>
                  <a:lnTo>
                    <a:pt x="5557741" y="1252789"/>
                  </a:lnTo>
                  <a:lnTo>
                    <a:pt x="5616134" y="1245104"/>
                  </a:lnTo>
                  <a:lnTo>
                    <a:pt x="5670832" y="1236478"/>
                  </a:lnTo>
                  <a:lnTo>
                    <a:pt x="5722766" y="1226806"/>
                  </a:lnTo>
                  <a:lnTo>
                    <a:pt x="5772794" y="1216015"/>
                  </a:lnTo>
                  <a:lnTo>
                    <a:pt x="5784835" y="1213200"/>
                  </a:lnTo>
                  <a:lnTo>
                    <a:pt x="5837624" y="1199893"/>
                  </a:lnTo>
                  <a:lnTo>
                    <a:pt x="5889903" y="1185212"/>
                  </a:lnTo>
                  <a:lnTo>
                    <a:pt x="5942219" y="1169139"/>
                  </a:lnTo>
                  <a:lnTo>
                    <a:pt x="5994944" y="1151702"/>
                  </a:lnTo>
                  <a:lnTo>
                    <a:pt x="6048294" y="1132984"/>
                  </a:lnTo>
                  <a:lnTo>
                    <a:pt x="6102352" y="1113126"/>
                  </a:lnTo>
                  <a:lnTo>
                    <a:pt x="6157082" y="1092324"/>
                  </a:lnTo>
                  <a:lnTo>
                    <a:pt x="6212350" y="1070825"/>
                  </a:lnTo>
                  <a:lnTo>
                    <a:pt x="6267949" y="1048915"/>
                  </a:lnTo>
                  <a:lnTo>
                    <a:pt x="6323632" y="1026904"/>
                  </a:lnTo>
                  <a:lnTo>
                    <a:pt x="6379138" y="1005108"/>
                  </a:lnTo>
                  <a:lnTo>
                    <a:pt x="6434230" y="983831"/>
                  </a:lnTo>
                  <a:lnTo>
                    <a:pt x="6488727" y="963346"/>
                  </a:lnTo>
                  <a:lnTo>
                    <a:pt x="6542527" y="943882"/>
                  </a:lnTo>
                  <a:lnTo>
                    <a:pt x="6595634" y="925616"/>
                  </a:lnTo>
                  <a:lnTo>
                    <a:pt x="6648177" y="908668"/>
                  </a:lnTo>
                  <a:lnTo>
                    <a:pt x="6700428" y="893100"/>
                  </a:lnTo>
                  <a:lnTo>
                    <a:pt x="6752818" y="878922"/>
                  </a:lnTo>
                  <a:lnTo>
                    <a:pt x="6786527" y="870605"/>
                  </a:lnTo>
                  <a:lnTo>
                    <a:pt x="6836202" y="859536"/>
                  </a:lnTo>
                  <a:lnTo>
                    <a:pt x="6887595" y="849595"/>
                  </a:lnTo>
                  <a:lnTo>
                    <a:pt x="6941531" y="840722"/>
                  </a:lnTo>
                  <a:lnTo>
                    <a:pt x="6998932" y="832816"/>
                  </a:lnTo>
                  <a:lnTo>
                    <a:pt x="7060734" y="825767"/>
                  </a:lnTo>
                  <a:lnTo>
                    <a:pt x="7127803" y="819467"/>
                  </a:lnTo>
                  <a:lnTo>
                    <a:pt x="7200833" y="813821"/>
                  </a:lnTo>
                  <a:lnTo>
                    <a:pt x="7280203" y="808757"/>
                  </a:lnTo>
                  <a:lnTo>
                    <a:pt x="7365791" y="804219"/>
                  </a:lnTo>
                  <a:lnTo>
                    <a:pt x="7456757" y="800175"/>
                  </a:lnTo>
                  <a:lnTo>
                    <a:pt x="7551330" y="796614"/>
                  </a:lnTo>
                  <a:lnTo>
                    <a:pt x="7646684" y="793538"/>
                  </a:lnTo>
                  <a:lnTo>
                    <a:pt x="7739002" y="790960"/>
                  </a:lnTo>
                  <a:lnTo>
                    <a:pt x="7823843" y="788888"/>
                  </a:lnTo>
                  <a:lnTo>
                    <a:pt x="7896823" y="787315"/>
                  </a:lnTo>
                  <a:lnTo>
                    <a:pt x="7954498" y="786210"/>
                  </a:lnTo>
                  <a:lnTo>
                    <a:pt x="7995200" y="785513"/>
                  </a:lnTo>
                  <a:lnTo>
                    <a:pt x="8019532" y="785138"/>
                  </a:lnTo>
                  <a:lnTo>
                    <a:pt x="8030413" y="784987"/>
                  </a:lnTo>
                  <a:lnTo>
                    <a:pt x="8032800" y="784957"/>
                  </a:lnTo>
                  <a:lnTo>
                    <a:pt x="8032819" y="784956"/>
                  </a:lnTo>
                  <a:lnTo>
                    <a:pt x="8554953" y="784956"/>
                  </a:lnTo>
                  <a:lnTo>
                    <a:pt x="8554953" y="784956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322" name="pl322"/>
            <p:cNvSpPr/>
            <p:nvPr/>
          </p:nvSpPr>
          <p:spPr>
            <a:xfrm>
              <a:off x="386606" y="1784145"/>
              <a:ext cx="8554953" cy="1298849"/>
            </a:xfrm>
            <a:custGeom>
              <a:avLst/>
              <a:pathLst>
                <a:path w="8554953" h="1298849">
                  <a:moveTo>
                    <a:pt x="8554953" y="784956"/>
                  </a:moveTo>
                  <a:lnTo>
                    <a:pt x="8032819" y="784956"/>
                  </a:lnTo>
                  <a:lnTo>
                    <a:pt x="8031554" y="784972"/>
                  </a:lnTo>
                  <a:lnTo>
                    <a:pt x="8023281" y="785084"/>
                  </a:lnTo>
                  <a:lnTo>
                    <a:pt x="8002596" y="785395"/>
                  </a:lnTo>
                  <a:lnTo>
                    <a:pt x="7966049" y="786005"/>
                  </a:lnTo>
                  <a:lnTo>
                    <a:pt x="7912457" y="787003"/>
                  </a:lnTo>
                  <a:lnTo>
                    <a:pt x="7842962" y="788457"/>
                  </a:lnTo>
                  <a:lnTo>
                    <a:pt x="7760640" y="790406"/>
                  </a:lnTo>
                  <a:lnTo>
                    <a:pt x="7669730" y="792861"/>
                  </a:lnTo>
                  <a:lnTo>
                    <a:pt x="7574734" y="795815"/>
                  </a:lnTo>
                  <a:lnTo>
                    <a:pt x="7479667" y="799259"/>
                  </a:lnTo>
                  <a:lnTo>
                    <a:pt x="7387616" y="803184"/>
                  </a:lnTo>
                  <a:lnTo>
                    <a:pt x="7300601" y="807599"/>
                  </a:lnTo>
                  <a:lnTo>
                    <a:pt x="7219673" y="812530"/>
                  </a:lnTo>
                  <a:lnTo>
                    <a:pt x="7145110" y="818027"/>
                  </a:lnTo>
                  <a:lnTo>
                    <a:pt x="7076636" y="824159"/>
                  </a:lnTo>
                  <a:lnTo>
                    <a:pt x="7013621" y="831016"/>
                  </a:lnTo>
                  <a:lnTo>
                    <a:pt x="6955228" y="838701"/>
                  </a:lnTo>
                  <a:lnTo>
                    <a:pt x="6900530" y="847327"/>
                  </a:lnTo>
                  <a:lnTo>
                    <a:pt x="6848596" y="856999"/>
                  </a:lnTo>
                  <a:lnTo>
                    <a:pt x="6798568" y="867790"/>
                  </a:lnTo>
                  <a:lnTo>
                    <a:pt x="6786527" y="870605"/>
                  </a:lnTo>
                  <a:lnTo>
                    <a:pt x="6733737" y="883913"/>
                  </a:lnTo>
                  <a:lnTo>
                    <a:pt x="6681459" y="898593"/>
                  </a:lnTo>
                  <a:lnTo>
                    <a:pt x="6629143" y="914666"/>
                  </a:lnTo>
                  <a:lnTo>
                    <a:pt x="6576418" y="932103"/>
                  </a:lnTo>
                  <a:lnTo>
                    <a:pt x="6523068" y="950821"/>
                  </a:lnTo>
                  <a:lnTo>
                    <a:pt x="6469010" y="970680"/>
                  </a:lnTo>
                  <a:lnTo>
                    <a:pt x="6414280" y="991482"/>
                  </a:lnTo>
                  <a:lnTo>
                    <a:pt x="6359012" y="1012981"/>
                  </a:lnTo>
                  <a:lnTo>
                    <a:pt x="6303413" y="1034890"/>
                  </a:lnTo>
                  <a:lnTo>
                    <a:pt x="6247730" y="1056901"/>
                  </a:lnTo>
                  <a:lnTo>
                    <a:pt x="6192224" y="1078697"/>
                  </a:lnTo>
                  <a:lnTo>
                    <a:pt x="6137132" y="1099974"/>
                  </a:lnTo>
                  <a:lnTo>
                    <a:pt x="6082635" y="1120459"/>
                  </a:lnTo>
                  <a:lnTo>
                    <a:pt x="6028835" y="1139923"/>
                  </a:lnTo>
                  <a:lnTo>
                    <a:pt x="5975728" y="1158189"/>
                  </a:lnTo>
                  <a:lnTo>
                    <a:pt x="5923185" y="1175137"/>
                  </a:lnTo>
                  <a:lnTo>
                    <a:pt x="5870934" y="1190705"/>
                  </a:lnTo>
                  <a:lnTo>
                    <a:pt x="5818544" y="1204883"/>
                  </a:lnTo>
                  <a:lnTo>
                    <a:pt x="5784835" y="1213200"/>
                  </a:lnTo>
                  <a:lnTo>
                    <a:pt x="5735160" y="1224269"/>
                  </a:lnTo>
                  <a:lnTo>
                    <a:pt x="5683767" y="1234210"/>
                  </a:lnTo>
                  <a:lnTo>
                    <a:pt x="5629831" y="1243083"/>
                  </a:lnTo>
                  <a:lnTo>
                    <a:pt x="5572430" y="1250989"/>
                  </a:lnTo>
                  <a:lnTo>
                    <a:pt x="5510628" y="1258038"/>
                  </a:lnTo>
                  <a:lnTo>
                    <a:pt x="5443559" y="1264339"/>
                  </a:lnTo>
                  <a:lnTo>
                    <a:pt x="5370529" y="1269984"/>
                  </a:lnTo>
                  <a:lnTo>
                    <a:pt x="5291159" y="1275048"/>
                  </a:lnTo>
                  <a:lnTo>
                    <a:pt x="5205571" y="1279586"/>
                  </a:lnTo>
                  <a:lnTo>
                    <a:pt x="5114605" y="1283630"/>
                  </a:lnTo>
                  <a:lnTo>
                    <a:pt x="5020032" y="1287191"/>
                  </a:lnTo>
                  <a:lnTo>
                    <a:pt x="4924678" y="1290267"/>
                  </a:lnTo>
                  <a:lnTo>
                    <a:pt x="4832360" y="1292845"/>
                  </a:lnTo>
                  <a:lnTo>
                    <a:pt x="4747518" y="1294917"/>
                  </a:lnTo>
                  <a:lnTo>
                    <a:pt x="4674539" y="1296490"/>
                  </a:lnTo>
                  <a:lnTo>
                    <a:pt x="4616864" y="1297595"/>
                  </a:lnTo>
                  <a:lnTo>
                    <a:pt x="4576162" y="1298292"/>
                  </a:lnTo>
                  <a:lnTo>
                    <a:pt x="4551830" y="1298667"/>
                  </a:lnTo>
                  <a:lnTo>
                    <a:pt x="4540949" y="1298818"/>
                  </a:lnTo>
                  <a:lnTo>
                    <a:pt x="4538562" y="1298849"/>
                  </a:lnTo>
                  <a:lnTo>
                    <a:pt x="4538543" y="1298849"/>
                  </a:lnTo>
                  <a:lnTo>
                    <a:pt x="4016409" y="1298849"/>
                  </a:lnTo>
                  <a:lnTo>
                    <a:pt x="4015167" y="1298810"/>
                  </a:lnTo>
                  <a:lnTo>
                    <a:pt x="4007041" y="1298531"/>
                  </a:lnTo>
                  <a:lnTo>
                    <a:pt x="3986711" y="1297761"/>
                  </a:lnTo>
                  <a:lnTo>
                    <a:pt x="3950757" y="1296249"/>
                  </a:lnTo>
                  <a:lnTo>
                    <a:pt x="3897969" y="1293771"/>
                  </a:lnTo>
                  <a:lnTo>
                    <a:pt x="3829406" y="1290160"/>
                  </a:lnTo>
                  <a:lnTo>
                    <a:pt x="3748034" y="1285317"/>
                  </a:lnTo>
                  <a:lnTo>
                    <a:pt x="3657987" y="1279211"/>
                  </a:lnTo>
                  <a:lnTo>
                    <a:pt x="3563689" y="1271854"/>
                  </a:lnTo>
                  <a:lnTo>
                    <a:pt x="3469122" y="1263278"/>
                  </a:lnTo>
                  <a:lnTo>
                    <a:pt x="3377374" y="1253498"/>
                  </a:lnTo>
                  <a:lnTo>
                    <a:pt x="3290497" y="1242499"/>
                  </a:lnTo>
                  <a:lnTo>
                    <a:pt x="3209584" y="1230218"/>
                  </a:lnTo>
                  <a:lnTo>
                    <a:pt x="3134958" y="1216537"/>
                  </a:lnTo>
                  <a:lnTo>
                    <a:pt x="3066386" y="1201287"/>
                  </a:lnTo>
                  <a:lnTo>
                    <a:pt x="3003274" y="1184253"/>
                  </a:lnTo>
                  <a:lnTo>
                    <a:pt x="2944814" y="1165176"/>
                  </a:lnTo>
                  <a:lnTo>
                    <a:pt x="2890103" y="1143781"/>
                  </a:lnTo>
                  <a:lnTo>
                    <a:pt x="2838222" y="1119802"/>
                  </a:lnTo>
                  <a:lnTo>
                    <a:pt x="2788317" y="1093045"/>
                  </a:lnTo>
                  <a:lnTo>
                    <a:pt x="2770117" y="1082374"/>
                  </a:lnTo>
                  <a:lnTo>
                    <a:pt x="2722879" y="1052461"/>
                  </a:lnTo>
                  <a:lnTo>
                    <a:pt x="2676101" y="1019782"/>
                  </a:lnTo>
                  <a:lnTo>
                    <a:pt x="2629372" y="984287"/>
                  </a:lnTo>
                  <a:lnTo>
                    <a:pt x="2582394" y="946005"/>
                  </a:lnTo>
                  <a:lnTo>
                    <a:pt x="2534973" y="905047"/>
                  </a:lnTo>
                  <a:lnTo>
                    <a:pt x="2487007" y="861618"/>
                  </a:lnTo>
                  <a:lnTo>
                    <a:pt x="2438473" y="816016"/>
                  </a:lnTo>
                  <a:lnTo>
                    <a:pt x="2389423" y="768624"/>
                  </a:lnTo>
                  <a:lnTo>
                    <a:pt x="2339963" y="719907"/>
                  </a:lnTo>
                  <a:lnTo>
                    <a:pt x="2290247" y="670388"/>
                  </a:lnTo>
                  <a:lnTo>
                    <a:pt x="2240452" y="620627"/>
                  </a:lnTo>
                  <a:lnTo>
                    <a:pt x="2190765" y="571198"/>
                  </a:lnTo>
                  <a:lnTo>
                    <a:pt x="2141360" y="522657"/>
                  </a:lnTo>
                  <a:lnTo>
                    <a:pt x="2092386" y="475518"/>
                  </a:lnTo>
                  <a:lnTo>
                    <a:pt x="2043940" y="430234"/>
                  </a:lnTo>
                  <a:lnTo>
                    <a:pt x="1996063" y="387178"/>
                  </a:lnTo>
                  <a:lnTo>
                    <a:pt x="1948721" y="346630"/>
                  </a:lnTo>
                  <a:lnTo>
                    <a:pt x="1901797" y="308782"/>
                  </a:lnTo>
                  <a:lnTo>
                    <a:pt x="1855083" y="273731"/>
                  </a:lnTo>
                  <a:lnTo>
                    <a:pt x="1808264" y="241493"/>
                  </a:lnTo>
                  <a:lnTo>
                    <a:pt x="1768425" y="216474"/>
                  </a:lnTo>
                  <a:lnTo>
                    <a:pt x="1719065" y="188664"/>
                  </a:lnTo>
                  <a:lnTo>
                    <a:pt x="1668012" y="163668"/>
                  </a:lnTo>
                  <a:lnTo>
                    <a:pt x="1614458" y="141341"/>
                  </a:lnTo>
                  <a:lnTo>
                    <a:pt x="1557501" y="121435"/>
                  </a:lnTo>
                  <a:lnTo>
                    <a:pt x="1496220" y="103673"/>
                  </a:lnTo>
                  <a:lnTo>
                    <a:pt x="1429762" y="87788"/>
                  </a:lnTo>
                  <a:lnTo>
                    <a:pt x="1357437" y="73546"/>
                  </a:lnTo>
                  <a:lnTo>
                    <a:pt x="1278858" y="60761"/>
                  </a:lnTo>
                  <a:lnTo>
                    <a:pt x="1194116" y="49295"/>
                  </a:lnTo>
                  <a:lnTo>
                    <a:pt x="1103994" y="39066"/>
                  </a:lnTo>
                  <a:lnTo>
                    <a:pt x="1010170" y="30042"/>
                  </a:lnTo>
                  <a:lnTo>
                    <a:pt x="915349" y="22228"/>
                  </a:lnTo>
                  <a:lnTo>
                    <a:pt x="823214" y="15654"/>
                  </a:lnTo>
                  <a:lnTo>
                    <a:pt x="738100" y="10343"/>
                  </a:lnTo>
                  <a:lnTo>
                    <a:pt x="664347" y="6281"/>
                  </a:lnTo>
                  <a:lnTo>
                    <a:pt x="605455" y="3398"/>
                  </a:lnTo>
                  <a:lnTo>
                    <a:pt x="563260" y="1550"/>
                  </a:lnTo>
                  <a:lnTo>
                    <a:pt x="537408" y="532"/>
                  </a:lnTo>
                  <a:lnTo>
                    <a:pt x="525271" y="101"/>
                  </a:lnTo>
                  <a:lnTo>
                    <a:pt x="522199" y="1"/>
                  </a:lnTo>
                  <a:lnTo>
                    <a:pt x="522133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323" name="pg323"/>
            <p:cNvSpPr/>
            <p:nvPr/>
          </p:nvSpPr>
          <p:spPr>
            <a:xfrm>
              <a:off x="386606" y="1789792"/>
              <a:ext cx="8554953" cy="1310143"/>
            </a:xfrm>
            <a:custGeom>
              <a:avLst/>
              <a:pathLst>
                <a:path w="8554953" h="1310143">
                  <a:moveTo>
                    <a:pt x="0" y="11294"/>
                  </a:moveTo>
                  <a:lnTo>
                    <a:pt x="522133" y="11294"/>
                  </a:lnTo>
                  <a:lnTo>
                    <a:pt x="523375" y="11333"/>
                  </a:lnTo>
                  <a:lnTo>
                    <a:pt x="531501" y="11611"/>
                  </a:lnTo>
                  <a:lnTo>
                    <a:pt x="551831" y="12381"/>
                  </a:lnTo>
                  <a:lnTo>
                    <a:pt x="587785" y="13894"/>
                  </a:lnTo>
                  <a:lnTo>
                    <a:pt x="640573" y="16372"/>
                  </a:lnTo>
                  <a:lnTo>
                    <a:pt x="709136" y="19983"/>
                  </a:lnTo>
                  <a:lnTo>
                    <a:pt x="790508" y="24826"/>
                  </a:lnTo>
                  <a:lnTo>
                    <a:pt x="880556" y="30932"/>
                  </a:lnTo>
                  <a:lnTo>
                    <a:pt x="974853" y="38288"/>
                  </a:lnTo>
                  <a:lnTo>
                    <a:pt x="1069420" y="46865"/>
                  </a:lnTo>
                  <a:lnTo>
                    <a:pt x="1161168" y="56644"/>
                  </a:lnTo>
                  <a:lnTo>
                    <a:pt x="1248045" y="67643"/>
                  </a:lnTo>
                  <a:lnTo>
                    <a:pt x="1328958" y="79925"/>
                  </a:lnTo>
                  <a:lnTo>
                    <a:pt x="1403584" y="93606"/>
                  </a:lnTo>
                  <a:lnTo>
                    <a:pt x="1472156" y="108855"/>
                  </a:lnTo>
                  <a:lnTo>
                    <a:pt x="1535269" y="125890"/>
                  </a:lnTo>
                  <a:lnTo>
                    <a:pt x="1593728" y="144966"/>
                  </a:lnTo>
                  <a:lnTo>
                    <a:pt x="1648439" y="166362"/>
                  </a:lnTo>
                  <a:lnTo>
                    <a:pt x="1700321" y="190340"/>
                  </a:lnTo>
                  <a:lnTo>
                    <a:pt x="1750225" y="217097"/>
                  </a:lnTo>
                  <a:lnTo>
                    <a:pt x="1768425" y="227769"/>
                  </a:lnTo>
                  <a:lnTo>
                    <a:pt x="1815664" y="257681"/>
                  </a:lnTo>
                  <a:lnTo>
                    <a:pt x="1862441" y="290361"/>
                  </a:lnTo>
                  <a:lnTo>
                    <a:pt x="1909170" y="325856"/>
                  </a:lnTo>
                  <a:lnTo>
                    <a:pt x="1956148" y="364138"/>
                  </a:lnTo>
                  <a:lnTo>
                    <a:pt x="2003569" y="405096"/>
                  </a:lnTo>
                  <a:lnTo>
                    <a:pt x="2051536" y="448524"/>
                  </a:lnTo>
                  <a:lnTo>
                    <a:pt x="2100069" y="494127"/>
                  </a:lnTo>
                  <a:lnTo>
                    <a:pt x="2149119" y="541519"/>
                  </a:lnTo>
                  <a:lnTo>
                    <a:pt x="2198579" y="590236"/>
                  </a:lnTo>
                  <a:lnTo>
                    <a:pt x="2248295" y="639755"/>
                  </a:lnTo>
                  <a:lnTo>
                    <a:pt x="2298090" y="689515"/>
                  </a:lnTo>
                  <a:lnTo>
                    <a:pt x="2347778" y="738945"/>
                  </a:lnTo>
                  <a:lnTo>
                    <a:pt x="2397182" y="787486"/>
                  </a:lnTo>
                  <a:lnTo>
                    <a:pt x="2446157" y="834625"/>
                  </a:lnTo>
                  <a:lnTo>
                    <a:pt x="2494602" y="879908"/>
                  </a:lnTo>
                  <a:lnTo>
                    <a:pt x="2542479" y="922965"/>
                  </a:lnTo>
                  <a:lnTo>
                    <a:pt x="2589822" y="963512"/>
                  </a:lnTo>
                  <a:lnTo>
                    <a:pt x="2636745" y="1001361"/>
                  </a:lnTo>
                  <a:lnTo>
                    <a:pt x="2683459" y="1036412"/>
                  </a:lnTo>
                  <a:lnTo>
                    <a:pt x="2730279" y="1068650"/>
                  </a:lnTo>
                  <a:lnTo>
                    <a:pt x="2770117" y="1093668"/>
                  </a:lnTo>
                  <a:lnTo>
                    <a:pt x="2819478" y="1121479"/>
                  </a:lnTo>
                  <a:lnTo>
                    <a:pt x="2870530" y="1146474"/>
                  </a:lnTo>
                  <a:lnTo>
                    <a:pt x="2924084" y="1168801"/>
                  </a:lnTo>
                  <a:lnTo>
                    <a:pt x="2981042" y="1188707"/>
                  </a:lnTo>
                  <a:lnTo>
                    <a:pt x="3042322" y="1206470"/>
                  </a:lnTo>
                  <a:lnTo>
                    <a:pt x="3108781" y="1222355"/>
                  </a:lnTo>
                  <a:lnTo>
                    <a:pt x="3181105" y="1236596"/>
                  </a:lnTo>
                  <a:lnTo>
                    <a:pt x="3259684" y="1249382"/>
                  </a:lnTo>
                  <a:lnTo>
                    <a:pt x="3344426" y="1260848"/>
                  </a:lnTo>
                  <a:lnTo>
                    <a:pt x="3434548" y="1271077"/>
                  </a:lnTo>
                  <a:lnTo>
                    <a:pt x="3528372" y="1280101"/>
                  </a:lnTo>
                  <a:lnTo>
                    <a:pt x="3623194" y="1287914"/>
                  </a:lnTo>
                  <a:lnTo>
                    <a:pt x="3715328" y="1294488"/>
                  </a:lnTo>
                  <a:lnTo>
                    <a:pt x="3800443" y="1299800"/>
                  </a:lnTo>
                  <a:lnTo>
                    <a:pt x="3874195" y="1303862"/>
                  </a:lnTo>
                  <a:lnTo>
                    <a:pt x="3933087" y="1306745"/>
                  </a:lnTo>
                  <a:lnTo>
                    <a:pt x="3975282" y="1308593"/>
                  </a:lnTo>
                  <a:lnTo>
                    <a:pt x="4001135" y="1309610"/>
                  </a:lnTo>
                  <a:lnTo>
                    <a:pt x="4013271" y="1310042"/>
                  </a:lnTo>
                  <a:lnTo>
                    <a:pt x="4016409" y="1310143"/>
                  </a:lnTo>
                  <a:lnTo>
                    <a:pt x="4538543" y="1310143"/>
                  </a:lnTo>
                  <a:lnTo>
                    <a:pt x="4539811" y="1310135"/>
                  </a:lnTo>
                  <a:lnTo>
                    <a:pt x="4548104" y="1310074"/>
                  </a:lnTo>
                  <a:lnTo>
                    <a:pt x="4568837" y="1309906"/>
                  </a:lnTo>
                  <a:lnTo>
                    <a:pt x="4605464" y="1309577"/>
                  </a:lnTo>
                  <a:lnTo>
                    <a:pt x="4659164" y="1309038"/>
                  </a:lnTo>
                  <a:lnTo>
                    <a:pt x="4728784" y="1308253"/>
                  </a:lnTo>
                  <a:lnTo>
                    <a:pt x="4811234" y="1307202"/>
                  </a:lnTo>
                  <a:lnTo>
                    <a:pt x="4902259" y="1305877"/>
                  </a:lnTo>
                  <a:lnTo>
                    <a:pt x="4997348" y="1304283"/>
                  </a:lnTo>
                  <a:lnTo>
                    <a:pt x="5092480" y="1302425"/>
                  </a:lnTo>
                  <a:lnTo>
                    <a:pt x="5184572" y="1300308"/>
                  </a:lnTo>
                  <a:lnTo>
                    <a:pt x="5271604" y="1297926"/>
                  </a:lnTo>
                  <a:lnTo>
                    <a:pt x="5352533" y="1295265"/>
                  </a:lnTo>
                  <a:lnTo>
                    <a:pt x="5427088" y="1292299"/>
                  </a:lnTo>
                  <a:lnTo>
                    <a:pt x="5495548" y="1288990"/>
                  </a:lnTo>
                  <a:lnTo>
                    <a:pt x="5558551" y="1285290"/>
                  </a:lnTo>
                  <a:lnTo>
                    <a:pt x="5616935" y="1281141"/>
                  </a:lnTo>
                  <a:lnTo>
                    <a:pt x="5671632" y="1276485"/>
                  </a:lnTo>
                  <a:lnTo>
                    <a:pt x="5723574" y="1271263"/>
                  </a:lnTo>
                  <a:lnTo>
                    <a:pt x="5773618" y="1265438"/>
                  </a:lnTo>
                  <a:lnTo>
                    <a:pt x="5784835" y="1264025"/>
                  </a:lnTo>
                  <a:lnTo>
                    <a:pt x="5838647" y="1256712"/>
                  </a:lnTo>
                  <a:lnTo>
                    <a:pt x="5891940" y="1248631"/>
                  </a:lnTo>
                  <a:lnTo>
                    <a:pt x="5945290" y="1239770"/>
                  </a:lnTo>
                  <a:lnTo>
                    <a:pt x="5999082" y="1230148"/>
                  </a:lnTo>
                  <a:lnTo>
                    <a:pt x="6053535" y="1219814"/>
                  </a:lnTo>
                  <a:lnTo>
                    <a:pt x="6108725" y="1208851"/>
                  </a:lnTo>
                  <a:lnTo>
                    <a:pt x="6164600" y="1197376"/>
                  </a:lnTo>
                  <a:lnTo>
                    <a:pt x="6221010" y="1185530"/>
                  </a:lnTo>
                  <a:lnTo>
                    <a:pt x="6277725" y="1173482"/>
                  </a:lnTo>
                  <a:lnTo>
                    <a:pt x="6334480" y="1161408"/>
                  </a:lnTo>
                  <a:lnTo>
                    <a:pt x="6391000" y="1149488"/>
                  </a:lnTo>
                  <a:lnTo>
                    <a:pt x="6447045" y="1137893"/>
                  </a:lnTo>
                  <a:lnTo>
                    <a:pt x="6502437" y="1126774"/>
                  </a:lnTo>
                  <a:lnTo>
                    <a:pt x="6557095" y="1116254"/>
                  </a:lnTo>
                  <a:lnTo>
                    <a:pt x="6611056" y="1106426"/>
                  </a:lnTo>
                  <a:lnTo>
                    <a:pt x="6664498" y="1097349"/>
                  </a:lnTo>
                  <a:lnTo>
                    <a:pt x="6717758" y="1089049"/>
                  </a:lnTo>
                  <a:lnTo>
                    <a:pt x="6771355" y="1081523"/>
                  </a:lnTo>
                  <a:lnTo>
                    <a:pt x="6786527" y="1079550"/>
                  </a:lnTo>
                  <a:lnTo>
                    <a:pt x="6836244" y="1073585"/>
                  </a:lnTo>
                  <a:lnTo>
                    <a:pt x="6887682" y="1068229"/>
                  </a:lnTo>
                  <a:lnTo>
                    <a:pt x="6941670" y="1063448"/>
                  </a:lnTo>
                  <a:lnTo>
                    <a:pt x="6999131" y="1059189"/>
                  </a:lnTo>
                  <a:lnTo>
                    <a:pt x="7061003" y="1055392"/>
                  </a:lnTo>
                  <a:lnTo>
                    <a:pt x="7128154" y="1051998"/>
                  </a:lnTo>
                  <a:lnTo>
                    <a:pt x="7201279" y="1048958"/>
                  </a:lnTo>
                  <a:lnTo>
                    <a:pt x="7280756" y="1046230"/>
                  </a:lnTo>
                  <a:lnTo>
                    <a:pt x="7366457" y="1043787"/>
                  </a:lnTo>
                  <a:lnTo>
                    <a:pt x="7457536" y="1041609"/>
                  </a:lnTo>
                  <a:lnTo>
                    <a:pt x="7552209" y="1039692"/>
                  </a:lnTo>
                  <a:lnTo>
                    <a:pt x="7647632" y="1038038"/>
                  </a:lnTo>
                  <a:lnTo>
                    <a:pt x="7739973" y="1036651"/>
                  </a:lnTo>
                  <a:lnTo>
                    <a:pt x="7824774" y="1035537"/>
                  </a:lnTo>
                  <a:lnTo>
                    <a:pt x="7897646" y="1034693"/>
                  </a:lnTo>
                  <a:lnTo>
                    <a:pt x="7955156" y="1034101"/>
                  </a:lnTo>
                  <a:lnTo>
                    <a:pt x="7995656" y="1033727"/>
                  </a:lnTo>
                  <a:lnTo>
                    <a:pt x="8019785" y="1033528"/>
                  </a:lnTo>
                  <a:lnTo>
                    <a:pt x="8030502" y="1033448"/>
                  </a:lnTo>
                  <a:lnTo>
                    <a:pt x="8032819" y="1033432"/>
                  </a:lnTo>
                  <a:lnTo>
                    <a:pt x="8554953" y="1033432"/>
                  </a:lnTo>
                  <a:lnTo>
                    <a:pt x="8554953" y="1022137"/>
                  </a:lnTo>
                  <a:lnTo>
                    <a:pt x="8032819" y="1022137"/>
                  </a:lnTo>
                  <a:lnTo>
                    <a:pt x="8031551" y="1022146"/>
                  </a:lnTo>
                  <a:lnTo>
                    <a:pt x="8023258" y="1022207"/>
                  </a:lnTo>
                  <a:lnTo>
                    <a:pt x="8002525" y="1022374"/>
                  </a:lnTo>
                  <a:lnTo>
                    <a:pt x="7965898" y="1022703"/>
                  </a:lnTo>
                  <a:lnTo>
                    <a:pt x="7912198" y="1023242"/>
                  </a:lnTo>
                  <a:lnTo>
                    <a:pt x="7842578" y="1024027"/>
                  </a:lnTo>
                  <a:lnTo>
                    <a:pt x="7760128" y="1025079"/>
                  </a:lnTo>
                  <a:lnTo>
                    <a:pt x="7669103" y="1026403"/>
                  </a:lnTo>
                  <a:lnTo>
                    <a:pt x="7574014" y="1027998"/>
                  </a:lnTo>
                  <a:lnTo>
                    <a:pt x="7478882" y="1029855"/>
                  </a:lnTo>
                  <a:lnTo>
                    <a:pt x="7386790" y="1031973"/>
                  </a:lnTo>
                  <a:lnTo>
                    <a:pt x="7299758" y="1034355"/>
                  </a:lnTo>
                  <a:lnTo>
                    <a:pt x="7218829" y="1037016"/>
                  </a:lnTo>
                  <a:lnTo>
                    <a:pt x="7144274" y="1039981"/>
                  </a:lnTo>
                  <a:lnTo>
                    <a:pt x="7075814" y="1043291"/>
                  </a:lnTo>
                  <a:lnTo>
                    <a:pt x="7012811" y="1046991"/>
                  </a:lnTo>
                  <a:lnTo>
                    <a:pt x="6954427" y="1051139"/>
                  </a:lnTo>
                  <a:lnTo>
                    <a:pt x="6899730" y="1055796"/>
                  </a:lnTo>
                  <a:lnTo>
                    <a:pt x="6847788" y="1061017"/>
                  </a:lnTo>
                  <a:lnTo>
                    <a:pt x="6797744" y="1066843"/>
                  </a:lnTo>
                  <a:lnTo>
                    <a:pt x="6786527" y="1068256"/>
                  </a:lnTo>
                  <a:lnTo>
                    <a:pt x="6732715" y="1075569"/>
                  </a:lnTo>
                  <a:lnTo>
                    <a:pt x="6679422" y="1083650"/>
                  </a:lnTo>
                  <a:lnTo>
                    <a:pt x="6626072" y="1092511"/>
                  </a:lnTo>
                  <a:lnTo>
                    <a:pt x="6572280" y="1102133"/>
                  </a:lnTo>
                  <a:lnTo>
                    <a:pt x="6517827" y="1112467"/>
                  </a:lnTo>
                  <a:lnTo>
                    <a:pt x="6462637" y="1123429"/>
                  </a:lnTo>
                  <a:lnTo>
                    <a:pt x="6406761" y="1134905"/>
                  </a:lnTo>
                  <a:lnTo>
                    <a:pt x="6350352" y="1146750"/>
                  </a:lnTo>
                  <a:lnTo>
                    <a:pt x="6293636" y="1158799"/>
                  </a:lnTo>
                  <a:lnTo>
                    <a:pt x="6236882" y="1170873"/>
                  </a:lnTo>
                  <a:lnTo>
                    <a:pt x="6180361" y="1182793"/>
                  </a:lnTo>
                  <a:lnTo>
                    <a:pt x="6124317" y="1194388"/>
                  </a:lnTo>
                  <a:lnTo>
                    <a:pt x="6068925" y="1205507"/>
                  </a:lnTo>
                  <a:lnTo>
                    <a:pt x="6014267" y="1216027"/>
                  </a:lnTo>
                  <a:lnTo>
                    <a:pt x="5960306" y="1225855"/>
                  </a:lnTo>
                  <a:lnTo>
                    <a:pt x="5906864" y="1234932"/>
                  </a:lnTo>
                  <a:lnTo>
                    <a:pt x="5853604" y="1243232"/>
                  </a:lnTo>
                  <a:lnTo>
                    <a:pt x="5800007" y="1250757"/>
                  </a:lnTo>
                  <a:lnTo>
                    <a:pt x="5784835" y="1252730"/>
                  </a:lnTo>
                  <a:lnTo>
                    <a:pt x="5735118" y="1258695"/>
                  </a:lnTo>
                  <a:lnTo>
                    <a:pt x="5683680" y="1264052"/>
                  </a:lnTo>
                  <a:lnTo>
                    <a:pt x="5629691" y="1268833"/>
                  </a:lnTo>
                  <a:lnTo>
                    <a:pt x="5572231" y="1273091"/>
                  </a:lnTo>
                  <a:lnTo>
                    <a:pt x="5510359" y="1276889"/>
                  </a:lnTo>
                  <a:lnTo>
                    <a:pt x="5443208" y="1280282"/>
                  </a:lnTo>
                  <a:lnTo>
                    <a:pt x="5370083" y="1283323"/>
                  </a:lnTo>
                  <a:lnTo>
                    <a:pt x="5290606" y="1286050"/>
                  </a:lnTo>
                  <a:lnTo>
                    <a:pt x="5204904" y="1288494"/>
                  </a:lnTo>
                  <a:lnTo>
                    <a:pt x="5113826" y="1290671"/>
                  </a:lnTo>
                  <a:lnTo>
                    <a:pt x="5019153" y="1292588"/>
                  </a:lnTo>
                  <a:lnTo>
                    <a:pt x="4923730" y="1294243"/>
                  </a:lnTo>
                  <a:lnTo>
                    <a:pt x="4831389" y="1295630"/>
                  </a:lnTo>
                  <a:lnTo>
                    <a:pt x="4746588" y="1296743"/>
                  </a:lnTo>
                  <a:lnTo>
                    <a:pt x="4673715" y="1297588"/>
                  </a:lnTo>
                  <a:lnTo>
                    <a:pt x="4616206" y="1298180"/>
                  </a:lnTo>
                  <a:lnTo>
                    <a:pt x="4575706" y="1298553"/>
                  </a:lnTo>
                  <a:lnTo>
                    <a:pt x="4551577" y="1298753"/>
                  </a:lnTo>
                  <a:lnTo>
                    <a:pt x="4540860" y="1298833"/>
                  </a:lnTo>
                  <a:lnTo>
                    <a:pt x="4538543" y="1298849"/>
                  </a:lnTo>
                  <a:lnTo>
                    <a:pt x="4016409" y="1298849"/>
                  </a:lnTo>
                  <a:lnTo>
                    <a:pt x="4015167" y="1298810"/>
                  </a:lnTo>
                  <a:lnTo>
                    <a:pt x="4007041" y="1298531"/>
                  </a:lnTo>
                  <a:lnTo>
                    <a:pt x="3986711" y="1297761"/>
                  </a:lnTo>
                  <a:lnTo>
                    <a:pt x="3950757" y="1296249"/>
                  </a:lnTo>
                  <a:lnTo>
                    <a:pt x="3897969" y="1293771"/>
                  </a:lnTo>
                  <a:lnTo>
                    <a:pt x="3829406" y="1290160"/>
                  </a:lnTo>
                  <a:lnTo>
                    <a:pt x="3748034" y="1285317"/>
                  </a:lnTo>
                  <a:lnTo>
                    <a:pt x="3657987" y="1279211"/>
                  </a:lnTo>
                  <a:lnTo>
                    <a:pt x="3563689" y="1271854"/>
                  </a:lnTo>
                  <a:lnTo>
                    <a:pt x="3469122" y="1263278"/>
                  </a:lnTo>
                  <a:lnTo>
                    <a:pt x="3377374" y="1253498"/>
                  </a:lnTo>
                  <a:lnTo>
                    <a:pt x="3290497" y="1242499"/>
                  </a:lnTo>
                  <a:lnTo>
                    <a:pt x="3209584" y="1230218"/>
                  </a:lnTo>
                  <a:lnTo>
                    <a:pt x="3134958" y="1216537"/>
                  </a:lnTo>
                  <a:lnTo>
                    <a:pt x="3066386" y="1201287"/>
                  </a:lnTo>
                  <a:lnTo>
                    <a:pt x="3003274" y="1184253"/>
                  </a:lnTo>
                  <a:lnTo>
                    <a:pt x="2944814" y="1165176"/>
                  </a:lnTo>
                  <a:lnTo>
                    <a:pt x="2890103" y="1143781"/>
                  </a:lnTo>
                  <a:lnTo>
                    <a:pt x="2838222" y="1119802"/>
                  </a:lnTo>
                  <a:lnTo>
                    <a:pt x="2788317" y="1093045"/>
                  </a:lnTo>
                  <a:lnTo>
                    <a:pt x="2770117" y="1082374"/>
                  </a:lnTo>
                  <a:lnTo>
                    <a:pt x="2722879" y="1052461"/>
                  </a:lnTo>
                  <a:lnTo>
                    <a:pt x="2676101" y="1019782"/>
                  </a:lnTo>
                  <a:lnTo>
                    <a:pt x="2629372" y="984287"/>
                  </a:lnTo>
                  <a:lnTo>
                    <a:pt x="2582394" y="946005"/>
                  </a:lnTo>
                  <a:lnTo>
                    <a:pt x="2534973" y="905047"/>
                  </a:lnTo>
                  <a:lnTo>
                    <a:pt x="2487007" y="861618"/>
                  </a:lnTo>
                  <a:lnTo>
                    <a:pt x="2438473" y="816016"/>
                  </a:lnTo>
                  <a:lnTo>
                    <a:pt x="2389423" y="768624"/>
                  </a:lnTo>
                  <a:lnTo>
                    <a:pt x="2339963" y="719907"/>
                  </a:lnTo>
                  <a:lnTo>
                    <a:pt x="2290247" y="670388"/>
                  </a:lnTo>
                  <a:lnTo>
                    <a:pt x="2240452" y="620627"/>
                  </a:lnTo>
                  <a:lnTo>
                    <a:pt x="2190765" y="571198"/>
                  </a:lnTo>
                  <a:lnTo>
                    <a:pt x="2141360" y="522657"/>
                  </a:lnTo>
                  <a:lnTo>
                    <a:pt x="2092386" y="475518"/>
                  </a:lnTo>
                  <a:lnTo>
                    <a:pt x="2043940" y="430234"/>
                  </a:lnTo>
                  <a:lnTo>
                    <a:pt x="1996063" y="387178"/>
                  </a:lnTo>
                  <a:lnTo>
                    <a:pt x="1948721" y="346630"/>
                  </a:lnTo>
                  <a:lnTo>
                    <a:pt x="1901797" y="308782"/>
                  </a:lnTo>
                  <a:lnTo>
                    <a:pt x="1855083" y="273731"/>
                  </a:lnTo>
                  <a:lnTo>
                    <a:pt x="1808264" y="241493"/>
                  </a:lnTo>
                  <a:lnTo>
                    <a:pt x="1768425" y="216474"/>
                  </a:lnTo>
                  <a:lnTo>
                    <a:pt x="1719065" y="188664"/>
                  </a:lnTo>
                  <a:lnTo>
                    <a:pt x="1668012" y="163668"/>
                  </a:lnTo>
                  <a:lnTo>
                    <a:pt x="1614458" y="141341"/>
                  </a:lnTo>
                  <a:lnTo>
                    <a:pt x="1557501" y="121435"/>
                  </a:lnTo>
                  <a:lnTo>
                    <a:pt x="1496220" y="103673"/>
                  </a:lnTo>
                  <a:lnTo>
                    <a:pt x="1429762" y="87788"/>
                  </a:lnTo>
                  <a:lnTo>
                    <a:pt x="1357437" y="73546"/>
                  </a:lnTo>
                  <a:lnTo>
                    <a:pt x="1278858" y="60761"/>
                  </a:lnTo>
                  <a:lnTo>
                    <a:pt x="1194116" y="49295"/>
                  </a:lnTo>
                  <a:lnTo>
                    <a:pt x="1103994" y="39066"/>
                  </a:lnTo>
                  <a:lnTo>
                    <a:pt x="1010170" y="30042"/>
                  </a:lnTo>
                  <a:lnTo>
                    <a:pt x="915349" y="22228"/>
                  </a:lnTo>
                  <a:lnTo>
                    <a:pt x="823214" y="15654"/>
                  </a:lnTo>
                  <a:lnTo>
                    <a:pt x="738100" y="10343"/>
                  </a:lnTo>
                  <a:lnTo>
                    <a:pt x="664347" y="6281"/>
                  </a:lnTo>
                  <a:lnTo>
                    <a:pt x="605455" y="3398"/>
                  </a:lnTo>
                  <a:lnTo>
                    <a:pt x="563260" y="1550"/>
                  </a:lnTo>
                  <a:lnTo>
                    <a:pt x="537408" y="532"/>
                  </a:lnTo>
                  <a:lnTo>
                    <a:pt x="525271" y="101"/>
                  </a:lnTo>
                  <a:lnTo>
                    <a:pt x="5221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324" name="pl324"/>
            <p:cNvSpPr/>
            <p:nvPr/>
          </p:nvSpPr>
          <p:spPr>
            <a:xfrm>
              <a:off x="386606" y="1801086"/>
              <a:ext cx="8554953" cy="1298849"/>
            </a:xfrm>
            <a:custGeom>
              <a:avLst/>
              <a:pathLst>
                <a:path w="8554953" h="1298849">
                  <a:moveTo>
                    <a:pt x="0" y="0"/>
                  </a:moveTo>
                  <a:lnTo>
                    <a:pt x="522133" y="0"/>
                  </a:lnTo>
                  <a:lnTo>
                    <a:pt x="523375" y="38"/>
                  </a:lnTo>
                  <a:lnTo>
                    <a:pt x="531501" y="317"/>
                  </a:lnTo>
                  <a:lnTo>
                    <a:pt x="551831" y="1087"/>
                  </a:lnTo>
                  <a:lnTo>
                    <a:pt x="587785" y="2600"/>
                  </a:lnTo>
                  <a:lnTo>
                    <a:pt x="640573" y="5077"/>
                  </a:lnTo>
                  <a:lnTo>
                    <a:pt x="709136" y="8689"/>
                  </a:lnTo>
                  <a:lnTo>
                    <a:pt x="790508" y="13531"/>
                  </a:lnTo>
                  <a:lnTo>
                    <a:pt x="880556" y="19638"/>
                  </a:lnTo>
                  <a:lnTo>
                    <a:pt x="974853" y="26994"/>
                  </a:lnTo>
                  <a:lnTo>
                    <a:pt x="1069420" y="35570"/>
                  </a:lnTo>
                  <a:lnTo>
                    <a:pt x="1161168" y="45350"/>
                  </a:lnTo>
                  <a:lnTo>
                    <a:pt x="1248045" y="56349"/>
                  </a:lnTo>
                  <a:lnTo>
                    <a:pt x="1328958" y="68631"/>
                  </a:lnTo>
                  <a:lnTo>
                    <a:pt x="1403584" y="82312"/>
                  </a:lnTo>
                  <a:lnTo>
                    <a:pt x="1472156" y="97561"/>
                  </a:lnTo>
                  <a:lnTo>
                    <a:pt x="1535269" y="114596"/>
                  </a:lnTo>
                  <a:lnTo>
                    <a:pt x="1593728" y="133672"/>
                  </a:lnTo>
                  <a:lnTo>
                    <a:pt x="1648439" y="155067"/>
                  </a:lnTo>
                  <a:lnTo>
                    <a:pt x="1700321" y="179046"/>
                  </a:lnTo>
                  <a:lnTo>
                    <a:pt x="1750225" y="205803"/>
                  </a:lnTo>
                  <a:lnTo>
                    <a:pt x="1768425" y="216474"/>
                  </a:lnTo>
                  <a:lnTo>
                    <a:pt x="1815664" y="246387"/>
                  </a:lnTo>
                  <a:lnTo>
                    <a:pt x="1862441" y="279066"/>
                  </a:lnTo>
                  <a:lnTo>
                    <a:pt x="1909170" y="314561"/>
                  </a:lnTo>
                  <a:lnTo>
                    <a:pt x="1956148" y="352844"/>
                  </a:lnTo>
                  <a:lnTo>
                    <a:pt x="2003569" y="393801"/>
                  </a:lnTo>
                  <a:lnTo>
                    <a:pt x="2051536" y="437230"/>
                  </a:lnTo>
                  <a:lnTo>
                    <a:pt x="2100069" y="482833"/>
                  </a:lnTo>
                  <a:lnTo>
                    <a:pt x="2149119" y="530224"/>
                  </a:lnTo>
                  <a:lnTo>
                    <a:pt x="2198579" y="578941"/>
                  </a:lnTo>
                  <a:lnTo>
                    <a:pt x="2248295" y="628460"/>
                  </a:lnTo>
                  <a:lnTo>
                    <a:pt x="2298090" y="678221"/>
                  </a:lnTo>
                  <a:lnTo>
                    <a:pt x="2347778" y="727650"/>
                  </a:lnTo>
                  <a:lnTo>
                    <a:pt x="2397182" y="776192"/>
                  </a:lnTo>
                  <a:lnTo>
                    <a:pt x="2446157" y="823330"/>
                  </a:lnTo>
                  <a:lnTo>
                    <a:pt x="2494602" y="868614"/>
                  </a:lnTo>
                  <a:lnTo>
                    <a:pt x="2542479" y="911671"/>
                  </a:lnTo>
                  <a:lnTo>
                    <a:pt x="2589822" y="952218"/>
                  </a:lnTo>
                  <a:lnTo>
                    <a:pt x="2636745" y="990066"/>
                  </a:lnTo>
                  <a:lnTo>
                    <a:pt x="2683459" y="1025117"/>
                  </a:lnTo>
                  <a:lnTo>
                    <a:pt x="2730279" y="1057356"/>
                  </a:lnTo>
                  <a:lnTo>
                    <a:pt x="2770117" y="1082374"/>
                  </a:lnTo>
                  <a:lnTo>
                    <a:pt x="2819478" y="1110185"/>
                  </a:lnTo>
                  <a:lnTo>
                    <a:pt x="2870530" y="1135180"/>
                  </a:lnTo>
                  <a:lnTo>
                    <a:pt x="2924084" y="1157507"/>
                  </a:lnTo>
                  <a:lnTo>
                    <a:pt x="2981042" y="1177413"/>
                  </a:lnTo>
                  <a:lnTo>
                    <a:pt x="3042322" y="1195175"/>
                  </a:lnTo>
                  <a:lnTo>
                    <a:pt x="3108781" y="1211060"/>
                  </a:lnTo>
                  <a:lnTo>
                    <a:pt x="3181105" y="1225302"/>
                  </a:lnTo>
                  <a:lnTo>
                    <a:pt x="3259684" y="1238088"/>
                  </a:lnTo>
                  <a:lnTo>
                    <a:pt x="3344426" y="1249554"/>
                  </a:lnTo>
                  <a:lnTo>
                    <a:pt x="3434548" y="1259782"/>
                  </a:lnTo>
                  <a:lnTo>
                    <a:pt x="3528372" y="1268807"/>
                  </a:lnTo>
                  <a:lnTo>
                    <a:pt x="3623194" y="1276620"/>
                  </a:lnTo>
                  <a:lnTo>
                    <a:pt x="3715328" y="1283194"/>
                  </a:lnTo>
                  <a:lnTo>
                    <a:pt x="3800443" y="1288506"/>
                  </a:lnTo>
                  <a:lnTo>
                    <a:pt x="3874195" y="1292567"/>
                  </a:lnTo>
                  <a:lnTo>
                    <a:pt x="3933087" y="1295451"/>
                  </a:lnTo>
                  <a:lnTo>
                    <a:pt x="3975282" y="1297298"/>
                  </a:lnTo>
                  <a:lnTo>
                    <a:pt x="4001135" y="1298316"/>
                  </a:lnTo>
                  <a:lnTo>
                    <a:pt x="4013271" y="1298748"/>
                  </a:lnTo>
                  <a:lnTo>
                    <a:pt x="4016343" y="1298847"/>
                  </a:lnTo>
                  <a:lnTo>
                    <a:pt x="4016409" y="1298849"/>
                  </a:lnTo>
                  <a:lnTo>
                    <a:pt x="4538543" y="1298849"/>
                  </a:lnTo>
                  <a:lnTo>
                    <a:pt x="4539811" y="1298840"/>
                  </a:lnTo>
                  <a:lnTo>
                    <a:pt x="4548104" y="1298780"/>
                  </a:lnTo>
                  <a:lnTo>
                    <a:pt x="4568837" y="1298612"/>
                  </a:lnTo>
                  <a:lnTo>
                    <a:pt x="4605464" y="1298283"/>
                  </a:lnTo>
                  <a:lnTo>
                    <a:pt x="4659164" y="1297744"/>
                  </a:lnTo>
                  <a:lnTo>
                    <a:pt x="4728784" y="1296959"/>
                  </a:lnTo>
                  <a:lnTo>
                    <a:pt x="4811234" y="1295908"/>
                  </a:lnTo>
                  <a:lnTo>
                    <a:pt x="4902259" y="1294583"/>
                  </a:lnTo>
                  <a:lnTo>
                    <a:pt x="4997348" y="1292989"/>
                  </a:lnTo>
                  <a:lnTo>
                    <a:pt x="5092480" y="1291131"/>
                  </a:lnTo>
                  <a:lnTo>
                    <a:pt x="5184572" y="1289013"/>
                  </a:lnTo>
                  <a:lnTo>
                    <a:pt x="5271604" y="1286632"/>
                  </a:lnTo>
                  <a:lnTo>
                    <a:pt x="5352533" y="1283971"/>
                  </a:lnTo>
                  <a:lnTo>
                    <a:pt x="5427088" y="1281005"/>
                  </a:lnTo>
                  <a:lnTo>
                    <a:pt x="5495548" y="1277696"/>
                  </a:lnTo>
                  <a:lnTo>
                    <a:pt x="5558551" y="1273995"/>
                  </a:lnTo>
                  <a:lnTo>
                    <a:pt x="5616935" y="1269847"/>
                  </a:lnTo>
                  <a:lnTo>
                    <a:pt x="5671632" y="1265190"/>
                  </a:lnTo>
                  <a:lnTo>
                    <a:pt x="5723574" y="1259969"/>
                  </a:lnTo>
                  <a:lnTo>
                    <a:pt x="5773618" y="1254144"/>
                  </a:lnTo>
                  <a:lnTo>
                    <a:pt x="5784835" y="1252730"/>
                  </a:lnTo>
                  <a:lnTo>
                    <a:pt x="5838647" y="1245418"/>
                  </a:lnTo>
                  <a:lnTo>
                    <a:pt x="5891940" y="1237336"/>
                  </a:lnTo>
                  <a:lnTo>
                    <a:pt x="5945290" y="1228475"/>
                  </a:lnTo>
                  <a:lnTo>
                    <a:pt x="5999082" y="1218853"/>
                  </a:lnTo>
                  <a:lnTo>
                    <a:pt x="6053535" y="1208520"/>
                  </a:lnTo>
                  <a:lnTo>
                    <a:pt x="6108725" y="1197557"/>
                  </a:lnTo>
                  <a:lnTo>
                    <a:pt x="6164600" y="1186081"/>
                  </a:lnTo>
                  <a:lnTo>
                    <a:pt x="6221010" y="1174236"/>
                  </a:lnTo>
                  <a:lnTo>
                    <a:pt x="6277725" y="1162187"/>
                  </a:lnTo>
                  <a:lnTo>
                    <a:pt x="6334480" y="1150113"/>
                  </a:lnTo>
                  <a:lnTo>
                    <a:pt x="6391000" y="1138194"/>
                  </a:lnTo>
                  <a:lnTo>
                    <a:pt x="6447045" y="1126599"/>
                  </a:lnTo>
                  <a:lnTo>
                    <a:pt x="6502437" y="1115479"/>
                  </a:lnTo>
                  <a:lnTo>
                    <a:pt x="6557095" y="1104960"/>
                  </a:lnTo>
                  <a:lnTo>
                    <a:pt x="6611056" y="1095132"/>
                  </a:lnTo>
                  <a:lnTo>
                    <a:pt x="6664498" y="1086055"/>
                  </a:lnTo>
                  <a:lnTo>
                    <a:pt x="6717758" y="1077755"/>
                  </a:lnTo>
                  <a:lnTo>
                    <a:pt x="6771355" y="1070229"/>
                  </a:lnTo>
                  <a:lnTo>
                    <a:pt x="6786527" y="1068256"/>
                  </a:lnTo>
                  <a:lnTo>
                    <a:pt x="6836244" y="1062291"/>
                  </a:lnTo>
                  <a:lnTo>
                    <a:pt x="6887682" y="1056935"/>
                  </a:lnTo>
                  <a:lnTo>
                    <a:pt x="6941670" y="1052154"/>
                  </a:lnTo>
                  <a:lnTo>
                    <a:pt x="6999131" y="1047895"/>
                  </a:lnTo>
                  <a:lnTo>
                    <a:pt x="7061003" y="1044098"/>
                  </a:lnTo>
                  <a:lnTo>
                    <a:pt x="7128154" y="1040704"/>
                  </a:lnTo>
                  <a:lnTo>
                    <a:pt x="7201279" y="1037663"/>
                  </a:lnTo>
                  <a:lnTo>
                    <a:pt x="7280756" y="1034936"/>
                  </a:lnTo>
                  <a:lnTo>
                    <a:pt x="7366457" y="1032492"/>
                  </a:lnTo>
                  <a:lnTo>
                    <a:pt x="7457536" y="1030315"/>
                  </a:lnTo>
                  <a:lnTo>
                    <a:pt x="7552209" y="1028398"/>
                  </a:lnTo>
                  <a:lnTo>
                    <a:pt x="7647632" y="1026743"/>
                  </a:lnTo>
                  <a:lnTo>
                    <a:pt x="7739973" y="1025357"/>
                  </a:lnTo>
                  <a:lnTo>
                    <a:pt x="7824774" y="1024243"/>
                  </a:lnTo>
                  <a:lnTo>
                    <a:pt x="7897646" y="1023399"/>
                  </a:lnTo>
                  <a:lnTo>
                    <a:pt x="7955156" y="1022806"/>
                  </a:lnTo>
                  <a:lnTo>
                    <a:pt x="7995656" y="1022433"/>
                  </a:lnTo>
                  <a:lnTo>
                    <a:pt x="8019785" y="1022233"/>
                  </a:lnTo>
                  <a:lnTo>
                    <a:pt x="8030502" y="1022153"/>
                  </a:lnTo>
                  <a:lnTo>
                    <a:pt x="8032804" y="1022138"/>
                  </a:lnTo>
                  <a:lnTo>
                    <a:pt x="8032819" y="1022137"/>
                  </a:lnTo>
                  <a:lnTo>
                    <a:pt x="8554953" y="1022137"/>
                  </a:lnTo>
                  <a:lnTo>
                    <a:pt x="8554953" y="1022137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325" name="pl325"/>
            <p:cNvSpPr/>
            <p:nvPr/>
          </p:nvSpPr>
          <p:spPr>
            <a:xfrm>
              <a:off x="386606" y="1789792"/>
              <a:ext cx="8554953" cy="1298849"/>
            </a:xfrm>
            <a:custGeom>
              <a:avLst/>
              <a:pathLst>
                <a:path w="8554953" h="1298849">
                  <a:moveTo>
                    <a:pt x="8554953" y="1022137"/>
                  </a:moveTo>
                  <a:lnTo>
                    <a:pt x="8032819" y="1022137"/>
                  </a:lnTo>
                  <a:lnTo>
                    <a:pt x="8031551" y="1022146"/>
                  </a:lnTo>
                  <a:lnTo>
                    <a:pt x="8023258" y="1022207"/>
                  </a:lnTo>
                  <a:lnTo>
                    <a:pt x="8002525" y="1022374"/>
                  </a:lnTo>
                  <a:lnTo>
                    <a:pt x="7965898" y="1022703"/>
                  </a:lnTo>
                  <a:lnTo>
                    <a:pt x="7912198" y="1023242"/>
                  </a:lnTo>
                  <a:lnTo>
                    <a:pt x="7842578" y="1024027"/>
                  </a:lnTo>
                  <a:lnTo>
                    <a:pt x="7760128" y="1025079"/>
                  </a:lnTo>
                  <a:lnTo>
                    <a:pt x="7669103" y="1026403"/>
                  </a:lnTo>
                  <a:lnTo>
                    <a:pt x="7574014" y="1027998"/>
                  </a:lnTo>
                  <a:lnTo>
                    <a:pt x="7478882" y="1029855"/>
                  </a:lnTo>
                  <a:lnTo>
                    <a:pt x="7386790" y="1031973"/>
                  </a:lnTo>
                  <a:lnTo>
                    <a:pt x="7299758" y="1034355"/>
                  </a:lnTo>
                  <a:lnTo>
                    <a:pt x="7218829" y="1037016"/>
                  </a:lnTo>
                  <a:lnTo>
                    <a:pt x="7144274" y="1039981"/>
                  </a:lnTo>
                  <a:lnTo>
                    <a:pt x="7075814" y="1043291"/>
                  </a:lnTo>
                  <a:lnTo>
                    <a:pt x="7012811" y="1046991"/>
                  </a:lnTo>
                  <a:lnTo>
                    <a:pt x="6954427" y="1051139"/>
                  </a:lnTo>
                  <a:lnTo>
                    <a:pt x="6899730" y="1055796"/>
                  </a:lnTo>
                  <a:lnTo>
                    <a:pt x="6847788" y="1061017"/>
                  </a:lnTo>
                  <a:lnTo>
                    <a:pt x="6797744" y="1066843"/>
                  </a:lnTo>
                  <a:lnTo>
                    <a:pt x="6786527" y="1068256"/>
                  </a:lnTo>
                  <a:lnTo>
                    <a:pt x="6732715" y="1075569"/>
                  </a:lnTo>
                  <a:lnTo>
                    <a:pt x="6679422" y="1083650"/>
                  </a:lnTo>
                  <a:lnTo>
                    <a:pt x="6626072" y="1092511"/>
                  </a:lnTo>
                  <a:lnTo>
                    <a:pt x="6572280" y="1102133"/>
                  </a:lnTo>
                  <a:lnTo>
                    <a:pt x="6517827" y="1112467"/>
                  </a:lnTo>
                  <a:lnTo>
                    <a:pt x="6462637" y="1123429"/>
                  </a:lnTo>
                  <a:lnTo>
                    <a:pt x="6406761" y="1134905"/>
                  </a:lnTo>
                  <a:lnTo>
                    <a:pt x="6350352" y="1146750"/>
                  </a:lnTo>
                  <a:lnTo>
                    <a:pt x="6293636" y="1158799"/>
                  </a:lnTo>
                  <a:lnTo>
                    <a:pt x="6236882" y="1170873"/>
                  </a:lnTo>
                  <a:lnTo>
                    <a:pt x="6180361" y="1182793"/>
                  </a:lnTo>
                  <a:lnTo>
                    <a:pt x="6124317" y="1194388"/>
                  </a:lnTo>
                  <a:lnTo>
                    <a:pt x="6068925" y="1205507"/>
                  </a:lnTo>
                  <a:lnTo>
                    <a:pt x="6014267" y="1216027"/>
                  </a:lnTo>
                  <a:lnTo>
                    <a:pt x="5960306" y="1225855"/>
                  </a:lnTo>
                  <a:lnTo>
                    <a:pt x="5906864" y="1234932"/>
                  </a:lnTo>
                  <a:lnTo>
                    <a:pt x="5853604" y="1243232"/>
                  </a:lnTo>
                  <a:lnTo>
                    <a:pt x="5800007" y="1250757"/>
                  </a:lnTo>
                  <a:lnTo>
                    <a:pt x="5784835" y="1252730"/>
                  </a:lnTo>
                  <a:lnTo>
                    <a:pt x="5735118" y="1258695"/>
                  </a:lnTo>
                  <a:lnTo>
                    <a:pt x="5683680" y="1264052"/>
                  </a:lnTo>
                  <a:lnTo>
                    <a:pt x="5629691" y="1268833"/>
                  </a:lnTo>
                  <a:lnTo>
                    <a:pt x="5572231" y="1273091"/>
                  </a:lnTo>
                  <a:lnTo>
                    <a:pt x="5510359" y="1276889"/>
                  </a:lnTo>
                  <a:lnTo>
                    <a:pt x="5443208" y="1280282"/>
                  </a:lnTo>
                  <a:lnTo>
                    <a:pt x="5370083" y="1283323"/>
                  </a:lnTo>
                  <a:lnTo>
                    <a:pt x="5290606" y="1286050"/>
                  </a:lnTo>
                  <a:lnTo>
                    <a:pt x="5204904" y="1288494"/>
                  </a:lnTo>
                  <a:lnTo>
                    <a:pt x="5113826" y="1290671"/>
                  </a:lnTo>
                  <a:lnTo>
                    <a:pt x="5019153" y="1292588"/>
                  </a:lnTo>
                  <a:lnTo>
                    <a:pt x="4923730" y="1294243"/>
                  </a:lnTo>
                  <a:lnTo>
                    <a:pt x="4831389" y="1295630"/>
                  </a:lnTo>
                  <a:lnTo>
                    <a:pt x="4746588" y="1296743"/>
                  </a:lnTo>
                  <a:lnTo>
                    <a:pt x="4673715" y="1297588"/>
                  </a:lnTo>
                  <a:lnTo>
                    <a:pt x="4616206" y="1298180"/>
                  </a:lnTo>
                  <a:lnTo>
                    <a:pt x="4575706" y="1298553"/>
                  </a:lnTo>
                  <a:lnTo>
                    <a:pt x="4551577" y="1298753"/>
                  </a:lnTo>
                  <a:lnTo>
                    <a:pt x="4540860" y="1298833"/>
                  </a:lnTo>
                  <a:lnTo>
                    <a:pt x="4538558" y="1298849"/>
                  </a:lnTo>
                  <a:lnTo>
                    <a:pt x="4538543" y="1298849"/>
                  </a:lnTo>
                  <a:lnTo>
                    <a:pt x="4016409" y="1298849"/>
                  </a:lnTo>
                  <a:lnTo>
                    <a:pt x="4015167" y="1298810"/>
                  </a:lnTo>
                  <a:lnTo>
                    <a:pt x="4007041" y="1298531"/>
                  </a:lnTo>
                  <a:lnTo>
                    <a:pt x="3986711" y="1297761"/>
                  </a:lnTo>
                  <a:lnTo>
                    <a:pt x="3950757" y="1296249"/>
                  </a:lnTo>
                  <a:lnTo>
                    <a:pt x="3897969" y="1293771"/>
                  </a:lnTo>
                  <a:lnTo>
                    <a:pt x="3829406" y="1290160"/>
                  </a:lnTo>
                  <a:lnTo>
                    <a:pt x="3748034" y="1285317"/>
                  </a:lnTo>
                  <a:lnTo>
                    <a:pt x="3657987" y="1279211"/>
                  </a:lnTo>
                  <a:lnTo>
                    <a:pt x="3563689" y="1271854"/>
                  </a:lnTo>
                  <a:lnTo>
                    <a:pt x="3469122" y="1263278"/>
                  </a:lnTo>
                  <a:lnTo>
                    <a:pt x="3377374" y="1253498"/>
                  </a:lnTo>
                  <a:lnTo>
                    <a:pt x="3290497" y="1242499"/>
                  </a:lnTo>
                  <a:lnTo>
                    <a:pt x="3209584" y="1230218"/>
                  </a:lnTo>
                  <a:lnTo>
                    <a:pt x="3134958" y="1216537"/>
                  </a:lnTo>
                  <a:lnTo>
                    <a:pt x="3066386" y="1201287"/>
                  </a:lnTo>
                  <a:lnTo>
                    <a:pt x="3003274" y="1184253"/>
                  </a:lnTo>
                  <a:lnTo>
                    <a:pt x="2944814" y="1165176"/>
                  </a:lnTo>
                  <a:lnTo>
                    <a:pt x="2890103" y="1143781"/>
                  </a:lnTo>
                  <a:lnTo>
                    <a:pt x="2838222" y="1119802"/>
                  </a:lnTo>
                  <a:lnTo>
                    <a:pt x="2788317" y="1093045"/>
                  </a:lnTo>
                  <a:lnTo>
                    <a:pt x="2770117" y="1082374"/>
                  </a:lnTo>
                  <a:lnTo>
                    <a:pt x="2722879" y="1052461"/>
                  </a:lnTo>
                  <a:lnTo>
                    <a:pt x="2676101" y="1019782"/>
                  </a:lnTo>
                  <a:lnTo>
                    <a:pt x="2629372" y="984287"/>
                  </a:lnTo>
                  <a:lnTo>
                    <a:pt x="2582394" y="946005"/>
                  </a:lnTo>
                  <a:lnTo>
                    <a:pt x="2534973" y="905047"/>
                  </a:lnTo>
                  <a:lnTo>
                    <a:pt x="2487007" y="861618"/>
                  </a:lnTo>
                  <a:lnTo>
                    <a:pt x="2438473" y="816016"/>
                  </a:lnTo>
                  <a:lnTo>
                    <a:pt x="2389423" y="768624"/>
                  </a:lnTo>
                  <a:lnTo>
                    <a:pt x="2339963" y="719907"/>
                  </a:lnTo>
                  <a:lnTo>
                    <a:pt x="2290247" y="670388"/>
                  </a:lnTo>
                  <a:lnTo>
                    <a:pt x="2240452" y="620627"/>
                  </a:lnTo>
                  <a:lnTo>
                    <a:pt x="2190765" y="571198"/>
                  </a:lnTo>
                  <a:lnTo>
                    <a:pt x="2141360" y="522657"/>
                  </a:lnTo>
                  <a:lnTo>
                    <a:pt x="2092386" y="475518"/>
                  </a:lnTo>
                  <a:lnTo>
                    <a:pt x="2043940" y="430234"/>
                  </a:lnTo>
                  <a:lnTo>
                    <a:pt x="1996063" y="387178"/>
                  </a:lnTo>
                  <a:lnTo>
                    <a:pt x="1948721" y="346630"/>
                  </a:lnTo>
                  <a:lnTo>
                    <a:pt x="1901797" y="308782"/>
                  </a:lnTo>
                  <a:lnTo>
                    <a:pt x="1855083" y="273731"/>
                  </a:lnTo>
                  <a:lnTo>
                    <a:pt x="1808264" y="241493"/>
                  </a:lnTo>
                  <a:lnTo>
                    <a:pt x="1768425" y="216474"/>
                  </a:lnTo>
                  <a:lnTo>
                    <a:pt x="1719065" y="188664"/>
                  </a:lnTo>
                  <a:lnTo>
                    <a:pt x="1668012" y="163668"/>
                  </a:lnTo>
                  <a:lnTo>
                    <a:pt x="1614458" y="141341"/>
                  </a:lnTo>
                  <a:lnTo>
                    <a:pt x="1557501" y="121435"/>
                  </a:lnTo>
                  <a:lnTo>
                    <a:pt x="1496220" y="103673"/>
                  </a:lnTo>
                  <a:lnTo>
                    <a:pt x="1429762" y="87788"/>
                  </a:lnTo>
                  <a:lnTo>
                    <a:pt x="1357437" y="73546"/>
                  </a:lnTo>
                  <a:lnTo>
                    <a:pt x="1278858" y="60761"/>
                  </a:lnTo>
                  <a:lnTo>
                    <a:pt x="1194116" y="49295"/>
                  </a:lnTo>
                  <a:lnTo>
                    <a:pt x="1103994" y="39066"/>
                  </a:lnTo>
                  <a:lnTo>
                    <a:pt x="1010170" y="30042"/>
                  </a:lnTo>
                  <a:lnTo>
                    <a:pt x="915349" y="22228"/>
                  </a:lnTo>
                  <a:lnTo>
                    <a:pt x="823214" y="15654"/>
                  </a:lnTo>
                  <a:lnTo>
                    <a:pt x="738100" y="10343"/>
                  </a:lnTo>
                  <a:lnTo>
                    <a:pt x="664347" y="6281"/>
                  </a:lnTo>
                  <a:lnTo>
                    <a:pt x="605455" y="3398"/>
                  </a:lnTo>
                  <a:lnTo>
                    <a:pt x="563260" y="1550"/>
                  </a:lnTo>
                  <a:lnTo>
                    <a:pt x="537408" y="532"/>
                  </a:lnTo>
                  <a:lnTo>
                    <a:pt x="525271" y="101"/>
                  </a:lnTo>
                  <a:lnTo>
                    <a:pt x="522199" y="1"/>
                  </a:lnTo>
                  <a:lnTo>
                    <a:pt x="522133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326" name="pg326"/>
            <p:cNvSpPr/>
            <p:nvPr/>
          </p:nvSpPr>
          <p:spPr>
            <a:xfrm>
              <a:off x="386606" y="1801086"/>
              <a:ext cx="8554953" cy="1310143"/>
            </a:xfrm>
            <a:custGeom>
              <a:avLst/>
              <a:pathLst>
                <a:path w="8554953" h="1310143">
                  <a:moveTo>
                    <a:pt x="0" y="5647"/>
                  </a:moveTo>
                  <a:lnTo>
                    <a:pt x="522133" y="5647"/>
                  </a:lnTo>
                  <a:lnTo>
                    <a:pt x="523375" y="5686"/>
                  </a:lnTo>
                  <a:lnTo>
                    <a:pt x="531500" y="5965"/>
                  </a:lnTo>
                  <a:lnTo>
                    <a:pt x="551826" y="6739"/>
                  </a:lnTo>
                  <a:lnTo>
                    <a:pt x="587774" y="8258"/>
                  </a:lnTo>
                  <a:lnTo>
                    <a:pt x="640554" y="10746"/>
                  </a:lnTo>
                  <a:lnTo>
                    <a:pt x="709107" y="14372"/>
                  </a:lnTo>
                  <a:lnTo>
                    <a:pt x="790469" y="19235"/>
                  </a:lnTo>
                  <a:lnTo>
                    <a:pt x="880508" y="25367"/>
                  </a:lnTo>
                  <a:lnTo>
                    <a:pt x="974799" y="32754"/>
                  </a:lnTo>
                  <a:lnTo>
                    <a:pt x="1069360" y="41366"/>
                  </a:lnTo>
                  <a:lnTo>
                    <a:pt x="1161105" y="51187"/>
                  </a:lnTo>
                  <a:lnTo>
                    <a:pt x="1247981" y="62232"/>
                  </a:lnTo>
                  <a:lnTo>
                    <a:pt x="1328894" y="74566"/>
                  </a:lnTo>
                  <a:lnTo>
                    <a:pt x="1403521" y="88304"/>
                  </a:lnTo>
                  <a:lnTo>
                    <a:pt x="1472093" y="103617"/>
                  </a:lnTo>
                  <a:lnTo>
                    <a:pt x="1535207" y="120723"/>
                  </a:lnTo>
                  <a:lnTo>
                    <a:pt x="1593667" y="139878"/>
                  </a:lnTo>
                  <a:lnTo>
                    <a:pt x="1648378" y="161363"/>
                  </a:lnTo>
                  <a:lnTo>
                    <a:pt x="1700259" y="185441"/>
                  </a:lnTo>
                  <a:lnTo>
                    <a:pt x="1750162" y="212309"/>
                  </a:lnTo>
                  <a:lnTo>
                    <a:pt x="1768425" y="223063"/>
                  </a:lnTo>
                  <a:lnTo>
                    <a:pt x="1815620" y="253076"/>
                  </a:lnTo>
                  <a:lnTo>
                    <a:pt x="1862354" y="285863"/>
                  </a:lnTo>
                  <a:lnTo>
                    <a:pt x="1909039" y="321473"/>
                  </a:lnTo>
                  <a:lnTo>
                    <a:pt x="1955973" y="359877"/>
                  </a:lnTo>
                  <a:lnTo>
                    <a:pt x="2003347" y="400964"/>
                  </a:lnTo>
                  <a:lnTo>
                    <a:pt x="2051266" y="444529"/>
                  </a:lnTo>
                  <a:lnTo>
                    <a:pt x="2099751" y="490275"/>
                  </a:lnTo>
                  <a:lnTo>
                    <a:pt x="2148753" y="537817"/>
                  </a:lnTo>
                  <a:lnTo>
                    <a:pt x="2198164" y="586692"/>
                  </a:lnTo>
                  <a:lnTo>
                    <a:pt x="2247832" y="636376"/>
                  </a:lnTo>
                  <a:lnTo>
                    <a:pt x="2297581" y="686307"/>
                  </a:lnTo>
                  <a:lnTo>
                    <a:pt x="2347225" y="735911"/>
                  </a:lnTo>
                  <a:lnTo>
                    <a:pt x="2396587" y="784632"/>
                  </a:lnTo>
                  <a:lnTo>
                    <a:pt x="2445522" y="831952"/>
                  </a:lnTo>
                  <a:lnTo>
                    <a:pt x="2493931" y="877418"/>
                  </a:lnTo>
                  <a:lnTo>
                    <a:pt x="2541771" y="920656"/>
                  </a:lnTo>
                  <a:lnTo>
                    <a:pt x="2589077" y="961382"/>
                  </a:lnTo>
                  <a:lnTo>
                    <a:pt x="2635962" y="999405"/>
                  </a:lnTo>
                  <a:lnTo>
                    <a:pt x="2682635" y="1034624"/>
                  </a:lnTo>
                  <a:lnTo>
                    <a:pt x="2729405" y="1067024"/>
                  </a:lnTo>
                  <a:lnTo>
                    <a:pt x="2770117" y="1092727"/>
                  </a:lnTo>
                  <a:lnTo>
                    <a:pt x="2819474" y="1120657"/>
                  </a:lnTo>
                  <a:lnTo>
                    <a:pt x="2870523" y="1145760"/>
                  </a:lnTo>
                  <a:lnTo>
                    <a:pt x="2924073" y="1168183"/>
                  </a:lnTo>
                  <a:lnTo>
                    <a:pt x="2981027" y="1188174"/>
                  </a:lnTo>
                  <a:lnTo>
                    <a:pt x="3042302" y="1206013"/>
                  </a:lnTo>
                  <a:lnTo>
                    <a:pt x="3108754" y="1221967"/>
                  </a:lnTo>
                  <a:lnTo>
                    <a:pt x="3181072" y="1236271"/>
                  </a:lnTo>
                  <a:lnTo>
                    <a:pt x="3259643" y="1249112"/>
                  </a:lnTo>
                  <a:lnTo>
                    <a:pt x="3344375" y="1260627"/>
                  </a:lnTo>
                  <a:lnTo>
                    <a:pt x="3434489" y="1270901"/>
                  </a:lnTo>
                  <a:lnTo>
                    <a:pt x="3528306" y="1279964"/>
                  </a:lnTo>
                  <a:lnTo>
                    <a:pt x="3623122" y="1287812"/>
                  </a:lnTo>
                  <a:lnTo>
                    <a:pt x="3715254" y="1294415"/>
                  </a:lnTo>
                  <a:lnTo>
                    <a:pt x="3800371" y="1299751"/>
                  </a:lnTo>
                  <a:lnTo>
                    <a:pt x="3874131" y="1303831"/>
                  </a:lnTo>
                  <a:lnTo>
                    <a:pt x="3933035" y="1306728"/>
                  </a:lnTo>
                  <a:lnTo>
                    <a:pt x="3975246" y="1308585"/>
                  </a:lnTo>
                  <a:lnTo>
                    <a:pt x="4001113" y="1309607"/>
                  </a:lnTo>
                  <a:lnTo>
                    <a:pt x="4013263" y="1310041"/>
                  </a:lnTo>
                  <a:lnTo>
                    <a:pt x="4016409" y="1310143"/>
                  </a:lnTo>
                  <a:lnTo>
                    <a:pt x="4538543" y="1310143"/>
                  </a:lnTo>
                  <a:lnTo>
                    <a:pt x="4539813" y="1310143"/>
                  </a:lnTo>
                  <a:lnTo>
                    <a:pt x="4548114" y="1310139"/>
                  </a:lnTo>
                  <a:lnTo>
                    <a:pt x="4568866" y="1310129"/>
                  </a:lnTo>
                  <a:lnTo>
                    <a:pt x="4605526" y="1310109"/>
                  </a:lnTo>
                  <a:lnTo>
                    <a:pt x="4659270" y="1310075"/>
                  </a:lnTo>
                  <a:lnTo>
                    <a:pt x="4728941" y="1310027"/>
                  </a:lnTo>
                  <a:lnTo>
                    <a:pt x="4811442" y="1309963"/>
                  </a:lnTo>
                  <a:lnTo>
                    <a:pt x="4902515" y="1309882"/>
                  </a:lnTo>
                  <a:lnTo>
                    <a:pt x="4997641" y="1309784"/>
                  </a:lnTo>
                  <a:lnTo>
                    <a:pt x="5092801" y="1309670"/>
                  </a:lnTo>
                  <a:lnTo>
                    <a:pt x="5184909" y="1309541"/>
                  </a:lnTo>
                  <a:lnTo>
                    <a:pt x="5271948" y="1309395"/>
                  </a:lnTo>
                  <a:lnTo>
                    <a:pt x="5352878" y="1309232"/>
                  </a:lnTo>
                  <a:lnTo>
                    <a:pt x="5427429" y="1309050"/>
                  </a:lnTo>
                  <a:lnTo>
                    <a:pt x="5495884" y="1308847"/>
                  </a:lnTo>
                  <a:lnTo>
                    <a:pt x="5558881" y="1308620"/>
                  </a:lnTo>
                  <a:lnTo>
                    <a:pt x="5617262" y="1308366"/>
                  </a:lnTo>
                  <a:lnTo>
                    <a:pt x="5671958" y="1308081"/>
                  </a:lnTo>
                  <a:lnTo>
                    <a:pt x="5723903" y="1307761"/>
                  </a:lnTo>
                  <a:lnTo>
                    <a:pt x="5773955" y="1307404"/>
                  </a:lnTo>
                  <a:lnTo>
                    <a:pt x="5784835" y="1307320"/>
                  </a:lnTo>
                  <a:lnTo>
                    <a:pt x="5839093" y="1306868"/>
                  </a:lnTo>
                  <a:lnTo>
                    <a:pt x="5892828" y="1306368"/>
                  </a:lnTo>
                  <a:lnTo>
                    <a:pt x="5946630" y="1305820"/>
                  </a:lnTo>
                  <a:lnTo>
                    <a:pt x="6000887" y="1305225"/>
                  </a:lnTo>
                  <a:lnTo>
                    <a:pt x="6055822" y="1304586"/>
                  </a:lnTo>
                  <a:lnTo>
                    <a:pt x="6111506" y="1303907"/>
                  </a:lnTo>
                  <a:lnTo>
                    <a:pt x="6167881" y="1303197"/>
                  </a:lnTo>
                  <a:lnTo>
                    <a:pt x="6224788" y="1302465"/>
                  </a:lnTo>
                  <a:lnTo>
                    <a:pt x="6281988" y="1301721"/>
                  </a:lnTo>
                  <a:lnTo>
                    <a:pt x="6339207" y="1300976"/>
                  </a:lnTo>
                  <a:lnTo>
                    <a:pt x="6396166" y="1300241"/>
                  </a:lnTo>
                  <a:lnTo>
                    <a:pt x="6452621" y="1299528"/>
                  </a:lnTo>
                  <a:lnTo>
                    <a:pt x="6508400" y="1298845"/>
                  </a:lnTo>
                  <a:lnTo>
                    <a:pt x="6563430" y="1298200"/>
                  </a:lnTo>
                  <a:lnTo>
                    <a:pt x="6617766" y="1297599"/>
                  </a:lnTo>
                  <a:lnTo>
                    <a:pt x="6671608" y="1297044"/>
                  </a:lnTo>
                  <a:lnTo>
                    <a:pt x="6725323" y="1296539"/>
                  </a:lnTo>
                  <a:lnTo>
                    <a:pt x="6779473" y="1296081"/>
                  </a:lnTo>
                  <a:lnTo>
                    <a:pt x="6786527" y="1296025"/>
                  </a:lnTo>
                  <a:lnTo>
                    <a:pt x="6836261" y="1295660"/>
                  </a:lnTo>
                  <a:lnTo>
                    <a:pt x="6887718" y="1295332"/>
                  </a:lnTo>
                  <a:lnTo>
                    <a:pt x="6941727" y="1295039"/>
                  </a:lnTo>
                  <a:lnTo>
                    <a:pt x="6999212" y="1294778"/>
                  </a:lnTo>
                  <a:lnTo>
                    <a:pt x="7061112" y="1294546"/>
                  </a:lnTo>
                  <a:lnTo>
                    <a:pt x="7128297" y="1294338"/>
                  </a:lnTo>
                  <a:lnTo>
                    <a:pt x="7201461" y="1294152"/>
                  </a:lnTo>
                  <a:lnTo>
                    <a:pt x="7280981" y="1293985"/>
                  </a:lnTo>
                  <a:lnTo>
                    <a:pt x="7366729" y="1293835"/>
                  </a:lnTo>
                  <a:lnTo>
                    <a:pt x="7457854" y="1293702"/>
                  </a:lnTo>
                  <a:lnTo>
                    <a:pt x="7552567" y="1293585"/>
                  </a:lnTo>
                  <a:lnTo>
                    <a:pt x="7648019" y="1293483"/>
                  </a:lnTo>
                  <a:lnTo>
                    <a:pt x="7740369" y="1293398"/>
                  </a:lnTo>
                  <a:lnTo>
                    <a:pt x="7825154" y="1293330"/>
                  </a:lnTo>
                  <a:lnTo>
                    <a:pt x="7897982" y="1293279"/>
                  </a:lnTo>
                  <a:lnTo>
                    <a:pt x="7955423" y="1293242"/>
                  </a:lnTo>
                  <a:lnTo>
                    <a:pt x="7995841" y="1293220"/>
                  </a:lnTo>
                  <a:lnTo>
                    <a:pt x="8019888" y="1293208"/>
                  </a:lnTo>
                  <a:lnTo>
                    <a:pt x="8030538" y="1293203"/>
                  </a:lnTo>
                  <a:lnTo>
                    <a:pt x="8032819" y="1293202"/>
                  </a:lnTo>
                  <a:lnTo>
                    <a:pt x="8554953" y="1293202"/>
                  </a:lnTo>
                  <a:lnTo>
                    <a:pt x="8554953" y="1287555"/>
                  </a:lnTo>
                  <a:lnTo>
                    <a:pt x="8032819" y="1287555"/>
                  </a:lnTo>
                  <a:lnTo>
                    <a:pt x="8031549" y="1287555"/>
                  </a:lnTo>
                  <a:lnTo>
                    <a:pt x="8023248" y="1287559"/>
                  </a:lnTo>
                  <a:lnTo>
                    <a:pt x="8002496" y="1287569"/>
                  </a:lnTo>
                  <a:lnTo>
                    <a:pt x="7965836" y="1287589"/>
                  </a:lnTo>
                  <a:lnTo>
                    <a:pt x="7912092" y="1287622"/>
                  </a:lnTo>
                  <a:lnTo>
                    <a:pt x="7842421" y="1287670"/>
                  </a:lnTo>
                  <a:lnTo>
                    <a:pt x="7759920" y="1287735"/>
                  </a:lnTo>
                  <a:lnTo>
                    <a:pt x="7668847" y="1287816"/>
                  </a:lnTo>
                  <a:lnTo>
                    <a:pt x="7573720" y="1287914"/>
                  </a:lnTo>
                  <a:lnTo>
                    <a:pt x="7478561" y="1288027"/>
                  </a:lnTo>
                  <a:lnTo>
                    <a:pt x="7386453" y="1288157"/>
                  </a:lnTo>
                  <a:lnTo>
                    <a:pt x="7299414" y="1288303"/>
                  </a:lnTo>
                  <a:lnTo>
                    <a:pt x="7218484" y="1288466"/>
                  </a:lnTo>
                  <a:lnTo>
                    <a:pt x="7143933" y="1288648"/>
                  </a:lnTo>
                  <a:lnTo>
                    <a:pt x="7075478" y="1288851"/>
                  </a:lnTo>
                  <a:lnTo>
                    <a:pt x="7012481" y="1289077"/>
                  </a:lnTo>
                  <a:lnTo>
                    <a:pt x="6954100" y="1289332"/>
                  </a:lnTo>
                  <a:lnTo>
                    <a:pt x="6899404" y="1289617"/>
                  </a:lnTo>
                  <a:lnTo>
                    <a:pt x="6847459" y="1289937"/>
                  </a:lnTo>
                  <a:lnTo>
                    <a:pt x="6797407" y="1290294"/>
                  </a:lnTo>
                  <a:lnTo>
                    <a:pt x="6786527" y="1290378"/>
                  </a:lnTo>
                  <a:lnTo>
                    <a:pt x="6732269" y="1290830"/>
                  </a:lnTo>
                  <a:lnTo>
                    <a:pt x="6678534" y="1291329"/>
                  </a:lnTo>
                  <a:lnTo>
                    <a:pt x="6624732" y="1291877"/>
                  </a:lnTo>
                  <a:lnTo>
                    <a:pt x="6570475" y="1292473"/>
                  </a:lnTo>
                  <a:lnTo>
                    <a:pt x="6515540" y="1293112"/>
                  </a:lnTo>
                  <a:lnTo>
                    <a:pt x="6459856" y="1293791"/>
                  </a:lnTo>
                  <a:lnTo>
                    <a:pt x="6403481" y="1294500"/>
                  </a:lnTo>
                  <a:lnTo>
                    <a:pt x="6346574" y="1295233"/>
                  </a:lnTo>
                  <a:lnTo>
                    <a:pt x="6289374" y="1295977"/>
                  </a:lnTo>
                  <a:lnTo>
                    <a:pt x="6232155" y="1296722"/>
                  </a:lnTo>
                  <a:lnTo>
                    <a:pt x="6175196" y="1297457"/>
                  </a:lnTo>
                  <a:lnTo>
                    <a:pt x="6118741" y="1298170"/>
                  </a:lnTo>
                  <a:lnTo>
                    <a:pt x="6062962" y="1298853"/>
                  </a:lnTo>
                  <a:lnTo>
                    <a:pt x="6007932" y="1299498"/>
                  </a:lnTo>
                  <a:lnTo>
                    <a:pt x="5953596" y="1300099"/>
                  </a:lnTo>
                  <a:lnTo>
                    <a:pt x="5899754" y="1300653"/>
                  </a:lnTo>
                  <a:lnTo>
                    <a:pt x="5846039" y="1301159"/>
                  </a:lnTo>
                  <a:lnTo>
                    <a:pt x="5791889" y="1301617"/>
                  </a:lnTo>
                  <a:lnTo>
                    <a:pt x="5784835" y="1301672"/>
                  </a:lnTo>
                  <a:lnTo>
                    <a:pt x="5735101" y="1302038"/>
                  </a:lnTo>
                  <a:lnTo>
                    <a:pt x="5683644" y="1302366"/>
                  </a:lnTo>
                  <a:lnTo>
                    <a:pt x="5629635" y="1302659"/>
                  </a:lnTo>
                  <a:lnTo>
                    <a:pt x="5572150" y="1302919"/>
                  </a:lnTo>
                  <a:lnTo>
                    <a:pt x="5510250" y="1303152"/>
                  </a:lnTo>
                  <a:lnTo>
                    <a:pt x="5443065" y="1303360"/>
                  </a:lnTo>
                  <a:lnTo>
                    <a:pt x="5369901" y="1303546"/>
                  </a:lnTo>
                  <a:lnTo>
                    <a:pt x="5290381" y="1303713"/>
                  </a:lnTo>
                  <a:lnTo>
                    <a:pt x="5204633" y="1303862"/>
                  </a:lnTo>
                  <a:lnTo>
                    <a:pt x="5113508" y="1303996"/>
                  </a:lnTo>
                  <a:lnTo>
                    <a:pt x="5018795" y="1304113"/>
                  </a:lnTo>
                  <a:lnTo>
                    <a:pt x="4923343" y="1304214"/>
                  </a:lnTo>
                  <a:lnTo>
                    <a:pt x="4830993" y="1304299"/>
                  </a:lnTo>
                  <a:lnTo>
                    <a:pt x="4746208" y="1304367"/>
                  </a:lnTo>
                  <a:lnTo>
                    <a:pt x="4673380" y="1304419"/>
                  </a:lnTo>
                  <a:lnTo>
                    <a:pt x="4615939" y="1304455"/>
                  </a:lnTo>
                  <a:lnTo>
                    <a:pt x="4575521" y="1304478"/>
                  </a:lnTo>
                  <a:lnTo>
                    <a:pt x="4551474" y="1304490"/>
                  </a:lnTo>
                  <a:lnTo>
                    <a:pt x="4540824" y="1304495"/>
                  </a:lnTo>
                  <a:lnTo>
                    <a:pt x="4538543" y="1304496"/>
                  </a:lnTo>
                  <a:lnTo>
                    <a:pt x="4016409" y="1304496"/>
                  </a:lnTo>
                  <a:lnTo>
                    <a:pt x="4015167" y="1304457"/>
                  </a:lnTo>
                  <a:lnTo>
                    <a:pt x="4007043" y="1304177"/>
                  </a:lnTo>
                  <a:lnTo>
                    <a:pt x="3986716" y="1303404"/>
                  </a:lnTo>
                  <a:lnTo>
                    <a:pt x="3950769" y="1301885"/>
                  </a:lnTo>
                  <a:lnTo>
                    <a:pt x="3897988" y="1299397"/>
                  </a:lnTo>
                  <a:lnTo>
                    <a:pt x="3829435" y="1295771"/>
                  </a:lnTo>
                  <a:lnTo>
                    <a:pt x="3748073" y="1290908"/>
                  </a:lnTo>
                  <a:lnTo>
                    <a:pt x="3658034" y="1284776"/>
                  </a:lnTo>
                  <a:lnTo>
                    <a:pt x="3563743" y="1277389"/>
                  </a:lnTo>
                  <a:lnTo>
                    <a:pt x="3469182" y="1268776"/>
                  </a:lnTo>
                  <a:lnTo>
                    <a:pt x="3377437" y="1258956"/>
                  </a:lnTo>
                  <a:lnTo>
                    <a:pt x="3290561" y="1247911"/>
                  </a:lnTo>
                  <a:lnTo>
                    <a:pt x="3209649" y="1235577"/>
                  </a:lnTo>
                  <a:lnTo>
                    <a:pt x="3135022" y="1221839"/>
                  </a:lnTo>
                  <a:lnTo>
                    <a:pt x="3066449" y="1206526"/>
                  </a:lnTo>
                  <a:lnTo>
                    <a:pt x="3003336" y="1189420"/>
                  </a:lnTo>
                  <a:lnTo>
                    <a:pt x="2944876" y="1170264"/>
                  </a:lnTo>
                  <a:lnTo>
                    <a:pt x="2890164" y="1148780"/>
                  </a:lnTo>
                  <a:lnTo>
                    <a:pt x="2838283" y="1124702"/>
                  </a:lnTo>
                  <a:lnTo>
                    <a:pt x="2788380" y="1097834"/>
                  </a:lnTo>
                  <a:lnTo>
                    <a:pt x="2770117" y="1087080"/>
                  </a:lnTo>
                  <a:lnTo>
                    <a:pt x="2722922" y="1057066"/>
                  </a:lnTo>
                  <a:lnTo>
                    <a:pt x="2676188" y="1024279"/>
                  </a:lnTo>
                  <a:lnTo>
                    <a:pt x="2629503" y="988670"/>
                  </a:lnTo>
                  <a:lnTo>
                    <a:pt x="2582570" y="950266"/>
                  </a:lnTo>
                  <a:lnTo>
                    <a:pt x="2535195" y="909179"/>
                  </a:lnTo>
                  <a:lnTo>
                    <a:pt x="2487276" y="865614"/>
                  </a:lnTo>
                  <a:lnTo>
                    <a:pt x="2438791" y="819868"/>
                  </a:lnTo>
                  <a:lnTo>
                    <a:pt x="2389789" y="772325"/>
                  </a:lnTo>
                  <a:lnTo>
                    <a:pt x="2340379" y="723451"/>
                  </a:lnTo>
                  <a:lnTo>
                    <a:pt x="2290710" y="673767"/>
                  </a:lnTo>
                  <a:lnTo>
                    <a:pt x="2240961" y="623836"/>
                  </a:lnTo>
                  <a:lnTo>
                    <a:pt x="2191318" y="574231"/>
                  </a:lnTo>
                  <a:lnTo>
                    <a:pt x="2141955" y="525511"/>
                  </a:lnTo>
                  <a:lnTo>
                    <a:pt x="2093020" y="478191"/>
                  </a:lnTo>
                  <a:lnTo>
                    <a:pt x="2044612" y="432725"/>
                  </a:lnTo>
                  <a:lnTo>
                    <a:pt x="1996771" y="389486"/>
                  </a:lnTo>
                  <a:lnTo>
                    <a:pt x="1949465" y="348760"/>
                  </a:lnTo>
                  <a:lnTo>
                    <a:pt x="1902580" y="310738"/>
                  </a:lnTo>
                  <a:lnTo>
                    <a:pt x="1855908" y="275518"/>
                  </a:lnTo>
                  <a:lnTo>
                    <a:pt x="1809137" y="243119"/>
                  </a:lnTo>
                  <a:lnTo>
                    <a:pt x="1768425" y="217416"/>
                  </a:lnTo>
                  <a:lnTo>
                    <a:pt x="1719068" y="189486"/>
                  </a:lnTo>
                  <a:lnTo>
                    <a:pt x="1668019" y="164383"/>
                  </a:lnTo>
                  <a:lnTo>
                    <a:pt x="1614469" y="141960"/>
                  </a:lnTo>
                  <a:lnTo>
                    <a:pt x="1557516" y="121968"/>
                  </a:lnTo>
                  <a:lnTo>
                    <a:pt x="1496240" y="104129"/>
                  </a:lnTo>
                  <a:lnTo>
                    <a:pt x="1429788" y="88175"/>
                  </a:lnTo>
                  <a:lnTo>
                    <a:pt x="1357470" y="73872"/>
                  </a:lnTo>
                  <a:lnTo>
                    <a:pt x="1278899" y="61031"/>
                  </a:lnTo>
                  <a:lnTo>
                    <a:pt x="1194167" y="49515"/>
                  </a:lnTo>
                  <a:lnTo>
                    <a:pt x="1104053" y="39242"/>
                  </a:lnTo>
                  <a:lnTo>
                    <a:pt x="1010236" y="30178"/>
                  </a:lnTo>
                  <a:lnTo>
                    <a:pt x="915421" y="22331"/>
                  </a:lnTo>
                  <a:lnTo>
                    <a:pt x="823288" y="15727"/>
                  </a:lnTo>
                  <a:lnTo>
                    <a:pt x="738171" y="10392"/>
                  </a:lnTo>
                  <a:lnTo>
                    <a:pt x="664411" y="6312"/>
                  </a:lnTo>
                  <a:lnTo>
                    <a:pt x="605507" y="3415"/>
                  </a:lnTo>
                  <a:lnTo>
                    <a:pt x="563296" y="1558"/>
                  </a:lnTo>
                  <a:lnTo>
                    <a:pt x="537429" y="535"/>
                  </a:lnTo>
                  <a:lnTo>
                    <a:pt x="525279" y="102"/>
                  </a:lnTo>
                  <a:lnTo>
                    <a:pt x="5221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327" name="pl327"/>
            <p:cNvSpPr/>
            <p:nvPr/>
          </p:nvSpPr>
          <p:spPr>
            <a:xfrm>
              <a:off x="386606" y="1806734"/>
              <a:ext cx="8554953" cy="1304496"/>
            </a:xfrm>
            <a:custGeom>
              <a:avLst/>
              <a:pathLst>
                <a:path w="8554953" h="1304496">
                  <a:moveTo>
                    <a:pt x="0" y="0"/>
                  </a:moveTo>
                  <a:lnTo>
                    <a:pt x="522133" y="0"/>
                  </a:lnTo>
                  <a:lnTo>
                    <a:pt x="523375" y="39"/>
                  </a:lnTo>
                  <a:lnTo>
                    <a:pt x="531500" y="318"/>
                  </a:lnTo>
                  <a:lnTo>
                    <a:pt x="551826" y="1092"/>
                  </a:lnTo>
                  <a:lnTo>
                    <a:pt x="587774" y="2610"/>
                  </a:lnTo>
                  <a:lnTo>
                    <a:pt x="640554" y="5099"/>
                  </a:lnTo>
                  <a:lnTo>
                    <a:pt x="709107" y="8725"/>
                  </a:lnTo>
                  <a:lnTo>
                    <a:pt x="790469" y="13588"/>
                  </a:lnTo>
                  <a:lnTo>
                    <a:pt x="880508" y="19720"/>
                  </a:lnTo>
                  <a:lnTo>
                    <a:pt x="974799" y="27107"/>
                  </a:lnTo>
                  <a:lnTo>
                    <a:pt x="1069360" y="35719"/>
                  </a:lnTo>
                  <a:lnTo>
                    <a:pt x="1161105" y="45540"/>
                  </a:lnTo>
                  <a:lnTo>
                    <a:pt x="1247981" y="56585"/>
                  </a:lnTo>
                  <a:lnTo>
                    <a:pt x="1328894" y="68918"/>
                  </a:lnTo>
                  <a:lnTo>
                    <a:pt x="1403521" y="82657"/>
                  </a:lnTo>
                  <a:lnTo>
                    <a:pt x="1472093" y="97970"/>
                  </a:lnTo>
                  <a:lnTo>
                    <a:pt x="1535207" y="115075"/>
                  </a:lnTo>
                  <a:lnTo>
                    <a:pt x="1593667" y="134231"/>
                  </a:lnTo>
                  <a:lnTo>
                    <a:pt x="1648378" y="155715"/>
                  </a:lnTo>
                  <a:lnTo>
                    <a:pt x="1700259" y="179794"/>
                  </a:lnTo>
                  <a:lnTo>
                    <a:pt x="1750162" y="206662"/>
                  </a:lnTo>
                  <a:lnTo>
                    <a:pt x="1768425" y="217416"/>
                  </a:lnTo>
                  <a:lnTo>
                    <a:pt x="1815620" y="247429"/>
                  </a:lnTo>
                  <a:lnTo>
                    <a:pt x="1862354" y="280216"/>
                  </a:lnTo>
                  <a:lnTo>
                    <a:pt x="1909039" y="315826"/>
                  </a:lnTo>
                  <a:lnTo>
                    <a:pt x="1955973" y="354230"/>
                  </a:lnTo>
                  <a:lnTo>
                    <a:pt x="2003347" y="395316"/>
                  </a:lnTo>
                  <a:lnTo>
                    <a:pt x="2051266" y="438881"/>
                  </a:lnTo>
                  <a:lnTo>
                    <a:pt x="2099751" y="484628"/>
                  </a:lnTo>
                  <a:lnTo>
                    <a:pt x="2148753" y="532170"/>
                  </a:lnTo>
                  <a:lnTo>
                    <a:pt x="2198164" y="581045"/>
                  </a:lnTo>
                  <a:lnTo>
                    <a:pt x="2247832" y="630729"/>
                  </a:lnTo>
                  <a:lnTo>
                    <a:pt x="2297581" y="680659"/>
                  </a:lnTo>
                  <a:lnTo>
                    <a:pt x="2347225" y="730264"/>
                  </a:lnTo>
                  <a:lnTo>
                    <a:pt x="2396587" y="778985"/>
                  </a:lnTo>
                  <a:lnTo>
                    <a:pt x="2445522" y="826305"/>
                  </a:lnTo>
                  <a:lnTo>
                    <a:pt x="2493931" y="871771"/>
                  </a:lnTo>
                  <a:lnTo>
                    <a:pt x="2541771" y="915009"/>
                  </a:lnTo>
                  <a:lnTo>
                    <a:pt x="2589077" y="955735"/>
                  </a:lnTo>
                  <a:lnTo>
                    <a:pt x="2635962" y="993758"/>
                  </a:lnTo>
                  <a:lnTo>
                    <a:pt x="2682635" y="1028977"/>
                  </a:lnTo>
                  <a:lnTo>
                    <a:pt x="2729405" y="1061377"/>
                  </a:lnTo>
                  <a:lnTo>
                    <a:pt x="2770117" y="1087080"/>
                  </a:lnTo>
                  <a:lnTo>
                    <a:pt x="2819474" y="1115010"/>
                  </a:lnTo>
                  <a:lnTo>
                    <a:pt x="2870523" y="1140112"/>
                  </a:lnTo>
                  <a:lnTo>
                    <a:pt x="2924073" y="1162535"/>
                  </a:lnTo>
                  <a:lnTo>
                    <a:pt x="2981027" y="1182527"/>
                  </a:lnTo>
                  <a:lnTo>
                    <a:pt x="3042302" y="1200366"/>
                  </a:lnTo>
                  <a:lnTo>
                    <a:pt x="3108754" y="1216320"/>
                  </a:lnTo>
                  <a:lnTo>
                    <a:pt x="3181072" y="1230623"/>
                  </a:lnTo>
                  <a:lnTo>
                    <a:pt x="3259643" y="1243465"/>
                  </a:lnTo>
                  <a:lnTo>
                    <a:pt x="3344375" y="1254980"/>
                  </a:lnTo>
                  <a:lnTo>
                    <a:pt x="3434489" y="1265253"/>
                  </a:lnTo>
                  <a:lnTo>
                    <a:pt x="3528306" y="1274317"/>
                  </a:lnTo>
                  <a:lnTo>
                    <a:pt x="3623122" y="1282165"/>
                  </a:lnTo>
                  <a:lnTo>
                    <a:pt x="3715254" y="1288768"/>
                  </a:lnTo>
                  <a:lnTo>
                    <a:pt x="3800371" y="1294104"/>
                  </a:lnTo>
                  <a:lnTo>
                    <a:pt x="3874131" y="1298184"/>
                  </a:lnTo>
                  <a:lnTo>
                    <a:pt x="3933035" y="1301081"/>
                  </a:lnTo>
                  <a:lnTo>
                    <a:pt x="3975246" y="1302937"/>
                  </a:lnTo>
                  <a:lnTo>
                    <a:pt x="4001113" y="1303960"/>
                  </a:lnTo>
                  <a:lnTo>
                    <a:pt x="4013263" y="1304394"/>
                  </a:lnTo>
                  <a:lnTo>
                    <a:pt x="4016342" y="1304494"/>
                  </a:lnTo>
                  <a:lnTo>
                    <a:pt x="4016409" y="1304496"/>
                  </a:lnTo>
                  <a:lnTo>
                    <a:pt x="4538543" y="1304496"/>
                  </a:lnTo>
                  <a:lnTo>
                    <a:pt x="4539813" y="1304496"/>
                  </a:lnTo>
                  <a:lnTo>
                    <a:pt x="4548114" y="1304492"/>
                  </a:lnTo>
                  <a:lnTo>
                    <a:pt x="4568866" y="1304482"/>
                  </a:lnTo>
                  <a:lnTo>
                    <a:pt x="4605526" y="1304461"/>
                  </a:lnTo>
                  <a:lnTo>
                    <a:pt x="4659270" y="1304428"/>
                  </a:lnTo>
                  <a:lnTo>
                    <a:pt x="4728941" y="1304380"/>
                  </a:lnTo>
                  <a:lnTo>
                    <a:pt x="4811442" y="1304316"/>
                  </a:lnTo>
                  <a:lnTo>
                    <a:pt x="4902515" y="1304235"/>
                  </a:lnTo>
                  <a:lnTo>
                    <a:pt x="4997641" y="1304137"/>
                  </a:lnTo>
                  <a:lnTo>
                    <a:pt x="5092801" y="1304023"/>
                  </a:lnTo>
                  <a:lnTo>
                    <a:pt x="5184909" y="1303893"/>
                  </a:lnTo>
                  <a:lnTo>
                    <a:pt x="5271948" y="1303747"/>
                  </a:lnTo>
                  <a:lnTo>
                    <a:pt x="5352878" y="1303584"/>
                  </a:lnTo>
                  <a:lnTo>
                    <a:pt x="5427429" y="1303403"/>
                  </a:lnTo>
                  <a:lnTo>
                    <a:pt x="5495884" y="1303200"/>
                  </a:lnTo>
                  <a:lnTo>
                    <a:pt x="5558881" y="1302973"/>
                  </a:lnTo>
                  <a:lnTo>
                    <a:pt x="5617262" y="1302719"/>
                  </a:lnTo>
                  <a:lnTo>
                    <a:pt x="5671958" y="1302433"/>
                  </a:lnTo>
                  <a:lnTo>
                    <a:pt x="5723903" y="1302113"/>
                  </a:lnTo>
                  <a:lnTo>
                    <a:pt x="5773955" y="1301756"/>
                  </a:lnTo>
                  <a:lnTo>
                    <a:pt x="5784835" y="1301672"/>
                  </a:lnTo>
                  <a:lnTo>
                    <a:pt x="5839093" y="1301221"/>
                  </a:lnTo>
                  <a:lnTo>
                    <a:pt x="5892828" y="1300721"/>
                  </a:lnTo>
                  <a:lnTo>
                    <a:pt x="5946630" y="1300173"/>
                  </a:lnTo>
                  <a:lnTo>
                    <a:pt x="6000887" y="1299578"/>
                  </a:lnTo>
                  <a:lnTo>
                    <a:pt x="6055822" y="1298938"/>
                  </a:lnTo>
                  <a:lnTo>
                    <a:pt x="6111506" y="1298260"/>
                  </a:lnTo>
                  <a:lnTo>
                    <a:pt x="6167881" y="1297550"/>
                  </a:lnTo>
                  <a:lnTo>
                    <a:pt x="6224788" y="1296818"/>
                  </a:lnTo>
                  <a:lnTo>
                    <a:pt x="6281988" y="1296073"/>
                  </a:lnTo>
                  <a:lnTo>
                    <a:pt x="6339207" y="1295328"/>
                  </a:lnTo>
                  <a:lnTo>
                    <a:pt x="6396166" y="1294594"/>
                  </a:lnTo>
                  <a:lnTo>
                    <a:pt x="6452621" y="1293881"/>
                  </a:lnTo>
                  <a:lnTo>
                    <a:pt x="6508400" y="1293198"/>
                  </a:lnTo>
                  <a:lnTo>
                    <a:pt x="6563430" y="1292553"/>
                  </a:lnTo>
                  <a:lnTo>
                    <a:pt x="6617766" y="1291951"/>
                  </a:lnTo>
                  <a:lnTo>
                    <a:pt x="6671608" y="1291397"/>
                  </a:lnTo>
                  <a:lnTo>
                    <a:pt x="6725323" y="1290891"/>
                  </a:lnTo>
                  <a:lnTo>
                    <a:pt x="6779473" y="1290434"/>
                  </a:lnTo>
                  <a:lnTo>
                    <a:pt x="6786527" y="1290378"/>
                  </a:lnTo>
                  <a:lnTo>
                    <a:pt x="6836261" y="1290013"/>
                  </a:lnTo>
                  <a:lnTo>
                    <a:pt x="6887718" y="1289685"/>
                  </a:lnTo>
                  <a:lnTo>
                    <a:pt x="6941727" y="1289392"/>
                  </a:lnTo>
                  <a:lnTo>
                    <a:pt x="6999212" y="1289131"/>
                  </a:lnTo>
                  <a:lnTo>
                    <a:pt x="7061112" y="1288899"/>
                  </a:lnTo>
                  <a:lnTo>
                    <a:pt x="7128297" y="1288691"/>
                  </a:lnTo>
                  <a:lnTo>
                    <a:pt x="7201461" y="1288505"/>
                  </a:lnTo>
                  <a:lnTo>
                    <a:pt x="7280981" y="1288338"/>
                  </a:lnTo>
                  <a:lnTo>
                    <a:pt x="7366729" y="1288188"/>
                  </a:lnTo>
                  <a:lnTo>
                    <a:pt x="7457854" y="1288055"/>
                  </a:lnTo>
                  <a:lnTo>
                    <a:pt x="7552567" y="1287937"/>
                  </a:lnTo>
                  <a:lnTo>
                    <a:pt x="7648019" y="1287836"/>
                  </a:lnTo>
                  <a:lnTo>
                    <a:pt x="7740369" y="1287751"/>
                  </a:lnTo>
                  <a:lnTo>
                    <a:pt x="7825154" y="1287683"/>
                  </a:lnTo>
                  <a:lnTo>
                    <a:pt x="7897982" y="1287632"/>
                  </a:lnTo>
                  <a:lnTo>
                    <a:pt x="7955423" y="1287595"/>
                  </a:lnTo>
                  <a:lnTo>
                    <a:pt x="7995841" y="1287573"/>
                  </a:lnTo>
                  <a:lnTo>
                    <a:pt x="8019888" y="1287560"/>
                  </a:lnTo>
                  <a:lnTo>
                    <a:pt x="8030538" y="1287555"/>
                  </a:lnTo>
                  <a:lnTo>
                    <a:pt x="8032805" y="1287555"/>
                  </a:lnTo>
                  <a:lnTo>
                    <a:pt x="8032819" y="1287555"/>
                  </a:lnTo>
                  <a:lnTo>
                    <a:pt x="8554953" y="1287555"/>
                  </a:lnTo>
                  <a:lnTo>
                    <a:pt x="8554953" y="1287555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328" name="pl328"/>
            <p:cNvSpPr/>
            <p:nvPr/>
          </p:nvSpPr>
          <p:spPr>
            <a:xfrm>
              <a:off x="386606" y="1801086"/>
              <a:ext cx="8554953" cy="1304496"/>
            </a:xfrm>
            <a:custGeom>
              <a:avLst/>
              <a:pathLst>
                <a:path w="8554953" h="1304496">
                  <a:moveTo>
                    <a:pt x="8554953" y="1287555"/>
                  </a:moveTo>
                  <a:lnTo>
                    <a:pt x="8032819" y="1287555"/>
                  </a:lnTo>
                  <a:lnTo>
                    <a:pt x="8031549" y="1287555"/>
                  </a:lnTo>
                  <a:lnTo>
                    <a:pt x="8023248" y="1287559"/>
                  </a:lnTo>
                  <a:lnTo>
                    <a:pt x="8002496" y="1287569"/>
                  </a:lnTo>
                  <a:lnTo>
                    <a:pt x="7965836" y="1287589"/>
                  </a:lnTo>
                  <a:lnTo>
                    <a:pt x="7912092" y="1287622"/>
                  </a:lnTo>
                  <a:lnTo>
                    <a:pt x="7842421" y="1287670"/>
                  </a:lnTo>
                  <a:lnTo>
                    <a:pt x="7759920" y="1287735"/>
                  </a:lnTo>
                  <a:lnTo>
                    <a:pt x="7668847" y="1287816"/>
                  </a:lnTo>
                  <a:lnTo>
                    <a:pt x="7573720" y="1287914"/>
                  </a:lnTo>
                  <a:lnTo>
                    <a:pt x="7478561" y="1288027"/>
                  </a:lnTo>
                  <a:lnTo>
                    <a:pt x="7386453" y="1288157"/>
                  </a:lnTo>
                  <a:lnTo>
                    <a:pt x="7299414" y="1288303"/>
                  </a:lnTo>
                  <a:lnTo>
                    <a:pt x="7218484" y="1288466"/>
                  </a:lnTo>
                  <a:lnTo>
                    <a:pt x="7143933" y="1288648"/>
                  </a:lnTo>
                  <a:lnTo>
                    <a:pt x="7075478" y="1288851"/>
                  </a:lnTo>
                  <a:lnTo>
                    <a:pt x="7012481" y="1289077"/>
                  </a:lnTo>
                  <a:lnTo>
                    <a:pt x="6954100" y="1289332"/>
                  </a:lnTo>
                  <a:lnTo>
                    <a:pt x="6899404" y="1289617"/>
                  </a:lnTo>
                  <a:lnTo>
                    <a:pt x="6847459" y="1289937"/>
                  </a:lnTo>
                  <a:lnTo>
                    <a:pt x="6797407" y="1290294"/>
                  </a:lnTo>
                  <a:lnTo>
                    <a:pt x="6786527" y="1290378"/>
                  </a:lnTo>
                  <a:lnTo>
                    <a:pt x="6732269" y="1290830"/>
                  </a:lnTo>
                  <a:lnTo>
                    <a:pt x="6678534" y="1291329"/>
                  </a:lnTo>
                  <a:lnTo>
                    <a:pt x="6624732" y="1291877"/>
                  </a:lnTo>
                  <a:lnTo>
                    <a:pt x="6570475" y="1292473"/>
                  </a:lnTo>
                  <a:lnTo>
                    <a:pt x="6515540" y="1293112"/>
                  </a:lnTo>
                  <a:lnTo>
                    <a:pt x="6459856" y="1293791"/>
                  </a:lnTo>
                  <a:lnTo>
                    <a:pt x="6403481" y="1294500"/>
                  </a:lnTo>
                  <a:lnTo>
                    <a:pt x="6346574" y="1295233"/>
                  </a:lnTo>
                  <a:lnTo>
                    <a:pt x="6289374" y="1295977"/>
                  </a:lnTo>
                  <a:lnTo>
                    <a:pt x="6232155" y="1296722"/>
                  </a:lnTo>
                  <a:lnTo>
                    <a:pt x="6175196" y="1297457"/>
                  </a:lnTo>
                  <a:lnTo>
                    <a:pt x="6118741" y="1298170"/>
                  </a:lnTo>
                  <a:lnTo>
                    <a:pt x="6062962" y="1298853"/>
                  </a:lnTo>
                  <a:lnTo>
                    <a:pt x="6007932" y="1299498"/>
                  </a:lnTo>
                  <a:lnTo>
                    <a:pt x="5953596" y="1300099"/>
                  </a:lnTo>
                  <a:lnTo>
                    <a:pt x="5899754" y="1300653"/>
                  </a:lnTo>
                  <a:lnTo>
                    <a:pt x="5846039" y="1301159"/>
                  </a:lnTo>
                  <a:lnTo>
                    <a:pt x="5791889" y="1301617"/>
                  </a:lnTo>
                  <a:lnTo>
                    <a:pt x="5784835" y="1301672"/>
                  </a:lnTo>
                  <a:lnTo>
                    <a:pt x="5735101" y="1302038"/>
                  </a:lnTo>
                  <a:lnTo>
                    <a:pt x="5683644" y="1302366"/>
                  </a:lnTo>
                  <a:lnTo>
                    <a:pt x="5629635" y="1302659"/>
                  </a:lnTo>
                  <a:lnTo>
                    <a:pt x="5572150" y="1302919"/>
                  </a:lnTo>
                  <a:lnTo>
                    <a:pt x="5510250" y="1303152"/>
                  </a:lnTo>
                  <a:lnTo>
                    <a:pt x="5443065" y="1303360"/>
                  </a:lnTo>
                  <a:lnTo>
                    <a:pt x="5369901" y="1303546"/>
                  </a:lnTo>
                  <a:lnTo>
                    <a:pt x="5290381" y="1303713"/>
                  </a:lnTo>
                  <a:lnTo>
                    <a:pt x="5204633" y="1303862"/>
                  </a:lnTo>
                  <a:lnTo>
                    <a:pt x="5113508" y="1303996"/>
                  </a:lnTo>
                  <a:lnTo>
                    <a:pt x="5018795" y="1304113"/>
                  </a:lnTo>
                  <a:lnTo>
                    <a:pt x="4923343" y="1304214"/>
                  </a:lnTo>
                  <a:lnTo>
                    <a:pt x="4830993" y="1304299"/>
                  </a:lnTo>
                  <a:lnTo>
                    <a:pt x="4746208" y="1304367"/>
                  </a:lnTo>
                  <a:lnTo>
                    <a:pt x="4673380" y="1304419"/>
                  </a:lnTo>
                  <a:lnTo>
                    <a:pt x="4615939" y="1304455"/>
                  </a:lnTo>
                  <a:lnTo>
                    <a:pt x="4575521" y="1304478"/>
                  </a:lnTo>
                  <a:lnTo>
                    <a:pt x="4551474" y="1304490"/>
                  </a:lnTo>
                  <a:lnTo>
                    <a:pt x="4540824" y="1304495"/>
                  </a:lnTo>
                  <a:lnTo>
                    <a:pt x="4538557" y="1304496"/>
                  </a:lnTo>
                  <a:lnTo>
                    <a:pt x="4538543" y="1304496"/>
                  </a:lnTo>
                  <a:lnTo>
                    <a:pt x="4016409" y="1304496"/>
                  </a:lnTo>
                  <a:lnTo>
                    <a:pt x="4015167" y="1304457"/>
                  </a:lnTo>
                  <a:lnTo>
                    <a:pt x="4007043" y="1304177"/>
                  </a:lnTo>
                  <a:lnTo>
                    <a:pt x="3986716" y="1303404"/>
                  </a:lnTo>
                  <a:lnTo>
                    <a:pt x="3950769" y="1301885"/>
                  </a:lnTo>
                  <a:lnTo>
                    <a:pt x="3897988" y="1299397"/>
                  </a:lnTo>
                  <a:lnTo>
                    <a:pt x="3829435" y="1295771"/>
                  </a:lnTo>
                  <a:lnTo>
                    <a:pt x="3748073" y="1290908"/>
                  </a:lnTo>
                  <a:lnTo>
                    <a:pt x="3658034" y="1284776"/>
                  </a:lnTo>
                  <a:lnTo>
                    <a:pt x="3563743" y="1277389"/>
                  </a:lnTo>
                  <a:lnTo>
                    <a:pt x="3469182" y="1268776"/>
                  </a:lnTo>
                  <a:lnTo>
                    <a:pt x="3377437" y="1258956"/>
                  </a:lnTo>
                  <a:lnTo>
                    <a:pt x="3290561" y="1247911"/>
                  </a:lnTo>
                  <a:lnTo>
                    <a:pt x="3209649" y="1235577"/>
                  </a:lnTo>
                  <a:lnTo>
                    <a:pt x="3135022" y="1221839"/>
                  </a:lnTo>
                  <a:lnTo>
                    <a:pt x="3066449" y="1206526"/>
                  </a:lnTo>
                  <a:lnTo>
                    <a:pt x="3003336" y="1189420"/>
                  </a:lnTo>
                  <a:lnTo>
                    <a:pt x="2944876" y="1170264"/>
                  </a:lnTo>
                  <a:lnTo>
                    <a:pt x="2890164" y="1148780"/>
                  </a:lnTo>
                  <a:lnTo>
                    <a:pt x="2838283" y="1124702"/>
                  </a:lnTo>
                  <a:lnTo>
                    <a:pt x="2788380" y="1097834"/>
                  </a:lnTo>
                  <a:lnTo>
                    <a:pt x="2770117" y="1087080"/>
                  </a:lnTo>
                  <a:lnTo>
                    <a:pt x="2722922" y="1057066"/>
                  </a:lnTo>
                  <a:lnTo>
                    <a:pt x="2676188" y="1024279"/>
                  </a:lnTo>
                  <a:lnTo>
                    <a:pt x="2629503" y="988670"/>
                  </a:lnTo>
                  <a:lnTo>
                    <a:pt x="2582570" y="950266"/>
                  </a:lnTo>
                  <a:lnTo>
                    <a:pt x="2535195" y="909179"/>
                  </a:lnTo>
                  <a:lnTo>
                    <a:pt x="2487276" y="865614"/>
                  </a:lnTo>
                  <a:lnTo>
                    <a:pt x="2438791" y="819868"/>
                  </a:lnTo>
                  <a:lnTo>
                    <a:pt x="2389789" y="772325"/>
                  </a:lnTo>
                  <a:lnTo>
                    <a:pt x="2340379" y="723451"/>
                  </a:lnTo>
                  <a:lnTo>
                    <a:pt x="2290710" y="673767"/>
                  </a:lnTo>
                  <a:lnTo>
                    <a:pt x="2240961" y="623836"/>
                  </a:lnTo>
                  <a:lnTo>
                    <a:pt x="2191318" y="574231"/>
                  </a:lnTo>
                  <a:lnTo>
                    <a:pt x="2141955" y="525511"/>
                  </a:lnTo>
                  <a:lnTo>
                    <a:pt x="2093020" y="478191"/>
                  </a:lnTo>
                  <a:lnTo>
                    <a:pt x="2044612" y="432725"/>
                  </a:lnTo>
                  <a:lnTo>
                    <a:pt x="1996771" y="389486"/>
                  </a:lnTo>
                  <a:lnTo>
                    <a:pt x="1949465" y="348760"/>
                  </a:lnTo>
                  <a:lnTo>
                    <a:pt x="1902580" y="310738"/>
                  </a:lnTo>
                  <a:lnTo>
                    <a:pt x="1855908" y="275518"/>
                  </a:lnTo>
                  <a:lnTo>
                    <a:pt x="1809137" y="243119"/>
                  </a:lnTo>
                  <a:lnTo>
                    <a:pt x="1768425" y="217416"/>
                  </a:lnTo>
                  <a:lnTo>
                    <a:pt x="1719068" y="189486"/>
                  </a:lnTo>
                  <a:lnTo>
                    <a:pt x="1668019" y="164383"/>
                  </a:lnTo>
                  <a:lnTo>
                    <a:pt x="1614469" y="141960"/>
                  </a:lnTo>
                  <a:lnTo>
                    <a:pt x="1557516" y="121968"/>
                  </a:lnTo>
                  <a:lnTo>
                    <a:pt x="1496240" y="104129"/>
                  </a:lnTo>
                  <a:lnTo>
                    <a:pt x="1429788" y="88175"/>
                  </a:lnTo>
                  <a:lnTo>
                    <a:pt x="1357470" y="73872"/>
                  </a:lnTo>
                  <a:lnTo>
                    <a:pt x="1278899" y="61031"/>
                  </a:lnTo>
                  <a:lnTo>
                    <a:pt x="1194167" y="49515"/>
                  </a:lnTo>
                  <a:lnTo>
                    <a:pt x="1104053" y="39242"/>
                  </a:lnTo>
                  <a:lnTo>
                    <a:pt x="1010236" y="30178"/>
                  </a:lnTo>
                  <a:lnTo>
                    <a:pt x="915421" y="22331"/>
                  </a:lnTo>
                  <a:lnTo>
                    <a:pt x="823288" y="15727"/>
                  </a:lnTo>
                  <a:lnTo>
                    <a:pt x="738171" y="10392"/>
                  </a:lnTo>
                  <a:lnTo>
                    <a:pt x="664411" y="6312"/>
                  </a:lnTo>
                  <a:lnTo>
                    <a:pt x="605507" y="3415"/>
                  </a:lnTo>
                  <a:lnTo>
                    <a:pt x="563296" y="1558"/>
                  </a:lnTo>
                  <a:lnTo>
                    <a:pt x="537429" y="535"/>
                  </a:lnTo>
                  <a:lnTo>
                    <a:pt x="525279" y="102"/>
                  </a:lnTo>
                  <a:lnTo>
                    <a:pt x="522200" y="2"/>
                  </a:lnTo>
                  <a:lnTo>
                    <a:pt x="522133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329" name="pg329"/>
            <p:cNvSpPr/>
            <p:nvPr/>
          </p:nvSpPr>
          <p:spPr>
            <a:xfrm>
              <a:off x="386606" y="1806734"/>
              <a:ext cx="8554953" cy="1936979"/>
            </a:xfrm>
            <a:custGeom>
              <a:avLst/>
              <a:pathLst>
                <a:path w="8554953" h="1936979">
                  <a:moveTo>
                    <a:pt x="0" y="11294"/>
                  </a:moveTo>
                  <a:lnTo>
                    <a:pt x="522133" y="11294"/>
                  </a:lnTo>
                  <a:lnTo>
                    <a:pt x="523375" y="11333"/>
                  </a:lnTo>
                  <a:lnTo>
                    <a:pt x="531498" y="11614"/>
                  </a:lnTo>
                  <a:lnTo>
                    <a:pt x="551821" y="12390"/>
                  </a:lnTo>
                  <a:lnTo>
                    <a:pt x="587762" y="13916"/>
                  </a:lnTo>
                  <a:lnTo>
                    <a:pt x="640534" y="16414"/>
                  </a:lnTo>
                  <a:lnTo>
                    <a:pt x="709078" y="20055"/>
                  </a:lnTo>
                  <a:lnTo>
                    <a:pt x="790430" y="24939"/>
                  </a:lnTo>
                  <a:lnTo>
                    <a:pt x="880461" y="31096"/>
                  </a:lnTo>
                  <a:lnTo>
                    <a:pt x="974744" y="38514"/>
                  </a:lnTo>
                  <a:lnTo>
                    <a:pt x="1069300" y="47162"/>
                  </a:lnTo>
                  <a:lnTo>
                    <a:pt x="1161042" y="57024"/>
                  </a:lnTo>
                  <a:lnTo>
                    <a:pt x="1247916" y="68115"/>
                  </a:lnTo>
                  <a:lnTo>
                    <a:pt x="1328829" y="80500"/>
                  </a:lnTo>
                  <a:lnTo>
                    <a:pt x="1403456" y="94296"/>
                  </a:lnTo>
                  <a:lnTo>
                    <a:pt x="1472030" y="109673"/>
                  </a:lnTo>
                  <a:lnTo>
                    <a:pt x="1535144" y="126849"/>
                  </a:lnTo>
                  <a:lnTo>
                    <a:pt x="1593605" y="146085"/>
                  </a:lnTo>
                  <a:lnTo>
                    <a:pt x="1648317" y="167658"/>
                  </a:lnTo>
                  <a:lnTo>
                    <a:pt x="1700197" y="191835"/>
                  </a:lnTo>
                  <a:lnTo>
                    <a:pt x="1750099" y="218814"/>
                  </a:lnTo>
                  <a:lnTo>
                    <a:pt x="1768425" y="229651"/>
                  </a:lnTo>
                  <a:lnTo>
                    <a:pt x="1815576" y="259765"/>
                  </a:lnTo>
                  <a:lnTo>
                    <a:pt x="1862267" y="292660"/>
                  </a:lnTo>
                  <a:lnTo>
                    <a:pt x="1908909" y="328383"/>
                  </a:lnTo>
                  <a:lnTo>
                    <a:pt x="1955797" y="366909"/>
                  </a:lnTo>
                  <a:lnTo>
                    <a:pt x="2003126" y="408124"/>
                  </a:lnTo>
                  <a:lnTo>
                    <a:pt x="2050997" y="451825"/>
                  </a:lnTo>
                  <a:lnTo>
                    <a:pt x="2099434" y="497715"/>
                  </a:lnTo>
                  <a:lnTo>
                    <a:pt x="2148387" y="545407"/>
                  </a:lnTo>
                  <a:lnTo>
                    <a:pt x="2197749" y="594439"/>
                  </a:lnTo>
                  <a:lnTo>
                    <a:pt x="2247370" y="644287"/>
                  </a:lnTo>
                  <a:lnTo>
                    <a:pt x="2297073" y="694388"/>
                  </a:lnTo>
                  <a:lnTo>
                    <a:pt x="2346672" y="744168"/>
                  </a:lnTo>
                  <a:lnTo>
                    <a:pt x="2395992" y="793067"/>
                  </a:lnTo>
                  <a:lnTo>
                    <a:pt x="2444888" y="840569"/>
                  </a:lnTo>
                  <a:lnTo>
                    <a:pt x="2493259" y="886217"/>
                  </a:lnTo>
                  <a:lnTo>
                    <a:pt x="2541064" y="929636"/>
                  </a:lnTo>
                  <a:lnTo>
                    <a:pt x="2588333" y="970541"/>
                  </a:lnTo>
                  <a:lnTo>
                    <a:pt x="2635180" y="1008738"/>
                  </a:lnTo>
                  <a:lnTo>
                    <a:pt x="2681810" y="1044126"/>
                  </a:lnTo>
                  <a:lnTo>
                    <a:pt x="2728531" y="1076686"/>
                  </a:lnTo>
                  <a:lnTo>
                    <a:pt x="2770117" y="1103080"/>
                  </a:lnTo>
                  <a:lnTo>
                    <a:pt x="2819471" y="1131129"/>
                  </a:lnTo>
                  <a:lnTo>
                    <a:pt x="2870517" y="1156339"/>
                  </a:lnTo>
                  <a:lnTo>
                    <a:pt x="2924063" y="1178858"/>
                  </a:lnTo>
                  <a:lnTo>
                    <a:pt x="2981011" y="1198936"/>
                  </a:lnTo>
                  <a:lnTo>
                    <a:pt x="3042282" y="1216852"/>
                  </a:lnTo>
                  <a:lnTo>
                    <a:pt x="3108727" y="1232874"/>
                  </a:lnTo>
                  <a:lnTo>
                    <a:pt x="3181038" y="1247239"/>
                  </a:lnTo>
                  <a:lnTo>
                    <a:pt x="3259601" y="1260136"/>
                  </a:lnTo>
                  <a:lnTo>
                    <a:pt x="3344325" y="1271701"/>
                  </a:lnTo>
                  <a:lnTo>
                    <a:pt x="3434430" y="1282019"/>
                  </a:lnTo>
                  <a:lnTo>
                    <a:pt x="3528239" y="1291122"/>
                  </a:lnTo>
                  <a:lnTo>
                    <a:pt x="3623049" y="1299004"/>
                  </a:lnTo>
                  <a:lnTo>
                    <a:pt x="3715180" y="1305637"/>
                  </a:lnTo>
                  <a:lnTo>
                    <a:pt x="3800299" y="1310996"/>
                  </a:lnTo>
                  <a:lnTo>
                    <a:pt x="3874067" y="1315095"/>
                  </a:lnTo>
                  <a:lnTo>
                    <a:pt x="3932983" y="1318005"/>
                  </a:lnTo>
                  <a:lnTo>
                    <a:pt x="3975209" y="1319871"/>
                  </a:lnTo>
                  <a:lnTo>
                    <a:pt x="4001092" y="1320899"/>
                  </a:lnTo>
                  <a:lnTo>
                    <a:pt x="4013255" y="1321335"/>
                  </a:lnTo>
                  <a:lnTo>
                    <a:pt x="4016409" y="1321438"/>
                  </a:lnTo>
                  <a:lnTo>
                    <a:pt x="4538543" y="1321438"/>
                  </a:lnTo>
                  <a:lnTo>
                    <a:pt x="4539806" y="1321456"/>
                  </a:lnTo>
                  <a:lnTo>
                    <a:pt x="4548067" y="1321591"/>
                  </a:lnTo>
                  <a:lnTo>
                    <a:pt x="4568723" y="1321962"/>
                  </a:lnTo>
                  <a:lnTo>
                    <a:pt x="4605221" y="1322691"/>
                  </a:lnTo>
                  <a:lnTo>
                    <a:pt x="4658747" y="1323886"/>
                  </a:lnTo>
                  <a:lnTo>
                    <a:pt x="4728166" y="1325625"/>
                  </a:lnTo>
                  <a:lnTo>
                    <a:pt x="4810410" y="1327956"/>
                  </a:lnTo>
                  <a:lnTo>
                    <a:pt x="4901250" y="1330892"/>
                  </a:lnTo>
                  <a:lnTo>
                    <a:pt x="4996189" y="1334427"/>
                  </a:lnTo>
                  <a:lnTo>
                    <a:pt x="5091215" y="1338547"/>
                  </a:lnTo>
                  <a:lnTo>
                    <a:pt x="5183242" y="1343243"/>
                  </a:lnTo>
                  <a:lnTo>
                    <a:pt x="5270246" y="1348524"/>
                  </a:lnTo>
                  <a:lnTo>
                    <a:pt x="5351173" y="1354424"/>
                  </a:lnTo>
                  <a:lnTo>
                    <a:pt x="5425741" y="1361000"/>
                  </a:lnTo>
                  <a:lnTo>
                    <a:pt x="5494223" y="1368336"/>
                  </a:lnTo>
                  <a:lnTo>
                    <a:pt x="5557247" y="1376537"/>
                  </a:lnTo>
                  <a:lnTo>
                    <a:pt x="5615645" y="1385729"/>
                  </a:lnTo>
                  <a:lnTo>
                    <a:pt x="5670344" y="1396045"/>
                  </a:lnTo>
                  <a:lnTo>
                    <a:pt x="5722273" y="1407612"/>
                  </a:lnTo>
                  <a:lnTo>
                    <a:pt x="5772290" y="1420518"/>
                  </a:lnTo>
                  <a:lnTo>
                    <a:pt x="5784835" y="1424028"/>
                  </a:lnTo>
                  <a:lnTo>
                    <a:pt x="5837044" y="1439782"/>
                  </a:lnTo>
                  <a:lnTo>
                    <a:pt x="5888747" y="1457145"/>
                  </a:lnTo>
                  <a:lnTo>
                    <a:pt x="5940477" y="1476139"/>
                  </a:lnTo>
                  <a:lnTo>
                    <a:pt x="5992597" y="1496733"/>
                  </a:lnTo>
                  <a:lnTo>
                    <a:pt x="6045323" y="1518833"/>
                  </a:lnTo>
                  <a:lnTo>
                    <a:pt x="6098741" y="1542280"/>
                  </a:lnTo>
                  <a:lnTo>
                    <a:pt x="6152820" y="1566849"/>
                  </a:lnTo>
                  <a:lnTo>
                    <a:pt x="6207439" y="1592260"/>
                  </a:lnTo>
                  <a:lnTo>
                    <a:pt x="6262402" y="1618183"/>
                  </a:lnTo>
                  <a:lnTo>
                    <a:pt x="6317472" y="1644262"/>
                  </a:lnTo>
                  <a:lnTo>
                    <a:pt x="6372397" y="1670128"/>
                  </a:lnTo>
                  <a:lnTo>
                    <a:pt x="6426944" y="1695429"/>
                  </a:lnTo>
                  <a:lnTo>
                    <a:pt x="6480927" y="1719843"/>
                  </a:lnTo>
                  <a:lnTo>
                    <a:pt x="6534237" y="1743094"/>
                  </a:lnTo>
                  <a:lnTo>
                    <a:pt x="6586861" y="1764970"/>
                  </a:lnTo>
                  <a:lnTo>
                    <a:pt x="6638903" y="1785321"/>
                  </a:lnTo>
                  <a:lnTo>
                    <a:pt x="6690601" y="1804064"/>
                  </a:lnTo>
                  <a:lnTo>
                    <a:pt x="6742342" y="1821175"/>
                  </a:lnTo>
                  <a:lnTo>
                    <a:pt x="6786527" y="1834389"/>
                  </a:lnTo>
                  <a:lnTo>
                    <a:pt x="6836176" y="1847641"/>
                  </a:lnTo>
                  <a:lnTo>
                    <a:pt x="6887541" y="1859543"/>
                  </a:lnTo>
                  <a:lnTo>
                    <a:pt x="6941446" y="1870168"/>
                  </a:lnTo>
                  <a:lnTo>
                    <a:pt x="6998811" y="1879634"/>
                  </a:lnTo>
                  <a:lnTo>
                    <a:pt x="7060570" y="1888076"/>
                  </a:lnTo>
                  <a:lnTo>
                    <a:pt x="7127589" y="1895621"/>
                  </a:lnTo>
                  <a:lnTo>
                    <a:pt x="7200561" y="1902382"/>
                  </a:lnTo>
                  <a:lnTo>
                    <a:pt x="7279866" y="1908447"/>
                  </a:lnTo>
                  <a:lnTo>
                    <a:pt x="7365385" y="1913883"/>
                  </a:lnTo>
                  <a:lnTo>
                    <a:pt x="7456282" y="1918727"/>
                  </a:lnTo>
                  <a:lnTo>
                    <a:pt x="7550794" y="1922994"/>
                  </a:lnTo>
                  <a:lnTo>
                    <a:pt x="7646105" y="1926679"/>
                  </a:lnTo>
                  <a:lnTo>
                    <a:pt x="7738409" y="1929769"/>
                  </a:lnTo>
                  <a:lnTo>
                    <a:pt x="7823275" y="1932254"/>
                  </a:lnTo>
                  <a:lnTo>
                    <a:pt x="7896319" y="1934142"/>
                  </a:lnTo>
                  <a:lnTo>
                    <a:pt x="7954095" y="1935469"/>
                  </a:lnTo>
                  <a:lnTo>
                    <a:pt x="7994920" y="1936307"/>
                  </a:lnTo>
                  <a:lnTo>
                    <a:pt x="8019376" y="1936759"/>
                  </a:lnTo>
                  <a:lnTo>
                    <a:pt x="8030358" y="1936942"/>
                  </a:lnTo>
                  <a:lnTo>
                    <a:pt x="8032819" y="1936979"/>
                  </a:lnTo>
                  <a:lnTo>
                    <a:pt x="8554953" y="1936979"/>
                  </a:lnTo>
                  <a:lnTo>
                    <a:pt x="8554953" y="1925685"/>
                  </a:lnTo>
                  <a:lnTo>
                    <a:pt x="8032819" y="1925685"/>
                  </a:lnTo>
                  <a:lnTo>
                    <a:pt x="8031556" y="1925666"/>
                  </a:lnTo>
                  <a:lnTo>
                    <a:pt x="8023295" y="1925532"/>
                  </a:lnTo>
                  <a:lnTo>
                    <a:pt x="8002639" y="1925160"/>
                  </a:lnTo>
                  <a:lnTo>
                    <a:pt x="7966141" y="1924431"/>
                  </a:lnTo>
                  <a:lnTo>
                    <a:pt x="7912615" y="1923237"/>
                  </a:lnTo>
                  <a:lnTo>
                    <a:pt x="7843196" y="1921498"/>
                  </a:lnTo>
                  <a:lnTo>
                    <a:pt x="7760952" y="1919167"/>
                  </a:lnTo>
                  <a:lnTo>
                    <a:pt x="7670112" y="1916230"/>
                  </a:lnTo>
                  <a:lnTo>
                    <a:pt x="7575173" y="1912695"/>
                  </a:lnTo>
                  <a:lnTo>
                    <a:pt x="7480147" y="1908576"/>
                  </a:lnTo>
                  <a:lnTo>
                    <a:pt x="7388120" y="1903880"/>
                  </a:lnTo>
                  <a:lnTo>
                    <a:pt x="7301116" y="1898598"/>
                  </a:lnTo>
                  <a:lnTo>
                    <a:pt x="7220189" y="1892698"/>
                  </a:lnTo>
                  <a:lnTo>
                    <a:pt x="7145620" y="1886122"/>
                  </a:lnTo>
                  <a:lnTo>
                    <a:pt x="7077139" y="1878787"/>
                  </a:lnTo>
                  <a:lnTo>
                    <a:pt x="7014115" y="1870586"/>
                  </a:lnTo>
                  <a:lnTo>
                    <a:pt x="6955717" y="1861394"/>
                  </a:lnTo>
                  <a:lnTo>
                    <a:pt x="6901018" y="1851077"/>
                  </a:lnTo>
                  <a:lnTo>
                    <a:pt x="6849089" y="1839510"/>
                  </a:lnTo>
                  <a:lnTo>
                    <a:pt x="6799072" y="1826605"/>
                  </a:lnTo>
                  <a:lnTo>
                    <a:pt x="6786527" y="1823095"/>
                  </a:lnTo>
                  <a:lnTo>
                    <a:pt x="6734318" y="1807340"/>
                  </a:lnTo>
                  <a:lnTo>
                    <a:pt x="6682615" y="1789978"/>
                  </a:lnTo>
                  <a:lnTo>
                    <a:pt x="6630885" y="1770984"/>
                  </a:lnTo>
                  <a:lnTo>
                    <a:pt x="6578765" y="1750390"/>
                  </a:lnTo>
                  <a:lnTo>
                    <a:pt x="6526039" y="1728290"/>
                  </a:lnTo>
                  <a:lnTo>
                    <a:pt x="6472621" y="1704843"/>
                  </a:lnTo>
                  <a:lnTo>
                    <a:pt x="6418542" y="1680273"/>
                  </a:lnTo>
                  <a:lnTo>
                    <a:pt x="6363923" y="1654862"/>
                  </a:lnTo>
                  <a:lnTo>
                    <a:pt x="6308960" y="1628939"/>
                  </a:lnTo>
                  <a:lnTo>
                    <a:pt x="6253890" y="1602861"/>
                  </a:lnTo>
                  <a:lnTo>
                    <a:pt x="6198965" y="1576994"/>
                  </a:lnTo>
                  <a:lnTo>
                    <a:pt x="6144418" y="1551693"/>
                  </a:lnTo>
                  <a:lnTo>
                    <a:pt x="6090435" y="1527280"/>
                  </a:lnTo>
                  <a:lnTo>
                    <a:pt x="6037125" y="1504028"/>
                  </a:lnTo>
                  <a:lnTo>
                    <a:pt x="5984501" y="1482152"/>
                  </a:lnTo>
                  <a:lnTo>
                    <a:pt x="5932459" y="1461801"/>
                  </a:lnTo>
                  <a:lnTo>
                    <a:pt x="5880761" y="1443059"/>
                  </a:lnTo>
                  <a:lnTo>
                    <a:pt x="5829020" y="1425948"/>
                  </a:lnTo>
                  <a:lnTo>
                    <a:pt x="5784835" y="1412733"/>
                  </a:lnTo>
                  <a:lnTo>
                    <a:pt x="5735186" y="1399482"/>
                  </a:lnTo>
                  <a:lnTo>
                    <a:pt x="5683821" y="1387579"/>
                  </a:lnTo>
                  <a:lnTo>
                    <a:pt x="5629916" y="1376955"/>
                  </a:lnTo>
                  <a:lnTo>
                    <a:pt x="5572551" y="1367488"/>
                  </a:lnTo>
                  <a:lnTo>
                    <a:pt x="5510792" y="1359047"/>
                  </a:lnTo>
                  <a:lnTo>
                    <a:pt x="5443773" y="1351502"/>
                  </a:lnTo>
                  <a:lnTo>
                    <a:pt x="5370801" y="1344741"/>
                  </a:lnTo>
                  <a:lnTo>
                    <a:pt x="5291496" y="1338675"/>
                  </a:lnTo>
                  <a:lnTo>
                    <a:pt x="5205977" y="1333239"/>
                  </a:lnTo>
                  <a:lnTo>
                    <a:pt x="5115080" y="1328396"/>
                  </a:lnTo>
                  <a:lnTo>
                    <a:pt x="5020568" y="1324129"/>
                  </a:lnTo>
                  <a:lnTo>
                    <a:pt x="4925257" y="1320443"/>
                  </a:lnTo>
                  <a:lnTo>
                    <a:pt x="4832953" y="1317353"/>
                  </a:lnTo>
                  <a:lnTo>
                    <a:pt x="4748087" y="1314868"/>
                  </a:lnTo>
                  <a:lnTo>
                    <a:pt x="4675043" y="1312981"/>
                  </a:lnTo>
                  <a:lnTo>
                    <a:pt x="4617267" y="1311654"/>
                  </a:lnTo>
                  <a:lnTo>
                    <a:pt x="4576442" y="1310815"/>
                  </a:lnTo>
                  <a:lnTo>
                    <a:pt x="4551986" y="1310364"/>
                  </a:lnTo>
                  <a:lnTo>
                    <a:pt x="4541004" y="1310181"/>
                  </a:lnTo>
                  <a:lnTo>
                    <a:pt x="4538543" y="1310143"/>
                  </a:lnTo>
                  <a:lnTo>
                    <a:pt x="4016409" y="1310143"/>
                  </a:lnTo>
                  <a:lnTo>
                    <a:pt x="4015167" y="1310104"/>
                  </a:lnTo>
                  <a:lnTo>
                    <a:pt x="4007044" y="1309823"/>
                  </a:lnTo>
                  <a:lnTo>
                    <a:pt x="3986721" y="1309047"/>
                  </a:lnTo>
                  <a:lnTo>
                    <a:pt x="3950780" y="1307522"/>
                  </a:lnTo>
                  <a:lnTo>
                    <a:pt x="3898008" y="1305023"/>
                  </a:lnTo>
                  <a:lnTo>
                    <a:pt x="3829464" y="1301382"/>
                  </a:lnTo>
                  <a:lnTo>
                    <a:pt x="3748112" y="1296498"/>
                  </a:lnTo>
                  <a:lnTo>
                    <a:pt x="3658082" y="1290341"/>
                  </a:lnTo>
                  <a:lnTo>
                    <a:pt x="3563798" y="1282923"/>
                  </a:lnTo>
                  <a:lnTo>
                    <a:pt x="3469242" y="1274275"/>
                  </a:lnTo>
                  <a:lnTo>
                    <a:pt x="3377500" y="1264413"/>
                  </a:lnTo>
                  <a:lnTo>
                    <a:pt x="3290626" y="1253322"/>
                  </a:lnTo>
                  <a:lnTo>
                    <a:pt x="3209713" y="1240937"/>
                  </a:lnTo>
                  <a:lnTo>
                    <a:pt x="3135086" y="1227141"/>
                  </a:lnTo>
                  <a:lnTo>
                    <a:pt x="3066512" y="1211765"/>
                  </a:lnTo>
                  <a:lnTo>
                    <a:pt x="3003398" y="1194588"/>
                  </a:lnTo>
                  <a:lnTo>
                    <a:pt x="2944937" y="1175352"/>
                  </a:lnTo>
                  <a:lnTo>
                    <a:pt x="2890225" y="1153779"/>
                  </a:lnTo>
                  <a:lnTo>
                    <a:pt x="2838345" y="1129602"/>
                  </a:lnTo>
                  <a:lnTo>
                    <a:pt x="2788443" y="1102623"/>
                  </a:lnTo>
                  <a:lnTo>
                    <a:pt x="2770117" y="1091786"/>
                  </a:lnTo>
                  <a:lnTo>
                    <a:pt x="2722966" y="1061672"/>
                  </a:lnTo>
                  <a:lnTo>
                    <a:pt x="2676275" y="1028777"/>
                  </a:lnTo>
                  <a:lnTo>
                    <a:pt x="2629633" y="993054"/>
                  </a:lnTo>
                  <a:lnTo>
                    <a:pt x="2582745" y="954528"/>
                  </a:lnTo>
                  <a:lnTo>
                    <a:pt x="2535416" y="913313"/>
                  </a:lnTo>
                  <a:lnTo>
                    <a:pt x="2487545" y="869612"/>
                  </a:lnTo>
                  <a:lnTo>
                    <a:pt x="2439108" y="823722"/>
                  </a:lnTo>
                  <a:lnTo>
                    <a:pt x="2390156" y="776030"/>
                  </a:lnTo>
                  <a:lnTo>
                    <a:pt x="2340793" y="726998"/>
                  </a:lnTo>
                  <a:lnTo>
                    <a:pt x="2291172" y="677150"/>
                  </a:lnTo>
                  <a:lnTo>
                    <a:pt x="2241470" y="627049"/>
                  </a:lnTo>
                  <a:lnTo>
                    <a:pt x="2191870" y="577269"/>
                  </a:lnTo>
                  <a:lnTo>
                    <a:pt x="2142550" y="528370"/>
                  </a:lnTo>
                  <a:lnTo>
                    <a:pt x="2093654" y="480868"/>
                  </a:lnTo>
                  <a:lnTo>
                    <a:pt x="2045283" y="435220"/>
                  </a:lnTo>
                  <a:lnTo>
                    <a:pt x="1997479" y="391801"/>
                  </a:lnTo>
                  <a:lnTo>
                    <a:pt x="1950209" y="350896"/>
                  </a:lnTo>
                  <a:lnTo>
                    <a:pt x="1903362" y="312699"/>
                  </a:lnTo>
                  <a:lnTo>
                    <a:pt x="1856732" y="277312"/>
                  </a:lnTo>
                  <a:lnTo>
                    <a:pt x="1810011" y="244751"/>
                  </a:lnTo>
                  <a:lnTo>
                    <a:pt x="1768425" y="218357"/>
                  </a:lnTo>
                  <a:lnTo>
                    <a:pt x="1719071" y="190308"/>
                  </a:lnTo>
                  <a:lnTo>
                    <a:pt x="1668025" y="165098"/>
                  </a:lnTo>
                  <a:lnTo>
                    <a:pt x="1614479" y="142579"/>
                  </a:lnTo>
                  <a:lnTo>
                    <a:pt x="1557531" y="122501"/>
                  </a:lnTo>
                  <a:lnTo>
                    <a:pt x="1496261" y="104585"/>
                  </a:lnTo>
                  <a:lnTo>
                    <a:pt x="1429815" y="88563"/>
                  </a:lnTo>
                  <a:lnTo>
                    <a:pt x="1357504" y="74198"/>
                  </a:lnTo>
                  <a:lnTo>
                    <a:pt x="1278941" y="61301"/>
                  </a:lnTo>
                  <a:lnTo>
                    <a:pt x="1194217" y="49736"/>
                  </a:lnTo>
                  <a:lnTo>
                    <a:pt x="1104112" y="39418"/>
                  </a:lnTo>
                  <a:lnTo>
                    <a:pt x="1010303" y="30315"/>
                  </a:lnTo>
                  <a:lnTo>
                    <a:pt x="915493" y="22433"/>
                  </a:lnTo>
                  <a:lnTo>
                    <a:pt x="823363" y="15800"/>
                  </a:lnTo>
                  <a:lnTo>
                    <a:pt x="738243" y="10441"/>
                  </a:lnTo>
                  <a:lnTo>
                    <a:pt x="664475" y="6342"/>
                  </a:lnTo>
                  <a:lnTo>
                    <a:pt x="605559" y="3432"/>
                  </a:lnTo>
                  <a:lnTo>
                    <a:pt x="563333" y="1566"/>
                  </a:lnTo>
                  <a:lnTo>
                    <a:pt x="537450" y="538"/>
                  </a:lnTo>
                  <a:lnTo>
                    <a:pt x="525287" y="102"/>
                  </a:lnTo>
                  <a:lnTo>
                    <a:pt x="5221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330" name="pl330"/>
            <p:cNvSpPr/>
            <p:nvPr/>
          </p:nvSpPr>
          <p:spPr>
            <a:xfrm>
              <a:off x="386606" y="1818028"/>
              <a:ext cx="8554953" cy="1925685"/>
            </a:xfrm>
            <a:custGeom>
              <a:avLst/>
              <a:pathLst>
                <a:path w="8554953" h="1925685">
                  <a:moveTo>
                    <a:pt x="0" y="0"/>
                  </a:moveTo>
                  <a:lnTo>
                    <a:pt x="522133" y="0"/>
                  </a:lnTo>
                  <a:lnTo>
                    <a:pt x="523375" y="39"/>
                  </a:lnTo>
                  <a:lnTo>
                    <a:pt x="531498" y="320"/>
                  </a:lnTo>
                  <a:lnTo>
                    <a:pt x="551821" y="1096"/>
                  </a:lnTo>
                  <a:lnTo>
                    <a:pt x="587762" y="2621"/>
                  </a:lnTo>
                  <a:lnTo>
                    <a:pt x="640534" y="5120"/>
                  </a:lnTo>
                  <a:lnTo>
                    <a:pt x="709078" y="8761"/>
                  </a:lnTo>
                  <a:lnTo>
                    <a:pt x="790430" y="13644"/>
                  </a:lnTo>
                  <a:lnTo>
                    <a:pt x="880461" y="19801"/>
                  </a:lnTo>
                  <a:lnTo>
                    <a:pt x="974744" y="27219"/>
                  </a:lnTo>
                  <a:lnTo>
                    <a:pt x="1069300" y="35868"/>
                  </a:lnTo>
                  <a:lnTo>
                    <a:pt x="1161042" y="45730"/>
                  </a:lnTo>
                  <a:lnTo>
                    <a:pt x="1247916" y="56821"/>
                  </a:lnTo>
                  <a:lnTo>
                    <a:pt x="1328829" y="69206"/>
                  </a:lnTo>
                  <a:lnTo>
                    <a:pt x="1403456" y="83002"/>
                  </a:lnTo>
                  <a:lnTo>
                    <a:pt x="1472030" y="98378"/>
                  </a:lnTo>
                  <a:lnTo>
                    <a:pt x="1535144" y="115555"/>
                  </a:lnTo>
                  <a:lnTo>
                    <a:pt x="1593605" y="134790"/>
                  </a:lnTo>
                  <a:lnTo>
                    <a:pt x="1648317" y="156363"/>
                  </a:lnTo>
                  <a:lnTo>
                    <a:pt x="1700197" y="180541"/>
                  </a:lnTo>
                  <a:lnTo>
                    <a:pt x="1750099" y="207520"/>
                  </a:lnTo>
                  <a:lnTo>
                    <a:pt x="1768425" y="218357"/>
                  </a:lnTo>
                  <a:lnTo>
                    <a:pt x="1815576" y="248471"/>
                  </a:lnTo>
                  <a:lnTo>
                    <a:pt x="1862267" y="281365"/>
                  </a:lnTo>
                  <a:lnTo>
                    <a:pt x="1908909" y="317089"/>
                  </a:lnTo>
                  <a:lnTo>
                    <a:pt x="1955797" y="355615"/>
                  </a:lnTo>
                  <a:lnTo>
                    <a:pt x="2003126" y="396830"/>
                  </a:lnTo>
                  <a:lnTo>
                    <a:pt x="2050997" y="440531"/>
                  </a:lnTo>
                  <a:lnTo>
                    <a:pt x="2099434" y="486420"/>
                  </a:lnTo>
                  <a:lnTo>
                    <a:pt x="2148387" y="534113"/>
                  </a:lnTo>
                  <a:lnTo>
                    <a:pt x="2197749" y="583145"/>
                  </a:lnTo>
                  <a:lnTo>
                    <a:pt x="2247370" y="632993"/>
                  </a:lnTo>
                  <a:lnTo>
                    <a:pt x="2297073" y="683094"/>
                  </a:lnTo>
                  <a:lnTo>
                    <a:pt x="2346672" y="732873"/>
                  </a:lnTo>
                  <a:lnTo>
                    <a:pt x="2395992" y="781773"/>
                  </a:lnTo>
                  <a:lnTo>
                    <a:pt x="2444888" y="829274"/>
                  </a:lnTo>
                  <a:lnTo>
                    <a:pt x="2493259" y="874922"/>
                  </a:lnTo>
                  <a:lnTo>
                    <a:pt x="2541064" y="918342"/>
                  </a:lnTo>
                  <a:lnTo>
                    <a:pt x="2588333" y="959247"/>
                  </a:lnTo>
                  <a:lnTo>
                    <a:pt x="2635180" y="997444"/>
                  </a:lnTo>
                  <a:lnTo>
                    <a:pt x="2681810" y="1032831"/>
                  </a:lnTo>
                  <a:lnTo>
                    <a:pt x="2728531" y="1065392"/>
                  </a:lnTo>
                  <a:lnTo>
                    <a:pt x="2770117" y="1091786"/>
                  </a:lnTo>
                  <a:lnTo>
                    <a:pt x="2819471" y="1119835"/>
                  </a:lnTo>
                  <a:lnTo>
                    <a:pt x="2870517" y="1145045"/>
                  </a:lnTo>
                  <a:lnTo>
                    <a:pt x="2924063" y="1167564"/>
                  </a:lnTo>
                  <a:lnTo>
                    <a:pt x="2981011" y="1187642"/>
                  </a:lnTo>
                  <a:lnTo>
                    <a:pt x="3042282" y="1205557"/>
                  </a:lnTo>
                  <a:lnTo>
                    <a:pt x="3108727" y="1221580"/>
                  </a:lnTo>
                  <a:lnTo>
                    <a:pt x="3181038" y="1235945"/>
                  </a:lnTo>
                  <a:lnTo>
                    <a:pt x="3259601" y="1248841"/>
                  </a:lnTo>
                  <a:lnTo>
                    <a:pt x="3344325" y="1260407"/>
                  </a:lnTo>
                  <a:lnTo>
                    <a:pt x="3434430" y="1270724"/>
                  </a:lnTo>
                  <a:lnTo>
                    <a:pt x="3528239" y="1279828"/>
                  </a:lnTo>
                  <a:lnTo>
                    <a:pt x="3623049" y="1287710"/>
                  </a:lnTo>
                  <a:lnTo>
                    <a:pt x="3715180" y="1294342"/>
                  </a:lnTo>
                  <a:lnTo>
                    <a:pt x="3800299" y="1299702"/>
                  </a:lnTo>
                  <a:lnTo>
                    <a:pt x="3874067" y="1303800"/>
                  </a:lnTo>
                  <a:lnTo>
                    <a:pt x="3932983" y="1306711"/>
                  </a:lnTo>
                  <a:lnTo>
                    <a:pt x="3975209" y="1308576"/>
                  </a:lnTo>
                  <a:lnTo>
                    <a:pt x="4001092" y="1309604"/>
                  </a:lnTo>
                  <a:lnTo>
                    <a:pt x="4013255" y="1310040"/>
                  </a:lnTo>
                  <a:lnTo>
                    <a:pt x="4016342" y="1310141"/>
                  </a:lnTo>
                  <a:lnTo>
                    <a:pt x="4016409" y="1310143"/>
                  </a:lnTo>
                  <a:lnTo>
                    <a:pt x="4538543" y="1310143"/>
                  </a:lnTo>
                  <a:lnTo>
                    <a:pt x="4539806" y="1310162"/>
                  </a:lnTo>
                  <a:lnTo>
                    <a:pt x="4548067" y="1310296"/>
                  </a:lnTo>
                  <a:lnTo>
                    <a:pt x="4568723" y="1310668"/>
                  </a:lnTo>
                  <a:lnTo>
                    <a:pt x="4605221" y="1311397"/>
                  </a:lnTo>
                  <a:lnTo>
                    <a:pt x="4658747" y="1312591"/>
                  </a:lnTo>
                  <a:lnTo>
                    <a:pt x="4728166" y="1314331"/>
                  </a:lnTo>
                  <a:lnTo>
                    <a:pt x="4810410" y="1316661"/>
                  </a:lnTo>
                  <a:lnTo>
                    <a:pt x="4901250" y="1319598"/>
                  </a:lnTo>
                  <a:lnTo>
                    <a:pt x="4996189" y="1323133"/>
                  </a:lnTo>
                  <a:lnTo>
                    <a:pt x="5091215" y="1327252"/>
                  </a:lnTo>
                  <a:lnTo>
                    <a:pt x="5183242" y="1331948"/>
                  </a:lnTo>
                  <a:lnTo>
                    <a:pt x="5270246" y="1337230"/>
                  </a:lnTo>
                  <a:lnTo>
                    <a:pt x="5351173" y="1343130"/>
                  </a:lnTo>
                  <a:lnTo>
                    <a:pt x="5425741" y="1349706"/>
                  </a:lnTo>
                  <a:lnTo>
                    <a:pt x="5494223" y="1357041"/>
                  </a:lnTo>
                  <a:lnTo>
                    <a:pt x="5557247" y="1365242"/>
                  </a:lnTo>
                  <a:lnTo>
                    <a:pt x="5615645" y="1374434"/>
                  </a:lnTo>
                  <a:lnTo>
                    <a:pt x="5670344" y="1384751"/>
                  </a:lnTo>
                  <a:lnTo>
                    <a:pt x="5722273" y="1396318"/>
                  </a:lnTo>
                  <a:lnTo>
                    <a:pt x="5772290" y="1409223"/>
                  </a:lnTo>
                  <a:lnTo>
                    <a:pt x="5784835" y="1412733"/>
                  </a:lnTo>
                  <a:lnTo>
                    <a:pt x="5837044" y="1428488"/>
                  </a:lnTo>
                  <a:lnTo>
                    <a:pt x="5888747" y="1445850"/>
                  </a:lnTo>
                  <a:lnTo>
                    <a:pt x="5940477" y="1464844"/>
                  </a:lnTo>
                  <a:lnTo>
                    <a:pt x="5992597" y="1485438"/>
                  </a:lnTo>
                  <a:lnTo>
                    <a:pt x="6045323" y="1507538"/>
                  </a:lnTo>
                  <a:lnTo>
                    <a:pt x="6098741" y="1530985"/>
                  </a:lnTo>
                  <a:lnTo>
                    <a:pt x="6152820" y="1555555"/>
                  </a:lnTo>
                  <a:lnTo>
                    <a:pt x="6207439" y="1580966"/>
                  </a:lnTo>
                  <a:lnTo>
                    <a:pt x="6262402" y="1606889"/>
                  </a:lnTo>
                  <a:lnTo>
                    <a:pt x="6317472" y="1632967"/>
                  </a:lnTo>
                  <a:lnTo>
                    <a:pt x="6372397" y="1658834"/>
                  </a:lnTo>
                  <a:lnTo>
                    <a:pt x="6426944" y="1684135"/>
                  </a:lnTo>
                  <a:lnTo>
                    <a:pt x="6480927" y="1708548"/>
                  </a:lnTo>
                  <a:lnTo>
                    <a:pt x="6534237" y="1731800"/>
                  </a:lnTo>
                  <a:lnTo>
                    <a:pt x="6586861" y="1753676"/>
                  </a:lnTo>
                  <a:lnTo>
                    <a:pt x="6638903" y="1774027"/>
                  </a:lnTo>
                  <a:lnTo>
                    <a:pt x="6690601" y="1792769"/>
                  </a:lnTo>
                  <a:lnTo>
                    <a:pt x="6742342" y="1809880"/>
                  </a:lnTo>
                  <a:lnTo>
                    <a:pt x="6786527" y="1823095"/>
                  </a:lnTo>
                  <a:lnTo>
                    <a:pt x="6836176" y="1836346"/>
                  </a:lnTo>
                  <a:lnTo>
                    <a:pt x="6887541" y="1848249"/>
                  </a:lnTo>
                  <a:lnTo>
                    <a:pt x="6941446" y="1858873"/>
                  </a:lnTo>
                  <a:lnTo>
                    <a:pt x="6998811" y="1868340"/>
                  </a:lnTo>
                  <a:lnTo>
                    <a:pt x="7060570" y="1876781"/>
                  </a:lnTo>
                  <a:lnTo>
                    <a:pt x="7127589" y="1884326"/>
                  </a:lnTo>
                  <a:lnTo>
                    <a:pt x="7200561" y="1891087"/>
                  </a:lnTo>
                  <a:lnTo>
                    <a:pt x="7279866" y="1897153"/>
                  </a:lnTo>
                  <a:lnTo>
                    <a:pt x="7365385" y="1902589"/>
                  </a:lnTo>
                  <a:lnTo>
                    <a:pt x="7456282" y="1907432"/>
                  </a:lnTo>
                  <a:lnTo>
                    <a:pt x="7550794" y="1911699"/>
                  </a:lnTo>
                  <a:lnTo>
                    <a:pt x="7646105" y="1915385"/>
                  </a:lnTo>
                  <a:lnTo>
                    <a:pt x="7738409" y="1918475"/>
                  </a:lnTo>
                  <a:lnTo>
                    <a:pt x="7823275" y="1920960"/>
                  </a:lnTo>
                  <a:lnTo>
                    <a:pt x="7896319" y="1922847"/>
                  </a:lnTo>
                  <a:lnTo>
                    <a:pt x="7954095" y="1924174"/>
                  </a:lnTo>
                  <a:lnTo>
                    <a:pt x="7994920" y="1925013"/>
                  </a:lnTo>
                  <a:lnTo>
                    <a:pt x="8019376" y="1925464"/>
                  </a:lnTo>
                  <a:lnTo>
                    <a:pt x="8030358" y="1925647"/>
                  </a:lnTo>
                  <a:lnTo>
                    <a:pt x="8032797" y="1925685"/>
                  </a:lnTo>
                  <a:lnTo>
                    <a:pt x="8032819" y="1925685"/>
                  </a:lnTo>
                  <a:lnTo>
                    <a:pt x="8554953" y="1925685"/>
                  </a:lnTo>
                  <a:lnTo>
                    <a:pt x="8554953" y="1925685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331" name="pl331"/>
            <p:cNvSpPr/>
            <p:nvPr/>
          </p:nvSpPr>
          <p:spPr>
            <a:xfrm>
              <a:off x="386606" y="1806734"/>
              <a:ext cx="8554953" cy="1925685"/>
            </a:xfrm>
            <a:custGeom>
              <a:avLst/>
              <a:pathLst>
                <a:path w="8554953" h="1925685">
                  <a:moveTo>
                    <a:pt x="8554953" y="1925685"/>
                  </a:moveTo>
                  <a:lnTo>
                    <a:pt x="8032819" y="1925685"/>
                  </a:lnTo>
                  <a:lnTo>
                    <a:pt x="8031556" y="1925666"/>
                  </a:lnTo>
                  <a:lnTo>
                    <a:pt x="8023295" y="1925532"/>
                  </a:lnTo>
                  <a:lnTo>
                    <a:pt x="8002639" y="1925160"/>
                  </a:lnTo>
                  <a:lnTo>
                    <a:pt x="7966141" y="1924431"/>
                  </a:lnTo>
                  <a:lnTo>
                    <a:pt x="7912615" y="1923237"/>
                  </a:lnTo>
                  <a:lnTo>
                    <a:pt x="7843196" y="1921498"/>
                  </a:lnTo>
                  <a:lnTo>
                    <a:pt x="7760952" y="1919167"/>
                  </a:lnTo>
                  <a:lnTo>
                    <a:pt x="7670112" y="1916230"/>
                  </a:lnTo>
                  <a:lnTo>
                    <a:pt x="7575173" y="1912695"/>
                  </a:lnTo>
                  <a:lnTo>
                    <a:pt x="7480147" y="1908576"/>
                  </a:lnTo>
                  <a:lnTo>
                    <a:pt x="7388120" y="1903880"/>
                  </a:lnTo>
                  <a:lnTo>
                    <a:pt x="7301116" y="1898598"/>
                  </a:lnTo>
                  <a:lnTo>
                    <a:pt x="7220189" y="1892698"/>
                  </a:lnTo>
                  <a:lnTo>
                    <a:pt x="7145620" y="1886122"/>
                  </a:lnTo>
                  <a:lnTo>
                    <a:pt x="7077139" y="1878787"/>
                  </a:lnTo>
                  <a:lnTo>
                    <a:pt x="7014115" y="1870586"/>
                  </a:lnTo>
                  <a:lnTo>
                    <a:pt x="6955717" y="1861394"/>
                  </a:lnTo>
                  <a:lnTo>
                    <a:pt x="6901018" y="1851077"/>
                  </a:lnTo>
                  <a:lnTo>
                    <a:pt x="6849089" y="1839510"/>
                  </a:lnTo>
                  <a:lnTo>
                    <a:pt x="6799072" y="1826605"/>
                  </a:lnTo>
                  <a:lnTo>
                    <a:pt x="6786527" y="1823095"/>
                  </a:lnTo>
                  <a:lnTo>
                    <a:pt x="6734318" y="1807340"/>
                  </a:lnTo>
                  <a:lnTo>
                    <a:pt x="6682615" y="1789978"/>
                  </a:lnTo>
                  <a:lnTo>
                    <a:pt x="6630885" y="1770984"/>
                  </a:lnTo>
                  <a:lnTo>
                    <a:pt x="6578765" y="1750390"/>
                  </a:lnTo>
                  <a:lnTo>
                    <a:pt x="6526039" y="1728290"/>
                  </a:lnTo>
                  <a:lnTo>
                    <a:pt x="6472621" y="1704843"/>
                  </a:lnTo>
                  <a:lnTo>
                    <a:pt x="6418542" y="1680273"/>
                  </a:lnTo>
                  <a:lnTo>
                    <a:pt x="6363923" y="1654862"/>
                  </a:lnTo>
                  <a:lnTo>
                    <a:pt x="6308960" y="1628939"/>
                  </a:lnTo>
                  <a:lnTo>
                    <a:pt x="6253890" y="1602861"/>
                  </a:lnTo>
                  <a:lnTo>
                    <a:pt x="6198965" y="1576994"/>
                  </a:lnTo>
                  <a:lnTo>
                    <a:pt x="6144418" y="1551693"/>
                  </a:lnTo>
                  <a:lnTo>
                    <a:pt x="6090435" y="1527280"/>
                  </a:lnTo>
                  <a:lnTo>
                    <a:pt x="6037125" y="1504028"/>
                  </a:lnTo>
                  <a:lnTo>
                    <a:pt x="5984501" y="1482152"/>
                  </a:lnTo>
                  <a:lnTo>
                    <a:pt x="5932459" y="1461801"/>
                  </a:lnTo>
                  <a:lnTo>
                    <a:pt x="5880761" y="1443059"/>
                  </a:lnTo>
                  <a:lnTo>
                    <a:pt x="5829020" y="1425948"/>
                  </a:lnTo>
                  <a:lnTo>
                    <a:pt x="5784835" y="1412733"/>
                  </a:lnTo>
                  <a:lnTo>
                    <a:pt x="5735186" y="1399482"/>
                  </a:lnTo>
                  <a:lnTo>
                    <a:pt x="5683821" y="1387579"/>
                  </a:lnTo>
                  <a:lnTo>
                    <a:pt x="5629916" y="1376955"/>
                  </a:lnTo>
                  <a:lnTo>
                    <a:pt x="5572551" y="1367488"/>
                  </a:lnTo>
                  <a:lnTo>
                    <a:pt x="5510792" y="1359047"/>
                  </a:lnTo>
                  <a:lnTo>
                    <a:pt x="5443773" y="1351502"/>
                  </a:lnTo>
                  <a:lnTo>
                    <a:pt x="5370801" y="1344741"/>
                  </a:lnTo>
                  <a:lnTo>
                    <a:pt x="5291496" y="1338675"/>
                  </a:lnTo>
                  <a:lnTo>
                    <a:pt x="5205977" y="1333239"/>
                  </a:lnTo>
                  <a:lnTo>
                    <a:pt x="5115080" y="1328396"/>
                  </a:lnTo>
                  <a:lnTo>
                    <a:pt x="5020568" y="1324129"/>
                  </a:lnTo>
                  <a:lnTo>
                    <a:pt x="4925257" y="1320443"/>
                  </a:lnTo>
                  <a:lnTo>
                    <a:pt x="4832953" y="1317353"/>
                  </a:lnTo>
                  <a:lnTo>
                    <a:pt x="4748087" y="1314868"/>
                  </a:lnTo>
                  <a:lnTo>
                    <a:pt x="4675043" y="1312981"/>
                  </a:lnTo>
                  <a:lnTo>
                    <a:pt x="4617267" y="1311654"/>
                  </a:lnTo>
                  <a:lnTo>
                    <a:pt x="4576442" y="1310815"/>
                  </a:lnTo>
                  <a:lnTo>
                    <a:pt x="4551986" y="1310364"/>
                  </a:lnTo>
                  <a:lnTo>
                    <a:pt x="4541004" y="1310181"/>
                  </a:lnTo>
                  <a:lnTo>
                    <a:pt x="4538565" y="1310144"/>
                  </a:lnTo>
                  <a:lnTo>
                    <a:pt x="4538543" y="1310143"/>
                  </a:lnTo>
                  <a:lnTo>
                    <a:pt x="4016409" y="1310143"/>
                  </a:lnTo>
                  <a:lnTo>
                    <a:pt x="4015167" y="1310104"/>
                  </a:lnTo>
                  <a:lnTo>
                    <a:pt x="4007044" y="1309823"/>
                  </a:lnTo>
                  <a:lnTo>
                    <a:pt x="3986721" y="1309047"/>
                  </a:lnTo>
                  <a:lnTo>
                    <a:pt x="3950780" y="1307522"/>
                  </a:lnTo>
                  <a:lnTo>
                    <a:pt x="3898008" y="1305023"/>
                  </a:lnTo>
                  <a:lnTo>
                    <a:pt x="3829464" y="1301382"/>
                  </a:lnTo>
                  <a:lnTo>
                    <a:pt x="3748112" y="1296498"/>
                  </a:lnTo>
                  <a:lnTo>
                    <a:pt x="3658082" y="1290341"/>
                  </a:lnTo>
                  <a:lnTo>
                    <a:pt x="3563798" y="1282923"/>
                  </a:lnTo>
                  <a:lnTo>
                    <a:pt x="3469242" y="1274275"/>
                  </a:lnTo>
                  <a:lnTo>
                    <a:pt x="3377500" y="1264413"/>
                  </a:lnTo>
                  <a:lnTo>
                    <a:pt x="3290626" y="1253322"/>
                  </a:lnTo>
                  <a:lnTo>
                    <a:pt x="3209713" y="1240937"/>
                  </a:lnTo>
                  <a:lnTo>
                    <a:pt x="3135086" y="1227141"/>
                  </a:lnTo>
                  <a:lnTo>
                    <a:pt x="3066512" y="1211765"/>
                  </a:lnTo>
                  <a:lnTo>
                    <a:pt x="3003398" y="1194588"/>
                  </a:lnTo>
                  <a:lnTo>
                    <a:pt x="2944937" y="1175352"/>
                  </a:lnTo>
                  <a:lnTo>
                    <a:pt x="2890225" y="1153779"/>
                  </a:lnTo>
                  <a:lnTo>
                    <a:pt x="2838345" y="1129602"/>
                  </a:lnTo>
                  <a:lnTo>
                    <a:pt x="2788443" y="1102623"/>
                  </a:lnTo>
                  <a:lnTo>
                    <a:pt x="2770117" y="1091786"/>
                  </a:lnTo>
                  <a:lnTo>
                    <a:pt x="2722966" y="1061672"/>
                  </a:lnTo>
                  <a:lnTo>
                    <a:pt x="2676275" y="1028777"/>
                  </a:lnTo>
                  <a:lnTo>
                    <a:pt x="2629633" y="993054"/>
                  </a:lnTo>
                  <a:lnTo>
                    <a:pt x="2582745" y="954528"/>
                  </a:lnTo>
                  <a:lnTo>
                    <a:pt x="2535416" y="913313"/>
                  </a:lnTo>
                  <a:lnTo>
                    <a:pt x="2487545" y="869612"/>
                  </a:lnTo>
                  <a:lnTo>
                    <a:pt x="2439108" y="823722"/>
                  </a:lnTo>
                  <a:lnTo>
                    <a:pt x="2390156" y="776030"/>
                  </a:lnTo>
                  <a:lnTo>
                    <a:pt x="2340793" y="726998"/>
                  </a:lnTo>
                  <a:lnTo>
                    <a:pt x="2291172" y="677150"/>
                  </a:lnTo>
                  <a:lnTo>
                    <a:pt x="2241470" y="627049"/>
                  </a:lnTo>
                  <a:lnTo>
                    <a:pt x="2191870" y="577269"/>
                  </a:lnTo>
                  <a:lnTo>
                    <a:pt x="2142550" y="528370"/>
                  </a:lnTo>
                  <a:lnTo>
                    <a:pt x="2093654" y="480868"/>
                  </a:lnTo>
                  <a:lnTo>
                    <a:pt x="2045283" y="435220"/>
                  </a:lnTo>
                  <a:lnTo>
                    <a:pt x="1997479" y="391801"/>
                  </a:lnTo>
                  <a:lnTo>
                    <a:pt x="1950209" y="350896"/>
                  </a:lnTo>
                  <a:lnTo>
                    <a:pt x="1903362" y="312699"/>
                  </a:lnTo>
                  <a:lnTo>
                    <a:pt x="1856732" y="277312"/>
                  </a:lnTo>
                  <a:lnTo>
                    <a:pt x="1810011" y="244751"/>
                  </a:lnTo>
                  <a:lnTo>
                    <a:pt x="1768425" y="218357"/>
                  </a:lnTo>
                  <a:lnTo>
                    <a:pt x="1719071" y="190308"/>
                  </a:lnTo>
                  <a:lnTo>
                    <a:pt x="1668025" y="165098"/>
                  </a:lnTo>
                  <a:lnTo>
                    <a:pt x="1614479" y="142579"/>
                  </a:lnTo>
                  <a:lnTo>
                    <a:pt x="1557531" y="122501"/>
                  </a:lnTo>
                  <a:lnTo>
                    <a:pt x="1496261" y="104585"/>
                  </a:lnTo>
                  <a:lnTo>
                    <a:pt x="1429815" y="88563"/>
                  </a:lnTo>
                  <a:lnTo>
                    <a:pt x="1357504" y="74198"/>
                  </a:lnTo>
                  <a:lnTo>
                    <a:pt x="1278941" y="61301"/>
                  </a:lnTo>
                  <a:lnTo>
                    <a:pt x="1194217" y="49736"/>
                  </a:lnTo>
                  <a:lnTo>
                    <a:pt x="1104112" y="39418"/>
                  </a:lnTo>
                  <a:lnTo>
                    <a:pt x="1010303" y="30315"/>
                  </a:lnTo>
                  <a:lnTo>
                    <a:pt x="915493" y="22433"/>
                  </a:lnTo>
                  <a:lnTo>
                    <a:pt x="823363" y="15800"/>
                  </a:lnTo>
                  <a:lnTo>
                    <a:pt x="738243" y="10441"/>
                  </a:lnTo>
                  <a:lnTo>
                    <a:pt x="664475" y="6342"/>
                  </a:lnTo>
                  <a:lnTo>
                    <a:pt x="605559" y="3432"/>
                  </a:lnTo>
                  <a:lnTo>
                    <a:pt x="563333" y="1566"/>
                  </a:lnTo>
                  <a:lnTo>
                    <a:pt x="537450" y="538"/>
                  </a:lnTo>
                  <a:lnTo>
                    <a:pt x="525287" y="102"/>
                  </a:lnTo>
                  <a:lnTo>
                    <a:pt x="522200" y="2"/>
                  </a:lnTo>
                  <a:lnTo>
                    <a:pt x="522133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332" name="pg332"/>
            <p:cNvSpPr/>
            <p:nvPr/>
          </p:nvSpPr>
          <p:spPr>
            <a:xfrm>
              <a:off x="386606" y="1818028"/>
              <a:ext cx="8554953" cy="2309692"/>
            </a:xfrm>
            <a:custGeom>
              <a:avLst/>
              <a:pathLst>
                <a:path w="8554953" h="2309692">
                  <a:moveTo>
                    <a:pt x="0" y="16941"/>
                  </a:moveTo>
                  <a:lnTo>
                    <a:pt x="522133" y="16941"/>
                  </a:lnTo>
                  <a:lnTo>
                    <a:pt x="523375" y="16980"/>
                  </a:lnTo>
                  <a:lnTo>
                    <a:pt x="531498" y="17261"/>
                  </a:lnTo>
                  <a:lnTo>
                    <a:pt x="551821" y="18038"/>
                  </a:lnTo>
                  <a:lnTo>
                    <a:pt x="587762" y="19563"/>
                  </a:lnTo>
                  <a:lnTo>
                    <a:pt x="640534" y="22061"/>
                  </a:lnTo>
                  <a:lnTo>
                    <a:pt x="709078" y="25703"/>
                  </a:lnTo>
                  <a:lnTo>
                    <a:pt x="790430" y="30586"/>
                  </a:lnTo>
                  <a:lnTo>
                    <a:pt x="880461" y="36743"/>
                  </a:lnTo>
                  <a:lnTo>
                    <a:pt x="974744" y="44161"/>
                  </a:lnTo>
                  <a:lnTo>
                    <a:pt x="1069300" y="52809"/>
                  </a:lnTo>
                  <a:lnTo>
                    <a:pt x="1161042" y="62671"/>
                  </a:lnTo>
                  <a:lnTo>
                    <a:pt x="1247916" y="73762"/>
                  </a:lnTo>
                  <a:lnTo>
                    <a:pt x="1328829" y="86147"/>
                  </a:lnTo>
                  <a:lnTo>
                    <a:pt x="1403456" y="99943"/>
                  </a:lnTo>
                  <a:lnTo>
                    <a:pt x="1472030" y="115320"/>
                  </a:lnTo>
                  <a:lnTo>
                    <a:pt x="1535144" y="132496"/>
                  </a:lnTo>
                  <a:lnTo>
                    <a:pt x="1593605" y="151732"/>
                  </a:lnTo>
                  <a:lnTo>
                    <a:pt x="1648317" y="173305"/>
                  </a:lnTo>
                  <a:lnTo>
                    <a:pt x="1700197" y="197482"/>
                  </a:lnTo>
                  <a:lnTo>
                    <a:pt x="1750099" y="224462"/>
                  </a:lnTo>
                  <a:lnTo>
                    <a:pt x="1768425" y="235298"/>
                  </a:lnTo>
                  <a:lnTo>
                    <a:pt x="1815576" y="265412"/>
                  </a:lnTo>
                  <a:lnTo>
                    <a:pt x="1862267" y="298307"/>
                  </a:lnTo>
                  <a:lnTo>
                    <a:pt x="1908909" y="334030"/>
                  </a:lnTo>
                  <a:lnTo>
                    <a:pt x="1955797" y="372556"/>
                  </a:lnTo>
                  <a:lnTo>
                    <a:pt x="2003126" y="413771"/>
                  </a:lnTo>
                  <a:lnTo>
                    <a:pt x="2050997" y="457472"/>
                  </a:lnTo>
                  <a:lnTo>
                    <a:pt x="2099434" y="503362"/>
                  </a:lnTo>
                  <a:lnTo>
                    <a:pt x="2148387" y="551054"/>
                  </a:lnTo>
                  <a:lnTo>
                    <a:pt x="2197749" y="600087"/>
                  </a:lnTo>
                  <a:lnTo>
                    <a:pt x="2247370" y="649934"/>
                  </a:lnTo>
                  <a:lnTo>
                    <a:pt x="2297073" y="700035"/>
                  </a:lnTo>
                  <a:lnTo>
                    <a:pt x="2346672" y="749815"/>
                  </a:lnTo>
                  <a:lnTo>
                    <a:pt x="2395992" y="798714"/>
                  </a:lnTo>
                  <a:lnTo>
                    <a:pt x="2444888" y="846216"/>
                  </a:lnTo>
                  <a:lnTo>
                    <a:pt x="2493259" y="891864"/>
                  </a:lnTo>
                  <a:lnTo>
                    <a:pt x="2541064" y="935283"/>
                  </a:lnTo>
                  <a:lnTo>
                    <a:pt x="2588333" y="976188"/>
                  </a:lnTo>
                  <a:lnTo>
                    <a:pt x="2635180" y="1014385"/>
                  </a:lnTo>
                  <a:lnTo>
                    <a:pt x="2681810" y="1049773"/>
                  </a:lnTo>
                  <a:lnTo>
                    <a:pt x="2728531" y="1082333"/>
                  </a:lnTo>
                  <a:lnTo>
                    <a:pt x="2770117" y="1108727"/>
                  </a:lnTo>
                  <a:lnTo>
                    <a:pt x="2819471" y="1136777"/>
                  </a:lnTo>
                  <a:lnTo>
                    <a:pt x="2870517" y="1161986"/>
                  </a:lnTo>
                  <a:lnTo>
                    <a:pt x="2924063" y="1184506"/>
                  </a:lnTo>
                  <a:lnTo>
                    <a:pt x="2981011" y="1204583"/>
                  </a:lnTo>
                  <a:lnTo>
                    <a:pt x="3042282" y="1222499"/>
                  </a:lnTo>
                  <a:lnTo>
                    <a:pt x="3108727" y="1238521"/>
                  </a:lnTo>
                  <a:lnTo>
                    <a:pt x="3181038" y="1252886"/>
                  </a:lnTo>
                  <a:lnTo>
                    <a:pt x="3259601" y="1265783"/>
                  </a:lnTo>
                  <a:lnTo>
                    <a:pt x="3344325" y="1277348"/>
                  </a:lnTo>
                  <a:lnTo>
                    <a:pt x="3434430" y="1287666"/>
                  </a:lnTo>
                  <a:lnTo>
                    <a:pt x="3528239" y="1296769"/>
                  </a:lnTo>
                  <a:lnTo>
                    <a:pt x="3623049" y="1304651"/>
                  </a:lnTo>
                  <a:lnTo>
                    <a:pt x="3715180" y="1311284"/>
                  </a:lnTo>
                  <a:lnTo>
                    <a:pt x="3800299" y="1316643"/>
                  </a:lnTo>
                  <a:lnTo>
                    <a:pt x="3874067" y="1320742"/>
                  </a:lnTo>
                  <a:lnTo>
                    <a:pt x="3932983" y="1323652"/>
                  </a:lnTo>
                  <a:lnTo>
                    <a:pt x="3975209" y="1325518"/>
                  </a:lnTo>
                  <a:lnTo>
                    <a:pt x="4001092" y="1326546"/>
                  </a:lnTo>
                  <a:lnTo>
                    <a:pt x="4013255" y="1326982"/>
                  </a:lnTo>
                  <a:lnTo>
                    <a:pt x="4016409" y="1327085"/>
                  </a:lnTo>
                  <a:lnTo>
                    <a:pt x="4538543" y="1327085"/>
                  </a:lnTo>
                  <a:lnTo>
                    <a:pt x="4539797" y="1327114"/>
                  </a:lnTo>
                  <a:lnTo>
                    <a:pt x="4547997" y="1327327"/>
                  </a:lnTo>
                  <a:lnTo>
                    <a:pt x="4568505" y="1327915"/>
                  </a:lnTo>
                  <a:lnTo>
                    <a:pt x="4604756" y="1329071"/>
                  </a:lnTo>
                  <a:lnTo>
                    <a:pt x="4657948" y="1330962"/>
                  </a:lnTo>
                  <a:lnTo>
                    <a:pt x="4726980" y="1333719"/>
                  </a:lnTo>
                  <a:lnTo>
                    <a:pt x="4808830" y="1337414"/>
                  </a:lnTo>
                  <a:lnTo>
                    <a:pt x="4899312" y="1342070"/>
                  </a:lnTo>
                  <a:lnTo>
                    <a:pt x="4993962" y="1347678"/>
                  </a:lnTo>
                  <a:lnTo>
                    <a:pt x="5088782" y="1354214"/>
                  </a:lnTo>
                  <a:lnTo>
                    <a:pt x="5180685" y="1361667"/>
                  </a:lnTo>
                  <a:lnTo>
                    <a:pt x="5267632" y="1370048"/>
                  </a:lnTo>
                  <a:lnTo>
                    <a:pt x="5348553" y="1379409"/>
                  </a:lnTo>
                  <a:lnTo>
                    <a:pt x="5423149" y="1389839"/>
                  </a:lnTo>
                  <a:lnTo>
                    <a:pt x="5491671" y="1401470"/>
                  </a:lnTo>
                  <a:lnTo>
                    <a:pt x="5554735" y="1414469"/>
                  </a:lnTo>
                  <a:lnTo>
                    <a:pt x="5613160" y="1429033"/>
                  </a:lnTo>
                  <a:lnTo>
                    <a:pt x="5667864" y="1445373"/>
                  </a:lnTo>
                  <a:lnTo>
                    <a:pt x="5719771" y="1463691"/>
                  </a:lnTo>
                  <a:lnTo>
                    <a:pt x="5769736" y="1484129"/>
                  </a:lnTo>
                  <a:lnTo>
                    <a:pt x="5784835" y="1490853"/>
                  </a:lnTo>
                  <a:lnTo>
                    <a:pt x="5834504" y="1514711"/>
                  </a:lnTo>
                  <a:lnTo>
                    <a:pt x="5883688" y="1540888"/>
                  </a:lnTo>
                  <a:lnTo>
                    <a:pt x="5932857" y="1569421"/>
                  </a:lnTo>
                  <a:lnTo>
                    <a:pt x="5982342" y="1600277"/>
                  </a:lnTo>
                  <a:lnTo>
                    <a:pt x="6032347" y="1633342"/>
                  </a:lnTo>
                  <a:lnTo>
                    <a:pt x="6082969" y="1668417"/>
                  </a:lnTo>
                  <a:lnTo>
                    <a:pt x="6134208" y="1705219"/>
                  </a:lnTo>
                  <a:lnTo>
                    <a:pt x="6185982" y="1743383"/>
                  </a:lnTo>
                  <a:lnTo>
                    <a:pt x="6238143" y="1782480"/>
                  </a:lnTo>
                  <a:lnTo>
                    <a:pt x="6290499" y="1822032"/>
                  </a:lnTo>
                  <a:lnTo>
                    <a:pt x="6342835" y="1861538"/>
                  </a:lnTo>
                  <a:lnTo>
                    <a:pt x="6394939" y="1900498"/>
                  </a:lnTo>
                  <a:lnTo>
                    <a:pt x="6446624" y="1938443"/>
                  </a:lnTo>
                  <a:lnTo>
                    <a:pt x="6497753" y="1974952"/>
                  </a:lnTo>
                  <a:lnTo>
                    <a:pt x="6548259" y="2009676"/>
                  </a:lnTo>
                  <a:lnTo>
                    <a:pt x="6598158" y="2042347"/>
                  </a:lnTo>
                  <a:lnTo>
                    <a:pt x="6647566" y="2072782"/>
                  </a:lnTo>
                  <a:lnTo>
                    <a:pt x="6696709" y="2100882"/>
                  </a:lnTo>
                  <a:lnTo>
                    <a:pt x="6745943" y="2126627"/>
                  </a:lnTo>
                  <a:lnTo>
                    <a:pt x="6786527" y="2145925"/>
                  </a:lnTo>
                  <a:lnTo>
                    <a:pt x="6836045" y="2167027"/>
                  </a:lnTo>
                  <a:lnTo>
                    <a:pt x="6887269" y="2185986"/>
                  </a:lnTo>
                  <a:lnTo>
                    <a:pt x="6941016" y="2202915"/>
                  </a:lnTo>
                  <a:lnTo>
                    <a:pt x="6998196" y="2218003"/>
                  </a:lnTo>
                  <a:lnTo>
                    <a:pt x="7059739" y="2231461"/>
                  </a:lnTo>
                  <a:lnTo>
                    <a:pt x="7126504" y="2243494"/>
                  </a:lnTo>
                  <a:lnTo>
                    <a:pt x="7199183" y="2254278"/>
                  </a:lnTo>
                  <a:lnTo>
                    <a:pt x="7278160" y="2263956"/>
                  </a:lnTo>
                  <a:lnTo>
                    <a:pt x="7363327" y="2272632"/>
                  </a:lnTo>
                  <a:lnTo>
                    <a:pt x="7453874" y="2280367"/>
                  </a:lnTo>
                  <a:lnTo>
                    <a:pt x="7548076" y="2287186"/>
                  </a:lnTo>
                  <a:lnTo>
                    <a:pt x="7643168" y="2293081"/>
                  </a:lnTo>
                  <a:lnTo>
                    <a:pt x="7735399" y="2298033"/>
                  </a:lnTo>
                  <a:lnTo>
                    <a:pt x="7820381" y="2302023"/>
                  </a:lnTo>
                  <a:lnTo>
                    <a:pt x="7893750" y="2305063"/>
                  </a:lnTo>
                  <a:lnTo>
                    <a:pt x="7952034" y="2307210"/>
                  </a:lnTo>
                  <a:lnTo>
                    <a:pt x="7993480" y="2308575"/>
                  </a:lnTo>
                  <a:lnTo>
                    <a:pt x="8018566" y="2309318"/>
                  </a:lnTo>
                  <a:lnTo>
                    <a:pt x="8030065" y="2309626"/>
                  </a:lnTo>
                  <a:lnTo>
                    <a:pt x="8032819" y="2309692"/>
                  </a:lnTo>
                  <a:lnTo>
                    <a:pt x="8554953" y="2309692"/>
                  </a:lnTo>
                  <a:lnTo>
                    <a:pt x="8554953" y="2292751"/>
                  </a:lnTo>
                  <a:lnTo>
                    <a:pt x="8032819" y="2292751"/>
                  </a:lnTo>
                  <a:lnTo>
                    <a:pt x="8031565" y="2292721"/>
                  </a:lnTo>
                  <a:lnTo>
                    <a:pt x="8023365" y="2292508"/>
                  </a:lnTo>
                  <a:lnTo>
                    <a:pt x="8002857" y="2291920"/>
                  </a:lnTo>
                  <a:lnTo>
                    <a:pt x="7966606" y="2290765"/>
                  </a:lnTo>
                  <a:lnTo>
                    <a:pt x="7913414" y="2288873"/>
                  </a:lnTo>
                  <a:lnTo>
                    <a:pt x="7844382" y="2286117"/>
                  </a:lnTo>
                  <a:lnTo>
                    <a:pt x="7762532" y="2282422"/>
                  </a:lnTo>
                  <a:lnTo>
                    <a:pt x="7672050" y="2277765"/>
                  </a:lnTo>
                  <a:lnTo>
                    <a:pt x="7577399" y="2272157"/>
                  </a:lnTo>
                  <a:lnTo>
                    <a:pt x="7482580" y="2265621"/>
                  </a:lnTo>
                  <a:lnTo>
                    <a:pt x="7390677" y="2258169"/>
                  </a:lnTo>
                  <a:lnTo>
                    <a:pt x="7303730" y="2249788"/>
                  </a:lnTo>
                  <a:lnTo>
                    <a:pt x="7222808" y="2240427"/>
                  </a:lnTo>
                  <a:lnTo>
                    <a:pt x="7148213" y="2229996"/>
                  </a:lnTo>
                  <a:lnTo>
                    <a:pt x="7079691" y="2218365"/>
                  </a:lnTo>
                  <a:lnTo>
                    <a:pt x="7016627" y="2205367"/>
                  </a:lnTo>
                  <a:lnTo>
                    <a:pt x="6958202" y="2190803"/>
                  </a:lnTo>
                  <a:lnTo>
                    <a:pt x="6903498" y="2174462"/>
                  </a:lnTo>
                  <a:lnTo>
                    <a:pt x="6851591" y="2156145"/>
                  </a:lnTo>
                  <a:lnTo>
                    <a:pt x="6801626" y="2135706"/>
                  </a:lnTo>
                  <a:lnTo>
                    <a:pt x="6786527" y="2128983"/>
                  </a:lnTo>
                  <a:lnTo>
                    <a:pt x="6736858" y="2105125"/>
                  </a:lnTo>
                  <a:lnTo>
                    <a:pt x="6687674" y="2078948"/>
                  </a:lnTo>
                  <a:lnTo>
                    <a:pt x="6638504" y="2050415"/>
                  </a:lnTo>
                  <a:lnTo>
                    <a:pt x="6589020" y="2019559"/>
                  </a:lnTo>
                  <a:lnTo>
                    <a:pt x="6539015" y="1986494"/>
                  </a:lnTo>
                  <a:lnTo>
                    <a:pt x="6488393" y="1951419"/>
                  </a:lnTo>
                  <a:lnTo>
                    <a:pt x="6437154" y="1914617"/>
                  </a:lnTo>
                  <a:lnTo>
                    <a:pt x="6385380" y="1876452"/>
                  </a:lnTo>
                  <a:lnTo>
                    <a:pt x="6333219" y="1837355"/>
                  </a:lnTo>
                  <a:lnTo>
                    <a:pt x="6280863" y="1797803"/>
                  </a:lnTo>
                  <a:lnTo>
                    <a:pt x="6228527" y="1758298"/>
                  </a:lnTo>
                  <a:lnTo>
                    <a:pt x="6176423" y="1719337"/>
                  </a:lnTo>
                  <a:lnTo>
                    <a:pt x="6124738" y="1681393"/>
                  </a:lnTo>
                  <a:lnTo>
                    <a:pt x="6073609" y="1644884"/>
                  </a:lnTo>
                  <a:lnTo>
                    <a:pt x="6023103" y="1610159"/>
                  </a:lnTo>
                  <a:lnTo>
                    <a:pt x="5973204" y="1577488"/>
                  </a:lnTo>
                  <a:lnTo>
                    <a:pt x="5923796" y="1547054"/>
                  </a:lnTo>
                  <a:lnTo>
                    <a:pt x="5874652" y="1518954"/>
                  </a:lnTo>
                  <a:lnTo>
                    <a:pt x="5825419" y="1493208"/>
                  </a:lnTo>
                  <a:lnTo>
                    <a:pt x="5784835" y="1473911"/>
                  </a:lnTo>
                  <a:lnTo>
                    <a:pt x="5735316" y="1452809"/>
                  </a:lnTo>
                  <a:lnTo>
                    <a:pt x="5684093" y="1433850"/>
                  </a:lnTo>
                  <a:lnTo>
                    <a:pt x="5630346" y="1416921"/>
                  </a:lnTo>
                  <a:lnTo>
                    <a:pt x="5573166" y="1401833"/>
                  </a:lnTo>
                  <a:lnTo>
                    <a:pt x="5511623" y="1388374"/>
                  </a:lnTo>
                  <a:lnTo>
                    <a:pt x="5444858" y="1376342"/>
                  </a:lnTo>
                  <a:lnTo>
                    <a:pt x="5372179" y="1365558"/>
                  </a:lnTo>
                  <a:lnTo>
                    <a:pt x="5293202" y="1355879"/>
                  </a:lnTo>
                  <a:lnTo>
                    <a:pt x="5208035" y="1347204"/>
                  </a:lnTo>
                  <a:lnTo>
                    <a:pt x="5117488" y="1339469"/>
                  </a:lnTo>
                  <a:lnTo>
                    <a:pt x="5023286" y="1332650"/>
                  </a:lnTo>
                  <a:lnTo>
                    <a:pt x="4928194" y="1326754"/>
                  </a:lnTo>
                  <a:lnTo>
                    <a:pt x="4835963" y="1321803"/>
                  </a:lnTo>
                  <a:lnTo>
                    <a:pt x="4750981" y="1317812"/>
                  </a:lnTo>
                  <a:lnTo>
                    <a:pt x="4677612" y="1314773"/>
                  </a:lnTo>
                  <a:lnTo>
                    <a:pt x="4619328" y="1312626"/>
                  </a:lnTo>
                  <a:lnTo>
                    <a:pt x="4577881" y="1311260"/>
                  </a:lnTo>
                  <a:lnTo>
                    <a:pt x="4552796" y="1310518"/>
                  </a:lnTo>
                  <a:lnTo>
                    <a:pt x="4541297" y="1310210"/>
                  </a:lnTo>
                  <a:lnTo>
                    <a:pt x="4538543" y="1310143"/>
                  </a:lnTo>
                  <a:lnTo>
                    <a:pt x="4016409" y="1310143"/>
                  </a:lnTo>
                  <a:lnTo>
                    <a:pt x="4015167" y="1310104"/>
                  </a:lnTo>
                  <a:lnTo>
                    <a:pt x="4007044" y="1309823"/>
                  </a:lnTo>
                  <a:lnTo>
                    <a:pt x="3986721" y="1309047"/>
                  </a:lnTo>
                  <a:lnTo>
                    <a:pt x="3950780" y="1307522"/>
                  </a:lnTo>
                  <a:lnTo>
                    <a:pt x="3898008" y="1305023"/>
                  </a:lnTo>
                  <a:lnTo>
                    <a:pt x="3829464" y="1301382"/>
                  </a:lnTo>
                  <a:lnTo>
                    <a:pt x="3748112" y="1296498"/>
                  </a:lnTo>
                  <a:lnTo>
                    <a:pt x="3658082" y="1290341"/>
                  </a:lnTo>
                  <a:lnTo>
                    <a:pt x="3563798" y="1282923"/>
                  </a:lnTo>
                  <a:lnTo>
                    <a:pt x="3469242" y="1274275"/>
                  </a:lnTo>
                  <a:lnTo>
                    <a:pt x="3377500" y="1264413"/>
                  </a:lnTo>
                  <a:lnTo>
                    <a:pt x="3290626" y="1253322"/>
                  </a:lnTo>
                  <a:lnTo>
                    <a:pt x="3209713" y="1240937"/>
                  </a:lnTo>
                  <a:lnTo>
                    <a:pt x="3135086" y="1227141"/>
                  </a:lnTo>
                  <a:lnTo>
                    <a:pt x="3066512" y="1211765"/>
                  </a:lnTo>
                  <a:lnTo>
                    <a:pt x="3003398" y="1194588"/>
                  </a:lnTo>
                  <a:lnTo>
                    <a:pt x="2944937" y="1175352"/>
                  </a:lnTo>
                  <a:lnTo>
                    <a:pt x="2890225" y="1153779"/>
                  </a:lnTo>
                  <a:lnTo>
                    <a:pt x="2838345" y="1129602"/>
                  </a:lnTo>
                  <a:lnTo>
                    <a:pt x="2788443" y="1102623"/>
                  </a:lnTo>
                  <a:lnTo>
                    <a:pt x="2770117" y="1091786"/>
                  </a:lnTo>
                  <a:lnTo>
                    <a:pt x="2722966" y="1061672"/>
                  </a:lnTo>
                  <a:lnTo>
                    <a:pt x="2676275" y="1028777"/>
                  </a:lnTo>
                  <a:lnTo>
                    <a:pt x="2629633" y="993054"/>
                  </a:lnTo>
                  <a:lnTo>
                    <a:pt x="2582745" y="954528"/>
                  </a:lnTo>
                  <a:lnTo>
                    <a:pt x="2535416" y="913313"/>
                  </a:lnTo>
                  <a:lnTo>
                    <a:pt x="2487545" y="869612"/>
                  </a:lnTo>
                  <a:lnTo>
                    <a:pt x="2439108" y="823722"/>
                  </a:lnTo>
                  <a:lnTo>
                    <a:pt x="2390156" y="776030"/>
                  </a:lnTo>
                  <a:lnTo>
                    <a:pt x="2340793" y="726998"/>
                  </a:lnTo>
                  <a:lnTo>
                    <a:pt x="2291172" y="677150"/>
                  </a:lnTo>
                  <a:lnTo>
                    <a:pt x="2241470" y="627049"/>
                  </a:lnTo>
                  <a:lnTo>
                    <a:pt x="2191870" y="577269"/>
                  </a:lnTo>
                  <a:lnTo>
                    <a:pt x="2142550" y="528370"/>
                  </a:lnTo>
                  <a:lnTo>
                    <a:pt x="2093654" y="480868"/>
                  </a:lnTo>
                  <a:lnTo>
                    <a:pt x="2045283" y="435220"/>
                  </a:lnTo>
                  <a:lnTo>
                    <a:pt x="1997479" y="391801"/>
                  </a:lnTo>
                  <a:lnTo>
                    <a:pt x="1950209" y="350896"/>
                  </a:lnTo>
                  <a:lnTo>
                    <a:pt x="1903362" y="312699"/>
                  </a:lnTo>
                  <a:lnTo>
                    <a:pt x="1856732" y="277312"/>
                  </a:lnTo>
                  <a:lnTo>
                    <a:pt x="1810011" y="244751"/>
                  </a:lnTo>
                  <a:lnTo>
                    <a:pt x="1768425" y="218357"/>
                  </a:lnTo>
                  <a:lnTo>
                    <a:pt x="1719071" y="190308"/>
                  </a:lnTo>
                  <a:lnTo>
                    <a:pt x="1668025" y="165098"/>
                  </a:lnTo>
                  <a:lnTo>
                    <a:pt x="1614479" y="142579"/>
                  </a:lnTo>
                  <a:lnTo>
                    <a:pt x="1557531" y="122501"/>
                  </a:lnTo>
                  <a:lnTo>
                    <a:pt x="1496261" y="104585"/>
                  </a:lnTo>
                  <a:lnTo>
                    <a:pt x="1429815" y="88563"/>
                  </a:lnTo>
                  <a:lnTo>
                    <a:pt x="1357504" y="74198"/>
                  </a:lnTo>
                  <a:lnTo>
                    <a:pt x="1278941" y="61301"/>
                  </a:lnTo>
                  <a:lnTo>
                    <a:pt x="1194217" y="49736"/>
                  </a:lnTo>
                  <a:lnTo>
                    <a:pt x="1104112" y="39418"/>
                  </a:lnTo>
                  <a:lnTo>
                    <a:pt x="1010303" y="30315"/>
                  </a:lnTo>
                  <a:lnTo>
                    <a:pt x="915493" y="22433"/>
                  </a:lnTo>
                  <a:lnTo>
                    <a:pt x="823363" y="15800"/>
                  </a:lnTo>
                  <a:lnTo>
                    <a:pt x="738243" y="10441"/>
                  </a:lnTo>
                  <a:lnTo>
                    <a:pt x="664475" y="6342"/>
                  </a:lnTo>
                  <a:lnTo>
                    <a:pt x="605559" y="3432"/>
                  </a:lnTo>
                  <a:lnTo>
                    <a:pt x="563333" y="1566"/>
                  </a:lnTo>
                  <a:lnTo>
                    <a:pt x="537450" y="538"/>
                  </a:lnTo>
                  <a:lnTo>
                    <a:pt x="525287" y="102"/>
                  </a:lnTo>
                  <a:lnTo>
                    <a:pt x="5221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333" name="pl333"/>
            <p:cNvSpPr/>
            <p:nvPr/>
          </p:nvSpPr>
          <p:spPr>
            <a:xfrm>
              <a:off x="386606" y="1834969"/>
              <a:ext cx="8554953" cy="2292751"/>
            </a:xfrm>
            <a:custGeom>
              <a:avLst/>
              <a:pathLst>
                <a:path w="8554953" h="2292751">
                  <a:moveTo>
                    <a:pt x="0" y="0"/>
                  </a:moveTo>
                  <a:lnTo>
                    <a:pt x="522133" y="0"/>
                  </a:lnTo>
                  <a:lnTo>
                    <a:pt x="523375" y="39"/>
                  </a:lnTo>
                  <a:lnTo>
                    <a:pt x="531498" y="320"/>
                  </a:lnTo>
                  <a:lnTo>
                    <a:pt x="551821" y="1096"/>
                  </a:lnTo>
                  <a:lnTo>
                    <a:pt x="587762" y="2621"/>
                  </a:lnTo>
                  <a:lnTo>
                    <a:pt x="640534" y="5120"/>
                  </a:lnTo>
                  <a:lnTo>
                    <a:pt x="709078" y="8761"/>
                  </a:lnTo>
                  <a:lnTo>
                    <a:pt x="790430" y="13644"/>
                  </a:lnTo>
                  <a:lnTo>
                    <a:pt x="880461" y="19801"/>
                  </a:lnTo>
                  <a:lnTo>
                    <a:pt x="974744" y="27219"/>
                  </a:lnTo>
                  <a:lnTo>
                    <a:pt x="1069300" y="35868"/>
                  </a:lnTo>
                  <a:lnTo>
                    <a:pt x="1161042" y="45730"/>
                  </a:lnTo>
                  <a:lnTo>
                    <a:pt x="1247916" y="56821"/>
                  </a:lnTo>
                  <a:lnTo>
                    <a:pt x="1328829" y="69206"/>
                  </a:lnTo>
                  <a:lnTo>
                    <a:pt x="1403456" y="83002"/>
                  </a:lnTo>
                  <a:lnTo>
                    <a:pt x="1472030" y="98378"/>
                  </a:lnTo>
                  <a:lnTo>
                    <a:pt x="1535144" y="115555"/>
                  </a:lnTo>
                  <a:lnTo>
                    <a:pt x="1593605" y="134790"/>
                  </a:lnTo>
                  <a:lnTo>
                    <a:pt x="1648317" y="156363"/>
                  </a:lnTo>
                  <a:lnTo>
                    <a:pt x="1700197" y="180541"/>
                  </a:lnTo>
                  <a:lnTo>
                    <a:pt x="1750099" y="207520"/>
                  </a:lnTo>
                  <a:lnTo>
                    <a:pt x="1768425" y="218357"/>
                  </a:lnTo>
                  <a:lnTo>
                    <a:pt x="1815576" y="248471"/>
                  </a:lnTo>
                  <a:lnTo>
                    <a:pt x="1862267" y="281365"/>
                  </a:lnTo>
                  <a:lnTo>
                    <a:pt x="1908909" y="317089"/>
                  </a:lnTo>
                  <a:lnTo>
                    <a:pt x="1955797" y="355615"/>
                  </a:lnTo>
                  <a:lnTo>
                    <a:pt x="2003126" y="396830"/>
                  </a:lnTo>
                  <a:lnTo>
                    <a:pt x="2050997" y="440531"/>
                  </a:lnTo>
                  <a:lnTo>
                    <a:pt x="2099434" y="486420"/>
                  </a:lnTo>
                  <a:lnTo>
                    <a:pt x="2148387" y="534113"/>
                  </a:lnTo>
                  <a:lnTo>
                    <a:pt x="2197749" y="583145"/>
                  </a:lnTo>
                  <a:lnTo>
                    <a:pt x="2247370" y="632993"/>
                  </a:lnTo>
                  <a:lnTo>
                    <a:pt x="2297073" y="683094"/>
                  </a:lnTo>
                  <a:lnTo>
                    <a:pt x="2346672" y="732873"/>
                  </a:lnTo>
                  <a:lnTo>
                    <a:pt x="2395992" y="781773"/>
                  </a:lnTo>
                  <a:lnTo>
                    <a:pt x="2444888" y="829274"/>
                  </a:lnTo>
                  <a:lnTo>
                    <a:pt x="2493259" y="874922"/>
                  </a:lnTo>
                  <a:lnTo>
                    <a:pt x="2541064" y="918342"/>
                  </a:lnTo>
                  <a:lnTo>
                    <a:pt x="2588333" y="959247"/>
                  </a:lnTo>
                  <a:lnTo>
                    <a:pt x="2635180" y="997444"/>
                  </a:lnTo>
                  <a:lnTo>
                    <a:pt x="2681810" y="1032831"/>
                  </a:lnTo>
                  <a:lnTo>
                    <a:pt x="2728531" y="1065392"/>
                  </a:lnTo>
                  <a:lnTo>
                    <a:pt x="2770117" y="1091786"/>
                  </a:lnTo>
                  <a:lnTo>
                    <a:pt x="2819471" y="1119835"/>
                  </a:lnTo>
                  <a:lnTo>
                    <a:pt x="2870517" y="1145045"/>
                  </a:lnTo>
                  <a:lnTo>
                    <a:pt x="2924063" y="1167564"/>
                  </a:lnTo>
                  <a:lnTo>
                    <a:pt x="2981011" y="1187642"/>
                  </a:lnTo>
                  <a:lnTo>
                    <a:pt x="3042282" y="1205557"/>
                  </a:lnTo>
                  <a:lnTo>
                    <a:pt x="3108727" y="1221580"/>
                  </a:lnTo>
                  <a:lnTo>
                    <a:pt x="3181038" y="1235945"/>
                  </a:lnTo>
                  <a:lnTo>
                    <a:pt x="3259601" y="1248841"/>
                  </a:lnTo>
                  <a:lnTo>
                    <a:pt x="3344325" y="1260407"/>
                  </a:lnTo>
                  <a:lnTo>
                    <a:pt x="3434430" y="1270724"/>
                  </a:lnTo>
                  <a:lnTo>
                    <a:pt x="3528239" y="1279828"/>
                  </a:lnTo>
                  <a:lnTo>
                    <a:pt x="3623049" y="1287710"/>
                  </a:lnTo>
                  <a:lnTo>
                    <a:pt x="3715180" y="1294342"/>
                  </a:lnTo>
                  <a:lnTo>
                    <a:pt x="3800299" y="1299702"/>
                  </a:lnTo>
                  <a:lnTo>
                    <a:pt x="3874067" y="1303800"/>
                  </a:lnTo>
                  <a:lnTo>
                    <a:pt x="3932983" y="1306711"/>
                  </a:lnTo>
                  <a:lnTo>
                    <a:pt x="3975209" y="1308576"/>
                  </a:lnTo>
                  <a:lnTo>
                    <a:pt x="4001092" y="1309604"/>
                  </a:lnTo>
                  <a:lnTo>
                    <a:pt x="4013255" y="1310040"/>
                  </a:lnTo>
                  <a:lnTo>
                    <a:pt x="4016342" y="1310141"/>
                  </a:lnTo>
                  <a:lnTo>
                    <a:pt x="4016409" y="1310143"/>
                  </a:lnTo>
                  <a:lnTo>
                    <a:pt x="4538543" y="1310143"/>
                  </a:lnTo>
                  <a:lnTo>
                    <a:pt x="4539797" y="1310173"/>
                  </a:lnTo>
                  <a:lnTo>
                    <a:pt x="4547997" y="1310386"/>
                  </a:lnTo>
                  <a:lnTo>
                    <a:pt x="4568505" y="1310974"/>
                  </a:lnTo>
                  <a:lnTo>
                    <a:pt x="4604756" y="1312129"/>
                  </a:lnTo>
                  <a:lnTo>
                    <a:pt x="4657948" y="1314021"/>
                  </a:lnTo>
                  <a:lnTo>
                    <a:pt x="4726980" y="1316777"/>
                  </a:lnTo>
                  <a:lnTo>
                    <a:pt x="4808830" y="1320472"/>
                  </a:lnTo>
                  <a:lnTo>
                    <a:pt x="4899312" y="1325129"/>
                  </a:lnTo>
                  <a:lnTo>
                    <a:pt x="4993962" y="1330737"/>
                  </a:lnTo>
                  <a:lnTo>
                    <a:pt x="5088782" y="1337273"/>
                  </a:lnTo>
                  <a:lnTo>
                    <a:pt x="5180685" y="1344725"/>
                  </a:lnTo>
                  <a:lnTo>
                    <a:pt x="5267632" y="1353107"/>
                  </a:lnTo>
                  <a:lnTo>
                    <a:pt x="5348553" y="1362467"/>
                  </a:lnTo>
                  <a:lnTo>
                    <a:pt x="5423149" y="1372898"/>
                  </a:lnTo>
                  <a:lnTo>
                    <a:pt x="5491671" y="1384529"/>
                  </a:lnTo>
                  <a:lnTo>
                    <a:pt x="5554735" y="1397528"/>
                  </a:lnTo>
                  <a:lnTo>
                    <a:pt x="5613160" y="1412091"/>
                  </a:lnTo>
                  <a:lnTo>
                    <a:pt x="5667864" y="1428432"/>
                  </a:lnTo>
                  <a:lnTo>
                    <a:pt x="5719771" y="1446749"/>
                  </a:lnTo>
                  <a:lnTo>
                    <a:pt x="5769736" y="1467188"/>
                  </a:lnTo>
                  <a:lnTo>
                    <a:pt x="5784835" y="1473911"/>
                  </a:lnTo>
                  <a:lnTo>
                    <a:pt x="5834504" y="1497769"/>
                  </a:lnTo>
                  <a:lnTo>
                    <a:pt x="5883688" y="1523946"/>
                  </a:lnTo>
                  <a:lnTo>
                    <a:pt x="5932857" y="1552479"/>
                  </a:lnTo>
                  <a:lnTo>
                    <a:pt x="5982342" y="1583335"/>
                  </a:lnTo>
                  <a:lnTo>
                    <a:pt x="6032347" y="1616400"/>
                  </a:lnTo>
                  <a:lnTo>
                    <a:pt x="6082969" y="1651476"/>
                  </a:lnTo>
                  <a:lnTo>
                    <a:pt x="6134208" y="1688277"/>
                  </a:lnTo>
                  <a:lnTo>
                    <a:pt x="6185982" y="1726442"/>
                  </a:lnTo>
                  <a:lnTo>
                    <a:pt x="6238143" y="1765539"/>
                  </a:lnTo>
                  <a:lnTo>
                    <a:pt x="6290499" y="1805091"/>
                  </a:lnTo>
                  <a:lnTo>
                    <a:pt x="6342835" y="1844597"/>
                  </a:lnTo>
                  <a:lnTo>
                    <a:pt x="6394939" y="1883557"/>
                  </a:lnTo>
                  <a:lnTo>
                    <a:pt x="6446624" y="1921501"/>
                  </a:lnTo>
                  <a:lnTo>
                    <a:pt x="6497753" y="1958010"/>
                  </a:lnTo>
                  <a:lnTo>
                    <a:pt x="6548259" y="1992735"/>
                  </a:lnTo>
                  <a:lnTo>
                    <a:pt x="6598158" y="2025406"/>
                  </a:lnTo>
                  <a:lnTo>
                    <a:pt x="6647566" y="2055840"/>
                  </a:lnTo>
                  <a:lnTo>
                    <a:pt x="6696709" y="2083940"/>
                  </a:lnTo>
                  <a:lnTo>
                    <a:pt x="6745943" y="2109686"/>
                  </a:lnTo>
                  <a:lnTo>
                    <a:pt x="6786527" y="2128983"/>
                  </a:lnTo>
                  <a:lnTo>
                    <a:pt x="6836045" y="2150085"/>
                  </a:lnTo>
                  <a:lnTo>
                    <a:pt x="6887269" y="2169045"/>
                  </a:lnTo>
                  <a:lnTo>
                    <a:pt x="6941016" y="2185974"/>
                  </a:lnTo>
                  <a:lnTo>
                    <a:pt x="6998196" y="2201061"/>
                  </a:lnTo>
                  <a:lnTo>
                    <a:pt x="7059739" y="2214520"/>
                  </a:lnTo>
                  <a:lnTo>
                    <a:pt x="7126504" y="2226552"/>
                  </a:lnTo>
                  <a:lnTo>
                    <a:pt x="7199183" y="2237336"/>
                  </a:lnTo>
                  <a:lnTo>
                    <a:pt x="7278160" y="2247015"/>
                  </a:lnTo>
                  <a:lnTo>
                    <a:pt x="7363327" y="2255691"/>
                  </a:lnTo>
                  <a:lnTo>
                    <a:pt x="7453874" y="2263426"/>
                  </a:lnTo>
                  <a:lnTo>
                    <a:pt x="7548076" y="2270244"/>
                  </a:lnTo>
                  <a:lnTo>
                    <a:pt x="7643168" y="2276140"/>
                  </a:lnTo>
                  <a:lnTo>
                    <a:pt x="7735399" y="2281091"/>
                  </a:lnTo>
                  <a:lnTo>
                    <a:pt x="7820381" y="2285082"/>
                  </a:lnTo>
                  <a:lnTo>
                    <a:pt x="7893750" y="2288122"/>
                  </a:lnTo>
                  <a:lnTo>
                    <a:pt x="7952034" y="2290268"/>
                  </a:lnTo>
                  <a:lnTo>
                    <a:pt x="7993480" y="2291634"/>
                  </a:lnTo>
                  <a:lnTo>
                    <a:pt x="8018566" y="2292377"/>
                  </a:lnTo>
                  <a:lnTo>
                    <a:pt x="8030065" y="2292684"/>
                  </a:lnTo>
                  <a:lnTo>
                    <a:pt x="8032781" y="2292750"/>
                  </a:lnTo>
                  <a:lnTo>
                    <a:pt x="8032819" y="2292751"/>
                  </a:lnTo>
                  <a:lnTo>
                    <a:pt x="8554953" y="2292751"/>
                  </a:lnTo>
                  <a:lnTo>
                    <a:pt x="8554953" y="2292751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334" name="pl334"/>
            <p:cNvSpPr/>
            <p:nvPr/>
          </p:nvSpPr>
          <p:spPr>
            <a:xfrm>
              <a:off x="386606" y="1818028"/>
              <a:ext cx="8554953" cy="2292751"/>
            </a:xfrm>
            <a:custGeom>
              <a:avLst/>
              <a:pathLst>
                <a:path w="8554953" h="2292751">
                  <a:moveTo>
                    <a:pt x="8554953" y="2292751"/>
                  </a:moveTo>
                  <a:lnTo>
                    <a:pt x="8032819" y="2292751"/>
                  </a:lnTo>
                  <a:lnTo>
                    <a:pt x="8031565" y="2292721"/>
                  </a:lnTo>
                  <a:lnTo>
                    <a:pt x="8023365" y="2292508"/>
                  </a:lnTo>
                  <a:lnTo>
                    <a:pt x="8002857" y="2291920"/>
                  </a:lnTo>
                  <a:lnTo>
                    <a:pt x="7966606" y="2290765"/>
                  </a:lnTo>
                  <a:lnTo>
                    <a:pt x="7913414" y="2288873"/>
                  </a:lnTo>
                  <a:lnTo>
                    <a:pt x="7844382" y="2286117"/>
                  </a:lnTo>
                  <a:lnTo>
                    <a:pt x="7762532" y="2282422"/>
                  </a:lnTo>
                  <a:lnTo>
                    <a:pt x="7672050" y="2277765"/>
                  </a:lnTo>
                  <a:lnTo>
                    <a:pt x="7577399" y="2272157"/>
                  </a:lnTo>
                  <a:lnTo>
                    <a:pt x="7482580" y="2265621"/>
                  </a:lnTo>
                  <a:lnTo>
                    <a:pt x="7390677" y="2258169"/>
                  </a:lnTo>
                  <a:lnTo>
                    <a:pt x="7303730" y="2249788"/>
                  </a:lnTo>
                  <a:lnTo>
                    <a:pt x="7222808" y="2240427"/>
                  </a:lnTo>
                  <a:lnTo>
                    <a:pt x="7148213" y="2229996"/>
                  </a:lnTo>
                  <a:lnTo>
                    <a:pt x="7079691" y="2218365"/>
                  </a:lnTo>
                  <a:lnTo>
                    <a:pt x="7016627" y="2205367"/>
                  </a:lnTo>
                  <a:lnTo>
                    <a:pt x="6958202" y="2190803"/>
                  </a:lnTo>
                  <a:lnTo>
                    <a:pt x="6903498" y="2174462"/>
                  </a:lnTo>
                  <a:lnTo>
                    <a:pt x="6851591" y="2156145"/>
                  </a:lnTo>
                  <a:lnTo>
                    <a:pt x="6801626" y="2135706"/>
                  </a:lnTo>
                  <a:lnTo>
                    <a:pt x="6786527" y="2128983"/>
                  </a:lnTo>
                  <a:lnTo>
                    <a:pt x="6736858" y="2105125"/>
                  </a:lnTo>
                  <a:lnTo>
                    <a:pt x="6687674" y="2078948"/>
                  </a:lnTo>
                  <a:lnTo>
                    <a:pt x="6638504" y="2050415"/>
                  </a:lnTo>
                  <a:lnTo>
                    <a:pt x="6589020" y="2019559"/>
                  </a:lnTo>
                  <a:lnTo>
                    <a:pt x="6539015" y="1986494"/>
                  </a:lnTo>
                  <a:lnTo>
                    <a:pt x="6488393" y="1951419"/>
                  </a:lnTo>
                  <a:lnTo>
                    <a:pt x="6437154" y="1914617"/>
                  </a:lnTo>
                  <a:lnTo>
                    <a:pt x="6385380" y="1876452"/>
                  </a:lnTo>
                  <a:lnTo>
                    <a:pt x="6333219" y="1837355"/>
                  </a:lnTo>
                  <a:lnTo>
                    <a:pt x="6280863" y="1797803"/>
                  </a:lnTo>
                  <a:lnTo>
                    <a:pt x="6228527" y="1758298"/>
                  </a:lnTo>
                  <a:lnTo>
                    <a:pt x="6176423" y="1719337"/>
                  </a:lnTo>
                  <a:lnTo>
                    <a:pt x="6124738" y="1681393"/>
                  </a:lnTo>
                  <a:lnTo>
                    <a:pt x="6073609" y="1644884"/>
                  </a:lnTo>
                  <a:lnTo>
                    <a:pt x="6023103" y="1610159"/>
                  </a:lnTo>
                  <a:lnTo>
                    <a:pt x="5973204" y="1577488"/>
                  </a:lnTo>
                  <a:lnTo>
                    <a:pt x="5923796" y="1547054"/>
                  </a:lnTo>
                  <a:lnTo>
                    <a:pt x="5874652" y="1518954"/>
                  </a:lnTo>
                  <a:lnTo>
                    <a:pt x="5825419" y="1493208"/>
                  </a:lnTo>
                  <a:lnTo>
                    <a:pt x="5784835" y="1473911"/>
                  </a:lnTo>
                  <a:lnTo>
                    <a:pt x="5735316" y="1452809"/>
                  </a:lnTo>
                  <a:lnTo>
                    <a:pt x="5684093" y="1433850"/>
                  </a:lnTo>
                  <a:lnTo>
                    <a:pt x="5630346" y="1416921"/>
                  </a:lnTo>
                  <a:lnTo>
                    <a:pt x="5573166" y="1401833"/>
                  </a:lnTo>
                  <a:lnTo>
                    <a:pt x="5511623" y="1388374"/>
                  </a:lnTo>
                  <a:lnTo>
                    <a:pt x="5444858" y="1376342"/>
                  </a:lnTo>
                  <a:lnTo>
                    <a:pt x="5372179" y="1365558"/>
                  </a:lnTo>
                  <a:lnTo>
                    <a:pt x="5293202" y="1355879"/>
                  </a:lnTo>
                  <a:lnTo>
                    <a:pt x="5208035" y="1347204"/>
                  </a:lnTo>
                  <a:lnTo>
                    <a:pt x="5117488" y="1339469"/>
                  </a:lnTo>
                  <a:lnTo>
                    <a:pt x="5023286" y="1332650"/>
                  </a:lnTo>
                  <a:lnTo>
                    <a:pt x="4928194" y="1326754"/>
                  </a:lnTo>
                  <a:lnTo>
                    <a:pt x="4835963" y="1321803"/>
                  </a:lnTo>
                  <a:lnTo>
                    <a:pt x="4750981" y="1317812"/>
                  </a:lnTo>
                  <a:lnTo>
                    <a:pt x="4677612" y="1314773"/>
                  </a:lnTo>
                  <a:lnTo>
                    <a:pt x="4619328" y="1312626"/>
                  </a:lnTo>
                  <a:lnTo>
                    <a:pt x="4577881" y="1311260"/>
                  </a:lnTo>
                  <a:lnTo>
                    <a:pt x="4552796" y="1310518"/>
                  </a:lnTo>
                  <a:lnTo>
                    <a:pt x="4541297" y="1310210"/>
                  </a:lnTo>
                  <a:lnTo>
                    <a:pt x="4538581" y="1310144"/>
                  </a:lnTo>
                  <a:lnTo>
                    <a:pt x="4538543" y="1310143"/>
                  </a:lnTo>
                  <a:lnTo>
                    <a:pt x="4016409" y="1310143"/>
                  </a:lnTo>
                  <a:lnTo>
                    <a:pt x="4015167" y="1310104"/>
                  </a:lnTo>
                  <a:lnTo>
                    <a:pt x="4007044" y="1309823"/>
                  </a:lnTo>
                  <a:lnTo>
                    <a:pt x="3986721" y="1309047"/>
                  </a:lnTo>
                  <a:lnTo>
                    <a:pt x="3950780" y="1307522"/>
                  </a:lnTo>
                  <a:lnTo>
                    <a:pt x="3898008" y="1305023"/>
                  </a:lnTo>
                  <a:lnTo>
                    <a:pt x="3829464" y="1301382"/>
                  </a:lnTo>
                  <a:lnTo>
                    <a:pt x="3748112" y="1296498"/>
                  </a:lnTo>
                  <a:lnTo>
                    <a:pt x="3658082" y="1290341"/>
                  </a:lnTo>
                  <a:lnTo>
                    <a:pt x="3563798" y="1282923"/>
                  </a:lnTo>
                  <a:lnTo>
                    <a:pt x="3469242" y="1274275"/>
                  </a:lnTo>
                  <a:lnTo>
                    <a:pt x="3377500" y="1264413"/>
                  </a:lnTo>
                  <a:lnTo>
                    <a:pt x="3290626" y="1253322"/>
                  </a:lnTo>
                  <a:lnTo>
                    <a:pt x="3209713" y="1240937"/>
                  </a:lnTo>
                  <a:lnTo>
                    <a:pt x="3135086" y="1227141"/>
                  </a:lnTo>
                  <a:lnTo>
                    <a:pt x="3066512" y="1211765"/>
                  </a:lnTo>
                  <a:lnTo>
                    <a:pt x="3003398" y="1194588"/>
                  </a:lnTo>
                  <a:lnTo>
                    <a:pt x="2944937" y="1175352"/>
                  </a:lnTo>
                  <a:lnTo>
                    <a:pt x="2890225" y="1153779"/>
                  </a:lnTo>
                  <a:lnTo>
                    <a:pt x="2838345" y="1129602"/>
                  </a:lnTo>
                  <a:lnTo>
                    <a:pt x="2788443" y="1102623"/>
                  </a:lnTo>
                  <a:lnTo>
                    <a:pt x="2770117" y="1091786"/>
                  </a:lnTo>
                  <a:lnTo>
                    <a:pt x="2722966" y="1061672"/>
                  </a:lnTo>
                  <a:lnTo>
                    <a:pt x="2676275" y="1028777"/>
                  </a:lnTo>
                  <a:lnTo>
                    <a:pt x="2629633" y="993054"/>
                  </a:lnTo>
                  <a:lnTo>
                    <a:pt x="2582745" y="954528"/>
                  </a:lnTo>
                  <a:lnTo>
                    <a:pt x="2535416" y="913313"/>
                  </a:lnTo>
                  <a:lnTo>
                    <a:pt x="2487545" y="869612"/>
                  </a:lnTo>
                  <a:lnTo>
                    <a:pt x="2439108" y="823722"/>
                  </a:lnTo>
                  <a:lnTo>
                    <a:pt x="2390156" y="776030"/>
                  </a:lnTo>
                  <a:lnTo>
                    <a:pt x="2340793" y="726998"/>
                  </a:lnTo>
                  <a:lnTo>
                    <a:pt x="2291172" y="677150"/>
                  </a:lnTo>
                  <a:lnTo>
                    <a:pt x="2241470" y="627049"/>
                  </a:lnTo>
                  <a:lnTo>
                    <a:pt x="2191870" y="577269"/>
                  </a:lnTo>
                  <a:lnTo>
                    <a:pt x="2142550" y="528370"/>
                  </a:lnTo>
                  <a:lnTo>
                    <a:pt x="2093654" y="480868"/>
                  </a:lnTo>
                  <a:lnTo>
                    <a:pt x="2045283" y="435220"/>
                  </a:lnTo>
                  <a:lnTo>
                    <a:pt x="1997479" y="391801"/>
                  </a:lnTo>
                  <a:lnTo>
                    <a:pt x="1950209" y="350896"/>
                  </a:lnTo>
                  <a:lnTo>
                    <a:pt x="1903362" y="312699"/>
                  </a:lnTo>
                  <a:lnTo>
                    <a:pt x="1856732" y="277312"/>
                  </a:lnTo>
                  <a:lnTo>
                    <a:pt x="1810011" y="244751"/>
                  </a:lnTo>
                  <a:lnTo>
                    <a:pt x="1768425" y="218357"/>
                  </a:lnTo>
                  <a:lnTo>
                    <a:pt x="1719071" y="190308"/>
                  </a:lnTo>
                  <a:lnTo>
                    <a:pt x="1668025" y="165098"/>
                  </a:lnTo>
                  <a:lnTo>
                    <a:pt x="1614479" y="142579"/>
                  </a:lnTo>
                  <a:lnTo>
                    <a:pt x="1557531" y="122501"/>
                  </a:lnTo>
                  <a:lnTo>
                    <a:pt x="1496261" y="104585"/>
                  </a:lnTo>
                  <a:lnTo>
                    <a:pt x="1429815" y="88563"/>
                  </a:lnTo>
                  <a:lnTo>
                    <a:pt x="1357504" y="74198"/>
                  </a:lnTo>
                  <a:lnTo>
                    <a:pt x="1278941" y="61301"/>
                  </a:lnTo>
                  <a:lnTo>
                    <a:pt x="1194217" y="49736"/>
                  </a:lnTo>
                  <a:lnTo>
                    <a:pt x="1104112" y="39418"/>
                  </a:lnTo>
                  <a:lnTo>
                    <a:pt x="1010303" y="30315"/>
                  </a:lnTo>
                  <a:lnTo>
                    <a:pt x="915493" y="22433"/>
                  </a:lnTo>
                  <a:lnTo>
                    <a:pt x="823363" y="15800"/>
                  </a:lnTo>
                  <a:lnTo>
                    <a:pt x="738243" y="10441"/>
                  </a:lnTo>
                  <a:lnTo>
                    <a:pt x="664475" y="6342"/>
                  </a:lnTo>
                  <a:lnTo>
                    <a:pt x="605559" y="3432"/>
                  </a:lnTo>
                  <a:lnTo>
                    <a:pt x="563333" y="1566"/>
                  </a:lnTo>
                  <a:lnTo>
                    <a:pt x="537450" y="538"/>
                  </a:lnTo>
                  <a:lnTo>
                    <a:pt x="525287" y="102"/>
                  </a:lnTo>
                  <a:lnTo>
                    <a:pt x="522200" y="2"/>
                  </a:lnTo>
                  <a:lnTo>
                    <a:pt x="522133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335" name="pg335"/>
            <p:cNvSpPr/>
            <p:nvPr/>
          </p:nvSpPr>
          <p:spPr>
            <a:xfrm>
              <a:off x="386606" y="1834969"/>
              <a:ext cx="8554953" cy="2546874"/>
            </a:xfrm>
            <a:custGeom>
              <a:avLst/>
              <a:pathLst>
                <a:path w="8554953" h="2546874">
                  <a:moveTo>
                    <a:pt x="0" y="11294"/>
                  </a:moveTo>
                  <a:lnTo>
                    <a:pt x="522133" y="11294"/>
                  </a:lnTo>
                  <a:lnTo>
                    <a:pt x="523375" y="11333"/>
                  </a:lnTo>
                  <a:lnTo>
                    <a:pt x="531498" y="11614"/>
                  </a:lnTo>
                  <a:lnTo>
                    <a:pt x="551821" y="12390"/>
                  </a:lnTo>
                  <a:lnTo>
                    <a:pt x="587762" y="13916"/>
                  </a:lnTo>
                  <a:lnTo>
                    <a:pt x="640534" y="16414"/>
                  </a:lnTo>
                  <a:lnTo>
                    <a:pt x="709078" y="20055"/>
                  </a:lnTo>
                  <a:lnTo>
                    <a:pt x="790430" y="24939"/>
                  </a:lnTo>
                  <a:lnTo>
                    <a:pt x="880461" y="31096"/>
                  </a:lnTo>
                  <a:lnTo>
                    <a:pt x="974744" y="38514"/>
                  </a:lnTo>
                  <a:lnTo>
                    <a:pt x="1069300" y="47162"/>
                  </a:lnTo>
                  <a:lnTo>
                    <a:pt x="1161042" y="57024"/>
                  </a:lnTo>
                  <a:lnTo>
                    <a:pt x="1247916" y="68115"/>
                  </a:lnTo>
                  <a:lnTo>
                    <a:pt x="1328829" y="80500"/>
                  </a:lnTo>
                  <a:lnTo>
                    <a:pt x="1403456" y="94296"/>
                  </a:lnTo>
                  <a:lnTo>
                    <a:pt x="1472030" y="109673"/>
                  </a:lnTo>
                  <a:lnTo>
                    <a:pt x="1535144" y="126849"/>
                  </a:lnTo>
                  <a:lnTo>
                    <a:pt x="1593605" y="146085"/>
                  </a:lnTo>
                  <a:lnTo>
                    <a:pt x="1648317" y="167658"/>
                  </a:lnTo>
                  <a:lnTo>
                    <a:pt x="1700197" y="191835"/>
                  </a:lnTo>
                  <a:lnTo>
                    <a:pt x="1750099" y="218814"/>
                  </a:lnTo>
                  <a:lnTo>
                    <a:pt x="1768425" y="229651"/>
                  </a:lnTo>
                  <a:lnTo>
                    <a:pt x="1815576" y="259765"/>
                  </a:lnTo>
                  <a:lnTo>
                    <a:pt x="1862267" y="292660"/>
                  </a:lnTo>
                  <a:lnTo>
                    <a:pt x="1908909" y="328383"/>
                  </a:lnTo>
                  <a:lnTo>
                    <a:pt x="1955797" y="366909"/>
                  </a:lnTo>
                  <a:lnTo>
                    <a:pt x="2003126" y="408124"/>
                  </a:lnTo>
                  <a:lnTo>
                    <a:pt x="2050997" y="451825"/>
                  </a:lnTo>
                  <a:lnTo>
                    <a:pt x="2099434" y="497715"/>
                  </a:lnTo>
                  <a:lnTo>
                    <a:pt x="2148387" y="545407"/>
                  </a:lnTo>
                  <a:lnTo>
                    <a:pt x="2197749" y="594439"/>
                  </a:lnTo>
                  <a:lnTo>
                    <a:pt x="2247370" y="644287"/>
                  </a:lnTo>
                  <a:lnTo>
                    <a:pt x="2297073" y="694388"/>
                  </a:lnTo>
                  <a:lnTo>
                    <a:pt x="2346672" y="744168"/>
                  </a:lnTo>
                  <a:lnTo>
                    <a:pt x="2395992" y="793067"/>
                  </a:lnTo>
                  <a:lnTo>
                    <a:pt x="2444888" y="840569"/>
                  </a:lnTo>
                  <a:lnTo>
                    <a:pt x="2493259" y="886217"/>
                  </a:lnTo>
                  <a:lnTo>
                    <a:pt x="2541064" y="929636"/>
                  </a:lnTo>
                  <a:lnTo>
                    <a:pt x="2588333" y="970541"/>
                  </a:lnTo>
                  <a:lnTo>
                    <a:pt x="2635180" y="1008738"/>
                  </a:lnTo>
                  <a:lnTo>
                    <a:pt x="2681810" y="1044126"/>
                  </a:lnTo>
                  <a:lnTo>
                    <a:pt x="2728531" y="1076686"/>
                  </a:lnTo>
                  <a:lnTo>
                    <a:pt x="2770117" y="1103080"/>
                  </a:lnTo>
                  <a:lnTo>
                    <a:pt x="2819471" y="1131129"/>
                  </a:lnTo>
                  <a:lnTo>
                    <a:pt x="2870517" y="1156339"/>
                  </a:lnTo>
                  <a:lnTo>
                    <a:pt x="2924063" y="1178858"/>
                  </a:lnTo>
                  <a:lnTo>
                    <a:pt x="2981011" y="1198936"/>
                  </a:lnTo>
                  <a:lnTo>
                    <a:pt x="3042282" y="1216852"/>
                  </a:lnTo>
                  <a:lnTo>
                    <a:pt x="3108727" y="1232874"/>
                  </a:lnTo>
                  <a:lnTo>
                    <a:pt x="3181038" y="1247239"/>
                  </a:lnTo>
                  <a:lnTo>
                    <a:pt x="3259601" y="1260136"/>
                  </a:lnTo>
                  <a:lnTo>
                    <a:pt x="3344325" y="1271701"/>
                  </a:lnTo>
                  <a:lnTo>
                    <a:pt x="3434430" y="1282019"/>
                  </a:lnTo>
                  <a:lnTo>
                    <a:pt x="3528239" y="1291122"/>
                  </a:lnTo>
                  <a:lnTo>
                    <a:pt x="3623049" y="1299004"/>
                  </a:lnTo>
                  <a:lnTo>
                    <a:pt x="3715180" y="1305637"/>
                  </a:lnTo>
                  <a:lnTo>
                    <a:pt x="3800299" y="1310996"/>
                  </a:lnTo>
                  <a:lnTo>
                    <a:pt x="3874067" y="1315095"/>
                  </a:lnTo>
                  <a:lnTo>
                    <a:pt x="3932983" y="1318005"/>
                  </a:lnTo>
                  <a:lnTo>
                    <a:pt x="3975209" y="1319871"/>
                  </a:lnTo>
                  <a:lnTo>
                    <a:pt x="4001092" y="1320899"/>
                  </a:lnTo>
                  <a:lnTo>
                    <a:pt x="4013255" y="1321335"/>
                  </a:lnTo>
                  <a:lnTo>
                    <a:pt x="4016409" y="1321438"/>
                  </a:lnTo>
                  <a:lnTo>
                    <a:pt x="4538543" y="1321438"/>
                  </a:lnTo>
                  <a:lnTo>
                    <a:pt x="4539788" y="1321474"/>
                  </a:lnTo>
                  <a:lnTo>
                    <a:pt x="4547933" y="1321738"/>
                  </a:lnTo>
                  <a:lnTo>
                    <a:pt x="4568308" y="1322466"/>
                  </a:lnTo>
                  <a:lnTo>
                    <a:pt x="4604338" y="1323897"/>
                  </a:lnTo>
                  <a:lnTo>
                    <a:pt x="4657229" y="1326240"/>
                  </a:lnTo>
                  <a:lnTo>
                    <a:pt x="4725912" y="1329655"/>
                  </a:lnTo>
                  <a:lnTo>
                    <a:pt x="4807406" y="1334234"/>
                  </a:lnTo>
                  <a:lnTo>
                    <a:pt x="4897564" y="1340007"/>
                  </a:lnTo>
                  <a:lnTo>
                    <a:pt x="4991952" y="1346961"/>
                  </a:lnTo>
                  <a:lnTo>
                    <a:pt x="5086584" y="1355068"/>
                  </a:lnTo>
                  <a:lnTo>
                    <a:pt x="5178372" y="1364312"/>
                  </a:lnTo>
                  <a:lnTo>
                    <a:pt x="5265267" y="1374708"/>
                  </a:lnTo>
                  <a:lnTo>
                    <a:pt x="5346182" y="1386318"/>
                  </a:lnTo>
                  <a:lnTo>
                    <a:pt x="5420801" y="1399251"/>
                  </a:lnTo>
                  <a:lnTo>
                    <a:pt x="5489360" y="1413668"/>
                  </a:lnTo>
                  <a:lnTo>
                    <a:pt x="5552460" y="1429776"/>
                  </a:lnTo>
                  <a:lnTo>
                    <a:pt x="5610910" y="1447816"/>
                  </a:lnTo>
                  <a:lnTo>
                    <a:pt x="5665620" y="1468051"/>
                  </a:lnTo>
                  <a:lnTo>
                    <a:pt x="5717507" y="1490730"/>
                  </a:lnTo>
                  <a:lnTo>
                    <a:pt x="5767427" y="1516038"/>
                  </a:lnTo>
                  <a:lnTo>
                    <a:pt x="5784835" y="1525677"/>
                  </a:lnTo>
                  <a:lnTo>
                    <a:pt x="5832641" y="1554256"/>
                  </a:lnTo>
                  <a:lnTo>
                    <a:pt x="5879981" y="1585510"/>
                  </a:lnTo>
                  <a:lnTo>
                    <a:pt x="5927280" y="1619485"/>
                  </a:lnTo>
                  <a:lnTo>
                    <a:pt x="5974842" y="1656152"/>
                  </a:lnTo>
                  <a:lnTo>
                    <a:pt x="6022865" y="1695397"/>
                  </a:lnTo>
                  <a:lnTo>
                    <a:pt x="6071451" y="1737014"/>
                  </a:lnTo>
                  <a:lnTo>
                    <a:pt x="6120615" y="1780708"/>
                  </a:lnTo>
                  <a:lnTo>
                    <a:pt x="6170302" y="1826096"/>
                  </a:lnTo>
                  <a:lnTo>
                    <a:pt x="6220394" y="1872718"/>
                  </a:lnTo>
                  <a:lnTo>
                    <a:pt x="6270731" y="1920057"/>
                  </a:lnTo>
                  <a:lnTo>
                    <a:pt x="6321125" y="1967563"/>
                  </a:lnTo>
                  <a:lnTo>
                    <a:pt x="6371384" y="2014675"/>
                  </a:lnTo>
                  <a:lnTo>
                    <a:pt x="6421328" y="2060855"/>
                  </a:lnTo>
                  <a:lnTo>
                    <a:pt x="6470814" y="2105605"/>
                  </a:lnTo>
                  <a:lnTo>
                    <a:pt x="6519746" y="2148496"/>
                  </a:lnTo>
                  <a:lnTo>
                    <a:pt x="6568096" y="2189179"/>
                  </a:lnTo>
                  <a:lnTo>
                    <a:pt x="6615914" y="2227394"/>
                  </a:lnTo>
                  <a:lnTo>
                    <a:pt x="6663340" y="2262975"/>
                  </a:lnTo>
                  <a:lnTo>
                    <a:pt x="6710612" y="2295842"/>
                  </a:lnTo>
                  <a:lnTo>
                    <a:pt x="6758082" y="2325998"/>
                  </a:lnTo>
                  <a:lnTo>
                    <a:pt x="6786527" y="2342634"/>
                  </a:lnTo>
                  <a:lnTo>
                    <a:pt x="6835928" y="2368893"/>
                  </a:lnTo>
                  <a:lnTo>
                    <a:pt x="6887024" y="2392491"/>
                  </a:lnTo>
                  <a:lnTo>
                    <a:pt x="6940627" y="2413569"/>
                  </a:lnTo>
                  <a:lnTo>
                    <a:pt x="6997642" y="2432359"/>
                  </a:lnTo>
                  <a:lnTo>
                    <a:pt x="7058989" y="2449124"/>
                  </a:lnTo>
                  <a:lnTo>
                    <a:pt x="7125526" y="2464116"/>
                  </a:lnTo>
                  <a:lnTo>
                    <a:pt x="7197941" y="2477556"/>
                  </a:lnTo>
                  <a:lnTo>
                    <a:pt x="7276621" y="2489620"/>
                  </a:lnTo>
                  <a:lnTo>
                    <a:pt x="7361471" y="2500439"/>
                  </a:lnTo>
                  <a:lnTo>
                    <a:pt x="7451702" y="2510088"/>
                  </a:lnTo>
                  <a:lnTo>
                    <a:pt x="7545623" y="2518600"/>
                  </a:lnTo>
                  <a:lnTo>
                    <a:pt x="7640514" y="2525967"/>
                  </a:lnTo>
                  <a:lnTo>
                    <a:pt x="7732674" y="2532162"/>
                  </a:lnTo>
                  <a:lnTo>
                    <a:pt x="7817756" y="2537165"/>
                  </a:lnTo>
                  <a:lnTo>
                    <a:pt x="7891411" y="2540987"/>
                  </a:lnTo>
                  <a:lnTo>
                    <a:pt x="7950149" y="2543696"/>
                  </a:lnTo>
                  <a:lnTo>
                    <a:pt x="7992153" y="2545429"/>
                  </a:lnTo>
                  <a:lnTo>
                    <a:pt x="8017810" y="2546380"/>
                  </a:lnTo>
                  <a:lnTo>
                    <a:pt x="8029782" y="2546781"/>
                  </a:lnTo>
                  <a:lnTo>
                    <a:pt x="8032819" y="2546874"/>
                  </a:lnTo>
                  <a:lnTo>
                    <a:pt x="8554953" y="2546874"/>
                  </a:lnTo>
                  <a:lnTo>
                    <a:pt x="8554953" y="2535579"/>
                  </a:lnTo>
                  <a:lnTo>
                    <a:pt x="8032819" y="2535579"/>
                  </a:lnTo>
                  <a:lnTo>
                    <a:pt x="8031574" y="2535542"/>
                  </a:lnTo>
                  <a:lnTo>
                    <a:pt x="8023429" y="2535279"/>
                  </a:lnTo>
                  <a:lnTo>
                    <a:pt x="8003053" y="2534551"/>
                  </a:lnTo>
                  <a:lnTo>
                    <a:pt x="7967024" y="2533120"/>
                  </a:lnTo>
                  <a:lnTo>
                    <a:pt x="7914133" y="2530777"/>
                  </a:lnTo>
                  <a:lnTo>
                    <a:pt x="7845450" y="2527362"/>
                  </a:lnTo>
                  <a:lnTo>
                    <a:pt x="7763956" y="2522783"/>
                  </a:lnTo>
                  <a:lnTo>
                    <a:pt x="7673798" y="2517010"/>
                  </a:lnTo>
                  <a:lnTo>
                    <a:pt x="7579410" y="2510056"/>
                  </a:lnTo>
                  <a:lnTo>
                    <a:pt x="7484778" y="2501949"/>
                  </a:lnTo>
                  <a:lnTo>
                    <a:pt x="7392990" y="2492705"/>
                  </a:lnTo>
                  <a:lnTo>
                    <a:pt x="7306095" y="2482309"/>
                  </a:lnTo>
                  <a:lnTo>
                    <a:pt x="7225179" y="2470699"/>
                  </a:lnTo>
                  <a:lnTo>
                    <a:pt x="7150561" y="2457766"/>
                  </a:lnTo>
                  <a:lnTo>
                    <a:pt x="7082002" y="2443348"/>
                  </a:lnTo>
                  <a:lnTo>
                    <a:pt x="7018902" y="2427241"/>
                  </a:lnTo>
                  <a:lnTo>
                    <a:pt x="6960451" y="2409201"/>
                  </a:lnTo>
                  <a:lnTo>
                    <a:pt x="6905742" y="2388966"/>
                  </a:lnTo>
                  <a:lnTo>
                    <a:pt x="6853855" y="2366286"/>
                  </a:lnTo>
                  <a:lnTo>
                    <a:pt x="6803935" y="2340979"/>
                  </a:lnTo>
                  <a:lnTo>
                    <a:pt x="6786527" y="2331340"/>
                  </a:lnTo>
                  <a:lnTo>
                    <a:pt x="6738721" y="2302761"/>
                  </a:lnTo>
                  <a:lnTo>
                    <a:pt x="6691381" y="2271507"/>
                  </a:lnTo>
                  <a:lnTo>
                    <a:pt x="6644082" y="2237531"/>
                  </a:lnTo>
                  <a:lnTo>
                    <a:pt x="6596520" y="2200865"/>
                  </a:lnTo>
                  <a:lnTo>
                    <a:pt x="6548497" y="2161620"/>
                  </a:lnTo>
                  <a:lnTo>
                    <a:pt x="6499911" y="2120003"/>
                  </a:lnTo>
                  <a:lnTo>
                    <a:pt x="6450747" y="2076308"/>
                  </a:lnTo>
                  <a:lnTo>
                    <a:pt x="6401060" y="2030921"/>
                  </a:lnTo>
                  <a:lnTo>
                    <a:pt x="6350968" y="1984299"/>
                  </a:lnTo>
                  <a:lnTo>
                    <a:pt x="6300631" y="1936960"/>
                  </a:lnTo>
                  <a:lnTo>
                    <a:pt x="6250237" y="1889454"/>
                  </a:lnTo>
                  <a:lnTo>
                    <a:pt x="6199978" y="1842341"/>
                  </a:lnTo>
                  <a:lnTo>
                    <a:pt x="6150033" y="1796162"/>
                  </a:lnTo>
                  <a:lnTo>
                    <a:pt x="6100548" y="1751412"/>
                  </a:lnTo>
                  <a:lnTo>
                    <a:pt x="6051616" y="1708521"/>
                  </a:lnTo>
                  <a:lnTo>
                    <a:pt x="6003266" y="1667838"/>
                  </a:lnTo>
                  <a:lnTo>
                    <a:pt x="5955448" y="1629623"/>
                  </a:lnTo>
                  <a:lnTo>
                    <a:pt x="5908022" y="1594042"/>
                  </a:lnTo>
                  <a:lnTo>
                    <a:pt x="5860750" y="1561175"/>
                  </a:lnTo>
                  <a:lnTo>
                    <a:pt x="5813279" y="1531018"/>
                  </a:lnTo>
                  <a:lnTo>
                    <a:pt x="5784835" y="1514383"/>
                  </a:lnTo>
                  <a:lnTo>
                    <a:pt x="5735434" y="1488124"/>
                  </a:lnTo>
                  <a:lnTo>
                    <a:pt x="5684338" y="1464525"/>
                  </a:lnTo>
                  <a:lnTo>
                    <a:pt x="5630735" y="1443448"/>
                  </a:lnTo>
                  <a:lnTo>
                    <a:pt x="5573720" y="1424658"/>
                  </a:lnTo>
                  <a:lnTo>
                    <a:pt x="5512373" y="1407893"/>
                  </a:lnTo>
                  <a:lnTo>
                    <a:pt x="5445836" y="1392901"/>
                  </a:lnTo>
                  <a:lnTo>
                    <a:pt x="5373421" y="1379461"/>
                  </a:lnTo>
                  <a:lnTo>
                    <a:pt x="5294741" y="1367396"/>
                  </a:lnTo>
                  <a:lnTo>
                    <a:pt x="5209891" y="1356578"/>
                  </a:lnTo>
                  <a:lnTo>
                    <a:pt x="5119660" y="1346929"/>
                  </a:lnTo>
                  <a:lnTo>
                    <a:pt x="5025739" y="1338417"/>
                  </a:lnTo>
                  <a:lnTo>
                    <a:pt x="4930848" y="1331050"/>
                  </a:lnTo>
                  <a:lnTo>
                    <a:pt x="4838688" y="1324854"/>
                  </a:lnTo>
                  <a:lnTo>
                    <a:pt x="4753606" y="1319852"/>
                  </a:lnTo>
                  <a:lnTo>
                    <a:pt x="4679950" y="1316030"/>
                  </a:lnTo>
                  <a:lnTo>
                    <a:pt x="4621213" y="1313321"/>
                  </a:lnTo>
                  <a:lnTo>
                    <a:pt x="4579208" y="1311588"/>
                  </a:lnTo>
                  <a:lnTo>
                    <a:pt x="4553552" y="1310637"/>
                  </a:lnTo>
                  <a:lnTo>
                    <a:pt x="4541580" y="1310236"/>
                  </a:lnTo>
                  <a:lnTo>
                    <a:pt x="4538543" y="1310143"/>
                  </a:lnTo>
                  <a:lnTo>
                    <a:pt x="4016409" y="1310143"/>
                  </a:lnTo>
                  <a:lnTo>
                    <a:pt x="4015167" y="1310104"/>
                  </a:lnTo>
                  <a:lnTo>
                    <a:pt x="4007044" y="1309823"/>
                  </a:lnTo>
                  <a:lnTo>
                    <a:pt x="3986721" y="1309047"/>
                  </a:lnTo>
                  <a:lnTo>
                    <a:pt x="3950780" y="1307522"/>
                  </a:lnTo>
                  <a:lnTo>
                    <a:pt x="3898008" y="1305023"/>
                  </a:lnTo>
                  <a:lnTo>
                    <a:pt x="3829464" y="1301382"/>
                  </a:lnTo>
                  <a:lnTo>
                    <a:pt x="3748112" y="1296498"/>
                  </a:lnTo>
                  <a:lnTo>
                    <a:pt x="3658082" y="1290341"/>
                  </a:lnTo>
                  <a:lnTo>
                    <a:pt x="3563798" y="1282923"/>
                  </a:lnTo>
                  <a:lnTo>
                    <a:pt x="3469242" y="1274275"/>
                  </a:lnTo>
                  <a:lnTo>
                    <a:pt x="3377500" y="1264413"/>
                  </a:lnTo>
                  <a:lnTo>
                    <a:pt x="3290626" y="1253322"/>
                  </a:lnTo>
                  <a:lnTo>
                    <a:pt x="3209713" y="1240937"/>
                  </a:lnTo>
                  <a:lnTo>
                    <a:pt x="3135086" y="1227141"/>
                  </a:lnTo>
                  <a:lnTo>
                    <a:pt x="3066512" y="1211765"/>
                  </a:lnTo>
                  <a:lnTo>
                    <a:pt x="3003398" y="1194588"/>
                  </a:lnTo>
                  <a:lnTo>
                    <a:pt x="2944937" y="1175352"/>
                  </a:lnTo>
                  <a:lnTo>
                    <a:pt x="2890225" y="1153779"/>
                  </a:lnTo>
                  <a:lnTo>
                    <a:pt x="2838345" y="1129602"/>
                  </a:lnTo>
                  <a:lnTo>
                    <a:pt x="2788443" y="1102623"/>
                  </a:lnTo>
                  <a:lnTo>
                    <a:pt x="2770117" y="1091786"/>
                  </a:lnTo>
                  <a:lnTo>
                    <a:pt x="2722966" y="1061672"/>
                  </a:lnTo>
                  <a:lnTo>
                    <a:pt x="2676275" y="1028777"/>
                  </a:lnTo>
                  <a:lnTo>
                    <a:pt x="2629633" y="993054"/>
                  </a:lnTo>
                  <a:lnTo>
                    <a:pt x="2582745" y="954528"/>
                  </a:lnTo>
                  <a:lnTo>
                    <a:pt x="2535416" y="913313"/>
                  </a:lnTo>
                  <a:lnTo>
                    <a:pt x="2487545" y="869612"/>
                  </a:lnTo>
                  <a:lnTo>
                    <a:pt x="2439108" y="823722"/>
                  </a:lnTo>
                  <a:lnTo>
                    <a:pt x="2390156" y="776030"/>
                  </a:lnTo>
                  <a:lnTo>
                    <a:pt x="2340793" y="726998"/>
                  </a:lnTo>
                  <a:lnTo>
                    <a:pt x="2291172" y="677150"/>
                  </a:lnTo>
                  <a:lnTo>
                    <a:pt x="2241470" y="627049"/>
                  </a:lnTo>
                  <a:lnTo>
                    <a:pt x="2191870" y="577269"/>
                  </a:lnTo>
                  <a:lnTo>
                    <a:pt x="2142550" y="528370"/>
                  </a:lnTo>
                  <a:lnTo>
                    <a:pt x="2093654" y="480868"/>
                  </a:lnTo>
                  <a:lnTo>
                    <a:pt x="2045283" y="435220"/>
                  </a:lnTo>
                  <a:lnTo>
                    <a:pt x="1997479" y="391801"/>
                  </a:lnTo>
                  <a:lnTo>
                    <a:pt x="1950209" y="350896"/>
                  </a:lnTo>
                  <a:lnTo>
                    <a:pt x="1903362" y="312699"/>
                  </a:lnTo>
                  <a:lnTo>
                    <a:pt x="1856732" y="277312"/>
                  </a:lnTo>
                  <a:lnTo>
                    <a:pt x="1810011" y="244751"/>
                  </a:lnTo>
                  <a:lnTo>
                    <a:pt x="1768425" y="218357"/>
                  </a:lnTo>
                  <a:lnTo>
                    <a:pt x="1719071" y="190308"/>
                  </a:lnTo>
                  <a:lnTo>
                    <a:pt x="1668025" y="165098"/>
                  </a:lnTo>
                  <a:lnTo>
                    <a:pt x="1614479" y="142579"/>
                  </a:lnTo>
                  <a:lnTo>
                    <a:pt x="1557531" y="122501"/>
                  </a:lnTo>
                  <a:lnTo>
                    <a:pt x="1496261" y="104585"/>
                  </a:lnTo>
                  <a:lnTo>
                    <a:pt x="1429815" y="88563"/>
                  </a:lnTo>
                  <a:lnTo>
                    <a:pt x="1357504" y="74198"/>
                  </a:lnTo>
                  <a:lnTo>
                    <a:pt x="1278941" y="61301"/>
                  </a:lnTo>
                  <a:lnTo>
                    <a:pt x="1194217" y="49736"/>
                  </a:lnTo>
                  <a:lnTo>
                    <a:pt x="1104112" y="39418"/>
                  </a:lnTo>
                  <a:lnTo>
                    <a:pt x="1010303" y="30315"/>
                  </a:lnTo>
                  <a:lnTo>
                    <a:pt x="915493" y="22433"/>
                  </a:lnTo>
                  <a:lnTo>
                    <a:pt x="823363" y="15800"/>
                  </a:lnTo>
                  <a:lnTo>
                    <a:pt x="738243" y="10441"/>
                  </a:lnTo>
                  <a:lnTo>
                    <a:pt x="664475" y="6342"/>
                  </a:lnTo>
                  <a:lnTo>
                    <a:pt x="605559" y="3432"/>
                  </a:lnTo>
                  <a:lnTo>
                    <a:pt x="563333" y="1566"/>
                  </a:lnTo>
                  <a:lnTo>
                    <a:pt x="537450" y="538"/>
                  </a:lnTo>
                  <a:lnTo>
                    <a:pt x="525287" y="102"/>
                  </a:lnTo>
                  <a:lnTo>
                    <a:pt x="5221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336" name="pl336"/>
            <p:cNvSpPr/>
            <p:nvPr/>
          </p:nvSpPr>
          <p:spPr>
            <a:xfrm>
              <a:off x="386606" y="1846264"/>
              <a:ext cx="8554953" cy="2535579"/>
            </a:xfrm>
            <a:custGeom>
              <a:avLst/>
              <a:pathLst>
                <a:path w="8554953" h="2535579">
                  <a:moveTo>
                    <a:pt x="0" y="0"/>
                  </a:moveTo>
                  <a:lnTo>
                    <a:pt x="522133" y="0"/>
                  </a:lnTo>
                  <a:lnTo>
                    <a:pt x="523375" y="39"/>
                  </a:lnTo>
                  <a:lnTo>
                    <a:pt x="531498" y="320"/>
                  </a:lnTo>
                  <a:lnTo>
                    <a:pt x="551821" y="1096"/>
                  </a:lnTo>
                  <a:lnTo>
                    <a:pt x="587762" y="2621"/>
                  </a:lnTo>
                  <a:lnTo>
                    <a:pt x="640534" y="5120"/>
                  </a:lnTo>
                  <a:lnTo>
                    <a:pt x="709078" y="8761"/>
                  </a:lnTo>
                  <a:lnTo>
                    <a:pt x="790430" y="13644"/>
                  </a:lnTo>
                  <a:lnTo>
                    <a:pt x="880461" y="19801"/>
                  </a:lnTo>
                  <a:lnTo>
                    <a:pt x="974744" y="27219"/>
                  </a:lnTo>
                  <a:lnTo>
                    <a:pt x="1069300" y="35868"/>
                  </a:lnTo>
                  <a:lnTo>
                    <a:pt x="1161042" y="45730"/>
                  </a:lnTo>
                  <a:lnTo>
                    <a:pt x="1247916" y="56821"/>
                  </a:lnTo>
                  <a:lnTo>
                    <a:pt x="1328829" y="69206"/>
                  </a:lnTo>
                  <a:lnTo>
                    <a:pt x="1403456" y="83002"/>
                  </a:lnTo>
                  <a:lnTo>
                    <a:pt x="1472030" y="98378"/>
                  </a:lnTo>
                  <a:lnTo>
                    <a:pt x="1535144" y="115555"/>
                  </a:lnTo>
                  <a:lnTo>
                    <a:pt x="1593605" y="134790"/>
                  </a:lnTo>
                  <a:lnTo>
                    <a:pt x="1648317" y="156363"/>
                  </a:lnTo>
                  <a:lnTo>
                    <a:pt x="1700197" y="180541"/>
                  </a:lnTo>
                  <a:lnTo>
                    <a:pt x="1750099" y="207520"/>
                  </a:lnTo>
                  <a:lnTo>
                    <a:pt x="1768425" y="218357"/>
                  </a:lnTo>
                  <a:lnTo>
                    <a:pt x="1815576" y="248471"/>
                  </a:lnTo>
                  <a:lnTo>
                    <a:pt x="1862267" y="281365"/>
                  </a:lnTo>
                  <a:lnTo>
                    <a:pt x="1908909" y="317089"/>
                  </a:lnTo>
                  <a:lnTo>
                    <a:pt x="1955797" y="355615"/>
                  </a:lnTo>
                  <a:lnTo>
                    <a:pt x="2003126" y="396830"/>
                  </a:lnTo>
                  <a:lnTo>
                    <a:pt x="2050997" y="440531"/>
                  </a:lnTo>
                  <a:lnTo>
                    <a:pt x="2099434" y="486420"/>
                  </a:lnTo>
                  <a:lnTo>
                    <a:pt x="2148387" y="534113"/>
                  </a:lnTo>
                  <a:lnTo>
                    <a:pt x="2197749" y="583145"/>
                  </a:lnTo>
                  <a:lnTo>
                    <a:pt x="2247370" y="632993"/>
                  </a:lnTo>
                  <a:lnTo>
                    <a:pt x="2297073" y="683094"/>
                  </a:lnTo>
                  <a:lnTo>
                    <a:pt x="2346672" y="732873"/>
                  </a:lnTo>
                  <a:lnTo>
                    <a:pt x="2395992" y="781773"/>
                  </a:lnTo>
                  <a:lnTo>
                    <a:pt x="2444888" y="829274"/>
                  </a:lnTo>
                  <a:lnTo>
                    <a:pt x="2493259" y="874922"/>
                  </a:lnTo>
                  <a:lnTo>
                    <a:pt x="2541064" y="918342"/>
                  </a:lnTo>
                  <a:lnTo>
                    <a:pt x="2588333" y="959247"/>
                  </a:lnTo>
                  <a:lnTo>
                    <a:pt x="2635180" y="997444"/>
                  </a:lnTo>
                  <a:lnTo>
                    <a:pt x="2681810" y="1032831"/>
                  </a:lnTo>
                  <a:lnTo>
                    <a:pt x="2728531" y="1065392"/>
                  </a:lnTo>
                  <a:lnTo>
                    <a:pt x="2770117" y="1091786"/>
                  </a:lnTo>
                  <a:lnTo>
                    <a:pt x="2819471" y="1119835"/>
                  </a:lnTo>
                  <a:lnTo>
                    <a:pt x="2870517" y="1145045"/>
                  </a:lnTo>
                  <a:lnTo>
                    <a:pt x="2924063" y="1167564"/>
                  </a:lnTo>
                  <a:lnTo>
                    <a:pt x="2981011" y="1187642"/>
                  </a:lnTo>
                  <a:lnTo>
                    <a:pt x="3042282" y="1205557"/>
                  </a:lnTo>
                  <a:lnTo>
                    <a:pt x="3108727" y="1221580"/>
                  </a:lnTo>
                  <a:lnTo>
                    <a:pt x="3181038" y="1235945"/>
                  </a:lnTo>
                  <a:lnTo>
                    <a:pt x="3259601" y="1248841"/>
                  </a:lnTo>
                  <a:lnTo>
                    <a:pt x="3344325" y="1260407"/>
                  </a:lnTo>
                  <a:lnTo>
                    <a:pt x="3434430" y="1270724"/>
                  </a:lnTo>
                  <a:lnTo>
                    <a:pt x="3528239" y="1279828"/>
                  </a:lnTo>
                  <a:lnTo>
                    <a:pt x="3623049" y="1287710"/>
                  </a:lnTo>
                  <a:lnTo>
                    <a:pt x="3715180" y="1294342"/>
                  </a:lnTo>
                  <a:lnTo>
                    <a:pt x="3800299" y="1299702"/>
                  </a:lnTo>
                  <a:lnTo>
                    <a:pt x="3874067" y="1303800"/>
                  </a:lnTo>
                  <a:lnTo>
                    <a:pt x="3932983" y="1306711"/>
                  </a:lnTo>
                  <a:lnTo>
                    <a:pt x="3975209" y="1308576"/>
                  </a:lnTo>
                  <a:lnTo>
                    <a:pt x="4001092" y="1309604"/>
                  </a:lnTo>
                  <a:lnTo>
                    <a:pt x="4013255" y="1310040"/>
                  </a:lnTo>
                  <a:lnTo>
                    <a:pt x="4016342" y="1310141"/>
                  </a:lnTo>
                  <a:lnTo>
                    <a:pt x="4016409" y="1310143"/>
                  </a:lnTo>
                  <a:lnTo>
                    <a:pt x="4538543" y="1310143"/>
                  </a:lnTo>
                  <a:lnTo>
                    <a:pt x="4539788" y="1310180"/>
                  </a:lnTo>
                  <a:lnTo>
                    <a:pt x="4547933" y="1310443"/>
                  </a:lnTo>
                  <a:lnTo>
                    <a:pt x="4568308" y="1311172"/>
                  </a:lnTo>
                  <a:lnTo>
                    <a:pt x="4604338" y="1312602"/>
                  </a:lnTo>
                  <a:lnTo>
                    <a:pt x="4657229" y="1314946"/>
                  </a:lnTo>
                  <a:lnTo>
                    <a:pt x="4725912" y="1318361"/>
                  </a:lnTo>
                  <a:lnTo>
                    <a:pt x="4807406" y="1322939"/>
                  </a:lnTo>
                  <a:lnTo>
                    <a:pt x="4897564" y="1328712"/>
                  </a:lnTo>
                  <a:lnTo>
                    <a:pt x="4991952" y="1335666"/>
                  </a:lnTo>
                  <a:lnTo>
                    <a:pt x="5086584" y="1343773"/>
                  </a:lnTo>
                  <a:lnTo>
                    <a:pt x="5178372" y="1353017"/>
                  </a:lnTo>
                  <a:lnTo>
                    <a:pt x="5265267" y="1363414"/>
                  </a:lnTo>
                  <a:lnTo>
                    <a:pt x="5346182" y="1375024"/>
                  </a:lnTo>
                  <a:lnTo>
                    <a:pt x="5420801" y="1387957"/>
                  </a:lnTo>
                  <a:lnTo>
                    <a:pt x="5489360" y="1402374"/>
                  </a:lnTo>
                  <a:lnTo>
                    <a:pt x="5552460" y="1418481"/>
                  </a:lnTo>
                  <a:lnTo>
                    <a:pt x="5610910" y="1436522"/>
                  </a:lnTo>
                  <a:lnTo>
                    <a:pt x="5665620" y="1456757"/>
                  </a:lnTo>
                  <a:lnTo>
                    <a:pt x="5717507" y="1479436"/>
                  </a:lnTo>
                  <a:lnTo>
                    <a:pt x="5767427" y="1504743"/>
                  </a:lnTo>
                  <a:lnTo>
                    <a:pt x="5784835" y="1514383"/>
                  </a:lnTo>
                  <a:lnTo>
                    <a:pt x="5832641" y="1542962"/>
                  </a:lnTo>
                  <a:lnTo>
                    <a:pt x="5879981" y="1574216"/>
                  </a:lnTo>
                  <a:lnTo>
                    <a:pt x="5927280" y="1608191"/>
                  </a:lnTo>
                  <a:lnTo>
                    <a:pt x="5974842" y="1644858"/>
                  </a:lnTo>
                  <a:lnTo>
                    <a:pt x="6022865" y="1684102"/>
                  </a:lnTo>
                  <a:lnTo>
                    <a:pt x="6071451" y="1725720"/>
                  </a:lnTo>
                  <a:lnTo>
                    <a:pt x="6120615" y="1769414"/>
                  </a:lnTo>
                  <a:lnTo>
                    <a:pt x="6170302" y="1814802"/>
                  </a:lnTo>
                  <a:lnTo>
                    <a:pt x="6220394" y="1861423"/>
                  </a:lnTo>
                  <a:lnTo>
                    <a:pt x="6270731" y="1908763"/>
                  </a:lnTo>
                  <a:lnTo>
                    <a:pt x="6321125" y="1956268"/>
                  </a:lnTo>
                  <a:lnTo>
                    <a:pt x="6371384" y="2003381"/>
                  </a:lnTo>
                  <a:lnTo>
                    <a:pt x="6421328" y="2049560"/>
                  </a:lnTo>
                  <a:lnTo>
                    <a:pt x="6470814" y="2094311"/>
                  </a:lnTo>
                  <a:lnTo>
                    <a:pt x="6519746" y="2137202"/>
                  </a:lnTo>
                  <a:lnTo>
                    <a:pt x="6568096" y="2177884"/>
                  </a:lnTo>
                  <a:lnTo>
                    <a:pt x="6615914" y="2216100"/>
                  </a:lnTo>
                  <a:lnTo>
                    <a:pt x="6663340" y="2251680"/>
                  </a:lnTo>
                  <a:lnTo>
                    <a:pt x="6710612" y="2284548"/>
                  </a:lnTo>
                  <a:lnTo>
                    <a:pt x="6758082" y="2314704"/>
                  </a:lnTo>
                  <a:lnTo>
                    <a:pt x="6786527" y="2331340"/>
                  </a:lnTo>
                  <a:lnTo>
                    <a:pt x="6835928" y="2357599"/>
                  </a:lnTo>
                  <a:lnTo>
                    <a:pt x="6887024" y="2381197"/>
                  </a:lnTo>
                  <a:lnTo>
                    <a:pt x="6940627" y="2402274"/>
                  </a:lnTo>
                  <a:lnTo>
                    <a:pt x="6997642" y="2421064"/>
                  </a:lnTo>
                  <a:lnTo>
                    <a:pt x="7058989" y="2437829"/>
                  </a:lnTo>
                  <a:lnTo>
                    <a:pt x="7125526" y="2452821"/>
                  </a:lnTo>
                  <a:lnTo>
                    <a:pt x="7197941" y="2466261"/>
                  </a:lnTo>
                  <a:lnTo>
                    <a:pt x="7276621" y="2478326"/>
                  </a:lnTo>
                  <a:lnTo>
                    <a:pt x="7361471" y="2489144"/>
                  </a:lnTo>
                  <a:lnTo>
                    <a:pt x="7451702" y="2498794"/>
                  </a:lnTo>
                  <a:lnTo>
                    <a:pt x="7545623" y="2507306"/>
                  </a:lnTo>
                  <a:lnTo>
                    <a:pt x="7640514" y="2514673"/>
                  </a:lnTo>
                  <a:lnTo>
                    <a:pt x="7732674" y="2520868"/>
                  </a:lnTo>
                  <a:lnTo>
                    <a:pt x="7817756" y="2525871"/>
                  </a:lnTo>
                  <a:lnTo>
                    <a:pt x="7891411" y="2529692"/>
                  </a:lnTo>
                  <a:lnTo>
                    <a:pt x="7950149" y="2532401"/>
                  </a:lnTo>
                  <a:lnTo>
                    <a:pt x="7992153" y="2534134"/>
                  </a:lnTo>
                  <a:lnTo>
                    <a:pt x="8017810" y="2535086"/>
                  </a:lnTo>
                  <a:lnTo>
                    <a:pt x="8029782" y="2535487"/>
                  </a:lnTo>
                  <a:lnTo>
                    <a:pt x="8032761" y="2535578"/>
                  </a:lnTo>
                  <a:lnTo>
                    <a:pt x="8032819" y="2535579"/>
                  </a:lnTo>
                  <a:lnTo>
                    <a:pt x="8554953" y="2535579"/>
                  </a:lnTo>
                  <a:lnTo>
                    <a:pt x="8554953" y="2535579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337" name="pl337"/>
            <p:cNvSpPr/>
            <p:nvPr/>
          </p:nvSpPr>
          <p:spPr>
            <a:xfrm>
              <a:off x="386606" y="1834969"/>
              <a:ext cx="8554953" cy="2535579"/>
            </a:xfrm>
            <a:custGeom>
              <a:avLst/>
              <a:pathLst>
                <a:path w="8554953" h="2535579">
                  <a:moveTo>
                    <a:pt x="8554953" y="2535579"/>
                  </a:moveTo>
                  <a:lnTo>
                    <a:pt x="8032819" y="2535579"/>
                  </a:lnTo>
                  <a:lnTo>
                    <a:pt x="8031574" y="2535542"/>
                  </a:lnTo>
                  <a:lnTo>
                    <a:pt x="8023429" y="2535279"/>
                  </a:lnTo>
                  <a:lnTo>
                    <a:pt x="8003053" y="2534551"/>
                  </a:lnTo>
                  <a:lnTo>
                    <a:pt x="7967024" y="2533120"/>
                  </a:lnTo>
                  <a:lnTo>
                    <a:pt x="7914133" y="2530777"/>
                  </a:lnTo>
                  <a:lnTo>
                    <a:pt x="7845450" y="2527362"/>
                  </a:lnTo>
                  <a:lnTo>
                    <a:pt x="7763956" y="2522783"/>
                  </a:lnTo>
                  <a:lnTo>
                    <a:pt x="7673798" y="2517010"/>
                  </a:lnTo>
                  <a:lnTo>
                    <a:pt x="7579410" y="2510056"/>
                  </a:lnTo>
                  <a:lnTo>
                    <a:pt x="7484778" y="2501949"/>
                  </a:lnTo>
                  <a:lnTo>
                    <a:pt x="7392990" y="2492705"/>
                  </a:lnTo>
                  <a:lnTo>
                    <a:pt x="7306095" y="2482309"/>
                  </a:lnTo>
                  <a:lnTo>
                    <a:pt x="7225179" y="2470699"/>
                  </a:lnTo>
                  <a:lnTo>
                    <a:pt x="7150561" y="2457766"/>
                  </a:lnTo>
                  <a:lnTo>
                    <a:pt x="7082002" y="2443348"/>
                  </a:lnTo>
                  <a:lnTo>
                    <a:pt x="7018902" y="2427241"/>
                  </a:lnTo>
                  <a:lnTo>
                    <a:pt x="6960451" y="2409201"/>
                  </a:lnTo>
                  <a:lnTo>
                    <a:pt x="6905742" y="2388966"/>
                  </a:lnTo>
                  <a:lnTo>
                    <a:pt x="6853855" y="2366286"/>
                  </a:lnTo>
                  <a:lnTo>
                    <a:pt x="6803935" y="2340979"/>
                  </a:lnTo>
                  <a:lnTo>
                    <a:pt x="6786527" y="2331340"/>
                  </a:lnTo>
                  <a:lnTo>
                    <a:pt x="6738721" y="2302761"/>
                  </a:lnTo>
                  <a:lnTo>
                    <a:pt x="6691381" y="2271507"/>
                  </a:lnTo>
                  <a:lnTo>
                    <a:pt x="6644082" y="2237531"/>
                  </a:lnTo>
                  <a:lnTo>
                    <a:pt x="6596520" y="2200865"/>
                  </a:lnTo>
                  <a:lnTo>
                    <a:pt x="6548497" y="2161620"/>
                  </a:lnTo>
                  <a:lnTo>
                    <a:pt x="6499911" y="2120003"/>
                  </a:lnTo>
                  <a:lnTo>
                    <a:pt x="6450747" y="2076308"/>
                  </a:lnTo>
                  <a:lnTo>
                    <a:pt x="6401060" y="2030921"/>
                  </a:lnTo>
                  <a:lnTo>
                    <a:pt x="6350968" y="1984299"/>
                  </a:lnTo>
                  <a:lnTo>
                    <a:pt x="6300631" y="1936960"/>
                  </a:lnTo>
                  <a:lnTo>
                    <a:pt x="6250237" y="1889454"/>
                  </a:lnTo>
                  <a:lnTo>
                    <a:pt x="6199978" y="1842341"/>
                  </a:lnTo>
                  <a:lnTo>
                    <a:pt x="6150033" y="1796162"/>
                  </a:lnTo>
                  <a:lnTo>
                    <a:pt x="6100548" y="1751412"/>
                  </a:lnTo>
                  <a:lnTo>
                    <a:pt x="6051616" y="1708521"/>
                  </a:lnTo>
                  <a:lnTo>
                    <a:pt x="6003266" y="1667838"/>
                  </a:lnTo>
                  <a:lnTo>
                    <a:pt x="5955448" y="1629623"/>
                  </a:lnTo>
                  <a:lnTo>
                    <a:pt x="5908022" y="1594042"/>
                  </a:lnTo>
                  <a:lnTo>
                    <a:pt x="5860750" y="1561175"/>
                  </a:lnTo>
                  <a:lnTo>
                    <a:pt x="5813279" y="1531018"/>
                  </a:lnTo>
                  <a:lnTo>
                    <a:pt x="5784835" y="1514383"/>
                  </a:lnTo>
                  <a:lnTo>
                    <a:pt x="5735434" y="1488124"/>
                  </a:lnTo>
                  <a:lnTo>
                    <a:pt x="5684338" y="1464525"/>
                  </a:lnTo>
                  <a:lnTo>
                    <a:pt x="5630735" y="1443448"/>
                  </a:lnTo>
                  <a:lnTo>
                    <a:pt x="5573720" y="1424658"/>
                  </a:lnTo>
                  <a:lnTo>
                    <a:pt x="5512373" y="1407893"/>
                  </a:lnTo>
                  <a:lnTo>
                    <a:pt x="5445836" y="1392901"/>
                  </a:lnTo>
                  <a:lnTo>
                    <a:pt x="5373421" y="1379461"/>
                  </a:lnTo>
                  <a:lnTo>
                    <a:pt x="5294741" y="1367396"/>
                  </a:lnTo>
                  <a:lnTo>
                    <a:pt x="5209891" y="1356578"/>
                  </a:lnTo>
                  <a:lnTo>
                    <a:pt x="5119660" y="1346929"/>
                  </a:lnTo>
                  <a:lnTo>
                    <a:pt x="5025739" y="1338417"/>
                  </a:lnTo>
                  <a:lnTo>
                    <a:pt x="4930848" y="1331050"/>
                  </a:lnTo>
                  <a:lnTo>
                    <a:pt x="4838688" y="1324854"/>
                  </a:lnTo>
                  <a:lnTo>
                    <a:pt x="4753606" y="1319852"/>
                  </a:lnTo>
                  <a:lnTo>
                    <a:pt x="4679950" y="1316030"/>
                  </a:lnTo>
                  <a:lnTo>
                    <a:pt x="4621213" y="1313321"/>
                  </a:lnTo>
                  <a:lnTo>
                    <a:pt x="4579208" y="1311588"/>
                  </a:lnTo>
                  <a:lnTo>
                    <a:pt x="4553552" y="1310637"/>
                  </a:lnTo>
                  <a:lnTo>
                    <a:pt x="4541580" y="1310236"/>
                  </a:lnTo>
                  <a:lnTo>
                    <a:pt x="4538601" y="1310145"/>
                  </a:lnTo>
                  <a:lnTo>
                    <a:pt x="4538543" y="1310143"/>
                  </a:lnTo>
                  <a:lnTo>
                    <a:pt x="4016409" y="1310143"/>
                  </a:lnTo>
                  <a:lnTo>
                    <a:pt x="4015167" y="1310104"/>
                  </a:lnTo>
                  <a:lnTo>
                    <a:pt x="4007044" y="1309823"/>
                  </a:lnTo>
                  <a:lnTo>
                    <a:pt x="3986721" y="1309047"/>
                  </a:lnTo>
                  <a:lnTo>
                    <a:pt x="3950780" y="1307522"/>
                  </a:lnTo>
                  <a:lnTo>
                    <a:pt x="3898008" y="1305023"/>
                  </a:lnTo>
                  <a:lnTo>
                    <a:pt x="3829464" y="1301382"/>
                  </a:lnTo>
                  <a:lnTo>
                    <a:pt x="3748112" y="1296498"/>
                  </a:lnTo>
                  <a:lnTo>
                    <a:pt x="3658082" y="1290341"/>
                  </a:lnTo>
                  <a:lnTo>
                    <a:pt x="3563798" y="1282923"/>
                  </a:lnTo>
                  <a:lnTo>
                    <a:pt x="3469242" y="1274275"/>
                  </a:lnTo>
                  <a:lnTo>
                    <a:pt x="3377500" y="1264413"/>
                  </a:lnTo>
                  <a:lnTo>
                    <a:pt x="3290626" y="1253322"/>
                  </a:lnTo>
                  <a:lnTo>
                    <a:pt x="3209713" y="1240937"/>
                  </a:lnTo>
                  <a:lnTo>
                    <a:pt x="3135086" y="1227141"/>
                  </a:lnTo>
                  <a:lnTo>
                    <a:pt x="3066512" y="1211765"/>
                  </a:lnTo>
                  <a:lnTo>
                    <a:pt x="3003398" y="1194588"/>
                  </a:lnTo>
                  <a:lnTo>
                    <a:pt x="2944937" y="1175352"/>
                  </a:lnTo>
                  <a:lnTo>
                    <a:pt x="2890225" y="1153779"/>
                  </a:lnTo>
                  <a:lnTo>
                    <a:pt x="2838345" y="1129602"/>
                  </a:lnTo>
                  <a:lnTo>
                    <a:pt x="2788443" y="1102623"/>
                  </a:lnTo>
                  <a:lnTo>
                    <a:pt x="2770117" y="1091786"/>
                  </a:lnTo>
                  <a:lnTo>
                    <a:pt x="2722966" y="1061672"/>
                  </a:lnTo>
                  <a:lnTo>
                    <a:pt x="2676275" y="1028777"/>
                  </a:lnTo>
                  <a:lnTo>
                    <a:pt x="2629633" y="993054"/>
                  </a:lnTo>
                  <a:lnTo>
                    <a:pt x="2582745" y="954528"/>
                  </a:lnTo>
                  <a:lnTo>
                    <a:pt x="2535416" y="913313"/>
                  </a:lnTo>
                  <a:lnTo>
                    <a:pt x="2487545" y="869612"/>
                  </a:lnTo>
                  <a:lnTo>
                    <a:pt x="2439108" y="823722"/>
                  </a:lnTo>
                  <a:lnTo>
                    <a:pt x="2390156" y="776030"/>
                  </a:lnTo>
                  <a:lnTo>
                    <a:pt x="2340793" y="726998"/>
                  </a:lnTo>
                  <a:lnTo>
                    <a:pt x="2291172" y="677150"/>
                  </a:lnTo>
                  <a:lnTo>
                    <a:pt x="2241470" y="627049"/>
                  </a:lnTo>
                  <a:lnTo>
                    <a:pt x="2191870" y="577269"/>
                  </a:lnTo>
                  <a:lnTo>
                    <a:pt x="2142550" y="528370"/>
                  </a:lnTo>
                  <a:lnTo>
                    <a:pt x="2093654" y="480868"/>
                  </a:lnTo>
                  <a:lnTo>
                    <a:pt x="2045283" y="435220"/>
                  </a:lnTo>
                  <a:lnTo>
                    <a:pt x="1997479" y="391801"/>
                  </a:lnTo>
                  <a:lnTo>
                    <a:pt x="1950209" y="350896"/>
                  </a:lnTo>
                  <a:lnTo>
                    <a:pt x="1903362" y="312699"/>
                  </a:lnTo>
                  <a:lnTo>
                    <a:pt x="1856732" y="277312"/>
                  </a:lnTo>
                  <a:lnTo>
                    <a:pt x="1810011" y="244751"/>
                  </a:lnTo>
                  <a:lnTo>
                    <a:pt x="1768425" y="218357"/>
                  </a:lnTo>
                  <a:lnTo>
                    <a:pt x="1719071" y="190308"/>
                  </a:lnTo>
                  <a:lnTo>
                    <a:pt x="1668025" y="165098"/>
                  </a:lnTo>
                  <a:lnTo>
                    <a:pt x="1614479" y="142579"/>
                  </a:lnTo>
                  <a:lnTo>
                    <a:pt x="1557531" y="122501"/>
                  </a:lnTo>
                  <a:lnTo>
                    <a:pt x="1496261" y="104585"/>
                  </a:lnTo>
                  <a:lnTo>
                    <a:pt x="1429815" y="88563"/>
                  </a:lnTo>
                  <a:lnTo>
                    <a:pt x="1357504" y="74198"/>
                  </a:lnTo>
                  <a:lnTo>
                    <a:pt x="1278941" y="61301"/>
                  </a:lnTo>
                  <a:lnTo>
                    <a:pt x="1194217" y="49736"/>
                  </a:lnTo>
                  <a:lnTo>
                    <a:pt x="1104112" y="39418"/>
                  </a:lnTo>
                  <a:lnTo>
                    <a:pt x="1010303" y="30315"/>
                  </a:lnTo>
                  <a:lnTo>
                    <a:pt x="915493" y="22433"/>
                  </a:lnTo>
                  <a:lnTo>
                    <a:pt x="823363" y="15800"/>
                  </a:lnTo>
                  <a:lnTo>
                    <a:pt x="738243" y="10441"/>
                  </a:lnTo>
                  <a:lnTo>
                    <a:pt x="664475" y="6342"/>
                  </a:lnTo>
                  <a:lnTo>
                    <a:pt x="605559" y="3432"/>
                  </a:lnTo>
                  <a:lnTo>
                    <a:pt x="563333" y="1566"/>
                  </a:lnTo>
                  <a:lnTo>
                    <a:pt x="537450" y="538"/>
                  </a:lnTo>
                  <a:lnTo>
                    <a:pt x="525287" y="102"/>
                  </a:lnTo>
                  <a:lnTo>
                    <a:pt x="522200" y="2"/>
                  </a:lnTo>
                  <a:lnTo>
                    <a:pt x="522133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338" name="pg338"/>
            <p:cNvSpPr/>
            <p:nvPr/>
          </p:nvSpPr>
          <p:spPr>
            <a:xfrm>
              <a:off x="386606" y="1846264"/>
              <a:ext cx="8554953" cy="2817938"/>
            </a:xfrm>
            <a:custGeom>
              <a:avLst/>
              <a:pathLst>
                <a:path w="8554953" h="2817938">
                  <a:moveTo>
                    <a:pt x="0" y="11294"/>
                  </a:moveTo>
                  <a:lnTo>
                    <a:pt x="522133" y="11294"/>
                  </a:lnTo>
                  <a:lnTo>
                    <a:pt x="523374" y="11334"/>
                  </a:lnTo>
                  <a:lnTo>
                    <a:pt x="531493" y="11618"/>
                  </a:lnTo>
                  <a:lnTo>
                    <a:pt x="551805" y="12404"/>
                  </a:lnTo>
                  <a:lnTo>
                    <a:pt x="587728" y="13948"/>
                  </a:lnTo>
                  <a:lnTo>
                    <a:pt x="640475" y="16477"/>
                  </a:lnTo>
                  <a:lnTo>
                    <a:pt x="708990" y="20164"/>
                  </a:lnTo>
                  <a:lnTo>
                    <a:pt x="790313" y="25107"/>
                  </a:lnTo>
                  <a:lnTo>
                    <a:pt x="880317" y="31341"/>
                  </a:lnTo>
                  <a:lnTo>
                    <a:pt x="974578" y="38851"/>
                  </a:lnTo>
                  <a:lnTo>
                    <a:pt x="1069119" y="47608"/>
                  </a:lnTo>
                  <a:lnTo>
                    <a:pt x="1160851" y="57593"/>
                  </a:lnTo>
                  <a:lnTo>
                    <a:pt x="1247721" y="68822"/>
                  </a:lnTo>
                  <a:lnTo>
                    <a:pt x="1328633" y="81362"/>
                  </a:lnTo>
                  <a:lnTo>
                    <a:pt x="1403262" y="95329"/>
                  </a:lnTo>
                  <a:lnTo>
                    <a:pt x="1471839" y="110897"/>
                  </a:lnTo>
                  <a:lnTo>
                    <a:pt x="1534956" y="128287"/>
                  </a:lnTo>
                  <a:lnTo>
                    <a:pt x="1593419" y="147760"/>
                  </a:lnTo>
                  <a:lnTo>
                    <a:pt x="1648132" y="169599"/>
                  </a:lnTo>
                  <a:lnTo>
                    <a:pt x="1700010" y="194075"/>
                  </a:lnTo>
                  <a:lnTo>
                    <a:pt x="1749909" y="221386"/>
                  </a:lnTo>
                  <a:lnTo>
                    <a:pt x="1768425" y="232475"/>
                  </a:lnTo>
                  <a:lnTo>
                    <a:pt x="1815446" y="262889"/>
                  </a:lnTo>
                  <a:lnTo>
                    <a:pt x="1862007" y="296104"/>
                  </a:lnTo>
                  <a:lnTo>
                    <a:pt x="1908518" y="332169"/>
                  </a:lnTo>
                  <a:lnTo>
                    <a:pt x="1955272" y="371056"/>
                  </a:lnTo>
                  <a:lnTo>
                    <a:pt x="2002462" y="412655"/>
                  </a:lnTo>
                  <a:lnTo>
                    <a:pt x="2050191" y="456761"/>
                  </a:lnTo>
                  <a:lnTo>
                    <a:pt x="2098482" y="503078"/>
                  </a:lnTo>
                  <a:lnTo>
                    <a:pt x="2147289" y="551219"/>
                  </a:lnTo>
                  <a:lnTo>
                    <a:pt x="2196505" y="600720"/>
                  </a:lnTo>
                  <a:lnTo>
                    <a:pt x="2245983" y="651057"/>
                  </a:lnTo>
                  <a:lnTo>
                    <a:pt x="2295547" y="701665"/>
                  </a:lnTo>
                  <a:lnTo>
                    <a:pt x="2345014" y="751967"/>
                  </a:lnTo>
                  <a:lnTo>
                    <a:pt x="2394210" y="801401"/>
                  </a:lnTo>
                  <a:lnTo>
                    <a:pt x="2442987" y="849444"/>
                  </a:lnTo>
                  <a:lnTo>
                    <a:pt x="2491245" y="895638"/>
                  </a:lnTo>
                  <a:lnTo>
                    <a:pt x="2538941" y="939600"/>
                  </a:lnTo>
                  <a:lnTo>
                    <a:pt x="2586101" y="981040"/>
                  </a:lnTo>
                  <a:lnTo>
                    <a:pt x="2632834" y="1019760"/>
                  </a:lnTo>
                  <a:lnTo>
                    <a:pt x="2679338" y="1055652"/>
                  </a:lnTo>
                  <a:lnTo>
                    <a:pt x="2725914" y="1088696"/>
                  </a:lnTo>
                  <a:lnTo>
                    <a:pt x="2770117" y="1117198"/>
                  </a:lnTo>
                  <a:lnTo>
                    <a:pt x="2819461" y="1145605"/>
                  </a:lnTo>
                  <a:lnTo>
                    <a:pt x="2870497" y="1171137"/>
                  </a:lnTo>
                  <a:lnTo>
                    <a:pt x="2924031" y="1193944"/>
                  </a:lnTo>
                  <a:lnTo>
                    <a:pt x="2980966" y="1214279"/>
                  </a:lnTo>
                  <a:lnTo>
                    <a:pt x="3042220" y="1232424"/>
                  </a:lnTo>
                  <a:lnTo>
                    <a:pt x="3108647" y="1248653"/>
                  </a:lnTo>
                  <a:lnTo>
                    <a:pt x="3180936" y="1263202"/>
                  </a:lnTo>
                  <a:lnTo>
                    <a:pt x="3259474" y="1276265"/>
                  </a:lnTo>
                  <a:lnTo>
                    <a:pt x="3344172" y="1287980"/>
                  </a:lnTo>
                  <a:lnTo>
                    <a:pt x="3434251" y="1298432"/>
                  </a:lnTo>
                  <a:lnTo>
                    <a:pt x="3528037" y="1307653"/>
                  </a:lnTo>
                  <a:lnTo>
                    <a:pt x="3622830" y="1315639"/>
                  </a:lnTo>
                  <a:lnTo>
                    <a:pt x="3714954" y="1322359"/>
                  </a:lnTo>
                  <a:lnTo>
                    <a:pt x="3800082" y="1327790"/>
                  </a:lnTo>
                  <a:lnTo>
                    <a:pt x="3873873" y="1331944"/>
                  </a:lnTo>
                  <a:lnTo>
                    <a:pt x="3932826" y="1334895"/>
                  </a:lnTo>
                  <a:lnTo>
                    <a:pt x="3975098" y="1336787"/>
                  </a:lnTo>
                  <a:lnTo>
                    <a:pt x="4001028" y="1337831"/>
                  </a:lnTo>
                  <a:lnTo>
                    <a:pt x="4013230" y="1338274"/>
                  </a:lnTo>
                  <a:lnTo>
                    <a:pt x="4016409" y="1338379"/>
                  </a:lnTo>
                  <a:lnTo>
                    <a:pt x="4538543" y="1338379"/>
                  </a:lnTo>
                  <a:lnTo>
                    <a:pt x="4539777" y="1338423"/>
                  </a:lnTo>
                  <a:lnTo>
                    <a:pt x="4547853" y="1338738"/>
                  </a:lnTo>
                  <a:lnTo>
                    <a:pt x="4568061" y="1339610"/>
                  </a:lnTo>
                  <a:lnTo>
                    <a:pt x="4603811" y="1341322"/>
                  </a:lnTo>
                  <a:lnTo>
                    <a:pt x="4656323" y="1344126"/>
                  </a:lnTo>
                  <a:lnTo>
                    <a:pt x="4724564" y="1348215"/>
                  </a:lnTo>
                  <a:lnTo>
                    <a:pt x="4805607" y="1353699"/>
                  </a:lnTo>
                  <a:lnTo>
                    <a:pt x="4895355" y="1360617"/>
                  </a:lnTo>
                  <a:lnTo>
                    <a:pt x="4989410" y="1368952"/>
                  </a:lnTo>
                  <a:lnTo>
                    <a:pt x="5083801" y="1378673"/>
                  </a:lnTo>
                  <a:lnTo>
                    <a:pt x="5175441" y="1389758"/>
                  </a:lnTo>
                  <a:lnTo>
                    <a:pt x="5262268" y="1402224"/>
                  </a:lnTo>
                  <a:lnTo>
                    <a:pt x="5343174" y="1416144"/>
                  </a:lnTo>
                  <a:lnTo>
                    <a:pt x="5417821" y="1431646"/>
                  </a:lnTo>
                  <a:lnTo>
                    <a:pt x="5486427" y="1448919"/>
                  </a:lnTo>
                  <a:lnTo>
                    <a:pt x="5549573" y="1468209"/>
                  </a:lnTo>
                  <a:lnTo>
                    <a:pt x="5608056" y="1489804"/>
                  </a:lnTo>
                  <a:lnTo>
                    <a:pt x="5662774" y="1514017"/>
                  </a:lnTo>
                  <a:lnTo>
                    <a:pt x="5714639" y="1541150"/>
                  </a:lnTo>
                  <a:lnTo>
                    <a:pt x="5764503" y="1571428"/>
                  </a:lnTo>
                  <a:lnTo>
                    <a:pt x="5784835" y="1584972"/>
                  </a:lnTo>
                  <a:lnTo>
                    <a:pt x="5830689" y="1617996"/>
                  </a:lnTo>
                  <a:lnTo>
                    <a:pt x="5876095" y="1653987"/>
                  </a:lnTo>
                  <a:lnTo>
                    <a:pt x="5921437" y="1692997"/>
                  </a:lnTo>
                  <a:lnTo>
                    <a:pt x="5966993" y="1735005"/>
                  </a:lnTo>
                  <a:lnTo>
                    <a:pt x="6012949" y="1779903"/>
                  </a:lnTo>
                  <a:lnTo>
                    <a:pt x="6059411" y="1827491"/>
                  </a:lnTo>
                  <a:lnTo>
                    <a:pt x="6106409" y="1877476"/>
                  </a:lnTo>
                  <a:lnTo>
                    <a:pt x="6153908" y="1929473"/>
                  </a:lnTo>
                  <a:lnTo>
                    <a:pt x="6201821" y="1983016"/>
                  </a:lnTo>
                  <a:lnTo>
                    <a:pt x="6250018" y="2037575"/>
                  </a:lnTo>
                  <a:lnTo>
                    <a:pt x="6298340" y="2092572"/>
                  </a:lnTo>
                  <a:lnTo>
                    <a:pt x="6346617" y="2147414"/>
                  </a:lnTo>
                  <a:lnTo>
                    <a:pt x="6394683" y="2201510"/>
                  </a:lnTo>
                  <a:lnTo>
                    <a:pt x="6442394" y="2254306"/>
                  </a:lnTo>
                  <a:lnTo>
                    <a:pt x="6489638" y="2305302"/>
                  </a:lnTo>
                  <a:lnTo>
                    <a:pt x="6536355" y="2354073"/>
                  </a:lnTo>
                  <a:lnTo>
                    <a:pt x="6582544" y="2400283"/>
                  </a:lnTo>
                  <a:lnTo>
                    <a:pt x="6628273" y="2443686"/>
                  </a:lnTo>
                  <a:lnTo>
                    <a:pt x="6673688" y="2484132"/>
                  </a:lnTo>
                  <a:lnTo>
                    <a:pt x="6719023" y="2521558"/>
                  </a:lnTo>
                  <a:lnTo>
                    <a:pt x="6764608" y="2555983"/>
                  </a:lnTo>
                  <a:lnTo>
                    <a:pt x="6786527" y="2571345"/>
                  </a:lnTo>
                  <a:lnTo>
                    <a:pt x="6835779" y="2602960"/>
                  </a:lnTo>
                  <a:lnTo>
                    <a:pt x="6886714" y="2631381"/>
                  </a:lnTo>
                  <a:lnTo>
                    <a:pt x="6940136" y="2656775"/>
                  </a:lnTo>
                  <a:lnTo>
                    <a:pt x="6996940" y="2679421"/>
                  </a:lnTo>
                  <a:lnTo>
                    <a:pt x="7058042" y="2699633"/>
                  </a:lnTo>
                  <a:lnTo>
                    <a:pt x="7124290" y="2717713"/>
                  </a:lnTo>
                  <a:lnTo>
                    <a:pt x="7196372" y="2733925"/>
                  </a:lnTo>
                  <a:lnTo>
                    <a:pt x="7274678" y="2748484"/>
                  </a:lnTo>
                  <a:lnTo>
                    <a:pt x="7359127" y="2761543"/>
                  </a:lnTo>
                  <a:lnTo>
                    <a:pt x="7448957" y="2773198"/>
                  </a:lnTo>
                  <a:lnTo>
                    <a:pt x="7542521" y="2783487"/>
                  </a:lnTo>
                  <a:lnTo>
                    <a:pt x="7637154" y="2792403"/>
                  </a:lnTo>
                  <a:lnTo>
                    <a:pt x="7729217" y="2799914"/>
                  </a:lnTo>
                  <a:lnTo>
                    <a:pt x="7814416" y="2805993"/>
                  </a:lnTo>
                  <a:lnTo>
                    <a:pt x="7888426" y="2810654"/>
                  </a:lnTo>
                  <a:lnTo>
                    <a:pt x="7947729" y="2813974"/>
                  </a:lnTo>
                  <a:lnTo>
                    <a:pt x="7990437" y="2816113"/>
                  </a:lnTo>
                  <a:lnTo>
                    <a:pt x="8016817" y="2817300"/>
                  </a:lnTo>
                  <a:lnTo>
                    <a:pt x="8029398" y="2817812"/>
                  </a:lnTo>
                  <a:lnTo>
                    <a:pt x="8032819" y="2817938"/>
                  </a:lnTo>
                  <a:lnTo>
                    <a:pt x="8554953" y="2817938"/>
                  </a:lnTo>
                  <a:lnTo>
                    <a:pt x="8554953" y="2806644"/>
                  </a:lnTo>
                  <a:lnTo>
                    <a:pt x="8032819" y="2806644"/>
                  </a:lnTo>
                  <a:lnTo>
                    <a:pt x="8031585" y="2806599"/>
                  </a:lnTo>
                  <a:lnTo>
                    <a:pt x="8023509" y="2806284"/>
                  </a:lnTo>
                  <a:lnTo>
                    <a:pt x="8003301" y="2805413"/>
                  </a:lnTo>
                  <a:lnTo>
                    <a:pt x="7967551" y="2803701"/>
                  </a:lnTo>
                  <a:lnTo>
                    <a:pt x="7915039" y="2800896"/>
                  </a:lnTo>
                  <a:lnTo>
                    <a:pt x="7846798" y="2796808"/>
                  </a:lnTo>
                  <a:lnTo>
                    <a:pt x="7765755" y="2791323"/>
                  </a:lnTo>
                  <a:lnTo>
                    <a:pt x="7676006" y="2784406"/>
                  </a:lnTo>
                  <a:lnTo>
                    <a:pt x="7581952" y="2776070"/>
                  </a:lnTo>
                  <a:lnTo>
                    <a:pt x="7487561" y="2766350"/>
                  </a:lnTo>
                  <a:lnTo>
                    <a:pt x="7395921" y="2755265"/>
                  </a:lnTo>
                  <a:lnTo>
                    <a:pt x="7309094" y="2742798"/>
                  </a:lnTo>
                  <a:lnTo>
                    <a:pt x="7228188" y="2728879"/>
                  </a:lnTo>
                  <a:lnTo>
                    <a:pt x="7153541" y="2713377"/>
                  </a:lnTo>
                  <a:lnTo>
                    <a:pt x="7084935" y="2696104"/>
                  </a:lnTo>
                  <a:lnTo>
                    <a:pt x="7021789" y="2676814"/>
                  </a:lnTo>
                  <a:lnTo>
                    <a:pt x="6963306" y="2655219"/>
                  </a:lnTo>
                  <a:lnTo>
                    <a:pt x="6908588" y="2631005"/>
                  </a:lnTo>
                  <a:lnTo>
                    <a:pt x="6856723" y="2603872"/>
                  </a:lnTo>
                  <a:lnTo>
                    <a:pt x="6806859" y="2573595"/>
                  </a:lnTo>
                  <a:lnTo>
                    <a:pt x="6786527" y="2560050"/>
                  </a:lnTo>
                  <a:lnTo>
                    <a:pt x="6740673" y="2527026"/>
                  </a:lnTo>
                  <a:lnTo>
                    <a:pt x="6695267" y="2491036"/>
                  </a:lnTo>
                  <a:lnTo>
                    <a:pt x="6649925" y="2452025"/>
                  </a:lnTo>
                  <a:lnTo>
                    <a:pt x="6604369" y="2410017"/>
                  </a:lnTo>
                  <a:lnTo>
                    <a:pt x="6558412" y="2365119"/>
                  </a:lnTo>
                  <a:lnTo>
                    <a:pt x="6511951" y="2317531"/>
                  </a:lnTo>
                  <a:lnTo>
                    <a:pt x="6464953" y="2267546"/>
                  </a:lnTo>
                  <a:lnTo>
                    <a:pt x="6417454" y="2215550"/>
                  </a:lnTo>
                  <a:lnTo>
                    <a:pt x="6369540" y="2162006"/>
                  </a:lnTo>
                  <a:lnTo>
                    <a:pt x="6321344" y="2107448"/>
                  </a:lnTo>
                  <a:lnTo>
                    <a:pt x="6273022" y="2052450"/>
                  </a:lnTo>
                  <a:lnTo>
                    <a:pt x="6224745" y="1997609"/>
                  </a:lnTo>
                  <a:lnTo>
                    <a:pt x="6176679" y="1943513"/>
                  </a:lnTo>
                  <a:lnTo>
                    <a:pt x="6128968" y="1890717"/>
                  </a:lnTo>
                  <a:lnTo>
                    <a:pt x="6081724" y="1839721"/>
                  </a:lnTo>
                  <a:lnTo>
                    <a:pt x="6035007" y="1790949"/>
                  </a:lnTo>
                  <a:lnTo>
                    <a:pt x="5988818" y="1744740"/>
                  </a:lnTo>
                  <a:lnTo>
                    <a:pt x="5943089" y="1701336"/>
                  </a:lnTo>
                  <a:lnTo>
                    <a:pt x="5897674" y="1660891"/>
                  </a:lnTo>
                  <a:lnTo>
                    <a:pt x="5852339" y="1623465"/>
                  </a:lnTo>
                  <a:lnTo>
                    <a:pt x="5806754" y="1589039"/>
                  </a:lnTo>
                  <a:lnTo>
                    <a:pt x="5784835" y="1573678"/>
                  </a:lnTo>
                  <a:lnTo>
                    <a:pt x="5735583" y="1542063"/>
                  </a:lnTo>
                  <a:lnTo>
                    <a:pt x="5684648" y="1513642"/>
                  </a:lnTo>
                  <a:lnTo>
                    <a:pt x="5631226" y="1488248"/>
                  </a:lnTo>
                  <a:lnTo>
                    <a:pt x="5574422" y="1465602"/>
                  </a:lnTo>
                  <a:lnTo>
                    <a:pt x="5513320" y="1445390"/>
                  </a:lnTo>
                  <a:lnTo>
                    <a:pt x="5447072" y="1427310"/>
                  </a:lnTo>
                  <a:lnTo>
                    <a:pt x="5374990" y="1411097"/>
                  </a:lnTo>
                  <a:lnTo>
                    <a:pt x="5296684" y="1396539"/>
                  </a:lnTo>
                  <a:lnTo>
                    <a:pt x="5212234" y="1383480"/>
                  </a:lnTo>
                  <a:lnTo>
                    <a:pt x="5122405" y="1371825"/>
                  </a:lnTo>
                  <a:lnTo>
                    <a:pt x="5028841" y="1361536"/>
                  </a:lnTo>
                  <a:lnTo>
                    <a:pt x="4934208" y="1352620"/>
                  </a:lnTo>
                  <a:lnTo>
                    <a:pt x="4842145" y="1345109"/>
                  </a:lnTo>
                  <a:lnTo>
                    <a:pt x="4756946" y="1339029"/>
                  </a:lnTo>
                  <a:lnTo>
                    <a:pt x="4682936" y="1334369"/>
                  </a:lnTo>
                  <a:lnTo>
                    <a:pt x="4623632" y="1331049"/>
                  </a:lnTo>
                  <a:lnTo>
                    <a:pt x="4580925" y="1328910"/>
                  </a:lnTo>
                  <a:lnTo>
                    <a:pt x="4554545" y="1327722"/>
                  </a:lnTo>
                  <a:lnTo>
                    <a:pt x="4541964" y="1327211"/>
                  </a:lnTo>
                  <a:lnTo>
                    <a:pt x="4538543" y="1327085"/>
                  </a:lnTo>
                  <a:lnTo>
                    <a:pt x="4016409" y="1327085"/>
                  </a:lnTo>
                  <a:lnTo>
                    <a:pt x="4015168" y="1327045"/>
                  </a:lnTo>
                  <a:lnTo>
                    <a:pt x="4007050" y="1326761"/>
                  </a:lnTo>
                  <a:lnTo>
                    <a:pt x="3986737" y="1325975"/>
                  </a:lnTo>
                  <a:lnTo>
                    <a:pt x="3950814" y="1324431"/>
                  </a:lnTo>
                  <a:lnTo>
                    <a:pt x="3898067" y="1321901"/>
                  </a:lnTo>
                  <a:lnTo>
                    <a:pt x="3829552" y="1318215"/>
                  </a:lnTo>
                  <a:lnTo>
                    <a:pt x="3748229" y="1313271"/>
                  </a:lnTo>
                  <a:lnTo>
                    <a:pt x="3658226" y="1307037"/>
                  </a:lnTo>
                  <a:lnTo>
                    <a:pt x="3563964" y="1299527"/>
                  </a:lnTo>
                  <a:lnTo>
                    <a:pt x="3469423" y="1290771"/>
                  </a:lnTo>
                  <a:lnTo>
                    <a:pt x="3377691" y="1280786"/>
                  </a:lnTo>
                  <a:lnTo>
                    <a:pt x="3290821" y="1269556"/>
                  </a:lnTo>
                  <a:lnTo>
                    <a:pt x="3209909" y="1257017"/>
                  </a:lnTo>
                  <a:lnTo>
                    <a:pt x="3135280" y="1243049"/>
                  </a:lnTo>
                  <a:lnTo>
                    <a:pt x="3066703" y="1227482"/>
                  </a:lnTo>
                  <a:lnTo>
                    <a:pt x="3003586" y="1210092"/>
                  </a:lnTo>
                  <a:lnTo>
                    <a:pt x="2945123" y="1190619"/>
                  </a:lnTo>
                  <a:lnTo>
                    <a:pt x="2890411" y="1168780"/>
                  </a:lnTo>
                  <a:lnTo>
                    <a:pt x="2838532" y="1144304"/>
                  </a:lnTo>
                  <a:lnTo>
                    <a:pt x="2788633" y="1116992"/>
                  </a:lnTo>
                  <a:lnTo>
                    <a:pt x="2770117" y="1105904"/>
                  </a:lnTo>
                  <a:lnTo>
                    <a:pt x="2723097" y="1075489"/>
                  </a:lnTo>
                  <a:lnTo>
                    <a:pt x="2676535" y="1042274"/>
                  </a:lnTo>
                  <a:lnTo>
                    <a:pt x="2630024" y="1006210"/>
                  </a:lnTo>
                  <a:lnTo>
                    <a:pt x="2583270" y="967322"/>
                  </a:lnTo>
                  <a:lnTo>
                    <a:pt x="2536080" y="925723"/>
                  </a:lnTo>
                  <a:lnTo>
                    <a:pt x="2488351" y="881617"/>
                  </a:lnTo>
                  <a:lnTo>
                    <a:pt x="2440060" y="835301"/>
                  </a:lnTo>
                  <a:lnTo>
                    <a:pt x="2391254" y="787160"/>
                  </a:lnTo>
                  <a:lnTo>
                    <a:pt x="2342037" y="737658"/>
                  </a:lnTo>
                  <a:lnTo>
                    <a:pt x="2292559" y="687322"/>
                  </a:lnTo>
                  <a:lnTo>
                    <a:pt x="2242995" y="636714"/>
                  </a:lnTo>
                  <a:lnTo>
                    <a:pt x="2193528" y="586412"/>
                  </a:lnTo>
                  <a:lnTo>
                    <a:pt x="2144333" y="536978"/>
                  </a:lnTo>
                  <a:lnTo>
                    <a:pt x="2095555" y="488934"/>
                  </a:lnTo>
                  <a:lnTo>
                    <a:pt x="2047297" y="442741"/>
                  </a:lnTo>
                  <a:lnTo>
                    <a:pt x="1999601" y="398779"/>
                  </a:lnTo>
                  <a:lnTo>
                    <a:pt x="1952441" y="357339"/>
                  </a:lnTo>
                  <a:lnTo>
                    <a:pt x="1905709" y="318619"/>
                  </a:lnTo>
                  <a:lnTo>
                    <a:pt x="1859204" y="282726"/>
                  </a:lnTo>
                  <a:lnTo>
                    <a:pt x="1812628" y="249682"/>
                  </a:lnTo>
                  <a:lnTo>
                    <a:pt x="1768425" y="221180"/>
                  </a:lnTo>
                  <a:lnTo>
                    <a:pt x="1719081" y="192774"/>
                  </a:lnTo>
                  <a:lnTo>
                    <a:pt x="1668046" y="167242"/>
                  </a:lnTo>
                  <a:lnTo>
                    <a:pt x="1614511" y="144435"/>
                  </a:lnTo>
                  <a:lnTo>
                    <a:pt x="1557576" y="124100"/>
                  </a:lnTo>
                  <a:lnTo>
                    <a:pt x="1496322" y="105954"/>
                  </a:lnTo>
                  <a:lnTo>
                    <a:pt x="1429895" y="89726"/>
                  </a:lnTo>
                  <a:lnTo>
                    <a:pt x="1357606" y="75176"/>
                  </a:lnTo>
                  <a:lnTo>
                    <a:pt x="1279068" y="62113"/>
                  </a:lnTo>
                  <a:lnTo>
                    <a:pt x="1194370" y="50398"/>
                  </a:lnTo>
                  <a:lnTo>
                    <a:pt x="1104291" y="39947"/>
                  </a:lnTo>
                  <a:lnTo>
                    <a:pt x="1010505" y="30725"/>
                  </a:lnTo>
                  <a:lnTo>
                    <a:pt x="915712" y="22740"/>
                  </a:lnTo>
                  <a:lnTo>
                    <a:pt x="823588" y="16020"/>
                  </a:lnTo>
                  <a:lnTo>
                    <a:pt x="738460" y="10589"/>
                  </a:lnTo>
                  <a:lnTo>
                    <a:pt x="664669" y="6435"/>
                  </a:lnTo>
                  <a:lnTo>
                    <a:pt x="605716" y="3484"/>
                  </a:lnTo>
                  <a:lnTo>
                    <a:pt x="563445" y="1591"/>
                  </a:lnTo>
                  <a:lnTo>
                    <a:pt x="537514" y="548"/>
                  </a:lnTo>
                  <a:lnTo>
                    <a:pt x="525312" y="104"/>
                  </a:lnTo>
                  <a:lnTo>
                    <a:pt x="5221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339" name="pl339"/>
            <p:cNvSpPr/>
            <p:nvPr/>
          </p:nvSpPr>
          <p:spPr>
            <a:xfrm>
              <a:off x="386606" y="1857558"/>
              <a:ext cx="8554953" cy="2806644"/>
            </a:xfrm>
            <a:custGeom>
              <a:avLst/>
              <a:pathLst>
                <a:path w="8554953" h="2806644">
                  <a:moveTo>
                    <a:pt x="0" y="0"/>
                  </a:moveTo>
                  <a:lnTo>
                    <a:pt x="522133" y="0"/>
                  </a:lnTo>
                  <a:lnTo>
                    <a:pt x="523374" y="39"/>
                  </a:lnTo>
                  <a:lnTo>
                    <a:pt x="531493" y="324"/>
                  </a:lnTo>
                  <a:lnTo>
                    <a:pt x="551805" y="1110"/>
                  </a:lnTo>
                  <a:lnTo>
                    <a:pt x="587728" y="2654"/>
                  </a:lnTo>
                  <a:lnTo>
                    <a:pt x="640475" y="5183"/>
                  </a:lnTo>
                  <a:lnTo>
                    <a:pt x="708990" y="8869"/>
                  </a:lnTo>
                  <a:lnTo>
                    <a:pt x="790313" y="13813"/>
                  </a:lnTo>
                  <a:lnTo>
                    <a:pt x="880317" y="20047"/>
                  </a:lnTo>
                  <a:lnTo>
                    <a:pt x="974578" y="27557"/>
                  </a:lnTo>
                  <a:lnTo>
                    <a:pt x="1069119" y="36314"/>
                  </a:lnTo>
                  <a:lnTo>
                    <a:pt x="1160851" y="46298"/>
                  </a:lnTo>
                  <a:lnTo>
                    <a:pt x="1247721" y="57528"/>
                  </a:lnTo>
                  <a:lnTo>
                    <a:pt x="1328633" y="70067"/>
                  </a:lnTo>
                  <a:lnTo>
                    <a:pt x="1403262" y="84035"/>
                  </a:lnTo>
                  <a:lnTo>
                    <a:pt x="1471839" y="99603"/>
                  </a:lnTo>
                  <a:lnTo>
                    <a:pt x="1534956" y="116992"/>
                  </a:lnTo>
                  <a:lnTo>
                    <a:pt x="1593419" y="136465"/>
                  </a:lnTo>
                  <a:lnTo>
                    <a:pt x="1648132" y="158305"/>
                  </a:lnTo>
                  <a:lnTo>
                    <a:pt x="1700010" y="182780"/>
                  </a:lnTo>
                  <a:lnTo>
                    <a:pt x="1749909" y="210092"/>
                  </a:lnTo>
                  <a:lnTo>
                    <a:pt x="1768425" y="221180"/>
                  </a:lnTo>
                  <a:lnTo>
                    <a:pt x="1815446" y="251595"/>
                  </a:lnTo>
                  <a:lnTo>
                    <a:pt x="1862007" y="284810"/>
                  </a:lnTo>
                  <a:lnTo>
                    <a:pt x="1908518" y="320874"/>
                  </a:lnTo>
                  <a:lnTo>
                    <a:pt x="1955272" y="359762"/>
                  </a:lnTo>
                  <a:lnTo>
                    <a:pt x="2002462" y="401361"/>
                  </a:lnTo>
                  <a:lnTo>
                    <a:pt x="2050191" y="445467"/>
                  </a:lnTo>
                  <a:lnTo>
                    <a:pt x="2098482" y="491783"/>
                  </a:lnTo>
                  <a:lnTo>
                    <a:pt x="2147289" y="539924"/>
                  </a:lnTo>
                  <a:lnTo>
                    <a:pt x="2196505" y="589426"/>
                  </a:lnTo>
                  <a:lnTo>
                    <a:pt x="2245983" y="639763"/>
                  </a:lnTo>
                  <a:lnTo>
                    <a:pt x="2295547" y="690370"/>
                  </a:lnTo>
                  <a:lnTo>
                    <a:pt x="2345014" y="740673"/>
                  </a:lnTo>
                  <a:lnTo>
                    <a:pt x="2394210" y="790107"/>
                  </a:lnTo>
                  <a:lnTo>
                    <a:pt x="2442987" y="838150"/>
                  </a:lnTo>
                  <a:lnTo>
                    <a:pt x="2491245" y="884343"/>
                  </a:lnTo>
                  <a:lnTo>
                    <a:pt x="2538941" y="928305"/>
                  </a:lnTo>
                  <a:lnTo>
                    <a:pt x="2586101" y="969745"/>
                  </a:lnTo>
                  <a:lnTo>
                    <a:pt x="2632834" y="1008465"/>
                  </a:lnTo>
                  <a:lnTo>
                    <a:pt x="2679338" y="1044358"/>
                  </a:lnTo>
                  <a:lnTo>
                    <a:pt x="2725914" y="1077402"/>
                  </a:lnTo>
                  <a:lnTo>
                    <a:pt x="2770117" y="1105904"/>
                  </a:lnTo>
                  <a:lnTo>
                    <a:pt x="2819461" y="1134310"/>
                  </a:lnTo>
                  <a:lnTo>
                    <a:pt x="2870497" y="1159842"/>
                  </a:lnTo>
                  <a:lnTo>
                    <a:pt x="2924031" y="1182649"/>
                  </a:lnTo>
                  <a:lnTo>
                    <a:pt x="2980966" y="1202984"/>
                  </a:lnTo>
                  <a:lnTo>
                    <a:pt x="3042220" y="1221130"/>
                  </a:lnTo>
                  <a:lnTo>
                    <a:pt x="3108647" y="1237358"/>
                  </a:lnTo>
                  <a:lnTo>
                    <a:pt x="3180936" y="1251908"/>
                  </a:lnTo>
                  <a:lnTo>
                    <a:pt x="3259474" y="1264971"/>
                  </a:lnTo>
                  <a:lnTo>
                    <a:pt x="3344172" y="1276686"/>
                  </a:lnTo>
                  <a:lnTo>
                    <a:pt x="3434251" y="1287137"/>
                  </a:lnTo>
                  <a:lnTo>
                    <a:pt x="3528037" y="1296359"/>
                  </a:lnTo>
                  <a:lnTo>
                    <a:pt x="3622830" y="1304344"/>
                  </a:lnTo>
                  <a:lnTo>
                    <a:pt x="3714954" y="1311064"/>
                  </a:lnTo>
                  <a:lnTo>
                    <a:pt x="3800082" y="1316495"/>
                  </a:lnTo>
                  <a:lnTo>
                    <a:pt x="3873873" y="1320650"/>
                  </a:lnTo>
                  <a:lnTo>
                    <a:pt x="3932826" y="1323600"/>
                  </a:lnTo>
                  <a:lnTo>
                    <a:pt x="3975098" y="1325493"/>
                  </a:lnTo>
                  <a:lnTo>
                    <a:pt x="4001028" y="1326536"/>
                  </a:lnTo>
                  <a:lnTo>
                    <a:pt x="4013230" y="1326980"/>
                  </a:lnTo>
                  <a:lnTo>
                    <a:pt x="4016340" y="1327083"/>
                  </a:lnTo>
                  <a:lnTo>
                    <a:pt x="4016409" y="1327085"/>
                  </a:lnTo>
                  <a:lnTo>
                    <a:pt x="4538543" y="1327085"/>
                  </a:lnTo>
                  <a:lnTo>
                    <a:pt x="4539777" y="1327129"/>
                  </a:lnTo>
                  <a:lnTo>
                    <a:pt x="4547853" y="1327444"/>
                  </a:lnTo>
                  <a:lnTo>
                    <a:pt x="4568061" y="1328315"/>
                  </a:lnTo>
                  <a:lnTo>
                    <a:pt x="4603811" y="1330027"/>
                  </a:lnTo>
                  <a:lnTo>
                    <a:pt x="4656323" y="1332832"/>
                  </a:lnTo>
                  <a:lnTo>
                    <a:pt x="4724564" y="1336921"/>
                  </a:lnTo>
                  <a:lnTo>
                    <a:pt x="4805607" y="1342405"/>
                  </a:lnTo>
                  <a:lnTo>
                    <a:pt x="4895355" y="1349322"/>
                  </a:lnTo>
                  <a:lnTo>
                    <a:pt x="4989410" y="1357658"/>
                  </a:lnTo>
                  <a:lnTo>
                    <a:pt x="5083801" y="1367378"/>
                  </a:lnTo>
                  <a:lnTo>
                    <a:pt x="5175441" y="1378463"/>
                  </a:lnTo>
                  <a:lnTo>
                    <a:pt x="5262268" y="1390930"/>
                  </a:lnTo>
                  <a:lnTo>
                    <a:pt x="5343174" y="1404850"/>
                  </a:lnTo>
                  <a:lnTo>
                    <a:pt x="5417821" y="1420351"/>
                  </a:lnTo>
                  <a:lnTo>
                    <a:pt x="5486427" y="1437625"/>
                  </a:lnTo>
                  <a:lnTo>
                    <a:pt x="5549573" y="1456915"/>
                  </a:lnTo>
                  <a:lnTo>
                    <a:pt x="5608056" y="1478510"/>
                  </a:lnTo>
                  <a:lnTo>
                    <a:pt x="5662774" y="1502723"/>
                  </a:lnTo>
                  <a:lnTo>
                    <a:pt x="5714639" y="1529856"/>
                  </a:lnTo>
                  <a:lnTo>
                    <a:pt x="5764503" y="1560134"/>
                  </a:lnTo>
                  <a:lnTo>
                    <a:pt x="5784835" y="1573678"/>
                  </a:lnTo>
                  <a:lnTo>
                    <a:pt x="5830689" y="1606702"/>
                  </a:lnTo>
                  <a:lnTo>
                    <a:pt x="5876095" y="1642693"/>
                  </a:lnTo>
                  <a:lnTo>
                    <a:pt x="5921437" y="1681703"/>
                  </a:lnTo>
                  <a:lnTo>
                    <a:pt x="5966993" y="1723711"/>
                  </a:lnTo>
                  <a:lnTo>
                    <a:pt x="6012949" y="1768609"/>
                  </a:lnTo>
                  <a:lnTo>
                    <a:pt x="6059411" y="1816197"/>
                  </a:lnTo>
                  <a:lnTo>
                    <a:pt x="6106409" y="1866182"/>
                  </a:lnTo>
                  <a:lnTo>
                    <a:pt x="6153908" y="1918179"/>
                  </a:lnTo>
                  <a:lnTo>
                    <a:pt x="6201821" y="1971722"/>
                  </a:lnTo>
                  <a:lnTo>
                    <a:pt x="6250018" y="2026280"/>
                  </a:lnTo>
                  <a:lnTo>
                    <a:pt x="6298340" y="2081278"/>
                  </a:lnTo>
                  <a:lnTo>
                    <a:pt x="6346617" y="2136119"/>
                  </a:lnTo>
                  <a:lnTo>
                    <a:pt x="6394683" y="2190216"/>
                  </a:lnTo>
                  <a:lnTo>
                    <a:pt x="6442394" y="2243011"/>
                  </a:lnTo>
                  <a:lnTo>
                    <a:pt x="6489638" y="2294007"/>
                  </a:lnTo>
                  <a:lnTo>
                    <a:pt x="6536355" y="2342779"/>
                  </a:lnTo>
                  <a:lnTo>
                    <a:pt x="6582544" y="2388989"/>
                  </a:lnTo>
                  <a:lnTo>
                    <a:pt x="6628273" y="2432392"/>
                  </a:lnTo>
                  <a:lnTo>
                    <a:pt x="6673688" y="2472837"/>
                  </a:lnTo>
                  <a:lnTo>
                    <a:pt x="6719023" y="2510264"/>
                  </a:lnTo>
                  <a:lnTo>
                    <a:pt x="6764608" y="2544689"/>
                  </a:lnTo>
                  <a:lnTo>
                    <a:pt x="6786527" y="2560050"/>
                  </a:lnTo>
                  <a:lnTo>
                    <a:pt x="6835779" y="2591665"/>
                  </a:lnTo>
                  <a:lnTo>
                    <a:pt x="6886714" y="2620087"/>
                  </a:lnTo>
                  <a:lnTo>
                    <a:pt x="6940136" y="2645480"/>
                  </a:lnTo>
                  <a:lnTo>
                    <a:pt x="6996940" y="2668127"/>
                  </a:lnTo>
                  <a:lnTo>
                    <a:pt x="7058042" y="2688338"/>
                  </a:lnTo>
                  <a:lnTo>
                    <a:pt x="7124290" y="2706418"/>
                  </a:lnTo>
                  <a:lnTo>
                    <a:pt x="7196372" y="2722631"/>
                  </a:lnTo>
                  <a:lnTo>
                    <a:pt x="7274678" y="2737189"/>
                  </a:lnTo>
                  <a:lnTo>
                    <a:pt x="7359127" y="2750249"/>
                  </a:lnTo>
                  <a:lnTo>
                    <a:pt x="7448957" y="2761904"/>
                  </a:lnTo>
                  <a:lnTo>
                    <a:pt x="7542521" y="2772192"/>
                  </a:lnTo>
                  <a:lnTo>
                    <a:pt x="7637154" y="2781108"/>
                  </a:lnTo>
                  <a:lnTo>
                    <a:pt x="7729217" y="2788619"/>
                  </a:lnTo>
                  <a:lnTo>
                    <a:pt x="7814416" y="2794699"/>
                  </a:lnTo>
                  <a:lnTo>
                    <a:pt x="7888426" y="2799359"/>
                  </a:lnTo>
                  <a:lnTo>
                    <a:pt x="7947729" y="2802679"/>
                  </a:lnTo>
                  <a:lnTo>
                    <a:pt x="7990437" y="2804818"/>
                  </a:lnTo>
                  <a:lnTo>
                    <a:pt x="8016817" y="2806006"/>
                  </a:lnTo>
                  <a:lnTo>
                    <a:pt x="8029398" y="2806517"/>
                  </a:lnTo>
                  <a:lnTo>
                    <a:pt x="8032727" y="2806640"/>
                  </a:lnTo>
                  <a:lnTo>
                    <a:pt x="8032819" y="2806644"/>
                  </a:lnTo>
                  <a:lnTo>
                    <a:pt x="8554953" y="2806644"/>
                  </a:lnTo>
                  <a:lnTo>
                    <a:pt x="8554953" y="2806644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340" name="pl340"/>
            <p:cNvSpPr/>
            <p:nvPr/>
          </p:nvSpPr>
          <p:spPr>
            <a:xfrm>
              <a:off x="386606" y="1846264"/>
              <a:ext cx="8554953" cy="2806644"/>
            </a:xfrm>
            <a:custGeom>
              <a:avLst/>
              <a:pathLst>
                <a:path w="8554953" h="2806644">
                  <a:moveTo>
                    <a:pt x="8554953" y="2806644"/>
                  </a:moveTo>
                  <a:lnTo>
                    <a:pt x="8032819" y="2806644"/>
                  </a:lnTo>
                  <a:lnTo>
                    <a:pt x="8031585" y="2806599"/>
                  </a:lnTo>
                  <a:lnTo>
                    <a:pt x="8023509" y="2806284"/>
                  </a:lnTo>
                  <a:lnTo>
                    <a:pt x="8003301" y="2805413"/>
                  </a:lnTo>
                  <a:lnTo>
                    <a:pt x="7967551" y="2803701"/>
                  </a:lnTo>
                  <a:lnTo>
                    <a:pt x="7915039" y="2800896"/>
                  </a:lnTo>
                  <a:lnTo>
                    <a:pt x="7846798" y="2796808"/>
                  </a:lnTo>
                  <a:lnTo>
                    <a:pt x="7765755" y="2791323"/>
                  </a:lnTo>
                  <a:lnTo>
                    <a:pt x="7676006" y="2784406"/>
                  </a:lnTo>
                  <a:lnTo>
                    <a:pt x="7581952" y="2776070"/>
                  </a:lnTo>
                  <a:lnTo>
                    <a:pt x="7487561" y="2766350"/>
                  </a:lnTo>
                  <a:lnTo>
                    <a:pt x="7395921" y="2755265"/>
                  </a:lnTo>
                  <a:lnTo>
                    <a:pt x="7309094" y="2742798"/>
                  </a:lnTo>
                  <a:lnTo>
                    <a:pt x="7228188" y="2728879"/>
                  </a:lnTo>
                  <a:lnTo>
                    <a:pt x="7153541" y="2713377"/>
                  </a:lnTo>
                  <a:lnTo>
                    <a:pt x="7084935" y="2696104"/>
                  </a:lnTo>
                  <a:lnTo>
                    <a:pt x="7021789" y="2676814"/>
                  </a:lnTo>
                  <a:lnTo>
                    <a:pt x="6963306" y="2655219"/>
                  </a:lnTo>
                  <a:lnTo>
                    <a:pt x="6908588" y="2631005"/>
                  </a:lnTo>
                  <a:lnTo>
                    <a:pt x="6856723" y="2603872"/>
                  </a:lnTo>
                  <a:lnTo>
                    <a:pt x="6806859" y="2573595"/>
                  </a:lnTo>
                  <a:lnTo>
                    <a:pt x="6786527" y="2560050"/>
                  </a:lnTo>
                  <a:lnTo>
                    <a:pt x="6740673" y="2527026"/>
                  </a:lnTo>
                  <a:lnTo>
                    <a:pt x="6695267" y="2491036"/>
                  </a:lnTo>
                  <a:lnTo>
                    <a:pt x="6649925" y="2452025"/>
                  </a:lnTo>
                  <a:lnTo>
                    <a:pt x="6604369" y="2410017"/>
                  </a:lnTo>
                  <a:lnTo>
                    <a:pt x="6558412" y="2365119"/>
                  </a:lnTo>
                  <a:lnTo>
                    <a:pt x="6511951" y="2317531"/>
                  </a:lnTo>
                  <a:lnTo>
                    <a:pt x="6464953" y="2267546"/>
                  </a:lnTo>
                  <a:lnTo>
                    <a:pt x="6417454" y="2215550"/>
                  </a:lnTo>
                  <a:lnTo>
                    <a:pt x="6369540" y="2162006"/>
                  </a:lnTo>
                  <a:lnTo>
                    <a:pt x="6321344" y="2107448"/>
                  </a:lnTo>
                  <a:lnTo>
                    <a:pt x="6273022" y="2052450"/>
                  </a:lnTo>
                  <a:lnTo>
                    <a:pt x="6224745" y="1997609"/>
                  </a:lnTo>
                  <a:lnTo>
                    <a:pt x="6176679" y="1943513"/>
                  </a:lnTo>
                  <a:lnTo>
                    <a:pt x="6128968" y="1890717"/>
                  </a:lnTo>
                  <a:lnTo>
                    <a:pt x="6081724" y="1839721"/>
                  </a:lnTo>
                  <a:lnTo>
                    <a:pt x="6035007" y="1790949"/>
                  </a:lnTo>
                  <a:lnTo>
                    <a:pt x="5988818" y="1744740"/>
                  </a:lnTo>
                  <a:lnTo>
                    <a:pt x="5943089" y="1701336"/>
                  </a:lnTo>
                  <a:lnTo>
                    <a:pt x="5897674" y="1660891"/>
                  </a:lnTo>
                  <a:lnTo>
                    <a:pt x="5852339" y="1623465"/>
                  </a:lnTo>
                  <a:lnTo>
                    <a:pt x="5806754" y="1589039"/>
                  </a:lnTo>
                  <a:lnTo>
                    <a:pt x="5784835" y="1573678"/>
                  </a:lnTo>
                  <a:lnTo>
                    <a:pt x="5735583" y="1542063"/>
                  </a:lnTo>
                  <a:lnTo>
                    <a:pt x="5684648" y="1513642"/>
                  </a:lnTo>
                  <a:lnTo>
                    <a:pt x="5631226" y="1488248"/>
                  </a:lnTo>
                  <a:lnTo>
                    <a:pt x="5574422" y="1465602"/>
                  </a:lnTo>
                  <a:lnTo>
                    <a:pt x="5513320" y="1445390"/>
                  </a:lnTo>
                  <a:lnTo>
                    <a:pt x="5447072" y="1427310"/>
                  </a:lnTo>
                  <a:lnTo>
                    <a:pt x="5374990" y="1411097"/>
                  </a:lnTo>
                  <a:lnTo>
                    <a:pt x="5296684" y="1396539"/>
                  </a:lnTo>
                  <a:lnTo>
                    <a:pt x="5212234" y="1383480"/>
                  </a:lnTo>
                  <a:lnTo>
                    <a:pt x="5122405" y="1371825"/>
                  </a:lnTo>
                  <a:lnTo>
                    <a:pt x="5028841" y="1361536"/>
                  </a:lnTo>
                  <a:lnTo>
                    <a:pt x="4934208" y="1352620"/>
                  </a:lnTo>
                  <a:lnTo>
                    <a:pt x="4842145" y="1345109"/>
                  </a:lnTo>
                  <a:lnTo>
                    <a:pt x="4756946" y="1339029"/>
                  </a:lnTo>
                  <a:lnTo>
                    <a:pt x="4682936" y="1334369"/>
                  </a:lnTo>
                  <a:lnTo>
                    <a:pt x="4623632" y="1331049"/>
                  </a:lnTo>
                  <a:lnTo>
                    <a:pt x="4580925" y="1328910"/>
                  </a:lnTo>
                  <a:lnTo>
                    <a:pt x="4554545" y="1327722"/>
                  </a:lnTo>
                  <a:lnTo>
                    <a:pt x="4541964" y="1327211"/>
                  </a:lnTo>
                  <a:lnTo>
                    <a:pt x="4538635" y="1327088"/>
                  </a:lnTo>
                  <a:lnTo>
                    <a:pt x="4538543" y="1327085"/>
                  </a:lnTo>
                  <a:lnTo>
                    <a:pt x="4016409" y="1327085"/>
                  </a:lnTo>
                  <a:lnTo>
                    <a:pt x="4015168" y="1327045"/>
                  </a:lnTo>
                  <a:lnTo>
                    <a:pt x="4007050" y="1326761"/>
                  </a:lnTo>
                  <a:lnTo>
                    <a:pt x="3986737" y="1325975"/>
                  </a:lnTo>
                  <a:lnTo>
                    <a:pt x="3950814" y="1324431"/>
                  </a:lnTo>
                  <a:lnTo>
                    <a:pt x="3898067" y="1321901"/>
                  </a:lnTo>
                  <a:lnTo>
                    <a:pt x="3829552" y="1318215"/>
                  </a:lnTo>
                  <a:lnTo>
                    <a:pt x="3748229" y="1313271"/>
                  </a:lnTo>
                  <a:lnTo>
                    <a:pt x="3658226" y="1307037"/>
                  </a:lnTo>
                  <a:lnTo>
                    <a:pt x="3563964" y="1299527"/>
                  </a:lnTo>
                  <a:lnTo>
                    <a:pt x="3469423" y="1290771"/>
                  </a:lnTo>
                  <a:lnTo>
                    <a:pt x="3377691" y="1280786"/>
                  </a:lnTo>
                  <a:lnTo>
                    <a:pt x="3290821" y="1269556"/>
                  </a:lnTo>
                  <a:lnTo>
                    <a:pt x="3209909" y="1257017"/>
                  </a:lnTo>
                  <a:lnTo>
                    <a:pt x="3135280" y="1243049"/>
                  </a:lnTo>
                  <a:lnTo>
                    <a:pt x="3066703" y="1227482"/>
                  </a:lnTo>
                  <a:lnTo>
                    <a:pt x="3003586" y="1210092"/>
                  </a:lnTo>
                  <a:lnTo>
                    <a:pt x="2945123" y="1190619"/>
                  </a:lnTo>
                  <a:lnTo>
                    <a:pt x="2890411" y="1168780"/>
                  </a:lnTo>
                  <a:lnTo>
                    <a:pt x="2838532" y="1144304"/>
                  </a:lnTo>
                  <a:lnTo>
                    <a:pt x="2788633" y="1116992"/>
                  </a:lnTo>
                  <a:lnTo>
                    <a:pt x="2770117" y="1105904"/>
                  </a:lnTo>
                  <a:lnTo>
                    <a:pt x="2723097" y="1075489"/>
                  </a:lnTo>
                  <a:lnTo>
                    <a:pt x="2676535" y="1042274"/>
                  </a:lnTo>
                  <a:lnTo>
                    <a:pt x="2630024" y="1006210"/>
                  </a:lnTo>
                  <a:lnTo>
                    <a:pt x="2583270" y="967322"/>
                  </a:lnTo>
                  <a:lnTo>
                    <a:pt x="2536080" y="925723"/>
                  </a:lnTo>
                  <a:lnTo>
                    <a:pt x="2488351" y="881617"/>
                  </a:lnTo>
                  <a:lnTo>
                    <a:pt x="2440060" y="835301"/>
                  </a:lnTo>
                  <a:lnTo>
                    <a:pt x="2391254" y="787160"/>
                  </a:lnTo>
                  <a:lnTo>
                    <a:pt x="2342037" y="737658"/>
                  </a:lnTo>
                  <a:lnTo>
                    <a:pt x="2292559" y="687322"/>
                  </a:lnTo>
                  <a:lnTo>
                    <a:pt x="2242995" y="636714"/>
                  </a:lnTo>
                  <a:lnTo>
                    <a:pt x="2193528" y="586412"/>
                  </a:lnTo>
                  <a:lnTo>
                    <a:pt x="2144333" y="536978"/>
                  </a:lnTo>
                  <a:lnTo>
                    <a:pt x="2095555" y="488934"/>
                  </a:lnTo>
                  <a:lnTo>
                    <a:pt x="2047297" y="442741"/>
                  </a:lnTo>
                  <a:lnTo>
                    <a:pt x="1999601" y="398779"/>
                  </a:lnTo>
                  <a:lnTo>
                    <a:pt x="1952441" y="357339"/>
                  </a:lnTo>
                  <a:lnTo>
                    <a:pt x="1905709" y="318619"/>
                  </a:lnTo>
                  <a:lnTo>
                    <a:pt x="1859204" y="282726"/>
                  </a:lnTo>
                  <a:lnTo>
                    <a:pt x="1812628" y="249682"/>
                  </a:lnTo>
                  <a:lnTo>
                    <a:pt x="1768425" y="221180"/>
                  </a:lnTo>
                  <a:lnTo>
                    <a:pt x="1719081" y="192774"/>
                  </a:lnTo>
                  <a:lnTo>
                    <a:pt x="1668046" y="167242"/>
                  </a:lnTo>
                  <a:lnTo>
                    <a:pt x="1614511" y="144435"/>
                  </a:lnTo>
                  <a:lnTo>
                    <a:pt x="1557576" y="124100"/>
                  </a:lnTo>
                  <a:lnTo>
                    <a:pt x="1496322" y="105954"/>
                  </a:lnTo>
                  <a:lnTo>
                    <a:pt x="1429895" y="89726"/>
                  </a:lnTo>
                  <a:lnTo>
                    <a:pt x="1357606" y="75176"/>
                  </a:lnTo>
                  <a:lnTo>
                    <a:pt x="1279068" y="62113"/>
                  </a:lnTo>
                  <a:lnTo>
                    <a:pt x="1194370" y="50398"/>
                  </a:lnTo>
                  <a:lnTo>
                    <a:pt x="1104291" y="39947"/>
                  </a:lnTo>
                  <a:lnTo>
                    <a:pt x="1010505" y="30725"/>
                  </a:lnTo>
                  <a:lnTo>
                    <a:pt x="915712" y="22740"/>
                  </a:lnTo>
                  <a:lnTo>
                    <a:pt x="823588" y="16020"/>
                  </a:lnTo>
                  <a:lnTo>
                    <a:pt x="738460" y="10589"/>
                  </a:lnTo>
                  <a:lnTo>
                    <a:pt x="664669" y="6435"/>
                  </a:lnTo>
                  <a:lnTo>
                    <a:pt x="605716" y="3484"/>
                  </a:lnTo>
                  <a:lnTo>
                    <a:pt x="563445" y="1591"/>
                  </a:lnTo>
                  <a:lnTo>
                    <a:pt x="537514" y="548"/>
                  </a:lnTo>
                  <a:lnTo>
                    <a:pt x="525312" y="104"/>
                  </a:lnTo>
                  <a:lnTo>
                    <a:pt x="522203" y="2"/>
                  </a:lnTo>
                  <a:lnTo>
                    <a:pt x="522133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341" name="pg341"/>
            <p:cNvSpPr/>
            <p:nvPr/>
          </p:nvSpPr>
          <p:spPr>
            <a:xfrm>
              <a:off x="386606" y="1857558"/>
              <a:ext cx="8554953" cy="3698897"/>
            </a:xfrm>
            <a:custGeom>
              <a:avLst/>
              <a:pathLst>
                <a:path w="8554953" h="3698897">
                  <a:moveTo>
                    <a:pt x="0" y="16941"/>
                  </a:moveTo>
                  <a:lnTo>
                    <a:pt x="522133" y="16941"/>
                  </a:lnTo>
                  <a:lnTo>
                    <a:pt x="523374" y="16981"/>
                  </a:lnTo>
                  <a:lnTo>
                    <a:pt x="531489" y="17268"/>
                  </a:lnTo>
                  <a:lnTo>
                    <a:pt x="551794" y="18060"/>
                  </a:lnTo>
                  <a:lnTo>
                    <a:pt x="587705" y="19617"/>
                  </a:lnTo>
                  <a:lnTo>
                    <a:pt x="640435" y="22167"/>
                  </a:lnTo>
                  <a:lnTo>
                    <a:pt x="708931" y="25883"/>
                  </a:lnTo>
                  <a:lnTo>
                    <a:pt x="790234" y="30867"/>
                  </a:lnTo>
                  <a:lnTo>
                    <a:pt x="880220" y="37152"/>
                  </a:lnTo>
                  <a:lnTo>
                    <a:pt x="974467" y="44724"/>
                  </a:lnTo>
                  <a:lnTo>
                    <a:pt x="1068997" y="53552"/>
                  </a:lnTo>
                  <a:lnTo>
                    <a:pt x="1160723" y="63619"/>
                  </a:lnTo>
                  <a:lnTo>
                    <a:pt x="1247589" y="74940"/>
                  </a:lnTo>
                  <a:lnTo>
                    <a:pt x="1328501" y="87583"/>
                  </a:lnTo>
                  <a:lnTo>
                    <a:pt x="1403132" y="101664"/>
                  </a:lnTo>
                  <a:lnTo>
                    <a:pt x="1471711" y="117359"/>
                  </a:lnTo>
                  <a:lnTo>
                    <a:pt x="1534830" y="134891"/>
                  </a:lnTo>
                  <a:lnTo>
                    <a:pt x="1593294" y="154522"/>
                  </a:lnTo>
                  <a:lnTo>
                    <a:pt x="1648007" y="176539"/>
                  </a:lnTo>
                  <a:lnTo>
                    <a:pt x="1699885" y="201213"/>
                  </a:lnTo>
                  <a:lnTo>
                    <a:pt x="1749781" y="228746"/>
                  </a:lnTo>
                  <a:lnTo>
                    <a:pt x="1768425" y="240004"/>
                  </a:lnTo>
                  <a:lnTo>
                    <a:pt x="1815359" y="270618"/>
                  </a:lnTo>
                  <a:lnTo>
                    <a:pt x="1861834" y="304045"/>
                  </a:lnTo>
                  <a:lnTo>
                    <a:pt x="1908257" y="340335"/>
                  </a:lnTo>
                  <a:lnTo>
                    <a:pt x="1954922" y="379463"/>
                  </a:lnTo>
                  <a:lnTo>
                    <a:pt x="2002020" y="421315"/>
                  </a:lnTo>
                  <a:lnTo>
                    <a:pt x="2049654" y="465689"/>
                  </a:lnTo>
                  <a:lnTo>
                    <a:pt x="2097849" y="512288"/>
                  </a:lnTo>
                  <a:lnTo>
                    <a:pt x="2146557" y="560726"/>
                  </a:lnTo>
                  <a:lnTo>
                    <a:pt x="2195677" y="610538"/>
                  </a:lnTo>
                  <a:lnTo>
                    <a:pt x="2245059" y="661198"/>
                  </a:lnTo>
                  <a:lnTo>
                    <a:pt x="2294531" y="712142"/>
                  </a:lnTo>
                  <a:lnTo>
                    <a:pt x="2343910" y="762791"/>
                  </a:lnTo>
                  <a:lnTo>
                    <a:pt x="2393022" y="812579"/>
                  </a:lnTo>
                  <a:lnTo>
                    <a:pt x="2441721" y="860982"/>
                  </a:lnTo>
                  <a:lnTo>
                    <a:pt x="2489904" y="907537"/>
                  </a:lnTo>
                  <a:lnTo>
                    <a:pt x="2537526" y="951861"/>
                  </a:lnTo>
                  <a:lnTo>
                    <a:pt x="2584614" y="993657"/>
                  </a:lnTo>
                  <a:lnTo>
                    <a:pt x="2631271" y="1032725"/>
                  </a:lnTo>
                  <a:lnTo>
                    <a:pt x="2677692" y="1068955"/>
                  </a:lnTo>
                  <a:lnTo>
                    <a:pt x="2724172" y="1102322"/>
                  </a:lnTo>
                  <a:lnTo>
                    <a:pt x="2770117" y="1132257"/>
                  </a:lnTo>
                  <a:lnTo>
                    <a:pt x="2819455" y="1160902"/>
                  </a:lnTo>
                  <a:lnTo>
                    <a:pt x="2870483" y="1186648"/>
                  </a:lnTo>
                  <a:lnTo>
                    <a:pt x="2924009" y="1209647"/>
                  </a:lnTo>
                  <a:lnTo>
                    <a:pt x="2980935" y="1230154"/>
                  </a:lnTo>
                  <a:lnTo>
                    <a:pt x="3042178" y="1248453"/>
                  </a:lnTo>
                  <a:lnTo>
                    <a:pt x="3108593" y="1264818"/>
                  </a:lnTo>
                  <a:lnTo>
                    <a:pt x="3180867" y="1279491"/>
                  </a:lnTo>
                  <a:lnTo>
                    <a:pt x="3259389" y="1292665"/>
                  </a:lnTo>
                  <a:lnTo>
                    <a:pt x="3344069" y="1304480"/>
                  </a:lnTo>
                  <a:lnTo>
                    <a:pt x="3434131" y="1315020"/>
                  </a:lnTo>
                  <a:lnTo>
                    <a:pt x="3527901" y="1324321"/>
                  </a:lnTo>
                  <a:lnTo>
                    <a:pt x="3622683" y="1332375"/>
                  </a:lnTo>
                  <a:lnTo>
                    <a:pt x="3714803" y="1339153"/>
                  </a:lnTo>
                  <a:lnTo>
                    <a:pt x="3799935" y="1344632"/>
                  </a:lnTo>
                  <a:lnTo>
                    <a:pt x="3873742" y="1348824"/>
                  </a:lnTo>
                  <a:lnTo>
                    <a:pt x="3932720" y="1351801"/>
                  </a:lnTo>
                  <a:lnTo>
                    <a:pt x="3975023" y="1353712"/>
                  </a:lnTo>
                  <a:lnTo>
                    <a:pt x="4000985" y="1354766"/>
                  </a:lnTo>
                  <a:lnTo>
                    <a:pt x="4013214" y="1355214"/>
                  </a:lnTo>
                  <a:lnTo>
                    <a:pt x="4016409" y="1355321"/>
                  </a:lnTo>
                  <a:lnTo>
                    <a:pt x="4538543" y="1355321"/>
                  </a:lnTo>
                  <a:lnTo>
                    <a:pt x="4539728" y="1355388"/>
                  </a:lnTo>
                  <a:lnTo>
                    <a:pt x="4547489" y="1355866"/>
                  </a:lnTo>
                  <a:lnTo>
                    <a:pt x="4566939" y="1357190"/>
                  </a:lnTo>
                  <a:lnTo>
                    <a:pt x="4601414" y="1359791"/>
                  </a:lnTo>
                  <a:lnTo>
                    <a:pt x="4652192" y="1364057"/>
                  </a:lnTo>
                  <a:lnTo>
                    <a:pt x="4718410" y="1370285"/>
                  </a:lnTo>
                  <a:lnTo>
                    <a:pt x="4797371" y="1378654"/>
                  </a:lnTo>
                  <a:lnTo>
                    <a:pt x="4885211" y="1389230"/>
                  </a:lnTo>
                  <a:lnTo>
                    <a:pt x="4977698" y="1401997"/>
                  </a:lnTo>
                  <a:lnTo>
                    <a:pt x="5070947" y="1416903"/>
                  </a:lnTo>
                  <a:lnTo>
                    <a:pt x="5161872" y="1433912"/>
                  </a:lnTo>
                  <a:lnTo>
                    <a:pt x="5248353" y="1453043"/>
                  </a:lnTo>
                  <a:lnTo>
                    <a:pt x="5329193" y="1474386"/>
                  </a:lnTo>
                  <a:lnTo>
                    <a:pt x="5403957" y="1498125"/>
                  </a:lnTo>
                  <a:lnTo>
                    <a:pt x="5472769" y="1524531"/>
                  </a:lnTo>
                  <a:lnTo>
                    <a:pt x="5536133" y="1553960"/>
                  </a:lnTo>
                  <a:lnTo>
                    <a:pt x="5594778" y="1586838"/>
                  </a:lnTo>
                  <a:lnTo>
                    <a:pt x="5649553" y="1623637"/>
                  </a:lnTo>
                  <a:lnTo>
                    <a:pt x="5701336" y="1664825"/>
                  </a:lnTo>
                  <a:lnTo>
                    <a:pt x="5750967" y="1710788"/>
                  </a:lnTo>
                  <a:lnTo>
                    <a:pt x="5784835" y="1745917"/>
                  </a:lnTo>
                  <a:lnTo>
                    <a:pt x="5824777" y="1791181"/>
                  </a:lnTo>
                  <a:lnTo>
                    <a:pt x="5864339" y="1839992"/>
                  </a:lnTo>
                  <a:lnTo>
                    <a:pt x="5903786" y="1892419"/>
                  </a:lnTo>
                  <a:lnTo>
                    <a:pt x="5943324" y="1948467"/>
                  </a:lnTo>
                  <a:lnTo>
                    <a:pt x="5983101" y="2008065"/>
                  </a:lnTo>
                  <a:lnTo>
                    <a:pt x="6023218" y="2071061"/>
                  </a:lnTo>
                  <a:lnTo>
                    <a:pt x="6063728" y="2137218"/>
                  </a:lnTo>
                  <a:lnTo>
                    <a:pt x="6104644" y="2206216"/>
                  </a:lnTo>
                  <a:lnTo>
                    <a:pt x="6145943" y="2277648"/>
                  </a:lnTo>
                  <a:lnTo>
                    <a:pt x="6187570" y="2351037"/>
                  </a:lnTo>
                  <a:lnTo>
                    <a:pt x="6229444" y="2425841"/>
                  </a:lnTo>
                  <a:lnTo>
                    <a:pt x="6271467" y="2501473"/>
                  </a:lnTo>
                  <a:lnTo>
                    <a:pt x="6313527" y="2577315"/>
                  </a:lnTo>
                  <a:lnTo>
                    <a:pt x="6355513" y="2652744"/>
                  </a:lnTo>
                  <a:lnTo>
                    <a:pt x="6397317" y="2727152"/>
                  </a:lnTo>
                  <a:lnTo>
                    <a:pt x="6438845" y="2799964"/>
                  </a:lnTo>
                  <a:lnTo>
                    <a:pt x="6480025" y="2870656"/>
                  </a:lnTo>
                  <a:lnTo>
                    <a:pt x="6520811" y="2938773"/>
                  </a:lnTo>
                  <a:lnTo>
                    <a:pt x="6561190" y="3003937"/>
                  </a:lnTo>
                  <a:lnTo>
                    <a:pt x="6601188" y="3065853"/>
                  </a:lnTo>
                  <a:lnTo>
                    <a:pt x="6640875" y="3124313"/>
                  </a:lnTo>
                  <a:lnTo>
                    <a:pt x="6680364" y="3179191"/>
                  </a:lnTo>
                  <a:lnTo>
                    <a:pt x="6719823" y="3230442"/>
                  </a:lnTo>
                  <a:lnTo>
                    <a:pt x="6759476" y="3278092"/>
                  </a:lnTo>
                  <a:lnTo>
                    <a:pt x="6786527" y="3308301"/>
                  </a:lnTo>
                  <a:lnTo>
                    <a:pt x="6835093" y="3357725"/>
                  </a:lnTo>
                  <a:lnTo>
                    <a:pt x="6885286" y="3402226"/>
                  </a:lnTo>
                  <a:lnTo>
                    <a:pt x="6937875" y="3442052"/>
                  </a:lnTo>
                  <a:lnTo>
                    <a:pt x="6993718" y="3477625"/>
                  </a:lnTo>
                  <a:lnTo>
                    <a:pt x="7053692" y="3509421"/>
                  </a:lnTo>
                  <a:lnTo>
                    <a:pt x="7118621" y="3537901"/>
                  </a:lnTo>
                  <a:lnTo>
                    <a:pt x="7189178" y="3563474"/>
                  </a:lnTo>
                  <a:lnTo>
                    <a:pt x="7265772" y="3586470"/>
                  </a:lnTo>
                  <a:lnTo>
                    <a:pt x="7348379" y="3607136"/>
                  </a:lnTo>
                  <a:lnTo>
                    <a:pt x="7436357" y="3625624"/>
                  </a:lnTo>
                  <a:lnTo>
                    <a:pt x="7528246" y="3642005"/>
                  </a:lnTo>
                  <a:lnTo>
                    <a:pt x="7621634" y="3656275"/>
                  </a:lnTo>
                  <a:lnTo>
                    <a:pt x="7713162" y="3668389"/>
                  </a:lnTo>
                  <a:lnTo>
                    <a:pt x="7798783" y="3678302"/>
                  </a:lnTo>
                  <a:lnTo>
                    <a:pt x="7874292" y="3686018"/>
                  </a:lnTo>
                  <a:lnTo>
                    <a:pt x="7936091" y="3691634"/>
                  </a:lnTo>
                  <a:lnTo>
                    <a:pt x="7981978" y="3695364"/>
                  </a:lnTo>
                  <a:lnTo>
                    <a:pt x="8011717" y="3697539"/>
                  </a:lnTo>
                  <a:lnTo>
                    <a:pt x="8027225" y="3698563"/>
                  </a:lnTo>
                  <a:lnTo>
                    <a:pt x="8032405" y="3698874"/>
                  </a:lnTo>
                  <a:lnTo>
                    <a:pt x="8032819" y="3698897"/>
                  </a:lnTo>
                  <a:lnTo>
                    <a:pt x="8554953" y="3698897"/>
                  </a:lnTo>
                  <a:lnTo>
                    <a:pt x="8554953" y="3681955"/>
                  </a:lnTo>
                  <a:lnTo>
                    <a:pt x="8032819" y="3681955"/>
                  </a:lnTo>
                  <a:lnTo>
                    <a:pt x="8031634" y="3681888"/>
                  </a:lnTo>
                  <a:lnTo>
                    <a:pt x="8023873" y="3681409"/>
                  </a:lnTo>
                  <a:lnTo>
                    <a:pt x="8004423" y="3680086"/>
                  </a:lnTo>
                  <a:lnTo>
                    <a:pt x="7969948" y="3677485"/>
                  </a:lnTo>
                  <a:lnTo>
                    <a:pt x="7919170" y="3673219"/>
                  </a:lnTo>
                  <a:lnTo>
                    <a:pt x="7852952" y="3666991"/>
                  </a:lnTo>
                  <a:lnTo>
                    <a:pt x="7773991" y="3658621"/>
                  </a:lnTo>
                  <a:lnTo>
                    <a:pt x="7686151" y="3648045"/>
                  </a:lnTo>
                  <a:lnTo>
                    <a:pt x="7593664" y="3635279"/>
                  </a:lnTo>
                  <a:lnTo>
                    <a:pt x="7500415" y="3620373"/>
                  </a:lnTo>
                  <a:lnTo>
                    <a:pt x="7409489" y="3603363"/>
                  </a:lnTo>
                  <a:lnTo>
                    <a:pt x="7323009" y="3584233"/>
                  </a:lnTo>
                  <a:lnTo>
                    <a:pt x="7242169" y="3562889"/>
                  </a:lnTo>
                  <a:lnTo>
                    <a:pt x="7167405" y="3539150"/>
                  </a:lnTo>
                  <a:lnTo>
                    <a:pt x="7098593" y="3512744"/>
                  </a:lnTo>
                  <a:lnTo>
                    <a:pt x="7035229" y="3483316"/>
                  </a:lnTo>
                  <a:lnTo>
                    <a:pt x="6976584" y="3450438"/>
                  </a:lnTo>
                  <a:lnTo>
                    <a:pt x="6921809" y="3413639"/>
                  </a:lnTo>
                  <a:lnTo>
                    <a:pt x="6870026" y="3372451"/>
                  </a:lnTo>
                  <a:lnTo>
                    <a:pt x="6820395" y="3326488"/>
                  </a:lnTo>
                  <a:lnTo>
                    <a:pt x="6786527" y="3291359"/>
                  </a:lnTo>
                  <a:lnTo>
                    <a:pt x="6746585" y="3246095"/>
                  </a:lnTo>
                  <a:lnTo>
                    <a:pt x="6707023" y="3197284"/>
                  </a:lnTo>
                  <a:lnTo>
                    <a:pt x="6667576" y="3144857"/>
                  </a:lnTo>
                  <a:lnTo>
                    <a:pt x="6628038" y="3088809"/>
                  </a:lnTo>
                  <a:lnTo>
                    <a:pt x="6588261" y="3029211"/>
                  </a:lnTo>
                  <a:lnTo>
                    <a:pt x="6548144" y="2966215"/>
                  </a:lnTo>
                  <a:lnTo>
                    <a:pt x="6507634" y="2900057"/>
                  </a:lnTo>
                  <a:lnTo>
                    <a:pt x="6466718" y="2831060"/>
                  </a:lnTo>
                  <a:lnTo>
                    <a:pt x="6425418" y="2759628"/>
                  </a:lnTo>
                  <a:lnTo>
                    <a:pt x="6383792" y="2686239"/>
                  </a:lnTo>
                  <a:lnTo>
                    <a:pt x="6341918" y="2611434"/>
                  </a:lnTo>
                  <a:lnTo>
                    <a:pt x="6299895" y="2535803"/>
                  </a:lnTo>
                  <a:lnTo>
                    <a:pt x="6257835" y="2459961"/>
                  </a:lnTo>
                  <a:lnTo>
                    <a:pt x="6215849" y="2384531"/>
                  </a:lnTo>
                  <a:lnTo>
                    <a:pt x="6174045" y="2310123"/>
                  </a:lnTo>
                  <a:lnTo>
                    <a:pt x="6132517" y="2237312"/>
                  </a:lnTo>
                  <a:lnTo>
                    <a:pt x="6091337" y="2166620"/>
                  </a:lnTo>
                  <a:lnTo>
                    <a:pt x="6050551" y="2098503"/>
                  </a:lnTo>
                  <a:lnTo>
                    <a:pt x="6010172" y="2033339"/>
                  </a:lnTo>
                  <a:lnTo>
                    <a:pt x="5970174" y="1971422"/>
                  </a:lnTo>
                  <a:lnTo>
                    <a:pt x="5930487" y="1912963"/>
                  </a:lnTo>
                  <a:lnTo>
                    <a:pt x="5890998" y="1858085"/>
                  </a:lnTo>
                  <a:lnTo>
                    <a:pt x="5851539" y="1806833"/>
                  </a:lnTo>
                  <a:lnTo>
                    <a:pt x="5811886" y="1759183"/>
                  </a:lnTo>
                  <a:lnTo>
                    <a:pt x="5784835" y="1728975"/>
                  </a:lnTo>
                  <a:lnTo>
                    <a:pt x="5736269" y="1679551"/>
                  </a:lnTo>
                  <a:lnTo>
                    <a:pt x="5686076" y="1635050"/>
                  </a:lnTo>
                  <a:lnTo>
                    <a:pt x="5633487" y="1595224"/>
                  </a:lnTo>
                  <a:lnTo>
                    <a:pt x="5577644" y="1559651"/>
                  </a:lnTo>
                  <a:lnTo>
                    <a:pt x="5517670" y="1527855"/>
                  </a:lnTo>
                  <a:lnTo>
                    <a:pt x="5452741" y="1499375"/>
                  </a:lnTo>
                  <a:lnTo>
                    <a:pt x="5382184" y="1473802"/>
                  </a:lnTo>
                  <a:lnTo>
                    <a:pt x="5305590" y="1450805"/>
                  </a:lnTo>
                  <a:lnTo>
                    <a:pt x="5222983" y="1430140"/>
                  </a:lnTo>
                  <a:lnTo>
                    <a:pt x="5135005" y="1411651"/>
                  </a:lnTo>
                  <a:lnTo>
                    <a:pt x="5043116" y="1395271"/>
                  </a:lnTo>
                  <a:lnTo>
                    <a:pt x="4949728" y="1381001"/>
                  </a:lnTo>
                  <a:lnTo>
                    <a:pt x="4858200" y="1368887"/>
                  </a:lnTo>
                  <a:lnTo>
                    <a:pt x="4772579" y="1358973"/>
                  </a:lnTo>
                  <a:lnTo>
                    <a:pt x="4697070" y="1351257"/>
                  </a:lnTo>
                  <a:lnTo>
                    <a:pt x="4635271" y="1345642"/>
                  </a:lnTo>
                  <a:lnTo>
                    <a:pt x="4589384" y="1341911"/>
                  </a:lnTo>
                  <a:lnTo>
                    <a:pt x="4559645" y="1339737"/>
                  </a:lnTo>
                  <a:lnTo>
                    <a:pt x="4544137" y="1338713"/>
                  </a:lnTo>
                  <a:lnTo>
                    <a:pt x="4538957" y="1338402"/>
                  </a:lnTo>
                  <a:lnTo>
                    <a:pt x="4538543" y="1338379"/>
                  </a:lnTo>
                  <a:lnTo>
                    <a:pt x="4016409" y="1338379"/>
                  </a:lnTo>
                  <a:lnTo>
                    <a:pt x="4015168" y="1338339"/>
                  </a:lnTo>
                  <a:lnTo>
                    <a:pt x="4007053" y="1338052"/>
                  </a:lnTo>
                  <a:lnTo>
                    <a:pt x="3986748" y="1337260"/>
                  </a:lnTo>
                  <a:lnTo>
                    <a:pt x="3950837" y="1335703"/>
                  </a:lnTo>
                  <a:lnTo>
                    <a:pt x="3898107" y="1333154"/>
                  </a:lnTo>
                  <a:lnTo>
                    <a:pt x="3829611" y="1329437"/>
                  </a:lnTo>
                  <a:lnTo>
                    <a:pt x="3748308" y="1324453"/>
                  </a:lnTo>
                  <a:lnTo>
                    <a:pt x="3658322" y="1318168"/>
                  </a:lnTo>
                  <a:lnTo>
                    <a:pt x="3564075" y="1310597"/>
                  </a:lnTo>
                  <a:lnTo>
                    <a:pt x="3469545" y="1301768"/>
                  </a:lnTo>
                  <a:lnTo>
                    <a:pt x="3377819" y="1291702"/>
                  </a:lnTo>
                  <a:lnTo>
                    <a:pt x="3290953" y="1280380"/>
                  </a:lnTo>
                  <a:lnTo>
                    <a:pt x="3210041" y="1267737"/>
                  </a:lnTo>
                  <a:lnTo>
                    <a:pt x="3135410" y="1253656"/>
                  </a:lnTo>
                  <a:lnTo>
                    <a:pt x="3066832" y="1237961"/>
                  </a:lnTo>
                  <a:lnTo>
                    <a:pt x="3003712" y="1220429"/>
                  </a:lnTo>
                  <a:lnTo>
                    <a:pt x="2945248" y="1200798"/>
                  </a:lnTo>
                  <a:lnTo>
                    <a:pt x="2890535" y="1178781"/>
                  </a:lnTo>
                  <a:lnTo>
                    <a:pt x="2838658" y="1154107"/>
                  </a:lnTo>
                  <a:lnTo>
                    <a:pt x="2788762" y="1126574"/>
                  </a:lnTo>
                  <a:lnTo>
                    <a:pt x="2770117" y="1115316"/>
                  </a:lnTo>
                  <a:lnTo>
                    <a:pt x="2723184" y="1084702"/>
                  </a:lnTo>
                  <a:lnTo>
                    <a:pt x="2676708" y="1051275"/>
                  </a:lnTo>
                  <a:lnTo>
                    <a:pt x="2630285" y="1014985"/>
                  </a:lnTo>
                  <a:lnTo>
                    <a:pt x="2583621" y="975857"/>
                  </a:lnTo>
                  <a:lnTo>
                    <a:pt x="2536523" y="934005"/>
                  </a:lnTo>
                  <a:lnTo>
                    <a:pt x="2488888" y="889631"/>
                  </a:lnTo>
                  <a:lnTo>
                    <a:pt x="2440693" y="843032"/>
                  </a:lnTo>
                  <a:lnTo>
                    <a:pt x="2391985" y="794595"/>
                  </a:lnTo>
                  <a:lnTo>
                    <a:pt x="2342866" y="744782"/>
                  </a:lnTo>
                  <a:lnTo>
                    <a:pt x="2293483" y="694122"/>
                  </a:lnTo>
                  <a:lnTo>
                    <a:pt x="2244011" y="643178"/>
                  </a:lnTo>
                  <a:lnTo>
                    <a:pt x="2194632" y="592530"/>
                  </a:lnTo>
                  <a:lnTo>
                    <a:pt x="2145520" y="542741"/>
                  </a:lnTo>
                  <a:lnTo>
                    <a:pt x="2096822" y="494338"/>
                  </a:lnTo>
                  <a:lnTo>
                    <a:pt x="2048639" y="447783"/>
                  </a:lnTo>
                  <a:lnTo>
                    <a:pt x="2001016" y="403459"/>
                  </a:lnTo>
                  <a:lnTo>
                    <a:pt x="1953929" y="361663"/>
                  </a:lnTo>
                  <a:lnTo>
                    <a:pt x="1907272" y="322595"/>
                  </a:lnTo>
                  <a:lnTo>
                    <a:pt x="1860850" y="286365"/>
                  </a:lnTo>
                  <a:lnTo>
                    <a:pt x="1814370" y="252998"/>
                  </a:lnTo>
                  <a:lnTo>
                    <a:pt x="1768425" y="223063"/>
                  </a:lnTo>
                  <a:lnTo>
                    <a:pt x="1719087" y="194418"/>
                  </a:lnTo>
                  <a:lnTo>
                    <a:pt x="1668059" y="168672"/>
                  </a:lnTo>
                  <a:lnTo>
                    <a:pt x="1614533" y="145673"/>
                  </a:lnTo>
                  <a:lnTo>
                    <a:pt x="1557607" y="125166"/>
                  </a:lnTo>
                  <a:lnTo>
                    <a:pt x="1496364" y="106867"/>
                  </a:lnTo>
                  <a:lnTo>
                    <a:pt x="1429949" y="90502"/>
                  </a:lnTo>
                  <a:lnTo>
                    <a:pt x="1357675" y="75829"/>
                  </a:lnTo>
                  <a:lnTo>
                    <a:pt x="1279153" y="62655"/>
                  </a:lnTo>
                  <a:lnTo>
                    <a:pt x="1194473" y="50841"/>
                  </a:lnTo>
                  <a:lnTo>
                    <a:pt x="1104412" y="40300"/>
                  </a:lnTo>
                  <a:lnTo>
                    <a:pt x="1010641" y="30999"/>
                  </a:lnTo>
                  <a:lnTo>
                    <a:pt x="915859" y="22945"/>
                  </a:lnTo>
                  <a:lnTo>
                    <a:pt x="823739" y="16167"/>
                  </a:lnTo>
                  <a:lnTo>
                    <a:pt x="738607" y="10688"/>
                  </a:lnTo>
                  <a:lnTo>
                    <a:pt x="664800" y="6496"/>
                  </a:lnTo>
                  <a:lnTo>
                    <a:pt x="605822" y="3519"/>
                  </a:lnTo>
                  <a:lnTo>
                    <a:pt x="563520" y="1608"/>
                  </a:lnTo>
                  <a:lnTo>
                    <a:pt x="537558" y="554"/>
                  </a:lnTo>
                  <a:lnTo>
                    <a:pt x="525329" y="106"/>
                  </a:lnTo>
                  <a:lnTo>
                    <a:pt x="5221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342" name="pl342"/>
            <p:cNvSpPr/>
            <p:nvPr/>
          </p:nvSpPr>
          <p:spPr>
            <a:xfrm>
              <a:off x="386606" y="1874500"/>
              <a:ext cx="8554953" cy="3681955"/>
            </a:xfrm>
            <a:custGeom>
              <a:avLst/>
              <a:pathLst>
                <a:path w="8554953" h="3681955">
                  <a:moveTo>
                    <a:pt x="0" y="0"/>
                  </a:moveTo>
                  <a:lnTo>
                    <a:pt x="522133" y="0"/>
                  </a:lnTo>
                  <a:lnTo>
                    <a:pt x="523374" y="40"/>
                  </a:lnTo>
                  <a:lnTo>
                    <a:pt x="531489" y="326"/>
                  </a:lnTo>
                  <a:lnTo>
                    <a:pt x="551794" y="1119"/>
                  </a:lnTo>
                  <a:lnTo>
                    <a:pt x="587705" y="2675"/>
                  </a:lnTo>
                  <a:lnTo>
                    <a:pt x="640435" y="5225"/>
                  </a:lnTo>
                  <a:lnTo>
                    <a:pt x="708931" y="8941"/>
                  </a:lnTo>
                  <a:lnTo>
                    <a:pt x="790234" y="13925"/>
                  </a:lnTo>
                  <a:lnTo>
                    <a:pt x="880220" y="20210"/>
                  </a:lnTo>
                  <a:lnTo>
                    <a:pt x="974467" y="27782"/>
                  </a:lnTo>
                  <a:lnTo>
                    <a:pt x="1068997" y="36610"/>
                  </a:lnTo>
                  <a:lnTo>
                    <a:pt x="1160723" y="46677"/>
                  </a:lnTo>
                  <a:lnTo>
                    <a:pt x="1247589" y="57999"/>
                  </a:lnTo>
                  <a:lnTo>
                    <a:pt x="1328501" y="70641"/>
                  </a:lnTo>
                  <a:lnTo>
                    <a:pt x="1403132" y="84723"/>
                  </a:lnTo>
                  <a:lnTo>
                    <a:pt x="1471711" y="100418"/>
                  </a:lnTo>
                  <a:lnTo>
                    <a:pt x="1534830" y="117949"/>
                  </a:lnTo>
                  <a:lnTo>
                    <a:pt x="1593294" y="137581"/>
                  </a:lnTo>
                  <a:lnTo>
                    <a:pt x="1648007" y="159597"/>
                  </a:lnTo>
                  <a:lnTo>
                    <a:pt x="1699885" y="184271"/>
                  </a:lnTo>
                  <a:lnTo>
                    <a:pt x="1749781" y="211804"/>
                  </a:lnTo>
                  <a:lnTo>
                    <a:pt x="1768425" y="223063"/>
                  </a:lnTo>
                  <a:lnTo>
                    <a:pt x="1815359" y="253676"/>
                  </a:lnTo>
                  <a:lnTo>
                    <a:pt x="1861834" y="287103"/>
                  </a:lnTo>
                  <a:lnTo>
                    <a:pt x="1908257" y="323394"/>
                  </a:lnTo>
                  <a:lnTo>
                    <a:pt x="1954922" y="362521"/>
                  </a:lnTo>
                  <a:lnTo>
                    <a:pt x="2002020" y="404374"/>
                  </a:lnTo>
                  <a:lnTo>
                    <a:pt x="2049654" y="448748"/>
                  </a:lnTo>
                  <a:lnTo>
                    <a:pt x="2097849" y="495346"/>
                  </a:lnTo>
                  <a:lnTo>
                    <a:pt x="2146557" y="543784"/>
                  </a:lnTo>
                  <a:lnTo>
                    <a:pt x="2195677" y="593596"/>
                  </a:lnTo>
                  <a:lnTo>
                    <a:pt x="2245059" y="644257"/>
                  </a:lnTo>
                  <a:lnTo>
                    <a:pt x="2294531" y="695201"/>
                  </a:lnTo>
                  <a:lnTo>
                    <a:pt x="2343910" y="745849"/>
                  </a:lnTo>
                  <a:lnTo>
                    <a:pt x="2393022" y="795637"/>
                  </a:lnTo>
                  <a:lnTo>
                    <a:pt x="2441721" y="844041"/>
                  </a:lnTo>
                  <a:lnTo>
                    <a:pt x="2489904" y="890596"/>
                  </a:lnTo>
                  <a:lnTo>
                    <a:pt x="2537526" y="934919"/>
                  </a:lnTo>
                  <a:lnTo>
                    <a:pt x="2584614" y="976716"/>
                  </a:lnTo>
                  <a:lnTo>
                    <a:pt x="2631271" y="1015784"/>
                  </a:lnTo>
                  <a:lnTo>
                    <a:pt x="2677692" y="1052013"/>
                  </a:lnTo>
                  <a:lnTo>
                    <a:pt x="2724172" y="1085380"/>
                  </a:lnTo>
                  <a:lnTo>
                    <a:pt x="2770117" y="1115316"/>
                  </a:lnTo>
                  <a:lnTo>
                    <a:pt x="2819455" y="1143961"/>
                  </a:lnTo>
                  <a:lnTo>
                    <a:pt x="2870483" y="1169707"/>
                  </a:lnTo>
                  <a:lnTo>
                    <a:pt x="2924009" y="1192706"/>
                  </a:lnTo>
                  <a:lnTo>
                    <a:pt x="2980935" y="1213212"/>
                  </a:lnTo>
                  <a:lnTo>
                    <a:pt x="3042178" y="1231511"/>
                  </a:lnTo>
                  <a:lnTo>
                    <a:pt x="3108593" y="1247877"/>
                  </a:lnTo>
                  <a:lnTo>
                    <a:pt x="3180867" y="1262550"/>
                  </a:lnTo>
                  <a:lnTo>
                    <a:pt x="3259389" y="1275724"/>
                  </a:lnTo>
                  <a:lnTo>
                    <a:pt x="3344069" y="1287538"/>
                  </a:lnTo>
                  <a:lnTo>
                    <a:pt x="3434131" y="1298079"/>
                  </a:lnTo>
                  <a:lnTo>
                    <a:pt x="3527901" y="1307379"/>
                  </a:lnTo>
                  <a:lnTo>
                    <a:pt x="3622683" y="1315433"/>
                  </a:lnTo>
                  <a:lnTo>
                    <a:pt x="3714803" y="1322212"/>
                  </a:lnTo>
                  <a:lnTo>
                    <a:pt x="3799935" y="1327691"/>
                  </a:lnTo>
                  <a:lnTo>
                    <a:pt x="3873742" y="1331882"/>
                  </a:lnTo>
                  <a:lnTo>
                    <a:pt x="3932720" y="1334860"/>
                  </a:lnTo>
                  <a:lnTo>
                    <a:pt x="3975023" y="1336770"/>
                  </a:lnTo>
                  <a:lnTo>
                    <a:pt x="4000985" y="1337824"/>
                  </a:lnTo>
                  <a:lnTo>
                    <a:pt x="4013214" y="1338273"/>
                  </a:lnTo>
                  <a:lnTo>
                    <a:pt x="4016338" y="1338377"/>
                  </a:lnTo>
                  <a:lnTo>
                    <a:pt x="4016409" y="1338379"/>
                  </a:lnTo>
                  <a:lnTo>
                    <a:pt x="4538543" y="1338379"/>
                  </a:lnTo>
                  <a:lnTo>
                    <a:pt x="4539728" y="1338446"/>
                  </a:lnTo>
                  <a:lnTo>
                    <a:pt x="4547489" y="1338925"/>
                  </a:lnTo>
                  <a:lnTo>
                    <a:pt x="4566939" y="1340248"/>
                  </a:lnTo>
                  <a:lnTo>
                    <a:pt x="4601414" y="1342849"/>
                  </a:lnTo>
                  <a:lnTo>
                    <a:pt x="4652192" y="1347115"/>
                  </a:lnTo>
                  <a:lnTo>
                    <a:pt x="4718410" y="1353343"/>
                  </a:lnTo>
                  <a:lnTo>
                    <a:pt x="4797371" y="1361713"/>
                  </a:lnTo>
                  <a:lnTo>
                    <a:pt x="4885211" y="1372289"/>
                  </a:lnTo>
                  <a:lnTo>
                    <a:pt x="4977698" y="1385055"/>
                  </a:lnTo>
                  <a:lnTo>
                    <a:pt x="5070947" y="1399961"/>
                  </a:lnTo>
                  <a:lnTo>
                    <a:pt x="5161872" y="1416971"/>
                  </a:lnTo>
                  <a:lnTo>
                    <a:pt x="5248353" y="1436101"/>
                  </a:lnTo>
                  <a:lnTo>
                    <a:pt x="5329193" y="1457445"/>
                  </a:lnTo>
                  <a:lnTo>
                    <a:pt x="5403957" y="1481184"/>
                  </a:lnTo>
                  <a:lnTo>
                    <a:pt x="5472769" y="1507590"/>
                  </a:lnTo>
                  <a:lnTo>
                    <a:pt x="5536133" y="1537018"/>
                  </a:lnTo>
                  <a:lnTo>
                    <a:pt x="5594778" y="1569896"/>
                  </a:lnTo>
                  <a:lnTo>
                    <a:pt x="5649553" y="1606695"/>
                  </a:lnTo>
                  <a:lnTo>
                    <a:pt x="5701336" y="1647883"/>
                  </a:lnTo>
                  <a:lnTo>
                    <a:pt x="5750967" y="1693846"/>
                  </a:lnTo>
                  <a:lnTo>
                    <a:pt x="5784835" y="1728975"/>
                  </a:lnTo>
                  <a:lnTo>
                    <a:pt x="5824777" y="1774240"/>
                  </a:lnTo>
                  <a:lnTo>
                    <a:pt x="5864339" y="1823050"/>
                  </a:lnTo>
                  <a:lnTo>
                    <a:pt x="5903786" y="1875477"/>
                  </a:lnTo>
                  <a:lnTo>
                    <a:pt x="5943324" y="1931525"/>
                  </a:lnTo>
                  <a:lnTo>
                    <a:pt x="5983101" y="1991123"/>
                  </a:lnTo>
                  <a:lnTo>
                    <a:pt x="6023218" y="2054119"/>
                  </a:lnTo>
                  <a:lnTo>
                    <a:pt x="6063728" y="2120277"/>
                  </a:lnTo>
                  <a:lnTo>
                    <a:pt x="6104644" y="2189274"/>
                  </a:lnTo>
                  <a:lnTo>
                    <a:pt x="6145943" y="2260707"/>
                  </a:lnTo>
                  <a:lnTo>
                    <a:pt x="6187570" y="2334096"/>
                  </a:lnTo>
                  <a:lnTo>
                    <a:pt x="6229444" y="2408900"/>
                  </a:lnTo>
                  <a:lnTo>
                    <a:pt x="6271467" y="2484531"/>
                  </a:lnTo>
                  <a:lnTo>
                    <a:pt x="6313527" y="2560373"/>
                  </a:lnTo>
                  <a:lnTo>
                    <a:pt x="6355513" y="2635803"/>
                  </a:lnTo>
                  <a:lnTo>
                    <a:pt x="6397317" y="2710211"/>
                  </a:lnTo>
                  <a:lnTo>
                    <a:pt x="6438845" y="2783022"/>
                  </a:lnTo>
                  <a:lnTo>
                    <a:pt x="6480025" y="2853714"/>
                  </a:lnTo>
                  <a:lnTo>
                    <a:pt x="6520811" y="2921831"/>
                  </a:lnTo>
                  <a:lnTo>
                    <a:pt x="6561190" y="2986995"/>
                  </a:lnTo>
                  <a:lnTo>
                    <a:pt x="6601188" y="3048912"/>
                  </a:lnTo>
                  <a:lnTo>
                    <a:pt x="6640875" y="3107371"/>
                  </a:lnTo>
                  <a:lnTo>
                    <a:pt x="6680364" y="3162250"/>
                  </a:lnTo>
                  <a:lnTo>
                    <a:pt x="6719823" y="3213501"/>
                  </a:lnTo>
                  <a:lnTo>
                    <a:pt x="6759476" y="3261151"/>
                  </a:lnTo>
                  <a:lnTo>
                    <a:pt x="6786527" y="3291359"/>
                  </a:lnTo>
                  <a:lnTo>
                    <a:pt x="6835093" y="3340783"/>
                  </a:lnTo>
                  <a:lnTo>
                    <a:pt x="6885286" y="3385284"/>
                  </a:lnTo>
                  <a:lnTo>
                    <a:pt x="6937875" y="3425110"/>
                  </a:lnTo>
                  <a:lnTo>
                    <a:pt x="6993718" y="3460683"/>
                  </a:lnTo>
                  <a:lnTo>
                    <a:pt x="7053692" y="3492479"/>
                  </a:lnTo>
                  <a:lnTo>
                    <a:pt x="7118621" y="3520960"/>
                  </a:lnTo>
                  <a:lnTo>
                    <a:pt x="7189178" y="3546532"/>
                  </a:lnTo>
                  <a:lnTo>
                    <a:pt x="7265772" y="3569529"/>
                  </a:lnTo>
                  <a:lnTo>
                    <a:pt x="7348379" y="3590194"/>
                  </a:lnTo>
                  <a:lnTo>
                    <a:pt x="7436357" y="3608683"/>
                  </a:lnTo>
                  <a:lnTo>
                    <a:pt x="7528246" y="3625063"/>
                  </a:lnTo>
                  <a:lnTo>
                    <a:pt x="7621634" y="3639333"/>
                  </a:lnTo>
                  <a:lnTo>
                    <a:pt x="7713162" y="3651448"/>
                  </a:lnTo>
                  <a:lnTo>
                    <a:pt x="7798783" y="3661361"/>
                  </a:lnTo>
                  <a:lnTo>
                    <a:pt x="7874292" y="3669077"/>
                  </a:lnTo>
                  <a:lnTo>
                    <a:pt x="7936091" y="3674692"/>
                  </a:lnTo>
                  <a:lnTo>
                    <a:pt x="7981978" y="3678423"/>
                  </a:lnTo>
                  <a:lnTo>
                    <a:pt x="8011717" y="3680597"/>
                  </a:lnTo>
                  <a:lnTo>
                    <a:pt x="8027225" y="3681621"/>
                  </a:lnTo>
                  <a:lnTo>
                    <a:pt x="8032405" y="3681932"/>
                  </a:lnTo>
                  <a:lnTo>
                    <a:pt x="8032819" y="3681955"/>
                  </a:lnTo>
                  <a:lnTo>
                    <a:pt x="8554953" y="3681955"/>
                  </a:lnTo>
                  <a:lnTo>
                    <a:pt x="8554953" y="3681955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343" name="pl343"/>
            <p:cNvSpPr/>
            <p:nvPr/>
          </p:nvSpPr>
          <p:spPr>
            <a:xfrm>
              <a:off x="386606" y="1857558"/>
              <a:ext cx="8554953" cy="3681955"/>
            </a:xfrm>
            <a:custGeom>
              <a:avLst/>
              <a:pathLst>
                <a:path w="8554953" h="3681955">
                  <a:moveTo>
                    <a:pt x="8554953" y="3681955"/>
                  </a:moveTo>
                  <a:lnTo>
                    <a:pt x="8032819" y="3681955"/>
                  </a:lnTo>
                  <a:lnTo>
                    <a:pt x="8031634" y="3681888"/>
                  </a:lnTo>
                  <a:lnTo>
                    <a:pt x="8023873" y="3681409"/>
                  </a:lnTo>
                  <a:lnTo>
                    <a:pt x="8004423" y="3680086"/>
                  </a:lnTo>
                  <a:lnTo>
                    <a:pt x="7969948" y="3677485"/>
                  </a:lnTo>
                  <a:lnTo>
                    <a:pt x="7919170" y="3673219"/>
                  </a:lnTo>
                  <a:lnTo>
                    <a:pt x="7852952" y="3666991"/>
                  </a:lnTo>
                  <a:lnTo>
                    <a:pt x="7773991" y="3658621"/>
                  </a:lnTo>
                  <a:lnTo>
                    <a:pt x="7686151" y="3648045"/>
                  </a:lnTo>
                  <a:lnTo>
                    <a:pt x="7593664" y="3635279"/>
                  </a:lnTo>
                  <a:lnTo>
                    <a:pt x="7500415" y="3620373"/>
                  </a:lnTo>
                  <a:lnTo>
                    <a:pt x="7409489" y="3603363"/>
                  </a:lnTo>
                  <a:lnTo>
                    <a:pt x="7323009" y="3584233"/>
                  </a:lnTo>
                  <a:lnTo>
                    <a:pt x="7242169" y="3562889"/>
                  </a:lnTo>
                  <a:lnTo>
                    <a:pt x="7167405" y="3539150"/>
                  </a:lnTo>
                  <a:lnTo>
                    <a:pt x="7098593" y="3512744"/>
                  </a:lnTo>
                  <a:lnTo>
                    <a:pt x="7035229" y="3483316"/>
                  </a:lnTo>
                  <a:lnTo>
                    <a:pt x="6976584" y="3450438"/>
                  </a:lnTo>
                  <a:lnTo>
                    <a:pt x="6921809" y="3413639"/>
                  </a:lnTo>
                  <a:lnTo>
                    <a:pt x="6870026" y="3372451"/>
                  </a:lnTo>
                  <a:lnTo>
                    <a:pt x="6820395" y="3326488"/>
                  </a:lnTo>
                  <a:lnTo>
                    <a:pt x="6786527" y="3291359"/>
                  </a:lnTo>
                  <a:lnTo>
                    <a:pt x="6746585" y="3246095"/>
                  </a:lnTo>
                  <a:lnTo>
                    <a:pt x="6707023" y="3197284"/>
                  </a:lnTo>
                  <a:lnTo>
                    <a:pt x="6667576" y="3144857"/>
                  </a:lnTo>
                  <a:lnTo>
                    <a:pt x="6628038" y="3088809"/>
                  </a:lnTo>
                  <a:lnTo>
                    <a:pt x="6588261" y="3029211"/>
                  </a:lnTo>
                  <a:lnTo>
                    <a:pt x="6548144" y="2966215"/>
                  </a:lnTo>
                  <a:lnTo>
                    <a:pt x="6507634" y="2900057"/>
                  </a:lnTo>
                  <a:lnTo>
                    <a:pt x="6466718" y="2831060"/>
                  </a:lnTo>
                  <a:lnTo>
                    <a:pt x="6425418" y="2759628"/>
                  </a:lnTo>
                  <a:lnTo>
                    <a:pt x="6383792" y="2686239"/>
                  </a:lnTo>
                  <a:lnTo>
                    <a:pt x="6341918" y="2611434"/>
                  </a:lnTo>
                  <a:lnTo>
                    <a:pt x="6299895" y="2535803"/>
                  </a:lnTo>
                  <a:lnTo>
                    <a:pt x="6257835" y="2459961"/>
                  </a:lnTo>
                  <a:lnTo>
                    <a:pt x="6215849" y="2384531"/>
                  </a:lnTo>
                  <a:lnTo>
                    <a:pt x="6174045" y="2310123"/>
                  </a:lnTo>
                  <a:lnTo>
                    <a:pt x="6132517" y="2237312"/>
                  </a:lnTo>
                  <a:lnTo>
                    <a:pt x="6091337" y="2166620"/>
                  </a:lnTo>
                  <a:lnTo>
                    <a:pt x="6050551" y="2098503"/>
                  </a:lnTo>
                  <a:lnTo>
                    <a:pt x="6010172" y="2033339"/>
                  </a:lnTo>
                  <a:lnTo>
                    <a:pt x="5970174" y="1971422"/>
                  </a:lnTo>
                  <a:lnTo>
                    <a:pt x="5930487" y="1912963"/>
                  </a:lnTo>
                  <a:lnTo>
                    <a:pt x="5890998" y="1858085"/>
                  </a:lnTo>
                  <a:lnTo>
                    <a:pt x="5851539" y="1806833"/>
                  </a:lnTo>
                  <a:lnTo>
                    <a:pt x="5811886" y="1759183"/>
                  </a:lnTo>
                  <a:lnTo>
                    <a:pt x="5784835" y="1728975"/>
                  </a:lnTo>
                  <a:lnTo>
                    <a:pt x="5736269" y="1679551"/>
                  </a:lnTo>
                  <a:lnTo>
                    <a:pt x="5686076" y="1635050"/>
                  </a:lnTo>
                  <a:lnTo>
                    <a:pt x="5633487" y="1595224"/>
                  </a:lnTo>
                  <a:lnTo>
                    <a:pt x="5577644" y="1559651"/>
                  </a:lnTo>
                  <a:lnTo>
                    <a:pt x="5517670" y="1527855"/>
                  </a:lnTo>
                  <a:lnTo>
                    <a:pt x="5452741" y="1499375"/>
                  </a:lnTo>
                  <a:lnTo>
                    <a:pt x="5382184" y="1473802"/>
                  </a:lnTo>
                  <a:lnTo>
                    <a:pt x="5305590" y="1450805"/>
                  </a:lnTo>
                  <a:lnTo>
                    <a:pt x="5222983" y="1430140"/>
                  </a:lnTo>
                  <a:lnTo>
                    <a:pt x="5135005" y="1411651"/>
                  </a:lnTo>
                  <a:lnTo>
                    <a:pt x="5043116" y="1395271"/>
                  </a:lnTo>
                  <a:lnTo>
                    <a:pt x="4949728" y="1381001"/>
                  </a:lnTo>
                  <a:lnTo>
                    <a:pt x="4858200" y="1368887"/>
                  </a:lnTo>
                  <a:lnTo>
                    <a:pt x="4772579" y="1358973"/>
                  </a:lnTo>
                  <a:lnTo>
                    <a:pt x="4697070" y="1351257"/>
                  </a:lnTo>
                  <a:lnTo>
                    <a:pt x="4635271" y="1345642"/>
                  </a:lnTo>
                  <a:lnTo>
                    <a:pt x="4589384" y="1341911"/>
                  </a:lnTo>
                  <a:lnTo>
                    <a:pt x="4559645" y="1339737"/>
                  </a:lnTo>
                  <a:lnTo>
                    <a:pt x="4544137" y="1338713"/>
                  </a:lnTo>
                  <a:lnTo>
                    <a:pt x="4538957" y="1338402"/>
                  </a:lnTo>
                  <a:lnTo>
                    <a:pt x="4538543" y="1338379"/>
                  </a:lnTo>
                  <a:lnTo>
                    <a:pt x="4016409" y="1338379"/>
                  </a:lnTo>
                  <a:lnTo>
                    <a:pt x="4015168" y="1338339"/>
                  </a:lnTo>
                  <a:lnTo>
                    <a:pt x="4007053" y="1338052"/>
                  </a:lnTo>
                  <a:lnTo>
                    <a:pt x="3986748" y="1337260"/>
                  </a:lnTo>
                  <a:lnTo>
                    <a:pt x="3950837" y="1335703"/>
                  </a:lnTo>
                  <a:lnTo>
                    <a:pt x="3898107" y="1333154"/>
                  </a:lnTo>
                  <a:lnTo>
                    <a:pt x="3829611" y="1329437"/>
                  </a:lnTo>
                  <a:lnTo>
                    <a:pt x="3748308" y="1324453"/>
                  </a:lnTo>
                  <a:lnTo>
                    <a:pt x="3658322" y="1318168"/>
                  </a:lnTo>
                  <a:lnTo>
                    <a:pt x="3564075" y="1310597"/>
                  </a:lnTo>
                  <a:lnTo>
                    <a:pt x="3469545" y="1301768"/>
                  </a:lnTo>
                  <a:lnTo>
                    <a:pt x="3377819" y="1291702"/>
                  </a:lnTo>
                  <a:lnTo>
                    <a:pt x="3290953" y="1280380"/>
                  </a:lnTo>
                  <a:lnTo>
                    <a:pt x="3210041" y="1267737"/>
                  </a:lnTo>
                  <a:lnTo>
                    <a:pt x="3135410" y="1253656"/>
                  </a:lnTo>
                  <a:lnTo>
                    <a:pt x="3066832" y="1237961"/>
                  </a:lnTo>
                  <a:lnTo>
                    <a:pt x="3003712" y="1220429"/>
                  </a:lnTo>
                  <a:lnTo>
                    <a:pt x="2945248" y="1200798"/>
                  </a:lnTo>
                  <a:lnTo>
                    <a:pt x="2890535" y="1178781"/>
                  </a:lnTo>
                  <a:lnTo>
                    <a:pt x="2838658" y="1154107"/>
                  </a:lnTo>
                  <a:lnTo>
                    <a:pt x="2788762" y="1126574"/>
                  </a:lnTo>
                  <a:lnTo>
                    <a:pt x="2770117" y="1115316"/>
                  </a:lnTo>
                  <a:lnTo>
                    <a:pt x="2723184" y="1084702"/>
                  </a:lnTo>
                  <a:lnTo>
                    <a:pt x="2676708" y="1051275"/>
                  </a:lnTo>
                  <a:lnTo>
                    <a:pt x="2630285" y="1014985"/>
                  </a:lnTo>
                  <a:lnTo>
                    <a:pt x="2583621" y="975857"/>
                  </a:lnTo>
                  <a:lnTo>
                    <a:pt x="2536523" y="934005"/>
                  </a:lnTo>
                  <a:lnTo>
                    <a:pt x="2488888" y="889631"/>
                  </a:lnTo>
                  <a:lnTo>
                    <a:pt x="2440693" y="843032"/>
                  </a:lnTo>
                  <a:lnTo>
                    <a:pt x="2391985" y="794595"/>
                  </a:lnTo>
                  <a:lnTo>
                    <a:pt x="2342866" y="744782"/>
                  </a:lnTo>
                  <a:lnTo>
                    <a:pt x="2293483" y="694122"/>
                  </a:lnTo>
                  <a:lnTo>
                    <a:pt x="2244011" y="643178"/>
                  </a:lnTo>
                  <a:lnTo>
                    <a:pt x="2194632" y="592530"/>
                  </a:lnTo>
                  <a:lnTo>
                    <a:pt x="2145520" y="542741"/>
                  </a:lnTo>
                  <a:lnTo>
                    <a:pt x="2096822" y="494338"/>
                  </a:lnTo>
                  <a:lnTo>
                    <a:pt x="2048639" y="447783"/>
                  </a:lnTo>
                  <a:lnTo>
                    <a:pt x="2001016" y="403459"/>
                  </a:lnTo>
                  <a:lnTo>
                    <a:pt x="1953929" y="361663"/>
                  </a:lnTo>
                  <a:lnTo>
                    <a:pt x="1907272" y="322595"/>
                  </a:lnTo>
                  <a:lnTo>
                    <a:pt x="1860850" y="286365"/>
                  </a:lnTo>
                  <a:lnTo>
                    <a:pt x="1814370" y="252998"/>
                  </a:lnTo>
                  <a:lnTo>
                    <a:pt x="1768425" y="223063"/>
                  </a:lnTo>
                  <a:lnTo>
                    <a:pt x="1719087" y="194418"/>
                  </a:lnTo>
                  <a:lnTo>
                    <a:pt x="1668059" y="168672"/>
                  </a:lnTo>
                  <a:lnTo>
                    <a:pt x="1614533" y="145673"/>
                  </a:lnTo>
                  <a:lnTo>
                    <a:pt x="1557607" y="125166"/>
                  </a:lnTo>
                  <a:lnTo>
                    <a:pt x="1496364" y="106867"/>
                  </a:lnTo>
                  <a:lnTo>
                    <a:pt x="1429949" y="90502"/>
                  </a:lnTo>
                  <a:lnTo>
                    <a:pt x="1357675" y="75829"/>
                  </a:lnTo>
                  <a:lnTo>
                    <a:pt x="1279153" y="62655"/>
                  </a:lnTo>
                  <a:lnTo>
                    <a:pt x="1194473" y="50841"/>
                  </a:lnTo>
                  <a:lnTo>
                    <a:pt x="1104412" y="40300"/>
                  </a:lnTo>
                  <a:lnTo>
                    <a:pt x="1010641" y="30999"/>
                  </a:lnTo>
                  <a:lnTo>
                    <a:pt x="915859" y="22945"/>
                  </a:lnTo>
                  <a:lnTo>
                    <a:pt x="823739" y="16167"/>
                  </a:lnTo>
                  <a:lnTo>
                    <a:pt x="738607" y="10688"/>
                  </a:lnTo>
                  <a:lnTo>
                    <a:pt x="664800" y="6496"/>
                  </a:lnTo>
                  <a:lnTo>
                    <a:pt x="605822" y="3519"/>
                  </a:lnTo>
                  <a:lnTo>
                    <a:pt x="563520" y="1608"/>
                  </a:lnTo>
                  <a:lnTo>
                    <a:pt x="537558" y="554"/>
                  </a:lnTo>
                  <a:lnTo>
                    <a:pt x="525329" y="106"/>
                  </a:lnTo>
                  <a:lnTo>
                    <a:pt x="522204" y="2"/>
                  </a:lnTo>
                  <a:lnTo>
                    <a:pt x="522133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344" name="pg344"/>
            <p:cNvSpPr/>
            <p:nvPr/>
          </p:nvSpPr>
          <p:spPr>
            <a:xfrm>
              <a:off x="386606" y="1874500"/>
              <a:ext cx="8554953" cy="4173259"/>
            </a:xfrm>
            <a:custGeom>
              <a:avLst/>
              <a:pathLst>
                <a:path w="8554953" h="4173259">
                  <a:moveTo>
                    <a:pt x="0" y="11294"/>
                  </a:moveTo>
                  <a:lnTo>
                    <a:pt x="522133" y="11294"/>
                  </a:lnTo>
                  <a:lnTo>
                    <a:pt x="523373" y="11334"/>
                  </a:lnTo>
                  <a:lnTo>
                    <a:pt x="531487" y="11622"/>
                  </a:lnTo>
                  <a:lnTo>
                    <a:pt x="551788" y="12417"/>
                  </a:lnTo>
                  <a:lnTo>
                    <a:pt x="587693" y="13980"/>
                  </a:lnTo>
                  <a:lnTo>
                    <a:pt x="640415" y="16540"/>
                  </a:lnTo>
                  <a:lnTo>
                    <a:pt x="708902" y="20272"/>
                  </a:lnTo>
                  <a:lnTo>
                    <a:pt x="790195" y="25276"/>
                  </a:lnTo>
                  <a:lnTo>
                    <a:pt x="880171" y="31586"/>
                  </a:lnTo>
                  <a:lnTo>
                    <a:pt x="974411" y="39189"/>
                  </a:lnTo>
                  <a:lnTo>
                    <a:pt x="1068936" y="48053"/>
                  </a:lnTo>
                  <a:lnTo>
                    <a:pt x="1160658" y="58161"/>
                  </a:lnTo>
                  <a:lnTo>
                    <a:pt x="1247523" y="69529"/>
                  </a:lnTo>
                  <a:lnTo>
                    <a:pt x="1328435" y="82222"/>
                  </a:lnTo>
                  <a:lnTo>
                    <a:pt x="1403066" y="96361"/>
                  </a:lnTo>
                  <a:lnTo>
                    <a:pt x="1471646" y="112119"/>
                  </a:lnTo>
                  <a:lnTo>
                    <a:pt x="1534766" y="129722"/>
                  </a:lnTo>
                  <a:lnTo>
                    <a:pt x="1593231" y="149432"/>
                  </a:lnTo>
                  <a:lnTo>
                    <a:pt x="1647944" y="171537"/>
                  </a:lnTo>
                  <a:lnTo>
                    <a:pt x="1699821" y="196310"/>
                  </a:lnTo>
                  <a:lnTo>
                    <a:pt x="1749716" y="223954"/>
                  </a:lnTo>
                  <a:lnTo>
                    <a:pt x="1768425" y="235298"/>
                  </a:lnTo>
                  <a:lnTo>
                    <a:pt x="1815315" y="266011"/>
                  </a:lnTo>
                  <a:lnTo>
                    <a:pt x="1861747" y="299544"/>
                  </a:lnTo>
                  <a:lnTo>
                    <a:pt x="1908127" y="335947"/>
                  </a:lnTo>
                  <a:lnTo>
                    <a:pt x="1954747" y="375193"/>
                  </a:lnTo>
                  <a:lnTo>
                    <a:pt x="2001799" y="417172"/>
                  </a:lnTo>
                  <a:lnTo>
                    <a:pt x="2049386" y="461679"/>
                  </a:lnTo>
                  <a:lnTo>
                    <a:pt x="2097532" y="508419"/>
                  </a:lnTo>
                  <a:lnTo>
                    <a:pt x="2146192" y="557004"/>
                  </a:lnTo>
                  <a:lnTo>
                    <a:pt x="2195263" y="606971"/>
                  </a:lnTo>
                  <a:lnTo>
                    <a:pt x="2244598" y="657793"/>
                  </a:lnTo>
                  <a:lnTo>
                    <a:pt x="2294024" y="708904"/>
                  </a:lnTo>
                  <a:lnTo>
                    <a:pt x="2343358" y="759725"/>
                  </a:lnTo>
                  <a:lnTo>
                    <a:pt x="2392428" y="809690"/>
                  </a:lnTo>
                  <a:lnTo>
                    <a:pt x="2441088" y="858272"/>
                  </a:lnTo>
                  <a:lnTo>
                    <a:pt x="2489233" y="905008"/>
                  </a:lnTo>
                  <a:lnTo>
                    <a:pt x="2536819" y="949512"/>
                  </a:lnTo>
                  <a:lnTo>
                    <a:pt x="2583870" y="991486"/>
                  </a:lnTo>
                  <a:lnTo>
                    <a:pt x="2630490" y="1030728"/>
                  </a:lnTo>
                  <a:lnTo>
                    <a:pt x="2676869" y="1067127"/>
                  </a:lnTo>
                  <a:lnTo>
                    <a:pt x="2723302" y="1100655"/>
                  </a:lnTo>
                  <a:lnTo>
                    <a:pt x="2770117" y="1131316"/>
                  </a:lnTo>
                  <a:lnTo>
                    <a:pt x="2819452" y="1160080"/>
                  </a:lnTo>
                  <a:lnTo>
                    <a:pt x="2870476" y="1185933"/>
                  </a:lnTo>
                  <a:lnTo>
                    <a:pt x="2923998" y="1209029"/>
                  </a:lnTo>
                  <a:lnTo>
                    <a:pt x="2980920" y="1229621"/>
                  </a:lnTo>
                  <a:lnTo>
                    <a:pt x="3042157" y="1247996"/>
                  </a:lnTo>
                  <a:lnTo>
                    <a:pt x="3108565" y="1264430"/>
                  </a:lnTo>
                  <a:lnTo>
                    <a:pt x="3180832" y="1279165"/>
                  </a:lnTo>
                  <a:lnTo>
                    <a:pt x="3259346" y="1292394"/>
                  </a:lnTo>
                  <a:lnTo>
                    <a:pt x="3344018" y="1304258"/>
                  </a:lnTo>
                  <a:lnTo>
                    <a:pt x="3434070" y="1314844"/>
                  </a:lnTo>
                  <a:lnTo>
                    <a:pt x="3527832" y="1324184"/>
                  </a:lnTo>
                  <a:lnTo>
                    <a:pt x="3622609" y="1332272"/>
                  </a:lnTo>
                  <a:lnTo>
                    <a:pt x="3714727" y="1339080"/>
                  </a:lnTo>
                  <a:lnTo>
                    <a:pt x="3799862" y="1344583"/>
                  </a:lnTo>
                  <a:lnTo>
                    <a:pt x="3873676" y="1348793"/>
                  </a:lnTo>
                  <a:lnTo>
                    <a:pt x="3932667" y="1351784"/>
                  </a:lnTo>
                  <a:lnTo>
                    <a:pt x="3974985" y="1353704"/>
                  </a:lnTo>
                  <a:lnTo>
                    <a:pt x="4000963" y="1354763"/>
                  </a:lnTo>
                  <a:lnTo>
                    <a:pt x="4013205" y="1355213"/>
                  </a:lnTo>
                  <a:lnTo>
                    <a:pt x="4016409" y="1355321"/>
                  </a:lnTo>
                  <a:lnTo>
                    <a:pt x="4538543" y="1355321"/>
                  </a:lnTo>
                  <a:lnTo>
                    <a:pt x="4539695" y="1355399"/>
                  </a:lnTo>
                  <a:lnTo>
                    <a:pt x="4547241" y="1355958"/>
                  </a:lnTo>
                  <a:lnTo>
                    <a:pt x="4566170" y="1357503"/>
                  </a:lnTo>
                  <a:lnTo>
                    <a:pt x="4599769" y="1360539"/>
                  </a:lnTo>
                  <a:lnTo>
                    <a:pt x="4649350" y="1365524"/>
                  </a:lnTo>
                  <a:lnTo>
                    <a:pt x="4714162" y="1372807"/>
                  </a:lnTo>
                  <a:lnTo>
                    <a:pt x="4791666" y="1382608"/>
                  </a:lnTo>
                  <a:lnTo>
                    <a:pt x="4878155" y="1395009"/>
                  </a:lnTo>
                  <a:lnTo>
                    <a:pt x="4969519" y="1409997"/>
                  </a:lnTo>
                  <a:lnTo>
                    <a:pt x="5061937" y="1427513"/>
                  </a:lnTo>
                  <a:lnTo>
                    <a:pt x="5152327" y="1447511"/>
                  </a:lnTo>
                  <a:lnTo>
                    <a:pt x="5238535" y="1470004"/>
                  </a:lnTo>
                  <a:lnTo>
                    <a:pt x="5319304" y="1495088"/>
                  </a:lnTo>
                  <a:lnTo>
                    <a:pt x="5394134" y="1522963"/>
                  </a:lnTo>
                  <a:lnTo>
                    <a:pt x="5463084" y="1553934"/>
                  </a:lnTo>
                  <a:lnTo>
                    <a:pt x="5526602" y="1588401"/>
                  </a:lnTo>
                  <a:lnTo>
                    <a:pt x="5585372" y="1626853"/>
                  </a:lnTo>
                  <a:lnTo>
                    <a:pt x="5640204" y="1669834"/>
                  </a:lnTo>
                  <a:lnTo>
                    <a:pt x="5691953" y="1717898"/>
                  </a:lnTo>
                  <a:lnTo>
                    <a:pt x="5741445" y="1771522"/>
                  </a:lnTo>
                  <a:lnTo>
                    <a:pt x="5784835" y="1824977"/>
                  </a:lnTo>
                  <a:lnTo>
                    <a:pt x="5822143" y="1875662"/>
                  </a:lnTo>
                  <a:lnTo>
                    <a:pt x="5859102" y="1930058"/>
                  </a:lnTo>
                  <a:lnTo>
                    <a:pt x="5895935" y="1988240"/>
                  </a:lnTo>
                  <a:lnTo>
                    <a:pt x="5932815" y="2050223"/>
                  </a:lnTo>
                  <a:lnTo>
                    <a:pt x="5969875" y="2115955"/>
                  </a:lnTo>
                  <a:lnTo>
                    <a:pt x="6007206" y="2185313"/>
                  </a:lnTo>
                  <a:lnTo>
                    <a:pt x="6044867" y="2258095"/>
                  </a:lnTo>
                  <a:lnTo>
                    <a:pt x="6082881" y="2334022"/>
                  </a:lnTo>
                  <a:lnTo>
                    <a:pt x="6121244" y="2412738"/>
                  </a:lnTo>
                  <a:lnTo>
                    <a:pt x="6159925" y="2493813"/>
                  </a:lnTo>
                  <a:lnTo>
                    <a:pt x="6198870" y="2576756"/>
                  </a:lnTo>
                  <a:lnTo>
                    <a:pt x="6238009" y="2661020"/>
                  </a:lnTo>
                  <a:lnTo>
                    <a:pt x="6277257" y="2746021"/>
                  </a:lnTo>
                  <a:lnTo>
                    <a:pt x="6316526" y="2831153"/>
                  </a:lnTo>
                  <a:lnTo>
                    <a:pt x="6355723" y="2915807"/>
                  </a:lnTo>
                  <a:lnTo>
                    <a:pt x="6394760" y="2999386"/>
                  </a:lnTo>
                  <a:lnTo>
                    <a:pt x="6433562" y="3081326"/>
                  </a:lnTo>
                  <a:lnTo>
                    <a:pt x="6472066" y="3161111"/>
                  </a:lnTo>
                  <a:lnTo>
                    <a:pt x="6510232" y="3238282"/>
                  </a:lnTo>
                  <a:lnTo>
                    <a:pt x="6548043" y="3312452"/>
                  </a:lnTo>
                  <a:lnTo>
                    <a:pt x="6585511" y="3383308"/>
                  </a:lnTo>
                  <a:lnTo>
                    <a:pt x="6622678" y="3450615"/>
                  </a:lnTo>
                  <a:lnTo>
                    <a:pt x="6659622" y="3514216"/>
                  </a:lnTo>
                  <a:lnTo>
                    <a:pt x="6696456" y="3574030"/>
                  </a:lnTo>
                  <a:lnTo>
                    <a:pt x="6733337" y="3630044"/>
                  </a:lnTo>
                  <a:lnTo>
                    <a:pt x="6770465" y="3682308"/>
                  </a:lnTo>
                  <a:lnTo>
                    <a:pt x="6786527" y="3703603"/>
                  </a:lnTo>
                  <a:lnTo>
                    <a:pt x="6834614" y="3762481"/>
                  </a:lnTo>
                  <a:lnTo>
                    <a:pt x="6884290" y="3815553"/>
                  </a:lnTo>
                  <a:lnTo>
                    <a:pt x="6936299" y="3863104"/>
                  </a:lnTo>
                  <a:lnTo>
                    <a:pt x="6991474" y="3905624"/>
                  </a:lnTo>
                  <a:lnTo>
                    <a:pt x="7050667" y="3943668"/>
                  </a:lnTo>
                  <a:lnTo>
                    <a:pt x="7114682" y="3977778"/>
                  </a:lnTo>
                  <a:lnTo>
                    <a:pt x="7184185" y="4008434"/>
                  </a:lnTo>
                  <a:lnTo>
                    <a:pt x="7259592" y="4036029"/>
                  </a:lnTo>
                  <a:lnTo>
                    <a:pt x="7340919" y="4060856"/>
                  </a:lnTo>
                  <a:lnTo>
                    <a:pt x="7427598" y="4083105"/>
                  </a:lnTo>
                  <a:lnTo>
                    <a:pt x="7518293" y="4102865"/>
                  </a:lnTo>
                  <a:lnTo>
                    <a:pt x="7610757" y="4120139"/>
                  </a:lnTo>
                  <a:lnTo>
                    <a:pt x="7701827" y="4134880"/>
                  </a:lnTo>
                  <a:lnTo>
                    <a:pt x="7787628" y="4147030"/>
                  </a:lnTo>
                  <a:lnTo>
                    <a:pt x="7864056" y="4156582"/>
                  </a:lnTo>
                  <a:lnTo>
                    <a:pt x="7927484" y="4163632"/>
                  </a:lnTo>
                  <a:lnTo>
                    <a:pt x="7975525" y="4168411"/>
                  </a:lnTo>
                  <a:lnTo>
                    <a:pt x="8007619" y="4171283"/>
                  </a:lnTo>
                  <a:lnTo>
                    <a:pt x="8025277" y="4172711"/>
                  </a:lnTo>
                  <a:lnTo>
                    <a:pt x="8031965" y="4173201"/>
                  </a:lnTo>
                  <a:lnTo>
                    <a:pt x="8032819" y="4173259"/>
                  </a:lnTo>
                  <a:lnTo>
                    <a:pt x="8554953" y="4173259"/>
                  </a:lnTo>
                  <a:lnTo>
                    <a:pt x="8554953" y="4161965"/>
                  </a:lnTo>
                  <a:lnTo>
                    <a:pt x="8032819" y="4161965"/>
                  </a:lnTo>
                  <a:lnTo>
                    <a:pt x="8031667" y="4161886"/>
                  </a:lnTo>
                  <a:lnTo>
                    <a:pt x="8024121" y="4161328"/>
                  </a:lnTo>
                  <a:lnTo>
                    <a:pt x="8005192" y="4159783"/>
                  </a:lnTo>
                  <a:lnTo>
                    <a:pt x="7971593" y="4156746"/>
                  </a:lnTo>
                  <a:lnTo>
                    <a:pt x="7922011" y="4151762"/>
                  </a:lnTo>
                  <a:lnTo>
                    <a:pt x="7857200" y="4144478"/>
                  </a:lnTo>
                  <a:lnTo>
                    <a:pt x="7779696" y="4134677"/>
                  </a:lnTo>
                  <a:lnTo>
                    <a:pt x="7693207" y="4122276"/>
                  </a:lnTo>
                  <a:lnTo>
                    <a:pt x="7601843" y="4107288"/>
                  </a:lnTo>
                  <a:lnTo>
                    <a:pt x="7509425" y="4089772"/>
                  </a:lnTo>
                  <a:lnTo>
                    <a:pt x="7419035" y="4069774"/>
                  </a:lnTo>
                  <a:lnTo>
                    <a:pt x="7332827" y="4047282"/>
                  </a:lnTo>
                  <a:lnTo>
                    <a:pt x="7252058" y="4022197"/>
                  </a:lnTo>
                  <a:lnTo>
                    <a:pt x="7177228" y="3994322"/>
                  </a:lnTo>
                  <a:lnTo>
                    <a:pt x="7108278" y="3963352"/>
                  </a:lnTo>
                  <a:lnTo>
                    <a:pt x="7044760" y="3928884"/>
                  </a:lnTo>
                  <a:lnTo>
                    <a:pt x="6985990" y="3890433"/>
                  </a:lnTo>
                  <a:lnTo>
                    <a:pt x="6931158" y="3847451"/>
                  </a:lnTo>
                  <a:lnTo>
                    <a:pt x="6879409" y="3799387"/>
                  </a:lnTo>
                  <a:lnTo>
                    <a:pt x="6829917" y="3745763"/>
                  </a:lnTo>
                  <a:lnTo>
                    <a:pt x="6786527" y="3692308"/>
                  </a:lnTo>
                  <a:lnTo>
                    <a:pt x="6749219" y="3641623"/>
                  </a:lnTo>
                  <a:lnTo>
                    <a:pt x="6712260" y="3587227"/>
                  </a:lnTo>
                  <a:lnTo>
                    <a:pt x="6675427" y="3529045"/>
                  </a:lnTo>
                  <a:lnTo>
                    <a:pt x="6638547" y="3467063"/>
                  </a:lnTo>
                  <a:lnTo>
                    <a:pt x="6601487" y="3401330"/>
                  </a:lnTo>
                  <a:lnTo>
                    <a:pt x="6564156" y="3331973"/>
                  </a:lnTo>
                  <a:lnTo>
                    <a:pt x="6526495" y="3259191"/>
                  </a:lnTo>
                  <a:lnTo>
                    <a:pt x="6488481" y="3183263"/>
                  </a:lnTo>
                  <a:lnTo>
                    <a:pt x="6450118" y="3104548"/>
                  </a:lnTo>
                  <a:lnTo>
                    <a:pt x="6411437" y="3023472"/>
                  </a:lnTo>
                  <a:lnTo>
                    <a:pt x="6372492" y="2940529"/>
                  </a:lnTo>
                  <a:lnTo>
                    <a:pt x="6333353" y="2856265"/>
                  </a:lnTo>
                  <a:lnTo>
                    <a:pt x="6294105" y="2771264"/>
                  </a:lnTo>
                  <a:lnTo>
                    <a:pt x="6254836" y="2686132"/>
                  </a:lnTo>
                  <a:lnTo>
                    <a:pt x="6215639" y="2601478"/>
                  </a:lnTo>
                  <a:lnTo>
                    <a:pt x="6176602" y="2517899"/>
                  </a:lnTo>
                  <a:lnTo>
                    <a:pt x="6137800" y="2435959"/>
                  </a:lnTo>
                  <a:lnTo>
                    <a:pt x="6099296" y="2356174"/>
                  </a:lnTo>
                  <a:lnTo>
                    <a:pt x="6061130" y="2279003"/>
                  </a:lnTo>
                  <a:lnTo>
                    <a:pt x="6023318" y="2204833"/>
                  </a:lnTo>
                  <a:lnTo>
                    <a:pt x="5985851" y="2133977"/>
                  </a:lnTo>
                  <a:lnTo>
                    <a:pt x="5948684" y="2066670"/>
                  </a:lnTo>
                  <a:lnTo>
                    <a:pt x="5911740" y="2003069"/>
                  </a:lnTo>
                  <a:lnTo>
                    <a:pt x="5874906" y="1943255"/>
                  </a:lnTo>
                  <a:lnTo>
                    <a:pt x="5838025" y="1887241"/>
                  </a:lnTo>
                  <a:lnTo>
                    <a:pt x="5800897" y="1834977"/>
                  </a:lnTo>
                  <a:lnTo>
                    <a:pt x="5784835" y="1813683"/>
                  </a:lnTo>
                  <a:lnTo>
                    <a:pt x="5736748" y="1754804"/>
                  </a:lnTo>
                  <a:lnTo>
                    <a:pt x="5687072" y="1701732"/>
                  </a:lnTo>
                  <a:lnTo>
                    <a:pt x="5635063" y="1654181"/>
                  </a:lnTo>
                  <a:lnTo>
                    <a:pt x="5579888" y="1611661"/>
                  </a:lnTo>
                  <a:lnTo>
                    <a:pt x="5520695" y="1573617"/>
                  </a:lnTo>
                  <a:lnTo>
                    <a:pt x="5456680" y="1539507"/>
                  </a:lnTo>
                  <a:lnTo>
                    <a:pt x="5387177" y="1508851"/>
                  </a:lnTo>
                  <a:lnTo>
                    <a:pt x="5311770" y="1481256"/>
                  </a:lnTo>
                  <a:lnTo>
                    <a:pt x="5230443" y="1456429"/>
                  </a:lnTo>
                  <a:lnTo>
                    <a:pt x="5143764" y="1434180"/>
                  </a:lnTo>
                  <a:lnTo>
                    <a:pt x="5053069" y="1414420"/>
                  </a:lnTo>
                  <a:lnTo>
                    <a:pt x="4960605" y="1397146"/>
                  </a:lnTo>
                  <a:lnTo>
                    <a:pt x="4869535" y="1382405"/>
                  </a:lnTo>
                  <a:lnTo>
                    <a:pt x="4783734" y="1370255"/>
                  </a:lnTo>
                  <a:lnTo>
                    <a:pt x="4707306" y="1360703"/>
                  </a:lnTo>
                  <a:lnTo>
                    <a:pt x="4643877" y="1353653"/>
                  </a:lnTo>
                  <a:lnTo>
                    <a:pt x="4595837" y="1348874"/>
                  </a:lnTo>
                  <a:lnTo>
                    <a:pt x="4563743" y="1346002"/>
                  </a:lnTo>
                  <a:lnTo>
                    <a:pt x="4546084" y="1344575"/>
                  </a:lnTo>
                  <a:lnTo>
                    <a:pt x="4539397" y="1344084"/>
                  </a:lnTo>
                  <a:lnTo>
                    <a:pt x="4538543" y="1344026"/>
                  </a:lnTo>
                  <a:lnTo>
                    <a:pt x="4016409" y="1344026"/>
                  </a:lnTo>
                  <a:lnTo>
                    <a:pt x="4015169" y="1343986"/>
                  </a:lnTo>
                  <a:lnTo>
                    <a:pt x="4007055" y="1343698"/>
                  </a:lnTo>
                  <a:lnTo>
                    <a:pt x="3986754" y="1342903"/>
                  </a:lnTo>
                  <a:lnTo>
                    <a:pt x="3950849" y="1341340"/>
                  </a:lnTo>
                  <a:lnTo>
                    <a:pt x="3898127" y="1338780"/>
                  </a:lnTo>
                  <a:lnTo>
                    <a:pt x="3829641" y="1335048"/>
                  </a:lnTo>
                  <a:lnTo>
                    <a:pt x="3748347" y="1330044"/>
                  </a:lnTo>
                  <a:lnTo>
                    <a:pt x="3658371" y="1323734"/>
                  </a:lnTo>
                  <a:lnTo>
                    <a:pt x="3564132" y="1316131"/>
                  </a:lnTo>
                  <a:lnTo>
                    <a:pt x="3469606" y="1307267"/>
                  </a:lnTo>
                  <a:lnTo>
                    <a:pt x="3377884" y="1297160"/>
                  </a:lnTo>
                  <a:lnTo>
                    <a:pt x="3291019" y="1285792"/>
                  </a:lnTo>
                  <a:lnTo>
                    <a:pt x="3210107" y="1273098"/>
                  </a:lnTo>
                  <a:lnTo>
                    <a:pt x="3135476" y="1258959"/>
                  </a:lnTo>
                  <a:lnTo>
                    <a:pt x="3066896" y="1243201"/>
                  </a:lnTo>
                  <a:lnTo>
                    <a:pt x="3003776" y="1225598"/>
                  </a:lnTo>
                  <a:lnTo>
                    <a:pt x="2945311" y="1205888"/>
                  </a:lnTo>
                  <a:lnTo>
                    <a:pt x="2890598" y="1183783"/>
                  </a:lnTo>
                  <a:lnTo>
                    <a:pt x="2838721" y="1159010"/>
                  </a:lnTo>
                  <a:lnTo>
                    <a:pt x="2788826" y="1131366"/>
                  </a:lnTo>
                  <a:lnTo>
                    <a:pt x="2770117" y="1120022"/>
                  </a:lnTo>
                  <a:lnTo>
                    <a:pt x="2723227" y="1089309"/>
                  </a:lnTo>
                  <a:lnTo>
                    <a:pt x="2676795" y="1055776"/>
                  </a:lnTo>
                  <a:lnTo>
                    <a:pt x="2630415" y="1019373"/>
                  </a:lnTo>
                  <a:lnTo>
                    <a:pt x="2583795" y="980127"/>
                  </a:lnTo>
                  <a:lnTo>
                    <a:pt x="2536744" y="938148"/>
                  </a:lnTo>
                  <a:lnTo>
                    <a:pt x="2489156" y="893641"/>
                  </a:lnTo>
                  <a:lnTo>
                    <a:pt x="2441010" y="846901"/>
                  </a:lnTo>
                  <a:lnTo>
                    <a:pt x="2392350" y="798316"/>
                  </a:lnTo>
                  <a:lnTo>
                    <a:pt x="2343279" y="748349"/>
                  </a:lnTo>
                  <a:lnTo>
                    <a:pt x="2293944" y="697527"/>
                  </a:lnTo>
                  <a:lnTo>
                    <a:pt x="2244518" y="646416"/>
                  </a:lnTo>
                  <a:lnTo>
                    <a:pt x="2195184" y="595595"/>
                  </a:lnTo>
                  <a:lnTo>
                    <a:pt x="2146114" y="545630"/>
                  </a:lnTo>
                  <a:lnTo>
                    <a:pt x="2097455" y="497048"/>
                  </a:lnTo>
                  <a:lnTo>
                    <a:pt x="2049309" y="450312"/>
                  </a:lnTo>
                  <a:lnTo>
                    <a:pt x="2001723" y="405808"/>
                  </a:lnTo>
                  <a:lnTo>
                    <a:pt x="1954672" y="363834"/>
                  </a:lnTo>
                  <a:lnTo>
                    <a:pt x="1908053" y="324592"/>
                  </a:lnTo>
                  <a:lnTo>
                    <a:pt x="1861673" y="288193"/>
                  </a:lnTo>
                  <a:lnTo>
                    <a:pt x="1815240" y="254665"/>
                  </a:lnTo>
                  <a:lnTo>
                    <a:pt x="1768425" y="224004"/>
                  </a:lnTo>
                  <a:lnTo>
                    <a:pt x="1719091" y="195240"/>
                  </a:lnTo>
                  <a:lnTo>
                    <a:pt x="1668066" y="169387"/>
                  </a:lnTo>
                  <a:lnTo>
                    <a:pt x="1614544" y="146292"/>
                  </a:lnTo>
                  <a:lnTo>
                    <a:pt x="1557623" y="125700"/>
                  </a:lnTo>
                  <a:lnTo>
                    <a:pt x="1496385" y="107324"/>
                  </a:lnTo>
                  <a:lnTo>
                    <a:pt x="1429977" y="90890"/>
                  </a:lnTo>
                  <a:lnTo>
                    <a:pt x="1357710" y="76155"/>
                  </a:lnTo>
                  <a:lnTo>
                    <a:pt x="1279196" y="62926"/>
                  </a:lnTo>
                  <a:lnTo>
                    <a:pt x="1194524" y="51062"/>
                  </a:lnTo>
                  <a:lnTo>
                    <a:pt x="1104472" y="40477"/>
                  </a:lnTo>
                  <a:lnTo>
                    <a:pt x="1010710" y="31136"/>
                  </a:lnTo>
                  <a:lnTo>
                    <a:pt x="915933" y="23048"/>
                  </a:lnTo>
                  <a:lnTo>
                    <a:pt x="823816" y="16240"/>
                  </a:lnTo>
                  <a:lnTo>
                    <a:pt x="738680" y="10737"/>
                  </a:lnTo>
                  <a:lnTo>
                    <a:pt x="664866" y="6527"/>
                  </a:lnTo>
                  <a:lnTo>
                    <a:pt x="605875" y="3536"/>
                  </a:lnTo>
                  <a:lnTo>
                    <a:pt x="563557" y="1617"/>
                  </a:lnTo>
                  <a:lnTo>
                    <a:pt x="537579" y="557"/>
                  </a:lnTo>
                  <a:lnTo>
                    <a:pt x="525337" y="107"/>
                  </a:lnTo>
                  <a:lnTo>
                    <a:pt x="5221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345" name="pl345"/>
            <p:cNvSpPr/>
            <p:nvPr/>
          </p:nvSpPr>
          <p:spPr>
            <a:xfrm>
              <a:off x="386606" y="1885794"/>
              <a:ext cx="8554953" cy="4161965"/>
            </a:xfrm>
            <a:custGeom>
              <a:avLst/>
              <a:pathLst>
                <a:path w="8554953" h="4161965">
                  <a:moveTo>
                    <a:pt x="0" y="0"/>
                  </a:moveTo>
                  <a:lnTo>
                    <a:pt x="522133" y="0"/>
                  </a:lnTo>
                  <a:lnTo>
                    <a:pt x="523373" y="40"/>
                  </a:lnTo>
                  <a:lnTo>
                    <a:pt x="531487" y="328"/>
                  </a:lnTo>
                  <a:lnTo>
                    <a:pt x="551788" y="1123"/>
                  </a:lnTo>
                  <a:lnTo>
                    <a:pt x="587693" y="2686"/>
                  </a:lnTo>
                  <a:lnTo>
                    <a:pt x="640415" y="5246"/>
                  </a:lnTo>
                  <a:lnTo>
                    <a:pt x="708902" y="8977"/>
                  </a:lnTo>
                  <a:lnTo>
                    <a:pt x="790195" y="13982"/>
                  </a:lnTo>
                  <a:lnTo>
                    <a:pt x="880171" y="20292"/>
                  </a:lnTo>
                  <a:lnTo>
                    <a:pt x="974411" y="27894"/>
                  </a:lnTo>
                  <a:lnTo>
                    <a:pt x="1068936" y="36759"/>
                  </a:lnTo>
                  <a:lnTo>
                    <a:pt x="1160658" y="46866"/>
                  </a:lnTo>
                  <a:lnTo>
                    <a:pt x="1247523" y="58234"/>
                  </a:lnTo>
                  <a:lnTo>
                    <a:pt x="1328435" y="70928"/>
                  </a:lnTo>
                  <a:lnTo>
                    <a:pt x="1403066" y="85067"/>
                  </a:lnTo>
                  <a:lnTo>
                    <a:pt x="1471646" y="100825"/>
                  </a:lnTo>
                  <a:lnTo>
                    <a:pt x="1534766" y="118427"/>
                  </a:lnTo>
                  <a:lnTo>
                    <a:pt x="1593231" y="138138"/>
                  </a:lnTo>
                  <a:lnTo>
                    <a:pt x="1647944" y="160243"/>
                  </a:lnTo>
                  <a:lnTo>
                    <a:pt x="1699821" y="185016"/>
                  </a:lnTo>
                  <a:lnTo>
                    <a:pt x="1749716" y="212660"/>
                  </a:lnTo>
                  <a:lnTo>
                    <a:pt x="1768425" y="224004"/>
                  </a:lnTo>
                  <a:lnTo>
                    <a:pt x="1815315" y="254717"/>
                  </a:lnTo>
                  <a:lnTo>
                    <a:pt x="1861747" y="288250"/>
                  </a:lnTo>
                  <a:lnTo>
                    <a:pt x="1908127" y="324652"/>
                  </a:lnTo>
                  <a:lnTo>
                    <a:pt x="1954747" y="363899"/>
                  </a:lnTo>
                  <a:lnTo>
                    <a:pt x="2001799" y="405878"/>
                  </a:lnTo>
                  <a:lnTo>
                    <a:pt x="2049386" y="450385"/>
                  </a:lnTo>
                  <a:lnTo>
                    <a:pt x="2097532" y="497124"/>
                  </a:lnTo>
                  <a:lnTo>
                    <a:pt x="2146192" y="545710"/>
                  </a:lnTo>
                  <a:lnTo>
                    <a:pt x="2195263" y="595676"/>
                  </a:lnTo>
                  <a:lnTo>
                    <a:pt x="2244598" y="646498"/>
                  </a:lnTo>
                  <a:lnTo>
                    <a:pt x="2294024" y="697609"/>
                  </a:lnTo>
                  <a:lnTo>
                    <a:pt x="2343358" y="748430"/>
                  </a:lnTo>
                  <a:lnTo>
                    <a:pt x="2392428" y="798395"/>
                  </a:lnTo>
                  <a:lnTo>
                    <a:pt x="2441088" y="846978"/>
                  </a:lnTo>
                  <a:lnTo>
                    <a:pt x="2489233" y="893714"/>
                  </a:lnTo>
                  <a:lnTo>
                    <a:pt x="2536819" y="938217"/>
                  </a:lnTo>
                  <a:lnTo>
                    <a:pt x="2583870" y="980192"/>
                  </a:lnTo>
                  <a:lnTo>
                    <a:pt x="2630490" y="1019434"/>
                  </a:lnTo>
                  <a:lnTo>
                    <a:pt x="2676869" y="1055832"/>
                  </a:lnTo>
                  <a:lnTo>
                    <a:pt x="2723302" y="1089361"/>
                  </a:lnTo>
                  <a:lnTo>
                    <a:pt x="2770117" y="1120022"/>
                  </a:lnTo>
                  <a:lnTo>
                    <a:pt x="2819452" y="1148786"/>
                  </a:lnTo>
                  <a:lnTo>
                    <a:pt x="2870476" y="1174639"/>
                  </a:lnTo>
                  <a:lnTo>
                    <a:pt x="2923998" y="1197734"/>
                  </a:lnTo>
                  <a:lnTo>
                    <a:pt x="2980920" y="1218326"/>
                  </a:lnTo>
                  <a:lnTo>
                    <a:pt x="3042157" y="1236702"/>
                  </a:lnTo>
                  <a:lnTo>
                    <a:pt x="3108565" y="1253136"/>
                  </a:lnTo>
                  <a:lnTo>
                    <a:pt x="3180832" y="1267871"/>
                  </a:lnTo>
                  <a:lnTo>
                    <a:pt x="3259346" y="1281100"/>
                  </a:lnTo>
                  <a:lnTo>
                    <a:pt x="3344018" y="1292964"/>
                  </a:lnTo>
                  <a:lnTo>
                    <a:pt x="3434070" y="1303549"/>
                  </a:lnTo>
                  <a:lnTo>
                    <a:pt x="3527832" y="1312889"/>
                  </a:lnTo>
                  <a:lnTo>
                    <a:pt x="3622609" y="1320978"/>
                  </a:lnTo>
                  <a:lnTo>
                    <a:pt x="3714727" y="1327786"/>
                  </a:lnTo>
                  <a:lnTo>
                    <a:pt x="3799862" y="1333288"/>
                  </a:lnTo>
                  <a:lnTo>
                    <a:pt x="3873676" y="1337498"/>
                  </a:lnTo>
                  <a:lnTo>
                    <a:pt x="3932667" y="1340490"/>
                  </a:lnTo>
                  <a:lnTo>
                    <a:pt x="3974985" y="1342409"/>
                  </a:lnTo>
                  <a:lnTo>
                    <a:pt x="4000963" y="1343468"/>
                  </a:lnTo>
                  <a:lnTo>
                    <a:pt x="4013205" y="1343919"/>
                  </a:lnTo>
                  <a:lnTo>
                    <a:pt x="4016337" y="1344024"/>
                  </a:lnTo>
                  <a:lnTo>
                    <a:pt x="4016409" y="1344026"/>
                  </a:lnTo>
                  <a:lnTo>
                    <a:pt x="4538543" y="1344026"/>
                  </a:lnTo>
                  <a:lnTo>
                    <a:pt x="4539695" y="1344105"/>
                  </a:lnTo>
                  <a:lnTo>
                    <a:pt x="4547241" y="1344663"/>
                  </a:lnTo>
                  <a:lnTo>
                    <a:pt x="4566170" y="1346208"/>
                  </a:lnTo>
                  <a:lnTo>
                    <a:pt x="4599769" y="1349245"/>
                  </a:lnTo>
                  <a:lnTo>
                    <a:pt x="4649350" y="1354229"/>
                  </a:lnTo>
                  <a:lnTo>
                    <a:pt x="4714162" y="1361513"/>
                  </a:lnTo>
                  <a:lnTo>
                    <a:pt x="4791666" y="1371314"/>
                  </a:lnTo>
                  <a:lnTo>
                    <a:pt x="4878155" y="1383715"/>
                  </a:lnTo>
                  <a:lnTo>
                    <a:pt x="4969519" y="1398702"/>
                  </a:lnTo>
                  <a:lnTo>
                    <a:pt x="5061937" y="1416218"/>
                  </a:lnTo>
                  <a:lnTo>
                    <a:pt x="5152327" y="1436217"/>
                  </a:lnTo>
                  <a:lnTo>
                    <a:pt x="5238535" y="1458709"/>
                  </a:lnTo>
                  <a:lnTo>
                    <a:pt x="5319304" y="1483794"/>
                  </a:lnTo>
                  <a:lnTo>
                    <a:pt x="5394134" y="1511669"/>
                  </a:lnTo>
                  <a:lnTo>
                    <a:pt x="5463084" y="1542639"/>
                  </a:lnTo>
                  <a:lnTo>
                    <a:pt x="5526602" y="1577107"/>
                  </a:lnTo>
                  <a:lnTo>
                    <a:pt x="5585372" y="1615558"/>
                  </a:lnTo>
                  <a:lnTo>
                    <a:pt x="5640204" y="1658539"/>
                  </a:lnTo>
                  <a:lnTo>
                    <a:pt x="5691953" y="1706604"/>
                  </a:lnTo>
                  <a:lnTo>
                    <a:pt x="5741445" y="1760228"/>
                  </a:lnTo>
                  <a:lnTo>
                    <a:pt x="5784835" y="1813683"/>
                  </a:lnTo>
                  <a:lnTo>
                    <a:pt x="5822143" y="1864368"/>
                  </a:lnTo>
                  <a:lnTo>
                    <a:pt x="5859102" y="1918764"/>
                  </a:lnTo>
                  <a:lnTo>
                    <a:pt x="5895935" y="1976946"/>
                  </a:lnTo>
                  <a:lnTo>
                    <a:pt x="5932815" y="2038928"/>
                  </a:lnTo>
                  <a:lnTo>
                    <a:pt x="5969875" y="2104661"/>
                  </a:lnTo>
                  <a:lnTo>
                    <a:pt x="6007206" y="2174018"/>
                  </a:lnTo>
                  <a:lnTo>
                    <a:pt x="6044867" y="2246800"/>
                  </a:lnTo>
                  <a:lnTo>
                    <a:pt x="6082881" y="2322727"/>
                  </a:lnTo>
                  <a:lnTo>
                    <a:pt x="6121244" y="2401443"/>
                  </a:lnTo>
                  <a:lnTo>
                    <a:pt x="6159925" y="2482519"/>
                  </a:lnTo>
                  <a:lnTo>
                    <a:pt x="6198870" y="2565462"/>
                  </a:lnTo>
                  <a:lnTo>
                    <a:pt x="6238009" y="2649726"/>
                  </a:lnTo>
                  <a:lnTo>
                    <a:pt x="6277257" y="2734727"/>
                  </a:lnTo>
                  <a:lnTo>
                    <a:pt x="6316526" y="2819859"/>
                  </a:lnTo>
                  <a:lnTo>
                    <a:pt x="6355723" y="2904512"/>
                  </a:lnTo>
                  <a:lnTo>
                    <a:pt x="6394760" y="2988091"/>
                  </a:lnTo>
                  <a:lnTo>
                    <a:pt x="6433562" y="3070032"/>
                  </a:lnTo>
                  <a:lnTo>
                    <a:pt x="6472066" y="3149816"/>
                  </a:lnTo>
                  <a:lnTo>
                    <a:pt x="6510232" y="3226988"/>
                  </a:lnTo>
                  <a:lnTo>
                    <a:pt x="6548043" y="3301158"/>
                  </a:lnTo>
                  <a:lnTo>
                    <a:pt x="6585511" y="3372013"/>
                  </a:lnTo>
                  <a:lnTo>
                    <a:pt x="6622678" y="3439320"/>
                  </a:lnTo>
                  <a:lnTo>
                    <a:pt x="6659622" y="3502922"/>
                  </a:lnTo>
                  <a:lnTo>
                    <a:pt x="6696456" y="3562736"/>
                  </a:lnTo>
                  <a:lnTo>
                    <a:pt x="6733337" y="3618750"/>
                  </a:lnTo>
                  <a:lnTo>
                    <a:pt x="6770465" y="3671014"/>
                  </a:lnTo>
                  <a:lnTo>
                    <a:pt x="6786527" y="3692308"/>
                  </a:lnTo>
                  <a:lnTo>
                    <a:pt x="6834614" y="3751187"/>
                  </a:lnTo>
                  <a:lnTo>
                    <a:pt x="6884290" y="3804259"/>
                  </a:lnTo>
                  <a:lnTo>
                    <a:pt x="6936299" y="3851810"/>
                  </a:lnTo>
                  <a:lnTo>
                    <a:pt x="6991474" y="3894330"/>
                  </a:lnTo>
                  <a:lnTo>
                    <a:pt x="7050667" y="3932374"/>
                  </a:lnTo>
                  <a:lnTo>
                    <a:pt x="7114682" y="3966484"/>
                  </a:lnTo>
                  <a:lnTo>
                    <a:pt x="7184185" y="3997140"/>
                  </a:lnTo>
                  <a:lnTo>
                    <a:pt x="7259592" y="4024734"/>
                  </a:lnTo>
                  <a:lnTo>
                    <a:pt x="7340919" y="4049562"/>
                  </a:lnTo>
                  <a:lnTo>
                    <a:pt x="7427598" y="4071811"/>
                  </a:lnTo>
                  <a:lnTo>
                    <a:pt x="7518293" y="4091571"/>
                  </a:lnTo>
                  <a:lnTo>
                    <a:pt x="7610757" y="4108845"/>
                  </a:lnTo>
                  <a:lnTo>
                    <a:pt x="7701827" y="4123586"/>
                  </a:lnTo>
                  <a:lnTo>
                    <a:pt x="7787628" y="4135735"/>
                  </a:lnTo>
                  <a:lnTo>
                    <a:pt x="7864056" y="4145288"/>
                  </a:lnTo>
                  <a:lnTo>
                    <a:pt x="7927484" y="4152338"/>
                  </a:lnTo>
                  <a:lnTo>
                    <a:pt x="7975525" y="4157117"/>
                  </a:lnTo>
                  <a:lnTo>
                    <a:pt x="8007619" y="4159989"/>
                  </a:lnTo>
                  <a:lnTo>
                    <a:pt x="8025277" y="4161416"/>
                  </a:lnTo>
                  <a:lnTo>
                    <a:pt x="8031965" y="4161907"/>
                  </a:lnTo>
                  <a:lnTo>
                    <a:pt x="8032819" y="4161965"/>
                  </a:lnTo>
                  <a:lnTo>
                    <a:pt x="8554953" y="4161965"/>
                  </a:lnTo>
                  <a:lnTo>
                    <a:pt x="8554953" y="4161965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346" name="pl346"/>
            <p:cNvSpPr/>
            <p:nvPr/>
          </p:nvSpPr>
          <p:spPr>
            <a:xfrm>
              <a:off x="386606" y="1874500"/>
              <a:ext cx="8554953" cy="4161965"/>
            </a:xfrm>
            <a:custGeom>
              <a:avLst/>
              <a:pathLst>
                <a:path w="8554953" h="4161965">
                  <a:moveTo>
                    <a:pt x="8554953" y="4161965"/>
                  </a:moveTo>
                  <a:lnTo>
                    <a:pt x="8032819" y="4161965"/>
                  </a:lnTo>
                  <a:lnTo>
                    <a:pt x="8031667" y="4161886"/>
                  </a:lnTo>
                  <a:lnTo>
                    <a:pt x="8024121" y="4161328"/>
                  </a:lnTo>
                  <a:lnTo>
                    <a:pt x="8005192" y="4159783"/>
                  </a:lnTo>
                  <a:lnTo>
                    <a:pt x="7971593" y="4156746"/>
                  </a:lnTo>
                  <a:lnTo>
                    <a:pt x="7922011" y="4151762"/>
                  </a:lnTo>
                  <a:lnTo>
                    <a:pt x="7857200" y="4144478"/>
                  </a:lnTo>
                  <a:lnTo>
                    <a:pt x="7779696" y="4134677"/>
                  </a:lnTo>
                  <a:lnTo>
                    <a:pt x="7693207" y="4122276"/>
                  </a:lnTo>
                  <a:lnTo>
                    <a:pt x="7601843" y="4107288"/>
                  </a:lnTo>
                  <a:lnTo>
                    <a:pt x="7509425" y="4089772"/>
                  </a:lnTo>
                  <a:lnTo>
                    <a:pt x="7419035" y="4069774"/>
                  </a:lnTo>
                  <a:lnTo>
                    <a:pt x="7332827" y="4047282"/>
                  </a:lnTo>
                  <a:lnTo>
                    <a:pt x="7252058" y="4022197"/>
                  </a:lnTo>
                  <a:lnTo>
                    <a:pt x="7177228" y="3994322"/>
                  </a:lnTo>
                  <a:lnTo>
                    <a:pt x="7108278" y="3963352"/>
                  </a:lnTo>
                  <a:lnTo>
                    <a:pt x="7044760" y="3928884"/>
                  </a:lnTo>
                  <a:lnTo>
                    <a:pt x="6985990" y="3890433"/>
                  </a:lnTo>
                  <a:lnTo>
                    <a:pt x="6931158" y="3847451"/>
                  </a:lnTo>
                  <a:lnTo>
                    <a:pt x="6879409" y="3799387"/>
                  </a:lnTo>
                  <a:lnTo>
                    <a:pt x="6829917" y="3745763"/>
                  </a:lnTo>
                  <a:lnTo>
                    <a:pt x="6786527" y="3692308"/>
                  </a:lnTo>
                  <a:lnTo>
                    <a:pt x="6749219" y="3641623"/>
                  </a:lnTo>
                  <a:lnTo>
                    <a:pt x="6712260" y="3587227"/>
                  </a:lnTo>
                  <a:lnTo>
                    <a:pt x="6675427" y="3529045"/>
                  </a:lnTo>
                  <a:lnTo>
                    <a:pt x="6638547" y="3467063"/>
                  </a:lnTo>
                  <a:lnTo>
                    <a:pt x="6601487" y="3401330"/>
                  </a:lnTo>
                  <a:lnTo>
                    <a:pt x="6564156" y="3331973"/>
                  </a:lnTo>
                  <a:lnTo>
                    <a:pt x="6526495" y="3259191"/>
                  </a:lnTo>
                  <a:lnTo>
                    <a:pt x="6488481" y="3183263"/>
                  </a:lnTo>
                  <a:lnTo>
                    <a:pt x="6450118" y="3104548"/>
                  </a:lnTo>
                  <a:lnTo>
                    <a:pt x="6411437" y="3023472"/>
                  </a:lnTo>
                  <a:lnTo>
                    <a:pt x="6372492" y="2940529"/>
                  </a:lnTo>
                  <a:lnTo>
                    <a:pt x="6333353" y="2856265"/>
                  </a:lnTo>
                  <a:lnTo>
                    <a:pt x="6294105" y="2771264"/>
                  </a:lnTo>
                  <a:lnTo>
                    <a:pt x="6254836" y="2686132"/>
                  </a:lnTo>
                  <a:lnTo>
                    <a:pt x="6215639" y="2601478"/>
                  </a:lnTo>
                  <a:lnTo>
                    <a:pt x="6176602" y="2517899"/>
                  </a:lnTo>
                  <a:lnTo>
                    <a:pt x="6137800" y="2435959"/>
                  </a:lnTo>
                  <a:lnTo>
                    <a:pt x="6099296" y="2356174"/>
                  </a:lnTo>
                  <a:lnTo>
                    <a:pt x="6061130" y="2279003"/>
                  </a:lnTo>
                  <a:lnTo>
                    <a:pt x="6023318" y="2204833"/>
                  </a:lnTo>
                  <a:lnTo>
                    <a:pt x="5985851" y="2133977"/>
                  </a:lnTo>
                  <a:lnTo>
                    <a:pt x="5948684" y="2066670"/>
                  </a:lnTo>
                  <a:lnTo>
                    <a:pt x="5911740" y="2003069"/>
                  </a:lnTo>
                  <a:lnTo>
                    <a:pt x="5874906" y="1943255"/>
                  </a:lnTo>
                  <a:lnTo>
                    <a:pt x="5838025" y="1887241"/>
                  </a:lnTo>
                  <a:lnTo>
                    <a:pt x="5800897" y="1834977"/>
                  </a:lnTo>
                  <a:lnTo>
                    <a:pt x="5784835" y="1813683"/>
                  </a:lnTo>
                  <a:lnTo>
                    <a:pt x="5736748" y="1754804"/>
                  </a:lnTo>
                  <a:lnTo>
                    <a:pt x="5687072" y="1701732"/>
                  </a:lnTo>
                  <a:lnTo>
                    <a:pt x="5635063" y="1654181"/>
                  </a:lnTo>
                  <a:lnTo>
                    <a:pt x="5579888" y="1611661"/>
                  </a:lnTo>
                  <a:lnTo>
                    <a:pt x="5520695" y="1573617"/>
                  </a:lnTo>
                  <a:lnTo>
                    <a:pt x="5456680" y="1539507"/>
                  </a:lnTo>
                  <a:lnTo>
                    <a:pt x="5387177" y="1508851"/>
                  </a:lnTo>
                  <a:lnTo>
                    <a:pt x="5311770" y="1481256"/>
                  </a:lnTo>
                  <a:lnTo>
                    <a:pt x="5230443" y="1456429"/>
                  </a:lnTo>
                  <a:lnTo>
                    <a:pt x="5143764" y="1434180"/>
                  </a:lnTo>
                  <a:lnTo>
                    <a:pt x="5053069" y="1414420"/>
                  </a:lnTo>
                  <a:lnTo>
                    <a:pt x="4960605" y="1397146"/>
                  </a:lnTo>
                  <a:lnTo>
                    <a:pt x="4869535" y="1382405"/>
                  </a:lnTo>
                  <a:lnTo>
                    <a:pt x="4783734" y="1370255"/>
                  </a:lnTo>
                  <a:lnTo>
                    <a:pt x="4707306" y="1360703"/>
                  </a:lnTo>
                  <a:lnTo>
                    <a:pt x="4643877" y="1353653"/>
                  </a:lnTo>
                  <a:lnTo>
                    <a:pt x="4595837" y="1348874"/>
                  </a:lnTo>
                  <a:lnTo>
                    <a:pt x="4563743" y="1346002"/>
                  </a:lnTo>
                  <a:lnTo>
                    <a:pt x="4546084" y="1344575"/>
                  </a:lnTo>
                  <a:lnTo>
                    <a:pt x="4539397" y="1344084"/>
                  </a:lnTo>
                  <a:lnTo>
                    <a:pt x="4538543" y="1344026"/>
                  </a:lnTo>
                  <a:lnTo>
                    <a:pt x="4016409" y="1344026"/>
                  </a:lnTo>
                  <a:lnTo>
                    <a:pt x="4015169" y="1343986"/>
                  </a:lnTo>
                  <a:lnTo>
                    <a:pt x="4007055" y="1343698"/>
                  </a:lnTo>
                  <a:lnTo>
                    <a:pt x="3986754" y="1342903"/>
                  </a:lnTo>
                  <a:lnTo>
                    <a:pt x="3950849" y="1341340"/>
                  </a:lnTo>
                  <a:lnTo>
                    <a:pt x="3898127" y="1338780"/>
                  </a:lnTo>
                  <a:lnTo>
                    <a:pt x="3829641" y="1335048"/>
                  </a:lnTo>
                  <a:lnTo>
                    <a:pt x="3748347" y="1330044"/>
                  </a:lnTo>
                  <a:lnTo>
                    <a:pt x="3658371" y="1323734"/>
                  </a:lnTo>
                  <a:lnTo>
                    <a:pt x="3564132" y="1316131"/>
                  </a:lnTo>
                  <a:lnTo>
                    <a:pt x="3469606" y="1307267"/>
                  </a:lnTo>
                  <a:lnTo>
                    <a:pt x="3377884" y="1297160"/>
                  </a:lnTo>
                  <a:lnTo>
                    <a:pt x="3291019" y="1285792"/>
                  </a:lnTo>
                  <a:lnTo>
                    <a:pt x="3210107" y="1273098"/>
                  </a:lnTo>
                  <a:lnTo>
                    <a:pt x="3135476" y="1258959"/>
                  </a:lnTo>
                  <a:lnTo>
                    <a:pt x="3066896" y="1243201"/>
                  </a:lnTo>
                  <a:lnTo>
                    <a:pt x="3003776" y="1225598"/>
                  </a:lnTo>
                  <a:lnTo>
                    <a:pt x="2945311" y="1205888"/>
                  </a:lnTo>
                  <a:lnTo>
                    <a:pt x="2890598" y="1183783"/>
                  </a:lnTo>
                  <a:lnTo>
                    <a:pt x="2838721" y="1159010"/>
                  </a:lnTo>
                  <a:lnTo>
                    <a:pt x="2788826" y="1131366"/>
                  </a:lnTo>
                  <a:lnTo>
                    <a:pt x="2770117" y="1120022"/>
                  </a:lnTo>
                  <a:lnTo>
                    <a:pt x="2723227" y="1089309"/>
                  </a:lnTo>
                  <a:lnTo>
                    <a:pt x="2676795" y="1055776"/>
                  </a:lnTo>
                  <a:lnTo>
                    <a:pt x="2630415" y="1019373"/>
                  </a:lnTo>
                  <a:lnTo>
                    <a:pt x="2583795" y="980127"/>
                  </a:lnTo>
                  <a:lnTo>
                    <a:pt x="2536744" y="938148"/>
                  </a:lnTo>
                  <a:lnTo>
                    <a:pt x="2489156" y="893641"/>
                  </a:lnTo>
                  <a:lnTo>
                    <a:pt x="2441010" y="846901"/>
                  </a:lnTo>
                  <a:lnTo>
                    <a:pt x="2392350" y="798316"/>
                  </a:lnTo>
                  <a:lnTo>
                    <a:pt x="2343279" y="748349"/>
                  </a:lnTo>
                  <a:lnTo>
                    <a:pt x="2293944" y="697527"/>
                  </a:lnTo>
                  <a:lnTo>
                    <a:pt x="2244518" y="646416"/>
                  </a:lnTo>
                  <a:lnTo>
                    <a:pt x="2195184" y="595595"/>
                  </a:lnTo>
                  <a:lnTo>
                    <a:pt x="2146114" y="545630"/>
                  </a:lnTo>
                  <a:lnTo>
                    <a:pt x="2097455" y="497048"/>
                  </a:lnTo>
                  <a:lnTo>
                    <a:pt x="2049309" y="450312"/>
                  </a:lnTo>
                  <a:lnTo>
                    <a:pt x="2001723" y="405808"/>
                  </a:lnTo>
                  <a:lnTo>
                    <a:pt x="1954672" y="363834"/>
                  </a:lnTo>
                  <a:lnTo>
                    <a:pt x="1908053" y="324592"/>
                  </a:lnTo>
                  <a:lnTo>
                    <a:pt x="1861673" y="288193"/>
                  </a:lnTo>
                  <a:lnTo>
                    <a:pt x="1815240" y="254665"/>
                  </a:lnTo>
                  <a:lnTo>
                    <a:pt x="1768425" y="224004"/>
                  </a:lnTo>
                  <a:lnTo>
                    <a:pt x="1719091" y="195240"/>
                  </a:lnTo>
                  <a:lnTo>
                    <a:pt x="1668066" y="169387"/>
                  </a:lnTo>
                  <a:lnTo>
                    <a:pt x="1614544" y="146292"/>
                  </a:lnTo>
                  <a:lnTo>
                    <a:pt x="1557623" y="125700"/>
                  </a:lnTo>
                  <a:lnTo>
                    <a:pt x="1496385" y="107324"/>
                  </a:lnTo>
                  <a:lnTo>
                    <a:pt x="1429977" y="90890"/>
                  </a:lnTo>
                  <a:lnTo>
                    <a:pt x="1357710" y="76155"/>
                  </a:lnTo>
                  <a:lnTo>
                    <a:pt x="1279196" y="62926"/>
                  </a:lnTo>
                  <a:lnTo>
                    <a:pt x="1194524" y="51062"/>
                  </a:lnTo>
                  <a:lnTo>
                    <a:pt x="1104472" y="40477"/>
                  </a:lnTo>
                  <a:lnTo>
                    <a:pt x="1010710" y="31136"/>
                  </a:lnTo>
                  <a:lnTo>
                    <a:pt x="915933" y="23048"/>
                  </a:lnTo>
                  <a:lnTo>
                    <a:pt x="823816" y="16240"/>
                  </a:lnTo>
                  <a:lnTo>
                    <a:pt x="738680" y="10737"/>
                  </a:lnTo>
                  <a:lnTo>
                    <a:pt x="664866" y="6527"/>
                  </a:lnTo>
                  <a:lnTo>
                    <a:pt x="605875" y="3536"/>
                  </a:lnTo>
                  <a:lnTo>
                    <a:pt x="563557" y="1617"/>
                  </a:lnTo>
                  <a:lnTo>
                    <a:pt x="537579" y="557"/>
                  </a:lnTo>
                  <a:lnTo>
                    <a:pt x="525337" y="107"/>
                  </a:lnTo>
                  <a:lnTo>
                    <a:pt x="522205" y="2"/>
                  </a:lnTo>
                  <a:lnTo>
                    <a:pt x="522133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347" name="pg347"/>
            <p:cNvSpPr/>
            <p:nvPr/>
          </p:nvSpPr>
          <p:spPr>
            <a:xfrm>
              <a:off x="386606" y="728124"/>
              <a:ext cx="8554953" cy="434832"/>
            </a:xfrm>
            <a:custGeom>
              <a:avLst/>
              <a:pathLst>
                <a:path w="8554953" h="434832">
                  <a:moveTo>
                    <a:pt x="0" y="5647"/>
                  </a:moveTo>
                  <a:lnTo>
                    <a:pt x="522133" y="5647"/>
                  </a:lnTo>
                  <a:lnTo>
                    <a:pt x="523400" y="5660"/>
                  </a:lnTo>
                  <a:lnTo>
                    <a:pt x="531681" y="5754"/>
                  </a:lnTo>
                  <a:lnTo>
                    <a:pt x="552387" y="6013"/>
                  </a:lnTo>
                  <a:lnTo>
                    <a:pt x="588968" y="6523"/>
                  </a:lnTo>
                  <a:lnTo>
                    <a:pt x="642605" y="7358"/>
                  </a:lnTo>
                  <a:lnTo>
                    <a:pt x="712154" y="8574"/>
                  </a:lnTo>
                  <a:lnTo>
                    <a:pt x="794530" y="10203"/>
                  </a:lnTo>
                  <a:lnTo>
                    <a:pt x="885489" y="12254"/>
                  </a:lnTo>
                  <a:lnTo>
                    <a:pt x="980525" y="14724"/>
                  </a:lnTo>
                  <a:lnTo>
                    <a:pt x="1075619" y="17603"/>
                  </a:lnTo>
                  <a:lnTo>
                    <a:pt x="1167688" y="20883"/>
                  </a:lnTo>
                  <a:lnTo>
                    <a:pt x="1254710" y="24573"/>
                  </a:lnTo>
                  <a:lnTo>
                    <a:pt x="1335638" y="28696"/>
                  </a:lnTo>
                  <a:lnTo>
                    <a:pt x="1410198" y="33290"/>
                  </a:lnTo>
                  <a:lnTo>
                    <a:pt x="1478666" y="38416"/>
                  </a:lnTo>
                  <a:lnTo>
                    <a:pt x="1541676" y="44148"/>
                  </a:lnTo>
                  <a:lnTo>
                    <a:pt x="1600065" y="50574"/>
                  </a:lnTo>
                  <a:lnTo>
                    <a:pt x="1654762" y="57786"/>
                  </a:lnTo>
                  <a:lnTo>
                    <a:pt x="1706700" y="65872"/>
                  </a:lnTo>
                  <a:lnTo>
                    <a:pt x="1756735" y="74894"/>
                  </a:lnTo>
                  <a:lnTo>
                    <a:pt x="1768425" y="77178"/>
                  </a:lnTo>
                  <a:lnTo>
                    <a:pt x="1821638" y="88386"/>
                  </a:lnTo>
                  <a:lnTo>
                    <a:pt x="1874337" y="100760"/>
                  </a:lnTo>
                  <a:lnTo>
                    <a:pt x="1927081" y="114316"/>
                  </a:lnTo>
                  <a:lnTo>
                    <a:pt x="1980248" y="129028"/>
                  </a:lnTo>
                  <a:lnTo>
                    <a:pt x="2034055" y="144824"/>
                  </a:lnTo>
                  <a:lnTo>
                    <a:pt x="2088581" y="161582"/>
                  </a:lnTo>
                  <a:lnTo>
                    <a:pt x="2143786" y="179132"/>
                  </a:lnTo>
                  <a:lnTo>
                    <a:pt x="2199526" y="197260"/>
                  </a:lnTo>
                  <a:lnTo>
                    <a:pt x="2255589" y="215720"/>
                  </a:lnTo>
                  <a:lnTo>
                    <a:pt x="2311717" y="234247"/>
                  </a:lnTo>
                  <a:lnTo>
                    <a:pt x="2367645" y="252569"/>
                  </a:lnTo>
                  <a:lnTo>
                    <a:pt x="2423133" y="270430"/>
                  </a:lnTo>
                  <a:lnTo>
                    <a:pt x="2478002" y="287598"/>
                  </a:lnTo>
                  <a:lnTo>
                    <a:pt x="2532158" y="303881"/>
                  </a:lnTo>
                  <a:lnTo>
                    <a:pt x="2585618" y="319133"/>
                  </a:lnTo>
                  <a:lnTo>
                    <a:pt x="2638532" y="333259"/>
                  </a:lnTo>
                  <a:lnTo>
                    <a:pt x="2691195" y="346209"/>
                  </a:lnTo>
                  <a:lnTo>
                    <a:pt x="2744074" y="357981"/>
                  </a:lnTo>
                  <a:lnTo>
                    <a:pt x="2770117" y="363301"/>
                  </a:lnTo>
                  <a:lnTo>
                    <a:pt x="2819810" y="372548"/>
                  </a:lnTo>
                  <a:lnTo>
                    <a:pt x="2871222" y="380853"/>
                  </a:lnTo>
                  <a:lnTo>
                    <a:pt x="2925181" y="388266"/>
                  </a:lnTo>
                  <a:lnTo>
                    <a:pt x="2982607" y="394869"/>
                  </a:lnTo>
                  <a:lnTo>
                    <a:pt x="3044438" y="400758"/>
                  </a:lnTo>
                  <a:lnTo>
                    <a:pt x="3111542" y="406020"/>
                  </a:lnTo>
                  <a:lnTo>
                    <a:pt x="3184613" y="410736"/>
                  </a:lnTo>
                  <a:lnTo>
                    <a:pt x="3264028" y="414966"/>
                  </a:lnTo>
                  <a:lnTo>
                    <a:pt x="3349665" y="418756"/>
                  </a:lnTo>
                  <a:lnTo>
                    <a:pt x="3440679" y="422133"/>
                  </a:lnTo>
                  <a:lnTo>
                    <a:pt x="3535294" y="425107"/>
                  </a:lnTo>
                  <a:lnTo>
                    <a:pt x="3630677" y="427674"/>
                  </a:lnTo>
                  <a:lnTo>
                    <a:pt x="3723005" y="429827"/>
                  </a:lnTo>
                  <a:lnTo>
                    <a:pt x="3807830" y="431556"/>
                  </a:lnTo>
                  <a:lnTo>
                    <a:pt x="3880764" y="432868"/>
                  </a:lnTo>
                  <a:lnTo>
                    <a:pt x="3938368" y="433789"/>
                  </a:lnTo>
                  <a:lnTo>
                    <a:pt x="3978984" y="434370"/>
                  </a:lnTo>
                  <a:lnTo>
                    <a:pt x="4003230" y="434681"/>
                  </a:lnTo>
                  <a:lnTo>
                    <a:pt x="4014041" y="434807"/>
                  </a:lnTo>
                  <a:lnTo>
                    <a:pt x="4016409" y="434832"/>
                  </a:lnTo>
                  <a:lnTo>
                    <a:pt x="4538543" y="434832"/>
                  </a:lnTo>
                  <a:lnTo>
                    <a:pt x="4539812" y="434827"/>
                  </a:lnTo>
                  <a:lnTo>
                    <a:pt x="4548111" y="434794"/>
                  </a:lnTo>
                  <a:lnTo>
                    <a:pt x="4568857" y="434701"/>
                  </a:lnTo>
                  <a:lnTo>
                    <a:pt x="4605507" y="434520"/>
                  </a:lnTo>
                  <a:lnTo>
                    <a:pt x="4659238" y="434222"/>
                  </a:lnTo>
                  <a:lnTo>
                    <a:pt x="4728894" y="433790"/>
                  </a:lnTo>
                  <a:lnTo>
                    <a:pt x="4811379" y="433210"/>
                  </a:lnTo>
                  <a:lnTo>
                    <a:pt x="4902438" y="432480"/>
                  </a:lnTo>
                  <a:lnTo>
                    <a:pt x="4997553" y="431601"/>
                  </a:lnTo>
                  <a:lnTo>
                    <a:pt x="5092704" y="430576"/>
                  </a:lnTo>
                  <a:lnTo>
                    <a:pt x="5184807" y="429409"/>
                  </a:lnTo>
                  <a:lnTo>
                    <a:pt x="5271845" y="428096"/>
                  </a:lnTo>
                  <a:lnTo>
                    <a:pt x="5352774" y="426629"/>
                  </a:lnTo>
                  <a:lnTo>
                    <a:pt x="5427326" y="424994"/>
                  </a:lnTo>
                  <a:lnTo>
                    <a:pt x="5495783" y="423169"/>
                  </a:lnTo>
                  <a:lnTo>
                    <a:pt x="5558781" y="421129"/>
                  </a:lnTo>
                  <a:lnTo>
                    <a:pt x="5617164" y="418841"/>
                  </a:lnTo>
                  <a:lnTo>
                    <a:pt x="5671860" y="416273"/>
                  </a:lnTo>
                  <a:lnTo>
                    <a:pt x="5723804" y="413394"/>
                  </a:lnTo>
                  <a:lnTo>
                    <a:pt x="5773853" y="410182"/>
                  </a:lnTo>
                  <a:lnTo>
                    <a:pt x="5784835" y="409419"/>
                  </a:lnTo>
                  <a:lnTo>
                    <a:pt x="5838957" y="405365"/>
                  </a:lnTo>
                  <a:lnTo>
                    <a:pt x="5892557" y="400883"/>
                  </a:lnTo>
                  <a:lnTo>
                    <a:pt x="5946220" y="395966"/>
                  </a:lnTo>
                  <a:lnTo>
                    <a:pt x="6000336" y="390625"/>
                  </a:lnTo>
                  <a:lnTo>
                    <a:pt x="6055123" y="384888"/>
                  </a:lnTo>
                  <a:lnTo>
                    <a:pt x="6110656" y="378802"/>
                  </a:lnTo>
                  <a:lnTo>
                    <a:pt x="6166879" y="372433"/>
                  </a:lnTo>
                  <a:lnTo>
                    <a:pt x="6223634" y="365861"/>
                  </a:lnTo>
                  <a:lnTo>
                    <a:pt x="6280686" y="359181"/>
                  </a:lnTo>
                  <a:lnTo>
                    <a:pt x="6337764" y="352492"/>
                  </a:lnTo>
                  <a:lnTo>
                    <a:pt x="6394589" y="345894"/>
                  </a:lnTo>
                  <a:lnTo>
                    <a:pt x="6450919" y="339483"/>
                  </a:lnTo>
                  <a:lnTo>
                    <a:pt x="6506579" y="333343"/>
                  </a:lnTo>
                  <a:lnTo>
                    <a:pt x="6561496" y="327541"/>
                  </a:lnTo>
                  <a:lnTo>
                    <a:pt x="6615717" y="322128"/>
                  </a:lnTo>
                  <a:lnTo>
                    <a:pt x="6669437" y="317136"/>
                  </a:lnTo>
                  <a:lnTo>
                    <a:pt x="6723012" y="312577"/>
                  </a:lnTo>
                  <a:lnTo>
                    <a:pt x="6776991" y="308449"/>
                  </a:lnTo>
                  <a:lnTo>
                    <a:pt x="6786527" y="307770"/>
                  </a:lnTo>
                  <a:lnTo>
                    <a:pt x="6836256" y="304483"/>
                  </a:lnTo>
                  <a:lnTo>
                    <a:pt x="6887707" y="301531"/>
                  </a:lnTo>
                  <a:lnTo>
                    <a:pt x="6941710" y="298896"/>
                  </a:lnTo>
                  <a:lnTo>
                    <a:pt x="6999188" y="296549"/>
                  </a:lnTo>
                  <a:lnTo>
                    <a:pt x="7061079" y="294456"/>
                  </a:lnTo>
                  <a:lnTo>
                    <a:pt x="7128254" y="292586"/>
                  </a:lnTo>
                  <a:lnTo>
                    <a:pt x="7201406" y="290911"/>
                  </a:lnTo>
                  <a:lnTo>
                    <a:pt x="7280913" y="289408"/>
                  </a:lnTo>
                  <a:lnTo>
                    <a:pt x="7366647" y="288061"/>
                  </a:lnTo>
                  <a:lnTo>
                    <a:pt x="7457758" y="286861"/>
                  </a:lnTo>
                  <a:lnTo>
                    <a:pt x="7552459" y="285805"/>
                  </a:lnTo>
                  <a:lnTo>
                    <a:pt x="7647902" y="284894"/>
                  </a:lnTo>
                  <a:lnTo>
                    <a:pt x="7740249" y="284130"/>
                  </a:lnTo>
                  <a:lnTo>
                    <a:pt x="7825040" y="283516"/>
                  </a:lnTo>
                  <a:lnTo>
                    <a:pt x="7897881" y="283052"/>
                  </a:lnTo>
                  <a:lnTo>
                    <a:pt x="7955343" y="282726"/>
                  </a:lnTo>
                  <a:lnTo>
                    <a:pt x="7995786" y="282520"/>
                  </a:lnTo>
                  <a:lnTo>
                    <a:pt x="8019857" y="282411"/>
                  </a:lnTo>
                  <a:lnTo>
                    <a:pt x="8030527" y="282367"/>
                  </a:lnTo>
                  <a:lnTo>
                    <a:pt x="8032819" y="282358"/>
                  </a:lnTo>
                  <a:lnTo>
                    <a:pt x="8554953" y="282358"/>
                  </a:lnTo>
                  <a:lnTo>
                    <a:pt x="8554953" y="276711"/>
                  </a:lnTo>
                  <a:lnTo>
                    <a:pt x="8032819" y="276711"/>
                  </a:lnTo>
                  <a:lnTo>
                    <a:pt x="8031550" y="276716"/>
                  </a:lnTo>
                  <a:lnTo>
                    <a:pt x="8023251" y="276749"/>
                  </a:lnTo>
                  <a:lnTo>
                    <a:pt x="8002505" y="276841"/>
                  </a:lnTo>
                  <a:lnTo>
                    <a:pt x="7965855" y="277023"/>
                  </a:lnTo>
                  <a:lnTo>
                    <a:pt x="7912124" y="277320"/>
                  </a:lnTo>
                  <a:lnTo>
                    <a:pt x="7842468" y="277753"/>
                  </a:lnTo>
                  <a:lnTo>
                    <a:pt x="7759982" y="278333"/>
                  </a:lnTo>
                  <a:lnTo>
                    <a:pt x="7668924" y="279063"/>
                  </a:lnTo>
                  <a:lnTo>
                    <a:pt x="7573809" y="279942"/>
                  </a:lnTo>
                  <a:lnTo>
                    <a:pt x="7478658" y="280966"/>
                  </a:lnTo>
                  <a:lnTo>
                    <a:pt x="7386555" y="282134"/>
                  </a:lnTo>
                  <a:lnTo>
                    <a:pt x="7299517" y="283447"/>
                  </a:lnTo>
                  <a:lnTo>
                    <a:pt x="7218588" y="284914"/>
                  </a:lnTo>
                  <a:lnTo>
                    <a:pt x="7144036" y="286549"/>
                  </a:lnTo>
                  <a:lnTo>
                    <a:pt x="7075579" y="288374"/>
                  </a:lnTo>
                  <a:lnTo>
                    <a:pt x="7012580" y="290414"/>
                  </a:lnTo>
                  <a:lnTo>
                    <a:pt x="6954198" y="292701"/>
                  </a:lnTo>
                  <a:lnTo>
                    <a:pt x="6899502" y="295269"/>
                  </a:lnTo>
                  <a:lnTo>
                    <a:pt x="6847558" y="298148"/>
                  </a:lnTo>
                  <a:lnTo>
                    <a:pt x="6797509" y="301361"/>
                  </a:lnTo>
                  <a:lnTo>
                    <a:pt x="6786527" y="302123"/>
                  </a:lnTo>
                  <a:lnTo>
                    <a:pt x="6732405" y="306177"/>
                  </a:lnTo>
                  <a:lnTo>
                    <a:pt x="6678805" y="310660"/>
                  </a:lnTo>
                  <a:lnTo>
                    <a:pt x="6625141" y="315577"/>
                  </a:lnTo>
                  <a:lnTo>
                    <a:pt x="6571026" y="320918"/>
                  </a:lnTo>
                  <a:lnTo>
                    <a:pt x="6516239" y="326655"/>
                  </a:lnTo>
                  <a:lnTo>
                    <a:pt x="6460706" y="332740"/>
                  </a:lnTo>
                  <a:lnTo>
                    <a:pt x="6404483" y="339110"/>
                  </a:lnTo>
                  <a:lnTo>
                    <a:pt x="6347728" y="345681"/>
                  </a:lnTo>
                  <a:lnTo>
                    <a:pt x="6290676" y="352362"/>
                  </a:lnTo>
                  <a:lnTo>
                    <a:pt x="6233598" y="359051"/>
                  </a:lnTo>
                  <a:lnTo>
                    <a:pt x="6176773" y="365649"/>
                  </a:lnTo>
                  <a:lnTo>
                    <a:pt x="6120443" y="372060"/>
                  </a:lnTo>
                  <a:lnTo>
                    <a:pt x="6064782" y="378200"/>
                  </a:lnTo>
                  <a:lnTo>
                    <a:pt x="6009866" y="384002"/>
                  </a:lnTo>
                  <a:lnTo>
                    <a:pt x="5955644" y="389415"/>
                  </a:lnTo>
                  <a:lnTo>
                    <a:pt x="5901925" y="394407"/>
                  </a:lnTo>
                  <a:lnTo>
                    <a:pt x="5848350" y="398966"/>
                  </a:lnTo>
                  <a:lnTo>
                    <a:pt x="5794371" y="403093"/>
                  </a:lnTo>
                  <a:lnTo>
                    <a:pt x="5784835" y="403772"/>
                  </a:lnTo>
                  <a:lnTo>
                    <a:pt x="5735106" y="407060"/>
                  </a:lnTo>
                  <a:lnTo>
                    <a:pt x="5683655" y="410012"/>
                  </a:lnTo>
                  <a:lnTo>
                    <a:pt x="5629652" y="412647"/>
                  </a:lnTo>
                  <a:lnTo>
                    <a:pt x="5572174" y="414994"/>
                  </a:lnTo>
                  <a:lnTo>
                    <a:pt x="5510283" y="417086"/>
                  </a:lnTo>
                  <a:lnTo>
                    <a:pt x="5443108" y="418957"/>
                  </a:lnTo>
                  <a:lnTo>
                    <a:pt x="5369956" y="420632"/>
                  </a:lnTo>
                  <a:lnTo>
                    <a:pt x="5290449" y="422135"/>
                  </a:lnTo>
                  <a:lnTo>
                    <a:pt x="5204715" y="423482"/>
                  </a:lnTo>
                  <a:lnTo>
                    <a:pt x="5113604" y="424681"/>
                  </a:lnTo>
                  <a:lnTo>
                    <a:pt x="5018903" y="425737"/>
                  </a:lnTo>
                  <a:lnTo>
                    <a:pt x="4923460" y="426649"/>
                  </a:lnTo>
                  <a:lnTo>
                    <a:pt x="4831112" y="427413"/>
                  </a:lnTo>
                  <a:lnTo>
                    <a:pt x="4746322" y="428026"/>
                  </a:lnTo>
                  <a:lnTo>
                    <a:pt x="4673481" y="428491"/>
                  </a:lnTo>
                  <a:lnTo>
                    <a:pt x="4616019" y="428817"/>
                  </a:lnTo>
                  <a:lnTo>
                    <a:pt x="4575576" y="429022"/>
                  </a:lnTo>
                  <a:lnTo>
                    <a:pt x="4551505" y="429132"/>
                  </a:lnTo>
                  <a:lnTo>
                    <a:pt x="4540835" y="429176"/>
                  </a:lnTo>
                  <a:lnTo>
                    <a:pt x="4538543" y="429185"/>
                  </a:lnTo>
                  <a:lnTo>
                    <a:pt x="4016409" y="429185"/>
                  </a:lnTo>
                  <a:lnTo>
                    <a:pt x="4015142" y="429171"/>
                  </a:lnTo>
                  <a:lnTo>
                    <a:pt x="4006861" y="429077"/>
                  </a:lnTo>
                  <a:lnTo>
                    <a:pt x="3986156" y="428818"/>
                  </a:lnTo>
                  <a:lnTo>
                    <a:pt x="3949575" y="428308"/>
                  </a:lnTo>
                  <a:lnTo>
                    <a:pt x="3895937" y="427473"/>
                  </a:lnTo>
                  <a:lnTo>
                    <a:pt x="3826389" y="426258"/>
                  </a:lnTo>
                  <a:lnTo>
                    <a:pt x="3744012" y="424629"/>
                  </a:lnTo>
                  <a:lnTo>
                    <a:pt x="3653053" y="422577"/>
                  </a:lnTo>
                  <a:lnTo>
                    <a:pt x="3558018" y="420107"/>
                  </a:lnTo>
                  <a:lnTo>
                    <a:pt x="3462923" y="417229"/>
                  </a:lnTo>
                  <a:lnTo>
                    <a:pt x="3370854" y="413948"/>
                  </a:lnTo>
                  <a:lnTo>
                    <a:pt x="3283832" y="410258"/>
                  </a:lnTo>
                  <a:lnTo>
                    <a:pt x="3202904" y="406136"/>
                  </a:lnTo>
                  <a:lnTo>
                    <a:pt x="3128344" y="401541"/>
                  </a:lnTo>
                  <a:lnTo>
                    <a:pt x="3059876" y="396415"/>
                  </a:lnTo>
                  <a:lnTo>
                    <a:pt x="2996866" y="390683"/>
                  </a:lnTo>
                  <a:lnTo>
                    <a:pt x="2938477" y="384258"/>
                  </a:lnTo>
                  <a:lnTo>
                    <a:pt x="2883780" y="377045"/>
                  </a:lnTo>
                  <a:lnTo>
                    <a:pt x="2831842" y="368959"/>
                  </a:lnTo>
                  <a:lnTo>
                    <a:pt x="2781807" y="359937"/>
                  </a:lnTo>
                  <a:lnTo>
                    <a:pt x="2770117" y="357654"/>
                  </a:lnTo>
                  <a:lnTo>
                    <a:pt x="2716904" y="346445"/>
                  </a:lnTo>
                  <a:lnTo>
                    <a:pt x="2664205" y="334071"/>
                  </a:lnTo>
                  <a:lnTo>
                    <a:pt x="2611461" y="320515"/>
                  </a:lnTo>
                  <a:lnTo>
                    <a:pt x="2558295" y="305803"/>
                  </a:lnTo>
                  <a:lnTo>
                    <a:pt x="2504488" y="290007"/>
                  </a:lnTo>
                  <a:lnTo>
                    <a:pt x="2449961" y="273249"/>
                  </a:lnTo>
                  <a:lnTo>
                    <a:pt x="2394757" y="255700"/>
                  </a:lnTo>
                  <a:lnTo>
                    <a:pt x="2339016" y="237571"/>
                  </a:lnTo>
                  <a:lnTo>
                    <a:pt x="2282953" y="219111"/>
                  </a:lnTo>
                  <a:lnTo>
                    <a:pt x="2226825" y="200585"/>
                  </a:lnTo>
                  <a:lnTo>
                    <a:pt x="2170898" y="182262"/>
                  </a:lnTo>
                  <a:lnTo>
                    <a:pt x="2115409" y="164401"/>
                  </a:lnTo>
                  <a:lnTo>
                    <a:pt x="2060540" y="147234"/>
                  </a:lnTo>
                  <a:lnTo>
                    <a:pt x="2006384" y="130950"/>
                  </a:lnTo>
                  <a:lnTo>
                    <a:pt x="1952924" y="115698"/>
                  </a:lnTo>
                  <a:lnTo>
                    <a:pt x="1900011" y="101572"/>
                  </a:lnTo>
                  <a:lnTo>
                    <a:pt x="1847348" y="88622"/>
                  </a:lnTo>
                  <a:lnTo>
                    <a:pt x="1794468" y="76850"/>
                  </a:lnTo>
                  <a:lnTo>
                    <a:pt x="1768425" y="71530"/>
                  </a:lnTo>
                  <a:lnTo>
                    <a:pt x="1718733" y="62283"/>
                  </a:lnTo>
                  <a:lnTo>
                    <a:pt x="1667320" y="53978"/>
                  </a:lnTo>
                  <a:lnTo>
                    <a:pt x="1613362" y="46565"/>
                  </a:lnTo>
                  <a:lnTo>
                    <a:pt x="1555935" y="39962"/>
                  </a:lnTo>
                  <a:lnTo>
                    <a:pt x="1494104" y="34073"/>
                  </a:lnTo>
                  <a:lnTo>
                    <a:pt x="1427000" y="28811"/>
                  </a:lnTo>
                  <a:lnTo>
                    <a:pt x="1353929" y="24096"/>
                  </a:lnTo>
                  <a:lnTo>
                    <a:pt x="1274514" y="19865"/>
                  </a:lnTo>
                  <a:lnTo>
                    <a:pt x="1188877" y="16075"/>
                  </a:lnTo>
                  <a:lnTo>
                    <a:pt x="1097864" y="12698"/>
                  </a:lnTo>
                  <a:lnTo>
                    <a:pt x="1003248" y="9725"/>
                  </a:lnTo>
                  <a:lnTo>
                    <a:pt x="907865" y="7157"/>
                  </a:lnTo>
                  <a:lnTo>
                    <a:pt x="815537" y="5005"/>
                  </a:lnTo>
                  <a:lnTo>
                    <a:pt x="730712" y="3275"/>
                  </a:lnTo>
                  <a:lnTo>
                    <a:pt x="657779" y="1964"/>
                  </a:lnTo>
                  <a:lnTo>
                    <a:pt x="600174" y="1042"/>
                  </a:lnTo>
                  <a:lnTo>
                    <a:pt x="559558" y="462"/>
                  </a:lnTo>
                  <a:lnTo>
                    <a:pt x="535312" y="150"/>
                  </a:lnTo>
                  <a:lnTo>
                    <a:pt x="524501" y="25"/>
                  </a:lnTo>
                  <a:lnTo>
                    <a:pt x="5221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348" name="pl348"/>
            <p:cNvSpPr/>
            <p:nvPr/>
          </p:nvSpPr>
          <p:spPr>
            <a:xfrm>
              <a:off x="386606" y="733771"/>
              <a:ext cx="8554953" cy="429185"/>
            </a:xfrm>
            <a:custGeom>
              <a:avLst/>
              <a:pathLst>
                <a:path w="8554953" h="429185">
                  <a:moveTo>
                    <a:pt x="0" y="0"/>
                  </a:moveTo>
                  <a:lnTo>
                    <a:pt x="522133" y="0"/>
                  </a:lnTo>
                  <a:lnTo>
                    <a:pt x="523400" y="13"/>
                  </a:lnTo>
                  <a:lnTo>
                    <a:pt x="531681" y="107"/>
                  </a:lnTo>
                  <a:lnTo>
                    <a:pt x="552387" y="366"/>
                  </a:lnTo>
                  <a:lnTo>
                    <a:pt x="588968" y="876"/>
                  </a:lnTo>
                  <a:lnTo>
                    <a:pt x="642605" y="1711"/>
                  </a:lnTo>
                  <a:lnTo>
                    <a:pt x="712154" y="2926"/>
                  </a:lnTo>
                  <a:lnTo>
                    <a:pt x="794530" y="4555"/>
                  </a:lnTo>
                  <a:lnTo>
                    <a:pt x="885489" y="6607"/>
                  </a:lnTo>
                  <a:lnTo>
                    <a:pt x="980525" y="9077"/>
                  </a:lnTo>
                  <a:lnTo>
                    <a:pt x="1075619" y="11955"/>
                  </a:lnTo>
                  <a:lnTo>
                    <a:pt x="1167688" y="15236"/>
                  </a:lnTo>
                  <a:lnTo>
                    <a:pt x="1254710" y="18926"/>
                  </a:lnTo>
                  <a:lnTo>
                    <a:pt x="1335638" y="23048"/>
                  </a:lnTo>
                  <a:lnTo>
                    <a:pt x="1410198" y="27643"/>
                  </a:lnTo>
                  <a:lnTo>
                    <a:pt x="1478666" y="32769"/>
                  </a:lnTo>
                  <a:lnTo>
                    <a:pt x="1541676" y="38501"/>
                  </a:lnTo>
                  <a:lnTo>
                    <a:pt x="1600065" y="44926"/>
                  </a:lnTo>
                  <a:lnTo>
                    <a:pt x="1654762" y="52139"/>
                  </a:lnTo>
                  <a:lnTo>
                    <a:pt x="1706700" y="60225"/>
                  </a:lnTo>
                  <a:lnTo>
                    <a:pt x="1756735" y="69247"/>
                  </a:lnTo>
                  <a:lnTo>
                    <a:pt x="1768425" y="71530"/>
                  </a:lnTo>
                  <a:lnTo>
                    <a:pt x="1821638" y="82739"/>
                  </a:lnTo>
                  <a:lnTo>
                    <a:pt x="1874337" y="95113"/>
                  </a:lnTo>
                  <a:lnTo>
                    <a:pt x="1927081" y="108669"/>
                  </a:lnTo>
                  <a:lnTo>
                    <a:pt x="1980248" y="123381"/>
                  </a:lnTo>
                  <a:lnTo>
                    <a:pt x="2034055" y="139177"/>
                  </a:lnTo>
                  <a:lnTo>
                    <a:pt x="2088581" y="155935"/>
                  </a:lnTo>
                  <a:lnTo>
                    <a:pt x="2143786" y="173484"/>
                  </a:lnTo>
                  <a:lnTo>
                    <a:pt x="2199526" y="191613"/>
                  </a:lnTo>
                  <a:lnTo>
                    <a:pt x="2255589" y="210073"/>
                  </a:lnTo>
                  <a:lnTo>
                    <a:pt x="2311717" y="228599"/>
                  </a:lnTo>
                  <a:lnTo>
                    <a:pt x="2367645" y="246922"/>
                  </a:lnTo>
                  <a:lnTo>
                    <a:pt x="2423133" y="264783"/>
                  </a:lnTo>
                  <a:lnTo>
                    <a:pt x="2478002" y="281950"/>
                  </a:lnTo>
                  <a:lnTo>
                    <a:pt x="2532158" y="298234"/>
                  </a:lnTo>
                  <a:lnTo>
                    <a:pt x="2585618" y="313486"/>
                  </a:lnTo>
                  <a:lnTo>
                    <a:pt x="2638532" y="327612"/>
                  </a:lnTo>
                  <a:lnTo>
                    <a:pt x="2691195" y="340562"/>
                  </a:lnTo>
                  <a:lnTo>
                    <a:pt x="2744074" y="352334"/>
                  </a:lnTo>
                  <a:lnTo>
                    <a:pt x="2770117" y="357654"/>
                  </a:lnTo>
                  <a:lnTo>
                    <a:pt x="2819810" y="366901"/>
                  </a:lnTo>
                  <a:lnTo>
                    <a:pt x="2871222" y="375206"/>
                  </a:lnTo>
                  <a:lnTo>
                    <a:pt x="2925181" y="382619"/>
                  </a:lnTo>
                  <a:lnTo>
                    <a:pt x="2982607" y="389222"/>
                  </a:lnTo>
                  <a:lnTo>
                    <a:pt x="3044438" y="395111"/>
                  </a:lnTo>
                  <a:lnTo>
                    <a:pt x="3111542" y="400373"/>
                  </a:lnTo>
                  <a:lnTo>
                    <a:pt x="3184613" y="405088"/>
                  </a:lnTo>
                  <a:lnTo>
                    <a:pt x="3264028" y="409319"/>
                  </a:lnTo>
                  <a:lnTo>
                    <a:pt x="3349665" y="413109"/>
                  </a:lnTo>
                  <a:lnTo>
                    <a:pt x="3440679" y="416486"/>
                  </a:lnTo>
                  <a:lnTo>
                    <a:pt x="3535294" y="419459"/>
                  </a:lnTo>
                  <a:lnTo>
                    <a:pt x="3630677" y="422027"/>
                  </a:lnTo>
                  <a:lnTo>
                    <a:pt x="3723005" y="424179"/>
                  </a:lnTo>
                  <a:lnTo>
                    <a:pt x="3807830" y="425909"/>
                  </a:lnTo>
                  <a:lnTo>
                    <a:pt x="3880764" y="427220"/>
                  </a:lnTo>
                  <a:lnTo>
                    <a:pt x="3938368" y="428142"/>
                  </a:lnTo>
                  <a:lnTo>
                    <a:pt x="3978984" y="428722"/>
                  </a:lnTo>
                  <a:lnTo>
                    <a:pt x="4003230" y="429034"/>
                  </a:lnTo>
                  <a:lnTo>
                    <a:pt x="4014041" y="429159"/>
                  </a:lnTo>
                  <a:lnTo>
                    <a:pt x="4016392" y="429184"/>
                  </a:lnTo>
                  <a:lnTo>
                    <a:pt x="4016409" y="429185"/>
                  </a:lnTo>
                  <a:lnTo>
                    <a:pt x="4538543" y="429185"/>
                  </a:lnTo>
                  <a:lnTo>
                    <a:pt x="4539812" y="429180"/>
                  </a:lnTo>
                  <a:lnTo>
                    <a:pt x="4548111" y="429146"/>
                  </a:lnTo>
                  <a:lnTo>
                    <a:pt x="4568857" y="429054"/>
                  </a:lnTo>
                  <a:lnTo>
                    <a:pt x="4605507" y="428872"/>
                  </a:lnTo>
                  <a:lnTo>
                    <a:pt x="4659238" y="428575"/>
                  </a:lnTo>
                  <a:lnTo>
                    <a:pt x="4728894" y="428142"/>
                  </a:lnTo>
                  <a:lnTo>
                    <a:pt x="4811379" y="427563"/>
                  </a:lnTo>
                  <a:lnTo>
                    <a:pt x="4902438" y="426832"/>
                  </a:lnTo>
                  <a:lnTo>
                    <a:pt x="4997553" y="425953"/>
                  </a:lnTo>
                  <a:lnTo>
                    <a:pt x="5092704" y="424929"/>
                  </a:lnTo>
                  <a:lnTo>
                    <a:pt x="5184807" y="423762"/>
                  </a:lnTo>
                  <a:lnTo>
                    <a:pt x="5271845" y="422449"/>
                  </a:lnTo>
                  <a:lnTo>
                    <a:pt x="5352774" y="420982"/>
                  </a:lnTo>
                  <a:lnTo>
                    <a:pt x="5427326" y="419346"/>
                  </a:lnTo>
                  <a:lnTo>
                    <a:pt x="5495783" y="417522"/>
                  </a:lnTo>
                  <a:lnTo>
                    <a:pt x="5558781" y="415481"/>
                  </a:lnTo>
                  <a:lnTo>
                    <a:pt x="5617164" y="413194"/>
                  </a:lnTo>
                  <a:lnTo>
                    <a:pt x="5671860" y="410626"/>
                  </a:lnTo>
                  <a:lnTo>
                    <a:pt x="5723804" y="407747"/>
                  </a:lnTo>
                  <a:lnTo>
                    <a:pt x="5773853" y="404535"/>
                  </a:lnTo>
                  <a:lnTo>
                    <a:pt x="5784835" y="403772"/>
                  </a:lnTo>
                  <a:lnTo>
                    <a:pt x="5838957" y="399718"/>
                  </a:lnTo>
                  <a:lnTo>
                    <a:pt x="5892557" y="395236"/>
                  </a:lnTo>
                  <a:lnTo>
                    <a:pt x="5946220" y="390319"/>
                  </a:lnTo>
                  <a:lnTo>
                    <a:pt x="6000336" y="384978"/>
                  </a:lnTo>
                  <a:lnTo>
                    <a:pt x="6055123" y="379241"/>
                  </a:lnTo>
                  <a:lnTo>
                    <a:pt x="6110656" y="373155"/>
                  </a:lnTo>
                  <a:lnTo>
                    <a:pt x="6166879" y="366786"/>
                  </a:lnTo>
                  <a:lnTo>
                    <a:pt x="6223634" y="360214"/>
                  </a:lnTo>
                  <a:lnTo>
                    <a:pt x="6280686" y="353534"/>
                  </a:lnTo>
                  <a:lnTo>
                    <a:pt x="6337764" y="346844"/>
                  </a:lnTo>
                  <a:lnTo>
                    <a:pt x="6394589" y="340247"/>
                  </a:lnTo>
                  <a:lnTo>
                    <a:pt x="6450919" y="333836"/>
                  </a:lnTo>
                  <a:lnTo>
                    <a:pt x="6506579" y="327695"/>
                  </a:lnTo>
                  <a:lnTo>
                    <a:pt x="6561496" y="321894"/>
                  </a:lnTo>
                  <a:lnTo>
                    <a:pt x="6615717" y="316481"/>
                  </a:lnTo>
                  <a:lnTo>
                    <a:pt x="6669437" y="311488"/>
                  </a:lnTo>
                  <a:lnTo>
                    <a:pt x="6723012" y="306930"/>
                  </a:lnTo>
                  <a:lnTo>
                    <a:pt x="6776991" y="302802"/>
                  </a:lnTo>
                  <a:lnTo>
                    <a:pt x="6786527" y="302123"/>
                  </a:lnTo>
                  <a:lnTo>
                    <a:pt x="6836256" y="298836"/>
                  </a:lnTo>
                  <a:lnTo>
                    <a:pt x="6887707" y="295883"/>
                  </a:lnTo>
                  <a:lnTo>
                    <a:pt x="6941710" y="293249"/>
                  </a:lnTo>
                  <a:lnTo>
                    <a:pt x="6999188" y="290902"/>
                  </a:lnTo>
                  <a:lnTo>
                    <a:pt x="7061079" y="288809"/>
                  </a:lnTo>
                  <a:lnTo>
                    <a:pt x="7128254" y="286939"/>
                  </a:lnTo>
                  <a:lnTo>
                    <a:pt x="7201406" y="285263"/>
                  </a:lnTo>
                  <a:lnTo>
                    <a:pt x="7280913" y="283760"/>
                  </a:lnTo>
                  <a:lnTo>
                    <a:pt x="7366647" y="282414"/>
                  </a:lnTo>
                  <a:lnTo>
                    <a:pt x="7457758" y="281214"/>
                  </a:lnTo>
                  <a:lnTo>
                    <a:pt x="7552459" y="280158"/>
                  </a:lnTo>
                  <a:lnTo>
                    <a:pt x="7647902" y="279246"/>
                  </a:lnTo>
                  <a:lnTo>
                    <a:pt x="7740249" y="278483"/>
                  </a:lnTo>
                  <a:lnTo>
                    <a:pt x="7825040" y="277869"/>
                  </a:lnTo>
                  <a:lnTo>
                    <a:pt x="7897881" y="277404"/>
                  </a:lnTo>
                  <a:lnTo>
                    <a:pt x="7955343" y="277078"/>
                  </a:lnTo>
                  <a:lnTo>
                    <a:pt x="7995786" y="276873"/>
                  </a:lnTo>
                  <a:lnTo>
                    <a:pt x="8019857" y="276763"/>
                  </a:lnTo>
                  <a:lnTo>
                    <a:pt x="8030527" y="276719"/>
                  </a:lnTo>
                  <a:lnTo>
                    <a:pt x="8032804" y="276711"/>
                  </a:lnTo>
                  <a:lnTo>
                    <a:pt x="8032819" y="276711"/>
                  </a:lnTo>
                  <a:lnTo>
                    <a:pt x="8554953" y="276711"/>
                  </a:lnTo>
                  <a:lnTo>
                    <a:pt x="8554953" y="276711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349" name="pl349"/>
            <p:cNvSpPr/>
            <p:nvPr/>
          </p:nvSpPr>
          <p:spPr>
            <a:xfrm>
              <a:off x="386606" y="728124"/>
              <a:ext cx="8554953" cy="429185"/>
            </a:xfrm>
            <a:custGeom>
              <a:avLst/>
              <a:pathLst>
                <a:path w="8554953" h="429185">
                  <a:moveTo>
                    <a:pt x="8554953" y="276711"/>
                  </a:moveTo>
                  <a:lnTo>
                    <a:pt x="8032819" y="276711"/>
                  </a:lnTo>
                  <a:lnTo>
                    <a:pt x="8031550" y="276716"/>
                  </a:lnTo>
                  <a:lnTo>
                    <a:pt x="8023251" y="276749"/>
                  </a:lnTo>
                  <a:lnTo>
                    <a:pt x="8002505" y="276841"/>
                  </a:lnTo>
                  <a:lnTo>
                    <a:pt x="7965855" y="277023"/>
                  </a:lnTo>
                  <a:lnTo>
                    <a:pt x="7912124" y="277320"/>
                  </a:lnTo>
                  <a:lnTo>
                    <a:pt x="7842468" y="277753"/>
                  </a:lnTo>
                  <a:lnTo>
                    <a:pt x="7759982" y="278333"/>
                  </a:lnTo>
                  <a:lnTo>
                    <a:pt x="7668924" y="279063"/>
                  </a:lnTo>
                  <a:lnTo>
                    <a:pt x="7573809" y="279942"/>
                  </a:lnTo>
                  <a:lnTo>
                    <a:pt x="7478658" y="280966"/>
                  </a:lnTo>
                  <a:lnTo>
                    <a:pt x="7386555" y="282134"/>
                  </a:lnTo>
                  <a:lnTo>
                    <a:pt x="7299517" y="283447"/>
                  </a:lnTo>
                  <a:lnTo>
                    <a:pt x="7218588" y="284914"/>
                  </a:lnTo>
                  <a:lnTo>
                    <a:pt x="7144036" y="286549"/>
                  </a:lnTo>
                  <a:lnTo>
                    <a:pt x="7075579" y="288374"/>
                  </a:lnTo>
                  <a:lnTo>
                    <a:pt x="7012580" y="290414"/>
                  </a:lnTo>
                  <a:lnTo>
                    <a:pt x="6954198" y="292701"/>
                  </a:lnTo>
                  <a:lnTo>
                    <a:pt x="6899502" y="295269"/>
                  </a:lnTo>
                  <a:lnTo>
                    <a:pt x="6847558" y="298148"/>
                  </a:lnTo>
                  <a:lnTo>
                    <a:pt x="6797509" y="301361"/>
                  </a:lnTo>
                  <a:lnTo>
                    <a:pt x="6786527" y="302123"/>
                  </a:lnTo>
                  <a:lnTo>
                    <a:pt x="6732405" y="306177"/>
                  </a:lnTo>
                  <a:lnTo>
                    <a:pt x="6678805" y="310660"/>
                  </a:lnTo>
                  <a:lnTo>
                    <a:pt x="6625141" y="315577"/>
                  </a:lnTo>
                  <a:lnTo>
                    <a:pt x="6571026" y="320918"/>
                  </a:lnTo>
                  <a:lnTo>
                    <a:pt x="6516239" y="326655"/>
                  </a:lnTo>
                  <a:lnTo>
                    <a:pt x="6460706" y="332740"/>
                  </a:lnTo>
                  <a:lnTo>
                    <a:pt x="6404483" y="339110"/>
                  </a:lnTo>
                  <a:lnTo>
                    <a:pt x="6347728" y="345681"/>
                  </a:lnTo>
                  <a:lnTo>
                    <a:pt x="6290676" y="352362"/>
                  </a:lnTo>
                  <a:lnTo>
                    <a:pt x="6233598" y="359051"/>
                  </a:lnTo>
                  <a:lnTo>
                    <a:pt x="6176773" y="365649"/>
                  </a:lnTo>
                  <a:lnTo>
                    <a:pt x="6120443" y="372060"/>
                  </a:lnTo>
                  <a:lnTo>
                    <a:pt x="6064782" y="378200"/>
                  </a:lnTo>
                  <a:lnTo>
                    <a:pt x="6009866" y="384002"/>
                  </a:lnTo>
                  <a:lnTo>
                    <a:pt x="5955644" y="389415"/>
                  </a:lnTo>
                  <a:lnTo>
                    <a:pt x="5901925" y="394407"/>
                  </a:lnTo>
                  <a:lnTo>
                    <a:pt x="5848350" y="398966"/>
                  </a:lnTo>
                  <a:lnTo>
                    <a:pt x="5794371" y="403093"/>
                  </a:lnTo>
                  <a:lnTo>
                    <a:pt x="5784835" y="403772"/>
                  </a:lnTo>
                  <a:lnTo>
                    <a:pt x="5735106" y="407060"/>
                  </a:lnTo>
                  <a:lnTo>
                    <a:pt x="5683655" y="410012"/>
                  </a:lnTo>
                  <a:lnTo>
                    <a:pt x="5629652" y="412647"/>
                  </a:lnTo>
                  <a:lnTo>
                    <a:pt x="5572174" y="414994"/>
                  </a:lnTo>
                  <a:lnTo>
                    <a:pt x="5510283" y="417086"/>
                  </a:lnTo>
                  <a:lnTo>
                    <a:pt x="5443108" y="418957"/>
                  </a:lnTo>
                  <a:lnTo>
                    <a:pt x="5369956" y="420632"/>
                  </a:lnTo>
                  <a:lnTo>
                    <a:pt x="5290449" y="422135"/>
                  </a:lnTo>
                  <a:lnTo>
                    <a:pt x="5204715" y="423482"/>
                  </a:lnTo>
                  <a:lnTo>
                    <a:pt x="5113604" y="424681"/>
                  </a:lnTo>
                  <a:lnTo>
                    <a:pt x="5018903" y="425737"/>
                  </a:lnTo>
                  <a:lnTo>
                    <a:pt x="4923460" y="426649"/>
                  </a:lnTo>
                  <a:lnTo>
                    <a:pt x="4831112" y="427413"/>
                  </a:lnTo>
                  <a:lnTo>
                    <a:pt x="4746322" y="428026"/>
                  </a:lnTo>
                  <a:lnTo>
                    <a:pt x="4673481" y="428491"/>
                  </a:lnTo>
                  <a:lnTo>
                    <a:pt x="4616019" y="428817"/>
                  </a:lnTo>
                  <a:lnTo>
                    <a:pt x="4575576" y="429022"/>
                  </a:lnTo>
                  <a:lnTo>
                    <a:pt x="4551505" y="429132"/>
                  </a:lnTo>
                  <a:lnTo>
                    <a:pt x="4540835" y="429176"/>
                  </a:lnTo>
                  <a:lnTo>
                    <a:pt x="4538557" y="429184"/>
                  </a:lnTo>
                  <a:lnTo>
                    <a:pt x="4538543" y="429185"/>
                  </a:lnTo>
                  <a:lnTo>
                    <a:pt x="4016409" y="429185"/>
                  </a:lnTo>
                  <a:lnTo>
                    <a:pt x="4015142" y="429171"/>
                  </a:lnTo>
                  <a:lnTo>
                    <a:pt x="4006861" y="429077"/>
                  </a:lnTo>
                  <a:lnTo>
                    <a:pt x="3986156" y="428818"/>
                  </a:lnTo>
                  <a:lnTo>
                    <a:pt x="3949575" y="428308"/>
                  </a:lnTo>
                  <a:lnTo>
                    <a:pt x="3895937" y="427473"/>
                  </a:lnTo>
                  <a:lnTo>
                    <a:pt x="3826389" y="426258"/>
                  </a:lnTo>
                  <a:lnTo>
                    <a:pt x="3744012" y="424629"/>
                  </a:lnTo>
                  <a:lnTo>
                    <a:pt x="3653053" y="422577"/>
                  </a:lnTo>
                  <a:lnTo>
                    <a:pt x="3558018" y="420107"/>
                  </a:lnTo>
                  <a:lnTo>
                    <a:pt x="3462923" y="417229"/>
                  </a:lnTo>
                  <a:lnTo>
                    <a:pt x="3370854" y="413948"/>
                  </a:lnTo>
                  <a:lnTo>
                    <a:pt x="3283832" y="410258"/>
                  </a:lnTo>
                  <a:lnTo>
                    <a:pt x="3202904" y="406136"/>
                  </a:lnTo>
                  <a:lnTo>
                    <a:pt x="3128344" y="401541"/>
                  </a:lnTo>
                  <a:lnTo>
                    <a:pt x="3059876" y="396415"/>
                  </a:lnTo>
                  <a:lnTo>
                    <a:pt x="2996866" y="390683"/>
                  </a:lnTo>
                  <a:lnTo>
                    <a:pt x="2938477" y="384258"/>
                  </a:lnTo>
                  <a:lnTo>
                    <a:pt x="2883780" y="377045"/>
                  </a:lnTo>
                  <a:lnTo>
                    <a:pt x="2831842" y="368959"/>
                  </a:lnTo>
                  <a:lnTo>
                    <a:pt x="2781807" y="359937"/>
                  </a:lnTo>
                  <a:lnTo>
                    <a:pt x="2770117" y="357654"/>
                  </a:lnTo>
                  <a:lnTo>
                    <a:pt x="2716904" y="346445"/>
                  </a:lnTo>
                  <a:lnTo>
                    <a:pt x="2664205" y="334071"/>
                  </a:lnTo>
                  <a:lnTo>
                    <a:pt x="2611461" y="320515"/>
                  </a:lnTo>
                  <a:lnTo>
                    <a:pt x="2558295" y="305803"/>
                  </a:lnTo>
                  <a:lnTo>
                    <a:pt x="2504488" y="290007"/>
                  </a:lnTo>
                  <a:lnTo>
                    <a:pt x="2449961" y="273249"/>
                  </a:lnTo>
                  <a:lnTo>
                    <a:pt x="2394757" y="255700"/>
                  </a:lnTo>
                  <a:lnTo>
                    <a:pt x="2339016" y="237571"/>
                  </a:lnTo>
                  <a:lnTo>
                    <a:pt x="2282953" y="219111"/>
                  </a:lnTo>
                  <a:lnTo>
                    <a:pt x="2226825" y="200585"/>
                  </a:lnTo>
                  <a:lnTo>
                    <a:pt x="2170898" y="182262"/>
                  </a:lnTo>
                  <a:lnTo>
                    <a:pt x="2115409" y="164401"/>
                  </a:lnTo>
                  <a:lnTo>
                    <a:pt x="2060540" y="147234"/>
                  </a:lnTo>
                  <a:lnTo>
                    <a:pt x="2006384" y="130950"/>
                  </a:lnTo>
                  <a:lnTo>
                    <a:pt x="1952924" y="115698"/>
                  </a:lnTo>
                  <a:lnTo>
                    <a:pt x="1900011" y="101572"/>
                  </a:lnTo>
                  <a:lnTo>
                    <a:pt x="1847348" y="88622"/>
                  </a:lnTo>
                  <a:lnTo>
                    <a:pt x="1794468" y="76850"/>
                  </a:lnTo>
                  <a:lnTo>
                    <a:pt x="1768425" y="71530"/>
                  </a:lnTo>
                  <a:lnTo>
                    <a:pt x="1718733" y="62283"/>
                  </a:lnTo>
                  <a:lnTo>
                    <a:pt x="1667320" y="53978"/>
                  </a:lnTo>
                  <a:lnTo>
                    <a:pt x="1613362" y="46565"/>
                  </a:lnTo>
                  <a:lnTo>
                    <a:pt x="1555935" y="39962"/>
                  </a:lnTo>
                  <a:lnTo>
                    <a:pt x="1494104" y="34073"/>
                  </a:lnTo>
                  <a:lnTo>
                    <a:pt x="1427000" y="28811"/>
                  </a:lnTo>
                  <a:lnTo>
                    <a:pt x="1353929" y="24096"/>
                  </a:lnTo>
                  <a:lnTo>
                    <a:pt x="1274514" y="19865"/>
                  </a:lnTo>
                  <a:lnTo>
                    <a:pt x="1188877" y="16075"/>
                  </a:lnTo>
                  <a:lnTo>
                    <a:pt x="1097864" y="12698"/>
                  </a:lnTo>
                  <a:lnTo>
                    <a:pt x="1003248" y="9725"/>
                  </a:lnTo>
                  <a:lnTo>
                    <a:pt x="907865" y="7157"/>
                  </a:lnTo>
                  <a:lnTo>
                    <a:pt x="815537" y="5005"/>
                  </a:lnTo>
                  <a:lnTo>
                    <a:pt x="730712" y="3275"/>
                  </a:lnTo>
                  <a:lnTo>
                    <a:pt x="657779" y="1964"/>
                  </a:lnTo>
                  <a:lnTo>
                    <a:pt x="600174" y="1042"/>
                  </a:lnTo>
                  <a:lnTo>
                    <a:pt x="559558" y="462"/>
                  </a:lnTo>
                  <a:lnTo>
                    <a:pt x="535312" y="150"/>
                  </a:lnTo>
                  <a:lnTo>
                    <a:pt x="524501" y="25"/>
                  </a:lnTo>
                  <a:lnTo>
                    <a:pt x="522151" y="0"/>
                  </a:lnTo>
                  <a:lnTo>
                    <a:pt x="522133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350" name="pg350"/>
            <p:cNvSpPr/>
            <p:nvPr/>
          </p:nvSpPr>
          <p:spPr>
            <a:xfrm>
              <a:off x="386606" y="733771"/>
              <a:ext cx="8554953" cy="694602"/>
            </a:xfrm>
            <a:custGeom>
              <a:avLst/>
              <a:pathLst>
                <a:path w="8554953" h="694602">
                  <a:moveTo>
                    <a:pt x="0" y="22588"/>
                  </a:moveTo>
                  <a:lnTo>
                    <a:pt x="522133" y="22588"/>
                  </a:lnTo>
                  <a:lnTo>
                    <a:pt x="523400" y="22601"/>
                  </a:lnTo>
                  <a:lnTo>
                    <a:pt x="531681" y="22695"/>
                  </a:lnTo>
                  <a:lnTo>
                    <a:pt x="552387" y="22955"/>
                  </a:lnTo>
                  <a:lnTo>
                    <a:pt x="588968" y="23465"/>
                  </a:lnTo>
                  <a:lnTo>
                    <a:pt x="642605" y="24299"/>
                  </a:lnTo>
                  <a:lnTo>
                    <a:pt x="712154" y="25515"/>
                  </a:lnTo>
                  <a:lnTo>
                    <a:pt x="794530" y="27144"/>
                  </a:lnTo>
                  <a:lnTo>
                    <a:pt x="885489" y="29196"/>
                  </a:lnTo>
                  <a:lnTo>
                    <a:pt x="980525" y="31666"/>
                  </a:lnTo>
                  <a:lnTo>
                    <a:pt x="1075619" y="34544"/>
                  </a:lnTo>
                  <a:lnTo>
                    <a:pt x="1167688" y="37825"/>
                  </a:lnTo>
                  <a:lnTo>
                    <a:pt x="1254710" y="41515"/>
                  </a:lnTo>
                  <a:lnTo>
                    <a:pt x="1335638" y="45637"/>
                  </a:lnTo>
                  <a:lnTo>
                    <a:pt x="1410198" y="50232"/>
                  </a:lnTo>
                  <a:lnTo>
                    <a:pt x="1478666" y="55358"/>
                  </a:lnTo>
                  <a:lnTo>
                    <a:pt x="1541676" y="61090"/>
                  </a:lnTo>
                  <a:lnTo>
                    <a:pt x="1600065" y="67515"/>
                  </a:lnTo>
                  <a:lnTo>
                    <a:pt x="1654762" y="74727"/>
                  </a:lnTo>
                  <a:lnTo>
                    <a:pt x="1706700" y="82814"/>
                  </a:lnTo>
                  <a:lnTo>
                    <a:pt x="1756735" y="91836"/>
                  </a:lnTo>
                  <a:lnTo>
                    <a:pt x="1768425" y="94119"/>
                  </a:lnTo>
                  <a:lnTo>
                    <a:pt x="1821638" y="105327"/>
                  </a:lnTo>
                  <a:lnTo>
                    <a:pt x="1874337" y="117701"/>
                  </a:lnTo>
                  <a:lnTo>
                    <a:pt x="1927081" y="131257"/>
                  </a:lnTo>
                  <a:lnTo>
                    <a:pt x="1980248" y="145969"/>
                  </a:lnTo>
                  <a:lnTo>
                    <a:pt x="2034055" y="161765"/>
                  </a:lnTo>
                  <a:lnTo>
                    <a:pt x="2088581" y="178523"/>
                  </a:lnTo>
                  <a:lnTo>
                    <a:pt x="2143786" y="196073"/>
                  </a:lnTo>
                  <a:lnTo>
                    <a:pt x="2199526" y="214201"/>
                  </a:lnTo>
                  <a:lnTo>
                    <a:pt x="2255589" y="232662"/>
                  </a:lnTo>
                  <a:lnTo>
                    <a:pt x="2311717" y="251188"/>
                  </a:lnTo>
                  <a:lnTo>
                    <a:pt x="2367645" y="269511"/>
                  </a:lnTo>
                  <a:lnTo>
                    <a:pt x="2423133" y="287371"/>
                  </a:lnTo>
                  <a:lnTo>
                    <a:pt x="2478002" y="304539"/>
                  </a:lnTo>
                  <a:lnTo>
                    <a:pt x="2532158" y="320822"/>
                  </a:lnTo>
                  <a:lnTo>
                    <a:pt x="2585618" y="336075"/>
                  </a:lnTo>
                  <a:lnTo>
                    <a:pt x="2638532" y="350200"/>
                  </a:lnTo>
                  <a:lnTo>
                    <a:pt x="2691195" y="363151"/>
                  </a:lnTo>
                  <a:lnTo>
                    <a:pt x="2744074" y="374923"/>
                  </a:lnTo>
                  <a:lnTo>
                    <a:pt x="2770117" y="380242"/>
                  </a:lnTo>
                  <a:lnTo>
                    <a:pt x="2819810" y="389490"/>
                  </a:lnTo>
                  <a:lnTo>
                    <a:pt x="2871222" y="397795"/>
                  </a:lnTo>
                  <a:lnTo>
                    <a:pt x="2925181" y="405207"/>
                  </a:lnTo>
                  <a:lnTo>
                    <a:pt x="2982607" y="411811"/>
                  </a:lnTo>
                  <a:lnTo>
                    <a:pt x="3044438" y="417699"/>
                  </a:lnTo>
                  <a:lnTo>
                    <a:pt x="3111542" y="422962"/>
                  </a:lnTo>
                  <a:lnTo>
                    <a:pt x="3184613" y="427677"/>
                  </a:lnTo>
                  <a:lnTo>
                    <a:pt x="3264028" y="431907"/>
                  </a:lnTo>
                  <a:lnTo>
                    <a:pt x="3349665" y="435697"/>
                  </a:lnTo>
                  <a:lnTo>
                    <a:pt x="3440679" y="439074"/>
                  </a:lnTo>
                  <a:lnTo>
                    <a:pt x="3535294" y="442048"/>
                  </a:lnTo>
                  <a:lnTo>
                    <a:pt x="3630677" y="444616"/>
                  </a:lnTo>
                  <a:lnTo>
                    <a:pt x="3723005" y="446768"/>
                  </a:lnTo>
                  <a:lnTo>
                    <a:pt x="3807830" y="448497"/>
                  </a:lnTo>
                  <a:lnTo>
                    <a:pt x="3880764" y="449809"/>
                  </a:lnTo>
                  <a:lnTo>
                    <a:pt x="3938368" y="450730"/>
                  </a:lnTo>
                  <a:lnTo>
                    <a:pt x="3978984" y="451311"/>
                  </a:lnTo>
                  <a:lnTo>
                    <a:pt x="4003230" y="451623"/>
                  </a:lnTo>
                  <a:lnTo>
                    <a:pt x="4014041" y="451748"/>
                  </a:lnTo>
                  <a:lnTo>
                    <a:pt x="4016409" y="451773"/>
                  </a:lnTo>
                  <a:lnTo>
                    <a:pt x="4538543" y="451773"/>
                  </a:lnTo>
                  <a:lnTo>
                    <a:pt x="4539812" y="451781"/>
                  </a:lnTo>
                  <a:lnTo>
                    <a:pt x="4548107" y="451834"/>
                  </a:lnTo>
                  <a:lnTo>
                    <a:pt x="4568844" y="451981"/>
                  </a:lnTo>
                  <a:lnTo>
                    <a:pt x="4605478" y="452270"/>
                  </a:lnTo>
                  <a:lnTo>
                    <a:pt x="4659189" y="452743"/>
                  </a:lnTo>
                  <a:lnTo>
                    <a:pt x="4728820" y="453432"/>
                  </a:lnTo>
                  <a:lnTo>
                    <a:pt x="4811282" y="454355"/>
                  </a:lnTo>
                  <a:lnTo>
                    <a:pt x="4902318" y="455518"/>
                  </a:lnTo>
                  <a:lnTo>
                    <a:pt x="4997416" y="456917"/>
                  </a:lnTo>
                  <a:lnTo>
                    <a:pt x="5092554" y="458547"/>
                  </a:lnTo>
                  <a:lnTo>
                    <a:pt x="5184650" y="460406"/>
                  </a:lnTo>
                  <a:lnTo>
                    <a:pt x="5271684" y="462497"/>
                  </a:lnTo>
                  <a:lnTo>
                    <a:pt x="5352613" y="464832"/>
                  </a:lnTo>
                  <a:lnTo>
                    <a:pt x="5427166" y="467435"/>
                  </a:lnTo>
                  <a:lnTo>
                    <a:pt x="5495626" y="470340"/>
                  </a:lnTo>
                  <a:lnTo>
                    <a:pt x="5558627" y="473588"/>
                  </a:lnTo>
                  <a:lnTo>
                    <a:pt x="5617011" y="477229"/>
                  </a:lnTo>
                  <a:lnTo>
                    <a:pt x="5671707" y="481316"/>
                  </a:lnTo>
                  <a:lnTo>
                    <a:pt x="5723650" y="485900"/>
                  </a:lnTo>
                  <a:lnTo>
                    <a:pt x="5773696" y="491013"/>
                  </a:lnTo>
                  <a:lnTo>
                    <a:pt x="5784835" y="492245"/>
                  </a:lnTo>
                  <a:lnTo>
                    <a:pt x="5838748" y="498675"/>
                  </a:lnTo>
                  <a:lnTo>
                    <a:pt x="5892142" y="505782"/>
                  </a:lnTo>
                  <a:lnTo>
                    <a:pt x="5945594" y="513576"/>
                  </a:lnTo>
                  <a:lnTo>
                    <a:pt x="5999492" y="522040"/>
                  </a:lnTo>
                  <a:lnTo>
                    <a:pt x="6054054" y="531130"/>
                  </a:lnTo>
                  <a:lnTo>
                    <a:pt x="6109356" y="540774"/>
                  </a:lnTo>
                  <a:lnTo>
                    <a:pt x="6165345" y="550869"/>
                  </a:lnTo>
                  <a:lnTo>
                    <a:pt x="6221868" y="561287"/>
                  </a:lnTo>
                  <a:lnTo>
                    <a:pt x="6278694" y="571882"/>
                  </a:lnTo>
                  <a:lnTo>
                    <a:pt x="6335554" y="582496"/>
                  </a:lnTo>
                  <a:lnTo>
                    <a:pt x="6392174" y="592972"/>
                  </a:lnTo>
                  <a:lnTo>
                    <a:pt x="6448312" y="603158"/>
                  </a:lnTo>
                  <a:lnTo>
                    <a:pt x="6503792" y="612923"/>
                  </a:lnTo>
                  <a:lnTo>
                    <a:pt x="6558534" y="622158"/>
                  </a:lnTo>
                  <a:lnTo>
                    <a:pt x="6612581" y="630781"/>
                  </a:lnTo>
                  <a:lnTo>
                    <a:pt x="6666113" y="638742"/>
                  </a:lnTo>
                  <a:lnTo>
                    <a:pt x="6719476" y="646018"/>
                  </a:lnTo>
                  <a:lnTo>
                    <a:pt x="6773196" y="652612"/>
                  </a:lnTo>
                  <a:lnTo>
                    <a:pt x="6786527" y="654130"/>
                  </a:lnTo>
                  <a:lnTo>
                    <a:pt x="6836248" y="659365"/>
                  </a:lnTo>
                  <a:lnTo>
                    <a:pt x="6887691" y="664066"/>
                  </a:lnTo>
                  <a:lnTo>
                    <a:pt x="6941684" y="668262"/>
                  </a:lnTo>
                  <a:lnTo>
                    <a:pt x="6999150" y="671999"/>
                  </a:lnTo>
                  <a:lnTo>
                    <a:pt x="7061028" y="675332"/>
                  </a:lnTo>
                  <a:lnTo>
                    <a:pt x="7128187" y="678310"/>
                  </a:lnTo>
                  <a:lnTo>
                    <a:pt x="7201321" y="680978"/>
                  </a:lnTo>
                  <a:lnTo>
                    <a:pt x="7280808" y="683372"/>
                  </a:lnTo>
                  <a:lnTo>
                    <a:pt x="7366520" y="685516"/>
                  </a:lnTo>
                  <a:lnTo>
                    <a:pt x="7457609" y="687427"/>
                  </a:lnTo>
                  <a:lnTo>
                    <a:pt x="7552291" y="689109"/>
                  </a:lnTo>
                  <a:lnTo>
                    <a:pt x="7647721" y="690561"/>
                  </a:lnTo>
                  <a:lnTo>
                    <a:pt x="7740064" y="691778"/>
                  </a:lnTo>
                  <a:lnTo>
                    <a:pt x="7824862" y="692755"/>
                  </a:lnTo>
                  <a:lnTo>
                    <a:pt x="7897724" y="693496"/>
                  </a:lnTo>
                  <a:lnTo>
                    <a:pt x="7955217" y="694015"/>
                  </a:lnTo>
                  <a:lnTo>
                    <a:pt x="7995699" y="694342"/>
                  </a:lnTo>
                  <a:lnTo>
                    <a:pt x="8019809" y="694518"/>
                  </a:lnTo>
                  <a:lnTo>
                    <a:pt x="8030510" y="694588"/>
                  </a:lnTo>
                  <a:lnTo>
                    <a:pt x="8032819" y="694602"/>
                  </a:lnTo>
                  <a:lnTo>
                    <a:pt x="8554953" y="694602"/>
                  </a:lnTo>
                  <a:lnTo>
                    <a:pt x="8554953" y="672013"/>
                  </a:lnTo>
                  <a:lnTo>
                    <a:pt x="8032819" y="672013"/>
                  </a:lnTo>
                  <a:lnTo>
                    <a:pt x="8031550" y="672005"/>
                  </a:lnTo>
                  <a:lnTo>
                    <a:pt x="8023255" y="671952"/>
                  </a:lnTo>
                  <a:lnTo>
                    <a:pt x="8002518" y="671805"/>
                  </a:lnTo>
                  <a:lnTo>
                    <a:pt x="7965884" y="671516"/>
                  </a:lnTo>
                  <a:lnTo>
                    <a:pt x="7912173" y="671043"/>
                  </a:lnTo>
                  <a:lnTo>
                    <a:pt x="7842541" y="670354"/>
                  </a:lnTo>
                  <a:lnTo>
                    <a:pt x="7760080" y="669431"/>
                  </a:lnTo>
                  <a:lnTo>
                    <a:pt x="7669044" y="668269"/>
                  </a:lnTo>
                  <a:lnTo>
                    <a:pt x="7573946" y="666869"/>
                  </a:lnTo>
                  <a:lnTo>
                    <a:pt x="7478808" y="665239"/>
                  </a:lnTo>
                  <a:lnTo>
                    <a:pt x="7386712" y="663380"/>
                  </a:lnTo>
                  <a:lnTo>
                    <a:pt x="7299678" y="661289"/>
                  </a:lnTo>
                  <a:lnTo>
                    <a:pt x="7218749" y="658954"/>
                  </a:lnTo>
                  <a:lnTo>
                    <a:pt x="7144196" y="656351"/>
                  </a:lnTo>
                  <a:lnTo>
                    <a:pt x="7075736" y="653446"/>
                  </a:lnTo>
                  <a:lnTo>
                    <a:pt x="7012735" y="650198"/>
                  </a:lnTo>
                  <a:lnTo>
                    <a:pt x="6954351" y="646557"/>
                  </a:lnTo>
                  <a:lnTo>
                    <a:pt x="6899655" y="642470"/>
                  </a:lnTo>
                  <a:lnTo>
                    <a:pt x="6847712" y="637886"/>
                  </a:lnTo>
                  <a:lnTo>
                    <a:pt x="6797666" y="632773"/>
                  </a:lnTo>
                  <a:lnTo>
                    <a:pt x="6786527" y="631541"/>
                  </a:lnTo>
                  <a:lnTo>
                    <a:pt x="6732614" y="625111"/>
                  </a:lnTo>
                  <a:lnTo>
                    <a:pt x="6679220" y="618004"/>
                  </a:lnTo>
                  <a:lnTo>
                    <a:pt x="6625768" y="610211"/>
                  </a:lnTo>
                  <a:lnTo>
                    <a:pt x="6571870" y="601746"/>
                  </a:lnTo>
                  <a:lnTo>
                    <a:pt x="6517308" y="592656"/>
                  </a:lnTo>
                  <a:lnTo>
                    <a:pt x="6462006" y="583012"/>
                  </a:lnTo>
                  <a:lnTo>
                    <a:pt x="6406017" y="572917"/>
                  </a:lnTo>
                  <a:lnTo>
                    <a:pt x="6349494" y="562499"/>
                  </a:lnTo>
                  <a:lnTo>
                    <a:pt x="6292668" y="551905"/>
                  </a:lnTo>
                  <a:lnTo>
                    <a:pt x="6235808" y="541290"/>
                  </a:lnTo>
                  <a:lnTo>
                    <a:pt x="6179188" y="530814"/>
                  </a:lnTo>
                  <a:lnTo>
                    <a:pt x="6123050" y="520628"/>
                  </a:lnTo>
                  <a:lnTo>
                    <a:pt x="6067570" y="510863"/>
                  </a:lnTo>
                  <a:lnTo>
                    <a:pt x="6012828" y="501628"/>
                  </a:lnTo>
                  <a:lnTo>
                    <a:pt x="5958781" y="493005"/>
                  </a:lnTo>
                  <a:lnTo>
                    <a:pt x="5905249" y="485044"/>
                  </a:lnTo>
                  <a:lnTo>
                    <a:pt x="5851886" y="477768"/>
                  </a:lnTo>
                  <a:lnTo>
                    <a:pt x="5798166" y="471174"/>
                  </a:lnTo>
                  <a:lnTo>
                    <a:pt x="5784835" y="469656"/>
                  </a:lnTo>
                  <a:lnTo>
                    <a:pt x="5735114" y="464421"/>
                  </a:lnTo>
                  <a:lnTo>
                    <a:pt x="5683671" y="459720"/>
                  </a:lnTo>
                  <a:lnTo>
                    <a:pt x="5629678" y="455524"/>
                  </a:lnTo>
                  <a:lnTo>
                    <a:pt x="5572212" y="451787"/>
                  </a:lnTo>
                  <a:lnTo>
                    <a:pt x="5510334" y="448454"/>
                  </a:lnTo>
                  <a:lnTo>
                    <a:pt x="5443175" y="445476"/>
                  </a:lnTo>
                  <a:lnTo>
                    <a:pt x="5370041" y="442808"/>
                  </a:lnTo>
                  <a:lnTo>
                    <a:pt x="5290554" y="440414"/>
                  </a:lnTo>
                  <a:lnTo>
                    <a:pt x="5204842" y="438270"/>
                  </a:lnTo>
                  <a:lnTo>
                    <a:pt x="5113753" y="436359"/>
                  </a:lnTo>
                  <a:lnTo>
                    <a:pt x="5019071" y="434677"/>
                  </a:lnTo>
                  <a:lnTo>
                    <a:pt x="4923641" y="433225"/>
                  </a:lnTo>
                  <a:lnTo>
                    <a:pt x="4831298" y="432008"/>
                  </a:lnTo>
                  <a:lnTo>
                    <a:pt x="4746500" y="431031"/>
                  </a:lnTo>
                  <a:lnTo>
                    <a:pt x="4673638" y="430290"/>
                  </a:lnTo>
                  <a:lnTo>
                    <a:pt x="4616145" y="429771"/>
                  </a:lnTo>
                  <a:lnTo>
                    <a:pt x="4575663" y="429444"/>
                  </a:lnTo>
                  <a:lnTo>
                    <a:pt x="4551553" y="429268"/>
                  </a:lnTo>
                  <a:lnTo>
                    <a:pt x="4540852" y="429198"/>
                  </a:lnTo>
                  <a:lnTo>
                    <a:pt x="4538543" y="429185"/>
                  </a:lnTo>
                  <a:lnTo>
                    <a:pt x="4016409" y="429185"/>
                  </a:lnTo>
                  <a:lnTo>
                    <a:pt x="4015142" y="429171"/>
                  </a:lnTo>
                  <a:lnTo>
                    <a:pt x="4006861" y="429077"/>
                  </a:lnTo>
                  <a:lnTo>
                    <a:pt x="3986156" y="428818"/>
                  </a:lnTo>
                  <a:lnTo>
                    <a:pt x="3949575" y="428308"/>
                  </a:lnTo>
                  <a:lnTo>
                    <a:pt x="3895937" y="427473"/>
                  </a:lnTo>
                  <a:lnTo>
                    <a:pt x="3826389" y="426258"/>
                  </a:lnTo>
                  <a:lnTo>
                    <a:pt x="3744012" y="424629"/>
                  </a:lnTo>
                  <a:lnTo>
                    <a:pt x="3653053" y="422577"/>
                  </a:lnTo>
                  <a:lnTo>
                    <a:pt x="3558018" y="420107"/>
                  </a:lnTo>
                  <a:lnTo>
                    <a:pt x="3462923" y="417229"/>
                  </a:lnTo>
                  <a:lnTo>
                    <a:pt x="3370854" y="413948"/>
                  </a:lnTo>
                  <a:lnTo>
                    <a:pt x="3283832" y="410258"/>
                  </a:lnTo>
                  <a:lnTo>
                    <a:pt x="3202904" y="406136"/>
                  </a:lnTo>
                  <a:lnTo>
                    <a:pt x="3128344" y="401541"/>
                  </a:lnTo>
                  <a:lnTo>
                    <a:pt x="3059876" y="396415"/>
                  </a:lnTo>
                  <a:lnTo>
                    <a:pt x="2996866" y="390683"/>
                  </a:lnTo>
                  <a:lnTo>
                    <a:pt x="2938477" y="384258"/>
                  </a:lnTo>
                  <a:lnTo>
                    <a:pt x="2883780" y="377045"/>
                  </a:lnTo>
                  <a:lnTo>
                    <a:pt x="2831842" y="368959"/>
                  </a:lnTo>
                  <a:lnTo>
                    <a:pt x="2781807" y="359937"/>
                  </a:lnTo>
                  <a:lnTo>
                    <a:pt x="2770117" y="357654"/>
                  </a:lnTo>
                  <a:lnTo>
                    <a:pt x="2716904" y="346445"/>
                  </a:lnTo>
                  <a:lnTo>
                    <a:pt x="2664205" y="334071"/>
                  </a:lnTo>
                  <a:lnTo>
                    <a:pt x="2611461" y="320515"/>
                  </a:lnTo>
                  <a:lnTo>
                    <a:pt x="2558295" y="305803"/>
                  </a:lnTo>
                  <a:lnTo>
                    <a:pt x="2504488" y="290007"/>
                  </a:lnTo>
                  <a:lnTo>
                    <a:pt x="2449961" y="273249"/>
                  </a:lnTo>
                  <a:lnTo>
                    <a:pt x="2394757" y="255700"/>
                  </a:lnTo>
                  <a:lnTo>
                    <a:pt x="2339016" y="237571"/>
                  </a:lnTo>
                  <a:lnTo>
                    <a:pt x="2282953" y="219111"/>
                  </a:lnTo>
                  <a:lnTo>
                    <a:pt x="2226825" y="200585"/>
                  </a:lnTo>
                  <a:lnTo>
                    <a:pt x="2170898" y="182262"/>
                  </a:lnTo>
                  <a:lnTo>
                    <a:pt x="2115409" y="164401"/>
                  </a:lnTo>
                  <a:lnTo>
                    <a:pt x="2060540" y="147234"/>
                  </a:lnTo>
                  <a:lnTo>
                    <a:pt x="2006384" y="130950"/>
                  </a:lnTo>
                  <a:lnTo>
                    <a:pt x="1952924" y="115698"/>
                  </a:lnTo>
                  <a:lnTo>
                    <a:pt x="1900011" y="101572"/>
                  </a:lnTo>
                  <a:lnTo>
                    <a:pt x="1847348" y="88622"/>
                  </a:lnTo>
                  <a:lnTo>
                    <a:pt x="1794468" y="76850"/>
                  </a:lnTo>
                  <a:lnTo>
                    <a:pt x="1768425" y="71530"/>
                  </a:lnTo>
                  <a:lnTo>
                    <a:pt x="1718733" y="62283"/>
                  </a:lnTo>
                  <a:lnTo>
                    <a:pt x="1667320" y="53978"/>
                  </a:lnTo>
                  <a:lnTo>
                    <a:pt x="1613362" y="46565"/>
                  </a:lnTo>
                  <a:lnTo>
                    <a:pt x="1555935" y="39962"/>
                  </a:lnTo>
                  <a:lnTo>
                    <a:pt x="1494104" y="34073"/>
                  </a:lnTo>
                  <a:lnTo>
                    <a:pt x="1427000" y="28811"/>
                  </a:lnTo>
                  <a:lnTo>
                    <a:pt x="1353929" y="24096"/>
                  </a:lnTo>
                  <a:lnTo>
                    <a:pt x="1274514" y="19865"/>
                  </a:lnTo>
                  <a:lnTo>
                    <a:pt x="1188877" y="16075"/>
                  </a:lnTo>
                  <a:lnTo>
                    <a:pt x="1097864" y="12698"/>
                  </a:lnTo>
                  <a:lnTo>
                    <a:pt x="1003248" y="9725"/>
                  </a:lnTo>
                  <a:lnTo>
                    <a:pt x="907865" y="7157"/>
                  </a:lnTo>
                  <a:lnTo>
                    <a:pt x="815537" y="5005"/>
                  </a:lnTo>
                  <a:lnTo>
                    <a:pt x="730712" y="3275"/>
                  </a:lnTo>
                  <a:lnTo>
                    <a:pt x="657779" y="1964"/>
                  </a:lnTo>
                  <a:lnTo>
                    <a:pt x="600174" y="1042"/>
                  </a:lnTo>
                  <a:lnTo>
                    <a:pt x="559558" y="462"/>
                  </a:lnTo>
                  <a:lnTo>
                    <a:pt x="535312" y="150"/>
                  </a:lnTo>
                  <a:lnTo>
                    <a:pt x="524501" y="25"/>
                  </a:lnTo>
                  <a:lnTo>
                    <a:pt x="5221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351" name="pl351"/>
            <p:cNvSpPr/>
            <p:nvPr/>
          </p:nvSpPr>
          <p:spPr>
            <a:xfrm>
              <a:off x="386606" y="756360"/>
              <a:ext cx="8554953" cy="672013"/>
            </a:xfrm>
            <a:custGeom>
              <a:avLst/>
              <a:pathLst>
                <a:path w="8554953" h="672013">
                  <a:moveTo>
                    <a:pt x="0" y="0"/>
                  </a:moveTo>
                  <a:lnTo>
                    <a:pt x="522133" y="0"/>
                  </a:lnTo>
                  <a:lnTo>
                    <a:pt x="523400" y="13"/>
                  </a:lnTo>
                  <a:lnTo>
                    <a:pt x="531681" y="107"/>
                  </a:lnTo>
                  <a:lnTo>
                    <a:pt x="552387" y="366"/>
                  </a:lnTo>
                  <a:lnTo>
                    <a:pt x="588968" y="876"/>
                  </a:lnTo>
                  <a:lnTo>
                    <a:pt x="642605" y="1711"/>
                  </a:lnTo>
                  <a:lnTo>
                    <a:pt x="712154" y="2926"/>
                  </a:lnTo>
                  <a:lnTo>
                    <a:pt x="794530" y="4555"/>
                  </a:lnTo>
                  <a:lnTo>
                    <a:pt x="885489" y="6607"/>
                  </a:lnTo>
                  <a:lnTo>
                    <a:pt x="980525" y="9077"/>
                  </a:lnTo>
                  <a:lnTo>
                    <a:pt x="1075619" y="11955"/>
                  </a:lnTo>
                  <a:lnTo>
                    <a:pt x="1167688" y="15236"/>
                  </a:lnTo>
                  <a:lnTo>
                    <a:pt x="1254710" y="18926"/>
                  </a:lnTo>
                  <a:lnTo>
                    <a:pt x="1335638" y="23048"/>
                  </a:lnTo>
                  <a:lnTo>
                    <a:pt x="1410198" y="27643"/>
                  </a:lnTo>
                  <a:lnTo>
                    <a:pt x="1478666" y="32769"/>
                  </a:lnTo>
                  <a:lnTo>
                    <a:pt x="1541676" y="38501"/>
                  </a:lnTo>
                  <a:lnTo>
                    <a:pt x="1600065" y="44926"/>
                  </a:lnTo>
                  <a:lnTo>
                    <a:pt x="1654762" y="52139"/>
                  </a:lnTo>
                  <a:lnTo>
                    <a:pt x="1706700" y="60225"/>
                  </a:lnTo>
                  <a:lnTo>
                    <a:pt x="1756735" y="69247"/>
                  </a:lnTo>
                  <a:lnTo>
                    <a:pt x="1768425" y="71530"/>
                  </a:lnTo>
                  <a:lnTo>
                    <a:pt x="1821638" y="82739"/>
                  </a:lnTo>
                  <a:lnTo>
                    <a:pt x="1874337" y="95113"/>
                  </a:lnTo>
                  <a:lnTo>
                    <a:pt x="1927081" y="108669"/>
                  </a:lnTo>
                  <a:lnTo>
                    <a:pt x="1980248" y="123381"/>
                  </a:lnTo>
                  <a:lnTo>
                    <a:pt x="2034055" y="139177"/>
                  </a:lnTo>
                  <a:lnTo>
                    <a:pt x="2088581" y="155935"/>
                  </a:lnTo>
                  <a:lnTo>
                    <a:pt x="2143786" y="173484"/>
                  </a:lnTo>
                  <a:lnTo>
                    <a:pt x="2199526" y="191613"/>
                  </a:lnTo>
                  <a:lnTo>
                    <a:pt x="2255589" y="210073"/>
                  </a:lnTo>
                  <a:lnTo>
                    <a:pt x="2311717" y="228599"/>
                  </a:lnTo>
                  <a:lnTo>
                    <a:pt x="2367645" y="246922"/>
                  </a:lnTo>
                  <a:lnTo>
                    <a:pt x="2423133" y="264783"/>
                  </a:lnTo>
                  <a:lnTo>
                    <a:pt x="2478002" y="281950"/>
                  </a:lnTo>
                  <a:lnTo>
                    <a:pt x="2532158" y="298234"/>
                  </a:lnTo>
                  <a:lnTo>
                    <a:pt x="2585618" y="313486"/>
                  </a:lnTo>
                  <a:lnTo>
                    <a:pt x="2638532" y="327612"/>
                  </a:lnTo>
                  <a:lnTo>
                    <a:pt x="2691195" y="340562"/>
                  </a:lnTo>
                  <a:lnTo>
                    <a:pt x="2744074" y="352334"/>
                  </a:lnTo>
                  <a:lnTo>
                    <a:pt x="2770117" y="357654"/>
                  </a:lnTo>
                  <a:lnTo>
                    <a:pt x="2819810" y="366901"/>
                  </a:lnTo>
                  <a:lnTo>
                    <a:pt x="2871222" y="375206"/>
                  </a:lnTo>
                  <a:lnTo>
                    <a:pt x="2925181" y="382619"/>
                  </a:lnTo>
                  <a:lnTo>
                    <a:pt x="2982607" y="389222"/>
                  </a:lnTo>
                  <a:lnTo>
                    <a:pt x="3044438" y="395111"/>
                  </a:lnTo>
                  <a:lnTo>
                    <a:pt x="3111542" y="400373"/>
                  </a:lnTo>
                  <a:lnTo>
                    <a:pt x="3184613" y="405088"/>
                  </a:lnTo>
                  <a:lnTo>
                    <a:pt x="3264028" y="409319"/>
                  </a:lnTo>
                  <a:lnTo>
                    <a:pt x="3349665" y="413109"/>
                  </a:lnTo>
                  <a:lnTo>
                    <a:pt x="3440679" y="416486"/>
                  </a:lnTo>
                  <a:lnTo>
                    <a:pt x="3535294" y="419459"/>
                  </a:lnTo>
                  <a:lnTo>
                    <a:pt x="3630677" y="422027"/>
                  </a:lnTo>
                  <a:lnTo>
                    <a:pt x="3723005" y="424179"/>
                  </a:lnTo>
                  <a:lnTo>
                    <a:pt x="3807830" y="425909"/>
                  </a:lnTo>
                  <a:lnTo>
                    <a:pt x="3880764" y="427220"/>
                  </a:lnTo>
                  <a:lnTo>
                    <a:pt x="3938368" y="428142"/>
                  </a:lnTo>
                  <a:lnTo>
                    <a:pt x="3978984" y="428722"/>
                  </a:lnTo>
                  <a:lnTo>
                    <a:pt x="4003230" y="429034"/>
                  </a:lnTo>
                  <a:lnTo>
                    <a:pt x="4014041" y="429159"/>
                  </a:lnTo>
                  <a:lnTo>
                    <a:pt x="4016392" y="429184"/>
                  </a:lnTo>
                  <a:lnTo>
                    <a:pt x="4016409" y="429185"/>
                  </a:lnTo>
                  <a:lnTo>
                    <a:pt x="4538543" y="429185"/>
                  </a:lnTo>
                  <a:lnTo>
                    <a:pt x="4539812" y="429192"/>
                  </a:lnTo>
                  <a:lnTo>
                    <a:pt x="4548107" y="429245"/>
                  </a:lnTo>
                  <a:lnTo>
                    <a:pt x="4568844" y="429392"/>
                  </a:lnTo>
                  <a:lnTo>
                    <a:pt x="4605478" y="429681"/>
                  </a:lnTo>
                  <a:lnTo>
                    <a:pt x="4659189" y="430154"/>
                  </a:lnTo>
                  <a:lnTo>
                    <a:pt x="4728820" y="430843"/>
                  </a:lnTo>
                  <a:lnTo>
                    <a:pt x="4811282" y="431766"/>
                  </a:lnTo>
                  <a:lnTo>
                    <a:pt x="4902318" y="432929"/>
                  </a:lnTo>
                  <a:lnTo>
                    <a:pt x="4997416" y="434328"/>
                  </a:lnTo>
                  <a:lnTo>
                    <a:pt x="5092554" y="435959"/>
                  </a:lnTo>
                  <a:lnTo>
                    <a:pt x="5184650" y="437817"/>
                  </a:lnTo>
                  <a:lnTo>
                    <a:pt x="5271684" y="439908"/>
                  </a:lnTo>
                  <a:lnTo>
                    <a:pt x="5352613" y="442243"/>
                  </a:lnTo>
                  <a:lnTo>
                    <a:pt x="5427166" y="444847"/>
                  </a:lnTo>
                  <a:lnTo>
                    <a:pt x="5495626" y="447751"/>
                  </a:lnTo>
                  <a:lnTo>
                    <a:pt x="5558627" y="450999"/>
                  </a:lnTo>
                  <a:lnTo>
                    <a:pt x="5617011" y="454640"/>
                  </a:lnTo>
                  <a:lnTo>
                    <a:pt x="5671707" y="458728"/>
                  </a:lnTo>
                  <a:lnTo>
                    <a:pt x="5723650" y="463311"/>
                  </a:lnTo>
                  <a:lnTo>
                    <a:pt x="5773696" y="468424"/>
                  </a:lnTo>
                  <a:lnTo>
                    <a:pt x="5784835" y="469656"/>
                  </a:lnTo>
                  <a:lnTo>
                    <a:pt x="5838748" y="476086"/>
                  </a:lnTo>
                  <a:lnTo>
                    <a:pt x="5892142" y="483193"/>
                  </a:lnTo>
                  <a:lnTo>
                    <a:pt x="5945594" y="490987"/>
                  </a:lnTo>
                  <a:lnTo>
                    <a:pt x="5999492" y="499451"/>
                  </a:lnTo>
                  <a:lnTo>
                    <a:pt x="6054054" y="508542"/>
                  </a:lnTo>
                  <a:lnTo>
                    <a:pt x="6109356" y="518185"/>
                  </a:lnTo>
                  <a:lnTo>
                    <a:pt x="6165345" y="528280"/>
                  </a:lnTo>
                  <a:lnTo>
                    <a:pt x="6221868" y="538698"/>
                  </a:lnTo>
                  <a:lnTo>
                    <a:pt x="6278694" y="549293"/>
                  </a:lnTo>
                  <a:lnTo>
                    <a:pt x="6335554" y="559907"/>
                  </a:lnTo>
                  <a:lnTo>
                    <a:pt x="6392174" y="570383"/>
                  </a:lnTo>
                  <a:lnTo>
                    <a:pt x="6448312" y="580570"/>
                  </a:lnTo>
                  <a:lnTo>
                    <a:pt x="6503792" y="590335"/>
                  </a:lnTo>
                  <a:lnTo>
                    <a:pt x="6558534" y="599569"/>
                  </a:lnTo>
                  <a:lnTo>
                    <a:pt x="6612581" y="608192"/>
                  </a:lnTo>
                  <a:lnTo>
                    <a:pt x="6666113" y="616153"/>
                  </a:lnTo>
                  <a:lnTo>
                    <a:pt x="6719476" y="623429"/>
                  </a:lnTo>
                  <a:lnTo>
                    <a:pt x="6773196" y="630023"/>
                  </a:lnTo>
                  <a:lnTo>
                    <a:pt x="6786527" y="631541"/>
                  </a:lnTo>
                  <a:lnTo>
                    <a:pt x="6836248" y="636776"/>
                  </a:lnTo>
                  <a:lnTo>
                    <a:pt x="6887691" y="641477"/>
                  </a:lnTo>
                  <a:lnTo>
                    <a:pt x="6941684" y="645673"/>
                  </a:lnTo>
                  <a:lnTo>
                    <a:pt x="6999150" y="649411"/>
                  </a:lnTo>
                  <a:lnTo>
                    <a:pt x="7061028" y="652743"/>
                  </a:lnTo>
                  <a:lnTo>
                    <a:pt x="7128187" y="655721"/>
                  </a:lnTo>
                  <a:lnTo>
                    <a:pt x="7201321" y="658389"/>
                  </a:lnTo>
                  <a:lnTo>
                    <a:pt x="7280808" y="660783"/>
                  </a:lnTo>
                  <a:lnTo>
                    <a:pt x="7366520" y="662927"/>
                  </a:lnTo>
                  <a:lnTo>
                    <a:pt x="7457609" y="664838"/>
                  </a:lnTo>
                  <a:lnTo>
                    <a:pt x="7552291" y="666520"/>
                  </a:lnTo>
                  <a:lnTo>
                    <a:pt x="7647721" y="667972"/>
                  </a:lnTo>
                  <a:lnTo>
                    <a:pt x="7740064" y="669189"/>
                  </a:lnTo>
                  <a:lnTo>
                    <a:pt x="7824862" y="670166"/>
                  </a:lnTo>
                  <a:lnTo>
                    <a:pt x="7897724" y="670907"/>
                  </a:lnTo>
                  <a:lnTo>
                    <a:pt x="7955217" y="671427"/>
                  </a:lnTo>
                  <a:lnTo>
                    <a:pt x="7995699" y="671754"/>
                  </a:lnTo>
                  <a:lnTo>
                    <a:pt x="8019809" y="671929"/>
                  </a:lnTo>
                  <a:lnTo>
                    <a:pt x="8030510" y="671999"/>
                  </a:lnTo>
                  <a:lnTo>
                    <a:pt x="8032804" y="672013"/>
                  </a:lnTo>
                  <a:lnTo>
                    <a:pt x="8032819" y="672013"/>
                  </a:lnTo>
                  <a:lnTo>
                    <a:pt x="8554953" y="672013"/>
                  </a:lnTo>
                  <a:lnTo>
                    <a:pt x="8554953" y="672013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352" name="pl352"/>
            <p:cNvSpPr/>
            <p:nvPr/>
          </p:nvSpPr>
          <p:spPr>
            <a:xfrm>
              <a:off x="386606" y="733771"/>
              <a:ext cx="8554953" cy="672013"/>
            </a:xfrm>
            <a:custGeom>
              <a:avLst/>
              <a:pathLst>
                <a:path w="8554953" h="672013">
                  <a:moveTo>
                    <a:pt x="8554953" y="672013"/>
                  </a:moveTo>
                  <a:lnTo>
                    <a:pt x="8032819" y="672013"/>
                  </a:lnTo>
                  <a:lnTo>
                    <a:pt x="8031550" y="672005"/>
                  </a:lnTo>
                  <a:lnTo>
                    <a:pt x="8023255" y="671952"/>
                  </a:lnTo>
                  <a:lnTo>
                    <a:pt x="8002518" y="671805"/>
                  </a:lnTo>
                  <a:lnTo>
                    <a:pt x="7965884" y="671516"/>
                  </a:lnTo>
                  <a:lnTo>
                    <a:pt x="7912173" y="671043"/>
                  </a:lnTo>
                  <a:lnTo>
                    <a:pt x="7842541" y="670354"/>
                  </a:lnTo>
                  <a:lnTo>
                    <a:pt x="7760080" y="669431"/>
                  </a:lnTo>
                  <a:lnTo>
                    <a:pt x="7669044" y="668269"/>
                  </a:lnTo>
                  <a:lnTo>
                    <a:pt x="7573946" y="666869"/>
                  </a:lnTo>
                  <a:lnTo>
                    <a:pt x="7478808" y="665239"/>
                  </a:lnTo>
                  <a:lnTo>
                    <a:pt x="7386712" y="663380"/>
                  </a:lnTo>
                  <a:lnTo>
                    <a:pt x="7299678" y="661289"/>
                  </a:lnTo>
                  <a:lnTo>
                    <a:pt x="7218749" y="658954"/>
                  </a:lnTo>
                  <a:lnTo>
                    <a:pt x="7144196" y="656351"/>
                  </a:lnTo>
                  <a:lnTo>
                    <a:pt x="7075736" y="653446"/>
                  </a:lnTo>
                  <a:lnTo>
                    <a:pt x="7012735" y="650198"/>
                  </a:lnTo>
                  <a:lnTo>
                    <a:pt x="6954351" y="646557"/>
                  </a:lnTo>
                  <a:lnTo>
                    <a:pt x="6899655" y="642470"/>
                  </a:lnTo>
                  <a:lnTo>
                    <a:pt x="6847712" y="637886"/>
                  </a:lnTo>
                  <a:lnTo>
                    <a:pt x="6797666" y="632773"/>
                  </a:lnTo>
                  <a:lnTo>
                    <a:pt x="6786527" y="631541"/>
                  </a:lnTo>
                  <a:lnTo>
                    <a:pt x="6732614" y="625111"/>
                  </a:lnTo>
                  <a:lnTo>
                    <a:pt x="6679220" y="618004"/>
                  </a:lnTo>
                  <a:lnTo>
                    <a:pt x="6625768" y="610211"/>
                  </a:lnTo>
                  <a:lnTo>
                    <a:pt x="6571870" y="601746"/>
                  </a:lnTo>
                  <a:lnTo>
                    <a:pt x="6517308" y="592656"/>
                  </a:lnTo>
                  <a:lnTo>
                    <a:pt x="6462006" y="583012"/>
                  </a:lnTo>
                  <a:lnTo>
                    <a:pt x="6406017" y="572917"/>
                  </a:lnTo>
                  <a:lnTo>
                    <a:pt x="6349494" y="562499"/>
                  </a:lnTo>
                  <a:lnTo>
                    <a:pt x="6292668" y="551905"/>
                  </a:lnTo>
                  <a:lnTo>
                    <a:pt x="6235808" y="541290"/>
                  </a:lnTo>
                  <a:lnTo>
                    <a:pt x="6179188" y="530814"/>
                  </a:lnTo>
                  <a:lnTo>
                    <a:pt x="6123050" y="520628"/>
                  </a:lnTo>
                  <a:lnTo>
                    <a:pt x="6067570" y="510863"/>
                  </a:lnTo>
                  <a:lnTo>
                    <a:pt x="6012828" y="501628"/>
                  </a:lnTo>
                  <a:lnTo>
                    <a:pt x="5958781" y="493005"/>
                  </a:lnTo>
                  <a:lnTo>
                    <a:pt x="5905249" y="485044"/>
                  </a:lnTo>
                  <a:lnTo>
                    <a:pt x="5851886" y="477768"/>
                  </a:lnTo>
                  <a:lnTo>
                    <a:pt x="5798166" y="471174"/>
                  </a:lnTo>
                  <a:lnTo>
                    <a:pt x="5784835" y="469656"/>
                  </a:lnTo>
                  <a:lnTo>
                    <a:pt x="5735114" y="464421"/>
                  </a:lnTo>
                  <a:lnTo>
                    <a:pt x="5683671" y="459720"/>
                  </a:lnTo>
                  <a:lnTo>
                    <a:pt x="5629678" y="455524"/>
                  </a:lnTo>
                  <a:lnTo>
                    <a:pt x="5572212" y="451787"/>
                  </a:lnTo>
                  <a:lnTo>
                    <a:pt x="5510334" y="448454"/>
                  </a:lnTo>
                  <a:lnTo>
                    <a:pt x="5443175" y="445476"/>
                  </a:lnTo>
                  <a:lnTo>
                    <a:pt x="5370041" y="442808"/>
                  </a:lnTo>
                  <a:lnTo>
                    <a:pt x="5290554" y="440414"/>
                  </a:lnTo>
                  <a:lnTo>
                    <a:pt x="5204842" y="438270"/>
                  </a:lnTo>
                  <a:lnTo>
                    <a:pt x="5113753" y="436359"/>
                  </a:lnTo>
                  <a:lnTo>
                    <a:pt x="5019071" y="434677"/>
                  </a:lnTo>
                  <a:lnTo>
                    <a:pt x="4923641" y="433225"/>
                  </a:lnTo>
                  <a:lnTo>
                    <a:pt x="4831298" y="432008"/>
                  </a:lnTo>
                  <a:lnTo>
                    <a:pt x="4746500" y="431031"/>
                  </a:lnTo>
                  <a:lnTo>
                    <a:pt x="4673638" y="430290"/>
                  </a:lnTo>
                  <a:lnTo>
                    <a:pt x="4616145" y="429771"/>
                  </a:lnTo>
                  <a:lnTo>
                    <a:pt x="4575663" y="429444"/>
                  </a:lnTo>
                  <a:lnTo>
                    <a:pt x="4551553" y="429268"/>
                  </a:lnTo>
                  <a:lnTo>
                    <a:pt x="4540852" y="429198"/>
                  </a:lnTo>
                  <a:lnTo>
                    <a:pt x="4538558" y="429185"/>
                  </a:lnTo>
                  <a:lnTo>
                    <a:pt x="4538543" y="429185"/>
                  </a:lnTo>
                  <a:lnTo>
                    <a:pt x="4016409" y="429185"/>
                  </a:lnTo>
                  <a:lnTo>
                    <a:pt x="4015142" y="429171"/>
                  </a:lnTo>
                  <a:lnTo>
                    <a:pt x="4006861" y="429077"/>
                  </a:lnTo>
                  <a:lnTo>
                    <a:pt x="3986156" y="428818"/>
                  </a:lnTo>
                  <a:lnTo>
                    <a:pt x="3949575" y="428308"/>
                  </a:lnTo>
                  <a:lnTo>
                    <a:pt x="3895937" y="427473"/>
                  </a:lnTo>
                  <a:lnTo>
                    <a:pt x="3826389" y="426258"/>
                  </a:lnTo>
                  <a:lnTo>
                    <a:pt x="3744012" y="424629"/>
                  </a:lnTo>
                  <a:lnTo>
                    <a:pt x="3653053" y="422577"/>
                  </a:lnTo>
                  <a:lnTo>
                    <a:pt x="3558018" y="420107"/>
                  </a:lnTo>
                  <a:lnTo>
                    <a:pt x="3462923" y="417229"/>
                  </a:lnTo>
                  <a:lnTo>
                    <a:pt x="3370854" y="413948"/>
                  </a:lnTo>
                  <a:lnTo>
                    <a:pt x="3283832" y="410258"/>
                  </a:lnTo>
                  <a:lnTo>
                    <a:pt x="3202904" y="406136"/>
                  </a:lnTo>
                  <a:lnTo>
                    <a:pt x="3128344" y="401541"/>
                  </a:lnTo>
                  <a:lnTo>
                    <a:pt x="3059876" y="396415"/>
                  </a:lnTo>
                  <a:lnTo>
                    <a:pt x="2996866" y="390683"/>
                  </a:lnTo>
                  <a:lnTo>
                    <a:pt x="2938477" y="384258"/>
                  </a:lnTo>
                  <a:lnTo>
                    <a:pt x="2883780" y="377045"/>
                  </a:lnTo>
                  <a:lnTo>
                    <a:pt x="2831842" y="368959"/>
                  </a:lnTo>
                  <a:lnTo>
                    <a:pt x="2781807" y="359937"/>
                  </a:lnTo>
                  <a:lnTo>
                    <a:pt x="2770117" y="357654"/>
                  </a:lnTo>
                  <a:lnTo>
                    <a:pt x="2716904" y="346445"/>
                  </a:lnTo>
                  <a:lnTo>
                    <a:pt x="2664205" y="334071"/>
                  </a:lnTo>
                  <a:lnTo>
                    <a:pt x="2611461" y="320515"/>
                  </a:lnTo>
                  <a:lnTo>
                    <a:pt x="2558295" y="305803"/>
                  </a:lnTo>
                  <a:lnTo>
                    <a:pt x="2504488" y="290007"/>
                  </a:lnTo>
                  <a:lnTo>
                    <a:pt x="2449961" y="273249"/>
                  </a:lnTo>
                  <a:lnTo>
                    <a:pt x="2394757" y="255700"/>
                  </a:lnTo>
                  <a:lnTo>
                    <a:pt x="2339016" y="237571"/>
                  </a:lnTo>
                  <a:lnTo>
                    <a:pt x="2282953" y="219111"/>
                  </a:lnTo>
                  <a:lnTo>
                    <a:pt x="2226825" y="200585"/>
                  </a:lnTo>
                  <a:lnTo>
                    <a:pt x="2170898" y="182262"/>
                  </a:lnTo>
                  <a:lnTo>
                    <a:pt x="2115409" y="164401"/>
                  </a:lnTo>
                  <a:lnTo>
                    <a:pt x="2060540" y="147234"/>
                  </a:lnTo>
                  <a:lnTo>
                    <a:pt x="2006384" y="130950"/>
                  </a:lnTo>
                  <a:lnTo>
                    <a:pt x="1952924" y="115698"/>
                  </a:lnTo>
                  <a:lnTo>
                    <a:pt x="1900011" y="101572"/>
                  </a:lnTo>
                  <a:lnTo>
                    <a:pt x="1847348" y="88622"/>
                  </a:lnTo>
                  <a:lnTo>
                    <a:pt x="1794468" y="76850"/>
                  </a:lnTo>
                  <a:lnTo>
                    <a:pt x="1768425" y="71530"/>
                  </a:lnTo>
                  <a:lnTo>
                    <a:pt x="1718733" y="62283"/>
                  </a:lnTo>
                  <a:lnTo>
                    <a:pt x="1667320" y="53978"/>
                  </a:lnTo>
                  <a:lnTo>
                    <a:pt x="1613362" y="46565"/>
                  </a:lnTo>
                  <a:lnTo>
                    <a:pt x="1555935" y="39962"/>
                  </a:lnTo>
                  <a:lnTo>
                    <a:pt x="1494104" y="34073"/>
                  </a:lnTo>
                  <a:lnTo>
                    <a:pt x="1427000" y="28811"/>
                  </a:lnTo>
                  <a:lnTo>
                    <a:pt x="1353929" y="24096"/>
                  </a:lnTo>
                  <a:lnTo>
                    <a:pt x="1274514" y="19865"/>
                  </a:lnTo>
                  <a:lnTo>
                    <a:pt x="1188877" y="16075"/>
                  </a:lnTo>
                  <a:lnTo>
                    <a:pt x="1097864" y="12698"/>
                  </a:lnTo>
                  <a:lnTo>
                    <a:pt x="1003248" y="9725"/>
                  </a:lnTo>
                  <a:lnTo>
                    <a:pt x="907865" y="7157"/>
                  </a:lnTo>
                  <a:lnTo>
                    <a:pt x="815537" y="5005"/>
                  </a:lnTo>
                  <a:lnTo>
                    <a:pt x="730712" y="3275"/>
                  </a:lnTo>
                  <a:lnTo>
                    <a:pt x="657779" y="1964"/>
                  </a:lnTo>
                  <a:lnTo>
                    <a:pt x="600174" y="1042"/>
                  </a:lnTo>
                  <a:lnTo>
                    <a:pt x="559558" y="462"/>
                  </a:lnTo>
                  <a:lnTo>
                    <a:pt x="535312" y="150"/>
                  </a:lnTo>
                  <a:lnTo>
                    <a:pt x="524501" y="25"/>
                  </a:lnTo>
                  <a:lnTo>
                    <a:pt x="522151" y="0"/>
                  </a:lnTo>
                  <a:lnTo>
                    <a:pt x="522133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353" name="pg353"/>
            <p:cNvSpPr/>
            <p:nvPr/>
          </p:nvSpPr>
          <p:spPr>
            <a:xfrm>
              <a:off x="386606" y="756360"/>
              <a:ext cx="8554953" cy="931783"/>
            </a:xfrm>
            <a:custGeom>
              <a:avLst/>
              <a:pathLst>
                <a:path w="8554953" h="931783">
                  <a:moveTo>
                    <a:pt x="0" y="22588"/>
                  </a:moveTo>
                  <a:lnTo>
                    <a:pt x="522133" y="22588"/>
                  </a:lnTo>
                  <a:lnTo>
                    <a:pt x="523400" y="22601"/>
                  </a:lnTo>
                  <a:lnTo>
                    <a:pt x="531681" y="22695"/>
                  </a:lnTo>
                  <a:lnTo>
                    <a:pt x="552387" y="22955"/>
                  </a:lnTo>
                  <a:lnTo>
                    <a:pt x="588968" y="23465"/>
                  </a:lnTo>
                  <a:lnTo>
                    <a:pt x="642605" y="24299"/>
                  </a:lnTo>
                  <a:lnTo>
                    <a:pt x="712154" y="25515"/>
                  </a:lnTo>
                  <a:lnTo>
                    <a:pt x="794530" y="27144"/>
                  </a:lnTo>
                  <a:lnTo>
                    <a:pt x="885489" y="29196"/>
                  </a:lnTo>
                  <a:lnTo>
                    <a:pt x="980525" y="31666"/>
                  </a:lnTo>
                  <a:lnTo>
                    <a:pt x="1075619" y="34544"/>
                  </a:lnTo>
                  <a:lnTo>
                    <a:pt x="1167688" y="37825"/>
                  </a:lnTo>
                  <a:lnTo>
                    <a:pt x="1254710" y="41515"/>
                  </a:lnTo>
                  <a:lnTo>
                    <a:pt x="1335638" y="45637"/>
                  </a:lnTo>
                  <a:lnTo>
                    <a:pt x="1410198" y="50232"/>
                  </a:lnTo>
                  <a:lnTo>
                    <a:pt x="1478666" y="55358"/>
                  </a:lnTo>
                  <a:lnTo>
                    <a:pt x="1541676" y="61090"/>
                  </a:lnTo>
                  <a:lnTo>
                    <a:pt x="1600065" y="67515"/>
                  </a:lnTo>
                  <a:lnTo>
                    <a:pt x="1654762" y="74727"/>
                  </a:lnTo>
                  <a:lnTo>
                    <a:pt x="1706700" y="82814"/>
                  </a:lnTo>
                  <a:lnTo>
                    <a:pt x="1756735" y="91836"/>
                  </a:lnTo>
                  <a:lnTo>
                    <a:pt x="1768425" y="94119"/>
                  </a:lnTo>
                  <a:lnTo>
                    <a:pt x="1821638" y="105327"/>
                  </a:lnTo>
                  <a:lnTo>
                    <a:pt x="1874337" y="117701"/>
                  </a:lnTo>
                  <a:lnTo>
                    <a:pt x="1927081" y="131257"/>
                  </a:lnTo>
                  <a:lnTo>
                    <a:pt x="1980248" y="145969"/>
                  </a:lnTo>
                  <a:lnTo>
                    <a:pt x="2034055" y="161765"/>
                  </a:lnTo>
                  <a:lnTo>
                    <a:pt x="2088581" y="178523"/>
                  </a:lnTo>
                  <a:lnTo>
                    <a:pt x="2143786" y="196073"/>
                  </a:lnTo>
                  <a:lnTo>
                    <a:pt x="2199526" y="214201"/>
                  </a:lnTo>
                  <a:lnTo>
                    <a:pt x="2255589" y="232662"/>
                  </a:lnTo>
                  <a:lnTo>
                    <a:pt x="2311717" y="251188"/>
                  </a:lnTo>
                  <a:lnTo>
                    <a:pt x="2367645" y="269511"/>
                  </a:lnTo>
                  <a:lnTo>
                    <a:pt x="2423133" y="287371"/>
                  </a:lnTo>
                  <a:lnTo>
                    <a:pt x="2478002" y="304539"/>
                  </a:lnTo>
                  <a:lnTo>
                    <a:pt x="2532158" y="320822"/>
                  </a:lnTo>
                  <a:lnTo>
                    <a:pt x="2585618" y="336075"/>
                  </a:lnTo>
                  <a:lnTo>
                    <a:pt x="2638532" y="350200"/>
                  </a:lnTo>
                  <a:lnTo>
                    <a:pt x="2691195" y="363151"/>
                  </a:lnTo>
                  <a:lnTo>
                    <a:pt x="2744074" y="374923"/>
                  </a:lnTo>
                  <a:lnTo>
                    <a:pt x="2770117" y="380242"/>
                  </a:lnTo>
                  <a:lnTo>
                    <a:pt x="2819810" y="389490"/>
                  </a:lnTo>
                  <a:lnTo>
                    <a:pt x="2871222" y="397795"/>
                  </a:lnTo>
                  <a:lnTo>
                    <a:pt x="2925181" y="405207"/>
                  </a:lnTo>
                  <a:lnTo>
                    <a:pt x="2982607" y="411811"/>
                  </a:lnTo>
                  <a:lnTo>
                    <a:pt x="3044438" y="417699"/>
                  </a:lnTo>
                  <a:lnTo>
                    <a:pt x="3111542" y="422962"/>
                  </a:lnTo>
                  <a:lnTo>
                    <a:pt x="3184613" y="427677"/>
                  </a:lnTo>
                  <a:lnTo>
                    <a:pt x="3264028" y="431907"/>
                  </a:lnTo>
                  <a:lnTo>
                    <a:pt x="3349665" y="435697"/>
                  </a:lnTo>
                  <a:lnTo>
                    <a:pt x="3440679" y="439074"/>
                  </a:lnTo>
                  <a:lnTo>
                    <a:pt x="3535294" y="442048"/>
                  </a:lnTo>
                  <a:lnTo>
                    <a:pt x="3630677" y="444616"/>
                  </a:lnTo>
                  <a:lnTo>
                    <a:pt x="3723005" y="446768"/>
                  </a:lnTo>
                  <a:lnTo>
                    <a:pt x="3807830" y="448497"/>
                  </a:lnTo>
                  <a:lnTo>
                    <a:pt x="3880764" y="449809"/>
                  </a:lnTo>
                  <a:lnTo>
                    <a:pt x="3938368" y="450730"/>
                  </a:lnTo>
                  <a:lnTo>
                    <a:pt x="3978984" y="451311"/>
                  </a:lnTo>
                  <a:lnTo>
                    <a:pt x="4003230" y="451623"/>
                  </a:lnTo>
                  <a:lnTo>
                    <a:pt x="4014041" y="451748"/>
                  </a:lnTo>
                  <a:lnTo>
                    <a:pt x="4016409" y="451773"/>
                  </a:lnTo>
                  <a:lnTo>
                    <a:pt x="4538543" y="451773"/>
                  </a:lnTo>
                  <a:lnTo>
                    <a:pt x="4539809" y="451788"/>
                  </a:lnTo>
                  <a:lnTo>
                    <a:pt x="4548086" y="451893"/>
                  </a:lnTo>
                  <a:lnTo>
                    <a:pt x="4568779" y="452183"/>
                  </a:lnTo>
                  <a:lnTo>
                    <a:pt x="4605340" y="452753"/>
                  </a:lnTo>
                  <a:lnTo>
                    <a:pt x="4658952" y="453686"/>
                  </a:lnTo>
                  <a:lnTo>
                    <a:pt x="4728469" y="455045"/>
                  </a:lnTo>
                  <a:lnTo>
                    <a:pt x="4810814" y="456866"/>
                  </a:lnTo>
                  <a:lnTo>
                    <a:pt x="4901745" y="459159"/>
                  </a:lnTo>
                  <a:lnTo>
                    <a:pt x="4996757" y="461920"/>
                  </a:lnTo>
                  <a:lnTo>
                    <a:pt x="5091835" y="465138"/>
                  </a:lnTo>
                  <a:lnTo>
                    <a:pt x="5183894" y="468805"/>
                  </a:lnTo>
                  <a:lnTo>
                    <a:pt x="5270912" y="472931"/>
                  </a:lnTo>
                  <a:lnTo>
                    <a:pt x="5351840" y="477539"/>
                  </a:lnTo>
                  <a:lnTo>
                    <a:pt x="5426402" y="482675"/>
                  </a:lnTo>
                  <a:lnTo>
                    <a:pt x="5494873" y="488405"/>
                  </a:lnTo>
                  <a:lnTo>
                    <a:pt x="5557886" y="494812"/>
                  </a:lnTo>
                  <a:lnTo>
                    <a:pt x="5616278" y="501994"/>
                  </a:lnTo>
                  <a:lnTo>
                    <a:pt x="5670975" y="510055"/>
                  </a:lnTo>
                  <a:lnTo>
                    <a:pt x="5722911" y="519093"/>
                  </a:lnTo>
                  <a:lnTo>
                    <a:pt x="5772942" y="529177"/>
                  </a:lnTo>
                  <a:lnTo>
                    <a:pt x="5784835" y="531775"/>
                  </a:lnTo>
                  <a:lnTo>
                    <a:pt x="5837801" y="544249"/>
                  </a:lnTo>
                  <a:lnTo>
                    <a:pt x="5890255" y="558014"/>
                  </a:lnTo>
                  <a:lnTo>
                    <a:pt x="5942749" y="573089"/>
                  </a:lnTo>
                  <a:lnTo>
                    <a:pt x="5995658" y="589446"/>
                  </a:lnTo>
                  <a:lnTo>
                    <a:pt x="6049198" y="607006"/>
                  </a:lnTo>
                  <a:lnTo>
                    <a:pt x="6103452" y="625635"/>
                  </a:lnTo>
                  <a:lnTo>
                    <a:pt x="6158379" y="645148"/>
                  </a:lnTo>
                  <a:lnTo>
                    <a:pt x="6213844" y="665310"/>
                  </a:lnTo>
                  <a:lnTo>
                    <a:pt x="6269636" y="685851"/>
                  </a:lnTo>
                  <a:lnTo>
                    <a:pt x="6325505" y="706478"/>
                  </a:lnTo>
                  <a:lnTo>
                    <a:pt x="6381187" y="726893"/>
                  </a:lnTo>
                  <a:lnTo>
                    <a:pt x="6436445" y="746810"/>
                  </a:lnTo>
                  <a:lnTo>
                    <a:pt x="6491097" y="765972"/>
                  </a:lnTo>
                  <a:lnTo>
                    <a:pt x="6545045" y="784166"/>
                  </a:lnTo>
                  <a:lnTo>
                    <a:pt x="6598299" y="801227"/>
                  </a:lnTo>
                  <a:lnTo>
                    <a:pt x="6650996" y="817045"/>
                  </a:lnTo>
                  <a:lnTo>
                    <a:pt x="6703418" y="831563"/>
                  </a:lnTo>
                  <a:lnTo>
                    <a:pt x="6756010" y="844773"/>
                  </a:lnTo>
                  <a:lnTo>
                    <a:pt x="6786527" y="851781"/>
                  </a:lnTo>
                  <a:lnTo>
                    <a:pt x="6836209" y="862122"/>
                  </a:lnTo>
                  <a:lnTo>
                    <a:pt x="6887610" y="871408"/>
                  </a:lnTo>
                  <a:lnTo>
                    <a:pt x="6941556" y="879698"/>
                  </a:lnTo>
                  <a:lnTo>
                    <a:pt x="6998968" y="887082"/>
                  </a:lnTo>
                  <a:lnTo>
                    <a:pt x="7060782" y="893667"/>
                  </a:lnTo>
                  <a:lnTo>
                    <a:pt x="7127866" y="899553"/>
                  </a:lnTo>
                  <a:lnTo>
                    <a:pt x="7200913" y="904826"/>
                  </a:lnTo>
                  <a:lnTo>
                    <a:pt x="7280302" y="909557"/>
                  </a:lnTo>
                  <a:lnTo>
                    <a:pt x="7365911" y="913796"/>
                  </a:lnTo>
                  <a:lnTo>
                    <a:pt x="7456897" y="917573"/>
                  </a:lnTo>
                  <a:lnTo>
                    <a:pt x="7551487" y="920899"/>
                  </a:lnTo>
                  <a:lnTo>
                    <a:pt x="7646854" y="923771"/>
                  </a:lnTo>
                  <a:lnTo>
                    <a:pt x="7739176" y="926179"/>
                  </a:lnTo>
                  <a:lnTo>
                    <a:pt x="7824010" y="928114"/>
                  </a:lnTo>
                  <a:lnTo>
                    <a:pt x="7896971" y="929582"/>
                  </a:lnTo>
                  <a:lnTo>
                    <a:pt x="7954616" y="930614"/>
                  </a:lnTo>
                  <a:lnTo>
                    <a:pt x="7995282" y="931264"/>
                  </a:lnTo>
                  <a:lnTo>
                    <a:pt x="8019577" y="931614"/>
                  </a:lnTo>
                  <a:lnTo>
                    <a:pt x="8030429" y="931754"/>
                  </a:lnTo>
                  <a:lnTo>
                    <a:pt x="8032819" y="931783"/>
                  </a:lnTo>
                  <a:lnTo>
                    <a:pt x="8554953" y="931783"/>
                  </a:lnTo>
                  <a:lnTo>
                    <a:pt x="8554953" y="909194"/>
                  </a:lnTo>
                  <a:lnTo>
                    <a:pt x="8032819" y="909194"/>
                  </a:lnTo>
                  <a:lnTo>
                    <a:pt x="8031553" y="909179"/>
                  </a:lnTo>
                  <a:lnTo>
                    <a:pt x="8023276" y="909074"/>
                  </a:lnTo>
                  <a:lnTo>
                    <a:pt x="8002583" y="908784"/>
                  </a:lnTo>
                  <a:lnTo>
                    <a:pt x="7966022" y="908214"/>
                  </a:lnTo>
                  <a:lnTo>
                    <a:pt x="7912410" y="907281"/>
                  </a:lnTo>
                  <a:lnTo>
                    <a:pt x="7842893" y="905922"/>
                  </a:lnTo>
                  <a:lnTo>
                    <a:pt x="7760548" y="904102"/>
                  </a:lnTo>
                  <a:lnTo>
                    <a:pt x="7669617" y="901808"/>
                  </a:lnTo>
                  <a:lnTo>
                    <a:pt x="7574605" y="899047"/>
                  </a:lnTo>
                  <a:lnTo>
                    <a:pt x="7479527" y="895829"/>
                  </a:lnTo>
                  <a:lnTo>
                    <a:pt x="7387468" y="892162"/>
                  </a:lnTo>
                  <a:lnTo>
                    <a:pt x="7300450" y="888037"/>
                  </a:lnTo>
                  <a:lnTo>
                    <a:pt x="7219522" y="883429"/>
                  </a:lnTo>
                  <a:lnTo>
                    <a:pt x="7144960" y="878292"/>
                  </a:lnTo>
                  <a:lnTo>
                    <a:pt x="7076489" y="872562"/>
                  </a:lnTo>
                  <a:lnTo>
                    <a:pt x="7013476" y="866155"/>
                  </a:lnTo>
                  <a:lnTo>
                    <a:pt x="6955084" y="858973"/>
                  </a:lnTo>
                  <a:lnTo>
                    <a:pt x="6900387" y="850912"/>
                  </a:lnTo>
                  <a:lnTo>
                    <a:pt x="6848451" y="841874"/>
                  </a:lnTo>
                  <a:lnTo>
                    <a:pt x="6798420" y="831790"/>
                  </a:lnTo>
                  <a:lnTo>
                    <a:pt x="6786527" y="829192"/>
                  </a:lnTo>
                  <a:lnTo>
                    <a:pt x="6733561" y="816718"/>
                  </a:lnTo>
                  <a:lnTo>
                    <a:pt x="6681107" y="802953"/>
                  </a:lnTo>
                  <a:lnTo>
                    <a:pt x="6628613" y="787878"/>
                  </a:lnTo>
                  <a:lnTo>
                    <a:pt x="6575704" y="771521"/>
                  </a:lnTo>
                  <a:lnTo>
                    <a:pt x="6522164" y="753961"/>
                  </a:lnTo>
                  <a:lnTo>
                    <a:pt x="6467910" y="735332"/>
                  </a:lnTo>
                  <a:lnTo>
                    <a:pt x="6412983" y="715819"/>
                  </a:lnTo>
                  <a:lnTo>
                    <a:pt x="6357518" y="695657"/>
                  </a:lnTo>
                  <a:lnTo>
                    <a:pt x="6301726" y="675116"/>
                  </a:lnTo>
                  <a:lnTo>
                    <a:pt x="6245857" y="654489"/>
                  </a:lnTo>
                  <a:lnTo>
                    <a:pt x="6190175" y="634075"/>
                  </a:lnTo>
                  <a:lnTo>
                    <a:pt x="6134917" y="614158"/>
                  </a:lnTo>
                  <a:lnTo>
                    <a:pt x="6080265" y="594995"/>
                  </a:lnTo>
                  <a:lnTo>
                    <a:pt x="6026317" y="576801"/>
                  </a:lnTo>
                  <a:lnTo>
                    <a:pt x="5973063" y="559740"/>
                  </a:lnTo>
                  <a:lnTo>
                    <a:pt x="5920366" y="543923"/>
                  </a:lnTo>
                  <a:lnTo>
                    <a:pt x="5867944" y="529405"/>
                  </a:lnTo>
                  <a:lnTo>
                    <a:pt x="5815352" y="516194"/>
                  </a:lnTo>
                  <a:lnTo>
                    <a:pt x="5784835" y="509186"/>
                  </a:lnTo>
                  <a:lnTo>
                    <a:pt x="5735153" y="498846"/>
                  </a:lnTo>
                  <a:lnTo>
                    <a:pt x="5683752" y="489559"/>
                  </a:lnTo>
                  <a:lnTo>
                    <a:pt x="5629806" y="481270"/>
                  </a:lnTo>
                  <a:lnTo>
                    <a:pt x="5572394" y="473885"/>
                  </a:lnTo>
                  <a:lnTo>
                    <a:pt x="5510580" y="467300"/>
                  </a:lnTo>
                  <a:lnTo>
                    <a:pt x="5443496" y="461414"/>
                  </a:lnTo>
                  <a:lnTo>
                    <a:pt x="5370449" y="456141"/>
                  </a:lnTo>
                  <a:lnTo>
                    <a:pt x="5291060" y="451410"/>
                  </a:lnTo>
                  <a:lnTo>
                    <a:pt x="5205451" y="447172"/>
                  </a:lnTo>
                  <a:lnTo>
                    <a:pt x="5114465" y="443395"/>
                  </a:lnTo>
                  <a:lnTo>
                    <a:pt x="5019875" y="440068"/>
                  </a:lnTo>
                  <a:lnTo>
                    <a:pt x="4924508" y="437196"/>
                  </a:lnTo>
                  <a:lnTo>
                    <a:pt x="4832186" y="434788"/>
                  </a:lnTo>
                  <a:lnTo>
                    <a:pt x="4747351" y="432853"/>
                  </a:lnTo>
                  <a:lnTo>
                    <a:pt x="4674391" y="431385"/>
                  </a:lnTo>
                  <a:lnTo>
                    <a:pt x="4616746" y="430354"/>
                  </a:lnTo>
                  <a:lnTo>
                    <a:pt x="4576080" y="429703"/>
                  </a:lnTo>
                  <a:lnTo>
                    <a:pt x="4551785" y="429354"/>
                  </a:lnTo>
                  <a:lnTo>
                    <a:pt x="4540933" y="429213"/>
                  </a:lnTo>
                  <a:lnTo>
                    <a:pt x="4538543" y="429185"/>
                  </a:lnTo>
                  <a:lnTo>
                    <a:pt x="4016409" y="429185"/>
                  </a:lnTo>
                  <a:lnTo>
                    <a:pt x="4015142" y="429171"/>
                  </a:lnTo>
                  <a:lnTo>
                    <a:pt x="4006861" y="429077"/>
                  </a:lnTo>
                  <a:lnTo>
                    <a:pt x="3986156" y="428818"/>
                  </a:lnTo>
                  <a:lnTo>
                    <a:pt x="3949575" y="428308"/>
                  </a:lnTo>
                  <a:lnTo>
                    <a:pt x="3895937" y="427473"/>
                  </a:lnTo>
                  <a:lnTo>
                    <a:pt x="3826389" y="426258"/>
                  </a:lnTo>
                  <a:lnTo>
                    <a:pt x="3744012" y="424629"/>
                  </a:lnTo>
                  <a:lnTo>
                    <a:pt x="3653053" y="422577"/>
                  </a:lnTo>
                  <a:lnTo>
                    <a:pt x="3558018" y="420107"/>
                  </a:lnTo>
                  <a:lnTo>
                    <a:pt x="3462923" y="417229"/>
                  </a:lnTo>
                  <a:lnTo>
                    <a:pt x="3370854" y="413948"/>
                  </a:lnTo>
                  <a:lnTo>
                    <a:pt x="3283832" y="410258"/>
                  </a:lnTo>
                  <a:lnTo>
                    <a:pt x="3202904" y="406136"/>
                  </a:lnTo>
                  <a:lnTo>
                    <a:pt x="3128344" y="401541"/>
                  </a:lnTo>
                  <a:lnTo>
                    <a:pt x="3059876" y="396415"/>
                  </a:lnTo>
                  <a:lnTo>
                    <a:pt x="2996866" y="390683"/>
                  </a:lnTo>
                  <a:lnTo>
                    <a:pt x="2938477" y="384258"/>
                  </a:lnTo>
                  <a:lnTo>
                    <a:pt x="2883780" y="377045"/>
                  </a:lnTo>
                  <a:lnTo>
                    <a:pt x="2831842" y="368959"/>
                  </a:lnTo>
                  <a:lnTo>
                    <a:pt x="2781807" y="359937"/>
                  </a:lnTo>
                  <a:lnTo>
                    <a:pt x="2770117" y="357654"/>
                  </a:lnTo>
                  <a:lnTo>
                    <a:pt x="2716904" y="346445"/>
                  </a:lnTo>
                  <a:lnTo>
                    <a:pt x="2664205" y="334071"/>
                  </a:lnTo>
                  <a:lnTo>
                    <a:pt x="2611461" y="320515"/>
                  </a:lnTo>
                  <a:lnTo>
                    <a:pt x="2558295" y="305803"/>
                  </a:lnTo>
                  <a:lnTo>
                    <a:pt x="2504488" y="290007"/>
                  </a:lnTo>
                  <a:lnTo>
                    <a:pt x="2449961" y="273249"/>
                  </a:lnTo>
                  <a:lnTo>
                    <a:pt x="2394757" y="255700"/>
                  </a:lnTo>
                  <a:lnTo>
                    <a:pt x="2339016" y="237571"/>
                  </a:lnTo>
                  <a:lnTo>
                    <a:pt x="2282953" y="219111"/>
                  </a:lnTo>
                  <a:lnTo>
                    <a:pt x="2226825" y="200585"/>
                  </a:lnTo>
                  <a:lnTo>
                    <a:pt x="2170898" y="182262"/>
                  </a:lnTo>
                  <a:lnTo>
                    <a:pt x="2115409" y="164401"/>
                  </a:lnTo>
                  <a:lnTo>
                    <a:pt x="2060540" y="147234"/>
                  </a:lnTo>
                  <a:lnTo>
                    <a:pt x="2006384" y="130950"/>
                  </a:lnTo>
                  <a:lnTo>
                    <a:pt x="1952924" y="115698"/>
                  </a:lnTo>
                  <a:lnTo>
                    <a:pt x="1900011" y="101572"/>
                  </a:lnTo>
                  <a:lnTo>
                    <a:pt x="1847348" y="88622"/>
                  </a:lnTo>
                  <a:lnTo>
                    <a:pt x="1794468" y="76850"/>
                  </a:lnTo>
                  <a:lnTo>
                    <a:pt x="1768425" y="71530"/>
                  </a:lnTo>
                  <a:lnTo>
                    <a:pt x="1718733" y="62283"/>
                  </a:lnTo>
                  <a:lnTo>
                    <a:pt x="1667320" y="53978"/>
                  </a:lnTo>
                  <a:lnTo>
                    <a:pt x="1613362" y="46565"/>
                  </a:lnTo>
                  <a:lnTo>
                    <a:pt x="1555935" y="39962"/>
                  </a:lnTo>
                  <a:lnTo>
                    <a:pt x="1494104" y="34073"/>
                  </a:lnTo>
                  <a:lnTo>
                    <a:pt x="1427000" y="28811"/>
                  </a:lnTo>
                  <a:lnTo>
                    <a:pt x="1353929" y="24096"/>
                  </a:lnTo>
                  <a:lnTo>
                    <a:pt x="1274514" y="19865"/>
                  </a:lnTo>
                  <a:lnTo>
                    <a:pt x="1188877" y="16075"/>
                  </a:lnTo>
                  <a:lnTo>
                    <a:pt x="1097864" y="12698"/>
                  </a:lnTo>
                  <a:lnTo>
                    <a:pt x="1003248" y="9725"/>
                  </a:lnTo>
                  <a:lnTo>
                    <a:pt x="907865" y="7157"/>
                  </a:lnTo>
                  <a:lnTo>
                    <a:pt x="815537" y="5005"/>
                  </a:lnTo>
                  <a:lnTo>
                    <a:pt x="730712" y="3275"/>
                  </a:lnTo>
                  <a:lnTo>
                    <a:pt x="657779" y="1964"/>
                  </a:lnTo>
                  <a:lnTo>
                    <a:pt x="600174" y="1042"/>
                  </a:lnTo>
                  <a:lnTo>
                    <a:pt x="559558" y="462"/>
                  </a:lnTo>
                  <a:lnTo>
                    <a:pt x="535312" y="150"/>
                  </a:lnTo>
                  <a:lnTo>
                    <a:pt x="524501" y="25"/>
                  </a:lnTo>
                  <a:lnTo>
                    <a:pt x="5221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354" name="pl354"/>
            <p:cNvSpPr/>
            <p:nvPr/>
          </p:nvSpPr>
          <p:spPr>
            <a:xfrm>
              <a:off x="386606" y="778948"/>
              <a:ext cx="8554953" cy="909194"/>
            </a:xfrm>
            <a:custGeom>
              <a:avLst/>
              <a:pathLst>
                <a:path w="8554953" h="909194">
                  <a:moveTo>
                    <a:pt x="0" y="0"/>
                  </a:moveTo>
                  <a:lnTo>
                    <a:pt x="522133" y="0"/>
                  </a:lnTo>
                  <a:lnTo>
                    <a:pt x="523400" y="13"/>
                  </a:lnTo>
                  <a:lnTo>
                    <a:pt x="531681" y="107"/>
                  </a:lnTo>
                  <a:lnTo>
                    <a:pt x="552387" y="366"/>
                  </a:lnTo>
                  <a:lnTo>
                    <a:pt x="588968" y="876"/>
                  </a:lnTo>
                  <a:lnTo>
                    <a:pt x="642605" y="1711"/>
                  </a:lnTo>
                  <a:lnTo>
                    <a:pt x="712154" y="2926"/>
                  </a:lnTo>
                  <a:lnTo>
                    <a:pt x="794530" y="4555"/>
                  </a:lnTo>
                  <a:lnTo>
                    <a:pt x="885489" y="6607"/>
                  </a:lnTo>
                  <a:lnTo>
                    <a:pt x="980525" y="9077"/>
                  </a:lnTo>
                  <a:lnTo>
                    <a:pt x="1075619" y="11955"/>
                  </a:lnTo>
                  <a:lnTo>
                    <a:pt x="1167688" y="15236"/>
                  </a:lnTo>
                  <a:lnTo>
                    <a:pt x="1254710" y="18926"/>
                  </a:lnTo>
                  <a:lnTo>
                    <a:pt x="1335638" y="23048"/>
                  </a:lnTo>
                  <a:lnTo>
                    <a:pt x="1410198" y="27643"/>
                  </a:lnTo>
                  <a:lnTo>
                    <a:pt x="1478666" y="32769"/>
                  </a:lnTo>
                  <a:lnTo>
                    <a:pt x="1541676" y="38501"/>
                  </a:lnTo>
                  <a:lnTo>
                    <a:pt x="1600065" y="44926"/>
                  </a:lnTo>
                  <a:lnTo>
                    <a:pt x="1654762" y="52139"/>
                  </a:lnTo>
                  <a:lnTo>
                    <a:pt x="1706700" y="60225"/>
                  </a:lnTo>
                  <a:lnTo>
                    <a:pt x="1756735" y="69247"/>
                  </a:lnTo>
                  <a:lnTo>
                    <a:pt x="1768425" y="71530"/>
                  </a:lnTo>
                  <a:lnTo>
                    <a:pt x="1821638" y="82739"/>
                  </a:lnTo>
                  <a:lnTo>
                    <a:pt x="1874337" y="95113"/>
                  </a:lnTo>
                  <a:lnTo>
                    <a:pt x="1927081" y="108669"/>
                  </a:lnTo>
                  <a:lnTo>
                    <a:pt x="1980248" y="123381"/>
                  </a:lnTo>
                  <a:lnTo>
                    <a:pt x="2034055" y="139177"/>
                  </a:lnTo>
                  <a:lnTo>
                    <a:pt x="2088581" y="155935"/>
                  </a:lnTo>
                  <a:lnTo>
                    <a:pt x="2143786" y="173484"/>
                  </a:lnTo>
                  <a:lnTo>
                    <a:pt x="2199526" y="191613"/>
                  </a:lnTo>
                  <a:lnTo>
                    <a:pt x="2255589" y="210073"/>
                  </a:lnTo>
                  <a:lnTo>
                    <a:pt x="2311717" y="228599"/>
                  </a:lnTo>
                  <a:lnTo>
                    <a:pt x="2367645" y="246922"/>
                  </a:lnTo>
                  <a:lnTo>
                    <a:pt x="2423133" y="264783"/>
                  </a:lnTo>
                  <a:lnTo>
                    <a:pt x="2478002" y="281950"/>
                  </a:lnTo>
                  <a:lnTo>
                    <a:pt x="2532158" y="298234"/>
                  </a:lnTo>
                  <a:lnTo>
                    <a:pt x="2585618" y="313486"/>
                  </a:lnTo>
                  <a:lnTo>
                    <a:pt x="2638532" y="327612"/>
                  </a:lnTo>
                  <a:lnTo>
                    <a:pt x="2691195" y="340562"/>
                  </a:lnTo>
                  <a:lnTo>
                    <a:pt x="2744074" y="352334"/>
                  </a:lnTo>
                  <a:lnTo>
                    <a:pt x="2770117" y="357654"/>
                  </a:lnTo>
                  <a:lnTo>
                    <a:pt x="2819810" y="366901"/>
                  </a:lnTo>
                  <a:lnTo>
                    <a:pt x="2871222" y="375206"/>
                  </a:lnTo>
                  <a:lnTo>
                    <a:pt x="2925181" y="382619"/>
                  </a:lnTo>
                  <a:lnTo>
                    <a:pt x="2982607" y="389222"/>
                  </a:lnTo>
                  <a:lnTo>
                    <a:pt x="3044438" y="395111"/>
                  </a:lnTo>
                  <a:lnTo>
                    <a:pt x="3111542" y="400373"/>
                  </a:lnTo>
                  <a:lnTo>
                    <a:pt x="3184613" y="405088"/>
                  </a:lnTo>
                  <a:lnTo>
                    <a:pt x="3264028" y="409319"/>
                  </a:lnTo>
                  <a:lnTo>
                    <a:pt x="3349665" y="413109"/>
                  </a:lnTo>
                  <a:lnTo>
                    <a:pt x="3440679" y="416486"/>
                  </a:lnTo>
                  <a:lnTo>
                    <a:pt x="3535294" y="419459"/>
                  </a:lnTo>
                  <a:lnTo>
                    <a:pt x="3630677" y="422027"/>
                  </a:lnTo>
                  <a:lnTo>
                    <a:pt x="3723005" y="424179"/>
                  </a:lnTo>
                  <a:lnTo>
                    <a:pt x="3807830" y="425909"/>
                  </a:lnTo>
                  <a:lnTo>
                    <a:pt x="3880764" y="427220"/>
                  </a:lnTo>
                  <a:lnTo>
                    <a:pt x="3938368" y="428142"/>
                  </a:lnTo>
                  <a:lnTo>
                    <a:pt x="3978984" y="428722"/>
                  </a:lnTo>
                  <a:lnTo>
                    <a:pt x="4003230" y="429034"/>
                  </a:lnTo>
                  <a:lnTo>
                    <a:pt x="4014041" y="429159"/>
                  </a:lnTo>
                  <a:lnTo>
                    <a:pt x="4016392" y="429184"/>
                  </a:lnTo>
                  <a:lnTo>
                    <a:pt x="4016409" y="429185"/>
                  </a:lnTo>
                  <a:lnTo>
                    <a:pt x="4538543" y="429185"/>
                  </a:lnTo>
                  <a:lnTo>
                    <a:pt x="4539809" y="429199"/>
                  </a:lnTo>
                  <a:lnTo>
                    <a:pt x="4548086" y="429304"/>
                  </a:lnTo>
                  <a:lnTo>
                    <a:pt x="4568779" y="429594"/>
                  </a:lnTo>
                  <a:lnTo>
                    <a:pt x="4605340" y="430164"/>
                  </a:lnTo>
                  <a:lnTo>
                    <a:pt x="4658952" y="431097"/>
                  </a:lnTo>
                  <a:lnTo>
                    <a:pt x="4728469" y="432456"/>
                  </a:lnTo>
                  <a:lnTo>
                    <a:pt x="4810814" y="434277"/>
                  </a:lnTo>
                  <a:lnTo>
                    <a:pt x="4901745" y="436571"/>
                  </a:lnTo>
                  <a:lnTo>
                    <a:pt x="4996757" y="439332"/>
                  </a:lnTo>
                  <a:lnTo>
                    <a:pt x="5091835" y="442549"/>
                  </a:lnTo>
                  <a:lnTo>
                    <a:pt x="5183894" y="446217"/>
                  </a:lnTo>
                  <a:lnTo>
                    <a:pt x="5270912" y="450342"/>
                  </a:lnTo>
                  <a:lnTo>
                    <a:pt x="5351840" y="454950"/>
                  </a:lnTo>
                  <a:lnTo>
                    <a:pt x="5426402" y="460086"/>
                  </a:lnTo>
                  <a:lnTo>
                    <a:pt x="5494873" y="465816"/>
                  </a:lnTo>
                  <a:lnTo>
                    <a:pt x="5557886" y="472223"/>
                  </a:lnTo>
                  <a:lnTo>
                    <a:pt x="5616278" y="479405"/>
                  </a:lnTo>
                  <a:lnTo>
                    <a:pt x="5670975" y="487466"/>
                  </a:lnTo>
                  <a:lnTo>
                    <a:pt x="5722911" y="496505"/>
                  </a:lnTo>
                  <a:lnTo>
                    <a:pt x="5772942" y="506589"/>
                  </a:lnTo>
                  <a:lnTo>
                    <a:pt x="5784835" y="509186"/>
                  </a:lnTo>
                  <a:lnTo>
                    <a:pt x="5837801" y="521660"/>
                  </a:lnTo>
                  <a:lnTo>
                    <a:pt x="5890255" y="535426"/>
                  </a:lnTo>
                  <a:lnTo>
                    <a:pt x="5942749" y="550501"/>
                  </a:lnTo>
                  <a:lnTo>
                    <a:pt x="5995658" y="566857"/>
                  </a:lnTo>
                  <a:lnTo>
                    <a:pt x="6049198" y="584417"/>
                  </a:lnTo>
                  <a:lnTo>
                    <a:pt x="6103452" y="603047"/>
                  </a:lnTo>
                  <a:lnTo>
                    <a:pt x="6158379" y="622559"/>
                  </a:lnTo>
                  <a:lnTo>
                    <a:pt x="6213844" y="642722"/>
                  </a:lnTo>
                  <a:lnTo>
                    <a:pt x="6269636" y="663263"/>
                  </a:lnTo>
                  <a:lnTo>
                    <a:pt x="6325505" y="683889"/>
                  </a:lnTo>
                  <a:lnTo>
                    <a:pt x="6381187" y="704304"/>
                  </a:lnTo>
                  <a:lnTo>
                    <a:pt x="6436445" y="724221"/>
                  </a:lnTo>
                  <a:lnTo>
                    <a:pt x="6491097" y="743384"/>
                  </a:lnTo>
                  <a:lnTo>
                    <a:pt x="6545045" y="761577"/>
                  </a:lnTo>
                  <a:lnTo>
                    <a:pt x="6598299" y="778638"/>
                  </a:lnTo>
                  <a:lnTo>
                    <a:pt x="6650996" y="794456"/>
                  </a:lnTo>
                  <a:lnTo>
                    <a:pt x="6703418" y="808974"/>
                  </a:lnTo>
                  <a:lnTo>
                    <a:pt x="6756010" y="822185"/>
                  </a:lnTo>
                  <a:lnTo>
                    <a:pt x="6786527" y="829192"/>
                  </a:lnTo>
                  <a:lnTo>
                    <a:pt x="6836209" y="839533"/>
                  </a:lnTo>
                  <a:lnTo>
                    <a:pt x="6887610" y="848820"/>
                  </a:lnTo>
                  <a:lnTo>
                    <a:pt x="6941556" y="857109"/>
                  </a:lnTo>
                  <a:lnTo>
                    <a:pt x="6998968" y="864494"/>
                  </a:lnTo>
                  <a:lnTo>
                    <a:pt x="7060782" y="871079"/>
                  </a:lnTo>
                  <a:lnTo>
                    <a:pt x="7127866" y="876964"/>
                  </a:lnTo>
                  <a:lnTo>
                    <a:pt x="7200913" y="882237"/>
                  </a:lnTo>
                  <a:lnTo>
                    <a:pt x="7280302" y="886968"/>
                  </a:lnTo>
                  <a:lnTo>
                    <a:pt x="7365911" y="891207"/>
                  </a:lnTo>
                  <a:lnTo>
                    <a:pt x="7456897" y="894984"/>
                  </a:lnTo>
                  <a:lnTo>
                    <a:pt x="7551487" y="898310"/>
                  </a:lnTo>
                  <a:lnTo>
                    <a:pt x="7646854" y="901183"/>
                  </a:lnTo>
                  <a:lnTo>
                    <a:pt x="7739176" y="903590"/>
                  </a:lnTo>
                  <a:lnTo>
                    <a:pt x="7824010" y="905525"/>
                  </a:lnTo>
                  <a:lnTo>
                    <a:pt x="7896971" y="906994"/>
                  </a:lnTo>
                  <a:lnTo>
                    <a:pt x="7954616" y="908025"/>
                  </a:lnTo>
                  <a:lnTo>
                    <a:pt x="7995282" y="908676"/>
                  </a:lnTo>
                  <a:lnTo>
                    <a:pt x="8019577" y="909025"/>
                  </a:lnTo>
                  <a:lnTo>
                    <a:pt x="8030429" y="909166"/>
                  </a:lnTo>
                  <a:lnTo>
                    <a:pt x="8032801" y="909194"/>
                  </a:lnTo>
                  <a:lnTo>
                    <a:pt x="8032819" y="909194"/>
                  </a:lnTo>
                  <a:lnTo>
                    <a:pt x="8554953" y="909194"/>
                  </a:lnTo>
                  <a:lnTo>
                    <a:pt x="8554953" y="909194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355" name="pl355"/>
            <p:cNvSpPr/>
            <p:nvPr/>
          </p:nvSpPr>
          <p:spPr>
            <a:xfrm>
              <a:off x="386606" y="756360"/>
              <a:ext cx="8554953" cy="909194"/>
            </a:xfrm>
            <a:custGeom>
              <a:avLst/>
              <a:pathLst>
                <a:path w="8554953" h="909194">
                  <a:moveTo>
                    <a:pt x="8554953" y="909194"/>
                  </a:moveTo>
                  <a:lnTo>
                    <a:pt x="8032819" y="909194"/>
                  </a:lnTo>
                  <a:lnTo>
                    <a:pt x="8031553" y="909179"/>
                  </a:lnTo>
                  <a:lnTo>
                    <a:pt x="8023276" y="909074"/>
                  </a:lnTo>
                  <a:lnTo>
                    <a:pt x="8002583" y="908784"/>
                  </a:lnTo>
                  <a:lnTo>
                    <a:pt x="7966022" y="908214"/>
                  </a:lnTo>
                  <a:lnTo>
                    <a:pt x="7912410" y="907281"/>
                  </a:lnTo>
                  <a:lnTo>
                    <a:pt x="7842893" y="905922"/>
                  </a:lnTo>
                  <a:lnTo>
                    <a:pt x="7760548" y="904102"/>
                  </a:lnTo>
                  <a:lnTo>
                    <a:pt x="7669617" y="901808"/>
                  </a:lnTo>
                  <a:lnTo>
                    <a:pt x="7574605" y="899047"/>
                  </a:lnTo>
                  <a:lnTo>
                    <a:pt x="7479527" y="895829"/>
                  </a:lnTo>
                  <a:lnTo>
                    <a:pt x="7387468" y="892162"/>
                  </a:lnTo>
                  <a:lnTo>
                    <a:pt x="7300450" y="888037"/>
                  </a:lnTo>
                  <a:lnTo>
                    <a:pt x="7219522" y="883429"/>
                  </a:lnTo>
                  <a:lnTo>
                    <a:pt x="7144960" y="878292"/>
                  </a:lnTo>
                  <a:lnTo>
                    <a:pt x="7076489" y="872562"/>
                  </a:lnTo>
                  <a:lnTo>
                    <a:pt x="7013476" y="866155"/>
                  </a:lnTo>
                  <a:lnTo>
                    <a:pt x="6955084" y="858973"/>
                  </a:lnTo>
                  <a:lnTo>
                    <a:pt x="6900387" y="850912"/>
                  </a:lnTo>
                  <a:lnTo>
                    <a:pt x="6848451" y="841874"/>
                  </a:lnTo>
                  <a:lnTo>
                    <a:pt x="6798420" y="831790"/>
                  </a:lnTo>
                  <a:lnTo>
                    <a:pt x="6786527" y="829192"/>
                  </a:lnTo>
                  <a:lnTo>
                    <a:pt x="6733561" y="816718"/>
                  </a:lnTo>
                  <a:lnTo>
                    <a:pt x="6681107" y="802953"/>
                  </a:lnTo>
                  <a:lnTo>
                    <a:pt x="6628613" y="787878"/>
                  </a:lnTo>
                  <a:lnTo>
                    <a:pt x="6575704" y="771521"/>
                  </a:lnTo>
                  <a:lnTo>
                    <a:pt x="6522164" y="753961"/>
                  </a:lnTo>
                  <a:lnTo>
                    <a:pt x="6467910" y="735332"/>
                  </a:lnTo>
                  <a:lnTo>
                    <a:pt x="6412983" y="715819"/>
                  </a:lnTo>
                  <a:lnTo>
                    <a:pt x="6357518" y="695657"/>
                  </a:lnTo>
                  <a:lnTo>
                    <a:pt x="6301726" y="675116"/>
                  </a:lnTo>
                  <a:lnTo>
                    <a:pt x="6245857" y="654489"/>
                  </a:lnTo>
                  <a:lnTo>
                    <a:pt x="6190175" y="634075"/>
                  </a:lnTo>
                  <a:lnTo>
                    <a:pt x="6134917" y="614158"/>
                  </a:lnTo>
                  <a:lnTo>
                    <a:pt x="6080265" y="594995"/>
                  </a:lnTo>
                  <a:lnTo>
                    <a:pt x="6026317" y="576801"/>
                  </a:lnTo>
                  <a:lnTo>
                    <a:pt x="5973063" y="559740"/>
                  </a:lnTo>
                  <a:lnTo>
                    <a:pt x="5920366" y="543923"/>
                  </a:lnTo>
                  <a:lnTo>
                    <a:pt x="5867944" y="529405"/>
                  </a:lnTo>
                  <a:lnTo>
                    <a:pt x="5815352" y="516194"/>
                  </a:lnTo>
                  <a:lnTo>
                    <a:pt x="5784835" y="509186"/>
                  </a:lnTo>
                  <a:lnTo>
                    <a:pt x="5735153" y="498846"/>
                  </a:lnTo>
                  <a:lnTo>
                    <a:pt x="5683752" y="489559"/>
                  </a:lnTo>
                  <a:lnTo>
                    <a:pt x="5629806" y="481270"/>
                  </a:lnTo>
                  <a:lnTo>
                    <a:pt x="5572394" y="473885"/>
                  </a:lnTo>
                  <a:lnTo>
                    <a:pt x="5510580" y="467300"/>
                  </a:lnTo>
                  <a:lnTo>
                    <a:pt x="5443496" y="461414"/>
                  </a:lnTo>
                  <a:lnTo>
                    <a:pt x="5370449" y="456141"/>
                  </a:lnTo>
                  <a:lnTo>
                    <a:pt x="5291060" y="451410"/>
                  </a:lnTo>
                  <a:lnTo>
                    <a:pt x="5205451" y="447172"/>
                  </a:lnTo>
                  <a:lnTo>
                    <a:pt x="5114465" y="443395"/>
                  </a:lnTo>
                  <a:lnTo>
                    <a:pt x="5019875" y="440068"/>
                  </a:lnTo>
                  <a:lnTo>
                    <a:pt x="4924508" y="437196"/>
                  </a:lnTo>
                  <a:lnTo>
                    <a:pt x="4832186" y="434788"/>
                  </a:lnTo>
                  <a:lnTo>
                    <a:pt x="4747351" y="432853"/>
                  </a:lnTo>
                  <a:lnTo>
                    <a:pt x="4674391" y="431385"/>
                  </a:lnTo>
                  <a:lnTo>
                    <a:pt x="4616746" y="430354"/>
                  </a:lnTo>
                  <a:lnTo>
                    <a:pt x="4576080" y="429703"/>
                  </a:lnTo>
                  <a:lnTo>
                    <a:pt x="4551785" y="429354"/>
                  </a:lnTo>
                  <a:lnTo>
                    <a:pt x="4540933" y="429213"/>
                  </a:lnTo>
                  <a:lnTo>
                    <a:pt x="4538561" y="429185"/>
                  </a:lnTo>
                  <a:lnTo>
                    <a:pt x="4538543" y="429185"/>
                  </a:lnTo>
                  <a:lnTo>
                    <a:pt x="4016409" y="429185"/>
                  </a:lnTo>
                  <a:lnTo>
                    <a:pt x="4015142" y="429171"/>
                  </a:lnTo>
                  <a:lnTo>
                    <a:pt x="4006861" y="429077"/>
                  </a:lnTo>
                  <a:lnTo>
                    <a:pt x="3986156" y="428818"/>
                  </a:lnTo>
                  <a:lnTo>
                    <a:pt x="3949575" y="428308"/>
                  </a:lnTo>
                  <a:lnTo>
                    <a:pt x="3895937" y="427473"/>
                  </a:lnTo>
                  <a:lnTo>
                    <a:pt x="3826389" y="426258"/>
                  </a:lnTo>
                  <a:lnTo>
                    <a:pt x="3744012" y="424629"/>
                  </a:lnTo>
                  <a:lnTo>
                    <a:pt x="3653053" y="422577"/>
                  </a:lnTo>
                  <a:lnTo>
                    <a:pt x="3558018" y="420107"/>
                  </a:lnTo>
                  <a:lnTo>
                    <a:pt x="3462923" y="417229"/>
                  </a:lnTo>
                  <a:lnTo>
                    <a:pt x="3370854" y="413948"/>
                  </a:lnTo>
                  <a:lnTo>
                    <a:pt x="3283832" y="410258"/>
                  </a:lnTo>
                  <a:lnTo>
                    <a:pt x="3202904" y="406136"/>
                  </a:lnTo>
                  <a:lnTo>
                    <a:pt x="3128344" y="401541"/>
                  </a:lnTo>
                  <a:lnTo>
                    <a:pt x="3059876" y="396415"/>
                  </a:lnTo>
                  <a:lnTo>
                    <a:pt x="2996866" y="390683"/>
                  </a:lnTo>
                  <a:lnTo>
                    <a:pt x="2938477" y="384258"/>
                  </a:lnTo>
                  <a:lnTo>
                    <a:pt x="2883780" y="377045"/>
                  </a:lnTo>
                  <a:lnTo>
                    <a:pt x="2831842" y="368959"/>
                  </a:lnTo>
                  <a:lnTo>
                    <a:pt x="2781807" y="359937"/>
                  </a:lnTo>
                  <a:lnTo>
                    <a:pt x="2770117" y="357654"/>
                  </a:lnTo>
                  <a:lnTo>
                    <a:pt x="2716904" y="346445"/>
                  </a:lnTo>
                  <a:lnTo>
                    <a:pt x="2664205" y="334071"/>
                  </a:lnTo>
                  <a:lnTo>
                    <a:pt x="2611461" y="320515"/>
                  </a:lnTo>
                  <a:lnTo>
                    <a:pt x="2558295" y="305803"/>
                  </a:lnTo>
                  <a:lnTo>
                    <a:pt x="2504488" y="290007"/>
                  </a:lnTo>
                  <a:lnTo>
                    <a:pt x="2449961" y="273249"/>
                  </a:lnTo>
                  <a:lnTo>
                    <a:pt x="2394757" y="255700"/>
                  </a:lnTo>
                  <a:lnTo>
                    <a:pt x="2339016" y="237571"/>
                  </a:lnTo>
                  <a:lnTo>
                    <a:pt x="2282953" y="219111"/>
                  </a:lnTo>
                  <a:lnTo>
                    <a:pt x="2226825" y="200585"/>
                  </a:lnTo>
                  <a:lnTo>
                    <a:pt x="2170898" y="182262"/>
                  </a:lnTo>
                  <a:lnTo>
                    <a:pt x="2115409" y="164401"/>
                  </a:lnTo>
                  <a:lnTo>
                    <a:pt x="2060540" y="147234"/>
                  </a:lnTo>
                  <a:lnTo>
                    <a:pt x="2006384" y="130950"/>
                  </a:lnTo>
                  <a:lnTo>
                    <a:pt x="1952924" y="115698"/>
                  </a:lnTo>
                  <a:lnTo>
                    <a:pt x="1900011" y="101572"/>
                  </a:lnTo>
                  <a:lnTo>
                    <a:pt x="1847348" y="88622"/>
                  </a:lnTo>
                  <a:lnTo>
                    <a:pt x="1794468" y="76850"/>
                  </a:lnTo>
                  <a:lnTo>
                    <a:pt x="1768425" y="71530"/>
                  </a:lnTo>
                  <a:lnTo>
                    <a:pt x="1718733" y="62283"/>
                  </a:lnTo>
                  <a:lnTo>
                    <a:pt x="1667320" y="53978"/>
                  </a:lnTo>
                  <a:lnTo>
                    <a:pt x="1613362" y="46565"/>
                  </a:lnTo>
                  <a:lnTo>
                    <a:pt x="1555935" y="39962"/>
                  </a:lnTo>
                  <a:lnTo>
                    <a:pt x="1494104" y="34073"/>
                  </a:lnTo>
                  <a:lnTo>
                    <a:pt x="1427000" y="28811"/>
                  </a:lnTo>
                  <a:lnTo>
                    <a:pt x="1353929" y="24096"/>
                  </a:lnTo>
                  <a:lnTo>
                    <a:pt x="1274514" y="19865"/>
                  </a:lnTo>
                  <a:lnTo>
                    <a:pt x="1188877" y="16075"/>
                  </a:lnTo>
                  <a:lnTo>
                    <a:pt x="1097864" y="12698"/>
                  </a:lnTo>
                  <a:lnTo>
                    <a:pt x="1003248" y="9725"/>
                  </a:lnTo>
                  <a:lnTo>
                    <a:pt x="907865" y="7157"/>
                  </a:lnTo>
                  <a:lnTo>
                    <a:pt x="815537" y="5005"/>
                  </a:lnTo>
                  <a:lnTo>
                    <a:pt x="730712" y="3275"/>
                  </a:lnTo>
                  <a:lnTo>
                    <a:pt x="657779" y="1964"/>
                  </a:lnTo>
                  <a:lnTo>
                    <a:pt x="600174" y="1042"/>
                  </a:lnTo>
                  <a:lnTo>
                    <a:pt x="559558" y="462"/>
                  </a:lnTo>
                  <a:lnTo>
                    <a:pt x="535312" y="150"/>
                  </a:lnTo>
                  <a:lnTo>
                    <a:pt x="524501" y="25"/>
                  </a:lnTo>
                  <a:lnTo>
                    <a:pt x="522151" y="0"/>
                  </a:lnTo>
                  <a:lnTo>
                    <a:pt x="522133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356" name="pg356"/>
            <p:cNvSpPr/>
            <p:nvPr/>
          </p:nvSpPr>
          <p:spPr>
            <a:xfrm>
              <a:off x="386606" y="778948"/>
              <a:ext cx="8554953" cy="1536030"/>
            </a:xfrm>
            <a:custGeom>
              <a:avLst/>
              <a:pathLst>
                <a:path w="8554953" h="1536030">
                  <a:moveTo>
                    <a:pt x="0" y="39530"/>
                  </a:moveTo>
                  <a:lnTo>
                    <a:pt x="522133" y="39530"/>
                  </a:lnTo>
                  <a:lnTo>
                    <a:pt x="523400" y="39543"/>
                  </a:lnTo>
                  <a:lnTo>
                    <a:pt x="531681" y="39637"/>
                  </a:lnTo>
                  <a:lnTo>
                    <a:pt x="552387" y="39896"/>
                  </a:lnTo>
                  <a:lnTo>
                    <a:pt x="588968" y="40406"/>
                  </a:lnTo>
                  <a:lnTo>
                    <a:pt x="642605" y="41241"/>
                  </a:lnTo>
                  <a:lnTo>
                    <a:pt x="712154" y="42457"/>
                  </a:lnTo>
                  <a:lnTo>
                    <a:pt x="794530" y="44086"/>
                  </a:lnTo>
                  <a:lnTo>
                    <a:pt x="885489" y="46137"/>
                  </a:lnTo>
                  <a:lnTo>
                    <a:pt x="980525" y="48607"/>
                  </a:lnTo>
                  <a:lnTo>
                    <a:pt x="1075619" y="51486"/>
                  </a:lnTo>
                  <a:lnTo>
                    <a:pt x="1167688" y="54766"/>
                  </a:lnTo>
                  <a:lnTo>
                    <a:pt x="1254710" y="58457"/>
                  </a:lnTo>
                  <a:lnTo>
                    <a:pt x="1335638" y="62579"/>
                  </a:lnTo>
                  <a:lnTo>
                    <a:pt x="1410198" y="67174"/>
                  </a:lnTo>
                  <a:lnTo>
                    <a:pt x="1478666" y="72300"/>
                  </a:lnTo>
                  <a:lnTo>
                    <a:pt x="1541676" y="78031"/>
                  </a:lnTo>
                  <a:lnTo>
                    <a:pt x="1600065" y="84457"/>
                  </a:lnTo>
                  <a:lnTo>
                    <a:pt x="1654762" y="91669"/>
                  </a:lnTo>
                  <a:lnTo>
                    <a:pt x="1706700" y="99755"/>
                  </a:lnTo>
                  <a:lnTo>
                    <a:pt x="1756735" y="108777"/>
                  </a:lnTo>
                  <a:lnTo>
                    <a:pt x="1768425" y="111061"/>
                  </a:lnTo>
                  <a:lnTo>
                    <a:pt x="1821638" y="122269"/>
                  </a:lnTo>
                  <a:lnTo>
                    <a:pt x="1874337" y="134643"/>
                  </a:lnTo>
                  <a:lnTo>
                    <a:pt x="1927081" y="148199"/>
                  </a:lnTo>
                  <a:lnTo>
                    <a:pt x="1980248" y="162911"/>
                  </a:lnTo>
                  <a:lnTo>
                    <a:pt x="2034055" y="178707"/>
                  </a:lnTo>
                  <a:lnTo>
                    <a:pt x="2088581" y="195465"/>
                  </a:lnTo>
                  <a:lnTo>
                    <a:pt x="2143786" y="213015"/>
                  </a:lnTo>
                  <a:lnTo>
                    <a:pt x="2199526" y="231143"/>
                  </a:lnTo>
                  <a:lnTo>
                    <a:pt x="2255589" y="249603"/>
                  </a:lnTo>
                  <a:lnTo>
                    <a:pt x="2311717" y="268130"/>
                  </a:lnTo>
                  <a:lnTo>
                    <a:pt x="2367645" y="286452"/>
                  </a:lnTo>
                  <a:lnTo>
                    <a:pt x="2423133" y="304313"/>
                  </a:lnTo>
                  <a:lnTo>
                    <a:pt x="2478002" y="321481"/>
                  </a:lnTo>
                  <a:lnTo>
                    <a:pt x="2532158" y="337764"/>
                  </a:lnTo>
                  <a:lnTo>
                    <a:pt x="2585618" y="353016"/>
                  </a:lnTo>
                  <a:lnTo>
                    <a:pt x="2638532" y="367142"/>
                  </a:lnTo>
                  <a:lnTo>
                    <a:pt x="2691195" y="380092"/>
                  </a:lnTo>
                  <a:lnTo>
                    <a:pt x="2744074" y="391864"/>
                  </a:lnTo>
                  <a:lnTo>
                    <a:pt x="2770117" y="397184"/>
                  </a:lnTo>
                  <a:lnTo>
                    <a:pt x="2819810" y="406431"/>
                  </a:lnTo>
                  <a:lnTo>
                    <a:pt x="2871222" y="414736"/>
                  </a:lnTo>
                  <a:lnTo>
                    <a:pt x="2925181" y="422149"/>
                  </a:lnTo>
                  <a:lnTo>
                    <a:pt x="2982607" y="428752"/>
                  </a:lnTo>
                  <a:lnTo>
                    <a:pt x="3044438" y="434641"/>
                  </a:lnTo>
                  <a:lnTo>
                    <a:pt x="3111542" y="439903"/>
                  </a:lnTo>
                  <a:lnTo>
                    <a:pt x="3184613" y="444619"/>
                  </a:lnTo>
                  <a:lnTo>
                    <a:pt x="3264028" y="448849"/>
                  </a:lnTo>
                  <a:lnTo>
                    <a:pt x="3349665" y="452639"/>
                  </a:lnTo>
                  <a:lnTo>
                    <a:pt x="3440679" y="456016"/>
                  </a:lnTo>
                  <a:lnTo>
                    <a:pt x="3535294" y="458990"/>
                  </a:lnTo>
                  <a:lnTo>
                    <a:pt x="3630677" y="461557"/>
                  </a:lnTo>
                  <a:lnTo>
                    <a:pt x="3723005" y="463710"/>
                  </a:lnTo>
                  <a:lnTo>
                    <a:pt x="3807830" y="465439"/>
                  </a:lnTo>
                  <a:lnTo>
                    <a:pt x="3880764" y="466751"/>
                  </a:lnTo>
                  <a:lnTo>
                    <a:pt x="3938368" y="467672"/>
                  </a:lnTo>
                  <a:lnTo>
                    <a:pt x="3978984" y="468253"/>
                  </a:lnTo>
                  <a:lnTo>
                    <a:pt x="4003230" y="468564"/>
                  </a:lnTo>
                  <a:lnTo>
                    <a:pt x="4014041" y="468690"/>
                  </a:lnTo>
                  <a:lnTo>
                    <a:pt x="4016409" y="468715"/>
                  </a:lnTo>
                  <a:lnTo>
                    <a:pt x="4538543" y="468715"/>
                  </a:lnTo>
                  <a:lnTo>
                    <a:pt x="4539794" y="468747"/>
                  </a:lnTo>
                  <a:lnTo>
                    <a:pt x="4547976" y="468978"/>
                  </a:lnTo>
                  <a:lnTo>
                    <a:pt x="4568441" y="469615"/>
                  </a:lnTo>
                  <a:lnTo>
                    <a:pt x="4604620" y="470867"/>
                  </a:lnTo>
                  <a:lnTo>
                    <a:pt x="4657714" y="472917"/>
                  </a:lnTo>
                  <a:lnTo>
                    <a:pt x="4726632" y="475905"/>
                  </a:lnTo>
                  <a:lnTo>
                    <a:pt x="4808366" y="479910"/>
                  </a:lnTo>
                  <a:lnTo>
                    <a:pt x="4898744" y="484958"/>
                  </a:lnTo>
                  <a:lnTo>
                    <a:pt x="4993309" y="491038"/>
                  </a:lnTo>
                  <a:lnTo>
                    <a:pt x="5088068" y="498125"/>
                  </a:lnTo>
                  <a:lnTo>
                    <a:pt x="5179933" y="506206"/>
                  </a:lnTo>
                  <a:lnTo>
                    <a:pt x="5266864" y="515294"/>
                  </a:lnTo>
                  <a:lnTo>
                    <a:pt x="5347783" y="525443"/>
                  </a:lnTo>
                  <a:lnTo>
                    <a:pt x="5422386" y="536752"/>
                  </a:lnTo>
                  <a:lnTo>
                    <a:pt x="5490921" y="549360"/>
                  </a:lnTo>
                  <a:lnTo>
                    <a:pt x="5553996" y="563450"/>
                  </a:lnTo>
                  <a:lnTo>
                    <a:pt x="5612429" y="579235"/>
                  </a:lnTo>
                  <a:lnTo>
                    <a:pt x="5667135" y="596943"/>
                  </a:lnTo>
                  <a:lnTo>
                    <a:pt x="5719035" y="616793"/>
                  </a:lnTo>
                  <a:lnTo>
                    <a:pt x="5768986" y="638942"/>
                  </a:lnTo>
                  <a:lnTo>
                    <a:pt x="5784835" y="646601"/>
                  </a:lnTo>
                  <a:lnTo>
                    <a:pt x="5833861" y="672162"/>
                  </a:lnTo>
                  <a:lnTo>
                    <a:pt x="5882408" y="700175"/>
                  </a:lnTo>
                  <a:lnTo>
                    <a:pt x="5930931" y="730682"/>
                  </a:lnTo>
                  <a:lnTo>
                    <a:pt x="5979751" y="763650"/>
                  </a:lnTo>
                  <a:lnTo>
                    <a:pt x="6029070" y="798963"/>
                  </a:lnTo>
                  <a:lnTo>
                    <a:pt x="6078988" y="836421"/>
                  </a:lnTo>
                  <a:lnTo>
                    <a:pt x="6129510" y="875732"/>
                  </a:lnTo>
                  <a:lnTo>
                    <a:pt x="6180563" y="916523"/>
                  </a:lnTo>
                  <a:lnTo>
                    <a:pt x="6232011" y="958352"/>
                  </a:lnTo>
                  <a:lnTo>
                    <a:pt x="6283672" y="1000722"/>
                  </a:lnTo>
                  <a:lnTo>
                    <a:pt x="6335342" y="1043114"/>
                  </a:lnTo>
                  <a:lnTo>
                    <a:pt x="6386813" y="1085003"/>
                  </a:lnTo>
                  <a:lnTo>
                    <a:pt x="6437903" y="1125891"/>
                  </a:lnTo>
                  <a:lnTo>
                    <a:pt x="6488470" y="1165331"/>
                  </a:lnTo>
                  <a:lnTo>
                    <a:pt x="6538435" y="1202945"/>
                  </a:lnTo>
                  <a:lnTo>
                    <a:pt x="6587799" y="1238433"/>
                  </a:lnTo>
                  <a:lnTo>
                    <a:pt x="6636652" y="1271588"/>
                  </a:lnTo>
                  <a:lnTo>
                    <a:pt x="6685188" y="1302288"/>
                  </a:lnTo>
                  <a:lnTo>
                    <a:pt x="6733719" y="1330495"/>
                  </a:lnTo>
                  <a:lnTo>
                    <a:pt x="6782688" y="1356244"/>
                  </a:lnTo>
                  <a:lnTo>
                    <a:pt x="6786527" y="1358144"/>
                  </a:lnTo>
                  <a:lnTo>
                    <a:pt x="6836007" y="1381049"/>
                  </a:lnTo>
                  <a:lnTo>
                    <a:pt x="6887190" y="1401630"/>
                  </a:lnTo>
                  <a:lnTo>
                    <a:pt x="6940889" y="1420008"/>
                  </a:lnTo>
                  <a:lnTo>
                    <a:pt x="6998016" y="1436389"/>
                  </a:lnTo>
                  <a:lnTo>
                    <a:pt x="7059495" y="1451002"/>
                  </a:lnTo>
                  <a:lnTo>
                    <a:pt x="7126186" y="1464068"/>
                  </a:lnTo>
                  <a:lnTo>
                    <a:pt x="7198779" y="1475779"/>
                  </a:lnTo>
                  <a:lnTo>
                    <a:pt x="7277659" y="1486290"/>
                  </a:lnTo>
                  <a:lnTo>
                    <a:pt x="7362723" y="1495714"/>
                  </a:lnTo>
                  <a:lnTo>
                    <a:pt x="7453167" y="1504116"/>
                  </a:lnTo>
                  <a:lnTo>
                    <a:pt x="7547278" y="1511525"/>
                  </a:lnTo>
                  <a:lnTo>
                    <a:pt x="7642305" y="1517933"/>
                  </a:lnTo>
                  <a:lnTo>
                    <a:pt x="7734514" y="1523317"/>
                  </a:lnTo>
                  <a:lnTo>
                    <a:pt x="7819529" y="1527659"/>
                  </a:lnTo>
                  <a:lnTo>
                    <a:pt x="7892992" y="1530969"/>
                  </a:lnTo>
                  <a:lnTo>
                    <a:pt x="7951424" y="1533310"/>
                  </a:lnTo>
                  <a:lnTo>
                    <a:pt x="7993052" y="1534802"/>
                  </a:lnTo>
                  <a:lnTo>
                    <a:pt x="8018323" y="1535616"/>
                  </a:lnTo>
                  <a:lnTo>
                    <a:pt x="8029975" y="1535955"/>
                  </a:lnTo>
                  <a:lnTo>
                    <a:pt x="8032819" y="1536030"/>
                  </a:lnTo>
                  <a:lnTo>
                    <a:pt x="8554953" y="1536030"/>
                  </a:lnTo>
                  <a:lnTo>
                    <a:pt x="8554953" y="1496500"/>
                  </a:lnTo>
                  <a:lnTo>
                    <a:pt x="8032819" y="1496500"/>
                  </a:lnTo>
                  <a:lnTo>
                    <a:pt x="8031568" y="1496468"/>
                  </a:lnTo>
                  <a:lnTo>
                    <a:pt x="8023386" y="1496237"/>
                  </a:lnTo>
                  <a:lnTo>
                    <a:pt x="8002921" y="1495600"/>
                  </a:lnTo>
                  <a:lnTo>
                    <a:pt x="7966742" y="1494348"/>
                  </a:lnTo>
                  <a:lnTo>
                    <a:pt x="7913648" y="1492297"/>
                  </a:lnTo>
                  <a:lnTo>
                    <a:pt x="7844730" y="1489310"/>
                  </a:lnTo>
                  <a:lnTo>
                    <a:pt x="7762996" y="1485305"/>
                  </a:lnTo>
                  <a:lnTo>
                    <a:pt x="7672618" y="1480256"/>
                  </a:lnTo>
                  <a:lnTo>
                    <a:pt x="7578053" y="1474176"/>
                  </a:lnTo>
                  <a:lnTo>
                    <a:pt x="7483294" y="1467089"/>
                  </a:lnTo>
                  <a:lnTo>
                    <a:pt x="7391429" y="1459009"/>
                  </a:lnTo>
                  <a:lnTo>
                    <a:pt x="7304498" y="1449921"/>
                  </a:lnTo>
                  <a:lnTo>
                    <a:pt x="7223579" y="1439771"/>
                  </a:lnTo>
                  <a:lnTo>
                    <a:pt x="7148976" y="1428463"/>
                  </a:lnTo>
                  <a:lnTo>
                    <a:pt x="7080441" y="1415854"/>
                  </a:lnTo>
                  <a:lnTo>
                    <a:pt x="7017366" y="1401764"/>
                  </a:lnTo>
                  <a:lnTo>
                    <a:pt x="6958933" y="1385980"/>
                  </a:lnTo>
                  <a:lnTo>
                    <a:pt x="6904227" y="1368271"/>
                  </a:lnTo>
                  <a:lnTo>
                    <a:pt x="6852327" y="1348421"/>
                  </a:lnTo>
                  <a:lnTo>
                    <a:pt x="6802376" y="1326273"/>
                  </a:lnTo>
                  <a:lnTo>
                    <a:pt x="6786527" y="1318614"/>
                  </a:lnTo>
                  <a:lnTo>
                    <a:pt x="6737501" y="1293053"/>
                  </a:lnTo>
                  <a:lnTo>
                    <a:pt x="6688954" y="1265039"/>
                  </a:lnTo>
                  <a:lnTo>
                    <a:pt x="6640431" y="1234532"/>
                  </a:lnTo>
                  <a:lnTo>
                    <a:pt x="6591611" y="1201565"/>
                  </a:lnTo>
                  <a:lnTo>
                    <a:pt x="6542292" y="1166251"/>
                  </a:lnTo>
                  <a:lnTo>
                    <a:pt x="6492374" y="1128794"/>
                  </a:lnTo>
                  <a:lnTo>
                    <a:pt x="6441852" y="1089483"/>
                  </a:lnTo>
                  <a:lnTo>
                    <a:pt x="6390799" y="1048691"/>
                  </a:lnTo>
                  <a:lnTo>
                    <a:pt x="6339351" y="1006863"/>
                  </a:lnTo>
                  <a:lnTo>
                    <a:pt x="6287689" y="964492"/>
                  </a:lnTo>
                  <a:lnTo>
                    <a:pt x="6236020" y="922101"/>
                  </a:lnTo>
                  <a:lnTo>
                    <a:pt x="6184548" y="880212"/>
                  </a:lnTo>
                  <a:lnTo>
                    <a:pt x="6133459" y="839323"/>
                  </a:lnTo>
                  <a:lnTo>
                    <a:pt x="6082892" y="799883"/>
                  </a:lnTo>
                  <a:lnTo>
                    <a:pt x="6032927" y="762270"/>
                  </a:lnTo>
                  <a:lnTo>
                    <a:pt x="5983563" y="726781"/>
                  </a:lnTo>
                  <a:lnTo>
                    <a:pt x="5934710" y="693626"/>
                  </a:lnTo>
                  <a:lnTo>
                    <a:pt x="5886174" y="662926"/>
                  </a:lnTo>
                  <a:lnTo>
                    <a:pt x="5837643" y="634719"/>
                  </a:lnTo>
                  <a:lnTo>
                    <a:pt x="5788674" y="608971"/>
                  </a:lnTo>
                  <a:lnTo>
                    <a:pt x="5784835" y="607070"/>
                  </a:lnTo>
                  <a:lnTo>
                    <a:pt x="5735355" y="584165"/>
                  </a:lnTo>
                  <a:lnTo>
                    <a:pt x="5684172" y="563585"/>
                  </a:lnTo>
                  <a:lnTo>
                    <a:pt x="5630473" y="545207"/>
                  </a:lnTo>
                  <a:lnTo>
                    <a:pt x="5573346" y="528826"/>
                  </a:lnTo>
                  <a:lnTo>
                    <a:pt x="5511867" y="514212"/>
                  </a:lnTo>
                  <a:lnTo>
                    <a:pt x="5445176" y="501147"/>
                  </a:lnTo>
                  <a:lnTo>
                    <a:pt x="5372583" y="489435"/>
                  </a:lnTo>
                  <a:lnTo>
                    <a:pt x="5293703" y="478924"/>
                  </a:lnTo>
                  <a:lnTo>
                    <a:pt x="5208639" y="469501"/>
                  </a:lnTo>
                  <a:lnTo>
                    <a:pt x="5118195" y="461098"/>
                  </a:lnTo>
                  <a:lnTo>
                    <a:pt x="5024084" y="453690"/>
                  </a:lnTo>
                  <a:lnTo>
                    <a:pt x="4929057" y="447281"/>
                  </a:lnTo>
                  <a:lnTo>
                    <a:pt x="4836848" y="441897"/>
                  </a:lnTo>
                  <a:lnTo>
                    <a:pt x="4751833" y="437556"/>
                  </a:lnTo>
                  <a:lnTo>
                    <a:pt x="4678370" y="434245"/>
                  </a:lnTo>
                  <a:lnTo>
                    <a:pt x="4619938" y="431904"/>
                  </a:lnTo>
                  <a:lnTo>
                    <a:pt x="4578310" y="430413"/>
                  </a:lnTo>
                  <a:lnTo>
                    <a:pt x="4553039" y="429599"/>
                  </a:lnTo>
                  <a:lnTo>
                    <a:pt x="4541387" y="429260"/>
                  </a:lnTo>
                  <a:lnTo>
                    <a:pt x="4538543" y="429185"/>
                  </a:lnTo>
                  <a:lnTo>
                    <a:pt x="4016409" y="429185"/>
                  </a:lnTo>
                  <a:lnTo>
                    <a:pt x="4015142" y="429171"/>
                  </a:lnTo>
                  <a:lnTo>
                    <a:pt x="4006861" y="429077"/>
                  </a:lnTo>
                  <a:lnTo>
                    <a:pt x="3986156" y="428818"/>
                  </a:lnTo>
                  <a:lnTo>
                    <a:pt x="3949575" y="428308"/>
                  </a:lnTo>
                  <a:lnTo>
                    <a:pt x="3895937" y="427473"/>
                  </a:lnTo>
                  <a:lnTo>
                    <a:pt x="3826389" y="426258"/>
                  </a:lnTo>
                  <a:lnTo>
                    <a:pt x="3744012" y="424629"/>
                  </a:lnTo>
                  <a:lnTo>
                    <a:pt x="3653053" y="422577"/>
                  </a:lnTo>
                  <a:lnTo>
                    <a:pt x="3558018" y="420107"/>
                  </a:lnTo>
                  <a:lnTo>
                    <a:pt x="3462923" y="417229"/>
                  </a:lnTo>
                  <a:lnTo>
                    <a:pt x="3370854" y="413948"/>
                  </a:lnTo>
                  <a:lnTo>
                    <a:pt x="3283832" y="410258"/>
                  </a:lnTo>
                  <a:lnTo>
                    <a:pt x="3202904" y="406136"/>
                  </a:lnTo>
                  <a:lnTo>
                    <a:pt x="3128344" y="401541"/>
                  </a:lnTo>
                  <a:lnTo>
                    <a:pt x="3059876" y="396415"/>
                  </a:lnTo>
                  <a:lnTo>
                    <a:pt x="2996866" y="390683"/>
                  </a:lnTo>
                  <a:lnTo>
                    <a:pt x="2938477" y="384258"/>
                  </a:lnTo>
                  <a:lnTo>
                    <a:pt x="2883780" y="377045"/>
                  </a:lnTo>
                  <a:lnTo>
                    <a:pt x="2831842" y="368959"/>
                  </a:lnTo>
                  <a:lnTo>
                    <a:pt x="2781807" y="359937"/>
                  </a:lnTo>
                  <a:lnTo>
                    <a:pt x="2770117" y="357654"/>
                  </a:lnTo>
                  <a:lnTo>
                    <a:pt x="2716904" y="346445"/>
                  </a:lnTo>
                  <a:lnTo>
                    <a:pt x="2664205" y="334071"/>
                  </a:lnTo>
                  <a:lnTo>
                    <a:pt x="2611461" y="320515"/>
                  </a:lnTo>
                  <a:lnTo>
                    <a:pt x="2558295" y="305803"/>
                  </a:lnTo>
                  <a:lnTo>
                    <a:pt x="2504488" y="290007"/>
                  </a:lnTo>
                  <a:lnTo>
                    <a:pt x="2449961" y="273249"/>
                  </a:lnTo>
                  <a:lnTo>
                    <a:pt x="2394757" y="255700"/>
                  </a:lnTo>
                  <a:lnTo>
                    <a:pt x="2339016" y="237571"/>
                  </a:lnTo>
                  <a:lnTo>
                    <a:pt x="2282953" y="219111"/>
                  </a:lnTo>
                  <a:lnTo>
                    <a:pt x="2226825" y="200585"/>
                  </a:lnTo>
                  <a:lnTo>
                    <a:pt x="2170898" y="182262"/>
                  </a:lnTo>
                  <a:lnTo>
                    <a:pt x="2115409" y="164401"/>
                  </a:lnTo>
                  <a:lnTo>
                    <a:pt x="2060540" y="147234"/>
                  </a:lnTo>
                  <a:lnTo>
                    <a:pt x="2006384" y="130950"/>
                  </a:lnTo>
                  <a:lnTo>
                    <a:pt x="1952924" y="115698"/>
                  </a:lnTo>
                  <a:lnTo>
                    <a:pt x="1900011" y="101572"/>
                  </a:lnTo>
                  <a:lnTo>
                    <a:pt x="1847348" y="88622"/>
                  </a:lnTo>
                  <a:lnTo>
                    <a:pt x="1794468" y="76850"/>
                  </a:lnTo>
                  <a:lnTo>
                    <a:pt x="1768425" y="71530"/>
                  </a:lnTo>
                  <a:lnTo>
                    <a:pt x="1718733" y="62283"/>
                  </a:lnTo>
                  <a:lnTo>
                    <a:pt x="1667320" y="53978"/>
                  </a:lnTo>
                  <a:lnTo>
                    <a:pt x="1613362" y="46565"/>
                  </a:lnTo>
                  <a:lnTo>
                    <a:pt x="1555935" y="39962"/>
                  </a:lnTo>
                  <a:lnTo>
                    <a:pt x="1494104" y="34073"/>
                  </a:lnTo>
                  <a:lnTo>
                    <a:pt x="1427000" y="28811"/>
                  </a:lnTo>
                  <a:lnTo>
                    <a:pt x="1353929" y="24096"/>
                  </a:lnTo>
                  <a:lnTo>
                    <a:pt x="1274514" y="19865"/>
                  </a:lnTo>
                  <a:lnTo>
                    <a:pt x="1188877" y="16075"/>
                  </a:lnTo>
                  <a:lnTo>
                    <a:pt x="1097864" y="12698"/>
                  </a:lnTo>
                  <a:lnTo>
                    <a:pt x="1003248" y="9725"/>
                  </a:lnTo>
                  <a:lnTo>
                    <a:pt x="907865" y="7157"/>
                  </a:lnTo>
                  <a:lnTo>
                    <a:pt x="815537" y="5005"/>
                  </a:lnTo>
                  <a:lnTo>
                    <a:pt x="730712" y="3275"/>
                  </a:lnTo>
                  <a:lnTo>
                    <a:pt x="657779" y="1964"/>
                  </a:lnTo>
                  <a:lnTo>
                    <a:pt x="600174" y="1042"/>
                  </a:lnTo>
                  <a:lnTo>
                    <a:pt x="559558" y="462"/>
                  </a:lnTo>
                  <a:lnTo>
                    <a:pt x="535312" y="150"/>
                  </a:lnTo>
                  <a:lnTo>
                    <a:pt x="524501" y="25"/>
                  </a:lnTo>
                  <a:lnTo>
                    <a:pt x="5221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357" name="pl357"/>
            <p:cNvSpPr/>
            <p:nvPr/>
          </p:nvSpPr>
          <p:spPr>
            <a:xfrm>
              <a:off x="386606" y="818479"/>
              <a:ext cx="8554953" cy="1496500"/>
            </a:xfrm>
            <a:custGeom>
              <a:avLst/>
              <a:pathLst>
                <a:path w="8554953" h="1496500">
                  <a:moveTo>
                    <a:pt x="0" y="0"/>
                  </a:moveTo>
                  <a:lnTo>
                    <a:pt x="522133" y="0"/>
                  </a:lnTo>
                  <a:lnTo>
                    <a:pt x="523400" y="13"/>
                  </a:lnTo>
                  <a:lnTo>
                    <a:pt x="531681" y="107"/>
                  </a:lnTo>
                  <a:lnTo>
                    <a:pt x="552387" y="366"/>
                  </a:lnTo>
                  <a:lnTo>
                    <a:pt x="588968" y="876"/>
                  </a:lnTo>
                  <a:lnTo>
                    <a:pt x="642605" y="1711"/>
                  </a:lnTo>
                  <a:lnTo>
                    <a:pt x="712154" y="2926"/>
                  </a:lnTo>
                  <a:lnTo>
                    <a:pt x="794530" y="4555"/>
                  </a:lnTo>
                  <a:lnTo>
                    <a:pt x="885489" y="6607"/>
                  </a:lnTo>
                  <a:lnTo>
                    <a:pt x="980525" y="9077"/>
                  </a:lnTo>
                  <a:lnTo>
                    <a:pt x="1075619" y="11955"/>
                  </a:lnTo>
                  <a:lnTo>
                    <a:pt x="1167688" y="15236"/>
                  </a:lnTo>
                  <a:lnTo>
                    <a:pt x="1254710" y="18926"/>
                  </a:lnTo>
                  <a:lnTo>
                    <a:pt x="1335638" y="23048"/>
                  </a:lnTo>
                  <a:lnTo>
                    <a:pt x="1410198" y="27643"/>
                  </a:lnTo>
                  <a:lnTo>
                    <a:pt x="1478666" y="32769"/>
                  </a:lnTo>
                  <a:lnTo>
                    <a:pt x="1541676" y="38501"/>
                  </a:lnTo>
                  <a:lnTo>
                    <a:pt x="1600065" y="44926"/>
                  </a:lnTo>
                  <a:lnTo>
                    <a:pt x="1654762" y="52139"/>
                  </a:lnTo>
                  <a:lnTo>
                    <a:pt x="1706700" y="60225"/>
                  </a:lnTo>
                  <a:lnTo>
                    <a:pt x="1756735" y="69247"/>
                  </a:lnTo>
                  <a:lnTo>
                    <a:pt x="1768425" y="71530"/>
                  </a:lnTo>
                  <a:lnTo>
                    <a:pt x="1821638" y="82739"/>
                  </a:lnTo>
                  <a:lnTo>
                    <a:pt x="1874337" y="95113"/>
                  </a:lnTo>
                  <a:lnTo>
                    <a:pt x="1927081" y="108669"/>
                  </a:lnTo>
                  <a:lnTo>
                    <a:pt x="1980248" y="123381"/>
                  </a:lnTo>
                  <a:lnTo>
                    <a:pt x="2034055" y="139177"/>
                  </a:lnTo>
                  <a:lnTo>
                    <a:pt x="2088581" y="155935"/>
                  </a:lnTo>
                  <a:lnTo>
                    <a:pt x="2143786" y="173484"/>
                  </a:lnTo>
                  <a:lnTo>
                    <a:pt x="2199526" y="191613"/>
                  </a:lnTo>
                  <a:lnTo>
                    <a:pt x="2255589" y="210073"/>
                  </a:lnTo>
                  <a:lnTo>
                    <a:pt x="2311717" y="228599"/>
                  </a:lnTo>
                  <a:lnTo>
                    <a:pt x="2367645" y="246922"/>
                  </a:lnTo>
                  <a:lnTo>
                    <a:pt x="2423133" y="264783"/>
                  </a:lnTo>
                  <a:lnTo>
                    <a:pt x="2478002" y="281950"/>
                  </a:lnTo>
                  <a:lnTo>
                    <a:pt x="2532158" y="298234"/>
                  </a:lnTo>
                  <a:lnTo>
                    <a:pt x="2585618" y="313486"/>
                  </a:lnTo>
                  <a:lnTo>
                    <a:pt x="2638532" y="327612"/>
                  </a:lnTo>
                  <a:lnTo>
                    <a:pt x="2691195" y="340562"/>
                  </a:lnTo>
                  <a:lnTo>
                    <a:pt x="2744074" y="352334"/>
                  </a:lnTo>
                  <a:lnTo>
                    <a:pt x="2770117" y="357654"/>
                  </a:lnTo>
                  <a:lnTo>
                    <a:pt x="2819810" y="366901"/>
                  </a:lnTo>
                  <a:lnTo>
                    <a:pt x="2871222" y="375206"/>
                  </a:lnTo>
                  <a:lnTo>
                    <a:pt x="2925181" y="382619"/>
                  </a:lnTo>
                  <a:lnTo>
                    <a:pt x="2982607" y="389222"/>
                  </a:lnTo>
                  <a:lnTo>
                    <a:pt x="3044438" y="395111"/>
                  </a:lnTo>
                  <a:lnTo>
                    <a:pt x="3111542" y="400373"/>
                  </a:lnTo>
                  <a:lnTo>
                    <a:pt x="3184613" y="405088"/>
                  </a:lnTo>
                  <a:lnTo>
                    <a:pt x="3264028" y="409319"/>
                  </a:lnTo>
                  <a:lnTo>
                    <a:pt x="3349665" y="413109"/>
                  </a:lnTo>
                  <a:lnTo>
                    <a:pt x="3440679" y="416486"/>
                  </a:lnTo>
                  <a:lnTo>
                    <a:pt x="3535294" y="419459"/>
                  </a:lnTo>
                  <a:lnTo>
                    <a:pt x="3630677" y="422027"/>
                  </a:lnTo>
                  <a:lnTo>
                    <a:pt x="3723005" y="424179"/>
                  </a:lnTo>
                  <a:lnTo>
                    <a:pt x="3807830" y="425909"/>
                  </a:lnTo>
                  <a:lnTo>
                    <a:pt x="3880764" y="427220"/>
                  </a:lnTo>
                  <a:lnTo>
                    <a:pt x="3938368" y="428142"/>
                  </a:lnTo>
                  <a:lnTo>
                    <a:pt x="3978984" y="428722"/>
                  </a:lnTo>
                  <a:lnTo>
                    <a:pt x="4003230" y="429034"/>
                  </a:lnTo>
                  <a:lnTo>
                    <a:pt x="4014041" y="429159"/>
                  </a:lnTo>
                  <a:lnTo>
                    <a:pt x="4016392" y="429184"/>
                  </a:lnTo>
                  <a:lnTo>
                    <a:pt x="4016409" y="429185"/>
                  </a:lnTo>
                  <a:lnTo>
                    <a:pt x="4538543" y="429185"/>
                  </a:lnTo>
                  <a:lnTo>
                    <a:pt x="4539794" y="429217"/>
                  </a:lnTo>
                  <a:lnTo>
                    <a:pt x="4547976" y="429447"/>
                  </a:lnTo>
                  <a:lnTo>
                    <a:pt x="4568441" y="430085"/>
                  </a:lnTo>
                  <a:lnTo>
                    <a:pt x="4604620" y="431337"/>
                  </a:lnTo>
                  <a:lnTo>
                    <a:pt x="4657714" y="433387"/>
                  </a:lnTo>
                  <a:lnTo>
                    <a:pt x="4726632" y="436375"/>
                  </a:lnTo>
                  <a:lnTo>
                    <a:pt x="4808366" y="440380"/>
                  </a:lnTo>
                  <a:lnTo>
                    <a:pt x="4898744" y="445428"/>
                  </a:lnTo>
                  <a:lnTo>
                    <a:pt x="4993309" y="451508"/>
                  </a:lnTo>
                  <a:lnTo>
                    <a:pt x="5088068" y="458595"/>
                  </a:lnTo>
                  <a:lnTo>
                    <a:pt x="5179933" y="466676"/>
                  </a:lnTo>
                  <a:lnTo>
                    <a:pt x="5266864" y="475764"/>
                  </a:lnTo>
                  <a:lnTo>
                    <a:pt x="5347783" y="485913"/>
                  </a:lnTo>
                  <a:lnTo>
                    <a:pt x="5422386" y="497222"/>
                  </a:lnTo>
                  <a:lnTo>
                    <a:pt x="5490921" y="509830"/>
                  </a:lnTo>
                  <a:lnTo>
                    <a:pt x="5553996" y="523920"/>
                  </a:lnTo>
                  <a:lnTo>
                    <a:pt x="5612429" y="539705"/>
                  </a:lnTo>
                  <a:lnTo>
                    <a:pt x="5667135" y="557413"/>
                  </a:lnTo>
                  <a:lnTo>
                    <a:pt x="5719035" y="577263"/>
                  </a:lnTo>
                  <a:lnTo>
                    <a:pt x="5768986" y="599412"/>
                  </a:lnTo>
                  <a:lnTo>
                    <a:pt x="5784835" y="607070"/>
                  </a:lnTo>
                  <a:lnTo>
                    <a:pt x="5833861" y="632632"/>
                  </a:lnTo>
                  <a:lnTo>
                    <a:pt x="5882408" y="660645"/>
                  </a:lnTo>
                  <a:lnTo>
                    <a:pt x="5930931" y="691152"/>
                  </a:lnTo>
                  <a:lnTo>
                    <a:pt x="5979751" y="724120"/>
                  </a:lnTo>
                  <a:lnTo>
                    <a:pt x="6029070" y="759433"/>
                  </a:lnTo>
                  <a:lnTo>
                    <a:pt x="6078988" y="796891"/>
                  </a:lnTo>
                  <a:lnTo>
                    <a:pt x="6129510" y="836202"/>
                  </a:lnTo>
                  <a:lnTo>
                    <a:pt x="6180563" y="876993"/>
                  </a:lnTo>
                  <a:lnTo>
                    <a:pt x="6232011" y="918821"/>
                  </a:lnTo>
                  <a:lnTo>
                    <a:pt x="6283672" y="961192"/>
                  </a:lnTo>
                  <a:lnTo>
                    <a:pt x="6335342" y="1003584"/>
                  </a:lnTo>
                  <a:lnTo>
                    <a:pt x="6386813" y="1045472"/>
                  </a:lnTo>
                  <a:lnTo>
                    <a:pt x="6437903" y="1086361"/>
                  </a:lnTo>
                  <a:lnTo>
                    <a:pt x="6488470" y="1125801"/>
                  </a:lnTo>
                  <a:lnTo>
                    <a:pt x="6538435" y="1163414"/>
                  </a:lnTo>
                  <a:lnTo>
                    <a:pt x="6587799" y="1198903"/>
                  </a:lnTo>
                  <a:lnTo>
                    <a:pt x="6636652" y="1232058"/>
                  </a:lnTo>
                  <a:lnTo>
                    <a:pt x="6685188" y="1262758"/>
                  </a:lnTo>
                  <a:lnTo>
                    <a:pt x="6733719" y="1290965"/>
                  </a:lnTo>
                  <a:lnTo>
                    <a:pt x="6782688" y="1316714"/>
                  </a:lnTo>
                  <a:lnTo>
                    <a:pt x="6786527" y="1318614"/>
                  </a:lnTo>
                  <a:lnTo>
                    <a:pt x="6836007" y="1341519"/>
                  </a:lnTo>
                  <a:lnTo>
                    <a:pt x="6887190" y="1362099"/>
                  </a:lnTo>
                  <a:lnTo>
                    <a:pt x="6940889" y="1380478"/>
                  </a:lnTo>
                  <a:lnTo>
                    <a:pt x="6998016" y="1396859"/>
                  </a:lnTo>
                  <a:lnTo>
                    <a:pt x="7059495" y="1411472"/>
                  </a:lnTo>
                  <a:lnTo>
                    <a:pt x="7126186" y="1424538"/>
                  </a:lnTo>
                  <a:lnTo>
                    <a:pt x="7198779" y="1436249"/>
                  </a:lnTo>
                  <a:lnTo>
                    <a:pt x="7277659" y="1446760"/>
                  </a:lnTo>
                  <a:lnTo>
                    <a:pt x="7362723" y="1456183"/>
                  </a:lnTo>
                  <a:lnTo>
                    <a:pt x="7453167" y="1464586"/>
                  </a:lnTo>
                  <a:lnTo>
                    <a:pt x="7547278" y="1471995"/>
                  </a:lnTo>
                  <a:lnTo>
                    <a:pt x="7642305" y="1478403"/>
                  </a:lnTo>
                  <a:lnTo>
                    <a:pt x="7734514" y="1483787"/>
                  </a:lnTo>
                  <a:lnTo>
                    <a:pt x="7819529" y="1488129"/>
                  </a:lnTo>
                  <a:lnTo>
                    <a:pt x="7892992" y="1491439"/>
                  </a:lnTo>
                  <a:lnTo>
                    <a:pt x="7951424" y="1493780"/>
                  </a:lnTo>
                  <a:lnTo>
                    <a:pt x="7993052" y="1495272"/>
                  </a:lnTo>
                  <a:lnTo>
                    <a:pt x="8018323" y="1496086"/>
                  </a:lnTo>
                  <a:lnTo>
                    <a:pt x="8029975" y="1496425"/>
                  </a:lnTo>
                  <a:lnTo>
                    <a:pt x="8032775" y="1496499"/>
                  </a:lnTo>
                  <a:lnTo>
                    <a:pt x="8032819" y="1496500"/>
                  </a:lnTo>
                  <a:lnTo>
                    <a:pt x="8554953" y="1496500"/>
                  </a:lnTo>
                  <a:lnTo>
                    <a:pt x="8554953" y="149650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358" name="pl358"/>
            <p:cNvSpPr/>
            <p:nvPr/>
          </p:nvSpPr>
          <p:spPr>
            <a:xfrm>
              <a:off x="386606" y="778948"/>
              <a:ext cx="8554953" cy="1496500"/>
            </a:xfrm>
            <a:custGeom>
              <a:avLst/>
              <a:pathLst>
                <a:path w="8554953" h="1496500">
                  <a:moveTo>
                    <a:pt x="8554953" y="1496500"/>
                  </a:moveTo>
                  <a:lnTo>
                    <a:pt x="8032819" y="1496500"/>
                  </a:lnTo>
                  <a:lnTo>
                    <a:pt x="8031568" y="1496468"/>
                  </a:lnTo>
                  <a:lnTo>
                    <a:pt x="8023386" y="1496237"/>
                  </a:lnTo>
                  <a:lnTo>
                    <a:pt x="8002921" y="1495600"/>
                  </a:lnTo>
                  <a:lnTo>
                    <a:pt x="7966742" y="1494348"/>
                  </a:lnTo>
                  <a:lnTo>
                    <a:pt x="7913648" y="1492297"/>
                  </a:lnTo>
                  <a:lnTo>
                    <a:pt x="7844730" y="1489310"/>
                  </a:lnTo>
                  <a:lnTo>
                    <a:pt x="7762996" y="1485305"/>
                  </a:lnTo>
                  <a:lnTo>
                    <a:pt x="7672618" y="1480256"/>
                  </a:lnTo>
                  <a:lnTo>
                    <a:pt x="7578053" y="1474176"/>
                  </a:lnTo>
                  <a:lnTo>
                    <a:pt x="7483294" y="1467089"/>
                  </a:lnTo>
                  <a:lnTo>
                    <a:pt x="7391429" y="1459009"/>
                  </a:lnTo>
                  <a:lnTo>
                    <a:pt x="7304498" y="1449921"/>
                  </a:lnTo>
                  <a:lnTo>
                    <a:pt x="7223579" y="1439771"/>
                  </a:lnTo>
                  <a:lnTo>
                    <a:pt x="7148976" y="1428463"/>
                  </a:lnTo>
                  <a:lnTo>
                    <a:pt x="7080441" y="1415854"/>
                  </a:lnTo>
                  <a:lnTo>
                    <a:pt x="7017366" y="1401764"/>
                  </a:lnTo>
                  <a:lnTo>
                    <a:pt x="6958933" y="1385980"/>
                  </a:lnTo>
                  <a:lnTo>
                    <a:pt x="6904227" y="1368271"/>
                  </a:lnTo>
                  <a:lnTo>
                    <a:pt x="6852327" y="1348421"/>
                  </a:lnTo>
                  <a:lnTo>
                    <a:pt x="6802376" y="1326273"/>
                  </a:lnTo>
                  <a:lnTo>
                    <a:pt x="6786527" y="1318614"/>
                  </a:lnTo>
                  <a:lnTo>
                    <a:pt x="6737501" y="1293053"/>
                  </a:lnTo>
                  <a:lnTo>
                    <a:pt x="6688954" y="1265039"/>
                  </a:lnTo>
                  <a:lnTo>
                    <a:pt x="6640431" y="1234532"/>
                  </a:lnTo>
                  <a:lnTo>
                    <a:pt x="6591611" y="1201565"/>
                  </a:lnTo>
                  <a:lnTo>
                    <a:pt x="6542292" y="1166251"/>
                  </a:lnTo>
                  <a:lnTo>
                    <a:pt x="6492374" y="1128794"/>
                  </a:lnTo>
                  <a:lnTo>
                    <a:pt x="6441852" y="1089483"/>
                  </a:lnTo>
                  <a:lnTo>
                    <a:pt x="6390799" y="1048691"/>
                  </a:lnTo>
                  <a:lnTo>
                    <a:pt x="6339351" y="1006863"/>
                  </a:lnTo>
                  <a:lnTo>
                    <a:pt x="6287689" y="964492"/>
                  </a:lnTo>
                  <a:lnTo>
                    <a:pt x="6236020" y="922101"/>
                  </a:lnTo>
                  <a:lnTo>
                    <a:pt x="6184548" y="880212"/>
                  </a:lnTo>
                  <a:lnTo>
                    <a:pt x="6133459" y="839323"/>
                  </a:lnTo>
                  <a:lnTo>
                    <a:pt x="6082892" y="799883"/>
                  </a:lnTo>
                  <a:lnTo>
                    <a:pt x="6032927" y="762270"/>
                  </a:lnTo>
                  <a:lnTo>
                    <a:pt x="5983563" y="726781"/>
                  </a:lnTo>
                  <a:lnTo>
                    <a:pt x="5934710" y="693626"/>
                  </a:lnTo>
                  <a:lnTo>
                    <a:pt x="5886174" y="662926"/>
                  </a:lnTo>
                  <a:lnTo>
                    <a:pt x="5837643" y="634719"/>
                  </a:lnTo>
                  <a:lnTo>
                    <a:pt x="5788674" y="608971"/>
                  </a:lnTo>
                  <a:lnTo>
                    <a:pt x="5784835" y="607070"/>
                  </a:lnTo>
                  <a:lnTo>
                    <a:pt x="5735355" y="584165"/>
                  </a:lnTo>
                  <a:lnTo>
                    <a:pt x="5684172" y="563585"/>
                  </a:lnTo>
                  <a:lnTo>
                    <a:pt x="5630473" y="545207"/>
                  </a:lnTo>
                  <a:lnTo>
                    <a:pt x="5573346" y="528826"/>
                  </a:lnTo>
                  <a:lnTo>
                    <a:pt x="5511867" y="514212"/>
                  </a:lnTo>
                  <a:lnTo>
                    <a:pt x="5445176" y="501147"/>
                  </a:lnTo>
                  <a:lnTo>
                    <a:pt x="5372583" y="489435"/>
                  </a:lnTo>
                  <a:lnTo>
                    <a:pt x="5293703" y="478924"/>
                  </a:lnTo>
                  <a:lnTo>
                    <a:pt x="5208639" y="469501"/>
                  </a:lnTo>
                  <a:lnTo>
                    <a:pt x="5118195" y="461098"/>
                  </a:lnTo>
                  <a:lnTo>
                    <a:pt x="5024084" y="453690"/>
                  </a:lnTo>
                  <a:lnTo>
                    <a:pt x="4929057" y="447281"/>
                  </a:lnTo>
                  <a:lnTo>
                    <a:pt x="4836848" y="441897"/>
                  </a:lnTo>
                  <a:lnTo>
                    <a:pt x="4751833" y="437556"/>
                  </a:lnTo>
                  <a:lnTo>
                    <a:pt x="4678370" y="434245"/>
                  </a:lnTo>
                  <a:lnTo>
                    <a:pt x="4619938" y="431904"/>
                  </a:lnTo>
                  <a:lnTo>
                    <a:pt x="4578310" y="430413"/>
                  </a:lnTo>
                  <a:lnTo>
                    <a:pt x="4553039" y="429599"/>
                  </a:lnTo>
                  <a:lnTo>
                    <a:pt x="4541387" y="429260"/>
                  </a:lnTo>
                  <a:lnTo>
                    <a:pt x="4538587" y="429186"/>
                  </a:lnTo>
                  <a:lnTo>
                    <a:pt x="4538543" y="429185"/>
                  </a:lnTo>
                  <a:lnTo>
                    <a:pt x="4016409" y="429185"/>
                  </a:lnTo>
                  <a:lnTo>
                    <a:pt x="4015142" y="429171"/>
                  </a:lnTo>
                  <a:lnTo>
                    <a:pt x="4006861" y="429077"/>
                  </a:lnTo>
                  <a:lnTo>
                    <a:pt x="3986156" y="428818"/>
                  </a:lnTo>
                  <a:lnTo>
                    <a:pt x="3949575" y="428308"/>
                  </a:lnTo>
                  <a:lnTo>
                    <a:pt x="3895937" y="427473"/>
                  </a:lnTo>
                  <a:lnTo>
                    <a:pt x="3826389" y="426258"/>
                  </a:lnTo>
                  <a:lnTo>
                    <a:pt x="3744012" y="424629"/>
                  </a:lnTo>
                  <a:lnTo>
                    <a:pt x="3653053" y="422577"/>
                  </a:lnTo>
                  <a:lnTo>
                    <a:pt x="3558018" y="420107"/>
                  </a:lnTo>
                  <a:lnTo>
                    <a:pt x="3462923" y="417229"/>
                  </a:lnTo>
                  <a:lnTo>
                    <a:pt x="3370854" y="413948"/>
                  </a:lnTo>
                  <a:lnTo>
                    <a:pt x="3283832" y="410258"/>
                  </a:lnTo>
                  <a:lnTo>
                    <a:pt x="3202904" y="406136"/>
                  </a:lnTo>
                  <a:lnTo>
                    <a:pt x="3128344" y="401541"/>
                  </a:lnTo>
                  <a:lnTo>
                    <a:pt x="3059876" y="396415"/>
                  </a:lnTo>
                  <a:lnTo>
                    <a:pt x="2996866" y="390683"/>
                  </a:lnTo>
                  <a:lnTo>
                    <a:pt x="2938477" y="384258"/>
                  </a:lnTo>
                  <a:lnTo>
                    <a:pt x="2883780" y="377045"/>
                  </a:lnTo>
                  <a:lnTo>
                    <a:pt x="2831842" y="368959"/>
                  </a:lnTo>
                  <a:lnTo>
                    <a:pt x="2781807" y="359937"/>
                  </a:lnTo>
                  <a:lnTo>
                    <a:pt x="2770117" y="357654"/>
                  </a:lnTo>
                  <a:lnTo>
                    <a:pt x="2716904" y="346445"/>
                  </a:lnTo>
                  <a:lnTo>
                    <a:pt x="2664205" y="334071"/>
                  </a:lnTo>
                  <a:lnTo>
                    <a:pt x="2611461" y="320515"/>
                  </a:lnTo>
                  <a:lnTo>
                    <a:pt x="2558295" y="305803"/>
                  </a:lnTo>
                  <a:lnTo>
                    <a:pt x="2504488" y="290007"/>
                  </a:lnTo>
                  <a:lnTo>
                    <a:pt x="2449961" y="273249"/>
                  </a:lnTo>
                  <a:lnTo>
                    <a:pt x="2394757" y="255700"/>
                  </a:lnTo>
                  <a:lnTo>
                    <a:pt x="2339016" y="237571"/>
                  </a:lnTo>
                  <a:lnTo>
                    <a:pt x="2282953" y="219111"/>
                  </a:lnTo>
                  <a:lnTo>
                    <a:pt x="2226825" y="200585"/>
                  </a:lnTo>
                  <a:lnTo>
                    <a:pt x="2170898" y="182262"/>
                  </a:lnTo>
                  <a:lnTo>
                    <a:pt x="2115409" y="164401"/>
                  </a:lnTo>
                  <a:lnTo>
                    <a:pt x="2060540" y="147234"/>
                  </a:lnTo>
                  <a:lnTo>
                    <a:pt x="2006384" y="130950"/>
                  </a:lnTo>
                  <a:lnTo>
                    <a:pt x="1952924" y="115698"/>
                  </a:lnTo>
                  <a:lnTo>
                    <a:pt x="1900011" y="101572"/>
                  </a:lnTo>
                  <a:lnTo>
                    <a:pt x="1847348" y="88622"/>
                  </a:lnTo>
                  <a:lnTo>
                    <a:pt x="1794468" y="76850"/>
                  </a:lnTo>
                  <a:lnTo>
                    <a:pt x="1768425" y="71530"/>
                  </a:lnTo>
                  <a:lnTo>
                    <a:pt x="1718733" y="62283"/>
                  </a:lnTo>
                  <a:lnTo>
                    <a:pt x="1667320" y="53978"/>
                  </a:lnTo>
                  <a:lnTo>
                    <a:pt x="1613362" y="46565"/>
                  </a:lnTo>
                  <a:lnTo>
                    <a:pt x="1555935" y="39962"/>
                  </a:lnTo>
                  <a:lnTo>
                    <a:pt x="1494104" y="34073"/>
                  </a:lnTo>
                  <a:lnTo>
                    <a:pt x="1427000" y="28811"/>
                  </a:lnTo>
                  <a:lnTo>
                    <a:pt x="1353929" y="24096"/>
                  </a:lnTo>
                  <a:lnTo>
                    <a:pt x="1274514" y="19865"/>
                  </a:lnTo>
                  <a:lnTo>
                    <a:pt x="1188877" y="16075"/>
                  </a:lnTo>
                  <a:lnTo>
                    <a:pt x="1097864" y="12698"/>
                  </a:lnTo>
                  <a:lnTo>
                    <a:pt x="1003248" y="9725"/>
                  </a:lnTo>
                  <a:lnTo>
                    <a:pt x="907865" y="7157"/>
                  </a:lnTo>
                  <a:lnTo>
                    <a:pt x="815537" y="5005"/>
                  </a:lnTo>
                  <a:lnTo>
                    <a:pt x="730712" y="3275"/>
                  </a:lnTo>
                  <a:lnTo>
                    <a:pt x="657779" y="1964"/>
                  </a:lnTo>
                  <a:lnTo>
                    <a:pt x="600174" y="1042"/>
                  </a:lnTo>
                  <a:lnTo>
                    <a:pt x="559558" y="462"/>
                  </a:lnTo>
                  <a:lnTo>
                    <a:pt x="535312" y="150"/>
                  </a:lnTo>
                  <a:lnTo>
                    <a:pt x="524501" y="25"/>
                  </a:lnTo>
                  <a:lnTo>
                    <a:pt x="522151" y="0"/>
                  </a:lnTo>
                  <a:lnTo>
                    <a:pt x="522133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359" name="pg359"/>
            <p:cNvSpPr/>
            <p:nvPr/>
          </p:nvSpPr>
          <p:spPr>
            <a:xfrm>
              <a:off x="386606" y="818479"/>
              <a:ext cx="8554953" cy="1711092"/>
            </a:xfrm>
            <a:custGeom>
              <a:avLst/>
              <a:pathLst>
                <a:path w="8554953" h="1711092">
                  <a:moveTo>
                    <a:pt x="0" y="11294"/>
                  </a:moveTo>
                  <a:lnTo>
                    <a:pt x="522133" y="11294"/>
                  </a:lnTo>
                  <a:lnTo>
                    <a:pt x="523400" y="11307"/>
                  </a:lnTo>
                  <a:lnTo>
                    <a:pt x="531681" y="11402"/>
                  </a:lnTo>
                  <a:lnTo>
                    <a:pt x="552385" y="11665"/>
                  </a:lnTo>
                  <a:lnTo>
                    <a:pt x="588964" y="12182"/>
                  </a:lnTo>
                  <a:lnTo>
                    <a:pt x="642599" y="13028"/>
                  </a:lnTo>
                  <a:lnTo>
                    <a:pt x="712144" y="14259"/>
                  </a:lnTo>
                  <a:lnTo>
                    <a:pt x="794516" y="15909"/>
                  </a:lnTo>
                  <a:lnTo>
                    <a:pt x="885473" y="17988"/>
                  </a:lnTo>
                  <a:lnTo>
                    <a:pt x="980506" y="20491"/>
                  </a:lnTo>
                  <a:lnTo>
                    <a:pt x="1075599" y="23406"/>
                  </a:lnTo>
                  <a:lnTo>
                    <a:pt x="1167666" y="26730"/>
                  </a:lnTo>
                  <a:lnTo>
                    <a:pt x="1254688" y="30469"/>
                  </a:lnTo>
                  <a:lnTo>
                    <a:pt x="1335616" y="34645"/>
                  </a:lnTo>
                  <a:lnTo>
                    <a:pt x="1410176" y="39300"/>
                  </a:lnTo>
                  <a:lnTo>
                    <a:pt x="1478644" y="44493"/>
                  </a:lnTo>
                  <a:lnTo>
                    <a:pt x="1541655" y="50300"/>
                  </a:lnTo>
                  <a:lnTo>
                    <a:pt x="1600044" y="56809"/>
                  </a:lnTo>
                  <a:lnTo>
                    <a:pt x="1654742" y="64116"/>
                  </a:lnTo>
                  <a:lnTo>
                    <a:pt x="1706679" y="72308"/>
                  </a:lnTo>
                  <a:lnTo>
                    <a:pt x="1756713" y="81448"/>
                  </a:lnTo>
                  <a:lnTo>
                    <a:pt x="1768425" y="83766"/>
                  </a:lnTo>
                  <a:lnTo>
                    <a:pt x="1821612" y="95116"/>
                  </a:lnTo>
                  <a:lnTo>
                    <a:pt x="1874284" y="107645"/>
                  </a:lnTo>
                  <a:lnTo>
                    <a:pt x="1927002" y="121371"/>
                  </a:lnTo>
                  <a:lnTo>
                    <a:pt x="1980141" y="136268"/>
                  </a:lnTo>
                  <a:lnTo>
                    <a:pt x="2033919" y="152261"/>
                  </a:lnTo>
                  <a:lnTo>
                    <a:pt x="2088417" y="169229"/>
                  </a:lnTo>
                  <a:lnTo>
                    <a:pt x="2143592" y="186998"/>
                  </a:lnTo>
                  <a:lnTo>
                    <a:pt x="2199303" y="205354"/>
                  </a:lnTo>
                  <a:lnTo>
                    <a:pt x="2255337" y="224047"/>
                  </a:lnTo>
                  <a:lnTo>
                    <a:pt x="2311437" y="242808"/>
                  </a:lnTo>
                  <a:lnTo>
                    <a:pt x="2367339" y="261364"/>
                  </a:lnTo>
                  <a:lnTo>
                    <a:pt x="2422803" y="279454"/>
                  </a:lnTo>
                  <a:lnTo>
                    <a:pt x="2477649" y="296845"/>
                  </a:lnTo>
                  <a:lnTo>
                    <a:pt x="2531782" y="313340"/>
                  </a:lnTo>
                  <a:lnTo>
                    <a:pt x="2585221" y="328794"/>
                  </a:lnTo>
                  <a:lnTo>
                    <a:pt x="2638111" y="343107"/>
                  </a:lnTo>
                  <a:lnTo>
                    <a:pt x="2690748" y="356231"/>
                  </a:lnTo>
                  <a:lnTo>
                    <a:pt x="2743597" y="368162"/>
                  </a:lnTo>
                  <a:lnTo>
                    <a:pt x="2770117" y="373654"/>
                  </a:lnTo>
                  <a:lnTo>
                    <a:pt x="2819809" y="383023"/>
                  </a:lnTo>
                  <a:lnTo>
                    <a:pt x="2871220" y="391437"/>
                  </a:lnTo>
                  <a:lnTo>
                    <a:pt x="2925177" y="398947"/>
                  </a:lnTo>
                  <a:lnTo>
                    <a:pt x="2982602" y="405637"/>
                  </a:lnTo>
                  <a:lnTo>
                    <a:pt x="3044431" y="411603"/>
                  </a:lnTo>
                  <a:lnTo>
                    <a:pt x="3111533" y="416935"/>
                  </a:lnTo>
                  <a:lnTo>
                    <a:pt x="3184601" y="421712"/>
                  </a:lnTo>
                  <a:lnTo>
                    <a:pt x="3264014" y="425998"/>
                  </a:lnTo>
                  <a:lnTo>
                    <a:pt x="3349648" y="429838"/>
                  </a:lnTo>
                  <a:lnTo>
                    <a:pt x="3440658" y="433259"/>
                  </a:lnTo>
                  <a:lnTo>
                    <a:pt x="3535271" y="436272"/>
                  </a:lnTo>
                  <a:lnTo>
                    <a:pt x="3630653" y="438874"/>
                  </a:lnTo>
                  <a:lnTo>
                    <a:pt x="3722980" y="441054"/>
                  </a:lnTo>
                  <a:lnTo>
                    <a:pt x="3807806" y="442807"/>
                  </a:lnTo>
                  <a:lnTo>
                    <a:pt x="3880742" y="444136"/>
                  </a:lnTo>
                  <a:lnTo>
                    <a:pt x="3938351" y="445069"/>
                  </a:lnTo>
                  <a:lnTo>
                    <a:pt x="3978973" y="445658"/>
                  </a:lnTo>
                  <a:lnTo>
                    <a:pt x="4003223" y="445973"/>
                  </a:lnTo>
                  <a:lnTo>
                    <a:pt x="4014039" y="446101"/>
                  </a:lnTo>
                  <a:lnTo>
                    <a:pt x="4016409" y="446126"/>
                  </a:lnTo>
                  <a:lnTo>
                    <a:pt x="4538543" y="446126"/>
                  </a:lnTo>
                  <a:lnTo>
                    <a:pt x="4539787" y="446164"/>
                  </a:lnTo>
                  <a:lnTo>
                    <a:pt x="4547921" y="446436"/>
                  </a:lnTo>
                  <a:lnTo>
                    <a:pt x="4568273" y="447186"/>
                  </a:lnTo>
                  <a:lnTo>
                    <a:pt x="4604262" y="448661"/>
                  </a:lnTo>
                  <a:lnTo>
                    <a:pt x="4657098" y="451077"/>
                  </a:lnTo>
                  <a:lnTo>
                    <a:pt x="4725717" y="454598"/>
                  </a:lnTo>
                  <a:lnTo>
                    <a:pt x="4807146" y="459319"/>
                  </a:lnTo>
                  <a:lnTo>
                    <a:pt x="4897246" y="465272"/>
                  </a:lnTo>
                  <a:lnTo>
                    <a:pt x="4991586" y="472443"/>
                  </a:lnTo>
                  <a:lnTo>
                    <a:pt x="5086183" y="480803"/>
                  </a:lnTo>
                  <a:lnTo>
                    <a:pt x="5177950" y="490335"/>
                  </a:lnTo>
                  <a:lnTo>
                    <a:pt x="5264835" y="501057"/>
                  </a:lnTo>
                  <a:lnTo>
                    <a:pt x="5345749" y="513029"/>
                  </a:lnTo>
                  <a:lnTo>
                    <a:pt x="5420372" y="526365"/>
                  </a:lnTo>
                  <a:lnTo>
                    <a:pt x="5488938" y="541231"/>
                  </a:lnTo>
                  <a:lnTo>
                    <a:pt x="5552044" y="557839"/>
                  </a:lnTo>
                  <a:lnTo>
                    <a:pt x="5610500" y="576438"/>
                  </a:lnTo>
                  <a:lnTo>
                    <a:pt x="5665210" y="597298"/>
                  </a:lnTo>
                  <a:lnTo>
                    <a:pt x="5717094" y="620679"/>
                  </a:lnTo>
                  <a:lnTo>
                    <a:pt x="5767006" y="646768"/>
                  </a:lnTo>
                  <a:lnTo>
                    <a:pt x="5784835" y="656954"/>
                  </a:lnTo>
                  <a:lnTo>
                    <a:pt x="5832335" y="686256"/>
                  </a:lnTo>
                  <a:lnTo>
                    <a:pt x="5879372" y="718284"/>
                  </a:lnTo>
                  <a:lnTo>
                    <a:pt x="5926364" y="753084"/>
                  </a:lnTo>
                  <a:lnTo>
                    <a:pt x="5973612" y="790628"/>
                  </a:lnTo>
                  <a:lnTo>
                    <a:pt x="6021310" y="830804"/>
                  </a:lnTo>
                  <a:lnTo>
                    <a:pt x="6069562" y="873406"/>
                  </a:lnTo>
                  <a:lnTo>
                    <a:pt x="6118386" y="918137"/>
                  </a:lnTo>
                  <a:lnTo>
                    <a:pt x="6167730" y="964614"/>
                  </a:lnTo>
                  <a:lnTo>
                    <a:pt x="6217482" y="1012374"/>
                  </a:lnTo>
                  <a:lnTo>
                    <a:pt x="6267485" y="1060897"/>
                  </a:lnTo>
                  <a:lnTo>
                    <a:pt x="6317556" y="1109626"/>
                  </a:lnTo>
                  <a:lnTo>
                    <a:pt x="6367508" y="1157995"/>
                  </a:lnTo>
                  <a:lnTo>
                    <a:pt x="6417162" y="1205453"/>
                  </a:lnTo>
                  <a:lnTo>
                    <a:pt x="6466373" y="1251496"/>
                  </a:lnTo>
                  <a:lnTo>
                    <a:pt x="6515043" y="1295680"/>
                  </a:lnTo>
                  <a:lnTo>
                    <a:pt x="6563139" y="1337644"/>
                  </a:lnTo>
                  <a:lnTo>
                    <a:pt x="6610700" y="1377117"/>
                  </a:lnTo>
                  <a:lnTo>
                    <a:pt x="6657854" y="1413919"/>
                  </a:lnTo>
                  <a:lnTo>
                    <a:pt x="6704824" y="1447961"/>
                  </a:lnTo>
                  <a:lnTo>
                    <a:pt x="6751940" y="1479237"/>
                  </a:lnTo>
                  <a:lnTo>
                    <a:pt x="6786527" y="1500265"/>
                  </a:lnTo>
                  <a:lnTo>
                    <a:pt x="6835906" y="1527360"/>
                  </a:lnTo>
                  <a:lnTo>
                    <a:pt x="6886979" y="1551710"/>
                  </a:lnTo>
                  <a:lnTo>
                    <a:pt x="6940556" y="1573461"/>
                  </a:lnTo>
                  <a:lnTo>
                    <a:pt x="6997540" y="1592852"/>
                  </a:lnTo>
                  <a:lnTo>
                    <a:pt x="7058852" y="1610154"/>
                  </a:lnTo>
                  <a:lnTo>
                    <a:pt x="7125347" y="1625627"/>
                  </a:lnTo>
                  <a:lnTo>
                    <a:pt x="7197715" y="1639499"/>
                  </a:lnTo>
                  <a:lnTo>
                    <a:pt x="7276341" y="1651952"/>
                  </a:lnTo>
                  <a:lnTo>
                    <a:pt x="7361133" y="1663119"/>
                  </a:lnTo>
                  <a:lnTo>
                    <a:pt x="7451306" y="1673080"/>
                  </a:lnTo>
                  <a:lnTo>
                    <a:pt x="7545176" y="1681868"/>
                  </a:lnTo>
                  <a:lnTo>
                    <a:pt x="7640030" y="1689475"/>
                  </a:lnTo>
                  <a:lnTo>
                    <a:pt x="7732176" y="1695874"/>
                  </a:lnTo>
                  <a:lnTo>
                    <a:pt x="7817276" y="1701043"/>
                  </a:lnTo>
                  <a:lnTo>
                    <a:pt x="7890983" y="1704994"/>
                  </a:lnTo>
                  <a:lnTo>
                    <a:pt x="7949803" y="1707796"/>
                  </a:lnTo>
                  <a:lnTo>
                    <a:pt x="7991909" y="1709591"/>
                  </a:lnTo>
                  <a:lnTo>
                    <a:pt x="8017669" y="1710578"/>
                  </a:lnTo>
                  <a:lnTo>
                    <a:pt x="8029729" y="1710995"/>
                  </a:lnTo>
                  <a:lnTo>
                    <a:pt x="8032819" y="1711092"/>
                  </a:lnTo>
                  <a:lnTo>
                    <a:pt x="8554953" y="1711092"/>
                  </a:lnTo>
                  <a:lnTo>
                    <a:pt x="8554953" y="1699798"/>
                  </a:lnTo>
                  <a:lnTo>
                    <a:pt x="8032819" y="1699798"/>
                  </a:lnTo>
                  <a:lnTo>
                    <a:pt x="8031575" y="1699760"/>
                  </a:lnTo>
                  <a:lnTo>
                    <a:pt x="8023441" y="1699488"/>
                  </a:lnTo>
                  <a:lnTo>
                    <a:pt x="8003089" y="1698738"/>
                  </a:lnTo>
                  <a:lnTo>
                    <a:pt x="7967100" y="1697263"/>
                  </a:lnTo>
                  <a:lnTo>
                    <a:pt x="7914264" y="1694847"/>
                  </a:lnTo>
                  <a:lnTo>
                    <a:pt x="7845645" y="1691326"/>
                  </a:lnTo>
                  <a:lnTo>
                    <a:pt x="7764216" y="1686605"/>
                  </a:lnTo>
                  <a:lnTo>
                    <a:pt x="7674116" y="1680652"/>
                  </a:lnTo>
                  <a:lnTo>
                    <a:pt x="7579776" y="1673481"/>
                  </a:lnTo>
                  <a:lnTo>
                    <a:pt x="7485179" y="1665121"/>
                  </a:lnTo>
                  <a:lnTo>
                    <a:pt x="7393412" y="1655589"/>
                  </a:lnTo>
                  <a:lnTo>
                    <a:pt x="7306527" y="1644867"/>
                  </a:lnTo>
                  <a:lnTo>
                    <a:pt x="7225612" y="1632895"/>
                  </a:lnTo>
                  <a:lnTo>
                    <a:pt x="7150990" y="1619559"/>
                  </a:lnTo>
                  <a:lnTo>
                    <a:pt x="7082424" y="1604693"/>
                  </a:lnTo>
                  <a:lnTo>
                    <a:pt x="7019317" y="1588085"/>
                  </a:lnTo>
                  <a:lnTo>
                    <a:pt x="6960862" y="1569486"/>
                  </a:lnTo>
                  <a:lnTo>
                    <a:pt x="6906152" y="1548626"/>
                  </a:lnTo>
                  <a:lnTo>
                    <a:pt x="6854268" y="1525245"/>
                  </a:lnTo>
                  <a:lnTo>
                    <a:pt x="6804356" y="1499156"/>
                  </a:lnTo>
                  <a:lnTo>
                    <a:pt x="6786527" y="1488970"/>
                  </a:lnTo>
                  <a:lnTo>
                    <a:pt x="6739026" y="1459668"/>
                  </a:lnTo>
                  <a:lnTo>
                    <a:pt x="6691990" y="1427640"/>
                  </a:lnTo>
                  <a:lnTo>
                    <a:pt x="6644998" y="1392840"/>
                  </a:lnTo>
                  <a:lnTo>
                    <a:pt x="6597750" y="1355296"/>
                  </a:lnTo>
                  <a:lnTo>
                    <a:pt x="6550052" y="1315120"/>
                  </a:lnTo>
                  <a:lnTo>
                    <a:pt x="6501800" y="1272518"/>
                  </a:lnTo>
                  <a:lnTo>
                    <a:pt x="6452976" y="1227787"/>
                  </a:lnTo>
                  <a:lnTo>
                    <a:pt x="6403632" y="1181310"/>
                  </a:lnTo>
                  <a:lnTo>
                    <a:pt x="6353880" y="1133550"/>
                  </a:lnTo>
                  <a:lnTo>
                    <a:pt x="6303877" y="1085027"/>
                  </a:lnTo>
                  <a:lnTo>
                    <a:pt x="6253805" y="1036298"/>
                  </a:lnTo>
                  <a:lnTo>
                    <a:pt x="6203854" y="987929"/>
                  </a:lnTo>
                  <a:lnTo>
                    <a:pt x="6154200" y="940471"/>
                  </a:lnTo>
                  <a:lnTo>
                    <a:pt x="6104989" y="894428"/>
                  </a:lnTo>
                  <a:lnTo>
                    <a:pt x="6056319" y="850244"/>
                  </a:lnTo>
                  <a:lnTo>
                    <a:pt x="6008223" y="808280"/>
                  </a:lnTo>
                  <a:lnTo>
                    <a:pt x="5960662" y="768807"/>
                  </a:lnTo>
                  <a:lnTo>
                    <a:pt x="5913508" y="732005"/>
                  </a:lnTo>
                  <a:lnTo>
                    <a:pt x="5866538" y="697963"/>
                  </a:lnTo>
                  <a:lnTo>
                    <a:pt x="5819422" y="666687"/>
                  </a:lnTo>
                  <a:lnTo>
                    <a:pt x="5784835" y="645659"/>
                  </a:lnTo>
                  <a:lnTo>
                    <a:pt x="5735456" y="618564"/>
                  </a:lnTo>
                  <a:lnTo>
                    <a:pt x="5684383" y="594214"/>
                  </a:lnTo>
                  <a:lnTo>
                    <a:pt x="5630806" y="572463"/>
                  </a:lnTo>
                  <a:lnTo>
                    <a:pt x="5573821" y="553072"/>
                  </a:lnTo>
                  <a:lnTo>
                    <a:pt x="5512509" y="535770"/>
                  </a:lnTo>
                  <a:lnTo>
                    <a:pt x="5446015" y="520297"/>
                  </a:lnTo>
                  <a:lnTo>
                    <a:pt x="5373647" y="506425"/>
                  </a:lnTo>
                  <a:lnTo>
                    <a:pt x="5295021" y="493972"/>
                  </a:lnTo>
                  <a:lnTo>
                    <a:pt x="5210229" y="482805"/>
                  </a:lnTo>
                  <a:lnTo>
                    <a:pt x="5120056" y="472844"/>
                  </a:lnTo>
                  <a:lnTo>
                    <a:pt x="5026186" y="464056"/>
                  </a:lnTo>
                  <a:lnTo>
                    <a:pt x="4931332" y="456449"/>
                  </a:lnTo>
                  <a:lnTo>
                    <a:pt x="4839186" y="450050"/>
                  </a:lnTo>
                  <a:lnTo>
                    <a:pt x="4754086" y="444881"/>
                  </a:lnTo>
                  <a:lnTo>
                    <a:pt x="4680379" y="440930"/>
                  </a:lnTo>
                  <a:lnTo>
                    <a:pt x="4621559" y="438128"/>
                  </a:lnTo>
                  <a:lnTo>
                    <a:pt x="4579453" y="436333"/>
                  </a:lnTo>
                  <a:lnTo>
                    <a:pt x="4553693" y="435346"/>
                  </a:lnTo>
                  <a:lnTo>
                    <a:pt x="4541633" y="434929"/>
                  </a:lnTo>
                  <a:lnTo>
                    <a:pt x="4538543" y="434832"/>
                  </a:lnTo>
                  <a:lnTo>
                    <a:pt x="4016409" y="434832"/>
                  </a:lnTo>
                  <a:lnTo>
                    <a:pt x="4015143" y="434818"/>
                  </a:lnTo>
                  <a:lnTo>
                    <a:pt x="4006861" y="434723"/>
                  </a:lnTo>
                  <a:lnTo>
                    <a:pt x="3986157" y="434460"/>
                  </a:lnTo>
                  <a:lnTo>
                    <a:pt x="3949579" y="433944"/>
                  </a:lnTo>
                  <a:lnTo>
                    <a:pt x="3895943" y="433098"/>
                  </a:lnTo>
                  <a:lnTo>
                    <a:pt x="3826399" y="431866"/>
                  </a:lnTo>
                  <a:lnTo>
                    <a:pt x="3744026" y="430216"/>
                  </a:lnTo>
                  <a:lnTo>
                    <a:pt x="3653070" y="428137"/>
                  </a:lnTo>
                  <a:lnTo>
                    <a:pt x="3558036" y="425635"/>
                  </a:lnTo>
                  <a:lnTo>
                    <a:pt x="3462944" y="422719"/>
                  </a:lnTo>
                  <a:lnTo>
                    <a:pt x="3370876" y="419395"/>
                  </a:lnTo>
                  <a:lnTo>
                    <a:pt x="3283854" y="415657"/>
                  </a:lnTo>
                  <a:lnTo>
                    <a:pt x="3202926" y="411481"/>
                  </a:lnTo>
                  <a:lnTo>
                    <a:pt x="3128366" y="406826"/>
                  </a:lnTo>
                  <a:lnTo>
                    <a:pt x="3059898" y="401632"/>
                  </a:lnTo>
                  <a:lnTo>
                    <a:pt x="2996887" y="395825"/>
                  </a:lnTo>
                  <a:lnTo>
                    <a:pt x="2938498" y="389316"/>
                  </a:lnTo>
                  <a:lnTo>
                    <a:pt x="2883800" y="382010"/>
                  </a:lnTo>
                  <a:lnTo>
                    <a:pt x="2831863" y="373817"/>
                  </a:lnTo>
                  <a:lnTo>
                    <a:pt x="2781829" y="364677"/>
                  </a:lnTo>
                  <a:lnTo>
                    <a:pt x="2770117" y="362360"/>
                  </a:lnTo>
                  <a:lnTo>
                    <a:pt x="2716930" y="351010"/>
                  </a:lnTo>
                  <a:lnTo>
                    <a:pt x="2664258" y="338480"/>
                  </a:lnTo>
                  <a:lnTo>
                    <a:pt x="2611540" y="324754"/>
                  </a:lnTo>
                  <a:lnTo>
                    <a:pt x="2558401" y="309858"/>
                  </a:lnTo>
                  <a:lnTo>
                    <a:pt x="2504623" y="293864"/>
                  </a:lnTo>
                  <a:lnTo>
                    <a:pt x="2450125" y="276897"/>
                  </a:lnTo>
                  <a:lnTo>
                    <a:pt x="2394950" y="259127"/>
                  </a:lnTo>
                  <a:lnTo>
                    <a:pt x="2339239" y="240772"/>
                  </a:lnTo>
                  <a:lnTo>
                    <a:pt x="2283205" y="222078"/>
                  </a:lnTo>
                  <a:lnTo>
                    <a:pt x="2227105" y="203317"/>
                  </a:lnTo>
                  <a:lnTo>
                    <a:pt x="2171204" y="184761"/>
                  </a:lnTo>
                  <a:lnTo>
                    <a:pt x="2115739" y="166671"/>
                  </a:lnTo>
                  <a:lnTo>
                    <a:pt x="2060894" y="149281"/>
                  </a:lnTo>
                  <a:lnTo>
                    <a:pt x="2006760" y="132785"/>
                  </a:lnTo>
                  <a:lnTo>
                    <a:pt x="1953322" y="117332"/>
                  </a:lnTo>
                  <a:lnTo>
                    <a:pt x="1900432" y="103019"/>
                  </a:lnTo>
                  <a:lnTo>
                    <a:pt x="1847794" y="89894"/>
                  </a:lnTo>
                  <a:lnTo>
                    <a:pt x="1794945" y="77963"/>
                  </a:lnTo>
                  <a:lnTo>
                    <a:pt x="1768425" y="72472"/>
                  </a:lnTo>
                  <a:lnTo>
                    <a:pt x="1718734" y="63103"/>
                  </a:lnTo>
                  <a:lnTo>
                    <a:pt x="1667322" y="54689"/>
                  </a:lnTo>
                  <a:lnTo>
                    <a:pt x="1613365" y="47179"/>
                  </a:lnTo>
                  <a:lnTo>
                    <a:pt x="1555940" y="40488"/>
                  </a:lnTo>
                  <a:lnTo>
                    <a:pt x="1494111" y="34522"/>
                  </a:lnTo>
                  <a:lnTo>
                    <a:pt x="1427009" y="29190"/>
                  </a:lnTo>
                  <a:lnTo>
                    <a:pt x="1353941" y="24413"/>
                  </a:lnTo>
                  <a:lnTo>
                    <a:pt x="1274528" y="20128"/>
                  </a:lnTo>
                  <a:lnTo>
                    <a:pt x="1188895" y="16288"/>
                  </a:lnTo>
                  <a:lnTo>
                    <a:pt x="1097884" y="12866"/>
                  </a:lnTo>
                  <a:lnTo>
                    <a:pt x="1003271" y="9853"/>
                  </a:lnTo>
                  <a:lnTo>
                    <a:pt x="907890" y="7252"/>
                  </a:lnTo>
                  <a:lnTo>
                    <a:pt x="815562" y="5071"/>
                  </a:lnTo>
                  <a:lnTo>
                    <a:pt x="730737" y="3319"/>
                  </a:lnTo>
                  <a:lnTo>
                    <a:pt x="657800" y="1990"/>
                  </a:lnTo>
                  <a:lnTo>
                    <a:pt x="600191" y="1056"/>
                  </a:lnTo>
                  <a:lnTo>
                    <a:pt x="559570" y="468"/>
                  </a:lnTo>
                  <a:lnTo>
                    <a:pt x="535319" y="152"/>
                  </a:lnTo>
                  <a:lnTo>
                    <a:pt x="524503" y="25"/>
                  </a:lnTo>
                  <a:lnTo>
                    <a:pt x="5221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360" name="pl360"/>
            <p:cNvSpPr/>
            <p:nvPr/>
          </p:nvSpPr>
          <p:spPr>
            <a:xfrm>
              <a:off x="386606" y="829773"/>
              <a:ext cx="8554953" cy="1699798"/>
            </a:xfrm>
            <a:custGeom>
              <a:avLst/>
              <a:pathLst>
                <a:path w="8554953" h="1699798">
                  <a:moveTo>
                    <a:pt x="0" y="0"/>
                  </a:moveTo>
                  <a:lnTo>
                    <a:pt x="522133" y="0"/>
                  </a:lnTo>
                  <a:lnTo>
                    <a:pt x="523400" y="13"/>
                  </a:lnTo>
                  <a:lnTo>
                    <a:pt x="531681" y="108"/>
                  </a:lnTo>
                  <a:lnTo>
                    <a:pt x="552385" y="371"/>
                  </a:lnTo>
                  <a:lnTo>
                    <a:pt x="588964" y="887"/>
                  </a:lnTo>
                  <a:lnTo>
                    <a:pt x="642599" y="1733"/>
                  </a:lnTo>
                  <a:lnTo>
                    <a:pt x="712144" y="2965"/>
                  </a:lnTo>
                  <a:lnTo>
                    <a:pt x="794516" y="4615"/>
                  </a:lnTo>
                  <a:lnTo>
                    <a:pt x="885473" y="6694"/>
                  </a:lnTo>
                  <a:lnTo>
                    <a:pt x="980506" y="9196"/>
                  </a:lnTo>
                  <a:lnTo>
                    <a:pt x="1075599" y="12112"/>
                  </a:lnTo>
                  <a:lnTo>
                    <a:pt x="1167666" y="15436"/>
                  </a:lnTo>
                  <a:lnTo>
                    <a:pt x="1254688" y="19174"/>
                  </a:lnTo>
                  <a:lnTo>
                    <a:pt x="1335616" y="23351"/>
                  </a:lnTo>
                  <a:lnTo>
                    <a:pt x="1410176" y="28006"/>
                  </a:lnTo>
                  <a:lnTo>
                    <a:pt x="1478644" y="33199"/>
                  </a:lnTo>
                  <a:lnTo>
                    <a:pt x="1541655" y="39006"/>
                  </a:lnTo>
                  <a:lnTo>
                    <a:pt x="1600044" y="45515"/>
                  </a:lnTo>
                  <a:lnTo>
                    <a:pt x="1654742" y="52822"/>
                  </a:lnTo>
                  <a:lnTo>
                    <a:pt x="1706679" y="61014"/>
                  </a:lnTo>
                  <a:lnTo>
                    <a:pt x="1756713" y="70154"/>
                  </a:lnTo>
                  <a:lnTo>
                    <a:pt x="1768425" y="72472"/>
                  </a:lnTo>
                  <a:lnTo>
                    <a:pt x="1821612" y="83821"/>
                  </a:lnTo>
                  <a:lnTo>
                    <a:pt x="1874284" y="96351"/>
                  </a:lnTo>
                  <a:lnTo>
                    <a:pt x="1927002" y="110077"/>
                  </a:lnTo>
                  <a:lnTo>
                    <a:pt x="1980141" y="124973"/>
                  </a:lnTo>
                  <a:lnTo>
                    <a:pt x="2033919" y="140967"/>
                  </a:lnTo>
                  <a:lnTo>
                    <a:pt x="2088417" y="157934"/>
                  </a:lnTo>
                  <a:lnTo>
                    <a:pt x="2143592" y="175704"/>
                  </a:lnTo>
                  <a:lnTo>
                    <a:pt x="2199303" y="194060"/>
                  </a:lnTo>
                  <a:lnTo>
                    <a:pt x="2255337" y="212753"/>
                  </a:lnTo>
                  <a:lnTo>
                    <a:pt x="2311437" y="231514"/>
                  </a:lnTo>
                  <a:lnTo>
                    <a:pt x="2367339" y="250070"/>
                  </a:lnTo>
                  <a:lnTo>
                    <a:pt x="2422803" y="268160"/>
                  </a:lnTo>
                  <a:lnTo>
                    <a:pt x="2477649" y="285550"/>
                  </a:lnTo>
                  <a:lnTo>
                    <a:pt x="2531782" y="302046"/>
                  </a:lnTo>
                  <a:lnTo>
                    <a:pt x="2585221" y="317499"/>
                  </a:lnTo>
                  <a:lnTo>
                    <a:pt x="2638111" y="331813"/>
                  </a:lnTo>
                  <a:lnTo>
                    <a:pt x="2690748" y="344937"/>
                  </a:lnTo>
                  <a:lnTo>
                    <a:pt x="2743597" y="356868"/>
                  </a:lnTo>
                  <a:lnTo>
                    <a:pt x="2770117" y="362360"/>
                  </a:lnTo>
                  <a:lnTo>
                    <a:pt x="2819809" y="371729"/>
                  </a:lnTo>
                  <a:lnTo>
                    <a:pt x="2871220" y="380143"/>
                  </a:lnTo>
                  <a:lnTo>
                    <a:pt x="2925177" y="387653"/>
                  </a:lnTo>
                  <a:lnTo>
                    <a:pt x="2982602" y="394343"/>
                  </a:lnTo>
                  <a:lnTo>
                    <a:pt x="3044431" y="400309"/>
                  </a:lnTo>
                  <a:lnTo>
                    <a:pt x="3111533" y="405641"/>
                  </a:lnTo>
                  <a:lnTo>
                    <a:pt x="3184601" y="410418"/>
                  </a:lnTo>
                  <a:lnTo>
                    <a:pt x="3264014" y="414704"/>
                  </a:lnTo>
                  <a:lnTo>
                    <a:pt x="3349648" y="418544"/>
                  </a:lnTo>
                  <a:lnTo>
                    <a:pt x="3440658" y="421965"/>
                  </a:lnTo>
                  <a:lnTo>
                    <a:pt x="3535271" y="424978"/>
                  </a:lnTo>
                  <a:lnTo>
                    <a:pt x="3630653" y="427580"/>
                  </a:lnTo>
                  <a:lnTo>
                    <a:pt x="3722980" y="429760"/>
                  </a:lnTo>
                  <a:lnTo>
                    <a:pt x="3807806" y="431512"/>
                  </a:lnTo>
                  <a:lnTo>
                    <a:pt x="3880742" y="432841"/>
                  </a:lnTo>
                  <a:lnTo>
                    <a:pt x="3938351" y="433775"/>
                  </a:lnTo>
                  <a:lnTo>
                    <a:pt x="3978973" y="434363"/>
                  </a:lnTo>
                  <a:lnTo>
                    <a:pt x="4003223" y="434679"/>
                  </a:lnTo>
                  <a:lnTo>
                    <a:pt x="4014039" y="434806"/>
                  </a:lnTo>
                  <a:lnTo>
                    <a:pt x="4016391" y="434831"/>
                  </a:lnTo>
                  <a:lnTo>
                    <a:pt x="4016409" y="434832"/>
                  </a:lnTo>
                  <a:lnTo>
                    <a:pt x="4538543" y="434832"/>
                  </a:lnTo>
                  <a:lnTo>
                    <a:pt x="4539787" y="434870"/>
                  </a:lnTo>
                  <a:lnTo>
                    <a:pt x="4547921" y="435141"/>
                  </a:lnTo>
                  <a:lnTo>
                    <a:pt x="4568273" y="435892"/>
                  </a:lnTo>
                  <a:lnTo>
                    <a:pt x="4604262" y="437367"/>
                  </a:lnTo>
                  <a:lnTo>
                    <a:pt x="4657098" y="439783"/>
                  </a:lnTo>
                  <a:lnTo>
                    <a:pt x="4725717" y="443304"/>
                  </a:lnTo>
                  <a:lnTo>
                    <a:pt x="4807146" y="448025"/>
                  </a:lnTo>
                  <a:lnTo>
                    <a:pt x="4897246" y="453977"/>
                  </a:lnTo>
                  <a:lnTo>
                    <a:pt x="4991586" y="461148"/>
                  </a:lnTo>
                  <a:lnTo>
                    <a:pt x="5086183" y="469508"/>
                  </a:lnTo>
                  <a:lnTo>
                    <a:pt x="5177950" y="479041"/>
                  </a:lnTo>
                  <a:lnTo>
                    <a:pt x="5264835" y="489762"/>
                  </a:lnTo>
                  <a:lnTo>
                    <a:pt x="5345749" y="501735"/>
                  </a:lnTo>
                  <a:lnTo>
                    <a:pt x="5420372" y="515071"/>
                  </a:lnTo>
                  <a:lnTo>
                    <a:pt x="5488938" y="529937"/>
                  </a:lnTo>
                  <a:lnTo>
                    <a:pt x="5552044" y="546544"/>
                  </a:lnTo>
                  <a:lnTo>
                    <a:pt x="5610500" y="565143"/>
                  </a:lnTo>
                  <a:lnTo>
                    <a:pt x="5665210" y="586004"/>
                  </a:lnTo>
                  <a:lnTo>
                    <a:pt x="5717094" y="609384"/>
                  </a:lnTo>
                  <a:lnTo>
                    <a:pt x="5767006" y="635474"/>
                  </a:lnTo>
                  <a:lnTo>
                    <a:pt x="5784835" y="645659"/>
                  </a:lnTo>
                  <a:lnTo>
                    <a:pt x="5832335" y="674962"/>
                  </a:lnTo>
                  <a:lnTo>
                    <a:pt x="5879372" y="706989"/>
                  </a:lnTo>
                  <a:lnTo>
                    <a:pt x="5926364" y="741790"/>
                  </a:lnTo>
                  <a:lnTo>
                    <a:pt x="5973612" y="779334"/>
                  </a:lnTo>
                  <a:lnTo>
                    <a:pt x="6021310" y="819510"/>
                  </a:lnTo>
                  <a:lnTo>
                    <a:pt x="6069562" y="862111"/>
                  </a:lnTo>
                  <a:lnTo>
                    <a:pt x="6118386" y="906843"/>
                  </a:lnTo>
                  <a:lnTo>
                    <a:pt x="6167730" y="953319"/>
                  </a:lnTo>
                  <a:lnTo>
                    <a:pt x="6217482" y="1001079"/>
                  </a:lnTo>
                  <a:lnTo>
                    <a:pt x="6267485" y="1049602"/>
                  </a:lnTo>
                  <a:lnTo>
                    <a:pt x="6317556" y="1098332"/>
                  </a:lnTo>
                  <a:lnTo>
                    <a:pt x="6367508" y="1146700"/>
                  </a:lnTo>
                  <a:lnTo>
                    <a:pt x="6417162" y="1194159"/>
                  </a:lnTo>
                  <a:lnTo>
                    <a:pt x="6466373" y="1240201"/>
                  </a:lnTo>
                  <a:lnTo>
                    <a:pt x="6515043" y="1284386"/>
                  </a:lnTo>
                  <a:lnTo>
                    <a:pt x="6563139" y="1326350"/>
                  </a:lnTo>
                  <a:lnTo>
                    <a:pt x="6610700" y="1365823"/>
                  </a:lnTo>
                  <a:lnTo>
                    <a:pt x="6657854" y="1402625"/>
                  </a:lnTo>
                  <a:lnTo>
                    <a:pt x="6704824" y="1436667"/>
                  </a:lnTo>
                  <a:lnTo>
                    <a:pt x="6751940" y="1467942"/>
                  </a:lnTo>
                  <a:lnTo>
                    <a:pt x="6786527" y="1488970"/>
                  </a:lnTo>
                  <a:lnTo>
                    <a:pt x="6835906" y="1516065"/>
                  </a:lnTo>
                  <a:lnTo>
                    <a:pt x="6886979" y="1540416"/>
                  </a:lnTo>
                  <a:lnTo>
                    <a:pt x="6940556" y="1562166"/>
                  </a:lnTo>
                  <a:lnTo>
                    <a:pt x="6997540" y="1581558"/>
                  </a:lnTo>
                  <a:lnTo>
                    <a:pt x="7058852" y="1598860"/>
                  </a:lnTo>
                  <a:lnTo>
                    <a:pt x="7125347" y="1614333"/>
                  </a:lnTo>
                  <a:lnTo>
                    <a:pt x="7197715" y="1628205"/>
                  </a:lnTo>
                  <a:lnTo>
                    <a:pt x="7276341" y="1640658"/>
                  </a:lnTo>
                  <a:lnTo>
                    <a:pt x="7361133" y="1651825"/>
                  </a:lnTo>
                  <a:lnTo>
                    <a:pt x="7451306" y="1661786"/>
                  </a:lnTo>
                  <a:lnTo>
                    <a:pt x="7545176" y="1670574"/>
                  </a:lnTo>
                  <a:lnTo>
                    <a:pt x="7640030" y="1678181"/>
                  </a:lnTo>
                  <a:lnTo>
                    <a:pt x="7732176" y="1684580"/>
                  </a:lnTo>
                  <a:lnTo>
                    <a:pt x="7817276" y="1689749"/>
                  </a:lnTo>
                  <a:lnTo>
                    <a:pt x="7890983" y="1693699"/>
                  </a:lnTo>
                  <a:lnTo>
                    <a:pt x="7949803" y="1696502"/>
                  </a:lnTo>
                  <a:lnTo>
                    <a:pt x="7991909" y="1698297"/>
                  </a:lnTo>
                  <a:lnTo>
                    <a:pt x="8017669" y="1699284"/>
                  </a:lnTo>
                  <a:lnTo>
                    <a:pt x="8029729" y="1699701"/>
                  </a:lnTo>
                  <a:lnTo>
                    <a:pt x="8032757" y="1699796"/>
                  </a:lnTo>
                  <a:lnTo>
                    <a:pt x="8032819" y="1699798"/>
                  </a:lnTo>
                  <a:lnTo>
                    <a:pt x="8554953" y="1699798"/>
                  </a:lnTo>
                  <a:lnTo>
                    <a:pt x="8554953" y="1699798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361" name="pl361"/>
            <p:cNvSpPr/>
            <p:nvPr/>
          </p:nvSpPr>
          <p:spPr>
            <a:xfrm>
              <a:off x="386606" y="818479"/>
              <a:ext cx="8554953" cy="1699798"/>
            </a:xfrm>
            <a:custGeom>
              <a:avLst/>
              <a:pathLst>
                <a:path w="8554953" h="1699798">
                  <a:moveTo>
                    <a:pt x="8554953" y="1699798"/>
                  </a:moveTo>
                  <a:lnTo>
                    <a:pt x="8032819" y="1699798"/>
                  </a:lnTo>
                  <a:lnTo>
                    <a:pt x="8031575" y="1699760"/>
                  </a:lnTo>
                  <a:lnTo>
                    <a:pt x="8023441" y="1699488"/>
                  </a:lnTo>
                  <a:lnTo>
                    <a:pt x="8003089" y="1698738"/>
                  </a:lnTo>
                  <a:lnTo>
                    <a:pt x="7967100" y="1697263"/>
                  </a:lnTo>
                  <a:lnTo>
                    <a:pt x="7914264" y="1694847"/>
                  </a:lnTo>
                  <a:lnTo>
                    <a:pt x="7845645" y="1691326"/>
                  </a:lnTo>
                  <a:lnTo>
                    <a:pt x="7764216" y="1686605"/>
                  </a:lnTo>
                  <a:lnTo>
                    <a:pt x="7674116" y="1680652"/>
                  </a:lnTo>
                  <a:lnTo>
                    <a:pt x="7579776" y="1673481"/>
                  </a:lnTo>
                  <a:lnTo>
                    <a:pt x="7485179" y="1665121"/>
                  </a:lnTo>
                  <a:lnTo>
                    <a:pt x="7393412" y="1655589"/>
                  </a:lnTo>
                  <a:lnTo>
                    <a:pt x="7306527" y="1644867"/>
                  </a:lnTo>
                  <a:lnTo>
                    <a:pt x="7225612" y="1632895"/>
                  </a:lnTo>
                  <a:lnTo>
                    <a:pt x="7150990" y="1619559"/>
                  </a:lnTo>
                  <a:lnTo>
                    <a:pt x="7082424" y="1604693"/>
                  </a:lnTo>
                  <a:lnTo>
                    <a:pt x="7019317" y="1588085"/>
                  </a:lnTo>
                  <a:lnTo>
                    <a:pt x="6960862" y="1569486"/>
                  </a:lnTo>
                  <a:lnTo>
                    <a:pt x="6906152" y="1548626"/>
                  </a:lnTo>
                  <a:lnTo>
                    <a:pt x="6854268" y="1525245"/>
                  </a:lnTo>
                  <a:lnTo>
                    <a:pt x="6804356" y="1499156"/>
                  </a:lnTo>
                  <a:lnTo>
                    <a:pt x="6786527" y="1488970"/>
                  </a:lnTo>
                  <a:lnTo>
                    <a:pt x="6739026" y="1459668"/>
                  </a:lnTo>
                  <a:lnTo>
                    <a:pt x="6691990" y="1427640"/>
                  </a:lnTo>
                  <a:lnTo>
                    <a:pt x="6644998" y="1392840"/>
                  </a:lnTo>
                  <a:lnTo>
                    <a:pt x="6597750" y="1355296"/>
                  </a:lnTo>
                  <a:lnTo>
                    <a:pt x="6550052" y="1315120"/>
                  </a:lnTo>
                  <a:lnTo>
                    <a:pt x="6501800" y="1272518"/>
                  </a:lnTo>
                  <a:lnTo>
                    <a:pt x="6452976" y="1227787"/>
                  </a:lnTo>
                  <a:lnTo>
                    <a:pt x="6403632" y="1181310"/>
                  </a:lnTo>
                  <a:lnTo>
                    <a:pt x="6353880" y="1133550"/>
                  </a:lnTo>
                  <a:lnTo>
                    <a:pt x="6303877" y="1085027"/>
                  </a:lnTo>
                  <a:lnTo>
                    <a:pt x="6253805" y="1036298"/>
                  </a:lnTo>
                  <a:lnTo>
                    <a:pt x="6203854" y="987929"/>
                  </a:lnTo>
                  <a:lnTo>
                    <a:pt x="6154200" y="940471"/>
                  </a:lnTo>
                  <a:lnTo>
                    <a:pt x="6104989" y="894428"/>
                  </a:lnTo>
                  <a:lnTo>
                    <a:pt x="6056319" y="850244"/>
                  </a:lnTo>
                  <a:lnTo>
                    <a:pt x="6008223" y="808280"/>
                  </a:lnTo>
                  <a:lnTo>
                    <a:pt x="5960662" y="768807"/>
                  </a:lnTo>
                  <a:lnTo>
                    <a:pt x="5913508" y="732005"/>
                  </a:lnTo>
                  <a:lnTo>
                    <a:pt x="5866538" y="697963"/>
                  </a:lnTo>
                  <a:lnTo>
                    <a:pt x="5819422" y="666687"/>
                  </a:lnTo>
                  <a:lnTo>
                    <a:pt x="5784835" y="645659"/>
                  </a:lnTo>
                  <a:lnTo>
                    <a:pt x="5735456" y="618564"/>
                  </a:lnTo>
                  <a:lnTo>
                    <a:pt x="5684383" y="594214"/>
                  </a:lnTo>
                  <a:lnTo>
                    <a:pt x="5630806" y="572463"/>
                  </a:lnTo>
                  <a:lnTo>
                    <a:pt x="5573821" y="553072"/>
                  </a:lnTo>
                  <a:lnTo>
                    <a:pt x="5512509" y="535770"/>
                  </a:lnTo>
                  <a:lnTo>
                    <a:pt x="5446015" y="520297"/>
                  </a:lnTo>
                  <a:lnTo>
                    <a:pt x="5373647" y="506425"/>
                  </a:lnTo>
                  <a:lnTo>
                    <a:pt x="5295021" y="493972"/>
                  </a:lnTo>
                  <a:lnTo>
                    <a:pt x="5210229" y="482805"/>
                  </a:lnTo>
                  <a:lnTo>
                    <a:pt x="5120056" y="472844"/>
                  </a:lnTo>
                  <a:lnTo>
                    <a:pt x="5026186" y="464056"/>
                  </a:lnTo>
                  <a:lnTo>
                    <a:pt x="4931332" y="456449"/>
                  </a:lnTo>
                  <a:lnTo>
                    <a:pt x="4839186" y="450050"/>
                  </a:lnTo>
                  <a:lnTo>
                    <a:pt x="4754086" y="444881"/>
                  </a:lnTo>
                  <a:lnTo>
                    <a:pt x="4680379" y="440930"/>
                  </a:lnTo>
                  <a:lnTo>
                    <a:pt x="4621559" y="438128"/>
                  </a:lnTo>
                  <a:lnTo>
                    <a:pt x="4579453" y="436333"/>
                  </a:lnTo>
                  <a:lnTo>
                    <a:pt x="4553693" y="435346"/>
                  </a:lnTo>
                  <a:lnTo>
                    <a:pt x="4541633" y="434929"/>
                  </a:lnTo>
                  <a:lnTo>
                    <a:pt x="4538605" y="434833"/>
                  </a:lnTo>
                  <a:lnTo>
                    <a:pt x="4538543" y="434832"/>
                  </a:lnTo>
                  <a:lnTo>
                    <a:pt x="4016409" y="434832"/>
                  </a:lnTo>
                  <a:lnTo>
                    <a:pt x="4015143" y="434818"/>
                  </a:lnTo>
                  <a:lnTo>
                    <a:pt x="4006861" y="434723"/>
                  </a:lnTo>
                  <a:lnTo>
                    <a:pt x="3986157" y="434460"/>
                  </a:lnTo>
                  <a:lnTo>
                    <a:pt x="3949579" y="433944"/>
                  </a:lnTo>
                  <a:lnTo>
                    <a:pt x="3895943" y="433098"/>
                  </a:lnTo>
                  <a:lnTo>
                    <a:pt x="3826399" y="431866"/>
                  </a:lnTo>
                  <a:lnTo>
                    <a:pt x="3744026" y="430216"/>
                  </a:lnTo>
                  <a:lnTo>
                    <a:pt x="3653070" y="428137"/>
                  </a:lnTo>
                  <a:lnTo>
                    <a:pt x="3558036" y="425635"/>
                  </a:lnTo>
                  <a:lnTo>
                    <a:pt x="3462944" y="422719"/>
                  </a:lnTo>
                  <a:lnTo>
                    <a:pt x="3370876" y="419395"/>
                  </a:lnTo>
                  <a:lnTo>
                    <a:pt x="3283854" y="415657"/>
                  </a:lnTo>
                  <a:lnTo>
                    <a:pt x="3202926" y="411481"/>
                  </a:lnTo>
                  <a:lnTo>
                    <a:pt x="3128366" y="406826"/>
                  </a:lnTo>
                  <a:lnTo>
                    <a:pt x="3059898" y="401632"/>
                  </a:lnTo>
                  <a:lnTo>
                    <a:pt x="2996887" y="395825"/>
                  </a:lnTo>
                  <a:lnTo>
                    <a:pt x="2938498" y="389316"/>
                  </a:lnTo>
                  <a:lnTo>
                    <a:pt x="2883800" y="382010"/>
                  </a:lnTo>
                  <a:lnTo>
                    <a:pt x="2831863" y="373817"/>
                  </a:lnTo>
                  <a:lnTo>
                    <a:pt x="2781829" y="364677"/>
                  </a:lnTo>
                  <a:lnTo>
                    <a:pt x="2770117" y="362360"/>
                  </a:lnTo>
                  <a:lnTo>
                    <a:pt x="2716930" y="351010"/>
                  </a:lnTo>
                  <a:lnTo>
                    <a:pt x="2664258" y="338480"/>
                  </a:lnTo>
                  <a:lnTo>
                    <a:pt x="2611540" y="324754"/>
                  </a:lnTo>
                  <a:lnTo>
                    <a:pt x="2558401" y="309858"/>
                  </a:lnTo>
                  <a:lnTo>
                    <a:pt x="2504623" y="293864"/>
                  </a:lnTo>
                  <a:lnTo>
                    <a:pt x="2450125" y="276897"/>
                  </a:lnTo>
                  <a:lnTo>
                    <a:pt x="2394950" y="259127"/>
                  </a:lnTo>
                  <a:lnTo>
                    <a:pt x="2339239" y="240772"/>
                  </a:lnTo>
                  <a:lnTo>
                    <a:pt x="2283205" y="222078"/>
                  </a:lnTo>
                  <a:lnTo>
                    <a:pt x="2227105" y="203317"/>
                  </a:lnTo>
                  <a:lnTo>
                    <a:pt x="2171204" y="184761"/>
                  </a:lnTo>
                  <a:lnTo>
                    <a:pt x="2115739" y="166671"/>
                  </a:lnTo>
                  <a:lnTo>
                    <a:pt x="2060894" y="149281"/>
                  </a:lnTo>
                  <a:lnTo>
                    <a:pt x="2006760" y="132785"/>
                  </a:lnTo>
                  <a:lnTo>
                    <a:pt x="1953322" y="117332"/>
                  </a:lnTo>
                  <a:lnTo>
                    <a:pt x="1900432" y="103019"/>
                  </a:lnTo>
                  <a:lnTo>
                    <a:pt x="1847794" y="89894"/>
                  </a:lnTo>
                  <a:lnTo>
                    <a:pt x="1794945" y="77963"/>
                  </a:lnTo>
                  <a:lnTo>
                    <a:pt x="1768425" y="72472"/>
                  </a:lnTo>
                  <a:lnTo>
                    <a:pt x="1718734" y="63103"/>
                  </a:lnTo>
                  <a:lnTo>
                    <a:pt x="1667322" y="54689"/>
                  </a:lnTo>
                  <a:lnTo>
                    <a:pt x="1613365" y="47179"/>
                  </a:lnTo>
                  <a:lnTo>
                    <a:pt x="1555940" y="40488"/>
                  </a:lnTo>
                  <a:lnTo>
                    <a:pt x="1494111" y="34522"/>
                  </a:lnTo>
                  <a:lnTo>
                    <a:pt x="1427009" y="29190"/>
                  </a:lnTo>
                  <a:lnTo>
                    <a:pt x="1353941" y="24413"/>
                  </a:lnTo>
                  <a:lnTo>
                    <a:pt x="1274528" y="20128"/>
                  </a:lnTo>
                  <a:lnTo>
                    <a:pt x="1188895" y="16288"/>
                  </a:lnTo>
                  <a:lnTo>
                    <a:pt x="1097884" y="12866"/>
                  </a:lnTo>
                  <a:lnTo>
                    <a:pt x="1003271" y="9853"/>
                  </a:lnTo>
                  <a:lnTo>
                    <a:pt x="907890" y="7252"/>
                  </a:lnTo>
                  <a:lnTo>
                    <a:pt x="815562" y="5071"/>
                  </a:lnTo>
                  <a:lnTo>
                    <a:pt x="730737" y="3319"/>
                  </a:lnTo>
                  <a:lnTo>
                    <a:pt x="657800" y="1990"/>
                  </a:lnTo>
                  <a:lnTo>
                    <a:pt x="600191" y="1056"/>
                  </a:lnTo>
                  <a:lnTo>
                    <a:pt x="559570" y="468"/>
                  </a:lnTo>
                  <a:lnTo>
                    <a:pt x="535319" y="152"/>
                  </a:lnTo>
                  <a:lnTo>
                    <a:pt x="524503" y="25"/>
                  </a:lnTo>
                  <a:lnTo>
                    <a:pt x="522151" y="0"/>
                  </a:lnTo>
                  <a:lnTo>
                    <a:pt x="522133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362" name="pg362"/>
            <p:cNvSpPr/>
            <p:nvPr/>
          </p:nvSpPr>
          <p:spPr>
            <a:xfrm>
              <a:off x="386606" y="829773"/>
              <a:ext cx="8554953" cy="1897449"/>
            </a:xfrm>
            <a:custGeom>
              <a:avLst/>
              <a:pathLst>
                <a:path w="8554953" h="1897449">
                  <a:moveTo>
                    <a:pt x="0" y="22588"/>
                  </a:moveTo>
                  <a:lnTo>
                    <a:pt x="522133" y="22588"/>
                  </a:lnTo>
                  <a:lnTo>
                    <a:pt x="523400" y="22602"/>
                  </a:lnTo>
                  <a:lnTo>
                    <a:pt x="531681" y="22697"/>
                  </a:lnTo>
                  <a:lnTo>
                    <a:pt x="552385" y="22960"/>
                  </a:lnTo>
                  <a:lnTo>
                    <a:pt x="588964" y="23476"/>
                  </a:lnTo>
                  <a:lnTo>
                    <a:pt x="642599" y="24322"/>
                  </a:lnTo>
                  <a:lnTo>
                    <a:pt x="712144" y="25553"/>
                  </a:lnTo>
                  <a:lnTo>
                    <a:pt x="794516" y="27204"/>
                  </a:lnTo>
                  <a:lnTo>
                    <a:pt x="885473" y="29283"/>
                  </a:lnTo>
                  <a:lnTo>
                    <a:pt x="980506" y="31785"/>
                  </a:lnTo>
                  <a:lnTo>
                    <a:pt x="1075599" y="34701"/>
                  </a:lnTo>
                  <a:lnTo>
                    <a:pt x="1167666" y="38024"/>
                  </a:lnTo>
                  <a:lnTo>
                    <a:pt x="1254688" y="41763"/>
                  </a:lnTo>
                  <a:lnTo>
                    <a:pt x="1335616" y="45939"/>
                  </a:lnTo>
                  <a:lnTo>
                    <a:pt x="1410176" y="50594"/>
                  </a:lnTo>
                  <a:lnTo>
                    <a:pt x="1478644" y="55787"/>
                  </a:lnTo>
                  <a:lnTo>
                    <a:pt x="1541655" y="61594"/>
                  </a:lnTo>
                  <a:lnTo>
                    <a:pt x="1600044" y="68104"/>
                  </a:lnTo>
                  <a:lnTo>
                    <a:pt x="1654742" y="75410"/>
                  </a:lnTo>
                  <a:lnTo>
                    <a:pt x="1706679" y="83603"/>
                  </a:lnTo>
                  <a:lnTo>
                    <a:pt x="1756713" y="92743"/>
                  </a:lnTo>
                  <a:lnTo>
                    <a:pt x="1768425" y="95060"/>
                  </a:lnTo>
                  <a:lnTo>
                    <a:pt x="1821612" y="106410"/>
                  </a:lnTo>
                  <a:lnTo>
                    <a:pt x="1874284" y="118940"/>
                  </a:lnTo>
                  <a:lnTo>
                    <a:pt x="1927002" y="132666"/>
                  </a:lnTo>
                  <a:lnTo>
                    <a:pt x="1980141" y="147562"/>
                  </a:lnTo>
                  <a:lnTo>
                    <a:pt x="2033919" y="163555"/>
                  </a:lnTo>
                  <a:lnTo>
                    <a:pt x="2088417" y="180523"/>
                  </a:lnTo>
                  <a:lnTo>
                    <a:pt x="2143592" y="198292"/>
                  </a:lnTo>
                  <a:lnTo>
                    <a:pt x="2199303" y="216648"/>
                  </a:lnTo>
                  <a:lnTo>
                    <a:pt x="2255337" y="235341"/>
                  </a:lnTo>
                  <a:lnTo>
                    <a:pt x="2311437" y="254103"/>
                  </a:lnTo>
                  <a:lnTo>
                    <a:pt x="2367339" y="272659"/>
                  </a:lnTo>
                  <a:lnTo>
                    <a:pt x="2422803" y="290749"/>
                  </a:lnTo>
                  <a:lnTo>
                    <a:pt x="2477649" y="308139"/>
                  </a:lnTo>
                  <a:lnTo>
                    <a:pt x="2531782" y="324635"/>
                  </a:lnTo>
                  <a:lnTo>
                    <a:pt x="2585221" y="340088"/>
                  </a:lnTo>
                  <a:lnTo>
                    <a:pt x="2638111" y="354401"/>
                  </a:lnTo>
                  <a:lnTo>
                    <a:pt x="2690748" y="367525"/>
                  </a:lnTo>
                  <a:lnTo>
                    <a:pt x="2743597" y="379457"/>
                  </a:lnTo>
                  <a:lnTo>
                    <a:pt x="2770117" y="384948"/>
                  </a:lnTo>
                  <a:lnTo>
                    <a:pt x="2819809" y="394317"/>
                  </a:lnTo>
                  <a:lnTo>
                    <a:pt x="2871220" y="402731"/>
                  </a:lnTo>
                  <a:lnTo>
                    <a:pt x="2925177" y="410241"/>
                  </a:lnTo>
                  <a:lnTo>
                    <a:pt x="2982602" y="416932"/>
                  </a:lnTo>
                  <a:lnTo>
                    <a:pt x="3044431" y="422898"/>
                  </a:lnTo>
                  <a:lnTo>
                    <a:pt x="3111533" y="428229"/>
                  </a:lnTo>
                  <a:lnTo>
                    <a:pt x="3184601" y="433007"/>
                  </a:lnTo>
                  <a:lnTo>
                    <a:pt x="3264014" y="437292"/>
                  </a:lnTo>
                  <a:lnTo>
                    <a:pt x="3349648" y="441132"/>
                  </a:lnTo>
                  <a:lnTo>
                    <a:pt x="3440658" y="444554"/>
                  </a:lnTo>
                  <a:lnTo>
                    <a:pt x="3535271" y="447567"/>
                  </a:lnTo>
                  <a:lnTo>
                    <a:pt x="3630653" y="450168"/>
                  </a:lnTo>
                  <a:lnTo>
                    <a:pt x="3722980" y="452349"/>
                  </a:lnTo>
                  <a:lnTo>
                    <a:pt x="3807806" y="454101"/>
                  </a:lnTo>
                  <a:lnTo>
                    <a:pt x="3880742" y="455430"/>
                  </a:lnTo>
                  <a:lnTo>
                    <a:pt x="3938351" y="456363"/>
                  </a:lnTo>
                  <a:lnTo>
                    <a:pt x="3978973" y="456952"/>
                  </a:lnTo>
                  <a:lnTo>
                    <a:pt x="4003223" y="457268"/>
                  </a:lnTo>
                  <a:lnTo>
                    <a:pt x="4014039" y="457395"/>
                  </a:lnTo>
                  <a:lnTo>
                    <a:pt x="4016409" y="457420"/>
                  </a:lnTo>
                  <a:lnTo>
                    <a:pt x="4538543" y="457420"/>
                  </a:lnTo>
                  <a:lnTo>
                    <a:pt x="4539779" y="457463"/>
                  </a:lnTo>
                  <a:lnTo>
                    <a:pt x="4547866" y="457771"/>
                  </a:lnTo>
                  <a:lnTo>
                    <a:pt x="4568102" y="458620"/>
                  </a:lnTo>
                  <a:lnTo>
                    <a:pt x="4603899" y="460289"/>
                  </a:lnTo>
                  <a:lnTo>
                    <a:pt x="4656474" y="463022"/>
                  </a:lnTo>
                  <a:lnTo>
                    <a:pt x="4724789" y="467007"/>
                  </a:lnTo>
                  <a:lnTo>
                    <a:pt x="4805907" y="472352"/>
                  </a:lnTo>
                  <a:lnTo>
                    <a:pt x="4895724" y="479093"/>
                  </a:lnTo>
                  <a:lnTo>
                    <a:pt x="4989834" y="487216"/>
                  </a:lnTo>
                  <a:lnTo>
                    <a:pt x="5084266" y="496688"/>
                  </a:lnTo>
                  <a:lnTo>
                    <a:pt x="5175931" y="507489"/>
                  </a:lnTo>
                  <a:lnTo>
                    <a:pt x="5262769" y="519637"/>
                  </a:lnTo>
                  <a:lnTo>
                    <a:pt x="5343677" y="533200"/>
                  </a:lnTo>
                  <a:lnTo>
                    <a:pt x="5418319" y="548306"/>
                  </a:lnTo>
                  <a:lnTo>
                    <a:pt x="5486917" y="565139"/>
                  </a:lnTo>
                  <a:lnTo>
                    <a:pt x="5550055" y="583939"/>
                  </a:lnTo>
                  <a:lnTo>
                    <a:pt x="5608533" y="604988"/>
                  </a:lnTo>
                  <a:lnTo>
                    <a:pt x="5663249" y="628589"/>
                  </a:lnTo>
                  <a:lnTo>
                    <a:pt x="5715118" y="655038"/>
                  </a:lnTo>
                  <a:lnTo>
                    <a:pt x="5764991" y="684552"/>
                  </a:lnTo>
                  <a:lnTo>
                    <a:pt x="5784835" y="697425"/>
                  </a:lnTo>
                  <a:lnTo>
                    <a:pt x="5830989" y="729789"/>
                  </a:lnTo>
                  <a:lnTo>
                    <a:pt x="5876693" y="765078"/>
                  </a:lnTo>
                  <a:lnTo>
                    <a:pt x="5922335" y="803345"/>
                  </a:lnTo>
                  <a:lnTo>
                    <a:pt x="5968200" y="844567"/>
                  </a:lnTo>
                  <a:lnTo>
                    <a:pt x="6014473" y="888635"/>
                  </a:lnTo>
                  <a:lnTo>
                    <a:pt x="6061261" y="935348"/>
                  </a:lnTo>
                  <a:lnTo>
                    <a:pt x="6108591" y="984411"/>
                  </a:lnTo>
                  <a:lnTo>
                    <a:pt x="6156427" y="1035438"/>
                  </a:lnTo>
                  <a:lnTo>
                    <a:pt x="6204676" y="1087965"/>
                  </a:lnTo>
                  <a:lnTo>
                    <a:pt x="6253203" y="1141459"/>
                  </a:lnTo>
                  <a:lnTo>
                    <a:pt x="6301846" y="1195348"/>
                  </a:lnTo>
                  <a:lnTo>
                    <a:pt x="6350431" y="1249041"/>
                  </a:lnTo>
                  <a:lnTo>
                    <a:pt x="6398790" y="1301954"/>
                  </a:lnTo>
                  <a:lnTo>
                    <a:pt x="6446777" y="1353539"/>
                  </a:lnTo>
                  <a:lnTo>
                    <a:pt x="6494284" y="1403308"/>
                  </a:lnTo>
                  <a:lnTo>
                    <a:pt x="6541254" y="1450847"/>
                  </a:lnTo>
                  <a:lnTo>
                    <a:pt x="6587693" y="1495829"/>
                  </a:lnTo>
                  <a:lnTo>
                    <a:pt x="6633678" y="1538023"/>
                  </a:lnTo>
                  <a:lnTo>
                    <a:pt x="6679368" y="1577288"/>
                  </a:lnTo>
                  <a:lnTo>
                    <a:pt x="6725014" y="1613574"/>
                  </a:lnTo>
                  <a:lnTo>
                    <a:pt x="6770966" y="1646908"/>
                  </a:lnTo>
                  <a:lnTo>
                    <a:pt x="6786527" y="1657444"/>
                  </a:lnTo>
                  <a:lnTo>
                    <a:pt x="6835804" y="1688229"/>
                  </a:lnTo>
                  <a:lnTo>
                    <a:pt x="6886766" y="1715902"/>
                  </a:lnTo>
                  <a:lnTo>
                    <a:pt x="6940218" y="1740627"/>
                  </a:lnTo>
                  <a:lnTo>
                    <a:pt x="6997057" y="1762674"/>
                  </a:lnTo>
                  <a:lnTo>
                    <a:pt x="7058200" y="1782351"/>
                  </a:lnTo>
                  <a:lnTo>
                    <a:pt x="7124496" y="1799951"/>
                  </a:lnTo>
                  <a:lnTo>
                    <a:pt x="7196633" y="1815733"/>
                  </a:lnTo>
                  <a:lnTo>
                    <a:pt x="7275002" y="1829904"/>
                  </a:lnTo>
                  <a:lnTo>
                    <a:pt x="7359518" y="1842615"/>
                  </a:lnTo>
                  <a:lnTo>
                    <a:pt x="7449415" y="1853957"/>
                  </a:lnTo>
                  <a:lnTo>
                    <a:pt x="7543039" y="1863969"/>
                  </a:lnTo>
                  <a:lnTo>
                    <a:pt x="7637715" y="1872644"/>
                  </a:lnTo>
                  <a:lnTo>
                    <a:pt x="7729795" y="1879949"/>
                  </a:lnTo>
                  <a:lnTo>
                    <a:pt x="7814975" y="1885860"/>
                  </a:lnTo>
                  <a:lnTo>
                    <a:pt x="7888926" y="1890388"/>
                  </a:lnTo>
                  <a:lnTo>
                    <a:pt x="7948136" y="1893612"/>
                  </a:lnTo>
                  <a:lnTo>
                    <a:pt x="7990726" y="1895686"/>
                  </a:lnTo>
                  <a:lnTo>
                    <a:pt x="8016985" y="1896835"/>
                  </a:lnTo>
                  <a:lnTo>
                    <a:pt x="8029464" y="1897329"/>
                  </a:lnTo>
                  <a:lnTo>
                    <a:pt x="8032819" y="1897449"/>
                  </a:lnTo>
                  <a:lnTo>
                    <a:pt x="8554953" y="1897449"/>
                  </a:lnTo>
                  <a:lnTo>
                    <a:pt x="8554953" y="1874860"/>
                  </a:lnTo>
                  <a:lnTo>
                    <a:pt x="8032819" y="1874860"/>
                  </a:lnTo>
                  <a:lnTo>
                    <a:pt x="8031583" y="1874817"/>
                  </a:lnTo>
                  <a:lnTo>
                    <a:pt x="8023496" y="1874510"/>
                  </a:lnTo>
                  <a:lnTo>
                    <a:pt x="8003260" y="1873661"/>
                  </a:lnTo>
                  <a:lnTo>
                    <a:pt x="7967463" y="1871992"/>
                  </a:lnTo>
                  <a:lnTo>
                    <a:pt x="7914888" y="1869258"/>
                  </a:lnTo>
                  <a:lnTo>
                    <a:pt x="7846573" y="1865273"/>
                  </a:lnTo>
                  <a:lnTo>
                    <a:pt x="7765455" y="1859928"/>
                  </a:lnTo>
                  <a:lnTo>
                    <a:pt x="7675638" y="1853187"/>
                  </a:lnTo>
                  <a:lnTo>
                    <a:pt x="7581528" y="1845065"/>
                  </a:lnTo>
                  <a:lnTo>
                    <a:pt x="7487096" y="1835593"/>
                  </a:lnTo>
                  <a:lnTo>
                    <a:pt x="7395431" y="1824792"/>
                  </a:lnTo>
                  <a:lnTo>
                    <a:pt x="7308593" y="1812644"/>
                  </a:lnTo>
                  <a:lnTo>
                    <a:pt x="7227685" y="1799081"/>
                  </a:lnTo>
                  <a:lnTo>
                    <a:pt x="7153043" y="1783975"/>
                  </a:lnTo>
                  <a:lnTo>
                    <a:pt x="7084445" y="1767141"/>
                  </a:lnTo>
                  <a:lnTo>
                    <a:pt x="7021307" y="1748341"/>
                  </a:lnTo>
                  <a:lnTo>
                    <a:pt x="6962829" y="1727293"/>
                  </a:lnTo>
                  <a:lnTo>
                    <a:pt x="6908113" y="1703691"/>
                  </a:lnTo>
                  <a:lnTo>
                    <a:pt x="6856244" y="1677243"/>
                  </a:lnTo>
                  <a:lnTo>
                    <a:pt x="6806371" y="1647729"/>
                  </a:lnTo>
                  <a:lnTo>
                    <a:pt x="6786527" y="1634856"/>
                  </a:lnTo>
                  <a:lnTo>
                    <a:pt x="6740373" y="1602492"/>
                  </a:lnTo>
                  <a:lnTo>
                    <a:pt x="6694669" y="1567203"/>
                  </a:lnTo>
                  <a:lnTo>
                    <a:pt x="6649027" y="1528936"/>
                  </a:lnTo>
                  <a:lnTo>
                    <a:pt x="6603162" y="1487713"/>
                  </a:lnTo>
                  <a:lnTo>
                    <a:pt x="6556889" y="1443646"/>
                  </a:lnTo>
                  <a:lnTo>
                    <a:pt x="6510101" y="1396933"/>
                  </a:lnTo>
                  <a:lnTo>
                    <a:pt x="6462771" y="1347870"/>
                  </a:lnTo>
                  <a:lnTo>
                    <a:pt x="6414935" y="1296842"/>
                  </a:lnTo>
                  <a:lnTo>
                    <a:pt x="6366686" y="1244316"/>
                  </a:lnTo>
                  <a:lnTo>
                    <a:pt x="6318159" y="1190822"/>
                  </a:lnTo>
                  <a:lnTo>
                    <a:pt x="6269516" y="1136932"/>
                  </a:lnTo>
                  <a:lnTo>
                    <a:pt x="6220931" y="1083240"/>
                  </a:lnTo>
                  <a:lnTo>
                    <a:pt x="6172572" y="1030327"/>
                  </a:lnTo>
                  <a:lnTo>
                    <a:pt x="6124585" y="978741"/>
                  </a:lnTo>
                  <a:lnTo>
                    <a:pt x="6077078" y="928972"/>
                  </a:lnTo>
                  <a:lnTo>
                    <a:pt x="6030108" y="881434"/>
                  </a:lnTo>
                  <a:lnTo>
                    <a:pt x="5983669" y="836451"/>
                  </a:lnTo>
                  <a:lnTo>
                    <a:pt x="5937684" y="794258"/>
                  </a:lnTo>
                  <a:lnTo>
                    <a:pt x="5891994" y="754993"/>
                  </a:lnTo>
                  <a:lnTo>
                    <a:pt x="5846348" y="718707"/>
                  </a:lnTo>
                  <a:lnTo>
                    <a:pt x="5800396" y="685372"/>
                  </a:lnTo>
                  <a:lnTo>
                    <a:pt x="5784835" y="674836"/>
                  </a:lnTo>
                  <a:lnTo>
                    <a:pt x="5735558" y="644052"/>
                  </a:lnTo>
                  <a:lnTo>
                    <a:pt x="5684596" y="616378"/>
                  </a:lnTo>
                  <a:lnTo>
                    <a:pt x="5631144" y="591654"/>
                  </a:lnTo>
                  <a:lnTo>
                    <a:pt x="5574305" y="569606"/>
                  </a:lnTo>
                  <a:lnTo>
                    <a:pt x="5513162" y="549930"/>
                  </a:lnTo>
                  <a:lnTo>
                    <a:pt x="5446866" y="532329"/>
                  </a:lnTo>
                  <a:lnTo>
                    <a:pt x="5374728" y="516548"/>
                  </a:lnTo>
                  <a:lnTo>
                    <a:pt x="5296360" y="502377"/>
                  </a:lnTo>
                  <a:lnTo>
                    <a:pt x="5211844" y="489666"/>
                  </a:lnTo>
                  <a:lnTo>
                    <a:pt x="5121947" y="478323"/>
                  </a:lnTo>
                  <a:lnTo>
                    <a:pt x="5028323" y="468311"/>
                  </a:lnTo>
                  <a:lnTo>
                    <a:pt x="4933647" y="459637"/>
                  </a:lnTo>
                  <a:lnTo>
                    <a:pt x="4841567" y="452332"/>
                  </a:lnTo>
                  <a:lnTo>
                    <a:pt x="4756387" y="446421"/>
                  </a:lnTo>
                  <a:lnTo>
                    <a:pt x="4682436" y="441892"/>
                  </a:lnTo>
                  <a:lnTo>
                    <a:pt x="4623226" y="438669"/>
                  </a:lnTo>
                  <a:lnTo>
                    <a:pt x="4580636" y="436595"/>
                  </a:lnTo>
                  <a:lnTo>
                    <a:pt x="4554377" y="435445"/>
                  </a:lnTo>
                  <a:lnTo>
                    <a:pt x="4541898" y="434952"/>
                  </a:lnTo>
                  <a:lnTo>
                    <a:pt x="4538543" y="434832"/>
                  </a:lnTo>
                  <a:lnTo>
                    <a:pt x="4016409" y="434832"/>
                  </a:lnTo>
                  <a:lnTo>
                    <a:pt x="4015143" y="434818"/>
                  </a:lnTo>
                  <a:lnTo>
                    <a:pt x="4006861" y="434723"/>
                  </a:lnTo>
                  <a:lnTo>
                    <a:pt x="3986157" y="434460"/>
                  </a:lnTo>
                  <a:lnTo>
                    <a:pt x="3949579" y="433944"/>
                  </a:lnTo>
                  <a:lnTo>
                    <a:pt x="3895943" y="433098"/>
                  </a:lnTo>
                  <a:lnTo>
                    <a:pt x="3826399" y="431866"/>
                  </a:lnTo>
                  <a:lnTo>
                    <a:pt x="3744026" y="430216"/>
                  </a:lnTo>
                  <a:lnTo>
                    <a:pt x="3653070" y="428137"/>
                  </a:lnTo>
                  <a:lnTo>
                    <a:pt x="3558036" y="425635"/>
                  </a:lnTo>
                  <a:lnTo>
                    <a:pt x="3462944" y="422719"/>
                  </a:lnTo>
                  <a:lnTo>
                    <a:pt x="3370876" y="419395"/>
                  </a:lnTo>
                  <a:lnTo>
                    <a:pt x="3283854" y="415657"/>
                  </a:lnTo>
                  <a:lnTo>
                    <a:pt x="3202926" y="411481"/>
                  </a:lnTo>
                  <a:lnTo>
                    <a:pt x="3128366" y="406826"/>
                  </a:lnTo>
                  <a:lnTo>
                    <a:pt x="3059898" y="401632"/>
                  </a:lnTo>
                  <a:lnTo>
                    <a:pt x="2996887" y="395825"/>
                  </a:lnTo>
                  <a:lnTo>
                    <a:pt x="2938498" y="389316"/>
                  </a:lnTo>
                  <a:lnTo>
                    <a:pt x="2883800" y="382010"/>
                  </a:lnTo>
                  <a:lnTo>
                    <a:pt x="2831863" y="373817"/>
                  </a:lnTo>
                  <a:lnTo>
                    <a:pt x="2781829" y="364677"/>
                  </a:lnTo>
                  <a:lnTo>
                    <a:pt x="2770117" y="362360"/>
                  </a:lnTo>
                  <a:lnTo>
                    <a:pt x="2716930" y="351010"/>
                  </a:lnTo>
                  <a:lnTo>
                    <a:pt x="2664258" y="338480"/>
                  </a:lnTo>
                  <a:lnTo>
                    <a:pt x="2611540" y="324754"/>
                  </a:lnTo>
                  <a:lnTo>
                    <a:pt x="2558401" y="309858"/>
                  </a:lnTo>
                  <a:lnTo>
                    <a:pt x="2504623" y="293864"/>
                  </a:lnTo>
                  <a:lnTo>
                    <a:pt x="2450125" y="276897"/>
                  </a:lnTo>
                  <a:lnTo>
                    <a:pt x="2394950" y="259127"/>
                  </a:lnTo>
                  <a:lnTo>
                    <a:pt x="2339239" y="240772"/>
                  </a:lnTo>
                  <a:lnTo>
                    <a:pt x="2283205" y="222078"/>
                  </a:lnTo>
                  <a:lnTo>
                    <a:pt x="2227105" y="203317"/>
                  </a:lnTo>
                  <a:lnTo>
                    <a:pt x="2171204" y="184761"/>
                  </a:lnTo>
                  <a:lnTo>
                    <a:pt x="2115739" y="166671"/>
                  </a:lnTo>
                  <a:lnTo>
                    <a:pt x="2060894" y="149281"/>
                  </a:lnTo>
                  <a:lnTo>
                    <a:pt x="2006760" y="132785"/>
                  </a:lnTo>
                  <a:lnTo>
                    <a:pt x="1953322" y="117332"/>
                  </a:lnTo>
                  <a:lnTo>
                    <a:pt x="1900432" y="103019"/>
                  </a:lnTo>
                  <a:lnTo>
                    <a:pt x="1847794" y="89894"/>
                  </a:lnTo>
                  <a:lnTo>
                    <a:pt x="1794945" y="77963"/>
                  </a:lnTo>
                  <a:lnTo>
                    <a:pt x="1768425" y="72472"/>
                  </a:lnTo>
                  <a:lnTo>
                    <a:pt x="1718734" y="63103"/>
                  </a:lnTo>
                  <a:lnTo>
                    <a:pt x="1667322" y="54689"/>
                  </a:lnTo>
                  <a:lnTo>
                    <a:pt x="1613365" y="47179"/>
                  </a:lnTo>
                  <a:lnTo>
                    <a:pt x="1555940" y="40488"/>
                  </a:lnTo>
                  <a:lnTo>
                    <a:pt x="1494111" y="34522"/>
                  </a:lnTo>
                  <a:lnTo>
                    <a:pt x="1427009" y="29190"/>
                  </a:lnTo>
                  <a:lnTo>
                    <a:pt x="1353941" y="24413"/>
                  </a:lnTo>
                  <a:lnTo>
                    <a:pt x="1274528" y="20128"/>
                  </a:lnTo>
                  <a:lnTo>
                    <a:pt x="1188895" y="16288"/>
                  </a:lnTo>
                  <a:lnTo>
                    <a:pt x="1097884" y="12866"/>
                  </a:lnTo>
                  <a:lnTo>
                    <a:pt x="1003271" y="9853"/>
                  </a:lnTo>
                  <a:lnTo>
                    <a:pt x="907890" y="7252"/>
                  </a:lnTo>
                  <a:lnTo>
                    <a:pt x="815562" y="5071"/>
                  </a:lnTo>
                  <a:lnTo>
                    <a:pt x="730737" y="3319"/>
                  </a:lnTo>
                  <a:lnTo>
                    <a:pt x="657800" y="1990"/>
                  </a:lnTo>
                  <a:lnTo>
                    <a:pt x="600191" y="1056"/>
                  </a:lnTo>
                  <a:lnTo>
                    <a:pt x="559570" y="468"/>
                  </a:lnTo>
                  <a:lnTo>
                    <a:pt x="535319" y="152"/>
                  </a:lnTo>
                  <a:lnTo>
                    <a:pt x="524503" y="25"/>
                  </a:lnTo>
                  <a:lnTo>
                    <a:pt x="5221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363" name="pl363"/>
            <p:cNvSpPr/>
            <p:nvPr/>
          </p:nvSpPr>
          <p:spPr>
            <a:xfrm>
              <a:off x="386606" y="852362"/>
              <a:ext cx="8554953" cy="1874860"/>
            </a:xfrm>
            <a:custGeom>
              <a:avLst/>
              <a:pathLst>
                <a:path w="8554953" h="1874860">
                  <a:moveTo>
                    <a:pt x="0" y="0"/>
                  </a:moveTo>
                  <a:lnTo>
                    <a:pt x="522133" y="0"/>
                  </a:lnTo>
                  <a:lnTo>
                    <a:pt x="523400" y="13"/>
                  </a:lnTo>
                  <a:lnTo>
                    <a:pt x="531681" y="108"/>
                  </a:lnTo>
                  <a:lnTo>
                    <a:pt x="552385" y="371"/>
                  </a:lnTo>
                  <a:lnTo>
                    <a:pt x="588964" y="887"/>
                  </a:lnTo>
                  <a:lnTo>
                    <a:pt x="642599" y="1733"/>
                  </a:lnTo>
                  <a:lnTo>
                    <a:pt x="712144" y="2965"/>
                  </a:lnTo>
                  <a:lnTo>
                    <a:pt x="794516" y="4615"/>
                  </a:lnTo>
                  <a:lnTo>
                    <a:pt x="885473" y="6694"/>
                  </a:lnTo>
                  <a:lnTo>
                    <a:pt x="980506" y="9196"/>
                  </a:lnTo>
                  <a:lnTo>
                    <a:pt x="1075599" y="12112"/>
                  </a:lnTo>
                  <a:lnTo>
                    <a:pt x="1167666" y="15436"/>
                  </a:lnTo>
                  <a:lnTo>
                    <a:pt x="1254688" y="19174"/>
                  </a:lnTo>
                  <a:lnTo>
                    <a:pt x="1335616" y="23351"/>
                  </a:lnTo>
                  <a:lnTo>
                    <a:pt x="1410176" y="28006"/>
                  </a:lnTo>
                  <a:lnTo>
                    <a:pt x="1478644" y="33199"/>
                  </a:lnTo>
                  <a:lnTo>
                    <a:pt x="1541655" y="39006"/>
                  </a:lnTo>
                  <a:lnTo>
                    <a:pt x="1600044" y="45515"/>
                  </a:lnTo>
                  <a:lnTo>
                    <a:pt x="1654742" y="52822"/>
                  </a:lnTo>
                  <a:lnTo>
                    <a:pt x="1706679" y="61014"/>
                  </a:lnTo>
                  <a:lnTo>
                    <a:pt x="1756713" y="70154"/>
                  </a:lnTo>
                  <a:lnTo>
                    <a:pt x="1768425" y="72472"/>
                  </a:lnTo>
                  <a:lnTo>
                    <a:pt x="1821612" y="83821"/>
                  </a:lnTo>
                  <a:lnTo>
                    <a:pt x="1874284" y="96351"/>
                  </a:lnTo>
                  <a:lnTo>
                    <a:pt x="1927002" y="110077"/>
                  </a:lnTo>
                  <a:lnTo>
                    <a:pt x="1980141" y="124973"/>
                  </a:lnTo>
                  <a:lnTo>
                    <a:pt x="2033919" y="140967"/>
                  </a:lnTo>
                  <a:lnTo>
                    <a:pt x="2088417" y="157934"/>
                  </a:lnTo>
                  <a:lnTo>
                    <a:pt x="2143592" y="175704"/>
                  </a:lnTo>
                  <a:lnTo>
                    <a:pt x="2199303" y="194060"/>
                  </a:lnTo>
                  <a:lnTo>
                    <a:pt x="2255337" y="212753"/>
                  </a:lnTo>
                  <a:lnTo>
                    <a:pt x="2311437" y="231514"/>
                  </a:lnTo>
                  <a:lnTo>
                    <a:pt x="2367339" y="250070"/>
                  </a:lnTo>
                  <a:lnTo>
                    <a:pt x="2422803" y="268160"/>
                  </a:lnTo>
                  <a:lnTo>
                    <a:pt x="2477649" y="285550"/>
                  </a:lnTo>
                  <a:lnTo>
                    <a:pt x="2531782" y="302046"/>
                  </a:lnTo>
                  <a:lnTo>
                    <a:pt x="2585221" y="317499"/>
                  </a:lnTo>
                  <a:lnTo>
                    <a:pt x="2638111" y="331813"/>
                  </a:lnTo>
                  <a:lnTo>
                    <a:pt x="2690748" y="344937"/>
                  </a:lnTo>
                  <a:lnTo>
                    <a:pt x="2743597" y="356868"/>
                  </a:lnTo>
                  <a:lnTo>
                    <a:pt x="2770117" y="362360"/>
                  </a:lnTo>
                  <a:lnTo>
                    <a:pt x="2819809" y="371729"/>
                  </a:lnTo>
                  <a:lnTo>
                    <a:pt x="2871220" y="380143"/>
                  </a:lnTo>
                  <a:lnTo>
                    <a:pt x="2925177" y="387653"/>
                  </a:lnTo>
                  <a:lnTo>
                    <a:pt x="2982602" y="394343"/>
                  </a:lnTo>
                  <a:lnTo>
                    <a:pt x="3044431" y="400309"/>
                  </a:lnTo>
                  <a:lnTo>
                    <a:pt x="3111533" y="405641"/>
                  </a:lnTo>
                  <a:lnTo>
                    <a:pt x="3184601" y="410418"/>
                  </a:lnTo>
                  <a:lnTo>
                    <a:pt x="3264014" y="414704"/>
                  </a:lnTo>
                  <a:lnTo>
                    <a:pt x="3349648" y="418544"/>
                  </a:lnTo>
                  <a:lnTo>
                    <a:pt x="3440658" y="421965"/>
                  </a:lnTo>
                  <a:lnTo>
                    <a:pt x="3535271" y="424978"/>
                  </a:lnTo>
                  <a:lnTo>
                    <a:pt x="3630653" y="427580"/>
                  </a:lnTo>
                  <a:lnTo>
                    <a:pt x="3722980" y="429760"/>
                  </a:lnTo>
                  <a:lnTo>
                    <a:pt x="3807806" y="431512"/>
                  </a:lnTo>
                  <a:lnTo>
                    <a:pt x="3880742" y="432841"/>
                  </a:lnTo>
                  <a:lnTo>
                    <a:pt x="3938351" y="433775"/>
                  </a:lnTo>
                  <a:lnTo>
                    <a:pt x="3978973" y="434363"/>
                  </a:lnTo>
                  <a:lnTo>
                    <a:pt x="4003223" y="434679"/>
                  </a:lnTo>
                  <a:lnTo>
                    <a:pt x="4014039" y="434806"/>
                  </a:lnTo>
                  <a:lnTo>
                    <a:pt x="4016391" y="434831"/>
                  </a:lnTo>
                  <a:lnTo>
                    <a:pt x="4016409" y="434832"/>
                  </a:lnTo>
                  <a:lnTo>
                    <a:pt x="4538543" y="434832"/>
                  </a:lnTo>
                  <a:lnTo>
                    <a:pt x="4539779" y="434875"/>
                  </a:lnTo>
                  <a:lnTo>
                    <a:pt x="4547866" y="435182"/>
                  </a:lnTo>
                  <a:lnTo>
                    <a:pt x="4568102" y="436031"/>
                  </a:lnTo>
                  <a:lnTo>
                    <a:pt x="4603899" y="437700"/>
                  </a:lnTo>
                  <a:lnTo>
                    <a:pt x="4656474" y="440434"/>
                  </a:lnTo>
                  <a:lnTo>
                    <a:pt x="4724789" y="444419"/>
                  </a:lnTo>
                  <a:lnTo>
                    <a:pt x="4805907" y="449764"/>
                  </a:lnTo>
                  <a:lnTo>
                    <a:pt x="4895724" y="456505"/>
                  </a:lnTo>
                  <a:lnTo>
                    <a:pt x="4989834" y="464627"/>
                  </a:lnTo>
                  <a:lnTo>
                    <a:pt x="5084266" y="474099"/>
                  </a:lnTo>
                  <a:lnTo>
                    <a:pt x="5175931" y="484900"/>
                  </a:lnTo>
                  <a:lnTo>
                    <a:pt x="5262769" y="497048"/>
                  </a:lnTo>
                  <a:lnTo>
                    <a:pt x="5343677" y="510611"/>
                  </a:lnTo>
                  <a:lnTo>
                    <a:pt x="5418319" y="525717"/>
                  </a:lnTo>
                  <a:lnTo>
                    <a:pt x="5486917" y="542551"/>
                  </a:lnTo>
                  <a:lnTo>
                    <a:pt x="5550055" y="561351"/>
                  </a:lnTo>
                  <a:lnTo>
                    <a:pt x="5608533" y="582399"/>
                  </a:lnTo>
                  <a:lnTo>
                    <a:pt x="5663249" y="606001"/>
                  </a:lnTo>
                  <a:lnTo>
                    <a:pt x="5715118" y="632449"/>
                  </a:lnTo>
                  <a:lnTo>
                    <a:pt x="5764991" y="661963"/>
                  </a:lnTo>
                  <a:lnTo>
                    <a:pt x="5784835" y="674836"/>
                  </a:lnTo>
                  <a:lnTo>
                    <a:pt x="5830989" y="707200"/>
                  </a:lnTo>
                  <a:lnTo>
                    <a:pt x="5876693" y="742489"/>
                  </a:lnTo>
                  <a:lnTo>
                    <a:pt x="5922335" y="780756"/>
                  </a:lnTo>
                  <a:lnTo>
                    <a:pt x="5968200" y="821978"/>
                  </a:lnTo>
                  <a:lnTo>
                    <a:pt x="6014473" y="866046"/>
                  </a:lnTo>
                  <a:lnTo>
                    <a:pt x="6061261" y="912759"/>
                  </a:lnTo>
                  <a:lnTo>
                    <a:pt x="6108591" y="961822"/>
                  </a:lnTo>
                  <a:lnTo>
                    <a:pt x="6156427" y="1012850"/>
                  </a:lnTo>
                  <a:lnTo>
                    <a:pt x="6204676" y="1065376"/>
                  </a:lnTo>
                  <a:lnTo>
                    <a:pt x="6253203" y="1118870"/>
                  </a:lnTo>
                  <a:lnTo>
                    <a:pt x="6301846" y="1172760"/>
                  </a:lnTo>
                  <a:lnTo>
                    <a:pt x="6350431" y="1226452"/>
                  </a:lnTo>
                  <a:lnTo>
                    <a:pt x="6398790" y="1279365"/>
                  </a:lnTo>
                  <a:lnTo>
                    <a:pt x="6446777" y="1330951"/>
                  </a:lnTo>
                  <a:lnTo>
                    <a:pt x="6494284" y="1380720"/>
                  </a:lnTo>
                  <a:lnTo>
                    <a:pt x="6541254" y="1428258"/>
                  </a:lnTo>
                  <a:lnTo>
                    <a:pt x="6587693" y="1473241"/>
                  </a:lnTo>
                  <a:lnTo>
                    <a:pt x="6633678" y="1515434"/>
                  </a:lnTo>
                  <a:lnTo>
                    <a:pt x="6679368" y="1554699"/>
                  </a:lnTo>
                  <a:lnTo>
                    <a:pt x="6725014" y="1590985"/>
                  </a:lnTo>
                  <a:lnTo>
                    <a:pt x="6770966" y="1624320"/>
                  </a:lnTo>
                  <a:lnTo>
                    <a:pt x="6786527" y="1634856"/>
                  </a:lnTo>
                  <a:lnTo>
                    <a:pt x="6835804" y="1665640"/>
                  </a:lnTo>
                  <a:lnTo>
                    <a:pt x="6886766" y="1693314"/>
                  </a:lnTo>
                  <a:lnTo>
                    <a:pt x="6940218" y="1718038"/>
                  </a:lnTo>
                  <a:lnTo>
                    <a:pt x="6997057" y="1740086"/>
                  </a:lnTo>
                  <a:lnTo>
                    <a:pt x="7058200" y="1759762"/>
                  </a:lnTo>
                  <a:lnTo>
                    <a:pt x="7124496" y="1777363"/>
                  </a:lnTo>
                  <a:lnTo>
                    <a:pt x="7196633" y="1793144"/>
                  </a:lnTo>
                  <a:lnTo>
                    <a:pt x="7275002" y="1807315"/>
                  </a:lnTo>
                  <a:lnTo>
                    <a:pt x="7359518" y="1820026"/>
                  </a:lnTo>
                  <a:lnTo>
                    <a:pt x="7449415" y="1831369"/>
                  </a:lnTo>
                  <a:lnTo>
                    <a:pt x="7543039" y="1841381"/>
                  </a:lnTo>
                  <a:lnTo>
                    <a:pt x="7637715" y="1850055"/>
                  </a:lnTo>
                  <a:lnTo>
                    <a:pt x="7729795" y="1857360"/>
                  </a:lnTo>
                  <a:lnTo>
                    <a:pt x="7814975" y="1863271"/>
                  </a:lnTo>
                  <a:lnTo>
                    <a:pt x="7888926" y="1867800"/>
                  </a:lnTo>
                  <a:lnTo>
                    <a:pt x="7948136" y="1871023"/>
                  </a:lnTo>
                  <a:lnTo>
                    <a:pt x="7990726" y="1873097"/>
                  </a:lnTo>
                  <a:lnTo>
                    <a:pt x="8016985" y="1874247"/>
                  </a:lnTo>
                  <a:lnTo>
                    <a:pt x="8029464" y="1874740"/>
                  </a:lnTo>
                  <a:lnTo>
                    <a:pt x="8032734" y="1874857"/>
                  </a:lnTo>
                  <a:lnTo>
                    <a:pt x="8032819" y="1874860"/>
                  </a:lnTo>
                  <a:lnTo>
                    <a:pt x="8554953" y="1874860"/>
                  </a:lnTo>
                  <a:lnTo>
                    <a:pt x="8554953" y="187486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364" name="pl364"/>
            <p:cNvSpPr/>
            <p:nvPr/>
          </p:nvSpPr>
          <p:spPr>
            <a:xfrm>
              <a:off x="386606" y="829773"/>
              <a:ext cx="8554953" cy="1874860"/>
            </a:xfrm>
            <a:custGeom>
              <a:avLst/>
              <a:pathLst>
                <a:path w="8554953" h="1874860">
                  <a:moveTo>
                    <a:pt x="8554953" y="1874860"/>
                  </a:moveTo>
                  <a:lnTo>
                    <a:pt x="8032819" y="1874860"/>
                  </a:lnTo>
                  <a:lnTo>
                    <a:pt x="8031583" y="1874817"/>
                  </a:lnTo>
                  <a:lnTo>
                    <a:pt x="8023496" y="1874510"/>
                  </a:lnTo>
                  <a:lnTo>
                    <a:pt x="8003260" y="1873661"/>
                  </a:lnTo>
                  <a:lnTo>
                    <a:pt x="7967463" y="1871992"/>
                  </a:lnTo>
                  <a:lnTo>
                    <a:pt x="7914888" y="1869258"/>
                  </a:lnTo>
                  <a:lnTo>
                    <a:pt x="7846573" y="1865273"/>
                  </a:lnTo>
                  <a:lnTo>
                    <a:pt x="7765455" y="1859928"/>
                  </a:lnTo>
                  <a:lnTo>
                    <a:pt x="7675638" y="1853187"/>
                  </a:lnTo>
                  <a:lnTo>
                    <a:pt x="7581528" y="1845065"/>
                  </a:lnTo>
                  <a:lnTo>
                    <a:pt x="7487096" y="1835593"/>
                  </a:lnTo>
                  <a:lnTo>
                    <a:pt x="7395431" y="1824792"/>
                  </a:lnTo>
                  <a:lnTo>
                    <a:pt x="7308593" y="1812644"/>
                  </a:lnTo>
                  <a:lnTo>
                    <a:pt x="7227685" y="1799081"/>
                  </a:lnTo>
                  <a:lnTo>
                    <a:pt x="7153043" y="1783975"/>
                  </a:lnTo>
                  <a:lnTo>
                    <a:pt x="7084445" y="1767141"/>
                  </a:lnTo>
                  <a:lnTo>
                    <a:pt x="7021307" y="1748341"/>
                  </a:lnTo>
                  <a:lnTo>
                    <a:pt x="6962829" y="1727293"/>
                  </a:lnTo>
                  <a:lnTo>
                    <a:pt x="6908113" y="1703691"/>
                  </a:lnTo>
                  <a:lnTo>
                    <a:pt x="6856244" y="1677243"/>
                  </a:lnTo>
                  <a:lnTo>
                    <a:pt x="6806371" y="1647729"/>
                  </a:lnTo>
                  <a:lnTo>
                    <a:pt x="6786527" y="1634856"/>
                  </a:lnTo>
                  <a:lnTo>
                    <a:pt x="6740373" y="1602492"/>
                  </a:lnTo>
                  <a:lnTo>
                    <a:pt x="6694669" y="1567203"/>
                  </a:lnTo>
                  <a:lnTo>
                    <a:pt x="6649027" y="1528936"/>
                  </a:lnTo>
                  <a:lnTo>
                    <a:pt x="6603162" y="1487713"/>
                  </a:lnTo>
                  <a:lnTo>
                    <a:pt x="6556889" y="1443646"/>
                  </a:lnTo>
                  <a:lnTo>
                    <a:pt x="6510101" y="1396933"/>
                  </a:lnTo>
                  <a:lnTo>
                    <a:pt x="6462771" y="1347870"/>
                  </a:lnTo>
                  <a:lnTo>
                    <a:pt x="6414935" y="1296842"/>
                  </a:lnTo>
                  <a:lnTo>
                    <a:pt x="6366686" y="1244316"/>
                  </a:lnTo>
                  <a:lnTo>
                    <a:pt x="6318159" y="1190822"/>
                  </a:lnTo>
                  <a:lnTo>
                    <a:pt x="6269516" y="1136932"/>
                  </a:lnTo>
                  <a:lnTo>
                    <a:pt x="6220931" y="1083240"/>
                  </a:lnTo>
                  <a:lnTo>
                    <a:pt x="6172572" y="1030327"/>
                  </a:lnTo>
                  <a:lnTo>
                    <a:pt x="6124585" y="978741"/>
                  </a:lnTo>
                  <a:lnTo>
                    <a:pt x="6077078" y="928972"/>
                  </a:lnTo>
                  <a:lnTo>
                    <a:pt x="6030108" y="881434"/>
                  </a:lnTo>
                  <a:lnTo>
                    <a:pt x="5983669" y="836451"/>
                  </a:lnTo>
                  <a:lnTo>
                    <a:pt x="5937684" y="794258"/>
                  </a:lnTo>
                  <a:lnTo>
                    <a:pt x="5891994" y="754993"/>
                  </a:lnTo>
                  <a:lnTo>
                    <a:pt x="5846348" y="718707"/>
                  </a:lnTo>
                  <a:lnTo>
                    <a:pt x="5800396" y="685372"/>
                  </a:lnTo>
                  <a:lnTo>
                    <a:pt x="5784835" y="674836"/>
                  </a:lnTo>
                  <a:lnTo>
                    <a:pt x="5735558" y="644052"/>
                  </a:lnTo>
                  <a:lnTo>
                    <a:pt x="5684596" y="616378"/>
                  </a:lnTo>
                  <a:lnTo>
                    <a:pt x="5631144" y="591654"/>
                  </a:lnTo>
                  <a:lnTo>
                    <a:pt x="5574305" y="569606"/>
                  </a:lnTo>
                  <a:lnTo>
                    <a:pt x="5513162" y="549930"/>
                  </a:lnTo>
                  <a:lnTo>
                    <a:pt x="5446866" y="532329"/>
                  </a:lnTo>
                  <a:lnTo>
                    <a:pt x="5374728" y="516548"/>
                  </a:lnTo>
                  <a:lnTo>
                    <a:pt x="5296360" y="502377"/>
                  </a:lnTo>
                  <a:lnTo>
                    <a:pt x="5211844" y="489666"/>
                  </a:lnTo>
                  <a:lnTo>
                    <a:pt x="5121947" y="478323"/>
                  </a:lnTo>
                  <a:lnTo>
                    <a:pt x="5028323" y="468311"/>
                  </a:lnTo>
                  <a:lnTo>
                    <a:pt x="4933647" y="459637"/>
                  </a:lnTo>
                  <a:lnTo>
                    <a:pt x="4841567" y="452332"/>
                  </a:lnTo>
                  <a:lnTo>
                    <a:pt x="4756387" y="446421"/>
                  </a:lnTo>
                  <a:lnTo>
                    <a:pt x="4682436" y="441892"/>
                  </a:lnTo>
                  <a:lnTo>
                    <a:pt x="4623226" y="438669"/>
                  </a:lnTo>
                  <a:lnTo>
                    <a:pt x="4580636" y="436595"/>
                  </a:lnTo>
                  <a:lnTo>
                    <a:pt x="4554377" y="435445"/>
                  </a:lnTo>
                  <a:lnTo>
                    <a:pt x="4541898" y="434952"/>
                  </a:lnTo>
                  <a:lnTo>
                    <a:pt x="4538628" y="434835"/>
                  </a:lnTo>
                  <a:lnTo>
                    <a:pt x="4538543" y="434832"/>
                  </a:lnTo>
                  <a:lnTo>
                    <a:pt x="4016409" y="434832"/>
                  </a:lnTo>
                  <a:lnTo>
                    <a:pt x="4015143" y="434818"/>
                  </a:lnTo>
                  <a:lnTo>
                    <a:pt x="4006861" y="434723"/>
                  </a:lnTo>
                  <a:lnTo>
                    <a:pt x="3986157" y="434460"/>
                  </a:lnTo>
                  <a:lnTo>
                    <a:pt x="3949579" y="433944"/>
                  </a:lnTo>
                  <a:lnTo>
                    <a:pt x="3895943" y="433098"/>
                  </a:lnTo>
                  <a:lnTo>
                    <a:pt x="3826399" y="431866"/>
                  </a:lnTo>
                  <a:lnTo>
                    <a:pt x="3744026" y="430216"/>
                  </a:lnTo>
                  <a:lnTo>
                    <a:pt x="3653070" y="428137"/>
                  </a:lnTo>
                  <a:lnTo>
                    <a:pt x="3558036" y="425635"/>
                  </a:lnTo>
                  <a:lnTo>
                    <a:pt x="3462944" y="422719"/>
                  </a:lnTo>
                  <a:lnTo>
                    <a:pt x="3370876" y="419395"/>
                  </a:lnTo>
                  <a:lnTo>
                    <a:pt x="3283854" y="415657"/>
                  </a:lnTo>
                  <a:lnTo>
                    <a:pt x="3202926" y="411481"/>
                  </a:lnTo>
                  <a:lnTo>
                    <a:pt x="3128366" y="406826"/>
                  </a:lnTo>
                  <a:lnTo>
                    <a:pt x="3059898" y="401632"/>
                  </a:lnTo>
                  <a:lnTo>
                    <a:pt x="2996887" y="395825"/>
                  </a:lnTo>
                  <a:lnTo>
                    <a:pt x="2938498" y="389316"/>
                  </a:lnTo>
                  <a:lnTo>
                    <a:pt x="2883800" y="382010"/>
                  </a:lnTo>
                  <a:lnTo>
                    <a:pt x="2831863" y="373817"/>
                  </a:lnTo>
                  <a:lnTo>
                    <a:pt x="2781829" y="364677"/>
                  </a:lnTo>
                  <a:lnTo>
                    <a:pt x="2770117" y="362360"/>
                  </a:lnTo>
                  <a:lnTo>
                    <a:pt x="2716930" y="351010"/>
                  </a:lnTo>
                  <a:lnTo>
                    <a:pt x="2664258" y="338480"/>
                  </a:lnTo>
                  <a:lnTo>
                    <a:pt x="2611540" y="324754"/>
                  </a:lnTo>
                  <a:lnTo>
                    <a:pt x="2558401" y="309858"/>
                  </a:lnTo>
                  <a:lnTo>
                    <a:pt x="2504623" y="293864"/>
                  </a:lnTo>
                  <a:lnTo>
                    <a:pt x="2450125" y="276897"/>
                  </a:lnTo>
                  <a:lnTo>
                    <a:pt x="2394950" y="259127"/>
                  </a:lnTo>
                  <a:lnTo>
                    <a:pt x="2339239" y="240772"/>
                  </a:lnTo>
                  <a:lnTo>
                    <a:pt x="2283205" y="222078"/>
                  </a:lnTo>
                  <a:lnTo>
                    <a:pt x="2227105" y="203317"/>
                  </a:lnTo>
                  <a:lnTo>
                    <a:pt x="2171204" y="184761"/>
                  </a:lnTo>
                  <a:lnTo>
                    <a:pt x="2115739" y="166671"/>
                  </a:lnTo>
                  <a:lnTo>
                    <a:pt x="2060894" y="149281"/>
                  </a:lnTo>
                  <a:lnTo>
                    <a:pt x="2006760" y="132785"/>
                  </a:lnTo>
                  <a:lnTo>
                    <a:pt x="1953322" y="117332"/>
                  </a:lnTo>
                  <a:lnTo>
                    <a:pt x="1900432" y="103019"/>
                  </a:lnTo>
                  <a:lnTo>
                    <a:pt x="1847794" y="89894"/>
                  </a:lnTo>
                  <a:lnTo>
                    <a:pt x="1794945" y="77963"/>
                  </a:lnTo>
                  <a:lnTo>
                    <a:pt x="1768425" y="72472"/>
                  </a:lnTo>
                  <a:lnTo>
                    <a:pt x="1718734" y="63103"/>
                  </a:lnTo>
                  <a:lnTo>
                    <a:pt x="1667322" y="54689"/>
                  </a:lnTo>
                  <a:lnTo>
                    <a:pt x="1613365" y="47179"/>
                  </a:lnTo>
                  <a:lnTo>
                    <a:pt x="1555940" y="40488"/>
                  </a:lnTo>
                  <a:lnTo>
                    <a:pt x="1494111" y="34522"/>
                  </a:lnTo>
                  <a:lnTo>
                    <a:pt x="1427009" y="29190"/>
                  </a:lnTo>
                  <a:lnTo>
                    <a:pt x="1353941" y="24413"/>
                  </a:lnTo>
                  <a:lnTo>
                    <a:pt x="1274528" y="20128"/>
                  </a:lnTo>
                  <a:lnTo>
                    <a:pt x="1188895" y="16288"/>
                  </a:lnTo>
                  <a:lnTo>
                    <a:pt x="1097884" y="12866"/>
                  </a:lnTo>
                  <a:lnTo>
                    <a:pt x="1003271" y="9853"/>
                  </a:lnTo>
                  <a:lnTo>
                    <a:pt x="907890" y="7252"/>
                  </a:lnTo>
                  <a:lnTo>
                    <a:pt x="815562" y="5071"/>
                  </a:lnTo>
                  <a:lnTo>
                    <a:pt x="730737" y="3319"/>
                  </a:lnTo>
                  <a:lnTo>
                    <a:pt x="657800" y="1990"/>
                  </a:lnTo>
                  <a:lnTo>
                    <a:pt x="600191" y="1056"/>
                  </a:lnTo>
                  <a:lnTo>
                    <a:pt x="559570" y="468"/>
                  </a:lnTo>
                  <a:lnTo>
                    <a:pt x="535319" y="152"/>
                  </a:lnTo>
                  <a:lnTo>
                    <a:pt x="524503" y="25"/>
                  </a:lnTo>
                  <a:lnTo>
                    <a:pt x="522151" y="0"/>
                  </a:lnTo>
                  <a:lnTo>
                    <a:pt x="522133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365" name="pg365"/>
            <p:cNvSpPr/>
            <p:nvPr/>
          </p:nvSpPr>
          <p:spPr>
            <a:xfrm>
              <a:off x="386606" y="852362"/>
              <a:ext cx="8554953" cy="2789702"/>
            </a:xfrm>
            <a:custGeom>
              <a:avLst/>
              <a:pathLst>
                <a:path w="8554953" h="2789702">
                  <a:moveTo>
                    <a:pt x="0" y="5647"/>
                  </a:moveTo>
                  <a:lnTo>
                    <a:pt x="522133" y="5647"/>
                  </a:lnTo>
                  <a:lnTo>
                    <a:pt x="523399" y="5661"/>
                  </a:lnTo>
                  <a:lnTo>
                    <a:pt x="531679" y="5759"/>
                  </a:lnTo>
                  <a:lnTo>
                    <a:pt x="552379" y="6033"/>
                  </a:lnTo>
                  <a:lnTo>
                    <a:pt x="588952" y="6569"/>
                  </a:lnTo>
                  <a:lnTo>
                    <a:pt x="642578" y="7448"/>
                  </a:lnTo>
                  <a:lnTo>
                    <a:pt x="712113" y="8727"/>
                  </a:lnTo>
                  <a:lnTo>
                    <a:pt x="794475" y="10441"/>
                  </a:lnTo>
                  <a:lnTo>
                    <a:pt x="885422" y="12601"/>
                  </a:lnTo>
                  <a:lnTo>
                    <a:pt x="980448" y="15200"/>
                  </a:lnTo>
                  <a:lnTo>
                    <a:pt x="1075536" y="18229"/>
                  </a:lnTo>
                  <a:lnTo>
                    <a:pt x="1167600" y="21682"/>
                  </a:lnTo>
                  <a:lnTo>
                    <a:pt x="1254621" y="25565"/>
                  </a:lnTo>
                  <a:lnTo>
                    <a:pt x="1335549" y="29903"/>
                  </a:lnTo>
                  <a:lnTo>
                    <a:pt x="1410109" y="34739"/>
                  </a:lnTo>
                  <a:lnTo>
                    <a:pt x="1478579" y="40134"/>
                  </a:lnTo>
                  <a:lnTo>
                    <a:pt x="1541590" y="46166"/>
                  </a:lnTo>
                  <a:lnTo>
                    <a:pt x="1599980" y="52927"/>
                  </a:lnTo>
                  <a:lnTo>
                    <a:pt x="1654678" y="60517"/>
                  </a:lnTo>
                  <a:lnTo>
                    <a:pt x="1706614" y="69027"/>
                  </a:lnTo>
                  <a:lnTo>
                    <a:pt x="1756647" y="78521"/>
                  </a:lnTo>
                  <a:lnTo>
                    <a:pt x="1768425" y="80942"/>
                  </a:lnTo>
                  <a:lnTo>
                    <a:pt x="1821531" y="92715"/>
                  </a:lnTo>
                  <a:lnTo>
                    <a:pt x="1874124" y="105710"/>
                  </a:lnTo>
                  <a:lnTo>
                    <a:pt x="1926759" y="119945"/>
                  </a:lnTo>
                  <a:lnTo>
                    <a:pt x="1979814" y="135391"/>
                  </a:lnTo>
                  <a:lnTo>
                    <a:pt x="2033506" y="151975"/>
                  </a:lnTo>
                  <a:lnTo>
                    <a:pt x="2087914" y="169569"/>
                  </a:lnTo>
                  <a:lnTo>
                    <a:pt x="2142998" y="187995"/>
                  </a:lnTo>
                  <a:lnTo>
                    <a:pt x="2198619" y="207032"/>
                  </a:lnTo>
                  <a:lnTo>
                    <a:pt x="2254565" y="226421"/>
                  </a:lnTo>
                  <a:lnTo>
                    <a:pt x="2310580" y="245884"/>
                  </a:lnTo>
                  <a:lnTo>
                    <a:pt x="2366402" y="265139"/>
                  </a:lnTo>
                  <a:lnTo>
                    <a:pt x="2421790" y="283916"/>
                  </a:lnTo>
                  <a:lnTo>
                    <a:pt x="2476565" y="301972"/>
                  </a:lnTo>
                  <a:lnTo>
                    <a:pt x="2530631" y="319105"/>
                  </a:lnTo>
                  <a:lnTo>
                    <a:pt x="2584002" y="335161"/>
                  </a:lnTo>
                  <a:lnTo>
                    <a:pt x="2636821" y="350038"/>
                  </a:lnTo>
                  <a:lnTo>
                    <a:pt x="2689379" y="363684"/>
                  </a:lnTo>
                  <a:lnTo>
                    <a:pt x="2742134" y="376094"/>
                  </a:lnTo>
                  <a:lnTo>
                    <a:pt x="2770117" y="382125"/>
                  </a:lnTo>
                  <a:lnTo>
                    <a:pt x="2819805" y="391858"/>
                  </a:lnTo>
                  <a:lnTo>
                    <a:pt x="2871213" y="400599"/>
                  </a:lnTo>
                  <a:lnTo>
                    <a:pt x="2925166" y="408402"/>
                  </a:lnTo>
                  <a:lnTo>
                    <a:pt x="2982586" y="415353"/>
                  </a:lnTo>
                  <a:lnTo>
                    <a:pt x="3044410" y="421551"/>
                  </a:lnTo>
                  <a:lnTo>
                    <a:pt x="3111505" y="427090"/>
                  </a:lnTo>
                  <a:lnTo>
                    <a:pt x="3184566" y="432053"/>
                  </a:lnTo>
                  <a:lnTo>
                    <a:pt x="3263970" y="436506"/>
                  </a:lnTo>
                  <a:lnTo>
                    <a:pt x="3349594" y="440495"/>
                  </a:lnTo>
                  <a:lnTo>
                    <a:pt x="3440596" y="444050"/>
                  </a:lnTo>
                  <a:lnTo>
                    <a:pt x="3535201" y="447181"/>
                  </a:lnTo>
                  <a:lnTo>
                    <a:pt x="3630577" y="449884"/>
                  </a:lnTo>
                  <a:lnTo>
                    <a:pt x="3722902" y="452149"/>
                  </a:lnTo>
                  <a:lnTo>
                    <a:pt x="3807731" y="453970"/>
                  </a:lnTo>
                  <a:lnTo>
                    <a:pt x="3880676" y="455351"/>
                  </a:lnTo>
                  <a:lnTo>
                    <a:pt x="3938298" y="456321"/>
                  </a:lnTo>
                  <a:lnTo>
                    <a:pt x="3978936" y="456933"/>
                  </a:lnTo>
                  <a:lnTo>
                    <a:pt x="4003203" y="457262"/>
                  </a:lnTo>
                  <a:lnTo>
                    <a:pt x="4014032" y="457394"/>
                  </a:lnTo>
                  <a:lnTo>
                    <a:pt x="4016409" y="457420"/>
                  </a:lnTo>
                  <a:lnTo>
                    <a:pt x="4538543" y="457420"/>
                  </a:lnTo>
                  <a:lnTo>
                    <a:pt x="4539729" y="457487"/>
                  </a:lnTo>
                  <a:lnTo>
                    <a:pt x="4547495" y="457964"/>
                  </a:lnTo>
                  <a:lnTo>
                    <a:pt x="4566956" y="459282"/>
                  </a:lnTo>
                  <a:lnTo>
                    <a:pt x="4601450" y="461872"/>
                  </a:lnTo>
                  <a:lnTo>
                    <a:pt x="4652255" y="466120"/>
                  </a:lnTo>
                  <a:lnTo>
                    <a:pt x="4718504" y="472322"/>
                  </a:lnTo>
                  <a:lnTo>
                    <a:pt x="4797498" y="480656"/>
                  </a:lnTo>
                  <a:lnTo>
                    <a:pt x="4885367" y="491187"/>
                  </a:lnTo>
                  <a:lnTo>
                    <a:pt x="4977879" y="503898"/>
                  </a:lnTo>
                  <a:lnTo>
                    <a:pt x="5071146" y="518740"/>
                  </a:lnTo>
                  <a:lnTo>
                    <a:pt x="5162083" y="535676"/>
                  </a:lnTo>
                  <a:lnTo>
                    <a:pt x="5248569" y="554723"/>
                  </a:lnTo>
                  <a:lnTo>
                    <a:pt x="5329411" y="575975"/>
                  </a:lnTo>
                  <a:lnTo>
                    <a:pt x="5404173" y="599612"/>
                  </a:lnTo>
                  <a:lnTo>
                    <a:pt x="5472982" y="625905"/>
                  </a:lnTo>
                  <a:lnTo>
                    <a:pt x="5536342" y="655209"/>
                  </a:lnTo>
                  <a:lnTo>
                    <a:pt x="5594985" y="687948"/>
                  </a:lnTo>
                  <a:lnTo>
                    <a:pt x="5649759" y="724593"/>
                  </a:lnTo>
                  <a:lnTo>
                    <a:pt x="5701543" y="765610"/>
                  </a:lnTo>
                  <a:lnTo>
                    <a:pt x="5751177" y="811382"/>
                  </a:lnTo>
                  <a:lnTo>
                    <a:pt x="5784835" y="846134"/>
                  </a:lnTo>
                  <a:lnTo>
                    <a:pt x="5824845" y="891260"/>
                  </a:lnTo>
                  <a:lnTo>
                    <a:pt x="5864474" y="939928"/>
                  </a:lnTo>
                  <a:lnTo>
                    <a:pt x="5903989" y="992207"/>
                  </a:lnTo>
                  <a:lnTo>
                    <a:pt x="5943595" y="1048102"/>
                  </a:lnTo>
                  <a:lnTo>
                    <a:pt x="5983443" y="1107541"/>
                  </a:lnTo>
                  <a:lnTo>
                    <a:pt x="6023632" y="1170371"/>
                  </a:lnTo>
                  <a:lnTo>
                    <a:pt x="6064215" y="1236356"/>
                  </a:lnTo>
                  <a:lnTo>
                    <a:pt x="6105207" y="1305172"/>
                  </a:lnTo>
                  <a:lnTo>
                    <a:pt x="6146582" y="1376414"/>
                  </a:lnTo>
                  <a:lnTo>
                    <a:pt x="6188285" y="1449602"/>
                  </a:lnTo>
                  <a:lnTo>
                    <a:pt x="6230234" y="1524193"/>
                  </a:lnTo>
                  <a:lnTo>
                    <a:pt x="6272330" y="1599598"/>
                  </a:lnTo>
                  <a:lnTo>
                    <a:pt x="6314462" y="1675202"/>
                  </a:lnTo>
                  <a:lnTo>
                    <a:pt x="6356517" y="1750379"/>
                  </a:lnTo>
                  <a:lnTo>
                    <a:pt x="6398386" y="1824523"/>
                  </a:lnTo>
                  <a:lnTo>
                    <a:pt x="6439977" y="1897057"/>
                  </a:lnTo>
                  <a:lnTo>
                    <a:pt x="6481217" y="1967463"/>
                  </a:lnTo>
                  <a:lnTo>
                    <a:pt x="6522060" y="2035284"/>
                  </a:lnTo>
                  <a:lnTo>
                    <a:pt x="6562496" y="2100147"/>
                  </a:lnTo>
                  <a:lnTo>
                    <a:pt x="6602551" y="2161758"/>
                  </a:lnTo>
                  <a:lnTo>
                    <a:pt x="6642296" y="2219912"/>
                  </a:lnTo>
                  <a:lnTo>
                    <a:pt x="6681849" y="2274486"/>
                  </a:lnTo>
                  <a:lnTo>
                    <a:pt x="6721378" y="2325439"/>
                  </a:lnTo>
                  <a:lnTo>
                    <a:pt x="6761112" y="2372797"/>
                  </a:lnTo>
                  <a:lnTo>
                    <a:pt x="6786527" y="2400988"/>
                  </a:lnTo>
                  <a:lnTo>
                    <a:pt x="6835104" y="2450184"/>
                  </a:lnTo>
                  <a:lnTo>
                    <a:pt x="6885308" y="2494479"/>
                  </a:lnTo>
                  <a:lnTo>
                    <a:pt x="6937910" y="2534119"/>
                  </a:lnTo>
                  <a:lnTo>
                    <a:pt x="6993768" y="2569525"/>
                  </a:lnTo>
                  <a:lnTo>
                    <a:pt x="7053759" y="2601171"/>
                  </a:lnTo>
                  <a:lnTo>
                    <a:pt x="7118708" y="2629517"/>
                  </a:lnTo>
                  <a:lnTo>
                    <a:pt x="7189289" y="2654968"/>
                  </a:lnTo>
                  <a:lnTo>
                    <a:pt x="7265909" y="2677855"/>
                  </a:lnTo>
                  <a:lnTo>
                    <a:pt x="7348545" y="2698421"/>
                  </a:lnTo>
                  <a:lnTo>
                    <a:pt x="7436552" y="2716820"/>
                  </a:lnTo>
                  <a:lnTo>
                    <a:pt x="7528467" y="2733120"/>
                  </a:lnTo>
                  <a:lnTo>
                    <a:pt x="7621874" y="2747319"/>
                  </a:lnTo>
                  <a:lnTo>
                    <a:pt x="7713412" y="2759372"/>
                  </a:lnTo>
                  <a:lnTo>
                    <a:pt x="7799028" y="2769234"/>
                  </a:lnTo>
                  <a:lnTo>
                    <a:pt x="7874515" y="2776907"/>
                  </a:lnTo>
                  <a:lnTo>
                    <a:pt x="7936277" y="2782490"/>
                  </a:lnTo>
                  <a:lnTo>
                    <a:pt x="7982116" y="2786197"/>
                  </a:lnTo>
                  <a:lnTo>
                    <a:pt x="8011802" y="2788357"/>
                  </a:lnTo>
                  <a:lnTo>
                    <a:pt x="8027264" y="2789372"/>
                  </a:lnTo>
                  <a:lnTo>
                    <a:pt x="8032413" y="2789680"/>
                  </a:lnTo>
                  <a:lnTo>
                    <a:pt x="8032819" y="2789702"/>
                  </a:lnTo>
                  <a:lnTo>
                    <a:pt x="8554953" y="2789702"/>
                  </a:lnTo>
                  <a:lnTo>
                    <a:pt x="8554953" y="2784055"/>
                  </a:lnTo>
                  <a:lnTo>
                    <a:pt x="8032819" y="2784055"/>
                  </a:lnTo>
                  <a:lnTo>
                    <a:pt x="8031633" y="2783988"/>
                  </a:lnTo>
                  <a:lnTo>
                    <a:pt x="8023867" y="2783511"/>
                  </a:lnTo>
                  <a:lnTo>
                    <a:pt x="8004406" y="2782193"/>
                  </a:lnTo>
                  <a:lnTo>
                    <a:pt x="7969911" y="2779603"/>
                  </a:lnTo>
                  <a:lnTo>
                    <a:pt x="7919107" y="2775355"/>
                  </a:lnTo>
                  <a:lnTo>
                    <a:pt x="7852858" y="2769153"/>
                  </a:lnTo>
                  <a:lnTo>
                    <a:pt x="7773864" y="2760820"/>
                  </a:lnTo>
                  <a:lnTo>
                    <a:pt x="7685995" y="2750289"/>
                  </a:lnTo>
                  <a:lnTo>
                    <a:pt x="7593483" y="2737577"/>
                  </a:lnTo>
                  <a:lnTo>
                    <a:pt x="7500215" y="2722735"/>
                  </a:lnTo>
                  <a:lnTo>
                    <a:pt x="7409279" y="2705799"/>
                  </a:lnTo>
                  <a:lnTo>
                    <a:pt x="7322792" y="2686752"/>
                  </a:lnTo>
                  <a:lnTo>
                    <a:pt x="7241951" y="2665500"/>
                  </a:lnTo>
                  <a:lnTo>
                    <a:pt x="7167189" y="2641863"/>
                  </a:lnTo>
                  <a:lnTo>
                    <a:pt x="7098380" y="2615570"/>
                  </a:lnTo>
                  <a:lnTo>
                    <a:pt x="7035020" y="2586266"/>
                  </a:lnTo>
                  <a:lnTo>
                    <a:pt x="6976377" y="2553527"/>
                  </a:lnTo>
                  <a:lnTo>
                    <a:pt x="6921603" y="2516882"/>
                  </a:lnTo>
                  <a:lnTo>
                    <a:pt x="6869819" y="2475865"/>
                  </a:lnTo>
                  <a:lnTo>
                    <a:pt x="6820185" y="2430093"/>
                  </a:lnTo>
                  <a:lnTo>
                    <a:pt x="6786527" y="2395341"/>
                  </a:lnTo>
                  <a:lnTo>
                    <a:pt x="6746517" y="2350215"/>
                  </a:lnTo>
                  <a:lnTo>
                    <a:pt x="6706888" y="2301547"/>
                  </a:lnTo>
                  <a:lnTo>
                    <a:pt x="6667373" y="2249268"/>
                  </a:lnTo>
                  <a:lnTo>
                    <a:pt x="6627767" y="2193373"/>
                  </a:lnTo>
                  <a:lnTo>
                    <a:pt x="6587919" y="2133934"/>
                  </a:lnTo>
                  <a:lnTo>
                    <a:pt x="6547730" y="2071104"/>
                  </a:lnTo>
                  <a:lnTo>
                    <a:pt x="6507147" y="2005119"/>
                  </a:lnTo>
                  <a:lnTo>
                    <a:pt x="6466155" y="1936303"/>
                  </a:lnTo>
                  <a:lnTo>
                    <a:pt x="6424780" y="1865061"/>
                  </a:lnTo>
                  <a:lnTo>
                    <a:pt x="6383077" y="1791874"/>
                  </a:lnTo>
                  <a:lnTo>
                    <a:pt x="6341128" y="1717282"/>
                  </a:lnTo>
                  <a:lnTo>
                    <a:pt x="6299032" y="1641877"/>
                  </a:lnTo>
                  <a:lnTo>
                    <a:pt x="6256900" y="1566274"/>
                  </a:lnTo>
                  <a:lnTo>
                    <a:pt x="6214845" y="1491096"/>
                  </a:lnTo>
                  <a:lnTo>
                    <a:pt x="6172976" y="1416953"/>
                  </a:lnTo>
                  <a:lnTo>
                    <a:pt x="6131385" y="1344418"/>
                  </a:lnTo>
                  <a:lnTo>
                    <a:pt x="6090145" y="1274013"/>
                  </a:lnTo>
                  <a:lnTo>
                    <a:pt x="6049302" y="1206191"/>
                  </a:lnTo>
                  <a:lnTo>
                    <a:pt x="6008866" y="1141329"/>
                  </a:lnTo>
                  <a:lnTo>
                    <a:pt x="5968811" y="1079717"/>
                  </a:lnTo>
                  <a:lnTo>
                    <a:pt x="5929066" y="1021563"/>
                  </a:lnTo>
                  <a:lnTo>
                    <a:pt x="5889513" y="966989"/>
                  </a:lnTo>
                  <a:lnTo>
                    <a:pt x="5849984" y="916037"/>
                  </a:lnTo>
                  <a:lnTo>
                    <a:pt x="5810250" y="868678"/>
                  </a:lnTo>
                  <a:lnTo>
                    <a:pt x="5784835" y="840487"/>
                  </a:lnTo>
                  <a:lnTo>
                    <a:pt x="5736258" y="791291"/>
                  </a:lnTo>
                  <a:lnTo>
                    <a:pt x="5686054" y="746996"/>
                  </a:lnTo>
                  <a:lnTo>
                    <a:pt x="5633452" y="707356"/>
                  </a:lnTo>
                  <a:lnTo>
                    <a:pt x="5577594" y="671950"/>
                  </a:lnTo>
                  <a:lnTo>
                    <a:pt x="5517602" y="640304"/>
                  </a:lnTo>
                  <a:lnTo>
                    <a:pt x="5452654" y="611958"/>
                  </a:lnTo>
                  <a:lnTo>
                    <a:pt x="5382073" y="586507"/>
                  </a:lnTo>
                  <a:lnTo>
                    <a:pt x="5305453" y="563620"/>
                  </a:lnTo>
                  <a:lnTo>
                    <a:pt x="5222817" y="543054"/>
                  </a:lnTo>
                  <a:lnTo>
                    <a:pt x="5134810" y="524655"/>
                  </a:lnTo>
                  <a:lnTo>
                    <a:pt x="5042895" y="508355"/>
                  </a:lnTo>
                  <a:lnTo>
                    <a:pt x="4949488" y="494156"/>
                  </a:lnTo>
                  <a:lnTo>
                    <a:pt x="4857950" y="482103"/>
                  </a:lnTo>
                  <a:lnTo>
                    <a:pt x="4772334" y="472242"/>
                  </a:lnTo>
                  <a:lnTo>
                    <a:pt x="4696847" y="464568"/>
                  </a:lnTo>
                  <a:lnTo>
                    <a:pt x="4635085" y="458985"/>
                  </a:lnTo>
                  <a:lnTo>
                    <a:pt x="4589246" y="455278"/>
                  </a:lnTo>
                  <a:lnTo>
                    <a:pt x="4559560" y="453118"/>
                  </a:lnTo>
                  <a:lnTo>
                    <a:pt x="4544098" y="452103"/>
                  </a:lnTo>
                  <a:lnTo>
                    <a:pt x="4538949" y="451796"/>
                  </a:lnTo>
                  <a:lnTo>
                    <a:pt x="4538543" y="451773"/>
                  </a:lnTo>
                  <a:lnTo>
                    <a:pt x="4016409" y="451773"/>
                  </a:lnTo>
                  <a:lnTo>
                    <a:pt x="4015143" y="451759"/>
                  </a:lnTo>
                  <a:lnTo>
                    <a:pt x="4006863" y="451661"/>
                  </a:lnTo>
                  <a:lnTo>
                    <a:pt x="3986163" y="451387"/>
                  </a:lnTo>
                  <a:lnTo>
                    <a:pt x="3949591" y="450851"/>
                  </a:lnTo>
                  <a:lnTo>
                    <a:pt x="3895964" y="449972"/>
                  </a:lnTo>
                  <a:lnTo>
                    <a:pt x="3826429" y="448693"/>
                  </a:lnTo>
                  <a:lnTo>
                    <a:pt x="3744067" y="446979"/>
                  </a:lnTo>
                  <a:lnTo>
                    <a:pt x="3653120" y="444819"/>
                  </a:lnTo>
                  <a:lnTo>
                    <a:pt x="3558094" y="442220"/>
                  </a:lnTo>
                  <a:lnTo>
                    <a:pt x="3463007" y="439191"/>
                  </a:lnTo>
                  <a:lnTo>
                    <a:pt x="3370942" y="435738"/>
                  </a:lnTo>
                  <a:lnTo>
                    <a:pt x="3283921" y="431855"/>
                  </a:lnTo>
                  <a:lnTo>
                    <a:pt x="3202993" y="427516"/>
                  </a:lnTo>
                  <a:lnTo>
                    <a:pt x="3128433" y="422681"/>
                  </a:lnTo>
                  <a:lnTo>
                    <a:pt x="3059964" y="417286"/>
                  </a:lnTo>
                  <a:lnTo>
                    <a:pt x="2996952" y="411254"/>
                  </a:lnTo>
                  <a:lnTo>
                    <a:pt x="2938562" y="404492"/>
                  </a:lnTo>
                  <a:lnTo>
                    <a:pt x="2883865" y="396903"/>
                  </a:lnTo>
                  <a:lnTo>
                    <a:pt x="2831928" y="388393"/>
                  </a:lnTo>
                  <a:lnTo>
                    <a:pt x="2781895" y="378899"/>
                  </a:lnTo>
                  <a:lnTo>
                    <a:pt x="2770117" y="376478"/>
                  </a:lnTo>
                  <a:lnTo>
                    <a:pt x="2717011" y="364704"/>
                  </a:lnTo>
                  <a:lnTo>
                    <a:pt x="2664419" y="351709"/>
                  </a:lnTo>
                  <a:lnTo>
                    <a:pt x="2611783" y="337475"/>
                  </a:lnTo>
                  <a:lnTo>
                    <a:pt x="2558728" y="322029"/>
                  </a:lnTo>
                  <a:lnTo>
                    <a:pt x="2505037" y="305445"/>
                  </a:lnTo>
                  <a:lnTo>
                    <a:pt x="2450628" y="287851"/>
                  </a:lnTo>
                  <a:lnTo>
                    <a:pt x="2395544" y="269425"/>
                  </a:lnTo>
                  <a:lnTo>
                    <a:pt x="2339923" y="250388"/>
                  </a:lnTo>
                  <a:lnTo>
                    <a:pt x="2283977" y="230999"/>
                  </a:lnTo>
                  <a:lnTo>
                    <a:pt x="2227962" y="211536"/>
                  </a:lnTo>
                  <a:lnTo>
                    <a:pt x="2172141" y="192281"/>
                  </a:lnTo>
                  <a:lnTo>
                    <a:pt x="2116752" y="173504"/>
                  </a:lnTo>
                  <a:lnTo>
                    <a:pt x="2061977" y="155448"/>
                  </a:lnTo>
                  <a:lnTo>
                    <a:pt x="2007911" y="138315"/>
                  </a:lnTo>
                  <a:lnTo>
                    <a:pt x="1954540" y="122258"/>
                  </a:lnTo>
                  <a:lnTo>
                    <a:pt x="1901721" y="107381"/>
                  </a:lnTo>
                  <a:lnTo>
                    <a:pt x="1849163" y="93735"/>
                  </a:lnTo>
                  <a:lnTo>
                    <a:pt x="1796408" y="81325"/>
                  </a:lnTo>
                  <a:lnTo>
                    <a:pt x="1768425" y="75295"/>
                  </a:lnTo>
                  <a:lnTo>
                    <a:pt x="1718737" y="65562"/>
                  </a:lnTo>
                  <a:lnTo>
                    <a:pt x="1667329" y="56820"/>
                  </a:lnTo>
                  <a:lnTo>
                    <a:pt x="1613376" y="49018"/>
                  </a:lnTo>
                  <a:lnTo>
                    <a:pt x="1555956" y="42067"/>
                  </a:lnTo>
                  <a:lnTo>
                    <a:pt x="1494132" y="35869"/>
                  </a:lnTo>
                  <a:lnTo>
                    <a:pt x="1427037" y="30330"/>
                  </a:lnTo>
                  <a:lnTo>
                    <a:pt x="1353977" y="25367"/>
                  </a:lnTo>
                  <a:lnTo>
                    <a:pt x="1274572" y="20914"/>
                  </a:lnTo>
                  <a:lnTo>
                    <a:pt x="1188948" y="16925"/>
                  </a:lnTo>
                  <a:lnTo>
                    <a:pt x="1097946" y="13370"/>
                  </a:lnTo>
                  <a:lnTo>
                    <a:pt x="1003342" y="10239"/>
                  </a:lnTo>
                  <a:lnTo>
                    <a:pt x="907966" y="7536"/>
                  </a:lnTo>
                  <a:lnTo>
                    <a:pt x="815640" y="5270"/>
                  </a:lnTo>
                  <a:lnTo>
                    <a:pt x="730811" y="3450"/>
                  </a:lnTo>
                  <a:lnTo>
                    <a:pt x="657866" y="2068"/>
                  </a:lnTo>
                  <a:lnTo>
                    <a:pt x="600244" y="1098"/>
                  </a:lnTo>
                  <a:lnTo>
                    <a:pt x="559606" y="487"/>
                  </a:lnTo>
                  <a:lnTo>
                    <a:pt x="535339" y="158"/>
                  </a:lnTo>
                  <a:lnTo>
                    <a:pt x="524510" y="26"/>
                  </a:lnTo>
                  <a:lnTo>
                    <a:pt x="5221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366" name="pl366"/>
            <p:cNvSpPr/>
            <p:nvPr/>
          </p:nvSpPr>
          <p:spPr>
            <a:xfrm>
              <a:off x="386606" y="858009"/>
              <a:ext cx="8554953" cy="2784055"/>
            </a:xfrm>
            <a:custGeom>
              <a:avLst/>
              <a:pathLst>
                <a:path w="8554953" h="2784055">
                  <a:moveTo>
                    <a:pt x="0" y="0"/>
                  </a:moveTo>
                  <a:lnTo>
                    <a:pt x="522133" y="0"/>
                  </a:lnTo>
                  <a:lnTo>
                    <a:pt x="523399" y="13"/>
                  </a:lnTo>
                  <a:lnTo>
                    <a:pt x="531679" y="112"/>
                  </a:lnTo>
                  <a:lnTo>
                    <a:pt x="552379" y="385"/>
                  </a:lnTo>
                  <a:lnTo>
                    <a:pt x="588952" y="922"/>
                  </a:lnTo>
                  <a:lnTo>
                    <a:pt x="642578" y="1800"/>
                  </a:lnTo>
                  <a:lnTo>
                    <a:pt x="712113" y="3080"/>
                  </a:lnTo>
                  <a:lnTo>
                    <a:pt x="794475" y="4794"/>
                  </a:lnTo>
                  <a:lnTo>
                    <a:pt x="885422" y="6953"/>
                  </a:lnTo>
                  <a:lnTo>
                    <a:pt x="980448" y="9553"/>
                  </a:lnTo>
                  <a:lnTo>
                    <a:pt x="1075536" y="12582"/>
                  </a:lnTo>
                  <a:lnTo>
                    <a:pt x="1167600" y="16035"/>
                  </a:lnTo>
                  <a:lnTo>
                    <a:pt x="1254621" y="19918"/>
                  </a:lnTo>
                  <a:lnTo>
                    <a:pt x="1335549" y="24256"/>
                  </a:lnTo>
                  <a:lnTo>
                    <a:pt x="1410109" y="29092"/>
                  </a:lnTo>
                  <a:lnTo>
                    <a:pt x="1478579" y="34486"/>
                  </a:lnTo>
                  <a:lnTo>
                    <a:pt x="1541590" y="40519"/>
                  </a:lnTo>
                  <a:lnTo>
                    <a:pt x="1599980" y="47280"/>
                  </a:lnTo>
                  <a:lnTo>
                    <a:pt x="1654678" y="54870"/>
                  </a:lnTo>
                  <a:lnTo>
                    <a:pt x="1706614" y="63380"/>
                  </a:lnTo>
                  <a:lnTo>
                    <a:pt x="1756647" y="72874"/>
                  </a:lnTo>
                  <a:lnTo>
                    <a:pt x="1768425" y="75295"/>
                  </a:lnTo>
                  <a:lnTo>
                    <a:pt x="1821531" y="87068"/>
                  </a:lnTo>
                  <a:lnTo>
                    <a:pt x="1874124" y="100063"/>
                  </a:lnTo>
                  <a:lnTo>
                    <a:pt x="1926759" y="114297"/>
                  </a:lnTo>
                  <a:lnTo>
                    <a:pt x="1979814" y="129744"/>
                  </a:lnTo>
                  <a:lnTo>
                    <a:pt x="2033506" y="146328"/>
                  </a:lnTo>
                  <a:lnTo>
                    <a:pt x="2087914" y="163922"/>
                  </a:lnTo>
                  <a:lnTo>
                    <a:pt x="2142998" y="182348"/>
                  </a:lnTo>
                  <a:lnTo>
                    <a:pt x="2198619" y="201384"/>
                  </a:lnTo>
                  <a:lnTo>
                    <a:pt x="2254565" y="220773"/>
                  </a:lnTo>
                  <a:lnTo>
                    <a:pt x="2310580" y="240237"/>
                  </a:lnTo>
                  <a:lnTo>
                    <a:pt x="2366402" y="259492"/>
                  </a:lnTo>
                  <a:lnTo>
                    <a:pt x="2421790" y="278269"/>
                  </a:lnTo>
                  <a:lnTo>
                    <a:pt x="2476565" y="296325"/>
                  </a:lnTo>
                  <a:lnTo>
                    <a:pt x="2530631" y="313458"/>
                  </a:lnTo>
                  <a:lnTo>
                    <a:pt x="2584002" y="329514"/>
                  </a:lnTo>
                  <a:lnTo>
                    <a:pt x="2636821" y="344391"/>
                  </a:lnTo>
                  <a:lnTo>
                    <a:pt x="2689379" y="358037"/>
                  </a:lnTo>
                  <a:lnTo>
                    <a:pt x="2742134" y="370447"/>
                  </a:lnTo>
                  <a:lnTo>
                    <a:pt x="2770117" y="376478"/>
                  </a:lnTo>
                  <a:lnTo>
                    <a:pt x="2819805" y="386211"/>
                  </a:lnTo>
                  <a:lnTo>
                    <a:pt x="2871213" y="394952"/>
                  </a:lnTo>
                  <a:lnTo>
                    <a:pt x="2925166" y="402754"/>
                  </a:lnTo>
                  <a:lnTo>
                    <a:pt x="2982586" y="409705"/>
                  </a:lnTo>
                  <a:lnTo>
                    <a:pt x="3044410" y="415903"/>
                  </a:lnTo>
                  <a:lnTo>
                    <a:pt x="3111505" y="421443"/>
                  </a:lnTo>
                  <a:lnTo>
                    <a:pt x="3184566" y="426406"/>
                  </a:lnTo>
                  <a:lnTo>
                    <a:pt x="3263970" y="430859"/>
                  </a:lnTo>
                  <a:lnTo>
                    <a:pt x="3349594" y="434848"/>
                  </a:lnTo>
                  <a:lnTo>
                    <a:pt x="3440596" y="438403"/>
                  </a:lnTo>
                  <a:lnTo>
                    <a:pt x="3535201" y="441533"/>
                  </a:lnTo>
                  <a:lnTo>
                    <a:pt x="3630577" y="444237"/>
                  </a:lnTo>
                  <a:lnTo>
                    <a:pt x="3722902" y="446502"/>
                  </a:lnTo>
                  <a:lnTo>
                    <a:pt x="3807731" y="448323"/>
                  </a:lnTo>
                  <a:lnTo>
                    <a:pt x="3880676" y="449704"/>
                  </a:lnTo>
                  <a:lnTo>
                    <a:pt x="3938298" y="450674"/>
                  </a:lnTo>
                  <a:lnTo>
                    <a:pt x="3978936" y="451286"/>
                  </a:lnTo>
                  <a:lnTo>
                    <a:pt x="4003203" y="451614"/>
                  </a:lnTo>
                  <a:lnTo>
                    <a:pt x="4014032" y="451747"/>
                  </a:lnTo>
                  <a:lnTo>
                    <a:pt x="4016391" y="451773"/>
                  </a:lnTo>
                  <a:lnTo>
                    <a:pt x="4016409" y="451773"/>
                  </a:lnTo>
                  <a:lnTo>
                    <a:pt x="4538543" y="451773"/>
                  </a:lnTo>
                  <a:lnTo>
                    <a:pt x="4539729" y="451840"/>
                  </a:lnTo>
                  <a:lnTo>
                    <a:pt x="4547495" y="452317"/>
                  </a:lnTo>
                  <a:lnTo>
                    <a:pt x="4566956" y="453635"/>
                  </a:lnTo>
                  <a:lnTo>
                    <a:pt x="4601450" y="456225"/>
                  </a:lnTo>
                  <a:lnTo>
                    <a:pt x="4652255" y="460473"/>
                  </a:lnTo>
                  <a:lnTo>
                    <a:pt x="4718504" y="466675"/>
                  </a:lnTo>
                  <a:lnTo>
                    <a:pt x="4797498" y="475009"/>
                  </a:lnTo>
                  <a:lnTo>
                    <a:pt x="4885367" y="485539"/>
                  </a:lnTo>
                  <a:lnTo>
                    <a:pt x="4977879" y="498251"/>
                  </a:lnTo>
                  <a:lnTo>
                    <a:pt x="5071146" y="513093"/>
                  </a:lnTo>
                  <a:lnTo>
                    <a:pt x="5162083" y="530029"/>
                  </a:lnTo>
                  <a:lnTo>
                    <a:pt x="5248569" y="549076"/>
                  </a:lnTo>
                  <a:lnTo>
                    <a:pt x="5329411" y="570328"/>
                  </a:lnTo>
                  <a:lnTo>
                    <a:pt x="5404173" y="593965"/>
                  </a:lnTo>
                  <a:lnTo>
                    <a:pt x="5472982" y="620258"/>
                  </a:lnTo>
                  <a:lnTo>
                    <a:pt x="5536342" y="649562"/>
                  </a:lnTo>
                  <a:lnTo>
                    <a:pt x="5594985" y="682301"/>
                  </a:lnTo>
                  <a:lnTo>
                    <a:pt x="5649759" y="718946"/>
                  </a:lnTo>
                  <a:lnTo>
                    <a:pt x="5701543" y="759963"/>
                  </a:lnTo>
                  <a:lnTo>
                    <a:pt x="5751177" y="805735"/>
                  </a:lnTo>
                  <a:lnTo>
                    <a:pt x="5784835" y="840487"/>
                  </a:lnTo>
                  <a:lnTo>
                    <a:pt x="5824845" y="885613"/>
                  </a:lnTo>
                  <a:lnTo>
                    <a:pt x="5864474" y="934281"/>
                  </a:lnTo>
                  <a:lnTo>
                    <a:pt x="5903989" y="986560"/>
                  </a:lnTo>
                  <a:lnTo>
                    <a:pt x="5943595" y="1042455"/>
                  </a:lnTo>
                  <a:lnTo>
                    <a:pt x="5983443" y="1101894"/>
                  </a:lnTo>
                  <a:lnTo>
                    <a:pt x="6023632" y="1164724"/>
                  </a:lnTo>
                  <a:lnTo>
                    <a:pt x="6064215" y="1230709"/>
                  </a:lnTo>
                  <a:lnTo>
                    <a:pt x="6105207" y="1299525"/>
                  </a:lnTo>
                  <a:lnTo>
                    <a:pt x="6146582" y="1370767"/>
                  </a:lnTo>
                  <a:lnTo>
                    <a:pt x="6188285" y="1443954"/>
                  </a:lnTo>
                  <a:lnTo>
                    <a:pt x="6230234" y="1518546"/>
                  </a:lnTo>
                  <a:lnTo>
                    <a:pt x="6272330" y="1593951"/>
                  </a:lnTo>
                  <a:lnTo>
                    <a:pt x="6314462" y="1669554"/>
                  </a:lnTo>
                  <a:lnTo>
                    <a:pt x="6356517" y="1744732"/>
                  </a:lnTo>
                  <a:lnTo>
                    <a:pt x="6398386" y="1818875"/>
                  </a:lnTo>
                  <a:lnTo>
                    <a:pt x="6439977" y="1891410"/>
                  </a:lnTo>
                  <a:lnTo>
                    <a:pt x="6481217" y="1961815"/>
                  </a:lnTo>
                  <a:lnTo>
                    <a:pt x="6522060" y="2029637"/>
                  </a:lnTo>
                  <a:lnTo>
                    <a:pt x="6562496" y="2094500"/>
                  </a:lnTo>
                  <a:lnTo>
                    <a:pt x="6602551" y="2156111"/>
                  </a:lnTo>
                  <a:lnTo>
                    <a:pt x="6642296" y="2214265"/>
                  </a:lnTo>
                  <a:lnTo>
                    <a:pt x="6681849" y="2268839"/>
                  </a:lnTo>
                  <a:lnTo>
                    <a:pt x="6721378" y="2319791"/>
                  </a:lnTo>
                  <a:lnTo>
                    <a:pt x="6761112" y="2367150"/>
                  </a:lnTo>
                  <a:lnTo>
                    <a:pt x="6786527" y="2395341"/>
                  </a:lnTo>
                  <a:lnTo>
                    <a:pt x="6835104" y="2444537"/>
                  </a:lnTo>
                  <a:lnTo>
                    <a:pt x="6885308" y="2488832"/>
                  </a:lnTo>
                  <a:lnTo>
                    <a:pt x="6937910" y="2528472"/>
                  </a:lnTo>
                  <a:lnTo>
                    <a:pt x="6993768" y="2563878"/>
                  </a:lnTo>
                  <a:lnTo>
                    <a:pt x="7053759" y="2595524"/>
                  </a:lnTo>
                  <a:lnTo>
                    <a:pt x="7118708" y="2623870"/>
                  </a:lnTo>
                  <a:lnTo>
                    <a:pt x="7189289" y="2649321"/>
                  </a:lnTo>
                  <a:lnTo>
                    <a:pt x="7265909" y="2672208"/>
                  </a:lnTo>
                  <a:lnTo>
                    <a:pt x="7348545" y="2692774"/>
                  </a:lnTo>
                  <a:lnTo>
                    <a:pt x="7436552" y="2711173"/>
                  </a:lnTo>
                  <a:lnTo>
                    <a:pt x="7528467" y="2727473"/>
                  </a:lnTo>
                  <a:lnTo>
                    <a:pt x="7621874" y="2741672"/>
                  </a:lnTo>
                  <a:lnTo>
                    <a:pt x="7713412" y="2753725"/>
                  </a:lnTo>
                  <a:lnTo>
                    <a:pt x="7799028" y="2763586"/>
                  </a:lnTo>
                  <a:lnTo>
                    <a:pt x="7874515" y="2771260"/>
                  </a:lnTo>
                  <a:lnTo>
                    <a:pt x="7936277" y="2776843"/>
                  </a:lnTo>
                  <a:lnTo>
                    <a:pt x="7982116" y="2780550"/>
                  </a:lnTo>
                  <a:lnTo>
                    <a:pt x="8011802" y="2782710"/>
                  </a:lnTo>
                  <a:lnTo>
                    <a:pt x="8027264" y="2783725"/>
                  </a:lnTo>
                  <a:lnTo>
                    <a:pt x="8032413" y="2784032"/>
                  </a:lnTo>
                  <a:lnTo>
                    <a:pt x="8032819" y="2784055"/>
                  </a:lnTo>
                  <a:lnTo>
                    <a:pt x="8554953" y="2784055"/>
                  </a:lnTo>
                  <a:lnTo>
                    <a:pt x="8554953" y="2784055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367" name="pl367"/>
            <p:cNvSpPr/>
            <p:nvPr/>
          </p:nvSpPr>
          <p:spPr>
            <a:xfrm>
              <a:off x="386606" y="852362"/>
              <a:ext cx="8554953" cy="2784055"/>
            </a:xfrm>
            <a:custGeom>
              <a:avLst/>
              <a:pathLst>
                <a:path w="8554953" h="2784055">
                  <a:moveTo>
                    <a:pt x="8554953" y="2784055"/>
                  </a:moveTo>
                  <a:lnTo>
                    <a:pt x="8032819" y="2784055"/>
                  </a:lnTo>
                  <a:lnTo>
                    <a:pt x="8031633" y="2783988"/>
                  </a:lnTo>
                  <a:lnTo>
                    <a:pt x="8023867" y="2783511"/>
                  </a:lnTo>
                  <a:lnTo>
                    <a:pt x="8004406" y="2782193"/>
                  </a:lnTo>
                  <a:lnTo>
                    <a:pt x="7969911" y="2779603"/>
                  </a:lnTo>
                  <a:lnTo>
                    <a:pt x="7919107" y="2775355"/>
                  </a:lnTo>
                  <a:lnTo>
                    <a:pt x="7852858" y="2769153"/>
                  </a:lnTo>
                  <a:lnTo>
                    <a:pt x="7773864" y="2760820"/>
                  </a:lnTo>
                  <a:lnTo>
                    <a:pt x="7685995" y="2750289"/>
                  </a:lnTo>
                  <a:lnTo>
                    <a:pt x="7593483" y="2737577"/>
                  </a:lnTo>
                  <a:lnTo>
                    <a:pt x="7500215" y="2722735"/>
                  </a:lnTo>
                  <a:lnTo>
                    <a:pt x="7409279" y="2705799"/>
                  </a:lnTo>
                  <a:lnTo>
                    <a:pt x="7322792" y="2686752"/>
                  </a:lnTo>
                  <a:lnTo>
                    <a:pt x="7241951" y="2665500"/>
                  </a:lnTo>
                  <a:lnTo>
                    <a:pt x="7167189" y="2641863"/>
                  </a:lnTo>
                  <a:lnTo>
                    <a:pt x="7098380" y="2615570"/>
                  </a:lnTo>
                  <a:lnTo>
                    <a:pt x="7035020" y="2586266"/>
                  </a:lnTo>
                  <a:lnTo>
                    <a:pt x="6976377" y="2553527"/>
                  </a:lnTo>
                  <a:lnTo>
                    <a:pt x="6921603" y="2516882"/>
                  </a:lnTo>
                  <a:lnTo>
                    <a:pt x="6869819" y="2475865"/>
                  </a:lnTo>
                  <a:lnTo>
                    <a:pt x="6820185" y="2430093"/>
                  </a:lnTo>
                  <a:lnTo>
                    <a:pt x="6786527" y="2395341"/>
                  </a:lnTo>
                  <a:lnTo>
                    <a:pt x="6746517" y="2350215"/>
                  </a:lnTo>
                  <a:lnTo>
                    <a:pt x="6706888" y="2301547"/>
                  </a:lnTo>
                  <a:lnTo>
                    <a:pt x="6667373" y="2249268"/>
                  </a:lnTo>
                  <a:lnTo>
                    <a:pt x="6627767" y="2193373"/>
                  </a:lnTo>
                  <a:lnTo>
                    <a:pt x="6587919" y="2133934"/>
                  </a:lnTo>
                  <a:lnTo>
                    <a:pt x="6547730" y="2071104"/>
                  </a:lnTo>
                  <a:lnTo>
                    <a:pt x="6507147" y="2005119"/>
                  </a:lnTo>
                  <a:lnTo>
                    <a:pt x="6466155" y="1936303"/>
                  </a:lnTo>
                  <a:lnTo>
                    <a:pt x="6424780" y="1865061"/>
                  </a:lnTo>
                  <a:lnTo>
                    <a:pt x="6383077" y="1791874"/>
                  </a:lnTo>
                  <a:lnTo>
                    <a:pt x="6341128" y="1717282"/>
                  </a:lnTo>
                  <a:lnTo>
                    <a:pt x="6299032" y="1641877"/>
                  </a:lnTo>
                  <a:lnTo>
                    <a:pt x="6256900" y="1566274"/>
                  </a:lnTo>
                  <a:lnTo>
                    <a:pt x="6214845" y="1491096"/>
                  </a:lnTo>
                  <a:lnTo>
                    <a:pt x="6172976" y="1416953"/>
                  </a:lnTo>
                  <a:lnTo>
                    <a:pt x="6131385" y="1344418"/>
                  </a:lnTo>
                  <a:lnTo>
                    <a:pt x="6090145" y="1274013"/>
                  </a:lnTo>
                  <a:lnTo>
                    <a:pt x="6049302" y="1206191"/>
                  </a:lnTo>
                  <a:lnTo>
                    <a:pt x="6008866" y="1141329"/>
                  </a:lnTo>
                  <a:lnTo>
                    <a:pt x="5968811" y="1079717"/>
                  </a:lnTo>
                  <a:lnTo>
                    <a:pt x="5929066" y="1021563"/>
                  </a:lnTo>
                  <a:lnTo>
                    <a:pt x="5889513" y="966989"/>
                  </a:lnTo>
                  <a:lnTo>
                    <a:pt x="5849984" y="916037"/>
                  </a:lnTo>
                  <a:lnTo>
                    <a:pt x="5810250" y="868678"/>
                  </a:lnTo>
                  <a:lnTo>
                    <a:pt x="5784835" y="840487"/>
                  </a:lnTo>
                  <a:lnTo>
                    <a:pt x="5736258" y="791291"/>
                  </a:lnTo>
                  <a:lnTo>
                    <a:pt x="5686054" y="746996"/>
                  </a:lnTo>
                  <a:lnTo>
                    <a:pt x="5633452" y="707356"/>
                  </a:lnTo>
                  <a:lnTo>
                    <a:pt x="5577594" y="671950"/>
                  </a:lnTo>
                  <a:lnTo>
                    <a:pt x="5517602" y="640304"/>
                  </a:lnTo>
                  <a:lnTo>
                    <a:pt x="5452654" y="611958"/>
                  </a:lnTo>
                  <a:lnTo>
                    <a:pt x="5382073" y="586507"/>
                  </a:lnTo>
                  <a:lnTo>
                    <a:pt x="5305453" y="563620"/>
                  </a:lnTo>
                  <a:lnTo>
                    <a:pt x="5222817" y="543054"/>
                  </a:lnTo>
                  <a:lnTo>
                    <a:pt x="5134810" y="524655"/>
                  </a:lnTo>
                  <a:lnTo>
                    <a:pt x="5042895" y="508355"/>
                  </a:lnTo>
                  <a:lnTo>
                    <a:pt x="4949488" y="494156"/>
                  </a:lnTo>
                  <a:lnTo>
                    <a:pt x="4857950" y="482103"/>
                  </a:lnTo>
                  <a:lnTo>
                    <a:pt x="4772334" y="472242"/>
                  </a:lnTo>
                  <a:lnTo>
                    <a:pt x="4696847" y="464568"/>
                  </a:lnTo>
                  <a:lnTo>
                    <a:pt x="4635085" y="458985"/>
                  </a:lnTo>
                  <a:lnTo>
                    <a:pt x="4589246" y="455278"/>
                  </a:lnTo>
                  <a:lnTo>
                    <a:pt x="4559560" y="453118"/>
                  </a:lnTo>
                  <a:lnTo>
                    <a:pt x="4544098" y="452103"/>
                  </a:lnTo>
                  <a:lnTo>
                    <a:pt x="4538949" y="451796"/>
                  </a:lnTo>
                  <a:lnTo>
                    <a:pt x="4538543" y="451773"/>
                  </a:lnTo>
                  <a:lnTo>
                    <a:pt x="4016409" y="451773"/>
                  </a:lnTo>
                  <a:lnTo>
                    <a:pt x="4015143" y="451759"/>
                  </a:lnTo>
                  <a:lnTo>
                    <a:pt x="4006863" y="451661"/>
                  </a:lnTo>
                  <a:lnTo>
                    <a:pt x="3986163" y="451387"/>
                  </a:lnTo>
                  <a:lnTo>
                    <a:pt x="3949591" y="450851"/>
                  </a:lnTo>
                  <a:lnTo>
                    <a:pt x="3895964" y="449972"/>
                  </a:lnTo>
                  <a:lnTo>
                    <a:pt x="3826429" y="448693"/>
                  </a:lnTo>
                  <a:lnTo>
                    <a:pt x="3744067" y="446979"/>
                  </a:lnTo>
                  <a:lnTo>
                    <a:pt x="3653120" y="444819"/>
                  </a:lnTo>
                  <a:lnTo>
                    <a:pt x="3558094" y="442220"/>
                  </a:lnTo>
                  <a:lnTo>
                    <a:pt x="3463007" y="439191"/>
                  </a:lnTo>
                  <a:lnTo>
                    <a:pt x="3370942" y="435738"/>
                  </a:lnTo>
                  <a:lnTo>
                    <a:pt x="3283921" y="431855"/>
                  </a:lnTo>
                  <a:lnTo>
                    <a:pt x="3202993" y="427516"/>
                  </a:lnTo>
                  <a:lnTo>
                    <a:pt x="3128433" y="422681"/>
                  </a:lnTo>
                  <a:lnTo>
                    <a:pt x="3059964" y="417286"/>
                  </a:lnTo>
                  <a:lnTo>
                    <a:pt x="2996952" y="411254"/>
                  </a:lnTo>
                  <a:lnTo>
                    <a:pt x="2938562" y="404492"/>
                  </a:lnTo>
                  <a:lnTo>
                    <a:pt x="2883865" y="396903"/>
                  </a:lnTo>
                  <a:lnTo>
                    <a:pt x="2831928" y="388393"/>
                  </a:lnTo>
                  <a:lnTo>
                    <a:pt x="2781895" y="378899"/>
                  </a:lnTo>
                  <a:lnTo>
                    <a:pt x="2770117" y="376478"/>
                  </a:lnTo>
                  <a:lnTo>
                    <a:pt x="2717011" y="364704"/>
                  </a:lnTo>
                  <a:lnTo>
                    <a:pt x="2664419" y="351709"/>
                  </a:lnTo>
                  <a:lnTo>
                    <a:pt x="2611783" y="337475"/>
                  </a:lnTo>
                  <a:lnTo>
                    <a:pt x="2558728" y="322029"/>
                  </a:lnTo>
                  <a:lnTo>
                    <a:pt x="2505037" y="305445"/>
                  </a:lnTo>
                  <a:lnTo>
                    <a:pt x="2450628" y="287851"/>
                  </a:lnTo>
                  <a:lnTo>
                    <a:pt x="2395544" y="269425"/>
                  </a:lnTo>
                  <a:lnTo>
                    <a:pt x="2339923" y="250388"/>
                  </a:lnTo>
                  <a:lnTo>
                    <a:pt x="2283977" y="230999"/>
                  </a:lnTo>
                  <a:lnTo>
                    <a:pt x="2227962" y="211536"/>
                  </a:lnTo>
                  <a:lnTo>
                    <a:pt x="2172141" y="192281"/>
                  </a:lnTo>
                  <a:lnTo>
                    <a:pt x="2116752" y="173504"/>
                  </a:lnTo>
                  <a:lnTo>
                    <a:pt x="2061977" y="155448"/>
                  </a:lnTo>
                  <a:lnTo>
                    <a:pt x="2007911" y="138315"/>
                  </a:lnTo>
                  <a:lnTo>
                    <a:pt x="1954540" y="122258"/>
                  </a:lnTo>
                  <a:lnTo>
                    <a:pt x="1901721" y="107381"/>
                  </a:lnTo>
                  <a:lnTo>
                    <a:pt x="1849163" y="93735"/>
                  </a:lnTo>
                  <a:lnTo>
                    <a:pt x="1796408" y="81325"/>
                  </a:lnTo>
                  <a:lnTo>
                    <a:pt x="1768425" y="75295"/>
                  </a:lnTo>
                  <a:lnTo>
                    <a:pt x="1718737" y="65562"/>
                  </a:lnTo>
                  <a:lnTo>
                    <a:pt x="1667329" y="56820"/>
                  </a:lnTo>
                  <a:lnTo>
                    <a:pt x="1613376" y="49018"/>
                  </a:lnTo>
                  <a:lnTo>
                    <a:pt x="1555956" y="42067"/>
                  </a:lnTo>
                  <a:lnTo>
                    <a:pt x="1494132" y="35869"/>
                  </a:lnTo>
                  <a:lnTo>
                    <a:pt x="1427037" y="30330"/>
                  </a:lnTo>
                  <a:lnTo>
                    <a:pt x="1353977" y="25367"/>
                  </a:lnTo>
                  <a:lnTo>
                    <a:pt x="1274572" y="20914"/>
                  </a:lnTo>
                  <a:lnTo>
                    <a:pt x="1188948" y="16925"/>
                  </a:lnTo>
                  <a:lnTo>
                    <a:pt x="1097946" y="13370"/>
                  </a:lnTo>
                  <a:lnTo>
                    <a:pt x="1003342" y="10239"/>
                  </a:lnTo>
                  <a:lnTo>
                    <a:pt x="907966" y="7536"/>
                  </a:lnTo>
                  <a:lnTo>
                    <a:pt x="815640" y="5270"/>
                  </a:lnTo>
                  <a:lnTo>
                    <a:pt x="730811" y="3450"/>
                  </a:lnTo>
                  <a:lnTo>
                    <a:pt x="657866" y="2068"/>
                  </a:lnTo>
                  <a:lnTo>
                    <a:pt x="600244" y="1098"/>
                  </a:lnTo>
                  <a:lnTo>
                    <a:pt x="559606" y="487"/>
                  </a:lnTo>
                  <a:lnTo>
                    <a:pt x="535339" y="158"/>
                  </a:lnTo>
                  <a:lnTo>
                    <a:pt x="524510" y="26"/>
                  </a:lnTo>
                  <a:lnTo>
                    <a:pt x="522151" y="0"/>
                  </a:lnTo>
                  <a:lnTo>
                    <a:pt x="522133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368" name="pg368"/>
            <p:cNvSpPr/>
            <p:nvPr/>
          </p:nvSpPr>
          <p:spPr>
            <a:xfrm>
              <a:off x="386606" y="858009"/>
              <a:ext cx="8554953" cy="3405244"/>
            </a:xfrm>
            <a:custGeom>
              <a:avLst/>
              <a:pathLst>
                <a:path w="8554953" h="3405244">
                  <a:moveTo>
                    <a:pt x="0" y="11294"/>
                  </a:moveTo>
                  <a:lnTo>
                    <a:pt x="522133" y="11294"/>
                  </a:lnTo>
                  <a:lnTo>
                    <a:pt x="523399" y="11308"/>
                  </a:lnTo>
                  <a:lnTo>
                    <a:pt x="531678" y="11409"/>
                  </a:lnTo>
                  <a:lnTo>
                    <a:pt x="552375" y="11689"/>
                  </a:lnTo>
                  <a:lnTo>
                    <a:pt x="588943" y="12239"/>
                  </a:lnTo>
                  <a:lnTo>
                    <a:pt x="642564" y="13139"/>
                  </a:lnTo>
                  <a:lnTo>
                    <a:pt x="712092" y="14451"/>
                  </a:lnTo>
                  <a:lnTo>
                    <a:pt x="794447" y="16207"/>
                  </a:lnTo>
                  <a:lnTo>
                    <a:pt x="885388" y="18421"/>
                  </a:lnTo>
                  <a:lnTo>
                    <a:pt x="980409" y="21085"/>
                  </a:lnTo>
                  <a:lnTo>
                    <a:pt x="1075492" y="24189"/>
                  </a:lnTo>
                  <a:lnTo>
                    <a:pt x="1167555" y="27728"/>
                  </a:lnTo>
                  <a:lnTo>
                    <a:pt x="1254574" y="31708"/>
                  </a:lnTo>
                  <a:lnTo>
                    <a:pt x="1335502" y="36154"/>
                  </a:lnTo>
                  <a:lnTo>
                    <a:pt x="1410063" y="41110"/>
                  </a:lnTo>
                  <a:lnTo>
                    <a:pt x="1478533" y="46639"/>
                  </a:lnTo>
                  <a:lnTo>
                    <a:pt x="1541545" y="52821"/>
                  </a:lnTo>
                  <a:lnTo>
                    <a:pt x="1599936" y="59751"/>
                  </a:lnTo>
                  <a:lnTo>
                    <a:pt x="1654634" y="67529"/>
                  </a:lnTo>
                  <a:lnTo>
                    <a:pt x="1706570" y="76251"/>
                  </a:lnTo>
                  <a:lnTo>
                    <a:pt x="1756602" y="85981"/>
                  </a:lnTo>
                  <a:lnTo>
                    <a:pt x="1768425" y="88472"/>
                  </a:lnTo>
                  <a:lnTo>
                    <a:pt x="1821476" y="100526"/>
                  </a:lnTo>
                  <a:lnTo>
                    <a:pt x="1874014" y="113830"/>
                  </a:lnTo>
                  <a:lnTo>
                    <a:pt x="1926594" y="128401"/>
                  </a:lnTo>
                  <a:lnTo>
                    <a:pt x="1979591" y="144213"/>
                  </a:lnTo>
                  <a:lnTo>
                    <a:pt x="2033223" y="161189"/>
                  </a:lnTo>
                  <a:lnTo>
                    <a:pt x="2087570" y="179198"/>
                  </a:lnTo>
                  <a:lnTo>
                    <a:pt x="2142592" y="198060"/>
                  </a:lnTo>
                  <a:lnTo>
                    <a:pt x="2198152" y="217548"/>
                  </a:lnTo>
                  <a:lnTo>
                    <a:pt x="2254037" y="237399"/>
                  </a:lnTo>
                  <a:lnTo>
                    <a:pt x="2309994" y="257329"/>
                  </a:lnTo>
                  <a:lnTo>
                    <a:pt x="2365761" y="277049"/>
                  </a:lnTo>
                  <a:lnTo>
                    <a:pt x="2421098" y="296282"/>
                  </a:lnTo>
                  <a:lnTo>
                    <a:pt x="2475825" y="314782"/>
                  </a:lnTo>
                  <a:lnTo>
                    <a:pt x="2529844" y="332339"/>
                  </a:lnTo>
                  <a:lnTo>
                    <a:pt x="2583169" y="348797"/>
                  </a:lnTo>
                  <a:lnTo>
                    <a:pt x="2635940" y="364050"/>
                  </a:lnTo>
                  <a:lnTo>
                    <a:pt x="2688444" y="378045"/>
                  </a:lnTo>
                  <a:lnTo>
                    <a:pt x="2741135" y="390775"/>
                  </a:lnTo>
                  <a:lnTo>
                    <a:pt x="2770117" y="397184"/>
                  </a:lnTo>
                  <a:lnTo>
                    <a:pt x="2819803" y="407160"/>
                  </a:lnTo>
                  <a:lnTo>
                    <a:pt x="2871208" y="416120"/>
                  </a:lnTo>
                  <a:lnTo>
                    <a:pt x="2925158" y="424117"/>
                  </a:lnTo>
                  <a:lnTo>
                    <a:pt x="2982575" y="431241"/>
                  </a:lnTo>
                  <a:lnTo>
                    <a:pt x="3044395" y="437594"/>
                  </a:lnTo>
                  <a:lnTo>
                    <a:pt x="3111486" y="443272"/>
                  </a:lnTo>
                  <a:lnTo>
                    <a:pt x="3184541" y="448359"/>
                  </a:lnTo>
                  <a:lnTo>
                    <a:pt x="3263939" y="452923"/>
                  </a:lnTo>
                  <a:lnTo>
                    <a:pt x="3349558" y="457012"/>
                  </a:lnTo>
                  <a:lnTo>
                    <a:pt x="3440553" y="460656"/>
                  </a:lnTo>
                  <a:lnTo>
                    <a:pt x="3535152" y="463865"/>
                  </a:lnTo>
                  <a:lnTo>
                    <a:pt x="3630524" y="466636"/>
                  </a:lnTo>
                  <a:lnTo>
                    <a:pt x="3722849" y="468958"/>
                  </a:lnTo>
                  <a:lnTo>
                    <a:pt x="3807680" y="470824"/>
                  </a:lnTo>
                  <a:lnTo>
                    <a:pt x="3880631" y="472240"/>
                  </a:lnTo>
                  <a:lnTo>
                    <a:pt x="3938262" y="473235"/>
                  </a:lnTo>
                  <a:lnTo>
                    <a:pt x="3978911" y="473862"/>
                  </a:lnTo>
                  <a:lnTo>
                    <a:pt x="4003189" y="474199"/>
                  </a:lnTo>
                  <a:lnTo>
                    <a:pt x="4014027" y="474335"/>
                  </a:lnTo>
                  <a:lnTo>
                    <a:pt x="4016409" y="474362"/>
                  </a:lnTo>
                  <a:lnTo>
                    <a:pt x="4538543" y="474362"/>
                  </a:lnTo>
                  <a:lnTo>
                    <a:pt x="4539686" y="474443"/>
                  </a:lnTo>
                  <a:lnTo>
                    <a:pt x="4547178" y="475019"/>
                  </a:lnTo>
                  <a:lnTo>
                    <a:pt x="4565974" y="476614"/>
                  </a:lnTo>
                  <a:lnTo>
                    <a:pt x="4599350" y="479748"/>
                  </a:lnTo>
                  <a:lnTo>
                    <a:pt x="4648626" y="484894"/>
                  </a:lnTo>
                  <a:lnTo>
                    <a:pt x="4713077" y="492416"/>
                  </a:lnTo>
                  <a:lnTo>
                    <a:pt x="4790206" y="502539"/>
                  </a:lnTo>
                  <a:lnTo>
                    <a:pt x="4876345" y="515354"/>
                  </a:lnTo>
                  <a:lnTo>
                    <a:pt x="4967417" y="530846"/>
                  </a:lnTo>
                  <a:lnTo>
                    <a:pt x="5059617" y="548955"/>
                  </a:lnTo>
                  <a:lnTo>
                    <a:pt x="5149865" y="569635"/>
                  </a:lnTo>
                  <a:lnTo>
                    <a:pt x="5235997" y="592893"/>
                  </a:lnTo>
                  <a:lnTo>
                    <a:pt x="5316745" y="618830"/>
                  </a:lnTo>
                  <a:lnTo>
                    <a:pt x="5391589" y="647646"/>
                  </a:lnTo>
                  <a:lnTo>
                    <a:pt x="5460574" y="679652"/>
                  </a:lnTo>
                  <a:lnTo>
                    <a:pt x="5524132" y="715259"/>
                  </a:lnTo>
                  <a:lnTo>
                    <a:pt x="5582935" y="754967"/>
                  </a:lnTo>
                  <a:lnTo>
                    <a:pt x="5637784" y="799338"/>
                  </a:lnTo>
                  <a:lnTo>
                    <a:pt x="5689527" y="848944"/>
                  </a:lnTo>
                  <a:lnTo>
                    <a:pt x="5738987" y="904283"/>
                  </a:lnTo>
                  <a:lnTo>
                    <a:pt x="5784835" y="962842"/>
                  </a:lnTo>
                  <a:lnTo>
                    <a:pt x="5821575" y="1014723"/>
                  </a:lnTo>
                  <a:lnTo>
                    <a:pt x="5857973" y="1070344"/>
                  </a:lnTo>
                  <a:lnTo>
                    <a:pt x="5894243" y="1129782"/>
                  </a:lnTo>
                  <a:lnTo>
                    <a:pt x="5930552" y="1193054"/>
                  </a:lnTo>
                  <a:lnTo>
                    <a:pt x="5967029" y="1260113"/>
                  </a:lnTo>
                  <a:lnTo>
                    <a:pt x="6003764" y="1330840"/>
                  </a:lnTo>
                  <a:lnTo>
                    <a:pt x="6040814" y="1405043"/>
                  </a:lnTo>
                  <a:lnTo>
                    <a:pt x="6078206" y="1482452"/>
                  </a:lnTo>
                  <a:lnTo>
                    <a:pt x="6115938" y="1562721"/>
                  </a:lnTo>
                  <a:lnTo>
                    <a:pt x="6153984" y="1645434"/>
                  </a:lnTo>
                  <a:lnTo>
                    <a:pt x="6192295" y="1730110"/>
                  </a:lnTo>
                  <a:lnTo>
                    <a:pt x="6230806" y="1816215"/>
                  </a:lnTo>
                  <a:lnTo>
                    <a:pt x="6269440" y="1903173"/>
                  </a:lnTo>
                  <a:lnTo>
                    <a:pt x="6308111" y="1990386"/>
                  </a:lnTo>
                  <a:lnTo>
                    <a:pt x="6346731" y="2077247"/>
                  </a:lnTo>
                  <a:lnTo>
                    <a:pt x="6385215" y="2163161"/>
                  </a:lnTo>
                  <a:lnTo>
                    <a:pt x="6423488" y="2247557"/>
                  </a:lnTo>
                  <a:lnTo>
                    <a:pt x="6461486" y="2329910"/>
                  </a:lnTo>
                  <a:lnTo>
                    <a:pt x="6499165" y="2409747"/>
                  </a:lnTo>
                  <a:lnTo>
                    <a:pt x="6536502" y="2486664"/>
                  </a:lnTo>
                  <a:lnTo>
                    <a:pt x="6573499" y="2560327"/>
                  </a:lnTo>
                  <a:lnTo>
                    <a:pt x="6610188" y="2630478"/>
                  </a:lnTo>
                  <a:lnTo>
                    <a:pt x="6646630" y="2696937"/>
                  </a:lnTo>
                  <a:lnTo>
                    <a:pt x="6682924" y="2759596"/>
                  </a:lnTo>
                  <a:lnTo>
                    <a:pt x="6719202" y="2818420"/>
                  </a:lnTo>
                  <a:lnTo>
                    <a:pt x="6755639" y="2873436"/>
                  </a:lnTo>
                  <a:lnTo>
                    <a:pt x="6786527" y="2916763"/>
                  </a:lnTo>
                  <a:lnTo>
                    <a:pt x="6834491" y="2977855"/>
                  </a:lnTo>
                  <a:lnTo>
                    <a:pt x="6884034" y="3032937"/>
                  </a:lnTo>
                  <a:lnTo>
                    <a:pt x="6935894" y="3082304"/>
                  </a:lnTo>
                  <a:lnTo>
                    <a:pt x="6990898" y="3126459"/>
                  </a:lnTo>
                  <a:lnTo>
                    <a:pt x="7049891" y="3165978"/>
                  </a:lnTo>
                  <a:lnTo>
                    <a:pt x="7113673" y="3201419"/>
                  </a:lnTo>
                  <a:lnTo>
                    <a:pt x="7182906" y="3233277"/>
                  </a:lnTo>
                  <a:lnTo>
                    <a:pt x="7258009" y="3261963"/>
                  </a:lnTo>
                  <a:lnTo>
                    <a:pt x="7339007" y="3287779"/>
                  </a:lnTo>
                  <a:lnTo>
                    <a:pt x="7425352" y="3310924"/>
                  </a:lnTo>
                  <a:lnTo>
                    <a:pt x="7515736" y="3331492"/>
                  </a:lnTo>
                  <a:lnTo>
                    <a:pt x="7607957" y="3349489"/>
                  </a:lnTo>
                  <a:lnTo>
                    <a:pt x="7698898" y="3364865"/>
                  </a:lnTo>
                  <a:lnTo>
                    <a:pt x="7784730" y="3377563"/>
                  </a:lnTo>
                  <a:lnTo>
                    <a:pt x="7861377" y="3387570"/>
                  </a:lnTo>
                  <a:lnTo>
                    <a:pt x="7925209" y="3394983"/>
                  </a:lnTo>
                  <a:lnTo>
                    <a:pt x="7973793" y="3400032"/>
                  </a:lnTo>
                  <a:lnTo>
                    <a:pt x="8006492" y="3403089"/>
                  </a:lnTo>
                  <a:lnTo>
                    <a:pt x="8024715" y="3404629"/>
                  </a:lnTo>
                  <a:lnTo>
                    <a:pt x="8031816" y="3405173"/>
                  </a:lnTo>
                  <a:lnTo>
                    <a:pt x="8032819" y="3405244"/>
                  </a:lnTo>
                  <a:lnTo>
                    <a:pt x="8554953" y="3405244"/>
                  </a:lnTo>
                  <a:lnTo>
                    <a:pt x="8554953" y="3393949"/>
                  </a:lnTo>
                  <a:lnTo>
                    <a:pt x="8032819" y="3393949"/>
                  </a:lnTo>
                  <a:lnTo>
                    <a:pt x="8031676" y="3393869"/>
                  </a:lnTo>
                  <a:lnTo>
                    <a:pt x="8024184" y="3393292"/>
                  </a:lnTo>
                  <a:lnTo>
                    <a:pt x="8005388" y="3391697"/>
                  </a:lnTo>
                  <a:lnTo>
                    <a:pt x="7972012" y="3388563"/>
                  </a:lnTo>
                  <a:lnTo>
                    <a:pt x="7922736" y="3383417"/>
                  </a:lnTo>
                  <a:lnTo>
                    <a:pt x="7858285" y="3375896"/>
                  </a:lnTo>
                  <a:lnTo>
                    <a:pt x="7781156" y="3365772"/>
                  </a:lnTo>
                  <a:lnTo>
                    <a:pt x="7695017" y="3352957"/>
                  </a:lnTo>
                  <a:lnTo>
                    <a:pt x="7603945" y="3337465"/>
                  </a:lnTo>
                  <a:lnTo>
                    <a:pt x="7511745" y="3319356"/>
                  </a:lnTo>
                  <a:lnTo>
                    <a:pt x="7421497" y="3298676"/>
                  </a:lnTo>
                  <a:lnTo>
                    <a:pt x="7335365" y="3275418"/>
                  </a:lnTo>
                  <a:lnTo>
                    <a:pt x="7254616" y="3249481"/>
                  </a:lnTo>
                  <a:lnTo>
                    <a:pt x="7179773" y="3220665"/>
                  </a:lnTo>
                  <a:lnTo>
                    <a:pt x="7110788" y="3188660"/>
                  </a:lnTo>
                  <a:lnTo>
                    <a:pt x="7047230" y="3153053"/>
                  </a:lnTo>
                  <a:lnTo>
                    <a:pt x="6988427" y="3113344"/>
                  </a:lnTo>
                  <a:lnTo>
                    <a:pt x="6933577" y="3068973"/>
                  </a:lnTo>
                  <a:lnTo>
                    <a:pt x="6881835" y="3019368"/>
                  </a:lnTo>
                  <a:lnTo>
                    <a:pt x="6832375" y="2964028"/>
                  </a:lnTo>
                  <a:lnTo>
                    <a:pt x="6786527" y="2905469"/>
                  </a:lnTo>
                  <a:lnTo>
                    <a:pt x="6749787" y="2853588"/>
                  </a:lnTo>
                  <a:lnTo>
                    <a:pt x="6713389" y="2797967"/>
                  </a:lnTo>
                  <a:lnTo>
                    <a:pt x="6677119" y="2738529"/>
                  </a:lnTo>
                  <a:lnTo>
                    <a:pt x="6640810" y="2675257"/>
                  </a:lnTo>
                  <a:lnTo>
                    <a:pt x="6604333" y="2608198"/>
                  </a:lnTo>
                  <a:lnTo>
                    <a:pt x="6567598" y="2537471"/>
                  </a:lnTo>
                  <a:lnTo>
                    <a:pt x="6530548" y="2463268"/>
                  </a:lnTo>
                  <a:lnTo>
                    <a:pt x="6493156" y="2385859"/>
                  </a:lnTo>
                  <a:lnTo>
                    <a:pt x="6455424" y="2305590"/>
                  </a:lnTo>
                  <a:lnTo>
                    <a:pt x="6417378" y="2222877"/>
                  </a:lnTo>
                  <a:lnTo>
                    <a:pt x="6379067" y="2138201"/>
                  </a:lnTo>
                  <a:lnTo>
                    <a:pt x="6340556" y="2052096"/>
                  </a:lnTo>
                  <a:lnTo>
                    <a:pt x="6301922" y="1965138"/>
                  </a:lnTo>
                  <a:lnTo>
                    <a:pt x="6263251" y="1877925"/>
                  </a:lnTo>
                  <a:lnTo>
                    <a:pt x="6224631" y="1791064"/>
                  </a:lnTo>
                  <a:lnTo>
                    <a:pt x="6186147" y="1705151"/>
                  </a:lnTo>
                  <a:lnTo>
                    <a:pt x="6147874" y="1620754"/>
                  </a:lnTo>
                  <a:lnTo>
                    <a:pt x="6109876" y="1538402"/>
                  </a:lnTo>
                  <a:lnTo>
                    <a:pt x="6072197" y="1458564"/>
                  </a:lnTo>
                  <a:lnTo>
                    <a:pt x="6034860" y="1381647"/>
                  </a:lnTo>
                  <a:lnTo>
                    <a:pt x="5997863" y="1307984"/>
                  </a:lnTo>
                  <a:lnTo>
                    <a:pt x="5961174" y="1237833"/>
                  </a:lnTo>
                  <a:lnTo>
                    <a:pt x="5924731" y="1171375"/>
                  </a:lnTo>
                  <a:lnTo>
                    <a:pt x="5888438" y="1108715"/>
                  </a:lnTo>
                  <a:lnTo>
                    <a:pt x="5852160" y="1049891"/>
                  </a:lnTo>
                  <a:lnTo>
                    <a:pt x="5815723" y="994875"/>
                  </a:lnTo>
                  <a:lnTo>
                    <a:pt x="5784835" y="951548"/>
                  </a:lnTo>
                  <a:lnTo>
                    <a:pt x="5736871" y="890456"/>
                  </a:lnTo>
                  <a:lnTo>
                    <a:pt x="5687328" y="835374"/>
                  </a:lnTo>
                  <a:lnTo>
                    <a:pt x="5635468" y="786008"/>
                  </a:lnTo>
                  <a:lnTo>
                    <a:pt x="5580464" y="741852"/>
                  </a:lnTo>
                  <a:lnTo>
                    <a:pt x="5521471" y="702333"/>
                  </a:lnTo>
                  <a:lnTo>
                    <a:pt x="5457689" y="666893"/>
                  </a:lnTo>
                  <a:lnTo>
                    <a:pt x="5388456" y="635034"/>
                  </a:lnTo>
                  <a:lnTo>
                    <a:pt x="5313353" y="606349"/>
                  </a:lnTo>
                  <a:lnTo>
                    <a:pt x="5232355" y="580532"/>
                  </a:lnTo>
                  <a:lnTo>
                    <a:pt x="5146010" y="557387"/>
                  </a:lnTo>
                  <a:lnTo>
                    <a:pt x="5055626" y="536819"/>
                  </a:lnTo>
                  <a:lnTo>
                    <a:pt x="4963405" y="518822"/>
                  </a:lnTo>
                  <a:lnTo>
                    <a:pt x="4872464" y="503446"/>
                  </a:lnTo>
                  <a:lnTo>
                    <a:pt x="4786632" y="490749"/>
                  </a:lnTo>
                  <a:lnTo>
                    <a:pt x="4709985" y="480741"/>
                  </a:lnTo>
                  <a:lnTo>
                    <a:pt x="4646153" y="473328"/>
                  </a:lnTo>
                  <a:lnTo>
                    <a:pt x="4597569" y="468279"/>
                  </a:lnTo>
                  <a:lnTo>
                    <a:pt x="4564870" y="465222"/>
                  </a:lnTo>
                  <a:lnTo>
                    <a:pt x="4546647" y="463683"/>
                  </a:lnTo>
                  <a:lnTo>
                    <a:pt x="4539546" y="463138"/>
                  </a:lnTo>
                  <a:lnTo>
                    <a:pt x="4538543" y="463068"/>
                  </a:lnTo>
                  <a:lnTo>
                    <a:pt x="4016409" y="463068"/>
                  </a:lnTo>
                  <a:lnTo>
                    <a:pt x="4015143" y="463053"/>
                  </a:lnTo>
                  <a:lnTo>
                    <a:pt x="4006865" y="462952"/>
                  </a:lnTo>
                  <a:lnTo>
                    <a:pt x="3986167" y="462672"/>
                  </a:lnTo>
                  <a:lnTo>
                    <a:pt x="3949599" y="462122"/>
                  </a:lnTo>
                  <a:lnTo>
                    <a:pt x="3895978" y="461222"/>
                  </a:lnTo>
                  <a:lnTo>
                    <a:pt x="3826450" y="459911"/>
                  </a:lnTo>
                  <a:lnTo>
                    <a:pt x="3744095" y="458154"/>
                  </a:lnTo>
                  <a:lnTo>
                    <a:pt x="3653154" y="455941"/>
                  </a:lnTo>
                  <a:lnTo>
                    <a:pt x="3558134" y="453277"/>
                  </a:lnTo>
                  <a:lnTo>
                    <a:pt x="3463050" y="450172"/>
                  </a:lnTo>
                  <a:lnTo>
                    <a:pt x="3370987" y="446634"/>
                  </a:lnTo>
                  <a:lnTo>
                    <a:pt x="3283968" y="442653"/>
                  </a:lnTo>
                  <a:lnTo>
                    <a:pt x="3203040" y="438207"/>
                  </a:lnTo>
                  <a:lnTo>
                    <a:pt x="3128479" y="433251"/>
                  </a:lnTo>
                  <a:lnTo>
                    <a:pt x="3060009" y="427722"/>
                  </a:lnTo>
                  <a:lnTo>
                    <a:pt x="2996997" y="421540"/>
                  </a:lnTo>
                  <a:lnTo>
                    <a:pt x="2938606" y="414611"/>
                  </a:lnTo>
                  <a:lnTo>
                    <a:pt x="2883909" y="406832"/>
                  </a:lnTo>
                  <a:lnTo>
                    <a:pt x="2831972" y="398111"/>
                  </a:lnTo>
                  <a:lnTo>
                    <a:pt x="2781940" y="388381"/>
                  </a:lnTo>
                  <a:lnTo>
                    <a:pt x="2770117" y="385890"/>
                  </a:lnTo>
                  <a:lnTo>
                    <a:pt x="2717066" y="373835"/>
                  </a:lnTo>
                  <a:lnTo>
                    <a:pt x="2664529" y="360531"/>
                  </a:lnTo>
                  <a:lnTo>
                    <a:pt x="2611948" y="345960"/>
                  </a:lnTo>
                  <a:lnTo>
                    <a:pt x="2558951" y="330148"/>
                  </a:lnTo>
                  <a:lnTo>
                    <a:pt x="2505319" y="313173"/>
                  </a:lnTo>
                  <a:lnTo>
                    <a:pt x="2450972" y="295163"/>
                  </a:lnTo>
                  <a:lnTo>
                    <a:pt x="2395950" y="276301"/>
                  </a:lnTo>
                  <a:lnTo>
                    <a:pt x="2340390" y="256813"/>
                  </a:lnTo>
                  <a:lnTo>
                    <a:pt x="2284505" y="236962"/>
                  </a:lnTo>
                  <a:lnTo>
                    <a:pt x="2228548" y="217032"/>
                  </a:lnTo>
                  <a:lnTo>
                    <a:pt x="2172781" y="197313"/>
                  </a:lnTo>
                  <a:lnTo>
                    <a:pt x="2117444" y="178079"/>
                  </a:lnTo>
                  <a:lnTo>
                    <a:pt x="2062718" y="159580"/>
                  </a:lnTo>
                  <a:lnTo>
                    <a:pt x="2008698" y="142022"/>
                  </a:lnTo>
                  <a:lnTo>
                    <a:pt x="1955373" y="125564"/>
                  </a:lnTo>
                  <a:lnTo>
                    <a:pt x="1902602" y="110311"/>
                  </a:lnTo>
                  <a:lnTo>
                    <a:pt x="1850098" y="96317"/>
                  </a:lnTo>
                  <a:lnTo>
                    <a:pt x="1797407" y="83587"/>
                  </a:lnTo>
                  <a:lnTo>
                    <a:pt x="1768425" y="77178"/>
                  </a:lnTo>
                  <a:lnTo>
                    <a:pt x="1718739" y="67201"/>
                  </a:lnTo>
                  <a:lnTo>
                    <a:pt x="1667334" y="58242"/>
                  </a:lnTo>
                  <a:lnTo>
                    <a:pt x="1613384" y="50245"/>
                  </a:lnTo>
                  <a:lnTo>
                    <a:pt x="1555967" y="43120"/>
                  </a:lnTo>
                  <a:lnTo>
                    <a:pt x="1494147" y="36767"/>
                  </a:lnTo>
                  <a:lnTo>
                    <a:pt x="1427057" y="31090"/>
                  </a:lnTo>
                  <a:lnTo>
                    <a:pt x="1354001" y="26002"/>
                  </a:lnTo>
                  <a:lnTo>
                    <a:pt x="1274603" y="21438"/>
                  </a:lnTo>
                  <a:lnTo>
                    <a:pt x="1188985" y="17349"/>
                  </a:lnTo>
                  <a:lnTo>
                    <a:pt x="1097989" y="13706"/>
                  </a:lnTo>
                  <a:lnTo>
                    <a:pt x="1003390" y="10497"/>
                  </a:lnTo>
                  <a:lnTo>
                    <a:pt x="908018" y="7726"/>
                  </a:lnTo>
                  <a:lnTo>
                    <a:pt x="815693" y="5403"/>
                  </a:lnTo>
                  <a:lnTo>
                    <a:pt x="730862" y="3537"/>
                  </a:lnTo>
                  <a:lnTo>
                    <a:pt x="657911" y="2121"/>
                  </a:lnTo>
                  <a:lnTo>
                    <a:pt x="600280" y="1126"/>
                  </a:lnTo>
                  <a:lnTo>
                    <a:pt x="559631" y="499"/>
                  </a:lnTo>
                  <a:lnTo>
                    <a:pt x="535353" y="162"/>
                  </a:lnTo>
                  <a:lnTo>
                    <a:pt x="524515" y="27"/>
                  </a:lnTo>
                  <a:lnTo>
                    <a:pt x="5221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369" name="pl369"/>
            <p:cNvSpPr/>
            <p:nvPr/>
          </p:nvSpPr>
          <p:spPr>
            <a:xfrm>
              <a:off x="386606" y="869303"/>
              <a:ext cx="8554953" cy="3393949"/>
            </a:xfrm>
            <a:custGeom>
              <a:avLst/>
              <a:pathLst>
                <a:path w="8554953" h="3393949">
                  <a:moveTo>
                    <a:pt x="0" y="0"/>
                  </a:moveTo>
                  <a:lnTo>
                    <a:pt x="522133" y="0"/>
                  </a:lnTo>
                  <a:lnTo>
                    <a:pt x="523399" y="14"/>
                  </a:lnTo>
                  <a:lnTo>
                    <a:pt x="531678" y="115"/>
                  </a:lnTo>
                  <a:lnTo>
                    <a:pt x="552375" y="395"/>
                  </a:lnTo>
                  <a:lnTo>
                    <a:pt x="588943" y="945"/>
                  </a:lnTo>
                  <a:lnTo>
                    <a:pt x="642564" y="1845"/>
                  </a:lnTo>
                  <a:lnTo>
                    <a:pt x="712092" y="3156"/>
                  </a:lnTo>
                  <a:lnTo>
                    <a:pt x="794447" y="4913"/>
                  </a:lnTo>
                  <a:lnTo>
                    <a:pt x="885388" y="7126"/>
                  </a:lnTo>
                  <a:lnTo>
                    <a:pt x="980409" y="9790"/>
                  </a:lnTo>
                  <a:lnTo>
                    <a:pt x="1075492" y="12895"/>
                  </a:lnTo>
                  <a:lnTo>
                    <a:pt x="1167555" y="16434"/>
                  </a:lnTo>
                  <a:lnTo>
                    <a:pt x="1254574" y="20414"/>
                  </a:lnTo>
                  <a:lnTo>
                    <a:pt x="1335502" y="24860"/>
                  </a:lnTo>
                  <a:lnTo>
                    <a:pt x="1410063" y="29816"/>
                  </a:lnTo>
                  <a:lnTo>
                    <a:pt x="1478533" y="35345"/>
                  </a:lnTo>
                  <a:lnTo>
                    <a:pt x="1541545" y="41527"/>
                  </a:lnTo>
                  <a:lnTo>
                    <a:pt x="1599936" y="48457"/>
                  </a:lnTo>
                  <a:lnTo>
                    <a:pt x="1654634" y="56235"/>
                  </a:lnTo>
                  <a:lnTo>
                    <a:pt x="1706570" y="64956"/>
                  </a:lnTo>
                  <a:lnTo>
                    <a:pt x="1756602" y="74686"/>
                  </a:lnTo>
                  <a:lnTo>
                    <a:pt x="1768425" y="77178"/>
                  </a:lnTo>
                  <a:lnTo>
                    <a:pt x="1821476" y="89232"/>
                  </a:lnTo>
                  <a:lnTo>
                    <a:pt x="1874014" y="102536"/>
                  </a:lnTo>
                  <a:lnTo>
                    <a:pt x="1926594" y="117107"/>
                  </a:lnTo>
                  <a:lnTo>
                    <a:pt x="1979591" y="132919"/>
                  </a:lnTo>
                  <a:lnTo>
                    <a:pt x="2033223" y="149894"/>
                  </a:lnTo>
                  <a:lnTo>
                    <a:pt x="2087570" y="167904"/>
                  </a:lnTo>
                  <a:lnTo>
                    <a:pt x="2142592" y="186766"/>
                  </a:lnTo>
                  <a:lnTo>
                    <a:pt x="2198152" y="206254"/>
                  </a:lnTo>
                  <a:lnTo>
                    <a:pt x="2254037" y="226105"/>
                  </a:lnTo>
                  <a:lnTo>
                    <a:pt x="2309994" y="246035"/>
                  </a:lnTo>
                  <a:lnTo>
                    <a:pt x="2365761" y="265755"/>
                  </a:lnTo>
                  <a:lnTo>
                    <a:pt x="2421098" y="284988"/>
                  </a:lnTo>
                  <a:lnTo>
                    <a:pt x="2475825" y="303487"/>
                  </a:lnTo>
                  <a:lnTo>
                    <a:pt x="2529844" y="321045"/>
                  </a:lnTo>
                  <a:lnTo>
                    <a:pt x="2583169" y="337503"/>
                  </a:lnTo>
                  <a:lnTo>
                    <a:pt x="2635940" y="352756"/>
                  </a:lnTo>
                  <a:lnTo>
                    <a:pt x="2688444" y="366750"/>
                  </a:lnTo>
                  <a:lnTo>
                    <a:pt x="2741135" y="379480"/>
                  </a:lnTo>
                  <a:lnTo>
                    <a:pt x="2770117" y="385890"/>
                  </a:lnTo>
                  <a:lnTo>
                    <a:pt x="2819803" y="395866"/>
                  </a:lnTo>
                  <a:lnTo>
                    <a:pt x="2871208" y="404825"/>
                  </a:lnTo>
                  <a:lnTo>
                    <a:pt x="2925158" y="412822"/>
                  </a:lnTo>
                  <a:lnTo>
                    <a:pt x="2982575" y="419947"/>
                  </a:lnTo>
                  <a:lnTo>
                    <a:pt x="3044395" y="426300"/>
                  </a:lnTo>
                  <a:lnTo>
                    <a:pt x="3111486" y="431977"/>
                  </a:lnTo>
                  <a:lnTo>
                    <a:pt x="3184541" y="437065"/>
                  </a:lnTo>
                  <a:lnTo>
                    <a:pt x="3263939" y="441629"/>
                  </a:lnTo>
                  <a:lnTo>
                    <a:pt x="3349558" y="445718"/>
                  </a:lnTo>
                  <a:lnTo>
                    <a:pt x="3440553" y="449361"/>
                  </a:lnTo>
                  <a:lnTo>
                    <a:pt x="3535152" y="452570"/>
                  </a:lnTo>
                  <a:lnTo>
                    <a:pt x="3630524" y="455341"/>
                  </a:lnTo>
                  <a:lnTo>
                    <a:pt x="3722849" y="457664"/>
                  </a:lnTo>
                  <a:lnTo>
                    <a:pt x="3807680" y="459530"/>
                  </a:lnTo>
                  <a:lnTo>
                    <a:pt x="3880631" y="460946"/>
                  </a:lnTo>
                  <a:lnTo>
                    <a:pt x="3938262" y="461941"/>
                  </a:lnTo>
                  <a:lnTo>
                    <a:pt x="3978911" y="462568"/>
                  </a:lnTo>
                  <a:lnTo>
                    <a:pt x="4003189" y="462905"/>
                  </a:lnTo>
                  <a:lnTo>
                    <a:pt x="4014027" y="463040"/>
                  </a:lnTo>
                  <a:lnTo>
                    <a:pt x="4016391" y="463067"/>
                  </a:lnTo>
                  <a:lnTo>
                    <a:pt x="4016409" y="463068"/>
                  </a:lnTo>
                  <a:lnTo>
                    <a:pt x="4538543" y="463068"/>
                  </a:lnTo>
                  <a:lnTo>
                    <a:pt x="4539686" y="463148"/>
                  </a:lnTo>
                  <a:lnTo>
                    <a:pt x="4547178" y="463725"/>
                  </a:lnTo>
                  <a:lnTo>
                    <a:pt x="4565974" y="465320"/>
                  </a:lnTo>
                  <a:lnTo>
                    <a:pt x="4599350" y="468454"/>
                  </a:lnTo>
                  <a:lnTo>
                    <a:pt x="4648626" y="473600"/>
                  </a:lnTo>
                  <a:lnTo>
                    <a:pt x="4713077" y="481121"/>
                  </a:lnTo>
                  <a:lnTo>
                    <a:pt x="4790206" y="491245"/>
                  </a:lnTo>
                  <a:lnTo>
                    <a:pt x="4876345" y="504059"/>
                  </a:lnTo>
                  <a:lnTo>
                    <a:pt x="4967417" y="519551"/>
                  </a:lnTo>
                  <a:lnTo>
                    <a:pt x="5059617" y="537661"/>
                  </a:lnTo>
                  <a:lnTo>
                    <a:pt x="5149865" y="558340"/>
                  </a:lnTo>
                  <a:lnTo>
                    <a:pt x="5235997" y="581599"/>
                  </a:lnTo>
                  <a:lnTo>
                    <a:pt x="5316745" y="607535"/>
                  </a:lnTo>
                  <a:lnTo>
                    <a:pt x="5391589" y="636352"/>
                  </a:lnTo>
                  <a:lnTo>
                    <a:pt x="5460574" y="668357"/>
                  </a:lnTo>
                  <a:lnTo>
                    <a:pt x="5524132" y="703964"/>
                  </a:lnTo>
                  <a:lnTo>
                    <a:pt x="5582935" y="743673"/>
                  </a:lnTo>
                  <a:lnTo>
                    <a:pt x="5637784" y="788043"/>
                  </a:lnTo>
                  <a:lnTo>
                    <a:pt x="5689527" y="837649"/>
                  </a:lnTo>
                  <a:lnTo>
                    <a:pt x="5738987" y="892989"/>
                  </a:lnTo>
                  <a:lnTo>
                    <a:pt x="5784835" y="951548"/>
                  </a:lnTo>
                  <a:lnTo>
                    <a:pt x="5821575" y="1003429"/>
                  </a:lnTo>
                  <a:lnTo>
                    <a:pt x="5857973" y="1059050"/>
                  </a:lnTo>
                  <a:lnTo>
                    <a:pt x="5894243" y="1118488"/>
                  </a:lnTo>
                  <a:lnTo>
                    <a:pt x="5930552" y="1181760"/>
                  </a:lnTo>
                  <a:lnTo>
                    <a:pt x="5967029" y="1248819"/>
                  </a:lnTo>
                  <a:lnTo>
                    <a:pt x="6003764" y="1319546"/>
                  </a:lnTo>
                  <a:lnTo>
                    <a:pt x="6040814" y="1393749"/>
                  </a:lnTo>
                  <a:lnTo>
                    <a:pt x="6078206" y="1471158"/>
                  </a:lnTo>
                  <a:lnTo>
                    <a:pt x="6115938" y="1551427"/>
                  </a:lnTo>
                  <a:lnTo>
                    <a:pt x="6153984" y="1634140"/>
                  </a:lnTo>
                  <a:lnTo>
                    <a:pt x="6192295" y="1718816"/>
                  </a:lnTo>
                  <a:lnTo>
                    <a:pt x="6230806" y="1804920"/>
                  </a:lnTo>
                  <a:lnTo>
                    <a:pt x="6269440" y="1891879"/>
                  </a:lnTo>
                  <a:lnTo>
                    <a:pt x="6308111" y="1979091"/>
                  </a:lnTo>
                  <a:lnTo>
                    <a:pt x="6346731" y="2065953"/>
                  </a:lnTo>
                  <a:lnTo>
                    <a:pt x="6385215" y="2151866"/>
                  </a:lnTo>
                  <a:lnTo>
                    <a:pt x="6423488" y="2236263"/>
                  </a:lnTo>
                  <a:lnTo>
                    <a:pt x="6461486" y="2318615"/>
                  </a:lnTo>
                  <a:lnTo>
                    <a:pt x="6499165" y="2398453"/>
                  </a:lnTo>
                  <a:lnTo>
                    <a:pt x="6536502" y="2475370"/>
                  </a:lnTo>
                  <a:lnTo>
                    <a:pt x="6573499" y="2549032"/>
                  </a:lnTo>
                  <a:lnTo>
                    <a:pt x="6610188" y="2619184"/>
                  </a:lnTo>
                  <a:lnTo>
                    <a:pt x="6646630" y="2685642"/>
                  </a:lnTo>
                  <a:lnTo>
                    <a:pt x="6682924" y="2748302"/>
                  </a:lnTo>
                  <a:lnTo>
                    <a:pt x="6719202" y="2807126"/>
                  </a:lnTo>
                  <a:lnTo>
                    <a:pt x="6755639" y="2862142"/>
                  </a:lnTo>
                  <a:lnTo>
                    <a:pt x="6786527" y="2905469"/>
                  </a:lnTo>
                  <a:lnTo>
                    <a:pt x="6834491" y="2966561"/>
                  </a:lnTo>
                  <a:lnTo>
                    <a:pt x="6884034" y="3021643"/>
                  </a:lnTo>
                  <a:lnTo>
                    <a:pt x="6935894" y="3071009"/>
                  </a:lnTo>
                  <a:lnTo>
                    <a:pt x="6990898" y="3115165"/>
                  </a:lnTo>
                  <a:lnTo>
                    <a:pt x="7049891" y="3154684"/>
                  </a:lnTo>
                  <a:lnTo>
                    <a:pt x="7113673" y="3190124"/>
                  </a:lnTo>
                  <a:lnTo>
                    <a:pt x="7182906" y="3221983"/>
                  </a:lnTo>
                  <a:lnTo>
                    <a:pt x="7258009" y="3250668"/>
                  </a:lnTo>
                  <a:lnTo>
                    <a:pt x="7339007" y="3276485"/>
                  </a:lnTo>
                  <a:lnTo>
                    <a:pt x="7425352" y="3299630"/>
                  </a:lnTo>
                  <a:lnTo>
                    <a:pt x="7515736" y="3320198"/>
                  </a:lnTo>
                  <a:lnTo>
                    <a:pt x="7607957" y="3338195"/>
                  </a:lnTo>
                  <a:lnTo>
                    <a:pt x="7698898" y="3353571"/>
                  </a:lnTo>
                  <a:lnTo>
                    <a:pt x="7784730" y="3366268"/>
                  </a:lnTo>
                  <a:lnTo>
                    <a:pt x="7861377" y="3376276"/>
                  </a:lnTo>
                  <a:lnTo>
                    <a:pt x="7925209" y="3383688"/>
                  </a:lnTo>
                  <a:lnTo>
                    <a:pt x="7973793" y="3388738"/>
                  </a:lnTo>
                  <a:lnTo>
                    <a:pt x="8006492" y="3391795"/>
                  </a:lnTo>
                  <a:lnTo>
                    <a:pt x="8024715" y="3393334"/>
                  </a:lnTo>
                  <a:lnTo>
                    <a:pt x="8031816" y="3393879"/>
                  </a:lnTo>
                  <a:lnTo>
                    <a:pt x="8032819" y="3393949"/>
                  </a:lnTo>
                  <a:lnTo>
                    <a:pt x="8554953" y="3393949"/>
                  </a:lnTo>
                  <a:lnTo>
                    <a:pt x="8554953" y="3393949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370" name="pl370"/>
            <p:cNvSpPr/>
            <p:nvPr/>
          </p:nvSpPr>
          <p:spPr>
            <a:xfrm>
              <a:off x="386606" y="858009"/>
              <a:ext cx="8554953" cy="3393949"/>
            </a:xfrm>
            <a:custGeom>
              <a:avLst/>
              <a:pathLst>
                <a:path w="8554953" h="3393949">
                  <a:moveTo>
                    <a:pt x="8554953" y="3393949"/>
                  </a:moveTo>
                  <a:lnTo>
                    <a:pt x="8032819" y="3393949"/>
                  </a:lnTo>
                  <a:lnTo>
                    <a:pt x="8031676" y="3393869"/>
                  </a:lnTo>
                  <a:lnTo>
                    <a:pt x="8024184" y="3393292"/>
                  </a:lnTo>
                  <a:lnTo>
                    <a:pt x="8005388" y="3391697"/>
                  </a:lnTo>
                  <a:lnTo>
                    <a:pt x="7972012" y="3388563"/>
                  </a:lnTo>
                  <a:lnTo>
                    <a:pt x="7922736" y="3383417"/>
                  </a:lnTo>
                  <a:lnTo>
                    <a:pt x="7858285" y="3375896"/>
                  </a:lnTo>
                  <a:lnTo>
                    <a:pt x="7781156" y="3365772"/>
                  </a:lnTo>
                  <a:lnTo>
                    <a:pt x="7695017" y="3352957"/>
                  </a:lnTo>
                  <a:lnTo>
                    <a:pt x="7603945" y="3337465"/>
                  </a:lnTo>
                  <a:lnTo>
                    <a:pt x="7511745" y="3319356"/>
                  </a:lnTo>
                  <a:lnTo>
                    <a:pt x="7421497" y="3298676"/>
                  </a:lnTo>
                  <a:lnTo>
                    <a:pt x="7335365" y="3275418"/>
                  </a:lnTo>
                  <a:lnTo>
                    <a:pt x="7254616" y="3249481"/>
                  </a:lnTo>
                  <a:lnTo>
                    <a:pt x="7179773" y="3220665"/>
                  </a:lnTo>
                  <a:lnTo>
                    <a:pt x="7110788" y="3188660"/>
                  </a:lnTo>
                  <a:lnTo>
                    <a:pt x="7047230" y="3153053"/>
                  </a:lnTo>
                  <a:lnTo>
                    <a:pt x="6988427" y="3113344"/>
                  </a:lnTo>
                  <a:lnTo>
                    <a:pt x="6933577" y="3068973"/>
                  </a:lnTo>
                  <a:lnTo>
                    <a:pt x="6881835" y="3019368"/>
                  </a:lnTo>
                  <a:lnTo>
                    <a:pt x="6832375" y="2964028"/>
                  </a:lnTo>
                  <a:lnTo>
                    <a:pt x="6786527" y="2905469"/>
                  </a:lnTo>
                  <a:lnTo>
                    <a:pt x="6749787" y="2853588"/>
                  </a:lnTo>
                  <a:lnTo>
                    <a:pt x="6713389" y="2797967"/>
                  </a:lnTo>
                  <a:lnTo>
                    <a:pt x="6677119" y="2738529"/>
                  </a:lnTo>
                  <a:lnTo>
                    <a:pt x="6640810" y="2675257"/>
                  </a:lnTo>
                  <a:lnTo>
                    <a:pt x="6604333" y="2608198"/>
                  </a:lnTo>
                  <a:lnTo>
                    <a:pt x="6567598" y="2537471"/>
                  </a:lnTo>
                  <a:lnTo>
                    <a:pt x="6530548" y="2463268"/>
                  </a:lnTo>
                  <a:lnTo>
                    <a:pt x="6493156" y="2385859"/>
                  </a:lnTo>
                  <a:lnTo>
                    <a:pt x="6455424" y="2305590"/>
                  </a:lnTo>
                  <a:lnTo>
                    <a:pt x="6417378" y="2222877"/>
                  </a:lnTo>
                  <a:lnTo>
                    <a:pt x="6379067" y="2138201"/>
                  </a:lnTo>
                  <a:lnTo>
                    <a:pt x="6340556" y="2052096"/>
                  </a:lnTo>
                  <a:lnTo>
                    <a:pt x="6301922" y="1965138"/>
                  </a:lnTo>
                  <a:lnTo>
                    <a:pt x="6263251" y="1877925"/>
                  </a:lnTo>
                  <a:lnTo>
                    <a:pt x="6224631" y="1791064"/>
                  </a:lnTo>
                  <a:lnTo>
                    <a:pt x="6186147" y="1705151"/>
                  </a:lnTo>
                  <a:lnTo>
                    <a:pt x="6147874" y="1620754"/>
                  </a:lnTo>
                  <a:lnTo>
                    <a:pt x="6109876" y="1538402"/>
                  </a:lnTo>
                  <a:lnTo>
                    <a:pt x="6072197" y="1458564"/>
                  </a:lnTo>
                  <a:lnTo>
                    <a:pt x="6034860" y="1381647"/>
                  </a:lnTo>
                  <a:lnTo>
                    <a:pt x="5997863" y="1307984"/>
                  </a:lnTo>
                  <a:lnTo>
                    <a:pt x="5961174" y="1237833"/>
                  </a:lnTo>
                  <a:lnTo>
                    <a:pt x="5924731" y="1171375"/>
                  </a:lnTo>
                  <a:lnTo>
                    <a:pt x="5888438" y="1108715"/>
                  </a:lnTo>
                  <a:lnTo>
                    <a:pt x="5852160" y="1049891"/>
                  </a:lnTo>
                  <a:lnTo>
                    <a:pt x="5815723" y="994875"/>
                  </a:lnTo>
                  <a:lnTo>
                    <a:pt x="5784835" y="951548"/>
                  </a:lnTo>
                  <a:lnTo>
                    <a:pt x="5736871" y="890456"/>
                  </a:lnTo>
                  <a:lnTo>
                    <a:pt x="5687328" y="835374"/>
                  </a:lnTo>
                  <a:lnTo>
                    <a:pt x="5635468" y="786008"/>
                  </a:lnTo>
                  <a:lnTo>
                    <a:pt x="5580464" y="741852"/>
                  </a:lnTo>
                  <a:lnTo>
                    <a:pt x="5521471" y="702333"/>
                  </a:lnTo>
                  <a:lnTo>
                    <a:pt x="5457689" y="666893"/>
                  </a:lnTo>
                  <a:lnTo>
                    <a:pt x="5388456" y="635034"/>
                  </a:lnTo>
                  <a:lnTo>
                    <a:pt x="5313353" y="606349"/>
                  </a:lnTo>
                  <a:lnTo>
                    <a:pt x="5232355" y="580532"/>
                  </a:lnTo>
                  <a:lnTo>
                    <a:pt x="5146010" y="557387"/>
                  </a:lnTo>
                  <a:lnTo>
                    <a:pt x="5055626" y="536819"/>
                  </a:lnTo>
                  <a:lnTo>
                    <a:pt x="4963405" y="518822"/>
                  </a:lnTo>
                  <a:lnTo>
                    <a:pt x="4872464" y="503446"/>
                  </a:lnTo>
                  <a:lnTo>
                    <a:pt x="4786632" y="490749"/>
                  </a:lnTo>
                  <a:lnTo>
                    <a:pt x="4709985" y="480741"/>
                  </a:lnTo>
                  <a:lnTo>
                    <a:pt x="4646153" y="473328"/>
                  </a:lnTo>
                  <a:lnTo>
                    <a:pt x="4597569" y="468279"/>
                  </a:lnTo>
                  <a:lnTo>
                    <a:pt x="4564870" y="465222"/>
                  </a:lnTo>
                  <a:lnTo>
                    <a:pt x="4546647" y="463683"/>
                  </a:lnTo>
                  <a:lnTo>
                    <a:pt x="4539546" y="463138"/>
                  </a:lnTo>
                  <a:lnTo>
                    <a:pt x="4538543" y="463068"/>
                  </a:lnTo>
                  <a:lnTo>
                    <a:pt x="4016409" y="463068"/>
                  </a:lnTo>
                  <a:lnTo>
                    <a:pt x="4015143" y="463053"/>
                  </a:lnTo>
                  <a:lnTo>
                    <a:pt x="4006865" y="462952"/>
                  </a:lnTo>
                  <a:lnTo>
                    <a:pt x="3986167" y="462672"/>
                  </a:lnTo>
                  <a:lnTo>
                    <a:pt x="3949599" y="462122"/>
                  </a:lnTo>
                  <a:lnTo>
                    <a:pt x="3895978" y="461222"/>
                  </a:lnTo>
                  <a:lnTo>
                    <a:pt x="3826450" y="459911"/>
                  </a:lnTo>
                  <a:lnTo>
                    <a:pt x="3744095" y="458154"/>
                  </a:lnTo>
                  <a:lnTo>
                    <a:pt x="3653154" y="455941"/>
                  </a:lnTo>
                  <a:lnTo>
                    <a:pt x="3558134" y="453277"/>
                  </a:lnTo>
                  <a:lnTo>
                    <a:pt x="3463050" y="450172"/>
                  </a:lnTo>
                  <a:lnTo>
                    <a:pt x="3370987" y="446634"/>
                  </a:lnTo>
                  <a:lnTo>
                    <a:pt x="3283968" y="442653"/>
                  </a:lnTo>
                  <a:lnTo>
                    <a:pt x="3203040" y="438207"/>
                  </a:lnTo>
                  <a:lnTo>
                    <a:pt x="3128479" y="433251"/>
                  </a:lnTo>
                  <a:lnTo>
                    <a:pt x="3060009" y="427722"/>
                  </a:lnTo>
                  <a:lnTo>
                    <a:pt x="2996997" y="421540"/>
                  </a:lnTo>
                  <a:lnTo>
                    <a:pt x="2938606" y="414611"/>
                  </a:lnTo>
                  <a:lnTo>
                    <a:pt x="2883909" y="406832"/>
                  </a:lnTo>
                  <a:lnTo>
                    <a:pt x="2831972" y="398111"/>
                  </a:lnTo>
                  <a:lnTo>
                    <a:pt x="2781940" y="388381"/>
                  </a:lnTo>
                  <a:lnTo>
                    <a:pt x="2770117" y="385890"/>
                  </a:lnTo>
                  <a:lnTo>
                    <a:pt x="2717066" y="373835"/>
                  </a:lnTo>
                  <a:lnTo>
                    <a:pt x="2664529" y="360531"/>
                  </a:lnTo>
                  <a:lnTo>
                    <a:pt x="2611948" y="345960"/>
                  </a:lnTo>
                  <a:lnTo>
                    <a:pt x="2558951" y="330148"/>
                  </a:lnTo>
                  <a:lnTo>
                    <a:pt x="2505319" y="313173"/>
                  </a:lnTo>
                  <a:lnTo>
                    <a:pt x="2450972" y="295163"/>
                  </a:lnTo>
                  <a:lnTo>
                    <a:pt x="2395950" y="276301"/>
                  </a:lnTo>
                  <a:lnTo>
                    <a:pt x="2340390" y="256813"/>
                  </a:lnTo>
                  <a:lnTo>
                    <a:pt x="2284505" y="236962"/>
                  </a:lnTo>
                  <a:lnTo>
                    <a:pt x="2228548" y="217032"/>
                  </a:lnTo>
                  <a:lnTo>
                    <a:pt x="2172781" y="197313"/>
                  </a:lnTo>
                  <a:lnTo>
                    <a:pt x="2117444" y="178079"/>
                  </a:lnTo>
                  <a:lnTo>
                    <a:pt x="2062718" y="159580"/>
                  </a:lnTo>
                  <a:lnTo>
                    <a:pt x="2008698" y="142022"/>
                  </a:lnTo>
                  <a:lnTo>
                    <a:pt x="1955373" y="125564"/>
                  </a:lnTo>
                  <a:lnTo>
                    <a:pt x="1902602" y="110311"/>
                  </a:lnTo>
                  <a:lnTo>
                    <a:pt x="1850098" y="96317"/>
                  </a:lnTo>
                  <a:lnTo>
                    <a:pt x="1797407" y="83587"/>
                  </a:lnTo>
                  <a:lnTo>
                    <a:pt x="1768425" y="77178"/>
                  </a:lnTo>
                  <a:lnTo>
                    <a:pt x="1718739" y="67201"/>
                  </a:lnTo>
                  <a:lnTo>
                    <a:pt x="1667334" y="58242"/>
                  </a:lnTo>
                  <a:lnTo>
                    <a:pt x="1613384" y="50245"/>
                  </a:lnTo>
                  <a:lnTo>
                    <a:pt x="1555967" y="43120"/>
                  </a:lnTo>
                  <a:lnTo>
                    <a:pt x="1494147" y="36767"/>
                  </a:lnTo>
                  <a:lnTo>
                    <a:pt x="1427057" y="31090"/>
                  </a:lnTo>
                  <a:lnTo>
                    <a:pt x="1354001" y="26002"/>
                  </a:lnTo>
                  <a:lnTo>
                    <a:pt x="1274603" y="21438"/>
                  </a:lnTo>
                  <a:lnTo>
                    <a:pt x="1188985" y="17349"/>
                  </a:lnTo>
                  <a:lnTo>
                    <a:pt x="1097989" y="13706"/>
                  </a:lnTo>
                  <a:lnTo>
                    <a:pt x="1003390" y="10497"/>
                  </a:lnTo>
                  <a:lnTo>
                    <a:pt x="908018" y="7726"/>
                  </a:lnTo>
                  <a:lnTo>
                    <a:pt x="815693" y="5403"/>
                  </a:lnTo>
                  <a:lnTo>
                    <a:pt x="730862" y="3537"/>
                  </a:lnTo>
                  <a:lnTo>
                    <a:pt x="657911" y="2121"/>
                  </a:lnTo>
                  <a:lnTo>
                    <a:pt x="600280" y="1126"/>
                  </a:lnTo>
                  <a:lnTo>
                    <a:pt x="559631" y="499"/>
                  </a:lnTo>
                  <a:lnTo>
                    <a:pt x="535353" y="162"/>
                  </a:lnTo>
                  <a:lnTo>
                    <a:pt x="524515" y="27"/>
                  </a:lnTo>
                  <a:lnTo>
                    <a:pt x="522151" y="0"/>
                  </a:lnTo>
                  <a:lnTo>
                    <a:pt x="522133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371" name="pg371"/>
            <p:cNvSpPr/>
            <p:nvPr/>
          </p:nvSpPr>
          <p:spPr>
            <a:xfrm>
              <a:off x="386606" y="869303"/>
              <a:ext cx="8554953" cy="3704544"/>
            </a:xfrm>
            <a:custGeom>
              <a:avLst/>
              <a:pathLst>
                <a:path w="8554953" h="3704544">
                  <a:moveTo>
                    <a:pt x="0" y="22588"/>
                  </a:moveTo>
                  <a:lnTo>
                    <a:pt x="522133" y="22588"/>
                  </a:lnTo>
                  <a:lnTo>
                    <a:pt x="523399" y="22603"/>
                  </a:lnTo>
                  <a:lnTo>
                    <a:pt x="531677" y="22705"/>
                  </a:lnTo>
                  <a:lnTo>
                    <a:pt x="552373" y="22988"/>
                  </a:lnTo>
                  <a:lnTo>
                    <a:pt x="588939" y="23545"/>
                  </a:lnTo>
                  <a:lnTo>
                    <a:pt x="642556" y="24456"/>
                  </a:lnTo>
                  <a:lnTo>
                    <a:pt x="712081" y="25783"/>
                  </a:lnTo>
                  <a:lnTo>
                    <a:pt x="794433" y="27561"/>
                  </a:lnTo>
                  <a:lnTo>
                    <a:pt x="885370" y="29801"/>
                  </a:lnTo>
                  <a:lnTo>
                    <a:pt x="980388" y="32498"/>
                  </a:lnTo>
                  <a:lnTo>
                    <a:pt x="1075470" y="35640"/>
                  </a:lnTo>
                  <a:lnTo>
                    <a:pt x="1167532" y="39222"/>
                  </a:lnTo>
                  <a:lnTo>
                    <a:pt x="1254551" y="43250"/>
                  </a:lnTo>
                  <a:lnTo>
                    <a:pt x="1335479" y="47750"/>
                  </a:lnTo>
                  <a:lnTo>
                    <a:pt x="1410040" y="52766"/>
                  </a:lnTo>
                  <a:lnTo>
                    <a:pt x="1478510" y="58362"/>
                  </a:lnTo>
                  <a:lnTo>
                    <a:pt x="1541523" y="64619"/>
                  </a:lnTo>
                  <a:lnTo>
                    <a:pt x="1599914" y="71633"/>
                  </a:lnTo>
                  <a:lnTo>
                    <a:pt x="1654611" y="79506"/>
                  </a:lnTo>
                  <a:lnTo>
                    <a:pt x="1706547" y="88333"/>
                  </a:lnTo>
                  <a:lnTo>
                    <a:pt x="1756579" y="98181"/>
                  </a:lnTo>
                  <a:lnTo>
                    <a:pt x="1768425" y="100707"/>
                  </a:lnTo>
                  <a:lnTo>
                    <a:pt x="1821448" y="112902"/>
                  </a:lnTo>
                  <a:lnTo>
                    <a:pt x="1873958" y="126360"/>
                  </a:lnTo>
                  <a:lnTo>
                    <a:pt x="1926510" y="141099"/>
                  </a:lnTo>
                  <a:lnTo>
                    <a:pt x="1979477" y="157093"/>
                  </a:lnTo>
                  <a:lnTo>
                    <a:pt x="2033079" y="174264"/>
                  </a:lnTo>
                  <a:lnTo>
                    <a:pt x="2087396" y="192480"/>
                  </a:lnTo>
                  <a:lnTo>
                    <a:pt x="2142387" y="211560"/>
                  </a:lnTo>
                  <a:lnTo>
                    <a:pt x="2197915" y="231273"/>
                  </a:lnTo>
                  <a:lnTo>
                    <a:pt x="2253769" y="251354"/>
                  </a:lnTo>
                  <a:lnTo>
                    <a:pt x="2309697" y="271517"/>
                  </a:lnTo>
                  <a:lnTo>
                    <a:pt x="2365436" y="291469"/>
                  </a:lnTo>
                  <a:lnTo>
                    <a:pt x="2420747" y="310930"/>
                  </a:lnTo>
                  <a:lnTo>
                    <a:pt x="2475449" y="329651"/>
                  </a:lnTo>
                  <a:lnTo>
                    <a:pt x="2529445" y="347420"/>
                  </a:lnTo>
                  <a:lnTo>
                    <a:pt x="2582746" y="364079"/>
                  </a:lnTo>
                  <a:lnTo>
                    <a:pt x="2635493" y="379521"/>
                  </a:lnTo>
                  <a:lnTo>
                    <a:pt x="2687970" y="393690"/>
                  </a:lnTo>
                  <a:lnTo>
                    <a:pt x="2740628" y="406580"/>
                  </a:lnTo>
                  <a:lnTo>
                    <a:pt x="2770117" y="413184"/>
                  </a:lnTo>
                  <a:lnTo>
                    <a:pt x="2819802" y="423282"/>
                  </a:lnTo>
                  <a:lnTo>
                    <a:pt x="2871205" y="432350"/>
                  </a:lnTo>
                  <a:lnTo>
                    <a:pt x="2925154" y="440445"/>
                  </a:lnTo>
                  <a:lnTo>
                    <a:pt x="2982569" y="447656"/>
                  </a:lnTo>
                  <a:lnTo>
                    <a:pt x="3044387" y="454086"/>
                  </a:lnTo>
                  <a:lnTo>
                    <a:pt x="3111476" y="459833"/>
                  </a:lnTo>
                  <a:lnTo>
                    <a:pt x="3184528" y="464983"/>
                  </a:lnTo>
                  <a:lnTo>
                    <a:pt x="3263924" y="469602"/>
                  </a:lnTo>
                  <a:lnTo>
                    <a:pt x="3349539" y="473741"/>
                  </a:lnTo>
                  <a:lnTo>
                    <a:pt x="3440531" y="477429"/>
                  </a:lnTo>
                  <a:lnTo>
                    <a:pt x="3535128" y="480677"/>
                  </a:lnTo>
                  <a:lnTo>
                    <a:pt x="3630498" y="483482"/>
                  </a:lnTo>
                  <a:lnTo>
                    <a:pt x="3722822" y="485833"/>
                  </a:lnTo>
                  <a:lnTo>
                    <a:pt x="3807654" y="487722"/>
                  </a:lnTo>
                  <a:lnTo>
                    <a:pt x="3880608" y="489156"/>
                  </a:lnTo>
                  <a:lnTo>
                    <a:pt x="3938244" y="490162"/>
                  </a:lnTo>
                  <a:lnTo>
                    <a:pt x="3978898" y="490797"/>
                  </a:lnTo>
                  <a:lnTo>
                    <a:pt x="4003182" y="491138"/>
                  </a:lnTo>
                  <a:lnTo>
                    <a:pt x="4014024" y="491276"/>
                  </a:lnTo>
                  <a:lnTo>
                    <a:pt x="4016409" y="491303"/>
                  </a:lnTo>
                  <a:lnTo>
                    <a:pt x="4538543" y="491303"/>
                  </a:lnTo>
                  <a:lnTo>
                    <a:pt x="4539664" y="491390"/>
                  </a:lnTo>
                  <a:lnTo>
                    <a:pt x="4547014" y="492010"/>
                  </a:lnTo>
                  <a:lnTo>
                    <a:pt x="4565467" y="493723"/>
                  </a:lnTo>
                  <a:lnTo>
                    <a:pt x="4598264" y="497092"/>
                  </a:lnTo>
                  <a:lnTo>
                    <a:pt x="4646745" y="502624"/>
                  </a:lnTo>
                  <a:lnTo>
                    <a:pt x="4710257" y="510716"/>
                  </a:lnTo>
                  <a:lnTo>
                    <a:pt x="4786406" y="521617"/>
                  </a:lnTo>
                  <a:lnTo>
                    <a:pt x="4871629" y="535427"/>
                  </a:lnTo>
                  <a:lnTo>
                    <a:pt x="4961931" y="552137"/>
                  </a:lnTo>
                  <a:lnTo>
                    <a:pt x="5053551" y="571683"/>
                  </a:lnTo>
                  <a:lnTo>
                    <a:pt x="5143418" y="594011"/>
                  </a:lnTo>
                  <a:lnTo>
                    <a:pt x="5229348" y="619126"/>
                  </a:lnTo>
                  <a:lnTo>
                    <a:pt x="5310033" y="647125"/>
                  </a:lnTo>
                  <a:lnTo>
                    <a:pt x="5384911" y="678216"/>
                  </a:lnTo>
                  <a:lnTo>
                    <a:pt x="5453984" y="712722"/>
                  </a:lnTo>
                  <a:lnTo>
                    <a:pt x="5517646" y="751075"/>
                  </a:lnTo>
                  <a:lnTo>
                    <a:pt x="5576538" y="793805"/>
                  </a:lnTo>
                  <a:lnTo>
                    <a:pt x="5631435" y="841508"/>
                  </a:lnTo>
                  <a:lnTo>
                    <a:pt x="5683168" y="894804"/>
                  </a:lnTo>
                  <a:lnTo>
                    <a:pt x="5732549" y="954244"/>
                  </a:lnTo>
                  <a:lnTo>
                    <a:pt x="5780312" y="1020172"/>
                  </a:lnTo>
                  <a:lnTo>
                    <a:pt x="5784835" y="1026843"/>
                  </a:lnTo>
                  <a:lnTo>
                    <a:pt x="5820245" y="1081580"/>
                  </a:lnTo>
                  <a:lnTo>
                    <a:pt x="5855329" y="1140121"/>
                  </a:lnTo>
                  <a:lnTo>
                    <a:pt x="5890282" y="1202544"/>
                  </a:lnTo>
                  <a:lnTo>
                    <a:pt x="5925256" y="1268871"/>
                  </a:lnTo>
                  <a:lnTo>
                    <a:pt x="5960371" y="1339065"/>
                  </a:lnTo>
                  <a:lnTo>
                    <a:pt x="5995713" y="1413021"/>
                  </a:lnTo>
                  <a:lnTo>
                    <a:pt x="6031339" y="1490565"/>
                  </a:lnTo>
                  <a:lnTo>
                    <a:pt x="6067278" y="1571450"/>
                  </a:lnTo>
                  <a:lnTo>
                    <a:pt x="6103537" y="1655358"/>
                  </a:lnTo>
                  <a:lnTo>
                    <a:pt x="6140097" y="1741901"/>
                  </a:lnTo>
                  <a:lnTo>
                    <a:pt x="6176923" y="1830627"/>
                  </a:lnTo>
                  <a:lnTo>
                    <a:pt x="6213960" y="1921031"/>
                  </a:lnTo>
                  <a:lnTo>
                    <a:pt x="6251144" y="2012564"/>
                  </a:lnTo>
                  <a:lnTo>
                    <a:pt x="6288400" y="2104647"/>
                  </a:lnTo>
                  <a:lnTo>
                    <a:pt x="6325650" y="2196687"/>
                  </a:lnTo>
                  <a:lnTo>
                    <a:pt x="6362817" y="2288091"/>
                  </a:lnTo>
                  <a:lnTo>
                    <a:pt x="6399827" y="2378284"/>
                  </a:lnTo>
                  <a:lnTo>
                    <a:pt x="6436617" y="2466722"/>
                  </a:lnTo>
                  <a:lnTo>
                    <a:pt x="6473135" y="2552907"/>
                  </a:lnTo>
                  <a:lnTo>
                    <a:pt x="6509347" y="2636396"/>
                  </a:lnTo>
                  <a:lnTo>
                    <a:pt x="6545240" y="2716812"/>
                  </a:lnTo>
                  <a:lnTo>
                    <a:pt x="6580822" y="2793846"/>
                  </a:lnTo>
                  <a:lnTo>
                    <a:pt x="6616127" y="2867262"/>
                  </a:lnTo>
                  <a:lnTo>
                    <a:pt x="6651215" y="2936897"/>
                  </a:lnTo>
                  <a:lnTo>
                    <a:pt x="6686178" y="3002655"/>
                  </a:lnTo>
                  <a:lnTo>
                    <a:pt x="6721139" y="3064508"/>
                  </a:lnTo>
                  <a:lnTo>
                    <a:pt x="6756258" y="3122488"/>
                  </a:lnTo>
                  <a:lnTo>
                    <a:pt x="6786527" y="3169004"/>
                  </a:lnTo>
                  <a:lnTo>
                    <a:pt x="6834169" y="3235560"/>
                  </a:lnTo>
                  <a:lnTo>
                    <a:pt x="6883365" y="3295613"/>
                  </a:lnTo>
                  <a:lnTo>
                    <a:pt x="6934837" y="3349476"/>
                  </a:lnTo>
                  <a:lnTo>
                    <a:pt x="6989395" y="3397689"/>
                  </a:lnTo>
                  <a:lnTo>
                    <a:pt x="7047868" y="3440870"/>
                  </a:lnTo>
                  <a:lnTo>
                    <a:pt x="7111042" y="3479619"/>
                  </a:lnTo>
                  <a:lnTo>
                    <a:pt x="7179574" y="3514474"/>
                  </a:lnTo>
                  <a:lnTo>
                    <a:pt x="7253887" y="3545877"/>
                  </a:lnTo>
                  <a:lnTo>
                    <a:pt x="7334028" y="3574162"/>
                  </a:lnTo>
                  <a:lnTo>
                    <a:pt x="7419498" y="3599547"/>
                  </a:lnTo>
                  <a:lnTo>
                    <a:pt x="7509068" y="3622141"/>
                  </a:lnTo>
                  <a:lnTo>
                    <a:pt x="7600640" y="3641956"/>
                  </a:lnTo>
                  <a:lnTo>
                    <a:pt x="7691223" y="3658941"/>
                  </a:lnTo>
                  <a:lnTo>
                    <a:pt x="7777108" y="3673032"/>
                  </a:lnTo>
                  <a:lnTo>
                    <a:pt x="7854294" y="3684209"/>
                  </a:lnTo>
                  <a:lnTo>
                    <a:pt x="7919147" y="3692563"/>
                  </a:lnTo>
                  <a:lnTo>
                    <a:pt x="7969130" y="3698326"/>
                  </a:lnTo>
                  <a:lnTo>
                    <a:pt x="8003405" y="3701881"/>
                  </a:lnTo>
                  <a:lnTo>
                    <a:pt x="8023123" y="3703729"/>
                  </a:lnTo>
                  <a:lnTo>
                    <a:pt x="8031351" y="3704429"/>
                  </a:lnTo>
                  <a:lnTo>
                    <a:pt x="8032819" y="3704544"/>
                  </a:lnTo>
                  <a:lnTo>
                    <a:pt x="8554953" y="3704544"/>
                  </a:lnTo>
                  <a:lnTo>
                    <a:pt x="8554953" y="3681955"/>
                  </a:lnTo>
                  <a:lnTo>
                    <a:pt x="8032819" y="3681955"/>
                  </a:lnTo>
                  <a:lnTo>
                    <a:pt x="8031698" y="3681868"/>
                  </a:lnTo>
                  <a:lnTo>
                    <a:pt x="8024348" y="3681249"/>
                  </a:lnTo>
                  <a:lnTo>
                    <a:pt x="8005895" y="3679535"/>
                  </a:lnTo>
                  <a:lnTo>
                    <a:pt x="7973098" y="3676167"/>
                  </a:lnTo>
                  <a:lnTo>
                    <a:pt x="7924617" y="3670635"/>
                  </a:lnTo>
                  <a:lnTo>
                    <a:pt x="7861105" y="3662542"/>
                  </a:lnTo>
                  <a:lnTo>
                    <a:pt x="7784956" y="3651642"/>
                  </a:lnTo>
                  <a:lnTo>
                    <a:pt x="7699733" y="3637831"/>
                  </a:lnTo>
                  <a:lnTo>
                    <a:pt x="7609431" y="3621121"/>
                  </a:lnTo>
                  <a:lnTo>
                    <a:pt x="7517811" y="3601575"/>
                  </a:lnTo>
                  <a:lnTo>
                    <a:pt x="7427944" y="3579248"/>
                  </a:lnTo>
                  <a:lnTo>
                    <a:pt x="7342014" y="3554133"/>
                  </a:lnTo>
                  <a:lnTo>
                    <a:pt x="7261329" y="3526134"/>
                  </a:lnTo>
                  <a:lnTo>
                    <a:pt x="7186451" y="3495043"/>
                  </a:lnTo>
                  <a:lnTo>
                    <a:pt x="7117378" y="3460537"/>
                  </a:lnTo>
                  <a:lnTo>
                    <a:pt x="7053716" y="3422183"/>
                  </a:lnTo>
                  <a:lnTo>
                    <a:pt x="6994824" y="3379454"/>
                  </a:lnTo>
                  <a:lnTo>
                    <a:pt x="6939927" y="3331750"/>
                  </a:lnTo>
                  <a:lnTo>
                    <a:pt x="6888194" y="3278455"/>
                  </a:lnTo>
                  <a:lnTo>
                    <a:pt x="6838813" y="3219015"/>
                  </a:lnTo>
                  <a:lnTo>
                    <a:pt x="6791050" y="3153086"/>
                  </a:lnTo>
                  <a:lnTo>
                    <a:pt x="6786527" y="3146415"/>
                  </a:lnTo>
                  <a:lnTo>
                    <a:pt x="6751117" y="3091678"/>
                  </a:lnTo>
                  <a:lnTo>
                    <a:pt x="6716033" y="3033137"/>
                  </a:lnTo>
                  <a:lnTo>
                    <a:pt x="6681080" y="2970715"/>
                  </a:lnTo>
                  <a:lnTo>
                    <a:pt x="6646106" y="2904388"/>
                  </a:lnTo>
                  <a:lnTo>
                    <a:pt x="6610991" y="2834194"/>
                  </a:lnTo>
                  <a:lnTo>
                    <a:pt x="6575649" y="2760238"/>
                  </a:lnTo>
                  <a:lnTo>
                    <a:pt x="6540023" y="2682694"/>
                  </a:lnTo>
                  <a:lnTo>
                    <a:pt x="6504083" y="2601808"/>
                  </a:lnTo>
                  <a:lnTo>
                    <a:pt x="6467825" y="2517901"/>
                  </a:lnTo>
                  <a:lnTo>
                    <a:pt x="6431265" y="2431358"/>
                  </a:lnTo>
                  <a:lnTo>
                    <a:pt x="6394439" y="2342632"/>
                  </a:lnTo>
                  <a:lnTo>
                    <a:pt x="6357402" y="2252227"/>
                  </a:lnTo>
                  <a:lnTo>
                    <a:pt x="6320218" y="2160694"/>
                  </a:lnTo>
                  <a:lnTo>
                    <a:pt x="6282962" y="2068611"/>
                  </a:lnTo>
                  <a:lnTo>
                    <a:pt x="6245712" y="1976571"/>
                  </a:lnTo>
                  <a:lnTo>
                    <a:pt x="6208545" y="1885167"/>
                  </a:lnTo>
                  <a:lnTo>
                    <a:pt x="6171535" y="1794975"/>
                  </a:lnTo>
                  <a:lnTo>
                    <a:pt x="6134745" y="1706537"/>
                  </a:lnTo>
                  <a:lnTo>
                    <a:pt x="6098227" y="1620352"/>
                  </a:lnTo>
                  <a:lnTo>
                    <a:pt x="6062014" y="1536863"/>
                  </a:lnTo>
                  <a:lnTo>
                    <a:pt x="6026121" y="1456447"/>
                  </a:lnTo>
                  <a:lnTo>
                    <a:pt x="5990540" y="1379412"/>
                  </a:lnTo>
                  <a:lnTo>
                    <a:pt x="5955235" y="1305996"/>
                  </a:lnTo>
                  <a:lnTo>
                    <a:pt x="5920147" y="1236362"/>
                  </a:lnTo>
                  <a:lnTo>
                    <a:pt x="5885184" y="1170603"/>
                  </a:lnTo>
                  <a:lnTo>
                    <a:pt x="5850222" y="1108750"/>
                  </a:lnTo>
                  <a:lnTo>
                    <a:pt x="5815103" y="1050770"/>
                  </a:lnTo>
                  <a:lnTo>
                    <a:pt x="5784835" y="1004255"/>
                  </a:lnTo>
                  <a:lnTo>
                    <a:pt x="5737193" y="937699"/>
                  </a:lnTo>
                  <a:lnTo>
                    <a:pt x="5687997" y="877646"/>
                  </a:lnTo>
                  <a:lnTo>
                    <a:pt x="5636525" y="823783"/>
                  </a:lnTo>
                  <a:lnTo>
                    <a:pt x="5581967" y="775569"/>
                  </a:lnTo>
                  <a:lnTo>
                    <a:pt x="5523494" y="732389"/>
                  </a:lnTo>
                  <a:lnTo>
                    <a:pt x="5460320" y="693640"/>
                  </a:lnTo>
                  <a:lnTo>
                    <a:pt x="5391788" y="658785"/>
                  </a:lnTo>
                  <a:lnTo>
                    <a:pt x="5317475" y="627382"/>
                  </a:lnTo>
                  <a:lnTo>
                    <a:pt x="5237334" y="599097"/>
                  </a:lnTo>
                  <a:lnTo>
                    <a:pt x="5151864" y="573711"/>
                  </a:lnTo>
                  <a:lnTo>
                    <a:pt x="5062294" y="551117"/>
                  </a:lnTo>
                  <a:lnTo>
                    <a:pt x="4970722" y="531302"/>
                  </a:lnTo>
                  <a:lnTo>
                    <a:pt x="4880139" y="514317"/>
                  </a:lnTo>
                  <a:lnTo>
                    <a:pt x="4794254" y="500227"/>
                  </a:lnTo>
                  <a:lnTo>
                    <a:pt x="4717067" y="489049"/>
                  </a:lnTo>
                  <a:lnTo>
                    <a:pt x="4652215" y="480696"/>
                  </a:lnTo>
                  <a:lnTo>
                    <a:pt x="4602232" y="474933"/>
                  </a:lnTo>
                  <a:lnTo>
                    <a:pt x="4567956" y="471377"/>
                  </a:lnTo>
                  <a:lnTo>
                    <a:pt x="4548239" y="469529"/>
                  </a:lnTo>
                  <a:lnTo>
                    <a:pt x="4540011" y="468829"/>
                  </a:lnTo>
                  <a:lnTo>
                    <a:pt x="4538543" y="468715"/>
                  </a:lnTo>
                  <a:lnTo>
                    <a:pt x="4016409" y="468715"/>
                  </a:lnTo>
                  <a:lnTo>
                    <a:pt x="4015143" y="468700"/>
                  </a:lnTo>
                  <a:lnTo>
                    <a:pt x="4006865" y="468598"/>
                  </a:lnTo>
                  <a:lnTo>
                    <a:pt x="3986169" y="468314"/>
                  </a:lnTo>
                  <a:lnTo>
                    <a:pt x="3949603" y="467758"/>
                  </a:lnTo>
                  <a:lnTo>
                    <a:pt x="3895986" y="466847"/>
                  </a:lnTo>
                  <a:lnTo>
                    <a:pt x="3826461" y="465520"/>
                  </a:lnTo>
                  <a:lnTo>
                    <a:pt x="3744109" y="463741"/>
                  </a:lnTo>
                  <a:lnTo>
                    <a:pt x="3653172" y="461501"/>
                  </a:lnTo>
                  <a:lnTo>
                    <a:pt x="3558154" y="458805"/>
                  </a:lnTo>
                  <a:lnTo>
                    <a:pt x="3463072" y="455663"/>
                  </a:lnTo>
                  <a:lnTo>
                    <a:pt x="3371011" y="452081"/>
                  </a:lnTo>
                  <a:lnTo>
                    <a:pt x="3283992" y="448053"/>
                  </a:lnTo>
                  <a:lnTo>
                    <a:pt x="3203064" y="443553"/>
                  </a:lnTo>
                  <a:lnTo>
                    <a:pt x="3128502" y="438536"/>
                  </a:lnTo>
                  <a:lnTo>
                    <a:pt x="3060032" y="432941"/>
                  </a:lnTo>
                  <a:lnTo>
                    <a:pt x="2997020" y="426684"/>
                  </a:lnTo>
                  <a:lnTo>
                    <a:pt x="2938629" y="419670"/>
                  </a:lnTo>
                  <a:lnTo>
                    <a:pt x="2883931" y="411797"/>
                  </a:lnTo>
                  <a:lnTo>
                    <a:pt x="2831995" y="402970"/>
                  </a:lnTo>
                  <a:lnTo>
                    <a:pt x="2781963" y="393122"/>
                  </a:lnTo>
                  <a:lnTo>
                    <a:pt x="2770117" y="390596"/>
                  </a:lnTo>
                  <a:lnTo>
                    <a:pt x="2717094" y="378401"/>
                  </a:lnTo>
                  <a:lnTo>
                    <a:pt x="2664584" y="364943"/>
                  </a:lnTo>
                  <a:lnTo>
                    <a:pt x="2612033" y="350203"/>
                  </a:lnTo>
                  <a:lnTo>
                    <a:pt x="2559065" y="334210"/>
                  </a:lnTo>
                  <a:lnTo>
                    <a:pt x="2505463" y="317039"/>
                  </a:lnTo>
                  <a:lnTo>
                    <a:pt x="2451147" y="298822"/>
                  </a:lnTo>
                  <a:lnTo>
                    <a:pt x="2396156" y="279743"/>
                  </a:lnTo>
                  <a:lnTo>
                    <a:pt x="2340627" y="260030"/>
                  </a:lnTo>
                  <a:lnTo>
                    <a:pt x="2284773" y="239949"/>
                  </a:lnTo>
                  <a:lnTo>
                    <a:pt x="2228845" y="219786"/>
                  </a:lnTo>
                  <a:lnTo>
                    <a:pt x="2173106" y="199834"/>
                  </a:lnTo>
                  <a:lnTo>
                    <a:pt x="2117795" y="180373"/>
                  </a:lnTo>
                  <a:lnTo>
                    <a:pt x="2063093" y="161652"/>
                  </a:lnTo>
                  <a:lnTo>
                    <a:pt x="2009097" y="143882"/>
                  </a:lnTo>
                  <a:lnTo>
                    <a:pt x="1955796" y="127223"/>
                  </a:lnTo>
                  <a:lnTo>
                    <a:pt x="1903049" y="111782"/>
                  </a:lnTo>
                  <a:lnTo>
                    <a:pt x="1850572" y="97613"/>
                  </a:lnTo>
                  <a:lnTo>
                    <a:pt x="1797914" y="84723"/>
                  </a:lnTo>
                  <a:lnTo>
                    <a:pt x="1768425" y="78119"/>
                  </a:lnTo>
                  <a:lnTo>
                    <a:pt x="1718740" y="68021"/>
                  </a:lnTo>
                  <a:lnTo>
                    <a:pt x="1667337" y="58952"/>
                  </a:lnTo>
                  <a:lnTo>
                    <a:pt x="1613388" y="50858"/>
                  </a:lnTo>
                  <a:lnTo>
                    <a:pt x="1555973" y="43647"/>
                  </a:lnTo>
                  <a:lnTo>
                    <a:pt x="1494155" y="37217"/>
                  </a:lnTo>
                  <a:lnTo>
                    <a:pt x="1427066" y="31470"/>
                  </a:lnTo>
                  <a:lnTo>
                    <a:pt x="1354014" y="26320"/>
                  </a:lnTo>
                  <a:lnTo>
                    <a:pt x="1274618" y="21701"/>
                  </a:lnTo>
                  <a:lnTo>
                    <a:pt x="1189003" y="17562"/>
                  </a:lnTo>
                  <a:lnTo>
                    <a:pt x="1098011" y="13874"/>
                  </a:lnTo>
                  <a:lnTo>
                    <a:pt x="1003415" y="10626"/>
                  </a:lnTo>
                  <a:lnTo>
                    <a:pt x="908044" y="7821"/>
                  </a:lnTo>
                  <a:lnTo>
                    <a:pt x="815720" y="5470"/>
                  </a:lnTo>
                  <a:lnTo>
                    <a:pt x="730888" y="3581"/>
                  </a:lnTo>
                  <a:lnTo>
                    <a:pt x="657934" y="2147"/>
                  </a:lnTo>
                  <a:lnTo>
                    <a:pt x="600298" y="1141"/>
                  </a:lnTo>
                  <a:lnTo>
                    <a:pt x="559644" y="505"/>
                  </a:lnTo>
                  <a:lnTo>
                    <a:pt x="535360" y="164"/>
                  </a:lnTo>
                  <a:lnTo>
                    <a:pt x="524518" y="27"/>
                  </a:lnTo>
                  <a:lnTo>
                    <a:pt x="5221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372" name="pl372"/>
            <p:cNvSpPr/>
            <p:nvPr/>
          </p:nvSpPr>
          <p:spPr>
            <a:xfrm>
              <a:off x="386606" y="891892"/>
              <a:ext cx="8554953" cy="3681955"/>
            </a:xfrm>
            <a:custGeom>
              <a:avLst/>
              <a:pathLst>
                <a:path w="8554953" h="3681955">
                  <a:moveTo>
                    <a:pt x="0" y="0"/>
                  </a:moveTo>
                  <a:lnTo>
                    <a:pt x="522133" y="0"/>
                  </a:lnTo>
                  <a:lnTo>
                    <a:pt x="523399" y="14"/>
                  </a:lnTo>
                  <a:lnTo>
                    <a:pt x="531677" y="116"/>
                  </a:lnTo>
                  <a:lnTo>
                    <a:pt x="552373" y="400"/>
                  </a:lnTo>
                  <a:lnTo>
                    <a:pt x="588939" y="956"/>
                  </a:lnTo>
                  <a:lnTo>
                    <a:pt x="642556" y="1867"/>
                  </a:lnTo>
                  <a:lnTo>
                    <a:pt x="712081" y="3195"/>
                  </a:lnTo>
                  <a:lnTo>
                    <a:pt x="794433" y="4973"/>
                  </a:lnTo>
                  <a:lnTo>
                    <a:pt x="885370" y="7213"/>
                  </a:lnTo>
                  <a:lnTo>
                    <a:pt x="980388" y="9909"/>
                  </a:lnTo>
                  <a:lnTo>
                    <a:pt x="1075470" y="13051"/>
                  </a:lnTo>
                  <a:lnTo>
                    <a:pt x="1167532" y="16633"/>
                  </a:lnTo>
                  <a:lnTo>
                    <a:pt x="1254551" y="20661"/>
                  </a:lnTo>
                  <a:lnTo>
                    <a:pt x="1335479" y="25162"/>
                  </a:lnTo>
                  <a:lnTo>
                    <a:pt x="1410040" y="30178"/>
                  </a:lnTo>
                  <a:lnTo>
                    <a:pt x="1478510" y="35774"/>
                  </a:lnTo>
                  <a:lnTo>
                    <a:pt x="1541523" y="42031"/>
                  </a:lnTo>
                  <a:lnTo>
                    <a:pt x="1599914" y="49045"/>
                  </a:lnTo>
                  <a:lnTo>
                    <a:pt x="1654611" y="56917"/>
                  </a:lnTo>
                  <a:lnTo>
                    <a:pt x="1706547" y="65744"/>
                  </a:lnTo>
                  <a:lnTo>
                    <a:pt x="1756579" y="75592"/>
                  </a:lnTo>
                  <a:lnTo>
                    <a:pt x="1768425" y="78119"/>
                  </a:lnTo>
                  <a:lnTo>
                    <a:pt x="1821448" y="90313"/>
                  </a:lnTo>
                  <a:lnTo>
                    <a:pt x="1873958" y="103771"/>
                  </a:lnTo>
                  <a:lnTo>
                    <a:pt x="1926510" y="118511"/>
                  </a:lnTo>
                  <a:lnTo>
                    <a:pt x="1979477" y="134505"/>
                  </a:lnTo>
                  <a:lnTo>
                    <a:pt x="2033079" y="151675"/>
                  </a:lnTo>
                  <a:lnTo>
                    <a:pt x="2087396" y="169892"/>
                  </a:lnTo>
                  <a:lnTo>
                    <a:pt x="2142387" y="188971"/>
                  </a:lnTo>
                  <a:lnTo>
                    <a:pt x="2197915" y="208684"/>
                  </a:lnTo>
                  <a:lnTo>
                    <a:pt x="2253769" y="228766"/>
                  </a:lnTo>
                  <a:lnTo>
                    <a:pt x="2309697" y="248928"/>
                  </a:lnTo>
                  <a:lnTo>
                    <a:pt x="2365436" y="268880"/>
                  </a:lnTo>
                  <a:lnTo>
                    <a:pt x="2420747" y="288341"/>
                  </a:lnTo>
                  <a:lnTo>
                    <a:pt x="2475449" y="307062"/>
                  </a:lnTo>
                  <a:lnTo>
                    <a:pt x="2529445" y="324832"/>
                  </a:lnTo>
                  <a:lnTo>
                    <a:pt x="2582746" y="341491"/>
                  </a:lnTo>
                  <a:lnTo>
                    <a:pt x="2635493" y="356932"/>
                  </a:lnTo>
                  <a:lnTo>
                    <a:pt x="2687970" y="371101"/>
                  </a:lnTo>
                  <a:lnTo>
                    <a:pt x="2740628" y="383991"/>
                  </a:lnTo>
                  <a:lnTo>
                    <a:pt x="2770117" y="390596"/>
                  </a:lnTo>
                  <a:lnTo>
                    <a:pt x="2819802" y="400693"/>
                  </a:lnTo>
                  <a:lnTo>
                    <a:pt x="2871205" y="409762"/>
                  </a:lnTo>
                  <a:lnTo>
                    <a:pt x="2925154" y="417856"/>
                  </a:lnTo>
                  <a:lnTo>
                    <a:pt x="2982569" y="425067"/>
                  </a:lnTo>
                  <a:lnTo>
                    <a:pt x="3044387" y="431498"/>
                  </a:lnTo>
                  <a:lnTo>
                    <a:pt x="3111476" y="437245"/>
                  </a:lnTo>
                  <a:lnTo>
                    <a:pt x="3184528" y="442394"/>
                  </a:lnTo>
                  <a:lnTo>
                    <a:pt x="3263924" y="447013"/>
                  </a:lnTo>
                  <a:lnTo>
                    <a:pt x="3349539" y="451153"/>
                  </a:lnTo>
                  <a:lnTo>
                    <a:pt x="3440531" y="454841"/>
                  </a:lnTo>
                  <a:lnTo>
                    <a:pt x="3535128" y="458089"/>
                  </a:lnTo>
                  <a:lnTo>
                    <a:pt x="3630498" y="460893"/>
                  </a:lnTo>
                  <a:lnTo>
                    <a:pt x="3722822" y="463244"/>
                  </a:lnTo>
                  <a:lnTo>
                    <a:pt x="3807654" y="465133"/>
                  </a:lnTo>
                  <a:lnTo>
                    <a:pt x="3880608" y="466567"/>
                  </a:lnTo>
                  <a:lnTo>
                    <a:pt x="3938244" y="467574"/>
                  </a:lnTo>
                  <a:lnTo>
                    <a:pt x="3978898" y="468209"/>
                  </a:lnTo>
                  <a:lnTo>
                    <a:pt x="4003182" y="468550"/>
                  </a:lnTo>
                  <a:lnTo>
                    <a:pt x="4014024" y="468687"/>
                  </a:lnTo>
                  <a:lnTo>
                    <a:pt x="4016391" y="468715"/>
                  </a:lnTo>
                  <a:lnTo>
                    <a:pt x="4016409" y="468715"/>
                  </a:lnTo>
                  <a:lnTo>
                    <a:pt x="4538543" y="468715"/>
                  </a:lnTo>
                  <a:lnTo>
                    <a:pt x="4539664" y="468802"/>
                  </a:lnTo>
                  <a:lnTo>
                    <a:pt x="4547014" y="469421"/>
                  </a:lnTo>
                  <a:lnTo>
                    <a:pt x="4565467" y="471134"/>
                  </a:lnTo>
                  <a:lnTo>
                    <a:pt x="4598264" y="474503"/>
                  </a:lnTo>
                  <a:lnTo>
                    <a:pt x="4646745" y="480035"/>
                  </a:lnTo>
                  <a:lnTo>
                    <a:pt x="4710257" y="488127"/>
                  </a:lnTo>
                  <a:lnTo>
                    <a:pt x="4786406" y="499028"/>
                  </a:lnTo>
                  <a:lnTo>
                    <a:pt x="4871629" y="512839"/>
                  </a:lnTo>
                  <a:lnTo>
                    <a:pt x="4961931" y="529548"/>
                  </a:lnTo>
                  <a:lnTo>
                    <a:pt x="5053551" y="549094"/>
                  </a:lnTo>
                  <a:lnTo>
                    <a:pt x="5143418" y="571422"/>
                  </a:lnTo>
                  <a:lnTo>
                    <a:pt x="5229348" y="596537"/>
                  </a:lnTo>
                  <a:lnTo>
                    <a:pt x="5310033" y="624536"/>
                  </a:lnTo>
                  <a:lnTo>
                    <a:pt x="5384911" y="655627"/>
                  </a:lnTo>
                  <a:lnTo>
                    <a:pt x="5453984" y="690133"/>
                  </a:lnTo>
                  <a:lnTo>
                    <a:pt x="5517646" y="728486"/>
                  </a:lnTo>
                  <a:lnTo>
                    <a:pt x="5576538" y="771216"/>
                  </a:lnTo>
                  <a:lnTo>
                    <a:pt x="5631435" y="818919"/>
                  </a:lnTo>
                  <a:lnTo>
                    <a:pt x="5683168" y="872215"/>
                  </a:lnTo>
                  <a:lnTo>
                    <a:pt x="5732549" y="931655"/>
                  </a:lnTo>
                  <a:lnTo>
                    <a:pt x="5780312" y="997584"/>
                  </a:lnTo>
                  <a:lnTo>
                    <a:pt x="5784835" y="1004255"/>
                  </a:lnTo>
                  <a:lnTo>
                    <a:pt x="5820245" y="1058992"/>
                  </a:lnTo>
                  <a:lnTo>
                    <a:pt x="5855329" y="1117533"/>
                  </a:lnTo>
                  <a:lnTo>
                    <a:pt x="5890282" y="1179955"/>
                  </a:lnTo>
                  <a:lnTo>
                    <a:pt x="5925256" y="1246282"/>
                  </a:lnTo>
                  <a:lnTo>
                    <a:pt x="5960371" y="1316476"/>
                  </a:lnTo>
                  <a:lnTo>
                    <a:pt x="5995713" y="1390432"/>
                  </a:lnTo>
                  <a:lnTo>
                    <a:pt x="6031339" y="1467976"/>
                  </a:lnTo>
                  <a:lnTo>
                    <a:pt x="6067278" y="1548861"/>
                  </a:lnTo>
                  <a:lnTo>
                    <a:pt x="6103537" y="1632769"/>
                  </a:lnTo>
                  <a:lnTo>
                    <a:pt x="6140097" y="1719312"/>
                  </a:lnTo>
                  <a:lnTo>
                    <a:pt x="6176923" y="1808038"/>
                  </a:lnTo>
                  <a:lnTo>
                    <a:pt x="6213960" y="1898442"/>
                  </a:lnTo>
                  <a:lnTo>
                    <a:pt x="6251144" y="1989975"/>
                  </a:lnTo>
                  <a:lnTo>
                    <a:pt x="6288400" y="2082059"/>
                  </a:lnTo>
                  <a:lnTo>
                    <a:pt x="6325650" y="2174098"/>
                  </a:lnTo>
                  <a:lnTo>
                    <a:pt x="6362817" y="2265502"/>
                  </a:lnTo>
                  <a:lnTo>
                    <a:pt x="6399827" y="2355695"/>
                  </a:lnTo>
                  <a:lnTo>
                    <a:pt x="6436617" y="2444133"/>
                  </a:lnTo>
                  <a:lnTo>
                    <a:pt x="6473135" y="2530318"/>
                  </a:lnTo>
                  <a:lnTo>
                    <a:pt x="6509347" y="2613807"/>
                  </a:lnTo>
                  <a:lnTo>
                    <a:pt x="6545240" y="2694223"/>
                  </a:lnTo>
                  <a:lnTo>
                    <a:pt x="6580822" y="2771257"/>
                  </a:lnTo>
                  <a:lnTo>
                    <a:pt x="6616127" y="2844674"/>
                  </a:lnTo>
                  <a:lnTo>
                    <a:pt x="6651215" y="2914308"/>
                  </a:lnTo>
                  <a:lnTo>
                    <a:pt x="6686178" y="2980066"/>
                  </a:lnTo>
                  <a:lnTo>
                    <a:pt x="6721139" y="3041920"/>
                  </a:lnTo>
                  <a:lnTo>
                    <a:pt x="6756258" y="3099899"/>
                  </a:lnTo>
                  <a:lnTo>
                    <a:pt x="6786527" y="3146415"/>
                  </a:lnTo>
                  <a:lnTo>
                    <a:pt x="6834169" y="3212971"/>
                  </a:lnTo>
                  <a:lnTo>
                    <a:pt x="6883365" y="3273024"/>
                  </a:lnTo>
                  <a:lnTo>
                    <a:pt x="6934837" y="3326887"/>
                  </a:lnTo>
                  <a:lnTo>
                    <a:pt x="6989395" y="3375101"/>
                  </a:lnTo>
                  <a:lnTo>
                    <a:pt x="7047868" y="3418281"/>
                  </a:lnTo>
                  <a:lnTo>
                    <a:pt x="7111042" y="3457030"/>
                  </a:lnTo>
                  <a:lnTo>
                    <a:pt x="7179574" y="3491885"/>
                  </a:lnTo>
                  <a:lnTo>
                    <a:pt x="7253887" y="3523288"/>
                  </a:lnTo>
                  <a:lnTo>
                    <a:pt x="7334028" y="3551573"/>
                  </a:lnTo>
                  <a:lnTo>
                    <a:pt x="7419498" y="3576959"/>
                  </a:lnTo>
                  <a:lnTo>
                    <a:pt x="7509068" y="3599553"/>
                  </a:lnTo>
                  <a:lnTo>
                    <a:pt x="7600640" y="3619367"/>
                  </a:lnTo>
                  <a:lnTo>
                    <a:pt x="7691223" y="3636352"/>
                  </a:lnTo>
                  <a:lnTo>
                    <a:pt x="7777108" y="3650443"/>
                  </a:lnTo>
                  <a:lnTo>
                    <a:pt x="7854294" y="3661621"/>
                  </a:lnTo>
                  <a:lnTo>
                    <a:pt x="7919147" y="3669974"/>
                  </a:lnTo>
                  <a:lnTo>
                    <a:pt x="7969130" y="3675737"/>
                  </a:lnTo>
                  <a:lnTo>
                    <a:pt x="8003405" y="3679292"/>
                  </a:lnTo>
                  <a:lnTo>
                    <a:pt x="8023123" y="3681141"/>
                  </a:lnTo>
                  <a:lnTo>
                    <a:pt x="8031351" y="3681841"/>
                  </a:lnTo>
                  <a:lnTo>
                    <a:pt x="8032818" y="3681955"/>
                  </a:lnTo>
                  <a:lnTo>
                    <a:pt x="8032819" y="3681955"/>
                  </a:lnTo>
                  <a:lnTo>
                    <a:pt x="8554953" y="3681955"/>
                  </a:lnTo>
                  <a:lnTo>
                    <a:pt x="8554953" y="3681955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373" name="pl373"/>
            <p:cNvSpPr/>
            <p:nvPr/>
          </p:nvSpPr>
          <p:spPr>
            <a:xfrm>
              <a:off x="386606" y="869303"/>
              <a:ext cx="8554953" cy="3681955"/>
            </a:xfrm>
            <a:custGeom>
              <a:avLst/>
              <a:pathLst>
                <a:path w="8554953" h="3681955">
                  <a:moveTo>
                    <a:pt x="8554953" y="3681955"/>
                  </a:moveTo>
                  <a:lnTo>
                    <a:pt x="8032819" y="3681955"/>
                  </a:lnTo>
                  <a:lnTo>
                    <a:pt x="8031698" y="3681868"/>
                  </a:lnTo>
                  <a:lnTo>
                    <a:pt x="8024348" y="3681249"/>
                  </a:lnTo>
                  <a:lnTo>
                    <a:pt x="8005895" y="3679535"/>
                  </a:lnTo>
                  <a:lnTo>
                    <a:pt x="7973098" y="3676167"/>
                  </a:lnTo>
                  <a:lnTo>
                    <a:pt x="7924617" y="3670635"/>
                  </a:lnTo>
                  <a:lnTo>
                    <a:pt x="7861105" y="3662542"/>
                  </a:lnTo>
                  <a:lnTo>
                    <a:pt x="7784956" y="3651642"/>
                  </a:lnTo>
                  <a:lnTo>
                    <a:pt x="7699733" y="3637831"/>
                  </a:lnTo>
                  <a:lnTo>
                    <a:pt x="7609431" y="3621121"/>
                  </a:lnTo>
                  <a:lnTo>
                    <a:pt x="7517811" y="3601575"/>
                  </a:lnTo>
                  <a:lnTo>
                    <a:pt x="7427944" y="3579248"/>
                  </a:lnTo>
                  <a:lnTo>
                    <a:pt x="7342014" y="3554133"/>
                  </a:lnTo>
                  <a:lnTo>
                    <a:pt x="7261329" y="3526134"/>
                  </a:lnTo>
                  <a:lnTo>
                    <a:pt x="7186451" y="3495043"/>
                  </a:lnTo>
                  <a:lnTo>
                    <a:pt x="7117378" y="3460537"/>
                  </a:lnTo>
                  <a:lnTo>
                    <a:pt x="7053716" y="3422183"/>
                  </a:lnTo>
                  <a:lnTo>
                    <a:pt x="6994824" y="3379454"/>
                  </a:lnTo>
                  <a:lnTo>
                    <a:pt x="6939927" y="3331750"/>
                  </a:lnTo>
                  <a:lnTo>
                    <a:pt x="6888194" y="3278455"/>
                  </a:lnTo>
                  <a:lnTo>
                    <a:pt x="6838813" y="3219015"/>
                  </a:lnTo>
                  <a:lnTo>
                    <a:pt x="6791050" y="3153086"/>
                  </a:lnTo>
                  <a:lnTo>
                    <a:pt x="6786527" y="3146415"/>
                  </a:lnTo>
                  <a:lnTo>
                    <a:pt x="6751117" y="3091678"/>
                  </a:lnTo>
                  <a:lnTo>
                    <a:pt x="6716033" y="3033137"/>
                  </a:lnTo>
                  <a:lnTo>
                    <a:pt x="6681080" y="2970715"/>
                  </a:lnTo>
                  <a:lnTo>
                    <a:pt x="6646106" y="2904388"/>
                  </a:lnTo>
                  <a:lnTo>
                    <a:pt x="6610991" y="2834194"/>
                  </a:lnTo>
                  <a:lnTo>
                    <a:pt x="6575649" y="2760238"/>
                  </a:lnTo>
                  <a:lnTo>
                    <a:pt x="6540023" y="2682694"/>
                  </a:lnTo>
                  <a:lnTo>
                    <a:pt x="6504083" y="2601808"/>
                  </a:lnTo>
                  <a:lnTo>
                    <a:pt x="6467825" y="2517901"/>
                  </a:lnTo>
                  <a:lnTo>
                    <a:pt x="6431265" y="2431358"/>
                  </a:lnTo>
                  <a:lnTo>
                    <a:pt x="6394439" y="2342632"/>
                  </a:lnTo>
                  <a:lnTo>
                    <a:pt x="6357402" y="2252227"/>
                  </a:lnTo>
                  <a:lnTo>
                    <a:pt x="6320218" y="2160694"/>
                  </a:lnTo>
                  <a:lnTo>
                    <a:pt x="6282962" y="2068611"/>
                  </a:lnTo>
                  <a:lnTo>
                    <a:pt x="6245712" y="1976571"/>
                  </a:lnTo>
                  <a:lnTo>
                    <a:pt x="6208545" y="1885167"/>
                  </a:lnTo>
                  <a:lnTo>
                    <a:pt x="6171535" y="1794975"/>
                  </a:lnTo>
                  <a:lnTo>
                    <a:pt x="6134745" y="1706537"/>
                  </a:lnTo>
                  <a:lnTo>
                    <a:pt x="6098227" y="1620352"/>
                  </a:lnTo>
                  <a:lnTo>
                    <a:pt x="6062014" y="1536863"/>
                  </a:lnTo>
                  <a:lnTo>
                    <a:pt x="6026121" y="1456447"/>
                  </a:lnTo>
                  <a:lnTo>
                    <a:pt x="5990540" y="1379412"/>
                  </a:lnTo>
                  <a:lnTo>
                    <a:pt x="5955235" y="1305996"/>
                  </a:lnTo>
                  <a:lnTo>
                    <a:pt x="5920147" y="1236362"/>
                  </a:lnTo>
                  <a:lnTo>
                    <a:pt x="5885184" y="1170603"/>
                  </a:lnTo>
                  <a:lnTo>
                    <a:pt x="5850222" y="1108750"/>
                  </a:lnTo>
                  <a:lnTo>
                    <a:pt x="5815103" y="1050770"/>
                  </a:lnTo>
                  <a:lnTo>
                    <a:pt x="5784835" y="1004255"/>
                  </a:lnTo>
                  <a:lnTo>
                    <a:pt x="5737193" y="937699"/>
                  </a:lnTo>
                  <a:lnTo>
                    <a:pt x="5687997" y="877646"/>
                  </a:lnTo>
                  <a:lnTo>
                    <a:pt x="5636525" y="823783"/>
                  </a:lnTo>
                  <a:lnTo>
                    <a:pt x="5581967" y="775569"/>
                  </a:lnTo>
                  <a:lnTo>
                    <a:pt x="5523494" y="732389"/>
                  </a:lnTo>
                  <a:lnTo>
                    <a:pt x="5460320" y="693640"/>
                  </a:lnTo>
                  <a:lnTo>
                    <a:pt x="5391788" y="658785"/>
                  </a:lnTo>
                  <a:lnTo>
                    <a:pt x="5317475" y="627382"/>
                  </a:lnTo>
                  <a:lnTo>
                    <a:pt x="5237334" y="599097"/>
                  </a:lnTo>
                  <a:lnTo>
                    <a:pt x="5151864" y="573711"/>
                  </a:lnTo>
                  <a:lnTo>
                    <a:pt x="5062294" y="551117"/>
                  </a:lnTo>
                  <a:lnTo>
                    <a:pt x="4970722" y="531302"/>
                  </a:lnTo>
                  <a:lnTo>
                    <a:pt x="4880139" y="514317"/>
                  </a:lnTo>
                  <a:lnTo>
                    <a:pt x="4794254" y="500227"/>
                  </a:lnTo>
                  <a:lnTo>
                    <a:pt x="4717067" y="489049"/>
                  </a:lnTo>
                  <a:lnTo>
                    <a:pt x="4652215" y="480696"/>
                  </a:lnTo>
                  <a:lnTo>
                    <a:pt x="4602232" y="474933"/>
                  </a:lnTo>
                  <a:lnTo>
                    <a:pt x="4567956" y="471377"/>
                  </a:lnTo>
                  <a:lnTo>
                    <a:pt x="4548239" y="469529"/>
                  </a:lnTo>
                  <a:lnTo>
                    <a:pt x="4540011" y="468829"/>
                  </a:lnTo>
                  <a:lnTo>
                    <a:pt x="4538544" y="468715"/>
                  </a:lnTo>
                  <a:lnTo>
                    <a:pt x="4538543" y="468715"/>
                  </a:lnTo>
                  <a:lnTo>
                    <a:pt x="4016409" y="468715"/>
                  </a:lnTo>
                  <a:lnTo>
                    <a:pt x="4015143" y="468700"/>
                  </a:lnTo>
                  <a:lnTo>
                    <a:pt x="4006865" y="468598"/>
                  </a:lnTo>
                  <a:lnTo>
                    <a:pt x="3986169" y="468314"/>
                  </a:lnTo>
                  <a:lnTo>
                    <a:pt x="3949603" y="467758"/>
                  </a:lnTo>
                  <a:lnTo>
                    <a:pt x="3895986" y="466847"/>
                  </a:lnTo>
                  <a:lnTo>
                    <a:pt x="3826461" y="465520"/>
                  </a:lnTo>
                  <a:lnTo>
                    <a:pt x="3744109" y="463741"/>
                  </a:lnTo>
                  <a:lnTo>
                    <a:pt x="3653172" y="461501"/>
                  </a:lnTo>
                  <a:lnTo>
                    <a:pt x="3558154" y="458805"/>
                  </a:lnTo>
                  <a:lnTo>
                    <a:pt x="3463072" y="455663"/>
                  </a:lnTo>
                  <a:lnTo>
                    <a:pt x="3371011" y="452081"/>
                  </a:lnTo>
                  <a:lnTo>
                    <a:pt x="3283992" y="448053"/>
                  </a:lnTo>
                  <a:lnTo>
                    <a:pt x="3203064" y="443553"/>
                  </a:lnTo>
                  <a:lnTo>
                    <a:pt x="3128502" y="438536"/>
                  </a:lnTo>
                  <a:lnTo>
                    <a:pt x="3060032" y="432941"/>
                  </a:lnTo>
                  <a:lnTo>
                    <a:pt x="2997020" y="426684"/>
                  </a:lnTo>
                  <a:lnTo>
                    <a:pt x="2938629" y="419670"/>
                  </a:lnTo>
                  <a:lnTo>
                    <a:pt x="2883931" y="411797"/>
                  </a:lnTo>
                  <a:lnTo>
                    <a:pt x="2831995" y="402970"/>
                  </a:lnTo>
                  <a:lnTo>
                    <a:pt x="2781963" y="393122"/>
                  </a:lnTo>
                  <a:lnTo>
                    <a:pt x="2770117" y="390596"/>
                  </a:lnTo>
                  <a:lnTo>
                    <a:pt x="2717094" y="378401"/>
                  </a:lnTo>
                  <a:lnTo>
                    <a:pt x="2664584" y="364943"/>
                  </a:lnTo>
                  <a:lnTo>
                    <a:pt x="2612033" y="350203"/>
                  </a:lnTo>
                  <a:lnTo>
                    <a:pt x="2559065" y="334210"/>
                  </a:lnTo>
                  <a:lnTo>
                    <a:pt x="2505463" y="317039"/>
                  </a:lnTo>
                  <a:lnTo>
                    <a:pt x="2451147" y="298822"/>
                  </a:lnTo>
                  <a:lnTo>
                    <a:pt x="2396156" y="279743"/>
                  </a:lnTo>
                  <a:lnTo>
                    <a:pt x="2340627" y="260030"/>
                  </a:lnTo>
                  <a:lnTo>
                    <a:pt x="2284773" y="239949"/>
                  </a:lnTo>
                  <a:lnTo>
                    <a:pt x="2228845" y="219786"/>
                  </a:lnTo>
                  <a:lnTo>
                    <a:pt x="2173106" y="199834"/>
                  </a:lnTo>
                  <a:lnTo>
                    <a:pt x="2117795" y="180373"/>
                  </a:lnTo>
                  <a:lnTo>
                    <a:pt x="2063093" y="161652"/>
                  </a:lnTo>
                  <a:lnTo>
                    <a:pt x="2009097" y="143882"/>
                  </a:lnTo>
                  <a:lnTo>
                    <a:pt x="1955796" y="127223"/>
                  </a:lnTo>
                  <a:lnTo>
                    <a:pt x="1903049" y="111782"/>
                  </a:lnTo>
                  <a:lnTo>
                    <a:pt x="1850572" y="97613"/>
                  </a:lnTo>
                  <a:lnTo>
                    <a:pt x="1797914" y="84723"/>
                  </a:lnTo>
                  <a:lnTo>
                    <a:pt x="1768425" y="78119"/>
                  </a:lnTo>
                  <a:lnTo>
                    <a:pt x="1718740" y="68021"/>
                  </a:lnTo>
                  <a:lnTo>
                    <a:pt x="1667337" y="58952"/>
                  </a:lnTo>
                  <a:lnTo>
                    <a:pt x="1613388" y="50858"/>
                  </a:lnTo>
                  <a:lnTo>
                    <a:pt x="1555973" y="43647"/>
                  </a:lnTo>
                  <a:lnTo>
                    <a:pt x="1494155" y="37217"/>
                  </a:lnTo>
                  <a:lnTo>
                    <a:pt x="1427066" y="31470"/>
                  </a:lnTo>
                  <a:lnTo>
                    <a:pt x="1354014" y="26320"/>
                  </a:lnTo>
                  <a:lnTo>
                    <a:pt x="1274618" y="21701"/>
                  </a:lnTo>
                  <a:lnTo>
                    <a:pt x="1189003" y="17562"/>
                  </a:lnTo>
                  <a:lnTo>
                    <a:pt x="1098011" y="13874"/>
                  </a:lnTo>
                  <a:lnTo>
                    <a:pt x="1003415" y="10626"/>
                  </a:lnTo>
                  <a:lnTo>
                    <a:pt x="908044" y="7821"/>
                  </a:lnTo>
                  <a:lnTo>
                    <a:pt x="815720" y="5470"/>
                  </a:lnTo>
                  <a:lnTo>
                    <a:pt x="730888" y="3581"/>
                  </a:lnTo>
                  <a:lnTo>
                    <a:pt x="657934" y="2147"/>
                  </a:lnTo>
                  <a:lnTo>
                    <a:pt x="600298" y="1141"/>
                  </a:lnTo>
                  <a:lnTo>
                    <a:pt x="559644" y="505"/>
                  </a:lnTo>
                  <a:lnTo>
                    <a:pt x="535360" y="164"/>
                  </a:lnTo>
                  <a:lnTo>
                    <a:pt x="524518" y="27"/>
                  </a:lnTo>
                  <a:lnTo>
                    <a:pt x="522151" y="0"/>
                  </a:lnTo>
                  <a:lnTo>
                    <a:pt x="522133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374" name="pg374"/>
            <p:cNvSpPr/>
            <p:nvPr/>
          </p:nvSpPr>
          <p:spPr>
            <a:xfrm>
              <a:off x="386606" y="891892"/>
              <a:ext cx="8554953" cy="4026432"/>
            </a:xfrm>
            <a:custGeom>
              <a:avLst/>
              <a:pathLst>
                <a:path w="8554953" h="4026432">
                  <a:moveTo>
                    <a:pt x="0" y="22588"/>
                  </a:moveTo>
                  <a:lnTo>
                    <a:pt x="522133" y="22588"/>
                  </a:lnTo>
                  <a:lnTo>
                    <a:pt x="523399" y="22603"/>
                  </a:lnTo>
                  <a:lnTo>
                    <a:pt x="531676" y="22708"/>
                  </a:lnTo>
                  <a:lnTo>
                    <a:pt x="552369" y="22998"/>
                  </a:lnTo>
                  <a:lnTo>
                    <a:pt x="588930" y="23568"/>
                  </a:lnTo>
                  <a:lnTo>
                    <a:pt x="642542" y="24501"/>
                  </a:lnTo>
                  <a:lnTo>
                    <a:pt x="712059" y="25860"/>
                  </a:lnTo>
                  <a:lnTo>
                    <a:pt x="794404" y="27681"/>
                  </a:lnTo>
                  <a:lnTo>
                    <a:pt x="885335" y="29974"/>
                  </a:lnTo>
                  <a:lnTo>
                    <a:pt x="980347" y="32735"/>
                  </a:lnTo>
                  <a:lnTo>
                    <a:pt x="1075426" y="35953"/>
                  </a:lnTo>
                  <a:lnTo>
                    <a:pt x="1167484" y="39620"/>
                  </a:lnTo>
                  <a:lnTo>
                    <a:pt x="1254502" y="43746"/>
                  </a:lnTo>
                  <a:lnTo>
                    <a:pt x="1335430" y="48354"/>
                  </a:lnTo>
                  <a:lnTo>
                    <a:pt x="1409992" y="53490"/>
                  </a:lnTo>
                  <a:lnTo>
                    <a:pt x="1478463" y="59220"/>
                  </a:lnTo>
                  <a:lnTo>
                    <a:pt x="1541476" y="65627"/>
                  </a:lnTo>
                  <a:lnTo>
                    <a:pt x="1599868" y="72809"/>
                  </a:lnTo>
                  <a:lnTo>
                    <a:pt x="1654566" y="80870"/>
                  </a:lnTo>
                  <a:lnTo>
                    <a:pt x="1706501" y="89908"/>
                  </a:lnTo>
                  <a:lnTo>
                    <a:pt x="1756532" y="99992"/>
                  </a:lnTo>
                  <a:lnTo>
                    <a:pt x="1768425" y="102590"/>
                  </a:lnTo>
                  <a:lnTo>
                    <a:pt x="1821391" y="115064"/>
                  </a:lnTo>
                  <a:lnTo>
                    <a:pt x="1873845" y="128829"/>
                  </a:lnTo>
                  <a:lnTo>
                    <a:pt x="1926339" y="143904"/>
                  </a:lnTo>
                  <a:lnTo>
                    <a:pt x="1979248" y="160261"/>
                  </a:lnTo>
                  <a:lnTo>
                    <a:pt x="2032788" y="177821"/>
                  </a:lnTo>
                  <a:lnTo>
                    <a:pt x="2087042" y="196450"/>
                  </a:lnTo>
                  <a:lnTo>
                    <a:pt x="2141969" y="215963"/>
                  </a:lnTo>
                  <a:lnTo>
                    <a:pt x="2197434" y="236125"/>
                  </a:lnTo>
                  <a:lnTo>
                    <a:pt x="2253227" y="256666"/>
                  </a:lnTo>
                  <a:lnTo>
                    <a:pt x="2309095" y="277293"/>
                  </a:lnTo>
                  <a:lnTo>
                    <a:pt x="2364777" y="297708"/>
                  </a:lnTo>
                  <a:lnTo>
                    <a:pt x="2420035" y="317625"/>
                  </a:lnTo>
                  <a:lnTo>
                    <a:pt x="2474687" y="336787"/>
                  </a:lnTo>
                  <a:lnTo>
                    <a:pt x="2528635" y="354981"/>
                  </a:lnTo>
                  <a:lnTo>
                    <a:pt x="2581889" y="372042"/>
                  </a:lnTo>
                  <a:lnTo>
                    <a:pt x="2634586" y="387860"/>
                  </a:lnTo>
                  <a:lnTo>
                    <a:pt x="2687008" y="402378"/>
                  </a:lnTo>
                  <a:lnTo>
                    <a:pt x="2739600" y="415588"/>
                  </a:lnTo>
                  <a:lnTo>
                    <a:pt x="2770117" y="422596"/>
                  </a:lnTo>
                  <a:lnTo>
                    <a:pt x="2819799" y="432937"/>
                  </a:lnTo>
                  <a:lnTo>
                    <a:pt x="2871200" y="442223"/>
                  </a:lnTo>
                  <a:lnTo>
                    <a:pt x="2925146" y="450513"/>
                  </a:lnTo>
                  <a:lnTo>
                    <a:pt x="2982558" y="457897"/>
                  </a:lnTo>
                  <a:lnTo>
                    <a:pt x="3044372" y="464482"/>
                  </a:lnTo>
                  <a:lnTo>
                    <a:pt x="3111456" y="470368"/>
                  </a:lnTo>
                  <a:lnTo>
                    <a:pt x="3184503" y="475641"/>
                  </a:lnTo>
                  <a:lnTo>
                    <a:pt x="3263892" y="480372"/>
                  </a:lnTo>
                  <a:lnTo>
                    <a:pt x="3349501" y="484611"/>
                  </a:lnTo>
                  <a:lnTo>
                    <a:pt x="3440487" y="488388"/>
                  </a:lnTo>
                  <a:lnTo>
                    <a:pt x="3535077" y="491714"/>
                  </a:lnTo>
                  <a:lnTo>
                    <a:pt x="3630444" y="494586"/>
                  </a:lnTo>
                  <a:lnTo>
                    <a:pt x="3722766" y="496994"/>
                  </a:lnTo>
                  <a:lnTo>
                    <a:pt x="3807601" y="498929"/>
                  </a:lnTo>
                  <a:lnTo>
                    <a:pt x="3880561" y="500397"/>
                  </a:lnTo>
                  <a:lnTo>
                    <a:pt x="3938206" y="501429"/>
                  </a:lnTo>
                  <a:lnTo>
                    <a:pt x="3978872" y="502079"/>
                  </a:lnTo>
                  <a:lnTo>
                    <a:pt x="4003167" y="502429"/>
                  </a:lnTo>
                  <a:lnTo>
                    <a:pt x="4014019" y="502569"/>
                  </a:lnTo>
                  <a:lnTo>
                    <a:pt x="4016409" y="502598"/>
                  </a:lnTo>
                  <a:lnTo>
                    <a:pt x="4538543" y="502598"/>
                  </a:lnTo>
                  <a:lnTo>
                    <a:pt x="4539639" y="502691"/>
                  </a:lnTo>
                  <a:lnTo>
                    <a:pt x="4546826" y="503354"/>
                  </a:lnTo>
                  <a:lnTo>
                    <a:pt x="4564885" y="505189"/>
                  </a:lnTo>
                  <a:lnTo>
                    <a:pt x="4597014" y="508798"/>
                  </a:lnTo>
                  <a:lnTo>
                    <a:pt x="4644577" y="514728"/>
                  </a:lnTo>
                  <a:lnTo>
                    <a:pt x="4707002" y="523408"/>
                  </a:lnTo>
                  <a:lnTo>
                    <a:pt x="4782009" y="535112"/>
                  </a:lnTo>
                  <a:lnTo>
                    <a:pt x="4866160" y="549955"/>
                  </a:lnTo>
                  <a:lnTo>
                    <a:pt x="4955553" y="567933"/>
                  </a:lnTo>
                  <a:lnTo>
                    <a:pt x="5046484" y="588977"/>
                  </a:lnTo>
                  <a:lnTo>
                    <a:pt x="5135891" y="613029"/>
                  </a:lnTo>
                  <a:lnTo>
                    <a:pt x="5221568" y="640085"/>
                  </a:lnTo>
                  <a:lnTo>
                    <a:pt x="5302168" y="670241"/>
                  </a:lnTo>
                  <a:lnTo>
                    <a:pt x="5377076" y="703707"/>
                  </a:lnTo>
                  <a:lnTo>
                    <a:pt x="5446247" y="740816"/>
                  </a:lnTo>
                  <a:lnTo>
                    <a:pt x="5510030" y="782019"/>
                  </a:lnTo>
                  <a:lnTo>
                    <a:pt x="5569030" y="827872"/>
                  </a:lnTo>
                  <a:lnTo>
                    <a:pt x="5623991" y="879008"/>
                  </a:lnTo>
                  <a:lnTo>
                    <a:pt x="5675722" y="936090"/>
                  </a:lnTo>
                  <a:lnTo>
                    <a:pt x="5725023" y="999729"/>
                  </a:lnTo>
                  <a:lnTo>
                    <a:pt x="5772628" y="1070340"/>
                  </a:lnTo>
                  <a:lnTo>
                    <a:pt x="5784835" y="1089904"/>
                  </a:lnTo>
                  <a:lnTo>
                    <a:pt x="5818916" y="1147592"/>
                  </a:lnTo>
                  <a:lnTo>
                    <a:pt x="5852689" y="1209139"/>
                  </a:lnTo>
                  <a:lnTo>
                    <a:pt x="5886327" y="1274624"/>
                  </a:lnTo>
                  <a:lnTo>
                    <a:pt x="5919972" y="1344075"/>
                  </a:lnTo>
                  <a:lnTo>
                    <a:pt x="5953732" y="1417462"/>
                  </a:lnTo>
                  <a:lnTo>
                    <a:pt x="5987689" y="1494696"/>
                  </a:lnTo>
                  <a:lnTo>
                    <a:pt x="6021900" y="1575621"/>
                  </a:lnTo>
                  <a:lnTo>
                    <a:pt x="6056397" y="1660012"/>
                  </a:lnTo>
                  <a:lnTo>
                    <a:pt x="6091190" y="1747578"/>
                  </a:lnTo>
                  <a:lnTo>
                    <a:pt x="6126270" y="1837961"/>
                  </a:lnTo>
                  <a:lnTo>
                    <a:pt x="6161610" y="1930742"/>
                  </a:lnTo>
                  <a:lnTo>
                    <a:pt x="6197169" y="2025447"/>
                  </a:lnTo>
                  <a:lnTo>
                    <a:pt x="6232892" y="2121555"/>
                  </a:lnTo>
                  <a:lnTo>
                    <a:pt x="6268716" y="2218512"/>
                  </a:lnTo>
                  <a:lnTo>
                    <a:pt x="6304574" y="2315746"/>
                  </a:lnTo>
                  <a:lnTo>
                    <a:pt x="6340395" y="2412672"/>
                  </a:lnTo>
                  <a:lnTo>
                    <a:pt x="6376110" y="2508719"/>
                  </a:lnTo>
                  <a:lnTo>
                    <a:pt x="6411659" y="2603332"/>
                  </a:lnTo>
                  <a:lnTo>
                    <a:pt x="6446986" y="2695996"/>
                  </a:lnTo>
                  <a:lnTo>
                    <a:pt x="6482051" y="2786238"/>
                  </a:lnTo>
                  <a:lnTo>
                    <a:pt x="6516828" y="2873642"/>
                  </a:lnTo>
                  <a:lnTo>
                    <a:pt x="6551309" y="2957853"/>
                  </a:lnTo>
                  <a:lnTo>
                    <a:pt x="6585505" y="3038584"/>
                  </a:lnTo>
                  <a:lnTo>
                    <a:pt x="6619451" y="3115615"/>
                  </a:lnTo>
                  <a:lnTo>
                    <a:pt x="6653202" y="3188792"/>
                  </a:lnTo>
                  <a:lnTo>
                    <a:pt x="6686843" y="3258030"/>
                  </a:lnTo>
                  <a:lnTo>
                    <a:pt x="6720485" y="3323302"/>
                  </a:lnTo>
                  <a:lnTo>
                    <a:pt x="6754270" y="3384639"/>
                  </a:lnTo>
                  <a:lnTo>
                    <a:pt x="6786527" y="3439127"/>
                  </a:lnTo>
                  <a:lnTo>
                    <a:pt x="6833795" y="3511578"/>
                  </a:lnTo>
                  <a:lnTo>
                    <a:pt x="6882588" y="3577007"/>
                  </a:lnTo>
                  <a:lnTo>
                    <a:pt x="6933609" y="3635744"/>
                  </a:lnTo>
                  <a:lnTo>
                    <a:pt x="6987650" y="3688366"/>
                  </a:lnTo>
                  <a:lnTo>
                    <a:pt x="7045521" y="3735532"/>
                  </a:lnTo>
                  <a:lnTo>
                    <a:pt x="7107992" y="3777890"/>
                  </a:lnTo>
                  <a:lnTo>
                    <a:pt x="7175712" y="3816019"/>
                  </a:lnTo>
                  <a:lnTo>
                    <a:pt x="7249111" y="3850397"/>
                  </a:lnTo>
                  <a:lnTo>
                    <a:pt x="7328260" y="3881391"/>
                  </a:lnTo>
                  <a:lnTo>
                    <a:pt x="7412712" y="3909241"/>
                  </a:lnTo>
                  <a:lnTo>
                    <a:pt x="7501323" y="3934072"/>
                  </a:lnTo>
                  <a:lnTo>
                    <a:pt x="7592119" y="3955905"/>
                  </a:lnTo>
                  <a:lnTo>
                    <a:pt x="7682250" y="3974689"/>
                  </a:lnTo>
                  <a:lnTo>
                    <a:pt x="7768145" y="3990354"/>
                  </a:lnTo>
                  <a:lnTo>
                    <a:pt x="7845898" y="4002871"/>
                  </a:lnTo>
                  <a:lnTo>
                    <a:pt x="7911881" y="4012319"/>
                  </a:lnTo>
                  <a:lnTo>
                    <a:pt x="7963448" y="4018930"/>
                  </a:lnTo>
                  <a:lnTo>
                    <a:pt x="7999548" y="4023095"/>
                  </a:lnTo>
                  <a:lnTo>
                    <a:pt x="8021036" y="4025335"/>
                  </a:lnTo>
                  <a:lnTo>
                    <a:pt x="8030656" y="4026245"/>
                  </a:lnTo>
                  <a:lnTo>
                    <a:pt x="8032819" y="4026432"/>
                  </a:lnTo>
                  <a:lnTo>
                    <a:pt x="8554953" y="4026432"/>
                  </a:lnTo>
                  <a:lnTo>
                    <a:pt x="8554953" y="4003844"/>
                  </a:lnTo>
                  <a:lnTo>
                    <a:pt x="8032819" y="4003844"/>
                  </a:lnTo>
                  <a:lnTo>
                    <a:pt x="8031723" y="4003751"/>
                  </a:lnTo>
                  <a:lnTo>
                    <a:pt x="8024536" y="4003087"/>
                  </a:lnTo>
                  <a:lnTo>
                    <a:pt x="8006477" y="4001252"/>
                  </a:lnTo>
                  <a:lnTo>
                    <a:pt x="7974348" y="3997643"/>
                  </a:lnTo>
                  <a:lnTo>
                    <a:pt x="7926785" y="3991714"/>
                  </a:lnTo>
                  <a:lnTo>
                    <a:pt x="7864360" y="3983034"/>
                  </a:lnTo>
                  <a:lnTo>
                    <a:pt x="7789353" y="3971330"/>
                  </a:lnTo>
                  <a:lnTo>
                    <a:pt x="7705202" y="3956486"/>
                  </a:lnTo>
                  <a:lnTo>
                    <a:pt x="7615809" y="3938509"/>
                  </a:lnTo>
                  <a:lnTo>
                    <a:pt x="7524878" y="3917464"/>
                  </a:lnTo>
                  <a:lnTo>
                    <a:pt x="7435471" y="3893413"/>
                  </a:lnTo>
                  <a:lnTo>
                    <a:pt x="7349793" y="3866357"/>
                  </a:lnTo>
                  <a:lnTo>
                    <a:pt x="7269194" y="3836201"/>
                  </a:lnTo>
                  <a:lnTo>
                    <a:pt x="7194286" y="3802735"/>
                  </a:lnTo>
                  <a:lnTo>
                    <a:pt x="7125115" y="3765626"/>
                  </a:lnTo>
                  <a:lnTo>
                    <a:pt x="7061332" y="3724422"/>
                  </a:lnTo>
                  <a:lnTo>
                    <a:pt x="7002332" y="3678569"/>
                  </a:lnTo>
                  <a:lnTo>
                    <a:pt x="6947371" y="3627434"/>
                  </a:lnTo>
                  <a:lnTo>
                    <a:pt x="6895640" y="3570352"/>
                  </a:lnTo>
                  <a:lnTo>
                    <a:pt x="6846339" y="3506713"/>
                  </a:lnTo>
                  <a:lnTo>
                    <a:pt x="6798734" y="3436101"/>
                  </a:lnTo>
                  <a:lnTo>
                    <a:pt x="6786527" y="3416538"/>
                  </a:lnTo>
                  <a:lnTo>
                    <a:pt x="6752446" y="3358850"/>
                  </a:lnTo>
                  <a:lnTo>
                    <a:pt x="6718673" y="3297303"/>
                  </a:lnTo>
                  <a:lnTo>
                    <a:pt x="6685035" y="3231818"/>
                  </a:lnTo>
                  <a:lnTo>
                    <a:pt x="6651390" y="3162367"/>
                  </a:lnTo>
                  <a:lnTo>
                    <a:pt x="6617630" y="3088979"/>
                  </a:lnTo>
                  <a:lnTo>
                    <a:pt x="6583673" y="3011745"/>
                  </a:lnTo>
                  <a:lnTo>
                    <a:pt x="6549462" y="2930821"/>
                  </a:lnTo>
                  <a:lnTo>
                    <a:pt x="6514965" y="2846430"/>
                  </a:lnTo>
                  <a:lnTo>
                    <a:pt x="6480172" y="2758864"/>
                  </a:lnTo>
                  <a:lnTo>
                    <a:pt x="6445092" y="2668480"/>
                  </a:lnTo>
                  <a:lnTo>
                    <a:pt x="6409752" y="2575699"/>
                  </a:lnTo>
                  <a:lnTo>
                    <a:pt x="6374193" y="2480995"/>
                  </a:lnTo>
                  <a:lnTo>
                    <a:pt x="6338470" y="2384887"/>
                  </a:lnTo>
                  <a:lnTo>
                    <a:pt x="6302646" y="2287929"/>
                  </a:lnTo>
                  <a:lnTo>
                    <a:pt x="6266788" y="2190696"/>
                  </a:lnTo>
                  <a:lnTo>
                    <a:pt x="6230967" y="2093769"/>
                  </a:lnTo>
                  <a:lnTo>
                    <a:pt x="6195251" y="1997723"/>
                  </a:lnTo>
                  <a:lnTo>
                    <a:pt x="6159703" y="1903109"/>
                  </a:lnTo>
                  <a:lnTo>
                    <a:pt x="6124376" y="1810446"/>
                  </a:lnTo>
                  <a:lnTo>
                    <a:pt x="6089311" y="1720204"/>
                  </a:lnTo>
                  <a:lnTo>
                    <a:pt x="6054534" y="1632800"/>
                  </a:lnTo>
                  <a:lnTo>
                    <a:pt x="6020053" y="1548588"/>
                  </a:lnTo>
                  <a:lnTo>
                    <a:pt x="5985857" y="1467857"/>
                  </a:lnTo>
                  <a:lnTo>
                    <a:pt x="5951911" y="1390827"/>
                  </a:lnTo>
                  <a:lnTo>
                    <a:pt x="5918160" y="1317649"/>
                  </a:lnTo>
                  <a:lnTo>
                    <a:pt x="5884519" y="1248412"/>
                  </a:lnTo>
                  <a:lnTo>
                    <a:pt x="5850877" y="1183139"/>
                  </a:lnTo>
                  <a:lnTo>
                    <a:pt x="5817092" y="1121802"/>
                  </a:lnTo>
                  <a:lnTo>
                    <a:pt x="5784835" y="1067315"/>
                  </a:lnTo>
                  <a:lnTo>
                    <a:pt x="5737567" y="994863"/>
                  </a:lnTo>
                  <a:lnTo>
                    <a:pt x="5688774" y="929435"/>
                  </a:lnTo>
                  <a:lnTo>
                    <a:pt x="5637753" y="870698"/>
                  </a:lnTo>
                  <a:lnTo>
                    <a:pt x="5583712" y="818076"/>
                  </a:lnTo>
                  <a:lnTo>
                    <a:pt x="5525841" y="770909"/>
                  </a:lnTo>
                  <a:lnTo>
                    <a:pt x="5463370" y="728551"/>
                  </a:lnTo>
                  <a:lnTo>
                    <a:pt x="5395650" y="690423"/>
                  </a:lnTo>
                  <a:lnTo>
                    <a:pt x="5322251" y="656044"/>
                  </a:lnTo>
                  <a:lnTo>
                    <a:pt x="5243102" y="625051"/>
                  </a:lnTo>
                  <a:lnTo>
                    <a:pt x="5158650" y="597200"/>
                  </a:lnTo>
                  <a:lnTo>
                    <a:pt x="5070039" y="572369"/>
                  </a:lnTo>
                  <a:lnTo>
                    <a:pt x="4979243" y="550537"/>
                  </a:lnTo>
                  <a:lnTo>
                    <a:pt x="4889112" y="531752"/>
                  </a:lnTo>
                  <a:lnTo>
                    <a:pt x="4803217" y="516088"/>
                  </a:lnTo>
                  <a:lnTo>
                    <a:pt x="4725464" y="503571"/>
                  </a:lnTo>
                  <a:lnTo>
                    <a:pt x="4659481" y="494122"/>
                  </a:lnTo>
                  <a:lnTo>
                    <a:pt x="4607914" y="487511"/>
                  </a:lnTo>
                  <a:lnTo>
                    <a:pt x="4571814" y="483347"/>
                  </a:lnTo>
                  <a:lnTo>
                    <a:pt x="4550326" y="481106"/>
                  </a:lnTo>
                  <a:lnTo>
                    <a:pt x="4540706" y="480196"/>
                  </a:lnTo>
                  <a:lnTo>
                    <a:pt x="4538543" y="480009"/>
                  </a:lnTo>
                  <a:lnTo>
                    <a:pt x="4016409" y="480009"/>
                  </a:lnTo>
                  <a:lnTo>
                    <a:pt x="4015143" y="479994"/>
                  </a:lnTo>
                  <a:lnTo>
                    <a:pt x="4006867" y="479889"/>
                  </a:lnTo>
                  <a:lnTo>
                    <a:pt x="3986173" y="479599"/>
                  </a:lnTo>
                  <a:lnTo>
                    <a:pt x="3949612" y="479029"/>
                  </a:lnTo>
                  <a:lnTo>
                    <a:pt x="3896001" y="478096"/>
                  </a:lnTo>
                  <a:lnTo>
                    <a:pt x="3826483" y="476737"/>
                  </a:lnTo>
                  <a:lnTo>
                    <a:pt x="3744138" y="474917"/>
                  </a:lnTo>
                  <a:lnTo>
                    <a:pt x="3653208" y="472623"/>
                  </a:lnTo>
                  <a:lnTo>
                    <a:pt x="3558195" y="469862"/>
                  </a:lnTo>
                  <a:lnTo>
                    <a:pt x="3463117" y="466644"/>
                  </a:lnTo>
                  <a:lnTo>
                    <a:pt x="3371058" y="462977"/>
                  </a:lnTo>
                  <a:lnTo>
                    <a:pt x="3284040" y="458852"/>
                  </a:lnTo>
                  <a:lnTo>
                    <a:pt x="3203112" y="454244"/>
                  </a:lnTo>
                  <a:lnTo>
                    <a:pt x="3128550" y="449107"/>
                  </a:lnTo>
                  <a:lnTo>
                    <a:pt x="3060079" y="443377"/>
                  </a:lnTo>
                  <a:lnTo>
                    <a:pt x="2997066" y="436970"/>
                  </a:lnTo>
                  <a:lnTo>
                    <a:pt x="2938674" y="429788"/>
                  </a:lnTo>
                  <a:lnTo>
                    <a:pt x="2883977" y="421727"/>
                  </a:lnTo>
                  <a:lnTo>
                    <a:pt x="2832041" y="412689"/>
                  </a:lnTo>
                  <a:lnTo>
                    <a:pt x="2782011" y="402605"/>
                  </a:lnTo>
                  <a:lnTo>
                    <a:pt x="2770117" y="400007"/>
                  </a:lnTo>
                  <a:lnTo>
                    <a:pt x="2717151" y="387533"/>
                  </a:lnTo>
                  <a:lnTo>
                    <a:pt x="2664697" y="373768"/>
                  </a:lnTo>
                  <a:lnTo>
                    <a:pt x="2612203" y="358693"/>
                  </a:lnTo>
                  <a:lnTo>
                    <a:pt x="2559294" y="342336"/>
                  </a:lnTo>
                  <a:lnTo>
                    <a:pt x="2505754" y="324776"/>
                  </a:lnTo>
                  <a:lnTo>
                    <a:pt x="2451500" y="306147"/>
                  </a:lnTo>
                  <a:lnTo>
                    <a:pt x="2396573" y="286634"/>
                  </a:lnTo>
                  <a:lnTo>
                    <a:pt x="2341108" y="266472"/>
                  </a:lnTo>
                  <a:lnTo>
                    <a:pt x="2285316" y="245931"/>
                  </a:lnTo>
                  <a:lnTo>
                    <a:pt x="2229447" y="225304"/>
                  </a:lnTo>
                  <a:lnTo>
                    <a:pt x="2173765" y="204890"/>
                  </a:lnTo>
                  <a:lnTo>
                    <a:pt x="2118507" y="184973"/>
                  </a:lnTo>
                  <a:lnTo>
                    <a:pt x="2063855" y="165810"/>
                  </a:lnTo>
                  <a:lnTo>
                    <a:pt x="2009907" y="147616"/>
                  </a:lnTo>
                  <a:lnTo>
                    <a:pt x="1956653" y="130555"/>
                  </a:lnTo>
                  <a:lnTo>
                    <a:pt x="1903956" y="114738"/>
                  </a:lnTo>
                  <a:lnTo>
                    <a:pt x="1851534" y="100220"/>
                  </a:lnTo>
                  <a:lnTo>
                    <a:pt x="1798942" y="87009"/>
                  </a:lnTo>
                  <a:lnTo>
                    <a:pt x="1768425" y="80001"/>
                  </a:lnTo>
                  <a:lnTo>
                    <a:pt x="1718743" y="69661"/>
                  </a:lnTo>
                  <a:lnTo>
                    <a:pt x="1667342" y="60374"/>
                  </a:lnTo>
                  <a:lnTo>
                    <a:pt x="1613396" y="52085"/>
                  </a:lnTo>
                  <a:lnTo>
                    <a:pt x="1555984" y="44700"/>
                  </a:lnTo>
                  <a:lnTo>
                    <a:pt x="1494170" y="38115"/>
                  </a:lnTo>
                  <a:lnTo>
                    <a:pt x="1427086" y="32229"/>
                  </a:lnTo>
                  <a:lnTo>
                    <a:pt x="1354039" y="26956"/>
                  </a:lnTo>
                  <a:lnTo>
                    <a:pt x="1274650" y="22225"/>
                  </a:lnTo>
                  <a:lnTo>
                    <a:pt x="1189041" y="17987"/>
                  </a:lnTo>
                  <a:lnTo>
                    <a:pt x="1098055" y="14210"/>
                  </a:lnTo>
                  <a:lnTo>
                    <a:pt x="1003465" y="10883"/>
                  </a:lnTo>
                  <a:lnTo>
                    <a:pt x="908098" y="8011"/>
                  </a:lnTo>
                  <a:lnTo>
                    <a:pt x="815776" y="5603"/>
                  </a:lnTo>
                  <a:lnTo>
                    <a:pt x="730942" y="3668"/>
                  </a:lnTo>
                  <a:lnTo>
                    <a:pt x="657981" y="2200"/>
                  </a:lnTo>
                  <a:lnTo>
                    <a:pt x="600336" y="1169"/>
                  </a:lnTo>
                  <a:lnTo>
                    <a:pt x="559670" y="518"/>
                  </a:lnTo>
                  <a:lnTo>
                    <a:pt x="535375" y="169"/>
                  </a:lnTo>
                  <a:lnTo>
                    <a:pt x="524523" y="28"/>
                  </a:lnTo>
                  <a:lnTo>
                    <a:pt x="5221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375" name="pl375"/>
            <p:cNvSpPr/>
            <p:nvPr/>
          </p:nvSpPr>
          <p:spPr>
            <a:xfrm>
              <a:off x="386606" y="914481"/>
              <a:ext cx="8554953" cy="4003844"/>
            </a:xfrm>
            <a:custGeom>
              <a:avLst/>
              <a:pathLst>
                <a:path w="8554953" h="4003844">
                  <a:moveTo>
                    <a:pt x="0" y="0"/>
                  </a:moveTo>
                  <a:lnTo>
                    <a:pt x="522133" y="0"/>
                  </a:lnTo>
                  <a:lnTo>
                    <a:pt x="523399" y="14"/>
                  </a:lnTo>
                  <a:lnTo>
                    <a:pt x="531676" y="119"/>
                  </a:lnTo>
                  <a:lnTo>
                    <a:pt x="552369" y="409"/>
                  </a:lnTo>
                  <a:lnTo>
                    <a:pt x="588930" y="979"/>
                  </a:lnTo>
                  <a:lnTo>
                    <a:pt x="642542" y="1912"/>
                  </a:lnTo>
                  <a:lnTo>
                    <a:pt x="712059" y="3271"/>
                  </a:lnTo>
                  <a:lnTo>
                    <a:pt x="794404" y="5092"/>
                  </a:lnTo>
                  <a:lnTo>
                    <a:pt x="885335" y="7386"/>
                  </a:lnTo>
                  <a:lnTo>
                    <a:pt x="980347" y="10147"/>
                  </a:lnTo>
                  <a:lnTo>
                    <a:pt x="1075426" y="13364"/>
                  </a:lnTo>
                  <a:lnTo>
                    <a:pt x="1167484" y="17032"/>
                  </a:lnTo>
                  <a:lnTo>
                    <a:pt x="1254502" y="21157"/>
                  </a:lnTo>
                  <a:lnTo>
                    <a:pt x="1335430" y="25765"/>
                  </a:lnTo>
                  <a:lnTo>
                    <a:pt x="1409992" y="30901"/>
                  </a:lnTo>
                  <a:lnTo>
                    <a:pt x="1478463" y="36631"/>
                  </a:lnTo>
                  <a:lnTo>
                    <a:pt x="1541476" y="43038"/>
                  </a:lnTo>
                  <a:lnTo>
                    <a:pt x="1599868" y="50220"/>
                  </a:lnTo>
                  <a:lnTo>
                    <a:pt x="1654566" y="58281"/>
                  </a:lnTo>
                  <a:lnTo>
                    <a:pt x="1706501" y="67320"/>
                  </a:lnTo>
                  <a:lnTo>
                    <a:pt x="1756532" y="77404"/>
                  </a:lnTo>
                  <a:lnTo>
                    <a:pt x="1768425" y="80001"/>
                  </a:lnTo>
                  <a:lnTo>
                    <a:pt x="1821391" y="92475"/>
                  </a:lnTo>
                  <a:lnTo>
                    <a:pt x="1873845" y="106241"/>
                  </a:lnTo>
                  <a:lnTo>
                    <a:pt x="1926339" y="121316"/>
                  </a:lnTo>
                  <a:lnTo>
                    <a:pt x="1979248" y="137672"/>
                  </a:lnTo>
                  <a:lnTo>
                    <a:pt x="2032788" y="155232"/>
                  </a:lnTo>
                  <a:lnTo>
                    <a:pt x="2087042" y="173862"/>
                  </a:lnTo>
                  <a:lnTo>
                    <a:pt x="2141969" y="193374"/>
                  </a:lnTo>
                  <a:lnTo>
                    <a:pt x="2197434" y="213537"/>
                  </a:lnTo>
                  <a:lnTo>
                    <a:pt x="2253227" y="234078"/>
                  </a:lnTo>
                  <a:lnTo>
                    <a:pt x="2309095" y="254704"/>
                  </a:lnTo>
                  <a:lnTo>
                    <a:pt x="2364777" y="275119"/>
                  </a:lnTo>
                  <a:lnTo>
                    <a:pt x="2420035" y="295036"/>
                  </a:lnTo>
                  <a:lnTo>
                    <a:pt x="2474687" y="314199"/>
                  </a:lnTo>
                  <a:lnTo>
                    <a:pt x="2528635" y="332392"/>
                  </a:lnTo>
                  <a:lnTo>
                    <a:pt x="2581889" y="349453"/>
                  </a:lnTo>
                  <a:lnTo>
                    <a:pt x="2634586" y="365271"/>
                  </a:lnTo>
                  <a:lnTo>
                    <a:pt x="2687008" y="379789"/>
                  </a:lnTo>
                  <a:lnTo>
                    <a:pt x="2739600" y="393000"/>
                  </a:lnTo>
                  <a:lnTo>
                    <a:pt x="2770117" y="400007"/>
                  </a:lnTo>
                  <a:lnTo>
                    <a:pt x="2819799" y="410348"/>
                  </a:lnTo>
                  <a:lnTo>
                    <a:pt x="2871200" y="419635"/>
                  </a:lnTo>
                  <a:lnTo>
                    <a:pt x="2925146" y="427924"/>
                  </a:lnTo>
                  <a:lnTo>
                    <a:pt x="2982558" y="435309"/>
                  </a:lnTo>
                  <a:lnTo>
                    <a:pt x="3044372" y="441894"/>
                  </a:lnTo>
                  <a:lnTo>
                    <a:pt x="3111456" y="447779"/>
                  </a:lnTo>
                  <a:lnTo>
                    <a:pt x="3184503" y="453052"/>
                  </a:lnTo>
                  <a:lnTo>
                    <a:pt x="3263892" y="457783"/>
                  </a:lnTo>
                  <a:lnTo>
                    <a:pt x="3349501" y="462022"/>
                  </a:lnTo>
                  <a:lnTo>
                    <a:pt x="3440487" y="465799"/>
                  </a:lnTo>
                  <a:lnTo>
                    <a:pt x="3535077" y="469125"/>
                  </a:lnTo>
                  <a:lnTo>
                    <a:pt x="3630444" y="471998"/>
                  </a:lnTo>
                  <a:lnTo>
                    <a:pt x="3722766" y="474405"/>
                  </a:lnTo>
                  <a:lnTo>
                    <a:pt x="3807601" y="476340"/>
                  </a:lnTo>
                  <a:lnTo>
                    <a:pt x="3880561" y="477809"/>
                  </a:lnTo>
                  <a:lnTo>
                    <a:pt x="3938206" y="478840"/>
                  </a:lnTo>
                  <a:lnTo>
                    <a:pt x="3978872" y="479491"/>
                  </a:lnTo>
                  <a:lnTo>
                    <a:pt x="4003167" y="479840"/>
                  </a:lnTo>
                  <a:lnTo>
                    <a:pt x="4014019" y="479981"/>
                  </a:lnTo>
                  <a:lnTo>
                    <a:pt x="4016391" y="480009"/>
                  </a:lnTo>
                  <a:lnTo>
                    <a:pt x="4016409" y="480009"/>
                  </a:lnTo>
                  <a:lnTo>
                    <a:pt x="4538543" y="480009"/>
                  </a:lnTo>
                  <a:lnTo>
                    <a:pt x="4539639" y="480102"/>
                  </a:lnTo>
                  <a:lnTo>
                    <a:pt x="4546826" y="480766"/>
                  </a:lnTo>
                  <a:lnTo>
                    <a:pt x="4564885" y="482601"/>
                  </a:lnTo>
                  <a:lnTo>
                    <a:pt x="4597014" y="486209"/>
                  </a:lnTo>
                  <a:lnTo>
                    <a:pt x="4644577" y="492139"/>
                  </a:lnTo>
                  <a:lnTo>
                    <a:pt x="4707002" y="500819"/>
                  </a:lnTo>
                  <a:lnTo>
                    <a:pt x="4782009" y="512523"/>
                  </a:lnTo>
                  <a:lnTo>
                    <a:pt x="4866160" y="527367"/>
                  </a:lnTo>
                  <a:lnTo>
                    <a:pt x="4955553" y="545344"/>
                  </a:lnTo>
                  <a:lnTo>
                    <a:pt x="5046484" y="566389"/>
                  </a:lnTo>
                  <a:lnTo>
                    <a:pt x="5135891" y="590440"/>
                  </a:lnTo>
                  <a:lnTo>
                    <a:pt x="5221568" y="617496"/>
                  </a:lnTo>
                  <a:lnTo>
                    <a:pt x="5302168" y="647652"/>
                  </a:lnTo>
                  <a:lnTo>
                    <a:pt x="5377076" y="681118"/>
                  </a:lnTo>
                  <a:lnTo>
                    <a:pt x="5446247" y="718227"/>
                  </a:lnTo>
                  <a:lnTo>
                    <a:pt x="5510030" y="759431"/>
                  </a:lnTo>
                  <a:lnTo>
                    <a:pt x="5569030" y="805283"/>
                  </a:lnTo>
                  <a:lnTo>
                    <a:pt x="5623991" y="856419"/>
                  </a:lnTo>
                  <a:lnTo>
                    <a:pt x="5675722" y="913501"/>
                  </a:lnTo>
                  <a:lnTo>
                    <a:pt x="5725023" y="977140"/>
                  </a:lnTo>
                  <a:lnTo>
                    <a:pt x="5772628" y="1047751"/>
                  </a:lnTo>
                  <a:lnTo>
                    <a:pt x="5784835" y="1067315"/>
                  </a:lnTo>
                  <a:lnTo>
                    <a:pt x="5818916" y="1125003"/>
                  </a:lnTo>
                  <a:lnTo>
                    <a:pt x="5852689" y="1186550"/>
                  </a:lnTo>
                  <a:lnTo>
                    <a:pt x="5886327" y="1252035"/>
                  </a:lnTo>
                  <a:lnTo>
                    <a:pt x="5919972" y="1321486"/>
                  </a:lnTo>
                  <a:lnTo>
                    <a:pt x="5953732" y="1394874"/>
                  </a:lnTo>
                  <a:lnTo>
                    <a:pt x="5987689" y="1472108"/>
                  </a:lnTo>
                  <a:lnTo>
                    <a:pt x="6021900" y="1553032"/>
                  </a:lnTo>
                  <a:lnTo>
                    <a:pt x="6056397" y="1637423"/>
                  </a:lnTo>
                  <a:lnTo>
                    <a:pt x="6091190" y="1724989"/>
                  </a:lnTo>
                  <a:lnTo>
                    <a:pt x="6126270" y="1815372"/>
                  </a:lnTo>
                  <a:lnTo>
                    <a:pt x="6161610" y="1908153"/>
                  </a:lnTo>
                  <a:lnTo>
                    <a:pt x="6197169" y="2002858"/>
                  </a:lnTo>
                  <a:lnTo>
                    <a:pt x="6232892" y="2098966"/>
                  </a:lnTo>
                  <a:lnTo>
                    <a:pt x="6268716" y="2195924"/>
                  </a:lnTo>
                  <a:lnTo>
                    <a:pt x="6304574" y="2293157"/>
                  </a:lnTo>
                  <a:lnTo>
                    <a:pt x="6340395" y="2390084"/>
                  </a:lnTo>
                  <a:lnTo>
                    <a:pt x="6376110" y="2486130"/>
                  </a:lnTo>
                  <a:lnTo>
                    <a:pt x="6411659" y="2580744"/>
                  </a:lnTo>
                  <a:lnTo>
                    <a:pt x="6446986" y="2673407"/>
                  </a:lnTo>
                  <a:lnTo>
                    <a:pt x="6482051" y="2763649"/>
                  </a:lnTo>
                  <a:lnTo>
                    <a:pt x="6516828" y="2851053"/>
                  </a:lnTo>
                  <a:lnTo>
                    <a:pt x="6551309" y="2935265"/>
                  </a:lnTo>
                  <a:lnTo>
                    <a:pt x="6585505" y="3015996"/>
                  </a:lnTo>
                  <a:lnTo>
                    <a:pt x="6619451" y="3093026"/>
                  </a:lnTo>
                  <a:lnTo>
                    <a:pt x="6653202" y="3166204"/>
                  </a:lnTo>
                  <a:lnTo>
                    <a:pt x="6686843" y="3235441"/>
                  </a:lnTo>
                  <a:lnTo>
                    <a:pt x="6720485" y="3300713"/>
                  </a:lnTo>
                  <a:lnTo>
                    <a:pt x="6754270" y="3362050"/>
                  </a:lnTo>
                  <a:lnTo>
                    <a:pt x="6786527" y="3416538"/>
                  </a:lnTo>
                  <a:lnTo>
                    <a:pt x="6833795" y="3488990"/>
                  </a:lnTo>
                  <a:lnTo>
                    <a:pt x="6882588" y="3554418"/>
                  </a:lnTo>
                  <a:lnTo>
                    <a:pt x="6933609" y="3613155"/>
                  </a:lnTo>
                  <a:lnTo>
                    <a:pt x="6987650" y="3665777"/>
                  </a:lnTo>
                  <a:lnTo>
                    <a:pt x="7045521" y="3712944"/>
                  </a:lnTo>
                  <a:lnTo>
                    <a:pt x="7107992" y="3755301"/>
                  </a:lnTo>
                  <a:lnTo>
                    <a:pt x="7175712" y="3793430"/>
                  </a:lnTo>
                  <a:lnTo>
                    <a:pt x="7249111" y="3827809"/>
                  </a:lnTo>
                  <a:lnTo>
                    <a:pt x="7328260" y="3858802"/>
                  </a:lnTo>
                  <a:lnTo>
                    <a:pt x="7412712" y="3886652"/>
                  </a:lnTo>
                  <a:lnTo>
                    <a:pt x="7501323" y="3911484"/>
                  </a:lnTo>
                  <a:lnTo>
                    <a:pt x="7592119" y="3933316"/>
                  </a:lnTo>
                  <a:lnTo>
                    <a:pt x="7682250" y="3952100"/>
                  </a:lnTo>
                  <a:lnTo>
                    <a:pt x="7768145" y="3967765"/>
                  </a:lnTo>
                  <a:lnTo>
                    <a:pt x="7845898" y="3980282"/>
                  </a:lnTo>
                  <a:lnTo>
                    <a:pt x="7911881" y="3989731"/>
                  </a:lnTo>
                  <a:lnTo>
                    <a:pt x="7963448" y="3996341"/>
                  </a:lnTo>
                  <a:lnTo>
                    <a:pt x="7999548" y="4000506"/>
                  </a:lnTo>
                  <a:lnTo>
                    <a:pt x="8021036" y="4002746"/>
                  </a:lnTo>
                  <a:lnTo>
                    <a:pt x="8030656" y="4003657"/>
                  </a:lnTo>
                  <a:lnTo>
                    <a:pt x="8032799" y="4003842"/>
                  </a:lnTo>
                  <a:lnTo>
                    <a:pt x="8032819" y="4003844"/>
                  </a:lnTo>
                  <a:lnTo>
                    <a:pt x="8554953" y="4003844"/>
                  </a:lnTo>
                  <a:lnTo>
                    <a:pt x="8554953" y="4003844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376" name="pl376"/>
            <p:cNvSpPr/>
            <p:nvPr/>
          </p:nvSpPr>
          <p:spPr>
            <a:xfrm>
              <a:off x="386606" y="891892"/>
              <a:ext cx="8554953" cy="4003844"/>
            </a:xfrm>
            <a:custGeom>
              <a:avLst/>
              <a:pathLst>
                <a:path w="8554953" h="4003844">
                  <a:moveTo>
                    <a:pt x="8554953" y="4003844"/>
                  </a:moveTo>
                  <a:lnTo>
                    <a:pt x="8032819" y="4003844"/>
                  </a:lnTo>
                  <a:lnTo>
                    <a:pt x="8031723" y="4003751"/>
                  </a:lnTo>
                  <a:lnTo>
                    <a:pt x="8024536" y="4003087"/>
                  </a:lnTo>
                  <a:lnTo>
                    <a:pt x="8006477" y="4001252"/>
                  </a:lnTo>
                  <a:lnTo>
                    <a:pt x="7974348" y="3997643"/>
                  </a:lnTo>
                  <a:lnTo>
                    <a:pt x="7926785" y="3991714"/>
                  </a:lnTo>
                  <a:lnTo>
                    <a:pt x="7864360" y="3983034"/>
                  </a:lnTo>
                  <a:lnTo>
                    <a:pt x="7789353" y="3971330"/>
                  </a:lnTo>
                  <a:lnTo>
                    <a:pt x="7705202" y="3956486"/>
                  </a:lnTo>
                  <a:lnTo>
                    <a:pt x="7615809" y="3938509"/>
                  </a:lnTo>
                  <a:lnTo>
                    <a:pt x="7524878" y="3917464"/>
                  </a:lnTo>
                  <a:lnTo>
                    <a:pt x="7435471" y="3893413"/>
                  </a:lnTo>
                  <a:lnTo>
                    <a:pt x="7349793" y="3866357"/>
                  </a:lnTo>
                  <a:lnTo>
                    <a:pt x="7269194" y="3836201"/>
                  </a:lnTo>
                  <a:lnTo>
                    <a:pt x="7194286" y="3802735"/>
                  </a:lnTo>
                  <a:lnTo>
                    <a:pt x="7125115" y="3765626"/>
                  </a:lnTo>
                  <a:lnTo>
                    <a:pt x="7061332" y="3724422"/>
                  </a:lnTo>
                  <a:lnTo>
                    <a:pt x="7002332" y="3678569"/>
                  </a:lnTo>
                  <a:lnTo>
                    <a:pt x="6947371" y="3627434"/>
                  </a:lnTo>
                  <a:lnTo>
                    <a:pt x="6895640" y="3570352"/>
                  </a:lnTo>
                  <a:lnTo>
                    <a:pt x="6846339" y="3506713"/>
                  </a:lnTo>
                  <a:lnTo>
                    <a:pt x="6798734" y="3436101"/>
                  </a:lnTo>
                  <a:lnTo>
                    <a:pt x="6786527" y="3416538"/>
                  </a:lnTo>
                  <a:lnTo>
                    <a:pt x="6752446" y="3358850"/>
                  </a:lnTo>
                  <a:lnTo>
                    <a:pt x="6718673" y="3297303"/>
                  </a:lnTo>
                  <a:lnTo>
                    <a:pt x="6685035" y="3231818"/>
                  </a:lnTo>
                  <a:lnTo>
                    <a:pt x="6651390" y="3162367"/>
                  </a:lnTo>
                  <a:lnTo>
                    <a:pt x="6617630" y="3088979"/>
                  </a:lnTo>
                  <a:lnTo>
                    <a:pt x="6583673" y="3011745"/>
                  </a:lnTo>
                  <a:lnTo>
                    <a:pt x="6549462" y="2930821"/>
                  </a:lnTo>
                  <a:lnTo>
                    <a:pt x="6514965" y="2846430"/>
                  </a:lnTo>
                  <a:lnTo>
                    <a:pt x="6480172" y="2758864"/>
                  </a:lnTo>
                  <a:lnTo>
                    <a:pt x="6445092" y="2668480"/>
                  </a:lnTo>
                  <a:lnTo>
                    <a:pt x="6409752" y="2575699"/>
                  </a:lnTo>
                  <a:lnTo>
                    <a:pt x="6374193" y="2480995"/>
                  </a:lnTo>
                  <a:lnTo>
                    <a:pt x="6338470" y="2384887"/>
                  </a:lnTo>
                  <a:lnTo>
                    <a:pt x="6302646" y="2287929"/>
                  </a:lnTo>
                  <a:lnTo>
                    <a:pt x="6266788" y="2190696"/>
                  </a:lnTo>
                  <a:lnTo>
                    <a:pt x="6230967" y="2093769"/>
                  </a:lnTo>
                  <a:lnTo>
                    <a:pt x="6195251" y="1997723"/>
                  </a:lnTo>
                  <a:lnTo>
                    <a:pt x="6159703" y="1903109"/>
                  </a:lnTo>
                  <a:lnTo>
                    <a:pt x="6124376" y="1810446"/>
                  </a:lnTo>
                  <a:lnTo>
                    <a:pt x="6089311" y="1720204"/>
                  </a:lnTo>
                  <a:lnTo>
                    <a:pt x="6054534" y="1632800"/>
                  </a:lnTo>
                  <a:lnTo>
                    <a:pt x="6020053" y="1548588"/>
                  </a:lnTo>
                  <a:lnTo>
                    <a:pt x="5985857" y="1467857"/>
                  </a:lnTo>
                  <a:lnTo>
                    <a:pt x="5951911" y="1390827"/>
                  </a:lnTo>
                  <a:lnTo>
                    <a:pt x="5918160" y="1317649"/>
                  </a:lnTo>
                  <a:lnTo>
                    <a:pt x="5884519" y="1248412"/>
                  </a:lnTo>
                  <a:lnTo>
                    <a:pt x="5850877" y="1183139"/>
                  </a:lnTo>
                  <a:lnTo>
                    <a:pt x="5817092" y="1121802"/>
                  </a:lnTo>
                  <a:lnTo>
                    <a:pt x="5784835" y="1067315"/>
                  </a:lnTo>
                  <a:lnTo>
                    <a:pt x="5737567" y="994863"/>
                  </a:lnTo>
                  <a:lnTo>
                    <a:pt x="5688774" y="929435"/>
                  </a:lnTo>
                  <a:lnTo>
                    <a:pt x="5637753" y="870698"/>
                  </a:lnTo>
                  <a:lnTo>
                    <a:pt x="5583712" y="818076"/>
                  </a:lnTo>
                  <a:lnTo>
                    <a:pt x="5525841" y="770909"/>
                  </a:lnTo>
                  <a:lnTo>
                    <a:pt x="5463370" y="728551"/>
                  </a:lnTo>
                  <a:lnTo>
                    <a:pt x="5395650" y="690423"/>
                  </a:lnTo>
                  <a:lnTo>
                    <a:pt x="5322251" y="656044"/>
                  </a:lnTo>
                  <a:lnTo>
                    <a:pt x="5243102" y="625051"/>
                  </a:lnTo>
                  <a:lnTo>
                    <a:pt x="5158650" y="597200"/>
                  </a:lnTo>
                  <a:lnTo>
                    <a:pt x="5070039" y="572369"/>
                  </a:lnTo>
                  <a:lnTo>
                    <a:pt x="4979243" y="550537"/>
                  </a:lnTo>
                  <a:lnTo>
                    <a:pt x="4889112" y="531752"/>
                  </a:lnTo>
                  <a:lnTo>
                    <a:pt x="4803217" y="516088"/>
                  </a:lnTo>
                  <a:lnTo>
                    <a:pt x="4725464" y="503571"/>
                  </a:lnTo>
                  <a:lnTo>
                    <a:pt x="4659481" y="494122"/>
                  </a:lnTo>
                  <a:lnTo>
                    <a:pt x="4607914" y="487511"/>
                  </a:lnTo>
                  <a:lnTo>
                    <a:pt x="4571814" y="483347"/>
                  </a:lnTo>
                  <a:lnTo>
                    <a:pt x="4550326" y="481106"/>
                  </a:lnTo>
                  <a:lnTo>
                    <a:pt x="4540706" y="480196"/>
                  </a:lnTo>
                  <a:lnTo>
                    <a:pt x="4538563" y="480011"/>
                  </a:lnTo>
                  <a:lnTo>
                    <a:pt x="4538543" y="480009"/>
                  </a:lnTo>
                  <a:lnTo>
                    <a:pt x="4016409" y="480009"/>
                  </a:lnTo>
                  <a:lnTo>
                    <a:pt x="4015143" y="479994"/>
                  </a:lnTo>
                  <a:lnTo>
                    <a:pt x="4006867" y="479889"/>
                  </a:lnTo>
                  <a:lnTo>
                    <a:pt x="3986173" y="479599"/>
                  </a:lnTo>
                  <a:lnTo>
                    <a:pt x="3949612" y="479029"/>
                  </a:lnTo>
                  <a:lnTo>
                    <a:pt x="3896001" y="478096"/>
                  </a:lnTo>
                  <a:lnTo>
                    <a:pt x="3826483" y="476737"/>
                  </a:lnTo>
                  <a:lnTo>
                    <a:pt x="3744138" y="474917"/>
                  </a:lnTo>
                  <a:lnTo>
                    <a:pt x="3653208" y="472623"/>
                  </a:lnTo>
                  <a:lnTo>
                    <a:pt x="3558195" y="469862"/>
                  </a:lnTo>
                  <a:lnTo>
                    <a:pt x="3463117" y="466644"/>
                  </a:lnTo>
                  <a:lnTo>
                    <a:pt x="3371058" y="462977"/>
                  </a:lnTo>
                  <a:lnTo>
                    <a:pt x="3284040" y="458852"/>
                  </a:lnTo>
                  <a:lnTo>
                    <a:pt x="3203112" y="454244"/>
                  </a:lnTo>
                  <a:lnTo>
                    <a:pt x="3128550" y="449107"/>
                  </a:lnTo>
                  <a:lnTo>
                    <a:pt x="3060079" y="443377"/>
                  </a:lnTo>
                  <a:lnTo>
                    <a:pt x="2997066" y="436970"/>
                  </a:lnTo>
                  <a:lnTo>
                    <a:pt x="2938674" y="429788"/>
                  </a:lnTo>
                  <a:lnTo>
                    <a:pt x="2883977" y="421727"/>
                  </a:lnTo>
                  <a:lnTo>
                    <a:pt x="2832041" y="412689"/>
                  </a:lnTo>
                  <a:lnTo>
                    <a:pt x="2782011" y="402605"/>
                  </a:lnTo>
                  <a:lnTo>
                    <a:pt x="2770117" y="400007"/>
                  </a:lnTo>
                  <a:lnTo>
                    <a:pt x="2717151" y="387533"/>
                  </a:lnTo>
                  <a:lnTo>
                    <a:pt x="2664697" y="373768"/>
                  </a:lnTo>
                  <a:lnTo>
                    <a:pt x="2612203" y="358693"/>
                  </a:lnTo>
                  <a:lnTo>
                    <a:pt x="2559294" y="342336"/>
                  </a:lnTo>
                  <a:lnTo>
                    <a:pt x="2505754" y="324776"/>
                  </a:lnTo>
                  <a:lnTo>
                    <a:pt x="2451500" y="306147"/>
                  </a:lnTo>
                  <a:lnTo>
                    <a:pt x="2396573" y="286634"/>
                  </a:lnTo>
                  <a:lnTo>
                    <a:pt x="2341108" y="266472"/>
                  </a:lnTo>
                  <a:lnTo>
                    <a:pt x="2285316" y="245931"/>
                  </a:lnTo>
                  <a:lnTo>
                    <a:pt x="2229447" y="225304"/>
                  </a:lnTo>
                  <a:lnTo>
                    <a:pt x="2173765" y="204890"/>
                  </a:lnTo>
                  <a:lnTo>
                    <a:pt x="2118507" y="184973"/>
                  </a:lnTo>
                  <a:lnTo>
                    <a:pt x="2063855" y="165810"/>
                  </a:lnTo>
                  <a:lnTo>
                    <a:pt x="2009907" y="147616"/>
                  </a:lnTo>
                  <a:lnTo>
                    <a:pt x="1956653" y="130555"/>
                  </a:lnTo>
                  <a:lnTo>
                    <a:pt x="1903956" y="114738"/>
                  </a:lnTo>
                  <a:lnTo>
                    <a:pt x="1851534" y="100220"/>
                  </a:lnTo>
                  <a:lnTo>
                    <a:pt x="1798942" y="87009"/>
                  </a:lnTo>
                  <a:lnTo>
                    <a:pt x="1768425" y="80001"/>
                  </a:lnTo>
                  <a:lnTo>
                    <a:pt x="1718743" y="69661"/>
                  </a:lnTo>
                  <a:lnTo>
                    <a:pt x="1667342" y="60374"/>
                  </a:lnTo>
                  <a:lnTo>
                    <a:pt x="1613396" y="52085"/>
                  </a:lnTo>
                  <a:lnTo>
                    <a:pt x="1555984" y="44700"/>
                  </a:lnTo>
                  <a:lnTo>
                    <a:pt x="1494170" y="38115"/>
                  </a:lnTo>
                  <a:lnTo>
                    <a:pt x="1427086" y="32229"/>
                  </a:lnTo>
                  <a:lnTo>
                    <a:pt x="1354039" y="26956"/>
                  </a:lnTo>
                  <a:lnTo>
                    <a:pt x="1274650" y="22225"/>
                  </a:lnTo>
                  <a:lnTo>
                    <a:pt x="1189041" y="17987"/>
                  </a:lnTo>
                  <a:lnTo>
                    <a:pt x="1098055" y="14210"/>
                  </a:lnTo>
                  <a:lnTo>
                    <a:pt x="1003465" y="10883"/>
                  </a:lnTo>
                  <a:lnTo>
                    <a:pt x="908098" y="8011"/>
                  </a:lnTo>
                  <a:lnTo>
                    <a:pt x="815776" y="5603"/>
                  </a:lnTo>
                  <a:lnTo>
                    <a:pt x="730942" y="3668"/>
                  </a:lnTo>
                  <a:lnTo>
                    <a:pt x="657981" y="2200"/>
                  </a:lnTo>
                  <a:lnTo>
                    <a:pt x="600336" y="1169"/>
                  </a:lnTo>
                  <a:lnTo>
                    <a:pt x="559670" y="518"/>
                  </a:lnTo>
                  <a:lnTo>
                    <a:pt x="535375" y="169"/>
                  </a:lnTo>
                  <a:lnTo>
                    <a:pt x="524523" y="28"/>
                  </a:lnTo>
                  <a:lnTo>
                    <a:pt x="522152" y="0"/>
                  </a:lnTo>
                  <a:lnTo>
                    <a:pt x="522133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377" name="pg377"/>
            <p:cNvSpPr/>
            <p:nvPr/>
          </p:nvSpPr>
          <p:spPr>
            <a:xfrm>
              <a:off x="386606" y="914481"/>
              <a:ext cx="8554953" cy="4444323"/>
            </a:xfrm>
            <a:custGeom>
              <a:avLst/>
              <a:pathLst>
                <a:path w="8554953" h="4444323">
                  <a:moveTo>
                    <a:pt x="0" y="16941"/>
                  </a:moveTo>
                  <a:lnTo>
                    <a:pt x="522133" y="16941"/>
                  </a:lnTo>
                  <a:lnTo>
                    <a:pt x="523399" y="16956"/>
                  </a:lnTo>
                  <a:lnTo>
                    <a:pt x="531674" y="17065"/>
                  </a:lnTo>
                  <a:lnTo>
                    <a:pt x="552363" y="17365"/>
                  </a:lnTo>
                  <a:lnTo>
                    <a:pt x="588917" y="17955"/>
                  </a:lnTo>
                  <a:lnTo>
                    <a:pt x="642519" y="18921"/>
                  </a:lnTo>
                  <a:lnTo>
                    <a:pt x="712025" y="20327"/>
                  </a:lnTo>
                  <a:lnTo>
                    <a:pt x="794359" y="22212"/>
                  </a:lnTo>
                  <a:lnTo>
                    <a:pt x="885279" y="24586"/>
                  </a:lnTo>
                  <a:lnTo>
                    <a:pt x="980284" y="27444"/>
                  </a:lnTo>
                  <a:lnTo>
                    <a:pt x="1075356" y="30775"/>
                  </a:lnTo>
                  <a:lnTo>
                    <a:pt x="1167412" y="34571"/>
                  </a:lnTo>
                  <a:lnTo>
                    <a:pt x="1254428" y="38841"/>
                  </a:lnTo>
                  <a:lnTo>
                    <a:pt x="1335356" y="43611"/>
                  </a:lnTo>
                  <a:lnTo>
                    <a:pt x="1409918" y="48928"/>
                  </a:lnTo>
                  <a:lnTo>
                    <a:pt x="1478391" y="54859"/>
                  </a:lnTo>
                  <a:lnTo>
                    <a:pt x="1541405" y="61491"/>
                  </a:lnTo>
                  <a:lnTo>
                    <a:pt x="1599797" y="68924"/>
                  </a:lnTo>
                  <a:lnTo>
                    <a:pt x="1654495" y="77268"/>
                  </a:lnTo>
                  <a:lnTo>
                    <a:pt x="1706430" y="86623"/>
                  </a:lnTo>
                  <a:lnTo>
                    <a:pt x="1756459" y="97061"/>
                  </a:lnTo>
                  <a:lnTo>
                    <a:pt x="1768425" y="99766"/>
                  </a:lnTo>
                  <a:lnTo>
                    <a:pt x="1821304" y="112658"/>
                  </a:lnTo>
                  <a:lnTo>
                    <a:pt x="1873671" y="126882"/>
                  </a:lnTo>
                  <a:lnTo>
                    <a:pt x="1926077" y="142458"/>
                  </a:lnTo>
                  <a:lnTo>
                    <a:pt x="1978895" y="159357"/>
                  </a:lnTo>
                  <a:lnTo>
                    <a:pt x="2032342" y="177497"/>
                  </a:lnTo>
                  <a:lnTo>
                    <a:pt x="2086499" y="196743"/>
                  </a:lnTo>
                  <a:lnTo>
                    <a:pt x="2141329" y="216902"/>
                  </a:lnTo>
                  <a:lnTo>
                    <a:pt x="2196696" y="237735"/>
                  </a:lnTo>
                  <a:lnTo>
                    <a:pt x="2252394" y="258962"/>
                  </a:lnTo>
                  <a:lnTo>
                    <a:pt x="2308170" y="280283"/>
                  </a:lnTo>
                  <a:lnTo>
                    <a:pt x="2363766" y="301389"/>
                  </a:lnTo>
                  <a:lnTo>
                    <a:pt x="2418942" y="321987"/>
                  </a:lnTo>
                  <a:lnTo>
                    <a:pt x="2473517" y="341812"/>
                  </a:lnTo>
                  <a:lnTo>
                    <a:pt x="2527392" y="360641"/>
                  </a:lnTo>
                  <a:lnTo>
                    <a:pt x="2580574" y="378305"/>
                  </a:lnTo>
                  <a:lnTo>
                    <a:pt x="2633195" y="394688"/>
                  </a:lnTo>
                  <a:lnTo>
                    <a:pt x="2685532" y="409730"/>
                  </a:lnTo>
                  <a:lnTo>
                    <a:pt x="2738025" y="423423"/>
                  </a:lnTo>
                  <a:lnTo>
                    <a:pt x="2770117" y="431067"/>
                  </a:lnTo>
                  <a:lnTo>
                    <a:pt x="2819796" y="441772"/>
                  </a:lnTo>
                  <a:lnTo>
                    <a:pt x="2871193" y="451386"/>
                  </a:lnTo>
                  <a:lnTo>
                    <a:pt x="2925134" y="459967"/>
                  </a:lnTo>
                  <a:lnTo>
                    <a:pt x="2982541" y="467612"/>
                  </a:lnTo>
                  <a:lnTo>
                    <a:pt x="3044348" y="474429"/>
                  </a:lnTo>
                  <a:lnTo>
                    <a:pt x="3111425" y="480522"/>
                  </a:lnTo>
                  <a:lnTo>
                    <a:pt x="3184464" y="485981"/>
                  </a:lnTo>
                  <a:lnTo>
                    <a:pt x="3263844" y="490879"/>
                  </a:lnTo>
                  <a:lnTo>
                    <a:pt x="3349442" y="495267"/>
                  </a:lnTo>
                  <a:lnTo>
                    <a:pt x="3440418" y="499178"/>
                  </a:lnTo>
                  <a:lnTo>
                    <a:pt x="3535000" y="502622"/>
                  </a:lnTo>
                  <a:lnTo>
                    <a:pt x="3630360" y="505596"/>
                  </a:lnTo>
                  <a:lnTo>
                    <a:pt x="3722681" y="508089"/>
                  </a:lnTo>
                  <a:lnTo>
                    <a:pt x="3807518" y="510092"/>
                  </a:lnTo>
                  <a:lnTo>
                    <a:pt x="3880488" y="511613"/>
                  </a:lnTo>
                  <a:lnTo>
                    <a:pt x="3938148" y="512681"/>
                  </a:lnTo>
                  <a:lnTo>
                    <a:pt x="3978832" y="513355"/>
                  </a:lnTo>
                  <a:lnTo>
                    <a:pt x="4003145" y="513717"/>
                  </a:lnTo>
                  <a:lnTo>
                    <a:pt x="4014011" y="513863"/>
                  </a:lnTo>
                  <a:lnTo>
                    <a:pt x="4016409" y="513892"/>
                  </a:lnTo>
                  <a:lnTo>
                    <a:pt x="4538543" y="513892"/>
                  </a:lnTo>
                  <a:lnTo>
                    <a:pt x="4539471" y="513980"/>
                  </a:lnTo>
                  <a:lnTo>
                    <a:pt x="4545582" y="514604"/>
                  </a:lnTo>
                  <a:lnTo>
                    <a:pt x="4561016" y="516328"/>
                  </a:lnTo>
                  <a:lnTo>
                    <a:pt x="4588672" y="519724"/>
                  </a:lnTo>
                  <a:lnTo>
                    <a:pt x="4630016" y="525323"/>
                  </a:lnTo>
                  <a:lnTo>
                    <a:pt x="4684958" y="533560"/>
                  </a:lnTo>
                  <a:lnTo>
                    <a:pt x="4751966" y="544742"/>
                  </a:lnTo>
                  <a:lnTo>
                    <a:pt x="4828411" y="559027"/>
                  </a:lnTo>
                  <a:lnTo>
                    <a:pt x="4911077" y="576449"/>
                  </a:lnTo>
                  <a:lnTo>
                    <a:pt x="4996692" y="596963"/>
                  </a:lnTo>
                  <a:lnTo>
                    <a:pt x="5082351" y="620503"/>
                  </a:lnTo>
                  <a:lnTo>
                    <a:pt x="5165762" y="647028"/>
                  </a:lnTo>
                  <a:lnTo>
                    <a:pt x="5245340" y="676567"/>
                  </a:lnTo>
                  <a:lnTo>
                    <a:pt x="5320156" y="709242"/>
                  </a:lnTo>
                  <a:lnTo>
                    <a:pt x="5389834" y="745281"/>
                  </a:lnTo>
                  <a:lnTo>
                    <a:pt x="5454417" y="785022"/>
                  </a:lnTo>
                  <a:lnTo>
                    <a:pt x="5514241" y="828905"/>
                  </a:lnTo>
                  <a:lnTo>
                    <a:pt x="5569833" y="877462"/>
                  </a:lnTo>
                  <a:lnTo>
                    <a:pt x="5621826" y="931292"/>
                  </a:lnTo>
                  <a:lnTo>
                    <a:pt x="5670903" y="991022"/>
                  </a:lnTo>
                  <a:lnTo>
                    <a:pt x="5717744" y="1057236"/>
                  </a:lnTo>
                  <a:lnTo>
                    <a:pt x="5762978" y="1130359"/>
                  </a:lnTo>
                  <a:lnTo>
                    <a:pt x="5784835" y="1168964"/>
                  </a:lnTo>
                  <a:lnTo>
                    <a:pt x="5817362" y="1230265"/>
                  </a:lnTo>
                  <a:lnTo>
                    <a:pt x="5849600" y="1295479"/>
                  </a:lnTo>
                  <a:lnTo>
                    <a:pt x="5881702" y="1364688"/>
                  </a:lnTo>
                  <a:lnTo>
                    <a:pt x="5913795" y="1437924"/>
                  </a:lnTo>
                  <a:lnTo>
                    <a:pt x="5945977" y="1515167"/>
                  </a:lnTo>
                  <a:lnTo>
                    <a:pt x="5978324" y="1596344"/>
                  </a:lnTo>
                  <a:lnTo>
                    <a:pt x="6010889" y="1681319"/>
                  </a:lnTo>
                  <a:lnTo>
                    <a:pt x="6043708" y="1769895"/>
                  </a:lnTo>
                  <a:lnTo>
                    <a:pt x="6076796" y="1861812"/>
                  </a:lnTo>
                  <a:lnTo>
                    <a:pt x="6110150" y="1956749"/>
                  </a:lnTo>
                  <a:lnTo>
                    <a:pt x="6143755" y="2054323"/>
                  </a:lnTo>
                  <a:lnTo>
                    <a:pt x="6177579" y="2154100"/>
                  </a:lnTo>
                  <a:lnTo>
                    <a:pt x="6211581" y="2255598"/>
                  </a:lnTo>
                  <a:lnTo>
                    <a:pt x="6245711" y="2358298"/>
                  </a:lnTo>
                  <a:lnTo>
                    <a:pt x="6279911" y="2461654"/>
                  </a:lnTo>
                  <a:lnTo>
                    <a:pt x="6314121" y="2565104"/>
                  </a:lnTo>
                  <a:lnTo>
                    <a:pt x="6348281" y="2668088"/>
                  </a:lnTo>
                  <a:lnTo>
                    <a:pt x="6382332" y="2770051"/>
                  </a:lnTo>
                  <a:lnTo>
                    <a:pt x="6416222" y="2870464"/>
                  </a:lnTo>
                  <a:lnTo>
                    <a:pt x="6449905" y="2968832"/>
                  </a:lnTo>
                  <a:lnTo>
                    <a:pt x="6483346" y="3064704"/>
                  </a:lnTo>
                  <a:lnTo>
                    <a:pt x="6516525" y="3157678"/>
                  </a:lnTo>
                  <a:lnTo>
                    <a:pt x="6549433" y="3247413"/>
                  </a:lnTo>
                  <a:lnTo>
                    <a:pt x="6582082" y="3333628"/>
                  </a:lnTo>
                  <a:lnTo>
                    <a:pt x="6614497" y="3416104"/>
                  </a:lnTo>
                  <a:lnTo>
                    <a:pt x="6646727" y="3494685"/>
                  </a:lnTo>
                  <a:lnTo>
                    <a:pt x="6678840" y="3569277"/>
                  </a:lnTo>
                  <a:lnTo>
                    <a:pt x="6710927" y="3639843"/>
                  </a:lnTo>
                  <a:lnTo>
                    <a:pt x="6743104" y="3706398"/>
                  </a:lnTo>
                  <a:lnTo>
                    <a:pt x="6775514" y="3769007"/>
                  </a:lnTo>
                  <a:lnTo>
                    <a:pt x="6786527" y="3789251"/>
                  </a:lnTo>
                  <a:lnTo>
                    <a:pt x="6831173" y="3865841"/>
                  </a:lnTo>
                  <a:lnTo>
                    <a:pt x="6877148" y="3935420"/>
                  </a:lnTo>
                  <a:lnTo>
                    <a:pt x="6925040" y="3998278"/>
                  </a:lnTo>
                  <a:lnTo>
                    <a:pt x="6975511" y="4054937"/>
                  </a:lnTo>
                  <a:lnTo>
                    <a:pt x="7029247" y="4106013"/>
                  </a:lnTo>
                  <a:lnTo>
                    <a:pt x="7086912" y="4152127"/>
                  </a:lnTo>
                  <a:lnTo>
                    <a:pt x="7149095" y="4193847"/>
                  </a:lnTo>
                  <a:lnTo>
                    <a:pt x="7216237" y="4231660"/>
                  </a:lnTo>
                  <a:lnTo>
                    <a:pt x="7288540" y="4265957"/>
                  </a:lnTo>
                  <a:lnTo>
                    <a:pt x="7365851" y="4297019"/>
                  </a:lnTo>
                  <a:lnTo>
                    <a:pt x="7447529" y="4325019"/>
                  </a:lnTo>
                  <a:lnTo>
                    <a:pt x="7532324" y="4350031"/>
                  </a:lnTo>
                  <a:lnTo>
                    <a:pt x="7618289" y="4372044"/>
                  </a:lnTo>
                  <a:lnTo>
                    <a:pt x="7702802" y="4390998"/>
                  </a:lnTo>
                  <a:lnTo>
                    <a:pt x="7782728" y="4406829"/>
                  </a:lnTo>
                  <a:lnTo>
                    <a:pt x="7854762" y="4419528"/>
                  </a:lnTo>
                  <a:lnTo>
                    <a:pt x="7915918" y="4429187"/>
                  </a:lnTo>
                  <a:lnTo>
                    <a:pt x="7964067" y="4436039"/>
                  </a:lnTo>
                  <a:lnTo>
                    <a:pt x="7998378" y="4440458"/>
                  </a:lnTo>
                  <a:lnTo>
                    <a:pt x="8019554" y="4442935"/>
                  </a:lnTo>
                  <a:lnTo>
                    <a:pt x="8029813" y="4444030"/>
                  </a:lnTo>
                  <a:lnTo>
                    <a:pt x="8032819" y="4444323"/>
                  </a:lnTo>
                  <a:lnTo>
                    <a:pt x="8554953" y="4444323"/>
                  </a:lnTo>
                  <a:lnTo>
                    <a:pt x="8554953" y="4427382"/>
                  </a:lnTo>
                  <a:lnTo>
                    <a:pt x="8032819" y="4427382"/>
                  </a:lnTo>
                  <a:lnTo>
                    <a:pt x="8031891" y="4427294"/>
                  </a:lnTo>
                  <a:lnTo>
                    <a:pt x="8025780" y="4426670"/>
                  </a:lnTo>
                  <a:lnTo>
                    <a:pt x="8010346" y="4424945"/>
                  </a:lnTo>
                  <a:lnTo>
                    <a:pt x="7982690" y="4421549"/>
                  </a:lnTo>
                  <a:lnTo>
                    <a:pt x="7941346" y="4415951"/>
                  </a:lnTo>
                  <a:lnTo>
                    <a:pt x="7886404" y="4407713"/>
                  </a:lnTo>
                  <a:lnTo>
                    <a:pt x="7819396" y="4396532"/>
                  </a:lnTo>
                  <a:lnTo>
                    <a:pt x="7742951" y="4382247"/>
                  </a:lnTo>
                  <a:lnTo>
                    <a:pt x="7660285" y="4364825"/>
                  </a:lnTo>
                  <a:lnTo>
                    <a:pt x="7574669" y="4344310"/>
                  </a:lnTo>
                  <a:lnTo>
                    <a:pt x="7489011" y="4320770"/>
                  </a:lnTo>
                  <a:lnTo>
                    <a:pt x="7405599" y="4294245"/>
                  </a:lnTo>
                  <a:lnTo>
                    <a:pt x="7326022" y="4264707"/>
                  </a:lnTo>
                  <a:lnTo>
                    <a:pt x="7251206" y="4232032"/>
                  </a:lnTo>
                  <a:lnTo>
                    <a:pt x="7181528" y="4195992"/>
                  </a:lnTo>
                  <a:lnTo>
                    <a:pt x="7116945" y="4156252"/>
                  </a:lnTo>
                  <a:lnTo>
                    <a:pt x="7057121" y="4112369"/>
                  </a:lnTo>
                  <a:lnTo>
                    <a:pt x="7001529" y="4063812"/>
                  </a:lnTo>
                  <a:lnTo>
                    <a:pt x="6949536" y="4009982"/>
                  </a:lnTo>
                  <a:lnTo>
                    <a:pt x="6900459" y="3950251"/>
                  </a:lnTo>
                  <a:lnTo>
                    <a:pt x="6853618" y="3884038"/>
                  </a:lnTo>
                  <a:lnTo>
                    <a:pt x="6808384" y="3810915"/>
                  </a:lnTo>
                  <a:lnTo>
                    <a:pt x="6786527" y="3772310"/>
                  </a:lnTo>
                  <a:lnTo>
                    <a:pt x="6754000" y="3711009"/>
                  </a:lnTo>
                  <a:lnTo>
                    <a:pt x="6721762" y="3645794"/>
                  </a:lnTo>
                  <a:lnTo>
                    <a:pt x="6689660" y="3576586"/>
                  </a:lnTo>
                  <a:lnTo>
                    <a:pt x="6657567" y="3503350"/>
                  </a:lnTo>
                  <a:lnTo>
                    <a:pt x="6625385" y="3426106"/>
                  </a:lnTo>
                  <a:lnTo>
                    <a:pt x="6593038" y="3344930"/>
                  </a:lnTo>
                  <a:lnTo>
                    <a:pt x="6560473" y="3259955"/>
                  </a:lnTo>
                  <a:lnTo>
                    <a:pt x="6527654" y="3171379"/>
                  </a:lnTo>
                  <a:lnTo>
                    <a:pt x="6494566" y="3079462"/>
                  </a:lnTo>
                  <a:lnTo>
                    <a:pt x="6461212" y="2984525"/>
                  </a:lnTo>
                  <a:lnTo>
                    <a:pt x="6427607" y="2886951"/>
                  </a:lnTo>
                  <a:lnTo>
                    <a:pt x="6393783" y="2787174"/>
                  </a:lnTo>
                  <a:lnTo>
                    <a:pt x="6359781" y="2685676"/>
                  </a:lnTo>
                  <a:lnTo>
                    <a:pt x="6325651" y="2582976"/>
                  </a:lnTo>
                  <a:lnTo>
                    <a:pt x="6291451" y="2479620"/>
                  </a:lnTo>
                  <a:lnTo>
                    <a:pt x="6257241" y="2376169"/>
                  </a:lnTo>
                  <a:lnTo>
                    <a:pt x="6223081" y="2273186"/>
                  </a:lnTo>
                  <a:lnTo>
                    <a:pt x="6189029" y="2171223"/>
                  </a:lnTo>
                  <a:lnTo>
                    <a:pt x="6155140" y="2070810"/>
                  </a:lnTo>
                  <a:lnTo>
                    <a:pt x="6121457" y="1972441"/>
                  </a:lnTo>
                  <a:lnTo>
                    <a:pt x="6088016" y="1876570"/>
                  </a:lnTo>
                  <a:lnTo>
                    <a:pt x="6054837" y="1783596"/>
                  </a:lnTo>
                  <a:lnTo>
                    <a:pt x="6021929" y="1693860"/>
                  </a:lnTo>
                  <a:lnTo>
                    <a:pt x="5989280" y="1607646"/>
                  </a:lnTo>
                  <a:lnTo>
                    <a:pt x="5956865" y="1525170"/>
                  </a:lnTo>
                  <a:lnTo>
                    <a:pt x="5924635" y="1446589"/>
                  </a:lnTo>
                  <a:lnTo>
                    <a:pt x="5892522" y="1371996"/>
                  </a:lnTo>
                  <a:lnTo>
                    <a:pt x="5860435" y="1301431"/>
                  </a:lnTo>
                  <a:lnTo>
                    <a:pt x="5828258" y="1234876"/>
                  </a:lnTo>
                  <a:lnTo>
                    <a:pt x="5795848" y="1172266"/>
                  </a:lnTo>
                  <a:lnTo>
                    <a:pt x="5784835" y="1152022"/>
                  </a:lnTo>
                  <a:lnTo>
                    <a:pt x="5740189" y="1075433"/>
                  </a:lnTo>
                  <a:lnTo>
                    <a:pt x="5694214" y="1005853"/>
                  </a:lnTo>
                  <a:lnTo>
                    <a:pt x="5646322" y="942996"/>
                  </a:lnTo>
                  <a:lnTo>
                    <a:pt x="5595851" y="886337"/>
                  </a:lnTo>
                  <a:lnTo>
                    <a:pt x="5542115" y="835260"/>
                  </a:lnTo>
                  <a:lnTo>
                    <a:pt x="5484450" y="789147"/>
                  </a:lnTo>
                  <a:lnTo>
                    <a:pt x="5422267" y="747427"/>
                  </a:lnTo>
                  <a:lnTo>
                    <a:pt x="5355125" y="709613"/>
                  </a:lnTo>
                  <a:lnTo>
                    <a:pt x="5282822" y="675317"/>
                  </a:lnTo>
                  <a:lnTo>
                    <a:pt x="5205511" y="644255"/>
                  </a:lnTo>
                  <a:lnTo>
                    <a:pt x="5123833" y="616254"/>
                  </a:lnTo>
                  <a:lnTo>
                    <a:pt x="5039038" y="591243"/>
                  </a:lnTo>
                  <a:lnTo>
                    <a:pt x="4953073" y="569230"/>
                  </a:lnTo>
                  <a:lnTo>
                    <a:pt x="4868560" y="550276"/>
                  </a:lnTo>
                  <a:lnTo>
                    <a:pt x="4788633" y="534444"/>
                  </a:lnTo>
                  <a:lnTo>
                    <a:pt x="4716599" y="521746"/>
                  </a:lnTo>
                  <a:lnTo>
                    <a:pt x="4655444" y="512087"/>
                  </a:lnTo>
                  <a:lnTo>
                    <a:pt x="4607295" y="505235"/>
                  </a:lnTo>
                  <a:lnTo>
                    <a:pt x="4572984" y="500816"/>
                  </a:lnTo>
                  <a:lnTo>
                    <a:pt x="4551808" y="498338"/>
                  </a:lnTo>
                  <a:lnTo>
                    <a:pt x="4541549" y="497244"/>
                  </a:lnTo>
                  <a:lnTo>
                    <a:pt x="4538543" y="496951"/>
                  </a:lnTo>
                  <a:lnTo>
                    <a:pt x="4016409" y="496951"/>
                  </a:lnTo>
                  <a:lnTo>
                    <a:pt x="4015143" y="496935"/>
                  </a:lnTo>
                  <a:lnTo>
                    <a:pt x="4006869" y="496827"/>
                  </a:lnTo>
                  <a:lnTo>
                    <a:pt x="3986179" y="496526"/>
                  </a:lnTo>
                  <a:lnTo>
                    <a:pt x="3949625" y="495937"/>
                  </a:lnTo>
                  <a:lnTo>
                    <a:pt x="3896023" y="494971"/>
                  </a:lnTo>
                  <a:lnTo>
                    <a:pt x="3826517" y="493564"/>
                  </a:lnTo>
                  <a:lnTo>
                    <a:pt x="3744183" y="491680"/>
                  </a:lnTo>
                  <a:lnTo>
                    <a:pt x="3653263" y="489305"/>
                  </a:lnTo>
                  <a:lnTo>
                    <a:pt x="3558258" y="486447"/>
                  </a:lnTo>
                  <a:lnTo>
                    <a:pt x="3463186" y="483117"/>
                  </a:lnTo>
                  <a:lnTo>
                    <a:pt x="3371130" y="479320"/>
                  </a:lnTo>
                  <a:lnTo>
                    <a:pt x="3284114" y="475050"/>
                  </a:lnTo>
                  <a:lnTo>
                    <a:pt x="3203186" y="470281"/>
                  </a:lnTo>
                  <a:lnTo>
                    <a:pt x="3128624" y="464964"/>
                  </a:lnTo>
                  <a:lnTo>
                    <a:pt x="3060151" y="459033"/>
                  </a:lnTo>
                  <a:lnTo>
                    <a:pt x="2997137" y="452401"/>
                  </a:lnTo>
                  <a:lnTo>
                    <a:pt x="2938745" y="444967"/>
                  </a:lnTo>
                  <a:lnTo>
                    <a:pt x="2884047" y="436623"/>
                  </a:lnTo>
                  <a:lnTo>
                    <a:pt x="2832112" y="427268"/>
                  </a:lnTo>
                  <a:lnTo>
                    <a:pt x="2782083" y="416831"/>
                  </a:lnTo>
                  <a:lnTo>
                    <a:pt x="2770117" y="414125"/>
                  </a:lnTo>
                  <a:lnTo>
                    <a:pt x="2717238" y="401234"/>
                  </a:lnTo>
                  <a:lnTo>
                    <a:pt x="2664871" y="387009"/>
                  </a:lnTo>
                  <a:lnTo>
                    <a:pt x="2612465" y="371434"/>
                  </a:lnTo>
                  <a:lnTo>
                    <a:pt x="2559647" y="354535"/>
                  </a:lnTo>
                  <a:lnTo>
                    <a:pt x="2506200" y="336394"/>
                  </a:lnTo>
                  <a:lnTo>
                    <a:pt x="2452043" y="317148"/>
                  </a:lnTo>
                  <a:lnTo>
                    <a:pt x="2397213" y="296989"/>
                  </a:lnTo>
                  <a:lnTo>
                    <a:pt x="2341846" y="276157"/>
                  </a:lnTo>
                  <a:lnTo>
                    <a:pt x="2286149" y="254929"/>
                  </a:lnTo>
                  <a:lnTo>
                    <a:pt x="2230372" y="233609"/>
                  </a:lnTo>
                  <a:lnTo>
                    <a:pt x="2174777" y="212502"/>
                  </a:lnTo>
                  <a:lnTo>
                    <a:pt x="2119600" y="191904"/>
                  </a:lnTo>
                  <a:lnTo>
                    <a:pt x="2065025" y="172079"/>
                  </a:lnTo>
                  <a:lnTo>
                    <a:pt x="2011150" y="153250"/>
                  </a:lnTo>
                  <a:lnTo>
                    <a:pt x="1957968" y="135587"/>
                  </a:lnTo>
                  <a:lnTo>
                    <a:pt x="1905347" y="119204"/>
                  </a:lnTo>
                  <a:lnTo>
                    <a:pt x="1853010" y="104161"/>
                  </a:lnTo>
                  <a:lnTo>
                    <a:pt x="1800518" y="90468"/>
                  </a:lnTo>
                  <a:lnTo>
                    <a:pt x="1768425" y="82825"/>
                  </a:lnTo>
                  <a:lnTo>
                    <a:pt x="1718747" y="72120"/>
                  </a:lnTo>
                  <a:lnTo>
                    <a:pt x="1667350" y="62506"/>
                  </a:lnTo>
                  <a:lnTo>
                    <a:pt x="1613408" y="53925"/>
                  </a:lnTo>
                  <a:lnTo>
                    <a:pt x="1556002" y="46280"/>
                  </a:lnTo>
                  <a:lnTo>
                    <a:pt x="1494194" y="39462"/>
                  </a:lnTo>
                  <a:lnTo>
                    <a:pt x="1427117" y="33370"/>
                  </a:lnTo>
                  <a:lnTo>
                    <a:pt x="1354078" y="27910"/>
                  </a:lnTo>
                  <a:lnTo>
                    <a:pt x="1274698" y="23013"/>
                  </a:lnTo>
                  <a:lnTo>
                    <a:pt x="1189100" y="18624"/>
                  </a:lnTo>
                  <a:lnTo>
                    <a:pt x="1098124" y="14714"/>
                  </a:lnTo>
                  <a:lnTo>
                    <a:pt x="1003542" y="11270"/>
                  </a:lnTo>
                  <a:lnTo>
                    <a:pt x="908182" y="8296"/>
                  </a:lnTo>
                  <a:lnTo>
                    <a:pt x="815861" y="5803"/>
                  </a:lnTo>
                  <a:lnTo>
                    <a:pt x="731024" y="3800"/>
                  </a:lnTo>
                  <a:lnTo>
                    <a:pt x="658054" y="2279"/>
                  </a:lnTo>
                  <a:lnTo>
                    <a:pt x="600394" y="1211"/>
                  </a:lnTo>
                  <a:lnTo>
                    <a:pt x="559711" y="537"/>
                  </a:lnTo>
                  <a:lnTo>
                    <a:pt x="535397" y="175"/>
                  </a:lnTo>
                  <a:lnTo>
                    <a:pt x="524531" y="29"/>
                  </a:lnTo>
                  <a:lnTo>
                    <a:pt x="5221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378" name="pl378"/>
            <p:cNvSpPr/>
            <p:nvPr/>
          </p:nvSpPr>
          <p:spPr>
            <a:xfrm>
              <a:off x="386606" y="931422"/>
              <a:ext cx="8554953" cy="4427382"/>
            </a:xfrm>
            <a:custGeom>
              <a:avLst/>
              <a:pathLst>
                <a:path w="8554953" h="4427382">
                  <a:moveTo>
                    <a:pt x="0" y="0"/>
                  </a:moveTo>
                  <a:lnTo>
                    <a:pt x="522133" y="0"/>
                  </a:lnTo>
                  <a:lnTo>
                    <a:pt x="523399" y="15"/>
                  </a:lnTo>
                  <a:lnTo>
                    <a:pt x="531674" y="123"/>
                  </a:lnTo>
                  <a:lnTo>
                    <a:pt x="552363" y="424"/>
                  </a:lnTo>
                  <a:lnTo>
                    <a:pt x="588917" y="1013"/>
                  </a:lnTo>
                  <a:lnTo>
                    <a:pt x="642519" y="1979"/>
                  </a:lnTo>
                  <a:lnTo>
                    <a:pt x="712025" y="3386"/>
                  </a:lnTo>
                  <a:lnTo>
                    <a:pt x="794359" y="5271"/>
                  </a:lnTo>
                  <a:lnTo>
                    <a:pt x="885279" y="7645"/>
                  </a:lnTo>
                  <a:lnTo>
                    <a:pt x="980284" y="10503"/>
                  </a:lnTo>
                  <a:lnTo>
                    <a:pt x="1075356" y="13833"/>
                  </a:lnTo>
                  <a:lnTo>
                    <a:pt x="1167412" y="17630"/>
                  </a:lnTo>
                  <a:lnTo>
                    <a:pt x="1254428" y="21900"/>
                  </a:lnTo>
                  <a:lnTo>
                    <a:pt x="1335356" y="26669"/>
                  </a:lnTo>
                  <a:lnTo>
                    <a:pt x="1409918" y="31986"/>
                  </a:lnTo>
                  <a:lnTo>
                    <a:pt x="1478391" y="37917"/>
                  </a:lnTo>
                  <a:lnTo>
                    <a:pt x="1541405" y="44549"/>
                  </a:lnTo>
                  <a:lnTo>
                    <a:pt x="1599797" y="51983"/>
                  </a:lnTo>
                  <a:lnTo>
                    <a:pt x="1654495" y="60327"/>
                  </a:lnTo>
                  <a:lnTo>
                    <a:pt x="1706430" y="69682"/>
                  </a:lnTo>
                  <a:lnTo>
                    <a:pt x="1756459" y="80119"/>
                  </a:lnTo>
                  <a:lnTo>
                    <a:pt x="1768425" y="82825"/>
                  </a:lnTo>
                  <a:lnTo>
                    <a:pt x="1821304" y="95717"/>
                  </a:lnTo>
                  <a:lnTo>
                    <a:pt x="1873671" y="109941"/>
                  </a:lnTo>
                  <a:lnTo>
                    <a:pt x="1926077" y="125516"/>
                  </a:lnTo>
                  <a:lnTo>
                    <a:pt x="1978895" y="142415"/>
                  </a:lnTo>
                  <a:lnTo>
                    <a:pt x="2032342" y="160556"/>
                  </a:lnTo>
                  <a:lnTo>
                    <a:pt x="2086499" y="179802"/>
                  </a:lnTo>
                  <a:lnTo>
                    <a:pt x="2141329" y="199961"/>
                  </a:lnTo>
                  <a:lnTo>
                    <a:pt x="2196696" y="220793"/>
                  </a:lnTo>
                  <a:lnTo>
                    <a:pt x="2252394" y="242021"/>
                  </a:lnTo>
                  <a:lnTo>
                    <a:pt x="2308170" y="263341"/>
                  </a:lnTo>
                  <a:lnTo>
                    <a:pt x="2363766" y="284448"/>
                  </a:lnTo>
                  <a:lnTo>
                    <a:pt x="2418942" y="305046"/>
                  </a:lnTo>
                  <a:lnTo>
                    <a:pt x="2473517" y="324871"/>
                  </a:lnTo>
                  <a:lnTo>
                    <a:pt x="2527392" y="343700"/>
                  </a:lnTo>
                  <a:lnTo>
                    <a:pt x="2580574" y="361363"/>
                  </a:lnTo>
                  <a:lnTo>
                    <a:pt x="2633195" y="377746"/>
                  </a:lnTo>
                  <a:lnTo>
                    <a:pt x="2685532" y="392789"/>
                  </a:lnTo>
                  <a:lnTo>
                    <a:pt x="2738025" y="406482"/>
                  </a:lnTo>
                  <a:lnTo>
                    <a:pt x="2770117" y="414125"/>
                  </a:lnTo>
                  <a:lnTo>
                    <a:pt x="2819796" y="424830"/>
                  </a:lnTo>
                  <a:lnTo>
                    <a:pt x="2871193" y="434444"/>
                  </a:lnTo>
                  <a:lnTo>
                    <a:pt x="2925134" y="443025"/>
                  </a:lnTo>
                  <a:lnTo>
                    <a:pt x="2982541" y="450670"/>
                  </a:lnTo>
                  <a:lnTo>
                    <a:pt x="3044348" y="457488"/>
                  </a:lnTo>
                  <a:lnTo>
                    <a:pt x="3111425" y="463581"/>
                  </a:lnTo>
                  <a:lnTo>
                    <a:pt x="3184464" y="469040"/>
                  </a:lnTo>
                  <a:lnTo>
                    <a:pt x="3263844" y="473937"/>
                  </a:lnTo>
                  <a:lnTo>
                    <a:pt x="3349442" y="478326"/>
                  </a:lnTo>
                  <a:lnTo>
                    <a:pt x="3440418" y="482236"/>
                  </a:lnTo>
                  <a:lnTo>
                    <a:pt x="3535000" y="485680"/>
                  </a:lnTo>
                  <a:lnTo>
                    <a:pt x="3630360" y="488654"/>
                  </a:lnTo>
                  <a:lnTo>
                    <a:pt x="3722681" y="491147"/>
                  </a:lnTo>
                  <a:lnTo>
                    <a:pt x="3807518" y="493151"/>
                  </a:lnTo>
                  <a:lnTo>
                    <a:pt x="3880488" y="494671"/>
                  </a:lnTo>
                  <a:lnTo>
                    <a:pt x="3938148" y="495739"/>
                  </a:lnTo>
                  <a:lnTo>
                    <a:pt x="3978832" y="496413"/>
                  </a:lnTo>
                  <a:lnTo>
                    <a:pt x="4003145" y="496775"/>
                  </a:lnTo>
                  <a:lnTo>
                    <a:pt x="4014011" y="496921"/>
                  </a:lnTo>
                  <a:lnTo>
                    <a:pt x="4016390" y="496950"/>
                  </a:lnTo>
                  <a:lnTo>
                    <a:pt x="4016409" y="496951"/>
                  </a:lnTo>
                  <a:lnTo>
                    <a:pt x="4538543" y="496951"/>
                  </a:lnTo>
                  <a:lnTo>
                    <a:pt x="4539471" y="497038"/>
                  </a:lnTo>
                  <a:lnTo>
                    <a:pt x="4545582" y="497662"/>
                  </a:lnTo>
                  <a:lnTo>
                    <a:pt x="4561016" y="499387"/>
                  </a:lnTo>
                  <a:lnTo>
                    <a:pt x="4588672" y="502783"/>
                  </a:lnTo>
                  <a:lnTo>
                    <a:pt x="4630016" y="508381"/>
                  </a:lnTo>
                  <a:lnTo>
                    <a:pt x="4684958" y="516619"/>
                  </a:lnTo>
                  <a:lnTo>
                    <a:pt x="4751966" y="527801"/>
                  </a:lnTo>
                  <a:lnTo>
                    <a:pt x="4828411" y="542085"/>
                  </a:lnTo>
                  <a:lnTo>
                    <a:pt x="4911077" y="559507"/>
                  </a:lnTo>
                  <a:lnTo>
                    <a:pt x="4996692" y="580022"/>
                  </a:lnTo>
                  <a:lnTo>
                    <a:pt x="5082351" y="603562"/>
                  </a:lnTo>
                  <a:lnTo>
                    <a:pt x="5165762" y="630087"/>
                  </a:lnTo>
                  <a:lnTo>
                    <a:pt x="5245340" y="659626"/>
                  </a:lnTo>
                  <a:lnTo>
                    <a:pt x="5320156" y="692301"/>
                  </a:lnTo>
                  <a:lnTo>
                    <a:pt x="5389834" y="728340"/>
                  </a:lnTo>
                  <a:lnTo>
                    <a:pt x="5454417" y="768080"/>
                  </a:lnTo>
                  <a:lnTo>
                    <a:pt x="5514241" y="811963"/>
                  </a:lnTo>
                  <a:lnTo>
                    <a:pt x="5569833" y="860520"/>
                  </a:lnTo>
                  <a:lnTo>
                    <a:pt x="5621826" y="914351"/>
                  </a:lnTo>
                  <a:lnTo>
                    <a:pt x="5670903" y="974081"/>
                  </a:lnTo>
                  <a:lnTo>
                    <a:pt x="5717744" y="1040294"/>
                  </a:lnTo>
                  <a:lnTo>
                    <a:pt x="5762978" y="1113417"/>
                  </a:lnTo>
                  <a:lnTo>
                    <a:pt x="5784835" y="1152022"/>
                  </a:lnTo>
                  <a:lnTo>
                    <a:pt x="5817362" y="1213323"/>
                  </a:lnTo>
                  <a:lnTo>
                    <a:pt x="5849600" y="1278538"/>
                  </a:lnTo>
                  <a:lnTo>
                    <a:pt x="5881702" y="1347747"/>
                  </a:lnTo>
                  <a:lnTo>
                    <a:pt x="5913795" y="1420982"/>
                  </a:lnTo>
                  <a:lnTo>
                    <a:pt x="5945977" y="1498226"/>
                  </a:lnTo>
                  <a:lnTo>
                    <a:pt x="5978324" y="1579402"/>
                  </a:lnTo>
                  <a:lnTo>
                    <a:pt x="6010889" y="1664377"/>
                  </a:lnTo>
                  <a:lnTo>
                    <a:pt x="6043708" y="1752953"/>
                  </a:lnTo>
                  <a:lnTo>
                    <a:pt x="6076796" y="1844871"/>
                  </a:lnTo>
                  <a:lnTo>
                    <a:pt x="6110150" y="1939807"/>
                  </a:lnTo>
                  <a:lnTo>
                    <a:pt x="6143755" y="2037381"/>
                  </a:lnTo>
                  <a:lnTo>
                    <a:pt x="6177579" y="2137158"/>
                  </a:lnTo>
                  <a:lnTo>
                    <a:pt x="6211581" y="2238656"/>
                  </a:lnTo>
                  <a:lnTo>
                    <a:pt x="6245711" y="2341356"/>
                  </a:lnTo>
                  <a:lnTo>
                    <a:pt x="6279911" y="2444712"/>
                  </a:lnTo>
                  <a:lnTo>
                    <a:pt x="6314121" y="2548163"/>
                  </a:lnTo>
                  <a:lnTo>
                    <a:pt x="6348281" y="2651146"/>
                  </a:lnTo>
                  <a:lnTo>
                    <a:pt x="6382332" y="2753109"/>
                  </a:lnTo>
                  <a:lnTo>
                    <a:pt x="6416222" y="2853522"/>
                  </a:lnTo>
                  <a:lnTo>
                    <a:pt x="6449905" y="2951891"/>
                  </a:lnTo>
                  <a:lnTo>
                    <a:pt x="6483346" y="3047762"/>
                  </a:lnTo>
                  <a:lnTo>
                    <a:pt x="6516525" y="3140737"/>
                  </a:lnTo>
                  <a:lnTo>
                    <a:pt x="6549433" y="3230472"/>
                  </a:lnTo>
                  <a:lnTo>
                    <a:pt x="6582082" y="3316686"/>
                  </a:lnTo>
                  <a:lnTo>
                    <a:pt x="6614497" y="3399162"/>
                  </a:lnTo>
                  <a:lnTo>
                    <a:pt x="6646727" y="3477744"/>
                  </a:lnTo>
                  <a:lnTo>
                    <a:pt x="6678840" y="3552336"/>
                  </a:lnTo>
                  <a:lnTo>
                    <a:pt x="6710927" y="3622901"/>
                  </a:lnTo>
                  <a:lnTo>
                    <a:pt x="6743104" y="3689457"/>
                  </a:lnTo>
                  <a:lnTo>
                    <a:pt x="6775514" y="3752066"/>
                  </a:lnTo>
                  <a:lnTo>
                    <a:pt x="6786527" y="3772310"/>
                  </a:lnTo>
                  <a:lnTo>
                    <a:pt x="6831173" y="3848899"/>
                  </a:lnTo>
                  <a:lnTo>
                    <a:pt x="6877148" y="3918479"/>
                  </a:lnTo>
                  <a:lnTo>
                    <a:pt x="6925040" y="3981336"/>
                  </a:lnTo>
                  <a:lnTo>
                    <a:pt x="6975511" y="4037995"/>
                  </a:lnTo>
                  <a:lnTo>
                    <a:pt x="7029247" y="4089072"/>
                  </a:lnTo>
                  <a:lnTo>
                    <a:pt x="7086912" y="4135185"/>
                  </a:lnTo>
                  <a:lnTo>
                    <a:pt x="7149095" y="4176905"/>
                  </a:lnTo>
                  <a:lnTo>
                    <a:pt x="7216237" y="4214719"/>
                  </a:lnTo>
                  <a:lnTo>
                    <a:pt x="7288540" y="4249015"/>
                  </a:lnTo>
                  <a:lnTo>
                    <a:pt x="7365851" y="4280077"/>
                  </a:lnTo>
                  <a:lnTo>
                    <a:pt x="7447529" y="4308078"/>
                  </a:lnTo>
                  <a:lnTo>
                    <a:pt x="7532324" y="4333090"/>
                  </a:lnTo>
                  <a:lnTo>
                    <a:pt x="7618289" y="4355102"/>
                  </a:lnTo>
                  <a:lnTo>
                    <a:pt x="7702802" y="4374056"/>
                  </a:lnTo>
                  <a:lnTo>
                    <a:pt x="7782728" y="4389888"/>
                  </a:lnTo>
                  <a:lnTo>
                    <a:pt x="7854762" y="4402587"/>
                  </a:lnTo>
                  <a:lnTo>
                    <a:pt x="7915918" y="4412246"/>
                  </a:lnTo>
                  <a:lnTo>
                    <a:pt x="7964067" y="4419097"/>
                  </a:lnTo>
                  <a:lnTo>
                    <a:pt x="7998378" y="4423516"/>
                  </a:lnTo>
                  <a:lnTo>
                    <a:pt x="8019554" y="4425994"/>
                  </a:lnTo>
                  <a:lnTo>
                    <a:pt x="8029813" y="4427088"/>
                  </a:lnTo>
                  <a:lnTo>
                    <a:pt x="8032705" y="4427371"/>
                  </a:lnTo>
                  <a:lnTo>
                    <a:pt x="8032819" y="4427382"/>
                  </a:lnTo>
                  <a:lnTo>
                    <a:pt x="8554953" y="4427382"/>
                  </a:lnTo>
                  <a:lnTo>
                    <a:pt x="8554953" y="4427382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379" name="pl379"/>
            <p:cNvSpPr/>
            <p:nvPr/>
          </p:nvSpPr>
          <p:spPr>
            <a:xfrm>
              <a:off x="386606" y="914481"/>
              <a:ext cx="8554953" cy="4427382"/>
            </a:xfrm>
            <a:custGeom>
              <a:avLst/>
              <a:pathLst>
                <a:path w="8554953" h="4427382">
                  <a:moveTo>
                    <a:pt x="8554953" y="4427382"/>
                  </a:moveTo>
                  <a:lnTo>
                    <a:pt x="8032819" y="4427382"/>
                  </a:lnTo>
                  <a:lnTo>
                    <a:pt x="8031891" y="4427294"/>
                  </a:lnTo>
                  <a:lnTo>
                    <a:pt x="8025780" y="4426670"/>
                  </a:lnTo>
                  <a:lnTo>
                    <a:pt x="8010346" y="4424945"/>
                  </a:lnTo>
                  <a:lnTo>
                    <a:pt x="7982690" y="4421549"/>
                  </a:lnTo>
                  <a:lnTo>
                    <a:pt x="7941346" y="4415951"/>
                  </a:lnTo>
                  <a:lnTo>
                    <a:pt x="7886404" y="4407713"/>
                  </a:lnTo>
                  <a:lnTo>
                    <a:pt x="7819396" y="4396532"/>
                  </a:lnTo>
                  <a:lnTo>
                    <a:pt x="7742951" y="4382247"/>
                  </a:lnTo>
                  <a:lnTo>
                    <a:pt x="7660285" y="4364825"/>
                  </a:lnTo>
                  <a:lnTo>
                    <a:pt x="7574669" y="4344310"/>
                  </a:lnTo>
                  <a:lnTo>
                    <a:pt x="7489011" y="4320770"/>
                  </a:lnTo>
                  <a:lnTo>
                    <a:pt x="7405599" y="4294245"/>
                  </a:lnTo>
                  <a:lnTo>
                    <a:pt x="7326022" y="4264707"/>
                  </a:lnTo>
                  <a:lnTo>
                    <a:pt x="7251206" y="4232032"/>
                  </a:lnTo>
                  <a:lnTo>
                    <a:pt x="7181528" y="4195992"/>
                  </a:lnTo>
                  <a:lnTo>
                    <a:pt x="7116945" y="4156252"/>
                  </a:lnTo>
                  <a:lnTo>
                    <a:pt x="7057121" y="4112369"/>
                  </a:lnTo>
                  <a:lnTo>
                    <a:pt x="7001529" y="4063812"/>
                  </a:lnTo>
                  <a:lnTo>
                    <a:pt x="6949536" y="4009982"/>
                  </a:lnTo>
                  <a:lnTo>
                    <a:pt x="6900459" y="3950251"/>
                  </a:lnTo>
                  <a:lnTo>
                    <a:pt x="6853618" y="3884038"/>
                  </a:lnTo>
                  <a:lnTo>
                    <a:pt x="6808384" y="3810915"/>
                  </a:lnTo>
                  <a:lnTo>
                    <a:pt x="6786527" y="3772310"/>
                  </a:lnTo>
                  <a:lnTo>
                    <a:pt x="6754000" y="3711009"/>
                  </a:lnTo>
                  <a:lnTo>
                    <a:pt x="6721762" y="3645794"/>
                  </a:lnTo>
                  <a:lnTo>
                    <a:pt x="6689660" y="3576586"/>
                  </a:lnTo>
                  <a:lnTo>
                    <a:pt x="6657567" y="3503350"/>
                  </a:lnTo>
                  <a:lnTo>
                    <a:pt x="6625385" y="3426106"/>
                  </a:lnTo>
                  <a:lnTo>
                    <a:pt x="6593038" y="3344930"/>
                  </a:lnTo>
                  <a:lnTo>
                    <a:pt x="6560473" y="3259955"/>
                  </a:lnTo>
                  <a:lnTo>
                    <a:pt x="6527654" y="3171379"/>
                  </a:lnTo>
                  <a:lnTo>
                    <a:pt x="6494566" y="3079462"/>
                  </a:lnTo>
                  <a:lnTo>
                    <a:pt x="6461212" y="2984525"/>
                  </a:lnTo>
                  <a:lnTo>
                    <a:pt x="6427607" y="2886951"/>
                  </a:lnTo>
                  <a:lnTo>
                    <a:pt x="6393783" y="2787174"/>
                  </a:lnTo>
                  <a:lnTo>
                    <a:pt x="6359781" y="2685676"/>
                  </a:lnTo>
                  <a:lnTo>
                    <a:pt x="6325651" y="2582976"/>
                  </a:lnTo>
                  <a:lnTo>
                    <a:pt x="6291451" y="2479620"/>
                  </a:lnTo>
                  <a:lnTo>
                    <a:pt x="6257241" y="2376169"/>
                  </a:lnTo>
                  <a:lnTo>
                    <a:pt x="6223081" y="2273186"/>
                  </a:lnTo>
                  <a:lnTo>
                    <a:pt x="6189029" y="2171223"/>
                  </a:lnTo>
                  <a:lnTo>
                    <a:pt x="6155140" y="2070810"/>
                  </a:lnTo>
                  <a:lnTo>
                    <a:pt x="6121457" y="1972441"/>
                  </a:lnTo>
                  <a:lnTo>
                    <a:pt x="6088016" y="1876570"/>
                  </a:lnTo>
                  <a:lnTo>
                    <a:pt x="6054837" y="1783596"/>
                  </a:lnTo>
                  <a:lnTo>
                    <a:pt x="6021929" y="1693860"/>
                  </a:lnTo>
                  <a:lnTo>
                    <a:pt x="5989280" y="1607646"/>
                  </a:lnTo>
                  <a:lnTo>
                    <a:pt x="5956865" y="1525170"/>
                  </a:lnTo>
                  <a:lnTo>
                    <a:pt x="5924635" y="1446589"/>
                  </a:lnTo>
                  <a:lnTo>
                    <a:pt x="5892522" y="1371996"/>
                  </a:lnTo>
                  <a:lnTo>
                    <a:pt x="5860435" y="1301431"/>
                  </a:lnTo>
                  <a:lnTo>
                    <a:pt x="5828258" y="1234876"/>
                  </a:lnTo>
                  <a:lnTo>
                    <a:pt x="5795848" y="1172266"/>
                  </a:lnTo>
                  <a:lnTo>
                    <a:pt x="5784835" y="1152022"/>
                  </a:lnTo>
                  <a:lnTo>
                    <a:pt x="5740189" y="1075433"/>
                  </a:lnTo>
                  <a:lnTo>
                    <a:pt x="5694214" y="1005853"/>
                  </a:lnTo>
                  <a:lnTo>
                    <a:pt x="5646322" y="942996"/>
                  </a:lnTo>
                  <a:lnTo>
                    <a:pt x="5595851" y="886337"/>
                  </a:lnTo>
                  <a:lnTo>
                    <a:pt x="5542115" y="835260"/>
                  </a:lnTo>
                  <a:lnTo>
                    <a:pt x="5484450" y="789147"/>
                  </a:lnTo>
                  <a:lnTo>
                    <a:pt x="5422267" y="747427"/>
                  </a:lnTo>
                  <a:lnTo>
                    <a:pt x="5355125" y="709613"/>
                  </a:lnTo>
                  <a:lnTo>
                    <a:pt x="5282822" y="675317"/>
                  </a:lnTo>
                  <a:lnTo>
                    <a:pt x="5205511" y="644255"/>
                  </a:lnTo>
                  <a:lnTo>
                    <a:pt x="5123833" y="616254"/>
                  </a:lnTo>
                  <a:lnTo>
                    <a:pt x="5039038" y="591243"/>
                  </a:lnTo>
                  <a:lnTo>
                    <a:pt x="4953073" y="569230"/>
                  </a:lnTo>
                  <a:lnTo>
                    <a:pt x="4868560" y="550276"/>
                  </a:lnTo>
                  <a:lnTo>
                    <a:pt x="4788633" y="534444"/>
                  </a:lnTo>
                  <a:lnTo>
                    <a:pt x="4716599" y="521746"/>
                  </a:lnTo>
                  <a:lnTo>
                    <a:pt x="4655444" y="512087"/>
                  </a:lnTo>
                  <a:lnTo>
                    <a:pt x="4607295" y="505235"/>
                  </a:lnTo>
                  <a:lnTo>
                    <a:pt x="4572984" y="500816"/>
                  </a:lnTo>
                  <a:lnTo>
                    <a:pt x="4551808" y="498338"/>
                  </a:lnTo>
                  <a:lnTo>
                    <a:pt x="4541549" y="497244"/>
                  </a:lnTo>
                  <a:lnTo>
                    <a:pt x="4538657" y="496961"/>
                  </a:lnTo>
                  <a:lnTo>
                    <a:pt x="4538543" y="496951"/>
                  </a:lnTo>
                  <a:lnTo>
                    <a:pt x="4016409" y="496951"/>
                  </a:lnTo>
                  <a:lnTo>
                    <a:pt x="4015143" y="496935"/>
                  </a:lnTo>
                  <a:lnTo>
                    <a:pt x="4006869" y="496827"/>
                  </a:lnTo>
                  <a:lnTo>
                    <a:pt x="3986179" y="496526"/>
                  </a:lnTo>
                  <a:lnTo>
                    <a:pt x="3949625" y="495937"/>
                  </a:lnTo>
                  <a:lnTo>
                    <a:pt x="3896023" y="494971"/>
                  </a:lnTo>
                  <a:lnTo>
                    <a:pt x="3826517" y="493564"/>
                  </a:lnTo>
                  <a:lnTo>
                    <a:pt x="3744183" y="491680"/>
                  </a:lnTo>
                  <a:lnTo>
                    <a:pt x="3653263" y="489305"/>
                  </a:lnTo>
                  <a:lnTo>
                    <a:pt x="3558258" y="486447"/>
                  </a:lnTo>
                  <a:lnTo>
                    <a:pt x="3463186" y="483117"/>
                  </a:lnTo>
                  <a:lnTo>
                    <a:pt x="3371130" y="479320"/>
                  </a:lnTo>
                  <a:lnTo>
                    <a:pt x="3284114" y="475050"/>
                  </a:lnTo>
                  <a:lnTo>
                    <a:pt x="3203186" y="470281"/>
                  </a:lnTo>
                  <a:lnTo>
                    <a:pt x="3128624" y="464964"/>
                  </a:lnTo>
                  <a:lnTo>
                    <a:pt x="3060151" y="459033"/>
                  </a:lnTo>
                  <a:lnTo>
                    <a:pt x="2997137" y="452401"/>
                  </a:lnTo>
                  <a:lnTo>
                    <a:pt x="2938745" y="444967"/>
                  </a:lnTo>
                  <a:lnTo>
                    <a:pt x="2884047" y="436623"/>
                  </a:lnTo>
                  <a:lnTo>
                    <a:pt x="2832112" y="427268"/>
                  </a:lnTo>
                  <a:lnTo>
                    <a:pt x="2782083" y="416831"/>
                  </a:lnTo>
                  <a:lnTo>
                    <a:pt x="2770117" y="414125"/>
                  </a:lnTo>
                  <a:lnTo>
                    <a:pt x="2717238" y="401234"/>
                  </a:lnTo>
                  <a:lnTo>
                    <a:pt x="2664871" y="387009"/>
                  </a:lnTo>
                  <a:lnTo>
                    <a:pt x="2612465" y="371434"/>
                  </a:lnTo>
                  <a:lnTo>
                    <a:pt x="2559647" y="354535"/>
                  </a:lnTo>
                  <a:lnTo>
                    <a:pt x="2506200" y="336394"/>
                  </a:lnTo>
                  <a:lnTo>
                    <a:pt x="2452043" y="317148"/>
                  </a:lnTo>
                  <a:lnTo>
                    <a:pt x="2397213" y="296989"/>
                  </a:lnTo>
                  <a:lnTo>
                    <a:pt x="2341846" y="276157"/>
                  </a:lnTo>
                  <a:lnTo>
                    <a:pt x="2286149" y="254929"/>
                  </a:lnTo>
                  <a:lnTo>
                    <a:pt x="2230372" y="233609"/>
                  </a:lnTo>
                  <a:lnTo>
                    <a:pt x="2174777" y="212502"/>
                  </a:lnTo>
                  <a:lnTo>
                    <a:pt x="2119600" y="191904"/>
                  </a:lnTo>
                  <a:lnTo>
                    <a:pt x="2065025" y="172079"/>
                  </a:lnTo>
                  <a:lnTo>
                    <a:pt x="2011150" y="153250"/>
                  </a:lnTo>
                  <a:lnTo>
                    <a:pt x="1957968" y="135587"/>
                  </a:lnTo>
                  <a:lnTo>
                    <a:pt x="1905347" y="119204"/>
                  </a:lnTo>
                  <a:lnTo>
                    <a:pt x="1853010" y="104161"/>
                  </a:lnTo>
                  <a:lnTo>
                    <a:pt x="1800518" y="90468"/>
                  </a:lnTo>
                  <a:lnTo>
                    <a:pt x="1768425" y="82825"/>
                  </a:lnTo>
                  <a:lnTo>
                    <a:pt x="1718747" y="72120"/>
                  </a:lnTo>
                  <a:lnTo>
                    <a:pt x="1667350" y="62506"/>
                  </a:lnTo>
                  <a:lnTo>
                    <a:pt x="1613408" y="53925"/>
                  </a:lnTo>
                  <a:lnTo>
                    <a:pt x="1556002" y="46280"/>
                  </a:lnTo>
                  <a:lnTo>
                    <a:pt x="1494194" y="39462"/>
                  </a:lnTo>
                  <a:lnTo>
                    <a:pt x="1427117" y="33370"/>
                  </a:lnTo>
                  <a:lnTo>
                    <a:pt x="1354078" y="27910"/>
                  </a:lnTo>
                  <a:lnTo>
                    <a:pt x="1274698" y="23013"/>
                  </a:lnTo>
                  <a:lnTo>
                    <a:pt x="1189100" y="18624"/>
                  </a:lnTo>
                  <a:lnTo>
                    <a:pt x="1098124" y="14714"/>
                  </a:lnTo>
                  <a:lnTo>
                    <a:pt x="1003542" y="11270"/>
                  </a:lnTo>
                  <a:lnTo>
                    <a:pt x="908182" y="8296"/>
                  </a:lnTo>
                  <a:lnTo>
                    <a:pt x="815861" y="5803"/>
                  </a:lnTo>
                  <a:lnTo>
                    <a:pt x="731024" y="3800"/>
                  </a:lnTo>
                  <a:lnTo>
                    <a:pt x="658054" y="2279"/>
                  </a:lnTo>
                  <a:lnTo>
                    <a:pt x="600394" y="1211"/>
                  </a:lnTo>
                  <a:lnTo>
                    <a:pt x="559711" y="537"/>
                  </a:lnTo>
                  <a:lnTo>
                    <a:pt x="535397" y="175"/>
                  </a:lnTo>
                  <a:lnTo>
                    <a:pt x="524531" y="29"/>
                  </a:lnTo>
                  <a:lnTo>
                    <a:pt x="522152" y="0"/>
                  </a:lnTo>
                  <a:lnTo>
                    <a:pt x="522133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380" name="pg380"/>
            <p:cNvSpPr/>
            <p:nvPr/>
          </p:nvSpPr>
          <p:spPr>
            <a:xfrm>
              <a:off x="386606" y="931422"/>
              <a:ext cx="8554953" cy="4935627"/>
            </a:xfrm>
            <a:custGeom>
              <a:avLst/>
              <a:pathLst>
                <a:path w="8554953" h="4935627">
                  <a:moveTo>
                    <a:pt x="0" y="22588"/>
                  </a:moveTo>
                  <a:lnTo>
                    <a:pt x="522133" y="22588"/>
                  </a:lnTo>
                  <a:lnTo>
                    <a:pt x="523399" y="22603"/>
                  </a:lnTo>
                  <a:lnTo>
                    <a:pt x="531674" y="22712"/>
                  </a:lnTo>
                  <a:lnTo>
                    <a:pt x="552363" y="23012"/>
                  </a:lnTo>
                  <a:lnTo>
                    <a:pt x="588917" y="23602"/>
                  </a:lnTo>
                  <a:lnTo>
                    <a:pt x="642519" y="24568"/>
                  </a:lnTo>
                  <a:lnTo>
                    <a:pt x="712025" y="25975"/>
                  </a:lnTo>
                  <a:lnTo>
                    <a:pt x="794359" y="27859"/>
                  </a:lnTo>
                  <a:lnTo>
                    <a:pt x="885279" y="30233"/>
                  </a:lnTo>
                  <a:lnTo>
                    <a:pt x="980284" y="33092"/>
                  </a:lnTo>
                  <a:lnTo>
                    <a:pt x="1075356" y="36422"/>
                  </a:lnTo>
                  <a:lnTo>
                    <a:pt x="1167412" y="40218"/>
                  </a:lnTo>
                  <a:lnTo>
                    <a:pt x="1254428" y="44488"/>
                  </a:lnTo>
                  <a:lnTo>
                    <a:pt x="1335356" y="49258"/>
                  </a:lnTo>
                  <a:lnTo>
                    <a:pt x="1409918" y="54575"/>
                  </a:lnTo>
                  <a:lnTo>
                    <a:pt x="1478391" y="60506"/>
                  </a:lnTo>
                  <a:lnTo>
                    <a:pt x="1541405" y="67138"/>
                  </a:lnTo>
                  <a:lnTo>
                    <a:pt x="1599797" y="74571"/>
                  </a:lnTo>
                  <a:lnTo>
                    <a:pt x="1654495" y="82915"/>
                  </a:lnTo>
                  <a:lnTo>
                    <a:pt x="1706430" y="92271"/>
                  </a:lnTo>
                  <a:lnTo>
                    <a:pt x="1756459" y="102708"/>
                  </a:lnTo>
                  <a:lnTo>
                    <a:pt x="1768425" y="105413"/>
                  </a:lnTo>
                  <a:lnTo>
                    <a:pt x="1821304" y="118305"/>
                  </a:lnTo>
                  <a:lnTo>
                    <a:pt x="1873671" y="132529"/>
                  </a:lnTo>
                  <a:lnTo>
                    <a:pt x="1926077" y="148105"/>
                  </a:lnTo>
                  <a:lnTo>
                    <a:pt x="1978895" y="165004"/>
                  </a:lnTo>
                  <a:lnTo>
                    <a:pt x="2032342" y="183144"/>
                  </a:lnTo>
                  <a:lnTo>
                    <a:pt x="2086499" y="202390"/>
                  </a:lnTo>
                  <a:lnTo>
                    <a:pt x="2141329" y="222550"/>
                  </a:lnTo>
                  <a:lnTo>
                    <a:pt x="2196696" y="243382"/>
                  </a:lnTo>
                  <a:lnTo>
                    <a:pt x="2252394" y="264609"/>
                  </a:lnTo>
                  <a:lnTo>
                    <a:pt x="2308170" y="285930"/>
                  </a:lnTo>
                  <a:lnTo>
                    <a:pt x="2363766" y="307036"/>
                  </a:lnTo>
                  <a:lnTo>
                    <a:pt x="2418942" y="327635"/>
                  </a:lnTo>
                  <a:lnTo>
                    <a:pt x="2473517" y="347459"/>
                  </a:lnTo>
                  <a:lnTo>
                    <a:pt x="2527392" y="366289"/>
                  </a:lnTo>
                  <a:lnTo>
                    <a:pt x="2580574" y="383952"/>
                  </a:lnTo>
                  <a:lnTo>
                    <a:pt x="2633195" y="400335"/>
                  </a:lnTo>
                  <a:lnTo>
                    <a:pt x="2685532" y="415377"/>
                  </a:lnTo>
                  <a:lnTo>
                    <a:pt x="2738025" y="429071"/>
                  </a:lnTo>
                  <a:lnTo>
                    <a:pt x="2770117" y="436714"/>
                  </a:lnTo>
                  <a:lnTo>
                    <a:pt x="2819796" y="447419"/>
                  </a:lnTo>
                  <a:lnTo>
                    <a:pt x="2871193" y="457033"/>
                  </a:lnTo>
                  <a:lnTo>
                    <a:pt x="2925134" y="465614"/>
                  </a:lnTo>
                  <a:lnTo>
                    <a:pt x="2982541" y="473259"/>
                  </a:lnTo>
                  <a:lnTo>
                    <a:pt x="3044348" y="480076"/>
                  </a:lnTo>
                  <a:lnTo>
                    <a:pt x="3111425" y="486169"/>
                  </a:lnTo>
                  <a:lnTo>
                    <a:pt x="3184464" y="491628"/>
                  </a:lnTo>
                  <a:lnTo>
                    <a:pt x="3263844" y="496526"/>
                  </a:lnTo>
                  <a:lnTo>
                    <a:pt x="3349442" y="500915"/>
                  </a:lnTo>
                  <a:lnTo>
                    <a:pt x="3440418" y="504825"/>
                  </a:lnTo>
                  <a:lnTo>
                    <a:pt x="3535000" y="508269"/>
                  </a:lnTo>
                  <a:lnTo>
                    <a:pt x="3630360" y="511243"/>
                  </a:lnTo>
                  <a:lnTo>
                    <a:pt x="3722681" y="513736"/>
                  </a:lnTo>
                  <a:lnTo>
                    <a:pt x="3807518" y="515739"/>
                  </a:lnTo>
                  <a:lnTo>
                    <a:pt x="3880488" y="517260"/>
                  </a:lnTo>
                  <a:lnTo>
                    <a:pt x="3938148" y="518328"/>
                  </a:lnTo>
                  <a:lnTo>
                    <a:pt x="3978832" y="519002"/>
                  </a:lnTo>
                  <a:lnTo>
                    <a:pt x="4003145" y="519364"/>
                  </a:lnTo>
                  <a:lnTo>
                    <a:pt x="4014011" y="519510"/>
                  </a:lnTo>
                  <a:lnTo>
                    <a:pt x="4016409" y="519539"/>
                  </a:lnTo>
                  <a:lnTo>
                    <a:pt x="4538543" y="519539"/>
                  </a:lnTo>
                  <a:lnTo>
                    <a:pt x="4539436" y="519634"/>
                  </a:lnTo>
                  <a:lnTo>
                    <a:pt x="4545319" y="520307"/>
                  </a:lnTo>
                  <a:lnTo>
                    <a:pt x="4560192" y="522169"/>
                  </a:lnTo>
                  <a:lnTo>
                    <a:pt x="4586887" y="525835"/>
                  </a:lnTo>
                  <a:lnTo>
                    <a:pt x="4626879" y="531883"/>
                  </a:lnTo>
                  <a:lnTo>
                    <a:pt x="4680169" y="540793"/>
                  </a:lnTo>
                  <a:lnTo>
                    <a:pt x="4745375" y="552904"/>
                  </a:lnTo>
                  <a:lnTo>
                    <a:pt x="4820040" y="568401"/>
                  </a:lnTo>
                  <a:lnTo>
                    <a:pt x="4901105" y="587333"/>
                  </a:lnTo>
                  <a:lnTo>
                    <a:pt x="4985405" y="609657"/>
                  </a:lnTo>
                  <a:lnTo>
                    <a:pt x="5070086" y="635301"/>
                  </a:lnTo>
                  <a:lnTo>
                    <a:pt x="5152857" y="664213"/>
                  </a:lnTo>
                  <a:lnTo>
                    <a:pt x="5232092" y="696413"/>
                  </a:lnTo>
                  <a:lnTo>
                    <a:pt x="5306800" y="732013"/>
                  </a:lnTo>
                  <a:lnTo>
                    <a:pt x="5376536" y="771239"/>
                  </a:lnTo>
                  <a:lnTo>
                    <a:pt x="5441275" y="814434"/>
                  </a:lnTo>
                  <a:lnTo>
                    <a:pt x="5501291" y="862051"/>
                  </a:lnTo>
                  <a:lnTo>
                    <a:pt x="5557059" y="914645"/>
                  </a:lnTo>
                  <a:lnTo>
                    <a:pt x="5609170" y="972851"/>
                  </a:lnTo>
                  <a:lnTo>
                    <a:pt x="5658274" y="1037343"/>
                  </a:lnTo>
                  <a:lnTo>
                    <a:pt x="5705029" y="1108772"/>
                  </a:lnTo>
                  <a:lnTo>
                    <a:pt x="5750058" y="1187662"/>
                  </a:lnTo>
                  <a:lnTo>
                    <a:pt x="5784835" y="1255554"/>
                  </a:lnTo>
                  <a:lnTo>
                    <a:pt x="5815736" y="1320865"/>
                  </a:lnTo>
                  <a:lnTo>
                    <a:pt x="5846369" y="1390139"/>
                  </a:lnTo>
                  <a:lnTo>
                    <a:pt x="5876868" y="1463455"/>
                  </a:lnTo>
                  <a:lnTo>
                    <a:pt x="5907342" y="1540851"/>
                  </a:lnTo>
                  <a:lnTo>
                    <a:pt x="5937881" y="1622318"/>
                  </a:lnTo>
                  <a:lnTo>
                    <a:pt x="5968554" y="1707796"/>
                  </a:lnTo>
                  <a:lnTo>
                    <a:pt x="5999411" y="1797172"/>
                  </a:lnTo>
                  <a:lnTo>
                    <a:pt x="6030488" y="1890276"/>
                  </a:lnTo>
                  <a:lnTo>
                    <a:pt x="6061804" y="1986880"/>
                  </a:lnTo>
                  <a:lnTo>
                    <a:pt x="6093363" y="2086700"/>
                  </a:lnTo>
                  <a:lnTo>
                    <a:pt x="6125157" y="2189395"/>
                  </a:lnTo>
                  <a:lnTo>
                    <a:pt x="6157166" y="2294574"/>
                  </a:lnTo>
                  <a:lnTo>
                    <a:pt x="6189360" y="2401796"/>
                  </a:lnTo>
                  <a:lnTo>
                    <a:pt x="6221699" y="2510584"/>
                  </a:lnTo>
                  <a:lnTo>
                    <a:pt x="6254138" y="2620429"/>
                  </a:lnTo>
                  <a:lnTo>
                    <a:pt x="6286627" y="2730799"/>
                  </a:lnTo>
                  <a:lnTo>
                    <a:pt x="6319115" y="2841154"/>
                  </a:lnTo>
                  <a:lnTo>
                    <a:pt x="6351550" y="2950951"/>
                  </a:lnTo>
                  <a:lnTo>
                    <a:pt x="6383881" y="3059662"/>
                  </a:lnTo>
                  <a:lnTo>
                    <a:pt x="6416065" y="3166778"/>
                  </a:lnTo>
                  <a:lnTo>
                    <a:pt x="6448062" y="3271824"/>
                  </a:lnTo>
                  <a:lnTo>
                    <a:pt x="6479843" y="3374362"/>
                  </a:lnTo>
                  <a:lnTo>
                    <a:pt x="6511389" y="3474003"/>
                  </a:lnTo>
                  <a:lnTo>
                    <a:pt x="6542690" y="3570411"/>
                  </a:lnTo>
                  <a:lnTo>
                    <a:pt x="6573754" y="3663304"/>
                  </a:lnTo>
                  <a:lnTo>
                    <a:pt x="6604599" y="3752457"/>
                  </a:lnTo>
                  <a:lnTo>
                    <a:pt x="6635262" y="3837704"/>
                  </a:lnTo>
                  <a:lnTo>
                    <a:pt x="6665795" y="3918935"/>
                  </a:lnTo>
                  <a:lnTo>
                    <a:pt x="6696268" y="3996093"/>
                  </a:lnTo>
                  <a:lnTo>
                    <a:pt x="6726772" y="4069172"/>
                  </a:lnTo>
                  <a:lnTo>
                    <a:pt x="6757417" y="4138212"/>
                  </a:lnTo>
                  <a:lnTo>
                    <a:pt x="6786527" y="4199612"/>
                  </a:lnTo>
                  <a:lnTo>
                    <a:pt x="6830580" y="4284588"/>
                  </a:lnTo>
                  <a:lnTo>
                    <a:pt x="6875920" y="4361891"/>
                  </a:lnTo>
                  <a:lnTo>
                    <a:pt x="6923112" y="4431824"/>
                  </a:lnTo>
                  <a:lnTo>
                    <a:pt x="6972788" y="4494949"/>
                  </a:lnTo>
                  <a:lnTo>
                    <a:pt x="7025610" y="4551930"/>
                  </a:lnTo>
                  <a:lnTo>
                    <a:pt x="7082218" y="4603436"/>
                  </a:lnTo>
                  <a:lnTo>
                    <a:pt x="7143185" y="4650088"/>
                  </a:lnTo>
                  <a:lnTo>
                    <a:pt x="7208951" y="4692421"/>
                  </a:lnTo>
                  <a:lnTo>
                    <a:pt x="7279738" y="4730867"/>
                  </a:lnTo>
                  <a:lnTo>
                    <a:pt x="7355444" y="4765743"/>
                  </a:lnTo>
                  <a:lnTo>
                    <a:pt x="7435517" y="4797251"/>
                  </a:lnTo>
                  <a:lnTo>
                    <a:pt x="7518843" y="4825484"/>
                  </a:lnTo>
                  <a:lnTo>
                    <a:pt x="7603655" y="4850441"/>
                  </a:lnTo>
                  <a:lnTo>
                    <a:pt x="7687532" y="4872064"/>
                  </a:lnTo>
                  <a:lnTo>
                    <a:pt x="7767526" y="4890280"/>
                  </a:lnTo>
                  <a:lnTo>
                    <a:pt x="7840459" y="4905063"/>
                  </a:lnTo>
                  <a:lnTo>
                    <a:pt x="7903353" y="4916486"/>
                  </a:lnTo>
                  <a:lnTo>
                    <a:pt x="7953942" y="4924766"/>
                  </a:lnTo>
                  <a:lnTo>
                    <a:pt x="7991111" y="4930274"/>
                  </a:lnTo>
                  <a:lnTo>
                    <a:pt x="8015172" y="4933514"/>
                  </a:lnTo>
                  <a:lnTo>
                    <a:pt x="8027895" y="4935077"/>
                  </a:lnTo>
                  <a:lnTo>
                    <a:pt x="8032372" y="4935580"/>
                  </a:lnTo>
                  <a:lnTo>
                    <a:pt x="8032819" y="4935627"/>
                  </a:lnTo>
                  <a:lnTo>
                    <a:pt x="8554953" y="4935627"/>
                  </a:lnTo>
                  <a:lnTo>
                    <a:pt x="8554953" y="4913038"/>
                  </a:lnTo>
                  <a:lnTo>
                    <a:pt x="8032819" y="4913038"/>
                  </a:lnTo>
                  <a:lnTo>
                    <a:pt x="8031926" y="4912944"/>
                  </a:lnTo>
                  <a:lnTo>
                    <a:pt x="8026043" y="4912270"/>
                  </a:lnTo>
                  <a:lnTo>
                    <a:pt x="8011170" y="4910409"/>
                  </a:lnTo>
                  <a:lnTo>
                    <a:pt x="7984474" y="4906742"/>
                  </a:lnTo>
                  <a:lnTo>
                    <a:pt x="7944483" y="4900694"/>
                  </a:lnTo>
                  <a:lnTo>
                    <a:pt x="7891192" y="4891784"/>
                  </a:lnTo>
                  <a:lnTo>
                    <a:pt x="7825987" y="4879673"/>
                  </a:lnTo>
                  <a:lnTo>
                    <a:pt x="7751322" y="4864176"/>
                  </a:lnTo>
                  <a:lnTo>
                    <a:pt x="7670257" y="4845245"/>
                  </a:lnTo>
                  <a:lnTo>
                    <a:pt x="7585957" y="4822920"/>
                  </a:lnTo>
                  <a:lnTo>
                    <a:pt x="7501276" y="4797277"/>
                  </a:lnTo>
                  <a:lnTo>
                    <a:pt x="7418505" y="4768364"/>
                  </a:lnTo>
                  <a:lnTo>
                    <a:pt x="7339270" y="4736165"/>
                  </a:lnTo>
                  <a:lnTo>
                    <a:pt x="7264562" y="4700565"/>
                  </a:lnTo>
                  <a:lnTo>
                    <a:pt x="7194826" y="4661339"/>
                  </a:lnTo>
                  <a:lnTo>
                    <a:pt x="7130087" y="4618144"/>
                  </a:lnTo>
                  <a:lnTo>
                    <a:pt x="7070071" y="4570527"/>
                  </a:lnTo>
                  <a:lnTo>
                    <a:pt x="7014303" y="4517932"/>
                  </a:lnTo>
                  <a:lnTo>
                    <a:pt x="6962192" y="4459727"/>
                  </a:lnTo>
                  <a:lnTo>
                    <a:pt x="6913088" y="4395235"/>
                  </a:lnTo>
                  <a:lnTo>
                    <a:pt x="6866333" y="4323805"/>
                  </a:lnTo>
                  <a:lnTo>
                    <a:pt x="6821304" y="4244916"/>
                  </a:lnTo>
                  <a:lnTo>
                    <a:pt x="6786527" y="4177024"/>
                  </a:lnTo>
                  <a:lnTo>
                    <a:pt x="6755626" y="4111712"/>
                  </a:lnTo>
                  <a:lnTo>
                    <a:pt x="6724993" y="4042439"/>
                  </a:lnTo>
                  <a:lnTo>
                    <a:pt x="6694494" y="3969123"/>
                  </a:lnTo>
                  <a:lnTo>
                    <a:pt x="6664020" y="3891727"/>
                  </a:lnTo>
                  <a:lnTo>
                    <a:pt x="6633481" y="3810260"/>
                  </a:lnTo>
                  <a:lnTo>
                    <a:pt x="6602808" y="3724782"/>
                  </a:lnTo>
                  <a:lnTo>
                    <a:pt x="6571951" y="3635406"/>
                  </a:lnTo>
                  <a:lnTo>
                    <a:pt x="6540874" y="3542302"/>
                  </a:lnTo>
                  <a:lnTo>
                    <a:pt x="6509558" y="3445698"/>
                  </a:lnTo>
                  <a:lnTo>
                    <a:pt x="6477999" y="3345878"/>
                  </a:lnTo>
                  <a:lnTo>
                    <a:pt x="6446205" y="3243182"/>
                  </a:lnTo>
                  <a:lnTo>
                    <a:pt x="6414196" y="3138004"/>
                  </a:lnTo>
                  <a:lnTo>
                    <a:pt x="6382002" y="3030782"/>
                  </a:lnTo>
                  <a:lnTo>
                    <a:pt x="6349663" y="2921993"/>
                  </a:lnTo>
                  <a:lnTo>
                    <a:pt x="6317224" y="2812149"/>
                  </a:lnTo>
                  <a:lnTo>
                    <a:pt x="6284735" y="2701778"/>
                  </a:lnTo>
                  <a:lnTo>
                    <a:pt x="6252247" y="2591424"/>
                  </a:lnTo>
                  <a:lnTo>
                    <a:pt x="6219812" y="2481626"/>
                  </a:lnTo>
                  <a:lnTo>
                    <a:pt x="6187480" y="2372915"/>
                  </a:lnTo>
                  <a:lnTo>
                    <a:pt x="6155297" y="2265799"/>
                  </a:lnTo>
                  <a:lnTo>
                    <a:pt x="6123300" y="2160754"/>
                  </a:lnTo>
                  <a:lnTo>
                    <a:pt x="6091519" y="2058216"/>
                  </a:lnTo>
                  <a:lnTo>
                    <a:pt x="6059973" y="1958574"/>
                  </a:lnTo>
                  <a:lnTo>
                    <a:pt x="6028672" y="1862167"/>
                  </a:lnTo>
                  <a:lnTo>
                    <a:pt x="5997608" y="1769274"/>
                  </a:lnTo>
                  <a:lnTo>
                    <a:pt x="5966763" y="1680121"/>
                  </a:lnTo>
                  <a:lnTo>
                    <a:pt x="5936100" y="1594874"/>
                  </a:lnTo>
                  <a:lnTo>
                    <a:pt x="5905567" y="1513643"/>
                  </a:lnTo>
                  <a:lnTo>
                    <a:pt x="5875093" y="1436485"/>
                  </a:lnTo>
                  <a:lnTo>
                    <a:pt x="5844590" y="1363406"/>
                  </a:lnTo>
                  <a:lnTo>
                    <a:pt x="5813945" y="1294365"/>
                  </a:lnTo>
                  <a:lnTo>
                    <a:pt x="5784835" y="1232965"/>
                  </a:lnTo>
                  <a:lnTo>
                    <a:pt x="5740782" y="1147989"/>
                  </a:lnTo>
                  <a:lnTo>
                    <a:pt x="5695442" y="1070687"/>
                  </a:lnTo>
                  <a:lnTo>
                    <a:pt x="5648250" y="1000754"/>
                  </a:lnTo>
                  <a:lnTo>
                    <a:pt x="5598573" y="937629"/>
                  </a:lnTo>
                  <a:lnTo>
                    <a:pt x="5545752" y="880648"/>
                  </a:lnTo>
                  <a:lnTo>
                    <a:pt x="5489144" y="829142"/>
                  </a:lnTo>
                  <a:lnTo>
                    <a:pt x="5428177" y="782489"/>
                  </a:lnTo>
                  <a:lnTo>
                    <a:pt x="5362411" y="740156"/>
                  </a:lnTo>
                  <a:lnTo>
                    <a:pt x="5291624" y="701710"/>
                  </a:lnTo>
                  <a:lnTo>
                    <a:pt x="5215918" y="666834"/>
                  </a:lnTo>
                  <a:lnTo>
                    <a:pt x="5135845" y="635326"/>
                  </a:lnTo>
                  <a:lnTo>
                    <a:pt x="5052518" y="607094"/>
                  </a:lnTo>
                  <a:lnTo>
                    <a:pt x="4967707" y="582137"/>
                  </a:lnTo>
                  <a:lnTo>
                    <a:pt x="4883830" y="560514"/>
                  </a:lnTo>
                  <a:lnTo>
                    <a:pt x="4803836" y="542297"/>
                  </a:lnTo>
                  <a:lnTo>
                    <a:pt x="4730903" y="527514"/>
                  </a:lnTo>
                  <a:lnTo>
                    <a:pt x="4668009" y="516091"/>
                  </a:lnTo>
                  <a:lnTo>
                    <a:pt x="4617420" y="507811"/>
                  </a:lnTo>
                  <a:lnTo>
                    <a:pt x="4580251" y="502304"/>
                  </a:lnTo>
                  <a:lnTo>
                    <a:pt x="4556190" y="499063"/>
                  </a:lnTo>
                  <a:lnTo>
                    <a:pt x="4543467" y="497501"/>
                  </a:lnTo>
                  <a:lnTo>
                    <a:pt x="4538990" y="496997"/>
                  </a:lnTo>
                  <a:lnTo>
                    <a:pt x="4538543" y="496951"/>
                  </a:lnTo>
                  <a:lnTo>
                    <a:pt x="4016409" y="496951"/>
                  </a:lnTo>
                  <a:lnTo>
                    <a:pt x="4015143" y="496935"/>
                  </a:lnTo>
                  <a:lnTo>
                    <a:pt x="4006869" y="496827"/>
                  </a:lnTo>
                  <a:lnTo>
                    <a:pt x="3986179" y="496526"/>
                  </a:lnTo>
                  <a:lnTo>
                    <a:pt x="3949625" y="495937"/>
                  </a:lnTo>
                  <a:lnTo>
                    <a:pt x="3896023" y="494971"/>
                  </a:lnTo>
                  <a:lnTo>
                    <a:pt x="3826517" y="493564"/>
                  </a:lnTo>
                  <a:lnTo>
                    <a:pt x="3744183" y="491680"/>
                  </a:lnTo>
                  <a:lnTo>
                    <a:pt x="3653263" y="489305"/>
                  </a:lnTo>
                  <a:lnTo>
                    <a:pt x="3558258" y="486447"/>
                  </a:lnTo>
                  <a:lnTo>
                    <a:pt x="3463186" y="483117"/>
                  </a:lnTo>
                  <a:lnTo>
                    <a:pt x="3371130" y="479320"/>
                  </a:lnTo>
                  <a:lnTo>
                    <a:pt x="3284114" y="475050"/>
                  </a:lnTo>
                  <a:lnTo>
                    <a:pt x="3203186" y="470281"/>
                  </a:lnTo>
                  <a:lnTo>
                    <a:pt x="3128624" y="464964"/>
                  </a:lnTo>
                  <a:lnTo>
                    <a:pt x="3060151" y="459033"/>
                  </a:lnTo>
                  <a:lnTo>
                    <a:pt x="2997137" y="452401"/>
                  </a:lnTo>
                  <a:lnTo>
                    <a:pt x="2938745" y="444967"/>
                  </a:lnTo>
                  <a:lnTo>
                    <a:pt x="2884047" y="436623"/>
                  </a:lnTo>
                  <a:lnTo>
                    <a:pt x="2832112" y="427268"/>
                  </a:lnTo>
                  <a:lnTo>
                    <a:pt x="2782083" y="416831"/>
                  </a:lnTo>
                  <a:lnTo>
                    <a:pt x="2770117" y="414125"/>
                  </a:lnTo>
                  <a:lnTo>
                    <a:pt x="2717238" y="401234"/>
                  </a:lnTo>
                  <a:lnTo>
                    <a:pt x="2664871" y="387009"/>
                  </a:lnTo>
                  <a:lnTo>
                    <a:pt x="2612465" y="371434"/>
                  </a:lnTo>
                  <a:lnTo>
                    <a:pt x="2559647" y="354535"/>
                  </a:lnTo>
                  <a:lnTo>
                    <a:pt x="2506200" y="336394"/>
                  </a:lnTo>
                  <a:lnTo>
                    <a:pt x="2452043" y="317148"/>
                  </a:lnTo>
                  <a:lnTo>
                    <a:pt x="2397213" y="296989"/>
                  </a:lnTo>
                  <a:lnTo>
                    <a:pt x="2341846" y="276157"/>
                  </a:lnTo>
                  <a:lnTo>
                    <a:pt x="2286149" y="254929"/>
                  </a:lnTo>
                  <a:lnTo>
                    <a:pt x="2230372" y="233609"/>
                  </a:lnTo>
                  <a:lnTo>
                    <a:pt x="2174777" y="212502"/>
                  </a:lnTo>
                  <a:lnTo>
                    <a:pt x="2119600" y="191904"/>
                  </a:lnTo>
                  <a:lnTo>
                    <a:pt x="2065025" y="172079"/>
                  </a:lnTo>
                  <a:lnTo>
                    <a:pt x="2011150" y="153250"/>
                  </a:lnTo>
                  <a:lnTo>
                    <a:pt x="1957968" y="135587"/>
                  </a:lnTo>
                  <a:lnTo>
                    <a:pt x="1905347" y="119204"/>
                  </a:lnTo>
                  <a:lnTo>
                    <a:pt x="1853010" y="104161"/>
                  </a:lnTo>
                  <a:lnTo>
                    <a:pt x="1800518" y="90468"/>
                  </a:lnTo>
                  <a:lnTo>
                    <a:pt x="1768425" y="82825"/>
                  </a:lnTo>
                  <a:lnTo>
                    <a:pt x="1718747" y="72120"/>
                  </a:lnTo>
                  <a:lnTo>
                    <a:pt x="1667350" y="62506"/>
                  </a:lnTo>
                  <a:lnTo>
                    <a:pt x="1613408" y="53925"/>
                  </a:lnTo>
                  <a:lnTo>
                    <a:pt x="1556002" y="46280"/>
                  </a:lnTo>
                  <a:lnTo>
                    <a:pt x="1494194" y="39462"/>
                  </a:lnTo>
                  <a:lnTo>
                    <a:pt x="1427117" y="33370"/>
                  </a:lnTo>
                  <a:lnTo>
                    <a:pt x="1354078" y="27910"/>
                  </a:lnTo>
                  <a:lnTo>
                    <a:pt x="1274698" y="23013"/>
                  </a:lnTo>
                  <a:lnTo>
                    <a:pt x="1189100" y="18624"/>
                  </a:lnTo>
                  <a:lnTo>
                    <a:pt x="1098124" y="14714"/>
                  </a:lnTo>
                  <a:lnTo>
                    <a:pt x="1003542" y="11270"/>
                  </a:lnTo>
                  <a:lnTo>
                    <a:pt x="908182" y="8296"/>
                  </a:lnTo>
                  <a:lnTo>
                    <a:pt x="815861" y="5803"/>
                  </a:lnTo>
                  <a:lnTo>
                    <a:pt x="731024" y="3800"/>
                  </a:lnTo>
                  <a:lnTo>
                    <a:pt x="658054" y="2279"/>
                  </a:lnTo>
                  <a:lnTo>
                    <a:pt x="600394" y="1211"/>
                  </a:lnTo>
                  <a:lnTo>
                    <a:pt x="559711" y="537"/>
                  </a:lnTo>
                  <a:lnTo>
                    <a:pt x="535397" y="175"/>
                  </a:lnTo>
                  <a:lnTo>
                    <a:pt x="524531" y="29"/>
                  </a:lnTo>
                  <a:lnTo>
                    <a:pt x="5221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381" name="pl381"/>
            <p:cNvSpPr/>
            <p:nvPr/>
          </p:nvSpPr>
          <p:spPr>
            <a:xfrm>
              <a:off x="386606" y="954011"/>
              <a:ext cx="8554953" cy="4913038"/>
            </a:xfrm>
            <a:custGeom>
              <a:avLst/>
              <a:pathLst>
                <a:path w="8554953" h="4913038">
                  <a:moveTo>
                    <a:pt x="0" y="0"/>
                  </a:moveTo>
                  <a:lnTo>
                    <a:pt x="522133" y="0"/>
                  </a:lnTo>
                  <a:lnTo>
                    <a:pt x="523399" y="15"/>
                  </a:lnTo>
                  <a:lnTo>
                    <a:pt x="531674" y="123"/>
                  </a:lnTo>
                  <a:lnTo>
                    <a:pt x="552363" y="424"/>
                  </a:lnTo>
                  <a:lnTo>
                    <a:pt x="588917" y="1013"/>
                  </a:lnTo>
                  <a:lnTo>
                    <a:pt x="642519" y="1979"/>
                  </a:lnTo>
                  <a:lnTo>
                    <a:pt x="712025" y="3386"/>
                  </a:lnTo>
                  <a:lnTo>
                    <a:pt x="794359" y="5271"/>
                  </a:lnTo>
                  <a:lnTo>
                    <a:pt x="885279" y="7645"/>
                  </a:lnTo>
                  <a:lnTo>
                    <a:pt x="980284" y="10503"/>
                  </a:lnTo>
                  <a:lnTo>
                    <a:pt x="1075356" y="13833"/>
                  </a:lnTo>
                  <a:lnTo>
                    <a:pt x="1167412" y="17630"/>
                  </a:lnTo>
                  <a:lnTo>
                    <a:pt x="1254428" y="21900"/>
                  </a:lnTo>
                  <a:lnTo>
                    <a:pt x="1335356" y="26669"/>
                  </a:lnTo>
                  <a:lnTo>
                    <a:pt x="1409918" y="31986"/>
                  </a:lnTo>
                  <a:lnTo>
                    <a:pt x="1478391" y="37917"/>
                  </a:lnTo>
                  <a:lnTo>
                    <a:pt x="1541405" y="44549"/>
                  </a:lnTo>
                  <a:lnTo>
                    <a:pt x="1599797" y="51983"/>
                  </a:lnTo>
                  <a:lnTo>
                    <a:pt x="1654495" y="60327"/>
                  </a:lnTo>
                  <a:lnTo>
                    <a:pt x="1706430" y="69682"/>
                  </a:lnTo>
                  <a:lnTo>
                    <a:pt x="1756459" y="80119"/>
                  </a:lnTo>
                  <a:lnTo>
                    <a:pt x="1768425" y="82825"/>
                  </a:lnTo>
                  <a:lnTo>
                    <a:pt x="1821304" y="95717"/>
                  </a:lnTo>
                  <a:lnTo>
                    <a:pt x="1873671" y="109941"/>
                  </a:lnTo>
                  <a:lnTo>
                    <a:pt x="1926077" y="125516"/>
                  </a:lnTo>
                  <a:lnTo>
                    <a:pt x="1978895" y="142415"/>
                  </a:lnTo>
                  <a:lnTo>
                    <a:pt x="2032342" y="160556"/>
                  </a:lnTo>
                  <a:lnTo>
                    <a:pt x="2086499" y="179802"/>
                  </a:lnTo>
                  <a:lnTo>
                    <a:pt x="2141329" y="199961"/>
                  </a:lnTo>
                  <a:lnTo>
                    <a:pt x="2196696" y="220793"/>
                  </a:lnTo>
                  <a:lnTo>
                    <a:pt x="2252394" y="242021"/>
                  </a:lnTo>
                  <a:lnTo>
                    <a:pt x="2308170" y="263341"/>
                  </a:lnTo>
                  <a:lnTo>
                    <a:pt x="2363766" y="284448"/>
                  </a:lnTo>
                  <a:lnTo>
                    <a:pt x="2418942" y="305046"/>
                  </a:lnTo>
                  <a:lnTo>
                    <a:pt x="2473517" y="324871"/>
                  </a:lnTo>
                  <a:lnTo>
                    <a:pt x="2527392" y="343700"/>
                  </a:lnTo>
                  <a:lnTo>
                    <a:pt x="2580574" y="361363"/>
                  </a:lnTo>
                  <a:lnTo>
                    <a:pt x="2633195" y="377746"/>
                  </a:lnTo>
                  <a:lnTo>
                    <a:pt x="2685532" y="392789"/>
                  </a:lnTo>
                  <a:lnTo>
                    <a:pt x="2738025" y="406482"/>
                  </a:lnTo>
                  <a:lnTo>
                    <a:pt x="2770117" y="414125"/>
                  </a:lnTo>
                  <a:lnTo>
                    <a:pt x="2819796" y="424830"/>
                  </a:lnTo>
                  <a:lnTo>
                    <a:pt x="2871193" y="434444"/>
                  </a:lnTo>
                  <a:lnTo>
                    <a:pt x="2925134" y="443025"/>
                  </a:lnTo>
                  <a:lnTo>
                    <a:pt x="2982541" y="450670"/>
                  </a:lnTo>
                  <a:lnTo>
                    <a:pt x="3044348" y="457488"/>
                  </a:lnTo>
                  <a:lnTo>
                    <a:pt x="3111425" y="463581"/>
                  </a:lnTo>
                  <a:lnTo>
                    <a:pt x="3184464" y="469040"/>
                  </a:lnTo>
                  <a:lnTo>
                    <a:pt x="3263844" y="473937"/>
                  </a:lnTo>
                  <a:lnTo>
                    <a:pt x="3349442" y="478326"/>
                  </a:lnTo>
                  <a:lnTo>
                    <a:pt x="3440418" y="482236"/>
                  </a:lnTo>
                  <a:lnTo>
                    <a:pt x="3535000" y="485680"/>
                  </a:lnTo>
                  <a:lnTo>
                    <a:pt x="3630360" y="488654"/>
                  </a:lnTo>
                  <a:lnTo>
                    <a:pt x="3722681" y="491147"/>
                  </a:lnTo>
                  <a:lnTo>
                    <a:pt x="3807518" y="493151"/>
                  </a:lnTo>
                  <a:lnTo>
                    <a:pt x="3880488" y="494671"/>
                  </a:lnTo>
                  <a:lnTo>
                    <a:pt x="3938148" y="495739"/>
                  </a:lnTo>
                  <a:lnTo>
                    <a:pt x="3978832" y="496413"/>
                  </a:lnTo>
                  <a:lnTo>
                    <a:pt x="4003145" y="496775"/>
                  </a:lnTo>
                  <a:lnTo>
                    <a:pt x="4014011" y="496921"/>
                  </a:lnTo>
                  <a:lnTo>
                    <a:pt x="4016390" y="496950"/>
                  </a:lnTo>
                  <a:lnTo>
                    <a:pt x="4016409" y="496951"/>
                  </a:lnTo>
                  <a:lnTo>
                    <a:pt x="4538543" y="496951"/>
                  </a:lnTo>
                  <a:lnTo>
                    <a:pt x="4539436" y="497045"/>
                  </a:lnTo>
                  <a:lnTo>
                    <a:pt x="4545319" y="497719"/>
                  </a:lnTo>
                  <a:lnTo>
                    <a:pt x="4560192" y="499580"/>
                  </a:lnTo>
                  <a:lnTo>
                    <a:pt x="4586887" y="503247"/>
                  </a:lnTo>
                  <a:lnTo>
                    <a:pt x="4626879" y="509295"/>
                  </a:lnTo>
                  <a:lnTo>
                    <a:pt x="4680169" y="518204"/>
                  </a:lnTo>
                  <a:lnTo>
                    <a:pt x="4745375" y="530316"/>
                  </a:lnTo>
                  <a:lnTo>
                    <a:pt x="4820040" y="545812"/>
                  </a:lnTo>
                  <a:lnTo>
                    <a:pt x="4901105" y="564744"/>
                  </a:lnTo>
                  <a:lnTo>
                    <a:pt x="4985405" y="587068"/>
                  </a:lnTo>
                  <a:lnTo>
                    <a:pt x="5070086" y="612712"/>
                  </a:lnTo>
                  <a:lnTo>
                    <a:pt x="5152857" y="641625"/>
                  </a:lnTo>
                  <a:lnTo>
                    <a:pt x="5232092" y="673824"/>
                  </a:lnTo>
                  <a:lnTo>
                    <a:pt x="5306800" y="709424"/>
                  </a:lnTo>
                  <a:lnTo>
                    <a:pt x="5376536" y="748650"/>
                  </a:lnTo>
                  <a:lnTo>
                    <a:pt x="5441275" y="791845"/>
                  </a:lnTo>
                  <a:lnTo>
                    <a:pt x="5501291" y="839462"/>
                  </a:lnTo>
                  <a:lnTo>
                    <a:pt x="5557059" y="892057"/>
                  </a:lnTo>
                  <a:lnTo>
                    <a:pt x="5609170" y="950262"/>
                  </a:lnTo>
                  <a:lnTo>
                    <a:pt x="5658274" y="1014754"/>
                  </a:lnTo>
                  <a:lnTo>
                    <a:pt x="5705029" y="1086184"/>
                  </a:lnTo>
                  <a:lnTo>
                    <a:pt x="5750058" y="1165073"/>
                  </a:lnTo>
                  <a:lnTo>
                    <a:pt x="5784835" y="1232965"/>
                  </a:lnTo>
                  <a:lnTo>
                    <a:pt x="5815736" y="1298277"/>
                  </a:lnTo>
                  <a:lnTo>
                    <a:pt x="5846369" y="1367550"/>
                  </a:lnTo>
                  <a:lnTo>
                    <a:pt x="5876868" y="1440866"/>
                  </a:lnTo>
                  <a:lnTo>
                    <a:pt x="5907342" y="1518262"/>
                  </a:lnTo>
                  <a:lnTo>
                    <a:pt x="5937881" y="1599729"/>
                  </a:lnTo>
                  <a:lnTo>
                    <a:pt x="5968554" y="1685207"/>
                  </a:lnTo>
                  <a:lnTo>
                    <a:pt x="5999411" y="1774583"/>
                  </a:lnTo>
                  <a:lnTo>
                    <a:pt x="6030488" y="1867687"/>
                  </a:lnTo>
                  <a:lnTo>
                    <a:pt x="6061804" y="1964291"/>
                  </a:lnTo>
                  <a:lnTo>
                    <a:pt x="6093363" y="2064111"/>
                  </a:lnTo>
                  <a:lnTo>
                    <a:pt x="6125157" y="2166807"/>
                  </a:lnTo>
                  <a:lnTo>
                    <a:pt x="6157166" y="2271985"/>
                  </a:lnTo>
                  <a:lnTo>
                    <a:pt x="6189360" y="2379207"/>
                  </a:lnTo>
                  <a:lnTo>
                    <a:pt x="6221699" y="2487996"/>
                  </a:lnTo>
                  <a:lnTo>
                    <a:pt x="6254138" y="2597840"/>
                  </a:lnTo>
                  <a:lnTo>
                    <a:pt x="6286627" y="2708211"/>
                  </a:lnTo>
                  <a:lnTo>
                    <a:pt x="6319115" y="2818565"/>
                  </a:lnTo>
                  <a:lnTo>
                    <a:pt x="6351550" y="2928363"/>
                  </a:lnTo>
                  <a:lnTo>
                    <a:pt x="6383881" y="3037073"/>
                  </a:lnTo>
                  <a:lnTo>
                    <a:pt x="6416065" y="3144190"/>
                  </a:lnTo>
                  <a:lnTo>
                    <a:pt x="6448062" y="3249235"/>
                  </a:lnTo>
                  <a:lnTo>
                    <a:pt x="6479843" y="3351773"/>
                  </a:lnTo>
                  <a:lnTo>
                    <a:pt x="6511389" y="3451415"/>
                  </a:lnTo>
                  <a:lnTo>
                    <a:pt x="6542690" y="3547822"/>
                  </a:lnTo>
                  <a:lnTo>
                    <a:pt x="6573754" y="3640715"/>
                  </a:lnTo>
                  <a:lnTo>
                    <a:pt x="6604599" y="3729868"/>
                  </a:lnTo>
                  <a:lnTo>
                    <a:pt x="6635262" y="3815115"/>
                  </a:lnTo>
                  <a:lnTo>
                    <a:pt x="6665795" y="3896346"/>
                  </a:lnTo>
                  <a:lnTo>
                    <a:pt x="6696268" y="3973504"/>
                  </a:lnTo>
                  <a:lnTo>
                    <a:pt x="6726772" y="4046583"/>
                  </a:lnTo>
                  <a:lnTo>
                    <a:pt x="6757417" y="4115623"/>
                  </a:lnTo>
                  <a:lnTo>
                    <a:pt x="6786527" y="4177024"/>
                  </a:lnTo>
                  <a:lnTo>
                    <a:pt x="6830580" y="4262000"/>
                  </a:lnTo>
                  <a:lnTo>
                    <a:pt x="6875920" y="4339302"/>
                  </a:lnTo>
                  <a:lnTo>
                    <a:pt x="6923112" y="4409235"/>
                  </a:lnTo>
                  <a:lnTo>
                    <a:pt x="6972788" y="4472360"/>
                  </a:lnTo>
                  <a:lnTo>
                    <a:pt x="7025610" y="4529341"/>
                  </a:lnTo>
                  <a:lnTo>
                    <a:pt x="7082218" y="4580847"/>
                  </a:lnTo>
                  <a:lnTo>
                    <a:pt x="7143185" y="4627500"/>
                  </a:lnTo>
                  <a:lnTo>
                    <a:pt x="7208951" y="4669833"/>
                  </a:lnTo>
                  <a:lnTo>
                    <a:pt x="7279738" y="4708279"/>
                  </a:lnTo>
                  <a:lnTo>
                    <a:pt x="7355444" y="4743155"/>
                  </a:lnTo>
                  <a:lnTo>
                    <a:pt x="7435517" y="4774663"/>
                  </a:lnTo>
                  <a:lnTo>
                    <a:pt x="7518843" y="4802895"/>
                  </a:lnTo>
                  <a:lnTo>
                    <a:pt x="7603655" y="4827852"/>
                  </a:lnTo>
                  <a:lnTo>
                    <a:pt x="7687532" y="4849475"/>
                  </a:lnTo>
                  <a:lnTo>
                    <a:pt x="7767526" y="4867692"/>
                  </a:lnTo>
                  <a:lnTo>
                    <a:pt x="7840459" y="4882474"/>
                  </a:lnTo>
                  <a:lnTo>
                    <a:pt x="7903353" y="4893898"/>
                  </a:lnTo>
                  <a:lnTo>
                    <a:pt x="7953942" y="4902177"/>
                  </a:lnTo>
                  <a:lnTo>
                    <a:pt x="7991111" y="4907685"/>
                  </a:lnTo>
                  <a:lnTo>
                    <a:pt x="8015172" y="4910926"/>
                  </a:lnTo>
                  <a:lnTo>
                    <a:pt x="8027895" y="4912488"/>
                  </a:lnTo>
                  <a:lnTo>
                    <a:pt x="8032372" y="4912992"/>
                  </a:lnTo>
                  <a:lnTo>
                    <a:pt x="8032819" y="4913038"/>
                  </a:lnTo>
                  <a:lnTo>
                    <a:pt x="8554953" y="4913038"/>
                  </a:lnTo>
                  <a:lnTo>
                    <a:pt x="8554953" y="4913038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382" name="pl382"/>
            <p:cNvSpPr/>
            <p:nvPr/>
          </p:nvSpPr>
          <p:spPr>
            <a:xfrm>
              <a:off x="386606" y="931422"/>
              <a:ext cx="8554953" cy="4913038"/>
            </a:xfrm>
            <a:custGeom>
              <a:avLst/>
              <a:pathLst>
                <a:path w="8554953" h="4913038">
                  <a:moveTo>
                    <a:pt x="8554953" y="4913038"/>
                  </a:moveTo>
                  <a:lnTo>
                    <a:pt x="8032819" y="4913038"/>
                  </a:lnTo>
                  <a:lnTo>
                    <a:pt x="8031926" y="4912944"/>
                  </a:lnTo>
                  <a:lnTo>
                    <a:pt x="8026043" y="4912270"/>
                  </a:lnTo>
                  <a:lnTo>
                    <a:pt x="8011170" y="4910409"/>
                  </a:lnTo>
                  <a:lnTo>
                    <a:pt x="7984474" y="4906742"/>
                  </a:lnTo>
                  <a:lnTo>
                    <a:pt x="7944483" y="4900694"/>
                  </a:lnTo>
                  <a:lnTo>
                    <a:pt x="7891192" y="4891784"/>
                  </a:lnTo>
                  <a:lnTo>
                    <a:pt x="7825987" y="4879673"/>
                  </a:lnTo>
                  <a:lnTo>
                    <a:pt x="7751322" y="4864176"/>
                  </a:lnTo>
                  <a:lnTo>
                    <a:pt x="7670257" y="4845245"/>
                  </a:lnTo>
                  <a:lnTo>
                    <a:pt x="7585957" y="4822920"/>
                  </a:lnTo>
                  <a:lnTo>
                    <a:pt x="7501276" y="4797277"/>
                  </a:lnTo>
                  <a:lnTo>
                    <a:pt x="7418505" y="4768364"/>
                  </a:lnTo>
                  <a:lnTo>
                    <a:pt x="7339270" y="4736165"/>
                  </a:lnTo>
                  <a:lnTo>
                    <a:pt x="7264562" y="4700565"/>
                  </a:lnTo>
                  <a:lnTo>
                    <a:pt x="7194826" y="4661339"/>
                  </a:lnTo>
                  <a:lnTo>
                    <a:pt x="7130087" y="4618144"/>
                  </a:lnTo>
                  <a:lnTo>
                    <a:pt x="7070071" y="4570527"/>
                  </a:lnTo>
                  <a:lnTo>
                    <a:pt x="7014303" y="4517932"/>
                  </a:lnTo>
                  <a:lnTo>
                    <a:pt x="6962192" y="4459727"/>
                  </a:lnTo>
                  <a:lnTo>
                    <a:pt x="6913088" y="4395235"/>
                  </a:lnTo>
                  <a:lnTo>
                    <a:pt x="6866333" y="4323805"/>
                  </a:lnTo>
                  <a:lnTo>
                    <a:pt x="6821304" y="4244916"/>
                  </a:lnTo>
                  <a:lnTo>
                    <a:pt x="6786527" y="4177024"/>
                  </a:lnTo>
                  <a:lnTo>
                    <a:pt x="6755626" y="4111712"/>
                  </a:lnTo>
                  <a:lnTo>
                    <a:pt x="6724993" y="4042439"/>
                  </a:lnTo>
                  <a:lnTo>
                    <a:pt x="6694494" y="3969123"/>
                  </a:lnTo>
                  <a:lnTo>
                    <a:pt x="6664020" y="3891727"/>
                  </a:lnTo>
                  <a:lnTo>
                    <a:pt x="6633481" y="3810260"/>
                  </a:lnTo>
                  <a:lnTo>
                    <a:pt x="6602808" y="3724782"/>
                  </a:lnTo>
                  <a:lnTo>
                    <a:pt x="6571951" y="3635406"/>
                  </a:lnTo>
                  <a:lnTo>
                    <a:pt x="6540874" y="3542302"/>
                  </a:lnTo>
                  <a:lnTo>
                    <a:pt x="6509558" y="3445698"/>
                  </a:lnTo>
                  <a:lnTo>
                    <a:pt x="6477999" y="3345878"/>
                  </a:lnTo>
                  <a:lnTo>
                    <a:pt x="6446205" y="3243182"/>
                  </a:lnTo>
                  <a:lnTo>
                    <a:pt x="6414196" y="3138004"/>
                  </a:lnTo>
                  <a:lnTo>
                    <a:pt x="6382002" y="3030782"/>
                  </a:lnTo>
                  <a:lnTo>
                    <a:pt x="6349663" y="2921993"/>
                  </a:lnTo>
                  <a:lnTo>
                    <a:pt x="6317224" y="2812149"/>
                  </a:lnTo>
                  <a:lnTo>
                    <a:pt x="6284735" y="2701778"/>
                  </a:lnTo>
                  <a:lnTo>
                    <a:pt x="6252247" y="2591424"/>
                  </a:lnTo>
                  <a:lnTo>
                    <a:pt x="6219812" y="2481626"/>
                  </a:lnTo>
                  <a:lnTo>
                    <a:pt x="6187480" y="2372915"/>
                  </a:lnTo>
                  <a:lnTo>
                    <a:pt x="6155297" y="2265799"/>
                  </a:lnTo>
                  <a:lnTo>
                    <a:pt x="6123300" y="2160754"/>
                  </a:lnTo>
                  <a:lnTo>
                    <a:pt x="6091519" y="2058216"/>
                  </a:lnTo>
                  <a:lnTo>
                    <a:pt x="6059973" y="1958574"/>
                  </a:lnTo>
                  <a:lnTo>
                    <a:pt x="6028672" y="1862167"/>
                  </a:lnTo>
                  <a:lnTo>
                    <a:pt x="5997608" y="1769274"/>
                  </a:lnTo>
                  <a:lnTo>
                    <a:pt x="5966763" y="1680121"/>
                  </a:lnTo>
                  <a:lnTo>
                    <a:pt x="5936100" y="1594874"/>
                  </a:lnTo>
                  <a:lnTo>
                    <a:pt x="5905567" y="1513643"/>
                  </a:lnTo>
                  <a:lnTo>
                    <a:pt x="5875093" y="1436485"/>
                  </a:lnTo>
                  <a:lnTo>
                    <a:pt x="5844590" y="1363406"/>
                  </a:lnTo>
                  <a:lnTo>
                    <a:pt x="5813945" y="1294365"/>
                  </a:lnTo>
                  <a:lnTo>
                    <a:pt x="5784835" y="1232965"/>
                  </a:lnTo>
                  <a:lnTo>
                    <a:pt x="5740782" y="1147989"/>
                  </a:lnTo>
                  <a:lnTo>
                    <a:pt x="5695442" y="1070687"/>
                  </a:lnTo>
                  <a:lnTo>
                    <a:pt x="5648250" y="1000754"/>
                  </a:lnTo>
                  <a:lnTo>
                    <a:pt x="5598573" y="937629"/>
                  </a:lnTo>
                  <a:lnTo>
                    <a:pt x="5545752" y="880648"/>
                  </a:lnTo>
                  <a:lnTo>
                    <a:pt x="5489144" y="829142"/>
                  </a:lnTo>
                  <a:lnTo>
                    <a:pt x="5428177" y="782489"/>
                  </a:lnTo>
                  <a:lnTo>
                    <a:pt x="5362411" y="740156"/>
                  </a:lnTo>
                  <a:lnTo>
                    <a:pt x="5291624" y="701710"/>
                  </a:lnTo>
                  <a:lnTo>
                    <a:pt x="5215918" y="666834"/>
                  </a:lnTo>
                  <a:lnTo>
                    <a:pt x="5135845" y="635326"/>
                  </a:lnTo>
                  <a:lnTo>
                    <a:pt x="5052518" y="607094"/>
                  </a:lnTo>
                  <a:lnTo>
                    <a:pt x="4967707" y="582137"/>
                  </a:lnTo>
                  <a:lnTo>
                    <a:pt x="4883830" y="560514"/>
                  </a:lnTo>
                  <a:lnTo>
                    <a:pt x="4803836" y="542297"/>
                  </a:lnTo>
                  <a:lnTo>
                    <a:pt x="4730903" y="527514"/>
                  </a:lnTo>
                  <a:lnTo>
                    <a:pt x="4668009" y="516091"/>
                  </a:lnTo>
                  <a:lnTo>
                    <a:pt x="4617420" y="507811"/>
                  </a:lnTo>
                  <a:lnTo>
                    <a:pt x="4580251" y="502304"/>
                  </a:lnTo>
                  <a:lnTo>
                    <a:pt x="4556190" y="499063"/>
                  </a:lnTo>
                  <a:lnTo>
                    <a:pt x="4543467" y="497501"/>
                  </a:lnTo>
                  <a:lnTo>
                    <a:pt x="4538990" y="496997"/>
                  </a:lnTo>
                  <a:lnTo>
                    <a:pt x="4538543" y="496951"/>
                  </a:lnTo>
                  <a:lnTo>
                    <a:pt x="4016409" y="496951"/>
                  </a:lnTo>
                  <a:lnTo>
                    <a:pt x="4015143" y="496935"/>
                  </a:lnTo>
                  <a:lnTo>
                    <a:pt x="4006869" y="496827"/>
                  </a:lnTo>
                  <a:lnTo>
                    <a:pt x="3986179" y="496526"/>
                  </a:lnTo>
                  <a:lnTo>
                    <a:pt x="3949625" y="495937"/>
                  </a:lnTo>
                  <a:lnTo>
                    <a:pt x="3896023" y="494971"/>
                  </a:lnTo>
                  <a:lnTo>
                    <a:pt x="3826517" y="493564"/>
                  </a:lnTo>
                  <a:lnTo>
                    <a:pt x="3744183" y="491680"/>
                  </a:lnTo>
                  <a:lnTo>
                    <a:pt x="3653263" y="489305"/>
                  </a:lnTo>
                  <a:lnTo>
                    <a:pt x="3558258" y="486447"/>
                  </a:lnTo>
                  <a:lnTo>
                    <a:pt x="3463186" y="483117"/>
                  </a:lnTo>
                  <a:lnTo>
                    <a:pt x="3371130" y="479320"/>
                  </a:lnTo>
                  <a:lnTo>
                    <a:pt x="3284114" y="475050"/>
                  </a:lnTo>
                  <a:lnTo>
                    <a:pt x="3203186" y="470281"/>
                  </a:lnTo>
                  <a:lnTo>
                    <a:pt x="3128624" y="464964"/>
                  </a:lnTo>
                  <a:lnTo>
                    <a:pt x="3060151" y="459033"/>
                  </a:lnTo>
                  <a:lnTo>
                    <a:pt x="2997137" y="452401"/>
                  </a:lnTo>
                  <a:lnTo>
                    <a:pt x="2938745" y="444967"/>
                  </a:lnTo>
                  <a:lnTo>
                    <a:pt x="2884047" y="436623"/>
                  </a:lnTo>
                  <a:lnTo>
                    <a:pt x="2832112" y="427268"/>
                  </a:lnTo>
                  <a:lnTo>
                    <a:pt x="2782083" y="416831"/>
                  </a:lnTo>
                  <a:lnTo>
                    <a:pt x="2770117" y="414125"/>
                  </a:lnTo>
                  <a:lnTo>
                    <a:pt x="2717238" y="401234"/>
                  </a:lnTo>
                  <a:lnTo>
                    <a:pt x="2664871" y="387009"/>
                  </a:lnTo>
                  <a:lnTo>
                    <a:pt x="2612465" y="371434"/>
                  </a:lnTo>
                  <a:lnTo>
                    <a:pt x="2559647" y="354535"/>
                  </a:lnTo>
                  <a:lnTo>
                    <a:pt x="2506200" y="336394"/>
                  </a:lnTo>
                  <a:lnTo>
                    <a:pt x="2452043" y="317148"/>
                  </a:lnTo>
                  <a:lnTo>
                    <a:pt x="2397213" y="296989"/>
                  </a:lnTo>
                  <a:lnTo>
                    <a:pt x="2341846" y="276157"/>
                  </a:lnTo>
                  <a:lnTo>
                    <a:pt x="2286149" y="254929"/>
                  </a:lnTo>
                  <a:lnTo>
                    <a:pt x="2230372" y="233609"/>
                  </a:lnTo>
                  <a:lnTo>
                    <a:pt x="2174777" y="212502"/>
                  </a:lnTo>
                  <a:lnTo>
                    <a:pt x="2119600" y="191904"/>
                  </a:lnTo>
                  <a:lnTo>
                    <a:pt x="2065025" y="172079"/>
                  </a:lnTo>
                  <a:lnTo>
                    <a:pt x="2011150" y="153250"/>
                  </a:lnTo>
                  <a:lnTo>
                    <a:pt x="1957968" y="135587"/>
                  </a:lnTo>
                  <a:lnTo>
                    <a:pt x="1905347" y="119204"/>
                  </a:lnTo>
                  <a:lnTo>
                    <a:pt x="1853010" y="104161"/>
                  </a:lnTo>
                  <a:lnTo>
                    <a:pt x="1800518" y="90468"/>
                  </a:lnTo>
                  <a:lnTo>
                    <a:pt x="1768425" y="82825"/>
                  </a:lnTo>
                  <a:lnTo>
                    <a:pt x="1718747" y="72120"/>
                  </a:lnTo>
                  <a:lnTo>
                    <a:pt x="1667350" y="62506"/>
                  </a:lnTo>
                  <a:lnTo>
                    <a:pt x="1613408" y="53925"/>
                  </a:lnTo>
                  <a:lnTo>
                    <a:pt x="1556002" y="46280"/>
                  </a:lnTo>
                  <a:lnTo>
                    <a:pt x="1494194" y="39462"/>
                  </a:lnTo>
                  <a:lnTo>
                    <a:pt x="1427117" y="33370"/>
                  </a:lnTo>
                  <a:lnTo>
                    <a:pt x="1354078" y="27910"/>
                  </a:lnTo>
                  <a:lnTo>
                    <a:pt x="1274698" y="23013"/>
                  </a:lnTo>
                  <a:lnTo>
                    <a:pt x="1189100" y="18624"/>
                  </a:lnTo>
                  <a:lnTo>
                    <a:pt x="1098124" y="14714"/>
                  </a:lnTo>
                  <a:lnTo>
                    <a:pt x="1003542" y="11270"/>
                  </a:lnTo>
                  <a:lnTo>
                    <a:pt x="908182" y="8296"/>
                  </a:lnTo>
                  <a:lnTo>
                    <a:pt x="815861" y="5803"/>
                  </a:lnTo>
                  <a:lnTo>
                    <a:pt x="731024" y="3800"/>
                  </a:lnTo>
                  <a:lnTo>
                    <a:pt x="658054" y="2279"/>
                  </a:lnTo>
                  <a:lnTo>
                    <a:pt x="600394" y="1211"/>
                  </a:lnTo>
                  <a:lnTo>
                    <a:pt x="559711" y="537"/>
                  </a:lnTo>
                  <a:lnTo>
                    <a:pt x="535397" y="175"/>
                  </a:lnTo>
                  <a:lnTo>
                    <a:pt x="524531" y="29"/>
                  </a:lnTo>
                  <a:lnTo>
                    <a:pt x="522152" y="0"/>
                  </a:lnTo>
                  <a:lnTo>
                    <a:pt x="522133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383" name="pg383"/>
            <p:cNvSpPr/>
            <p:nvPr/>
          </p:nvSpPr>
          <p:spPr>
            <a:xfrm>
              <a:off x="386606" y="1287194"/>
              <a:ext cx="8554953" cy="1959568"/>
            </a:xfrm>
            <a:custGeom>
              <a:avLst/>
              <a:pathLst>
                <a:path w="8554953" h="1959568">
                  <a:moveTo>
                    <a:pt x="0" y="604247"/>
                  </a:moveTo>
                  <a:lnTo>
                    <a:pt x="522133" y="604247"/>
                  </a:lnTo>
                  <a:lnTo>
                    <a:pt x="523373" y="604287"/>
                  </a:lnTo>
                  <a:lnTo>
                    <a:pt x="531484" y="604577"/>
                  </a:lnTo>
                  <a:lnTo>
                    <a:pt x="551777" y="605379"/>
                  </a:lnTo>
                  <a:lnTo>
                    <a:pt x="587670" y="606955"/>
                  </a:lnTo>
                  <a:lnTo>
                    <a:pt x="640375" y="609535"/>
                  </a:lnTo>
                  <a:lnTo>
                    <a:pt x="708842" y="613297"/>
                  </a:lnTo>
                  <a:lnTo>
                    <a:pt x="790115" y="618341"/>
                  </a:lnTo>
                  <a:lnTo>
                    <a:pt x="880073" y="624702"/>
                  </a:lnTo>
                  <a:lnTo>
                    <a:pt x="974298" y="632366"/>
                  </a:lnTo>
                  <a:lnTo>
                    <a:pt x="1068812" y="641302"/>
                  </a:lnTo>
                  <a:lnTo>
                    <a:pt x="1160528" y="651492"/>
                  </a:lnTo>
                  <a:lnTo>
                    <a:pt x="1247390" y="662952"/>
                  </a:lnTo>
                  <a:lnTo>
                    <a:pt x="1328301" y="675748"/>
                  </a:lnTo>
                  <a:lnTo>
                    <a:pt x="1402934" y="690001"/>
                  </a:lnTo>
                  <a:lnTo>
                    <a:pt x="1471516" y="705886"/>
                  </a:lnTo>
                  <a:lnTo>
                    <a:pt x="1534638" y="723630"/>
                  </a:lnTo>
                  <a:lnTo>
                    <a:pt x="1593105" y="743499"/>
                  </a:lnTo>
                  <a:lnTo>
                    <a:pt x="1647818" y="765781"/>
                  </a:lnTo>
                  <a:lnTo>
                    <a:pt x="1699694" y="790752"/>
                  </a:lnTo>
                  <a:lnTo>
                    <a:pt x="1749586" y="818617"/>
                  </a:lnTo>
                  <a:lnTo>
                    <a:pt x="1768425" y="830134"/>
                  </a:lnTo>
                  <a:lnTo>
                    <a:pt x="1815228" y="861044"/>
                  </a:lnTo>
                  <a:lnTo>
                    <a:pt x="1861574" y="894788"/>
                  </a:lnTo>
                  <a:lnTo>
                    <a:pt x="1907867" y="931414"/>
                  </a:lnTo>
                  <a:lnTo>
                    <a:pt x="1954397" y="970898"/>
                  </a:lnTo>
                  <a:lnTo>
                    <a:pt x="2001357" y="1013128"/>
                  </a:lnTo>
                  <a:lnTo>
                    <a:pt x="2048850" y="1057901"/>
                  </a:lnTo>
                  <a:lnTo>
                    <a:pt x="2096900" y="1104920"/>
                  </a:lnTo>
                  <a:lnTo>
                    <a:pt x="2145462" y="1153800"/>
                  </a:lnTo>
                  <a:lnTo>
                    <a:pt x="2194436" y="1204074"/>
                  </a:lnTo>
                  <a:lnTo>
                    <a:pt x="2243675" y="1255217"/>
                  </a:lnTo>
                  <a:lnTo>
                    <a:pt x="2293009" y="1306662"/>
                  </a:lnTo>
                  <a:lnTo>
                    <a:pt x="2342255" y="1357826"/>
                  </a:lnTo>
                  <a:lnTo>
                    <a:pt x="2391242" y="1408144"/>
                  </a:lnTo>
                  <a:lnTo>
                    <a:pt x="2439822" y="1457084"/>
                  </a:lnTo>
                  <a:lnTo>
                    <a:pt x="2487893" y="1504181"/>
                  </a:lnTo>
                  <a:lnTo>
                    <a:pt x="2535406" y="1549044"/>
                  </a:lnTo>
                  <a:lnTo>
                    <a:pt x="2582385" y="1591374"/>
                  </a:lnTo>
                  <a:lnTo>
                    <a:pt x="2628928" y="1630964"/>
                  </a:lnTo>
                  <a:lnTo>
                    <a:pt x="2675226" y="1667700"/>
                  </a:lnTo>
                  <a:lnTo>
                    <a:pt x="2721563" y="1701551"/>
                  </a:lnTo>
                  <a:lnTo>
                    <a:pt x="2768340" y="1732567"/>
                  </a:lnTo>
                  <a:lnTo>
                    <a:pt x="2770117" y="1733681"/>
                  </a:lnTo>
                  <a:lnTo>
                    <a:pt x="2819445" y="1762683"/>
                  </a:lnTo>
                  <a:lnTo>
                    <a:pt x="2870462" y="1788751"/>
                  </a:lnTo>
                  <a:lnTo>
                    <a:pt x="2923976" y="1812038"/>
                  </a:lnTo>
                  <a:lnTo>
                    <a:pt x="2980888" y="1832801"/>
                  </a:lnTo>
                  <a:lnTo>
                    <a:pt x="3042115" y="1851330"/>
                  </a:lnTo>
                  <a:lnTo>
                    <a:pt x="3108511" y="1867901"/>
                  </a:lnTo>
                  <a:lnTo>
                    <a:pt x="3180763" y="1882759"/>
                  </a:lnTo>
                  <a:lnTo>
                    <a:pt x="3259260" y="1896099"/>
                  </a:lnTo>
                  <a:lnTo>
                    <a:pt x="3343914" y="1908063"/>
                  </a:lnTo>
                  <a:lnTo>
                    <a:pt x="3433948" y="1918737"/>
                  </a:lnTo>
                  <a:lnTo>
                    <a:pt x="3527695" y="1928157"/>
                  </a:lnTo>
                  <a:lnTo>
                    <a:pt x="3622460" y="1936314"/>
                  </a:lnTo>
                  <a:lnTo>
                    <a:pt x="3714573" y="1943180"/>
                  </a:lnTo>
                  <a:lnTo>
                    <a:pt x="3799714" y="1948731"/>
                  </a:lnTo>
                  <a:lnTo>
                    <a:pt x="3873544" y="1952978"/>
                  </a:lnTo>
                  <a:lnTo>
                    <a:pt x="3932559" y="1955996"/>
                  </a:lnTo>
                  <a:lnTo>
                    <a:pt x="3974909" y="1957934"/>
                  </a:lnTo>
                  <a:lnTo>
                    <a:pt x="4000919" y="1959004"/>
                  </a:lnTo>
                  <a:lnTo>
                    <a:pt x="4013188" y="1959459"/>
                  </a:lnTo>
                  <a:lnTo>
                    <a:pt x="4016409" y="1959568"/>
                  </a:lnTo>
                  <a:lnTo>
                    <a:pt x="4538543" y="1959568"/>
                  </a:lnTo>
                  <a:lnTo>
                    <a:pt x="4539752" y="1959511"/>
                  </a:lnTo>
                  <a:lnTo>
                    <a:pt x="4547669" y="1959103"/>
                  </a:lnTo>
                  <a:lnTo>
                    <a:pt x="4567495" y="1957976"/>
                  </a:lnTo>
                  <a:lnTo>
                    <a:pt x="4602602" y="1955762"/>
                  </a:lnTo>
                  <a:lnTo>
                    <a:pt x="4654241" y="1952133"/>
                  </a:lnTo>
                  <a:lnTo>
                    <a:pt x="4721466" y="1946838"/>
                  </a:lnTo>
                  <a:lnTo>
                    <a:pt x="4801465" y="1939728"/>
                  </a:lnTo>
                  <a:lnTo>
                    <a:pt x="4890259" y="1930753"/>
                  </a:lnTo>
                  <a:lnTo>
                    <a:pt x="4983533" y="1919928"/>
                  </a:lnTo>
                  <a:lnTo>
                    <a:pt x="5077359" y="1907298"/>
                  </a:lnTo>
                  <a:lnTo>
                    <a:pt x="5168647" y="1892889"/>
                  </a:lnTo>
                  <a:lnTo>
                    <a:pt x="5255307" y="1876685"/>
                  </a:lnTo>
                  <a:lnTo>
                    <a:pt x="5336185" y="1858599"/>
                  </a:lnTo>
                  <a:lnTo>
                    <a:pt x="5410894" y="1838470"/>
                  </a:lnTo>
                  <a:lnTo>
                    <a:pt x="5479604" y="1816061"/>
                  </a:lnTo>
                  <a:lnTo>
                    <a:pt x="5542859" y="1791062"/>
                  </a:lnTo>
                  <a:lnTo>
                    <a:pt x="5601421" y="1763104"/>
                  </a:lnTo>
                  <a:lnTo>
                    <a:pt x="5656164" y="1731784"/>
                  </a:lnTo>
                  <a:lnTo>
                    <a:pt x="5707983" y="1696706"/>
                  </a:lnTo>
                  <a:lnTo>
                    <a:pt x="5757725" y="1657561"/>
                  </a:lnTo>
                  <a:lnTo>
                    <a:pt x="5784835" y="1633914"/>
                  </a:lnTo>
                  <a:lnTo>
                    <a:pt x="5827268" y="1593710"/>
                  </a:lnTo>
                  <a:lnTo>
                    <a:pt x="5869291" y="1550161"/>
                  </a:lnTo>
                  <a:lnTo>
                    <a:pt x="5911217" y="1503203"/>
                  </a:lnTo>
                  <a:lnTo>
                    <a:pt x="5953281" y="1452844"/>
                  </a:lnTo>
                  <a:lnTo>
                    <a:pt x="5995648" y="1399171"/>
                  </a:lnTo>
                  <a:lnTo>
                    <a:pt x="6038422" y="1342360"/>
                  </a:lnTo>
                  <a:lnTo>
                    <a:pt x="6081651" y="1282678"/>
                  </a:lnTo>
                  <a:lnTo>
                    <a:pt x="6125331" y="1220481"/>
                  </a:lnTo>
                  <a:lnTo>
                    <a:pt x="6169416" y="1156209"/>
                  </a:lnTo>
                  <a:lnTo>
                    <a:pt x="6213823" y="1090377"/>
                  </a:lnTo>
                  <a:lnTo>
                    <a:pt x="6258440" y="1023556"/>
                  </a:lnTo>
                  <a:lnTo>
                    <a:pt x="6303140" y="956356"/>
                  </a:lnTo>
                  <a:lnTo>
                    <a:pt x="6347787" y="889399"/>
                  </a:lnTo>
                  <a:lnTo>
                    <a:pt x="6392250" y="823300"/>
                  </a:lnTo>
                  <a:lnTo>
                    <a:pt x="6436414" y="758641"/>
                  </a:lnTo>
                  <a:lnTo>
                    <a:pt x="6480188" y="695949"/>
                  </a:lnTo>
                  <a:lnTo>
                    <a:pt x="6523518" y="635683"/>
                  </a:lnTo>
                  <a:lnTo>
                    <a:pt x="6566389" y="578218"/>
                  </a:lnTo>
                  <a:lnTo>
                    <a:pt x="6608839" y="523840"/>
                  </a:lnTo>
                  <a:lnTo>
                    <a:pt x="6650957" y="472745"/>
                  </a:lnTo>
                  <a:lnTo>
                    <a:pt x="6692895" y="425039"/>
                  </a:lnTo>
                  <a:lnTo>
                    <a:pt x="6734873" y="380747"/>
                  </a:lnTo>
                  <a:lnTo>
                    <a:pt x="6777186" y="339820"/>
                  </a:lnTo>
                  <a:lnTo>
                    <a:pt x="6786527" y="331300"/>
                  </a:lnTo>
                  <a:lnTo>
                    <a:pt x="6835435" y="289822"/>
                  </a:lnTo>
                  <a:lnTo>
                    <a:pt x="6885997" y="252505"/>
                  </a:lnTo>
                  <a:lnTo>
                    <a:pt x="6939001" y="219135"/>
                  </a:lnTo>
                  <a:lnTo>
                    <a:pt x="6995322" y="189353"/>
                  </a:lnTo>
                  <a:lnTo>
                    <a:pt x="7055857" y="162752"/>
                  </a:lnTo>
                  <a:lnTo>
                    <a:pt x="7121441" y="138941"/>
                  </a:lnTo>
                  <a:lnTo>
                    <a:pt x="7192755" y="117575"/>
                  </a:lnTo>
                  <a:lnTo>
                    <a:pt x="7270200" y="98375"/>
                  </a:lnTo>
                  <a:lnTo>
                    <a:pt x="7353725" y="81137"/>
                  </a:lnTo>
                  <a:lnTo>
                    <a:pt x="7442627" y="65733"/>
                  </a:lnTo>
                  <a:lnTo>
                    <a:pt x="7535355" y="52109"/>
                  </a:lnTo>
                  <a:lnTo>
                    <a:pt x="7629375" y="40272"/>
                  </a:lnTo>
                  <a:lnTo>
                    <a:pt x="7721188" y="30261"/>
                  </a:lnTo>
                  <a:lnTo>
                    <a:pt x="7806623" y="22112"/>
                  </a:lnTo>
                  <a:lnTo>
                    <a:pt x="7881412" y="15817"/>
                  </a:lnTo>
                  <a:lnTo>
                    <a:pt x="7941991" y="11284"/>
                  </a:lnTo>
                  <a:lnTo>
                    <a:pt x="7986306" y="8316"/>
                  </a:lnTo>
                  <a:lnTo>
                    <a:pt x="8014368" y="6627"/>
                  </a:lnTo>
                  <a:lnTo>
                    <a:pt x="8028394" y="5865"/>
                  </a:lnTo>
                  <a:lnTo>
                    <a:pt x="8032604" y="5656"/>
                  </a:lnTo>
                  <a:lnTo>
                    <a:pt x="8032819" y="5647"/>
                  </a:lnTo>
                  <a:lnTo>
                    <a:pt x="8554953" y="5647"/>
                  </a:lnTo>
                  <a:lnTo>
                    <a:pt x="8554953" y="0"/>
                  </a:lnTo>
                  <a:lnTo>
                    <a:pt x="8032819" y="0"/>
                  </a:lnTo>
                  <a:lnTo>
                    <a:pt x="8031609" y="57"/>
                  </a:lnTo>
                  <a:lnTo>
                    <a:pt x="8023693" y="464"/>
                  </a:lnTo>
                  <a:lnTo>
                    <a:pt x="8003867" y="1591"/>
                  </a:lnTo>
                  <a:lnTo>
                    <a:pt x="7968760" y="3805"/>
                  </a:lnTo>
                  <a:lnTo>
                    <a:pt x="7917121" y="7435"/>
                  </a:lnTo>
                  <a:lnTo>
                    <a:pt x="7849896" y="12730"/>
                  </a:lnTo>
                  <a:lnTo>
                    <a:pt x="7769897" y="19839"/>
                  </a:lnTo>
                  <a:lnTo>
                    <a:pt x="7681103" y="28814"/>
                  </a:lnTo>
                  <a:lnTo>
                    <a:pt x="7587829" y="39639"/>
                  </a:lnTo>
                  <a:lnTo>
                    <a:pt x="7494003" y="52270"/>
                  </a:lnTo>
                  <a:lnTo>
                    <a:pt x="7402715" y="66678"/>
                  </a:lnTo>
                  <a:lnTo>
                    <a:pt x="7316055" y="82883"/>
                  </a:lnTo>
                  <a:lnTo>
                    <a:pt x="7235177" y="100969"/>
                  </a:lnTo>
                  <a:lnTo>
                    <a:pt x="7160468" y="121097"/>
                  </a:lnTo>
                  <a:lnTo>
                    <a:pt x="7091758" y="143506"/>
                  </a:lnTo>
                  <a:lnTo>
                    <a:pt x="7028503" y="168505"/>
                  </a:lnTo>
                  <a:lnTo>
                    <a:pt x="6969941" y="196463"/>
                  </a:lnTo>
                  <a:lnTo>
                    <a:pt x="6915198" y="227784"/>
                  </a:lnTo>
                  <a:lnTo>
                    <a:pt x="6863379" y="262861"/>
                  </a:lnTo>
                  <a:lnTo>
                    <a:pt x="6813637" y="302006"/>
                  </a:lnTo>
                  <a:lnTo>
                    <a:pt x="6786527" y="325653"/>
                  </a:lnTo>
                  <a:lnTo>
                    <a:pt x="6744094" y="365857"/>
                  </a:lnTo>
                  <a:lnTo>
                    <a:pt x="6702071" y="409406"/>
                  </a:lnTo>
                  <a:lnTo>
                    <a:pt x="6660145" y="456364"/>
                  </a:lnTo>
                  <a:lnTo>
                    <a:pt x="6618081" y="506723"/>
                  </a:lnTo>
                  <a:lnTo>
                    <a:pt x="6575714" y="560396"/>
                  </a:lnTo>
                  <a:lnTo>
                    <a:pt x="6532940" y="617207"/>
                  </a:lnTo>
                  <a:lnTo>
                    <a:pt x="6489711" y="676889"/>
                  </a:lnTo>
                  <a:lnTo>
                    <a:pt x="6446031" y="739087"/>
                  </a:lnTo>
                  <a:lnTo>
                    <a:pt x="6401946" y="803358"/>
                  </a:lnTo>
                  <a:lnTo>
                    <a:pt x="6357539" y="869190"/>
                  </a:lnTo>
                  <a:lnTo>
                    <a:pt x="6312921" y="936011"/>
                  </a:lnTo>
                  <a:lnTo>
                    <a:pt x="6268222" y="1003212"/>
                  </a:lnTo>
                  <a:lnTo>
                    <a:pt x="6223575" y="1070168"/>
                  </a:lnTo>
                  <a:lnTo>
                    <a:pt x="6179112" y="1136267"/>
                  </a:lnTo>
                  <a:lnTo>
                    <a:pt x="6134948" y="1200926"/>
                  </a:lnTo>
                  <a:lnTo>
                    <a:pt x="6091174" y="1263618"/>
                  </a:lnTo>
                  <a:lnTo>
                    <a:pt x="6047844" y="1323884"/>
                  </a:lnTo>
                  <a:lnTo>
                    <a:pt x="6004973" y="1381350"/>
                  </a:lnTo>
                  <a:lnTo>
                    <a:pt x="5962523" y="1435728"/>
                  </a:lnTo>
                  <a:lnTo>
                    <a:pt x="5920405" y="1486823"/>
                  </a:lnTo>
                  <a:lnTo>
                    <a:pt x="5878467" y="1534529"/>
                  </a:lnTo>
                  <a:lnTo>
                    <a:pt x="5836489" y="1578820"/>
                  </a:lnTo>
                  <a:lnTo>
                    <a:pt x="5794176" y="1619748"/>
                  </a:lnTo>
                  <a:lnTo>
                    <a:pt x="5784835" y="1628267"/>
                  </a:lnTo>
                  <a:lnTo>
                    <a:pt x="5735927" y="1669745"/>
                  </a:lnTo>
                  <a:lnTo>
                    <a:pt x="5685364" y="1707062"/>
                  </a:lnTo>
                  <a:lnTo>
                    <a:pt x="5632361" y="1740432"/>
                  </a:lnTo>
                  <a:lnTo>
                    <a:pt x="5576040" y="1770215"/>
                  </a:lnTo>
                  <a:lnTo>
                    <a:pt x="5515505" y="1796816"/>
                  </a:lnTo>
                  <a:lnTo>
                    <a:pt x="5449921" y="1820627"/>
                  </a:lnTo>
                  <a:lnTo>
                    <a:pt x="5378606" y="1841993"/>
                  </a:lnTo>
                  <a:lnTo>
                    <a:pt x="5301161" y="1861192"/>
                  </a:lnTo>
                  <a:lnTo>
                    <a:pt x="5217637" y="1878431"/>
                  </a:lnTo>
                  <a:lnTo>
                    <a:pt x="5128735" y="1893835"/>
                  </a:lnTo>
                  <a:lnTo>
                    <a:pt x="5036006" y="1907458"/>
                  </a:lnTo>
                  <a:lnTo>
                    <a:pt x="4941987" y="1919295"/>
                  </a:lnTo>
                  <a:lnTo>
                    <a:pt x="4850174" y="1929306"/>
                  </a:lnTo>
                  <a:lnTo>
                    <a:pt x="4764739" y="1937455"/>
                  </a:lnTo>
                  <a:lnTo>
                    <a:pt x="4689950" y="1943750"/>
                  </a:lnTo>
                  <a:lnTo>
                    <a:pt x="4629371" y="1948284"/>
                  </a:lnTo>
                  <a:lnTo>
                    <a:pt x="4585055" y="1951251"/>
                  </a:lnTo>
                  <a:lnTo>
                    <a:pt x="4556994" y="1952940"/>
                  </a:lnTo>
                  <a:lnTo>
                    <a:pt x="4542968" y="1953703"/>
                  </a:lnTo>
                  <a:lnTo>
                    <a:pt x="4538758" y="1953911"/>
                  </a:lnTo>
                  <a:lnTo>
                    <a:pt x="4538543" y="1953921"/>
                  </a:lnTo>
                  <a:lnTo>
                    <a:pt x="4016409" y="1953921"/>
                  </a:lnTo>
                  <a:lnTo>
                    <a:pt x="4015169" y="1953880"/>
                  </a:lnTo>
                  <a:lnTo>
                    <a:pt x="4007058" y="1953590"/>
                  </a:lnTo>
                  <a:lnTo>
                    <a:pt x="3986765" y="1952788"/>
                  </a:lnTo>
                  <a:lnTo>
                    <a:pt x="3950872" y="1951213"/>
                  </a:lnTo>
                  <a:lnTo>
                    <a:pt x="3898167" y="1948632"/>
                  </a:lnTo>
                  <a:lnTo>
                    <a:pt x="3829700" y="1944871"/>
                  </a:lnTo>
                  <a:lnTo>
                    <a:pt x="3748427" y="1939826"/>
                  </a:lnTo>
                  <a:lnTo>
                    <a:pt x="3658469" y="1933465"/>
                  </a:lnTo>
                  <a:lnTo>
                    <a:pt x="3564244" y="1925801"/>
                  </a:lnTo>
                  <a:lnTo>
                    <a:pt x="3469730" y="1916865"/>
                  </a:lnTo>
                  <a:lnTo>
                    <a:pt x="3378014" y="1906676"/>
                  </a:lnTo>
                  <a:lnTo>
                    <a:pt x="3291152" y="1895216"/>
                  </a:lnTo>
                  <a:lnTo>
                    <a:pt x="3210241" y="1882419"/>
                  </a:lnTo>
                  <a:lnTo>
                    <a:pt x="3135608" y="1868166"/>
                  </a:lnTo>
                  <a:lnTo>
                    <a:pt x="3067026" y="1852281"/>
                  </a:lnTo>
                  <a:lnTo>
                    <a:pt x="3003904" y="1834537"/>
                  </a:lnTo>
                  <a:lnTo>
                    <a:pt x="2945438" y="1814669"/>
                  </a:lnTo>
                  <a:lnTo>
                    <a:pt x="2890724" y="1792387"/>
                  </a:lnTo>
                  <a:lnTo>
                    <a:pt x="2838848" y="1767416"/>
                  </a:lnTo>
                  <a:lnTo>
                    <a:pt x="2788956" y="1739551"/>
                  </a:lnTo>
                  <a:lnTo>
                    <a:pt x="2770117" y="1728034"/>
                  </a:lnTo>
                  <a:lnTo>
                    <a:pt x="2723314" y="1697123"/>
                  </a:lnTo>
                  <a:lnTo>
                    <a:pt x="2676968" y="1663380"/>
                  </a:lnTo>
                  <a:lnTo>
                    <a:pt x="2630675" y="1626753"/>
                  </a:lnTo>
                  <a:lnTo>
                    <a:pt x="2584145" y="1587269"/>
                  </a:lnTo>
                  <a:lnTo>
                    <a:pt x="2537185" y="1545039"/>
                  </a:lnTo>
                  <a:lnTo>
                    <a:pt x="2489692" y="1500266"/>
                  </a:lnTo>
                  <a:lnTo>
                    <a:pt x="2441643" y="1453247"/>
                  </a:lnTo>
                  <a:lnTo>
                    <a:pt x="2393080" y="1404368"/>
                  </a:lnTo>
                  <a:lnTo>
                    <a:pt x="2344106" y="1354093"/>
                  </a:lnTo>
                  <a:lnTo>
                    <a:pt x="2294867" y="1302950"/>
                  </a:lnTo>
                  <a:lnTo>
                    <a:pt x="2245533" y="1251506"/>
                  </a:lnTo>
                  <a:lnTo>
                    <a:pt x="2196287" y="1200341"/>
                  </a:lnTo>
                  <a:lnTo>
                    <a:pt x="2147300" y="1150024"/>
                  </a:lnTo>
                  <a:lnTo>
                    <a:pt x="2098720" y="1101083"/>
                  </a:lnTo>
                  <a:lnTo>
                    <a:pt x="2050650" y="1053987"/>
                  </a:lnTo>
                  <a:lnTo>
                    <a:pt x="2003136" y="1009123"/>
                  </a:lnTo>
                  <a:lnTo>
                    <a:pt x="1956157" y="966793"/>
                  </a:lnTo>
                  <a:lnTo>
                    <a:pt x="1909614" y="927203"/>
                  </a:lnTo>
                  <a:lnTo>
                    <a:pt x="1863317" y="890468"/>
                  </a:lnTo>
                  <a:lnTo>
                    <a:pt x="1816979" y="856616"/>
                  </a:lnTo>
                  <a:lnTo>
                    <a:pt x="1770202" y="825601"/>
                  </a:lnTo>
                  <a:lnTo>
                    <a:pt x="1768425" y="824486"/>
                  </a:lnTo>
                  <a:lnTo>
                    <a:pt x="1719097" y="795484"/>
                  </a:lnTo>
                  <a:lnTo>
                    <a:pt x="1668080" y="769417"/>
                  </a:lnTo>
                  <a:lnTo>
                    <a:pt x="1614566" y="746130"/>
                  </a:lnTo>
                  <a:lnTo>
                    <a:pt x="1557654" y="725366"/>
                  </a:lnTo>
                  <a:lnTo>
                    <a:pt x="1496427" y="706838"/>
                  </a:lnTo>
                  <a:lnTo>
                    <a:pt x="1430032" y="690266"/>
                  </a:lnTo>
                  <a:lnTo>
                    <a:pt x="1357780" y="675408"/>
                  </a:lnTo>
                  <a:lnTo>
                    <a:pt x="1279282" y="662068"/>
                  </a:lnTo>
                  <a:lnTo>
                    <a:pt x="1194628" y="650104"/>
                  </a:lnTo>
                  <a:lnTo>
                    <a:pt x="1104594" y="639430"/>
                  </a:lnTo>
                  <a:lnTo>
                    <a:pt x="1010848" y="630011"/>
                  </a:lnTo>
                  <a:lnTo>
                    <a:pt x="916082" y="621854"/>
                  </a:lnTo>
                  <a:lnTo>
                    <a:pt x="823969" y="614987"/>
                  </a:lnTo>
                  <a:lnTo>
                    <a:pt x="738829" y="609437"/>
                  </a:lnTo>
                  <a:lnTo>
                    <a:pt x="664998" y="605189"/>
                  </a:lnTo>
                  <a:lnTo>
                    <a:pt x="605983" y="602171"/>
                  </a:lnTo>
                  <a:lnTo>
                    <a:pt x="563634" y="600234"/>
                  </a:lnTo>
                  <a:lnTo>
                    <a:pt x="537623" y="599164"/>
                  </a:lnTo>
                  <a:lnTo>
                    <a:pt x="525354" y="598708"/>
                  </a:lnTo>
                  <a:lnTo>
                    <a:pt x="522133" y="598600"/>
                  </a:lnTo>
                  <a:lnTo>
                    <a:pt x="0" y="598600"/>
                  </a:lnTo>
                  <a:close/>
                </a:path>
              </a:pathLst>
            </a:custGeom>
            <a:solidFill>
              <a:srgbClr val="8FA8D6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384" name="pl384"/>
            <p:cNvSpPr/>
            <p:nvPr/>
          </p:nvSpPr>
          <p:spPr>
            <a:xfrm>
              <a:off x="386606" y="1292841"/>
              <a:ext cx="8554953" cy="1953921"/>
            </a:xfrm>
            <a:custGeom>
              <a:avLst/>
              <a:pathLst>
                <a:path w="8554953" h="1953921">
                  <a:moveTo>
                    <a:pt x="0" y="598600"/>
                  </a:moveTo>
                  <a:lnTo>
                    <a:pt x="522133" y="598600"/>
                  </a:lnTo>
                  <a:lnTo>
                    <a:pt x="523373" y="598640"/>
                  </a:lnTo>
                  <a:lnTo>
                    <a:pt x="531484" y="598930"/>
                  </a:lnTo>
                  <a:lnTo>
                    <a:pt x="551777" y="599732"/>
                  </a:lnTo>
                  <a:lnTo>
                    <a:pt x="587670" y="601307"/>
                  </a:lnTo>
                  <a:lnTo>
                    <a:pt x="640375" y="603888"/>
                  </a:lnTo>
                  <a:lnTo>
                    <a:pt x="708842" y="607650"/>
                  </a:lnTo>
                  <a:lnTo>
                    <a:pt x="790115" y="612694"/>
                  </a:lnTo>
                  <a:lnTo>
                    <a:pt x="880073" y="619055"/>
                  </a:lnTo>
                  <a:lnTo>
                    <a:pt x="974298" y="626719"/>
                  </a:lnTo>
                  <a:lnTo>
                    <a:pt x="1068812" y="635655"/>
                  </a:lnTo>
                  <a:lnTo>
                    <a:pt x="1160528" y="645844"/>
                  </a:lnTo>
                  <a:lnTo>
                    <a:pt x="1247390" y="657305"/>
                  </a:lnTo>
                  <a:lnTo>
                    <a:pt x="1328301" y="670101"/>
                  </a:lnTo>
                  <a:lnTo>
                    <a:pt x="1402934" y="684354"/>
                  </a:lnTo>
                  <a:lnTo>
                    <a:pt x="1471516" y="700239"/>
                  </a:lnTo>
                  <a:lnTo>
                    <a:pt x="1534638" y="717983"/>
                  </a:lnTo>
                  <a:lnTo>
                    <a:pt x="1593105" y="737852"/>
                  </a:lnTo>
                  <a:lnTo>
                    <a:pt x="1647818" y="760134"/>
                  </a:lnTo>
                  <a:lnTo>
                    <a:pt x="1699694" y="785105"/>
                  </a:lnTo>
                  <a:lnTo>
                    <a:pt x="1749586" y="812970"/>
                  </a:lnTo>
                  <a:lnTo>
                    <a:pt x="1768425" y="824486"/>
                  </a:lnTo>
                  <a:lnTo>
                    <a:pt x="1815228" y="855397"/>
                  </a:lnTo>
                  <a:lnTo>
                    <a:pt x="1861574" y="889140"/>
                  </a:lnTo>
                  <a:lnTo>
                    <a:pt x="1907867" y="925767"/>
                  </a:lnTo>
                  <a:lnTo>
                    <a:pt x="1954397" y="965251"/>
                  </a:lnTo>
                  <a:lnTo>
                    <a:pt x="2001357" y="1007481"/>
                  </a:lnTo>
                  <a:lnTo>
                    <a:pt x="2048850" y="1052254"/>
                  </a:lnTo>
                  <a:lnTo>
                    <a:pt x="2096900" y="1099273"/>
                  </a:lnTo>
                  <a:lnTo>
                    <a:pt x="2145462" y="1148152"/>
                  </a:lnTo>
                  <a:lnTo>
                    <a:pt x="2194436" y="1198427"/>
                  </a:lnTo>
                  <a:lnTo>
                    <a:pt x="2243675" y="1249570"/>
                  </a:lnTo>
                  <a:lnTo>
                    <a:pt x="2293009" y="1301014"/>
                  </a:lnTo>
                  <a:lnTo>
                    <a:pt x="2342255" y="1352179"/>
                  </a:lnTo>
                  <a:lnTo>
                    <a:pt x="2391242" y="1402496"/>
                  </a:lnTo>
                  <a:lnTo>
                    <a:pt x="2439822" y="1451437"/>
                  </a:lnTo>
                  <a:lnTo>
                    <a:pt x="2487893" y="1498534"/>
                  </a:lnTo>
                  <a:lnTo>
                    <a:pt x="2535406" y="1543397"/>
                  </a:lnTo>
                  <a:lnTo>
                    <a:pt x="2582385" y="1585727"/>
                  </a:lnTo>
                  <a:lnTo>
                    <a:pt x="2628928" y="1625317"/>
                  </a:lnTo>
                  <a:lnTo>
                    <a:pt x="2675226" y="1662053"/>
                  </a:lnTo>
                  <a:lnTo>
                    <a:pt x="2721563" y="1695904"/>
                  </a:lnTo>
                  <a:lnTo>
                    <a:pt x="2768340" y="1726920"/>
                  </a:lnTo>
                  <a:lnTo>
                    <a:pt x="2770117" y="1728034"/>
                  </a:lnTo>
                  <a:lnTo>
                    <a:pt x="2819445" y="1757036"/>
                  </a:lnTo>
                  <a:lnTo>
                    <a:pt x="2870462" y="1783104"/>
                  </a:lnTo>
                  <a:lnTo>
                    <a:pt x="2923976" y="1806391"/>
                  </a:lnTo>
                  <a:lnTo>
                    <a:pt x="2980888" y="1827154"/>
                  </a:lnTo>
                  <a:lnTo>
                    <a:pt x="3042115" y="1845683"/>
                  </a:lnTo>
                  <a:lnTo>
                    <a:pt x="3108511" y="1862254"/>
                  </a:lnTo>
                  <a:lnTo>
                    <a:pt x="3180763" y="1877112"/>
                  </a:lnTo>
                  <a:lnTo>
                    <a:pt x="3259260" y="1890452"/>
                  </a:lnTo>
                  <a:lnTo>
                    <a:pt x="3343914" y="1902416"/>
                  </a:lnTo>
                  <a:lnTo>
                    <a:pt x="3433948" y="1913090"/>
                  </a:lnTo>
                  <a:lnTo>
                    <a:pt x="3527695" y="1922510"/>
                  </a:lnTo>
                  <a:lnTo>
                    <a:pt x="3622460" y="1930667"/>
                  </a:lnTo>
                  <a:lnTo>
                    <a:pt x="3714573" y="1937533"/>
                  </a:lnTo>
                  <a:lnTo>
                    <a:pt x="3799714" y="1943084"/>
                  </a:lnTo>
                  <a:lnTo>
                    <a:pt x="3873544" y="1947331"/>
                  </a:lnTo>
                  <a:lnTo>
                    <a:pt x="3932559" y="1950349"/>
                  </a:lnTo>
                  <a:lnTo>
                    <a:pt x="3974909" y="1952287"/>
                  </a:lnTo>
                  <a:lnTo>
                    <a:pt x="4000919" y="1953356"/>
                  </a:lnTo>
                  <a:lnTo>
                    <a:pt x="4013188" y="1953812"/>
                  </a:lnTo>
                  <a:lnTo>
                    <a:pt x="4016336" y="1953918"/>
                  </a:lnTo>
                  <a:lnTo>
                    <a:pt x="4016409" y="1953921"/>
                  </a:lnTo>
                  <a:lnTo>
                    <a:pt x="4538543" y="1953921"/>
                  </a:lnTo>
                  <a:lnTo>
                    <a:pt x="4539752" y="1953864"/>
                  </a:lnTo>
                  <a:lnTo>
                    <a:pt x="4547669" y="1953456"/>
                  </a:lnTo>
                  <a:lnTo>
                    <a:pt x="4567495" y="1952329"/>
                  </a:lnTo>
                  <a:lnTo>
                    <a:pt x="4602602" y="1950115"/>
                  </a:lnTo>
                  <a:lnTo>
                    <a:pt x="4654241" y="1946485"/>
                  </a:lnTo>
                  <a:lnTo>
                    <a:pt x="4721466" y="1941190"/>
                  </a:lnTo>
                  <a:lnTo>
                    <a:pt x="4801465" y="1934081"/>
                  </a:lnTo>
                  <a:lnTo>
                    <a:pt x="4890259" y="1925106"/>
                  </a:lnTo>
                  <a:lnTo>
                    <a:pt x="4983533" y="1914281"/>
                  </a:lnTo>
                  <a:lnTo>
                    <a:pt x="5077359" y="1901650"/>
                  </a:lnTo>
                  <a:lnTo>
                    <a:pt x="5168647" y="1887242"/>
                  </a:lnTo>
                  <a:lnTo>
                    <a:pt x="5255307" y="1871037"/>
                  </a:lnTo>
                  <a:lnTo>
                    <a:pt x="5336185" y="1852952"/>
                  </a:lnTo>
                  <a:lnTo>
                    <a:pt x="5410894" y="1832823"/>
                  </a:lnTo>
                  <a:lnTo>
                    <a:pt x="5479604" y="1810414"/>
                  </a:lnTo>
                  <a:lnTo>
                    <a:pt x="5542859" y="1785415"/>
                  </a:lnTo>
                  <a:lnTo>
                    <a:pt x="5601421" y="1757457"/>
                  </a:lnTo>
                  <a:lnTo>
                    <a:pt x="5656164" y="1726137"/>
                  </a:lnTo>
                  <a:lnTo>
                    <a:pt x="5707983" y="1691059"/>
                  </a:lnTo>
                  <a:lnTo>
                    <a:pt x="5757725" y="1651914"/>
                  </a:lnTo>
                  <a:lnTo>
                    <a:pt x="5784835" y="1628267"/>
                  </a:lnTo>
                  <a:lnTo>
                    <a:pt x="5827268" y="1588063"/>
                  </a:lnTo>
                  <a:lnTo>
                    <a:pt x="5869291" y="1544514"/>
                  </a:lnTo>
                  <a:lnTo>
                    <a:pt x="5911217" y="1497556"/>
                  </a:lnTo>
                  <a:lnTo>
                    <a:pt x="5953281" y="1447197"/>
                  </a:lnTo>
                  <a:lnTo>
                    <a:pt x="5995648" y="1393524"/>
                  </a:lnTo>
                  <a:lnTo>
                    <a:pt x="6038422" y="1336713"/>
                  </a:lnTo>
                  <a:lnTo>
                    <a:pt x="6081651" y="1277031"/>
                  </a:lnTo>
                  <a:lnTo>
                    <a:pt x="6125331" y="1214833"/>
                  </a:lnTo>
                  <a:lnTo>
                    <a:pt x="6169416" y="1150562"/>
                  </a:lnTo>
                  <a:lnTo>
                    <a:pt x="6213823" y="1084730"/>
                  </a:lnTo>
                  <a:lnTo>
                    <a:pt x="6258440" y="1017909"/>
                  </a:lnTo>
                  <a:lnTo>
                    <a:pt x="6303140" y="950709"/>
                  </a:lnTo>
                  <a:lnTo>
                    <a:pt x="6347787" y="883752"/>
                  </a:lnTo>
                  <a:lnTo>
                    <a:pt x="6392250" y="817653"/>
                  </a:lnTo>
                  <a:lnTo>
                    <a:pt x="6436414" y="752994"/>
                  </a:lnTo>
                  <a:lnTo>
                    <a:pt x="6480188" y="690302"/>
                  </a:lnTo>
                  <a:lnTo>
                    <a:pt x="6523518" y="630036"/>
                  </a:lnTo>
                  <a:lnTo>
                    <a:pt x="6566389" y="572570"/>
                  </a:lnTo>
                  <a:lnTo>
                    <a:pt x="6608839" y="518193"/>
                  </a:lnTo>
                  <a:lnTo>
                    <a:pt x="6650957" y="467097"/>
                  </a:lnTo>
                  <a:lnTo>
                    <a:pt x="6692895" y="419392"/>
                  </a:lnTo>
                  <a:lnTo>
                    <a:pt x="6734873" y="375100"/>
                  </a:lnTo>
                  <a:lnTo>
                    <a:pt x="6777186" y="334172"/>
                  </a:lnTo>
                  <a:lnTo>
                    <a:pt x="6786527" y="325653"/>
                  </a:lnTo>
                  <a:lnTo>
                    <a:pt x="6835435" y="284175"/>
                  </a:lnTo>
                  <a:lnTo>
                    <a:pt x="6885997" y="246858"/>
                  </a:lnTo>
                  <a:lnTo>
                    <a:pt x="6939001" y="213488"/>
                  </a:lnTo>
                  <a:lnTo>
                    <a:pt x="6995322" y="183705"/>
                  </a:lnTo>
                  <a:lnTo>
                    <a:pt x="7055857" y="157105"/>
                  </a:lnTo>
                  <a:lnTo>
                    <a:pt x="7121441" y="133294"/>
                  </a:lnTo>
                  <a:lnTo>
                    <a:pt x="7192755" y="111928"/>
                  </a:lnTo>
                  <a:lnTo>
                    <a:pt x="7270200" y="92728"/>
                  </a:lnTo>
                  <a:lnTo>
                    <a:pt x="7353725" y="75489"/>
                  </a:lnTo>
                  <a:lnTo>
                    <a:pt x="7442627" y="60086"/>
                  </a:lnTo>
                  <a:lnTo>
                    <a:pt x="7535355" y="46462"/>
                  </a:lnTo>
                  <a:lnTo>
                    <a:pt x="7629375" y="34625"/>
                  </a:lnTo>
                  <a:lnTo>
                    <a:pt x="7721188" y="24614"/>
                  </a:lnTo>
                  <a:lnTo>
                    <a:pt x="7806623" y="16465"/>
                  </a:lnTo>
                  <a:lnTo>
                    <a:pt x="7881412" y="10170"/>
                  </a:lnTo>
                  <a:lnTo>
                    <a:pt x="7941991" y="5636"/>
                  </a:lnTo>
                  <a:lnTo>
                    <a:pt x="7986306" y="2669"/>
                  </a:lnTo>
                  <a:lnTo>
                    <a:pt x="8014368" y="980"/>
                  </a:lnTo>
                  <a:lnTo>
                    <a:pt x="8028394" y="217"/>
                  </a:lnTo>
                  <a:lnTo>
                    <a:pt x="8032604" y="9"/>
                  </a:lnTo>
                  <a:lnTo>
                    <a:pt x="8032819" y="0"/>
                  </a:lnTo>
                  <a:lnTo>
                    <a:pt x="8554953" y="0"/>
                  </a:lnTo>
                  <a:lnTo>
                    <a:pt x="8554953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385" name="pl385"/>
            <p:cNvSpPr/>
            <p:nvPr/>
          </p:nvSpPr>
          <p:spPr>
            <a:xfrm>
              <a:off x="386606" y="1287194"/>
              <a:ext cx="8554953" cy="1953921"/>
            </a:xfrm>
            <a:custGeom>
              <a:avLst/>
              <a:pathLst>
                <a:path w="8554953" h="1953921">
                  <a:moveTo>
                    <a:pt x="8554953" y="0"/>
                  </a:moveTo>
                  <a:lnTo>
                    <a:pt x="8032819" y="0"/>
                  </a:lnTo>
                  <a:lnTo>
                    <a:pt x="8031609" y="57"/>
                  </a:lnTo>
                  <a:lnTo>
                    <a:pt x="8023693" y="464"/>
                  </a:lnTo>
                  <a:lnTo>
                    <a:pt x="8003867" y="1591"/>
                  </a:lnTo>
                  <a:lnTo>
                    <a:pt x="7968760" y="3805"/>
                  </a:lnTo>
                  <a:lnTo>
                    <a:pt x="7917121" y="7435"/>
                  </a:lnTo>
                  <a:lnTo>
                    <a:pt x="7849896" y="12730"/>
                  </a:lnTo>
                  <a:lnTo>
                    <a:pt x="7769897" y="19839"/>
                  </a:lnTo>
                  <a:lnTo>
                    <a:pt x="7681103" y="28814"/>
                  </a:lnTo>
                  <a:lnTo>
                    <a:pt x="7587829" y="39639"/>
                  </a:lnTo>
                  <a:lnTo>
                    <a:pt x="7494003" y="52270"/>
                  </a:lnTo>
                  <a:lnTo>
                    <a:pt x="7402715" y="66678"/>
                  </a:lnTo>
                  <a:lnTo>
                    <a:pt x="7316055" y="82883"/>
                  </a:lnTo>
                  <a:lnTo>
                    <a:pt x="7235177" y="100969"/>
                  </a:lnTo>
                  <a:lnTo>
                    <a:pt x="7160468" y="121097"/>
                  </a:lnTo>
                  <a:lnTo>
                    <a:pt x="7091758" y="143506"/>
                  </a:lnTo>
                  <a:lnTo>
                    <a:pt x="7028503" y="168505"/>
                  </a:lnTo>
                  <a:lnTo>
                    <a:pt x="6969941" y="196463"/>
                  </a:lnTo>
                  <a:lnTo>
                    <a:pt x="6915198" y="227784"/>
                  </a:lnTo>
                  <a:lnTo>
                    <a:pt x="6863379" y="262861"/>
                  </a:lnTo>
                  <a:lnTo>
                    <a:pt x="6813637" y="302006"/>
                  </a:lnTo>
                  <a:lnTo>
                    <a:pt x="6786527" y="325653"/>
                  </a:lnTo>
                  <a:lnTo>
                    <a:pt x="6744094" y="365857"/>
                  </a:lnTo>
                  <a:lnTo>
                    <a:pt x="6702071" y="409406"/>
                  </a:lnTo>
                  <a:lnTo>
                    <a:pt x="6660145" y="456364"/>
                  </a:lnTo>
                  <a:lnTo>
                    <a:pt x="6618081" y="506723"/>
                  </a:lnTo>
                  <a:lnTo>
                    <a:pt x="6575714" y="560396"/>
                  </a:lnTo>
                  <a:lnTo>
                    <a:pt x="6532940" y="617207"/>
                  </a:lnTo>
                  <a:lnTo>
                    <a:pt x="6489711" y="676889"/>
                  </a:lnTo>
                  <a:lnTo>
                    <a:pt x="6446031" y="739087"/>
                  </a:lnTo>
                  <a:lnTo>
                    <a:pt x="6401946" y="803358"/>
                  </a:lnTo>
                  <a:lnTo>
                    <a:pt x="6357539" y="869190"/>
                  </a:lnTo>
                  <a:lnTo>
                    <a:pt x="6312921" y="936011"/>
                  </a:lnTo>
                  <a:lnTo>
                    <a:pt x="6268222" y="1003212"/>
                  </a:lnTo>
                  <a:lnTo>
                    <a:pt x="6223575" y="1070168"/>
                  </a:lnTo>
                  <a:lnTo>
                    <a:pt x="6179112" y="1136267"/>
                  </a:lnTo>
                  <a:lnTo>
                    <a:pt x="6134948" y="1200926"/>
                  </a:lnTo>
                  <a:lnTo>
                    <a:pt x="6091174" y="1263618"/>
                  </a:lnTo>
                  <a:lnTo>
                    <a:pt x="6047844" y="1323884"/>
                  </a:lnTo>
                  <a:lnTo>
                    <a:pt x="6004973" y="1381350"/>
                  </a:lnTo>
                  <a:lnTo>
                    <a:pt x="5962523" y="1435728"/>
                  </a:lnTo>
                  <a:lnTo>
                    <a:pt x="5920405" y="1486823"/>
                  </a:lnTo>
                  <a:lnTo>
                    <a:pt x="5878467" y="1534529"/>
                  </a:lnTo>
                  <a:lnTo>
                    <a:pt x="5836489" y="1578820"/>
                  </a:lnTo>
                  <a:lnTo>
                    <a:pt x="5794176" y="1619748"/>
                  </a:lnTo>
                  <a:lnTo>
                    <a:pt x="5784835" y="1628267"/>
                  </a:lnTo>
                  <a:lnTo>
                    <a:pt x="5735927" y="1669745"/>
                  </a:lnTo>
                  <a:lnTo>
                    <a:pt x="5685364" y="1707062"/>
                  </a:lnTo>
                  <a:lnTo>
                    <a:pt x="5632361" y="1740432"/>
                  </a:lnTo>
                  <a:lnTo>
                    <a:pt x="5576040" y="1770215"/>
                  </a:lnTo>
                  <a:lnTo>
                    <a:pt x="5515505" y="1796816"/>
                  </a:lnTo>
                  <a:lnTo>
                    <a:pt x="5449921" y="1820627"/>
                  </a:lnTo>
                  <a:lnTo>
                    <a:pt x="5378606" y="1841993"/>
                  </a:lnTo>
                  <a:lnTo>
                    <a:pt x="5301161" y="1861192"/>
                  </a:lnTo>
                  <a:lnTo>
                    <a:pt x="5217637" y="1878431"/>
                  </a:lnTo>
                  <a:lnTo>
                    <a:pt x="5128735" y="1893835"/>
                  </a:lnTo>
                  <a:lnTo>
                    <a:pt x="5036006" y="1907458"/>
                  </a:lnTo>
                  <a:lnTo>
                    <a:pt x="4941987" y="1919295"/>
                  </a:lnTo>
                  <a:lnTo>
                    <a:pt x="4850174" y="1929306"/>
                  </a:lnTo>
                  <a:lnTo>
                    <a:pt x="4764739" y="1937455"/>
                  </a:lnTo>
                  <a:lnTo>
                    <a:pt x="4689950" y="1943750"/>
                  </a:lnTo>
                  <a:lnTo>
                    <a:pt x="4629371" y="1948284"/>
                  </a:lnTo>
                  <a:lnTo>
                    <a:pt x="4585055" y="1951251"/>
                  </a:lnTo>
                  <a:lnTo>
                    <a:pt x="4556994" y="1952940"/>
                  </a:lnTo>
                  <a:lnTo>
                    <a:pt x="4542968" y="1953703"/>
                  </a:lnTo>
                  <a:lnTo>
                    <a:pt x="4538758" y="1953911"/>
                  </a:lnTo>
                  <a:lnTo>
                    <a:pt x="4538543" y="1953921"/>
                  </a:lnTo>
                  <a:lnTo>
                    <a:pt x="4016409" y="1953921"/>
                  </a:lnTo>
                  <a:lnTo>
                    <a:pt x="4015169" y="1953880"/>
                  </a:lnTo>
                  <a:lnTo>
                    <a:pt x="4007058" y="1953590"/>
                  </a:lnTo>
                  <a:lnTo>
                    <a:pt x="3986765" y="1952788"/>
                  </a:lnTo>
                  <a:lnTo>
                    <a:pt x="3950872" y="1951213"/>
                  </a:lnTo>
                  <a:lnTo>
                    <a:pt x="3898167" y="1948632"/>
                  </a:lnTo>
                  <a:lnTo>
                    <a:pt x="3829700" y="1944871"/>
                  </a:lnTo>
                  <a:lnTo>
                    <a:pt x="3748427" y="1939826"/>
                  </a:lnTo>
                  <a:lnTo>
                    <a:pt x="3658469" y="1933465"/>
                  </a:lnTo>
                  <a:lnTo>
                    <a:pt x="3564244" y="1925801"/>
                  </a:lnTo>
                  <a:lnTo>
                    <a:pt x="3469730" y="1916865"/>
                  </a:lnTo>
                  <a:lnTo>
                    <a:pt x="3378014" y="1906676"/>
                  </a:lnTo>
                  <a:lnTo>
                    <a:pt x="3291152" y="1895216"/>
                  </a:lnTo>
                  <a:lnTo>
                    <a:pt x="3210241" y="1882419"/>
                  </a:lnTo>
                  <a:lnTo>
                    <a:pt x="3135608" y="1868166"/>
                  </a:lnTo>
                  <a:lnTo>
                    <a:pt x="3067026" y="1852281"/>
                  </a:lnTo>
                  <a:lnTo>
                    <a:pt x="3003904" y="1834537"/>
                  </a:lnTo>
                  <a:lnTo>
                    <a:pt x="2945438" y="1814669"/>
                  </a:lnTo>
                  <a:lnTo>
                    <a:pt x="2890724" y="1792387"/>
                  </a:lnTo>
                  <a:lnTo>
                    <a:pt x="2838848" y="1767416"/>
                  </a:lnTo>
                  <a:lnTo>
                    <a:pt x="2788956" y="1739551"/>
                  </a:lnTo>
                  <a:lnTo>
                    <a:pt x="2770117" y="1728034"/>
                  </a:lnTo>
                  <a:lnTo>
                    <a:pt x="2723314" y="1697123"/>
                  </a:lnTo>
                  <a:lnTo>
                    <a:pt x="2676968" y="1663380"/>
                  </a:lnTo>
                  <a:lnTo>
                    <a:pt x="2630675" y="1626753"/>
                  </a:lnTo>
                  <a:lnTo>
                    <a:pt x="2584145" y="1587269"/>
                  </a:lnTo>
                  <a:lnTo>
                    <a:pt x="2537185" y="1545039"/>
                  </a:lnTo>
                  <a:lnTo>
                    <a:pt x="2489692" y="1500266"/>
                  </a:lnTo>
                  <a:lnTo>
                    <a:pt x="2441643" y="1453247"/>
                  </a:lnTo>
                  <a:lnTo>
                    <a:pt x="2393080" y="1404368"/>
                  </a:lnTo>
                  <a:lnTo>
                    <a:pt x="2344106" y="1354093"/>
                  </a:lnTo>
                  <a:lnTo>
                    <a:pt x="2294867" y="1302950"/>
                  </a:lnTo>
                  <a:lnTo>
                    <a:pt x="2245533" y="1251506"/>
                  </a:lnTo>
                  <a:lnTo>
                    <a:pt x="2196287" y="1200341"/>
                  </a:lnTo>
                  <a:lnTo>
                    <a:pt x="2147300" y="1150024"/>
                  </a:lnTo>
                  <a:lnTo>
                    <a:pt x="2098720" y="1101083"/>
                  </a:lnTo>
                  <a:lnTo>
                    <a:pt x="2050650" y="1053987"/>
                  </a:lnTo>
                  <a:lnTo>
                    <a:pt x="2003136" y="1009123"/>
                  </a:lnTo>
                  <a:lnTo>
                    <a:pt x="1956157" y="966793"/>
                  </a:lnTo>
                  <a:lnTo>
                    <a:pt x="1909614" y="927203"/>
                  </a:lnTo>
                  <a:lnTo>
                    <a:pt x="1863317" y="890468"/>
                  </a:lnTo>
                  <a:lnTo>
                    <a:pt x="1816979" y="856616"/>
                  </a:lnTo>
                  <a:lnTo>
                    <a:pt x="1770202" y="825601"/>
                  </a:lnTo>
                  <a:lnTo>
                    <a:pt x="1768425" y="824486"/>
                  </a:lnTo>
                  <a:lnTo>
                    <a:pt x="1719097" y="795484"/>
                  </a:lnTo>
                  <a:lnTo>
                    <a:pt x="1668080" y="769417"/>
                  </a:lnTo>
                  <a:lnTo>
                    <a:pt x="1614566" y="746130"/>
                  </a:lnTo>
                  <a:lnTo>
                    <a:pt x="1557654" y="725366"/>
                  </a:lnTo>
                  <a:lnTo>
                    <a:pt x="1496427" y="706838"/>
                  </a:lnTo>
                  <a:lnTo>
                    <a:pt x="1430032" y="690266"/>
                  </a:lnTo>
                  <a:lnTo>
                    <a:pt x="1357780" y="675408"/>
                  </a:lnTo>
                  <a:lnTo>
                    <a:pt x="1279282" y="662068"/>
                  </a:lnTo>
                  <a:lnTo>
                    <a:pt x="1194628" y="650104"/>
                  </a:lnTo>
                  <a:lnTo>
                    <a:pt x="1104594" y="639430"/>
                  </a:lnTo>
                  <a:lnTo>
                    <a:pt x="1010848" y="630011"/>
                  </a:lnTo>
                  <a:lnTo>
                    <a:pt x="916082" y="621854"/>
                  </a:lnTo>
                  <a:lnTo>
                    <a:pt x="823969" y="614987"/>
                  </a:lnTo>
                  <a:lnTo>
                    <a:pt x="738829" y="609437"/>
                  </a:lnTo>
                  <a:lnTo>
                    <a:pt x="664998" y="605189"/>
                  </a:lnTo>
                  <a:lnTo>
                    <a:pt x="605983" y="602171"/>
                  </a:lnTo>
                  <a:lnTo>
                    <a:pt x="563634" y="600234"/>
                  </a:lnTo>
                  <a:lnTo>
                    <a:pt x="537623" y="599164"/>
                  </a:lnTo>
                  <a:lnTo>
                    <a:pt x="525354" y="598708"/>
                  </a:lnTo>
                  <a:lnTo>
                    <a:pt x="522206" y="598602"/>
                  </a:lnTo>
                  <a:lnTo>
                    <a:pt x="522133" y="598600"/>
                  </a:lnTo>
                  <a:lnTo>
                    <a:pt x="0" y="598600"/>
                  </a:lnTo>
                  <a:lnTo>
                    <a:pt x="0" y="59860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386" name="pg386"/>
            <p:cNvSpPr/>
            <p:nvPr/>
          </p:nvSpPr>
          <p:spPr>
            <a:xfrm>
              <a:off x="386606" y="1891441"/>
              <a:ext cx="8554953" cy="1366615"/>
            </a:xfrm>
            <a:custGeom>
              <a:avLst/>
              <a:pathLst>
                <a:path w="8554953" h="1366615">
                  <a:moveTo>
                    <a:pt x="0" y="11294"/>
                  </a:moveTo>
                  <a:lnTo>
                    <a:pt x="522133" y="11294"/>
                  </a:lnTo>
                  <a:lnTo>
                    <a:pt x="523373" y="11334"/>
                  </a:lnTo>
                  <a:lnTo>
                    <a:pt x="531484" y="11624"/>
                  </a:lnTo>
                  <a:lnTo>
                    <a:pt x="551777" y="12426"/>
                  </a:lnTo>
                  <a:lnTo>
                    <a:pt x="587670" y="14002"/>
                  </a:lnTo>
                  <a:lnTo>
                    <a:pt x="640375" y="16582"/>
                  </a:lnTo>
                  <a:lnTo>
                    <a:pt x="708842" y="20344"/>
                  </a:lnTo>
                  <a:lnTo>
                    <a:pt x="790115" y="25388"/>
                  </a:lnTo>
                  <a:lnTo>
                    <a:pt x="880073" y="31749"/>
                  </a:lnTo>
                  <a:lnTo>
                    <a:pt x="974298" y="39413"/>
                  </a:lnTo>
                  <a:lnTo>
                    <a:pt x="1068812" y="48349"/>
                  </a:lnTo>
                  <a:lnTo>
                    <a:pt x="1160528" y="58539"/>
                  </a:lnTo>
                  <a:lnTo>
                    <a:pt x="1247390" y="69999"/>
                  </a:lnTo>
                  <a:lnTo>
                    <a:pt x="1328301" y="82795"/>
                  </a:lnTo>
                  <a:lnTo>
                    <a:pt x="1402934" y="97048"/>
                  </a:lnTo>
                  <a:lnTo>
                    <a:pt x="1471516" y="112934"/>
                  </a:lnTo>
                  <a:lnTo>
                    <a:pt x="1534638" y="130677"/>
                  </a:lnTo>
                  <a:lnTo>
                    <a:pt x="1593105" y="150546"/>
                  </a:lnTo>
                  <a:lnTo>
                    <a:pt x="1647818" y="172828"/>
                  </a:lnTo>
                  <a:lnTo>
                    <a:pt x="1699694" y="197799"/>
                  </a:lnTo>
                  <a:lnTo>
                    <a:pt x="1749586" y="225664"/>
                  </a:lnTo>
                  <a:lnTo>
                    <a:pt x="1768425" y="237181"/>
                  </a:lnTo>
                  <a:lnTo>
                    <a:pt x="1815228" y="268091"/>
                  </a:lnTo>
                  <a:lnTo>
                    <a:pt x="1861574" y="301835"/>
                  </a:lnTo>
                  <a:lnTo>
                    <a:pt x="1907867" y="338461"/>
                  </a:lnTo>
                  <a:lnTo>
                    <a:pt x="1954397" y="377945"/>
                  </a:lnTo>
                  <a:lnTo>
                    <a:pt x="2001357" y="420175"/>
                  </a:lnTo>
                  <a:lnTo>
                    <a:pt x="2048850" y="464948"/>
                  </a:lnTo>
                  <a:lnTo>
                    <a:pt x="2096900" y="511967"/>
                  </a:lnTo>
                  <a:lnTo>
                    <a:pt x="2145462" y="560847"/>
                  </a:lnTo>
                  <a:lnTo>
                    <a:pt x="2194436" y="611121"/>
                  </a:lnTo>
                  <a:lnTo>
                    <a:pt x="2243675" y="662264"/>
                  </a:lnTo>
                  <a:lnTo>
                    <a:pt x="2293009" y="713709"/>
                  </a:lnTo>
                  <a:lnTo>
                    <a:pt x="2342255" y="764873"/>
                  </a:lnTo>
                  <a:lnTo>
                    <a:pt x="2391242" y="815191"/>
                  </a:lnTo>
                  <a:lnTo>
                    <a:pt x="2439822" y="864131"/>
                  </a:lnTo>
                  <a:lnTo>
                    <a:pt x="2487893" y="911228"/>
                  </a:lnTo>
                  <a:lnTo>
                    <a:pt x="2535406" y="956091"/>
                  </a:lnTo>
                  <a:lnTo>
                    <a:pt x="2582385" y="998421"/>
                  </a:lnTo>
                  <a:lnTo>
                    <a:pt x="2628928" y="1038012"/>
                  </a:lnTo>
                  <a:lnTo>
                    <a:pt x="2675226" y="1074747"/>
                  </a:lnTo>
                  <a:lnTo>
                    <a:pt x="2721563" y="1108599"/>
                  </a:lnTo>
                  <a:lnTo>
                    <a:pt x="2768340" y="1139614"/>
                  </a:lnTo>
                  <a:lnTo>
                    <a:pt x="2770117" y="1140728"/>
                  </a:lnTo>
                  <a:lnTo>
                    <a:pt x="2819445" y="1169730"/>
                  </a:lnTo>
                  <a:lnTo>
                    <a:pt x="2870462" y="1195798"/>
                  </a:lnTo>
                  <a:lnTo>
                    <a:pt x="2923976" y="1219085"/>
                  </a:lnTo>
                  <a:lnTo>
                    <a:pt x="2980888" y="1239848"/>
                  </a:lnTo>
                  <a:lnTo>
                    <a:pt x="3042115" y="1258377"/>
                  </a:lnTo>
                  <a:lnTo>
                    <a:pt x="3108511" y="1274949"/>
                  </a:lnTo>
                  <a:lnTo>
                    <a:pt x="3180763" y="1289806"/>
                  </a:lnTo>
                  <a:lnTo>
                    <a:pt x="3259260" y="1303146"/>
                  </a:lnTo>
                  <a:lnTo>
                    <a:pt x="3343914" y="1315110"/>
                  </a:lnTo>
                  <a:lnTo>
                    <a:pt x="3433948" y="1325784"/>
                  </a:lnTo>
                  <a:lnTo>
                    <a:pt x="3527695" y="1335204"/>
                  </a:lnTo>
                  <a:lnTo>
                    <a:pt x="3622460" y="1343361"/>
                  </a:lnTo>
                  <a:lnTo>
                    <a:pt x="3714573" y="1350227"/>
                  </a:lnTo>
                  <a:lnTo>
                    <a:pt x="3799714" y="1355778"/>
                  </a:lnTo>
                  <a:lnTo>
                    <a:pt x="3873544" y="1360025"/>
                  </a:lnTo>
                  <a:lnTo>
                    <a:pt x="3932559" y="1363044"/>
                  </a:lnTo>
                  <a:lnTo>
                    <a:pt x="3974909" y="1364981"/>
                  </a:lnTo>
                  <a:lnTo>
                    <a:pt x="4000919" y="1366051"/>
                  </a:lnTo>
                  <a:lnTo>
                    <a:pt x="4013188" y="1366506"/>
                  </a:lnTo>
                  <a:lnTo>
                    <a:pt x="4016409" y="1366615"/>
                  </a:lnTo>
                  <a:lnTo>
                    <a:pt x="4538543" y="1366615"/>
                  </a:lnTo>
                  <a:lnTo>
                    <a:pt x="4539800" y="1366589"/>
                  </a:lnTo>
                  <a:lnTo>
                    <a:pt x="4548023" y="1366401"/>
                  </a:lnTo>
                  <a:lnTo>
                    <a:pt x="4568586" y="1365882"/>
                  </a:lnTo>
                  <a:lnTo>
                    <a:pt x="4604929" y="1364864"/>
                  </a:lnTo>
                  <a:lnTo>
                    <a:pt x="4658245" y="1363195"/>
                  </a:lnTo>
                  <a:lnTo>
                    <a:pt x="4727420" y="1360765"/>
                  </a:lnTo>
                  <a:lnTo>
                    <a:pt x="4809417" y="1357508"/>
                  </a:lnTo>
                  <a:lnTo>
                    <a:pt x="4900032" y="1353403"/>
                  </a:lnTo>
                  <a:lnTo>
                    <a:pt x="4994790" y="1348460"/>
                  </a:lnTo>
                  <a:lnTo>
                    <a:pt x="5089687" y="1342700"/>
                  </a:lnTo>
                  <a:lnTo>
                    <a:pt x="5181636" y="1336133"/>
                  </a:lnTo>
                  <a:lnTo>
                    <a:pt x="5268605" y="1328747"/>
                  </a:lnTo>
                  <a:lnTo>
                    <a:pt x="5349528" y="1320497"/>
                  </a:lnTo>
                  <a:lnTo>
                    <a:pt x="5424114" y="1311303"/>
                  </a:lnTo>
                  <a:lnTo>
                    <a:pt x="5492621" y="1301050"/>
                  </a:lnTo>
                  <a:lnTo>
                    <a:pt x="5555669" y="1289590"/>
                  </a:lnTo>
                  <a:lnTo>
                    <a:pt x="5614085" y="1276748"/>
                  </a:lnTo>
                  <a:lnTo>
                    <a:pt x="5668786" y="1262338"/>
                  </a:lnTo>
                  <a:lnTo>
                    <a:pt x="5720702" y="1246183"/>
                  </a:lnTo>
                  <a:lnTo>
                    <a:pt x="5770686" y="1228158"/>
                  </a:lnTo>
                  <a:lnTo>
                    <a:pt x="5784835" y="1222612"/>
                  </a:lnTo>
                  <a:lnTo>
                    <a:pt x="5835379" y="1201243"/>
                  </a:lnTo>
                  <a:lnTo>
                    <a:pt x="5885431" y="1177761"/>
                  </a:lnTo>
                  <a:lnTo>
                    <a:pt x="5935482" y="1152133"/>
                  </a:lnTo>
                  <a:lnTo>
                    <a:pt x="5985873" y="1124393"/>
                  </a:lnTo>
                  <a:lnTo>
                    <a:pt x="6036813" y="1094652"/>
                  </a:lnTo>
                  <a:lnTo>
                    <a:pt x="6088396" y="1063099"/>
                  </a:lnTo>
                  <a:lnTo>
                    <a:pt x="6140613" y="1030007"/>
                  </a:lnTo>
                  <a:lnTo>
                    <a:pt x="6193368" y="995719"/>
                  </a:lnTo>
                  <a:lnTo>
                    <a:pt x="6246498" y="960642"/>
                  </a:lnTo>
                  <a:lnTo>
                    <a:pt x="6299795" y="925222"/>
                  </a:lnTo>
                  <a:lnTo>
                    <a:pt x="6353031" y="889926"/>
                  </a:lnTo>
                  <a:lnTo>
                    <a:pt x="6405986" y="855213"/>
                  </a:lnTo>
                  <a:lnTo>
                    <a:pt x="6458472" y="821511"/>
                  </a:lnTo>
                  <a:lnTo>
                    <a:pt x="6510360" y="789196"/>
                  </a:lnTo>
                  <a:lnTo>
                    <a:pt x="6561598" y="758574"/>
                  </a:lnTo>
                  <a:lnTo>
                    <a:pt x="6612229" y="729873"/>
                  </a:lnTo>
                  <a:lnTo>
                    <a:pt x="6662406" y="703243"/>
                  </a:lnTo>
                  <a:lnTo>
                    <a:pt x="6712406" y="678752"/>
                  </a:lnTo>
                  <a:lnTo>
                    <a:pt x="6762646" y="656396"/>
                  </a:lnTo>
                  <a:lnTo>
                    <a:pt x="6786527" y="646601"/>
                  </a:lnTo>
                  <a:lnTo>
                    <a:pt x="6836094" y="628028"/>
                  </a:lnTo>
                  <a:lnTo>
                    <a:pt x="6887370" y="611344"/>
                  </a:lnTo>
                  <a:lnTo>
                    <a:pt x="6941176" y="596448"/>
                  </a:lnTo>
                  <a:lnTo>
                    <a:pt x="6998425" y="583173"/>
                  </a:lnTo>
                  <a:lnTo>
                    <a:pt x="7060048" y="571333"/>
                  </a:lnTo>
                  <a:lnTo>
                    <a:pt x="7126907" y="560749"/>
                  </a:lnTo>
                  <a:lnTo>
                    <a:pt x="7199695" y="551264"/>
                  </a:lnTo>
                  <a:lnTo>
                    <a:pt x="7278794" y="542752"/>
                  </a:lnTo>
                  <a:lnTo>
                    <a:pt x="7364092" y="535123"/>
                  </a:lnTo>
                  <a:lnTo>
                    <a:pt x="7454769" y="528322"/>
                  </a:lnTo>
                  <a:lnTo>
                    <a:pt x="7549086" y="522329"/>
                  </a:lnTo>
                  <a:lnTo>
                    <a:pt x="7644260" y="517149"/>
                  </a:lnTo>
                  <a:lnTo>
                    <a:pt x="7736519" y="512801"/>
                  </a:lnTo>
                  <a:lnTo>
                    <a:pt x="7821459" y="509300"/>
                  </a:lnTo>
                  <a:lnTo>
                    <a:pt x="7894708" y="506636"/>
                  </a:lnTo>
                  <a:lnTo>
                    <a:pt x="7952804" y="504757"/>
                  </a:lnTo>
                  <a:lnTo>
                    <a:pt x="7994019" y="503565"/>
                  </a:lnTo>
                  <a:lnTo>
                    <a:pt x="8018870" y="502919"/>
                  </a:lnTo>
                  <a:lnTo>
                    <a:pt x="8030177" y="502654"/>
                  </a:lnTo>
                  <a:lnTo>
                    <a:pt x="8032819" y="502598"/>
                  </a:lnTo>
                  <a:lnTo>
                    <a:pt x="8554953" y="502598"/>
                  </a:lnTo>
                  <a:lnTo>
                    <a:pt x="8554953" y="491303"/>
                  </a:lnTo>
                  <a:lnTo>
                    <a:pt x="8032819" y="491303"/>
                  </a:lnTo>
                  <a:lnTo>
                    <a:pt x="8031562" y="491330"/>
                  </a:lnTo>
                  <a:lnTo>
                    <a:pt x="8023339" y="491517"/>
                  </a:lnTo>
                  <a:lnTo>
                    <a:pt x="8002776" y="492036"/>
                  </a:lnTo>
                  <a:lnTo>
                    <a:pt x="7966433" y="493055"/>
                  </a:lnTo>
                  <a:lnTo>
                    <a:pt x="7913117" y="494723"/>
                  </a:lnTo>
                  <a:lnTo>
                    <a:pt x="7843942" y="497153"/>
                  </a:lnTo>
                  <a:lnTo>
                    <a:pt x="7761945" y="500411"/>
                  </a:lnTo>
                  <a:lnTo>
                    <a:pt x="7671330" y="504515"/>
                  </a:lnTo>
                  <a:lnTo>
                    <a:pt x="7576572" y="509458"/>
                  </a:lnTo>
                  <a:lnTo>
                    <a:pt x="7481675" y="515218"/>
                  </a:lnTo>
                  <a:lnTo>
                    <a:pt x="7389726" y="521785"/>
                  </a:lnTo>
                  <a:lnTo>
                    <a:pt x="7302757" y="529172"/>
                  </a:lnTo>
                  <a:lnTo>
                    <a:pt x="7221834" y="537422"/>
                  </a:lnTo>
                  <a:lnTo>
                    <a:pt x="7147248" y="546615"/>
                  </a:lnTo>
                  <a:lnTo>
                    <a:pt x="7078741" y="556868"/>
                  </a:lnTo>
                  <a:lnTo>
                    <a:pt x="7015693" y="568328"/>
                  </a:lnTo>
                  <a:lnTo>
                    <a:pt x="6957277" y="581170"/>
                  </a:lnTo>
                  <a:lnTo>
                    <a:pt x="6902575" y="595580"/>
                  </a:lnTo>
                  <a:lnTo>
                    <a:pt x="6850660" y="611735"/>
                  </a:lnTo>
                  <a:lnTo>
                    <a:pt x="6800676" y="629760"/>
                  </a:lnTo>
                  <a:lnTo>
                    <a:pt x="6786527" y="635306"/>
                  </a:lnTo>
                  <a:lnTo>
                    <a:pt x="6735983" y="656676"/>
                  </a:lnTo>
                  <a:lnTo>
                    <a:pt x="6685931" y="680158"/>
                  </a:lnTo>
                  <a:lnTo>
                    <a:pt x="6635880" y="705786"/>
                  </a:lnTo>
                  <a:lnTo>
                    <a:pt x="6585489" y="733525"/>
                  </a:lnTo>
                  <a:lnTo>
                    <a:pt x="6534549" y="763267"/>
                  </a:lnTo>
                  <a:lnTo>
                    <a:pt x="6482966" y="794819"/>
                  </a:lnTo>
                  <a:lnTo>
                    <a:pt x="6430749" y="827911"/>
                  </a:lnTo>
                  <a:lnTo>
                    <a:pt x="6377994" y="862199"/>
                  </a:lnTo>
                  <a:lnTo>
                    <a:pt x="6324864" y="897277"/>
                  </a:lnTo>
                  <a:lnTo>
                    <a:pt x="6271567" y="932696"/>
                  </a:lnTo>
                  <a:lnTo>
                    <a:pt x="6218331" y="967992"/>
                  </a:lnTo>
                  <a:lnTo>
                    <a:pt x="6165376" y="1002705"/>
                  </a:lnTo>
                  <a:lnTo>
                    <a:pt x="6112890" y="1036407"/>
                  </a:lnTo>
                  <a:lnTo>
                    <a:pt x="6061002" y="1068723"/>
                  </a:lnTo>
                  <a:lnTo>
                    <a:pt x="6009764" y="1099345"/>
                  </a:lnTo>
                  <a:lnTo>
                    <a:pt x="5959133" y="1128045"/>
                  </a:lnTo>
                  <a:lnTo>
                    <a:pt x="5908956" y="1154675"/>
                  </a:lnTo>
                  <a:lnTo>
                    <a:pt x="5858956" y="1179167"/>
                  </a:lnTo>
                  <a:lnTo>
                    <a:pt x="5808716" y="1201522"/>
                  </a:lnTo>
                  <a:lnTo>
                    <a:pt x="5784835" y="1211318"/>
                  </a:lnTo>
                  <a:lnTo>
                    <a:pt x="5735268" y="1229890"/>
                  </a:lnTo>
                  <a:lnTo>
                    <a:pt x="5683992" y="1246575"/>
                  </a:lnTo>
                  <a:lnTo>
                    <a:pt x="5630186" y="1261471"/>
                  </a:lnTo>
                  <a:lnTo>
                    <a:pt x="5572937" y="1274745"/>
                  </a:lnTo>
                  <a:lnTo>
                    <a:pt x="5511314" y="1286585"/>
                  </a:lnTo>
                  <a:lnTo>
                    <a:pt x="5444455" y="1297169"/>
                  </a:lnTo>
                  <a:lnTo>
                    <a:pt x="5371667" y="1306655"/>
                  </a:lnTo>
                  <a:lnTo>
                    <a:pt x="5292568" y="1315166"/>
                  </a:lnTo>
                  <a:lnTo>
                    <a:pt x="5207270" y="1322795"/>
                  </a:lnTo>
                  <a:lnTo>
                    <a:pt x="5116593" y="1329596"/>
                  </a:lnTo>
                  <a:lnTo>
                    <a:pt x="5022276" y="1335589"/>
                  </a:lnTo>
                  <a:lnTo>
                    <a:pt x="4927102" y="1340770"/>
                  </a:lnTo>
                  <a:lnTo>
                    <a:pt x="4834843" y="1345118"/>
                  </a:lnTo>
                  <a:lnTo>
                    <a:pt x="4749903" y="1348619"/>
                  </a:lnTo>
                  <a:lnTo>
                    <a:pt x="4676654" y="1351283"/>
                  </a:lnTo>
                  <a:lnTo>
                    <a:pt x="4618558" y="1353161"/>
                  </a:lnTo>
                  <a:lnTo>
                    <a:pt x="4577343" y="1354353"/>
                  </a:lnTo>
                  <a:lnTo>
                    <a:pt x="4552491" y="1354999"/>
                  </a:lnTo>
                  <a:lnTo>
                    <a:pt x="4541185" y="1355264"/>
                  </a:lnTo>
                  <a:lnTo>
                    <a:pt x="4538543" y="1355321"/>
                  </a:lnTo>
                  <a:lnTo>
                    <a:pt x="4016409" y="1355321"/>
                  </a:lnTo>
                  <a:lnTo>
                    <a:pt x="4015169" y="1355280"/>
                  </a:lnTo>
                  <a:lnTo>
                    <a:pt x="4007058" y="1354990"/>
                  </a:lnTo>
                  <a:lnTo>
                    <a:pt x="3986765" y="1354188"/>
                  </a:lnTo>
                  <a:lnTo>
                    <a:pt x="3950872" y="1352613"/>
                  </a:lnTo>
                  <a:lnTo>
                    <a:pt x="3898167" y="1350032"/>
                  </a:lnTo>
                  <a:lnTo>
                    <a:pt x="3829700" y="1346271"/>
                  </a:lnTo>
                  <a:lnTo>
                    <a:pt x="3748427" y="1341226"/>
                  </a:lnTo>
                  <a:lnTo>
                    <a:pt x="3658469" y="1334865"/>
                  </a:lnTo>
                  <a:lnTo>
                    <a:pt x="3564244" y="1327201"/>
                  </a:lnTo>
                  <a:lnTo>
                    <a:pt x="3469730" y="1318265"/>
                  </a:lnTo>
                  <a:lnTo>
                    <a:pt x="3378014" y="1308076"/>
                  </a:lnTo>
                  <a:lnTo>
                    <a:pt x="3291152" y="1296616"/>
                  </a:lnTo>
                  <a:lnTo>
                    <a:pt x="3210241" y="1283819"/>
                  </a:lnTo>
                  <a:lnTo>
                    <a:pt x="3135608" y="1269566"/>
                  </a:lnTo>
                  <a:lnTo>
                    <a:pt x="3067026" y="1253681"/>
                  </a:lnTo>
                  <a:lnTo>
                    <a:pt x="3003904" y="1235937"/>
                  </a:lnTo>
                  <a:lnTo>
                    <a:pt x="2945438" y="1216069"/>
                  </a:lnTo>
                  <a:lnTo>
                    <a:pt x="2890724" y="1193787"/>
                  </a:lnTo>
                  <a:lnTo>
                    <a:pt x="2838848" y="1168816"/>
                  </a:lnTo>
                  <a:lnTo>
                    <a:pt x="2788956" y="1140951"/>
                  </a:lnTo>
                  <a:lnTo>
                    <a:pt x="2770117" y="1129434"/>
                  </a:lnTo>
                  <a:lnTo>
                    <a:pt x="2723314" y="1098523"/>
                  </a:lnTo>
                  <a:lnTo>
                    <a:pt x="2676968" y="1064780"/>
                  </a:lnTo>
                  <a:lnTo>
                    <a:pt x="2630675" y="1028153"/>
                  </a:lnTo>
                  <a:lnTo>
                    <a:pt x="2584145" y="988669"/>
                  </a:lnTo>
                  <a:lnTo>
                    <a:pt x="2537185" y="946439"/>
                  </a:lnTo>
                  <a:lnTo>
                    <a:pt x="2489692" y="901666"/>
                  </a:lnTo>
                  <a:lnTo>
                    <a:pt x="2441643" y="854647"/>
                  </a:lnTo>
                  <a:lnTo>
                    <a:pt x="2393080" y="805768"/>
                  </a:lnTo>
                  <a:lnTo>
                    <a:pt x="2344106" y="755493"/>
                  </a:lnTo>
                  <a:lnTo>
                    <a:pt x="2294867" y="704350"/>
                  </a:lnTo>
                  <a:lnTo>
                    <a:pt x="2245533" y="652906"/>
                  </a:lnTo>
                  <a:lnTo>
                    <a:pt x="2196287" y="601741"/>
                  </a:lnTo>
                  <a:lnTo>
                    <a:pt x="2147300" y="551424"/>
                  </a:lnTo>
                  <a:lnTo>
                    <a:pt x="2098720" y="502483"/>
                  </a:lnTo>
                  <a:lnTo>
                    <a:pt x="2050650" y="455386"/>
                  </a:lnTo>
                  <a:lnTo>
                    <a:pt x="2003136" y="410523"/>
                  </a:lnTo>
                  <a:lnTo>
                    <a:pt x="1956157" y="368193"/>
                  </a:lnTo>
                  <a:lnTo>
                    <a:pt x="1909614" y="328603"/>
                  </a:lnTo>
                  <a:lnTo>
                    <a:pt x="1863317" y="291868"/>
                  </a:lnTo>
                  <a:lnTo>
                    <a:pt x="1816979" y="258016"/>
                  </a:lnTo>
                  <a:lnTo>
                    <a:pt x="1770202" y="227001"/>
                  </a:lnTo>
                  <a:lnTo>
                    <a:pt x="1768425" y="225886"/>
                  </a:lnTo>
                  <a:lnTo>
                    <a:pt x="1719097" y="196884"/>
                  </a:lnTo>
                  <a:lnTo>
                    <a:pt x="1668080" y="170817"/>
                  </a:lnTo>
                  <a:lnTo>
                    <a:pt x="1614566" y="147530"/>
                  </a:lnTo>
                  <a:lnTo>
                    <a:pt x="1557654" y="126766"/>
                  </a:lnTo>
                  <a:lnTo>
                    <a:pt x="1496427" y="108238"/>
                  </a:lnTo>
                  <a:lnTo>
                    <a:pt x="1430032" y="91666"/>
                  </a:lnTo>
                  <a:lnTo>
                    <a:pt x="1357780" y="76808"/>
                  </a:lnTo>
                  <a:lnTo>
                    <a:pt x="1279282" y="63468"/>
                  </a:lnTo>
                  <a:lnTo>
                    <a:pt x="1194628" y="51504"/>
                  </a:lnTo>
                  <a:lnTo>
                    <a:pt x="1104594" y="40830"/>
                  </a:lnTo>
                  <a:lnTo>
                    <a:pt x="1010848" y="31411"/>
                  </a:lnTo>
                  <a:lnTo>
                    <a:pt x="916082" y="23253"/>
                  </a:lnTo>
                  <a:lnTo>
                    <a:pt x="823969" y="16387"/>
                  </a:lnTo>
                  <a:lnTo>
                    <a:pt x="738829" y="10837"/>
                  </a:lnTo>
                  <a:lnTo>
                    <a:pt x="664998" y="6589"/>
                  </a:lnTo>
                  <a:lnTo>
                    <a:pt x="605983" y="3571"/>
                  </a:lnTo>
                  <a:lnTo>
                    <a:pt x="563634" y="1633"/>
                  </a:lnTo>
                  <a:lnTo>
                    <a:pt x="537623" y="564"/>
                  </a:lnTo>
                  <a:lnTo>
                    <a:pt x="525354" y="108"/>
                  </a:lnTo>
                  <a:lnTo>
                    <a:pt x="5221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387" name="pl387"/>
            <p:cNvSpPr/>
            <p:nvPr/>
          </p:nvSpPr>
          <p:spPr>
            <a:xfrm>
              <a:off x="386606" y="1902736"/>
              <a:ext cx="8554953" cy="1355321"/>
            </a:xfrm>
            <a:custGeom>
              <a:avLst/>
              <a:pathLst>
                <a:path w="8554953" h="1355321">
                  <a:moveTo>
                    <a:pt x="0" y="0"/>
                  </a:moveTo>
                  <a:lnTo>
                    <a:pt x="522133" y="0"/>
                  </a:lnTo>
                  <a:lnTo>
                    <a:pt x="523373" y="40"/>
                  </a:lnTo>
                  <a:lnTo>
                    <a:pt x="531484" y="330"/>
                  </a:lnTo>
                  <a:lnTo>
                    <a:pt x="551777" y="1132"/>
                  </a:lnTo>
                  <a:lnTo>
                    <a:pt x="587670" y="2707"/>
                  </a:lnTo>
                  <a:lnTo>
                    <a:pt x="640375" y="5288"/>
                  </a:lnTo>
                  <a:lnTo>
                    <a:pt x="708842" y="9049"/>
                  </a:lnTo>
                  <a:lnTo>
                    <a:pt x="790115" y="14094"/>
                  </a:lnTo>
                  <a:lnTo>
                    <a:pt x="880073" y="20455"/>
                  </a:lnTo>
                  <a:lnTo>
                    <a:pt x="974298" y="28119"/>
                  </a:lnTo>
                  <a:lnTo>
                    <a:pt x="1068812" y="37055"/>
                  </a:lnTo>
                  <a:lnTo>
                    <a:pt x="1160528" y="47244"/>
                  </a:lnTo>
                  <a:lnTo>
                    <a:pt x="1247390" y="58704"/>
                  </a:lnTo>
                  <a:lnTo>
                    <a:pt x="1328301" y="71501"/>
                  </a:lnTo>
                  <a:lnTo>
                    <a:pt x="1402934" y="85754"/>
                  </a:lnTo>
                  <a:lnTo>
                    <a:pt x="1471516" y="101639"/>
                  </a:lnTo>
                  <a:lnTo>
                    <a:pt x="1534638" y="119383"/>
                  </a:lnTo>
                  <a:lnTo>
                    <a:pt x="1593105" y="139252"/>
                  </a:lnTo>
                  <a:lnTo>
                    <a:pt x="1647818" y="161533"/>
                  </a:lnTo>
                  <a:lnTo>
                    <a:pt x="1699694" y="186505"/>
                  </a:lnTo>
                  <a:lnTo>
                    <a:pt x="1749586" y="214369"/>
                  </a:lnTo>
                  <a:lnTo>
                    <a:pt x="1768425" y="225886"/>
                  </a:lnTo>
                  <a:lnTo>
                    <a:pt x="1815228" y="256797"/>
                  </a:lnTo>
                  <a:lnTo>
                    <a:pt x="1861574" y="290540"/>
                  </a:lnTo>
                  <a:lnTo>
                    <a:pt x="1907867" y="327167"/>
                  </a:lnTo>
                  <a:lnTo>
                    <a:pt x="1954397" y="366651"/>
                  </a:lnTo>
                  <a:lnTo>
                    <a:pt x="2001357" y="408881"/>
                  </a:lnTo>
                  <a:lnTo>
                    <a:pt x="2048850" y="453654"/>
                  </a:lnTo>
                  <a:lnTo>
                    <a:pt x="2096900" y="500673"/>
                  </a:lnTo>
                  <a:lnTo>
                    <a:pt x="2145462" y="549552"/>
                  </a:lnTo>
                  <a:lnTo>
                    <a:pt x="2194436" y="599827"/>
                  </a:lnTo>
                  <a:lnTo>
                    <a:pt x="2243675" y="650970"/>
                  </a:lnTo>
                  <a:lnTo>
                    <a:pt x="2293009" y="702414"/>
                  </a:lnTo>
                  <a:lnTo>
                    <a:pt x="2342255" y="753579"/>
                  </a:lnTo>
                  <a:lnTo>
                    <a:pt x="2391242" y="803896"/>
                  </a:lnTo>
                  <a:lnTo>
                    <a:pt x="2439822" y="852837"/>
                  </a:lnTo>
                  <a:lnTo>
                    <a:pt x="2487893" y="899934"/>
                  </a:lnTo>
                  <a:lnTo>
                    <a:pt x="2535406" y="944797"/>
                  </a:lnTo>
                  <a:lnTo>
                    <a:pt x="2582385" y="987127"/>
                  </a:lnTo>
                  <a:lnTo>
                    <a:pt x="2628928" y="1026717"/>
                  </a:lnTo>
                  <a:lnTo>
                    <a:pt x="2675226" y="1063453"/>
                  </a:lnTo>
                  <a:lnTo>
                    <a:pt x="2721563" y="1097304"/>
                  </a:lnTo>
                  <a:lnTo>
                    <a:pt x="2768340" y="1128320"/>
                  </a:lnTo>
                  <a:lnTo>
                    <a:pt x="2770117" y="1129434"/>
                  </a:lnTo>
                  <a:lnTo>
                    <a:pt x="2819445" y="1158436"/>
                  </a:lnTo>
                  <a:lnTo>
                    <a:pt x="2870462" y="1184504"/>
                  </a:lnTo>
                  <a:lnTo>
                    <a:pt x="2923976" y="1207790"/>
                  </a:lnTo>
                  <a:lnTo>
                    <a:pt x="2980888" y="1228554"/>
                  </a:lnTo>
                  <a:lnTo>
                    <a:pt x="3042115" y="1247083"/>
                  </a:lnTo>
                  <a:lnTo>
                    <a:pt x="3108511" y="1263654"/>
                  </a:lnTo>
                  <a:lnTo>
                    <a:pt x="3180763" y="1278512"/>
                  </a:lnTo>
                  <a:lnTo>
                    <a:pt x="3259260" y="1291852"/>
                  </a:lnTo>
                  <a:lnTo>
                    <a:pt x="3343914" y="1303816"/>
                  </a:lnTo>
                  <a:lnTo>
                    <a:pt x="3433948" y="1314490"/>
                  </a:lnTo>
                  <a:lnTo>
                    <a:pt x="3527695" y="1323909"/>
                  </a:lnTo>
                  <a:lnTo>
                    <a:pt x="3622460" y="1332067"/>
                  </a:lnTo>
                  <a:lnTo>
                    <a:pt x="3714573" y="1338933"/>
                  </a:lnTo>
                  <a:lnTo>
                    <a:pt x="3799714" y="1344483"/>
                  </a:lnTo>
                  <a:lnTo>
                    <a:pt x="3873544" y="1348731"/>
                  </a:lnTo>
                  <a:lnTo>
                    <a:pt x="3932559" y="1351749"/>
                  </a:lnTo>
                  <a:lnTo>
                    <a:pt x="3974909" y="1353687"/>
                  </a:lnTo>
                  <a:lnTo>
                    <a:pt x="4000919" y="1354756"/>
                  </a:lnTo>
                  <a:lnTo>
                    <a:pt x="4013188" y="1355212"/>
                  </a:lnTo>
                  <a:lnTo>
                    <a:pt x="4016336" y="1355318"/>
                  </a:lnTo>
                  <a:lnTo>
                    <a:pt x="4016409" y="1355321"/>
                  </a:lnTo>
                  <a:lnTo>
                    <a:pt x="4538543" y="1355321"/>
                  </a:lnTo>
                  <a:lnTo>
                    <a:pt x="4539800" y="1355294"/>
                  </a:lnTo>
                  <a:lnTo>
                    <a:pt x="4548023" y="1355107"/>
                  </a:lnTo>
                  <a:lnTo>
                    <a:pt x="4568586" y="1354588"/>
                  </a:lnTo>
                  <a:lnTo>
                    <a:pt x="4604929" y="1353569"/>
                  </a:lnTo>
                  <a:lnTo>
                    <a:pt x="4658245" y="1351901"/>
                  </a:lnTo>
                  <a:lnTo>
                    <a:pt x="4727420" y="1349471"/>
                  </a:lnTo>
                  <a:lnTo>
                    <a:pt x="4809417" y="1346213"/>
                  </a:lnTo>
                  <a:lnTo>
                    <a:pt x="4900032" y="1342109"/>
                  </a:lnTo>
                  <a:lnTo>
                    <a:pt x="4994790" y="1337166"/>
                  </a:lnTo>
                  <a:lnTo>
                    <a:pt x="5089687" y="1331406"/>
                  </a:lnTo>
                  <a:lnTo>
                    <a:pt x="5181636" y="1324839"/>
                  </a:lnTo>
                  <a:lnTo>
                    <a:pt x="5268605" y="1317452"/>
                  </a:lnTo>
                  <a:lnTo>
                    <a:pt x="5349528" y="1309202"/>
                  </a:lnTo>
                  <a:lnTo>
                    <a:pt x="5424114" y="1300009"/>
                  </a:lnTo>
                  <a:lnTo>
                    <a:pt x="5492621" y="1289756"/>
                  </a:lnTo>
                  <a:lnTo>
                    <a:pt x="5555669" y="1278296"/>
                  </a:lnTo>
                  <a:lnTo>
                    <a:pt x="5614085" y="1265454"/>
                  </a:lnTo>
                  <a:lnTo>
                    <a:pt x="5668786" y="1251044"/>
                  </a:lnTo>
                  <a:lnTo>
                    <a:pt x="5720702" y="1234889"/>
                  </a:lnTo>
                  <a:lnTo>
                    <a:pt x="5770686" y="1216864"/>
                  </a:lnTo>
                  <a:lnTo>
                    <a:pt x="5784835" y="1211318"/>
                  </a:lnTo>
                  <a:lnTo>
                    <a:pt x="5835379" y="1189948"/>
                  </a:lnTo>
                  <a:lnTo>
                    <a:pt x="5885431" y="1166466"/>
                  </a:lnTo>
                  <a:lnTo>
                    <a:pt x="5935482" y="1140838"/>
                  </a:lnTo>
                  <a:lnTo>
                    <a:pt x="5985873" y="1113099"/>
                  </a:lnTo>
                  <a:lnTo>
                    <a:pt x="6036813" y="1083357"/>
                  </a:lnTo>
                  <a:lnTo>
                    <a:pt x="6088396" y="1051805"/>
                  </a:lnTo>
                  <a:lnTo>
                    <a:pt x="6140613" y="1018713"/>
                  </a:lnTo>
                  <a:lnTo>
                    <a:pt x="6193368" y="984425"/>
                  </a:lnTo>
                  <a:lnTo>
                    <a:pt x="6246498" y="949347"/>
                  </a:lnTo>
                  <a:lnTo>
                    <a:pt x="6299795" y="913928"/>
                  </a:lnTo>
                  <a:lnTo>
                    <a:pt x="6353031" y="878632"/>
                  </a:lnTo>
                  <a:lnTo>
                    <a:pt x="6405986" y="843919"/>
                  </a:lnTo>
                  <a:lnTo>
                    <a:pt x="6458472" y="810217"/>
                  </a:lnTo>
                  <a:lnTo>
                    <a:pt x="6510360" y="777901"/>
                  </a:lnTo>
                  <a:lnTo>
                    <a:pt x="6561598" y="747279"/>
                  </a:lnTo>
                  <a:lnTo>
                    <a:pt x="6612229" y="718579"/>
                  </a:lnTo>
                  <a:lnTo>
                    <a:pt x="6662406" y="691949"/>
                  </a:lnTo>
                  <a:lnTo>
                    <a:pt x="6712406" y="667457"/>
                  </a:lnTo>
                  <a:lnTo>
                    <a:pt x="6762646" y="645102"/>
                  </a:lnTo>
                  <a:lnTo>
                    <a:pt x="6786527" y="635306"/>
                  </a:lnTo>
                  <a:lnTo>
                    <a:pt x="6836094" y="616734"/>
                  </a:lnTo>
                  <a:lnTo>
                    <a:pt x="6887370" y="600049"/>
                  </a:lnTo>
                  <a:lnTo>
                    <a:pt x="6941176" y="585153"/>
                  </a:lnTo>
                  <a:lnTo>
                    <a:pt x="6998425" y="571879"/>
                  </a:lnTo>
                  <a:lnTo>
                    <a:pt x="7060048" y="560039"/>
                  </a:lnTo>
                  <a:lnTo>
                    <a:pt x="7126907" y="549455"/>
                  </a:lnTo>
                  <a:lnTo>
                    <a:pt x="7199695" y="539969"/>
                  </a:lnTo>
                  <a:lnTo>
                    <a:pt x="7278794" y="531457"/>
                  </a:lnTo>
                  <a:lnTo>
                    <a:pt x="7364092" y="523828"/>
                  </a:lnTo>
                  <a:lnTo>
                    <a:pt x="7454769" y="517028"/>
                  </a:lnTo>
                  <a:lnTo>
                    <a:pt x="7549086" y="511035"/>
                  </a:lnTo>
                  <a:lnTo>
                    <a:pt x="7644260" y="505854"/>
                  </a:lnTo>
                  <a:lnTo>
                    <a:pt x="7736519" y="501506"/>
                  </a:lnTo>
                  <a:lnTo>
                    <a:pt x="7821459" y="498005"/>
                  </a:lnTo>
                  <a:lnTo>
                    <a:pt x="7894708" y="495341"/>
                  </a:lnTo>
                  <a:lnTo>
                    <a:pt x="7952804" y="493463"/>
                  </a:lnTo>
                  <a:lnTo>
                    <a:pt x="7994019" y="492271"/>
                  </a:lnTo>
                  <a:lnTo>
                    <a:pt x="8018870" y="491625"/>
                  </a:lnTo>
                  <a:lnTo>
                    <a:pt x="8030177" y="491360"/>
                  </a:lnTo>
                  <a:lnTo>
                    <a:pt x="8032788" y="491304"/>
                  </a:lnTo>
                  <a:lnTo>
                    <a:pt x="8032819" y="491303"/>
                  </a:lnTo>
                  <a:lnTo>
                    <a:pt x="8554953" y="491303"/>
                  </a:lnTo>
                  <a:lnTo>
                    <a:pt x="8554953" y="491303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388" name="pl388"/>
            <p:cNvSpPr/>
            <p:nvPr/>
          </p:nvSpPr>
          <p:spPr>
            <a:xfrm>
              <a:off x="386606" y="1891441"/>
              <a:ext cx="8554953" cy="1355321"/>
            </a:xfrm>
            <a:custGeom>
              <a:avLst/>
              <a:pathLst>
                <a:path w="8554953" h="1355321">
                  <a:moveTo>
                    <a:pt x="8554953" y="491303"/>
                  </a:moveTo>
                  <a:lnTo>
                    <a:pt x="8032819" y="491303"/>
                  </a:lnTo>
                  <a:lnTo>
                    <a:pt x="8031562" y="491330"/>
                  </a:lnTo>
                  <a:lnTo>
                    <a:pt x="8023339" y="491517"/>
                  </a:lnTo>
                  <a:lnTo>
                    <a:pt x="8002776" y="492036"/>
                  </a:lnTo>
                  <a:lnTo>
                    <a:pt x="7966433" y="493055"/>
                  </a:lnTo>
                  <a:lnTo>
                    <a:pt x="7913117" y="494723"/>
                  </a:lnTo>
                  <a:lnTo>
                    <a:pt x="7843942" y="497153"/>
                  </a:lnTo>
                  <a:lnTo>
                    <a:pt x="7761945" y="500411"/>
                  </a:lnTo>
                  <a:lnTo>
                    <a:pt x="7671330" y="504515"/>
                  </a:lnTo>
                  <a:lnTo>
                    <a:pt x="7576572" y="509458"/>
                  </a:lnTo>
                  <a:lnTo>
                    <a:pt x="7481675" y="515218"/>
                  </a:lnTo>
                  <a:lnTo>
                    <a:pt x="7389726" y="521785"/>
                  </a:lnTo>
                  <a:lnTo>
                    <a:pt x="7302757" y="529172"/>
                  </a:lnTo>
                  <a:lnTo>
                    <a:pt x="7221834" y="537422"/>
                  </a:lnTo>
                  <a:lnTo>
                    <a:pt x="7147248" y="546615"/>
                  </a:lnTo>
                  <a:lnTo>
                    <a:pt x="7078741" y="556868"/>
                  </a:lnTo>
                  <a:lnTo>
                    <a:pt x="7015693" y="568328"/>
                  </a:lnTo>
                  <a:lnTo>
                    <a:pt x="6957277" y="581170"/>
                  </a:lnTo>
                  <a:lnTo>
                    <a:pt x="6902575" y="595580"/>
                  </a:lnTo>
                  <a:lnTo>
                    <a:pt x="6850660" y="611735"/>
                  </a:lnTo>
                  <a:lnTo>
                    <a:pt x="6800676" y="629760"/>
                  </a:lnTo>
                  <a:lnTo>
                    <a:pt x="6786527" y="635306"/>
                  </a:lnTo>
                  <a:lnTo>
                    <a:pt x="6735983" y="656676"/>
                  </a:lnTo>
                  <a:lnTo>
                    <a:pt x="6685931" y="680158"/>
                  </a:lnTo>
                  <a:lnTo>
                    <a:pt x="6635880" y="705786"/>
                  </a:lnTo>
                  <a:lnTo>
                    <a:pt x="6585489" y="733525"/>
                  </a:lnTo>
                  <a:lnTo>
                    <a:pt x="6534549" y="763267"/>
                  </a:lnTo>
                  <a:lnTo>
                    <a:pt x="6482966" y="794819"/>
                  </a:lnTo>
                  <a:lnTo>
                    <a:pt x="6430749" y="827911"/>
                  </a:lnTo>
                  <a:lnTo>
                    <a:pt x="6377994" y="862199"/>
                  </a:lnTo>
                  <a:lnTo>
                    <a:pt x="6324864" y="897277"/>
                  </a:lnTo>
                  <a:lnTo>
                    <a:pt x="6271567" y="932696"/>
                  </a:lnTo>
                  <a:lnTo>
                    <a:pt x="6218331" y="967992"/>
                  </a:lnTo>
                  <a:lnTo>
                    <a:pt x="6165376" y="1002705"/>
                  </a:lnTo>
                  <a:lnTo>
                    <a:pt x="6112890" y="1036407"/>
                  </a:lnTo>
                  <a:lnTo>
                    <a:pt x="6061002" y="1068723"/>
                  </a:lnTo>
                  <a:lnTo>
                    <a:pt x="6009764" y="1099345"/>
                  </a:lnTo>
                  <a:lnTo>
                    <a:pt x="5959133" y="1128045"/>
                  </a:lnTo>
                  <a:lnTo>
                    <a:pt x="5908956" y="1154675"/>
                  </a:lnTo>
                  <a:lnTo>
                    <a:pt x="5858956" y="1179167"/>
                  </a:lnTo>
                  <a:lnTo>
                    <a:pt x="5808716" y="1201522"/>
                  </a:lnTo>
                  <a:lnTo>
                    <a:pt x="5784835" y="1211318"/>
                  </a:lnTo>
                  <a:lnTo>
                    <a:pt x="5735268" y="1229890"/>
                  </a:lnTo>
                  <a:lnTo>
                    <a:pt x="5683992" y="1246575"/>
                  </a:lnTo>
                  <a:lnTo>
                    <a:pt x="5630186" y="1261471"/>
                  </a:lnTo>
                  <a:lnTo>
                    <a:pt x="5572937" y="1274745"/>
                  </a:lnTo>
                  <a:lnTo>
                    <a:pt x="5511314" y="1286585"/>
                  </a:lnTo>
                  <a:lnTo>
                    <a:pt x="5444455" y="1297169"/>
                  </a:lnTo>
                  <a:lnTo>
                    <a:pt x="5371667" y="1306655"/>
                  </a:lnTo>
                  <a:lnTo>
                    <a:pt x="5292568" y="1315166"/>
                  </a:lnTo>
                  <a:lnTo>
                    <a:pt x="5207270" y="1322795"/>
                  </a:lnTo>
                  <a:lnTo>
                    <a:pt x="5116593" y="1329596"/>
                  </a:lnTo>
                  <a:lnTo>
                    <a:pt x="5022276" y="1335589"/>
                  </a:lnTo>
                  <a:lnTo>
                    <a:pt x="4927102" y="1340770"/>
                  </a:lnTo>
                  <a:lnTo>
                    <a:pt x="4834843" y="1345118"/>
                  </a:lnTo>
                  <a:lnTo>
                    <a:pt x="4749903" y="1348619"/>
                  </a:lnTo>
                  <a:lnTo>
                    <a:pt x="4676654" y="1351283"/>
                  </a:lnTo>
                  <a:lnTo>
                    <a:pt x="4618558" y="1353161"/>
                  </a:lnTo>
                  <a:lnTo>
                    <a:pt x="4577343" y="1354353"/>
                  </a:lnTo>
                  <a:lnTo>
                    <a:pt x="4552491" y="1354999"/>
                  </a:lnTo>
                  <a:lnTo>
                    <a:pt x="4541185" y="1355264"/>
                  </a:lnTo>
                  <a:lnTo>
                    <a:pt x="4538574" y="1355320"/>
                  </a:lnTo>
                  <a:lnTo>
                    <a:pt x="4538543" y="1355321"/>
                  </a:lnTo>
                  <a:lnTo>
                    <a:pt x="4016409" y="1355321"/>
                  </a:lnTo>
                  <a:lnTo>
                    <a:pt x="4015169" y="1355280"/>
                  </a:lnTo>
                  <a:lnTo>
                    <a:pt x="4007058" y="1354990"/>
                  </a:lnTo>
                  <a:lnTo>
                    <a:pt x="3986765" y="1354188"/>
                  </a:lnTo>
                  <a:lnTo>
                    <a:pt x="3950872" y="1352613"/>
                  </a:lnTo>
                  <a:lnTo>
                    <a:pt x="3898167" y="1350032"/>
                  </a:lnTo>
                  <a:lnTo>
                    <a:pt x="3829700" y="1346271"/>
                  </a:lnTo>
                  <a:lnTo>
                    <a:pt x="3748427" y="1341226"/>
                  </a:lnTo>
                  <a:lnTo>
                    <a:pt x="3658469" y="1334865"/>
                  </a:lnTo>
                  <a:lnTo>
                    <a:pt x="3564244" y="1327201"/>
                  </a:lnTo>
                  <a:lnTo>
                    <a:pt x="3469730" y="1318265"/>
                  </a:lnTo>
                  <a:lnTo>
                    <a:pt x="3378014" y="1308076"/>
                  </a:lnTo>
                  <a:lnTo>
                    <a:pt x="3291152" y="1296616"/>
                  </a:lnTo>
                  <a:lnTo>
                    <a:pt x="3210241" y="1283819"/>
                  </a:lnTo>
                  <a:lnTo>
                    <a:pt x="3135608" y="1269566"/>
                  </a:lnTo>
                  <a:lnTo>
                    <a:pt x="3067026" y="1253681"/>
                  </a:lnTo>
                  <a:lnTo>
                    <a:pt x="3003904" y="1235937"/>
                  </a:lnTo>
                  <a:lnTo>
                    <a:pt x="2945438" y="1216069"/>
                  </a:lnTo>
                  <a:lnTo>
                    <a:pt x="2890724" y="1193787"/>
                  </a:lnTo>
                  <a:lnTo>
                    <a:pt x="2838848" y="1168816"/>
                  </a:lnTo>
                  <a:lnTo>
                    <a:pt x="2788956" y="1140951"/>
                  </a:lnTo>
                  <a:lnTo>
                    <a:pt x="2770117" y="1129434"/>
                  </a:lnTo>
                  <a:lnTo>
                    <a:pt x="2723314" y="1098523"/>
                  </a:lnTo>
                  <a:lnTo>
                    <a:pt x="2676968" y="1064780"/>
                  </a:lnTo>
                  <a:lnTo>
                    <a:pt x="2630675" y="1028153"/>
                  </a:lnTo>
                  <a:lnTo>
                    <a:pt x="2584145" y="988669"/>
                  </a:lnTo>
                  <a:lnTo>
                    <a:pt x="2537185" y="946439"/>
                  </a:lnTo>
                  <a:lnTo>
                    <a:pt x="2489692" y="901666"/>
                  </a:lnTo>
                  <a:lnTo>
                    <a:pt x="2441643" y="854647"/>
                  </a:lnTo>
                  <a:lnTo>
                    <a:pt x="2393080" y="805768"/>
                  </a:lnTo>
                  <a:lnTo>
                    <a:pt x="2344106" y="755493"/>
                  </a:lnTo>
                  <a:lnTo>
                    <a:pt x="2294867" y="704350"/>
                  </a:lnTo>
                  <a:lnTo>
                    <a:pt x="2245533" y="652906"/>
                  </a:lnTo>
                  <a:lnTo>
                    <a:pt x="2196287" y="601741"/>
                  </a:lnTo>
                  <a:lnTo>
                    <a:pt x="2147300" y="551424"/>
                  </a:lnTo>
                  <a:lnTo>
                    <a:pt x="2098720" y="502483"/>
                  </a:lnTo>
                  <a:lnTo>
                    <a:pt x="2050650" y="455386"/>
                  </a:lnTo>
                  <a:lnTo>
                    <a:pt x="2003136" y="410523"/>
                  </a:lnTo>
                  <a:lnTo>
                    <a:pt x="1956157" y="368193"/>
                  </a:lnTo>
                  <a:lnTo>
                    <a:pt x="1909614" y="328603"/>
                  </a:lnTo>
                  <a:lnTo>
                    <a:pt x="1863317" y="291868"/>
                  </a:lnTo>
                  <a:lnTo>
                    <a:pt x="1816979" y="258016"/>
                  </a:lnTo>
                  <a:lnTo>
                    <a:pt x="1770202" y="227001"/>
                  </a:lnTo>
                  <a:lnTo>
                    <a:pt x="1768425" y="225886"/>
                  </a:lnTo>
                  <a:lnTo>
                    <a:pt x="1719097" y="196884"/>
                  </a:lnTo>
                  <a:lnTo>
                    <a:pt x="1668080" y="170817"/>
                  </a:lnTo>
                  <a:lnTo>
                    <a:pt x="1614566" y="147530"/>
                  </a:lnTo>
                  <a:lnTo>
                    <a:pt x="1557654" y="126766"/>
                  </a:lnTo>
                  <a:lnTo>
                    <a:pt x="1496427" y="108238"/>
                  </a:lnTo>
                  <a:lnTo>
                    <a:pt x="1430032" y="91666"/>
                  </a:lnTo>
                  <a:lnTo>
                    <a:pt x="1357780" y="76808"/>
                  </a:lnTo>
                  <a:lnTo>
                    <a:pt x="1279282" y="63468"/>
                  </a:lnTo>
                  <a:lnTo>
                    <a:pt x="1194628" y="51504"/>
                  </a:lnTo>
                  <a:lnTo>
                    <a:pt x="1104594" y="40830"/>
                  </a:lnTo>
                  <a:lnTo>
                    <a:pt x="1010848" y="31411"/>
                  </a:lnTo>
                  <a:lnTo>
                    <a:pt x="916082" y="23253"/>
                  </a:lnTo>
                  <a:lnTo>
                    <a:pt x="823969" y="16387"/>
                  </a:lnTo>
                  <a:lnTo>
                    <a:pt x="738829" y="10837"/>
                  </a:lnTo>
                  <a:lnTo>
                    <a:pt x="664998" y="6589"/>
                  </a:lnTo>
                  <a:lnTo>
                    <a:pt x="605983" y="3571"/>
                  </a:lnTo>
                  <a:lnTo>
                    <a:pt x="563634" y="1633"/>
                  </a:lnTo>
                  <a:lnTo>
                    <a:pt x="537623" y="564"/>
                  </a:lnTo>
                  <a:lnTo>
                    <a:pt x="525354" y="108"/>
                  </a:lnTo>
                  <a:lnTo>
                    <a:pt x="522206" y="2"/>
                  </a:lnTo>
                  <a:lnTo>
                    <a:pt x="522133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389" name="pg389"/>
            <p:cNvSpPr/>
            <p:nvPr/>
          </p:nvSpPr>
          <p:spPr>
            <a:xfrm>
              <a:off x="386606" y="1902736"/>
              <a:ext cx="8554953" cy="1372262"/>
            </a:xfrm>
            <a:custGeom>
              <a:avLst/>
              <a:pathLst>
                <a:path w="8554953" h="1372262">
                  <a:moveTo>
                    <a:pt x="0" y="11294"/>
                  </a:moveTo>
                  <a:lnTo>
                    <a:pt x="522133" y="11294"/>
                  </a:lnTo>
                  <a:lnTo>
                    <a:pt x="523373" y="11335"/>
                  </a:lnTo>
                  <a:lnTo>
                    <a:pt x="531482" y="11626"/>
                  </a:lnTo>
                  <a:lnTo>
                    <a:pt x="551772" y="12431"/>
                  </a:lnTo>
                  <a:lnTo>
                    <a:pt x="587658" y="14012"/>
                  </a:lnTo>
                  <a:lnTo>
                    <a:pt x="640355" y="16603"/>
                  </a:lnTo>
                  <a:lnTo>
                    <a:pt x="708812" y="20380"/>
                  </a:lnTo>
                  <a:lnTo>
                    <a:pt x="790075" y="25444"/>
                  </a:lnTo>
                  <a:lnTo>
                    <a:pt x="880024" y="31831"/>
                  </a:lnTo>
                  <a:lnTo>
                    <a:pt x="974241" y="39525"/>
                  </a:lnTo>
                  <a:lnTo>
                    <a:pt x="1068750" y="48497"/>
                  </a:lnTo>
                  <a:lnTo>
                    <a:pt x="1160463" y="58728"/>
                  </a:lnTo>
                  <a:lnTo>
                    <a:pt x="1247323" y="70234"/>
                  </a:lnTo>
                  <a:lnTo>
                    <a:pt x="1328234" y="83081"/>
                  </a:lnTo>
                  <a:lnTo>
                    <a:pt x="1402867" y="97391"/>
                  </a:lnTo>
                  <a:lnTo>
                    <a:pt x="1471450" y="113340"/>
                  </a:lnTo>
                  <a:lnTo>
                    <a:pt x="1534574" y="131155"/>
                  </a:lnTo>
                  <a:lnTo>
                    <a:pt x="1593041" y="151102"/>
                  </a:lnTo>
                  <a:lnTo>
                    <a:pt x="1647754" y="173472"/>
                  </a:lnTo>
                  <a:lnTo>
                    <a:pt x="1699630" y="198543"/>
                  </a:lnTo>
                  <a:lnTo>
                    <a:pt x="1749521" y="226518"/>
                  </a:lnTo>
                  <a:lnTo>
                    <a:pt x="1768425" y="238122"/>
                  </a:lnTo>
                  <a:lnTo>
                    <a:pt x="1815185" y="269131"/>
                  </a:lnTo>
                  <a:lnTo>
                    <a:pt x="1861488" y="302979"/>
                  </a:lnTo>
                  <a:lnTo>
                    <a:pt x="1907737" y="339717"/>
                  </a:lnTo>
                  <a:lnTo>
                    <a:pt x="1954223" y="379320"/>
                  </a:lnTo>
                  <a:lnTo>
                    <a:pt x="2001136" y="421675"/>
                  </a:lnTo>
                  <a:lnTo>
                    <a:pt x="2048582" y="466580"/>
                  </a:lnTo>
                  <a:lnTo>
                    <a:pt x="2096584" y="513738"/>
                  </a:lnTo>
                  <a:lnTo>
                    <a:pt x="2145097" y="562764"/>
                  </a:lnTo>
                  <a:lnTo>
                    <a:pt x="2194023" y="613192"/>
                  </a:lnTo>
                  <a:lnTo>
                    <a:pt x="2243215" y="664494"/>
                  </a:lnTo>
                  <a:lnTo>
                    <a:pt x="2292502" y="716105"/>
                  </a:lnTo>
                  <a:lnTo>
                    <a:pt x="2341704" y="767441"/>
                  </a:lnTo>
                  <a:lnTo>
                    <a:pt x="2390649" y="817934"/>
                  </a:lnTo>
                  <a:lnTo>
                    <a:pt x="2439190" y="867053"/>
                  </a:lnTo>
                  <a:lnTo>
                    <a:pt x="2487223" y="914330"/>
                  </a:lnTo>
                  <a:lnTo>
                    <a:pt x="2534700" y="959373"/>
                  </a:lnTo>
                  <a:lnTo>
                    <a:pt x="2581642" y="1001880"/>
                  </a:lnTo>
                  <a:lnTo>
                    <a:pt x="2628148" y="1041644"/>
                  </a:lnTo>
                  <a:lnTo>
                    <a:pt x="2674404" y="1078548"/>
                  </a:lnTo>
                  <a:lnTo>
                    <a:pt x="2720694" y="1112562"/>
                  </a:lnTo>
                  <a:lnTo>
                    <a:pt x="2767415" y="1143731"/>
                  </a:lnTo>
                  <a:lnTo>
                    <a:pt x="2770117" y="1145434"/>
                  </a:lnTo>
                  <a:lnTo>
                    <a:pt x="2819442" y="1174555"/>
                  </a:lnTo>
                  <a:lnTo>
                    <a:pt x="2870455" y="1200730"/>
                  </a:lnTo>
                  <a:lnTo>
                    <a:pt x="2923966" y="1224113"/>
                  </a:lnTo>
                  <a:lnTo>
                    <a:pt x="2980873" y="1244962"/>
                  </a:lnTo>
                  <a:lnTo>
                    <a:pt x="3042094" y="1263567"/>
                  </a:lnTo>
                  <a:lnTo>
                    <a:pt x="3108483" y="1280207"/>
                  </a:lnTo>
                  <a:lnTo>
                    <a:pt x="3180728" y="1295127"/>
                  </a:lnTo>
                  <a:lnTo>
                    <a:pt x="3259217" y="1308522"/>
                  </a:lnTo>
                  <a:lnTo>
                    <a:pt x="3343861" y="1320536"/>
                  </a:lnTo>
                  <a:lnTo>
                    <a:pt x="3433887" y="1331255"/>
                  </a:lnTo>
                  <a:lnTo>
                    <a:pt x="3527625" y="1340714"/>
                  </a:lnTo>
                  <a:lnTo>
                    <a:pt x="3622385" y="1348905"/>
                  </a:lnTo>
                  <a:lnTo>
                    <a:pt x="3714496" y="1355801"/>
                  </a:lnTo>
                  <a:lnTo>
                    <a:pt x="3799639" y="1361375"/>
                  </a:lnTo>
                  <a:lnTo>
                    <a:pt x="3873477" y="1365641"/>
                  </a:lnTo>
                  <a:lnTo>
                    <a:pt x="3932506" y="1368673"/>
                  </a:lnTo>
                  <a:lnTo>
                    <a:pt x="3974870" y="1370620"/>
                  </a:lnTo>
                  <a:lnTo>
                    <a:pt x="4000897" y="1371695"/>
                  </a:lnTo>
                  <a:lnTo>
                    <a:pt x="4013180" y="1372153"/>
                  </a:lnTo>
                  <a:lnTo>
                    <a:pt x="4016409" y="1372262"/>
                  </a:lnTo>
                  <a:lnTo>
                    <a:pt x="4538543" y="1372262"/>
                  </a:lnTo>
                  <a:lnTo>
                    <a:pt x="4539805" y="1372241"/>
                  </a:lnTo>
                  <a:lnTo>
                    <a:pt x="4548056" y="1372091"/>
                  </a:lnTo>
                  <a:lnTo>
                    <a:pt x="4568687" y="1371676"/>
                  </a:lnTo>
                  <a:lnTo>
                    <a:pt x="4605145" y="1370861"/>
                  </a:lnTo>
                  <a:lnTo>
                    <a:pt x="4658616" y="1369526"/>
                  </a:lnTo>
                  <a:lnTo>
                    <a:pt x="4727971" y="1367581"/>
                  </a:lnTo>
                  <a:lnTo>
                    <a:pt x="4810150" y="1364975"/>
                  </a:lnTo>
                  <a:lnTo>
                    <a:pt x="4900932" y="1361692"/>
                  </a:lnTo>
                  <a:lnTo>
                    <a:pt x="4995824" y="1357740"/>
                  </a:lnTo>
                  <a:lnTo>
                    <a:pt x="5090816" y="1353134"/>
                  </a:lnTo>
                  <a:lnTo>
                    <a:pt x="5182823" y="1347882"/>
                  </a:lnTo>
                  <a:lnTo>
                    <a:pt x="5269818" y="1341976"/>
                  </a:lnTo>
                  <a:lnTo>
                    <a:pt x="5350743" y="1335379"/>
                  </a:lnTo>
                  <a:lnTo>
                    <a:pt x="5425316" y="1328027"/>
                  </a:lnTo>
                  <a:lnTo>
                    <a:pt x="5493805" y="1319826"/>
                  </a:lnTo>
                  <a:lnTo>
                    <a:pt x="5556835" y="1310657"/>
                  </a:lnTo>
                  <a:lnTo>
                    <a:pt x="5615237" y="1300382"/>
                  </a:lnTo>
                  <a:lnTo>
                    <a:pt x="5669937" y="1288849"/>
                  </a:lnTo>
                  <a:lnTo>
                    <a:pt x="5721863" y="1275920"/>
                  </a:lnTo>
                  <a:lnTo>
                    <a:pt x="5771871" y="1261494"/>
                  </a:lnTo>
                  <a:lnTo>
                    <a:pt x="5784835" y="1257436"/>
                  </a:lnTo>
                  <a:lnTo>
                    <a:pt x="5836584" y="1239967"/>
                  </a:lnTo>
                  <a:lnTo>
                    <a:pt x="5887830" y="1220731"/>
                  </a:lnTo>
                  <a:lnTo>
                    <a:pt x="5939095" y="1199700"/>
                  </a:lnTo>
                  <a:lnTo>
                    <a:pt x="5990736" y="1176909"/>
                  </a:lnTo>
                  <a:lnTo>
                    <a:pt x="6042968" y="1152456"/>
                  </a:lnTo>
                  <a:lnTo>
                    <a:pt x="6095877" y="1126514"/>
                  </a:lnTo>
                  <a:lnTo>
                    <a:pt x="6149441" y="1099321"/>
                  </a:lnTo>
                  <a:lnTo>
                    <a:pt x="6203545" y="1071184"/>
                  </a:lnTo>
                  <a:lnTo>
                    <a:pt x="6258002" y="1042455"/>
                  </a:lnTo>
                  <a:lnTo>
                    <a:pt x="6312584" y="1013525"/>
                  </a:lnTo>
                  <a:lnTo>
                    <a:pt x="6367045" y="984791"/>
                  </a:lnTo>
                  <a:lnTo>
                    <a:pt x="6421155" y="956642"/>
                  </a:lnTo>
                  <a:lnTo>
                    <a:pt x="6474728" y="929434"/>
                  </a:lnTo>
                  <a:lnTo>
                    <a:pt x="6527647" y="903472"/>
                  </a:lnTo>
                  <a:lnTo>
                    <a:pt x="6579888" y="878997"/>
                  </a:lnTo>
                  <a:lnTo>
                    <a:pt x="6631537" y="856181"/>
                  </a:lnTo>
                  <a:lnTo>
                    <a:pt x="6682805" y="835125"/>
                  </a:lnTo>
                  <a:lnTo>
                    <a:pt x="6734048" y="815863"/>
                  </a:lnTo>
                  <a:lnTo>
                    <a:pt x="6785785" y="798369"/>
                  </a:lnTo>
                  <a:lnTo>
                    <a:pt x="6786527" y="798133"/>
                  </a:lnTo>
                  <a:lnTo>
                    <a:pt x="6836154" y="783307"/>
                  </a:lnTo>
                  <a:lnTo>
                    <a:pt x="6887496" y="769989"/>
                  </a:lnTo>
                  <a:lnTo>
                    <a:pt x="6941376" y="758101"/>
                  </a:lnTo>
                  <a:lnTo>
                    <a:pt x="6998710" y="747509"/>
                  </a:lnTo>
                  <a:lnTo>
                    <a:pt x="7060433" y="738062"/>
                  </a:lnTo>
                  <a:lnTo>
                    <a:pt x="7127410" y="729619"/>
                  </a:lnTo>
                  <a:lnTo>
                    <a:pt x="7200335" y="722053"/>
                  </a:lnTo>
                  <a:lnTo>
                    <a:pt x="7279586" y="715264"/>
                  </a:lnTo>
                  <a:lnTo>
                    <a:pt x="7365047" y="709180"/>
                  </a:lnTo>
                  <a:lnTo>
                    <a:pt x="7455886" y="703758"/>
                  </a:lnTo>
                  <a:lnTo>
                    <a:pt x="7550348" y="698982"/>
                  </a:lnTo>
                  <a:lnTo>
                    <a:pt x="7645623" y="694855"/>
                  </a:lnTo>
                  <a:lnTo>
                    <a:pt x="7737916" y="691394"/>
                  </a:lnTo>
                  <a:lnTo>
                    <a:pt x="7822801" y="688610"/>
                  </a:lnTo>
                  <a:lnTo>
                    <a:pt x="7895899" y="686495"/>
                  </a:lnTo>
                  <a:lnTo>
                    <a:pt x="7953759" y="685006"/>
                  </a:lnTo>
                  <a:lnTo>
                    <a:pt x="7994686" y="684064"/>
                  </a:lnTo>
                  <a:lnTo>
                    <a:pt x="8019245" y="683556"/>
                  </a:lnTo>
                  <a:lnTo>
                    <a:pt x="8030311" y="683350"/>
                  </a:lnTo>
                  <a:lnTo>
                    <a:pt x="8032819" y="683307"/>
                  </a:lnTo>
                  <a:lnTo>
                    <a:pt x="8554953" y="683307"/>
                  </a:lnTo>
                  <a:lnTo>
                    <a:pt x="8554953" y="672013"/>
                  </a:lnTo>
                  <a:lnTo>
                    <a:pt x="8032819" y="672013"/>
                  </a:lnTo>
                  <a:lnTo>
                    <a:pt x="8031557" y="672034"/>
                  </a:lnTo>
                  <a:lnTo>
                    <a:pt x="8023306" y="672184"/>
                  </a:lnTo>
                  <a:lnTo>
                    <a:pt x="8002675" y="672599"/>
                  </a:lnTo>
                  <a:lnTo>
                    <a:pt x="7966217" y="673414"/>
                  </a:lnTo>
                  <a:lnTo>
                    <a:pt x="7912746" y="674749"/>
                  </a:lnTo>
                  <a:lnTo>
                    <a:pt x="7843391" y="676694"/>
                  </a:lnTo>
                  <a:lnTo>
                    <a:pt x="7761212" y="679300"/>
                  </a:lnTo>
                  <a:lnTo>
                    <a:pt x="7670430" y="682583"/>
                  </a:lnTo>
                  <a:lnTo>
                    <a:pt x="7575538" y="686535"/>
                  </a:lnTo>
                  <a:lnTo>
                    <a:pt x="7480546" y="691141"/>
                  </a:lnTo>
                  <a:lnTo>
                    <a:pt x="7388539" y="696392"/>
                  </a:lnTo>
                  <a:lnTo>
                    <a:pt x="7301544" y="702299"/>
                  </a:lnTo>
                  <a:lnTo>
                    <a:pt x="7220618" y="708896"/>
                  </a:lnTo>
                  <a:lnTo>
                    <a:pt x="7146046" y="716248"/>
                  </a:lnTo>
                  <a:lnTo>
                    <a:pt x="7077557" y="724449"/>
                  </a:lnTo>
                  <a:lnTo>
                    <a:pt x="7014527" y="733618"/>
                  </a:lnTo>
                  <a:lnTo>
                    <a:pt x="6956124" y="743893"/>
                  </a:lnTo>
                  <a:lnTo>
                    <a:pt x="6901425" y="755425"/>
                  </a:lnTo>
                  <a:lnTo>
                    <a:pt x="6849499" y="768355"/>
                  </a:lnTo>
                  <a:lnTo>
                    <a:pt x="6799491" y="782781"/>
                  </a:lnTo>
                  <a:lnTo>
                    <a:pt x="6786527" y="786839"/>
                  </a:lnTo>
                  <a:lnTo>
                    <a:pt x="6734778" y="804308"/>
                  </a:lnTo>
                  <a:lnTo>
                    <a:pt x="6683532" y="823544"/>
                  </a:lnTo>
                  <a:lnTo>
                    <a:pt x="6632267" y="844575"/>
                  </a:lnTo>
                  <a:lnTo>
                    <a:pt x="6580626" y="867366"/>
                  </a:lnTo>
                  <a:lnTo>
                    <a:pt x="6528394" y="891819"/>
                  </a:lnTo>
                  <a:lnTo>
                    <a:pt x="6475485" y="917761"/>
                  </a:lnTo>
                  <a:lnTo>
                    <a:pt x="6421921" y="944954"/>
                  </a:lnTo>
                  <a:lnTo>
                    <a:pt x="6367817" y="973091"/>
                  </a:lnTo>
                  <a:lnTo>
                    <a:pt x="6313360" y="1001820"/>
                  </a:lnTo>
                  <a:lnTo>
                    <a:pt x="6258778" y="1030750"/>
                  </a:lnTo>
                  <a:lnTo>
                    <a:pt x="6204317" y="1059484"/>
                  </a:lnTo>
                  <a:lnTo>
                    <a:pt x="6150207" y="1087633"/>
                  </a:lnTo>
                  <a:lnTo>
                    <a:pt x="6096634" y="1114841"/>
                  </a:lnTo>
                  <a:lnTo>
                    <a:pt x="6043715" y="1140803"/>
                  </a:lnTo>
                  <a:lnTo>
                    <a:pt x="5991474" y="1165278"/>
                  </a:lnTo>
                  <a:lnTo>
                    <a:pt x="5939825" y="1188094"/>
                  </a:lnTo>
                  <a:lnTo>
                    <a:pt x="5888557" y="1209150"/>
                  </a:lnTo>
                  <a:lnTo>
                    <a:pt x="5837314" y="1228412"/>
                  </a:lnTo>
                  <a:lnTo>
                    <a:pt x="5785577" y="1245906"/>
                  </a:lnTo>
                  <a:lnTo>
                    <a:pt x="5784835" y="1246142"/>
                  </a:lnTo>
                  <a:lnTo>
                    <a:pt x="5735207" y="1260968"/>
                  </a:lnTo>
                  <a:lnTo>
                    <a:pt x="5683866" y="1274286"/>
                  </a:lnTo>
                  <a:lnTo>
                    <a:pt x="5629986" y="1286174"/>
                  </a:lnTo>
                  <a:lnTo>
                    <a:pt x="5572652" y="1296766"/>
                  </a:lnTo>
                  <a:lnTo>
                    <a:pt x="5510929" y="1306213"/>
                  </a:lnTo>
                  <a:lnTo>
                    <a:pt x="5443952" y="1314656"/>
                  </a:lnTo>
                  <a:lnTo>
                    <a:pt x="5371027" y="1322222"/>
                  </a:lnTo>
                  <a:lnTo>
                    <a:pt x="5291776" y="1329011"/>
                  </a:lnTo>
                  <a:lnTo>
                    <a:pt x="5206315" y="1335095"/>
                  </a:lnTo>
                  <a:lnTo>
                    <a:pt x="5115476" y="1340517"/>
                  </a:lnTo>
                  <a:lnTo>
                    <a:pt x="5021014" y="1345293"/>
                  </a:lnTo>
                  <a:lnTo>
                    <a:pt x="4925739" y="1349420"/>
                  </a:lnTo>
                  <a:lnTo>
                    <a:pt x="4833446" y="1352881"/>
                  </a:lnTo>
                  <a:lnTo>
                    <a:pt x="4748561" y="1355665"/>
                  </a:lnTo>
                  <a:lnTo>
                    <a:pt x="4675463" y="1357780"/>
                  </a:lnTo>
                  <a:lnTo>
                    <a:pt x="4617603" y="1359269"/>
                  </a:lnTo>
                  <a:lnTo>
                    <a:pt x="4576676" y="1360211"/>
                  </a:lnTo>
                  <a:lnTo>
                    <a:pt x="4552117" y="1360718"/>
                  </a:lnTo>
                  <a:lnTo>
                    <a:pt x="4541051" y="1360925"/>
                  </a:lnTo>
                  <a:lnTo>
                    <a:pt x="4538543" y="1360968"/>
                  </a:lnTo>
                  <a:lnTo>
                    <a:pt x="4016409" y="1360968"/>
                  </a:lnTo>
                  <a:lnTo>
                    <a:pt x="4015169" y="1360927"/>
                  </a:lnTo>
                  <a:lnTo>
                    <a:pt x="4007060" y="1360636"/>
                  </a:lnTo>
                  <a:lnTo>
                    <a:pt x="3986770" y="1359831"/>
                  </a:lnTo>
                  <a:lnTo>
                    <a:pt x="3950884" y="1358249"/>
                  </a:lnTo>
                  <a:lnTo>
                    <a:pt x="3898187" y="1355658"/>
                  </a:lnTo>
                  <a:lnTo>
                    <a:pt x="3829730" y="1351882"/>
                  </a:lnTo>
                  <a:lnTo>
                    <a:pt x="3748467" y="1346817"/>
                  </a:lnTo>
                  <a:lnTo>
                    <a:pt x="3658518" y="1340431"/>
                  </a:lnTo>
                  <a:lnTo>
                    <a:pt x="3564301" y="1332736"/>
                  </a:lnTo>
                  <a:lnTo>
                    <a:pt x="3469792" y="1323764"/>
                  </a:lnTo>
                  <a:lnTo>
                    <a:pt x="3378079" y="1313534"/>
                  </a:lnTo>
                  <a:lnTo>
                    <a:pt x="3291219" y="1302028"/>
                  </a:lnTo>
                  <a:lnTo>
                    <a:pt x="3210308" y="1289180"/>
                  </a:lnTo>
                  <a:lnTo>
                    <a:pt x="3135675" y="1274870"/>
                  </a:lnTo>
                  <a:lnTo>
                    <a:pt x="3067092" y="1258921"/>
                  </a:lnTo>
                  <a:lnTo>
                    <a:pt x="3003968" y="1241107"/>
                  </a:lnTo>
                  <a:lnTo>
                    <a:pt x="2945501" y="1221159"/>
                  </a:lnTo>
                  <a:lnTo>
                    <a:pt x="2890788" y="1198789"/>
                  </a:lnTo>
                  <a:lnTo>
                    <a:pt x="2838912" y="1173719"/>
                  </a:lnTo>
                  <a:lnTo>
                    <a:pt x="2789021" y="1145744"/>
                  </a:lnTo>
                  <a:lnTo>
                    <a:pt x="2770117" y="1134140"/>
                  </a:lnTo>
                  <a:lnTo>
                    <a:pt x="2723358" y="1103131"/>
                  </a:lnTo>
                  <a:lnTo>
                    <a:pt x="2677055" y="1069282"/>
                  </a:lnTo>
                  <a:lnTo>
                    <a:pt x="2630805" y="1032544"/>
                  </a:lnTo>
                  <a:lnTo>
                    <a:pt x="2584320" y="992942"/>
                  </a:lnTo>
                  <a:lnTo>
                    <a:pt x="2537406" y="950587"/>
                  </a:lnTo>
                  <a:lnTo>
                    <a:pt x="2489960" y="905682"/>
                  </a:lnTo>
                  <a:lnTo>
                    <a:pt x="2441959" y="858523"/>
                  </a:lnTo>
                  <a:lnTo>
                    <a:pt x="2393445" y="809498"/>
                  </a:lnTo>
                  <a:lnTo>
                    <a:pt x="2344520" y="759070"/>
                  </a:lnTo>
                  <a:lnTo>
                    <a:pt x="2295328" y="707767"/>
                  </a:lnTo>
                  <a:lnTo>
                    <a:pt x="2246040" y="656157"/>
                  </a:lnTo>
                  <a:lnTo>
                    <a:pt x="2196838" y="604821"/>
                  </a:lnTo>
                  <a:lnTo>
                    <a:pt x="2147893" y="554328"/>
                  </a:lnTo>
                  <a:lnTo>
                    <a:pt x="2099352" y="505209"/>
                  </a:lnTo>
                  <a:lnTo>
                    <a:pt x="2051320" y="457932"/>
                  </a:lnTo>
                  <a:lnTo>
                    <a:pt x="2003842" y="412889"/>
                  </a:lnTo>
                  <a:lnTo>
                    <a:pt x="1956900" y="370381"/>
                  </a:lnTo>
                  <a:lnTo>
                    <a:pt x="1910394" y="330617"/>
                  </a:lnTo>
                  <a:lnTo>
                    <a:pt x="1864138" y="293713"/>
                  </a:lnTo>
                  <a:lnTo>
                    <a:pt x="1817848" y="259700"/>
                  </a:lnTo>
                  <a:lnTo>
                    <a:pt x="1771127" y="228531"/>
                  </a:lnTo>
                  <a:lnTo>
                    <a:pt x="1768425" y="226828"/>
                  </a:lnTo>
                  <a:lnTo>
                    <a:pt x="1719101" y="197707"/>
                  </a:lnTo>
                  <a:lnTo>
                    <a:pt x="1668087" y="171532"/>
                  </a:lnTo>
                  <a:lnTo>
                    <a:pt x="1614577" y="148149"/>
                  </a:lnTo>
                  <a:lnTo>
                    <a:pt x="1557669" y="127300"/>
                  </a:lnTo>
                  <a:lnTo>
                    <a:pt x="1496448" y="108694"/>
                  </a:lnTo>
                  <a:lnTo>
                    <a:pt x="1430059" y="92054"/>
                  </a:lnTo>
                  <a:lnTo>
                    <a:pt x="1357815" y="77135"/>
                  </a:lnTo>
                  <a:lnTo>
                    <a:pt x="1279326" y="63739"/>
                  </a:lnTo>
                  <a:lnTo>
                    <a:pt x="1194681" y="51726"/>
                  </a:lnTo>
                  <a:lnTo>
                    <a:pt x="1104655" y="41007"/>
                  </a:lnTo>
                  <a:lnTo>
                    <a:pt x="1010917" y="31548"/>
                  </a:lnTo>
                  <a:lnTo>
                    <a:pt x="916157" y="23356"/>
                  </a:lnTo>
                  <a:lnTo>
                    <a:pt x="824046" y="16461"/>
                  </a:lnTo>
                  <a:lnTo>
                    <a:pt x="738903" y="10886"/>
                  </a:lnTo>
                  <a:lnTo>
                    <a:pt x="665065" y="6620"/>
                  </a:lnTo>
                  <a:lnTo>
                    <a:pt x="606037" y="3588"/>
                  </a:lnTo>
                  <a:lnTo>
                    <a:pt x="563672" y="1642"/>
                  </a:lnTo>
                  <a:lnTo>
                    <a:pt x="537646" y="567"/>
                  </a:lnTo>
                  <a:lnTo>
                    <a:pt x="525363" y="109"/>
                  </a:lnTo>
                  <a:lnTo>
                    <a:pt x="5221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390" name="pl390"/>
            <p:cNvSpPr/>
            <p:nvPr/>
          </p:nvSpPr>
          <p:spPr>
            <a:xfrm>
              <a:off x="386606" y="1914030"/>
              <a:ext cx="8554953" cy="1360968"/>
            </a:xfrm>
            <a:custGeom>
              <a:avLst/>
              <a:pathLst>
                <a:path w="8554953" h="1360968">
                  <a:moveTo>
                    <a:pt x="0" y="0"/>
                  </a:moveTo>
                  <a:lnTo>
                    <a:pt x="522133" y="0"/>
                  </a:lnTo>
                  <a:lnTo>
                    <a:pt x="523373" y="40"/>
                  </a:lnTo>
                  <a:lnTo>
                    <a:pt x="531482" y="331"/>
                  </a:lnTo>
                  <a:lnTo>
                    <a:pt x="551772" y="1137"/>
                  </a:lnTo>
                  <a:lnTo>
                    <a:pt x="587658" y="2718"/>
                  </a:lnTo>
                  <a:lnTo>
                    <a:pt x="640355" y="5309"/>
                  </a:lnTo>
                  <a:lnTo>
                    <a:pt x="708812" y="9085"/>
                  </a:lnTo>
                  <a:lnTo>
                    <a:pt x="790075" y="14150"/>
                  </a:lnTo>
                  <a:lnTo>
                    <a:pt x="880024" y="20536"/>
                  </a:lnTo>
                  <a:lnTo>
                    <a:pt x="974241" y="28231"/>
                  </a:lnTo>
                  <a:lnTo>
                    <a:pt x="1068750" y="37203"/>
                  </a:lnTo>
                  <a:lnTo>
                    <a:pt x="1160463" y="47433"/>
                  </a:lnTo>
                  <a:lnTo>
                    <a:pt x="1247323" y="58939"/>
                  </a:lnTo>
                  <a:lnTo>
                    <a:pt x="1328234" y="71787"/>
                  </a:lnTo>
                  <a:lnTo>
                    <a:pt x="1402867" y="86097"/>
                  </a:lnTo>
                  <a:lnTo>
                    <a:pt x="1471450" y="102046"/>
                  </a:lnTo>
                  <a:lnTo>
                    <a:pt x="1534574" y="119860"/>
                  </a:lnTo>
                  <a:lnTo>
                    <a:pt x="1593041" y="139808"/>
                  </a:lnTo>
                  <a:lnTo>
                    <a:pt x="1647754" y="162178"/>
                  </a:lnTo>
                  <a:lnTo>
                    <a:pt x="1699630" y="187248"/>
                  </a:lnTo>
                  <a:lnTo>
                    <a:pt x="1749521" y="215223"/>
                  </a:lnTo>
                  <a:lnTo>
                    <a:pt x="1768425" y="226828"/>
                  </a:lnTo>
                  <a:lnTo>
                    <a:pt x="1815185" y="257836"/>
                  </a:lnTo>
                  <a:lnTo>
                    <a:pt x="1861488" y="291685"/>
                  </a:lnTo>
                  <a:lnTo>
                    <a:pt x="1907737" y="328423"/>
                  </a:lnTo>
                  <a:lnTo>
                    <a:pt x="1954223" y="368025"/>
                  </a:lnTo>
                  <a:lnTo>
                    <a:pt x="2001136" y="410380"/>
                  </a:lnTo>
                  <a:lnTo>
                    <a:pt x="2048582" y="455285"/>
                  </a:lnTo>
                  <a:lnTo>
                    <a:pt x="2096584" y="502444"/>
                  </a:lnTo>
                  <a:lnTo>
                    <a:pt x="2145097" y="551469"/>
                  </a:lnTo>
                  <a:lnTo>
                    <a:pt x="2194023" y="601897"/>
                  </a:lnTo>
                  <a:lnTo>
                    <a:pt x="2243215" y="653200"/>
                  </a:lnTo>
                  <a:lnTo>
                    <a:pt x="2292502" y="704810"/>
                  </a:lnTo>
                  <a:lnTo>
                    <a:pt x="2341704" y="756146"/>
                  </a:lnTo>
                  <a:lnTo>
                    <a:pt x="2390649" y="806639"/>
                  </a:lnTo>
                  <a:lnTo>
                    <a:pt x="2439190" y="855759"/>
                  </a:lnTo>
                  <a:lnTo>
                    <a:pt x="2487223" y="903035"/>
                  </a:lnTo>
                  <a:lnTo>
                    <a:pt x="2534700" y="948078"/>
                  </a:lnTo>
                  <a:lnTo>
                    <a:pt x="2581642" y="990586"/>
                  </a:lnTo>
                  <a:lnTo>
                    <a:pt x="2628148" y="1030350"/>
                  </a:lnTo>
                  <a:lnTo>
                    <a:pt x="2674404" y="1067254"/>
                  </a:lnTo>
                  <a:lnTo>
                    <a:pt x="2720694" y="1101267"/>
                  </a:lnTo>
                  <a:lnTo>
                    <a:pt x="2767415" y="1132437"/>
                  </a:lnTo>
                  <a:lnTo>
                    <a:pt x="2770117" y="1134140"/>
                  </a:lnTo>
                  <a:lnTo>
                    <a:pt x="2819442" y="1163261"/>
                  </a:lnTo>
                  <a:lnTo>
                    <a:pt x="2870455" y="1189436"/>
                  </a:lnTo>
                  <a:lnTo>
                    <a:pt x="2923966" y="1212819"/>
                  </a:lnTo>
                  <a:lnTo>
                    <a:pt x="2980873" y="1233668"/>
                  </a:lnTo>
                  <a:lnTo>
                    <a:pt x="3042094" y="1252273"/>
                  </a:lnTo>
                  <a:lnTo>
                    <a:pt x="3108483" y="1268913"/>
                  </a:lnTo>
                  <a:lnTo>
                    <a:pt x="3180728" y="1283833"/>
                  </a:lnTo>
                  <a:lnTo>
                    <a:pt x="3259217" y="1297228"/>
                  </a:lnTo>
                  <a:lnTo>
                    <a:pt x="3343861" y="1309242"/>
                  </a:lnTo>
                  <a:lnTo>
                    <a:pt x="3433887" y="1319960"/>
                  </a:lnTo>
                  <a:lnTo>
                    <a:pt x="3527625" y="1329419"/>
                  </a:lnTo>
                  <a:lnTo>
                    <a:pt x="3622385" y="1337611"/>
                  </a:lnTo>
                  <a:lnTo>
                    <a:pt x="3714496" y="1344506"/>
                  </a:lnTo>
                  <a:lnTo>
                    <a:pt x="3799639" y="1350081"/>
                  </a:lnTo>
                  <a:lnTo>
                    <a:pt x="3873477" y="1354347"/>
                  </a:lnTo>
                  <a:lnTo>
                    <a:pt x="3932506" y="1357379"/>
                  </a:lnTo>
                  <a:lnTo>
                    <a:pt x="3974870" y="1359325"/>
                  </a:lnTo>
                  <a:lnTo>
                    <a:pt x="4000897" y="1360400"/>
                  </a:lnTo>
                  <a:lnTo>
                    <a:pt x="4013180" y="1360858"/>
                  </a:lnTo>
                  <a:lnTo>
                    <a:pt x="4016335" y="1360965"/>
                  </a:lnTo>
                  <a:lnTo>
                    <a:pt x="4016409" y="1360968"/>
                  </a:lnTo>
                  <a:lnTo>
                    <a:pt x="4538543" y="1360968"/>
                  </a:lnTo>
                  <a:lnTo>
                    <a:pt x="4539805" y="1360947"/>
                  </a:lnTo>
                  <a:lnTo>
                    <a:pt x="4548056" y="1360797"/>
                  </a:lnTo>
                  <a:lnTo>
                    <a:pt x="4568687" y="1360381"/>
                  </a:lnTo>
                  <a:lnTo>
                    <a:pt x="4605145" y="1359566"/>
                  </a:lnTo>
                  <a:lnTo>
                    <a:pt x="4658616" y="1358231"/>
                  </a:lnTo>
                  <a:lnTo>
                    <a:pt x="4727971" y="1356287"/>
                  </a:lnTo>
                  <a:lnTo>
                    <a:pt x="4810150" y="1353681"/>
                  </a:lnTo>
                  <a:lnTo>
                    <a:pt x="4900932" y="1350398"/>
                  </a:lnTo>
                  <a:lnTo>
                    <a:pt x="4995824" y="1346445"/>
                  </a:lnTo>
                  <a:lnTo>
                    <a:pt x="5090816" y="1341839"/>
                  </a:lnTo>
                  <a:lnTo>
                    <a:pt x="5182823" y="1336588"/>
                  </a:lnTo>
                  <a:lnTo>
                    <a:pt x="5269818" y="1330682"/>
                  </a:lnTo>
                  <a:lnTo>
                    <a:pt x="5350743" y="1324085"/>
                  </a:lnTo>
                  <a:lnTo>
                    <a:pt x="5425316" y="1316733"/>
                  </a:lnTo>
                  <a:lnTo>
                    <a:pt x="5493805" y="1308532"/>
                  </a:lnTo>
                  <a:lnTo>
                    <a:pt x="5556835" y="1299363"/>
                  </a:lnTo>
                  <a:lnTo>
                    <a:pt x="5615237" y="1289087"/>
                  </a:lnTo>
                  <a:lnTo>
                    <a:pt x="5669937" y="1277555"/>
                  </a:lnTo>
                  <a:lnTo>
                    <a:pt x="5721863" y="1264626"/>
                  </a:lnTo>
                  <a:lnTo>
                    <a:pt x="5771871" y="1250200"/>
                  </a:lnTo>
                  <a:lnTo>
                    <a:pt x="5784835" y="1246142"/>
                  </a:lnTo>
                  <a:lnTo>
                    <a:pt x="5836584" y="1228673"/>
                  </a:lnTo>
                  <a:lnTo>
                    <a:pt x="5887830" y="1209436"/>
                  </a:lnTo>
                  <a:lnTo>
                    <a:pt x="5939095" y="1188406"/>
                  </a:lnTo>
                  <a:lnTo>
                    <a:pt x="5990736" y="1165614"/>
                  </a:lnTo>
                  <a:lnTo>
                    <a:pt x="6042968" y="1141162"/>
                  </a:lnTo>
                  <a:lnTo>
                    <a:pt x="6095877" y="1115219"/>
                  </a:lnTo>
                  <a:lnTo>
                    <a:pt x="6149441" y="1088027"/>
                  </a:lnTo>
                  <a:lnTo>
                    <a:pt x="6203545" y="1059889"/>
                  </a:lnTo>
                  <a:lnTo>
                    <a:pt x="6258002" y="1031161"/>
                  </a:lnTo>
                  <a:lnTo>
                    <a:pt x="6312584" y="1002230"/>
                  </a:lnTo>
                  <a:lnTo>
                    <a:pt x="6367045" y="973496"/>
                  </a:lnTo>
                  <a:lnTo>
                    <a:pt x="6421155" y="945348"/>
                  </a:lnTo>
                  <a:lnTo>
                    <a:pt x="6474728" y="918140"/>
                  </a:lnTo>
                  <a:lnTo>
                    <a:pt x="6527647" y="892177"/>
                  </a:lnTo>
                  <a:lnTo>
                    <a:pt x="6579888" y="867702"/>
                  </a:lnTo>
                  <a:lnTo>
                    <a:pt x="6631537" y="844886"/>
                  </a:lnTo>
                  <a:lnTo>
                    <a:pt x="6682805" y="823830"/>
                  </a:lnTo>
                  <a:lnTo>
                    <a:pt x="6734048" y="804568"/>
                  </a:lnTo>
                  <a:lnTo>
                    <a:pt x="6785785" y="787075"/>
                  </a:lnTo>
                  <a:lnTo>
                    <a:pt x="6786527" y="786839"/>
                  </a:lnTo>
                  <a:lnTo>
                    <a:pt x="6836154" y="772012"/>
                  </a:lnTo>
                  <a:lnTo>
                    <a:pt x="6887496" y="758695"/>
                  </a:lnTo>
                  <a:lnTo>
                    <a:pt x="6941376" y="746807"/>
                  </a:lnTo>
                  <a:lnTo>
                    <a:pt x="6998710" y="736214"/>
                  </a:lnTo>
                  <a:lnTo>
                    <a:pt x="7060433" y="726768"/>
                  </a:lnTo>
                  <a:lnTo>
                    <a:pt x="7127410" y="718324"/>
                  </a:lnTo>
                  <a:lnTo>
                    <a:pt x="7200335" y="710758"/>
                  </a:lnTo>
                  <a:lnTo>
                    <a:pt x="7279586" y="703969"/>
                  </a:lnTo>
                  <a:lnTo>
                    <a:pt x="7365047" y="697886"/>
                  </a:lnTo>
                  <a:lnTo>
                    <a:pt x="7455886" y="692464"/>
                  </a:lnTo>
                  <a:lnTo>
                    <a:pt x="7550348" y="687687"/>
                  </a:lnTo>
                  <a:lnTo>
                    <a:pt x="7645623" y="683561"/>
                  </a:lnTo>
                  <a:lnTo>
                    <a:pt x="7737916" y="680100"/>
                  </a:lnTo>
                  <a:lnTo>
                    <a:pt x="7822801" y="677316"/>
                  </a:lnTo>
                  <a:lnTo>
                    <a:pt x="7895899" y="675200"/>
                  </a:lnTo>
                  <a:lnTo>
                    <a:pt x="7953759" y="673712"/>
                  </a:lnTo>
                  <a:lnTo>
                    <a:pt x="7994686" y="672770"/>
                  </a:lnTo>
                  <a:lnTo>
                    <a:pt x="8019245" y="672262"/>
                  </a:lnTo>
                  <a:lnTo>
                    <a:pt x="8030311" y="672055"/>
                  </a:lnTo>
                  <a:lnTo>
                    <a:pt x="8032795" y="672013"/>
                  </a:lnTo>
                  <a:lnTo>
                    <a:pt x="8032819" y="672013"/>
                  </a:lnTo>
                  <a:lnTo>
                    <a:pt x="8554953" y="672013"/>
                  </a:lnTo>
                  <a:lnTo>
                    <a:pt x="8554953" y="672013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391" name="pl391"/>
            <p:cNvSpPr/>
            <p:nvPr/>
          </p:nvSpPr>
          <p:spPr>
            <a:xfrm>
              <a:off x="386606" y="1902736"/>
              <a:ext cx="8554953" cy="1360968"/>
            </a:xfrm>
            <a:custGeom>
              <a:avLst/>
              <a:pathLst>
                <a:path w="8554953" h="1360968">
                  <a:moveTo>
                    <a:pt x="8554953" y="672013"/>
                  </a:moveTo>
                  <a:lnTo>
                    <a:pt x="8032819" y="672013"/>
                  </a:lnTo>
                  <a:lnTo>
                    <a:pt x="8031557" y="672034"/>
                  </a:lnTo>
                  <a:lnTo>
                    <a:pt x="8023306" y="672184"/>
                  </a:lnTo>
                  <a:lnTo>
                    <a:pt x="8002675" y="672599"/>
                  </a:lnTo>
                  <a:lnTo>
                    <a:pt x="7966217" y="673414"/>
                  </a:lnTo>
                  <a:lnTo>
                    <a:pt x="7912746" y="674749"/>
                  </a:lnTo>
                  <a:lnTo>
                    <a:pt x="7843391" y="676694"/>
                  </a:lnTo>
                  <a:lnTo>
                    <a:pt x="7761212" y="679300"/>
                  </a:lnTo>
                  <a:lnTo>
                    <a:pt x="7670430" y="682583"/>
                  </a:lnTo>
                  <a:lnTo>
                    <a:pt x="7575538" y="686535"/>
                  </a:lnTo>
                  <a:lnTo>
                    <a:pt x="7480546" y="691141"/>
                  </a:lnTo>
                  <a:lnTo>
                    <a:pt x="7388539" y="696392"/>
                  </a:lnTo>
                  <a:lnTo>
                    <a:pt x="7301544" y="702299"/>
                  </a:lnTo>
                  <a:lnTo>
                    <a:pt x="7220618" y="708896"/>
                  </a:lnTo>
                  <a:lnTo>
                    <a:pt x="7146046" y="716248"/>
                  </a:lnTo>
                  <a:lnTo>
                    <a:pt x="7077557" y="724449"/>
                  </a:lnTo>
                  <a:lnTo>
                    <a:pt x="7014527" y="733618"/>
                  </a:lnTo>
                  <a:lnTo>
                    <a:pt x="6956124" y="743893"/>
                  </a:lnTo>
                  <a:lnTo>
                    <a:pt x="6901425" y="755425"/>
                  </a:lnTo>
                  <a:lnTo>
                    <a:pt x="6849499" y="768355"/>
                  </a:lnTo>
                  <a:lnTo>
                    <a:pt x="6799491" y="782781"/>
                  </a:lnTo>
                  <a:lnTo>
                    <a:pt x="6786527" y="786839"/>
                  </a:lnTo>
                  <a:lnTo>
                    <a:pt x="6734778" y="804308"/>
                  </a:lnTo>
                  <a:lnTo>
                    <a:pt x="6683532" y="823544"/>
                  </a:lnTo>
                  <a:lnTo>
                    <a:pt x="6632267" y="844575"/>
                  </a:lnTo>
                  <a:lnTo>
                    <a:pt x="6580626" y="867366"/>
                  </a:lnTo>
                  <a:lnTo>
                    <a:pt x="6528394" y="891819"/>
                  </a:lnTo>
                  <a:lnTo>
                    <a:pt x="6475485" y="917761"/>
                  </a:lnTo>
                  <a:lnTo>
                    <a:pt x="6421921" y="944954"/>
                  </a:lnTo>
                  <a:lnTo>
                    <a:pt x="6367817" y="973091"/>
                  </a:lnTo>
                  <a:lnTo>
                    <a:pt x="6313360" y="1001820"/>
                  </a:lnTo>
                  <a:lnTo>
                    <a:pt x="6258778" y="1030750"/>
                  </a:lnTo>
                  <a:lnTo>
                    <a:pt x="6204317" y="1059484"/>
                  </a:lnTo>
                  <a:lnTo>
                    <a:pt x="6150207" y="1087633"/>
                  </a:lnTo>
                  <a:lnTo>
                    <a:pt x="6096634" y="1114841"/>
                  </a:lnTo>
                  <a:lnTo>
                    <a:pt x="6043715" y="1140803"/>
                  </a:lnTo>
                  <a:lnTo>
                    <a:pt x="5991474" y="1165278"/>
                  </a:lnTo>
                  <a:lnTo>
                    <a:pt x="5939825" y="1188094"/>
                  </a:lnTo>
                  <a:lnTo>
                    <a:pt x="5888557" y="1209150"/>
                  </a:lnTo>
                  <a:lnTo>
                    <a:pt x="5837314" y="1228412"/>
                  </a:lnTo>
                  <a:lnTo>
                    <a:pt x="5785577" y="1245906"/>
                  </a:lnTo>
                  <a:lnTo>
                    <a:pt x="5784835" y="1246142"/>
                  </a:lnTo>
                  <a:lnTo>
                    <a:pt x="5735207" y="1260968"/>
                  </a:lnTo>
                  <a:lnTo>
                    <a:pt x="5683866" y="1274286"/>
                  </a:lnTo>
                  <a:lnTo>
                    <a:pt x="5629986" y="1286174"/>
                  </a:lnTo>
                  <a:lnTo>
                    <a:pt x="5572652" y="1296766"/>
                  </a:lnTo>
                  <a:lnTo>
                    <a:pt x="5510929" y="1306213"/>
                  </a:lnTo>
                  <a:lnTo>
                    <a:pt x="5443952" y="1314656"/>
                  </a:lnTo>
                  <a:lnTo>
                    <a:pt x="5371027" y="1322222"/>
                  </a:lnTo>
                  <a:lnTo>
                    <a:pt x="5291776" y="1329011"/>
                  </a:lnTo>
                  <a:lnTo>
                    <a:pt x="5206315" y="1335095"/>
                  </a:lnTo>
                  <a:lnTo>
                    <a:pt x="5115476" y="1340517"/>
                  </a:lnTo>
                  <a:lnTo>
                    <a:pt x="5021014" y="1345293"/>
                  </a:lnTo>
                  <a:lnTo>
                    <a:pt x="4925739" y="1349420"/>
                  </a:lnTo>
                  <a:lnTo>
                    <a:pt x="4833446" y="1352881"/>
                  </a:lnTo>
                  <a:lnTo>
                    <a:pt x="4748561" y="1355665"/>
                  </a:lnTo>
                  <a:lnTo>
                    <a:pt x="4675463" y="1357780"/>
                  </a:lnTo>
                  <a:lnTo>
                    <a:pt x="4617603" y="1359269"/>
                  </a:lnTo>
                  <a:lnTo>
                    <a:pt x="4576676" y="1360211"/>
                  </a:lnTo>
                  <a:lnTo>
                    <a:pt x="4552117" y="1360718"/>
                  </a:lnTo>
                  <a:lnTo>
                    <a:pt x="4541051" y="1360925"/>
                  </a:lnTo>
                  <a:lnTo>
                    <a:pt x="4538567" y="1360967"/>
                  </a:lnTo>
                  <a:lnTo>
                    <a:pt x="4538543" y="1360968"/>
                  </a:lnTo>
                  <a:lnTo>
                    <a:pt x="4016409" y="1360968"/>
                  </a:lnTo>
                  <a:lnTo>
                    <a:pt x="4015169" y="1360927"/>
                  </a:lnTo>
                  <a:lnTo>
                    <a:pt x="4007060" y="1360636"/>
                  </a:lnTo>
                  <a:lnTo>
                    <a:pt x="3986770" y="1359831"/>
                  </a:lnTo>
                  <a:lnTo>
                    <a:pt x="3950884" y="1358249"/>
                  </a:lnTo>
                  <a:lnTo>
                    <a:pt x="3898187" y="1355658"/>
                  </a:lnTo>
                  <a:lnTo>
                    <a:pt x="3829730" y="1351882"/>
                  </a:lnTo>
                  <a:lnTo>
                    <a:pt x="3748467" y="1346817"/>
                  </a:lnTo>
                  <a:lnTo>
                    <a:pt x="3658518" y="1340431"/>
                  </a:lnTo>
                  <a:lnTo>
                    <a:pt x="3564301" y="1332736"/>
                  </a:lnTo>
                  <a:lnTo>
                    <a:pt x="3469792" y="1323764"/>
                  </a:lnTo>
                  <a:lnTo>
                    <a:pt x="3378079" y="1313534"/>
                  </a:lnTo>
                  <a:lnTo>
                    <a:pt x="3291219" y="1302028"/>
                  </a:lnTo>
                  <a:lnTo>
                    <a:pt x="3210308" y="1289180"/>
                  </a:lnTo>
                  <a:lnTo>
                    <a:pt x="3135675" y="1274870"/>
                  </a:lnTo>
                  <a:lnTo>
                    <a:pt x="3067092" y="1258921"/>
                  </a:lnTo>
                  <a:lnTo>
                    <a:pt x="3003968" y="1241107"/>
                  </a:lnTo>
                  <a:lnTo>
                    <a:pt x="2945501" y="1221159"/>
                  </a:lnTo>
                  <a:lnTo>
                    <a:pt x="2890788" y="1198789"/>
                  </a:lnTo>
                  <a:lnTo>
                    <a:pt x="2838912" y="1173719"/>
                  </a:lnTo>
                  <a:lnTo>
                    <a:pt x="2789021" y="1145744"/>
                  </a:lnTo>
                  <a:lnTo>
                    <a:pt x="2770117" y="1134140"/>
                  </a:lnTo>
                  <a:lnTo>
                    <a:pt x="2723358" y="1103131"/>
                  </a:lnTo>
                  <a:lnTo>
                    <a:pt x="2677055" y="1069282"/>
                  </a:lnTo>
                  <a:lnTo>
                    <a:pt x="2630805" y="1032544"/>
                  </a:lnTo>
                  <a:lnTo>
                    <a:pt x="2584320" y="992942"/>
                  </a:lnTo>
                  <a:lnTo>
                    <a:pt x="2537406" y="950587"/>
                  </a:lnTo>
                  <a:lnTo>
                    <a:pt x="2489960" y="905682"/>
                  </a:lnTo>
                  <a:lnTo>
                    <a:pt x="2441959" y="858523"/>
                  </a:lnTo>
                  <a:lnTo>
                    <a:pt x="2393445" y="809498"/>
                  </a:lnTo>
                  <a:lnTo>
                    <a:pt x="2344520" y="759070"/>
                  </a:lnTo>
                  <a:lnTo>
                    <a:pt x="2295328" y="707767"/>
                  </a:lnTo>
                  <a:lnTo>
                    <a:pt x="2246040" y="656157"/>
                  </a:lnTo>
                  <a:lnTo>
                    <a:pt x="2196838" y="604821"/>
                  </a:lnTo>
                  <a:lnTo>
                    <a:pt x="2147893" y="554328"/>
                  </a:lnTo>
                  <a:lnTo>
                    <a:pt x="2099352" y="505209"/>
                  </a:lnTo>
                  <a:lnTo>
                    <a:pt x="2051320" y="457932"/>
                  </a:lnTo>
                  <a:lnTo>
                    <a:pt x="2003842" y="412889"/>
                  </a:lnTo>
                  <a:lnTo>
                    <a:pt x="1956900" y="370381"/>
                  </a:lnTo>
                  <a:lnTo>
                    <a:pt x="1910394" y="330617"/>
                  </a:lnTo>
                  <a:lnTo>
                    <a:pt x="1864138" y="293713"/>
                  </a:lnTo>
                  <a:lnTo>
                    <a:pt x="1817848" y="259700"/>
                  </a:lnTo>
                  <a:lnTo>
                    <a:pt x="1771127" y="228531"/>
                  </a:lnTo>
                  <a:lnTo>
                    <a:pt x="1768425" y="226828"/>
                  </a:lnTo>
                  <a:lnTo>
                    <a:pt x="1719101" y="197707"/>
                  </a:lnTo>
                  <a:lnTo>
                    <a:pt x="1668087" y="171532"/>
                  </a:lnTo>
                  <a:lnTo>
                    <a:pt x="1614577" y="148149"/>
                  </a:lnTo>
                  <a:lnTo>
                    <a:pt x="1557669" y="127300"/>
                  </a:lnTo>
                  <a:lnTo>
                    <a:pt x="1496448" y="108694"/>
                  </a:lnTo>
                  <a:lnTo>
                    <a:pt x="1430059" y="92054"/>
                  </a:lnTo>
                  <a:lnTo>
                    <a:pt x="1357815" y="77135"/>
                  </a:lnTo>
                  <a:lnTo>
                    <a:pt x="1279326" y="63739"/>
                  </a:lnTo>
                  <a:lnTo>
                    <a:pt x="1194681" y="51726"/>
                  </a:lnTo>
                  <a:lnTo>
                    <a:pt x="1104655" y="41007"/>
                  </a:lnTo>
                  <a:lnTo>
                    <a:pt x="1010917" y="31548"/>
                  </a:lnTo>
                  <a:lnTo>
                    <a:pt x="916157" y="23356"/>
                  </a:lnTo>
                  <a:lnTo>
                    <a:pt x="824046" y="16461"/>
                  </a:lnTo>
                  <a:lnTo>
                    <a:pt x="738903" y="10886"/>
                  </a:lnTo>
                  <a:lnTo>
                    <a:pt x="665065" y="6620"/>
                  </a:lnTo>
                  <a:lnTo>
                    <a:pt x="606037" y="3588"/>
                  </a:lnTo>
                  <a:lnTo>
                    <a:pt x="563672" y="1642"/>
                  </a:lnTo>
                  <a:lnTo>
                    <a:pt x="537646" y="567"/>
                  </a:lnTo>
                  <a:lnTo>
                    <a:pt x="525363" y="109"/>
                  </a:lnTo>
                  <a:lnTo>
                    <a:pt x="522207" y="2"/>
                  </a:lnTo>
                  <a:lnTo>
                    <a:pt x="522133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392" name="pg392"/>
            <p:cNvSpPr/>
            <p:nvPr/>
          </p:nvSpPr>
          <p:spPr>
            <a:xfrm>
              <a:off x="386606" y="1914030"/>
              <a:ext cx="8554953" cy="1372262"/>
            </a:xfrm>
            <a:custGeom>
              <a:avLst/>
              <a:pathLst>
                <a:path w="8554953" h="1372262">
                  <a:moveTo>
                    <a:pt x="0" y="5647"/>
                  </a:moveTo>
                  <a:lnTo>
                    <a:pt x="522133" y="5647"/>
                  </a:lnTo>
                  <a:lnTo>
                    <a:pt x="523372" y="5688"/>
                  </a:lnTo>
                  <a:lnTo>
                    <a:pt x="531480" y="5980"/>
                  </a:lnTo>
                  <a:lnTo>
                    <a:pt x="551766" y="6788"/>
                  </a:lnTo>
                  <a:lnTo>
                    <a:pt x="587646" y="8376"/>
                  </a:lnTo>
                  <a:lnTo>
                    <a:pt x="640335" y="10977"/>
                  </a:lnTo>
                  <a:lnTo>
                    <a:pt x="708782" y="14768"/>
                  </a:lnTo>
                  <a:lnTo>
                    <a:pt x="790035" y="19853"/>
                  </a:lnTo>
                  <a:lnTo>
                    <a:pt x="879974" y="26265"/>
                  </a:lnTo>
                  <a:lnTo>
                    <a:pt x="974184" y="33990"/>
                  </a:lnTo>
                  <a:lnTo>
                    <a:pt x="1068688" y="42998"/>
                  </a:lnTo>
                  <a:lnTo>
                    <a:pt x="1160397" y="53269"/>
                  </a:lnTo>
                  <a:lnTo>
                    <a:pt x="1247256" y="64821"/>
                  </a:lnTo>
                  <a:lnTo>
                    <a:pt x="1328167" y="77720"/>
                  </a:lnTo>
                  <a:lnTo>
                    <a:pt x="1402801" y="92087"/>
                  </a:lnTo>
                  <a:lnTo>
                    <a:pt x="1471385" y="108100"/>
                  </a:lnTo>
                  <a:lnTo>
                    <a:pt x="1534509" y="125985"/>
                  </a:lnTo>
                  <a:lnTo>
                    <a:pt x="1592977" y="146011"/>
                  </a:lnTo>
                  <a:lnTo>
                    <a:pt x="1647691" y="168470"/>
                  </a:lnTo>
                  <a:lnTo>
                    <a:pt x="1699566" y="193639"/>
                  </a:lnTo>
                  <a:lnTo>
                    <a:pt x="1749456" y="221724"/>
                  </a:lnTo>
                  <a:lnTo>
                    <a:pt x="1768425" y="233416"/>
                  </a:lnTo>
                  <a:lnTo>
                    <a:pt x="1815141" y="264523"/>
                  </a:lnTo>
                  <a:lnTo>
                    <a:pt x="1861401" y="298476"/>
                  </a:lnTo>
                  <a:lnTo>
                    <a:pt x="1907607" y="335325"/>
                  </a:lnTo>
                  <a:lnTo>
                    <a:pt x="1954048" y="375046"/>
                  </a:lnTo>
                  <a:lnTo>
                    <a:pt x="2000916" y="417526"/>
                  </a:lnTo>
                  <a:lnTo>
                    <a:pt x="2048314" y="462562"/>
                  </a:lnTo>
                  <a:lnTo>
                    <a:pt x="2096268" y="509859"/>
                  </a:lnTo>
                  <a:lnTo>
                    <a:pt x="2144733" y="559031"/>
                  </a:lnTo>
                  <a:lnTo>
                    <a:pt x="2193610" y="609611"/>
                  </a:lnTo>
                  <a:lnTo>
                    <a:pt x="2242754" y="661074"/>
                  </a:lnTo>
                  <a:lnTo>
                    <a:pt x="2291995" y="712850"/>
                  </a:lnTo>
                  <a:lnTo>
                    <a:pt x="2341154" y="764357"/>
                  </a:lnTo>
                  <a:lnTo>
                    <a:pt x="2390056" y="815025"/>
                  </a:lnTo>
                  <a:lnTo>
                    <a:pt x="2438558" y="864322"/>
                  </a:lnTo>
                  <a:lnTo>
                    <a:pt x="2486553" y="911778"/>
                  </a:lnTo>
                  <a:lnTo>
                    <a:pt x="2533994" y="957001"/>
                  </a:lnTo>
                  <a:lnTo>
                    <a:pt x="2580900" y="999686"/>
                  </a:lnTo>
                  <a:lnTo>
                    <a:pt x="2627369" y="1039624"/>
                  </a:lnTo>
                  <a:lnTo>
                    <a:pt x="2673583" y="1076697"/>
                  </a:lnTo>
                  <a:lnTo>
                    <a:pt x="2719826" y="1110872"/>
                  </a:lnTo>
                  <a:lnTo>
                    <a:pt x="2766491" y="1142195"/>
                  </a:lnTo>
                  <a:lnTo>
                    <a:pt x="2770117" y="1144493"/>
                  </a:lnTo>
                  <a:lnTo>
                    <a:pt x="2819438" y="1173733"/>
                  </a:lnTo>
                  <a:lnTo>
                    <a:pt x="2870449" y="1200015"/>
                  </a:lnTo>
                  <a:lnTo>
                    <a:pt x="2923955" y="1223494"/>
                  </a:lnTo>
                  <a:lnTo>
                    <a:pt x="2980857" y="1244428"/>
                  </a:lnTo>
                  <a:lnTo>
                    <a:pt x="3042073" y="1263110"/>
                  </a:lnTo>
                  <a:lnTo>
                    <a:pt x="3108455" y="1279819"/>
                  </a:lnTo>
                  <a:lnTo>
                    <a:pt x="3180692" y="1294800"/>
                  </a:lnTo>
                  <a:lnTo>
                    <a:pt x="3259173" y="1308251"/>
                  </a:lnTo>
                  <a:lnTo>
                    <a:pt x="3343809" y="1320315"/>
                  </a:lnTo>
                  <a:lnTo>
                    <a:pt x="3433826" y="1331078"/>
                  </a:lnTo>
                  <a:lnTo>
                    <a:pt x="3527556" y="1340576"/>
                  </a:lnTo>
                  <a:lnTo>
                    <a:pt x="3622309" y="1348802"/>
                  </a:lnTo>
                  <a:lnTo>
                    <a:pt x="3714419" y="1355727"/>
                  </a:lnTo>
                  <a:lnTo>
                    <a:pt x="3799564" y="1361325"/>
                  </a:lnTo>
                  <a:lnTo>
                    <a:pt x="3873410" y="1365610"/>
                  </a:lnTo>
                  <a:lnTo>
                    <a:pt x="3932451" y="1368656"/>
                  </a:lnTo>
                  <a:lnTo>
                    <a:pt x="3974832" y="1370611"/>
                  </a:lnTo>
                  <a:lnTo>
                    <a:pt x="4000874" y="1371691"/>
                  </a:lnTo>
                  <a:lnTo>
                    <a:pt x="4013171" y="1372152"/>
                  </a:lnTo>
                  <a:lnTo>
                    <a:pt x="4016409" y="1372262"/>
                  </a:lnTo>
                  <a:lnTo>
                    <a:pt x="4538543" y="1372262"/>
                  </a:lnTo>
                  <a:lnTo>
                    <a:pt x="4539812" y="1372256"/>
                  </a:lnTo>
                  <a:lnTo>
                    <a:pt x="4548110" y="1372216"/>
                  </a:lnTo>
                  <a:lnTo>
                    <a:pt x="4568853" y="1372103"/>
                  </a:lnTo>
                  <a:lnTo>
                    <a:pt x="4605498" y="1371881"/>
                  </a:lnTo>
                  <a:lnTo>
                    <a:pt x="4659222" y="1371518"/>
                  </a:lnTo>
                  <a:lnTo>
                    <a:pt x="4728870" y="1370989"/>
                  </a:lnTo>
                  <a:lnTo>
                    <a:pt x="4811348" y="1370280"/>
                  </a:lnTo>
                  <a:lnTo>
                    <a:pt x="4902399" y="1369388"/>
                  </a:lnTo>
                  <a:lnTo>
                    <a:pt x="4997509" y="1368313"/>
                  </a:lnTo>
                  <a:lnTo>
                    <a:pt x="5092656" y="1367062"/>
                  </a:lnTo>
                  <a:lnTo>
                    <a:pt x="5184757" y="1365635"/>
                  </a:lnTo>
                  <a:lnTo>
                    <a:pt x="5271793" y="1364030"/>
                  </a:lnTo>
                  <a:lnTo>
                    <a:pt x="5352722" y="1362238"/>
                  </a:lnTo>
                  <a:lnTo>
                    <a:pt x="5427275" y="1360239"/>
                  </a:lnTo>
                  <a:lnTo>
                    <a:pt x="5495732" y="1358010"/>
                  </a:lnTo>
                  <a:lnTo>
                    <a:pt x="5558732" y="1355516"/>
                  </a:lnTo>
                  <a:lnTo>
                    <a:pt x="5617114" y="1352721"/>
                  </a:lnTo>
                  <a:lnTo>
                    <a:pt x="5671811" y="1349583"/>
                  </a:lnTo>
                  <a:lnTo>
                    <a:pt x="5723754" y="1346064"/>
                  </a:lnTo>
                  <a:lnTo>
                    <a:pt x="5773803" y="1342139"/>
                  </a:lnTo>
                  <a:lnTo>
                    <a:pt x="5784835" y="1341203"/>
                  </a:lnTo>
                  <a:lnTo>
                    <a:pt x="5838889" y="1336254"/>
                  </a:lnTo>
                  <a:lnTo>
                    <a:pt x="5892423" y="1330783"/>
                  </a:lnTo>
                  <a:lnTo>
                    <a:pt x="5946018" y="1324783"/>
                  </a:lnTo>
                  <a:lnTo>
                    <a:pt x="6000063" y="1318266"/>
                  </a:lnTo>
                  <a:lnTo>
                    <a:pt x="6054777" y="1311265"/>
                  </a:lnTo>
                  <a:lnTo>
                    <a:pt x="6110236" y="1303839"/>
                  </a:lnTo>
                  <a:lnTo>
                    <a:pt x="6166383" y="1296067"/>
                  </a:lnTo>
                  <a:lnTo>
                    <a:pt x="6223062" y="1288047"/>
                  </a:lnTo>
                  <a:lnTo>
                    <a:pt x="6280042" y="1279893"/>
                  </a:lnTo>
                  <a:lnTo>
                    <a:pt x="6337049" y="1271726"/>
                  </a:lnTo>
                  <a:lnTo>
                    <a:pt x="6393808" y="1263670"/>
                  </a:lnTo>
                  <a:lnTo>
                    <a:pt x="6450075" y="1255841"/>
                  </a:lnTo>
                  <a:lnTo>
                    <a:pt x="6505678" y="1248339"/>
                  </a:lnTo>
                  <a:lnTo>
                    <a:pt x="6560538" y="1241249"/>
                  </a:lnTo>
                  <a:lnTo>
                    <a:pt x="6614703" y="1234633"/>
                  </a:lnTo>
                  <a:lnTo>
                    <a:pt x="6668361" y="1228529"/>
                  </a:lnTo>
                  <a:lnTo>
                    <a:pt x="6721868" y="1222953"/>
                  </a:lnTo>
                  <a:lnTo>
                    <a:pt x="6775763" y="1217903"/>
                  </a:lnTo>
                  <a:lnTo>
                    <a:pt x="6786527" y="1216965"/>
                  </a:lnTo>
                  <a:lnTo>
                    <a:pt x="6836253" y="1212947"/>
                  </a:lnTo>
                  <a:lnTo>
                    <a:pt x="6887702" y="1209339"/>
                  </a:lnTo>
                  <a:lnTo>
                    <a:pt x="6941702" y="1206119"/>
                  </a:lnTo>
                  <a:lnTo>
                    <a:pt x="6999176" y="1203250"/>
                  </a:lnTo>
                  <a:lnTo>
                    <a:pt x="7061063" y="1200693"/>
                  </a:lnTo>
                  <a:lnTo>
                    <a:pt x="7128232" y="1198407"/>
                  </a:lnTo>
                  <a:lnTo>
                    <a:pt x="7201379" y="1196359"/>
                  </a:lnTo>
                  <a:lnTo>
                    <a:pt x="7280879" y="1194522"/>
                  </a:lnTo>
                  <a:lnTo>
                    <a:pt x="7366607" y="1192876"/>
                  </a:lnTo>
                  <a:lnTo>
                    <a:pt x="7457710" y="1191410"/>
                  </a:lnTo>
                  <a:lnTo>
                    <a:pt x="7552405" y="1190119"/>
                  </a:lnTo>
                  <a:lnTo>
                    <a:pt x="7647844" y="1189005"/>
                  </a:lnTo>
                  <a:lnTo>
                    <a:pt x="7740190" y="1188071"/>
                  </a:lnTo>
                  <a:lnTo>
                    <a:pt x="7824982" y="1187322"/>
                  </a:lnTo>
                  <a:lnTo>
                    <a:pt x="7897830" y="1186753"/>
                  </a:lnTo>
                  <a:lnTo>
                    <a:pt x="7955302" y="1186355"/>
                  </a:lnTo>
                  <a:lnTo>
                    <a:pt x="7995758" y="1186104"/>
                  </a:lnTo>
                  <a:lnTo>
                    <a:pt x="8019841" y="1185970"/>
                  </a:lnTo>
                  <a:lnTo>
                    <a:pt x="8030521" y="1185916"/>
                  </a:lnTo>
                  <a:lnTo>
                    <a:pt x="8032819" y="1185905"/>
                  </a:lnTo>
                  <a:lnTo>
                    <a:pt x="8554953" y="1185905"/>
                  </a:lnTo>
                  <a:lnTo>
                    <a:pt x="8554953" y="1180258"/>
                  </a:lnTo>
                  <a:lnTo>
                    <a:pt x="8032819" y="1180258"/>
                  </a:lnTo>
                  <a:lnTo>
                    <a:pt x="8031550" y="1180264"/>
                  </a:lnTo>
                  <a:lnTo>
                    <a:pt x="8023252" y="1180305"/>
                  </a:lnTo>
                  <a:lnTo>
                    <a:pt x="8002509" y="1180418"/>
                  </a:lnTo>
                  <a:lnTo>
                    <a:pt x="7965864" y="1180640"/>
                  </a:lnTo>
                  <a:lnTo>
                    <a:pt x="7912140" y="1181003"/>
                  </a:lnTo>
                  <a:lnTo>
                    <a:pt x="7842492" y="1181532"/>
                  </a:lnTo>
                  <a:lnTo>
                    <a:pt x="7760014" y="1182240"/>
                  </a:lnTo>
                  <a:lnTo>
                    <a:pt x="7668963" y="1183133"/>
                  </a:lnTo>
                  <a:lnTo>
                    <a:pt x="7573853" y="1184207"/>
                  </a:lnTo>
                  <a:lnTo>
                    <a:pt x="7478706" y="1185459"/>
                  </a:lnTo>
                  <a:lnTo>
                    <a:pt x="7386605" y="1186885"/>
                  </a:lnTo>
                  <a:lnTo>
                    <a:pt x="7299569" y="1188490"/>
                  </a:lnTo>
                  <a:lnTo>
                    <a:pt x="7218640" y="1190283"/>
                  </a:lnTo>
                  <a:lnTo>
                    <a:pt x="7144087" y="1192281"/>
                  </a:lnTo>
                  <a:lnTo>
                    <a:pt x="7075630" y="1194511"/>
                  </a:lnTo>
                  <a:lnTo>
                    <a:pt x="7012630" y="1197004"/>
                  </a:lnTo>
                  <a:lnTo>
                    <a:pt x="6954248" y="1199800"/>
                  </a:lnTo>
                  <a:lnTo>
                    <a:pt x="6899551" y="1202937"/>
                  </a:lnTo>
                  <a:lnTo>
                    <a:pt x="6847607" y="1206456"/>
                  </a:lnTo>
                  <a:lnTo>
                    <a:pt x="6797559" y="1210381"/>
                  </a:lnTo>
                  <a:lnTo>
                    <a:pt x="6786527" y="1211318"/>
                  </a:lnTo>
                  <a:lnTo>
                    <a:pt x="6732473" y="1216266"/>
                  </a:lnTo>
                  <a:lnTo>
                    <a:pt x="6678939" y="1221737"/>
                  </a:lnTo>
                  <a:lnTo>
                    <a:pt x="6625344" y="1227737"/>
                  </a:lnTo>
                  <a:lnTo>
                    <a:pt x="6571299" y="1234255"/>
                  </a:lnTo>
                  <a:lnTo>
                    <a:pt x="6516585" y="1241255"/>
                  </a:lnTo>
                  <a:lnTo>
                    <a:pt x="6461126" y="1248681"/>
                  </a:lnTo>
                  <a:lnTo>
                    <a:pt x="6404979" y="1256454"/>
                  </a:lnTo>
                  <a:lnTo>
                    <a:pt x="6348300" y="1264474"/>
                  </a:lnTo>
                  <a:lnTo>
                    <a:pt x="6291320" y="1272628"/>
                  </a:lnTo>
                  <a:lnTo>
                    <a:pt x="6234313" y="1280794"/>
                  </a:lnTo>
                  <a:lnTo>
                    <a:pt x="6177554" y="1288850"/>
                  </a:lnTo>
                  <a:lnTo>
                    <a:pt x="6121287" y="1296680"/>
                  </a:lnTo>
                  <a:lnTo>
                    <a:pt x="6065684" y="1304181"/>
                  </a:lnTo>
                  <a:lnTo>
                    <a:pt x="6010824" y="1311271"/>
                  </a:lnTo>
                  <a:lnTo>
                    <a:pt x="5956659" y="1317887"/>
                  </a:lnTo>
                  <a:lnTo>
                    <a:pt x="5903000" y="1323992"/>
                  </a:lnTo>
                  <a:lnTo>
                    <a:pt x="5849494" y="1329567"/>
                  </a:lnTo>
                  <a:lnTo>
                    <a:pt x="5795599" y="1334618"/>
                  </a:lnTo>
                  <a:lnTo>
                    <a:pt x="5784835" y="1335555"/>
                  </a:lnTo>
                  <a:lnTo>
                    <a:pt x="5735109" y="1339573"/>
                  </a:lnTo>
                  <a:lnTo>
                    <a:pt x="5683660" y="1343181"/>
                  </a:lnTo>
                  <a:lnTo>
                    <a:pt x="5629660" y="1346402"/>
                  </a:lnTo>
                  <a:lnTo>
                    <a:pt x="5572186" y="1349270"/>
                  </a:lnTo>
                  <a:lnTo>
                    <a:pt x="5510299" y="1351828"/>
                  </a:lnTo>
                  <a:lnTo>
                    <a:pt x="5443130" y="1354113"/>
                  </a:lnTo>
                  <a:lnTo>
                    <a:pt x="5369983" y="1356161"/>
                  </a:lnTo>
                  <a:lnTo>
                    <a:pt x="5290483" y="1357998"/>
                  </a:lnTo>
                  <a:lnTo>
                    <a:pt x="5204755" y="1359644"/>
                  </a:lnTo>
                  <a:lnTo>
                    <a:pt x="5113652" y="1361110"/>
                  </a:lnTo>
                  <a:lnTo>
                    <a:pt x="5018957" y="1362401"/>
                  </a:lnTo>
                  <a:lnTo>
                    <a:pt x="4923518" y="1363515"/>
                  </a:lnTo>
                  <a:lnTo>
                    <a:pt x="4831172" y="1364449"/>
                  </a:lnTo>
                  <a:lnTo>
                    <a:pt x="4746380" y="1365199"/>
                  </a:lnTo>
                  <a:lnTo>
                    <a:pt x="4673532" y="1365767"/>
                  </a:lnTo>
                  <a:lnTo>
                    <a:pt x="4616060" y="1366165"/>
                  </a:lnTo>
                  <a:lnTo>
                    <a:pt x="4575604" y="1366416"/>
                  </a:lnTo>
                  <a:lnTo>
                    <a:pt x="4551521" y="1366551"/>
                  </a:lnTo>
                  <a:lnTo>
                    <a:pt x="4540840" y="1366604"/>
                  </a:lnTo>
                  <a:lnTo>
                    <a:pt x="4538543" y="1366615"/>
                  </a:lnTo>
                  <a:lnTo>
                    <a:pt x="4016409" y="1366615"/>
                  </a:lnTo>
                  <a:lnTo>
                    <a:pt x="4015170" y="1366574"/>
                  </a:lnTo>
                  <a:lnTo>
                    <a:pt x="4007062" y="1366282"/>
                  </a:lnTo>
                  <a:lnTo>
                    <a:pt x="3986776" y="1365473"/>
                  </a:lnTo>
                  <a:lnTo>
                    <a:pt x="3950896" y="1363886"/>
                  </a:lnTo>
                  <a:lnTo>
                    <a:pt x="3898207" y="1361284"/>
                  </a:lnTo>
                  <a:lnTo>
                    <a:pt x="3829761" y="1357493"/>
                  </a:lnTo>
                  <a:lnTo>
                    <a:pt x="3748508" y="1352408"/>
                  </a:lnTo>
                  <a:lnTo>
                    <a:pt x="3658568" y="1345996"/>
                  </a:lnTo>
                  <a:lnTo>
                    <a:pt x="3564358" y="1338271"/>
                  </a:lnTo>
                  <a:lnTo>
                    <a:pt x="3469854" y="1329264"/>
                  </a:lnTo>
                  <a:lnTo>
                    <a:pt x="3378145" y="1318992"/>
                  </a:lnTo>
                  <a:lnTo>
                    <a:pt x="3291286" y="1307440"/>
                  </a:lnTo>
                  <a:lnTo>
                    <a:pt x="3210375" y="1294541"/>
                  </a:lnTo>
                  <a:lnTo>
                    <a:pt x="3135742" y="1280174"/>
                  </a:lnTo>
                  <a:lnTo>
                    <a:pt x="3067158" y="1264162"/>
                  </a:lnTo>
                  <a:lnTo>
                    <a:pt x="3004033" y="1246277"/>
                  </a:lnTo>
                  <a:lnTo>
                    <a:pt x="2945565" y="1226250"/>
                  </a:lnTo>
                  <a:lnTo>
                    <a:pt x="2890852" y="1203792"/>
                  </a:lnTo>
                  <a:lnTo>
                    <a:pt x="2838976" y="1178623"/>
                  </a:lnTo>
                  <a:lnTo>
                    <a:pt x="2789087" y="1150537"/>
                  </a:lnTo>
                  <a:lnTo>
                    <a:pt x="2770117" y="1138846"/>
                  </a:lnTo>
                  <a:lnTo>
                    <a:pt x="2723401" y="1107739"/>
                  </a:lnTo>
                  <a:lnTo>
                    <a:pt x="2677141" y="1073786"/>
                  </a:lnTo>
                  <a:lnTo>
                    <a:pt x="2630935" y="1036936"/>
                  </a:lnTo>
                  <a:lnTo>
                    <a:pt x="2584494" y="997216"/>
                  </a:lnTo>
                  <a:lnTo>
                    <a:pt x="2537626" y="954736"/>
                  </a:lnTo>
                  <a:lnTo>
                    <a:pt x="2490228" y="909699"/>
                  </a:lnTo>
                  <a:lnTo>
                    <a:pt x="2442274" y="862402"/>
                  </a:lnTo>
                  <a:lnTo>
                    <a:pt x="2393809" y="813231"/>
                  </a:lnTo>
                  <a:lnTo>
                    <a:pt x="2344933" y="762650"/>
                  </a:lnTo>
                  <a:lnTo>
                    <a:pt x="2295788" y="711188"/>
                  </a:lnTo>
                  <a:lnTo>
                    <a:pt x="2246547" y="659412"/>
                  </a:lnTo>
                  <a:lnTo>
                    <a:pt x="2197389" y="607905"/>
                  </a:lnTo>
                  <a:lnTo>
                    <a:pt x="2148486" y="557237"/>
                  </a:lnTo>
                  <a:lnTo>
                    <a:pt x="2099985" y="507939"/>
                  </a:lnTo>
                  <a:lnTo>
                    <a:pt x="2051989" y="460483"/>
                  </a:lnTo>
                  <a:lnTo>
                    <a:pt x="2004548" y="415261"/>
                  </a:lnTo>
                  <a:lnTo>
                    <a:pt x="1957642" y="372575"/>
                  </a:lnTo>
                  <a:lnTo>
                    <a:pt x="1911174" y="332637"/>
                  </a:lnTo>
                  <a:lnTo>
                    <a:pt x="1864959" y="295565"/>
                  </a:lnTo>
                  <a:lnTo>
                    <a:pt x="1818716" y="261390"/>
                  </a:lnTo>
                  <a:lnTo>
                    <a:pt x="1772052" y="230067"/>
                  </a:lnTo>
                  <a:lnTo>
                    <a:pt x="1768425" y="227769"/>
                  </a:lnTo>
                  <a:lnTo>
                    <a:pt x="1719104" y="198529"/>
                  </a:lnTo>
                  <a:lnTo>
                    <a:pt x="1668094" y="172247"/>
                  </a:lnTo>
                  <a:lnTo>
                    <a:pt x="1614588" y="148768"/>
                  </a:lnTo>
                  <a:lnTo>
                    <a:pt x="1557685" y="127833"/>
                  </a:lnTo>
                  <a:lnTo>
                    <a:pt x="1496469" y="109151"/>
                  </a:lnTo>
                  <a:lnTo>
                    <a:pt x="1430087" y="92442"/>
                  </a:lnTo>
                  <a:lnTo>
                    <a:pt x="1357850" y="77461"/>
                  </a:lnTo>
                  <a:lnTo>
                    <a:pt x="1279369" y="64011"/>
                  </a:lnTo>
                  <a:lnTo>
                    <a:pt x="1194733" y="51947"/>
                  </a:lnTo>
                  <a:lnTo>
                    <a:pt x="1104717" y="41184"/>
                  </a:lnTo>
                  <a:lnTo>
                    <a:pt x="1010986" y="31685"/>
                  </a:lnTo>
                  <a:lnTo>
                    <a:pt x="916233" y="23459"/>
                  </a:lnTo>
                  <a:lnTo>
                    <a:pt x="824123" y="16535"/>
                  </a:lnTo>
                  <a:lnTo>
                    <a:pt x="738978" y="10936"/>
                  </a:lnTo>
                  <a:lnTo>
                    <a:pt x="665132" y="6651"/>
                  </a:lnTo>
                  <a:lnTo>
                    <a:pt x="606091" y="3606"/>
                  </a:lnTo>
                  <a:lnTo>
                    <a:pt x="563710" y="1650"/>
                  </a:lnTo>
                  <a:lnTo>
                    <a:pt x="537668" y="570"/>
                  </a:lnTo>
                  <a:lnTo>
                    <a:pt x="525371" y="110"/>
                  </a:lnTo>
                  <a:lnTo>
                    <a:pt x="5221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393" name="pl393"/>
            <p:cNvSpPr/>
            <p:nvPr/>
          </p:nvSpPr>
          <p:spPr>
            <a:xfrm>
              <a:off x="386606" y="1919677"/>
              <a:ext cx="8554953" cy="1366615"/>
            </a:xfrm>
            <a:custGeom>
              <a:avLst/>
              <a:pathLst>
                <a:path w="8554953" h="1366615">
                  <a:moveTo>
                    <a:pt x="0" y="0"/>
                  </a:moveTo>
                  <a:lnTo>
                    <a:pt x="522133" y="0"/>
                  </a:lnTo>
                  <a:lnTo>
                    <a:pt x="523372" y="40"/>
                  </a:lnTo>
                  <a:lnTo>
                    <a:pt x="531480" y="333"/>
                  </a:lnTo>
                  <a:lnTo>
                    <a:pt x="551766" y="1141"/>
                  </a:lnTo>
                  <a:lnTo>
                    <a:pt x="587646" y="2729"/>
                  </a:lnTo>
                  <a:lnTo>
                    <a:pt x="640335" y="5330"/>
                  </a:lnTo>
                  <a:lnTo>
                    <a:pt x="708782" y="9121"/>
                  </a:lnTo>
                  <a:lnTo>
                    <a:pt x="790035" y="14206"/>
                  </a:lnTo>
                  <a:lnTo>
                    <a:pt x="879974" y="20618"/>
                  </a:lnTo>
                  <a:lnTo>
                    <a:pt x="974184" y="28343"/>
                  </a:lnTo>
                  <a:lnTo>
                    <a:pt x="1068688" y="37351"/>
                  </a:lnTo>
                  <a:lnTo>
                    <a:pt x="1160397" y="47622"/>
                  </a:lnTo>
                  <a:lnTo>
                    <a:pt x="1247256" y="59174"/>
                  </a:lnTo>
                  <a:lnTo>
                    <a:pt x="1328167" y="72073"/>
                  </a:lnTo>
                  <a:lnTo>
                    <a:pt x="1402801" y="86440"/>
                  </a:lnTo>
                  <a:lnTo>
                    <a:pt x="1471385" y="102452"/>
                  </a:lnTo>
                  <a:lnTo>
                    <a:pt x="1534509" y="120337"/>
                  </a:lnTo>
                  <a:lnTo>
                    <a:pt x="1592977" y="140364"/>
                  </a:lnTo>
                  <a:lnTo>
                    <a:pt x="1647691" y="162823"/>
                  </a:lnTo>
                  <a:lnTo>
                    <a:pt x="1699566" y="187991"/>
                  </a:lnTo>
                  <a:lnTo>
                    <a:pt x="1749456" y="216077"/>
                  </a:lnTo>
                  <a:lnTo>
                    <a:pt x="1768425" y="227769"/>
                  </a:lnTo>
                  <a:lnTo>
                    <a:pt x="1815141" y="258876"/>
                  </a:lnTo>
                  <a:lnTo>
                    <a:pt x="1861401" y="292829"/>
                  </a:lnTo>
                  <a:lnTo>
                    <a:pt x="1907607" y="329678"/>
                  </a:lnTo>
                  <a:lnTo>
                    <a:pt x="1954048" y="369398"/>
                  </a:lnTo>
                  <a:lnTo>
                    <a:pt x="2000916" y="411878"/>
                  </a:lnTo>
                  <a:lnTo>
                    <a:pt x="2048314" y="456915"/>
                  </a:lnTo>
                  <a:lnTo>
                    <a:pt x="2096268" y="504212"/>
                  </a:lnTo>
                  <a:lnTo>
                    <a:pt x="2144733" y="553384"/>
                  </a:lnTo>
                  <a:lnTo>
                    <a:pt x="2193610" y="603964"/>
                  </a:lnTo>
                  <a:lnTo>
                    <a:pt x="2242754" y="655427"/>
                  </a:lnTo>
                  <a:lnTo>
                    <a:pt x="2291995" y="707202"/>
                  </a:lnTo>
                  <a:lnTo>
                    <a:pt x="2341154" y="758709"/>
                  </a:lnTo>
                  <a:lnTo>
                    <a:pt x="2390056" y="809377"/>
                  </a:lnTo>
                  <a:lnTo>
                    <a:pt x="2438558" y="858675"/>
                  </a:lnTo>
                  <a:lnTo>
                    <a:pt x="2486553" y="906131"/>
                  </a:lnTo>
                  <a:lnTo>
                    <a:pt x="2533994" y="951354"/>
                  </a:lnTo>
                  <a:lnTo>
                    <a:pt x="2580900" y="994039"/>
                  </a:lnTo>
                  <a:lnTo>
                    <a:pt x="2627369" y="1033977"/>
                  </a:lnTo>
                  <a:lnTo>
                    <a:pt x="2673583" y="1071050"/>
                  </a:lnTo>
                  <a:lnTo>
                    <a:pt x="2719826" y="1105225"/>
                  </a:lnTo>
                  <a:lnTo>
                    <a:pt x="2766491" y="1136548"/>
                  </a:lnTo>
                  <a:lnTo>
                    <a:pt x="2770117" y="1138846"/>
                  </a:lnTo>
                  <a:lnTo>
                    <a:pt x="2819438" y="1168086"/>
                  </a:lnTo>
                  <a:lnTo>
                    <a:pt x="2870449" y="1194368"/>
                  </a:lnTo>
                  <a:lnTo>
                    <a:pt x="2923955" y="1217847"/>
                  </a:lnTo>
                  <a:lnTo>
                    <a:pt x="2980857" y="1238781"/>
                  </a:lnTo>
                  <a:lnTo>
                    <a:pt x="3042073" y="1257463"/>
                  </a:lnTo>
                  <a:lnTo>
                    <a:pt x="3108455" y="1274172"/>
                  </a:lnTo>
                  <a:lnTo>
                    <a:pt x="3180692" y="1289153"/>
                  </a:lnTo>
                  <a:lnTo>
                    <a:pt x="3259173" y="1302604"/>
                  </a:lnTo>
                  <a:lnTo>
                    <a:pt x="3343809" y="1314667"/>
                  </a:lnTo>
                  <a:lnTo>
                    <a:pt x="3433826" y="1325431"/>
                  </a:lnTo>
                  <a:lnTo>
                    <a:pt x="3527556" y="1334929"/>
                  </a:lnTo>
                  <a:lnTo>
                    <a:pt x="3622309" y="1343155"/>
                  </a:lnTo>
                  <a:lnTo>
                    <a:pt x="3714419" y="1350080"/>
                  </a:lnTo>
                  <a:lnTo>
                    <a:pt x="3799564" y="1355678"/>
                  </a:lnTo>
                  <a:lnTo>
                    <a:pt x="3873410" y="1359963"/>
                  </a:lnTo>
                  <a:lnTo>
                    <a:pt x="3932451" y="1363008"/>
                  </a:lnTo>
                  <a:lnTo>
                    <a:pt x="3974832" y="1364964"/>
                  </a:lnTo>
                  <a:lnTo>
                    <a:pt x="4000874" y="1366044"/>
                  </a:lnTo>
                  <a:lnTo>
                    <a:pt x="4013171" y="1366505"/>
                  </a:lnTo>
                  <a:lnTo>
                    <a:pt x="4016334" y="1366613"/>
                  </a:lnTo>
                  <a:lnTo>
                    <a:pt x="4016409" y="1366615"/>
                  </a:lnTo>
                  <a:lnTo>
                    <a:pt x="4538543" y="1366615"/>
                  </a:lnTo>
                  <a:lnTo>
                    <a:pt x="4539812" y="1366609"/>
                  </a:lnTo>
                  <a:lnTo>
                    <a:pt x="4548110" y="1366568"/>
                  </a:lnTo>
                  <a:lnTo>
                    <a:pt x="4568853" y="1366455"/>
                  </a:lnTo>
                  <a:lnTo>
                    <a:pt x="4605498" y="1366234"/>
                  </a:lnTo>
                  <a:lnTo>
                    <a:pt x="4659222" y="1365870"/>
                  </a:lnTo>
                  <a:lnTo>
                    <a:pt x="4728870" y="1365342"/>
                  </a:lnTo>
                  <a:lnTo>
                    <a:pt x="4811348" y="1364633"/>
                  </a:lnTo>
                  <a:lnTo>
                    <a:pt x="4902399" y="1363740"/>
                  </a:lnTo>
                  <a:lnTo>
                    <a:pt x="4997509" y="1362666"/>
                  </a:lnTo>
                  <a:lnTo>
                    <a:pt x="5092656" y="1361415"/>
                  </a:lnTo>
                  <a:lnTo>
                    <a:pt x="5184757" y="1359988"/>
                  </a:lnTo>
                  <a:lnTo>
                    <a:pt x="5271793" y="1358383"/>
                  </a:lnTo>
                  <a:lnTo>
                    <a:pt x="5352722" y="1356590"/>
                  </a:lnTo>
                  <a:lnTo>
                    <a:pt x="5427275" y="1354592"/>
                  </a:lnTo>
                  <a:lnTo>
                    <a:pt x="5495732" y="1352362"/>
                  </a:lnTo>
                  <a:lnTo>
                    <a:pt x="5558732" y="1349869"/>
                  </a:lnTo>
                  <a:lnTo>
                    <a:pt x="5617114" y="1347074"/>
                  </a:lnTo>
                  <a:lnTo>
                    <a:pt x="5671811" y="1343936"/>
                  </a:lnTo>
                  <a:lnTo>
                    <a:pt x="5723754" y="1340417"/>
                  </a:lnTo>
                  <a:lnTo>
                    <a:pt x="5773803" y="1336492"/>
                  </a:lnTo>
                  <a:lnTo>
                    <a:pt x="5784835" y="1335555"/>
                  </a:lnTo>
                  <a:lnTo>
                    <a:pt x="5838889" y="1330607"/>
                  </a:lnTo>
                  <a:lnTo>
                    <a:pt x="5892423" y="1325136"/>
                  </a:lnTo>
                  <a:lnTo>
                    <a:pt x="5946018" y="1319136"/>
                  </a:lnTo>
                  <a:lnTo>
                    <a:pt x="6000063" y="1312618"/>
                  </a:lnTo>
                  <a:lnTo>
                    <a:pt x="6054777" y="1305618"/>
                  </a:lnTo>
                  <a:lnTo>
                    <a:pt x="6110236" y="1298192"/>
                  </a:lnTo>
                  <a:lnTo>
                    <a:pt x="6166383" y="1290420"/>
                  </a:lnTo>
                  <a:lnTo>
                    <a:pt x="6223062" y="1282399"/>
                  </a:lnTo>
                  <a:lnTo>
                    <a:pt x="6280042" y="1274245"/>
                  </a:lnTo>
                  <a:lnTo>
                    <a:pt x="6337049" y="1266079"/>
                  </a:lnTo>
                  <a:lnTo>
                    <a:pt x="6393808" y="1258023"/>
                  </a:lnTo>
                  <a:lnTo>
                    <a:pt x="6450075" y="1250193"/>
                  </a:lnTo>
                  <a:lnTo>
                    <a:pt x="6505678" y="1242692"/>
                  </a:lnTo>
                  <a:lnTo>
                    <a:pt x="6560538" y="1235602"/>
                  </a:lnTo>
                  <a:lnTo>
                    <a:pt x="6614703" y="1228986"/>
                  </a:lnTo>
                  <a:lnTo>
                    <a:pt x="6668361" y="1222881"/>
                  </a:lnTo>
                  <a:lnTo>
                    <a:pt x="6721868" y="1217306"/>
                  </a:lnTo>
                  <a:lnTo>
                    <a:pt x="6775763" y="1212256"/>
                  </a:lnTo>
                  <a:lnTo>
                    <a:pt x="6786527" y="1211318"/>
                  </a:lnTo>
                  <a:lnTo>
                    <a:pt x="6836253" y="1207300"/>
                  </a:lnTo>
                  <a:lnTo>
                    <a:pt x="6887702" y="1203692"/>
                  </a:lnTo>
                  <a:lnTo>
                    <a:pt x="6941702" y="1200472"/>
                  </a:lnTo>
                  <a:lnTo>
                    <a:pt x="6999176" y="1197603"/>
                  </a:lnTo>
                  <a:lnTo>
                    <a:pt x="7061063" y="1195045"/>
                  </a:lnTo>
                  <a:lnTo>
                    <a:pt x="7128232" y="1192760"/>
                  </a:lnTo>
                  <a:lnTo>
                    <a:pt x="7201379" y="1190712"/>
                  </a:lnTo>
                  <a:lnTo>
                    <a:pt x="7280879" y="1188875"/>
                  </a:lnTo>
                  <a:lnTo>
                    <a:pt x="7366607" y="1187229"/>
                  </a:lnTo>
                  <a:lnTo>
                    <a:pt x="7457710" y="1185763"/>
                  </a:lnTo>
                  <a:lnTo>
                    <a:pt x="7552405" y="1184472"/>
                  </a:lnTo>
                  <a:lnTo>
                    <a:pt x="7647844" y="1183358"/>
                  </a:lnTo>
                  <a:lnTo>
                    <a:pt x="7740190" y="1182424"/>
                  </a:lnTo>
                  <a:lnTo>
                    <a:pt x="7824982" y="1181675"/>
                  </a:lnTo>
                  <a:lnTo>
                    <a:pt x="7897830" y="1181106"/>
                  </a:lnTo>
                  <a:lnTo>
                    <a:pt x="7955302" y="1180708"/>
                  </a:lnTo>
                  <a:lnTo>
                    <a:pt x="7995758" y="1180457"/>
                  </a:lnTo>
                  <a:lnTo>
                    <a:pt x="8019841" y="1180323"/>
                  </a:lnTo>
                  <a:lnTo>
                    <a:pt x="8030521" y="1180269"/>
                  </a:lnTo>
                  <a:lnTo>
                    <a:pt x="8032804" y="1180258"/>
                  </a:lnTo>
                  <a:lnTo>
                    <a:pt x="8032819" y="1180258"/>
                  </a:lnTo>
                  <a:lnTo>
                    <a:pt x="8554953" y="1180258"/>
                  </a:lnTo>
                  <a:lnTo>
                    <a:pt x="8554953" y="1180258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394" name="pl394"/>
            <p:cNvSpPr/>
            <p:nvPr/>
          </p:nvSpPr>
          <p:spPr>
            <a:xfrm>
              <a:off x="386606" y="1914030"/>
              <a:ext cx="8554953" cy="1366615"/>
            </a:xfrm>
            <a:custGeom>
              <a:avLst/>
              <a:pathLst>
                <a:path w="8554953" h="1366615">
                  <a:moveTo>
                    <a:pt x="8554953" y="1180258"/>
                  </a:moveTo>
                  <a:lnTo>
                    <a:pt x="8032819" y="1180258"/>
                  </a:lnTo>
                  <a:lnTo>
                    <a:pt x="8031550" y="1180264"/>
                  </a:lnTo>
                  <a:lnTo>
                    <a:pt x="8023252" y="1180305"/>
                  </a:lnTo>
                  <a:lnTo>
                    <a:pt x="8002509" y="1180418"/>
                  </a:lnTo>
                  <a:lnTo>
                    <a:pt x="7965864" y="1180640"/>
                  </a:lnTo>
                  <a:lnTo>
                    <a:pt x="7912140" y="1181003"/>
                  </a:lnTo>
                  <a:lnTo>
                    <a:pt x="7842492" y="1181532"/>
                  </a:lnTo>
                  <a:lnTo>
                    <a:pt x="7760014" y="1182240"/>
                  </a:lnTo>
                  <a:lnTo>
                    <a:pt x="7668963" y="1183133"/>
                  </a:lnTo>
                  <a:lnTo>
                    <a:pt x="7573853" y="1184207"/>
                  </a:lnTo>
                  <a:lnTo>
                    <a:pt x="7478706" y="1185459"/>
                  </a:lnTo>
                  <a:lnTo>
                    <a:pt x="7386605" y="1186885"/>
                  </a:lnTo>
                  <a:lnTo>
                    <a:pt x="7299569" y="1188490"/>
                  </a:lnTo>
                  <a:lnTo>
                    <a:pt x="7218640" y="1190283"/>
                  </a:lnTo>
                  <a:lnTo>
                    <a:pt x="7144087" y="1192281"/>
                  </a:lnTo>
                  <a:lnTo>
                    <a:pt x="7075630" y="1194511"/>
                  </a:lnTo>
                  <a:lnTo>
                    <a:pt x="7012630" y="1197004"/>
                  </a:lnTo>
                  <a:lnTo>
                    <a:pt x="6954248" y="1199800"/>
                  </a:lnTo>
                  <a:lnTo>
                    <a:pt x="6899551" y="1202937"/>
                  </a:lnTo>
                  <a:lnTo>
                    <a:pt x="6847607" y="1206456"/>
                  </a:lnTo>
                  <a:lnTo>
                    <a:pt x="6797559" y="1210381"/>
                  </a:lnTo>
                  <a:lnTo>
                    <a:pt x="6786527" y="1211318"/>
                  </a:lnTo>
                  <a:lnTo>
                    <a:pt x="6732473" y="1216266"/>
                  </a:lnTo>
                  <a:lnTo>
                    <a:pt x="6678939" y="1221737"/>
                  </a:lnTo>
                  <a:lnTo>
                    <a:pt x="6625344" y="1227737"/>
                  </a:lnTo>
                  <a:lnTo>
                    <a:pt x="6571299" y="1234255"/>
                  </a:lnTo>
                  <a:lnTo>
                    <a:pt x="6516585" y="1241255"/>
                  </a:lnTo>
                  <a:lnTo>
                    <a:pt x="6461126" y="1248681"/>
                  </a:lnTo>
                  <a:lnTo>
                    <a:pt x="6404979" y="1256454"/>
                  </a:lnTo>
                  <a:lnTo>
                    <a:pt x="6348300" y="1264474"/>
                  </a:lnTo>
                  <a:lnTo>
                    <a:pt x="6291320" y="1272628"/>
                  </a:lnTo>
                  <a:lnTo>
                    <a:pt x="6234313" y="1280794"/>
                  </a:lnTo>
                  <a:lnTo>
                    <a:pt x="6177554" y="1288850"/>
                  </a:lnTo>
                  <a:lnTo>
                    <a:pt x="6121287" y="1296680"/>
                  </a:lnTo>
                  <a:lnTo>
                    <a:pt x="6065684" y="1304181"/>
                  </a:lnTo>
                  <a:lnTo>
                    <a:pt x="6010824" y="1311271"/>
                  </a:lnTo>
                  <a:lnTo>
                    <a:pt x="5956659" y="1317887"/>
                  </a:lnTo>
                  <a:lnTo>
                    <a:pt x="5903000" y="1323992"/>
                  </a:lnTo>
                  <a:lnTo>
                    <a:pt x="5849494" y="1329567"/>
                  </a:lnTo>
                  <a:lnTo>
                    <a:pt x="5795599" y="1334618"/>
                  </a:lnTo>
                  <a:lnTo>
                    <a:pt x="5784835" y="1335555"/>
                  </a:lnTo>
                  <a:lnTo>
                    <a:pt x="5735109" y="1339573"/>
                  </a:lnTo>
                  <a:lnTo>
                    <a:pt x="5683660" y="1343181"/>
                  </a:lnTo>
                  <a:lnTo>
                    <a:pt x="5629660" y="1346402"/>
                  </a:lnTo>
                  <a:lnTo>
                    <a:pt x="5572186" y="1349270"/>
                  </a:lnTo>
                  <a:lnTo>
                    <a:pt x="5510299" y="1351828"/>
                  </a:lnTo>
                  <a:lnTo>
                    <a:pt x="5443130" y="1354113"/>
                  </a:lnTo>
                  <a:lnTo>
                    <a:pt x="5369983" y="1356161"/>
                  </a:lnTo>
                  <a:lnTo>
                    <a:pt x="5290483" y="1357998"/>
                  </a:lnTo>
                  <a:lnTo>
                    <a:pt x="5204755" y="1359644"/>
                  </a:lnTo>
                  <a:lnTo>
                    <a:pt x="5113652" y="1361110"/>
                  </a:lnTo>
                  <a:lnTo>
                    <a:pt x="5018957" y="1362401"/>
                  </a:lnTo>
                  <a:lnTo>
                    <a:pt x="4923518" y="1363515"/>
                  </a:lnTo>
                  <a:lnTo>
                    <a:pt x="4831172" y="1364449"/>
                  </a:lnTo>
                  <a:lnTo>
                    <a:pt x="4746380" y="1365199"/>
                  </a:lnTo>
                  <a:lnTo>
                    <a:pt x="4673532" y="1365767"/>
                  </a:lnTo>
                  <a:lnTo>
                    <a:pt x="4616060" y="1366165"/>
                  </a:lnTo>
                  <a:lnTo>
                    <a:pt x="4575604" y="1366416"/>
                  </a:lnTo>
                  <a:lnTo>
                    <a:pt x="4551521" y="1366551"/>
                  </a:lnTo>
                  <a:lnTo>
                    <a:pt x="4540840" y="1366604"/>
                  </a:lnTo>
                  <a:lnTo>
                    <a:pt x="4538558" y="1366615"/>
                  </a:lnTo>
                  <a:lnTo>
                    <a:pt x="4538543" y="1366615"/>
                  </a:lnTo>
                  <a:lnTo>
                    <a:pt x="4016409" y="1366615"/>
                  </a:lnTo>
                  <a:lnTo>
                    <a:pt x="4015170" y="1366574"/>
                  </a:lnTo>
                  <a:lnTo>
                    <a:pt x="4007062" y="1366282"/>
                  </a:lnTo>
                  <a:lnTo>
                    <a:pt x="3986776" y="1365473"/>
                  </a:lnTo>
                  <a:lnTo>
                    <a:pt x="3950896" y="1363886"/>
                  </a:lnTo>
                  <a:lnTo>
                    <a:pt x="3898207" y="1361284"/>
                  </a:lnTo>
                  <a:lnTo>
                    <a:pt x="3829761" y="1357493"/>
                  </a:lnTo>
                  <a:lnTo>
                    <a:pt x="3748508" y="1352408"/>
                  </a:lnTo>
                  <a:lnTo>
                    <a:pt x="3658568" y="1345996"/>
                  </a:lnTo>
                  <a:lnTo>
                    <a:pt x="3564358" y="1338271"/>
                  </a:lnTo>
                  <a:lnTo>
                    <a:pt x="3469854" y="1329264"/>
                  </a:lnTo>
                  <a:lnTo>
                    <a:pt x="3378145" y="1318992"/>
                  </a:lnTo>
                  <a:lnTo>
                    <a:pt x="3291286" y="1307440"/>
                  </a:lnTo>
                  <a:lnTo>
                    <a:pt x="3210375" y="1294541"/>
                  </a:lnTo>
                  <a:lnTo>
                    <a:pt x="3135742" y="1280174"/>
                  </a:lnTo>
                  <a:lnTo>
                    <a:pt x="3067158" y="1264162"/>
                  </a:lnTo>
                  <a:lnTo>
                    <a:pt x="3004033" y="1246277"/>
                  </a:lnTo>
                  <a:lnTo>
                    <a:pt x="2945565" y="1226250"/>
                  </a:lnTo>
                  <a:lnTo>
                    <a:pt x="2890852" y="1203792"/>
                  </a:lnTo>
                  <a:lnTo>
                    <a:pt x="2838976" y="1178623"/>
                  </a:lnTo>
                  <a:lnTo>
                    <a:pt x="2789087" y="1150537"/>
                  </a:lnTo>
                  <a:lnTo>
                    <a:pt x="2770117" y="1138846"/>
                  </a:lnTo>
                  <a:lnTo>
                    <a:pt x="2723401" y="1107739"/>
                  </a:lnTo>
                  <a:lnTo>
                    <a:pt x="2677141" y="1073786"/>
                  </a:lnTo>
                  <a:lnTo>
                    <a:pt x="2630935" y="1036936"/>
                  </a:lnTo>
                  <a:lnTo>
                    <a:pt x="2584494" y="997216"/>
                  </a:lnTo>
                  <a:lnTo>
                    <a:pt x="2537626" y="954736"/>
                  </a:lnTo>
                  <a:lnTo>
                    <a:pt x="2490228" y="909699"/>
                  </a:lnTo>
                  <a:lnTo>
                    <a:pt x="2442274" y="862402"/>
                  </a:lnTo>
                  <a:lnTo>
                    <a:pt x="2393809" y="813231"/>
                  </a:lnTo>
                  <a:lnTo>
                    <a:pt x="2344933" y="762650"/>
                  </a:lnTo>
                  <a:lnTo>
                    <a:pt x="2295788" y="711188"/>
                  </a:lnTo>
                  <a:lnTo>
                    <a:pt x="2246547" y="659412"/>
                  </a:lnTo>
                  <a:lnTo>
                    <a:pt x="2197389" y="607905"/>
                  </a:lnTo>
                  <a:lnTo>
                    <a:pt x="2148486" y="557237"/>
                  </a:lnTo>
                  <a:lnTo>
                    <a:pt x="2099985" y="507939"/>
                  </a:lnTo>
                  <a:lnTo>
                    <a:pt x="2051989" y="460483"/>
                  </a:lnTo>
                  <a:lnTo>
                    <a:pt x="2004548" y="415261"/>
                  </a:lnTo>
                  <a:lnTo>
                    <a:pt x="1957642" y="372575"/>
                  </a:lnTo>
                  <a:lnTo>
                    <a:pt x="1911174" y="332637"/>
                  </a:lnTo>
                  <a:lnTo>
                    <a:pt x="1864959" y="295565"/>
                  </a:lnTo>
                  <a:lnTo>
                    <a:pt x="1818716" y="261390"/>
                  </a:lnTo>
                  <a:lnTo>
                    <a:pt x="1772052" y="230067"/>
                  </a:lnTo>
                  <a:lnTo>
                    <a:pt x="1768425" y="227769"/>
                  </a:lnTo>
                  <a:lnTo>
                    <a:pt x="1719104" y="198529"/>
                  </a:lnTo>
                  <a:lnTo>
                    <a:pt x="1668094" y="172247"/>
                  </a:lnTo>
                  <a:lnTo>
                    <a:pt x="1614588" y="148768"/>
                  </a:lnTo>
                  <a:lnTo>
                    <a:pt x="1557685" y="127833"/>
                  </a:lnTo>
                  <a:lnTo>
                    <a:pt x="1496469" y="109151"/>
                  </a:lnTo>
                  <a:lnTo>
                    <a:pt x="1430087" y="92442"/>
                  </a:lnTo>
                  <a:lnTo>
                    <a:pt x="1357850" y="77461"/>
                  </a:lnTo>
                  <a:lnTo>
                    <a:pt x="1279369" y="64011"/>
                  </a:lnTo>
                  <a:lnTo>
                    <a:pt x="1194733" y="51947"/>
                  </a:lnTo>
                  <a:lnTo>
                    <a:pt x="1104717" y="41184"/>
                  </a:lnTo>
                  <a:lnTo>
                    <a:pt x="1010986" y="31685"/>
                  </a:lnTo>
                  <a:lnTo>
                    <a:pt x="916233" y="23459"/>
                  </a:lnTo>
                  <a:lnTo>
                    <a:pt x="824123" y="16535"/>
                  </a:lnTo>
                  <a:lnTo>
                    <a:pt x="738978" y="10936"/>
                  </a:lnTo>
                  <a:lnTo>
                    <a:pt x="665132" y="6651"/>
                  </a:lnTo>
                  <a:lnTo>
                    <a:pt x="606091" y="3606"/>
                  </a:lnTo>
                  <a:lnTo>
                    <a:pt x="563710" y="1650"/>
                  </a:lnTo>
                  <a:lnTo>
                    <a:pt x="537668" y="570"/>
                  </a:lnTo>
                  <a:lnTo>
                    <a:pt x="525371" y="110"/>
                  </a:lnTo>
                  <a:lnTo>
                    <a:pt x="522208" y="2"/>
                  </a:lnTo>
                  <a:lnTo>
                    <a:pt x="522133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395" name="pg395"/>
            <p:cNvSpPr/>
            <p:nvPr/>
          </p:nvSpPr>
          <p:spPr>
            <a:xfrm>
              <a:off x="386606" y="1919677"/>
              <a:ext cx="8554953" cy="2761466"/>
            </a:xfrm>
            <a:custGeom>
              <a:avLst/>
              <a:pathLst>
                <a:path w="8554953" h="2761466">
                  <a:moveTo>
                    <a:pt x="0" y="5647"/>
                  </a:moveTo>
                  <a:lnTo>
                    <a:pt x="522133" y="5647"/>
                  </a:lnTo>
                  <a:lnTo>
                    <a:pt x="523371" y="5688"/>
                  </a:lnTo>
                  <a:lnTo>
                    <a:pt x="531471" y="5986"/>
                  </a:lnTo>
                  <a:lnTo>
                    <a:pt x="551738" y="6811"/>
                  </a:lnTo>
                  <a:lnTo>
                    <a:pt x="587587" y="8430"/>
                  </a:lnTo>
                  <a:lnTo>
                    <a:pt x="640232" y="11082"/>
                  </a:lnTo>
                  <a:lnTo>
                    <a:pt x="708629" y="14948"/>
                  </a:lnTo>
                  <a:lnTo>
                    <a:pt x="789831" y="20133"/>
                  </a:lnTo>
                  <a:lnTo>
                    <a:pt x="879724" y="26672"/>
                  </a:lnTo>
                  <a:lnTo>
                    <a:pt x="973896" y="34550"/>
                  </a:lnTo>
                  <a:lnTo>
                    <a:pt x="1068373" y="43737"/>
                  </a:lnTo>
                  <a:lnTo>
                    <a:pt x="1160065" y="54212"/>
                  </a:lnTo>
                  <a:lnTo>
                    <a:pt x="1246916" y="65994"/>
                  </a:lnTo>
                  <a:lnTo>
                    <a:pt x="1327826" y="79148"/>
                  </a:lnTo>
                  <a:lnTo>
                    <a:pt x="1402463" y="93800"/>
                  </a:lnTo>
                  <a:lnTo>
                    <a:pt x="1471052" y="110129"/>
                  </a:lnTo>
                  <a:lnTo>
                    <a:pt x="1534182" y="128367"/>
                  </a:lnTo>
                  <a:lnTo>
                    <a:pt x="1592654" y="148787"/>
                  </a:lnTo>
                  <a:lnTo>
                    <a:pt x="1647368" y="171687"/>
                  </a:lnTo>
                  <a:lnTo>
                    <a:pt x="1699241" y="197349"/>
                  </a:lnTo>
                  <a:lnTo>
                    <a:pt x="1749124" y="225985"/>
                  </a:lnTo>
                  <a:lnTo>
                    <a:pt x="1768425" y="238122"/>
                  </a:lnTo>
                  <a:lnTo>
                    <a:pt x="1814924" y="269717"/>
                  </a:lnTo>
                  <a:lnTo>
                    <a:pt x="1860970" y="304189"/>
                  </a:lnTo>
                  <a:lnTo>
                    <a:pt x="1906958" y="341590"/>
                  </a:lnTo>
                  <a:lnTo>
                    <a:pt x="1953177" y="381894"/>
                  </a:lnTo>
                  <a:lnTo>
                    <a:pt x="1999816" y="424992"/>
                  </a:lnTo>
                  <a:lnTo>
                    <a:pt x="2046978" y="470682"/>
                  </a:lnTo>
                  <a:lnTo>
                    <a:pt x="2094692" y="518666"/>
                  </a:lnTo>
                  <a:lnTo>
                    <a:pt x="2142914" y="568560"/>
                  </a:lnTo>
                  <a:lnTo>
                    <a:pt x="2191549" y="619898"/>
                  </a:lnTo>
                  <a:lnTo>
                    <a:pt x="2240455" y="672151"/>
                  </a:lnTo>
                  <a:lnTo>
                    <a:pt x="2289466" y="724748"/>
                  </a:lnTo>
                  <a:lnTo>
                    <a:pt x="2338404" y="777104"/>
                  </a:lnTo>
                  <a:lnTo>
                    <a:pt x="2387098" y="828642"/>
                  </a:lnTo>
                  <a:lnTo>
                    <a:pt x="2435401" y="878826"/>
                  </a:lnTo>
                  <a:lnTo>
                    <a:pt x="2483208" y="927177"/>
                  </a:lnTo>
                  <a:lnTo>
                    <a:pt x="2530468" y="973294"/>
                  </a:lnTo>
                  <a:lnTo>
                    <a:pt x="2577194" y="1016866"/>
                  </a:lnTo>
                  <a:lnTo>
                    <a:pt x="2623475" y="1057672"/>
                  </a:lnTo>
                  <a:lnTo>
                    <a:pt x="2669486" y="1095588"/>
                  </a:lnTo>
                  <a:lnTo>
                    <a:pt x="2715496" y="1130574"/>
                  </a:lnTo>
                  <a:lnTo>
                    <a:pt x="2761882" y="1162668"/>
                  </a:lnTo>
                  <a:lnTo>
                    <a:pt x="2770117" y="1168023"/>
                  </a:lnTo>
                  <a:lnTo>
                    <a:pt x="2819421" y="1197857"/>
                  </a:lnTo>
                  <a:lnTo>
                    <a:pt x="2870413" y="1224675"/>
                  </a:lnTo>
                  <a:lnTo>
                    <a:pt x="2923899" y="1248633"/>
                  </a:lnTo>
                  <a:lnTo>
                    <a:pt x="2980778" y="1269996"/>
                  </a:lnTo>
                  <a:lnTo>
                    <a:pt x="3041966" y="1289061"/>
                  </a:lnTo>
                  <a:lnTo>
                    <a:pt x="3108315" y="1306112"/>
                  </a:lnTo>
                  <a:lnTo>
                    <a:pt x="3180515" y="1321402"/>
                  </a:lnTo>
                  <a:lnTo>
                    <a:pt x="3258953" y="1335129"/>
                  </a:lnTo>
                  <a:lnTo>
                    <a:pt x="3343543" y="1347442"/>
                  </a:lnTo>
                  <a:lnTo>
                    <a:pt x="3433515" y="1358428"/>
                  </a:lnTo>
                  <a:lnTo>
                    <a:pt x="3527205" y="1368124"/>
                  </a:lnTo>
                  <a:lnTo>
                    <a:pt x="3621929" y="1376522"/>
                  </a:lnTo>
                  <a:lnTo>
                    <a:pt x="3714027" y="1383593"/>
                  </a:lnTo>
                  <a:lnTo>
                    <a:pt x="3799186" y="1389312"/>
                  </a:lnTo>
                  <a:lnTo>
                    <a:pt x="3873072" y="1393690"/>
                  </a:lnTo>
                  <a:lnTo>
                    <a:pt x="3932177" y="1396803"/>
                  </a:lnTo>
                  <a:lnTo>
                    <a:pt x="3974637" y="1398804"/>
                  </a:lnTo>
                  <a:lnTo>
                    <a:pt x="4000762" y="1399911"/>
                  </a:lnTo>
                  <a:lnTo>
                    <a:pt x="4013127" y="1400384"/>
                  </a:lnTo>
                  <a:lnTo>
                    <a:pt x="4016409" y="1400498"/>
                  </a:lnTo>
                  <a:lnTo>
                    <a:pt x="4538543" y="1400498"/>
                  </a:lnTo>
                  <a:lnTo>
                    <a:pt x="4539783" y="1400539"/>
                  </a:lnTo>
                  <a:lnTo>
                    <a:pt x="4547892" y="1400830"/>
                  </a:lnTo>
                  <a:lnTo>
                    <a:pt x="4568182" y="1401635"/>
                  </a:lnTo>
                  <a:lnTo>
                    <a:pt x="4604068" y="1403216"/>
                  </a:lnTo>
                  <a:lnTo>
                    <a:pt x="4656765" y="1405807"/>
                  </a:lnTo>
                  <a:lnTo>
                    <a:pt x="4725222" y="1409584"/>
                  </a:lnTo>
                  <a:lnTo>
                    <a:pt x="4806485" y="1414648"/>
                  </a:lnTo>
                  <a:lnTo>
                    <a:pt x="4896434" y="1421035"/>
                  </a:lnTo>
                  <a:lnTo>
                    <a:pt x="4990651" y="1428730"/>
                  </a:lnTo>
                  <a:lnTo>
                    <a:pt x="5085160" y="1437701"/>
                  </a:lnTo>
                  <a:lnTo>
                    <a:pt x="5176873" y="1447932"/>
                  </a:lnTo>
                  <a:lnTo>
                    <a:pt x="5263733" y="1459438"/>
                  </a:lnTo>
                  <a:lnTo>
                    <a:pt x="5344644" y="1472285"/>
                  </a:lnTo>
                  <a:lnTo>
                    <a:pt x="5419277" y="1486595"/>
                  </a:lnTo>
                  <a:lnTo>
                    <a:pt x="5487860" y="1502544"/>
                  </a:lnTo>
                  <a:lnTo>
                    <a:pt x="5550984" y="1520359"/>
                  </a:lnTo>
                  <a:lnTo>
                    <a:pt x="5609451" y="1540306"/>
                  </a:lnTo>
                  <a:lnTo>
                    <a:pt x="5664164" y="1562677"/>
                  </a:lnTo>
                  <a:lnTo>
                    <a:pt x="5716040" y="1587747"/>
                  </a:lnTo>
                  <a:lnTo>
                    <a:pt x="5765931" y="1615722"/>
                  </a:lnTo>
                  <a:lnTo>
                    <a:pt x="5784835" y="1627326"/>
                  </a:lnTo>
                  <a:lnTo>
                    <a:pt x="5831595" y="1658335"/>
                  </a:lnTo>
                  <a:lnTo>
                    <a:pt x="5877898" y="1692183"/>
                  </a:lnTo>
                  <a:lnTo>
                    <a:pt x="5924147" y="1728921"/>
                  </a:lnTo>
                  <a:lnTo>
                    <a:pt x="5970633" y="1768524"/>
                  </a:lnTo>
                  <a:lnTo>
                    <a:pt x="6017546" y="1810879"/>
                  </a:lnTo>
                  <a:lnTo>
                    <a:pt x="6064992" y="1855784"/>
                  </a:lnTo>
                  <a:lnTo>
                    <a:pt x="6112993" y="1902942"/>
                  </a:lnTo>
                  <a:lnTo>
                    <a:pt x="6161507" y="1951968"/>
                  </a:lnTo>
                  <a:lnTo>
                    <a:pt x="6210432" y="2002396"/>
                  </a:lnTo>
                  <a:lnTo>
                    <a:pt x="6259624" y="2053698"/>
                  </a:lnTo>
                  <a:lnTo>
                    <a:pt x="6308912" y="2105309"/>
                  </a:lnTo>
                  <a:lnTo>
                    <a:pt x="6358114" y="2156645"/>
                  </a:lnTo>
                  <a:lnTo>
                    <a:pt x="6407059" y="2207138"/>
                  </a:lnTo>
                  <a:lnTo>
                    <a:pt x="6455600" y="2256257"/>
                  </a:lnTo>
                  <a:lnTo>
                    <a:pt x="6503632" y="2303534"/>
                  </a:lnTo>
                  <a:lnTo>
                    <a:pt x="6551110" y="2348577"/>
                  </a:lnTo>
                  <a:lnTo>
                    <a:pt x="6598052" y="2391084"/>
                  </a:lnTo>
                  <a:lnTo>
                    <a:pt x="6644558" y="2430848"/>
                  </a:lnTo>
                  <a:lnTo>
                    <a:pt x="6690814" y="2467752"/>
                  </a:lnTo>
                  <a:lnTo>
                    <a:pt x="6737104" y="2501766"/>
                  </a:lnTo>
                  <a:lnTo>
                    <a:pt x="6783825" y="2532935"/>
                  </a:lnTo>
                  <a:lnTo>
                    <a:pt x="6786527" y="2534638"/>
                  </a:lnTo>
                  <a:lnTo>
                    <a:pt x="6835852" y="2563759"/>
                  </a:lnTo>
                  <a:lnTo>
                    <a:pt x="6886865" y="2589934"/>
                  </a:lnTo>
                  <a:lnTo>
                    <a:pt x="6940375" y="2613317"/>
                  </a:lnTo>
                  <a:lnTo>
                    <a:pt x="6997283" y="2634166"/>
                  </a:lnTo>
                  <a:lnTo>
                    <a:pt x="7058504" y="2652771"/>
                  </a:lnTo>
                  <a:lnTo>
                    <a:pt x="7124893" y="2669412"/>
                  </a:lnTo>
                  <a:lnTo>
                    <a:pt x="7197137" y="2684331"/>
                  </a:lnTo>
                  <a:lnTo>
                    <a:pt x="7275626" y="2697726"/>
                  </a:lnTo>
                  <a:lnTo>
                    <a:pt x="7360271" y="2709740"/>
                  </a:lnTo>
                  <a:lnTo>
                    <a:pt x="7450297" y="2720459"/>
                  </a:lnTo>
                  <a:lnTo>
                    <a:pt x="7544035" y="2729918"/>
                  </a:lnTo>
                  <a:lnTo>
                    <a:pt x="7638795" y="2738109"/>
                  </a:lnTo>
                  <a:lnTo>
                    <a:pt x="7730906" y="2745005"/>
                  </a:lnTo>
                  <a:lnTo>
                    <a:pt x="7816049" y="2750579"/>
                  </a:lnTo>
                  <a:lnTo>
                    <a:pt x="7889887" y="2754845"/>
                  </a:lnTo>
                  <a:lnTo>
                    <a:pt x="7948915" y="2757877"/>
                  </a:lnTo>
                  <a:lnTo>
                    <a:pt x="7991280" y="2759824"/>
                  </a:lnTo>
                  <a:lnTo>
                    <a:pt x="8017307" y="2760899"/>
                  </a:lnTo>
                  <a:lnTo>
                    <a:pt x="8029589" y="2761357"/>
                  </a:lnTo>
                  <a:lnTo>
                    <a:pt x="8032819" y="2761466"/>
                  </a:lnTo>
                  <a:lnTo>
                    <a:pt x="8554953" y="2761466"/>
                  </a:lnTo>
                  <a:lnTo>
                    <a:pt x="8554953" y="2755819"/>
                  </a:lnTo>
                  <a:lnTo>
                    <a:pt x="8032819" y="2755819"/>
                  </a:lnTo>
                  <a:lnTo>
                    <a:pt x="8031579" y="2755778"/>
                  </a:lnTo>
                  <a:lnTo>
                    <a:pt x="8023470" y="2755487"/>
                  </a:lnTo>
                  <a:lnTo>
                    <a:pt x="8003180" y="2754682"/>
                  </a:lnTo>
                  <a:lnTo>
                    <a:pt x="7967294" y="2753100"/>
                  </a:lnTo>
                  <a:lnTo>
                    <a:pt x="7914597" y="2750509"/>
                  </a:lnTo>
                  <a:lnTo>
                    <a:pt x="7846140" y="2746733"/>
                  </a:lnTo>
                  <a:lnTo>
                    <a:pt x="7764877" y="2741669"/>
                  </a:lnTo>
                  <a:lnTo>
                    <a:pt x="7674928" y="2735282"/>
                  </a:lnTo>
                  <a:lnTo>
                    <a:pt x="7580711" y="2727587"/>
                  </a:lnTo>
                  <a:lnTo>
                    <a:pt x="7486202" y="2718616"/>
                  </a:lnTo>
                  <a:lnTo>
                    <a:pt x="7394489" y="2708385"/>
                  </a:lnTo>
                  <a:lnTo>
                    <a:pt x="7307629" y="2696879"/>
                  </a:lnTo>
                  <a:lnTo>
                    <a:pt x="7226718" y="2684032"/>
                  </a:lnTo>
                  <a:lnTo>
                    <a:pt x="7152085" y="2669721"/>
                  </a:lnTo>
                  <a:lnTo>
                    <a:pt x="7083502" y="2653773"/>
                  </a:lnTo>
                  <a:lnTo>
                    <a:pt x="7020378" y="2635958"/>
                  </a:lnTo>
                  <a:lnTo>
                    <a:pt x="6961911" y="2616011"/>
                  </a:lnTo>
                  <a:lnTo>
                    <a:pt x="6907198" y="2593640"/>
                  </a:lnTo>
                  <a:lnTo>
                    <a:pt x="6855322" y="2568570"/>
                  </a:lnTo>
                  <a:lnTo>
                    <a:pt x="6805431" y="2540595"/>
                  </a:lnTo>
                  <a:lnTo>
                    <a:pt x="6786527" y="2528991"/>
                  </a:lnTo>
                  <a:lnTo>
                    <a:pt x="6739767" y="2497982"/>
                  </a:lnTo>
                  <a:lnTo>
                    <a:pt x="6693464" y="2464134"/>
                  </a:lnTo>
                  <a:lnTo>
                    <a:pt x="6647215" y="2427395"/>
                  </a:lnTo>
                  <a:lnTo>
                    <a:pt x="6600729" y="2387793"/>
                  </a:lnTo>
                  <a:lnTo>
                    <a:pt x="6553816" y="2345438"/>
                  </a:lnTo>
                  <a:lnTo>
                    <a:pt x="6506370" y="2300533"/>
                  </a:lnTo>
                  <a:lnTo>
                    <a:pt x="6458368" y="2253375"/>
                  </a:lnTo>
                  <a:lnTo>
                    <a:pt x="6409855" y="2204349"/>
                  </a:lnTo>
                  <a:lnTo>
                    <a:pt x="6360930" y="2153921"/>
                  </a:lnTo>
                  <a:lnTo>
                    <a:pt x="6311738" y="2102618"/>
                  </a:lnTo>
                  <a:lnTo>
                    <a:pt x="6262450" y="2051008"/>
                  </a:lnTo>
                  <a:lnTo>
                    <a:pt x="6213248" y="1999672"/>
                  </a:lnTo>
                  <a:lnTo>
                    <a:pt x="6164303" y="1949179"/>
                  </a:lnTo>
                  <a:lnTo>
                    <a:pt x="6115762" y="1900060"/>
                  </a:lnTo>
                  <a:lnTo>
                    <a:pt x="6067729" y="1852783"/>
                  </a:lnTo>
                  <a:lnTo>
                    <a:pt x="6020252" y="1807740"/>
                  </a:lnTo>
                  <a:lnTo>
                    <a:pt x="5973310" y="1765233"/>
                  </a:lnTo>
                  <a:lnTo>
                    <a:pt x="5926804" y="1725468"/>
                  </a:lnTo>
                  <a:lnTo>
                    <a:pt x="5880548" y="1688565"/>
                  </a:lnTo>
                  <a:lnTo>
                    <a:pt x="5834258" y="1654551"/>
                  </a:lnTo>
                  <a:lnTo>
                    <a:pt x="5787537" y="1623382"/>
                  </a:lnTo>
                  <a:lnTo>
                    <a:pt x="5784835" y="1621679"/>
                  </a:lnTo>
                  <a:lnTo>
                    <a:pt x="5735510" y="1592558"/>
                  </a:lnTo>
                  <a:lnTo>
                    <a:pt x="5684497" y="1566383"/>
                  </a:lnTo>
                  <a:lnTo>
                    <a:pt x="5630987" y="1543000"/>
                  </a:lnTo>
                  <a:lnTo>
                    <a:pt x="5574079" y="1522151"/>
                  </a:lnTo>
                  <a:lnTo>
                    <a:pt x="5512858" y="1503546"/>
                  </a:lnTo>
                  <a:lnTo>
                    <a:pt x="5446469" y="1486905"/>
                  </a:lnTo>
                  <a:lnTo>
                    <a:pt x="5374224" y="1471986"/>
                  </a:lnTo>
                  <a:lnTo>
                    <a:pt x="5295736" y="1458591"/>
                  </a:lnTo>
                  <a:lnTo>
                    <a:pt x="5211091" y="1446577"/>
                  </a:lnTo>
                  <a:lnTo>
                    <a:pt x="5121065" y="1435858"/>
                  </a:lnTo>
                  <a:lnTo>
                    <a:pt x="5027327" y="1426399"/>
                  </a:lnTo>
                  <a:lnTo>
                    <a:pt x="4932567" y="1418208"/>
                  </a:lnTo>
                  <a:lnTo>
                    <a:pt x="4840456" y="1411312"/>
                  </a:lnTo>
                  <a:lnTo>
                    <a:pt x="4755313" y="1405738"/>
                  </a:lnTo>
                  <a:lnTo>
                    <a:pt x="4681475" y="1401472"/>
                  </a:lnTo>
                  <a:lnTo>
                    <a:pt x="4622447" y="1398440"/>
                  </a:lnTo>
                  <a:lnTo>
                    <a:pt x="4580082" y="1396493"/>
                  </a:lnTo>
                  <a:lnTo>
                    <a:pt x="4554055" y="1395418"/>
                  </a:lnTo>
                  <a:lnTo>
                    <a:pt x="4541773" y="1394960"/>
                  </a:lnTo>
                  <a:lnTo>
                    <a:pt x="4538543" y="1394851"/>
                  </a:lnTo>
                  <a:lnTo>
                    <a:pt x="4016409" y="1394851"/>
                  </a:lnTo>
                  <a:lnTo>
                    <a:pt x="4015171" y="1394809"/>
                  </a:lnTo>
                  <a:lnTo>
                    <a:pt x="4007071" y="1394511"/>
                  </a:lnTo>
                  <a:lnTo>
                    <a:pt x="3986804" y="1393687"/>
                  </a:lnTo>
                  <a:lnTo>
                    <a:pt x="3950956" y="1392068"/>
                  </a:lnTo>
                  <a:lnTo>
                    <a:pt x="3898310" y="1389416"/>
                  </a:lnTo>
                  <a:lnTo>
                    <a:pt x="3829913" y="1385550"/>
                  </a:lnTo>
                  <a:lnTo>
                    <a:pt x="3748711" y="1380365"/>
                  </a:lnTo>
                  <a:lnTo>
                    <a:pt x="3658818" y="1373826"/>
                  </a:lnTo>
                  <a:lnTo>
                    <a:pt x="3564646" y="1365947"/>
                  </a:lnTo>
                  <a:lnTo>
                    <a:pt x="3470170" y="1356761"/>
                  </a:lnTo>
                  <a:lnTo>
                    <a:pt x="3378477" y="1346285"/>
                  </a:lnTo>
                  <a:lnTo>
                    <a:pt x="3291626" y="1334504"/>
                  </a:lnTo>
                  <a:lnTo>
                    <a:pt x="3210716" y="1321349"/>
                  </a:lnTo>
                  <a:lnTo>
                    <a:pt x="3136079" y="1306697"/>
                  </a:lnTo>
                  <a:lnTo>
                    <a:pt x="3067490" y="1290368"/>
                  </a:lnTo>
                  <a:lnTo>
                    <a:pt x="3004360" y="1272130"/>
                  </a:lnTo>
                  <a:lnTo>
                    <a:pt x="2945889" y="1251710"/>
                  </a:lnTo>
                  <a:lnTo>
                    <a:pt x="2891174" y="1228811"/>
                  </a:lnTo>
                  <a:lnTo>
                    <a:pt x="2839301" y="1203149"/>
                  </a:lnTo>
                  <a:lnTo>
                    <a:pt x="2789418" y="1174512"/>
                  </a:lnTo>
                  <a:lnTo>
                    <a:pt x="2770117" y="1162376"/>
                  </a:lnTo>
                  <a:lnTo>
                    <a:pt x="2723618" y="1130781"/>
                  </a:lnTo>
                  <a:lnTo>
                    <a:pt x="2677572" y="1096309"/>
                  </a:lnTo>
                  <a:lnTo>
                    <a:pt x="2631584" y="1058908"/>
                  </a:lnTo>
                  <a:lnTo>
                    <a:pt x="2585365" y="1018603"/>
                  </a:lnTo>
                  <a:lnTo>
                    <a:pt x="2538726" y="975505"/>
                  </a:lnTo>
                  <a:lnTo>
                    <a:pt x="2491564" y="929816"/>
                  </a:lnTo>
                  <a:lnTo>
                    <a:pt x="2443851" y="881831"/>
                  </a:lnTo>
                  <a:lnTo>
                    <a:pt x="2395628" y="831937"/>
                  </a:lnTo>
                  <a:lnTo>
                    <a:pt x="2346993" y="780599"/>
                  </a:lnTo>
                  <a:lnTo>
                    <a:pt x="2298087" y="728347"/>
                  </a:lnTo>
                  <a:lnTo>
                    <a:pt x="2249076" y="675749"/>
                  </a:lnTo>
                  <a:lnTo>
                    <a:pt x="2200138" y="623394"/>
                  </a:lnTo>
                  <a:lnTo>
                    <a:pt x="2151445" y="571855"/>
                  </a:lnTo>
                  <a:lnTo>
                    <a:pt x="2103141" y="521671"/>
                  </a:lnTo>
                  <a:lnTo>
                    <a:pt x="2055334" y="473320"/>
                  </a:lnTo>
                  <a:lnTo>
                    <a:pt x="2008074" y="427203"/>
                  </a:lnTo>
                  <a:lnTo>
                    <a:pt x="1961348" y="383632"/>
                  </a:lnTo>
                  <a:lnTo>
                    <a:pt x="1915067" y="342825"/>
                  </a:lnTo>
                  <a:lnTo>
                    <a:pt x="1869056" y="304909"/>
                  </a:lnTo>
                  <a:lnTo>
                    <a:pt x="1823046" y="269924"/>
                  </a:lnTo>
                  <a:lnTo>
                    <a:pt x="1776660" y="237829"/>
                  </a:lnTo>
                  <a:lnTo>
                    <a:pt x="1768425" y="232475"/>
                  </a:lnTo>
                  <a:lnTo>
                    <a:pt x="1719121" y="202640"/>
                  </a:lnTo>
                  <a:lnTo>
                    <a:pt x="1668129" y="175823"/>
                  </a:lnTo>
                  <a:lnTo>
                    <a:pt x="1614643" y="151864"/>
                  </a:lnTo>
                  <a:lnTo>
                    <a:pt x="1557765" y="130501"/>
                  </a:lnTo>
                  <a:lnTo>
                    <a:pt x="1496576" y="111437"/>
                  </a:lnTo>
                  <a:lnTo>
                    <a:pt x="1430227" y="94385"/>
                  </a:lnTo>
                  <a:lnTo>
                    <a:pt x="1358027" y="79096"/>
                  </a:lnTo>
                  <a:lnTo>
                    <a:pt x="1279589" y="65368"/>
                  </a:lnTo>
                  <a:lnTo>
                    <a:pt x="1194999" y="53056"/>
                  </a:lnTo>
                  <a:lnTo>
                    <a:pt x="1105028" y="42069"/>
                  </a:lnTo>
                  <a:lnTo>
                    <a:pt x="1011338" y="32374"/>
                  </a:lnTo>
                  <a:lnTo>
                    <a:pt x="916613" y="23975"/>
                  </a:lnTo>
                  <a:lnTo>
                    <a:pt x="824515" y="16904"/>
                  </a:lnTo>
                  <a:lnTo>
                    <a:pt x="739356" y="11186"/>
                  </a:lnTo>
                  <a:lnTo>
                    <a:pt x="665470" y="6808"/>
                  </a:lnTo>
                  <a:lnTo>
                    <a:pt x="606365" y="3694"/>
                  </a:lnTo>
                  <a:lnTo>
                    <a:pt x="563905" y="1693"/>
                  </a:lnTo>
                  <a:lnTo>
                    <a:pt x="537781" y="587"/>
                  </a:lnTo>
                  <a:lnTo>
                    <a:pt x="525415" y="114"/>
                  </a:lnTo>
                  <a:lnTo>
                    <a:pt x="5221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396" name="pl396"/>
            <p:cNvSpPr/>
            <p:nvPr/>
          </p:nvSpPr>
          <p:spPr>
            <a:xfrm>
              <a:off x="386606" y="1925324"/>
              <a:ext cx="8554953" cy="2755819"/>
            </a:xfrm>
            <a:custGeom>
              <a:avLst/>
              <a:pathLst>
                <a:path w="8554953" h="2755819">
                  <a:moveTo>
                    <a:pt x="0" y="0"/>
                  </a:moveTo>
                  <a:lnTo>
                    <a:pt x="522133" y="0"/>
                  </a:lnTo>
                  <a:lnTo>
                    <a:pt x="523371" y="41"/>
                  </a:lnTo>
                  <a:lnTo>
                    <a:pt x="531471" y="339"/>
                  </a:lnTo>
                  <a:lnTo>
                    <a:pt x="551738" y="1163"/>
                  </a:lnTo>
                  <a:lnTo>
                    <a:pt x="587587" y="2782"/>
                  </a:lnTo>
                  <a:lnTo>
                    <a:pt x="640232" y="5435"/>
                  </a:lnTo>
                  <a:lnTo>
                    <a:pt x="708629" y="9301"/>
                  </a:lnTo>
                  <a:lnTo>
                    <a:pt x="789831" y="14486"/>
                  </a:lnTo>
                  <a:lnTo>
                    <a:pt x="879724" y="21024"/>
                  </a:lnTo>
                  <a:lnTo>
                    <a:pt x="973896" y="28903"/>
                  </a:lnTo>
                  <a:lnTo>
                    <a:pt x="1068373" y="38089"/>
                  </a:lnTo>
                  <a:lnTo>
                    <a:pt x="1160065" y="48565"/>
                  </a:lnTo>
                  <a:lnTo>
                    <a:pt x="1246916" y="60346"/>
                  </a:lnTo>
                  <a:lnTo>
                    <a:pt x="1327826" y="73501"/>
                  </a:lnTo>
                  <a:lnTo>
                    <a:pt x="1402463" y="88153"/>
                  </a:lnTo>
                  <a:lnTo>
                    <a:pt x="1471052" y="104482"/>
                  </a:lnTo>
                  <a:lnTo>
                    <a:pt x="1534182" y="122720"/>
                  </a:lnTo>
                  <a:lnTo>
                    <a:pt x="1592654" y="143140"/>
                  </a:lnTo>
                  <a:lnTo>
                    <a:pt x="1647368" y="166040"/>
                  </a:lnTo>
                  <a:lnTo>
                    <a:pt x="1699241" y="191702"/>
                  </a:lnTo>
                  <a:lnTo>
                    <a:pt x="1749124" y="220338"/>
                  </a:lnTo>
                  <a:lnTo>
                    <a:pt x="1768425" y="232475"/>
                  </a:lnTo>
                  <a:lnTo>
                    <a:pt x="1814924" y="264070"/>
                  </a:lnTo>
                  <a:lnTo>
                    <a:pt x="1860970" y="298542"/>
                  </a:lnTo>
                  <a:lnTo>
                    <a:pt x="1906958" y="335942"/>
                  </a:lnTo>
                  <a:lnTo>
                    <a:pt x="1953177" y="376247"/>
                  </a:lnTo>
                  <a:lnTo>
                    <a:pt x="1999816" y="419345"/>
                  </a:lnTo>
                  <a:lnTo>
                    <a:pt x="2046978" y="465034"/>
                  </a:lnTo>
                  <a:lnTo>
                    <a:pt x="2094692" y="513019"/>
                  </a:lnTo>
                  <a:lnTo>
                    <a:pt x="2142914" y="562913"/>
                  </a:lnTo>
                  <a:lnTo>
                    <a:pt x="2191549" y="614251"/>
                  </a:lnTo>
                  <a:lnTo>
                    <a:pt x="2240455" y="666504"/>
                  </a:lnTo>
                  <a:lnTo>
                    <a:pt x="2289466" y="719101"/>
                  </a:lnTo>
                  <a:lnTo>
                    <a:pt x="2338404" y="771456"/>
                  </a:lnTo>
                  <a:lnTo>
                    <a:pt x="2387098" y="822995"/>
                  </a:lnTo>
                  <a:lnTo>
                    <a:pt x="2435401" y="873179"/>
                  </a:lnTo>
                  <a:lnTo>
                    <a:pt x="2483208" y="921530"/>
                  </a:lnTo>
                  <a:lnTo>
                    <a:pt x="2530468" y="967647"/>
                  </a:lnTo>
                  <a:lnTo>
                    <a:pt x="2577194" y="1011218"/>
                  </a:lnTo>
                  <a:lnTo>
                    <a:pt x="2623475" y="1052025"/>
                  </a:lnTo>
                  <a:lnTo>
                    <a:pt x="2669486" y="1089941"/>
                  </a:lnTo>
                  <a:lnTo>
                    <a:pt x="2715496" y="1124927"/>
                  </a:lnTo>
                  <a:lnTo>
                    <a:pt x="2761882" y="1157021"/>
                  </a:lnTo>
                  <a:lnTo>
                    <a:pt x="2770117" y="1162376"/>
                  </a:lnTo>
                  <a:lnTo>
                    <a:pt x="2819421" y="1192210"/>
                  </a:lnTo>
                  <a:lnTo>
                    <a:pt x="2870413" y="1219028"/>
                  </a:lnTo>
                  <a:lnTo>
                    <a:pt x="2923899" y="1242986"/>
                  </a:lnTo>
                  <a:lnTo>
                    <a:pt x="2980778" y="1264349"/>
                  </a:lnTo>
                  <a:lnTo>
                    <a:pt x="3041966" y="1283413"/>
                  </a:lnTo>
                  <a:lnTo>
                    <a:pt x="3108315" y="1300465"/>
                  </a:lnTo>
                  <a:lnTo>
                    <a:pt x="3180515" y="1315754"/>
                  </a:lnTo>
                  <a:lnTo>
                    <a:pt x="3258953" y="1329482"/>
                  </a:lnTo>
                  <a:lnTo>
                    <a:pt x="3343543" y="1341795"/>
                  </a:lnTo>
                  <a:lnTo>
                    <a:pt x="3433515" y="1352781"/>
                  </a:lnTo>
                  <a:lnTo>
                    <a:pt x="3527205" y="1362477"/>
                  </a:lnTo>
                  <a:lnTo>
                    <a:pt x="3621929" y="1370875"/>
                  </a:lnTo>
                  <a:lnTo>
                    <a:pt x="3714027" y="1377946"/>
                  </a:lnTo>
                  <a:lnTo>
                    <a:pt x="3799186" y="1383664"/>
                  </a:lnTo>
                  <a:lnTo>
                    <a:pt x="3873072" y="1388042"/>
                  </a:lnTo>
                  <a:lnTo>
                    <a:pt x="3932177" y="1391156"/>
                  </a:lnTo>
                  <a:lnTo>
                    <a:pt x="3974637" y="1393157"/>
                  </a:lnTo>
                  <a:lnTo>
                    <a:pt x="4000762" y="1394264"/>
                  </a:lnTo>
                  <a:lnTo>
                    <a:pt x="4013127" y="1394737"/>
                  </a:lnTo>
                  <a:lnTo>
                    <a:pt x="4016330" y="1394848"/>
                  </a:lnTo>
                  <a:lnTo>
                    <a:pt x="4016409" y="1394851"/>
                  </a:lnTo>
                  <a:lnTo>
                    <a:pt x="4538543" y="1394851"/>
                  </a:lnTo>
                  <a:lnTo>
                    <a:pt x="4539783" y="1394892"/>
                  </a:lnTo>
                  <a:lnTo>
                    <a:pt x="4547892" y="1395183"/>
                  </a:lnTo>
                  <a:lnTo>
                    <a:pt x="4568182" y="1395988"/>
                  </a:lnTo>
                  <a:lnTo>
                    <a:pt x="4604068" y="1397569"/>
                  </a:lnTo>
                  <a:lnTo>
                    <a:pt x="4656765" y="1400160"/>
                  </a:lnTo>
                  <a:lnTo>
                    <a:pt x="4725222" y="1403937"/>
                  </a:lnTo>
                  <a:lnTo>
                    <a:pt x="4806485" y="1409001"/>
                  </a:lnTo>
                  <a:lnTo>
                    <a:pt x="4896434" y="1415388"/>
                  </a:lnTo>
                  <a:lnTo>
                    <a:pt x="4990651" y="1423082"/>
                  </a:lnTo>
                  <a:lnTo>
                    <a:pt x="5085160" y="1432054"/>
                  </a:lnTo>
                  <a:lnTo>
                    <a:pt x="5176873" y="1442285"/>
                  </a:lnTo>
                  <a:lnTo>
                    <a:pt x="5263733" y="1453791"/>
                  </a:lnTo>
                  <a:lnTo>
                    <a:pt x="5344644" y="1466638"/>
                  </a:lnTo>
                  <a:lnTo>
                    <a:pt x="5419277" y="1480948"/>
                  </a:lnTo>
                  <a:lnTo>
                    <a:pt x="5487860" y="1496897"/>
                  </a:lnTo>
                  <a:lnTo>
                    <a:pt x="5550984" y="1514712"/>
                  </a:lnTo>
                  <a:lnTo>
                    <a:pt x="5609451" y="1534659"/>
                  </a:lnTo>
                  <a:lnTo>
                    <a:pt x="5664164" y="1557029"/>
                  </a:lnTo>
                  <a:lnTo>
                    <a:pt x="5716040" y="1582099"/>
                  </a:lnTo>
                  <a:lnTo>
                    <a:pt x="5765931" y="1610075"/>
                  </a:lnTo>
                  <a:lnTo>
                    <a:pt x="5784835" y="1621679"/>
                  </a:lnTo>
                  <a:lnTo>
                    <a:pt x="5831595" y="1652688"/>
                  </a:lnTo>
                  <a:lnTo>
                    <a:pt x="5877898" y="1686536"/>
                  </a:lnTo>
                  <a:lnTo>
                    <a:pt x="5924147" y="1723274"/>
                  </a:lnTo>
                  <a:lnTo>
                    <a:pt x="5970633" y="1762877"/>
                  </a:lnTo>
                  <a:lnTo>
                    <a:pt x="6017546" y="1805232"/>
                  </a:lnTo>
                  <a:lnTo>
                    <a:pt x="6064992" y="1850137"/>
                  </a:lnTo>
                  <a:lnTo>
                    <a:pt x="6112993" y="1897295"/>
                  </a:lnTo>
                  <a:lnTo>
                    <a:pt x="6161507" y="1946321"/>
                  </a:lnTo>
                  <a:lnTo>
                    <a:pt x="6210432" y="1996748"/>
                  </a:lnTo>
                  <a:lnTo>
                    <a:pt x="6259624" y="2048051"/>
                  </a:lnTo>
                  <a:lnTo>
                    <a:pt x="6308912" y="2099662"/>
                  </a:lnTo>
                  <a:lnTo>
                    <a:pt x="6358114" y="2150998"/>
                  </a:lnTo>
                  <a:lnTo>
                    <a:pt x="6407059" y="2201491"/>
                  </a:lnTo>
                  <a:lnTo>
                    <a:pt x="6455600" y="2250610"/>
                  </a:lnTo>
                  <a:lnTo>
                    <a:pt x="6503632" y="2297886"/>
                  </a:lnTo>
                  <a:lnTo>
                    <a:pt x="6551110" y="2342930"/>
                  </a:lnTo>
                  <a:lnTo>
                    <a:pt x="6598052" y="2385437"/>
                  </a:lnTo>
                  <a:lnTo>
                    <a:pt x="6644558" y="2425201"/>
                  </a:lnTo>
                  <a:lnTo>
                    <a:pt x="6690814" y="2462105"/>
                  </a:lnTo>
                  <a:lnTo>
                    <a:pt x="6737104" y="2496119"/>
                  </a:lnTo>
                  <a:lnTo>
                    <a:pt x="6783825" y="2527288"/>
                  </a:lnTo>
                  <a:lnTo>
                    <a:pt x="6786527" y="2528991"/>
                  </a:lnTo>
                  <a:lnTo>
                    <a:pt x="6835852" y="2558112"/>
                  </a:lnTo>
                  <a:lnTo>
                    <a:pt x="6886865" y="2584287"/>
                  </a:lnTo>
                  <a:lnTo>
                    <a:pt x="6940375" y="2607670"/>
                  </a:lnTo>
                  <a:lnTo>
                    <a:pt x="6997283" y="2628519"/>
                  </a:lnTo>
                  <a:lnTo>
                    <a:pt x="7058504" y="2647124"/>
                  </a:lnTo>
                  <a:lnTo>
                    <a:pt x="7124893" y="2663764"/>
                  </a:lnTo>
                  <a:lnTo>
                    <a:pt x="7197137" y="2678684"/>
                  </a:lnTo>
                  <a:lnTo>
                    <a:pt x="7275626" y="2692079"/>
                  </a:lnTo>
                  <a:lnTo>
                    <a:pt x="7360271" y="2704093"/>
                  </a:lnTo>
                  <a:lnTo>
                    <a:pt x="7450297" y="2714812"/>
                  </a:lnTo>
                  <a:lnTo>
                    <a:pt x="7544035" y="2724270"/>
                  </a:lnTo>
                  <a:lnTo>
                    <a:pt x="7638795" y="2732462"/>
                  </a:lnTo>
                  <a:lnTo>
                    <a:pt x="7730906" y="2739357"/>
                  </a:lnTo>
                  <a:lnTo>
                    <a:pt x="7816049" y="2744932"/>
                  </a:lnTo>
                  <a:lnTo>
                    <a:pt x="7889887" y="2749198"/>
                  </a:lnTo>
                  <a:lnTo>
                    <a:pt x="7948915" y="2752230"/>
                  </a:lnTo>
                  <a:lnTo>
                    <a:pt x="7991280" y="2754177"/>
                  </a:lnTo>
                  <a:lnTo>
                    <a:pt x="8017307" y="2755252"/>
                  </a:lnTo>
                  <a:lnTo>
                    <a:pt x="8029589" y="2755710"/>
                  </a:lnTo>
                  <a:lnTo>
                    <a:pt x="8032745" y="2755817"/>
                  </a:lnTo>
                  <a:lnTo>
                    <a:pt x="8032819" y="2755819"/>
                  </a:lnTo>
                  <a:lnTo>
                    <a:pt x="8554953" y="2755819"/>
                  </a:lnTo>
                  <a:lnTo>
                    <a:pt x="8554953" y="2755819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397" name="pl397"/>
            <p:cNvSpPr/>
            <p:nvPr/>
          </p:nvSpPr>
          <p:spPr>
            <a:xfrm>
              <a:off x="386606" y="1919677"/>
              <a:ext cx="8554953" cy="2755819"/>
            </a:xfrm>
            <a:custGeom>
              <a:avLst/>
              <a:pathLst>
                <a:path w="8554953" h="2755819">
                  <a:moveTo>
                    <a:pt x="8554953" y="2755819"/>
                  </a:moveTo>
                  <a:lnTo>
                    <a:pt x="8032819" y="2755819"/>
                  </a:lnTo>
                  <a:lnTo>
                    <a:pt x="8031579" y="2755778"/>
                  </a:lnTo>
                  <a:lnTo>
                    <a:pt x="8023470" y="2755487"/>
                  </a:lnTo>
                  <a:lnTo>
                    <a:pt x="8003180" y="2754682"/>
                  </a:lnTo>
                  <a:lnTo>
                    <a:pt x="7967294" y="2753100"/>
                  </a:lnTo>
                  <a:lnTo>
                    <a:pt x="7914597" y="2750509"/>
                  </a:lnTo>
                  <a:lnTo>
                    <a:pt x="7846140" y="2746733"/>
                  </a:lnTo>
                  <a:lnTo>
                    <a:pt x="7764877" y="2741669"/>
                  </a:lnTo>
                  <a:lnTo>
                    <a:pt x="7674928" y="2735282"/>
                  </a:lnTo>
                  <a:lnTo>
                    <a:pt x="7580711" y="2727587"/>
                  </a:lnTo>
                  <a:lnTo>
                    <a:pt x="7486202" y="2718616"/>
                  </a:lnTo>
                  <a:lnTo>
                    <a:pt x="7394489" y="2708385"/>
                  </a:lnTo>
                  <a:lnTo>
                    <a:pt x="7307629" y="2696879"/>
                  </a:lnTo>
                  <a:lnTo>
                    <a:pt x="7226718" y="2684032"/>
                  </a:lnTo>
                  <a:lnTo>
                    <a:pt x="7152085" y="2669721"/>
                  </a:lnTo>
                  <a:lnTo>
                    <a:pt x="7083502" y="2653773"/>
                  </a:lnTo>
                  <a:lnTo>
                    <a:pt x="7020378" y="2635958"/>
                  </a:lnTo>
                  <a:lnTo>
                    <a:pt x="6961911" y="2616011"/>
                  </a:lnTo>
                  <a:lnTo>
                    <a:pt x="6907198" y="2593640"/>
                  </a:lnTo>
                  <a:lnTo>
                    <a:pt x="6855322" y="2568570"/>
                  </a:lnTo>
                  <a:lnTo>
                    <a:pt x="6805431" y="2540595"/>
                  </a:lnTo>
                  <a:lnTo>
                    <a:pt x="6786527" y="2528991"/>
                  </a:lnTo>
                  <a:lnTo>
                    <a:pt x="6739767" y="2497982"/>
                  </a:lnTo>
                  <a:lnTo>
                    <a:pt x="6693464" y="2464134"/>
                  </a:lnTo>
                  <a:lnTo>
                    <a:pt x="6647215" y="2427395"/>
                  </a:lnTo>
                  <a:lnTo>
                    <a:pt x="6600729" y="2387793"/>
                  </a:lnTo>
                  <a:lnTo>
                    <a:pt x="6553816" y="2345438"/>
                  </a:lnTo>
                  <a:lnTo>
                    <a:pt x="6506370" y="2300533"/>
                  </a:lnTo>
                  <a:lnTo>
                    <a:pt x="6458368" y="2253375"/>
                  </a:lnTo>
                  <a:lnTo>
                    <a:pt x="6409855" y="2204349"/>
                  </a:lnTo>
                  <a:lnTo>
                    <a:pt x="6360930" y="2153921"/>
                  </a:lnTo>
                  <a:lnTo>
                    <a:pt x="6311738" y="2102618"/>
                  </a:lnTo>
                  <a:lnTo>
                    <a:pt x="6262450" y="2051008"/>
                  </a:lnTo>
                  <a:lnTo>
                    <a:pt x="6213248" y="1999672"/>
                  </a:lnTo>
                  <a:lnTo>
                    <a:pt x="6164303" y="1949179"/>
                  </a:lnTo>
                  <a:lnTo>
                    <a:pt x="6115762" y="1900060"/>
                  </a:lnTo>
                  <a:lnTo>
                    <a:pt x="6067729" y="1852783"/>
                  </a:lnTo>
                  <a:lnTo>
                    <a:pt x="6020252" y="1807740"/>
                  </a:lnTo>
                  <a:lnTo>
                    <a:pt x="5973310" y="1765233"/>
                  </a:lnTo>
                  <a:lnTo>
                    <a:pt x="5926804" y="1725468"/>
                  </a:lnTo>
                  <a:lnTo>
                    <a:pt x="5880548" y="1688565"/>
                  </a:lnTo>
                  <a:lnTo>
                    <a:pt x="5834258" y="1654551"/>
                  </a:lnTo>
                  <a:lnTo>
                    <a:pt x="5787537" y="1623382"/>
                  </a:lnTo>
                  <a:lnTo>
                    <a:pt x="5784835" y="1621679"/>
                  </a:lnTo>
                  <a:lnTo>
                    <a:pt x="5735510" y="1592558"/>
                  </a:lnTo>
                  <a:lnTo>
                    <a:pt x="5684497" y="1566383"/>
                  </a:lnTo>
                  <a:lnTo>
                    <a:pt x="5630987" y="1543000"/>
                  </a:lnTo>
                  <a:lnTo>
                    <a:pt x="5574079" y="1522151"/>
                  </a:lnTo>
                  <a:lnTo>
                    <a:pt x="5512858" y="1503546"/>
                  </a:lnTo>
                  <a:lnTo>
                    <a:pt x="5446469" y="1486905"/>
                  </a:lnTo>
                  <a:lnTo>
                    <a:pt x="5374224" y="1471986"/>
                  </a:lnTo>
                  <a:lnTo>
                    <a:pt x="5295736" y="1458591"/>
                  </a:lnTo>
                  <a:lnTo>
                    <a:pt x="5211091" y="1446577"/>
                  </a:lnTo>
                  <a:lnTo>
                    <a:pt x="5121065" y="1435858"/>
                  </a:lnTo>
                  <a:lnTo>
                    <a:pt x="5027327" y="1426399"/>
                  </a:lnTo>
                  <a:lnTo>
                    <a:pt x="4932567" y="1418208"/>
                  </a:lnTo>
                  <a:lnTo>
                    <a:pt x="4840456" y="1411312"/>
                  </a:lnTo>
                  <a:lnTo>
                    <a:pt x="4755313" y="1405738"/>
                  </a:lnTo>
                  <a:lnTo>
                    <a:pt x="4681475" y="1401472"/>
                  </a:lnTo>
                  <a:lnTo>
                    <a:pt x="4622447" y="1398440"/>
                  </a:lnTo>
                  <a:lnTo>
                    <a:pt x="4580082" y="1396493"/>
                  </a:lnTo>
                  <a:lnTo>
                    <a:pt x="4554055" y="1395418"/>
                  </a:lnTo>
                  <a:lnTo>
                    <a:pt x="4541773" y="1394960"/>
                  </a:lnTo>
                  <a:lnTo>
                    <a:pt x="4538617" y="1394853"/>
                  </a:lnTo>
                  <a:lnTo>
                    <a:pt x="4538543" y="1394851"/>
                  </a:lnTo>
                  <a:lnTo>
                    <a:pt x="4016409" y="1394851"/>
                  </a:lnTo>
                  <a:lnTo>
                    <a:pt x="4015171" y="1394809"/>
                  </a:lnTo>
                  <a:lnTo>
                    <a:pt x="4007071" y="1394511"/>
                  </a:lnTo>
                  <a:lnTo>
                    <a:pt x="3986804" y="1393687"/>
                  </a:lnTo>
                  <a:lnTo>
                    <a:pt x="3950956" y="1392068"/>
                  </a:lnTo>
                  <a:lnTo>
                    <a:pt x="3898310" y="1389416"/>
                  </a:lnTo>
                  <a:lnTo>
                    <a:pt x="3829913" y="1385550"/>
                  </a:lnTo>
                  <a:lnTo>
                    <a:pt x="3748711" y="1380365"/>
                  </a:lnTo>
                  <a:lnTo>
                    <a:pt x="3658818" y="1373826"/>
                  </a:lnTo>
                  <a:lnTo>
                    <a:pt x="3564646" y="1365947"/>
                  </a:lnTo>
                  <a:lnTo>
                    <a:pt x="3470170" y="1356761"/>
                  </a:lnTo>
                  <a:lnTo>
                    <a:pt x="3378477" y="1346285"/>
                  </a:lnTo>
                  <a:lnTo>
                    <a:pt x="3291626" y="1334504"/>
                  </a:lnTo>
                  <a:lnTo>
                    <a:pt x="3210716" y="1321349"/>
                  </a:lnTo>
                  <a:lnTo>
                    <a:pt x="3136079" y="1306697"/>
                  </a:lnTo>
                  <a:lnTo>
                    <a:pt x="3067490" y="1290368"/>
                  </a:lnTo>
                  <a:lnTo>
                    <a:pt x="3004360" y="1272130"/>
                  </a:lnTo>
                  <a:lnTo>
                    <a:pt x="2945889" y="1251710"/>
                  </a:lnTo>
                  <a:lnTo>
                    <a:pt x="2891174" y="1228811"/>
                  </a:lnTo>
                  <a:lnTo>
                    <a:pt x="2839301" y="1203149"/>
                  </a:lnTo>
                  <a:lnTo>
                    <a:pt x="2789418" y="1174512"/>
                  </a:lnTo>
                  <a:lnTo>
                    <a:pt x="2770117" y="1162376"/>
                  </a:lnTo>
                  <a:lnTo>
                    <a:pt x="2723618" y="1130781"/>
                  </a:lnTo>
                  <a:lnTo>
                    <a:pt x="2677572" y="1096309"/>
                  </a:lnTo>
                  <a:lnTo>
                    <a:pt x="2631584" y="1058908"/>
                  </a:lnTo>
                  <a:lnTo>
                    <a:pt x="2585365" y="1018603"/>
                  </a:lnTo>
                  <a:lnTo>
                    <a:pt x="2538726" y="975505"/>
                  </a:lnTo>
                  <a:lnTo>
                    <a:pt x="2491564" y="929816"/>
                  </a:lnTo>
                  <a:lnTo>
                    <a:pt x="2443851" y="881831"/>
                  </a:lnTo>
                  <a:lnTo>
                    <a:pt x="2395628" y="831937"/>
                  </a:lnTo>
                  <a:lnTo>
                    <a:pt x="2346993" y="780599"/>
                  </a:lnTo>
                  <a:lnTo>
                    <a:pt x="2298087" y="728347"/>
                  </a:lnTo>
                  <a:lnTo>
                    <a:pt x="2249076" y="675749"/>
                  </a:lnTo>
                  <a:lnTo>
                    <a:pt x="2200138" y="623394"/>
                  </a:lnTo>
                  <a:lnTo>
                    <a:pt x="2151445" y="571855"/>
                  </a:lnTo>
                  <a:lnTo>
                    <a:pt x="2103141" y="521671"/>
                  </a:lnTo>
                  <a:lnTo>
                    <a:pt x="2055334" y="473320"/>
                  </a:lnTo>
                  <a:lnTo>
                    <a:pt x="2008074" y="427203"/>
                  </a:lnTo>
                  <a:lnTo>
                    <a:pt x="1961348" y="383632"/>
                  </a:lnTo>
                  <a:lnTo>
                    <a:pt x="1915067" y="342825"/>
                  </a:lnTo>
                  <a:lnTo>
                    <a:pt x="1869056" y="304909"/>
                  </a:lnTo>
                  <a:lnTo>
                    <a:pt x="1823046" y="269924"/>
                  </a:lnTo>
                  <a:lnTo>
                    <a:pt x="1776660" y="237829"/>
                  </a:lnTo>
                  <a:lnTo>
                    <a:pt x="1768425" y="232475"/>
                  </a:lnTo>
                  <a:lnTo>
                    <a:pt x="1719121" y="202640"/>
                  </a:lnTo>
                  <a:lnTo>
                    <a:pt x="1668129" y="175823"/>
                  </a:lnTo>
                  <a:lnTo>
                    <a:pt x="1614643" y="151864"/>
                  </a:lnTo>
                  <a:lnTo>
                    <a:pt x="1557765" y="130501"/>
                  </a:lnTo>
                  <a:lnTo>
                    <a:pt x="1496576" y="111437"/>
                  </a:lnTo>
                  <a:lnTo>
                    <a:pt x="1430227" y="94385"/>
                  </a:lnTo>
                  <a:lnTo>
                    <a:pt x="1358027" y="79096"/>
                  </a:lnTo>
                  <a:lnTo>
                    <a:pt x="1279589" y="65368"/>
                  </a:lnTo>
                  <a:lnTo>
                    <a:pt x="1194999" y="53056"/>
                  </a:lnTo>
                  <a:lnTo>
                    <a:pt x="1105028" y="42069"/>
                  </a:lnTo>
                  <a:lnTo>
                    <a:pt x="1011338" y="32374"/>
                  </a:lnTo>
                  <a:lnTo>
                    <a:pt x="916613" y="23975"/>
                  </a:lnTo>
                  <a:lnTo>
                    <a:pt x="824515" y="16904"/>
                  </a:lnTo>
                  <a:lnTo>
                    <a:pt x="739356" y="11186"/>
                  </a:lnTo>
                  <a:lnTo>
                    <a:pt x="665470" y="6808"/>
                  </a:lnTo>
                  <a:lnTo>
                    <a:pt x="606365" y="3694"/>
                  </a:lnTo>
                  <a:lnTo>
                    <a:pt x="563905" y="1693"/>
                  </a:lnTo>
                  <a:lnTo>
                    <a:pt x="537781" y="587"/>
                  </a:lnTo>
                  <a:lnTo>
                    <a:pt x="525415" y="114"/>
                  </a:lnTo>
                  <a:lnTo>
                    <a:pt x="522212" y="2"/>
                  </a:lnTo>
                  <a:lnTo>
                    <a:pt x="522133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398" name="pg398"/>
            <p:cNvSpPr/>
            <p:nvPr/>
          </p:nvSpPr>
          <p:spPr>
            <a:xfrm>
              <a:off x="386606" y="1925324"/>
              <a:ext cx="8554953" cy="3145474"/>
            </a:xfrm>
            <a:custGeom>
              <a:avLst/>
              <a:pathLst>
                <a:path w="8554953" h="3145474">
                  <a:moveTo>
                    <a:pt x="0" y="62118"/>
                  </a:moveTo>
                  <a:lnTo>
                    <a:pt x="522133" y="62118"/>
                  </a:lnTo>
                  <a:lnTo>
                    <a:pt x="523371" y="62160"/>
                  </a:lnTo>
                  <a:lnTo>
                    <a:pt x="531469" y="62459"/>
                  </a:lnTo>
                  <a:lnTo>
                    <a:pt x="551733" y="63287"/>
                  </a:lnTo>
                  <a:lnTo>
                    <a:pt x="587574" y="64912"/>
                  </a:lnTo>
                  <a:lnTo>
                    <a:pt x="640211" y="67574"/>
                  </a:lnTo>
                  <a:lnTo>
                    <a:pt x="708598" y="71455"/>
                  </a:lnTo>
                  <a:lnTo>
                    <a:pt x="789790" y="76660"/>
                  </a:lnTo>
                  <a:lnTo>
                    <a:pt x="879673" y="83225"/>
                  </a:lnTo>
                  <a:lnTo>
                    <a:pt x="973838" y="91134"/>
                  </a:lnTo>
                  <a:lnTo>
                    <a:pt x="1068309" y="100356"/>
                  </a:lnTo>
                  <a:lnTo>
                    <a:pt x="1159998" y="110872"/>
                  </a:lnTo>
                  <a:lnTo>
                    <a:pt x="1246848" y="122699"/>
                  </a:lnTo>
                  <a:lnTo>
                    <a:pt x="1327757" y="135905"/>
                  </a:lnTo>
                  <a:lnTo>
                    <a:pt x="1402395" y="150614"/>
                  </a:lnTo>
                  <a:lnTo>
                    <a:pt x="1470985" y="167006"/>
                  </a:lnTo>
                  <a:lnTo>
                    <a:pt x="1534116" y="185314"/>
                  </a:lnTo>
                  <a:lnTo>
                    <a:pt x="1592588" y="205813"/>
                  </a:lnTo>
                  <a:lnTo>
                    <a:pt x="1647303" y="228801"/>
                  </a:lnTo>
                  <a:lnTo>
                    <a:pt x="1699175" y="254561"/>
                  </a:lnTo>
                  <a:lnTo>
                    <a:pt x="1749057" y="283308"/>
                  </a:lnTo>
                  <a:lnTo>
                    <a:pt x="1768425" y="295535"/>
                  </a:lnTo>
                  <a:lnTo>
                    <a:pt x="1814881" y="327226"/>
                  </a:lnTo>
                  <a:lnTo>
                    <a:pt x="1860884" y="361802"/>
                  </a:lnTo>
                  <a:lnTo>
                    <a:pt x="1906829" y="399312"/>
                  </a:lnTo>
                  <a:lnTo>
                    <a:pt x="1953003" y="439732"/>
                  </a:lnTo>
                  <a:lnTo>
                    <a:pt x="1999596" y="482953"/>
                  </a:lnTo>
                  <a:lnTo>
                    <a:pt x="2046712" y="528771"/>
                  </a:lnTo>
                  <a:lnTo>
                    <a:pt x="2094377" y="576892"/>
                  </a:lnTo>
                  <a:lnTo>
                    <a:pt x="2142551" y="626929"/>
                  </a:lnTo>
                  <a:lnTo>
                    <a:pt x="2191137" y="678417"/>
                  </a:lnTo>
                  <a:lnTo>
                    <a:pt x="2239996" y="730827"/>
                  </a:lnTo>
                  <a:lnTo>
                    <a:pt x="2288961" y="783587"/>
                  </a:lnTo>
                  <a:lnTo>
                    <a:pt x="2337855" y="836111"/>
                  </a:lnTo>
                  <a:lnTo>
                    <a:pt x="2386507" y="887823"/>
                  </a:lnTo>
                  <a:lnTo>
                    <a:pt x="2434771" y="938183"/>
                  </a:lnTo>
                  <a:lnTo>
                    <a:pt x="2482541" y="986712"/>
                  </a:lnTo>
                  <a:lnTo>
                    <a:pt x="2529764" y="1033008"/>
                  </a:lnTo>
                  <a:lnTo>
                    <a:pt x="2576454" y="1076756"/>
                  </a:lnTo>
                  <a:lnTo>
                    <a:pt x="2622698" y="1117736"/>
                  </a:lnTo>
                  <a:lnTo>
                    <a:pt x="2668668" y="1155821"/>
                  </a:lnTo>
                  <a:lnTo>
                    <a:pt x="2714632" y="1190969"/>
                  </a:lnTo>
                  <a:lnTo>
                    <a:pt x="2760963" y="1223218"/>
                  </a:lnTo>
                  <a:lnTo>
                    <a:pt x="2770117" y="1229200"/>
                  </a:lnTo>
                  <a:lnTo>
                    <a:pt x="2819418" y="1259154"/>
                  </a:lnTo>
                  <a:lnTo>
                    <a:pt x="2870406" y="1286078"/>
                  </a:lnTo>
                  <a:lnTo>
                    <a:pt x="2923888" y="1310132"/>
                  </a:lnTo>
                  <a:lnTo>
                    <a:pt x="2980762" y="1331581"/>
                  </a:lnTo>
                  <a:lnTo>
                    <a:pt x="3041944" y="1350722"/>
                  </a:lnTo>
                  <a:lnTo>
                    <a:pt x="3108287" y="1367843"/>
                  </a:lnTo>
                  <a:lnTo>
                    <a:pt x="3180479" y="1383193"/>
                  </a:lnTo>
                  <a:lnTo>
                    <a:pt x="3258908" y="1396976"/>
                  </a:lnTo>
                  <a:lnTo>
                    <a:pt x="3343490" y="1409339"/>
                  </a:lnTo>
                  <a:lnTo>
                    <a:pt x="3433452" y="1420370"/>
                  </a:lnTo>
                  <a:lnTo>
                    <a:pt x="3527133" y="1430105"/>
                  </a:lnTo>
                  <a:lnTo>
                    <a:pt x="3621852" y="1438538"/>
                  </a:lnTo>
                  <a:lnTo>
                    <a:pt x="3713948" y="1445638"/>
                  </a:lnTo>
                  <a:lnTo>
                    <a:pt x="3799109" y="1451380"/>
                  </a:lnTo>
                  <a:lnTo>
                    <a:pt x="3873003" y="1455777"/>
                  </a:lnTo>
                  <a:lnTo>
                    <a:pt x="3932121" y="1458905"/>
                  </a:lnTo>
                  <a:lnTo>
                    <a:pt x="3974597" y="1460915"/>
                  </a:lnTo>
                  <a:lnTo>
                    <a:pt x="4000739" y="1462027"/>
                  </a:lnTo>
                  <a:lnTo>
                    <a:pt x="4013118" y="1462502"/>
                  </a:lnTo>
                  <a:lnTo>
                    <a:pt x="4016409" y="1462617"/>
                  </a:lnTo>
                  <a:lnTo>
                    <a:pt x="4538543" y="1462617"/>
                  </a:lnTo>
                  <a:lnTo>
                    <a:pt x="4539767" y="1462667"/>
                  </a:lnTo>
                  <a:lnTo>
                    <a:pt x="4547779" y="1463022"/>
                  </a:lnTo>
                  <a:lnTo>
                    <a:pt x="4567834" y="1464005"/>
                  </a:lnTo>
                  <a:lnTo>
                    <a:pt x="4603327" y="1465936"/>
                  </a:lnTo>
                  <a:lnTo>
                    <a:pt x="4655490" y="1469100"/>
                  </a:lnTo>
                  <a:lnTo>
                    <a:pt x="4723326" y="1473715"/>
                  </a:lnTo>
                  <a:lnTo>
                    <a:pt x="4803952" y="1479907"/>
                  </a:lnTo>
                  <a:lnTo>
                    <a:pt x="4893321" y="1487720"/>
                  </a:lnTo>
                  <a:lnTo>
                    <a:pt x="4987065" y="1497137"/>
                  </a:lnTo>
                  <a:lnTo>
                    <a:pt x="5081233" y="1508123"/>
                  </a:lnTo>
                  <a:lnTo>
                    <a:pt x="5172735" y="1520651"/>
                  </a:lnTo>
                  <a:lnTo>
                    <a:pt x="5259497" y="1534742"/>
                  </a:lnTo>
                  <a:lnTo>
                    <a:pt x="5340393" y="1550472"/>
                  </a:lnTo>
                  <a:lnTo>
                    <a:pt x="5415065" y="1567985"/>
                  </a:lnTo>
                  <a:lnTo>
                    <a:pt x="5483712" y="1587493"/>
                  </a:lnTo>
                  <a:lnTo>
                    <a:pt x="5546902" y="1609269"/>
                  </a:lnTo>
                  <a:lnTo>
                    <a:pt x="5605416" y="1633638"/>
                  </a:lnTo>
                  <a:lnTo>
                    <a:pt x="5660142" y="1660951"/>
                  </a:lnTo>
                  <a:lnTo>
                    <a:pt x="5711988" y="1691552"/>
                  </a:lnTo>
                  <a:lnTo>
                    <a:pt x="5761802" y="1725701"/>
                  </a:lnTo>
                  <a:lnTo>
                    <a:pt x="5784835" y="1743093"/>
                  </a:lnTo>
                  <a:lnTo>
                    <a:pt x="5829176" y="1779354"/>
                  </a:lnTo>
                  <a:lnTo>
                    <a:pt x="5873086" y="1818767"/>
                  </a:lnTo>
                  <a:lnTo>
                    <a:pt x="5916915" y="1861388"/>
                  </a:lnTo>
                  <a:lnTo>
                    <a:pt x="5960924" y="1907204"/>
                  </a:lnTo>
                  <a:lnTo>
                    <a:pt x="6005288" y="1956113"/>
                  </a:lnTo>
                  <a:lnTo>
                    <a:pt x="6050114" y="2007925"/>
                  </a:lnTo>
                  <a:lnTo>
                    <a:pt x="6095441" y="2062355"/>
                  </a:lnTo>
                  <a:lnTo>
                    <a:pt x="6141249" y="2119029"/>
                  </a:lnTo>
                  <a:lnTo>
                    <a:pt x="6187470" y="2177486"/>
                  </a:lnTo>
                  <a:lnTo>
                    <a:pt x="6233996" y="2237197"/>
                  </a:lnTo>
                  <a:lnTo>
                    <a:pt x="6280691" y="2297582"/>
                  </a:lnTo>
                  <a:lnTo>
                    <a:pt x="6327402" y="2358033"/>
                  </a:lnTo>
                  <a:lnTo>
                    <a:pt x="6373976" y="2417938"/>
                  </a:lnTo>
                  <a:lnTo>
                    <a:pt x="6420273" y="2476710"/>
                  </a:lnTo>
                  <a:lnTo>
                    <a:pt x="6466176" y="2533805"/>
                  </a:lnTo>
                  <a:lnTo>
                    <a:pt x="6511609" y="2588749"/>
                  </a:lnTo>
                  <a:lnTo>
                    <a:pt x="6556541" y="2641147"/>
                  </a:lnTo>
                  <a:lnTo>
                    <a:pt x="6600998" y="2690696"/>
                  </a:lnTo>
                  <a:lnTo>
                    <a:pt x="6645070" y="2737183"/>
                  </a:lnTo>
                  <a:lnTo>
                    <a:pt x="6688919" y="2780491"/>
                  </a:lnTo>
                  <a:lnTo>
                    <a:pt x="6732785" y="2820586"/>
                  </a:lnTo>
                  <a:lnTo>
                    <a:pt x="6777000" y="2857512"/>
                  </a:lnTo>
                  <a:lnTo>
                    <a:pt x="6786527" y="2864998"/>
                  </a:lnTo>
                  <a:lnTo>
                    <a:pt x="6835642" y="2900863"/>
                  </a:lnTo>
                  <a:lnTo>
                    <a:pt x="6886428" y="2933115"/>
                  </a:lnTo>
                  <a:lnTo>
                    <a:pt x="6939683" y="2961941"/>
                  </a:lnTo>
                  <a:lnTo>
                    <a:pt x="6996295" y="2987657"/>
                  </a:lnTo>
                  <a:lnTo>
                    <a:pt x="7057170" y="3010614"/>
                  </a:lnTo>
                  <a:lnTo>
                    <a:pt x="7123152" y="3031156"/>
                  </a:lnTo>
                  <a:lnTo>
                    <a:pt x="7194928" y="3049581"/>
                  </a:lnTo>
                  <a:lnTo>
                    <a:pt x="7272890" y="3066131"/>
                  </a:lnTo>
                  <a:lnTo>
                    <a:pt x="7356970" y="3080982"/>
                  </a:lnTo>
                  <a:lnTo>
                    <a:pt x="7446430" y="3094243"/>
                  </a:lnTo>
                  <a:lnTo>
                    <a:pt x="7539662" y="3105958"/>
                  </a:lnTo>
                  <a:lnTo>
                    <a:pt x="7634053" y="3116121"/>
                  </a:lnTo>
                  <a:lnTo>
                    <a:pt x="7726021" y="3124696"/>
                  </a:lnTo>
                  <a:lnTo>
                    <a:pt x="7811320" y="3131652"/>
                  </a:lnTo>
                  <a:lnTo>
                    <a:pt x="7885647" y="3137001"/>
                  </a:lnTo>
                  <a:lnTo>
                    <a:pt x="7945465" y="3140829"/>
                  </a:lnTo>
                  <a:lnTo>
                    <a:pt x="7988817" y="3143310"/>
                  </a:lnTo>
                  <a:lnTo>
                    <a:pt x="8015866" y="3144702"/>
                  </a:lnTo>
                  <a:lnTo>
                    <a:pt x="8029018" y="3145314"/>
                  </a:lnTo>
                  <a:lnTo>
                    <a:pt x="8032686" y="3145469"/>
                  </a:lnTo>
                  <a:lnTo>
                    <a:pt x="8032819" y="3145474"/>
                  </a:lnTo>
                  <a:lnTo>
                    <a:pt x="8554953" y="3145474"/>
                  </a:lnTo>
                  <a:lnTo>
                    <a:pt x="8554953" y="3083355"/>
                  </a:lnTo>
                  <a:lnTo>
                    <a:pt x="8032819" y="3083355"/>
                  </a:lnTo>
                  <a:lnTo>
                    <a:pt x="8031595" y="3083305"/>
                  </a:lnTo>
                  <a:lnTo>
                    <a:pt x="8023583" y="3082950"/>
                  </a:lnTo>
                  <a:lnTo>
                    <a:pt x="8003527" y="3081967"/>
                  </a:lnTo>
                  <a:lnTo>
                    <a:pt x="7968035" y="3080036"/>
                  </a:lnTo>
                  <a:lnTo>
                    <a:pt x="7915872" y="3076871"/>
                  </a:lnTo>
                  <a:lnTo>
                    <a:pt x="7848036" y="3072257"/>
                  </a:lnTo>
                  <a:lnTo>
                    <a:pt x="7767409" y="3066065"/>
                  </a:lnTo>
                  <a:lnTo>
                    <a:pt x="7678041" y="3058252"/>
                  </a:lnTo>
                  <a:lnTo>
                    <a:pt x="7584297" y="3048834"/>
                  </a:lnTo>
                  <a:lnTo>
                    <a:pt x="7490129" y="3037849"/>
                  </a:lnTo>
                  <a:lnTo>
                    <a:pt x="7398627" y="3025321"/>
                  </a:lnTo>
                  <a:lnTo>
                    <a:pt x="7311865" y="3011230"/>
                  </a:lnTo>
                  <a:lnTo>
                    <a:pt x="7230969" y="2995500"/>
                  </a:lnTo>
                  <a:lnTo>
                    <a:pt x="7156297" y="2977987"/>
                  </a:lnTo>
                  <a:lnTo>
                    <a:pt x="7087650" y="2958479"/>
                  </a:lnTo>
                  <a:lnTo>
                    <a:pt x="7024460" y="2936703"/>
                  </a:lnTo>
                  <a:lnTo>
                    <a:pt x="6965946" y="2912334"/>
                  </a:lnTo>
                  <a:lnTo>
                    <a:pt x="6911219" y="2885020"/>
                  </a:lnTo>
                  <a:lnTo>
                    <a:pt x="6859374" y="2854420"/>
                  </a:lnTo>
                  <a:lnTo>
                    <a:pt x="6809560" y="2820271"/>
                  </a:lnTo>
                  <a:lnTo>
                    <a:pt x="6786527" y="2802879"/>
                  </a:lnTo>
                  <a:lnTo>
                    <a:pt x="6742186" y="2766617"/>
                  </a:lnTo>
                  <a:lnTo>
                    <a:pt x="6698276" y="2727205"/>
                  </a:lnTo>
                  <a:lnTo>
                    <a:pt x="6654447" y="2684583"/>
                  </a:lnTo>
                  <a:lnTo>
                    <a:pt x="6610438" y="2638768"/>
                  </a:lnTo>
                  <a:lnTo>
                    <a:pt x="6566074" y="2589859"/>
                  </a:lnTo>
                  <a:lnTo>
                    <a:pt x="6521248" y="2538047"/>
                  </a:lnTo>
                  <a:lnTo>
                    <a:pt x="6475921" y="2483616"/>
                  </a:lnTo>
                  <a:lnTo>
                    <a:pt x="6430113" y="2426943"/>
                  </a:lnTo>
                  <a:lnTo>
                    <a:pt x="6383892" y="2368486"/>
                  </a:lnTo>
                  <a:lnTo>
                    <a:pt x="6337365" y="2308775"/>
                  </a:lnTo>
                  <a:lnTo>
                    <a:pt x="6290671" y="2248390"/>
                  </a:lnTo>
                  <a:lnTo>
                    <a:pt x="6243960" y="2187939"/>
                  </a:lnTo>
                  <a:lnTo>
                    <a:pt x="6197386" y="2128033"/>
                  </a:lnTo>
                  <a:lnTo>
                    <a:pt x="6151089" y="2069262"/>
                  </a:lnTo>
                  <a:lnTo>
                    <a:pt x="6105185" y="2012167"/>
                  </a:lnTo>
                  <a:lnTo>
                    <a:pt x="6059753" y="1957223"/>
                  </a:lnTo>
                  <a:lnTo>
                    <a:pt x="6014821" y="1904824"/>
                  </a:lnTo>
                  <a:lnTo>
                    <a:pt x="5970364" y="1855276"/>
                  </a:lnTo>
                  <a:lnTo>
                    <a:pt x="5926292" y="1808788"/>
                  </a:lnTo>
                  <a:lnTo>
                    <a:pt x="5882443" y="1765480"/>
                  </a:lnTo>
                  <a:lnTo>
                    <a:pt x="5838577" y="1725385"/>
                  </a:lnTo>
                  <a:lnTo>
                    <a:pt x="5794362" y="1688459"/>
                  </a:lnTo>
                  <a:lnTo>
                    <a:pt x="5784835" y="1680974"/>
                  </a:lnTo>
                  <a:lnTo>
                    <a:pt x="5735720" y="1645109"/>
                  </a:lnTo>
                  <a:lnTo>
                    <a:pt x="5684934" y="1612857"/>
                  </a:lnTo>
                  <a:lnTo>
                    <a:pt x="5631679" y="1584030"/>
                  </a:lnTo>
                  <a:lnTo>
                    <a:pt x="5575067" y="1558315"/>
                  </a:lnTo>
                  <a:lnTo>
                    <a:pt x="5514192" y="1535357"/>
                  </a:lnTo>
                  <a:lnTo>
                    <a:pt x="5448210" y="1514816"/>
                  </a:lnTo>
                  <a:lnTo>
                    <a:pt x="5376434" y="1496391"/>
                  </a:lnTo>
                  <a:lnTo>
                    <a:pt x="5298472" y="1479841"/>
                  </a:lnTo>
                  <a:lnTo>
                    <a:pt x="5214392" y="1464989"/>
                  </a:lnTo>
                  <a:lnTo>
                    <a:pt x="5124932" y="1451729"/>
                  </a:lnTo>
                  <a:lnTo>
                    <a:pt x="5031700" y="1440014"/>
                  </a:lnTo>
                  <a:lnTo>
                    <a:pt x="4937309" y="1429851"/>
                  </a:lnTo>
                  <a:lnTo>
                    <a:pt x="4845341" y="1421276"/>
                  </a:lnTo>
                  <a:lnTo>
                    <a:pt x="4760042" y="1414319"/>
                  </a:lnTo>
                  <a:lnTo>
                    <a:pt x="4685715" y="1408970"/>
                  </a:lnTo>
                  <a:lnTo>
                    <a:pt x="4625897" y="1405143"/>
                  </a:lnTo>
                  <a:lnTo>
                    <a:pt x="4582545" y="1402661"/>
                  </a:lnTo>
                  <a:lnTo>
                    <a:pt x="4555496" y="1401269"/>
                  </a:lnTo>
                  <a:lnTo>
                    <a:pt x="4542344" y="1400658"/>
                  </a:lnTo>
                  <a:lnTo>
                    <a:pt x="4538676" y="1400503"/>
                  </a:lnTo>
                  <a:lnTo>
                    <a:pt x="4538543" y="1400498"/>
                  </a:lnTo>
                  <a:lnTo>
                    <a:pt x="4016409" y="1400498"/>
                  </a:lnTo>
                  <a:lnTo>
                    <a:pt x="4015171" y="1400456"/>
                  </a:lnTo>
                  <a:lnTo>
                    <a:pt x="4007073" y="1400157"/>
                  </a:lnTo>
                  <a:lnTo>
                    <a:pt x="3986809" y="1399329"/>
                  </a:lnTo>
                  <a:lnTo>
                    <a:pt x="3950968" y="1397704"/>
                  </a:lnTo>
                  <a:lnTo>
                    <a:pt x="3898331" y="1395042"/>
                  </a:lnTo>
                  <a:lnTo>
                    <a:pt x="3829944" y="1391161"/>
                  </a:lnTo>
                  <a:lnTo>
                    <a:pt x="3748753" y="1385956"/>
                  </a:lnTo>
                  <a:lnTo>
                    <a:pt x="3658869" y="1379392"/>
                  </a:lnTo>
                  <a:lnTo>
                    <a:pt x="3564704" y="1371483"/>
                  </a:lnTo>
                  <a:lnTo>
                    <a:pt x="3470233" y="1362261"/>
                  </a:lnTo>
                  <a:lnTo>
                    <a:pt x="3378544" y="1351744"/>
                  </a:lnTo>
                  <a:lnTo>
                    <a:pt x="3291695" y="1339917"/>
                  </a:lnTo>
                  <a:lnTo>
                    <a:pt x="3210785" y="1326711"/>
                  </a:lnTo>
                  <a:lnTo>
                    <a:pt x="3136147" y="1312002"/>
                  </a:lnTo>
                  <a:lnTo>
                    <a:pt x="3067557" y="1295610"/>
                  </a:lnTo>
                  <a:lnTo>
                    <a:pt x="3004426" y="1277302"/>
                  </a:lnTo>
                  <a:lnTo>
                    <a:pt x="2945954" y="1256803"/>
                  </a:lnTo>
                  <a:lnTo>
                    <a:pt x="2891239" y="1233816"/>
                  </a:lnTo>
                  <a:lnTo>
                    <a:pt x="2839367" y="1208055"/>
                  </a:lnTo>
                  <a:lnTo>
                    <a:pt x="2789485" y="1179309"/>
                  </a:lnTo>
                  <a:lnTo>
                    <a:pt x="2770117" y="1167082"/>
                  </a:lnTo>
                  <a:lnTo>
                    <a:pt x="2723661" y="1135390"/>
                  </a:lnTo>
                  <a:lnTo>
                    <a:pt x="2677658" y="1100815"/>
                  </a:lnTo>
                  <a:lnTo>
                    <a:pt x="2631713" y="1063305"/>
                  </a:lnTo>
                  <a:lnTo>
                    <a:pt x="2585539" y="1022884"/>
                  </a:lnTo>
                  <a:lnTo>
                    <a:pt x="2538946" y="979664"/>
                  </a:lnTo>
                  <a:lnTo>
                    <a:pt x="2491830" y="933845"/>
                  </a:lnTo>
                  <a:lnTo>
                    <a:pt x="2444165" y="885724"/>
                  </a:lnTo>
                  <a:lnTo>
                    <a:pt x="2395991" y="835687"/>
                  </a:lnTo>
                  <a:lnTo>
                    <a:pt x="2347405" y="784199"/>
                  </a:lnTo>
                  <a:lnTo>
                    <a:pt x="2298546" y="731789"/>
                  </a:lnTo>
                  <a:lnTo>
                    <a:pt x="2249581" y="679029"/>
                  </a:lnTo>
                  <a:lnTo>
                    <a:pt x="2200687" y="626505"/>
                  </a:lnTo>
                  <a:lnTo>
                    <a:pt x="2152036" y="574793"/>
                  </a:lnTo>
                  <a:lnTo>
                    <a:pt x="2103772" y="524433"/>
                  </a:lnTo>
                  <a:lnTo>
                    <a:pt x="2056002" y="475904"/>
                  </a:lnTo>
                  <a:lnTo>
                    <a:pt x="2008778" y="429608"/>
                  </a:lnTo>
                  <a:lnTo>
                    <a:pt x="1962089" y="385860"/>
                  </a:lnTo>
                  <a:lnTo>
                    <a:pt x="1915845" y="344880"/>
                  </a:lnTo>
                  <a:lnTo>
                    <a:pt x="1869874" y="306796"/>
                  </a:lnTo>
                  <a:lnTo>
                    <a:pt x="1823910" y="271648"/>
                  </a:lnTo>
                  <a:lnTo>
                    <a:pt x="1777579" y="239399"/>
                  </a:lnTo>
                  <a:lnTo>
                    <a:pt x="1768425" y="233416"/>
                  </a:lnTo>
                  <a:lnTo>
                    <a:pt x="1719124" y="203462"/>
                  </a:lnTo>
                  <a:lnTo>
                    <a:pt x="1668136" y="176538"/>
                  </a:lnTo>
                  <a:lnTo>
                    <a:pt x="1614655" y="152484"/>
                  </a:lnTo>
                  <a:lnTo>
                    <a:pt x="1557781" y="131035"/>
                  </a:lnTo>
                  <a:lnTo>
                    <a:pt x="1496598" y="111894"/>
                  </a:lnTo>
                  <a:lnTo>
                    <a:pt x="1430255" y="94774"/>
                  </a:lnTo>
                  <a:lnTo>
                    <a:pt x="1358063" y="79423"/>
                  </a:lnTo>
                  <a:lnTo>
                    <a:pt x="1279634" y="65640"/>
                  </a:lnTo>
                  <a:lnTo>
                    <a:pt x="1195052" y="53278"/>
                  </a:lnTo>
                  <a:lnTo>
                    <a:pt x="1105090" y="42247"/>
                  </a:lnTo>
                  <a:lnTo>
                    <a:pt x="1011409" y="32512"/>
                  </a:lnTo>
                  <a:lnTo>
                    <a:pt x="916690" y="24079"/>
                  </a:lnTo>
                  <a:lnTo>
                    <a:pt x="824594" y="16979"/>
                  </a:lnTo>
                  <a:lnTo>
                    <a:pt x="739433" y="11236"/>
                  </a:lnTo>
                  <a:lnTo>
                    <a:pt x="665539" y="6839"/>
                  </a:lnTo>
                  <a:lnTo>
                    <a:pt x="606421" y="3712"/>
                  </a:lnTo>
                  <a:lnTo>
                    <a:pt x="563945" y="1702"/>
                  </a:lnTo>
                  <a:lnTo>
                    <a:pt x="537804" y="590"/>
                  </a:lnTo>
                  <a:lnTo>
                    <a:pt x="525424" y="114"/>
                  </a:lnTo>
                  <a:lnTo>
                    <a:pt x="5221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399" name="pl399"/>
            <p:cNvSpPr/>
            <p:nvPr/>
          </p:nvSpPr>
          <p:spPr>
            <a:xfrm>
              <a:off x="386606" y="1987443"/>
              <a:ext cx="8554953" cy="3083355"/>
            </a:xfrm>
            <a:custGeom>
              <a:avLst/>
              <a:pathLst>
                <a:path w="8554953" h="3083355">
                  <a:moveTo>
                    <a:pt x="0" y="0"/>
                  </a:moveTo>
                  <a:lnTo>
                    <a:pt x="522133" y="0"/>
                  </a:lnTo>
                  <a:lnTo>
                    <a:pt x="523371" y="41"/>
                  </a:lnTo>
                  <a:lnTo>
                    <a:pt x="531469" y="341"/>
                  </a:lnTo>
                  <a:lnTo>
                    <a:pt x="551733" y="1168"/>
                  </a:lnTo>
                  <a:lnTo>
                    <a:pt x="587574" y="2793"/>
                  </a:lnTo>
                  <a:lnTo>
                    <a:pt x="640211" y="5456"/>
                  </a:lnTo>
                  <a:lnTo>
                    <a:pt x="708598" y="9336"/>
                  </a:lnTo>
                  <a:lnTo>
                    <a:pt x="789790" y="14541"/>
                  </a:lnTo>
                  <a:lnTo>
                    <a:pt x="879673" y="21106"/>
                  </a:lnTo>
                  <a:lnTo>
                    <a:pt x="973838" y="29015"/>
                  </a:lnTo>
                  <a:lnTo>
                    <a:pt x="1068309" y="38237"/>
                  </a:lnTo>
                  <a:lnTo>
                    <a:pt x="1159998" y="48753"/>
                  </a:lnTo>
                  <a:lnTo>
                    <a:pt x="1246848" y="60580"/>
                  </a:lnTo>
                  <a:lnTo>
                    <a:pt x="1327757" y="73787"/>
                  </a:lnTo>
                  <a:lnTo>
                    <a:pt x="1402395" y="88495"/>
                  </a:lnTo>
                  <a:lnTo>
                    <a:pt x="1470985" y="104887"/>
                  </a:lnTo>
                  <a:lnTo>
                    <a:pt x="1534116" y="123195"/>
                  </a:lnTo>
                  <a:lnTo>
                    <a:pt x="1592588" y="143695"/>
                  </a:lnTo>
                  <a:lnTo>
                    <a:pt x="1647303" y="166682"/>
                  </a:lnTo>
                  <a:lnTo>
                    <a:pt x="1699175" y="192443"/>
                  </a:lnTo>
                  <a:lnTo>
                    <a:pt x="1749057" y="221189"/>
                  </a:lnTo>
                  <a:lnTo>
                    <a:pt x="1768425" y="233416"/>
                  </a:lnTo>
                  <a:lnTo>
                    <a:pt x="1814881" y="265108"/>
                  </a:lnTo>
                  <a:lnTo>
                    <a:pt x="1860884" y="299683"/>
                  </a:lnTo>
                  <a:lnTo>
                    <a:pt x="1906829" y="337193"/>
                  </a:lnTo>
                  <a:lnTo>
                    <a:pt x="1953003" y="377613"/>
                  </a:lnTo>
                  <a:lnTo>
                    <a:pt x="1999596" y="420834"/>
                  </a:lnTo>
                  <a:lnTo>
                    <a:pt x="2046712" y="466653"/>
                  </a:lnTo>
                  <a:lnTo>
                    <a:pt x="2094377" y="514773"/>
                  </a:lnTo>
                  <a:lnTo>
                    <a:pt x="2142551" y="564811"/>
                  </a:lnTo>
                  <a:lnTo>
                    <a:pt x="2191137" y="616299"/>
                  </a:lnTo>
                  <a:lnTo>
                    <a:pt x="2239996" y="668708"/>
                  </a:lnTo>
                  <a:lnTo>
                    <a:pt x="2288961" y="721468"/>
                  </a:lnTo>
                  <a:lnTo>
                    <a:pt x="2337855" y="773992"/>
                  </a:lnTo>
                  <a:lnTo>
                    <a:pt x="2386507" y="825704"/>
                  </a:lnTo>
                  <a:lnTo>
                    <a:pt x="2434771" y="876064"/>
                  </a:lnTo>
                  <a:lnTo>
                    <a:pt x="2482541" y="924593"/>
                  </a:lnTo>
                  <a:lnTo>
                    <a:pt x="2529764" y="970889"/>
                  </a:lnTo>
                  <a:lnTo>
                    <a:pt x="2576454" y="1014637"/>
                  </a:lnTo>
                  <a:lnTo>
                    <a:pt x="2622698" y="1055617"/>
                  </a:lnTo>
                  <a:lnTo>
                    <a:pt x="2668668" y="1093702"/>
                  </a:lnTo>
                  <a:lnTo>
                    <a:pt x="2714632" y="1128850"/>
                  </a:lnTo>
                  <a:lnTo>
                    <a:pt x="2760963" y="1161099"/>
                  </a:lnTo>
                  <a:lnTo>
                    <a:pt x="2770117" y="1167082"/>
                  </a:lnTo>
                  <a:lnTo>
                    <a:pt x="2819418" y="1197035"/>
                  </a:lnTo>
                  <a:lnTo>
                    <a:pt x="2870406" y="1223960"/>
                  </a:lnTo>
                  <a:lnTo>
                    <a:pt x="2923888" y="1248013"/>
                  </a:lnTo>
                  <a:lnTo>
                    <a:pt x="2980762" y="1269462"/>
                  </a:lnTo>
                  <a:lnTo>
                    <a:pt x="3041944" y="1288603"/>
                  </a:lnTo>
                  <a:lnTo>
                    <a:pt x="3108287" y="1305724"/>
                  </a:lnTo>
                  <a:lnTo>
                    <a:pt x="3180479" y="1321074"/>
                  </a:lnTo>
                  <a:lnTo>
                    <a:pt x="3258908" y="1334858"/>
                  </a:lnTo>
                  <a:lnTo>
                    <a:pt x="3343490" y="1347220"/>
                  </a:lnTo>
                  <a:lnTo>
                    <a:pt x="3433452" y="1358251"/>
                  </a:lnTo>
                  <a:lnTo>
                    <a:pt x="3527133" y="1367986"/>
                  </a:lnTo>
                  <a:lnTo>
                    <a:pt x="3621852" y="1376419"/>
                  </a:lnTo>
                  <a:lnTo>
                    <a:pt x="3713948" y="1383519"/>
                  </a:lnTo>
                  <a:lnTo>
                    <a:pt x="3799109" y="1389261"/>
                  </a:lnTo>
                  <a:lnTo>
                    <a:pt x="3873003" y="1393658"/>
                  </a:lnTo>
                  <a:lnTo>
                    <a:pt x="3932121" y="1396786"/>
                  </a:lnTo>
                  <a:lnTo>
                    <a:pt x="3974597" y="1398796"/>
                  </a:lnTo>
                  <a:lnTo>
                    <a:pt x="4000739" y="1399908"/>
                  </a:lnTo>
                  <a:lnTo>
                    <a:pt x="4013118" y="1400383"/>
                  </a:lnTo>
                  <a:lnTo>
                    <a:pt x="4016330" y="1400495"/>
                  </a:lnTo>
                  <a:lnTo>
                    <a:pt x="4016409" y="1400498"/>
                  </a:lnTo>
                  <a:lnTo>
                    <a:pt x="4538543" y="1400498"/>
                  </a:lnTo>
                  <a:lnTo>
                    <a:pt x="4539767" y="1400548"/>
                  </a:lnTo>
                  <a:lnTo>
                    <a:pt x="4547779" y="1400903"/>
                  </a:lnTo>
                  <a:lnTo>
                    <a:pt x="4567834" y="1401886"/>
                  </a:lnTo>
                  <a:lnTo>
                    <a:pt x="4603327" y="1403817"/>
                  </a:lnTo>
                  <a:lnTo>
                    <a:pt x="4655490" y="1406982"/>
                  </a:lnTo>
                  <a:lnTo>
                    <a:pt x="4723326" y="1411596"/>
                  </a:lnTo>
                  <a:lnTo>
                    <a:pt x="4803952" y="1417788"/>
                  </a:lnTo>
                  <a:lnTo>
                    <a:pt x="4893321" y="1425601"/>
                  </a:lnTo>
                  <a:lnTo>
                    <a:pt x="4987065" y="1435019"/>
                  </a:lnTo>
                  <a:lnTo>
                    <a:pt x="5081233" y="1446004"/>
                  </a:lnTo>
                  <a:lnTo>
                    <a:pt x="5172735" y="1458532"/>
                  </a:lnTo>
                  <a:lnTo>
                    <a:pt x="5259497" y="1472623"/>
                  </a:lnTo>
                  <a:lnTo>
                    <a:pt x="5340393" y="1488353"/>
                  </a:lnTo>
                  <a:lnTo>
                    <a:pt x="5415065" y="1505866"/>
                  </a:lnTo>
                  <a:lnTo>
                    <a:pt x="5483712" y="1525374"/>
                  </a:lnTo>
                  <a:lnTo>
                    <a:pt x="5546902" y="1547150"/>
                  </a:lnTo>
                  <a:lnTo>
                    <a:pt x="5605416" y="1571519"/>
                  </a:lnTo>
                  <a:lnTo>
                    <a:pt x="5660142" y="1598833"/>
                  </a:lnTo>
                  <a:lnTo>
                    <a:pt x="5711988" y="1629433"/>
                  </a:lnTo>
                  <a:lnTo>
                    <a:pt x="5761802" y="1663582"/>
                  </a:lnTo>
                  <a:lnTo>
                    <a:pt x="5784835" y="1680974"/>
                  </a:lnTo>
                  <a:lnTo>
                    <a:pt x="5829176" y="1717236"/>
                  </a:lnTo>
                  <a:lnTo>
                    <a:pt x="5873086" y="1756648"/>
                  </a:lnTo>
                  <a:lnTo>
                    <a:pt x="5916915" y="1799269"/>
                  </a:lnTo>
                  <a:lnTo>
                    <a:pt x="5960924" y="1845085"/>
                  </a:lnTo>
                  <a:lnTo>
                    <a:pt x="6005288" y="1893994"/>
                  </a:lnTo>
                  <a:lnTo>
                    <a:pt x="6050114" y="1945806"/>
                  </a:lnTo>
                  <a:lnTo>
                    <a:pt x="6095441" y="2000237"/>
                  </a:lnTo>
                  <a:lnTo>
                    <a:pt x="6141249" y="2056910"/>
                  </a:lnTo>
                  <a:lnTo>
                    <a:pt x="6187470" y="2115367"/>
                  </a:lnTo>
                  <a:lnTo>
                    <a:pt x="6233996" y="2175078"/>
                  </a:lnTo>
                  <a:lnTo>
                    <a:pt x="6280691" y="2235463"/>
                  </a:lnTo>
                  <a:lnTo>
                    <a:pt x="6327402" y="2295914"/>
                  </a:lnTo>
                  <a:lnTo>
                    <a:pt x="6373976" y="2355819"/>
                  </a:lnTo>
                  <a:lnTo>
                    <a:pt x="6420273" y="2414591"/>
                  </a:lnTo>
                  <a:lnTo>
                    <a:pt x="6466176" y="2471686"/>
                  </a:lnTo>
                  <a:lnTo>
                    <a:pt x="6511609" y="2526630"/>
                  </a:lnTo>
                  <a:lnTo>
                    <a:pt x="6556541" y="2579029"/>
                  </a:lnTo>
                  <a:lnTo>
                    <a:pt x="6600998" y="2628577"/>
                  </a:lnTo>
                  <a:lnTo>
                    <a:pt x="6645070" y="2675064"/>
                  </a:lnTo>
                  <a:lnTo>
                    <a:pt x="6688919" y="2718372"/>
                  </a:lnTo>
                  <a:lnTo>
                    <a:pt x="6732785" y="2758468"/>
                  </a:lnTo>
                  <a:lnTo>
                    <a:pt x="6777000" y="2795394"/>
                  </a:lnTo>
                  <a:lnTo>
                    <a:pt x="6786527" y="2802879"/>
                  </a:lnTo>
                  <a:lnTo>
                    <a:pt x="6835642" y="2838744"/>
                  </a:lnTo>
                  <a:lnTo>
                    <a:pt x="6886428" y="2870996"/>
                  </a:lnTo>
                  <a:lnTo>
                    <a:pt x="6939683" y="2899823"/>
                  </a:lnTo>
                  <a:lnTo>
                    <a:pt x="6996295" y="2925538"/>
                  </a:lnTo>
                  <a:lnTo>
                    <a:pt x="7057170" y="2948496"/>
                  </a:lnTo>
                  <a:lnTo>
                    <a:pt x="7123152" y="2969037"/>
                  </a:lnTo>
                  <a:lnTo>
                    <a:pt x="7194928" y="2987462"/>
                  </a:lnTo>
                  <a:lnTo>
                    <a:pt x="7272890" y="3004012"/>
                  </a:lnTo>
                  <a:lnTo>
                    <a:pt x="7356970" y="3018863"/>
                  </a:lnTo>
                  <a:lnTo>
                    <a:pt x="7446430" y="3032124"/>
                  </a:lnTo>
                  <a:lnTo>
                    <a:pt x="7539662" y="3043839"/>
                  </a:lnTo>
                  <a:lnTo>
                    <a:pt x="7634053" y="3054002"/>
                  </a:lnTo>
                  <a:lnTo>
                    <a:pt x="7726021" y="3062577"/>
                  </a:lnTo>
                  <a:lnTo>
                    <a:pt x="7811320" y="3069533"/>
                  </a:lnTo>
                  <a:lnTo>
                    <a:pt x="7885647" y="3074883"/>
                  </a:lnTo>
                  <a:lnTo>
                    <a:pt x="7945465" y="3078710"/>
                  </a:lnTo>
                  <a:lnTo>
                    <a:pt x="7988817" y="3081192"/>
                  </a:lnTo>
                  <a:lnTo>
                    <a:pt x="8015866" y="3082584"/>
                  </a:lnTo>
                  <a:lnTo>
                    <a:pt x="8029018" y="3083195"/>
                  </a:lnTo>
                  <a:lnTo>
                    <a:pt x="8032686" y="3083350"/>
                  </a:lnTo>
                  <a:lnTo>
                    <a:pt x="8032819" y="3083355"/>
                  </a:lnTo>
                  <a:lnTo>
                    <a:pt x="8554953" y="3083355"/>
                  </a:lnTo>
                  <a:lnTo>
                    <a:pt x="8554953" y="3083355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400" name="pl400"/>
            <p:cNvSpPr/>
            <p:nvPr/>
          </p:nvSpPr>
          <p:spPr>
            <a:xfrm>
              <a:off x="386606" y="1925324"/>
              <a:ext cx="8554953" cy="3083355"/>
            </a:xfrm>
            <a:custGeom>
              <a:avLst/>
              <a:pathLst>
                <a:path w="8554953" h="3083355">
                  <a:moveTo>
                    <a:pt x="8554953" y="3083355"/>
                  </a:moveTo>
                  <a:lnTo>
                    <a:pt x="8032819" y="3083355"/>
                  </a:lnTo>
                  <a:lnTo>
                    <a:pt x="8031595" y="3083305"/>
                  </a:lnTo>
                  <a:lnTo>
                    <a:pt x="8023583" y="3082950"/>
                  </a:lnTo>
                  <a:lnTo>
                    <a:pt x="8003527" y="3081967"/>
                  </a:lnTo>
                  <a:lnTo>
                    <a:pt x="7968035" y="3080036"/>
                  </a:lnTo>
                  <a:lnTo>
                    <a:pt x="7915872" y="3076871"/>
                  </a:lnTo>
                  <a:lnTo>
                    <a:pt x="7848036" y="3072257"/>
                  </a:lnTo>
                  <a:lnTo>
                    <a:pt x="7767409" y="3066065"/>
                  </a:lnTo>
                  <a:lnTo>
                    <a:pt x="7678041" y="3058252"/>
                  </a:lnTo>
                  <a:lnTo>
                    <a:pt x="7584297" y="3048834"/>
                  </a:lnTo>
                  <a:lnTo>
                    <a:pt x="7490129" y="3037849"/>
                  </a:lnTo>
                  <a:lnTo>
                    <a:pt x="7398627" y="3025321"/>
                  </a:lnTo>
                  <a:lnTo>
                    <a:pt x="7311865" y="3011230"/>
                  </a:lnTo>
                  <a:lnTo>
                    <a:pt x="7230969" y="2995500"/>
                  </a:lnTo>
                  <a:lnTo>
                    <a:pt x="7156297" y="2977987"/>
                  </a:lnTo>
                  <a:lnTo>
                    <a:pt x="7087650" y="2958479"/>
                  </a:lnTo>
                  <a:lnTo>
                    <a:pt x="7024460" y="2936703"/>
                  </a:lnTo>
                  <a:lnTo>
                    <a:pt x="6965946" y="2912334"/>
                  </a:lnTo>
                  <a:lnTo>
                    <a:pt x="6911219" y="2885020"/>
                  </a:lnTo>
                  <a:lnTo>
                    <a:pt x="6859374" y="2854420"/>
                  </a:lnTo>
                  <a:lnTo>
                    <a:pt x="6809560" y="2820271"/>
                  </a:lnTo>
                  <a:lnTo>
                    <a:pt x="6786527" y="2802879"/>
                  </a:lnTo>
                  <a:lnTo>
                    <a:pt x="6742186" y="2766617"/>
                  </a:lnTo>
                  <a:lnTo>
                    <a:pt x="6698276" y="2727205"/>
                  </a:lnTo>
                  <a:lnTo>
                    <a:pt x="6654447" y="2684583"/>
                  </a:lnTo>
                  <a:lnTo>
                    <a:pt x="6610438" y="2638768"/>
                  </a:lnTo>
                  <a:lnTo>
                    <a:pt x="6566074" y="2589859"/>
                  </a:lnTo>
                  <a:lnTo>
                    <a:pt x="6521248" y="2538047"/>
                  </a:lnTo>
                  <a:lnTo>
                    <a:pt x="6475921" y="2483616"/>
                  </a:lnTo>
                  <a:lnTo>
                    <a:pt x="6430113" y="2426943"/>
                  </a:lnTo>
                  <a:lnTo>
                    <a:pt x="6383892" y="2368486"/>
                  </a:lnTo>
                  <a:lnTo>
                    <a:pt x="6337365" y="2308775"/>
                  </a:lnTo>
                  <a:lnTo>
                    <a:pt x="6290671" y="2248390"/>
                  </a:lnTo>
                  <a:lnTo>
                    <a:pt x="6243960" y="2187939"/>
                  </a:lnTo>
                  <a:lnTo>
                    <a:pt x="6197386" y="2128033"/>
                  </a:lnTo>
                  <a:lnTo>
                    <a:pt x="6151089" y="2069262"/>
                  </a:lnTo>
                  <a:lnTo>
                    <a:pt x="6105185" y="2012167"/>
                  </a:lnTo>
                  <a:lnTo>
                    <a:pt x="6059753" y="1957223"/>
                  </a:lnTo>
                  <a:lnTo>
                    <a:pt x="6014821" y="1904824"/>
                  </a:lnTo>
                  <a:lnTo>
                    <a:pt x="5970364" y="1855276"/>
                  </a:lnTo>
                  <a:lnTo>
                    <a:pt x="5926292" y="1808788"/>
                  </a:lnTo>
                  <a:lnTo>
                    <a:pt x="5882443" y="1765480"/>
                  </a:lnTo>
                  <a:lnTo>
                    <a:pt x="5838577" y="1725385"/>
                  </a:lnTo>
                  <a:lnTo>
                    <a:pt x="5794362" y="1688459"/>
                  </a:lnTo>
                  <a:lnTo>
                    <a:pt x="5784835" y="1680974"/>
                  </a:lnTo>
                  <a:lnTo>
                    <a:pt x="5735720" y="1645109"/>
                  </a:lnTo>
                  <a:lnTo>
                    <a:pt x="5684934" y="1612857"/>
                  </a:lnTo>
                  <a:lnTo>
                    <a:pt x="5631679" y="1584030"/>
                  </a:lnTo>
                  <a:lnTo>
                    <a:pt x="5575067" y="1558315"/>
                  </a:lnTo>
                  <a:lnTo>
                    <a:pt x="5514192" y="1535357"/>
                  </a:lnTo>
                  <a:lnTo>
                    <a:pt x="5448210" y="1514816"/>
                  </a:lnTo>
                  <a:lnTo>
                    <a:pt x="5376434" y="1496391"/>
                  </a:lnTo>
                  <a:lnTo>
                    <a:pt x="5298472" y="1479841"/>
                  </a:lnTo>
                  <a:lnTo>
                    <a:pt x="5214392" y="1464989"/>
                  </a:lnTo>
                  <a:lnTo>
                    <a:pt x="5124932" y="1451729"/>
                  </a:lnTo>
                  <a:lnTo>
                    <a:pt x="5031700" y="1440014"/>
                  </a:lnTo>
                  <a:lnTo>
                    <a:pt x="4937309" y="1429851"/>
                  </a:lnTo>
                  <a:lnTo>
                    <a:pt x="4845341" y="1421276"/>
                  </a:lnTo>
                  <a:lnTo>
                    <a:pt x="4760042" y="1414319"/>
                  </a:lnTo>
                  <a:lnTo>
                    <a:pt x="4685715" y="1408970"/>
                  </a:lnTo>
                  <a:lnTo>
                    <a:pt x="4625897" y="1405143"/>
                  </a:lnTo>
                  <a:lnTo>
                    <a:pt x="4582545" y="1402661"/>
                  </a:lnTo>
                  <a:lnTo>
                    <a:pt x="4555496" y="1401269"/>
                  </a:lnTo>
                  <a:lnTo>
                    <a:pt x="4542344" y="1400658"/>
                  </a:lnTo>
                  <a:lnTo>
                    <a:pt x="4538676" y="1400503"/>
                  </a:lnTo>
                  <a:lnTo>
                    <a:pt x="4538543" y="1400498"/>
                  </a:lnTo>
                  <a:lnTo>
                    <a:pt x="4016409" y="1400498"/>
                  </a:lnTo>
                  <a:lnTo>
                    <a:pt x="4015171" y="1400456"/>
                  </a:lnTo>
                  <a:lnTo>
                    <a:pt x="4007073" y="1400157"/>
                  </a:lnTo>
                  <a:lnTo>
                    <a:pt x="3986809" y="1399329"/>
                  </a:lnTo>
                  <a:lnTo>
                    <a:pt x="3950968" y="1397704"/>
                  </a:lnTo>
                  <a:lnTo>
                    <a:pt x="3898331" y="1395042"/>
                  </a:lnTo>
                  <a:lnTo>
                    <a:pt x="3829944" y="1391161"/>
                  </a:lnTo>
                  <a:lnTo>
                    <a:pt x="3748753" y="1385956"/>
                  </a:lnTo>
                  <a:lnTo>
                    <a:pt x="3658869" y="1379392"/>
                  </a:lnTo>
                  <a:lnTo>
                    <a:pt x="3564704" y="1371483"/>
                  </a:lnTo>
                  <a:lnTo>
                    <a:pt x="3470233" y="1362261"/>
                  </a:lnTo>
                  <a:lnTo>
                    <a:pt x="3378544" y="1351744"/>
                  </a:lnTo>
                  <a:lnTo>
                    <a:pt x="3291695" y="1339917"/>
                  </a:lnTo>
                  <a:lnTo>
                    <a:pt x="3210785" y="1326711"/>
                  </a:lnTo>
                  <a:lnTo>
                    <a:pt x="3136147" y="1312002"/>
                  </a:lnTo>
                  <a:lnTo>
                    <a:pt x="3067557" y="1295610"/>
                  </a:lnTo>
                  <a:lnTo>
                    <a:pt x="3004426" y="1277302"/>
                  </a:lnTo>
                  <a:lnTo>
                    <a:pt x="2945954" y="1256803"/>
                  </a:lnTo>
                  <a:lnTo>
                    <a:pt x="2891239" y="1233816"/>
                  </a:lnTo>
                  <a:lnTo>
                    <a:pt x="2839367" y="1208055"/>
                  </a:lnTo>
                  <a:lnTo>
                    <a:pt x="2789485" y="1179309"/>
                  </a:lnTo>
                  <a:lnTo>
                    <a:pt x="2770117" y="1167082"/>
                  </a:lnTo>
                  <a:lnTo>
                    <a:pt x="2723661" y="1135390"/>
                  </a:lnTo>
                  <a:lnTo>
                    <a:pt x="2677658" y="1100815"/>
                  </a:lnTo>
                  <a:lnTo>
                    <a:pt x="2631713" y="1063305"/>
                  </a:lnTo>
                  <a:lnTo>
                    <a:pt x="2585539" y="1022884"/>
                  </a:lnTo>
                  <a:lnTo>
                    <a:pt x="2538946" y="979664"/>
                  </a:lnTo>
                  <a:lnTo>
                    <a:pt x="2491830" y="933845"/>
                  </a:lnTo>
                  <a:lnTo>
                    <a:pt x="2444165" y="885724"/>
                  </a:lnTo>
                  <a:lnTo>
                    <a:pt x="2395991" y="835687"/>
                  </a:lnTo>
                  <a:lnTo>
                    <a:pt x="2347405" y="784199"/>
                  </a:lnTo>
                  <a:lnTo>
                    <a:pt x="2298546" y="731789"/>
                  </a:lnTo>
                  <a:lnTo>
                    <a:pt x="2249581" y="679029"/>
                  </a:lnTo>
                  <a:lnTo>
                    <a:pt x="2200687" y="626505"/>
                  </a:lnTo>
                  <a:lnTo>
                    <a:pt x="2152036" y="574793"/>
                  </a:lnTo>
                  <a:lnTo>
                    <a:pt x="2103772" y="524433"/>
                  </a:lnTo>
                  <a:lnTo>
                    <a:pt x="2056002" y="475904"/>
                  </a:lnTo>
                  <a:lnTo>
                    <a:pt x="2008778" y="429608"/>
                  </a:lnTo>
                  <a:lnTo>
                    <a:pt x="1962089" y="385860"/>
                  </a:lnTo>
                  <a:lnTo>
                    <a:pt x="1915845" y="344880"/>
                  </a:lnTo>
                  <a:lnTo>
                    <a:pt x="1869874" y="306796"/>
                  </a:lnTo>
                  <a:lnTo>
                    <a:pt x="1823910" y="271648"/>
                  </a:lnTo>
                  <a:lnTo>
                    <a:pt x="1777579" y="239399"/>
                  </a:lnTo>
                  <a:lnTo>
                    <a:pt x="1768425" y="233416"/>
                  </a:lnTo>
                  <a:lnTo>
                    <a:pt x="1719124" y="203462"/>
                  </a:lnTo>
                  <a:lnTo>
                    <a:pt x="1668136" y="176538"/>
                  </a:lnTo>
                  <a:lnTo>
                    <a:pt x="1614655" y="152484"/>
                  </a:lnTo>
                  <a:lnTo>
                    <a:pt x="1557781" y="131035"/>
                  </a:lnTo>
                  <a:lnTo>
                    <a:pt x="1496598" y="111894"/>
                  </a:lnTo>
                  <a:lnTo>
                    <a:pt x="1430255" y="94774"/>
                  </a:lnTo>
                  <a:lnTo>
                    <a:pt x="1358063" y="79423"/>
                  </a:lnTo>
                  <a:lnTo>
                    <a:pt x="1279634" y="65640"/>
                  </a:lnTo>
                  <a:lnTo>
                    <a:pt x="1195052" y="53278"/>
                  </a:lnTo>
                  <a:lnTo>
                    <a:pt x="1105090" y="42247"/>
                  </a:lnTo>
                  <a:lnTo>
                    <a:pt x="1011409" y="32512"/>
                  </a:lnTo>
                  <a:lnTo>
                    <a:pt x="916690" y="24079"/>
                  </a:lnTo>
                  <a:lnTo>
                    <a:pt x="824594" y="16979"/>
                  </a:lnTo>
                  <a:lnTo>
                    <a:pt x="739433" y="11236"/>
                  </a:lnTo>
                  <a:lnTo>
                    <a:pt x="665539" y="6839"/>
                  </a:lnTo>
                  <a:lnTo>
                    <a:pt x="606421" y="3712"/>
                  </a:lnTo>
                  <a:lnTo>
                    <a:pt x="563945" y="1702"/>
                  </a:lnTo>
                  <a:lnTo>
                    <a:pt x="537804" y="590"/>
                  </a:lnTo>
                  <a:lnTo>
                    <a:pt x="525424" y="114"/>
                  </a:lnTo>
                  <a:lnTo>
                    <a:pt x="522213" y="2"/>
                  </a:lnTo>
                  <a:lnTo>
                    <a:pt x="522133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401" name="pg401"/>
            <p:cNvSpPr/>
            <p:nvPr/>
          </p:nvSpPr>
          <p:spPr>
            <a:xfrm>
              <a:off x="386606" y="1987443"/>
              <a:ext cx="8554953" cy="3580306"/>
            </a:xfrm>
            <a:custGeom>
              <a:avLst/>
              <a:pathLst>
                <a:path w="8554953" h="3580306">
                  <a:moveTo>
                    <a:pt x="0" y="5647"/>
                  </a:moveTo>
                  <a:lnTo>
                    <a:pt x="522133" y="5647"/>
                  </a:lnTo>
                  <a:lnTo>
                    <a:pt x="523370" y="5690"/>
                  </a:lnTo>
                  <a:lnTo>
                    <a:pt x="531458" y="5996"/>
                  </a:lnTo>
                  <a:lnTo>
                    <a:pt x="551698" y="6842"/>
                  </a:lnTo>
                  <a:lnTo>
                    <a:pt x="587501" y="8504"/>
                  </a:lnTo>
                  <a:lnTo>
                    <a:pt x="640085" y="11228"/>
                  </a:lnTo>
                  <a:lnTo>
                    <a:pt x="708411" y="15198"/>
                  </a:lnTo>
                  <a:lnTo>
                    <a:pt x="789539" y="20523"/>
                  </a:lnTo>
                  <a:lnTo>
                    <a:pt x="879366" y="27239"/>
                  </a:lnTo>
                  <a:lnTo>
                    <a:pt x="973484" y="35331"/>
                  </a:lnTo>
                  <a:lnTo>
                    <a:pt x="1067921" y="44767"/>
                  </a:lnTo>
                  <a:lnTo>
                    <a:pt x="1159590" y="55528"/>
                  </a:lnTo>
                  <a:lnTo>
                    <a:pt x="1246430" y="67630"/>
                  </a:lnTo>
                  <a:lnTo>
                    <a:pt x="1327338" y="81142"/>
                  </a:lnTo>
                  <a:lnTo>
                    <a:pt x="1401979" y="96191"/>
                  </a:lnTo>
                  <a:lnTo>
                    <a:pt x="1470576" y="112962"/>
                  </a:lnTo>
                  <a:lnTo>
                    <a:pt x="1533713" y="131692"/>
                  </a:lnTo>
                  <a:lnTo>
                    <a:pt x="1592190" y="152662"/>
                  </a:lnTo>
                  <a:lnTo>
                    <a:pt x="1646906" y="176176"/>
                  </a:lnTo>
                  <a:lnTo>
                    <a:pt x="1698775" y="202526"/>
                  </a:lnTo>
                  <a:lnTo>
                    <a:pt x="1748650" y="231930"/>
                  </a:lnTo>
                  <a:lnTo>
                    <a:pt x="1768425" y="244710"/>
                  </a:lnTo>
                  <a:lnTo>
                    <a:pt x="1814622" y="276978"/>
                  </a:lnTo>
                  <a:lnTo>
                    <a:pt x="1860368" y="312166"/>
                  </a:lnTo>
                  <a:lnTo>
                    <a:pt x="1906054" y="350326"/>
                  </a:lnTo>
                  <a:lnTo>
                    <a:pt x="1951963" y="391435"/>
                  </a:lnTo>
                  <a:lnTo>
                    <a:pt x="1998282" y="435383"/>
                  </a:lnTo>
                  <a:lnTo>
                    <a:pt x="2045116" y="481969"/>
                  </a:lnTo>
                  <a:lnTo>
                    <a:pt x="2092494" y="530899"/>
                  </a:lnTo>
                  <a:lnTo>
                    <a:pt x="2140378" y="581786"/>
                  </a:lnTo>
                  <a:lnTo>
                    <a:pt x="2188675" y="634165"/>
                  </a:lnTo>
                  <a:lnTo>
                    <a:pt x="2237250" y="687506"/>
                  </a:lnTo>
                  <a:lnTo>
                    <a:pt x="2285939" y="741235"/>
                  </a:lnTo>
                  <a:lnTo>
                    <a:pt x="2334568" y="794762"/>
                  </a:lnTo>
                  <a:lnTo>
                    <a:pt x="2382969" y="847504"/>
                  </a:lnTo>
                  <a:lnTo>
                    <a:pt x="2430995" y="898916"/>
                  </a:lnTo>
                  <a:lnTo>
                    <a:pt x="2478540" y="948509"/>
                  </a:lnTo>
                  <a:lnTo>
                    <a:pt x="2525546" y="995870"/>
                  </a:lnTo>
                  <a:lnTo>
                    <a:pt x="2572020" y="1040677"/>
                  </a:lnTo>
                  <a:lnTo>
                    <a:pt x="2618042" y="1082697"/>
                  </a:lnTo>
                  <a:lnTo>
                    <a:pt x="2663772" y="1121793"/>
                  </a:lnTo>
                  <a:lnTo>
                    <a:pt x="2709463" y="1157917"/>
                  </a:lnTo>
                  <a:lnTo>
                    <a:pt x="2755468" y="1191096"/>
                  </a:lnTo>
                  <a:lnTo>
                    <a:pt x="2770117" y="1200965"/>
                  </a:lnTo>
                  <a:lnTo>
                    <a:pt x="2819397" y="1231631"/>
                  </a:lnTo>
                  <a:lnTo>
                    <a:pt x="2870363" y="1259197"/>
                  </a:lnTo>
                  <a:lnTo>
                    <a:pt x="2923819" y="1283826"/>
                  </a:lnTo>
                  <a:lnTo>
                    <a:pt x="2980664" y="1305788"/>
                  </a:lnTo>
                  <a:lnTo>
                    <a:pt x="3041812" y="1325388"/>
                  </a:lnTo>
                  <a:lnTo>
                    <a:pt x="3108115" y="1342920"/>
                  </a:lnTo>
                  <a:lnTo>
                    <a:pt x="3180260" y="1358640"/>
                  </a:lnTo>
                  <a:lnTo>
                    <a:pt x="3258638" y="1372755"/>
                  </a:lnTo>
                  <a:lnTo>
                    <a:pt x="3343163" y="1385416"/>
                  </a:lnTo>
                  <a:lnTo>
                    <a:pt x="3433070" y="1396715"/>
                  </a:lnTo>
                  <a:lnTo>
                    <a:pt x="3526702" y="1406687"/>
                  </a:lnTo>
                  <a:lnTo>
                    <a:pt x="3621384" y="1415327"/>
                  </a:lnTo>
                  <a:lnTo>
                    <a:pt x="3713466" y="1422603"/>
                  </a:lnTo>
                  <a:lnTo>
                    <a:pt x="3798644" y="1428490"/>
                  </a:lnTo>
                  <a:lnTo>
                    <a:pt x="3872587" y="1432999"/>
                  </a:lnTo>
                  <a:lnTo>
                    <a:pt x="3931783" y="1436209"/>
                  </a:lnTo>
                  <a:lnTo>
                    <a:pt x="3974357" y="1438274"/>
                  </a:lnTo>
                  <a:lnTo>
                    <a:pt x="4000599" y="1439418"/>
                  </a:lnTo>
                  <a:lnTo>
                    <a:pt x="4013064" y="1439909"/>
                  </a:lnTo>
                  <a:lnTo>
                    <a:pt x="4016409" y="1440028"/>
                  </a:lnTo>
                  <a:lnTo>
                    <a:pt x="4538543" y="1440028"/>
                  </a:lnTo>
                  <a:lnTo>
                    <a:pt x="4539741" y="1440090"/>
                  </a:lnTo>
                  <a:lnTo>
                    <a:pt x="4547586" y="1440532"/>
                  </a:lnTo>
                  <a:lnTo>
                    <a:pt x="4567238" y="1441755"/>
                  </a:lnTo>
                  <a:lnTo>
                    <a:pt x="4602054" y="1444157"/>
                  </a:lnTo>
                  <a:lnTo>
                    <a:pt x="4653296" y="1448096"/>
                  </a:lnTo>
                  <a:lnTo>
                    <a:pt x="4720057" y="1453844"/>
                  </a:lnTo>
                  <a:lnTo>
                    <a:pt x="4799580" y="1461565"/>
                  </a:lnTo>
                  <a:lnTo>
                    <a:pt x="4887935" y="1471317"/>
                  </a:lnTo>
                  <a:lnTo>
                    <a:pt x="4980849" y="1483083"/>
                  </a:lnTo>
                  <a:lnTo>
                    <a:pt x="5074411" y="1496815"/>
                  </a:lnTo>
                  <a:lnTo>
                    <a:pt x="5165535" y="1512484"/>
                  </a:lnTo>
                  <a:lnTo>
                    <a:pt x="5252114" y="1530105"/>
                  </a:lnTo>
                  <a:lnTo>
                    <a:pt x="5332976" y="1549769"/>
                  </a:lnTo>
                  <a:lnTo>
                    <a:pt x="5407710" y="1571647"/>
                  </a:lnTo>
                  <a:lnTo>
                    <a:pt x="5476468" y="1595994"/>
                  </a:lnTo>
                  <a:lnTo>
                    <a:pt x="5539772" y="1623143"/>
                  </a:lnTo>
                  <a:lnTo>
                    <a:pt x="5598372" y="1653491"/>
                  </a:lnTo>
                  <a:lnTo>
                    <a:pt x="5653129" y="1687474"/>
                  </a:lnTo>
                  <a:lnTo>
                    <a:pt x="5704930" y="1725524"/>
                  </a:lnTo>
                  <a:lnTo>
                    <a:pt x="5754620" y="1767986"/>
                  </a:lnTo>
                  <a:lnTo>
                    <a:pt x="5784835" y="1796741"/>
                  </a:lnTo>
                  <a:lnTo>
                    <a:pt x="5826039" y="1839445"/>
                  </a:lnTo>
                  <a:lnTo>
                    <a:pt x="5866847" y="1885600"/>
                  </a:lnTo>
                  <a:lnTo>
                    <a:pt x="5907549" y="1935272"/>
                  </a:lnTo>
                  <a:lnTo>
                    <a:pt x="5948364" y="1988461"/>
                  </a:lnTo>
                  <a:lnTo>
                    <a:pt x="5989451" y="2045087"/>
                  </a:lnTo>
                  <a:lnTo>
                    <a:pt x="6030910" y="2104985"/>
                  </a:lnTo>
                  <a:lnTo>
                    <a:pt x="6072795" y="2167903"/>
                  </a:lnTo>
                  <a:lnTo>
                    <a:pt x="6115109" y="2233500"/>
                  </a:lnTo>
                  <a:lnTo>
                    <a:pt x="6157818" y="2301353"/>
                  </a:lnTo>
                  <a:lnTo>
                    <a:pt x="6200855" y="2370963"/>
                  </a:lnTo>
                  <a:lnTo>
                    <a:pt x="6244122" y="2441771"/>
                  </a:lnTo>
                  <a:lnTo>
                    <a:pt x="6287507" y="2513175"/>
                  </a:lnTo>
                  <a:lnTo>
                    <a:pt x="6330887" y="2584554"/>
                  </a:lnTo>
                  <a:lnTo>
                    <a:pt x="6374139" y="2655283"/>
                  </a:lnTo>
                  <a:lnTo>
                    <a:pt x="6417152" y="2724766"/>
                  </a:lnTo>
                  <a:lnTo>
                    <a:pt x="6459830" y="2792447"/>
                  </a:lnTo>
                  <a:lnTo>
                    <a:pt x="6502109" y="2857835"/>
                  </a:lnTo>
                  <a:lnTo>
                    <a:pt x="6543957" y="2920510"/>
                  </a:lnTo>
                  <a:lnTo>
                    <a:pt x="6585382" y="2980141"/>
                  </a:lnTo>
                  <a:lnTo>
                    <a:pt x="6626441" y="3036483"/>
                  </a:lnTo>
                  <a:lnTo>
                    <a:pt x="6667240" y="3089378"/>
                  </a:lnTo>
                  <a:lnTo>
                    <a:pt x="6707942" y="3138754"/>
                  </a:lnTo>
                  <a:lnTo>
                    <a:pt x="6748771" y="3184614"/>
                  </a:lnTo>
                  <a:lnTo>
                    <a:pt x="6786527" y="3223593"/>
                  </a:lnTo>
                  <a:lnTo>
                    <a:pt x="6835278" y="3268890"/>
                  </a:lnTo>
                  <a:lnTo>
                    <a:pt x="6885670" y="3309658"/>
                  </a:lnTo>
                  <a:lnTo>
                    <a:pt x="6938483" y="3346128"/>
                  </a:lnTo>
                  <a:lnTo>
                    <a:pt x="6994584" y="3378688"/>
                  </a:lnTo>
                  <a:lnTo>
                    <a:pt x="7054861" y="3407780"/>
                  </a:lnTo>
                  <a:lnTo>
                    <a:pt x="7120142" y="3433829"/>
                  </a:lnTo>
                  <a:lnTo>
                    <a:pt x="7191108" y="3457210"/>
                  </a:lnTo>
                  <a:lnTo>
                    <a:pt x="7268161" y="3478228"/>
                  </a:lnTo>
                  <a:lnTo>
                    <a:pt x="7351264" y="3497106"/>
                  </a:lnTo>
                  <a:lnTo>
                    <a:pt x="7439741" y="3513985"/>
                  </a:lnTo>
                  <a:lnTo>
                    <a:pt x="7532085" y="3528924"/>
                  </a:lnTo>
                  <a:lnTo>
                    <a:pt x="7625816" y="3541921"/>
                  </a:lnTo>
                  <a:lnTo>
                    <a:pt x="7717503" y="3552933"/>
                  </a:lnTo>
                  <a:lnTo>
                    <a:pt x="7803029" y="3561917"/>
                  </a:lnTo>
                  <a:lnTo>
                    <a:pt x="7878156" y="3568882"/>
                  </a:lnTo>
                  <a:lnTo>
                    <a:pt x="7939302" y="3573923"/>
                  </a:lnTo>
                  <a:lnTo>
                    <a:pt x="7984344" y="3577245"/>
                  </a:lnTo>
                  <a:lnTo>
                    <a:pt x="8013176" y="3579158"/>
                  </a:lnTo>
                  <a:lnTo>
                    <a:pt x="8027878" y="3580038"/>
                  </a:lnTo>
                  <a:lnTo>
                    <a:pt x="8032523" y="3580291"/>
                  </a:lnTo>
                  <a:lnTo>
                    <a:pt x="8032819" y="3580306"/>
                  </a:lnTo>
                  <a:lnTo>
                    <a:pt x="8554953" y="3580306"/>
                  </a:lnTo>
                  <a:lnTo>
                    <a:pt x="8554953" y="3574659"/>
                  </a:lnTo>
                  <a:lnTo>
                    <a:pt x="8032819" y="3574659"/>
                  </a:lnTo>
                  <a:lnTo>
                    <a:pt x="8031621" y="3574597"/>
                  </a:lnTo>
                  <a:lnTo>
                    <a:pt x="8023776" y="3574155"/>
                  </a:lnTo>
                  <a:lnTo>
                    <a:pt x="8004124" y="3572932"/>
                  </a:lnTo>
                  <a:lnTo>
                    <a:pt x="7969308" y="3570530"/>
                  </a:lnTo>
                  <a:lnTo>
                    <a:pt x="7918066" y="3566591"/>
                  </a:lnTo>
                  <a:lnTo>
                    <a:pt x="7851305" y="3560843"/>
                  </a:lnTo>
                  <a:lnTo>
                    <a:pt x="7771782" y="3553122"/>
                  </a:lnTo>
                  <a:lnTo>
                    <a:pt x="7683427" y="3543370"/>
                  </a:lnTo>
                  <a:lnTo>
                    <a:pt x="7590513" y="3531604"/>
                  </a:lnTo>
                  <a:lnTo>
                    <a:pt x="7496950" y="3517871"/>
                  </a:lnTo>
                  <a:lnTo>
                    <a:pt x="7405827" y="3502203"/>
                  </a:lnTo>
                  <a:lnTo>
                    <a:pt x="7319248" y="3484582"/>
                  </a:lnTo>
                  <a:lnTo>
                    <a:pt x="7238386" y="3464918"/>
                  </a:lnTo>
                  <a:lnTo>
                    <a:pt x="7163652" y="3443040"/>
                  </a:lnTo>
                  <a:lnTo>
                    <a:pt x="7094894" y="3418693"/>
                  </a:lnTo>
                  <a:lnTo>
                    <a:pt x="7031590" y="3391544"/>
                  </a:lnTo>
                  <a:lnTo>
                    <a:pt x="6972989" y="3361196"/>
                  </a:lnTo>
                  <a:lnTo>
                    <a:pt x="6918233" y="3327213"/>
                  </a:lnTo>
                  <a:lnTo>
                    <a:pt x="6866432" y="3289163"/>
                  </a:lnTo>
                  <a:lnTo>
                    <a:pt x="6816742" y="3246701"/>
                  </a:lnTo>
                  <a:lnTo>
                    <a:pt x="6786527" y="3217946"/>
                  </a:lnTo>
                  <a:lnTo>
                    <a:pt x="6745323" y="3175242"/>
                  </a:lnTo>
                  <a:lnTo>
                    <a:pt x="6704515" y="3129087"/>
                  </a:lnTo>
                  <a:lnTo>
                    <a:pt x="6663813" y="3079415"/>
                  </a:lnTo>
                  <a:lnTo>
                    <a:pt x="6622998" y="3026226"/>
                  </a:lnTo>
                  <a:lnTo>
                    <a:pt x="6581911" y="2969600"/>
                  </a:lnTo>
                  <a:lnTo>
                    <a:pt x="6540452" y="2909702"/>
                  </a:lnTo>
                  <a:lnTo>
                    <a:pt x="6498567" y="2846784"/>
                  </a:lnTo>
                  <a:lnTo>
                    <a:pt x="6456253" y="2781187"/>
                  </a:lnTo>
                  <a:lnTo>
                    <a:pt x="6413543" y="2713334"/>
                  </a:lnTo>
                  <a:lnTo>
                    <a:pt x="6370507" y="2643724"/>
                  </a:lnTo>
                  <a:lnTo>
                    <a:pt x="6327240" y="2572916"/>
                  </a:lnTo>
                  <a:lnTo>
                    <a:pt x="6283855" y="2501511"/>
                  </a:lnTo>
                  <a:lnTo>
                    <a:pt x="6240475" y="2430133"/>
                  </a:lnTo>
                  <a:lnTo>
                    <a:pt x="6197223" y="2359404"/>
                  </a:lnTo>
                  <a:lnTo>
                    <a:pt x="6154210" y="2289921"/>
                  </a:lnTo>
                  <a:lnTo>
                    <a:pt x="6111532" y="2222239"/>
                  </a:lnTo>
                  <a:lnTo>
                    <a:pt x="6069253" y="2156852"/>
                  </a:lnTo>
                  <a:lnTo>
                    <a:pt x="6027405" y="2094177"/>
                  </a:lnTo>
                  <a:lnTo>
                    <a:pt x="5985980" y="2034545"/>
                  </a:lnTo>
                  <a:lnTo>
                    <a:pt x="5944921" y="1978204"/>
                  </a:lnTo>
                  <a:lnTo>
                    <a:pt x="5904122" y="1925309"/>
                  </a:lnTo>
                  <a:lnTo>
                    <a:pt x="5863420" y="1875933"/>
                  </a:lnTo>
                  <a:lnTo>
                    <a:pt x="5822591" y="1830073"/>
                  </a:lnTo>
                  <a:lnTo>
                    <a:pt x="5784835" y="1791094"/>
                  </a:lnTo>
                  <a:lnTo>
                    <a:pt x="5736084" y="1745797"/>
                  </a:lnTo>
                  <a:lnTo>
                    <a:pt x="5685692" y="1705029"/>
                  </a:lnTo>
                  <a:lnTo>
                    <a:pt x="5632879" y="1668559"/>
                  </a:lnTo>
                  <a:lnTo>
                    <a:pt x="5576778" y="1635999"/>
                  </a:lnTo>
                  <a:lnTo>
                    <a:pt x="5516501" y="1606907"/>
                  </a:lnTo>
                  <a:lnTo>
                    <a:pt x="5451220" y="1580858"/>
                  </a:lnTo>
                  <a:lnTo>
                    <a:pt x="5380254" y="1557477"/>
                  </a:lnTo>
                  <a:lnTo>
                    <a:pt x="5303201" y="1536459"/>
                  </a:lnTo>
                  <a:lnTo>
                    <a:pt x="5220098" y="1517581"/>
                  </a:lnTo>
                  <a:lnTo>
                    <a:pt x="5131621" y="1500702"/>
                  </a:lnTo>
                  <a:lnTo>
                    <a:pt x="5039277" y="1485762"/>
                  </a:lnTo>
                  <a:lnTo>
                    <a:pt x="4945546" y="1472766"/>
                  </a:lnTo>
                  <a:lnTo>
                    <a:pt x="4853859" y="1461754"/>
                  </a:lnTo>
                  <a:lnTo>
                    <a:pt x="4768333" y="1452770"/>
                  </a:lnTo>
                  <a:lnTo>
                    <a:pt x="4693206" y="1445804"/>
                  </a:lnTo>
                  <a:lnTo>
                    <a:pt x="4632060" y="1440764"/>
                  </a:lnTo>
                  <a:lnTo>
                    <a:pt x="4587018" y="1437441"/>
                  </a:lnTo>
                  <a:lnTo>
                    <a:pt x="4558186" y="1435529"/>
                  </a:lnTo>
                  <a:lnTo>
                    <a:pt x="4543484" y="1434649"/>
                  </a:lnTo>
                  <a:lnTo>
                    <a:pt x="4538839" y="1434396"/>
                  </a:lnTo>
                  <a:lnTo>
                    <a:pt x="4538543" y="1434381"/>
                  </a:lnTo>
                  <a:lnTo>
                    <a:pt x="4016409" y="1434381"/>
                  </a:lnTo>
                  <a:lnTo>
                    <a:pt x="4015173" y="1434338"/>
                  </a:lnTo>
                  <a:lnTo>
                    <a:pt x="4007084" y="1434032"/>
                  </a:lnTo>
                  <a:lnTo>
                    <a:pt x="3986844" y="1433186"/>
                  </a:lnTo>
                  <a:lnTo>
                    <a:pt x="3951041" y="1431523"/>
                  </a:lnTo>
                  <a:lnTo>
                    <a:pt x="3898457" y="1428800"/>
                  </a:lnTo>
                  <a:lnTo>
                    <a:pt x="3830132" y="1424830"/>
                  </a:lnTo>
                  <a:lnTo>
                    <a:pt x="3749003" y="1419505"/>
                  </a:lnTo>
                  <a:lnTo>
                    <a:pt x="3659176" y="1412789"/>
                  </a:lnTo>
                  <a:lnTo>
                    <a:pt x="3565058" y="1404697"/>
                  </a:lnTo>
                  <a:lnTo>
                    <a:pt x="3470621" y="1395260"/>
                  </a:lnTo>
                  <a:lnTo>
                    <a:pt x="3378952" y="1384500"/>
                  </a:lnTo>
                  <a:lnTo>
                    <a:pt x="3292112" y="1372398"/>
                  </a:lnTo>
                  <a:lnTo>
                    <a:pt x="3211204" y="1358886"/>
                  </a:lnTo>
                  <a:lnTo>
                    <a:pt x="3136563" y="1343836"/>
                  </a:lnTo>
                  <a:lnTo>
                    <a:pt x="3067966" y="1327066"/>
                  </a:lnTo>
                  <a:lnTo>
                    <a:pt x="3004829" y="1308336"/>
                  </a:lnTo>
                  <a:lnTo>
                    <a:pt x="2946352" y="1287366"/>
                  </a:lnTo>
                  <a:lnTo>
                    <a:pt x="2891636" y="1263852"/>
                  </a:lnTo>
                  <a:lnTo>
                    <a:pt x="2839767" y="1237501"/>
                  </a:lnTo>
                  <a:lnTo>
                    <a:pt x="2789892" y="1208097"/>
                  </a:lnTo>
                  <a:lnTo>
                    <a:pt x="2770117" y="1195317"/>
                  </a:lnTo>
                  <a:lnTo>
                    <a:pt x="2723920" y="1163049"/>
                  </a:lnTo>
                  <a:lnTo>
                    <a:pt x="2678174" y="1127861"/>
                  </a:lnTo>
                  <a:lnTo>
                    <a:pt x="2632488" y="1089701"/>
                  </a:lnTo>
                  <a:lnTo>
                    <a:pt x="2586580" y="1048593"/>
                  </a:lnTo>
                  <a:lnTo>
                    <a:pt x="2540260" y="1004645"/>
                  </a:lnTo>
                  <a:lnTo>
                    <a:pt x="2493426" y="958058"/>
                  </a:lnTo>
                  <a:lnTo>
                    <a:pt x="2446048" y="909129"/>
                  </a:lnTo>
                  <a:lnTo>
                    <a:pt x="2398164" y="858242"/>
                  </a:lnTo>
                  <a:lnTo>
                    <a:pt x="2349867" y="805862"/>
                  </a:lnTo>
                  <a:lnTo>
                    <a:pt x="2301292" y="752521"/>
                  </a:lnTo>
                  <a:lnTo>
                    <a:pt x="2252603" y="698792"/>
                  </a:lnTo>
                  <a:lnTo>
                    <a:pt x="2203974" y="645266"/>
                  </a:lnTo>
                  <a:lnTo>
                    <a:pt x="2155573" y="592523"/>
                  </a:lnTo>
                  <a:lnTo>
                    <a:pt x="2107547" y="541112"/>
                  </a:lnTo>
                  <a:lnTo>
                    <a:pt x="2060002" y="491519"/>
                  </a:lnTo>
                  <a:lnTo>
                    <a:pt x="2012996" y="444157"/>
                  </a:lnTo>
                  <a:lnTo>
                    <a:pt x="1966522" y="399351"/>
                  </a:lnTo>
                  <a:lnTo>
                    <a:pt x="1920500" y="357331"/>
                  </a:lnTo>
                  <a:lnTo>
                    <a:pt x="1874770" y="318234"/>
                  </a:lnTo>
                  <a:lnTo>
                    <a:pt x="1829079" y="282111"/>
                  </a:lnTo>
                  <a:lnTo>
                    <a:pt x="1783074" y="248932"/>
                  </a:lnTo>
                  <a:lnTo>
                    <a:pt x="1768425" y="239063"/>
                  </a:lnTo>
                  <a:lnTo>
                    <a:pt x="1719145" y="208397"/>
                  </a:lnTo>
                  <a:lnTo>
                    <a:pt x="1668179" y="180831"/>
                  </a:lnTo>
                  <a:lnTo>
                    <a:pt x="1614723" y="156202"/>
                  </a:lnTo>
                  <a:lnTo>
                    <a:pt x="1557878" y="134240"/>
                  </a:lnTo>
                  <a:lnTo>
                    <a:pt x="1496730" y="114640"/>
                  </a:lnTo>
                  <a:lnTo>
                    <a:pt x="1430427" y="97108"/>
                  </a:lnTo>
                  <a:lnTo>
                    <a:pt x="1358282" y="81388"/>
                  </a:lnTo>
                  <a:lnTo>
                    <a:pt x="1279904" y="67272"/>
                  </a:lnTo>
                  <a:lnTo>
                    <a:pt x="1195379" y="54611"/>
                  </a:lnTo>
                  <a:lnTo>
                    <a:pt x="1105472" y="43313"/>
                  </a:lnTo>
                  <a:lnTo>
                    <a:pt x="1011841" y="33341"/>
                  </a:lnTo>
                  <a:lnTo>
                    <a:pt x="917158" y="24701"/>
                  </a:lnTo>
                  <a:lnTo>
                    <a:pt x="825076" y="17425"/>
                  </a:lnTo>
                  <a:lnTo>
                    <a:pt x="739899" y="11538"/>
                  </a:lnTo>
                  <a:lnTo>
                    <a:pt x="665955" y="7028"/>
                  </a:lnTo>
                  <a:lnTo>
                    <a:pt x="606759" y="3819"/>
                  </a:lnTo>
                  <a:lnTo>
                    <a:pt x="564185" y="1754"/>
                  </a:lnTo>
                  <a:lnTo>
                    <a:pt x="537943" y="610"/>
                  </a:lnTo>
                  <a:lnTo>
                    <a:pt x="525478" y="119"/>
                  </a:lnTo>
                  <a:lnTo>
                    <a:pt x="5221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402" name="pl402"/>
            <p:cNvSpPr/>
            <p:nvPr/>
          </p:nvSpPr>
          <p:spPr>
            <a:xfrm>
              <a:off x="386606" y="1993090"/>
              <a:ext cx="8554953" cy="3574659"/>
            </a:xfrm>
            <a:custGeom>
              <a:avLst/>
              <a:pathLst>
                <a:path w="8554953" h="3574659">
                  <a:moveTo>
                    <a:pt x="0" y="0"/>
                  </a:moveTo>
                  <a:lnTo>
                    <a:pt x="522133" y="0"/>
                  </a:lnTo>
                  <a:lnTo>
                    <a:pt x="523370" y="42"/>
                  </a:lnTo>
                  <a:lnTo>
                    <a:pt x="531458" y="348"/>
                  </a:lnTo>
                  <a:lnTo>
                    <a:pt x="551698" y="1195"/>
                  </a:lnTo>
                  <a:lnTo>
                    <a:pt x="587501" y="2857"/>
                  </a:lnTo>
                  <a:lnTo>
                    <a:pt x="640085" y="5581"/>
                  </a:lnTo>
                  <a:lnTo>
                    <a:pt x="708411" y="9551"/>
                  </a:lnTo>
                  <a:lnTo>
                    <a:pt x="789539" y="14876"/>
                  </a:lnTo>
                  <a:lnTo>
                    <a:pt x="879366" y="21592"/>
                  </a:lnTo>
                  <a:lnTo>
                    <a:pt x="973484" y="29684"/>
                  </a:lnTo>
                  <a:lnTo>
                    <a:pt x="1067921" y="39120"/>
                  </a:lnTo>
                  <a:lnTo>
                    <a:pt x="1159590" y="49880"/>
                  </a:lnTo>
                  <a:lnTo>
                    <a:pt x="1246430" y="61982"/>
                  </a:lnTo>
                  <a:lnTo>
                    <a:pt x="1327338" y="75495"/>
                  </a:lnTo>
                  <a:lnTo>
                    <a:pt x="1401979" y="90544"/>
                  </a:lnTo>
                  <a:lnTo>
                    <a:pt x="1470576" y="107315"/>
                  </a:lnTo>
                  <a:lnTo>
                    <a:pt x="1533713" y="126045"/>
                  </a:lnTo>
                  <a:lnTo>
                    <a:pt x="1592190" y="147015"/>
                  </a:lnTo>
                  <a:lnTo>
                    <a:pt x="1646906" y="170529"/>
                  </a:lnTo>
                  <a:lnTo>
                    <a:pt x="1698775" y="196879"/>
                  </a:lnTo>
                  <a:lnTo>
                    <a:pt x="1748650" y="226283"/>
                  </a:lnTo>
                  <a:lnTo>
                    <a:pt x="1768425" y="239063"/>
                  </a:lnTo>
                  <a:lnTo>
                    <a:pt x="1814622" y="271331"/>
                  </a:lnTo>
                  <a:lnTo>
                    <a:pt x="1860368" y="306519"/>
                  </a:lnTo>
                  <a:lnTo>
                    <a:pt x="1906054" y="344679"/>
                  </a:lnTo>
                  <a:lnTo>
                    <a:pt x="1951963" y="385788"/>
                  </a:lnTo>
                  <a:lnTo>
                    <a:pt x="1998282" y="429736"/>
                  </a:lnTo>
                  <a:lnTo>
                    <a:pt x="2045116" y="476322"/>
                  </a:lnTo>
                  <a:lnTo>
                    <a:pt x="2092494" y="525251"/>
                  </a:lnTo>
                  <a:lnTo>
                    <a:pt x="2140378" y="576139"/>
                  </a:lnTo>
                  <a:lnTo>
                    <a:pt x="2188675" y="628518"/>
                  </a:lnTo>
                  <a:lnTo>
                    <a:pt x="2237250" y="681859"/>
                  </a:lnTo>
                  <a:lnTo>
                    <a:pt x="2285939" y="735588"/>
                  </a:lnTo>
                  <a:lnTo>
                    <a:pt x="2334568" y="789115"/>
                  </a:lnTo>
                  <a:lnTo>
                    <a:pt x="2382969" y="841857"/>
                  </a:lnTo>
                  <a:lnTo>
                    <a:pt x="2430995" y="893269"/>
                  </a:lnTo>
                  <a:lnTo>
                    <a:pt x="2478540" y="942861"/>
                  </a:lnTo>
                  <a:lnTo>
                    <a:pt x="2525546" y="990223"/>
                  </a:lnTo>
                  <a:lnTo>
                    <a:pt x="2572020" y="1035029"/>
                  </a:lnTo>
                  <a:lnTo>
                    <a:pt x="2618042" y="1077050"/>
                  </a:lnTo>
                  <a:lnTo>
                    <a:pt x="2663772" y="1116146"/>
                  </a:lnTo>
                  <a:lnTo>
                    <a:pt x="2709463" y="1152269"/>
                  </a:lnTo>
                  <a:lnTo>
                    <a:pt x="2755468" y="1185449"/>
                  </a:lnTo>
                  <a:lnTo>
                    <a:pt x="2770117" y="1195317"/>
                  </a:lnTo>
                  <a:lnTo>
                    <a:pt x="2819397" y="1225983"/>
                  </a:lnTo>
                  <a:lnTo>
                    <a:pt x="2870363" y="1253550"/>
                  </a:lnTo>
                  <a:lnTo>
                    <a:pt x="2923819" y="1278178"/>
                  </a:lnTo>
                  <a:lnTo>
                    <a:pt x="2980664" y="1300141"/>
                  </a:lnTo>
                  <a:lnTo>
                    <a:pt x="3041812" y="1319741"/>
                  </a:lnTo>
                  <a:lnTo>
                    <a:pt x="3108115" y="1337273"/>
                  </a:lnTo>
                  <a:lnTo>
                    <a:pt x="3180260" y="1352993"/>
                  </a:lnTo>
                  <a:lnTo>
                    <a:pt x="3258638" y="1367108"/>
                  </a:lnTo>
                  <a:lnTo>
                    <a:pt x="3343163" y="1379769"/>
                  </a:lnTo>
                  <a:lnTo>
                    <a:pt x="3433070" y="1391067"/>
                  </a:lnTo>
                  <a:lnTo>
                    <a:pt x="3526702" y="1401040"/>
                  </a:lnTo>
                  <a:lnTo>
                    <a:pt x="3621384" y="1409680"/>
                  </a:lnTo>
                  <a:lnTo>
                    <a:pt x="3713466" y="1416956"/>
                  </a:lnTo>
                  <a:lnTo>
                    <a:pt x="3798644" y="1422842"/>
                  </a:lnTo>
                  <a:lnTo>
                    <a:pt x="3872587" y="1427352"/>
                  </a:lnTo>
                  <a:lnTo>
                    <a:pt x="3931783" y="1430562"/>
                  </a:lnTo>
                  <a:lnTo>
                    <a:pt x="3974357" y="1432627"/>
                  </a:lnTo>
                  <a:lnTo>
                    <a:pt x="4000599" y="1433771"/>
                  </a:lnTo>
                  <a:lnTo>
                    <a:pt x="4013064" y="1434261"/>
                  </a:lnTo>
                  <a:lnTo>
                    <a:pt x="4016325" y="1434378"/>
                  </a:lnTo>
                  <a:lnTo>
                    <a:pt x="4016409" y="1434381"/>
                  </a:lnTo>
                  <a:lnTo>
                    <a:pt x="4538543" y="1434381"/>
                  </a:lnTo>
                  <a:lnTo>
                    <a:pt x="4539741" y="1434443"/>
                  </a:lnTo>
                  <a:lnTo>
                    <a:pt x="4547586" y="1434885"/>
                  </a:lnTo>
                  <a:lnTo>
                    <a:pt x="4567238" y="1436108"/>
                  </a:lnTo>
                  <a:lnTo>
                    <a:pt x="4602054" y="1438510"/>
                  </a:lnTo>
                  <a:lnTo>
                    <a:pt x="4653296" y="1442449"/>
                  </a:lnTo>
                  <a:lnTo>
                    <a:pt x="4720057" y="1448197"/>
                  </a:lnTo>
                  <a:lnTo>
                    <a:pt x="4799580" y="1455918"/>
                  </a:lnTo>
                  <a:lnTo>
                    <a:pt x="4887935" y="1465670"/>
                  </a:lnTo>
                  <a:lnTo>
                    <a:pt x="4980849" y="1477435"/>
                  </a:lnTo>
                  <a:lnTo>
                    <a:pt x="5074411" y="1491168"/>
                  </a:lnTo>
                  <a:lnTo>
                    <a:pt x="5165535" y="1506836"/>
                  </a:lnTo>
                  <a:lnTo>
                    <a:pt x="5252114" y="1524458"/>
                  </a:lnTo>
                  <a:lnTo>
                    <a:pt x="5332976" y="1544122"/>
                  </a:lnTo>
                  <a:lnTo>
                    <a:pt x="5407710" y="1566000"/>
                  </a:lnTo>
                  <a:lnTo>
                    <a:pt x="5476468" y="1590347"/>
                  </a:lnTo>
                  <a:lnTo>
                    <a:pt x="5539772" y="1617496"/>
                  </a:lnTo>
                  <a:lnTo>
                    <a:pt x="5598372" y="1647843"/>
                  </a:lnTo>
                  <a:lnTo>
                    <a:pt x="5653129" y="1681827"/>
                  </a:lnTo>
                  <a:lnTo>
                    <a:pt x="5704930" y="1719877"/>
                  </a:lnTo>
                  <a:lnTo>
                    <a:pt x="5754620" y="1762339"/>
                  </a:lnTo>
                  <a:lnTo>
                    <a:pt x="5784835" y="1791094"/>
                  </a:lnTo>
                  <a:lnTo>
                    <a:pt x="5826039" y="1833798"/>
                  </a:lnTo>
                  <a:lnTo>
                    <a:pt x="5866847" y="1879953"/>
                  </a:lnTo>
                  <a:lnTo>
                    <a:pt x="5907549" y="1929625"/>
                  </a:lnTo>
                  <a:lnTo>
                    <a:pt x="5948364" y="1982814"/>
                  </a:lnTo>
                  <a:lnTo>
                    <a:pt x="5989451" y="2039440"/>
                  </a:lnTo>
                  <a:lnTo>
                    <a:pt x="6030910" y="2099338"/>
                  </a:lnTo>
                  <a:lnTo>
                    <a:pt x="6072795" y="2162256"/>
                  </a:lnTo>
                  <a:lnTo>
                    <a:pt x="6115109" y="2227853"/>
                  </a:lnTo>
                  <a:lnTo>
                    <a:pt x="6157818" y="2295706"/>
                  </a:lnTo>
                  <a:lnTo>
                    <a:pt x="6200855" y="2365316"/>
                  </a:lnTo>
                  <a:lnTo>
                    <a:pt x="6244122" y="2436124"/>
                  </a:lnTo>
                  <a:lnTo>
                    <a:pt x="6287507" y="2507528"/>
                  </a:lnTo>
                  <a:lnTo>
                    <a:pt x="6330887" y="2578906"/>
                  </a:lnTo>
                  <a:lnTo>
                    <a:pt x="6374139" y="2649636"/>
                  </a:lnTo>
                  <a:lnTo>
                    <a:pt x="6417152" y="2719119"/>
                  </a:lnTo>
                  <a:lnTo>
                    <a:pt x="6459830" y="2786800"/>
                  </a:lnTo>
                  <a:lnTo>
                    <a:pt x="6502109" y="2852188"/>
                  </a:lnTo>
                  <a:lnTo>
                    <a:pt x="6543957" y="2914863"/>
                  </a:lnTo>
                  <a:lnTo>
                    <a:pt x="6585382" y="2974494"/>
                  </a:lnTo>
                  <a:lnTo>
                    <a:pt x="6626441" y="3030836"/>
                  </a:lnTo>
                  <a:lnTo>
                    <a:pt x="6667240" y="3083731"/>
                  </a:lnTo>
                  <a:lnTo>
                    <a:pt x="6707942" y="3133106"/>
                  </a:lnTo>
                  <a:lnTo>
                    <a:pt x="6748771" y="3178967"/>
                  </a:lnTo>
                  <a:lnTo>
                    <a:pt x="6786527" y="3217946"/>
                  </a:lnTo>
                  <a:lnTo>
                    <a:pt x="6835278" y="3263243"/>
                  </a:lnTo>
                  <a:lnTo>
                    <a:pt x="6885670" y="3304011"/>
                  </a:lnTo>
                  <a:lnTo>
                    <a:pt x="6938483" y="3340481"/>
                  </a:lnTo>
                  <a:lnTo>
                    <a:pt x="6994584" y="3373041"/>
                  </a:lnTo>
                  <a:lnTo>
                    <a:pt x="7054861" y="3402133"/>
                  </a:lnTo>
                  <a:lnTo>
                    <a:pt x="7120142" y="3428182"/>
                  </a:lnTo>
                  <a:lnTo>
                    <a:pt x="7191108" y="3451563"/>
                  </a:lnTo>
                  <a:lnTo>
                    <a:pt x="7268161" y="3472581"/>
                  </a:lnTo>
                  <a:lnTo>
                    <a:pt x="7351264" y="3491459"/>
                  </a:lnTo>
                  <a:lnTo>
                    <a:pt x="7439741" y="3508338"/>
                  </a:lnTo>
                  <a:lnTo>
                    <a:pt x="7532085" y="3523277"/>
                  </a:lnTo>
                  <a:lnTo>
                    <a:pt x="7625816" y="3536274"/>
                  </a:lnTo>
                  <a:lnTo>
                    <a:pt x="7717503" y="3547285"/>
                  </a:lnTo>
                  <a:lnTo>
                    <a:pt x="7803029" y="3556270"/>
                  </a:lnTo>
                  <a:lnTo>
                    <a:pt x="7878156" y="3563235"/>
                  </a:lnTo>
                  <a:lnTo>
                    <a:pt x="7939302" y="3568276"/>
                  </a:lnTo>
                  <a:lnTo>
                    <a:pt x="7984344" y="3571598"/>
                  </a:lnTo>
                  <a:lnTo>
                    <a:pt x="8013176" y="3573511"/>
                  </a:lnTo>
                  <a:lnTo>
                    <a:pt x="8027878" y="3574391"/>
                  </a:lnTo>
                  <a:lnTo>
                    <a:pt x="8032523" y="3574644"/>
                  </a:lnTo>
                  <a:lnTo>
                    <a:pt x="8032819" y="3574659"/>
                  </a:lnTo>
                  <a:lnTo>
                    <a:pt x="8554953" y="3574659"/>
                  </a:lnTo>
                  <a:lnTo>
                    <a:pt x="8554953" y="3574659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403" name="pl403"/>
            <p:cNvSpPr/>
            <p:nvPr/>
          </p:nvSpPr>
          <p:spPr>
            <a:xfrm>
              <a:off x="386606" y="1987443"/>
              <a:ext cx="8554953" cy="3574659"/>
            </a:xfrm>
            <a:custGeom>
              <a:avLst/>
              <a:pathLst>
                <a:path w="8554953" h="3574659">
                  <a:moveTo>
                    <a:pt x="8554953" y="3574659"/>
                  </a:moveTo>
                  <a:lnTo>
                    <a:pt x="8032819" y="3574659"/>
                  </a:lnTo>
                  <a:lnTo>
                    <a:pt x="8031621" y="3574597"/>
                  </a:lnTo>
                  <a:lnTo>
                    <a:pt x="8023776" y="3574155"/>
                  </a:lnTo>
                  <a:lnTo>
                    <a:pt x="8004124" y="3572932"/>
                  </a:lnTo>
                  <a:lnTo>
                    <a:pt x="7969308" y="3570530"/>
                  </a:lnTo>
                  <a:lnTo>
                    <a:pt x="7918066" y="3566591"/>
                  </a:lnTo>
                  <a:lnTo>
                    <a:pt x="7851305" y="3560843"/>
                  </a:lnTo>
                  <a:lnTo>
                    <a:pt x="7771782" y="3553122"/>
                  </a:lnTo>
                  <a:lnTo>
                    <a:pt x="7683427" y="3543370"/>
                  </a:lnTo>
                  <a:lnTo>
                    <a:pt x="7590513" y="3531604"/>
                  </a:lnTo>
                  <a:lnTo>
                    <a:pt x="7496950" y="3517871"/>
                  </a:lnTo>
                  <a:lnTo>
                    <a:pt x="7405827" y="3502203"/>
                  </a:lnTo>
                  <a:lnTo>
                    <a:pt x="7319248" y="3484582"/>
                  </a:lnTo>
                  <a:lnTo>
                    <a:pt x="7238386" y="3464918"/>
                  </a:lnTo>
                  <a:lnTo>
                    <a:pt x="7163652" y="3443040"/>
                  </a:lnTo>
                  <a:lnTo>
                    <a:pt x="7094894" y="3418693"/>
                  </a:lnTo>
                  <a:lnTo>
                    <a:pt x="7031590" y="3391544"/>
                  </a:lnTo>
                  <a:lnTo>
                    <a:pt x="6972989" y="3361196"/>
                  </a:lnTo>
                  <a:lnTo>
                    <a:pt x="6918233" y="3327213"/>
                  </a:lnTo>
                  <a:lnTo>
                    <a:pt x="6866432" y="3289163"/>
                  </a:lnTo>
                  <a:lnTo>
                    <a:pt x="6816742" y="3246701"/>
                  </a:lnTo>
                  <a:lnTo>
                    <a:pt x="6786527" y="3217946"/>
                  </a:lnTo>
                  <a:lnTo>
                    <a:pt x="6745323" y="3175242"/>
                  </a:lnTo>
                  <a:lnTo>
                    <a:pt x="6704515" y="3129087"/>
                  </a:lnTo>
                  <a:lnTo>
                    <a:pt x="6663813" y="3079415"/>
                  </a:lnTo>
                  <a:lnTo>
                    <a:pt x="6622998" y="3026226"/>
                  </a:lnTo>
                  <a:lnTo>
                    <a:pt x="6581911" y="2969600"/>
                  </a:lnTo>
                  <a:lnTo>
                    <a:pt x="6540452" y="2909702"/>
                  </a:lnTo>
                  <a:lnTo>
                    <a:pt x="6498567" y="2846784"/>
                  </a:lnTo>
                  <a:lnTo>
                    <a:pt x="6456253" y="2781187"/>
                  </a:lnTo>
                  <a:lnTo>
                    <a:pt x="6413543" y="2713334"/>
                  </a:lnTo>
                  <a:lnTo>
                    <a:pt x="6370507" y="2643724"/>
                  </a:lnTo>
                  <a:lnTo>
                    <a:pt x="6327240" y="2572916"/>
                  </a:lnTo>
                  <a:lnTo>
                    <a:pt x="6283855" y="2501511"/>
                  </a:lnTo>
                  <a:lnTo>
                    <a:pt x="6240475" y="2430133"/>
                  </a:lnTo>
                  <a:lnTo>
                    <a:pt x="6197223" y="2359404"/>
                  </a:lnTo>
                  <a:lnTo>
                    <a:pt x="6154210" y="2289921"/>
                  </a:lnTo>
                  <a:lnTo>
                    <a:pt x="6111532" y="2222239"/>
                  </a:lnTo>
                  <a:lnTo>
                    <a:pt x="6069253" y="2156852"/>
                  </a:lnTo>
                  <a:lnTo>
                    <a:pt x="6027405" y="2094177"/>
                  </a:lnTo>
                  <a:lnTo>
                    <a:pt x="5985980" y="2034545"/>
                  </a:lnTo>
                  <a:lnTo>
                    <a:pt x="5944921" y="1978204"/>
                  </a:lnTo>
                  <a:lnTo>
                    <a:pt x="5904122" y="1925309"/>
                  </a:lnTo>
                  <a:lnTo>
                    <a:pt x="5863420" y="1875933"/>
                  </a:lnTo>
                  <a:lnTo>
                    <a:pt x="5822591" y="1830073"/>
                  </a:lnTo>
                  <a:lnTo>
                    <a:pt x="5784835" y="1791094"/>
                  </a:lnTo>
                  <a:lnTo>
                    <a:pt x="5736084" y="1745797"/>
                  </a:lnTo>
                  <a:lnTo>
                    <a:pt x="5685692" y="1705029"/>
                  </a:lnTo>
                  <a:lnTo>
                    <a:pt x="5632879" y="1668559"/>
                  </a:lnTo>
                  <a:lnTo>
                    <a:pt x="5576778" y="1635999"/>
                  </a:lnTo>
                  <a:lnTo>
                    <a:pt x="5516501" y="1606907"/>
                  </a:lnTo>
                  <a:lnTo>
                    <a:pt x="5451220" y="1580858"/>
                  </a:lnTo>
                  <a:lnTo>
                    <a:pt x="5380254" y="1557477"/>
                  </a:lnTo>
                  <a:lnTo>
                    <a:pt x="5303201" y="1536459"/>
                  </a:lnTo>
                  <a:lnTo>
                    <a:pt x="5220098" y="1517581"/>
                  </a:lnTo>
                  <a:lnTo>
                    <a:pt x="5131621" y="1500702"/>
                  </a:lnTo>
                  <a:lnTo>
                    <a:pt x="5039277" y="1485762"/>
                  </a:lnTo>
                  <a:lnTo>
                    <a:pt x="4945546" y="1472766"/>
                  </a:lnTo>
                  <a:lnTo>
                    <a:pt x="4853859" y="1461754"/>
                  </a:lnTo>
                  <a:lnTo>
                    <a:pt x="4768333" y="1452770"/>
                  </a:lnTo>
                  <a:lnTo>
                    <a:pt x="4693206" y="1445804"/>
                  </a:lnTo>
                  <a:lnTo>
                    <a:pt x="4632060" y="1440764"/>
                  </a:lnTo>
                  <a:lnTo>
                    <a:pt x="4587018" y="1437441"/>
                  </a:lnTo>
                  <a:lnTo>
                    <a:pt x="4558186" y="1435529"/>
                  </a:lnTo>
                  <a:lnTo>
                    <a:pt x="4543484" y="1434649"/>
                  </a:lnTo>
                  <a:lnTo>
                    <a:pt x="4538839" y="1434396"/>
                  </a:lnTo>
                  <a:lnTo>
                    <a:pt x="4538543" y="1434381"/>
                  </a:lnTo>
                  <a:lnTo>
                    <a:pt x="4016409" y="1434381"/>
                  </a:lnTo>
                  <a:lnTo>
                    <a:pt x="4015173" y="1434338"/>
                  </a:lnTo>
                  <a:lnTo>
                    <a:pt x="4007084" y="1434032"/>
                  </a:lnTo>
                  <a:lnTo>
                    <a:pt x="3986844" y="1433186"/>
                  </a:lnTo>
                  <a:lnTo>
                    <a:pt x="3951041" y="1431523"/>
                  </a:lnTo>
                  <a:lnTo>
                    <a:pt x="3898457" y="1428800"/>
                  </a:lnTo>
                  <a:lnTo>
                    <a:pt x="3830132" y="1424830"/>
                  </a:lnTo>
                  <a:lnTo>
                    <a:pt x="3749003" y="1419505"/>
                  </a:lnTo>
                  <a:lnTo>
                    <a:pt x="3659176" y="1412789"/>
                  </a:lnTo>
                  <a:lnTo>
                    <a:pt x="3565058" y="1404697"/>
                  </a:lnTo>
                  <a:lnTo>
                    <a:pt x="3470621" y="1395260"/>
                  </a:lnTo>
                  <a:lnTo>
                    <a:pt x="3378952" y="1384500"/>
                  </a:lnTo>
                  <a:lnTo>
                    <a:pt x="3292112" y="1372398"/>
                  </a:lnTo>
                  <a:lnTo>
                    <a:pt x="3211204" y="1358886"/>
                  </a:lnTo>
                  <a:lnTo>
                    <a:pt x="3136563" y="1343836"/>
                  </a:lnTo>
                  <a:lnTo>
                    <a:pt x="3067966" y="1327066"/>
                  </a:lnTo>
                  <a:lnTo>
                    <a:pt x="3004829" y="1308336"/>
                  </a:lnTo>
                  <a:lnTo>
                    <a:pt x="2946352" y="1287366"/>
                  </a:lnTo>
                  <a:lnTo>
                    <a:pt x="2891636" y="1263852"/>
                  </a:lnTo>
                  <a:lnTo>
                    <a:pt x="2839767" y="1237501"/>
                  </a:lnTo>
                  <a:lnTo>
                    <a:pt x="2789892" y="1208097"/>
                  </a:lnTo>
                  <a:lnTo>
                    <a:pt x="2770117" y="1195317"/>
                  </a:lnTo>
                  <a:lnTo>
                    <a:pt x="2723920" y="1163049"/>
                  </a:lnTo>
                  <a:lnTo>
                    <a:pt x="2678174" y="1127861"/>
                  </a:lnTo>
                  <a:lnTo>
                    <a:pt x="2632488" y="1089701"/>
                  </a:lnTo>
                  <a:lnTo>
                    <a:pt x="2586580" y="1048593"/>
                  </a:lnTo>
                  <a:lnTo>
                    <a:pt x="2540260" y="1004645"/>
                  </a:lnTo>
                  <a:lnTo>
                    <a:pt x="2493426" y="958058"/>
                  </a:lnTo>
                  <a:lnTo>
                    <a:pt x="2446048" y="909129"/>
                  </a:lnTo>
                  <a:lnTo>
                    <a:pt x="2398164" y="858242"/>
                  </a:lnTo>
                  <a:lnTo>
                    <a:pt x="2349867" y="805862"/>
                  </a:lnTo>
                  <a:lnTo>
                    <a:pt x="2301292" y="752521"/>
                  </a:lnTo>
                  <a:lnTo>
                    <a:pt x="2252603" y="698792"/>
                  </a:lnTo>
                  <a:lnTo>
                    <a:pt x="2203974" y="645266"/>
                  </a:lnTo>
                  <a:lnTo>
                    <a:pt x="2155573" y="592523"/>
                  </a:lnTo>
                  <a:lnTo>
                    <a:pt x="2107547" y="541112"/>
                  </a:lnTo>
                  <a:lnTo>
                    <a:pt x="2060002" y="491519"/>
                  </a:lnTo>
                  <a:lnTo>
                    <a:pt x="2012996" y="444157"/>
                  </a:lnTo>
                  <a:lnTo>
                    <a:pt x="1966522" y="399351"/>
                  </a:lnTo>
                  <a:lnTo>
                    <a:pt x="1920500" y="357331"/>
                  </a:lnTo>
                  <a:lnTo>
                    <a:pt x="1874770" y="318234"/>
                  </a:lnTo>
                  <a:lnTo>
                    <a:pt x="1829079" y="282111"/>
                  </a:lnTo>
                  <a:lnTo>
                    <a:pt x="1783074" y="248932"/>
                  </a:lnTo>
                  <a:lnTo>
                    <a:pt x="1768425" y="239063"/>
                  </a:lnTo>
                  <a:lnTo>
                    <a:pt x="1719145" y="208397"/>
                  </a:lnTo>
                  <a:lnTo>
                    <a:pt x="1668179" y="180831"/>
                  </a:lnTo>
                  <a:lnTo>
                    <a:pt x="1614723" y="156202"/>
                  </a:lnTo>
                  <a:lnTo>
                    <a:pt x="1557878" y="134240"/>
                  </a:lnTo>
                  <a:lnTo>
                    <a:pt x="1496730" y="114640"/>
                  </a:lnTo>
                  <a:lnTo>
                    <a:pt x="1430427" y="97108"/>
                  </a:lnTo>
                  <a:lnTo>
                    <a:pt x="1358282" y="81388"/>
                  </a:lnTo>
                  <a:lnTo>
                    <a:pt x="1279904" y="67272"/>
                  </a:lnTo>
                  <a:lnTo>
                    <a:pt x="1195379" y="54611"/>
                  </a:lnTo>
                  <a:lnTo>
                    <a:pt x="1105472" y="43313"/>
                  </a:lnTo>
                  <a:lnTo>
                    <a:pt x="1011841" y="33341"/>
                  </a:lnTo>
                  <a:lnTo>
                    <a:pt x="917158" y="24701"/>
                  </a:lnTo>
                  <a:lnTo>
                    <a:pt x="825076" y="17425"/>
                  </a:lnTo>
                  <a:lnTo>
                    <a:pt x="739899" y="11538"/>
                  </a:lnTo>
                  <a:lnTo>
                    <a:pt x="665955" y="7028"/>
                  </a:lnTo>
                  <a:lnTo>
                    <a:pt x="606759" y="3819"/>
                  </a:lnTo>
                  <a:lnTo>
                    <a:pt x="564185" y="1754"/>
                  </a:lnTo>
                  <a:lnTo>
                    <a:pt x="537943" y="610"/>
                  </a:lnTo>
                  <a:lnTo>
                    <a:pt x="525478" y="119"/>
                  </a:lnTo>
                  <a:lnTo>
                    <a:pt x="522218" y="2"/>
                  </a:lnTo>
                  <a:lnTo>
                    <a:pt x="522133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404" name="pg404"/>
            <p:cNvSpPr/>
            <p:nvPr/>
          </p:nvSpPr>
          <p:spPr>
            <a:xfrm>
              <a:off x="386606" y="1219428"/>
              <a:ext cx="8554953" cy="886605"/>
            </a:xfrm>
            <a:custGeom>
              <a:avLst/>
              <a:pathLst>
                <a:path w="8554953" h="886605">
                  <a:moveTo>
                    <a:pt x="0" y="16941"/>
                  </a:moveTo>
                  <a:lnTo>
                    <a:pt x="522133" y="16941"/>
                  </a:lnTo>
                  <a:lnTo>
                    <a:pt x="523390" y="16967"/>
                  </a:lnTo>
                  <a:lnTo>
                    <a:pt x="531612" y="17156"/>
                  </a:lnTo>
                  <a:lnTo>
                    <a:pt x="552172" y="17678"/>
                  </a:lnTo>
                  <a:lnTo>
                    <a:pt x="588511" y="18703"/>
                  </a:lnTo>
                  <a:lnTo>
                    <a:pt x="641822" y="20382"/>
                  </a:lnTo>
                  <a:lnTo>
                    <a:pt x="710991" y="22828"/>
                  </a:lnTo>
                  <a:lnTo>
                    <a:pt x="792981" y="26107"/>
                  </a:lnTo>
                  <a:lnTo>
                    <a:pt x="883590" y="30238"/>
                  </a:lnTo>
                  <a:lnTo>
                    <a:pt x="978343" y="35212"/>
                  </a:lnTo>
                  <a:lnTo>
                    <a:pt x="1073236" y="41010"/>
                  </a:lnTo>
                  <a:lnTo>
                    <a:pt x="1165183" y="47619"/>
                  </a:lnTo>
                  <a:lnTo>
                    <a:pt x="1252151" y="55053"/>
                  </a:lnTo>
                  <a:lnTo>
                    <a:pt x="1333075" y="63356"/>
                  </a:lnTo>
                  <a:lnTo>
                    <a:pt x="1407660" y="72608"/>
                  </a:lnTo>
                  <a:lnTo>
                    <a:pt x="1476169" y="82927"/>
                  </a:lnTo>
                  <a:lnTo>
                    <a:pt x="1539218" y="94461"/>
                  </a:lnTo>
                  <a:lnTo>
                    <a:pt x="1597633" y="107385"/>
                  </a:lnTo>
                  <a:lnTo>
                    <a:pt x="1652335" y="121887"/>
                  </a:lnTo>
                  <a:lnTo>
                    <a:pt x="1704250" y="138146"/>
                  </a:lnTo>
                  <a:lnTo>
                    <a:pt x="1754234" y="156286"/>
                  </a:lnTo>
                  <a:lnTo>
                    <a:pt x="1768425" y="161885"/>
                  </a:lnTo>
                  <a:lnTo>
                    <a:pt x="1818928" y="183376"/>
                  </a:lnTo>
                  <a:lnTo>
                    <a:pt x="1868940" y="206989"/>
                  </a:lnTo>
                  <a:lnTo>
                    <a:pt x="1918949" y="232759"/>
                  </a:lnTo>
                  <a:lnTo>
                    <a:pt x="1969298" y="260652"/>
                  </a:lnTo>
                  <a:lnTo>
                    <a:pt x="2020195" y="290556"/>
                  </a:lnTo>
                  <a:lnTo>
                    <a:pt x="2071733" y="322281"/>
                  </a:lnTo>
                  <a:lnTo>
                    <a:pt x="2123904" y="355556"/>
                  </a:lnTo>
                  <a:lnTo>
                    <a:pt x="2176613" y="390033"/>
                  </a:lnTo>
                  <a:lnTo>
                    <a:pt x="2229698" y="425307"/>
                  </a:lnTo>
                  <a:lnTo>
                    <a:pt x="2282951" y="460929"/>
                  </a:lnTo>
                  <a:lnTo>
                    <a:pt x="2336146" y="496430"/>
                  </a:lnTo>
                  <a:lnTo>
                    <a:pt x="2389061" y="531349"/>
                  </a:lnTo>
                  <a:lnTo>
                    <a:pt x="2441511" y="565256"/>
                  </a:lnTo>
                  <a:lnTo>
                    <a:pt x="2493364" y="597773"/>
                  </a:lnTo>
                  <a:lnTo>
                    <a:pt x="2544567" y="628592"/>
                  </a:lnTo>
                  <a:lnTo>
                    <a:pt x="2595164" y="657482"/>
                  </a:lnTo>
                  <a:lnTo>
                    <a:pt x="2645304" y="684293"/>
                  </a:lnTo>
                  <a:lnTo>
                    <a:pt x="2695263" y="708955"/>
                  </a:lnTo>
                  <a:lnTo>
                    <a:pt x="2745456" y="731470"/>
                  </a:lnTo>
                  <a:lnTo>
                    <a:pt x="2770117" y="741661"/>
                  </a:lnTo>
                  <a:lnTo>
                    <a:pt x="2819682" y="760355"/>
                  </a:lnTo>
                  <a:lnTo>
                    <a:pt x="2870956" y="777147"/>
                  </a:lnTo>
                  <a:lnTo>
                    <a:pt x="2924759" y="792140"/>
                  </a:lnTo>
                  <a:lnTo>
                    <a:pt x="2982005" y="805501"/>
                  </a:lnTo>
                  <a:lnTo>
                    <a:pt x="3043624" y="817418"/>
                  </a:lnTo>
                  <a:lnTo>
                    <a:pt x="3110479" y="828071"/>
                  </a:lnTo>
                  <a:lnTo>
                    <a:pt x="3183262" y="837619"/>
                  </a:lnTo>
                  <a:lnTo>
                    <a:pt x="3262356" y="846186"/>
                  </a:lnTo>
                  <a:lnTo>
                    <a:pt x="3347648" y="853865"/>
                  </a:lnTo>
                  <a:lnTo>
                    <a:pt x="3438319" y="860710"/>
                  </a:lnTo>
                  <a:lnTo>
                    <a:pt x="3532631" y="866742"/>
                  </a:lnTo>
                  <a:lnTo>
                    <a:pt x="3627801" y="871957"/>
                  </a:lnTo>
                  <a:lnTo>
                    <a:pt x="3720059" y="876333"/>
                  </a:lnTo>
                  <a:lnTo>
                    <a:pt x="3805001" y="879858"/>
                  </a:lnTo>
                  <a:lnTo>
                    <a:pt x="3878255" y="882540"/>
                  </a:lnTo>
                  <a:lnTo>
                    <a:pt x="3936360" y="884431"/>
                  </a:lnTo>
                  <a:lnTo>
                    <a:pt x="3977585" y="885631"/>
                  </a:lnTo>
                  <a:lnTo>
                    <a:pt x="4002447" y="886281"/>
                  </a:lnTo>
                  <a:lnTo>
                    <a:pt x="4013762" y="886548"/>
                  </a:lnTo>
                  <a:lnTo>
                    <a:pt x="4016409" y="886605"/>
                  </a:lnTo>
                  <a:lnTo>
                    <a:pt x="4538543" y="886605"/>
                  </a:lnTo>
                  <a:lnTo>
                    <a:pt x="4539801" y="886580"/>
                  </a:lnTo>
                  <a:lnTo>
                    <a:pt x="4548031" y="886401"/>
                  </a:lnTo>
                  <a:lnTo>
                    <a:pt x="4568611" y="885906"/>
                  </a:lnTo>
                  <a:lnTo>
                    <a:pt x="4604982" y="884933"/>
                  </a:lnTo>
                  <a:lnTo>
                    <a:pt x="4658336" y="883339"/>
                  </a:lnTo>
                  <a:lnTo>
                    <a:pt x="4727555" y="881018"/>
                  </a:lnTo>
                  <a:lnTo>
                    <a:pt x="4809597" y="877908"/>
                  </a:lnTo>
                  <a:lnTo>
                    <a:pt x="4900253" y="873988"/>
                  </a:lnTo>
                  <a:lnTo>
                    <a:pt x="4995043" y="869268"/>
                  </a:lnTo>
                  <a:lnTo>
                    <a:pt x="5089963" y="863767"/>
                  </a:lnTo>
                  <a:lnTo>
                    <a:pt x="5181927" y="857496"/>
                  </a:lnTo>
                  <a:lnTo>
                    <a:pt x="5268902" y="850443"/>
                  </a:lnTo>
                  <a:lnTo>
                    <a:pt x="5349826" y="842565"/>
                  </a:lnTo>
                  <a:lnTo>
                    <a:pt x="5424408" y="833786"/>
                  </a:lnTo>
                  <a:lnTo>
                    <a:pt x="5492911" y="823995"/>
                  </a:lnTo>
                  <a:lnTo>
                    <a:pt x="5555955" y="813050"/>
                  </a:lnTo>
                  <a:lnTo>
                    <a:pt x="5614367" y="800785"/>
                  </a:lnTo>
                  <a:lnTo>
                    <a:pt x="5669068" y="787022"/>
                  </a:lnTo>
                  <a:lnTo>
                    <a:pt x="5720986" y="771592"/>
                  </a:lnTo>
                  <a:lnTo>
                    <a:pt x="5770976" y="754377"/>
                  </a:lnTo>
                  <a:lnTo>
                    <a:pt x="5784835" y="749191"/>
                  </a:lnTo>
                  <a:lnTo>
                    <a:pt x="5835662" y="728679"/>
                  </a:lnTo>
                  <a:lnTo>
                    <a:pt x="5885994" y="706127"/>
                  </a:lnTo>
                  <a:lnTo>
                    <a:pt x="5936330" y="681505"/>
                  </a:lnTo>
                  <a:lnTo>
                    <a:pt x="5987014" y="654847"/>
                  </a:lnTo>
                  <a:lnTo>
                    <a:pt x="6038257" y="626259"/>
                  </a:lnTo>
                  <a:lnTo>
                    <a:pt x="6090151" y="595931"/>
                  </a:lnTo>
                  <a:lnTo>
                    <a:pt x="6142684" y="564127"/>
                  </a:lnTo>
                  <a:lnTo>
                    <a:pt x="6195756" y="531183"/>
                  </a:lnTo>
                  <a:lnTo>
                    <a:pt x="6249198" y="497497"/>
                  </a:lnTo>
                  <a:lnTo>
                    <a:pt x="6302797" y="463502"/>
                  </a:lnTo>
                  <a:lnTo>
                    <a:pt x="6356322" y="429653"/>
                  </a:lnTo>
                  <a:lnTo>
                    <a:pt x="6409550" y="396392"/>
                  </a:lnTo>
                  <a:lnTo>
                    <a:pt x="6462293" y="364134"/>
                  </a:lnTo>
                  <a:lnTo>
                    <a:pt x="6514425" y="333238"/>
                  </a:lnTo>
                  <a:lnTo>
                    <a:pt x="6565898" y="303995"/>
                  </a:lnTo>
                  <a:lnTo>
                    <a:pt x="6616767" y="276623"/>
                  </a:lnTo>
                  <a:lnTo>
                    <a:pt x="6667196" y="251257"/>
                  </a:lnTo>
                  <a:lnTo>
                    <a:pt x="6717480" y="227958"/>
                  </a:lnTo>
                  <a:lnTo>
                    <a:pt x="6768060" y="206716"/>
                  </a:lnTo>
                  <a:lnTo>
                    <a:pt x="6786527" y="199533"/>
                  </a:lnTo>
                  <a:lnTo>
                    <a:pt x="6836109" y="181805"/>
                  </a:lnTo>
                  <a:lnTo>
                    <a:pt x="6887401" y="165880"/>
                  </a:lnTo>
                  <a:lnTo>
                    <a:pt x="6941225" y="151663"/>
                  </a:lnTo>
                  <a:lnTo>
                    <a:pt x="6998495" y="138993"/>
                  </a:lnTo>
                  <a:lnTo>
                    <a:pt x="7060142" y="127693"/>
                  </a:lnTo>
                  <a:lnTo>
                    <a:pt x="7127030" y="117592"/>
                  </a:lnTo>
                  <a:lnTo>
                    <a:pt x="7199852" y="108540"/>
                  </a:lnTo>
                  <a:lnTo>
                    <a:pt x="7278988" y="100417"/>
                  </a:lnTo>
                  <a:lnTo>
                    <a:pt x="7364326" y="93137"/>
                  </a:lnTo>
                  <a:lnTo>
                    <a:pt x="7455042" y="86648"/>
                  </a:lnTo>
                  <a:lnTo>
                    <a:pt x="7549395" y="80930"/>
                  </a:lnTo>
                  <a:lnTo>
                    <a:pt x="7644594" y="75988"/>
                  </a:lnTo>
                  <a:lnTo>
                    <a:pt x="7736861" y="71840"/>
                  </a:lnTo>
                  <a:lnTo>
                    <a:pt x="7821788" y="68502"/>
                  </a:lnTo>
                  <a:lnTo>
                    <a:pt x="7895000" y="65962"/>
                  </a:lnTo>
                  <a:lnTo>
                    <a:pt x="7953038" y="64172"/>
                  </a:lnTo>
                  <a:lnTo>
                    <a:pt x="7994183" y="63038"/>
                  </a:lnTo>
                  <a:lnTo>
                    <a:pt x="8018963" y="62423"/>
                  </a:lnTo>
                  <a:lnTo>
                    <a:pt x="8030210" y="62172"/>
                  </a:lnTo>
                  <a:lnTo>
                    <a:pt x="8032819" y="62118"/>
                  </a:lnTo>
                  <a:lnTo>
                    <a:pt x="8554953" y="62118"/>
                  </a:lnTo>
                  <a:lnTo>
                    <a:pt x="8554953" y="45177"/>
                  </a:lnTo>
                  <a:lnTo>
                    <a:pt x="8032819" y="45177"/>
                  </a:lnTo>
                  <a:lnTo>
                    <a:pt x="8031560" y="45202"/>
                  </a:lnTo>
                  <a:lnTo>
                    <a:pt x="8023331" y="45381"/>
                  </a:lnTo>
                  <a:lnTo>
                    <a:pt x="8002751" y="45877"/>
                  </a:lnTo>
                  <a:lnTo>
                    <a:pt x="7966380" y="46849"/>
                  </a:lnTo>
                  <a:lnTo>
                    <a:pt x="7913026" y="48443"/>
                  </a:lnTo>
                  <a:lnTo>
                    <a:pt x="7843807" y="50764"/>
                  </a:lnTo>
                  <a:lnTo>
                    <a:pt x="7761765" y="53875"/>
                  </a:lnTo>
                  <a:lnTo>
                    <a:pt x="7671109" y="57795"/>
                  </a:lnTo>
                  <a:lnTo>
                    <a:pt x="7576319" y="62514"/>
                  </a:lnTo>
                  <a:lnTo>
                    <a:pt x="7481398" y="68015"/>
                  </a:lnTo>
                  <a:lnTo>
                    <a:pt x="7389435" y="74286"/>
                  </a:lnTo>
                  <a:lnTo>
                    <a:pt x="7302460" y="81339"/>
                  </a:lnTo>
                  <a:lnTo>
                    <a:pt x="7221536" y="89217"/>
                  </a:lnTo>
                  <a:lnTo>
                    <a:pt x="7146954" y="97996"/>
                  </a:lnTo>
                  <a:lnTo>
                    <a:pt x="7078451" y="107787"/>
                  </a:lnTo>
                  <a:lnTo>
                    <a:pt x="7015407" y="118732"/>
                  </a:lnTo>
                  <a:lnTo>
                    <a:pt x="6956995" y="130997"/>
                  </a:lnTo>
                  <a:lnTo>
                    <a:pt x="6902294" y="144760"/>
                  </a:lnTo>
                  <a:lnTo>
                    <a:pt x="6850376" y="160190"/>
                  </a:lnTo>
                  <a:lnTo>
                    <a:pt x="6800385" y="177405"/>
                  </a:lnTo>
                  <a:lnTo>
                    <a:pt x="6786527" y="182591"/>
                  </a:lnTo>
                  <a:lnTo>
                    <a:pt x="6735700" y="203103"/>
                  </a:lnTo>
                  <a:lnTo>
                    <a:pt x="6685368" y="225655"/>
                  </a:lnTo>
                  <a:lnTo>
                    <a:pt x="6635032" y="250277"/>
                  </a:lnTo>
                  <a:lnTo>
                    <a:pt x="6584348" y="276936"/>
                  </a:lnTo>
                  <a:lnTo>
                    <a:pt x="6533105" y="305523"/>
                  </a:lnTo>
                  <a:lnTo>
                    <a:pt x="6481211" y="335851"/>
                  </a:lnTo>
                  <a:lnTo>
                    <a:pt x="6428678" y="367655"/>
                  </a:lnTo>
                  <a:lnTo>
                    <a:pt x="6375606" y="400599"/>
                  </a:lnTo>
                  <a:lnTo>
                    <a:pt x="6322164" y="434286"/>
                  </a:lnTo>
                  <a:lnTo>
                    <a:pt x="6268565" y="468280"/>
                  </a:lnTo>
                  <a:lnTo>
                    <a:pt x="6215040" y="502130"/>
                  </a:lnTo>
                  <a:lnTo>
                    <a:pt x="6161812" y="535390"/>
                  </a:lnTo>
                  <a:lnTo>
                    <a:pt x="6109069" y="567648"/>
                  </a:lnTo>
                  <a:lnTo>
                    <a:pt x="6056937" y="598545"/>
                  </a:lnTo>
                  <a:lnTo>
                    <a:pt x="6005464" y="627787"/>
                  </a:lnTo>
                  <a:lnTo>
                    <a:pt x="5954595" y="655159"/>
                  </a:lnTo>
                  <a:lnTo>
                    <a:pt x="5904166" y="680525"/>
                  </a:lnTo>
                  <a:lnTo>
                    <a:pt x="5853881" y="703825"/>
                  </a:lnTo>
                  <a:lnTo>
                    <a:pt x="5803302" y="725066"/>
                  </a:lnTo>
                  <a:lnTo>
                    <a:pt x="5784835" y="732249"/>
                  </a:lnTo>
                  <a:lnTo>
                    <a:pt x="5735253" y="749977"/>
                  </a:lnTo>
                  <a:lnTo>
                    <a:pt x="5683961" y="765902"/>
                  </a:lnTo>
                  <a:lnTo>
                    <a:pt x="5630137" y="780120"/>
                  </a:lnTo>
                  <a:lnTo>
                    <a:pt x="5572867" y="792789"/>
                  </a:lnTo>
                  <a:lnTo>
                    <a:pt x="5511220" y="804089"/>
                  </a:lnTo>
                  <a:lnTo>
                    <a:pt x="5444332" y="814190"/>
                  </a:lnTo>
                  <a:lnTo>
                    <a:pt x="5371510" y="823242"/>
                  </a:lnTo>
                  <a:lnTo>
                    <a:pt x="5292374" y="831365"/>
                  </a:lnTo>
                  <a:lnTo>
                    <a:pt x="5207036" y="838645"/>
                  </a:lnTo>
                  <a:lnTo>
                    <a:pt x="5116320" y="845134"/>
                  </a:lnTo>
                  <a:lnTo>
                    <a:pt x="5021967" y="850853"/>
                  </a:lnTo>
                  <a:lnTo>
                    <a:pt x="4926768" y="855795"/>
                  </a:lnTo>
                  <a:lnTo>
                    <a:pt x="4834501" y="859942"/>
                  </a:lnTo>
                  <a:lnTo>
                    <a:pt x="4749574" y="863281"/>
                  </a:lnTo>
                  <a:lnTo>
                    <a:pt x="4676362" y="865820"/>
                  </a:lnTo>
                  <a:lnTo>
                    <a:pt x="4618324" y="867610"/>
                  </a:lnTo>
                  <a:lnTo>
                    <a:pt x="4577179" y="868745"/>
                  </a:lnTo>
                  <a:lnTo>
                    <a:pt x="4552399" y="869359"/>
                  </a:lnTo>
                  <a:lnTo>
                    <a:pt x="4541152" y="869611"/>
                  </a:lnTo>
                  <a:lnTo>
                    <a:pt x="4538543" y="869664"/>
                  </a:lnTo>
                  <a:lnTo>
                    <a:pt x="4016409" y="869664"/>
                  </a:lnTo>
                  <a:lnTo>
                    <a:pt x="4015152" y="869637"/>
                  </a:lnTo>
                  <a:lnTo>
                    <a:pt x="4006930" y="869449"/>
                  </a:lnTo>
                  <a:lnTo>
                    <a:pt x="3986370" y="868927"/>
                  </a:lnTo>
                  <a:lnTo>
                    <a:pt x="3950031" y="867901"/>
                  </a:lnTo>
                  <a:lnTo>
                    <a:pt x="3896720" y="866222"/>
                  </a:lnTo>
                  <a:lnTo>
                    <a:pt x="3827551" y="863776"/>
                  </a:lnTo>
                  <a:lnTo>
                    <a:pt x="3745561" y="860498"/>
                  </a:lnTo>
                  <a:lnTo>
                    <a:pt x="3654952" y="856367"/>
                  </a:lnTo>
                  <a:lnTo>
                    <a:pt x="3560199" y="851393"/>
                  </a:lnTo>
                  <a:lnTo>
                    <a:pt x="3465306" y="845595"/>
                  </a:lnTo>
                  <a:lnTo>
                    <a:pt x="3373359" y="838986"/>
                  </a:lnTo>
                  <a:lnTo>
                    <a:pt x="3286391" y="831552"/>
                  </a:lnTo>
                  <a:lnTo>
                    <a:pt x="3205468" y="823249"/>
                  </a:lnTo>
                  <a:lnTo>
                    <a:pt x="3130882" y="813997"/>
                  </a:lnTo>
                  <a:lnTo>
                    <a:pt x="3062374" y="803678"/>
                  </a:lnTo>
                  <a:lnTo>
                    <a:pt x="2999324" y="792144"/>
                  </a:lnTo>
                  <a:lnTo>
                    <a:pt x="2940909" y="779220"/>
                  </a:lnTo>
                  <a:lnTo>
                    <a:pt x="2886207" y="764717"/>
                  </a:lnTo>
                  <a:lnTo>
                    <a:pt x="2834292" y="748459"/>
                  </a:lnTo>
                  <a:lnTo>
                    <a:pt x="2784309" y="730319"/>
                  </a:lnTo>
                  <a:lnTo>
                    <a:pt x="2770117" y="724720"/>
                  </a:lnTo>
                  <a:lnTo>
                    <a:pt x="2719614" y="703229"/>
                  </a:lnTo>
                  <a:lnTo>
                    <a:pt x="2669603" y="679616"/>
                  </a:lnTo>
                  <a:lnTo>
                    <a:pt x="2619593" y="653845"/>
                  </a:lnTo>
                  <a:lnTo>
                    <a:pt x="2569244" y="625953"/>
                  </a:lnTo>
                  <a:lnTo>
                    <a:pt x="2518347" y="596049"/>
                  </a:lnTo>
                  <a:lnTo>
                    <a:pt x="2466809" y="564323"/>
                  </a:lnTo>
                  <a:lnTo>
                    <a:pt x="2414638" y="531049"/>
                  </a:lnTo>
                  <a:lnTo>
                    <a:pt x="2361929" y="496571"/>
                  </a:lnTo>
                  <a:lnTo>
                    <a:pt x="2308844" y="461297"/>
                  </a:lnTo>
                  <a:lnTo>
                    <a:pt x="2255591" y="425676"/>
                  </a:lnTo>
                  <a:lnTo>
                    <a:pt x="2202396" y="390175"/>
                  </a:lnTo>
                  <a:lnTo>
                    <a:pt x="2149481" y="355256"/>
                  </a:lnTo>
                  <a:lnTo>
                    <a:pt x="2097032" y="321349"/>
                  </a:lnTo>
                  <a:lnTo>
                    <a:pt x="2045179" y="288832"/>
                  </a:lnTo>
                  <a:lnTo>
                    <a:pt x="1993975" y="258013"/>
                  </a:lnTo>
                  <a:lnTo>
                    <a:pt x="1943378" y="229123"/>
                  </a:lnTo>
                  <a:lnTo>
                    <a:pt x="1893238" y="202312"/>
                  </a:lnTo>
                  <a:lnTo>
                    <a:pt x="1843279" y="177650"/>
                  </a:lnTo>
                  <a:lnTo>
                    <a:pt x="1793086" y="155135"/>
                  </a:lnTo>
                  <a:lnTo>
                    <a:pt x="1768425" y="144944"/>
                  </a:lnTo>
                  <a:lnTo>
                    <a:pt x="1718860" y="126250"/>
                  </a:lnTo>
                  <a:lnTo>
                    <a:pt x="1667586" y="109458"/>
                  </a:lnTo>
                  <a:lnTo>
                    <a:pt x="1613784" y="94465"/>
                  </a:lnTo>
                  <a:lnTo>
                    <a:pt x="1556538" y="81104"/>
                  </a:lnTo>
                  <a:lnTo>
                    <a:pt x="1494918" y="69187"/>
                  </a:lnTo>
                  <a:lnTo>
                    <a:pt x="1428063" y="58534"/>
                  </a:lnTo>
                  <a:lnTo>
                    <a:pt x="1355280" y="48986"/>
                  </a:lnTo>
                  <a:lnTo>
                    <a:pt x="1276187" y="40419"/>
                  </a:lnTo>
                  <a:lnTo>
                    <a:pt x="1190895" y="32740"/>
                  </a:lnTo>
                  <a:lnTo>
                    <a:pt x="1100223" y="25895"/>
                  </a:lnTo>
                  <a:lnTo>
                    <a:pt x="1005911" y="19862"/>
                  </a:lnTo>
                  <a:lnTo>
                    <a:pt x="910741" y="14648"/>
                  </a:lnTo>
                  <a:lnTo>
                    <a:pt x="818483" y="10271"/>
                  </a:lnTo>
                  <a:lnTo>
                    <a:pt x="733542" y="6747"/>
                  </a:lnTo>
                  <a:lnTo>
                    <a:pt x="660287" y="4065"/>
                  </a:lnTo>
                  <a:lnTo>
                    <a:pt x="602183" y="2174"/>
                  </a:lnTo>
                  <a:lnTo>
                    <a:pt x="560957" y="974"/>
                  </a:lnTo>
                  <a:lnTo>
                    <a:pt x="536095" y="324"/>
                  </a:lnTo>
                  <a:lnTo>
                    <a:pt x="524780" y="56"/>
                  </a:lnTo>
                  <a:lnTo>
                    <a:pt x="5221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405" name="pl405"/>
            <p:cNvSpPr/>
            <p:nvPr/>
          </p:nvSpPr>
          <p:spPr>
            <a:xfrm>
              <a:off x="386606" y="1236369"/>
              <a:ext cx="8554953" cy="869664"/>
            </a:xfrm>
            <a:custGeom>
              <a:avLst/>
              <a:pathLst>
                <a:path w="8554953" h="869664">
                  <a:moveTo>
                    <a:pt x="0" y="0"/>
                  </a:moveTo>
                  <a:lnTo>
                    <a:pt x="522133" y="0"/>
                  </a:lnTo>
                  <a:lnTo>
                    <a:pt x="523390" y="26"/>
                  </a:lnTo>
                  <a:lnTo>
                    <a:pt x="531612" y="215"/>
                  </a:lnTo>
                  <a:lnTo>
                    <a:pt x="552172" y="737"/>
                  </a:lnTo>
                  <a:lnTo>
                    <a:pt x="588511" y="1762"/>
                  </a:lnTo>
                  <a:lnTo>
                    <a:pt x="641822" y="3441"/>
                  </a:lnTo>
                  <a:lnTo>
                    <a:pt x="710991" y="5887"/>
                  </a:lnTo>
                  <a:lnTo>
                    <a:pt x="792981" y="9165"/>
                  </a:lnTo>
                  <a:lnTo>
                    <a:pt x="883590" y="13296"/>
                  </a:lnTo>
                  <a:lnTo>
                    <a:pt x="978343" y="18271"/>
                  </a:lnTo>
                  <a:lnTo>
                    <a:pt x="1073236" y="24068"/>
                  </a:lnTo>
                  <a:lnTo>
                    <a:pt x="1165183" y="30677"/>
                  </a:lnTo>
                  <a:lnTo>
                    <a:pt x="1252151" y="38111"/>
                  </a:lnTo>
                  <a:lnTo>
                    <a:pt x="1333075" y="46414"/>
                  </a:lnTo>
                  <a:lnTo>
                    <a:pt x="1407660" y="55667"/>
                  </a:lnTo>
                  <a:lnTo>
                    <a:pt x="1476169" y="65985"/>
                  </a:lnTo>
                  <a:lnTo>
                    <a:pt x="1539218" y="77519"/>
                  </a:lnTo>
                  <a:lnTo>
                    <a:pt x="1597633" y="90444"/>
                  </a:lnTo>
                  <a:lnTo>
                    <a:pt x="1652335" y="104946"/>
                  </a:lnTo>
                  <a:lnTo>
                    <a:pt x="1704250" y="121204"/>
                  </a:lnTo>
                  <a:lnTo>
                    <a:pt x="1754234" y="139344"/>
                  </a:lnTo>
                  <a:lnTo>
                    <a:pt x="1768425" y="144944"/>
                  </a:lnTo>
                  <a:lnTo>
                    <a:pt x="1818928" y="166434"/>
                  </a:lnTo>
                  <a:lnTo>
                    <a:pt x="1868940" y="190048"/>
                  </a:lnTo>
                  <a:lnTo>
                    <a:pt x="1918949" y="215818"/>
                  </a:lnTo>
                  <a:lnTo>
                    <a:pt x="1969298" y="243710"/>
                  </a:lnTo>
                  <a:lnTo>
                    <a:pt x="2020195" y="273615"/>
                  </a:lnTo>
                  <a:lnTo>
                    <a:pt x="2071733" y="305340"/>
                  </a:lnTo>
                  <a:lnTo>
                    <a:pt x="2123904" y="338614"/>
                  </a:lnTo>
                  <a:lnTo>
                    <a:pt x="2176613" y="373092"/>
                  </a:lnTo>
                  <a:lnTo>
                    <a:pt x="2229698" y="408366"/>
                  </a:lnTo>
                  <a:lnTo>
                    <a:pt x="2282951" y="443987"/>
                  </a:lnTo>
                  <a:lnTo>
                    <a:pt x="2336146" y="479488"/>
                  </a:lnTo>
                  <a:lnTo>
                    <a:pt x="2389061" y="514407"/>
                  </a:lnTo>
                  <a:lnTo>
                    <a:pt x="2441511" y="548314"/>
                  </a:lnTo>
                  <a:lnTo>
                    <a:pt x="2493364" y="580832"/>
                  </a:lnTo>
                  <a:lnTo>
                    <a:pt x="2544567" y="611650"/>
                  </a:lnTo>
                  <a:lnTo>
                    <a:pt x="2595164" y="640540"/>
                  </a:lnTo>
                  <a:lnTo>
                    <a:pt x="2645304" y="667351"/>
                  </a:lnTo>
                  <a:lnTo>
                    <a:pt x="2695263" y="692013"/>
                  </a:lnTo>
                  <a:lnTo>
                    <a:pt x="2745456" y="714529"/>
                  </a:lnTo>
                  <a:lnTo>
                    <a:pt x="2770117" y="724720"/>
                  </a:lnTo>
                  <a:lnTo>
                    <a:pt x="2819682" y="743413"/>
                  </a:lnTo>
                  <a:lnTo>
                    <a:pt x="2870956" y="760206"/>
                  </a:lnTo>
                  <a:lnTo>
                    <a:pt x="2924759" y="775199"/>
                  </a:lnTo>
                  <a:lnTo>
                    <a:pt x="2982005" y="788560"/>
                  </a:lnTo>
                  <a:lnTo>
                    <a:pt x="3043624" y="800477"/>
                  </a:lnTo>
                  <a:lnTo>
                    <a:pt x="3110479" y="811130"/>
                  </a:lnTo>
                  <a:lnTo>
                    <a:pt x="3183262" y="820677"/>
                  </a:lnTo>
                  <a:lnTo>
                    <a:pt x="3262356" y="829244"/>
                  </a:lnTo>
                  <a:lnTo>
                    <a:pt x="3347648" y="836923"/>
                  </a:lnTo>
                  <a:lnTo>
                    <a:pt x="3438319" y="843769"/>
                  </a:lnTo>
                  <a:lnTo>
                    <a:pt x="3532631" y="849801"/>
                  </a:lnTo>
                  <a:lnTo>
                    <a:pt x="3627801" y="855015"/>
                  </a:lnTo>
                  <a:lnTo>
                    <a:pt x="3720059" y="859392"/>
                  </a:lnTo>
                  <a:lnTo>
                    <a:pt x="3805001" y="862916"/>
                  </a:lnTo>
                  <a:lnTo>
                    <a:pt x="3878255" y="865598"/>
                  </a:lnTo>
                  <a:lnTo>
                    <a:pt x="3936360" y="867489"/>
                  </a:lnTo>
                  <a:lnTo>
                    <a:pt x="3977585" y="868689"/>
                  </a:lnTo>
                  <a:lnTo>
                    <a:pt x="4002447" y="869340"/>
                  </a:lnTo>
                  <a:lnTo>
                    <a:pt x="4013762" y="869607"/>
                  </a:lnTo>
                  <a:lnTo>
                    <a:pt x="4016378" y="869663"/>
                  </a:lnTo>
                  <a:lnTo>
                    <a:pt x="4016409" y="869664"/>
                  </a:lnTo>
                  <a:lnTo>
                    <a:pt x="4538543" y="869664"/>
                  </a:lnTo>
                  <a:lnTo>
                    <a:pt x="4539801" y="869639"/>
                  </a:lnTo>
                  <a:lnTo>
                    <a:pt x="4548031" y="869460"/>
                  </a:lnTo>
                  <a:lnTo>
                    <a:pt x="4568611" y="868964"/>
                  </a:lnTo>
                  <a:lnTo>
                    <a:pt x="4604982" y="867991"/>
                  </a:lnTo>
                  <a:lnTo>
                    <a:pt x="4658336" y="866398"/>
                  </a:lnTo>
                  <a:lnTo>
                    <a:pt x="4727555" y="864077"/>
                  </a:lnTo>
                  <a:lnTo>
                    <a:pt x="4809597" y="860966"/>
                  </a:lnTo>
                  <a:lnTo>
                    <a:pt x="4900253" y="857046"/>
                  </a:lnTo>
                  <a:lnTo>
                    <a:pt x="4995043" y="852326"/>
                  </a:lnTo>
                  <a:lnTo>
                    <a:pt x="5089963" y="846826"/>
                  </a:lnTo>
                  <a:lnTo>
                    <a:pt x="5181927" y="840555"/>
                  </a:lnTo>
                  <a:lnTo>
                    <a:pt x="5268902" y="833502"/>
                  </a:lnTo>
                  <a:lnTo>
                    <a:pt x="5349826" y="825624"/>
                  </a:lnTo>
                  <a:lnTo>
                    <a:pt x="5424408" y="816845"/>
                  </a:lnTo>
                  <a:lnTo>
                    <a:pt x="5492911" y="807053"/>
                  </a:lnTo>
                  <a:lnTo>
                    <a:pt x="5555955" y="796108"/>
                  </a:lnTo>
                  <a:lnTo>
                    <a:pt x="5614367" y="783844"/>
                  </a:lnTo>
                  <a:lnTo>
                    <a:pt x="5669068" y="770081"/>
                  </a:lnTo>
                  <a:lnTo>
                    <a:pt x="5720986" y="754651"/>
                  </a:lnTo>
                  <a:lnTo>
                    <a:pt x="5770976" y="737435"/>
                  </a:lnTo>
                  <a:lnTo>
                    <a:pt x="5784835" y="732249"/>
                  </a:lnTo>
                  <a:lnTo>
                    <a:pt x="5835662" y="711737"/>
                  </a:lnTo>
                  <a:lnTo>
                    <a:pt x="5885994" y="689186"/>
                  </a:lnTo>
                  <a:lnTo>
                    <a:pt x="5936330" y="664564"/>
                  </a:lnTo>
                  <a:lnTo>
                    <a:pt x="5987014" y="637905"/>
                  </a:lnTo>
                  <a:lnTo>
                    <a:pt x="6038257" y="609318"/>
                  </a:lnTo>
                  <a:lnTo>
                    <a:pt x="6090151" y="578990"/>
                  </a:lnTo>
                  <a:lnTo>
                    <a:pt x="6142684" y="547185"/>
                  </a:lnTo>
                  <a:lnTo>
                    <a:pt x="6195756" y="514242"/>
                  </a:lnTo>
                  <a:lnTo>
                    <a:pt x="6249198" y="480555"/>
                  </a:lnTo>
                  <a:lnTo>
                    <a:pt x="6302797" y="446561"/>
                  </a:lnTo>
                  <a:lnTo>
                    <a:pt x="6356322" y="412711"/>
                  </a:lnTo>
                  <a:lnTo>
                    <a:pt x="6409550" y="379451"/>
                  </a:lnTo>
                  <a:lnTo>
                    <a:pt x="6462293" y="347192"/>
                  </a:lnTo>
                  <a:lnTo>
                    <a:pt x="6514425" y="316296"/>
                  </a:lnTo>
                  <a:lnTo>
                    <a:pt x="6565898" y="287054"/>
                  </a:lnTo>
                  <a:lnTo>
                    <a:pt x="6616767" y="259682"/>
                  </a:lnTo>
                  <a:lnTo>
                    <a:pt x="6667196" y="234316"/>
                  </a:lnTo>
                  <a:lnTo>
                    <a:pt x="6717480" y="211016"/>
                  </a:lnTo>
                  <a:lnTo>
                    <a:pt x="6768060" y="189774"/>
                  </a:lnTo>
                  <a:lnTo>
                    <a:pt x="6786527" y="182591"/>
                  </a:lnTo>
                  <a:lnTo>
                    <a:pt x="6836109" y="164864"/>
                  </a:lnTo>
                  <a:lnTo>
                    <a:pt x="6887401" y="148939"/>
                  </a:lnTo>
                  <a:lnTo>
                    <a:pt x="6941225" y="134721"/>
                  </a:lnTo>
                  <a:lnTo>
                    <a:pt x="6998495" y="122052"/>
                  </a:lnTo>
                  <a:lnTo>
                    <a:pt x="7060142" y="110752"/>
                  </a:lnTo>
                  <a:lnTo>
                    <a:pt x="7127030" y="100651"/>
                  </a:lnTo>
                  <a:lnTo>
                    <a:pt x="7199852" y="91599"/>
                  </a:lnTo>
                  <a:lnTo>
                    <a:pt x="7278988" y="83476"/>
                  </a:lnTo>
                  <a:lnTo>
                    <a:pt x="7364326" y="76196"/>
                  </a:lnTo>
                  <a:lnTo>
                    <a:pt x="7455042" y="69706"/>
                  </a:lnTo>
                  <a:lnTo>
                    <a:pt x="7549395" y="63988"/>
                  </a:lnTo>
                  <a:lnTo>
                    <a:pt x="7644594" y="59046"/>
                  </a:lnTo>
                  <a:lnTo>
                    <a:pt x="7736861" y="54899"/>
                  </a:lnTo>
                  <a:lnTo>
                    <a:pt x="7821788" y="51560"/>
                  </a:lnTo>
                  <a:lnTo>
                    <a:pt x="7895000" y="49021"/>
                  </a:lnTo>
                  <a:lnTo>
                    <a:pt x="7953038" y="47231"/>
                  </a:lnTo>
                  <a:lnTo>
                    <a:pt x="7994183" y="46096"/>
                  </a:lnTo>
                  <a:lnTo>
                    <a:pt x="8018963" y="45482"/>
                  </a:lnTo>
                  <a:lnTo>
                    <a:pt x="8030210" y="45230"/>
                  </a:lnTo>
                  <a:lnTo>
                    <a:pt x="8032790" y="45177"/>
                  </a:lnTo>
                  <a:lnTo>
                    <a:pt x="8032819" y="45177"/>
                  </a:lnTo>
                  <a:lnTo>
                    <a:pt x="8554953" y="45177"/>
                  </a:lnTo>
                  <a:lnTo>
                    <a:pt x="8554953" y="45177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406" name="pl406"/>
            <p:cNvSpPr/>
            <p:nvPr/>
          </p:nvSpPr>
          <p:spPr>
            <a:xfrm>
              <a:off x="386606" y="1219428"/>
              <a:ext cx="8554953" cy="869664"/>
            </a:xfrm>
            <a:custGeom>
              <a:avLst/>
              <a:pathLst>
                <a:path w="8554953" h="869664">
                  <a:moveTo>
                    <a:pt x="8554953" y="45177"/>
                  </a:moveTo>
                  <a:lnTo>
                    <a:pt x="8032819" y="45177"/>
                  </a:lnTo>
                  <a:lnTo>
                    <a:pt x="8031560" y="45202"/>
                  </a:lnTo>
                  <a:lnTo>
                    <a:pt x="8023331" y="45381"/>
                  </a:lnTo>
                  <a:lnTo>
                    <a:pt x="8002751" y="45877"/>
                  </a:lnTo>
                  <a:lnTo>
                    <a:pt x="7966380" y="46849"/>
                  </a:lnTo>
                  <a:lnTo>
                    <a:pt x="7913026" y="48443"/>
                  </a:lnTo>
                  <a:lnTo>
                    <a:pt x="7843807" y="50764"/>
                  </a:lnTo>
                  <a:lnTo>
                    <a:pt x="7761765" y="53875"/>
                  </a:lnTo>
                  <a:lnTo>
                    <a:pt x="7671109" y="57795"/>
                  </a:lnTo>
                  <a:lnTo>
                    <a:pt x="7576319" y="62514"/>
                  </a:lnTo>
                  <a:lnTo>
                    <a:pt x="7481398" y="68015"/>
                  </a:lnTo>
                  <a:lnTo>
                    <a:pt x="7389435" y="74286"/>
                  </a:lnTo>
                  <a:lnTo>
                    <a:pt x="7302460" y="81339"/>
                  </a:lnTo>
                  <a:lnTo>
                    <a:pt x="7221536" y="89217"/>
                  </a:lnTo>
                  <a:lnTo>
                    <a:pt x="7146954" y="97996"/>
                  </a:lnTo>
                  <a:lnTo>
                    <a:pt x="7078451" y="107787"/>
                  </a:lnTo>
                  <a:lnTo>
                    <a:pt x="7015407" y="118732"/>
                  </a:lnTo>
                  <a:lnTo>
                    <a:pt x="6956995" y="130997"/>
                  </a:lnTo>
                  <a:lnTo>
                    <a:pt x="6902294" y="144760"/>
                  </a:lnTo>
                  <a:lnTo>
                    <a:pt x="6850376" y="160190"/>
                  </a:lnTo>
                  <a:lnTo>
                    <a:pt x="6800385" y="177405"/>
                  </a:lnTo>
                  <a:lnTo>
                    <a:pt x="6786527" y="182591"/>
                  </a:lnTo>
                  <a:lnTo>
                    <a:pt x="6735700" y="203103"/>
                  </a:lnTo>
                  <a:lnTo>
                    <a:pt x="6685368" y="225655"/>
                  </a:lnTo>
                  <a:lnTo>
                    <a:pt x="6635032" y="250277"/>
                  </a:lnTo>
                  <a:lnTo>
                    <a:pt x="6584348" y="276936"/>
                  </a:lnTo>
                  <a:lnTo>
                    <a:pt x="6533105" y="305523"/>
                  </a:lnTo>
                  <a:lnTo>
                    <a:pt x="6481211" y="335851"/>
                  </a:lnTo>
                  <a:lnTo>
                    <a:pt x="6428678" y="367655"/>
                  </a:lnTo>
                  <a:lnTo>
                    <a:pt x="6375606" y="400599"/>
                  </a:lnTo>
                  <a:lnTo>
                    <a:pt x="6322164" y="434286"/>
                  </a:lnTo>
                  <a:lnTo>
                    <a:pt x="6268565" y="468280"/>
                  </a:lnTo>
                  <a:lnTo>
                    <a:pt x="6215040" y="502130"/>
                  </a:lnTo>
                  <a:lnTo>
                    <a:pt x="6161812" y="535390"/>
                  </a:lnTo>
                  <a:lnTo>
                    <a:pt x="6109069" y="567648"/>
                  </a:lnTo>
                  <a:lnTo>
                    <a:pt x="6056937" y="598545"/>
                  </a:lnTo>
                  <a:lnTo>
                    <a:pt x="6005464" y="627787"/>
                  </a:lnTo>
                  <a:lnTo>
                    <a:pt x="5954595" y="655159"/>
                  </a:lnTo>
                  <a:lnTo>
                    <a:pt x="5904166" y="680525"/>
                  </a:lnTo>
                  <a:lnTo>
                    <a:pt x="5853881" y="703825"/>
                  </a:lnTo>
                  <a:lnTo>
                    <a:pt x="5803302" y="725066"/>
                  </a:lnTo>
                  <a:lnTo>
                    <a:pt x="5784835" y="732249"/>
                  </a:lnTo>
                  <a:lnTo>
                    <a:pt x="5735253" y="749977"/>
                  </a:lnTo>
                  <a:lnTo>
                    <a:pt x="5683961" y="765902"/>
                  </a:lnTo>
                  <a:lnTo>
                    <a:pt x="5630137" y="780120"/>
                  </a:lnTo>
                  <a:lnTo>
                    <a:pt x="5572867" y="792789"/>
                  </a:lnTo>
                  <a:lnTo>
                    <a:pt x="5511220" y="804089"/>
                  </a:lnTo>
                  <a:lnTo>
                    <a:pt x="5444332" y="814190"/>
                  </a:lnTo>
                  <a:lnTo>
                    <a:pt x="5371510" y="823242"/>
                  </a:lnTo>
                  <a:lnTo>
                    <a:pt x="5292374" y="831365"/>
                  </a:lnTo>
                  <a:lnTo>
                    <a:pt x="5207036" y="838645"/>
                  </a:lnTo>
                  <a:lnTo>
                    <a:pt x="5116320" y="845134"/>
                  </a:lnTo>
                  <a:lnTo>
                    <a:pt x="5021967" y="850853"/>
                  </a:lnTo>
                  <a:lnTo>
                    <a:pt x="4926768" y="855795"/>
                  </a:lnTo>
                  <a:lnTo>
                    <a:pt x="4834501" y="859942"/>
                  </a:lnTo>
                  <a:lnTo>
                    <a:pt x="4749574" y="863281"/>
                  </a:lnTo>
                  <a:lnTo>
                    <a:pt x="4676362" y="865820"/>
                  </a:lnTo>
                  <a:lnTo>
                    <a:pt x="4618324" y="867610"/>
                  </a:lnTo>
                  <a:lnTo>
                    <a:pt x="4577179" y="868745"/>
                  </a:lnTo>
                  <a:lnTo>
                    <a:pt x="4552399" y="869359"/>
                  </a:lnTo>
                  <a:lnTo>
                    <a:pt x="4541152" y="869611"/>
                  </a:lnTo>
                  <a:lnTo>
                    <a:pt x="4538572" y="869663"/>
                  </a:lnTo>
                  <a:lnTo>
                    <a:pt x="4538543" y="869664"/>
                  </a:lnTo>
                  <a:lnTo>
                    <a:pt x="4016409" y="869664"/>
                  </a:lnTo>
                  <a:lnTo>
                    <a:pt x="4015152" y="869637"/>
                  </a:lnTo>
                  <a:lnTo>
                    <a:pt x="4006930" y="869449"/>
                  </a:lnTo>
                  <a:lnTo>
                    <a:pt x="3986370" y="868927"/>
                  </a:lnTo>
                  <a:lnTo>
                    <a:pt x="3950031" y="867901"/>
                  </a:lnTo>
                  <a:lnTo>
                    <a:pt x="3896720" y="866222"/>
                  </a:lnTo>
                  <a:lnTo>
                    <a:pt x="3827551" y="863776"/>
                  </a:lnTo>
                  <a:lnTo>
                    <a:pt x="3745561" y="860498"/>
                  </a:lnTo>
                  <a:lnTo>
                    <a:pt x="3654952" y="856367"/>
                  </a:lnTo>
                  <a:lnTo>
                    <a:pt x="3560199" y="851393"/>
                  </a:lnTo>
                  <a:lnTo>
                    <a:pt x="3465306" y="845595"/>
                  </a:lnTo>
                  <a:lnTo>
                    <a:pt x="3373359" y="838986"/>
                  </a:lnTo>
                  <a:lnTo>
                    <a:pt x="3286391" y="831552"/>
                  </a:lnTo>
                  <a:lnTo>
                    <a:pt x="3205468" y="823249"/>
                  </a:lnTo>
                  <a:lnTo>
                    <a:pt x="3130882" y="813997"/>
                  </a:lnTo>
                  <a:lnTo>
                    <a:pt x="3062374" y="803678"/>
                  </a:lnTo>
                  <a:lnTo>
                    <a:pt x="2999324" y="792144"/>
                  </a:lnTo>
                  <a:lnTo>
                    <a:pt x="2940909" y="779220"/>
                  </a:lnTo>
                  <a:lnTo>
                    <a:pt x="2886207" y="764717"/>
                  </a:lnTo>
                  <a:lnTo>
                    <a:pt x="2834292" y="748459"/>
                  </a:lnTo>
                  <a:lnTo>
                    <a:pt x="2784309" y="730319"/>
                  </a:lnTo>
                  <a:lnTo>
                    <a:pt x="2770117" y="724720"/>
                  </a:lnTo>
                  <a:lnTo>
                    <a:pt x="2719614" y="703229"/>
                  </a:lnTo>
                  <a:lnTo>
                    <a:pt x="2669603" y="679616"/>
                  </a:lnTo>
                  <a:lnTo>
                    <a:pt x="2619593" y="653845"/>
                  </a:lnTo>
                  <a:lnTo>
                    <a:pt x="2569244" y="625953"/>
                  </a:lnTo>
                  <a:lnTo>
                    <a:pt x="2518347" y="596049"/>
                  </a:lnTo>
                  <a:lnTo>
                    <a:pt x="2466809" y="564323"/>
                  </a:lnTo>
                  <a:lnTo>
                    <a:pt x="2414638" y="531049"/>
                  </a:lnTo>
                  <a:lnTo>
                    <a:pt x="2361929" y="496571"/>
                  </a:lnTo>
                  <a:lnTo>
                    <a:pt x="2308844" y="461297"/>
                  </a:lnTo>
                  <a:lnTo>
                    <a:pt x="2255591" y="425676"/>
                  </a:lnTo>
                  <a:lnTo>
                    <a:pt x="2202396" y="390175"/>
                  </a:lnTo>
                  <a:lnTo>
                    <a:pt x="2149481" y="355256"/>
                  </a:lnTo>
                  <a:lnTo>
                    <a:pt x="2097032" y="321349"/>
                  </a:lnTo>
                  <a:lnTo>
                    <a:pt x="2045179" y="288832"/>
                  </a:lnTo>
                  <a:lnTo>
                    <a:pt x="1993975" y="258013"/>
                  </a:lnTo>
                  <a:lnTo>
                    <a:pt x="1943378" y="229123"/>
                  </a:lnTo>
                  <a:lnTo>
                    <a:pt x="1893238" y="202312"/>
                  </a:lnTo>
                  <a:lnTo>
                    <a:pt x="1843279" y="177650"/>
                  </a:lnTo>
                  <a:lnTo>
                    <a:pt x="1793086" y="155135"/>
                  </a:lnTo>
                  <a:lnTo>
                    <a:pt x="1768425" y="144944"/>
                  </a:lnTo>
                  <a:lnTo>
                    <a:pt x="1718860" y="126250"/>
                  </a:lnTo>
                  <a:lnTo>
                    <a:pt x="1667586" y="109458"/>
                  </a:lnTo>
                  <a:lnTo>
                    <a:pt x="1613784" y="94465"/>
                  </a:lnTo>
                  <a:lnTo>
                    <a:pt x="1556538" y="81104"/>
                  </a:lnTo>
                  <a:lnTo>
                    <a:pt x="1494918" y="69187"/>
                  </a:lnTo>
                  <a:lnTo>
                    <a:pt x="1428063" y="58534"/>
                  </a:lnTo>
                  <a:lnTo>
                    <a:pt x="1355280" y="48986"/>
                  </a:lnTo>
                  <a:lnTo>
                    <a:pt x="1276187" y="40419"/>
                  </a:lnTo>
                  <a:lnTo>
                    <a:pt x="1190895" y="32740"/>
                  </a:lnTo>
                  <a:lnTo>
                    <a:pt x="1100223" y="25895"/>
                  </a:lnTo>
                  <a:lnTo>
                    <a:pt x="1005911" y="19862"/>
                  </a:lnTo>
                  <a:lnTo>
                    <a:pt x="910741" y="14648"/>
                  </a:lnTo>
                  <a:lnTo>
                    <a:pt x="818483" y="10271"/>
                  </a:lnTo>
                  <a:lnTo>
                    <a:pt x="733542" y="6747"/>
                  </a:lnTo>
                  <a:lnTo>
                    <a:pt x="660287" y="4065"/>
                  </a:lnTo>
                  <a:lnTo>
                    <a:pt x="602183" y="2174"/>
                  </a:lnTo>
                  <a:lnTo>
                    <a:pt x="560957" y="974"/>
                  </a:lnTo>
                  <a:lnTo>
                    <a:pt x="536095" y="324"/>
                  </a:lnTo>
                  <a:lnTo>
                    <a:pt x="524780" y="56"/>
                  </a:lnTo>
                  <a:lnTo>
                    <a:pt x="522164" y="0"/>
                  </a:lnTo>
                  <a:lnTo>
                    <a:pt x="522133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407" name="pg407"/>
            <p:cNvSpPr/>
            <p:nvPr/>
          </p:nvSpPr>
          <p:spPr>
            <a:xfrm>
              <a:off x="386606" y="1236369"/>
              <a:ext cx="8554953" cy="1101198"/>
            </a:xfrm>
            <a:custGeom>
              <a:avLst/>
              <a:pathLst>
                <a:path w="8554953" h="1101198">
                  <a:moveTo>
                    <a:pt x="0" y="5647"/>
                  </a:moveTo>
                  <a:lnTo>
                    <a:pt x="522133" y="5647"/>
                  </a:lnTo>
                  <a:lnTo>
                    <a:pt x="523390" y="5674"/>
                  </a:lnTo>
                  <a:lnTo>
                    <a:pt x="531607" y="5867"/>
                  </a:lnTo>
                  <a:lnTo>
                    <a:pt x="552158" y="6403"/>
                  </a:lnTo>
                  <a:lnTo>
                    <a:pt x="588480" y="7454"/>
                  </a:lnTo>
                  <a:lnTo>
                    <a:pt x="641768" y="9176"/>
                  </a:lnTo>
                  <a:lnTo>
                    <a:pt x="710911" y="11684"/>
                  </a:lnTo>
                  <a:lnTo>
                    <a:pt x="792874" y="15046"/>
                  </a:lnTo>
                  <a:lnTo>
                    <a:pt x="883459" y="19282"/>
                  </a:lnTo>
                  <a:lnTo>
                    <a:pt x="978193" y="24384"/>
                  </a:lnTo>
                  <a:lnTo>
                    <a:pt x="1073072" y="30329"/>
                  </a:lnTo>
                  <a:lnTo>
                    <a:pt x="1165010" y="37108"/>
                  </a:lnTo>
                  <a:lnTo>
                    <a:pt x="1251974" y="44731"/>
                  </a:lnTo>
                  <a:lnTo>
                    <a:pt x="1332897" y="53246"/>
                  </a:lnTo>
                  <a:lnTo>
                    <a:pt x="1407485" y="62735"/>
                  </a:lnTo>
                  <a:lnTo>
                    <a:pt x="1475996" y="73317"/>
                  </a:lnTo>
                  <a:lnTo>
                    <a:pt x="1539048" y="85145"/>
                  </a:lnTo>
                  <a:lnTo>
                    <a:pt x="1597465" y="98398"/>
                  </a:lnTo>
                  <a:lnTo>
                    <a:pt x="1652167" y="113269"/>
                  </a:lnTo>
                  <a:lnTo>
                    <a:pt x="1704081" y="129941"/>
                  </a:lnTo>
                  <a:lnTo>
                    <a:pt x="1754061" y="148542"/>
                  </a:lnTo>
                  <a:lnTo>
                    <a:pt x="1768425" y="154356"/>
                  </a:lnTo>
                  <a:lnTo>
                    <a:pt x="1818764" y="176329"/>
                  </a:lnTo>
                  <a:lnTo>
                    <a:pt x="1868613" y="200465"/>
                  </a:lnTo>
                  <a:lnTo>
                    <a:pt x="1918457" y="226800"/>
                  </a:lnTo>
                  <a:lnTo>
                    <a:pt x="1968635" y="255299"/>
                  </a:lnTo>
                  <a:lnTo>
                    <a:pt x="2019356" y="285851"/>
                  </a:lnTo>
                  <a:lnTo>
                    <a:pt x="2070714" y="318262"/>
                  </a:lnTo>
                  <a:lnTo>
                    <a:pt x="2122702" y="352259"/>
                  </a:lnTo>
                  <a:lnTo>
                    <a:pt x="2175227" y="387491"/>
                  </a:lnTo>
                  <a:lnTo>
                    <a:pt x="2228130" y="423546"/>
                  </a:lnTo>
                  <a:lnTo>
                    <a:pt x="2281207" y="459969"/>
                  </a:lnTo>
                  <a:lnTo>
                    <a:pt x="2334233" y="496285"/>
                  </a:lnTo>
                  <a:lnTo>
                    <a:pt x="2386990" y="532025"/>
                  </a:lnTo>
                  <a:lnTo>
                    <a:pt x="2439289" y="566749"/>
                  </a:lnTo>
                  <a:lnTo>
                    <a:pt x="2491001" y="600072"/>
                  </a:lnTo>
                  <a:lnTo>
                    <a:pt x="2542067" y="631676"/>
                  </a:lnTo>
                  <a:lnTo>
                    <a:pt x="2592526" y="661324"/>
                  </a:lnTo>
                  <a:lnTo>
                    <a:pt x="2642521" y="688859"/>
                  </a:lnTo>
                  <a:lnTo>
                    <a:pt x="2692317" y="714205"/>
                  </a:lnTo>
                  <a:lnTo>
                    <a:pt x="2742316" y="737361"/>
                  </a:lnTo>
                  <a:lnTo>
                    <a:pt x="2770117" y="749191"/>
                  </a:lnTo>
                  <a:lnTo>
                    <a:pt x="2819673" y="768366"/>
                  </a:lnTo>
                  <a:lnTo>
                    <a:pt x="2870937" y="785593"/>
                  </a:lnTo>
                  <a:lnTo>
                    <a:pt x="2924729" y="800973"/>
                  </a:lnTo>
                  <a:lnTo>
                    <a:pt x="2981963" y="814680"/>
                  </a:lnTo>
                  <a:lnTo>
                    <a:pt x="3043568" y="826905"/>
                  </a:lnTo>
                  <a:lnTo>
                    <a:pt x="3110406" y="837834"/>
                  </a:lnTo>
                  <a:lnTo>
                    <a:pt x="3183169" y="847629"/>
                  </a:lnTo>
                  <a:lnTo>
                    <a:pt x="3262240" y="856419"/>
                  </a:lnTo>
                  <a:lnTo>
                    <a:pt x="3347508" y="864297"/>
                  </a:lnTo>
                  <a:lnTo>
                    <a:pt x="3438156" y="871320"/>
                  </a:lnTo>
                  <a:lnTo>
                    <a:pt x="3532447" y="877510"/>
                  </a:lnTo>
                  <a:lnTo>
                    <a:pt x="3627602" y="882860"/>
                  </a:lnTo>
                  <a:lnTo>
                    <a:pt x="3719855" y="887352"/>
                  </a:lnTo>
                  <a:lnTo>
                    <a:pt x="3804805" y="890969"/>
                  </a:lnTo>
                  <a:lnTo>
                    <a:pt x="3878081" y="893722"/>
                  </a:lnTo>
                  <a:lnTo>
                    <a:pt x="3936220" y="895664"/>
                  </a:lnTo>
                  <a:lnTo>
                    <a:pt x="3977488" y="896897"/>
                  </a:lnTo>
                  <a:lnTo>
                    <a:pt x="4002392" y="897566"/>
                  </a:lnTo>
                  <a:lnTo>
                    <a:pt x="4013742" y="897841"/>
                  </a:lnTo>
                  <a:lnTo>
                    <a:pt x="4016409" y="897900"/>
                  </a:lnTo>
                  <a:lnTo>
                    <a:pt x="4538543" y="897900"/>
                  </a:lnTo>
                  <a:lnTo>
                    <a:pt x="4539812" y="897906"/>
                  </a:lnTo>
                  <a:lnTo>
                    <a:pt x="4548109" y="897951"/>
                  </a:lnTo>
                  <a:lnTo>
                    <a:pt x="4568850" y="898074"/>
                  </a:lnTo>
                  <a:lnTo>
                    <a:pt x="4605493" y="898316"/>
                  </a:lnTo>
                  <a:lnTo>
                    <a:pt x="4659213" y="898712"/>
                  </a:lnTo>
                  <a:lnTo>
                    <a:pt x="4728857" y="899289"/>
                  </a:lnTo>
                  <a:lnTo>
                    <a:pt x="4811330" y="900062"/>
                  </a:lnTo>
                  <a:lnTo>
                    <a:pt x="4902377" y="901035"/>
                  </a:lnTo>
                  <a:lnTo>
                    <a:pt x="4997483" y="902207"/>
                  </a:lnTo>
                  <a:lnTo>
                    <a:pt x="5092628" y="903572"/>
                  </a:lnTo>
                  <a:lnTo>
                    <a:pt x="5184727" y="905129"/>
                  </a:lnTo>
                  <a:lnTo>
                    <a:pt x="5271763" y="906879"/>
                  </a:lnTo>
                  <a:lnTo>
                    <a:pt x="5352692" y="908835"/>
                  </a:lnTo>
                  <a:lnTo>
                    <a:pt x="5427245" y="911015"/>
                  </a:lnTo>
                  <a:lnTo>
                    <a:pt x="5495703" y="913447"/>
                  </a:lnTo>
                  <a:lnTo>
                    <a:pt x="5558703" y="916167"/>
                  </a:lnTo>
                  <a:lnTo>
                    <a:pt x="5617086" y="919216"/>
                  </a:lnTo>
                  <a:lnTo>
                    <a:pt x="5671782" y="922639"/>
                  </a:lnTo>
                  <a:lnTo>
                    <a:pt x="5723726" y="926477"/>
                  </a:lnTo>
                  <a:lnTo>
                    <a:pt x="5773774" y="930759"/>
                  </a:lnTo>
                  <a:lnTo>
                    <a:pt x="5784835" y="931783"/>
                  </a:lnTo>
                  <a:lnTo>
                    <a:pt x="5838851" y="937177"/>
                  </a:lnTo>
                  <a:lnTo>
                    <a:pt x="5892346" y="943140"/>
                  </a:lnTo>
                  <a:lnTo>
                    <a:pt x="5945902" y="949680"/>
                  </a:lnTo>
                  <a:lnTo>
                    <a:pt x="5999906" y="956784"/>
                  </a:lnTo>
                  <a:lnTo>
                    <a:pt x="6054579" y="964413"/>
                  </a:lnTo>
                  <a:lnTo>
                    <a:pt x="6109995" y="972507"/>
                  </a:lnTo>
                  <a:lnTo>
                    <a:pt x="6166099" y="980979"/>
                  </a:lnTo>
                  <a:lnTo>
                    <a:pt x="6222735" y="989720"/>
                  </a:lnTo>
                  <a:lnTo>
                    <a:pt x="6279673" y="998609"/>
                  </a:lnTo>
                  <a:lnTo>
                    <a:pt x="6336640" y="1007511"/>
                  </a:lnTo>
                  <a:lnTo>
                    <a:pt x="6393361" y="1016295"/>
                  </a:lnTo>
                  <a:lnTo>
                    <a:pt x="6449593" y="1024833"/>
                  </a:lnTo>
                  <a:lnTo>
                    <a:pt x="6505162" y="1033014"/>
                  </a:lnTo>
                  <a:lnTo>
                    <a:pt x="6559990" y="1040747"/>
                  </a:lnTo>
                  <a:lnTo>
                    <a:pt x="6614122" y="1047966"/>
                  </a:lnTo>
                  <a:lnTo>
                    <a:pt x="6667746" y="1054627"/>
                  </a:lnTo>
                  <a:lnTo>
                    <a:pt x="6721213" y="1060711"/>
                  </a:lnTo>
                  <a:lnTo>
                    <a:pt x="6775060" y="1066224"/>
                  </a:lnTo>
                  <a:lnTo>
                    <a:pt x="6786527" y="1067315"/>
                  </a:lnTo>
                  <a:lnTo>
                    <a:pt x="6836252" y="1071698"/>
                  </a:lnTo>
                  <a:lnTo>
                    <a:pt x="6887699" y="1075634"/>
                  </a:lnTo>
                  <a:lnTo>
                    <a:pt x="6941697" y="1079147"/>
                  </a:lnTo>
                  <a:lnTo>
                    <a:pt x="6999169" y="1082276"/>
                  </a:lnTo>
                  <a:lnTo>
                    <a:pt x="7061053" y="1085066"/>
                  </a:lnTo>
                  <a:lnTo>
                    <a:pt x="7128220" y="1087559"/>
                  </a:lnTo>
                  <a:lnTo>
                    <a:pt x="7201363" y="1089793"/>
                  </a:lnTo>
                  <a:lnTo>
                    <a:pt x="7280860" y="1091797"/>
                  </a:lnTo>
                  <a:lnTo>
                    <a:pt x="7366583" y="1093593"/>
                  </a:lnTo>
                  <a:lnTo>
                    <a:pt x="7457683" y="1095192"/>
                  </a:lnTo>
                  <a:lnTo>
                    <a:pt x="7552374" y="1096600"/>
                  </a:lnTo>
                  <a:lnTo>
                    <a:pt x="7647811" y="1097816"/>
                  </a:lnTo>
                  <a:lnTo>
                    <a:pt x="7740156" y="1098835"/>
                  </a:lnTo>
                  <a:lnTo>
                    <a:pt x="7824950" y="1099653"/>
                  </a:lnTo>
                  <a:lnTo>
                    <a:pt x="7897801" y="1100273"/>
                  </a:lnTo>
                  <a:lnTo>
                    <a:pt x="7955279" y="1100707"/>
                  </a:lnTo>
                  <a:lnTo>
                    <a:pt x="7995742" y="1100981"/>
                  </a:lnTo>
                  <a:lnTo>
                    <a:pt x="8019832" y="1101128"/>
                  </a:lnTo>
                  <a:lnTo>
                    <a:pt x="8030518" y="1101186"/>
                  </a:lnTo>
                  <a:lnTo>
                    <a:pt x="8032819" y="1101198"/>
                  </a:lnTo>
                  <a:lnTo>
                    <a:pt x="8554953" y="1101198"/>
                  </a:lnTo>
                  <a:lnTo>
                    <a:pt x="8554953" y="1095551"/>
                  </a:lnTo>
                  <a:lnTo>
                    <a:pt x="8032819" y="1095551"/>
                  </a:lnTo>
                  <a:lnTo>
                    <a:pt x="8031550" y="1095544"/>
                  </a:lnTo>
                  <a:lnTo>
                    <a:pt x="8023253" y="1095500"/>
                  </a:lnTo>
                  <a:lnTo>
                    <a:pt x="8002511" y="1095377"/>
                  </a:lnTo>
                  <a:lnTo>
                    <a:pt x="7965869" y="1095135"/>
                  </a:lnTo>
                  <a:lnTo>
                    <a:pt x="7912149" y="1094739"/>
                  </a:lnTo>
                  <a:lnTo>
                    <a:pt x="7842505" y="1094162"/>
                  </a:lnTo>
                  <a:lnTo>
                    <a:pt x="7760032" y="1093389"/>
                  </a:lnTo>
                  <a:lnTo>
                    <a:pt x="7668985" y="1092415"/>
                  </a:lnTo>
                  <a:lnTo>
                    <a:pt x="7573878" y="1091243"/>
                  </a:lnTo>
                  <a:lnTo>
                    <a:pt x="7478734" y="1089878"/>
                  </a:lnTo>
                  <a:lnTo>
                    <a:pt x="7386635" y="1088322"/>
                  </a:lnTo>
                  <a:lnTo>
                    <a:pt x="7299599" y="1086571"/>
                  </a:lnTo>
                  <a:lnTo>
                    <a:pt x="7218670" y="1084616"/>
                  </a:lnTo>
                  <a:lnTo>
                    <a:pt x="7144117" y="1082436"/>
                  </a:lnTo>
                  <a:lnTo>
                    <a:pt x="7075659" y="1080004"/>
                  </a:lnTo>
                  <a:lnTo>
                    <a:pt x="7012659" y="1077284"/>
                  </a:lnTo>
                  <a:lnTo>
                    <a:pt x="6954276" y="1074235"/>
                  </a:lnTo>
                  <a:lnTo>
                    <a:pt x="6899579" y="1070812"/>
                  </a:lnTo>
                  <a:lnTo>
                    <a:pt x="6847636" y="1066974"/>
                  </a:lnTo>
                  <a:lnTo>
                    <a:pt x="6797588" y="1062692"/>
                  </a:lnTo>
                  <a:lnTo>
                    <a:pt x="6786527" y="1061668"/>
                  </a:lnTo>
                  <a:lnTo>
                    <a:pt x="6732511" y="1056274"/>
                  </a:lnTo>
                  <a:lnTo>
                    <a:pt x="6679016" y="1050310"/>
                  </a:lnTo>
                  <a:lnTo>
                    <a:pt x="6625460" y="1043770"/>
                  </a:lnTo>
                  <a:lnTo>
                    <a:pt x="6571456" y="1036667"/>
                  </a:lnTo>
                  <a:lnTo>
                    <a:pt x="6516782" y="1029037"/>
                  </a:lnTo>
                  <a:lnTo>
                    <a:pt x="6461367" y="1020943"/>
                  </a:lnTo>
                  <a:lnTo>
                    <a:pt x="6405263" y="1012472"/>
                  </a:lnTo>
                  <a:lnTo>
                    <a:pt x="6348627" y="1003730"/>
                  </a:lnTo>
                  <a:lnTo>
                    <a:pt x="6291689" y="994842"/>
                  </a:lnTo>
                  <a:lnTo>
                    <a:pt x="6234722" y="985939"/>
                  </a:lnTo>
                  <a:lnTo>
                    <a:pt x="6178001" y="977156"/>
                  </a:lnTo>
                  <a:lnTo>
                    <a:pt x="6121769" y="968618"/>
                  </a:lnTo>
                  <a:lnTo>
                    <a:pt x="6066200" y="960436"/>
                  </a:lnTo>
                  <a:lnTo>
                    <a:pt x="6011372" y="952703"/>
                  </a:lnTo>
                  <a:lnTo>
                    <a:pt x="5957240" y="945485"/>
                  </a:lnTo>
                  <a:lnTo>
                    <a:pt x="5903616" y="938824"/>
                  </a:lnTo>
                  <a:lnTo>
                    <a:pt x="5850149" y="932739"/>
                  </a:lnTo>
                  <a:lnTo>
                    <a:pt x="5796302" y="927226"/>
                  </a:lnTo>
                  <a:lnTo>
                    <a:pt x="5784835" y="926136"/>
                  </a:lnTo>
                  <a:lnTo>
                    <a:pt x="5735110" y="921753"/>
                  </a:lnTo>
                  <a:lnTo>
                    <a:pt x="5683663" y="917817"/>
                  </a:lnTo>
                  <a:lnTo>
                    <a:pt x="5629665" y="914304"/>
                  </a:lnTo>
                  <a:lnTo>
                    <a:pt x="5572193" y="911174"/>
                  </a:lnTo>
                  <a:lnTo>
                    <a:pt x="5510309" y="908384"/>
                  </a:lnTo>
                  <a:lnTo>
                    <a:pt x="5443142" y="905891"/>
                  </a:lnTo>
                  <a:lnTo>
                    <a:pt x="5369999" y="903657"/>
                  </a:lnTo>
                  <a:lnTo>
                    <a:pt x="5290502" y="901653"/>
                  </a:lnTo>
                  <a:lnTo>
                    <a:pt x="5204779" y="899858"/>
                  </a:lnTo>
                  <a:lnTo>
                    <a:pt x="5113679" y="898258"/>
                  </a:lnTo>
                  <a:lnTo>
                    <a:pt x="5018988" y="896850"/>
                  </a:lnTo>
                  <a:lnTo>
                    <a:pt x="4923551" y="895634"/>
                  </a:lnTo>
                  <a:lnTo>
                    <a:pt x="4831206" y="894616"/>
                  </a:lnTo>
                  <a:lnTo>
                    <a:pt x="4746412" y="893798"/>
                  </a:lnTo>
                  <a:lnTo>
                    <a:pt x="4673561" y="893178"/>
                  </a:lnTo>
                  <a:lnTo>
                    <a:pt x="4616083" y="892743"/>
                  </a:lnTo>
                  <a:lnTo>
                    <a:pt x="4575620" y="892469"/>
                  </a:lnTo>
                  <a:lnTo>
                    <a:pt x="4551530" y="892323"/>
                  </a:lnTo>
                  <a:lnTo>
                    <a:pt x="4540844" y="892264"/>
                  </a:lnTo>
                  <a:lnTo>
                    <a:pt x="4538543" y="892253"/>
                  </a:lnTo>
                  <a:lnTo>
                    <a:pt x="4016409" y="892253"/>
                  </a:lnTo>
                  <a:lnTo>
                    <a:pt x="4015153" y="892225"/>
                  </a:lnTo>
                  <a:lnTo>
                    <a:pt x="4006935" y="892032"/>
                  </a:lnTo>
                  <a:lnTo>
                    <a:pt x="3986385" y="891497"/>
                  </a:lnTo>
                  <a:lnTo>
                    <a:pt x="3950062" y="890445"/>
                  </a:lnTo>
                  <a:lnTo>
                    <a:pt x="3896774" y="888724"/>
                  </a:lnTo>
                  <a:lnTo>
                    <a:pt x="3827632" y="886215"/>
                  </a:lnTo>
                  <a:lnTo>
                    <a:pt x="3745668" y="882854"/>
                  </a:lnTo>
                  <a:lnTo>
                    <a:pt x="3655083" y="878617"/>
                  </a:lnTo>
                  <a:lnTo>
                    <a:pt x="3560350" y="873516"/>
                  </a:lnTo>
                  <a:lnTo>
                    <a:pt x="3465470" y="867570"/>
                  </a:lnTo>
                  <a:lnTo>
                    <a:pt x="3373532" y="860792"/>
                  </a:lnTo>
                  <a:lnTo>
                    <a:pt x="3286568" y="853168"/>
                  </a:lnTo>
                  <a:lnTo>
                    <a:pt x="3205645" y="844653"/>
                  </a:lnTo>
                  <a:lnTo>
                    <a:pt x="3131057" y="835164"/>
                  </a:lnTo>
                  <a:lnTo>
                    <a:pt x="3062546" y="824582"/>
                  </a:lnTo>
                  <a:lnTo>
                    <a:pt x="2999495" y="812754"/>
                  </a:lnTo>
                  <a:lnTo>
                    <a:pt x="2941077" y="799501"/>
                  </a:lnTo>
                  <a:lnTo>
                    <a:pt x="2886375" y="784630"/>
                  </a:lnTo>
                  <a:lnTo>
                    <a:pt x="2834462" y="767959"/>
                  </a:lnTo>
                  <a:lnTo>
                    <a:pt x="2784481" y="749357"/>
                  </a:lnTo>
                  <a:lnTo>
                    <a:pt x="2770117" y="743544"/>
                  </a:lnTo>
                  <a:lnTo>
                    <a:pt x="2719778" y="721571"/>
                  </a:lnTo>
                  <a:lnTo>
                    <a:pt x="2669930" y="697434"/>
                  </a:lnTo>
                  <a:lnTo>
                    <a:pt x="2620085" y="671099"/>
                  </a:lnTo>
                  <a:lnTo>
                    <a:pt x="2569907" y="642600"/>
                  </a:lnTo>
                  <a:lnTo>
                    <a:pt x="2519186" y="612048"/>
                  </a:lnTo>
                  <a:lnTo>
                    <a:pt x="2467828" y="579637"/>
                  </a:lnTo>
                  <a:lnTo>
                    <a:pt x="2415840" y="545640"/>
                  </a:lnTo>
                  <a:lnTo>
                    <a:pt x="2363315" y="510408"/>
                  </a:lnTo>
                  <a:lnTo>
                    <a:pt x="2310412" y="474353"/>
                  </a:lnTo>
                  <a:lnTo>
                    <a:pt x="2257335" y="437930"/>
                  </a:lnTo>
                  <a:lnTo>
                    <a:pt x="2204309" y="401614"/>
                  </a:lnTo>
                  <a:lnTo>
                    <a:pt x="2151552" y="365874"/>
                  </a:lnTo>
                  <a:lnTo>
                    <a:pt x="2099253" y="331150"/>
                  </a:lnTo>
                  <a:lnTo>
                    <a:pt x="2047541" y="297827"/>
                  </a:lnTo>
                  <a:lnTo>
                    <a:pt x="1996475" y="266223"/>
                  </a:lnTo>
                  <a:lnTo>
                    <a:pt x="1946016" y="236575"/>
                  </a:lnTo>
                  <a:lnTo>
                    <a:pt x="1896021" y="209041"/>
                  </a:lnTo>
                  <a:lnTo>
                    <a:pt x="1846225" y="183694"/>
                  </a:lnTo>
                  <a:lnTo>
                    <a:pt x="1796226" y="160538"/>
                  </a:lnTo>
                  <a:lnTo>
                    <a:pt x="1768425" y="148708"/>
                  </a:lnTo>
                  <a:lnTo>
                    <a:pt x="1718869" y="129533"/>
                  </a:lnTo>
                  <a:lnTo>
                    <a:pt x="1667605" y="112306"/>
                  </a:lnTo>
                  <a:lnTo>
                    <a:pt x="1613813" y="96926"/>
                  </a:lnTo>
                  <a:lnTo>
                    <a:pt x="1556579" y="83219"/>
                  </a:lnTo>
                  <a:lnTo>
                    <a:pt x="1494975" y="70994"/>
                  </a:lnTo>
                  <a:lnTo>
                    <a:pt x="1428137" y="60065"/>
                  </a:lnTo>
                  <a:lnTo>
                    <a:pt x="1355373" y="50270"/>
                  </a:lnTo>
                  <a:lnTo>
                    <a:pt x="1276302" y="41480"/>
                  </a:lnTo>
                  <a:lnTo>
                    <a:pt x="1191034" y="33602"/>
                  </a:lnTo>
                  <a:lnTo>
                    <a:pt x="1100386" y="26579"/>
                  </a:lnTo>
                  <a:lnTo>
                    <a:pt x="1006095" y="20389"/>
                  </a:lnTo>
                  <a:lnTo>
                    <a:pt x="910940" y="15039"/>
                  </a:lnTo>
                  <a:lnTo>
                    <a:pt x="818687" y="10547"/>
                  </a:lnTo>
                  <a:lnTo>
                    <a:pt x="733738" y="6930"/>
                  </a:lnTo>
                  <a:lnTo>
                    <a:pt x="660461" y="4177"/>
                  </a:lnTo>
                  <a:lnTo>
                    <a:pt x="602322" y="2235"/>
                  </a:lnTo>
                  <a:lnTo>
                    <a:pt x="561055" y="1002"/>
                  </a:lnTo>
                  <a:lnTo>
                    <a:pt x="536150" y="334"/>
                  </a:lnTo>
                  <a:lnTo>
                    <a:pt x="524801" y="58"/>
                  </a:lnTo>
                  <a:lnTo>
                    <a:pt x="5221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408" name="pl408"/>
            <p:cNvSpPr/>
            <p:nvPr/>
          </p:nvSpPr>
          <p:spPr>
            <a:xfrm>
              <a:off x="386606" y="1242017"/>
              <a:ext cx="8554953" cy="1095551"/>
            </a:xfrm>
            <a:custGeom>
              <a:avLst/>
              <a:pathLst>
                <a:path w="8554953" h="1095551">
                  <a:moveTo>
                    <a:pt x="0" y="0"/>
                  </a:moveTo>
                  <a:lnTo>
                    <a:pt x="522133" y="0"/>
                  </a:lnTo>
                  <a:lnTo>
                    <a:pt x="523390" y="27"/>
                  </a:lnTo>
                  <a:lnTo>
                    <a:pt x="531607" y="220"/>
                  </a:lnTo>
                  <a:lnTo>
                    <a:pt x="552158" y="756"/>
                  </a:lnTo>
                  <a:lnTo>
                    <a:pt x="588480" y="1807"/>
                  </a:lnTo>
                  <a:lnTo>
                    <a:pt x="641768" y="3529"/>
                  </a:lnTo>
                  <a:lnTo>
                    <a:pt x="710911" y="6037"/>
                  </a:lnTo>
                  <a:lnTo>
                    <a:pt x="792874" y="9398"/>
                  </a:lnTo>
                  <a:lnTo>
                    <a:pt x="883459" y="13635"/>
                  </a:lnTo>
                  <a:lnTo>
                    <a:pt x="978193" y="18736"/>
                  </a:lnTo>
                  <a:lnTo>
                    <a:pt x="1073072" y="24682"/>
                  </a:lnTo>
                  <a:lnTo>
                    <a:pt x="1165010" y="31460"/>
                  </a:lnTo>
                  <a:lnTo>
                    <a:pt x="1251974" y="39084"/>
                  </a:lnTo>
                  <a:lnTo>
                    <a:pt x="1332897" y="47599"/>
                  </a:lnTo>
                  <a:lnTo>
                    <a:pt x="1407485" y="57088"/>
                  </a:lnTo>
                  <a:lnTo>
                    <a:pt x="1475996" y="67670"/>
                  </a:lnTo>
                  <a:lnTo>
                    <a:pt x="1539048" y="79498"/>
                  </a:lnTo>
                  <a:lnTo>
                    <a:pt x="1597465" y="92751"/>
                  </a:lnTo>
                  <a:lnTo>
                    <a:pt x="1652167" y="107622"/>
                  </a:lnTo>
                  <a:lnTo>
                    <a:pt x="1704081" y="124294"/>
                  </a:lnTo>
                  <a:lnTo>
                    <a:pt x="1754061" y="142895"/>
                  </a:lnTo>
                  <a:lnTo>
                    <a:pt x="1768425" y="148708"/>
                  </a:lnTo>
                  <a:lnTo>
                    <a:pt x="1818764" y="170681"/>
                  </a:lnTo>
                  <a:lnTo>
                    <a:pt x="1868613" y="194818"/>
                  </a:lnTo>
                  <a:lnTo>
                    <a:pt x="1918457" y="221153"/>
                  </a:lnTo>
                  <a:lnTo>
                    <a:pt x="1968635" y="249652"/>
                  </a:lnTo>
                  <a:lnTo>
                    <a:pt x="2019356" y="280204"/>
                  </a:lnTo>
                  <a:lnTo>
                    <a:pt x="2070714" y="312615"/>
                  </a:lnTo>
                  <a:lnTo>
                    <a:pt x="2122702" y="346612"/>
                  </a:lnTo>
                  <a:lnTo>
                    <a:pt x="2175227" y="381844"/>
                  </a:lnTo>
                  <a:lnTo>
                    <a:pt x="2228130" y="417899"/>
                  </a:lnTo>
                  <a:lnTo>
                    <a:pt x="2281207" y="454322"/>
                  </a:lnTo>
                  <a:lnTo>
                    <a:pt x="2334233" y="490638"/>
                  </a:lnTo>
                  <a:lnTo>
                    <a:pt x="2386990" y="526378"/>
                  </a:lnTo>
                  <a:lnTo>
                    <a:pt x="2439289" y="561102"/>
                  </a:lnTo>
                  <a:lnTo>
                    <a:pt x="2491001" y="594425"/>
                  </a:lnTo>
                  <a:lnTo>
                    <a:pt x="2542067" y="626029"/>
                  </a:lnTo>
                  <a:lnTo>
                    <a:pt x="2592526" y="655677"/>
                  </a:lnTo>
                  <a:lnTo>
                    <a:pt x="2642521" y="683211"/>
                  </a:lnTo>
                  <a:lnTo>
                    <a:pt x="2692317" y="708558"/>
                  </a:lnTo>
                  <a:lnTo>
                    <a:pt x="2742316" y="731714"/>
                  </a:lnTo>
                  <a:lnTo>
                    <a:pt x="2770117" y="743544"/>
                  </a:lnTo>
                  <a:lnTo>
                    <a:pt x="2819673" y="762719"/>
                  </a:lnTo>
                  <a:lnTo>
                    <a:pt x="2870937" y="779946"/>
                  </a:lnTo>
                  <a:lnTo>
                    <a:pt x="2924729" y="795326"/>
                  </a:lnTo>
                  <a:lnTo>
                    <a:pt x="2981963" y="809033"/>
                  </a:lnTo>
                  <a:lnTo>
                    <a:pt x="3043568" y="821258"/>
                  </a:lnTo>
                  <a:lnTo>
                    <a:pt x="3110406" y="832187"/>
                  </a:lnTo>
                  <a:lnTo>
                    <a:pt x="3183169" y="841982"/>
                  </a:lnTo>
                  <a:lnTo>
                    <a:pt x="3262240" y="850772"/>
                  </a:lnTo>
                  <a:lnTo>
                    <a:pt x="3347508" y="858650"/>
                  </a:lnTo>
                  <a:lnTo>
                    <a:pt x="3438156" y="865673"/>
                  </a:lnTo>
                  <a:lnTo>
                    <a:pt x="3532447" y="871863"/>
                  </a:lnTo>
                  <a:lnTo>
                    <a:pt x="3627602" y="877213"/>
                  </a:lnTo>
                  <a:lnTo>
                    <a:pt x="3719855" y="881705"/>
                  </a:lnTo>
                  <a:lnTo>
                    <a:pt x="3804805" y="885322"/>
                  </a:lnTo>
                  <a:lnTo>
                    <a:pt x="3878081" y="888075"/>
                  </a:lnTo>
                  <a:lnTo>
                    <a:pt x="3936220" y="890017"/>
                  </a:lnTo>
                  <a:lnTo>
                    <a:pt x="3977488" y="891250"/>
                  </a:lnTo>
                  <a:lnTo>
                    <a:pt x="4002392" y="891919"/>
                  </a:lnTo>
                  <a:lnTo>
                    <a:pt x="4013742" y="892194"/>
                  </a:lnTo>
                  <a:lnTo>
                    <a:pt x="4016377" y="892252"/>
                  </a:lnTo>
                  <a:lnTo>
                    <a:pt x="4016409" y="892253"/>
                  </a:lnTo>
                  <a:lnTo>
                    <a:pt x="4538543" y="892253"/>
                  </a:lnTo>
                  <a:lnTo>
                    <a:pt x="4539812" y="892259"/>
                  </a:lnTo>
                  <a:lnTo>
                    <a:pt x="4548109" y="892303"/>
                  </a:lnTo>
                  <a:lnTo>
                    <a:pt x="4568850" y="892427"/>
                  </a:lnTo>
                  <a:lnTo>
                    <a:pt x="4605493" y="892669"/>
                  </a:lnTo>
                  <a:lnTo>
                    <a:pt x="4659213" y="893065"/>
                  </a:lnTo>
                  <a:lnTo>
                    <a:pt x="4728857" y="893642"/>
                  </a:lnTo>
                  <a:lnTo>
                    <a:pt x="4811330" y="894414"/>
                  </a:lnTo>
                  <a:lnTo>
                    <a:pt x="4902377" y="895388"/>
                  </a:lnTo>
                  <a:lnTo>
                    <a:pt x="4997483" y="896560"/>
                  </a:lnTo>
                  <a:lnTo>
                    <a:pt x="5092628" y="897925"/>
                  </a:lnTo>
                  <a:lnTo>
                    <a:pt x="5184727" y="899481"/>
                  </a:lnTo>
                  <a:lnTo>
                    <a:pt x="5271763" y="901232"/>
                  </a:lnTo>
                  <a:lnTo>
                    <a:pt x="5352692" y="903188"/>
                  </a:lnTo>
                  <a:lnTo>
                    <a:pt x="5427245" y="905367"/>
                  </a:lnTo>
                  <a:lnTo>
                    <a:pt x="5495703" y="907800"/>
                  </a:lnTo>
                  <a:lnTo>
                    <a:pt x="5558703" y="910520"/>
                  </a:lnTo>
                  <a:lnTo>
                    <a:pt x="5617086" y="913569"/>
                  </a:lnTo>
                  <a:lnTo>
                    <a:pt x="5671782" y="916992"/>
                  </a:lnTo>
                  <a:lnTo>
                    <a:pt x="5723726" y="920830"/>
                  </a:lnTo>
                  <a:lnTo>
                    <a:pt x="5773774" y="925111"/>
                  </a:lnTo>
                  <a:lnTo>
                    <a:pt x="5784835" y="926136"/>
                  </a:lnTo>
                  <a:lnTo>
                    <a:pt x="5838851" y="931530"/>
                  </a:lnTo>
                  <a:lnTo>
                    <a:pt x="5892346" y="937493"/>
                  </a:lnTo>
                  <a:lnTo>
                    <a:pt x="5945902" y="944033"/>
                  </a:lnTo>
                  <a:lnTo>
                    <a:pt x="5999906" y="951137"/>
                  </a:lnTo>
                  <a:lnTo>
                    <a:pt x="6054579" y="958766"/>
                  </a:lnTo>
                  <a:lnTo>
                    <a:pt x="6109995" y="966860"/>
                  </a:lnTo>
                  <a:lnTo>
                    <a:pt x="6166099" y="975331"/>
                  </a:lnTo>
                  <a:lnTo>
                    <a:pt x="6222735" y="984073"/>
                  </a:lnTo>
                  <a:lnTo>
                    <a:pt x="6279673" y="992962"/>
                  </a:lnTo>
                  <a:lnTo>
                    <a:pt x="6336640" y="1001864"/>
                  </a:lnTo>
                  <a:lnTo>
                    <a:pt x="6393361" y="1010648"/>
                  </a:lnTo>
                  <a:lnTo>
                    <a:pt x="6449593" y="1019186"/>
                  </a:lnTo>
                  <a:lnTo>
                    <a:pt x="6505162" y="1027367"/>
                  </a:lnTo>
                  <a:lnTo>
                    <a:pt x="6559990" y="1035100"/>
                  </a:lnTo>
                  <a:lnTo>
                    <a:pt x="6614122" y="1042319"/>
                  </a:lnTo>
                  <a:lnTo>
                    <a:pt x="6667746" y="1048979"/>
                  </a:lnTo>
                  <a:lnTo>
                    <a:pt x="6721213" y="1055064"/>
                  </a:lnTo>
                  <a:lnTo>
                    <a:pt x="6775060" y="1060577"/>
                  </a:lnTo>
                  <a:lnTo>
                    <a:pt x="6786527" y="1061668"/>
                  </a:lnTo>
                  <a:lnTo>
                    <a:pt x="6836252" y="1066051"/>
                  </a:lnTo>
                  <a:lnTo>
                    <a:pt x="6887699" y="1069987"/>
                  </a:lnTo>
                  <a:lnTo>
                    <a:pt x="6941697" y="1073499"/>
                  </a:lnTo>
                  <a:lnTo>
                    <a:pt x="6999169" y="1076629"/>
                  </a:lnTo>
                  <a:lnTo>
                    <a:pt x="7061053" y="1079419"/>
                  </a:lnTo>
                  <a:lnTo>
                    <a:pt x="7128220" y="1081912"/>
                  </a:lnTo>
                  <a:lnTo>
                    <a:pt x="7201363" y="1084146"/>
                  </a:lnTo>
                  <a:lnTo>
                    <a:pt x="7280860" y="1086150"/>
                  </a:lnTo>
                  <a:lnTo>
                    <a:pt x="7366583" y="1087946"/>
                  </a:lnTo>
                  <a:lnTo>
                    <a:pt x="7457683" y="1089545"/>
                  </a:lnTo>
                  <a:lnTo>
                    <a:pt x="7552374" y="1090953"/>
                  </a:lnTo>
                  <a:lnTo>
                    <a:pt x="7647811" y="1092169"/>
                  </a:lnTo>
                  <a:lnTo>
                    <a:pt x="7740156" y="1093187"/>
                  </a:lnTo>
                  <a:lnTo>
                    <a:pt x="7824950" y="1094005"/>
                  </a:lnTo>
                  <a:lnTo>
                    <a:pt x="7897801" y="1094625"/>
                  </a:lnTo>
                  <a:lnTo>
                    <a:pt x="7955279" y="1095060"/>
                  </a:lnTo>
                  <a:lnTo>
                    <a:pt x="7995742" y="1095334"/>
                  </a:lnTo>
                  <a:lnTo>
                    <a:pt x="8019832" y="1095481"/>
                  </a:lnTo>
                  <a:lnTo>
                    <a:pt x="8030518" y="1095539"/>
                  </a:lnTo>
                  <a:lnTo>
                    <a:pt x="8032804" y="1095551"/>
                  </a:lnTo>
                  <a:lnTo>
                    <a:pt x="8032819" y="1095551"/>
                  </a:lnTo>
                  <a:lnTo>
                    <a:pt x="8554953" y="1095551"/>
                  </a:lnTo>
                  <a:lnTo>
                    <a:pt x="8554953" y="1095551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409" name="pl409"/>
            <p:cNvSpPr/>
            <p:nvPr/>
          </p:nvSpPr>
          <p:spPr>
            <a:xfrm>
              <a:off x="386606" y="1236369"/>
              <a:ext cx="8554953" cy="1095551"/>
            </a:xfrm>
            <a:custGeom>
              <a:avLst/>
              <a:pathLst>
                <a:path w="8554953" h="1095551">
                  <a:moveTo>
                    <a:pt x="8554953" y="1095551"/>
                  </a:moveTo>
                  <a:lnTo>
                    <a:pt x="8032819" y="1095551"/>
                  </a:lnTo>
                  <a:lnTo>
                    <a:pt x="8031550" y="1095544"/>
                  </a:lnTo>
                  <a:lnTo>
                    <a:pt x="8023253" y="1095500"/>
                  </a:lnTo>
                  <a:lnTo>
                    <a:pt x="8002511" y="1095377"/>
                  </a:lnTo>
                  <a:lnTo>
                    <a:pt x="7965869" y="1095135"/>
                  </a:lnTo>
                  <a:lnTo>
                    <a:pt x="7912149" y="1094739"/>
                  </a:lnTo>
                  <a:lnTo>
                    <a:pt x="7842505" y="1094162"/>
                  </a:lnTo>
                  <a:lnTo>
                    <a:pt x="7760032" y="1093389"/>
                  </a:lnTo>
                  <a:lnTo>
                    <a:pt x="7668985" y="1092415"/>
                  </a:lnTo>
                  <a:lnTo>
                    <a:pt x="7573878" y="1091243"/>
                  </a:lnTo>
                  <a:lnTo>
                    <a:pt x="7478734" y="1089878"/>
                  </a:lnTo>
                  <a:lnTo>
                    <a:pt x="7386635" y="1088322"/>
                  </a:lnTo>
                  <a:lnTo>
                    <a:pt x="7299599" y="1086571"/>
                  </a:lnTo>
                  <a:lnTo>
                    <a:pt x="7218670" y="1084616"/>
                  </a:lnTo>
                  <a:lnTo>
                    <a:pt x="7144117" y="1082436"/>
                  </a:lnTo>
                  <a:lnTo>
                    <a:pt x="7075659" y="1080004"/>
                  </a:lnTo>
                  <a:lnTo>
                    <a:pt x="7012659" y="1077284"/>
                  </a:lnTo>
                  <a:lnTo>
                    <a:pt x="6954276" y="1074235"/>
                  </a:lnTo>
                  <a:lnTo>
                    <a:pt x="6899579" y="1070812"/>
                  </a:lnTo>
                  <a:lnTo>
                    <a:pt x="6847636" y="1066974"/>
                  </a:lnTo>
                  <a:lnTo>
                    <a:pt x="6797588" y="1062692"/>
                  </a:lnTo>
                  <a:lnTo>
                    <a:pt x="6786527" y="1061668"/>
                  </a:lnTo>
                  <a:lnTo>
                    <a:pt x="6732511" y="1056274"/>
                  </a:lnTo>
                  <a:lnTo>
                    <a:pt x="6679016" y="1050310"/>
                  </a:lnTo>
                  <a:lnTo>
                    <a:pt x="6625460" y="1043770"/>
                  </a:lnTo>
                  <a:lnTo>
                    <a:pt x="6571456" y="1036667"/>
                  </a:lnTo>
                  <a:lnTo>
                    <a:pt x="6516782" y="1029037"/>
                  </a:lnTo>
                  <a:lnTo>
                    <a:pt x="6461367" y="1020943"/>
                  </a:lnTo>
                  <a:lnTo>
                    <a:pt x="6405263" y="1012472"/>
                  </a:lnTo>
                  <a:lnTo>
                    <a:pt x="6348627" y="1003730"/>
                  </a:lnTo>
                  <a:lnTo>
                    <a:pt x="6291689" y="994842"/>
                  </a:lnTo>
                  <a:lnTo>
                    <a:pt x="6234722" y="985939"/>
                  </a:lnTo>
                  <a:lnTo>
                    <a:pt x="6178001" y="977156"/>
                  </a:lnTo>
                  <a:lnTo>
                    <a:pt x="6121769" y="968618"/>
                  </a:lnTo>
                  <a:lnTo>
                    <a:pt x="6066200" y="960436"/>
                  </a:lnTo>
                  <a:lnTo>
                    <a:pt x="6011372" y="952703"/>
                  </a:lnTo>
                  <a:lnTo>
                    <a:pt x="5957240" y="945485"/>
                  </a:lnTo>
                  <a:lnTo>
                    <a:pt x="5903616" y="938824"/>
                  </a:lnTo>
                  <a:lnTo>
                    <a:pt x="5850149" y="932739"/>
                  </a:lnTo>
                  <a:lnTo>
                    <a:pt x="5796302" y="927226"/>
                  </a:lnTo>
                  <a:lnTo>
                    <a:pt x="5784835" y="926136"/>
                  </a:lnTo>
                  <a:lnTo>
                    <a:pt x="5735110" y="921753"/>
                  </a:lnTo>
                  <a:lnTo>
                    <a:pt x="5683663" y="917817"/>
                  </a:lnTo>
                  <a:lnTo>
                    <a:pt x="5629665" y="914304"/>
                  </a:lnTo>
                  <a:lnTo>
                    <a:pt x="5572193" y="911174"/>
                  </a:lnTo>
                  <a:lnTo>
                    <a:pt x="5510309" y="908384"/>
                  </a:lnTo>
                  <a:lnTo>
                    <a:pt x="5443142" y="905891"/>
                  </a:lnTo>
                  <a:lnTo>
                    <a:pt x="5369999" y="903657"/>
                  </a:lnTo>
                  <a:lnTo>
                    <a:pt x="5290502" y="901653"/>
                  </a:lnTo>
                  <a:lnTo>
                    <a:pt x="5204779" y="899858"/>
                  </a:lnTo>
                  <a:lnTo>
                    <a:pt x="5113679" y="898258"/>
                  </a:lnTo>
                  <a:lnTo>
                    <a:pt x="5018988" y="896850"/>
                  </a:lnTo>
                  <a:lnTo>
                    <a:pt x="4923551" y="895634"/>
                  </a:lnTo>
                  <a:lnTo>
                    <a:pt x="4831206" y="894616"/>
                  </a:lnTo>
                  <a:lnTo>
                    <a:pt x="4746412" y="893798"/>
                  </a:lnTo>
                  <a:lnTo>
                    <a:pt x="4673561" y="893178"/>
                  </a:lnTo>
                  <a:lnTo>
                    <a:pt x="4616083" y="892743"/>
                  </a:lnTo>
                  <a:lnTo>
                    <a:pt x="4575620" y="892469"/>
                  </a:lnTo>
                  <a:lnTo>
                    <a:pt x="4551530" y="892323"/>
                  </a:lnTo>
                  <a:lnTo>
                    <a:pt x="4540844" y="892264"/>
                  </a:lnTo>
                  <a:lnTo>
                    <a:pt x="4538558" y="892253"/>
                  </a:lnTo>
                  <a:lnTo>
                    <a:pt x="4538543" y="892253"/>
                  </a:lnTo>
                  <a:lnTo>
                    <a:pt x="4016409" y="892253"/>
                  </a:lnTo>
                  <a:lnTo>
                    <a:pt x="4015153" y="892225"/>
                  </a:lnTo>
                  <a:lnTo>
                    <a:pt x="4006935" y="892032"/>
                  </a:lnTo>
                  <a:lnTo>
                    <a:pt x="3986385" y="891497"/>
                  </a:lnTo>
                  <a:lnTo>
                    <a:pt x="3950062" y="890445"/>
                  </a:lnTo>
                  <a:lnTo>
                    <a:pt x="3896774" y="888724"/>
                  </a:lnTo>
                  <a:lnTo>
                    <a:pt x="3827632" y="886215"/>
                  </a:lnTo>
                  <a:lnTo>
                    <a:pt x="3745668" y="882854"/>
                  </a:lnTo>
                  <a:lnTo>
                    <a:pt x="3655083" y="878617"/>
                  </a:lnTo>
                  <a:lnTo>
                    <a:pt x="3560350" y="873516"/>
                  </a:lnTo>
                  <a:lnTo>
                    <a:pt x="3465470" y="867570"/>
                  </a:lnTo>
                  <a:lnTo>
                    <a:pt x="3373532" y="860792"/>
                  </a:lnTo>
                  <a:lnTo>
                    <a:pt x="3286568" y="853168"/>
                  </a:lnTo>
                  <a:lnTo>
                    <a:pt x="3205645" y="844653"/>
                  </a:lnTo>
                  <a:lnTo>
                    <a:pt x="3131057" y="835164"/>
                  </a:lnTo>
                  <a:lnTo>
                    <a:pt x="3062546" y="824582"/>
                  </a:lnTo>
                  <a:lnTo>
                    <a:pt x="2999495" y="812754"/>
                  </a:lnTo>
                  <a:lnTo>
                    <a:pt x="2941077" y="799501"/>
                  </a:lnTo>
                  <a:lnTo>
                    <a:pt x="2886375" y="784630"/>
                  </a:lnTo>
                  <a:lnTo>
                    <a:pt x="2834462" y="767959"/>
                  </a:lnTo>
                  <a:lnTo>
                    <a:pt x="2784481" y="749357"/>
                  </a:lnTo>
                  <a:lnTo>
                    <a:pt x="2770117" y="743544"/>
                  </a:lnTo>
                  <a:lnTo>
                    <a:pt x="2719778" y="721571"/>
                  </a:lnTo>
                  <a:lnTo>
                    <a:pt x="2669930" y="697434"/>
                  </a:lnTo>
                  <a:lnTo>
                    <a:pt x="2620085" y="671099"/>
                  </a:lnTo>
                  <a:lnTo>
                    <a:pt x="2569907" y="642600"/>
                  </a:lnTo>
                  <a:lnTo>
                    <a:pt x="2519186" y="612048"/>
                  </a:lnTo>
                  <a:lnTo>
                    <a:pt x="2467828" y="579637"/>
                  </a:lnTo>
                  <a:lnTo>
                    <a:pt x="2415840" y="545640"/>
                  </a:lnTo>
                  <a:lnTo>
                    <a:pt x="2363315" y="510408"/>
                  </a:lnTo>
                  <a:lnTo>
                    <a:pt x="2310412" y="474353"/>
                  </a:lnTo>
                  <a:lnTo>
                    <a:pt x="2257335" y="437930"/>
                  </a:lnTo>
                  <a:lnTo>
                    <a:pt x="2204309" y="401614"/>
                  </a:lnTo>
                  <a:lnTo>
                    <a:pt x="2151552" y="365874"/>
                  </a:lnTo>
                  <a:lnTo>
                    <a:pt x="2099253" y="331150"/>
                  </a:lnTo>
                  <a:lnTo>
                    <a:pt x="2047541" y="297827"/>
                  </a:lnTo>
                  <a:lnTo>
                    <a:pt x="1996475" y="266223"/>
                  </a:lnTo>
                  <a:lnTo>
                    <a:pt x="1946016" y="236575"/>
                  </a:lnTo>
                  <a:lnTo>
                    <a:pt x="1896021" y="209041"/>
                  </a:lnTo>
                  <a:lnTo>
                    <a:pt x="1846225" y="183694"/>
                  </a:lnTo>
                  <a:lnTo>
                    <a:pt x="1796226" y="160538"/>
                  </a:lnTo>
                  <a:lnTo>
                    <a:pt x="1768425" y="148708"/>
                  </a:lnTo>
                  <a:lnTo>
                    <a:pt x="1718869" y="129533"/>
                  </a:lnTo>
                  <a:lnTo>
                    <a:pt x="1667605" y="112306"/>
                  </a:lnTo>
                  <a:lnTo>
                    <a:pt x="1613813" y="96926"/>
                  </a:lnTo>
                  <a:lnTo>
                    <a:pt x="1556579" y="83219"/>
                  </a:lnTo>
                  <a:lnTo>
                    <a:pt x="1494975" y="70994"/>
                  </a:lnTo>
                  <a:lnTo>
                    <a:pt x="1428137" y="60065"/>
                  </a:lnTo>
                  <a:lnTo>
                    <a:pt x="1355373" y="50270"/>
                  </a:lnTo>
                  <a:lnTo>
                    <a:pt x="1276302" y="41480"/>
                  </a:lnTo>
                  <a:lnTo>
                    <a:pt x="1191034" y="33602"/>
                  </a:lnTo>
                  <a:lnTo>
                    <a:pt x="1100386" y="26579"/>
                  </a:lnTo>
                  <a:lnTo>
                    <a:pt x="1006095" y="20389"/>
                  </a:lnTo>
                  <a:lnTo>
                    <a:pt x="910940" y="15039"/>
                  </a:lnTo>
                  <a:lnTo>
                    <a:pt x="818687" y="10547"/>
                  </a:lnTo>
                  <a:lnTo>
                    <a:pt x="733738" y="6930"/>
                  </a:lnTo>
                  <a:lnTo>
                    <a:pt x="660461" y="4177"/>
                  </a:lnTo>
                  <a:lnTo>
                    <a:pt x="602322" y="2235"/>
                  </a:lnTo>
                  <a:lnTo>
                    <a:pt x="561055" y="1002"/>
                  </a:lnTo>
                  <a:lnTo>
                    <a:pt x="536150" y="334"/>
                  </a:lnTo>
                  <a:lnTo>
                    <a:pt x="524801" y="58"/>
                  </a:lnTo>
                  <a:lnTo>
                    <a:pt x="522166" y="0"/>
                  </a:lnTo>
                  <a:lnTo>
                    <a:pt x="522133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410" name="pg410"/>
            <p:cNvSpPr/>
            <p:nvPr/>
          </p:nvSpPr>
          <p:spPr>
            <a:xfrm>
              <a:off x="386606" y="1242017"/>
              <a:ext cx="8554953" cy="2462166"/>
            </a:xfrm>
            <a:custGeom>
              <a:avLst/>
              <a:pathLst>
                <a:path w="8554953" h="2462166">
                  <a:moveTo>
                    <a:pt x="0" y="16941"/>
                  </a:moveTo>
                  <a:lnTo>
                    <a:pt x="522133" y="16941"/>
                  </a:lnTo>
                  <a:lnTo>
                    <a:pt x="523389" y="16969"/>
                  </a:lnTo>
                  <a:lnTo>
                    <a:pt x="531602" y="17167"/>
                  </a:lnTo>
                  <a:lnTo>
                    <a:pt x="552142" y="17716"/>
                  </a:lnTo>
                  <a:lnTo>
                    <a:pt x="588448" y="18793"/>
                  </a:lnTo>
                  <a:lnTo>
                    <a:pt x="641712" y="20557"/>
                  </a:lnTo>
                  <a:lnTo>
                    <a:pt x="710828" y="23128"/>
                  </a:lnTo>
                  <a:lnTo>
                    <a:pt x="792764" y="26573"/>
                  </a:lnTo>
                  <a:lnTo>
                    <a:pt x="883325" y="30915"/>
                  </a:lnTo>
                  <a:lnTo>
                    <a:pt x="978038" y="36143"/>
                  </a:lnTo>
                  <a:lnTo>
                    <a:pt x="1072903" y="42237"/>
                  </a:lnTo>
                  <a:lnTo>
                    <a:pt x="1164833" y="49184"/>
                  </a:lnTo>
                  <a:lnTo>
                    <a:pt x="1251793" y="56997"/>
                  </a:lnTo>
                  <a:lnTo>
                    <a:pt x="1332715" y="65724"/>
                  </a:lnTo>
                  <a:lnTo>
                    <a:pt x="1407305" y="75449"/>
                  </a:lnTo>
                  <a:lnTo>
                    <a:pt x="1475819" y="86294"/>
                  </a:lnTo>
                  <a:lnTo>
                    <a:pt x="1538873" y="98415"/>
                  </a:lnTo>
                  <a:lnTo>
                    <a:pt x="1597293" y="111997"/>
                  </a:lnTo>
                  <a:lnTo>
                    <a:pt x="1651995" y="127236"/>
                  </a:lnTo>
                  <a:lnTo>
                    <a:pt x="1703907" y="144320"/>
                  </a:lnTo>
                  <a:lnTo>
                    <a:pt x="1753883" y="163382"/>
                  </a:lnTo>
                  <a:lnTo>
                    <a:pt x="1768425" y="169415"/>
                  </a:lnTo>
                  <a:lnTo>
                    <a:pt x="1818598" y="191866"/>
                  </a:lnTo>
                  <a:lnTo>
                    <a:pt x="1868283" y="216520"/>
                  </a:lnTo>
                  <a:lnTo>
                    <a:pt x="1917960" y="243414"/>
                  </a:lnTo>
                  <a:lnTo>
                    <a:pt x="1967967" y="272512"/>
                  </a:lnTo>
                  <a:lnTo>
                    <a:pt x="2018511" y="303704"/>
                  </a:lnTo>
                  <a:lnTo>
                    <a:pt x="2069687" y="336793"/>
                  </a:lnTo>
                  <a:lnTo>
                    <a:pt x="2121489" y="371504"/>
                  </a:lnTo>
                  <a:lnTo>
                    <a:pt x="2173829" y="407481"/>
                  </a:lnTo>
                  <a:lnTo>
                    <a:pt x="2226549" y="444310"/>
                  </a:lnTo>
                  <a:lnTo>
                    <a:pt x="2279448" y="481527"/>
                  </a:lnTo>
                  <a:lnTo>
                    <a:pt x="2332304" y="518651"/>
                  </a:lnTo>
                  <a:lnTo>
                    <a:pt x="2384899" y="555205"/>
                  </a:lnTo>
                  <a:lnTo>
                    <a:pt x="2437048" y="590742"/>
                  </a:lnTo>
                  <a:lnTo>
                    <a:pt x="2488616" y="624866"/>
                  </a:lnTo>
                  <a:lnTo>
                    <a:pt x="2539544" y="657254"/>
                  </a:lnTo>
                  <a:lnTo>
                    <a:pt x="2589864" y="687659"/>
                  </a:lnTo>
                  <a:lnTo>
                    <a:pt x="2639713" y="715918"/>
                  </a:lnTo>
                  <a:lnTo>
                    <a:pt x="2689346" y="741951"/>
                  </a:lnTo>
                  <a:lnTo>
                    <a:pt x="2739152" y="765750"/>
                  </a:lnTo>
                  <a:lnTo>
                    <a:pt x="2770117" y="779309"/>
                  </a:lnTo>
                  <a:lnTo>
                    <a:pt x="2819664" y="798967"/>
                  </a:lnTo>
                  <a:lnTo>
                    <a:pt x="2870919" y="816627"/>
                  </a:lnTo>
                  <a:lnTo>
                    <a:pt x="2924700" y="832395"/>
                  </a:lnTo>
                  <a:lnTo>
                    <a:pt x="2981920" y="846447"/>
                  </a:lnTo>
                  <a:lnTo>
                    <a:pt x="3043510" y="858980"/>
                  </a:lnTo>
                  <a:lnTo>
                    <a:pt x="3110330" y="870185"/>
                  </a:lnTo>
                  <a:lnTo>
                    <a:pt x="3183073" y="880227"/>
                  </a:lnTo>
                  <a:lnTo>
                    <a:pt x="3262122" y="889239"/>
                  </a:lnTo>
                  <a:lnTo>
                    <a:pt x="3347366" y="897317"/>
                  </a:lnTo>
                  <a:lnTo>
                    <a:pt x="3437989" y="904518"/>
                  </a:lnTo>
                  <a:lnTo>
                    <a:pt x="3532259" y="910865"/>
                  </a:lnTo>
                  <a:lnTo>
                    <a:pt x="3627399" y="916352"/>
                  </a:lnTo>
                  <a:lnTo>
                    <a:pt x="3719646" y="920958"/>
                  </a:lnTo>
                  <a:lnTo>
                    <a:pt x="3804604" y="924668"/>
                  </a:lnTo>
                  <a:lnTo>
                    <a:pt x="3877902" y="927493"/>
                  </a:lnTo>
                  <a:lnTo>
                    <a:pt x="3936076" y="929486"/>
                  </a:lnTo>
                  <a:lnTo>
                    <a:pt x="3977387" y="930752"/>
                  </a:lnTo>
                  <a:lnTo>
                    <a:pt x="4002335" y="931439"/>
                  </a:lnTo>
                  <a:lnTo>
                    <a:pt x="4013721" y="931722"/>
                  </a:lnTo>
                  <a:lnTo>
                    <a:pt x="4016409" y="931783"/>
                  </a:lnTo>
                  <a:lnTo>
                    <a:pt x="4538543" y="931783"/>
                  </a:lnTo>
                  <a:lnTo>
                    <a:pt x="4539775" y="931828"/>
                  </a:lnTo>
                  <a:lnTo>
                    <a:pt x="4547835" y="932154"/>
                  </a:lnTo>
                  <a:lnTo>
                    <a:pt x="4568007" y="933053"/>
                  </a:lnTo>
                  <a:lnTo>
                    <a:pt x="4603695" y="934820"/>
                  </a:lnTo>
                  <a:lnTo>
                    <a:pt x="4656123" y="937716"/>
                  </a:lnTo>
                  <a:lnTo>
                    <a:pt x="4724268" y="941937"/>
                  </a:lnTo>
                  <a:lnTo>
                    <a:pt x="4805211" y="947600"/>
                  </a:lnTo>
                  <a:lnTo>
                    <a:pt x="4894869" y="954743"/>
                  </a:lnTo>
                  <a:lnTo>
                    <a:pt x="4988849" y="963351"/>
                  </a:lnTo>
                  <a:lnTo>
                    <a:pt x="5083187" y="973390"/>
                  </a:lnTo>
                  <a:lnTo>
                    <a:pt x="5174794" y="984838"/>
                  </a:lnTo>
                  <a:lnTo>
                    <a:pt x="5261606" y="997714"/>
                  </a:lnTo>
                  <a:lnTo>
                    <a:pt x="5342510" y="1012089"/>
                  </a:lnTo>
                  <a:lnTo>
                    <a:pt x="5417163" y="1028098"/>
                  </a:lnTo>
                  <a:lnTo>
                    <a:pt x="5485778" y="1045934"/>
                  </a:lnTo>
                  <a:lnTo>
                    <a:pt x="5548935" y="1065851"/>
                  </a:lnTo>
                  <a:lnTo>
                    <a:pt x="5607425" y="1088145"/>
                  </a:lnTo>
                  <a:lnTo>
                    <a:pt x="5662145" y="1113141"/>
                  </a:lnTo>
                  <a:lnTo>
                    <a:pt x="5714005" y="1141149"/>
                  </a:lnTo>
                  <a:lnTo>
                    <a:pt x="5763857" y="1172404"/>
                  </a:lnTo>
                  <a:lnTo>
                    <a:pt x="5784835" y="1186847"/>
                  </a:lnTo>
                  <a:lnTo>
                    <a:pt x="5830305" y="1220705"/>
                  </a:lnTo>
                  <a:lnTo>
                    <a:pt x="5875332" y="1257579"/>
                  </a:lnTo>
                  <a:lnTo>
                    <a:pt x="5920290" y="1297525"/>
                  </a:lnTo>
                  <a:lnTo>
                    <a:pt x="5965453" y="1340521"/>
                  </a:lnTo>
                  <a:lnTo>
                    <a:pt x="6011005" y="1386461"/>
                  </a:lnTo>
                  <a:lnTo>
                    <a:pt x="6057051" y="1435147"/>
                  </a:lnTo>
                  <a:lnTo>
                    <a:pt x="6103624" y="1486289"/>
                  </a:lnTo>
                  <a:lnTo>
                    <a:pt x="6150694" y="1539502"/>
                  </a:lnTo>
                  <a:lnTo>
                    <a:pt x="6198179" y="1594323"/>
                  </a:lnTo>
                  <a:lnTo>
                    <a:pt x="6245953" y="1650219"/>
                  </a:lnTo>
                  <a:lnTo>
                    <a:pt x="6293863" y="1706612"/>
                  </a:lnTo>
                  <a:lnTo>
                    <a:pt x="6341746" y="1762902"/>
                  </a:lnTo>
                  <a:lnTo>
                    <a:pt x="6389437" y="1818494"/>
                  </a:lnTo>
                  <a:lnTo>
                    <a:pt x="6436792" y="1872822"/>
                  </a:lnTo>
                  <a:lnTo>
                    <a:pt x="6483699" y="1925377"/>
                  </a:lnTo>
                  <a:lnTo>
                    <a:pt x="6530093" y="1975719"/>
                  </a:lnTo>
                  <a:lnTo>
                    <a:pt x="6575963" y="2023496"/>
                  </a:lnTo>
                  <a:lnTo>
                    <a:pt x="6621367" y="2068448"/>
                  </a:lnTo>
                  <a:lnTo>
                    <a:pt x="6666435" y="2110410"/>
                  </a:lnTo>
                  <a:lnTo>
                    <a:pt x="6711381" y="2149305"/>
                  </a:lnTo>
                  <a:lnTo>
                    <a:pt x="6756511" y="2185139"/>
                  </a:lnTo>
                  <a:lnTo>
                    <a:pt x="6786527" y="2207102"/>
                  </a:lnTo>
                  <a:lnTo>
                    <a:pt x="6835746" y="2239783"/>
                  </a:lnTo>
                  <a:lnTo>
                    <a:pt x="6886646" y="2269164"/>
                  </a:lnTo>
                  <a:lnTo>
                    <a:pt x="6940027" y="2295418"/>
                  </a:lnTo>
                  <a:lnTo>
                    <a:pt x="6996786" y="2318833"/>
                  </a:lnTo>
                  <a:lnTo>
                    <a:pt x="7057833" y="2339732"/>
                  </a:lnTo>
                  <a:lnTo>
                    <a:pt x="7124018" y="2358428"/>
                  </a:lnTo>
                  <a:lnTo>
                    <a:pt x="7196026" y="2375194"/>
                  </a:lnTo>
                  <a:lnTo>
                    <a:pt x="7274250" y="2390251"/>
                  </a:lnTo>
                  <a:lnTo>
                    <a:pt x="7358611" y="2403758"/>
                  </a:lnTo>
                  <a:lnTo>
                    <a:pt x="7448353" y="2415815"/>
                  </a:lnTo>
                  <a:lnTo>
                    <a:pt x="7541837" y="2426460"/>
                  </a:lnTo>
                  <a:lnTo>
                    <a:pt x="7636412" y="2435687"/>
                  </a:lnTo>
                  <a:lnTo>
                    <a:pt x="7728453" y="2443463"/>
                  </a:lnTo>
                  <a:lnTo>
                    <a:pt x="7813677" y="2449760"/>
                  </a:lnTo>
                  <a:lnTo>
                    <a:pt x="7887764" y="2454591"/>
                  </a:lnTo>
                  <a:lnTo>
                    <a:pt x="7947191" y="2458037"/>
                  </a:lnTo>
                  <a:lnTo>
                    <a:pt x="7990053" y="2460259"/>
                  </a:lnTo>
                  <a:lnTo>
                    <a:pt x="8016593" y="2461497"/>
                  </a:lnTo>
                  <a:lnTo>
                    <a:pt x="8029310" y="2462032"/>
                  </a:lnTo>
                  <a:lnTo>
                    <a:pt x="8032819" y="2462166"/>
                  </a:lnTo>
                  <a:lnTo>
                    <a:pt x="8554953" y="2462166"/>
                  </a:lnTo>
                  <a:lnTo>
                    <a:pt x="8554953" y="2445225"/>
                  </a:lnTo>
                  <a:lnTo>
                    <a:pt x="8032819" y="2445225"/>
                  </a:lnTo>
                  <a:lnTo>
                    <a:pt x="8031587" y="2445179"/>
                  </a:lnTo>
                  <a:lnTo>
                    <a:pt x="8023527" y="2444854"/>
                  </a:lnTo>
                  <a:lnTo>
                    <a:pt x="8003355" y="2443954"/>
                  </a:lnTo>
                  <a:lnTo>
                    <a:pt x="7967667" y="2442187"/>
                  </a:lnTo>
                  <a:lnTo>
                    <a:pt x="7915239" y="2439292"/>
                  </a:lnTo>
                  <a:lnTo>
                    <a:pt x="7847094" y="2435070"/>
                  </a:lnTo>
                  <a:lnTo>
                    <a:pt x="7766151" y="2429408"/>
                  </a:lnTo>
                  <a:lnTo>
                    <a:pt x="7676493" y="2422265"/>
                  </a:lnTo>
                  <a:lnTo>
                    <a:pt x="7582513" y="2413656"/>
                  </a:lnTo>
                  <a:lnTo>
                    <a:pt x="7488175" y="2403617"/>
                  </a:lnTo>
                  <a:lnTo>
                    <a:pt x="7396568" y="2392169"/>
                  </a:lnTo>
                  <a:lnTo>
                    <a:pt x="7309756" y="2379293"/>
                  </a:lnTo>
                  <a:lnTo>
                    <a:pt x="7228852" y="2364918"/>
                  </a:lnTo>
                  <a:lnTo>
                    <a:pt x="7154199" y="2348910"/>
                  </a:lnTo>
                  <a:lnTo>
                    <a:pt x="7085584" y="2331073"/>
                  </a:lnTo>
                  <a:lnTo>
                    <a:pt x="7022427" y="2311156"/>
                  </a:lnTo>
                  <a:lnTo>
                    <a:pt x="6963937" y="2288862"/>
                  </a:lnTo>
                  <a:lnTo>
                    <a:pt x="6909217" y="2263866"/>
                  </a:lnTo>
                  <a:lnTo>
                    <a:pt x="6857357" y="2235858"/>
                  </a:lnTo>
                  <a:lnTo>
                    <a:pt x="6807505" y="2204603"/>
                  </a:lnTo>
                  <a:lnTo>
                    <a:pt x="6786527" y="2190161"/>
                  </a:lnTo>
                  <a:lnTo>
                    <a:pt x="6741057" y="2156302"/>
                  </a:lnTo>
                  <a:lnTo>
                    <a:pt x="6696030" y="2119428"/>
                  </a:lnTo>
                  <a:lnTo>
                    <a:pt x="6651072" y="2079483"/>
                  </a:lnTo>
                  <a:lnTo>
                    <a:pt x="6605909" y="2036487"/>
                  </a:lnTo>
                  <a:lnTo>
                    <a:pt x="6560357" y="1990547"/>
                  </a:lnTo>
                  <a:lnTo>
                    <a:pt x="6514311" y="1941860"/>
                  </a:lnTo>
                  <a:lnTo>
                    <a:pt x="6467738" y="1890718"/>
                  </a:lnTo>
                  <a:lnTo>
                    <a:pt x="6420668" y="1837505"/>
                  </a:lnTo>
                  <a:lnTo>
                    <a:pt x="6373183" y="1782684"/>
                  </a:lnTo>
                  <a:lnTo>
                    <a:pt x="6325409" y="1726789"/>
                  </a:lnTo>
                  <a:lnTo>
                    <a:pt x="6277499" y="1670396"/>
                  </a:lnTo>
                  <a:lnTo>
                    <a:pt x="6229616" y="1614105"/>
                  </a:lnTo>
                  <a:lnTo>
                    <a:pt x="6181925" y="1558514"/>
                  </a:lnTo>
                  <a:lnTo>
                    <a:pt x="6134570" y="1504185"/>
                  </a:lnTo>
                  <a:lnTo>
                    <a:pt x="6087663" y="1451631"/>
                  </a:lnTo>
                  <a:lnTo>
                    <a:pt x="6041269" y="1401289"/>
                  </a:lnTo>
                  <a:lnTo>
                    <a:pt x="5995399" y="1353512"/>
                  </a:lnTo>
                  <a:lnTo>
                    <a:pt x="5949995" y="1308559"/>
                  </a:lnTo>
                  <a:lnTo>
                    <a:pt x="5904927" y="1266598"/>
                  </a:lnTo>
                  <a:lnTo>
                    <a:pt x="5859981" y="1227703"/>
                  </a:lnTo>
                  <a:lnTo>
                    <a:pt x="5814851" y="1191868"/>
                  </a:lnTo>
                  <a:lnTo>
                    <a:pt x="5784835" y="1169905"/>
                  </a:lnTo>
                  <a:lnTo>
                    <a:pt x="5735616" y="1137225"/>
                  </a:lnTo>
                  <a:lnTo>
                    <a:pt x="5684716" y="1107843"/>
                  </a:lnTo>
                  <a:lnTo>
                    <a:pt x="5631335" y="1081589"/>
                  </a:lnTo>
                  <a:lnTo>
                    <a:pt x="5574576" y="1058175"/>
                  </a:lnTo>
                  <a:lnTo>
                    <a:pt x="5513529" y="1037275"/>
                  </a:lnTo>
                  <a:lnTo>
                    <a:pt x="5447344" y="1018579"/>
                  </a:lnTo>
                  <a:lnTo>
                    <a:pt x="5375336" y="1001813"/>
                  </a:lnTo>
                  <a:lnTo>
                    <a:pt x="5297112" y="986756"/>
                  </a:lnTo>
                  <a:lnTo>
                    <a:pt x="5212751" y="973249"/>
                  </a:lnTo>
                  <a:lnTo>
                    <a:pt x="5123009" y="961193"/>
                  </a:lnTo>
                  <a:lnTo>
                    <a:pt x="5029525" y="950548"/>
                  </a:lnTo>
                  <a:lnTo>
                    <a:pt x="4934950" y="941321"/>
                  </a:lnTo>
                  <a:lnTo>
                    <a:pt x="4842908" y="933545"/>
                  </a:lnTo>
                  <a:lnTo>
                    <a:pt x="4757685" y="927247"/>
                  </a:lnTo>
                  <a:lnTo>
                    <a:pt x="4683598" y="922416"/>
                  </a:lnTo>
                  <a:lnTo>
                    <a:pt x="4624171" y="918971"/>
                  </a:lnTo>
                  <a:lnTo>
                    <a:pt x="4581309" y="916748"/>
                  </a:lnTo>
                  <a:lnTo>
                    <a:pt x="4554769" y="915511"/>
                  </a:lnTo>
                  <a:lnTo>
                    <a:pt x="4542052" y="914975"/>
                  </a:lnTo>
                  <a:lnTo>
                    <a:pt x="4538543" y="914841"/>
                  </a:lnTo>
                  <a:lnTo>
                    <a:pt x="4016409" y="914841"/>
                  </a:lnTo>
                  <a:lnTo>
                    <a:pt x="4015153" y="914813"/>
                  </a:lnTo>
                  <a:lnTo>
                    <a:pt x="4006940" y="914615"/>
                  </a:lnTo>
                  <a:lnTo>
                    <a:pt x="3986400" y="914067"/>
                  </a:lnTo>
                  <a:lnTo>
                    <a:pt x="3950095" y="912989"/>
                  </a:lnTo>
                  <a:lnTo>
                    <a:pt x="3896830" y="911225"/>
                  </a:lnTo>
                  <a:lnTo>
                    <a:pt x="3827714" y="908654"/>
                  </a:lnTo>
                  <a:lnTo>
                    <a:pt x="3745778" y="905209"/>
                  </a:lnTo>
                  <a:lnTo>
                    <a:pt x="3655217" y="900867"/>
                  </a:lnTo>
                  <a:lnTo>
                    <a:pt x="3560504" y="895639"/>
                  </a:lnTo>
                  <a:lnTo>
                    <a:pt x="3465639" y="889546"/>
                  </a:lnTo>
                  <a:lnTo>
                    <a:pt x="3373709" y="882598"/>
                  </a:lnTo>
                  <a:lnTo>
                    <a:pt x="3286749" y="874785"/>
                  </a:lnTo>
                  <a:lnTo>
                    <a:pt x="3205827" y="866058"/>
                  </a:lnTo>
                  <a:lnTo>
                    <a:pt x="3131237" y="856333"/>
                  </a:lnTo>
                  <a:lnTo>
                    <a:pt x="3062724" y="845489"/>
                  </a:lnTo>
                  <a:lnTo>
                    <a:pt x="2999669" y="833367"/>
                  </a:lnTo>
                  <a:lnTo>
                    <a:pt x="2941250" y="819786"/>
                  </a:lnTo>
                  <a:lnTo>
                    <a:pt x="2886547" y="804546"/>
                  </a:lnTo>
                  <a:lnTo>
                    <a:pt x="2834635" y="787462"/>
                  </a:lnTo>
                  <a:lnTo>
                    <a:pt x="2784659" y="768400"/>
                  </a:lnTo>
                  <a:lnTo>
                    <a:pt x="2770117" y="762368"/>
                  </a:lnTo>
                  <a:lnTo>
                    <a:pt x="2719944" y="739917"/>
                  </a:lnTo>
                  <a:lnTo>
                    <a:pt x="2670260" y="715262"/>
                  </a:lnTo>
                  <a:lnTo>
                    <a:pt x="2620582" y="688368"/>
                  </a:lnTo>
                  <a:lnTo>
                    <a:pt x="2570575" y="659270"/>
                  </a:lnTo>
                  <a:lnTo>
                    <a:pt x="2520031" y="628079"/>
                  </a:lnTo>
                  <a:lnTo>
                    <a:pt x="2468855" y="594989"/>
                  </a:lnTo>
                  <a:lnTo>
                    <a:pt x="2417053" y="560279"/>
                  </a:lnTo>
                  <a:lnTo>
                    <a:pt x="2364713" y="524301"/>
                  </a:lnTo>
                  <a:lnTo>
                    <a:pt x="2311993" y="487473"/>
                  </a:lnTo>
                  <a:lnTo>
                    <a:pt x="2259094" y="450255"/>
                  </a:lnTo>
                  <a:lnTo>
                    <a:pt x="2206238" y="413131"/>
                  </a:lnTo>
                  <a:lnTo>
                    <a:pt x="2153643" y="376577"/>
                  </a:lnTo>
                  <a:lnTo>
                    <a:pt x="2101495" y="341041"/>
                  </a:lnTo>
                  <a:lnTo>
                    <a:pt x="2049927" y="306916"/>
                  </a:lnTo>
                  <a:lnTo>
                    <a:pt x="1998998" y="274528"/>
                  </a:lnTo>
                  <a:lnTo>
                    <a:pt x="1948678" y="244123"/>
                  </a:lnTo>
                  <a:lnTo>
                    <a:pt x="1898829" y="215864"/>
                  </a:lnTo>
                  <a:lnTo>
                    <a:pt x="1849196" y="189832"/>
                  </a:lnTo>
                  <a:lnTo>
                    <a:pt x="1799390" y="166032"/>
                  </a:lnTo>
                  <a:lnTo>
                    <a:pt x="1768425" y="152473"/>
                  </a:lnTo>
                  <a:lnTo>
                    <a:pt x="1718878" y="132815"/>
                  </a:lnTo>
                  <a:lnTo>
                    <a:pt x="1667624" y="115156"/>
                  </a:lnTo>
                  <a:lnTo>
                    <a:pt x="1613843" y="99388"/>
                  </a:lnTo>
                  <a:lnTo>
                    <a:pt x="1556622" y="85336"/>
                  </a:lnTo>
                  <a:lnTo>
                    <a:pt x="1495032" y="72802"/>
                  </a:lnTo>
                  <a:lnTo>
                    <a:pt x="1428212" y="61597"/>
                  </a:lnTo>
                  <a:lnTo>
                    <a:pt x="1355469" y="51555"/>
                  </a:lnTo>
                  <a:lnTo>
                    <a:pt x="1276420" y="42543"/>
                  </a:lnTo>
                  <a:lnTo>
                    <a:pt x="1191177" y="34465"/>
                  </a:lnTo>
                  <a:lnTo>
                    <a:pt x="1100553" y="27264"/>
                  </a:lnTo>
                  <a:lnTo>
                    <a:pt x="1006283" y="20917"/>
                  </a:lnTo>
                  <a:lnTo>
                    <a:pt x="911144" y="15431"/>
                  </a:lnTo>
                  <a:lnTo>
                    <a:pt x="818896" y="10824"/>
                  </a:lnTo>
                  <a:lnTo>
                    <a:pt x="733939" y="7114"/>
                  </a:lnTo>
                  <a:lnTo>
                    <a:pt x="660640" y="4289"/>
                  </a:lnTo>
                  <a:lnTo>
                    <a:pt x="602466" y="2296"/>
                  </a:lnTo>
                  <a:lnTo>
                    <a:pt x="561155" y="1031"/>
                  </a:lnTo>
                  <a:lnTo>
                    <a:pt x="536207" y="343"/>
                  </a:lnTo>
                  <a:lnTo>
                    <a:pt x="524821" y="60"/>
                  </a:lnTo>
                  <a:lnTo>
                    <a:pt x="5221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411" name="pl411"/>
            <p:cNvSpPr/>
            <p:nvPr/>
          </p:nvSpPr>
          <p:spPr>
            <a:xfrm>
              <a:off x="386606" y="1258958"/>
              <a:ext cx="8554953" cy="2445225"/>
            </a:xfrm>
            <a:custGeom>
              <a:avLst/>
              <a:pathLst>
                <a:path w="8554953" h="2445225">
                  <a:moveTo>
                    <a:pt x="0" y="0"/>
                  </a:moveTo>
                  <a:lnTo>
                    <a:pt x="522133" y="0"/>
                  </a:lnTo>
                  <a:lnTo>
                    <a:pt x="523389" y="27"/>
                  </a:lnTo>
                  <a:lnTo>
                    <a:pt x="531602" y="226"/>
                  </a:lnTo>
                  <a:lnTo>
                    <a:pt x="552142" y="774"/>
                  </a:lnTo>
                  <a:lnTo>
                    <a:pt x="588448" y="1852"/>
                  </a:lnTo>
                  <a:lnTo>
                    <a:pt x="641712" y="3616"/>
                  </a:lnTo>
                  <a:lnTo>
                    <a:pt x="710828" y="6186"/>
                  </a:lnTo>
                  <a:lnTo>
                    <a:pt x="792764" y="9632"/>
                  </a:lnTo>
                  <a:lnTo>
                    <a:pt x="883325" y="13973"/>
                  </a:lnTo>
                  <a:lnTo>
                    <a:pt x="978038" y="19202"/>
                  </a:lnTo>
                  <a:lnTo>
                    <a:pt x="1072903" y="25295"/>
                  </a:lnTo>
                  <a:lnTo>
                    <a:pt x="1164833" y="32242"/>
                  </a:lnTo>
                  <a:lnTo>
                    <a:pt x="1251793" y="40056"/>
                  </a:lnTo>
                  <a:lnTo>
                    <a:pt x="1332715" y="48783"/>
                  </a:lnTo>
                  <a:lnTo>
                    <a:pt x="1407305" y="58507"/>
                  </a:lnTo>
                  <a:lnTo>
                    <a:pt x="1475819" y="69352"/>
                  </a:lnTo>
                  <a:lnTo>
                    <a:pt x="1538873" y="81473"/>
                  </a:lnTo>
                  <a:lnTo>
                    <a:pt x="1597293" y="95055"/>
                  </a:lnTo>
                  <a:lnTo>
                    <a:pt x="1651995" y="110294"/>
                  </a:lnTo>
                  <a:lnTo>
                    <a:pt x="1703907" y="127378"/>
                  </a:lnTo>
                  <a:lnTo>
                    <a:pt x="1753883" y="146440"/>
                  </a:lnTo>
                  <a:lnTo>
                    <a:pt x="1768425" y="152473"/>
                  </a:lnTo>
                  <a:lnTo>
                    <a:pt x="1818598" y="174924"/>
                  </a:lnTo>
                  <a:lnTo>
                    <a:pt x="1868283" y="199579"/>
                  </a:lnTo>
                  <a:lnTo>
                    <a:pt x="1917960" y="226473"/>
                  </a:lnTo>
                  <a:lnTo>
                    <a:pt x="1967967" y="255571"/>
                  </a:lnTo>
                  <a:lnTo>
                    <a:pt x="2018511" y="286762"/>
                  </a:lnTo>
                  <a:lnTo>
                    <a:pt x="2069687" y="319852"/>
                  </a:lnTo>
                  <a:lnTo>
                    <a:pt x="2121489" y="354562"/>
                  </a:lnTo>
                  <a:lnTo>
                    <a:pt x="2173829" y="390540"/>
                  </a:lnTo>
                  <a:lnTo>
                    <a:pt x="2226549" y="427368"/>
                  </a:lnTo>
                  <a:lnTo>
                    <a:pt x="2279448" y="464585"/>
                  </a:lnTo>
                  <a:lnTo>
                    <a:pt x="2332304" y="501710"/>
                  </a:lnTo>
                  <a:lnTo>
                    <a:pt x="2384899" y="538263"/>
                  </a:lnTo>
                  <a:lnTo>
                    <a:pt x="2437048" y="573800"/>
                  </a:lnTo>
                  <a:lnTo>
                    <a:pt x="2488616" y="607925"/>
                  </a:lnTo>
                  <a:lnTo>
                    <a:pt x="2539544" y="640313"/>
                  </a:lnTo>
                  <a:lnTo>
                    <a:pt x="2589864" y="670717"/>
                  </a:lnTo>
                  <a:lnTo>
                    <a:pt x="2639713" y="698977"/>
                  </a:lnTo>
                  <a:lnTo>
                    <a:pt x="2689346" y="725009"/>
                  </a:lnTo>
                  <a:lnTo>
                    <a:pt x="2739152" y="748809"/>
                  </a:lnTo>
                  <a:lnTo>
                    <a:pt x="2770117" y="762368"/>
                  </a:lnTo>
                  <a:lnTo>
                    <a:pt x="2819664" y="782025"/>
                  </a:lnTo>
                  <a:lnTo>
                    <a:pt x="2870919" y="799685"/>
                  </a:lnTo>
                  <a:lnTo>
                    <a:pt x="2924700" y="815453"/>
                  </a:lnTo>
                  <a:lnTo>
                    <a:pt x="2981920" y="829505"/>
                  </a:lnTo>
                  <a:lnTo>
                    <a:pt x="3043510" y="842039"/>
                  </a:lnTo>
                  <a:lnTo>
                    <a:pt x="3110330" y="853244"/>
                  </a:lnTo>
                  <a:lnTo>
                    <a:pt x="3183073" y="863286"/>
                  </a:lnTo>
                  <a:lnTo>
                    <a:pt x="3262122" y="872298"/>
                  </a:lnTo>
                  <a:lnTo>
                    <a:pt x="3347366" y="880376"/>
                  </a:lnTo>
                  <a:lnTo>
                    <a:pt x="3437989" y="887577"/>
                  </a:lnTo>
                  <a:lnTo>
                    <a:pt x="3532259" y="893923"/>
                  </a:lnTo>
                  <a:lnTo>
                    <a:pt x="3627399" y="899410"/>
                  </a:lnTo>
                  <a:lnTo>
                    <a:pt x="3719646" y="904016"/>
                  </a:lnTo>
                  <a:lnTo>
                    <a:pt x="3804604" y="907727"/>
                  </a:lnTo>
                  <a:lnTo>
                    <a:pt x="3877902" y="910551"/>
                  </a:lnTo>
                  <a:lnTo>
                    <a:pt x="3936076" y="912544"/>
                  </a:lnTo>
                  <a:lnTo>
                    <a:pt x="3977387" y="913810"/>
                  </a:lnTo>
                  <a:lnTo>
                    <a:pt x="4002335" y="914497"/>
                  </a:lnTo>
                  <a:lnTo>
                    <a:pt x="4013721" y="914780"/>
                  </a:lnTo>
                  <a:lnTo>
                    <a:pt x="4016375" y="914841"/>
                  </a:lnTo>
                  <a:lnTo>
                    <a:pt x="4016409" y="914841"/>
                  </a:lnTo>
                  <a:lnTo>
                    <a:pt x="4538543" y="914841"/>
                  </a:lnTo>
                  <a:lnTo>
                    <a:pt x="4539775" y="914887"/>
                  </a:lnTo>
                  <a:lnTo>
                    <a:pt x="4547835" y="915212"/>
                  </a:lnTo>
                  <a:lnTo>
                    <a:pt x="4568007" y="916112"/>
                  </a:lnTo>
                  <a:lnTo>
                    <a:pt x="4603695" y="917879"/>
                  </a:lnTo>
                  <a:lnTo>
                    <a:pt x="4656123" y="920774"/>
                  </a:lnTo>
                  <a:lnTo>
                    <a:pt x="4724268" y="924995"/>
                  </a:lnTo>
                  <a:lnTo>
                    <a:pt x="4805211" y="930658"/>
                  </a:lnTo>
                  <a:lnTo>
                    <a:pt x="4894869" y="937801"/>
                  </a:lnTo>
                  <a:lnTo>
                    <a:pt x="4988849" y="946409"/>
                  </a:lnTo>
                  <a:lnTo>
                    <a:pt x="5083187" y="956448"/>
                  </a:lnTo>
                  <a:lnTo>
                    <a:pt x="5174794" y="967897"/>
                  </a:lnTo>
                  <a:lnTo>
                    <a:pt x="5261606" y="980772"/>
                  </a:lnTo>
                  <a:lnTo>
                    <a:pt x="5342510" y="995148"/>
                  </a:lnTo>
                  <a:lnTo>
                    <a:pt x="5417163" y="1011156"/>
                  </a:lnTo>
                  <a:lnTo>
                    <a:pt x="5485778" y="1028993"/>
                  </a:lnTo>
                  <a:lnTo>
                    <a:pt x="5548935" y="1048909"/>
                  </a:lnTo>
                  <a:lnTo>
                    <a:pt x="5607425" y="1071204"/>
                  </a:lnTo>
                  <a:lnTo>
                    <a:pt x="5662145" y="1096200"/>
                  </a:lnTo>
                  <a:lnTo>
                    <a:pt x="5714005" y="1124208"/>
                  </a:lnTo>
                  <a:lnTo>
                    <a:pt x="5763857" y="1155462"/>
                  </a:lnTo>
                  <a:lnTo>
                    <a:pt x="5784835" y="1169905"/>
                  </a:lnTo>
                  <a:lnTo>
                    <a:pt x="5830305" y="1203763"/>
                  </a:lnTo>
                  <a:lnTo>
                    <a:pt x="5875332" y="1240638"/>
                  </a:lnTo>
                  <a:lnTo>
                    <a:pt x="5920290" y="1280583"/>
                  </a:lnTo>
                  <a:lnTo>
                    <a:pt x="5965453" y="1323579"/>
                  </a:lnTo>
                  <a:lnTo>
                    <a:pt x="6011005" y="1369519"/>
                  </a:lnTo>
                  <a:lnTo>
                    <a:pt x="6057051" y="1418206"/>
                  </a:lnTo>
                  <a:lnTo>
                    <a:pt x="6103624" y="1469347"/>
                  </a:lnTo>
                  <a:lnTo>
                    <a:pt x="6150694" y="1522561"/>
                  </a:lnTo>
                  <a:lnTo>
                    <a:pt x="6198179" y="1577381"/>
                  </a:lnTo>
                  <a:lnTo>
                    <a:pt x="6245953" y="1633277"/>
                  </a:lnTo>
                  <a:lnTo>
                    <a:pt x="6293863" y="1689670"/>
                  </a:lnTo>
                  <a:lnTo>
                    <a:pt x="6341746" y="1745960"/>
                  </a:lnTo>
                  <a:lnTo>
                    <a:pt x="6389437" y="1801552"/>
                  </a:lnTo>
                  <a:lnTo>
                    <a:pt x="6436792" y="1855881"/>
                  </a:lnTo>
                  <a:lnTo>
                    <a:pt x="6483699" y="1908435"/>
                  </a:lnTo>
                  <a:lnTo>
                    <a:pt x="6530093" y="1958777"/>
                  </a:lnTo>
                  <a:lnTo>
                    <a:pt x="6575963" y="2006554"/>
                  </a:lnTo>
                  <a:lnTo>
                    <a:pt x="6621367" y="2051506"/>
                  </a:lnTo>
                  <a:lnTo>
                    <a:pt x="6666435" y="2093468"/>
                  </a:lnTo>
                  <a:lnTo>
                    <a:pt x="6711381" y="2132363"/>
                  </a:lnTo>
                  <a:lnTo>
                    <a:pt x="6756511" y="2168198"/>
                  </a:lnTo>
                  <a:lnTo>
                    <a:pt x="6786527" y="2190161"/>
                  </a:lnTo>
                  <a:lnTo>
                    <a:pt x="6835746" y="2222841"/>
                  </a:lnTo>
                  <a:lnTo>
                    <a:pt x="6886646" y="2252223"/>
                  </a:lnTo>
                  <a:lnTo>
                    <a:pt x="6940027" y="2278477"/>
                  </a:lnTo>
                  <a:lnTo>
                    <a:pt x="6996786" y="2301891"/>
                  </a:lnTo>
                  <a:lnTo>
                    <a:pt x="7057833" y="2322791"/>
                  </a:lnTo>
                  <a:lnTo>
                    <a:pt x="7124018" y="2341487"/>
                  </a:lnTo>
                  <a:lnTo>
                    <a:pt x="7196026" y="2358253"/>
                  </a:lnTo>
                  <a:lnTo>
                    <a:pt x="7274250" y="2373310"/>
                  </a:lnTo>
                  <a:lnTo>
                    <a:pt x="7358611" y="2386817"/>
                  </a:lnTo>
                  <a:lnTo>
                    <a:pt x="7448353" y="2398873"/>
                  </a:lnTo>
                  <a:lnTo>
                    <a:pt x="7541837" y="2409518"/>
                  </a:lnTo>
                  <a:lnTo>
                    <a:pt x="7636412" y="2418745"/>
                  </a:lnTo>
                  <a:lnTo>
                    <a:pt x="7728453" y="2426521"/>
                  </a:lnTo>
                  <a:lnTo>
                    <a:pt x="7813677" y="2432819"/>
                  </a:lnTo>
                  <a:lnTo>
                    <a:pt x="7887764" y="2437650"/>
                  </a:lnTo>
                  <a:lnTo>
                    <a:pt x="7947191" y="2441095"/>
                  </a:lnTo>
                  <a:lnTo>
                    <a:pt x="7990053" y="2443318"/>
                  </a:lnTo>
                  <a:lnTo>
                    <a:pt x="8016593" y="2444555"/>
                  </a:lnTo>
                  <a:lnTo>
                    <a:pt x="8029310" y="2445090"/>
                  </a:lnTo>
                  <a:lnTo>
                    <a:pt x="8032718" y="2445221"/>
                  </a:lnTo>
                  <a:lnTo>
                    <a:pt x="8032819" y="2445225"/>
                  </a:lnTo>
                  <a:lnTo>
                    <a:pt x="8554953" y="2445225"/>
                  </a:lnTo>
                  <a:lnTo>
                    <a:pt x="8554953" y="2445225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412" name="pl412"/>
            <p:cNvSpPr/>
            <p:nvPr/>
          </p:nvSpPr>
          <p:spPr>
            <a:xfrm>
              <a:off x="386606" y="1242017"/>
              <a:ext cx="8554953" cy="2445225"/>
            </a:xfrm>
            <a:custGeom>
              <a:avLst/>
              <a:pathLst>
                <a:path w="8554953" h="2445225">
                  <a:moveTo>
                    <a:pt x="8554953" y="2445225"/>
                  </a:moveTo>
                  <a:lnTo>
                    <a:pt x="8032819" y="2445225"/>
                  </a:lnTo>
                  <a:lnTo>
                    <a:pt x="8031587" y="2445179"/>
                  </a:lnTo>
                  <a:lnTo>
                    <a:pt x="8023527" y="2444854"/>
                  </a:lnTo>
                  <a:lnTo>
                    <a:pt x="8003355" y="2443954"/>
                  </a:lnTo>
                  <a:lnTo>
                    <a:pt x="7967667" y="2442187"/>
                  </a:lnTo>
                  <a:lnTo>
                    <a:pt x="7915239" y="2439292"/>
                  </a:lnTo>
                  <a:lnTo>
                    <a:pt x="7847094" y="2435070"/>
                  </a:lnTo>
                  <a:lnTo>
                    <a:pt x="7766151" y="2429408"/>
                  </a:lnTo>
                  <a:lnTo>
                    <a:pt x="7676493" y="2422265"/>
                  </a:lnTo>
                  <a:lnTo>
                    <a:pt x="7582513" y="2413656"/>
                  </a:lnTo>
                  <a:lnTo>
                    <a:pt x="7488175" y="2403617"/>
                  </a:lnTo>
                  <a:lnTo>
                    <a:pt x="7396568" y="2392169"/>
                  </a:lnTo>
                  <a:lnTo>
                    <a:pt x="7309756" y="2379293"/>
                  </a:lnTo>
                  <a:lnTo>
                    <a:pt x="7228852" y="2364918"/>
                  </a:lnTo>
                  <a:lnTo>
                    <a:pt x="7154199" y="2348910"/>
                  </a:lnTo>
                  <a:lnTo>
                    <a:pt x="7085584" y="2331073"/>
                  </a:lnTo>
                  <a:lnTo>
                    <a:pt x="7022427" y="2311156"/>
                  </a:lnTo>
                  <a:lnTo>
                    <a:pt x="6963937" y="2288862"/>
                  </a:lnTo>
                  <a:lnTo>
                    <a:pt x="6909217" y="2263866"/>
                  </a:lnTo>
                  <a:lnTo>
                    <a:pt x="6857357" y="2235858"/>
                  </a:lnTo>
                  <a:lnTo>
                    <a:pt x="6807505" y="2204603"/>
                  </a:lnTo>
                  <a:lnTo>
                    <a:pt x="6786527" y="2190161"/>
                  </a:lnTo>
                  <a:lnTo>
                    <a:pt x="6741057" y="2156302"/>
                  </a:lnTo>
                  <a:lnTo>
                    <a:pt x="6696030" y="2119428"/>
                  </a:lnTo>
                  <a:lnTo>
                    <a:pt x="6651072" y="2079483"/>
                  </a:lnTo>
                  <a:lnTo>
                    <a:pt x="6605909" y="2036487"/>
                  </a:lnTo>
                  <a:lnTo>
                    <a:pt x="6560357" y="1990547"/>
                  </a:lnTo>
                  <a:lnTo>
                    <a:pt x="6514311" y="1941860"/>
                  </a:lnTo>
                  <a:lnTo>
                    <a:pt x="6467738" y="1890718"/>
                  </a:lnTo>
                  <a:lnTo>
                    <a:pt x="6420668" y="1837505"/>
                  </a:lnTo>
                  <a:lnTo>
                    <a:pt x="6373183" y="1782684"/>
                  </a:lnTo>
                  <a:lnTo>
                    <a:pt x="6325409" y="1726789"/>
                  </a:lnTo>
                  <a:lnTo>
                    <a:pt x="6277499" y="1670396"/>
                  </a:lnTo>
                  <a:lnTo>
                    <a:pt x="6229616" y="1614105"/>
                  </a:lnTo>
                  <a:lnTo>
                    <a:pt x="6181925" y="1558514"/>
                  </a:lnTo>
                  <a:lnTo>
                    <a:pt x="6134570" y="1504185"/>
                  </a:lnTo>
                  <a:lnTo>
                    <a:pt x="6087663" y="1451631"/>
                  </a:lnTo>
                  <a:lnTo>
                    <a:pt x="6041269" y="1401289"/>
                  </a:lnTo>
                  <a:lnTo>
                    <a:pt x="5995399" y="1353512"/>
                  </a:lnTo>
                  <a:lnTo>
                    <a:pt x="5949995" y="1308559"/>
                  </a:lnTo>
                  <a:lnTo>
                    <a:pt x="5904927" y="1266598"/>
                  </a:lnTo>
                  <a:lnTo>
                    <a:pt x="5859981" y="1227703"/>
                  </a:lnTo>
                  <a:lnTo>
                    <a:pt x="5814851" y="1191868"/>
                  </a:lnTo>
                  <a:lnTo>
                    <a:pt x="5784835" y="1169905"/>
                  </a:lnTo>
                  <a:lnTo>
                    <a:pt x="5735616" y="1137225"/>
                  </a:lnTo>
                  <a:lnTo>
                    <a:pt x="5684716" y="1107843"/>
                  </a:lnTo>
                  <a:lnTo>
                    <a:pt x="5631335" y="1081589"/>
                  </a:lnTo>
                  <a:lnTo>
                    <a:pt x="5574576" y="1058175"/>
                  </a:lnTo>
                  <a:lnTo>
                    <a:pt x="5513529" y="1037275"/>
                  </a:lnTo>
                  <a:lnTo>
                    <a:pt x="5447344" y="1018579"/>
                  </a:lnTo>
                  <a:lnTo>
                    <a:pt x="5375336" y="1001813"/>
                  </a:lnTo>
                  <a:lnTo>
                    <a:pt x="5297112" y="986756"/>
                  </a:lnTo>
                  <a:lnTo>
                    <a:pt x="5212751" y="973249"/>
                  </a:lnTo>
                  <a:lnTo>
                    <a:pt x="5123009" y="961193"/>
                  </a:lnTo>
                  <a:lnTo>
                    <a:pt x="5029525" y="950548"/>
                  </a:lnTo>
                  <a:lnTo>
                    <a:pt x="4934950" y="941321"/>
                  </a:lnTo>
                  <a:lnTo>
                    <a:pt x="4842908" y="933545"/>
                  </a:lnTo>
                  <a:lnTo>
                    <a:pt x="4757685" y="927247"/>
                  </a:lnTo>
                  <a:lnTo>
                    <a:pt x="4683598" y="922416"/>
                  </a:lnTo>
                  <a:lnTo>
                    <a:pt x="4624171" y="918971"/>
                  </a:lnTo>
                  <a:lnTo>
                    <a:pt x="4581309" y="916748"/>
                  </a:lnTo>
                  <a:lnTo>
                    <a:pt x="4554769" y="915511"/>
                  </a:lnTo>
                  <a:lnTo>
                    <a:pt x="4542052" y="914975"/>
                  </a:lnTo>
                  <a:lnTo>
                    <a:pt x="4538644" y="914845"/>
                  </a:lnTo>
                  <a:lnTo>
                    <a:pt x="4538543" y="914841"/>
                  </a:lnTo>
                  <a:lnTo>
                    <a:pt x="4016409" y="914841"/>
                  </a:lnTo>
                  <a:lnTo>
                    <a:pt x="4015153" y="914813"/>
                  </a:lnTo>
                  <a:lnTo>
                    <a:pt x="4006940" y="914615"/>
                  </a:lnTo>
                  <a:lnTo>
                    <a:pt x="3986400" y="914067"/>
                  </a:lnTo>
                  <a:lnTo>
                    <a:pt x="3950095" y="912989"/>
                  </a:lnTo>
                  <a:lnTo>
                    <a:pt x="3896830" y="911225"/>
                  </a:lnTo>
                  <a:lnTo>
                    <a:pt x="3827714" y="908654"/>
                  </a:lnTo>
                  <a:lnTo>
                    <a:pt x="3745778" y="905209"/>
                  </a:lnTo>
                  <a:lnTo>
                    <a:pt x="3655217" y="900867"/>
                  </a:lnTo>
                  <a:lnTo>
                    <a:pt x="3560504" y="895639"/>
                  </a:lnTo>
                  <a:lnTo>
                    <a:pt x="3465639" y="889546"/>
                  </a:lnTo>
                  <a:lnTo>
                    <a:pt x="3373709" y="882598"/>
                  </a:lnTo>
                  <a:lnTo>
                    <a:pt x="3286749" y="874785"/>
                  </a:lnTo>
                  <a:lnTo>
                    <a:pt x="3205827" y="866058"/>
                  </a:lnTo>
                  <a:lnTo>
                    <a:pt x="3131237" y="856333"/>
                  </a:lnTo>
                  <a:lnTo>
                    <a:pt x="3062724" y="845489"/>
                  </a:lnTo>
                  <a:lnTo>
                    <a:pt x="2999669" y="833367"/>
                  </a:lnTo>
                  <a:lnTo>
                    <a:pt x="2941250" y="819786"/>
                  </a:lnTo>
                  <a:lnTo>
                    <a:pt x="2886547" y="804546"/>
                  </a:lnTo>
                  <a:lnTo>
                    <a:pt x="2834635" y="787462"/>
                  </a:lnTo>
                  <a:lnTo>
                    <a:pt x="2784659" y="768400"/>
                  </a:lnTo>
                  <a:lnTo>
                    <a:pt x="2770117" y="762368"/>
                  </a:lnTo>
                  <a:lnTo>
                    <a:pt x="2719944" y="739917"/>
                  </a:lnTo>
                  <a:lnTo>
                    <a:pt x="2670260" y="715262"/>
                  </a:lnTo>
                  <a:lnTo>
                    <a:pt x="2620582" y="688368"/>
                  </a:lnTo>
                  <a:lnTo>
                    <a:pt x="2570575" y="659270"/>
                  </a:lnTo>
                  <a:lnTo>
                    <a:pt x="2520031" y="628079"/>
                  </a:lnTo>
                  <a:lnTo>
                    <a:pt x="2468855" y="594989"/>
                  </a:lnTo>
                  <a:lnTo>
                    <a:pt x="2417053" y="560279"/>
                  </a:lnTo>
                  <a:lnTo>
                    <a:pt x="2364713" y="524301"/>
                  </a:lnTo>
                  <a:lnTo>
                    <a:pt x="2311993" y="487473"/>
                  </a:lnTo>
                  <a:lnTo>
                    <a:pt x="2259094" y="450255"/>
                  </a:lnTo>
                  <a:lnTo>
                    <a:pt x="2206238" y="413131"/>
                  </a:lnTo>
                  <a:lnTo>
                    <a:pt x="2153643" y="376577"/>
                  </a:lnTo>
                  <a:lnTo>
                    <a:pt x="2101495" y="341041"/>
                  </a:lnTo>
                  <a:lnTo>
                    <a:pt x="2049927" y="306916"/>
                  </a:lnTo>
                  <a:lnTo>
                    <a:pt x="1998998" y="274528"/>
                  </a:lnTo>
                  <a:lnTo>
                    <a:pt x="1948678" y="244123"/>
                  </a:lnTo>
                  <a:lnTo>
                    <a:pt x="1898829" y="215864"/>
                  </a:lnTo>
                  <a:lnTo>
                    <a:pt x="1849196" y="189832"/>
                  </a:lnTo>
                  <a:lnTo>
                    <a:pt x="1799390" y="166032"/>
                  </a:lnTo>
                  <a:lnTo>
                    <a:pt x="1768425" y="152473"/>
                  </a:lnTo>
                  <a:lnTo>
                    <a:pt x="1718878" y="132815"/>
                  </a:lnTo>
                  <a:lnTo>
                    <a:pt x="1667624" y="115156"/>
                  </a:lnTo>
                  <a:lnTo>
                    <a:pt x="1613843" y="99388"/>
                  </a:lnTo>
                  <a:lnTo>
                    <a:pt x="1556622" y="85336"/>
                  </a:lnTo>
                  <a:lnTo>
                    <a:pt x="1495032" y="72802"/>
                  </a:lnTo>
                  <a:lnTo>
                    <a:pt x="1428212" y="61597"/>
                  </a:lnTo>
                  <a:lnTo>
                    <a:pt x="1355469" y="51555"/>
                  </a:lnTo>
                  <a:lnTo>
                    <a:pt x="1276420" y="42543"/>
                  </a:lnTo>
                  <a:lnTo>
                    <a:pt x="1191177" y="34465"/>
                  </a:lnTo>
                  <a:lnTo>
                    <a:pt x="1100553" y="27264"/>
                  </a:lnTo>
                  <a:lnTo>
                    <a:pt x="1006283" y="20917"/>
                  </a:lnTo>
                  <a:lnTo>
                    <a:pt x="911144" y="15431"/>
                  </a:lnTo>
                  <a:lnTo>
                    <a:pt x="818896" y="10824"/>
                  </a:lnTo>
                  <a:lnTo>
                    <a:pt x="733939" y="7114"/>
                  </a:lnTo>
                  <a:lnTo>
                    <a:pt x="660640" y="4289"/>
                  </a:lnTo>
                  <a:lnTo>
                    <a:pt x="602466" y="2296"/>
                  </a:lnTo>
                  <a:lnTo>
                    <a:pt x="561155" y="1031"/>
                  </a:lnTo>
                  <a:lnTo>
                    <a:pt x="536207" y="343"/>
                  </a:lnTo>
                  <a:lnTo>
                    <a:pt x="524821" y="60"/>
                  </a:lnTo>
                  <a:lnTo>
                    <a:pt x="522167" y="0"/>
                  </a:lnTo>
                  <a:lnTo>
                    <a:pt x="522133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413" name="pg413"/>
            <p:cNvSpPr/>
            <p:nvPr/>
          </p:nvSpPr>
          <p:spPr>
            <a:xfrm>
              <a:off x="386606" y="1258958"/>
              <a:ext cx="8554953" cy="2817938"/>
            </a:xfrm>
            <a:custGeom>
              <a:avLst/>
              <a:pathLst>
                <a:path w="8554953" h="2817938">
                  <a:moveTo>
                    <a:pt x="0" y="11294"/>
                  </a:moveTo>
                  <a:lnTo>
                    <a:pt x="522133" y="11294"/>
                  </a:lnTo>
                  <a:lnTo>
                    <a:pt x="523389" y="11322"/>
                  </a:lnTo>
                  <a:lnTo>
                    <a:pt x="531600" y="11523"/>
                  </a:lnTo>
                  <a:lnTo>
                    <a:pt x="552135" y="12078"/>
                  </a:lnTo>
                  <a:lnTo>
                    <a:pt x="588431" y="13168"/>
                  </a:lnTo>
                  <a:lnTo>
                    <a:pt x="641684" y="14954"/>
                  </a:lnTo>
                  <a:lnTo>
                    <a:pt x="710786" y="17555"/>
                  </a:lnTo>
                  <a:lnTo>
                    <a:pt x="792708" y="21042"/>
                  </a:lnTo>
                  <a:lnTo>
                    <a:pt x="883256" y="25437"/>
                  </a:lnTo>
                  <a:lnTo>
                    <a:pt x="977960" y="30728"/>
                  </a:lnTo>
                  <a:lnTo>
                    <a:pt x="1072817" y="36896"/>
                  </a:lnTo>
                  <a:lnTo>
                    <a:pt x="1164742" y="43927"/>
                  </a:lnTo>
                  <a:lnTo>
                    <a:pt x="1251701" y="51836"/>
                  </a:lnTo>
                  <a:lnTo>
                    <a:pt x="1332623" y="60668"/>
                  </a:lnTo>
                  <a:lnTo>
                    <a:pt x="1407213" y="70511"/>
                  </a:lnTo>
                  <a:lnTo>
                    <a:pt x="1475728" y="81487"/>
                  </a:lnTo>
                  <a:lnTo>
                    <a:pt x="1538784" y="93755"/>
                  </a:lnTo>
                  <a:lnTo>
                    <a:pt x="1597205" y="107500"/>
                  </a:lnTo>
                  <a:lnTo>
                    <a:pt x="1651908" y="122924"/>
                  </a:lnTo>
                  <a:lnTo>
                    <a:pt x="1703819" y="140214"/>
                  </a:lnTo>
                  <a:lnTo>
                    <a:pt x="1753793" y="159505"/>
                  </a:lnTo>
                  <a:lnTo>
                    <a:pt x="1768425" y="165650"/>
                  </a:lnTo>
                  <a:lnTo>
                    <a:pt x="1818515" y="188338"/>
                  </a:lnTo>
                  <a:lnTo>
                    <a:pt x="1868117" y="213250"/>
                  </a:lnTo>
                  <a:lnTo>
                    <a:pt x="1917710" y="240421"/>
                  </a:lnTo>
                  <a:lnTo>
                    <a:pt x="1967631" y="269816"/>
                  </a:lnTo>
                  <a:lnTo>
                    <a:pt x="2018086" y="301324"/>
                  </a:lnTo>
                  <a:lnTo>
                    <a:pt x="2069170" y="334750"/>
                  </a:lnTo>
                  <a:lnTo>
                    <a:pt x="2120879" y="369814"/>
                  </a:lnTo>
                  <a:lnTo>
                    <a:pt x="2173126" y="406162"/>
                  </a:lnTo>
                  <a:lnTo>
                    <a:pt x="2225753" y="443373"/>
                  </a:lnTo>
                  <a:lnTo>
                    <a:pt x="2278563" y="480985"/>
                  </a:lnTo>
                  <a:lnTo>
                    <a:pt x="2331333" y="518510"/>
                  </a:lnTo>
                  <a:lnTo>
                    <a:pt x="2383847" y="555469"/>
                  </a:lnTo>
                  <a:lnTo>
                    <a:pt x="2435919" y="591410"/>
                  </a:lnTo>
                  <a:lnTo>
                    <a:pt x="2487415" y="625935"/>
                  </a:lnTo>
                  <a:lnTo>
                    <a:pt x="2538274" y="658713"/>
                  </a:lnTo>
                  <a:lnTo>
                    <a:pt x="2588524" y="689496"/>
                  </a:lnTo>
                  <a:lnTo>
                    <a:pt x="2638300" y="718118"/>
                  </a:lnTo>
                  <a:lnTo>
                    <a:pt x="2687851" y="744494"/>
                  </a:lnTo>
                  <a:lnTo>
                    <a:pt x="2737562" y="768616"/>
                  </a:lnTo>
                  <a:lnTo>
                    <a:pt x="2770117" y="783074"/>
                  </a:lnTo>
                  <a:lnTo>
                    <a:pt x="2819659" y="802972"/>
                  </a:lnTo>
                  <a:lnTo>
                    <a:pt x="2870909" y="820849"/>
                  </a:lnTo>
                  <a:lnTo>
                    <a:pt x="2924684" y="836811"/>
                  </a:lnTo>
                  <a:lnTo>
                    <a:pt x="2981899" y="851035"/>
                  </a:lnTo>
                  <a:lnTo>
                    <a:pt x="3043481" y="863723"/>
                  </a:lnTo>
                  <a:lnTo>
                    <a:pt x="3110292" y="875066"/>
                  </a:lnTo>
                  <a:lnTo>
                    <a:pt x="3183025" y="885232"/>
                  </a:lnTo>
                  <a:lnTo>
                    <a:pt x="3262062" y="894355"/>
                  </a:lnTo>
                  <a:lnTo>
                    <a:pt x="3347293" y="902532"/>
                  </a:lnTo>
                  <a:lnTo>
                    <a:pt x="3437904" y="909822"/>
                  </a:lnTo>
                  <a:lnTo>
                    <a:pt x="3532163" y="916248"/>
                  </a:lnTo>
                  <a:lnTo>
                    <a:pt x="3627295" y="921803"/>
                  </a:lnTo>
                  <a:lnTo>
                    <a:pt x="3719540" y="926466"/>
                  </a:lnTo>
                  <a:lnTo>
                    <a:pt x="3804501" y="930223"/>
                  </a:lnTo>
                  <a:lnTo>
                    <a:pt x="3877812" y="933084"/>
                  </a:lnTo>
                  <a:lnTo>
                    <a:pt x="3936003" y="935102"/>
                  </a:lnTo>
                  <a:lnTo>
                    <a:pt x="3977336" y="936385"/>
                  </a:lnTo>
                  <a:lnTo>
                    <a:pt x="4002306" y="937081"/>
                  </a:lnTo>
                  <a:lnTo>
                    <a:pt x="4013710" y="937368"/>
                  </a:lnTo>
                  <a:lnTo>
                    <a:pt x="4016409" y="937430"/>
                  </a:lnTo>
                  <a:lnTo>
                    <a:pt x="4538543" y="937430"/>
                  </a:lnTo>
                  <a:lnTo>
                    <a:pt x="4539757" y="937485"/>
                  </a:lnTo>
                  <a:lnTo>
                    <a:pt x="4547700" y="937879"/>
                  </a:lnTo>
                  <a:lnTo>
                    <a:pt x="4567591" y="938967"/>
                  </a:lnTo>
                  <a:lnTo>
                    <a:pt x="4602807" y="941106"/>
                  </a:lnTo>
                  <a:lnTo>
                    <a:pt x="4654594" y="944611"/>
                  </a:lnTo>
                  <a:lnTo>
                    <a:pt x="4721992" y="949724"/>
                  </a:lnTo>
                  <a:lnTo>
                    <a:pt x="4802169" y="956588"/>
                  </a:lnTo>
                  <a:lnTo>
                    <a:pt x="4891126" y="965252"/>
                  </a:lnTo>
                  <a:lnTo>
                    <a:pt x="4984534" y="975700"/>
                  </a:lnTo>
                  <a:lnTo>
                    <a:pt x="5078457" y="987890"/>
                  </a:lnTo>
                  <a:lnTo>
                    <a:pt x="5169807" y="1001795"/>
                  </a:lnTo>
                  <a:lnTo>
                    <a:pt x="5256496" y="1017433"/>
                  </a:lnTo>
                  <a:lnTo>
                    <a:pt x="5337380" y="1034888"/>
                  </a:lnTo>
                  <a:lnTo>
                    <a:pt x="5412078" y="1054316"/>
                  </a:lnTo>
                  <a:lnTo>
                    <a:pt x="5480771" y="1075948"/>
                  </a:lnTo>
                  <a:lnTo>
                    <a:pt x="5544007" y="1100086"/>
                  </a:lnTo>
                  <a:lnTo>
                    <a:pt x="5602555" y="1127084"/>
                  </a:lnTo>
                  <a:lnTo>
                    <a:pt x="5657293" y="1157335"/>
                  </a:lnTo>
                  <a:lnTo>
                    <a:pt x="5709119" y="1191217"/>
                  </a:lnTo>
                  <a:lnTo>
                    <a:pt x="5758881" y="1229029"/>
                  </a:lnTo>
                  <a:lnTo>
                    <a:pt x="5784835" y="1250848"/>
                  </a:lnTo>
                  <a:lnTo>
                    <a:pt x="5827771" y="1290023"/>
                  </a:lnTo>
                  <a:lnTo>
                    <a:pt x="5870291" y="1332494"/>
                  </a:lnTo>
                  <a:lnTo>
                    <a:pt x="5912719" y="1378326"/>
                  </a:lnTo>
                  <a:lnTo>
                    <a:pt x="5955295" y="1427509"/>
                  </a:lnTo>
                  <a:lnTo>
                    <a:pt x="5998187" y="1479951"/>
                  </a:lnTo>
                  <a:lnTo>
                    <a:pt x="6041501" y="1535471"/>
                  </a:lnTo>
                  <a:lnTo>
                    <a:pt x="6085282" y="1593800"/>
                  </a:lnTo>
                  <a:lnTo>
                    <a:pt x="6129523" y="1654573"/>
                  </a:lnTo>
                  <a:lnTo>
                    <a:pt x="6174171" y="1717346"/>
                  </a:lnTo>
                  <a:lnTo>
                    <a:pt x="6219138" y="1781597"/>
                  </a:lnTo>
                  <a:lnTo>
                    <a:pt x="6264305" y="1846753"/>
                  </a:lnTo>
                  <a:lnTo>
                    <a:pt x="6309539" y="1912204"/>
                  </a:lnTo>
                  <a:lnTo>
                    <a:pt x="6354699" y="1977326"/>
                  </a:lnTo>
                  <a:lnTo>
                    <a:pt x="6399651" y="2041511"/>
                  </a:lnTo>
                  <a:lnTo>
                    <a:pt x="6444279" y="2104186"/>
                  </a:lnTo>
                  <a:lnTo>
                    <a:pt x="6488495" y="2164836"/>
                  </a:lnTo>
                  <a:lnTo>
                    <a:pt x="6532250" y="2223019"/>
                  </a:lnTo>
                  <a:lnTo>
                    <a:pt x="6575539" y="2278377"/>
                  </a:lnTo>
                  <a:lnTo>
                    <a:pt x="6618411" y="2330644"/>
                  </a:lnTo>
                  <a:lnTo>
                    <a:pt x="6660974" y="2379644"/>
                  </a:lnTo>
                  <a:lnTo>
                    <a:pt x="6703399" y="2425291"/>
                  </a:lnTo>
                  <a:lnTo>
                    <a:pt x="6745933" y="2467580"/>
                  </a:lnTo>
                  <a:lnTo>
                    <a:pt x="6786527" y="2504520"/>
                  </a:lnTo>
                  <a:lnTo>
                    <a:pt x="6835493" y="2544484"/>
                  </a:lnTo>
                  <a:lnTo>
                    <a:pt x="6886119" y="2580435"/>
                  </a:lnTo>
                  <a:lnTo>
                    <a:pt x="6939194" y="2612578"/>
                  </a:lnTo>
                  <a:lnTo>
                    <a:pt x="6995598" y="2641262"/>
                  </a:lnTo>
                  <a:lnTo>
                    <a:pt x="7056229" y="2666878"/>
                  </a:lnTo>
                  <a:lnTo>
                    <a:pt x="7121925" y="2689806"/>
                  </a:lnTo>
                  <a:lnTo>
                    <a:pt x="7193371" y="2710376"/>
                  </a:lnTo>
                  <a:lnTo>
                    <a:pt x="7270962" y="2728859"/>
                  </a:lnTo>
                  <a:lnTo>
                    <a:pt x="7354644" y="2745451"/>
                  </a:lnTo>
                  <a:lnTo>
                    <a:pt x="7443704" y="2760274"/>
                  </a:lnTo>
                  <a:lnTo>
                    <a:pt x="7536576" y="2773380"/>
                  </a:lnTo>
                  <a:lnTo>
                    <a:pt x="7630701" y="2784762"/>
                  </a:lnTo>
                  <a:lnTo>
                    <a:pt x="7722560" y="2794382"/>
                  </a:lnTo>
                  <a:lnTo>
                    <a:pt x="7807958" y="2802205"/>
                  </a:lnTo>
                  <a:lnTo>
                    <a:pt x="7882618" y="2808241"/>
                  </a:lnTo>
                  <a:lnTo>
                    <a:pt x="7942983" y="2812580"/>
                  </a:lnTo>
                  <a:lnTo>
                    <a:pt x="7987026" y="2815412"/>
                  </a:lnTo>
                  <a:lnTo>
                    <a:pt x="8014801" y="2817018"/>
                  </a:lnTo>
                  <a:lnTo>
                    <a:pt x="8028577" y="2817737"/>
                  </a:lnTo>
                  <a:lnTo>
                    <a:pt x="8032630" y="2817930"/>
                  </a:lnTo>
                  <a:lnTo>
                    <a:pt x="8032819" y="2817938"/>
                  </a:lnTo>
                  <a:lnTo>
                    <a:pt x="8554953" y="2817938"/>
                  </a:lnTo>
                  <a:lnTo>
                    <a:pt x="8554953" y="2806644"/>
                  </a:lnTo>
                  <a:lnTo>
                    <a:pt x="8032819" y="2806644"/>
                  </a:lnTo>
                  <a:lnTo>
                    <a:pt x="8031605" y="2806588"/>
                  </a:lnTo>
                  <a:lnTo>
                    <a:pt x="8023661" y="2806195"/>
                  </a:lnTo>
                  <a:lnTo>
                    <a:pt x="8003771" y="2805106"/>
                  </a:lnTo>
                  <a:lnTo>
                    <a:pt x="7968555" y="2802968"/>
                  </a:lnTo>
                  <a:lnTo>
                    <a:pt x="7916768" y="2799462"/>
                  </a:lnTo>
                  <a:lnTo>
                    <a:pt x="7849370" y="2794349"/>
                  </a:lnTo>
                  <a:lnTo>
                    <a:pt x="7769193" y="2787485"/>
                  </a:lnTo>
                  <a:lnTo>
                    <a:pt x="7680236" y="2778821"/>
                  </a:lnTo>
                  <a:lnTo>
                    <a:pt x="7586828" y="2768373"/>
                  </a:lnTo>
                  <a:lnTo>
                    <a:pt x="7492905" y="2756183"/>
                  </a:lnTo>
                  <a:lnTo>
                    <a:pt x="7401555" y="2742279"/>
                  </a:lnTo>
                  <a:lnTo>
                    <a:pt x="7314866" y="2726640"/>
                  </a:lnTo>
                  <a:lnTo>
                    <a:pt x="7233982" y="2709186"/>
                  </a:lnTo>
                  <a:lnTo>
                    <a:pt x="7159284" y="2689758"/>
                  </a:lnTo>
                  <a:lnTo>
                    <a:pt x="7090591" y="2668125"/>
                  </a:lnTo>
                  <a:lnTo>
                    <a:pt x="7027355" y="2643988"/>
                  </a:lnTo>
                  <a:lnTo>
                    <a:pt x="6968807" y="2616989"/>
                  </a:lnTo>
                  <a:lnTo>
                    <a:pt x="6914069" y="2586739"/>
                  </a:lnTo>
                  <a:lnTo>
                    <a:pt x="6862243" y="2552856"/>
                  </a:lnTo>
                  <a:lnTo>
                    <a:pt x="6812481" y="2515045"/>
                  </a:lnTo>
                  <a:lnTo>
                    <a:pt x="6786527" y="2493226"/>
                  </a:lnTo>
                  <a:lnTo>
                    <a:pt x="6743591" y="2454051"/>
                  </a:lnTo>
                  <a:lnTo>
                    <a:pt x="6701070" y="2411579"/>
                  </a:lnTo>
                  <a:lnTo>
                    <a:pt x="6658643" y="2365747"/>
                  </a:lnTo>
                  <a:lnTo>
                    <a:pt x="6616067" y="2316565"/>
                  </a:lnTo>
                  <a:lnTo>
                    <a:pt x="6573175" y="2264123"/>
                  </a:lnTo>
                  <a:lnTo>
                    <a:pt x="6529861" y="2208602"/>
                  </a:lnTo>
                  <a:lnTo>
                    <a:pt x="6486080" y="2150274"/>
                  </a:lnTo>
                  <a:lnTo>
                    <a:pt x="6441839" y="2089500"/>
                  </a:lnTo>
                  <a:lnTo>
                    <a:pt x="6397191" y="2026728"/>
                  </a:lnTo>
                  <a:lnTo>
                    <a:pt x="6352224" y="1962476"/>
                  </a:lnTo>
                  <a:lnTo>
                    <a:pt x="6307057" y="1897320"/>
                  </a:lnTo>
                  <a:lnTo>
                    <a:pt x="6261823" y="1831870"/>
                  </a:lnTo>
                  <a:lnTo>
                    <a:pt x="6216663" y="1766748"/>
                  </a:lnTo>
                  <a:lnTo>
                    <a:pt x="6171711" y="1702563"/>
                  </a:lnTo>
                  <a:lnTo>
                    <a:pt x="6127083" y="1639887"/>
                  </a:lnTo>
                  <a:lnTo>
                    <a:pt x="6082867" y="1579237"/>
                  </a:lnTo>
                  <a:lnTo>
                    <a:pt x="6039112" y="1521054"/>
                  </a:lnTo>
                  <a:lnTo>
                    <a:pt x="5995823" y="1465696"/>
                  </a:lnTo>
                  <a:lnTo>
                    <a:pt x="5952951" y="1413429"/>
                  </a:lnTo>
                  <a:lnTo>
                    <a:pt x="5910388" y="1364429"/>
                  </a:lnTo>
                  <a:lnTo>
                    <a:pt x="5867963" y="1318782"/>
                  </a:lnTo>
                  <a:lnTo>
                    <a:pt x="5825429" y="1276494"/>
                  </a:lnTo>
                  <a:lnTo>
                    <a:pt x="5784835" y="1239554"/>
                  </a:lnTo>
                  <a:lnTo>
                    <a:pt x="5735869" y="1199589"/>
                  </a:lnTo>
                  <a:lnTo>
                    <a:pt x="5685242" y="1163639"/>
                  </a:lnTo>
                  <a:lnTo>
                    <a:pt x="5632168" y="1131495"/>
                  </a:lnTo>
                  <a:lnTo>
                    <a:pt x="5575764" y="1102811"/>
                  </a:lnTo>
                  <a:lnTo>
                    <a:pt x="5515133" y="1077195"/>
                  </a:lnTo>
                  <a:lnTo>
                    <a:pt x="5449437" y="1054268"/>
                  </a:lnTo>
                  <a:lnTo>
                    <a:pt x="5377991" y="1033697"/>
                  </a:lnTo>
                  <a:lnTo>
                    <a:pt x="5300400" y="1015214"/>
                  </a:lnTo>
                  <a:lnTo>
                    <a:pt x="5216718" y="998622"/>
                  </a:lnTo>
                  <a:lnTo>
                    <a:pt x="5127658" y="983799"/>
                  </a:lnTo>
                  <a:lnTo>
                    <a:pt x="5034786" y="970693"/>
                  </a:lnTo>
                  <a:lnTo>
                    <a:pt x="4940661" y="959311"/>
                  </a:lnTo>
                  <a:lnTo>
                    <a:pt x="4848802" y="949691"/>
                  </a:lnTo>
                  <a:lnTo>
                    <a:pt x="4763404" y="941868"/>
                  </a:lnTo>
                  <a:lnTo>
                    <a:pt x="4688744" y="935832"/>
                  </a:lnTo>
                  <a:lnTo>
                    <a:pt x="4628379" y="931493"/>
                  </a:lnTo>
                  <a:lnTo>
                    <a:pt x="4584336" y="928661"/>
                  </a:lnTo>
                  <a:lnTo>
                    <a:pt x="4556561" y="927055"/>
                  </a:lnTo>
                  <a:lnTo>
                    <a:pt x="4542785" y="926336"/>
                  </a:lnTo>
                  <a:lnTo>
                    <a:pt x="4538732" y="926144"/>
                  </a:lnTo>
                  <a:lnTo>
                    <a:pt x="4538543" y="926136"/>
                  </a:lnTo>
                  <a:lnTo>
                    <a:pt x="4016409" y="926136"/>
                  </a:lnTo>
                  <a:lnTo>
                    <a:pt x="4015154" y="926107"/>
                  </a:lnTo>
                  <a:lnTo>
                    <a:pt x="4006943" y="925907"/>
                  </a:lnTo>
                  <a:lnTo>
                    <a:pt x="3986407" y="925351"/>
                  </a:lnTo>
                  <a:lnTo>
                    <a:pt x="3950111" y="924261"/>
                  </a:lnTo>
                  <a:lnTo>
                    <a:pt x="3896858" y="922475"/>
                  </a:lnTo>
                  <a:lnTo>
                    <a:pt x="3827756" y="919874"/>
                  </a:lnTo>
                  <a:lnTo>
                    <a:pt x="3745834" y="916387"/>
                  </a:lnTo>
                  <a:lnTo>
                    <a:pt x="3655286" y="911993"/>
                  </a:lnTo>
                  <a:lnTo>
                    <a:pt x="3560583" y="906701"/>
                  </a:lnTo>
                  <a:lnTo>
                    <a:pt x="3465725" y="900534"/>
                  </a:lnTo>
                  <a:lnTo>
                    <a:pt x="3373800" y="893502"/>
                  </a:lnTo>
                  <a:lnTo>
                    <a:pt x="3286842" y="885594"/>
                  </a:lnTo>
                  <a:lnTo>
                    <a:pt x="3205919" y="876761"/>
                  </a:lnTo>
                  <a:lnTo>
                    <a:pt x="3131329" y="866919"/>
                  </a:lnTo>
                  <a:lnTo>
                    <a:pt x="3062814" y="855943"/>
                  </a:lnTo>
                  <a:lnTo>
                    <a:pt x="2999758" y="843675"/>
                  </a:lnTo>
                  <a:lnTo>
                    <a:pt x="2941337" y="829929"/>
                  </a:lnTo>
                  <a:lnTo>
                    <a:pt x="2886635" y="814506"/>
                  </a:lnTo>
                  <a:lnTo>
                    <a:pt x="2834724" y="797216"/>
                  </a:lnTo>
                  <a:lnTo>
                    <a:pt x="2784749" y="777924"/>
                  </a:lnTo>
                  <a:lnTo>
                    <a:pt x="2770117" y="771780"/>
                  </a:lnTo>
                  <a:lnTo>
                    <a:pt x="2720027" y="749091"/>
                  </a:lnTo>
                  <a:lnTo>
                    <a:pt x="2670426" y="724179"/>
                  </a:lnTo>
                  <a:lnTo>
                    <a:pt x="2620832" y="697009"/>
                  </a:lnTo>
                  <a:lnTo>
                    <a:pt x="2570911" y="667613"/>
                  </a:lnTo>
                  <a:lnTo>
                    <a:pt x="2520457" y="636105"/>
                  </a:lnTo>
                  <a:lnTo>
                    <a:pt x="2469372" y="602680"/>
                  </a:lnTo>
                  <a:lnTo>
                    <a:pt x="2417663" y="567615"/>
                  </a:lnTo>
                  <a:lnTo>
                    <a:pt x="2365417" y="531268"/>
                  </a:lnTo>
                  <a:lnTo>
                    <a:pt x="2312789" y="494056"/>
                  </a:lnTo>
                  <a:lnTo>
                    <a:pt x="2259979" y="456445"/>
                  </a:lnTo>
                  <a:lnTo>
                    <a:pt x="2207209" y="418919"/>
                  </a:lnTo>
                  <a:lnTo>
                    <a:pt x="2154695" y="381960"/>
                  </a:lnTo>
                  <a:lnTo>
                    <a:pt x="2102623" y="346019"/>
                  </a:lnTo>
                  <a:lnTo>
                    <a:pt x="2051127" y="311495"/>
                  </a:lnTo>
                  <a:lnTo>
                    <a:pt x="2000268" y="278716"/>
                  </a:lnTo>
                  <a:lnTo>
                    <a:pt x="1950018" y="247933"/>
                  </a:lnTo>
                  <a:lnTo>
                    <a:pt x="1900242" y="219312"/>
                  </a:lnTo>
                  <a:lnTo>
                    <a:pt x="1850691" y="192936"/>
                  </a:lnTo>
                  <a:lnTo>
                    <a:pt x="1800981" y="168813"/>
                  </a:lnTo>
                  <a:lnTo>
                    <a:pt x="1768425" y="154356"/>
                  </a:lnTo>
                  <a:lnTo>
                    <a:pt x="1718883" y="134457"/>
                  </a:lnTo>
                  <a:lnTo>
                    <a:pt x="1667633" y="116580"/>
                  </a:lnTo>
                  <a:lnTo>
                    <a:pt x="1613858" y="100619"/>
                  </a:lnTo>
                  <a:lnTo>
                    <a:pt x="1556643" y="86394"/>
                  </a:lnTo>
                  <a:lnTo>
                    <a:pt x="1495062" y="73706"/>
                  </a:lnTo>
                  <a:lnTo>
                    <a:pt x="1428250" y="62363"/>
                  </a:lnTo>
                  <a:lnTo>
                    <a:pt x="1355517" y="52197"/>
                  </a:lnTo>
                  <a:lnTo>
                    <a:pt x="1276481" y="43074"/>
                  </a:lnTo>
                  <a:lnTo>
                    <a:pt x="1191249" y="34897"/>
                  </a:lnTo>
                  <a:lnTo>
                    <a:pt x="1100638" y="27607"/>
                  </a:lnTo>
                  <a:lnTo>
                    <a:pt x="1006379" y="21182"/>
                  </a:lnTo>
                  <a:lnTo>
                    <a:pt x="911247" y="15627"/>
                  </a:lnTo>
                  <a:lnTo>
                    <a:pt x="819002" y="10963"/>
                  </a:lnTo>
                  <a:lnTo>
                    <a:pt x="734041" y="7206"/>
                  </a:lnTo>
                  <a:lnTo>
                    <a:pt x="660731" y="4346"/>
                  </a:lnTo>
                  <a:lnTo>
                    <a:pt x="602539" y="2327"/>
                  </a:lnTo>
                  <a:lnTo>
                    <a:pt x="561206" y="1045"/>
                  </a:lnTo>
                  <a:lnTo>
                    <a:pt x="536236" y="348"/>
                  </a:lnTo>
                  <a:lnTo>
                    <a:pt x="524832" y="61"/>
                  </a:lnTo>
                  <a:lnTo>
                    <a:pt x="5221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414" name="pl414"/>
            <p:cNvSpPr/>
            <p:nvPr/>
          </p:nvSpPr>
          <p:spPr>
            <a:xfrm>
              <a:off x="386606" y="1270252"/>
              <a:ext cx="8554953" cy="2806644"/>
            </a:xfrm>
            <a:custGeom>
              <a:avLst/>
              <a:pathLst>
                <a:path w="8554953" h="2806644">
                  <a:moveTo>
                    <a:pt x="0" y="0"/>
                  </a:moveTo>
                  <a:lnTo>
                    <a:pt x="522133" y="0"/>
                  </a:lnTo>
                  <a:lnTo>
                    <a:pt x="523389" y="28"/>
                  </a:lnTo>
                  <a:lnTo>
                    <a:pt x="531600" y="228"/>
                  </a:lnTo>
                  <a:lnTo>
                    <a:pt x="552135" y="784"/>
                  </a:lnTo>
                  <a:lnTo>
                    <a:pt x="588431" y="1874"/>
                  </a:lnTo>
                  <a:lnTo>
                    <a:pt x="641684" y="3660"/>
                  </a:lnTo>
                  <a:lnTo>
                    <a:pt x="710786" y="6261"/>
                  </a:lnTo>
                  <a:lnTo>
                    <a:pt x="792708" y="9748"/>
                  </a:lnTo>
                  <a:lnTo>
                    <a:pt x="883256" y="14142"/>
                  </a:lnTo>
                  <a:lnTo>
                    <a:pt x="977960" y="19434"/>
                  </a:lnTo>
                  <a:lnTo>
                    <a:pt x="1072817" y="25601"/>
                  </a:lnTo>
                  <a:lnTo>
                    <a:pt x="1164742" y="32633"/>
                  </a:lnTo>
                  <a:lnTo>
                    <a:pt x="1251701" y="40541"/>
                  </a:lnTo>
                  <a:lnTo>
                    <a:pt x="1332623" y="49374"/>
                  </a:lnTo>
                  <a:lnTo>
                    <a:pt x="1407213" y="59216"/>
                  </a:lnTo>
                  <a:lnTo>
                    <a:pt x="1475728" y="70192"/>
                  </a:lnTo>
                  <a:lnTo>
                    <a:pt x="1538784" y="82460"/>
                  </a:lnTo>
                  <a:lnTo>
                    <a:pt x="1597205" y="96206"/>
                  </a:lnTo>
                  <a:lnTo>
                    <a:pt x="1651908" y="111629"/>
                  </a:lnTo>
                  <a:lnTo>
                    <a:pt x="1703819" y="128919"/>
                  </a:lnTo>
                  <a:lnTo>
                    <a:pt x="1753793" y="148211"/>
                  </a:lnTo>
                  <a:lnTo>
                    <a:pt x="1768425" y="154356"/>
                  </a:lnTo>
                  <a:lnTo>
                    <a:pt x="1818515" y="177044"/>
                  </a:lnTo>
                  <a:lnTo>
                    <a:pt x="1868117" y="201956"/>
                  </a:lnTo>
                  <a:lnTo>
                    <a:pt x="1917710" y="229126"/>
                  </a:lnTo>
                  <a:lnTo>
                    <a:pt x="1967631" y="258522"/>
                  </a:lnTo>
                  <a:lnTo>
                    <a:pt x="2018086" y="290030"/>
                  </a:lnTo>
                  <a:lnTo>
                    <a:pt x="2069170" y="323456"/>
                  </a:lnTo>
                  <a:lnTo>
                    <a:pt x="2120879" y="358520"/>
                  </a:lnTo>
                  <a:lnTo>
                    <a:pt x="2173126" y="394867"/>
                  </a:lnTo>
                  <a:lnTo>
                    <a:pt x="2225753" y="432079"/>
                  </a:lnTo>
                  <a:lnTo>
                    <a:pt x="2278563" y="469690"/>
                  </a:lnTo>
                  <a:lnTo>
                    <a:pt x="2331333" y="507216"/>
                  </a:lnTo>
                  <a:lnTo>
                    <a:pt x="2383847" y="544175"/>
                  </a:lnTo>
                  <a:lnTo>
                    <a:pt x="2435919" y="580116"/>
                  </a:lnTo>
                  <a:lnTo>
                    <a:pt x="2487415" y="614640"/>
                  </a:lnTo>
                  <a:lnTo>
                    <a:pt x="2538274" y="647419"/>
                  </a:lnTo>
                  <a:lnTo>
                    <a:pt x="2588524" y="678202"/>
                  </a:lnTo>
                  <a:lnTo>
                    <a:pt x="2638300" y="706823"/>
                  </a:lnTo>
                  <a:lnTo>
                    <a:pt x="2687851" y="733200"/>
                  </a:lnTo>
                  <a:lnTo>
                    <a:pt x="2737562" y="757322"/>
                  </a:lnTo>
                  <a:lnTo>
                    <a:pt x="2770117" y="771780"/>
                  </a:lnTo>
                  <a:lnTo>
                    <a:pt x="2819659" y="791678"/>
                  </a:lnTo>
                  <a:lnTo>
                    <a:pt x="2870909" y="809555"/>
                  </a:lnTo>
                  <a:lnTo>
                    <a:pt x="2924684" y="825516"/>
                  </a:lnTo>
                  <a:lnTo>
                    <a:pt x="2981899" y="839741"/>
                  </a:lnTo>
                  <a:lnTo>
                    <a:pt x="3043481" y="852429"/>
                  </a:lnTo>
                  <a:lnTo>
                    <a:pt x="3110292" y="863772"/>
                  </a:lnTo>
                  <a:lnTo>
                    <a:pt x="3183025" y="873938"/>
                  </a:lnTo>
                  <a:lnTo>
                    <a:pt x="3262062" y="883061"/>
                  </a:lnTo>
                  <a:lnTo>
                    <a:pt x="3347293" y="891238"/>
                  </a:lnTo>
                  <a:lnTo>
                    <a:pt x="3437904" y="898528"/>
                  </a:lnTo>
                  <a:lnTo>
                    <a:pt x="3532163" y="904953"/>
                  </a:lnTo>
                  <a:lnTo>
                    <a:pt x="3627295" y="910508"/>
                  </a:lnTo>
                  <a:lnTo>
                    <a:pt x="3719540" y="915172"/>
                  </a:lnTo>
                  <a:lnTo>
                    <a:pt x="3804501" y="918929"/>
                  </a:lnTo>
                  <a:lnTo>
                    <a:pt x="3877812" y="921790"/>
                  </a:lnTo>
                  <a:lnTo>
                    <a:pt x="3936003" y="923808"/>
                  </a:lnTo>
                  <a:lnTo>
                    <a:pt x="3977336" y="925090"/>
                  </a:lnTo>
                  <a:lnTo>
                    <a:pt x="4002306" y="925787"/>
                  </a:lnTo>
                  <a:lnTo>
                    <a:pt x="4013710" y="926074"/>
                  </a:lnTo>
                  <a:lnTo>
                    <a:pt x="4016375" y="926135"/>
                  </a:lnTo>
                  <a:lnTo>
                    <a:pt x="4016409" y="926136"/>
                  </a:lnTo>
                  <a:lnTo>
                    <a:pt x="4538543" y="926136"/>
                  </a:lnTo>
                  <a:lnTo>
                    <a:pt x="4539757" y="926191"/>
                  </a:lnTo>
                  <a:lnTo>
                    <a:pt x="4547700" y="926584"/>
                  </a:lnTo>
                  <a:lnTo>
                    <a:pt x="4567591" y="927673"/>
                  </a:lnTo>
                  <a:lnTo>
                    <a:pt x="4602807" y="929811"/>
                  </a:lnTo>
                  <a:lnTo>
                    <a:pt x="4654594" y="933317"/>
                  </a:lnTo>
                  <a:lnTo>
                    <a:pt x="4721992" y="938430"/>
                  </a:lnTo>
                  <a:lnTo>
                    <a:pt x="4802169" y="945294"/>
                  </a:lnTo>
                  <a:lnTo>
                    <a:pt x="4891126" y="953958"/>
                  </a:lnTo>
                  <a:lnTo>
                    <a:pt x="4984534" y="964406"/>
                  </a:lnTo>
                  <a:lnTo>
                    <a:pt x="5078457" y="976596"/>
                  </a:lnTo>
                  <a:lnTo>
                    <a:pt x="5169807" y="990501"/>
                  </a:lnTo>
                  <a:lnTo>
                    <a:pt x="5256496" y="1006139"/>
                  </a:lnTo>
                  <a:lnTo>
                    <a:pt x="5337380" y="1023593"/>
                  </a:lnTo>
                  <a:lnTo>
                    <a:pt x="5412078" y="1043021"/>
                  </a:lnTo>
                  <a:lnTo>
                    <a:pt x="5480771" y="1064654"/>
                  </a:lnTo>
                  <a:lnTo>
                    <a:pt x="5544007" y="1088791"/>
                  </a:lnTo>
                  <a:lnTo>
                    <a:pt x="5602555" y="1115790"/>
                  </a:lnTo>
                  <a:lnTo>
                    <a:pt x="5657293" y="1146040"/>
                  </a:lnTo>
                  <a:lnTo>
                    <a:pt x="5709119" y="1179923"/>
                  </a:lnTo>
                  <a:lnTo>
                    <a:pt x="5758881" y="1217734"/>
                  </a:lnTo>
                  <a:lnTo>
                    <a:pt x="5784835" y="1239554"/>
                  </a:lnTo>
                  <a:lnTo>
                    <a:pt x="5827771" y="1278728"/>
                  </a:lnTo>
                  <a:lnTo>
                    <a:pt x="5870291" y="1321200"/>
                  </a:lnTo>
                  <a:lnTo>
                    <a:pt x="5912719" y="1367032"/>
                  </a:lnTo>
                  <a:lnTo>
                    <a:pt x="5955295" y="1416215"/>
                  </a:lnTo>
                  <a:lnTo>
                    <a:pt x="5998187" y="1468656"/>
                  </a:lnTo>
                  <a:lnTo>
                    <a:pt x="6041501" y="1524177"/>
                  </a:lnTo>
                  <a:lnTo>
                    <a:pt x="6085282" y="1582505"/>
                  </a:lnTo>
                  <a:lnTo>
                    <a:pt x="6129523" y="1643279"/>
                  </a:lnTo>
                  <a:lnTo>
                    <a:pt x="6174171" y="1706051"/>
                  </a:lnTo>
                  <a:lnTo>
                    <a:pt x="6219138" y="1770303"/>
                  </a:lnTo>
                  <a:lnTo>
                    <a:pt x="6264305" y="1835459"/>
                  </a:lnTo>
                  <a:lnTo>
                    <a:pt x="6309539" y="1900909"/>
                  </a:lnTo>
                  <a:lnTo>
                    <a:pt x="6354699" y="1966031"/>
                  </a:lnTo>
                  <a:lnTo>
                    <a:pt x="6399651" y="2030216"/>
                  </a:lnTo>
                  <a:lnTo>
                    <a:pt x="6444279" y="2092892"/>
                  </a:lnTo>
                  <a:lnTo>
                    <a:pt x="6488495" y="2153542"/>
                  </a:lnTo>
                  <a:lnTo>
                    <a:pt x="6532250" y="2211725"/>
                  </a:lnTo>
                  <a:lnTo>
                    <a:pt x="6575539" y="2267083"/>
                  </a:lnTo>
                  <a:lnTo>
                    <a:pt x="6618411" y="2319350"/>
                  </a:lnTo>
                  <a:lnTo>
                    <a:pt x="6660974" y="2368350"/>
                  </a:lnTo>
                  <a:lnTo>
                    <a:pt x="6703399" y="2413997"/>
                  </a:lnTo>
                  <a:lnTo>
                    <a:pt x="6745933" y="2456286"/>
                  </a:lnTo>
                  <a:lnTo>
                    <a:pt x="6786527" y="2493226"/>
                  </a:lnTo>
                  <a:lnTo>
                    <a:pt x="6835493" y="2533190"/>
                  </a:lnTo>
                  <a:lnTo>
                    <a:pt x="6886119" y="2569141"/>
                  </a:lnTo>
                  <a:lnTo>
                    <a:pt x="6939194" y="2601284"/>
                  </a:lnTo>
                  <a:lnTo>
                    <a:pt x="6995598" y="2629968"/>
                  </a:lnTo>
                  <a:lnTo>
                    <a:pt x="7056229" y="2655584"/>
                  </a:lnTo>
                  <a:lnTo>
                    <a:pt x="7121925" y="2678511"/>
                  </a:lnTo>
                  <a:lnTo>
                    <a:pt x="7193371" y="2699082"/>
                  </a:lnTo>
                  <a:lnTo>
                    <a:pt x="7270962" y="2717565"/>
                  </a:lnTo>
                  <a:lnTo>
                    <a:pt x="7354644" y="2734157"/>
                  </a:lnTo>
                  <a:lnTo>
                    <a:pt x="7443704" y="2748980"/>
                  </a:lnTo>
                  <a:lnTo>
                    <a:pt x="7536576" y="2762086"/>
                  </a:lnTo>
                  <a:lnTo>
                    <a:pt x="7630701" y="2773468"/>
                  </a:lnTo>
                  <a:lnTo>
                    <a:pt x="7722560" y="2783088"/>
                  </a:lnTo>
                  <a:lnTo>
                    <a:pt x="7807958" y="2790911"/>
                  </a:lnTo>
                  <a:lnTo>
                    <a:pt x="7882618" y="2796947"/>
                  </a:lnTo>
                  <a:lnTo>
                    <a:pt x="7942983" y="2801286"/>
                  </a:lnTo>
                  <a:lnTo>
                    <a:pt x="7987026" y="2804118"/>
                  </a:lnTo>
                  <a:lnTo>
                    <a:pt x="8014801" y="2805724"/>
                  </a:lnTo>
                  <a:lnTo>
                    <a:pt x="8028577" y="2806443"/>
                  </a:lnTo>
                  <a:lnTo>
                    <a:pt x="8032630" y="2806635"/>
                  </a:lnTo>
                  <a:lnTo>
                    <a:pt x="8032819" y="2806644"/>
                  </a:lnTo>
                  <a:lnTo>
                    <a:pt x="8554953" y="2806644"/>
                  </a:lnTo>
                  <a:lnTo>
                    <a:pt x="8554953" y="2806644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415" name="pl415"/>
            <p:cNvSpPr/>
            <p:nvPr/>
          </p:nvSpPr>
          <p:spPr>
            <a:xfrm>
              <a:off x="386606" y="1258958"/>
              <a:ext cx="8554953" cy="2806644"/>
            </a:xfrm>
            <a:custGeom>
              <a:avLst/>
              <a:pathLst>
                <a:path w="8554953" h="2806644">
                  <a:moveTo>
                    <a:pt x="8554953" y="2806644"/>
                  </a:moveTo>
                  <a:lnTo>
                    <a:pt x="8032819" y="2806644"/>
                  </a:lnTo>
                  <a:lnTo>
                    <a:pt x="8031605" y="2806588"/>
                  </a:lnTo>
                  <a:lnTo>
                    <a:pt x="8023661" y="2806195"/>
                  </a:lnTo>
                  <a:lnTo>
                    <a:pt x="8003771" y="2805106"/>
                  </a:lnTo>
                  <a:lnTo>
                    <a:pt x="7968555" y="2802968"/>
                  </a:lnTo>
                  <a:lnTo>
                    <a:pt x="7916768" y="2799462"/>
                  </a:lnTo>
                  <a:lnTo>
                    <a:pt x="7849370" y="2794349"/>
                  </a:lnTo>
                  <a:lnTo>
                    <a:pt x="7769193" y="2787485"/>
                  </a:lnTo>
                  <a:lnTo>
                    <a:pt x="7680236" y="2778821"/>
                  </a:lnTo>
                  <a:lnTo>
                    <a:pt x="7586828" y="2768373"/>
                  </a:lnTo>
                  <a:lnTo>
                    <a:pt x="7492905" y="2756183"/>
                  </a:lnTo>
                  <a:lnTo>
                    <a:pt x="7401555" y="2742279"/>
                  </a:lnTo>
                  <a:lnTo>
                    <a:pt x="7314866" y="2726640"/>
                  </a:lnTo>
                  <a:lnTo>
                    <a:pt x="7233982" y="2709186"/>
                  </a:lnTo>
                  <a:lnTo>
                    <a:pt x="7159284" y="2689758"/>
                  </a:lnTo>
                  <a:lnTo>
                    <a:pt x="7090591" y="2668125"/>
                  </a:lnTo>
                  <a:lnTo>
                    <a:pt x="7027355" y="2643988"/>
                  </a:lnTo>
                  <a:lnTo>
                    <a:pt x="6968807" y="2616989"/>
                  </a:lnTo>
                  <a:lnTo>
                    <a:pt x="6914069" y="2586739"/>
                  </a:lnTo>
                  <a:lnTo>
                    <a:pt x="6862243" y="2552856"/>
                  </a:lnTo>
                  <a:lnTo>
                    <a:pt x="6812481" y="2515045"/>
                  </a:lnTo>
                  <a:lnTo>
                    <a:pt x="6786527" y="2493226"/>
                  </a:lnTo>
                  <a:lnTo>
                    <a:pt x="6743591" y="2454051"/>
                  </a:lnTo>
                  <a:lnTo>
                    <a:pt x="6701070" y="2411579"/>
                  </a:lnTo>
                  <a:lnTo>
                    <a:pt x="6658643" y="2365747"/>
                  </a:lnTo>
                  <a:lnTo>
                    <a:pt x="6616067" y="2316565"/>
                  </a:lnTo>
                  <a:lnTo>
                    <a:pt x="6573175" y="2264123"/>
                  </a:lnTo>
                  <a:lnTo>
                    <a:pt x="6529861" y="2208602"/>
                  </a:lnTo>
                  <a:lnTo>
                    <a:pt x="6486080" y="2150274"/>
                  </a:lnTo>
                  <a:lnTo>
                    <a:pt x="6441839" y="2089500"/>
                  </a:lnTo>
                  <a:lnTo>
                    <a:pt x="6397191" y="2026728"/>
                  </a:lnTo>
                  <a:lnTo>
                    <a:pt x="6352224" y="1962476"/>
                  </a:lnTo>
                  <a:lnTo>
                    <a:pt x="6307057" y="1897320"/>
                  </a:lnTo>
                  <a:lnTo>
                    <a:pt x="6261823" y="1831870"/>
                  </a:lnTo>
                  <a:lnTo>
                    <a:pt x="6216663" y="1766748"/>
                  </a:lnTo>
                  <a:lnTo>
                    <a:pt x="6171711" y="1702563"/>
                  </a:lnTo>
                  <a:lnTo>
                    <a:pt x="6127083" y="1639887"/>
                  </a:lnTo>
                  <a:lnTo>
                    <a:pt x="6082867" y="1579237"/>
                  </a:lnTo>
                  <a:lnTo>
                    <a:pt x="6039112" y="1521054"/>
                  </a:lnTo>
                  <a:lnTo>
                    <a:pt x="5995823" y="1465696"/>
                  </a:lnTo>
                  <a:lnTo>
                    <a:pt x="5952951" y="1413429"/>
                  </a:lnTo>
                  <a:lnTo>
                    <a:pt x="5910388" y="1364429"/>
                  </a:lnTo>
                  <a:lnTo>
                    <a:pt x="5867963" y="1318782"/>
                  </a:lnTo>
                  <a:lnTo>
                    <a:pt x="5825429" y="1276494"/>
                  </a:lnTo>
                  <a:lnTo>
                    <a:pt x="5784835" y="1239554"/>
                  </a:lnTo>
                  <a:lnTo>
                    <a:pt x="5735869" y="1199589"/>
                  </a:lnTo>
                  <a:lnTo>
                    <a:pt x="5685242" y="1163639"/>
                  </a:lnTo>
                  <a:lnTo>
                    <a:pt x="5632168" y="1131495"/>
                  </a:lnTo>
                  <a:lnTo>
                    <a:pt x="5575764" y="1102811"/>
                  </a:lnTo>
                  <a:lnTo>
                    <a:pt x="5515133" y="1077195"/>
                  </a:lnTo>
                  <a:lnTo>
                    <a:pt x="5449437" y="1054268"/>
                  </a:lnTo>
                  <a:lnTo>
                    <a:pt x="5377991" y="1033697"/>
                  </a:lnTo>
                  <a:lnTo>
                    <a:pt x="5300400" y="1015214"/>
                  </a:lnTo>
                  <a:lnTo>
                    <a:pt x="5216718" y="998622"/>
                  </a:lnTo>
                  <a:lnTo>
                    <a:pt x="5127658" y="983799"/>
                  </a:lnTo>
                  <a:lnTo>
                    <a:pt x="5034786" y="970693"/>
                  </a:lnTo>
                  <a:lnTo>
                    <a:pt x="4940661" y="959311"/>
                  </a:lnTo>
                  <a:lnTo>
                    <a:pt x="4848802" y="949691"/>
                  </a:lnTo>
                  <a:lnTo>
                    <a:pt x="4763404" y="941868"/>
                  </a:lnTo>
                  <a:lnTo>
                    <a:pt x="4688744" y="935832"/>
                  </a:lnTo>
                  <a:lnTo>
                    <a:pt x="4628379" y="931493"/>
                  </a:lnTo>
                  <a:lnTo>
                    <a:pt x="4584336" y="928661"/>
                  </a:lnTo>
                  <a:lnTo>
                    <a:pt x="4556561" y="927055"/>
                  </a:lnTo>
                  <a:lnTo>
                    <a:pt x="4542785" y="926336"/>
                  </a:lnTo>
                  <a:lnTo>
                    <a:pt x="4538732" y="926144"/>
                  </a:lnTo>
                  <a:lnTo>
                    <a:pt x="4538543" y="926136"/>
                  </a:lnTo>
                  <a:lnTo>
                    <a:pt x="4016409" y="926136"/>
                  </a:lnTo>
                  <a:lnTo>
                    <a:pt x="4015154" y="926107"/>
                  </a:lnTo>
                  <a:lnTo>
                    <a:pt x="4006943" y="925907"/>
                  </a:lnTo>
                  <a:lnTo>
                    <a:pt x="3986407" y="925351"/>
                  </a:lnTo>
                  <a:lnTo>
                    <a:pt x="3950111" y="924261"/>
                  </a:lnTo>
                  <a:lnTo>
                    <a:pt x="3896858" y="922475"/>
                  </a:lnTo>
                  <a:lnTo>
                    <a:pt x="3827756" y="919874"/>
                  </a:lnTo>
                  <a:lnTo>
                    <a:pt x="3745834" y="916387"/>
                  </a:lnTo>
                  <a:lnTo>
                    <a:pt x="3655286" y="911993"/>
                  </a:lnTo>
                  <a:lnTo>
                    <a:pt x="3560583" y="906701"/>
                  </a:lnTo>
                  <a:lnTo>
                    <a:pt x="3465725" y="900534"/>
                  </a:lnTo>
                  <a:lnTo>
                    <a:pt x="3373800" y="893502"/>
                  </a:lnTo>
                  <a:lnTo>
                    <a:pt x="3286842" y="885594"/>
                  </a:lnTo>
                  <a:lnTo>
                    <a:pt x="3205919" y="876761"/>
                  </a:lnTo>
                  <a:lnTo>
                    <a:pt x="3131329" y="866919"/>
                  </a:lnTo>
                  <a:lnTo>
                    <a:pt x="3062814" y="855943"/>
                  </a:lnTo>
                  <a:lnTo>
                    <a:pt x="2999758" y="843675"/>
                  </a:lnTo>
                  <a:lnTo>
                    <a:pt x="2941337" y="829929"/>
                  </a:lnTo>
                  <a:lnTo>
                    <a:pt x="2886635" y="814506"/>
                  </a:lnTo>
                  <a:lnTo>
                    <a:pt x="2834724" y="797216"/>
                  </a:lnTo>
                  <a:lnTo>
                    <a:pt x="2784749" y="777924"/>
                  </a:lnTo>
                  <a:lnTo>
                    <a:pt x="2770117" y="771780"/>
                  </a:lnTo>
                  <a:lnTo>
                    <a:pt x="2720027" y="749091"/>
                  </a:lnTo>
                  <a:lnTo>
                    <a:pt x="2670426" y="724179"/>
                  </a:lnTo>
                  <a:lnTo>
                    <a:pt x="2620832" y="697009"/>
                  </a:lnTo>
                  <a:lnTo>
                    <a:pt x="2570911" y="667613"/>
                  </a:lnTo>
                  <a:lnTo>
                    <a:pt x="2520457" y="636105"/>
                  </a:lnTo>
                  <a:lnTo>
                    <a:pt x="2469372" y="602680"/>
                  </a:lnTo>
                  <a:lnTo>
                    <a:pt x="2417663" y="567615"/>
                  </a:lnTo>
                  <a:lnTo>
                    <a:pt x="2365417" y="531268"/>
                  </a:lnTo>
                  <a:lnTo>
                    <a:pt x="2312789" y="494056"/>
                  </a:lnTo>
                  <a:lnTo>
                    <a:pt x="2259979" y="456445"/>
                  </a:lnTo>
                  <a:lnTo>
                    <a:pt x="2207209" y="418919"/>
                  </a:lnTo>
                  <a:lnTo>
                    <a:pt x="2154695" y="381960"/>
                  </a:lnTo>
                  <a:lnTo>
                    <a:pt x="2102623" y="346019"/>
                  </a:lnTo>
                  <a:lnTo>
                    <a:pt x="2051127" y="311495"/>
                  </a:lnTo>
                  <a:lnTo>
                    <a:pt x="2000268" y="278716"/>
                  </a:lnTo>
                  <a:lnTo>
                    <a:pt x="1950018" y="247933"/>
                  </a:lnTo>
                  <a:lnTo>
                    <a:pt x="1900242" y="219312"/>
                  </a:lnTo>
                  <a:lnTo>
                    <a:pt x="1850691" y="192936"/>
                  </a:lnTo>
                  <a:lnTo>
                    <a:pt x="1800981" y="168813"/>
                  </a:lnTo>
                  <a:lnTo>
                    <a:pt x="1768425" y="154356"/>
                  </a:lnTo>
                  <a:lnTo>
                    <a:pt x="1718883" y="134457"/>
                  </a:lnTo>
                  <a:lnTo>
                    <a:pt x="1667633" y="116580"/>
                  </a:lnTo>
                  <a:lnTo>
                    <a:pt x="1613858" y="100619"/>
                  </a:lnTo>
                  <a:lnTo>
                    <a:pt x="1556643" y="86394"/>
                  </a:lnTo>
                  <a:lnTo>
                    <a:pt x="1495062" y="73706"/>
                  </a:lnTo>
                  <a:lnTo>
                    <a:pt x="1428250" y="62363"/>
                  </a:lnTo>
                  <a:lnTo>
                    <a:pt x="1355517" y="52197"/>
                  </a:lnTo>
                  <a:lnTo>
                    <a:pt x="1276481" y="43074"/>
                  </a:lnTo>
                  <a:lnTo>
                    <a:pt x="1191249" y="34897"/>
                  </a:lnTo>
                  <a:lnTo>
                    <a:pt x="1100638" y="27607"/>
                  </a:lnTo>
                  <a:lnTo>
                    <a:pt x="1006379" y="21182"/>
                  </a:lnTo>
                  <a:lnTo>
                    <a:pt x="911247" y="15627"/>
                  </a:lnTo>
                  <a:lnTo>
                    <a:pt x="819002" y="10963"/>
                  </a:lnTo>
                  <a:lnTo>
                    <a:pt x="734041" y="7206"/>
                  </a:lnTo>
                  <a:lnTo>
                    <a:pt x="660731" y="4346"/>
                  </a:lnTo>
                  <a:lnTo>
                    <a:pt x="602539" y="2327"/>
                  </a:lnTo>
                  <a:lnTo>
                    <a:pt x="561206" y="1045"/>
                  </a:lnTo>
                  <a:lnTo>
                    <a:pt x="536236" y="348"/>
                  </a:lnTo>
                  <a:lnTo>
                    <a:pt x="524832" y="61"/>
                  </a:lnTo>
                  <a:lnTo>
                    <a:pt x="522167" y="0"/>
                  </a:lnTo>
                  <a:lnTo>
                    <a:pt x="522133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416" name="pg416"/>
            <p:cNvSpPr/>
            <p:nvPr/>
          </p:nvSpPr>
          <p:spPr>
            <a:xfrm>
              <a:off x="386606" y="1270252"/>
              <a:ext cx="8554953" cy="3049472"/>
            </a:xfrm>
            <a:custGeom>
              <a:avLst/>
              <a:pathLst>
                <a:path w="8554953" h="3049472">
                  <a:moveTo>
                    <a:pt x="0" y="16941"/>
                  </a:moveTo>
                  <a:lnTo>
                    <a:pt x="522133" y="16941"/>
                  </a:lnTo>
                  <a:lnTo>
                    <a:pt x="523388" y="16969"/>
                  </a:lnTo>
                  <a:lnTo>
                    <a:pt x="531598" y="17171"/>
                  </a:lnTo>
                  <a:lnTo>
                    <a:pt x="552131" y="17730"/>
                  </a:lnTo>
                  <a:lnTo>
                    <a:pt x="588423" y="18827"/>
                  </a:lnTo>
                  <a:lnTo>
                    <a:pt x="641670" y="20623"/>
                  </a:lnTo>
                  <a:lnTo>
                    <a:pt x="710765" y="23240"/>
                  </a:lnTo>
                  <a:lnTo>
                    <a:pt x="792680" y="26748"/>
                  </a:lnTo>
                  <a:lnTo>
                    <a:pt x="883222" y="31168"/>
                  </a:lnTo>
                  <a:lnTo>
                    <a:pt x="977920" y="36492"/>
                  </a:lnTo>
                  <a:lnTo>
                    <a:pt x="1072774" y="42696"/>
                  </a:lnTo>
                  <a:lnTo>
                    <a:pt x="1164697" y="49769"/>
                  </a:lnTo>
                  <a:lnTo>
                    <a:pt x="1251654" y="57725"/>
                  </a:lnTo>
                  <a:lnTo>
                    <a:pt x="1332576" y="66611"/>
                  </a:lnTo>
                  <a:lnTo>
                    <a:pt x="1407167" y="76512"/>
                  </a:lnTo>
                  <a:lnTo>
                    <a:pt x="1475683" y="87554"/>
                  </a:lnTo>
                  <a:lnTo>
                    <a:pt x="1538740" y="99895"/>
                  </a:lnTo>
                  <a:lnTo>
                    <a:pt x="1597161" y="113723"/>
                  </a:lnTo>
                  <a:lnTo>
                    <a:pt x="1651863" y="129238"/>
                  </a:lnTo>
                  <a:lnTo>
                    <a:pt x="1703774" y="146631"/>
                  </a:lnTo>
                  <a:lnTo>
                    <a:pt x="1753748" y="166037"/>
                  </a:lnTo>
                  <a:lnTo>
                    <a:pt x="1768425" y="172238"/>
                  </a:lnTo>
                  <a:lnTo>
                    <a:pt x="1818473" y="195045"/>
                  </a:lnTo>
                  <a:lnTo>
                    <a:pt x="1868033" y="220085"/>
                  </a:lnTo>
                  <a:lnTo>
                    <a:pt x="1917585" y="247393"/>
                  </a:lnTo>
                  <a:lnTo>
                    <a:pt x="1967462" y="276937"/>
                  </a:lnTo>
                  <a:lnTo>
                    <a:pt x="2017872" y="308603"/>
                  </a:lnTo>
                  <a:lnTo>
                    <a:pt x="2068911" y="342195"/>
                  </a:lnTo>
                  <a:lnTo>
                    <a:pt x="2120574" y="377436"/>
                  </a:lnTo>
                  <a:lnTo>
                    <a:pt x="2172773" y="413967"/>
                  </a:lnTo>
                  <a:lnTo>
                    <a:pt x="2225354" y="451370"/>
                  </a:lnTo>
                  <a:lnTo>
                    <a:pt x="2278119" y="489178"/>
                  </a:lnTo>
                  <a:lnTo>
                    <a:pt x="2330846" y="526903"/>
                  </a:lnTo>
                  <a:lnTo>
                    <a:pt x="2383320" y="564064"/>
                  </a:lnTo>
                  <a:lnTo>
                    <a:pt x="2435354" y="600206"/>
                  </a:lnTo>
                  <a:lnTo>
                    <a:pt x="2486813" y="634931"/>
                  </a:lnTo>
                  <a:lnTo>
                    <a:pt x="2537637" y="667904"/>
                  </a:lnTo>
                  <a:lnTo>
                    <a:pt x="2587852" y="698877"/>
                  </a:lnTo>
                  <a:lnTo>
                    <a:pt x="2637591" y="727679"/>
                  </a:lnTo>
                  <a:lnTo>
                    <a:pt x="2687102" y="754227"/>
                  </a:lnTo>
                  <a:lnTo>
                    <a:pt x="2736764" y="778511"/>
                  </a:lnTo>
                  <a:lnTo>
                    <a:pt x="2770117" y="793427"/>
                  </a:lnTo>
                  <a:lnTo>
                    <a:pt x="2819657" y="813446"/>
                  </a:lnTo>
                  <a:lnTo>
                    <a:pt x="2870904" y="831431"/>
                  </a:lnTo>
                  <a:lnTo>
                    <a:pt x="2924677" y="847489"/>
                  </a:lnTo>
                  <a:lnTo>
                    <a:pt x="2981888" y="861800"/>
                  </a:lnTo>
                  <a:lnTo>
                    <a:pt x="3043466" y="874565"/>
                  </a:lnTo>
                  <a:lnTo>
                    <a:pt x="3110273" y="885977"/>
                  </a:lnTo>
                  <a:lnTo>
                    <a:pt x="3183000" y="896205"/>
                  </a:lnTo>
                  <a:lnTo>
                    <a:pt x="3262031" y="905384"/>
                  </a:lnTo>
                  <a:lnTo>
                    <a:pt x="3347256" y="913611"/>
                  </a:lnTo>
                  <a:lnTo>
                    <a:pt x="3437861" y="920945"/>
                  </a:lnTo>
                  <a:lnTo>
                    <a:pt x="3532114" y="927410"/>
                  </a:lnTo>
                  <a:lnTo>
                    <a:pt x="3627243" y="932999"/>
                  </a:lnTo>
                  <a:lnTo>
                    <a:pt x="3719486" y="937691"/>
                  </a:lnTo>
                  <a:lnTo>
                    <a:pt x="3804450" y="941472"/>
                  </a:lnTo>
                  <a:lnTo>
                    <a:pt x="3877766" y="944350"/>
                  </a:lnTo>
                  <a:lnTo>
                    <a:pt x="3935966" y="946381"/>
                  </a:lnTo>
                  <a:lnTo>
                    <a:pt x="3977310" y="947672"/>
                  </a:lnTo>
                  <a:lnTo>
                    <a:pt x="4002292" y="948373"/>
                  </a:lnTo>
                  <a:lnTo>
                    <a:pt x="4013705" y="948662"/>
                  </a:lnTo>
                  <a:lnTo>
                    <a:pt x="4016409" y="948724"/>
                  </a:lnTo>
                  <a:lnTo>
                    <a:pt x="4538543" y="948724"/>
                  </a:lnTo>
                  <a:lnTo>
                    <a:pt x="4539744" y="948785"/>
                  </a:lnTo>
                  <a:lnTo>
                    <a:pt x="4547604" y="949220"/>
                  </a:lnTo>
                  <a:lnTo>
                    <a:pt x="4567294" y="950423"/>
                  </a:lnTo>
                  <a:lnTo>
                    <a:pt x="4602173" y="952785"/>
                  </a:lnTo>
                  <a:lnTo>
                    <a:pt x="4653502" y="956659"/>
                  </a:lnTo>
                  <a:lnTo>
                    <a:pt x="4720364" y="962313"/>
                  </a:lnTo>
                  <a:lnTo>
                    <a:pt x="4799991" y="969905"/>
                  </a:lnTo>
                  <a:lnTo>
                    <a:pt x="4888442" y="979494"/>
                  </a:lnTo>
                  <a:lnTo>
                    <a:pt x="4981435" y="991062"/>
                  </a:lnTo>
                  <a:lnTo>
                    <a:pt x="5075055" y="1004563"/>
                  </a:lnTo>
                  <a:lnTo>
                    <a:pt x="5166215" y="1019966"/>
                  </a:lnTo>
                  <a:lnTo>
                    <a:pt x="5252812" y="1037290"/>
                  </a:lnTo>
                  <a:lnTo>
                    <a:pt x="5333677" y="1056622"/>
                  </a:lnTo>
                  <a:lnTo>
                    <a:pt x="5408406" y="1078132"/>
                  </a:lnTo>
                  <a:lnTo>
                    <a:pt x="5477154" y="1102072"/>
                  </a:lnTo>
                  <a:lnTo>
                    <a:pt x="5540447" y="1128770"/>
                  </a:lnTo>
                  <a:lnTo>
                    <a:pt x="5599039" y="1158616"/>
                  </a:lnTo>
                  <a:lnTo>
                    <a:pt x="5653792" y="1192041"/>
                  </a:lnTo>
                  <a:lnTo>
                    <a:pt x="5705597" y="1229468"/>
                  </a:lnTo>
                  <a:lnTo>
                    <a:pt x="5755299" y="1271235"/>
                  </a:lnTo>
                  <a:lnTo>
                    <a:pt x="5784835" y="1298849"/>
                  </a:lnTo>
                  <a:lnTo>
                    <a:pt x="5826294" y="1341036"/>
                  </a:lnTo>
                  <a:lnTo>
                    <a:pt x="5867354" y="1386652"/>
                  </a:lnTo>
                  <a:lnTo>
                    <a:pt x="5908309" y="1435765"/>
                  </a:lnTo>
                  <a:lnTo>
                    <a:pt x="5949383" y="1488371"/>
                  </a:lnTo>
                  <a:lnTo>
                    <a:pt x="5990735" y="1544390"/>
                  </a:lnTo>
                  <a:lnTo>
                    <a:pt x="6032467" y="1603655"/>
                  </a:lnTo>
                  <a:lnTo>
                    <a:pt x="6074629" y="1665909"/>
                  </a:lnTo>
                  <a:lnTo>
                    <a:pt x="6117227" y="1730809"/>
                  </a:lnTo>
                  <a:lnTo>
                    <a:pt x="6160222" y="1797928"/>
                  </a:lnTo>
                  <a:lnTo>
                    <a:pt x="6203542" y="1866763"/>
                  </a:lnTo>
                  <a:lnTo>
                    <a:pt x="6247090" y="1936752"/>
                  </a:lnTo>
                  <a:lnTo>
                    <a:pt x="6290749" y="2007293"/>
                  </a:lnTo>
                  <a:lnTo>
                    <a:pt x="6334393" y="2077760"/>
                  </a:lnTo>
                  <a:lnTo>
                    <a:pt x="6377899" y="2147534"/>
                  </a:lnTo>
                  <a:lnTo>
                    <a:pt x="6421152" y="2216019"/>
                  </a:lnTo>
                  <a:lnTo>
                    <a:pt x="6464059" y="2282665"/>
                  </a:lnTo>
                  <a:lnTo>
                    <a:pt x="6506558" y="2346986"/>
                  </a:lnTo>
                  <a:lnTo>
                    <a:pt x="6548618" y="2408574"/>
                  </a:lnTo>
                  <a:lnTo>
                    <a:pt x="6590256" y="2467105"/>
                  </a:lnTo>
                  <a:lnTo>
                    <a:pt x="6631532" y="2522343"/>
                  </a:lnTo>
                  <a:lnTo>
                    <a:pt x="6672562" y="2574143"/>
                  </a:lnTo>
                  <a:lnTo>
                    <a:pt x="6713519" y="2622442"/>
                  </a:lnTo>
                  <a:lnTo>
                    <a:pt x="6754643" y="2667254"/>
                  </a:lnTo>
                  <a:lnTo>
                    <a:pt x="6786527" y="2699347"/>
                  </a:lnTo>
                  <a:lnTo>
                    <a:pt x="6835312" y="2743837"/>
                  </a:lnTo>
                  <a:lnTo>
                    <a:pt x="6885742" y="2783876"/>
                  </a:lnTo>
                  <a:lnTo>
                    <a:pt x="6938596" y="2819689"/>
                  </a:lnTo>
                  <a:lnTo>
                    <a:pt x="6994745" y="2851662"/>
                  </a:lnTo>
                  <a:lnTo>
                    <a:pt x="7055078" y="2880226"/>
                  </a:lnTo>
                  <a:lnTo>
                    <a:pt x="7120426" y="2905801"/>
                  </a:lnTo>
                  <a:lnTo>
                    <a:pt x="7191468" y="2928755"/>
                  </a:lnTo>
                  <a:lnTo>
                    <a:pt x="7268606" y="2949388"/>
                  </a:lnTo>
                  <a:lnTo>
                    <a:pt x="7351801" y="2967918"/>
                  </a:lnTo>
                  <a:lnTo>
                    <a:pt x="7440371" y="2984484"/>
                  </a:lnTo>
                  <a:lnTo>
                    <a:pt x="7532799" y="2999144"/>
                  </a:lnTo>
                  <a:lnTo>
                    <a:pt x="7626593" y="3011894"/>
                  </a:lnTo>
                  <a:lnTo>
                    <a:pt x="7718309" y="3022693"/>
                  </a:lnTo>
                  <a:lnTo>
                    <a:pt x="7803816" y="3031499"/>
                  </a:lnTo>
                  <a:lnTo>
                    <a:pt x="7878870" y="3038320"/>
                  </a:lnTo>
                  <a:lnTo>
                    <a:pt x="7939893" y="3043252"/>
                  </a:lnTo>
                  <a:lnTo>
                    <a:pt x="7984776" y="3046497"/>
                  </a:lnTo>
                  <a:lnTo>
                    <a:pt x="8013440" y="3048361"/>
                  </a:lnTo>
                  <a:lnTo>
                    <a:pt x="8027994" y="3049216"/>
                  </a:lnTo>
                  <a:lnTo>
                    <a:pt x="8032542" y="3049458"/>
                  </a:lnTo>
                  <a:lnTo>
                    <a:pt x="8032819" y="3049472"/>
                  </a:lnTo>
                  <a:lnTo>
                    <a:pt x="8554953" y="3049472"/>
                  </a:lnTo>
                  <a:lnTo>
                    <a:pt x="8554953" y="3032530"/>
                  </a:lnTo>
                  <a:lnTo>
                    <a:pt x="8032819" y="3032530"/>
                  </a:lnTo>
                  <a:lnTo>
                    <a:pt x="8031618" y="3032469"/>
                  </a:lnTo>
                  <a:lnTo>
                    <a:pt x="8023758" y="3032035"/>
                  </a:lnTo>
                  <a:lnTo>
                    <a:pt x="8004068" y="3030832"/>
                  </a:lnTo>
                  <a:lnTo>
                    <a:pt x="7969189" y="3028469"/>
                  </a:lnTo>
                  <a:lnTo>
                    <a:pt x="7917860" y="3024595"/>
                  </a:lnTo>
                  <a:lnTo>
                    <a:pt x="7850997" y="3018942"/>
                  </a:lnTo>
                  <a:lnTo>
                    <a:pt x="7771371" y="3011350"/>
                  </a:lnTo>
                  <a:lnTo>
                    <a:pt x="7682919" y="3001761"/>
                  </a:lnTo>
                  <a:lnTo>
                    <a:pt x="7589927" y="2990193"/>
                  </a:lnTo>
                  <a:lnTo>
                    <a:pt x="7496307" y="2976692"/>
                  </a:lnTo>
                  <a:lnTo>
                    <a:pt x="7405147" y="2961288"/>
                  </a:lnTo>
                  <a:lnTo>
                    <a:pt x="7318550" y="2943965"/>
                  </a:lnTo>
                  <a:lnTo>
                    <a:pt x="7237685" y="2924633"/>
                  </a:lnTo>
                  <a:lnTo>
                    <a:pt x="7162956" y="2903123"/>
                  </a:lnTo>
                  <a:lnTo>
                    <a:pt x="7094208" y="2879183"/>
                  </a:lnTo>
                  <a:lnTo>
                    <a:pt x="7030915" y="2852485"/>
                  </a:lnTo>
                  <a:lnTo>
                    <a:pt x="6972323" y="2822639"/>
                  </a:lnTo>
                  <a:lnTo>
                    <a:pt x="6917570" y="2789214"/>
                  </a:lnTo>
                  <a:lnTo>
                    <a:pt x="6865764" y="2751787"/>
                  </a:lnTo>
                  <a:lnTo>
                    <a:pt x="6816063" y="2710020"/>
                  </a:lnTo>
                  <a:lnTo>
                    <a:pt x="6786527" y="2682406"/>
                  </a:lnTo>
                  <a:lnTo>
                    <a:pt x="6745068" y="2640219"/>
                  </a:lnTo>
                  <a:lnTo>
                    <a:pt x="6704008" y="2594603"/>
                  </a:lnTo>
                  <a:lnTo>
                    <a:pt x="6663053" y="2545490"/>
                  </a:lnTo>
                  <a:lnTo>
                    <a:pt x="6621979" y="2492883"/>
                  </a:lnTo>
                  <a:lnTo>
                    <a:pt x="6580627" y="2436864"/>
                  </a:lnTo>
                  <a:lnTo>
                    <a:pt x="6538895" y="2377600"/>
                  </a:lnTo>
                  <a:lnTo>
                    <a:pt x="6496732" y="2315346"/>
                  </a:lnTo>
                  <a:lnTo>
                    <a:pt x="6454135" y="2250445"/>
                  </a:lnTo>
                  <a:lnTo>
                    <a:pt x="6411140" y="2183327"/>
                  </a:lnTo>
                  <a:lnTo>
                    <a:pt x="6367820" y="2114492"/>
                  </a:lnTo>
                  <a:lnTo>
                    <a:pt x="6324272" y="2044502"/>
                  </a:lnTo>
                  <a:lnTo>
                    <a:pt x="6280613" y="1973962"/>
                  </a:lnTo>
                  <a:lnTo>
                    <a:pt x="6236968" y="1903494"/>
                  </a:lnTo>
                  <a:lnTo>
                    <a:pt x="6193463" y="1833720"/>
                  </a:lnTo>
                  <a:lnTo>
                    <a:pt x="6150210" y="1765236"/>
                  </a:lnTo>
                  <a:lnTo>
                    <a:pt x="6107302" y="1698590"/>
                  </a:lnTo>
                  <a:lnTo>
                    <a:pt x="6064804" y="1634268"/>
                  </a:lnTo>
                  <a:lnTo>
                    <a:pt x="6022744" y="1572680"/>
                  </a:lnTo>
                  <a:lnTo>
                    <a:pt x="5981106" y="1514150"/>
                  </a:lnTo>
                  <a:lnTo>
                    <a:pt x="5939830" y="1458912"/>
                  </a:lnTo>
                  <a:lnTo>
                    <a:pt x="5898800" y="1407111"/>
                  </a:lnTo>
                  <a:lnTo>
                    <a:pt x="5857843" y="1358813"/>
                  </a:lnTo>
                  <a:lnTo>
                    <a:pt x="5816719" y="1314001"/>
                  </a:lnTo>
                  <a:lnTo>
                    <a:pt x="5784835" y="1281907"/>
                  </a:lnTo>
                  <a:lnTo>
                    <a:pt x="5736050" y="1237417"/>
                  </a:lnTo>
                  <a:lnTo>
                    <a:pt x="5685620" y="1197379"/>
                  </a:lnTo>
                  <a:lnTo>
                    <a:pt x="5632766" y="1161565"/>
                  </a:lnTo>
                  <a:lnTo>
                    <a:pt x="5576617" y="1129593"/>
                  </a:lnTo>
                  <a:lnTo>
                    <a:pt x="5516284" y="1101028"/>
                  </a:lnTo>
                  <a:lnTo>
                    <a:pt x="5450936" y="1075453"/>
                  </a:lnTo>
                  <a:lnTo>
                    <a:pt x="5379894" y="1052499"/>
                  </a:lnTo>
                  <a:lnTo>
                    <a:pt x="5302756" y="1031867"/>
                  </a:lnTo>
                  <a:lnTo>
                    <a:pt x="5219561" y="1013336"/>
                  </a:lnTo>
                  <a:lnTo>
                    <a:pt x="5130991" y="996771"/>
                  </a:lnTo>
                  <a:lnTo>
                    <a:pt x="5038563" y="982111"/>
                  </a:lnTo>
                  <a:lnTo>
                    <a:pt x="4944769" y="969360"/>
                  </a:lnTo>
                  <a:lnTo>
                    <a:pt x="4853053" y="958562"/>
                  </a:lnTo>
                  <a:lnTo>
                    <a:pt x="4767546" y="949756"/>
                  </a:lnTo>
                  <a:lnTo>
                    <a:pt x="4692492" y="942934"/>
                  </a:lnTo>
                  <a:lnTo>
                    <a:pt x="4631469" y="938003"/>
                  </a:lnTo>
                  <a:lnTo>
                    <a:pt x="4586585" y="934757"/>
                  </a:lnTo>
                  <a:lnTo>
                    <a:pt x="4557922" y="932894"/>
                  </a:lnTo>
                  <a:lnTo>
                    <a:pt x="4543368" y="932039"/>
                  </a:lnTo>
                  <a:lnTo>
                    <a:pt x="4538820" y="931796"/>
                  </a:lnTo>
                  <a:lnTo>
                    <a:pt x="4538543" y="931783"/>
                  </a:lnTo>
                  <a:lnTo>
                    <a:pt x="4016409" y="931783"/>
                  </a:lnTo>
                  <a:lnTo>
                    <a:pt x="4015154" y="931754"/>
                  </a:lnTo>
                  <a:lnTo>
                    <a:pt x="4006944" y="931552"/>
                  </a:lnTo>
                  <a:lnTo>
                    <a:pt x="3986411" y="930994"/>
                  </a:lnTo>
                  <a:lnTo>
                    <a:pt x="3950119" y="929897"/>
                  </a:lnTo>
                  <a:lnTo>
                    <a:pt x="3896872" y="928101"/>
                  </a:lnTo>
                  <a:lnTo>
                    <a:pt x="3827777" y="925484"/>
                  </a:lnTo>
                  <a:lnTo>
                    <a:pt x="3745862" y="921976"/>
                  </a:lnTo>
                  <a:lnTo>
                    <a:pt x="3655320" y="917556"/>
                  </a:lnTo>
                  <a:lnTo>
                    <a:pt x="3560622" y="912232"/>
                  </a:lnTo>
                  <a:lnTo>
                    <a:pt x="3465768" y="906028"/>
                  </a:lnTo>
                  <a:lnTo>
                    <a:pt x="3373845" y="898954"/>
                  </a:lnTo>
                  <a:lnTo>
                    <a:pt x="3286888" y="890998"/>
                  </a:lnTo>
                  <a:lnTo>
                    <a:pt x="3205966" y="882113"/>
                  </a:lnTo>
                  <a:lnTo>
                    <a:pt x="3131375" y="872211"/>
                  </a:lnTo>
                  <a:lnTo>
                    <a:pt x="3062859" y="861170"/>
                  </a:lnTo>
                  <a:lnTo>
                    <a:pt x="2999803" y="848829"/>
                  </a:lnTo>
                  <a:lnTo>
                    <a:pt x="2941382" y="835001"/>
                  </a:lnTo>
                  <a:lnTo>
                    <a:pt x="2886679" y="819486"/>
                  </a:lnTo>
                  <a:lnTo>
                    <a:pt x="2834768" y="802093"/>
                  </a:lnTo>
                  <a:lnTo>
                    <a:pt x="2784794" y="782686"/>
                  </a:lnTo>
                  <a:lnTo>
                    <a:pt x="2770117" y="776486"/>
                  </a:lnTo>
                  <a:lnTo>
                    <a:pt x="2720069" y="753679"/>
                  </a:lnTo>
                  <a:lnTo>
                    <a:pt x="2670509" y="728639"/>
                  </a:lnTo>
                  <a:lnTo>
                    <a:pt x="2620957" y="701331"/>
                  </a:lnTo>
                  <a:lnTo>
                    <a:pt x="2571080" y="671787"/>
                  </a:lnTo>
                  <a:lnTo>
                    <a:pt x="2520670" y="640121"/>
                  </a:lnTo>
                  <a:lnTo>
                    <a:pt x="2469631" y="606528"/>
                  </a:lnTo>
                  <a:lnTo>
                    <a:pt x="2417969" y="571288"/>
                  </a:lnTo>
                  <a:lnTo>
                    <a:pt x="2365769" y="534756"/>
                  </a:lnTo>
                  <a:lnTo>
                    <a:pt x="2313188" y="497354"/>
                  </a:lnTo>
                  <a:lnTo>
                    <a:pt x="2260423" y="459546"/>
                  </a:lnTo>
                  <a:lnTo>
                    <a:pt x="2207696" y="421821"/>
                  </a:lnTo>
                  <a:lnTo>
                    <a:pt x="2155222" y="384660"/>
                  </a:lnTo>
                  <a:lnTo>
                    <a:pt x="2103189" y="348517"/>
                  </a:lnTo>
                  <a:lnTo>
                    <a:pt x="2051729" y="313793"/>
                  </a:lnTo>
                  <a:lnTo>
                    <a:pt x="2000905" y="280819"/>
                  </a:lnTo>
                  <a:lnTo>
                    <a:pt x="1950690" y="249847"/>
                  </a:lnTo>
                  <a:lnTo>
                    <a:pt x="1900951" y="221044"/>
                  </a:lnTo>
                  <a:lnTo>
                    <a:pt x="1851440" y="194496"/>
                  </a:lnTo>
                  <a:lnTo>
                    <a:pt x="1801778" y="170212"/>
                  </a:lnTo>
                  <a:lnTo>
                    <a:pt x="1768425" y="155297"/>
                  </a:lnTo>
                  <a:lnTo>
                    <a:pt x="1718885" y="135278"/>
                  </a:lnTo>
                  <a:lnTo>
                    <a:pt x="1667638" y="117293"/>
                  </a:lnTo>
                  <a:lnTo>
                    <a:pt x="1613865" y="101235"/>
                  </a:lnTo>
                  <a:lnTo>
                    <a:pt x="1556654" y="86923"/>
                  </a:lnTo>
                  <a:lnTo>
                    <a:pt x="1495076" y="74158"/>
                  </a:lnTo>
                  <a:lnTo>
                    <a:pt x="1428269" y="62746"/>
                  </a:lnTo>
                  <a:lnTo>
                    <a:pt x="1355542" y="52519"/>
                  </a:lnTo>
                  <a:lnTo>
                    <a:pt x="1276511" y="43340"/>
                  </a:lnTo>
                  <a:lnTo>
                    <a:pt x="1191286" y="35113"/>
                  </a:lnTo>
                  <a:lnTo>
                    <a:pt x="1100681" y="27779"/>
                  </a:lnTo>
                  <a:lnTo>
                    <a:pt x="1006428" y="21314"/>
                  </a:lnTo>
                  <a:lnTo>
                    <a:pt x="911300" y="15725"/>
                  </a:lnTo>
                  <a:lnTo>
                    <a:pt x="819056" y="11032"/>
                  </a:lnTo>
                  <a:lnTo>
                    <a:pt x="734093" y="7252"/>
                  </a:lnTo>
                  <a:lnTo>
                    <a:pt x="660777" y="4374"/>
                  </a:lnTo>
                  <a:lnTo>
                    <a:pt x="602576" y="2342"/>
                  </a:lnTo>
                  <a:lnTo>
                    <a:pt x="561232" y="1052"/>
                  </a:lnTo>
                  <a:lnTo>
                    <a:pt x="536250" y="351"/>
                  </a:lnTo>
                  <a:lnTo>
                    <a:pt x="524837" y="62"/>
                  </a:lnTo>
                  <a:lnTo>
                    <a:pt x="5221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417" name="pl417"/>
            <p:cNvSpPr/>
            <p:nvPr/>
          </p:nvSpPr>
          <p:spPr>
            <a:xfrm>
              <a:off x="386606" y="1287194"/>
              <a:ext cx="8554953" cy="3032530"/>
            </a:xfrm>
            <a:custGeom>
              <a:avLst/>
              <a:pathLst>
                <a:path w="8554953" h="3032530">
                  <a:moveTo>
                    <a:pt x="0" y="0"/>
                  </a:moveTo>
                  <a:lnTo>
                    <a:pt x="522133" y="0"/>
                  </a:lnTo>
                  <a:lnTo>
                    <a:pt x="523388" y="28"/>
                  </a:lnTo>
                  <a:lnTo>
                    <a:pt x="531598" y="230"/>
                  </a:lnTo>
                  <a:lnTo>
                    <a:pt x="552131" y="788"/>
                  </a:lnTo>
                  <a:lnTo>
                    <a:pt x="588423" y="1885"/>
                  </a:lnTo>
                  <a:lnTo>
                    <a:pt x="641670" y="3681"/>
                  </a:lnTo>
                  <a:lnTo>
                    <a:pt x="710765" y="6298"/>
                  </a:lnTo>
                  <a:lnTo>
                    <a:pt x="792680" y="9806"/>
                  </a:lnTo>
                  <a:lnTo>
                    <a:pt x="883222" y="14227"/>
                  </a:lnTo>
                  <a:lnTo>
                    <a:pt x="977920" y="19550"/>
                  </a:lnTo>
                  <a:lnTo>
                    <a:pt x="1072774" y="25754"/>
                  </a:lnTo>
                  <a:lnTo>
                    <a:pt x="1164697" y="32828"/>
                  </a:lnTo>
                  <a:lnTo>
                    <a:pt x="1251654" y="40784"/>
                  </a:lnTo>
                  <a:lnTo>
                    <a:pt x="1332576" y="49669"/>
                  </a:lnTo>
                  <a:lnTo>
                    <a:pt x="1407167" y="59571"/>
                  </a:lnTo>
                  <a:lnTo>
                    <a:pt x="1475683" y="70612"/>
                  </a:lnTo>
                  <a:lnTo>
                    <a:pt x="1538740" y="82953"/>
                  </a:lnTo>
                  <a:lnTo>
                    <a:pt x="1597161" y="96781"/>
                  </a:lnTo>
                  <a:lnTo>
                    <a:pt x="1651863" y="112296"/>
                  </a:lnTo>
                  <a:lnTo>
                    <a:pt x="1703774" y="129689"/>
                  </a:lnTo>
                  <a:lnTo>
                    <a:pt x="1753748" y="149096"/>
                  </a:lnTo>
                  <a:lnTo>
                    <a:pt x="1768425" y="155297"/>
                  </a:lnTo>
                  <a:lnTo>
                    <a:pt x="1818473" y="178103"/>
                  </a:lnTo>
                  <a:lnTo>
                    <a:pt x="1868033" y="203143"/>
                  </a:lnTo>
                  <a:lnTo>
                    <a:pt x="1917585" y="230452"/>
                  </a:lnTo>
                  <a:lnTo>
                    <a:pt x="1967462" y="259995"/>
                  </a:lnTo>
                  <a:lnTo>
                    <a:pt x="2017872" y="291661"/>
                  </a:lnTo>
                  <a:lnTo>
                    <a:pt x="2068911" y="325254"/>
                  </a:lnTo>
                  <a:lnTo>
                    <a:pt x="2120574" y="360494"/>
                  </a:lnTo>
                  <a:lnTo>
                    <a:pt x="2172773" y="397026"/>
                  </a:lnTo>
                  <a:lnTo>
                    <a:pt x="2225354" y="434428"/>
                  </a:lnTo>
                  <a:lnTo>
                    <a:pt x="2278119" y="472236"/>
                  </a:lnTo>
                  <a:lnTo>
                    <a:pt x="2330846" y="509962"/>
                  </a:lnTo>
                  <a:lnTo>
                    <a:pt x="2383320" y="547122"/>
                  </a:lnTo>
                  <a:lnTo>
                    <a:pt x="2435354" y="583265"/>
                  </a:lnTo>
                  <a:lnTo>
                    <a:pt x="2486813" y="617989"/>
                  </a:lnTo>
                  <a:lnTo>
                    <a:pt x="2537637" y="650963"/>
                  </a:lnTo>
                  <a:lnTo>
                    <a:pt x="2587852" y="681935"/>
                  </a:lnTo>
                  <a:lnTo>
                    <a:pt x="2637591" y="710738"/>
                  </a:lnTo>
                  <a:lnTo>
                    <a:pt x="2687102" y="737286"/>
                  </a:lnTo>
                  <a:lnTo>
                    <a:pt x="2736764" y="761570"/>
                  </a:lnTo>
                  <a:lnTo>
                    <a:pt x="2770117" y="776486"/>
                  </a:lnTo>
                  <a:lnTo>
                    <a:pt x="2819657" y="796505"/>
                  </a:lnTo>
                  <a:lnTo>
                    <a:pt x="2870904" y="814490"/>
                  </a:lnTo>
                  <a:lnTo>
                    <a:pt x="2924677" y="830548"/>
                  </a:lnTo>
                  <a:lnTo>
                    <a:pt x="2981888" y="844859"/>
                  </a:lnTo>
                  <a:lnTo>
                    <a:pt x="3043466" y="857624"/>
                  </a:lnTo>
                  <a:lnTo>
                    <a:pt x="3110273" y="869036"/>
                  </a:lnTo>
                  <a:lnTo>
                    <a:pt x="3183000" y="879263"/>
                  </a:lnTo>
                  <a:lnTo>
                    <a:pt x="3262031" y="888442"/>
                  </a:lnTo>
                  <a:lnTo>
                    <a:pt x="3347256" y="896669"/>
                  </a:lnTo>
                  <a:lnTo>
                    <a:pt x="3437861" y="904004"/>
                  </a:lnTo>
                  <a:lnTo>
                    <a:pt x="3532114" y="910468"/>
                  </a:lnTo>
                  <a:lnTo>
                    <a:pt x="3627243" y="916057"/>
                  </a:lnTo>
                  <a:lnTo>
                    <a:pt x="3719486" y="920750"/>
                  </a:lnTo>
                  <a:lnTo>
                    <a:pt x="3804450" y="924530"/>
                  </a:lnTo>
                  <a:lnTo>
                    <a:pt x="3877766" y="927408"/>
                  </a:lnTo>
                  <a:lnTo>
                    <a:pt x="3935966" y="929440"/>
                  </a:lnTo>
                  <a:lnTo>
                    <a:pt x="3977310" y="930730"/>
                  </a:lnTo>
                  <a:lnTo>
                    <a:pt x="4002292" y="931431"/>
                  </a:lnTo>
                  <a:lnTo>
                    <a:pt x="4013705" y="931720"/>
                  </a:lnTo>
                  <a:lnTo>
                    <a:pt x="4016374" y="931782"/>
                  </a:lnTo>
                  <a:lnTo>
                    <a:pt x="4016409" y="931783"/>
                  </a:lnTo>
                  <a:lnTo>
                    <a:pt x="4538543" y="931783"/>
                  </a:lnTo>
                  <a:lnTo>
                    <a:pt x="4539744" y="931844"/>
                  </a:lnTo>
                  <a:lnTo>
                    <a:pt x="4547604" y="932279"/>
                  </a:lnTo>
                  <a:lnTo>
                    <a:pt x="4567294" y="933481"/>
                  </a:lnTo>
                  <a:lnTo>
                    <a:pt x="4602173" y="935844"/>
                  </a:lnTo>
                  <a:lnTo>
                    <a:pt x="4653502" y="939718"/>
                  </a:lnTo>
                  <a:lnTo>
                    <a:pt x="4720364" y="945371"/>
                  </a:lnTo>
                  <a:lnTo>
                    <a:pt x="4799991" y="952964"/>
                  </a:lnTo>
                  <a:lnTo>
                    <a:pt x="4888442" y="962552"/>
                  </a:lnTo>
                  <a:lnTo>
                    <a:pt x="4981435" y="974120"/>
                  </a:lnTo>
                  <a:lnTo>
                    <a:pt x="5075055" y="987621"/>
                  </a:lnTo>
                  <a:lnTo>
                    <a:pt x="5166215" y="1003025"/>
                  </a:lnTo>
                  <a:lnTo>
                    <a:pt x="5252812" y="1020348"/>
                  </a:lnTo>
                  <a:lnTo>
                    <a:pt x="5333677" y="1039680"/>
                  </a:lnTo>
                  <a:lnTo>
                    <a:pt x="5408406" y="1061190"/>
                  </a:lnTo>
                  <a:lnTo>
                    <a:pt x="5477154" y="1085130"/>
                  </a:lnTo>
                  <a:lnTo>
                    <a:pt x="5540447" y="1111828"/>
                  </a:lnTo>
                  <a:lnTo>
                    <a:pt x="5599039" y="1141675"/>
                  </a:lnTo>
                  <a:lnTo>
                    <a:pt x="5653792" y="1175100"/>
                  </a:lnTo>
                  <a:lnTo>
                    <a:pt x="5705597" y="1212526"/>
                  </a:lnTo>
                  <a:lnTo>
                    <a:pt x="5755299" y="1254293"/>
                  </a:lnTo>
                  <a:lnTo>
                    <a:pt x="5784835" y="1281907"/>
                  </a:lnTo>
                  <a:lnTo>
                    <a:pt x="5826294" y="1324094"/>
                  </a:lnTo>
                  <a:lnTo>
                    <a:pt x="5867354" y="1369710"/>
                  </a:lnTo>
                  <a:lnTo>
                    <a:pt x="5908309" y="1418823"/>
                  </a:lnTo>
                  <a:lnTo>
                    <a:pt x="5949383" y="1471430"/>
                  </a:lnTo>
                  <a:lnTo>
                    <a:pt x="5990735" y="1527449"/>
                  </a:lnTo>
                  <a:lnTo>
                    <a:pt x="6032467" y="1586713"/>
                  </a:lnTo>
                  <a:lnTo>
                    <a:pt x="6074629" y="1648967"/>
                  </a:lnTo>
                  <a:lnTo>
                    <a:pt x="6117227" y="1713868"/>
                  </a:lnTo>
                  <a:lnTo>
                    <a:pt x="6160222" y="1780986"/>
                  </a:lnTo>
                  <a:lnTo>
                    <a:pt x="6203542" y="1849821"/>
                  </a:lnTo>
                  <a:lnTo>
                    <a:pt x="6247090" y="1919811"/>
                  </a:lnTo>
                  <a:lnTo>
                    <a:pt x="6290749" y="1990351"/>
                  </a:lnTo>
                  <a:lnTo>
                    <a:pt x="6334393" y="2060819"/>
                  </a:lnTo>
                  <a:lnTo>
                    <a:pt x="6377899" y="2130593"/>
                  </a:lnTo>
                  <a:lnTo>
                    <a:pt x="6421152" y="2199077"/>
                  </a:lnTo>
                  <a:lnTo>
                    <a:pt x="6464059" y="2265724"/>
                  </a:lnTo>
                  <a:lnTo>
                    <a:pt x="6506558" y="2330045"/>
                  </a:lnTo>
                  <a:lnTo>
                    <a:pt x="6548618" y="2391633"/>
                  </a:lnTo>
                  <a:lnTo>
                    <a:pt x="6590256" y="2450163"/>
                  </a:lnTo>
                  <a:lnTo>
                    <a:pt x="6631532" y="2505402"/>
                  </a:lnTo>
                  <a:lnTo>
                    <a:pt x="6672562" y="2557202"/>
                  </a:lnTo>
                  <a:lnTo>
                    <a:pt x="6713519" y="2605501"/>
                  </a:lnTo>
                  <a:lnTo>
                    <a:pt x="6754643" y="2650312"/>
                  </a:lnTo>
                  <a:lnTo>
                    <a:pt x="6786527" y="2682406"/>
                  </a:lnTo>
                  <a:lnTo>
                    <a:pt x="6835312" y="2726896"/>
                  </a:lnTo>
                  <a:lnTo>
                    <a:pt x="6885742" y="2766934"/>
                  </a:lnTo>
                  <a:lnTo>
                    <a:pt x="6938596" y="2802748"/>
                  </a:lnTo>
                  <a:lnTo>
                    <a:pt x="6994745" y="2834720"/>
                  </a:lnTo>
                  <a:lnTo>
                    <a:pt x="7055078" y="2863285"/>
                  </a:lnTo>
                  <a:lnTo>
                    <a:pt x="7120426" y="2888860"/>
                  </a:lnTo>
                  <a:lnTo>
                    <a:pt x="7191468" y="2911814"/>
                  </a:lnTo>
                  <a:lnTo>
                    <a:pt x="7268606" y="2932446"/>
                  </a:lnTo>
                  <a:lnTo>
                    <a:pt x="7351801" y="2950977"/>
                  </a:lnTo>
                  <a:lnTo>
                    <a:pt x="7440371" y="2967542"/>
                  </a:lnTo>
                  <a:lnTo>
                    <a:pt x="7532799" y="2982203"/>
                  </a:lnTo>
                  <a:lnTo>
                    <a:pt x="7626593" y="2994953"/>
                  </a:lnTo>
                  <a:lnTo>
                    <a:pt x="7718309" y="3005751"/>
                  </a:lnTo>
                  <a:lnTo>
                    <a:pt x="7803816" y="3014557"/>
                  </a:lnTo>
                  <a:lnTo>
                    <a:pt x="7878870" y="3021379"/>
                  </a:lnTo>
                  <a:lnTo>
                    <a:pt x="7939893" y="3026311"/>
                  </a:lnTo>
                  <a:lnTo>
                    <a:pt x="7984776" y="3029556"/>
                  </a:lnTo>
                  <a:lnTo>
                    <a:pt x="8013440" y="3031420"/>
                  </a:lnTo>
                  <a:lnTo>
                    <a:pt x="8027994" y="3032274"/>
                  </a:lnTo>
                  <a:lnTo>
                    <a:pt x="8032542" y="3032517"/>
                  </a:lnTo>
                  <a:lnTo>
                    <a:pt x="8032819" y="3032530"/>
                  </a:lnTo>
                  <a:lnTo>
                    <a:pt x="8554953" y="3032530"/>
                  </a:lnTo>
                  <a:lnTo>
                    <a:pt x="8554953" y="303253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418" name="pl418"/>
            <p:cNvSpPr/>
            <p:nvPr/>
          </p:nvSpPr>
          <p:spPr>
            <a:xfrm>
              <a:off x="386606" y="1270252"/>
              <a:ext cx="8554953" cy="3032530"/>
            </a:xfrm>
            <a:custGeom>
              <a:avLst/>
              <a:pathLst>
                <a:path w="8554953" h="3032530">
                  <a:moveTo>
                    <a:pt x="8554953" y="3032530"/>
                  </a:moveTo>
                  <a:lnTo>
                    <a:pt x="8032819" y="3032530"/>
                  </a:lnTo>
                  <a:lnTo>
                    <a:pt x="8031618" y="3032469"/>
                  </a:lnTo>
                  <a:lnTo>
                    <a:pt x="8023758" y="3032035"/>
                  </a:lnTo>
                  <a:lnTo>
                    <a:pt x="8004068" y="3030832"/>
                  </a:lnTo>
                  <a:lnTo>
                    <a:pt x="7969189" y="3028469"/>
                  </a:lnTo>
                  <a:lnTo>
                    <a:pt x="7917860" y="3024595"/>
                  </a:lnTo>
                  <a:lnTo>
                    <a:pt x="7850997" y="3018942"/>
                  </a:lnTo>
                  <a:lnTo>
                    <a:pt x="7771371" y="3011350"/>
                  </a:lnTo>
                  <a:lnTo>
                    <a:pt x="7682919" y="3001761"/>
                  </a:lnTo>
                  <a:lnTo>
                    <a:pt x="7589927" y="2990193"/>
                  </a:lnTo>
                  <a:lnTo>
                    <a:pt x="7496307" y="2976692"/>
                  </a:lnTo>
                  <a:lnTo>
                    <a:pt x="7405147" y="2961288"/>
                  </a:lnTo>
                  <a:lnTo>
                    <a:pt x="7318550" y="2943965"/>
                  </a:lnTo>
                  <a:lnTo>
                    <a:pt x="7237685" y="2924633"/>
                  </a:lnTo>
                  <a:lnTo>
                    <a:pt x="7162956" y="2903123"/>
                  </a:lnTo>
                  <a:lnTo>
                    <a:pt x="7094208" y="2879183"/>
                  </a:lnTo>
                  <a:lnTo>
                    <a:pt x="7030915" y="2852485"/>
                  </a:lnTo>
                  <a:lnTo>
                    <a:pt x="6972323" y="2822639"/>
                  </a:lnTo>
                  <a:lnTo>
                    <a:pt x="6917570" y="2789214"/>
                  </a:lnTo>
                  <a:lnTo>
                    <a:pt x="6865764" y="2751787"/>
                  </a:lnTo>
                  <a:lnTo>
                    <a:pt x="6816063" y="2710020"/>
                  </a:lnTo>
                  <a:lnTo>
                    <a:pt x="6786527" y="2682406"/>
                  </a:lnTo>
                  <a:lnTo>
                    <a:pt x="6745068" y="2640219"/>
                  </a:lnTo>
                  <a:lnTo>
                    <a:pt x="6704008" y="2594603"/>
                  </a:lnTo>
                  <a:lnTo>
                    <a:pt x="6663053" y="2545490"/>
                  </a:lnTo>
                  <a:lnTo>
                    <a:pt x="6621979" y="2492883"/>
                  </a:lnTo>
                  <a:lnTo>
                    <a:pt x="6580627" y="2436864"/>
                  </a:lnTo>
                  <a:lnTo>
                    <a:pt x="6538895" y="2377600"/>
                  </a:lnTo>
                  <a:lnTo>
                    <a:pt x="6496732" y="2315346"/>
                  </a:lnTo>
                  <a:lnTo>
                    <a:pt x="6454135" y="2250445"/>
                  </a:lnTo>
                  <a:lnTo>
                    <a:pt x="6411140" y="2183327"/>
                  </a:lnTo>
                  <a:lnTo>
                    <a:pt x="6367820" y="2114492"/>
                  </a:lnTo>
                  <a:lnTo>
                    <a:pt x="6324272" y="2044502"/>
                  </a:lnTo>
                  <a:lnTo>
                    <a:pt x="6280613" y="1973962"/>
                  </a:lnTo>
                  <a:lnTo>
                    <a:pt x="6236968" y="1903494"/>
                  </a:lnTo>
                  <a:lnTo>
                    <a:pt x="6193463" y="1833720"/>
                  </a:lnTo>
                  <a:lnTo>
                    <a:pt x="6150210" y="1765236"/>
                  </a:lnTo>
                  <a:lnTo>
                    <a:pt x="6107302" y="1698590"/>
                  </a:lnTo>
                  <a:lnTo>
                    <a:pt x="6064804" y="1634268"/>
                  </a:lnTo>
                  <a:lnTo>
                    <a:pt x="6022744" y="1572680"/>
                  </a:lnTo>
                  <a:lnTo>
                    <a:pt x="5981106" y="1514150"/>
                  </a:lnTo>
                  <a:lnTo>
                    <a:pt x="5939830" y="1458912"/>
                  </a:lnTo>
                  <a:lnTo>
                    <a:pt x="5898800" y="1407111"/>
                  </a:lnTo>
                  <a:lnTo>
                    <a:pt x="5857843" y="1358813"/>
                  </a:lnTo>
                  <a:lnTo>
                    <a:pt x="5816719" y="1314001"/>
                  </a:lnTo>
                  <a:lnTo>
                    <a:pt x="5784835" y="1281907"/>
                  </a:lnTo>
                  <a:lnTo>
                    <a:pt x="5736050" y="1237417"/>
                  </a:lnTo>
                  <a:lnTo>
                    <a:pt x="5685620" y="1197379"/>
                  </a:lnTo>
                  <a:lnTo>
                    <a:pt x="5632766" y="1161565"/>
                  </a:lnTo>
                  <a:lnTo>
                    <a:pt x="5576617" y="1129593"/>
                  </a:lnTo>
                  <a:lnTo>
                    <a:pt x="5516284" y="1101028"/>
                  </a:lnTo>
                  <a:lnTo>
                    <a:pt x="5450936" y="1075453"/>
                  </a:lnTo>
                  <a:lnTo>
                    <a:pt x="5379894" y="1052499"/>
                  </a:lnTo>
                  <a:lnTo>
                    <a:pt x="5302756" y="1031867"/>
                  </a:lnTo>
                  <a:lnTo>
                    <a:pt x="5219561" y="1013336"/>
                  </a:lnTo>
                  <a:lnTo>
                    <a:pt x="5130991" y="996771"/>
                  </a:lnTo>
                  <a:lnTo>
                    <a:pt x="5038563" y="982111"/>
                  </a:lnTo>
                  <a:lnTo>
                    <a:pt x="4944769" y="969360"/>
                  </a:lnTo>
                  <a:lnTo>
                    <a:pt x="4853053" y="958562"/>
                  </a:lnTo>
                  <a:lnTo>
                    <a:pt x="4767546" y="949756"/>
                  </a:lnTo>
                  <a:lnTo>
                    <a:pt x="4692492" y="942934"/>
                  </a:lnTo>
                  <a:lnTo>
                    <a:pt x="4631469" y="938003"/>
                  </a:lnTo>
                  <a:lnTo>
                    <a:pt x="4586585" y="934757"/>
                  </a:lnTo>
                  <a:lnTo>
                    <a:pt x="4557922" y="932894"/>
                  </a:lnTo>
                  <a:lnTo>
                    <a:pt x="4543368" y="932039"/>
                  </a:lnTo>
                  <a:lnTo>
                    <a:pt x="4538820" y="931796"/>
                  </a:lnTo>
                  <a:lnTo>
                    <a:pt x="4538543" y="931783"/>
                  </a:lnTo>
                  <a:lnTo>
                    <a:pt x="4016409" y="931783"/>
                  </a:lnTo>
                  <a:lnTo>
                    <a:pt x="4015154" y="931754"/>
                  </a:lnTo>
                  <a:lnTo>
                    <a:pt x="4006944" y="931552"/>
                  </a:lnTo>
                  <a:lnTo>
                    <a:pt x="3986411" y="930994"/>
                  </a:lnTo>
                  <a:lnTo>
                    <a:pt x="3950119" y="929897"/>
                  </a:lnTo>
                  <a:lnTo>
                    <a:pt x="3896872" y="928101"/>
                  </a:lnTo>
                  <a:lnTo>
                    <a:pt x="3827777" y="925484"/>
                  </a:lnTo>
                  <a:lnTo>
                    <a:pt x="3745862" y="921976"/>
                  </a:lnTo>
                  <a:lnTo>
                    <a:pt x="3655320" y="917556"/>
                  </a:lnTo>
                  <a:lnTo>
                    <a:pt x="3560622" y="912232"/>
                  </a:lnTo>
                  <a:lnTo>
                    <a:pt x="3465768" y="906028"/>
                  </a:lnTo>
                  <a:lnTo>
                    <a:pt x="3373845" y="898954"/>
                  </a:lnTo>
                  <a:lnTo>
                    <a:pt x="3286888" y="890998"/>
                  </a:lnTo>
                  <a:lnTo>
                    <a:pt x="3205966" y="882113"/>
                  </a:lnTo>
                  <a:lnTo>
                    <a:pt x="3131375" y="872211"/>
                  </a:lnTo>
                  <a:lnTo>
                    <a:pt x="3062859" y="861170"/>
                  </a:lnTo>
                  <a:lnTo>
                    <a:pt x="2999803" y="848829"/>
                  </a:lnTo>
                  <a:lnTo>
                    <a:pt x="2941382" y="835001"/>
                  </a:lnTo>
                  <a:lnTo>
                    <a:pt x="2886679" y="819486"/>
                  </a:lnTo>
                  <a:lnTo>
                    <a:pt x="2834768" y="802093"/>
                  </a:lnTo>
                  <a:lnTo>
                    <a:pt x="2784794" y="782686"/>
                  </a:lnTo>
                  <a:lnTo>
                    <a:pt x="2770117" y="776486"/>
                  </a:lnTo>
                  <a:lnTo>
                    <a:pt x="2720069" y="753679"/>
                  </a:lnTo>
                  <a:lnTo>
                    <a:pt x="2670509" y="728639"/>
                  </a:lnTo>
                  <a:lnTo>
                    <a:pt x="2620957" y="701331"/>
                  </a:lnTo>
                  <a:lnTo>
                    <a:pt x="2571080" y="671787"/>
                  </a:lnTo>
                  <a:lnTo>
                    <a:pt x="2520670" y="640121"/>
                  </a:lnTo>
                  <a:lnTo>
                    <a:pt x="2469631" y="606528"/>
                  </a:lnTo>
                  <a:lnTo>
                    <a:pt x="2417969" y="571288"/>
                  </a:lnTo>
                  <a:lnTo>
                    <a:pt x="2365769" y="534756"/>
                  </a:lnTo>
                  <a:lnTo>
                    <a:pt x="2313188" y="497354"/>
                  </a:lnTo>
                  <a:lnTo>
                    <a:pt x="2260423" y="459546"/>
                  </a:lnTo>
                  <a:lnTo>
                    <a:pt x="2207696" y="421821"/>
                  </a:lnTo>
                  <a:lnTo>
                    <a:pt x="2155222" y="384660"/>
                  </a:lnTo>
                  <a:lnTo>
                    <a:pt x="2103189" y="348517"/>
                  </a:lnTo>
                  <a:lnTo>
                    <a:pt x="2051729" y="313793"/>
                  </a:lnTo>
                  <a:lnTo>
                    <a:pt x="2000905" y="280819"/>
                  </a:lnTo>
                  <a:lnTo>
                    <a:pt x="1950690" y="249847"/>
                  </a:lnTo>
                  <a:lnTo>
                    <a:pt x="1900951" y="221044"/>
                  </a:lnTo>
                  <a:lnTo>
                    <a:pt x="1851440" y="194496"/>
                  </a:lnTo>
                  <a:lnTo>
                    <a:pt x="1801778" y="170212"/>
                  </a:lnTo>
                  <a:lnTo>
                    <a:pt x="1768425" y="155297"/>
                  </a:lnTo>
                  <a:lnTo>
                    <a:pt x="1718885" y="135278"/>
                  </a:lnTo>
                  <a:lnTo>
                    <a:pt x="1667638" y="117293"/>
                  </a:lnTo>
                  <a:lnTo>
                    <a:pt x="1613865" y="101235"/>
                  </a:lnTo>
                  <a:lnTo>
                    <a:pt x="1556654" y="86923"/>
                  </a:lnTo>
                  <a:lnTo>
                    <a:pt x="1495076" y="74158"/>
                  </a:lnTo>
                  <a:lnTo>
                    <a:pt x="1428269" y="62746"/>
                  </a:lnTo>
                  <a:lnTo>
                    <a:pt x="1355542" y="52519"/>
                  </a:lnTo>
                  <a:lnTo>
                    <a:pt x="1276511" y="43340"/>
                  </a:lnTo>
                  <a:lnTo>
                    <a:pt x="1191286" y="35113"/>
                  </a:lnTo>
                  <a:lnTo>
                    <a:pt x="1100681" y="27779"/>
                  </a:lnTo>
                  <a:lnTo>
                    <a:pt x="1006428" y="21314"/>
                  </a:lnTo>
                  <a:lnTo>
                    <a:pt x="911300" y="15725"/>
                  </a:lnTo>
                  <a:lnTo>
                    <a:pt x="819056" y="11032"/>
                  </a:lnTo>
                  <a:lnTo>
                    <a:pt x="734093" y="7252"/>
                  </a:lnTo>
                  <a:lnTo>
                    <a:pt x="660777" y="4374"/>
                  </a:lnTo>
                  <a:lnTo>
                    <a:pt x="602576" y="2342"/>
                  </a:lnTo>
                  <a:lnTo>
                    <a:pt x="561232" y="1052"/>
                  </a:lnTo>
                  <a:lnTo>
                    <a:pt x="536250" y="351"/>
                  </a:lnTo>
                  <a:lnTo>
                    <a:pt x="524837" y="62"/>
                  </a:lnTo>
                  <a:lnTo>
                    <a:pt x="522168" y="0"/>
                  </a:lnTo>
                  <a:lnTo>
                    <a:pt x="522133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419" name="pg419"/>
            <p:cNvSpPr/>
            <p:nvPr/>
          </p:nvSpPr>
          <p:spPr>
            <a:xfrm>
              <a:off x="386606" y="1287194"/>
              <a:ext cx="8554953" cy="3687602"/>
            </a:xfrm>
            <a:custGeom>
              <a:avLst/>
              <a:pathLst>
                <a:path w="8554953" h="3687602">
                  <a:moveTo>
                    <a:pt x="0" y="5647"/>
                  </a:moveTo>
                  <a:lnTo>
                    <a:pt x="522133" y="5647"/>
                  </a:lnTo>
                  <a:lnTo>
                    <a:pt x="523388" y="5675"/>
                  </a:lnTo>
                  <a:lnTo>
                    <a:pt x="531597" y="5878"/>
                  </a:lnTo>
                  <a:lnTo>
                    <a:pt x="552127" y="6440"/>
                  </a:lnTo>
                  <a:lnTo>
                    <a:pt x="588415" y="7543"/>
                  </a:lnTo>
                  <a:lnTo>
                    <a:pt x="641656" y="9350"/>
                  </a:lnTo>
                  <a:lnTo>
                    <a:pt x="710744" y="11983"/>
                  </a:lnTo>
                  <a:lnTo>
                    <a:pt x="792652" y="15511"/>
                  </a:lnTo>
                  <a:lnTo>
                    <a:pt x="883187" y="19958"/>
                  </a:lnTo>
                  <a:lnTo>
                    <a:pt x="977880" y="25313"/>
                  </a:lnTo>
                  <a:lnTo>
                    <a:pt x="1072730" y="31555"/>
                  </a:lnTo>
                  <a:lnTo>
                    <a:pt x="1164651" y="38670"/>
                  </a:lnTo>
                  <a:lnTo>
                    <a:pt x="1251607" y="46673"/>
                  </a:lnTo>
                  <a:lnTo>
                    <a:pt x="1332529" y="55612"/>
                  </a:lnTo>
                  <a:lnTo>
                    <a:pt x="1407121" y="65572"/>
                  </a:lnTo>
                  <a:lnTo>
                    <a:pt x="1475637" y="76679"/>
                  </a:lnTo>
                  <a:lnTo>
                    <a:pt x="1538695" y="89094"/>
                  </a:lnTo>
                  <a:lnTo>
                    <a:pt x="1597116" y="103003"/>
                  </a:lnTo>
                  <a:lnTo>
                    <a:pt x="1651819" y="118610"/>
                  </a:lnTo>
                  <a:lnTo>
                    <a:pt x="1703729" y="136106"/>
                  </a:lnTo>
                  <a:lnTo>
                    <a:pt x="1753702" y="155628"/>
                  </a:lnTo>
                  <a:lnTo>
                    <a:pt x="1768425" y="161885"/>
                  </a:lnTo>
                  <a:lnTo>
                    <a:pt x="1818431" y="184810"/>
                  </a:lnTo>
                  <a:lnTo>
                    <a:pt x="1867950" y="209977"/>
                  </a:lnTo>
                  <a:lnTo>
                    <a:pt x="1917459" y="237423"/>
                  </a:lnTo>
                  <a:lnTo>
                    <a:pt x="1967293" y="267114"/>
                  </a:lnTo>
                  <a:lnTo>
                    <a:pt x="2017659" y="298938"/>
                  </a:lnTo>
                  <a:lnTo>
                    <a:pt x="2068651" y="332697"/>
                  </a:lnTo>
                  <a:lnTo>
                    <a:pt x="2120267" y="368113"/>
                  </a:lnTo>
                  <a:lnTo>
                    <a:pt x="2172420" y="404828"/>
                  </a:lnTo>
                  <a:lnTo>
                    <a:pt x="2224955" y="442421"/>
                  </a:lnTo>
                  <a:lnTo>
                    <a:pt x="2277674" y="480424"/>
                  </a:lnTo>
                  <a:lnTo>
                    <a:pt x="2330358" y="518350"/>
                  </a:lnTo>
                  <a:lnTo>
                    <a:pt x="2382791" y="555712"/>
                  </a:lnTo>
                  <a:lnTo>
                    <a:pt x="2434787" y="592056"/>
                  </a:lnTo>
                  <a:lnTo>
                    <a:pt x="2486210" y="626979"/>
                  </a:lnTo>
                  <a:lnTo>
                    <a:pt x="2536998" y="660148"/>
                  </a:lnTo>
                  <a:lnTo>
                    <a:pt x="2587179" y="691309"/>
                  </a:lnTo>
                  <a:lnTo>
                    <a:pt x="2636881" y="720293"/>
                  </a:lnTo>
                  <a:lnTo>
                    <a:pt x="2686351" y="747014"/>
                  </a:lnTo>
                  <a:lnTo>
                    <a:pt x="2735966" y="771459"/>
                  </a:lnTo>
                  <a:lnTo>
                    <a:pt x="2770117" y="786839"/>
                  </a:lnTo>
                  <a:lnTo>
                    <a:pt x="2819655" y="806978"/>
                  </a:lnTo>
                  <a:lnTo>
                    <a:pt x="2870899" y="825071"/>
                  </a:lnTo>
                  <a:lnTo>
                    <a:pt x="2924669" y="841226"/>
                  </a:lnTo>
                  <a:lnTo>
                    <a:pt x="2981877" y="855624"/>
                  </a:lnTo>
                  <a:lnTo>
                    <a:pt x="3043451" y="868466"/>
                  </a:lnTo>
                  <a:lnTo>
                    <a:pt x="3110253" y="879947"/>
                  </a:lnTo>
                  <a:lnTo>
                    <a:pt x="3182976" y="890236"/>
                  </a:lnTo>
                  <a:lnTo>
                    <a:pt x="3262001" y="899470"/>
                  </a:lnTo>
                  <a:lnTo>
                    <a:pt x="3347220" y="907747"/>
                  </a:lnTo>
                  <a:lnTo>
                    <a:pt x="3437818" y="915126"/>
                  </a:lnTo>
                  <a:lnTo>
                    <a:pt x="3532066" y="921630"/>
                  </a:lnTo>
                  <a:lnTo>
                    <a:pt x="3627190" y="927253"/>
                  </a:lnTo>
                  <a:lnTo>
                    <a:pt x="3719432" y="931975"/>
                  </a:lnTo>
                  <a:lnTo>
                    <a:pt x="3804398" y="935778"/>
                  </a:lnTo>
                  <a:lnTo>
                    <a:pt x="3877719" y="938675"/>
                  </a:lnTo>
                  <a:lnTo>
                    <a:pt x="3935929" y="940719"/>
                  </a:lnTo>
                  <a:lnTo>
                    <a:pt x="3977284" y="942018"/>
                  </a:lnTo>
                  <a:lnTo>
                    <a:pt x="4002277" y="942723"/>
                  </a:lnTo>
                  <a:lnTo>
                    <a:pt x="4013700" y="943014"/>
                  </a:lnTo>
                  <a:lnTo>
                    <a:pt x="4016409" y="943077"/>
                  </a:lnTo>
                  <a:lnTo>
                    <a:pt x="4538543" y="943077"/>
                  </a:lnTo>
                  <a:lnTo>
                    <a:pt x="4539700" y="943154"/>
                  </a:lnTo>
                  <a:lnTo>
                    <a:pt x="4547281" y="943701"/>
                  </a:lnTo>
                  <a:lnTo>
                    <a:pt x="4566294" y="945213"/>
                  </a:lnTo>
                  <a:lnTo>
                    <a:pt x="4600036" y="948185"/>
                  </a:lnTo>
                  <a:lnTo>
                    <a:pt x="4649812" y="953062"/>
                  </a:lnTo>
                  <a:lnTo>
                    <a:pt x="4714853" y="960188"/>
                  </a:lnTo>
                  <a:lnTo>
                    <a:pt x="4792596" y="969775"/>
                  </a:lnTo>
                  <a:lnTo>
                    <a:pt x="4879306" y="981903"/>
                  </a:lnTo>
                  <a:lnTo>
                    <a:pt x="4970855" y="996558"/>
                  </a:lnTo>
                  <a:lnTo>
                    <a:pt x="5063411" y="1013682"/>
                  </a:lnTo>
                  <a:lnTo>
                    <a:pt x="5153891" y="1033231"/>
                  </a:lnTo>
                  <a:lnTo>
                    <a:pt x="5240145" y="1055219"/>
                  </a:lnTo>
                  <a:lnTo>
                    <a:pt x="5320927" y="1079741"/>
                  </a:lnTo>
                  <a:lnTo>
                    <a:pt x="5395747" y="1106996"/>
                  </a:lnTo>
                  <a:lnTo>
                    <a:pt x="5464675" y="1137282"/>
                  </a:lnTo>
                  <a:lnTo>
                    <a:pt x="5528168" y="1170996"/>
                  </a:lnTo>
                  <a:lnTo>
                    <a:pt x="5586916" y="1208616"/>
                  </a:lnTo>
                  <a:lnTo>
                    <a:pt x="5641738" y="1250677"/>
                  </a:lnTo>
                  <a:lnTo>
                    <a:pt x="5693491" y="1297719"/>
                  </a:lnTo>
                  <a:lnTo>
                    <a:pt x="5743005" y="1350206"/>
                  </a:lnTo>
                  <a:lnTo>
                    <a:pt x="5784835" y="1400498"/>
                  </a:lnTo>
                  <a:lnTo>
                    <a:pt x="5822524" y="1450388"/>
                  </a:lnTo>
                  <a:lnTo>
                    <a:pt x="5859859" y="1503968"/>
                  </a:lnTo>
                  <a:lnTo>
                    <a:pt x="5897069" y="1561312"/>
                  </a:lnTo>
                  <a:lnTo>
                    <a:pt x="5934333" y="1622434"/>
                  </a:lnTo>
                  <a:lnTo>
                    <a:pt x="5971784" y="1687279"/>
                  </a:lnTo>
                  <a:lnTo>
                    <a:pt x="6009517" y="1755719"/>
                  </a:lnTo>
                  <a:lnTo>
                    <a:pt x="6047588" y="1827549"/>
                  </a:lnTo>
                  <a:lnTo>
                    <a:pt x="6086020" y="1902482"/>
                  </a:lnTo>
                  <a:lnTo>
                    <a:pt x="6124806" y="1980154"/>
                  </a:lnTo>
                  <a:lnTo>
                    <a:pt x="6163913" y="2060130"/>
                  </a:lnTo>
                  <a:lnTo>
                    <a:pt x="6203283" y="2141908"/>
                  </a:lnTo>
                  <a:lnTo>
                    <a:pt x="6242841" y="2224935"/>
                  </a:lnTo>
                  <a:lnTo>
                    <a:pt x="6282500" y="2308621"/>
                  </a:lnTo>
                  <a:lnTo>
                    <a:pt x="6322167" y="2392357"/>
                  </a:lnTo>
                  <a:lnTo>
                    <a:pt x="6361748" y="2475530"/>
                  </a:lnTo>
                  <a:lnTo>
                    <a:pt x="6401153" y="2557546"/>
                  </a:lnTo>
                  <a:lnTo>
                    <a:pt x="6440306" y="2637846"/>
                  </a:lnTo>
                  <a:lnTo>
                    <a:pt x="6479147" y="2715919"/>
                  </a:lnTo>
                  <a:lnTo>
                    <a:pt x="6517637" y="2791318"/>
                  </a:lnTo>
                  <a:lnTo>
                    <a:pt x="6555765" y="2863666"/>
                  </a:lnTo>
                  <a:lnTo>
                    <a:pt x="6593549" y="2932666"/>
                  </a:lnTo>
                  <a:lnTo>
                    <a:pt x="6631040" y="2998098"/>
                  </a:lnTo>
                  <a:lnTo>
                    <a:pt x="6668326" y="3059822"/>
                  </a:lnTo>
                  <a:lnTo>
                    <a:pt x="6705534" y="3117772"/>
                  </a:lnTo>
                  <a:lnTo>
                    <a:pt x="6742835" y="3171952"/>
                  </a:lnTo>
                  <a:lnTo>
                    <a:pt x="6780450" y="3222427"/>
                  </a:lnTo>
                  <a:lnTo>
                    <a:pt x="6786527" y="3230181"/>
                  </a:lnTo>
                  <a:lnTo>
                    <a:pt x="6834692" y="3287614"/>
                  </a:lnTo>
                  <a:lnTo>
                    <a:pt x="6884452" y="3339373"/>
                  </a:lnTo>
                  <a:lnTo>
                    <a:pt x="6936556" y="3385739"/>
                  </a:lnTo>
                  <a:lnTo>
                    <a:pt x="6991840" y="3427191"/>
                  </a:lnTo>
                  <a:lnTo>
                    <a:pt x="7051161" y="3464274"/>
                  </a:lnTo>
                  <a:lnTo>
                    <a:pt x="7115325" y="3497517"/>
                  </a:lnTo>
                  <a:lnTo>
                    <a:pt x="7184999" y="3527389"/>
                  </a:lnTo>
                  <a:lnTo>
                    <a:pt x="7260600" y="3554274"/>
                  </a:lnTo>
                  <a:lnTo>
                    <a:pt x="7342135" y="3578458"/>
                  </a:lnTo>
                  <a:lnTo>
                    <a:pt x="7429027" y="3600125"/>
                  </a:lnTo>
                  <a:lnTo>
                    <a:pt x="7519918" y="3619360"/>
                  </a:lnTo>
                  <a:lnTo>
                    <a:pt x="7612536" y="3636167"/>
                  </a:lnTo>
                  <a:lnTo>
                    <a:pt x="7703685" y="3650496"/>
                  </a:lnTo>
                  <a:lnTo>
                    <a:pt x="7789463" y="3662293"/>
                  </a:lnTo>
                  <a:lnTo>
                    <a:pt x="7865748" y="3671553"/>
                  </a:lnTo>
                  <a:lnTo>
                    <a:pt x="7928917" y="3678372"/>
                  </a:lnTo>
                  <a:lnTo>
                    <a:pt x="7976610" y="3682980"/>
                  </a:lnTo>
                  <a:lnTo>
                    <a:pt x="8008320" y="3685736"/>
                  </a:lnTo>
                  <a:lnTo>
                    <a:pt x="8025621" y="3687094"/>
                  </a:lnTo>
                  <a:lnTo>
                    <a:pt x="8032051" y="3687552"/>
                  </a:lnTo>
                  <a:lnTo>
                    <a:pt x="8032819" y="3687602"/>
                  </a:lnTo>
                  <a:lnTo>
                    <a:pt x="8554953" y="3687602"/>
                  </a:lnTo>
                  <a:lnTo>
                    <a:pt x="8554953" y="3681955"/>
                  </a:lnTo>
                  <a:lnTo>
                    <a:pt x="8032819" y="3681955"/>
                  </a:lnTo>
                  <a:lnTo>
                    <a:pt x="8031662" y="3681878"/>
                  </a:lnTo>
                  <a:lnTo>
                    <a:pt x="8024081" y="3681332"/>
                  </a:lnTo>
                  <a:lnTo>
                    <a:pt x="8005067" y="3679820"/>
                  </a:lnTo>
                  <a:lnTo>
                    <a:pt x="7971326" y="3676848"/>
                  </a:lnTo>
                  <a:lnTo>
                    <a:pt x="7921550" y="3671970"/>
                  </a:lnTo>
                  <a:lnTo>
                    <a:pt x="7856509" y="3664844"/>
                  </a:lnTo>
                  <a:lnTo>
                    <a:pt x="7778766" y="3655257"/>
                  </a:lnTo>
                  <a:lnTo>
                    <a:pt x="7692056" y="3643129"/>
                  </a:lnTo>
                  <a:lnTo>
                    <a:pt x="7600507" y="3628474"/>
                  </a:lnTo>
                  <a:lnTo>
                    <a:pt x="7507951" y="3611350"/>
                  </a:lnTo>
                  <a:lnTo>
                    <a:pt x="7417471" y="3591801"/>
                  </a:lnTo>
                  <a:lnTo>
                    <a:pt x="7331217" y="3569814"/>
                  </a:lnTo>
                  <a:lnTo>
                    <a:pt x="7250435" y="3545291"/>
                  </a:lnTo>
                  <a:lnTo>
                    <a:pt x="7175615" y="3518036"/>
                  </a:lnTo>
                  <a:lnTo>
                    <a:pt x="7106687" y="3487750"/>
                  </a:lnTo>
                  <a:lnTo>
                    <a:pt x="7043194" y="3454036"/>
                  </a:lnTo>
                  <a:lnTo>
                    <a:pt x="6984445" y="3416416"/>
                  </a:lnTo>
                  <a:lnTo>
                    <a:pt x="6929624" y="3374355"/>
                  </a:lnTo>
                  <a:lnTo>
                    <a:pt x="6877871" y="3327313"/>
                  </a:lnTo>
                  <a:lnTo>
                    <a:pt x="6828357" y="3274826"/>
                  </a:lnTo>
                  <a:lnTo>
                    <a:pt x="6786527" y="3224534"/>
                  </a:lnTo>
                  <a:lnTo>
                    <a:pt x="6748838" y="3174644"/>
                  </a:lnTo>
                  <a:lnTo>
                    <a:pt x="6711503" y="3121064"/>
                  </a:lnTo>
                  <a:lnTo>
                    <a:pt x="6674293" y="3063720"/>
                  </a:lnTo>
                  <a:lnTo>
                    <a:pt x="6637029" y="3002598"/>
                  </a:lnTo>
                  <a:lnTo>
                    <a:pt x="6599578" y="2937753"/>
                  </a:lnTo>
                  <a:lnTo>
                    <a:pt x="6561845" y="2869313"/>
                  </a:lnTo>
                  <a:lnTo>
                    <a:pt x="6523774" y="2797483"/>
                  </a:lnTo>
                  <a:lnTo>
                    <a:pt x="6485342" y="2722550"/>
                  </a:lnTo>
                  <a:lnTo>
                    <a:pt x="6446555" y="2644878"/>
                  </a:lnTo>
                  <a:lnTo>
                    <a:pt x="6407449" y="2564902"/>
                  </a:lnTo>
                  <a:lnTo>
                    <a:pt x="6368079" y="2483125"/>
                  </a:lnTo>
                  <a:lnTo>
                    <a:pt x="6328521" y="2400097"/>
                  </a:lnTo>
                  <a:lnTo>
                    <a:pt x="6288862" y="2316411"/>
                  </a:lnTo>
                  <a:lnTo>
                    <a:pt x="6249195" y="2232675"/>
                  </a:lnTo>
                  <a:lnTo>
                    <a:pt x="6209614" y="2149502"/>
                  </a:lnTo>
                  <a:lnTo>
                    <a:pt x="6170209" y="2067486"/>
                  </a:lnTo>
                  <a:lnTo>
                    <a:pt x="6131056" y="1987186"/>
                  </a:lnTo>
                  <a:lnTo>
                    <a:pt x="6092215" y="1909113"/>
                  </a:lnTo>
                  <a:lnTo>
                    <a:pt x="6053725" y="1833715"/>
                  </a:lnTo>
                  <a:lnTo>
                    <a:pt x="6015597" y="1761366"/>
                  </a:lnTo>
                  <a:lnTo>
                    <a:pt x="5977813" y="1692366"/>
                  </a:lnTo>
                  <a:lnTo>
                    <a:pt x="5940322" y="1626934"/>
                  </a:lnTo>
                  <a:lnTo>
                    <a:pt x="5903036" y="1565210"/>
                  </a:lnTo>
                  <a:lnTo>
                    <a:pt x="5865828" y="1507260"/>
                  </a:lnTo>
                  <a:lnTo>
                    <a:pt x="5828527" y="1453080"/>
                  </a:lnTo>
                  <a:lnTo>
                    <a:pt x="5790912" y="1402606"/>
                  </a:lnTo>
                  <a:lnTo>
                    <a:pt x="5784835" y="1394851"/>
                  </a:lnTo>
                  <a:lnTo>
                    <a:pt x="5736670" y="1337418"/>
                  </a:lnTo>
                  <a:lnTo>
                    <a:pt x="5686909" y="1285660"/>
                  </a:lnTo>
                  <a:lnTo>
                    <a:pt x="5634806" y="1239294"/>
                  </a:lnTo>
                  <a:lnTo>
                    <a:pt x="5579522" y="1197841"/>
                  </a:lnTo>
                  <a:lnTo>
                    <a:pt x="5520201" y="1160758"/>
                  </a:lnTo>
                  <a:lnTo>
                    <a:pt x="5456037" y="1127515"/>
                  </a:lnTo>
                  <a:lnTo>
                    <a:pt x="5386363" y="1097643"/>
                  </a:lnTo>
                  <a:lnTo>
                    <a:pt x="5310762" y="1070758"/>
                  </a:lnTo>
                  <a:lnTo>
                    <a:pt x="5229227" y="1046574"/>
                  </a:lnTo>
                  <a:lnTo>
                    <a:pt x="5142335" y="1024907"/>
                  </a:lnTo>
                  <a:lnTo>
                    <a:pt x="5051444" y="1005672"/>
                  </a:lnTo>
                  <a:lnTo>
                    <a:pt x="4958826" y="988865"/>
                  </a:lnTo>
                  <a:lnTo>
                    <a:pt x="4867677" y="974536"/>
                  </a:lnTo>
                  <a:lnTo>
                    <a:pt x="4781899" y="962739"/>
                  </a:lnTo>
                  <a:lnTo>
                    <a:pt x="4705614" y="953479"/>
                  </a:lnTo>
                  <a:lnTo>
                    <a:pt x="4642445" y="946660"/>
                  </a:lnTo>
                  <a:lnTo>
                    <a:pt x="4594752" y="942052"/>
                  </a:lnTo>
                  <a:lnTo>
                    <a:pt x="4563042" y="939297"/>
                  </a:lnTo>
                  <a:lnTo>
                    <a:pt x="4545741" y="937938"/>
                  </a:lnTo>
                  <a:lnTo>
                    <a:pt x="4539311" y="937480"/>
                  </a:lnTo>
                  <a:lnTo>
                    <a:pt x="4538543" y="937430"/>
                  </a:lnTo>
                  <a:lnTo>
                    <a:pt x="4016409" y="937430"/>
                  </a:lnTo>
                  <a:lnTo>
                    <a:pt x="4015154" y="937401"/>
                  </a:lnTo>
                  <a:lnTo>
                    <a:pt x="4006945" y="937198"/>
                  </a:lnTo>
                  <a:lnTo>
                    <a:pt x="3986415" y="936637"/>
                  </a:lnTo>
                  <a:lnTo>
                    <a:pt x="3950128" y="935533"/>
                  </a:lnTo>
                  <a:lnTo>
                    <a:pt x="3896886" y="933726"/>
                  </a:lnTo>
                  <a:lnTo>
                    <a:pt x="3827798" y="931094"/>
                  </a:lnTo>
                  <a:lnTo>
                    <a:pt x="3745890" y="927565"/>
                  </a:lnTo>
                  <a:lnTo>
                    <a:pt x="3655355" y="923118"/>
                  </a:lnTo>
                  <a:lnTo>
                    <a:pt x="3560662" y="917763"/>
                  </a:lnTo>
                  <a:lnTo>
                    <a:pt x="3465812" y="911522"/>
                  </a:lnTo>
                  <a:lnTo>
                    <a:pt x="3373891" y="904406"/>
                  </a:lnTo>
                  <a:lnTo>
                    <a:pt x="3286935" y="896403"/>
                  </a:lnTo>
                  <a:lnTo>
                    <a:pt x="3206013" y="887465"/>
                  </a:lnTo>
                  <a:lnTo>
                    <a:pt x="3131422" y="877504"/>
                  </a:lnTo>
                  <a:lnTo>
                    <a:pt x="3062905" y="866397"/>
                  </a:lnTo>
                  <a:lnTo>
                    <a:pt x="2999848" y="853983"/>
                  </a:lnTo>
                  <a:lnTo>
                    <a:pt x="2941426" y="840073"/>
                  </a:lnTo>
                  <a:lnTo>
                    <a:pt x="2886723" y="824466"/>
                  </a:lnTo>
                  <a:lnTo>
                    <a:pt x="2834813" y="806971"/>
                  </a:lnTo>
                  <a:lnTo>
                    <a:pt x="2784840" y="787449"/>
                  </a:lnTo>
                  <a:lnTo>
                    <a:pt x="2770117" y="781192"/>
                  </a:lnTo>
                  <a:lnTo>
                    <a:pt x="2720111" y="758267"/>
                  </a:lnTo>
                  <a:lnTo>
                    <a:pt x="2670592" y="733100"/>
                  </a:lnTo>
                  <a:lnTo>
                    <a:pt x="2621083" y="705653"/>
                  </a:lnTo>
                  <a:lnTo>
                    <a:pt x="2571249" y="675962"/>
                  </a:lnTo>
                  <a:lnTo>
                    <a:pt x="2520883" y="644139"/>
                  </a:lnTo>
                  <a:lnTo>
                    <a:pt x="2469891" y="610380"/>
                  </a:lnTo>
                  <a:lnTo>
                    <a:pt x="2418275" y="574964"/>
                  </a:lnTo>
                  <a:lnTo>
                    <a:pt x="2366123" y="538248"/>
                  </a:lnTo>
                  <a:lnTo>
                    <a:pt x="2313587" y="500656"/>
                  </a:lnTo>
                  <a:lnTo>
                    <a:pt x="2260868" y="462652"/>
                  </a:lnTo>
                  <a:lnTo>
                    <a:pt x="2208184" y="424727"/>
                  </a:lnTo>
                  <a:lnTo>
                    <a:pt x="2155751" y="387365"/>
                  </a:lnTo>
                  <a:lnTo>
                    <a:pt x="2103756" y="351021"/>
                  </a:lnTo>
                  <a:lnTo>
                    <a:pt x="2052332" y="316097"/>
                  </a:lnTo>
                  <a:lnTo>
                    <a:pt x="2001544" y="282928"/>
                  </a:lnTo>
                  <a:lnTo>
                    <a:pt x="1951363" y="251767"/>
                  </a:lnTo>
                  <a:lnTo>
                    <a:pt x="1901661" y="222783"/>
                  </a:lnTo>
                  <a:lnTo>
                    <a:pt x="1852191" y="196063"/>
                  </a:lnTo>
                  <a:lnTo>
                    <a:pt x="1802577" y="171617"/>
                  </a:lnTo>
                  <a:lnTo>
                    <a:pt x="1768425" y="156238"/>
                  </a:lnTo>
                  <a:lnTo>
                    <a:pt x="1718887" y="136098"/>
                  </a:lnTo>
                  <a:lnTo>
                    <a:pt x="1667643" y="118005"/>
                  </a:lnTo>
                  <a:lnTo>
                    <a:pt x="1613873" y="101850"/>
                  </a:lnTo>
                  <a:lnTo>
                    <a:pt x="1556665" y="87453"/>
                  </a:lnTo>
                  <a:lnTo>
                    <a:pt x="1495091" y="74611"/>
                  </a:lnTo>
                  <a:lnTo>
                    <a:pt x="1428289" y="63130"/>
                  </a:lnTo>
                  <a:lnTo>
                    <a:pt x="1355567" y="52840"/>
                  </a:lnTo>
                  <a:lnTo>
                    <a:pt x="1276542" y="43606"/>
                  </a:lnTo>
                  <a:lnTo>
                    <a:pt x="1191323" y="35329"/>
                  </a:lnTo>
                  <a:lnTo>
                    <a:pt x="1100724" y="27950"/>
                  </a:lnTo>
                  <a:lnTo>
                    <a:pt x="1006476" y="21446"/>
                  </a:lnTo>
                  <a:lnTo>
                    <a:pt x="911352" y="15823"/>
                  </a:lnTo>
                  <a:lnTo>
                    <a:pt x="819110" y="11102"/>
                  </a:lnTo>
                  <a:lnTo>
                    <a:pt x="734145" y="7298"/>
                  </a:lnTo>
                  <a:lnTo>
                    <a:pt x="660823" y="4402"/>
                  </a:lnTo>
                  <a:lnTo>
                    <a:pt x="602613" y="2358"/>
                  </a:lnTo>
                  <a:lnTo>
                    <a:pt x="561258" y="1059"/>
                  </a:lnTo>
                  <a:lnTo>
                    <a:pt x="536265" y="353"/>
                  </a:lnTo>
                  <a:lnTo>
                    <a:pt x="524842" y="62"/>
                  </a:lnTo>
                  <a:lnTo>
                    <a:pt x="5221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420" name="pl420"/>
            <p:cNvSpPr/>
            <p:nvPr/>
          </p:nvSpPr>
          <p:spPr>
            <a:xfrm>
              <a:off x="386606" y="1292841"/>
              <a:ext cx="8554953" cy="3681955"/>
            </a:xfrm>
            <a:custGeom>
              <a:avLst/>
              <a:pathLst>
                <a:path w="8554953" h="3681955">
                  <a:moveTo>
                    <a:pt x="0" y="0"/>
                  </a:moveTo>
                  <a:lnTo>
                    <a:pt x="522133" y="0"/>
                  </a:lnTo>
                  <a:lnTo>
                    <a:pt x="523388" y="28"/>
                  </a:lnTo>
                  <a:lnTo>
                    <a:pt x="531597" y="231"/>
                  </a:lnTo>
                  <a:lnTo>
                    <a:pt x="552127" y="793"/>
                  </a:lnTo>
                  <a:lnTo>
                    <a:pt x="588415" y="1896"/>
                  </a:lnTo>
                  <a:lnTo>
                    <a:pt x="641656" y="3703"/>
                  </a:lnTo>
                  <a:lnTo>
                    <a:pt x="710744" y="6336"/>
                  </a:lnTo>
                  <a:lnTo>
                    <a:pt x="792652" y="9864"/>
                  </a:lnTo>
                  <a:lnTo>
                    <a:pt x="883187" y="14311"/>
                  </a:lnTo>
                  <a:lnTo>
                    <a:pt x="977880" y="19666"/>
                  </a:lnTo>
                  <a:lnTo>
                    <a:pt x="1072730" y="25907"/>
                  </a:lnTo>
                  <a:lnTo>
                    <a:pt x="1164651" y="33023"/>
                  </a:lnTo>
                  <a:lnTo>
                    <a:pt x="1251607" y="41026"/>
                  </a:lnTo>
                  <a:lnTo>
                    <a:pt x="1332529" y="49965"/>
                  </a:lnTo>
                  <a:lnTo>
                    <a:pt x="1407121" y="59925"/>
                  </a:lnTo>
                  <a:lnTo>
                    <a:pt x="1475637" y="71032"/>
                  </a:lnTo>
                  <a:lnTo>
                    <a:pt x="1538695" y="83446"/>
                  </a:lnTo>
                  <a:lnTo>
                    <a:pt x="1597116" y="97356"/>
                  </a:lnTo>
                  <a:lnTo>
                    <a:pt x="1651819" y="112963"/>
                  </a:lnTo>
                  <a:lnTo>
                    <a:pt x="1703729" y="130459"/>
                  </a:lnTo>
                  <a:lnTo>
                    <a:pt x="1753702" y="149980"/>
                  </a:lnTo>
                  <a:lnTo>
                    <a:pt x="1768425" y="156238"/>
                  </a:lnTo>
                  <a:lnTo>
                    <a:pt x="1818431" y="179162"/>
                  </a:lnTo>
                  <a:lnTo>
                    <a:pt x="1867950" y="204330"/>
                  </a:lnTo>
                  <a:lnTo>
                    <a:pt x="1917459" y="231776"/>
                  </a:lnTo>
                  <a:lnTo>
                    <a:pt x="1967293" y="261467"/>
                  </a:lnTo>
                  <a:lnTo>
                    <a:pt x="2017659" y="293290"/>
                  </a:lnTo>
                  <a:lnTo>
                    <a:pt x="2068651" y="327050"/>
                  </a:lnTo>
                  <a:lnTo>
                    <a:pt x="2120267" y="362466"/>
                  </a:lnTo>
                  <a:lnTo>
                    <a:pt x="2172420" y="399181"/>
                  </a:lnTo>
                  <a:lnTo>
                    <a:pt x="2224955" y="436774"/>
                  </a:lnTo>
                  <a:lnTo>
                    <a:pt x="2277674" y="474777"/>
                  </a:lnTo>
                  <a:lnTo>
                    <a:pt x="2330358" y="512702"/>
                  </a:lnTo>
                  <a:lnTo>
                    <a:pt x="2382791" y="550065"/>
                  </a:lnTo>
                  <a:lnTo>
                    <a:pt x="2434787" y="586409"/>
                  </a:lnTo>
                  <a:lnTo>
                    <a:pt x="2486210" y="621332"/>
                  </a:lnTo>
                  <a:lnTo>
                    <a:pt x="2536998" y="654501"/>
                  </a:lnTo>
                  <a:lnTo>
                    <a:pt x="2587179" y="685662"/>
                  </a:lnTo>
                  <a:lnTo>
                    <a:pt x="2636881" y="714646"/>
                  </a:lnTo>
                  <a:lnTo>
                    <a:pt x="2686351" y="741366"/>
                  </a:lnTo>
                  <a:lnTo>
                    <a:pt x="2735966" y="765812"/>
                  </a:lnTo>
                  <a:lnTo>
                    <a:pt x="2770117" y="781192"/>
                  </a:lnTo>
                  <a:lnTo>
                    <a:pt x="2819655" y="801331"/>
                  </a:lnTo>
                  <a:lnTo>
                    <a:pt x="2870899" y="819424"/>
                  </a:lnTo>
                  <a:lnTo>
                    <a:pt x="2924669" y="835579"/>
                  </a:lnTo>
                  <a:lnTo>
                    <a:pt x="2981877" y="849977"/>
                  </a:lnTo>
                  <a:lnTo>
                    <a:pt x="3043451" y="862819"/>
                  </a:lnTo>
                  <a:lnTo>
                    <a:pt x="3110253" y="874300"/>
                  </a:lnTo>
                  <a:lnTo>
                    <a:pt x="3182976" y="884589"/>
                  </a:lnTo>
                  <a:lnTo>
                    <a:pt x="3262001" y="893823"/>
                  </a:lnTo>
                  <a:lnTo>
                    <a:pt x="3347220" y="902100"/>
                  </a:lnTo>
                  <a:lnTo>
                    <a:pt x="3437818" y="909479"/>
                  </a:lnTo>
                  <a:lnTo>
                    <a:pt x="3532066" y="915983"/>
                  </a:lnTo>
                  <a:lnTo>
                    <a:pt x="3627190" y="921606"/>
                  </a:lnTo>
                  <a:lnTo>
                    <a:pt x="3719432" y="926328"/>
                  </a:lnTo>
                  <a:lnTo>
                    <a:pt x="3804398" y="930131"/>
                  </a:lnTo>
                  <a:lnTo>
                    <a:pt x="3877719" y="933027"/>
                  </a:lnTo>
                  <a:lnTo>
                    <a:pt x="3935929" y="935072"/>
                  </a:lnTo>
                  <a:lnTo>
                    <a:pt x="3977284" y="936370"/>
                  </a:lnTo>
                  <a:lnTo>
                    <a:pt x="4002277" y="937076"/>
                  </a:lnTo>
                  <a:lnTo>
                    <a:pt x="4013700" y="937367"/>
                  </a:lnTo>
                  <a:lnTo>
                    <a:pt x="4016374" y="937429"/>
                  </a:lnTo>
                  <a:lnTo>
                    <a:pt x="4016409" y="937430"/>
                  </a:lnTo>
                  <a:lnTo>
                    <a:pt x="4538543" y="937430"/>
                  </a:lnTo>
                  <a:lnTo>
                    <a:pt x="4539700" y="937507"/>
                  </a:lnTo>
                  <a:lnTo>
                    <a:pt x="4547281" y="938053"/>
                  </a:lnTo>
                  <a:lnTo>
                    <a:pt x="4566294" y="939565"/>
                  </a:lnTo>
                  <a:lnTo>
                    <a:pt x="4600036" y="942537"/>
                  </a:lnTo>
                  <a:lnTo>
                    <a:pt x="4649812" y="947415"/>
                  </a:lnTo>
                  <a:lnTo>
                    <a:pt x="4714853" y="954541"/>
                  </a:lnTo>
                  <a:lnTo>
                    <a:pt x="4792596" y="964128"/>
                  </a:lnTo>
                  <a:lnTo>
                    <a:pt x="4879306" y="976256"/>
                  </a:lnTo>
                  <a:lnTo>
                    <a:pt x="4970855" y="990911"/>
                  </a:lnTo>
                  <a:lnTo>
                    <a:pt x="5063411" y="1008035"/>
                  </a:lnTo>
                  <a:lnTo>
                    <a:pt x="5153891" y="1027584"/>
                  </a:lnTo>
                  <a:lnTo>
                    <a:pt x="5240145" y="1049571"/>
                  </a:lnTo>
                  <a:lnTo>
                    <a:pt x="5320927" y="1074094"/>
                  </a:lnTo>
                  <a:lnTo>
                    <a:pt x="5395747" y="1101349"/>
                  </a:lnTo>
                  <a:lnTo>
                    <a:pt x="5464675" y="1131635"/>
                  </a:lnTo>
                  <a:lnTo>
                    <a:pt x="5528168" y="1165349"/>
                  </a:lnTo>
                  <a:lnTo>
                    <a:pt x="5586916" y="1202969"/>
                  </a:lnTo>
                  <a:lnTo>
                    <a:pt x="5641738" y="1245030"/>
                  </a:lnTo>
                  <a:lnTo>
                    <a:pt x="5693491" y="1292072"/>
                  </a:lnTo>
                  <a:lnTo>
                    <a:pt x="5743005" y="1344559"/>
                  </a:lnTo>
                  <a:lnTo>
                    <a:pt x="5784835" y="1394851"/>
                  </a:lnTo>
                  <a:lnTo>
                    <a:pt x="5822524" y="1444741"/>
                  </a:lnTo>
                  <a:lnTo>
                    <a:pt x="5859859" y="1498321"/>
                  </a:lnTo>
                  <a:lnTo>
                    <a:pt x="5897069" y="1555665"/>
                  </a:lnTo>
                  <a:lnTo>
                    <a:pt x="5934333" y="1616787"/>
                  </a:lnTo>
                  <a:lnTo>
                    <a:pt x="5971784" y="1681632"/>
                  </a:lnTo>
                  <a:lnTo>
                    <a:pt x="6009517" y="1750072"/>
                  </a:lnTo>
                  <a:lnTo>
                    <a:pt x="6047588" y="1821902"/>
                  </a:lnTo>
                  <a:lnTo>
                    <a:pt x="6086020" y="1896835"/>
                  </a:lnTo>
                  <a:lnTo>
                    <a:pt x="6124806" y="1974507"/>
                  </a:lnTo>
                  <a:lnTo>
                    <a:pt x="6163913" y="2054483"/>
                  </a:lnTo>
                  <a:lnTo>
                    <a:pt x="6203283" y="2136260"/>
                  </a:lnTo>
                  <a:lnTo>
                    <a:pt x="6242841" y="2219288"/>
                  </a:lnTo>
                  <a:lnTo>
                    <a:pt x="6282500" y="2302974"/>
                  </a:lnTo>
                  <a:lnTo>
                    <a:pt x="6322167" y="2386710"/>
                  </a:lnTo>
                  <a:lnTo>
                    <a:pt x="6361748" y="2469883"/>
                  </a:lnTo>
                  <a:lnTo>
                    <a:pt x="6401153" y="2551899"/>
                  </a:lnTo>
                  <a:lnTo>
                    <a:pt x="6440306" y="2632199"/>
                  </a:lnTo>
                  <a:lnTo>
                    <a:pt x="6479147" y="2710272"/>
                  </a:lnTo>
                  <a:lnTo>
                    <a:pt x="6517637" y="2785670"/>
                  </a:lnTo>
                  <a:lnTo>
                    <a:pt x="6555765" y="2858019"/>
                  </a:lnTo>
                  <a:lnTo>
                    <a:pt x="6593549" y="2927018"/>
                  </a:lnTo>
                  <a:lnTo>
                    <a:pt x="6631040" y="2992451"/>
                  </a:lnTo>
                  <a:lnTo>
                    <a:pt x="6668326" y="3054175"/>
                  </a:lnTo>
                  <a:lnTo>
                    <a:pt x="6705534" y="3112125"/>
                  </a:lnTo>
                  <a:lnTo>
                    <a:pt x="6742835" y="3166305"/>
                  </a:lnTo>
                  <a:lnTo>
                    <a:pt x="6780450" y="3216779"/>
                  </a:lnTo>
                  <a:lnTo>
                    <a:pt x="6786527" y="3224534"/>
                  </a:lnTo>
                  <a:lnTo>
                    <a:pt x="6834692" y="3281966"/>
                  </a:lnTo>
                  <a:lnTo>
                    <a:pt x="6884452" y="3333725"/>
                  </a:lnTo>
                  <a:lnTo>
                    <a:pt x="6936556" y="3380091"/>
                  </a:lnTo>
                  <a:lnTo>
                    <a:pt x="6991840" y="3421544"/>
                  </a:lnTo>
                  <a:lnTo>
                    <a:pt x="7051161" y="3458627"/>
                  </a:lnTo>
                  <a:lnTo>
                    <a:pt x="7115325" y="3491870"/>
                  </a:lnTo>
                  <a:lnTo>
                    <a:pt x="7184999" y="3521742"/>
                  </a:lnTo>
                  <a:lnTo>
                    <a:pt x="7260600" y="3548627"/>
                  </a:lnTo>
                  <a:lnTo>
                    <a:pt x="7342135" y="3572811"/>
                  </a:lnTo>
                  <a:lnTo>
                    <a:pt x="7429027" y="3594478"/>
                  </a:lnTo>
                  <a:lnTo>
                    <a:pt x="7519918" y="3613713"/>
                  </a:lnTo>
                  <a:lnTo>
                    <a:pt x="7612536" y="3630519"/>
                  </a:lnTo>
                  <a:lnTo>
                    <a:pt x="7703685" y="3644849"/>
                  </a:lnTo>
                  <a:lnTo>
                    <a:pt x="7789463" y="3656646"/>
                  </a:lnTo>
                  <a:lnTo>
                    <a:pt x="7865748" y="3665906"/>
                  </a:lnTo>
                  <a:lnTo>
                    <a:pt x="7928917" y="3672725"/>
                  </a:lnTo>
                  <a:lnTo>
                    <a:pt x="7976610" y="3677333"/>
                  </a:lnTo>
                  <a:lnTo>
                    <a:pt x="8008320" y="3680088"/>
                  </a:lnTo>
                  <a:lnTo>
                    <a:pt x="8025621" y="3681446"/>
                  </a:lnTo>
                  <a:lnTo>
                    <a:pt x="8032051" y="3681905"/>
                  </a:lnTo>
                  <a:lnTo>
                    <a:pt x="8032819" y="3681955"/>
                  </a:lnTo>
                  <a:lnTo>
                    <a:pt x="8554953" y="3681955"/>
                  </a:lnTo>
                  <a:lnTo>
                    <a:pt x="8554953" y="3681955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421" name="pl421"/>
            <p:cNvSpPr/>
            <p:nvPr/>
          </p:nvSpPr>
          <p:spPr>
            <a:xfrm>
              <a:off x="386606" y="1287194"/>
              <a:ext cx="8554953" cy="3681955"/>
            </a:xfrm>
            <a:custGeom>
              <a:avLst/>
              <a:pathLst>
                <a:path w="8554953" h="3681955">
                  <a:moveTo>
                    <a:pt x="8554953" y="3681955"/>
                  </a:moveTo>
                  <a:lnTo>
                    <a:pt x="8032819" y="3681955"/>
                  </a:lnTo>
                  <a:lnTo>
                    <a:pt x="8031662" y="3681878"/>
                  </a:lnTo>
                  <a:lnTo>
                    <a:pt x="8024081" y="3681332"/>
                  </a:lnTo>
                  <a:lnTo>
                    <a:pt x="8005067" y="3679820"/>
                  </a:lnTo>
                  <a:lnTo>
                    <a:pt x="7971326" y="3676848"/>
                  </a:lnTo>
                  <a:lnTo>
                    <a:pt x="7921550" y="3671970"/>
                  </a:lnTo>
                  <a:lnTo>
                    <a:pt x="7856509" y="3664844"/>
                  </a:lnTo>
                  <a:lnTo>
                    <a:pt x="7778766" y="3655257"/>
                  </a:lnTo>
                  <a:lnTo>
                    <a:pt x="7692056" y="3643129"/>
                  </a:lnTo>
                  <a:lnTo>
                    <a:pt x="7600507" y="3628474"/>
                  </a:lnTo>
                  <a:lnTo>
                    <a:pt x="7507951" y="3611350"/>
                  </a:lnTo>
                  <a:lnTo>
                    <a:pt x="7417471" y="3591801"/>
                  </a:lnTo>
                  <a:lnTo>
                    <a:pt x="7331217" y="3569814"/>
                  </a:lnTo>
                  <a:lnTo>
                    <a:pt x="7250435" y="3545291"/>
                  </a:lnTo>
                  <a:lnTo>
                    <a:pt x="7175615" y="3518036"/>
                  </a:lnTo>
                  <a:lnTo>
                    <a:pt x="7106687" y="3487750"/>
                  </a:lnTo>
                  <a:lnTo>
                    <a:pt x="7043194" y="3454036"/>
                  </a:lnTo>
                  <a:lnTo>
                    <a:pt x="6984445" y="3416416"/>
                  </a:lnTo>
                  <a:lnTo>
                    <a:pt x="6929624" y="3374355"/>
                  </a:lnTo>
                  <a:lnTo>
                    <a:pt x="6877871" y="3327313"/>
                  </a:lnTo>
                  <a:lnTo>
                    <a:pt x="6828357" y="3274826"/>
                  </a:lnTo>
                  <a:lnTo>
                    <a:pt x="6786527" y="3224534"/>
                  </a:lnTo>
                  <a:lnTo>
                    <a:pt x="6748838" y="3174644"/>
                  </a:lnTo>
                  <a:lnTo>
                    <a:pt x="6711503" y="3121064"/>
                  </a:lnTo>
                  <a:lnTo>
                    <a:pt x="6674293" y="3063720"/>
                  </a:lnTo>
                  <a:lnTo>
                    <a:pt x="6637029" y="3002598"/>
                  </a:lnTo>
                  <a:lnTo>
                    <a:pt x="6599578" y="2937753"/>
                  </a:lnTo>
                  <a:lnTo>
                    <a:pt x="6561845" y="2869313"/>
                  </a:lnTo>
                  <a:lnTo>
                    <a:pt x="6523774" y="2797483"/>
                  </a:lnTo>
                  <a:lnTo>
                    <a:pt x="6485342" y="2722550"/>
                  </a:lnTo>
                  <a:lnTo>
                    <a:pt x="6446555" y="2644878"/>
                  </a:lnTo>
                  <a:lnTo>
                    <a:pt x="6407449" y="2564902"/>
                  </a:lnTo>
                  <a:lnTo>
                    <a:pt x="6368079" y="2483125"/>
                  </a:lnTo>
                  <a:lnTo>
                    <a:pt x="6328521" y="2400097"/>
                  </a:lnTo>
                  <a:lnTo>
                    <a:pt x="6288862" y="2316411"/>
                  </a:lnTo>
                  <a:lnTo>
                    <a:pt x="6249195" y="2232675"/>
                  </a:lnTo>
                  <a:lnTo>
                    <a:pt x="6209614" y="2149502"/>
                  </a:lnTo>
                  <a:lnTo>
                    <a:pt x="6170209" y="2067486"/>
                  </a:lnTo>
                  <a:lnTo>
                    <a:pt x="6131056" y="1987186"/>
                  </a:lnTo>
                  <a:lnTo>
                    <a:pt x="6092215" y="1909113"/>
                  </a:lnTo>
                  <a:lnTo>
                    <a:pt x="6053725" y="1833715"/>
                  </a:lnTo>
                  <a:lnTo>
                    <a:pt x="6015597" y="1761366"/>
                  </a:lnTo>
                  <a:lnTo>
                    <a:pt x="5977813" y="1692366"/>
                  </a:lnTo>
                  <a:lnTo>
                    <a:pt x="5940322" y="1626934"/>
                  </a:lnTo>
                  <a:lnTo>
                    <a:pt x="5903036" y="1565210"/>
                  </a:lnTo>
                  <a:lnTo>
                    <a:pt x="5865828" y="1507260"/>
                  </a:lnTo>
                  <a:lnTo>
                    <a:pt x="5828527" y="1453080"/>
                  </a:lnTo>
                  <a:lnTo>
                    <a:pt x="5790912" y="1402606"/>
                  </a:lnTo>
                  <a:lnTo>
                    <a:pt x="5784835" y="1394851"/>
                  </a:lnTo>
                  <a:lnTo>
                    <a:pt x="5736670" y="1337418"/>
                  </a:lnTo>
                  <a:lnTo>
                    <a:pt x="5686909" y="1285660"/>
                  </a:lnTo>
                  <a:lnTo>
                    <a:pt x="5634806" y="1239294"/>
                  </a:lnTo>
                  <a:lnTo>
                    <a:pt x="5579522" y="1197841"/>
                  </a:lnTo>
                  <a:lnTo>
                    <a:pt x="5520201" y="1160758"/>
                  </a:lnTo>
                  <a:lnTo>
                    <a:pt x="5456037" y="1127515"/>
                  </a:lnTo>
                  <a:lnTo>
                    <a:pt x="5386363" y="1097643"/>
                  </a:lnTo>
                  <a:lnTo>
                    <a:pt x="5310762" y="1070758"/>
                  </a:lnTo>
                  <a:lnTo>
                    <a:pt x="5229227" y="1046574"/>
                  </a:lnTo>
                  <a:lnTo>
                    <a:pt x="5142335" y="1024907"/>
                  </a:lnTo>
                  <a:lnTo>
                    <a:pt x="5051444" y="1005672"/>
                  </a:lnTo>
                  <a:lnTo>
                    <a:pt x="4958826" y="988865"/>
                  </a:lnTo>
                  <a:lnTo>
                    <a:pt x="4867677" y="974536"/>
                  </a:lnTo>
                  <a:lnTo>
                    <a:pt x="4781899" y="962739"/>
                  </a:lnTo>
                  <a:lnTo>
                    <a:pt x="4705614" y="953479"/>
                  </a:lnTo>
                  <a:lnTo>
                    <a:pt x="4642445" y="946660"/>
                  </a:lnTo>
                  <a:lnTo>
                    <a:pt x="4594752" y="942052"/>
                  </a:lnTo>
                  <a:lnTo>
                    <a:pt x="4563042" y="939297"/>
                  </a:lnTo>
                  <a:lnTo>
                    <a:pt x="4545741" y="937938"/>
                  </a:lnTo>
                  <a:lnTo>
                    <a:pt x="4539311" y="937480"/>
                  </a:lnTo>
                  <a:lnTo>
                    <a:pt x="4538543" y="937430"/>
                  </a:lnTo>
                  <a:lnTo>
                    <a:pt x="4016409" y="937430"/>
                  </a:lnTo>
                  <a:lnTo>
                    <a:pt x="4015154" y="937401"/>
                  </a:lnTo>
                  <a:lnTo>
                    <a:pt x="4006945" y="937198"/>
                  </a:lnTo>
                  <a:lnTo>
                    <a:pt x="3986415" y="936637"/>
                  </a:lnTo>
                  <a:lnTo>
                    <a:pt x="3950128" y="935533"/>
                  </a:lnTo>
                  <a:lnTo>
                    <a:pt x="3896886" y="933726"/>
                  </a:lnTo>
                  <a:lnTo>
                    <a:pt x="3827798" y="931094"/>
                  </a:lnTo>
                  <a:lnTo>
                    <a:pt x="3745890" y="927565"/>
                  </a:lnTo>
                  <a:lnTo>
                    <a:pt x="3655355" y="923118"/>
                  </a:lnTo>
                  <a:lnTo>
                    <a:pt x="3560662" y="917763"/>
                  </a:lnTo>
                  <a:lnTo>
                    <a:pt x="3465812" y="911522"/>
                  </a:lnTo>
                  <a:lnTo>
                    <a:pt x="3373891" y="904406"/>
                  </a:lnTo>
                  <a:lnTo>
                    <a:pt x="3286935" y="896403"/>
                  </a:lnTo>
                  <a:lnTo>
                    <a:pt x="3206013" y="887465"/>
                  </a:lnTo>
                  <a:lnTo>
                    <a:pt x="3131422" y="877504"/>
                  </a:lnTo>
                  <a:lnTo>
                    <a:pt x="3062905" y="866397"/>
                  </a:lnTo>
                  <a:lnTo>
                    <a:pt x="2999848" y="853983"/>
                  </a:lnTo>
                  <a:lnTo>
                    <a:pt x="2941426" y="840073"/>
                  </a:lnTo>
                  <a:lnTo>
                    <a:pt x="2886723" y="824466"/>
                  </a:lnTo>
                  <a:lnTo>
                    <a:pt x="2834813" y="806971"/>
                  </a:lnTo>
                  <a:lnTo>
                    <a:pt x="2784840" y="787449"/>
                  </a:lnTo>
                  <a:lnTo>
                    <a:pt x="2770117" y="781192"/>
                  </a:lnTo>
                  <a:lnTo>
                    <a:pt x="2720111" y="758267"/>
                  </a:lnTo>
                  <a:lnTo>
                    <a:pt x="2670592" y="733100"/>
                  </a:lnTo>
                  <a:lnTo>
                    <a:pt x="2621083" y="705653"/>
                  </a:lnTo>
                  <a:lnTo>
                    <a:pt x="2571249" y="675962"/>
                  </a:lnTo>
                  <a:lnTo>
                    <a:pt x="2520883" y="644139"/>
                  </a:lnTo>
                  <a:lnTo>
                    <a:pt x="2469891" y="610380"/>
                  </a:lnTo>
                  <a:lnTo>
                    <a:pt x="2418275" y="574964"/>
                  </a:lnTo>
                  <a:lnTo>
                    <a:pt x="2366123" y="538248"/>
                  </a:lnTo>
                  <a:lnTo>
                    <a:pt x="2313587" y="500656"/>
                  </a:lnTo>
                  <a:lnTo>
                    <a:pt x="2260868" y="462652"/>
                  </a:lnTo>
                  <a:lnTo>
                    <a:pt x="2208184" y="424727"/>
                  </a:lnTo>
                  <a:lnTo>
                    <a:pt x="2155751" y="387365"/>
                  </a:lnTo>
                  <a:lnTo>
                    <a:pt x="2103756" y="351021"/>
                  </a:lnTo>
                  <a:lnTo>
                    <a:pt x="2052332" y="316097"/>
                  </a:lnTo>
                  <a:lnTo>
                    <a:pt x="2001544" y="282928"/>
                  </a:lnTo>
                  <a:lnTo>
                    <a:pt x="1951363" y="251767"/>
                  </a:lnTo>
                  <a:lnTo>
                    <a:pt x="1901661" y="222783"/>
                  </a:lnTo>
                  <a:lnTo>
                    <a:pt x="1852191" y="196063"/>
                  </a:lnTo>
                  <a:lnTo>
                    <a:pt x="1802577" y="171617"/>
                  </a:lnTo>
                  <a:lnTo>
                    <a:pt x="1768425" y="156238"/>
                  </a:lnTo>
                  <a:lnTo>
                    <a:pt x="1718887" y="136098"/>
                  </a:lnTo>
                  <a:lnTo>
                    <a:pt x="1667643" y="118005"/>
                  </a:lnTo>
                  <a:lnTo>
                    <a:pt x="1613873" y="101850"/>
                  </a:lnTo>
                  <a:lnTo>
                    <a:pt x="1556665" y="87453"/>
                  </a:lnTo>
                  <a:lnTo>
                    <a:pt x="1495091" y="74611"/>
                  </a:lnTo>
                  <a:lnTo>
                    <a:pt x="1428289" y="63130"/>
                  </a:lnTo>
                  <a:lnTo>
                    <a:pt x="1355567" y="52840"/>
                  </a:lnTo>
                  <a:lnTo>
                    <a:pt x="1276542" y="43606"/>
                  </a:lnTo>
                  <a:lnTo>
                    <a:pt x="1191323" y="35329"/>
                  </a:lnTo>
                  <a:lnTo>
                    <a:pt x="1100724" y="27950"/>
                  </a:lnTo>
                  <a:lnTo>
                    <a:pt x="1006476" y="21446"/>
                  </a:lnTo>
                  <a:lnTo>
                    <a:pt x="911352" y="15823"/>
                  </a:lnTo>
                  <a:lnTo>
                    <a:pt x="819110" y="11102"/>
                  </a:lnTo>
                  <a:lnTo>
                    <a:pt x="734145" y="7298"/>
                  </a:lnTo>
                  <a:lnTo>
                    <a:pt x="660823" y="4402"/>
                  </a:lnTo>
                  <a:lnTo>
                    <a:pt x="602613" y="2358"/>
                  </a:lnTo>
                  <a:lnTo>
                    <a:pt x="561258" y="1059"/>
                  </a:lnTo>
                  <a:lnTo>
                    <a:pt x="536265" y="353"/>
                  </a:lnTo>
                  <a:lnTo>
                    <a:pt x="524842" y="62"/>
                  </a:lnTo>
                  <a:lnTo>
                    <a:pt x="522168" y="0"/>
                  </a:lnTo>
                  <a:lnTo>
                    <a:pt x="522133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422" name="pg422"/>
            <p:cNvSpPr/>
            <p:nvPr/>
          </p:nvSpPr>
          <p:spPr>
            <a:xfrm>
              <a:off x="386606" y="1292841"/>
              <a:ext cx="8554953" cy="4167612"/>
            </a:xfrm>
            <a:custGeom>
              <a:avLst/>
              <a:pathLst>
                <a:path w="8554953" h="4167612">
                  <a:moveTo>
                    <a:pt x="0" y="67766"/>
                  </a:moveTo>
                  <a:lnTo>
                    <a:pt x="522133" y="67766"/>
                  </a:lnTo>
                  <a:lnTo>
                    <a:pt x="523388" y="67794"/>
                  </a:lnTo>
                  <a:lnTo>
                    <a:pt x="531597" y="67997"/>
                  </a:lnTo>
                  <a:lnTo>
                    <a:pt x="552127" y="68559"/>
                  </a:lnTo>
                  <a:lnTo>
                    <a:pt x="588415" y="69662"/>
                  </a:lnTo>
                  <a:lnTo>
                    <a:pt x="641656" y="71469"/>
                  </a:lnTo>
                  <a:lnTo>
                    <a:pt x="710744" y="74102"/>
                  </a:lnTo>
                  <a:lnTo>
                    <a:pt x="792652" y="77630"/>
                  </a:lnTo>
                  <a:lnTo>
                    <a:pt x="883187" y="82077"/>
                  </a:lnTo>
                  <a:lnTo>
                    <a:pt x="977880" y="87432"/>
                  </a:lnTo>
                  <a:lnTo>
                    <a:pt x="1072730" y="93673"/>
                  </a:lnTo>
                  <a:lnTo>
                    <a:pt x="1164651" y="100789"/>
                  </a:lnTo>
                  <a:lnTo>
                    <a:pt x="1251607" y="108792"/>
                  </a:lnTo>
                  <a:lnTo>
                    <a:pt x="1332529" y="117731"/>
                  </a:lnTo>
                  <a:lnTo>
                    <a:pt x="1407121" y="127691"/>
                  </a:lnTo>
                  <a:lnTo>
                    <a:pt x="1475637" y="138798"/>
                  </a:lnTo>
                  <a:lnTo>
                    <a:pt x="1538695" y="151212"/>
                  </a:lnTo>
                  <a:lnTo>
                    <a:pt x="1597116" y="165122"/>
                  </a:lnTo>
                  <a:lnTo>
                    <a:pt x="1651819" y="180729"/>
                  </a:lnTo>
                  <a:lnTo>
                    <a:pt x="1703729" y="198225"/>
                  </a:lnTo>
                  <a:lnTo>
                    <a:pt x="1753702" y="217746"/>
                  </a:lnTo>
                  <a:lnTo>
                    <a:pt x="1768425" y="224004"/>
                  </a:lnTo>
                  <a:lnTo>
                    <a:pt x="1818431" y="246929"/>
                  </a:lnTo>
                  <a:lnTo>
                    <a:pt x="1867950" y="272096"/>
                  </a:lnTo>
                  <a:lnTo>
                    <a:pt x="1917459" y="299542"/>
                  </a:lnTo>
                  <a:lnTo>
                    <a:pt x="1967293" y="329233"/>
                  </a:lnTo>
                  <a:lnTo>
                    <a:pt x="2017659" y="361056"/>
                  </a:lnTo>
                  <a:lnTo>
                    <a:pt x="2068651" y="394816"/>
                  </a:lnTo>
                  <a:lnTo>
                    <a:pt x="2120267" y="430232"/>
                  </a:lnTo>
                  <a:lnTo>
                    <a:pt x="2172420" y="466947"/>
                  </a:lnTo>
                  <a:lnTo>
                    <a:pt x="2224955" y="504540"/>
                  </a:lnTo>
                  <a:lnTo>
                    <a:pt x="2277674" y="542543"/>
                  </a:lnTo>
                  <a:lnTo>
                    <a:pt x="2330358" y="580468"/>
                  </a:lnTo>
                  <a:lnTo>
                    <a:pt x="2382791" y="617831"/>
                  </a:lnTo>
                  <a:lnTo>
                    <a:pt x="2434787" y="654175"/>
                  </a:lnTo>
                  <a:lnTo>
                    <a:pt x="2486210" y="689098"/>
                  </a:lnTo>
                  <a:lnTo>
                    <a:pt x="2536998" y="722267"/>
                  </a:lnTo>
                  <a:lnTo>
                    <a:pt x="2587179" y="753428"/>
                  </a:lnTo>
                  <a:lnTo>
                    <a:pt x="2636881" y="782412"/>
                  </a:lnTo>
                  <a:lnTo>
                    <a:pt x="2686351" y="809132"/>
                  </a:lnTo>
                  <a:lnTo>
                    <a:pt x="2735966" y="833578"/>
                  </a:lnTo>
                  <a:lnTo>
                    <a:pt x="2770117" y="848958"/>
                  </a:lnTo>
                  <a:lnTo>
                    <a:pt x="2819655" y="869097"/>
                  </a:lnTo>
                  <a:lnTo>
                    <a:pt x="2870899" y="887190"/>
                  </a:lnTo>
                  <a:lnTo>
                    <a:pt x="2924669" y="903345"/>
                  </a:lnTo>
                  <a:lnTo>
                    <a:pt x="2981877" y="917743"/>
                  </a:lnTo>
                  <a:lnTo>
                    <a:pt x="3043451" y="930585"/>
                  </a:lnTo>
                  <a:lnTo>
                    <a:pt x="3110253" y="942066"/>
                  </a:lnTo>
                  <a:lnTo>
                    <a:pt x="3182976" y="952355"/>
                  </a:lnTo>
                  <a:lnTo>
                    <a:pt x="3262001" y="961589"/>
                  </a:lnTo>
                  <a:lnTo>
                    <a:pt x="3347220" y="969866"/>
                  </a:lnTo>
                  <a:lnTo>
                    <a:pt x="3437818" y="977245"/>
                  </a:lnTo>
                  <a:lnTo>
                    <a:pt x="3532066" y="983749"/>
                  </a:lnTo>
                  <a:lnTo>
                    <a:pt x="3627190" y="989372"/>
                  </a:lnTo>
                  <a:lnTo>
                    <a:pt x="3719432" y="994094"/>
                  </a:lnTo>
                  <a:lnTo>
                    <a:pt x="3804398" y="997897"/>
                  </a:lnTo>
                  <a:lnTo>
                    <a:pt x="3877719" y="1000793"/>
                  </a:lnTo>
                  <a:lnTo>
                    <a:pt x="3935929" y="1002838"/>
                  </a:lnTo>
                  <a:lnTo>
                    <a:pt x="3977284" y="1004136"/>
                  </a:lnTo>
                  <a:lnTo>
                    <a:pt x="4002277" y="1004842"/>
                  </a:lnTo>
                  <a:lnTo>
                    <a:pt x="4013700" y="1005133"/>
                  </a:lnTo>
                  <a:lnTo>
                    <a:pt x="4016409" y="1005196"/>
                  </a:lnTo>
                  <a:lnTo>
                    <a:pt x="4538543" y="1005196"/>
                  </a:lnTo>
                  <a:lnTo>
                    <a:pt x="4539668" y="1005282"/>
                  </a:lnTo>
                  <a:lnTo>
                    <a:pt x="4547044" y="1005894"/>
                  </a:lnTo>
                  <a:lnTo>
                    <a:pt x="4565560" y="1007586"/>
                  </a:lnTo>
                  <a:lnTo>
                    <a:pt x="4598463" y="1010914"/>
                  </a:lnTo>
                  <a:lnTo>
                    <a:pt x="4647090" y="1016378"/>
                  </a:lnTo>
                  <a:lnTo>
                    <a:pt x="4710775" y="1024370"/>
                  </a:lnTo>
                  <a:lnTo>
                    <a:pt x="4787104" y="1035134"/>
                  </a:lnTo>
                  <a:lnTo>
                    <a:pt x="4872497" y="1048770"/>
                  </a:lnTo>
                  <a:lnTo>
                    <a:pt x="4962942" y="1065265"/>
                  </a:lnTo>
                  <a:lnTo>
                    <a:pt x="5054669" y="1084557"/>
                  </a:lnTo>
                  <a:lnTo>
                    <a:pt x="5144608" y="1106594"/>
                  </a:lnTo>
                  <a:lnTo>
                    <a:pt x="5230576" y="1131381"/>
                  </a:lnTo>
                  <a:lnTo>
                    <a:pt x="5311273" y="1159016"/>
                  </a:lnTo>
                  <a:lnTo>
                    <a:pt x="5386145" y="1189706"/>
                  </a:lnTo>
                  <a:lnTo>
                    <a:pt x="5455202" y="1223771"/>
                  </a:lnTo>
                  <a:lnTo>
                    <a:pt x="5518845" y="1261641"/>
                  </a:lnTo>
                  <a:lnTo>
                    <a:pt x="5577720" y="1303839"/>
                  </a:lnTo>
                  <a:lnTo>
                    <a:pt x="5632609" y="1350958"/>
                  </a:lnTo>
                  <a:lnTo>
                    <a:pt x="5684342" y="1403607"/>
                  </a:lnTo>
                  <a:lnTo>
                    <a:pt x="5733737" y="1462329"/>
                  </a:lnTo>
                  <a:lnTo>
                    <a:pt x="5781527" y="1527456"/>
                  </a:lnTo>
                  <a:lnTo>
                    <a:pt x="5784835" y="1532265"/>
                  </a:lnTo>
                  <a:lnTo>
                    <a:pt x="5820475" y="1586501"/>
                  </a:lnTo>
                  <a:lnTo>
                    <a:pt x="5855787" y="1644531"/>
                  </a:lnTo>
                  <a:lnTo>
                    <a:pt x="5890968" y="1706431"/>
                  </a:lnTo>
                  <a:lnTo>
                    <a:pt x="5926173" y="1772225"/>
                  </a:lnTo>
                  <a:lnTo>
                    <a:pt x="5961524" y="1841872"/>
                  </a:lnTo>
                  <a:lnTo>
                    <a:pt x="5997106" y="1915266"/>
                  </a:lnTo>
                  <a:lnTo>
                    <a:pt x="6032978" y="1992229"/>
                  </a:lnTo>
                  <a:lnTo>
                    <a:pt x="6069169" y="2072510"/>
                  </a:lnTo>
                  <a:lnTo>
                    <a:pt x="6105682" y="2155787"/>
                  </a:lnTo>
                  <a:lnTo>
                    <a:pt x="6142500" y="2241666"/>
                  </a:lnTo>
                  <a:lnTo>
                    <a:pt x="6179582" y="2329691"/>
                  </a:lnTo>
                  <a:lnTo>
                    <a:pt x="6216876" y="2419351"/>
                  </a:lnTo>
                  <a:lnTo>
                    <a:pt x="6254311" y="2510091"/>
                  </a:lnTo>
                  <a:lnTo>
                    <a:pt x="6291814" y="2601331"/>
                  </a:lnTo>
                  <a:lnTo>
                    <a:pt x="6329303" y="2692472"/>
                  </a:lnTo>
                  <a:lnTo>
                    <a:pt x="6366701" y="2782923"/>
                  </a:lnTo>
                  <a:lnTo>
                    <a:pt x="6403932" y="2872107"/>
                  </a:lnTo>
                  <a:lnTo>
                    <a:pt x="6440933" y="2959484"/>
                  </a:lnTo>
                  <a:lnTo>
                    <a:pt x="6477654" y="3044559"/>
                  </a:lnTo>
                  <a:lnTo>
                    <a:pt x="6514063" y="3126897"/>
                  </a:lnTo>
                  <a:lnTo>
                    <a:pt x="6550148" y="3206125"/>
                  </a:lnTo>
                  <a:lnTo>
                    <a:pt x="6585921" y="3281945"/>
                  </a:lnTo>
                  <a:lnTo>
                    <a:pt x="6621420" y="3354130"/>
                  </a:lnTo>
                  <a:lnTo>
                    <a:pt x="6656712" y="3422525"/>
                  </a:lnTo>
                  <a:lnTo>
                    <a:pt x="6691894" y="3487047"/>
                  </a:lnTo>
                  <a:lnTo>
                    <a:pt x="6727099" y="3547676"/>
                  </a:lnTo>
                  <a:lnTo>
                    <a:pt x="6762494" y="3604454"/>
                  </a:lnTo>
                  <a:lnTo>
                    <a:pt x="6786527" y="3640542"/>
                  </a:lnTo>
                  <a:lnTo>
                    <a:pt x="6834228" y="3706122"/>
                  </a:lnTo>
                  <a:lnTo>
                    <a:pt x="6883488" y="3765286"/>
                  </a:lnTo>
                  <a:lnTo>
                    <a:pt x="6935032" y="3818345"/>
                  </a:lnTo>
                  <a:lnTo>
                    <a:pt x="6989672" y="3865831"/>
                  </a:lnTo>
                  <a:lnTo>
                    <a:pt x="7048241" y="3908355"/>
                  </a:lnTo>
                  <a:lnTo>
                    <a:pt x="7111526" y="3946510"/>
                  </a:lnTo>
                  <a:lnTo>
                    <a:pt x="7180187" y="3980827"/>
                  </a:lnTo>
                  <a:lnTo>
                    <a:pt x="7254645" y="4011742"/>
                  </a:lnTo>
                  <a:lnTo>
                    <a:pt x="7334944" y="4039583"/>
                  </a:lnTo>
                  <a:lnTo>
                    <a:pt x="7420576" y="4064565"/>
                  </a:lnTo>
                  <a:lnTo>
                    <a:pt x="7510296" y="4086794"/>
                  </a:lnTo>
                  <a:lnTo>
                    <a:pt x="7601988" y="4106280"/>
                  </a:lnTo>
                  <a:lnTo>
                    <a:pt x="7692640" y="4122974"/>
                  </a:lnTo>
                  <a:lnTo>
                    <a:pt x="7778518" y="4136811"/>
                  </a:lnTo>
                  <a:lnTo>
                    <a:pt x="7855609" y="4147775"/>
                  </a:lnTo>
                  <a:lnTo>
                    <a:pt x="7920277" y="4155955"/>
                  </a:lnTo>
                  <a:lnTo>
                    <a:pt x="7970004" y="4161586"/>
                  </a:lnTo>
                  <a:lnTo>
                    <a:pt x="8003990" y="4165048"/>
                  </a:lnTo>
                  <a:lnTo>
                    <a:pt x="8023430" y="4166837"/>
                  </a:lnTo>
                  <a:lnTo>
                    <a:pt x="8031446" y="4167507"/>
                  </a:lnTo>
                  <a:lnTo>
                    <a:pt x="8032819" y="4167612"/>
                  </a:lnTo>
                  <a:lnTo>
                    <a:pt x="8554953" y="4167612"/>
                  </a:lnTo>
                  <a:lnTo>
                    <a:pt x="8554953" y="4099846"/>
                  </a:lnTo>
                  <a:lnTo>
                    <a:pt x="8032819" y="4099846"/>
                  </a:lnTo>
                  <a:lnTo>
                    <a:pt x="8031694" y="4099760"/>
                  </a:lnTo>
                  <a:lnTo>
                    <a:pt x="8024318" y="4099148"/>
                  </a:lnTo>
                  <a:lnTo>
                    <a:pt x="8005802" y="4097455"/>
                  </a:lnTo>
                  <a:lnTo>
                    <a:pt x="7972899" y="4094128"/>
                  </a:lnTo>
                  <a:lnTo>
                    <a:pt x="7924272" y="4088664"/>
                  </a:lnTo>
                  <a:lnTo>
                    <a:pt x="7860587" y="4080672"/>
                  </a:lnTo>
                  <a:lnTo>
                    <a:pt x="7784257" y="4069907"/>
                  </a:lnTo>
                  <a:lnTo>
                    <a:pt x="7698865" y="4056272"/>
                  </a:lnTo>
                  <a:lnTo>
                    <a:pt x="7608420" y="4039777"/>
                  </a:lnTo>
                  <a:lnTo>
                    <a:pt x="7516693" y="4020484"/>
                  </a:lnTo>
                  <a:lnTo>
                    <a:pt x="7426754" y="3998448"/>
                  </a:lnTo>
                  <a:lnTo>
                    <a:pt x="7340786" y="3973661"/>
                  </a:lnTo>
                  <a:lnTo>
                    <a:pt x="7260089" y="3946026"/>
                  </a:lnTo>
                  <a:lnTo>
                    <a:pt x="7185217" y="3915336"/>
                  </a:lnTo>
                  <a:lnTo>
                    <a:pt x="7116160" y="3881271"/>
                  </a:lnTo>
                  <a:lnTo>
                    <a:pt x="7052517" y="3843401"/>
                  </a:lnTo>
                  <a:lnTo>
                    <a:pt x="6993642" y="3801202"/>
                  </a:lnTo>
                  <a:lnTo>
                    <a:pt x="6938753" y="3754084"/>
                  </a:lnTo>
                  <a:lnTo>
                    <a:pt x="6887020" y="3701435"/>
                  </a:lnTo>
                  <a:lnTo>
                    <a:pt x="6837625" y="3642713"/>
                  </a:lnTo>
                  <a:lnTo>
                    <a:pt x="6789835" y="3577585"/>
                  </a:lnTo>
                  <a:lnTo>
                    <a:pt x="6786527" y="3572776"/>
                  </a:lnTo>
                  <a:lnTo>
                    <a:pt x="6750887" y="3518541"/>
                  </a:lnTo>
                  <a:lnTo>
                    <a:pt x="6715575" y="3460511"/>
                  </a:lnTo>
                  <a:lnTo>
                    <a:pt x="6680394" y="3398611"/>
                  </a:lnTo>
                  <a:lnTo>
                    <a:pt x="6645189" y="3332817"/>
                  </a:lnTo>
                  <a:lnTo>
                    <a:pt x="6609838" y="3263170"/>
                  </a:lnTo>
                  <a:lnTo>
                    <a:pt x="6574256" y="3189776"/>
                  </a:lnTo>
                  <a:lnTo>
                    <a:pt x="6538384" y="3112813"/>
                  </a:lnTo>
                  <a:lnTo>
                    <a:pt x="6502193" y="3032531"/>
                  </a:lnTo>
                  <a:lnTo>
                    <a:pt x="6465680" y="2949255"/>
                  </a:lnTo>
                  <a:lnTo>
                    <a:pt x="6428862" y="2863376"/>
                  </a:lnTo>
                  <a:lnTo>
                    <a:pt x="6391780" y="2775351"/>
                  </a:lnTo>
                  <a:lnTo>
                    <a:pt x="6354486" y="2685691"/>
                  </a:lnTo>
                  <a:lnTo>
                    <a:pt x="6317051" y="2594950"/>
                  </a:lnTo>
                  <a:lnTo>
                    <a:pt x="6279548" y="2503711"/>
                  </a:lnTo>
                  <a:lnTo>
                    <a:pt x="6242059" y="2412569"/>
                  </a:lnTo>
                  <a:lnTo>
                    <a:pt x="6204661" y="2322119"/>
                  </a:lnTo>
                  <a:lnTo>
                    <a:pt x="6167430" y="2232935"/>
                  </a:lnTo>
                  <a:lnTo>
                    <a:pt x="6130429" y="2145558"/>
                  </a:lnTo>
                  <a:lnTo>
                    <a:pt x="6093707" y="2060482"/>
                  </a:lnTo>
                  <a:lnTo>
                    <a:pt x="6057299" y="1978145"/>
                  </a:lnTo>
                  <a:lnTo>
                    <a:pt x="6021214" y="1898917"/>
                  </a:lnTo>
                  <a:lnTo>
                    <a:pt x="5985441" y="1823097"/>
                  </a:lnTo>
                  <a:lnTo>
                    <a:pt x="5949942" y="1750912"/>
                  </a:lnTo>
                  <a:lnTo>
                    <a:pt x="5914650" y="1682517"/>
                  </a:lnTo>
                  <a:lnTo>
                    <a:pt x="5879468" y="1617995"/>
                  </a:lnTo>
                  <a:lnTo>
                    <a:pt x="5844263" y="1557365"/>
                  </a:lnTo>
                  <a:lnTo>
                    <a:pt x="5808868" y="1500588"/>
                  </a:lnTo>
                  <a:lnTo>
                    <a:pt x="5784835" y="1464499"/>
                  </a:lnTo>
                  <a:lnTo>
                    <a:pt x="5737134" y="1398920"/>
                  </a:lnTo>
                  <a:lnTo>
                    <a:pt x="5687874" y="1339756"/>
                  </a:lnTo>
                  <a:lnTo>
                    <a:pt x="5636330" y="1286697"/>
                  </a:lnTo>
                  <a:lnTo>
                    <a:pt x="5581690" y="1239210"/>
                  </a:lnTo>
                  <a:lnTo>
                    <a:pt x="5523121" y="1196687"/>
                  </a:lnTo>
                  <a:lnTo>
                    <a:pt x="5459836" y="1158531"/>
                  </a:lnTo>
                  <a:lnTo>
                    <a:pt x="5391175" y="1124214"/>
                  </a:lnTo>
                  <a:lnTo>
                    <a:pt x="5316717" y="1093300"/>
                  </a:lnTo>
                  <a:lnTo>
                    <a:pt x="5236417" y="1065459"/>
                  </a:lnTo>
                  <a:lnTo>
                    <a:pt x="5150786" y="1040476"/>
                  </a:lnTo>
                  <a:lnTo>
                    <a:pt x="5061066" y="1018248"/>
                  </a:lnTo>
                  <a:lnTo>
                    <a:pt x="4969373" y="998761"/>
                  </a:lnTo>
                  <a:lnTo>
                    <a:pt x="4878722" y="982068"/>
                  </a:lnTo>
                  <a:lnTo>
                    <a:pt x="4792844" y="968231"/>
                  </a:lnTo>
                  <a:lnTo>
                    <a:pt x="4715753" y="957267"/>
                  </a:lnTo>
                  <a:lnTo>
                    <a:pt x="4651085" y="949086"/>
                  </a:lnTo>
                  <a:lnTo>
                    <a:pt x="4601358" y="943456"/>
                  </a:lnTo>
                  <a:lnTo>
                    <a:pt x="4567372" y="939994"/>
                  </a:lnTo>
                  <a:lnTo>
                    <a:pt x="4547932" y="938205"/>
                  </a:lnTo>
                  <a:lnTo>
                    <a:pt x="4539916" y="937535"/>
                  </a:lnTo>
                  <a:lnTo>
                    <a:pt x="4538543" y="937430"/>
                  </a:lnTo>
                  <a:lnTo>
                    <a:pt x="4016409" y="937430"/>
                  </a:lnTo>
                  <a:lnTo>
                    <a:pt x="4015154" y="937401"/>
                  </a:lnTo>
                  <a:lnTo>
                    <a:pt x="4006945" y="937198"/>
                  </a:lnTo>
                  <a:lnTo>
                    <a:pt x="3986415" y="936637"/>
                  </a:lnTo>
                  <a:lnTo>
                    <a:pt x="3950128" y="935533"/>
                  </a:lnTo>
                  <a:lnTo>
                    <a:pt x="3896886" y="933726"/>
                  </a:lnTo>
                  <a:lnTo>
                    <a:pt x="3827798" y="931094"/>
                  </a:lnTo>
                  <a:lnTo>
                    <a:pt x="3745890" y="927565"/>
                  </a:lnTo>
                  <a:lnTo>
                    <a:pt x="3655355" y="923118"/>
                  </a:lnTo>
                  <a:lnTo>
                    <a:pt x="3560662" y="917763"/>
                  </a:lnTo>
                  <a:lnTo>
                    <a:pt x="3465812" y="911522"/>
                  </a:lnTo>
                  <a:lnTo>
                    <a:pt x="3373891" y="904406"/>
                  </a:lnTo>
                  <a:lnTo>
                    <a:pt x="3286935" y="896403"/>
                  </a:lnTo>
                  <a:lnTo>
                    <a:pt x="3206013" y="887465"/>
                  </a:lnTo>
                  <a:lnTo>
                    <a:pt x="3131422" y="877504"/>
                  </a:lnTo>
                  <a:lnTo>
                    <a:pt x="3062905" y="866397"/>
                  </a:lnTo>
                  <a:lnTo>
                    <a:pt x="2999848" y="853983"/>
                  </a:lnTo>
                  <a:lnTo>
                    <a:pt x="2941426" y="840073"/>
                  </a:lnTo>
                  <a:lnTo>
                    <a:pt x="2886723" y="824466"/>
                  </a:lnTo>
                  <a:lnTo>
                    <a:pt x="2834813" y="806971"/>
                  </a:lnTo>
                  <a:lnTo>
                    <a:pt x="2784840" y="787449"/>
                  </a:lnTo>
                  <a:lnTo>
                    <a:pt x="2770117" y="781192"/>
                  </a:lnTo>
                  <a:lnTo>
                    <a:pt x="2720111" y="758267"/>
                  </a:lnTo>
                  <a:lnTo>
                    <a:pt x="2670592" y="733100"/>
                  </a:lnTo>
                  <a:lnTo>
                    <a:pt x="2621083" y="705653"/>
                  </a:lnTo>
                  <a:lnTo>
                    <a:pt x="2571249" y="675962"/>
                  </a:lnTo>
                  <a:lnTo>
                    <a:pt x="2520883" y="644139"/>
                  </a:lnTo>
                  <a:lnTo>
                    <a:pt x="2469891" y="610380"/>
                  </a:lnTo>
                  <a:lnTo>
                    <a:pt x="2418275" y="574964"/>
                  </a:lnTo>
                  <a:lnTo>
                    <a:pt x="2366123" y="538248"/>
                  </a:lnTo>
                  <a:lnTo>
                    <a:pt x="2313587" y="500656"/>
                  </a:lnTo>
                  <a:lnTo>
                    <a:pt x="2260868" y="462652"/>
                  </a:lnTo>
                  <a:lnTo>
                    <a:pt x="2208184" y="424727"/>
                  </a:lnTo>
                  <a:lnTo>
                    <a:pt x="2155751" y="387365"/>
                  </a:lnTo>
                  <a:lnTo>
                    <a:pt x="2103756" y="351021"/>
                  </a:lnTo>
                  <a:lnTo>
                    <a:pt x="2052332" y="316097"/>
                  </a:lnTo>
                  <a:lnTo>
                    <a:pt x="2001544" y="282928"/>
                  </a:lnTo>
                  <a:lnTo>
                    <a:pt x="1951363" y="251767"/>
                  </a:lnTo>
                  <a:lnTo>
                    <a:pt x="1901661" y="222783"/>
                  </a:lnTo>
                  <a:lnTo>
                    <a:pt x="1852191" y="196063"/>
                  </a:lnTo>
                  <a:lnTo>
                    <a:pt x="1802577" y="171617"/>
                  </a:lnTo>
                  <a:lnTo>
                    <a:pt x="1768425" y="156238"/>
                  </a:lnTo>
                  <a:lnTo>
                    <a:pt x="1718887" y="136098"/>
                  </a:lnTo>
                  <a:lnTo>
                    <a:pt x="1667643" y="118005"/>
                  </a:lnTo>
                  <a:lnTo>
                    <a:pt x="1613873" y="101850"/>
                  </a:lnTo>
                  <a:lnTo>
                    <a:pt x="1556665" y="87453"/>
                  </a:lnTo>
                  <a:lnTo>
                    <a:pt x="1495091" y="74611"/>
                  </a:lnTo>
                  <a:lnTo>
                    <a:pt x="1428289" y="63130"/>
                  </a:lnTo>
                  <a:lnTo>
                    <a:pt x="1355567" y="52840"/>
                  </a:lnTo>
                  <a:lnTo>
                    <a:pt x="1276542" y="43606"/>
                  </a:lnTo>
                  <a:lnTo>
                    <a:pt x="1191323" y="35329"/>
                  </a:lnTo>
                  <a:lnTo>
                    <a:pt x="1100724" y="27950"/>
                  </a:lnTo>
                  <a:lnTo>
                    <a:pt x="1006476" y="21446"/>
                  </a:lnTo>
                  <a:lnTo>
                    <a:pt x="911352" y="15823"/>
                  </a:lnTo>
                  <a:lnTo>
                    <a:pt x="819110" y="11102"/>
                  </a:lnTo>
                  <a:lnTo>
                    <a:pt x="734145" y="7298"/>
                  </a:lnTo>
                  <a:lnTo>
                    <a:pt x="660823" y="4402"/>
                  </a:lnTo>
                  <a:lnTo>
                    <a:pt x="602613" y="2358"/>
                  </a:lnTo>
                  <a:lnTo>
                    <a:pt x="561258" y="1059"/>
                  </a:lnTo>
                  <a:lnTo>
                    <a:pt x="536265" y="353"/>
                  </a:lnTo>
                  <a:lnTo>
                    <a:pt x="524842" y="62"/>
                  </a:lnTo>
                  <a:lnTo>
                    <a:pt x="5221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423" name="pl423"/>
            <p:cNvSpPr/>
            <p:nvPr/>
          </p:nvSpPr>
          <p:spPr>
            <a:xfrm>
              <a:off x="386606" y="1360607"/>
              <a:ext cx="8554953" cy="4099846"/>
            </a:xfrm>
            <a:custGeom>
              <a:avLst/>
              <a:pathLst>
                <a:path w="8554953" h="4099846">
                  <a:moveTo>
                    <a:pt x="0" y="0"/>
                  </a:moveTo>
                  <a:lnTo>
                    <a:pt x="522133" y="0"/>
                  </a:lnTo>
                  <a:lnTo>
                    <a:pt x="523388" y="28"/>
                  </a:lnTo>
                  <a:lnTo>
                    <a:pt x="531597" y="231"/>
                  </a:lnTo>
                  <a:lnTo>
                    <a:pt x="552127" y="793"/>
                  </a:lnTo>
                  <a:lnTo>
                    <a:pt x="588415" y="1896"/>
                  </a:lnTo>
                  <a:lnTo>
                    <a:pt x="641656" y="3703"/>
                  </a:lnTo>
                  <a:lnTo>
                    <a:pt x="710744" y="6336"/>
                  </a:lnTo>
                  <a:lnTo>
                    <a:pt x="792652" y="9864"/>
                  </a:lnTo>
                  <a:lnTo>
                    <a:pt x="883187" y="14311"/>
                  </a:lnTo>
                  <a:lnTo>
                    <a:pt x="977880" y="19666"/>
                  </a:lnTo>
                  <a:lnTo>
                    <a:pt x="1072730" y="25907"/>
                  </a:lnTo>
                  <a:lnTo>
                    <a:pt x="1164651" y="33023"/>
                  </a:lnTo>
                  <a:lnTo>
                    <a:pt x="1251607" y="41026"/>
                  </a:lnTo>
                  <a:lnTo>
                    <a:pt x="1332529" y="49965"/>
                  </a:lnTo>
                  <a:lnTo>
                    <a:pt x="1407121" y="59925"/>
                  </a:lnTo>
                  <a:lnTo>
                    <a:pt x="1475637" y="71032"/>
                  </a:lnTo>
                  <a:lnTo>
                    <a:pt x="1538695" y="83446"/>
                  </a:lnTo>
                  <a:lnTo>
                    <a:pt x="1597116" y="97356"/>
                  </a:lnTo>
                  <a:lnTo>
                    <a:pt x="1651819" y="112963"/>
                  </a:lnTo>
                  <a:lnTo>
                    <a:pt x="1703729" y="130459"/>
                  </a:lnTo>
                  <a:lnTo>
                    <a:pt x="1753702" y="149980"/>
                  </a:lnTo>
                  <a:lnTo>
                    <a:pt x="1768425" y="156238"/>
                  </a:lnTo>
                  <a:lnTo>
                    <a:pt x="1818431" y="179162"/>
                  </a:lnTo>
                  <a:lnTo>
                    <a:pt x="1867950" y="204330"/>
                  </a:lnTo>
                  <a:lnTo>
                    <a:pt x="1917459" y="231776"/>
                  </a:lnTo>
                  <a:lnTo>
                    <a:pt x="1967293" y="261467"/>
                  </a:lnTo>
                  <a:lnTo>
                    <a:pt x="2017659" y="293290"/>
                  </a:lnTo>
                  <a:lnTo>
                    <a:pt x="2068651" y="327050"/>
                  </a:lnTo>
                  <a:lnTo>
                    <a:pt x="2120267" y="362466"/>
                  </a:lnTo>
                  <a:lnTo>
                    <a:pt x="2172420" y="399181"/>
                  </a:lnTo>
                  <a:lnTo>
                    <a:pt x="2224955" y="436774"/>
                  </a:lnTo>
                  <a:lnTo>
                    <a:pt x="2277674" y="474777"/>
                  </a:lnTo>
                  <a:lnTo>
                    <a:pt x="2330358" y="512702"/>
                  </a:lnTo>
                  <a:lnTo>
                    <a:pt x="2382791" y="550065"/>
                  </a:lnTo>
                  <a:lnTo>
                    <a:pt x="2434787" y="586409"/>
                  </a:lnTo>
                  <a:lnTo>
                    <a:pt x="2486210" y="621332"/>
                  </a:lnTo>
                  <a:lnTo>
                    <a:pt x="2536998" y="654501"/>
                  </a:lnTo>
                  <a:lnTo>
                    <a:pt x="2587179" y="685662"/>
                  </a:lnTo>
                  <a:lnTo>
                    <a:pt x="2636881" y="714646"/>
                  </a:lnTo>
                  <a:lnTo>
                    <a:pt x="2686351" y="741366"/>
                  </a:lnTo>
                  <a:lnTo>
                    <a:pt x="2735966" y="765812"/>
                  </a:lnTo>
                  <a:lnTo>
                    <a:pt x="2770117" y="781192"/>
                  </a:lnTo>
                  <a:lnTo>
                    <a:pt x="2819655" y="801331"/>
                  </a:lnTo>
                  <a:lnTo>
                    <a:pt x="2870899" y="819424"/>
                  </a:lnTo>
                  <a:lnTo>
                    <a:pt x="2924669" y="835579"/>
                  </a:lnTo>
                  <a:lnTo>
                    <a:pt x="2981877" y="849977"/>
                  </a:lnTo>
                  <a:lnTo>
                    <a:pt x="3043451" y="862819"/>
                  </a:lnTo>
                  <a:lnTo>
                    <a:pt x="3110253" y="874300"/>
                  </a:lnTo>
                  <a:lnTo>
                    <a:pt x="3182976" y="884589"/>
                  </a:lnTo>
                  <a:lnTo>
                    <a:pt x="3262001" y="893823"/>
                  </a:lnTo>
                  <a:lnTo>
                    <a:pt x="3347220" y="902100"/>
                  </a:lnTo>
                  <a:lnTo>
                    <a:pt x="3437818" y="909479"/>
                  </a:lnTo>
                  <a:lnTo>
                    <a:pt x="3532066" y="915983"/>
                  </a:lnTo>
                  <a:lnTo>
                    <a:pt x="3627190" y="921606"/>
                  </a:lnTo>
                  <a:lnTo>
                    <a:pt x="3719432" y="926328"/>
                  </a:lnTo>
                  <a:lnTo>
                    <a:pt x="3804398" y="930131"/>
                  </a:lnTo>
                  <a:lnTo>
                    <a:pt x="3877719" y="933027"/>
                  </a:lnTo>
                  <a:lnTo>
                    <a:pt x="3935929" y="935072"/>
                  </a:lnTo>
                  <a:lnTo>
                    <a:pt x="3977284" y="936370"/>
                  </a:lnTo>
                  <a:lnTo>
                    <a:pt x="4002277" y="937076"/>
                  </a:lnTo>
                  <a:lnTo>
                    <a:pt x="4013700" y="937367"/>
                  </a:lnTo>
                  <a:lnTo>
                    <a:pt x="4016374" y="937429"/>
                  </a:lnTo>
                  <a:lnTo>
                    <a:pt x="4016409" y="937430"/>
                  </a:lnTo>
                  <a:lnTo>
                    <a:pt x="4538543" y="937430"/>
                  </a:lnTo>
                  <a:lnTo>
                    <a:pt x="4539668" y="937516"/>
                  </a:lnTo>
                  <a:lnTo>
                    <a:pt x="4547044" y="938128"/>
                  </a:lnTo>
                  <a:lnTo>
                    <a:pt x="4565560" y="939820"/>
                  </a:lnTo>
                  <a:lnTo>
                    <a:pt x="4598463" y="943148"/>
                  </a:lnTo>
                  <a:lnTo>
                    <a:pt x="4647090" y="948612"/>
                  </a:lnTo>
                  <a:lnTo>
                    <a:pt x="4710775" y="956604"/>
                  </a:lnTo>
                  <a:lnTo>
                    <a:pt x="4787104" y="967368"/>
                  </a:lnTo>
                  <a:lnTo>
                    <a:pt x="4872497" y="981003"/>
                  </a:lnTo>
                  <a:lnTo>
                    <a:pt x="4962942" y="997499"/>
                  </a:lnTo>
                  <a:lnTo>
                    <a:pt x="5054669" y="1016791"/>
                  </a:lnTo>
                  <a:lnTo>
                    <a:pt x="5144608" y="1038828"/>
                  </a:lnTo>
                  <a:lnTo>
                    <a:pt x="5230576" y="1063615"/>
                  </a:lnTo>
                  <a:lnTo>
                    <a:pt x="5311273" y="1091250"/>
                  </a:lnTo>
                  <a:lnTo>
                    <a:pt x="5386145" y="1121940"/>
                  </a:lnTo>
                  <a:lnTo>
                    <a:pt x="5455202" y="1156005"/>
                  </a:lnTo>
                  <a:lnTo>
                    <a:pt x="5518845" y="1193875"/>
                  </a:lnTo>
                  <a:lnTo>
                    <a:pt x="5577720" y="1236073"/>
                  </a:lnTo>
                  <a:lnTo>
                    <a:pt x="5632609" y="1283192"/>
                  </a:lnTo>
                  <a:lnTo>
                    <a:pt x="5684342" y="1335841"/>
                  </a:lnTo>
                  <a:lnTo>
                    <a:pt x="5733737" y="1394563"/>
                  </a:lnTo>
                  <a:lnTo>
                    <a:pt x="5781527" y="1459690"/>
                  </a:lnTo>
                  <a:lnTo>
                    <a:pt x="5784835" y="1464499"/>
                  </a:lnTo>
                  <a:lnTo>
                    <a:pt x="5820475" y="1518735"/>
                  </a:lnTo>
                  <a:lnTo>
                    <a:pt x="5855787" y="1576765"/>
                  </a:lnTo>
                  <a:lnTo>
                    <a:pt x="5890968" y="1638665"/>
                  </a:lnTo>
                  <a:lnTo>
                    <a:pt x="5926173" y="1704459"/>
                  </a:lnTo>
                  <a:lnTo>
                    <a:pt x="5961524" y="1774106"/>
                  </a:lnTo>
                  <a:lnTo>
                    <a:pt x="5997106" y="1847499"/>
                  </a:lnTo>
                  <a:lnTo>
                    <a:pt x="6032978" y="1924463"/>
                  </a:lnTo>
                  <a:lnTo>
                    <a:pt x="6069169" y="2004744"/>
                  </a:lnTo>
                  <a:lnTo>
                    <a:pt x="6105682" y="2088021"/>
                  </a:lnTo>
                  <a:lnTo>
                    <a:pt x="6142500" y="2173900"/>
                  </a:lnTo>
                  <a:lnTo>
                    <a:pt x="6179582" y="2261925"/>
                  </a:lnTo>
                  <a:lnTo>
                    <a:pt x="6216876" y="2351584"/>
                  </a:lnTo>
                  <a:lnTo>
                    <a:pt x="6254311" y="2442325"/>
                  </a:lnTo>
                  <a:lnTo>
                    <a:pt x="6291814" y="2533565"/>
                  </a:lnTo>
                  <a:lnTo>
                    <a:pt x="6329303" y="2624706"/>
                  </a:lnTo>
                  <a:lnTo>
                    <a:pt x="6366701" y="2715157"/>
                  </a:lnTo>
                  <a:lnTo>
                    <a:pt x="6403932" y="2804341"/>
                  </a:lnTo>
                  <a:lnTo>
                    <a:pt x="6440933" y="2891718"/>
                  </a:lnTo>
                  <a:lnTo>
                    <a:pt x="6477654" y="2976793"/>
                  </a:lnTo>
                  <a:lnTo>
                    <a:pt x="6514063" y="3059131"/>
                  </a:lnTo>
                  <a:lnTo>
                    <a:pt x="6550148" y="3138359"/>
                  </a:lnTo>
                  <a:lnTo>
                    <a:pt x="6585921" y="3214179"/>
                  </a:lnTo>
                  <a:lnTo>
                    <a:pt x="6621420" y="3286364"/>
                  </a:lnTo>
                  <a:lnTo>
                    <a:pt x="6656712" y="3354759"/>
                  </a:lnTo>
                  <a:lnTo>
                    <a:pt x="6691894" y="3419281"/>
                  </a:lnTo>
                  <a:lnTo>
                    <a:pt x="6727099" y="3479910"/>
                  </a:lnTo>
                  <a:lnTo>
                    <a:pt x="6762494" y="3536688"/>
                  </a:lnTo>
                  <a:lnTo>
                    <a:pt x="6786527" y="3572776"/>
                  </a:lnTo>
                  <a:lnTo>
                    <a:pt x="6834228" y="3638356"/>
                  </a:lnTo>
                  <a:lnTo>
                    <a:pt x="6883488" y="3697520"/>
                  </a:lnTo>
                  <a:lnTo>
                    <a:pt x="6935032" y="3750578"/>
                  </a:lnTo>
                  <a:lnTo>
                    <a:pt x="6989672" y="3798065"/>
                  </a:lnTo>
                  <a:lnTo>
                    <a:pt x="7048241" y="3840589"/>
                  </a:lnTo>
                  <a:lnTo>
                    <a:pt x="7111526" y="3878744"/>
                  </a:lnTo>
                  <a:lnTo>
                    <a:pt x="7180187" y="3913061"/>
                  </a:lnTo>
                  <a:lnTo>
                    <a:pt x="7254645" y="3943976"/>
                  </a:lnTo>
                  <a:lnTo>
                    <a:pt x="7334944" y="3971817"/>
                  </a:lnTo>
                  <a:lnTo>
                    <a:pt x="7420576" y="3996799"/>
                  </a:lnTo>
                  <a:lnTo>
                    <a:pt x="7510296" y="4019028"/>
                  </a:lnTo>
                  <a:lnTo>
                    <a:pt x="7601988" y="4038514"/>
                  </a:lnTo>
                  <a:lnTo>
                    <a:pt x="7692640" y="4055208"/>
                  </a:lnTo>
                  <a:lnTo>
                    <a:pt x="7778518" y="4069045"/>
                  </a:lnTo>
                  <a:lnTo>
                    <a:pt x="7855609" y="4080009"/>
                  </a:lnTo>
                  <a:lnTo>
                    <a:pt x="7920277" y="4088189"/>
                  </a:lnTo>
                  <a:lnTo>
                    <a:pt x="7970004" y="4093820"/>
                  </a:lnTo>
                  <a:lnTo>
                    <a:pt x="8003990" y="4097282"/>
                  </a:lnTo>
                  <a:lnTo>
                    <a:pt x="8023430" y="4099071"/>
                  </a:lnTo>
                  <a:lnTo>
                    <a:pt x="8031446" y="4099740"/>
                  </a:lnTo>
                  <a:lnTo>
                    <a:pt x="8032819" y="4099846"/>
                  </a:lnTo>
                  <a:lnTo>
                    <a:pt x="8032819" y="4099846"/>
                  </a:lnTo>
                  <a:lnTo>
                    <a:pt x="8554953" y="4099846"/>
                  </a:lnTo>
                  <a:lnTo>
                    <a:pt x="8554953" y="4099846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424" name="pl424"/>
            <p:cNvSpPr/>
            <p:nvPr/>
          </p:nvSpPr>
          <p:spPr>
            <a:xfrm>
              <a:off x="386606" y="1292841"/>
              <a:ext cx="8554953" cy="4099846"/>
            </a:xfrm>
            <a:custGeom>
              <a:avLst/>
              <a:pathLst>
                <a:path w="8554953" h="4099846">
                  <a:moveTo>
                    <a:pt x="8554953" y="4099846"/>
                  </a:moveTo>
                  <a:lnTo>
                    <a:pt x="8032819" y="4099846"/>
                  </a:lnTo>
                  <a:lnTo>
                    <a:pt x="8031694" y="4099760"/>
                  </a:lnTo>
                  <a:lnTo>
                    <a:pt x="8024318" y="4099148"/>
                  </a:lnTo>
                  <a:lnTo>
                    <a:pt x="8005802" y="4097455"/>
                  </a:lnTo>
                  <a:lnTo>
                    <a:pt x="7972899" y="4094128"/>
                  </a:lnTo>
                  <a:lnTo>
                    <a:pt x="7924272" y="4088664"/>
                  </a:lnTo>
                  <a:lnTo>
                    <a:pt x="7860587" y="4080672"/>
                  </a:lnTo>
                  <a:lnTo>
                    <a:pt x="7784257" y="4069907"/>
                  </a:lnTo>
                  <a:lnTo>
                    <a:pt x="7698865" y="4056272"/>
                  </a:lnTo>
                  <a:lnTo>
                    <a:pt x="7608420" y="4039777"/>
                  </a:lnTo>
                  <a:lnTo>
                    <a:pt x="7516693" y="4020484"/>
                  </a:lnTo>
                  <a:lnTo>
                    <a:pt x="7426754" y="3998448"/>
                  </a:lnTo>
                  <a:lnTo>
                    <a:pt x="7340786" y="3973661"/>
                  </a:lnTo>
                  <a:lnTo>
                    <a:pt x="7260089" y="3946026"/>
                  </a:lnTo>
                  <a:lnTo>
                    <a:pt x="7185217" y="3915336"/>
                  </a:lnTo>
                  <a:lnTo>
                    <a:pt x="7116160" y="3881271"/>
                  </a:lnTo>
                  <a:lnTo>
                    <a:pt x="7052517" y="3843401"/>
                  </a:lnTo>
                  <a:lnTo>
                    <a:pt x="6993642" y="3801202"/>
                  </a:lnTo>
                  <a:lnTo>
                    <a:pt x="6938753" y="3754084"/>
                  </a:lnTo>
                  <a:lnTo>
                    <a:pt x="6887020" y="3701435"/>
                  </a:lnTo>
                  <a:lnTo>
                    <a:pt x="6837625" y="3642713"/>
                  </a:lnTo>
                  <a:lnTo>
                    <a:pt x="6789835" y="3577585"/>
                  </a:lnTo>
                  <a:lnTo>
                    <a:pt x="6786527" y="3572776"/>
                  </a:lnTo>
                  <a:lnTo>
                    <a:pt x="6750887" y="3518541"/>
                  </a:lnTo>
                  <a:lnTo>
                    <a:pt x="6715575" y="3460511"/>
                  </a:lnTo>
                  <a:lnTo>
                    <a:pt x="6680394" y="3398611"/>
                  </a:lnTo>
                  <a:lnTo>
                    <a:pt x="6645189" y="3332817"/>
                  </a:lnTo>
                  <a:lnTo>
                    <a:pt x="6609838" y="3263170"/>
                  </a:lnTo>
                  <a:lnTo>
                    <a:pt x="6574256" y="3189776"/>
                  </a:lnTo>
                  <a:lnTo>
                    <a:pt x="6538384" y="3112813"/>
                  </a:lnTo>
                  <a:lnTo>
                    <a:pt x="6502193" y="3032531"/>
                  </a:lnTo>
                  <a:lnTo>
                    <a:pt x="6465680" y="2949255"/>
                  </a:lnTo>
                  <a:lnTo>
                    <a:pt x="6428862" y="2863376"/>
                  </a:lnTo>
                  <a:lnTo>
                    <a:pt x="6391780" y="2775351"/>
                  </a:lnTo>
                  <a:lnTo>
                    <a:pt x="6354486" y="2685691"/>
                  </a:lnTo>
                  <a:lnTo>
                    <a:pt x="6317051" y="2594950"/>
                  </a:lnTo>
                  <a:lnTo>
                    <a:pt x="6279548" y="2503711"/>
                  </a:lnTo>
                  <a:lnTo>
                    <a:pt x="6242059" y="2412569"/>
                  </a:lnTo>
                  <a:lnTo>
                    <a:pt x="6204661" y="2322119"/>
                  </a:lnTo>
                  <a:lnTo>
                    <a:pt x="6167430" y="2232935"/>
                  </a:lnTo>
                  <a:lnTo>
                    <a:pt x="6130429" y="2145558"/>
                  </a:lnTo>
                  <a:lnTo>
                    <a:pt x="6093707" y="2060482"/>
                  </a:lnTo>
                  <a:lnTo>
                    <a:pt x="6057299" y="1978145"/>
                  </a:lnTo>
                  <a:lnTo>
                    <a:pt x="6021214" y="1898917"/>
                  </a:lnTo>
                  <a:lnTo>
                    <a:pt x="5985441" y="1823097"/>
                  </a:lnTo>
                  <a:lnTo>
                    <a:pt x="5949942" y="1750912"/>
                  </a:lnTo>
                  <a:lnTo>
                    <a:pt x="5914650" y="1682517"/>
                  </a:lnTo>
                  <a:lnTo>
                    <a:pt x="5879468" y="1617995"/>
                  </a:lnTo>
                  <a:lnTo>
                    <a:pt x="5844263" y="1557365"/>
                  </a:lnTo>
                  <a:lnTo>
                    <a:pt x="5808868" y="1500588"/>
                  </a:lnTo>
                  <a:lnTo>
                    <a:pt x="5784835" y="1464499"/>
                  </a:lnTo>
                  <a:lnTo>
                    <a:pt x="5737134" y="1398920"/>
                  </a:lnTo>
                  <a:lnTo>
                    <a:pt x="5687874" y="1339756"/>
                  </a:lnTo>
                  <a:lnTo>
                    <a:pt x="5636330" y="1286697"/>
                  </a:lnTo>
                  <a:lnTo>
                    <a:pt x="5581690" y="1239210"/>
                  </a:lnTo>
                  <a:lnTo>
                    <a:pt x="5523121" y="1196687"/>
                  </a:lnTo>
                  <a:lnTo>
                    <a:pt x="5459836" y="1158531"/>
                  </a:lnTo>
                  <a:lnTo>
                    <a:pt x="5391175" y="1124214"/>
                  </a:lnTo>
                  <a:lnTo>
                    <a:pt x="5316717" y="1093300"/>
                  </a:lnTo>
                  <a:lnTo>
                    <a:pt x="5236417" y="1065459"/>
                  </a:lnTo>
                  <a:lnTo>
                    <a:pt x="5150786" y="1040476"/>
                  </a:lnTo>
                  <a:lnTo>
                    <a:pt x="5061066" y="1018248"/>
                  </a:lnTo>
                  <a:lnTo>
                    <a:pt x="4969373" y="998761"/>
                  </a:lnTo>
                  <a:lnTo>
                    <a:pt x="4878722" y="982068"/>
                  </a:lnTo>
                  <a:lnTo>
                    <a:pt x="4792844" y="968231"/>
                  </a:lnTo>
                  <a:lnTo>
                    <a:pt x="4715753" y="957267"/>
                  </a:lnTo>
                  <a:lnTo>
                    <a:pt x="4651085" y="949086"/>
                  </a:lnTo>
                  <a:lnTo>
                    <a:pt x="4601358" y="943456"/>
                  </a:lnTo>
                  <a:lnTo>
                    <a:pt x="4567372" y="939994"/>
                  </a:lnTo>
                  <a:lnTo>
                    <a:pt x="4547932" y="938205"/>
                  </a:lnTo>
                  <a:lnTo>
                    <a:pt x="4539916" y="937535"/>
                  </a:lnTo>
                  <a:lnTo>
                    <a:pt x="4538543" y="937430"/>
                  </a:lnTo>
                  <a:lnTo>
                    <a:pt x="4538543" y="937430"/>
                  </a:lnTo>
                  <a:lnTo>
                    <a:pt x="4016409" y="937430"/>
                  </a:lnTo>
                  <a:lnTo>
                    <a:pt x="4015154" y="937401"/>
                  </a:lnTo>
                  <a:lnTo>
                    <a:pt x="4006945" y="937198"/>
                  </a:lnTo>
                  <a:lnTo>
                    <a:pt x="3986415" y="936637"/>
                  </a:lnTo>
                  <a:lnTo>
                    <a:pt x="3950128" y="935533"/>
                  </a:lnTo>
                  <a:lnTo>
                    <a:pt x="3896886" y="933726"/>
                  </a:lnTo>
                  <a:lnTo>
                    <a:pt x="3827798" y="931094"/>
                  </a:lnTo>
                  <a:lnTo>
                    <a:pt x="3745890" y="927565"/>
                  </a:lnTo>
                  <a:lnTo>
                    <a:pt x="3655355" y="923118"/>
                  </a:lnTo>
                  <a:lnTo>
                    <a:pt x="3560662" y="917763"/>
                  </a:lnTo>
                  <a:lnTo>
                    <a:pt x="3465812" y="911522"/>
                  </a:lnTo>
                  <a:lnTo>
                    <a:pt x="3373891" y="904406"/>
                  </a:lnTo>
                  <a:lnTo>
                    <a:pt x="3286935" y="896403"/>
                  </a:lnTo>
                  <a:lnTo>
                    <a:pt x="3206013" y="887465"/>
                  </a:lnTo>
                  <a:lnTo>
                    <a:pt x="3131422" y="877504"/>
                  </a:lnTo>
                  <a:lnTo>
                    <a:pt x="3062905" y="866397"/>
                  </a:lnTo>
                  <a:lnTo>
                    <a:pt x="2999848" y="853983"/>
                  </a:lnTo>
                  <a:lnTo>
                    <a:pt x="2941426" y="840073"/>
                  </a:lnTo>
                  <a:lnTo>
                    <a:pt x="2886723" y="824466"/>
                  </a:lnTo>
                  <a:lnTo>
                    <a:pt x="2834813" y="806971"/>
                  </a:lnTo>
                  <a:lnTo>
                    <a:pt x="2784840" y="787449"/>
                  </a:lnTo>
                  <a:lnTo>
                    <a:pt x="2770117" y="781192"/>
                  </a:lnTo>
                  <a:lnTo>
                    <a:pt x="2720111" y="758267"/>
                  </a:lnTo>
                  <a:lnTo>
                    <a:pt x="2670592" y="733100"/>
                  </a:lnTo>
                  <a:lnTo>
                    <a:pt x="2621083" y="705653"/>
                  </a:lnTo>
                  <a:lnTo>
                    <a:pt x="2571249" y="675962"/>
                  </a:lnTo>
                  <a:lnTo>
                    <a:pt x="2520883" y="644139"/>
                  </a:lnTo>
                  <a:lnTo>
                    <a:pt x="2469891" y="610380"/>
                  </a:lnTo>
                  <a:lnTo>
                    <a:pt x="2418275" y="574964"/>
                  </a:lnTo>
                  <a:lnTo>
                    <a:pt x="2366123" y="538248"/>
                  </a:lnTo>
                  <a:lnTo>
                    <a:pt x="2313587" y="500656"/>
                  </a:lnTo>
                  <a:lnTo>
                    <a:pt x="2260868" y="462652"/>
                  </a:lnTo>
                  <a:lnTo>
                    <a:pt x="2208184" y="424727"/>
                  </a:lnTo>
                  <a:lnTo>
                    <a:pt x="2155751" y="387365"/>
                  </a:lnTo>
                  <a:lnTo>
                    <a:pt x="2103756" y="351021"/>
                  </a:lnTo>
                  <a:lnTo>
                    <a:pt x="2052332" y="316097"/>
                  </a:lnTo>
                  <a:lnTo>
                    <a:pt x="2001544" y="282928"/>
                  </a:lnTo>
                  <a:lnTo>
                    <a:pt x="1951363" y="251767"/>
                  </a:lnTo>
                  <a:lnTo>
                    <a:pt x="1901661" y="222783"/>
                  </a:lnTo>
                  <a:lnTo>
                    <a:pt x="1852191" y="196063"/>
                  </a:lnTo>
                  <a:lnTo>
                    <a:pt x="1802577" y="171617"/>
                  </a:lnTo>
                  <a:lnTo>
                    <a:pt x="1768425" y="156238"/>
                  </a:lnTo>
                  <a:lnTo>
                    <a:pt x="1718887" y="136098"/>
                  </a:lnTo>
                  <a:lnTo>
                    <a:pt x="1667643" y="118005"/>
                  </a:lnTo>
                  <a:lnTo>
                    <a:pt x="1613873" y="101850"/>
                  </a:lnTo>
                  <a:lnTo>
                    <a:pt x="1556665" y="87453"/>
                  </a:lnTo>
                  <a:lnTo>
                    <a:pt x="1495091" y="74611"/>
                  </a:lnTo>
                  <a:lnTo>
                    <a:pt x="1428289" y="63130"/>
                  </a:lnTo>
                  <a:lnTo>
                    <a:pt x="1355567" y="52840"/>
                  </a:lnTo>
                  <a:lnTo>
                    <a:pt x="1276542" y="43606"/>
                  </a:lnTo>
                  <a:lnTo>
                    <a:pt x="1191323" y="35329"/>
                  </a:lnTo>
                  <a:lnTo>
                    <a:pt x="1100724" y="27950"/>
                  </a:lnTo>
                  <a:lnTo>
                    <a:pt x="1006476" y="21446"/>
                  </a:lnTo>
                  <a:lnTo>
                    <a:pt x="911352" y="15823"/>
                  </a:lnTo>
                  <a:lnTo>
                    <a:pt x="819110" y="11102"/>
                  </a:lnTo>
                  <a:lnTo>
                    <a:pt x="734145" y="7298"/>
                  </a:lnTo>
                  <a:lnTo>
                    <a:pt x="660823" y="4402"/>
                  </a:lnTo>
                  <a:lnTo>
                    <a:pt x="602613" y="2358"/>
                  </a:lnTo>
                  <a:lnTo>
                    <a:pt x="561258" y="1059"/>
                  </a:lnTo>
                  <a:lnTo>
                    <a:pt x="536265" y="353"/>
                  </a:lnTo>
                  <a:lnTo>
                    <a:pt x="524842" y="62"/>
                  </a:lnTo>
                  <a:lnTo>
                    <a:pt x="522168" y="0"/>
                  </a:lnTo>
                  <a:lnTo>
                    <a:pt x="522133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425" name="pg425"/>
            <p:cNvSpPr/>
            <p:nvPr/>
          </p:nvSpPr>
          <p:spPr>
            <a:xfrm>
              <a:off x="386606" y="1360607"/>
              <a:ext cx="8554953" cy="4608091"/>
            </a:xfrm>
            <a:custGeom>
              <a:avLst/>
              <a:pathLst>
                <a:path w="8554953" h="4608091">
                  <a:moveTo>
                    <a:pt x="0" y="22588"/>
                  </a:moveTo>
                  <a:lnTo>
                    <a:pt x="522133" y="22588"/>
                  </a:lnTo>
                  <a:lnTo>
                    <a:pt x="523388" y="22617"/>
                  </a:lnTo>
                  <a:lnTo>
                    <a:pt x="531592" y="22825"/>
                  </a:lnTo>
                  <a:lnTo>
                    <a:pt x="552111" y="23400"/>
                  </a:lnTo>
                  <a:lnTo>
                    <a:pt x="588381" y="24529"/>
                  </a:lnTo>
                  <a:lnTo>
                    <a:pt x="641598" y="26379"/>
                  </a:lnTo>
                  <a:lnTo>
                    <a:pt x="710658" y="29073"/>
                  </a:lnTo>
                  <a:lnTo>
                    <a:pt x="792537" y="32685"/>
                  </a:lnTo>
                  <a:lnTo>
                    <a:pt x="883046" y="37237"/>
                  </a:lnTo>
                  <a:lnTo>
                    <a:pt x="977718" y="42719"/>
                  </a:lnTo>
                  <a:lnTo>
                    <a:pt x="1072553" y="49107"/>
                  </a:lnTo>
                  <a:lnTo>
                    <a:pt x="1164465" y="56391"/>
                  </a:lnTo>
                  <a:lnTo>
                    <a:pt x="1251417" y="64584"/>
                  </a:lnTo>
                  <a:lnTo>
                    <a:pt x="1332339" y="73734"/>
                  </a:lnTo>
                  <a:lnTo>
                    <a:pt x="1406932" y="83929"/>
                  </a:lnTo>
                  <a:lnTo>
                    <a:pt x="1475451" y="95298"/>
                  </a:lnTo>
                  <a:lnTo>
                    <a:pt x="1538512" y="108005"/>
                  </a:lnTo>
                  <a:lnTo>
                    <a:pt x="1596935" y="122242"/>
                  </a:lnTo>
                  <a:lnTo>
                    <a:pt x="1651638" y="138216"/>
                  </a:lnTo>
                  <a:lnTo>
                    <a:pt x="1703547" y="156123"/>
                  </a:lnTo>
                  <a:lnTo>
                    <a:pt x="1753516" y="176104"/>
                  </a:lnTo>
                  <a:lnTo>
                    <a:pt x="1768425" y="182591"/>
                  </a:lnTo>
                  <a:lnTo>
                    <a:pt x="1818263" y="205985"/>
                  </a:lnTo>
                  <a:lnTo>
                    <a:pt x="1867615" y="231660"/>
                  </a:lnTo>
                  <a:lnTo>
                    <a:pt x="1916955" y="259652"/>
                  </a:lnTo>
                  <a:lnTo>
                    <a:pt x="1966615" y="289929"/>
                  </a:lnTo>
                  <a:lnTo>
                    <a:pt x="2016801" y="322377"/>
                  </a:lnTo>
                  <a:lnTo>
                    <a:pt x="2067608" y="356799"/>
                  </a:lnTo>
                  <a:lnTo>
                    <a:pt x="2119037" y="392912"/>
                  </a:lnTo>
                  <a:lnTo>
                    <a:pt x="2171000" y="430356"/>
                  </a:lnTo>
                  <a:lnTo>
                    <a:pt x="2223349" y="468705"/>
                  </a:lnTo>
                  <a:lnTo>
                    <a:pt x="2275888" y="507486"/>
                  </a:lnTo>
                  <a:lnTo>
                    <a:pt x="2328398" y="546205"/>
                  </a:lnTo>
                  <a:lnTo>
                    <a:pt x="2380667" y="584370"/>
                  </a:lnTo>
                  <a:lnTo>
                    <a:pt x="2432508" y="621517"/>
                  </a:lnTo>
                  <a:lnTo>
                    <a:pt x="2483785" y="657235"/>
                  </a:lnTo>
                  <a:lnTo>
                    <a:pt x="2534433" y="691183"/>
                  </a:lnTo>
                  <a:lnTo>
                    <a:pt x="2584473" y="723099"/>
                  </a:lnTo>
                  <a:lnTo>
                    <a:pt x="2634028" y="752808"/>
                  </a:lnTo>
                  <a:lnTo>
                    <a:pt x="2683335" y="780218"/>
                  </a:lnTo>
                  <a:lnTo>
                    <a:pt x="2732758" y="805312"/>
                  </a:lnTo>
                  <a:lnTo>
                    <a:pt x="2770117" y="822604"/>
                  </a:lnTo>
                  <a:lnTo>
                    <a:pt x="2819645" y="843225"/>
                  </a:lnTo>
                  <a:lnTo>
                    <a:pt x="2870880" y="861751"/>
                  </a:lnTo>
                  <a:lnTo>
                    <a:pt x="2924638" y="878294"/>
                  </a:lnTo>
                  <a:lnTo>
                    <a:pt x="2981832" y="893036"/>
                  </a:lnTo>
                  <a:lnTo>
                    <a:pt x="3043391" y="906186"/>
                  </a:lnTo>
                  <a:lnTo>
                    <a:pt x="3110174" y="917943"/>
                  </a:lnTo>
                  <a:lnTo>
                    <a:pt x="3182876" y="928480"/>
                  </a:lnTo>
                  <a:lnTo>
                    <a:pt x="3261877" y="937936"/>
                  </a:lnTo>
                  <a:lnTo>
                    <a:pt x="3347070" y="946413"/>
                  </a:lnTo>
                  <a:lnTo>
                    <a:pt x="3437643" y="953970"/>
                  </a:lnTo>
                  <a:lnTo>
                    <a:pt x="3531868" y="960631"/>
                  </a:lnTo>
                  <a:lnTo>
                    <a:pt x="3626976" y="966390"/>
                  </a:lnTo>
                  <a:lnTo>
                    <a:pt x="3719213" y="971227"/>
                  </a:lnTo>
                  <a:lnTo>
                    <a:pt x="3804187" y="975124"/>
                  </a:lnTo>
                  <a:lnTo>
                    <a:pt x="3877532" y="978092"/>
                  </a:lnTo>
                  <a:lnTo>
                    <a:pt x="3935779" y="980187"/>
                  </a:lnTo>
                  <a:lnTo>
                    <a:pt x="3977179" y="981519"/>
                  </a:lnTo>
                  <a:lnTo>
                    <a:pt x="4002217" y="982243"/>
                  </a:lnTo>
                  <a:lnTo>
                    <a:pt x="4013678" y="982542"/>
                  </a:lnTo>
                  <a:lnTo>
                    <a:pt x="4016409" y="982607"/>
                  </a:lnTo>
                  <a:lnTo>
                    <a:pt x="4538543" y="982607"/>
                  </a:lnTo>
                  <a:lnTo>
                    <a:pt x="4539630" y="982702"/>
                  </a:lnTo>
                  <a:lnTo>
                    <a:pt x="4546763" y="983380"/>
                  </a:lnTo>
                  <a:lnTo>
                    <a:pt x="4564689" y="985252"/>
                  </a:lnTo>
                  <a:lnTo>
                    <a:pt x="4596595" y="988936"/>
                  </a:lnTo>
                  <a:lnTo>
                    <a:pt x="4643849" y="994989"/>
                  </a:lnTo>
                  <a:lnTo>
                    <a:pt x="4705906" y="1003852"/>
                  </a:lnTo>
                  <a:lnTo>
                    <a:pt x="4780528" y="1015807"/>
                  </a:lnTo>
                  <a:lnTo>
                    <a:pt x="4864314" y="1030975"/>
                  </a:lnTo>
                  <a:lnTo>
                    <a:pt x="4953397" y="1049350"/>
                  </a:lnTo>
                  <a:lnTo>
                    <a:pt x="5044090" y="1070867"/>
                  </a:lnTo>
                  <a:lnTo>
                    <a:pt x="5133337" y="1095461"/>
                  </a:lnTo>
                  <a:lnTo>
                    <a:pt x="5218926" y="1123130"/>
                  </a:lnTo>
                  <a:lnTo>
                    <a:pt x="5299493" y="1153966"/>
                  </a:lnTo>
                  <a:lnTo>
                    <a:pt x="5374410" y="1188180"/>
                  </a:lnTo>
                  <a:lnTo>
                    <a:pt x="5443613" y="1226108"/>
                  </a:lnTo>
                  <a:lnTo>
                    <a:pt x="5507437" y="1268205"/>
                  </a:lnTo>
                  <a:lnTo>
                    <a:pt x="5566473" y="1315035"/>
                  </a:lnTo>
                  <a:lnTo>
                    <a:pt x="5621458" y="1367241"/>
                  </a:lnTo>
                  <a:lnTo>
                    <a:pt x="5673190" y="1425501"/>
                  </a:lnTo>
                  <a:lnTo>
                    <a:pt x="5722467" y="1490443"/>
                  </a:lnTo>
                  <a:lnTo>
                    <a:pt x="5770021" y="1562507"/>
                  </a:lnTo>
                  <a:lnTo>
                    <a:pt x="5784835" y="1586855"/>
                  </a:lnTo>
                  <a:lnTo>
                    <a:pt x="5818509" y="1645470"/>
                  </a:lnTo>
                  <a:lnTo>
                    <a:pt x="5851880" y="1707961"/>
                  </a:lnTo>
                  <a:lnTo>
                    <a:pt x="5885116" y="1774405"/>
                  </a:lnTo>
                  <a:lnTo>
                    <a:pt x="5918353" y="1844832"/>
                  </a:lnTo>
                  <a:lnTo>
                    <a:pt x="5951699" y="1919215"/>
                  </a:lnTo>
                  <a:lnTo>
                    <a:pt x="5985234" y="1997468"/>
                  </a:lnTo>
                  <a:lnTo>
                    <a:pt x="6019013" y="2079442"/>
                  </a:lnTo>
                  <a:lnTo>
                    <a:pt x="6053069" y="2164918"/>
                  </a:lnTo>
                  <a:lnTo>
                    <a:pt x="6087415" y="2253615"/>
                  </a:lnTo>
                  <a:lnTo>
                    <a:pt x="6122042" y="2345183"/>
                  </a:lnTo>
                  <a:lnTo>
                    <a:pt x="6156928" y="2439212"/>
                  </a:lnTo>
                  <a:lnTo>
                    <a:pt x="6192032" y="2535239"/>
                  </a:lnTo>
                  <a:lnTo>
                    <a:pt x="6227306" y="2632753"/>
                  </a:lnTo>
                  <a:lnTo>
                    <a:pt x="6262688" y="2731210"/>
                  </a:lnTo>
                  <a:lnTo>
                    <a:pt x="6298115" y="2830040"/>
                  </a:lnTo>
                  <a:lnTo>
                    <a:pt x="6333517" y="2928668"/>
                  </a:lnTo>
                  <a:lnTo>
                    <a:pt x="6368830" y="3026522"/>
                  </a:lnTo>
                  <a:lnTo>
                    <a:pt x="6403990" y="3123047"/>
                  </a:lnTo>
                  <a:lnTo>
                    <a:pt x="6438946" y="3217723"/>
                  </a:lnTo>
                  <a:lnTo>
                    <a:pt x="6473654" y="3310070"/>
                  </a:lnTo>
                  <a:lnTo>
                    <a:pt x="6508085" y="3399662"/>
                  </a:lnTo>
                  <a:lnTo>
                    <a:pt x="6542227" y="3486131"/>
                  </a:lnTo>
                  <a:lnTo>
                    <a:pt x="6576086" y="3569174"/>
                  </a:lnTo>
                  <a:lnTo>
                    <a:pt x="6609688" y="3648556"/>
                  </a:lnTo>
                  <a:lnTo>
                    <a:pt x="6643084" y="3724104"/>
                  </a:lnTo>
                  <a:lnTo>
                    <a:pt x="6676344" y="3795716"/>
                  </a:lnTo>
                  <a:lnTo>
                    <a:pt x="6709567" y="3863347"/>
                  </a:lnTo>
                  <a:lnTo>
                    <a:pt x="6742882" y="3927009"/>
                  </a:lnTo>
                  <a:lnTo>
                    <a:pt x="6776446" y="3986769"/>
                  </a:lnTo>
                  <a:lnTo>
                    <a:pt x="6786527" y="4003844"/>
                  </a:lnTo>
                  <a:lnTo>
                    <a:pt x="6833668" y="4078198"/>
                  </a:lnTo>
                  <a:lnTo>
                    <a:pt x="6882325" y="4145364"/>
                  </a:lnTo>
                  <a:lnTo>
                    <a:pt x="6933194" y="4205679"/>
                  </a:lnTo>
                  <a:lnTo>
                    <a:pt x="6987061" y="4259731"/>
                  </a:lnTo>
                  <a:lnTo>
                    <a:pt x="7044729" y="4308192"/>
                  </a:lnTo>
                  <a:lnTo>
                    <a:pt x="7106963" y="4351724"/>
                  </a:lnTo>
                  <a:lnTo>
                    <a:pt x="7174410" y="4390919"/>
                  </a:lnTo>
                  <a:lnTo>
                    <a:pt x="7247500" y="4426268"/>
                  </a:lnTo>
                  <a:lnTo>
                    <a:pt x="7326314" y="4458146"/>
                  </a:lnTo>
                  <a:lnTo>
                    <a:pt x="7410421" y="4486803"/>
                  </a:lnTo>
                  <a:lnTo>
                    <a:pt x="7498706" y="4512368"/>
                  </a:lnTo>
                  <a:lnTo>
                    <a:pt x="7589234" y="4534865"/>
                  </a:lnTo>
                  <a:lnTo>
                    <a:pt x="7679203" y="4554244"/>
                  </a:lnTo>
                  <a:lnTo>
                    <a:pt x="7765090" y="4570433"/>
                  </a:lnTo>
                  <a:lnTo>
                    <a:pt x="7843020" y="4583401"/>
                  </a:lnTo>
                  <a:lnTo>
                    <a:pt x="7909370" y="4593221"/>
                  </a:lnTo>
                  <a:lnTo>
                    <a:pt x="7961463" y="4600124"/>
                  </a:lnTo>
                  <a:lnTo>
                    <a:pt x="7998177" y="4604503"/>
                  </a:lnTo>
                  <a:lnTo>
                    <a:pt x="8020270" y="4606884"/>
                  </a:lnTo>
                  <a:lnTo>
                    <a:pt x="8030380" y="4607873"/>
                  </a:lnTo>
                  <a:lnTo>
                    <a:pt x="8032819" y="4608091"/>
                  </a:lnTo>
                  <a:lnTo>
                    <a:pt x="8554953" y="4608091"/>
                  </a:lnTo>
                  <a:lnTo>
                    <a:pt x="8554953" y="4585502"/>
                  </a:lnTo>
                  <a:lnTo>
                    <a:pt x="8032819" y="4585502"/>
                  </a:lnTo>
                  <a:lnTo>
                    <a:pt x="8031732" y="4585407"/>
                  </a:lnTo>
                  <a:lnTo>
                    <a:pt x="8024599" y="4584730"/>
                  </a:lnTo>
                  <a:lnTo>
                    <a:pt x="8006672" y="4582857"/>
                  </a:lnTo>
                  <a:lnTo>
                    <a:pt x="7974767" y="4579174"/>
                  </a:lnTo>
                  <a:lnTo>
                    <a:pt x="7927513" y="4573121"/>
                  </a:lnTo>
                  <a:lnTo>
                    <a:pt x="7865456" y="4564258"/>
                  </a:lnTo>
                  <a:lnTo>
                    <a:pt x="7790834" y="4552302"/>
                  </a:lnTo>
                  <a:lnTo>
                    <a:pt x="7707048" y="4537135"/>
                  </a:lnTo>
                  <a:lnTo>
                    <a:pt x="7617965" y="4518760"/>
                  </a:lnTo>
                  <a:lnTo>
                    <a:pt x="7527272" y="4497243"/>
                  </a:lnTo>
                  <a:lnTo>
                    <a:pt x="7438025" y="4472648"/>
                  </a:lnTo>
                  <a:lnTo>
                    <a:pt x="7352436" y="4444980"/>
                  </a:lnTo>
                  <a:lnTo>
                    <a:pt x="7271869" y="4414144"/>
                  </a:lnTo>
                  <a:lnTo>
                    <a:pt x="7196952" y="4379930"/>
                  </a:lnTo>
                  <a:lnTo>
                    <a:pt x="7127749" y="4342002"/>
                  </a:lnTo>
                  <a:lnTo>
                    <a:pt x="7063925" y="4299904"/>
                  </a:lnTo>
                  <a:lnTo>
                    <a:pt x="7004889" y="4253075"/>
                  </a:lnTo>
                  <a:lnTo>
                    <a:pt x="6949904" y="4200869"/>
                  </a:lnTo>
                  <a:lnTo>
                    <a:pt x="6898172" y="4142609"/>
                  </a:lnTo>
                  <a:lnTo>
                    <a:pt x="6848895" y="4077667"/>
                  </a:lnTo>
                  <a:lnTo>
                    <a:pt x="6801341" y="4005603"/>
                  </a:lnTo>
                  <a:lnTo>
                    <a:pt x="6786527" y="3981255"/>
                  </a:lnTo>
                  <a:lnTo>
                    <a:pt x="6752853" y="3922639"/>
                  </a:lnTo>
                  <a:lnTo>
                    <a:pt x="6719482" y="3860149"/>
                  </a:lnTo>
                  <a:lnTo>
                    <a:pt x="6686246" y="3793705"/>
                  </a:lnTo>
                  <a:lnTo>
                    <a:pt x="6653009" y="3723278"/>
                  </a:lnTo>
                  <a:lnTo>
                    <a:pt x="6619662" y="3648895"/>
                  </a:lnTo>
                  <a:lnTo>
                    <a:pt x="6586128" y="3570641"/>
                  </a:lnTo>
                  <a:lnTo>
                    <a:pt x="6552349" y="3488668"/>
                  </a:lnTo>
                  <a:lnTo>
                    <a:pt x="6518293" y="3403191"/>
                  </a:lnTo>
                  <a:lnTo>
                    <a:pt x="6483947" y="3314495"/>
                  </a:lnTo>
                  <a:lnTo>
                    <a:pt x="6449320" y="3222927"/>
                  </a:lnTo>
                  <a:lnTo>
                    <a:pt x="6414434" y="3128898"/>
                  </a:lnTo>
                  <a:lnTo>
                    <a:pt x="6379330" y="3032871"/>
                  </a:lnTo>
                  <a:lnTo>
                    <a:pt x="6344056" y="2935356"/>
                  </a:lnTo>
                  <a:lnTo>
                    <a:pt x="6308674" y="2836900"/>
                  </a:lnTo>
                  <a:lnTo>
                    <a:pt x="6273247" y="2738069"/>
                  </a:lnTo>
                  <a:lnTo>
                    <a:pt x="6237845" y="2639441"/>
                  </a:lnTo>
                  <a:lnTo>
                    <a:pt x="6202532" y="2541588"/>
                  </a:lnTo>
                  <a:lnTo>
                    <a:pt x="6167371" y="2445062"/>
                  </a:lnTo>
                  <a:lnTo>
                    <a:pt x="6132416" y="2350386"/>
                  </a:lnTo>
                  <a:lnTo>
                    <a:pt x="6097708" y="2258039"/>
                  </a:lnTo>
                  <a:lnTo>
                    <a:pt x="6063277" y="2168448"/>
                  </a:lnTo>
                  <a:lnTo>
                    <a:pt x="6029135" y="2081979"/>
                  </a:lnTo>
                  <a:lnTo>
                    <a:pt x="5995276" y="1998935"/>
                  </a:lnTo>
                  <a:lnTo>
                    <a:pt x="5961673" y="1919554"/>
                  </a:lnTo>
                  <a:lnTo>
                    <a:pt x="5928278" y="1844005"/>
                  </a:lnTo>
                  <a:lnTo>
                    <a:pt x="5895018" y="1772394"/>
                  </a:lnTo>
                  <a:lnTo>
                    <a:pt x="5861795" y="1704763"/>
                  </a:lnTo>
                  <a:lnTo>
                    <a:pt x="5828480" y="1641100"/>
                  </a:lnTo>
                  <a:lnTo>
                    <a:pt x="5794916" y="1581340"/>
                  </a:lnTo>
                  <a:lnTo>
                    <a:pt x="5784835" y="1564266"/>
                  </a:lnTo>
                  <a:lnTo>
                    <a:pt x="5737693" y="1489912"/>
                  </a:lnTo>
                  <a:lnTo>
                    <a:pt x="5689037" y="1422746"/>
                  </a:lnTo>
                  <a:lnTo>
                    <a:pt x="5638168" y="1362430"/>
                  </a:lnTo>
                  <a:lnTo>
                    <a:pt x="5584301" y="1308379"/>
                  </a:lnTo>
                  <a:lnTo>
                    <a:pt x="5526633" y="1259917"/>
                  </a:lnTo>
                  <a:lnTo>
                    <a:pt x="5464399" y="1216386"/>
                  </a:lnTo>
                  <a:lnTo>
                    <a:pt x="5396952" y="1177191"/>
                  </a:lnTo>
                  <a:lnTo>
                    <a:pt x="5323862" y="1141842"/>
                  </a:lnTo>
                  <a:lnTo>
                    <a:pt x="5245048" y="1109964"/>
                  </a:lnTo>
                  <a:lnTo>
                    <a:pt x="5160941" y="1081307"/>
                  </a:lnTo>
                  <a:lnTo>
                    <a:pt x="5072656" y="1055742"/>
                  </a:lnTo>
                  <a:lnTo>
                    <a:pt x="4982128" y="1033245"/>
                  </a:lnTo>
                  <a:lnTo>
                    <a:pt x="4892159" y="1013865"/>
                  </a:lnTo>
                  <a:lnTo>
                    <a:pt x="4806272" y="997676"/>
                  </a:lnTo>
                  <a:lnTo>
                    <a:pt x="4728342" y="984709"/>
                  </a:lnTo>
                  <a:lnTo>
                    <a:pt x="4661992" y="974888"/>
                  </a:lnTo>
                  <a:lnTo>
                    <a:pt x="4609899" y="967985"/>
                  </a:lnTo>
                  <a:lnTo>
                    <a:pt x="4573185" y="963607"/>
                  </a:lnTo>
                  <a:lnTo>
                    <a:pt x="4551091" y="961225"/>
                  </a:lnTo>
                  <a:lnTo>
                    <a:pt x="4540982" y="960237"/>
                  </a:lnTo>
                  <a:lnTo>
                    <a:pt x="4538543" y="960019"/>
                  </a:lnTo>
                  <a:lnTo>
                    <a:pt x="4016409" y="960019"/>
                  </a:lnTo>
                  <a:lnTo>
                    <a:pt x="4015155" y="959989"/>
                  </a:lnTo>
                  <a:lnTo>
                    <a:pt x="4006950" y="959782"/>
                  </a:lnTo>
                  <a:lnTo>
                    <a:pt x="3986431" y="959207"/>
                  </a:lnTo>
                  <a:lnTo>
                    <a:pt x="3950161" y="958077"/>
                  </a:lnTo>
                  <a:lnTo>
                    <a:pt x="3896944" y="956228"/>
                  </a:lnTo>
                  <a:lnTo>
                    <a:pt x="3827884" y="953533"/>
                  </a:lnTo>
                  <a:lnTo>
                    <a:pt x="3746005" y="949922"/>
                  </a:lnTo>
                  <a:lnTo>
                    <a:pt x="3655496" y="945370"/>
                  </a:lnTo>
                  <a:lnTo>
                    <a:pt x="3560824" y="939888"/>
                  </a:lnTo>
                  <a:lnTo>
                    <a:pt x="3465989" y="933499"/>
                  </a:lnTo>
                  <a:lnTo>
                    <a:pt x="3374077" y="926215"/>
                  </a:lnTo>
                  <a:lnTo>
                    <a:pt x="3287125" y="918023"/>
                  </a:lnTo>
                  <a:lnTo>
                    <a:pt x="3206204" y="908873"/>
                  </a:lnTo>
                  <a:lnTo>
                    <a:pt x="3131610" y="898678"/>
                  </a:lnTo>
                  <a:lnTo>
                    <a:pt x="3063091" y="887308"/>
                  </a:lnTo>
                  <a:lnTo>
                    <a:pt x="3000030" y="874602"/>
                  </a:lnTo>
                  <a:lnTo>
                    <a:pt x="2941607" y="860365"/>
                  </a:lnTo>
                  <a:lnTo>
                    <a:pt x="2886904" y="844391"/>
                  </a:lnTo>
                  <a:lnTo>
                    <a:pt x="2834995" y="826483"/>
                  </a:lnTo>
                  <a:lnTo>
                    <a:pt x="2785026" y="806503"/>
                  </a:lnTo>
                  <a:lnTo>
                    <a:pt x="2770117" y="800015"/>
                  </a:lnTo>
                  <a:lnTo>
                    <a:pt x="2720279" y="776622"/>
                  </a:lnTo>
                  <a:lnTo>
                    <a:pt x="2670927" y="750947"/>
                  </a:lnTo>
                  <a:lnTo>
                    <a:pt x="2621587" y="722954"/>
                  </a:lnTo>
                  <a:lnTo>
                    <a:pt x="2571927" y="692678"/>
                  </a:lnTo>
                  <a:lnTo>
                    <a:pt x="2521742" y="660230"/>
                  </a:lnTo>
                  <a:lnTo>
                    <a:pt x="2470934" y="625808"/>
                  </a:lnTo>
                  <a:lnTo>
                    <a:pt x="2419506" y="589695"/>
                  </a:lnTo>
                  <a:lnTo>
                    <a:pt x="2367542" y="552251"/>
                  </a:lnTo>
                  <a:lnTo>
                    <a:pt x="2315193" y="513902"/>
                  </a:lnTo>
                  <a:lnTo>
                    <a:pt x="2262655" y="475120"/>
                  </a:lnTo>
                  <a:lnTo>
                    <a:pt x="2210144" y="436401"/>
                  </a:lnTo>
                  <a:lnTo>
                    <a:pt x="2157875" y="398237"/>
                  </a:lnTo>
                  <a:lnTo>
                    <a:pt x="2106034" y="361090"/>
                  </a:lnTo>
                  <a:lnTo>
                    <a:pt x="2054757" y="325372"/>
                  </a:lnTo>
                  <a:lnTo>
                    <a:pt x="2004109" y="291424"/>
                  </a:lnTo>
                  <a:lnTo>
                    <a:pt x="1954069" y="259508"/>
                  </a:lnTo>
                  <a:lnTo>
                    <a:pt x="1904514" y="229798"/>
                  </a:lnTo>
                  <a:lnTo>
                    <a:pt x="1855207" y="202389"/>
                  </a:lnTo>
                  <a:lnTo>
                    <a:pt x="1805784" y="177295"/>
                  </a:lnTo>
                  <a:lnTo>
                    <a:pt x="1768425" y="160003"/>
                  </a:lnTo>
                  <a:lnTo>
                    <a:pt x="1718897" y="139382"/>
                  </a:lnTo>
                  <a:lnTo>
                    <a:pt x="1667663" y="120855"/>
                  </a:lnTo>
                  <a:lnTo>
                    <a:pt x="1613904" y="104313"/>
                  </a:lnTo>
                  <a:lnTo>
                    <a:pt x="1556710" y="89571"/>
                  </a:lnTo>
                  <a:lnTo>
                    <a:pt x="1495152" y="76420"/>
                  </a:lnTo>
                  <a:lnTo>
                    <a:pt x="1428368" y="64664"/>
                  </a:lnTo>
                  <a:lnTo>
                    <a:pt x="1355667" y="54127"/>
                  </a:lnTo>
                  <a:lnTo>
                    <a:pt x="1276666" y="44670"/>
                  </a:lnTo>
                  <a:lnTo>
                    <a:pt x="1191472" y="36194"/>
                  </a:lnTo>
                  <a:lnTo>
                    <a:pt x="1100899" y="28637"/>
                  </a:lnTo>
                  <a:lnTo>
                    <a:pt x="1006674" y="21976"/>
                  </a:lnTo>
                  <a:lnTo>
                    <a:pt x="911566" y="16216"/>
                  </a:lnTo>
                  <a:lnTo>
                    <a:pt x="819329" y="11380"/>
                  </a:lnTo>
                  <a:lnTo>
                    <a:pt x="734355" y="7483"/>
                  </a:lnTo>
                  <a:lnTo>
                    <a:pt x="661010" y="4515"/>
                  </a:lnTo>
                  <a:lnTo>
                    <a:pt x="602763" y="2420"/>
                  </a:lnTo>
                  <a:lnTo>
                    <a:pt x="561363" y="1088"/>
                  </a:lnTo>
                  <a:lnTo>
                    <a:pt x="536325" y="364"/>
                  </a:lnTo>
                  <a:lnTo>
                    <a:pt x="524864" y="64"/>
                  </a:lnTo>
                  <a:lnTo>
                    <a:pt x="5221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426" name="pl426"/>
            <p:cNvSpPr/>
            <p:nvPr/>
          </p:nvSpPr>
          <p:spPr>
            <a:xfrm>
              <a:off x="386606" y="1383196"/>
              <a:ext cx="8554953" cy="4585502"/>
            </a:xfrm>
            <a:custGeom>
              <a:avLst/>
              <a:pathLst>
                <a:path w="8554953" h="4585502">
                  <a:moveTo>
                    <a:pt x="0" y="0"/>
                  </a:moveTo>
                  <a:lnTo>
                    <a:pt x="522133" y="0"/>
                  </a:lnTo>
                  <a:lnTo>
                    <a:pt x="523388" y="29"/>
                  </a:lnTo>
                  <a:lnTo>
                    <a:pt x="531592" y="237"/>
                  </a:lnTo>
                  <a:lnTo>
                    <a:pt x="552111" y="812"/>
                  </a:lnTo>
                  <a:lnTo>
                    <a:pt x="588381" y="1941"/>
                  </a:lnTo>
                  <a:lnTo>
                    <a:pt x="641598" y="3790"/>
                  </a:lnTo>
                  <a:lnTo>
                    <a:pt x="710658" y="6485"/>
                  </a:lnTo>
                  <a:lnTo>
                    <a:pt x="792537" y="10097"/>
                  </a:lnTo>
                  <a:lnTo>
                    <a:pt x="883046" y="14648"/>
                  </a:lnTo>
                  <a:lnTo>
                    <a:pt x="977718" y="20130"/>
                  </a:lnTo>
                  <a:lnTo>
                    <a:pt x="1072553" y="26519"/>
                  </a:lnTo>
                  <a:lnTo>
                    <a:pt x="1164465" y="33803"/>
                  </a:lnTo>
                  <a:lnTo>
                    <a:pt x="1251417" y="41995"/>
                  </a:lnTo>
                  <a:lnTo>
                    <a:pt x="1332339" y="51145"/>
                  </a:lnTo>
                  <a:lnTo>
                    <a:pt x="1406932" y="61341"/>
                  </a:lnTo>
                  <a:lnTo>
                    <a:pt x="1475451" y="72710"/>
                  </a:lnTo>
                  <a:lnTo>
                    <a:pt x="1538512" y="85417"/>
                  </a:lnTo>
                  <a:lnTo>
                    <a:pt x="1596935" y="99654"/>
                  </a:lnTo>
                  <a:lnTo>
                    <a:pt x="1651638" y="115628"/>
                  </a:lnTo>
                  <a:lnTo>
                    <a:pt x="1703547" y="133535"/>
                  </a:lnTo>
                  <a:lnTo>
                    <a:pt x="1753516" y="153515"/>
                  </a:lnTo>
                  <a:lnTo>
                    <a:pt x="1768425" y="160003"/>
                  </a:lnTo>
                  <a:lnTo>
                    <a:pt x="1818263" y="183396"/>
                  </a:lnTo>
                  <a:lnTo>
                    <a:pt x="1867615" y="209071"/>
                  </a:lnTo>
                  <a:lnTo>
                    <a:pt x="1916955" y="237064"/>
                  </a:lnTo>
                  <a:lnTo>
                    <a:pt x="1966615" y="267340"/>
                  </a:lnTo>
                  <a:lnTo>
                    <a:pt x="2016801" y="299788"/>
                  </a:lnTo>
                  <a:lnTo>
                    <a:pt x="2067608" y="334210"/>
                  </a:lnTo>
                  <a:lnTo>
                    <a:pt x="2119037" y="370323"/>
                  </a:lnTo>
                  <a:lnTo>
                    <a:pt x="2171000" y="407767"/>
                  </a:lnTo>
                  <a:lnTo>
                    <a:pt x="2223349" y="446116"/>
                  </a:lnTo>
                  <a:lnTo>
                    <a:pt x="2275888" y="484898"/>
                  </a:lnTo>
                  <a:lnTo>
                    <a:pt x="2328398" y="523617"/>
                  </a:lnTo>
                  <a:lnTo>
                    <a:pt x="2380667" y="561781"/>
                  </a:lnTo>
                  <a:lnTo>
                    <a:pt x="2432508" y="598928"/>
                  </a:lnTo>
                  <a:lnTo>
                    <a:pt x="2483785" y="634646"/>
                  </a:lnTo>
                  <a:lnTo>
                    <a:pt x="2534433" y="668594"/>
                  </a:lnTo>
                  <a:lnTo>
                    <a:pt x="2584473" y="700510"/>
                  </a:lnTo>
                  <a:lnTo>
                    <a:pt x="2634028" y="730220"/>
                  </a:lnTo>
                  <a:lnTo>
                    <a:pt x="2683335" y="757629"/>
                  </a:lnTo>
                  <a:lnTo>
                    <a:pt x="2732758" y="782723"/>
                  </a:lnTo>
                  <a:lnTo>
                    <a:pt x="2770117" y="800015"/>
                  </a:lnTo>
                  <a:lnTo>
                    <a:pt x="2819645" y="820637"/>
                  </a:lnTo>
                  <a:lnTo>
                    <a:pt x="2870880" y="839163"/>
                  </a:lnTo>
                  <a:lnTo>
                    <a:pt x="2924638" y="855705"/>
                  </a:lnTo>
                  <a:lnTo>
                    <a:pt x="2981832" y="870448"/>
                  </a:lnTo>
                  <a:lnTo>
                    <a:pt x="3043391" y="883598"/>
                  </a:lnTo>
                  <a:lnTo>
                    <a:pt x="3110174" y="895355"/>
                  </a:lnTo>
                  <a:lnTo>
                    <a:pt x="3182876" y="905891"/>
                  </a:lnTo>
                  <a:lnTo>
                    <a:pt x="3261877" y="915348"/>
                  </a:lnTo>
                  <a:lnTo>
                    <a:pt x="3347070" y="923824"/>
                  </a:lnTo>
                  <a:lnTo>
                    <a:pt x="3437643" y="931381"/>
                  </a:lnTo>
                  <a:lnTo>
                    <a:pt x="3531868" y="938042"/>
                  </a:lnTo>
                  <a:lnTo>
                    <a:pt x="3626976" y="943802"/>
                  </a:lnTo>
                  <a:lnTo>
                    <a:pt x="3719213" y="948638"/>
                  </a:lnTo>
                  <a:lnTo>
                    <a:pt x="3804187" y="952535"/>
                  </a:lnTo>
                  <a:lnTo>
                    <a:pt x="3877532" y="955503"/>
                  </a:lnTo>
                  <a:lnTo>
                    <a:pt x="3935779" y="957598"/>
                  </a:lnTo>
                  <a:lnTo>
                    <a:pt x="3977179" y="958930"/>
                  </a:lnTo>
                  <a:lnTo>
                    <a:pt x="4002217" y="959654"/>
                  </a:lnTo>
                  <a:lnTo>
                    <a:pt x="4013678" y="959954"/>
                  </a:lnTo>
                  <a:lnTo>
                    <a:pt x="4016373" y="960018"/>
                  </a:lnTo>
                  <a:lnTo>
                    <a:pt x="4016409" y="960019"/>
                  </a:lnTo>
                  <a:lnTo>
                    <a:pt x="4538543" y="960019"/>
                  </a:lnTo>
                  <a:lnTo>
                    <a:pt x="4539630" y="960114"/>
                  </a:lnTo>
                  <a:lnTo>
                    <a:pt x="4546763" y="960791"/>
                  </a:lnTo>
                  <a:lnTo>
                    <a:pt x="4564689" y="962664"/>
                  </a:lnTo>
                  <a:lnTo>
                    <a:pt x="4596595" y="966347"/>
                  </a:lnTo>
                  <a:lnTo>
                    <a:pt x="4643849" y="972400"/>
                  </a:lnTo>
                  <a:lnTo>
                    <a:pt x="4705906" y="981263"/>
                  </a:lnTo>
                  <a:lnTo>
                    <a:pt x="4780528" y="993219"/>
                  </a:lnTo>
                  <a:lnTo>
                    <a:pt x="4864314" y="1008386"/>
                  </a:lnTo>
                  <a:lnTo>
                    <a:pt x="4953397" y="1026761"/>
                  </a:lnTo>
                  <a:lnTo>
                    <a:pt x="5044090" y="1048278"/>
                  </a:lnTo>
                  <a:lnTo>
                    <a:pt x="5133337" y="1072873"/>
                  </a:lnTo>
                  <a:lnTo>
                    <a:pt x="5218926" y="1100541"/>
                  </a:lnTo>
                  <a:lnTo>
                    <a:pt x="5299493" y="1131377"/>
                  </a:lnTo>
                  <a:lnTo>
                    <a:pt x="5374410" y="1165591"/>
                  </a:lnTo>
                  <a:lnTo>
                    <a:pt x="5443613" y="1203519"/>
                  </a:lnTo>
                  <a:lnTo>
                    <a:pt x="5507437" y="1245617"/>
                  </a:lnTo>
                  <a:lnTo>
                    <a:pt x="5566473" y="1292446"/>
                  </a:lnTo>
                  <a:lnTo>
                    <a:pt x="5621458" y="1344652"/>
                  </a:lnTo>
                  <a:lnTo>
                    <a:pt x="5673190" y="1402912"/>
                  </a:lnTo>
                  <a:lnTo>
                    <a:pt x="5722467" y="1467854"/>
                  </a:lnTo>
                  <a:lnTo>
                    <a:pt x="5770021" y="1539918"/>
                  </a:lnTo>
                  <a:lnTo>
                    <a:pt x="5784835" y="1564266"/>
                  </a:lnTo>
                  <a:lnTo>
                    <a:pt x="5818509" y="1622882"/>
                  </a:lnTo>
                  <a:lnTo>
                    <a:pt x="5851880" y="1685372"/>
                  </a:lnTo>
                  <a:lnTo>
                    <a:pt x="5885116" y="1751816"/>
                  </a:lnTo>
                  <a:lnTo>
                    <a:pt x="5918353" y="1822243"/>
                  </a:lnTo>
                  <a:lnTo>
                    <a:pt x="5951699" y="1896626"/>
                  </a:lnTo>
                  <a:lnTo>
                    <a:pt x="5985234" y="1974880"/>
                  </a:lnTo>
                  <a:lnTo>
                    <a:pt x="6019013" y="2056853"/>
                  </a:lnTo>
                  <a:lnTo>
                    <a:pt x="6053069" y="2142330"/>
                  </a:lnTo>
                  <a:lnTo>
                    <a:pt x="6087415" y="2231026"/>
                  </a:lnTo>
                  <a:lnTo>
                    <a:pt x="6122042" y="2322594"/>
                  </a:lnTo>
                  <a:lnTo>
                    <a:pt x="6156928" y="2416623"/>
                  </a:lnTo>
                  <a:lnTo>
                    <a:pt x="6192032" y="2512650"/>
                  </a:lnTo>
                  <a:lnTo>
                    <a:pt x="6227306" y="2610165"/>
                  </a:lnTo>
                  <a:lnTo>
                    <a:pt x="6262688" y="2708621"/>
                  </a:lnTo>
                  <a:lnTo>
                    <a:pt x="6298115" y="2807452"/>
                  </a:lnTo>
                  <a:lnTo>
                    <a:pt x="6333517" y="2906080"/>
                  </a:lnTo>
                  <a:lnTo>
                    <a:pt x="6368830" y="3003933"/>
                  </a:lnTo>
                  <a:lnTo>
                    <a:pt x="6403990" y="3100459"/>
                  </a:lnTo>
                  <a:lnTo>
                    <a:pt x="6438946" y="3195135"/>
                  </a:lnTo>
                  <a:lnTo>
                    <a:pt x="6473654" y="3287482"/>
                  </a:lnTo>
                  <a:lnTo>
                    <a:pt x="6508085" y="3377073"/>
                  </a:lnTo>
                  <a:lnTo>
                    <a:pt x="6542227" y="3463542"/>
                  </a:lnTo>
                  <a:lnTo>
                    <a:pt x="6576086" y="3546586"/>
                  </a:lnTo>
                  <a:lnTo>
                    <a:pt x="6609688" y="3625967"/>
                  </a:lnTo>
                  <a:lnTo>
                    <a:pt x="6643084" y="3701516"/>
                  </a:lnTo>
                  <a:lnTo>
                    <a:pt x="6676344" y="3773127"/>
                  </a:lnTo>
                  <a:lnTo>
                    <a:pt x="6709567" y="3840758"/>
                  </a:lnTo>
                  <a:lnTo>
                    <a:pt x="6742882" y="3904421"/>
                  </a:lnTo>
                  <a:lnTo>
                    <a:pt x="6776446" y="3964181"/>
                  </a:lnTo>
                  <a:lnTo>
                    <a:pt x="6786527" y="3981255"/>
                  </a:lnTo>
                  <a:lnTo>
                    <a:pt x="6833668" y="4055609"/>
                  </a:lnTo>
                  <a:lnTo>
                    <a:pt x="6882325" y="4122775"/>
                  </a:lnTo>
                  <a:lnTo>
                    <a:pt x="6933194" y="4183091"/>
                  </a:lnTo>
                  <a:lnTo>
                    <a:pt x="6987061" y="4237142"/>
                  </a:lnTo>
                  <a:lnTo>
                    <a:pt x="7044729" y="4285604"/>
                  </a:lnTo>
                  <a:lnTo>
                    <a:pt x="7106963" y="4329135"/>
                  </a:lnTo>
                  <a:lnTo>
                    <a:pt x="7174410" y="4368330"/>
                  </a:lnTo>
                  <a:lnTo>
                    <a:pt x="7247500" y="4403679"/>
                  </a:lnTo>
                  <a:lnTo>
                    <a:pt x="7326314" y="4435557"/>
                  </a:lnTo>
                  <a:lnTo>
                    <a:pt x="7410421" y="4464214"/>
                  </a:lnTo>
                  <a:lnTo>
                    <a:pt x="7498706" y="4489779"/>
                  </a:lnTo>
                  <a:lnTo>
                    <a:pt x="7589234" y="4512276"/>
                  </a:lnTo>
                  <a:lnTo>
                    <a:pt x="7679203" y="4531656"/>
                  </a:lnTo>
                  <a:lnTo>
                    <a:pt x="7765090" y="4547845"/>
                  </a:lnTo>
                  <a:lnTo>
                    <a:pt x="7843020" y="4560812"/>
                  </a:lnTo>
                  <a:lnTo>
                    <a:pt x="7909370" y="4570633"/>
                  </a:lnTo>
                  <a:lnTo>
                    <a:pt x="7961463" y="4577536"/>
                  </a:lnTo>
                  <a:lnTo>
                    <a:pt x="7998177" y="4581914"/>
                  </a:lnTo>
                  <a:lnTo>
                    <a:pt x="8020270" y="4584296"/>
                  </a:lnTo>
                  <a:lnTo>
                    <a:pt x="8030380" y="4585284"/>
                  </a:lnTo>
                  <a:lnTo>
                    <a:pt x="8032783" y="4585499"/>
                  </a:lnTo>
                  <a:lnTo>
                    <a:pt x="8032819" y="4585502"/>
                  </a:lnTo>
                  <a:lnTo>
                    <a:pt x="8554953" y="4585502"/>
                  </a:lnTo>
                  <a:lnTo>
                    <a:pt x="8554953" y="4585502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427" name="pl427"/>
            <p:cNvSpPr/>
            <p:nvPr/>
          </p:nvSpPr>
          <p:spPr>
            <a:xfrm>
              <a:off x="386606" y="1360607"/>
              <a:ext cx="8554953" cy="4585502"/>
            </a:xfrm>
            <a:custGeom>
              <a:avLst/>
              <a:pathLst>
                <a:path w="8554953" h="4585502">
                  <a:moveTo>
                    <a:pt x="8554953" y="4585502"/>
                  </a:moveTo>
                  <a:lnTo>
                    <a:pt x="8032819" y="4585502"/>
                  </a:lnTo>
                  <a:lnTo>
                    <a:pt x="8031732" y="4585407"/>
                  </a:lnTo>
                  <a:lnTo>
                    <a:pt x="8024599" y="4584730"/>
                  </a:lnTo>
                  <a:lnTo>
                    <a:pt x="8006672" y="4582857"/>
                  </a:lnTo>
                  <a:lnTo>
                    <a:pt x="7974767" y="4579174"/>
                  </a:lnTo>
                  <a:lnTo>
                    <a:pt x="7927513" y="4573121"/>
                  </a:lnTo>
                  <a:lnTo>
                    <a:pt x="7865456" y="4564258"/>
                  </a:lnTo>
                  <a:lnTo>
                    <a:pt x="7790834" y="4552302"/>
                  </a:lnTo>
                  <a:lnTo>
                    <a:pt x="7707048" y="4537135"/>
                  </a:lnTo>
                  <a:lnTo>
                    <a:pt x="7617965" y="4518760"/>
                  </a:lnTo>
                  <a:lnTo>
                    <a:pt x="7527272" y="4497243"/>
                  </a:lnTo>
                  <a:lnTo>
                    <a:pt x="7438025" y="4472648"/>
                  </a:lnTo>
                  <a:lnTo>
                    <a:pt x="7352436" y="4444980"/>
                  </a:lnTo>
                  <a:lnTo>
                    <a:pt x="7271869" y="4414144"/>
                  </a:lnTo>
                  <a:lnTo>
                    <a:pt x="7196952" y="4379930"/>
                  </a:lnTo>
                  <a:lnTo>
                    <a:pt x="7127749" y="4342002"/>
                  </a:lnTo>
                  <a:lnTo>
                    <a:pt x="7063925" y="4299904"/>
                  </a:lnTo>
                  <a:lnTo>
                    <a:pt x="7004889" y="4253075"/>
                  </a:lnTo>
                  <a:lnTo>
                    <a:pt x="6949904" y="4200869"/>
                  </a:lnTo>
                  <a:lnTo>
                    <a:pt x="6898172" y="4142609"/>
                  </a:lnTo>
                  <a:lnTo>
                    <a:pt x="6848895" y="4077667"/>
                  </a:lnTo>
                  <a:lnTo>
                    <a:pt x="6801341" y="4005603"/>
                  </a:lnTo>
                  <a:lnTo>
                    <a:pt x="6786527" y="3981255"/>
                  </a:lnTo>
                  <a:lnTo>
                    <a:pt x="6752853" y="3922639"/>
                  </a:lnTo>
                  <a:lnTo>
                    <a:pt x="6719482" y="3860149"/>
                  </a:lnTo>
                  <a:lnTo>
                    <a:pt x="6686246" y="3793705"/>
                  </a:lnTo>
                  <a:lnTo>
                    <a:pt x="6653009" y="3723278"/>
                  </a:lnTo>
                  <a:lnTo>
                    <a:pt x="6619662" y="3648895"/>
                  </a:lnTo>
                  <a:lnTo>
                    <a:pt x="6586128" y="3570641"/>
                  </a:lnTo>
                  <a:lnTo>
                    <a:pt x="6552349" y="3488668"/>
                  </a:lnTo>
                  <a:lnTo>
                    <a:pt x="6518293" y="3403191"/>
                  </a:lnTo>
                  <a:lnTo>
                    <a:pt x="6483947" y="3314495"/>
                  </a:lnTo>
                  <a:lnTo>
                    <a:pt x="6449320" y="3222927"/>
                  </a:lnTo>
                  <a:lnTo>
                    <a:pt x="6414434" y="3128898"/>
                  </a:lnTo>
                  <a:lnTo>
                    <a:pt x="6379330" y="3032871"/>
                  </a:lnTo>
                  <a:lnTo>
                    <a:pt x="6344056" y="2935356"/>
                  </a:lnTo>
                  <a:lnTo>
                    <a:pt x="6308674" y="2836900"/>
                  </a:lnTo>
                  <a:lnTo>
                    <a:pt x="6273247" y="2738069"/>
                  </a:lnTo>
                  <a:lnTo>
                    <a:pt x="6237845" y="2639441"/>
                  </a:lnTo>
                  <a:lnTo>
                    <a:pt x="6202532" y="2541588"/>
                  </a:lnTo>
                  <a:lnTo>
                    <a:pt x="6167371" y="2445062"/>
                  </a:lnTo>
                  <a:lnTo>
                    <a:pt x="6132416" y="2350386"/>
                  </a:lnTo>
                  <a:lnTo>
                    <a:pt x="6097708" y="2258039"/>
                  </a:lnTo>
                  <a:lnTo>
                    <a:pt x="6063277" y="2168448"/>
                  </a:lnTo>
                  <a:lnTo>
                    <a:pt x="6029135" y="2081979"/>
                  </a:lnTo>
                  <a:lnTo>
                    <a:pt x="5995276" y="1998935"/>
                  </a:lnTo>
                  <a:lnTo>
                    <a:pt x="5961673" y="1919554"/>
                  </a:lnTo>
                  <a:lnTo>
                    <a:pt x="5928278" y="1844005"/>
                  </a:lnTo>
                  <a:lnTo>
                    <a:pt x="5895018" y="1772394"/>
                  </a:lnTo>
                  <a:lnTo>
                    <a:pt x="5861795" y="1704763"/>
                  </a:lnTo>
                  <a:lnTo>
                    <a:pt x="5828480" y="1641100"/>
                  </a:lnTo>
                  <a:lnTo>
                    <a:pt x="5794916" y="1581340"/>
                  </a:lnTo>
                  <a:lnTo>
                    <a:pt x="5784835" y="1564266"/>
                  </a:lnTo>
                  <a:lnTo>
                    <a:pt x="5737693" y="1489912"/>
                  </a:lnTo>
                  <a:lnTo>
                    <a:pt x="5689037" y="1422746"/>
                  </a:lnTo>
                  <a:lnTo>
                    <a:pt x="5638168" y="1362430"/>
                  </a:lnTo>
                  <a:lnTo>
                    <a:pt x="5584301" y="1308379"/>
                  </a:lnTo>
                  <a:lnTo>
                    <a:pt x="5526633" y="1259917"/>
                  </a:lnTo>
                  <a:lnTo>
                    <a:pt x="5464399" y="1216386"/>
                  </a:lnTo>
                  <a:lnTo>
                    <a:pt x="5396952" y="1177191"/>
                  </a:lnTo>
                  <a:lnTo>
                    <a:pt x="5323862" y="1141842"/>
                  </a:lnTo>
                  <a:lnTo>
                    <a:pt x="5245048" y="1109964"/>
                  </a:lnTo>
                  <a:lnTo>
                    <a:pt x="5160941" y="1081307"/>
                  </a:lnTo>
                  <a:lnTo>
                    <a:pt x="5072656" y="1055742"/>
                  </a:lnTo>
                  <a:lnTo>
                    <a:pt x="4982128" y="1033245"/>
                  </a:lnTo>
                  <a:lnTo>
                    <a:pt x="4892159" y="1013865"/>
                  </a:lnTo>
                  <a:lnTo>
                    <a:pt x="4806272" y="997676"/>
                  </a:lnTo>
                  <a:lnTo>
                    <a:pt x="4728342" y="984709"/>
                  </a:lnTo>
                  <a:lnTo>
                    <a:pt x="4661992" y="974888"/>
                  </a:lnTo>
                  <a:lnTo>
                    <a:pt x="4609899" y="967985"/>
                  </a:lnTo>
                  <a:lnTo>
                    <a:pt x="4573185" y="963607"/>
                  </a:lnTo>
                  <a:lnTo>
                    <a:pt x="4551091" y="961225"/>
                  </a:lnTo>
                  <a:lnTo>
                    <a:pt x="4540982" y="960237"/>
                  </a:lnTo>
                  <a:lnTo>
                    <a:pt x="4538579" y="960022"/>
                  </a:lnTo>
                  <a:lnTo>
                    <a:pt x="4538543" y="960019"/>
                  </a:lnTo>
                  <a:lnTo>
                    <a:pt x="4016409" y="960019"/>
                  </a:lnTo>
                  <a:lnTo>
                    <a:pt x="4015155" y="959989"/>
                  </a:lnTo>
                  <a:lnTo>
                    <a:pt x="4006950" y="959782"/>
                  </a:lnTo>
                  <a:lnTo>
                    <a:pt x="3986431" y="959207"/>
                  </a:lnTo>
                  <a:lnTo>
                    <a:pt x="3950161" y="958077"/>
                  </a:lnTo>
                  <a:lnTo>
                    <a:pt x="3896944" y="956228"/>
                  </a:lnTo>
                  <a:lnTo>
                    <a:pt x="3827884" y="953533"/>
                  </a:lnTo>
                  <a:lnTo>
                    <a:pt x="3746005" y="949922"/>
                  </a:lnTo>
                  <a:lnTo>
                    <a:pt x="3655496" y="945370"/>
                  </a:lnTo>
                  <a:lnTo>
                    <a:pt x="3560824" y="939888"/>
                  </a:lnTo>
                  <a:lnTo>
                    <a:pt x="3465989" y="933499"/>
                  </a:lnTo>
                  <a:lnTo>
                    <a:pt x="3374077" y="926215"/>
                  </a:lnTo>
                  <a:lnTo>
                    <a:pt x="3287125" y="918023"/>
                  </a:lnTo>
                  <a:lnTo>
                    <a:pt x="3206204" y="908873"/>
                  </a:lnTo>
                  <a:lnTo>
                    <a:pt x="3131610" y="898678"/>
                  </a:lnTo>
                  <a:lnTo>
                    <a:pt x="3063091" y="887308"/>
                  </a:lnTo>
                  <a:lnTo>
                    <a:pt x="3000030" y="874602"/>
                  </a:lnTo>
                  <a:lnTo>
                    <a:pt x="2941607" y="860365"/>
                  </a:lnTo>
                  <a:lnTo>
                    <a:pt x="2886904" y="844391"/>
                  </a:lnTo>
                  <a:lnTo>
                    <a:pt x="2834995" y="826483"/>
                  </a:lnTo>
                  <a:lnTo>
                    <a:pt x="2785026" y="806503"/>
                  </a:lnTo>
                  <a:lnTo>
                    <a:pt x="2770117" y="800015"/>
                  </a:lnTo>
                  <a:lnTo>
                    <a:pt x="2720279" y="776622"/>
                  </a:lnTo>
                  <a:lnTo>
                    <a:pt x="2670927" y="750947"/>
                  </a:lnTo>
                  <a:lnTo>
                    <a:pt x="2621587" y="722954"/>
                  </a:lnTo>
                  <a:lnTo>
                    <a:pt x="2571927" y="692678"/>
                  </a:lnTo>
                  <a:lnTo>
                    <a:pt x="2521742" y="660230"/>
                  </a:lnTo>
                  <a:lnTo>
                    <a:pt x="2470934" y="625808"/>
                  </a:lnTo>
                  <a:lnTo>
                    <a:pt x="2419506" y="589695"/>
                  </a:lnTo>
                  <a:lnTo>
                    <a:pt x="2367542" y="552251"/>
                  </a:lnTo>
                  <a:lnTo>
                    <a:pt x="2315193" y="513902"/>
                  </a:lnTo>
                  <a:lnTo>
                    <a:pt x="2262655" y="475120"/>
                  </a:lnTo>
                  <a:lnTo>
                    <a:pt x="2210144" y="436401"/>
                  </a:lnTo>
                  <a:lnTo>
                    <a:pt x="2157875" y="398237"/>
                  </a:lnTo>
                  <a:lnTo>
                    <a:pt x="2106034" y="361090"/>
                  </a:lnTo>
                  <a:lnTo>
                    <a:pt x="2054757" y="325372"/>
                  </a:lnTo>
                  <a:lnTo>
                    <a:pt x="2004109" y="291424"/>
                  </a:lnTo>
                  <a:lnTo>
                    <a:pt x="1954069" y="259508"/>
                  </a:lnTo>
                  <a:lnTo>
                    <a:pt x="1904514" y="229798"/>
                  </a:lnTo>
                  <a:lnTo>
                    <a:pt x="1855207" y="202389"/>
                  </a:lnTo>
                  <a:lnTo>
                    <a:pt x="1805784" y="177295"/>
                  </a:lnTo>
                  <a:lnTo>
                    <a:pt x="1768425" y="160003"/>
                  </a:lnTo>
                  <a:lnTo>
                    <a:pt x="1718897" y="139382"/>
                  </a:lnTo>
                  <a:lnTo>
                    <a:pt x="1667663" y="120855"/>
                  </a:lnTo>
                  <a:lnTo>
                    <a:pt x="1613904" y="104313"/>
                  </a:lnTo>
                  <a:lnTo>
                    <a:pt x="1556710" y="89571"/>
                  </a:lnTo>
                  <a:lnTo>
                    <a:pt x="1495152" y="76420"/>
                  </a:lnTo>
                  <a:lnTo>
                    <a:pt x="1428368" y="64664"/>
                  </a:lnTo>
                  <a:lnTo>
                    <a:pt x="1355667" y="54127"/>
                  </a:lnTo>
                  <a:lnTo>
                    <a:pt x="1276666" y="44670"/>
                  </a:lnTo>
                  <a:lnTo>
                    <a:pt x="1191472" y="36194"/>
                  </a:lnTo>
                  <a:lnTo>
                    <a:pt x="1100899" y="28637"/>
                  </a:lnTo>
                  <a:lnTo>
                    <a:pt x="1006674" y="21976"/>
                  </a:lnTo>
                  <a:lnTo>
                    <a:pt x="911566" y="16216"/>
                  </a:lnTo>
                  <a:lnTo>
                    <a:pt x="819329" y="11380"/>
                  </a:lnTo>
                  <a:lnTo>
                    <a:pt x="734355" y="7483"/>
                  </a:lnTo>
                  <a:lnTo>
                    <a:pt x="661010" y="4515"/>
                  </a:lnTo>
                  <a:lnTo>
                    <a:pt x="602763" y="2420"/>
                  </a:lnTo>
                  <a:lnTo>
                    <a:pt x="561363" y="1088"/>
                  </a:lnTo>
                  <a:lnTo>
                    <a:pt x="536325" y="364"/>
                  </a:lnTo>
                  <a:lnTo>
                    <a:pt x="524864" y="64"/>
                  </a:lnTo>
                  <a:lnTo>
                    <a:pt x="522169" y="0"/>
                  </a:lnTo>
                  <a:lnTo>
                    <a:pt x="522133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428" name="pg428"/>
            <p:cNvSpPr/>
            <p:nvPr/>
          </p:nvSpPr>
          <p:spPr>
            <a:xfrm>
              <a:off x="386606" y="1309783"/>
              <a:ext cx="8554953" cy="3427832"/>
            </a:xfrm>
            <a:custGeom>
              <a:avLst/>
              <a:pathLst>
                <a:path w="8554953" h="3427832">
                  <a:moveTo>
                    <a:pt x="0" y="1327085"/>
                  </a:moveTo>
                  <a:lnTo>
                    <a:pt x="522133" y="1327085"/>
                  </a:lnTo>
                  <a:lnTo>
                    <a:pt x="523334" y="1327146"/>
                  </a:lnTo>
                  <a:lnTo>
                    <a:pt x="531195" y="1327581"/>
                  </a:lnTo>
                  <a:lnTo>
                    <a:pt x="550884" y="1328783"/>
                  </a:lnTo>
                  <a:lnTo>
                    <a:pt x="585763" y="1331146"/>
                  </a:lnTo>
                  <a:lnTo>
                    <a:pt x="637092" y="1335020"/>
                  </a:lnTo>
                  <a:lnTo>
                    <a:pt x="703955" y="1340673"/>
                  </a:lnTo>
                  <a:lnTo>
                    <a:pt x="783581" y="1348266"/>
                  </a:lnTo>
                  <a:lnTo>
                    <a:pt x="872033" y="1357854"/>
                  </a:lnTo>
                  <a:lnTo>
                    <a:pt x="965025" y="1369422"/>
                  </a:lnTo>
                  <a:lnTo>
                    <a:pt x="1058645" y="1382923"/>
                  </a:lnTo>
                  <a:lnTo>
                    <a:pt x="1149805" y="1398327"/>
                  </a:lnTo>
                  <a:lnTo>
                    <a:pt x="1236402" y="1415650"/>
                  </a:lnTo>
                  <a:lnTo>
                    <a:pt x="1317268" y="1434982"/>
                  </a:lnTo>
                  <a:lnTo>
                    <a:pt x="1391997" y="1456492"/>
                  </a:lnTo>
                  <a:lnTo>
                    <a:pt x="1460744" y="1480432"/>
                  </a:lnTo>
                  <a:lnTo>
                    <a:pt x="1524037" y="1507130"/>
                  </a:lnTo>
                  <a:lnTo>
                    <a:pt x="1582629" y="1536976"/>
                  </a:lnTo>
                  <a:lnTo>
                    <a:pt x="1637383" y="1570402"/>
                  </a:lnTo>
                  <a:lnTo>
                    <a:pt x="1689188" y="1607828"/>
                  </a:lnTo>
                  <a:lnTo>
                    <a:pt x="1738889" y="1649595"/>
                  </a:lnTo>
                  <a:lnTo>
                    <a:pt x="1768425" y="1677209"/>
                  </a:lnTo>
                  <a:lnTo>
                    <a:pt x="1809884" y="1719396"/>
                  </a:lnTo>
                  <a:lnTo>
                    <a:pt x="1850944" y="1765012"/>
                  </a:lnTo>
                  <a:lnTo>
                    <a:pt x="1891900" y="1814125"/>
                  </a:lnTo>
                  <a:lnTo>
                    <a:pt x="1932973" y="1866732"/>
                  </a:lnTo>
                  <a:lnTo>
                    <a:pt x="1974325" y="1922751"/>
                  </a:lnTo>
                  <a:lnTo>
                    <a:pt x="2016057" y="1982015"/>
                  </a:lnTo>
                  <a:lnTo>
                    <a:pt x="2058220" y="2044269"/>
                  </a:lnTo>
                  <a:lnTo>
                    <a:pt x="2100817" y="2109170"/>
                  </a:lnTo>
                  <a:lnTo>
                    <a:pt x="2143812" y="2176288"/>
                  </a:lnTo>
                  <a:lnTo>
                    <a:pt x="2187132" y="2245123"/>
                  </a:lnTo>
                  <a:lnTo>
                    <a:pt x="2230681" y="2315113"/>
                  </a:lnTo>
                  <a:lnTo>
                    <a:pt x="2274339" y="2385653"/>
                  </a:lnTo>
                  <a:lnTo>
                    <a:pt x="2317984" y="2456121"/>
                  </a:lnTo>
                  <a:lnTo>
                    <a:pt x="2361489" y="2525895"/>
                  </a:lnTo>
                  <a:lnTo>
                    <a:pt x="2404742" y="2594379"/>
                  </a:lnTo>
                  <a:lnTo>
                    <a:pt x="2447650" y="2661026"/>
                  </a:lnTo>
                  <a:lnTo>
                    <a:pt x="2490148" y="2725347"/>
                  </a:lnTo>
                  <a:lnTo>
                    <a:pt x="2532209" y="2786935"/>
                  </a:lnTo>
                  <a:lnTo>
                    <a:pt x="2573846" y="2845465"/>
                  </a:lnTo>
                  <a:lnTo>
                    <a:pt x="2615122" y="2900704"/>
                  </a:lnTo>
                  <a:lnTo>
                    <a:pt x="2656152" y="2952504"/>
                  </a:lnTo>
                  <a:lnTo>
                    <a:pt x="2697109" y="3000802"/>
                  </a:lnTo>
                  <a:lnTo>
                    <a:pt x="2738233" y="3045614"/>
                  </a:lnTo>
                  <a:lnTo>
                    <a:pt x="2770117" y="3077708"/>
                  </a:lnTo>
                  <a:lnTo>
                    <a:pt x="2818902" y="3122198"/>
                  </a:lnTo>
                  <a:lnTo>
                    <a:pt x="2869332" y="3162236"/>
                  </a:lnTo>
                  <a:lnTo>
                    <a:pt x="2922186" y="3198050"/>
                  </a:lnTo>
                  <a:lnTo>
                    <a:pt x="2978335" y="3230022"/>
                  </a:lnTo>
                  <a:lnTo>
                    <a:pt x="3038668" y="3258587"/>
                  </a:lnTo>
                  <a:lnTo>
                    <a:pt x="3104016" y="3284162"/>
                  </a:lnTo>
                  <a:lnTo>
                    <a:pt x="3175058" y="3307116"/>
                  </a:lnTo>
                  <a:lnTo>
                    <a:pt x="3252196" y="3327748"/>
                  </a:lnTo>
                  <a:lnTo>
                    <a:pt x="3335391" y="3346279"/>
                  </a:lnTo>
                  <a:lnTo>
                    <a:pt x="3423961" y="3362844"/>
                  </a:lnTo>
                  <a:lnTo>
                    <a:pt x="3516389" y="3377505"/>
                  </a:lnTo>
                  <a:lnTo>
                    <a:pt x="3610183" y="3390255"/>
                  </a:lnTo>
                  <a:lnTo>
                    <a:pt x="3701899" y="3401053"/>
                  </a:lnTo>
                  <a:lnTo>
                    <a:pt x="3787406" y="3409859"/>
                  </a:lnTo>
                  <a:lnTo>
                    <a:pt x="3862460" y="3416681"/>
                  </a:lnTo>
                  <a:lnTo>
                    <a:pt x="3923483" y="3421613"/>
                  </a:lnTo>
                  <a:lnTo>
                    <a:pt x="3968367" y="3424858"/>
                  </a:lnTo>
                  <a:lnTo>
                    <a:pt x="3997030" y="3426722"/>
                  </a:lnTo>
                  <a:lnTo>
                    <a:pt x="4011584" y="3427576"/>
                  </a:lnTo>
                  <a:lnTo>
                    <a:pt x="4016132" y="3427819"/>
                  </a:lnTo>
                  <a:lnTo>
                    <a:pt x="4016409" y="3427832"/>
                  </a:lnTo>
                  <a:lnTo>
                    <a:pt x="4538543" y="3427832"/>
                  </a:lnTo>
                  <a:lnTo>
                    <a:pt x="4539647" y="3427741"/>
                  </a:lnTo>
                  <a:lnTo>
                    <a:pt x="4546888" y="3427092"/>
                  </a:lnTo>
                  <a:lnTo>
                    <a:pt x="4565078" y="3425295"/>
                  </a:lnTo>
                  <a:lnTo>
                    <a:pt x="4597429" y="3421763"/>
                  </a:lnTo>
                  <a:lnTo>
                    <a:pt x="4645297" y="3415961"/>
                  </a:lnTo>
                  <a:lnTo>
                    <a:pt x="4708083" y="3407469"/>
                  </a:lnTo>
                  <a:lnTo>
                    <a:pt x="4783471" y="3396021"/>
                  </a:lnTo>
                  <a:lnTo>
                    <a:pt x="4867979" y="3381509"/>
                  </a:lnTo>
                  <a:lnTo>
                    <a:pt x="4957677" y="3363938"/>
                  </a:lnTo>
                  <a:lnTo>
                    <a:pt x="5048839" y="3343374"/>
                  </a:lnTo>
                  <a:lnTo>
                    <a:pt x="5138401" y="3319876"/>
                  </a:lnTo>
                  <a:lnTo>
                    <a:pt x="5224165" y="3293444"/>
                  </a:lnTo>
                  <a:lnTo>
                    <a:pt x="5304794" y="3263981"/>
                  </a:lnTo>
                  <a:lnTo>
                    <a:pt x="5379693" y="3231277"/>
                  </a:lnTo>
                  <a:lnTo>
                    <a:pt x="5448832" y="3195003"/>
                  </a:lnTo>
                  <a:lnTo>
                    <a:pt x="5512575" y="3154713"/>
                  </a:lnTo>
                  <a:lnTo>
                    <a:pt x="5571538" y="3109859"/>
                  </a:lnTo>
                  <a:lnTo>
                    <a:pt x="5626478" y="3059820"/>
                  </a:lnTo>
                  <a:lnTo>
                    <a:pt x="5678208" y="3003946"/>
                  </a:lnTo>
                  <a:lnTo>
                    <a:pt x="5727534" y="2941645"/>
                  </a:lnTo>
                  <a:lnTo>
                    <a:pt x="5775190" y="2872526"/>
                  </a:lnTo>
                  <a:lnTo>
                    <a:pt x="5784835" y="2857468"/>
                  </a:lnTo>
                  <a:lnTo>
                    <a:pt x="5819336" y="2800726"/>
                  </a:lnTo>
                  <a:lnTo>
                    <a:pt x="5853524" y="2740141"/>
                  </a:lnTo>
                  <a:lnTo>
                    <a:pt x="5887578" y="2675636"/>
                  </a:lnTo>
                  <a:lnTo>
                    <a:pt x="5921643" y="2607183"/>
                  </a:lnTo>
                  <a:lnTo>
                    <a:pt x="5955831" y="2534814"/>
                  </a:lnTo>
                  <a:lnTo>
                    <a:pt x="5990226" y="2458625"/>
                  </a:lnTo>
                  <a:lnTo>
                    <a:pt x="6024884" y="2378776"/>
                  </a:lnTo>
                  <a:lnTo>
                    <a:pt x="6059836" y="2295500"/>
                  </a:lnTo>
                  <a:lnTo>
                    <a:pt x="6095092" y="2209095"/>
                  </a:lnTo>
                  <a:lnTo>
                    <a:pt x="6130640" y="2119931"/>
                  </a:lnTo>
                  <a:lnTo>
                    <a:pt x="6166450" y="2028435"/>
                  </a:lnTo>
                  <a:lnTo>
                    <a:pt x="6202477" y="1935093"/>
                  </a:lnTo>
                  <a:lnTo>
                    <a:pt x="6238663" y="1840435"/>
                  </a:lnTo>
                  <a:lnTo>
                    <a:pt x="6274943" y="1745021"/>
                  </a:lnTo>
                  <a:lnTo>
                    <a:pt x="6311243" y="1649434"/>
                  </a:lnTo>
                  <a:lnTo>
                    <a:pt x="6347493" y="1554260"/>
                  </a:lnTo>
                  <a:lnTo>
                    <a:pt x="6383622" y="1460072"/>
                  </a:lnTo>
                  <a:lnTo>
                    <a:pt x="6419567" y="1367423"/>
                  </a:lnTo>
                  <a:lnTo>
                    <a:pt x="6455274" y="1276824"/>
                  </a:lnTo>
                  <a:lnTo>
                    <a:pt x="6490706" y="1188738"/>
                  </a:lnTo>
                  <a:lnTo>
                    <a:pt x="6525838" y="1103571"/>
                  </a:lnTo>
                  <a:lnTo>
                    <a:pt x="6560668" y="1021662"/>
                  </a:lnTo>
                  <a:lnTo>
                    <a:pt x="6595213" y="943284"/>
                  </a:lnTo>
                  <a:lnTo>
                    <a:pt x="6629515" y="868639"/>
                  </a:lnTo>
                  <a:lnTo>
                    <a:pt x="6663641" y="797862"/>
                  </a:lnTo>
                  <a:lnTo>
                    <a:pt x="6697686" y="731021"/>
                  </a:lnTo>
                  <a:lnTo>
                    <a:pt x="6731775" y="668123"/>
                  </a:lnTo>
                  <a:lnTo>
                    <a:pt x="6766067" y="609120"/>
                  </a:lnTo>
                  <a:lnTo>
                    <a:pt x="6786527" y="576011"/>
                  </a:lnTo>
                  <a:lnTo>
                    <a:pt x="6833920" y="505475"/>
                  </a:lnTo>
                  <a:lnTo>
                    <a:pt x="6882846" y="441795"/>
                  </a:lnTo>
                  <a:lnTo>
                    <a:pt x="6934018" y="384645"/>
                  </a:lnTo>
                  <a:lnTo>
                    <a:pt x="6988231" y="333459"/>
                  </a:lnTo>
                  <a:lnTo>
                    <a:pt x="7046302" y="287592"/>
                  </a:lnTo>
                  <a:lnTo>
                    <a:pt x="7109007" y="246412"/>
                  </a:lnTo>
                  <a:lnTo>
                    <a:pt x="7176997" y="209352"/>
                  </a:lnTo>
                  <a:lnTo>
                    <a:pt x="7250699" y="175945"/>
                  </a:lnTo>
                  <a:lnTo>
                    <a:pt x="7330179" y="145838"/>
                  </a:lnTo>
                  <a:lnTo>
                    <a:pt x="7414969" y="118794"/>
                  </a:lnTo>
                  <a:lnTo>
                    <a:pt x="7503901" y="94696"/>
                  </a:lnTo>
                  <a:lnTo>
                    <a:pt x="7594958" y="73525"/>
                  </a:lnTo>
                  <a:lnTo>
                    <a:pt x="7685243" y="55334"/>
                  </a:lnTo>
                  <a:lnTo>
                    <a:pt x="7771141" y="40189"/>
                  </a:lnTo>
                  <a:lnTo>
                    <a:pt x="7848713" y="28116"/>
                  </a:lnTo>
                  <a:lnTo>
                    <a:pt x="7914327" y="19033"/>
                  </a:lnTo>
                  <a:lnTo>
                    <a:pt x="7965371" y="12707"/>
                  </a:lnTo>
                  <a:lnTo>
                    <a:pt x="8000865" y="8749"/>
                  </a:lnTo>
                  <a:lnTo>
                    <a:pt x="8021760" y="6643"/>
                  </a:lnTo>
                  <a:lnTo>
                    <a:pt x="8030907" y="5807"/>
                  </a:lnTo>
                  <a:lnTo>
                    <a:pt x="8032819" y="5647"/>
                  </a:lnTo>
                  <a:lnTo>
                    <a:pt x="8554953" y="5647"/>
                  </a:lnTo>
                  <a:lnTo>
                    <a:pt x="8554953" y="0"/>
                  </a:lnTo>
                  <a:lnTo>
                    <a:pt x="8032819" y="0"/>
                  </a:lnTo>
                  <a:lnTo>
                    <a:pt x="8031715" y="91"/>
                  </a:lnTo>
                  <a:lnTo>
                    <a:pt x="8024473" y="740"/>
                  </a:lnTo>
                  <a:lnTo>
                    <a:pt x="8006284" y="2536"/>
                  </a:lnTo>
                  <a:lnTo>
                    <a:pt x="7973933" y="6069"/>
                  </a:lnTo>
                  <a:lnTo>
                    <a:pt x="7926065" y="11871"/>
                  </a:lnTo>
                  <a:lnTo>
                    <a:pt x="7863279" y="20363"/>
                  </a:lnTo>
                  <a:lnTo>
                    <a:pt x="7787891" y="31811"/>
                  </a:lnTo>
                  <a:lnTo>
                    <a:pt x="7703383" y="46323"/>
                  </a:lnTo>
                  <a:lnTo>
                    <a:pt x="7613685" y="63894"/>
                  </a:lnTo>
                  <a:lnTo>
                    <a:pt x="7522523" y="84458"/>
                  </a:lnTo>
                  <a:lnTo>
                    <a:pt x="7432961" y="107956"/>
                  </a:lnTo>
                  <a:lnTo>
                    <a:pt x="7347197" y="134388"/>
                  </a:lnTo>
                  <a:lnTo>
                    <a:pt x="7266568" y="163851"/>
                  </a:lnTo>
                  <a:lnTo>
                    <a:pt x="7191668" y="196555"/>
                  </a:lnTo>
                  <a:lnTo>
                    <a:pt x="7122530" y="232829"/>
                  </a:lnTo>
                  <a:lnTo>
                    <a:pt x="7058787" y="273119"/>
                  </a:lnTo>
                  <a:lnTo>
                    <a:pt x="6999824" y="317973"/>
                  </a:lnTo>
                  <a:lnTo>
                    <a:pt x="6944884" y="368012"/>
                  </a:lnTo>
                  <a:lnTo>
                    <a:pt x="6893154" y="423886"/>
                  </a:lnTo>
                  <a:lnTo>
                    <a:pt x="6843828" y="486187"/>
                  </a:lnTo>
                  <a:lnTo>
                    <a:pt x="6796171" y="555306"/>
                  </a:lnTo>
                  <a:lnTo>
                    <a:pt x="6786527" y="570364"/>
                  </a:lnTo>
                  <a:lnTo>
                    <a:pt x="6752026" y="627106"/>
                  </a:lnTo>
                  <a:lnTo>
                    <a:pt x="6717838" y="687691"/>
                  </a:lnTo>
                  <a:lnTo>
                    <a:pt x="6683784" y="752196"/>
                  </a:lnTo>
                  <a:lnTo>
                    <a:pt x="6649719" y="820649"/>
                  </a:lnTo>
                  <a:lnTo>
                    <a:pt x="6615531" y="893018"/>
                  </a:lnTo>
                  <a:lnTo>
                    <a:pt x="6581136" y="969207"/>
                  </a:lnTo>
                  <a:lnTo>
                    <a:pt x="6546478" y="1049056"/>
                  </a:lnTo>
                  <a:lnTo>
                    <a:pt x="6511526" y="1132332"/>
                  </a:lnTo>
                  <a:lnTo>
                    <a:pt x="6476270" y="1218737"/>
                  </a:lnTo>
                  <a:lnTo>
                    <a:pt x="6440722" y="1307901"/>
                  </a:lnTo>
                  <a:lnTo>
                    <a:pt x="6404912" y="1399397"/>
                  </a:lnTo>
                  <a:lnTo>
                    <a:pt x="6368885" y="1492739"/>
                  </a:lnTo>
                  <a:lnTo>
                    <a:pt x="6332699" y="1587397"/>
                  </a:lnTo>
                  <a:lnTo>
                    <a:pt x="6296419" y="1682811"/>
                  </a:lnTo>
                  <a:lnTo>
                    <a:pt x="6260118" y="1778398"/>
                  </a:lnTo>
                  <a:lnTo>
                    <a:pt x="6223869" y="1873572"/>
                  </a:lnTo>
                  <a:lnTo>
                    <a:pt x="6187740" y="1967759"/>
                  </a:lnTo>
                  <a:lnTo>
                    <a:pt x="6151795" y="2060409"/>
                  </a:lnTo>
                  <a:lnTo>
                    <a:pt x="6116087" y="2151008"/>
                  </a:lnTo>
                  <a:lnTo>
                    <a:pt x="6080656" y="2239094"/>
                  </a:lnTo>
                  <a:lnTo>
                    <a:pt x="6045524" y="2324261"/>
                  </a:lnTo>
                  <a:lnTo>
                    <a:pt x="6010694" y="2406170"/>
                  </a:lnTo>
                  <a:lnTo>
                    <a:pt x="5976149" y="2484548"/>
                  </a:lnTo>
                  <a:lnTo>
                    <a:pt x="5941847" y="2559192"/>
                  </a:lnTo>
                  <a:lnTo>
                    <a:pt x="5907721" y="2629970"/>
                  </a:lnTo>
                  <a:lnTo>
                    <a:pt x="5873676" y="2696811"/>
                  </a:lnTo>
                  <a:lnTo>
                    <a:pt x="5839586" y="2759709"/>
                  </a:lnTo>
                  <a:lnTo>
                    <a:pt x="5805295" y="2818712"/>
                  </a:lnTo>
                  <a:lnTo>
                    <a:pt x="5784835" y="2851821"/>
                  </a:lnTo>
                  <a:lnTo>
                    <a:pt x="5737442" y="2922357"/>
                  </a:lnTo>
                  <a:lnTo>
                    <a:pt x="5688515" y="2986037"/>
                  </a:lnTo>
                  <a:lnTo>
                    <a:pt x="5637344" y="3043187"/>
                  </a:lnTo>
                  <a:lnTo>
                    <a:pt x="5583131" y="3094373"/>
                  </a:lnTo>
                  <a:lnTo>
                    <a:pt x="5525060" y="3140240"/>
                  </a:lnTo>
                  <a:lnTo>
                    <a:pt x="5462355" y="3181420"/>
                  </a:lnTo>
                  <a:lnTo>
                    <a:pt x="5394365" y="3218480"/>
                  </a:lnTo>
                  <a:lnTo>
                    <a:pt x="5320663" y="3251886"/>
                  </a:lnTo>
                  <a:lnTo>
                    <a:pt x="5241183" y="3281994"/>
                  </a:lnTo>
                  <a:lnTo>
                    <a:pt x="5156393" y="3309038"/>
                  </a:lnTo>
                  <a:lnTo>
                    <a:pt x="5067461" y="3333136"/>
                  </a:lnTo>
                  <a:lnTo>
                    <a:pt x="4976404" y="3354306"/>
                  </a:lnTo>
                  <a:lnTo>
                    <a:pt x="4886118" y="3372498"/>
                  </a:lnTo>
                  <a:lnTo>
                    <a:pt x="4800221" y="3387643"/>
                  </a:lnTo>
                  <a:lnTo>
                    <a:pt x="4722649" y="3399716"/>
                  </a:lnTo>
                  <a:lnTo>
                    <a:pt x="4657035" y="3408799"/>
                  </a:lnTo>
                  <a:lnTo>
                    <a:pt x="4605991" y="3415125"/>
                  </a:lnTo>
                  <a:lnTo>
                    <a:pt x="4570497" y="3419083"/>
                  </a:lnTo>
                  <a:lnTo>
                    <a:pt x="4549602" y="3421189"/>
                  </a:lnTo>
                  <a:lnTo>
                    <a:pt x="4540455" y="3422025"/>
                  </a:lnTo>
                  <a:lnTo>
                    <a:pt x="4538543" y="3422185"/>
                  </a:lnTo>
                  <a:lnTo>
                    <a:pt x="4016409" y="3422185"/>
                  </a:lnTo>
                  <a:lnTo>
                    <a:pt x="4015208" y="3422124"/>
                  </a:lnTo>
                  <a:lnTo>
                    <a:pt x="4007348" y="3421689"/>
                  </a:lnTo>
                  <a:lnTo>
                    <a:pt x="3987658" y="3420487"/>
                  </a:lnTo>
                  <a:lnTo>
                    <a:pt x="3952779" y="3418124"/>
                  </a:lnTo>
                  <a:lnTo>
                    <a:pt x="3901450" y="3414250"/>
                  </a:lnTo>
                  <a:lnTo>
                    <a:pt x="3834588" y="3408597"/>
                  </a:lnTo>
                  <a:lnTo>
                    <a:pt x="3754961" y="3401004"/>
                  </a:lnTo>
                  <a:lnTo>
                    <a:pt x="3666510" y="3391416"/>
                  </a:lnTo>
                  <a:lnTo>
                    <a:pt x="3573517" y="3379848"/>
                  </a:lnTo>
                  <a:lnTo>
                    <a:pt x="3479897" y="3366347"/>
                  </a:lnTo>
                  <a:lnTo>
                    <a:pt x="3388737" y="3350943"/>
                  </a:lnTo>
                  <a:lnTo>
                    <a:pt x="3302140" y="3333620"/>
                  </a:lnTo>
                  <a:lnTo>
                    <a:pt x="3221275" y="3314288"/>
                  </a:lnTo>
                  <a:lnTo>
                    <a:pt x="3146546" y="3292777"/>
                  </a:lnTo>
                  <a:lnTo>
                    <a:pt x="3077798" y="3268837"/>
                  </a:lnTo>
                  <a:lnTo>
                    <a:pt x="3014505" y="3242140"/>
                  </a:lnTo>
                  <a:lnTo>
                    <a:pt x="2955913" y="3212293"/>
                  </a:lnTo>
                  <a:lnTo>
                    <a:pt x="2901160" y="3178868"/>
                  </a:lnTo>
                  <a:lnTo>
                    <a:pt x="2849355" y="3141442"/>
                  </a:lnTo>
                  <a:lnTo>
                    <a:pt x="2799654" y="3099675"/>
                  </a:lnTo>
                  <a:lnTo>
                    <a:pt x="2770117" y="3072061"/>
                  </a:lnTo>
                  <a:lnTo>
                    <a:pt x="2728658" y="3029874"/>
                  </a:lnTo>
                  <a:lnTo>
                    <a:pt x="2687598" y="2984257"/>
                  </a:lnTo>
                  <a:lnTo>
                    <a:pt x="2646643" y="2935145"/>
                  </a:lnTo>
                  <a:lnTo>
                    <a:pt x="2605569" y="2882538"/>
                  </a:lnTo>
                  <a:lnTo>
                    <a:pt x="2564217" y="2826519"/>
                  </a:lnTo>
                  <a:lnTo>
                    <a:pt x="2522485" y="2767255"/>
                  </a:lnTo>
                  <a:lnTo>
                    <a:pt x="2480323" y="2705001"/>
                  </a:lnTo>
                  <a:lnTo>
                    <a:pt x="2437725" y="2640100"/>
                  </a:lnTo>
                  <a:lnTo>
                    <a:pt x="2394731" y="2572982"/>
                  </a:lnTo>
                  <a:lnTo>
                    <a:pt x="2351410" y="2504147"/>
                  </a:lnTo>
                  <a:lnTo>
                    <a:pt x="2307862" y="2434157"/>
                  </a:lnTo>
                  <a:lnTo>
                    <a:pt x="2264203" y="2363617"/>
                  </a:lnTo>
                  <a:lnTo>
                    <a:pt x="2220559" y="2293149"/>
                  </a:lnTo>
                  <a:lnTo>
                    <a:pt x="2177053" y="2223375"/>
                  </a:lnTo>
                  <a:lnTo>
                    <a:pt x="2133800" y="2154890"/>
                  </a:lnTo>
                  <a:lnTo>
                    <a:pt x="2090893" y="2088244"/>
                  </a:lnTo>
                  <a:lnTo>
                    <a:pt x="2048394" y="2023923"/>
                  </a:lnTo>
                  <a:lnTo>
                    <a:pt x="2006334" y="1962335"/>
                  </a:lnTo>
                  <a:lnTo>
                    <a:pt x="1964696" y="1903805"/>
                  </a:lnTo>
                  <a:lnTo>
                    <a:pt x="1923420" y="1848566"/>
                  </a:lnTo>
                  <a:lnTo>
                    <a:pt x="1882390" y="1796766"/>
                  </a:lnTo>
                  <a:lnTo>
                    <a:pt x="1841433" y="1748467"/>
                  </a:lnTo>
                  <a:lnTo>
                    <a:pt x="1800309" y="1703655"/>
                  </a:lnTo>
                  <a:lnTo>
                    <a:pt x="1768425" y="1671562"/>
                  </a:lnTo>
                  <a:lnTo>
                    <a:pt x="1719640" y="1627072"/>
                  </a:lnTo>
                  <a:lnTo>
                    <a:pt x="1669210" y="1587034"/>
                  </a:lnTo>
                  <a:lnTo>
                    <a:pt x="1616356" y="1551220"/>
                  </a:lnTo>
                  <a:lnTo>
                    <a:pt x="1560207" y="1519248"/>
                  </a:lnTo>
                  <a:lnTo>
                    <a:pt x="1499874" y="1490683"/>
                  </a:lnTo>
                  <a:lnTo>
                    <a:pt x="1434526" y="1465108"/>
                  </a:lnTo>
                  <a:lnTo>
                    <a:pt x="1363484" y="1442154"/>
                  </a:lnTo>
                  <a:lnTo>
                    <a:pt x="1286346" y="1421522"/>
                  </a:lnTo>
                  <a:lnTo>
                    <a:pt x="1203152" y="1402991"/>
                  </a:lnTo>
                  <a:lnTo>
                    <a:pt x="1114581" y="1386426"/>
                  </a:lnTo>
                  <a:lnTo>
                    <a:pt x="1022153" y="1371765"/>
                  </a:lnTo>
                  <a:lnTo>
                    <a:pt x="928359" y="1359015"/>
                  </a:lnTo>
                  <a:lnTo>
                    <a:pt x="836644" y="1348217"/>
                  </a:lnTo>
                  <a:lnTo>
                    <a:pt x="751136" y="1339411"/>
                  </a:lnTo>
                  <a:lnTo>
                    <a:pt x="676082" y="1332589"/>
                  </a:lnTo>
                  <a:lnTo>
                    <a:pt x="615059" y="1327657"/>
                  </a:lnTo>
                  <a:lnTo>
                    <a:pt x="570176" y="1324412"/>
                  </a:lnTo>
                  <a:lnTo>
                    <a:pt x="541512" y="1322548"/>
                  </a:lnTo>
                  <a:lnTo>
                    <a:pt x="526958" y="1321694"/>
                  </a:lnTo>
                  <a:lnTo>
                    <a:pt x="522410" y="1321451"/>
                  </a:lnTo>
                  <a:lnTo>
                    <a:pt x="522133" y="1321438"/>
                  </a:lnTo>
                  <a:lnTo>
                    <a:pt x="0" y="1321438"/>
                  </a:lnTo>
                  <a:close/>
                </a:path>
              </a:pathLst>
            </a:custGeom>
            <a:solidFill>
              <a:srgbClr val="8FA8D6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429" name="pl429"/>
            <p:cNvSpPr/>
            <p:nvPr/>
          </p:nvSpPr>
          <p:spPr>
            <a:xfrm>
              <a:off x="386606" y="1315430"/>
              <a:ext cx="8554953" cy="3422185"/>
            </a:xfrm>
            <a:custGeom>
              <a:avLst/>
              <a:pathLst>
                <a:path w="8554953" h="3422185">
                  <a:moveTo>
                    <a:pt x="0" y="1321438"/>
                  </a:moveTo>
                  <a:lnTo>
                    <a:pt x="522133" y="1321438"/>
                  </a:lnTo>
                  <a:lnTo>
                    <a:pt x="523334" y="1321498"/>
                  </a:lnTo>
                  <a:lnTo>
                    <a:pt x="531195" y="1321933"/>
                  </a:lnTo>
                  <a:lnTo>
                    <a:pt x="550884" y="1323136"/>
                  </a:lnTo>
                  <a:lnTo>
                    <a:pt x="585763" y="1325499"/>
                  </a:lnTo>
                  <a:lnTo>
                    <a:pt x="637092" y="1329373"/>
                  </a:lnTo>
                  <a:lnTo>
                    <a:pt x="703955" y="1335026"/>
                  </a:lnTo>
                  <a:lnTo>
                    <a:pt x="783581" y="1342618"/>
                  </a:lnTo>
                  <a:lnTo>
                    <a:pt x="872033" y="1352207"/>
                  </a:lnTo>
                  <a:lnTo>
                    <a:pt x="965025" y="1363775"/>
                  </a:lnTo>
                  <a:lnTo>
                    <a:pt x="1058645" y="1377276"/>
                  </a:lnTo>
                  <a:lnTo>
                    <a:pt x="1149805" y="1392680"/>
                  </a:lnTo>
                  <a:lnTo>
                    <a:pt x="1236402" y="1410003"/>
                  </a:lnTo>
                  <a:lnTo>
                    <a:pt x="1317268" y="1429335"/>
                  </a:lnTo>
                  <a:lnTo>
                    <a:pt x="1391997" y="1450845"/>
                  </a:lnTo>
                  <a:lnTo>
                    <a:pt x="1460744" y="1474785"/>
                  </a:lnTo>
                  <a:lnTo>
                    <a:pt x="1524037" y="1501483"/>
                  </a:lnTo>
                  <a:lnTo>
                    <a:pt x="1582629" y="1531329"/>
                  </a:lnTo>
                  <a:lnTo>
                    <a:pt x="1637383" y="1564754"/>
                  </a:lnTo>
                  <a:lnTo>
                    <a:pt x="1689188" y="1602181"/>
                  </a:lnTo>
                  <a:lnTo>
                    <a:pt x="1738889" y="1643948"/>
                  </a:lnTo>
                  <a:lnTo>
                    <a:pt x="1768425" y="1671562"/>
                  </a:lnTo>
                  <a:lnTo>
                    <a:pt x="1809884" y="1713749"/>
                  </a:lnTo>
                  <a:lnTo>
                    <a:pt x="1850944" y="1759365"/>
                  </a:lnTo>
                  <a:lnTo>
                    <a:pt x="1891900" y="1808478"/>
                  </a:lnTo>
                  <a:lnTo>
                    <a:pt x="1932973" y="1861085"/>
                  </a:lnTo>
                  <a:lnTo>
                    <a:pt x="1974325" y="1917104"/>
                  </a:lnTo>
                  <a:lnTo>
                    <a:pt x="2016057" y="1976368"/>
                  </a:lnTo>
                  <a:lnTo>
                    <a:pt x="2058220" y="2038622"/>
                  </a:lnTo>
                  <a:lnTo>
                    <a:pt x="2100817" y="2103522"/>
                  </a:lnTo>
                  <a:lnTo>
                    <a:pt x="2143812" y="2170641"/>
                  </a:lnTo>
                  <a:lnTo>
                    <a:pt x="2187132" y="2239476"/>
                  </a:lnTo>
                  <a:lnTo>
                    <a:pt x="2230681" y="2309466"/>
                  </a:lnTo>
                  <a:lnTo>
                    <a:pt x="2274339" y="2380006"/>
                  </a:lnTo>
                  <a:lnTo>
                    <a:pt x="2317984" y="2450473"/>
                  </a:lnTo>
                  <a:lnTo>
                    <a:pt x="2361489" y="2520247"/>
                  </a:lnTo>
                  <a:lnTo>
                    <a:pt x="2404742" y="2588732"/>
                  </a:lnTo>
                  <a:lnTo>
                    <a:pt x="2447650" y="2655378"/>
                  </a:lnTo>
                  <a:lnTo>
                    <a:pt x="2490148" y="2719700"/>
                  </a:lnTo>
                  <a:lnTo>
                    <a:pt x="2532209" y="2781288"/>
                  </a:lnTo>
                  <a:lnTo>
                    <a:pt x="2573846" y="2839818"/>
                  </a:lnTo>
                  <a:lnTo>
                    <a:pt x="2615122" y="2895056"/>
                  </a:lnTo>
                  <a:lnTo>
                    <a:pt x="2656152" y="2946856"/>
                  </a:lnTo>
                  <a:lnTo>
                    <a:pt x="2697109" y="2995155"/>
                  </a:lnTo>
                  <a:lnTo>
                    <a:pt x="2738233" y="3039967"/>
                  </a:lnTo>
                  <a:lnTo>
                    <a:pt x="2770117" y="3072061"/>
                  </a:lnTo>
                  <a:lnTo>
                    <a:pt x="2818902" y="3116551"/>
                  </a:lnTo>
                  <a:lnTo>
                    <a:pt x="2869332" y="3156589"/>
                  </a:lnTo>
                  <a:lnTo>
                    <a:pt x="2922186" y="3192403"/>
                  </a:lnTo>
                  <a:lnTo>
                    <a:pt x="2978335" y="3224375"/>
                  </a:lnTo>
                  <a:lnTo>
                    <a:pt x="3038668" y="3252940"/>
                  </a:lnTo>
                  <a:lnTo>
                    <a:pt x="3104016" y="3278515"/>
                  </a:lnTo>
                  <a:lnTo>
                    <a:pt x="3175058" y="3301469"/>
                  </a:lnTo>
                  <a:lnTo>
                    <a:pt x="3252196" y="3322101"/>
                  </a:lnTo>
                  <a:lnTo>
                    <a:pt x="3335391" y="3340632"/>
                  </a:lnTo>
                  <a:lnTo>
                    <a:pt x="3423961" y="3357197"/>
                  </a:lnTo>
                  <a:lnTo>
                    <a:pt x="3516389" y="3371857"/>
                  </a:lnTo>
                  <a:lnTo>
                    <a:pt x="3610183" y="3384608"/>
                  </a:lnTo>
                  <a:lnTo>
                    <a:pt x="3701899" y="3395406"/>
                  </a:lnTo>
                  <a:lnTo>
                    <a:pt x="3787406" y="3404212"/>
                  </a:lnTo>
                  <a:lnTo>
                    <a:pt x="3862460" y="3411034"/>
                  </a:lnTo>
                  <a:lnTo>
                    <a:pt x="3923483" y="3415965"/>
                  </a:lnTo>
                  <a:lnTo>
                    <a:pt x="3968367" y="3419211"/>
                  </a:lnTo>
                  <a:lnTo>
                    <a:pt x="3997030" y="3421074"/>
                  </a:lnTo>
                  <a:lnTo>
                    <a:pt x="4011584" y="3421929"/>
                  </a:lnTo>
                  <a:lnTo>
                    <a:pt x="4016132" y="3422172"/>
                  </a:lnTo>
                  <a:lnTo>
                    <a:pt x="4016409" y="3422185"/>
                  </a:lnTo>
                  <a:lnTo>
                    <a:pt x="4538543" y="3422185"/>
                  </a:lnTo>
                  <a:lnTo>
                    <a:pt x="4539647" y="3422094"/>
                  </a:lnTo>
                  <a:lnTo>
                    <a:pt x="4546888" y="3421444"/>
                  </a:lnTo>
                  <a:lnTo>
                    <a:pt x="4565078" y="3419648"/>
                  </a:lnTo>
                  <a:lnTo>
                    <a:pt x="4597429" y="3416116"/>
                  </a:lnTo>
                  <a:lnTo>
                    <a:pt x="4645297" y="3410314"/>
                  </a:lnTo>
                  <a:lnTo>
                    <a:pt x="4708083" y="3401821"/>
                  </a:lnTo>
                  <a:lnTo>
                    <a:pt x="4783471" y="3390374"/>
                  </a:lnTo>
                  <a:lnTo>
                    <a:pt x="4867979" y="3375861"/>
                  </a:lnTo>
                  <a:lnTo>
                    <a:pt x="4957677" y="3358291"/>
                  </a:lnTo>
                  <a:lnTo>
                    <a:pt x="5048839" y="3337727"/>
                  </a:lnTo>
                  <a:lnTo>
                    <a:pt x="5138401" y="3314229"/>
                  </a:lnTo>
                  <a:lnTo>
                    <a:pt x="5224165" y="3287797"/>
                  </a:lnTo>
                  <a:lnTo>
                    <a:pt x="5304794" y="3258334"/>
                  </a:lnTo>
                  <a:lnTo>
                    <a:pt x="5379693" y="3225630"/>
                  </a:lnTo>
                  <a:lnTo>
                    <a:pt x="5448832" y="3189356"/>
                  </a:lnTo>
                  <a:lnTo>
                    <a:pt x="5512575" y="3149065"/>
                  </a:lnTo>
                  <a:lnTo>
                    <a:pt x="5571538" y="3104212"/>
                  </a:lnTo>
                  <a:lnTo>
                    <a:pt x="5626478" y="3054173"/>
                  </a:lnTo>
                  <a:lnTo>
                    <a:pt x="5678208" y="2998298"/>
                  </a:lnTo>
                  <a:lnTo>
                    <a:pt x="5727534" y="2935998"/>
                  </a:lnTo>
                  <a:lnTo>
                    <a:pt x="5775190" y="2866878"/>
                  </a:lnTo>
                  <a:lnTo>
                    <a:pt x="5784835" y="2851821"/>
                  </a:lnTo>
                  <a:lnTo>
                    <a:pt x="5819336" y="2795079"/>
                  </a:lnTo>
                  <a:lnTo>
                    <a:pt x="5853524" y="2734494"/>
                  </a:lnTo>
                  <a:lnTo>
                    <a:pt x="5887578" y="2669988"/>
                  </a:lnTo>
                  <a:lnTo>
                    <a:pt x="5921643" y="2601535"/>
                  </a:lnTo>
                  <a:lnTo>
                    <a:pt x="5955831" y="2529167"/>
                  </a:lnTo>
                  <a:lnTo>
                    <a:pt x="5990226" y="2452977"/>
                  </a:lnTo>
                  <a:lnTo>
                    <a:pt x="6024884" y="2373129"/>
                  </a:lnTo>
                  <a:lnTo>
                    <a:pt x="6059836" y="2289852"/>
                  </a:lnTo>
                  <a:lnTo>
                    <a:pt x="6095092" y="2203448"/>
                  </a:lnTo>
                  <a:lnTo>
                    <a:pt x="6130640" y="2114283"/>
                  </a:lnTo>
                  <a:lnTo>
                    <a:pt x="6166450" y="2022788"/>
                  </a:lnTo>
                  <a:lnTo>
                    <a:pt x="6202477" y="1929446"/>
                  </a:lnTo>
                  <a:lnTo>
                    <a:pt x="6238663" y="1834787"/>
                  </a:lnTo>
                  <a:lnTo>
                    <a:pt x="6274943" y="1739374"/>
                  </a:lnTo>
                  <a:lnTo>
                    <a:pt x="6311243" y="1643787"/>
                  </a:lnTo>
                  <a:lnTo>
                    <a:pt x="6347493" y="1548612"/>
                  </a:lnTo>
                  <a:lnTo>
                    <a:pt x="6383622" y="1454425"/>
                  </a:lnTo>
                  <a:lnTo>
                    <a:pt x="6419567" y="1361776"/>
                  </a:lnTo>
                  <a:lnTo>
                    <a:pt x="6455274" y="1271177"/>
                  </a:lnTo>
                  <a:lnTo>
                    <a:pt x="6490706" y="1183091"/>
                  </a:lnTo>
                  <a:lnTo>
                    <a:pt x="6525838" y="1097923"/>
                  </a:lnTo>
                  <a:lnTo>
                    <a:pt x="6560668" y="1016015"/>
                  </a:lnTo>
                  <a:lnTo>
                    <a:pt x="6595213" y="937637"/>
                  </a:lnTo>
                  <a:lnTo>
                    <a:pt x="6629515" y="862992"/>
                  </a:lnTo>
                  <a:lnTo>
                    <a:pt x="6663641" y="792215"/>
                  </a:lnTo>
                  <a:lnTo>
                    <a:pt x="6697686" y="725374"/>
                  </a:lnTo>
                  <a:lnTo>
                    <a:pt x="6731775" y="662476"/>
                  </a:lnTo>
                  <a:lnTo>
                    <a:pt x="6766067" y="603473"/>
                  </a:lnTo>
                  <a:lnTo>
                    <a:pt x="6786527" y="570364"/>
                  </a:lnTo>
                  <a:lnTo>
                    <a:pt x="6833920" y="499828"/>
                  </a:lnTo>
                  <a:lnTo>
                    <a:pt x="6882846" y="436148"/>
                  </a:lnTo>
                  <a:lnTo>
                    <a:pt x="6934018" y="378998"/>
                  </a:lnTo>
                  <a:lnTo>
                    <a:pt x="6988231" y="327812"/>
                  </a:lnTo>
                  <a:lnTo>
                    <a:pt x="7046302" y="281945"/>
                  </a:lnTo>
                  <a:lnTo>
                    <a:pt x="7109007" y="240765"/>
                  </a:lnTo>
                  <a:lnTo>
                    <a:pt x="7176997" y="203705"/>
                  </a:lnTo>
                  <a:lnTo>
                    <a:pt x="7250699" y="170298"/>
                  </a:lnTo>
                  <a:lnTo>
                    <a:pt x="7330179" y="140190"/>
                  </a:lnTo>
                  <a:lnTo>
                    <a:pt x="7414969" y="113147"/>
                  </a:lnTo>
                  <a:lnTo>
                    <a:pt x="7503901" y="89048"/>
                  </a:lnTo>
                  <a:lnTo>
                    <a:pt x="7594958" y="67878"/>
                  </a:lnTo>
                  <a:lnTo>
                    <a:pt x="7685243" y="49686"/>
                  </a:lnTo>
                  <a:lnTo>
                    <a:pt x="7771141" y="34542"/>
                  </a:lnTo>
                  <a:lnTo>
                    <a:pt x="7848713" y="22469"/>
                  </a:lnTo>
                  <a:lnTo>
                    <a:pt x="7914327" y="13386"/>
                  </a:lnTo>
                  <a:lnTo>
                    <a:pt x="7965371" y="7060"/>
                  </a:lnTo>
                  <a:lnTo>
                    <a:pt x="8000865" y="3102"/>
                  </a:lnTo>
                  <a:lnTo>
                    <a:pt x="8021760" y="996"/>
                  </a:lnTo>
                  <a:lnTo>
                    <a:pt x="8030907" y="160"/>
                  </a:lnTo>
                  <a:lnTo>
                    <a:pt x="8032809" y="0"/>
                  </a:lnTo>
                  <a:lnTo>
                    <a:pt x="8032819" y="0"/>
                  </a:lnTo>
                  <a:lnTo>
                    <a:pt x="8554953" y="0"/>
                  </a:lnTo>
                  <a:lnTo>
                    <a:pt x="8554953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430" name="pl430"/>
            <p:cNvSpPr/>
            <p:nvPr/>
          </p:nvSpPr>
          <p:spPr>
            <a:xfrm>
              <a:off x="386606" y="1309783"/>
              <a:ext cx="8554953" cy="3422185"/>
            </a:xfrm>
            <a:custGeom>
              <a:avLst/>
              <a:pathLst>
                <a:path w="8554953" h="3422185">
                  <a:moveTo>
                    <a:pt x="8554953" y="0"/>
                  </a:moveTo>
                  <a:lnTo>
                    <a:pt x="8032819" y="0"/>
                  </a:lnTo>
                  <a:lnTo>
                    <a:pt x="8031715" y="91"/>
                  </a:lnTo>
                  <a:lnTo>
                    <a:pt x="8024473" y="740"/>
                  </a:lnTo>
                  <a:lnTo>
                    <a:pt x="8006284" y="2536"/>
                  </a:lnTo>
                  <a:lnTo>
                    <a:pt x="7973933" y="6069"/>
                  </a:lnTo>
                  <a:lnTo>
                    <a:pt x="7926065" y="11871"/>
                  </a:lnTo>
                  <a:lnTo>
                    <a:pt x="7863279" y="20363"/>
                  </a:lnTo>
                  <a:lnTo>
                    <a:pt x="7787891" y="31811"/>
                  </a:lnTo>
                  <a:lnTo>
                    <a:pt x="7703383" y="46323"/>
                  </a:lnTo>
                  <a:lnTo>
                    <a:pt x="7613685" y="63894"/>
                  </a:lnTo>
                  <a:lnTo>
                    <a:pt x="7522523" y="84458"/>
                  </a:lnTo>
                  <a:lnTo>
                    <a:pt x="7432961" y="107956"/>
                  </a:lnTo>
                  <a:lnTo>
                    <a:pt x="7347197" y="134388"/>
                  </a:lnTo>
                  <a:lnTo>
                    <a:pt x="7266568" y="163851"/>
                  </a:lnTo>
                  <a:lnTo>
                    <a:pt x="7191668" y="196555"/>
                  </a:lnTo>
                  <a:lnTo>
                    <a:pt x="7122530" y="232829"/>
                  </a:lnTo>
                  <a:lnTo>
                    <a:pt x="7058787" y="273119"/>
                  </a:lnTo>
                  <a:lnTo>
                    <a:pt x="6999824" y="317973"/>
                  </a:lnTo>
                  <a:lnTo>
                    <a:pt x="6944884" y="368012"/>
                  </a:lnTo>
                  <a:lnTo>
                    <a:pt x="6893154" y="423886"/>
                  </a:lnTo>
                  <a:lnTo>
                    <a:pt x="6843828" y="486187"/>
                  </a:lnTo>
                  <a:lnTo>
                    <a:pt x="6796171" y="555306"/>
                  </a:lnTo>
                  <a:lnTo>
                    <a:pt x="6786527" y="570364"/>
                  </a:lnTo>
                  <a:lnTo>
                    <a:pt x="6752026" y="627106"/>
                  </a:lnTo>
                  <a:lnTo>
                    <a:pt x="6717838" y="687691"/>
                  </a:lnTo>
                  <a:lnTo>
                    <a:pt x="6683784" y="752196"/>
                  </a:lnTo>
                  <a:lnTo>
                    <a:pt x="6649719" y="820649"/>
                  </a:lnTo>
                  <a:lnTo>
                    <a:pt x="6615531" y="893018"/>
                  </a:lnTo>
                  <a:lnTo>
                    <a:pt x="6581136" y="969207"/>
                  </a:lnTo>
                  <a:lnTo>
                    <a:pt x="6546478" y="1049056"/>
                  </a:lnTo>
                  <a:lnTo>
                    <a:pt x="6511526" y="1132332"/>
                  </a:lnTo>
                  <a:lnTo>
                    <a:pt x="6476270" y="1218737"/>
                  </a:lnTo>
                  <a:lnTo>
                    <a:pt x="6440722" y="1307901"/>
                  </a:lnTo>
                  <a:lnTo>
                    <a:pt x="6404912" y="1399397"/>
                  </a:lnTo>
                  <a:lnTo>
                    <a:pt x="6368885" y="1492739"/>
                  </a:lnTo>
                  <a:lnTo>
                    <a:pt x="6332699" y="1587397"/>
                  </a:lnTo>
                  <a:lnTo>
                    <a:pt x="6296419" y="1682811"/>
                  </a:lnTo>
                  <a:lnTo>
                    <a:pt x="6260118" y="1778398"/>
                  </a:lnTo>
                  <a:lnTo>
                    <a:pt x="6223869" y="1873572"/>
                  </a:lnTo>
                  <a:lnTo>
                    <a:pt x="6187740" y="1967759"/>
                  </a:lnTo>
                  <a:lnTo>
                    <a:pt x="6151795" y="2060409"/>
                  </a:lnTo>
                  <a:lnTo>
                    <a:pt x="6116087" y="2151008"/>
                  </a:lnTo>
                  <a:lnTo>
                    <a:pt x="6080656" y="2239094"/>
                  </a:lnTo>
                  <a:lnTo>
                    <a:pt x="6045524" y="2324261"/>
                  </a:lnTo>
                  <a:lnTo>
                    <a:pt x="6010694" y="2406170"/>
                  </a:lnTo>
                  <a:lnTo>
                    <a:pt x="5976149" y="2484548"/>
                  </a:lnTo>
                  <a:lnTo>
                    <a:pt x="5941847" y="2559192"/>
                  </a:lnTo>
                  <a:lnTo>
                    <a:pt x="5907721" y="2629970"/>
                  </a:lnTo>
                  <a:lnTo>
                    <a:pt x="5873676" y="2696811"/>
                  </a:lnTo>
                  <a:lnTo>
                    <a:pt x="5839586" y="2759709"/>
                  </a:lnTo>
                  <a:lnTo>
                    <a:pt x="5805295" y="2818712"/>
                  </a:lnTo>
                  <a:lnTo>
                    <a:pt x="5784835" y="2851821"/>
                  </a:lnTo>
                  <a:lnTo>
                    <a:pt x="5737442" y="2922357"/>
                  </a:lnTo>
                  <a:lnTo>
                    <a:pt x="5688515" y="2986037"/>
                  </a:lnTo>
                  <a:lnTo>
                    <a:pt x="5637344" y="3043187"/>
                  </a:lnTo>
                  <a:lnTo>
                    <a:pt x="5583131" y="3094373"/>
                  </a:lnTo>
                  <a:lnTo>
                    <a:pt x="5525060" y="3140240"/>
                  </a:lnTo>
                  <a:lnTo>
                    <a:pt x="5462355" y="3181420"/>
                  </a:lnTo>
                  <a:lnTo>
                    <a:pt x="5394365" y="3218480"/>
                  </a:lnTo>
                  <a:lnTo>
                    <a:pt x="5320663" y="3251886"/>
                  </a:lnTo>
                  <a:lnTo>
                    <a:pt x="5241183" y="3281994"/>
                  </a:lnTo>
                  <a:lnTo>
                    <a:pt x="5156393" y="3309038"/>
                  </a:lnTo>
                  <a:lnTo>
                    <a:pt x="5067461" y="3333136"/>
                  </a:lnTo>
                  <a:lnTo>
                    <a:pt x="4976404" y="3354306"/>
                  </a:lnTo>
                  <a:lnTo>
                    <a:pt x="4886118" y="3372498"/>
                  </a:lnTo>
                  <a:lnTo>
                    <a:pt x="4800221" y="3387643"/>
                  </a:lnTo>
                  <a:lnTo>
                    <a:pt x="4722649" y="3399716"/>
                  </a:lnTo>
                  <a:lnTo>
                    <a:pt x="4657035" y="3408799"/>
                  </a:lnTo>
                  <a:lnTo>
                    <a:pt x="4605991" y="3415125"/>
                  </a:lnTo>
                  <a:lnTo>
                    <a:pt x="4570497" y="3419083"/>
                  </a:lnTo>
                  <a:lnTo>
                    <a:pt x="4549602" y="3421189"/>
                  </a:lnTo>
                  <a:lnTo>
                    <a:pt x="4540455" y="3422025"/>
                  </a:lnTo>
                  <a:lnTo>
                    <a:pt x="4538553" y="3422184"/>
                  </a:lnTo>
                  <a:lnTo>
                    <a:pt x="4538543" y="3422185"/>
                  </a:lnTo>
                  <a:lnTo>
                    <a:pt x="4016409" y="3422185"/>
                  </a:lnTo>
                  <a:lnTo>
                    <a:pt x="4015208" y="3422124"/>
                  </a:lnTo>
                  <a:lnTo>
                    <a:pt x="4007348" y="3421689"/>
                  </a:lnTo>
                  <a:lnTo>
                    <a:pt x="3987658" y="3420487"/>
                  </a:lnTo>
                  <a:lnTo>
                    <a:pt x="3952779" y="3418124"/>
                  </a:lnTo>
                  <a:lnTo>
                    <a:pt x="3901450" y="3414250"/>
                  </a:lnTo>
                  <a:lnTo>
                    <a:pt x="3834588" y="3408597"/>
                  </a:lnTo>
                  <a:lnTo>
                    <a:pt x="3754961" y="3401004"/>
                  </a:lnTo>
                  <a:lnTo>
                    <a:pt x="3666510" y="3391416"/>
                  </a:lnTo>
                  <a:lnTo>
                    <a:pt x="3573517" y="3379848"/>
                  </a:lnTo>
                  <a:lnTo>
                    <a:pt x="3479897" y="3366347"/>
                  </a:lnTo>
                  <a:lnTo>
                    <a:pt x="3388737" y="3350943"/>
                  </a:lnTo>
                  <a:lnTo>
                    <a:pt x="3302140" y="3333620"/>
                  </a:lnTo>
                  <a:lnTo>
                    <a:pt x="3221275" y="3314288"/>
                  </a:lnTo>
                  <a:lnTo>
                    <a:pt x="3146546" y="3292777"/>
                  </a:lnTo>
                  <a:lnTo>
                    <a:pt x="3077798" y="3268837"/>
                  </a:lnTo>
                  <a:lnTo>
                    <a:pt x="3014505" y="3242140"/>
                  </a:lnTo>
                  <a:lnTo>
                    <a:pt x="2955913" y="3212293"/>
                  </a:lnTo>
                  <a:lnTo>
                    <a:pt x="2901160" y="3178868"/>
                  </a:lnTo>
                  <a:lnTo>
                    <a:pt x="2849355" y="3141442"/>
                  </a:lnTo>
                  <a:lnTo>
                    <a:pt x="2799654" y="3099675"/>
                  </a:lnTo>
                  <a:lnTo>
                    <a:pt x="2770117" y="3072061"/>
                  </a:lnTo>
                  <a:lnTo>
                    <a:pt x="2728658" y="3029874"/>
                  </a:lnTo>
                  <a:lnTo>
                    <a:pt x="2687598" y="2984257"/>
                  </a:lnTo>
                  <a:lnTo>
                    <a:pt x="2646643" y="2935145"/>
                  </a:lnTo>
                  <a:lnTo>
                    <a:pt x="2605569" y="2882538"/>
                  </a:lnTo>
                  <a:lnTo>
                    <a:pt x="2564217" y="2826519"/>
                  </a:lnTo>
                  <a:lnTo>
                    <a:pt x="2522485" y="2767255"/>
                  </a:lnTo>
                  <a:lnTo>
                    <a:pt x="2480323" y="2705001"/>
                  </a:lnTo>
                  <a:lnTo>
                    <a:pt x="2437725" y="2640100"/>
                  </a:lnTo>
                  <a:lnTo>
                    <a:pt x="2394731" y="2572982"/>
                  </a:lnTo>
                  <a:lnTo>
                    <a:pt x="2351410" y="2504147"/>
                  </a:lnTo>
                  <a:lnTo>
                    <a:pt x="2307862" y="2434157"/>
                  </a:lnTo>
                  <a:lnTo>
                    <a:pt x="2264203" y="2363617"/>
                  </a:lnTo>
                  <a:lnTo>
                    <a:pt x="2220559" y="2293149"/>
                  </a:lnTo>
                  <a:lnTo>
                    <a:pt x="2177053" y="2223375"/>
                  </a:lnTo>
                  <a:lnTo>
                    <a:pt x="2133800" y="2154890"/>
                  </a:lnTo>
                  <a:lnTo>
                    <a:pt x="2090893" y="2088244"/>
                  </a:lnTo>
                  <a:lnTo>
                    <a:pt x="2048394" y="2023923"/>
                  </a:lnTo>
                  <a:lnTo>
                    <a:pt x="2006334" y="1962335"/>
                  </a:lnTo>
                  <a:lnTo>
                    <a:pt x="1964696" y="1903805"/>
                  </a:lnTo>
                  <a:lnTo>
                    <a:pt x="1923420" y="1848566"/>
                  </a:lnTo>
                  <a:lnTo>
                    <a:pt x="1882390" y="1796766"/>
                  </a:lnTo>
                  <a:lnTo>
                    <a:pt x="1841433" y="1748467"/>
                  </a:lnTo>
                  <a:lnTo>
                    <a:pt x="1800309" y="1703655"/>
                  </a:lnTo>
                  <a:lnTo>
                    <a:pt x="1768425" y="1671562"/>
                  </a:lnTo>
                  <a:lnTo>
                    <a:pt x="1719640" y="1627072"/>
                  </a:lnTo>
                  <a:lnTo>
                    <a:pt x="1669210" y="1587034"/>
                  </a:lnTo>
                  <a:lnTo>
                    <a:pt x="1616356" y="1551220"/>
                  </a:lnTo>
                  <a:lnTo>
                    <a:pt x="1560207" y="1519248"/>
                  </a:lnTo>
                  <a:lnTo>
                    <a:pt x="1499874" y="1490683"/>
                  </a:lnTo>
                  <a:lnTo>
                    <a:pt x="1434526" y="1465108"/>
                  </a:lnTo>
                  <a:lnTo>
                    <a:pt x="1363484" y="1442154"/>
                  </a:lnTo>
                  <a:lnTo>
                    <a:pt x="1286346" y="1421522"/>
                  </a:lnTo>
                  <a:lnTo>
                    <a:pt x="1203152" y="1402991"/>
                  </a:lnTo>
                  <a:lnTo>
                    <a:pt x="1114581" y="1386426"/>
                  </a:lnTo>
                  <a:lnTo>
                    <a:pt x="1022153" y="1371765"/>
                  </a:lnTo>
                  <a:lnTo>
                    <a:pt x="928359" y="1359015"/>
                  </a:lnTo>
                  <a:lnTo>
                    <a:pt x="836644" y="1348217"/>
                  </a:lnTo>
                  <a:lnTo>
                    <a:pt x="751136" y="1339411"/>
                  </a:lnTo>
                  <a:lnTo>
                    <a:pt x="676082" y="1332589"/>
                  </a:lnTo>
                  <a:lnTo>
                    <a:pt x="615059" y="1327657"/>
                  </a:lnTo>
                  <a:lnTo>
                    <a:pt x="570176" y="1324412"/>
                  </a:lnTo>
                  <a:lnTo>
                    <a:pt x="541512" y="1322548"/>
                  </a:lnTo>
                  <a:lnTo>
                    <a:pt x="526958" y="1321694"/>
                  </a:lnTo>
                  <a:lnTo>
                    <a:pt x="522410" y="1321451"/>
                  </a:lnTo>
                  <a:lnTo>
                    <a:pt x="522133" y="1321438"/>
                  </a:lnTo>
                  <a:lnTo>
                    <a:pt x="0" y="1321438"/>
                  </a:lnTo>
                  <a:lnTo>
                    <a:pt x="0" y="1321438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431" name="pg431"/>
            <p:cNvSpPr/>
            <p:nvPr/>
          </p:nvSpPr>
          <p:spPr>
            <a:xfrm>
              <a:off x="386606" y="1580847"/>
              <a:ext cx="8554953" cy="3173710"/>
            </a:xfrm>
            <a:custGeom>
              <a:avLst/>
              <a:pathLst>
                <a:path w="8554953" h="3173710">
                  <a:moveTo>
                    <a:pt x="0" y="1061668"/>
                  </a:moveTo>
                  <a:lnTo>
                    <a:pt x="522133" y="1061668"/>
                  </a:lnTo>
                  <a:lnTo>
                    <a:pt x="523333" y="1061729"/>
                  </a:lnTo>
                  <a:lnTo>
                    <a:pt x="531189" y="1062166"/>
                  </a:lnTo>
                  <a:lnTo>
                    <a:pt x="550868" y="1063374"/>
                  </a:lnTo>
                  <a:lnTo>
                    <a:pt x="585729" y="1065748"/>
                  </a:lnTo>
                  <a:lnTo>
                    <a:pt x="637034" y="1069641"/>
                  </a:lnTo>
                  <a:lnTo>
                    <a:pt x="703867" y="1075321"/>
                  </a:lnTo>
                  <a:lnTo>
                    <a:pt x="783464" y="1082950"/>
                  </a:lnTo>
                  <a:lnTo>
                    <a:pt x="871888" y="1092586"/>
                  </a:lnTo>
                  <a:lnTo>
                    <a:pt x="964858" y="1104210"/>
                  </a:lnTo>
                  <a:lnTo>
                    <a:pt x="1058462" y="1117778"/>
                  </a:lnTo>
                  <a:lnTo>
                    <a:pt x="1149612" y="1133257"/>
                  </a:lnTo>
                  <a:lnTo>
                    <a:pt x="1236204" y="1150666"/>
                  </a:lnTo>
                  <a:lnTo>
                    <a:pt x="1317068" y="1170093"/>
                  </a:lnTo>
                  <a:lnTo>
                    <a:pt x="1391799" y="1191708"/>
                  </a:lnTo>
                  <a:lnTo>
                    <a:pt x="1460549" y="1215765"/>
                  </a:lnTo>
                  <a:lnTo>
                    <a:pt x="1523846" y="1242592"/>
                  </a:lnTo>
                  <a:lnTo>
                    <a:pt x="1582440" y="1272582"/>
                  </a:lnTo>
                  <a:lnTo>
                    <a:pt x="1637194" y="1306167"/>
                  </a:lnTo>
                  <a:lnTo>
                    <a:pt x="1688998" y="1343772"/>
                  </a:lnTo>
                  <a:lnTo>
                    <a:pt x="1738696" y="1385738"/>
                  </a:lnTo>
                  <a:lnTo>
                    <a:pt x="1768425" y="1413675"/>
                  </a:lnTo>
                  <a:lnTo>
                    <a:pt x="1809811" y="1456010"/>
                  </a:lnTo>
                  <a:lnTo>
                    <a:pt x="1850798" y="1501781"/>
                  </a:lnTo>
                  <a:lnTo>
                    <a:pt x="1891681" y="1551054"/>
                  </a:lnTo>
                  <a:lnTo>
                    <a:pt x="1932681" y="1603828"/>
                  </a:lnTo>
                  <a:lnTo>
                    <a:pt x="1973957" y="1660022"/>
                  </a:lnTo>
                  <a:lnTo>
                    <a:pt x="2015610" y="1719468"/>
                  </a:lnTo>
                  <a:lnTo>
                    <a:pt x="2057693" y="1781913"/>
                  </a:lnTo>
                  <a:lnTo>
                    <a:pt x="2100209" y="1847014"/>
                  </a:lnTo>
                  <a:lnTo>
                    <a:pt x="2143122" y="1914344"/>
                  </a:lnTo>
                  <a:lnTo>
                    <a:pt x="2186361" y="1983402"/>
                  </a:lnTo>
                  <a:lnTo>
                    <a:pt x="2229829" y="2053626"/>
                  </a:lnTo>
                  <a:lnTo>
                    <a:pt x="2273409" y="2124415"/>
                  </a:lnTo>
                  <a:lnTo>
                    <a:pt x="2316977" y="2195144"/>
                  </a:lnTo>
                  <a:lnTo>
                    <a:pt x="2360410" y="2265193"/>
                  </a:lnTo>
                  <a:lnTo>
                    <a:pt x="2403594" y="2333964"/>
                  </a:lnTo>
                  <a:lnTo>
                    <a:pt x="2446436" y="2400907"/>
                  </a:lnTo>
                  <a:lnTo>
                    <a:pt x="2488872" y="2465534"/>
                  </a:lnTo>
                  <a:lnTo>
                    <a:pt x="2530871" y="2527434"/>
                  </a:lnTo>
                  <a:lnTo>
                    <a:pt x="2572448" y="2586279"/>
                  </a:lnTo>
                  <a:lnTo>
                    <a:pt x="2613661" y="2641834"/>
                  </a:lnTo>
                  <a:lnTo>
                    <a:pt x="2654625" y="2693947"/>
                  </a:lnTo>
                  <a:lnTo>
                    <a:pt x="2695509" y="2742554"/>
                  </a:lnTo>
                  <a:lnTo>
                    <a:pt x="2736547" y="2787665"/>
                  </a:lnTo>
                  <a:lnTo>
                    <a:pt x="2770117" y="2821703"/>
                  </a:lnTo>
                  <a:lnTo>
                    <a:pt x="2818892" y="2866423"/>
                  </a:lnTo>
                  <a:lnTo>
                    <a:pt x="2869312" y="2906670"/>
                  </a:lnTo>
                  <a:lnTo>
                    <a:pt x="2922154" y="2942671"/>
                  </a:lnTo>
                  <a:lnTo>
                    <a:pt x="2978289" y="2974812"/>
                  </a:lnTo>
                  <a:lnTo>
                    <a:pt x="3038606" y="3003527"/>
                  </a:lnTo>
                  <a:lnTo>
                    <a:pt x="3103935" y="3029238"/>
                  </a:lnTo>
                  <a:lnTo>
                    <a:pt x="3174956" y="3052314"/>
                  </a:lnTo>
                  <a:lnTo>
                    <a:pt x="3252070" y="3073056"/>
                  </a:lnTo>
                  <a:lnTo>
                    <a:pt x="3335238" y="3091686"/>
                  </a:lnTo>
                  <a:lnTo>
                    <a:pt x="3423782" y="3108341"/>
                  </a:lnTo>
                  <a:lnTo>
                    <a:pt x="3516186" y="3123081"/>
                  </a:lnTo>
                  <a:lnTo>
                    <a:pt x="3609963" y="3135902"/>
                  </a:lnTo>
                  <a:lnTo>
                    <a:pt x="3701670" y="3146761"/>
                  </a:lnTo>
                  <a:lnTo>
                    <a:pt x="3787183" y="3155618"/>
                  </a:lnTo>
                  <a:lnTo>
                    <a:pt x="3862257" y="3162481"/>
                  </a:lnTo>
                  <a:lnTo>
                    <a:pt x="3923316" y="3167444"/>
                  </a:lnTo>
                  <a:lnTo>
                    <a:pt x="3968244" y="3170711"/>
                  </a:lnTo>
                  <a:lnTo>
                    <a:pt x="3996956" y="3172588"/>
                  </a:lnTo>
                  <a:lnTo>
                    <a:pt x="4011551" y="3173450"/>
                  </a:lnTo>
                  <a:lnTo>
                    <a:pt x="4016127" y="3173696"/>
                  </a:lnTo>
                  <a:lnTo>
                    <a:pt x="4016409" y="3173710"/>
                  </a:lnTo>
                  <a:lnTo>
                    <a:pt x="4538543" y="3173710"/>
                  </a:lnTo>
                  <a:lnTo>
                    <a:pt x="4539667" y="3173624"/>
                  </a:lnTo>
                  <a:lnTo>
                    <a:pt x="4547041" y="3173011"/>
                  </a:lnTo>
                  <a:lnTo>
                    <a:pt x="4565550" y="3171316"/>
                  </a:lnTo>
                  <a:lnTo>
                    <a:pt x="4598441" y="3167984"/>
                  </a:lnTo>
                  <a:lnTo>
                    <a:pt x="4647052" y="3162512"/>
                  </a:lnTo>
                  <a:lnTo>
                    <a:pt x="4710718" y="3154509"/>
                  </a:lnTo>
                  <a:lnTo>
                    <a:pt x="4787027" y="3143729"/>
                  </a:lnTo>
                  <a:lnTo>
                    <a:pt x="4872401" y="3130075"/>
                  </a:lnTo>
                  <a:lnTo>
                    <a:pt x="4962830" y="3113556"/>
                  </a:lnTo>
                  <a:lnTo>
                    <a:pt x="5054546" y="3094235"/>
                  </a:lnTo>
                  <a:lnTo>
                    <a:pt x="5144476" y="3072165"/>
                  </a:lnTo>
                  <a:lnTo>
                    <a:pt x="5230440" y="3047342"/>
                  </a:lnTo>
                  <a:lnTo>
                    <a:pt x="5311136" y="3019666"/>
                  </a:lnTo>
                  <a:lnTo>
                    <a:pt x="5386009" y="2988932"/>
                  </a:lnTo>
                  <a:lnTo>
                    <a:pt x="5455067" y="2954817"/>
                  </a:lnTo>
                  <a:lnTo>
                    <a:pt x="5518712" y="2916893"/>
                  </a:lnTo>
                  <a:lnTo>
                    <a:pt x="5577590" y="2874636"/>
                  </a:lnTo>
                  <a:lnTo>
                    <a:pt x="5632479" y="2827452"/>
                  </a:lnTo>
                  <a:lnTo>
                    <a:pt x="5684213" y="2774731"/>
                  </a:lnTo>
                  <a:lnTo>
                    <a:pt x="5733606" y="2715929"/>
                  </a:lnTo>
                  <a:lnTo>
                    <a:pt x="5781393" y="2650712"/>
                  </a:lnTo>
                  <a:lnTo>
                    <a:pt x="5784835" y="2645699"/>
                  </a:lnTo>
                  <a:lnTo>
                    <a:pt x="5820449" y="2591407"/>
                  </a:lnTo>
                  <a:lnTo>
                    <a:pt x="5855736" y="2533321"/>
                  </a:lnTo>
                  <a:lnTo>
                    <a:pt x="5890891" y="2471362"/>
                  </a:lnTo>
                  <a:lnTo>
                    <a:pt x="5926071" y="2405509"/>
                  </a:lnTo>
                  <a:lnTo>
                    <a:pt x="5961395" y="2335801"/>
                  </a:lnTo>
                  <a:lnTo>
                    <a:pt x="5996950" y="2262344"/>
                  </a:lnTo>
                  <a:lnTo>
                    <a:pt x="6032795" y="2185316"/>
                  </a:lnTo>
                  <a:lnTo>
                    <a:pt x="6068957" y="2104967"/>
                  </a:lnTo>
                  <a:lnTo>
                    <a:pt x="6105442" y="2021619"/>
                  </a:lnTo>
                  <a:lnTo>
                    <a:pt x="6142231" y="1935666"/>
                  </a:lnTo>
                  <a:lnTo>
                    <a:pt x="6179285" y="1847563"/>
                  </a:lnTo>
                  <a:lnTo>
                    <a:pt x="6216549" y="1757820"/>
                  </a:lnTo>
                  <a:lnTo>
                    <a:pt x="6253957" y="1666990"/>
                  </a:lnTo>
                  <a:lnTo>
                    <a:pt x="6291432" y="1575656"/>
                  </a:lnTo>
                  <a:lnTo>
                    <a:pt x="6328895" y="1484414"/>
                  </a:lnTo>
                  <a:lnTo>
                    <a:pt x="6366266" y="1393857"/>
                  </a:lnTo>
                  <a:lnTo>
                    <a:pt x="6403473" y="1304560"/>
                  </a:lnTo>
                  <a:lnTo>
                    <a:pt x="6440450" y="1217065"/>
                  </a:lnTo>
                  <a:lnTo>
                    <a:pt x="6477149" y="1131865"/>
                  </a:lnTo>
                  <a:lnTo>
                    <a:pt x="6513536" y="1049399"/>
                  </a:lnTo>
                  <a:lnTo>
                    <a:pt x="6549599" y="970038"/>
                  </a:lnTo>
                  <a:lnTo>
                    <a:pt x="6585351" y="894083"/>
                  </a:lnTo>
                  <a:lnTo>
                    <a:pt x="6620828" y="821761"/>
                  </a:lnTo>
                  <a:lnTo>
                    <a:pt x="6656097" y="753227"/>
                  </a:lnTo>
                  <a:lnTo>
                    <a:pt x="6691254" y="688568"/>
                  </a:lnTo>
                  <a:lnTo>
                    <a:pt x="6726431" y="627802"/>
                  </a:lnTo>
                  <a:lnTo>
                    <a:pt x="6761796" y="570891"/>
                  </a:lnTo>
                  <a:lnTo>
                    <a:pt x="6786527" y="533657"/>
                  </a:lnTo>
                  <a:lnTo>
                    <a:pt x="6834222" y="467969"/>
                  </a:lnTo>
                  <a:lnTo>
                    <a:pt x="6883475" y="408706"/>
                  </a:lnTo>
                  <a:lnTo>
                    <a:pt x="6935010" y="355558"/>
                  </a:lnTo>
                  <a:lnTo>
                    <a:pt x="6989641" y="307991"/>
                  </a:lnTo>
                  <a:lnTo>
                    <a:pt x="7048200" y="265394"/>
                  </a:lnTo>
                  <a:lnTo>
                    <a:pt x="7111472" y="227172"/>
                  </a:lnTo>
                  <a:lnTo>
                    <a:pt x="7180119" y="192796"/>
                  </a:lnTo>
                  <a:lnTo>
                    <a:pt x="7254561" y="161827"/>
                  </a:lnTo>
                  <a:lnTo>
                    <a:pt x="7334843" y="133936"/>
                  </a:lnTo>
                  <a:lnTo>
                    <a:pt x="7420456" y="108909"/>
                  </a:lnTo>
                  <a:lnTo>
                    <a:pt x="7510160" y="86640"/>
                  </a:lnTo>
                  <a:lnTo>
                    <a:pt x="7601839" y="67117"/>
                  </a:lnTo>
                  <a:lnTo>
                    <a:pt x="7692483" y="50391"/>
                  </a:lnTo>
                  <a:lnTo>
                    <a:pt x="7778362" y="36526"/>
                  </a:lnTo>
                  <a:lnTo>
                    <a:pt x="7855464" y="25538"/>
                  </a:lnTo>
                  <a:lnTo>
                    <a:pt x="7920152" y="17339"/>
                  </a:lnTo>
                  <a:lnTo>
                    <a:pt x="7969908" y="11694"/>
                  </a:lnTo>
                  <a:lnTo>
                    <a:pt x="8003926" y="8222"/>
                  </a:lnTo>
                  <a:lnTo>
                    <a:pt x="8023396" y="6426"/>
                  </a:lnTo>
                  <a:lnTo>
                    <a:pt x="8031436" y="5753"/>
                  </a:lnTo>
                  <a:lnTo>
                    <a:pt x="8032819" y="5647"/>
                  </a:lnTo>
                  <a:lnTo>
                    <a:pt x="8554953" y="5647"/>
                  </a:lnTo>
                  <a:lnTo>
                    <a:pt x="8554953" y="0"/>
                  </a:lnTo>
                  <a:lnTo>
                    <a:pt x="8032819" y="0"/>
                  </a:lnTo>
                  <a:lnTo>
                    <a:pt x="8031694" y="85"/>
                  </a:lnTo>
                  <a:lnTo>
                    <a:pt x="8024321" y="698"/>
                  </a:lnTo>
                  <a:lnTo>
                    <a:pt x="8005812" y="2393"/>
                  </a:lnTo>
                  <a:lnTo>
                    <a:pt x="7972921" y="5725"/>
                  </a:lnTo>
                  <a:lnTo>
                    <a:pt x="7924310" y="11197"/>
                  </a:lnTo>
                  <a:lnTo>
                    <a:pt x="7860644" y="19200"/>
                  </a:lnTo>
                  <a:lnTo>
                    <a:pt x="7784335" y="29980"/>
                  </a:lnTo>
                  <a:lnTo>
                    <a:pt x="7698961" y="43635"/>
                  </a:lnTo>
                  <a:lnTo>
                    <a:pt x="7608532" y="60154"/>
                  </a:lnTo>
                  <a:lnTo>
                    <a:pt x="7516816" y="79474"/>
                  </a:lnTo>
                  <a:lnTo>
                    <a:pt x="7426886" y="101544"/>
                  </a:lnTo>
                  <a:lnTo>
                    <a:pt x="7340922" y="126367"/>
                  </a:lnTo>
                  <a:lnTo>
                    <a:pt x="7260226" y="154043"/>
                  </a:lnTo>
                  <a:lnTo>
                    <a:pt x="7185353" y="184777"/>
                  </a:lnTo>
                  <a:lnTo>
                    <a:pt x="7116294" y="218892"/>
                  </a:lnTo>
                  <a:lnTo>
                    <a:pt x="7052649" y="256816"/>
                  </a:lnTo>
                  <a:lnTo>
                    <a:pt x="6993772" y="299073"/>
                  </a:lnTo>
                  <a:lnTo>
                    <a:pt x="6938883" y="346257"/>
                  </a:lnTo>
                  <a:lnTo>
                    <a:pt x="6887149" y="398978"/>
                  </a:lnTo>
                  <a:lnTo>
                    <a:pt x="6837756" y="457780"/>
                  </a:lnTo>
                  <a:lnTo>
                    <a:pt x="6789969" y="522997"/>
                  </a:lnTo>
                  <a:lnTo>
                    <a:pt x="6786527" y="528010"/>
                  </a:lnTo>
                  <a:lnTo>
                    <a:pt x="6750913" y="582302"/>
                  </a:lnTo>
                  <a:lnTo>
                    <a:pt x="6715626" y="640388"/>
                  </a:lnTo>
                  <a:lnTo>
                    <a:pt x="6680471" y="702347"/>
                  </a:lnTo>
                  <a:lnTo>
                    <a:pt x="6645291" y="768200"/>
                  </a:lnTo>
                  <a:lnTo>
                    <a:pt x="6609967" y="837909"/>
                  </a:lnTo>
                  <a:lnTo>
                    <a:pt x="6574412" y="911365"/>
                  </a:lnTo>
                  <a:lnTo>
                    <a:pt x="6538567" y="988393"/>
                  </a:lnTo>
                  <a:lnTo>
                    <a:pt x="6502405" y="1068742"/>
                  </a:lnTo>
                  <a:lnTo>
                    <a:pt x="6465920" y="1152090"/>
                  </a:lnTo>
                  <a:lnTo>
                    <a:pt x="6429131" y="1238043"/>
                  </a:lnTo>
                  <a:lnTo>
                    <a:pt x="6392077" y="1326146"/>
                  </a:lnTo>
                  <a:lnTo>
                    <a:pt x="6354813" y="1415889"/>
                  </a:lnTo>
                  <a:lnTo>
                    <a:pt x="6317405" y="1506719"/>
                  </a:lnTo>
                  <a:lnTo>
                    <a:pt x="6279930" y="1598053"/>
                  </a:lnTo>
                  <a:lnTo>
                    <a:pt x="6242467" y="1689295"/>
                  </a:lnTo>
                  <a:lnTo>
                    <a:pt x="6205096" y="1779852"/>
                  </a:lnTo>
                  <a:lnTo>
                    <a:pt x="6167889" y="1869149"/>
                  </a:lnTo>
                  <a:lnTo>
                    <a:pt x="6130912" y="1956645"/>
                  </a:lnTo>
                  <a:lnTo>
                    <a:pt x="6094213" y="2041844"/>
                  </a:lnTo>
                  <a:lnTo>
                    <a:pt x="6057826" y="2124310"/>
                  </a:lnTo>
                  <a:lnTo>
                    <a:pt x="6021763" y="2203671"/>
                  </a:lnTo>
                  <a:lnTo>
                    <a:pt x="5986011" y="2279626"/>
                  </a:lnTo>
                  <a:lnTo>
                    <a:pt x="5950534" y="2351948"/>
                  </a:lnTo>
                  <a:lnTo>
                    <a:pt x="5915265" y="2420482"/>
                  </a:lnTo>
                  <a:lnTo>
                    <a:pt x="5880108" y="2485141"/>
                  </a:lnTo>
                  <a:lnTo>
                    <a:pt x="5844931" y="2545907"/>
                  </a:lnTo>
                  <a:lnTo>
                    <a:pt x="5809566" y="2602818"/>
                  </a:lnTo>
                  <a:lnTo>
                    <a:pt x="5784835" y="2640052"/>
                  </a:lnTo>
                  <a:lnTo>
                    <a:pt x="5737140" y="2705740"/>
                  </a:lnTo>
                  <a:lnTo>
                    <a:pt x="5687887" y="2765003"/>
                  </a:lnTo>
                  <a:lnTo>
                    <a:pt x="5636352" y="2818151"/>
                  </a:lnTo>
                  <a:lnTo>
                    <a:pt x="5581721" y="2865719"/>
                  </a:lnTo>
                  <a:lnTo>
                    <a:pt x="5523162" y="2908315"/>
                  </a:lnTo>
                  <a:lnTo>
                    <a:pt x="5459889" y="2946537"/>
                  </a:lnTo>
                  <a:lnTo>
                    <a:pt x="5391243" y="2980913"/>
                  </a:lnTo>
                  <a:lnTo>
                    <a:pt x="5316801" y="3011883"/>
                  </a:lnTo>
                  <a:lnTo>
                    <a:pt x="5236519" y="3039773"/>
                  </a:lnTo>
                  <a:lnTo>
                    <a:pt x="5150905" y="3064800"/>
                  </a:lnTo>
                  <a:lnTo>
                    <a:pt x="5061202" y="3087069"/>
                  </a:lnTo>
                  <a:lnTo>
                    <a:pt x="4969523" y="3106592"/>
                  </a:lnTo>
                  <a:lnTo>
                    <a:pt x="4878879" y="3123318"/>
                  </a:lnTo>
                  <a:lnTo>
                    <a:pt x="4793000" y="3137183"/>
                  </a:lnTo>
                  <a:lnTo>
                    <a:pt x="4715898" y="3148171"/>
                  </a:lnTo>
                  <a:lnTo>
                    <a:pt x="4651209" y="3156370"/>
                  </a:lnTo>
                  <a:lnTo>
                    <a:pt x="4601454" y="3162015"/>
                  </a:lnTo>
                  <a:lnTo>
                    <a:pt x="4567436" y="3165488"/>
                  </a:lnTo>
                  <a:lnTo>
                    <a:pt x="4547965" y="3167283"/>
                  </a:lnTo>
                  <a:lnTo>
                    <a:pt x="4539926" y="3167956"/>
                  </a:lnTo>
                  <a:lnTo>
                    <a:pt x="4538543" y="3168062"/>
                  </a:lnTo>
                  <a:lnTo>
                    <a:pt x="4016409" y="3168062"/>
                  </a:lnTo>
                  <a:lnTo>
                    <a:pt x="4015209" y="3168001"/>
                  </a:lnTo>
                  <a:lnTo>
                    <a:pt x="4007353" y="3167564"/>
                  </a:lnTo>
                  <a:lnTo>
                    <a:pt x="3987674" y="3166356"/>
                  </a:lnTo>
                  <a:lnTo>
                    <a:pt x="3952813" y="3163982"/>
                  </a:lnTo>
                  <a:lnTo>
                    <a:pt x="3901508" y="3160089"/>
                  </a:lnTo>
                  <a:lnTo>
                    <a:pt x="3834675" y="3154409"/>
                  </a:lnTo>
                  <a:lnTo>
                    <a:pt x="3755078" y="3146780"/>
                  </a:lnTo>
                  <a:lnTo>
                    <a:pt x="3666654" y="3137144"/>
                  </a:lnTo>
                  <a:lnTo>
                    <a:pt x="3573684" y="3125520"/>
                  </a:lnTo>
                  <a:lnTo>
                    <a:pt x="3480080" y="3111952"/>
                  </a:lnTo>
                  <a:lnTo>
                    <a:pt x="3388930" y="3096473"/>
                  </a:lnTo>
                  <a:lnTo>
                    <a:pt x="3302339" y="3079065"/>
                  </a:lnTo>
                  <a:lnTo>
                    <a:pt x="3221474" y="3059637"/>
                  </a:lnTo>
                  <a:lnTo>
                    <a:pt x="3146743" y="3038022"/>
                  </a:lnTo>
                  <a:lnTo>
                    <a:pt x="3077993" y="3013965"/>
                  </a:lnTo>
                  <a:lnTo>
                    <a:pt x="3014696" y="2987139"/>
                  </a:lnTo>
                  <a:lnTo>
                    <a:pt x="2956102" y="2957149"/>
                  </a:lnTo>
                  <a:lnTo>
                    <a:pt x="2901348" y="2923564"/>
                  </a:lnTo>
                  <a:lnTo>
                    <a:pt x="2849544" y="2885958"/>
                  </a:lnTo>
                  <a:lnTo>
                    <a:pt x="2799846" y="2843992"/>
                  </a:lnTo>
                  <a:lnTo>
                    <a:pt x="2770117" y="2816055"/>
                  </a:lnTo>
                  <a:lnTo>
                    <a:pt x="2728731" y="2773720"/>
                  </a:lnTo>
                  <a:lnTo>
                    <a:pt x="2687744" y="2727949"/>
                  </a:lnTo>
                  <a:lnTo>
                    <a:pt x="2646861" y="2678676"/>
                  </a:lnTo>
                  <a:lnTo>
                    <a:pt x="2605861" y="2625902"/>
                  </a:lnTo>
                  <a:lnTo>
                    <a:pt x="2564586" y="2569709"/>
                  </a:lnTo>
                  <a:lnTo>
                    <a:pt x="2522932" y="2510262"/>
                  </a:lnTo>
                  <a:lnTo>
                    <a:pt x="2480849" y="2447817"/>
                  </a:lnTo>
                  <a:lnTo>
                    <a:pt x="2438333" y="2382716"/>
                  </a:lnTo>
                  <a:lnTo>
                    <a:pt x="2395420" y="2315386"/>
                  </a:lnTo>
                  <a:lnTo>
                    <a:pt x="2352181" y="2246329"/>
                  </a:lnTo>
                  <a:lnTo>
                    <a:pt x="2308714" y="2176104"/>
                  </a:lnTo>
                  <a:lnTo>
                    <a:pt x="2265133" y="2105315"/>
                  </a:lnTo>
                  <a:lnTo>
                    <a:pt x="2221565" y="2034586"/>
                  </a:lnTo>
                  <a:lnTo>
                    <a:pt x="2178132" y="1964537"/>
                  </a:lnTo>
                  <a:lnTo>
                    <a:pt x="2134948" y="1895766"/>
                  </a:lnTo>
                  <a:lnTo>
                    <a:pt x="2092106" y="1828823"/>
                  </a:lnTo>
                  <a:lnTo>
                    <a:pt x="2049671" y="1764196"/>
                  </a:lnTo>
                  <a:lnTo>
                    <a:pt x="2007671" y="1702296"/>
                  </a:lnTo>
                  <a:lnTo>
                    <a:pt x="1966094" y="1643451"/>
                  </a:lnTo>
                  <a:lnTo>
                    <a:pt x="1924881" y="1587897"/>
                  </a:lnTo>
                  <a:lnTo>
                    <a:pt x="1883917" y="1535783"/>
                  </a:lnTo>
                  <a:lnTo>
                    <a:pt x="1843034" y="1487177"/>
                  </a:lnTo>
                  <a:lnTo>
                    <a:pt x="1801995" y="1442065"/>
                  </a:lnTo>
                  <a:lnTo>
                    <a:pt x="1768425" y="1408027"/>
                  </a:lnTo>
                  <a:lnTo>
                    <a:pt x="1719650" y="1363307"/>
                  </a:lnTo>
                  <a:lnTo>
                    <a:pt x="1669231" y="1323060"/>
                  </a:lnTo>
                  <a:lnTo>
                    <a:pt x="1616388" y="1287059"/>
                  </a:lnTo>
                  <a:lnTo>
                    <a:pt x="1560253" y="1254918"/>
                  </a:lnTo>
                  <a:lnTo>
                    <a:pt x="1499936" y="1226203"/>
                  </a:lnTo>
                  <a:lnTo>
                    <a:pt x="1434607" y="1200492"/>
                  </a:lnTo>
                  <a:lnTo>
                    <a:pt x="1363586" y="1177416"/>
                  </a:lnTo>
                  <a:lnTo>
                    <a:pt x="1286472" y="1156674"/>
                  </a:lnTo>
                  <a:lnTo>
                    <a:pt x="1203304" y="1138044"/>
                  </a:lnTo>
                  <a:lnTo>
                    <a:pt x="1114760" y="1121389"/>
                  </a:lnTo>
                  <a:lnTo>
                    <a:pt x="1022356" y="1106649"/>
                  </a:lnTo>
                  <a:lnTo>
                    <a:pt x="928580" y="1093828"/>
                  </a:lnTo>
                  <a:lnTo>
                    <a:pt x="836872" y="1082969"/>
                  </a:lnTo>
                  <a:lnTo>
                    <a:pt x="751360" y="1074112"/>
                  </a:lnTo>
                  <a:lnTo>
                    <a:pt x="676285" y="1067249"/>
                  </a:lnTo>
                  <a:lnTo>
                    <a:pt x="615227" y="1062287"/>
                  </a:lnTo>
                  <a:lnTo>
                    <a:pt x="570298" y="1059019"/>
                  </a:lnTo>
                  <a:lnTo>
                    <a:pt x="541587" y="1057142"/>
                  </a:lnTo>
                  <a:lnTo>
                    <a:pt x="526991" y="1056280"/>
                  </a:lnTo>
                  <a:lnTo>
                    <a:pt x="522415" y="1056034"/>
                  </a:lnTo>
                  <a:lnTo>
                    <a:pt x="522133" y="1056020"/>
                  </a:lnTo>
                  <a:lnTo>
                    <a:pt x="0" y="1056020"/>
                  </a:lnTo>
                  <a:close/>
                </a:path>
              </a:pathLst>
            </a:custGeom>
            <a:solidFill>
              <a:srgbClr val="8FA8D6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432" name="pl432"/>
            <p:cNvSpPr/>
            <p:nvPr/>
          </p:nvSpPr>
          <p:spPr>
            <a:xfrm>
              <a:off x="386606" y="1586494"/>
              <a:ext cx="8554953" cy="3168062"/>
            </a:xfrm>
            <a:custGeom>
              <a:avLst/>
              <a:pathLst>
                <a:path w="8554953" h="3168062">
                  <a:moveTo>
                    <a:pt x="0" y="1056020"/>
                  </a:moveTo>
                  <a:lnTo>
                    <a:pt x="522133" y="1056020"/>
                  </a:lnTo>
                  <a:lnTo>
                    <a:pt x="523333" y="1056082"/>
                  </a:lnTo>
                  <a:lnTo>
                    <a:pt x="531189" y="1056519"/>
                  </a:lnTo>
                  <a:lnTo>
                    <a:pt x="550868" y="1057727"/>
                  </a:lnTo>
                  <a:lnTo>
                    <a:pt x="585729" y="1060101"/>
                  </a:lnTo>
                  <a:lnTo>
                    <a:pt x="637034" y="1063994"/>
                  </a:lnTo>
                  <a:lnTo>
                    <a:pt x="703867" y="1069674"/>
                  </a:lnTo>
                  <a:lnTo>
                    <a:pt x="783464" y="1077303"/>
                  </a:lnTo>
                  <a:lnTo>
                    <a:pt x="871888" y="1086939"/>
                  </a:lnTo>
                  <a:lnTo>
                    <a:pt x="964858" y="1098563"/>
                  </a:lnTo>
                  <a:lnTo>
                    <a:pt x="1058462" y="1112131"/>
                  </a:lnTo>
                  <a:lnTo>
                    <a:pt x="1149612" y="1127610"/>
                  </a:lnTo>
                  <a:lnTo>
                    <a:pt x="1236204" y="1145018"/>
                  </a:lnTo>
                  <a:lnTo>
                    <a:pt x="1317068" y="1164446"/>
                  </a:lnTo>
                  <a:lnTo>
                    <a:pt x="1391799" y="1186061"/>
                  </a:lnTo>
                  <a:lnTo>
                    <a:pt x="1460549" y="1210118"/>
                  </a:lnTo>
                  <a:lnTo>
                    <a:pt x="1523846" y="1236944"/>
                  </a:lnTo>
                  <a:lnTo>
                    <a:pt x="1582440" y="1266934"/>
                  </a:lnTo>
                  <a:lnTo>
                    <a:pt x="1637194" y="1300519"/>
                  </a:lnTo>
                  <a:lnTo>
                    <a:pt x="1688998" y="1338125"/>
                  </a:lnTo>
                  <a:lnTo>
                    <a:pt x="1738696" y="1380091"/>
                  </a:lnTo>
                  <a:lnTo>
                    <a:pt x="1768425" y="1408027"/>
                  </a:lnTo>
                  <a:lnTo>
                    <a:pt x="1809811" y="1450363"/>
                  </a:lnTo>
                  <a:lnTo>
                    <a:pt x="1850798" y="1496134"/>
                  </a:lnTo>
                  <a:lnTo>
                    <a:pt x="1891681" y="1545407"/>
                  </a:lnTo>
                  <a:lnTo>
                    <a:pt x="1932681" y="1598181"/>
                  </a:lnTo>
                  <a:lnTo>
                    <a:pt x="1973957" y="1654374"/>
                  </a:lnTo>
                  <a:lnTo>
                    <a:pt x="2015610" y="1713821"/>
                  </a:lnTo>
                  <a:lnTo>
                    <a:pt x="2057693" y="1776266"/>
                  </a:lnTo>
                  <a:lnTo>
                    <a:pt x="2100209" y="1841367"/>
                  </a:lnTo>
                  <a:lnTo>
                    <a:pt x="2143122" y="1908697"/>
                  </a:lnTo>
                  <a:lnTo>
                    <a:pt x="2186361" y="1977754"/>
                  </a:lnTo>
                  <a:lnTo>
                    <a:pt x="2229829" y="2047979"/>
                  </a:lnTo>
                  <a:lnTo>
                    <a:pt x="2273409" y="2118768"/>
                  </a:lnTo>
                  <a:lnTo>
                    <a:pt x="2316977" y="2189497"/>
                  </a:lnTo>
                  <a:lnTo>
                    <a:pt x="2360410" y="2259546"/>
                  </a:lnTo>
                  <a:lnTo>
                    <a:pt x="2403594" y="2328317"/>
                  </a:lnTo>
                  <a:lnTo>
                    <a:pt x="2446436" y="2395260"/>
                  </a:lnTo>
                  <a:lnTo>
                    <a:pt x="2488872" y="2459887"/>
                  </a:lnTo>
                  <a:lnTo>
                    <a:pt x="2530871" y="2521787"/>
                  </a:lnTo>
                  <a:lnTo>
                    <a:pt x="2572448" y="2580632"/>
                  </a:lnTo>
                  <a:lnTo>
                    <a:pt x="2613661" y="2636186"/>
                  </a:lnTo>
                  <a:lnTo>
                    <a:pt x="2654625" y="2688300"/>
                  </a:lnTo>
                  <a:lnTo>
                    <a:pt x="2695509" y="2736906"/>
                  </a:lnTo>
                  <a:lnTo>
                    <a:pt x="2736547" y="2782018"/>
                  </a:lnTo>
                  <a:lnTo>
                    <a:pt x="2770117" y="2816055"/>
                  </a:lnTo>
                  <a:lnTo>
                    <a:pt x="2818892" y="2860776"/>
                  </a:lnTo>
                  <a:lnTo>
                    <a:pt x="2869312" y="2901023"/>
                  </a:lnTo>
                  <a:lnTo>
                    <a:pt x="2922154" y="2937024"/>
                  </a:lnTo>
                  <a:lnTo>
                    <a:pt x="2978289" y="2969165"/>
                  </a:lnTo>
                  <a:lnTo>
                    <a:pt x="3038606" y="2997880"/>
                  </a:lnTo>
                  <a:lnTo>
                    <a:pt x="3103935" y="3023591"/>
                  </a:lnTo>
                  <a:lnTo>
                    <a:pt x="3174956" y="3046667"/>
                  </a:lnTo>
                  <a:lnTo>
                    <a:pt x="3252070" y="3067409"/>
                  </a:lnTo>
                  <a:lnTo>
                    <a:pt x="3335238" y="3086039"/>
                  </a:lnTo>
                  <a:lnTo>
                    <a:pt x="3423782" y="3102694"/>
                  </a:lnTo>
                  <a:lnTo>
                    <a:pt x="3516186" y="3117434"/>
                  </a:lnTo>
                  <a:lnTo>
                    <a:pt x="3609963" y="3130255"/>
                  </a:lnTo>
                  <a:lnTo>
                    <a:pt x="3701670" y="3141114"/>
                  </a:lnTo>
                  <a:lnTo>
                    <a:pt x="3787183" y="3149971"/>
                  </a:lnTo>
                  <a:lnTo>
                    <a:pt x="3862257" y="3156834"/>
                  </a:lnTo>
                  <a:lnTo>
                    <a:pt x="3923316" y="3161796"/>
                  </a:lnTo>
                  <a:lnTo>
                    <a:pt x="3968244" y="3165064"/>
                  </a:lnTo>
                  <a:lnTo>
                    <a:pt x="3996956" y="3166941"/>
                  </a:lnTo>
                  <a:lnTo>
                    <a:pt x="4011551" y="3167803"/>
                  </a:lnTo>
                  <a:lnTo>
                    <a:pt x="4016127" y="3168048"/>
                  </a:lnTo>
                  <a:lnTo>
                    <a:pt x="4016409" y="3168062"/>
                  </a:lnTo>
                  <a:lnTo>
                    <a:pt x="4538543" y="3168062"/>
                  </a:lnTo>
                  <a:lnTo>
                    <a:pt x="4539667" y="3167977"/>
                  </a:lnTo>
                  <a:lnTo>
                    <a:pt x="4547041" y="3167364"/>
                  </a:lnTo>
                  <a:lnTo>
                    <a:pt x="4565550" y="3165669"/>
                  </a:lnTo>
                  <a:lnTo>
                    <a:pt x="4598441" y="3162337"/>
                  </a:lnTo>
                  <a:lnTo>
                    <a:pt x="4647052" y="3156865"/>
                  </a:lnTo>
                  <a:lnTo>
                    <a:pt x="4710718" y="3148862"/>
                  </a:lnTo>
                  <a:lnTo>
                    <a:pt x="4787027" y="3138082"/>
                  </a:lnTo>
                  <a:lnTo>
                    <a:pt x="4872401" y="3124427"/>
                  </a:lnTo>
                  <a:lnTo>
                    <a:pt x="4962830" y="3107908"/>
                  </a:lnTo>
                  <a:lnTo>
                    <a:pt x="5054546" y="3088588"/>
                  </a:lnTo>
                  <a:lnTo>
                    <a:pt x="5144476" y="3066518"/>
                  </a:lnTo>
                  <a:lnTo>
                    <a:pt x="5230440" y="3041695"/>
                  </a:lnTo>
                  <a:lnTo>
                    <a:pt x="5311136" y="3014019"/>
                  </a:lnTo>
                  <a:lnTo>
                    <a:pt x="5386009" y="2983285"/>
                  </a:lnTo>
                  <a:lnTo>
                    <a:pt x="5455067" y="2949170"/>
                  </a:lnTo>
                  <a:lnTo>
                    <a:pt x="5518712" y="2911246"/>
                  </a:lnTo>
                  <a:lnTo>
                    <a:pt x="5577590" y="2868989"/>
                  </a:lnTo>
                  <a:lnTo>
                    <a:pt x="5632479" y="2821805"/>
                  </a:lnTo>
                  <a:lnTo>
                    <a:pt x="5684213" y="2769084"/>
                  </a:lnTo>
                  <a:lnTo>
                    <a:pt x="5733606" y="2710282"/>
                  </a:lnTo>
                  <a:lnTo>
                    <a:pt x="5781393" y="2645065"/>
                  </a:lnTo>
                  <a:lnTo>
                    <a:pt x="5784835" y="2640052"/>
                  </a:lnTo>
                  <a:lnTo>
                    <a:pt x="5820449" y="2585760"/>
                  </a:lnTo>
                  <a:lnTo>
                    <a:pt x="5855736" y="2527674"/>
                  </a:lnTo>
                  <a:lnTo>
                    <a:pt x="5890891" y="2465715"/>
                  </a:lnTo>
                  <a:lnTo>
                    <a:pt x="5926071" y="2399862"/>
                  </a:lnTo>
                  <a:lnTo>
                    <a:pt x="5961395" y="2330153"/>
                  </a:lnTo>
                  <a:lnTo>
                    <a:pt x="5996950" y="2256697"/>
                  </a:lnTo>
                  <a:lnTo>
                    <a:pt x="6032795" y="2179669"/>
                  </a:lnTo>
                  <a:lnTo>
                    <a:pt x="6068957" y="2099320"/>
                  </a:lnTo>
                  <a:lnTo>
                    <a:pt x="6105442" y="2015972"/>
                  </a:lnTo>
                  <a:lnTo>
                    <a:pt x="6142231" y="1930019"/>
                  </a:lnTo>
                  <a:lnTo>
                    <a:pt x="6179285" y="1841916"/>
                  </a:lnTo>
                  <a:lnTo>
                    <a:pt x="6216549" y="1752173"/>
                  </a:lnTo>
                  <a:lnTo>
                    <a:pt x="6253957" y="1661343"/>
                  </a:lnTo>
                  <a:lnTo>
                    <a:pt x="6291432" y="1570009"/>
                  </a:lnTo>
                  <a:lnTo>
                    <a:pt x="6328895" y="1478767"/>
                  </a:lnTo>
                  <a:lnTo>
                    <a:pt x="6366266" y="1388210"/>
                  </a:lnTo>
                  <a:lnTo>
                    <a:pt x="6403473" y="1298913"/>
                  </a:lnTo>
                  <a:lnTo>
                    <a:pt x="6440450" y="1211417"/>
                  </a:lnTo>
                  <a:lnTo>
                    <a:pt x="6477149" y="1126218"/>
                  </a:lnTo>
                  <a:lnTo>
                    <a:pt x="6513536" y="1043752"/>
                  </a:lnTo>
                  <a:lnTo>
                    <a:pt x="6549599" y="964391"/>
                  </a:lnTo>
                  <a:lnTo>
                    <a:pt x="6585351" y="888436"/>
                  </a:lnTo>
                  <a:lnTo>
                    <a:pt x="6620828" y="816114"/>
                  </a:lnTo>
                  <a:lnTo>
                    <a:pt x="6656097" y="747580"/>
                  </a:lnTo>
                  <a:lnTo>
                    <a:pt x="6691254" y="682921"/>
                  </a:lnTo>
                  <a:lnTo>
                    <a:pt x="6726431" y="622155"/>
                  </a:lnTo>
                  <a:lnTo>
                    <a:pt x="6761796" y="565244"/>
                  </a:lnTo>
                  <a:lnTo>
                    <a:pt x="6786527" y="528010"/>
                  </a:lnTo>
                  <a:lnTo>
                    <a:pt x="6834222" y="462322"/>
                  </a:lnTo>
                  <a:lnTo>
                    <a:pt x="6883475" y="403059"/>
                  </a:lnTo>
                  <a:lnTo>
                    <a:pt x="6935010" y="349911"/>
                  </a:lnTo>
                  <a:lnTo>
                    <a:pt x="6989641" y="302343"/>
                  </a:lnTo>
                  <a:lnTo>
                    <a:pt x="7048200" y="259747"/>
                  </a:lnTo>
                  <a:lnTo>
                    <a:pt x="7111472" y="221525"/>
                  </a:lnTo>
                  <a:lnTo>
                    <a:pt x="7180119" y="187149"/>
                  </a:lnTo>
                  <a:lnTo>
                    <a:pt x="7254561" y="156179"/>
                  </a:lnTo>
                  <a:lnTo>
                    <a:pt x="7334843" y="128289"/>
                  </a:lnTo>
                  <a:lnTo>
                    <a:pt x="7420456" y="103262"/>
                  </a:lnTo>
                  <a:lnTo>
                    <a:pt x="7510160" y="80993"/>
                  </a:lnTo>
                  <a:lnTo>
                    <a:pt x="7601839" y="61470"/>
                  </a:lnTo>
                  <a:lnTo>
                    <a:pt x="7692483" y="44744"/>
                  </a:lnTo>
                  <a:lnTo>
                    <a:pt x="7778362" y="30879"/>
                  </a:lnTo>
                  <a:lnTo>
                    <a:pt x="7855464" y="19891"/>
                  </a:lnTo>
                  <a:lnTo>
                    <a:pt x="7920152" y="11692"/>
                  </a:lnTo>
                  <a:lnTo>
                    <a:pt x="7969908" y="6047"/>
                  </a:lnTo>
                  <a:lnTo>
                    <a:pt x="8003926" y="2574"/>
                  </a:lnTo>
                  <a:lnTo>
                    <a:pt x="8023396" y="779"/>
                  </a:lnTo>
                  <a:lnTo>
                    <a:pt x="8031436" y="106"/>
                  </a:lnTo>
                  <a:lnTo>
                    <a:pt x="8032819" y="0"/>
                  </a:lnTo>
                  <a:lnTo>
                    <a:pt x="8032819" y="0"/>
                  </a:lnTo>
                  <a:lnTo>
                    <a:pt x="8554953" y="0"/>
                  </a:lnTo>
                  <a:lnTo>
                    <a:pt x="8554953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433" name="pl433"/>
            <p:cNvSpPr/>
            <p:nvPr/>
          </p:nvSpPr>
          <p:spPr>
            <a:xfrm>
              <a:off x="386606" y="1580847"/>
              <a:ext cx="8554953" cy="3168062"/>
            </a:xfrm>
            <a:custGeom>
              <a:avLst/>
              <a:pathLst>
                <a:path w="8554953" h="3168062">
                  <a:moveTo>
                    <a:pt x="8554953" y="0"/>
                  </a:moveTo>
                  <a:lnTo>
                    <a:pt x="8032819" y="0"/>
                  </a:lnTo>
                  <a:lnTo>
                    <a:pt x="8031694" y="85"/>
                  </a:lnTo>
                  <a:lnTo>
                    <a:pt x="8024321" y="698"/>
                  </a:lnTo>
                  <a:lnTo>
                    <a:pt x="8005812" y="2393"/>
                  </a:lnTo>
                  <a:lnTo>
                    <a:pt x="7972921" y="5725"/>
                  </a:lnTo>
                  <a:lnTo>
                    <a:pt x="7924310" y="11197"/>
                  </a:lnTo>
                  <a:lnTo>
                    <a:pt x="7860644" y="19200"/>
                  </a:lnTo>
                  <a:lnTo>
                    <a:pt x="7784335" y="29980"/>
                  </a:lnTo>
                  <a:lnTo>
                    <a:pt x="7698961" y="43635"/>
                  </a:lnTo>
                  <a:lnTo>
                    <a:pt x="7608532" y="60154"/>
                  </a:lnTo>
                  <a:lnTo>
                    <a:pt x="7516816" y="79474"/>
                  </a:lnTo>
                  <a:lnTo>
                    <a:pt x="7426886" y="101544"/>
                  </a:lnTo>
                  <a:lnTo>
                    <a:pt x="7340922" y="126367"/>
                  </a:lnTo>
                  <a:lnTo>
                    <a:pt x="7260226" y="154043"/>
                  </a:lnTo>
                  <a:lnTo>
                    <a:pt x="7185353" y="184777"/>
                  </a:lnTo>
                  <a:lnTo>
                    <a:pt x="7116294" y="218892"/>
                  </a:lnTo>
                  <a:lnTo>
                    <a:pt x="7052649" y="256816"/>
                  </a:lnTo>
                  <a:lnTo>
                    <a:pt x="6993772" y="299073"/>
                  </a:lnTo>
                  <a:lnTo>
                    <a:pt x="6938883" y="346257"/>
                  </a:lnTo>
                  <a:lnTo>
                    <a:pt x="6887149" y="398978"/>
                  </a:lnTo>
                  <a:lnTo>
                    <a:pt x="6837756" y="457780"/>
                  </a:lnTo>
                  <a:lnTo>
                    <a:pt x="6789969" y="522997"/>
                  </a:lnTo>
                  <a:lnTo>
                    <a:pt x="6786527" y="528010"/>
                  </a:lnTo>
                  <a:lnTo>
                    <a:pt x="6750913" y="582302"/>
                  </a:lnTo>
                  <a:lnTo>
                    <a:pt x="6715626" y="640388"/>
                  </a:lnTo>
                  <a:lnTo>
                    <a:pt x="6680471" y="702347"/>
                  </a:lnTo>
                  <a:lnTo>
                    <a:pt x="6645291" y="768200"/>
                  </a:lnTo>
                  <a:lnTo>
                    <a:pt x="6609967" y="837909"/>
                  </a:lnTo>
                  <a:lnTo>
                    <a:pt x="6574412" y="911365"/>
                  </a:lnTo>
                  <a:lnTo>
                    <a:pt x="6538567" y="988393"/>
                  </a:lnTo>
                  <a:lnTo>
                    <a:pt x="6502405" y="1068742"/>
                  </a:lnTo>
                  <a:lnTo>
                    <a:pt x="6465920" y="1152090"/>
                  </a:lnTo>
                  <a:lnTo>
                    <a:pt x="6429131" y="1238043"/>
                  </a:lnTo>
                  <a:lnTo>
                    <a:pt x="6392077" y="1326146"/>
                  </a:lnTo>
                  <a:lnTo>
                    <a:pt x="6354813" y="1415889"/>
                  </a:lnTo>
                  <a:lnTo>
                    <a:pt x="6317405" y="1506719"/>
                  </a:lnTo>
                  <a:lnTo>
                    <a:pt x="6279930" y="1598053"/>
                  </a:lnTo>
                  <a:lnTo>
                    <a:pt x="6242467" y="1689295"/>
                  </a:lnTo>
                  <a:lnTo>
                    <a:pt x="6205096" y="1779852"/>
                  </a:lnTo>
                  <a:lnTo>
                    <a:pt x="6167889" y="1869149"/>
                  </a:lnTo>
                  <a:lnTo>
                    <a:pt x="6130912" y="1956645"/>
                  </a:lnTo>
                  <a:lnTo>
                    <a:pt x="6094213" y="2041844"/>
                  </a:lnTo>
                  <a:lnTo>
                    <a:pt x="6057826" y="2124310"/>
                  </a:lnTo>
                  <a:lnTo>
                    <a:pt x="6021763" y="2203671"/>
                  </a:lnTo>
                  <a:lnTo>
                    <a:pt x="5986011" y="2279626"/>
                  </a:lnTo>
                  <a:lnTo>
                    <a:pt x="5950534" y="2351948"/>
                  </a:lnTo>
                  <a:lnTo>
                    <a:pt x="5915265" y="2420482"/>
                  </a:lnTo>
                  <a:lnTo>
                    <a:pt x="5880108" y="2485141"/>
                  </a:lnTo>
                  <a:lnTo>
                    <a:pt x="5844931" y="2545907"/>
                  </a:lnTo>
                  <a:lnTo>
                    <a:pt x="5809566" y="2602818"/>
                  </a:lnTo>
                  <a:lnTo>
                    <a:pt x="5784835" y="2640052"/>
                  </a:lnTo>
                  <a:lnTo>
                    <a:pt x="5737140" y="2705740"/>
                  </a:lnTo>
                  <a:lnTo>
                    <a:pt x="5687887" y="2765003"/>
                  </a:lnTo>
                  <a:lnTo>
                    <a:pt x="5636352" y="2818151"/>
                  </a:lnTo>
                  <a:lnTo>
                    <a:pt x="5581721" y="2865719"/>
                  </a:lnTo>
                  <a:lnTo>
                    <a:pt x="5523162" y="2908315"/>
                  </a:lnTo>
                  <a:lnTo>
                    <a:pt x="5459889" y="2946537"/>
                  </a:lnTo>
                  <a:lnTo>
                    <a:pt x="5391243" y="2980913"/>
                  </a:lnTo>
                  <a:lnTo>
                    <a:pt x="5316801" y="3011883"/>
                  </a:lnTo>
                  <a:lnTo>
                    <a:pt x="5236519" y="3039773"/>
                  </a:lnTo>
                  <a:lnTo>
                    <a:pt x="5150905" y="3064800"/>
                  </a:lnTo>
                  <a:lnTo>
                    <a:pt x="5061202" y="3087069"/>
                  </a:lnTo>
                  <a:lnTo>
                    <a:pt x="4969523" y="3106592"/>
                  </a:lnTo>
                  <a:lnTo>
                    <a:pt x="4878879" y="3123318"/>
                  </a:lnTo>
                  <a:lnTo>
                    <a:pt x="4793000" y="3137183"/>
                  </a:lnTo>
                  <a:lnTo>
                    <a:pt x="4715898" y="3148171"/>
                  </a:lnTo>
                  <a:lnTo>
                    <a:pt x="4651209" y="3156370"/>
                  </a:lnTo>
                  <a:lnTo>
                    <a:pt x="4601454" y="3162015"/>
                  </a:lnTo>
                  <a:lnTo>
                    <a:pt x="4567436" y="3165488"/>
                  </a:lnTo>
                  <a:lnTo>
                    <a:pt x="4547965" y="3167283"/>
                  </a:lnTo>
                  <a:lnTo>
                    <a:pt x="4539926" y="3167956"/>
                  </a:lnTo>
                  <a:lnTo>
                    <a:pt x="4538543" y="3168062"/>
                  </a:lnTo>
                  <a:lnTo>
                    <a:pt x="4538543" y="3168062"/>
                  </a:lnTo>
                  <a:lnTo>
                    <a:pt x="4016409" y="3168062"/>
                  </a:lnTo>
                  <a:lnTo>
                    <a:pt x="4015209" y="3168001"/>
                  </a:lnTo>
                  <a:lnTo>
                    <a:pt x="4007353" y="3167564"/>
                  </a:lnTo>
                  <a:lnTo>
                    <a:pt x="3987674" y="3166356"/>
                  </a:lnTo>
                  <a:lnTo>
                    <a:pt x="3952813" y="3163982"/>
                  </a:lnTo>
                  <a:lnTo>
                    <a:pt x="3901508" y="3160089"/>
                  </a:lnTo>
                  <a:lnTo>
                    <a:pt x="3834675" y="3154409"/>
                  </a:lnTo>
                  <a:lnTo>
                    <a:pt x="3755078" y="3146780"/>
                  </a:lnTo>
                  <a:lnTo>
                    <a:pt x="3666654" y="3137144"/>
                  </a:lnTo>
                  <a:lnTo>
                    <a:pt x="3573684" y="3125520"/>
                  </a:lnTo>
                  <a:lnTo>
                    <a:pt x="3480080" y="3111952"/>
                  </a:lnTo>
                  <a:lnTo>
                    <a:pt x="3388930" y="3096473"/>
                  </a:lnTo>
                  <a:lnTo>
                    <a:pt x="3302339" y="3079065"/>
                  </a:lnTo>
                  <a:lnTo>
                    <a:pt x="3221474" y="3059637"/>
                  </a:lnTo>
                  <a:lnTo>
                    <a:pt x="3146743" y="3038022"/>
                  </a:lnTo>
                  <a:lnTo>
                    <a:pt x="3077993" y="3013965"/>
                  </a:lnTo>
                  <a:lnTo>
                    <a:pt x="3014696" y="2987139"/>
                  </a:lnTo>
                  <a:lnTo>
                    <a:pt x="2956102" y="2957149"/>
                  </a:lnTo>
                  <a:lnTo>
                    <a:pt x="2901348" y="2923564"/>
                  </a:lnTo>
                  <a:lnTo>
                    <a:pt x="2849544" y="2885958"/>
                  </a:lnTo>
                  <a:lnTo>
                    <a:pt x="2799846" y="2843992"/>
                  </a:lnTo>
                  <a:lnTo>
                    <a:pt x="2770117" y="2816055"/>
                  </a:lnTo>
                  <a:lnTo>
                    <a:pt x="2728731" y="2773720"/>
                  </a:lnTo>
                  <a:lnTo>
                    <a:pt x="2687744" y="2727949"/>
                  </a:lnTo>
                  <a:lnTo>
                    <a:pt x="2646861" y="2678676"/>
                  </a:lnTo>
                  <a:lnTo>
                    <a:pt x="2605861" y="2625902"/>
                  </a:lnTo>
                  <a:lnTo>
                    <a:pt x="2564586" y="2569709"/>
                  </a:lnTo>
                  <a:lnTo>
                    <a:pt x="2522932" y="2510262"/>
                  </a:lnTo>
                  <a:lnTo>
                    <a:pt x="2480849" y="2447817"/>
                  </a:lnTo>
                  <a:lnTo>
                    <a:pt x="2438333" y="2382716"/>
                  </a:lnTo>
                  <a:lnTo>
                    <a:pt x="2395420" y="2315386"/>
                  </a:lnTo>
                  <a:lnTo>
                    <a:pt x="2352181" y="2246329"/>
                  </a:lnTo>
                  <a:lnTo>
                    <a:pt x="2308714" y="2176104"/>
                  </a:lnTo>
                  <a:lnTo>
                    <a:pt x="2265133" y="2105315"/>
                  </a:lnTo>
                  <a:lnTo>
                    <a:pt x="2221565" y="2034586"/>
                  </a:lnTo>
                  <a:lnTo>
                    <a:pt x="2178132" y="1964537"/>
                  </a:lnTo>
                  <a:lnTo>
                    <a:pt x="2134948" y="1895766"/>
                  </a:lnTo>
                  <a:lnTo>
                    <a:pt x="2092106" y="1828823"/>
                  </a:lnTo>
                  <a:lnTo>
                    <a:pt x="2049671" y="1764196"/>
                  </a:lnTo>
                  <a:lnTo>
                    <a:pt x="2007671" y="1702296"/>
                  </a:lnTo>
                  <a:lnTo>
                    <a:pt x="1966094" y="1643451"/>
                  </a:lnTo>
                  <a:lnTo>
                    <a:pt x="1924881" y="1587897"/>
                  </a:lnTo>
                  <a:lnTo>
                    <a:pt x="1883917" y="1535783"/>
                  </a:lnTo>
                  <a:lnTo>
                    <a:pt x="1843034" y="1487177"/>
                  </a:lnTo>
                  <a:lnTo>
                    <a:pt x="1801995" y="1442065"/>
                  </a:lnTo>
                  <a:lnTo>
                    <a:pt x="1768425" y="1408027"/>
                  </a:lnTo>
                  <a:lnTo>
                    <a:pt x="1719650" y="1363307"/>
                  </a:lnTo>
                  <a:lnTo>
                    <a:pt x="1669231" y="1323060"/>
                  </a:lnTo>
                  <a:lnTo>
                    <a:pt x="1616388" y="1287059"/>
                  </a:lnTo>
                  <a:lnTo>
                    <a:pt x="1560253" y="1254918"/>
                  </a:lnTo>
                  <a:lnTo>
                    <a:pt x="1499936" y="1226203"/>
                  </a:lnTo>
                  <a:lnTo>
                    <a:pt x="1434607" y="1200492"/>
                  </a:lnTo>
                  <a:lnTo>
                    <a:pt x="1363586" y="1177416"/>
                  </a:lnTo>
                  <a:lnTo>
                    <a:pt x="1286472" y="1156674"/>
                  </a:lnTo>
                  <a:lnTo>
                    <a:pt x="1203304" y="1138044"/>
                  </a:lnTo>
                  <a:lnTo>
                    <a:pt x="1114760" y="1121389"/>
                  </a:lnTo>
                  <a:lnTo>
                    <a:pt x="1022356" y="1106649"/>
                  </a:lnTo>
                  <a:lnTo>
                    <a:pt x="928580" y="1093828"/>
                  </a:lnTo>
                  <a:lnTo>
                    <a:pt x="836872" y="1082969"/>
                  </a:lnTo>
                  <a:lnTo>
                    <a:pt x="751360" y="1074112"/>
                  </a:lnTo>
                  <a:lnTo>
                    <a:pt x="676285" y="1067249"/>
                  </a:lnTo>
                  <a:lnTo>
                    <a:pt x="615227" y="1062287"/>
                  </a:lnTo>
                  <a:lnTo>
                    <a:pt x="570298" y="1059019"/>
                  </a:lnTo>
                  <a:lnTo>
                    <a:pt x="541587" y="1057142"/>
                  </a:lnTo>
                  <a:lnTo>
                    <a:pt x="526991" y="1056280"/>
                  </a:lnTo>
                  <a:lnTo>
                    <a:pt x="522415" y="1056034"/>
                  </a:lnTo>
                  <a:lnTo>
                    <a:pt x="522133" y="1056020"/>
                  </a:lnTo>
                  <a:lnTo>
                    <a:pt x="0" y="1056020"/>
                  </a:lnTo>
                  <a:lnTo>
                    <a:pt x="0" y="105602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434" name="pg434"/>
            <p:cNvSpPr/>
            <p:nvPr/>
          </p:nvSpPr>
          <p:spPr>
            <a:xfrm>
              <a:off x="386606" y="1744615"/>
              <a:ext cx="8554953" cy="3032530"/>
            </a:xfrm>
            <a:custGeom>
              <a:avLst/>
              <a:pathLst>
                <a:path w="8554953" h="3032530">
                  <a:moveTo>
                    <a:pt x="0" y="920488"/>
                  </a:moveTo>
                  <a:lnTo>
                    <a:pt x="522133" y="920488"/>
                  </a:lnTo>
                  <a:lnTo>
                    <a:pt x="523333" y="920550"/>
                  </a:lnTo>
                  <a:lnTo>
                    <a:pt x="531189" y="920987"/>
                  </a:lnTo>
                  <a:lnTo>
                    <a:pt x="550868" y="922195"/>
                  </a:lnTo>
                  <a:lnTo>
                    <a:pt x="585729" y="924569"/>
                  </a:lnTo>
                  <a:lnTo>
                    <a:pt x="637034" y="928462"/>
                  </a:lnTo>
                  <a:lnTo>
                    <a:pt x="703867" y="934142"/>
                  </a:lnTo>
                  <a:lnTo>
                    <a:pt x="783464" y="941771"/>
                  </a:lnTo>
                  <a:lnTo>
                    <a:pt x="871888" y="951406"/>
                  </a:lnTo>
                  <a:lnTo>
                    <a:pt x="964858" y="963031"/>
                  </a:lnTo>
                  <a:lnTo>
                    <a:pt x="1058462" y="976599"/>
                  </a:lnTo>
                  <a:lnTo>
                    <a:pt x="1149612" y="992078"/>
                  </a:lnTo>
                  <a:lnTo>
                    <a:pt x="1236204" y="1009486"/>
                  </a:lnTo>
                  <a:lnTo>
                    <a:pt x="1317068" y="1028913"/>
                  </a:lnTo>
                  <a:lnTo>
                    <a:pt x="1391799" y="1050529"/>
                  </a:lnTo>
                  <a:lnTo>
                    <a:pt x="1460549" y="1074585"/>
                  </a:lnTo>
                  <a:lnTo>
                    <a:pt x="1523846" y="1101412"/>
                  </a:lnTo>
                  <a:lnTo>
                    <a:pt x="1582440" y="1131402"/>
                  </a:lnTo>
                  <a:lnTo>
                    <a:pt x="1637194" y="1164987"/>
                  </a:lnTo>
                  <a:lnTo>
                    <a:pt x="1688998" y="1202593"/>
                  </a:lnTo>
                  <a:lnTo>
                    <a:pt x="1738696" y="1244559"/>
                  </a:lnTo>
                  <a:lnTo>
                    <a:pt x="1768425" y="1272495"/>
                  </a:lnTo>
                  <a:lnTo>
                    <a:pt x="1809811" y="1314831"/>
                  </a:lnTo>
                  <a:lnTo>
                    <a:pt x="1850798" y="1360601"/>
                  </a:lnTo>
                  <a:lnTo>
                    <a:pt x="1891681" y="1409875"/>
                  </a:lnTo>
                  <a:lnTo>
                    <a:pt x="1932681" y="1462649"/>
                  </a:lnTo>
                  <a:lnTo>
                    <a:pt x="1973957" y="1518842"/>
                  </a:lnTo>
                  <a:lnTo>
                    <a:pt x="2015610" y="1578289"/>
                  </a:lnTo>
                  <a:lnTo>
                    <a:pt x="2057693" y="1640734"/>
                  </a:lnTo>
                  <a:lnTo>
                    <a:pt x="2100209" y="1705835"/>
                  </a:lnTo>
                  <a:lnTo>
                    <a:pt x="2143122" y="1773165"/>
                  </a:lnTo>
                  <a:lnTo>
                    <a:pt x="2186361" y="1842222"/>
                  </a:lnTo>
                  <a:lnTo>
                    <a:pt x="2229829" y="1912447"/>
                  </a:lnTo>
                  <a:lnTo>
                    <a:pt x="2273409" y="1983236"/>
                  </a:lnTo>
                  <a:lnTo>
                    <a:pt x="2316977" y="2053965"/>
                  </a:lnTo>
                  <a:lnTo>
                    <a:pt x="2360410" y="2124013"/>
                  </a:lnTo>
                  <a:lnTo>
                    <a:pt x="2403594" y="2192785"/>
                  </a:lnTo>
                  <a:lnTo>
                    <a:pt x="2446436" y="2259728"/>
                  </a:lnTo>
                  <a:lnTo>
                    <a:pt x="2488872" y="2324355"/>
                  </a:lnTo>
                  <a:lnTo>
                    <a:pt x="2530871" y="2386254"/>
                  </a:lnTo>
                  <a:lnTo>
                    <a:pt x="2572448" y="2445100"/>
                  </a:lnTo>
                  <a:lnTo>
                    <a:pt x="2613661" y="2500654"/>
                  </a:lnTo>
                  <a:lnTo>
                    <a:pt x="2654625" y="2552768"/>
                  </a:lnTo>
                  <a:lnTo>
                    <a:pt x="2695509" y="2601374"/>
                  </a:lnTo>
                  <a:lnTo>
                    <a:pt x="2736547" y="2646486"/>
                  </a:lnTo>
                  <a:lnTo>
                    <a:pt x="2770117" y="2680523"/>
                  </a:lnTo>
                  <a:lnTo>
                    <a:pt x="2818892" y="2725244"/>
                  </a:lnTo>
                  <a:lnTo>
                    <a:pt x="2869312" y="2765491"/>
                  </a:lnTo>
                  <a:lnTo>
                    <a:pt x="2922154" y="2801492"/>
                  </a:lnTo>
                  <a:lnTo>
                    <a:pt x="2978289" y="2833633"/>
                  </a:lnTo>
                  <a:lnTo>
                    <a:pt x="3038606" y="2862348"/>
                  </a:lnTo>
                  <a:lnTo>
                    <a:pt x="3103935" y="2888059"/>
                  </a:lnTo>
                  <a:lnTo>
                    <a:pt x="3174956" y="2911135"/>
                  </a:lnTo>
                  <a:lnTo>
                    <a:pt x="3252070" y="2931877"/>
                  </a:lnTo>
                  <a:lnTo>
                    <a:pt x="3335238" y="2950507"/>
                  </a:lnTo>
                  <a:lnTo>
                    <a:pt x="3423782" y="2967162"/>
                  </a:lnTo>
                  <a:lnTo>
                    <a:pt x="3516186" y="2981902"/>
                  </a:lnTo>
                  <a:lnTo>
                    <a:pt x="3609963" y="2994723"/>
                  </a:lnTo>
                  <a:lnTo>
                    <a:pt x="3701670" y="3005582"/>
                  </a:lnTo>
                  <a:lnTo>
                    <a:pt x="3787183" y="3014439"/>
                  </a:lnTo>
                  <a:lnTo>
                    <a:pt x="3862257" y="3021301"/>
                  </a:lnTo>
                  <a:lnTo>
                    <a:pt x="3923316" y="3026264"/>
                  </a:lnTo>
                  <a:lnTo>
                    <a:pt x="3968244" y="3029532"/>
                  </a:lnTo>
                  <a:lnTo>
                    <a:pt x="3996956" y="3031409"/>
                  </a:lnTo>
                  <a:lnTo>
                    <a:pt x="4011551" y="3032271"/>
                  </a:lnTo>
                  <a:lnTo>
                    <a:pt x="4016127" y="3032516"/>
                  </a:lnTo>
                  <a:lnTo>
                    <a:pt x="4016409" y="3032530"/>
                  </a:lnTo>
                  <a:lnTo>
                    <a:pt x="4538543" y="3032530"/>
                  </a:lnTo>
                  <a:lnTo>
                    <a:pt x="4539680" y="3032448"/>
                  </a:lnTo>
                  <a:lnTo>
                    <a:pt x="4547133" y="3031859"/>
                  </a:lnTo>
                  <a:lnTo>
                    <a:pt x="4565835" y="3030230"/>
                  </a:lnTo>
                  <a:lnTo>
                    <a:pt x="4599051" y="3027029"/>
                  </a:lnTo>
                  <a:lnTo>
                    <a:pt x="4648109" y="3021773"/>
                  </a:lnTo>
                  <a:lnTo>
                    <a:pt x="4712302" y="3014088"/>
                  </a:lnTo>
                  <a:lnTo>
                    <a:pt x="4789162" y="3003742"/>
                  </a:lnTo>
                  <a:lnTo>
                    <a:pt x="4875051" y="2990643"/>
                  </a:lnTo>
                  <a:lnTo>
                    <a:pt x="4965913" y="2974804"/>
                  </a:lnTo>
                  <a:lnTo>
                    <a:pt x="5057955" y="2956285"/>
                  </a:lnTo>
                  <a:lnTo>
                    <a:pt x="5148100" y="2935137"/>
                  </a:lnTo>
                  <a:lnTo>
                    <a:pt x="5234179" y="2911350"/>
                  </a:lnTo>
                  <a:lnTo>
                    <a:pt x="5314910" y="2884826"/>
                  </a:lnTo>
                  <a:lnTo>
                    <a:pt x="5389764" y="2855362"/>
                  </a:lnTo>
                  <a:lnTo>
                    <a:pt x="5458774" y="2822643"/>
                  </a:lnTo>
                  <a:lnTo>
                    <a:pt x="5522360" y="2786252"/>
                  </a:lnTo>
                  <a:lnTo>
                    <a:pt x="5581187" y="2745681"/>
                  </a:lnTo>
                  <a:lnTo>
                    <a:pt x="5636049" y="2700356"/>
                  </a:lnTo>
                  <a:lnTo>
                    <a:pt x="5687788" y="2649694"/>
                  </a:lnTo>
                  <a:lnTo>
                    <a:pt x="5737225" y="2593179"/>
                  </a:lnTo>
                  <a:lnTo>
                    <a:pt x="5784835" y="2530873"/>
                  </a:lnTo>
                  <a:lnTo>
                    <a:pt x="5821190" y="2478174"/>
                  </a:lnTo>
                  <a:lnTo>
                    <a:pt x="5857208" y="2421716"/>
                  </a:lnTo>
                  <a:lnTo>
                    <a:pt x="5893096" y="2361421"/>
                  </a:lnTo>
                  <a:lnTo>
                    <a:pt x="5929019" y="2297270"/>
                  </a:lnTo>
                  <a:lnTo>
                    <a:pt x="5965101" y="2229309"/>
                  </a:lnTo>
                  <a:lnTo>
                    <a:pt x="6001431" y="2157650"/>
                  </a:lnTo>
                  <a:lnTo>
                    <a:pt x="6038068" y="2082483"/>
                  </a:lnTo>
                  <a:lnTo>
                    <a:pt x="6075039" y="2004070"/>
                  </a:lnTo>
                  <a:lnTo>
                    <a:pt x="6112344" y="1922748"/>
                  </a:lnTo>
                  <a:lnTo>
                    <a:pt x="6149960" y="1838926"/>
                  </a:lnTo>
                  <a:lnTo>
                    <a:pt x="6187841" y="1753077"/>
                  </a:lnTo>
                  <a:lnTo>
                    <a:pt x="6225927" y="1665727"/>
                  </a:lnTo>
                  <a:lnTo>
                    <a:pt x="6264142" y="1577444"/>
                  </a:lnTo>
                  <a:lnTo>
                    <a:pt x="6302405" y="1488821"/>
                  </a:lnTo>
                  <a:lnTo>
                    <a:pt x="6340632" y="1400462"/>
                  </a:lnTo>
                  <a:lnTo>
                    <a:pt x="6378738" y="1312963"/>
                  </a:lnTo>
                  <a:lnTo>
                    <a:pt x="6416648" y="1226895"/>
                  </a:lnTo>
                  <a:lnTo>
                    <a:pt x="6454300" y="1142791"/>
                  </a:lnTo>
                  <a:lnTo>
                    <a:pt x="6491646" y="1061131"/>
                  </a:lnTo>
                  <a:lnTo>
                    <a:pt x="6528659" y="982331"/>
                  </a:lnTo>
                  <a:lnTo>
                    <a:pt x="6565338" y="906739"/>
                  </a:lnTo>
                  <a:lnTo>
                    <a:pt x="6601704" y="834628"/>
                  </a:lnTo>
                  <a:lnTo>
                    <a:pt x="6637813" y="766193"/>
                  </a:lnTo>
                  <a:lnTo>
                    <a:pt x="6673750" y="701559"/>
                  </a:lnTo>
                  <a:lnTo>
                    <a:pt x="6709634" y="640779"/>
                  </a:lnTo>
                  <a:lnTo>
                    <a:pt x="6745625" y="583840"/>
                  </a:lnTo>
                  <a:lnTo>
                    <a:pt x="6781925" y="530674"/>
                  </a:lnTo>
                  <a:lnTo>
                    <a:pt x="6786527" y="524245"/>
                  </a:lnTo>
                  <a:lnTo>
                    <a:pt x="6834403" y="461614"/>
                  </a:lnTo>
                  <a:lnTo>
                    <a:pt x="6883850" y="405132"/>
                  </a:lnTo>
                  <a:lnTo>
                    <a:pt x="6935604" y="354500"/>
                  </a:lnTo>
                  <a:lnTo>
                    <a:pt x="6990485" y="309203"/>
                  </a:lnTo>
                  <a:lnTo>
                    <a:pt x="7049336" y="268656"/>
                  </a:lnTo>
                  <a:lnTo>
                    <a:pt x="7112951" y="232287"/>
                  </a:lnTo>
                  <a:lnTo>
                    <a:pt x="7181991" y="199587"/>
                  </a:lnTo>
                  <a:lnTo>
                    <a:pt x="7256878" y="170140"/>
                  </a:lnTo>
                  <a:lnTo>
                    <a:pt x="7337641" y="143631"/>
                  </a:lnTo>
                  <a:lnTo>
                    <a:pt x="7423746" y="119859"/>
                  </a:lnTo>
                  <a:lnTo>
                    <a:pt x="7513908" y="98725"/>
                  </a:lnTo>
                  <a:lnTo>
                    <a:pt x="7605953" y="80220"/>
                  </a:lnTo>
                  <a:lnTo>
                    <a:pt x="7696798" y="64396"/>
                  </a:lnTo>
                  <a:lnTo>
                    <a:pt x="7782649" y="51312"/>
                  </a:lnTo>
                  <a:lnTo>
                    <a:pt x="7859449" y="40982"/>
                  </a:lnTo>
                  <a:lnTo>
                    <a:pt x="7923565" y="33311"/>
                  </a:lnTo>
                  <a:lnTo>
                    <a:pt x="7972535" y="28067"/>
                  </a:lnTo>
                  <a:lnTo>
                    <a:pt x="8005667" y="24876"/>
                  </a:lnTo>
                  <a:lnTo>
                    <a:pt x="8024297" y="23254"/>
                  </a:lnTo>
                  <a:lnTo>
                    <a:pt x="8031700" y="22669"/>
                  </a:lnTo>
                  <a:lnTo>
                    <a:pt x="8032819" y="22588"/>
                  </a:lnTo>
                  <a:lnTo>
                    <a:pt x="8554953" y="22588"/>
                  </a:lnTo>
                  <a:lnTo>
                    <a:pt x="8554953" y="0"/>
                  </a:lnTo>
                  <a:lnTo>
                    <a:pt x="8032819" y="0"/>
                  </a:lnTo>
                  <a:lnTo>
                    <a:pt x="8031682" y="82"/>
                  </a:lnTo>
                  <a:lnTo>
                    <a:pt x="8024229" y="671"/>
                  </a:lnTo>
                  <a:lnTo>
                    <a:pt x="8005527" y="2300"/>
                  </a:lnTo>
                  <a:lnTo>
                    <a:pt x="7972311" y="5501"/>
                  </a:lnTo>
                  <a:lnTo>
                    <a:pt x="7923253" y="10757"/>
                  </a:lnTo>
                  <a:lnTo>
                    <a:pt x="7859060" y="18442"/>
                  </a:lnTo>
                  <a:lnTo>
                    <a:pt x="7782199" y="28788"/>
                  </a:lnTo>
                  <a:lnTo>
                    <a:pt x="7696311" y="41887"/>
                  </a:lnTo>
                  <a:lnTo>
                    <a:pt x="7605448" y="57726"/>
                  </a:lnTo>
                  <a:lnTo>
                    <a:pt x="7513407" y="76245"/>
                  </a:lnTo>
                  <a:lnTo>
                    <a:pt x="7423262" y="97393"/>
                  </a:lnTo>
                  <a:lnTo>
                    <a:pt x="7337183" y="121180"/>
                  </a:lnTo>
                  <a:lnTo>
                    <a:pt x="7256452" y="147704"/>
                  </a:lnTo>
                  <a:lnTo>
                    <a:pt x="7181598" y="177168"/>
                  </a:lnTo>
                  <a:lnTo>
                    <a:pt x="7112588" y="209887"/>
                  </a:lnTo>
                  <a:lnTo>
                    <a:pt x="7049002" y="246278"/>
                  </a:lnTo>
                  <a:lnTo>
                    <a:pt x="6990175" y="286849"/>
                  </a:lnTo>
                  <a:lnTo>
                    <a:pt x="6935313" y="332174"/>
                  </a:lnTo>
                  <a:lnTo>
                    <a:pt x="6883574" y="382836"/>
                  </a:lnTo>
                  <a:lnTo>
                    <a:pt x="6834137" y="439351"/>
                  </a:lnTo>
                  <a:lnTo>
                    <a:pt x="6786527" y="501657"/>
                  </a:lnTo>
                  <a:lnTo>
                    <a:pt x="6750172" y="554355"/>
                  </a:lnTo>
                  <a:lnTo>
                    <a:pt x="6714154" y="610814"/>
                  </a:lnTo>
                  <a:lnTo>
                    <a:pt x="6678266" y="671109"/>
                  </a:lnTo>
                  <a:lnTo>
                    <a:pt x="6642343" y="735260"/>
                  </a:lnTo>
                  <a:lnTo>
                    <a:pt x="6606261" y="803221"/>
                  </a:lnTo>
                  <a:lnTo>
                    <a:pt x="6569931" y="874879"/>
                  </a:lnTo>
                  <a:lnTo>
                    <a:pt x="6533293" y="950047"/>
                  </a:lnTo>
                  <a:lnTo>
                    <a:pt x="6496323" y="1028460"/>
                  </a:lnTo>
                  <a:lnTo>
                    <a:pt x="6459018" y="1109782"/>
                  </a:lnTo>
                  <a:lnTo>
                    <a:pt x="6421402" y="1193604"/>
                  </a:lnTo>
                  <a:lnTo>
                    <a:pt x="6383521" y="1279453"/>
                  </a:lnTo>
                  <a:lnTo>
                    <a:pt x="6345435" y="1366803"/>
                  </a:lnTo>
                  <a:lnTo>
                    <a:pt x="6307220" y="1455086"/>
                  </a:lnTo>
                  <a:lnTo>
                    <a:pt x="6268957" y="1543709"/>
                  </a:lnTo>
                  <a:lnTo>
                    <a:pt x="6230730" y="1632067"/>
                  </a:lnTo>
                  <a:lnTo>
                    <a:pt x="6192624" y="1719567"/>
                  </a:lnTo>
                  <a:lnTo>
                    <a:pt x="6154713" y="1805635"/>
                  </a:lnTo>
                  <a:lnTo>
                    <a:pt x="6117062" y="1889739"/>
                  </a:lnTo>
                  <a:lnTo>
                    <a:pt x="6079716" y="1971399"/>
                  </a:lnTo>
                  <a:lnTo>
                    <a:pt x="6042703" y="2050199"/>
                  </a:lnTo>
                  <a:lnTo>
                    <a:pt x="6006024" y="2125790"/>
                  </a:lnTo>
                  <a:lnTo>
                    <a:pt x="5969658" y="2197902"/>
                  </a:lnTo>
                  <a:lnTo>
                    <a:pt x="5933549" y="2266337"/>
                  </a:lnTo>
                  <a:lnTo>
                    <a:pt x="5897612" y="2330971"/>
                  </a:lnTo>
                  <a:lnTo>
                    <a:pt x="5861728" y="2391751"/>
                  </a:lnTo>
                  <a:lnTo>
                    <a:pt x="5825737" y="2448689"/>
                  </a:lnTo>
                  <a:lnTo>
                    <a:pt x="5789437" y="2501856"/>
                  </a:lnTo>
                  <a:lnTo>
                    <a:pt x="5784835" y="2508285"/>
                  </a:lnTo>
                  <a:lnTo>
                    <a:pt x="5736959" y="2570916"/>
                  </a:lnTo>
                  <a:lnTo>
                    <a:pt x="5687512" y="2627398"/>
                  </a:lnTo>
                  <a:lnTo>
                    <a:pt x="5635758" y="2678030"/>
                  </a:lnTo>
                  <a:lnTo>
                    <a:pt x="5580876" y="2723326"/>
                  </a:lnTo>
                  <a:lnTo>
                    <a:pt x="5522026" y="2763874"/>
                  </a:lnTo>
                  <a:lnTo>
                    <a:pt x="5458411" y="2800243"/>
                  </a:lnTo>
                  <a:lnTo>
                    <a:pt x="5389371" y="2832943"/>
                  </a:lnTo>
                  <a:lnTo>
                    <a:pt x="5314484" y="2862390"/>
                  </a:lnTo>
                  <a:lnTo>
                    <a:pt x="5233721" y="2888898"/>
                  </a:lnTo>
                  <a:lnTo>
                    <a:pt x="5147616" y="2912671"/>
                  </a:lnTo>
                  <a:lnTo>
                    <a:pt x="5057454" y="2933805"/>
                  </a:lnTo>
                  <a:lnTo>
                    <a:pt x="4965409" y="2952309"/>
                  </a:lnTo>
                  <a:lnTo>
                    <a:pt x="4874564" y="2968134"/>
                  </a:lnTo>
                  <a:lnTo>
                    <a:pt x="4788713" y="2981217"/>
                  </a:lnTo>
                  <a:lnTo>
                    <a:pt x="4711913" y="2991548"/>
                  </a:lnTo>
                  <a:lnTo>
                    <a:pt x="4647797" y="2999219"/>
                  </a:lnTo>
                  <a:lnTo>
                    <a:pt x="4598827" y="3004463"/>
                  </a:lnTo>
                  <a:lnTo>
                    <a:pt x="4565695" y="3007654"/>
                  </a:lnTo>
                  <a:lnTo>
                    <a:pt x="4547065" y="3009276"/>
                  </a:lnTo>
                  <a:lnTo>
                    <a:pt x="4539662" y="3009861"/>
                  </a:lnTo>
                  <a:lnTo>
                    <a:pt x="4538543" y="3009942"/>
                  </a:lnTo>
                  <a:lnTo>
                    <a:pt x="4016409" y="3009942"/>
                  </a:lnTo>
                  <a:lnTo>
                    <a:pt x="4015209" y="3009880"/>
                  </a:lnTo>
                  <a:lnTo>
                    <a:pt x="4007353" y="3009444"/>
                  </a:lnTo>
                  <a:lnTo>
                    <a:pt x="3987674" y="3008235"/>
                  </a:lnTo>
                  <a:lnTo>
                    <a:pt x="3952813" y="3005861"/>
                  </a:lnTo>
                  <a:lnTo>
                    <a:pt x="3901508" y="3001969"/>
                  </a:lnTo>
                  <a:lnTo>
                    <a:pt x="3834675" y="2996288"/>
                  </a:lnTo>
                  <a:lnTo>
                    <a:pt x="3755078" y="2988659"/>
                  </a:lnTo>
                  <a:lnTo>
                    <a:pt x="3666654" y="2979024"/>
                  </a:lnTo>
                  <a:lnTo>
                    <a:pt x="3573684" y="2967399"/>
                  </a:lnTo>
                  <a:lnTo>
                    <a:pt x="3480080" y="2953831"/>
                  </a:lnTo>
                  <a:lnTo>
                    <a:pt x="3388930" y="2938352"/>
                  </a:lnTo>
                  <a:lnTo>
                    <a:pt x="3302339" y="2920944"/>
                  </a:lnTo>
                  <a:lnTo>
                    <a:pt x="3221474" y="2901517"/>
                  </a:lnTo>
                  <a:lnTo>
                    <a:pt x="3146743" y="2879901"/>
                  </a:lnTo>
                  <a:lnTo>
                    <a:pt x="3077993" y="2855845"/>
                  </a:lnTo>
                  <a:lnTo>
                    <a:pt x="3014696" y="2829018"/>
                  </a:lnTo>
                  <a:lnTo>
                    <a:pt x="2956102" y="2799028"/>
                  </a:lnTo>
                  <a:lnTo>
                    <a:pt x="2901348" y="2765443"/>
                  </a:lnTo>
                  <a:lnTo>
                    <a:pt x="2849544" y="2727838"/>
                  </a:lnTo>
                  <a:lnTo>
                    <a:pt x="2799846" y="2685872"/>
                  </a:lnTo>
                  <a:lnTo>
                    <a:pt x="2770117" y="2657935"/>
                  </a:lnTo>
                  <a:lnTo>
                    <a:pt x="2728731" y="2615599"/>
                  </a:lnTo>
                  <a:lnTo>
                    <a:pt x="2687744" y="2569829"/>
                  </a:lnTo>
                  <a:lnTo>
                    <a:pt x="2646861" y="2520555"/>
                  </a:lnTo>
                  <a:lnTo>
                    <a:pt x="2605861" y="2467781"/>
                  </a:lnTo>
                  <a:lnTo>
                    <a:pt x="2564586" y="2411588"/>
                  </a:lnTo>
                  <a:lnTo>
                    <a:pt x="2522932" y="2352141"/>
                  </a:lnTo>
                  <a:lnTo>
                    <a:pt x="2480849" y="2289696"/>
                  </a:lnTo>
                  <a:lnTo>
                    <a:pt x="2438333" y="2224595"/>
                  </a:lnTo>
                  <a:lnTo>
                    <a:pt x="2395420" y="2157266"/>
                  </a:lnTo>
                  <a:lnTo>
                    <a:pt x="2352181" y="2088208"/>
                  </a:lnTo>
                  <a:lnTo>
                    <a:pt x="2308714" y="2017983"/>
                  </a:lnTo>
                  <a:lnTo>
                    <a:pt x="2265133" y="1947194"/>
                  </a:lnTo>
                  <a:lnTo>
                    <a:pt x="2221565" y="1876465"/>
                  </a:lnTo>
                  <a:lnTo>
                    <a:pt x="2178132" y="1806417"/>
                  </a:lnTo>
                  <a:lnTo>
                    <a:pt x="2134948" y="1737645"/>
                  </a:lnTo>
                  <a:lnTo>
                    <a:pt x="2092106" y="1670702"/>
                  </a:lnTo>
                  <a:lnTo>
                    <a:pt x="2049671" y="1606075"/>
                  </a:lnTo>
                  <a:lnTo>
                    <a:pt x="2007671" y="1544176"/>
                  </a:lnTo>
                  <a:lnTo>
                    <a:pt x="1966094" y="1485330"/>
                  </a:lnTo>
                  <a:lnTo>
                    <a:pt x="1924881" y="1429776"/>
                  </a:lnTo>
                  <a:lnTo>
                    <a:pt x="1883917" y="1377663"/>
                  </a:lnTo>
                  <a:lnTo>
                    <a:pt x="1843034" y="1329056"/>
                  </a:lnTo>
                  <a:lnTo>
                    <a:pt x="1801995" y="1283944"/>
                  </a:lnTo>
                  <a:lnTo>
                    <a:pt x="1768425" y="1249907"/>
                  </a:lnTo>
                  <a:lnTo>
                    <a:pt x="1719650" y="1205186"/>
                  </a:lnTo>
                  <a:lnTo>
                    <a:pt x="1669231" y="1164939"/>
                  </a:lnTo>
                  <a:lnTo>
                    <a:pt x="1616388" y="1128938"/>
                  </a:lnTo>
                  <a:lnTo>
                    <a:pt x="1560253" y="1096797"/>
                  </a:lnTo>
                  <a:lnTo>
                    <a:pt x="1499936" y="1068082"/>
                  </a:lnTo>
                  <a:lnTo>
                    <a:pt x="1434607" y="1042372"/>
                  </a:lnTo>
                  <a:lnTo>
                    <a:pt x="1363586" y="1019295"/>
                  </a:lnTo>
                  <a:lnTo>
                    <a:pt x="1286472" y="998553"/>
                  </a:lnTo>
                  <a:lnTo>
                    <a:pt x="1203304" y="979923"/>
                  </a:lnTo>
                  <a:lnTo>
                    <a:pt x="1114760" y="963268"/>
                  </a:lnTo>
                  <a:lnTo>
                    <a:pt x="1022356" y="948528"/>
                  </a:lnTo>
                  <a:lnTo>
                    <a:pt x="928580" y="935707"/>
                  </a:lnTo>
                  <a:lnTo>
                    <a:pt x="836872" y="924848"/>
                  </a:lnTo>
                  <a:lnTo>
                    <a:pt x="751360" y="915991"/>
                  </a:lnTo>
                  <a:lnTo>
                    <a:pt x="676285" y="909129"/>
                  </a:lnTo>
                  <a:lnTo>
                    <a:pt x="615227" y="904166"/>
                  </a:lnTo>
                  <a:lnTo>
                    <a:pt x="570298" y="900899"/>
                  </a:lnTo>
                  <a:lnTo>
                    <a:pt x="541587" y="899021"/>
                  </a:lnTo>
                  <a:lnTo>
                    <a:pt x="526991" y="898159"/>
                  </a:lnTo>
                  <a:lnTo>
                    <a:pt x="522415" y="897914"/>
                  </a:lnTo>
                  <a:lnTo>
                    <a:pt x="522133" y="897900"/>
                  </a:lnTo>
                  <a:lnTo>
                    <a:pt x="0" y="897900"/>
                  </a:lnTo>
                  <a:close/>
                </a:path>
              </a:pathLst>
            </a:custGeom>
            <a:solidFill>
              <a:srgbClr val="8FA8D6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435" name="pl435"/>
            <p:cNvSpPr/>
            <p:nvPr/>
          </p:nvSpPr>
          <p:spPr>
            <a:xfrm>
              <a:off x="386606" y="1767203"/>
              <a:ext cx="8554953" cy="3009942"/>
            </a:xfrm>
            <a:custGeom>
              <a:avLst/>
              <a:pathLst>
                <a:path w="8554953" h="3009942">
                  <a:moveTo>
                    <a:pt x="0" y="897900"/>
                  </a:moveTo>
                  <a:lnTo>
                    <a:pt x="522133" y="897900"/>
                  </a:lnTo>
                  <a:lnTo>
                    <a:pt x="523333" y="897961"/>
                  </a:lnTo>
                  <a:lnTo>
                    <a:pt x="531189" y="898398"/>
                  </a:lnTo>
                  <a:lnTo>
                    <a:pt x="550868" y="899606"/>
                  </a:lnTo>
                  <a:lnTo>
                    <a:pt x="585729" y="901980"/>
                  </a:lnTo>
                  <a:lnTo>
                    <a:pt x="637034" y="905873"/>
                  </a:lnTo>
                  <a:lnTo>
                    <a:pt x="703867" y="911553"/>
                  </a:lnTo>
                  <a:lnTo>
                    <a:pt x="783464" y="919183"/>
                  </a:lnTo>
                  <a:lnTo>
                    <a:pt x="871888" y="928818"/>
                  </a:lnTo>
                  <a:lnTo>
                    <a:pt x="964858" y="940442"/>
                  </a:lnTo>
                  <a:lnTo>
                    <a:pt x="1058462" y="954010"/>
                  </a:lnTo>
                  <a:lnTo>
                    <a:pt x="1149612" y="969489"/>
                  </a:lnTo>
                  <a:lnTo>
                    <a:pt x="1236204" y="986898"/>
                  </a:lnTo>
                  <a:lnTo>
                    <a:pt x="1317068" y="1006325"/>
                  </a:lnTo>
                  <a:lnTo>
                    <a:pt x="1391799" y="1027940"/>
                  </a:lnTo>
                  <a:lnTo>
                    <a:pt x="1460549" y="1051997"/>
                  </a:lnTo>
                  <a:lnTo>
                    <a:pt x="1523846" y="1078824"/>
                  </a:lnTo>
                  <a:lnTo>
                    <a:pt x="1582440" y="1108814"/>
                  </a:lnTo>
                  <a:lnTo>
                    <a:pt x="1637194" y="1142399"/>
                  </a:lnTo>
                  <a:lnTo>
                    <a:pt x="1688998" y="1180004"/>
                  </a:lnTo>
                  <a:lnTo>
                    <a:pt x="1738696" y="1221970"/>
                  </a:lnTo>
                  <a:lnTo>
                    <a:pt x="1768425" y="1249907"/>
                  </a:lnTo>
                  <a:lnTo>
                    <a:pt x="1809811" y="1292242"/>
                  </a:lnTo>
                  <a:lnTo>
                    <a:pt x="1850798" y="1338013"/>
                  </a:lnTo>
                  <a:lnTo>
                    <a:pt x="1891681" y="1387287"/>
                  </a:lnTo>
                  <a:lnTo>
                    <a:pt x="1932681" y="1440060"/>
                  </a:lnTo>
                  <a:lnTo>
                    <a:pt x="1973957" y="1496254"/>
                  </a:lnTo>
                  <a:lnTo>
                    <a:pt x="2015610" y="1555700"/>
                  </a:lnTo>
                  <a:lnTo>
                    <a:pt x="2057693" y="1618145"/>
                  </a:lnTo>
                  <a:lnTo>
                    <a:pt x="2100209" y="1683246"/>
                  </a:lnTo>
                  <a:lnTo>
                    <a:pt x="2143122" y="1750576"/>
                  </a:lnTo>
                  <a:lnTo>
                    <a:pt x="2186361" y="1819634"/>
                  </a:lnTo>
                  <a:lnTo>
                    <a:pt x="2229829" y="1889858"/>
                  </a:lnTo>
                  <a:lnTo>
                    <a:pt x="2273409" y="1960647"/>
                  </a:lnTo>
                  <a:lnTo>
                    <a:pt x="2316977" y="2031376"/>
                  </a:lnTo>
                  <a:lnTo>
                    <a:pt x="2360410" y="2101425"/>
                  </a:lnTo>
                  <a:lnTo>
                    <a:pt x="2403594" y="2170196"/>
                  </a:lnTo>
                  <a:lnTo>
                    <a:pt x="2446436" y="2237139"/>
                  </a:lnTo>
                  <a:lnTo>
                    <a:pt x="2488872" y="2301766"/>
                  </a:lnTo>
                  <a:lnTo>
                    <a:pt x="2530871" y="2363666"/>
                  </a:lnTo>
                  <a:lnTo>
                    <a:pt x="2572448" y="2422511"/>
                  </a:lnTo>
                  <a:lnTo>
                    <a:pt x="2613661" y="2478066"/>
                  </a:lnTo>
                  <a:lnTo>
                    <a:pt x="2654625" y="2530179"/>
                  </a:lnTo>
                  <a:lnTo>
                    <a:pt x="2695509" y="2578786"/>
                  </a:lnTo>
                  <a:lnTo>
                    <a:pt x="2736547" y="2623897"/>
                  </a:lnTo>
                  <a:lnTo>
                    <a:pt x="2770117" y="2657935"/>
                  </a:lnTo>
                  <a:lnTo>
                    <a:pt x="2818892" y="2702655"/>
                  </a:lnTo>
                  <a:lnTo>
                    <a:pt x="2869312" y="2742902"/>
                  </a:lnTo>
                  <a:lnTo>
                    <a:pt x="2922154" y="2778904"/>
                  </a:lnTo>
                  <a:lnTo>
                    <a:pt x="2978289" y="2811044"/>
                  </a:lnTo>
                  <a:lnTo>
                    <a:pt x="3038606" y="2839759"/>
                  </a:lnTo>
                  <a:lnTo>
                    <a:pt x="3103935" y="2865470"/>
                  </a:lnTo>
                  <a:lnTo>
                    <a:pt x="3174956" y="2888546"/>
                  </a:lnTo>
                  <a:lnTo>
                    <a:pt x="3252070" y="2909289"/>
                  </a:lnTo>
                  <a:lnTo>
                    <a:pt x="3335238" y="2927918"/>
                  </a:lnTo>
                  <a:lnTo>
                    <a:pt x="3423782" y="2944573"/>
                  </a:lnTo>
                  <a:lnTo>
                    <a:pt x="3516186" y="2959313"/>
                  </a:lnTo>
                  <a:lnTo>
                    <a:pt x="3609963" y="2972134"/>
                  </a:lnTo>
                  <a:lnTo>
                    <a:pt x="3701670" y="2982993"/>
                  </a:lnTo>
                  <a:lnTo>
                    <a:pt x="3787183" y="2991850"/>
                  </a:lnTo>
                  <a:lnTo>
                    <a:pt x="3862257" y="2998713"/>
                  </a:lnTo>
                  <a:lnTo>
                    <a:pt x="3923316" y="3003676"/>
                  </a:lnTo>
                  <a:lnTo>
                    <a:pt x="3968244" y="3006943"/>
                  </a:lnTo>
                  <a:lnTo>
                    <a:pt x="3996956" y="3008820"/>
                  </a:lnTo>
                  <a:lnTo>
                    <a:pt x="4011551" y="3009682"/>
                  </a:lnTo>
                  <a:lnTo>
                    <a:pt x="4016127" y="3009928"/>
                  </a:lnTo>
                  <a:lnTo>
                    <a:pt x="4016409" y="3009942"/>
                  </a:lnTo>
                  <a:lnTo>
                    <a:pt x="4538543" y="3009942"/>
                  </a:lnTo>
                  <a:lnTo>
                    <a:pt x="4539680" y="3009859"/>
                  </a:lnTo>
                  <a:lnTo>
                    <a:pt x="4547133" y="3009270"/>
                  </a:lnTo>
                  <a:lnTo>
                    <a:pt x="4565835" y="3007642"/>
                  </a:lnTo>
                  <a:lnTo>
                    <a:pt x="4599051" y="3004440"/>
                  </a:lnTo>
                  <a:lnTo>
                    <a:pt x="4648109" y="2999184"/>
                  </a:lnTo>
                  <a:lnTo>
                    <a:pt x="4712302" y="2991499"/>
                  </a:lnTo>
                  <a:lnTo>
                    <a:pt x="4789162" y="2981153"/>
                  </a:lnTo>
                  <a:lnTo>
                    <a:pt x="4875051" y="2968055"/>
                  </a:lnTo>
                  <a:lnTo>
                    <a:pt x="4965913" y="2952215"/>
                  </a:lnTo>
                  <a:lnTo>
                    <a:pt x="5057955" y="2933697"/>
                  </a:lnTo>
                  <a:lnTo>
                    <a:pt x="5148100" y="2912548"/>
                  </a:lnTo>
                  <a:lnTo>
                    <a:pt x="5234179" y="2888761"/>
                  </a:lnTo>
                  <a:lnTo>
                    <a:pt x="5314910" y="2862237"/>
                  </a:lnTo>
                  <a:lnTo>
                    <a:pt x="5389764" y="2832773"/>
                  </a:lnTo>
                  <a:lnTo>
                    <a:pt x="5458774" y="2800054"/>
                  </a:lnTo>
                  <a:lnTo>
                    <a:pt x="5522360" y="2763664"/>
                  </a:lnTo>
                  <a:lnTo>
                    <a:pt x="5581187" y="2723092"/>
                  </a:lnTo>
                  <a:lnTo>
                    <a:pt x="5636049" y="2677768"/>
                  </a:lnTo>
                  <a:lnTo>
                    <a:pt x="5687788" y="2627105"/>
                  </a:lnTo>
                  <a:lnTo>
                    <a:pt x="5737225" y="2570590"/>
                  </a:lnTo>
                  <a:lnTo>
                    <a:pt x="5784835" y="2508285"/>
                  </a:lnTo>
                  <a:lnTo>
                    <a:pt x="5821190" y="2455586"/>
                  </a:lnTo>
                  <a:lnTo>
                    <a:pt x="5857208" y="2399127"/>
                  </a:lnTo>
                  <a:lnTo>
                    <a:pt x="5893096" y="2338832"/>
                  </a:lnTo>
                  <a:lnTo>
                    <a:pt x="5929019" y="2274681"/>
                  </a:lnTo>
                  <a:lnTo>
                    <a:pt x="5965101" y="2206720"/>
                  </a:lnTo>
                  <a:lnTo>
                    <a:pt x="6001431" y="2135062"/>
                  </a:lnTo>
                  <a:lnTo>
                    <a:pt x="6038068" y="2059894"/>
                  </a:lnTo>
                  <a:lnTo>
                    <a:pt x="6075039" y="1981481"/>
                  </a:lnTo>
                  <a:lnTo>
                    <a:pt x="6112344" y="1900159"/>
                  </a:lnTo>
                  <a:lnTo>
                    <a:pt x="6149960" y="1816337"/>
                  </a:lnTo>
                  <a:lnTo>
                    <a:pt x="6187841" y="1730488"/>
                  </a:lnTo>
                  <a:lnTo>
                    <a:pt x="6225927" y="1643138"/>
                  </a:lnTo>
                  <a:lnTo>
                    <a:pt x="6264142" y="1554855"/>
                  </a:lnTo>
                  <a:lnTo>
                    <a:pt x="6302405" y="1466233"/>
                  </a:lnTo>
                  <a:lnTo>
                    <a:pt x="6340632" y="1377874"/>
                  </a:lnTo>
                  <a:lnTo>
                    <a:pt x="6378738" y="1290374"/>
                  </a:lnTo>
                  <a:lnTo>
                    <a:pt x="6416648" y="1204307"/>
                  </a:lnTo>
                  <a:lnTo>
                    <a:pt x="6454300" y="1120202"/>
                  </a:lnTo>
                  <a:lnTo>
                    <a:pt x="6491646" y="1038542"/>
                  </a:lnTo>
                  <a:lnTo>
                    <a:pt x="6528659" y="959743"/>
                  </a:lnTo>
                  <a:lnTo>
                    <a:pt x="6565338" y="884151"/>
                  </a:lnTo>
                  <a:lnTo>
                    <a:pt x="6601704" y="812039"/>
                  </a:lnTo>
                  <a:lnTo>
                    <a:pt x="6637813" y="743605"/>
                  </a:lnTo>
                  <a:lnTo>
                    <a:pt x="6673750" y="678971"/>
                  </a:lnTo>
                  <a:lnTo>
                    <a:pt x="6709634" y="618190"/>
                  </a:lnTo>
                  <a:lnTo>
                    <a:pt x="6745625" y="561252"/>
                  </a:lnTo>
                  <a:lnTo>
                    <a:pt x="6781925" y="508086"/>
                  </a:lnTo>
                  <a:lnTo>
                    <a:pt x="6786527" y="501657"/>
                  </a:lnTo>
                  <a:lnTo>
                    <a:pt x="6834403" y="439025"/>
                  </a:lnTo>
                  <a:lnTo>
                    <a:pt x="6883850" y="382543"/>
                  </a:lnTo>
                  <a:lnTo>
                    <a:pt x="6935604" y="331911"/>
                  </a:lnTo>
                  <a:lnTo>
                    <a:pt x="6990485" y="286615"/>
                  </a:lnTo>
                  <a:lnTo>
                    <a:pt x="7049336" y="246067"/>
                  </a:lnTo>
                  <a:lnTo>
                    <a:pt x="7112951" y="209698"/>
                  </a:lnTo>
                  <a:lnTo>
                    <a:pt x="7181991" y="176998"/>
                  </a:lnTo>
                  <a:lnTo>
                    <a:pt x="7256878" y="147551"/>
                  </a:lnTo>
                  <a:lnTo>
                    <a:pt x="7337641" y="121043"/>
                  </a:lnTo>
                  <a:lnTo>
                    <a:pt x="7423746" y="97270"/>
                  </a:lnTo>
                  <a:lnTo>
                    <a:pt x="7513908" y="76136"/>
                  </a:lnTo>
                  <a:lnTo>
                    <a:pt x="7605953" y="57632"/>
                  </a:lnTo>
                  <a:lnTo>
                    <a:pt x="7696798" y="41807"/>
                  </a:lnTo>
                  <a:lnTo>
                    <a:pt x="7782649" y="28724"/>
                  </a:lnTo>
                  <a:lnTo>
                    <a:pt x="7859449" y="18393"/>
                  </a:lnTo>
                  <a:lnTo>
                    <a:pt x="7923565" y="10722"/>
                  </a:lnTo>
                  <a:lnTo>
                    <a:pt x="7972535" y="5478"/>
                  </a:lnTo>
                  <a:lnTo>
                    <a:pt x="8005667" y="2287"/>
                  </a:lnTo>
                  <a:lnTo>
                    <a:pt x="8024297" y="665"/>
                  </a:lnTo>
                  <a:lnTo>
                    <a:pt x="8031700" y="81"/>
                  </a:lnTo>
                  <a:lnTo>
                    <a:pt x="8032819" y="0"/>
                  </a:lnTo>
                  <a:lnTo>
                    <a:pt x="8554953" y="0"/>
                  </a:lnTo>
                  <a:lnTo>
                    <a:pt x="8554953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436" name="pl436"/>
            <p:cNvSpPr/>
            <p:nvPr/>
          </p:nvSpPr>
          <p:spPr>
            <a:xfrm>
              <a:off x="386606" y="1744615"/>
              <a:ext cx="8554953" cy="3009942"/>
            </a:xfrm>
            <a:custGeom>
              <a:avLst/>
              <a:pathLst>
                <a:path w="8554953" h="3009942">
                  <a:moveTo>
                    <a:pt x="8554953" y="0"/>
                  </a:moveTo>
                  <a:lnTo>
                    <a:pt x="8032819" y="0"/>
                  </a:lnTo>
                  <a:lnTo>
                    <a:pt x="8031682" y="82"/>
                  </a:lnTo>
                  <a:lnTo>
                    <a:pt x="8024229" y="671"/>
                  </a:lnTo>
                  <a:lnTo>
                    <a:pt x="8005527" y="2300"/>
                  </a:lnTo>
                  <a:lnTo>
                    <a:pt x="7972311" y="5501"/>
                  </a:lnTo>
                  <a:lnTo>
                    <a:pt x="7923253" y="10757"/>
                  </a:lnTo>
                  <a:lnTo>
                    <a:pt x="7859060" y="18442"/>
                  </a:lnTo>
                  <a:lnTo>
                    <a:pt x="7782199" y="28788"/>
                  </a:lnTo>
                  <a:lnTo>
                    <a:pt x="7696311" y="41887"/>
                  </a:lnTo>
                  <a:lnTo>
                    <a:pt x="7605448" y="57726"/>
                  </a:lnTo>
                  <a:lnTo>
                    <a:pt x="7513407" y="76245"/>
                  </a:lnTo>
                  <a:lnTo>
                    <a:pt x="7423262" y="97393"/>
                  </a:lnTo>
                  <a:lnTo>
                    <a:pt x="7337183" y="121180"/>
                  </a:lnTo>
                  <a:lnTo>
                    <a:pt x="7256452" y="147704"/>
                  </a:lnTo>
                  <a:lnTo>
                    <a:pt x="7181598" y="177168"/>
                  </a:lnTo>
                  <a:lnTo>
                    <a:pt x="7112588" y="209887"/>
                  </a:lnTo>
                  <a:lnTo>
                    <a:pt x="7049002" y="246278"/>
                  </a:lnTo>
                  <a:lnTo>
                    <a:pt x="6990175" y="286849"/>
                  </a:lnTo>
                  <a:lnTo>
                    <a:pt x="6935313" y="332174"/>
                  </a:lnTo>
                  <a:lnTo>
                    <a:pt x="6883574" y="382836"/>
                  </a:lnTo>
                  <a:lnTo>
                    <a:pt x="6834137" y="439351"/>
                  </a:lnTo>
                  <a:lnTo>
                    <a:pt x="6786527" y="501657"/>
                  </a:lnTo>
                  <a:lnTo>
                    <a:pt x="6750172" y="554355"/>
                  </a:lnTo>
                  <a:lnTo>
                    <a:pt x="6714154" y="610814"/>
                  </a:lnTo>
                  <a:lnTo>
                    <a:pt x="6678266" y="671109"/>
                  </a:lnTo>
                  <a:lnTo>
                    <a:pt x="6642343" y="735260"/>
                  </a:lnTo>
                  <a:lnTo>
                    <a:pt x="6606261" y="803221"/>
                  </a:lnTo>
                  <a:lnTo>
                    <a:pt x="6569931" y="874879"/>
                  </a:lnTo>
                  <a:lnTo>
                    <a:pt x="6533293" y="950047"/>
                  </a:lnTo>
                  <a:lnTo>
                    <a:pt x="6496323" y="1028460"/>
                  </a:lnTo>
                  <a:lnTo>
                    <a:pt x="6459018" y="1109782"/>
                  </a:lnTo>
                  <a:lnTo>
                    <a:pt x="6421402" y="1193604"/>
                  </a:lnTo>
                  <a:lnTo>
                    <a:pt x="6383521" y="1279453"/>
                  </a:lnTo>
                  <a:lnTo>
                    <a:pt x="6345435" y="1366803"/>
                  </a:lnTo>
                  <a:lnTo>
                    <a:pt x="6307220" y="1455086"/>
                  </a:lnTo>
                  <a:lnTo>
                    <a:pt x="6268957" y="1543709"/>
                  </a:lnTo>
                  <a:lnTo>
                    <a:pt x="6230730" y="1632067"/>
                  </a:lnTo>
                  <a:lnTo>
                    <a:pt x="6192624" y="1719567"/>
                  </a:lnTo>
                  <a:lnTo>
                    <a:pt x="6154713" y="1805635"/>
                  </a:lnTo>
                  <a:lnTo>
                    <a:pt x="6117062" y="1889739"/>
                  </a:lnTo>
                  <a:lnTo>
                    <a:pt x="6079716" y="1971399"/>
                  </a:lnTo>
                  <a:lnTo>
                    <a:pt x="6042703" y="2050199"/>
                  </a:lnTo>
                  <a:lnTo>
                    <a:pt x="6006024" y="2125790"/>
                  </a:lnTo>
                  <a:lnTo>
                    <a:pt x="5969658" y="2197902"/>
                  </a:lnTo>
                  <a:lnTo>
                    <a:pt x="5933549" y="2266337"/>
                  </a:lnTo>
                  <a:lnTo>
                    <a:pt x="5897612" y="2330971"/>
                  </a:lnTo>
                  <a:lnTo>
                    <a:pt x="5861728" y="2391751"/>
                  </a:lnTo>
                  <a:lnTo>
                    <a:pt x="5825737" y="2448689"/>
                  </a:lnTo>
                  <a:lnTo>
                    <a:pt x="5789437" y="2501856"/>
                  </a:lnTo>
                  <a:lnTo>
                    <a:pt x="5784835" y="2508285"/>
                  </a:lnTo>
                  <a:lnTo>
                    <a:pt x="5736959" y="2570916"/>
                  </a:lnTo>
                  <a:lnTo>
                    <a:pt x="5687512" y="2627398"/>
                  </a:lnTo>
                  <a:lnTo>
                    <a:pt x="5635758" y="2678030"/>
                  </a:lnTo>
                  <a:lnTo>
                    <a:pt x="5580876" y="2723326"/>
                  </a:lnTo>
                  <a:lnTo>
                    <a:pt x="5522026" y="2763874"/>
                  </a:lnTo>
                  <a:lnTo>
                    <a:pt x="5458411" y="2800243"/>
                  </a:lnTo>
                  <a:lnTo>
                    <a:pt x="5389371" y="2832943"/>
                  </a:lnTo>
                  <a:lnTo>
                    <a:pt x="5314484" y="2862390"/>
                  </a:lnTo>
                  <a:lnTo>
                    <a:pt x="5233721" y="2888898"/>
                  </a:lnTo>
                  <a:lnTo>
                    <a:pt x="5147616" y="2912671"/>
                  </a:lnTo>
                  <a:lnTo>
                    <a:pt x="5057454" y="2933805"/>
                  </a:lnTo>
                  <a:lnTo>
                    <a:pt x="4965409" y="2952309"/>
                  </a:lnTo>
                  <a:lnTo>
                    <a:pt x="4874564" y="2968134"/>
                  </a:lnTo>
                  <a:lnTo>
                    <a:pt x="4788713" y="2981217"/>
                  </a:lnTo>
                  <a:lnTo>
                    <a:pt x="4711913" y="2991548"/>
                  </a:lnTo>
                  <a:lnTo>
                    <a:pt x="4647797" y="2999219"/>
                  </a:lnTo>
                  <a:lnTo>
                    <a:pt x="4598827" y="3004463"/>
                  </a:lnTo>
                  <a:lnTo>
                    <a:pt x="4565695" y="3007654"/>
                  </a:lnTo>
                  <a:lnTo>
                    <a:pt x="4547065" y="3009276"/>
                  </a:lnTo>
                  <a:lnTo>
                    <a:pt x="4539662" y="3009861"/>
                  </a:lnTo>
                  <a:lnTo>
                    <a:pt x="4538543" y="3009942"/>
                  </a:lnTo>
                  <a:lnTo>
                    <a:pt x="4016409" y="3009942"/>
                  </a:lnTo>
                  <a:lnTo>
                    <a:pt x="4015209" y="3009880"/>
                  </a:lnTo>
                  <a:lnTo>
                    <a:pt x="4007353" y="3009444"/>
                  </a:lnTo>
                  <a:lnTo>
                    <a:pt x="3987674" y="3008235"/>
                  </a:lnTo>
                  <a:lnTo>
                    <a:pt x="3952813" y="3005861"/>
                  </a:lnTo>
                  <a:lnTo>
                    <a:pt x="3901508" y="3001969"/>
                  </a:lnTo>
                  <a:lnTo>
                    <a:pt x="3834675" y="2996288"/>
                  </a:lnTo>
                  <a:lnTo>
                    <a:pt x="3755078" y="2988659"/>
                  </a:lnTo>
                  <a:lnTo>
                    <a:pt x="3666654" y="2979024"/>
                  </a:lnTo>
                  <a:lnTo>
                    <a:pt x="3573684" y="2967399"/>
                  </a:lnTo>
                  <a:lnTo>
                    <a:pt x="3480080" y="2953831"/>
                  </a:lnTo>
                  <a:lnTo>
                    <a:pt x="3388930" y="2938352"/>
                  </a:lnTo>
                  <a:lnTo>
                    <a:pt x="3302339" y="2920944"/>
                  </a:lnTo>
                  <a:lnTo>
                    <a:pt x="3221474" y="2901517"/>
                  </a:lnTo>
                  <a:lnTo>
                    <a:pt x="3146743" y="2879901"/>
                  </a:lnTo>
                  <a:lnTo>
                    <a:pt x="3077993" y="2855845"/>
                  </a:lnTo>
                  <a:lnTo>
                    <a:pt x="3014696" y="2829018"/>
                  </a:lnTo>
                  <a:lnTo>
                    <a:pt x="2956102" y="2799028"/>
                  </a:lnTo>
                  <a:lnTo>
                    <a:pt x="2901348" y="2765443"/>
                  </a:lnTo>
                  <a:lnTo>
                    <a:pt x="2849544" y="2727838"/>
                  </a:lnTo>
                  <a:lnTo>
                    <a:pt x="2799846" y="2685872"/>
                  </a:lnTo>
                  <a:lnTo>
                    <a:pt x="2770117" y="2657935"/>
                  </a:lnTo>
                  <a:lnTo>
                    <a:pt x="2728731" y="2615599"/>
                  </a:lnTo>
                  <a:lnTo>
                    <a:pt x="2687744" y="2569829"/>
                  </a:lnTo>
                  <a:lnTo>
                    <a:pt x="2646861" y="2520555"/>
                  </a:lnTo>
                  <a:lnTo>
                    <a:pt x="2605861" y="2467781"/>
                  </a:lnTo>
                  <a:lnTo>
                    <a:pt x="2564586" y="2411588"/>
                  </a:lnTo>
                  <a:lnTo>
                    <a:pt x="2522932" y="2352141"/>
                  </a:lnTo>
                  <a:lnTo>
                    <a:pt x="2480849" y="2289696"/>
                  </a:lnTo>
                  <a:lnTo>
                    <a:pt x="2438333" y="2224595"/>
                  </a:lnTo>
                  <a:lnTo>
                    <a:pt x="2395420" y="2157266"/>
                  </a:lnTo>
                  <a:lnTo>
                    <a:pt x="2352181" y="2088208"/>
                  </a:lnTo>
                  <a:lnTo>
                    <a:pt x="2308714" y="2017983"/>
                  </a:lnTo>
                  <a:lnTo>
                    <a:pt x="2265133" y="1947194"/>
                  </a:lnTo>
                  <a:lnTo>
                    <a:pt x="2221565" y="1876465"/>
                  </a:lnTo>
                  <a:lnTo>
                    <a:pt x="2178132" y="1806417"/>
                  </a:lnTo>
                  <a:lnTo>
                    <a:pt x="2134948" y="1737645"/>
                  </a:lnTo>
                  <a:lnTo>
                    <a:pt x="2092106" y="1670702"/>
                  </a:lnTo>
                  <a:lnTo>
                    <a:pt x="2049671" y="1606075"/>
                  </a:lnTo>
                  <a:lnTo>
                    <a:pt x="2007671" y="1544176"/>
                  </a:lnTo>
                  <a:lnTo>
                    <a:pt x="1966094" y="1485330"/>
                  </a:lnTo>
                  <a:lnTo>
                    <a:pt x="1924881" y="1429776"/>
                  </a:lnTo>
                  <a:lnTo>
                    <a:pt x="1883917" y="1377663"/>
                  </a:lnTo>
                  <a:lnTo>
                    <a:pt x="1843034" y="1329056"/>
                  </a:lnTo>
                  <a:lnTo>
                    <a:pt x="1801995" y="1283944"/>
                  </a:lnTo>
                  <a:lnTo>
                    <a:pt x="1768425" y="1249907"/>
                  </a:lnTo>
                  <a:lnTo>
                    <a:pt x="1719650" y="1205186"/>
                  </a:lnTo>
                  <a:lnTo>
                    <a:pt x="1669231" y="1164939"/>
                  </a:lnTo>
                  <a:lnTo>
                    <a:pt x="1616388" y="1128938"/>
                  </a:lnTo>
                  <a:lnTo>
                    <a:pt x="1560253" y="1096797"/>
                  </a:lnTo>
                  <a:lnTo>
                    <a:pt x="1499936" y="1068082"/>
                  </a:lnTo>
                  <a:lnTo>
                    <a:pt x="1434607" y="1042372"/>
                  </a:lnTo>
                  <a:lnTo>
                    <a:pt x="1363586" y="1019295"/>
                  </a:lnTo>
                  <a:lnTo>
                    <a:pt x="1286472" y="998553"/>
                  </a:lnTo>
                  <a:lnTo>
                    <a:pt x="1203304" y="979923"/>
                  </a:lnTo>
                  <a:lnTo>
                    <a:pt x="1114760" y="963268"/>
                  </a:lnTo>
                  <a:lnTo>
                    <a:pt x="1022356" y="948528"/>
                  </a:lnTo>
                  <a:lnTo>
                    <a:pt x="928580" y="935707"/>
                  </a:lnTo>
                  <a:lnTo>
                    <a:pt x="836872" y="924848"/>
                  </a:lnTo>
                  <a:lnTo>
                    <a:pt x="751360" y="915991"/>
                  </a:lnTo>
                  <a:lnTo>
                    <a:pt x="676285" y="909129"/>
                  </a:lnTo>
                  <a:lnTo>
                    <a:pt x="615227" y="904166"/>
                  </a:lnTo>
                  <a:lnTo>
                    <a:pt x="570298" y="900899"/>
                  </a:lnTo>
                  <a:lnTo>
                    <a:pt x="541587" y="899021"/>
                  </a:lnTo>
                  <a:lnTo>
                    <a:pt x="526991" y="898159"/>
                  </a:lnTo>
                  <a:lnTo>
                    <a:pt x="522415" y="897914"/>
                  </a:lnTo>
                  <a:lnTo>
                    <a:pt x="522133" y="897900"/>
                  </a:lnTo>
                  <a:lnTo>
                    <a:pt x="0" y="897900"/>
                  </a:lnTo>
                  <a:lnTo>
                    <a:pt x="0" y="89790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437" name="pg437"/>
            <p:cNvSpPr/>
            <p:nvPr/>
          </p:nvSpPr>
          <p:spPr>
            <a:xfrm>
              <a:off x="386606" y="1947913"/>
              <a:ext cx="8554953" cy="2857468"/>
            </a:xfrm>
            <a:custGeom>
              <a:avLst/>
              <a:pathLst>
                <a:path w="8554953" h="2857468">
                  <a:moveTo>
                    <a:pt x="0" y="728485"/>
                  </a:moveTo>
                  <a:lnTo>
                    <a:pt x="522133" y="728485"/>
                  </a:lnTo>
                  <a:lnTo>
                    <a:pt x="523332" y="728546"/>
                  </a:lnTo>
                  <a:lnTo>
                    <a:pt x="531182" y="728986"/>
                  </a:lnTo>
                  <a:lnTo>
                    <a:pt x="550844" y="730203"/>
                  </a:lnTo>
                  <a:lnTo>
                    <a:pt x="585678" y="732594"/>
                  </a:lnTo>
                  <a:lnTo>
                    <a:pt x="636946" y="736515"/>
                  </a:lnTo>
                  <a:lnTo>
                    <a:pt x="703736" y="742236"/>
                  </a:lnTo>
                  <a:lnTo>
                    <a:pt x="783288" y="749920"/>
                  </a:lnTo>
                  <a:lnTo>
                    <a:pt x="871671" y="759625"/>
                  </a:lnTo>
                  <a:lnTo>
                    <a:pt x="964607" y="771335"/>
                  </a:lnTo>
                  <a:lnTo>
                    <a:pt x="1058187" y="785001"/>
                  </a:lnTo>
                  <a:lnTo>
                    <a:pt x="1149320" y="800594"/>
                  </a:lnTo>
                  <a:lnTo>
                    <a:pt x="1235904" y="818130"/>
                  </a:lnTo>
                  <a:lnTo>
                    <a:pt x="1316767" y="837700"/>
                  </a:lnTo>
                  <a:lnTo>
                    <a:pt x="1391500" y="859473"/>
                  </a:lnTo>
                  <a:lnTo>
                    <a:pt x="1460255" y="883704"/>
                  </a:lnTo>
                  <a:lnTo>
                    <a:pt x="1523556" y="910724"/>
                  </a:lnTo>
                  <a:lnTo>
                    <a:pt x="1582154" y="940929"/>
                  </a:lnTo>
                  <a:lnTo>
                    <a:pt x="1636910" y="974753"/>
                  </a:lnTo>
                  <a:lnTo>
                    <a:pt x="1688712" y="1012625"/>
                  </a:lnTo>
                  <a:lnTo>
                    <a:pt x="1738405" y="1054889"/>
                  </a:lnTo>
                  <a:lnTo>
                    <a:pt x="1768425" y="1083315"/>
                  </a:lnTo>
                  <a:lnTo>
                    <a:pt x="1809702" y="1125872"/>
                  </a:lnTo>
                  <a:lnTo>
                    <a:pt x="1850581" y="1171874"/>
                  </a:lnTo>
                  <a:lnTo>
                    <a:pt x="1891355" y="1221387"/>
                  </a:lnTo>
                  <a:lnTo>
                    <a:pt x="1932244" y="1274411"/>
                  </a:lnTo>
                  <a:lnTo>
                    <a:pt x="1973406" y="1330864"/>
                  </a:lnTo>
                  <a:lnTo>
                    <a:pt x="2014943" y="1390582"/>
                  </a:lnTo>
                  <a:lnTo>
                    <a:pt x="2056907" y="1453312"/>
                  </a:lnTo>
                  <a:lnTo>
                    <a:pt x="2099301" y="1518711"/>
                  </a:lnTo>
                  <a:lnTo>
                    <a:pt x="2142092" y="1586356"/>
                  </a:lnTo>
                  <a:lnTo>
                    <a:pt x="2185209" y="1655745"/>
                  </a:lnTo>
                  <a:lnTo>
                    <a:pt x="2228557" y="1726321"/>
                  </a:lnTo>
                  <a:lnTo>
                    <a:pt x="2272020" y="1797480"/>
                  </a:lnTo>
                  <a:lnTo>
                    <a:pt x="2315475" y="1868599"/>
                  </a:lnTo>
                  <a:lnTo>
                    <a:pt x="2358799" y="1939057"/>
                  </a:lnTo>
                  <a:lnTo>
                    <a:pt x="2401880" y="2008256"/>
                  </a:lnTo>
                  <a:lnTo>
                    <a:pt x="2444624" y="2075643"/>
                  </a:lnTo>
                  <a:lnTo>
                    <a:pt x="2486965" y="2140727"/>
                  </a:lnTo>
                  <a:lnTo>
                    <a:pt x="2528873" y="2203093"/>
                  </a:lnTo>
                  <a:lnTo>
                    <a:pt x="2570359" y="2262410"/>
                  </a:lnTo>
                  <a:lnTo>
                    <a:pt x="2611480" y="2318437"/>
                  </a:lnTo>
                  <a:lnTo>
                    <a:pt x="2652344" y="2371020"/>
                  </a:lnTo>
                  <a:lnTo>
                    <a:pt x="2693118" y="2420088"/>
                  </a:lnTo>
                  <a:lnTo>
                    <a:pt x="2734030" y="2465649"/>
                  </a:lnTo>
                  <a:lnTo>
                    <a:pt x="2770117" y="2502637"/>
                  </a:lnTo>
                  <a:lnTo>
                    <a:pt x="2818878" y="2547704"/>
                  </a:lnTo>
                  <a:lnTo>
                    <a:pt x="2869281" y="2588264"/>
                  </a:lnTo>
                  <a:lnTo>
                    <a:pt x="2922105" y="2624546"/>
                  </a:lnTo>
                  <a:lnTo>
                    <a:pt x="2978220" y="2656939"/>
                  </a:lnTo>
                  <a:lnTo>
                    <a:pt x="3038513" y="2685880"/>
                  </a:lnTo>
                  <a:lnTo>
                    <a:pt x="3103814" y="2711794"/>
                  </a:lnTo>
                  <a:lnTo>
                    <a:pt x="3174802" y="2735053"/>
                  </a:lnTo>
                  <a:lnTo>
                    <a:pt x="3251879" y="2755960"/>
                  </a:lnTo>
                  <a:lnTo>
                    <a:pt x="3335008" y="2774739"/>
                  </a:lnTo>
                  <a:lnTo>
                    <a:pt x="3423512" y="2791528"/>
                  </a:lnTo>
                  <a:lnTo>
                    <a:pt x="3515880" y="2806388"/>
                  </a:lnTo>
                  <a:lnTo>
                    <a:pt x="3609629" y="2819314"/>
                  </a:lnTo>
                  <a:lnTo>
                    <a:pt x="3701324" y="2830265"/>
                  </a:lnTo>
                  <a:lnTo>
                    <a:pt x="3786845" y="2839199"/>
                  </a:lnTo>
                  <a:lnTo>
                    <a:pt x="3861951" y="2846123"/>
                  </a:lnTo>
                  <a:lnTo>
                    <a:pt x="3923062" y="2851132"/>
                  </a:lnTo>
                  <a:lnTo>
                    <a:pt x="3968058" y="2854432"/>
                  </a:lnTo>
                  <a:lnTo>
                    <a:pt x="3996842" y="2856331"/>
                  </a:lnTo>
                  <a:lnTo>
                    <a:pt x="4011502" y="2857204"/>
                  </a:lnTo>
                  <a:lnTo>
                    <a:pt x="4016119" y="2857454"/>
                  </a:lnTo>
                  <a:lnTo>
                    <a:pt x="4016409" y="2857468"/>
                  </a:lnTo>
                  <a:lnTo>
                    <a:pt x="4538543" y="2857468"/>
                  </a:lnTo>
                  <a:lnTo>
                    <a:pt x="4539692" y="2857389"/>
                  </a:lnTo>
                  <a:lnTo>
                    <a:pt x="4547225" y="2856826"/>
                  </a:lnTo>
                  <a:lnTo>
                    <a:pt x="4566121" y="2855268"/>
                  </a:lnTo>
                  <a:lnTo>
                    <a:pt x="4599665" y="2852207"/>
                  </a:lnTo>
                  <a:lnTo>
                    <a:pt x="4649171" y="2847182"/>
                  </a:lnTo>
                  <a:lnTo>
                    <a:pt x="4713893" y="2839838"/>
                  </a:lnTo>
                  <a:lnTo>
                    <a:pt x="4791304" y="2829956"/>
                  </a:lnTo>
                  <a:lnTo>
                    <a:pt x="4877707" y="2817451"/>
                  </a:lnTo>
                  <a:lnTo>
                    <a:pt x="4968999" y="2802336"/>
                  </a:lnTo>
                  <a:lnTo>
                    <a:pt x="5061363" y="2784671"/>
                  </a:lnTo>
                  <a:lnTo>
                    <a:pt x="5151718" y="2764501"/>
                  </a:lnTo>
                  <a:lnTo>
                    <a:pt x="5237907" y="2741816"/>
                  </a:lnTo>
                  <a:lnTo>
                    <a:pt x="5318672" y="2716517"/>
                  </a:lnTo>
                  <a:lnTo>
                    <a:pt x="5393505" y="2688405"/>
                  </a:lnTo>
                  <a:lnTo>
                    <a:pt x="5462464" y="2657174"/>
                  </a:lnTo>
                  <a:lnTo>
                    <a:pt x="5525992" y="2622419"/>
                  </a:lnTo>
                  <a:lnTo>
                    <a:pt x="5584769" y="2583651"/>
                  </a:lnTo>
                  <a:lnTo>
                    <a:pt x="5639606" y="2540319"/>
                  </a:lnTo>
                  <a:lnTo>
                    <a:pt x="5691353" y="2491866"/>
                  </a:lnTo>
                  <a:lnTo>
                    <a:pt x="5740837" y="2437809"/>
                  </a:lnTo>
                  <a:lnTo>
                    <a:pt x="5784835" y="2383106"/>
                  </a:lnTo>
                  <a:lnTo>
                    <a:pt x="5821999" y="2332118"/>
                  </a:lnTo>
                  <a:lnTo>
                    <a:pt x="5858816" y="2277413"/>
                  </a:lnTo>
                  <a:lnTo>
                    <a:pt x="5895506" y="2218913"/>
                  </a:lnTo>
                  <a:lnTo>
                    <a:pt x="5932241" y="2156604"/>
                  </a:lnTo>
                  <a:lnTo>
                    <a:pt x="5969153" y="2090536"/>
                  </a:lnTo>
                  <a:lnTo>
                    <a:pt x="6006333" y="2020832"/>
                  </a:lnTo>
                  <a:lnTo>
                    <a:pt x="6043839" y="1947690"/>
                  </a:lnTo>
                  <a:lnTo>
                    <a:pt x="6081695" y="1871387"/>
                  </a:lnTo>
                  <a:lnTo>
                    <a:pt x="6119898" y="1792277"/>
                  </a:lnTo>
                  <a:lnTo>
                    <a:pt x="6158418" y="1710785"/>
                  </a:lnTo>
                  <a:lnTo>
                    <a:pt x="6197202" y="1627403"/>
                  </a:lnTo>
                  <a:lnTo>
                    <a:pt x="6236182" y="1542672"/>
                  </a:lnTo>
                  <a:lnTo>
                    <a:pt x="6275275" y="1457174"/>
                  </a:lnTo>
                  <a:lnTo>
                    <a:pt x="6314393" y="1371514"/>
                  </a:lnTo>
                  <a:lnTo>
                    <a:pt x="6353443" y="1286301"/>
                  </a:lnTo>
                  <a:lnTo>
                    <a:pt x="6392341" y="1202131"/>
                  </a:lnTo>
                  <a:lnTo>
                    <a:pt x="6431009" y="1119569"/>
                  </a:lnTo>
                  <a:lnTo>
                    <a:pt x="6469386" y="1039135"/>
                  </a:lnTo>
                  <a:lnTo>
                    <a:pt x="6507429" y="961290"/>
                  </a:lnTo>
                  <a:lnTo>
                    <a:pt x="6545120" y="886427"/>
                  </a:lnTo>
                  <a:lnTo>
                    <a:pt x="6582468" y="814864"/>
                  </a:lnTo>
                  <a:lnTo>
                    <a:pt x="6619514" y="746841"/>
                  </a:lnTo>
                  <a:lnTo>
                    <a:pt x="6656329" y="682522"/>
                  </a:lnTo>
                  <a:lnTo>
                    <a:pt x="6693025" y="621994"/>
                  </a:lnTo>
                  <a:lnTo>
                    <a:pt x="6729750" y="565276"/>
                  </a:lnTo>
                  <a:lnTo>
                    <a:pt x="6766699" y="512323"/>
                  </a:lnTo>
                  <a:lnTo>
                    <a:pt x="6786527" y="485656"/>
                  </a:lnTo>
                  <a:lnTo>
                    <a:pt x="6834583" y="426223"/>
                  </a:lnTo>
                  <a:lnTo>
                    <a:pt x="6884226" y="372647"/>
                  </a:lnTo>
                  <a:lnTo>
                    <a:pt x="6936198" y="324641"/>
                  </a:lnTo>
                  <a:lnTo>
                    <a:pt x="6991331" y="281712"/>
                  </a:lnTo>
                  <a:lnTo>
                    <a:pt x="7050475" y="243299"/>
                  </a:lnTo>
                  <a:lnTo>
                    <a:pt x="7114432" y="208856"/>
                  </a:lnTo>
                  <a:lnTo>
                    <a:pt x="7183868" y="177899"/>
                  </a:lnTo>
                  <a:lnTo>
                    <a:pt x="7259200" y="150031"/>
                  </a:lnTo>
                  <a:lnTo>
                    <a:pt x="7340446" y="124957"/>
                  </a:lnTo>
                  <a:lnTo>
                    <a:pt x="7427042" y="102484"/>
                  </a:lnTo>
                  <a:lnTo>
                    <a:pt x="7517660" y="82522"/>
                  </a:lnTo>
                  <a:lnTo>
                    <a:pt x="7610064" y="65067"/>
                  </a:lnTo>
                  <a:lnTo>
                    <a:pt x="7701102" y="50168"/>
                  </a:lnTo>
                  <a:lnTo>
                    <a:pt x="7786911" y="37882"/>
                  </a:lnTo>
                  <a:lnTo>
                    <a:pt x="7863395" y="28216"/>
                  </a:lnTo>
                  <a:lnTo>
                    <a:pt x="7926924" y="21076"/>
                  </a:lnTo>
                  <a:lnTo>
                    <a:pt x="7975099" y="16230"/>
                  </a:lnTo>
                  <a:lnTo>
                    <a:pt x="8007343" y="13313"/>
                  </a:lnTo>
                  <a:lnTo>
                    <a:pt x="8025141" y="11858"/>
                  </a:lnTo>
                  <a:lnTo>
                    <a:pt x="8031930" y="11355"/>
                  </a:lnTo>
                  <a:lnTo>
                    <a:pt x="8032819" y="11294"/>
                  </a:lnTo>
                  <a:lnTo>
                    <a:pt x="8554953" y="11294"/>
                  </a:lnTo>
                  <a:lnTo>
                    <a:pt x="8554953" y="0"/>
                  </a:lnTo>
                  <a:lnTo>
                    <a:pt x="8032819" y="0"/>
                  </a:lnTo>
                  <a:lnTo>
                    <a:pt x="8031670" y="78"/>
                  </a:lnTo>
                  <a:lnTo>
                    <a:pt x="8024137" y="642"/>
                  </a:lnTo>
                  <a:lnTo>
                    <a:pt x="8005241" y="2199"/>
                  </a:lnTo>
                  <a:lnTo>
                    <a:pt x="7971697" y="5261"/>
                  </a:lnTo>
                  <a:lnTo>
                    <a:pt x="7922191" y="10285"/>
                  </a:lnTo>
                  <a:lnTo>
                    <a:pt x="7857469" y="17629"/>
                  </a:lnTo>
                  <a:lnTo>
                    <a:pt x="7780058" y="27511"/>
                  </a:lnTo>
                  <a:lnTo>
                    <a:pt x="7693655" y="40017"/>
                  </a:lnTo>
                  <a:lnTo>
                    <a:pt x="7602363" y="55131"/>
                  </a:lnTo>
                  <a:lnTo>
                    <a:pt x="7509999" y="72797"/>
                  </a:lnTo>
                  <a:lnTo>
                    <a:pt x="7419644" y="92966"/>
                  </a:lnTo>
                  <a:lnTo>
                    <a:pt x="7333455" y="115652"/>
                  </a:lnTo>
                  <a:lnTo>
                    <a:pt x="7252690" y="140950"/>
                  </a:lnTo>
                  <a:lnTo>
                    <a:pt x="7177857" y="169063"/>
                  </a:lnTo>
                  <a:lnTo>
                    <a:pt x="7108898" y="200294"/>
                  </a:lnTo>
                  <a:lnTo>
                    <a:pt x="7045370" y="235048"/>
                  </a:lnTo>
                  <a:lnTo>
                    <a:pt x="6986592" y="273817"/>
                  </a:lnTo>
                  <a:lnTo>
                    <a:pt x="6931756" y="317148"/>
                  </a:lnTo>
                  <a:lnTo>
                    <a:pt x="6880009" y="365601"/>
                  </a:lnTo>
                  <a:lnTo>
                    <a:pt x="6830525" y="419658"/>
                  </a:lnTo>
                  <a:lnTo>
                    <a:pt x="6786527" y="474362"/>
                  </a:lnTo>
                  <a:lnTo>
                    <a:pt x="6749363" y="525349"/>
                  </a:lnTo>
                  <a:lnTo>
                    <a:pt x="6712546" y="580055"/>
                  </a:lnTo>
                  <a:lnTo>
                    <a:pt x="6675856" y="638554"/>
                  </a:lnTo>
                  <a:lnTo>
                    <a:pt x="6639121" y="700863"/>
                  </a:lnTo>
                  <a:lnTo>
                    <a:pt x="6602209" y="766931"/>
                  </a:lnTo>
                  <a:lnTo>
                    <a:pt x="6565029" y="836636"/>
                  </a:lnTo>
                  <a:lnTo>
                    <a:pt x="6527523" y="909778"/>
                  </a:lnTo>
                  <a:lnTo>
                    <a:pt x="6489667" y="986081"/>
                  </a:lnTo>
                  <a:lnTo>
                    <a:pt x="6451464" y="1065191"/>
                  </a:lnTo>
                  <a:lnTo>
                    <a:pt x="6412944" y="1146682"/>
                  </a:lnTo>
                  <a:lnTo>
                    <a:pt x="6374160" y="1230065"/>
                  </a:lnTo>
                  <a:lnTo>
                    <a:pt x="6335180" y="1314796"/>
                  </a:lnTo>
                  <a:lnTo>
                    <a:pt x="6296087" y="1400293"/>
                  </a:lnTo>
                  <a:lnTo>
                    <a:pt x="6256969" y="1485953"/>
                  </a:lnTo>
                  <a:lnTo>
                    <a:pt x="6217919" y="1571167"/>
                  </a:lnTo>
                  <a:lnTo>
                    <a:pt x="6179021" y="1655337"/>
                  </a:lnTo>
                  <a:lnTo>
                    <a:pt x="6140353" y="1737899"/>
                  </a:lnTo>
                  <a:lnTo>
                    <a:pt x="6101976" y="1818333"/>
                  </a:lnTo>
                  <a:lnTo>
                    <a:pt x="6063933" y="1896178"/>
                  </a:lnTo>
                  <a:lnTo>
                    <a:pt x="6026242" y="1971041"/>
                  </a:lnTo>
                  <a:lnTo>
                    <a:pt x="5988894" y="2042604"/>
                  </a:lnTo>
                  <a:lnTo>
                    <a:pt x="5951848" y="2110626"/>
                  </a:lnTo>
                  <a:lnTo>
                    <a:pt x="5915033" y="2174946"/>
                  </a:lnTo>
                  <a:lnTo>
                    <a:pt x="5878337" y="2235474"/>
                  </a:lnTo>
                  <a:lnTo>
                    <a:pt x="5841612" y="2292192"/>
                  </a:lnTo>
                  <a:lnTo>
                    <a:pt x="5804663" y="2345144"/>
                  </a:lnTo>
                  <a:lnTo>
                    <a:pt x="5784835" y="2371811"/>
                  </a:lnTo>
                  <a:lnTo>
                    <a:pt x="5736778" y="2431245"/>
                  </a:lnTo>
                  <a:lnTo>
                    <a:pt x="5687136" y="2484820"/>
                  </a:lnTo>
                  <a:lnTo>
                    <a:pt x="5635164" y="2532826"/>
                  </a:lnTo>
                  <a:lnTo>
                    <a:pt x="5580031" y="2575756"/>
                  </a:lnTo>
                  <a:lnTo>
                    <a:pt x="5520887" y="2614169"/>
                  </a:lnTo>
                  <a:lnTo>
                    <a:pt x="5456930" y="2648612"/>
                  </a:lnTo>
                  <a:lnTo>
                    <a:pt x="5387493" y="2679569"/>
                  </a:lnTo>
                  <a:lnTo>
                    <a:pt x="5312162" y="2707436"/>
                  </a:lnTo>
                  <a:lnTo>
                    <a:pt x="5230916" y="2732511"/>
                  </a:lnTo>
                  <a:lnTo>
                    <a:pt x="5144320" y="2754984"/>
                  </a:lnTo>
                  <a:lnTo>
                    <a:pt x="5053702" y="2774946"/>
                  </a:lnTo>
                  <a:lnTo>
                    <a:pt x="4961298" y="2792401"/>
                  </a:lnTo>
                  <a:lnTo>
                    <a:pt x="4870259" y="2807300"/>
                  </a:lnTo>
                  <a:lnTo>
                    <a:pt x="4784451" y="2819586"/>
                  </a:lnTo>
                  <a:lnTo>
                    <a:pt x="4707967" y="2829251"/>
                  </a:lnTo>
                  <a:lnTo>
                    <a:pt x="4644438" y="2836391"/>
                  </a:lnTo>
                  <a:lnTo>
                    <a:pt x="4596263" y="2841237"/>
                  </a:lnTo>
                  <a:lnTo>
                    <a:pt x="4564019" y="2844155"/>
                  </a:lnTo>
                  <a:lnTo>
                    <a:pt x="4546221" y="2845609"/>
                  </a:lnTo>
                  <a:lnTo>
                    <a:pt x="4539432" y="2846113"/>
                  </a:lnTo>
                  <a:lnTo>
                    <a:pt x="4538543" y="2846174"/>
                  </a:lnTo>
                  <a:lnTo>
                    <a:pt x="4016409" y="2846174"/>
                  </a:lnTo>
                  <a:lnTo>
                    <a:pt x="4015210" y="2846112"/>
                  </a:lnTo>
                  <a:lnTo>
                    <a:pt x="4007361" y="2845672"/>
                  </a:lnTo>
                  <a:lnTo>
                    <a:pt x="3987698" y="2844455"/>
                  </a:lnTo>
                  <a:lnTo>
                    <a:pt x="3952864" y="2842064"/>
                  </a:lnTo>
                  <a:lnTo>
                    <a:pt x="3901597" y="2838144"/>
                  </a:lnTo>
                  <a:lnTo>
                    <a:pt x="3834806" y="2832423"/>
                  </a:lnTo>
                  <a:lnTo>
                    <a:pt x="3755254" y="2824738"/>
                  </a:lnTo>
                  <a:lnTo>
                    <a:pt x="3666871" y="2815033"/>
                  </a:lnTo>
                  <a:lnTo>
                    <a:pt x="3573935" y="2803324"/>
                  </a:lnTo>
                  <a:lnTo>
                    <a:pt x="3480356" y="2789657"/>
                  </a:lnTo>
                  <a:lnTo>
                    <a:pt x="3389222" y="2774064"/>
                  </a:lnTo>
                  <a:lnTo>
                    <a:pt x="3302638" y="2756528"/>
                  </a:lnTo>
                  <a:lnTo>
                    <a:pt x="3221775" y="2736959"/>
                  </a:lnTo>
                  <a:lnTo>
                    <a:pt x="3147042" y="2715186"/>
                  </a:lnTo>
                  <a:lnTo>
                    <a:pt x="3078287" y="2690955"/>
                  </a:lnTo>
                  <a:lnTo>
                    <a:pt x="3014986" y="2663934"/>
                  </a:lnTo>
                  <a:lnTo>
                    <a:pt x="2956388" y="2633729"/>
                  </a:lnTo>
                  <a:lnTo>
                    <a:pt x="2901632" y="2599905"/>
                  </a:lnTo>
                  <a:lnTo>
                    <a:pt x="2849830" y="2562033"/>
                  </a:lnTo>
                  <a:lnTo>
                    <a:pt x="2800137" y="2519769"/>
                  </a:lnTo>
                  <a:lnTo>
                    <a:pt x="2770117" y="2491343"/>
                  </a:lnTo>
                  <a:lnTo>
                    <a:pt x="2728841" y="2448786"/>
                  </a:lnTo>
                  <a:lnTo>
                    <a:pt x="2687961" y="2402785"/>
                  </a:lnTo>
                  <a:lnTo>
                    <a:pt x="2647187" y="2353271"/>
                  </a:lnTo>
                  <a:lnTo>
                    <a:pt x="2606298" y="2300248"/>
                  </a:lnTo>
                  <a:lnTo>
                    <a:pt x="2565136" y="2243794"/>
                  </a:lnTo>
                  <a:lnTo>
                    <a:pt x="2523599" y="2184076"/>
                  </a:lnTo>
                  <a:lnTo>
                    <a:pt x="2481636" y="2121347"/>
                  </a:lnTo>
                  <a:lnTo>
                    <a:pt x="2439241" y="2055947"/>
                  </a:lnTo>
                  <a:lnTo>
                    <a:pt x="2396450" y="1988303"/>
                  </a:lnTo>
                  <a:lnTo>
                    <a:pt x="2353333" y="1918913"/>
                  </a:lnTo>
                  <a:lnTo>
                    <a:pt x="2309986" y="1848337"/>
                  </a:lnTo>
                  <a:lnTo>
                    <a:pt x="2266523" y="1777178"/>
                  </a:lnTo>
                  <a:lnTo>
                    <a:pt x="2223067" y="1706059"/>
                  </a:lnTo>
                  <a:lnTo>
                    <a:pt x="2179743" y="1635601"/>
                  </a:lnTo>
                  <a:lnTo>
                    <a:pt x="2136662" y="1566402"/>
                  </a:lnTo>
                  <a:lnTo>
                    <a:pt x="2093919" y="1499015"/>
                  </a:lnTo>
                  <a:lnTo>
                    <a:pt x="2051577" y="1433931"/>
                  </a:lnTo>
                  <a:lnTo>
                    <a:pt x="2009669" y="1371565"/>
                  </a:lnTo>
                  <a:lnTo>
                    <a:pt x="1968183" y="1312248"/>
                  </a:lnTo>
                  <a:lnTo>
                    <a:pt x="1927062" y="1256221"/>
                  </a:lnTo>
                  <a:lnTo>
                    <a:pt x="1886198" y="1203638"/>
                  </a:lnTo>
                  <a:lnTo>
                    <a:pt x="1845424" y="1154570"/>
                  </a:lnTo>
                  <a:lnTo>
                    <a:pt x="1804512" y="1109009"/>
                  </a:lnTo>
                  <a:lnTo>
                    <a:pt x="1768425" y="1072021"/>
                  </a:lnTo>
                  <a:lnTo>
                    <a:pt x="1719665" y="1026954"/>
                  </a:lnTo>
                  <a:lnTo>
                    <a:pt x="1669261" y="986394"/>
                  </a:lnTo>
                  <a:lnTo>
                    <a:pt x="1616437" y="950112"/>
                  </a:lnTo>
                  <a:lnTo>
                    <a:pt x="1560322" y="917720"/>
                  </a:lnTo>
                  <a:lnTo>
                    <a:pt x="1500029" y="888778"/>
                  </a:lnTo>
                  <a:lnTo>
                    <a:pt x="1434728" y="862865"/>
                  </a:lnTo>
                  <a:lnTo>
                    <a:pt x="1363740" y="839606"/>
                  </a:lnTo>
                  <a:lnTo>
                    <a:pt x="1286663" y="818698"/>
                  </a:lnTo>
                  <a:lnTo>
                    <a:pt x="1203534" y="799919"/>
                  </a:lnTo>
                  <a:lnTo>
                    <a:pt x="1115030" y="783130"/>
                  </a:lnTo>
                  <a:lnTo>
                    <a:pt x="1022662" y="768270"/>
                  </a:lnTo>
                  <a:lnTo>
                    <a:pt x="928913" y="755344"/>
                  </a:lnTo>
                  <a:lnTo>
                    <a:pt x="837218" y="744393"/>
                  </a:lnTo>
                  <a:lnTo>
                    <a:pt x="751697" y="735460"/>
                  </a:lnTo>
                  <a:lnTo>
                    <a:pt x="676591" y="728536"/>
                  </a:lnTo>
                  <a:lnTo>
                    <a:pt x="615480" y="723526"/>
                  </a:lnTo>
                  <a:lnTo>
                    <a:pt x="570484" y="720226"/>
                  </a:lnTo>
                  <a:lnTo>
                    <a:pt x="541700" y="718328"/>
                  </a:lnTo>
                  <a:lnTo>
                    <a:pt x="527041" y="717455"/>
                  </a:lnTo>
                  <a:lnTo>
                    <a:pt x="522423" y="717205"/>
                  </a:lnTo>
                  <a:lnTo>
                    <a:pt x="522133" y="717190"/>
                  </a:lnTo>
                  <a:lnTo>
                    <a:pt x="0" y="717190"/>
                  </a:lnTo>
                  <a:close/>
                </a:path>
              </a:pathLst>
            </a:custGeom>
            <a:solidFill>
              <a:srgbClr val="8FA8D6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438" name="pl438"/>
            <p:cNvSpPr/>
            <p:nvPr/>
          </p:nvSpPr>
          <p:spPr>
            <a:xfrm>
              <a:off x="386606" y="1959207"/>
              <a:ext cx="8554953" cy="2846174"/>
            </a:xfrm>
            <a:custGeom>
              <a:avLst/>
              <a:pathLst>
                <a:path w="8554953" h="2846174">
                  <a:moveTo>
                    <a:pt x="0" y="717190"/>
                  </a:moveTo>
                  <a:lnTo>
                    <a:pt x="522133" y="717190"/>
                  </a:lnTo>
                  <a:lnTo>
                    <a:pt x="523332" y="717252"/>
                  </a:lnTo>
                  <a:lnTo>
                    <a:pt x="531182" y="717692"/>
                  </a:lnTo>
                  <a:lnTo>
                    <a:pt x="550844" y="718909"/>
                  </a:lnTo>
                  <a:lnTo>
                    <a:pt x="585678" y="721300"/>
                  </a:lnTo>
                  <a:lnTo>
                    <a:pt x="636946" y="725220"/>
                  </a:lnTo>
                  <a:lnTo>
                    <a:pt x="703736" y="730941"/>
                  </a:lnTo>
                  <a:lnTo>
                    <a:pt x="783288" y="738626"/>
                  </a:lnTo>
                  <a:lnTo>
                    <a:pt x="871671" y="748331"/>
                  </a:lnTo>
                  <a:lnTo>
                    <a:pt x="964607" y="760040"/>
                  </a:lnTo>
                  <a:lnTo>
                    <a:pt x="1058187" y="773707"/>
                  </a:lnTo>
                  <a:lnTo>
                    <a:pt x="1149320" y="789300"/>
                  </a:lnTo>
                  <a:lnTo>
                    <a:pt x="1235904" y="806836"/>
                  </a:lnTo>
                  <a:lnTo>
                    <a:pt x="1316767" y="826405"/>
                  </a:lnTo>
                  <a:lnTo>
                    <a:pt x="1391500" y="848178"/>
                  </a:lnTo>
                  <a:lnTo>
                    <a:pt x="1460255" y="872409"/>
                  </a:lnTo>
                  <a:lnTo>
                    <a:pt x="1523556" y="899430"/>
                  </a:lnTo>
                  <a:lnTo>
                    <a:pt x="1582154" y="929634"/>
                  </a:lnTo>
                  <a:lnTo>
                    <a:pt x="1636910" y="963459"/>
                  </a:lnTo>
                  <a:lnTo>
                    <a:pt x="1688712" y="1001331"/>
                  </a:lnTo>
                  <a:lnTo>
                    <a:pt x="1738405" y="1043595"/>
                  </a:lnTo>
                  <a:lnTo>
                    <a:pt x="1768425" y="1072021"/>
                  </a:lnTo>
                  <a:lnTo>
                    <a:pt x="1809702" y="1114578"/>
                  </a:lnTo>
                  <a:lnTo>
                    <a:pt x="1850581" y="1160579"/>
                  </a:lnTo>
                  <a:lnTo>
                    <a:pt x="1891355" y="1210093"/>
                  </a:lnTo>
                  <a:lnTo>
                    <a:pt x="1932244" y="1263116"/>
                  </a:lnTo>
                  <a:lnTo>
                    <a:pt x="1973406" y="1319570"/>
                  </a:lnTo>
                  <a:lnTo>
                    <a:pt x="2014943" y="1379288"/>
                  </a:lnTo>
                  <a:lnTo>
                    <a:pt x="2056907" y="1442017"/>
                  </a:lnTo>
                  <a:lnTo>
                    <a:pt x="2099301" y="1507417"/>
                  </a:lnTo>
                  <a:lnTo>
                    <a:pt x="2142092" y="1575061"/>
                  </a:lnTo>
                  <a:lnTo>
                    <a:pt x="2185209" y="1644451"/>
                  </a:lnTo>
                  <a:lnTo>
                    <a:pt x="2228557" y="1715027"/>
                  </a:lnTo>
                  <a:lnTo>
                    <a:pt x="2272020" y="1786186"/>
                  </a:lnTo>
                  <a:lnTo>
                    <a:pt x="2315475" y="1857305"/>
                  </a:lnTo>
                  <a:lnTo>
                    <a:pt x="2358799" y="1927763"/>
                  </a:lnTo>
                  <a:lnTo>
                    <a:pt x="2401880" y="1996962"/>
                  </a:lnTo>
                  <a:lnTo>
                    <a:pt x="2444624" y="2064349"/>
                  </a:lnTo>
                  <a:lnTo>
                    <a:pt x="2486965" y="2129433"/>
                  </a:lnTo>
                  <a:lnTo>
                    <a:pt x="2528873" y="2191799"/>
                  </a:lnTo>
                  <a:lnTo>
                    <a:pt x="2570359" y="2251116"/>
                  </a:lnTo>
                  <a:lnTo>
                    <a:pt x="2611480" y="2307143"/>
                  </a:lnTo>
                  <a:lnTo>
                    <a:pt x="2652344" y="2359726"/>
                  </a:lnTo>
                  <a:lnTo>
                    <a:pt x="2693118" y="2408794"/>
                  </a:lnTo>
                  <a:lnTo>
                    <a:pt x="2734030" y="2454355"/>
                  </a:lnTo>
                  <a:lnTo>
                    <a:pt x="2770117" y="2491343"/>
                  </a:lnTo>
                  <a:lnTo>
                    <a:pt x="2818878" y="2536410"/>
                  </a:lnTo>
                  <a:lnTo>
                    <a:pt x="2869281" y="2576970"/>
                  </a:lnTo>
                  <a:lnTo>
                    <a:pt x="2922105" y="2613252"/>
                  </a:lnTo>
                  <a:lnTo>
                    <a:pt x="2978220" y="2645644"/>
                  </a:lnTo>
                  <a:lnTo>
                    <a:pt x="3038513" y="2674586"/>
                  </a:lnTo>
                  <a:lnTo>
                    <a:pt x="3103814" y="2700499"/>
                  </a:lnTo>
                  <a:lnTo>
                    <a:pt x="3174802" y="2723758"/>
                  </a:lnTo>
                  <a:lnTo>
                    <a:pt x="3251879" y="2744666"/>
                  </a:lnTo>
                  <a:lnTo>
                    <a:pt x="3335008" y="2763445"/>
                  </a:lnTo>
                  <a:lnTo>
                    <a:pt x="3423512" y="2780234"/>
                  </a:lnTo>
                  <a:lnTo>
                    <a:pt x="3515880" y="2795094"/>
                  </a:lnTo>
                  <a:lnTo>
                    <a:pt x="3609629" y="2808020"/>
                  </a:lnTo>
                  <a:lnTo>
                    <a:pt x="3701324" y="2818971"/>
                  </a:lnTo>
                  <a:lnTo>
                    <a:pt x="3786845" y="2827904"/>
                  </a:lnTo>
                  <a:lnTo>
                    <a:pt x="3861951" y="2834828"/>
                  </a:lnTo>
                  <a:lnTo>
                    <a:pt x="3923062" y="2839838"/>
                  </a:lnTo>
                  <a:lnTo>
                    <a:pt x="3968058" y="2843138"/>
                  </a:lnTo>
                  <a:lnTo>
                    <a:pt x="3996842" y="2845036"/>
                  </a:lnTo>
                  <a:lnTo>
                    <a:pt x="4011502" y="2845909"/>
                  </a:lnTo>
                  <a:lnTo>
                    <a:pt x="4016119" y="2846159"/>
                  </a:lnTo>
                  <a:lnTo>
                    <a:pt x="4016409" y="2846174"/>
                  </a:lnTo>
                  <a:lnTo>
                    <a:pt x="4538543" y="2846174"/>
                  </a:lnTo>
                  <a:lnTo>
                    <a:pt x="4539692" y="2846095"/>
                  </a:lnTo>
                  <a:lnTo>
                    <a:pt x="4547225" y="2845532"/>
                  </a:lnTo>
                  <a:lnTo>
                    <a:pt x="4566121" y="2843974"/>
                  </a:lnTo>
                  <a:lnTo>
                    <a:pt x="4599665" y="2840913"/>
                  </a:lnTo>
                  <a:lnTo>
                    <a:pt x="4649171" y="2835888"/>
                  </a:lnTo>
                  <a:lnTo>
                    <a:pt x="4713893" y="2828544"/>
                  </a:lnTo>
                  <a:lnTo>
                    <a:pt x="4791304" y="2818662"/>
                  </a:lnTo>
                  <a:lnTo>
                    <a:pt x="4877707" y="2806157"/>
                  </a:lnTo>
                  <a:lnTo>
                    <a:pt x="4968999" y="2791042"/>
                  </a:lnTo>
                  <a:lnTo>
                    <a:pt x="5061363" y="2773377"/>
                  </a:lnTo>
                  <a:lnTo>
                    <a:pt x="5151718" y="2753207"/>
                  </a:lnTo>
                  <a:lnTo>
                    <a:pt x="5237907" y="2730522"/>
                  </a:lnTo>
                  <a:lnTo>
                    <a:pt x="5318672" y="2705223"/>
                  </a:lnTo>
                  <a:lnTo>
                    <a:pt x="5393505" y="2677111"/>
                  </a:lnTo>
                  <a:lnTo>
                    <a:pt x="5462464" y="2645880"/>
                  </a:lnTo>
                  <a:lnTo>
                    <a:pt x="5525992" y="2611125"/>
                  </a:lnTo>
                  <a:lnTo>
                    <a:pt x="5584769" y="2572357"/>
                  </a:lnTo>
                  <a:lnTo>
                    <a:pt x="5639606" y="2529025"/>
                  </a:lnTo>
                  <a:lnTo>
                    <a:pt x="5691353" y="2480572"/>
                  </a:lnTo>
                  <a:lnTo>
                    <a:pt x="5740837" y="2426515"/>
                  </a:lnTo>
                  <a:lnTo>
                    <a:pt x="5784835" y="2371811"/>
                  </a:lnTo>
                  <a:lnTo>
                    <a:pt x="5821999" y="2320824"/>
                  </a:lnTo>
                  <a:lnTo>
                    <a:pt x="5858816" y="2266118"/>
                  </a:lnTo>
                  <a:lnTo>
                    <a:pt x="5895506" y="2207619"/>
                  </a:lnTo>
                  <a:lnTo>
                    <a:pt x="5932241" y="2145310"/>
                  </a:lnTo>
                  <a:lnTo>
                    <a:pt x="5969153" y="2079242"/>
                  </a:lnTo>
                  <a:lnTo>
                    <a:pt x="6006333" y="2009537"/>
                  </a:lnTo>
                  <a:lnTo>
                    <a:pt x="6043839" y="1936395"/>
                  </a:lnTo>
                  <a:lnTo>
                    <a:pt x="6081695" y="1860092"/>
                  </a:lnTo>
                  <a:lnTo>
                    <a:pt x="6119898" y="1780982"/>
                  </a:lnTo>
                  <a:lnTo>
                    <a:pt x="6158418" y="1699491"/>
                  </a:lnTo>
                  <a:lnTo>
                    <a:pt x="6197202" y="1616108"/>
                  </a:lnTo>
                  <a:lnTo>
                    <a:pt x="6236182" y="1531377"/>
                  </a:lnTo>
                  <a:lnTo>
                    <a:pt x="6275275" y="1445880"/>
                  </a:lnTo>
                  <a:lnTo>
                    <a:pt x="6314393" y="1360220"/>
                  </a:lnTo>
                  <a:lnTo>
                    <a:pt x="6353443" y="1275007"/>
                  </a:lnTo>
                  <a:lnTo>
                    <a:pt x="6392341" y="1190836"/>
                  </a:lnTo>
                  <a:lnTo>
                    <a:pt x="6431009" y="1108274"/>
                  </a:lnTo>
                  <a:lnTo>
                    <a:pt x="6469386" y="1027840"/>
                  </a:lnTo>
                  <a:lnTo>
                    <a:pt x="6507429" y="949995"/>
                  </a:lnTo>
                  <a:lnTo>
                    <a:pt x="6545120" y="875132"/>
                  </a:lnTo>
                  <a:lnTo>
                    <a:pt x="6582468" y="803569"/>
                  </a:lnTo>
                  <a:lnTo>
                    <a:pt x="6619514" y="735547"/>
                  </a:lnTo>
                  <a:lnTo>
                    <a:pt x="6656329" y="671227"/>
                  </a:lnTo>
                  <a:lnTo>
                    <a:pt x="6693025" y="610699"/>
                  </a:lnTo>
                  <a:lnTo>
                    <a:pt x="6729750" y="553981"/>
                  </a:lnTo>
                  <a:lnTo>
                    <a:pt x="6766699" y="501029"/>
                  </a:lnTo>
                  <a:lnTo>
                    <a:pt x="6786527" y="474362"/>
                  </a:lnTo>
                  <a:lnTo>
                    <a:pt x="6834583" y="414928"/>
                  </a:lnTo>
                  <a:lnTo>
                    <a:pt x="6884226" y="361353"/>
                  </a:lnTo>
                  <a:lnTo>
                    <a:pt x="6936198" y="313347"/>
                  </a:lnTo>
                  <a:lnTo>
                    <a:pt x="6991331" y="270418"/>
                  </a:lnTo>
                  <a:lnTo>
                    <a:pt x="7050475" y="232004"/>
                  </a:lnTo>
                  <a:lnTo>
                    <a:pt x="7114432" y="197561"/>
                  </a:lnTo>
                  <a:lnTo>
                    <a:pt x="7183868" y="166604"/>
                  </a:lnTo>
                  <a:lnTo>
                    <a:pt x="7259200" y="138737"/>
                  </a:lnTo>
                  <a:lnTo>
                    <a:pt x="7340446" y="113662"/>
                  </a:lnTo>
                  <a:lnTo>
                    <a:pt x="7427042" y="91189"/>
                  </a:lnTo>
                  <a:lnTo>
                    <a:pt x="7517660" y="71228"/>
                  </a:lnTo>
                  <a:lnTo>
                    <a:pt x="7610064" y="53773"/>
                  </a:lnTo>
                  <a:lnTo>
                    <a:pt x="7701102" y="38874"/>
                  </a:lnTo>
                  <a:lnTo>
                    <a:pt x="7786911" y="26588"/>
                  </a:lnTo>
                  <a:lnTo>
                    <a:pt x="7863395" y="16922"/>
                  </a:lnTo>
                  <a:lnTo>
                    <a:pt x="7926924" y="9782"/>
                  </a:lnTo>
                  <a:lnTo>
                    <a:pt x="7975099" y="4936"/>
                  </a:lnTo>
                  <a:lnTo>
                    <a:pt x="8007343" y="2019"/>
                  </a:lnTo>
                  <a:lnTo>
                    <a:pt x="8025141" y="564"/>
                  </a:lnTo>
                  <a:lnTo>
                    <a:pt x="8031930" y="60"/>
                  </a:lnTo>
                  <a:lnTo>
                    <a:pt x="8032819" y="0"/>
                  </a:lnTo>
                  <a:lnTo>
                    <a:pt x="8554953" y="0"/>
                  </a:lnTo>
                  <a:lnTo>
                    <a:pt x="8554953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439" name="pl439"/>
            <p:cNvSpPr/>
            <p:nvPr/>
          </p:nvSpPr>
          <p:spPr>
            <a:xfrm>
              <a:off x="386606" y="1947913"/>
              <a:ext cx="8554953" cy="2846174"/>
            </a:xfrm>
            <a:custGeom>
              <a:avLst/>
              <a:pathLst>
                <a:path w="8554953" h="2846174">
                  <a:moveTo>
                    <a:pt x="8554953" y="0"/>
                  </a:moveTo>
                  <a:lnTo>
                    <a:pt x="8032819" y="0"/>
                  </a:lnTo>
                  <a:lnTo>
                    <a:pt x="8031670" y="78"/>
                  </a:lnTo>
                  <a:lnTo>
                    <a:pt x="8024137" y="642"/>
                  </a:lnTo>
                  <a:lnTo>
                    <a:pt x="8005241" y="2199"/>
                  </a:lnTo>
                  <a:lnTo>
                    <a:pt x="7971697" y="5261"/>
                  </a:lnTo>
                  <a:lnTo>
                    <a:pt x="7922191" y="10285"/>
                  </a:lnTo>
                  <a:lnTo>
                    <a:pt x="7857469" y="17629"/>
                  </a:lnTo>
                  <a:lnTo>
                    <a:pt x="7780058" y="27511"/>
                  </a:lnTo>
                  <a:lnTo>
                    <a:pt x="7693655" y="40017"/>
                  </a:lnTo>
                  <a:lnTo>
                    <a:pt x="7602363" y="55131"/>
                  </a:lnTo>
                  <a:lnTo>
                    <a:pt x="7509999" y="72797"/>
                  </a:lnTo>
                  <a:lnTo>
                    <a:pt x="7419644" y="92966"/>
                  </a:lnTo>
                  <a:lnTo>
                    <a:pt x="7333455" y="115652"/>
                  </a:lnTo>
                  <a:lnTo>
                    <a:pt x="7252690" y="140950"/>
                  </a:lnTo>
                  <a:lnTo>
                    <a:pt x="7177857" y="169063"/>
                  </a:lnTo>
                  <a:lnTo>
                    <a:pt x="7108898" y="200294"/>
                  </a:lnTo>
                  <a:lnTo>
                    <a:pt x="7045370" y="235048"/>
                  </a:lnTo>
                  <a:lnTo>
                    <a:pt x="6986592" y="273817"/>
                  </a:lnTo>
                  <a:lnTo>
                    <a:pt x="6931756" y="317148"/>
                  </a:lnTo>
                  <a:lnTo>
                    <a:pt x="6880009" y="365601"/>
                  </a:lnTo>
                  <a:lnTo>
                    <a:pt x="6830525" y="419658"/>
                  </a:lnTo>
                  <a:lnTo>
                    <a:pt x="6786527" y="474362"/>
                  </a:lnTo>
                  <a:lnTo>
                    <a:pt x="6749363" y="525349"/>
                  </a:lnTo>
                  <a:lnTo>
                    <a:pt x="6712546" y="580055"/>
                  </a:lnTo>
                  <a:lnTo>
                    <a:pt x="6675856" y="638554"/>
                  </a:lnTo>
                  <a:lnTo>
                    <a:pt x="6639121" y="700863"/>
                  </a:lnTo>
                  <a:lnTo>
                    <a:pt x="6602209" y="766931"/>
                  </a:lnTo>
                  <a:lnTo>
                    <a:pt x="6565029" y="836636"/>
                  </a:lnTo>
                  <a:lnTo>
                    <a:pt x="6527523" y="909778"/>
                  </a:lnTo>
                  <a:lnTo>
                    <a:pt x="6489667" y="986081"/>
                  </a:lnTo>
                  <a:lnTo>
                    <a:pt x="6451464" y="1065191"/>
                  </a:lnTo>
                  <a:lnTo>
                    <a:pt x="6412944" y="1146682"/>
                  </a:lnTo>
                  <a:lnTo>
                    <a:pt x="6374160" y="1230065"/>
                  </a:lnTo>
                  <a:lnTo>
                    <a:pt x="6335180" y="1314796"/>
                  </a:lnTo>
                  <a:lnTo>
                    <a:pt x="6296087" y="1400293"/>
                  </a:lnTo>
                  <a:lnTo>
                    <a:pt x="6256969" y="1485953"/>
                  </a:lnTo>
                  <a:lnTo>
                    <a:pt x="6217919" y="1571167"/>
                  </a:lnTo>
                  <a:lnTo>
                    <a:pt x="6179021" y="1655337"/>
                  </a:lnTo>
                  <a:lnTo>
                    <a:pt x="6140353" y="1737899"/>
                  </a:lnTo>
                  <a:lnTo>
                    <a:pt x="6101976" y="1818333"/>
                  </a:lnTo>
                  <a:lnTo>
                    <a:pt x="6063933" y="1896178"/>
                  </a:lnTo>
                  <a:lnTo>
                    <a:pt x="6026242" y="1971041"/>
                  </a:lnTo>
                  <a:lnTo>
                    <a:pt x="5988894" y="2042604"/>
                  </a:lnTo>
                  <a:lnTo>
                    <a:pt x="5951848" y="2110626"/>
                  </a:lnTo>
                  <a:lnTo>
                    <a:pt x="5915033" y="2174946"/>
                  </a:lnTo>
                  <a:lnTo>
                    <a:pt x="5878337" y="2235474"/>
                  </a:lnTo>
                  <a:lnTo>
                    <a:pt x="5841612" y="2292192"/>
                  </a:lnTo>
                  <a:lnTo>
                    <a:pt x="5804663" y="2345144"/>
                  </a:lnTo>
                  <a:lnTo>
                    <a:pt x="5784835" y="2371811"/>
                  </a:lnTo>
                  <a:lnTo>
                    <a:pt x="5736778" y="2431245"/>
                  </a:lnTo>
                  <a:lnTo>
                    <a:pt x="5687136" y="2484820"/>
                  </a:lnTo>
                  <a:lnTo>
                    <a:pt x="5635164" y="2532826"/>
                  </a:lnTo>
                  <a:lnTo>
                    <a:pt x="5580031" y="2575756"/>
                  </a:lnTo>
                  <a:lnTo>
                    <a:pt x="5520887" y="2614169"/>
                  </a:lnTo>
                  <a:lnTo>
                    <a:pt x="5456930" y="2648612"/>
                  </a:lnTo>
                  <a:lnTo>
                    <a:pt x="5387493" y="2679569"/>
                  </a:lnTo>
                  <a:lnTo>
                    <a:pt x="5312162" y="2707436"/>
                  </a:lnTo>
                  <a:lnTo>
                    <a:pt x="5230916" y="2732511"/>
                  </a:lnTo>
                  <a:lnTo>
                    <a:pt x="5144320" y="2754984"/>
                  </a:lnTo>
                  <a:lnTo>
                    <a:pt x="5053702" y="2774946"/>
                  </a:lnTo>
                  <a:lnTo>
                    <a:pt x="4961298" y="2792401"/>
                  </a:lnTo>
                  <a:lnTo>
                    <a:pt x="4870259" y="2807300"/>
                  </a:lnTo>
                  <a:lnTo>
                    <a:pt x="4784451" y="2819586"/>
                  </a:lnTo>
                  <a:lnTo>
                    <a:pt x="4707967" y="2829251"/>
                  </a:lnTo>
                  <a:lnTo>
                    <a:pt x="4644438" y="2836391"/>
                  </a:lnTo>
                  <a:lnTo>
                    <a:pt x="4596263" y="2841237"/>
                  </a:lnTo>
                  <a:lnTo>
                    <a:pt x="4564019" y="2844155"/>
                  </a:lnTo>
                  <a:lnTo>
                    <a:pt x="4546221" y="2845609"/>
                  </a:lnTo>
                  <a:lnTo>
                    <a:pt x="4539432" y="2846113"/>
                  </a:lnTo>
                  <a:lnTo>
                    <a:pt x="4538543" y="2846174"/>
                  </a:lnTo>
                  <a:lnTo>
                    <a:pt x="4016409" y="2846174"/>
                  </a:lnTo>
                  <a:lnTo>
                    <a:pt x="4015210" y="2846112"/>
                  </a:lnTo>
                  <a:lnTo>
                    <a:pt x="4007361" y="2845672"/>
                  </a:lnTo>
                  <a:lnTo>
                    <a:pt x="3987698" y="2844455"/>
                  </a:lnTo>
                  <a:lnTo>
                    <a:pt x="3952864" y="2842064"/>
                  </a:lnTo>
                  <a:lnTo>
                    <a:pt x="3901597" y="2838144"/>
                  </a:lnTo>
                  <a:lnTo>
                    <a:pt x="3834806" y="2832423"/>
                  </a:lnTo>
                  <a:lnTo>
                    <a:pt x="3755254" y="2824738"/>
                  </a:lnTo>
                  <a:lnTo>
                    <a:pt x="3666871" y="2815033"/>
                  </a:lnTo>
                  <a:lnTo>
                    <a:pt x="3573935" y="2803324"/>
                  </a:lnTo>
                  <a:lnTo>
                    <a:pt x="3480356" y="2789657"/>
                  </a:lnTo>
                  <a:lnTo>
                    <a:pt x="3389222" y="2774064"/>
                  </a:lnTo>
                  <a:lnTo>
                    <a:pt x="3302638" y="2756528"/>
                  </a:lnTo>
                  <a:lnTo>
                    <a:pt x="3221775" y="2736959"/>
                  </a:lnTo>
                  <a:lnTo>
                    <a:pt x="3147042" y="2715186"/>
                  </a:lnTo>
                  <a:lnTo>
                    <a:pt x="3078287" y="2690955"/>
                  </a:lnTo>
                  <a:lnTo>
                    <a:pt x="3014986" y="2663934"/>
                  </a:lnTo>
                  <a:lnTo>
                    <a:pt x="2956388" y="2633729"/>
                  </a:lnTo>
                  <a:lnTo>
                    <a:pt x="2901632" y="2599905"/>
                  </a:lnTo>
                  <a:lnTo>
                    <a:pt x="2849830" y="2562033"/>
                  </a:lnTo>
                  <a:lnTo>
                    <a:pt x="2800137" y="2519769"/>
                  </a:lnTo>
                  <a:lnTo>
                    <a:pt x="2770117" y="2491343"/>
                  </a:lnTo>
                  <a:lnTo>
                    <a:pt x="2728841" y="2448786"/>
                  </a:lnTo>
                  <a:lnTo>
                    <a:pt x="2687961" y="2402785"/>
                  </a:lnTo>
                  <a:lnTo>
                    <a:pt x="2647187" y="2353271"/>
                  </a:lnTo>
                  <a:lnTo>
                    <a:pt x="2606298" y="2300248"/>
                  </a:lnTo>
                  <a:lnTo>
                    <a:pt x="2565136" y="2243794"/>
                  </a:lnTo>
                  <a:lnTo>
                    <a:pt x="2523599" y="2184076"/>
                  </a:lnTo>
                  <a:lnTo>
                    <a:pt x="2481636" y="2121347"/>
                  </a:lnTo>
                  <a:lnTo>
                    <a:pt x="2439241" y="2055947"/>
                  </a:lnTo>
                  <a:lnTo>
                    <a:pt x="2396450" y="1988303"/>
                  </a:lnTo>
                  <a:lnTo>
                    <a:pt x="2353333" y="1918913"/>
                  </a:lnTo>
                  <a:lnTo>
                    <a:pt x="2309986" y="1848337"/>
                  </a:lnTo>
                  <a:lnTo>
                    <a:pt x="2266523" y="1777178"/>
                  </a:lnTo>
                  <a:lnTo>
                    <a:pt x="2223067" y="1706059"/>
                  </a:lnTo>
                  <a:lnTo>
                    <a:pt x="2179743" y="1635601"/>
                  </a:lnTo>
                  <a:lnTo>
                    <a:pt x="2136662" y="1566402"/>
                  </a:lnTo>
                  <a:lnTo>
                    <a:pt x="2093919" y="1499015"/>
                  </a:lnTo>
                  <a:lnTo>
                    <a:pt x="2051577" y="1433931"/>
                  </a:lnTo>
                  <a:lnTo>
                    <a:pt x="2009669" y="1371565"/>
                  </a:lnTo>
                  <a:lnTo>
                    <a:pt x="1968183" y="1312248"/>
                  </a:lnTo>
                  <a:lnTo>
                    <a:pt x="1927062" y="1256221"/>
                  </a:lnTo>
                  <a:lnTo>
                    <a:pt x="1886198" y="1203638"/>
                  </a:lnTo>
                  <a:lnTo>
                    <a:pt x="1845424" y="1154570"/>
                  </a:lnTo>
                  <a:lnTo>
                    <a:pt x="1804512" y="1109009"/>
                  </a:lnTo>
                  <a:lnTo>
                    <a:pt x="1768425" y="1072021"/>
                  </a:lnTo>
                  <a:lnTo>
                    <a:pt x="1719665" y="1026954"/>
                  </a:lnTo>
                  <a:lnTo>
                    <a:pt x="1669261" y="986394"/>
                  </a:lnTo>
                  <a:lnTo>
                    <a:pt x="1616437" y="950112"/>
                  </a:lnTo>
                  <a:lnTo>
                    <a:pt x="1560322" y="917720"/>
                  </a:lnTo>
                  <a:lnTo>
                    <a:pt x="1500029" y="888778"/>
                  </a:lnTo>
                  <a:lnTo>
                    <a:pt x="1434728" y="862865"/>
                  </a:lnTo>
                  <a:lnTo>
                    <a:pt x="1363740" y="839606"/>
                  </a:lnTo>
                  <a:lnTo>
                    <a:pt x="1286663" y="818698"/>
                  </a:lnTo>
                  <a:lnTo>
                    <a:pt x="1203534" y="799919"/>
                  </a:lnTo>
                  <a:lnTo>
                    <a:pt x="1115030" y="783130"/>
                  </a:lnTo>
                  <a:lnTo>
                    <a:pt x="1022662" y="768270"/>
                  </a:lnTo>
                  <a:lnTo>
                    <a:pt x="928913" y="755344"/>
                  </a:lnTo>
                  <a:lnTo>
                    <a:pt x="837218" y="744393"/>
                  </a:lnTo>
                  <a:lnTo>
                    <a:pt x="751697" y="735460"/>
                  </a:lnTo>
                  <a:lnTo>
                    <a:pt x="676591" y="728536"/>
                  </a:lnTo>
                  <a:lnTo>
                    <a:pt x="615480" y="723526"/>
                  </a:lnTo>
                  <a:lnTo>
                    <a:pt x="570484" y="720226"/>
                  </a:lnTo>
                  <a:lnTo>
                    <a:pt x="541700" y="718328"/>
                  </a:lnTo>
                  <a:lnTo>
                    <a:pt x="527041" y="717455"/>
                  </a:lnTo>
                  <a:lnTo>
                    <a:pt x="522423" y="717205"/>
                  </a:lnTo>
                  <a:lnTo>
                    <a:pt x="522133" y="717190"/>
                  </a:lnTo>
                  <a:lnTo>
                    <a:pt x="0" y="717190"/>
                  </a:lnTo>
                  <a:lnTo>
                    <a:pt x="0" y="71719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440" name="pg440"/>
            <p:cNvSpPr/>
            <p:nvPr/>
          </p:nvSpPr>
          <p:spPr>
            <a:xfrm>
              <a:off x="386606" y="2156858"/>
              <a:ext cx="8554953" cy="2659817"/>
            </a:xfrm>
            <a:custGeom>
              <a:avLst/>
              <a:pathLst>
                <a:path w="8554953" h="2659817">
                  <a:moveTo>
                    <a:pt x="0" y="525186"/>
                  </a:moveTo>
                  <a:lnTo>
                    <a:pt x="522133" y="525186"/>
                  </a:lnTo>
                  <a:lnTo>
                    <a:pt x="523332" y="525248"/>
                  </a:lnTo>
                  <a:lnTo>
                    <a:pt x="531179" y="525689"/>
                  </a:lnTo>
                  <a:lnTo>
                    <a:pt x="550836" y="526909"/>
                  </a:lnTo>
                  <a:lnTo>
                    <a:pt x="585661" y="529306"/>
                  </a:lnTo>
                  <a:lnTo>
                    <a:pt x="636916" y="533235"/>
                  </a:lnTo>
                  <a:lnTo>
                    <a:pt x="703692" y="538970"/>
                  </a:lnTo>
                  <a:lnTo>
                    <a:pt x="783229" y="546673"/>
                  </a:lnTo>
                  <a:lnTo>
                    <a:pt x="871598" y="556401"/>
                  </a:lnTo>
                  <a:lnTo>
                    <a:pt x="964523" y="568139"/>
                  </a:lnTo>
                  <a:lnTo>
                    <a:pt x="1058094" y="581839"/>
                  </a:lnTo>
                  <a:lnTo>
                    <a:pt x="1149223" y="597469"/>
                  </a:lnTo>
                  <a:lnTo>
                    <a:pt x="1235804" y="615048"/>
                  </a:lnTo>
                  <a:lnTo>
                    <a:pt x="1316667" y="634664"/>
                  </a:lnTo>
                  <a:lnTo>
                    <a:pt x="1391400" y="656490"/>
                  </a:lnTo>
                  <a:lnTo>
                    <a:pt x="1460157" y="680779"/>
                  </a:lnTo>
                  <a:lnTo>
                    <a:pt x="1523460" y="707864"/>
                  </a:lnTo>
                  <a:lnTo>
                    <a:pt x="1582058" y="738140"/>
                  </a:lnTo>
                  <a:lnTo>
                    <a:pt x="1636814" y="772044"/>
                  </a:lnTo>
                  <a:lnTo>
                    <a:pt x="1688616" y="810005"/>
                  </a:lnTo>
                  <a:lnTo>
                    <a:pt x="1738308" y="852368"/>
                  </a:lnTo>
                  <a:lnTo>
                    <a:pt x="1768425" y="880958"/>
                  </a:lnTo>
                  <a:lnTo>
                    <a:pt x="1809665" y="923589"/>
                  </a:lnTo>
                  <a:lnTo>
                    <a:pt x="1850509" y="969667"/>
                  </a:lnTo>
                  <a:lnTo>
                    <a:pt x="1891247" y="1019260"/>
                  </a:lnTo>
                  <a:lnTo>
                    <a:pt x="1932099" y="1072366"/>
                  </a:lnTo>
                  <a:lnTo>
                    <a:pt x="1973223" y="1128906"/>
                  </a:lnTo>
                  <a:lnTo>
                    <a:pt x="2014722" y="1188714"/>
                  </a:lnTo>
                  <a:lnTo>
                    <a:pt x="2056645" y="1251538"/>
                  </a:lnTo>
                  <a:lnTo>
                    <a:pt x="2099000" y="1317037"/>
                  </a:lnTo>
                  <a:lnTo>
                    <a:pt x="2141750" y="1384785"/>
                  </a:lnTo>
                  <a:lnTo>
                    <a:pt x="2184827" y="1454285"/>
                  </a:lnTo>
                  <a:lnTo>
                    <a:pt x="2228134" y="1524977"/>
                  </a:lnTo>
                  <a:lnTo>
                    <a:pt x="2271558" y="1596259"/>
                  </a:lnTo>
                  <a:lnTo>
                    <a:pt x="2314976" y="1667508"/>
                  </a:lnTo>
                  <a:lnTo>
                    <a:pt x="2358264" y="1738102"/>
                  </a:lnTo>
                  <a:lnTo>
                    <a:pt x="2401310" y="1807443"/>
                  </a:lnTo>
                  <a:lnTo>
                    <a:pt x="2444021" y="1874977"/>
                  </a:lnTo>
                  <a:lnTo>
                    <a:pt x="2486332" y="1940213"/>
                  </a:lnTo>
                  <a:lnTo>
                    <a:pt x="2528209" y="2002734"/>
                  </a:lnTo>
                  <a:lnTo>
                    <a:pt x="2569665" y="2062208"/>
                  </a:lnTo>
                  <a:lnTo>
                    <a:pt x="2610755" y="2118392"/>
                  </a:lnTo>
                  <a:lnTo>
                    <a:pt x="2651587" y="2171131"/>
                  </a:lnTo>
                  <a:lnTo>
                    <a:pt x="2692324" y="2220353"/>
                  </a:lnTo>
                  <a:lnTo>
                    <a:pt x="2733195" y="2266064"/>
                  </a:lnTo>
                  <a:lnTo>
                    <a:pt x="2770117" y="2304045"/>
                  </a:lnTo>
                  <a:lnTo>
                    <a:pt x="2818873" y="2349227"/>
                  </a:lnTo>
                  <a:lnTo>
                    <a:pt x="2869271" y="2389891"/>
                  </a:lnTo>
                  <a:lnTo>
                    <a:pt x="2922089" y="2426267"/>
                  </a:lnTo>
                  <a:lnTo>
                    <a:pt x="2978197" y="2458744"/>
                  </a:lnTo>
                  <a:lnTo>
                    <a:pt x="3038482" y="2487760"/>
                  </a:lnTo>
                  <a:lnTo>
                    <a:pt x="3103773" y="2513742"/>
                  </a:lnTo>
                  <a:lnTo>
                    <a:pt x="3174750" y="2537062"/>
                  </a:lnTo>
                  <a:lnTo>
                    <a:pt x="3251815" y="2558024"/>
                  </a:lnTo>
                  <a:lnTo>
                    <a:pt x="3334931" y="2576853"/>
                  </a:lnTo>
                  <a:lnTo>
                    <a:pt x="3423422" y="2593687"/>
                  </a:lnTo>
                  <a:lnTo>
                    <a:pt x="3515778" y="2608586"/>
                  </a:lnTo>
                  <a:lnTo>
                    <a:pt x="3609518" y="2621548"/>
                  </a:lnTo>
                  <a:lnTo>
                    <a:pt x="3701209" y="2632529"/>
                  </a:lnTo>
                  <a:lnTo>
                    <a:pt x="3786733" y="2641488"/>
                  </a:lnTo>
                  <a:lnTo>
                    <a:pt x="3861849" y="2648433"/>
                  </a:lnTo>
                  <a:lnTo>
                    <a:pt x="3922977" y="2653458"/>
                  </a:lnTo>
                  <a:lnTo>
                    <a:pt x="3967996" y="2656769"/>
                  </a:lnTo>
                  <a:lnTo>
                    <a:pt x="3996804" y="2658674"/>
                  </a:lnTo>
                  <a:lnTo>
                    <a:pt x="4011485" y="2659551"/>
                  </a:lnTo>
                  <a:lnTo>
                    <a:pt x="4016116" y="2659802"/>
                  </a:lnTo>
                  <a:lnTo>
                    <a:pt x="4016409" y="2659817"/>
                  </a:lnTo>
                  <a:lnTo>
                    <a:pt x="4538543" y="2659817"/>
                  </a:lnTo>
                  <a:lnTo>
                    <a:pt x="4539707" y="2659743"/>
                  </a:lnTo>
                  <a:lnTo>
                    <a:pt x="4547330" y="2659211"/>
                  </a:lnTo>
                  <a:lnTo>
                    <a:pt x="4566445" y="2657740"/>
                  </a:lnTo>
                  <a:lnTo>
                    <a:pt x="4600359" y="2654849"/>
                  </a:lnTo>
                  <a:lnTo>
                    <a:pt x="4650370" y="2650105"/>
                  </a:lnTo>
                  <a:lnTo>
                    <a:pt x="4715688" y="2643176"/>
                  </a:lnTo>
                  <a:lnTo>
                    <a:pt x="4793717" y="2633856"/>
                  </a:lnTo>
                  <a:lnTo>
                    <a:pt x="4880694" y="2622069"/>
                  </a:lnTo>
                  <a:lnTo>
                    <a:pt x="4972466" y="2607829"/>
                  </a:lnTo>
                  <a:lnTo>
                    <a:pt x="5065187" y="2591194"/>
                  </a:lnTo>
                  <a:lnTo>
                    <a:pt x="5155773" y="2572204"/>
                  </a:lnTo>
                  <a:lnTo>
                    <a:pt x="5242082" y="2550846"/>
                  </a:lnTo>
                  <a:lnTo>
                    <a:pt x="5322879" y="2527024"/>
                  </a:lnTo>
                  <a:lnTo>
                    <a:pt x="5397686" y="2500543"/>
                  </a:lnTo>
                  <a:lnTo>
                    <a:pt x="5466588" y="2471110"/>
                  </a:lnTo>
                  <a:lnTo>
                    <a:pt x="5530050" y="2438336"/>
                  </a:lnTo>
                  <a:lnTo>
                    <a:pt x="5588774" y="2401755"/>
                  </a:lnTo>
                  <a:lnTo>
                    <a:pt x="5643584" y="2360846"/>
                  </a:lnTo>
                  <a:lnTo>
                    <a:pt x="5695343" y="2315083"/>
                  </a:lnTo>
                  <a:lnTo>
                    <a:pt x="5744883" y="2264021"/>
                  </a:lnTo>
                  <a:lnTo>
                    <a:pt x="5784835" y="2217455"/>
                  </a:lnTo>
                  <a:lnTo>
                    <a:pt x="5823006" y="2168564"/>
                  </a:lnTo>
                  <a:lnTo>
                    <a:pt x="5860817" y="2116011"/>
                  </a:lnTo>
                  <a:lnTo>
                    <a:pt x="5898505" y="2059723"/>
                  </a:lnTo>
                  <a:lnTo>
                    <a:pt x="5936254" y="1999687"/>
                  </a:lnTo>
                  <a:lnTo>
                    <a:pt x="5974201" y="1935963"/>
                  </a:lnTo>
                  <a:lnTo>
                    <a:pt x="6012442" y="1868682"/>
                  </a:lnTo>
                  <a:lnTo>
                    <a:pt x="6051032" y="1798059"/>
                  </a:lnTo>
                  <a:lnTo>
                    <a:pt x="6089994" y="1724386"/>
                  </a:lnTo>
                  <a:lnTo>
                    <a:pt x="6129317" y="1648036"/>
                  </a:lnTo>
                  <a:lnTo>
                    <a:pt x="6168962" y="1569457"/>
                  </a:lnTo>
                  <a:lnTo>
                    <a:pt x="6208869" y="1489157"/>
                  </a:lnTo>
                  <a:lnTo>
                    <a:pt x="6248957" y="1407699"/>
                  </a:lnTo>
                  <a:lnTo>
                    <a:pt x="6289134" y="1325679"/>
                  </a:lnTo>
                  <a:lnTo>
                    <a:pt x="6329302" y="1243712"/>
                  </a:lnTo>
                  <a:lnTo>
                    <a:pt x="6369365" y="1162411"/>
                  </a:lnTo>
                  <a:lnTo>
                    <a:pt x="6409232" y="1082368"/>
                  </a:lnTo>
                  <a:lnTo>
                    <a:pt x="6448826" y="1004137"/>
                  </a:lnTo>
                  <a:lnTo>
                    <a:pt x="6488088" y="928218"/>
                  </a:lnTo>
                  <a:lnTo>
                    <a:pt x="6526986" y="855044"/>
                  </a:lnTo>
                  <a:lnTo>
                    <a:pt x="6565514" y="784977"/>
                  </a:lnTo>
                  <a:lnTo>
                    <a:pt x="6603700" y="718294"/>
                  </a:lnTo>
                  <a:lnTo>
                    <a:pt x="6641605" y="655196"/>
                  </a:lnTo>
                  <a:lnTo>
                    <a:pt x="6679332" y="595802"/>
                  </a:lnTo>
                  <a:lnTo>
                    <a:pt x="6717027" y="540159"/>
                  </a:lnTo>
                  <a:lnTo>
                    <a:pt x="6754882" y="488242"/>
                  </a:lnTo>
                  <a:lnTo>
                    <a:pt x="6786527" y="448008"/>
                  </a:lnTo>
                  <a:lnTo>
                    <a:pt x="6834787" y="392365"/>
                  </a:lnTo>
                  <a:lnTo>
                    <a:pt x="6884649" y="342229"/>
                  </a:lnTo>
                  <a:lnTo>
                    <a:pt x="6936866" y="297327"/>
                  </a:lnTo>
                  <a:lnTo>
                    <a:pt x="6992282" y="257192"/>
                  </a:lnTo>
                  <a:lnTo>
                    <a:pt x="7051756" y="221295"/>
                  </a:lnTo>
                  <a:lnTo>
                    <a:pt x="7116099" y="189121"/>
                  </a:lnTo>
                  <a:lnTo>
                    <a:pt x="7185981" y="160215"/>
                  </a:lnTo>
                  <a:lnTo>
                    <a:pt x="7261815" y="134205"/>
                  </a:lnTo>
                  <a:lnTo>
                    <a:pt x="7343603" y="110813"/>
                  </a:lnTo>
                  <a:lnTo>
                    <a:pt x="7430750" y="89862"/>
                  </a:lnTo>
                  <a:lnTo>
                    <a:pt x="7521877" y="71272"/>
                  </a:lnTo>
                  <a:lnTo>
                    <a:pt x="7614679" y="55040"/>
                  </a:lnTo>
                  <a:lnTo>
                    <a:pt x="7705922" y="41215"/>
                  </a:lnTo>
                  <a:lnTo>
                    <a:pt x="7791669" y="29848"/>
                  </a:lnTo>
                  <a:lnTo>
                    <a:pt x="7867778" y="20944"/>
                  </a:lnTo>
                  <a:lnTo>
                    <a:pt x="7930631" y="14404"/>
                  </a:lnTo>
                  <a:lnTo>
                    <a:pt x="7977902" y="10003"/>
                  </a:lnTo>
                  <a:lnTo>
                    <a:pt x="8009148" y="7386"/>
                  </a:lnTo>
                  <a:lnTo>
                    <a:pt x="8026022" y="6110"/>
                  </a:lnTo>
                  <a:lnTo>
                    <a:pt x="8032148" y="5689"/>
                  </a:lnTo>
                  <a:lnTo>
                    <a:pt x="8032819" y="5647"/>
                  </a:lnTo>
                  <a:lnTo>
                    <a:pt x="8554953" y="5647"/>
                  </a:lnTo>
                  <a:lnTo>
                    <a:pt x="8554953" y="0"/>
                  </a:lnTo>
                  <a:lnTo>
                    <a:pt x="8032819" y="0"/>
                  </a:lnTo>
                  <a:lnTo>
                    <a:pt x="8031655" y="74"/>
                  </a:lnTo>
                  <a:lnTo>
                    <a:pt x="8024032" y="606"/>
                  </a:lnTo>
                  <a:lnTo>
                    <a:pt x="8004917" y="2077"/>
                  </a:lnTo>
                  <a:lnTo>
                    <a:pt x="7971003" y="4968"/>
                  </a:lnTo>
                  <a:lnTo>
                    <a:pt x="7920992" y="9711"/>
                  </a:lnTo>
                  <a:lnTo>
                    <a:pt x="7855674" y="16641"/>
                  </a:lnTo>
                  <a:lnTo>
                    <a:pt x="7777645" y="25961"/>
                  </a:lnTo>
                  <a:lnTo>
                    <a:pt x="7690668" y="37748"/>
                  </a:lnTo>
                  <a:lnTo>
                    <a:pt x="7598896" y="51987"/>
                  </a:lnTo>
                  <a:lnTo>
                    <a:pt x="7506175" y="68623"/>
                  </a:lnTo>
                  <a:lnTo>
                    <a:pt x="7415589" y="87613"/>
                  </a:lnTo>
                  <a:lnTo>
                    <a:pt x="7329280" y="108970"/>
                  </a:lnTo>
                  <a:lnTo>
                    <a:pt x="7248483" y="132793"/>
                  </a:lnTo>
                  <a:lnTo>
                    <a:pt x="7173676" y="159274"/>
                  </a:lnTo>
                  <a:lnTo>
                    <a:pt x="7104774" y="188707"/>
                  </a:lnTo>
                  <a:lnTo>
                    <a:pt x="7041312" y="221480"/>
                  </a:lnTo>
                  <a:lnTo>
                    <a:pt x="6982588" y="258061"/>
                  </a:lnTo>
                  <a:lnTo>
                    <a:pt x="6927778" y="298971"/>
                  </a:lnTo>
                  <a:lnTo>
                    <a:pt x="6876019" y="344734"/>
                  </a:lnTo>
                  <a:lnTo>
                    <a:pt x="6826479" y="395795"/>
                  </a:lnTo>
                  <a:lnTo>
                    <a:pt x="6786527" y="442361"/>
                  </a:lnTo>
                  <a:lnTo>
                    <a:pt x="6748356" y="491253"/>
                  </a:lnTo>
                  <a:lnTo>
                    <a:pt x="6710545" y="543806"/>
                  </a:lnTo>
                  <a:lnTo>
                    <a:pt x="6672857" y="600094"/>
                  </a:lnTo>
                  <a:lnTo>
                    <a:pt x="6635108" y="660129"/>
                  </a:lnTo>
                  <a:lnTo>
                    <a:pt x="6597161" y="723854"/>
                  </a:lnTo>
                  <a:lnTo>
                    <a:pt x="6558920" y="791134"/>
                  </a:lnTo>
                  <a:lnTo>
                    <a:pt x="6520330" y="861758"/>
                  </a:lnTo>
                  <a:lnTo>
                    <a:pt x="6481368" y="935431"/>
                  </a:lnTo>
                  <a:lnTo>
                    <a:pt x="6442045" y="1011780"/>
                  </a:lnTo>
                  <a:lnTo>
                    <a:pt x="6402400" y="1090360"/>
                  </a:lnTo>
                  <a:lnTo>
                    <a:pt x="6362493" y="1170660"/>
                  </a:lnTo>
                  <a:lnTo>
                    <a:pt x="6322405" y="1252118"/>
                  </a:lnTo>
                  <a:lnTo>
                    <a:pt x="6282228" y="1334138"/>
                  </a:lnTo>
                  <a:lnTo>
                    <a:pt x="6242060" y="1416104"/>
                  </a:lnTo>
                  <a:lnTo>
                    <a:pt x="6201997" y="1497405"/>
                  </a:lnTo>
                  <a:lnTo>
                    <a:pt x="6162130" y="1577448"/>
                  </a:lnTo>
                  <a:lnTo>
                    <a:pt x="6122536" y="1655679"/>
                  </a:lnTo>
                  <a:lnTo>
                    <a:pt x="6083273" y="1731599"/>
                  </a:lnTo>
                  <a:lnTo>
                    <a:pt x="6044375" y="1804772"/>
                  </a:lnTo>
                  <a:lnTo>
                    <a:pt x="6005847" y="1874840"/>
                  </a:lnTo>
                  <a:lnTo>
                    <a:pt x="5967662" y="1941523"/>
                  </a:lnTo>
                  <a:lnTo>
                    <a:pt x="5929757" y="2004621"/>
                  </a:lnTo>
                  <a:lnTo>
                    <a:pt x="5892030" y="2064014"/>
                  </a:lnTo>
                  <a:lnTo>
                    <a:pt x="5854335" y="2119658"/>
                  </a:lnTo>
                  <a:lnTo>
                    <a:pt x="5816480" y="2171575"/>
                  </a:lnTo>
                  <a:lnTo>
                    <a:pt x="5784835" y="2211808"/>
                  </a:lnTo>
                  <a:lnTo>
                    <a:pt x="5736575" y="2267452"/>
                  </a:lnTo>
                  <a:lnTo>
                    <a:pt x="5686713" y="2317588"/>
                  </a:lnTo>
                  <a:lnTo>
                    <a:pt x="5634496" y="2362490"/>
                  </a:lnTo>
                  <a:lnTo>
                    <a:pt x="5579080" y="2402625"/>
                  </a:lnTo>
                  <a:lnTo>
                    <a:pt x="5519606" y="2438522"/>
                  </a:lnTo>
                  <a:lnTo>
                    <a:pt x="5455263" y="2470695"/>
                  </a:lnTo>
                  <a:lnTo>
                    <a:pt x="5385381" y="2499601"/>
                  </a:lnTo>
                  <a:lnTo>
                    <a:pt x="5309547" y="2525612"/>
                  </a:lnTo>
                  <a:lnTo>
                    <a:pt x="5227759" y="2549004"/>
                  </a:lnTo>
                  <a:lnTo>
                    <a:pt x="5140612" y="2569954"/>
                  </a:lnTo>
                  <a:lnTo>
                    <a:pt x="5049485" y="2588544"/>
                  </a:lnTo>
                  <a:lnTo>
                    <a:pt x="4956683" y="2604776"/>
                  </a:lnTo>
                  <a:lnTo>
                    <a:pt x="4865440" y="2618602"/>
                  </a:lnTo>
                  <a:lnTo>
                    <a:pt x="4779693" y="2629968"/>
                  </a:lnTo>
                  <a:lnTo>
                    <a:pt x="4703584" y="2638873"/>
                  </a:lnTo>
                  <a:lnTo>
                    <a:pt x="4640731" y="2645412"/>
                  </a:lnTo>
                  <a:lnTo>
                    <a:pt x="4593460" y="2649814"/>
                  </a:lnTo>
                  <a:lnTo>
                    <a:pt x="4562214" y="2652430"/>
                  </a:lnTo>
                  <a:lnTo>
                    <a:pt x="4545340" y="2653707"/>
                  </a:lnTo>
                  <a:lnTo>
                    <a:pt x="4539214" y="2654127"/>
                  </a:lnTo>
                  <a:lnTo>
                    <a:pt x="4538543" y="2654170"/>
                  </a:lnTo>
                  <a:lnTo>
                    <a:pt x="4016409" y="2654170"/>
                  </a:lnTo>
                  <a:lnTo>
                    <a:pt x="4015210" y="2654108"/>
                  </a:lnTo>
                  <a:lnTo>
                    <a:pt x="4007363" y="2653667"/>
                  </a:lnTo>
                  <a:lnTo>
                    <a:pt x="3987706" y="2652447"/>
                  </a:lnTo>
                  <a:lnTo>
                    <a:pt x="3952881" y="2650051"/>
                  </a:lnTo>
                  <a:lnTo>
                    <a:pt x="3901626" y="2646121"/>
                  </a:lnTo>
                  <a:lnTo>
                    <a:pt x="3834851" y="2640386"/>
                  </a:lnTo>
                  <a:lnTo>
                    <a:pt x="3755313" y="2632684"/>
                  </a:lnTo>
                  <a:lnTo>
                    <a:pt x="3666944" y="2622955"/>
                  </a:lnTo>
                  <a:lnTo>
                    <a:pt x="3574019" y="2611218"/>
                  </a:lnTo>
                  <a:lnTo>
                    <a:pt x="3480448" y="2597518"/>
                  </a:lnTo>
                  <a:lnTo>
                    <a:pt x="3389320" y="2581887"/>
                  </a:lnTo>
                  <a:lnTo>
                    <a:pt x="3302738" y="2564309"/>
                  </a:lnTo>
                  <a:lnTo>
                    <a:pt x="3221876" y="2544692"/>
                  </a:lnTo>
                  <a:lnTo>
                    <a:pt x="3147142" y="2522866"/>
                  </a:lnTo>
                  <a:lnTo>
                    <a:pt x="3078386" y="2498577"/>
                  </a:lnTo>
                  <a:lnTo>
                    <a:pt x="3015083" y="2471493"/>
                  </a:lnTo>
                  <a:lnTo>
                    <a:pt x="2956484" y="2441216"/>
                  </a:lnTo>
                  <a:lnTo>
                    <a:pt x="2901728" y="2407312"/>
                  </a:lnTo>
                  <a:lnTo>
                    <a:pt x="2849926" y="2369351"/>
                  </a:lnTo>
                  <a:lnTo>
                    <a:pt x="2800234" y="2326988"/>
                  </a:lnTo>
                  <a:lnTo>
                    <a:pt x="2770117" y="2298398"/>
                  </a:lnTo>
                  <a:lnTo>
                    <a:pt x="2728877" y="2255767"/>
                  </a:lnTo>
                  <a:lnTo>
                    <a:pt x="2688033" y="2209689"/>
                  </a:lnTo>
                  <a:lnTo>
                    <a:pt x="2647295" y="2160096"/>
                  </a:lnTo>
                  <a:lnTo>
                    <a:pt x="2606443" y="2106990"/>
                  </a:lnTo>
                  <a:lnTo>
                    <a:pt x="2565319" y="2050450"/>
                  </a:lnTo>
                  <a:lnTo>
                    <a:pt x="2523821" y="1990642"/>
                  </a:lnTo>
                  <a:lnTo>
                    <a:pt x="2481897" y="1927818"/>
                  </a:lnTo>
                  <a:lnTo>
                    <a:pt x="2439542" y="1862320"/>
                  </a:lnTo>
                  <a:lnTo>
                    <a:pt x="2396792" y="1794571"/>
                  </a:lnTo>
                  <a:lnTo>
                    <a:pt x="2353716" y="1725071"/>
                  </a:lnTo>
                  <a:lnTo>
                    <a:pt x="2310408" y="1654379"/>
                  </a:lnTo>
                  <a:lnTo>
                    <a:pt x="2266984" y="1583097"/>
                  </a:lnTo>
                  <a:lnTo>
                    <a:pt x="2223567" y="1511848"/>
                  </a:lnTo>
                  <a:lnTo>
                    <a:pt x="2180278" y="1441254"/>
                  </a:lnTo>
                  <a:lnTo>
                    <a:pt x="2137232" y="1371913"/>
                  </a:lnTo>
                  <a:lnTo>
                    <a:pt x="2094521" y="1304379"/>
                  </a:lnTo>
                  <a:lnTo>
                    <a:pt x="2052211" y="1239143"/>
                  </a:lnTo>
                  <a:lnTo>
                    <a:pt x="2010333" y="1176622"/>
                  </a:lnTo>
                  <a:lnTo>
                    <a:pt x="1968877" y="1117148"/>
                  </a:lnTo>
                  <a:lnTo>
                    <a:pt x="1927787" y="1060964"/>
                  </a:lnTo>
                  <a:lnTo>
                    <a:pt x="1886956" y="1008225"/>
                  </a:lnTo>
                  <a:lnTo>
                    <a:pt x="1846218" y="959003"/>
                  </a:lnTo>
                  <a:lnTo>
                    <a:pt x="1805347" y="913292"/>
                  </a:lnTo>
                  <a:lnTo>
                    <a:pt x="1768425" y="875311"/>
                  </a:lnTo>
                  <a:lnTo>
                    <a:pt x="1719670" y="830129"/>
                  </a:lnTo>
                  <a:lnTo>
                    <a:pt x="1669271" y="789465"/>
                  </a:lnTo>
                  <a:lnTo>
                    <a:pt x="1616453" y="753089"/>
                  </a:lnTo>
                  <a:lnTo>
                    <a:pt x="1560345" y="720613"/>
                  </a:lnTo>
                  <a:lnTo>
                    <a:pt x="1500060" y="691596"/>
                  </a:lnTo>
                  <a:lnTo>
                    <a:pt x="1434769" y="665615"/>
                  </a:lnTo>
                  <a:lnTo>
                    <a:pt x="1363792" y="642295"/>
                  </a:lnTo>
                  <a:lnTo>
                    <a:pt x="1286727" y="621332"/>
                  </a:lnTo>
                  <a:lnTo>
                    <a:pt x="1203611" y="602504"/>
                  </a:lnTo>
                  <a:lnTo>
                    <a:pt x="1115121" y="585670"/>
                  </a:lnTo>
                  <a:lnTo>
                    <a:pt x="1022765" y="570770"/>
                  </a:lnTo>
                  <a:lnTo>
                    <a:pt x="929024" y="557808"/>
                  </a:lnTo>
                  <a:lnTo>
                    <a:pt x="837333" y="546828"/>
                  </a:lnTo>
                  <a:lnTo>
                    <a:pt x="751810" y="537868"/>
                  </a:lnTo>
                  <a:lnTo>
                    <a:pt x="676693" y="530924"/>
                  </a:lnTo>
                  <a:lnTo>
                    <a:pt x="615565" y="525899"/>
                  </a:lnTo>
                  <a:lnTo>
                    <a:pt x="570546" y="522587"/>
                  </a:lnTo>
                  <a:lnTo>
                    <a:pt x="541738" y="520682"/>
                  </a:lnTo>
                  <a:lnTo>
                    <a:pt x="527057" y="519805"/>
                  </a:lnTo>
                  <a:lnTo>
                    <a:pt x="522426" y="519554"/>
                  </a:lnTo>
                  <a:lnTo>
                    <a:pt x="522133" y="519539"/>
                  </a:lnTo>
                  <a:lnTo>
                    <a:pt x="0" y="519539"/>
                  </a:lnTo>
                  <a:close/>
                </a:path>
              </a:pathLst>
            </a:custGeom>
            <a:solidFill>
              <a:srgbClr val="8FA8D6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441" name="pl441"/>
            <p:cNvSpPr/>
            <p:nvPr/>
          </p:nvSpPr>
          <p:spPr>
            <a:xfrm>
              <a:off x="386606" y="2162505"/>
              <a:ext cx="8554953" cy="2654170"/>
            </a:xfrm>
            <a:custGeom>
              <a:avLst/>
              <a:pathLst>
                <a:path w="8554953" h="2654170">
                  <a:moveTo>
                    <a:pt x="0" y="519539"/>
                  </a:moveTo>
                  <a:lnTo>
                    <a:pt x="522133" y="519539"/>
                  </a:lnTo>
                  <a:lnTo>
                    <a:pt x="523332" y="519601"/>
                  </a:lnTo>
                  <a:lnTo>
                    <a:pt x="531179" y="520042"/>
                  </a:lnTo>
                  <a:lnTo>
                    <a:pt x="550836" y="521262"/>
                  </a:lnTo>
                  <a:lnTo>
                    <a:pt x="585661" y="523658"/>
                  </a:lnTo>
                  <a:lnTo>
                    <a:pt x="636916" y="527588"/>
                  </a:lnTo>
                  <a:lnTo>
                    <a:pt x="703692" y="533323"/>
                  </a:lnTo>
                  <a:lnTo>
                    <a:pt x="783229" y="541025"/>
                  </a:lnTo>
                  <a:lnTo>
                    <a:pt x="871598" y="550754"/>
                  </a:lnTo>
                  <a:lnTo>
                    <a:pt x="964523" y="562491"/>
                  </a:lnTo>
                  <a:lnTo>
                    <a:pt x="1058094" y="576191"/>
                  </a:lnTo>
                  <a:lnTo>
                    <a:pt x="1149223" y="591822"/>
                  </a:lnTo>
                  <a:lnTo>
                    <a:pt x="1235804" y="609401"/>
                  </a:lnTo>
                  <a:lnTo>
                    <a:pt x="1316667" y="629017"/>
                  </a:lnTo>
                  <a:lnTo>
                    <a:pt x="1391400" y="650843"/>
                  </a:lnTo>
                  <a:lnTo>
                    <a:pt x="1460157" y="675132"/>
                  </a:lnTo>
                  <a:lnTo>
                    <a:pt x="1523460" y="702216"/>
                  </a:lnTo>
                  <a:lnTo>
                    <a:pt x="1582058" y="732493"/>
                  </a:lnTo>
                  <a:lnTo>
                    <a:pt x="1636814" y="766397"/>
                  </a:lnTo>
                  <a:lnTo>
                    <a:pt x="1688616" y="804358"/>
                  </a:lnTo>
                  <a:lnTo>
                    <a:pt x="1738308" y="846721"/>
                  </a:lnTo>
                  <a:lnTo>
                    <a:pt x="1768425" y="875311"/>
                  </a:lnTo>
                  <a:lnTo>
                    <a:pt x="1809665" y="917942"/>
                  </a:lnTo>
                  <a:lnTo>
                    <a:pt x="1850509" y="964020"/>
                  </a:lnTo>
                  <a:lnTo>
                    <a:pt x="1891247" y="1013613"/>
                  </a:lnTo>
                  <a:lnTo>
                    <a:pt x="1932099" y="1066719"/>
                  </a:lnTo>
                  <a:lnTo>
                    <a:pt x="1973223" y="1123259"/>
                  </a:lnTo>
                  <a:lnTo>
                    <a:pt x="2014722" y="1183067"/>
                  </a:lnTo>
                  <a:lnTo>
                    <a:pt x="2056645" y="1245891"/>
                  </a:lnTo>
                  <a:lnTo>
                    <a:pt x="2099000" y="1311389"/>
                  </a:lnTo>
                  <a:lnTo>
                    <a:pt x="2141750" y="1379138"/>
                  </a:lnTo>
                  <a:lnTo>
                    <a:pt x="2184827" y="1448638"/>
                  </a:lnTo>
                  <a:lnTo>
                    <a:pt x="2228134" y="1519330"/>
                  </a:lnTo>
                  <a:lnTo>
                    <a:pt x="2271558" y="1590612"/>
                  </a:lnTo>
                  <a:lnTo>
                    <a:pt x="2314976" y="1661861"/>
                  </a:lnTo>
                  <a:lnTo>
                    <a:pt x="2358264" y="1732455"/>
                  </a:lnTo>
                  <a:lnTo>
                    <a:pt x="2401310" y="1801796"/>
                  </a:lnTo>
                  <a:lnTo>
                    <a:pt x="2444021" y="1869330"/>
                  </a:lnTo>
                  <a:lnTo>
                    <a:pt x="2486332" y="1934566"/>
                  </a:lnTo>
                  <a:lnTo>
                    <a:pt x="2528209" y="1997087"/>
                  </a:lnTo>
                  <a:lnTo>
                    <a:pt x="2569665" y="2056561"/>
                  </a:lnTo>
                  <a:lnTo>
                    <a:pt x="2610755" y="2112745"/>
                  </a:lnTo>
                  <a:lnTo>
                    <a:pt x="2651587" y="2165484"/>
                  </a:lnTo>
                  <a:lnTo>
                    <a:pt x="2692324" y="2214706"/>
                  </a:lnTo>
                  <a:lnTo>
                    <a:pt x="2733195" y="2260417"/>
                  </a:lnTo>
                  <a:lnTo>
                    <a:pt x="2770117" y="2298398"/>
                  </a:lnTo>
                  <a:lnTo>
                    <a:pt x="2818873" y="2343580"/>
                  </a:lnTo>
                  <a:lnTo>
                    <a:pt x="2869271" y="2384244"/>
                  </a:lnTo>
                  <a:lnTo>
                    <a:pt x="2922089" y="2420620"/>
                  </a:lnTo>
                  <a:lnTo>
                    <a:pt x="2978197" y="2453096"/>
                  </a:lnTo>
                  <a:lnTo>
                    <a:pt x="3038482" y="2482113"/>
                  </a:lnTo>
                  <a:lnTo>
                    <a:pt x="3103773" y="2508094"/>
                  </a:lnTo>
                  <a:lnTo>
                    <a:pt x="3174750" y="2531414"/>
                  </a:lnTo>
                  <a:lnTo>
                    <a:pt x="3251815" y="2552377"/>
                  </a:lnTo>
                  <a:lnTo>
                    <a:pt x="3334931" y="2571206"/>
                  </a:lnTo>
                  <a:lnTo>
                    <a:pt x="3423422" y="2588039"/>
                  </a:lnTo>
                  <a:lnTo>
                    <a:pt x="3515778" y="2602939"/>
                  </a:lnTo>
                  <a:lnTo>
                    <a:pt x="3609518" y="2615901"/>
                  </a:lnTo>
                  <a:lnTo>
                    <a:pt x="3701209" y="2626882"/>
                  </a:lnTo>
                  <a:lnTo>
                    <a:pt x="3786733" y="2635841"/>
                  </a:lnTo>
                  <a:lnTo>
                    <a:pt x="3861849" y="2642785"/>
                  </a:lnTo>
                  <a:lnTo>
                    <a:pt x="3922977" y="2647811"/>
                  </a:lnTo>
                  <a:lnTo>
                    <a:pt x="3967996" y="2651122"/>
                  </a:lnTo>
                  <a:lnTo>
                    <a:pt x="3996804" y="2653027"/>
                  </a:lnTo>
                  <a:lnTo>
                    <a:pt x="4011485" y="2653904"/>
                  </a:lnTo>
                  <a:lnTo>
                    <a:pt x="4016116" y="2654155"/>
                  </a:lnTo>
                  <a:lnTo>
                    <a:pt x="4016409" y="2654170"/>
                  </a:lnTo>
                  <a:lnTo>
                    <a:pt x="4538543" y="2654170"/>
                  </a:lnTo>
                  <a:lnTo>
                    <a:pt x="4539707" y="2654095"/>
                  </a:lnTo>
                  <a:lnTo>
                    <a:pt x="4547330" y="2653563"/>
                  </a:lnTo>
                  <a:lnTo>
                    <a:pt x="4566445" y="2652093"/>
                  </a:lnTo>
                  <a:lnTo>
                    <a:pt x="4600359" y="2649202"/>
                  </a:lnTo>
                  <a:lnTo>
                    <a:pt x="4650370" y="2644458"/>
                  </a:lnTo>
                  <a:lnTo>
                    <a:pt x="4715688" y="2637528"/>
                  </a:lnTo>
                  <a:lnTo>
                    <a:pt x="4793717" y="2628209"/>
                  </a:lnTo>
                  <a:lnTo>
                    <a:pt x="4880694" y="2616421"/>
                  </a:lnTo>
                  <a:lnTo>
                    <a:pt x="4972466" y="2602182"/>
                  </a:lnTo>
                  <a:lnTo>
                    <a:pt x="5065187" y="2585546"/>
                  </a:lnTo>
                  <a:lnTo>
                    <a:pt x="5155773" y="2566557"/>
                  </a:lnTo>
                  <a:lnTo>
                    <a:pt x="5242082" y="2545199"/>
                  </a:lnTo>
                  <a:lnTo>
                    <a:pt x="5322879" y="2521377"/>
                  </a:lnTo>
                  <a:lnTo>
                    <a:pt x="5397686" y="2494896"/>
                  </a:lnTo>
                  <a:lnTo>
                    <a:pt x="5466588" y="2465462"/>
                  </a:lnTo>
                  <a:lnTo>
                    <a:pt x="5530050" y="2432689"/>
                  </a:lnTo>
                  <a:lnTo>
                    <a:pt x="5588774" y="2396108"/>
                  </a:lnTo>
                  <a:lnTo>
                    <a:pt x="5643584" y="2355199"/>
                  </a:lnTo>
                  <a:lnTo>
                    <a:pt x="5695343" y="2309436"/>
                  </a:lnTo>
                  <a:lnTo>
                    <a:pt x="5744883" y="2258374"/>
                  </a:lnTo>
                  <a:lnTo>
                    <a:pt x="5784835" y="2211808"/>
                  </a:lnTo>
                  <a:lnTo>
                    <a:pt x="5823006" y="2162917"/>
                  </a:lnTo>
                  <a:lnTo>
                    <a:pt x="5860817" y="2110364"/>
                  </a:lnTo>
                  <a:lnTo>
                    <a:pt x="5898505" y="2054076"/>
                  </a:lnTo>
                  <a:lnTo>
                    <a:pt x="5936254" y="1994040"/>
                  </a:lnTo>
                  <a:lnTo>
                    <a:pt x="5974201" y="1930316"/>
                  </a:lnTo>
                  <a:lnTo>
                    <a:pt x="6012442" y="1863035"/>
                  </a:lnTo>
                  <a:lnTo>
                    <a:pt x="6051032" y="1792412"/>
                  </a:lnTo>
                  <a:lnTo>
                    <a:pt x="6089994" y="1718739"/>
                  </a:lnTo>
                  <a:lnTo>
                    <a:pt x="6129317" y="1642389"/>
                  </a:lnTo>
                  <a:lnTo>
                    <a:pt x="6168962" y="1563809"/>
                  </a:lnTo>
                  <a:lnTo>
                    <a:pt x="6208869" y="1483510"/>
                  </a:lnTo>
                  <a:lnTo>
                    <a:pt x="6248957" y="1402051"/>
                  </a:lnTo>
                  <a:lnTo>
                    <a:pt x="6289134" y="1320032"/>
                  </a:lnTo>
                  <a:lnTo>
                    <a:pt x="6329302" y="1238065"/>
                  </a:lnTo>
                  <a:lnTo>
                    <a:pt x="6369365" y="1156764"/>
                  </a:lnTo>
                  <a:lnTo>
                    <a:pt x="6409232" y="1076721"/>
                  </a:lnTo>
                  <a:lnTo>
                    <a:pt x="6448826" y="998490"/>
                  </a:lnTo>
                  <a:lnTo>
                    <a:pt x="6488088" y="922571"/>
                  </a:lnTo>
                  <a:lnTo>
                    <a:pt x="6526986" y="849397"/>
                  </a:lnTo>
                  <a:lnTo>
                    <a:pt x="6565514" y="779329"/>
                  </a:lnTo>
                  <a:lnTo>
                    <a:pt x="6603700" y="712647"/>
                  </a:lnTo>
                  <a:lnTo>
                    <a:pt x="6641605" y="649549"/>
                  </a:lnTo>
                  <a:lnTo>
                    <a:pt x="6679332" y="590155"/>
                  </a:lnTo>
                  <a:lnTo>
                    <a:pt x="6717027" y="534512"/>
                  </a:lnTo>
                  <a:lnTo>
                    <a:pt x="6754882" y="482595"/>
                  </a:lnTo>
                  <a:lnTo>
                    <a:pt x="6786527" y="442361"/>
                  </a:lnTo>
                  <a:lnTo>
                    <a:pt x="6834787" y="386718"/>
                  </a:lnTo>
                  <a:lnTo>
                    <a:pt x="6884649" y="336582"/>
                  </a:lnTo>
                  <a:lnTo>
                    <a:pt x="6936866" y="291680"/>
                  </a:lnTo>
                  <a:lnTo>
                    <a:pt x="6992282" y="251545"/>
                  </a:lnTo>
                  <a:lnTo>
                    <a:pt x="7051756" y="215648"/>
                  </a:lnTo>
                  <a:lnTo>
                    <a:pt x="7116099" y="183474"/>
                  </a:lnTo>
                  <a:lnTo>
                    <a:pt x="7185981" y="154568"/>
                  </a:lnTo>
                  <a:lnTo>
                    <a:pt x="7261815" y="128557"/>
                  </a:lnTo>
                  <a:lnTo>
                    <a:pt x="7343603" y="105166"/>
                  </a:lnTo>
                  <a:lnTo>
                    <a:pt x="7430750" y="84215"/>
                  </a:lnTo>
                  <a:lnTo>
                    <a:pt x="7521877" y="65625"/>
                  </a:lnTo>
                  <a:lnTo>
                    <a:pt x="7614679" y="49393"/>
                  </a:lnTo>
                  <a:lnTo>
                    <a:pt x="7705922" y="35568"/>
                  </a:lnTo>
                  <a:lnTo>
                    <a:pt x="7791669" y="24201"/>
                  </a:lnTo>
                  <a:lnTo>
                    <a:pt x="7867778" y="15297"/>
                  </a:lnTo>
                  <a:lnTo>
                    <a:pt x="7930631" y="8757"/>
                  </a:lnTo>
                  <a:lnTo>
                    <a:pt x="7977902" y="4356"/>
                  </a:lnTo>
                  <a:lnTo>
                    <a:pt x="8009148" y="1739"/>
                  </a:lnTo>
                  <a:lnTo>
                    <a:pt x="8026022" y="463"/>
                  </a:lnTo>
                  <a:lnTo>
                    <a:pt x="8032148" y="42"/>
                  </a:lnTo>
                  <a:lnTo>
                    <a:pt x="8032819" y="0"/>
                  </a:lnTo>
                  <a:lnTo>
                    <a:pt x="8554953" y="0"/>
                  </a:lnTo>
                  <a:lnTo>
                    <a:pt x="8554953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442" name="pl442"/>
            <p:cNvSpPr/>
            <p:nvPr/>
          </p:nvSpPr>
          <p:spPr>
            <a:xfrm>
              <a:off x="386606" y="2156858"/>
              <a:ext cx="8554953" cy="2654170"/>
            </a:xfrm>
            <a:custGeom>
              <a:avLst/>
              <a:pathLst>
                <a:path w="8554953" h="2654170">
                  <a:moveTo>
                    <a:pt x="8554953" y="0"/>
                  </a:moveTo>
                  <a:lnTo>
                    <a:pt x="8032819" y="0"/>
                  </a:lnTo>
                  <a:lnTo>
                    <a:pt x="8031655" y="74"/>
                  </a:lnTo>
                  <a:lnTo>
                    <a:pt x="8024032" y="606"/>
                  </a:lnTo>
                  <a:lnTo>
                    <a:pt x="8004917" y="2077"/>
                  </a:lnTo>
                  <a:lnTo>
                    <a:pt x="7971003" y="4968"/>
                  </a:lnTo>
                  <a:lnTo>
                    <a:pt x="7920992" y="9711"/>
                  </a:lnTo>
                  <a:lnTo>
                    <a:pt x="7855674" y="16641"/>
                  </a:lnTo>
                  <a:lnTo>
                    <a:pt x="7777645" y="25961"/>
                  </a:lnTo>
                  <a:lnTo>
                    <a:pt x="7690668" y="37748"/>
                  </a:lnTo>
                  <a:lnTo>
                    <a:pt x="7598896" y="51987"/>
                  </a:lnTo>
                  <a:lnTo>
                    <a:pt x="7506175" y="68623"/>
                  </a:lnTo>
                  <a:lnTo>
                    <a:pt x="7415589" y="87613"/>
                  </a:lnTo>
                  <a:lnTo>
                    <a:pt x="7329280" y="108970"/>
                  </a:lnTo>
                  <a:lnTo>
                    <a:pt x="7248483" y="132793"/>
                  </a:lnTo>
                  <a:lnTo>
                    <a:pt x="7173676" y="159274"/>
                  </a:lnTo>
                  <a:lnTo>
                    <a:pt x="7104774" y="188707"/>
                  </a:lnTo>
                  <a:lnTo>
                    <a:pt x="7041312" y="221480"/>
                  </a:lnTo>
                  <a:lnTo>
                    <a:pt x="6982588" y="258061"/>
                  </a:lnTo>
                  <a:lnTo>
                    <a:pt x="6927778" y="298971"/>
                  </a:lnTo>
                  <a:lnTo>
                    <a:pt x="6876019" y="344734"/>
                  </a:lnTo>
                  <a:lnTo>
                    <a:pt x="6826479" y="395795"/>
                  </a:lnTo>
                  <a:lnTo>
                    <a:pt x="6786527" y="442361"/>
                  </a:lnTo>
                  <a:lnTo>
                    <a:pt x="6748356" y="491253"/>
                  </a:lnTo>
                  <a:lnTo>
                    <a:pt x="6710545" y="543806"/>
                  </a:lnTo>
                  <a:lnTo>
                    <a:pt x="6672857" y="600094"/>
                  </a:lnTo>
                  <a:lnTo>
                    <a:pt x="6635108" y="660129"/>
                  </a:lnTo>
                  <a:lnTo>
                    <a:pt x="6597161" y="723854"/>
                  </a:lnTo>
                  <a:lnTo>
                    <a:pt x="6558920" y="791134"/>
                  </a:lnTo>
                  <a:lnTo>
                    <a:pt x="6520330" y="861758"/>
                  </a:lnTo>
                  <a:lnTo>
                    <a:pt x="6481368" y="935431"/>
                  </a:lnTo>
                  <a:lnTo>
                    <a:pt x="6442045" y="1011780"/>
                  </a:lnTo>
                  <a:lnTo>
                    <a:pt x="6402400" y="1090360"/>
                  </a:lnTo>
                  <a:lnTo>
                    <a:pt x="6362493" y="1170660"/>
                  </a:lnTo>
                  <a:lnTo>
                    <a:pt x="6322405" y="1252118"/>
                  </a:lnTo>
                  <a:lnTo>
                    <a:pt x="6282228" y="1334138"/>
                  </a:lnTo>
                  <a:lnTo>
                    <a:pt x="6242060" y="1416104"/>
                  </a:lnTo>
                  <a:lnTo>
                    <a:pt x="6201997" y="1497405"/>
                  </a:lnTo>
                  <a:lnTo>
                    <a:pt x="6162130" y="1577448"/>
                  </a:lnTo>
                  <a:lnTo>
                    <a:pt x="6122536" y="1655679"/>
                  </a:lnTo>
                  <a:lnTo>
                    <a:pt x="6083273" y="1731599"/>
                  </a:lnTo>
                  <a:lnTo>
                    <a:pt x="6044375" y="1804772"/>
                  </a:lnTo>
                  <a:lnTo>
                    <a:pt x="6005847" y="1874840"/>
                  </a:lnTo>
                  <a:lnTo>
                    <a:pt x="5967662" y="1941523"/>
                  </a:lnTo>
                  <a:lnTo>
                    <a:pt x="5929757" y="2004621"/>
                  </a:lnTo>
                  <a:lnTo>
                    <a:pt x="5892030" y="2064014"/>
                  </a:lnTo>
                  <a:lnTo>
                    <a:pt x="5854335" y="2119658"/>
                  </a:lnTo>
                  <a:lnTo>
                    <a:pt x="5816480" y="2171575"/>
                  </a:lnTo>
                  <a:lnTo>
                    <a:pt x="5784835" y="2211808"/>
                  </a:lnTo>
                  <a:lnTo>
                    <a:pt x="5736575" y="2267452"/>
                  </a:lnTo>
                  <a:lnTo>
                    <a:pt x="5686713" y="2317588"/>
                  </a:lnTo>
                  <a:lnTo>
                    <a:pt x="5634496" y="2362490"/>
                  </a:lnTo>
                  <a:lnTo>
                    <a:pt x="5579080" y="2402625"/>
                  </a:lnTo>
                  <a:lnTo>
                    <a:pt x="5519606" y="2438522"/>
                  </a:lnTo>
                  <a:lnTo>
                    <a:pt x="5455263" y="2470695"/>
                  </a:lnTo>
                  <a:lnTo>
                    <a:pt x="5385381" y="2499601"/>
                  </a:lnTo>
                  <a:lnTo>
                    <a:pt x="5309547" y="2525612"/>
                  </a:lnTo>
                  <a:lnTo>
                    <a:pt x="5227759" y="2549004"/>
                  </a:lnTo>
                  <a:lnTo>
                    <a:pt x="5140612" y="2569954"/>
                  </a:lnTo>
                  <a:lnTo>
                    <a:pt x="5049485" y="2588544"/>
                  </a:lnTo>
                  <a:lnTo>
                    <a:pt x="4956683" y="2604776"/>
                  </a:lnTo>
                  <a:lnTo>
                    <a:pt x="4865440" y="2618602"/>
                  </a:lnTo>
                  <a:lnTo>
                    <a:pt x="4779693" y="2629968"/>
                  </a:lnTo>
                  <a:lnTo>
                    <a:pt x="4703584" y="2638873"/>
                  </a:lnTo>
                  <a:lnTo>
                    <a:pt x="4640731" y="2645412"/>
                  </a:lnTo>
                  <a:lnTo>
                    <a:pt x="4593460" y="2649814"/>
                  </a:lnTo>
                  <a:lnTo>
                    <a:pt x="4562214" y="2652430"/>
                  </a:lnTo>
                  <a:lnTo>
                    <a:pt x="4545340" y="2653707"/>
                  </a:lnTo>
                  <a:lnTo>
                    <a:pt x="4539214" y="2654127"/>
                  </a:lnTo>
                  <a:lnTo>
                    <a:pt x="4538543" y="2654170"/>
                  </a:lnTo>
                  <a:lnTo>
                    <a:pt x="4016409" y="2654170"/>
                  </a:lnTo>
                  <a:lnTo>
                    <a:pt x="4015210" y="2654108"/>
                  </a:lnTo>
                  <a:lnTo>
                    <a:pt x="4007363" y="2653667"/>
                  </a:lnTo>
                  <a:lnTo>
                    <a:pt x="3987706" y="2652447"/>
                  </a:lnTo>
                  <a:lnTo>
                    <a:pt x="3952881" y="2650051"/>
                  </a:lnTo>
                  <a:lnTo>
                    <a:pt x="3901626" y="2646121"/>
                  </a:lnTo>
                  <a:lnTo>
                    <a:pt x="3834851" y="2640386"/>
                  </a:lnTo>
                  <a:lnTo>
                    <a:pt x="3755313" y="2632684"/>
                  </a:lnTo>
                  <a:lnTo>
                    <a:pt x="3666944" y="2622955"/>
                  </a:lnTo>
                  <a:lnTo>
                    <a:pt x="3574019" y="2611218"/>
                  </a:lnTo>
                  <a:lnTo>
                    <a:pt x="3480448" y="2597518"/>
                  </a:lnTo>
                  <a:lnTo>
                    <a:pt x="3389320" y="2581887"/>
                  </a:lnTo>
                  <a:lnTo>
                    <a:pt x="3302738" y="2564309"/>
                  </a:lnTo>
                  <a:lnTo>
                    <a:pt x="3221876" y="2544692"/>
                  </a:lnTo>
                  <a:lnTo>
                    <a:pt x="3147142" y="2522866"/>
                  </a:lnTo>
                  <a:lnTo>
                    <a:pt x="3078386" y="2498577"/>
                  </a:lnTo>
                  <a:lnTo>
                    <a:pt x="3015083" y="2471493"/>
                  </a:lnTo>
                  <a:lnTo>
                    <a:pt x="2956484" y="2441216"/>
                  </a:lnTo>
                  <a:lnTo>
                    <a:pt x="2901728" y="2407312"/>
                  </a:lnTo>
                  <a:lnTo>
                    <a:pt x="2849926" y="2369351"/>
                  </a:lnTo>
                  <a:lnTo>
                    <a:pt x="2800234" y="2326988"/>
                  </a:lnTo>
                  <a:lnTo>
                    <a:pt x="2770117" y="2298398"/>
                  </a:lnTo>
                  <a:lnTo>
                    <a:pt x="2728877" y="2255767"/>
                  </a:lnTo>
                  <a:lnTo>
                    <a:pt x="2688033" y="2209689"/>
                  </a:lnTo>
                  <a:lnTo>
                    <a:pt x="2647295" y="2160096"/>
                  </a:lnTo>
                  <a:lnTo>
                    <a:pt x="2606443" y="2106990"/>
                  </a:lnTo>
                  <a:lnTo>
                    <a:pt x="2565319" y="2050450"/>
                  </a:lnTo>
                  <a:lnTo>
                    <a:pt x="2523821" y="1990642"/>
                  </a:lnTo>
                  <a:lnTo>
                    <a:pt x="2481897" y="1927818"/>
                  </a:lnTo>
                  <a:lnTo>
                    <a:pt x="2439542" y="1862320"/>
                  </a:lnTo>
                  <a:lnTo>
                    <a:pt x="2396792" y="1794571"/>
                  </a:lnTo>
                  <a:lnTo>
                    <a:pt x="2353716" y="1725071"/>
                  </a:lnTo>
                  <a:lnTo>
                    <a:pt x="2310408" y="1654379"/>
                  </a:lnTo>
                  <a:lnTo>
                    <a:pt x="2266984" y="1583097"/>
                  </a:lnTo>
                  <a:lnTo>
                    <a:pt x="2223567" y="1511848"/>
                  </a:lnTo>
                  <a:lnTo>
                    <a:pt x="2180278" y="1441254"/>
                  </a:lnTo>
                  <a:lnTo>
                    <a:pt x="2137232" y="1371913"/>
                  </a:lnTo>
                  <a:lnTo>
                    <a:pt x="2094521" y="1304379"/>
                  </a:lnTo>
                  <a:lnTo>
                    <a:pt x="2052211" y="1239143"/>
                  </a:lnTo>
                  <a:lnTo>
                    <a:pt x="2010333" y="1176622"/>
                  </a:lnTo>
                  <a:lnTo>
                    <a:pt x="1968877" y="1117148"/>
                  </a:lnTo>
                  <a:lnTo>
                    <a:pt x="1927787" y="1060964"/>
                  </a:lnTo>
                  <a:lnTo>
                    <a:pt x="1886956" y="1008225"/>
                  </a:lnTo>
                  <a:lnTo>
                    <a:pt x="1846218" y="959003"/>
                  </a:lnTo>
                  <a:lnTo>
                    <a:pt x="1805347" y="913292"/>
                  </a:lnTo>
                  <a:lnTo>
                    <a:pt x="1768425" y="875311"/>
                  </a:lnTo>
                  <a:lnTo>
                    <a:pt x="1719670" y="830129"/>
                  </a:lnTo>
                  <a:lnTo>
                    <a:pt x="1669271" y="789465"/>
                  </a:lnTo>
                  <a:lnTo>
                    <a:pt x="1616453" y="753089"/>
                  </a:lnTo>
                  <a:lnTo>
                    <a:pt x="1560345" y="720613"/>
                  </a:lnTo>
                  <a:lnTo>
                    <a:pt x="1500060" y="691596"/>
                  </a:lnTo>
                  <a:lnTo>
                    <a:pt x="1434769" y="665615"/>
                  </a:lnTo>
                  <a:lnTo>
                    <a:pt x="1363792" y="642295"/>
                  </a:lnTo>
                  <a:lnTo>
                    <a:pt x="1286727" y="621332"/>
                  </a:lnTo>
                  <a:lnTo>
                    <a:pt x="1203611" y="602504"/>
                  </a:lnTo>
                  <a:lnTo>
                    <a:pt x="1115121" y="585670"/>
                  </a:lnTo>
                  <a:lnTo>
                    <a:pt x="1022765" y="570770"/>
                  </a:lnTo>
                  <a:lnTo>
                    <a:pt x="929024" y="557808"/>
                  </a:lnTo>
                  <a:lnTo>
                    <a:pt x="837333" y="546828"/>
                  </a:lnTo>
                  <a:lnTo>
                    <a:pt x="751810" y="537868"/>
                  </a:lnTo>
                  <a:lnTo>
                    <a:pt x="676693" y="530924"/>
                  </a:lnTo>
                  <a:lnTo>
                    <a:pt x="615565" y="525899"/>
                  </a:lnTo>
                  <a:lnTo>
                    <a:pt x="570546" y="522587"/>
                  </a:lnTo>
                  <a:lnTo>
                    <a:pt x="541738" y="520682"/>
                  </a:lnTo>
                  <a:lnTo>
                    <a:pt x="527057" y="519805"/>
                  </a:lnTo>
                  <a:lnTo>
                    <a:pt x="522426" y="519554"/>
                  </a:lnTo>
                  <a:lnTo>
                    <a:pt x="522133" y="519539"/>
                  </a:lnTo>
                  <a:lnTo>
                    <a:pt x="0" y="519539"/>
                  </a:lnTo>
                  <a:lnTo>
                    <a:pt x="0" y="519539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443" name="pg443"/>
            <p:cNvSpPr/>
            <p:nvPr/>
          </p:nvSpPr>
          <p:spPr>
            <a:xfrm>
              <a:off x="386606" y="2642515"/>
              <a:ext cx="8554953" cy="2179808"/>
            </a:xfrm>
            <a:custGeom>
              <a:avLst/>
              <a:pathLst>
                <a:path w="8554953" h="2179808">
                  <a:moveTo>
                    <a:pt x="0" y="45177"/>
                  </a:moveTo>
                  <a:lnTo>
                    <a:pt x="522133" y="45177"/>
                  </a:lnTo>
                  <a:lnTo>
                    <a:pt x="523332" y="45239"/>
                  </a:lnTo>
                  <a:lnTo>
                    <a:pt x="531179" y="45680"/>
                  </a:lnTo>
                  <a:lnTo>
                    <a:pt x="550836" y="46899"/>
                  </a:lnTo>
                  <a:lnTo>
                    <a:pt x="585661" y="49296"/>
                  </a:lnTo>
                  <a:lnTo>
                    <a:pt x="636916" y="53226"/>
                  </a:lnTo>
                  <a:lnTo>
                    <a:pt x="703692" y="58960"/>
                  </a:lnTo>
                  <a:lnTo>
                    <a:pt x="783229" y="66663"/>
                  </a:lnTo>
                  <a:lnTo>
                    <a:pt x="871598" y="76392"/>
                  </a:lnTo>
                  <a:lnTo>
                    <a:pt x="964523" y="88129"/>
                  </a:lnTo>
                  <a:lnTo>
                    <a:pt x="1058094" y="101829"/>
                  </a:lnTo>
                  <a:lnTo>
                    <a:pt x="1149223" y="117459"/>
                  </a:lnTo>
                  <a:lnTo>
                    <a:pt x="1235804" y="135038"/>
                  </a:lnTo>
                  <a:lnTo>
                    <a:pt x="1316667" y="154655"/>
                  </a:lnTo>
                  <a:lnTo>
                    <a:pt x="1391400" y="176480"/>
                  </a:lnTo>
                  <a:lnTo>
                    <a:pt x="1460157" y="200769"/>
                  </a:lnTo>
                  <a:lnTo>
                    <a:pt x="1523460" y="227854"/>
                  </a:lnTo>
                  <a:lnTo>
                    <a:pt x="1582058" y="258130"/>
                  </a:lnTo>
                  <a:lnTo>
                    <a:pt x="1636814" y="292034"/>
                  </a:lnTo>
                  <a:lnTo>
                    <a:pt x="1688616" y="329995"/>
                  </a:lnTo>
                  <a:lnTo>
                    <a:pt x="1738308" y="372359"/>
                  </a:lnTo>
                  <a:lnTo>
                    <a:pt x="1768425" y="400949"/>
                  </a:lnTo>
                  <a:lnTo>
                    <a:pt x="1809665" y="443579"/>
                  </a:lnTo>
                  <a:lnTo>
                    <a:pt x="1850509" y="489657"/>
                  </a:lnTo>
                  <a:lnTo>
                    <a:pt x="1891247" y="539251"/>
                  </a:lnTo>
                  <a:lnTo>
                    <a:pt x="1932099" y="592357"/>
                  </a:lnTo>
                  <a:lnTo>
                    <a:pt x="1973223" y="648896"/>
                  </a:lnTo>
                  <a:lnTo>
                    <a:pt x="2014722" y="708705"/>
                  </a:lnTo>
                  <a:lnTo>
                    <a:pt x="2056645" y="771528"/>
                  </a:lnTo>
                  <a:lnTo>
                    <a:pt x="2099000" y="837027"/>
                  </a:lnTo>
                  <a:lnTo>
                    <a:pt x="2141750" y="904776"/>
                  </a:lnTo>
                  <a:lnTo>
                    <a:pt x="2184827" y="974276"/>
                  </a:lnTo>
                  <a:lnTo>
                    <a:pt x="2228134" y="1044968"/>
                  </a:lnTo>
                  <a:lnTo>
                    <a:pt x="2271558" y="1116250"/>
                  </a:lnTo>
                  <a:lnTo>
                    <a:pt x="2314976" y="1187498"/>
                  </a:lnTo>
                  <a:lnTo>
                    <a:pt x="2358264" y="1258093"/>
                  </a:lnTo>
                  <a:lnTo>
                    <a:pt x="2401310" y="1327434"/>
                  </a:lnTo>
                  <a:lnTo>
                    <a:pt x="2444021" y="1394968"/>
                  </a:lnTo>
                  <a:lnTo>
                    <a:pt x="2486332" y="1460203"/>
                  </a:lnTo>
                  <a:lnTo>
                    <a:pt x="2528209" y="1522724"/>
                  </a:lnTo>
                  <a:lnTo>
                    <a:pt x="2569665" y="1582199"/>
                  </a:lnTo>
                  <a:lnTo>
                    <a:pt x="2610755" y="1638383"/>
                  </a:lnTo>
                  <a:lnTo>
                    <a:pt x="2651587" y="1691122"/>
                  </a:lnTo>
                  <a:lnTo>
                    <a:pt x="2692324" y="1740344"/>
                  </a:lnTo>
                  <a:lnTo>
                    <a:pt x="2733195" y="1786054"/>
                  </a:lnTo>
                  <a:lnTo>
                    <a:pt x="2770117" y="1824036"/>
                  </a:lnTo>
                  <a:lnTo>
                    <a:pt x="2818873" y="1869218"/>
                  </a:lnTo>
                  <a:lnTo>
                    <a:pt x="2869271" y="1909882"/>
                  </a:lnTo>
                  <a:lnTo>
                    <a:pt x="2922089" y="1946257"/>
                  </a:lnTo>
                  <a:lnTo>
                    <a:pt x="2978197" y="1978734"/>
                  </a:lnTo>
                  <a:lnTo>
                    <a:pt x="3038482" y="2007751"/>
                  </a:lnTo>
                  <a:lnTo>
                    <a:pt x="3103773" y="2033732"/>
                  </a:lnTo>
                  <a:lnTo>
                    <a:pt x="3174750" y="2057052"/>
                  </a:lnTo>
                  <a:lnTo>
                    <a:pt x="3251815" y="2078015"/>
                  </a:lnTo>
                  <a:lnTo>
                    <a:pt x="3334931" y="2096843"/>
                  </a:lnTo>
                  <a:lnTo>
                    <a:pt x="3423422" y="2113677"/>
                  </a:lnTo>
                  <a:lnTo>
                    <a:pt x="3515778" y="2128577"/>
                  </a:lnTo>
                  <a:lnTo>
                    <a:pt x="3609518" y="2141538"/>
                  </a:lnTo>
                  <a:lnTo>
                    <a:pt x="3701209" y="2152519"/>
                  </a:lnTo>
                  <a:lnTo>
                    <a:pt x="3786733" y="2161479"/>
                  </a:lnTo>
                  <a:lnTo>
                    <a:pt x="3861849" y="2168423"/>
                  </a:lnTo>
                  <a:lnTo>
                    <a:pt x="3922977" y="2173448"/>
                  </a:lnTo>
                  <a:lnTo>
                    <a:pt x="3967996" y="2176759"/>
                  </a:lnTo>
                  <a:lnTo>
                    <a:pt x="3996804" y="2178665"/>
                  </a:lnTo>
                  <a:lnTo>
                    <a:pt x="4011485" y="2179542"/>
                  </a:lnTo>
                  <a:lnTo>
                    <a:pt x="4016116" y="2179793"/>
                  </a:lnTo>
                  <a:lnTo>
                    <a:pt x="4016409" y="2179808"/>
                  </a:lnTo>
                  <a:lnTo>
                    <a:pt x="4538543" y="2179808"/>
                  </a:lnTo>
                  <a:lnTo>
                    <a:pt x="4539739" y="2179745"/>
                  </a:lnTo>
                  <a:lnTo>
                    <a:pt x="4547571" y="2179296"/>
                  </a:lnTo>
                  <a:lnTo>
                    <a:pt x="4567190" y="2178057"/>
                  </a:lnTo>
                  <a:lnTo>
                    <a:pt x="4601950" y="2175621"/>
                  </a:lnTo>
                  <a:lnTo>
                    <a:pt x="4653118" y="2171627"/>
                  </a:lnTo>
                  <a:lnTo>
                    <a:pt x="4719791" y="2165797"/>
                  </a:lnTo>
                  <a:lnTo>
                    <a:pt x="4799222" y="2157967"/>
                  </a:lnTo>
                  <a:lnTo>
                    <a:pt x="4887495" y="2148076"/>
                  </a:lnTo>
                  <a:lnTo>
                    <a:pt x="4980339" y="2136142"/>
                  </a:lnTo>
                  <a:lnTo>
                    <a:pt x="5073852" y="2122211"/>
                  </a:lnTo>
                  <a:lnTo>
                    <a:pt x="5164943" y="2106317"/>
                  </a:lnTo>
                  <a:lnTo>
                    <a:pt x="5251507" y="2088442"/>
                  </a:lnTo>
                  <a:lnTo>
                    <a:pt x="5332365" y="2068495"/>
                  </a:lnTo>
                  <a:lnTo>
                    <a:pt x="5407105" y="2046303"/>
                  </a:lnTo>
                  <a:lnTo>
                    <a:pt x="5475871" y="2021609"/>
                  </a:lnTo>
                  <a:lnTo>
                    <a:pt x="5539185" y="1994075"/>
                  </a:lnTo>
                  <a:lnTo>
                    <a:pt x="5597793" y="1963300"/>
                  </a:lnTo>
                  <a:lnTo>
                    <a:pt x="5652552" y="1928840"/>
                  </a:lnTo>
                  <a:lnTo>
                    <a:pt x="5704350" y="1890260"/>
                  </a:lnTo>
                  <a:lnTo>
                    <a:pt x="5754030" y="1847206"/>
                  </a:lnTo>
                  <a:lnTo>
                    <a:pt x="5784835" y="1817447"/>
                  </a:lnTo>
                  <a:lnTo>
                    <a:pt x="5825823" y="1774305"/>
                  </a:lnTo>
                  <a:lnTo>
                    <a:pt x="5866418" y="1727695"/>
                  </a:lnTo>
                  <a:lnTo>
                    <a:pt x="5906904" y="1677549"/>
                  </a:lnTo>
                  <a:lnTo>
                    <a:pt x="5947501" y="1623868"/>
                  </a:lnTo>
                  <a:lnTo>
                    <a:pt x="5988363" y="1566730"/>
                  </a:lnTo>
                  <a:lnTo>
                    <a:pt x="6029592" y="1506298"/>
                  </a:lnTo>
                  <a:lnTo>
                    <a:pt x="6071241" y="1442820"/>
                  </a:lnTo>
                  <a:lnTo>
                    <a:pt x="6113315" y="1376635"/>
                  </a:lnTo>
                  <a:lnTo>
                    <a:pt x="6155783" y="1308163"/>
                  </a:lnTo>
                  <a:lnTo>
                    <a:pt x="6198578" y="1237900"/>
                  </a:lnTo>
                  <a:lnTo>
                    <a:pt x="6241608" y="1166401"/>
                  </a:lnTo>
                  <a:lnTo>
                    <a:pt x="6284760" y="1094268"/>
                  </a:lnTo>
                  <a:lnTo>
                    <a:pt x="6327916" y="1022120"/>
                  </a:lnTo>
                  <a:lnTo>
                    <a:pt x="6370953" y="950582"/>
                  </a:lnTo>
                  <a:lnTo>
                    <a:pt x="6413760" y="880255"/>
                  </a:lnTo>
                  <a:lnTo>
                    <a:pt x="6456243" y="811696"/>
                  </a:lnTo>
                  <a:lnTo>
                    <a:pt x="6498336" y="745404"/>
                  </a:lnTo>
                  <a:lnTo>
                    <a:pt x="6540002" y="681803"/>
                  </a:lnTo>
                  <a:lnTo>
                    <a:pt x="6581249" y="621235"/>
                  </a:lnTo>
                  <a:lnTo>
                    <a:pt x="6622125" y="563953"/>
                  </a:lnTo>
                  <a:lnTo>
                    <a:pt x="6662730" y="510122"/>
                  </a:lnTo>
                  <a:lnTo>
                    <a:pt x="6703217" y="459825"/>
                  </a:lnTo>
                  <a:lnTo>
                    <a:pt x="6743802" y="413065"/>
                  </a:lnTo>
                  <a:lnTo>
                    <a:pt x="6784767" y="369777"/>
                  </a:lnTo>
                  <a:lnTo>
                    <a:pt x="6786527" y="368007"/>
                  </a:lnTo>
                  <a:lnTo>
                    <a:pt x="6835248" y="322019"/>
                  </a:lnTo>
                  <a:lnTo>
                    <a:pt x="6885608" y="280626"/>
                  </a:lnTo>
                  <a:lnTo>
                    <a:pt x="6938384" y="243596"/>
                  </a:lnTo>
                  <a:lnTo>
                    <a:pt x="6994444" y="210532"/>
                  </a:lnTo>
                  <a:lnTo>
                    <a:pt x="7054672" y="180988"/>
                  </a:lnTo>
                  <a:lnTo>
                    <a:pt x="7119896" y="154533"/>
                  </a:lnTo>
                  <a:lnTo>
                    <a:pt x="7190796" y="130786"/>
                  </a:lnTo>
                  <a:lnTo>
                    <a:pt x="7267775" y="109438"/>
                  </a:lnTo>
                  <a:lnTo>
                    <a:pt x="7350797" y="90262"/>
                  </a:lnTo>
                  <a:lnTo>
                    <a:pt x="7439194" y="73115"/>
                  </a:lnTo>
                  <a:lnTo>
                    <a:pt x="7531464" y="57936"/>
                  </a:lnTo>
                  <a:lnTo>
                    <a:pt x="7625140" y="44727"/>
                  </a:lnTo>
                  <a:lnTo>
                    <a:pt x="7716802" y="33533"/>
                  </a:lnTo>
                  <a:lnTo>
                    <a:pt x="7802345" y="24395"/>
                  </a:lnTo>
                  <a:lnTo>
                    <a:pt x="7877535" y="17306"/>
                  </a:lnTo>
                  <a:lnTo>
                    <a:pt x="7938787" y="12171"/>
                  </a:lnTo>
                  <a:lnTo>
                    <a:pt x="7983966" y="8782"/>
                  </a:lnTo>
                  <a:lnTo>
                    <a:pt x="8012945" y="6828"/>
                  </a:lnTo>
                  <a:lnTo>
                    <a:pt x="8027776" y="5924"/>
                  </a:lnTo>
                  <a:lnTo>
                    <a:pt x="8032506" y="5663"/>
                  </a:lnTo>
                  <a:lnTo>
                    <a:pt x="8032819" y="5647"/>
                  </a:lnTo>
                  <a:lnTo>
                    <a:pt x="8554953" y="5647"/>
                  </a:lnTo>
                  <a:lnTo>
                    <a:pt x="8554953" y="0"/>
                  </a:lnTo>
                  <a:lnTo>
                    <a:pt x="8032819" y="0"/>
                  </a:lnTo>
                  <a:lnTo>
                    <a:pt x="8031623" y="62"/>
                  </a:lnTo>
                  <a:lnTo>
                    <a:pt x="8023791" y="511"/>
                  </a:lnTo>
                  <a:lnTo>
                    <a:pt x="8004172" y="1750"/>
                  </a:lnTo>
                  <a:lnTo>
                    <a:pt x="7969412" y="4186"/>
                  </a:lnTo>
                  <a:lnTo>
                    <a:pt x="7918244" y="8180"/>
                  </a:lnTo>
                  <a:lnTo>
                    <a:pt x="7851571" y="14010"/>
                  </a:lnTo>
                  <a:lnTo>
                    <a:pt x="7772140" y="21840"/>
                  </a:lnTo>
                  <a:lnTo>
                    <a:pt x="7683867" y="31731"/>
                  </a:lnTo>
                  <a:lnTo>
                    <a:pt x="7591023" y="43665"/>
                  </a:lnTo>
                  <a:lnTo>
                    <a:pt x="7497510" y="57596"/>
                  </a:lnTo>
                  <a:lnTo>
                    <a:pt x="7406419" y="73490"/>
                  </a:lnTo>
                  <a:lnTo>
                    <a:pt x="7319855" y="91365"/>
                  </a:lnTo>
                  <a:lnTo>
                    <a:pt x="7238997" y="111312"/>
                  </a:lnTo>
                  <a:lnTo>
                    <a:pt x="7164257" y="133504"/>
                  </a:lnTo>
                  <a:lnTo>
                    <a:pt x="7095491" y="158198"/>
                  </a:lnTo>
                  <a:lnTo>
                    <a:pt x="7032177" y="185732"/>
                  </a:lnTo>
                  <a:lnTo>
                    <a:pt x="6973569" y="216507"/>
                  </a:lnTo>
                  <a:lnTo>
                    <a:pt x="6918810" y="250967"/>
                  </a:lnTo>
                  <a:lnTo>
                    <a:pt x="6867012" y="289547"/>
                  </a:lnTo>
                  <a:lnTo>
                    <a:pt x="6817332" y="332601"/>
                  </a:lnTo>
                  <a:lnTo>
                    <a:pt x="6786527" y="362360"/>
                  </a:lnTo>
                  <a:lnTo>
                    <a:pt x="6745539" y="405502"/>
                  </a:lnTo>
                  <a:lnTo>
                    <a:pt x="6704944" y="452112"/>
                  </a:lnTo>
                  <a:lnTo>
                    <a:pt x="6664457" y="502258"/>
                  </a:lnTo>
                  <a:lnTo>
                    <a:pt x="6623861" y="555939"/>
                  </a:lnTo>
                  <a:lnTo>
                    <a:pt x="6582999" y="613077"/>
                  </a:lnTo>
                  <a:lnTo>
                    <a:pt x="6541770" y="673509"/>
                  </a:lnTo>
                  <a:lnTo>
                    <a:pt x="6500121" y="736987"/>
                  </a:lnTo>
                  <a:lnTo>
                    <a:pt x="6458047" y="803172"/>
                  </a:lnTo>
                  <a:lnTo>
                    <a:pt x="6415579" y="871644"/>
                  </a:lnTo>
                  <a:lnTo>
                    <a:pt x="6372784" y="941907"/>
                  </a:lnTo>
                  <a:lnTo>
                    <a:pt x="6329754" y="1013406"/>
                  </a:lnTo>
                  <a:lnTo>
                    <a:pt x="6286602" y="1085539"/>
                  </a:lnTo>
                  <a:lnTo>
                    <a:pt x="6243446" y="1157687"/>
                  </a:lnTo>
                  <a:lnTo>
                    <a:pt x="6200409" y="1229225"/>
                  </a:lnTo>
                  <a:lnTo>
                    <a:pt x="6157602" y="1299552"/>
                  </a:lnTo>
                  <a:lnTo>
                    <a:pt x="6115119" y="1368111"/>
                  </a:lnTo>
                  <a:lnTo>
                    <a:pt x="6073026" y="1434403"/>
                  </a:lnTo>
                  <a:lnTo>
                    <a:pt x="6031359" y="1498004"/>
                  </a:lnTo>
                  <a:lnTo>
                    <a:pt x="5990113" y="1558572"/>
                  </a:lnTo>
                  <a:lnTo>
                    <a:pt x="5949237" y="1615854"/>
                  </a:lnTo>
                  <a:lnTo>
                    <a:pt x="5908632" y="1669685"/>
                  </a:lnTo>
                  <a:lnTo>
                    <a:pt x="5868145" y="1719982"/>
                  </a:lnTo>
                  <a:lnTo>
                    <a:pt x="5827560" y="1766742"/>
                  </a:lnTo>
                  <a:lnTo>
                    <a:pt x="5786595" y="1810030"/>
                  </a:lnTo>
                  <a:lnTo>
                    <a:pt x="5784835" y="1811800"/>
                  </a:lnTo>
                  <a:lnTo>
                    <a:pt x="5736114" y="1857788"/>
                  </a:lnTo>
                  <a:lnTo>
                    <a:pt x="5685754" y="1899181"/>
                  </a:lnTo>
                  <a:lnTo>
                    <a:pt x="5632977" y="1936211"/>
                  </a:lnTo>
                  <a:lnTo>
                    <a:pt x="5576918" y="1969275"/>
                  </a:lnTo>
                  <a:lnTo>
                    <a:pt x="5516690" y="1998819"/>
                  </a:lnTo>
                  <a:lnTo>
                    <a:pt x="5451466" y="2025274"/>
                  </a:lnTo>
                  <a:lnTo>
                    <a:pt x="5380566" y="2049021"/>
                  </a:lnTo>
                  <a:lnTo>
                    <a:pt x="5303587" y="2070369"/>
                  </a:lnTo>
                  <a:lnTo>
                    <a:pt x="5220565" y="2089545"/>
                  </a:lnTo>
                  <a:lnTo>
                    <a:pt x="5132168" y="2106692"/>
                  </a:lnTo>
                  <a:lnTo>
                    <a:pt x="5039898" y="2121871"/>
                  </a:lnTo>
                  <a:lnTo>
                    <a:pt x="4946222" y="2135080"/>
                  </a:lnTo>
                  <a:lnTo>
                    <a:pt x="4854560" y="2146274"/>
                  </a:lnTo>
                  <a:lnTo>
                    <a:pt x="4769017" y="2155412"/>
                  </a:lnTo>
                  <a:lnTo>
                    <a:pt x="4693827" y="2162501"/>
                  </a:lnTo>
                  <a:lnTo>
                    <a:pt x="4632575" y="2167636"/>
                  </a:lnTo>
                  <a:lnTo>
                    <a:pt x="4587396" y="2171025"/>
                  </a:lnTo>
                  <a:lnTo>
                    <a:pt x="4558417" y="2172979"/>
                  </a:lnTo>
                  <a:lnTo>
                    <a:pt x="4543586" y="2173883"/>
                  </a:lnTo>
                  <a:lnTo>
                    <a:pt x="4538856" y="2174144"/>
                  </a:lnTo>
                  <a:lnTo>
                    <a:pt x="4538543" y="2174160"/>
                  </a:lnTo>
                  <a:lnTo>
                    <a:pt x="4016409" y="2174160"/>
                  </a:lnTo>
                  <a:lnTo>
                    <a:pt x="4015210" y="2174099"/>
                  </a:lnTo>
                  <a:lnTo>
                    <a:pt x="4007363" y="2173657"/>
                  </a:lnTo>
                  <a:lnTo>
                    <a:pt x="3987706" y="2172438"/>
                  </a:lnTo>
                  <a:lnTo>
                    <a:pt x="3952881" y="2170041"/>
                  </a:lnTo>
                  <a:lnTo>
                    <a:pt x="3901626" y="2166111"/>
                  </a:lnTo>
                  <a:lnTo>
                    <a:pt x="3834851" y="2160377"/>
                  </a:lnTo>
                  <a:lnTo>
                    <a:pt x="3755313" y="2152674"/>
                  </a:lnTo>
                  <a:lnTo>
                    <a:pt x="3666944" y="2142946"/>
                  </a:lnTo>
                  <a:lnTo>
                    <a:pt x="3574019" y="2131208"/>
                  </a:lnTo>
                  <a:lnTo>
                    <a:pt x="3480448" y="2117508"/>
                  </a:lnTo>
                  <a:lnTo>
                    <a:pt x="3389320" y="2101878"/>
                  </a:lnTo>
                  <a:lnTo>
                    <a:pt x="3302738" y="2084299"/>
                  </a:lnTo>
                  <a:lnTo>
                    <a:pt x="3221876" y="2064683"/>
                  </a:lnTo>
                  <a:lnTo>
                    <a:pt x="3147142" y="2042857"/>
                  </a:lnTo>
                  <a:lnTo>
                    <a:pt x="3078386" y="2018568"/>
                  </a:lnTo>
                  <a:lnTo>
                    <a:pt x="3015083" y="1991483"/>
                  </a:lnTo>
                  <a:lnTo>
                    <a:pt x="2956484" y="1961207"/>
                  </a:lnTo>
                  <a:lnTo>
                    <a:pt x="2901728" y="1927303"/>
                  </a:lnTo>
                  <a:lnTo>
                    <a:pt x="2849926" y="1889342"/>
                  </a:lnTo>
                  <a:lnTo>
                    <a:pt x="2800234" y="1846979"/>
                  </a:lnTo>
                  <a:lnTo>
                    <a:pt x="2770117" y="1818389"/>
                  </a:lnTo>
                  <a:lnTo>
                    <a:pt x="2728877" y="1775758"/>
                  </a:lnTo>
                  <a:lnTo>
                    <a:pt x="2688033" y="1729680"/>
                  </a:lnTo>
                  <a:lnTo>
                    <a:pt x="2647295" y="1680087"/>
                  </a:lnTo>
                  <a:lnTo>
                    <a:pt x="2606443" y="1626980"/>
                  </a:lnTo>
                  <a:lnTo>
                    <a:pt x="2565319" y="1570441"/>
                  </a:lnTo>
                  <a:lnTo>
                    <a:pt x="2523821" y="1510633"/>
                  </a:lnTo>
                  <a:lnTo>
                    <a:pt x="2481897" y="1447809"/>
                  </a:lnTo>
                  <a:lnTo>
                    <a:pt x="2439542" y="1382310"/>
                  </a:lnTo>
                  <a:lnTo>
                    <a:pt x="2396792" y="1314561"/>
                  </a:lnTo>
                  <a:lnTo>
                    <a:pt x="2353716" y="1245061"/>
                  </a:lnTo>
                  <a:lnTo>
                    <a:pt x="2310408" y="1174370"/>
                  </a:lnTo>
                  <a:lnTo>
                    <a:pt x="2266984" y="1103088"/>
                  </a:lnTo>
                  <a:lnTo>
                    <a:pt x="2223567" y="1031839"/>
                  </a:lnTo>
                  <a:lnTo>
                    <a:pt x="2180278" y="961245"/>
                  </a:lnTo>
                  <a:lnTo>
                    <a:pt x="2137232" y="891904"/>
                  </a:lnTo>
                  <a:lnTo>
                    <a:pt x="2094521" y="824369"/>
                  </a:lnTo>
                  <a:lnTo>
                    <a:pt x="2052211" y="759134"/>
                  </a:lnTo>
                  <a:lnTo>
                    <a:pt x="2010333" y="696613"/>
                  </a:lnTo>
                  <a:lnTo>
                    <a:pt x="1968877" y="637139"/>
                  </a:lnTo>
                  <a:lnTo>
                    <a:pt x="1927787" y="580954"/>
                  </a:lnTo>
                  <a:lnTo>
                    <a:pt x="1886956" y="528216"/>
                  </a:lnTo>
                  <a:lnTo>
                    <a:pt x="1846218" y="478994"/>
                  </a:lnTo>
                  <a:lnTo>
                    <a:pt x="1805347" y="433283"/>
                  </a:lnTo>
                  <a:lnTo>
                    <a:pt x="1768425" y="395301"/>
                  </a:lnTo>
                  <a:lnTo>
                    <a:pt x="1719670" y="350119"/>
                  </a:lnTo>
                  <a:lnTo>
                    <a:pt x="1669271" y="309455"/>
                  </a:lnTo>
                  <a:lnTo>
                    <a:pt x="1616453" y="273080"/>
                  </a:lnTo>
                  <a:lnTo>
                    <a:pt x="1560345" y="240603"/>
                  </a:lnTo>
                  <a:lnTo>
                    <a:pt x="1500060" y="211587"/>
                  </a:lnTo>
                  <a:lnTo>
                    <a:pt x="1434769" y="185605"/>
                  </a:lnTo>
                  <a:lnTo>
                    <a:pt x="1363792" y="162285"/>
                  </a:lnTo>
                  <a:lnTo>
                    <a:pt x="1286727" y="141322"/>
                  </a:lnTo>
                  <a:lnTo>
                    <a:pt x="1203611" y="122494"/>
                  </a:lnTo>
                  <a:lnTo>
                    <a:pt x="1115121" y="105660"/>
                  </a:lnTo>
                  <a:lnTo>
                    <a:pt x="1022765" y="90760"/>
                  </a:lnTo>
                  <a:lnTo>
                    <a:pt x="929024" y="77799"/>
                  </a:lnTo>
                  <a:lnTo>
                    <a:pt x="837333" y="66818"/>
                  </a:lnTo>
                  <a:lnTo>
                    <a:pt x="751810" y="57859"/>
                  </a:lnTo>
                  <a:lnTo>
                    <a:pt x="676693" y="50914"/>
                  </a:lnTo>
                  <a:lnTo>
                    <a:pt x="615565" y="45889"/>
                  </a:lnTo>
                  <a:lnTo>
                    <a:pt x="570546" y="42578"/>
                  </a:lnTo>
                  <a:lnTo>
                    <a:pt x="541738" y="40673"/>
                  </a:lnTo>
                  <a:lnTo>
                    <a:pt x="527057" y="39796"/>
                  </a:lnTo>
                  <a:lnTo>
                    <a:pt x="522426" y="39544"/>
                  </a:lnTo>
                  <a:lnTo>
                    <a:pt x="522133" y="39530"/>
                  </a:lnTo>
                  <a:lnTo>
                    <a:pt x="0" y="39530"/>
                  </a:lnTo>
                  <a:close/>
                </a:path>
              </a:pathLst>
            </a:custGeom>
            <a:solidFill>
              <a:srgbClr val="8FA8D6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444" name="pl444"/>
            <p:cNvSpPr/>
            <p:nvPr/>
          </p:nvSpPr>
          <p:spPr>
            <a:xfrm>
              <a:off x="386606" y="2648162"/>
              <a:ext cx="8554953" cy="2174160"/>
            </a:xfrm>
            <a:custGeom>
              <a:avLst/>
              <a:pathLst>
                <a:path w="8554953" h="2174160">
                  <a:moveTo>
                    <a:pt x="0" y="39530"/>
                  </a:moveTo>
                  <a:lnTo>
                    <a:pt x="522133" y="39530"/>
                  </a:lnTo>
                  <a:lnTo>
                    <a:pt x="523332" y="39591"/>
                  </a:lnTo>
                  <a:lnTo>
                    <a:pt x="531179" y="40033"/>
                  </a:lnTo>
                  <a:lnTo>
                    <a:pt x="550836" y="41252"/>
                  </a:lnTo>
                  <a:lnTo>
                    <a:pt x="585661" y="43649"/>
                  </a:lnTo>
                  <a:lnTo>
                    <a:pt x="636916" y="47579"/>
                  </a:lnTo>
                  <a:lnTo>
                    <a:pt x="703692" y="53313"/>
                  </a:lnTo>
                  <a:lnTo>
                    <a:pt x="783229" y="61016"/>
                  </a:lnTo>
                  <a:lnTo>
                    <a:pt x="871598" y="70744"/>
                  </a:lnTo>
                  <a:lnTo>
                    <a:pt x="964523" y="82482"/>
                  </a:lnTo>
                  <a:lnTo>
                    <a:pt x="1058094" y="96182"/>
                  </a:lnTo>
                  <a:lnTo>
                    <a:pt x="1149223" y="111812"/>
                  </a:lnTo>
                  <a:lnTo>
                    <a:pt x="1235804" y="129391"/>
                  </a:lnTo>
                  <a:lnTo>
                    <a:pt x="1316667" y="149008"/>
                  </a:lnTo>
                  <a:lnTo>
                    <a:pt x="1391400" y="170833"/>
                  </a:lnTo>
                  <a:lnTo>
                    <a:pt x="1460157" y="195122"/>
                  </a:lnTo>
                  <a:lnTo>
                    <a:pt x="1523460" y="222207"/>
                  </a:lnTo>
                  <a:lnTo>
                    <a:pt x="1582058" y="252483"/>
                  </a:lnTo>
                  <a:lnTo>
                    <a:pt x="1636814" y="286387"/>
                  </a:lnTo>
                  <a:lnTo>
                    <a:pt x="1688616" y="324348"/>
                  </a:lnTo>
                  <a:lnTo>
                    <a:pt x="1738308" y="366711"/>
                  </a:lnTo>
                  <a:lnTo>
                    <a:pt x="1768425" y="395301"/>
                  </a:lnTo>
                  <a:lnTo>
                    <a:pt x="1809665" y="437932"/>
                  </a:lnTo>
                  <a:lnTo>
                    <a:pt x="1850509" y="484010"/>
                  </a:lnTo>
                  <a:lnTo>
                    <a:pt x="1891247" y="533603"/>
                  </a:lnTo>
                  <a:lnTo>
                    <a:pt x="1932099" y="586710"/>
                  </a:lnTo>
                  <a:lnTo>
                    <a:pt x="1973223" y="643249"/>
                  </a:lnTo>
                  <a:lnTo>
                    <a:pt x="2014722" y="703057"/>
                  </a:lnTo>
                  <a:lnTo>
                    <a:pt x="2056645" y="765881"/>
                  </a:lnTo>
                  <a:lnTo>
                    <a:pt x="2099000" y="831380"/>
                  </a:lnTo>
                  <a:lnTo>
                    <a:pt x="2141750" y="899129"/>
                  </a:lnTo>
                  <a:lnTo>
                    <a:pt x="2184827" y="968629"/>
                  </a:lnTo>
                  <a:lnTo>
                    <a:pt x="2228134" y="1039320"/>
                  </a:lnTo>
                  <a:lnTo>
                    <a:pt x="2271558" y="1110602"/>
                  </a:lnTo>
                  <a:lnTo>
                    <a:pt x="2314976" y="1181851"/>
                  </a:lnTo>
                  <a:lnTo>
                    <a:pt x="2358264" y="1252445"/>
                  </a:lnTo>
                  <a:lnTo>
                    <a:pt x="2401310" y="1321786"/>
                  </a:lnTo>
                  <a:lnTo>
                    <a:pt x="2444021" y="1389321"/>
                  </a:lnTo>
                  <a:lnTo>
                    <a:pt x="2486332" y="1454556"/>
                  </a:lnTo>
                  <a:lnTo>
                    <a:pt x="2528209" y="1517077"/>
                  </a:lnTo>
                  <a:lnTo>
                    <a:pt x="2569665" y="1576551"/>
                  </a:lnTo>
                  <a:lnTo>
                    <a:pt x="2610755" y="1632736"/>
                  </a:lnTo>
                  <a:lnTo>
                    <a:pt x="2651587" y="1685475"/>
                  </a:lnTo>
                  <a:lnTo>
                    <a:pt x="2692324" y="1734696"/>
                  </a:lnTo>
                  <a:lnTo>
                    <a:pt x="2733195" y="1780407"/>
                  </a:lnTo>
                  <a:lnTo>
                    <a:pt x="2770117" y="1818389"/>
                  </a:lnTo>
                  <a:lnTo>
                    <a:pt x="2818873" y="1863571"/>
                  </a:lnTo>
                  <a:lnTo>
                    <a:pt x="2869271" y="1904235"/>
                  </a:lnTo>
                  <a:lnTo>
                    <a:pt x="2922089" y="1940610"/>
                  </a:lnTo>
                  <a:lnTo>
                    <a:pt x="2978197" y="1973087"/>
                  </a:lnTo>
                  <a:lnTo>
                    <a:pt x="3038482" y="2002103"/>
                  </a:lnTo>
                  <a:lnTo>
                    <a:pt x="3103773" y="2028085"/>
                  </a:lnTo>
                  <a:lnTo>
                    <a:pt x="3174750" y="2051405"/>
                  </a:lnTo>
                  <a:lnTo>
                    <a:pt x="3251815" y="2072368"/>
                  </a:lnTo>
                  <a:lnTo>
                    <a:pt x="3334931" y="2091196"/>
                  </a:lnTo>
                  <a:lnTo>
                    <a:pt x="3423422" y="2108030"/>
                  </a:lnTo>
                  <a:lnTo>
                    <a:pt x="3515778" y="2122930"/>
                  </a:lnTo>
                  <a:lnTo>
                    <a:pt x="3609518" y="2135891"/>
                  </a:lnTo>
                  <a:lnTo>
                    <a:pt x="3701209" y="2146872"/>
                  </a:lnTo>
                  <a:lnTo>
                    <a:pt x="3786733" y="2155831"/>
                  </a:lnTo>
                  <a:lnTo>
                    <a:pt x="3861849" y="2162776"/>
                  </a:lnTo>
                  <a:lnTo>
                    <a:pt x="3922977" y="2167801"/>
                  </a:lnTo>
                  <a:lnTo>
                    <a:pt x="3967996" y="2171112"/>
                  </a:lnTo>
                  <a:lnTo>
                    <a:pt x="3996804" y="2173018"/>
                  </a:lnTo>
                  <a:lnTo>
                    <a:pt x="4011485" y="2173894"/>
                  </a:lnTo>
                  <a:lnTo>
                    <a:pt x="4016116" y="2174146"/>
                  </a:lnTo>
                  <a:lnTo>
                    <a:pt x="4016409" y="2174160"/>
                  </a:lnTo>
                  <a:lnTo>
                    <a:pt x="4538543" y="2174160"/>
                  </a:lnTo>
                  <a:lnTo>
                    <a:pt x="4539739" y="2174098"/>
                  </a:lnTo>
                  <a:lnTo>
                    <a:pt x="4547571" y="2173649"/>
                  </a:lnTo>
                  <a:lnTo>
                    <a:pt x="4567190" y="2172410"/>
                  </a:lnTo>
                  <a:lnTo>
                    <a:pt x="4601950" y="2169974"/>
                  </a:lnTo>
                  <a:lnTo>
                    <a:pt x="4653118" y="2165980"/>
                  </a:lnTo>
                  <a:lnTo>
                    <a:pt x="4719791" y="2160150"/>
                  </a:lnTo>
                  <a:lnTo>
                    <a:pt x="4799222" y="2152320"/>
                  </a:lnTo>
                  <a:lnTo>
                    <a:pt x="4887495" y="2142429"/>
                  </a:lnTo>
                  <a:lnTo>
                    <a:pt x="4980339" y="2130495"/>
                  </a:lnTo>
                  <a:lnTo>
                    <a:pt x="5073852" y="2116564"/>
                  </a:lnTo>
                  <a:lnTo>
                    <a:pt x="5164943" y="2100670"/>
                  </a:lnTo>
                  <a:lnTo>
                    <a:pt x="5251507" y="2082794"/>
                  </a:lnTo>
                  <a:lnTo>
                    <a:pt x="5332365" y="2062848"/>
                  </a:lnTo>
                  <a:lnTo>
                    <a:pt x="5407105" y="2040656"/>
                  </a:lnTo>
                  <a:lnTo>
                    <a:pt x="5475871" y="2015962"/>
                  </a:lnTo>
                  <a:lnTo>
                    <a:pt x="5539185" y="1988428"/>
                  </a:lnTo>
                  <a:lnTo>
                    <a:pt x="5597793" y="1957653"/>
                  </a:lnTo>
                  <a:lnTo>
                    <a:pt x="5652552" y="1923193"/>
                  </a:lnTo>
                  <a:lnTo>
                    <a:pt x="5704350" y="1884613"/>
                  </a:lnTo>
                  <a:lnTo>
                    <a:pt x="5754030" y="1841558"/>
                  </a:lnTo>
                  <a:lnTo>
                    <a:pt x="5784835" y="1811800"/>
                  </a:lnTo>
                  <a:lnTo>
                    <a:pt x="5825823" y="1768658"/>
                  </a:lnTo>
                  <a:lnTo>
                    <a:pt x="5866418" y="1722048"/>
                  </a:lnTo>
                  <a:lnTo>
                    <a:pt x="5906904" y="1671902"/>
                  </a:lnTo>
                  <a:lnTo>
                    <a:pt x="5947501" y="1618221"/>
                  </a:lnTo>
                  <a:lnTo>
                    <a:pt x="5988363" y="1561083"/>
                  </a:lnTo>
                  <a:lnTo>
                    <a:pt x="6029592" y="1500651"/>
                  </a:lnTo>
                  <a:lnTo>
                    <a:pt x="6071241" y="1437173"/>
                  </a:lnTo>
                  <a:lnTo>
                    <a:pt x="6113315" y="1370988"/>
                  </a:lnTo>
                  <a:lnTo>
                    <a:pt x="6155783" y="1302516"/>
                  </a:lnTo>
                  <a:lnTo>
                    <a:pt x="6198578" y="1232253"/>
                  </a:lnTo>
                  <a:lnTo>
                    <a:pt x="6241608" y="1160754"/>
                  </a:lnTo>
                  <a:lnTo>
                    <a:pt x="6284760" y="1088620"/>
                  </a:lnTo>
                  <a:lnTo>
                    <a:pt x="6327916" y="1016473"/>
                  </a:lnTo>
                  <a:lnTo>
                    <a:pt x="6370953" y="944935"/>
                  </a:lnTo>
                  <a:lnTo>
                    <a:pt x="6413760" y="874608"/>
                  </a:lnTo>
                  <a:lnTo>
                    <a:pt x="6456243" y="806049"/>
                  </a:lnTo>
                  <a:lnTo>
                    <a:pt x="6498336" y="739757"/>
                  </a:lnTo>
                  <a:lnTo>
                    <a:pt x="6540002" y="676156"/>
                  </a:lnTo>
                  <a:lnTo>
                    <a:pt x="6581249" y="615588"/>
                  </a:lnTo>
                  <a:lnTo>
                    <a:pt x="6622125" y="558306"/>
                  </a:lnTo>
                  <a:lnTo>
                    <a:pt x="6662730" y="504475"/>
                  </a:lnTo>
                  <a:lnTo>
                    <a:pt x="6703217" y="454178"/>
                  </a:lnTo>
                  <a:lnTo>
                    <a:pt x="6743802" y="407418"/>
                  </a:lnTo>
                  <a:lnTo>
                    <a:pt x="6784767" y="364130"/>
                  </a:lnTo>
                  <a:lnTo>
                    <a:pt x="6786527" y="362360"/>
                  </a:lnTo>
                  <a:lnTo>
                    <a:pt x="6835248" y="316372"/>
                  </a:lnTo>
                  <a:lnTo>
                    <a:pt x="6885608" y="274979"/>
                  </a:lnTo>
                  <a:lnTo>
                    <a:pt x="6938384" y="237948"/>
                  </a:lnTo>
                  <a:lnTo>
                    <a:pt x="6994444" y="204884"/>
                  </a:lnTo>
                  <a:lnTo>
                    <a:pt x="7054672" y="175341"/>
                  </a:lnTo>
                  <a:lnTo>
                    <a:pt x="7119896" y="148886"/>
                  </a:lnTo>
                  <a:lnTo>
                    <a:pt x="7190796" y="125139"/>
                  </a:lnTo>
                  <a:lnTo>
                    <a:pt x="7267775" y="103791"/>
                  </a:lnTo>
                  <a:lnTo>
                    <a:pt x="7350797" y="84615"/>
                  </a:lnTo>
                  <a:lnTo>
                    <a:pt x="7439194" y="67468"/>
                  </a:lnTo>
                  <a:lnTo>
                    <a:pt x="7531464" y="52289"/>
                  </a:lnTo>
                  <a:lnTo>
                    <a:pt x="7625140" y="39080"/>
                  </a:lnTo>
                  <a:lnTo>
                    <a:pt x="7716802" y="27886"/>
                  </a:lnTo>
                  <a:lnTo>
                    <a:pt x="7802345" y="18748"/>
                  </a:lnTo>
                  <a:lnTo>
                    <a:pt x="7877535" y="11659"/>
                  </a:lnTo>
                  <a:lnTo>
                    <a:pt x="7938787" y="6524"/>
                  </a:lnTo>
                  <a:lnTo>
                    <a:pt x="7983966" y="3135"/>
                  </a:lnTo>
                  <a:lnTo>
                    <a:pt x="8012945" y="1181"/>
                  </a:lnTo>
                  <a:lnTo>
                    <a:pt x="8027776" y="277"/>
                  </a:lnTo>
                  <a:lnTo>
                    <a:pt x="8032506" y="16"/>
                  </a:lnTo>
                  <a:lnTo>
                    <a:pt x="8032819" y="0"/>
                  </a:lnTo>
                  <a:lnTo>
                    <a:pt x="8554953" y="0"/>
                  </a:lnTo>
                  <a:lnTo>
                    <a:pt x="8554953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445" name="pl445"/>
            <p:cNvSpPr/>
            <p:nvPr/>
          </p:nvSpPr>
          <p:spPr>
            <a:xfrm>
              <a:off x="386606" y="2642515"/>
              <a:ext cx="8554953" cy="2174160"/>
            </a:xfrm>
            <a:custGeom>
              <a:avLst/>
              <a:pathLst>
                <a:path w="8554953" h="2174160">
                  <a:moveTo>
                    <a:pt x="8554953" y="0"/>
                  </a:moveTo>
                  <a:lnTo>
                    <a:pt x="8032819" y="0"/>
                  </a:lnTo>
                  <a:lnTo>
                    <a:pt x="8031623" y="62"/>
                  </a:lnTo>
                  <a:lnTo>
                    <a:pt x="8023791" y="511"/>
                  </a:lnTo>
                  <a:lnTo>
                    <a:pt x="8004172" y="1750"/>
                  </a:lnTo>
                  <a:lnTo>
                    <a:pt x="7969412" y="4186"/>
                  </a:lnTo>
                  <a:lnTo>
                    <a:pt x="7918244" y="8180"/>
                  </a:lnTo>
                  <a:lnTo>
                    <a:pt x="7851571" y="14010"/>
                  </a:lnTo>
                  <a:lnTo>
                    <a:pt x="7772140" y="21840"/>
                  </a:lnTo>
                  <a:lnTo>
                    <a:pt x="7683867" y="31731"/>
                  </a:lnTo>
                  <a:lnTo>
                    <a:pt x="7591023" y="43665"/>
                  </a:lnTo>
                  <a:lnTo>
                    <a:pt x="7497510" y="57596"/>
                  </a:lnTo>
                  <a:lnTo>
                    <a:pt x="7406419" y="73490"/>
                  </a:lnTo>
                  <a:lnTo>
                    <a:pt x="7319855" y="91365"/>
                  </a:lnTo>
                  <a:lnTo>
                    <a:pt x="7238997" y="111312"/>
                  </a:lnTo>
                  <a:lnTo>
                    <a:pt x="7164257" y="133504"/>
                  </a:lnTo>
                  <a:lnTo>
                    <a:pt x="7095491" y="158198"/>
                  </a:lnTo>
                  <a:lnTo>
                    <a:pt x="7032177" y="185732"/>
                  </a:lnTo>
                  <a:lnTo>
                    <a:pt x="6973569" y="216507"/>
                  </a:lnTo>
                  <a:lnTo>
                    <a:pt x="6918810" y="250967"/>
                  </a:lnTo>
                  <a:lnTo>
                    <a:pt x="6867012" y="289547"/>
                  </a:lnTo>
                  <a:lnTo>
                    <a:pt x="6817332" y="332601"/>
                  </a:lnTo>
                  <a:lnTo>
                    <a:pt x="6786527" y="362360"/>
                  </a:lnTo>
                  <a:lnTo>
                    <a:pt x="6745539" y="405502"/>
                  </a:lnTo>
                  <a:lnTo>
                    <a:pt x="6704944" y="452112"/>
                  </a:lnTo>
                  <a:lnTo>
                    <a:pt x="6664457" y="502258"/>
                  </a:lnTo>
                  <a:lnTo>
                    <a:pt x="6623861" y="555939"/>
                  </a:lnTo>
                  <a:lnTo>
                    <a:pt x="6582999" y="613077"/>
                  </a:lnTo>
                  <a:lnTo>
                    <a:pt x="6541770" y="673509"/>
                  </a:lnTo>
                  <a:lnTo>
                    <a:pt x="6500121" y="736987"/>
                  </a:lnTo>
                  <a:lnTo>
                    <a:pt x="6458047" y="803172"/>
                  </a:lnTo>
                  <a:lnTo>
                    <a:pt x="6415579" y="871644"/>
                  </a:lnTo>
                  <a:lnTo>
                    <a:pt x="6372784" y="941907"/>
                  </a:lnTo>
                  <a:lnTo>
                    <a:pt x="6329754" y="1013406"/>
                  </a:lnTo>
                  <a:lnTo>
                    <a:pt x="6286602" y="1085539"/>
                  </a:lnTo>
                  <a:lnTo>
                    <a:pt x="6243446" y="1157687"/>
                  </a:lnTo>
                  <a:lnTo>
                    <a:pt x="6200409" y="1229225"/>
                  </a:lnTo>
                  <a:lnTo>
                    <a:pt x="6157602" y="1299552"/>
                  </a:lnTo>
                  <a:lnTo>
                    <a:pt x="6115119" y="1368111"/>
                  </a:lnTo>
                  <a:lnTo>
                    <a:pt x="6073026" y="1434403"/>
                  </a:lnTo>
                  <a:lnTo>
                    <a:pt x="6031359" y="1498004"/>
                  </a:lnTo>
                  <a:lnTo>
                    <a:pt x="5990113" y="1558572"/>
                  </a:lnTo>
                  <a:lnTo>
                    <a:pt x="5949237" y="1615854"/>
                  </a:lnTo>
                  <a:lnTo>
                    <a:pt x="5908632" y="1669685"/>
                  </a:lnTo>
                  <a:lnTo>
                    <a:pt x="5868145" y="1719982"/>
                  </a:lnTo>
                  <a:lnTo>
                    <a:pt x="5827560" y="1766742"/>
                  </a:lnTo>
                  <a:lnTo>
                    <a:pt x="5786595" y="1810030"/>
                  </a:lnTo>
                  <a:lnTo>
                    <a:pt x="5784835" y="1811800"/>
                  </a:lnTo>
                  <a:lnTo>
                    <a:pt x="5736114" y="1857788"/>
                  </a:lnTo>
                  <a:lnTo>
                    <a:pt x="5685754" y="1899181"/>
                  </a:lnTo>
                  <a:lnTo>
                    <a:pt x="5632977" y="1936211"/>
                  </a:lnTo>
                  <a:lnTo>
                    <a:pt x="5576918" y="1969275"/>
                  </a:lnTo>
                  <a:lnTo>
                    <a:pt x="5516690" y="1998819"/>
                  </a:lnTo>
                  <a:lnTo>
                    <a:pt x="5451466" y="2025274"/>
                  </a:lnTo>
                  <a:lnTo>
                    <a:pt x="5380566" y="2049021"/>
                  </a:lnTo>
                  <a:lnTo>
                    <a:pt x="5303587" y="2070369"/>
                  </a:lnTo>
                  <a:lnTo>
                    <a:pt x="5220565" y="2089545"/>
                  </a:lnTo>
                  <a:lnTo>
                    <a:pt x="5132168" y="2106692"/>
                  </a:lnTo>
                  <a:lnTo>
                    <a:pt x="5039898" y="2121871"/>
                  </a:lnTo>
                  <a:lnTo>
                    <a:pt x="4946222" y="2135080"/>
                  </a:lnTo>
                  <a:lnTo>
                    <a:pt x="4854560" y="2146274"/>
                  </a:lnTo>
                  <a:lnTo>
                    <a:pt x="4769017" y="2155412"/>
                  </a:lnTo>
                  <a:lnTo>
                    <a:pt x="4693827" y="2162501"/>
                  </a:lnTo>
                  <a:lnTo>
                    <a:pt x="4632575" y="2167636"/>
                  </a:lnTo>
                  <a:lnTo>
                    <a:pt x="4587396" y="2171025"/>
                  </a:lnTo>
                  <a:lnTo>
                    <a:pt x="4558417" y="2172979"/>
                  </a:lnTo>
                  <a:lnTo>
                    <a:pt x="4543586" y="2173883"/>
                  </a:lnTo>
                  <a:lnTo>
                    <a:pt x="4538856" y="2174144"/>
                  </a:lnTo>
                  <a:lnTo>
                    <a:pt x="4538543" y="2174160"/>
                  </a:lnTo>
                  <a:lnTo>
                    <a:pt x="4016409" y="2174160"/>
                  </a:lnTo>
                  <a:lnTo>
                    <a:pt x="4015210" y="2174099"/>
                  </a:lnTo>
                  <a:lnTo>
                    <a:pt x="4007363" y="2173657"/>
                  </a:lnTo>
                  <a:lnTo>
                    <a:pt x="3987706" y="2172438"/>
                  </a:lnTo>
                  <a:lnTo>
                    <a:pt x="3952881" y="2170041"/>
                  </a:lnTo>
                  <a:lnTo>
                    <a:pt x="3901626" y="2166111"/>
                  </a:lnTo>
                  <a:lnTo>
                    <a:pt x="3834851" y="2160377"/>
                  </a:lnTo>
                  <a:lnTo>
                    <a:pt x="3755313" y="2152674"/>
                  </a:lnTo>
                  <a:lnTo>
                    <a:pt x="3666944" y="2142946"/>
                  </a:lnTo>
                  <a:lnTo>
                    <a:pt x="3574019" y="2131208"/>
                  </a:lnTo>
                  <a:lnTo>
                    <a:pt x="3480448" y="2117508"/>
                  </a:lnTo>
                  <a:lnTo>
                    <a:pt x="3389320" y="2101878"/>
                  </a:lnTo>
                  <a:lnTo>
                    <a:pt x="3302738" y="2084299"/>
                  </a:lnTo>
                  <a:lnTo>
                    <a:pt x="3221876" y="2064683"/>
                  </a:lnTo>
                  <a:lnTo>
                    <a:pt x="3147142" y="2042857"/>
                  </a:lnTo>
                  <a:lnTo>
                    <a:pt x="3078386" y="2018568"/>
                  </a:lnTo>
                  <a:lnTo>
                    <a:pt x="3015083" y="1991483"/>
                  </a:lnTo>
                  <a:lnTo>
                    <a:pt x="2956484" y="1961207"/>
                  </a:lnTo>
                  <a:lnTo>
                    <a:pt x="2901728" y="1927303"/>
                  </a:lnTo>
                  <a:lnTo>
                    <a:pt x="2849926" y="1889342"/>
                  </a:lnTo>
                  <a:lnTo>
                    <a:pt x="2800234" y="1846979"/>
                  </a:lnTo>
                  <a:lnTo>
                    <a:pt x="2770117" y="1818389"/>
                  </a:lnTo>
                  <a:lnTo>
                    <a:pt x="2728877" y="1775758"/>
                  </a:lnTo>
                  <a:lnTo>
                    <a:pt x="2688033" y="1729680"/>
                  </a:lnTo>
                  <a:lnTo>
                    <a:pt x="2647295" y="1680087"/>
                  </a:lnTo>
                  <a:lnTo>
                    <a:pt x="2606443" y="1626980"/>
                  </a:lnTo>
                  <a:lnTo>
                    <a:pt x="2565319" y="1570441"/>
                  </a:lnTo>
                  <a:lnTo>
                    <a:pt x="2523821" y="1510633"/>
                  </a:lnTo>
                  <a:lnTo>
                    <a:pt x="2481897" y="1447809"/>
                  </a:lnTo>
                  <a:lnTo>
                    <a:pt x="2439542" y="1382310"/>
                  </a:lnTo>
                  <a:lnTo>
                    <a:pt x="2396792" y="1314561"/>
                  </a:lnTo>
                  <a:lnTo>
                    <a:pt x="2353716" y="1245061"/>
                  </a:lnTo>
                  <a:lnTo>
                    <a:pt x="2310408" y="1174370"/>
                  </a:lnTo>
                  <a:lnTo>
                    <a:pt x="2266984" y="1103088"/>
                  </a:lnTo>
                  <a:lnTo>
                    <a:pt x="2223567" y="1031839"/>
                  </a:lnTo>
                  <a:lnTo>
                    <a:pt x="2180278" y="961245"/>
                  </a:lnTo>
                  <a:lnTo>
                    <a:pt x="2137232" y="891904"/>
                  </a:lnTo>
                  <a:lnTo>
                    <a:pt x="2094521" y="824369"/>
                  </a:lnTo>
                  <a:lnTo>
                    <a:pt x="2052211" y="759134"/>
                  </a:lnTo>
                  <a:lnTo>
                    <a:pt x="2010333" y="696613"/>
                  </a:lnTo>
                  <a:lnTo>
                    <a:pt x="1968877" y="637139"/>
                  </a:lnTo>
                  <a:lnTo>
                    <a:pt x="1927787" y="580954"/>
                  </a:lnTo>
                  <a:lnTo>
                    <a:pt x="1886956" y="528216"/>
                  </a:lnTo>
                  <a:lnTo>
                    <a:pt x="1846218" y="478994"/>
                  </a:lnTo>
                  <a:lnTo>
                    <a:pt x="1805347" y="433283"/>
                  </a:lnTo>
                  <a:lnTo>
                    <a:pt x="1768425" y="395301"/>
                  </a:lnTo>
                  <a:lnTo>
                    <a:pt x="1719670" y="350119"/>
                  </a:lnTo>
                  <a:lnTo>
                    <a:pt x="1669271" y="309455"/>
                  </a:lnTo>
                  <a:lnTo>
                    <a:pt x="1616453" y="273080"/>
                  </a:lnTo>
                  <a:lnTo>
                    <a:pt x="1560345" y="240603"/>
                  </a:lnTo>
                  <a:lnTo>
                    <a:pt x="1500060" y="211587"/>
                  </a:lnTo>
                  <a:lnTo>
                    <a:pt x="1434769" y="185605"/>
                  </a:lnTo>
                  <a:lnTo>
                    <a:pt x="1363792" y="162285"/>
                  </a:lnTo>
                  <a:lnTo>
                    <a:pt x="1286727" y="141322"/>
                  </a:lnTo>
                  <a:lnTo>
                    <a:pt x="1203611" y="122494"/>
                  </a:lnTo>
                  <a:lnTo>
                    <a:pt x="1115121" y="105660"/>
                  </a:lnTo>
                  <a:lnTo>
                    <a:pt x="1022765" y="90760"/>
                  </a:lnTo>
                  <a:lnTo>
                    <a:pt x="929024" y="77799"/>
                  </a:lnTo>
                  <a:lnTo>
                    <a:pt x="837333" y="66818"/>
                  </a:lnTo>
                  <a:lnTo>
                    <a:pt x="751810" y="57859"/>
                  </a:lnTo>
                  <a:lnTo>
                    <a:pt x="676693" y="50914"/>
                  </a:lnTo>
                  <a:lnTo>
                    <a:pt x="615565" y="45889"/>
                  </a:lnTo>
                  <a:lnTo>
                    <a:pt x="570546" y="42578"/>
                  </a:lnTo>
                  <a:lnTo>
                    <a:pt x="541738" y="40673"/>
                  </a:lnTo>
                  <a:lnTo>
                    <a:pt x="527057" y="39796"/>
                  </a:lnTo>
                  <a:lnTo>
                    <a:pt x="522426" y="39544"/>
                  </a:lnTo>
                  <a:lnTo>
                    <a:pt x="522133" y="39530"/>
                  </a:lnTo>
                  <a:lnTo>
                    <a:pt x="0" y="39530"/>
                  </a:lnTo>
                  <a:lnTo>
                    <a:pt x="0" y="3953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446" name="pg446"/>
            <p:cNvSpPr/>
            <p:nvPr/>
          </p:nvSpPr>
          <p:spPr>
            <a:xfrm>
              <a:off x="386606" y="2687692"/>
              <a:ext cx="8554953" cy="2162866"/>
            </a:xfrm>
            <a:custGeom>
              <a:avLst/>
              <a:pathLst>
                <a:path w="8554953" h="2162866">
                  <a:moveTo>
                    <a:pt x="0" y="22588"/>
                  </a:moveTo>
                  <a:lnTo>
                    <a:pt x="522133" y="22588"/>
                  </a:lnTo>
                  <a:lnTo>
                    <a:pt x="523331" y="22650"/>
                  </a:lnTo>
                  <a:lnTo>
                    <a:pt x="531176" y="23092"/>
                  </a:lnTo>
                  <a:lnTo>
                    <a:pt x="550828" y="24315"/>
                  </a:lnTo>
                  <a:lnTo>
                    <a:pt x="585644" y="26717"/>
                  </a:lnTo>
                  <a:lnTo>
                    <a:pt x="636886" y="30656"/>
                  </a:lnTo>
                  <a:lnTo>
                    <a:pt x="703648" y="36404"/>
                  </a:lnTo>
                  <a:lnTo>
                    <a:pt x="783170" y="44125"/>
                  </a:lnTo>
                  <a:lnTo>
                    <a:pt x="871525" y="53877"/>
                  </a:lnTo>
                  <a:lnTo>
                    <a:pt x="964439" y="65643"/>
                  </a:lnTo>
                  <a:lnTo>
                    <a:pt x="1058002" y="79376"/>
                  </a:lnTo>
                  <a:lnTo>
                    <a:pt x="1149125" y="95044"/>
                  </a:lnTo>
                  <a:lnTo>
                    <a:pt x="1235704" y="112665"/>
                  </a:lnTo>
                  <a:lnTo>
                    <a:pt x="1316566" y="132329"/>
                  </a:lnTo>
                  <a:lnTo>
                    <a:pt x="1391300" y="154207"/>
                  </a:lnTo>
                  <a:lnTo>
                    <a:pt x="1460058" y="178554"/>
                  </a:lnTo>
                  <a:lnTo>
                    <a:pt x="1523362" y="205703"/>
                  </a:lnTo>
                  <a:lnTo>
                    <a:pt x="1581963" y="236051"/>
                  </a:lnTo>
                  <a:lnTo>
                    <a:pt x="1636719" y="270034"/>
                  </a:lnTo>
                  <a:lnTo>
                    <a:pt x="1688520" y="308084"/>
                  </a:lnTo>
                  <a:lnTo>
                    <a:pt x="1738210" y="350546"/>
                  </a:lnTo>
                  <a:lnTo>
                    <a:pt x="1768425" y="379301"/>
                  </a:lnTo>
                  <a:lnTo>
                    <a:pt x="1809629" y="422005"/>
                  </a:lnTo>
                  <a:lnTo>
                    <a:pt x="1850437" y="468160"/>
                  </a:lnTo>
                  <a:lnTo>
                    <a:pt x="1891139" y="517832"/>
                  </a:lnTo>
                  <a:lnTo>
                    <a:pt x="1931954" y="571021"/>
                  </a:lnTo>
                  <a:lnTo>
                    <a:pt x="1973041" y="627647"/>
                  </a:lnTo>
                  <a:lnTo>
                    <a:pt x="2014501" y="687545"/>
                  </a:lnTo>
                  <a:lnTo>
                    <a:pt x="2056385" y="750463"/>
                  </a:lnTo>
                  <a:lnTo>
                    <a:pt x="2098699" y="816060"/>
                  </a:lnTo>
                  <a:lnTo>
                    <a:pt x="2141409" y="883913"/>
                  </a:lnTo>
                  <a:lnTo>
                    <a:pt x="2184445" y="953523"/>
                  </a:lnTo>
                  <a:lnTo>
                    <a:pt x="2227712" y="1024331"/>
                  </a:lnTo>
                  <a:lnTo>
                    <a:pt x="2271097" y="1095736"/>
                  </a:lnTo>
                  <a:lnTo>
                    <a:pt x="2314477" y="1167114"/>
                  </a:lnTo>
                  <a:lnTo>
                    <a:pt x="2357730" y="1237843"/>
                  </a:lnTo>
                  <a:lnTo>
                    <a:pt x="2400742" y="1307326"/>
                  </a:lnTo>
                  <a:lnTo>
                    <a:pt x="2443420" y="1375008"/>
                  </a:lnTo>
                  <a:lnTo>
                    <a:pt x="2485699" y="1440395"/>
                  </a:lnTo>
                  <a:lnTo>
                    <a:pt x="2527547" y="1503070"/>
                  </a:lnTo>
                  <a:lnTo>
                    <a:pt x="2568972" y="1562702"/>
                  </a:lnTo>
                  <a:lnTo>
                    <a:pt x="2610031" y="1619043"/>
                  </a:lnTo>
                  <a:lnTo>
                    <a:pt x="2650830" y="1671938"/>
                  </a:lnTo>
                  <a:lnTo>
                    <a:pt x="2691532" y="1721314"/>
                  </a:lnTo>
                  <a:lnTo>
                    <a:pt x="2732361" y="1767174"/>
                  </a:lnTo>
                  <a:lnTo>
                    <a:pt x="2770117" y="1806153"/>
                  </a:lnTo>
                  <a:lnTo>
                    <a:pt x="2818868" y="1851450"/>
                  </a:lnTo>
                  <a:lnTo>
                    <a:pt x="2869260" y="1892218"/>
                  </a:lnTo>
                  <a:lnTo>
                    <a:pt x="2922073" y="1928688"/>
                  </a:lnTo>
                  <a:lnTo>
                    <a:pt x="2978174" y="1961248"/>
                  </a:lnTo>
                  <a:lnTo>
                    <a:pt x="3038451" y="1990340"/>
                  </a:lnTo>
                  <a:lnTo>
                    <a:pt x="3103733" y="2016389"/>
                  </a:lnTo>
                  <a:lnTo>
                    <a:pt x="3174698" y="2039770"/>
                  </a:lnTo>
                  <a:lnTo>
                    <a:pt x="3251751" y="2060788"/>
                  </a:lnTo>
                  <a:lnTo>
                    <a:pt x="3334854" y="2079666"/>
                  </a:lnTo>
                  <a:lnTo>
                    <a:pt x="3423331" y="2096545"/>
                  </a:lnTo>
                  <a:lnTo>
                    <a:pt x="3515675" y="2111485"/>
                  </a:lnTo>
                  <a:lnTo>
                    <a:pt x="3609406" y="2124481"/>
                  </a:lnTo>
                  <a:lnTo>
                    <a:pt x="3701093" y="2135493"/>
                  </a:lnTo>
                  <a:lnTo>
                    <a:pt x="3786619" y="2144477"/>
                  </a:lnTo>
                  <a:lnTo>
                    <a:pt x="3861746" y="2151443"/>
                  </a:lnTo>
                  <a:lnTo>
                    <a:pt x="3922892" y="2156483"/>
                  </a:lnTo>
                  <a:lnTo>
                    <a:pt x="3967934" y="2159806"/>
                  </a:lnTo>
                  <a:lnTo>
                    <a:pt x="3996766" y="2161718"/>
                  </a:lnTo>
                  <a:lnTo>
                    <a:pt x="4011468" y="2162598"/>
                  </a:lnTo>
                  <a:lnTo>
                    <a:pt x="4016113" y="2162851"/>
                  </a:lnTo>
                  <a:lnTo>
                    <a:pt x="4016409" y="2162866"/>
                  </a:lnTo>
                  <a:lnTo>
                    <a:pt x="4538543" y="2162866"/>
                  </a:lnTo>
                  <a:lnTo>
                    <a:pt x="4539781" y="2162824"/>
                  </a:lnTo>
                  <a:lnTo>
                    <a:pt x="4547879" y="2162525"/>
                  </a:lnTo>
                  <a:lnTo>
                    <a:pt x="4568143" y="2161698"/>
                  </a:lnTo>
                  <a:lnTo>
                    <a:pt x="4603984" y="2160073"/>
                  </a:lnTo>
                  <a:lnTo>
                    <a:pt x="4656621" y="2157410"/>
                  </a:lnTo>
                  <a:lnTo>
                    <a:pt x="4725008" y="2153529"/>
                  </a:lnTo>
                  <a:lnTo>
                    <a:pt x="4806200" y="2148324"/>
                  </a:lnTo>
                  <a:lnTo>
                    <a:pt x="4896083" y="2141760"/>
                  </a:lnTo>
                  <a:lnTo>
                    <a:pt x="4990248" y="2133851"/>
                  </a:lnTo>
                  <a:lnTo>
                    <a:pt x="5084719" y="2124629"/>
                  </a:lnTo>
                  <a:lnTo>
                    <a:pt x="5176408" y="2114113"/>
                  </a:lnTo>
                  <a:lnTo>
                    <a:pt x="5263258" y="2102285"/>
                  </a:lnTo>
                  <a:lnTo>
                    <a:pt x="5344167" y="2089079"/>
                  </a:lnTo>
                  <a:lnTo>
                    <a:pt x="5418805" y="2074370"/>
                  </a:lnTo>
                  <a:lnTo>
                    <a:pt x="5487395" y="2057978"/>
                  </a:lnTo>
                  <a:lnTo>
                    <a:pt x="5550526" y="2039670"/>
                  </a:lnTo>
                  <a:lnTo>
                    <a:pt x="5608998" y="2019171"/>
                  </a:lnTo>
                  <a:lnTo>
                    <a:pt x="5663713" y="1996184"/>
                  </a:lnTo>
                  <a:lnTo>
                    <a:pt x="5715585" y="1970423"/>
                  </a:lnTo>
                  <a:lnTo>
                    <a:pt x="5765467" y="1941677"/>
                  </a:lnTo>
                  <a:lnTo>
                    <a:pt x="5784835" y="1929450"/>
                  </a:lnTo>
                  <a:lnTo>
                    <a:pt x="5831291" y="1897758"/>
                  </a:lnTo>
                  <a:lnTo>
                    <a:pt x="5877294" y="1863183"/>
                  </a:lnTo>
                  <a:lnTo>
                    <a:pt x="5923239" y="1825673"/>
                  </a:lnTo>
                  <a:lnTo>
                    <a:pt x="5969413" y="1785252"/>
                  </a:lnTo>
                  <a:lnTo>
                    <a:pt x="6016006" y="1742032"/>
                  </a:lnTo>
                  <a:lnTo>
                    <a:pt x="6063122" y="1696213"/>
                  </a:lnTo>
                  <a:lnTo>
                    <a:pt x="6110787" y="1648092"/>
                  </a:lnTo>
                  <a:lnTo>
                    <a:pt x="6158961" y="1598055"/>
                  </a:lnTo>
                  <a:lnTo>
                    <a:pt x="6207547" y="1546567"/>
                  </a:lnTo>
                  <a:lnTo>
                    <a:pt x="6256406" y="1494157"/>
                  </a:lnTo>
                  <a:lnTo>
                    <a:pt x="6305371" y="1441397"/>
                  </a:lnTo>
                  <a:lnTo>
                    <a:pt x="6354265" y="1388873"/>
                  </a:lnTo>
                  <a:lnTo>
                    <a:pt x="6402917" y="1337162"/>
                  </a:lnTo>
                  <a:lnTo>
                    <a:pt x="6451180" y="1286801"/>
                  </a:lnTo>
                  <a:lnTo>
                    <a:pt x="6498950" y="1238272"/>
                  </a:lnTo>
                  <a:lnTo>
                    <a:pt x="6546174" y="1191977"/>
                  </a:lnTo>
                  <a:lnTo>
                    <a:pt x="6592863" y="1148228"/>
                  </a:lnTo>
                  <a:lnTo>
                    <a:pt x="6639107" y="1107248"/>
                  </a:lnTo>
                  <a:lnTo>
                    <a:pt x="6685078" y="1069164"/>
                  </a:lnTo>
                  <a:lnTo>
                    <a:pt x="6731042" y="1034016"/>
                  </a:lnTo>
                  <a:lnTo>
                    <a:pt x="6777373" y="1001767"/>
                  </a:lnTo>
                  <a:lnTo>
                    <a:pt x="6786527" y="995784"/>
                  </a:lnTo>
                  <a:lnTo>
                    <a:pt x="6835828" y="965831"/>
                  </a:lnTo>
                  <a:lnTo>
                    <a:pt x="6886816" y="938906"/>
                  </a:lnTo>
                  <a:lnTo>
                    <a:pt x="6940297" y="914852"/>
                  </a:lnTo>
                  <a:lnTo>
                    <a:pt x="6997171" y="893403"/>
                  </a:lnTo>
                  <a:lnTo>
                    <a:pt x="7058354" y="874262"/>
                  </a:lnTo>
                  <a:lnTo>
                    <a:pt x="7124697" y="857142"/>
                  </a:lnTo>
                  <a:lnTo>
                    <a:pt x="7196889" y="841791"/>
                  </a:lnTo>
                  <a:lnTo>
                    <a:pt x="7275318" y="828008"/>
                  </a:lnTo>
                  <a:lnTo>
                    <a:pt x="7359900" y="815646"/>
                  </a:lnTo>
                  <a:lnTo>
                    <a:pt x="7449862" y="804615"/>
                  </a:lnTo>
                  <a:lnTo>
                    <a:pt x="7543543" y="794880"/>
                  </a:lnTo>
                  <a:lnTo>
                    <a:pt x="7638262" y="786447"/>
                  </a:lnTo>
                  <a:lnTo>
                    <a:pt x="7730358" y="779347"/>
                  </a:lnTo>
                  <a:lnTo>
                    <a:pt x="7815519" y="773604"/>
                  </a:lnTo>
                  <a:lnTo>
                    <a:pt x="7889413" y="769207"/>
                  </a:lnTo>
                  <a:lnTo>
                    <a:pt x="7948531" y="766080"/>
                  </a:lnTo>
                  <a:lnTo>
                    <a:pt x="7991007" y="764070"/>
                  </a:lnTo>
                  <a:lnTo>
                    <a:pt x="8017149" y="762958"/>
                  </a:lnTo>
                  <a:lnTo>
                    <a:pt x="8029528" y="762482"/>
                  </a:lnTo>
                  <a:lnTo>
                    <a:pt x="8032819" y="762368"/>
                  </a:lnTo>
                  <a:lnTo>
                    <a:pt x="8554953" y="762368"/>
                  </a:lnTo>
                  <a:lnTo>
                    <a:pt x="8554953" y="739779"/>
                  </a:lnTo>
                  <a:lnTo>
                    <a:pt x="8032819" y="739779"/>
                  </a:lnTo>
                  <a:lnTo>
                    <a:pt x="8031581" y="739821"/>
                  </a:lnTo>
                  <a:lnTo>
                    <a:pt x="8023483" y="740120"/>
                  </a:lnTo>
                  <a:lnTo>
                    <a:pt x="8003219" y="740947"/>
                  </a:lnTo>
                  <a:lnTo>
                    <a:pt x="7967378" y="742572"/>
                  </a:lnTo>
                  <a:lnTo>
                    <a:pt x="7914741" y="745235"/>
                  </a:lnTo>
                  <a:lnTo>
                    <a:pt x="7846354" y="749116"/>
                  </a:lnTo>
                  <a:lnTo>
                    <a:pt x="7765162" y="754321"/>
                  </a:lnTo>
                  <a:lnTo>
                    <a:pt x="7675279" y="760885"/>
                  </a:lnTo>
                  <a:lnTo>
                    <a:pt x="7581114" y="768794"/>
                  </a:lnTo>
                  <a:lnTo>
                    <a:pt x="7486643" y="778016"/>
                  </a:lnTo>
                  <a:lnTo>
                    <a:pt x="7394954" y="788532"/>
                  </a:lnTo>
                  <a:lnTo>
                    <a:pt x="7308104" y="800360"/>
                  </a:lnTo>
                  <a:lnTo>
                    <a:pt x="7227195" y="813566"/>
                  </a:lnTo>
                  <a:lnTo>
                    <a:pt x="7152557" y="828275"/>
                  </a:lnTo>
                  <a:lnTo>
                    <a:pt x="7083967" y="844667"/>
                  </a:lnTo>
                  <a:lnTo>
                    <a:pt x="7020836" y="862975"/>
                  </a:lnTo>
                  <a:lnTo>
                    <a:pt x="6962364" y="883474"/>
                  </a:lnTo>
                  <a:lnTo>
                    <a:pt x="6907649" y="906461"/>
                  </a:lnTo>
                  <a:lnTo>
                    <a:pt x="6855777" y="932222"/>
                  </a:lnTo>
                  <a:lnTo>
                    <a:pt x="6805895" y="960968"/>
                  </a:lnTo>
                  <a:lnTo>
                    <a:pt x="6786527" y="973195"/>
                  </a:lnTo>
                  <a:lnTo>
                    <a:pt x="6740071" y="1004887"/>
                  </a:lnTo>
                  <a:lnTo>
                    <a:pt x="6694068" y="1039462"/>
                  </a:lnTo>
                  <a:lnTo>
                    <a:pt x="6648123" y="1076972"/>
                  </a:lnTo>
                  <a:lnTo>
                    <a:pt x="6601949" y="1117393"/>
                  </a:lnTo>
                  <a:lnTo>
                    <a:pt x="6555356" y="1160613"/>
                  </a:lnTo>
                  <a:lnTo>
                    <a:pt x="6508240" y="1206432"/>
                  </a:lnTo>
                  <a:lnTo>
                    <a:pt x="6460575" y="1254553"/>
                  </a:lnTo>
                  <a:lnTo>
                    <a:pt x="6412401" y="1304590"/>
                  </a:lnTo>
                  <a:lnTo>
                    <a:pt x="6363815" y="1356078"/>
                  </a:lnTo>
                  <a:lnTo>
                    <a:pt x="6314956" y="1408487"/>
                  </a:lnTo>
                  <a:lnTo>
                    <a:pt x="6265991" y="1461248"/>
                  </a:lnTo>
                  <a:lnTo>
                    <a:pt x="6217097" y="1513772"/>
                  </a:lnTo>
                  <a:lnTo>
                    <a:pt x="6168445" y="1565483"/>
                  </a:lnTo>
                  <a:lnTo>
                    <a:pt x="6120181" y="1615844"/>
                  </a:lnTo>
                  <a:lnTo>
                    <a:pt x="6072412" y="1664373"/>
                  </a:lnTo>
                  <a:lnTo>
                    <a:pt x="6025188" y="1710668"/>
                  </a:lnTo>
                  <a:lnTo>
                    <a:pt x="5978498" y="1754416"/>
                  </a:lnTo>
                  <a:lnTo>
                    <a:pt x="5932254" y="1795397"/>
                  </a:lnTo>
                  <a:lnTo>
                    <a:pt x="5886284" y="1833481"/>
                  </a:lnTo>
                  <a:lnTo>
                    <a:pt x="5840320" y="1868629"/>
                  </a:lnTo>
                  <a:lnTo>
                    <a:pt x="5793989" y="1900878"/>
                  </a:lnTo>
                  <a:lnTo>
                    <a:pt x="5784835" y="1906861"/>
                  </a:lnTo>
                  <a:lnTo>
                    <a:pt x="5735534" y="1936814"/>
                  </a:lnTo>
                  <a:lnTo>
                    <a:pt x="5684546" y="1963739"/>
                  </a:lnTo>
                  <a:lnTo>
                    <a:pt x="5631064" y="1987793"/>
                  </a:lnTo>
                  <a:lnTo>
                    <a:pt x="5574190" y="2009241"/>
                  </a:lnTo>
                  <a:lnTo>
                    <a:pt x="5513008" y="2028383"/>
                  </a:lnTo>
                  <a:lnTo>
                    <a:pt x="5446665" y="2045503"/>
                  </a:lnTo>
                  <a:lnTo>
                    <a:pt x="5374473" y="2060854"/>
                  </a:lnTo>
                  <a:lnTo>
                    <a:pt x="5296044" y="2074637"/>
                  </a:lnTo>
                  <a:lnTo>
                    <a:pt x="5211462" y="2086999"/>
                  </a:lnTo>
                  <a:lnTo>
                    <a:pt x="5121500" y="2098030"/>
                  </a:lnTo>
                  <a:lnTo>
                    <a:pt x="5027819" y="2107765"/>
                  </a:lnTo>
                  <a:lnTo>
                    <a:pt x="4933100" y="2116198"/>
                  </a:lnTo>
                  <a:lnTo>
                    <a:pt x="4841004" y="2123298"/>
                  </a:lnTo>
                  <a:lnTo>
                    <a:pt x="4755843" y="2129041"/>
                  </a:lnTo>
                  <a:lnTo>
                    <a:pt x="4681949" y="2133438"/>
                  </a:lnTo>
                  <a:lnTo>
                    <a:pt x="4622831" y="2136565"/>
                  </a:lnTo>
                  <a:lnTo>
                    <a:pt x="4580355" y="2138575"/>
                  </a:lnTo>
                  <a:lnTo>
                    <a:pt x="4554213" y="2139687"/>
                  </a:lnTo>
                  <a:lnTo>
                    <a:pt x="4541834" y="2140163"/>
                  </a:lnTo>
                  <a:lnTo>
                    <a:pt x="4538543" y="2140277"/>
                  </a:lnTo>
                  <a:lnTo>
                    <a:pt x="4016409" y="2140277"/>
                  </a:lnTo>
                  <a:lnTo>
                    <a:pt x="4015211" y="2140215"/>
                  </a:lnTo>
                  <a:lnTo>
                    <a:pt x="4007366" y="2139773"/>
                  </a:lnTo>
                  <a:lnTo>
                    <a:pt x="3987714" y="2138551"/>
                  </a:lnTo>
                  <a:lnTo>
                    <a:pt x="3952898" y="2136148"/>
                  </a:lnTo>
                  <a:lnTo>
                    <a:pt x="3901656" y="2132210"/>
                  </a:lnTo>
                  <a:lnTo>
                    <a:pt x="3834895" y="2126461"/>
                  </a:lnTo>
                  <a:lnTo>
                    <a:pt x="3755372" y="2118740"/>
                  </a:lnTo>
                  <a:lnTo>
                    <a:pt x="3667017" y="2108989"/>
                  </a:lnTo>
                  <a:lnTo>
                    <a:pt x="3574103" y="2097223"/>
                  </a:lnTo>
                  <a:lnTo>
                    <a:pt x="3480541" y="2083490"/>
                  </a:lnTo>
                  <a:lnTo>
                    <a:pt x="3389417" y="2067822"/>
                  </a:lnTo>
                  <a:lnTo>
                    <a:pt x="3302838" y="2050201"/>
                  </a:lnTo>
                  <a:lnTo>
                    <a:pt x="3221976" y="2030537"/>
                  </a:lnTo>
                  <a:lnTo>
                    <a:pt x="3147242" y="2008659"/>
                  </a:lnTo>
                  <a:lnTo>
                    <a:pt x="3078484" y="1984312"/>
                  </a:lnTo>
                  <a:lnTo>
                    <a:pt x="3015180" y="1957163"/>
                  </a:lnTo>
                  <a:lnTo>
                    <a:pt x="2956580" y="1926815"/>
                  </a:lnTo>
                  <a:lnTo>
                    <a:pt x="2901823" y="1892831"/>
                  </a:lnTo>
                  <a:lnTo>
                    <a:pt x="2850022" y="1854781"/>
                  </a:lnTo>
                  <a:lnTo>
                    <a:pt x="2800332" y="1812319"/>
                  </a:lnTo>
                  <a:lnTo>
                    <a:pt x="2770117" y="1783564"/>
                  </a:lnTo>
                  <a:lnTo>
                    <a:pt x="2728913" y="1740860"/>
                  </a:lnTo>
                  <a:lnTo>
                    <a:pt x="2688105" y="1694706"/>
                  </a:lnTo>
                  <a:lnTo>
                    <a:pt x="2647403" y="1645033"/>
                  </a:lnTo>
                  <a:lnTo>
                    <a:pt x="2606588" y="1591844"/>
                  </a:lnTo>
                  <a:lnTo>
                    <a:pt x="2565501" y="1535219"/>
                  </a:lnTo>
                  <a:lnTo>
                    <a:pt x="2524042" y="1475321"/>
                  </a:lnTo>
                  <a:lnTo>
                    <a:pt x="2482157" y="1412403"/>
                  </a:lnTo>
                  <a:lnTo>
                    <a:pt x="2439843" y="1346805"/>
                  </a:lnTo>
                  <a:lnTo>
                    <a:pt x="2397134" y="1278952"/>
                  </a:lnTo>
                  <a:lnTo>
                    <a:pt x="2354097" y="1209342"/>
                  </a:lnTo>
                  <a:lnTo>
                    <a:pt x="2310830" y="1138534"/>
                  </a:lnTo>
                  <a:lnTo>
                    <a:pt x="2267445" y="1067130"/>
                  </a:lnTo>
                  <a:lnTo>
                    <a:pt x="2224065" y="995752"/>
                  </a:lnTo>
                  <a:lnTo>
                    <a:pt x="2180813" y="925022"/>
                  </a:lnTo>
                  <a:lnTo>
                    <a:pt x="2137801" y="855539"/>
                  </a:lnTo>
                  <a:lnTo>
                    <a:pt x="2095122" y="787858"/>
                  </a:lnTo>
                  <a:lnTo>
                    <a:pt x="2052843" y="722471"/>
                  </a:lnTo>
                  <a:lnTo>
                    <a:pt x="2010995" y="659795"/>
                  </a:lnTo>
                  <a:lnTo>
                    <a:pt x="1969570" y="600164"/>
                  </a:lnTo>
                  <a:lnTo>
                    <a:pt x="1928511" y="543822"/>
                  </a:lnTo>
                  <a:lnTo>
                    <a:pt x="1887712" y="490927"/>
                  </a:lnTo>
                  <a:lnTo>
                    <a:pt x="1847010" y="441552"/>
                  </a:lnTo>
                  <a:lnTo>
                    <a:pt x="1806181" y="395691"/>
                  </a:lnTo>
                  <a:lnTo>
                    <a:pt x="1768425" y="356712"/>
                  </a:lnTo>
                  <a:lnTo>
                    <a:pt x="1719674" y="311415"/>
                  </a:lnTo>
                  <a:lnTo>
                    <a:pt x="1669282" y="270647"/>
                  </a:lnTo>
                  <a:lnTo>
                    <a:pt x="1616469" y="234178"/>
                  </a:lnTo>
                  <a:lnTo>
                    <a:pt x="1560368" y="201617"/>
                  </a:lnTo>
                  <a:lnTo>
                    <a:pt x="1500091" y="172525"/>
                  </a:lnTo>
                  <a:lnTo>
                    <a:pt x="1434810" y="146476"/>
                  </a:lnTo>
                  <a:lnTo>
                    <a:pt x="1363844" y="123095"/>
                  </a:lnTo>
                  <a:lnTo>
                    <a:pt x="1286791" y="102077"/>
                  </a:lnTo>
                  <a:lnTo>
                    <a:pt x="1203689" y="83199"/>
                  </a:lnTo>
                  <a:lnTo>
                    <a:pt x="1115211" y="66321"/>
                  </a:lnTo>
                  <a:lnTo>
                    <a:pt x="1022867" y="51381"/>
                  </a:lnTo>
                  <a:lnTo>
                    <a:pt x="929136" y="38384"/>
                  </a:lnTo>
                  <a:lnTo>
                    <a:pt x="837449" y="27373"/>
                  </a:lnTo>
                  <a:lnTo>
                    <a:pt x="751923" y="18388"/>
                  </a:lnTo>
                  <a:lnTo>
                    <a:pt x="676796" y="11423"/>
                  </a:lnTo>
                  <a:lnTo>
                    <a:pt x="615650" y="6382"/>
                  </a:lnTo>
                  <a:lnTo>
                    <a:pt x="570608" y="3060"/>
                  </a:lnTo>
                  <a:lnTo>
                    <a:pt x="541776" y="1148"/>
                  </a:lnTo>
                  <a:lnTo>
                    <a:pt x="527074" y="267"/>
                  </a:lnTo>
                  <a:lnTo>
                    <a:pt x="522429" y="14"/>
                  </a:lnTo>
                  <a:lnTo>
                    <a:pt x="5221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447" name="pl447"/>
            <p:cNvSpPr/>
            <p:nvPr/>
          </p:nvSpPr>
          <p:spPr>
            <a:xfrm>
              <a:off x="386606" y="2710281"/>
              <a:ext cx="8554953" cy="2140277"/>
            </a:xfrm>
            <a:custGeom>
              <a:avLst/>
              <a:pathLst>
                <a:path w="8554953" h="2140277">
                  <a:moveTo>
                    <a:pt x="0" y="0"/>
                  </a:moveTo>
                  <a:lnTo>
                    <a:pt x="522133" y="0"/>
                  </a:lnTo>
                  <a:lnTo>
                    <a:pt x="523331" y="61"/>
                  </a:lnTo>
                  <a:lnTo>
                    <a:pt x="531176" y="504"/>
                  </a:lnTo>
                  <a:lnTo>
                    <a:pt x="550828" y="1726"/>
                  </a:lnTo>
                  <a:lnTo>
                    <a:pt x="585644" y="4128"/>
                  </a:lnTo>
                  <a:lnTo>
                    <a:pt x="636886" y="8067"/>
                  </a:lnTo>
                  <a:lnTo>
                    <a:pt x="703648" y="13816"/>
                  </a:lnTo>
                  <a:lnTo>
                    <a:pt x="783170" y="21536"/>
                  </a:lnTo>
                  <a:lnTo>
                    <a:pt x="871525" y="31288"/>
                  </a:lnTo>
                  <a:lnTo>
                    <a:pt x="964439" y="43054"/>
                  </a:lnTo>
                  <a:lnTo>
                    <a:pt x="1058002" y="56787"/>
                  </a:lnTo>
                  <a:lnTo>
                    <a:pt x="1149125" y="72455"/>
                  </a:lnTo>
                  <a:lnTo>
                    <a:pt x="1235704" y="90076"/>
                  </a:lnTo>
                  <a:lnTo>
                    <a:pt x="1316566" y="109740"/>
                  </a:lnTo>
                  <a:lnTo>
                    <a:pt x="1391300" y="131618"/>
                  </a:lnTo>
                  <a:lnTo>
                    <a:pt x="1460058" y="155965"/>
                  </a:lnTo>
                  <a:lnTo>
                    <a:pt x="1523362" y="183114"/>
                  </a:lnTo>
                  <a:lnTo>
                    <a:pt x="1581963" y="213462"/>
                  </a:lnTo>
                  <a:lnTo>
                    <a:pt x="1636719" y="247445"/>
                  </a:lnTo>
                  <a:lnTo>
                    <a:pt x="1688520" y="285495"/>
                  </a:lnTo>
                  <a:lnTo>
                    <a:pt x="1738210" y="327957"/>
                  </a:lnTo>
                  <a:lnTo>
                    <a:pt x="1768425" y="356712"/>
                  </a:lnTo>
                  <a:lnTo>
                    <a:pt x="1809629" y="399417"/>
                  </a:lnTo>
                  <a:lnTo>
                    <a:pt x="1850437" y="445571"/>
                  </a:lnTo>
                  <a:lnTo>
                    <a:pt x="1891139" y="495244"/>
                  </a:lnTo>
                  <a:lnTo>
                    <a:pt x="1931954" y="548433"/>
                  </a:lnTo>
                  <a:lnTo>
                    <a:pt x="1973041" y="605058"/>
                  </a:lnTo>
                  <a:lnTo>
                    <a:pt x="2014501" y="664956"/>
                  </a:lnTo>
                  <a:lnTo>
                    <a:pt x="2056385" y="727874"/>
                  </a:lnTo>
                  <a:lnTo>
                    <a:pt x="2098699" y="793472"/>
                  </a:lnTo>
                  <a:lnTo>
                    <a:pt x="2141409" y="861325"/>
                  </a:lnTo>
                  <a:lnTo>
                    <a:pt x="2184445" y="930934"/>
                  </a:lnTo>
                  <a:lnTo>
                    <a:pt x="2227712" y="1001742"/>
                  </a:lnTo>
                  <a:lnTo>
                    <a:pt x="2271097" y="1073147"/>
                  </a:lnTo>
                  <a:lnTo>
                    <a:pt x="2314477" y="1144525"/>
                  </a:lnTo>
                  <a:lnTo>
                    <a:pt x="2357730" y="1215255"/>
                  </a:lnTo>
                  <a:lnTo>
                    <a:pt x="2400742" y="1284738"/>
                  </a:lnTo>
                  <a:lnTo>
                    <a:pt x="2443420" y="1352419"/>
                  </a:lnTo>
                  <a:lnTo>
                    <a:pt x="2485699" y="1417806"/>
                  </a:lnTo>
                  <a:lnTo>
                    <a:pt x="2527547" y="1480482"/>
                  </a:lnTo>
                  <a:lnTo>
                    <a:pt x="2568972" y="1540113"/>
                  </a:lnTo>
                  <a:lnTo>
                    <a:pt x="2610031" y="1596454"/>
                  </a:lnTo>
                  <a:lnTo>
                    <a:pt x="2650830" y="1649349"/>
                  </a:lnTo>
                  <a:lnTo>
                    <a:pt x="2691532" y="1698725"/>
                  </a:lnTo>
                  <a:lnTo>
                    <a:pt x="2732361" y="1744586"/>
                  </a:lnTo>
                  <a:lnTo>
                    <a:pt x="2770117" y="1783564"/>
                  </a:lnTo>
                  <a:lnTo>
                    <a:pt x="2818868" y="1828862"/>
                  </a:lnTo>
                  <a:lnTo>
                    <a:pt x="2869260" y="1869630"/>
                  </a:lnTo>
                  <a:lnTo>
                    <a:pt x="2922073" y="1906099"/>
                  </a:lnTo>
                  <a:lnTo>
                    <a:pt x="2978174" y="1938660"/>
                  </a:lnTo>
                  <a:lnTo>
                    <a:pt x="3038451" y="1967752"/>
                  </a:lnTo>
                  <a:lnTo>
                    <a:pt x="3103733" y="1993801"/>
                  </a:lnTo>
                  <a:lnTo>
                    <a:pt x="3174698" y="2017182"/>
                  </a:lnTo>
                  <a:lnTo>
                    <a:pt x="3251751" y="2038199"/>
                  </a:lnTo>
                  <a:lnTo>
                    <a:pt x="3334854" y="2057078"/>
                  </a:lnTo>
                  <a:lnTo>
                    <a:pt x="3423331" y="2073956"/>
                  </a:lnTo>
                  <a:lnTo>
                    <a:pt x="3515675" y="2088896"/>
                  </a:lnTo>
                  <a:lnTo>
                    <a:pt x="3609406" y="2101893"/>
                  </a:lnTo>
                  <a:lnTo>
                    <a:pt x="3701093" y="2112904"/>
                  </a:lnTo>
                  <a:lnTo>
                    <a:pt x="3786619" y="2121889"/>
                  </a:lnTo>
                  <a:lnTo>
                    <a:pt x="3861746" y="2128854"/>
                  </a:lnTo>
                  <a:lnTo>
                    <a:pt x="3922892" y="2133895"/>
                  </a:lnTo>
                  <a:lnTo>
                    <a:pt x="3967934" y="2137217"/>
                  </a:lnTo>
                  <a:lnTo>
                    <a:pt x="3996766" y="2139129"/>
                  </a:lnTo>
                  <a:lnTo>
                    <a:pt x="4011468" y="2140010"/>
                  </a:lnTo>
                  <a:lnTo>
                    <a:pt x="4016113" y="2140262"/>
                  </a:lnTo>
                  <a:lnTo>
                    <a:pt x="4016409" y="2140277"/>
                  </a:lnTo>
                  <a:lnTo>
                    <a:pt x="4538543" y="2140277"/>
                  </a:lnTo>
                  <a:lnTo>
                    <a:pt x="4539781" y="2140235"/>
                  </a:lnTo>
                  <a:lnTo>
                    <a:pt x="4547879" y="2139936"/>
                  </a:lnTo>
                  <a:lnTo>
                    <a:pt x="4568143" y="2139109"/>
                  </a:lnTo>
                  <a:lnTo>
                    <a:pt x="4603984" y="2137484"/>
                  </a:lnTo>
                  <a:lnTo>
                    <a:pt x="4656621" y="2134821"/>
                  </a:lnTo>
                  <a:lnTo>
                    <a:pt x="4725008" y="2130940"/>
                  </a:lnTo>
                  <a:lnTo>
                    <a:pt x="4806200" y="2125735"/>
                  </a:lnTo>
                  <a:lnTo>
                    <a:pt x="4896083" y="2119171"/>
                  </a:lnTo>
                  <a:lnTo>
                    <a:pt x="4990248" y="2111262"/>
                  </a:lnTo>
                  <a:lnTo>
                    <a:pt x="5084719" y="2102040"/>
                  </a:lnTo>
                  <a:lnTo>
                    <a:pt x="5176408" y="2091524"/>
                  </a:lnTo>
                  <a:lnTo>
                    <a:pt x="5263258" y="2079696"/>
                  </a:lnTo>
                  <a:lnTo>
                    <a:pt x="5344167" y="2066490"/>
                  </a:lnTo>
                  <a:lnTo>
                    <a:pt x="5418805" y="2051782"/>
                  </a:lnTo>
                  <a:lnTo>
                    <a:pt x="5487395" y="2035390"/>
                  </a:lnTo>
                  <a:lnTo>
                    <a:pt x="5550526" y="2017081"/>
                  </a:lnTo>
                  <a:lnTo>
                    <a:pt x="5608998" y="1996582"/>
                  </a:lnTo>
                  <a:lnTo>
                    <a:pt x="5663713" y="1973595"/>
                  </a:lnTo>
                  <a:lnTo>
                    <a:pt x="5715585" y="1947834"/>
                  </a:lnTo>
                  <a:lnTo>
                    <a:pt x="5765467" y="1919088"/>
                  </a:lnTo>
                  <a:lnTo>
                    <a:pt x="5784835" y="1906861"/>
                  </a:lnTo>
                  <a:lnTo>
                    <a:pt x="5831291" y="1875169"/>
                  </a:lnTo>
                  <a:lnTo>
                    <a:pt x="5877294" y="1840594"/>
                  </a:lnTo>
                  <a:lnTo>
                    <a:pt x="5923239" y="1803084"/>
                  </a:lnTo>
                  <a:lnTo>
                    <a:pt x="5969413" y="1762664"/>
                  </a:lnTo>
                  <a:lnTo>
                    <a:pt x="6016006" y="1719443"/>
                  </a:lnTo>
                  <a:lnTo>
                    <a:pt x="6063122" y="1673624"/>
                  </a:lnTo>
                  <a:lnTo>
                    <a:pt x="6110787" y="1625504"/>
                  </a:lnTo>
                  <a:lnTo>
                    <a:pt x="6158961" y="1575466"/>
                  </a:lnTo>
                  <a:lnTo>
                    <a:pt x="6207547" y="1523978"/>
                  </a:lnTo>
                  <a:lnTo>
                    <a:pt x="6256406" y="1471569"/>
                  </a:lnTo>
                  <a:lnTo>
                    <a:pt x="6305371" y="1418809"/>
                  </a:lnTo>
                  <a:lnTo>
                    <a:pt x="6354265" y="1366285"/>
                  </a:lnTo>
                  <a:lnTo>
                    <a:pt x="6402917" y="1314573"/>
                  </a:lnTo>
                  <a:lnTo>
                    <a:pt x="6451180" y="1264213"/>
                  </a:lnTo>
                  <a:lnTo>
                    <a:pt x="6498950" y="1215683"/>
                  </a:lnTo>
                  <a:lnTo>
                    <a:pt x="6546174" y="1169388"/>
                  </a:lnTo>
                  <a:lnTo>
                    <a:pt x="6592863" y="1125640"/>
                  </a:lnTo>
                  <a:lnTo>
                    <a:pt x="6639107" y="1084660"/>
                  </a:lnTo>
                  <a:lnTo>
                    <a:pt x="6685078" y="1046575"/>
                  </a:lnTo>
                  <a:lnTo>
                    <a:pt x="6731042" y="1011427"/>
                  </a:lnTo>
                  <a:lnTo>
                    <a:pt x="6777373" y="979178"/>
                  </a:lnTo>
                  <a:lnTo>
                    <a:pt x="6786527" y="973195"/>
                  </a:lnTo>
                  <a:lnTo>
                    <a:pt x="6835828" y="943242"/>
                  </a:lnTo>
                  <a:lnTo>
                    <a:pt x="6886816" y="916317"/>
                  </a:lnTo>
                  <a:lnTo>
                    <a:pt x="6940297" y="892263"/>
                  </a:lnTo>
                  <a:lnTo>
                    <a:pt x="6997171" y="870815"/>
                  </a:lnTo>
                  <a:lnTo>
                    <a:pt x="7058354" y="851674"/>
                  </a:lnTo>
                  <a:lnTo>
                    <a:pt x="7124697" y="834553"/>
                  </a:lnTo>
                  <a:lnTo>
                    <a:pt x="7196889" y="819202"/>
                  </a:lnTo>
                  <a:lnTo>
                    <a:pt x="7275318" y="805419"/>
                  </a:lnTo>
                  <a:lnTo>
                    <a:pt x="7359900" y="793057"/>
                  </a:lnTo>
                  <a:lnTo>
                    <a:pt x="7449862" y="782026"/>
                  </a:lnTo>
                  <a:lnTo>
                    <a:pt x="7543543" y="772291"/>
                  </a:lnTo>
                  <a:lnTo>
                    <a:pt x="7638262" y="763858"/>
                  </a:lnTo>
                  <a:lnTo>
                    <a:pt x="7730358" y="756758"/>
                  </a:lnTo>
                  <a:lnTo>
                    <a:pt x="7815519" y="751015"/>
                  </a:lnTo>
                  <a:lnTo>
                    <a:pt x="7889413" y="746619"/>
                  </a:lnTo>
                  <a:lnTo>
                    <a:pt x="7948531" y="743491"/>
                  </a:lnTo>
                  <a:lnTo>
                    <a:pt x="7991007" y="741481"/>
                  </a:lnTo>
                  <a:lnTo>
                    <a:pt x="8017149" y="740369"/>
                  </a:lnTo>
                  <a:lnTo>
                    <a:pt x="8029528" y="739894"/>
                  </a:lnTo>
                  <a:lnTo>
                    <a:pt x="8032740" y="739781"/>
                  </a:lnTo>
                  <a:lnTo>
                    <a:pt x="8032819" y="739779"/>
                  </a:lnTo>
                  <a:lnTo>
                    <a:pt x="8554953" y="739779"/>
                  </a:lnTo>
                  <a:lnTo>
                    <a:pt x="8554953" y="739779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448" name="pl448"/>
            <p:cNvSpPr/>
            <p:nvPr/>
          </p:nvSpPr>
          <p:spPr>
            <a:xfrm>
              <a:off x="386606" y="2687692"/>
              <a:ext cx="8554953" cy="2140277"/>
            </a:xfrm>
            <a:custGeom>
              <a:avLst/>
              <a:pathLst>
                <a:path w="8554953" h="2140277">
                  <a:moveTo>
                    <a:pt x="8554953" y="739779"/>
                  </a:moveTo>
                  <a:lnTo>
                    <a:pt x="8032819" y="739779"/>
                  </a:lnTo>
                  <a:lnTo>
                    <a:pt x="8031581" y="739821"/>
                  </a:lnTo>
                  <a:lnTo>
                    <a:pt x="8023483" y="740120"/>
                  </a:lnTo>
                  <a:lnTo>
                    <a:pt x="8003219" y="740947"/>
                  </a:lnTo>
                  <a:lnTo>
                    <a:pt x="7967378" y="742572"/>
                  </a:lnTo>
                  <a:lnTo>
                    <a:pt x="7914741" y="745235"/>
                  </a:lnTo>
                  <a:lnTo>
                    <a:pt x="7846354" y="749116"/>
                  </a:lnTo>
                  <a:lnTo>
                    <a:pt x="7765162" y="754321"/>
                  </a:lnTo>
                  <a:lnTo>
                    <a:pt x="7675279" y="760885"/>
                  </a:lnTo>
                  <a:lnTo>
                    <a:pt x="7581114" y="768794"/>
                  </a:lnTo>
                  <a:lnTo>
                    <a:pt x="7486643" y="778016"/>
                  </a:lnTo>
                  <a:lnTo>
                    <a:pt x="7394954" y="788532"/>
                  </a:lnTo>
                  <a:lnTo>
                    <a:pt x="7308104" y="800360"/>
                  </a:lnTo>
                  <a:lnTo>
                    <a:pt x="7227195" y="813566"/>
                  </a:lnTo>
                  <a:lnTo>
                    <a:pt x="7152557" y="828275"/>
                  </a:lnTo>
                  <a:lnTo>
                    <a:pt x="7083967" y="844667"/>
                  </a:lnTo>
                  <a:lnTo>
                    <a:pt x="7020836" y="862975"/>
                  </a:lnTo>
                  <a:lnTo>
                    <a:pt x="6962364" y="883474"/>
                  </a:lnTo>
                  <a:lnTo>
                    <a:pt x="6907649" y="906461"/>
                  </a:lnTo>
                  <a:lnTo>
                    <a:pt x="6855777" y="932222"/>
                  </a:lnTo>
                  <a:lnTo>
                    <a:pt x="6805895" y="960968"/>
                  </a:lnTo>
                  <a:lnTo>
                    <a:pt x="6786527" y="973195"/>
                  </a:lnTo>
                  <a:lnTo>
                    <a:pt x="6740071" y="1004887"/>
                  </a:lnTo>
                  <a:lnTo>
                    <a:pt x="6694068" y="1039462"/>
                  </a:lnTo>
                  <a:lnTo>
                    <a:pt x="6648123" y="1076972"/>
                  </a:lnTo>
                  <a:lnTo>
                    <a:pt x="6601949" y="1117393"/>
                  </a:lnTo>
                  <a:lnTo>
                    <a:pt x="6555356" y="1160613"/>
                  </a:lnTo>
                  <a:lnTo>
                    <a:pt x="6508240" y="1206432"/>
                  </a:lnTo>
                  <a:lnTo>
                    <a:pt x="6460575" y="1254553"/>
                  </a:lnTo>
                  <a:lnTo>
                    <a:pt x="6412401" y="1304590"/>
                  </a:lnTo>
                  <a:lnTo>
                    <a:pt x="6363815" y="1356078"/>
                  </a:lnTo>
                  <a:lnTo>
                    <a:pt x="6314956" y="1408487"/>
                  </a:lnTo>
                  <a:lnTo>
                    <a:pt x="6265991" y="1461248"/>
                  </a:lnTo>
                  <a:lnTo>
                    <a:pt x="6217097" y="1513772"/>
                  </a:lnTo>
                  <a:lnTo>
                    <a:pt x="6168445" y="1565483"/>
                  </a:lnTo>
                  <a:lnTo>
                    <a:pt x="6120181" y="1615844"/>
                  </a:lnTo>
                  <a:lnTo>
                    <a:pt x="6072412" y="1664373"/>
                  </a:lnTo>
                  <a:lnTo>
                    <a:pt x="6025188" y="1710668"/>
                  </a:lnTo>
                  <a:lnTo>
                    <a:pt x="5978498" y="1754416"/>
                  </a:lnTo>
                  <a:lnTo>
                    <a:pt x="5932254" y="1795397"/>
                  </a:lnTo>
                  <a:lnTo>
                    <a:pt x="5886284" y="1833481"/>
                  </a:lnTo>
                  <a:lnTo>
                    <a:pt x="5840320" y="1868629"/>
                  </a:lnTo>
                  <a:lnTo>
                    <a:pt x="5793989" y="1900878"/>
                  </a:lnTo>
                  <a:lnTo>
                    <a:pt x="5784835" y="1906861"/>
                  </a:lnTo>
                  <a:lnTo>
                    <a:pt x="5735534" y="1936814"/>
                  </a:lnTo>
                  <a:lnTo>
                    <a:pt x="5684546" y="1963739"/>
                  </a:lnTo>
                  <a:lnTo>
                    <a:pt x="5631064" y="1987793"/>
                  </a:lnTo>
                  <a:lnTo>
                    <a:pt x="5574190" y="2009241"/>
                  </a:lnTo>
                  <a:lnTo>
                    <a:pt x="5513008" y="2028383"/>
                  </a:lnTo>
                  <a:lnTo>
                    <a:pt x="5446665" y="2045503"/>
                  </a:lnTo>
                  <a:lnTo>
                    <a:pt x="5374473" y="2060854"/>
                  </a:lnTo>
                  <a:lnTo>
                    <a:pt x="5296044" y="2074637"/>
                  </a:lnTo>
                  <a:lnTo>
                    <a:pt x="5211462" y="2086999"/>
                  </a:lnTo>
                  <a:lnTo>
                    <a:pt x="5121500" y="2098030"/>
                  </a:lnTo>
                  <a:lnTo>
                    <a:pt x="5027819" y="2107765"/>
                  </a:lnTo>
                  <a:lnTo>
                    <a:pt x="4933100" y="2116198"/>
                  </a:lnTo>
                  <a:lnTo>
                    <a:pt x="4841004" y="2123298"/>
                  </a:lnTo>
                  <a:lnTo>
                    <a:pt x="4755843" y="2129041"/>
                  </a:lnTo>
                  <a:lnTo>
                    <a:pt x="4681949" y="2133438"/>
                  </a:lnTo>
                  <a:lnTo>
                    <a:pt x="4622831" y="2136565"/>
                  </a:lnTo>
                  <a:lnTo>
                    <a:pt x="4580355" y="2138575"/>
                  </a:lnTo>
                  <a:lnTo>
                    <a:pt x="4554213" y="2139687"/>
                  </a:lnTo>
                  <a:lnTo>
                    <a:pt x="4541834" y="2140163"/>
                  </a:lnTo>
                  <a:lnTo>
                    <a:pt x="4538622" y="2140275"/>
                  </a:lnTo>
                  <a:lnTo>
                    <a:pt x="4538543" y="2140277"/>
                  </a:lnTo>
                  <a:lnTo>
                    <a:pt x="4016409" y="2140277"/>
                  </a:lnTo>
                  <a:lnTo>
                    <a:pt x="4015211" y="2140215"/>
                  </a:lnTo>
                  <a:lnTo>
                    <a:pt x="4007366" y="2139773"/>
                  </a:lnTo>
                  <a:lnTo>
                    <a:pt x="3987714" y="2138551"/>
                  </a:lnTo>
                  <a:lnTo>
                    <a:pt x="3952898" y="2136148"/>
                  </a:lnTo>
                  <a:lnTo>
                    <a:pt x="3901656" y="2132210"/>
                  </a:lnTo>
                  <a:lnTo>
                    <a:pt x="3834895" y="2126461"/>
                  </a:lnTo>
                  <a:lnTo>
                    <a:pt x="3755372" y="2118740"/>
                  </a:lnTo>
                  <a:lnTo>
                    <a:pt x="3667017" y="2108989"/>
                  </a:lnTo>
                  <a:lnTo>
                    <a:pt x="3574103" y="2097223"/>
                  </a:lnTo>
                  <a:lnTo>
                    <a:pt x="3480541" y="2083490"/>
                  </a:lnTo>
                  <a:lnTo>
                    <a:pt x="3389417" y="2067822"/>
                  </a:lnTo>
                  <a:lnTo>
                    <a:pt x="3302838" y="2050201"/>
                  </a:lnTo>
                  <a:lnTo>
                    <a:pt x="3221976" y="2030537"/>
                  </a:lnTo>
                  <a:lnTo>
                    <a:pt x="3147242" y="2008659"/>
                  </a:lnTo>
                  <a:lnTo>
                    <a:pt x="3078484" y="1984312"/>
                  </a:lnTo>
                  <a:lnTo>
                    <a:pt x="3015180" y="1957163"/>
                  </a:lnTo>
                  <a:lnTo>
                    <a:pt x="2956580" y="1926815"/>
                  </a:lnTo>
                  <a:lnTo>
                    <a:pt x="2901823" y="1892831"/>
                  </a:lnTo>
                  <a:lnTo>
                    <a:pt x="2850022" y="1854781"/>
                  </a:lnTo>
                  <a:lnTo>
                    <a:pt x="2800332" y="1812319"/>
                  </a:lnTo>
                  <a:lnTo>
                    <a:pt x="2770117" y="1783564"/>
                  </a:lnTo>
                  <a:lnTo>
                    <a:pt x="2728913" y="1740860"/>
                  </a:lnTo>
                  <a:lnTo>
                    <a:pt x="2688105" y="1694706"/>
                  </a:lnTo>
                  <a:lnTo>
                    <a:pt x="2647403" y="1645033"/>
                  </a:lnTo>
                  <a:lnTo>
                    <a:pt x="2606588" y="1591844"/>
                  </a:lnTo>
                  <a:lnTo>
                    <a:pt x="2565501" y="1535219"/>
                  </a:lnTo>
                  <a:lnTo>
                    <a:pt x="2524042" y="1475321"/>
                  </a:lnTo>
                  <a:lnTo>
                    <a:pt x="2482157" y="1412403"/>
                  </a:lnTo>
                  <a:lnTo>
                    <a:pt x="2439843" y="1346805"/>
                  </a:lnTo>
                  <a:lnTo>
                    <a:pt x="2397134" y="1278952"/>
                  </a:lnTo>
                  <a:lnTo>
                    <a:pt x="2354097" y="1209342"/>
                  </a:lnTo>
                  <a:lnTo>
                    <a:pt x="2310830" y="1138534"/>
                  </a:lnTo>
                  <a:lnTo>
                    <a:pt x="2267445" y="1067130"/>
                  </a:lnTo>
                  <a:lnTo>
                    <a:pt x="2224065" y="995752"/>
                  </a:lnTo>
                  <a:lnTo>
                    <a:pt x="2180813" y="925022"/>
                  </a:lnTo>
                  <a:lnTo>
                    <a:pt x="2137801" y="855539"/>
                  </a:lnTo>
                  <a:lnTo>
                    <a:pt x="2095122" y="787858"/>
                  </a:lnTo>
                  <a:lnTo>
                    <a:pt x="2052843" y="722471"/>
                  </a:lnTo>
                  <a:lnTo>
                    <a:pt x="2010995" y="659795"/>
                  </a:lnTo>
                  <a:lnTo>
                    <a:pt x="1969570" y="600164"/>
                  </a:lnTo>
                  <a:lnTo>
                    <a:pt x="1928511" y="543822"/>
                  </a:lnTo>
                  <a:lnTo>
                    <a:pt x="1887712" y="490927"/>
                  </a:lnTo>
                  <a:lnTo>
                    <a:pt x="1847010" y="441552"/>
                  </a:lnTo>
                  <a:lnTo>
                    <a:pt x="1806181" y="395691"/>
                  </a:lnTo>
                  <a:lnTo>
                    <a:pt x="1768425" y="356712"/>
                  </a:lnTo>
                  <a:lnTo>
                    <a:pt x="1719674" y="311415"/>
                  </a:lnTo>
                  <a:lnTo>
                    <a:pt x="1669282" y="270647"/>
                  </a:lnTo>
                  <a:lnTo>
                    <a:pt x="1616469" y="234178"/>
                  </a:lnTo>
                  <a:lnTo>
                    <a:pt x="1560368" y="201617"/>
                  </a:lnTo>
                  <a:lnTo>
                    <a:pt x="1500091" y="172525"/>
                  </a:lnTo>
                  <a:lnTo>
                    <a:pt x="1434810" y="146476"/>
                  </a:lnTo>
                  <a:lnTo>
                    <a:pt x="1363844" y="123095"/>
                  </a:lnTo>
                  <a:lnTo>
                    <a:pt x="1286791" y="102077"/>
                  </a:lnTo>
                  <a:lnTo>
                    <a:pt x="1203689" y="83199"/>
                  </a:lnTo>
                  <a:lnTo>
                    <a:pt x="1115211" y="66321"/>
                  </a:lnTo>
                  <a:lnTo>
                    <a:pt x="1022867" y="51381"/>
                  </a:lnTo>
                  <a:lnTo>
                    <a:pt x="929136" y="38384"/>
                  </a:lnTo>
                  <a:lnTo>
                    <a:pt x="837449" y="27373"/>
                  </a:lnTo>
                  <a:lnTo>
                    <a:pt x="751923" y="18388"/>
                  </a:lnTo>
                  <a:lnTo>
                    <a:pt x="676796" y="11423"/>
                  </a:lnTo>
                  <a:lnTo>
                    <a:pt x="615650" y="6382"/>
                  </a:lnTo>
                  <a:lnTo>
                    <a:pt x="570608" y="3060"/>
                  </a:lnTo>
                  <a:lnTo>
                    <a:pt x="541776" y="1148"/>
                  </a:lnTo>
                  <a:lnTo>
                    <a:pt x="527074" y="267"/>
                  </a:lnTo>
                  <a:lnTo>
                    <a:pt x="522429" y="14"/>
                  </a:lnTo>
                  <a:lnTo>
                    <a:pt x="522133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449" name="pg449"/>
            <p:cNvSpPr/>
            <p:nvPr/>
          </p:nvSpPr>
          <p:spPr>
            <a:xfrm>
              <a:off x="386606" y="2710281"/>
              <a:ext cx="8554953" cy="2151572"/>
            </a:xfrm>
            <a:custGeom>
              <a:avLst/>
              <a:pathLst>
                <a:path w="8554953" h="2151572">
                  <a:moveTo>
                    <a:pt x="0" y="5647"/>
                  </a:moveTo>
                  <a:lnTo>
                    <a:pt x="522133" y="5647"/>
                  </a:lnTo>
                  <a:lnTo>
                    <a:pt x="523331" y="5709"/>
                  </a:lnTo>
                  <a:lnTo>
                    <a:pt x="531174" y="6152"/>
                  </a:lnTo>
                  <a:lnTo>
                    <a:pt x="550820" y="7377"/>
                  </a:lnTo>
                  <a:lnTo>
                    <a:pt x="585627" y="9785"/>
                  </a:lnTo>
                  <a:lnTo>
                    <a:pt x="636857" y="13733"/>
                  </a:lnTo>
                  <a:lnTo>
                    <a:pt x="703603" y="19495"/>
                  </a:lnTo>
                  <a:lnTo>
                    <a:pt x="783110" y="27234"/>
                  </a:lnTo>
                  <a:lnTo>
                    <a:pt x="871452" y="37009"/>
                  </a:lnTo>
                  <a:lnTo>
                    <a:pt x="964354" y="48803"/>
                  </a:lnTo>
                  <a:lnTo>
                    <a:pt x="1057909" y="62569"/>
                  </a:lnTo>
                  <a:lnTo>
                    <a:pt x="1149027" y="78275"/>
                  </a:lnTo>
                  <a:lnTo>
                    <a:pt x="1235603" y="95939"/>
                  </a:lnTo>
                  <a:lnTo>
                    <a:pt x="1316465" y="115650"/>
                  </a:lnTo>
                  <a:lnTo>
                    <a:pt x="1391200" y="137580"/>
                  </a:lnTo>
                  <a:lnTo>
                    <a:pt x="1459959" y="161985"/>
                  </a:lnTo>
                  <a:lnTo>
                    <a:pt x="1523265" y="189198"/>
                  </a:lnTo>
                  <a:lnTo>
                    <a:pt x="1581866" y="219618"/>
                  </a:lnTo>
                  <a:lnTo>
                    <a:pt x="1636623" y="253681"/>
                  </a:lnTo>
                  <a:lnTo>
                    <a:pt x="1688424" y="291819"/>
                  </a:lnTo>
                  <a:lnTo>
                    <a:pt x="1738112" y="334380"/>
                  </a:lnTo>
                  <a:lnTo>
                    <a:pt x="1768425" y="363301"/>
                  </a:lnTo>
                  <a:lnTo>
                    <a:pt x="1809593" y="406078"/>
                  </a:lnTo>
                  <a:lnTo>
                    <a:pt x="1850365" y="452309"/>
                  </a:lnTo>
                  <a:lnTo>
                    <a:pt x="1891031" y="502061"/>
                  </a:lnTo>
                  <a:lnTo>
                    <a:pt x="1931810" y="555332"/>
                  </a:lnTo>
                  <a:lnTo>
                    <a:pt x="1972859" y="612044"/>
                  </a:lnTo>
                  <a:lnTo>
                    <a:pt x="2014280" y="672032"/>
                  </a:lnTo>
                  <a:lnTo>
                    <a:pt x="2056125" y="735043"/>
                  </a:lnTo>
                  <a:lnTo>
                    <a:pt x="2098399" y="800739"/>
                  </a:lnTo>
                  <a:lnTo>
                    <a:pt x="2141068" y="868696"/>
                  </a:lnTo>
                  <a:lnTo>
                    <a:pt x="2184064" y="938416"/>
                  </a:lnTo>
                  <a:lnTo>
                    <a:pt x="2227291" y="1009339"/>
                  </a:lnTo>
                  <a:lnTo>
                    <a:pt x="2270638" y="1080866"/>
                  </a:lnTo>
                  <a:lnTo>
                    <a:pt x="2313980" y="1152373"/>
                  </a:lnTo>
                  <a:lnTo>
                    <a:pt x="2357196" y="1223238"/>
                  </a:lnTo>
                  <a:lnTo>
                    <a:pt x="2400174" y="1292862"/>
                  </a:lnTo>
                  <a:lnTo>
                    <a:pt x="2442820" y="1360691"/>
                  </a:lnTo>
                  <a:lnTo>
                    <a:pt x="2485068" y="1426229"/>
                  </a:lnTo>
                  <a:lnTo>
                    <a:pt x="2526885" y="1489060"/>
                  </a:lnTo>
                  <a:lnTo>
                    <a:pt x="2568281" y="1548847"/>
                  </a:lnTo>
                  <a:lnTo>
                    <a:pt x="2609309" y="1605346"/>
                  </a:lnTo>
                  <a:lnTo>
                    <a:pt x="2650075" y="1658397"/>
                  </a:lnTo>
                  <a:lnTo>
                    <a:pt x="2690741" y="1707926"/>
                  </a:lnTo>
                  <a:lnTo>
                    <a:pt x="2731529" y="1753937"/>
                  </a:lnTo>
                  <a:lnTo>
                    <a:pt x="2770117" y="1793918"/>
                  </a:lnTo>
                  <a:lnTo>
                    <a:pt x="2818863" y="1839330"/>
                  </a:lnTo>
                  <a:lnTo>
                    <a:pt x="2869250" y="1880202"/>
                  </a:lnTo>
                  <a:lnTo>
                    <a:pt x="2922057" y="1916765"/>
                  </a:lnTo>
                  <a:lnTo>
                    <a:pt x="2978151" y="1949410"/>
                  </a:lnTo>
                  <a:lnTo>
                    <a:pt x="3038419" y="1978577"/>
                  </a:lnTo>
                  <a:lnTo>
                    <a:pt x="3103692" y="2004694"/>
                  </a:lnTo>
                  <a:lnTo>
                    <a:pt x="3174647" y="2028136"/>
                  </a:lnTo>
                  <a:lnTo>
                    <a:pt x="3251687" y="2049208"/>
                  </a:lnTo>
                  <a:lnTo>
                    <a:pt x="3334776" y="2068136"/>
                  </a:lnTo>
                  <a:lnTo>
                    <a:pt x="3423240" y="2085059"/>
                  </a:lnTo>
                  <a:lnTo>
                    <a:pt x="3515572" y="2100039"/>
                  </a:lnTo>
                  <a:lnTo>
                    <a:pt x="3609294" y="2113071"/>
                  </a:lnTo>
                  <a:lnTo>
                    <a:pt x="3700977" y="2124113"/>
                  </a:lnTo>
                  <a:lnTo>
                    <a:pt x="3786506" y="2133123"/>
                  </a:lnTo>
                  <a:lnTo>
                    <a:pt x="3861643" y="2140109"/>
                  </a:lnTo>
                  <a:lnTo>
                    <a:pt x="3922807" y="2145165"/>
                  </a:lnTo>
                  <a:lnTo>
                    <a:pt x="3967871" y="2148499"/>
                  </a:lnTo>
                  <a:lnTo>
                    <a:pt x="3996728" y="2150418"/>
                  </a:lnTo>
                  <a:lnTo>
                    <a:pt x="4011451" y="2151302"/>
                  </a:lnTo>
                  <a:lnTo>
                    <a:pt x="4016110" y="2151557"/>
                  </a:lnTo>
                  <a:lnTo>
                    <a:pt x="4016409" y="2151572"/>
                  </a:lnTo>
                  <a:lnTo>
                    <a:pt x="4538543" y="2151572"/>
                  </a:lnTo>
                  <a:lnTo>
                    <a:pt x="4539797" y="2151542"/>
                  </a:lnTo>
                  <a:lnTo>
                    <a:pt x="4547999" y="2151332"/>
                  </a:lnTo>
                  <a:lnTo>
                    <a:pt x="4568513" y="2150750"/>
                  </a:lnTo>
                  <a:lnTo>
                    <a:pt x="4604774" y="2149608"/>
                  </a:lnTo>
                  <a:lnTo>
                    <a:pt x="4657978" y="2147737"/>
                  </a:lnTo>
                  <a:lnTo>
                    <a:pt x="4727024" y="2145012"/>
                  </a:lnTo>
                  <a:lnTo>
                    <a:pt x="4808889" y="2141359"/>
                  </a:lnTo>
                  <a:lnTo>
                    <a:pt x="4899385" y="2136754"/>
                  </a:lnTo>
                  <a:lnTo>
                    <a:pt x="4994046" y="2131210"/>
                  </a:lnTo>
                  <a:lnTo>
                    <a:pt x="5088873" y="2124747"/>
                  </a:lnTo>
                  <a:lnTo>
                    <a:pt x="5180780" y="2117379"/>
                  </a:lnTo>
                  <a:lnTo>
                    <a:pt x="5267730" y="2109092"/>
                  </a:lnTo>
                  <a:lnTo>
                    <a:pt x="5348652" y="2099837"/>
                  </a:lnTo>
                  <a:lnTo>
                    <a:pt x="5423246" y="2089524"/>
                  </a:lnTo>
                  <a:lnTo>
                    <a:pt x="5491767" y="2078023"/>
                  </a:lnTo>
                  <a:lnTo>
                    <a:pt x="5554829" y="2065171"/>
                  </a:lnTo>
                  <a:lnTo>
                    <a:pt x="5613253" y="2050770"/>
                  </a:lnTo>
                  <a:lnTo>
                    <a:pt x="5667957" y="2034613"/>
                  </a:lnTo>
                  <a:lnTo>
                    <a:pt x="5719864" y="2016500"/>
                  </a:lnTo>
                  <a:lnTo>
                    <a:pt x="5769832" y="1996291"/>
                  </a:lnTo>
                  <a:lnTo>
                    <a:pt x="5784835" y="1989686"/>
                  </a:lnTo>
                  <a:lnTo>
                    <a:pt x="5834588" y="1966060"/>
                  </a:lnTo>
                  <a:lnTo>
                    <a:pt x="5883857" y="1940133"/>
                  </a:lnTo>
                  <a:lnTo>
                    <a:pt x="5933112" y="1911870"/>
                  </a:lnTo>
                  <a:lnTo>
                    <a:pt x="5982684" y="1881302"/>
                  </a:lnTo>
                  <a:lnTo>
                    <a:pt x="6032779" y="1848545"/>
                  </a:lnTo>
                  <a:lnTo>
                    <a:pt x="6083494" y="1813796"/>
                  </a:lnTo>
                  <a:lnTo>
                    <a:pt x="6134828" y="1777337"/>
                  </a:lnTo>
                  <a:lnTo>
                    <a:pt x="6186697" y="1739532"/>
                  </a:lnTo>
                  <a:lnTo>
                    <a:pt x="6238953" y="1700808"/>
                  </a:lnTo>
                  <a:lnTo>
                    <a:pt x="6291400" y="1661640"/>
                  </a:lnTo>
                  <a:lnTo>
                    <a:pt x="6343823" y="1622527"/>
                  </a:lnTo>
                  <a:lnTo>
                    <a:pt x="6396010" y="1583964"/>
                  </a:lnTo>
                  <a:lnTo>
                    <a:pt x="6447773" y="1546417"/>
                  </a:lnTo>
                  <a:lnTo>
                    <a:pt x="6498976" y="1510303"/>
                  </a:lnTo>
                  <a:lnTo>
                    <a:pt x="6549553" y="1475967"/>
                  </a:lnTo>
                  <a:lnTo>
                    <a:pt x="6599523" y="1443673"/>
                  </a:lnTo>
                  <a:lnTo>
                    <a:pt x="6649004" y="1413601"/>
                  </a:lnTo>
                  <a:lnTo>
                    <a:pt x="6698229" y="1385846"/>
                  </a:lnTo>
                  <a:lnTo>
                    <a:pt x="6747558" y="1360427"/>
                  </a:lnTo>
                  <a:lnTo>
                    <a:pt x="6786527" y="1342144"/>
                  </a:lnTo>
                  <a:lnTo>
                    <a:pt x="6836050" y="1321282"/>
                  </a:lnTo>
                  <a:lnTo>
                    <a:pt x="6887279" y="1302539"/>
                  </a:lnTo>
                  <a:lnTo>
                    <a:pt x="6941032" y="1285804"/>
                  </a:lnTo>
                  <a:lnTo>
                    <a:pt x="6998219" y="1270889"/>
                  </a:lnTo>
                  <a:lnTo>
                    <a:pt x="7059770" y="1257584"/>
                  </a:lnTo>
                  <a:lnTo>
                    <a:pt x="7126544" y="1245690"/>
                  </a:lnTo>
                  <a:lnTo>
                    <a:pt x="7199235" y="1235029"/>
                  </a:lnTo>
                  <a:lnTo>
                    <a:pt x="7278223" y="1225462"/>
                  </a:lnTo>
                  <a:lnTo>
                    <a:pt x="7363404" y="1216886"/>
                  </a:lnTo>
                  <a:lnTo>
                    <a:pt x="7453964" y="1209240"/>
                  </a:lnTo>
                  <a:lnTo>
                    <a:pt x="7548178" y="1202500"/>
                  </a:lnTo>
                  <a:lnTo>
                    <a:pt x="7643278" y="1196672"/>
                  </a:lnTo>
                  <a:lnTo>
                    <a:pt x="7735512" y="1191778"/>
                  </a:lnTo>
                  <a:lnTo>
                    <a:pt x="7820490" y="1187835"/>
                  </a:lnTo>
                  <a:lnTo>
                    <a:pt x="7893847" y="1184831"/>
                  </a:lnTo>
                  <a:lnTo>
                    <a:pt x="7952112" y="1182710"/>
                  </a:lnTo>
                  <a:lnTo>
                    <a:pt x="7993535" y="1181361"/>
                  </a:lnTo>
                  <a:lnTo>
                    <a:pt x="8018597" y="1180628"/>
                  </a:lnTo>
                  <a:lnTo>
                    <a:pt x="8030076" y="1180324"/>
                  </a:lnTo>
                  <a:lnTo>
                    <a:pt x="8032819" y="1180258"/>
                  </a:lnTo>
                  <a:lnTo>
                    <a:pt x="8554953" y="1180258"/>
                  </a:lnTo>
                  <a:lnTo>
                    <a:pt x="8554953" y="1174611"/>
                  </a:lnTo>
                  <a:lnTo>
                    <a:pt x="8032819" y="1174611"/>
                  </a:lnTo>
                  <a:lnTo>
                    <a:pt x="8031565" y="1174641"/>
                  </a:lnTo>
                  <a:lnTo>
                    <a:pt x="8023363" y="1174851"/>
                  </a:lnTo>
                  <a:lnTo>
                    <a:pt x="8002849" y="1175432"/>
                  </a:lnTo>
                  <a:lnTo>
                    <a:pt x="7966588" y="1176575"/>
                  </a:lnTo>
                  <a:lnTo>
                    <a:pt x="7913384" y="1178445"/>
                  </a:lnTo>
                  <a:lnTo>
                    <a:pt x="7844338" y="1181171"/>
                  </a:lnTo>
                  <a:lnTo>
                    <a:pt x="7762473" y="1184824"/>
                  </a:lnTo>
                  <a:lnTo>
                    <a:pt x="7671977" y="1189428"/>
                  </a:lnTo>
                  <a:lnTo>
                    <a:pt x="7577316" y="1194973"/>
                  </a:lnTo>
                  <a:lnTo>
                    <a:pt x="7482489" y="1201436"/>
                  </a:lnTo>
                  <a:lnTo>
                    <a:pt x="7390582" y="1208804"/>
                  </a:lnTo>
                  <a:lnTo>
                    <a:pt x="7303632" y="1217091"/>
                  </a:lnTo>
                  <a:lnTo>
                    <a:pt x="7222710" y="1226346"/>
                  </a:lnTo>
                  <a:lnTo>
                    <a:pt x="7148116" y="1236659"/>
                  </a:lnTo>
                  <a:lnTo>
                    <a:pt x="7079595" y="1248159"/>
                  </a:lnTo>
                  <a:lnTo>
                    <a:pt x="7016533" y="1261012"/>
                  </a:lnTo>
                  <a:lnTo>
                    <a:pt x="6958109" y="1275413"/>
                  </a:lnTo>
                  <a:lnTo>
                    <a:pt x="6903405" y="1291570"/>
                  </a:lnTo>
                  <a:lnTo>
                    <a:pt x="6851498" y="1309682"/>
                  </a:lnTo>
                  <a:lnTo>
                    <a:pt x="6801530" y="1329892"/>
                  </a:lnTo>
                  <a:lnTo>
                    <a:pt x="6786527" y="1336497"/>
                  </a:lnTo>
                  <a:lnTo>
                    <a:pt x="6736774" y="1360123"/>
                  </a:lnTo>
                  <a:lnTo>
                    <a:pt x="6687505" y="1386050"/>
                  </a:lnTo>
                  <a:lnTo>
                    <a:pt x="6638250" y="1414313"/>
                  </a:lnTo>
                  <a:lnTo>
                    <a:pt x="6588678" y="1444880"/>
                  </a:lnTo>
                  <a:lnTo>
                    <a:pt x="6538583" y="1477638"/>
                  </a:lnTo>
                  <a:lnTo>
                    <a:pt x="6487868" y="1512387"/>
                  </a:lnTo>
                  <a:lnTo>
                    <a:pt x="6436534" y="1548846"/>
                  </a:lnTo>
                  <a:lnTo>
                    <a:pt x="6384665" y="1586651"/>
                  </a:lnTo>
                  <a:lnTo>
                    <a:pt x="6332409" y="1625375"/>
                  </a:lnTo>
                  <a:lnTo>
                    <a:pt x="6279962" y="1664543"/>
                  </a:lnTo>
                  <a:lnTo>
                    <a:pt x="6227539" y="1703656"/>
                  </a:lnTo>
                  <a:lnTo>
                    <a:pt x="6175352" y="1742219"/>
                  </a:lnTo>
                  <a:lnTo>
                    <a:pt x="6123589" y="1779765"/>
                  </a:lnTo>
                  <a:lnTo>
                    <a:pt x="6072386" y="1815880"/>
                  </a:lnTo>
                  <a:lnTo>
                    <a:pt x="6021809" y="1850216"/>
                  </a:lnTo>
                  <a:lnTo>
                    <a:pt x="5971839" y="1882510"/>
                  </a:lnTo>
                  <a:lnTo>
                    <a:pt x="5922358" y="1912582"/>
                  </a:lnTo>
                  <a:lnTo>
                    <a:pt x="5873133" y="1940336"/>
                  </a:lnTo>
                  <a:lnTo>
                    <a:pt x="5823804" y="1965756"/>
                  </a:lnTo>
                  <a:lnTo>
                    <a:pt x="5784835" y="1984039"/>
                  </a:lnTo>
                  <a:lnTo>
                    <a:pt x="5735312" y="2004901"/>
                  </a:lnTo>
                  <a:lnTo>
                    <a:pt x="5684083" y="2023644"/>
                  </a:lnTo>
                  <a:lnTo>
                    <a:pt x="5630330" y="2040379"/>
                  </a:lnTo>
                  <a:lnTo>
                    <a:pt x="5573143" y="2055294"/>
                  </a:lnTo>
                  <a:lnTo>
                    <a:pt x="5511592" y="2068599"/>
                  </a:lnTo>
                  <a:lnTo>
                    <a:pt x="5444818" y="2080493"/>
                  </a:lnTo>
                  <a:lnTo>
                    <a:pt x="5372127" y="2091154"/>
                  </a:lnTo>
                  <a:lnTo>
                    <a:pt x="5293138" y="2100721"/>
                  </a:lnTo>
                  <a:lnTo>
                    <a:pt x="5207958" y="2109297"/>
                  </a:lnTo>
                  <a:lnTo>
                    <a:pt x="5117398" y="2116943"/>
                  </a:lnTo>
                  <a:lnTo>
                    <a:pt x="5023184" y="2123683"/>
                  </a:lnTo>
                  <a:lnTo>
                    <a:pt x="4928084" y="2129511"/>
                  </a:lnTo>
                  <a:lnTo>
                    <a:pt x="4835850" y="2134405"/>
                  </a:lnTo>
                  <a:lnTo>
                    <a:pt x="4750872" y="2138348"/>
                  </a:lnTo>
                  <a:lnTo>
                    <a:pt x="4677515" y="2141352"/>
                  </a:lnTo>
                  <a:lnTo>
                    <a:pt x="4619250" y="2143473"/>
                  </a:lnTo>
                  <a:lnTo>
                    <a:pt x="4577827" y="2144822"/>
                  </a:lnTo>
                  <a:lnTo>
                    <a:pt x="4552765" y="2145555"/>
                  </a:lnTo>
                  <a:lnTo>
                    <a:pt x="4541285" y="2145859"/>
                  </a:lnTo>
                  <a:lnTo>
                    <a:pt x="4538543" y="2145925"/>
                  </a:lnTo>
                  <a:lnTo>
                    <a:pt x="4016409" y="2145925"/>
                  </a:lnTo>
                  <a:lnTo>
                    <a:pt x="4015211" y="2145862"/>
                  </a:lnTo>
                  <a:lnTo>
                    <a:pt x="4007368" y="2145419"/>
                  </a:lnTo>
                  <a:lnTo>
                    <a:pt x="3987722" y="2144194"/>
                  </a:lnTo>
                  <a:lnTo>
                    <a:pt x="3952915" y="2141786"/>
                  </a:lnTo>
                  <a:lnTo>
                    <a:pt x="3901685" y="2137838"/>
                  </a:lnTo>
                  <a:lnTo>
                    <a:pt x="3834939" y="2132076"/>
                  </a:lnTo>
                  <a:lnTo>
                    <a:pt x="3755432" y="2124337"/>
                  </a:lnTo>
                  <a:lnTo>
                    <a:pt x="3667090" y="2114562"/>
                  </a:lnTo>
                  <a:lnTo>
                    <a:pt x="3574188" y="2102768"/>
                  </a:lnTo>
                  <a:lnTo>
                    <a:pt x="3480633" y="2089002"/>
                  </a:lnTo>
                  <a:lnTo>
                    <a:pt x="3389515" y="2073296"/>
                  </a:lnTo>
                  <a:lnTo>
                    <a:pt x="3302939" y="2055633"/>
                  </a:lnTo>
                  <a:lnTo>
                    <a:pt x="3222078" y="2035921"/>
                  </a:lnTo>
                  <a:lnTo>
                    <a:pt x="3147342" y="2013991"/>
                  </a:lnTo>
                  <a:lnTo>
                    <a:pt x="3078583" y="1989586"/>
                  </a:lnTo>
                  <a:lnTo>
                    <a:pt x="3015277" y="1962373"/>
                  </a:lnTo>
                  <a:lnTo>
                    <a:pt x="2956676" y="1931953"/>
                  </a:lnTo>
                  <a:lnTo>
                    <a:pt x="2901919" y="1897891"/>
                  </a:lnTo>
                  <a:lnTo>
                    <a:pt x="2850118" y="1859752"/>
                  </a:lnTo>
                  <a:lnTo>
                    <a:pt x="2800430" y="1817191"/>
                  </a:lnTo>
                  <a:lnTo>
                    <a:pt x="2770117" y="1788270"/>
                  </a:lnTo>
                  <a:lnTo>
                    <a:pt x="2728949" y="1745493"/>
                  </a:lnTo>
                  <a:lnTo>
                    <a:pt x="2688177" y="1699262"/>
                  </a:lnTo>
                  <a:lnTo>
                    <a:pt x="2647511" y="1649510"/>
                  </a:lnTo>
                  <a:lnTo>
                    <a:pt x="2606732" y="1596239"/>
                  </a:lnTo>
                  <a:lnTo>
                    <a:pt x="2565683" y="1539527"/>
                  </a:lnTo>
                  <a:lnTo>
                    <a:pt x="2524262" y="1479540"/>
                  </a:lnTo>
                  <a:lnTo>
                    <a:pt x="2482418" y="1416528"/>
                  </a:lnTo>
                  <a:lnTo>
                    <a:pt x="2440144" y="1350832"/>
                  </a:lnTo>
                  <a:lnTo>
                    <a:pt x="2397474" y="1282875"/>
                  </a:lnTo>
                  <a:lnTo>
                    <a:pt x="2354479" y="1213156"/>
                  </a:lnTo>
                  <a:lnTo>
                    <a:pt x="2311251" y="1142232"/>
                  </a:lnTo>
                  <a:lnTo>
                    <a:pt x="2267905" y="1070705"/>
                  </a:lnTo>
                  <a:lnTo>
                    <a:pt x="2224562" y="999198"/>
                  </a:lnTo>
                  <a:lnTo>
                    <a:pt x="2181346" y="928333"/>
                  </a:lnTo>
                  <a:lnTo>
                    <a:pt x="2138368" y="858709"/>
                  </a:lnTo>
                  <a:lnTo>
                    <a:pt x="2095722" y="790880"/>
                  </a:lnTo>
                  <a:lnTo>
                    <a:pt x="2053475" y="725342"/>
                  </a:lnTo>
                  <a:lnTo>
                    <a:pt x="2011657" y="662512"/>
                  </a:lnTo>
                  <a:lnTo>
                    <a:pt x="1970262" y="602724"/>
                  </a:lnTo>
                  <a:lnTo>
                    <a:pt x="1929233" y="546225"/>
                  </a:lnTo>
                  <a:lnTo>
                    <a:pt x="1888467" y="493174"/>
                  </a:lnTo>
                  <a:lnTo>
                    <a:pt x="1847801" y="443645"/>
                  </a:lnTo>
                  <a:lnTo>
                    <a:pt x="1807014" y="397634"/>
                  </a:lnTo>
                  <a:lnTo>
                    <a:pt x="1768425" y="357654"/>
                  </a:lnTo>
                  <a:lnTo>
                    <a:pt x="1719679" y="312241"/>
                  </a:lnTo>
                  <a:lnTo>
                    <a:pt x="1669292" y="271369"/>
                  </a:lnTo>
                  <a:lnTo>
                    <a:pt x="1616486" y="234806"/>
                  </a:lnTo>
                  <a:lnTo>
                    <a:pt x="1560391" y="202161"/>
                  </a:lnTo>
                  <a:lnTo>
                    <a:pt x="1500123" y="172994"/>
                  </a:lnTo>
                  <a:lnTo>
                    <a:pt x="1434850" y="146878"/>
                  </a:lnTo>
                  <a:lnTo>
                    <a:pt x="1363895" y="123436"/>
                  </a:lnTo>
                  <a:lnTo>
                    <a:pt x="1286855" y="102363"/>
                  </a:lnTo>
                  <a:lnTo>
                    <a:pt x="1203766" y="83435"/>
                  </a:lnTo>
                  <a:lnTo>
                    <a:pt x="1115302" y="66512"/>
                  </a:lnTo>
                  <a:lnTo>
                    <a:pt x="1022970" y="51532"/>
                  </a:lnTo>
                  <a:lnTo>
                    <a:pt x="929248" y="38500"/>
                  </a:lnTo>
                  <a:lnTo>
                    <a:pt x="837565" y="27458"/>
                  </a:lnTo>
                  <a:lnTo>
                    <a:pt x="752036" y="18448"/>
                  </a:lnTo>
                  <a:lnTo>
                    <a:pt x="676899" y="11462"/>
                  </a:lnTo>
                  <a:lnTo>
                    <a:pt x="615735" y="6406"/>
                  </a:lnTo>
                  <a:lnTo>
                    <a:pt x="570671" y="3072"/>
                  </a:lnTo>
                  <a:lnTo>
                    <a:pt x="541814" y="1153"/>
                  </a:lnTo>
                  <a:lnTo>
                    <a:pt x="527091" y="269"/>
                  </a:lnTo>
                  <a:lnTo>
                    <a:pt x="522432" y="15"/>
                  </a:lnTo>
                  <a:lnTo>
                    <a:pt x="5221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450" name="pl450"/>
            <p:cNvSpPr/>
            <p:nvPr/>
          </p:nvSpPr>
          <p:spPr>
            <a:xfrm>
              <a:off x="386606" y="2715928"/>
              <a:ext cx="8554953" cy="2145925"/>
            </a:xfrm>
            <a:custGeom>
              <a:avLst/>
              <a:pathLst>
                <a:path w="8554953" h="2145925">
                  <a:moveTo>
                    <a:pt x="0" y="0"/>
                  </a:moveTo>
                  <a:lnTo>
                    <a:pt x="522133" y="0"/>
                  </a:lnTo>
                  <a:lnTo>
                    <a:pt x="523331" y="62"/>
                  </a:lnTo>
                  <a:lnTo>
                    <a:pt x="531174" y="505"/>
                  </a:lnTo>
                  <a:lnTo>
                    <a:pt x="550820" y="1730"/>
                  </a:lnTo>
                  <a:lnTo>
                    <a:pt x="585627" y="4138"/>
                  </a:lnTo>
                  <a:lnTo>
                    <a:pt x="636857" y="8086"/>
                  </a:lnTo>
                  <a:lnTo>
                    <a:pt x="703603" y="13848"/>
                  </a:lnTo>
                  <a:lnTo>
                    <a:pt x="783110" y="21587"/>
                  </a:lnTo>
                  <a:lnTo>
                    <a:pt x="871452" y="31362"/>
                  </a:lnTo>
                  <a:lnTo>
                    <a:pt x="964354" y="43156"/>
                  </a:lnTo>
                  <a:lnTo>
                    <a:pt x="1057909" y="56922"/>
                  </a:lnTo>
                  <a:lnTo>
                    <a:pt x="1149027" y="72628"/>
                  </a:lnTo>
                  <a:lnTo>
                    <a:pt x="1235603" y="90292"/>
                  </a:lnTo>
                  <a:lnTo>
                    <a:pt x="1316465" y="110003"/>
                  </a:lnTo>
                  <a:lnTo>
                    <a:pt x="1391200" y="131933"/>
                  </a:lnTo>
                  <a:lnTo>
                    <a:pt x="1459959" y="156338"/>
                  </a:lnTo>
                  <a:lnTo>
                    <a:pt x="1523265" y="183551"/>
                  </a:lnTo>
                  <a:lnTo>
                    <a:pt x="1581866" y="213971"/>
                  </a:lnTo>
                  <a:lnTo>
                    <a:pt x="1636623" y="248033"/>
                  </a:lnTo>
                  <a:lnTo>
                    <a:pt x="1688424" y="286172"/>
                  </a:lnTo>
                  <a:lnTo>
                    <a:pt x="1738112" y="328733"/>
                  </a:lnTo>
                  <a:lnTo>
                    <a:pt x="1768425" y="357654"/>
                  </a:lnTo>
                  <a:lnTo>
                    <a:pt x="1809593" y="400431"/>
                  </a:lnTo>
                  <a:lnTo>
                    <a:pt x="1850365" y="446662"/>
                  </a:lnTo>
                  <a:lnTo>
                    <a:pt x="1891031" y="496414"/>
                  </a:lnTo>
                  <a:lnTo>
                    <a:pt x="1931810" y="549685"/>
                  </a:lnTo>
                  <a:lnTo>
                    <a:pt x="1972859" y="606397"/>
                  </a:lnTo>
                  <a:lnTo>
                    <a:pt x="2014280" y="666384"/>
                  </a:lnTo>
                  <a:lnTo>
                    <a:pt x="2056125" y="729396"/>
                  </a:lnTo>
                  <a:lnTo>
                    <a:pt x="2098399" y="795092"/>
                  </a:lnTo>
                  <a:lnTo>
                    <a:pt x="2141068" y="863049"/>
                  </a:lnTo>
                  <a:lnTo>
                    <a:pt x="2184064" y="932768"/>
                  </a:lnTo>
                  <a:lnTo>
                    <a:pt x="2227291" y="1003692"/>
                  </a:lnTo>
                  <a:lnTo>
                    <a:pt x="2270638" y="1075219"/>
                  </a:lnTo>
                  <a:lnTo>
                    <a:pt x="2313980" y="1146726"/>
                  </a:lnTo>
                  <a:lnTo>
                    <a:pt x="2357196" y="1217591"/>
                  </a:lnTo>
                  <a:lnTo>
                    <a:pt x="2400174" y="1287215"/>
                  </a:lnTo>
                  <a:lnTo>
                    <a:pt x="2442820" y="1355044"/>
                  </a:lnTo>
                  <a:lnTo>
                    <a:pt x="2485068" y="1420582"/>
                  </a:lnTo>
                  <a:lnTo>
                    <a:pt x="2526885" y="1483412"/>
                  </a:lnTo>
                  <a:lnTo>
                    <a:pt x="2568281" y="1543200"/>
                  </a:lnTo>
                  <a:lnTo>
                    <a:pt x="2609309" y="1599699"/>
                  </a:lnTo>
                  <a:lnTo>
                    <a:pt x="2650075" y="1652750"/>
                  </a:lnTo>
                  <a:lnTo>
                    <a:pt x="2690741" y="1702279"/>
                  </a:lnTo>
                  <a:lnTo>
                    <a:pt x="2731529" y="1748290"/>
                  </a:lnTo>
                  <a:lnTo>
                    <a:pt x="2770117" y="1788270"/>
                  </a:lnTo>
                  <a:lnTo>
                    <a:pt x="2818863" y="1833683"/>
                  </a:lnTo>
                  <a:lnTo>
                    <a:pt x="2869250" y="1874555"/>
                  </a:lnTo>
                  <a:lnTo>
                    <a:pt x="2922057" y="1911118"/>
                  </a:lnTo>
                  <a:lnTo>
                    <a:pt x="2978151" y="1943763"/>
                  </a:lnTo>
                  <a:lnTo>
                    <a:pt x="3038419" y="1972930"/>
                  </a:lnTo>
                  <a:lnTo>
                    <a:pt x="3103692" y="1999046"/>
                  </a:lnTo>
                  <a:lnTo>
                    <a:pt x="3174647" y="2022489"/>
                  </a:lnTo>
                  <a:lnTo>
                    <a:pt x="3251687" y="2043561"/>
                  </a:lnTo>
                  <a:lnTo>
                    <a:pt x="3334776" y="2062489"/>
                  </a:lnTo>
                  <a:lnTo>
                    <a:pt x="3423240" y="2079412"/>
                  </a:lnTo>
                  <a:lnTo>
                    <a:pt x="3515572" y="2094392"/>
                  </a:lnTo>
                  <a:lnTo>
                    <a:pt x="3609294" y="2107424"/>
                  </a:lnTo>
                  <a:lnTo>
                    <a:pt x="3700977" y="2118466"/>
                  </a:lnTo>
                  <a:lnTo>
                    <a:pt x="3786506" y="2127476"/>
                  </a:lnTo>
                  <a:lnTo>
                    <a:pt x="3861643" y="2134462"/>
                  </a:lnTo>
                  <a:lnTo>
                    <a:pt x="3922807" y="2139518"/>
                  </a:lnTo>
                  <a:lnTo>
                    <a:pt x="3967871" y="2142852"/>
                  </a:lnTo>
                  <a:lnTo>
                    <a:pt x="3996728" y="2144771"/>
                  </a:lnTo>
                  <a:lnTo>
                    <a:pt x="4011451" y="2145655"/>
                  </a:lnTo>
                  <a:lnTo>
                    <a:pt x="4016110" y="2145909"/>
                  </a:lnTo>
                  <a:lnTo>
                    <a:pt x="4016409" y="2145925"/>
                  </a:lnTo>
                  <a:lnTo>
                    <a:pt x="4538543" y="2145925"/>
                  </a:lnTo>
                  <a:lnTo>
                    <a:pt x="4539797" y="2145895"/>
                  </a:lnTo>
                  <a:lnTo>
                    <a:pt x="4547999" y="2145685"/>
                  </a:lnTo>
                  <a:lnTo>
                    <a:pt x="4568513" y="2145103"/>
                  </a:lnTo>
                  <a:lnTo>
                    <a:pt x="4604774" y="2143961"/>
                  </a:lnTo>
                  <a:lnTo>
                    <a:pt x="4657978" y="2142090"/>
                  </a:lnTo>
                  <a:lnTo>
                    <a:pt x="4727024" y="2139365"/>
                  </a:lnTo>
                  <a:lnTo>
                    <a:pt x="4808889" y="2135711"/>
                  </a:lnTo>
                  <a:lnTo>
                    <a:pt x="4899385" y="2131107"/>
                  </a:lnTo>
                  <a:lnTo>
                    <a:pt x="4994046" y="2125562"/>
                  </a:lnTo>
                  <a:lnTo>
                    <a:pt x="5088873" y="2119100"/>
                  </a:lnTo>
                  <a:lnTo>
                    <a:pt x="5180780" y="2111732"/>
                  </a:lnTo>
                  <a:lnTo>
                    <a:pt x="5267730" y="2103445"/>
                  </a:lnTo>
                  <a:lnTo>
                    <a:pt x="5348652" y="2094189"/>
                  </a:lnTo>
                  <a:lnTo>
                    <a:pt x="5423246" y="2083876"/>
                  </a:lnTo>
                  <a:lnTo>
                    <a:pt x="5491767" y="2072376"/>
                  </a:lnTo>
                  <a:lnTo>
                    <a:pt x="5554829" y="2059523"/>
                  </a:lnTo>
                  <a:lnTo>
                    <a:pt x="5613253" y="2045123"/>
                  </a:lnTo>
                  <a:lnTo>
                    <a:pt x="5667957" y="2028966"/>
                  </a:lnTo>
                  <a:lnTo>
                    <a:pt x="5719864" y="2010853"/>
                  </a:lnTo>
                  <a:lnTo>
                    <a:pt x="5769832" y="1990644"/>
                  </a:lnTo>
                  <a:lnTo>
                    <a:pt x="5784835" y="1984039"/>
                  </a:lnTo>
                  <a:lnTo>
                    <a:pt x="5834588" y="1960413"/>
                  </a:lnTo>
                  <a:lnTo>
                    <a:pt x="5883857" y="1934486"/>
                  </a:lnTo>
                  <a:lnTo>
                    <a:pt x="5933112" y="1906222"/>
                  </a:lnTo>
                  <a:lnTo>
                    <a:pt x="5982684" y="1875655"/>
                  </a:lnTo>
                  <a:lnTo>
                    <a:pt x="6032779" y="1842898"/>
                  </a:lnTo>
                  <a:lnTo>
                    <a:pt x="6083494" y="1808148"/>
                  </a:lnTo>
                  <a:lnTo>
                    <a:pt x="6134828" y="1771690"/>
                  </a:lnTo>
                  <a:lnTo>
                    <a:pt x="6186697" y="1733885"/>
                  </a:lnTo>
                  <a:lnTo>
                    <a:pt x="6238953" y="1695161"/>
                  </a:lnTo>
                  <a:lnTo>
                    <a:pt x="6291400" y="1655993"/>
                  </a:lnTo>
                  <a:lnTo>
                    <a:pt x="6343823" y="1616879"/>
                  </a:lnTo>
                  <a:lnTo>
                    <a:pt x="6396010" y="1578316"/>
                  </a:lnTo>
                  <a:lnTo>
                    <a:pt x="6447773" y="1540770"/>
                  </a:lnTo>
                  <a:lnTo>
                    <a:pt x="6498976" y="1504656"/>
                  </a:lnTo>
                  <a:lnTo>
                    <a:pt x="6549553" y="1470320"/>
                  </a:lnTo>
                  <a:lnTo>
                    <a:pt x="6599523" y="1438026"/>
                  </a:lnTo>
                  <a:lnTo>
                    <a:pt x="6649004" y="1407954"/>
                  </a:lnTo>
                  <a:lnTo>
                    <a:pt x="6698229" y="1380199"/>
                  </a:lnTo>
                  <a:lnTo>
                    <a:pt x="6747558" y="1354780"/>
                  </a:lnTo>
                  <a:lnTo>
                    <a:pt x="6786527" y="1336497"/>
                  </a:lnTo>
                  <a:lnTo>
                    <a:pt x="6836050" y="1315635"/>
                  </a:lnTo>
                  <a:lnTo>
                    <a:pt x="6887279" y="1296892"/>
                  </a:lnTo>
                  <a:lnTo>
                    <a:pt x="6941032" y="1280157"/>
                  </a:lnTo>
                  <a:lnTo>
                    <a:pt x="6998219" y="1265241"/>
                  </a:lnTo>
                  <a:lnTo>
                    <a:pt x="7059770" y="1251937"/>
                  </a:lnTo>
                  <a:lnTo>
                    <a:pt x="7126544" y="1240042"/>
                  </a:lnTo>
                  <a:lnTo>
                    <a:pt x="7199235" y="1229382"/>
                  </a:lnTo>
                  <a:lnTo>
                    <a:pt x="7278223" y="1219815"/>
                  </a:lnTo>
                  <a:lnTo>
                    <a:pt x="7363404" y="1211238"/>
                  </a:lnTo>
                  <a:lnTo>
                    <a:pt x="7453964" y="1203592"/>
                  </a:lnTo>
                  <a:lnTo>
                    <a:pt x="7548178" y="1196853"/>
                  </a:lnTo>
                  <a:lnTo>
                    <a:pt x="7643278" y="1191025"/>
                  </a:lnTo>
                  <a:lnTo>
                    <a:pt x="7735512" y="1186131"/>
                  </a:lnTo>
                  <a:lnTo>
                    <a:pt x="7820490" y="1182187"/>
                  </a:lnTo>
                  <a:lnTo>
                    <a:pt x="7893847" y="1179184"/>
                  </a:lnTo>
                  <a:lnTo>
                    <a:pt x="7952112" y="1177063"/>
                  </a:lnTo>
                  <a:lnTo>
                    <a:pt x="7993535" y="1175714"/>
                  </a:lnTo>
                  <a:lnTo>
                    <a:pt x="8018597" y="1174980"/>
                  </a:lnTo>
                  <a:lnTo>
                    <a:pt x="8030076" y="1174677"/>
                  </a:lnTo>
                  <a:lnTo>
                    <a:pt x="8032782" y="1174612"/>
                  </a:lnTo>
                  <a:lnTo>
                    <a:pt x="8032819" y="1174611"/>
                  </a:lnTo>
                  <a:lnTo>
                    <a:pt x="8554953" y="1174611"/>
                  </a:lnTo>
                  <a:lnTo>
                    <a:pt x="8554953" y="1174611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451" name="pl451"/>
            <p:cNvSpPr/>
            <p:nvPr/>
          </p:nvSpPr>
          <p:spPr>
            <a:xfrm>
              <a:off x="386606" y="2710281"/>
              <a:ext cx="8554953" cy="2145925"/>
            </a:xfrm>
            <a:custGeom>
              <a:avLst/>
              <a:pathLst>
                <a:path w="8554953" h="2145925">
                  <a:moveTo>
                    <a:pt x="8554953" y="1174611"/>
                  </a:moveTo>
                  <a:lnTo>
                    <a:pt x="8032819" y="1174611"/>
                  </a:lnTo>
                  <a:lnTo>
                    <a:pt x="8031565" y="1174641"/>
                  </a:lnTo>
                  <a:lnTo>
                    <a:pt x="8023363" y="1174851"/>
                  </a:lnTo>
                  <a:lnTo>
                    <a:pt x="8002849" y="1175432"/>
                  </a:lnTo>
                  <a:lnTo>
                    <a:pt x="7966588" y="1176575"/>
                  </a:lnTo>
                  <a:lnTo>
                    <a:pt x="7913384" y="1178445"/>
                  </a:lnTo>
                  <a:lnTo>
                    <a:pt x="7844338" y="1181171"/>
                  </a:lnTo>
                  <a:lnTo>
                    <a:pt x="7762473" y="1184824"/>
                  </a:lnTo>
                  <a:lnTo>
                    <a:pt x="7671977" y="1189428"/>
                  </a:lnTo>
                  <a:lnTo>
                    <a:pt x="7577316" y="1194973"/>
                  </a:lnTo>
                  <a:lnTo>
                    <a:pt x="7482489" y="1201436"/>
                  </a:lnTo>
                  <a:lnTo>
                    <a:pt x="7390582" y="1208804"/>
                  </a:lnTo>
                  <a:lnTo>
                    <a:pt x="7303632" y="1217091"/>
                  </a:lnTo>
                  <a:lnTo>
                    <a:pt x="7222710" y="1226346"/>
                  </a:lnTo>
                  <a:lnTo>
                    <a:pt x="7148116" y="1236659"/>
                  </a:lnTo>
                  <a:lnTo>
                    <a:pt x="7079595" y="1248159"/>
                  </a:lnTo>
                  <a:lnTo>
                    <a:pt x="7016533" y="1261012"/>
                  </a:lnTo>
                  <a:lnTo>
                    <a:pt x="6958109" y="1275413"/>
                  </a:lnTo>
                  <a:lnTo>
                    <a:pt x="6903405" y="1291570"/>
                  </a:lnTo>
                  <a:lnTo>
                    <a:pt x="6851498" y="1309682"/>
                  </a:lnTo>
                  <a:lnTo>
                    <a:pt x="6801530" y="1329892"/>
                  </a:lnTo>
                  <a:lnTo>
                    <a:pt x="6786527" y="1336497"/>
                  </a:lnTo>
                  <a:lnTo>
                    <a:pt x="6736774" y="1360123"/>
                  </a:lnTo>
                  <a:lnTo>
                    <a:pt x="6687505" y="1386050"/>
                  </a:lnTo>
                  <a:lnTo>
                    <a:pt x="6638250" y="1414313"/>
                  </a:lnTo>
                  <a:lnTo>
                    <a:pt x="6588678" y="1444880"/>
                  </a:lnTo>
                  <a:lnTo>
                    <a:pt x="6538583" y="1477638"/>
                  </a:lnTo>
                  <a:lnTo>
                    <a:pt x="6487868" y="1512387"/>
                  </a:lnTo>
                  <a:lnTo>
                    <a:pt x="6436534" y="1548846"/>
                  </a:lnTo>
                  <a:lnTo>
                    <a:pt x="6384665" y="1586651"/>
                  </a:lnTo>
                  <a:lnTo>
                    <a:pt x="6332409" y="1625375"/>
                  </a:lnTo>
                  <a:lnTo>
                    <a:pt x="6279962" y="1664543"/>
                  </a:lnTo>
                  <a:lnTo>
                    <a:pt x="6227539" y="1703656"/>
                  </a:lnTo>
                  <a:lnTo>
                    <a:pt x="6175352" y="1742219"/>
                  </a:lnTo>
                  <a:lnTo>
                    <a:pt x="6123589" y="1779765"/>
                  </a:lnTo>
                  <a:lnTo>
                    <a:pt x="6072386" y="1815880"/>
                  </a:lnTo>
                  <a:lnTo>
                    <a:pt x="6021809" y="1850216"/>
                  </a:lnTo>
                  <a:lnTo>
                    <a:pt x="5971839" y="1882510"/>
                  </a:lnTo>
                  <a:lnTo>
                    <a:pt x="5922358" y="1912582"/>
                  </a:lnTo>
                  <a:lnTo>
                    <a:pt x="5873133" y="1940336"/>
                  </a:lnTo>
                  <a:lnTo>
                    <a:pt x="5823804" y="1965756"/>
                  </a:lnTo>
                  <a:lnTo>
                    <a:pt x="5784835" y="1984039"/>
                  </a:lnTo>
                  <a:lnTo>
                    <a:pt x="5735312" y="2004901"/>
                  </a:lnTo>
                  <a:lnTo>
                    <a:pt x="5684083" y="2023644"/>
                  </a:lnTo>
                  <a:lnTo>
                    <a:pt x="5630330" y="2040379"/>
                  </a:lnTo>
                  <a:lnTo>
                    <a:pt x="5573143" y="2055294"/>
                  </a:lnTo>
                  <a:lnTo>
                    <a:pt x="5511592" y="2068599"/>
                  </a:lnTo>
                  <a:lnTo>
                    <a:pt x="5444818" y="2080493"/>
                  </a:lnTo>
                  <a:lnTo>
                    <a:pt x="5372127" y="2091154"/>
                  </a:lnTo>
                  <a:lnTo>
                    <a:pt x="5293138" y="2100721"/>
                  </a:lnTo>
                  <a:lnTo>
                    <a:pt x="5207958" y="2109297"/>
                  </a:lnTo>
                  <a:lnTo>
                    <a:pt x="5117398" y="2116943"/>
                  </a:lnTo>
                  <a:lnTo>
                    <a:pt x="5023184" y="2123683"/>
                  </a:lnTo>
                  <a:lnTo>
                    <a:pt x="4928084" y="2129511"/>
                  </a:lnTo>
                  <a:lnTo>
                    <a:pt x="4835850" y="2134405"/>
                  </a:lnTo>
                  <a:lnTo>
                    <a:pt x="4750872" y="2138348"/>
                  </a:lnTo>
                  <a:lnTo>
                    <a:pt x="4677515" y="2141352"/>
                  </a:lnTo>
                  <a:lnTo>
                    <a:pt x="4619250" y="2143473"/>
                  </a:lnTo>
                  <a:lnTo>
                    <a:pt x="4577827" y="2144822"/>
                  </a:lnTo>
                  <a:lnTo>
                    <a:pt x="4552765" y="2145555"/>
                  </a:lnTo>
                  <a:lnTo>
                    <a:pt x="4541285" y="2145859"/>
                  </a:lnTo>
                  <a:lnTo>
                    <a:pt x="4538580" y="2145924"/>
                  </a:lnTo>
                  <a:lnTo>
                    <a:pt x="4538543" y="2145925"/>
                  </a:lnTo>
                  <a:lnTo>
                    <a:pt x="4016409" y="2145925"/>
                  </a:lnTo>
                  <a:lnTo>
                    <a:pt x="4015211" y="2145862"/>
                  </a:lnTo>
                  <a:lnTo>
                    <a:pt x="4007368" y="2145419"/>
                  </a:lnTo>
                  <a:lnTo>
                    <a:pt x="3987722" y="2144194"/>
                  </a:lnTo>
                  <a:lnTo>
                    <a:pt x="3952915" y="2141786"/>
                  </a:lnTo>
                  <a:lnTo>
                    <a:pt x="3901685" y="2137838"/>
                  </a:lnTo>
                  <a:lnTo>
                    <a:pt x="3834939" y="2132076"/>
                  </a:lnTo>
                  <a:lnTo>
                    <a:pt x="3755432" y="2124337"/>
                  </a:lnTo>
                  <a:lnTo>
                    <a:pt x="3667090" y="2114562"/>
                  </a:lnTo>
                  <a:lnTo>
                    <a:pt x="3574188" y="2102768"/>
                  </a:lnTo>
                  <a:lnTo>
                    <a:pt x="3480633" y="2089002"/>
                  </a:lnTo>
                  <a:lnTo>
                    <a:pt x="3389515" y="2073296"/>
                  </a:lnTo>
                  <a:lnTo>
                    <a:pt x="3302939" y="2055633"/>
                  </a:lnTo>
                  <a:lnTo>
                    <a:pt x="3222078" y="2035921"/>
                  </a:lnTo>
                  <a:lnTo>
                    <a:pt x="3147342" y="2013991"/>
                  </a:lnTo>
                  <a:lnTo>
                    <a:pt x="3078583" y="1989586"/>
                  </a:lnTo>
                  <a:lnTo>
                    <a:pt x="3015277" y="1962373"/>
                  </a:lnTo>
                  <a:lnTo>
                    <a:pt x="2956676" y="1931953"/>
                  </a:lnTo>
                  <a:lnTo>
                    <a:pt x="2901919" y="1897891"/>
                  </a:lnTo>
                  <a:lnTo>
                    <a:pt x="2850118" y="1859752"/>
                  </a:lnTo>
                  <a:lnTo>
                    <a:pt x="2800430" y="1817191"/>
                  </a:lnTo>
                  <a:lnTo>
                    <a:pt x="2770117" y="1788270"/>
                  </a:lnTo>
                  <a:lnTo>
                    <a:pt x="2728949" y="1745493"/>
                  </a:lnTo>
                  <a:lnTo>
                    <a:pt x="2688177" y="1699262"/>
                  </a:lnTo>
                  <a:lnTo>
                    <a:pt x="2647511" y="1649510"/>
                  </a:lnTo>
                  <a:lnTo>
                    <a:pt x="2606732" y="1596239"/>
                  </a:lnTo>
                  <a:lnTo>
                    <a:pt x="2565683" y="1539527"/>
                  </a:lnTo>
                  <a:lnTo>
                    <a:pt x="2524262" y="1479540"/>
                  </a:lnTo>
                  <a:lnTo>
                    <a:pt x="2482418" y="1416528"/>
                  </a:lnTo>
                  <a:lnTo>
                    <a:pt x="2440144" y="1350832"/>
                  </a:lnTo>
                  <a:lnTo>
                    <a:pt x="2397474" y="1282875"/>
                  </a:lnTo>
                  <a:lnTo>
                    <a:pt x="2354479" y="1213156"/>
                  </a:lnTo>
                  <a:lnTo>
                    <a:pt x="2311251" y="1142232"/>
                  </a:lnTo>
                  <a:lnTo>
                    <a:pt x="2267905" y="1070705"/>
                  </a:lnTo>
                  <a:lnTo>
                    <a:pt x="2224562" y="999198"/>
                  </a:lnTo>
                  <a:lnTo>
                    <a:pt x="2181346" y="928333"/>
                  </a:lnTo>
                  <a:lnTo>
                    <a:pt x="2138368" y="858709"/>
                  </a:lnTo>
                  <a:lnTo>
                    <a:pt x="2095722" y="790880"/>
                  </a:lnTo>
                  <a:lnTo>
                    <a:pt x="2053475" y="725342"/>
                  </a:lnTo>
                  <a:lnTo>
                    <a:pt x="2011657" y="662512"/>
                  </a:lnTo>
                  <a:lnTo>
                    <a:pt x="1970262" y="602724"/>
                  </a:lnTo>
                  <a:lnTo>
                    <a:pt x="1929233" y="546225"/>
                  </a:lnTo>
                  <a:lnTo>
                    <a:pt x="1888467" y="493174"/>
                  </a:lnTo>
                  <a:lnTo>
                    <a:pt x="1847801" y="443645"/>
                  </a:lnTo>
                  <a:lnTo>
                    <a:pt x="1807014" y="397634"/>
                  </a:lnTo>
                  <a:lnTo>
                    <a:pt x="1768425" y="357654"/>
                  </a:lnTo>
                  <a:lnTo>
                    <a:pt x="1719679" y="312241"/>
                  </a:lnTo>
                  <a:lnTo>
                    <a:pt x="1669292" y="271369"/>
                  </a:lnTo>
                  <a:lnTo>
                    <a:pt x="1616486" y="234806"/>
                  </a:lnTo>
                  <a:lnTo>
                    <a:pt x="1560391" y="202161"/>
                  </a:lnTo>
                  <a:lnTo>
                    <a:pt x="1500123" y="172994"/>
                  </a:lnTo>
                  <a:lnTo>
                    <a:pt x="1434850" y="146878"/>
                  </a:lnTo>
                  <a:lnTo>
                    <a:pt x="1363895" y="123436"/>
                  </a:lnTo>
                  <a:lnTo>
                    <a:pt x="1286855" y="102363"/>
                  </a:lnTo>
                  <a:lnTo>
                    <a:pt x="1203766" y="83435"/>
                  </a:lnTo>
                  <a:lnTo>
                    <a:pt x="1115302" y="66512"/>
                  </a:lnTo>
                  <a:lnTo>
                    <a:pt x="1022970" y="51532"/>
                  </a:lnTo>
                  <a:lnTo>
                    <a:pt x="929248" y="38500"/>
                  </a:lnTo>
                  <a:lnTo>
                    <a:pt x="837565" y="27458"/>
                  </a:lnTo>
                  <a:lnTo>
                    <a:pt x="752036" y="18448"/>
                  </a:lnTo>
                  <a:lnTo>
                    <a:pt x="676899" y="11462"/>
                  </a:lnTo>
                  <a:lnTo>
                    <a:pt x="615735" y="6406"/>
                  </a:lnTo>
                  <a:lnTo>
                    <a:pt x="570671" y="3072"/>
                  </a:lnTo>
                  <a:lnTo>
                    <a:pt x="541814" y="1153"/>
                  </a:lnTo>
                  <a:lnTo>
                    <a:pt x="527091" y="269"/>
                  </a:lnTo>
                  <a:lnTo>
                    <a:pt x="522432" y="15"/>
                  </a:lnTo>
                  <a:lnTo>
                    <a:pt x="522133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452" name="pg452"/>
            <p:cNvSpPr/>
            <p:nvPr/>
          </p:nvSpPr>
          <p:spPr>
            <a:xfrm>
              <a:off x="386606" y="2715928"/>
              <a:ext cx="8554953" cy="2151572"/>
            </a:xfrm>
            <a:custGeom>
              <a:avLst/>
              <a:pathLst>
                <a:path w="8554953" h="2151572">
                  <a:moveTo>
                    <a:pt x="0" y="5647"/>
                  </a:moveTo>
                  <a:lnTo>
                    <a:pt x="522133" y="5647"/>
                  </a:lnTo>
                  <a:lnTo>
                    <a:pt x="523331" y="5709"/>
                  </a:lnTo>
                  <a:lnTo>
                    <a:pt x="531174" y="6152"/>
                  </a:lnTo>
                  <a:lnTo>
                    <a:pt x="550820" y="7377"/>
                  </a:lnTo>
                  <a:lnTo>
                    <a:pt x="585627" y="9785"/>
                  </a:lnTo>
                  <a:lnTo>
                    <a:pt x="636857" y="13733"/>
                  </a:lnTo>
                  <a:lnTo>
                    <a:pt x="703603" y="19495"/>
                  </a:lnTo>
                  <a:lnTo>
                    <a:pt x="783110" y="27234"/>
                  </a:lnTo>
                  <a:lnTo>
                    <a:pt x="871452" y="37009"/>
                  </a:lnTo>
                  <a:lnTo>
                    <a:pt x="964354" y="48803"/>
                  </a:lnTo>
                  <a:lnTo>
                    <a:pt x="1057909" y="62569"/>
                  </a:lnTo>
                  <a:lnTo>
                    <a:pt x="1149027" y="78275"/>
                  </a:lnTo>
                  <a:lnTo>
                    <a:pt x="1235603" y="95939"/>
                  </a:lnTo>
                  <a:lnTo>
                    <a:pt x="1316465" y="115650"/>
                  </a:lnTo>
                  <a:lnTo>
                    <a:pt x="1391200" y="137580"/>
                  </a:lnTo>
                  <a:lnTo>
                    <a:pt x="1459959" y="161985"/>
                  </a:lnTo>
                  <a:lnTo>
                    <a:pt x="1523265" y="189198"/>
                  </a:lnTo>
                  <a:lnTo>
                    <a:pt x="1581866" y="219618"/>
                  </a:lnTo>
                  <a:lnTo>
                    <a:pt x="1636623" y="253681"/>
                  </a:lnTo>
                  <a:lnTo>
                    <a:pt x="1688424" y="291819"/>
                  </a:lnTo>
                  <a:lnTo>
                    <a:pt x="1738112" y="334380"/>
                  </a:lnTo>
                  <a:lnTo>
                    <a:pt x="1768425" y="363301"/>
                  </a:lnTo>
                  <a:lnTo>
                    <a:pt x="1809593" y="406078"/>
                  </a:lnTo>
                  <a:lnTo>
                    <a:pt x="1850365" y="452309"/>
                  </a:lnTo>
                  <a:lnTo>
                    <a:pt x="1891031" y="502061"/>
                  </a:lnTo>
                  <a:lnTo>
                    <a:pt x="1931810" y="555332"/>
                  </a:lnTo>
                  <a:lnTo>
                    <a:pt x="1972859" y="612044"/>
                  </a:lnTo>
                  <a:lnTo>
                    <a:pt x="2014280" y="672032"/>
                  </a:lnTo>
                  <a:lnTo>
                    <a:pt x="2056125" y="735043"/>
                  </a:lnTo>
                  <a:lnTo>
                    <a:pt x="2098399" y="800739"/>
                  </a:lnTo>
                  <a:lnTo>
                    <a:pt x="2141068" y="868696"/>
                  </a:lnTo>
                  <a:lnTo>
                    <a:pt x="2184064" y="938416"/>
                  </a:lnTo>
                  <a:lnTo>
                    <a:pt x="2227291" y="1009339"/>
                  </a:lnTo>
                  <a:lnTo>
                    <a:pt x="2270638" y="1080866"/>
                  </a:lnTo>
                  <a:lnTo>
                    <a:pt x="2313980" y="1152373"/>
                  </a:lnTo>
                  <a:lnTo>
                    <a:pt x="2357196" y="1223238"/>
                  </a:lnTo>
                  <a:lnTo>
                    <a:pt x="2400174" y="1292862"/>
                  </a:lnTo>
                  <a:lnTo>
                    <a:pt x="2442820" y="1360691"/>
                  </a:lnTo>
                  <a:lnTo>
                    <a:pt x="2485068" y="1426229"/>
                  </a:lnTo>
                  <a:lnTo>
                    <a:pt x="2526885" y="1489060"/>
                  </a:lnTo>
                  <a:lnTo>
                    <a:pt x="2568281" y="1548847"/>
                  </a:lnTo>
                  <a:lnTo>
                    <a:pt x="2609309" y="1605346"/>
                  </a:lnTo>
                  <a:lnTo>
                    <a:pt x="2650075" y="1658397"/>
                  </a:lnTo>
                  <a:lnTo>
                    <a:pt x="2690741" y="1707926"/>
                  </a:lnTo>
                  <a:lnTo>
                    <a:pt x="2731529" y="1753937"/>
                  </a:lnTo>
                  <a:lnTo>
                    <a:pt x="2770117" y="1793918"/>
                  </a:lnTo>
                  <a:lnTo>
                    <a:pt x="2818863" y="1839330"/>
                  </a:lnTo>
                  <a:lnTo>
                    <a:pt x="2869250" y="1880202"/>
                  </a:lnTo>
                  <a:lnTo>
                    <a:pt x="2922057" y="1916765"/>
                  </a:lnTo>
                  <a:lnTo>
                    <a:pt x="2978151" y="1949410"/>
                  </a:lnTo>
                  <a:lnTo>
                    <a:pt x="3038419" y="1978577"/>
                  </a:lnTo>
                  <a:lnTo>
                    <a:pt x="3103692" y="2004694"/>
                  </a:lnTo>
                  <a:lnTo>
                    <a:pt x="3174647" y="2028136"/>
                  </a:lnTo>
                  <a:lnTo>
                    <a:pt x="3251687" y="2049208"/>
                  </a:lnTo>
                  <a:lnTo>
                    <a:pt x="3334776" y="2068136"/>
                  </a:lnTo>
                  <a:lnTo>
                    <a:pt x="3423240" y="2085059"/>
                  </a:lnTo>
                  <a:lnTo>
                    <a:pt x="3515572" y="2100039"/>
                  </a:lnTo>
                  <a:lnTo>
                    <a:pt x="3609294" y="2113071"/>
                  </a:lnTo>
                  <a:lnTo>
                    <a:pt x="3700977" y="2124113"/>
                  </a:lnTo>
                  <a:lnTo>
                    <a:pt x="3786506" y="2133123"/>
                  </a:lnTo>
                  <a:lnTo>
                    <a:pt x="3861643" y="2140109"/>
                  </a:lnTo>
                  <a:lnTo>
                    <a:pt x="3922807" y="2145165"/>
                  </a:lnTo>
                  <a:lnTo>
                    <a:pt x="3967871" y="2148499"/>
                  </a:lnTo>
                  <a:lnTo>
                    <a:pt x="3996728" y="2150418"/>
                  </a:lnTo>
                  <a:lnTo>
                    <a:pt x="4011451" y="2151302"/>
                  </a:lnTo>
                  <a:lnTo>
                    <a:pt x="4016110" y="2151557"/>
                  </a:lnTo>
                  <a:lnTo>
                    <a:pt x="4016409" y="2151572"/>
                  </a:lnTo>
                  <a:lnTo>
                    <a:pt x="4538543" y="2151572"/>
                  </a:lnTo>
                  <a:lnTo>
                    <a:pt x="4539810" y="2151560"/>
                  </a:lnTo>
                  <a:lnTo>
                    <a:pt x="4548096" y="2151476"/>
                  </a:lnTo>
                  <a:lnTo>
                    <a:pt x="4568810" y="2151243"/>
                  </a:lnTo>
                  <a:lnTo>
                    <a:pt x="4605407" y="2150787"/>
                  </a:lnTo>
                  <a:lnTo>
                    <a:pt x="4659066" y="2150040"/>
                  </a:lnTo>
                  <a:lnTo>
                    <a:pt x="4728639" y="2148952"/>
                  </a:lnTo>
                  <a:lnTo>
                    <a:pt x="4811040" y="2147494"/>
                  </a:lnTo>
                  <a:lnTo>
                    <a:pt x="4902022" y="2145657"/>
                  </a:lnTo>
                  <a:lnTo>
                    <a:pt x="4997075" y="2143446"/>
                  </a:lnTo>
                  <a:lnTo>
                    <a:pt x="5092183" y="2140870"/>
                  </a:lnTo>
                  <a:lnTo>
                    <a:pt x="5184259" y="2137933"/>
                  </a:lnTo>
                  <a:lnTo>
                    <a:pt x="5271285" y="2134630"/>
                  </a:lnTo>
                  <a:lnTo>
                    <a:pt x="5352214" y="2130941"/>
                  </a:lnTo>
                  <a:lnTo>
                    <a:pt x="5426771" y="2126828"/>
                  </a:lnTo>
                  <a:lnTo>
                    <a:pt x="5495237" y="2122239"/>
                  </a:lnTo>
                  <a:lnTo>
                    <a:pt x="5558244" y="2117109"/>
                  </a:lnTo>
                  <a:lnTo>
                    <a:pt x="5616632" y="2111357"/>
                  </a:lnTo>
                  <a:lnTo>
                    <a:pt x="5671329" y="2104901"/>
                  </a:lnTo>
                  <a:lnTo>
                    <a:pt x="5723268" y="2097662"/>
                  </a:lnTo>
                  <a:lnTo>
                    <a:pt x="5773306" y="2089585"/>
                  </a:lnTo>
                  <a:lnTo>
                    <a:pt x="5784835" y="2087570"/>
                  </a:lnTo>
                  <a:lnTo>
                    <a:pt x="5838249" y="2077502"/>
                  </a:lnTo>
                  <a:lnTo>
                    <a:pt x="5891147" y="2066382"/>
                  </a:lnTo>
                  <a:lnTo>
                    <a:pt x="5944094" y="2054197"/>
                  </a:lnTo>
                  <a:lnTo>
                    <a:pt x="5997469" y="2040970"/>
                  </a:lnTo>
                  <a:lnTo>
                    <a:pt x="6051493" y="2026768"/>
                  </a:lnTo>
                  <a:lnTo>
                    <a:pt x="6106242" y="2011700"/>
                  </a:lnTo>
                  <a:lnTo>
                    <a:pt x="6161671" y="1995923"/>
                  </a:lnTo>
                  <a:lnTo>
                    <a:pt x="6217636" y="1979630"/>
                  </a:lnTo>
                  <a:lnTo>
                    <a:pt x="6273917" y="1963044"/>
                  </a:lnTo>
                  <a:lnTo>
                    <a:pt x="6330256" y="1946408"/>
                  </a:lnTo>
                  <a:lnTo>
                    <a:pt x="6386382" y="1929964"/>
                  </a:lnTo>
                  <a:lnTo>
                    <a:pt x="6442058" y="1913946"/>
                  </a:lnTo>
                  <a:lnTo>
                    <a:pt x="6497102" y="1898561"/>
                  </a:lnTo>
                  <a:lnTo>
                    <a:pt x="6551427" y="1883981"/>
                  </a:lnTo>
                  <a:lnTo>
                    <a:pt x="6605055" y="1870336"/>
                  </a:lnTo>
                  <a:lnTo>
                    <a:pt x="6658144" y="1857711"/>
                  </a:lnTo>
                  <a:lnTo>
                    <a:pt x="6711005" y="1846146"/>
                  </a:lnTo>
                  <a:lnTo>
                    <a:pt x="6764122" y="1835643"/>
                  </a:lnTo>
                  <a:lnTo>
                    <a:pt x="6786527" y="1831565"/>
                  </a:lnTo>
                  <a:lnTo>
                    <a:pt x="6836228" y="1823290"/>
                  </a:lnTo>
                  <a:lnTo>
                    <a:pt x="6887649" y="1815858"/>
                  </a:lnTo>
                  <a:lnTo>
                    <a:pt x="6941618" y="1809225"/>
                  </a:lnTo>
                  <a:lnTo>
                    <a:pt x="6999056" y="1803316"/>
                  </a:lnTo>
                  <a:lnTo>
                    <a:pt x="7060901" y="1798047"/>
                  </a:lnTo>
                  <a:lnTo>
                    <a:pt x="7128021" y="1793338"/>
                  </a:lnTo>
                  <a:lnTo>
                    <a:pt x="7201110" y="1789119"/>
                  </a:lnTo>
                  <a:lnTo>
                    <a:pt x="7280546" y="1785334"/>
                  </a:lnTo>
                  <a:lnTo>
                    <a:pt x="7366205" y="1781943"/>
                  </a:lnTo>
                  <a:lnTo>
                    <a:pt x="7457241" y="1778922"/>
                  </a:lnTo>
                  <a:lnTo>
                    <a:pt x="7551876" y="1776261"/>
                  </a:lnTo>
                  <a:lnTo>
                    <a:pt x="7647273" y="1773964"/>
                  </a:lnTo>
                  <a:lnTo>
                    <a:pt x="7739605" y="1772039"/>
                  </a:lnTo>
                  <a:lnTo>
                    <a:pt x="7824422" y="1770492"/>
                  </a:lnTo>
                  <a:lnTo>
                    <a:pt x="7897335" y="1769319"/>
                  </a:lnTo>
                  <a:lnTo>
                    <a:pt x="7954907" y="1768495"/>
                  </a:lnTo>
                  <a:lnTo>
                    <a:pt x="7995484" y="1767976"/>
                  </a:lnTo>
                  <a:lnTo>
                    <a:pt x="8019689" y="1767698"/>
                  </a:lnTo>
                  <a:lnTo>
                    <a:pt x="8030469" y="1767586"/>
                  </a:lnTo>
                  <a:lnTo>
                    <a:pt x="8032819" y="1767564"/>
                  </a:lnTo>
                  <a:lnTo>
                    <a:pt x="8554953" y="1767564"/>
                  </a:lnTo>
                  <a:lnTo>
                    <a:pt x="8554953" y="1761917"/>
                  </a:lnTo>
                  <a:lnTo>
                    <a:pt x="8032819" y="1761917"/>
                  </a:lnTo>
                  <a:lnTo>
                    <a:pt x="8031552" y="1761929"/>
                  </a:lnTo>
                  <a:lnTo>
                    <a:pt x="8023266" y="1762013"/>
                  </a:lnTo>
                  <a:lnTo>
                    <a:pt x="8002552" y="1762245"/>
                  </a:lnTo>
                  <a:lnTo>
                    <a:pt x="7965955" y="1762701"/>
                  </a:lnTo>
                  <a:lnTo>
                    <a:pt x="7912296" y="1763449"/>
                  </a:lnTo>
                  <a:lnTo>
                    <a:pt x="7842723" y="1764537"/>
                  </a:lnTo>
                  <a:lnTo>
                    <a:pt x="7760322" y="1765995"/>
                  </a:lnTo>
                  <a:lnTo>
                    <a:pt x="7669340" y="1767832"/>
                  </a:lnTo>
                  <a:lnTo>
                    <a:pt x="7574287" y="1770043"/>
                  </a:lnTo>
                  <a:lnTo>
                    <a:pt x="7479179" y="1772619"/>
                  </a:lnTo>
                  <a:lnTo>
                    <a:pt x="7387102" y="1775555"/>
                  </a:lnTo>
                  <a:lnTo>
                    <a:pt x="7300077" y="1778858"/>
                  </a:lnTo>
                  <a:lnTo>
                    <a:pt x="7219148" y="1782548"/>
                  </a:lnTo>
                  <a:lnTo>
                    <a:pt x="7144590" y="1786661"/>
                  </a:lnTo>
                  <a:lnTo>
                    <a:pt x="7076125" y="1791249"/>
                  </a:lnTo>
                  <a:lnTo>
                    <a:pt x="7013118" y="1796380"/>
                  </a:lnTo>
                  <a:lnTo>
                    <a:pt x="6954730" y="1802132"/>
                  </a:lnTo>
                  <a:lnTo>
                    <a:pt x="6900033" y="1808588"/>
                  </a:lnTo>
                  <a:lnTo>
                    <a:pt x="6848094" y="1815827"/>
                  </a:lnTo>
                  <a:lnTo>
                    <a:pt x="6798056" y="1823903"/>
                  </a:lnTo>
                  <a:lnTo>
                    <a:pt x="6786527" y="1825918"/>
                  </a:lnTo>
                  <a:lnTo>
                    <a:pt x="6733113" y="1835987"/>
                  </a:lnTo>
                  <a:lnTo>
                    <a:pt x="6680215" y="1847106"/>
                  </a:lnTo>
                  <a:lnTo>
                    <a:pt x="6627268" y="1859291"/>
                  </a:lnTo>
                  <a:lnTo>
                    <a:pt x="6573892" y="1872518"/>
                  </a:lnTo>
                  <a:lnTo>
                    <a:pt x="6519869" y="1886721"/>
                  </a:lnTo>
                  <a:lnTo>
                    <a:pt x="6465120" y="1901788"/>
                  </a:lnTo>
                  <a:lnTo>
                    <a:pt x="6409691" y="1917565"/>
                  </a:lnTo>
                  <a:lnTo>
                    <a:pt x="6353726" y="1933859"/>
                  </a:lnTo>
                  <a:lnTo>
                    <a:pt x="6297445" y="1950444"/>
                  </a:lnTo>
                  <a:lnTo>
                    <a:pt x="6241106" y="1967081"/>
                  </a:lnTo>
                  <a:lnTo>
                    <a:pt x="6184980" y="1983525"/>
                  </a:lnTo>
                  <a:lnTo>
                    <a:pt x="6129304" y="1999543"/>
                  </a:lnTo>
                  <a:lnTo>
                    <a:pt x="6074260" y="2014928"/>
                  </a:lnTo>
                  <a:lnTo>
                    <a:pt x="6019935" y="2029508"/>
                  </a:lnTo>
                  <a:lnTo>
                    <a:pt x="5966307" y="2043152"/>
                  </a:lnTo>
                  <a:lnTo>
                    <a:pt x="5913218" y="2055778"/>
                  </a:lnTo>
                  <a:lnTo>
                    <a:pt x="5860357" y="2067342"/>
                  </a:lnTo>
                  <a:lnTo>
                    <a:pt x="5807240" y="2077846"/>
                  </a:lnTo>
                  <a:lnTo>
                    <a:pt x="5784835" y="2081923"/>
                  </a:lnTo>
                  <a:lnTo>
                    <a:pt x="5735134" y="2090199"/>
                  </a:lnTo>
                  <a:lnTo>
                    <a:pt x="5683713" y="2097630"/>
                  </a:lnTo>
                  <a:lnTo>
                    <a:pt x="5629744" y="2104263"/>
                  </a:lnTo>
                  <a:lnTo>
                    <a:pt x="5572306" y="2110172"/>
                  </a:lnTo>
                  <a:lnTo>
                    <a:pt x="5510461" y="2115441"/>
                  </a:lnTo>
                  <a:lnTo>
                    <a:pt x="5443341" y="2120150"/>
                  </a:lnTo>
                  <a:lnTo>
                    <a:pt x="5370252" y="2124369"/>
                  </a:lnTo>
                  <a:lnTo>
                    <a:pt x="5290815" y="2128154"/>
                  </a:lnTo>
                  <a:lnTo>
                    <a:pt x="5205157" y="2131546"/>
                  </a:lnTo>
                  <a:lnTo>
                    <a:pt x="5114121" y="2134567"/>
                  </a:lnTo>
                  <a:lnTo>
                    <a:pt x="5019486" y="2137228"/>
                  </a:lnTo>
                  <a:lnTo>
                    <a:pt x="4924089" y="2139525"/>
                  </a:lnTo>
                  <a:lnTo>
                    <a:pt x="4831756" y="2141450"/>
                  </a:lnTo>
                  <a:lnTo>
                    <a:pt x="4746940" y="2142997"/>
                  </a:lnTo>
                  <a:lnTo>
                    <a:pt x="4674027" y="2144170"/>
                  </a:lnTo>
                  <a:lnTo>
                    <a:pt x="4616455" y="2144993"/>
                  </a:lnTo>
                  <a:lnTo>
                    <a:pt x="4575878" y="2145512"/>
                  </a:lnTo>
                  <a:lnTo>
                    <a:pt x="4551672" y="2145790"/>
                  </a:lnTo>
                  <a:lnTo>
                    <a:pt x="4540893" y="2145902"/>
                  </a:lnTo>
                  <a:lnTo>
                    <a:pt x="4538543" y="2145925"/>
                  </a:lnTo>
                  <a:lnTo>
                    <a:pt x="4016409" y="2145925"/>
                  </a:lnTo>
                  <a:lnTo>
                    <a:pt x="4015211" y="2145862"/>
                  </a:lnTo>
                  <a:lnTo>
                    <a:pt x="4007368" y="2145419"/>
                  </a:lnTo>
                  <a:lnTo>
                    <a:pt x="3987722" y="2144194"/>
                  </a:lnTo>
                  <a:lnTo>
                    <a:pt x="3952915" y="2141786"/>
                  </a:lnTo>
                  <a:lnTo>
                    <a:pt x="3901685" y="2137838"/>
                  </a:lnTo>
                  <a:lnTo>
                    <a:pt x="3834939" y="2132076"/>
                  </a:lnTo>
                  <a:lnTo>
                    <a:pt x="3755432" y="2124337"/>
                  </a:lnTo>
                  <a:lnTo>
                    <a:pt x="3667090" y="2114562"/>
                  </a:lnTo>
                  <a:lnTo>
                    <a:pt x="3574188" y="2102768"/>
                  </a:lnTo>
                  <a:lnTo>
                    <a:pt x="3480633" y="2089002"/>
                  </a:lnTo>
                  <a:lnTo>
                    <a:pt x="3389515" y="2073296"/>
                  </a:lnTo>
                  <a:lnTo>
                    <a:pt x="3302939" y="2055633"/>
                  </a:lnTo>
                  <a:lnTo>
                    <a:pt x="3222078" y="2035921"/>
                  </a:lnTo>
                  <a:lnTo>
                    <a:pt x="3147342" y="2013991"/>
                  </a:lnTo>
                  <a:lnTo>
                    <a:pt x="3078583" y="1989586"/>
                  </a:lnTo>
                  <a:lnTo>
                    <a:pt x="3015277" y="1962373"/>
                  </a:lnTo>
                  <a:lnTo>
                    <a:pt x="2956676" y="1931953"/>
                  </a:lnTo>
                  <a:lnTo>
                    <a:pt x="2901919" y="1897891"/>
                  </a:lnTo>
                  <a:lnTo>
                    <a:pt x="2850118" y="1859752"/>
                  </a:lnTo>
                  <a:lnTo>
                    <a:pt x="2800430" y="1817191"/>
                  </a:lnTo>
                  <a:lnTo>
                    <a:pt x="2770117" y="1788270"/>
                  </a:lnTo>
                  <a:lnTo>
                    <a:pt x="2728949" y="1745493"/>
                  </a:lnTo>
                  <a:lnTo>
                    <a:pt x="2688177" y="1699262"/>
                  </a:lnTo>
                  <a:lnTo>
                    <a:pt x="2647511" y="1649510"/>
                  </a:lnTo>
                  <a:lnTo>
                    <a:pt x="2606732" y="1596239"/>
                  </a:lnTo>
                  <a:lnTo>
                    <a:pt x="2565683" y="1539527"/>
                  </a:lnTo>
                  <a:lnTo>
                    <a:pt x="2524262" y="1479540"/>
                  </a:lnTo>
                  <a:lnTo>
                    <a:pt x="2482418" y="1416528"/>
                  </a:lnTo>
                  <a:lnTo>
                    <a:pt x="2440144" y="1350832"/>
                  </a:lnTo>
                  <a:lnTo>
                    <a:pt x="2397474" y="1282875"/>
                  </a:lnTo>
                  <a:lnTo>
                    <a:pt x="2354479" y="1213156"/>
                  </a:lnTo>
                  <a:lnTo>
                    <a:pt x="2311251" y="1142232"/>
                  </a:lnTo>
                  <a:lnTo>
                    <a:pt x="2267905" y="1070705"/>
                  </a:lnTo>
                  <a:lnTo>
                    <a:pt x="2224562" y="999198"/>
                  </a:lnTo>
                  <a:lnTo>
                    <a:pt x="2181346" y="928333"/>
                  </a:lnTo>
                  <a:lnTo>
                    <a:pt x="2138368" y="858709"/>
                  </a:lnTo>
                  <a:lnTo>
                    <a:pt x="2095722" y="790880"/>
                  </a:lnTo>
                  <a:lnTo>
                    <a:pt x="2053475" y="725342"/>
                  </a:lnTo>
                  <a:lnTo>
                    <a:pt x="2011657" y="662512"/>
                  </a:lnTo>
                  <a:lnTo>
                    <a:pt x="1970262" y="602724"/>
                  </a:lnTo>
                  <a:lnTo>
                    <a:pt x="1929233" y="546225"/>
                  </a:lnTo>
                  <a:lnTo>
                    <a:pt x="1888467" y="493174"/>
                  </a:lnTo>
                  <a:lnTo>
                    <a:pt x="1847801" y="443645"/>
                  </a:lnTo>
                  <a:lnTo>
                    <a:pt x="1807014" y="397634"/>
                  </a:lnTo>
                  <a:lnTo>
                    <a:pt x="1768425" y="357654"/>
                  </a:lnTo>
                  <a:lnTo>
                    <a:pt x="1719679" y="312241"/>
                  </a:lnTo>
                  <a:lnTo>
                    <a:pt x="1669292" y="271369"/>
                  </a:lnTo>
                  <a:lnTo>
                    <a:pt x="1616486" y="234806"/>
                  </a:lnTo>
                  <a:lnTo>
                    <a:pt x="1560391" y="202161"/>
                  </a:lnTo>
                  <a:lnTo>
                    <a:pt x="1500123" y="172994"/>
                  </a:lnTo>
                  <a:lnTo>
                    <a:pt x="1434850" y="146878"/>
                  </a:lnTo>
                  <a:lnTo>
                    <a:pt x="1363895" y="123436"/>
                  </a:lnTo>
                  <a:lnTo>
                    <a:pt x="1286855" y="102363"/>
                  </a:lnTo>
                  <a:lnTo>
                    <a:pt x="1203766" y="83435"/>
                  </a:lnTo>
                  <a:lnTo>
                    <a:pt x="1115302" y="66512"/>
                  </a:lnTo>
                  <a:lnTo>
                    <a:pt x="1022970" y="51532"/>
                  </a:lnTo>
                  <a:lnTo>
                    <a:pt x="929248" y="38500"/>
                  </a:lnTo>
                  <a:lnTo>
                    <a:pt x="837565" y="27458"/>
                  </a:lnTo>
                  <a:lnTo>
                    <a:pt x="752036" y="18448"/>
                  </a:lnTo>
                  <a:lnTo>
                    <a:pt x="676899" y="11462"/>
                  </a:lnTo>
                  <a:lnTo>
                    <a:pt x="615735" y="6406"/>
                  </a:lnTo>
                  <a:lnTo>
                    <a:pt x="570671" y="3072"/>
                  </a:lnTo>
                  <a:lnTo>
                    <a:pt x="541814" y="1153"/>
                  </a:lnTo>
                  <a:lnTo>
                    <a:pt x="527091" y="269"/>
                  </a:lnTo>
                  <a:lnTo>
                    <a:pt x="522432" y="15"/>
                  </a:lnTo>
                  <a:lnTo>
                    <a:pt x="5221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453" name="pl453"/>
            <p:cNvSpPr/>
            <p:nvPr/>
          </p:nvSpPr>
          <p:spPr>
            <a:xfrm>
              <a:off x="386606" y="2721575"/>
              <a:ext cx="8554953" cy="2145925"/>
            </a:xfrm>
            <a:custGeom>
              <a:avLst/>
              <a:pathLst>
                <a:path w="8554953" h="2145925">
                  <a:moveTo>
                    <a:pt x="0" y="0"/>
                  </a:moveTo>
                  <a:lnTo>
                    <a:pt x="522133" y="0"/>
                  </a:lnTo>
                  <a:lnTo>
                    <a:pt x="523331" y="62"/>
                  </a:lnTo>
                  <a:lnTo>
                    <a:pt x="531174" y="505"/>
                  </a:lnTo>
                  <a:lnTo>
                    <a:pt x="550820" y="1730"/>
                  </a:lnTo>
                  <a:lnTo>
                    <a:pt x="585627" y="4138"/>
                  </a:lnTo>
                  <a:lnTo>
                    <a:pt x="636857" y="8086"/>
                  </a:lnTo>
                  <a:lnTo>
                    <a:pt x="703603" y="13848"/>
                  </a:lnTo>
                  <a:lnTo>
                    <a:pt x="783110" y="21587"/>
                  </a:lnTo>
                  <a:lnTo>
                    <a:pt x="871452" y="31362"/>
                  </a:lnTo>
                  <a:lnTo>
                    <a:pt x="964354" y="43156"/>
                  </a:lnTo>
                  <a:lnTo>
                    <a:pt x="1057909" y="56922"/>
                  </a:lnTo>
                  <a:lnTo>
                    <a:pt x="1149027" y="72628"/>
                  </a:lnTo>
                  <a:lnTo>
                    <a:pt x="1235603" y="90292"/>
                  </a:lnTo>
                  <a:lnTo>
                    <a:pt x="1316465" y="110003"/>
                  </a:lnTo>
                  <a:lnTo>
                    <a:pt x="1391200" y="131933"/>
                  </a:lnTo>
                  <a:lnTo>
                    <a:pt x="1459959" y="156338"/>
                  </a:lnTo>
                  <a:lnTo>
                    <a:pt x="1523265" y="183551"/>
                  </a:lnTo>
                  <a:lnTo>
                    <a:pt x="1581866" y="213971"/>
                  </a:lnTo>
                  <a:lnTo>
                    <a:pt x="1636623" y="248033"/>
                  </a:lnTo>
                  <a:lnTo>
                    <a:pt x="1688424" y="286172"/>
                  </a:lnTo>
                  <a:lnTo>
                    <a:pt x="1738112" y="328733"/>
                  </a:lnTo>
                  <a:lnTo>
                    <a:pt x="1768425" y="357654"/>
                  </a:lnTo>
                  <a:lnTo>
                    <a:pt x="1809593" y="400431"/>
                  </a:lnTo>
                  <a:lnTo>
                    <a:pt x="1850365" y="446662"/>
                  </a:lnTo>
                  <a:lnTo>
                    <a:pt x="1891031" y="496414"/>
                  </a:lnTo>
                  <a:lnTo>
                    <a:pt x="1931810" y="549685"/>
                  </a:lnTo>
                  <a:lnTo>
                    <a:pt x="1972859" y="606397"/>
                  </a:lnTo>
                  <a:lnTo>
                    <a:pt x="2014280" y="666384"/>
                  </a:lnTo>
                  <a:lnTo>
                    <a:pt x="2056125" y="729396"/>
                  </a:lnTo>
                  <a:lnTo>
                    <a:pt x="2098399" y="795092"/>
                  </a:lnTo>
                  <a:lnTo>
                    <a:pt x="2141068" y="863049"/>
                  </a:lnTo>
                  <a:lnTo>
                    <a:pt x="2184064" y="932768"/>
                  </a:lnTo>
                  <a:lnTo>
                    <a:pt x="2227291" y="1003692"/>
                  </a:lnTo>
                  <a:lnTo>
                    <a:pt x="2270638" y="1075219"/>
                  </a:lnTo>
                  <a:lnTo>
                    <a:pt x="2313980" y="1146726"/>
                  </a:lnTo>
                  <a:lnTo>
                    <a:pt x="2357196" y="1217591"/>
                  </a:lnTo>
                  <a:lnTo>
                    <a:pt x="2400174" y="1287215"/>
                  </a:lnTo>
                  <a:lnTo>
                    <a:pt x="2442820" y="1355044"/>
                  </a:lnTo>
                  <a:lnTo>
                    <a:pt x="2485068" y="1420582"/>
                  </a:lnTo>
                  <a:lnTo>
                    <a:pt x="2526885" y="1483412"/>
                  </a:lnTo>
                  <a:lnTo>
                    <a:pt x="2568281" y="1543200"/>
                  </a:lnTo>
                  <a:lnTo>
                    <a:pt x="2609309" y="1599699"/>
                  </a:lnTo>
                  <a:lnTo>
                    <a:pt x="2650075" y="1652750"/>
                  </a:lnTo>
                  <a:lnTo>
                    <a:pt x="2690741" y="1702279"/>
                  </a:lnTo>
                  <a:lnTo>
                    <a:pt x="2731529" y="1748290"/>
                  </a:lnTo>
                  <a:lnTo>
                    <a:pt x="2770117" y="1788270"/>
                  </a:lnTo>
                  <a:lnTo>
                    <a:pt x="2818863" y="1833683"/>
                  </a:lnTo>
                  <a:lnTo>
                    <a:pt x="2869250" y="1874555"/>
                  </a:lnTo>
                  <a:lnTo>
                    <a:pt x="2922057" y="1911118"/>
                  </a:lnTo>
                  <a:lnTo>
                    <a:pt x="2978151" y="1943763"/>
                  </a:lnTo>
                  <a:lnTo>
                    <a:pt x="3038419" y="1972930"/>
                  </a:lnTo>
                  <a:lnTo>
                    <a:pt x="3103692" y="1999046"/>
                  </a:lnTo>
                  <a:lnTo>
                    <a:pt x="3174647" y="2022489"/>
                  </a:lnTo>
                  <a:lnTo>
                    <a:pt x="3251687" y="2043561"/>
                  </a:lnTo>
                  <a:lnTo>
                    <a:pt x="3334776" y="2062489"/>
                  </a:lnTo>
                  <a:lnTo>
                    <a:pt x="3423240" y="2079412"/>
                  </a:lnTo>
                  <a:lnTo>
                    <a:pt x="3515572" y="2094392"/>
                  </a:lnTo>
                  <a:lnTo>
                    <a:pt x="3609294" y="2107424"/>
                  </a:lnTo>
                  <a:lnTo>
                    <a:pt x="3700977" y="2118466"/>
                  </a:lnTo>
                  <a:lnTo>
                    <a:pt x="3786506" y="2127476"/>
                  </a:lnTo>
                  <a:lnTo>
                    <a:pt x="3861643" y="2134462"/>
                  </a:lnTo>
                  <a:lnTo>
                    <a:pt x="3922807" y="2139518"/>
                  </a:lnTo>
                  <a:lnTo>
                    <a:pt x="3967871" y="2142852"/>
                  </a:lnTo>
                  <a:lnTo>
                    <a:pt x="3996728" y="2144771"/>
                  </a:lnTo>
                  <a:lnTo>
                    <a:pt x="4011451" y="2145655"/>
                  </a:lnTo>
                  <a:lnTo>
                    <a:pt x="4016110" y="2145909"/>
                  </a:lnTo>
                  <a:lnTo>
                    <a:pt x="4016409" y="2145925"/>
                  </a:lnTo>
                  <a:lnTo>
                    <a:pt x="4538543" y="2145925"/>
                  </a:lnTo>
                  <a:lnTo>
                    <a:pt x="4539810" y="2145913"/>
                  </a:lnTo>
                  <a:lnTo>
                    <a:pt x="4548096" y="2145829"/>
                  </a:lnTo>
                  <a:lnTo>
                    <a:pt x="4568810" y="2145596"/>
                  </a:lnTo>
                  <a:lnTo>
                    <a:pt x="4605407" y="2145140"/>
                  </a:lnTo>
                  <a:lnTo>
                    <a:pt x="4659066" y="2144393"/>
                  </a:lnTo>
                  <a:lnTo>
                    <a:pt x="4728639" y="2143304"/>
                  </a:lnTo>
                  <a:lnTo>
                    <a:pt x="4811040" y="2141846"/>
                  </a:lnTo>
                  <a:lnTo>
                    <a:pt x="4902022" y="2140010"/>
                  </a:lnTo>
                  <a:lnTo>
                    <a:pt x="4997075" y="2137799"/>
                  </a:lnTo>
                  <a:lnTo>
                    <a:pt x="5092183" y="2135223"/>
                  </a:lnTo>
                  <a:lnTo>
                    <a:pt x="5184259" y="2132286"/>
                  </a:lnTo>
                  <a:lnTo>
                    <a:pt x="5271285" y="2128983"/>
                  </a:lnTo>
                  <a:lnTo>
                    <a:pt x="5352214" y="2125293"/>
                  </a:lnTo>
                  <a:lnTo>
                    <a:pt x="5426771" y="2121181"/>
                  </a:lnTo>
                  <a:lnTo>
                    <a:pt x="5495237" y="2116592"/>
                  </a:lnTo>
                  <a:lnTo>
                    <a:pt x="5558244" y="2111461"/>
                  </a:lnTo>
                  <a:lnTo>
                    <a:pt x="5616632" y="2105710"/>
                  </a:lnTo>
                  <a:lnTo>
                    <a:pt x="5671329" y="2099254"/>
                  </a:lnTo>
                  <a:lnTo>
                    <a:pt x="5723268" y="2092015"/>
                  </a:lnTo>
                  <a:lnTo>
                    <a:pt x="5773306" y="2083938"/>
                  </a:lnTo>
                  <a:lnTo>
                    <a:pt x="5784835" y="2081923"/>
                  </a:lnTo>
                  <a:lnTo>
                    <a:pt x="5838249" y="2071855"/>
                  </a:lnTo>
                  <a:lnTo>
                    <a:pt x="5891147" y="2060735"/>
                  </a:lnTo>
                  <a:lnTo>
                    <a:pt x="5944094" y="2048550"/>
                  </a:lnTo>
                  <a:lnTo>
                    <a:pt x="5997469" y="2035323"/>
                  </a:lnTo>
                  <a:lnTo>
                    <a:pt x="6051493" y="2021120"/>
                  </a:lnTo>
                  <a:lnTo>
                    <a:pt x="6106242" y="2006053"/>
                  </a:lnTo>
                  <a:lnTo>
                    <a:pt x="6161671" y="1990276"/>
                  </a:lnTo>
                  <a:lnTo>
                    <a:pt x="6217636" y="1973983"/>
                  </a:lnTo>
                  <a:lnTo>
                    <a:pt x="6273917" y="1957397"/>
                  </a:lnTo>
                  <a:lnTo>
                    <a:pt x="6330256" y="1940760"/>
                  </a:lnTo>
                  <a:lnTo>
                    <a:pt x="6386382" y="1924317"/>
                  </a:lnTo>
                  <a:lnTo>
                    <a:pt x="6442058" y="1908299"/>
                  </a:lnTo>
                  <a:lnTo>
                    <a:pt x="6497102" y="1892914"/>
                  </a:lnTo>
                  <a:lnTo>
                    <a:pt x="6551427" y="1878334"/>
                  </a:lnTo>
                  <a:lnTo>
                    <a:pt x="6605055" y="1864689"/>
                  </a:lnTo>
                  <a:lnTo>
                    <a:pt x="6658144" y="1852064"/>
                  </a:lnTo>
                  <a:lnTo>
                    <a:pt x="6711005" y="1840499"/>
                  </a:lnTo>
                  <a:lnTo>
                    <a:pt x="6764122" y="1829996"/>
                  </a:lnTo>
                  <a:lnTo>
                    <a:pt x="6786527" y="1825918"/>
                  </a:lnTo>
                  <a:lnTo>
                    <a:pt x="6836228" y="1817643"/>
                  </a:lnTo>
                  <a:lnTo>
                    <a:pt x="6887649" y="1810211"/>
                  </a:lnTo>
                  <a:lnTo>
                    <a:pt x="6941618" y="1803578"/>
                  </a:lnTo>
                  <a:lnTo>
                    <a:pt x="6999056" y="1797669"/>
                  </a:lnTo>
                  <a:lnTo>
                    <a:pt x="7060901" y="1792400"/>
                  </a:lnTo>
                  <a:lnTo>
                    <a:pt x="7128021" y="1787691"/>
                  </a:lnTo>
                  <a:lnTo>
                    <a:pt x="7201110" y="1783472"/>
                  </a:lnTo>
                  <a:lnTo>
                    <a:pt x="7280546" y="1779687"/>
                  </a:lnTo>
                  <a:lnTo>
                    <a:pt x="7366205" y="1776296"/>
                  </a:lnTo>
                  <a:lnTo>
                    <a:pt x="7457241" y="1773274"/>
                  </a:lnTo>
                  <a:lnTo>
                    <a:pt x="7551876" y="1770614"/>
                  </a:lnTo>
                  <a:lnTo>
                    <a:pt x="7647273" y="1768317"/>
                  </a:lnTo>
                  <a:lnTo>
                    <a:pt x="7739605" y="1766391"/>
                  </a:lnTo>
                  <a:lnTo>
                    <a:pt x="7824422" y="1764845"/>
                  </a:lnTo>
                  <a:lnTo>
                    <a:pt x="7897335" y="1763672"/>
                  </a:lnTo>
                  <a:lnTo>
                    <a:pt x="7954907" y="1762848"/>
                  </a:lnTo>
                  <a:lnTo>
                    <a:pt x="7995484" y="1762329"/>
                  </a:lnTo>
                  <a:lnTo>
                    <a:pt x="8019689" y="1762051"/>
                  </a:lnTo>
                  <a:lnTo>
                    <a:pt x="8030469" y="1761939"/>
                  </a:lnTo>
                  <a:lnTo>
                    <a:pt x="8032802" y="1761917"/>
                  </a:lnTo>
                  <a:lnTo>
                    <a:pt x="8032819" y="1761917"/>
                  </a:lnTo>
                  <a:lnTo>
                    <a:pt x="8554953" y="1761917"/>
                  </a:lnTo>
                  <a:lnTo>
                    <a:pt x="8554953" y="1761917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454" name="pl454"/>
            <p:cNvSpPr/>
            <p:nvPr/>
          </p:nvSpPr>
          <p:spPr>
            <a:xfrm>
              <a:off x="386606" y="2715928"/>
              <a:ext cx="8554953" cy="2145925"/>
            </a:xfrm>
            <a:custGeom>
              <a:avLst/>
              <a:pathLst>
                <a:path w="8554953" h="2145925">
                  <a:moveTo>
                    <a:pt x="8554953" y="1761917"/>
                  </a:moveTo>
                  <a:lnTo>
                    <a:pt x="8032819" y="1761917"/>
                  </a:lnTo>
                  <a:lnTo>
                    <a:pt x="8031552" y="1761929"/>
                  </a:lnTo>
                  <a:lnTo>
                    <a:pt x="8023266" y="1762013"/>
                  </a:lnTo>
                  <a:lnTo>
                    <a:pt x="8002552" y="1762245"/>
                  </a:lnTo>
                  <a:lnTo>
                    <a:pt x="7965955" y="1762701"/>
                  </a:lnTo>
                  <a:lnTo>
                    <a:pt x="7912296" y="1763449"/>
                  </a:lnTo>
                  <a:lnTo>
                    <a:pt x="7842723" y="1764537"/>
                  </a:lnTo>
                  <a:lnTo>
                    <a:pt x="7760322" y="1765995"/>
                  </a:lnTo>
                  <a:lnTo>
                    <a:pt x="7669340" y="1767832"/>
                  </a:lnTo>
                  <a:lnTo>
                    <a:pt x="7574287" y="1770043"/>
                  </a:lnTo>
                  <a:lnTo>
                    <a:pt x="7479179" y="1772619"/>
                  </a:lnTo>
                  <a:lnTo>
                    <a:pt x="7387102" y="1775555"/>
                  </a:lnTo>
                  <a:lnTo>
                    <a:pt x="7300077" y="1778858"/>
                  </a:lnTo>
                  <a:lnTo>
                    <a:pt x="7219148" y="1782548"/>
                  </a:lnTo>
                  <a:lnTo>
                    <a:pt x="7144590" y="1786661"/>
                  </a:lnTo>
                  <a:lnTo>
                    <a:pt x="7076125" y="1791249"/>
                  </a:lnTo>
                  <a:lnTo>
                    <a:pt x="7013118" y="1796380"/>
                  </a:lnTo>
                  <a:lnTo>
                    <a:pt x="6954730" y="1802132"/>
                  </a:lnTo>
                  <a:lnTo>
                    <a:pt x="6900033" y="1808588"/>
                  </a:lnTo>
                  <a:lnTo>
                    <a:pt x="6848094" y="1815827"/>
                  </a:lnTo>
                  <a:lnTo>
                    <a:pt x="6798056" y="1823903"/>
                  </a:lnTo>
                  <a:lnTo>
                    <a:pt x="6786527" y="1825918"/>
                  </a:lnTo>
                  <a:lnTo>
                    <a:pt x="6733113" y="1835987"/>
                  </a:lnTo>
                  <a:lnTo>
                    <a:pt x="6680215" y="1847106"/>
                  </a:lnTo>
                  <a:lnTo>
                    <a:pt x="6627268" y="1859291"/>
                  </a:lnTo>
                  <a:lnTo>
                    <a:pt x="6573892" y="1872518"/>
                  </a:lnTo>
                  <a:lnTo>
                    <a:pt x="6519869" y="1886721"/>
                  </a:lnTo>
                  <a:lnTo>
                    <a:pt x="6465120" y="1901788"/>
                  </a:lnTo>
                  <a:lnTo>
                    <a:pt x="6409691" y="1917565"/>
                  </a:lnTo>
                  <a:lnTo>
                    <a:pt x="6353726" y="1933859"/>
                  </a:lnTo>
                  <a:lnTo>
                    <a:pt x="6297445" y="1950444"/>
                  </a:lnTo>
                  <a:lnTo>
                    <a:pt x="6241106" y="1967081"/>
                  </a:lnTo>
                  <a:lnTo>
                    <a:pt x="6184980" y="1983525"/>
                  </a:lnTo>
                  <a:lnTo>
                    <a:pt x="6129304" y="1999543"/>
                  </a:lnTo>
                  <a:lnTo>
                    <a:pt x="6074260" y="2014928"/>
                  </a:lnTo>
                  <a:lnTo>
                    <a:pt x="6019935" y="2029508"/>
                  </a:lnTo>
                  <a:lnTo>
                    <a:pt x="5966307" y="2043152"/>
                  </a:lnTo>
                  <a:lnTo>
                    <a:pt x="5913218" y="2055778"/>
                  </a:lnTo>
                  <a:lnTo>
                    <a:pt x="5860357" y="2067342"/>
                  </a:lnTo>
                  <a:lnTo>
                    <a:pt x="5807240" y="2077846"/>
                  </a:lnTo>
                  <a:lnTo>
                    <a:pt x="5784835" y="2081923"/>
                  </a:lnTo>
                  <a:lnTo>
                    <a:pt x="5735134" y="2090199"/>
                  </a:lnTo>
                  <a:lnTo>
                    <a:pt x="5683713" y="2097630"/>
                  </a:lnTo>
                  <a:lnTo>
                    <a:pt x="5629744" y="2104263"/>
                  </a:lnTo>
                  <a:lnTo>
                    <a:pt x="5572306" y="2110172"/>
                  </a:lnTo>
                  <a:lnTo>
                    <a:pt x="5510461" y="2115441"/>
                  </a:lnTo>
                  <a:lnTo>
                    <a:pt x="5443341" y="2120150"/>
                  </a:lnTo>
                  <a:lnTo>
                    <a:pt x="5370252" y="2124369"/>
                  </a:lnTo>
                  <a:lnTo>
                    <a:pt x="5290815" y="2128154"/>
                  </a:lnTo>
                  <a:lnTo>
                    <a:pt x="5205157" y="2131546"/>
                  </a:lnTo>
                  <a:lnTo>
                    <a:pt x="5114121" y="2134567"/>
                  </a:lnTo>
                  <a:lnTo>
                    <a:pt x="5019486" y="2137228"/>
                  </a:lnTo>
                  <a:lnTo>
                    <a:pt x="4924089" y="2139525"/>
                  </a:lnTo>
                  <a:lnTo>
                    <a:pt x="4831756" y="2141450"/>
                  </a:lnTo>
                  <a:lnTo>
                    <a:pt x="4746940" y="2142997"/>
                  </a:lnTo>
                  <a:lnTo>
                    <a:pt x="4674027" y="2144170"/>
                  </a:lnTo>
                  <a:lnTo>
                    <a:pt x="4616455" y="2144993"/>
                  </a:lnTo>
                  <a:lnTo>
                    <a:pt x="4575878" y="2145512"/>
                  </a:lnTo>
                  <a:lnTo>
                    <a:pt x="4551672" y="2145790"/>
                  </a:lnTo>
                  <a:lnTo>
                    <a:pt x="4540893" y="2145902"/>
                  </a:lnTo>
                  <a:lnTo>
                    <a:pt x="4538560" y="2145924"/>
                  </a:lnTo>
                  <a:lnTo>
                    <a:pt x="4538543" y="2145925"/>
                  </a:lnTo>
                  <a:lnTo>
                    <a:pt x="4016409" y="2145925"/>
                  </a:lnTo>
                  <a:lnTo>
                    <a:pt x="4015211" y="2145862"/>
                  </a:lnTo>
                  <a:lnTo>
                    <a:pt x="4007368" y="2145419"/>
                  </a:lnTo>
                  <a:lnTo>
                    <a:pt x="3987722" y="2144194"/>
                  </a:lnTo>
                  <a:lnTo>
                    <a:pt x="3952915" y="2141786"/>
                  </a:lnTo>
                  <a:lnTo>
                    <a:pt x="3901685" y="2137838"/>
                  </a:lnTo>
                  <a:lnTo>
                    <a:pt x="3834939" y="2132076"/>
                  </a:lnTo>
                  <a:lnTo>
                    <a:pt x="3755432" y="2124337"/>
                  </a:lnTo>
                  <a:lnTo>
                    <a:pt x="3667090" y="2114562"/>
                  </a:lnTo>
                  <a:lnTo>
                    <a:pt x="3574188" y="2102768"/>
                  </a:lnTo>
                  <a:lnTo>
                    <a:pt x="3480633" y="2089002"/>
                  </a:lnTo>
                  <a:lnTo>
                    <a:pt x="3389515" y="2073296"/>
                  </a:lnTo>
                  <a:lnTo>
                    <a:pt x="3302939" y="2055633"/>
                  </a:lnTo>
                  <a:lnTo>
                    <a:pt x="3222078" y="2035921"/>
                  </a:lnTo>
                  <a:lnTo>
                    <a:pt x="3147342" y="2013991"/>
                  </a:lnTo>
                  <a:lnTo>
                    <a:pt x="3078583" y="1989586"/>
                  </a:lnTo>
                  <a:lnTo>
                    <a:pt x="3015277" y="1962373"/>
                  </a:lnTo>
                  <a:lnTo>
                    <a:pt x="2956676" y="1931953"/>
                  </a:lnTo>
                  <a:lnTo>
                    <a:pt x="2901919" y="1897891"/>
                  </a:lnTo>
                  <a:lnTo>
                    <a:pt x="2850118" y="1859752"/>
                  </a:lnTo>
                  <a:lnTo>
                    <a:pt x="2800430" y="1817191"/>
                  </a:lnTo>
                  <a:lnTo>
                    <a:pt x="2770117" y="1788270"/>
                  </a:lnTo>
                  <a:lnTo>
                    <a:pt x="2728949" y="1745493"/>
                  </a:lnTo>
                  <a:lnTo>
                    <a:pt x="2688177" y="1699262"/>
                  </a:lnTo>
                  <a:lnTo>
                    <a:pt x="2647511" y="1649510"/>
                  </a:lnTo>
                  <a:lnTo>
                    <a:pt x="2606732" y="1596239"/>
                  </a:lnTo>
                  <a:lnTo>
                    <a:pt x="2565683" y="1539527"/>
                  </a:lnTo>
                  <a:lnTo>
                    <a:pt x="2524262" y="1479540"/>
                  </a:lnTo>
                  <a:lnTo>
                    <a:pt x="2482418" y="1416528"/>
                  </a:lnTo>
                  <a:lnTo>
                    <a:pt x="2440144" y="1350832"/>
                  </a:lnTo>
                  <a:lnTo>
                    <a:pt x="2397474" y="1282875"/>
                  </a:lnTo>
                  <a:lnTo>
                    <a:pt x="2354479" y="1213156"/>
                  </a:lnTo>
                  <a:lnTo>
                    <a:pt x="2311251" y="1142232"/>
                  </a:lnTo>
                  <a:lnTo>
                    <a:pt x="2267905" y="1070705"/>
                  </a:lnTo>
                  <a:lnTo>
                    <a:pt x="2224562" y="999198"/>
                  </a:lnTo>
                  <a:lnTo>
                    <a:pt x="2181346" y="928333"/>
                  </a:lnTo>
                  <a:lnTo>
                    <a:pt x="2138368" y="858709"/>
                  </a:lnTo>
                  <a:lnTo>
                    <a:pt x="2095722" y="790880"/>
                  </a:lnTo>
                  <a:lnTo>
                    <a:pt x="2053475" y="725342"/>
                  </a:lnTo>
                  <a:lnTo>
                    <a:pt x="2011657" y="662512"/>
                  </a:lnTo>
                  <a:lnTo>
                    <a:pt x="1970262" y="602724"/>
                  </a:lnTo>
                  <a:lnTo>
                    <a:pt x="1929233" y="546225"/>
                  </a:lnTo>
                  <a:lnTo>
                    <a:pt x="1888467" y="493174"/>
                  </a:lnTo>
                  <a:lnTo>
                    <a:pt x="1847801" y="443645"/>
                  </a:lnTo>
                  <a:lnTo>
                    <a:pt x="1807014" y="397634"/>
                  </a:lnTo>
                  <a:lnTo>
                    <a:pt x="1768425" y="357654"/>
                  </a:lnTo>
                  <a:lnTo>
                    <a:pt x="1719679" y="312241"/>
                  </a:lnTo>
                  <a:lnTo>
                    <a:pt x="1669292" y="271369"/>
                  </a:lnTo>
                  <a:lnTo>
                    <a:pt x="1616486" y="234806"/>
                  </a:lnTo>
                  <a:lnTo>
                    <a:pt x="1560391" y="202161"/>
                  </a:lnTo>
                  <a:lnTo>
                    <a:pt x="1500123" y="172994"/>
                  </a:lnTo>
                  <a:lnTo>
                    <a:pt x="1434850" y="146878"/>
                  </a:lnTo>
                  <a:lnTo>
                    <a:pt x="1363895" y="123436"/>
                  </a:lnTo>
                  <a:lnTo>
                    <a:pt x="1286855" y="102363"/>
                  </a:lnTo>
                  <a:lnTo>
                    <a:pt x="1203766" y="83435"/>
                  </a:lnTo>
                  <a:lnTo>
                    <a:pt x="1115302" y="66512"/>
                  </a:lnTo>
                  <a:lnTo>
                    <a:pt x="1022970" y="51532"/>
                  </a:lnTo>
                  <a:lnTo>
                    <a:pt x="929248" y="38500"/>
                  </a:lnTo>
                  <a:lnTo>
                    <a:pt x="837565" y="27458"/>
                  </a:lnTo>
                  <a:lnTo>
                    <a:pt x="752036" y="18448"/>
                  </a:lnTo>
                  <a:lnTo>
                    <a:pt x="676899" y="11462"/>
                  </a:lnTo>
                  <a:lnTo>
                    <a:pt x="615735" y="6406"/>
                  </a:lnTo>
                  <a:lnTo>
                    <a:pt x="570671" y="3072"/>
                  </a:lnTo>
                  <a:lnTo>
                    <a:pt x="541814" y="1153"/>
                  </a:lnTo>
                  <a:lnTo>
                    <a:pt x="527091" y="269"/>
                  </a:lnTo>
                  <a:lnTo>
                    <a:pt x="522432" y="15"/>
                  </a:lnTo>
                  <a:lnTo>
                    <a:pt x="522133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455" name="pg455"/>
            <p:cNvSpPr/>
            <p:nvPr/>
          </p:nvSpPr>
          <p:spPr>
            <a:xfrm>
              <a:off x="386606" y="2721575"/>
              <a:ext cx="8554953" cy="2151572"/>
            </a:xfrm>
            <a:custGeom>
              <a:avLst/>
              <a:pathLst>
                <a:path w="8554953" h="2151572">
                  <a:moveTo>
                    <a:pt x="0" y="5647"/>
                  </a:moveTo>
                  <a:lnTo>
                    <a:pt x="522133" y="5647"/>
                  </a:lnTo>
                  <a:lnTo>
                    <a:pt x="523331" y="5709"/>
                  </a:lnTo>
                  <a:lnTo>
                    <a:pt x="531174" y="6152"/>
                  </a:lnTo>
                  <a:lnTo>
                    <a:pt x="550820" y="7377"/>
                  </a:lnTo>
                  <a:lnTo>
                    <a:pt x="585627" y="9785"/>
                  </a:lnTo>
                  <a:lnTo>
                    <a:pt x="636857" y="13733"/>
                  </a:lnTo>
                  <a:lnTo>
                    <a:pt x="703603" y="19495"/>
                  </a:lnTo>
                  <a:lnTo>
                    <a:pt x="783110" y="27234"/>
                  </a:lnTo>
                  <a:lnTo>
                    <a:pt x="871452" y="37009"/>
                  </a:lnTo>
                  <a:lnTo>
                    <a:pt x="964354" y="48803"/>
                  </a:lnTo>
                  <a:lnTo>
                    <a:pt x="1057909" y="62569"/>
                  </a:lnTo>
                  <a:lnTo>
                    <a:pt x="1149027" y="78275"/>
                  </a:lnTo>
                  <a:lnTo>
                    <a:pt x="1235603" y="95939"/>
                  </a:lnTo>
                  <a:lnTo>
                    <a:pt x="1316465" y="115650"/>
                  </a:lnTo>
                  <a:lnTo>
                    <a:pt x="1391200" y="137580"/>
                  </a:lnTo>
                  <a:lnTo>
                    <a:pt x="1459959" y="161985"/>
                  </a:lnTo>
                  <a:lnTo>
                    <a:pt x="1523265" y="189198"/>
                  </a:lnTo>
                  <a:lnTo>
                    <a:pt x="1581866" y="219618"/>
                  </a:lnTo>
                  <a:lnTo>
                    <a:pt x="1636623" y="253681"/>
                  </a:lnTo>
                  <a:lnTo>
                    <a:pt x="1688424" y="291819"/>
                  </a:lnTo>
                  <a:lnTo>
                    <a:pt x="1738112" y="334380"/>
                  </a:lnTo>
                  <a:lnTo>
                    <a:pt x="1768425" y="363301"/>
                  </a:lnTo>
                  <a:lnTo>
                    <a:pt x="1809593" y="406078"/>
                  </a:lnTo>
                  <a:lnTo>
                    <a:pt x="1850365" y="452309"/>
                  </a:lnTo>
                  <a:lnTo>
                    <a:pt x="1891031" y="502061"/>
                  </a:lnTo>
                  <a:lnTo>
                    <a:pt x="1931810" y="555332"/>
                  </a:lnTo>
                  <a:lnTo>
                    <a:pt x="1972859" y="612044"/>
                  </a:lnTo>
                  <a:lnTo>
                    <a:pt x="2014280" y="672032"/>
                  </a:lnTo>
                  <a:lnTo>
                    <a:pt x="2056125" y="735043"/>
                  </a:lnTo>
                  <a:lnTo>
                    <a:pt x="2098399" y="800739"/>
                  </a:lnTo>
                  <a:lnTo>
                    <a:pt x="2141068" y="868696"/>
                  </a:lnTo>
                  <a:lnTo>
                    <a:pt x="2184064" y="938416"/>
                  </a:lnTo>
                  <a:lnTo>
                    <a:pt x="2227291" y="1009339"/>
                  </a:lnTo>
                  <a:lnTo>
                    <a:pt x="2270638" y="1080866"/>
                  </a:lnTo>
                  <a:lnTo>
                    <a:pt x="2313980" y="1152373"/>
                  </a:lnTo>
                  <a:lnTo>
                    <a:pt x="2357196" y="1223238"/>
                  </a:lnTo>
                  <a:lnTo>
                    <a:pt x="2400174" y="1292862"/>
                  </a:lnTo>
                  <a:lnTo>
                    <a:pt x="2442820" y="1360691"/>
                  </a:lnTo>
                  <a:lnTo>
                    <a:pt x="2485068" y="1426229"/>
                  </a:lnTo>
                  <a:lnTo>
                    <a:pt x="2526885" y="1489060"/>
                  </a:lnTo>
                  <a:lnTo>
                    <a:pt x="2568281" y="1548847"/>
                  </a:lnTo>
                  <a:lnTo>
                    <a:pt x="2609309" y="1605346"/>
                  </a:lnTo>
                  <a:lnTo>
                    <a:pt x="2650075" y="1658397"/>
                  </a:lnTo>
                  <a:lnTo>
                    <a:pt x="2690741" y="1707926"/>
                  </a:lnTo>
                  <a:lnTo>
                    <a:pt x="2731529" y="1753937"/>
                  </a:lnTo>
                  <a:lnTo>
                    <a:pt x="2770117" y="1793918"/>
                  </a:lnTo>
                  <a:lnTo>
                    <a:pt x="2818863" y="1839330"/>
                  </a:lnTo>
                  <a:lnTo>
                    <a:pt x="2869250" y="1880202"/>
                  </a:lnTo>
                  <a:lnTo>
                    <a:pt x="2922057" y="1916765"/>
                  </a:lnTo>
                  <a:lnTo>
                    <a:pt x="2978151" y="1949410"/>
                  </a:lnTo>
                  <a:lnTo>
                    <a:pt x="3038419" y="1978577"/>
                  </a:lnTo>
                  <a:lnTo>
                    <a:pt x="3103692" y="2004694"/>
                  </a:lnTo>
                  <a:lnTo>
                    <a:pt x="3174647" y="2028136"/>
                  </a:lnTo>
                  <a:lnTo>
                    <a:pt x="3251687" y="2049208"/>
                  </a:lnTo>
                  <a:lnTo>
                    <a:pt x="3334776" y="2068136"/>
                  </a:lnTo>
                  <a:lnTo>
                    <a:pt x="3423240" y="2085059"/>
                  </a:lnTo>
                  <a:lnTo>
                    <a:pt x="3515572" y="2100039"/>
                  </a:lnTo>
                  <a:lnTo>
                    <a:pt x="3609294" y="2113071"/>
                  </a:lnTo>
                  <a:lnTo>
                    <a:pt x="3700977" y="2124113"/>
                  </a:lnTo>
                  <a:lnTo>
                    <a:pt x="3786506" y="2133123"/>
                  </a:lnTo>
                  <a:lnTo>
                    <a:pt x="3861643" y="2140109"/>
                  </a:lnTo>
                  <a:lnTo>
                    <a:pt x="3922807" y="2145165"/>
                  </a:lnTo>
                  <a:lnTo>
                    <a:pt x="3967871" y="2148499"/>
                  </a:lnTo>
                  <a:lnTo>
                    <a:pt x="3996728" y="2150418"/>
                  </a:lnTo>
                  <a:lnTo>
                    <a:pt x="4011451" y="2151302"/>
                  </a:lnTo>
                  <a:lnTo>
                    <a:pt x="4016110" y="2151557"/>
                  </a:lnTo>
                  <a:lnTo>
                    <a:pt x="4016409" y="2151572"/>
                  </a:lnTo>
                  <a:lnTo>
                    <a:pt x="4538543" y="2151572"/>
                  </a:lnTo>
                  <a:lnTo>
                    <a:pt x="4539813" y="2151570"/>
                  </a:lnTo>
                  <a:lnTo>
                    <a:pt x="4548113" y="2151556"/>
                  </a:lnTo>
                  <a:lnTo>
                    <a:pt x="4568865" y="2151518"/>
                  </a:lnTo>
                  <a:lnTo>
                    <a:pt x="4605523" y="2151445"/>
                  </a:lnTo>
                  <a:lnTo>
                    <a:pt x="4659265" y="2151323"/>
                  </a:lnTo>
                  <a:lnTo>
                    <a:pt x="4728934" y="2151147"/>
                  </a:lnTo>
                  <a:lnTo>
                    <a:pt x="4811433" y="2150911"/>
                  </a:lnTo>
                  <a:lnTo>
                    <a:pt x="4902503" y="2150613"/>
                  </a:lnTo>
                  <a:lnTo>
                    <a:pt x="4997628" y="2150255"/>
                  </a:lnTo>
                  <a:lnTo>
                    <a:pt x="5092786" y="2149838"/>
                  </a:lnTo>
                  <a:lnTo>
                    <a:pt x="5184893" y="2149362"/>
                  </a:lnTo>
                  <a:lnTo>
                    <a:pt x="5271932" y="2148827"/>
                  </a:lnTo>
                  <a:lnTo>
                    <a:pt x="5352862" y="2148229"/>
                  </a:lnTo>
                  <a:lnTo>
                    <a:pt x="5427413" y="2147563"/>
                  </a:lnTo>
                  <a:lnTo>
                    <a:pt x="5495868" y="2146819"/>
                  </a:lnTo>
                  <a:lnTo>
                    <a:pt x="5558865" y="2145988"/>
                  </a:lnTo>
                  <a:lnTo>
                    <a:pt x="5617247" y="2145056"/>
                  </a:lnTo>
                  <a:lnTo>
                    <a:pt x="5671943" y="2144009"/>
                  </a:lnTo>
                  <a:lnTo>
                    <a:pt x="5723888" y="2142836"/>
                  </a:lnTo>
                  <a:lnTo>
                    <a:pt x="5773939" y="2141527"/>
                  </a:lnTo>
                  <a:lnTo>
                    <a:pt x="5784835" y="2141219"/>
                  </a:lnTo>
                  <a:lnTo>
                    <a:pt x="5839071" y="2139563"/>
                  </a:lnTo>
                  <a:lnTo>
                    <a:pt x="5892786" y="2137732"/>
                  </a:lnTo>
                  <a:lnTo>
                    <a:pt x="5946566" y="2135724"/>
                  </a:lnTo>
                  <a:lnTo>
                    <a:pt x="6000801" y="2133542"/>
                  </a:lnTo>
                  <a:lnTo>
                    <a:pt x="6055713" y="2131199"/>
                  </a:lnTo>
                  <a:lnTo>
                    <a:pt x="6111373" y="2128712"/>
                  </a:lnTo>
                  <a:lnTo>
                    <a:pt x="6167725" y="2126111"/>
                  </a:lnTo>
                  <a:lnTo>
                    <a:pt x="6224607" y="2123426"/>
                  </a:lnTo>
                  <a:lnTo>
                    <a:pt x="6281785" y="2120699"/>
                  </a:lnTo>
                  <a:lnTo>
                    <a:pt x="6338981" y="2117968"/>
                  </a:lnTo>
                  <a:lnTo>
                    <a:pt x="6395919" y="2115275"/>
                  </a:lnTo>
                  <a:lnTo>
                    <a:pt x="6452355" y="2112660"/>
                  </a:lnTo>
                  <a:lnTo>
                    <a:pt x="6508115" y="2110157"/>
                  </a:lnTo>
                  <a:lnTo>
                    <a:pt x="6563128" y="2107792"/>
                  </a:lnTo>
                  <a:lnTo>
                    <a:pt x="6617445" y="2105587"/>
                  </a:lnTo>
                  <a:lnTo>
                    <a:pt x="6671268" y="2103555"/>
                  </a:lnTo>
                  <a:lnTo>
                    <a:pt x="6724962" y="2101700"/>
                  </a:lnTo>
                  <a:lnTo>
                    <a:pt x="6779085" y="2100021"/>
                  </a:lnTo>
                  <a:lnTo>
                    <a:pt x="6786527" y="2099806"/>
                  </a:lnTo>
                  <a:lnTo>
                    <a:pt x="6836260" y="2098466"/>
                  </a:lnTo>
                  <a:lnTo>
                    <a:pt x="6887717" y="2097264"/>
                  </a:lnTo>
                  <a:lnTo>
                    <a:pt x="6941725" y="2096190"/>
                  </a:lnTo>
                  <a:lnTo>
                    <a:pt x="6999209" y="2095234"/>
                  </a:lnTo>
                  <a:lnTo>
                    <a:pt x="7061107" y="2094381"/>
                  </a:lnTo>
                  <a:lnTo>
                    <a:pt x="7128290" y="2093619"/>
                  </a:lnTo>
                  <a:lnTo>
                    <a:pt x="7201452" y="2092937"/>
                  </a:lnTo>
                  <a:lnTo>
                    <a:pt x="7280970" y="2092324"/>
                  </a:lnTo>
                  <a:lnTo>
                    <a:pt x="7366717" y="2091776"/>
                  </a:lnTo>
                  <a:lnTo>
                    <a:pt x="7457839" y="2091287"/>
                  </a:lnTo>
                  <a:lnTo>
                    <a:pt x="7552550" y="2090857"/>
                  </a:lnTo>
                  <a:lnTo>
                    <a:pt x="7648001" y="2090485"/>
                  </a:lnTo>
                  <a:lnTo>
                    <a:pt x="7740350" y="2090174"/>
                  </a:lnTo>
                  <a:lnTo>
                    <a:pt x="7825136" y="2089924"/>
                  </a:lnTo>
                  <a:lnTo>
                    <a:pt x="7897966" y="2089735"/>
                  </a:lnTo>
                  <a:lnTo>
                    <a:pt x="7955411" y="2089602"/>
                  </a:lnTo>
                  <a:lnTo>
                    <a:pt x="7995833" y="2089519"/>
                  </a:lnTo>
                  <a:lnTo>
                    <a:pt x="8019883" y="2089474"/>
                  </a:lnTo>
                  <a:lnTo>
                    <a:pt x="8030536" y="2089456"/>
                  </a:lnTo>
                  <a:lnTo>
                    <a:pt x="8032819" y="2089453"/>
                  </a:lnTo>
                  <a:lnTo>
                    <a:pt x="8554953" y="2089453"/>
                  </a:lnTo>
                  <a:lnTo>
                    <a:pt x="8554953" y="2083806"/>
                  </a:lnTo>
                  <a:lnTo>
                    <a:pt x="8032819" y="2083806"/>
                  </a:lnTo>
                  <a:lnTo>
                    <a:pt x="8031549" y="2083808"/>
                  </a:lnTo>
                  <a:lnTo>
                    <a:pt x="8023249" y="2083821"/>
                  </a:lnTo>
                  <a:lnTo>
                    <a:pt x="8002497" y="2083859"/>
                  </a:lnTo>
                  <a:lnTo>
                    <a:pt x="7965839" y="2083933"/>
                  </a:lnTo>
                  <a:lnTo>
                    <a:pt x="7912097" y="2084054"/>
                  </a:lnTo>
                  <a:lnTo>
                    <a:pt x="7842428" y="2084230"/>
                  </a:lnTo>
                  <a:lnTo>
                    <a:pt x="7759929" y="2084467"/>
                  </a:lnTo>
                  <a:lnTo>
                    <a:pt x="7668859" y="2084764"/>
                  </a:lnTo>
                  <a:lnTo>
                    <a:pt x="7573734" y="2085122"/>
                  </a:lnTo>
                  <a:lnTo>
                    <a:pt x="7478576" y="2085540"/>
                  </a:lnTo>
                  <a:lnTo>
                    <a:pt x="7386469" y="2086015"/>
                  </a:lnTo>
                  <a:lnTo>
                    <a:pt x="7299430" y="2086551"/>
                  </a:lnTo>
                  <a:lnTo>
                    <a:pt x="7218500" y="2087148"/>
                  </a:lnTo>
                  <a:lnTo>
                    <a:pt x="7143949" y="2087815"/>
                  </a:lnTo>
                  <a:lnTo>
                    <a:pt x="7075494" y="2088558"/>
                  </a:lnTo>
                  <a:lnTo>
                    <a:pt x="7012497" y="2089390"/>
                  </a:lnTo>
                  <a:lnTo>
                    <a:pt x="6954115" y="2090322"/>
                  </a:lnTo>
                  <a:lnTo>
                    <a:pt x="6899419" y="2091368"/>
                  </a:lnTo>
                  <a:lnTo>
                    <a:pt x="6847474" y="2092541"/>
                  </a:lnTo>
                  <a:lnTo>
                    <a:pt x="6797423" y="2093850"/>
                  </a:lnTo>
                  <a:lnTo>
                    <a:pt x="6786527" y="2094159"/>
                  </a:lnTo>
                  <a:lnTo>
                    <a:pt x="6732291" y="2095814"/>
                  </a:lnTo>
                  <a:lnTo>
                    <a:pt x="6678576" y="2097645"/>
                  </a:lnTo>
                  <a:lnTo>
                    <a:pt x="6624796" y="2099653"/>
                  </a:lnTo>
                  <a:lnTo>
                    <a:pt x="6570561" y="2101835"/>
                  </a:lnTo>
                  <a:lnTo>
                    <a:pt x="6515649" y="2104179"/>
                  </a:lnTo>
                  <a:lnTo>
                    <a:pt x="6459989" y="2106665"/>
                  </a:lnTo>
                  <a:lnTo>
                    <a:pt x="6403637" y="2109267"/>
                  </a:lnTo>
                  <a:lnTo>
                    <a:pt x="6346755" y="2111951"/>
                  </a:lnTo>
                  <a:lnTo>
                    <a:pt x="6289577" y="2114679"/>
                  </a:lnTo>
                  <a:lnTo>
                    <a:pt x="6232381" y="2117410"/>
                  </a:lnTo>
                  <a:lnTo>
                    <a:pt x="6175443" y="2120102"/>
                  </a:lnTo>
                  <a:lnTo>
                    <a:pt x="6119007" y="2122717"/>
                  </a:lnTo>
                  <a:lnTo>
                    <a:pt x="6063247" y="2125221"/>
                  </a:lnTo>
                  <a:lnTo>
                    <a:pt x="6008234" y="2127585"/>
                  </a:lnTo>
                  <a:lnTo>
                    <a:pt x="5953917" y="2129790"/>
                  </a:lnTo>
                  <a:lnTo>
                    <a:pt x="5900094" y="2131822"/>
                  </a:lnTo>
                  <a:lnTo>
                    <a:pt x="5846400" y="2133677"/>
                  </a:lnTo>
                  <a:lnTo>
                    <a:pt x="5792277" y="2135356"/>
                  </a:lnTo>
                  <a:lnTo>
                    <a:pt x="5784835" y="2135571"/>
                  </a:lnTo>
                  <a:lnTo>
                    <a:pt x="5735102" y="2136911"/>
                  </a:lnTo>
                  <a:lnTo>
                    <a:pt x="5683645" y="2138114"/>
                  </a:lnTo>
                  <a:lnTo>
                    <a:pt x="5629637" y="2139187"/>
                  </a:lnTo>
                  <a:lnTo>
                    <a:pt x="5572153" y="2140143"/>
                  </a:lnTo>
                  <a:lnTo>
                    <a:pt x="5510255" y="2140996"/>
                  </a:lnTo>
                  <a:lnTo>
                    <a:pt x="5443072" y="2141758"/>
                  </a:lnTo>
                  <a:lnTo>
                    <a:pt x="5369910" y="2142441"/>
                  </a:lnTo>
                  <a:lnTo>
                    <a:pt x="5290391" y="2143053"/>
                  </a:lnTo>
                  <a:lnTo>
                    <a:pt x="5204645" y="2143601"/>
                  </a:lnTo>
                  <a:lnTo>
                    <a:pt x="5113523" y="2144090"/>
                  </a:lnTo>
                  <a:lnTo>
                    <a:pt x="5018812" y="2144520"/>
                  </a:lnTo>
                  <a:lnTo>
                    <a:pt x="4923361" y="2144892"/>
                  </a:lnTo>
                  <a:lnTo>
                    <a:pt x="4831012" y="2145203"/>
                  </a:lnTo>
                  <a:lnTo>
                    <a:pt x="4746226" y="2145453"/>
                  </a:lnTo>
                  <a:lnTo>
                    <a:pt x="4673396" y="2145642"/>
                  </a:lnTo>
                  <a:lnTo>
                    <a:pt x="4615951" y="2145775"/>
                  </a:lnTo>
                  <a:lnTo>
                    <a:pt x="4575529" y="2145858"/>
                  </a:lnTo>
                  <a:lnTo>
                    <a:pt x="4551479" y="2145903"/>
                  </a:lnTo>
                  <a:lnTo>
                    <a:pt x="4540826" y="2145921"/>
                  </a:lnTo>
                  <a:lnTo>
                    <a:pt x="4538543" y="2145925"/>
                  </a:lnTo>
                  <a:lnTo>
                    <a:pt x="4016409" y="2145925"/>
                  </a:lnTo>
                  <a:lnTo>
                    <a:pt x="4015211" y="2145862"/>
                  </a:lnTo>
                  <a:lnTo>
                    <a:pt x="4007368" y="2145419"/>
                  </a:lnTo>
                  <a:lnTo>
                    <a:pt x="3987722" y="2144194"/>
                  </a:lnTo>
                  <a:lnTo>
                    <a:pt x="3952915" y="2141786"/>
                  </a:lnTo>
                  <a:lnTo>
                    <a:pt x="3901685" y="2137838"/>
                  </a:lnTo>
                  <a:lnTo>
                    <a:pt x="3834939" y="2132076"/>
                  </a:lnTo>
                  <a:lnTo>
                    <a:pt x="3755432" y="2124337"/>
                  </a:lnTo>
                  <a:lnTo>
                    <a:pt x="3667090" y="2114562"/>
                  </a:lnTo>
                  <a:lnTo>
                    <a:pt x="3574188" y="2102768"/>
                  </a:lnTo>
                  <a:lnTo>
                    <a:pt x="3480633" y="2089002"/>
                  </a:lnTo>
                  <a:lnTo>
                    <a:pt x="3389515" y="2073296"/>
                  </a:lnTo>
                  <a:lnTo>
                    <a:pt x="3302939" y="2055633"/>
                  </a:lnTo>
                  <a:lnTo>
                    <a:pt x="3222078" y="2035921"/>
                  </a:lnTo>
                  <a:lnTo>
                    <a:pt x="3147342" y="2013991"/>
                  </a:lnTo>
                  <a:lnTo>
                    <a:pt x="3078583" y="1989586"/>
                  </a:lnTo>
                  <a:lnTo>
                    <a:pt x="3015277" y="1962373"/>
                  </a:lnTo>
                  <a:lnTo>
                    <a:pt x="2956676" y="1931953"/>
                  </a:lnTo>
                  <a:lnTo>
                    <a:pt x="2901919" y="1897891"/>
                  </a:lnTo>
                  <a:lnTo>
                    <a:pt x="2850118" y="1859752"/>
                  </a:lnTo>
                  <a:lnTo>
                    <a:pt x="2800430" y="1817191"/>
                  </a:lnTo>
                  <a:lnTo>
                    <a:pt x="2770117" y="1788270"/>
                  </a:lnTo>
                  <a:lnTo>
                    <a:pt x="2728949" y="1745493"/>
                  </a:lnTo>
                  <a:lnTo>
                    <a:pt x="2688177" y="1699262"/>
                  </a:lnTo>
                  <a:lnTo>
                    <a:pt x="2647511" y="1649510"/>
                  </a:lnTo>
                  <a:lnTo>
                    <a:pt x="2606732" y="1596239"/>
                  </a:lnTo>
                  <a:lnTo>
                    <a:pt x="2565683" y="1539527"/>
                  </a:lnTo>
                  <a:lnTo>
                    <a:pt x="2524262" y="1479540"/>
                  </a:lnTo>
                  <a:lnTo>
                    <a:pt x="2482418" y="1416528"/>
                  </a:lnTo>
                  <a:lnTo>
                    <a:pt x="2440144" y="1350832"/>
                  </a:lnTo>
                  <a:lnTo>
                    <a:pt x="2397474" y="1282875"/>
                  </a:lnTo>
                  <a:lnTo>
                    <a:pt x="2354479" y="1213156"/>
                  </a:lnTo>
                  <a:lnTo>
                    <a:pt x="2311251" y="1142232"/>
                  </a:lnTo>
                  <a:lnTo>
                    <a:pt x="2267905" y="1070705"/>
                  </a:lnTo>
                  <a:lnTo>
                    <a:pt x="2224562" y="999198"/>
                  </a:lnTo>
                  <a:lnTo>
                    <a:pt x="2181346" y="928333"/>
                  </a:lnTo>
                  <a:lnTo>
                    <a:pt x="2138368" y="858709"/>
                  </a:lnTo>
                  <a:lnTo>
                    <a:pt x="2095722" y="790880"/>
                  </a:lnTo>
                  <a:lnTo>
                    <a:pt x="2053475" y="725342"/>
                  </a:lnTo>
                  <a:lnTo>
                    <a:pt x="2011657" y="662512"/>
                  </a:lnTo>
                  <a:lnTo>
                    <a:pt x="1970262" y="602724"/>
                  </a:lnTo>
                  <a:lnTo>
                    <a:pt x="1929233" y="546225"/>
                  </a:lnTo>
                  <a:lnTo>
                    <a:pt x="1888467" y="493174"/>
                  </a:lnTo>
                  <a:lnTo>
                    <a:pt x="1847801" y="443645"/>
                  </a:lnTo>
                  <a:lnTo>
                    <a:pt x="1807014" y="397634"/>
                  </a:lnTo>
                  <a:lnTo>
                    <a:pt x="1768425" y="357654"/>
                  </a:lnTo>
                  <a:lnTo>
                    <a:pt x="1719679" y="312241"/>
                  </a:lnTo>
                  <a:lnTo>
                    <a:pt x="1669292" y="271369"/>
                  </a:lnTo>
                  <a:lnTo>
                    <a:pt x="1616486" y="234806"/>
                  </a:lnTo>
                  <a:lnTo>
                    <a:pt x="1560391" y="202161"/>
                  </a:lnTo>
                  <a:lnTo>
                    <a:pt x="1500123" y="172994"/>
                  </a:lnTo>
                  <a:lnTo>
                    <a:pt x="1434850" y="146878"/>
                  </a:lnTo>
                  <a:lnTo>
                    <a:pt x="1363895" y="123436"/>
                  </a:lnTo>
                  <a:lnTo>
                    <a:pt x="1286855" y="102363"/>
                  </a:lnTo>
                  <a:lnTo>
                    <a:pt x="1203766" y="83435"/>
                  </a:lnTo>
                  <a:lnTo>
                    <a:pt x="1115302" y="66512"/>
                  </a:lnTo>
                  <a:lnTo>
                    <a:pt x="1022970" y="51532"/>
                  </a:lnTo>
                  <a:lnTo>
                    <a:pt x="929248" y="38500"/>
                  </a:lnTo>
                  <a:lnTo>
                    <a:pt x="837565" y="27458"/>
                  </a:lnTo>
                  <a:lnTo>
                    <a:pt x="752036" y="18448"/>
                  </a:lnTo>
                  <a:lnTo>
                    <a:pt x="676899" y="11462"/>
                  </a:lnTo>
                  <a:lnTo>
                    <a:pt x="615735" y="6406"/>
                  </a:lnTo>
                  <a:lnTo>
                    <a:pt x="570671" y="3072"/>
                  </a:lnTo>
                  <a:lnTo>
                    <a:pt x="541814" y="1153"/>
                  </a:lnTo>
                  <a:lnTo>
                    <a:pt x="527091" y="269"/>
                  </a:lnTo>
                  <a:lnTo>
                    <a:pt x="522432" y="15"/>
                  </a:lnTo>
                  <a:lnTo>
                    <a:pt x="5221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456" name="pl456"/>
            <p:cNvSpPr/>
            <p:nvPr/>
          </p:nvSpPr>
          <p:spPr>
            <a:xfrm>
              <a:off x="386606" y="2727223"/>
              <a:ext cx="8554953" cy="2145925"/>
            </a:xfrm>
            <a:custGeom>
              <a:avLst/>
              <a:pathLst>
                <a:path w="8554953" h="2145925">
                  <a:moveTo>
                    <a:pt x="0" y="0"/>
                  </a:moveTo>
                  <a:lnTo>
                    <a:pt x="522133" y="0"/>
                  </a:lnTo>
                  <a:lnTo>
                    <a:pt x="523331" y="62"/>
                  </a:lnTo>
                  <a:lnTo>
                    <a:pt x="531174" y="505"/>
                  </a:lnTo>
                  <a:lnTo>
                    <a:pt x="550820" y="1730"/>
                  </a:lnTo>
                  <a:lnTo>
                    <a:pt x="585627" y="4138"/>
                  </a:lnTo>
                  <a:lnTo>
                    <a:pt x="636857" y="8086"/>
                  </a:lnTo>
                  <a:lnTo>
                    <a:pt x="703603" y="13848"/>
                  </a:lnTo>
                  <a:lnTo>
                    <a:pt x="783110" y="21587"/>
                  </a:lnTo>
                  <a:lnTo>
                    <a:pt x="871452" y="31362"/>
                  </a:lnTo>
                  <a:lnTo>
                    <a:pt x="964354" y="43156"/>
                  </a:lnTo>
                  <a:lnTo>
                    <a:pt x="1057909" y="56922"/>
                  </a:lnTo>
                  <a:lnTo>
                    <a:pt x="1149027" y="72628"/>
                  </a:lnTo>
                  <a:lnTo>
                    <a:pt x="1235603" y="90292"/>
                  </a:lnTo>
                  <a:lnTo>
                    <a:pt x="1316465" y="110003"/>
                  </a:lnTo>
                  <a:lnTo>
                    <a:pt x="1391200" y="131933"/>
                  </a:lnTo>
                  <a:lnTo>
                    <a:pt x="1459959" y="156338"/>
                  </a:lnTo>
                  <a:lnTo>
                    <a:pt x="1523265" y="183551"/>
                  </a:lnTo>
                  <a:lnTo>
                    <a:pt x="1581866" y="213971"/>
                  </a:lnTo>
                  <a:lnTo>
                    <a:pt x="1636623" y="248033"/>
                  </a:lnTo>
                  <a:lnTo>
                    <a:pt x="1688424" y="286172"/>
                  </a:lnTo>
                  <a:lnTo>
                    <a:pt x="1738112" y="328733"/>
                  </a:lnTo>
                  <a:lnTo>
                    <a:pt x="1768425" y="357654"/>
                  </a:lnTo>
                  <a:lnTo>
                    <a:pt x="1809593" y="400431"/>
                  </a:lnTo>
                  <a:lnTo>
                    <a:pt x="1850365" y="446662"/>
                  </a:lnTo>
                  <a:lnTo>
                    <a:pt x="1891031" y="496414"/>
                  </a:lnTo>
                  <a:lnTo>
                    <a:pt x="1931810" y="549685"/>
                  </a:lnTo>
                  <a:lnTo>
                    <a:pt x="1972859" y="606397"/>
                  </a:lnTo>
                  <a:lnTo>
                    <a:pt x="2014280" y="666384"/>
                  </a:lnTo>
                  <a:lnTo>
                    <a:pt x="2056125" y="729396"/>
                  </a:lnTo>
                  <a:lnTo>
                    <a:pt x="2098399" y="795092"/>
                  </a:lnTo>
                  <a:lnTo>
                    <a:pt x="2141068" y="863049"/>
                  </a:lnTo>
                  <a:lnTo>
                    <a:pt x="2184064" y="932768"/>
                  </a:lnTo>
                  <a:lnTo>
                    <a:pt x="2227291" y="1003692"/>
                  </a:lnTo>
                  <a:lnTo>
                    <a:pt x="2270638" y="1075219"/>
                  </a:lnTo>
                  <a:lnTo>
                    <a:pt x="2313980" y="1146726"/>
                  </a:lnTo>
                  <a:lnTo>
                    <a:pt x="2357196" y="1217591"/>
                  </a:lnTo>
                  <a:lnTo>
                    <a:pt x="2400174" y="1287215"/>
                  </a:lnTo>
                  <a:lnTo>
                    <a:pt x="2442820" y="1355044"/>
                  </a:lnTo>
                  <a:lnTo>
                    <a:pt x="2485068" y="1420582"/>
                  </a:lnTo>
                  <a:lnTo>
                    <a:pt x="2526885" y="1483412"/>
                  </a:lnTo>
                  <a:lnTo>
                    <a:pt x="2568281" y="1543200"/>
                  </a:lnTo>
                  <a:lnTo>
                    <a:pt x="2609309" y="1599699"/>
                  </a:lnTo>
                  <a:lnTo>
                    <a:pt x="2650075" y="1652750"/>
                  </a:lnTo>
                  <a:lnTo>
                    <a:pt x="2690741" y="1702279"/>
                  </a:lnTo>
                  <a:lnTo>
                    <a:pt x="2731529" y="1748290"/>
                  </a:lnTo>
                  <a:lnTo>
                    <a:pt x="2770117" y="1788270"/>
                  </a:lnTo>
                  <a:lnTo>
                    <a:pt x="2818863" y="1833683"/>
                  </a:lnTo>
                  <a:lnTo>
                    <a:pt x="2869250" y="1874555"/>
                  </a:lnTo>
                  <a:lnTo>
                    <a:pt x="2922057" y="1911118"/>
                  </a:lnTo>
                  <a:lnTo>
                    <a:pt x="2978151" y="1943763"/>
                  </a:lnTo>
                  <a:lnTo>
                    <a:pt x="3038419" y="1972930"/>
                  </a:lnTo>
                  <a:lnTo>
                    <a:pt x="3103692" y="1999046"/>
                  </a:lnTo>
                  <a:lnTo>
                    <a:pt x="3174647" y="2022489"/>
                  </a:lnTo>
                  <a:lnTo>
                    <a:pt x="3251687" y="2043561"/>
                  </a:lnTo>
                  <a:lnTo>
                    <a:pt x="3334776" y="2062489"/>
                  </a:lnTo>
                  <a:lnTo>
                    <a:pt x="3423240" y="2079412"/>
                  </a:lnTo>
                  <a:lnTo>
                    <a:pt x="3515572" y="2094392"/>
                  </a:lnTo>
                  <a:lnTo>
                    <a:pt x="3609294" y="2107424"/>
                  </a:lnTo>
                  <a:lnTo>
                    <a:pt x="3700977" y="2118466"/>
                  </a:lnTo>
                  <a:lnTo>
                    <a:pt x="3786506" y="2127476"/>
                  </a:lnTo>
                  <a:lnTo>
                    <a:pt x="3861643" y="2134462"/>
                  </a:lnTo>
                  <a:lnTo>
                    <a:pt x="3922807" y="2139518"/>
                  </a:lnTo>
                  <a:lnTo>
                    <a:pt x="3967871" y="2142852"/>
                  </a:lnTo>
                  <a:lnTo>
                    <a:pt x="3996728" y="2144771"/>
                  </a:lnTo>
                  <a:lnTo>
                    <a:pt x="4011451" y="2145655"/>
                  </a:lnTo>
                  <a:lnTo>
                    <a:pt x="4016110" y="2145909"/>
                  </a:lnTo>
                  <a:lnTo>
                    <a:pt x="4016409" y="2145925"/>
                  </a:lnTo>
                  <a:lnTo>
                    <a:pt x="4538543" y="2145925"/>
                  </a:lnTo>
                  <a:lnTo>
                    <a:pt x="4539813" y="2145923"/>
                  </a:lnTo>
                  <a:lnTo>
                    <a:pt x="4548113" y="2145909"/>
                  </a:lnTo>
                  <a:lnTo>
                    <a:pt x="4568865" y="2145871"/>
                  </a:lnTo>
                  <a:lnTo>
                    <a:pt x="4605523" y="2145797"/>
                  </a:lnTo>
                  <a:lnTo>
                    <a:pt x="4659265" y="2145676"/>
                  </a:lnTo>
                  <a:lnTo>
                    <a:pt x="4728934" y="2145500"/>
                  </a:lnTo>
                  <a:lnTo>
                    <a:pt x="4811433" y="2145264"/>
                  </a:lnTo>
                  <a:lnTo>
                    <a:pt x="4902503" y="2144966"/>
                  </a:lnTo>
                  <a:lnTo>
                    <a:pt x="4997628" y="2144608"/>
                  </a:lnTo>
                  <a:lnTo>
                    <a:pt x="5092786" y="2144190"/>
                  </a:lnTo>
                  <a:lnTo>
                    <a:pt x="5184893" y="2143715"/>
                  </a:lnTo>
                  <a:lnTo>
                    <a:pt x="5271932" y="2143180"/>
                  </a:lnTo>
                  <a:lnTo>
                    <a:pt x="5352862" y="2142582"/>
                  </a:lnTo>
                  <a:lnTo>
                    <a:pt x="5427413" y="2141916"/>
                  </a:lnTo>
                  <a:lnTo>
                    <a:pt x="5495868" y="2141172"/>
                  </a:lnTo>
                  <a:lnTo>
                    <a:pt x="5558865" y="2140341"/>
                  </a:lnTo>
                  <a:lnTo>
                    <a:pt x="5617247" y="2139408"/>
                  </a:lnTo>
                  <a:lnTo>
                    <a:pt x="5671943" y="2138362"/>
                  </a:lnTo>
                  <a:lnTo>
                    <a:pt x="5723888" y="2137189"/>
                  </a:lnTo>
                  <a:lnTo>
                    <a:pt x="5773939" y="2135880"/>
                  </a:lnTo>
                  <a:lnTo>
                    <a:pt x="5784835" y="2135571"/>
                  </a:lnTo>
                  <a:lnTo>
                    <a:pt x="5839071" y="2133916"/>
                  </a:lnTo>
                  <a:lnTo>
                    <a:pt x="5892786" y="2132085"/>
                  </a:lnTo>
                  <a:lnTo>
                    <a:pt x="5946566" y="2130077"/>
                  </a:lnTo>
                  <a:lnTo>
                    <a:pt x="6000801" y="2127895"/>
                  </a:lnTo>
                  <a:lnTo>
                    <a:pt x="6055713" y="2125551"/>
                  </a:lnTo>
                  <a:lnTo>
                    <a:pt x="6111373" y="2123065"/>
                  </a:lnTo>
                  <a:lnTo>
                    <a:pt x="6167725" y="2120463"/>
                  </a:lnTo>
                  <a:lnTo>
                    <a:pt x="6224607" y="2117779"/>
                  </a:lnTo>
                  <a:lnTo>
                    <a:pt x="6281785" y="2115051"/>
                  </a:lnTo>
                  <a:lnTo>
                    <a:pt x="6338981" y="2112321"/>
                  </a:lnTo>
                  <a:lnTo>
                    <a:pt x="6395919" y="2109628"/>
                  </a:lnTo>
                  <a:lnTo>
                    <a:pt x="6452355" y="2107013"/>
                  </a:lnTo>
                  <a:lnTo>
                    <a:pt x="6508115" y="2104509"/>
                  </a:lnTo>
                  <a:lnTo>
                    <a:pt x="6563128" y="2102145"/>
                  </a:lnTo>
                  <a:lnTo>
                    <a:pt x="6617445" y="2099940"/>
                  </a:lnTo>
                  <a:lnTo>
                    <a:pt x="6671268" y="2097908"/>
                  </a:lnTo>
                  <a:lnTo>
                    <a:pt x="6724962" y="2096053"/>
                  </a:lnTo>
                  <a:lnTo>
                    <a:pt x="6779085" y="2094374"/>
                  </a:lnTo>
                  <a:lnTo>
                    <a:pt x="6786527" y="2094159"/>
                  </a:lnTo>
                  <a:lnTo>
                    <a:pt x="6836260" y="2092819"/>
                  </a:lnTo>
                  <a:lnTo>
                    <a:pt x="6887717" y="2091616"/>
                  </a:lnTo>
                  <a:lnTo>
                    <a:pt x="6941725" y="2090543"/>
                  </a:lnTo>
                  <a:lnTo>
                    <a:pt x="6999209" y="2089587"/>
                  </a:lnTo>
                  <a:lnTo>
                    <a:pt x="7061107" y="2088734"/>
                  </a:lnTo>
                  <a:lnTo>
                    <a:pt x="7128290" y="2087972"/>
                  </a:lnTo>
                  <a:lnTo>
                    <a:pt x="7201452" y="2087290"/>
                  </a:lnTo>
                  <a:lnTo>
                    <a:pt x="7280970" y="2086677"/>
                  </a:lnTo>
                  <a:lnTo>
                    <a:pt x="7366717" y="2086129"/>
                  </a:lnTo>
                  <a:lnTo>
                    <a:pt x="7457839" y="2085640"/>
                  </a:lnTo>
                  <a:lnTo>
                    <a:pt x="7552550" y="2085210"/>
                  </a:lnTo>
                  <a:lnTo>
                    <a:pt x="7648001" y="2084838"/>
                  </a:lnTo>
                  <a:lnTo>
                    <a:pt x="7740350" y="2084527"/>
                  </a:lnTo>
                  <a:lnTo>
                    <a:pt x="7825136" y="2084277"/>
                  </a:lnTo>
                  <a:lnTo>
                    <a:pt x="7897966" y="2084088"/>
                  </a:lnTo>
                  <a:lnTo>
                    <a:pt x="7955411" y="2083955"/>
                  </a:lnTo>
                  <a:lnTo>
                    <a:pt x="7995833" y="2083872"/>
                  </a:lnTo>
                  <a:lnTo>
                    <a:pt x="8019883" y="2083827"/>
                  </a:lnTo>
                  <a:lnTo>
                    <a:pt x="8030536" y="2083809"/>
                  </a:lnTo>
                  <a:lnTo>
                    <a:pt x="8032805" y="2083806"/>
                  </a:lnTo>
                  <a:lnTo>
                    <a:pt x="8032819" y="2083806"/>
                  </a:lnTo>
                  <a:lnTo>
                    <a:pt x="8554953" y="2083806"/>
                  </a:lnTo>
                  <a:lnTo>
                    <a:pt x="8554953" y="2083806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457" name="pl457"/>
            <p:cNvSpPr/>
            <p:nvPr/>
          </p:nvSpPr>
          <p:spPr>
            <a:xfrm>
              <a:off x="386606" y="2721575"/>
              <a:ext cx="8554953" cy="2145925"/>
            </a:xfrm>
            <a:custGeom>
              <a:avLst/>
              <a:pathLst>
                <a:path w="8554953" h="2145925">
                  <a:moveTo>
                    <a:pt x="8554953" y="2083806"/>
                  </a:moveTo>
                  <a:lnTo>
                    <a:pt x="8032819" y="2083806"/>
                  </a:lnTo>
                  <a:lnTo>
                    <a:pt x="8031549" y="2083808"/>
                  </a:lnTo>
                  <a:lnTo>
                    <a:pt x="8023249" y="2083821"/>
                  </a:lnTo>
                  <a:lnTo>
                    <a:pt x="8002497" y="2083859"/>
                  </a:lnTo>
                  <a:lnTo>
                    <a:pt x="7965839" y="2083933"/>
                  </a:lnTo>
                  <a:lnTo>
                    <a:pt x="7912097" y="2084054"/>
                  </a:lnTo>
                  <a:lnTo>
                    <a:pt x="7842428" y="2084230"/>
                  </a:lnTo>
                  <a:lnTo>
                    <a:pt x="7759929" y="2084467"/>
                  </a:lnTo>
                  <a:lnTo>
                    <a:pt x="7668859" y="2084764"/>
                  </a:lnTo>
                  <a:lnTo>
                    <a:pt x="7573734" y="2085122"/>
                  </a:lnTo>
                  <a:lnTo>
                    <a:pt x="7478576" y="2085540"/>
                  </a:lnTo>
                  <a:lnTo>
                    <a:pt x="7386469" y="2086015"/>
                  </a:lnTo>
                  <a:lnTo>
                    <a:pt x="7299430" y="2086551"/>
                  </a:lnTo>
                  <a:lnTo>
                    <a:pt x="7218500" y="2087148"/>
                  </a:lnTo>
                  <a:lnTo>
                    <a:pt x="7143949" y="2087815"/>
                  </a:lnTo>
                  <a:lnTo>
                    <a:pt x="7075494" y="2088558"/>
                  </a:lnTo>
                  <a:lnTo>
                    <a:pt x="7012497" y="2089390"/>
                  </a:lnTo>
                  <a:lnTo>
                    <a:pt x="6954115" y="2090322"/>
                  </a:lnTo>
                  <a:lnTo>
                    <a:pt x="6899419" y="2091368"/>
                  </a:lnTo>
                  <a:lnTo>
                    <a:pt x="6847474" y="2092541"/>
                  </a:lnTo>
                  <a:lnTo>
                    <a:pt x="6797423" y="2093850"/>
                  </a:lnTo>
                  <a:lnTo>
                    <a:pt x="6786527" y="2094159"/>
                  </a:lnTo>
                  <a:lnTo>
                    <a:pt x="6732291" y="2095814"/>
                  </a:lnTo>
                  <a:lnTo>
                    <a:pt x="6678576" y="2097645"/>
                  </a:lnTo>
                  <a:lnTo>
                    <a:pt x="6624796" y="2099653"/>
                  </a:lnTo>
                  <a:lnTo>
                    <a:pt x="6570561" y="2101835"/>
                  </a:lnTo>
                  <a:lnTo>
                    <a:pt x="6515649" y="2104179"/>
                  </a:lnTo>
                  <a:lnTo>
                    <a:pt x="6459989" y="2106665"/>
                  </a:lnTo>
                  <a:lnTo>
                    <a:pt x="6403637" y="2109267"/>
                  </a:lnTo>
                  <a:lnTo>
                    <a:pt x="6346755" y="2111951"/>
                  </a:lnTo>
                  <a:lnTo>
                    <a:pt x="6289577" y="2114679"/>
                  </a:lnTo>
                  <a:lnTo>
                    <a:pt x="6232381" y="2117410"/>
                  </a:lnTo>
                  <a:lnTo>
                    <a:pt x="6175443" y="2120102"/>
                  </a:lnTo>
                  <a:lnTo>
                    <a:pt x="6119007" y="2122717"/>
                  </a:lnTo>
                  <a:lnTo>
                    <a:pt x="6063247" y="2125221"/>
                  </a:lnTo>
                  <a:lnTo>
                    <a:pt x="6008234" y="2127585"/>
                  </a:lnTo>
                  <a:lnTo>
                    <a:pt x="5953917" y="2129790"/>
                  </a:lnTo>
                  <a:lnTo>
                    <a:pt x="5900094" y="2131822"/>
                  </a:lnTo>
                  <a:lnTo>
                    <a:pt x="5846400" y="2133677"/>
                  </a:lnTo>
                  <a:lnTo>
                    <a:pt x="5792277" y="2135356"/>
                  </a:lnTo>
                  <a:lnTo>
                    <a:pt x="5784835" y="2135571"/>
                  </a:lnTo>
                  <a:lnTo>
                    <a:pt x="5735102" y="2136911"/>
                  </a:lnTo>
                  <a:lnTo>
                    <a:pt x="5683645" y="2138114"/>
                  </a:lnTo>
                  <a:lnTo>
                    <a:pt x="5629637" y="2139187"/>
                  </a:lnTo>
                  <a:lnTo>
                    <a:pt x="5572153" y="2140143"/>
                  </a:lnTo>
                  <a:lnTo>
                    <a:pt x="5510255" y="2140996"/>
                  </a:lnTo>
                  <a:lnTo>
                    <a:pt x="5443072" y="2141758"/>
                  </a:lnTo>
                  <a:lnTo>
                    <a:pt x="5369910" y="2142441"/>
                  </a:lnTo>
                  <a:lnTo>
                    <a:pt x="5290391" y="2143053"/>
                  </a:lnTo>
                  <a:lnTo>
                    <a:pt x="5204645" y="2143601"/>
                  </a:lnTo>
                  <a:lnTo>
                    <a:pt x="5113523" y="2144090"/>
                  </a:lnTo>
                  <a:lnTo>
                    <a:pt x="5018812" y="2144520"/>
                  </a:lnTo>
                  <a:lnTo>
                    <a:pt x="4923361" y="2144892"/>
                  </a:lnTo>
                  <a:lnTo>
                    <a:pt x="4831012" y="2145203"/>
                  </a:lnTo>
                  <a:lnTo>
                    <a:pt x="4746226" y="2145453"/>
                  </a:lnTo>
                  <a:lnTo>
                    <a:pt x="4673396" y="2145642"/>
                  </a:lnTo>
                  <a:lnTo>
                    <a:pt x="4615951" y="2145775"/>
                  </a:lnTo>
                  <a:lnTo>
                    <a:pt x="4575529" y="2145858"/>
                  </a:lnTo>
                  <a:lnTo>
                    <a:pt x="4551479" y="2145903"/>
                  </a:lnTo>
                  <a:lnTo>
                    <a:pt x="4540826" y="2145921"/>
                  </a:lnTo>
                  <a:lnTo>
                    <a:pt x="4538557" y="2145924"/>
                  </a:lnTo>
                  <a:lnTo>
                    <a:pt x="4538543" y="2145925"/>
                  </a:lnTo>
                  <a:lnTo>
                    <a:pt x="4016409" y="2145925"/>
                  </a:lnTo>
                  <a:lnTo>
                    <a:pt x="4015211" y="2145862"/>
                  </a:lnTo>
                  <a:lnTo>
                    <a:pt x="4007368" y="2145419"/>
                  </a:lnTo>
                  <a:lnTo>
                    <a:pt x="3987722" y="2144194"/>
                  </a:lnTo>
                  <a:lnTo>
                    <a:pt x="3952915" y="2141786"/>
                  </a:lnTo>
                  <a:lnTo>
                    <a:pt x="3901685" y="2137838"/>
                  </a:lnTo>
                  <a:lnTo>
                    <a:pt x="3834939" y="2132076"/>
                  </a:lnTo>
                  <a:lnTo>
                    <a:pt x="3755432" y="2124337"/>
                  </a:lnTo>
                  <a:lnTo>
                    <a:pt x="3667090" y="2114562"/>
                  </a:lnTo>
                  <a:lnTo>
                    <a:pt x="3574188" y="2102768"/>
                  </a:lnTo>
                  <a:lnTo>
                    <a:pt x="3480633" y="2089002"/>
                  </a:lnTo>
                  <a:lnTo>
                    <a:pt x="3389515" y="2073296"/>
                  </a:lnTo>
                  <a:lnTo>
                    <a:pt x="3302939" y="2055633"/>
                  </a:lnTo>
                  <a:lnTo>
                    <a:pt x="3222078" y="2035921"/>
                  </a:lnTo>
                  <a:lnTo>
                    <a:pt x="3147342" y="2013991"/>
                  </a:lnTo>
                  <a:lnTo>
                    <a:pt x="3078583" y="1989586"/>
                  </a:lnTo>
                  <a:lnTo>
                    <a:pt x="3015277" y="1962373"/>
                  </a:lnTo>
                  <a:lnTo>
                    <a:pt x="2956676" y="1931953"/>
                  </a:lnTo>
                  <a:lnTo>
                    <a:pt x="2901919" y="1897891"/>
                  </a:lnTo>
                  <a:lnTo>
                    <a:pt x="2850118" y="1859752"/>
                  </a:lnTo>
                  <a:lnTo>
                    <a:pt x="2800430" y="1817191"/>
                  </a:lnTo>
                  <a:lnTo>
                    <a:pt x="2770117" y="1788270"/>
                  </a:lnTo>
                  <a:lnTo>
                    <a:pt x="2728949" y="1745493"/>
                  </a:lnTo>
                  <a:lnTo>
                    <a:pt x="2688177" y="1699262"/>
                  </a:lnTo>
                  <a:lnTo>
                    <a:pt x="2647511" y="1649510"/>
                  </a:lnTo>
                  <a:lnTo>
                    <a:pt x="2606732" y="1596239"/>
                  </a:lnTo>
                  <a:lnTo>
                    <a:pt x="2565683" y="1539527"/>
                  </a:lnTo>
                  <a:lnTo>
                    <a:pt x="2524262" y="1479540"/>
                  </a:lnTo>
                  <a:lnTo>
                    <a:pt x="2482418" y="1416528"/>
                  </a:lnTo>
                  <a:lnTo>
                    <a:pt x="2440144" y="1350832"/>
                  </a:lnTo>
                  <a:lnTo>
                    <a:pt x="2397474" y="1282875"/>
                  </a:lnTo>
                  <a:lnTo>
                    <a:pt x="2354479" y="1213156"/>
                  </a:lnTo>
                  <a:lnTo>
                    <a:pt x="2311251" y="1142232"/>
                  </a:lnTo>
                  <a:lnTo>
                    <a:pt x="2267905" y="1070705"/>
                  </a:lnTo>
                  <a:lnTo>
                    <a:pt x="2224562" y="999198"/>
                  </a:lnTo>
                  <a:lnTo>
                    <a:pt x="2181346" y="928333"/>
                  </a:lnTo>
                  <a:lnTo>
                    <a:pt x="2138368" y="858709"/>
                  </a:lnTo>
                  <a:lnTo>
                    <a:pt x="2095722" y="790880"/>
                  </a:lnTo>
                  <a:lnTo>
                    <a:pt x="2053475" y="725342"/>
                  </a:lnTo>
                  <a:lnTo>
                    <a:pt x="2011657" y="662512"/>
                  </a:lnTo>
                  <a:lnTo>
                    <a:pt x="1970262" y="602724"/>
                  </a:lnTo>
                  <a:lnTo>
                    <a:pt x="1929233" y="546225"/>
                  </a:lnTo>
                  <a:lnTo>
                    <a:pt x="1888467" y="493174"/>
                  </a:lnTo>
                  <a:lnTo>
                    <a:pt x="1847801" y="443645"/>
                  </a:lnTo>
                  <a:lnTo>
                    <a:pt x="1807014" y="397634"/>
                  </a:lnTo>
                  <a:lnTo>
                    <a:pt x="1768425" y="357654"/>
                  </a:lnTo>
                  <a:lnTo>
                    <a:pt x="1719679" y="312241"/>
                  </a:lnTo>
                  <a:lnTo>
                    <a:pt x="1669292" y="271369"/>
                  </a:lnTo>
                  <a:lnTo>
                    <a:pt x="1616486" y="234806"/>
                  </a:lnTo>
                  <a:lnTo>
                    <a:pt x="1560391" y="202161"/>
                  </a:lnTo>
                  <a:lnTo>
                    <a:pt x="1500123" y="172994"/>
                  </a:lnTo>
                  <a:lnTo>
                    <a:pt x="1434850" y="146878"/>
                  </a:lnTo>
                  <a:lnTo>
                    <a:pt x="1363895" y="123436"/>
                  </a:lnTo>
                  <a:lnTo>
                    <a:pt x="1286855" y="102363"/>
                  </a:lnTo>
                  <a:lnTo>
                    <a:pt x="1203766" y="83435"/>
                  </a:lnTo>
                  <a:lnTo>
                    <a:pt x="1115302" y="66512"/>
                  </a:lnTo>
                  <a:lnTo>
                    <a:pt x="1022970" y="51532"/>
                  </a:lnTo>
                  <a:lnTo>
                    <a:pt x="929248" y="38500"/>
                  </a:lnTo>
                  <a:lnTo>
                    <a:pt x="837565" y="27458"/>
                  </a:lnTo>
                  <a:lnTo>
                    <a:pt x="752036" y="18448"/>
                  </a:lnTo>
                  <a:lnTo>
                    <a:pt x="676899" y="11462"/>
                  </a:lnTo>
                  <a:lnTo>
                    <a:pt x="615735" y="6406"/>
                  </a:lnTo>
                  <a:lnTo>
                    <a:pt x="570671" y="3072"/>
                  </a:lnTo>
                  <a:lnTo>
                    <a:pt x="541814" y="1153"/>
                  </a:lnTo>
                  <a:lnTo>
                    <a:pt x="527091" y="269"/>
                  </a:lnTo>
                  <a:lnTo>
                    <a:pt x="522432" y="15"/>
                  </a:lnTo>
                  <a:lnTo>
                    <a:pt x="522133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458" name="pg458"/>
            <p:cNvSpPr/>
            <p:nvPr/>
          </p:nvSpPr>
          <p:spPr>
            <a:xfrm>
              <a:off x="386606" y="2727223"/>
              <a:ext cx="8554953" cy="2445225"/>
            </a:xfrm>
            <a:custGeom>
              <a:avLst/>
              <a:pathLst>
                <a:path w="8554953" h="2445225">
                  <a:moveTo>
                    <a:pt x="0" y="5647"/>
                  </a:moveTo>
                  <a:lnTo>
                    <a:pt x="522133" y="5647"/>
                  </a:lnTo>
                  <a:lnTo>
                    <a:pt x="523331" y="5709"/>
                  </a:lnTo>
                  <a:lnTo>
                    <a:pt x="531171" y="6153"/>
                  </a:lnTo>
                  <a:lnTo>
                    <a:pt x="550812" y="7381"/>
                  </a:lnTo>
                  <a:lnTo>
                    <a:pt x="585610" y="9795"/>
                  </a:lnTo>
                  <a:lnTo>
                    <a:pt x="636827" y="13752"/>
                  </a:lnTo>
                  <a:lnTo>
                    <a:pt x="703559" y="19528"/>
                  </a:lnTo>
                  <a:lnTo>
                    <a:pt x="783051" y="27285"/>
                  </a:lnTo>
                  <a:lnTo>
                    <a:pt x="871379" y="37083"/>
                  </a:lnTo>
                  <a:lnTo>
                    <a:pt x="964270" y="48905"/>
                  </a:lnTo>
                  <a:lnTo>
                    <a:pt x="1057816" y="62704"/>
                  </a:lnTo>
                  <a:lnTo>
                    <a:pt x="1148929" y="78448"/>
                  </a:lnTo>
                  <a:lnTo>
                    <a:pt x="1235502" y="96154"/>
                  </a:lnTo>
                  <a:lnTo>
                    <a:pt x="1316363" y="115912"/>
                  </a:lnTo>
                  <a:lnTo>
                    <a:pt x="1391099" y="137895"/>
                  </a:lnTo>
                  <a:lnTo>
                    <a:pt x="1459860" y="162358"/>
                  </a:lnTo>
                  <a:lnTo>
                    <a:pt x="1523168" y="189635"/>
                  </a:lnTo>
                  <a:lnTo>
                    <a:pt x="1581770" y="220126"/>
                  </a:lnTo>
                  <a:lnTo>
                    <a:pt x="1636528" y="254268"/>
                  </a:lnTo>
                  <a:lnTo>
                    <a:pt x="1688328" y="292495"/>
                  </a:lnTo>
                  <a:lnTo>
                    <a:pt x="1738014" y="335155"/>
                  </a:lnTo>
                  <a:lnTo>
                    <a:pt x="1768425" y="364242"/>
                  </a:lnTo>
                  <a:lnTo>
                    <a:pt x="1809557" y="407093"/>
                  </a:lnTo>
                  <a:lnTo>
                    <a:pt x="1850293" y="453400"/>
                  </a:lnTo>
                  <a:lnTo>
                    <a:pt x="1890923" y="503231"/>
                  </a:lnTo>
                  <a:lnTo>
                    <a:pt x="1931665" y="556584"/>
                  </a:lnTo>
                  <a:lnTo>
                    <a:pt x="1972677" y="613382"/>
                  </a:lnTo>
                  <a:lnTo>
                    <a:pt x="2014059" y="673459"/>
                  </a:lnTo>
                  <a:lnTo>
                    <a:pt x="2055865" y="736564"/>
                  </a:lnTo>
                  <a:lnTo>
                    <a:pt x="2098099" y="802359"/>
                  </a:lnTo>
                  <a:lnTo>
                    <a:pt x="2140728" y="870419"/>
                  </a:lnTo>
                  <a:lnTo>
                    <a:pt x="2183683" y="940247"/>
                  </a:lnTo>
                  <a:lnTo>
                    <a:pt x="2226871" y="1011287"/>
                  </a:lnTo>
                  <a:lnTo>
                    <a:pt x="2270178" y="1082935"/>
                  </a:lnTo>
                  <a:lnTo>
                    <a:pt x="2313483" y="1154571"/>
                  </a:lnTo>
                  <a:lnTo>
                    <a:pt x="2356664" y="1225571"/>
                  </a:lnTo>
                  <a:lnTo>
                    <a:pt x="2399607" y="1295337"/>
                  </a:lnTo>
                  <a:lnTo>
                    <a:pt x="2442221" y="1363312"/>
                  </a:lnTo>
                  <a:lnTo>
                    <a:pt x="2484437" y="1429001"/>
                  </a:lnTo>
                  <a:lnTo>
                    <a:pt x="2526224" y="1491986"/>
                  </a:lnTo>
                  <a:lnTo>
                    <a:pt x="2567590" y="1551930"/>
                  </a:lnTo>
                  <a:lnTo>
                    <a:pt x="2608588" y="1608586"/>
                  </a:lnTo>
                  <a:lnTo>
                    <a:pt x="2649322" y="1661793"/>
                  </a:lnTo>
                  <a:lnTo>
                    <a:pt x="2689951" y="1711476"/>
                  </a:lnTo>
                  <a:lnTo>
                    <a:pt x="2730698" y="1757636"/>
                  </a:lnTo>
                  <a:lnTo>
                    <a:pt x="2770117" y="1798623"/>
                  </a:lnTo>
                  <a:lnTo>
                    <a:pt x="2818858" y="1844151"/>
                  </a:lnTo>
                  <a:lnTo>
                    <a:pt x="2869240" y="1885128"/>
                  </a:lnTo>
                  <a:lnTo>
                    <a:pt x="2922040" y="1921784"/>
                  </a:lnTo>
                  <a:lnTo>
                    <a:pt x="2978128" y="1954512"/>
                  </a:lnTo>
                  <a:lnTo>
                    <a:pt x="3038388" y="1983755"/>
                  </a:lnTo>
                  <a:lnTo>
                    <a:pt x="3103651" y="2009939"/>
                  </a:lnTo>
                  <a:lnTo>
                    <a:pt x="3174595" y="2033442"/>
                  </a:lnTo>
                  <a:lnTo>
                    <a:pt x="3251623" y="2054570"/>
                  </a:lnTo>
                  <a:lnTo>
                    <a:pt x="3334699" y="2073548"/>
                  </a:lnTo>
                  <a:lnTo>
                    <a:pt x="3423149" y="2090516"/>
                  </a:lnTo>
                  <a:lnTo>
                    <a:pt x="3515469" y="2105535"/>
                  </a:lnTo>
                  <a:lnTo>
                    <a:pt x="3609182" y="2118603"/>
                  </a:lnTo>
                  <a:lnTo>
                    <a:pt x="3700860" y="2129675"/>
                  </a:lnTo>
                  <a:lnTo>
                    <a:pt x="3786392" y="2138711"/>
                  </a:lnTo>
                  <a:lnTo>
                    <a:pt x="3861540" y="2145717"/>
                  </a:lnTo>
                  <a:lnTo>
                    <a:pt x="3922722" y="2150789"/>
                  </a:lnTo>
                  <a:lnTo>
                    <a:pt x="3967809" y="2154133"/>
                  </a:lnTo>
                  <a:lnTo>
                    <a:pt x="3996689" y="2156060"/>
                  </a:lnTo>
                  <a:lnTo>
                    <a:pt x="4011434" y="2156948"/>
                  </a:lnTo>
                  <a:lnTo>
                    <a:pt x="4016107" y="2157204"/>
                  </a:lnTo>
                  <a:lnTo>
                    <a:pt x="4016409" y="2157219"/>
                  </a:lnTo>
                  <a:lnTo>
                    <a:pt x="4538543" y="2157219"/>
                  </a:lnTo>
                  <a:lnTo>
                    <a:pt x="4539811" y="2157228"/>
                  </a:lnTo>
                  <a:lnTo>
                    <a:pt x="4548104" y="2157291"/>
                  </a:lnTo>
                  <a:lnTo>
                    <a:pt x="4568835" y="2157465"/>
                  </a:lnTo>
                  <a:lnTo>
                    <a:pt x="4605459" y="2157808"/>
                  </a:lnTo>
                  <a:lnTo>
                    <a:pt x="4659155" y="2158369"/>
                  </a:lnTo>
                  <a:lnTo>
                    <a:pt x="4728771" y="2159186"/>
                  </a:lnTo>
                  <a:lnTo>
                    <a:pt x="4811216" y="2160280"/>
                  </a:lnTo>
                  <a:lnTo>
                    <a:pt x="4902238" y="2161659"/>
                  </a:lnTo>
                  <a:lnTo>
                    <a:pt x="4997323" y="2163318"/>
                  </a:lnTo>
                  <a:lnTo>
                    <a:pt x="5092454" y="2165251"/>
                  </a:lnTo>
                  <a:lnTo>
                    <a:pt x="5184544" y="2167455"/>
                  </a:lnTo>
                  <a:lnTo>
                    <a:pt x="5271576" y="2169934"/>
                  </a:lnTo>
                  <a:lnTo>
                    <a:pt x="5352505" y="2172703"/>
                  </a:lnTo>
                  <a:lnTo>
                    <a:pt x="5427059" y="2175790"/>
                  </a:lnTo>
                  <a:lnTo>
                    <a:pt x="5495520" y="2179234"/>
                  </a:lnTo>
                  <a:lnTo>
                    <a:pt x="5558523" y="2183085"/>
                  </a:lnTo>
                  <a:lnTo>
                    <a:pt x="5616908" y="2187402"/>
                  </a:lnTo>
                  <a:lnTo>
                    <a:pt x="5671605" y="2192249"/>
                  </a:lnTo>
                  <a:lnTo>
                    <a:pt x="5723546" y="2197683"/>
                  </a:lnTo>
                  <a:lnTo>
                    <a:pt x="5773590" y="2203745"/>
                  </a:lnTo>
                  <a:lnTo>
                    <a:pt x="5784835" y="2205220"/>
                  </a:lnTo>
                  <a:lnTo>
                    <a:pt x="5838611" y="2212825"/>
                  </a:lnTo>
                  <a:lnTo>
                    <a:pt x="5891868" y="2221230"/>
                  </a:lnTo>
                  <a:lnTo>
                    <a:pt x="5945181" y="2230445"/>
                  </a:lnTo>
                  <a:lnTo>
                    <a:pt x="5998934" y="2240451"/>
                  </a:lnTo>
                  <a:lnTo>
                    <a:pt x="6053348" y="2251197"/>
                  </a:lnTo>
                  <a:lnTo>
                    <a:pt x="6108497" y="2262597"/>
                  </a:lnTo>
                  <a:lnTo>
                    <a:pt x="6164332" y="2274531"/>
                  </a:lnTo>
                  <a:lnTo>
                    <a:pt x="6220701" y="2286850"/>
                  </a:lnTo>
                  <a:lnTo>
                    <a:pt x="6277377" y="2299381"/>
                  </a:lnTo>
                  <a:lnTo>
                    <a:pt x="6334094" y="2311940"/>
                  </a:lnTo>
                  <a:lnTo>
                    <a:pt x="6390578" y="2324339"/>
                  </a:lnTo>
                  <a:lnTo>
                    <a:pt x="6446589" y="2336403"/>
                  </a:lnTo>
                  <a:lnTo>
                    <a:pt x="6501949" y="2347973"/>
                  </a:lnTo>
                  <a:lnTo>
                    <a:pt x="6556576" y="2358921"/>
                  </a:lnTo>
                  <a:lnTo>
                    <a:pt x="6610507" y="2369150"/>
                  </a:lnTo>
                  <a:lnTo>
                    <a:pt x="6663917" y="2378600"/>
                  </a:lnTo>
                  <a:lnTo>
                    <a:pt x="6717140" y="2387242"/>
                  </a:lnTo>
                  <a:lnTo>
                    <a:pt x="6770692" y="2395079"/>
                  </a:lnTo>
                  <a:lnTo>
                    <a:pt x="6786527" y="2397224"/>
                  </a:lnTo>
                  <a:lnTo>
                    <a:pt x="6836242" y="2403432"/>
                  </a:lnTo>
                  <a:lnTo>
                    <a:pt x="6887679" y="2409007"/>
                  </a:lnTo>
                  <a:lnTo>
                    <a:pt x="6941666" y="2413983"/>
                  </a:lnTo>
                  <a:lnTo>
                    <a:pt x="6999124" y="2418415"/>
                  </a:lnTo>
                  <a:lnTo>
                    <a:pt x="7060993" y="2422368"/>
                  </a:lnTo>
                  <a:lnTo>
                    <a:pt x="7128142" y="2425900"/>
                  </a:lnTo>
                  <a:lnTo>
                    <a:pt x="7201264" y="2429064"/>
                  </a:lnTo>
                  <a:lnTo>
                    <a:pt x="7280737" y="2431903"/>
                  </a:lnTo>
                  <a:lnTo>
                    <a:pt x="7366435" y="2434447"/>
                  </a:lnTo>
                  <a:lnTo>
                    <a:pt x="7457509" y="2436713"/>
                  </a:lnTo>
                  <a:lnTo>
                    <a:pt x="7552179" y="2438708"/>
                  </a:lnTo>
                  <a:lnTo>
                    <a:pt x="7647600" y="2440430"/>
                  </a:lnTo>
                  <a:lnTo>
                    <a:pt x="7739940" y="2441874"/>
                  </a:lnTo>
                  <a:lnTo>
                    <a:pt x="7824743" y="2443033"/>
                  </a:lnTo>
                  <a:lnTo>
                    <a:pt x="7897618" y="2443912"/>
                  </a:lnTo>
                  <a:lnTo>
                    <a:pt x="7955133" y="2444528"/>
                  </a:lnTo>
                  <a:lnTo>
                    <a:pt x="7995641" y="2444917"/>
                  </a:lnTo>
                  <a:lnTo>
                    <a:pt x="8019776" y="2445125"/>
                  </a:lnTo>
                  <a:lnTo>
                    <a:pt x="8030499" y="2445208"/>
                  </a:lnTo>
                  <a:lnTo>
                    <a:pt x="8032819" y="2445225"/>
                  </a:lnTo>
                  <a:lnTo>
                    <a:pt x="8554953" y="2445225"/>
                  </a:lnTo>
                  <a:lnTo>
                    <a:pt x="8554953" y="2439577"/>
                  </a:lnTo>
                  <a:lnTo>
                    <a:pt x="8032819" y="2439577"/>
                  </a:lnTo>
                  <a:lnTo>
                    <a:pt x="8031551" y="2439569"/>
                  </a:lnTo>
                  <a:lnTo>
                    <a:pt x="8023258" y="2439505"/>
                  </a:lnTo>
                  <a:lnTo>
                    <a:pt x="8002527" y="2439331"/>
                  </a:lnTo>
                  <a:lnTo>
                    <a:pt x="7965903" y="2438988"/>
                  </a:lnTo>
                  <a:lnTo>
                    <a:pt x="7912207" y="2438428"/>
                  </a:lnTo>
                  <a:lnTo>
                    <a:pt x="7842591" y="2437611"/>
                  </a:lnTo>
                  <a:lnTo>
                    <a:pt x="7760146" y="2436516"/>
                  </a:lnTo>
                  <a:lnTo>
                    <a:pt x="7669124" y="2435138"/>
                  </a:lnTo>
                  <a:lnTo>
                    <a:pt x="7574039" y="2433478"/>
                  </a:lnTo>
                  <a:lnTo>
                    <a:pt x="7478908" y="2431545"/>
                  </a:lnTo>
                  <a:lnTo>
                    <a:pt x="7386818" y="2429341"/>
                  </a:lnTo>
                  <a:lnTo>
                    <a:pt x="7299786" y="2426862"/>
                  </a:lnTo>
                  <a:lnTo>
                    <a:pt x="7218857" y="2424093"/>
                  </a:lnTo>
                  <a:lnTo>
                    <a:pt x="7144303" y="2421006"/>
                  </a:lnTo>
                  <a:lnTo>
                    <a:pt x="7075842" y="2417563"/>
                  </a:lnTo>
                  <a:lnTo>
                    <a:pt x="7012839" y="2413711"/>
                  </a:lnTo>
                  <a:lnTo>
                    <a:pt x="6954454" y="2409394"/>
                  </a:lnTo>
                  <a:lnTo>
                    <a:pt x="6899757" y="2404548"/>
                  </a:lnTo>
                  <a:lnTo>
                    <a:pt x="6847816" y="2399114"/>
                  </a:lnTo>
                  <a:lnTo>
                    <a:pt x="6797772" y="2393051"/>
                  </a:lnTo>
                  <a:lnTo>
                    <a:pt x="6786527" y="2391576"/>
                  </a:lnTo>
                  <a:lnTo>
                    <a:pt x="6732751" y="2383971"/>
                  </a:lnTo>
                  <a:lnTo>
                    <a:pt x="6679494" y="2375566"/>
                  </a:lnTo>
                  <a:lnTo>
                    <a:pt x="6626181" y="2366351"/>
                  </a:lnTo>
                  <a:lnTo>
                    <a:pt x="6572428" y="2356345"/>
                  </a:lnTo>
                  <a:lnTo>
                    <a:pt x="6518014" y="2345599"/>
                  </a:lnTo>
                  <a:lnTo>
                    <a:pt x="6462865" y="2334199"/>
                  </a:lnTo>
                  <a:lnTo>
                    <a:pt x="6407030" y="2322265"/>
                  </a:lnTo>
                  <a:lnTo>
                    <a:pt x="6350661" y="2309946"/>
                  </a:lnTo>
                  <a:lnTo>
                    <a:pt x="6293985" y="2297415"/>
                  </a:lnTo>
                  <a:lnTo>
                    <a:pt x="6237268" y="2284856"/>
                  </a:lnTo>
                  <a:lnTo>
                    <a:pt x="6180784" y="2272457"/>
                  </a:lnTo>
                  <a:lnTo>
                    <a:pt x="6124773" y="2260394"/>
                  </a:lnTo>
                  <a:lnTo>
                    <a:pt x="6069413" y="2248824"/>
                  </a:lnTo>
                  <a:lnTo>
                    <a:pt x="6014786" y="2237876"/>
                  </a:lnTo>
                  <a:lnTo>
                    <a:pt x="5960855" y="2227646"/>
                  </a:lnTo>
                  <a:lnTo>
                    <a:pt x="5907445" y="2218196"/>
                  </a:lnTo>
                  <a:lnTo>
                    <a:pt x="5854222" y="2209554"/>
                  </a:lnTo>
                  <a:lnTo>
                    <a:pt x="5800670" y="2201718"/>
                  </a:lnTo>
                  <a:lnTo>
                    <a:pt x="5784835" y="2199573"/>
                  </a:lnTo>
                  <a:lnTo>
                    <a:pt x="5735120" y="2193364"/>
                  </a:lnTo>
                  <a:lnTo>
                    <a:pt x="5683683" y="2187789"/>
                  </a:lnTo>
                  <a:lnTo>
                    <a:pt x="5629696" y="2182814"/>
                  </a:lnTo>
                  <a:lnTo>
                    <a:pt x="5572237" y="2178381"/>
                  </a:lnTo>
                  <a:lnTo>
                    <a:pt x="5510368" y="2174429"/>
                  </a:lnTo>
                  <a:lnTo>
                    <a:pt x="5443220" y="2170896"/>
                  </a:lnTo>
                  <a:lnTo>
                    <a:pt x="5370098" y="2167732"/>
                  </a:lnTo>
                  <a:lnTo>
                    <a:pt x="5290625" y="2164893"/>
                  </a:lnTo>
                  <a:lnTo>
                    <a:pt x="5204927" y="2162350"/>
                  </a:lnTo>
                  <a:lnTo>
                    <a:pt x="5113852" y="2160084"/>
                  </a:lnTo>
                  <a:lnTo>
                    <a:pt x="5019183" y="2158088"/>
                  </a:lnTo>
                  <a:lnTo>
                    <a:pt x="4923762" y="2156366"/>
                  </a:lnTo>
                  <a:lnTo>
                    <a:pt x="4831422" y="2154923"/>
                  </a:lnTo>
                  <a:lnTo>
                    <a:pt x="4746619" y="2153764"/>
                  </a:lnTo>
                  <a:lnTo>
                    <a:pt x="4673743" y="2152885"/>
                  </a:lnTo>
                  <a:lnTo>
                    <a:pt x="4616229" y="2152268"/>
                  </a:lnTo>
                  <a:lnTo>
                    <a:pt x="4575721" y="2151880"/>
                  </a:lnTo>
                  <a:lnTo>
                    <a:pt x="4551585" y="2151672"/>
                  </a:lnTo>
                  <a:lnTo>
                    <a:pt x="4540863" y="2151588"/>
                  </a:lnTo>
                  <a:lnTo>
                    <a:pt x="4538543" y="2151572"/>
                  </a:lnTo>
                  <a:lnTo>
                    <a:pt x="4016409" y="2151572"/>
                  </a:lnTo>
                  <a:lnTo>
                    <a:pt x="4015212" y="2151509"/>
                  </a:lnTo>
                  <a:lnTo>
                    <a:pt x="4007371" y="2151065"/>
                  </a:lnTo>
                  <a:lnTo>
                    <a:pt x="3987730" y="2149837"/>
                  </a:lnTo>
                  <a:lnTo>
                    <a:pt x="3952933" y="2147424"/>
                  </a:lnTo>
                  <a:lnTo>
                    <a:pt x="3901715" y="2143466"/>
                  </a:lnTo>
                  <a:lnTo>
                    <a:pt x="3834983" y="2137691"/>
                  </a:lnTo>
                  <a:lnTo>
                    <a:pt x="3755491" y="2129933"/>
                  </a:lnTo>
                  <a:lnTo>
                    <a:pt x="3667163" y="2120135"/>
                  </a:lnTo>
                  <a:lnTo>
                    <a:pt x="3574272" y="2108313"/>
                  </a:lnTo>
                  <a:lnTo>
                    <a:pt x="3480726" y="2094514"/>
                  </a:lnTo>
                  <a:lnTo>
                    <a:pt x="3389614" y="2078771"/>
                  </a:lnTo>
                  <a:lnTo>
                    <a:pt x="3303040" y="2061065"/>
                  </a:lnTo>
                  <a:lnTo>
                    <a:pt x="3222179" y="2041306"/>
                  </a:lnTo>
                  <a:lnTo>
                    <a:pt x="3147443" y="2019324"/>
                  </a:lnTo>
                  <a:lnTo>
                    <a:pt x="3078682" y="1994860"/>
                  </a:lnTo>
                  <a:lnTo>
                    <a:pt x="3015375" y="1967583"/>
                  </a:lnTo>
                  <a:lnTo>
                    <a:pt x="2956772" y="1937093"/>
                  </a:lnTo>
                  <a:lnTo>
                    <a:pt x="2902015" y="1902950"/>
                  </a:lnTo>
                  <a:lnTo>
                    <a:pt x="2850214" y="1864723"/>
                  </a:lnTo>
                  <a:lnTo>
                    <a:pt x="2800528" y="1822063"/>
                  </a:lnTo>
                  <a:lnTo>
                    <a:pt x="2770117" y="1792976"/>
                  </a:lnTo>
                  <a:lnTo>
                    <a:pt x="2728985" y="1750126"/>
                  </a:lnTo>
                  <a:lnTo>
                    <a:pt x="2688249" y="1703819"/>
                  </a:lnTo>
                  <a:lnTo>
                    <a:pt x="2647619" y="1653988"/>
                  </a:lnTo>
                  <a:lnTo>
                    <a:pt x="2606877" y="1600634"/>
                  </a:lnTo>
                  <a:lnTo>
                    <a:pt x="2565865" y="1543837"/>
                  </a:lnTo>
                  <a:lnTo>
                    <a:pt x="2524483" y="1483760"/>
                  </a:lnTo>
                  <a:lnTo>
                    <a:pt x="2482677" y="1420654"/>
                  </a:lnTo>
                  <a:lnTo>
                    <a:pt x="2440443" y="1354860"/>
                  </a:lnTo>
                  <a:lnTo>
                    <a:pt x="2397815" y="1286800"/>
                  </a:lnTo>
                  <a:lnTo>
                    <a:pt x="2354859" y="1216971"/>
                  </a:lnTo>
                  <a:lnTo>
                    <a:pt x="2311671" y="1145932"/>
                  </a:lnTo>
                  <a:lnTo>
                    <a:pt x="2268364" y="1074283"/>
                  </a:lnTo>
                  <a:lnTo>
                    <a:pt x="2225059" y="1002647"/>
                  </a:lnTo>
                  <a:lnTo>
                    <a:pt x="2181879" y="931647"/>
                  </a:lnTo>
                  <a:lnTo>
                    <a:pt x="2138935" y="861882"/>
                  </a:lnTo>
                  <a:lnTo>
                    <a:pt x="2096322" y="793907"/>
                  </a:lnTo>
                  <a:lnTo>
                    <a:pt x="2054105" y="728217"/>
                  </a:lnTo>
                  <a:lnTo>
                    <a:pt x="2012318" y="665232"/>
                  </a:lnTo>
                  <a:lnTo>
                    <a:pt x="1970952" y="605288"/>
                  </a:lnTo>
                  <a:lnTo>
                    <a:pt x="1929954" y="548633"/>
                  </a:lnTo>
                  <a:lnTo>
                    <a:pt x="1889221" y="495425"/>
                  </a:lnTo>
                  <a:lnTo>
                    <a:pt x="1848591" y="445742"/>
                  </a:lnTo>
                  <a:lnTo>
                    <a:pt x="1807844" y="399582"/>
                  </a:lnTo>
                  <a:lnTo>
                    <a:pt x="1768425" y="358595"/>
                  </a:lnTo>
                  <a:lnTo>
                    <a:pt x="1719684" y="313067"/>
                  </a:lnTo>
                  <a:lnTo>
                    <a:pt x="1669302" y="272091"/>
                  </a:lnTo>
                  <a:lnTo>
                    <a:pt x="1616502" y="235434"/>
                  </a:lnTo>
                  <a:lnTo>
                    <a:pt x="1560415" y="202706"/>
                  </a:lnTo>
                  <a:lnTo>
                    <a:pt x="1500154" y="173463"/>
                  </a:lnTo>
                  <a:lnTo>
                    <a:pt x="1434891" y="147279"/>
                  </a:lnTo>
                  <a:lnTo>
                    <a:pt x="1363947" y="123776"/>
                  </a:lnTo>
                  <a:lnTo>
                    <a:pt x="1286919" y="102648"/>
                  </a:lnTo>
                  <a:lnTo>
                    <a:pt x="1203843" y="83671"/>
                  </a:lnTo>
                  <a:lnTo>
                    <a:pt x="1115393" y="66703"/>
                  </a:lnTo>
                  <a:lnTo>
                    <a:pt x="1023073" y="51683"/>
                  </a:lnTo>
                  <a:lnTo>
                    <a:pt x="929360" y="38616"/>
                  </a:lnTo>
                  <a:lnTo>
                    <a:pt x="837682" y="27544"/>
                  </a:lnTo>
                  <a:lnTo>
                    <a:pt x="752150" y="18508"/>
                  </a:lnTo>
                  <a:lnTo>
                    <a:pt x="677002" y="11501"/>
                  </a:lnTo>
                  <a:lnTo>
                    <a:pt x="615821" y="6429"/>
                  </a:lnTo>
                  <a:lnTo>
                    <a:pt x="570734" y="3085"/>
                  </a:lnTo>
                  <a:lnTo>
                    <a:pt x="541853" y="1159"/>
                  </a:lnTo>
                  <a:lnTo>
                    <a:pt x="527108" y="270"/>
                  </a:lnTo>
                  <a:lnTo>
                    <a:pt x="522435" y="15"/>
                  </a:lnTo>
                  <a:lnTo>
                    <a:pt x="5221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459" name="pl459"/>
            <p:cNvSpPr/>
            <p:nvPr/>
          </p:nvSpPr>
          <p:spPr>
            <a:xfrm>
              <a:off x="386606" y="2732870"/>
              <a:ext cx="8554953" cy="2439577"/>
            </a:xfrm>
            <a:custGeom>
              <a:avLst/>
              <a:pathLst>
                <a:path w="8554953" h="2439577">
                  <a:moveTo>
                    <a:pt x="0" y="0"/>
                  </a:moveTo>
                  <a:lnTo>
                    <a:pt x="522133" y="0"/>
                  </a:lnTo>
                  <a:lnTo>
                    <a:pt x="523331" y="62"/>
                  </a:lnTo>
                  <a:lnTo>
                    <a:pt x="531171" y="506"/>
                  </a:lnTo>
                  <a:lnTo>
                    <a:pt x="550812" y="1734"/>
                  </a:lnTo>
                  <a:lnTo>
                    <a:pt x="585610" y="4148"/>
                  </a:lnTo>
                  <a:lnTo>
                    <a:pt x="636827" y="8105"/>
                  </a:lnTo>
                  <a:lnTo>
                    <a:pt x="703559" y="13880"/>
                  </a:lnTo>
                  <a:lnTo>
                    <a:pt x="783051" y="21638"/>
                  </a:lnTo>
                  <a:lnTo>
                    <a:pt x="871379" y="31436"/>
                  </a:lnTo>
                  <a:lnTo>
                    <a:pt x="964270" y="43258"/>
                  </a:lnTo>
                  <a:lnTo>
                    <a:pt x="1057816" y="57057"/>
                  </a:lnTo>
                  <a:lnTo>
                    <a:pt x="1148929" y="72801"/>
                  </a:lnTo>
                  <a:lnTo>
                    <a:pt x="1235502" y="90507"/>
                  </a:lnTo>
                  <a:lnTo>
                    <a:pt x="1316363" y="110265"/>
                  </a:lnTo>
                  <a:lnTo>
                    <a:pt x="1391099" y="132248"/>
                  </a:lnTo>
                  <a:lnTo>
                    <a:pt x="1459860" y="156711"/>
                  </a:lnTo>
                  <a:lnTo>
                    <a:pt x="1523168" y="183988"/>
                  </a:lnTo>
                  <a:lnTo>
                    <a:pt x="1581770" y="214479"/>
                  </a:lnTo>
                  <a:lnTo>
                    <a:pt x="1636528" y="248621"/>
                  </a:lnTo>
                  <a:lnTo>
                    <a:pt x="1688328" y="286848"/>
                  </a:lnTo>
                  <a:lnTo>
                    <a:pt x="1738014" y="329508"/>
                  </a:lnTo>
                  <a:lnTo>
                    <a:pt x="1768425" y="358595"/>
                  </a:lnTo>
                  <a:lnTo>
                    <a:pt x="1809557" y="401446"/>
                  </a:lnTo>
                  <a:lnTo>
                    <a:pt x="1850293" y="447752"/>
                  </a:lnTo>
                  <a:lnTo>
                    <a:pt x="1890923" y="497584"/>
                  </a:lnTo>
                  <a:lnTo>
                    <a:pt x="1931665" y="550937"/>
                  </a:lnTo>
                  <a:lnTo>
                    <a:pt x="1972677" y="607734"/>
                  </a:lnTo>
                  <a:lnTo>
                    <a:pt x="2014059" y="667811"/>
                  </a:lnTo>
                  <a:lnTo>
                    <a:pt x="2055865" y="730917"/>
                  </a:lnTo>
                  <a:lnTo>
                    <a:pt x="2098099" y="796711"/>
                  </a:lnTo>
                  <a:lnTo>
                    <a:pt x="2140728" y="864772"/>
                  </a:lnTo>
                  <a:lnTo>
                    <a:pt x="2183683" y="934600"/>
                  </a:lnTo>
                  <a:lnTo>
                    <a:pt x="2226871" y="1005639"/>
                  </a:lnTo>
                  <a:lnTo>
                    <a:pt x="2270178" y="1077288"/>
                  </a:lnTo>
                  <a:lnTo>
                    <a:pt x="2313483" y="1148924"/>
                  </a:lnTo>
                  <a:lnTo>
                    <a:pt x="2356664" y="1219924"/>
                  </a:lnTo>
                  <a:lnTo>
                    <a:pt x="2399607" y="1289690"/>
                  </a:lnTo>
                  <a:lnTo>
                    <a:pt x="2442221" y="1357664"/>
                  </a:lnTo>
                  <a:lnTo>
                    <a:pt x="2484437" y="1423354"/>
                  </a:lnTo>
                  <a:lnTo>
                    <a:pt x="2526224" y="1486339"/>
                  </a:lnTo>
                  <a:lnTo>
                    <a:pt x="2567590" y="1546283"/>
                  </a:lnTo>
                  <a:lnTo>
                    <a:pt x="2608588" y="1602939"/>
                  </a:lnTo>
                  <a:lnTo>
                    <a:pt x="2649322" y="1656146"/>
                  </a:lnTo>
                  <a:lnTo>
                    <a:pt x="2689951" y="1705829"/>
                  </a:lnTo>
                  <a:lnTo>
                    <a:pt x="2730698" y="1751989"/>
                  </a:lnTo>
                  <a:lnTo>
                    <a:pt x="2770117" y="1792976"/>
                  </a:lnTo>
                  <a:lnTo>
                    <a:pt x="2818858" y="1838504"/>
                  </a:lnTo>
                  <a:lnTo>
                    <a:pt x="2869240" y="1879480"/>
                  </a:lnTo>
                  <a:lnTo>
                    <a:pt x="2922040" y="1916137"/>
                  </a:lnTo>
                  <a:lnTo>
                    <a:pt x="2978128" y="1948865"/>
                  </a:lnTo>
                  <a:lnTo>
                    <a:pt x="3038388" y="1978108"/>
                  </a:lnTo>
                  <a:lnTo>
                    <a:pt x="3103651" y="2004292"/>
                  </a:lnTo>
                  <a:lnTo>
                    <a:pt x="3174595" y="2027795"/>
                  </a:lnTo>
                  <a:lnTo>
                    <a:pt x="3251623" y="2048923"/>
                  </a:lnTo>
                  <a:lnTo>
                    <a:pt x="3334699" y="2067900"/>
                  </a:lnTo>
                  <a:lnTo>
                    <a:pt x="3423149" y="2084868"/>
                  </a:lnTo>
                  <a:lnTo>
                    <a:pt x="3515469" y="2099888"/>
                  </a:lnTo>
                  <a:lnTo>
                    <a:pt x="3609182" y="2112955"/>
                  </a:lnTo>
                  <a:lnTo>
                    <a:pt x="3700860" y="2124028"/>
                  </a:lnTo>
                  <a:lnTo>
                    <a:pt x="3786392" y="2133064"/>
                  </a:lnTo>
                  <a:lnTo>
                    <a:pt x="3861540" y="2140070"/>
                  </a:lnTo>
                  <a:lnTo>
                    <a:pt x="3922722" y="2145142"/>
                  </a:lnTo>
                  <a:lnTo>
                    <a:pt x="3967809" y="2148486"/>
                  </a:lnTo>
                  <a:lnTo>
                    <a:pt x="3996689" y="2150413"/>
                  </a:lnTo>
                  <a:lnTo>
                    <a:pt x="4011434" y="2151301"/>
                  </a:lnTo>
                  <a:lnTo>
                    <a:pt x="4016107" y="2151556"/>
                  </a:lnTo>
                  <a:lnTo>
                    <a:pt x="4016409" y="2151572"/>
                  </a:lnTo>
                  <a:lnTo>
                    <a:pt x="4538543" y="2151572"/>
                  </a:lnTo>
                  <a:lnTo>
                    <a:pt x="4539811" y="2151581"/>
                  </a:lnTo>
                  <a:lnTo>
                    <a:pt x="4548104" y="2151644"/>
                  </a:lnTo>
                  <a:lnTo>
                    <a:pt x="4568835" y="2151818"/>
                  </a:lnTo>
                  <a:lnTo>
                    <a:pt x="4605459" y="2152161"/>
                  </a:lnTo>
                  <a:lnTo>
                    <a:pt x="4659155" y="2152722"/>
                  </a:lnTo>
                  <a:lnTo>
                    <a:pt x="4728771" y="2153538"/>
                  </a:lnTo>
                  <a:lnTo>
                    <a:pt x="4811216" y="2154633"/>
                  </a:lnTo>
                  <a:lnTo>
                    <a:pt x="4902238" y="2156011"/>
                  </a:lnTo>
                  <a:lnTo>
                    <a:pt x="4997323" y="2157671"/>
                  </a:lnTo>
                  <a:lnTo>
                    <a:pt x="5092454" y="2159604"/>
                  </a:lnTo>
                  <a:lnTo>
                    <a:pt x="5184544" y="2161808"/>
                  </a:lnTo>
                  <a:lnTo>
                    <a:pt x="5271576" y="2164287"/>
                  </a:lnTo>
                  <a:lnTo>
                    <a:pt x="5352505" y="2167056"/>
                  </a:lnTo>
                  <a:lnTo>
                    <a:pt x="5427059" y="2170143"/>
                  </a:lnTo>
                  <a:lnTo>
                    <a:pt x="5495520" y="2173587"/>
                  </a:lnTo>
                  <a:lnTo>
                    <a:pt x="5558523" y="2177438"/>
                  </a:lnTo>
                  <a:lnTo>
                    <a:pt x="5616908" y="2181755"/>
                  </a:lnTo>
                  <a:lnTo>
                    <a:pt x="5671605" y="2186601"/>
                  </a:lnTo>
                  <a:lnTo>
                    <a:pt x="5723546" y="2192036"/>
                  </a:lnTo>
                  <a:lnTo>
                    <a:pt x="5773590" y="2198098"/>
                  </a:lnTo>
                  <a:lnTo>
                    <a:pt x="5784835" y="2199573"/>
                  </a:lnTo>
                  <a:lnTo>
                    <a:pt x="5838611" y="2207178"/>
                  </a:lnTo>
                  <a:lnTo>
                    <a:pt x="5891868" y="2215583"/>
                  </a:lnTo>
                  <a:lnTo>
                    <a:pt x="5945181" y="2224798"/>
                  </a:lnTo>
                  <a:lnTo>
                    <a:pt x="5998934" y="2234804"/>
                  </a:lnTo>
                  <a:lnTo>
                    <a:pt x="6053348" y="2245550"/>
                  </a:lnTo>
                  <a:lnTo>
                    <a:pt x="6108497" y="2256950"/>
                  </a:lnTo>
                  <a:lnTo>
                    <a:pt x="6164332" y="2268884"/>
                  </a:lnTo>
                  <a:lnTo>
                    <a:pt x="6220701" y="2281203"/>
                  </a:lnTo>
                  <a:lnTo>
                    <a:pt x="6277377" y="2293734"/>
                  </a:lnTo>
                  <a:lnTo>
                    <a:pt x="6334094" y="2306293"/>
                  </a:lnTo>
                  <a:lnTo>
                    <a:pt x="6390578" y="2318692"/>
                  </a:lnTo>
                  <a:lnTo>
                    <a:pt x="6446589" y="2330755"/>
                  </a:lnTo>
                  <a:lnTo>
                    <a:pt x="6501949" y="2342326"/>
                  </a:lnTo>
                  <a:lnTo>
                    <a:pt x="6556576" y="2353273"/>
                  </a:lnTo>
                  <a:lnTo>
                    <a:pt x="6610507" y="2363503"/>
                  </a:lnTo>
                  <a:lnTo>
                    <a:pt x="6663917" y="2372953"/>
                  </a:lnTo>
                  <a:lnTo>
                    <a:pt x="6717140" y="2381595"/>
                  </a:lnTo>
                  <a:lnTo>
                    <a:pt x="6770692" y="2389431"/>
                  </a:lnTo>
                  <a:lnTo>
                    <a:pt x="6786527" y="2391576"/>
                  </a:lnTo>
                  <a:lnTo>
                    <a:pt x="6836242" y="2397785"/>
                  </a:lnTo>
                  <a:lnTo>
                    <a:pt x="6887679" y="2403360"/>
                  </a:lnTo>
                  <a:lnTo>
                    <a:pt x="6941666" y="2408336"/>
                  </a:lnTo>
                  <a:lnTo>
                    <a:pt x="6999124" y="2412768"/>
                  </a:lnTo>
                  <a:lnTo>
                    <a:pt x="7060993" y="2416720"/>
                  </a:lnTo>
                  <a:lnTo>
                    <a:pt x="7128142" y="2420253"/>
                  </a:lnTo>
                  <a:lnTo>
                    <a:pt x="7201264" y="2423417"/>
                  </a:lnTo>
                  <a:lnTo>
                    <a:pt x="7280737" y="2426256"/>
                  </a:lnTo>
                  <a:lnTo>
                    <a:pt x="7366435" y="2428799"/>
                  </a:lnTo>
                  <a:lnTo>
                    <a:pt x="7457509" y="2431065"/>
                  </a:lnTo>
                  <a:lnTo>
                    <a:pt x="7552179" y="2433061"/>
                  </a:lnTo>
                  <a:lnTo>
                    <a:pt x="7647600" y="2434783"/>
                  </a:lnTo>
                  <a:lnTo>
                    <a:pt x="7739940" y="2436226"/>
                  </a:lnTo>
                  <a:lnTo>
                    <a:pt x="7824743" y="2437386"/>
                  </a:lnTo>
                  <a:lnTo>
                    <a:pt x="7897618" y="2438264"/>
                  </a:lnTo>
                  <a:lnTo>
                    <a:pt x="7955133" y="2438881"/>
                  </a:lnTo>
                  <a:lnTo>
                    <a:pt x="7995641" y="2439270"/>
                  </a:lnTo>
                  <a:lnTo>
                    <a:pt x="8019776" y="2439478"/>
                  </a:lnTo>
                  <a:lnTo>
                    <a:pt x="8030499" y="2439561"/>
                  </a:lnTo>
                  <a:lnTo>
                    <a:pt x="8032803" y="2439577"/>
                  </a:lnTo>
                  <a:lnTo>
                    <a:pt x="8032819" y="2439577"/>
                  </a:lnTo>
                  <a:lnTo>
                    <a:pt x="8554953" y="2439577"/>
                  </a:lnTo>
                  <a:lnTo>
                    <a:pt x="8554953" y="2439577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460" name="pl460"/>
            <p:cNvSpPr/>
            <p:nvPr/>
          </p:nvSpPr>
          <p:spPr>
            <a:xfrm>
              <a:off x="386606" y="2727223"/>
              <a:ext cx="8554953" cy="2439577"/>
            </a:xfrm>
            <a:custGeom>
              <a:avLst/>
              <a:pathLst>
                <a:path w="8554953" h="2439577">
                  <a:moveTo>
                    <a:pt x="8554953" y="2439577"/>
                  </a:moveTo>
                  <a:lnTo>
                    <a:pt x="8032819" y="2439577"/>
                  </a:lnTo>
                  <a:lnTo>
                    <a:pt x="8031551" y="2439569"/>
                  </a:lnTo>
                  <a:lnTo>
                    <a:pt x="8023258" y="2439505"/>
                  </a:lnTo>
                  <a:lnTo>
                    <a:pt x="8002527" y="2439331"/>
                  </a:lnTo>
                  <a:lnTo>
                    <a:pt x="7965903" y="2438988"/>
                  </a:lnTo>
                  <a:lnTo>
                    <a:pt x="7912207" y="2438428"/>
                  </a:lnTo>
                  <a:lnTo>
                    <a:pt x="7842591" y="2437611"/>
                  </a:lnTo>
                  <a:lnTo>
                    <a:pt x="7760146" y="2436516"/>
                  </a:lnTo>
                  <a:lnTo>
                    <a:pt x="7669124" y="2435138"/>
                  </a:lnTo>
                  <a:lnTo>
                    <a:pt x="7574039" y="2433478"/>
                  </a:lnTo>
                  <a:lnTo>
                    <a:pt x="7478908" y="2431545"/>
                  </a:lnTo>
                  <a:lnTo>
                    <a:pt x="7386818" y="2429341"/>
                  </a:lnTo>
                  <a:lnTo>
                    <a:pt x="7299786" y="2426862"/>
                  </a:lnTo>
                  <a:lnTo>
                    <a:pt x="7218857" y="2424093"/>
                  </a:lnTo>
                  <a:lnTo>
                    <a:pt x="7144303" y="2421006"/>
                  </a:lnTo>
                  <a:lnTo>
                    <a:pt x="7075842" y="2417563"/>
                  </a:lnTo>
                  <a:lnTo>
                    <a:pt x="7012839" y="2413711"/>
                  </a:lnTo>
                  <a:lnTo>
                    <a:pt x="6954454" y="2409394"/>
                  </a:lnTo>
                  <a:lnTo>
                    <a:pt x="6899757" y="2404548"/>
                  </a:lnTo>
                  <a:lnTo>
                    <a:pt x="6847816" y="2399114"/>
                  </a:lnTo>
                  <a:lnTo>
                    <a:pt x="6797772" y="2393051"/>
                  </a:lnTo>
                  <a:lnTo>
                    <a:pt x="6786527" y="2391576"/>
                  </a:lnTo>
                  <a:lnTo>
                    <a:pt x="6732751" y="2383971"/>
                  </a:lnTo>
                  <a:lnTo>
                    <a:pt x="6679494" y="2375566"/>
                  </a:lnTo>
                  <a:lnTo>
                    <a:pt x="6626181" y="2366351"/>
                  </a:lnTo>
                  <a:lnTo>
                    <a:pt x="6572428" y="2356345"/>
                  </a:lnTo>
                  <a:lnTo>
                    <a:pt x="6518014" y="2345599"/>
                  </a:lnTo>
                  <a:lnTo>
                    <a:pt x="6462865" y="2334199"/>
                  </a:lnTo>
                  <a:lnTo>
                    <a:pt x="6407030" y="2322265"/>
                  </a:lnTo>
                  <a:lnTo>
                    <a:pt x="6350661" y="2309946"/>
                  </a:lnTo>
                  <a:lnTo>
                    <a:pt x="6293985" y="2297415"/>
                  </a:lnTo>
                  <a:lnTo>
                    <a:pt x="6237268" y="2284856"/>
                  </a:lnTo>
                  <a:lnTo>
                    <a:pt x="6180784" y="2272457"/>
                  </a:lnTo>
                  <a:lnTo>
                    <a:pt x="6124773" y="2260394"/>
                  </a:lnTo>
                  <a:lnTo>
                    <a:pt x="6069413" y="2248824"/>
                  </a:lnTo>
                  <a:lnTo>
                    <a:pt x="6014786" y="2237876"/>
                  </a:lnTo>
                  <a:lnTo>
                    <a:pt x="5960855" y="2227646"/>
                  </a:lnTo>
                  <a:lnTo>
                    <a:pt x="5907445" y="2218196"/>
                  </a:lnTo>
                  <a:lnTo>
                    <a:pt x="5854222" y="2209554"/>
                  </a:lnTo>
                  <a:lnTo>
                    <a:pt x="5800670" y="2201718"/>
                  </a:lnTo>
                  <a:lnTo>
                    <a:pt x="5784835" y="2199573"/>
                  </a:lnTo>
                  <a:lnTo>
                    <a:pt x="5735120" y="2193364"/>
                  </a:lnTo>
                  <a:lnTo>
                    <a:pt x="5683683" y="2187789"/>
                  </a:lnTo>
                  <a:lnTo>
                    <a:pt x="5629696" y="2182814"/>
                  </a:lnTo>
                  <a:lnTo>
                    <a:pt x="5572237" y="2178381"/>
                  </a:lnTo>
                  <a:lnTo>
                    <a:pt x="5510368" y="2174429"/>
                  </a:lnTo>
                  <a:lnTo>
                    <a:pt x="5443220" y="2170896"/>
                  </a:lnTo>
                  <a:lnTo>
                    <a:pt x="5370098" y="2167732"/>
                  </a:lnTo>
                  <a:lnTo>
                    <a:pt x="5290625" y="2164893"/>
                  </a:lnTo>
                  <a:lnTo>
                    <a:pt x="5204927" y="2162350"/>
                  </a:lnTo>
                  <a:lnTo>
                    <a:pt x="5113852" y="2160084"/>
                  </a:lnTo>
                  <a:lnTo>
                    <a:pt x="5019183" y="2158088"/>
                  </a:lnTo>
                  <a:lnTo>
                    <a:pt x="4923762" y="2156366"/>
                  </a:lnTo>
                  <a:lnTo>
                    <a:pt x="4831422" y="2154923"/>
                  </a:lnTo>
                  <a:lnTo>
                    <a:pt x="4746619" y="2153764"/>
                  </a:lnTo>
                  <a:lnTo>
                    <a:pt x="4673743" y="2152885"/>
                  </a:lnTo>
                  <a:lnTo>
                    <a:pt x="4616229" y="2152268"/>
                  </a:lnTo>
                  <a:lnTo>
                    <a:pt x="4575721" y="2151880"/>
                  </a:lnTo>
                  <a:lnTo>
                    <a:pt x="4551585" y="2151672"/>
                  </a:lnTo>
                  <a:lnTo>
                    <a:pt x="4540863" y="2151588"/>
                  </a:lnTo>
                  <a:lnTo>
                    <a:pt x="4538559" y="2151572"/>
                  </a:lnTo>
                  <a:lnTo>
                    <a:pt x="4538543" y="2151572"/>
                  </a:lnTo>
                  <a:lnTo>
                    <a:pt x="4016409" y="2151572"/>
                  </a:lnTo>
                  <a:lnTo>
                    <a:pt x="4015212" y="2151509"/>
                  </a:lnTo>
                  <a:lnTo>
                    <a:pt x="4007371" y="2151065"/>
                  </a:lnTo>
                  <a:lnTo>
                    <a:pt x="3987730" y="2149837"/>
                  </a:lnTo>
                  <a:lnTo>
                    <a:pt x="3952933" y="2147424"/>
                  </a:lnTo>
                  <a:lnTo>
                    <a:pt x="3901715" y="2143466"/>
                  </a:lnTo>
                  <a:lnTo>
                    <a:pt x="3834983" y="2137691"/>
                  </a:lnTo>
                  <a:lnTo>
                    <a:pt x="3755491" y="2129933"/>
                  </a:lnTo>
                  <a:lnTo>
                    <a:pt x="3667163" y="2120135"/>
                  </a:lnTo>
                  <a:lnTo>
                    <a:pt x="3574272" y="2108313"/>
                  </a:lnTo>
                  <a:lnTo>
                    <a:pt x="3480726" y="2094514"/>
                  </a:lnTo>
                  <a:lnTo>
                    <a:pt x="3389614" y="2078771"/>
                  </a:lnTo>
                  <a:lnTo>
                    <a:pt x="3303040" y="2061065"/>
                  </a:lnTo>
                  <a:lnTo>
                    <a:pt x="3222179" y="2041306"/>
                  </a:lnTo>
                  <a:lnTo>
                    <a:pt x="3147443" y="2019324"/>
                  </a:lnTo>
                  <a:lnTo>
                    <a:pt x="3078682" y="1994860"/>
                  </a:lnTo>
                  <a:lnTo>
                    <a:pt x="3015375" y="1967583"/>
                  </a:lnTo>
                  <a:lnTo>
                    <a:pt x="2956772" y="1937093"/>
                  </a:lnTo>
                  <a:lnTo>
                    <a:pt x="2902015" y="1902950"/>
                  </a:lnTo>
                  <a:lnTo>
                    <a:pt x="2850214" y="1864723"/>
                  </a:lnTo>
                  <a:lnTo>
                    <a:pt x="2800528" y="1822063"/>
                  </a:lnTo>
                  <a:lnTo>
                    <a:pt x="2770117" y="1792976"/>
                  </a:lnTo>
                  <a:lnTo>
                    <a:pt x="2728985" y="1750126"/>
                  </a:lnTo>
                  <a:lnTo>
                    <a:pt x="2688249" y="1703819"/>
                  </a:lnTo>
                  <a:lnTo>
                    <a:pt x="2647619" y="1653988"/>
                  </a:lnTo>
                  <a:lnTo>
                    <a:pt x="2606877" y="1600634"/>
                  </a:lnTo>
                  <a:lnTo>
                    <a:pt x="2565865" y="1543837"/>
                  </a:lnTo>
                  <a:lnTo>
                    <a:pt x="2524483" y="1483760"/>
                  </a:lnTo>
                  <a:lnTo>
                    <a:pt x="2482677" y="1420654"/>
                  </a:lnTo>
                  <a:lnTo>
                    <a:pt x="2440443" y="1354860"/>
                  </a:lnTo>
                  <a:lnTo>
                    <a:pt x="2397815" y="1286800"/>
                  </a:lnTo>
                  <a:lnTo>
                    <a:pt x="2354859" y="1216971"/>
                  </a:lnTo>
                  <a:lnTo>
                    <a:pt x="2311671" y="1145932"/>
                  </a:lnTo>
                  <a:lnTo>
                    <a:pt x="2268364" y="1074283"/>
                  </a:lnTo>
                  <a:lnTo>
                    <a:pt x="2225059" y="1002647"/>
                  </a:lnTo>
                  <a:lnTo>
                    <a:pt x="2181879" y="931647"/>
                  </a:lnTo>
                  <a:lnTo>
                    <a:pt x="2138935" y="861882"/>
                  </a:lnTo>
                  <a:lnTo>
                    <a:pt x="2096322" y="793907"/>
                  </a:lnTo>
                  <a:lnTo>
                    <a:pt x="2054105" y="728217"/>
                  </a:lnTo>
                  <a:lnTo>
                    <a:pt x="2012318" y="665232"/>
                  </a:lnTo>
                  <a:lnTo>
                    <a:pt x="1970952" y="605288"/>
                  </a:lnTo>
                  <a:lnTo>
                    <a:pt x="1929954" y="548633"/>
                  </a:lnTo>
                  <a:lnTo>
                    <a:pt x="1889221" y="495425"/>
                  </a:lnTo>
                  <a:lnTo>
                    <a:pt x="1848591" y="445742"/>
                  </a:lnTo>
                  <a:lnTo>
                    <a:pt x="1807844" y="399582"/>
                  </a:lnTo>
                  <a:lnTo>
                    <a:pt x="1768425" y="358595"/>
                  </a:lnTo>
                  <a:lnTo>
                    <a:pt x="1719684" y="313067"/>
                  </a:lnTo>
                  <a:lnTo>
                    <a:pt x="1669302" y="272091"/>
                  </a:lnTo>
                  <a:lnTo>
                    <a:pt x="1616502" y="235434"/>
                  </a:lnTo>
                  <a:lnTo>
                    <a:pt x="1560415" y="202706"/>
                  </a:lnTo>
                  <a:lnTo>
                    <a:pt x="1500154" y="173463"/>
                  </a:lnTo>
                  <a:lnTo>
                    <a:pt x="1434891" y="147279"/>
                  </a:lnTo>
                  <a:lnTo>
                    <a:pt x="1363947" y="123776"/>
                  </a:lnTo>
                  <a:lnTo>
                    <a:pt x="1286919" y="102648"/>
                  </a:lnTo>
                  <a:lnTo>
                    <a:pt x="1203843" y="83671"/>
                  </a:lnTo>
                  <a:lnTo>
                    <a:pt x="1115393" y="66703"/>
                  </a:lnTo>
                  <a:lnTo>
                    <a:pt x="1023073" y="51683"/>
                  </a:lnTo>
                  <a:lnTo>
                    <a:pt x="929360" y="38616"/>
                  </a:lnTo>
                  <a:lnTo>
                    <a:pt x="837682" y="27544"/>
                  </a:lnTo>
                  <a:lnTo>
                    <a:pt x="752150" y="18508"/>
                  </a:lnTo>
                  <a:lnTo>
                    <a:pt x="677002" y="11501"/>
                  </a:lnTo>
                  <a:lnTo>
                    <a:pt x="615821" y="6429"/>
                  </a:lnTo>
                  <a:lnTo>
                    <a:pt x="570734" y="3085"/>
                  </a:lnTo>
                  <a:lnTo>
                    <a:pt x="541853" y="1159"/>
                  </a:lnTo>
                  <a:lnTo>
                    <a:pt x="527108" y="270"/>
                  </a:lnTo>
                  <a:lnTo>
                    <a:pt x="522435" y="15"/>
                  </a:lnTo>
                  <a:lnTo>
                    <a:pt x="522133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461" name="pg461"/>
            <p:cNvSpPr/>
            <p:nvPr/>
          </p:nvSpPr>
          <p:spPr>
            <a:xfrm>
              <a:off x="386606" y="2732870"/>
              <a:ext cx="8554953" cy="3388302"/>
            </a:xfrm>
            <a:custGeom>
              <a:avLst/>
              <a:pathLst>
                <a:path w="8554953" h="3388302">
                  <a:moveTo>
                    <a:pt x="0" y="11294"/>
                  </a:moveTo>
                  <a:lnTo>
                    <a:pt x="522133" y="11294"/>
                  </a:lnTo>
                  <a:lnTo>
                    <a:pt x="523330" y="11356"/>
                  </a:lnTo>
                  <a:lnTo>
                    <a:pt x="531169" y="11801"/>
                  </a:lnTo>
                  <a:lnTo>
                    <a:pt x="550804" y="13033"/>
                  </a:lnTo>
                  <a:lnTo>
                    <a:pt x="585592" y="15452"/>
                  </a:lnTo>
                  <a:lnTo>
                    <a:pt x="636797" y="19418"/>
                  </a:lnTo>
                  <a:lnTo>
                    <a:pt x="703515" y="25207"/>
                  </a:lnTo>
                  <a:lnTo>
                    <a:pt x="782992" y="32983"/>
                  </a:lnTo>
                  <a:lnTo>
                    <a:pt x="871306" y="42804"/>
                  </a:lnTo>
                  <a:lnTo>
                    <a:pt x="964185" y="54654"/>
                  </a:lnTo>
                  <a:lnTo>
                    <a:pt x="1057723" y="68486"/>
                  </a:lnTo>
                  <a:lnTo>
                    <a:pt x="1148830" y="84267"/>
                  </a:lnTo>
                  <a:lnTo>
                    <a:pt x="1235401" y="102016"/>
                  </a:lnTo>
                  <a:lnTo>
                    <a:pt x="1316262" y="121821"/>
                  </a:lnTo>
                  <a:lnTo>
                    <a:pt x="1390999" y="143856"/>
                  </a:lnTo>
                  <a:lnTo>
                    <a:pt x="1459761" y="168377"/>
                  </a:lnTo>
                  <a:lnTo>
                    <a:pt x="1523070" y="195719"/>
                  </a:lnTo>
                  <a:lnTo>
                    <a:pt x="1581674" y="226281"/>
                  </a:lnTo>
                  <a:lnTo>
                    <a:pt x="1636431" y="260502"/>
                  </a:lnTo>
                  <a:lnTo>
                    <a:pt x="1688231" y="298818"/>
                  </a:lnTo>
                  <a:lnTo>
                    <a:pt x="1737916" y="341577"/>
                  </a:lnTo>
                  <a:lnTo>
                    <a:pt x="1768425" y="370830"/>
                  </a:lnTo>
                  <a:lnTo>
                    <a:pt x="1809521" y="413754"/>
                  </a:lnTo>
                  <a:lnTo>
                    <a:pt x="1850222" y="460137"/>
                  </a:lnTo>
                  <a:lnTo>
                    <a:pt x="1890816" y="510047"/>
                  </a:lnTo>
                  <a:lnTo>
                    <a:pt x="1931521" y="563483"/>
                  </a:lnTo>
                  <a:lnTo>
                    <a:pt x="1972495" y="620366"/>
                  </a:lnTo>
                  <a:lnTo>
                    <a:pt x="2013840" y="680532"/>
                  </a:lnTo>
                  <a:lnTo>
                    <a:pt x="2055606" y="743731"/>
                  </a:lnTo>
                  <a:lnTo>
                    <a:pt x="2097800" y="809623"/>
                  </a:lnTo>
                  <a:lnTo>
                    <a:pt x="2140388" y="877787"/>
                  </a:lnTo>
                  <a:lnTo>
                    <a:pt x="2183303" y="947724"/>
                  </a:lnTo>
                  <a:lnTo>
                    <a:pt x="2226452" y="1018879"/>
                  </a:lnTo>
                  <a:lnTo>
                    <a:pt x="2269720" y="1090649"/>
                  </a:lnTo>
                  <a:lnTo>
                    <a:pt x="2312988" y="1162413"/>
                  </a:lnTo>
                  <a:lnTo>
                    <a:pt x="2356132" y="1233548"/>
                  </a:lnTo>
                  <a:lnTo>
                    <a:pt x="2399042" y="1303455"/>
                  </a:lnTo>
                  <a:lnTo>
                    <a:pt x="2441622" y="1371576"/>
                  </a:lnTo>
                  <a:lnTo>
                    <a:pt x="2483808" y="1437417"/>
                  </a:lnTo>
                  <a:lnTo>
                    <a:pt x="2525565" y="1500556"/>
                  </a:lnTo>
                  <a:lnTo>
                    <a:pt x="2566901" y="1560656"/>
                  </a:lnTo>
                  <a:lnTo>
                    <a:pt x="2607868" y="1617469"/>
                  </a:lnTo>
                  <a:lnTo>
                    <a:pt x="2648569" y="1670832"/>
                  </a:lnTo>
                  <a:lnTo>
                    <a:pt x="2689163" y="1720668"/>
                  </a:lnTo>
                  <a:lnTo>
                    <a:pt x="2729869" y="1766978"/>
                  </a:lnTo>
                  <a:lnTo>
                    <a:pt x="2770117" y="1808977"/>
                  </a:lnTo>
                  <a:lnTo>
                    <a:pt x="2818853" y="1854619"/>
                  </a:lnTo>
                  <a:lnTo>
                    <a:pt x="2869229" y="1895700"/>
                  </a:lnTo>
                  <a:lnTo>
                    <a:pt x="2922024" y="1932450"/>
                  </a:lnTo>
                  <a:lnTo>
                    <a:pt x="2978104" y="1965262"/>
                  </a:lnTo>
                  <a:lnTo>
                    <a:pt x="3038357" y="1994580"/>
                  </a:lnTo>
                  <a:lnTo>
                    <a:pt x="3103610" y="2020832"/>
                  </a:lnTo>
                  <a:lnTo>
                    <a:pt x="3174543" y="2044396"/>
                  </a:lnTo>
                  <a:lnTo>
                    <a:pt x="3251559" y="2065579"/>
                  </a:lnTo>
                  <a:lnTo>
                    <a:pt x="3334621" y="2084606"/>
                  </a:lnTo>
                  <a:lnTo>
                    <a:pt x="3423058" y="2101619"/>
                  </a:lnTo>
                  <a:lnTo>
                    <a:pt x="3515366" y="2116678"/>
                  </a:lnTo>
                  <a:lnTo>
                    <a:pt x="3609069" y="2129781"/>
                  </a:lnTo>
                  <a:lnTo>
                    <a:pt x="3700744" y="2140884"/>
                  </a:lnTo>
                  <a:lnTo>
                    <a:pt x="3786278" y="2149945"/>
                  </a:lnTo>
                  <a:lnTo>
                    <a:pt x="3861437" y="2156972"/>
                  </a:lnTo>
                  <a:lnTo>
                    <a:pt x="3922636" y="2162060"/>
                  </a:lnTo>
                  <a:lnTo>
                    <a:pt x="3967746" y="2165415"/>
                  </a:lnTo>
                  <a:lnTo>
                    <a:pt x="3996651" y="2167349"/>
                  </a:lnTo>
                  <a:lnTo>
                    <a:pt x="4011417" y="2168241"/>
                  </a:lnTo>
                  <a:lnTo>
                    <a:pt x="4016105" y="2168498"/>
                  </a:lnTo>
                  <a:lnTo>
                    <a:pt x="4016409" y="2168513"/>
                  </a:lnTo>
                  <a:lnTo>
                    <a:pt x="4538543" y="2168513"/>
                  </a:lnTo>
                  <a:lnTo>
                    <a:pt x="4539788" y="2168550"/>
                  </a:lnTo>
                  <a:lnTo>
                    <a:pt x="4547935" y="2168812"/>
                  </a:lnTo>
                  <a:lnTo>
                    <a:pt x="4568313" y="2169537"/>
                  </a:lnTo>
                  <a:lnTo>
                    <a:pt x="4604349" y="2170961"/>
                  </a:lnTo>
                  <a:lnTo>
                    <a:pt x="4657248" y="2173294"/>
                  </a:lnTo>
                  <a:lnTo>
                    <a:pt x="4725939" y="2176694"/>
                  </a:lnTo>
                  <a:lnTo>
                    <a:pt x="4807442" y="2181253"/>
                  </a:lnTo>
                  <a:lnTo>
                    <a:pt x="4897609" y="2187000"/>
                  </a:lnTo>
                  <a:lnTo>
                    <a:pt x="4992004" y="2193923"/>
                  </a:lnTo>
                  <a:lnTo>
                    <a:pt x="5086640" y="2201994"/>
                  </a:lnTo>
                  <a:lnTo>
                    <a:pt x="5178431" y="2211196"/>
                  </a:lnTo>
                  <a:lnTo>
                    <a:pt x="5265328" y="2221546"/>
                  </a:lnTo>
                  <a:lnTo>
                    <a:pt x="5346243" y="2233104"/>
                  </a:lnTo>
                  <a:lnTo>
                    <a:pt x="5420861" y="2245980"/>
                  </a:lnTo>
                  <a:lnTo>
                    <a:pt x="5489419" y="2260333"/>
                  </a:lnTo>
                  <a:lnTo>
                    <a:pt x="5552518" y="2276368"/>
                  </a:lnTo>
                  <a:lnTo>
                    <a:pt x="5610968" y="2294329"/>
                  </a:lnTo>
                  <a:lnTo>
                    <a:pt x="5665677" y="2314474"/>
                  </a:lnTo>
                  <a:lnTo>
                    <a:pt x="5717565" y="2337053"/>
                  </a:lnTo>
                  <a:lnTo>
                    <a:pt x="5767486" y="2362248"/>
                  </a:lnTo>
                  <a:lnTo>
                    <a:pt x="5784835" y="2371811"/>
                  </a:lnTo>
                  <a:lnTo>
                    <a:pt x="5832685" y="2400286"/>
                  </a:lnTo>
                  <a:lnTo>
                    <a:pt x="5880068" y="2431429"/>
                  </a:lnTo>
                  <a:lnTo>
                    <a:pt x="5927411" y="2465285"/>
                  </a:lnTo>
                  <a:lnTo>
                    <a:pt x="5975018" y="2501825"/>
                  </a:lnTo>
                  <a:lnTo>
                    <a:pt x="6023088" y="2540934"/>
                  </a:lnTo>
                  <a:lnTo>
                    <a:pt x="6071721" y="2582410"/>
                  </a:lnTo>
                  <a:lnTo>
                    <a:pt x="6120934" y="2625954"/>
                  </a:lnTo>
                  <a:lnTo>
                    <a:pt x="6170670" y="2671184"/>
                  </a:lnTo>
                  <a:lnTo>
                    <a:pt x="6220811" y="2717641"/>
                  </a:lnTo>
                  <a:lnTo>
                    <a:pt x="6271195" y="2764810"/>
                  </a:lnTo>
                  <a:lnTo>
                    <a:pt x="6321635" y="2812139"/>
                  </a:lnTo>
                  <a:lnTo>
                    <a:pt x="6371937" y="2859070"/>
                  </a:lnTo>
                  <a:lnTo>
                    <a:pt x="6421924" y="2905065"/>
                  </a:lnTo>
                  <a:lnTo>
                    <a:pt x="6471448" y="2949630"/>
                  </a:lnTo>
                  <a:lnTo>
                    <a:pt x="6520417" y="2992335"/>
                  </a:lnTo>
                  <a:lnTo>
                    <a:pt x="6568804" y="3032834"/>
                  </a:lnTo>
                  <a:lnTo>
                    <a:pt x="6616659" y="3070869"/>
                  </a:lnTo>
                  <a:lnTo>
                    <a:pt x="6664124" y="3106276"/>
                  </a:lnTo>
                  <a:lnTo>
                    <a:pt x="6711439" y="3138975"/>
                  </a:lnTo>
                  <a:lnTo>
                    <a:pt x="6758961" y="3168972"/>
                  </a:lnTo>
                  <a:lnTo>
                    <a:pt x="6786527" y="3185004"/>
                  </a:lnTo>
                  <a:lnTo>
                    <a:pt x="6835931" y="3211143"/>
                  </a:lnTo>
                  <a:lnTo>
                    <a:pt x="6887030" y="3234634"/>
                  </a:lnTo>
                  <a:lnTo>
                    <a:pt x="6940637" y="3255615"/>
                  </a:lnTo>
                  <a:lnTo>
                    <a:pt x="6997656" y="3274319"/>
                  </a:lnTo>
                  <a:lnTo>
                    <a:pt x="7059008" y="3291007"/>
                  </a:lnTo>
                  <a:lnTo>
                    <a:pt x="7125551" y="3305931"/>
                  </a:lnTo>
                  <a:lnTo>
                    <a:pt x="7197973" y="3319309"/>
                  </a:lnTo>
                  <a:lnTo>
                    <a:pt x="7276661" y="3331318"/>
                  </a:lnTo>
                  <a:lnTo>
                    <a:pt x="7361519" y="3342087"/>
                  </a:lnTo>
                  <a:lnTo>
                    <a:pt x="7451758" y="3351692"/>
                  </a:lnTo>
                  <a:lnTo>
                    <a:pt x="7545686" y="3360164"/>
                  </a:lnTo>
                  <a:lnTo>
                    <a:pt x="7640582" y="3367497"/>
                  </a:lnTo>
                  <a:lnTo>
                    <a:pt x="7732744" y="3373663"/>
                  </a:lnTo>
                  <a:lnTo>
                    <a:pt x="7817823" y="3378642"/>
                  </a:lnTo>
                  <a:lnTo>
                    <a:pt x="7891472" y="3382445"/>
                  </a:lnTo>
                  <a:lnTo>
                    <a:pt x="7950198" y="3385141"/>
                  </a:lnTo>
                  <a:lnTo>
                    <a:pt x="7992188" y="3386865"/>
                  </a:lnTo>
                  <a:lnTo>
                    <a:pt x="8017829" y="3387812"/>
                  </a:lnTo>
                  <a:lnTo>
                    <a:pt x="8029790" y="3388210"/>
                  </a:lnTo>
                  <a:lnTo>
                    <a:pt x="8032819" y="3388302"/>
                  </a:lnTo>
                  <a:lnTo>
                    <a:pt x="8554953" y="3388302"/>
                  </a:lnTo>
                  <a:lnTo>
                    <a:pt x="8554953" y="3377008"/>
                  </a:lnTo>
                  <a:lnTo>
                    <a:pt x="8032819" y="3377008"/>
                  </a:lnTo>
                  <a:lnTo>
                    <a:pt x="8031574" y="3376971"/>
                  </a:lnTo>
                  <a:lnTo>
                    <a:pt x="8023427" y="3376709"/>
                  </a:lnTo>
                  <a:lnTo>
                    <a:pt x="8003048" y="3375984"/>
                  </a:lnTo>
                  <a:lnTo>
                    <a:pt x="7967013" y="3374560"/>
                  </a:lnTo>
                  <a:lnTo>
                    <a:pt x="7914114" y="3372227"/>
                  </a:lnTo>
                  <a:lnTo>
                    <a:pt x="7845423" y="3368827"/>
                  </a:lnTo>
                  <a:lnTo>
                    <a:pt x="7763920" y="3364268"/>
                  </a:lnTo>
                  <a:lnTo>
                    <a:pt x="7673753" y="3358521"/>
                  </a:lnTo>
                  <a:lnTo>
                    <a:pt x="7579358" y="3351598"/>
                  </a:lnTo>
                  <a:lnTo>
                    <a:pt x="7484721" y="3343527"/>
                  </a:lnTo>
                  <a:lnTo>
                    <a:pt x="7392931" y="3334325"/>
                  </a:lnTo>
                  <a:lnTo>
                    <a:pt x="7306034" y="3323975"/>
                  </a:lnTo>
                  <a:lnTo>
                    <a:pt x="7225119" y="3312417"/>
                  </a:lnTo>
                  <a:lnTo>
                    <a:pt x="7150501" y="3299541"/>
                  </a:lnTo>
                  <a:lnTo>
                    <a:pt x="7081943" y="3285188"/>
                  </a:lnTo>
                  <a:lnTo>
                    <a:pt x="7018844" y="3269153"/>
                  </a:lnTo>
                  <a:lnTo>
                    <a:pt x="6960394" y="3251192"/>
                  </a:lnTo>
                  <a:lnTo>
                    <a:pt x="6905685" y="3231047"/>
                  </a:lnTo>
                  <a:lnTo>
                    <a:pt x="6853797" y="3208468"/>
                  </a:lnTo>
                  <a:lnTo>
                    <a:pt x="6803875" y="3183273"/>
                  </a:lnTo>
                  <a:lnTo>
                    <a:pt x="6786527" y="3173710"/>
                  </a:lnTo>
                  <a:lnTo>
                    <a:pt x="6738677" y="3145235"/>
                  </a:lnTo>
                  <a:lnTo>
                    <a:pt x="6691294" y="3114092"/>
                  </a:lnTo>
                  <a:lnTo>
                    <a:pt x="6643951" y="3080236"/>
                  </a:lnTo>
                  <a:lnTo>
                    <a:pt x="6596344" y="3043696"/>
                  </a:lnTo>
                  <a:lnTo>
                    <a:pt x="6548274" y="3004587"/>
                  </a:lnTo>
                  <a:lnTo>
                    <a:pt x="6499641" y="2963112"/>
                  </a:lnTo>
                  <a:lnTo>
                    <a:pt x="6450428" y="2919567"/>
                  </a:lnTo>
                  <a:lnTo>
                    <a:pt x="6400692" y="2874337"/>
                  </a:lnTo>
                  <a:lnTo>
                    <a:pt x="6350551" y="2827880"/>
                  </a:lnTo>
                  <a:lnTo>
                    <a:pt x="6300167" y="2780712"/>
                  </a:lnTo>
                  <a:lnTo>
                    <a:pt x="6249727" y="2733382"/>
                  </a:lnTo>
                  <a:lnTo>
                    <a:pt x="6199424" y="2686451"/>
                  </a:lnTo>
                  <a:lnTo>
                    <a:pt x="6149438" y="2640456"/>
                  </a:lnTo>
                  <a:lnTo>
                    <a:pt x="6099914" y="2595891"/>
                  </a:lnTo>
                  <a:lnTo>
                    <a:pt x="6050945" y="2553186"/>
                  </a:lnTo>
                  <a:lnTo>
                    <a:pt x="6002558" y="2512687"/>
                  </a:lnTo>
                  <a:lnTo>
                    <a:pt x="5954703" y="2474652"/>
                  </a:lnTo>
                  <a:lnTo>
                    <a:pt x="5907238" y="2439245"/>
                  </a:lnTo>
                  <a:lnTo>
                    <a:pt x="5859923" y="2406546"/>
                  </a:lnTo>
                  <a:lnTo>
                    <a:pt x="5812401" y="2376549"/>
                  </a:lnTo>
                  <a:lnTo>
                    <a:pt x="5784835" y="2360517"/>
                  </a:lnTo>
                  <a:lnTo>
                    <a:pt x="5735431" y="2334378"/>
                  </a:lnTo>
                  <a:lnTo>
                    <a:pt x="5684332" y="2310887"/>
                  </a:lnTo>
                  <a:lnTo>
                    <a:pt x="5630725" y="2289906"/>
                  </a:lnTo>
                  <a:lnTo>
                    <a:pt x="5573706" y="2271202"/>
                  </a:lnTo>
                  <a:lnTo>
                    <a:pt x="5512354" y="2254514"/>
                  </a:lnTo>
                  <a:lnTo>
                    <a:pt x="5445811" y="2239590"/>
                  </a:lnTo>
                  <a:lnTo>
                    <a:pt x="5373389" y="2226212"/>
                  </a:lnTo>
                  <a:lnTo>
                    <a:pt x="5294701" y="2214203"/>
                  </a:lnTo>
                  <a:lnTo>
                    <a:pt x="5209843" y="2203434"/>
                  </a:lnTo>
                  <a:lnTo>
                    <a:pt x="5119604" y="2193829"/>
                  </a:lnTo>
                  <a:lnTo>
                    <a:pt x="5025676" y="2185357"/>
                  </a:lnTo>
                  <a:lnTo>
                    <a:pt x="4930780" y="2178024"/>
                  </a:lnTo>
                  <a:lnTo>
                    <a:pt x="4838618" y="2171858"/>
                  </a:lnTo>
                  <a:lnTo>
                    <a:pt x="4753539" y="2166879"/>
                  </a:lnTo>
                  <a:lnTo>
                    <a:pt x="4679890" y="2163076"/>
                  </a:lnTo>
                  <a:lnTo>
                    <a:pt x="4621164" y="2160380"/>
                  </a:lnTo>
                  <a:lnTo>
                    <a:pt x="4579174" y="2158656"/>
                  </a:lnTo>
                  <a:lnTo>
                    <a:pt x="4553533" y="2157709"/>
                  </a:lnTo>
                  <a:lnTo>
                    <a:pt x="4541572" y="2157311"/>
                  </a:lnTo>
                  <a:lnTo>
                    <a:pt x="4538543" y="2157219"/>
                  </a:lnTo>
                  <a:lnTo>
                    <a:pt x="4016409" y="2157219"/>
                  </a:lnTo>
                  <a:lnTo>
                    <a:pt x="4015212" y="2157156"/>
                  </a:lnTo>
                  <a:lnTo>
                    <a:pt x="4007374" y="2156711"/>
                  </a:lnTo>
                  <a:lnTo>
                    <a:pt x="3987738" y="2155480"/>
                  </a:lnTo>
                  <a:lnTo>
                    <a:pt x="3952950" y="2153061"/>
                  </a:lnTo>
                  <a:lnTo>
                    <a:pt x="3901745" y="2149094"/>
                  </a:lnTo>
                  <a:lnTo>
                    <a:pt x="3835028" y="2143306"/>
                  </a:lnTo>
                  <a:lnTo>
                    <a:pt x="3755551" y="2135530"/>
                  </a:lnTo>
                  <a:lnTo>
                    <a:pt x="3667236" y="2125709"/>
                  </a:lnTo>
                  <a:lnTo>
                    <a:pt x="3574357" y="2113858"/>
                  </a:lnTo>
                  <a:lnTo>
                    <a:pt x="3480820" y="2100027"/>
                  </a:lnTo>
                  <a:lnTo>
                    <a:pt x="3389712" y="2084245"/>
                  </a:lnTo>
                  <a:lnTo>
                    <a:pt x="3303141" y="2066497"/>
                  </a:lnTo>
                  <a:lnTo>
                    <a:pt x="3222281" y="2046691"/>
                  </a:lnTo>
                  <a:lnTo>
                    <a:pt x="3147544" y="2024656"/>
                  </a:lnTo>
                  <a:lnTo>
                    <a:pt x="3078782" y="2000135"/>
                  </a:lnTo>
                  <a:lnTo>
                    <a:pt x="3015472" y="1972794"/>
                  </a:lnTo>
                  <a:lnTo>
                    <a:pt x="2956869" y="1942232"/>
                  </a:lnTo>
                  <a:lnTo>
                    <a:pt x="2902111" y="1908010"/>
                  </a:lnTo>
                  <a:lnTo>
                    <a:pt x="2850311" y="1869695"/>
                  </a:lnTo>
                  <a:lnTo>
                    <a:pt x="2800626" y="1826936"/>
                  </a:lnTo>
                  <a:lnTo>
                    <a:pt x="2770117" y="1797682"/>
                  </a:lnTo>
                  <a:lnTo>
                    <a:pt x="2729021" y="1754758"/>
                  </a:lnTo>
                  <a:lnTo>
                    <a:pt x="2688320" y="1708376"/>
                  </a:lnTo>
                  <a:lnTo>
                    <a:pt x="2647726" y="1658466"/>
                  </a:lnTo>
                  <a:lnTo>
                    <a:pt x="2607021" y="1605030"/>
                  </a:lnTo>
                  <a:lnTo>
                    <a:pt x="2566047" y="1548147"/>
                  </a:lnTo>
                  <a:lnTo>
                    <a:pt x="2524703" y="1487981"/>
                  </a:lnTo>
                  <a:lnTo>
                    <a:pt x="2482937" y="1424782"/>
                  </a:lnTo>
                  <a:lnTo>
                    <a:pt x="2440743" y="1358890"/>
                  </a:lnTo>
                  <a:lnTo>
                    <a:pt x="2398154" y="1290726"/>
                  </a:lnTo>
                  <a:lnTo>
                    <a:pt x="2355239" y="1220788"/>
                  </a:lnTo>
                  <a:lnTo>
                    <a:pt x="2312091" y="1149634"/>
                  </a:lnTo>
                  <a:lnTo>
                    <a:pt x="2268822" y="1077863"/>
                  </a:lnTo>
                  <a:lnTo>
                    <a:pt x="2225555" y="1006099"/>
                  </a:lnTo>
                  <a:lnTo>
                    <a:pt x="2182410" y="934964"/>
                  </a:lnTo>
                  <a:lnTo>
                    <a:pt x="2139501" y="865058"/>
                  </a:lnTo>
                  <a:lnTo>
                    <a:pt x="2096920" y="796937"/>
                  </a:lnTo>
                  <a:lnTo>
                    <a:pt x="2054734" y="731096"/>
                  </a:lnTo>
                  <a:lnTo>
                    <a:pt x="2012977" y="667957"/>
                  </a:lnTo>
                  <a:lnTo>
                    <a:pt x="1971642" y="607857"/>
                  </a:lnTo>
                  <a:lnTo>
                    <a:pt x="1930674" y="551044"/>
                  </a:lnTo>
                  <a:lnTo>
                    <a:pt x="1889973" y="497681"/>
                  </a:lnTo>
                  <a:lnTo>
                    <a:pt x="1849379" y="447844"/>
                  </a:lnTo>
                  <a:lnTo>
                    <a:pt x="1808673" y="401534"/>
                  </a:lnTo>
                  <a:lnTo>
                    <a:pt x="1768425" y="359536"/>
                  </a:lnTo>
                  <a:lnTo>
                    <a:pt x="1719689" y="313893"/>
                  </a:lnTo>
                  <a:lnTo>
                    <a:pt x="1669313" y="272813"/>
                  </a:lnTo>
                  <a:lnTo>
                    <a:pt x="1616518" y="236063"/>
                  </a:lnTo>
                  <a:lnTo>
                    <a:pt x="1560438" y="203250"/>
                  </a:lnTo>
                  <a:lnTo>
                    <a:pt x="1500186" y="173933"/>
                  </a:lnTo>
                  <a:lnTo>
                    <a:pt x="1434932" y="147681"/>
                  </a:lnTo>
                  <a:lnTo>
                    <a:pt x="1363999" y="124117"/>
                  </a:lnTo>
                  <a:lnTo>
                    <a:pt x="1286984" y="102934"/>
                  </a:lnTo>
                  <a:lnTo>
                    <a:pt x="1203921" y="83907"/>
                  </a:lnTo>
                  <a:lnTo>
                    <a:pt x="1115484" y="66894"/>
                  </a:lnTo>
                  <a:lnTo>
                    <a:pt x="1023177" y="51834"/>
                  </a:lnTo>
                  <a:lnTo>
                    <a:pt x="929473" y="38732"/>
                  </a:lnTo>
                  <a:lnTo>
                    <a:pt x="837798" y="27629"/>
                  </a:lnTo>
                  <a:lnTo>
                    <a:pt x="752264" y="18567"/>
                  </a:lnTo>
                  <a:lnTo>
                    <a:pt x="677106" y="11541"/>
                  </a:lnTo>
                  <a:lnTo>
                    <a:pt x="615906" y="6453"/>
                  </a:lnTo>
                  <a:lnTo>
                    <a:pt x="570796" y="3097"/>
                  </a:lnTo>
                  <a:lnTo>
                    <a:pt x="541891" y="1164"/>
                  </a:lnTo>
                  <a:lnTo>
                    <a:pt x="527125" y="272"/>
                  </a:lnTo>
                  <a:lnTo>
                    <a:pt x="522438" y="15"/>
                  </a:lnTo>
                  <a:lnTo>
                    <a:pt x="5221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462" name="pl462"/>
            <p:cNvSpPr/>
            <p:nvPr/>
          </p:nvSpPr>
          <p:spPr>
            <a:xfrm>
              <a:off x="386606" y="2744164"/>
              <a:ext cx="8554953" cy="3377008"/>
            </a:xfrm>
            <a:custGeom>
              <a:avLst/>
              <a:pathLst>
                <a:path w="8554953" h="3377008">
                  <a:moveTo>
                    <a:pt x="0" y="0"/>
                  </a:moveTo>
                  <a:lnTo>
                    <a:pt x="522133" y="0"/>
                  </a:lnTo>
                  <a:lnTo>
                    <a:pt x="523330" y="62"/>
                  </a:lnTo>
                  <a:lnTo>
                    <a:pt x="531169" y="507"/>
                  </a:lnTo>
                  <a:lnTo>
                    <a:pt x="550804" y="1738"/>
                  </a:lnTo>
                  <a:lnTo>
                    <a:pt x="585592" y="4157"/>
                  </a:lnTo>
                  <a:lnTo>
                    <a:pt x="636797" y="8124"/>
                  </a:lnTo>
                  <a:lnTo>
                    <a:pt x="703515" y="13913"/>
                  </a:lnTo>
                  <a:lnTo>
                    <a:pt x="782992" y="21688"/>
                  </a:lnTo>
                  <a:lnTo>
                    <a:pt x="871306" y="31510"/>
                  </a:lnTo>
                  <a:lnTo>
                    <a:pt x="964185" y="43360"/>
                  </a:lnTo>
                  <a:lnTo>
                    <a:pt x="1057723" y="57192"/>
                  </a:lnTo>
                  <a:lnTo>
                    <a:pt x="1148830" y="72973"/>
                  </a:lnTo>
                  <a:lnTo>
                    <a:pt x="1235401" y="90722"/>
                  </a:lnTo>
                  <a:lnTo>
                    <a:pt x="1316262" y="110527"/>
                  </a:lnTo>
                  <a:lnTo>
                    <a:pt x="1390999" y="132562"/>
                  </a:lnTo>
                  <a:lnTo>
                    <a:pt x="1459761" y="157083"/>
                  </a:lnTo>
                  <a:lnTo>
                    <a:pt x="1523070" y="184425"/>
                  </a:lnTo>
                  <a:lnTo>
                    <a:pt x="1581674" y="214986"/>
                  </a:lnTo>
                  <a:lnTo>
                    <a:pt x="1636431" y="249208"/>
                  </a:lnTo>
                  <a:lnTo>
                    <a:pt x="1688231" y="287524"/>
                  </a:lnTo>
                  <a:lnTo>
                    <a:pt x="1737916" y="330282"/>
                  </a:lnTo>
                  <a:lnTo>
                    <a:pt x="1768425" y="359536"/>
                  </a:lnTo>
                  <a:lnTo>
                    <a:pt x="1809521" y="402460"/>
                  </a:lnTo>
                  <a:lnTo>
                    <a:pt x="1850222" y="448843"/>
                  </a:lnTo>
                  <a:lnTo>
                    <a:pt x="1890816" y="498753"/>
                  </a:lnTo>
                  <a:lnTo>
                    <a:pt x="1931521" y="552189"/>
                  </a:lnTo>
                  <a:lnTo>
                    <a:pt x="1972495" y="609071"/>
                  </a:lnTo>
                  <a:lnTo>
                    <a:pt x="2013840" y="669238"/>
                  </a:lnTo>
                  <a:lnTo>
                    <a:pt x="2055606" y="732436"/>
                  </a:lnTo>
                  <a:lnTo>
                    <a:pt x="2097800" y="798329"/>
                  </a:lnTo>
                  <a:lnTo>
                    <a:pt x="2140388" y="866492"/>
                  </a:lnTo>
                  <a:lnTo>
                    <a:pt x="2183303" y="936430"/>
                  </a:lnTo>
                  <a:lnTo>
                    <a:pt x="2226452" y="1007584"/>
                  </a:lnTo>
                  <a:lnTo>
                    <a:pt x="2269720" y="1079355"/>
                  </a:lnTo>
                  <a:lnTo>
                    <a:pt x="2312988" y="1151119"/>
                  </a:lnTo>
                  <a:lnTo>
                    <a:pt x="2356132" y="1222254"/>
                  </a:lnTo>
                  <a:lnTo>
                    <a:pt x="2399042" y="1292160"/>
                  </a:lnTo>
                  <a:lnTo>
                    <a:pt x="2441622" y="1360282"/>
                  </a:lnTo>
                  <a:lnTo>
                    <a:pt x="2483808" y="1426122"/>
                  </a:lnTo>
                  <a:lnTo>
                    <a:pt x="2525565" y="1489261"/>
                  </a:lnTo>
                  <a:lnTo>
                    <a:pt x="2566901" y="1549362"/>
                  </a:lnTo>
                  <a:lnTo>
                    <a:pt x="2607868" y="1606174"/>
                  </a:lnTo>
                  <a:lnTo>
                    <a:pt x="2648569" y="1659537"/>
                  </a:lnTo>
                  <a:lnTo>
                    <a:pt x="2689163" y="1709374"/>
                  </a:lnTo>
                  <a:lnTo>
                    <a:pt x="2729869" y="1755684"/>
                  </a:lnTo>
                  <a:lnTo>
                    <a:pt x="2770117" y="1797682"/>
                  </a:lnTo>
                  <a:lnTo>
                    <a:pt x="2818853" y="1843325"/>
                  </a:lnTo>
                  <a:lnTo>
                    <a:pt x="2869229" y="1884406"/>
                  </a:lnTo>
                  <a:lnTo>
                    <a:pt x="2922024" y="1921156"/>
                  </a:lnTo>
                  <a:lnTo>
                    <a:pt x="2978104" y="1953968"/>
                  </a:lnTo>
                  <a:lnTo>
                    <a:pt x="3038357" y="1983286"/>
                  </a:lnTo>
                  <a:lnTo>
                    <a:pt x="3103610" y="2009538"/>
                  </a:lnTo>
                  <a:lnTo>
                    <a:pt x="3174543" y="2033102"/>
                  </a:lnTo>
                  <a:lnTo>
                    <a:pt x="3251559" y="2054285"/>
                  </a:lnTo>
                  <a:lnTo>
                    <a:pt x="3334621" y="2073312"/>
                  </a:lnTo>
                  <a:lnTo>
                    <a:pt x="3423058" y="2090324"/>
                  </a:lnTo>
                  <a:lnTo>
                    <a:pt x="3515366" y="2105384"/>
                  </a:lnTo>
                  <a:lnTo>
                    <a:pt x="3609069" y="2118487"/>
                  </a:lnTo>
                  <a:lnTo>
                    <a:pt x="3700744" y="2129589"/>
                  </a:lnTo>
                  <a:lnTo>
                    <a:pt x="3786278" y="2138651"/>
                  </a:lnTo>
                  <a:lnTo>
                    <a:pt x="3861437" y="2145678"/>
                  </a:lnTo>
                  <a:lnTo>
                    <a:pt x="3922636" y="2150766"/>
                  </a:lnTo>
                  <a:lnTo>
                    <a:pt x="3967746" y="2154121"/>
                  </a:lnTo>
                  <a:lnTo>
                    <a:pt x="3996651" y="2156054"/>
                  </a:lnTo>
                  <a:lnTo>
                    <a:pt x="4011417" y="2156946"/>
                  </a:lnTo>
                  <a:lnTo>
                    <a:pt x="4016105" y="2157203"/>
                  </a:lnTo>
                  <a:lnTo>
                    <a:pt x="4016409" y="2157219"/>
                  </a:lnTo>
                  <a:lnTo>
                    <a:pt x="4538543" y="2157219"/>
                  </a:lnTo>
                  <a:lnTo>
                    <a:pt x="4539788" y="2157256"/>
                  </a:lnTo>
                  <a:lnTo>
                    <a:pt x="4547935" y="2157518"/>
                  </a:lnTo>
                  <a:lnTo>
                    <a:pt x="4568313" y="2158243"/>
                  </a:lnTo>
                  <a:lnTo>
                    <a:pt x="4604349" y="2159667"/>
                  </a:lnTo>
                  <a:lnTo>
                    <a:pt x="4657248" y="2162000"/>
                  </a:lnTo>
                  <a:lnTo>
                    <a:pt x="4725939" y="2165400"/>
                  </a:lnTo>
                  <a:lnTo>
                    <a:pt x="4807442" y="2169958"/>
                  </a:lnTo>
                  <a:lnTo>
                    <a:pt x="4897609" y="2175706"/>
                  </a:lnTo>
                  <a:lnTo>
                    <a:pt x="4992004" y="2182628"/>
                  </a:lnTo>
                  <a:lnTo>
                    <a:pt x="5086640" y="2190699"/>
                  </a:lnTo>
                  <a:lnTo>
                    <a:pt x="5178431" y="2199902"/>
                  </a:lnTo>
                  <a:lnTo>
                    <a:pt x="5265328" y="2210252"/>
                  </a:lnTo>
                  <a:lnTo>
                    <a:pt x="5346243" y="2221810"/>
                  </a:lnTo>
                  <a:lnTo>
                    <a:pt x="5420861" y="2234685"/>
                  </a:lnTo>
                  <a:lnTo>
                    <a:pt x="5489419" y="2249038"/>
                  </a:lnTo>
                  <a:lnTo>
                    <a:pt x="5552518" y="2265074"/>
                  </a:lnTo>
                  <a:lnTo>
                    <a:pt x="5610968" y="2283034"/>
                  </a:lnTo>
                  <a:lnTo>
                    <a:pt x="5665677" y="2303180"/>
                  </a:lnTo>
                  <a:lnTo>
                    <a:pt x="5717565" y="2325759"/>
                  </a:lnTo>
                  <a:lnTo>
                    <a:pt x="5767486" y="2350954"/>
                  </a:lnTo>
                  <a:lnTo>
                    <a:pt x="5784835" y="2360517"/>
                  </a:lnTo>
                  <a:lnTo>
                    <a:pt x="5832685" y="2388992"/>
                  </a:lnTo>
                  <a:lnTo>
                    <a:pt x="5880068" y="2420134"/>
                  </a:lnTo>
                  <a:lnTo>
                    <a:pt x="5927411" y="2453990"/>
                  </a:lnTo>
                  <a:lnTo>
                    <a:pt x="5975018" y="2490530"/>
                  </a:lnTo>
                  <a:lnTo>
                    <a:pt x="6023088" y="2529640"/>
                  </a:lnTo>
                  <a:lnTo>
                    <a:pt x="6071721" y="2571115"/>
                  </a:lnTo>
                  <a:lnTo>
                    <a:pt x="6120934" y="2614659"/>
                  </a:lnTo>
                  <a:lnTo>
                    <a:pt x="6170670" y="2659889"/>
                  </a:lnTo>
                  <a:lnTo>
                    <a:pt x="6220811" y="2706347"/>
                  </a:lnTo>
                  <a:lnTo>
                    <a:pt x="6271195" y="2753515"/>
                  </a:lnTo>
                  <a:lnTo>
                    <a:pt x="6321635" y="2800844"/>
                  </a:lnTo>
                  <a:lnTo>
                    <a:pt x="6371937" y="2847776"/>
                  </a:lnTo>
                  <a:lnTo>
                    <a:pt x="6421924" y="2893771"/>
                  </a:lnTo>
                  <a:lnTo>
                    <a:pt x="6471448" y="2938335"/>
                  </a:lnTo>
                  <a:lnTo>
                    <a:pt x="6520417" y="2981041"/>
                  </a:lnTo>
                  <a:lnTo>
                    <a:pt x="6568804" y="3021540"/>
                  </a:lnTo>
                  <a:lnTo>
                    <a:pt x="6616659" y="3059575"/>
                  </a:lnTo>
                  <a:lnTo>
                    <a:pt x="6664124" y="3094981"/>
                  </a:lnTo>
                  <a:lnTo>
                    <a:pt x="6711439" y="3127681"/>
                  </a:lnTo>
                  <a:lnTo>
                    <a:pt x="6758961" y="3157678"/>
                  </a:lnTo>
                  <a:lnTo>
                    <a:pt x="6786527" y="3173710"/>
                  </a:lnTo>
                  <a:lnTo>
                    <a:pt x="6835931" y="3199849"/>
                  </a:lnTo>
                  <a:lnTo>
                    <a:pt x="6887030" y="3223340"/>
                  </a:lnTo>
                  <a:lnTo>
                    <a:pt x="6940637" y="3244321"/>
                  </a:lnTo>
                  <a:lnTo>
                    <a:pt x="6997656" y="3263025"/>
                  </a:lnTo>
                  <a:lnTo>
                    <a:pt x="7059008" y="3279713"/>
                  </a:lnTo>
                  <a:lnTo>
                    <a:pt x="7125551" y="3294636"/>
                  </a:lnTo>
                  <a:lnTo>
                    <a:pt x="7197973" y="3308015"/>
                  </a:lnTo>
                  <a:lnTo>
                    <a:pt x="7276661" y="3320024"/>
                  </a:lnTo>
                  <a:lnTo>
                    <a:pt x="7361519" y="3330792"/>
                  </a:lnTo>
                  <a:lnTo>
                    <a:pt x="7451758" y="3340397"/>
                  </a:lnTo>
                  <a:lnTo>
                    <a:pt x="7545686" y="3348870"/>
                  </a:lnTo>
                  <a:lnTo>
                    <a:pt x="7640582" y="3356202"/>
                  </a:lnTo>
                  <a:lnTo>
                    <a:pt x="7732744" y="3362369"/>
                  </a:lnTo>
                  <a:lnTo>
                    <a:pt x="7817823" y="3367348"/>
                  </a:lnTo>
                  <a:lnTo>
                    <a:pt x="7891472" y="3371151"/>
                  </a:lnTo>
                  <a:lnTo>
                    <a:pt x="7950198" y="3373847"/>
                  </a:lnTo>
                  <a:lnTo>
                    <a:pt x="7992188" y="3375571"/>
                  </a:lnTo>
                  <a:lnTo>
                    <a:pt x="8017829" y="3376517"/>
                  </a:lnTo>
                  <a:lnTo>
                    <a:pt x="8029790" y="3376916"/>
                  </a:lnTo>
                  <a:lnTo>
                    <a:pt x="8032762" y="3377006"/>
                  </a:lnTo>
                  <a:lnTo>
                    <a:pt x="8032819" y="3377008"/>
                  </a:lnTo>
                  <a:lnTo>
                    <a:pt x="8554953" y="3377008"/>
                  </a:lnTo>
                  <a:lnTo>
                    <a:pt x="8554953" y="3377008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463" name="pl463"/>
            <p:cNvSpPr/>
            <p:nvPr/>
          </p:nvSpPr>
          <p:spPr>
            <a:xfrm>
              <a:off x="386606" y="2732870"/>
              <a:ext cx="8554953" cy="3377008"/>
            </a:xfrm>
            <a:custGeom>
              <a:avLst/>
              <a:pathLst>
                <a:path w="8554953" h="3377008">
                  <a:moveTo>
                    <a:pt x="8554953" y="3377008"/>
                  </a:moveTo>
                  <a:lnTo>
                    <a:pt x="8032819" y="3377008"/>
                  </a:lnTo>
                  <a:lnTo>
                    <a:pt x="8031574" y="3376971"/>
                  </a:lnTo>
                  <a:lnTo>
                    <a:pt x="8023427" y="3376709"/>
                  </a:lnTo>
                  <a:lnTo>
                    <a:pt x="8003048" y="3375984"/>
                  </a:lnTo>
                  <a:lnTo>
                    <a:pt x="7967013" y="3374560"/>
                  </a:lnTo>
                  <a:lnTo>
                    <a:pt x="7914114" y="3372227"/>
                  </a:lnTo>
                  <a:lnTo>
                    <a:pt x="7845423" y="3368827"/>
                  </a:lnTo>
                  <a:lnTo>
                    <a:pt x="7763920" y="3364268"/>
                  </a:lnTo>
                  <a:lnTo>
                    <a:pt x="7673753" y="3358521"/>
                  </a:lnTo>
                  <a:lnTo>
                    <a:pt x="7579358" y="3351598"/>
                  </a:lnTo>
                  <a:lnTo>
                    <a:pt x="7484721" y="3343527"/>
                  </a:lnTo>
                  <a:lnTo>
                    <a:pt x="7392931" y="3334325"/>
                  </a:lnTo>
                  <a:lnTo>
                    <a:pt x="7306034" y="3323975"/>
                  </a:lnTo>
                  <a:lnTo>
                    <a:pt x="7225119" y="3312417"/>
                  </a:lnTo>
                  <a:lnTo>
                    <a:pt x="7150501" y="3299541"/>
                  </a:lnTo>
                  <a:lnTo>
                    <a:pt x="7081943" y="3285188"/>
                  </a:lnTo>
                  <a:lnTo>
                    <a:pt x="7018844" y="3269153"/>
                  </a:lnTo>
                  <a:lnTo>
                    <a:pt x="6960394" y="3251192"/>
                  </a:lnTo>
                  <a:lnTo>
                    <a:pt x="6905685" y="3231047"/>
                  </a:lnTo>
                  <a:lnTo>
                    <a:pt x="6853797" y="3208468"/>
                  </a:lnTo>
                  <a:lnTo>
                    <a:pt x="6803875" y="3183273"/>
                  </a:lnTo>
                  <a:lnTo>
                    <a:pt x="6786527" y="3173710"/>
                  </a:lnTo>
                  <a:lnTo>
                    <a:pt x="6738677" y="3145235"/>
                  </a:lnTo>
                  <a:lnTo>
                    <a:pt x="6691294" y="3114092"/>
                  </a:lnTo>
                  <a:lnTo>
                    <a:pt x="6643951" y="3080236"/>
                  </a:lnTo>
                  <a:lnTo>
                    <a:pt x="6596344" y="3043696"/>
                  </a:lnTo>
                  <a:lnTo>
                    <a:pt x="6548274" y="3004587"/>
                  </a:lnTo>
                  <a:lnTo>
                    <a:pt x="6499641" y="2963112"/>
                  </a:lnTo>
                  <a:lnTo>
                    <a:pt x="6450428" y="2919567"/>
                  </a:lnTo>
                  <a:lnTo>
                    <a:pt x="6400692" y="2874337"/>
                  </a:lnTo>
                  <a:lnTo>
                    <a:pt x="6350551" y="2827880"/>
                  </a:lnTo>
                  <a:lnTo>
                    <a:pt x="6300167" y="2780712"/>
                  </a:lnTo>
                  <a:lnTo>
                    <a:pt x="6249727" y="2733382"/>
                  </a:lnTo>
                  <a:lnTo>
                    <a:pt x="6199424" y="2686451"/>
                  </a:lnTo>
                  <a:lnTo>
                    <a:pt x="6149438" y="2640456"/>
                  </a:lnTo>
                  <a:lnTo>
                    <a:pt x="6099914" y="2595891"/>
                  </a:lnTo>
                  <a:lnTo>
                    <a:pt x="6050945" y="2553186"/>
                  </a:lnTo>
                  <a:lnTo>
                    <a:pt x="6002558" y="2512687"/>
                  </a:lnTo>
                  <a:lnTo>
                    <a:pt x="5954703" y="2474652"/>
                  </a:lnTo>
                  <a:lnTo>
                    <a:pt x="5907238" y="2439245"/>
                  </a:lnTo>
                  <a:lnTo>
                    <a:pt x="5859923" y="2406546"/>
                  </a:lnTo>
                  <a:lnTo>
                    <a:pt x="5812401" y="2376549"/>
                  </a:lnTo>
                  <a:lnTo>
                    <a:pt x="5784835" y="2360517"/>
                  </a:lnTo>
                  <a:lnTo>
                    <a:pt x="5735431" y="2334378"/>
                  </a:lnTo>
                  <a:lnTo>
                    <a:pt x="5684332" y="2310887"/>
                  </a:lnTo>
                  <a:lnTo>
                    <a:pt x="5630725" y="2289906"/>
                  </a:lnTo>
                  <a:lnTo>
                    <a:pt x="5573706" y="2271202"/>
                  </a:lnTo>
                  <a:lnTo>
                    <a:pt x="5512354" y="2254514"/>
                  </a:lnTo>
                  <a:lnTo>
                    <a:pt x="5445811" y="2239590"/>
                  </a:lnTo>
                  <a:lnTo>
                    <a:pt x="5373389" y="2226212"/>
                  </a:lnTo>
                  <a:lnTo>
                    <a:pt x="5294701" y="2214203"/>
                  </a:lnTo>
                  <a:lnTo>
                    <a:pt x="5209843" y="2203434"/>
                  </a:lnTo>
                  <a:lnTo>
                    <a:pt x="5119604" y="2193829"/>
                  </a:lnTo>
                  <a:lnTo>
                    <a:pt x="5025676" y="2185357"/>
                  </a:lnTo>
                  <a:lnTo>
                    <a:pt x="4930780" y="2178024"/>
                  </a:lnTo>
                  <a:lnTo>
                    <a:pt x="4838618" y="2171858"/>
                  </a:lnTo>
                  <a:lnTo>
                    <a:pt x="4753539" y="2166879"/>
                  </a:lnTo>
                  <a:lnTo>
                    <a:pt x="4679890" y="2163076"/>
                  </a:lnTo>
                  <a:lnTo>
                    <a:pt x="4621164" y="2160380"/>
                  </a:lnTo>
                  <a:lnTo>
                    <a:pt x="4579174" y="2158656"/>
                  </a:lnTo>
                  <a:lnTo>
                    <a:pt x="4553533" y="2157709"/>
                  </a:lnTo>
                  <a:lnTo>
                    <a:pt x="4541572" y="2157311"/>
                  </a:lnTo>
                  <a:lnTo>
                    <a:pt x="4538600" y="2157220"/>
                  </a:lnTo>
                  <a:lnTo>
                    <a:pt x="4538543" y="2157219"/>
                  </a:lnTo>
                  <a:lnTo>
                    <a:pt x="4016409" y="2157219"/>
                  </a:lnTo>
                  <a:lnTo>
                    <a:pt x="4015212" y="2157156"/>
                  </a:lnTo>
                  <a:lnTo>
                    <a:pt x="4007374" y="2156711"/>
                  </a:lnTo>
                  <a:lnTo>
                    <a:pt x="3987738" y="2155480"/>
                  </a:lnTo>
                  <a:lnTo>
                    <a:pt x="3952950" y="2153061"/>
                  </a:lnTo>
                  <a:lnTo>
                    <a:pt x="3901745" y="2149094"/>
                  </a:lnTo>
                  <a:lnTo>
                    <a:pt x="3835028" y="2143306"/>
                  </a:lnTo>
                  <a:lnTo>
                    <a:pt x="3755551" y="2135530"/>
                  </a:lnTo>
                  <a:lnTo>
                    <a:pt x="3667236" y="2125709"/>
                  </a:lnTo>
                  <a:lnTo>
                    <a:pt x="3574357" y="2113858"/>
                  </a:lnTo>
                  <a:lnTo>
                    <a:pt x="3480820" y="2100027"/>
                  </a:lnTo>
                  <a:lnTo>
                    <a:pt x="3389712" y="2084245"/>
                  </a:lnTo>
                  <a:lnTo>
                    <a:pt x="3303141" y="2066497"/>
                  </a:lnTo>
                  <a:lnTo>
                    <a:pt x="3222281" y="2046691"/>
                  </a:lnTo>
                  <a:lnTo>
                    <a:pt x="3147544" y="2024656"/>
                  </a:lnTo>
                  <a:lnTo>
                    <a:pt x="3078782" y="2000135"/>
                  </a:lnTo>
                  <a:lnTo>
                    <a:pt x="3015472" y="1972794"/>
                  </a:lnTo>
                  <a:lnTo>
                    <a:pt x="2956869" y="1942232"/>
                  </a:lnTo>
                  <a:lnTo>
                    <a:pt x="2902111" y="1908010"/>
                  </a:lnTo>
                  <a:lnTo>
                    <a:pt x="2850311" y="1869695"/>
                  </a:lnTo>
                  <a:lnTo>
                    <a:pt x="2800626" y="1826936"/>
                  </a:lnTo>
                  <a:lnTo>
                    <a:pt x="2770117" y="1797682"/>
                  </a:lnTo>
                  <a:lnTo>
                    <a:pt x="2729021" y="1754758"/>
                  </a:lnTo>
                  <a:lnTo>
                    <a:pt x="2688320" y="1708376"/>
                  </a:lnTo>
                  <a:lnTo>
                    <a:pt x="2647726" y="1658466"/>
                  </a:lnTo>
                  <a:lnTo>
                    <a:pt x="2607021" y="1605030"/>
                  </a:lnTo>
                  <a:lnTo>
                    <a:pt x="2566047" y="1548147"/>
                  </a:lnTo>
                  <a:lnTo>
                    <a:pt x="2524703" y="1487981"/>
                  </a:lnTo>
                  <a:lnTo>
                    <a:pt x="2482937" y="1424782"/>
                  </a:lnTo>
                  <a:lnTo>
                    <a:pt x="2440743" y="1358890"/>
                  </a:lnTo>
                  <a:lnTo>
                    <a:pt x="2398154" y="1290726"/>
                  </a:lnTo>
                  <a:lnTo>
                    <a:pt x="2355239" y="1220788"/>
                  </a:lnTo>
                  <a:lnTo>
                    <a:pt x="2312091" y="1149634"/>
                  </a:lnTo>
                  <a:lnTo>
                    <a:pt x="2268822" y="1077863"/>
                  </a:lnTo>
                  <a:lnTo>
                    <a:pt x="2225555" y="1006099"/>
                  </a:lnTo>
                  <a:lnTo>
                    <a:pt x="2182410" y="934964"/>
                  </a:lnTo>
                  <a:lnTo>
                    <a:pt x="2139501" y="865058"/>
                  </a:lnTo>
                  <a:lnTo>
                    <a:pt x="2096920" y="796937"/>
                  </a:lnTo>
                  <a:lnTo>
                    <a:pt x="2054734" y="731096"/>
                  </a:lnTo>
                  <a:lnTo>
                    <a:pt x="2012977" y="667957"/>
                  </a:lnTo>
                  <a:lnTo>
                    <a:pt x="1971642" y="607857"/>
                  </a:lnTo>
                  <a:lnTo>
                    <a:pt x="1930674" y="551044"/>
                  </a:lnTo>
                  <a:lnTo>
                    <a:pt x="1889973" y="497681"/>
                  </a:lnTo>
                  <a:lnTo>
                    <a:pt x="1849379" y="447844"/>
                  </a:lnTo>
                  <a:lnTo>
                    <a:pt x="1808673" y="401534"/>
                  </a:lnTo>
                  <a:lnTo>
                    <a:pt x="1768425" y="359536"/>
                  </a:lnTo>
                  <a:lnTo>
                    <a:pt x="1719689" y="313893"/>
                  </a:lnTo>
                  <a:lnTo>
                    <a:pt x="1669313" y="272813"/>
                  </a:lnTo>
                  <a:lnTo>
                    <a:pt x="1616518" y="236063"/>
                  </a:lnTo>
                  <a:lnTo>
                    <a:pt x="1560438" y="203250"/>
                  </a:lnTo>
                  <a:lnTo>
                    <a:pt x="1500186" y="173933"/>
                  </a:lnTo>
                  <a:lnTo>
                    <a:pt x="1434932" y="147681"/>
                  </a:lnTo>
                  <a:lnTo>
                    <a:pt x="1363999" y="124117"/>
                  </a:lnTo>
                  <a:lnTo>
                    <a:pt x="1286984" y="102934"/>
                  </a:lnTo>
                  <a:lnTo>
                    <a:pt x="1203921" y="83907"/>
                  </a:lnTo>
                  <a:lnTo>
                    <a:pt x="1115484" y="66894"/>
                  </a:lnTo>
                  <a:lnTo>
                    <a:pt x="1023177" y="51834"/>
                  </a:lnTo>
                  <a:lnTo>
                    <a:pt x="929473" y="38732"/>
                  </a:lnTo>
                  <a:lnTo>
                    <a:pt x="837798" y="27629"/>
                  </a:lnTo>
                  <a:lnTo>
                    <a:pt x="752264" y="18567"/>
                  </a:lnTo>
                  <a:lnTo>
                    <a:pt x="677106" y="11541"/>
                  </a:lnTo>
                  <a:lnTo>
                    <a:pt x="615906" y="6453"/>
                  </a:lnTo>
                  <a:lnTo>
                    <a:pt x="570796" y="3097"/>
                  </a:lnTo>
                  <a:lnTo>
                    <a:pt x="541891" y="1164"/>
                  </a:lnTo>
                  <a:lnTo>
                    <a:pt x="527125" y="272"/>
                  </a:lnTo>
                  <a:lnTo>
                    <a:pt x="522438" y="15"/>
                  </a:lnTo>
                  <a:lnTo>
                    <a:pt x="522133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464" name="pg464"/>
            <p:cNvSpPr/>
            <p:nvPr/>
          </p:nvSpPr>
          <p:spPr>
            <a:xfrm>
              <a:off x="386606" y="1964854"/>
              <a:ext cx="8554953" cy="3156768"/>
            </a:xfrm>
            <a:custGeom>
              <a:avLst/>
              <a:pathLst>
                <a:path w="8554953" h="3156768">
                  <a:moveTo>
                    <a:pt x="0" y="864017"/>
                  </a:moveTo>
                  <a:lnTo>
                    <a:pt x="522133" y="864017"/>
                  </a:lnTo>
                  <a:lnTo>
                    <a:pt x="523322" y="864082"/>
                  </a:lnTo>
                  <a:lnTo>
                    <a:pt x="531104" y="864552"/>
                  </a:lnTo>
                  <a:lnTo>
                    <a:pt x="550605" y="865851"/>
                  </a:lnTo>
                  <a:lnTo>
                    <a:pt x="585168" y="868403"/>
                  </a:lnTo>
                  <a:lnTo>
                    <a:pt x="636065" y="872588"/>
                  </a:lnTo>
                  <a:lnTo>
                    <a:pt x="702422" y="878698"/>
                  </a:lnTo>
                  <a:lnTo>
                    <a:pt x="781528" y="886907"/>
                  </a:lnTo>
                  <a:lnTo>
                    <a:pt x="869500" y="897279"/>
                  </a:lnTo>
                  <a:lnTo>
                    <a:pt x="962097" y="909798"/>
                  </a:lnTo>
                  <a:lnTo>
                    <a:pt x="1055427" y="924413"/>
                  </a:lnTo>
                  <a:lnTo>
                    <a:pt x="1146403" y="941091"/>
                  </a:lnTo>
                  <a:lnTo>
                    <a:pt x="1232910" y="959848"/>
                  </a:lnTo>
                  <a:lnTo>
                    <a:pt x="1313756" y="980776"/>
                  </a:lnTo>
                  <a:lnTo>
                    <a:pt x="1388512" y="1004054"/>
                  </a:lnTo>
                  <a:lnTo>
                    <a:pt x="1457310" y="1029951"/>
                  </a:lnTo>
                  <a:lnTo>
                    <a:pt x="1520659" y="1058816"/>
                  </a:lnTo>
                  <a:lnTo>
                    <a:pt x="1579293" y="1091069"/>
                  </a:lnTo>
                  <a:lnTo>
                    <a:pt x="1634063" y="1127173"/>
                  </a:lnTo>
                  <a:lnTo>
                    <a:pt x="1685850" y="1167588"/>
                  </a:lnTo>
                  <a:lnTo>
                    <a:pt x="1735496" y="1212687"/>
                  </a:lnTo>
                  <a:lnTo>
                    <a:pt x="1768425" y="1246142"/>
                  </a:lnTo>
                  <a:lnTo>
                    <a:pt x="1808675" y="1290781"/>
                  </a:lnTo>
                  <a:lnTo>
                    <a:pt x="1848541" y="1338945"/>
                  </a:lnTo>
                  <a:lnTo>
                    <a:pt x="1888294" y="1390702"/>
                  </a:lnTo>
                  <a:lnTo>
                    <a:pt x="1928143" y="1446055"/>
                  </a:lnTo>
                  <a:lnTo>
                    <a:pt x="1968239" y="1504932"/>
                  </a:lnTo>
                  <a:lnTo>
                    <a:pt x="2008682" y="1567178"/>
                  </a:lnTo>
                  <a:lnTo>
                    <a:pt x="2049527" y="1632551"/>
                  </a:lnTo>
                  <a:lnTo>
                    <a:pt x="2090784" y="1700726"/>
                  </a:lnTo>
                  <a:lnTo>
                    <a:pt x="2132427" y="1771293"/>
                  </a:lnTo>
                  <a:lnTo>
                    <a:pt x="2174398" y="1843768"/>
                  </a:lnTo>
                  <a:lnTo>
                    <a:pt x="2216612" y="1917605"/>
                  </a:lnTo>
                  <a:lnTo>
                    <a:pt x="2258968" y="1992213"/>
                  </a:lnTo>
                  <a:lnTo>
                    <a:pt x="2301352" y="2066972"/>
                  </a:lnTo>
                  <a:lnTo>
                    <a:pt x="2343649" y="2141260"/>
                  </a:lnTo>
                  <a:lnTo>
                    <a:pt x="2385750" y="2214468"/>
                  </a:lnTo>
                  <a:lnTo>
                    <a:pt x="2427561" y="2286027"/>
                  </a:lnTo>
                  <a:lnTo>
                    <a:pt x="2469011" y="2355421"/>
                  </a:lnTo>
                  <a:lnTo>
                    <a:pt x="2510057" y="2422202"/>
                  </a:lnTo>
                  <a:lnTo>
                    <a:pt x="2550692" y="2486004"/>
                  </a:lnTo>
                  <a:lnTo>
                    <a:pt x="2590947" y="2546543"/>
                  </a:lnTo>
                  <a:lnTo>
                    <a:pt x="2630901" y="2603623"/>
                  </a:lnTo>
                  <a:lnTo>
                    <a:pt x="2670678" y="2657132"/>
                  </a:lnTo>
                  <a:lnTo>
                    <a:pt x="2710459" y="2707038"/>
                  </a:lnTo>
                  <a:lnTo>
                    <a:pt x="2750484" y="2753377"/>
                  </a:lnTo>
                  <a:lnTo>
                    <a:pt x="2770117" y="2774643"/>
                  </a:lnTo>
                  <a:lnTo>
                    <a:pt x="2818731" y="2823039"/>
                  </a:lnTo>
                  <a:lnTo>
                    <a:pt x="2868975" y="2866610"/>
                  </a:lnTo>
                  <a:lnTo>
                    <a:pt x="2921621" y="2905600"/>
                  </a:lnTo>
                  <a:lnTo>
                    <a:pt x="2977530" y="2940421"/>
                  </a:lnTo>
                  <a:lnTo>
                    <a:pt x="3037582" y="2971543"/>
                  </a:lnTo>
                  <a:lnTo>
                    <a:pt x="3102601" y="2999416"/>
                  </a:lnTo>
                  <a:lnTo>
                    <a:pt x="3173263" y="3024442"/>
                  </a:lnTo>
                  <a:lnTo>
                    <a:pt x="3249975" y="3046944"/>
                  </a:lnTo>
                  <a:lnTo>
                    <a:pt x="3332709" y="3067163"/>
                  </a:lnTo>
                  <a:lnTo>
                    <a:pt x="3420816" y="3085249"/>
                  </a:lnTo>
                  <a:lnTo>
                    <a:pt x="3512822" y="3101269"/>
                  </a:lnTo>
                  <a:lnTo>
                    <a:pt x="3606298" y="3115219"/>
                  </a:lnTo>
                  <a:lnTo>
                    <a:pt x="3697868" y="3127057"/>
                  </a:lnTo>
                  <a:lnTo>
                    <a:pt x="3783466" y="3136736"/>
                  </a:lnTo>
                  <a:lnTo>
                    <a:pt x="3858878" y="3144263"/>
                  </a:lnTo>
                  <a:lnTo>
                    <a:pt x="3920511" y="3149732"/>
                  </a:lnTo>
                  <a:lnTo>
                    <a:pt x="3966182" y="3153359"/>
                  </a:lnTo>
                  <a:lnTo>
                    <a:pt x="3995688" y="3155466"/>
                  </a:lnTo>
                  <a:lnTo>
                    <a:pt x="4010988" y="3156452"/>
                  </a:lnTo>
                  <a:lnTo>
                    <a:pt x="4016028" y="3156748"/>
                  </a:lnTo>
                  <a:lnTo>
                    <a:pt x="4016409" y="3156768"/>
                  </a:lnTo>
                  <a:lnTo>
                    <a:pt x="4538543" y="3156768"/>
                  </a:lnTo>
                  <a:lnTo>
                    <a:pt x="4539669" y="3156683"/>
                  </a:lnTo>
                  <a:lnTo>
                    <a:pt x="4547051" y="3156072"/>
                  </a:lnTo>
                  <a:lnTo>
                    <a:pt x="4565581" y="3154384"/>
                  </a:lnTo>
                  <a:lnTo>
                    <a:pt x="4598507" y="3151066"/>
                  </a:lnTo>
                  <a:lnTo>
                    <a:pt x="4647166" y="3145617"/>
                  </a:lnTo>
                  <a:lnTo>
                    <a:pt x="4710890" y="3137647"/>
                  </a:lnTo>
                  <a:lnTo>
                    <a:pt x="4787259" y="3126914"/>
                  </a:lnTo>
                  <a:lnTo>
                    <a:pt x="4872689" y="3113318"/>
                  </a:lnTo>
                  <a:lnTo>
                    <a:pt x="4963165" y="3096871"/>
                  </a:lnTo>
                  <a:lnTo>
                    <a:pt x="5054916" y="3077635"/>
                  </a:lnTo>
                  <a:lnTo>
                    <a:pt x="5144870" y="3055663"/>
                  </a:lnTo>
                  <a:lnTo>
                    <a:pt x="5230847" y="3030949"/>
                  </a:lnTo>
                  <a:lnTo>
                    <a:pt x="5311547" y="3003395"/>
                  </a:lnTo>
                  <a:lnTo>
                    <a:pt x="5386418" y="2972795"/>
                  </a:lnTo>
                  <a:lnTo>
                    <a:pt x="5455471" y="2938828"/>
                  </a:lnTo>
                  <a:lnTo>
                    <a:pt x="5519110" y="2901067"/>
                  </a:lnTo>
                  <a:lnTo>
                    <a:pt x="5577981" y="2858987"/>
                  </a:lnTo>
                  <a:lnTo>
                    <a:pt x="5632868" y="2811999"/>
                  </a:lnTo>
                  <a:lnTo>
                    <a:pt x="5684602" y="2759495"/>
                  </a:lnTo>
                  <a:lnTo>
                    <a:pt x="5734000" y="2700934"/>
                  </a:lnTo>
                  <a:lnTo>
                    <a:pt x="5781795" y="2635986"/>
                  </a:lnTo>
                  <a:lnTo>
                    <a:pt x="5784835" y="2631581"/>
                  </a:lnTo>
                  <a:lnTo>
                    <a:pt x="5820527" y="2577457"/>
                  </a:lnTo>
                  <a:lnTo>
                    <a:pt x="5855890" y="2519542"/>
                  </a:lnTo>
                  <a:lnTo>
                    <a:pt x="5891122" y="2457759"/>
                  </a:lnTo>
                  <a:lnTo>
                    <a:pt x="5926379" y="2392085"/>
                  </a:lnTo>
                  <a:lnTo>
                    <a:pt x="5961782" y="2322560"/>
                  </a:lnTo>
                  <a:lnTo>
                    <a:pt x="5997419" y="2249292"/>
                  </a:lnTo>
                  <a:lnTo>
                    <a:pt x="6033346" y="2172460"/>
                  </a:lnTo>
                  <a:lnTo>
                    <a:pt x="6069593" y="2092313"/>
                  </a:lnTo>
                  <a:lnTo>
                    <a:pt x="6106164" y="2009178"/>
                  </a:lnTo>
                  <a:lnTo>
                    <a:pt x="6143039" y="1923448"/>
                  </a:lnTo>
                  <a:lnTo>
                    <a:pt x="6180180" y="1835581"/>
                  </a:lnTo>
                  <a:lnTo>
                    <a:pt x="6217530" y="1746088"/>
                  </a:lnTo>
                  <a:lnTo>
                    <a:pt x="6255023" y="1655525"/>
                  </a:lnTo>
                  <a:lnTo>
                    <a:pt x="6292580" y="1564475"/>
                  </a:lnTo>
                  <a:lnTo>
                    <a:pt x="6330123" y="1473535"/>
                  </a:lnTo>
                  <a:lnTo>
                    <a:pt x="6367572" y="1383298"/>
                  </a:lnTo>
                  <a:lnTo>
                    <a:pt x="6404853" y="1294340"/>
                  </a:lnTo>
                  <a:lnTo>
                    <a:pt x="6441902" y="1207201"/>
                  </a:lnTo>
                  <a:lnTo>
                    <a:pt x="6478668" y="1122374"/>
                  </a:lnTo>
                  <a:lnTo>
                    <a:pt x="6515121" y="1040295"/>
                  </a:lnTo>
                  <a:lnTo>
                    <a:pt x="6551249" y="961332"/>
                  </a:lnTo>
                  <a:lnTo>
                    <a:pt x="6587065" y="885783"/>
                  </a:lnTo>
                  <a:lnTo>
                    <a:pt x="6622608" y="813874"/>
                  </a:lnTo>
                  <a:lnTo>
                    <a:pt x="6657945" y="745755"/>
                  </a:lnTo>
                  <a:lnTo>
                    <a:pt x="6693177" y="681509"/>
                  </a:lnTo>
                  <a:lnTo>
                    <a:pt x="6728437" y="621152"/>
                  </a:lnTo>
                  <a:lnTo>
                    <a:pt x="6763896" y="564641"/>
                  </a:lnTo>
                  <a:lnTo>
                    <a:pt x="6786527" y="530834"/>
                  </a:lnTo>
                  <a:lnTo>
                    <a:pt x="6834241" y="465471"/>
                  </a:lnTo>
                  <a:lnTo>
                    <a:pt x="6883515" y="406505"/>
                  </a:lnTo>
                  <a:lnTo>
                    <a:pt x="6935075" y="353626"/>
                  </a:lnTo>
                  <a:lnTo>
                    <a:pt x="6989733" y="306301"/>
                  </a:lnTo>
                  <a:lnTo>
                    <a:pt x="7048323" y="263923"/>
                  </a:lnTo>
                  <a:lnTo>
                    <a:pt x="7111633" y="225900"/>
                  </a:lnTo>
                  <a:lnTo>
                    <a:pt x="7180322" y="191703"/>
                  </a:lnTo>
                  <a:lnTo>
                    <a:pt x="7254813" y="160896"/>
                  </a:lnTo>
                  <a:lnTo>
                    <a:pt x="7335147" y="133154"/>
                  </a:lnTo>
                  <a:lnTo>
                    <a:pt x="7420814" y="108261"/>
                  </a:lnTo>
                  <a:lnTo>
                    <a:pt x="7510567" y="86114"/>
                  </a:lnTo>
                  <a:lnTo>
                    <a:pt x="7602286" y="66700"/>
                  </a:lnTo>
                  <a:lnTo>
                    <a:pt x="7692953" y="50072"/>
                  </a:lnTo>
                  <a:lnTo>
                    <a:pt x="7778829" y="36291"/>
                  </a:lnTo>
                  <a:lnTo>
                    <a:pt x="7855899" y="25374"/>
                  </a:lnTo>
                  <a:lnTo>
                    <a:pt x="7920526" y="17232"/>
                  </a:lnTo>
                  <a:lnTo>
                    <a:pt x="7970197" y="11631"/>
                  </a:lnTo>
                  <a:lnTo>
                    <a:pt x="8004118" y="8189"/>
                  </a:lnTo>
                  <a:lnTo>
                    <a:pt x="8023497" y="6413"/>
                  </a:lnTo>
                  <a:lnTo>
                    <a:pt x="8031466" y="5750"/>
                  </a:lnTo>
                  <a:lnTo>
                    <a:pt x="8032819" y="5647"/>
                  </a:lnTo>
                  <a:lnTo>
                    <a:pt x="8554953" y="5647"/>
                  </a:lnTo>
                  <a:lnTo>
                    <a:pt x="8554953" y="0"/>
                  </a:lnTo>
                  <a:lnTo>
                    <a:pt x="8032819" y="0"/>
                  </a:lnTo>
                  <a:lnTo>
                    <a:pt x="8031693" y="85"/>
                  </a:lnTo>
                  <a:lnTo>
                    <a:pt x="8024311" y="695"/>
                  </a:lnTo>
                  <a:lnTo>
                    <a:pt x="8005781" y="2383"/>
                  </a:lnTo>
                  <a:lnTo>
                    <a:pt x="7972855" y="5702"/>
                  </a:lnTo>
                  <a:lnTo>
                    <a:pt x="7924196" y="11151"/>
                  </a:lnTo>
                  <a:lnTo>
                    <a:pt x="7860472" y="19120"/>
                  </a:lnTo>
                  <a:lnTo>
                    <a:pt x="7784103" y="29854"/>
                  </a:lnTo>
                  <a:lnTo>
                    <a:pt x="7698673" y="43450"/>
                  </a:lnTo>
                  <a:lnTo>
                    <a:pt x="7608197" y="59897"/>
                  </a:lnTo>
                  <a:lnTo>
                    <a:pt x="7516446" y="79133"/>
                  </a:lnTo>
                  <a:lnTo>
                    <a:pt x="7426492" y="101105"/>
                  </a:lnTo>
                  <a:lnTo>
                    <a:pt x="7340515" y="125819"/>
                  </a:lnTo>
                  <a:lnTo>
                    <a:pt x="7259815" y="153372"/>
                  </a:lnTo>
                  <a:lnTo>
                    <a:pt x="7184944" y="183972"/>
                  </a:lnTo>
                  <a:lnTo>
                    <a:pt x="7115891" y="217939"/>
                  </a:lnTo>
                  <a:lnTo>
                    <a:pt x="7052252" y="255701"/>
                  </a:lnTo>
                  <a:lnTo>
                    <a:pt x="6993381" y="297781"/>
                  </a:lnTo>
                  <a:lnTo>
                    <a:pt x="6938494" y="344768"/>
                  </a:lnTo>
                  <a:lnTo>
                    <a:pt x="6886760" y="397272"/>
                  </a:lnTo>
                  <a:lnTo>
                    <a:pt x="6837362" y="455833"/>
                  </a:lnTo>
                  <a:lnTo>
                    <a:pt x="6789567" y="520782"/>
                  </a:lnTo>
                  <a:lnTo>
                    <a:pt x="6786527" y="525186"/>
                  </a:lnTo>
                  <a:lnTo>
                    <a:pt x="6750835" y="579310"/>
                  </a:lnTo>
                  <a:lnTo>
                    <a:pt x="6715472" y="637225"/>
                  </a:lnTo>
                  <a:lnTo>
                    <a:pt x="6680240" y="699009"/>
                  </a:lnTo>
                  <a:lnTo>
                    <a:pt x="6644983" y="764683"/>
                  </a:lnTo>
                  <a:lnTo>
                    <a:pt x="6609580" y="834207"/>
                  </a:lnTo>
                  <a:lnTo>
                    <a:pt x="6573943" y="907475"/>
                  </a:lnTo>
                  <a:lnTo>
                    <a:pt x="6538016" y="984308"/>
                  </a:lnTo>
                  <a:lnTo>
                    <a:pt x="6501769" y="1064454"/>
                  </a:lnTo>
                  <a:lnTo>
                    <a:pt x="6465198" y="1147589"/>
                  </a:lnTo>
                  <a:lnTo>
                    <a:pt x="6428323" y="1233320"/>
                  </a:lnTo>
                  <a:lnTo>
                    <a:pt x="6391182" y="1321187"/>
                  </a:lnTo>
                  <a:lnTo>
                    <a:pt x="6353832" y="1410680"/>
                  </a:lnTo>
                  <a:lnTo>
                    <a:pt x="6316339" y="1501243"/>
                  </a:lnTo>
                  <a:lnTo>
                    <a:pt x="6278782" y="1592293"/>
                  </a:lnTo>
                  <a:lnTo>
                    <a:pt x="6241239" y="1683233"/>
                  </a:lnTo>
                  <a:lnTo>
                    <a:pt x="6203790" y="1773469"/>
                  </a:lnTo>
                  <a:lnTo>
                    <a:pt x="6166509" y="1862427"/>
                  </a:lnTo>
                  <a:lnTo>
                    <a:pt x="6129460" y="1949566"/>
                  </a:lnTo>
                  <a:lnTo>
                    <a:pt x="6092693" y="2034393"/>
                  </a:lnTo>
                  <a:lnTo>
                    <a:pt x="6056241" y="2116473"/>
                  </a:lnTo>
                  <a:lnTo>
                    <a:pt x="6020113" y="2195436"/>
                  </a:lnTo>
                  <a:lnTo>
                    <a:pt x="5984297" y="2270984"/>
                  </a:lnTo>
                  <a:lnTo>
                    <a:pt x="5948754" y="2342894"/>
                  </a:lnTo>
                  <a:lnTo>
                    <a:pt x="5913417" y="2411013"/>
                  </a:lnTo>
                  <a:lnTo>
                    <a:pt x="5878185" y="2475259"/>
                  </a:lnTo>
                  <a:lnTo>
                    <a:pt x="5842925" y="2535616"/>
                  </a:lnTo>
                  <a:lnTo>
                    <a:pt x="5807466" y="2592127"/>
                  </a:lnTo>
                  <a:lnTo>
                    <a:pt x="5784835" y="2625934"/>
                  </a:lnTo>
                  <a:lnTo>
                    <a:pt x="5737120" y="2691296"/>
                  </a:lnTo>
                  <a:lnTo>
                    <a:pt x="5687847" y="2750262"/>
                  </a:lnTo>
                  <a:lnTo>
                    <a:pt x="5636287" y="2803142"/>
                  </a:lnTo>
                  <a:lnTo>
                    <a:pt x="5581629" y="2850467"/>
                  </a:lnTo>
                  <a:lnTo>
                    <a:pt x="5523039" y="2892844"/>
                  </a:lnTo>
                  <a:lnTo>
                    <a:pt x="5459729" y="2930868"/>
                  </a:lnTo>
                  <a:lnTo>
                    <a:pt x="5391040" y="2965065"/>
                  </a:lnTo>
                  <a:lnTo>
                    <a:pt x="5316549" y="2995871"/>
                  </a:lnTo>
                  <a:lnTo>
                    <a:pt x="5236215" y="3023614"/>
                  </a:lnTo>
                  <a:lnTo>
                    <a:pt x="5150548" y="3048506"/>
                  </a:lnTo>
                  <a:lnTo>
                    <a:pt x="5060795" y="3070654"/>
                  </a:lnTo>
                  <a:lnTo>
                    <a:pt x="4969076" y="3090067"/>
                  </a:lnTo>
                  <a:lnTo>
                    <a:pt x="4878409" y="3106696"/>
                  </a:lnTo>
                  <a:lnTo>
                    <a:pt x="4792533" y="3120477"/>
                  </a:lnTo>
                  <a:lnTo>
                    <a:pt x="4715463" y="3131394"/>
                  </a:lnTo>
                  <a:lnTo>
                    <a:pt x="4650836" y="3139536"/>
                  </a:lnTo>
                  <a:lnTo>
                    <a:pt x="4601165" y="3145137"/>
                  </a:lnTo>
                  <a:lnTo>
                    <a:pt x="4567244" y="3148578"/>
                  </a:lnTo>
                  <a:lnTo>
                    <a:pt x="4547865" y="3150355"/>
                  </a:lnTo>
                  <a:lnTo>
                    <a:pt x="4539896" y="3151018"/>
                  </a:lnTo>
                  <a:lnTo>
                    <a:pt x="4538543" y="3151121"/>
                  </a:lnTo>
                  <a:lnTo>
                    <a:pt x="4016409" y="3151121"/>
                  </a:lnTo>
                  <a:lnTo>
                    <a:pt x="4015221" y="3151055"/>
                  </a:lnTo>
                  <a:lnTo>
                    <a:pt x="4007438" y="3150586"/>
                  </a:lnTo>
                  <a:lnTo>
                    <a:pt x="3987937" y="3149287"/>
                  </a:lnTo>
                  <a:lnTo>
                    <a:pt x="3953374" y="3146735"/>
                  </a:lnTo>
                  <a:lnTo>
                    <a:pt x="3902477" y="3142550"/>
                  </a:lnTo>
                  <a:lnTo>
                    <a:pt x="3836120" y="3136440"/>
                  </a:lnTo>
                  <a:lnTo>
                    <a:pt x="3757014" y="3128231"/>
                  </a:lnTo>
                  <a:lnTo>
                    <a:pt x="3669042" y="3117859"/>
                  </a:lnTo>
                  <a:lnTo>
                    <a:pt x="3576446" y="3105340"/>
                  </a:lnTo>
                  <a:lnTo>
                    <a:pt x="3483115" y="3090724"/>
                  </a:lnTo>
                  <a:lnTo>
                    <a:pt x="3392139" y="3074047"/>
                  </a:lnTo>
                  <a:lnTo>
                    <a:pt x="3305632" y="3055290"/>
                  </a:lnTo>
                  <a:lnTo>
                    <a:pt x="3224786" y="3034362"/>
                  </a:lnTo>
                  <a:lnTo>
                    <a:pt x="3150030" y="3011083"/>
                  </a:lnTo>
                  <a:lnTo>
                    <a:pt x="3081232" y="2985187"/>
                  </a:lnTo>
                  <a:lnTo>
                    <a:pt x="3017883" y="2956321"/>
                  </a:lnTo>
                  <a:lnTo>
                    <a:pt x="2959250" y="2924068"/>
                  </a:lnTo>
                  <a:lnTo>
                    <a:pt x="2904480" y="2887964"/>
                  </a:lnTo>
                  <a:lnTo>
                    <a:pt x="2852692" y="2847550"/>
                  </a:lnTo>
                  <a:lnTo>
                    <a:pt x="2803046" y="2802450"/>
                  </a:lnTo>
                  <a:lnTo>
                    <a:pt x="2770117" y="2768996"/>
                  </a:lnTo>
                  <a:lnTo>
                    <a:pt x="2729867" y="2724356"/>
                  </a:lnTo>
                  <a:lnTo>
                    <a:pt x="2690001" y="2676193"/>
                  </a:lnTo>
                  <a:lnTo>
                    <a:pt x="2650248" y="2624436"/>
                  </a:lnTo>
                  <a:lnTo>
                    <a:pt x="2610399" y="2569083"/>
                  </a:lnTo>
                  <a:lnTo>
                    <a:pt x="2570303" y="2510206"/>
                  </a:lnTo>
                  <a:lnTo>
                    <a:pt x="2529860" y="2447960"/>
                  </a:lnTo>
                  <a:lnTo>
                    <a:pt x="2489015" y="2382587"/>
                  </a:lnTo>
                  <a:lnTo>
                    <a:pt x="2447758" y="2314412"/>
                  </a:lnTo>
                  <a:lnTo>
                    <a:pt x="2406115" y="2243845"/>
                  </a:lnTo>
                  <a:lnTo>
                    <a:pt x="2364144" y="2171370"/>
                  </a:lnTo>
                  <a:lnTo>
                    <a:pt x="2321930" y="2097533"/>
                  </a:lnTo>
                  <a:lnTo>
                    <a:pt x="2279574" y="2022925"/>
                  </a:lnTo>
                  <a:lnTo>
                    <a:pt x="2237190" y="1948166"/>
                  </a:lnTo>
                  <a:lnTo>
                    <a:pt x="2194893" y="1873878"/>
                  </a:lnTo>
                  <a:lnTo>
                    <a:pt x="2152792" y="1800670"/>
                  </a:lnTo>
                  <a:lnTo>
                    <a:pt x="2110981" y="1729110"/>
                  </a:lnTo>
                  <a:lnTo>
                    <a:pt x="2069531" y="1659717"/>
                  </a:lnTo>
                  <a:lnTo>
                    <a:pt x="2028485" y="1592936"/>
                  </a:lnTo>
                  <a:lnTo>
                    <a:pt x="1987850" y="1529134"/>
                  </a:lnTo>
                  <a:lnTo>
                    <a:pt x="1947595" y="1468595"/>
                  </a:lnTo>
                  <a:lnTo>
                    <a:pt x="1907641" y="1411515"/>
                  </a:lnTo>
                  <a:lnTo>
                    <a:pt x="1867864" y="1358005"/>
                  </a:lnTo>
                  <a:lnTo>
                    <a:pt x="1828083" y="1308100"/>
                  </a:lnTo>
                  <a:lnTo>
                    <a:pt x="1788058" y="1261760"/>
                  </a:lnTo>
                  <a:lnTo>
                    <a:pt x="1768425" y="1240495"/>
                  </a:lnTo>
                  <a:lnTo>
                    <a:pt x="1719812" y="1192098"/>
                  </a:lnTo>
                  <a:lnTo>
                    <a:pt x="1669567" y="1148527"/>
                  </a:lnTo>
                  <a:lnTo>
                    <a:pt x="1616921" y="1109538"/>
                  </a:lnTo>
                  <a:lnTo>
                    <a:pt x="1561012" y="1074716"/>
                  </a:lnTo>
                  <a:lnTo>
                    <a:pt x="1500960" y="1043595"/>
                  </a:lnTo>
                  <a:lnTo>
                    <a:pt x="1435941" y="1015721"/>
                  </a:lnTo>
                  <a:lnTo>
                    <a:pt x="1365279" y="990696"/>
                  </a:lnTo>
                  <a:lnTo>
                    <a:pt x="1288567" y="968194"/>
                  </a:lnTo>
                  <a:lnTo>
                    <a:pt x="1205833" y="947975"/>
                  </a:lnTo>
                  <a:lnTo>
                    <a:pt x="1117727" y="929889"/>
                  </a:lnTo>
                  <a:lnTo>
                    <a:pt x="1025721" y="913869"/>
                  </a:lnTo>
                  <a:lnTo>
                    <a:pt x="932244" y="899918"/>
                  </a:lnTo>
                  <a:lnTo>
                    <a:pt x="840674" y="888081"/>
                  </a:lnTo>
                  <a:lnTo>
                    <a:pt x="755076" y="878401"/>
                  </a:lnTo>
                  <a:lnTo>
                    <a:pt x="679664" y="870875"/>
                  </a:lnTo>
                  <a:lnTo>
                    <a:pt x="618031" y="865405"/>
                  </a:lnTo>
                  <a:lnTo>
                    <a:pt x="572360" y="861779"/>
                  </a:lnTo>
                  <a:lnTo>
                    <a:pt x="542855" y="859672"/>
                  </a:lnTo>
                  <a:lnTo>
                    <a:pt x="527554" y="858685"/>
                  </a:lnTo>
                  <a:lnTo>
                    <a:pt x="522514" y="858390"/>
                  </a:lnTo>
                  <a:lnTo>
                    <a:pt x="522133" y="858370"/>
                  </a:lnTo>
                  <a:lnTo>
                    <a:pt x="0" y="858370"/>
                  </a:lnTo>
                  <a:close/>
                </a:path>
              </a:pathLst>
            </a:custGeom>
            <a:solidFill>
              <a:srgbClr val="8FA8D6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465" name="pl465"/>
            <p:cNvSpPr/>
            <p:nvPr/>
          </p:nvSpPr>
          <p:spPr>
            <a:xfrm>
              <a:off x="386606" y="1970502"/>
              <a:ext cx="8554953" cy="3151121"/>
            </a:xfrm>
            <a:custGeom>
              <a:avLst/>
              <a:pathLst>
                <a:path w="8554953" h="3151121">
                  <a:moveTo>
                    <a:pt x="0" y="858370"/>
                  </a:moveTo>
                  <a:lnTo>
                    <a:pt x="522133" y="858370"/>
                  </a:lnTo>
                  <a:lnTo>
                    <a:pt x="523322" y="858435"/>
                  </a:lnTo>
                  <a:lnTo>
                    <a:pt x="531104" y="858905"/>
                  </a:lnTo>
                  <a:lnTo>
                    <a:pt x="550605" y="860204"/>
                  </a:lnTo>
                  <a:lnTo>
                    <a:pt x="585168" y="862756"/>
                  </a:lnTo>
                  <a:lnTo>
                    <a:pt x="636065" y="866941"/>
                  </a:lnTo>
                  <a:lnTo>
                    <a:pt x="702422" y="873050"/>
                  </a:lnTo>
                  <a:lnTo>
                    <a:pt x="781528" y="881259"/>
                  </a:lnTo>
                  <a:lnTo>
                    <a:pt x="869500" y="891632"/>
                  </a:lnTo>
                  <a:lnTo>
                    <a:pt x="962097" y="904151"/>
                  </a:lnTo>
                  <a:lnTo>
                    <a:pt x="1055427" y="918766"/>
                  </a:lnTo>
                  <a:lnTo>
                    <a:pt x="1146403" y="935444"/>
                  </a:lnTo>
                  <a:lnTo>
                    <a:pt x="1232910" y="954201"/>
                  </a:lnTo>
                  <a:lnTo>
                    <a:pt x="1313756" y="975129"/>
                  </a:lnTo>
                  <a:lnTo>
                    <a:pt x="1388512" y="998407"/>
                  </a:lnTo>
                  <a:lnTo>
                    <a:pt x="1457310" y="1024304"/>
                  </a:lnTo>
                  <a:lnTo>
                    <a:pt x="1520659" y="1053169"/>
                  </a:lnTo>
                  <a:lnTo>
                    <a:pt x="1579293" y="1085422"/>
                  </a:lnTo>
                  <a:lnTo>
                    <a:pt x="1634063" y="1121526"/>
                  </a:lnTo>
                  <a:lnTo>
                    <a:pt x="1685850" y="1161941"/>
                  </a:lnTo>
                  <a:lnTo>
                    <a:pt x="1735496" y="1207040"/>
                  </a:lnTo>
                  <a:lnTo>
                    <a:pt x="1768425" y="1240495"/>
                  </a:lnTo>
                  <a:lnTo>
                    <a:pt x="1808675" y="1285134"/>
                  </a:lnTo>
                  <a:lnTo>
                    <a:pt x="1848541" y="1333297"/>
                  </a:lnTo>
                  <a:lnTo>
                    <a:pt x="1888294" y="1385054"/>
                  </a:lnTo>
                  <a:lnTo>
                    <a:pt x="1928143" y="1440408"/>
                  </a:lnTo>
                  <a:lnTo>
                    <a:pt x="1968239" y="1499285"/>
                  </a:lnTo>
                  <a:lnTo>
                    <a:pt x="2008682" y="1561530"/>
                  </a:lnTo>
                  <a:lnTo>
                    <a:pt x="2049527" y="1626904"/>
                  </a:lnTo>
                  <a:lnTo>
                    <a:pt x="2090784" y="1695079"/>
                  </a:lnTo>
                  <a:lnTo>
                    <a:pt x="2132427" y="1765646"/>
                  </a:lnTo>
                  <a:lnTo>
                    <a:pt x="2174398" y="1838121"/>
                  </a:lnTo>
                  <a:lnTo>
                    <a:pt x="2216612" y="1911958"/>
                  </a:lnTo>
                  <a:lnTo>
                    <a:pt x="2258968" y="1986565"/>
                  </a:lnTo>
                  <a:lnTo>
                    <a:pt x="2301352" y="2061325"/>
                  </a:lnTo>
                  <a:lnTo>
                    <a:pt x="2343649" y="2135612"/>
                  </a:lnTo>
                  <a:lnTo>
                    <a:pt x="2385750" y="2208821"/>
                  </a:lnTo>
                  <a:lnTo>
                    <a:pt x="2427561" y="2280380"/>
                  </a:lnTo>
                  <a:lnTo>
                    <a:pt x="2469011" y="2349774"/>
                  </a:lnTo>
                  <a:lnTo>
                    <a:pt x="2510057" y="2416555"/>
                  </a:lnTo>
                  <a:lnTo>
                    <a:pt x="2550692" y="2480356"/>
                  </a:lnTo>
                  <a:lnTo>
                    <a:pt x="2590947" y="2540895"/>
                  </a:lnTo>
                  <a:lnTo>
                    <a:pt x="2630901" y="2597976"/>
                  </a:lnTo>
                  <a:lnTo>
                    <a:pt x="2670678" y="2651485"/>
                  </a:lnTo>
                  <a:lnTo>
                    <a:pt x="2710459" y="2701390"/>
                  </a:lnTo>
                  <a:lnTo>
                    <a:pt x="2750484" y="2747730"/>
                  </a:lnTo>
                  <a:lnTo>
                    <a:pt x="2770117" y="2768996"/>
                  </a:lnTo>
                  <a:lnTo>
                    <a:pt x="2818731" y="2817392"/>
                  </a:lnTo>
                  <a:lnTo>
                    <a:pt x="2868975" y="2860963"/>
                  </a:lnTo>
                  <a:lnTo>
                    <a:pt x="2921621" y="2899953"/>
                  </a:lnTo>
                  <a:lnTo>
                    <a:pt x="2977530" y="2934774"/>
                  </a:lnTo>
                  <a:lnTo>
                    <a:pt x="3037582" y="2965896"/>
                  </a:lnTo>
                  <a:lnTo>
                    <a:pt x="3102601" y="2993769"/>
                  </a:lnTo>
                  <a:lnTo>
                    <a:pt x="3173263" y="3018795"/>
                  </a:lnTo>
                  <a:lnTo>
                    <a:pt x="3249975" y="3041297"/>
                  </a:lnTo>
                  <a:lnTo>
                    <a:pt x="3332709" y="3061516"/>
                  </a:lnTo>
                  <a:lnTo>
                    <a:pt x="3420816" y="3079602"/>
                  </a:lnTo>
                  <a:lnTo>
                    <a:pt x="3512822" y="3095621"/>
                  </a:lnTo>
                  <a:lnTo>
                    <a:pt x="3606298" y="3109572"/>
                  </a:lnTo>
                  <a:lnTo>
                    <a:pt x="3697868" y="3121410"/>
                  </a:lnTo>
                  <a:lnTo>
                    <a:pt x="3783466" y="3131089"/>
                  </a:lnTo>
                  <a:lnTo>
                    <a:pt x="3858878" y="3138615"/>
                  </a:lnTo>
                  <a:lnTo>
                    <a:pt x="3920511" y="3144085"/>
                  </a:lnTo>
                  <a:lnTo>
                    <a:pt x="3966182" y="3147711"/>
                  </a:lnTo>
                  <a:lnTo>
                    <a:pt x="3995688" y="3149818"/>
                  </a:lnTo>
                  <a:lnTo>
                    <a:pt x="4010988" y="3150805"/>
                  </a:lnTo>
                  <a:lnTo>
                    <a:pt x="4016028" y="3151100"/>
                  </a:lnTo>
                  <a:lnTo>
                    <a:pt x="4016409" y="3151121"/>
                  </a:lnTo>
                  <a:lnTo>
                    <a:pt x="4538543" y="3151121"/>
                  </a:lnTo>
                  <a:lnTo>
                    <a:pt x="4539669" y="3151035"/>
                  </a:lnTo>
                  <a:lnTo>
                    <a:pt x="4547051" y="3150425"/>
                  </a:lnTo>
                  <a:lnTo>
                    <a:pt x="4565581" y="3148737"/>
                  </a:lnTo>
                  <a:lnTo>
                    <a:pt x="4598507" y="3145419"/>
                  </a:lnTo>
                  <a:lnTo>
                    <a:pt x="4647166" y="3139970"/>
                  </a:lnTo>
                  <a:lnTo>
                    <a:pt x="4710890" y="3132000"/>
                  </a:lnTo>
                  <a:lnTo>
                    <a:pt x="4787259" y="3121266"/>
                  </a:lnTo>
                  <a:lnTo>
                    <a:pt x="4872689" y="3107671"/>
                  </a:lnTo>
                  <a:lnTo>
                    <a:pt x="4963165" y="3091223"/>
                  </a:lnTo>
                  <a:lnTo>
                    <a:pt x="5054916" y="3071987"/>
                  </a:lnTo>
                  <a:lnTo>
                    <a:pt x="5144870" y="3050016"/>
                  </a:lnTo>
                  <a:lnTo>
                    <a:pt x="5230847" y="3025302"/>
                  </a:lnTo>
                  <a:lnTo>
                    <a:pt x="5311547" y="2997748"/>
                  </a:lnTo>
                  <a:lnTo>
                    <a:pt x="5386418" y="2967148"/>
                  </a:lnTo>
                  <a:lnTo>
                    <a:pt x="5455471" y="2933181"/>
                  </a:lnTo>
                  <a:lnTo>
                    <a:pt x="5519110" y="2895419"/>
                  </a:lnTo>
                  <a:lnTo>
                    <a:pt x="5577981" y="2853340"/>
                  </a:lnTo>
                  <a:lnTo>
                    <a:pt x="5632868" y="2806352"/>
                  </a:lnTo>
                  <a:lnTo>
                    <a:pt x="5684602" y="2753848"/>
                  </a:lnTo>
                  <a:lnTo>
                    <a:pt x="5734000" y="2695287"/>
                  </a:lnTo>
                  <a:lnTo>
                    <a:pt x="5781795" y="2630339"/>
                  </a:lnTo>
                  <a:lnTo>
                    <a:pt x="5784835" y="2625934"/>
                  </a:lnTo>
                  <a:lnTo>
                    <a:pt x="5820527" y="2571810"/>
                  </a:lnTo>
                  <a:lnTo>
                    <a:pt x="5855890" y="2513895"/>
                  </a:lnTo>
                  <a:lnTo>
                    <a:pt x="5891122" y="2452112"/>
                  </a:lnTo>
                  <a:lnTo>
                    <a:pt x="5926379" y="2386438"/>
                  </a:lnTo>
                  <a:lnTo>
                    <a:pt x="5961782" y="2316913"/>
                  </a:lnTo>
                  <a:lnTo>
                    <a:pt x="5997419" y="2243645"/>
                  </a:lnTo>
                  <a:lnTo>
                    <a:pt x="6033346" y="2166812"/>
                  </a:lnTo>
                  <a:lnTo>
                    <a:pt x="6069593" y="2086666"/>
                  </a:lnTo>
                  <a:lnTo>
                    <a:pt x="6106164" y="2003531"/>
                  </a:lnTo>
                  <a:lnTo>
                    <a:pt x="6143039" y="1917801"/>
                  </a:lnTo>
                  <a:lnTo>
                    <a:pt x="6180180" y="1829934"/>
                  </a:lnTo>
                  <a:lnTo>
                    <a:pt x="6217530" y="1740441"/>
                  </a:lnTo>
                  <a:lnTo>
                    <a:pt x="6255023" y="1649878"/>
                  </a:lnTo>
                  <a:lnTo>
                    <a:pt x="6292580" y="1558828"/>
                  </a:lnTo>
                  <a:lnTo>
                    <a:pt x="6330123" y="1467888"/>
                  </a:lnTo>
                  <a:lnTo>
                    <a:pt x="6367572" y="1377651"/>
                  </a:lnTo>
                  <a:lnTo>
                    <a:pt x="6404853" y="1288693"/>
                  </a:lnTo>
                  <a:lnTo>
                    <a:pt x="6441902" y="1201554"/>
                  </a:lnTo>
                  <a:lnTo>
                    <a:pt x="6478668" y="1116727"/>
                  </a:lnTo>
                  <a:lnTo>
                    <a:pt x="6515121" y="1034648"/>
                  </a:lnTo>
                  <a:lnTo>
                    <a:pt x="6551249" y="955685"/>
                  </a:lnTo>
                  <a:lnTo>
                    <a:pt x="6587065" y="880136"/>
                  </a:lnTo>
                  <a:lnTo>
                    <a:pt x="6622608" y="808227"/>
                  </a:lnTo>
                  <a:lnTo>
                    <a:pt x="6657945" y="740108"/>
                  </a:lnTo>
                  <a:lnTo>
                    <a:pt x="6693177" y="675861"/>
                  </a:lnTo>
                  <a:lnTo>
                    <a:pt x="6728437" y="615504"/>
                  </a:lnTo>
                  <a:lnTo>
                    <a:pt x="6763896" y="558994"/>
                  </a:lnTo>
                  <a:lnTo>
                    <a:pt x="6786527" y="525186"/>
                  </a:lnTo>
                  <a:lnTo>
                    <a:pt x="6834241" y="459824"/>
                  </a:lnTo>
                  <a:lnTo>
                    <a:pt x="6883515" y="400858"/>
                  </a:lnTo>
                  <a:lnTo>
                    <a:pt x="6935075" y="347979"/>
                  </a:lnTo>
                  <a:lnTo>
                    <a:pt x="6989733" y="300654"/>
                  </a:lnTo>
                  <a:lnTo>
                    <a:pt x="7048323" y="258276"/>
                  </a:lnTo>
                  <a:lnTo>
                    <a:pt x="7111633" y="220253"/>
                  </a:lnTo>
                  <a:lnTo>
                    <a:pt x="7180322" y="186056"/>
                  </a:lnTo>
                  <a:lnTo>
                    <a:pt x="7254813" y="155249"/>
                  </a:lnTo>
                  <a:lnTo>
                    <a:pt x="7335147" y="127507"/>
                  </a:lnTo>
                  <a:lnTo>
                    <a:pt x="7420814" y="102614"/>
                  </a:lnTo>
                  <a:lnTo>
                    <a:pt x="7510567" y="80467"/>
                  </a:lnTo>
                  <a:lnTo>
                    <a:pt x="7602286" y="61053"/>
                  </a:lnTo>
                  <a:lnTo>
                    <a:pt x="7692953" y="44424"/>
                  </a:lnTo>
                  <a:lnTo>
                    <a:pt x="7778829" y="30643"/>
                  </a:lnTo>
                  <a:lnTo>
                    <a:pt x="7855899" y="19727"/>
                  </a:lnTo>
                  <a:lnTo>
                    <a:pt x="7920526" y="11585"/>
                  </a:lnTo>
                  <a:lnTo>
                    <a:pt x="7970197" y="5984"/>
                  </a:lnTo>
                  <a:lnTo>
                    <a:pt x="8004118" y="2542"/>
                  </a:lnTo>
                  <a:lnTo>
                    <a:pt x="8023497" y="766"/>
                  </a:lnTo>
                  <a:lnTo>
                    <a:pt x="8031466" y="103"/>
                  </a:lnTo>
                  <a:lnTo>
                    <a:pt x="8032819" y="0"/>
                  </a:lnTo>
                  <a:lnTo>
                    <a:pt x="8032819" y="0"/>
                  </a:lnTo>
                  <a:lnTo>
                    <a:pt x="8554953" y="0"/>
                  </a:lnTo>
                  <a:lnTo>
                    <a:pt x="8554953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466" name="pl466"/>
            <p:cNvSpPr/>
            <p:nvPr/>
          </p:nvSpPr>
          <p:spPr>
            <a:xfrm>
              <a:off x="386606" y="1964854"/>
              <a:ext cx="8554953" cy="3151121"/>
            </a:xfrm>
            <a:custGeom>
              <a:avLst/>
              <a:pathLst>
                <a:path w="8554953" h="3151121">
                  <a:moveTo>
                    <a:pt x="8554953" y="0"/>
                  </a:moveTo>
                  <a:lnTo>
                    <a:pt x="8032819" y="0"/>
                  </a:lnTo>
                  <a:lnTo>
                    <a:pt x="8031693" y="85"/>
                  </a:lnTo>
                  <a:lnTo>
                    <a:pt x="8024311" y="695"/>
                  </a:lnTo>
                  <a:lnTo>
                    <a:pt x="8005781" y="2383"/>
                  </a:lnTo>
                  <a:lnTo>
                    <a:pt x="7972855" y="5702"/>
                  </a:lnTo>
                  <a:lnTo>
                    <a:pt x="7924196" y="11151"/>
                  </a:lnTo>
                  <a:lnTo>
                    <a:pt x="7860472" y="19120"/>
                  </a:lnTo>
                  <a:lnTo>
                    <a:pt x="7784103" y="29854"/>
                  </a:lnTo>
                  <a:lnTo>
                    <a:pt x="7698673" y="43450"/>
                  </a:lnTo>
                  <a:lnTo>
                    <a:pt x="7608197" y="59897"/>
                  </a:lnTo>
                  <a:lnTo>
                    <a:pt x="7516446" y="79133"/>
                  </a:lnTo>
                  <a:lnTo>
                    <a:pt x="7426492" y="101105"/>
                  </a:lnTo>
                  <a:lnTo>
                    <a:pt x="7340515" y="125819"/>
                  </a:lnTo>
                  <a:lnTo>
                    <a:pt x="7259815" y="153372"/>
                  </a:lnTo>
                  <a:lnTo>
                    <a:pt x="7184944" y="183972"/>
                  </a:lnTo>
                  <a:lnTo>
                    <a:pt x="7115891" y="217939"/>
                  </a:lnTo>
                  <a:lnTo>
                    <a:pt x="7052252" y="255701"/>
                  </a:lnTo>
                  <a:lnTo>
                    <a:pt x="6993381" y="297781"/>
                  </a:lnTo>
                  <a:lnTo>
                    <a:pt x="6938494" y="344768"/>
                  </a:lnTo>
                  <a:lnTo>
                    <a:pt x="6886760" y="397272"/>
                  </a:lnTo>
                  <a:lnTo>
                    <a:pt x="6837362" y="455833"/>
                  </a:lnTo>
                  <a:lnTo>
                    <a:pt x="6789567" y="520782"/>
                  </a:lnTo>
                  <a:lnTo>
                    <a:pt x="6786527" y="525186"/>
                  </a:lnTo>
                  <a:lnTo>
                    <a:pt x="6750835" y="579310"/>
                  </a:lnTo>
                  <a:lnTo>
                    <a:pt x="6715472" y="637225"/>
                  </a:lnTo>
                  <a:lnTo>
                    <a:pt x="6680240" y="699009"/>
                  </a:lnTo>
                  <a:lnTo>
                    <a:pt x="6644983" y="764683"/>
                  </a:lnTo>
                  <a:lnTo>
                    <a:pt x="6609580" y="834207"/>
                  </a:lnTo>
                  <a:lnTo>
                    <a:pt x="6573943" y="907475"/>
                  </a:lnTo>
                  <a:lnTo>
                    <a:pt x="6538016" y="984308"/>
                  </a:lnTo>
                  <a:lnTo>
                    <a:pt x="6501769" y="1064454"/>
                  </a:lnTo>
                  <a:lnTo>
                    <a:pt x="6465198" y="1147589"/>
                  </a:lnTo>
                  <a:lnTo>
                    <a:pt x="6428323" y="1233320"/>
                  </a:lnTo>
                  <a:lnTo>
                    <a:pt x="6391182" y="1321187"/>
                  </a:lnTo>
                  <a:lnTo>
                    <a:pt x="6353832" y="1410680"/>
                  </a:lnTo>
                  <a:lnTo>
                    <a:pt x="6316339" y="1501243"/>
                  </a:lnTo>
                  <a:lnTo>
                    <a:pt x="6278782" y="1592293"/>
                  </a:lnTo>
                  <a:lnTo>
                    <a:pt x="6241239" y="1683233"/>
                  </a:lnTo>
                  <a:lnTo>
                    <a:pt x="6203790" y="1773469"/>
                  </a:lnTo>
                  <a:lnTo>
                    <a:pt x="6166509" y="1862427"/>
                  </a:lnTo>
                  <a:lnTo>
                    <a:pt x="6129460" y="1949566"/>
                  </a:lnTo>
                  <a:lnTo>
                    <a:pt x="6092693" y="2034393"/>
                  </a:lnTo>
                  <a:lnTo>
                    <a:pt x="6056241" y="2116473"/>
                  </a:lnTo>
                  <a:lnTo>
                    <a:pt x="6020113" y="2195436"/>
                  </a:lnTo>
                  <a:lnTo>
                    <a:pt x="5984297" y="2270984"/>
                  </a:lnTo>
                  <a:lnTo>
                    <a:pt x="5948754" y="2342894"/>
                  </a:lnTo>
                  <a:lnTo>
                    <a:pt x="5913417" y="2411013"/>
                  </a:lnTo>
                  <a:lnTo>
                    <a:pt x="5878185" y="2475259"/>
                  </a:lnTo>
                  <a:lnTo>
                    <a:pt x="5842925" y="2535616"/>
                  </a:lnTo>
                  <a:lnTo>
                    <a:pt x="5807466" y="2592127"/>
                  </a:lnTo>
                  <a:lnTo>
                    <a:pt x="5784835" y="2625934"/>
                  </a:lnTo>
                  <a:lnTo>
                    <a:pt x="5737120" y="2691296"/>
                  </a:lnTo>
                  <a:lnTo>
                    <a:pt x="5687847" y="2750262"/>
                  </a:lnTo>
                  <a:lnTo>
                    <a:pt x="5636287" y="2803142"/>
                  </a:lnTo>
                  <a:lnTo>
                    <a:pt x="5581629" y="2850467"/>
                  </a:lnTo>
                  <a:lnTo>
                    <a:pt x="5523039" y="2892844"/>
                  </a:lnTo>
                  <a:lnTo>
                    <a:pt x="5459729" y="2930868"/>
                  </a:lnTo>
                  <a:lnTo>
                    <a:pt x="5391040" y="2965065"/>
                  </a:lnTo>
                  <a:lnTo>
                    <a:pt x="5316549" y="2995871"/>
                  </a:lnTo>
                  <a:lnTo>
                    <a:pt x="5236215" y="3023614"/>
                  </a:lnTo>
                  <a:lnTo>
                    <a:pt x="5150548" y="3048506"/>
                  </a:lnTo>
                  <a:lnTo>
                    <a:pt x="5060795" y="3070654"/>
                  </a:lnTo>
                  <a:lnTo>
                    <a:pt x="4969076" y="3090067"/>
                  </a:lnTo>
                  <a:lnTo>
                    <a:pt x="4878409" y="3106696"/>
                  </a:lnTo>
                  <a:lnTo>
                    <a:pt x="4792533" y="3120477"/>
                  </a:lnTo>
                  <a:lnTo>
                    <a:pt x="4715463" y="3131394"/>
                  </a:lnTo>
                  <a:lnTo>
                    <a:pt x="4650836" y="3139536"/>
                  </a:lnTo>
                  <a:lnTo>
                    <a:pt x="4601165" y="3145137"/>
                  </a:lnTo>
                  <a:lnTo>
                    <a:pt x="4567244" y="3148578"/>
                  </a:lnTo>
                  <a:lnTo>
                    <a:pt x="4547865" y="3150355"/>
                  </a:lnTo>
                  <a:lnTo>
                    <a:pt x="4539896" y="3151018"/>
                  </a:lnTo>
                  <a:lnTo>
                    <a:pt x="4538543" y="3151121"/>
                  </a:lnTo>
                  <a:lnTo>
                    <a:pt x="4538543" y="3151121"/>
                  </a:lnTo>
                  <a:lnTo>
                    <a:pt x="4016409" y="3151121"/>
                  </a:lnTo>
                  <a:lnTo>
                    <a:pt x="4015221" y="3151055"/>
                  </a:lnTo>
                  <a:lnTo>
                    <a:pt x="4007438" y="3150586"/>
                  </a:lnTo>
                  <a:lnTo>
                    <a:pt x="3987937" y="3149287"/>
                  </a:lnTo>
                  <a:lnTo>
                    <a:pt x="3953374" y="3146735"/>
                  </a:lnTo>
                  <a:lnTo>
                    <a:pt x="3902477" y="3142550"/>
                  </a:lnTo>
                  <a:lnTo>
                    <a:pt x="3836120" y="3136440"/>
                  </a:lnTo>
                  <a:lnTo>
                    <a:pt x="3757014" y="3128231"/>
                  </a:lnTo>
                  <a:lnTo>
                    <a:pt x="3669042" y="3117859"/>
                  </a:lnTo>
                  <a:lnTo>
                    <a:pt x="3576446" y="3105340"/>
                  </a:lnTo>
                  <a:lnTo>
                    <a:pt x="3483115" y="3090724"/>
                  </a:lnTo>
                  <a:lnTo>
                    <a:pt x="3392139" y="3074047"/>
                  </a:lnTo>
                  <a:lnTo>
                    <a:pt x="3305632" y="3055290"/>
                  </a:lnTo>
                  <a:lnTo>
                    <a:pt x="3224786" y="3034362"/>
                  </a:lnTo>
                  <a:lnTo>
                    <a:pt x="3150030" y="3011083"/>
                  </a:lnTo>
                  <a:lnTo>
                    <a:pt x="3081232" y="2985187"/>
                  </a:lnTo>
                  <a:lnTo>
                    <a:pt x="3017883" y="2956321"/>
                  </a:lnTo>
                  <a:lnTo>
                    <a:pt x="2959250" y="2924068"/>
                  </a:lnTo>
                  <a:lnTo>
                    <a:pt x="2904480" y="2887964"/>
                  </a:lnTo>
                  <a:lnTo>
                    <a:pt x="2852692" y="2847550"/>
                  </a:lnTo>
                  <a:lnTo>
                    <a:pt x="2803046" y="2802450"/>
                  </a:lnTo>
                  <a:lnTo>
                    <a:pt x="2770117" y="2768996"/>
                  </a:lnTo>
                  <a:lnTo>
                    <a:pt x="2729867" y="2724356"/>
                  </a:lnTo>
                  <a:lnTo>
                    <a:pt x="2690001" y="2676193"/>
                  </a:lnTo>
                  <a:lnTo>
                    <a:pt x="2650248" y="2624436"/>
                  </a:lnTo>
                  <a:lnTo>
                    <a:pt x="2610399" y="2569083"/>
                  </a:lnTo>
                  <a:lnTo>
                    <a:pt x="2570303" y="2510206"/>
                  </a:lnTo>
                  <a:lnTo>
                    <a:pt x="2529860" y="2447960"/>
                  </a:lnTo>
                  <a:lnTo>
                    <a:pt x="2489015" y="2382587"/>
                  </a:lnTo>
                  <a:lnTo>
                    <a:pt x="2447758" y="2314412"/>
                  </a:lnTo>
                  <a:lnTo>
                    <a:pt x="2406115" y="2243845"/>
                  </a:lnTo>
                  <a:lnTo>
                    <a:pt x="2364144" y="2171370"/>
                  </a:lnTo>
                  <a:lnTo>
                    <a:pt x="2321930" y="2097533"/>
                  </a:lnTo>
                  <a:lnTo>
                    <a:pt x="2279574" y="2022925"/>
                  </a:lnTo>
                  <a:lnTo>
                    <a:pt x="2237190" y="1948166"/>
                  </a:lnTo>
                  <a:lnTo>
                    <a:pt x="2194893" y="1873878"/>
                  </a:lnTo>
                  <a:lnTo>
                    <a:pt x="2152792" y="1800670"/>
                  </a:lnTo>
                  <a:lnTo>
                    <a:pt x="2110981" y="1729110"/>
                  </a:lnTo>
                  <a:lnTo>
                    <a:pt x="2069531" y="1659717"/>
                  </a:lnTo>
                  <a:lnTo>
                    <a:pt x="2028485" y="1592936"/>
                  </a:lnTo>
                  <a:lnTo>
                    <a:pt x="1987850" y="1529134"/>
                  </a:lnTo>
                  <a:lnTo>
                    <a:pt x="1947595" y="1468595"/>
                  </a:lnTo>
                  <a:lnTo>
                    <a:pt x="1907641" y="1411515"/>
                  </a:lnTo>
                  <a:lnTo>
                    <a:pt x="1867864" y="1358005"/>
                  </a:lnTo>
                  <a:lnTo>
                    <a:pt x="1828083" y="1308100"/>
                  </a:lnTo>
                  <a:lnTo>
                    <a:pt x="1788058" y="1261760"/>
                  </a:lnTo>
                  <a:lnTo>
                    <a:pt x="1768425" y="1240495"/>
                  </a:lnTo>
                  <a:lnTo>
                    <a:pt x="1719812" y="1192098"/>
                  </a:lnTo>
                  <a:lnTo>
                    <a:pt x="1669567" y="1148527"/>
                  </a:lnTo>
                  <a:lnTo>
                    <a:pt x="1616921" y="1109538"/>
                  </a:lnTo>
                  <a:lnTo>
                    <a:pt x="1561012" y="1074716"/>
                  </a:lnTo>
                  <a:lnTo>
                    <a:pt x="1500960" y="1043595"/>
                  </a:lnTo>
                  <a:lnTo>
                    <a:pt x="1435941" y="1015721"/>
                  </a:lnTo>
                  <a:lnTo>
                    <a:pt x="1365279" y="990696"/>
                  </a:lnTo>
                  <a:lnTo>
                    <a:pt x="1288567" y="968194"/>
                  </a:lnTo>
                  <a:lnTo>
                    <a:pt x="1205833" y="947975"/>
                  </a:lnTo>
                  <a:lnTo>
                    <a:pt x="1117727" y="929889"/>
                  </a:lnTo>
                  <a:lnTo>
                    <a:pt x="1025721" y="913869"/>
                  </a:lnTo>
                  <a:lnTo>
                    <a:pt x="932244" y="899918"/>
                  </a:lnTo>
                  <a:lnTo>
                    <a:pt x="840674" y="888081"/>
                  </a:lnTo>
                  <a:lnTo>
                    <a:pt x="755076" y="878401"/>
                  </a:lnTo>
                  <a:lnTo>
                    <a:pt x="679664" y="870875"/>
                  </a:lnTo>
                  <a:lnTo>
                    <a:pt x="618031" y="865405"/>
                  </a:lnTo>
                  <a:lnTo>
                    <a:pt x="572360" y="861779"/>
                  </a:lnTo>
                  <a:lnTo>
                    <a:pt x="542855" y="859672"/>
                  </a:lnTo>
                  <a:lnTo>
                    <a:pt x="527554" y="858685"/>
                  </a:lnTo>
                  <a:lnTo>
                    <a:pt x="522514" y="858390"/>
                  </a:lnTo>
                  <a:lnTo>
                    <a:pt x="522133" y="858370"/>
                  </a:lnTo>
                  <a:lnTo>
                    <a:pt x="0" y="858370"/>
                  </a:lnTo>
                  <a:lnTo>
                    <a:pt x="0" y="85837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467" name="pg467"/>
            <p:cNvSpPr/>
            <p:nvPr/>
          </p:nvSpPr>
          <p:spPr>
            <a:xfrm>
              <a:off x="386606" y="2828872"/>
              <a:ext cx="8554953" cy="2326634"/>
            </a:xfrm>
            <a:custGeom>
              <a:avLst/>
              <a:pathLst>
                <a:path w="8554953" h="2326634">
                  <a:moveTo>
                    <a:pt x="0" y="11294"/>
                  </a:moveTo>
                  <a:lnTo>
                    <a:pt x="522133" y="11294"/>
                  </a:lnTo>
                  <a:lnTo>
                    <a:pt x="523320" y="11360"/>
                  </a:lnTo>
                  <a:lnTo>
                    <a:pt x="531093" y="11834"/>
                  </a:lnTo>
                  <a:lnTo>
                    <a:pt x="550571" y="13144"/>
                  </a:lnTo>
                  <a:lnTo>
                    <a:pt x="585095" y="15717"/>
                  </a:lnTo>
                  <a:lnTo>
                    <a:pt x="635940" y="19939"/>
                  </a:lnTo>
                  <a:lnTo>
                    <a:pt x="702235" y="26101"/>
                  </a:lnTo>
                  <a:lnTo>
                    <a:pt x="781277" y="34381"/>
                  </a:lnTo>
                  <a:lnTo>
                    <a:pt x="869190" y="44845"/>
                  </a:lnTo>
                  <a:lnTo>
                    <a:pt x="961739" y="57474"/>
                  </a:lnTo>
                  <a:lnTo>
                    <a:pt x="1055034" y="72219"/>
                  </a:lnTo>
                  <a:lnTo>
                    <a:pt x="1145987" y="89044"/>
                  </a:lnTo>
                  <a:lnTo>
                    <a:pt x="1232482" y="107967"/>
                  </a:lnTo>
                  <a:lnTo>
                    <a:pt x="1313326" y="129080"/>
                  </a:lnTo>
                  <a:lnTo>
                    <a:pt x="1388085" y="152564"/>
                  </a:lnTo>
                  <a:lnTo>
                    <a:pt x="1456890" y="178687"/>
                  </a:lnTo>
                  <a:lnTo>
                    <a:pt x="1520245" y="207803"/>
                  </a:lnTo>
                  <a:lnTo>
                    <a:pt x="1578884" y="240335"/>
                  </a:lnTo>
                  <a:lnTo>
                    <a:pt x="1633656" y="276748"/>
                  </a:lnTo>
                  <a:lnTo>
                    <a:pt x="1685442" y="317508"/>
                  </a:lnTo>
                  <a:lnTo>
                    <a:pt x="1735081" y="362992"/>
                  </a:lnTo>
                  <a:lnTo>
                    <a:pt x="1768425" y="397184"/>
                  </a:lnTo>
                  <a:lnTo>
                    <a:pt x="1808538" y="442102"/>
                  </a:lnTo>
                  <a:lnTo>
                    <a:pt x="1848268" y="490554"/>
                  </a:lnTo>
                  <a:lnTo>
                    <a:pt x="1887884" y="542611"/>
                  </a:lnTo>
                  <a:lnTo>
                    <a:pt x="1927594" y="598275"/>
                  </a:lnTo>
                  <a:lnTo>
                    <a:pt x="1967548" y="657474"/>
                  </a:lnTo>
                  <a:lnTo>
                    <a:pt x="2007845" y="720055"/>
                  </a:lnTo>
                  <a:lnTo>
                    <a:pt x="2048540" y="785779"/>
                  </a:lnTo>
                  <a:lnTo>
                    <a:pt x="2089645" y="854321"/>
                  </a:lnTo>
                  <a:lnTo>
                    <a:pt x="2131135" y="925275"/>
                  </a:lnTo>
                  <a:lnTo>
                    <a:pt x="2172952" y="998159"/>
                  </a:lnTo>
                  <a:lnTo>
                    <a:pt x="2215015" y="1072428"/>
                  </a:lnTo>
                  <a:lnTo>
                    <a:pt x="2257222" y="1147493"/>
                  </a:lnTo>
                  <a:lnTo>
                    <a:pt x="2299461" y="1222737"/>
                  </a:lnTo>
                  <a:lnTo>
                    <a:pt x="2341619" y="1297534"/>
                  </a:lnTo>
                  <a:lnTo>
                    <a:pt x="2383588" y="1371279"/>
                  </a:lnTo>
                  <a:lnTo>
                    <a:pt x="2425273" y="1443397"/>
                  </a:lnTo>
                  <a:lnTo>
                    <a:pt x="2466603" y="1513370"/>
                  </a:lnTo>
                  <a:lnTo>
                    <a:pt x="2507533" y="1580747"/>
                  </a:lnTo>
                  <a:lnTo>
                    <a:pt x="2548053" y="1645156"/>
                  </a:lnTo>
                  <a:lnTo>
                    <a:pt x="2588194" y="1706308"/>
                  </a:lnTo>
                  <a:lnTo>
                    <a:pt x="2628028" y="1764003"/>
                  </a:lnTo>
                  <a:lnTo>
                    <a:pt x="2667676" y="1818121"/>
                  </a:lnTo>
                  <a:lnTo>
                    <a:pt x="2707312" y="1868625"/>
                  </a:lnTo>
                  <a:lnTo>
                    <a:pt x="2747170" y="1915547"/>
                  </a:lnTo>
                  <a:lnTo>
                    <a:pt x="2770117" y="1940744"/>
                  </a:lnTo>
                  <a:lnTo>
                    <a:pt x="2818710" y="1989597"/>
                  </a:lnTo>
                  <a:lnTo>
                    <a:pt x="2868931" y="2033582"/>
                  </a:lnTo>
                  <a:lnTo>
                    <a:pt x="2921552" y="2072944"/>
                  </a:lnTo>
                  <a:lnTo>
                    <a:pt x="2977432" y="2108099"/>
                  </a:lnTo>
                  <a:lnTo>
                    <a:pt x="3037450" y="2139520"/>
                  </a:lnTo>
                  <a:lnTo>
                    <a:pt x="3102428" y="2167664"/>
                  </a:lnTo>
                  <a:lnTo>
                    <a:pt x="3173044" y="2192933"/>
                  </a:lnTo>
                  <a:lnTo>
                    <a:pt x="3249704" y="2215655"/>
                  </a:lnTo>
                  <a:lnTo>
                    <a:pt x="3332382" y="2236072"/>
                  </a:lnTo>
                  <a:lnTo>
                    <a:pt x="3420432" y="2254337"/>
                  </a:lnTo>
                  <a:lnTo>
                    <a:pt x="3512386" y="2270517"/>
                  </a:lnTo>
                  <a:lnTo>
                    <a:pt x="3605823" y="2284609"/>
                  </a:lnTo>
                  <a:lnTo>
                    <a:pt x="3697375" y="2296570"/>
                  </a:lnTo>
                  <a:lnTo>
                    <a:pt x="3782983" y="2306353"/>
                  </a:lnTo>
                  <a:lnTo>
                    <a:pt x="3858438" y="2313964"/>
                  </a:lnTo>
                  <a:lnTo>
                    <a:pt x="3920145" y="2319498"/>
                  </a:lnTo>
                  <a:lnTo>
                    <a:pt x="3965911" y="2323170"/>
                  </a:lnTo>
                  <a:lnTo>
                    <a:pt x="3995520" y="2325307"/>
                  </a:lnTo>
                  <a:lnTo>
                    <a:pt x="4010912" y="2326310"/>
                  </a:lnTo>
                  <a:lnTo>
                    <a:pt x="4016014" y="2326612"/>
                  </a:lnTo>
                  <a:lnTo>
                    <a:pt x="4016409" y="2326634"/>
                  </a:lnTo>
                  <a:lnTo>
                    <a:pt x="4538543" y="2326634"/>
                  </a:lnTo>
                  <a:lnTo>
                    <a:pt x="4539796" y="2326604"/>
                  </a:lnTo>
                  <a:lnTo>
                    <a:pt x="4547994" y="2326389"/>
                  </a:lnTo>
                  <a:lnTo>
                    <a:pt x="4568497" y="2325794"/>
                  </a:lnTo>
                  <a:lnTo>
                    <a:pt x="4604739" y="2324626"/>
                  </a:lnTo>
                  <a:lnTo>
                    <a:pt x="4657918" y="2322713"/>
                  </a:lnTo>
                  <a:lnTo>
                    <a:pt x="4726935" y="2319925"/>
                  </a:lnTo>
                  <a:lnTo>
                    <a:pt x="4808770" y="2316189"/>
                  </a:lnTo>
                  <a:lnTo>
                    <a:pt x="4899239" y="2311480"/>
                  </a:lnTo>
                  <a:lnTo>
                    <a:pt x="4993878" y="2305809"/>
                  </a:lnTo>
                  <a:lnTo>
                    <a:pt x="5088690" y="2299199"/>
                  </a:lnTo>
                  <a:lnTo>
                    <a:pt x="5180588" y="2291663"/>
                  </a:lnTo>
                  <a:lnTo>
                    <a:pt x="5267533" y="2283187"/>
                  </a:lnTo>
                  <a:lnTo>
                    <a:pt x="5348454" y="2273721"/>
                  </a:lnTo>
                  <a:lnTo>
                    <a:pt x="5423050" y="2263173"/>
                  </a:lnTo>
                  <a:lnTo>
                    <a:pt x="5491575" y="2251412"/>
                  </a:lnTo>
                  <a:lnTo>
                    <a:pt x="5554639" y="2238267"/>
                  </a:lnTo>
                  <a:lnTo>
                    <a:pt x="5613066" y="2223540"/>
                  </a:lnTo>
                  <a:lnTo>
                    <a:pt x="5667770" y="2207017"/>
                  </a:lnTo>
                  <a:lnTo>
                    <a:pt x="5719676" y="2188494"/>
                  </a:lnTo>
                  <a:lnTo>
                    <a:pt x="5769639" y="2167827"/>
                  </a:lnTo>
                  <a:lnTo>
                    <a:pt x="5784835" y="2160984"/>
                  </a:lnTo>
                  <a:lnTo>
                    <a:pt x="5834419" y="2136895"/>
                  </a:lnTo>
                  <a:lnTo>
                    <a:pt x="5883518" y="2110469"/>
                  </a:lnTo>
                  <a:lnTo>
                    <a:pt x="5932603" y="2081668"/>
                  </a:lnTo>
                  <a:lnTo>
                    <a:pt x="5981999" y="2050525"/>
                  </a:lnTo>
                  <a:lnTo>
                    <a:pt x="6031913" y="2017154"/>
                  </a:lnTo>
                  <a:lnTo>
                    <a:pt x="6082442" y="1981755"/>
                  </a:lnTo>
                  <a:lnTo>
                    <a:pt x="6133586" y="1944612"/>
                  </a:lnTo>
                  <a:lnTo>
                    <a:pt x="6185265" y="1906090"/>
                  </a:lnTo>
                  <a:lnTo>
                    <a:pt x="6237332" y="1866622"/>
                  </a:lnTo>
                  <a:lnTo>
                    <a:pt x="6289596" y="1826688"/>
                  </a:lnTo>
                  <a:lnTo>
                    <a:pt x="6341844" y="1786792"/>
                  </a:lnTo>
                  <a:lnTo>
                    <a:pt x="6393864" y="1747436"/>
                  </a:lnTo>
                  <a:lnTo>
                    <a:pt x="6445471" y="1709095"/>
                  </a:lnTo>
                  <a:lnTo>
                    <a:pt x="6496526" y="1672191"/>
                  </a:lnTo>
                  <a:lnTo>
                    <a:pt x="6546961" y="1637080"/>
                  </a:lnTo>
                  <a:lnTo>
                    <a:pt x="6596789" y="1604032"/>
                  </a:lnTo>
                  <a:lnTo>
                    <a:pt x="6646123" y="1573234"/>
                  </a:lnTo>
                  <a:lnTo>
                    <a:pt x="6695185" y="1544789"/>
                  </a:lnTo>
                  <a:lnTo>
                    <a:pt x="6744324" y="1518717"/>
                  </a:lnTo>
                  <a:lnTo>
                    <a:pt x="6786527" y="1498382"/>
                  </a:lnTo>
                  <a:lnTo>
                    <a:pt x="6836041" y="1477039"/>
                  </a:lnTo>
                  <a:lnTo>
                    <a:pt x="6887259" y="1457864"/>
                  </a:lnTo>
                  <a:lnTo>
                    <a:pt x="6940999" y="1440741"/>
                  </a:lnTo>
                  <a:lnTo>
                    <a:pt x="6998173" y="1425481"/>
                  </a:lnTo>
                  <a:lnTo>
                    <a:pt x="7059707" y="1411869"/>
                  </a:lnTo>
                  <a:lnTo>
                    <a:pt x="7126463" y="1399698"/>
                  </a:lnTo>
                  <a:lnTo>
                    <a:pt x="7199131" y="1388791"/>
                  </a:lnTo>
                  <a:lnTo>
                    <a:pt x="7278095" y="1379001"/>
                  </a:lnTo>
                  <a:lnTo>
                    <a:pt x="7363249" y="1370226"/>
                  </a:lnTo>
                  <a:lnTo>
                    <a:pt x="7453783" y="1362402"/>
                  </a:lnTo>
                  <a:lnTo>
                    <a:pt x="7547973" y="1355504"/>
                  </a:lnTo>
                  <a:lnTo>
                    <a:pt x="7643057" y="1349540"/>
                  </a:lnTo>
                  <a:lnTo>
                    <a:pt x="7735285" y="1344531"/>
                  </a:lnTo>
                  <a:lnTo>
                    <a:pt x="7820271" y="1340494"/>
                  </a:lnTo>
                  <a:lnTo>
                    <a:pt x="7893653" y="1337418"/>
                  </a:lnTo>
                  <a:lnTo>
                    <a:pt x="7951956" y="1335246"/>
                  </a:lnTo>
                  <a:lnTo>
                    <a:pt x="7993425" y="1333864"/>
                  </a:lnTo>
                  <a:lnTo>
                    <a:pt x="8018535" y="1333111"/>
                  </a:lnTo>
                  <a:lnTo>
                    <a:pt x="8030054" y="1332800"/>
                  </a:lnTo>
                  <a:lnTo>
                    <a:pt x="8032819" y="1332732"/>
                  </a:lnTo>
                  <a:lnTo>
                    <a:pt x="8554953" y="1332732"/>
                  </a:lnTo>
                  <a:lnTo>
                    <a:pt x="8554953" y="1321438"/>
                  </a:lnTo>
                  <a:lnTo>
                    <a:pt x="8032819" y="1321438"/>
                  </a:lnTo>
                  <a:lnTo>
                    <a:pt x="8031566" y="1321468"/>
                  </a:lnTo>
                  <a:lnTo>
                    <a:pt x="8023368" y="1321683"/>
                  </a:lnTo>
                  <a:lnTo>
                    <a:pt x="8002865" y="1322278"/>
                  </a:lnTo>
                  <a:lnTo>
                    <a:pt x="7966623" y="1323446"/>
                  </a:lnTo>
                  <a:lnTo>
                    <a:pt x="7913444" y="1325359"/>
                  </a:lnTo>
                  <a:lnTo>
                    <a:pt x="7844427" y="1328146"/>
                  </a:lnTo>
                  <a:lnTo>
                    <a:pt x="7762592" y="1331882"/>
                  </a:lnTo>
                  <a:lnTo>
                    <a:pt x="7672123" y="1336591"/>
                  </a:lnTo>
                  <a:lnTo>
                    <a:pt x="7577484" y="1342262"/>
                  </a:lnTo>
                  <a:lnTo>
                    <a:pt x="7482672" y="1348872"/>
                  </a:lnTo>
                  <a:lnTo>
                    <a:pt x="7390774" y="1356408"/>
                  </a:lnTo>
                  <a:lnTo>
                    <a:pt x="7303829" y="1364884"/>
                  </a:lnTo>
                  <a:lnTo>
                    <a:pt x="7222908" y="1374350"/>
                  </a:lnTo>
                  <a:lnTo>
                    <a:pt x="7148311" y="1384898"/>
                  </a:lnTo>
                  <a:lnTo>
                    <a:pt x="7079787" y="1396660"/>
                  </a:lnTo>
                  <a:lnTo>
                    <a:pt x="7016722" y="1409805"/>
                  </a:lnTo>
                  <a:lnTo>
                    <a:pt x="6958296" y="1424532"/>
                  </a:lnTo>
                  <a:lnTo>
                    <a:pt x="6903592" y="1441055"/>
                  </a:lnTo>
                  <a:lnTo>
                    <a:pt x="6851686" y="1459577"/>
                  </a:lnTo>
                  <a:lnTo>
                    <a:pt x="6801722" y="1480245"/>
                  </a:lnTo>
                  <a:lnTo>
                    <a:pt x="6786527" y="1487088"/>
                  </a:lnTo>
                  <a:lnTo>
                    <a:pt x="6736943" y="1511177"/>
                  </a:lnTo>
                  <a:lnTo>
                    <a:pt x="6687844" y="1537603"/>
                  </a:lnTo>
                  <a:lnTo>
                    <a:pt x="6638759" y="1566404"/>
                  </a:lnTo>
                  <a:lnTo>
                    <a:pt x="6589363" y="1597547"/>
                  </a:lnTo>
                  <a:lnTo>
                    <a:pt x="6539449" y="1630917"/>
                  </a:lnTo>
                  <a:lnTo>
                    <a:pt x="6488920" y="1666317"/>
                  </a:lnTo>
                  <a:lnTo>
                    <a:pt x="6437776" y="1703460"/>
                  </a:lnTo>
                  <a:lnTo>
                    <a:pt x="6386097" y="1741981"/>
                  </a:lnTo>
                  <a:lnTo>
                    <a:pt x="6334030" y="1781449"/>
                  </a:lnTo>
                  <a:lnTo>
                    <a:pt x="6281766" y="1821384"/>
                  </a:lnTo>
                  <a:lnTo>
                    <a:pt x="6229518" y="1861280"/>
                  </a:lnTo>
                  <a:lnTo>
                    <a:pt x="6177498" y="1900636"/>
                  </a:lnTo>
                  <a:lnTo>
                    <a:pt x="6125891" y="1938977"/>
                  </a:lnTo>
                  <a:lnTo>
                    <a:pt x="6074836" y="1975880"/>
                  </a:lnTo>
                  <a:lnTo>
                    <a:pt x="6024401" y="2010992"/>
                  </a:lnTo>
                  <a:lnTo>
                    <a:pt x="5974573" y="2044040"/>
                  </a:lnTo>
                  <a:lnTo>
                    <a:pt x="5925239" y="2074837"/>
                  </a:lnTo>
                  <a:lnTo>
                    <a:pt x="5876177" y="2103283"/>
                  </a:lnTo>
                  <a:lnTo>
                    <a:pt x="5827038" y="2129355"/>
                  </a:lnTo>
                  <a:lnTo>
                    <a:pt x="5784835" y="2149689"/>
                  </a:lnTo>
                  <a:lnTo>
                    <a:pt x="5735321" y="2171032"/>
                  </a:lnTo>
                  <a:lnTo>
                    <a:pt x="5684103" y="2190208"/>
                  </a:lnTo>
                  <a:lnTo>
                    <a:pt x="5630363" y="2207330"/>
                  </a:lnTo>
                  <a:lnTo>
                    <a:pt x="5573189" y="2222590"/>
                  </a:lnTo>
                  <a:lnTo>
                    <a:pt x="5511655" y="2236203"/>
                  </a:lnTo>
                  <a:lnTo>
                    <a:pt x="5444899" y="2248373"/>
                  </a:lnTo>
                  <a:lnTo>
                    <a:pt x="5372231" y="2259281"/>
                  </a:lnTo>
                  <a:lnTo>
                    <a:pt x="5293267" y="2269071"/>
                  </a:lnTo>
                  <a:lnTo>
                    <a:pt x="5208113" y="2277846"/>
                  </a:lnTo>
                  <a:lnTo>
                    <a:pt x="5117579" y="2285670"/>
                  </a:lnTo>
                  <a:lnTo>
                    <a:pt x="5023389" y="2292567"/>
                  </a:lnTo>
                  <a:lnTo>
                    <a:pt x="4928305" y="2298531"/>
                  </a:lnTo>
                  <a:lnTo>
                    <a:pt x="4836077" y="2303540"/>
                  </a:lnTo>
                  <a:lnTo>
                    <a:pt x="4751091" y="2307577"/>
                  </a:lnTo>
                  <a:lnTo>
                    <a:pt x="4677709" y="2310653"/>
                  </a:lnTo>
                  <a:lnTo>
                    <a:pt x="4619406" y="2312826"/>
                  </a:lnTo>
                  <a:lnTo>
                    <a:pt x="4577937" y="2314208"/>
                  </a:lnTo>
                  <a:lnTo>
                    <a:pt x="4552827" y="2314960"/>
                  </a:lnTo>
                  <a:lnTo>
                    <a:pt x="4541308" y="2315272"/>
                  </a:lnTo>
                  <a:lnTo>
                    <a:pt x="4538543" y="2315340"/>
                  </a:lnTo>
                  <a:lnTo>
                    <a:pt x="4016409" y="2315340"/>
                  </a:lnTo>
                  <a:lnTo>
                    <a:pt x="4015222" y="2315273"/>
                  </a:lnTo>
                  <a:lnTo>
                    <a:pt x="4007449" y="2314800"/>
                  </a:lnTo>
                  <a:lnTo>
                    <a:pt x="3987971" y="2313490"/>
                  </a:lnTo>
                  <a:lnTo>
                    <a:pt x="3953447" y="2310916"/>
                  </a:lnTo>
                  <a:lnTo>
                    <a:pt x="3902602" y="2306695"/>
                  </a:lnTo>
                  <a:lnTo>
                    <a:pt x="3836307" y="2300533"/>
                  </a:lnTo>
                  <a:lnTo>
                    <a:pt x="3757265" y="2292252"/>
                  </a:lnTo>
                  <a:lnTo>
                    <a:pt x="3669352" y="2281789"/>
                  </a:lnTo>
                  <a:lnTo>
                    <a:pt x="3576803" y="2269160"/>
                  </a:lnTo>
                  <a:lnTo>
                    <a:pt x="3483509" y="2254415"/>
                  </a:lnTo>
                  <a:lnTo>
                    <a:pt x="3392555" y="2237589"/>
                  </a:lnTo>
                  <a:lnTo>
                    <a:pt x="3306060" y="2218666"/>
                  </a:lnTo>
                  <a:lnTo>
                    <a:pt x="3225216" y="2197553"/>
                  </a:lnTo>
                  <a:lnTo>
                    <a:pt x="3150457" y="2174070"/>
                  </a:lnTo>
                  <a:lnTo>
                    <a:pt x="3081652" y="2147946"/>
                  </a:lnTo>
                  <a:lnTo>
                    <a:pt x="3018297" y="2118830"/>
                  </a:lnTo>
                  <a:lnTo>
                    <a:pt x="2959658" y="2086299"/>
                  </a:lnTo>
                  <a:lnTo>
                    <a:pt x="2904886" y="2049885"/>
                  </a:lnTo>
                  <a:lnTo>
                    <a:pt x="2853101" y="2009126"/>
                  </a:lnTo>
                  <a:lnTo>
                    <a:pt x="2803461" y="1963642"/>
                  </a:lnTo>
                  <a:lnTo>
                    <a:pt x="2770117" y="1929450"/>
                  </a:lnTo>
                  <a:lnTo>
                    <a:pt x="2730004" y="1884531"/>
                  </a:lnTo>
                  <a:lnTo>
                    <a:pt x="2690275" y="1836079"/>
                  </a:lnTo>
                  <a:lnTo>
                    <a:pt x="2650658" y="1784023"/>
                  </a:lnTo>
                  <a:lnTo>
                    <a:pt x="2610948" y="1728359"/>
                  </a:lnTo>
                  <a:lnTo>
                    <a:pt x="2570994" y="1669160"/>
                  </a:lnTo>
                  <a:lnTo>
                    <a:pt x="2530697" y="1606579"/>
                  </a:lnTo>
                  <a:lnTo>
                    <a:pt x="2490002" y="1540855"/>
                  </a:lnTo>
                  <a:lnTo>
                    <a:pt x="2448897" y="1472312"/>
                  </a:lnTo>
                  <a:lnTo>
                    <a:pt x="2407407" y="1401358"/>
                  </a:lnTo>
                  <a:lnTo>
                    <a:pt x="2365590" y="1328475"/>
                  </a:lnTo>
                  <a:lnTo>
                    <a:pt x="2323528" y="1254205"/>
                  </a:lnTo>
                  <a:lnTo>
                    <a:pt x="2281321" y="1179140"/>
                  </a:lnTo>
                  <a:lnTo>
                    <a:pt x="2239081" y="1103897"/>
                  </a:lnTo>
                  <a:lnTo>
                    <a:pt x="2196923" y="1029099"/>
                  </a:lnTo>
                  <a:lnTo>
                    <a:pt x="2154954" y="955355"/>
                  </a:lnTo>
                  <a:lnTo>
                    <a:pt x="2113269" y="883237"/>
                  </a:lnTo>
                  <a:lnTo>
                    <a:pt x="2071939" y="813264"/>
                  </a:lnTo>
                  <a:lnTo>
                    <a:pt x="2031010" y="745887"/>
                  </a:lnTo>
                  <a:lnTo>
                    <a:pt x="1990489" y="681478"/>
                  </a:lnTo>
                  <a:lnTo>
                    <a:pt x="1950348" y="620325"/>
                  </a:lnTo>
                  <a:lnTo>
                    <a:pt x="1910514" y="562631"/>
                  </a:lnTo>
                  <a:lnTo>
                    <a:pt x="1870866" y="508512"/>
                  </a:lnTo>
                  <a:lnTo>
                    <a:pt x="1831230" y="458009"/>
                  </a:lnTo>
                  <a:lnTo>
                    <a:pt x="1791373" y="411087"/>
                  </a:lnTo>
                  <a:lnTo>
                    <a:pt x="1768425" y="385890"/>
                  </a:lnTo>
                  <a:lnTo>
                    <a:pt x="1719833" y="337036"/>
                  </a:lnTo>
                  <a:lnTo>
                    <a:pt x="1669611" y="293051"/>
                  </a:lnTo>
                  <a:lnTo>
                    <a:pt x="1616990" y="253690"/>
                  </a:lnTo>
                  <a:lnTo>
                    <a:pt x="1561110" y="218534"/>
                  </a:lnTo>
                  <a:lnTo>
                    <a:pt x="1501093" y="187113"/>
                  </a:lnTo>
                  <a:lnTo>
                    <a:pt x="1436114" y="158970"/>
                  </a:lnTo>
                  <a:lnTo>
                    <a:pt x="1365498" y="133701"/>
                  </a:lnTo>
                  <a:lnTo>
                    <a:pt x="1288839" y="110979"/>
                  </a:lnTo>
                  <a:lnTo>
                    <a:pt x="1206160" y="90562"/>
                  </a:lnTo>
                  <a:lnTo>
                    <a:pt x="1118111" y="72297"/>
                  </a:lnTo>
                  <a:lnTo>
                    <a:pt x="1026156" y="56117"/>
                  </a:lnTo>
                  <a:lnTo>
                    <a:pt x="932719" y="42024"/>
                  </a:lnTo>
                  <a:lnTo>
                    <a:pt x="841168" y="30064"/>
                  </a:lnTo>
                  <a:lnTo>
                    <a:pt x="755560" y="20280"/>
                  </a:lnTo>
                  <a:lnTo>
                    <a:pt x="680104" y="12670"/>
                  </a:lnTo>
                  <a:lnTo>
                    <a:pt x="618398" y="7136"/>
                  </a:lnTo>
                  <a:lnTo>
                    <a:pt x="572631" y="3463"/>
                  </a:lnTo>
                  <a:lnTo>
                    <a:pt x="543023" y="1326"/>
                  </a:lnTo>
                  <a:lnTo>
                    <a:pt x="527630" y="323"/>
                  </a:lnTo>
                  <a:lnTo>
                    <a:pt x="522529" y="21"/>
                  </a:lnTo>
                  <a:lnTo>
                    <a:pt x="5221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468" name="pl468"/>
            <p:cNvSpPr/>
            <p:nvPr/>
          </p:nvSpPr>
          <p:spPr>
            <a:xfrm>
              <a:off x="386606" y="2840166"/>
              <a:ext cx="8554953" cy="2315340"/>
            </a:xfrm>
            <a:custGeom>
              <a:avLst/>
              <a:pathLst>
                <a:path w="8554953" h="2315340">
                  <a:moveTo>
                    <a:pt x="0" y="0"/>
                  </a:moveTo>
                  <a:lnTo>
                    <a:pt x="522133" y="0"/>
                  </a:lnTo>
                  <a:lnTo>
                    <a:pt x="523320" y="66"/>
                  </a:lnTo>
                  <a:lnTo>
                    <a:pt x="531093" y="540"/>
                  </a:lnTo>
                  <a:lnTo>
                    <a:pt x="550571" y="1849"/>
                  </a:lnTo>
                  <a:lnTo>
                    <a:pt x="585095" y="4423"/>
                  </a:lnTo>
                  <a:lnTo>
                    <a:pt x="635940" y="8644"/>
                  </a:lnTo>
                  <a:lnTo>
                    <a:pt x="702235" y="14807"/>
                  </a:lnTo>
                  <a:lnTo>
                    <a:pt x="781277" y="23087"/>
                  </a:lnTo>
                  <a:lnTo>
                    <a:pt x="869190" y="33550"/>
                  </a:lnTo>
                  <a:lnTo>
                    <a:pt x="961739" y="46179"/>
                  </a:lnTo>
                  <a:lnTo>
                    <a:pt x="1055034" y="60924"/>
                  </a:lnTo>
                  <a:lnTo>
                    <a:pt x="1145987" y="77750"/>
                  </a:lnTo>
                  <a:lnTo>
                    <a:pt x="1232482" y="96673"/>
                  </a:lnTo>
                  <a:lnTo>
                    <a:pt x="1313326" y="117786"/>
                  </a:lnTo>
                  <a:lnTo>
                    <a:pt x="1388085" y="141270"/>
                  </a:lnTo>
                  <a:lnTo>
                    <a:pt x="1456890" y="167393"/>
                  </a:lnTo>
                  <a:lnTo>
                    <a:pt x="1520245" y="196509"/>
                  </a:lnTo>
                  <a:lnTo>
                    <a:pt x="1578884" y="229041"/>
                  </a:lnTo>
                  <a:lnTo>
                    <a:pt x="1633656" y="265454"/>
                  </a:lnTo>
                  <a:lnTo>
                    <a:pt x="1685442" y="306213"/>
                  </a:lnTo>
                  <a:lnTo>
                    <a:pt x="1735081" y="351697"/>
                  </a:lnTo>
                  <a:lnTo>
                    <a:pt x="1768425" y="385890"/>
                  </a:lnTo>
                  <a:lnTo>
                    <a:pt x="1808538" y="430808"/>
                  </a:lnTo>
                  <a:lnTo>
                    <a:pt x="1848268" y="479260"/>
                  </a:lnTo>
                  <a:lnTo>
                    <a:pt x="1887884" y="531317"/>
                  </a:lnTo>
                  <a:lnTo>
                    <a:pt x="1927594" y="586980"/>
                  </a:lnTo>
                  <a:lnTo>
                    <a:pt x="1967548" y="646179"/>
                  </a:lnTo>
                  <a:lnTo>
                    <a:pt x="2007845" y="708760"/>
                  </a:lnTo>
                  <a:lnTo>
                    <a:pt x="2048540" y="774484"/>
                  </a:lnTo>
                  <a:lnTo>
                    <a:pt x="2089645" y="843027"/>
                  </a:lnTo>
                  <a:lnTo>
                    <a:pt x="2131135" y="913981"/>
                  </a:lnTo>
                  <a:lnTo>
                    <a:pt x="2172952" y="986865"/>
                  </a:lnTo>
                  <a:lnTo>
                    <a:pt x="2215015" y="1061134"/>
                  </a:lnTo>
                  <a:lnTo>
                    <a:pt x="2257222" y="1136199"/>
                  </a:lnTo>
                  <a:lnTo>
                    <a:pt x="2299461" y="1211442"/>
                  </a:lnTo>
                  <a:lnTo>
                    <a:pt x="2341619" y="1286240"/>
                  </a:lnTo>
                  <a:lnTo>
                    <a:pt x="2383588" y="1359984"/>
                  </a:lnTo>
                  <a:lnTo>
                    <a:pt x="2425273" y="1432103"/>
                  </a:lnTo>
                  <a:lnTo>
                    <a:pt x="2466603" y="1502076"/>
                  </a:lnTo>
                  <a:lnTo>
                    <a:pt x="2507533" y="1569453"/>
                  </a:lnTo>
                  <a:lnTo>
                    <a:pt x="2548053" y="1633861"/>
                  </a:lnTo>
                  <a:lnTo>
                    <a:pt x="2588194" y="1695014"/>
                  </a:lnTo>
                  <a:lnTo>
                    <a:pt x="2628028" y="1752708"/>
                  </a:lnTo>
                  <a:lnTo>
                    <a:pt x="2667676" y="1806827"/>
                  </a:lnTo>
                  <a:lnTo>
                    <a:pt x="2707312" y="1857330"/>
                  </a:lnTo>
                  <a:lnTo>
                    <a:pt x="2747170" y="1904252"/>
                  </a:lnTo>
                  <a:lnTo>
                    <a:pt x="2770117" y="1929450"/>
                  </a:lnTo>
                  <a:lnTo>
                    <a:pt x="2818710" y="1978303"/>
                  </a:lnTo>
                  <a:lnTo>
                    <a:pt x="2868931" y="2022288"/>
                  </a:lnTo>
                  <a:lnTo>
                    <a:pt x="2921552" y="2061649"/>
                  </a:lnTo>
                  <a:lnTo>
                    <a:pt x="2977432" y="2096805"/>
                  </a:lnTo>
                  <a:lnTo>
                    <a:pt x="3037450" y="2128226"/>
                  </a:lnTo>
                  <a:lnTo>
                    <a:pt x="3102428" y="2156370"/>
                  </a:lnTo>
                  <a:lnTo>
                    <a:pt x="3173044" y="2181638"/>
                  </a:lnTo>
                  <a:lnTo>
                    <a:pt x="3249704" y="2204360"/>
                  </a:lnTo>
                  <a:lnTo>
                    <a:pt x="3332382" y="2224778"/>
                  </a:lnTo>
                  <a:lnTo>
                    <a:pt x="3420432" y="2243042"/>
                  </a:lnTo>
                  <a:lnTo>
                    <a:pt x="3512386" y="2259222"/>
                  </a:lnTo>
                  <a:lnTo>
                    <a:pt x="3605823" y="2273315"/>
                  </a:lnTo>
                  <a:lnTo>
                    <a:pt x="3697375" y="2285276"/>
                  </a:lnTo>
                  <a:lnTo>
                    <a:pt x="3782983" y="2295059"/>
                  </a:lnTo>
                  <a:lnTo>
                    <a:pt x="3858438" y="2302669"/>
                  </a:lnTo>
                  <a:lnTo>
                    <a:pt x="3920145" y="2308203"/>
                  </a:lnTo>
                  <a:lnTo>
                    <a:pt x="3965911" y="2311876"/>
                  </a:lnTo>
                  <a:lnTo>
                    <a:pt x="3995520" y="2314013"/>
                  </a:lnTo>
                  <a:lnTo>
                    <a:pt x="4010912" y="2315016"/>
                  </a:lnTo>
                  <a:lnTo>
                    <a:pt x="4016014" y="2315318"/>
                  </a:lnTo>
                  <a:lnTo>
                    <a:pt x="4016409" y="2315340"/>
                  </a:lnTo>
                  <a:lnTo>
                    <a:pt x="4538543" y="2315340"/>
                  </a:lnTo>
                  <a:lnTo>
                    <a:pt x="4539796" y="2315310"/>
                  </a:lnTo>
                  <a:lnTo>
                    <a:pt x="4547994" y="2315094"/>
                  </a:lnTo>
                  <a:lnTo>
                    <a:pt x="4568497" y="2314500"/>
                  </a:lnTo>
                  <a:lnTo>
                    <a:pt x="4604739" y="2313332"/>
                  </a:lnTo>
                  <a:lnTo>
                    <a:pt x="4657918" y="2311418"/>
                  </a:lnTo>
                  <a:lnTo>
                    <a:pt x="4726935" y="2308631"/>
                  </a:lnTo>
                  <a:lnTo>
                    <a:pt x="4808770" y="2304895"/>
                  </a:lnTo>
                  <a:lnTo>
                    <a:pt x="4899239" y="2300186"/>
                  </a:lnTo>
                  <a:lnTo>
                    <a:pt x="4993878" y="2294515"/>
                  </a:lnTo>
                  <a:lnTo>
                    <a:pt x="5088690" y="2287905"/>
                  </a:lnTo>
                  <a:lnTo>
                    <a:pt x="5180588" y="2280369"/>
                  </a:lnTo>
                  <a:lnTo>
                    <a:pt x="5267533" y="2271893"/>
                  </a:lnTo>
                  <a:lnTo>
                    <a:pt x="5348454" y="2262427"/>
                  </a:lnTo>
                  <a:lnTo>
                    <a:pt x="5423050" y="2251879"/>
                  </a:lnTo>
                  <a:lnTo>
                    <a:pt x="5491575" y="2240117"/>
                  </a:lnTo>
                  <a:lnTo>
                    <a:pt x="5554639" y="2226973"/>
                  </a:lnTo>
                  <a:lnTo>
                    <a:pt x="5613066" y="2212246"/>
                  </a:lnTo>
                  <a:lnTo>
                    <a:pt x="5667770" y="2195722"/>
                  </a:lnTo>
                  <a:lnTo>
                    <a:pt x="5719676" y="2177200"/>
                  </a:lnTo>
                  <a:lnTo>
                    <a:pt x="5769639" y="2156533"/>
                  </a:lnTo>
                  <a:lnTo>
                    <a:pt x="5784835" y="2149689"/>
                  </a:lnTo>
                  <a:lnTo>
                    <a:pt x="5834419" y="2125601"/>
                  </a:lnTo>
                  <a:lnTo>
                    <a:pt x="5883518" y="2099175"/>
                  </a:lnTo>
                  <a:lnTo>
                    <a:pt x="5932603" y="2070373"/>
                  </a:lnTo>
                  <a:lnTo>
                    <a:pt x="5981999" y="2039231"/>
                  </a:lnTo>
                  <a:lnTo>
                    <a:pt x="6031913" y="2005860"/>
                  </a:lnTo>
                  <a:lnTo>
                    <a:pt x="6082442" y="1970460"/>
                  </a:lnTo>
                  <a:lnTo>
                    <a:pt x="6133586" y="1933317"/>
                  </a:lnTo>
                  <a:lnTo>
                    <a:pt x="6185265" y="1894796"/>
                  </a:lnTo>
                  <a:lnTo>
                    <a:pt x="6237332" y="1855328"/>
                  </a:lnTo>
                  <a:lnTo>
                    <a:pt x="6289596" y="1815394"/>
                  </a:lnTo>
                  <a:lnTo>
                    <a:pt x="6341844" y="1775497"/>
                  </a:lnTo>
                  <a:lnTo>
                    <a:pt x="6393864" y="1736141"/>
                  </a:lnTo>
                  <a:lnTo>
                    <a:pt x="6445471" y="1697800"/>
                  </a:lnTo>
                  <a:lnTo>
                    <a:pt x="6496526" y="1660897"/>
                  </a:lnTo>
                  <a:lnTo>
                    <a:pt x="6546961" y="1625785"/>
                  </a:lnTo>
                  <a:lnTo>
                    <a:pt x="6596789" y="1592738"/>
                  </a:lnTo>
                  <a:lnTo>
                    <a:pt x="6646123" y="1561940"/>
                  </a:lnTo>
                  <a:lnTo>
                    <a:pt x="6695185" y="1533494"/>
                  </a:lnTo>
                  <a:lnTo>
                    <a:pt x="6744324" y="1507423"/>
                  </a:lnTo>
                  <a:lnTo>
                    <a:pt x="6786527" y="1487088"/>
                  </a:lnTo>
                  <a:lnTo>
                    <a:pt x="6836041" y="1465745"/>
                  </a:lnTo>
                  <a:lnTo>
                    <a:pt x="6887259" y="1446569"/>
                  </a:lnTo>
                  <a:lnTo>
                    <a:pt x="6940999" y="1429447"/>
                  </a:lnTo>
                  <a:lnTo>
                    <a:pt x="6998173" y="1414187"/>
                  </a:lnTo>
                  <a:lnTo>
                    <a:pt x="7059707" y="1400574"/>
                  </a:lnTo>
                  <a:lnTo>
                    <a:pt x="7126463" y="1388404"/>
                  </a:lnTo>
                  <a:lnTo>
                    <a:pt x="7199131" y="1377496"/>
                  </a:lnTo>
                  <a:lnTo>
                    <a:pt x="7278095" y="1367707"/>
                  </a:lnTo>
                  <a:lnTo>
                    <a:pt x="7363249" y="1358931"/>
                  </a:lnTo>
                  <a:lnTo>
                    <a:pt x="7453783" y="1351107"/>
                  </a:lnTo>
                  <a:lnTo>
                    <a:pt x="7547973" y="1344210"/>
                  </a:lnTo>
                  <a:lnTo>
                    <a:pt x="7643057" y="1338246"/>
                  </a:lnTo>
                  <a:lnTo>
                    <a:pt x="7735285" y="1333237"/>
                  </a:lnTo>
                  <a:lnTo>
                    <a:pt x="7820271" y="1329200"/>
                  </a:lnTo>
                  <a:lnTo>
                    <a:pt x="7893653" y="1326124"/>
                  </a:lnTo>
                  <a:lnTo>
                    <a:pt x="7951956" y="1323951"/>
                  </a:lnTo>
                  <a:lnTo>
                    <a:pt x="7993425" y="1322569"/>
                  </a:lnTo>
                  <a:lnTo>
                    <a:pt x="8018535" y="1321817"/>
                  </a:lnTo>
                  <a:lnTo>
                    <a:pt x="8030054" y="1321506"/>
                  </a:lnTo>
                  <a:lnTo>
                    <a:pt x="8032780" y="1321438"/>
                  </a:lnTo>
                  <a:lnTo>
                    <a:pt x="8032819" y="1321438"/>
                  </a:lnTo>
                  <a:lnTo>
                    <a:pt x="8554953" y="1321438"/>
                  </a:lnTo>
                  <a:lnTo>
                    <a:pt x="8554953" y="1321438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469" name="pl469"/>
            <p:cNvSpPr/>
            <p:nvPr/>
          </p:nvSpPr>
          <p:spPr>
            <a:xfrm>
              <a:off x="386606" y="2828872"/>
              <a:ext cx="8554953" cy="2315340"/>
            </a:xfrm>
            <a:custGeom>
              <a:avLst/>
              <a:pathLst>
                <a:path w="8554953" h="2315340">
                  <a:moveTo>
                    <a:pt x="8554953" y="1321438"/>
                  </a:moveTo>
                  <a:lnTo>
                    <a:pt x="8032819" y="1321438"/>
                  </a:lnTo>
                  <a:lnTo>
                    <a:pt x="8031566" y="1321468"/>
                  </a:lnTo>
                  <a:lnTo>
                    <a:pt x="8023368" y="1321683"/>
                  </a:lnTo>
                  <a:lnTo>
                    <a:pt x="8002865" y="1322278"/>
                  </a:lnTo>
                  <a:lnTo>
                    <a:pt x="7966623" y="1323446"/>
                  </a:lnTo>
                  <a:lnTo>
                    <a:pt x="7913444" y="1325359"/>
                  </a:lnTo>
                  <a:lnTo>
                    <a:pt x="7844427" y="1328146"/>
                  </a:lnTo>
                  <a:lnTo>
                    <a:pt x="7762592" y="1331882"/>
                  </a:lnTo>
                  <a:lnTo>
                    <a:pt x="7672123" y="1336591"/>
                  </a:lnTo>
                  <a:lnTo>
                    <a:pt x="7577484" y="1342262"/>
                  </a:lnTo>
                  <a:lnTo>
                    <a:pt x="7482672" y="1348872"/>
                  </a:lnTo>
                  <a:lnTo>
                    <a:pt x="7390774" y="1356408"/>
                  </a:lnTo>
                  <a:lnTo>
                    <a:pt x="7303829" y="1364884"/>
                  </a:lnTo>
                  <a:lnTo>
                    <a:pt x="7222908" y="1374350"/>
                  </a:lnTo>
                  <a:lnTo>
                    <a:pt x="7148311" y="1384898"/>
                  </a:lnTo>
                  <a:lnTo>
                    <a:pt x="7079787" y="1396660"/>
                  </a:lnTo>
                  <a:lnTo>
                    <a:pt x="7016722" y="1409805"/>
                  </a:lnTo>
                  <a:lnTo>
                    <a:pt x="6958296" y="1424532"/>
                  </a:lnTo>
                  <a:lnTo>
                    <a:pt x="6903592" y="1441055"/>
                  </a:lnTo>
                  <a:lnTo>
                    <a:pt x="6851686" y="1459577"/>
                  </a:lnTo>
                  <a:lnTo>
                    <a:pt x="6801722" y="1480245"/>
                  </a:lnTo>
                  <a:lnTo>
                    <a:pt x="6786527" y="1487088"/>
                  </a:lnTo>
                  <a:lnTo>
                    <a:pt x="6736943" y="1511177"/>
                  </a:lnTo>
                  <a:lnTo>
                    <a:pt x="6687844" y="1537603"/>
                  </a:lnTo>
                  <a:lnTo>
                    <a:pt x="6638759" y="1566404"/>
                  </a:lnTo>
                  <a:lnTo>
                    <a:pt x="6589363" y="1597547"/>
                  </a:lnTo>
                  <a:lnTo>
                    <a:pt x="6539449" y="1630917"/>
                  </a:lnTo>
                  <a:lnTo>
                    <a:pt x="6488920" y="1666317"/>
                  </a:lnTo>
                  <a:lnTo>
                    <a:pt x="6437776" y="1703460"/>
                  </a:lnTo>
                  <a:lnTo>
                    <a:pt x="6386097" y="1741981"/>
                  </a:lnTo>
                  <a:lnTo>
                    <a:pt x="6334030" y="1781449"/>
                  </a:lnTo>
                  <a:lnTo>
                    <a:pt x="6281766" y="1821384"/>
                  </a:lnTo>
                  <a:lnTo>
                    <a:pt x="6229518" y="1861280"/>
                  </a:lnTo>
                  <a:lnTo>
                    <a:pt x="6177498" y="1900636"/>
                  </a:lnTo>
                  <a:lnTo>
                    <a:pt x="6125891" y="1938977"/>
                  </a:lnTo>
                  <a:lnTo>
                    <a:pt x="6074836" y="1975880"/>
                  </a:lnTo>
                  <a:lnTo>
                    <a:pt x="6024401" y="2010992"/>
                  </a:lnTo>
                  <a:lnTo>
                    <a:pt x="5974573" y="2044040"/>
                  </a:lnTo>
                  <a:lnTo>
                    <a:pt x="5925239" y="2074837"/>
                  </a:lnTo>
                  <a:lnTo>
                    <a:pt x="5876177" y="2103283"/>
                  </a:lnTo>
                  <a:lnTo>
                    <a:pt x="5827038" y="2129355"/>
                  </a:lnTo>
                  <a:lnTo>
                    <a:pt x="5784835" y="2149689"/>
                  </a:lnTo>
                  <a:lnTo>
                    <a:pt x="5735321" y="2171032"/>
                  </a:lnTo>
                  <a:lnTo>
                    <a:pt x="5684103" y="2190208"/>
                  </a:lnTo>
                  <a:lnTo>
                    <a:pt x="5630363" y="2207330"/>
                  </a:lnTo>
                  <a:lnTo>
                    <a:pt x="5573189" y="2222590"/>
                  </a:lnTo>
                  <a:lnTo>
                    <a:pt x="5511655" y="2236203"/>
                  </a:lnTo>
                  <a:lnTo>
                    <a:pt x="5444899" y="2248373"/>
                  </a:lnTo>
                  <a:lnTo>
                    <a:pt x="5372231" y="2259281"/>
                  </a:lnTo>
                  <a:lnTo>
                    <a:pt x="5293267" y="2269071"/>
                  </a:lnTo>
                  <a:lnTo>
                    <a:pt x="5208113" y="2277846"/>
                  </a:lnTo>
                  <a:lnTo>
                    <a:pt x="5117579" y="2285670"/>
                  </a:lnTo>
                  <a:lnTo>
                    <a:pt x="5023389" y="2292567"/>
                  </a:lnTo>
                  <a:lnTo>
                    <a:pt x="4928305" y="2298531"/>
                  </a:lnTo>
                  <a:lnTo>
                    <a:pt x="4836077" y="2303540"/>
                  </a:lnTo>
                  <a:lnTo>
                    <a:pt x="4751091" y="2307577"/>
                  </a:lnTo>
                  <a:lnTo>
                    <a:pt x="4677709" y="2310653"/>
                  </a:lnTo>
                  <a:lnTo>
                    <a:pt x="4619406" y="2312826"/>
                  </a:lnTo>
                  <a:lnTo>
                    <a:pt x="4577937" y="2314208"/>
                  </a:lnTo>
                  <a:lnTo>
                    <a:pt x="4552827" y="2314960"/>
                  </a:lnTo>
                  <a:lnTo>
                    <a:pt x="4541308" y="2315272"/>
                  </a:lnTo>
                  <a:lnTo>
                    <a:pt x="4538582" y="2315339"/>
                  </a:lnTo>
                  <a:lnTo>
                    <a:pt x="4538543" y="2315340"/>
                  </a:lnTo>
                  <a:lnTo>
                    <a:pt x="4016409" y="2315340"/>
                  </a:lnTo>
                  <a:lnTo>
                    <a:pt x="4015222" y="2315273"/>
                  </a:lnTo>
                  <a:lnTo>
                    <a:pt x="4007449" y="2314800"/>
                  </a:lnTo>
                  <a:lnTo>
                    <a:pt x="3987971" y="2313490"/>
                  </a:lnTo>
                  <a:lnTo>
                    <a:pt x="3953447" y="2310916"/>
                  </a:lnTo>
                  <a:lnTo>
                    <a:pt x="3902602" y="2306695"/>
                  </a:lnTo>
                  <a:lnTo>
                    <a:pt x="3836307" y="2300533"/>
                  </a:lnTo>
                  <a:lnTo>
                    <a:pt x="3757265" y="2292252"/>
                  </a:lnTo>
                  <a:lnTo>
                    <a:pt x="3669352" y="2281789"/>
                  </a:lnTo>
                  <a:lnTo>
                    <a:pt x="3576803" y="2269160"/>
                  </a:lnTo>
                  <a:lnTo>
                    <a:pt x="3483509" y="2254415"/>
                  </a:lnTo>
                  <a:lnTo>
                    <a:pt x="3392555" y="2237589"/>
                  </a:lnTo>
                  <a:lnTo>
                    <a:pt x="3306060" y="2218666"/>
                  </a:lnTo>
                  <a:lnTo>
                    <a:pt x="3225216" y="2197553"/>
                  </a:lnTo>
                  <a:lnTo>
                    <a:pt x="3150457" y="2174070"/>
                  </a:lnTo>
                  <a:lnTo>
                    <a:pt x="3081652" y="2147946"/>
                  </a:lnTo>
                  <a:lnTo>
                    <a:pt x="3018297" y="2118830"/>
                  </a:lnTo>
                  <a:lnTo>
                    <a:pt x="2959658" y="2086299"/>
                  </a:lnTo>
                  <a:lnTo>
                    <a:pt x="2904886" y="2049885"/>
                  </a:lnTo>
                  <a:lnTo>
                    <a:pt x="2853101" y="2009126"/>
                  </a:lnTo>
                  <a:lnTo>
                    <a:pt x="2803461" y="1963642"/>
                  </a:lnTo>
                  <a:lnTo>
                    <a:pt x="2770117" y="1929450"/>
                  </a:lnTo>
                  <a:lnTo>
                    <a:pt x="2730004" y="1884531"/>
                  </a:lnTo>
                  <a:lnTo>
                    <a:pt x="2690275" y="1836079"/>
                  </a:lnTo>
                  <a:lnTo>
                    <a:pt x="2650658" y="1784023"/>
                  </a:lnTo>
                  <a:lnTo>
                    <a:pt x="2610948" y="1728359"/>
                  </a:lnTo>
                  <a:lnTo>
                    <a:pt x="2570994" y="1669160"/>
                  </a:lnTo>
                  <a:lnTo>
                    <a:pt x="2530697" y="1606579"/>
                  </a:lnTo>
                  <a:lnTo>
                    <a:pt x="2490002" y="1540855"/>
                  </a:lnTo>
                  <a:lnTo>
                    <a:pt x="2448897" y="1472312"/>
                  </a:lnTo>
                  <a:lnTo>
                    <a:pt x="2407407" y="1401358"/>
                  </a:lnTo>
                  <a:lnTo>
                    <a:pt x="2365590" y="1328475"/>
                  </a:lnTo>
                  <a:lnTo>
                    <a:pt x="2323528" y="1254205"/>
                  </a:lnTo>
                  <a:lnTo>
                    <a:pt x="2281321" y="1179140"/>
                  </a:lnTo>
                  <a:lnTo>
                    <a:pt x="2239081" y="1103897"/>
                  </a:lnTo>
                  <a:lnTo>
                    <a:pt x="2196923" y="1029099"/>
                  </a:lnTo>
                  <a:lnTo>
                    <a:pt x="2154954" y="955355"/>
                  </a:lnTo>
                  <a:lnTo>
                    <a:pt x="2113269" y="883237"/>
                  </a:lnTo>
                  <a:lnTo>
                    <a:pt x="2071939" y="813264"/>
                  </a:lnTo>
                  <a:lnTo>
                    <a:pt x="2031010" y="745887"/>
                  </a:lnTo>
                  <a:lnTo>
                    <a:pt x="1990489" y="681478"/>
                  </a:lnTo>
                  <a:lnTo>
                    <a:pt x="1950348" y="620325"/>
                  </a:lnTo>
                  <a:lnTo>
                    <a:pt x="1910514" y="562631"/>
                  </a:lnTo>
                  <a:lnTo>
                    <a:pt x="1870866" y="508512"/>
                  </a:lnTo>
                  <a:lnTo>
                    <a:pt x="1831230" y="458009"/>
                  </a:lnTo>
                  <a:lnTo>
                    <a:pt x="1791373" y="411087"/>
                  </a:lnTo>
                  <a:lnTo>
                    <a:pt x="1768425" y="385890"/>
                  </a:lnTo>
                  <a:lnTo>
                    <a:pt x="1719833" y="337036"/>
                  </a:lnTo>
                  <a:lnTo>
                    <a:pt x="1669611" y="293051"/>
                  </a:lnTo>
                  <a:lnTo>
                    <a:pt x="1616990" y="253690"/>
                  </a:lnTo>
                  <a:lnTo>
                    <a:pt x="1561110" y="218534"/>
                  </a:lnTo>
                  <a:lnTo>
                    <a:pt x="1501093" y="187113"/>
                  </a:lnTo>
                  <a:lnTo>
                    <a:pt x="1436114" y="158970"/>
                  </a:lnTo>
                  <a:lnTo>
                    <a:pt x="1365498" y="133701"/>
                  </a:lnTo>
                  <a:lnTo>
                    <a:pt x="1288839" y="110979"/>
                  </a:lnTo>
                  <a:lnTo>
                    <a:pt x="1206160" y="90562"/>
                  </a:lnTo>
                  <a:lnTo>
                    <a:pt x="1118111" y="72297"/>
                  </a:lnTo>
                  <a:lnTo>
                    <a:pt x="1026156" y="56117"/>
                  </a:lnTo>
                  <a:lnTo>
                    <a:pt x="932719" y="42024"/>
                  </a:lnTo>
                  <a:lnTo>
                    <a:pt x="841168" y="30064"/>
                  </a:lnTo>
                  <a:lnTo>
                    <a:pt x="755560" y="20280"/>
                  </a:lnTo>
                  <a:lnTo>
                    <a:pt x="680104" y="12670"/>
                  </a:lnTo>
                  <a:lnTo>
                    <a:pt x="618398" y="7136"/>
                  </a:lnTo>
                  <a:lnTo>
                    <a:pt x="572631" y="3463"/>
                  </a:lnTo>
                  <a:lnTo>
                    <a:pt x="543023" y="1326"/>
                  </a:lnTo>
                  <a:lnTo>
                    <a:pt x="527630" y="323"/>
                  </a:lnTo>
                  <a:lnTo>
                    <a:pt x="522529" y="21"/>
                  </a:lnTo>
                  <a:lnTo>
                    <a:pt x="522133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470" name="pg470"/>
            <p:cNvSpPr/>
            <p:nvPr/>
          </p:nvSpPr>
          <p:spPr>
            <a:xfrm>
              <a:off x="386606" y="2840166"/>
              <a:ext cx="8554953" cy="2326634"/>
            </a:xfrm>
            <a:custGeom>
              <a:avLst/>
              <a:pathLst>
                <a:path w="8554953" h="2326634">
                  <a:moveTo>
                    <a:pt x="0" y="5647"/>
                  </a:moveTo>
                  <a:lnTo>
                    <a:pt x="522133" y="5647"/>
                  </a:lnTo>
                  <a:lnTo>
                    <a:pt x="523320" y="5713"/>
                  </a:lnTo>
                  <a:lnTo>
                    <a:pt x="531091" y="6188"/>
                  </a:lnTo>
                  <a:lnTo>
                    <a:pt x="550563" y="7500"/>
                  </a:lnTo>
                  <a:lnTo>
                    <a:pt x="585077" y="10080"/>
                  </a:lnTo>
                  <a:lnTo>
                    <a:pt x="635909" y="14310"/>
                  </a:lnTo>
                  <a:lnTo>
                    <a:pt x="702188" y="20485"/>
                  </a:lnTo>
                  <a:lnTo>
                    <a:pt x="781214" y="28784"/>
                  </a:lnTo>
                  <a:lnTo>
                    <a:pt x="869113" y="39269"/>
                  </a:lnTo>
                  <a:lnTo>
                    <a:pt x="961649" y="51926"/>
                  </a:lnTo>
                  <a:lnTo>
                    <a:pt x="1054935" y="66703"/>
                  </a:lnTo>
                  <a:lnTo>
                    <a:pt x="1145883" y="83566"/>
                  </a:lnTo>
                  <a:lnTo>
                    <a:pt x="1232375" y="102530"/>
                  </a:lnTo>
                  <a:lnTo>
                    <a:pt x="1313218" y="123689"/>
                  </a:lnTo>
                  <a:lnTo>
                    <a:pt x="1387978" y="147224"/>
                  </a:lnTo>
                  <a:lnTo>
                    <a:pt x="1456784" y="173404"/>
                  </a:lnTo>
                  <a:lnTo>
                    <a:pt x="1520141" y="202583"/>
                  </a:lnTo>
                  <a:lnTo>
                    <a:pt x="1578781" y="235184"/>
                  </a:lnTo>
                  <a:lnTo>
                    <a:pt x="1633554" y="271675"/>
                  </a:lnTo>
                  <a:lnTo>
                    <a:pt x="1685339" y="312520"/>
                  </a:lnTo>
                  <a:lnTo>
                    <a:pt x="1734977" y="358100"/>
                  </a:lnTo>
                  <a:lnTo>
                    <a:pt x="1768425" y="392478"/>
                  </a:lnTo>
                  <a:lnTo>
                    <a:pt x="1808504" y="437466"/>
                  </a:lnTo>
                  <a:lnTo>
                    <a:pt x="1848200" y="485990"/>
                  </a:lnTo>
                  <a:lnTo>
                    <a:pt x="1887782" y="538121"/>
                  </a:lnTo>
                  <a:lnTo>
                    <a:pt x="1927458" y="593862"/>
                  </a:lnTo>
                  <a:lnTo>
                    <a:pt x="1967376" y="653141"/>
                  </a:lnTo>
                  <a:lnTo>
                    <a:pt x="2007637" y="715805"/>
                  </a:lnTo>
                  <a:lnTo>
                    <a:pt x="2048295" y="781616"/>
                  </a:lnTo>
                  <a:lnTo>
                    <a:pt x="2089362" y="850250"/>
                  </a:lnTo>
                  <a:lnTo>
                    <a:pt x="2130813" y="921300"/>
                  </a:lnTo>
                  <a:lnTo>
                    <a:pt x="2172592" y="994286"/>
                  </a:lnTo>
                  <a:lnTo>
                    <a:pt x="2214617" y="1068663"/>
                  </a:lnTo>
                  <a:lnTo>
                    <a:pt x="2256787" y="1143841"/>
                  </a:lnTo>
                  <a:lnTo>
                    <a:pt x="2298991" y="1219205"/>
                  </a:lnTo>
                  <a:lnTo>
                    <a:pt x="2341114" y="1294130"/>
                  </a:lnTo>
                  <a:lnTo>
                    <a:pt x="2383050" y="1368007"/>
                  </a:lnTo>
                  <a:lnTo>
                    <a:pt x="2424704" y="1440264"/>
                  </a:lnTo>
                  <a:lnTo>
                    <a:pt x="2466003" y="1510382"/>
                  </a:lnTo>
                  <a:lnTo>
                    <a:pt x="2506904" y="1577907"/>
                  </a:lnTo>
                  <a:lnTo>
                    <a:pt x="2547396" y="1642467"/>
                  </a:lnTo>
                  <a:lnTo>
                    <a:pt x="2587508" y="1703773"/>
                  </a:lnTo>
                  <a:lnTo>
                    <a:pt x="2627313" y="1761621"/>
                  </a:lnTo>
                  <a:lnTo>
                    <a:pt x="2666929" y="1815891"/>
                  </a:lnTo>
                  <a:lnTo>
                    <a:pt x="2706529" y="1866544"/>
                  </a:lnTo>
                  <a:lnTo>
                    <a:pt x="2746345" y="1913612"/>
                  </a:lnTo>
                  <a:lnTo>
                    <a:pt x="2770117" y="1939803"/>
                  </a:lnTo>
                  <a:lnTo>
                    <a:pt x="2818704" y="1988770"/>
                  </a:lnTo>
                  <a:lnTo>
                    <a:pt x="2868920" y="2032858"/>
                  </a:lnTo>
                  <a:lnTo>
                    <a:pt x="2921535" y="2072313"/>
                  </a:lnTo>
                  <a:lnTo>
                    <a:pt x="2977407" y="2107552"/>
                  </a:lnTo>
                  <a:lnTo>
                    <a:pt x="3037416" y="2139048"/>
                  </a:lnTo>
                  <a:lnTo>
                    <a:pt x="3102385" y="2167259"/>
                  </a:lnTo>
                  <a:lnTo>
                    <a:pt x="3172989" y="2192589"/>
                  </a:lnTo>
                  <a:lnTo>
                    <a:pt x="3249635" y="2215366"/>
                  </a:lnTo>
                  <a:lnTo>
                    <a:pt x="3332300" y="2235832"/>
                  </a:lnTo>
                  <a:lnTo>
                    <a:pt x="3420335" y="2254142"/>
                  </a:lnTo>
                  <a:lnTo>
                    <a:pt x="3512276" y="2270362"/>
                  </a:lnTo>
                  <a:lnTo>
                    <a:pt x="3605703" y="2284490"/>
                  </a:lnTo>
                  <a:lnTo>
                    <a:pt x="3697251" y="2296481"/>
                  </a:lnTo>
                  <a:lnTo>
                    <a:pt x="3782861" y="2306291"/>
                  </a:lnTo>
                  <a:lnTo>
                    <a:pt x="3858327" y="2313922"/>
                  </a:lnTo>
                  <a:lnTo>
                    <a:pt x="3920052" y="2319473"/>
                  </a:lnTo>
                  <a:lnTo>
                    <a:pt x="3965843" y="2323157"/>
                  </a:lnTo>
                  <a:lnTo>
                    <a:pt x="3995477" y="2325301"/>
                  </a:lnTo>
                  <a:lnTo>
                    <a:pt x="4010893" y="2326308"/>
                  </a:lnTo>
                  <a:lnTo>
                    <a:pt x="4016010" y="2326612"/>
                  </a:lnTo>
                  <a:lnTo>
                    <a:pt x="4016409" y="2326634"/>
                  </a:lnTo>
                  <a:lnTo>
                    <a:pt x="4538543" y="2326634"/>
                  </a:lnTo>
                  <a:lnTo>
                    <a:pt x="4539811" y="2326624"/>
                  </a:lnTo>
                  <a:lnTo>
                    <a:pt x="4548101" y="2326552"/>
                  </a:lnTo>
                  <a:lnTo>
                    <a:pt x="4568825" y="2326354"/>
                  </a:lnTo>
                  <a:lnTo>
                    <a:pt x="4605439" y="2325964"/>
                  </a:lnTo>
                  <a:lnTo>
                    <a:pt x="4659122" y="2325327"/>
                  </a:lnTo>
                  <a:lnTo>
                    <a:pt x="4728721" y="2324398"/>
                  </a:lnTo>
                  <a:lnTo>
                    <a:pt x="4811150" y="2323154"/>
                  </a:lnTo>
                  <a:lnTo>
                    <a:pt x="4902156" y="2321586"/>
                  </a:lnTo>
                  <a:lnTo>
                    <a:pt x="4997230" y="2319700"/>
                  </a:lnTo>
                  <a:lnTo>
                    <a:pt x="5092351" y="2317502"/>
                  </a:lnTo>
                  <a:lnTo>
                    <a:pt x="5184437" y="2314996"/>
                  </a:lnTo>
                  <a:lnTo>
                    <a:pt x="5271466" y="2312178"/>
                  </a:lnTo>
                  <a:lnTo>
                    <a:pt x="5352395" y="2309029"/>
                  </a:lnTo>
                  <a:lnTo>
                    <a:pt x="5426951" y="2305520"/>
                  </a:lnTo>
                  <a:lnTo>
                    <a:pt x="5495413" y="2301604"/>
                  </a:lnTo>
                  <a:lnTo>
                    <a:pt x="5558418" y="2297226"/>
                  </a:lnTo>
                  <a:lnTo>
                    <a:pt x="5616804" y="2292317"/>
                  </a:lnTo>
                  <a:lnTo>
                    <a:pt x="5671501" y="2286808"/>
                  </a:lnTo>
                  <a:lnTo>
                    <a:pt x="5723441" y="2280630"/>
                  </a:lnTo>
                  <a:lnTo>
                    <a:pt x="5773483" y="2273737"/>
                  </a:lnTo>
                  <a:lnTo>
                    <a:pt x="5784835" y="2272045"/>
                  </a:lnTo>
                  <a:lnTo>
                    <a:pt x="5838473" y="2263419"/>
                  </a:lnTo>
                  <a:lnTo>
                    <a:pt x="5891593" y="2253889"/>
                  </a:lnTo>
                  <a:lnTo>
                    <a:pt x="5944766" y="2243442"/>
                  </a:lnTo>
                  <a:lnTo>
                    <a:pt x="5998376" y="2232100"/>
                  </a:lnTo>
                  <a:lnTo>
                    <a:pt x="6052641" y="2219919"/>
                  </a:lnTo>
                  <a:lnTo>
                    <a:pt x="6107637" y="2206998"/>
                  </a:lnTo>
                  <a:lnTo>
                    <a:pt x="6163318" y="2193470"/>
                  </a:lnTo>
                  <a:lnTo>
                    <a:pt x="6219532" y="2179503"/>
                  </a:lnTo>
                  <a:lnTo>
                    <a:pt x="6276058" y="2165292"/>
                  </a:lnTo>
                  <a:lnTo>
                    <a:pt x="6332631" y="2151044"/>
                  </a:lnTo>
                  <a:lnTo>
                    <a:pt x="6388979" y="2136972"/>
                  </a:lnTo>
                  <a:lnTo>
                    <a:pt x="6444862" y="2123274"/>
                  </a:lnTo>
                  <a:lnTo>
                    <a:pt x="6500102" y="2110129"/>
                  </a:lnTo>
                  <a:lnTo>
                    <a:pt x="6554614" y="2097684"/>
                  </a:lnTo>
                  <a:lnTo>
                    <a:pt x="6608429" y="2086048"/>
                  </a:lnTo>
                  <a:lnTo>
                    <a:pt x="6661717" y="2075293"/>
                  </a:lnTo>
                  <a:lnTo>
                    <a:pt x="6714801" y="2065451"/>
                  </a:lnTo>
                  <a:lnTo>
                    <a:pt x="6768186" y="2056521"/>
                  </a:lnTo>
                  <a:lnTo>
                    <a:pt x="6786527" y="2053687"/>
                  </a:lnTo>
                  <a:lnTo>
                    <a:pt x="6836237" y="2046628"/>
                  </a:lnTo>
                  <a:lnTo>
                    <a:pt x="6887668" y="2040288"/>
                  </a:lnTo>
                  <a:lnTo>
                    <a:pt x="6941648" y="2034630"/>
                  </a:lnTo>
                  <a:lnTo>
                    <a:pt x="6999099" y="2029589"/>
                  </a:lnTo>
                  <a:lnTo>
                    <a:pt x="7060959" y="2025095"/>
                  </a:lnTo>
                  <a:lnTo>
                    <a:pt x="7128096" y="2021078"/>
                  </a:lnTo>
                  <a:lnTo>
                    <a:pt x="7201206" y="2017479"/>
                  </a:lnTo>
                  <a:lnTo>
                    <a:pt x="7280665" y="2014251"/>
                  </a:lnTo>
                  <a:lnTo>
                    <a:pt x="7366348" y="2011358"/>
                  </a:lnTo>
                  <a:lnTo>
                    <a:pt x="7457408" y="2008781"/>
                  </a:lnTo>
                  <a:lnTo>
                    <a:pt x="7552064" y="2006512"/>
                  </a:lnTo>
                  <a:lnTo>
                    <a:pt x="7647476" y="2004553"/>
                  </a:lnTo>
                  <a:lnTo>
                    <a:pt x="7739814" y="2002911"/>
                  </a:lnTo>
                  <a:lnTo>
                    <a:pt x="7824622" y="2001593"/>
                  </a:lnTo>
                  <a:lnTo>
                    <a:pt x="7897512" y="2000593"/>
                  </a:lnTo>
                  <a:lnTo>
                    <a:pt x="7955048" y="1999891"/>
                  </a:lnTo>
                  <a:lnTo>
                    <a:pt x="7995581" y="1999449"/>
                  </a:lnTo>
                  <a:lnTo>
                    <a:pt x="8019744" y="1999212"/>
                  </a:lnTo>
                  <a:lnTo>
                    <a:pt x="8030488" y="1999117"/>
                  </a:lnTo>
                  <a:lnTo>
                    <a:pt x="8032819" y="1999098"/>
                  </a:lnTo>
                  <a:lnTo>
                    <a:pt x="8554953" y="1999098"/>
                  </a:lnTo>
                  <a:lnTo>
                    <a:pt x="8554953" y="1993451"/>
                  </a:lnTo>
                  <a:lnTo>
                    <a:pt x="8032819" y="1993451"/>
                  </a:lnTo>
                  <a:lnTo>
                    <a:pt x="8031551" y="1993461"/>
                  </a:lnTo>
                  <a:lnTo>
                    <a:pt x="8023261" y="1993533"/>
                  </a:lnTo>
                  <a:lnTo>
                    <a:pt x="8002536" y="1993731"/>
                  </a:lnTo>
                  <a:lnTo>
                    <a:pt x="7965923" y="1994120"/>
                  </a:lnTo>
                  <a:lnTo>
                    <a:pt x="7912240" y="1994758"/>
                  </a:lnTo>
                  <a:lnTo>
                    <a:pt x="7842641" y="1995687"/>
                  </a:lnTo>
                  <a:lnTo>
                    <a:pt x="7760212" y="1996931"/>
                  </a:lnTo>
                  <a:lnTo>
                    <a:pt x="7669206" y="1998498"/>
                  </a:lnTo>
                  <a:lnTo>
                    <a:pt x="7574132" y="2000385"/>
                  </a:lnTo>
                  <a:lnTo>
                    <a:pt x="7479011" y="2002583"/>
                  </a:lnTo>
                  <a:lnTo>
                    <a:pt x="7386925" y="2005089"/>
                  </a:lnTo>
                  <a:lnTo>
                    <a:pt x="7299896" y="2007907"/>
                  </a:lnTo>
                  <a:lnTo>
                    <a:pt x="7218967" y="2011056"/>
                  </a:lnTo>
                  <a:lnTo>
                    <a:pt x="7144411" y="2014565"/>
                  </a:lnTo>
                  <a:lnTo>
                    <a:pt x="7075949" y="2018481"/>
                  </a:lnTo>
                  <a:lnTo>
                    <a:pt x="7012944" y="2022859"/>
                  </a:lnTo>
                  <a:lnTo>
                    <a:pt x="6954558" y="2027768"/>
                  </a:lnTo>
                  <a:lnTo>
                    <a:pt x="6899861" y="2033277"/>
                  </a:lnTo>
                  <a:lnTo>
                    <a:pt x="6847921" y="2039455"/>
                  </a:lnTo>
                  <a:lnTo>
                    <a:pt x="6797879" y="2046347"/>
                  </a:lnTo>
                  <a:lnTo>
                    <a:pt x="6786527" y="2048040"/>
                  </a:lnTo>
                  <a:lnTo>
                    <a:pt x="6732889" y="2056666"/>
                  </a:lnTo>
                  <a:lnTo>
                    <a:pt x="6679769" y="2066196"/>
                  </a:lnTo>
                  <a:lnTo>
                    <a:pt x="6626596" y="2076643"/>
                  </a:lnTo>
                  <a:lnTo>
                    <a:pt x="6572986" y="2087985"/>
                  </a:lnTo>
                  <a:lnTo>
                    <a:pt x="6518721" y="2100165"/>
                  </a:lnTo>
                  <a:lnTo>
                    <a:pt x="6463724" y="2113087"/>
                  </a:lnTo>
                  <a:lnTo>
                    <a:pt x="6408044" y="2126615"/>
                  </a:lnTo>
                  <a:lnTo>
                    <a:pt x="6351830" y="2140582"/>
                  </a:lnTo>
                  <a:lnTo>
                    <a:pt x="6295304" y="2154793"/>
                  </a:lnTo>
                  <a:lnTo>
                    <a:pt x="6238731" y="2169041"/>
                  </a:lnTo>
                  <a:lnTo>
                    <a:pt x="6182383" y="2183113"/>
                  </a:lnTo>
                  <a:lnTo>
                    <a:pt x="6126500" y="2196811"/>
                  </a:lnTo>
                  <a:lnTo>
                    <a:pt x="6071260" y="2209956"/>
                  </a:lnTo>
                  <a:lnTo>
                    <a:pt x="6016748" y="2222401"/>
                  </a:lnTo>
                  <a:lnTo>
                    <a:pt x="5962932" y="2234036"/>
                  </a:lnTo>
                  <a:lnTo>
                    <a:pt x="5909645" y="2244792"/>
                  </a:lnTo>
                  <a:lnTo>
                    <a:pt x="5856561" y="2254634"/>
                  </a:lnTo>
                  <a:lnTo>
                    <a:pt x="5803176" y="2263564"/>
                  </a:lnTo>
                  <a:lnTo>
                    <a:pt x="5784835" y="2266398"/>
                  </a:lnTo>
                  <a:lnTo>
                    <a:pt x="5735125" y="2273457"/>
                  </a:lnTo>
                  <a:lnTo>
                    <a:pt x="5683694" y="2279797"/>
                  </a:lnTo>
                  <a:lnTo>
                    <a:pt x="5629714" y="2285455"/>
                  </a:lnTo>
                  <a:lnTo>
                    <a:pt x="5572263" y="2290496"/>
                  </a:lnTo>
                  <a:lnTo>
                    <a:pt x="5510403" y="2294990"/>
                  </a:lnTo>
                  <a:lnTo>
                    <a:pt x="5443266" y="2299007"/>
                  </a:lnTo>
                  <a:lnTo>
                    <a:pt x="5370156" y="2302606"/>
                  </a:lnTo>
                  <a:lnTo>
                    <a:pt x="5290697" y="2305834"/>
                  </a:lnTo>
                  <a:lnTo>
                    <a:pt x="5205014" y="2308727"/>
                  </a:lnTo>
                  <a:lnTo>
                    <a:pt x="5113954" y="2311304"/>
                  </a:lnTo>
                  <a:lnTo>
                    <a:pt x="5019298" y="2313573"/>
                  </a:lnTo>
                  <a:lnTo>
                    <a:pt x="4923886" y="2315532"/>
                  </a:lnTo>
                  <a:lnTo>
                    <a:pt x="4831548" y="2317174"/>
                  </a:lnTo>
                  <a:lnTo>
                    <a:pt x="4746740" y="2318492"/>
                  </a:lnTo>
                  <a:lnTo>
                    <a:pt x="4673850" y="2319492"/>
                  </a:lnTo>
                  <a:lnTo>
                    <a:pt x="4616314" y="2320194"/>
                  </a:lnTo>
                  <a:lnTo>
                    <a:pt x="4575780" y="2320636"/>
                  </a:lnTo>
                  <a:lnTo>
                    <a:pt x="4551618" y="2320873"/>
                  </a:lnTo>
                  <a:lnTo>
                    <a:pt x="4540874" y="2320968"/>
                  </a:lnTo>
                  <a:lnTo>
                    <a:pt x="4538543" y="2320987"/>
                  </a:lnTo>
                  <a:lnTo>
                    <a:pt x="4016409" y="2320987"/>
                  </a:lnTo>
                  <a:lnTo>
                    <a:pt x="4015222" y="2320920"/>
                  </a:lnTo>
                  <a:lnTo>
                    <a:pt x="4007452" y="2320446"/>
                  </a:lnTo>
                  <a:lnTo>
                    <a:pt x="3987979" y="2319133"/>
                  </a:lnTo>
                  <a:lnTo>
                    <a:pt x="3953465" y="2316554"/>
                  </a:lnTo>
                  <a:lnTo>
                    <a:pt x="3902634" y="2312324"/>
                  </a:lnTo>
                  <a:lnTo>
                    <a:pt x="3836354" y="2306148"/>
                  </a:lnTo>
                  <a:lnTo>
                    <a:pt x="3757328" y="2297850"/>
                  </a:lnTo>
                  <a:lnTo>
                    <a:pt x="3669429" y="2287364"/>
                  </a:lnTo>
                  <a:lnTo>
                    <a:pt x="3576893" y="2274708"/>
                  </a:lnTo>
                  <a:lnTo>
                    <a:pt x="3483607" y="2259930"/>
                  </a:lnTo>
                  <a:lnTo>
                    <a:pt x="3392659" y="2243068"/>
                  </a:lnTo>
                  <a:lnTo>
                    <a:pt x="3306167" y="2224104"/>
                  </a:lnTo>
                  <a:lnTo>
                    <a:pt x="3225324" y="2202944"/>
                  </a:lnTo>
                  <a:lnTo>
                    <a:pt x="3150564" y="2179409"/>
                  </a:lnTo>
                  <a:lnTo>
                    <a:pt x="3081758" y="2153229"/>
                  </a:lnTo>
                  <a:lnTo>
                    <a:pt x="3018401" y="2124051"/>
                  </a:lnTo>
                  <a:lnTo>
                    <a:pt x="2959761" y="2091450"/>
                  </a:lnTo>
                  <a:lnTo>
                    <a:pt x="2904988" y="2054959"/>
                  </a:lnTo>
                  <a:lnTo>
                    <a:pt x="2853203" y="2014114"/>
                  </a:lnTo>
                  <a:lnTo>
                    <a:pt x="2803566" y="1968534"/>
                  </a:lnTo>
                  <a:lnTo>
                    <a:pt x="2770117" y="1934156"/>
                  </a:lnTo>
                  <a:lnTo>
                    <a:pt x="2730039" y="1889168"/>
                  </a:lnTo>
                  <a:lnTo>
                    <a:pt x="2690343" y="1840644"/>
                  </a:lnTo>
                  <a:lnTo>
                    <a:pt x="2650760" y="1788513"/>
                  </a:lnTo>
                  <a:lnTo>
                    <a:pt x="2611085" y="1732772"/>
                  </a:lnTo>
                  <a:lnTo>
                    <a:pt x="2571166" y="1673493"/>
                  </a:lnTo>
                  <a:lnTo>
                    <a:pt x="2530905" y="1610828"/>
                  </a:lnTo>
                  <a:lnTo>
                    <a:pt x="2490247" y="1545017"/>
                  </a:lnTo>
                  <a:lnTo>
                    <a:pt x="2449180" y="1476383"/>
                  </a:lnTo>
                  <a:lnTo>
                    <a:pt x="2407729" y="1405333"/>
                  </a:lnTo>
                  <a:lnTo>
                    <a:pt x="2365950" y="1332348"/>
                  </a:lnTo>
                  <a:lnTo>
                    <a:pt x="2323925" y="1257971"/>
                  </a:lnTo>
                  <a:lnTo>
                    <a:pt x="2281755" y="1182792"/>
                  </a:lnTo>
                  <a:lnTo>
                    <a:pt x="2239552" y="1107429"/>
                  </a:lnTo>
                  <a:lnTo>
                    <a:pt x="2197428" y="1032504"/>
                  </a:lnTo>
                  <a:lnTo>
                    <a:pt x="2155492" y="958626"/>
                  </a:lnTo>
                  <a:lnTo>
                    <a:pt x="2113839" y="886369"/>
                  </a:lnTo>
                  <a:lnTo>
                    <a:pt x="2072539" y="816252"/>
                  </a:lnTo>
                  <a:lnTo>
                    <a:pt x="2031638" y="748726"/>
                  </a:lnTo>
                  <a:lnTo>
                    <a:pt x="1991146" y="684166"/>
                  </a:lnTo>
                  <a:lnTo>
                    <a:pt x="1951034" y="622861"/>
                  </a:lnTo>
                  <a:lnTo>
                    <a:pt x="1911230" y="565013"/>
                  </a:lnTo>
                  <a:lnTo>
                    <a:pt x="1871613" y="510742"/>
                  </a:lnTo>
                  <a:lnTo>
                    <a:pt x="1832013" y="460089"/>
                  </a:lnTo>
                  <a:lnTo>
                    <a:pt x="1792197" y="413022"/>
                  </a:lnTo>
                  <a:lnTo>
                    <a:pt x="1768425" y="386831"/>
                  </a:lnTo>
                  <a:lnTo>
                    <a:pt x="1719838" y="337863"/>
                  </a:lnTo>
                  <a:lnTo>
                    <a:pt x="1669622" y="293775"/>
                  </a:lnTo>
                  <a:lnTo>
                    <a:pt x="1617007" y="254320"/>
                  </a:lnTo>
                  <a:lnTo>
                    <a:pt x="1561135" y="219081"/>
                  </a:lnTo>
                  <a:lnTo>
                    <a:pt x="1501126" y="187585"/>
                  </a:lnTo>
                  <a:lnTo>
                    <a:pt x="1436157" y="159374"/>
                  </a:lnTo>
                  <a:lnTo>
                    <a:pt x="1365553" y="134045"/>
                  </a:lnTo>
                  <a:lnTo>
                    <a:pt x="1288907" y="111268"/>
                  </a:lnTo>
                  <a:lnTo>
                    <a:pt x="1206242" y="90801"/>
                  </a:lnTo>
                  <a:lnTo>
                    <a:pt x="1118207" y="72491"/>
                  </a:lnTo>
                  <a:lnTo>
                    <a:pt x="1026266" y="56271"/>
                  </a:lnTo>
                  <a:lnTo>
                    <a:pt x="932839" y="42143"/>
                  </a:lnTo>
                  <a:lnTo>
                    <a:pt x="841292" y="30152"/>
                  </a:lnTo>
                  <a:lnTo>
                    <a:pt x="755681" y="20343"/>
                  </a:lnTo>
                  <a:lnTo>
                    <a:pt x="680215" y="12711"/>
                  </a:lnTo>
                  <a:lnTo>
                    <a:pt x="618490" y="7161"/>
                  </a:lnTo>
                  <a:lnTo>
                    <a:pt x="572700" y="3477"/>
                  </a:lnTo>
                  <a:lnTo>
                    <a:pt x="543065" y="1332"/>
                  </a:lnTo>
                  <a:lnTo>
                    <a:pt x="527650" y="325"/>
                  </a:lnTo>
                  <a:lnTo>
                    <a:pt x="522532" y="21"/>
                  </a:lnTo>
                  <a:lnTo>
                    <a:pt x="5221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471" name="pl471"/>
            <p:cNvSpPr/>
            <p:nvPr/>
          </p:nvSpPr>
          <p:spPr>
            <a:xfrm>
              <a:off x="386606" y="2845813"/>
              <a:ext cx="8554953" cy="2320987"/>
            </a:xfrm>
            <a:custGeom>
              <a:avLst/>
              <a:pathLst>
                <a:path w="8554953" h="2320987">
                  <a:moveTo>
                    <a:pt x="0" y="0"/>
                  </a:moveTo>
                  <a:lnTo>
                    <a:pt x="522133" y="0"/>
                  </a:lnTo>
                  <a:lnTo>
                    <a:pt x="523320" y="66"/>
                  </a:lnTo>
                  <a:lnTo>
                    <a:pt x="531091" y="541"/>
                  </a:lnTo>
                  <a:lnTo>
                    <a:pt x="550563" y="1853"/>
                  </a:lnTo>
                  <a:lnTo>
                    <a:pt x="585077" y="4432"/>
                  </a:lnTo>
                  <a:lnTo>
                    <a:pt x="635909" y="8663"/>
                  </a:lnTo>
                  <a:lnTo>
                    <a:pt x="702188" y="14838"/>
                  </a:lnTo>
                  <a:lnTo>
                    <a:pt x="781214" y="23136"/>
                  </a:lnTo>
                  <a:lnTo>
                    <a:pt x="869113" y="33622"/>
                  </a:lnTo>
                  <a:lnTo>
                    <a:pt x="961649" y="46279"/>
                  </a:lnTo>
                  <a:lnTo>
                    <a:pt x="1054935" y="61056"/>
                  </a:lnTo>
                  <a:lnTo>
                    <a:pt x="1145883" y="77918"/>
                  </a:lnTo>
                  <a:lnTo>
                    <a:pt x="1232375" y="96883"/>
                  </a:lnTo>
                  <a:lnTo>
                    <a:pt x="1313218" y="118042"/>
                  </a:lnTo>
                  <a:lnTo>
                    <a:pt x="1387978" y="141577"/>
                  </a:lnTo>
                  <a:lnTo>
                    <a:pt x="1456784" y="167757"/>
                  </a:lnTo>
                  <a:lnTo>
                    <a:pt x="1520141" y="196936"/>
                  </a:lnTo>
                  <a:lnTo>
                    <a:pt x="1578781" y="229537"/>
                  </a:lnTo>
                  <a:lnTo>
                    <a:pt x="1633554" y="266027"/>
                  </a:lnTo>
                  <a:lnTo>
                    <a:pt x="1685339" y="306873"/>
                  </a:lnTo>
                  <a:lnTo>
                    <a:pt x="1734977" y="352453"/>
                  </a:lnTo>
                  <a:lnTo>
                    <a:pt x="1768425" y="386831"/>
                  </a:lnTo>
                  <a:lnTo>
                    <a:pt x="1808504" y="431819"/>
                  </a:lnTo>
                  <a:lnTo>
                    <a:pt x="1848200" y="480343"/>
                  </a:lnTo>
                  <a:lnTo>
                    <a:pt x="1887782" y="532474"/>
                  </a:lnTo>
                  <a:lnTo>
                    <a:pt x="1927458" y="588214"/>
                  </a:lnTo>
                  <a:lnTo>
                    <a:pt x="1967376" y="647494"/>
                  </a:lnTo>
                  <a:lnTo>
                    <a:pt x="2007637" y="710158"/>
                  </a:lnTo>
                  <a:lnTo>
                    <a:pt x="2048295" y="775969"/>
                  </a:lnTo>
                  <a:lnTo>
                    <a:pt x="2089362" y="844603"/>
                  </a:lnTo>
                  <a:lnTo>
                    <a:pt x="2130813" y="915653"/>
                  </a:lnTo>
                  <a:lnTo>
                    <a:pt x="2172592" y="988638"/>
                  </a:lnTo>
                  <a:lnTo>
                    <a:pt x="2214617" y="1063015"/>
                  </a:lnTo>
                  <a:lnTo>
                    <a:pt x="2256787" y="1138194"/>
                  </a:lnTo>
                  <a:lnTo>
                    <a:pt x="2298991" y="1213558"/>
                  </a:lnTo>
                  <a:lnTo>
                    <a:pt x="2341114" y="1288482"/>
                  </a:lnTo>
                  <a:lnTo>
                    <a:pt x="2383050" y="1362360"/>
                  </a:lnTo>
                  <a:lnTo>
                    <a:pt x="2424704" y="1434617"/>
                  </a:lnTo>
                  <a:lnTo>
                    <a:pt x="2466003" y="1504734"/>
                  </a:lnTo>
                  <a:lnTo>
                    <a:pt x="2506904" y="1572260"/>
                  </a:lnTo>
                  <a:lnTo>
                    <a:pt x="2547396" y="1636820"/>
                  </a:lnTo>
                  <a:lnTo>
                    <a:pt x="2587508" y="1698126"/>
                  </a:lnTo>
                  <a:lnTo>
                    <a:pt x="2627313" y="1755973"/>
                  </a:lnTo>
                  <a:lnTo>
                    <a:pt x="2666929" y="1810244"/>
                  </a:lnTo>
                  <a:lnTo>
                    <a:pt x="2706529" y="1860897"/>
                  </a:lnTo>
                  <a:lnTo>
                    <a:pt x="2746345" y="1907965"/>
                  </a:lnTo>
                  <a:lnTo>
                    <a:pt x="2770117" y="1934156"/>
                  </a:lnTo>
                  <a:lnTo>
                    <a:pt x="2818704" y="1983123"/>
                  </a:lnTo>
                  <a:lnTo>
                    <a:pt x="2868920" y="2027211"/>
                  </a:lnTo>
                  <a:lnTo>
                    <a:pt x="2921535" y="2066666"/>
                  </a:lnTo>
                  <a:lnTo>
                    <a:pt x="2977407" y="2101905"/>
                  </a:lnTo>
                  <a:lnTo>
                    <a:pt x="3037416" y="2133401"/>
                  </a:lnTo>
                  <a:lnTo>
                    <a:pt x="3102385" y="2161612"/>
                  </a:lnTo>
                  <a:lnTo>
                    <a:pt x="3172989" y="2186942"/>
                  </a:lnTo>
                  <a:lnTo>
                    <a:pt x="3249635" y="2209718"/>
                  </a:lnTo>
                  <a:lnTo>
                    <a:pt x="3332300" y="2230185"/>
                  </a:lnTo>
                  <a:lnTo>
                    <a:pt x="3420335" y="2248495"/>
                  </a:lnTo>
                  <a:lnTo>
                    <a:pt x="3512276" y="2264715"/>
                  </a:lnTo>
                  <a:lnTo>
                    <a:pt x="3605703" y="2278843"/>
                  </a:lnTo>
                  <a:lnTo>
                    <a:pt x="3697251" y="2290834"/>
                  </a:lnTo>
                  <a:lnTo>
                    <a:pt x="3782861" y="2300644"/>
                  </a:lnTo>
                  <a:lnTo>
                    <a:pt x="3858327" y="2308275"/>
                  </a:lnTo>
                  <a:lnTo>
                    <a:pt x="3920052" y="2313825"/>
                  </a:lnTo>
                  <a:lnTo>
                    <a:pt x="3965843" y="2317510"/>
                  </a:lnTo>
                  <a:lnTo>
                    <a:pt x="3995477" y="2319654"/>
                  </a:lnTo>
                  <a:lnTo>
                    <a:pt x="4010893" y="2320661"/>
                  </a:lnTo>
                  <a:lnTo>
                    <a:pt x="4016010" y="2320965"/>
                  </a:lnTo>
                  <a:lnTo>
                    <a:pt x="4016409" y="2320987"/>
                  </a:lnTo>
                  <a:lnTo>
                    <a:pt x="4538543" y="2320987"/>
                  </a:lnTo>
                  <a:lnTo>
                    <a:pt x="4539811" y="2320977"/>
                  </a:lnTo>
                  <a:lnTo>
                    <a:pt x="4548101" y="2320905"/>
                  </a:lnTo>
                  <a:lnTo>
                    <a:pt x="4568825" y="2320707"/>
                  </a:lnTo>
                  <a:lnTo>
                    <a:pt x="4605439" y="2320317"/>
                  </a:lnTo>
                  <a:lnTo>
                    <a:pt x="4659122" y="2319680"/>
                  </a:lnTo>
                  <a:lnTo>
                    <a:pt x="4728721" y="2318751"/>
                  </a:lnTo>
                  <a:lnTo>
                    <a:pt x="4811150" y="2317507"/>
                  </a:lnTo>
                  <a:lnTo>
                    <a:pt x="4902156" y="2315939"/>
                  </a:lnTo>
                  <a:lnTo>
                    <a:pt x="4997230" y="2314053"/>
                  </a:lnTo>
                  <a:lnTo>
                    <a:pt x="5092351" y="2311855"/>
                  </a:lnTo>
                  <a:lnTo>
                    <a:pt x="5184437" y="2309349"/>
                  </a:lnTo>
                  <a:lnTo>
                    <a:pt x="5271466" y="2306530"/>
                  </a:lnTo>
                  <a:lnTo>
                    <a:pt x="5352395" y="2303382"/>
                  </a:lnTo>
                  <a:lnTo>
                    <a:pt x="5426951" y="2299872"/>
                  </a:lnTo>
                  <a:lnTo>
                    <a:pt x="5495413" y="2295957"/>
                  </a:lnTo>
                  <a:lnTo>
                    <a:pt x="5558418" y="2291579"/>
                  </a:lnTo>
                  <a:lnTo>
                    <a:pt x="5616804" y="2286670"/>
                  </a:lnTo>
                  <a:lnTo>
                    <a:pt x="5671501" y="2281160"/>
                  </a:lnTo>
                  <a:lnTo>
                    <a:pt x="5723441" y="2274983"/>
                  </a:lnTo>
                  <a:lnTo>
                    <a:pt x="5773483" y="2268090"/>
                  </a:lnTo>
                  <a:lnTo>
                    <a:pt x="5784835" y="2266398"/>
                  </a:lnTo>
                  <a:lnTo>
                    <a:pt x="5838473" y="2257771"/>
                  </a:lnTo>
                  <a:lnTo>
                    <a:pt x="5891593" y="2248241"/>
                  </a:lnTo>
                  <a:lnTo>
                    <a:pt x="5944766" y="2237795"/>
                  </a:lnTo>
                  <a:lnTo>
                    <a:pt x="5998376" y="2226453"/>
                  </a:lnTo>
                  <a:lnTo>
                    <a:pt x="6052641" y="2214272"/>
                  </a:lnTo>
                  <a:lnTo>
                    <a:pt x="6107637" y="2201351"/>
                  </a:lnTo>
                  <a:lnTo>
                    <a:pt x="6163318" y="2187823"/>
                  </a:lnTo>
                  <a:lnTo>
                    <a:pt x="6219532" y="2173856"/>
                  </a:lnTo>
                  <a:lnTo>
                    <a:pt x="6276058" y="2159644"/>
                  </a:lnTo>
                  <a:lnTo>
                    <a:pt x="6332631" y="2145397"/>
                  </a:lnTo>
                  <a:lnTo>
                    <a:pt x="6388979" y="2131324"/>
                  </a:lnTo>
                  <a:lnTo>
                    <a:pt x="6444862" y="2117627"/>
                  </a:lnTo>
                  <a:lnTo>
                    <a:pt x="6500102" y="2104482"/>
                  </a:lnTo>
                  <a:lnTo>
                    <a:pt x="6554614" y="2092037"/>
                  </a:lnTo>
                  <a:lnTo>
                    <a:pt x="6608429" y="2080401"/>
                  </a:lnTo>
                  <a:lnTo>
                    <a:pt x="6661717" y="2069646"/>
                  </a:lnTo>
                  <a:lnTo>
                    <a:pt x="6714801" y="2059804"/>
                  </a:lnTo>
                  <a:lnTo>
                    <a:pt x="6768186" y="2050874"/>
                  </a:lnTo>
                  <a:lnTo>
                    <a:pt x="6786527" y="2048040"/>
                  </a:lnTo>
                  <a:lnTo>
                    <a:pt x="6836237" y="2040981"/>
                  </a:lnTo>
                  <a:lnTo>
                    <a:pt x="6887668" y="2034641"/>
                  </a:lnTo>
                  <a:lnTo>
                    <a:pt x="6941648" y="2028983"/>
                  </a:lnTo>
                  <a:lnTo>
                    <a:pt x="6999099" y="2023942"/>
                  </a:lnTo>
                  <a:lnTo>
                    <a:pt x="7060959" y="2019447"/>
                  </a:lnTo>
                  <a:lnTo>
                    <a:pt x="7128096" y="2015431"/>
                  </a:lnTo>
                  <a:lnTo>
                    <a:pt x="7201206" y="2011832"/>
                  </a:lnTo>
                  <a:lnTo>
                    <a:pt x="7280665" y="2008603"/>
                  </a:lnTo>
                  <a:lnTo>
                    <a:pt x="7366348" y="2005711"/>
                  </a:lnTo>
                  <a:lnTo>
                    <a:pt x="7457408" y="2003134"/>
                  </a:lnTo>
                  <a:lnTo>
                    <a:pt x="7552064" y="2000865"/>
                  </a:lnTo>
                  <a:lnTo>
                    <a:pt x="7647476" y="1998906"/>
                  </a:lnTo>
                  <a:lnTo>
                    <a:pt x="7739814" y="1997264"/>
                  </a:lnTo>
                  <a:lnTo>
                    <a:pt x="7824622" y="1995945"/>
                  </a:lnTo>
                  <a:lnTo>
                    <a:pt x="7897512" y="1994945"/>
                  </a:lnTo>
                  <a:lnTo>
                    <a:pt x="7955048" y="1994244"/>
                  </a:lnTo>
                  <a:lnTo>
                    <a:pt x="7995581" y="1993802"/>
                  </a:lnTo>
                  <a:lnTo>
                    <a:pt x="8019744" y="1993565"/>
                  </a:lnTo>
                  <a:lnTo>
                    <a:pt x="8030488" y="1993470"/>
                  </a:lnTo>
                  <a:lnTo>
                    <a:pt x="8032803" y="1993451"/>
                  </a:lnTo>
                  <a:lnTo>
                    <a:pt x="8032819" y="1993451"/>
                  </a:lnTo>
                  <a:lnTo>
                    <a:pt x="8554953" y="1993451"/>
                  </a:lnTo>
                  <a:lnTo>
                    <a:pt x="8554953" y="1993451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472" name="pl472"/>
            <p:cNvSpPr/>
            <p:nvPr/>
          </p:nvSpPr>
          <p:spPr>
            <a:xfrm>
              <a:off x="386606" y="2840166"/>
              <a:ext cx="8554953" cy="2320987"/>
            </a:xfrm>
            <a:custGeom>
              <a:avLst/>
              <a:pathLst>
                <a:path w="8554953" h="2320987">
                  <a:moveTo>
                    <a:pt x="8554953" y="1993451"/>
                  </a:moveTo>
                  <a:lnTo>
                    <a:pt x="8032819" y="1993451"/>
                  </a:lnTo>
                  <a:lnTo>
                    <a:pt x="8031551" y="1993461"/>
                  </a:lnTo>
                  <a:lnTo>
                    <a:pt x="8023261" y="1993533"/>
                  </a:lnTo>
                  <a:lnTo>
                    <a:pt x="8002536" y="1993731"/>
                  </a:lnTo>
                  <a:lnTo>
                    <a:pt x="7965923" y="1994120"/>
                  </a:lnTo>
                  <a:lnTo>
                    <a:pt x="7912240" y="1994758"/>
                  </a:lnTo>
                  <a:lnTo>
                    <a:pt x="7842641" y="1995687"/>
                  </a:lnTo>
                  <a:lnTo>
                    <a:pt x="7760212" y="1996931"/>
                  </a:lnTo>
                  <a:lnTo>
                    <a:pt x="7669206" y="1998498"/>
                  </a:lnTo>
                  <a:lnTo>
                    <a:pt x="7574132" y="2000385"/>
                  </a:lnTo>
                  <a:lnTo>
                    <a:pt x="7479011" y="2002583"/>
                  </a:lnTo>
                  <a:lnTo>
                    <a:pt x="7386925" y="2005089"/>
                  </a:lnTo>
                  <a:lnTo>
                    <a:pt x="7299896" y="2007907"/>
                  </a:lnTo>
                  <a:lnTo>
                    <a:pt x="7218967" y="2011056"/>
                  </a:lnTo>
                  <a:lnTo>
                    <a:pt x="7144411" y="2014565"/>
                  </a:lnTo>
                  <a:lnTo>
                    <a:pt x="7075949" y="2018481"/>
                  </a:lnTo>
                  <a:lnTo>
                    <a:pt x="7012944" y="2022859"/>
                  </a:lnTo>
                  <a:lnTo>
                    <a:pt x="6954558" y="2027768"/>
                  </a:lnTo>
                  <a:lnTo>
                    <a:pt x="6899861" y="2033277"/>
                  </a:lnTo>
                  <a:lnTo>
                    <a:pt x="6847921" y="2039455"/>
                  </a:lnTo>
                  <a:lnTo>
                    <a:pt x="6797879" y="2046347"/>
                  </a:lnTo>
                  <a:lnTo>
                    <a:pt x="6786527" y="2048040"/>
                  </a:lnTo>
                  <a:lnTo>
                    <a:pt x="6732889" y="2056666"/>
                  </a:lnTo>
                  <a:lnTo>
                    <a:pt x="6679769" y="2066196"/>
                  </a:lnTo>
                  <a:lnTo>
                    <a:pt x="6626596" y="2076643"/>
                  </a:lnTo>
                  <a:lnTo>
                    <a:pt x="6572986" y="2087985"/>
                  </a:lnTo>
                  <a:lnTo>
                    <a:pt x="6518721" y="2100165"/>
                  </a:lnTo>
                  <a:lnTo>
                    <a:pt x="6463724" y="2113087"/>
                  </a:lnTo>
                  <a:lnTo>
                    <a:pt x="6408044" y="2126615"/>
                  </a:lnTo>
                  <a:lnTo>
                    <a:pt x="6351830" y="2140582"/>
                  </a:lnTo>
                  <a:lnTo>
                    <a:pt x="6295304" y="2154793"/>
                  </a:lnTo>
                  <a:lnTo>
                    <a:pt x="6238731" y="2169041"/>
                  </a:lnTo>
                  <a:lnTo>
                    <a:pt x="6182383" y="2183113"/>
                  </a:lnTo>
                  <a:lnTo>
                    <a:pt x="6126500" y="2196811"/>
                  </a:lnTo>
                  <a:lnTo>
                    <a:pt x="6071260" y="2209956"/>
                  </a:lnTo>
                  <a:lnTo>
                    <a:pt x="6016748" y="2222401"/>
                  </a:lnTo>
                  <a:lnTo>
                    <a:pt x="5962932" y="2234036"/>
                  </a:lnTo>
                  <a:lnTo>
                    <a:pt x="5909645" y="2244792"/>
                  </a:lnTo>
                  <a:lnTo>
                    <a:pt x="5856561" y="2254634"/>
                  </a:lnTo>
                  <a:lnTo>
                    <a:pt x="5803176" y="2263564"/>
                  </a:lnTo>
                  <a:lnTo>
                    <a:pt x="5784835" y="2266398"/>
                  </a:lnTo>
                  <a:lnTo>
                    <a:pt x="5735125" y="2273457"/>
                  </a:lnTo>
                  <a:lnTo>
                    <a:pt x="5683694" y="2279797"/>
                  </a:lnTo>
                  <a:lnTo>
                    <a:pt x="5629714" y="2285455"/>
                  </a:lnTo>
                  <a:lnTo>
                    <a:pt x="5572263" y="2290496"/>
                  </a:lnTo>
                  <a:lnTo>
                    <a:pt x="5510403" y="2294990"/>
                  </a:lnTo>
                  <a:lnTo>
                    <a:pt x="5443266" y="2299007"/>
                  </a:lnTo>
                  <a:lnTo>
                    <a:pt x="5370156" y="2302606"/>
                  </a:lnTo>
                  <a:lnTo>
                    <a:pt x="5290697" y="2305834"/>
                  </a:lnTo>
                  <a:lnTo>
                    <a:pt x="5205014" y="2308727"/>
                  </a:lnTo>
                  <a:lnTo>
                    <a:pt x="5113954" y="2311304"/>
                  </a:lnTo>
                  <a:lnTo>
                    <a:pt x="5019298" y="2313573"/>
                  </a:lnTo>
                  <a:lnTo>
                    <a:pt x="4923886" y="2315532"/>
                  </a:lnTo>
                  <a:lnTo>
                    <a:pt x="4831548" y="2317174"/>
                  </a:lnTo>
                  <a:lnTo>
                    <a:pt x="4746740" y="2318492"/>
                  </a:lnTo>
                  <a:lnTo>
                    <a:pt x="4673850" y="2319492"/>
                  </a:lnTo>
                  <a:lnTo>
                    <a:pt x="4616314" y="2320194"/>
                  </a:lnTo>
                  <a:lnTo>
                    <a:pt x="4575780" y="2320636"/>
                  </a:lnTo>
                  <a:lnTo>
                    <a:pt x="4551618" y="2320873"/>
                  </a:lnTo>
                  <a:lnTo>
                    <a:pt x="4540874" y="2320968"/>
                  </a:lnTo>
                  <a:lnTo>
                    <a:pt x="4538559" y="2320987"/>
                  </a:lnTo>
                  <a:lnTo>
                    <a:pt x="4538543" y="2320987"/>
                  </a:lnTo>
                  <a:lnTo>
                    <a:pt x="4016409" y="2320987"/>
                  </a:lnTo>
                  <a:lnTo>
                    <a:pt x="4015222" y="2320920"/>
                  </a:lnTo>
                  <a:lnTo>
                    <a:pt x="4007452" y="2320446"/>
                  </a:lnTo>
                  <a:lnTo>
                    <a:pt x="3987979" y="2319133"/>
                  </a:lnTo>
                  <a:lnTo>
                    <a:pt x="3953465" y="2316554"/>
                  </a:lnTo>
                  <a:lnTo>
                    <a:pt x="3902634" y="2312324"/>
                  </a:lnTo>
                  <a:lnTo>
                    <a:pt x="3836354" y="2306148"/>
                  </a:lnTo>
                  <a:lnTo>
                    <a:pt x="3757328" y="2297850"/>
                  </a:lnTo>
                  <a:lnTo>
                    <a:pt x="3669429" y="2287364"/>
                  </a:lnTo>
                  <a:lnTo>
                    <a:pt x="3576893" y="2274708"/>
                  </a:lnTo>
                  <a:lnTo>
                    <a:pt x="3483607" y="2259930"/>
                  </a:lnTo>
                  <a:lnTo>
                    <a:pt x="3392659" y="2243068"/>
                  </a:lnTo>
                  <a:lnTo>
                    <a:pt x="3306167" y="2224104"/>
                  </a:lnTo>
                  <a:lnTo>
                    <a:pt x="3225324" y="2202944"/>
                  </a:lnTo>
                  <a:lnTo>
                    <a:pt x="3150564" y="2179409"/>
                  </a:lnTo>
                  <a:lnTo>
                    <a:pt x="3081758" y="2153229"/>
                  </a:lnTo>
                  <a:lnTo>
                    <a:pt x="3018401" y="2124051"/>
                  </a:lnTo>
                  <a:lnTo>
                    <a:pt x="2959761" y="2091450"/>
                  </a:lnTo>
                  <a:lnTo>
                    <a:pt x="2904988" y="2054959"/>
                  </a:lnTo>
                  <a:lnTo>
                    <a:pt x="2853203" y="2014114"/>
                  </a:lnTo>
                  <a:lnTo>
                    <a:pt x="2803566" y="1968534"/>
                  </a:lnTo>
                  <a:lnTo>
                    <a:pt x="2770117" y="1934156"/>
                  </a:lnTo>
                  <a:lnTo>
                    <a:pt x="2730039" y="1889168"/>
                  </a:lnTo>
                  <a:lnTo>
                    <a:pt x="2690343" y="1840644"/>
                  </a:lnTo>
                  <a:lnTo>
                    <a:pt x="2650760" y="1788513"/>
                  </a:lnTo>
                  <a:lnTo>
                    <a:pt x="2611085" y="1732772"/>
                  </a:lnTo>
                  <a:lnTo>
                    <a:pt x="2571166" y="1673493"/>
                  </a:lnTo>
                  <a:lnTo>
                    <a:pt x="2530905" y="1610828"/>
                  </a:lnTo>
                  <a:lnTo>
                    <a:pt x="2490247" y="1545017"/>
                  </a:lnTo>
                  <a:lnTo>
                    <a:pt x="2449180" y="1476383"/>
                  </a:lnTo>
                  <a:lnTo>
                    <a:pt x="2407729" y="1405333"/>
                  </a:lnTo>
                  <a:lnTo>
                    <a:pt x="2365950" y="1332348"/>
                  </a:lnTo>
                  <a:lnTo>
                    <a:pt x="2323925" y="1257971"/>
                  </a:lnTo>
                  <a:lnTo>
                    <a:pt x="2281755" y="1182792"/>
                  </a:lnTo>
                  <a:lnTo>
                    <a:pt x="2239552" y="1107429"/>
                  </a:lnTo>
                  <a:lnTo>
                    <a:pt x="2197428" y="1032504"/>
                  </a:lnTo>
                  <a:lnTo>
                    <a:pt x="2155492" y="958626"/>
                  </a:lnTo>
                  <a:lnTo>
                    <a:pt x="2113839" y="886369"/>
                  </a:lnTo>
                  <a:lnTo>
                    <a:pt x="2072539" y="816252"/>
                  </a:lnTo>
                  <a:lnTo>
                    <a:pt x="2031638" y="748726"/>
                  </a:lnTo>
                  <a:lnTo>
                    <a:pt x="1991146" y="684166"/>
                  </a:lnTo>
                  <a:lnTo>
                    <a:pt x="1951034" y="622861"/>
                  </a:lnTo>
                  <a:lnTo>
                    <a:pt x="1911230" y="565013"/>
                  </a:lnTo>
                  <a:lnTo>
                    <a:pt x="1871613" y="510742"/>
                  </a:lnTo>
                  <a:lnTo>
                    <a:pt x="1832013" y="460089"/>
                  </a:lnTo>
                  <a:lnTo>
                    <a:pt x="1792197" y="413022"/>
                  </a:lnTo>
                  <a:lnTo>
                    <a:pt x="1768425" y="386831"/>
                  </a:lnTo>
                  <a:lnTo>
                    <a:pt x="1719838" y="337863"/>
                  </a:lnTo>
                  <a:lnTo>
                    <a:pt x="1669622" y="293775"/>
                  </a:lnTo>
                  <a:lnTo>
                    <a:pt x="1617007" y="254320"/>
                  </a:lnTo>
                  <a:lnTo>
                    <a:pt x="1561135" y="219081"/>
                  </a:lnTo>
                  <a:lnTo>
                    <a:pt x="1501126" y="187585"/>
                  </a:lnTo>
                  <a:lnTo>
                    <a:pt x="1436157" y="159374"/>
                  </a:lnTo>
                  <a:lnTo>
                    <a:pt x="1365553" y="134045"/>
                  </a:lnTo>
                  <a:lnTo>
                    <a:pt x="1288907" y="111268"/>
                  </a:lnTo>
                  <a:lnTo>
                    <a:pt x="1206242" y="90801"/>
                  </a:lnTo>
                  <a:lnTo>
                    <a:pt x="1118207" y="72491"/>
                  </a:lnTo>
                  <a:lnTo>
                    <a:pt x="1026266" y="56271"/>
                  </a:lnTo>
                  <a:lnTo>
                    <a:pt x="932839" y="42143"/>
                  </a:lnTo>
                  <a:lnTo>
                    <a:pt x="841292" y="30152"/>
                  </a:lnTo>
                  <a:lnTo>
                    <a:pt x="755681" y="20343"/>
                  </a:lnTo>
                  <a:lnTo>
                    <a:pt x="680215" y="12711"/>
                  </a:lnTo>
                  <a:lnTo>
                    <a:pt x="618490" y="7161"/>
                  </a:lnTo>
                  <a:lnTo>
                    <a:pt x="572700" y="3477"/>
                  </a:lnTo>
                  <a:lnTo>
                    <a:pt x="543065" y="1332"/>
                  </a:lnTo>
                  <a:lnTo>
                    <a:pt x="527650" y="325"/>
                  </a:lnTo>
                  <a:lnTo>
                    <a:pt x="522532" y="21"/>
                  </a:lnTo>
                  <a:lnTo>
                    <a:pt x="522133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473" name="pg473"/>
            <p:cNvSpPr/>
            <p:nvPr/>
          </p:nvSpPr>
          <p:spPr>
            <a:xfrm>
              <a:off x="386606" y="2845813"/>
              <a:ext cx="8554953" cy="2371811"/>
            </a:xfrm>
            <a:custGeom>
              <a:avLst/>
              <a:pathLst>
                <a:path w="8554953" h="2371811">
                  <a:moveTo>
                    <a:pt x="0" y="16941"/>
                  </a:moveTo>
                  <a:lnTo>
                    <a:pt x="522133" y="16941"/>
                  </a:lnTo>
                  <a:lnTo>
                    <a:pt x="523319" y="17008"/>
                  </a:lnTo>
                  <a:lnTo>
                    <a:pt x="531088" y="17483"/>
                  </a:lnTo>
                  <a:lnTo>
                    <a:pt x="550554" y="18799"/>
                  </a:lnTo>
                  <a:lnTo>
                    <a:pt x="585059" y="21383"/>
                  </a:lnTo>
                  <a:lnTo>
                    <a:pt x="635877" y="25622"/>
                  </a:lnTo>
                  <a:lnTo>
                    <a:pt x="702141" y="31811"/>
                  </a:lnTo>
                  <a:lnTo>
                    <a:pt x="781151" y="40127"/>
                  </a:lnTo>
                  <a:lnTo>
                    <a:pt x="869035" y="50635"/>
                  </a:lnTo>
                  <a:lnTo>
                    <a:pt x="961559" y="63319"/>
                  </a:lnTo>
                  <a:lnTo>
                    <a:pt x="1054836" y="78129"/>
                  </a:lnTo>
                  <a:lnTo>
                    <a:pt x="1145778" y="95028"/>
                  </a:lnTo>
                  <a:lnTo>
                    <a:pt x="1232267" y="114034"/>
                  </a:lnTo>
                  <a:lnTo>
                    <a:pt x="1313110" y="135240"/>
                  </a:lnTo>
                  <a:lnTo>
                    <a:pt x="1387871" y="158826"/>
                  </a:lnTo>
                  <a:lnTo>
                    <a:pt x="1456678" y="185062"/>
                  </a:lnTo>
                  <a:lnTo>
                    <a:pt x="1520037" y="214304"/>
                  </a:lnTo>
                  <a:lnTo>
                    <a:pt x="1578678" y="246974"/>
                  </a:lnTo>
                  <a:lnTo>
                    <a:pt x="1633452" y="283542"/>
                  </a:lnTo>
                  <a:lnTo>
                    <a:pt x="1685236" y="324473"/>
                  </a:lnTo>
                  <a:lnTo>
                    <a:pt x="1734872" y="370149"/>
                  </a:lnTo>
                  <a:lnTo>
                    <a:pt x="1768425" y="404713"/>
                  </a:lnTo>
                  <a:lnTo>
                    <a:pt x="1808470" y="449771"/>
                  </a:lnTo>
                  <a:lnTo>
                    <a:pt x="1848132" y="498367"/>
                  </a:lnTo>
                  <a:lnTo>
                    <a:pt x="1887680" y="550572"/>
                  </a:lnTo>
                  <a:lnTo>
                    <a:pt x="1927321" y="606390"/>
                  </a:lnTo>
                  <a:lnTo>
                    <a:pt x="1967204" y="665749"/>
                  </a:lnTo>
                  <a:lnTo>
                    <a:pt x="2007429" y="728496"/>
                  </a:lnTo>
                  <a:lnTo>
                    <a:pt x="2048050" y="794394"/>
                  </a:lnTo>
                  <a:lnTo>
                    <a:pt x="2089079" y="863119"/>
                  </a:lnTo>
                  <a:lnTo>
                    <a:pt x="2130492" y="934265"/>
                  </a:lnTo>
                  <a:lnTo>
                    <a:pt x="2172233" y="1007352"/>
                  </a:lnTo>
                  <a:lnTo>
                    <a:pt x="2214220" y="1081836"/>
                  </a:lnTo>
                  <a:lnTo>
                    <a:pt x="2256353" y="1157128"/>
                  </a:lnTo>
                  <a:lnTo>
                    <a:pt x="2298521" y="1232612"/>
                  </a:lnTo>
                  <a:lnTo>
                    <a:pt x="2340610" y="1307663"/>
                  </a:lnTo>
                  <a:lnTo>
                    <a:pt x="2382513" y="1381674"/>
                  </a:lnTo>
                  <a:lnTo>
                    <a:pt x="2424135" y="1454070"/>
                  </a:lnTo>
                  <a:lnTo>
                    <a:pt x="2465405" y="1524331"/>
                  </a:lnTo>
                  <a:lnTo>
                    <a:pt x="2506277" y="1592005"/>
                  </a:lnTo>
                  <a:lnTo>
                    <a:pt x="2546740" y="1656716"/>
                  </a:lnTo>
                  <a:lnTo>
                    <a:pt x="2586824" y="1718175"/>
                  </a:lnTo>
                  <a:lnTo>
                    <a:pt x="2626599" y="1776176"/>
                  </a:lnTo>
                  <a:lnTo>
                    <a:pt x="2666183" y="1830598"/>
                  </a:lnTo>
                  <a:lnTo>
                    <a:pt x="2705748" y="1881401"/>
                  </a:lnTo>
                  <a:lnTo>
                    <a:pt x="2745523" y="1928614"/>
                  </a:lnTo>
                  <a:lnTo>
                    <a:pt x="2770117" y="1955803"/>
                  </a:lnTo>
                  <a:lnTo>
                    <a:pt x="2818699" y="2004885"/>
                  </a:lnTo>
                  <a:lnTo>
                    <a:pt x="2868909" y="2049076"/>
                  </a:lnTo>
                  <a:lnTo>
                    <a:pt x="2921517" y="2088624"/>
                  </a:lnTo>
                  <a:lnTo>
                    <a:pt x="2977383" y="2123946"/>
                  </a:lnTo>
                  <a:lnTo>
                    <a:pt x="3037383" y="2155517"/>
                  </a:lnTo>
                  <a:lnTo>
                    <a:pt x="3102342" y="2183796"/>
                  </a:lnTo>
                  <a:lnTo>
                    <a:pt x="3172934" y="2209186"/>
                  </a:lnTo>
                  <a:lnTo>
                    <a:pt x="3249567" y="2232018"/>
                  </a:lnTo>
                  <a:lnTo>
                    <a:pt x="3332217" y="2252534"/>
                  </a:lnTo>
                  <a:lnTo>
                    <a:pt x="3420238" y="2270889"/>
                  </a:lnTo>
                  <a:lnTo>
                    <a:pt x="3512167" y="2287149"/>
                  </a:lnTo>
                  <a:lnTo>
                    <a:pt x="3605584" y="2301312"/>
                  </a:lnTo>
                  <a:lnTo>
                    <a:pt x="3697126" y="2313334"/>
                  </a:lnTo>
                  <a:lnTo>
                    <a:pt x="3782740" y="2323170"/>
                  </a:lnTo>
                  <a:lnTo>
                    <a:pt x="3858216" y="2330822"/>
                  </a:lnTo>
                  <a:lnTo>
                    <a:pt x="3919960" y="2336389"/>
                  </a:lnTo>
                  <a:lnTo>
                    <a:pt x="3965774" y="2340085"/>
                  </a:lnTo>
                  <a:lnTo>
                    <a:pt x="3995435" y="2342236"/>
                  </a:lnTo>
                  <a:lnTo>
                    <a:pt x="4010873" y="2343248"/>
                  </a:lnTo>
                  <a:lnTo>
                    <a:pt x="4016006" y="2343553"/>
                  </a:lnTo>
                  <a:lnTo>
                    <a:pt x="4016409" y="2343576"/>
                  </a:lnTo>
                  <a:lnTo>
                    <a:pt x="4538543" y="2343576"/>
                  </a:lnTo>
                  <a:lnTo>
                    <a:pt x="4539813" y="2343576"/>
                  </a:lnTo>
                  <a:lnTo>
                    <a:pt x="4548114" y="2343583"/>
                  </a:lnTo>
                  <a:lnTo>
                    <a:pt x="4568866" y="2343600"/>
                  </a:lnTo>
                  <a:lnTo>
                    <a:pt x="4605525" y="2343633"/>
                  </a:lnTo>
                  <a:lnTo>
                    <a:pt x="4659269" y="2343688"/>
                  </a:lnTo>
                  <a:lnTo>
                    <a:pt x="4728940" y="2343769"/>
                  </a:lnTo>
                  <a:lnTo>
                    <a:pt x="4811441" y="2343876"/>
                  </a:lnTo>
                  <a:lnTo>
                    <a:pt x="4902513" y="2344011"/>
                  </a:lnTo>
                  <a:lnTo>
                    <a:pt x="4997640" y="2344174"/>
                  </a:lnTo>
                  <a:lnTo>
                    <a:pt x="5092799" y="2344364"/>
                  </a:lnTo>
                  <a:lnTo>
                    <a:pt x="5184906" y="2344580"/>
                  </a:lnTo>
                  <a:lnTo>
                    <a:pt x="5271946" y="2344823"/>
                  </a:lnTo>
                  <a:lnTo>
                    <a:pt x="5352875" y="2345095"/>
                  </a:lnTo>
                  <a:lnTo>
                    <a:pt x="5427426" y="2345398"/>
                  </a:lnTo>
                  <a:lnTo>
                    <a:pt x="5495881" y="2345736"/>
                  </a:lnTo>
                  <a:lnTo>
                    <a:pt x="5558879" y="2346114"/>
                  </a:lnTo>
                  <a:lnTo>
                    <a:pt x="5617260" y="2346537"/>
                  </a:lnTo>
                  <a:lnTo>
                    <a:pt x="5671956" y="2347013"/>
                  </a:lnTo>
                  <a:lnTo>
                    <a:pt x="5723901" y="2347546"/>
                  </a:lnTo>
                  <a:lnTo>
                    <a:pt x="5773952" y="2348142"/>
                  </a:lnTo>
                  <a:lnTo>
                    <a:pt x="5784835" y="2348281"/>
                  </a:lnTo>
                  <a:lnTo>
                    <a:pt x="5839090" y="2349034"/>
                  </a:lnTo>
                  <a:lnTo>
                    <a:pt x="5892822" y="2349867"/>
                  </a:lnTo>
                  <a:lnTo>
                    <a:pt x="5946620" y="2350780"/>
                  </a:lnTo>
                  <a:lnTo>
                    <a:pt x="6000875" y="2351772"/>
                  </a:lnTo>
                  <a:lnTo>
                    <a:pt x="6055806" y="2352838"/>
                  </a:lnTo>
                  <a:lnTo>
                    <a:pt x="6111487" y="2353968"/>
                  </a:lnTo>
                  <a:lnTo>
                    <a:pt x="6167859" y="2355152"/>
                  </a:lnTo>
                  <a:lnTo>
                    <a:pt x="6224762" y="2356372"/>
                  </a:lnTo>
                  <a:lnTo>
                    <a:pt x="6281959" y="2357613"/>
                  </a:lnTo>
                  <a:lnTo>
                    <a:pt x="6339175" y="2358854"/>
                  </a:lnTo>
                  <a:lnTo>
                    <a:pt x="6396131" y="2360078"/>
                  </a:lnTo>
                  <a:lnTo>
                    <a:pt x="6452583" y="2361267"/>
                  </a:lnTo>
                  <a:lnTo>
                    <a:pt x="6508359" y="2362405"/>
                  </a:lnTo>
                  <a:lnTo>
                    <a:pt x="6563387" y="2363480"/>
                  </a:lnTo>
                  <a:lnTo>
                    <a:pt x="6617720" y="2364482"/>
                  </a:lnTo>
                  <a:lnTo>
                    <a:pt x="6671559" y="2365406"/>
                  </a:lnTo>
                  <a:lnTo>
                    <a:pt x="6725272" y="2366249"/>
                  </a:lnTo>
                  <a:lnTo>
                    <a:pt x="6779418" y="2367012"/>
                  </a:lnTo>
                  <a:lnTo>
                    <a:pt x="6786527" y="2367105"/>
                  </a:lnTo>
                  <a:lnTo>
                    <a:pt x="6836261" y="2367714"/>
                  </a:lnTo>
                  <a:lnTo>
                    <a:pt x="6887718" y="2368261"/>
                  </a:lnTo>
                  <a:lnTo>
                    <a:pt x="6941727" y="2368749"/>
                  </a:lnTo>
                  <a:lnTo>
                    <a:pt x="6999212" y="2369184"/>
                  </a:lnTo>
                  <a:lnTo>
                    <a:pt x="7061112" y="2369571"/>
                  </a:lnTo>
                  <a:lnTo>
                    <a:pt x="7128296" y="2369917"/>
                  </a:lnTo>
                  <a:lnTo>
                    <a:pt x="7201460" y="2370228"/>
                  </a:lnTo>
                  <a:lnTo>
                    <a:pt x="7280980" y="2370506"/>
                  </a:lnTo>
                  <a:lnTo>
                    <a:pt x="7366727" y="2370755"/>
                  </a:lnTo>
                  <a:lnTo>
                    <a:pt x="7457852" y="2370978"/>
                  </a:lnTo>
                  <a:lnTo>
                    <a:pt x="7552565" y="2371173"/>
                  </a:lnTo>
                  <a:lnTo>
                    <a:pt x="7648016" y="2371342"/>
                  </a:lnTo>
                  <a:lnTo>
                    <a:pt x="7740366" y="2371483"/>
                  </a:lnTo>
                  <a:lnTo>
                    <a:pt x="7825151" y="2371597"/>
                  </a:lnTo>
                  <a:lnTo>
                    <a:pt x="7897980" y="2371683"/>
                  </a:lnTo>
                  <a:lnTo>
                    <a:pt x="7955421" y="2371743"/>
                  </a:lnTo>
                  <a:lnTo>
                    <a:pt x="7995840" y="2371781"/>
                  </a:lnTo>
                  <a:lnTo>
                    <a:pt x="8019887" y="2371802"/>
                  </a:lnTo>
                  <a:lnTo>
                    <a:pt x="8030537" y="2371810"/>
                  </a:lnTo>
                  <a:lnTo>
                    <a:pt x="8032819" y="2371811"/>
                  </a:lnTo>
                  <a:lnTo>
                    <a:pt x="8554953" y="2371811"/>
                  </a:lnTo>
                  <a:lnTo>
                    <a:pt x="8554953" y="2354870"/>
                  </a:lnTo>
                  <a:lnTo>
                    <a:pt x="8032819" y="2354870"/>
                  </a:lnTo>
                  <a:lnTo>
                    <a:pt x="8031549" y="2354869"/>
                  </a:lnTo>
                  <a:lnTo>
                    <a:pt x="8023248" y="2354863"/>
                  </a:lnTo>
                  <a:lnTo>
                    <a:pt x="8002496" y="2354846"/>
                  </a:lnTo>
                  <a:lnTo>
                    <a:pt x="7965837" y="2354812"/>
                  </a:lnTo>
                  <a:lnTo>
                    <a:pt x="7912093" y="2354757"/>
                  </a:lnTo>
                  <a:lnTo>
                    <a:pt x="7842422" y="2354677"/>
                  </a:lnTo>
                  <a:lnTo>
                    <a:pt x="7759921" y="2354569"/>
                  </a:lnTo>
                  <a:lnTo>
                    <a:pt x="7668849" y="2354434"/>
                  </a:lnTo>
                  <a:lnTo>
                    <a:pt x="7573722" y="2354271"/>
                  </a:lnTo>
                  <a:lnTo>
                    <a:pt x="7478563" y="2354082"/>
                  </a:lnTo>
                  <a:lnTo>
                    <a:pt x="7386456" y="2353865"/>
                  </a:lnTo>
                  <a:lnTo>
                    <a:pt x="7299416" y="2353622"/>
                  </a:lnTo>
                  <a:lnTo>
                    <a:pt x="7218486" y="2353350"/>
                  </a:lnTo>
                  <a:lnTo>
                    <a:pt x="7143936" y="2353048"/>
                  </a:lnTo>
                  <a:lnTo>
                    <a:pt x="7075481" y="2352710"/>
                  </a:lnTo>
                  <a:lnTo>
                    <a:pt x="7012483" y="2352332"/>
                  </a:lnTo>
                  <a:lnTo>
                    <a:pt x="6954102" y="2351908"/>
                  </a:lnTo>
                  <a:lnTo>
                    <a:pt x="6899406" y="2351432"/>
                  </a:lnTo>
                  <a:lnTo>
                    <a:pt x="6847461" y="2350899"/>
                  </a:lnTo>
                  <a:lnTo>
                    <a:pt x="6797409" y="2350304"/>
                  </a:lnTo>
                  <a:lnTo>
                    <a:pt x="6786527" y="2350164"/>
                  </a:lnTo>
                  <a:lnTo>
                    <a:pt x="6732272" y="2349411"/>
                  </a:lnTo>
                  <a:lnTo>
                    <a:pt x="6678540" y="2348579"/>
                  </a:lnTo>
                  <a:lnTo>
                    <a:pt x="6624742" y="2347665"/>
                  </a:lnTo>
                  <a:lnTo>
                    <a:pt x="6570487" y="2346673"/>
                  </a:lnTo>
                  <a:lnTo>
                    <a:pt x="6515556" y="2345607"/>
                  </a:lnTo>
                  <a:lnTo>
                    <a:pt x="6459875" y="2344477"/>
                  </a:lnTo>
                  <a:lnTo>
                    <a:pt x="6403503" y="2343294"/>
                  </a:lnTo>
                  <a:lnTo>
                    <a:pt x="6346600" y="2342073"/>
                  </a:lnTo>
                  <a:lnTo>
                    <a:pt x="6289403" y="2340833"/>
                  </a:lnTo>
                  <a:lnTo>
                    <a:pt x="6232187" y="2339591"/>
                  </a:lnTo>
                  <a:lnTo>
                    <a:pt x="6175231" y="2338367"/>
                  </a:lnTo>
                  <a:lnTo>
                    <a:pt x="6118779" y="2337178"/>
                  </a:lnTo>
                  <a:lnTo>
                    <a:pt x="6063003" y="2336040"/>
                  </a:lnTo>
                  <a:lnTo>
                    <a:pt x="6007975" y="2334965"/>
                  </a:lnTo>
                  <a:lnTo>
                    <a:pt x="5953642" y="2333963"/>
                  </a:lnTo>
                  <a:lnTo>
                    <a:pt x="5899803" y="2333039"/>
                  </a:lnTo>
                  <a:lnTo>
                    <a:pt x="5846090" y="2332196"/>
                  </a:lnTo>
                  <a:lnTo>
                    <a:pt x="5791944" y="2331433"/>
                  </a:lnTo>
                  <a:lnTo>
                    <a:pt x="5784835" y="2331340"/>
                  </a:lnTo>
                  <a:lnTo>
                    <a:pt x="5735101" y="2330731"/>
                  </a:lnTo>
                  <a:lnTo>
                    <a:pt x="5683644" y="2330184"/>
                  </a:lnTo>
                  <a:lnTo>
                    <a:pt x="5629635" y="2329696"/>
                  </a:lnTo>
                  <a:lnTo>
                    <a:pt x="5572150" y="2329262"/>
                  </a:lnTo>
                  <a:lnTo>
                    <a:pt x="5510250" y="2328874"/>
                  </a:lnTo>
                  <a:lnTo>
                    <a:pt x="5443066" y="2328528"/>
                  </a:lnTo>
                  <a:lnTo>
                    <a:pt x="5369902" y="2328218"/>
                  </a:lnTo>
                  <a:lnTo>
                    <a:pt x="5290382" y="2327939"/>
                  </a:lnTo>
                  <a:lnTo>
                    <a:pt x="5204634" y="2327690"/>
                  </a:lnTo>
                  <a:lnTo>
                    <a:pt x="5113510" y="2327468"/>
                  </a:lnTo>
                  <a:lnTo>
                    <a:pt x="5018797" y="2327272"/>
                  </a:lnTo>
                  <a:lnTo>
                    <a:pt x="4923346" y="2327103"/>
                  </a:lnTo>
                  <a:lnTo>
                    <a:pt x="4830996" y="2326962"/>
                  </a:lnTo>
                  <a:lnTo>
                    <a:pt x="4746211" y="2326848"/>
                  </a:lnTo>
                  <a:lnTo>
                    <a:pt x="4673382" y="2326762"/>
                  </a:lnTo>
                  <a:lnTo>
                    <a:pt x="4615941" y="2326702"/>
                  </a:lnTo>
                  <a:lnTo>
                    <a:pt x="4575522" y="2326664"/>
                  </a:lnTo>
                  <a:lnTo>
                    <a:pt x="4551475" y="2326644"/>
                  </a:lnTo>
                  <a:lnTo>
                    <a:pt x="4540825" y="2326636"/>
                  </a:lnTo>
                  <a:lnTo>
                    <a:pt x="4538543" y="2326634"/>
                  </a:lnTo>
                  <a:lnTo>
                    <a:pt x="4016409" y="2326634"/>
                  </a:lnTo>
                  <a:lnTo>
                    <a:pt x="4015223" y="2326567"/>
                  </a:lnTo>
                  <a:lnTo>
                    <a:pt x="4007454" y="2326092"/>
                  </a:lnTo>
                  <a:lnTo>
                    <a:pt x="3987988" y="2324776"/>
                  </a:lnTo>
                  <a:lnTo>
                    <a:pt x="3953483" y="2322192"/>
                  </a:lnTo>
                  <a:lnTo>
                    <a:pt x="3902665" y="2317953"/>
                  </a:lnTo>
                  <a:lnTo>
                    <a:pt x="3836401" y="2311764"/>
                  </a:lnTo>
                  <a:lnTo>
                    <a:pt x="3757391" y="2303448"/>
                  </a:lnTo>
                  <a:lnTo>
                    <a:pt x="3669507" y="2292940"/>
                  </a:lnTo>
                  <a:lnTo>
                    <a:pt x="3576983" y="2280256"/>
                  </a:lnTo>
                  <a:lnTo>
                    <a:pt x="3483706" y="2265446"/>
                  </a:lnTo>
                  <a:lnTo>
                    <a:pt x="3392764" y="2248547"/>
                  </a:lnTo>
                  <a:lnTo>
                    <a:pt x="3306275" y="2229541"/>
                  </a:lnTo>
                  <a:lnTo>
                    <a:pt x="3225433" y="2208335"/>
                  </a:lnTo>
                  <a:lnTo>
                    <a:pt x="3150672" y="2184749"/>
                  </a:lnTo>
                  <a:lnTo>
                    <a:pt x="3081864" y="2158513"/>
                  </a:lnTo>
                  <a:lnTo>
                    <a:pt x="3018505" y="2129271"/>
                  </a:lnTo>
                  <a:lnTo>
                    <a:pt x="2959864" y="2096601"/>
                  </a:lnTo>
                  <a:lnTo>
                    <a:pt x="2905091" y="2060033"/>
                  </a:lnTo>
                  <a:lnTo>
                    <a:pt x="2853306" y="2019102"/>
                  </a:lnTo>
                  <a:lnTo>
                    <a:pt x="2803670" y="1973426"/>
                  </a:lnTo>
                  <a:lnTo>
                    <a:pt x="2770117" y="1938862"/>
                  </a:lnTo>
                  <a:lnTo>
                    <a:pt x="2730073" y="1893804"/>
                  </a:lnTo>
                  <a:lnTo>
                    <a:pt x="2690410" y="1845208"/>
                  </a:lnTo>
                  <a:lnTo>
                    <a:pt x="2650862" y="1793003"/>
                  </a:lnTo>
                  <a:lnTo>
                    <a:pt x="2611221" y="1737185"/>
                  </a:lnTo>
                  <a:lnTo>
                    <a:pt x="2571338" y="1677826"/>
                  </a:lnTo>
                  <a:lnTo>
                    <a:pt x="2531113" y="1615079"/>
                  </a:lnTo>
                  <a:lnTo>
                    <a:pt x="2490492" y="1549181"/>
                  </a:lnTo>
                  <a:lnTo>
                    <a:pt x="2449463" y="1480456"/>
                  </a:lnTo>
                  <a:lnTo>
                    <a:pt x="2408050" y="1409310"/>
                  </a:lnTo>
                  <a:lnTo>
                    <a:pt x="2366309" y="1336223"/>
                  </a:lnTo>
                  <a:lnTo>
                    <a:pt x="2324322" y="1261739"/>
                  </a:lnTo>
                  <a:lnTo>
                    <a:pt x="2282189" y="1186447"/>
                  </a:lnTo>
                  <a:lnTo>
                    <a:pt x="2240021" y="1110963"/>
                  </a:lnTo>
                  <a:lnTo>
                    <a:pt x="2197932" y="1035912"/>
                  </a:lnTo>
                  <a:lnTo>
                    <a:pt x="2156029" y="961901"/>
                  </a:lnTo>
                  <a:lnTo>
                    <a:pt x="2114407" y="889505"/>
                  </a:lnTo>
                  <a:lnTo>
                    <a:pt x="2073138" y="819244"/>
                  </a:lnTo>
                  <a:lnTo>
                    <a:pt x="2032266" y="751570"/>
                  </a:lnTo>
                  <a:lnTo>
                    <a:pt x="1991802" y="686859"/>
                  </a:lnTo>
                  <a:lnTo>
                    <a:pt x="1951718" y="625400"/>
                  </a:lnTo>
                  <a:lnTo>
                    <a:pt x="1911943" y="567399"/>
                  </a:lnTo>
                  <a:lnTo>
                    <a:pt x="1872359" y="512977"/>
                  </a:lnTo>
                  <a:lnTo>
                    <a:pt x="1832794" y="462174"/>
                  </a:lnTo>
                  <a:lnTo>
                    <a:pt x="1793019" y="414961"/>
                  </a:lnTo>
                  <a:lnTo>
                    <a:pt x="1768425" y="387772"/>
                  </a:lnTo>
                  <a:lnTo>
                    <a:pt x="1719843" y="338690"/>
                  </a:lnTo>
                  <a:lnTo>
                    <a:pt x="1669633" y="294499"/>
                  </a:lnTo>
                  <a:lnTo>
                    <a:pt x="1617025" y="254951"/>
                  </a:lnTo>
                  <a:lnTo>
                    <a:pt x="1561160" y="219629"/>
                  </a:lnTo>
                  <a:lnTo>
                    <a:pt x="1501159" y="188058"/>
                  </a:lnTo>
                  <a:lnTo>
                    <a:pt x="1436201" y="159779"/>
                  </a:lnTo>
                  <a:lnTo>
                    <a:pt x="1365608" y="134389"/>
                  </a:lnTo>
                  <a:lnTo>
                    <a:pt x="1288975" y="111557"/>
                  </a:lnTo>
                  <a:lnTo>
                    <a:pt x="1206325" y="91041"/>
                  </a:lnTo>
                  <a:lnTo>
                    <a:pt x="1118304" y="72686"/>
                  </a:lnTo>
                  <a:lnTo>
                    <a:pt x="1026375" y="56426"/>
                  </a:lnTo>
                  <a:lnTo>
                    <a:pt x="932958" y="42263"/>
                  </a:lnTo>
                  <a:lnTo>
                    <a:pt x="841416" y="30241"/>
                  </a:lnTo>
                  <a:lnTo>
                    <a:pt x="755803" y="20405"/>
                  </a:lnTo>
                  <a:lnTo>
                    <a:pt x="680326" y="12753"/>
                  </a:lnTo>
                  <a:lnTo>
                    <a:pt x="618582" y="7186"/>
                  </a:lnTo>
                  <a:lnTo>
                    <a:pt x="572768" y="3490"/>
                  </a:lnTo>
                  <a:lnTo>
                    <a:pt x="543107" y="1339"/>
                  </a:lnTo>
                  <a:lnTo>
                    <a:pt x="527669" y="327"/>
                  </a:lnTo>
                  <a:lnTo>
                    <a:pt x="522536" y="22"/>
                  </a:lnTo>
                  <a:lnTo>
                    <a:pt x="5221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474" name="pl474"/>
            <p:cNvSpPr/>
            <p:nvPr/>
          </p:nvSpPr>
          <p:spPr>
            <a:xfrm>
              <a:off x="386606" y="2862755"/>
              <a:ext cx="8554953" cy="2354870"/>
            </a:xfrm>
            <a:custGeom>
              <a:avLst/>
              <a:pathLst>
                <a:path w="8554953" h="2354870">
                  <a:moveTo>
                    <a:pt x="0" y="0"/>
                  </a:moveTo>
                  <a:lnTo>
                    <a:pt x="522133" y="0"/>
                  </a:lnTo>
                  <a:lnTo>
                    <a:pt x="523319" y="66"/>
                  </a:lnTo>
                  <a:lnTo>
                    <a:pt x="531088" y="542"/>
                  </a:lnTo>
                  <a:lnTo>
                    <a:pt x="550554" y="1857"/>
                  </a:lnTo>
                  <a:lnTo>
                    <a:pt x="585059" y="4442"/>
                  </a:lnTo>
                  <a:lnTo>
                    <a:pt x="635877" y="8681"/>
                  </a:lnTo>
                  <a:lnTo>
                    <a:pt x="702141" y="14870"/>
                  </a:lnTo>
                  <a:lnTo>
                    <a:pt x="781151" y="23186"/>
                  </a:lnTo>
                  <a:lnTo>
                    <a:pt x="869035" y="33694"/>
                  </a:lnTo>
                  <a:lnTo>
                    <a:pt x="961559" y="46378"/>
                  </a:lnTo>
                  <a:lnTo>
                    <a:pt x="1054836" y="61187"/>
                  </a:lnTo>
                  <a:lnTo>
                    <a:pt x="1145778" y="78087"/>
                  </a:lnTo>
                  <a:lnTo>
                    <a:pt x="1232267" y="97093"/>
                  </a:lnTo>
                  <a:lnTo>
                    <a:pt x="1313110" y="118298"/>
                  </a:lnTo>
                  <a:lnTo>
                    <a:pt x="1387871" y="141884"/>
                  </a:lnTo>
                  <a:lnTo>
                    <a:pt x="1456678" y="168121"/>
                  </a:lnTo>
                  <a:lnTo>
                    <a:pt x="1520037" y="197362"/>
                  </a:lnTo>
                  <a:lnTo>
                    <a:pt x="1578678" y="230032"/>
                  </a:lnTo>
                  <a:lnTo>
                    <a:pt x="1633452" y="266600"/>
                  </a:lnTo>
                  <a:lnTo>
                    <a:pt x="1685236" y="307531"/>
                  </a:lnTo>
                  <a:lnTo>
                    <a:pt x="1734872" y="353207"/>
                  </a:lnTo>
                  <a:lnTo>
                    <a:pt x="1768425" y="387772"/>
                  </a:lnTo>
                  <a:lnTo>
                    <a:pt x="1808470" y="432829"/>
                  </a:lnTo>
                  <a:lnTo>
                    <a:pt x="1848132" y="481425"/>
                  </a:lnTo>
                  <a:lnTo>
                    <a:pt x="1887680" y="533630"/>
                  </a:lnTo>
                  <a:lnTo>
                    <a:pt x="1927321" y="589448"/>
                  </a:lnTo>
                  <a:lnTo>
                    <a:pt x="1967204" y="648807"/>
                  </a:lnTo>
                  <a:lnTo>
                    <a:pt x="2007429" y="711555"/>
                  </a:lnTo>
                  <a:lnTo>
                    <a:pt x="2048050" y="777453"/>
                  </a:lnTo>
                  <a:lnTo>
                    <a:pt x="2089079" y="846178"/>
                  </a:lnTo>
                  <a:lnTo>
                    <a:pt x="2130492" y="917324"/>
                  </a:lnTo>
                  <a:lnTo>
                    <a:pt x="2172233" y="990411"/>
                  </a:lnTo>
                  <a:lnTo>
                    <a:pt x="2214220" y="1064895"/>
                  </a:lnTo>
                  <a:lnTo>
                    <a:pt x="2256353" y="1140187"/>
                  </a:lnTo>
                  <a:lnTo>
                    <a:pt x="2298521" y="1215670"/>
                  </a:lnTo>
                  <a:lnTo>
                    <a:pt x="2340610" y="1290722"/>
                  </a:lnTo>
                  <a:lnTo>
                    <a:pt x="2382513" y="1364732"/>
                  </a:lnTo>
                  <a:lnTo>
                    <a:pt x="2424135" y="1437129"/>
                  </a:lnTo>
                  <a:lnTo>
                    <a:pt x="2465405" y="1507390"/>
                  </a:lnTo>
                  <a:lnTo>
                    <a:pt x="2506277" y="1575064"/>
                  </a:lnTo>
                  <a:lnTo>
                    <a:pt x="2546740" y="1639775"/>
                  </a:lnTo>
                  <a:lnTo>
                    <a:pt x="2586824" y="1701233"/>
                  </a:lnTo>
                  <a:lnTo>
                    <a:pt x="2626599" y="1759234"/>
                  </a:lnTo>
                  <a:lnTo>
                    <a:pt x="2666183" y="1813657"/>
                  </a:lnTo>
                  <a:lnTo>
                    <a:pt x="2705748" y="1864460"/>
                  </a:lnTo>
                  <a:lnTo>
                    <a:pt x="2745523" y="1911673"/>
                  </a:lnTo>
                  <a:lnTo>
                    <a:pt x="2770117" y="1938862"/>
                  </a:lnTo>
                  <a:lnTo>
                    <a:pt x="2818699" y="1987943"/>
                  </a:lnTo>
                  <a:lnTo>
                    <a:pt x="2868909" y="2032135"/>
                  </a:lnTo>
                  <a:lnTo>
                    <a:pt x="2921517" y="2071682"/>
                  </a:lnTo>
                  <a:lnTo>
                    <a:pt x="2977383" y="2107005"/>
                  </a:lnTo>
                  <a:lnTo>
                    <a:pt x="3037383" y="2138576"/>
                  </a:lnTo>
                  <a:lnTo>
                    <a:pt x="3102342" y="2166854"/>
                  </a:lnTo>
                  <a:lnTo>
                    <a:pt x="3172934" y="2192245"/>
                  </a:lnTo>
                  <a:lnTo>
                    <a:pt x="3249567" y="2215076"/>
                  </a:lnTo>
                  <a:lnTo>
                    <a:pt x="3332217" y="2235593"/>
                  </a:lnTo>
                  <a:lnTo>
                    <a:pt x="3420238" y="2253947"/>
                  </a:lnTo>
                  <a:lnTo>
                    <a:pt x="3512167" y="2270207"/>
                  </a:lnTo>
                  <a:lnTo>
                    <a:pt x="3605584" y="2284371"/>
                  </a:lnTo>
                  <a:lnTo>
                    <a:pt x="3697126" y="2296393"/>
                  </a:lnTo>
                  <a:lnTo>
                    <a:pt x="3782740" y="2306228"/>
                  </a:lnTo>
                  <a:lnTo>
                    <a:pt x="3858216" y="2313881"/>
                  </a:lnTo>
                  <a:lnTo>
                    <a:pt x="3919960" y="2319447"/>
                  </a:lnTo>
                  <a:lnTo>
                    <a:pt x="3965774" y="2323143"/>
                  </a:lnTo>
                  <a:lnTo>
                    <a:pt x="3995435" y="2325295"/>
                  </a:lnTo>
                  <a:lnTo>
                    <a:pt x="4010873" y="2326306"/>
                  </a:lnTo>
                  <a:lnTo>
                    <a:pt x="4016006" y="2326612"/>
                  </a:lnTo>
                  <a:lnTo>
                    <a:pt x="4016409" y="2326634"/>
                  </a:lnTo>
                  <a:lnTo>
                    <a:pt x="4538543" y="2326634"/>
                  </a:lnTo>
                  <a:lnTo>
                    <a:pt x="4539813" y="2326635"/>
                  </a:lnTo>
                  <a:lnTo>
                    <a:pt x="4548114" y="2326641"/>
                  </a:lnTo>
                  <a:lnTo>
                    <a:pt x="4568866" y="2326658"/>
                  </a:lnTo>
                  <a:lnTo>
                    <a:pt x="4605525" y="2326692"/>
                  </a:lnTo>
                  <a:lnTo>
                    <a:pt x="4659269" y="2326747"/>
                  </a:lnTo>
                  <a:lnTo>
                    <a:pt x="4728940" y="2326827"/>
                  </a:lnTo>
                  <a:lnTo>
                    <a:pt x="4811441" y="2326934"/>
                  </a:lnTo>
                  <a:lnTo>
                    <a:pt x="4902513" y="2327070"/>
                  </a:lnTo>
                  <a:lnTo>
                    <a:pt x="4997640" y="2327233"/>
                  </a:lnTo>
                  <a:lnTo>
                    <a:pt x="5092799" y="2327422"/>
                  </a:lnTo>
                  <a:lnTo>
                    <a:pt x="5184906" y="2327638"/>
                  </a:lnTo>
                  <a:lnTo>
                    <a:pt x="5271946" y="2327882"/>
                  </a:lnTo>
                  <a:lnTo>
                    <a:pt x="5352875" y="2328153"/>
                  </a:lnTo>
                  <a:lnTo>
                    <a:pt x="5427426" y="2328456"/>
                  </a:lnTo>
                  <a:lnTo>
                    <a:pt x="5495881" y="2328794"/>
                  </a:lnTo>
                  <a:lnTo>
                    <a:pt x="5558879" y="2329172"/>
                  </a:lnTo>
                  <a:lnTo>
                    <a:pt x="5617260" y="2329596"/>
                  </a:lnTo>
                  <a:lnTo>
                    <a:pt x="5671956" y="2330072"/>
                  </a:lnTo>
                  <a:lnTo>
                    <a:pt x="5723901" y="2330605"/>
                  </a:lnTo>
                  <a:lnTo>
                    <a:pt x="5773952" y="2331200"/>
                  </a:lnTo>
                  <a:lnTo>
                    <a:pt x="5784835" y="2331340"/>
                  </a:lnTo>
                  <a:lnTo>
                    <a:pt x="5839090" y="2332093"/>
                  </a:lnTo>
                  <a:lnTo>
                    <a:pt x="5892822" y="2332925"/>
                  </a:lnTo>
                  <a:lnTo>
                    <a:pt x="5946620" y="2333838"/>
                  </a:lnTo>
                  <a:lnTo>
                    <a:pt x="6000875" y="2334831"/>
                  </a:lnTo>
                  <a:lnTo>
                    <a:pt x="6055806" y="2335896"/>
                  </a:lnTo>
                  <a:lnTo>
                    <a:pt x="6111487" y="2337027"/>
                  </a:lnTo>
                  <a:lnTo>
                    <a:pt x="6167859" y="2338210"/>
                  </a:lnTo>
                  <a:lnTo>
                    <a:pt x="6224762" y="2339431"/>
                  </a:lnTo>
                  <a:lnTo>
                    <a:pt x="6281959" y="2340671"/>
                  </a:lnTo>
                  <a:lnTo>
                    <a:pt x="6339175" y="2341913"/>
                  </a:lnTo>
                  <a:lnTo>
                    <a:pt x="6396131" y="2343137"/>
                  </a:lnTo>
                  <a:lnTo>
                    <a:pt x="6452583" y="2344326"/>
                  </a:lnTo>
                  <a:lnTo>
                    <a:pt x="6508359" y="2345464"/>
                  </a:lnTo>
                  <a:lnTo>
                    <a:pt x="6563387" y="2346539"/>
                  </a:lnTo>
                  <a:lnTo>
                    <a:pt x="6617720" y="2347541"/>
                  </a:lnTo>
                  <a:lnTo>
                    <a:pt x="6671559" y="2348465"/>
                  </a:lnTo>
                  <a:lnTo>
                    <a:pt x="6725272" y="2349308"/>
                  </a:lnTo>
                  <a:lnTo>
                    <a:pt x="6779418" y="2350070"/>
                  </a:lnTo>
                  <a:lnTo>
                    <a:pt x="6786527" y="2350164"/>
                  </a:lnTo>
                  <a:lnTo>
                    <a:pt x="6836261" y="2350773"/>
                  </a:lnTo>
                  <a:lnTo>
                    <a:pt x="6887718" y="2351319"/>
                  </a:lnTo>
                  <a:lnTo>
                    <a:pt x="6941727" y="2351807"/>
                  </a:lnTo>
                  <a:lnTo>
                    <a:pt x="6999212" y="2352242"/>
                  </a:lnTo>
                  <a:lnTo>
                    <a:pt x="7061112" y="2352630"/>
                  </a:lnTo>
                  <a:lnTo>
                    <a:pt x="7128296" y="2352976"/>
                  </a:lnTo>
                  <a:lnTo>
                    <a:pt x="7201460" y="2353286"/>
                  </a:lnTo>
                  <a:lnTo>
                    <a:pt x="7280980" y="2353565"/>
                  </a:lnTo>
                  <a:lnTo>
                    <a:pt x="7366727" y="2353814"/>
                  </a:lnTo>
                  <a:lnTo>
                    <a:pt x="7457852" y="2354036"/>
                  </a:lnTo>
                  <a:lnTo>
                    <a:pt x="7552565" y="2354232"/>
                  </a:lnTo>
                  <a:lnTo>
                    <a:pt x="7648016" y="2354401"/>
                  </a:lnTo>
                  <a:lnTo>
                    <a:pt x="7740366" y="2354542"/>
                  </a:lnTo>
                  <a:lnTo>
                    <a:pt x="7825151" y="2354655"/>
                  </a:lnTo>
                  <a:lnTo>
                    <a:pt x="7897980" y="2354742"/>
                  </a:lnTo>
                  <a:lnTo>
                    <a:pt x="7955421" y="2354802"/>
                  </a:lnTo>
                  <a:lnTo>
                    <a:pt x="7995840" y="2354840"/>
                  </a:lnTo>
                  <a:lnTo>
                    <a:pt x="8019887" y="2354860"/>
                  </a:lnTo>
                  <a:lnTo>
                    <a:pt x="8030537" y="2354868"/>
                  </a:lnTo>
                  <a:lnTo>
                    <a:pt x="8032805" y="2354870"/>
                  </a:lnTo>
                  <a:lnTo>
                    <a:pt x="8032819" y="2354870"/>
                  </a:lnTo>
                  <a:lnTo>
                    <a:pt x="8554953" y="2354870"/>
                  </a:lnTo>
                  <a:lnTo>
                    <a:pt x="8554953" y="235487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475" name="pl475"/>
            <p:cNvSpPr/>
            <p:nvPr/>
          </p:nvSpPr>
          <p:spPr>
            <a:xfrm>
              <a:off x="386606" y="2845813"/>
              <a:ext cx="8554953" cy="2354870"/>
            </a:xfrm>
            <a:custGeom>
              <a:avLst/>
              <a:pathLst>
                <a:path w="8554953" h="2354870">
                  <a:moveTo>
                    <a:pt x="8554953" y="2354870"/>
                  </a:moveTo>
                  <a:lnTo>
                    <a:pt x="8032819" y="2354870"/>
                  </a:lnTo>
                  <a:lnTo>
                    <a:pt x="8031549" y="2354869"/>
                  </a:lnTo>
                  <a:lnTo>
                    <a:pt x="8023248" y="2354863"/>
                  </a:lnTo>
                  <a:lnTo>
                    <a:pt x="8002496" y="2354846"/>
                  </a:lnTo>
                  <a:lnTo>
                    <a:pt x="7965837" y="2354812"/>
                  </a:lnTo>
                  <a:lnTo>
                    <a:pt x="7912093" y="2354757"/>
                  </a:lnTo>
                  <a:lnTo>
                    <a:pt x="7842422" y="2354677"/>
                  </a:lnTo>
                  <a:lnTo>
                    <a:pt x="7759921" y="2354569"/>
                  </a:lnTo>
                  <a:lnTo>
                    <a:pt x="7668849" y="2354434"/>
                  </a:lnTo>
                  <a:lnTo>
                    <a:pt x="7573722" y="2354271"/>
                  </a:lnTo>
                  <a:lnTo>
                    <a:pt x="7478563" y="2354082"/>
                  </a:lnTo>
                  <a:lnTo>
                    <a:pt x="7386456" y="2353865"/>
                  </a:lnTo>
                  <a:lnTo>
                    <a:pt x="7299416" y="2353622"/>
                  </a:lnTo>
                  <a:lnTo>
                    <a:pt x="7218486" y="2353350"/>
                  </a:lnTo>
                  <a:lnTo>
                    <a:pt x="7143936" y="2353048"/>
                  </a:lnTo>
                  <a:lnTo>
                    <a:pt x="7075481" y="2352710"/>
                  </a:lnTo>
                  <a:lnTo>
                    <a:pt x="7012483" y="2352332"/>
                  </a:lnTo>
                  <a:lnTo>
                    <a:pt x="6954102" y="2351908"/>
                  </a:lnTo>
                  <a:lnTo>
                    <a:pt x="6899406" y="2351432"/>
                  </a:lnTo>
                  <a:lnTo>
                    <a:pt x="6847461" y="2350899"/>
                  </a:lnTo>
                  <a:lnTo>
                    <a:pt x="6797409" y="2350304"/>
                  </a:lnTo>
                  <a:lnTo>
                    <a:pt x="6786527" y="2350164"/>
                  </a:lnTo>
                  <a:lnTo>
                    <a:pt x="6732272" y="2349411"/>
                  </a:lnTo>
                  <a:lnTo>
                    <a:pt x="6678540" y="2348579"/>
                  </a:lnTo>
                  <a:lnTo>
                    <a:pt x="6624742" y="2347665"/>
                  </a:lnTo>
                  <a:lnTo>
                    <a:pt x="6570487" y="2346673"/>
                  </a:lnTo>
                  <a:lnTo>
                    <a:pt x="6515556" y="2345607"/>
                  </a:lnTo>
                  <a:lnTo>
                    <a:pt x="6459875" y="2344477"/>
                  </a:lnTo>
                  <a:lnTo>
                    <a:pt x="6403503" y="2343294"/>
                  </a:lnTo>
                  <a:lnTo>
                    <a:pt x="6346600" y="2342073"/>
                  </a:lnTo>
                  <a:lnTo>
                    <a:pt x="6289403" y="2340833"/>
                  </a:lnTo>
                  <a:lnTo>
                    <a:pt x="6232187" y="2339591"/>
                  </a:lnTo>
                  <a:lnTo>
                    <a:pt x="6175231" y="2338367"/>
                  </a:lnTo>
                  <a:lnTo>
                    <a:pt x="6118779" y="2337178"/>
                  </a:lnTo>
                  <a:lnTo>
                    <a:pt x="6063003" y="2336040"/>
                  </a:lnTo>
                  <a:lnTo>
                    <a:pt x="6007975" y="2334965"/>
                  </a:lnTo>
                  <a:lnTo>
                    <a:pt x="5953642" y="2333963"/>
                  </a:lnTo>
                  <a:lnTo>
                    <a:pt x="5899803" y="2333039"/>
                  </a:lnTo>
                  <a:lnTo>
                    <a:pt x="5846090" y="2332196"/>
                  </a:lnTo>
                  <a:lnTo>
                    <a:pt x="5791944" y="2331433"/>
                  </a:lnTo>
                  <a:lnTo>
                    <a:pt x="5784835" y="2331340"/>
                  </a:lnTo>
                  <a:lnTo>
                    <a:pt x="5735101" y="2330731"/>
                  </a:lnTo>
                  <a:lnTo>
                    <a:pt x="5683644" y="2330184"/>
                  </a:lnTo>
                  <a:lnTo>
                    <a:pt x="5629635" y="2329696"/>
                  </a:lnTo>
                  <a:lnTo>
                    <a:pt x="5572150" y="2329262"/>
                  </a:lnTo>
                  <a:lnTo>
                    <a:pt x="5510250" y="2328874"/>
                  </a:lnTo>
                  <a:lnTo>
                    <a:pt x="5443066" y="2328528"/>
                  </a:lnTo>
                  <a:lnTo>
                    <a:pt x="5369902" y="2328218"/>
                  </a:lnTo>
                  <a:lnTo>
                    <a:pt x="5290382" y="2327939"/>
                  </a:lnTo>
                  <a:lnTo>
                    <a:pt x="5204634" y="2327690"/>
                  </a:lnTo>
                  <a:lnTo>
                    <a:pt x="5113510" y="2327468"/>
                  </a:lnTo>
                  <a:lnTo>
                    <a:pt x="5018797" y="2327272"/>
                  </a:lnTo>
                  <a:lnTo>
                    <a:pt x="4923346" y="2327103"/>
                  </a:lnTo>
                  <a:lnTo>
                    <a:pt x="4830996" y="2326962"/>
                  </a:lnTo>
                  <a:lnTo>
                    <a:pt x="4746211" y="2326848"/>
                  </a:lnTo>
                  <a:lnTo>
                    <a:pt x="4673382" y="2326762"/>
                  </a:lnTo>
                  <a:lnTo>
                    <a:pt x="4615941" y="2326702"/>
                  </a:lnTo>
                  <a:lnTo>
                    <a:pt x="4575522" y="2326664"/>
                  </a:lnTo>
                  <a:lnTo>
                    <a:pt x="4551475" y="2326644"/>
                  </a:lnTo>
                  <a:lnTo>
                    <a:pt x="4540825" y="2326636"/>
                  </a:lnTo>
                  <a:lnTo>
                    <a:pt x="4538557" y="2326634"/>
                  </a:lnTo>
                  <a:lnTo>
                    <a:pt x="4538543" y="2326634"/>
                  </a:lnTo>
                  <a:lnTo>
                    <a:pt x="4016409" y="2326634"/>
                  </a:lnTo>
                  <a:lnTo>
                    <a:pt x="4015223" y="2326567"/>
                  </a:lnTo>
                  <a:lnTo>
                    <a:pt x="4007454" y="2326092"/>
                  </a:lnTo>
                  <a:lnTo>
                    <a:pt x="3987988" y="2324776"/>
                  </a:lnTo>
                  <a:lnTo>
                    <a:pt x="3953483" y="2322192"/>
                  </a:lnTo>
                  <a:lnTo>
                    <a:pt x="3902665" y="2317953"/>
                  </a:lnTo>
                  <a:lnTo>
                    <a:pt x="3836401" y="2311764"/>
                  </a:lnTo>
                  <a:lnTo>
                    <a:pt x="3757391" y="2303448"/>
                  </a:lnTo>
                  <a:lnTo>
                    <a:pt x="3669507" y="2292940"/>
                  </a:lnTo>
                  <a:lnTo>
                    <a:pt x="3576983" y="2280256"/>
                  </a:lnTo>
                  <a:lnTo>
                    <a:pt x="3483706" y="2265446"/>
                  </a:lnTo>
                  <a:lnTo>
                    <a:pt x="3392764" y="2248547"/>
                  </a:lnTo>
                  <a:lnTo>
                    <a:pt x="3306275" y="2229541"/>
                  </a:lnTo>
                  <a:lnTo>
                    <a:pt x="3225433" y="2208335"/>
                  </a:lnTo>
                  <a:lnTo>
                    <a:pt x="3150672" y="2184749"/>
                  </a:lnTo>
                  <a:lnTo>
                    <a:pt x="3081864" y="2158513"/>
                  </a:lnTo>
                  <a:lnTo>
                    <a:pt x="3018505" y="2129271"/>
                  </a:lnTo>
                  <a:lnTo>
                    <a:pt x="2959864" y="2096601"/>
                  </a:lnTo>
                  <a:lnTo>
                    <a:pt x="2905091" y="2060033"/>
                  </a:lnTo>
                  <a:lnTo>
                    <a:pt x="2853306" y="2019102"/>
                  </a:lnTo>
                  <a:lnTo>
                    <a:pt x="2803670" y="1973426"/>
                  </a:lnTo>
                  <a:lnTo>
                    <a:pt x="2770117" y="1938862"/>
                  </a:lnTo>
                  <a:lnTo>
                    <a:pt x="2730073" y="1893804"/>
                  </a:lnTo>
                  <a:lnTo>
                    <a:pt x="2690410" y="1845208"/>
                  </a:lnTo>
                  <a:lnTo>
                    <a:pt x="2650862" y="1793003"/>
                  </a:lnTo>
                  <a:lnTo>
                    <a:pt x="2611221" y="1737185"/>
                  </a:lnTo>
                  <a:lnTo>
                    <a:pt x="2571338" y="1677826"/>
                  </a:lnTo>
                  <a:lnTo>
                    <a:pt x="2531113" y="1615079"/>
                  </a:lnTo>
                  <a:lnTo>
                    <a:pt x="2490492" y="1549181"/>
                  </a:lnTo>
                  <a:lnTo>
                    <a:pt x="2449463" y="1480456"/>
                  </a:lnTo>
                  <a:lnTo>
                    <a:pt x="2408050" y="1409310"/>
                  </a:lnTo>
                  <a:lnTo>
                    <a:pt x="2366309" y="1336223"/>
                  </a:lnTo>
                  <a:lnTo>
                    <a:pt x="2324322" y="1261739"/>
                  </a:lnTo>
                  <a:lnTo>
                    <a:pt x="2282189" y="1186447"/>
                  </a:lnTo>
                  <a:lnTo>
                    <a:pt x="2240021" y="1110963"/>
                  </a:lnTo>
                  <a:lnTo>
                    <a:pt x="2197932" y="1035912"/>
                  </a:lnTo>
                  <a:lnTo>
                    <a:pt x="2156029" y="961901"/>
                  </a:lnTo>
                  <a:lnTo>
                    <a:pt x="2114407" y="889505"/>
                  </a:lnTo>
                  <a:lnTo>
                    <a:pt x="2073138" y="819244"/>
                  </a:lnTo>
                  <a:lnTo>
                    <a:pt x="2032266" y="751570"/>
                  </a:lnTo>
                  <a:lnTo>
                    <a:pt x="1991802" y="686859"/>
                  </a:lnTo>
                  <a:lnTo>
                    <a:pt x="1951718" y="625400"/>
                  </a:lnTo>
                  <a:lnTo>
                    <a:pt x="1911943" y="567399"/>
                  </a:lnTo>
                  <a:lnTo>
                    <a:pt x="1872359" y="512977"/>
                  </a:lnTo>
                  <a:lnTo>
                    <a:pt x="1832794" y="462174"/>
                  </a:lnTo>
                  <a:lnTo>
                    <a:pt x="1793019" y="414961"/>
                  </a:lnTo>
                  <a:lnTo>
                    <a:pt x="1768425" y="387772"/>
                  </a:lnTo>
                  <a:lnTo>
                    <a:pt x="1719843" y="338690"/>
                  </a:lnTo>
                  <a:lnTo>
                    <a:pt x="1669633" y="294499"/>
                  </a:lnTo>
                  <a:lnTo>
                    <a:pt x="1617025" y="254951"/>
                  </a:lnTo>
                  <a:lnTo>
                    <a:pt x="1561160" y="219629"/>
                  </a:lnTo>
                  <a:lnTo>
                    <a:pt x="1501159" y="188058"/>
                  </a:lnTo>
                  <a:lnTo>
                    <a:pt x="1436201" y="159779"/>
                  </a:lnTo>
                  <a:lnTo>
                    <a:pt x="1365608" y="134389"/>
                  </a:lnTo>
                  <a:lnTo>
                    <a:pt x="1288975" y="111557"/>
                  </a:lnTo>
                  <a:lnTo>
                    <a:pt x="1206325" y="91041"/>
                  </a:lnTo>
                  <a:lnTo>
                    <a:pt x="1118304" y="72686"/>
                  </a:lnTo>
                  <a:lnTo>
                    <a:pt x="1026375" y="56426"/>
                  </a:lnTo>
                  <a:lnTo>
                    <a:pt x="932958" y="42263"/>
                  </a:lnTo>
                  <a:lnTo>
                    <a:pt x="841416" y="30241"/>
                  </a:lnTo>
                  <a:lnTo>
                    <a:pt x="755803" y="20405"/>
                  </a:lnTo>
                  <a:lnTo>
                    <a:pt x="680326" y="12753"/>
                  </a:lnTo>
                  <a:lnTo>
                    <a:pt x="618582" y="7186"/>
                  </a:lnTo>
                  <a:lnTo>
                    <a:pt x="572768" y="3490"/>
                  </a:lnTo>
                  <a:lnTo>
                    <a:pt x="543107" y="1339"/>
                  </a:lnTo>
                  <a:lnTo>
                    <a:pt x="527669" y="327"/>
                  </a:lnTo>
                  <a:lnTo>
                    <a:pt x="522536" y="22"/>
                  </a:lnTo>
                  <a:lnTo>
                    <a:pt x="522133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476" name="pg476"/>
            <p:cNvSpPr/>
            <p:nvPr/>
          </p:nvSpPr>
          <p:spPr>
            <a:xfrm>
              <a:off x="386606" y="598239"/>
              <a:ext cx="8554953" cy="3608542"/>
            </a:xfrm>
            <a:custGeom>
              <a:avLst/>
              <a:pathLst>
                <a:path w="8554953" h="3608542">
                  <a:moveTo>
                    <a:pt x="0" y="1784506"/>
                  </a:moveTo>
                  <a:lnTo>
                    <a:pt x="522133" y="1784506"/>
                  </a:lnTo>
                  <a:lnTo>
                    <a:pt x="523350" y="1784559"/>
                  </a:lnTo>
                  <a:lnTo>
                    <a:pt x="531314" y="1784942"/>
                  </a:lnTo>
                  <a:lnTo>
                    <a:pt x="551253" y="1786001"/>
                  </a:lnTo>
                  <a:lnTo>
                    <a:pt x="586551" y="1788080"/>
                  </a:lnTo>
                  <a:lnTo>
                    <a:pt x="638449" y="1791489"/>
                  </a:lnTo>
                  <a:lnTo>
                    <a:pt x="705976" y="1796461"/>
                  </a:lnTo>
                  <a:lnTo>
                    <a:pt x="786286" y="1803135"/>
                  </a:lnTo>
                  <a:lnTo>
                    <a:pt x="875365" y="1811558"/>
                  </a:lnTo>
                  <a:lnTo>
                    <a:pt x="968872" y="1821714"/>
                  </a:lnTo>
                  <a:lnTo>
                    <a:pt x="1062868" y="1833562"/>
                  </a:lnTo>
                  <a:lnTo>
                    <a:pt x="1154263" y="1847077"/>
                  </a:lnTo>
                  <a:lnTo>
                    <a:pt x="1240974" y="1862276"/>
                  </a:lnTo>
                  <a:lnTo>
                    <a:pt x="1321861" y="1879241"/>
                  </a:lnTo>
                  <a:lnTo>
                    <a:pt x="1396552" y="1898127"/>
                  </a:lnTo>
                  <a:lnTo>
                    <a:pt x="1465231" y="1919157"/>
                  </a:lnTo>
                  <a:lnTo>
                    <a:pt x="1528453" y="1942626"/>
                  </a:lnTo>
                  <a:lnTo>
                    <a:pt x="1586992" y="1968880"/>
                  </a:lnTo>
                  <a:lnTo>
                    <a:pt x="1641726" y="1998300"/>
                  </a:lnTo>
                  <a:lnTo>
                    <a:pt x="1693558" y="2031254"/>
                  </a:lnTo>
                  <a:lnTo>
                    <a:pt x="1743335" y="2068029"/>
                  </a:lnTo>
                  <a:lnTo>
                    <a:pt x="1768425" y="2088512"/>
                  </a:lnTo>
                  <a:lnTo>
                    <a:pt x="1811755" y="2126876"/>
                  </a:lnTo>
                  <a:lnTo>
                    <a:pt x="1854665" y="2168498"/>
                  </a:lnTo>
                  <a:lnTo>
                    <a:pt x="1897486" y="2213440"/>
                  </a:lnTo>
                  <a:lnTo>
                    <a:pt x="1940463" y="2261691"/>
                  </a:lnTo>
                  <a:lnTo>
                    <a:pt x="1983768" y="2313157"/>
                  </a:lnTo>
                  <a:lnTo>
                    <a:pt x="2027505" y="2367655"/>
                  </a:lnTo>
                  <a:lnTo>
                    <a:pt x="2071719" y="2424908"/>
                  </a:lnTo>
                  <a:lnTo>
                    <a:pt x="2116399" y="2484551"/>
                  </a:lnTo>
                  <a:lnTo>
                    <a:pt x="2161488" y="2546134"/>
                  </a:lnTo>
                  <a:lnTo>
                    <a:pt x="2206893" y="2609132"/>
                  </a:lnTo>
                  <a:lnTo>
                    <a:pt x="2252490" y="2672969"/>
                  </a:lnTo>
                  <a:lnTo>
                    <a:pt x="2298140" y="2737034"/>
                  </a:lnTo>
                  <a:lnTo>
                    <a:pt x="2343700" y="2800708"/>
                  </a:lnTo>
                  <a:lnTo>
                    <a:pt x="2389032" y="2863385"/>
                  </a:lnTo>
                  <a:lnTo>
                    <a:pt x="2434021" y="2924502"/>
                  </a:lnTo>
                  <a:lnTo>
                    <a:pt x="2478581" y="2983553"/>
                  </a:lnTo>
                  <a:lnTo>
                    <a:pt x="2522667" y="3040109"/>
                  </a:lnTo>
                  <a:lnTo>
                    <a:pt x="2566283" y="3093826"/>
                  </a:lnTo>
                  <a:lnTo>
                    <a:pt x="2609489" y="3144455"/>
                  </a:lnTo>
                  <a:lnTo>
                    <a:pt x="2652405" y="3191835"/>
                  </a:lnTo>
                  <a:lnTo>
                    <a:pt x="2695222" y="3235896"/>
                  </a:lnTo>
                  <a:lnTo>
                    <a:pt x="2738207" y="3276646"/>
                  </a:lnTo>
                  <a:lnTo>
                    <a:pt x="2770117" y="3304536"/>
                  </a:lnTo>
                  <a:lnTo>
                    <a:pt x="2819127" y="3343332"/>
                  </a:lnTo>
                  <a:lnTo>
                    <a:pt x="2869801" y="3378229"/>
                  </a:lnTo>
                  <a:lnTo>
                    <a:pt x="2922928" y="3409427"/>
                  </a:lnTo>
                  <a:lnTo>
                    <a:pt x="2979394" y="3437264"/>
                  </a:lnTo>
                  <a:lnTo>
                    <a:pt x="3040097" y="3462122"/>
                  </a:lnTo>
                  <a:lnTo>
                    <a:pt x="3105878" y="3484369"/>
                  </a:lnTo>
                  <a:lnTo>
                    <a:pt x="3177421" y="3504327"/>
                  </a:lnTo>
                  <a:lnTo>
                    <a:pt x="3255121" y="3522258"/>
                  </a:lnTo>
                  <a:lnTo>
                    <a:pt x="3338921" y="3538353"/>
                  </a:lnTo>
                  <a:lnTo>
                    <a:pt x="3428099" y="3552729"/>
                  </a:lnTo>
                  <a:lnTo>
                    <a:pt x="3521078" y="3565437"/>
                  </a:lnTo>
                  <a:lnTo>
                    <a:pt x="3615282" y="3576470"/>
                  </a:lnTo>
                  <a:lnTo>
                    <a:pt x="3707174" y="3585791"/>
                  </a:lnTo>
                  <a:lnTo>
                    <a:pt x="3792544" y="3593365"/>
                  </a:lnTo>
                  <a:lnTo>
                    <a:pt x="3867106" y="3599202"/>
                  </a:lnTo>
                  <a:lnTo>
                    <a:pt x="3927310" y="3603393"/>
                  </a:lnTo>
                  <a:lnTo>
                    <a:pt x="3971150" y="3606123"/>
                  </a:lnTo>
                  <a:lnTo>
                    <a:pt x="3998710" y="3607666"/>
                  </a:lnTo>
                  <a:lnTo>
                    <a:pt x="4012300" y="3608354"/>
                  </a:lnTo>
                  <a:lnTo>
                    <a:pt x="4016238" y="3608535"/>
                  </a:lnTo>
                  <a:lnTo>
                    <a:pt x="4016409" y="3608542"/>
                  </a:lnTo>
                  <a:lnTo>
                    <a:pt x="4538543" y="3608542"/>
                  </a:lnTo>
                  <a:lnTo>
                    <a:pt x="4539632" y="3608447"/>
                  </a:lnTo>
                  <a:lnTo>
                    <a:pt x="4546781" y="3607774"/>
                  </a:lnTo>
                  <a:lnTo>
                    <a:pt x="4564744" y="3605911"/>
                  </a:lnTo>
                  <a:lnTo>
                    <a:pt x="4596712" y="3602249"/>
                  </a:lnTo>
                  <a:lnTo>
                    <a:pt x="4644052" y="3596230"/>
                  </a:lnTo>
                  <a:lnTo>
                    <a:pt x="4706212" y="3587417"/>
                  </a:lnTo>
                  <a:lnTo>
                    <a:pt x="4780941" y="3575531"/>
                  </a:lnTo>
                  <a:lnTo>
                    <a:pt x="4864829" y="3560452"/>
                  </a:lnTo>
                  <a:lnTo>
                    <a:pt x="4953999" y="3542187"/>
                  </a:lnTo>
                  <a:lnTo>
                    <a:pt x="5044759" y="3520800"/>
                  </a:lnTo>
                  <a:lnTo>
                    <a:pt x="5134051" y="3496356"/>
                  </a:lnTo>
                  <a:lnTo>
                    <a:pt x="5219664" y="3468856"/>
                  </a:lnTo>
                  <a:lnTo>
                    <a:pt x="5300241" y="3438208"/>
                  </a:lnTo>
                  <a:lnTo>
                    <a:pt x="5375155" y="3404200"/>
                  </a:lnTo>
                  <a:lnTo>
                    <a:pt x="5444349" y="3366498"/>
                  </a:lnTo>
                  <a:lnTo>
                    <a:pt x="5508162" y="3324647"/>
                  </a:lnTo>
                  <a:lnTo>
                    <a:pt x="5567188" y="3278086"/>
                  </a:lnTo>
                  <a:lnTo>
                    <a:pt x="5622166" y="3226175"/>
                  </a:lnTo>
                  <a:lnTo>
                    <a:pt x="5673898" y="3168239"/>
                  </a:lnTo>
                  <a:lnTo>
                    <a:pt x="5723181" y="3103656"/>
                  </a:lnTo>
                  <a:lnTo>
                    <a:pt x="5770749" y="3031991"/>
                  </a:lnTo>
                  <a:lnTo>
                    <a:pt x="5784835" y="3009001"/>
                  </a:lnTo>
                  <a:lnTo>
                    <a:pt x="5818621" y="2950641"/>
                  </a:lnTo>
                  <a:lnTo>
                    <a:pt x="5852102" y="2888410"/>
                  </a:lnTo>
                  <a:lnTo>
                    <a:pt x="5885448" y="2822231"/>
                  </a:lnTo>
                  <a:lnTo>
                    <a:pt x="5918798" y="2752073"/>
                  </a:lnTo>
                  <a:lnTo>
                    <a:pt x="5952257" y="2677964"/>
                  </a:lnTo>
                  <a:lnTo>
                    <a:pt x="5985908" y="2599991"/>
                  </a:lnTo>
                  <a:lnTo>
                    <a:pt x="6019806" y="2518307"/>
                  </a:lnTo>
                  <a:lnTo>
                    <a:pt x="6053983" y="2433129"/>
                  </a:lnTo>
                  <a:lnTo>
                    <a:pt x="6088451" y="2344743"/>
                  </a:lnTo>
                  <a:lnTo>
                    <a:pt x="6123203" y="2253501"/>
                  </a:lnTo>
                  <a:lnTo>
                    <a:pt x="6158213" y="2159815"/>
                  </a:lnTo>
                  <a:lnTo>
                    <a:pt x="6193442" y="2064152"/>
                  </a:lnTo>
                  <a:lnTo>
                    <a:pt x="6228839" y="1967024"/>
                  </a:lnTo>
                  <a:lnTo>
                    <a:pt x="6264343" y="1868979"/>
                  </a:lnTo>
                  <a:lnTo>
                    <a:pt x="6299888" y="1770587"/>
                  </a:lnTo>
                  <a:lnTo>
                    <a:pt x="6335406" y="1672427"/>
                  </a:lnTo>
                  <a:lnTo>
                    <a:pt x="6370829" y="1575070"/>
                  </a:lnTo>
                  <a:lnTo>
                    <a:pt x="6406097" y="1479071"/>
                  </a:lnTo>
                  <a:lnTo>
                    <a:pt x="6441155" y="1384949"/>
                  </a:lnTo>
                  <a:lnTo>
                    <a:pt x="6475961" y="1293181"/>
                  </a:lnTo>
                  <a:lnTo>
                    <a:pt x="6510487" y="1204193"/>
                  </a:lnTo>
                  <a:lnTo>
                    <a:pt x="6544722" y="1118346"/>
                  </a:lnTo>
                  <a:lnTo>
                    <a:pt x="6578674" y="1035941"/>
                  </a:lnTo>
                  <a:lnTo>
                    <a:pt x="6612371" y="957209"/>
                  </a:lnTo>
                  <a:lnTo>
                    <a:pt x="6645863" y="882316"/>
                  </a:lnTo>
                  <a:lnTo>
                    <a:pt x="6679227" y="811361"/>
                  </a:lnTo>
                  <a:lnTo>
                    <a:pt x="6712564" y="744384"/>
                  </a:lnTo>
                  <a:lnTo>
                    <a:pt x="6746006" y="681367"/>
                  </a:lnTo>
                  <a:lnTo>
                    <a:pt x="6779715" y="622239"/>
                  </a:lnTo>
                  <a:lnTo>
                    <a:pt x="6786527" y="610835"/>
                  </a:lnTo>
                  <a:lnTo>
                    <a:pt x="6833704" y="537008"/>
                  </a:lnTo>
                  <a:lnTo>
                    <a:pt x="6882398" y="470324"/>
                  </a:lnTo>
                  <a:lnTo>
                    <a:pt x="6933310" y="410446"/>
                  </a:lnTo>
                  <a:lnTo>
                    <a:pt x="6987225" y="356791"/>
                  </a:lnTo>
                  <a:lnTo>
                    <a:pt x="7044950" y="308689"/>
                  </a:lnTo>
                  <a:lnTo>
                    <a:pt x="7107250" y="265483"/>
                  </a:lnTo>
                  <a:lnTo>
                    <a:pt x="7174773" y="226584"/>
                  </a:lnTo>
                  <a:lnTo>
                    <a:pt x="7247950" y="191504"/>
                  </a:lnTo>
                  <a:lnTo>
                    <a:pt x="7326857" y="159872"/>
                  </a:lnTo>
                  <a:lnTo>
                    <a:pt x="7411060" y="131439"/>
                  </a:lnTo>
                  <a:lnTo>
                    <a:pt x="7499437" y="106078"/>
                  </a:lnTo>
                  <a:lnTo>
                    <a:pt x="7590040" y="83765"/>
                  </a:lnTo>
                  <a:lnTo>
                    <a:pt x="7680054" y="64552"/>
                  </a:lnTo>
                  <a:lnTo>
                    <a:pt x="7765944" y="48509"/>
                  </a:lnTo>
                  <a:lnTo>
                    <a:pt x="7843826" y="35667"/>
                  </a:lnTo>
                  <a:lnTo>
                    <a:pt x="7910074" y="25950"/>
                  </a:lnTo>
                  <a:lnTo>
                    <a:pt x="7962021" y="19129"/>
                  </a:lnTo>
                  <a:lnTo>
                    <a:pt x="7998563" y="14811"/>
                  </a:lnTo>
                  <a:lnTo>
                    <a:pt x="8020487" y="12469"/>
                  </a:lnTo>
                  <a:lnTo>
                    <a:pt x="8030459" y="11503"/>
                  </a:lnTo>
                  <a:lnTo>
                    <a:pt x="8032819" y="11294"/>
                  </a:lnTo>
                  <a:lnTo>
                    <a:pt x="8554953" y="11294"/>
                  </a:lnTo>
                  <a:lnTo>
                    <a:pt x="8554953" y="0"/>
                  </a:lnTo>
                  <a:lnTo>
                    <a:pt x="8032819" y="0"/>
                  </a:lnTo>
                  <a:lnTo>
                    <a:pt x="8031730" y="94"/>
                  </a:lnTo>
                  <a:lnTo>
                    <a:pt x="8024581" y="768"/>
                  </a:lnTo>
                  <a:lnTo>
                    <a:pt x="8006618" y="2630"/>
                  </a:lnTo>
                  <a:lnTo>
                    <a:pt x="7974650" y="6293"/>
                  </a:lnTo>
                  <a:lnTo>
                    <a:pt x="7927310" y="12312"/>
                  </a:lnTo>
                  <a:lnTo>
                    <a:pt x="7865150" y="21125"/>
                  </a:lnTo>
                  <a:lnTo>
                    <a:pt x="7790421" y="33011"/>
                  </a:lnTo>
                  <a:lnTo>
                    <a:pt x="7706533" y="48089"/>
                  </a:lnTo>
                  <a:lnTo>
                    <a:pt x="7617363" y="66354"/>
                  </a:lnTo>
                  <a:lnTo>
                    <a:pt x="7526603" y="87741"/>
                  </a:lnTo>
                  <a:lnTo>
                    <a:pt x="7437311" y="112186"/>
                  </a:lnTo>
                  <a:lnTo>
                    <a:pt x="7351697" y="139685"/>
                  </a:lnTo>
                  <a:lnTo>
                    <a:pt x="7271121" y="170333"/>
                  </a:lnTo>
                  <a:lnTo>
                    <a:pt x="7196207" y="204341"/>
                  </a:lnTo>
                  <a:lnTo>
                    <a:pt x="7127013" y="242043"/>
                  </a:lnTo>
                  <a:lnTo>
                    <a:pt x="7063200" y="283894"/>
                  </a:lnTo>
                  <a:lnTo>
                    <a:pt x="7004174" y="330455"/>
                  </a:lnTo>
                  <a:lnTo>
                    <a:pt x="6949196" y="382366"/>
                  </a:lnTo>
                  <a:lnTo>
                    <a:pt x="6897464" y="440302"/>
                  </a:lnTo>
                  <a:lnTo>
                    <a:pt x="6848181" y="504886"/>
                  </a:lnTo>
                  <a:lnTo>
                    <a:pt x="6800613" y="576550"/>
                  </a:lnTo>
                  <a:lnTo>
                    <a:pt x="6786527" y="599541"/>
                  </a:lnTo>
                  <a:lnTo>
                    <a:pt x="6752741" y="657901"/>
                  </a:lnTo>
                  <a:lnTo>
                    <a:pt x="6719260" y="720131"/>
                  </a:lnTo>
                  <a:lnTo>
                    <a:pt x="6685914" y="786311"/>
                  </a:lnTo>
                  <a:lnTo>
                    <a:pt x="6652564" y="856468"/>
                  </a:lnTo>
                  <a:lnTo>
                    <a:pt x="6619104" y="930577"/>
                  </a:lnTo>
                  <a:lnTo>
                    <a:pt x="6585454" y="1008550"/>
                  </a:lnTo>
                  <a:lnTo>
                    <a:pt x="6551556" y="1090235"/>
                  </a:lnTo>
                  <a:lnTo>
                    <a:pt x="6517379" y="1175412"/>
                  </a:lnTo>
                  <a:lnTo>
                    <a:pt x="6482911" y="1263798"/>
                  </a:lnTo>
                  <a:lnTo>
                    <a:pt x="6448159" y="1355040"/>
                  </a:lnTo>
                  <a:lnTo>
                    <a:pt x="6413149" y="1448726"/>
                  </a:lnTo>
                  <a:lnTo>
                    <a:pt x="6377920" y="1544390"/>
                  </a:lnTo>
                  <a:lnTo>
                    <a:pt x="6342523" y="1641518"/>
                  </a:lnTo>
                  <a:lnTo>
                    <a:pt x="6307019" y="1739562"/>
                  </a:lnTo>
                  <a:lnTo>
                    <a:pt x="6271474" y="1837954"/>
                  </a:lnTo>
                  <a:lnTo>
                    <a:pt x="6235956" y="1936114"/>
                  </a:lnTo>
                  <a:lnTo>
                    <a:pt x="6200532" y="2033471"/>
                  </a:lnTo>
                  <a:lnTo>
                    <a:pt x="6165265" y="2129471"/>
                  </a:lnTo>
                  <a:lnTo>
                    <a:pt x="6130207" y="2223593"/>
                  </a:lnTo>
                  <a:lnTo>
                    <a:pt x="6095401" y="2315360"/>
                  </a:lnTo>
                  <a:lnTo>
                    <a:pt x="6060875" y="2404349"/>
                  </a:lnTo>
                  <a:lnTo>
                    <a:pt x="6026639" y="2490195"/>
                  </a:lnTo>
                  <a:lnTo>
                    <a:pt x="5992688" y="2572600"/>
                  </a:lnTo>
                  <a:lnTo>
                    <a:pt x="5958991" y="2651332"/>
                  </a:lnTo>
                  <a:lnTo>
                    <a:pt x="5925499" y="2726225"/>
                  </a:lnTo>
                  <a:lnTo>
                    <a:pt x="5892135" y="2797180"/>
                  </a:lnTo>
                  <a:lnTo>
                    <a:pt x="5858798" y="2864157"/>
                  </a:lnTo>
                  <a:lnTo>
                    <a:pt x="5825356" y="2927175"/>
                  </a:lnTo>
                  <a:lnTo>
                    <a:pt x="5791647" y="2986303"/>
                  </a:lnTo>
                  <a:lnTo>
                    <a:pt x="5784835" y="2997706"/>
                  </a:lnTo>
                  <a:lnTo>
                    <a:pt x="5737658" y="3071533"/>
                  </a:lnTo>
                  <a:lnTo>
                    <a:pt x="5688964" y="3138218"/>
                  </a:lnTo>
                  <a:lnTo>
                    <a:pt x="5638052" y="3198095"/>
                  </a:lnTo>
                  <a:lnTo>
                    <a:pt x="5584137" y="3251751"/>
                  </a:lnTo>
                  <a:lnTo>
                    <a:pt x="5526412" y="3299853"/>
                  </a:lnTo>
                  <a:lnTo>
                    <a:pt x="5464112" y="3343059"/>
                  </a:lnTo>
                  <a:lnTo>
                    <a:pt x="5396589" y="3381957"/>
                  </a:lnTo>
                  <a:lnTo>
                    <a:pt x="5323412" y="3417037"/>
                  </a:lnTo>
                  <a:lnTo>
                    <a:pt x="5244505" y="3448669"/>
                  </a:lnTo>
                  <a:lnTo>
                    <a:pt x="5160302" y="3477102"/>
                  </a:lnTo>
                  <a:lnTo>
                    <a:pt x="5071925" y="3502464"/>
                  </a:lnTo>
                  <a:lnTo>
                    <a:pt x="4981322" y="3524776"/>
                  </a:lnTo>
                  <a:lnTo>
                    <a:pt x="4891307" y="3543990"/>
                  </a:lnTo>
                  <a:lnTo>
                    <a:pt x="4805418" y="3560033"/>
                  </a:lnTo>
                  <a:lnTo>
                    <a:pt x="4727536" y="3572874"/>
                  </a:lnTo>
                  <a:lnTo>
                    <a:pt x="4661288" y="3582591"/>
                  </a:lnTo>
                  <a:lnTo>
                    <a:pt x="4609341" y="3589412"/>
                  </a:lnTo>
                  <a:lnTo>
                    <a:pt x="4572799" y="3593730"/>
                  </a:lnTo>
                  <a:lnTo>
                    <a:pt x="4550875" y="3596072"/>
                  </a:lnTo>
                  <a:lnTo>
                    <a:pt x="4540903" y="3597038"/>
                  </a:lnTo>
                  <a:lnTo>
                    <a:pt x="4538543" y="3597247"/>
                  </a:lnTo>
                  <a:lnTo>
                    <a:pt x="4016409" y="3597247"/>
                  </a:lnTo>
                  <a:lnTo>
                    <a:pt x="4015192" y="3597194"/>
                  </a:lnTo>
                  <a:lnTo>
                    <a:pt x="4007228" y="3596811"/>
                  </a:lnTo>
                  <a:lnTo>
                    <a:pt x="3987289" y="3595752"/>
                  </a:lnTo>
                  <a:lnTo>
                    <a:pt x="3951992" y="3593673"/>
                  </a:lnTo>
                  <a:lnTo>
                    <a:pt x="3900093" y="3590264"/>
                  </a:lnTo>
                  <a:lnTo>
                    <a:pt x="3832566" y="3585292"/>
                  </a:lnTo>
                  <a:lnTo>
                    <a:pt x="3752256" y="3578618"/>
                  </a:lnTo>
                  <a:lnTo>
                    <a:pt x="3663177" y="3570195"/>
                  </a:lnTo>
                  <a:lnTo>
                    <a:pt x="3569670" y="3560039"/>
                  </a:lnTo>
                  <a:lnTo>
                    <a:pt x="3475674" y="3548191"/>
                  </a:lnTo>
                  <a:lnTo>
                    <a:pt x="3384280" y="3534676"/>
                  </a:lnTo>
                  <a:lnTo>
                    <a:pt x="3297569" y="3519477"/>
                  </a:lnTo>
                  <a:lnTo>
                    <a:pt x="3216681" y="3502512"/>
                  </a:lnTo>
                  <a:lnTo>
                    <a:pt x="3141990" y="3483626"/>
                  </a:lnTo>
                  <a:lnTo>
                    <a:pt x="3073311" y="3462596"/>
                  </a:lnTo>
                  <a:lnTo>
                    <a:pt x="3010089" y="3439127"/>
                  </a:lnTo>
                  <a:lnTo>
                    <a:pt x="2951551" y="3412873"/>
                  </a:lnTo>
                  <a:lnTo>
                    <a:pt x="2896816" y="3383453"/>
                  </a:lnTo>
                  <a:lnTo>
                    <a:pt x="2844985" y="3350499"/>
                  </a:lnTo>
                  <a:lnTo>
                    <a:pt x="2795207" y="3313724"/>
                  </a:lnTo>
                  <a:lnTo>
                    <a:pt x="2770117" y="3293241"/>
                  </a:lnTo>
                  <a:lnTo>
                    <a:pt x="2726787" y="3254877"/>
                  </a:lnTo>
                  <a:lnTo>
                    <a:pt x="2683877" y="3213255"/>
                  </a:lnTo>
                  <a:lnTo>
                    <a:pt x="2641056" y="3168313"/>
                  </a:lnTo>
                  <a:lnTo>
                    <a:pt x="2598079" y="3120062"/>
                  </a:lnTo>
                  <a:lnTo>
                    <a:pt x="2554774" y="3068596"/>
                  </a:lnTo>
                  <a:lnTo>
                    <a:pt x="2511037" y="3014098"/>
                  </a:lnTo>
                  <a:lnTo>
                    <a:pt x="2466824" y="2956845"/>
                  </a:lnTo>
                  <a:lnTo>
                    <a:pt x="2422144" y="2897202"/>
                  </a:lnTo>
                  <a:lnTo>
                    <a:pt x="2377054" y="2835619"/>
                  </a:lnTo>
                  <a:lnTo>
                    <a:pt x="2331649" y="2772621"/>
                  </a:lnTo>
                  <a:lnTo>
                    <a:pt x="2286052" y="2708784"/>
                  </a:lnTo>
                  <a:lnTo>
                    <a:pt x="2240402" y="2644719"/>
                  </a:lnTo>
                  <a:lnTo>
                    <a:pt x="2194843" y="2581045"/>
                  </a:lnTo>
                  <a:lnTo>
                    <a:pt x="2149510" y="2518368"/>
                  </a:lnTo>
                  <a:lnTo>
                    <a:pt x="2104521" y="2457251"/>
                  </a:lnTo>
                  <a:lnTo>
                    <a:pt x="2059961" y="2398200"/>
                  </a:lnTo>
                  <a:lnTo>
                    <a:pt x="2015875" y="2341644"/>
                  </a:lnTo>
                  <a:lnTo>
                    <a:pt x="1972259" y="2287927"/>
                  </a:lnTo>
                  <a:lnTo>
                    <a:pt x="1929053" y="2237298"/>
                  </a:lnTo>
                  <a:lnTo>
                    <a:pt x="1886137" y="2189918"/>
                  </a:lnTo>
                  <a:lnTo>
                    <a:pt x="1843320" y="2145857"/>
                  </a:lnTo>
                  <a:lnTo>
                    <a:pt x="1800335" y="2105107"/>
                  </a:lnTo>
                  <a:lnTo>
                    <a:pt x="1768425" y="2077217"/>
                  </a:lnTo>
                  <a:lnTo>
                    <a:pt x="1719415" y="2038421"/>
                  </a:lnTo>
                  <a:lnTo>
                    <a:pt x="1668741" y="2003524"/>
                  </a:lnTo>
                  <a:lnTo>
                    <a:pt x="1615614" y="1972326"/>
                  </a:lnTo>
                  <a:lnTo>
                    <a:pt x="1559149" y="1944489"/>
                  </a:lnTo>
                  <a:lnTo>
                    <a:pt x="1498446" y="1919631"/>
                  </a:lnTo>
                  <a:lnTo>
                    <a:pt x="1432664" y="1897384"/>
                  </a:lnTo>
                  <a:lnTo>
                    <a:pt x="1361122" y="1877426"/>
                  </a:lnTo>
                  <a:lnTo>
                    <a:pt x="1283421" y="1859495"/>
                  </a:lnTo>
                  <a:lnTo>
                    <a:pt x="1199622" y="1843400"/>
                  </a:lnTo>
                  <a:lnTo>
                    <a:pt x="1110443" y="1829024"/>
                  </a:lnTo>
                  <a:lnTo>
                    <a:pt x="1017464" y="1816316"/>
                  </a:lnTo>
                  <a:lnTo>
                    <a:pt x="923260" y="1805283"/>
                  </a:lnTo>
                  <a:lnTo>
                    <a:pt x="831369" y="1795962"/>
                  </a:lnTo>
                  <a:lnTo>
                    <a:pt x="745999" y="1788388"/>
                  </a:lnTo>
                  <a:lnTo>
                    <a:pt x="671436" y="1782551"/>
                  </a:lnTo>
                  <a:lnTo>
                    <a:pt x="611232" y="1778360"/>
                  </a:lnTo>
                  <a:lnTo>
                    <a:pt x="567392" y="1775630"/>
                  </a:lnTo>
                  <a:lnTo>
                    <a:pt x="539832" y="1774087"/>
                  </a:lnTo>
                  <a:lnTo>
                    <a:pt x="526242" y="1773399"/>
                  </a:lnTo>
                  <a:lnTo>
                    <a:pt x="522304" y="1773219"/>
                  </a:lnTo>
                  <a:lnTo>
                    <a:pt x="522133" y="1773211"/>
                  </a:lnTo>
                  <a:lnTo>
                    <a:pt x="0" y="1773211"/>
                  </a:lnTo>
                  <a:close/>
                </a:path>
              </a:pathLst>
            </a:custGeom>
            <a:solidFill>
              <a:srgbClr val="8FA8D6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477" name="pl477"/>
            <p:cNvSpPr/>
            <p:nvPr/>
          </p:nvSpPr>
          <p:spPr>
            <a:xfrm>
              <a:off x="386606" y="609533"/>
              <a:ext cx="8554953" cy="3597247"/>
            </a:xfrm>
            <a:custGeom>
              <a:avLst/>
              <a:pathLst>
                <a:path w="8554953" h="3597247">
                  <a:moveTo>
                    <a:pt x="0" y="1773211"/>
                  </a:moveTo>
                  <a:lnTo>
                    <a:pt x="522133" y="1773211"/>
                  </a:lnTo>
                  <a:lnTo>
                    <a:pt x="523350" y="1773265"/>
                  </a:lnTo>
                  <a:lnTo>
                    <a:pt x="531314" y="1773648"/>
                  </a:lnTo>
                  <a:lnTo>
                    <a:pt x="551253" y="1774706"/>
                  </a:lnTo>
                  <a:lnTo>
                    <a:pt x="586551" y="1776786"/>
                  </a:lnTo>
                  <a:lnTo>
                    <a:pt x="638449" y="1780195"/>
                  </a:lnTo>
                  <a:lnTo>
                    <a:pt x="705976" y="1785167"/>
                  </a:lnTo>
                  <a:lnTo>
                    <a:pt x="786286" y="1791841"/>
                  </a:lnTo>
                  <a:lnTo>
                    <a:pt x="875365" y="1800264"/>
                  </a:lnTo>
                  <a:lnTo>
                    <a:pt x="968872" y="1810419"/>
                  </a:lnTo>
                  <a:lnTo>
                    <a:pt x="1062868" y="1822268"/>
                  </a:lnTo>
                  <a:lnTo>
                    <a:pt x="1154263" y="1835782"/>
                  </a:lnTo>
                  <a:lnTo>
                    <a:pt x="1240974" y="1850981"/>
                  </a:lnTo>
                  <a:lnTo>
                    <a:pt x="1321861" y="1867947"/>
                  </a:lnTo>
                  <a:lnTo>
                    <a:pt x="1396552" y="1886832"/>
                  </a:lnTo>
                  <a:lnTo>
                    <a:pt x="1465231" y="1907863"/>
                  </a:lnTo>
                  <a:lnTo>
                    <a:pt x="1528453" y="1931332"/>
                  </a:lnTo>
                  <a:lnTo>
                    <a:pt x="1586992" y="1957586"/>
                  </a:lnTo>
                  <a:lnTo>
                    <a:pt x="1641726" y="1987005"/>
                  </a:lnTo>
                  <a:lnTo>
                    <a:pt x="1693558" y="2019959"/>
                  </a:lnTo>
                  <a:lnTo>
                    <a:pt x="1743335" y="2056735"/>
                  </a:lnTo>
                  <a:lnTo>
                    <a:pt x="1768425" y="2077217"/>
                  </a:lnTo>
                  <a:lnTo>
                    <a:pt x="1811755" y="2115581"/>
                  </a:lnTo>
                  <a:lnTo>
                    <a:pt x="1854665" y="2157203"/>
                  </a:lnTo>
                  <a:lnTo>
                    <a:pt x="1897486" y="2202146"/>
                  </a:lnTo>
                  <a:lnTo>
                    <a:pt x="1940463" y="2250397"/>
                  </a:lnTo>
                  <a:lnTo>
                    <a:pt x="1983768" y="2301863"/>
                  </a:lnTo>
                  <a:lnTo>
                    <a:pt x="2027505" y="2356360"/>
                  </a:lnTo>
                  <a:lnTo>
                    <a:pt x="2071719" y="2413614"/>
                  </a:lnTo>
                  <a:lnTo>
                    <a:pt x="2116399" y="2473257"/>
                  </a:lnTo>
                  <a:lnTo>
                    <a:pt x="2161488" y="2534839"/>
                  </a:lnTo>
                  <a:lnTo>
                    <a:pt x="2206893" y="2597838"/>
                  </a:lnTo>
                  <a:lnTo>
                    <a:pt x="2252490" y="2661675"/>
                  </a:lnTo>
                  <a:lnTo>
                    <a:pt x="2298140" y="2725740"/>
                  </a:lnTo>
                  <a:lnTo>
                    <a:pt x="2343700" y="2789414"/>
                  </a:lnTo>
                  <a:lnTo>
                    <a:pt x="2389032" y="2852091"/>
                  </a:lnTo>
                  <a:lnTo>
                    <a:pt x="2434021" y="2913208"/>
                  </a:lnTo>
                  <a:lnTo>
                    <a:pt x="2478581" y="2972259"/>
                  </a:lnTo>
                  <a:lnTo>
                    <a:pt x="2522667" y="3028814"/>
                  </a:lnTo>
                  <a:lnTo>
                    <a:pt x="2566283" y="3082532"/>
                  </a:lnTo>
                  <a:lnTo>
                    <a:pt x="2609489" y="3133160"/>
                  </a:lnTo>
                  <a:lnTo>
                    <a:pt x="2652405" y="3180541"/>
                  </a:lnTo>
                  <a:lnTo>
                    <a:pt x="2695222" y="3224602"/>
                  </a:lnTo>
                  <a:lnTo>
                    <a:pt x="2738207" y="3265352"/>
                  </a:lnTo>
                  <a:lnTo>
                    <a:pt x="2770117" y="3293241"/>
                  </a:lnTo>
                  <a:lnTo>
                    <a:pt x="2819127" y="3332038"/>
                  </a:lnTo>
                  <a:lnTo>
                    <a:pt x="2869801" y="3366935"/>
                  </a:lnTo>
                  <a:lnTo>
                    <a:pt x="2922928" y="3398133"/>
                  </a:lnTo>
                  <a:lnTo>
                    <a:pt x="2979394" y="3425970"/>
                  </a:lnTo>
                  <a:lnTo>
                    <a:pt x="3040097" y="3450828"/>
                  </a:lnTo>
                  <a:lnTo>
                    <a:pt x="3105878" y="3473074"/>
                  </a:lnTo>
                  <a:lnTo>
                    <a:pt x="3177421" y="3493033"/>
                  </a:lnTo>
                  <a:lnTo>
                    <a:pt x="3255121" y="3510963"/>
                  </a:lnTo>
                  <a:lnTo>
                    <a:pt x="3338921" y="3527058"/>
                  </a:lnTo>
                  <a:lnTo>
                    <a:pt x="3428099" y="3541435"/>
                  </a:lnTo>
                  <a:lnTo>
                    <a:pt x="3521078" y="3554143"/>
                  </a:lnTo>
                  <a:lnTo>
                    <a:pt x="3615282" y="3565176"/>
                  </a:lnTo>
                  <a:lnTo>
                    <a:pt x="3707174" y="3574496"/>
                  </a:lnTo>
                  <a:lnTo>
                    <a:pt x="3792544" y="3582070"/>
                  </a:lnTo>
                  <a:lnTo>
                    <a:pt x="3867106" y="3587908"/>
                  </a:lnTo>
                  <a:lnTo>
                    <a:pt x="3927310" y="3592099"/>
                  </a:lnTo>
                  <a:lnTo>
                    <a:pt x="3971150" y="3594829"/>
                  </a:lnTo>
                  <a:lnTo>
                    <a:pt x="3998710" y="3596372"/>
                  </a:lnTo>
                  <a:lnTo>
                    <a:pt x="4012300" y="3597059"/>
                  </a:lnTo>
                  <a:lnTo>
                    <a:pt x="4016238" y="3597240"/>
                  </a:lnTo>
                  <a:lnTo>
                    <a:pt x="4016409" y="3597247"/>
                  </a:lnTo>
                  <a:lnTo>
                    <a:pt x="4538543" y="3597247"/>
                  </a:lnTo>
                  <a:lnTo>
                    <a:pt x="4539632" y="3597153"/>
                  </a:lnTo>
                  <a:lnTo>
                    <a:pt x="4546781" y="3596479"/>
                  </a:lnTo>
                  <a:lnTo>
                    <a:pt x="4564744" y="3594617"/>
                  </a:lnTo>
                  <a:lnTo>
                    <a:pt x="4596712" y="3590954"/>
                  </a:lnTo>
                  <a:lnTo>
                    <a:pt x="4644052" y="3584935"/>
                  </a:lnTo>
                  <a:lnTo>
                    <a:pt x="4706212" y="3576122"/>
                  </a:lnTo>
                  <a:lnTo>
                    <a:pt x="4780941" y="3564236"/>
                  </a:lnTo>
                  <a:lnTo>
                    <a:pt x="4864829" y="3549158"/>
                  </a:lnTo>
                  <a:lnTo>
                    <a:pt x="4953999" y="3530893"/>
                  </a:lnTo>
                  <a:lnTo>
                    <a:pt x="5044759" y="3509506"/>
                  </a:lnTo>
                  <a:lnTo>
                    <a:pt x="5134051" y="3485061"/>
                  </a:lnTo>
                  <a:lnTo>
                    <a:pt x="5219664" y="3457562"/>
                  </a:lnTo>
                  <a:lnTo>
                    <a:pt x="5300241" y="3426914"/>
                  </a:lnTo>
                  <a:lnTo>
                    <a:pt x="5375155" y="3392906"/>
                  </a:lnTo>
                  <a:lnTo>
                    <a:pt x="5444349" y="3355204"/>
                  </a:lnTo>
                  <a:lnTo>
                    <a:pt x="5508162" y="3313353"/>
                  </a:lnTo>
                  <a:lnTo>
                    <a:pt x="5567188" y="3266792"/>
                  </a:lnTo>
                  <a:lnTo>
                    <a:pt x="5622166" y="3214881"/>
                  </a:lnTo>
                  <a:lnTo>
                    <a:pt x="5673898" y="3156945"/>
                  </a:lnTo>
                  <a:lnTo>
                    <a:pt x="5723181" y="3092361"/>
                  </a:lnTo>
                  <a:lnTo>
                    <a:pt x="5770749" y="3020697"/>
                  </a:lnTo>
                  <a:lnTo>
                    <a:pt x="5784835" y="2997706"/>
                  </a:lnTo>
                  <a:lnTo>
                    <a:pt x="5818621" y="2939346"/>
                  </a:lnTo>
                  <a:lnTo>
                    <a:pt x="5852102" y="2877116"/>
                  </a:lnTo>
                  <a:lnTo>
                    <a:pt x="5885448" y="2810936"/>
                  </a:lnTo>
                  <a:lnTo>
                    <a:pt x="5918798" y="2740779"/>
                  </a:lnTo>
                  <a:lnTo>
                    <a:pt x="5952257" y="2666670"/>
                  </a:lnTo>
                  <a:lnTo>
                    <a:pt x="5985908" y="2588697"/>
                  </a:lnTo>
                  <a:lnTo>
                    <a:pt x="6019806" y="2507012"/>
                  </a:lnTo>
                  <a:lnTo>
                    <a:pt x="6053983" y="2421834"/>
                  </a:lnTo>
                  <a:lnTo>
                    <a:pt x="6088451" y="2333449"/>
                  </a:lnTo>
                  <a:lnTo>
                    <a:pt x="6123203" y="2242207"/>
                  </a:lnTo>
                  <a:lnTo>
                    <a:pt x="6158213" y="2148521"/>
                  </a:lnTo>
                  <a:lnTo>
                    <a:pt x="6193442" y="2052857"/>
                  </a:lnTo>
                  <a:lnTo>
                    <a:pt x="6228839" y="1955729"/>
                  </a:lnTo>
                  <a:lnTo>
                    <a:pt x="6264343" y="1857685"/>
                  </a:lnTo>
                  <a:lnTo>
                    <a:pt x="6299888" y="1759293"/>
                  </a:lnTo>
                  <a:lnTo>
                    <a:pt x="6335406" y="1661133"/>
                  </a:lnTo>
                  <a:lnTo>
                    <a:pt x="6370829" y="1563776"/>
                  </a:lnTo>
                  <a:lnTo>
                    <a:pt x="6406097" y="1467776"/>
                  </a:lnTo>
                  <a:lnTo>
                    <a:pt x="6441155" y="1373654"/>
                  </a:lnTo>
                  <a:lnTo>
                    <a:pt x="6475961" y="1281887"/>
                  </a:lnTo>
                  <a:lnTo>
                    <a:pt x="6510487" y="1192898"/>
                  </a:lnTo>
                  <a:lnTo>
                    <a:pt x="6544722" y="1107052"/>
                  </a:lnTo>
                  <a:lnTo>
                    <a:pt x="6578674" y="1024647"/>
                  </a:lnTo>
                  <a:lnTo>
                    <a:pt x="6612371" y="945915"/>
                  </a:lnTo>
                  <a:lnTo>
                    <a:pt x="6645863" y="871022"/>
                  </a:lnTo>
                  <a:lnTo>
                    <a:pt x="6679227" y="800067"/>
                  </a:lnTo>
                  <a:lnTo>
                    <a:pt x="6712564" y="733090"/>
                  </a:lnTo>
                  <a:lnTo>
                    <a:pt x="6746006" y="670072"/>
                  </a:lnTo>
                  <a:lnTo>
                    <a:pt x="6779715" y="610944"/>
                  </a:lnTo>
                  <a:lnTo>
                    <a:pt x="6786527" y="599541"/>
                  </a:lnTo>
                  <a:lnTo>
                    <a:pt x="6833704" y="525714"/>
                  </a:lnTo>
                  <a:lnTo>
                    <a:pt x="6882398" y="459029"/>
                  </a:lnTo>
                  <a:lnTo>
                    <a:pt x="6933310" y="399152"/>
                  </a:lnTo>
                  <a:lnTo>
                    <a:pt x="6987225" y="345496"/>
                  </a:lnTo>
                  <a:lnTo>
                    <a:pt x="7044950" y="297394"/>
                  </a:lnTo>
                  <a:lnTo>
                    <a:pt x="7107250" y="254188"/>
                  </a:lnTo>
                  <a:lnTo>
                    <a:pt x="7174773" y="215290"/>
                  </a:lnTo>
                  <a:lnTo>
                    <a:pt x="7247950" y="180210"/>
                  </a:lnTo>
                  <a:lnTo>
                    <a:pt x="7326857" y="148578"/>
                  </a:lnTo>
                  <a:lnTo>
                    <a:pt x="7411060" y="120145"/>
                  </a:lnTo>
                  <a:lnTo>
                    <a:pt x="7499437" y="94783"/>
                  </a:lnTo>
                  <a:lnTo>
                    <a:pt x="7590040" y="72471"/>
                  </a:lnTo>
                  <a:lnTo>
                    <a:pt x="7680054" y="53257"/>
                  </a:lnTo>
                  <a:lnTo>
                    <a:pt x="7765944" y="37214"/>
                  </a:lnTo>
                  <a:lnTo>
                    <a:pt x="7843826" y="24373"/>
                  </a:lnTo>
                  <a:lnTo>
                    <a:pt x="7910074" y="14656"/>
                  </a:lnTo>
                  <a:lnTo>
                    <a:pt x="7962021" y="7835"/>
                  </a:lnTo>
                  <a:lnTo>
                    <a:pt x="7998563" y="3517"/>
                  </a:lnTo>
                  <a:lnTo>
                    <a:pt x="8020487" y="1175"/>
                  </a:lnTo>
                  <a:lnTo>
                    <a:pt x="8030459" y="209"/>
                  </a:lnTo>
                  <a:lnTo>
                    <a:pt x="8032788" y="2"/>
                  </a:lnTo>
                  <a:lnTo>
                    <a:pt x="8032819" y="0"/>
                  </a:lnTo>
                  <a:lnTo>
                    <a:pt x="8554953" y="0"/>
                  </a:lnTo>
                  <a:lnTo>
                    <a:pt x="8554953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478" name="pl478"/>
            <p:cNvSpPr/>
            <p:nvPr/>
          </p:nvSpPr>
          <p:spPr>
            <a:xfrm>
              <a:off x="386606" y="598239"/>
              <a:ext cx="8554953" cy="3597247"/>
            </a:xfrm>
            <a:custGeom>
              <a:avLst/>
              <a:pathLst>
                <a:path w="8554953" h="3597247">
                  <a:moveTo>
                    <a:pt x="8554953" y="0"/>
                  </a:moveTo>
                  <a:lnTo>
                    <a:pt x="8032819" y="0"/>
                  </a:lnTo>
                  <a:lnTo>
                    <a:pt x="8031730" y="94"/>
                  </a:lnTo>
                  <a:lnTo>
                    <a:pt x="8024581" y="768"/>
                  </a:lnTo>
                  <a:lnTo>
                    <a:pt x="8006618" y="2630"/>
                  </a:lnTo>
                  <a:lnTo>
                    <a:pt x="7974650" y="6293"/>
                  </a:lnTo>
                  <a:lnTo>
                    <a:pt x="7927310" y="12312"/>
                  </a:lnTo>
                  <a:lnTo>
                    <a:pt x="7865150" y="21125"/>
                  </a:lnTo>
                  <a:lnTo>
                    <a:pt x="7790421" y="33011"/>
                  </a:lnTo>
                  <a:lnTo>
                    <a:pt x="7706533" y="48089"/>
                  </a:lnTo>
                  <a:lnTo>
                    <a:pt x="7617363" y="66354"/>
                  </a:lnTo>
                  <a:lnTo>
                    <a:pt x="7526603" y="87741"/>
                  </a:lnTo>
                  <a:lnTo>
                    <a:pt x="7437311" y="112186"/>
                  </a:lnTo>
                  <a:lnTo>
                    <a:pt x="7351697" y="139685"/>
                  </a:lnTo>
                  <a:lnTo>
                    <a:pt x="7271121" y="170333"/>
                  </a:lnTo>
                  <a:lnTo>
                    <a:pt x="7196207" y="204341"/>
                  </a:lnTo>
                  <a:lnTo>
                    <a:pt x="7127013" y="242043"/>
                  </a:lnTo>
                  <a:lnTo>
                    <a:pt x="7063200" y="283894"/>
                  </a:lnTo>
                  <a:lnTo>
                    <a:pt x="7004174" y="330455"/>
                  </a:lnTo>
                  <a:lnTo>
                    <a:pt x="6949196" y="382366"/>
                  </a:lnTo>
                  <a:lnTo>
                    <a:pt x="6897464" y="440302"/>
                  </a:lnTo>
                  <a:lnTo>
                    <a:pt x="6848181" y="504886"/>
                  </a:lnTo>
                  <a:lnTo>
                    <a:pt x="6800613" y="576550"/>
                  </a:lnTo>
                  <a:lnTo>
                    <a:pt x="6786527" y="599541"/>
                  </a:lnTo>
                  <a:lnTo>
                    <a:pt x="6752741" y="657901"/>
                  </a:lnTo>
                  <a:lnTo>
                    <a:pt x="6719260" y="720131"/>
                  </a:lnTo>
                  <a:lnTo>
                    <a:pt x="6685914" y="786311"/>
                  </a:lnTo>
                  <a:lnTo>
                    <a:pt x="6652564" y="856468"/>
                  </a:lnTo>
                  <a:lnTo>
                    <a:pt x="6619104" y="930577"/>
                  </a:lnTo>
                  <a:lnTo>
                    <a:pt x="6585454" y="1008550"/>
                  </a:lnTo>
                  <a:lnTo>
                    <a:pt x="6551556" y="1090235"/>
                  </a:lnTo>
                  <a:lnTo>
                    <a:pt x="6517379" y="1175412"/>
                  </a:lnTo>
                  <a:lnTo>
                    <a:pt x="6482911" y="1263798"/>
                  </a:lnTo>
                  <a:lnTo>
                    <a:pt x="6448159" y="1355040"/>
                  </a:lnTo>
                  <a:lnTo>
                    <a:pt x="6413149" y="1448726"/>
                  </a:lnTo>
                  <a:lnTo>
                    <a:pt x="6377920" y="1544390"/>
                  </a:lnTo>
                  <a:lnTo>
                    <a:pt x="6342523" y="1641518"/>
                  </a:lnTo>
                  <a:lnTo>
                    <a:pt x="6307019" y="1739562"/>
                  </a:lnTo>
                  <a:lnTo>
                    <a:pt x="6271474" y="1837954"/>
                  </a:lnTo>
                  <a:lnTo>
                    <a:pt x="6235956" y="1936114"/>
                  </a:lnTo>
                  <a:lnTo>
                    <a:pt x="6200532" y="2033471"/>
                  </a:lnTo>
                  <a:lnTo>
                    <a:pt x="6165265" y="2129471"/>
                  </a:lnTo>
                  <a:lnTo>
                    <a:pt x="6130207" y="2223593"/>
                  </a:lnTo>
                  <a:lnTo>
                    <a:pt x="6095401" y="2315360"/>
                  </a:lnTo>
                  <a:lnTo>
                    <a:pt x="6060875" y="2404349"/>
                  </a:lnTo>
                  <a:lnTo>
                    <a:pt x="6026639" y="2490195"/>
                  </a:lnTo>
                  <a:lnTo>
                    <a:pt x="5992688" y="2572600"/>
                  </a:lnTo>
                  <a:lnTo>
                    <a:pt x="5958991" y="2651332"/>
                  </a:lnTo>
                  <a:lnTo>
                    <a:pt x="5925499" y="2726225"/>
                  </a:lnTo>
                  <a:lnTo>
                    <a:pt x="5892135" y="2797180"/>
                  </a:lnTo>
                  <a:lnTo>
                    <a:pt x="5858798" y="2864157"/>
                  </a:lnTo>
                  <a:lnTo>
                    <a:pt x="5825356" y="2927175"/>
                  </a:lnTo>
                  <a:lnTo>
                    <a:pt x="5791647" y="2986303"/>
                  </a:lnTo>
                  <a:lnTo>
                    <a:pt x="5784835" y="2997706"/>
                  </a:lnTo>
                  <a:lnTo>
                    <a:pt x="5737658" y="3071533"/>
                  </a:lnTo>
                  <a:lnTo>
                    <a:pt x="5688964" y="3138218"/>
                  </a:lnTo>
                  <a:lnTo>
                    <a:pt x="5638052" y="3198095"/>
                  </a:lnTo>
                  <a:lnTo>
                    <a:pt x="5584137" y="3251751"/>
                  </a:lnTo>
                  <a:lnTo>
                    <a:pt x="5526412" y="3299853"/>
                  </a:lnTo>
                  <a:lnTo>
                    <a:pt x="5464112" y="3343059"/>
                  </a:lnTo>
                  <a:lnTo>
                    <a:pt x="5396589" y="3381957"/>
                  </a:lnTo>
                  <a:lnTo>
                    <a:pt x="5323412" y="3417037"/>
                  </a:lnTo>
                  <a:lnTo>
                    <a:pt x="5244505" y="3448669"/>
                  </a:lnTo>
                  <a:lnTo>
                    <a:pt x="5160302" y="3477102"/>
                  </a:lnTo>
                  <a:lnTo>
                    <a:pt x="5071925" y="3502464"/>
                  </a:lnTo>
                  <a:lnTo>
                    <a:pt x="4981322" y="3524776"/>
                  </a:lnTo>
                  <a:lnTo>
                    <a:pt x="4891307" y="3543990"/>
                  </a:lnTo>
                  <a:lnTo>
                    <a:pt x="4805418" y="3560033"/>
                  </a:lnTo>
                  <a:lnTo>
                    <a:pt x="4727536" y="3572874"/>
                  </a:lnTo>
                  <a:lnTo>
                    <a:pt x="4661288" y="3582591"/>
                  </a:lnTo>
                  <a:lnTo>
                    <a:pt x="4609341" y="3589412"/>
                  </a:lnTo>
                  <a:lnTo>
                    <a:pt x="4572799" y="3593730"/>
                  </a:lnTo>
                  <a:lnTo>
                    <a:pt x="4550875" y="3596072"/>
                  </a:lnTo>
                  <a:lnTo>
                    <a:pt x="4540903" y="3597038"/>
                  </a:lnTo>
                  <a:lnTo>
                    <a:pt x="4538574" y="3597245"/>
                  </a:lnTo>
                  <a:lnTo>
                    <a:pt x="4538543" y="3597247"/>
                  </a:lnTo>
                  <a:lnTo>
                    <a:pt x="4016409" y="3597247"/>
                  </a:lnTo>
                  <a:lnTo>
                    <a:pt x="4015192" y="3597194"/>
                  </a:lnTo>
                  <a:lnTo>
                    <a:pt x="4007228" y="3596811"/>
                  </a:lnTo>
                  <a:lnTo>
                    <a:pt x="3987289" y="3595752"/>
                  </a:lnTo>
                  <a:lnTo>
                    <a:pt x="3951992" y="3593673"/>
                  </a:lnTo>
                  <a:lnTo>
                    <a:pt x="3900093" y="3590264"/>
                  </a:lnTo>
                  <a:lnTo>
                    <a:pt x="3832566" y="3585292"/>
                  </a:lnTo>
                  <a:lnTo>
                    <a:pt x="3752256" y="3578618"/>
                  </a:lnTo>
                  <a:lnTo>
                    <a:pt x="3663177" y="3570195"/>
                  </a:lnTo>
                  <a:lnTo>
                    <a:pt x="3569670" y="3560039"/>
                  </a:lnTo>
                  <a:lnTo>
                    <a:pt x="3475674" y="3548191"/>
                  </a:lnTo>
                  <a:lnTo>
                    <a:pt x="3384280" y="3534676"/>
                  </a:lnTo>
                  <a:lnTo>
                    <a:pt x="3297569" y="3519477"/>
                  </a:lnTo>
                  <a:lnTo>
                    <a:pt x="3216681" y="3502512"/>
                  </a:lnTo>
                  <a:lnTo>
                    <a:pt x="3141990" y="3483626"/>
                  </a:lnTo>
                  <a:lnTo>
                    <a:pt x="3073311" y="3462596"/>
                  </a:lnTo>
                  <a:lnTo>
                    <a:pt x="3010089" y="3439127"/>
                  </a:lnTo>
                  <a:lnTo>
                    <a:pt x="2951551" y="3412873"/>
                  </a:lnTo>
                  <a:lnTo>
                    <a:pt x="2896816" y="3383453"/>
                  </a:lnTo>
                  <a:lnTo>
                    <a:pt x="2844985" y="3350499"/>
                  </a:lnTo>
                  <a:lnTo>
                    <a:pt x="2795207" y="3313724"/>
                  </a:lnTo>
                  <a:lnTo>
                    <a:pt x="2770117" y="3293241"/>
                  </a:lnTo>
                  <a:lnTo>
                    <a:pt x="2726787" y="3254877"/>
                  </a:lnTo>
                  <a:lnTo>
                    <a:pt x="2683877" y="3213255"/>
                  </a:lnTo>
                  <a:lnTo>
                    <a:pt x="2641056" y="3168313"/>
                  </a:lnTo>
                  <a:lnTo>
                    <a:pt x="2598079" y="3120062"/>
                  </a:lnTo>
                  <a:lnTo>
                    <a:pt x="2554774" y="3068596"/>
                  </a:lnTo>
                  <a:lnTo>
                    <a:pt x="2511037" y="3014098"/>
                  </a:lnTo>
                  <a:lnTo>
                    <a:pt x="2466824" y="2956845"/>
                  </a:lnTo>
                  <a:lnTo>
                    <a:pt x="2422144" y="2897202"/>
                  </a:lnTo>
                  <a:lnTo>
                    <a:pt x="2377054" y="2835619"/>
                  </a:lnTo>
                  <a:lnTo>
                    <a:pt x="2331649" y="2772621"/>
                  </a:lnTo>
                  <a:lnTo>
                    <a:pt x="2286052" y="2708784"/>
                  </a:lnTo>
                  <a:lnTo>
                    <a:pt x="2240402" y="2644719"/>
                  </a:lnTo>
                  <a:lnTo>
                    <a:pt x="2194843" y="2581045"/>
                  </a:lnTo>
                  <a:lnTo>
                    <a:pt x="2149510" y="2518368"/>
                  </a:lnTo>
                  <a:lnTo>
                    <a:pt x="2104521" y="2457251"/>
                  </a:lnTo>
                  <a:lnTo>
                    <a:pt x="2059961" y="2398200"/>
                  </a:lnTo>
                  <a:lnTo>
                    <a:pt x="2015875" y="2341644"/>
                  </a:lnTo>
                  <a:lnTo>
                    <a:pt x="1972259" y="2287927"/>
                  </a:lnTo>
                  <a:lnTo>
                    <a:pt x="1929053" y="2237298"/>
                  </a:lnTo>
                  <a:lnTo>
                    <a:pt x="1886137" y="2189918"/>
                  </a:lnTo>
                  <a:lnTo>
                    <a:pt x="1843320" y="2145857"/>
                  </a:lnTo>
                  <a:lnTo>
                    <a:pt x="1800335" y="2105107"/>
                  </a:lnTo>
                  <a:lnTo>
                    <a:pt x="1768425" y="2077217"/>
                  </a:lnTo>
                  <a:lnTo>
                    <a:pt x="1719415" y="2038421"/>
                  </a:lnTo>
                  <a:lnTo>
                    <a:pt x="1668741" y="2003524"/>
                  </a:lnTo>
                  <a:lnTo>
                    <a:pt x="1615614" y="1972326"/>
                  </a:lnTo>
                  <a:lnTo>
                    <a:pt x="1559149" y="1944489"/>
                  </a:lnTo>
                  <a:lnTo>
                    <a:pt x="1498446" y="1919631"/>
                  </a:lnTo>
                  <a:lnTo>
                    <a:pt x="1432664" y="1897384"/>
                  </a:lnTo>
                  <a:lnTo>
                    <a:pt x="1361122" y="1877426"/>
                  </a:lnTo>
                  <a:lnTo>
                    <a:pt x="1283421" y="1859495"/>
                  </a:lnTo>
                  <a:lnTo>
                    <a:pt x="1199622" y="1843400"/>
                  </a:lnTo>
                  <a:lnTo>
                    <a:pt x="1110443" y="1829024"/>
                  </a:lnTo>
                  <a:lnTo>
                    <a:pt x="1017464" y="1816316"/>
                  </a:lnTo>
                  <a:lnTo>
                    <a:pt x="923260" y="1805283"/>
                  </a:lnTo>
                  <a:lnTo>
                    <a:pt x="831369" y="1795962"/>
                  </a:lnTo>
                  <a:lnTo>
                    <a:pt x="745999" y="1788388"/>
                  </a:lnTo>
                  <a:lnTo>
                    <a:pt x="671436" y="1782551"/>
                  </a:lnTo>
                  <a:lnTo>
                    <a:pt x="611232" y="1778360"/>
                  </a:lnTo>
                  <a:lnTo>
                    <a:pt x="567392" y="1775630"/>
                  </a:lnTo>
                  <a:lnTo>
                    <a:pt x="539832" y="1774087"/>
                  </a:lnTo>
                  <a:lnTo>
                    <a:pt x="526242" y="1773399"/>
                  </a:lnTo>
                  <a:lnTo>
                    <a:pt x="522304" y="1773219"/>
                  </a:lnTo>
                  <a:lnTo>
                    <a:pt x="522133" y="1773211"/>
                  </a:lnTo>
                  <a:lnTo>
                    <a:pt x="0" y="1773211"/>
                  </a:lnTo>
                  <a:lnTo>
                    <a:pt x="0" y="1773211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479" name="pg479"/>
            <p:cNvSpPr/>
            <p:nvPr/>
          </p:nvSpPr>
          <p:spPr>
            <a:xfrm>
              <a:off x="386606" y="812832"/>
              <a:ext cx="8554953" cy="3410891"/>
            </a:xfrm>
            <a:custGeom>
              <a:avLst/>
              <a:pathLst>
                <a:path w="8554953" h="3410891">
                  <a:moveTo>
                    <a:pt x="0" y="1581207"/>
                  </a:moveTo>
                  <a:lnTo>
                    <a:pt x="522133" y="1581207"/>
                  </a:lnTo>
                  <a:lnTo>
                    <a:pt x="523350" y="1581261"/>
                  </a:lnTo>
                  <a:lnTo>
                    <a:pt x="531312" y="1581645"/>
                  </a:lnTo>
                  <a:lnTo>
                    <a:pt x="551246" y="1582707"/>
                  </a:lnTo>
                  <a:lnTo>
                    <a:pt x="586535" y="1584792"/>
                  </a:lnTo>
                  <a:lnTo>
                    <a:pt x="638423" y="1588211"/>
                  </a:lnTo>
                  <a:lnTo>
                    <a:pt x="705937" y="1593197"/>
                  </a:lnTo>
                  <a:lnTo>
                    <a:pt x="786234" y="1599890"/>
                  </a:lnTo>
                  <a:lnTo>
                    <a:pt x="875301" y="1608337"/>
                  </a:lnTo>
                  <a:lnTo>
                    <a:pt x="968798" y="1618522"/>
                  </a:lnTo>
                  <a:lnTo>
                    <a:pt x="1062787" y="1630405"/>
                  </a:lnTo>
                  <a:lnTo>
                    <a:pt x="1154177" y="1643958"/>
                  </a:lnTo>
                  <a:lnTo>
                    <a:pt x="1240886" y="1659202"/>
                  </a:lnTo>
                  <a:lnTo>
                    <a:pt x="1321773" y="1676216"/>
                  </a:lnTo>
                  <a:lnTo>
                    <a:pt x="1396465" y="1695156"/>
                  </a:lnTo>
                  <a:lnTo>
                    <a:pt x="1465145" y="1716247"/>
                  </a:lnTo>
                  <a:lnTo>
                    <a:pt x="1528369" y="1739783"/>
                  </a:lnTo>
                  <a:lnTo>
                    <a:pt x="1586908" y="1766112"/>
                  </a:lnTo>
                  <a:lnTo>
                    <a:pt x="1641643" y="1795615"/>
                  </a:lnTo>
                  <a:lnTo>
                    <a:pt x="1693474" y="1828662"/>
                  </a:lnTo>
                  <a:lnTo>
                    <a:pt x="1743250" y="1865541"/>
                  </a:lnTo>
                  <a:lnTo>
                    <a:pt x="1768425" y="1886155"/>
                  </a:lnTo>
                  <a:lnTo>
                    <a:pt x="1811716" y="1924600"/>
                  </a:lnTo>
                  <a:lnTo>
                    <a:pt x="1854586" y="1966308"/>
                  </a:lnTo>
                  <a:lnTo>
                    <a:pt x="1897367" y="2011341"/>
                  </a:lnTo>
                  <a:lnTo>
                    <a:pt x="1940304" y="2059686"/>
                  </a:lnTo>
                  <a:lnTo>
                    <a:pt x="1983567" y="2111251"/>
                  </a:lnTo>
                  <a:lnTo>
                    <a:pt x="2027262" y="2165852"/>
                  </a:lnTo>
                  <a:lnTo>
                    <a:pt x="2071432" y="2223214"/>
                  </a:lnTo>
                  <a:lnTo>
                    <a:pt x="2116068" y="2282972"/>
                  </a:lnTo>
                  <a:lnTo>
                    <a:pt x="2161113" y="2344674"/>
                  </a:lnTo>
                  <a:lnTo>
                    <a:pt x="2206474" y="2407800"/>
                  </a:lnTo>
                  <a:lnTo>
                    <a:pt x="2252027" y="2471770"/>
                  </a:lnTo>
                  <a:lnTo>
                    <a:pt x="2297636" y="2535976"/>
                  </a:lnTo>
                  <a:lnTo>
                    <a:pt x="2343155" y="2599795"/>
                  </a:lnTo>
                  <a:lnTo>
                    <a:pt x="2388449" y="2662625"/>
                  </a:lnTo>
                  <a:lnTo>
                    <a:pt x="2433402" y="2723899"/>
                  </a:lnTo>
                  <a:lnTo>
                    <a:pt x="2477927" y="2783111"/>
                  </a:lnTo>
                  <a:lnTo>
                    <a:pt x="2521980" y="2839830"/>
                  </a:lnTo>
                  <a:lnTo>
                    <a:pt x="2565564" y="2893713"/>
                  </a:lnTo>
                  <a:lnTo>
                    <a:pt x="2608735" y="2944505"/>
                  </a:lnTo>
                  <a:lnTo>
                    <a:pt x="2651615" y="2992048"/>
                  </a:lnTo>
                  <a:lnTo>
                    <a:pt x="2694393" y="3036268"/>
                  </a:lnTo>
                  <a:lnTo>
                    <a:pt x="2737332" y="3077172"/>
                  </a:lnTo>
                  <a:lnTo>
                    <a:pt x="2770117" y="3105944"/>
                  </a:lnTo>
                  <a:lnTo>
                    <a:pt x="2819123" y="3144857"/>
                  </a:lnTo>
                  <a:lnTo>
                    <a:pt x="2869792" y="3179859"/>
                  </a:lnTo>
                  <a:lnTo>
                    <a:pt x="2922914" y="3211152"/>
                  </a:lnTo>
                  <a:lnTo>
                    <a:pt x="2979373" y="3239074"/>
                  </a:lnTo>
                  <a:lnTo>
                    <a:pt x="3040069" y="3264008"/>
                  </a:lnTo>
                  <a:lnTo>
                    <a:pt x="3105842" y="3286322"/>
                  </a:lnTo>
                  <a:lnTo>
                    <a:pt x="3177375" y="3306342"/>
                  </a:lnTo>
                  <a:lnTo>
                    <a:pt x="3255065" y="3324328"/>
                  </a:lnTo>
                  <a:lnTo>
                    <a:pt x="3338853" y="3340472"/>
                  </a:lnTo>
                  <a:lnTo>
                    <a:pt x="3428020" y="3354894"/>
                  </a:lnTo>
                  <a:lnTo>
                    <a:pt x="3520988" y="3367641"/>
                  </a:lnTo>
                  <a:lnTo>
                    <a:pt x="3615184" y="3378709"/>
                  </a:lnTo>
                  <a:lnTo>
                    <a:pt x="3707073" y="3388060"/>
                  </a:lnTo>
                  <a:lnTo>
                    <a:pt x="3792445" y="3395658"/>
                  </a:lnTo>
                  <a:lnTo>
                    <a:pt x="3867018" y="3401516"/>
                  </a:lnTo>
                  <a:lnTo>
                    <a:pt x="3927238" y="3405721"/>
                  </a:lnTo>
                  <a:lnTo>
                    <a:pt x="3971097" y="3408462"/>
                  </a:lnTo>
                  <a:lnTo>
                    <a:pt x="3998679" y="3410011"/>
                  </a:lnTo>
                  <a:lnTo>
                    <a:pt x="4012287" y="3410701"/>
                  </a:lnTo>
                  <a:lnTo>
                    <a:pt x="4016236" y="3410883"/>
                  </a:lnTo>
                  <a:lnTo>
                    <a:pt x="4016409" y="3410891"/>
                  </a:lnTo>
                  <a:lnTo>
                    <a:pt x="4538543" y="3410891"/>
                  </a:lnTo>
                  <a:lnTo>
                    <a:pt x="4539649" y="3410800"/>
                  </a:lnTo>
                  <a:lnTo>
                    <a:pt x="4546902" y="3410154"/>
                  </a:lnTo>
                  <a:lnTo>
                    <a:pt x="4565121" y="3408366"/>
                  </a:lnTo>
                  <a:lnTo>
                    <a:pt x="4597520" y="3404851"/>
                  </a:lnTo>
                  <a:lnTo>
                    <a:pt x="4645455" y="3399078"/>
                  </a:lnTo>
                  <a:lnTo>
                    <a:pt x="4708321" y="3390628"/>
                  </a:lnTo>
                  <a:lnTo>
                    <a:pt x="4783793" y="3379238"/>
                  </a:lnTo>
                  <a:lnTo>
                    <a:pt x="4868380" y="3364800"/>
                  </a:lnTo>
                  <a:lnTo>
                    <a:pt x="4958144" y="3347321"/>
                  </a:lnTo>
                  <a:lnTo>
                    <a:pt x="5049357" y="3326865"/>
                  </a:lnTo>
                  <a:lnTo>
                    <a:pt x="5138953" y="3303492"/>
                  </a:lnTo>
                  <a:lnTo>
                    <a:pt x="5224735" y="3277199"/>
                  </a:lnTo>
                  <a:lnTo>
                    <a:pt x="5305371" y="3247892"/>
                  </a:lnTo>
                  <a:lnTo>
                    <a:pt x="5380268" y="3215360"/>
                  </a:lnTo>
                  <a:lnTo>
                    <a:pt x="5449400" y="3179273"/>
                  </a:lnTo>
                  <a:lnTo>
                    <a:pt x="5513134" y="3139189"/>
                  </a:lnTo>
                  <a:lnTo>
                    <a:pt x="5572089" y="3094560"/>
                  </a:lnTo>
                  <a:lnTo>
                    <a:pt x="5627024" y="3044768"/>
                  </a:lnTo>
                  <a:lnTo>
                    <a:pt x="5678754" y="2989166"/>
                  </a:lnTo>
                  <a:lnTo>
                    <a:pt x="5728086" y="2927168"/>
                  </a:lnTo>
                  <a:lnTo>
                    <a:pt x="5775754" y="2858385"/>
                  </a:lnTo>
                  <a:lnTo>
                    <a:pt x="5784835" y="2844291"/>
                  </a:lnTo>
                  <a:lnTo>
                    <a:pt x="5819432" y="2787762"/>
                  </a:lnTo>
                  <a:lnTo>
                    <a:pt x="5853713" y="2727394"/>
                  </a:lnTo>
                  <a:lnTo>
                    <a:pt x="5887862" y="2663109"/>
                  </a:lnTo>
                  <a:lnTo>
                    <a:pt x="5922022" y="2594881"/>
                  </a:lnTo>
                  <a:lnTo>
                    <a:pt x="5956307" y="2522742"/>
                  </a:lnTo>
                  <a:lnTo>
                    <a:pt x="5990801" y="2446788"/>
                  </a:lnTo>
                  <a:lnTo>
                    <a:pt x="6025560" y="2367183"/>
                  </a:lnTo>
                  <a:lnTo>
                    <a:pt x="6060616" y="2284158"/>
                  </a:lnTo>
                  <a:lnTo>
                    <a:pt x="6095977" y="2198016"/>
                  </a:lnTo>
                  <a:lnTo>
                    <a:pt x="6131631" y="2109127"/>
                  </a:lnTo>
                  <a:lnTo>
                    <a:pt x="6167548" y="2017923"/>
                  </a:lnTo>
                  <a:lnTo>
                    <a:pt x="6203681" y="1924889"/>
                  </a:lnTo>
                  <a:lnTo>
                    <a:pt x="6239972" y="1830559"/>
                  </a:lnTo>
                  <a:lnTo>
                    <a:pt x="6276354" y="1735495"/>
                  </a:lnTo>
                  <a:lnTo>
                    <a:pt x="6312755" y="1640281"/>
                  </a:lnTo>
                  <a:lnTo>
                    <a:pt x="6349102" y="1545503"/>
                  </a:lnTo>
                  <a:lnTo>
                    <a:pt x="6385324" y="1451736"/>
                  </a:lnTo>
                  <a:lnTo>
                    <a:pt x="6421358" y="1359530"/>
                  </a:lnTo>
                  <a:lnTo>
                    <a:pt x="6457151" y="1269397"/>
                  </a:lnTo>
                  <a:lnTo>
                    <a:pt x="6492665" y="1181798"/>
                  </a:lnTo>
                  <a:lnTo>
                    <a:pt x="6527877" y="1097134"/>
                  </a:lnTo>
                  <a:lnTo>
                    <a:pt x="6562786" y="1015743"/>
                  </a:lnTo>
                  <a:lnTo>
                    <a:pt x="6597410" y="937893"/>
                  </a:lnTo>
                  <a:lnTo>
                    <a:pt x="6631794" y="863784"/>
                  </a:lnTo>
                  <a:lnTo>
                    <a:pt x="6666006" y="793544"/>
                  </a:lnTo>
                  <a:lnTo>
                    <a:pt x="6700144" y="727238"/>
                  </a:lnTo>
                  <a:lnTo>
                    <a:pt x="6734337" y="664869"/>
                  </a:lnTo>
                  <a:lnTo>
                    <a:pt x="6768748" y="606386"/>
                  </a:lnTo>
                  <a:lnTo>
                    <a:pt x="6786527" y="577893"/>
                  </a:lnTo>
                  <a:lnTo>
                    <a:pt x="6833947" y="507785"/>
                  </a:lnTo>
                  <a:lnTo>
                    <a:pt x="6882903" y="444495"/>
                  </a:lnTo>
                  <a:lnTo>
                    <a:pt x="6934108" y="387698"/>
                  </a:lnTo>
                  <a:lnTo>
                    <a:pt x="6988359" y="336833"/>
                  </a:lnTo>
                  <a:lnTo>
                    <a:pt x="7046474" y="291255"/>
                  </a:lnTo>
                  <a:lnTo>
                    <a:pt x="7109230" y="250337"/>
                  </a:lnTo>
                  <a:lnTo>
                    <a:pt x="7177279" y="213515"/>
                  </a:lnTo>
                  <a:lnTo>
                    <a:pt x="7251049" y="180325"/>
                  </a:lnTo>
                  <a:lnTo>
                    <a:pt x="7330601" y="150414"/>
                  </a:lnTo>
                  <a:lnTo>
                    <a:pt x="7415466" y="123549"/>
                  </a:lnTo>
                  <a:lnTo>
                    <a:pt x="7504468" y="99614"/>
                  </a:lnTo>
                  <a:lnTo>
                    <a:pt x="7595582" y="78591"/>
                  </a:lnTo>
                  <a:lnTo>
                    <a:pt x="7685901" y="60530"/>
                  </a:lnTo>
                  <a:lnTo>
                    <a:pt x="7771799" y="45500"/>
                  </a:lnTo>
                  <a:lnTo>
                    <a:pt x="7849330" y="33525"/>
                  </a:lnTo>
                  <a:lnTo>
                    <a:pt x="7914861" y="24522"/>
                  </a:lnTo>
                  <a:lnTo>
                    <a:pt x="7965790" y="18259"/>
                  </a:lnTo>
                  <a:lnTo>
                    <a:pt x="8001150" y="14346"/>
                  </a:lnTo>
                  <a:lnTo>
                    <a:pt x="8021915" y="12269"/>
                  </a:lnTo>
                  <a:lnTo>
                    <a:pt x="8030960" y="11448"/>
                  </a:lnTo>
                  <a:lnTo>
                    <a:pt x="8032819" y="11294"/>
                  </a:lnTo>
                  <a:lnTo>
                    <a:pt x="8554953" y="11294"/>
                  </a:lnTo>
                  <a:lnTo>
                    <a:pt x="8554953" y="0"/>
                  </a:lnTo>
                  <a:lnTo>
                    <a:pt x="8032819" y="0"/>
                  </a:lnTo>
                  <a:lnTo>
                    <a:pt x="8031713" y="90"/>
                  </a:lnTo>
                  <a:lnTo>
                    <a:pt x="8024460" y="737"/>
                  </a:lnTo>
                  <a:lnTo>
                    <a:pt x="8006241" y="2524"/>
                  </a:lnTo>
                  <a:lnTo>
                    <a:pt x="7973842" y="6039"/>
                  </a:lnTo>
                  <a:lnTo>
                    <a:pt x="7925907" y="11813"/>
                  </a:lnTo>
                  <a:lnTo>
                    <a:pt x="7863041" y="20263"/>
                  </a:lnTo>
                  <a:lnTo>
                    <a:pt x="7787569" y="31652"/>
                  </a:lnTo>
                  <a:lnTo>
                    <a:pt x="7702982" y="46090"/>
                  </a:lnTo>
                  <a:lnTo>
                    <a:pt x="7613218" y="63570"/>
                  </a:lnTo>
                  <a:lnTo>
                    <a:pt x="7522005" y="84025"/>
                  </a:lnTo>
                  <a:lnTo>
                    <a:pt x="7432409" y="107399"/>
                  </a:lnTo>
                  <a:lnTo>
                    <a:pt x="7346627" y="133691"/>
                  </a:lnTo>
                  <a:lnTo>
                    <a:pt x="7265991" y="162998"/>
                  </a:lnTo>
                  <a:lnTo>
                    <a:pt x="7191094" y="195530"/>
                  </a:lnTo>
                  <a:lnTo>
                    <a:pt x="7121962" y="231617"/>
                  </a:lnTo>
                  <a:lnTo>
                    <a:pt x="7058228" y="271702"/>
                  </a:lnTo>
                  <a:lnTo>
                    <a:pt x="6999273" y="316330"/>
                  </a:lnTo>
                  <a:lnTo>
                    <a:pt x="6944338" y="366122"/>
                  </a:lnTo>
                  <a:lnTo>
                    <a:pt x="6892608" y="421724"/>
                  </a:lnTo>
                  <a:lnTo>
                    <a:pt x="6843276" y="483723"/>
                  </a:lnTo>
                  <a:lnTo>
                    <a:pt x="6795608" y="552505"/>
                  </a:lnTo>
                  <a:lnTo>
                    <a:pt x="6786527" y="566599"/>
                  </a:lnTo>
                  <a:lnTo>
                    <a:pt x="6751930" y="623128"/>
                  </a:lnTo>
                  <a:lnTo>
                    <a:pt x="6717648" y="683496"/>
                  </a:lnTo>
                  <a:lnTo>
                    <a:pt x="6683500" y="747782"/>
                  </a:lnTo>
                  <a:lnTo>
                    <a:pt x="6649340" y="816010"/>
                  </a:lnTo>
                  <a:lnTo>
                    <a:pt x="6615055" y="888149"/>
                  </a:lnTo>
                  <a:lnTo>
                    <a:pt x="6580561" y="964102"/>
                  </a:lnTo>
                  <a:lnTo>
                    <a:pt x="6545802" y="1043708"/>
                  </a:lnTo>
                  <a:lnTo>
                    <a:pt x="6510746" y="1126732"/>
                  </a:lnTo>
                  <a:lnTo>
                    <a:pt x="6475385" y="1212874"/>
                  </a:lnTo>
                  <a:lnTo>
                    <a:pt x="6439731" y="1301763"/>
                  </a:lnTo>
                  <a:lnTo>
                    <a:pt x="6403814" y="1392968"/>
                  </a:lnTo>
                  <a:lnTo>
                    <a:pt x="6367681" y="1486001"/>
                  </a:lnTo>
                  <a:lnTo>
                    <a:pt x="6331390" y="1580332"/>
                  </a:lnTo>
                  <a:lnTo>
                    <a:pt x="6295008" y="1675395"/>
                  </a:lnTo>
                  <a:lnTo>
                    <a:pt x="6258607" y="1770609"/>
                  </a:lnTo>
                  <a:lnTo>
                    <a:pt x="6222260" y="1865388"/>
                  </a:lnTo>
                  <a:lnTo>
                    <a:pt x="6186038" y="1959154"/>
                  </a:lnTo>
                  <a:lnTo>
                    <a:pt x="6150004" y="2051360"/>
                  </a:lnTo>
                  <a:lnTo>
                    <a:pt x="6114211" y="2141493"/>
                  </a:lnTo>
                  <a:lnTo>
                    <a:pt x="6078697" y="2229093"/>
                  </a:lnTo>
                  <a:lnTo>
                    <a:pt x="6043484" y="2313757"/>
                  </a:lnTo>
                  <a:lnTo>
                    <a:pt x="6008576" y="2395147"/>
                  </a:lnTo>
                  <a:lnTo>
                    <a:pt x="5973952" y="2472997"/>
                  </a:lnTo>
                  <a:lnTo>
                    <a:pt x="5939568" y="2547107"/>
                  </a:lnTo>
                  <a:lnTo>
                    <a:pt x="5905356" y="2617347"/>
                  </a:lnTo>
                  <a:lnTo>
                    <a:pt x="5871218" y="2683652"/>
                  </a:lnTo>
                  <a:lnTo>
                    <a:pt x="5837025" y="2746021"/>
                  </a:lnTo>
                  <a:lnTo>
                    <a:pt x="5802614" y="2804504"/>
                  </a:lnTo>
                  <a:lnTo>
                    <a:pt x="5784835" y="2832997"/>
                  </a:lnTo>
                  <a:lnTo>
                    <a:pt x="5737415" y="2903105"/>
                  </a:lnTo>
                  <a:lnTo>
                    <a:pt x="5688459" y="2966395"/>
                  </a:lnTo>
                  <a:lnTo>
                    <a:pt x="5637254" y="3023192"/>
                  </a:lnTo>
                  <a:lnTo>
                    <a:pt x="5583003" y="3074058"/>
                  </a:lnTo>
                  <a:lnTo>
                    <a:pt x="5524888" y="3119635"/>
                  </a:lnTo>
                  <a:lnTo>
                    <a:pt x="5462132" y="3160553"/>
                  </a:lnTo>
                  <a:lnTo>
                    <a:pt x="5394083" y="3197375"/>
                  </a:lnTo>
                  <a:lnTo>
                    <a:pt x="5320313" y="3230566"/>
                  </a:lnTo>
                  <a:lnTo>
                    <a:pt x="5240761" y="3260477"/>
                  </a:lnTo>
                  <a:lnTo>
                    <a:pt x="5155896" y="3287341"/>
                  </a:lnTo>
                  <a:lnTo>
                    <a:pt x="5066894" y="3311276"/>
                  </a:lnTo>
                  <a:lnTo>
                    <a:pt x="4975780" y="3332300"/>
                  </a:lnTo>
                  <a:lnTo>
                    <a:pt x="4885461" y="3350360"/>
                  </a:lnTo>
                  <a:lnTo>
                    <a:pt x="4799563" y="3365390"/>
                  </a:lnTo>
                  <a:lnTo>
                    <a:pt x="4722032" y="3377365"/>
                  </a:lnTo>
                  <a:lnTo>
                    <a:pt x="4656501" y="3386368"/>
                  </a:lnTo>
                  <a:lnTo>
                    <a:pt x="4605572" y="3392631"/>
                  </a:lnTo>
                  <a:lnTo>
                    <a:pt x="4570212" y="3396545"/>
                  </a:lnTo>
                  <a:lnTo>
                    <a:pt x="4549447" y="3398621"/>
                  </a:lnTo>
                  <a:lnTo>
                    <a:pt x="4540402" y="3399442"/>
                  </a:lnTo>
                  <a:lnTo>
                    <a:pt x="4538543" y="3399597"/>
                  </a:lnTo>
                  <a:lnTo>
                    <a:pt x="4016409" y="3399597"/>
                  </a:lnTo>
                  <a:lnTo>
                    <a:pt x="4015193" y="3399543"/>
                  </a:lnTo>
                  <a:lnTo>
                    <a:pt x="4007231" y="3399159"/>
                  </a:lnTo>
                  <a:lnTo>
                    <a:pt x="3987297" y="3398097"/>
                  </a:lnTo>
                  <a:lnTo>
                    <a:pt x="3952007" y="3396012"/>
                  </a:lnTo>
                  <a:lnTo>
                    <a:pt x="3900119" y="3392593"/>
                  </a:lnTo>
                  <a:lnTo>
                    <a:pt x="3832605" y="3387607"/>
                  </a:lnTo>
                  <a:lnTo>
                    <a:pt x="3752308" y="3380914"/>
                  </a:lnTo>
                  <a:lnTo>
                    <a:pt x="3663242" y="3372467"/>
                  </a:lnTo>
                  <a:lnTo>
                    <a:pt x="3569744" y="3362282"/>
                  </a:lnTo>
                  <a:lnTo>
                    <a:pt x="3475755" y="3350399"/>
                  </a:lnTo>
                  <a:lnTo>
                    <a:pt x="3384365" y="3336845"/>
                  </a:lnTo>
                  <a:lnTo>
                    <a:pt x="3297656" y="3321602"/>
                  </a:lnTo>
                  <a:lnTo>
                    <a:pt x="3216769" y="3304588"/>
                  </a:lnTo>
                  <a:lnTo>
                    <a:pt x="3142078" y="3285648"/>
                  </a:lnTo>
                  <a:lnTo>
                    <a:pt x="3073397" y="3264557"/>
                  </a:lnTo>
                  <a:lnTo>
                    <a:pt x="3010173" y="3241021"/>
                  </a:lnTo>
                  <a:lnTo>
                    <a:pt x="2951634" y="3214692"/>
                  </a:lnTo>
                  <a:lnTo>
                    <a:pt x="2896900" y="3185189"/>
                  </a:lnTo>
                  <a:lnTo>
                    <a:pt x="2845068" y="3152142"/>
                  </a:lnTo>
                  <a:lnTo>
                    <a:pt x="2795293" y="3115263"/>
                  </a:lnTo>
                  <a:lnTo>
                    <a:pt x="2770117" y="3094649"/>
                  </a:lnTo>
                  <a:lnTo>
                    <a:pt x="2726827" y="3056203"/>
                  </a:lnTo>
                  <a:lnTo>
                    <a:pt x="2683956" y="3014496"/>
                  </a:lnTo>
                  <a:lnTo>
                    <a:pt x="2641175" y="2969463"/>
                  </a:lnTo>
                  <a:lnTo>
                    <a:pt x="2598238" y="2921118"/>
                  </a:lnTo>
                  <a:lnTo>
                    <a:pt x="2554975" y="2869553"/>
                  </a:lnTo>
                  <a:lnTo>
                    <a:pt x="2511280" y="2814952"/>
                  </a:lnTo>
                  <a:lnTo>
                    <a:pt x="2467110" y="2757590"/>
                  </a:lnTo>
                  <a:lnTo>
                    <a:pt x="2422475" y="2697832"/>
                  </a:lnTo>
                  <a:lnTo>
                    <a:pt x="2377429" y="2636129"/>
                  </a:lnTo>
                  <a:lnTo>
                    <a:pt x="2332069" y="2573004"/>
                  </a:lnTo>
                  <a:lnTo>
                    <a:pt x="2286515" y="2509034"/>
                  </a:lnTo>
                  <a:lnTo>
                    <a:pt x="2240906" y="2444828"/>
                  </a:lnTo>
                  <a:lnTo>
                    <a:pt x="2195387" y="2381008"/>
                  </a:lnTo>
                  <a:lnTo>
                    <a:pt x="2150093" y="2318179"/>
                  </a:lnTo>
                  <a:lnTo>
                    <a:pt x="2105140" y="2256905"/>
                  </a:lnTo>
                  <a:lnTo>
                    <a:pt x="2060615" y="2197693"/>
                  </a:lnTo>
                  <a:lnTo>
                    <a:pt x="2016562" y="2140974"/>
                  </a:lnTo>
                  <a:lnTo>
                    <a:pt x="1972979" y="2087091"/>
                  </a:lnTo>
                  <a:lnTo>
                    <a:pt x="1929807" y="2036298"/>
                  </a:lnTo>
                  <a:lnTo>
                    <a:pt x="1886927" y="1988756"/>
                  </a:lnTo>
                  <a:lnTo>
                    <a:pt x="1844150" y="1944536"/>
                  </a:lnTo>
                  <a:lnTo>
                    <a:pt x="1801210" y="1903632"/>
                  </a:lnTo>
                  <a:lnTo>
                    <a:pt x="1768425" y="1874860"/>
                  </a:lnTo>
                  <a:lnTo>
                    <a:pt x="1719419" y="1835947"/>
                  </a:lnTo>
                  <a:lnTo>
                    <a:pt x="1668750" y="1800945"/>
                  </a:lnTo>
                  <a:lnTo>
                    <a:pt x="1615628" y="1769652"/>
                  </a:lnTo>
                  <a:lnTo>
                    <a:pt x="1559169" y="1741730"/>
                  </a:lnTo>
                  <a:lnTo>
                    <a:pt x="1498473" y="1716796"/>
                  </a:lnTo>
                  <a:lnTo>
                    <a:pt x="1432700" y="1694482"/>
                  </a:lnTo>
                  <a:lnTo>
                    <a:pt x="1361167" y="1674462"/>
                  </a:lnTo>
                  <a:lnTo>
                    <a:pt x="1283477" y="1656476"/>
                  </a:lnTo>
                  <a:lnTo>
                    <a:pt x="1199689" y="1640332"/>
                  </a:lnTo>
                  <a:lnTo>
                    <a:pt x="1110523" y="1625910"/>
                  </a:lnTo>
                  <a:lnTo>
                    <a:pt x="1017555" y="1613163"/>
                  </a:lnTo>
                  <a:lnTo>
                    <a:pt x="923358" y="1602095"/>
                  </a:lnTo>
                  <a:lnTo>
                    <a:pt x="831470" y="1592744"/>
                  </a:lnTo>
                  <a:lnTo>
                    <a:pt x="746097" y="1585145"/>
                  </a:lnTo>
                  <a:lnTo>
                    <a:pt x="671525" y="1579288"/>
                  </a:lnTo>
                  <a:lnTo>
                    <a:pt x="611304" y="1575082"/>
                  </a:lnTo>
                  <a:lnTo>
                    <a:pt x="567445" y="1572342"/>
                  </a:lnTo>
                  <a:lnTo>
                    <a:pt x="539864" y="1570793"/>
                  </a:lnTo>
                  <a:lnTo>
                    <a:pt x="526255" y="1570103"/>
                  </a:lnTo>
                  <a:lnTo>
                    <a:pt x="522306" y="1569920"/>
                  </a:lnTo>
                  <a:lnTo>
                    <a:pt x="522133" y="1569913"/>
                  </a:lnTo>
                  <a:lnTo>
                    <a:pt x="0" y="1569913"/>
                  </a:lnTo>
                  <a:close/>
                </a:path>
              </a:pathLst>
            </a:custGeom>
            <a:solidFill>
              <a:srgbClr val="8FA8D6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480" name="pl480"/>
            <p:cNvSpPr/>
            <p:nvPr/>
          </p:nvSpPr>
          <p:spPr>
            <a:xfrm>
              <a:off x="386606" y="824126"/>
              <a:ext cx="8554953" cy="3399597"/>
            </a:xfrm>
            <a:custGeom>
              <a:avLst/>
              <a:pathLst>
                <a:path w="8554953" h="3399597">
                  <a:moveTo>
                    <a:pt x="0" y="1569913"/>
                  </a:moveTo>
                  <a:lnTo>
                    <a:pt x="522133" y="1569913"/>
                  </a:lnTo>
                  <a:lnTo>
                    <a:pt x="523350" y="1569967"/>
                  </a:lnTo>
                  <a:lnTo>
                    <a:pt x="531312" y="1570351"/>
                  </a:lnTo>
                  <a:lnTo>
                    <a:pt x="551246" y="1571412"/>
                  </a:lnTo>
                  <a:lnTo>
                    <a:pt x="586535" y="1573498"/>
                  </a:lnTo>
                  <a:lnTo>
                    <a:pt x="638423" y="1576917"/>
                  </a:lnTo>
                  <a:lnTo>
                    <a:pt x="705937" y="1581903"/>
                  </a:lnTo>
                  <a:lnTo>
                    <a:pt x="786234" y="1588596"/>
                  </a:lnTo>
                  <a:lnTo>
                    <a:pt x="875301" y="1597043"/>
                  </a:lnTo>
                  <a:lnTo>
                    <a:pt x="968798" y="1607228"/>
                  </a:lnTo>
                  <a:lnTo>
                    <a:pt x="1062787" y="1619110"/>
                  </a:lnTo>
                  <a:lnTo>
                    <a:pt x="1154177" y="1632664"/>
                  </a:lnTo>
                  <a:lnTo>
                    <a:pt x="1240886" y="1647907"/>
                  </a:lnTo>
                  <a:lnTo>
                    <a:pt x="1321773" y="1664922"/>
                  </a:lnTo>
                  <a:lnTo>
                    <a:pt x="1396465" y="1683862"/>
                  </a:lnTo>
                  <a:lnTo>
                    <a:pt x="1465145" y="1704953"/>
                  </a:lnTo>
                  <a:lnTo>
                    <a:pt x="1528369" y="1728488"/>
                  </a:lnTo>
                  <a:lnTo>
                    <a:pt x="1586908" y="1754817"/>
                  </a:lnTo>
                  <a:lnTo>
                    <a:pt x="1641643" y="1784320"/>
                  </a:lnTo>
                  <a:lnTo>
                    <a:pt x="1693474" y="1817367"/>
                  </a:lnTo>
                  <a:lnTo>
                    <a:pt x="1743250" y="1854247"/>
                  </a:lnTo>
                  <a:lnTo>
                    <a:pt x="1768425" y="1874860"/>
                  </a:lnTo>
                  <a:lnTo>
                    <a:pt x="1811716" y="1913306"/>
                  </a:lnTo>
                  <a:lnTo>
                    <a:pt x="1854586" y="1955014"/>
                  </a:lnTo>
                  <a:lnTo>
                    <a:pt x="1897367" y="2000046"/>
                  </a:lnTo>
                  <a:lnTo>
                    <a:pt x="1940304" y="2048392"/>
                  </a:lnTo>
                  <a:lnTo>
                    <a:pt x="1983567" y="2099956"/>
                  </a:lnTo>
                  <a:lnTo>
                    <a:pt x="2027262" y="2154557"/>
                  </a:lnTo>
                  <a:lnTo>
                    <a:pt x="2071432" y="2211920"/>
                  </a:lnTo>
                  <a:lnTo>
                    <a:pt x="2116068" y="2271677"/>
                  </a:lnTo>
                  <a:lnTo>
                    <a:pt x="2161113" y="2333380"/>
                  </a:lnTo>
                  <a:lnTo>
                    <a:pt x="2206474" y="2396505"/>
                  </a:lnTo>
                  <a:lnTo>
                    <a:pt x="2252027" y="2460476"/>
                  </a:lnTo>
                  <a:lnTo>
                    <a:pt x="2297636" y="2524681"/>
                  </a:lnTo>
                  <a:lnTo>
                    <a:pt x="2343155" y="2588501"/>
                  </a:lnTo>
                  <a:lnTo>
                    <a:pt x="2388449" y="2651331"/>
                  </a:lnTo>
                  <a:lnTo>
                    <a:pt x="2433402" y="2712605"/>
                  </a:lnTo>
                  <a:lnTo>
                    <a:pt x="2477927" y="2771817"/>
                  </a:lnTo>
                  <a:lnTo>
                    <a:pt x="2521980" y="2828536"/>
                  </a:lnTo>
                  <a:lnTo>
                    <a:pt x="2565564" y="2882418"/>
                  </a:lnTo>
                  <a:lnTo>
                    <a:pt x="2608735" y="2933211"/>
                  </a:lnTo>
                  <a:lnTo>
                    <a:pt x="2651615" y="2980754"/>
                  </a:lnTo>
                  <a:lnTo>
                    <a:pt x="2694393" y="3024973"/>
                  </a:lnTo>
                  <a:lnTo>
                    <a:pt x="2737332" y="3065877"/>
                  </a:lnTo>
                  <a:lnTo>
                    <a:pt x="2770117" y="3094649"/>
                  </a:lnTo>
                  <a:lnTo>
                    <a:pt x="2819123" y="3133563"/>
                  </a:lnTo>
                  <a:lnTo>
                    <a:pt x="2869792" y="3168565"/>
                  </a:lnTo>
                  <a:lnTo>
                    <a:pt x="2922914" y="3199857"/>
                  </a:lnTo>
                  <a:lnTo>
                    <a:pt x="2979373" y="3227779"/>
                  </a:lnTo>
                  <a:lnTo>
                    <a:pt x="3040069" y="3252713"/>
                  </a:lnTo>
                  <a:lnTo>
                    <a:pt x="3105842" y="3275028"/>
                  </a:lnTo>
                  <a:lnTo>
                    <a:pt x="3177375" y="3295047"/>
                  </a:lnTo>
                  <a:lnTo>
                    <a:pt x="3255065" y="3313034"/>
                  </a:lnTo>
                  <a:lnTo>
                    <a:pt x="3338853" y="3329178"/>
                  </a:lnTo>
                  <a:lnTo>
                    <a:pt x="3428020" y="3343599"/>
                  </a:lnTo>
                  <a:lnTo>
                    <a:pt x="3520988" y="3356347"/>
                  </a:lnTo>
                  <a:lnTo>
                    <a:pt x="3615184" y="3367415"/>
                  </a:lnTo>
                  <a:lnTo>
                    <a:pt x="3707073" y="3376765"/>
                  </a:lnTo>
                  <a:lnTo>
                    <a:pt x="3792445" y="3384364"/>
                  </a:lnTo>
                  <a:lnTo>
                    <a:pt x="3867018" y="3390221"/>
                  </a:lnTo>
                  <a:lnTo>
                    <a:pt x="3927238" y="3394427"/>
                  </a:lnTo>
                  <a:lnTo>
                    <a:pt x="3971097" y="3397167"/>
                  </a:lnTo>
                  <a:lnTo>
                    <a:pt x="3998679" y="3398717"/>
                  </a:lnTo>
                  <a:lnTo>
                    <a:pt x="4012287" y="3399407"/>
                  </a:lnTo>
                  <a:lnTo>
                    <a:pt x="4016236" y="3399589"/>
                  </a:lnTo>
                  <a:lnTo>
                    <a:pt x="4016409" y="3399597"/>
                  </a:lnTo>
                  <a:lnTo>
                    <a:pt x="4538543" y="3399597"/>
                  </a:lnTo>
                  <a:lnTo>
                    <a:pt x="4539649" y="3399506"/>
                  </a:lnTo>
                  <a:lnTo>
                    <a:pt x="4546902" y="3398859"/>
                  </a:lnTo>
                  <a:lnTo>
                    <a:pt x="4565121" y="3397072"/>
                  </a:lnTo>
                  <a:lnTo>
                    <a:pt x="4597520" y="3393557"/>
                  </a:lnTo>
                  <a:lnTo>
                    <a:pt x="4645455" y="3387783"/>
                  </a:lnTo>
                  <a:lnTo>
                    <a:pt x="4708321" y="3379333"/>
                  </a:lnTo>
                  <a:lnTo>
                    <a:pt x="4783793" y="3367944"/>
                  </a:lnTo>
                  <a:lnTo>
                    <a:pt x="4868380" y="3353506"/>
                  </a:lnTo>
                  <a:lnTo>
                    <a:pt x="4958144" y="3336026"/>
                  </a:lnTo>
                  <a:lnTo>
                    <a:pt x="5049357" y="3315571"/>
                  </a:lnTo>
                  <a:lnTo>
                    <a:pt x="5138953" y="3292197"/>
                  </a:lnTo>
                  <a:lnTo>
                    <a:pt x="5224735" y="3265905"/>
                  </a:lnTo>
                  <a:lnTo>
                    <a:pt x="5305371" y="3236598"/>
                  </a:lnTo>
                  <a:lnTo>
                    <a:pt x="5380268" y="3204066"/>
                  </a:lnTo>
                  <a:lnTo>
                    <a:pt x="5449400" y="3167979"/>
                  </a:lnTo>
                  <a:lnTo>
                    <a:pt x="5513134" y="3127894"/>
                  </a:lnTo>
                  <a:lnTo>
                    <a:pt x="5572089" y="3083266"/>
                  </a:lnTo>
                  <a:lnTo>
                    <a:pt x="5627024" y="3033474"/>
                  </a:lnTo>
                  <a:lnTo>
                    <a:pt x="5678754" y="2977872"/>
                  </a:lnTo>
                  <a:lnTo>
                    <a:pt x="5728086" y="2915873"/>
                  </a:lnTo>
                  <a:lnTo>
                    <a:pt x="5775754" y="2847091"/>
                  </a:lnTo>
                  <a:lnTo>
                    <a:pt x="5784835" y="2832997"/>
                  </a:lnTo>
                  <a:lnTo>
                    <a:pt x="5819432" y="2776468"/>
                  </a:lnTo>
                  <a:lnTo>
                    <a:pt x="5853713" y="2716100"/>
                  </a:lnTo>
                  <a:lnTo>
                    <a:pt x="5887862" y="2651814"/>
                  </a:lnTo>
                  <a:lnTo>
                    <a:pt x="5922022" y="2583586"/>
                  </a:lnTo>
                  <a:lnTo>
                    <a:pt x="5956307" y="2511447"/>
                  </a:lnTo>
                  <a:lnTo>
                    <a:pt x="5990801" y="2435494"/>
                  </a:lnTo>
                  <a:lnTo>
                    <a:pt x="6025560" y="2355888"/>
                  </a:lnTo>
                  <a:lnTo>
                    <a:pt x="6060616" y="2272864"/>
                  </a:lnTo>
                  <a:lnTo>
                    <a:pt x="6095977" y="2186722"/>
                  </a:lnTo>
                  <a:lnTo>
                    <a:pt x="6131631" y="2097833"/>
                  </a:lnTo>
                  <a:lnTo>
                    <a:pt x="6167548" y="2006628"/>
                  </a:lnTo>
                  <a:lnTo>
                    <a:pt x="6203681" y="1913595"/>
                  </a:lnTo>
                  <a:lnTo>
                    <a:pt x="6239972" y="1819264"/>
                  </a:lnTo>
                  <a:lnTo>
                    <a:pt x="6276354" y="1724201"/>
                  </a:lnTo>
                  <a:lnTo>
                    <a:pt x="6312755" y="1628987"/>
                  </a:lnTo>
                  <a:lnTo>
                    <a:pt x="6349102" y="1534208"/>
                  </a:lnTo>
                  <a:lnTo>
                    <a:pt x="6385324" y="1440442"/>
                  </a:lnTo>
                  <a:lnTo>
                    <a:pt x="6421358" y="1348236"/>
                  </a:lnTo>
                  <a:lnTo>
                    <a:pt x="6457151" y="1258103"/>
                  </a:lnTo>
                  <a:lnTo>
                    <a:pt x="6492665" y="1170503"/>
                  </a:lnTo>
                  <a:lnTo>
                    <a:pt x="6527877" y="1085839"/>
                  </a:lnTo>
                  <a:lnTo>
                    <a:pt x="6562786" y="1004449"/>
                  </a:lnTo>
                  <a:lnTo>
                    <a:pt x="6597410" y="926599"/>
                  </a:lnTo>
                  <a:lnTo>
                    <a:pt x="6631794" y="852489"/>
                  </a:lnTo>
                  <a:lnTo>
                    <a:pt x="6666006" y="782249"/>
                  </a:lnTo>
                  <a:lnTo>
                    <a:pt x="6700144" y="715944"/>
                  </a:lnTo>
                  <a:lnTo>
                    <a:pt x="6734337" y="653575"/>
                  </a:lnTo>
                  <a:lnTo>
                    <a:pt x="6768748" y="595092"/>
                  </a:lnTo>
                  <a:lnTo>
                    <a:pt x="6786527" y="566599"/>
                  </a:lnTo>
                  <a:lnTo>
                    <a:pt x="6833947" y="496491"/>
                  </a:lnTo>
                  <a:lnTo>
                    <a:pt x="6882903" y="433201"/>
                  </a:lnTo>
                  <a:lnTo>
                    <a:pt x="6934108" y="376404"/>
                  </a:lnTo>
                  <a:lnTo>
                    <a:pt x="6988359" y="325538"/>
                  </a:lnTo>
                  <a:lnTo>
                    <a:pt x="7046474" y="279961"/>
                  </a:lnTo>
                  <a:lnTo>
                    <a:pt x="7109230" y="239043"/>
                  </a:lnTo>
                  <a:lnTo>
                    <a:pt x="7177279" y="202221"/>
                  </a:lnTo>
                  <a:lnTo>
                    <a:pt x="7251049" y="169030"/>
                  </a:lnTo>
                  <a:lnTo>
                    <a:pt x="7330601" y="139119"/>
                  </a:lnTo>
                  <a:lnTo>
                    <a:pt x="7415466" y="112255"/>
                  </a:lnTo>
                  <a:lnTo>
                    <a:pt x="7504468" y="88320"/>
                  </a:lnTo>
                  <a:lnTo>
                    <a:pt x="7595582" y="67296"/>
                  </a:lnTo>
                  <a:lnTo>
                    <a:pt x="7685901" y="49236"/>
                  </a:lnTo>
                  <a:lnTo>
                    <a:pt x="7771799" y="34206"/>
                  </a:lnTo>
                  <a:lnTo>
                    <a:pt x="7849330" y="22231"/>
                  </a:lnTo>
                  <a:lnTo>
                    <a:pt x="7914861" y="13228"/>
                  </a:lnTo>
                  <a:lnTo>
                    <a:pt x="7965790" y="6965"/>
                  </a:lnTo>
                  <a:lnTo>
                    <a:pt x="8001150" y="3051"/>
                  </a:lnTo>
                  <a:lnTo>
                    <a:pt x="8021915" y="975"/>
                  </a:lnTo>
                  <a:lnTo>
                    <a:pt x="8030960" y="154"/>
                  </a:lnTo>
                  <a:lnTo>
                    <a:pt x="8032811" y="0"/>
                  </a:lnTo>
                  <a:lnTo>
                    <a:pt x="8032819" y="0"/>
                  </a:lnTo>
                  <a:lnTo>
                    <a:pt x="8554953" y="0"/>
                  </a:lnTo>
                  <a:lnTo>
                    <a:pt x="8554953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481" name="pl481"/>
            <p:cNvSpPr/>
            <p:nvPr/>
          </p:nvSpPr>
          <p:spPr>
            <a:xfrm>
              <a:off x="386606" y="812832"/>
              <a:ext cx="8554953" cy="3399597"/>
            </a:xfrm>
            <a:custGeom>
              <a:avLst/>
              <a:pathLst>
                <a:path w="8554953" h="3399597">
                  <a:moveTo>
                    <a:pt x="8554953" y="0"/>
                  </a:moveTo>
                  <a:lnTo>
                    <a:pt x="8032819" y="0"/>
                  </a:lnTo>
                  <a:lnTo>
                    <a:pt x="8031713" y="90"/>
                  </a:lnTo>
                  <a:lnTo>
                    <a:pt x="8024460" y="737"/>
                  </a:lnTo>
                  <a:lnTo>
                    <a:pt x="8006241" y="2524"/>
                  </a:lnTo>
                  <a:lnTo>
                    <a:pt x="7973842" y="6039"/>
                  </a:lnTo>
                  <a:lnTo>
                    <a:pt x="7925907" y="11813"/>
                  </a:lnTo>
                  <a:lnTo>
                    <a:pt x="7863041" y="20263"/>
                  </a:lnTo>
                  <a:lnTo>
                    <a:pt x="7787569" y="31652"/>
                  </a:lnTo>
                  <a:lnTo>
                    <a:pt x="7702982" y="46090"/>
                  </a:lnTo>
                  <a:lnTo>
                    <a:pt x="7613218" y="63570"/>
                  </a:lnTo>
                  <a:lnTo>
                    <a:pt x="7522005" y="84025"/>
                  </a:lnTo>
                  <a:lnTo>
                    <a:pt x="7432409" y="107399"/>
                  </a:lnTo>
                  <a:lnTo>
                    <a:pt x="7346627" y="133691"/>
                  </a:lnTo>
                  <a:lnTo>
                    <a:pt x="7265991" y="162998"/>
                  </a:lnTo>
                  <a:lnTo>
                    <a:pt x="7191094" y="195530"/>
                  </a:lnTo>
                  <a:lnTo>
                    <a:pt x="7121962" y="231617"/>
                  </a:lnTo>
                  <a:lnTo>
                    <a:pt x="7058228" y="271702"/>
                  </a:lnTo>
                  <a:lnTo>
                    <a:pt x="6999273" y="316330"/>
                  </a:lnTo>
                  <a:lnTo>
                    <a:pt x="6944338" y="366122"/>
                  </a:lnTo>
                  <a:lnTo>
                    <a:pt x="6892608" y="421724"/>
                  </a:lnTo>
                  <a:lnTo>
                    <a:pt x="6843276" y="483723"/>
                  </a:lnTo>
                  <a:lnTo>
                    <a:pt x="6795608" y="552505"/>
                  </a:lnTo>
                  <a:lnTo>
                    <a:pt x="6786527" y="566599"/>
                  </a:lnTo>
                  <a:lnTo>
                    <a:pt x="6751930" y="623128"/>
                  </a:lnTo>
                  <a:lnTo>
                    <a:pt x="6717648" y="683496"/>
                  </a:lnTo>
                  <a:lnTo>
                    <a:pt x="6683500" y="747782"/>
                  </a:lnTo>
                  <a:lnTo>
                    <a:pt x="6649340" y="816010"/>
                  </a:lnTo>
                  <a:lnTo>
                    <a:pt x="6615055" y="888149"/>
                  </a:lnTo>
                  <a:lnTo>
                    <a:pt x="6580561" y="964102"/>
                  </a:lnTo>
                  <a:lnTo>
                    <a:pt x="6545802" y="1043708"/>
                  </a:lnTo>
                  <a:lnTo>
                    <a:pt x="6510746" y="1126732"/>
                  </a:lnTo>
                  <a:lnTo>
                    <a:pt x="6475385" y="1212874"/>
                  </a:lnTo>
                  <a:lnTo>
                    <a:pt x="6439731" y="1301763"/>
                  </a:lnTo>
                  <a:lnTo>
                    <a:pt x="6403814" y="1392968"/>
                  </a:lnTo>
                  <a:lnTo>
                    <a:pt x="6367681" y="1486001"/>
                  </a:lnTo>
                  <a:lnTo>
                    <a:pt x="6331390" y="1580332"/>
                  </a:lnTo>
                  <a:lnTo>
                    <a:pt x="6295008" y="1675395"/>
                  </a:lnTo>
                  <a:lnTo>
                    <a:pt x="6258607" y="1770609"/>
                  </a:lnTo>
                  <a:lnTo>
                    <a:pt x="6222260" y="1865388"/>
                  </a:lnTo>
                  <a:lnTo>
                    <a:pt x="6186038" y="1959154"/>
                  </a:lnTo>
                  <a:lnTo>
                    <a:pt x="6150004" y="2051360"/>
                  </a:lnTo>
                  <a:lnTo>
                    <a:pt x="6114211" y="2141493"/>
                  </a:lnTo>
                  <a:lnTo>
                    <a:pt x="6078697" y="2229093"/>
                  </a:lnTo>
                  <a:lnTo>
                    <a:pt x="6043484" y="2313757"/>
                  </a:lnTo>
                  <a:lnTo>
                    <a:pt x="6008576" y="2395147"/>
                  </a:lnTo>
                  <a:lnTo>
                    <a:pt x="5973952" y="2472997"/>
                  </a:lnTo>
                  <a:lnTo>
                    <a:pt x="5939568" y="2547107"/>
                  </a:lnTo>
                  <a:lnTo>
                    <a:pt x="5905356" y="2617347"/>
                  </a:lnTo>
                  <a:lnTo>
                    <a:pt x="5871218" y="2683652"/>
                  </a:lnTo>
                  <a:lnTo>
                    <a:pt x="5837025" y="2746021"/>
                  </a:lnTo>
                  <a:lnTo>
                    <a:pt x="5802614" y="2804504"/>
                  </a:lnTo>
                  <a:lnTo>
                    <a:pt x="5784835" y="2832997"/>
                  </a:lnTo>
                  <a:lnTo>
                    <a:pt x="5737415" y="2903105"/>
                  </a:lnTo>
                  <a:lnTo>
                    <a:pt x="5688459" y="2966395"/>
                  </a:lnTo>
                  <a:lnTo>
                    <a:pt x="5637254" y="3023192"/>
                  </a:lnTo>
                  <a:lnTo>
                    <a:pt x="5583003" y="3074058"/>
                  </a:lnTo>
                  <a:lnTo>
                    <a:pt x="5524888" y="3119635"/>
                  </a:lnTo>
                  <a:lnTo>
                    <a:pt x="5462132" y="3160553"/>
                  </a:lnTo>
                  <a:lnTo>
                    <a:pt x="5394083" y="3197375"/>
                  </a:lnTo>
                  <a:lnTo>
                    <a:pt x="5320313" y="3230566"/>
                  </a:lnTo>
                  <a:lnTo>
                    <a:pt x="5240761" y="3260477"/>
                  </a:lnTo>
                  <a:lnTo>
                    <a:pt x="5155896" y="3287341"/>
                  </a:lnTo>
                  <a:lnTo>
                    <a:pt x="5066894" y="3311276"/>
                  </a:lnTo>
                  <a:lnTo>
                    <a:pt x="4975780" y="3332300"/>
                  </a:lnTo>
                  <a:lnTo>
                    <a:pt x="4885461" y="3350360"/>
                  </a:lnTo>
                  <a:lnTo>
                    <a:pt x="4799563" y="3365390"/>
                  </a:lnTo>
                  <a:lnTo>
                    <a:pt x="4722032" y="3377365"/>
                  </a:lnTo>
                  <a:lnTo>
                    <a:pt x="4656501" y="3386368"/>
                  </a:lnTo>
                  <a:lnTo>
                    <a:pt x="4605572" y="3392631"/>
                  </a:lnTo>
                  <a:lnTo>
                    <a:pt x="4570212" y="3396545"/>
                  </a:lnTo>
                  <a:lnTo>
                    <a:pt x="4549447" y="3398621"/>
                  </a:lnTo>
                  <a:lnTo>
                    <a:pt x="4540402" y="3399442"/>
                  </a:lnTo>
                  <a:lnTo>
                    <a:pt x="4538551" y="3399596"/>
                  </a:lnTo>
                  <a:lnTo>
                    <a:pt x="4538543" y="3399597"/>
                  </a:lnTo>
                  <a:lnTo>
                    <a:pt x="4016409" y="3399597"/>
                  </a:lnTo>
                  <a:lnTo>
                    <a:pt x="4015193" y="3399543"/>
                  </a:lnTo>
                  <a:lnTo>
                    <a:pt x="4007231" y="3399159"/>
                  </a:lnTo>
                  <a:lnTo>
                    <a:pt x="3987297" y="3398097"/>
                  </a:lnTo>
                  <a:lnTo>
                    <a:pt x="3952007" y="3396012"/>
                  </a:lnTo>
                  <a:lnTo>
                    <a:pt x="3900119" y="3392593"/>
                  </a:lnTo>
                  <a:lnTo>
                    <a:pt x="3832605" y="3387607"/>
                  </a:lnTo>
                  <a:lnTo>
                    <a:pt x="3752308" y="3380914"/>
                  </a:lnTo>
                  <a:lnTo>
                    <a:pt x="3663242" y="3372467"/>
                  </a:lnTo>
                  <a:lnTo>
                    <a:pt x="3569744" y="3362282"/>
                  </a:lnTo>
                  <a:lnTo>
                    <a:pt x="3475755" y="3350399"/>
                  </a:lnTo>
                  <a:lnTo>
                    <a:pt x="3384365" y="3336845"/>
                  </a:lnTo>
                  <a:lnTo>
                    <a:pt x="3297656" y="3321602"/>
                  </a:lnTo>
                  <a:lnTo>
                    <a:pt x="3216769" y="3304588"/>
                  </a:lnTo>
                  <a:lnTo>
                    <a:pt x="3142078" y="3285648"/>
                  </a:lnTo>
                  <a:lnTo>
                    <a:pt x="3073397" y="3264557"/>
                  </a:lnTo>
                  <a:lnTo>
                    <a:pt x="3010173" y="3241021"/>
                  </a:lnTo>
                  <a:lnTo>
                    <a:pt x="2951634" y="3214692"/>
                  </a:lnTo>
                  <a:lnTo>
                    <a:pt x="2896900" y="3185189"/>
                  </a:lnTo>
                  <a:lnTo>
                    <a:pt x="2845068" y="3152142"/>
                  </a:lnTo>
                  <a:lnTo>
                    <a:pt x="2795293" y="3115263"/>
                  </a:lnTo>
                  <a:lnTo>
                    <a:pt x="2770117" y="3094649"/>
                  </a:lnTo>
                  <a:lnTo>
                    <a:pt x="2726827" y="3056203"/>
                  </a:lnTo>
                  <a:lnTo>
                    <a:pt x="2683956" y="3014496"/>
                  </a:lnTo>
                  <a:lnTo>
                    <a:pt x="2641175" y="2969463"/>
                  </a:lnTo>
                  <a:lnTo>
                    <a:pt x="2598238" y="2921118"/>
                  </a:lnTo>
                  <a:lnTo>
                    <a:pt x="2554975" y="2869553"/>
                  </a:lnTo>
                  <a:lnTo>
                    <a:pt x="2511280" y="2814952"/>
                  </a:lnTo>
                  <a:lnTo>
                    <a:pt x="2467110" y="2757590"/>
                  </a:lnTo>
                  <a:lnTo>
                    <a:pt x="2422475" y="2697832"/>
                  </a:lnTo>
                  <a:lnTo>
                    <a:pt x="2377429" y="2636129"/>
                  </a:lnTo>
                  <a:lnTo>
                    <a:pt x="2332069" y="2573004"/>
                  </a:lnTo>
                  <a:lnTo>
                    <a:pt x="2286515" y="2509034"/>
                  </a:lnTo>
                  <a:lnTo>
                    <a:pt x="2240906" y="2444828"/>
                  </a:lnTo>
                  <a:lnTo>
                    <a:pt x="2195387" y="2381008"/>
                  </a:lnTo>
                  <a:lnTo>
                    <a:pt x="2150093" y="2318179"/>
                  </a:lnTo>
                  <a:lnTo>
                    <a:pt x="2105140" y="2256905"/>
                  </a:lnTo>
                  <a:lnTo>
                    <a:pt x="2060615" y="2197693"/>
                  </a:lnTo>
                  <a:lnTo>
                    <a:pt x="2016562" y="2140974"/>
                  </a:lnTo>
                  <a:lnTo>
                    <a:pt x="1972979" y="2087091"/>
                  </a:lnTo>
                  <a:lnTo>
                    <a:pt x="1929807" y="2036298"/>
                  </a:lnTo>
                  <a:lnTo>
                    <a:pt x="1886927" y="1988756"/>
                  </a:lnTo>
                  <a:lnTo>
                    <a:pt x="1844150" y="1944536"/>
                  </a:lnTo>
                  <a:lnTo>
                    <a:pt x="1801210" y="1903632"/>
                  </a:lnTo>
                  <a:lnTo>
                    <a:pt x="1768425" y="1874860"/>
                  </a:lnTo>
                  <a:lnTo>
                    <a:pt x="1719419" y="1835947"/>
                  </a:lnTo>
                  <a:lnTo>
                    <a:pt x="1668750" y="1800945"/>
                  </a:lnTo>
                  <a:lnTo>
                    <a:pt x="1615628" y="1769652"/>
                  </a:lnTo>
                  <a:lnTo>
                    <a:pt x="1559169" y="1741730"/>
                  </a:lnTo>
                  <a:lnTo>
                    <a:pt x="1498473" y="1716796"/>
                  </a:lnTo>
                  <a:lnTo>
                    <a:pt x="1432700" y="1694482"/>
                  </a:lnTo>
                  <a:lnTo>
                    <a:pt x="1361167" y="1674462"/>
                  </a:lnTo>
                  <a:lnTo>
                    <a:pt x="1283477" y="1656476"/>
                  </a:lnTo>
                  <a:lnTo>
                    <a:pt x="1199689" y="1640332"/>
                  </a:lnTo>
                  <a:lnTo>
                    <a:pt x="1110523" y="1625910"/>
                  </a:lnTo>
                  <a:lnTo>
                    <a:pt x="1017555" y="1613163"/>
                  </a:lnTo>
                  <a:lnTo>
                    <a:pt x="923358" y="1602095"/>
                  </a:lnTo>
                  <a:lnTo>
                    <a:pt x="831470" y="1592744"/>
                  </a:lnTo>
                  <a:lnTo>
                    <a:pt x="746097" y="1585145"/>
                  </a:lnTo>
                  <a:lnTo>
                    <a:pt x="671525" y="1579288"/>
                  </a:lnTo>
                  <a:lnTo>
                    <a:pt x="611304" y="1575082"/>
                  </a:lnTo>
                  <a:lnTo>
                    <a:pt x="567445" y="1572342"/>
                  </a:lnTo>
                  <a:lnTo>
                    <a:pt x="539864" y="1570793"/>
                  </a:lnTo>
                  <a:lnTo>
                    <a:pt x="526255" y="1570103"/>
                  </a:lnTo>
                  <a:lnTo>
                    <a:pt x="522306" y="1569920"/>
                  </a:lnTo>
                  <a:lnTo>
                    <a:pt x="522133" y="1569913"/>
                  </a:lnTo>
                  <a:lnTo>
                    <a:pt x="0" y="1569913"/>
                  </a:lnTo>
                  <a:lnTo>
                    <a:pt x="0" y="1569913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482" name="pg482"/>
            <p:cNvSpPr/>
            <p:nvPr/>
          </p:nvSpPr>
          <p:spPr>
            <a:xfrm>
              <a:off x="386606" y="2394039"/>
              <a:ext cx="8554953" cy="1857919"/>
            </a:xfrm>
            <a:custGeom>
              <a:avLst/>
              <a:pathLst>
                <a:path w="8554953" h="1857919">
                  <a:moveTo>
                    <a:pt x="0" y="11294"/>
                  </a:moveTo>
                  <a:lnTo>
                    <a:pt x="522133" y="11294"/>
                  </a:lnTo>
                  <a:lnTo>
                    <a:pt x="523349" y="11348"/>
                  </a:lnTo>
                  <a:lnTo>
                    <a:pt x="531305" y="11735"/>
                  </a:lnTo>
                  <a:lnTo>
                    <a:pt x="551224" y="12806"/>
                  </a:lnTo>
                  <a:lnTo>
                    <a:pt x="586490" y="14909"/>
                  </a:lnTo>
                  <a:lnTo>
                    <a:pt x="638344" y="18357"/>
                  </a:lnTo>
                  <a:lnTo>
                    <a:pt x="705819" y="23385"/>
                  </a:lnTo>
                  <a:lnTo>
                    <a:pt x="786077" y="30135"/>
                  </a:lnTo>
                  <a:lnTo>
                    <a:pt x="875107" y="38655"/>
                  </a:lnTo>
                  <a:lnTo>
                    <a:pt x="968575" y="48928"/>
                  </a:lnTo>
                  <a:lnTo>
                    <a:pt x="1062542" y="60913"/>
                  </a:lnTo>
                  <a:lnTo>
                    <a:pt x="1153919" y="74584"/>
                  </a:lnTo>
                  <a:lnTo>
                    <a:pt x="1240621" y="89959"/>
                  </a:lnTo>
                  <a:lnTo>
                    <a:pt x="1321507" y="107121"/>
                  </a:lnTo>
                  <a:lnTo>
                    <a:pt x="1396201" y="126223"/>
                  </a:lnTo>
                  <a:lnTo>
                    <a:pt x="1464886" y="147495"/>
                  </a:lnTo>
                  <a:lnTo>
                    <a:pt x="1528113" y="171232"/>
                  </a:lnTo>
                  <a:lnTo>
                    <a:pt x="1586656" y="197785"/>
                  </a:lnTo>
                  <a:lnTo>
                    <a:pt x="1641392" y="227537"/>
                  </a:lnTo>
                  <a:lnTo>
                    <a:pt x="1693221" y="260864"/>
                  </a:lnTo>
                  <a:lnTo>
                    <a:pt x="1742992" y="298055"/>
                  </a:lnTo>
                  <a:lnTo>
                    <a:pt x="1768425" y="319065"/>
                  </a:lnTo>
                  <a:lnTo>
                    <a:pt x="1811597" y="357755"/>
                  </a:lnTo>
                  <a:lnTo>
                    <a:pt x="1854350" y="399719"/>
                  </a:lnTo>
                  <a:lnTo>
                    <a:pt x="1897013" y="445020"/>
                  </a:lnTo>
                  <a:lnTo>
                    <a:pt x="1939829" y="493646"/>
                  </a:lnTo>
                  <a:lnTo>
                    <a:pt x="1982968" y="545506"/>
                  </a:lnTo>
                  <a:lnTo>
                    <a:pt x="2026535" y="600416"/>
                  </a:lnTo>
                  <a:lnTo>
                    <a:pt x="2070574" y="658103"/>
                  </a:lnTo>
                  <a:lnTo>
                    <a:pt x="2115078" y="718202"/>
                  </a:lnTo>
                  <a:lnTo>
                    <a:pt x="2159990" y="780264"/>
                  </a:lnTo>
                  <a:lnTo>
                    <a:pt x="2205219" y="843768"/>
                  </a:lnTo>
                  <a:lnTo>
                    <a:pt x="2250644" y="908137"/>
                  </a:lnTo>
                  <a:lnTo>
                    <a:pt x="2296127" y="972760"/>
                  </a:lnTo>
                  <a:lnTo>
                    <a:pt x="2341526" y="1037017"/>
                  </a:lnTo>
                  <a:lnTo>
                    <a:pt x="2386705" y="1100301"/>
                  </a:lnTo>
                  <a:lnTo>
                    <a:pt x="2431550" y="1162045"/>
                  </a:lnTo>
                  <a:lnTo>
                    <a:pt x="2475972" y="1221739"/>
                  </a:lnTo>
                  <a:lnTo>
                    <a:pt x="2519925" y="1278948"/>
                  </a:lnTo>
                  <a:lnTo>
                    <a:pt x="2563410" y="1333323"/>
                  </a:lnTo>
                  <a:lnTo>
                    <a:pt x="2606481" y="1384608"/>
                  </a:lnTo>
                  <a:lnTo>
                    <a:pt x="2649254" y="1432638"/>
                  </a:lnTo>
                  <a:lnTo>
                    <a:pt x="2691913" y="1477333"/>
                  </a:lnTo>
                  <a:lnTo>
                    <a:pt x="2734715" y="1518698"/>
                  </a:lnTo>
                  <a:lnTo>
                    <a:pt x="2770117" y="1550148"/>
                  </a:lnTo>
                  <a:lnTo>
                    <a:pt x="2819110" y="1589412"/>
                  </a:lnTo>
                  <a:lnTo>
                    <a:pt x="2869765" y="1624731"/>
                  </a:lnTo>
                  <a:lnTo>
                    <a:pt x="2922871" y="1656307"/>
                  </a:lnTo>
                  <a:lnTo>
                    <a:pt x="2979312" y="1684483"/>
                  </a:lnTo>
                  <a:lnTo>
                    <a:pt x="3039986" y="1709644"/>
                  </a:lnTo>
                  <a:lnTo>
                    <a:pt x="3105734" y="1732163"/>
                  </a:lnTo>
                  <a:lnTo>
                    <a:pt x="3177238" y="1752366"/>
                  </a:lnTo>
                  <a:lnTo>
                    <a:pt x="3254896" y="1770518"/>
                  </a:lnTo>
                  <a:lnTo>
                    <a:pt x="3338648" y="1786812"/>
                  </a:lnTo>
                  <a:lnTo>
                    <a:pt x="3427780" y="1801367"/>
                  </a:lnTo>
                  <a:lnTo>
                    <a:pt x="3520716" y="1814234"/>
                  </a:lnTo>
                  <a:lnTo>
                    <a:pt x="3614889" y="1825407"/>
                  </a:lnTo>
                  <a:lnTo>
                    <a:pt x="3706767" y="1834847"/>
                  </a:lnTo>
                  <a:lnTo>
                    <a:pt x="3792149" y="1842520"/>
                  </a:lnTo>
                  <a:lnTo>
                    <a:pt x="3866750" y="1848437"/>
                  </a:lnTo>
                  <a:lnTo>
                    <a:pt x="3927018" y="1852687"/>
                  </a:lnTo>
                  <a:lnTo>
                    <a:pt x="3970939" y="1855458"/>
                  </a:lnTo>
                  <a:lnTo>
                    <a:pt x="3998584" y="1857026"/>
                  </a:lnTo>
                  <a:lnTo>
                    <a:pt x="4012248" y="1857726"/>
                  </a:lnTo>
                  <a:lnTo>
                    <a:pt x="4016231" y="1857911"/>
                  </a:lnTo>
                  <a:lnTo>
                    <a:pt x="4016409" y="1857919"/>
                  </a:lnTo>
                  <a:lnTo>
                    <a:pt x="4538543" y="1857919"/>
                  </a:lnTo>
                  <a:lnTo>
                    <a:pt x="4539760" y="1857865"/>
                  </a:lnTo>
                  <a:lnTo>
                    <a:pt x="4547721" y="1857481"/>
                  </a:lnTo>
                  <a:lnTo>
                    <a:pt x="4567655" y="1856419"/>
                  </a:lnTo>
                  <a:lnTo>
                    <a:pt x="4602945" y="1854334"/>
                  </a:lnTo>
                  <a:lnTo>
                    <a:pt x="4654833" y="1850915"/>
                  </a:lnTo>
                  <a:lnTo>
                    <a:pt x="4722347" y="1845929"/>
                  </a:lnTo>
                  <a:lnTo>
                    <a:pt x="4802644" y="1839236"/>
                  </a:lnTo>
                  <a:lnTo>
                    <a:pt x="4891711" y="1830789"/>
                  </a:lnTo>
                  <a:lnTo>
                    <a:pt x="4985208" y="1820604"/>
                  </a:lnTo>
                  <a:lnTo>
                    <a:pt x="5079197" y="1808721"/>
                  </a:lnTo>
                  <a:lnTo>
                    <a:pt x="5170587" y="1795168"/>
                  </a:lnTo>
                  <a:lnTo>
                    <a:pt x="5257296" y="1779925"/>
                  </a:lnTo>
                  <a:lnTo>
                    <a:pt x="5338183" y="1762910"/>
                  </a:lnTo>
                  <a:lnTo>
                    <a:pt x="5412874" y="1743970"/>
                  </a:lnTo>
                  <a:lnTo>
                    <a:pt x="5481555" y="1722879"/>
                  </a:lnTo>
                  <a:lnTo>
                    <a:pt x="5544779" y="1699344"/>
                  </a:lnTo>
                  <a:lnTo>
                    <a:pt x="5603318" y="1673015"/>
                  </a:lnTo>
                  <a:lnTo>
                    <a:pt x="5658053" y="1643512"/>
                  </a:lnTo>
                  <a:lnTo>
                    <a:pt x="5709884" y="1610464"/>
                  </a:lnTo>
                  <a:lnTo>
                    <a:pt x="5759660" y="1573585"/>
                  </a:lnTo>
                  <a:lnTo>
                    <a:pt x="5784835" y="1552972"/>
                  </a:lnTo>
                  <a:lnTo>
                    <a:pt x="5828125" y="1514526"/>
                  </a:lnTo>
                  <a:lnTo>
                    <a:pt x="5870996" y="1472818"/>
                  </a:lnTo>
                  <a:lnTo>
                    <a:pt x="5913777" y="1427786"/>
                  </a:lnTo>
                  <a:lnTo>
                    <a:pt x="5956714" y="1379440"/>
                  </a:lnTo>
                  <a:lnTo>
                    <a:pt x="5999977" y="1327875"/>
                  </a:lnTo>
                  <a:lnTo>
                    <a:pt x="6043672" y="1273274"/>
                  </a:lnTo>
                  <a:lnTo>
                    <a:pt x="6087842" y="1215912"/>
                  </a:lnTo>
                  <a:lnTo>
                    <a:pt x="6132478" y="1156154"/>
                  </a:lnTo>
                  <a:lnTo>
                    <a:pt x="6177523" y="1094452"/>
                  </a:lnTo>
                  <a:lnTo>
                    <a:pt x="6222883" y="1031326"/>
                  </a:lnTo>
                  <a:lnTo>
                    <a:pt x="6268437" y="967356"/>
                  </a:lnTo>
                  <a:lnTo>
                    <a:pt x="6314046" y="903151"/>
                  </a:lnTo>
                  <a:lnTo>
                    <a:pt x="6359565" y="839331"/>
                  </a:lnTo>
                  <a:lnTo>
                    <a:pt x="6404859" y="776501"/>
                  </a:lnTo>
                  <a:lnTo>
                    <a:pt x="6449812" y="715227"/>
                  </a:lnTo>
                  <a:lnTo>
                    <a:pt x="6494337" y="656015"/>
                  </a:lnTo>
                  <a:lnTo>
                    <a:pt x="6538390" y="599296"/>
                  </a:lnTo>
                  <a:lnTo>
                    <a:pt x="6581973" y="545414"/>
                  </a:lnTo>
                  <a:lnTo>
                    <a:pt x="6625145" y="494621"/>
                  </a:lnTo>
                  <a:lnTo>
                    <a:pt x="6668025" y="447078"/>
                  </a:lnTo>
                  <a:lnTo>
                    <a:pt x="6710802" y="402858"/>
                  </a:lnTo>
                  <a:lnTo>
                    <a:pt x="6753742" y="361955"/>
                  </a:lnTo>
                  <a:lnTo>
                    <a:pt x="6786527" y="333183"/>
                  </a:lnTo>
                  <a:lnTo>
                    <a:pt x="6835533" y="294269"/>
                  </a:lnTo>
                  <a:lnTo>
                    <a:pt x="6886202" y="259267"/>
                  </a:lnTo>
                  <a:lnTo>
                    <a:pt x="6939324" y="227974"/>
                  </a:lnTo>
                  <a:lnTo>
                    <a:pt x="6995783" y="200052"/>
                  </a:lnTo>
                  <a:lnTo>
                    <a:pt x="7056479" y="175119"/>
                  </a:lnTo>
                  <a:lnTo>
                    <a:pt x="7122252" y="152804"/>
                  </a:lnTo>
                  <a:lnTo>
                    <a:pt x="7193785" y="132785"/>
                  </a:lnTo>
                  <a:lnTo>
                    <a:pt x="7271475" y="114798"/>
                  </a:lnTo>
                  <a:lnTo>
                    <a:pt x="7355263" y="98654"/>
                  </a:lnTo>
                  <a:lnTo>
                    <a:pt x="7444430" y="84233"/>
                  </a:lnTo>
                  <a:lnTo>
                    <a:pt x="7537397" y="71485"/>
                  </a:lnTo>
                  <a:lnTo>
                    <a:pt x="7631594" y="60417"/>
                  </a:lnTo>
                  <a:lnTo>
                    <a:pt x="7723482" y="51067"/>
                  </a:lnTo>
                  <a:lnTo>
                    <a:pt x="7808855" y="43468"/>
                  </a:lnTo>
                  <a:lnTo>
                    <a:pt x="7883427" y="37610"/>
                  </a:lnTo>
                  <a:lnTo>
                    <a:pt x="7943648" y="33405"/>
                  </a:lnTo>
                  <a:lnTo>
                    <a:pt x="7987507" y="30664"/>
                  </a:lnTo>
                  <a:lnTo>
                    <a:pt x="8015088" y="29115"/>
                  </a:lnTo>
                  <a:lnTo>
                    <a:pt x="8028697" y="28425"/>
                  </a:lnTo>
                  <a:lnTo>
                    <a:pt x="8032646" y="28243"/>
                  </a:lnTo>
                  <a:lnTo>
                    <a:pt x="8032819" y="28235"/>
                  </a:lnTo>
                  <a:lnTo>
                    <a:pt x="8554953" y="28235"/>
                  </a:lnTo>
                  <a:lnTo>
                    <a:pt x="8554953" y="16941"/>
                  </a:lnTo>
                  <a:lnTo>
                    <a:pt x="8032819" y="16941"/>
                  </a:lnTo>
                  <a:lnTo>
                    <a:pt x="8031602" y="16995"/>
                  </a:lnTo>
                  <a:lnTo>
                    <a:pt x="8023640" y="17379"/>
                  </a:lnTo>
                  <a:lnTo>
                    <a:pt x="8003706" y="18440"/>
                  </a:lnTo>
                  <a:lnTo>
                    <a:pt x="7968417" y="20526"/>
                  </a:lnTo>
                  <a:lnTo>
                    <a:pt x="7916529" y="23945"/>
                  </a:lnTo>
                  <a:lnTo>
                    <a:pt x="7849015" y="28931"/>
                  </a:lnTo>
                  <a:lnTo>
                    <a:pt x="7768718" y="35623"/>
                  </a:lnTo>
                  <a:lnTo>
                    <a:pt x="7679651" y="44071"/>
                  </a:lnTo>
                  <a:lnTo>
                    <a:pt x="7586154" y="54256"/>
                  </a:lnTo>
                  <a:lnTo>
                    <a:pt x="7492165" y="66138"/>
                  </a:lnTo>
                  <a:lnTo>
                    <a:pt x="7400775" y="79692"/>
                  </a:lnTo>
                  <a:lnTo>
                    <a:pt x="7314066" y="94935"/>
                  </a:lnTo>
                  <a:lnTo>
                    <a:pt x="7233179" y="111950"/>
                  </a:lnTo>
                  <a:lnTo>
                    <a:pt x="7158488" y="130889"/>
                  </a:lnTo>
                  <a:lnTo>
                    <a:pt x="7089807" y="151980"/>
                  </a:lnTo>
                  <a:lnTo>
                    <a:pt x="7026583" y="175516"/>
                  </a:lnTo>
                  <a:lnTo>
                    <a:pt x="6968044" y="201845"/>
                  </a:lnTo>
                  <a:lnTo>
                    <a:pt x="6913309" y="231348"/>
                  </a:lnTo>
                  <a:lnTo>
                    <a:pt x="6861478" y="264395"/>
                  </a:lnTo>
                  <a:lnTo>
                    <a:pt x="6811702" y="301275"/>
                  </a:lnTo>
                  <a:lnTo>
                    <a:pt x="6786527" y="321888"/>
                  </a:lnTo>
                  <a:lnTo>
                    <a:pt x="6743236" y="360334"/>
                  </a:lnTo>
                  <a:lnTo>
                    <a:pt x="6700366" y="402042"/>
                  </a:lnTo>
                  <a:lnTo>
                    <a:pt x="6657585" y="447074"/>
                  </a:lnTo>
                  <a:lnTo>
                    <a:pt x="6614648" y="495420"/>
                  </a:lnTo>
                  <a:lnTo>
                    <a:pt x="6571385" y="546984"/>
                  </a:lnTo>
                  <a:lnTo>
                    <a:pt x="6527690" y="601585"/>
                  </a:lnTo>
                  <a:lnTo>
                    <a:pt x="6483520" y="658948"/>
                  </a:lnTo>
                  <a:lnTo>
                    <a:pt x="6438884" y="718705"/>
                  </a:lnTo>
                  <a:lnTo>
                    <a:pt x="6393839" y="780408"/>
                  </a:lnTo>
                  <a:lnTo>
                    <a:pt x="6348478" y="843533"/>
                  </a:lnTo>
                  <a:lnTo>
                    <a:pt x="6302925" y="907504"/>
                  </a:lnTo>
                  <a:lnTo>
                    <a:pt x="6257316" y="971709"/>
                  </a:lnTo>
                  <a:lnTo>
                    <a:pt x="6211797" y="1035529"/>
                  </a:lnTo>
                  <a:lnTo>
                    <a:pt x="6166503" y="1098359"/>
                  </a:lnTo>
                  <a:lnTo>
                    <a:pt x="6121550" y="1159633"/>
                  </a:lnTo>
                  <a:lnTo>
                    <a:pt x="6077025" y="1218845"/>
                  </a:lnTo>
                  <a:lnTo>
                    <a:pt x="6032972" y="1275564"/>
                  </a:lnTo>
                  <a:lnTo>
                    <a:pt x="5989388" y="1329446"/>
                  </a:lnTo>
                  <a:lnTo>
                    <a:pt x="5946217" y="1380239"/>
                  </a:lnTo>
                  <a:lnTo>
                    <a:pt x="5903337" y="1427782"/>
                  </a:lnTo>
                  <a:lnTo>
                    <a:pt x="5860560" y="1472001"/>
                  </a:lnTo>
                  <a:lnTo>
                    <a:pt x="5817620" y="1512905"/>
                  </a:lnTo>
                  <a:lnTo>
                    <a:pt x="5784835" y="1541677"/>
                  </a:lnTo>
                  <a:lnTo>
                    <a:pt x="5735829" y="1580591"/>
                  </a:lnTo>
                  <a:lnTo>
                    <a:pt x="5685160" y="1615593"/>
                  </a:lnTo>
                  <a:lnTo>
                    <a:pt x="5632038" y="1646885"/>
                  </a:lnTo>
                  <a:lnTo>
                    <a:pt x="5575579" y="1674807"/>
                  </a:lnTo>
                  <a:lnTo>
                    <a:pt x="5514883" y="1699741"/>
                  </a:lnTo>
                  <a:lnTo>
                    <a:pt x="5449110" y="1722056"/>
                  </a:lnTo>
                  <a:lnTo>
                    <a:pt x="5377577" y="1742075"/>
                  </a:lnTo>
                  <a:lnTo>
                    <a:pt x="5299887" y="1760061"/>
                  </a:lnTo>
                  <a:lnTo>
                    <a:pt x="5216099" y="1776206"/>
                  </a:lnTo>
                  <a:lnTo>
                    <a:pt x="5126932" y="1790627"/>
                  </a:lnTo>
                  <a:lnTo>
                    <a:pt x="5033964" y="1803375"/>
                  </a:lnTo>
                  <a:lnTo>
                    <a:pt x="4939768" y="1814443"/>
                  </a:lnTo>
                  <a:lnTo>
                    <a:pt x="4847880" y="1823793"/>
                  </a:lnTo>
                  <a:lnTo>
                    <a:pt x="4762507" y="1831392"/>
                  </a:lnTo>
                  <a:lnTo>
                    <a:pt x="4687934" y="1837249"/>
                  </a:lnTo>
                  <a:lnTo>
                    <a:pt x="4627714" y="1841455"/>
                  </a:lnTo>
                  <a:lnTo>
                    <a:pt x="4583855" y="1844195"/>
                  </a:lnTo>
                  <a:lnTo>
                    <a:pt x="4556274" y="1845745"/>
                  </a:lnTo>
                  <a:lnTo>
                    <a:pt x="4542665" y="1846435"/>
                  </a:lnTo>
                  <a:lnTo>
                    <a:pt x="4538716" y="1846617"/>
                  </a:lnTo>
                  <a:lnTo>
                    <a:pt x="4538543" y="1846624"/>
                  </a:lnTo>
                  <a:lnTo>
                    <a:pt x="4016409" y="1846624"/>
                  </a:lnTo>
                  <a:lnTo>
                    <a:pt x="4015193" y="1846570"/>
                  </a:lnTo>
                  <a:lnTo>
                    <a:pt x="4007238" y="1846183"/>
                  </a:lnTo>
                  <a:lnTo>
                    <a:pt x="3987318" y="1845112"/>
                  </a:lnTo>
                  <a:lnTo>
                    <a:pt x="3952053" y="1843009"/>
                  </a:lnTo>
                  <a:lnTo>
                    <a:pt x="3900198" y="1839562"/>
                  </a:lnTo>
                  <a:lnTo>
                    <a:pt x="3832723" y="1834533"/>
                  </a:lnTo>
                  <a:lnTo>
                    <a:pt x="3752465" y="1827783"/>
                  </a:lnTo>
                  <a:lnTo>
                    <a:pt x="3663435" y="1819263"/>
                  </a:lnTo>
                  <a:lnTo>
                    <a:pt x="3569967" y="1808990"/>
                  </a:lnTo>
                  <a:lnTo>
                    <a:pt x="3476000" y="1797005"/>
                  </a:lnTo>
                  <a:lnTo>
                    <a:pt x="3384623" y="1783334"/>
                  </a:lnTo>
                  <a:lnTo>
                    <a:pt x="3297921" y="1767959"/>
                  </a:lnTo>
                  <a:lnTo>
                    <a:pt x="3217035" y="1750798"/>
                  </a:lnTo>
                  <a:lnTo>
                    <a:pt x="3142341" y="1731695"/>
                  </a:lnTo>
                  <a:lnTo>
                    <a:pt x="3073656" y="1710423"/>
                  </a:lnTo>
                  <a:lnTo>
                    <a:pt x="3010429" y="1686686"/>
                  </a:lnTo>
                  <a:lnTo>
                    <a:pt x="2951886" y="1660134"/>
                  </a:lnTo>
                  <a:lnTo>
                    <a:pt x="2897151" y="1630381"/>
                  </a:lnTo>
                  <a:lnTo>
                    <a:pt x="2845321" y="1597055"/>
                  </a:lnTo>
                  <a:lnTo>
                    <a:pt x="2795550" y="1559864"/>
                  </a:lnTo>
                  <a:lnTo>
                    <a:pt x="2770117" y="1538854"/>
                  </a:lnTo>
                  <a:lnTo>
                    <a:pt x="2726945" y="1500163"/>
                  </a:lnTo>
                  <a:lnTo>
                    <a:pt x="2684192" y="1458199"/>
                  </a:lnTo>
                  <a:lnTo>
                    <a:pt x="2641529" y="1412898"/>
                  </a:lnTo>
                  <a:lnTo>
                    <a:pt x="2598714" y="1364272"/>
                  </a:lnTo>
                  <a:lnTo>
                    <a:pt x="2555574" y="1312412"/>
                  </a:lnTo>
                  <a:lnTo>
                    <a:pt x="2512007" y="1257502"/>
                  </a:lnTo>
                  <a:lnTo>
                    <a:pt x="2467968" y="1199815"/>
                  </a:lnTo>
                  <a:lnTo>
                    <a:pt x="2423464" y="1139716"/>
                  </a:lnTo>
                  <a:lnTo>
                    <a:pt x="2378552" y="1077654"/>
                  </a:lnTo>
                  <a:lnTo>
                    <a:pt x="2333323" y="1014150"/>
                  </a:lnTo>
                  <a:lnTo>
                    <a:pt x="2287899" y="949781"/>
                  </a:lnTo>
                  <a:lnTo>
                    <a:pt x="2242416" y="885158"/>
                  </a:lnTo>
                  <a:lnTo>
                    <a:pt x="2197017" y="820901"/>
                  </a:lnTo>
                  <a:lnTo>
                    <a:pt x="2151837" y="757617"/>
                  </a:lnTo>
                  <a:lnTo>
                    <a:pt x="2106993" y="695873"/>
                  </a:lnTo>
                  <a:lnTo>
                    <a:pt x="2062570" y="636180"/>
                  </a:lnTo>
                  <a:lnTo>
                    <a:pt x="2018617" y="578971"/>
                  </a:lnTo>
                  <a:lnTo>
                    <a:pt x="1975132" y="524595"/>
                  </a:lnTo>
                  <a:lnTo>
                    <a:pt x="1932061" y="473310"/>
                  </a:lnTo>
                  <a:lnTo>
                    <a:pt x="1889288" y="425281"/>
                  </a:lnTo>
                  <a:lnTo>
                    <a:pt x="1846629" y="380585"/>
                  </a:lnTo>
                  <a:lnTo>
                    <a:pt x="1803827" y="339220"/>
                  </a:lnTo>
                  <a:lnTo>
                    <a:pt x="1768425" y="307770"/>
                  </a:lnTo>
                  <a:lnTo>
                    <a:pt x="1719432" y="268506"/>
                  </a:lnTo>
                  <a:lnTo>
                    <a:pt x="1668778" y="233188"/>
                  </a:lnTo>
                  <a:lnTo>
                    <a:pt x="1615671" y="201612"/>
                  </a:lnTo>
                  <a:lnTo>
                    <a:pt x="1559230" y="173435"/>
                  </a:lnTo>
                  <a:lnTo>
                    <a:pt x="1498556" y="148274"/>
                  </a:lnTo>
                  <a:lnTo>
                    <a:pt x="1432808" y="125755"/>
                  </a:lnTo>
                  <a:lnTo>
                    <a:pt x="1361304" y="105552"/>
                  </a:lnTo>
                  <a:lnTo>
                    <a:pt x="1283647" y="87400"/>
                  </a:lnTo>
                  <a:lnTo>
                    <a:pt x="1199894" y="71106"/>
                  </a:lnTo>
                  <a:lnTo>
                    <a:pt x="1110763" y="56551"/>
                  </a:lnTo>
                  <a:lnTo>
                    <a:pt x="1017826" y="43684"/>
                  </a:lnTo>
                  <a:lnTo>
                    <a:pt x="923653" y="32512"/>
                  </a:lnTo>
                  <a:lnTo>
                    <a:pt x="831775" y="23071"/>
                  </a:lnTo>
                  <a:lnTo>
                    <a:pt x="746393" y="15398"/>
                  </a:lnTo>
                  <a:lnTo>
                    <a:pt x="671792" y="9481"/>
                  </a:lnTo>
                  <a:lnTo>
                    <a:pt x="611524" y="5231"/>
                  </a:lnTo>
                  <a:lnTo>
                    <a:pt x="567604" y="2461"/>
                  </a:lnTo>
                  <a:lnTo>
                    <a:pt x="539958" y="892"/>
                  </a:lnTo>
                  <a:lnTo>
                    <a:pt x="526294" y="193"/>
                  </a:lnTo>
                  <a:lnTo>
                    <a:pt x="522311" y="7"/>
                  </a:lnTo>
                  <a:lnTo>
                    <a:pt x="5221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483" name="pl483"/>
            <p:cNvSpPr/>
            <p:nvPr/>
          </p:nvSpPr>
          <p:spPr>
            <a:xfrm>
              <a:off x="386606" y="2405334"/>
              <a:ext cx="8554953" cy="1846624"/>
            </a:xfrm>
            <a:custGeom>
              <a:avLst/>
              <a:pathLst>
                <a:path w="8554953" h="1846624">
                  <a:moveTo>
                    <a:pt x="0" y="0"/>
                  </a:moveTo>
                  <a:lnTo>
                    <a:pt x="522133" y="0"/>
                  </a:lnTo>
                  <a:lnTo>
                    <a:pt x="523349" y="54"/>
                  </a:lnTo>
                  <a:lnTo>
                    <a:pt x="531305" y="441"/>
                  </a:lnTo>
                  <a:lnTo>
                    <a:pt x="551224" y="1512"/>
                  </a:lnTo>
                  <a:lnTo>
                    <a:pt x="586490" y="3615"/>
                  </a:lnTo>
                  <a:lnTo>
                    <a:pt x="638344" y="7062"/>
                  </a:lnTo>
                  <a:lnTo>
                    <a:pt x="705819" y="12091"/>
                  </a:lnTo>
                  <a:lnTo>
                    <a:pt x="786077" y="18841"/>
                  </a:lnTo>
                  <a:lnTo>
                    <a:pt x="875107" y="27360"/>
                  </a:lnTo>
                  <a:lnTo>
                    <a:pt x="968575" y="37633"/>
                  </a:lnTo>
                  <a:lnTo>
                    <a:pt x="1062542" y="49619"/>
                  </a:lnTo>
                  <a:lnTo>
                    <a:pt x="1153919" y="63290"/>
                  </a:lnTo>
                  <a:lnTo>
                    <a:pt x="1240621" y="78665"/>
                  </a:lnTo>
                  <a:lnTo>
                    <a:pt x="1321507" y="95826"/>
                  </a:lnTo>
                  <a:lnTo>
                    <a:pt x="1396201" y="114929"/>
                  </a:lnTo>
                  <a:lnTo>
                    <a:pt x="1464886" y="136201"/>
                  </a:lnTo>
                  <a:lnTo>
                    <a:pt x="1528113" y="159938"/>
                  </a:lnTo>
                  <a:lnTo>
                    <a:pt x="1586656" y="186490"/>
                  </a:lnTo>
                  <a:lnTo>
                    <a:pt x="1641392" y="216243"/>
                  </a:lnTo>
                  <a:lnTo>
                    <a:pt x="1693221" y="249569"/>
                  </a:lnTo>
                  <a:lnTo>
                    <a:pt x="1742992" y="286760"/>
                  </a:lnTo>
                  <a:lnTo>
                    <a:pt x="1768425" y="307770"/>
                  </a:lnTo>
                  <a:lnTo>
                    <a:pt x="1811597" y="346461"/>
                  </a:lnTo>
                  <a:lnTo>
                    <a:pt x="1854350" y="388425"/>
                  </a:lnTo>
                  <a:lnTo>
                    <a:pt x="1897013" y="433726"/>
                  </a:lnTo>
                  <a:lnTo>
                    <a:pt x="1939829" y="482352"/>
                  </a:lnTo>
                  <a:lnTo>
                    <a:pt x="1982968" y="534211"/>
                  </a:lnTo>
                  <a:lnTo>
                    <a:pt x="2026535" y="589122"/>
                  </a:lnTo>
                  <a:lnTo>
                    <a:pt x="2070574" y="646809"/>
                  </a:lnTo>
                  <a:lnTo>
                    <a:pt x="2115078" y="706908"/>
                  </a:lnTo>
                  <a:lnTo>
                    <a:pt x="2159990" y="768970"/>
                  </a:lnTo>
                  <a:lnTo>
                    <a:pt x="2205219" y="832474"/>
                  </a:lnTo>
                  <a:lnTo>
                    <a:pt x="2250644" y="896843"/>
                  </a:lnTo>
                  <a:lnTo>
                    <a:pt x="2296127" y="961466"/>
                  </a:lnTo>
                  <a:lnTo>
                    <a:pt x="2341526" y="1025723"/>
                  </a:lnTo>
                  <a:lnTo>
                    <a:pt x="2386705" y="1089007"/>
                  </a:lnTo>
                  <a:lnTo>
                    <a:pt x="2431550" y="1150751"/>
                  </a:lnTo>
                  <a:lnTo>
                    <a:pt x="2475972" y="1210444"/>
                  </a:lnTo>
                  <a:lnTo>
                    <a:pt x="2519925" y="1267653"/>
                  </a:lnTo>
                  <a:lnTo>
                    <a:pt x="2563410" y="1322029"/>
                  </a:lnTo>
                  <a:lnTo>
                    <a:pt x="2606481" y="1373314"/>
                  </a:lnTo>
                  <a:lnTo>
                    <a:pt x="2649254" y="1421343"/>
                  </a:lnTo>
                  <a:lnTo>
                    <a:pt x="2691913" y="1466039"/>
                  </a:lnTo>
                  <a:lnTo>
                    <a:pt x="2734715" y="1507404"/>
                  </a:lnTo>
                  <a:lnTo>
                    <a:pt x="2770117" y="1538854"/>
                  </a:lnTo>
                  <a:lnTo>
                    <a:pt x="2819110" y="1578118"/>
                  </a:lnTo>
                  <a:lnTo>
                    <a:pt x="2869765" y="1613436"/>
                  </a:lnTo>
                  <a:lnTo>
                    <a:pt x="2922871" y="1645012"/>
                  </a:lnTo>
                  <a:lnTo>
                    <a:pt x="2979312" y="1673189"/>
                  </a:lnTo>
                  <a:lnTo>
                    <a:pt x="3039986" y="1698350"/>
                  </a:lnTo>
                  <a:lnTo>
                    <a:pt x="3105734" y="1720869"/>
                  </a:lnTo>
                  <a:lnTo>
                    <a:pt x="3177238" y="1741072"/>
                  </a:lnTo>
                  <a:lnTo>
                    <a:pt x="3254896" y="1759224"/>
                  </a:lnTo>
                  <a:lnTo>
                    <a:pt x="3338648" y="1775518"/>
                  </a:lnTo>
                  <a:lnTo>
                    <a:pt x="3427780" y="1790073"/>
                  </a:lnTo>
                  <a:lnTo>
                    <a:pt x="3520716" y="1802940"/>
                  </a:lnTo>
                  <a:lnTo>
                    <a:pt x="3614889" y="1814112"/>
                  </a:lnTo>
                  <a:lnTo>
                    <a:pt x="3706767" y="1823553"/>
                  </a:lnTo>
                  <a:lnTo>
                    <a:pt x="3792149" y="1831226"/>
                  </a:lnTo>
                  <a:lnTo>
                    <a:pt x="3866750" y="1837143"/>
                  </a:lnTo>
                  <a:lnTo>
                    <a:pt x="3927018" y="1841393"/>
                  </a:lnTo>
                  <a:lnTo>
                    <a:pt x="3970939" y="1844163"/>
                  </a:lnTo>
                  <a:lnTo>
                    <a:pt x="3998584" y="1845731"/>
                  </a:lnTo>
                  <a:lnTo>
                    <a:pt x="4012248" y="1846431"/>
                  </a:lnTo>
                  <a:lnTo>
                    <a:pt x="4016231" y="1846617"/>
                  </a:lnTo>
                  <a:lnTo>
                    <a:pt x="4016409" y="1846624"/>
                  </a:lnTo>
                  <a:lnTo>
                    <a:pt x="4538543" y="1846624"/>
                  </a:lnTo>
                  <a:lnTo>
                    <a:pt x="4539760" y="1846571"/>
                  </a:lnTo>
                  <a:lnTo>
                    <a:pt x="4547721" y="1846187"/>
                  </a:lnTo>
                  <a:lnTo>
                    <a:pt x="4567655" y="1845125"/>
                  </a:lnTo>
                  <a:lnTo>
                    <a:pt x="4602945" y="1843039"/>
                  </a:lnTo>
                  <a:lnTo>
                    <a:pt x="4654833" y="1839621"/>
                  </a:lnTo>
                  <a:lnTo>
                    <a:pt x="4722347" y="1834635"/>
                  </a:lnTo>
                  <a:lnTo>
                    <a:pt x="4802644" y="1827942"/>
                  </a:lnTo>
                  <a:lnTo>
                    <a:pt x="4891711" y="1819495"/>
                  </a:lnTo>
                  <a:lnTo>
                    <a:pt x="4985208" y="1809310"/>
                  </a:lnTo>
                  <a:lnTo>
                    <a:pt x="5079197" y="1797427"/>
                  </a:lnTo>
                  <a:lnTo>
                    <a:pt x="5170587" y="1783873"/>
                  </a:lnTo>
                  <a:lnTo>
                    <a:pt x="5257296" y="1768630"/>
                  </a:lnTo>
                  <a:lnTo>
                    <a:pt x="5338183" y="1751616"/>
                  </a:lnTo>
                  <a:lnTo>
                    <a:pt x="5412874" y="1732676"/>
                  </a:lnTo>
                  <a:lnTo>
                    <a:pt x="5481555" y="1711585"/>
                  </a:lnTo>
                  <a:lnTo>
                    <a:pt x="5544779" y="1688049"/>
                  </a:lnTo>
                  <a:lnTo>
                    <a:pt x="5603318" y="1661720"/>
                  </a:lnTo>
                  <a:lnTo>
                    <a:pt x="5658053" y="1632217"/>
                  </a:lnTo>
                  <a:lnTo>
                    <a:pt x="5709884" y="1599170"/>
                  </a:lnTo>
                  <a:lnTo>
                    <a:pt x="5759660" y="1562291"/>
                  </a:lnTo>
                  <a:lnTo>
                    <a:pt x="5784835" y="1541677"/>
                  </a:lnTo>
                  <a:lnTo>
                    <a:pt x="5828125" y="1503231"/>
                  </a:lnTo>
                  <a:lnTo>
                    <a:pt x="5870996" y="1461523"/>
                  </a:lnTo>
                  <a:lnTo>
                    <a:pt x="5913777" y="1416491"/>
                  </a:lnTo>
                  <a:lnTo>
                    <a:pt x="5956714" y="1368146"/>
                  </a:lnTo>
                  <a:lnTo>
                    <a:pt x="5999977" y="1316581"/>
                  </a:lnTo>
                  <a:lnTo>
                    <a:pt x="6043672" y="1261980"/>
                  </a:lnTo>
                  <a:lnTo>
                    <a:pt x="6087842" y="1204618"/>
                  </a:lnTo>
                  <a:lnTo>
                    <a:pt x="6132478" y="1144860"/>
                  </a:lnTo>
                  <a:lnTo>
                    <a:pt x="6177523" y="1083157"/>
                  </a:lnTo>
                  <a:lnTo>
                    <a:pt x="6222883" y="1020032"/>
                  </a:lnTo>
                  <a:lnTo>
                    <a:pt x="6268437" y="956062"/>
                  </a:lnTo>
                  <a:lnTo>
                    <a:pt x="6314046" y="891856"/>
                  </a:lnTo>
                  <a:lnTo>
                    <a:pt x="6359565" y="828036"/>
                  </a:lnTo>
                  <a:lnTo>
                    <a:pt x="6404859" y="765207"/>
                  </a:lnTo>
                  <a:lnTo>
                    <a:pt x="6449812" y="703933"/>
                  </a:lnTo>
                  <a:lnTo>
                    <a:pt x="6494337" y="644721"/>
                  </a:lnTo>
                  <a:lnTo>
                    <a:pt x="6538390" y="588002"/>
                  </a:lnTo>
                  <a:lnTo>
                    <a:pt x="6581973" y="534119"/>
                  </a:lnTo>
                  <a:lnTo>
                    <a:pt x="6625145" y="483326"/>
                  </a:lnTo>
                  <a:lnTo>
                    <a:pt x="6668025" y="435784"/>
                  </a:lnTo>
                  <a:lnTo>
                    <a:pt x="6710802" y="391564"/>
                  </a:lnTo>
                  <a:lnTo>
                    <a:pt x="6753742" y="350660"/>
                  </a:lnTo>
                  <a:lnTo>
                    <a:pt x="6786527" y="321888"/>
                  </a:lnTo>
                  <a:lnTo>
                    <a:pt x="6835533" y="282975"/>
                  </a:lnTo>
                  <a:lnTo>
                    <a:pt x="6886202" y="247972"/>
                  </a:lnTo>
                  <a:lnTo>
                    <a:pt x="6939324" y="216680"/>
                  </a:lnTo>
                  <a:lnTo>
                    <a:pt x="6995783" y="188758"/>
                  </a:lnTo>
                  <a:lnTo>
                    <a:pt x="7056479" y="163824"/>
                  </a:lnTo>
                  <a:lnTo>
                    <a:pt x="7122252" y="141510"/>
                  </a:lnTo>
                  <a:lnTo>
                    <a:pt x="7193785" y="121490"/>
                  </a:lnTo>
                  <a:lnTo>
                    <a:pt x="7271475" y="103504"/>
                  </a:lnTo>
                  <a:lnTo>
                    <a:pt x="7355263" y="87360"/>
                  </a:lnTo>
                  <a:lnTo>
                    <a:pt x="7444430" y="72938"/>
                  </a:lnTo>
                  <a:lnTo>
                    <a:pt x="7537397" y="60191"/>
                  </a:lnTo>
                  <a:lnTo>
                    <a:pt x="7631594" y="49123"/>
                  </a:lnTo>
                  <a:lnTo>
                    <a:pt x="7723482" y="39772"/>
                  </a:lnTo>
                  <a:lnTo>
                    <a:pt x="7808855" y="32173"/>
                  </a:lnTo>
                  <a:lnTo>
                    <a:pt x="7883427" y="26316"/>
                  </a:lnTo>
                  <a:lnTo>
                    <a:pt x="7943648" y="22110"/>
                  </a:lnTo>
                  <a:lnTo>
                    <a:pt x="7987507" y="19370"/>
                  </a:lnTo>
                  <a:lnTo>
                    <a:pt x="8015088" y="17821"/>
                  </a:lnTo>
                  <a:lnTo>
                    <a:pt x="8028697" y="17130"/>
                  </a:lnTo>
                  <a:lnTo>
                    <a:pt x="8032646" y="16948"/>
                  </a:lnTo>
                  <a:lnTo>
                    <a:pt x="8032819" y="16941"/>
                  </a:lnTo>
                  <a:lnTo>
                    <a:pt x="8554953" y="16941"/>
                  </a:lnTo>
                  <a:lnTo>
                    <a:pt x="8554953" y="16941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484" name="pl484"/>
            <p:cNvSpPr/>
            <p:nvPr/>
          </p:nvSpPr>
          <p:spPr>
            <a:xfrm>
              <a:off x="386606" y="2394039"/>
              <a:ext cx="8554953" cy="1846624"/>
            </a:xfrm>
            <a:custGeom>
              <a:avLst/>
              <a:pathLst>
                <a:path w="8554953" h="1846624">
                  <a:moveTo>
                    <a:pt x="8554953" y="16941"/>
                  </a:moveTo>
                  <a:lnTo>
                    <a:pt x="8032819" y="16941"/>
                  </a:lnTo>
                  <a:lnTo>
                    <a:pt x="8031602" y="16995"/>
                  </a:lnTo>
                  <a:lnTo>
                    <a:pt x="8023640" y="17379"/>
                  </a:lnTo>
                  <a:lnTo>
                    <a:pt x="8003706" y="18440"/>
                  </a:lnTo>
                  <a:lnTo>
                    <a:pt x="7968417" y="20526"/>
                  </a:lnTo>
                  <a:lnTo>
                    <a:pt x="7916529" y="23945"/>
                  </a:lnTo>
                  <a:lnTo>
                    <a:pt x="7849015" y="28931"/>
                  </a:lnTo>
                  <a:lnTo>
                    <a:pt x="7768718" y="35623"/>
                  </a:lnTo>
                  <a:lnTo>
                    <a:pt x="7679651" y="44071"/>
                  </a:lnTo>
                  <a:lnTo>
                    <a:pt x="7586154" y="54256"/>
                  </a:lnTo>
                  <a:lnTo>
                    <a:pt x="7492165" y="66138"/>
                  </a:lnTo>
                  <a:lnTo>
                    <a:pt x="7400775" y="79692"/>
                  </a:lnTo>
                  <a:lnTo>
                    <a:pt x="7314066" y="94935"/>
                  </a:lnTo>
                  <a:lnTo>
                    <a:pt x="7233179" y="111950"/>
                  </a:lnTo>
                  <a:lnTo>
                    <a:pt x="7158488" y="130889"/>
                  </a:lnTo>
                  <a:lnTo>
                    <a:pt x="7089807" y="151980"/>
                  </a:lnTo>
                  <a:lnTo>
                    <a:pt x="7026583" y="175516"/>
                  </a:lnTo>
                  <a:lnTo>
                    <a:pt x="6968044" y="201845"/>
                  </a:lnTo>
                  <a:lnTo>
                    <a:pt x="6913309" y="231348"/>
                  </a:lnTo>
                  <a:lnTo>
                    <a:pt x="6861478" y="264395"/>
                  </a:lnTo>
                  <a:lnTo>
                    <a:pt x="6811702" y="301275"/>
                  </a:lnTo>
                  <a:lnTo>
                    <a:pt x="6786527" y="321888"/>
                  </a:lnTo>
                  <a:lnTo>
                    <a:pt x="6743236" y="360334"/>
                  </a:lnTo>
                  <a:lnTo>
                    <a:pt x="6700366" y="402042"/>
                  </a:lnTo>
                  <a:lnTo>
                    <a:pt x="6657585" y="447074"/>
                  </a:lnTo>
                  <a:lnTo>
                    <a:pt x="6614648" y="495420"/>
                  </a:lnTo>
                  <a:lnTo>
                    <a:pt x="6571385" y="546984"/>
                  </a:lnTo>
                  <a:lnTo>
                    <a:pt x="6527690" y="601585"/>
                  </a:lnTo>
                  <a:lnTo>
                    <a:pt x="6483520" y="658948"/>
                  </a:lnTo>
                  <a:lnTo>
                    <a:pt x="6438884" y="718705"/>
                  </a:lnTo>
                  <a:lnTo>
                    <a:pt x="6393839" y="780408"/>
                  </a:lnTo>
                  <a:lnTo>
                    <a:pt x="6348478" y="843533"/>
                  </a:lnTo>
                  <a:lnTo>
                    <a:pt x="6302925" y="907504"/>
                  </a:lnTo>
                  <a:lnTo>
                    <a:pt x="6257316" y="971709"/>
                  </a:lnTo>
                  <a:lnTo>
                    <a:pt x="6211797" y="1035529"/>
                  </a:lnTo>
                  <a:lnTo>
                    <a:pt x="6166503" y="1098359"/>
                  </a:lnTo>
                  <a:lnTo>
                    <a:pt x="6121550" y="1159633"/>
                  </a:lnTo>
                  <a:lnTo>
                    <a:pt x="6077025" y="1218845"/>
                  </a:lnTo>
                  <a:lnTo>
                    <a:pt x="6032972" y="1275564"/>
                  </a:lnTo>
                  <a:lnTo>
                    <a:pt x="5989388" y="1329446"/>
                  </a:lnTo>
                  <a:lnTo>
                    <a:pt x="5946217" y="1380239"/>
                  </a:lnTo>
                  <a:lnTo>
                    <a:pt x="5903337" y="1427782"/>
                  </a:lnTo>
                  <a:lnTo>
                    <a:pt x="5860560" y="1472001"/>
                  </a:lnTo>
                  <a:lnTo>
                    <a:pt x="5817620" y="1512905"/>
                  </a:lnTo>
                  <a:lnTo>
                    <a:pt x="5784835" y="1541677"/>
                  </a:lnTo>
                  <a:lnTo>
                    <a:pt x="5735829" y="1580591"/>
                  </a:lnTo>
                  <a:lnTo>
                    <a:pt x="5685160" y="1615593"/>
                  </a:lnTo>
                  <a:lnTo>
                    <a:pt x="5632038" y="1646885"/>
                  </a:lnTo>
                  <a:lnTo>
                    <a:pt x="5575579" y="1674807"/>
                  </a:lnTo>
                  <a:lnTo>
                    <a:pt x="5514883" y="1699741"/>
                  </a:lnTo>
                  <a:lnTo>
                    <a:pt x="5449110" y="1722056"/>
                  </a:lnTo>
                  <a:lnTo>
                    <a:pt x="5377577" y="1742075"/>
                  </a:lnTo>
                  <a:lnTo>
                    <a:pt x="5299887" y="1760061"/>
                  </a:lnTo>
                  <a:lnTo>
                    <a:pt x="5216099" y="1776206"/>
                  </a:lnTo>
                  <a:lnTo>
                    <a:pt x="5126932" y="1790627"/>
                  </a:lnTo>
                  <a:lnTo>
                    <a:pt x="5033964" y="1803375"/>
                  </a:lnTo>
                  <a:lnTo>
                    <a:pt x="4939768" y="1814443"/>
                  </a:lnTo>
                  <a:lnTo>
                    <a:pt x="4847880" y="1823793"/>
                  </a:lnTo>
                  <a:lnTo>
                    <a:pt x="4762507" y="1831392"/>
                  </a:lnTo>
                  <a:lnTo>
                    <a:pt x="4687934" y="1837249"/>
                  </a:lnTo>
                  <a:lnTo>
                    <a:pt x="4627714" y="1841455"/>
                  </a:lnTo>
                  <a:lnTo>
                    <a:pt x="4583855" y="1844195"/>
                  </a:lnTo>
                  <a:lnTo>
                    <a:pt x="4556274" y="1845745"/>
                  </a:lnTo>
                  <a:lnTo>
                    <a:pt x="4542665" y="1846435"/>
                  </a:lnTo>
                  <a:lnTo>
                    <a:pt x="4538716" y="1846617"/>
                  </a:lnTo>
                  <a:lnTo>
                    <a:pt x="4538543" y="1846624"/>
                  </a:lnTo>
                  <a:lnTo>
                    <a:pt x="4016409" y="1846624"/>
                  </a:lnTo>
                  <a:lnTo>
                    <a:pt x="4015193" y="1846570"/>
                  </a:lnTo>
                  <a:lnTo>
                    <a:pt x="4007238" y="1846183"/>
                  </a:lnTo>
                  <a:lnTo>
                    <a:pt x="3987318" y="1845112"/>
                  </a:lnTo>
                  <a:lnTo>
                    <a:pt x="3952053" y="1843009"/>
                  </a:lnTo>
                  <a:lnTo>
                    <a:pt x="3900198" y="1839562"/>
                  </a:lnTo>
                  <a:lnTo>
                    <a:pt x="3832723" y="1834533"/>
                  </a:lnTo>
                  <a:lnTo>
                    <a:pt x="3752465" y="1827783"/>
                  </a:lnTo>
                  <a:lnTo>
                    <a:pt x="3663435" y="1819263"/>
                  </a:lnTo>
                  <a:lnTo>
                    <a:pt x="3569967" y="1808990"/>
                  </a:lnTo>
                  <a:lnTo>
                    <a:pt x="3476000" y="1797005"/>
                  </a:lnTo>
                  <a:lnTo>
                    <a:pt x="3384623" y="1783334"/>
                  </a:lnTo>
                  <a:lnTo>
                    <a:pt x="3297921" y="1767959"/>
                  </a:lnTo>
                  <a:lnTo>
                    <a:pt x="3217035" y="1750798"/>
                  </a:lnTo>
                  <a:lnTo>
                    <a:pt x="3142341" y="1731695"/>
                  </a:lnTo>
                  <a:lnTo>
                    <a:pt x="3073656" y="1710423"/>
                  </a:lnTo>
                  <a:lnTo>
                    <a:pt x="3010429" y="1686686"/>
                  </a:lnTo>
                  <a:lnTo>
                    <a:pt x="2951886" y="1660134"/>
                  </a:lnTo>
                  <a:lnTo>
                    <a:pt x="2897151" y="1630381"/>
                  </a:lnTo>
                  <a:lnTo>
                    <a:pt x="2845321" y="1597055"/>
                  </a:lnTo>
                  <a:lnTo>
                    <a:pt x="2795550" y="1559864"/>
                  </a:lnTo>
                  <a:lnTo>
                    <a:pt x="2770117" y="1538854"/>
                  </a:lnTo>
                  <a:lnTo>
                    <a:pt x="2726945" y="1500163"/>
                  </a:lnTo>
                  <a:lnTo>
                    <a:pt x="2684192" y="1458199"/>
                  </a:lnTo>
                  <a:lnTo>
                    <a:pt x="2641529" y="1412898"/>
                  </a:lnTo>
                  <a:lnTo>
                    <a:pt x="2598714" y="1364272"/>
                  </a:lnTo>
                  <a:lnTo>
                    <a:pt x="2555574" y="1312412"/>
                  </a:lnTo>
                  <a:lnTo>
                    <a:pt x="2512007" y="1257502"/>
                  </a:lnTo>
                  <a:lnTo>
                    <a:pt x="2467968" y="1199815"/>
                  </a:lnTo>
                  <a:lnTo>
                    <a:pt x="2423464" y="1139716"/>
                  </a:lnTo>
                  <a:lnTo>
                    <a:pt x="2378552" y="1077654"/>
                  </a:lnTo>
                  <a:lnTo>
                    <a:pt x="2333323" y="1014150"/>
                  </a:lnTo>
                  <a:lnTo>
                    <a:pt x="2287899" y="949781"/>
                  </a:lnTo>
                  <a:lnTo>
                    <a:pt x="2242416" y="885158"/>
                  </a:lnTo>
                  <a:lnTo>
                    <a:pt x="2197017" y="820901"/>
                  </a:lnTo>
                  <a:lnTo>
                    <a:pt x="2151837" y="757617"/>
                  </a:lnTo>
                  <a:lnTo>
                    <a:pt x="2106993" y="695873"/>
                  </a:lnTo>
                  <a:lnTo>
                    <a:pt x="2062570" y="636180"/>
                  </a:lnTo>
                  <a:lnTo>
                    <a:pt x="2018617" y="578971"/>
                  </a:lnTo>
                  <a:lnTo>
                    <a:pt x="1975132" y="524595"/>
                  </a:lnTo>
                  <a:lnTo>
                    <a:pt x="1932061" y="473310"/>
                  </a:lnTo>
                  <a:lnTo>
                    <a:pt x="1889288" y="425281"/>
                  </a:lnTo>
                  <a:lnTo>
                    <a:pt x="1846629" y="380585"/>
                  </a:lnTo>
                  <a:lnTo>
                    <a:pt x="1803827" y="339220"/>
                  </a:lnTo>
                  <a:lnTo>
                    <a:pt x="1768425" y="307770"/>
                  </a:lnTo>
                  <a:lnTo>
                    <a:pt x="1719432" y="268506"/>
                  </a:lnTo>
                  <a:lnTo>
                    <a:pt x="1668778" y="233188"/>
                  </a:lnTo>
                  <a:lnTo>
                    <a:pt x="1615671" y="201612"/>
                  </a:lnTo>
                  <a:lnTo>
                    <a:pt x="1559230" y="173435"/>
                  </a:lnTo>
                  <a:lnTo>
                    <a:pt x="1498556" y="148274"/>
                  </a:lnTo>
                  <a:lnTo>
                    <a:pt x="1432808" y="125755"/>
                  </a:lnTo>
                  <a:lnTo>
                    <a:pt x="1361304" y="105552"/>
                  </a:lnTo>
                  <a:lnTo>
                    <a:pt x="1283647" y="87400"/>
                  </a:lnTo>
                  <a:lnTo>
                    <a:pt x="1199894" y="71106"/>
                  </a:lnTo>
                  <a:lnTo>
                    <a:pt x="1110763" y="56551"/>
                  </a:lnTo>
                  <a:lnTo>
                    <a:pt x="1017826" y="43684"/>
                  </a:lnTo>
                  <a:lnTo>
                    <a:pt x="923653" y="32512"/>
                  </a:lnTo>
                  <a:lnTo>
                    <a:pt x="831775" y="23071"/>
                  </a:lnTo>
                  <a:lnTo>
                    <a:pt x="746393" y="15398"/>
                  </a:lnTo>
                  <a:lnTo>
                    <a:pt x="671792" y="9481"/>
                  </a:lnTo>
                  <a:lnTo>
                    <a:pt x="611524" y="5231"/>
                  </a:lnTo>
                  <a:lnTo>
                    <a:pt x="567604" y="2461"/>
                  </a:lnTo>
                  <a:lnTo>
                    <a:pt x="539958" y="892"/>
                  </a:lnTo>
                  <a:lnTo>
                    <a:pt x="526294" y="193"/>
                  </a:lnTo>
                  <a:lnTo>
                    <a:pt x="522311" y="7"/>
                  </a:lnTo>
                  <a:lnTo>
                    <a:pt x="522133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485" name="pg485"/>
            <p:cNvSpPr/>
            <p:nvPr/>
          </p:nvSpPr>
          <p:spPr>
            <a:xfrm>
              <a:off x="386606" y="2405334"/>
              <a:ext cx="8554953" cy="2343576"/>
            </a:xfrm>
            <a:custGeom>
              <a:avLst/>
              <a:pathLst>
                <a:path w="8554953" h="2343576">
                  <a:moveTo>
                    <a:pt x="0" y="16941"/>
                  </a:moveTo>
                  <a:lnTo>
                    <a:pt x="522133" y="16941"/>
                  </a:lnTo>
                  <a:lnTo>
                    <a:pt x="523345" y="16997"/>
                  </a:lnTo>
                  <a:lnTo>
                    <a:pt x="531276" y="17397"/>
                  </a:lnTo>
                  <a:lnTo>
                    <a:pt x="551137" y="18503"/>
                  </a:lnTo>
                  <a:lnTo>
                    <a:pt x="586303" y="20677"/>
                  </a:lnTo>
                  <a:lnTo>
                    <a:pt x="638023" y="24240"/>
                  </a:lnTo>
                  <a:lnTo>
                    <a:pt x="705341" y="29437"/>
                  </a:lnTo>
                  <a:lnTo>
                    <a:pt x="785437" y="36415"/>
                  </a:lnTo>
                  <a:lnTo>
                    <a:pt x="874320" y="45223"/>
                  </a:lnTo>
                  <a:lnTo>
                    <a:pt x="967666" y="55845"/>
                  </a:lnTo>
                  <a:lnTo>
                    <a:pt x="1061545" y="68239"/>
                  </a:lnTo>
                  <a:lnTo>
                    <a:pt x="1152867" y="82377"/>
                  </a:lnTo>
                  <a:lnTo>
                    <a:pt x="1239542" y="98277"/>
                  </a:lnTo>
                  <a:lnTo>
                    <a:pt x="1320423" y="116023"/>
                  </a:lnTo>
                  <a:lnTo>
                    <a:pt x="1395127" y="135775"/>
                  </a:lnTo>
                  <a:lnTo>
                    <a:pt x="1463827" y="157767"/>
                  </a:lnTo>
                  <a:lnTo>
                    <a:pt x="1527072" y="182303"/>
                  </a:lnTo>
                  <a:lnTo>
                    <a:pt x="1585627" y="209746"/>
                  </a:lnTo>
                  <a:lnTo>
                    <a:pt x="1640367" y="240492"/>
                  </a:lnTo>
                  <a:lnTo>
                    <a:pt x="1692189" y="274927"/>
                  </a:lnTo>
                  <a:lnTo>
                    <a:pt x="1741942" y="313356"/>
                  </a:lnTo>
                  <a:lnTo>
                    <a:pt x="1768425" y="336006"/>
                  </a:lnTo>
                  <a:lnTo>
                    <a:pt x="1811128" y="375659"/>
                  </a:lnTo>
                  <a:lnTo>
                    <a:pt x="1853417" y="418632"/>
                  </a:lnTo>
                  <a:lnTo>
                    <a:pt x="1895612" y="464988"/>
                  </a:lnTo>
                  <a:lnTo>
                    <a:pt x="1937950" y="514718"/>
                  </a:lnTo>
                  <a:lnTo>
                    <a:pt x="1980598" y="567733"/>
                  </a:lnTo>
                  <a:lnTo>
                    <a:pt x="2023662" y="623855"/>
                  </a:lnTo>
                  <a:lnTo>
                    <a:pt x="2067186" y="682814"/>
                  </a:lnTo>
                  <a:lnTo>
                    <a:pt x="2111167" y="744251"/>
                  </a:lnTo>
                  <a:lnTo>
                    <a:pt x="2155554" y="807722"/>
                  </a:lnTo>
                  <a:lnTo>
                    <a:pt x="2200261" y="872710"/>
                  </a:lnTo>
                  <a:lnTo>
                    <a:pt x="2245173" y="938641"/>
                  </a:lnTo>
                  <a:lnTo>
                    <a:pt x="2290159" y="1004906"/>
                  </a:lnTo>
                  <a:lnTo>
                    <a:pt x="2335081" y="1070882"/>
                  </a:lnTo>
                  <a:lnTo>
                    <a:pt x="2379807" y="1135956"/>
                  </a:lnTo>
                  <a:lnTo>
                    <a:pt x="2424220" y="1199553"/>
                  </a:lnTo>
                  <a:lnTo>
                    <a:pt x="2468232" y="1261151"/>
                  </a:lnTo>
                  <a:lnTo>
                    <a:pt x="2511789" y="1320300"/>
                  </a:lnTo>
                  <a:lnTo>
                    <a:pt x="2554885" y="1376634"/>
                  </a:lnTo>
                  <a:lnTo>
                    <a:pt x="2597560" y="1429878"/>
                  </a:lnTo>
                  <a:lnTo>
                    <a:pt x="2639916" y="1479847"/>
                  </a:lnTo>
                  <a:lnTo>
                    <a:pt x="2682113" y="1526445"/>
                  </a:lnTo>
                  <a:lnTo>
                    <a:pt x="2724387" y="1569658"/>
                  </a:lnTo>
                  <a:lnTo>
                    <a:pt x="2767048" y="1609544"/>
                  </a:lnTo>
                  <a:lnTo>
                    <a:pt x="2770117" y="1612267"/>
                  </a:lnTo>
                  <a:lnTo>
                    <a:pt x="2819057" y="1652930"/>
                  </a:lnTo>
                  <a:lnTo>
                    <a:pt x="2869654" y="1689512"/>
                  </a:lnTo>
                  <a:lnTo>
                    <a:pt x="2922696" y="1722222"/>
                  </a:lnTo>
                  <a:lnTo>
                    <a:pt x="2979062" y="1751413"/>
                  </a:lnTo>
                  <a:lnTo>
                    <a:pt x="3039649" y="1777484"/>
                  </a:lnTo>
                  <a:lnTo>
                    <a:pt x="3105294" y="1800820"/>
                  </a:lnTo>
                  <a:lnTo>
                    <a:pt x="3176679" y="1821757"/>
                  </a:lnTo>
                  <a:lnTo>
                    <a:pt x="3254204" y="1840571"/>
                  </a:lnTo>
                  <a:lnTo>
                    <a:pt x="3337813" y="1857462"/>
                  </a:lnTo>
                  <a:lnTo>
                    <a:pt x="3426801" y="1872553"/>
                  </a:lnTo>
                  <a:lnTo>
                    <a:pt x="3519608" y="1885897"/>
                  </a:lnTo>
                  <a:lnTo>
                    <a:pt x="3613684" y="1897489"/>
                  </a:lnTo>
                  <a:lnTo>
                    <a:pt x="3705523" y="1907290"/>
                  </a:lnTo>
                  <a:lnTo>
                    <a:pt x="3790938" y="1915263"/>
                  </a:lnTo>
                  <a:lnTo>
                    <a:pt x="3865657" y="1921418"/>
                  </a:lnTo>
                  <a:lnTo>
                    <a:pt x="3926120" y="1925846"/>
                  </a:lnTo>
                  <a:lnTo>
                    <a:pt x="3970288" y="1928741"/>
                  </a:lnTo>
                  <a:lnTo>
                    <a:pt x="3998194" y="1930385"/>
                  </a:lnTo>
                  <a:lnTo>
                    <a:pt x="4012084" y="1931124"/>
                  </a:lnTo>
                  <a:lnTo>
                    <a:pt x="4016208" y="1931323"/>
                  </a:lnTo>
                  <a:lnTo>
                    <a:pt x="4016409" y="1931332"/>
                  </a:lnTo>
                  <a:lnTo>
                    <a:pt x="4538543" y="1931332"/>
                  </a:lnTo>
                  <a:lnTo>
                    <a:pt x="4539810" y="1931345"/>
                  </a:lnTo>
                  <a:lnTo>
                    <a:pt x="4548093" y="1931435"/>
                  </a:lnTo>
                  <a:lnTo>
                    <a:pt x="4568802" y="1931684"/>
                  </a:lnTo>
                  <a:lnTo>
                    <a:pt x="4605389" y="1932174"/>
                  </a:lnTo>
                  <a:lnTo>
                    <a:pt x="4659035" y="1932976"/>
                  </a:lnTo>
                  <a:lnTo>
                    <a:pt x="4728593" y="1934144"/>
                  </a:lnTo>
                  <a:lnTo>
                    <a:pt x="4810979" y="1935709"/>
                  </a:lnTo>
                  <a:lnTo>
                    <a:pt x="4901946" y="1937680"/>
                  </a:lnTo>
                  <a:lnTo>
                    <a:pt x="4996989" y="1940053"/>
                  </a:lnTo>
                  <a:lnTo>
                    <a:pt x="5092089" y="1942818"/>
                  </a:lnTo>
                  <a:lnTo>
                    <a:pt x="5184160" y="1945970"/>
                  </a:lnTo>
                  <a:lnTo>
                    <a:pt x="5271184" y="1949515"/>
                  </a:lnTo>
                  <a:lnTo>
                    <a:pt x="5352112" y="1953475"/>
                  </a:lnTo>
                  <a:lnTo>
                    <a:pt x="5426671" y="1957889"/>
                  </a:lnTo>
                  <a:lnTo>
                    <a:pt x="5495138" y="1962813"/>
                  </a:lnTo>
                  <a:lnTo>
                    <a:pt x="5558147" y="1968320"/>
                  </a:lnTo>
                  <a:lnTo>
                    <a:pt x="5616536" y="1974493"/>
                  </a:lnTo>
                  <a:lnTo>
                    <a:pt x="5671233" y="1981421"/>
                  </a:lnTo>
                  <a:lnTo>
                    <a:pt x="5723171" y="1989190"/>
                  </a:lnTo>
                  <a:lnTo>
                    <a:pt x="5773207" y="1997858"/>
                  </a:lnTo>
                  <a:lnTo>
                    <a:pt x="5784835" y="2000039"/>
                  </a:lnTo>
                  <a:lnTo>
                    <a:pt x="5838125" y="2010822"/>
                  </a:lnTo>
                  <a:lnTo>
                    <a:pt x="5890901" y="2022727"/>
                  </a:lnTo>
                  <a:lnTo>
                    <a:pt x="5943724" y="2035771"/>
                  </a:lnTo>
                  <a:lnTo>
                    <a:pt x="5996971" y="2049929"/>
                  </a:lnTo>
                  <a:lnTo>
                    <a:pt x="6050861" y="2065130"/>
                  </a:lnTo>
                  <a:lnTo>
                    <a:pt x="6105473" y="2081257"/>
                  </a:lnTo>
                  <a:lnTo>
                    <a:pt x="6160765" y="2098145"/>
                  </a:lnTo>
                  <a:lnTo>
                    <a:pt x="6216592" y="2115588"/>
                  </a:lnTo>
                  <a:lnTo>
                    <a:pt x="6272739" y="2133348"/>
                  </a:lnTo>
                  <a:lnTo>
                    <a:pt x="6328948" y="2151168"/>
                  </a:lnTo>
                  <a:lnTo>
                    <a:pt x="6384953" y="2168788"/>
                  </a:lnTo>
                  <a:lnTo>
                    <a:pt x="6440513" y="2185959"/>
                  </a:lnTo>
                  <a:lnTo>
                    <a:pt x="6495450" y="2202460"/>
                  </a:lnTo>
                  <a:lnTo>
                    <a:pt x="6549671" y="2218104"/>
                  </a:lnTo>
                  <a:lnTo>
                    <a:pt x="6603196" y="2232754"/>
                  </a:lnTo>
                  <a:lnTo>
                    <a:pt x="6656177" y="2246317"/>
                  </a:lnTo>
                  <a:lnTo>
                    <a:pt x="6708916" y="2258746"/>
                  </a:lnTo>
                  <a:lnTo>
                    <a:pt x="6761887" y="2270042"/>
                  </a:lnTo>
                  <a:lnTo>
                    <a:pt x="6786527" y="2274868"/>
                  </a:lnTo>
                  <a:lnTo>
                    <a:pt x="6836223" y="2283751"/>
                  </a:lnTo>
                  <a:lnTo>
                    <a:pt x="6887639" y="2291729"/>
                  </a:lnTo>
                  <a:lnTo>
                    <a:pt x="6941601" y="2298849"/>
                  </a:lnTo>
                  <a:lnTo>
                    <a:pt x="6999032" y="2305192"/>
                  </a:lnTo>
                  <a:lnTo>
                    <a:pt x="7060869" y="2310848"/>
                  </a:lnTo>
                  <a:lnTo>
                    <a:pt x="7127979" y="2315903"/>
                  </a:lnTo>
                  <a:lnTo>
                    <a:pt x="7201057" y="2320432"/>
                  </a:lnTo>
                  <a:lnTo>
                    <a:pt x="7280480" y="2324496"/>
                  </a:lnTo>
                  <a:lnTo>
                    <a:pt x="7366125" y="2328136"/>
                  </a:lnTo>
                  <a:lnTo>
                    <a:pt x="7457148" y="2331380"/>
                  </a:lnTo>
                  <a:lnTo>
                    <a:pt x="7551771" y="2334236"/>
                  </a:lnTo>
                  <a:lnTo>
                    <a:pt x="7647159" y="2336703"/>
                  </a:lnTo>
                  <a:lnTo>
                    <a:pt x="7739489" y="2338770"/>
                  </a:lnTo>
                  <a:lnTo>
                    <a:pt x="7824311" y="2340430"/>
                  </a:lnTo>
                  <a:lnTo>
                    <a:pt x="7897236" y="2341690"/>
                  </a:lnTo>
                  <a:lnTo>
                    <a:pt x="7954828" y="2342574"/>
                  </a:lnTo>
                  <a:lnTo>
                    <a:pt x="7995429" y="2343132"/>
                  </a:lnTo>
                  <a:lnTo>
                    <a:pt x="8019659" y="2343431"/>
                  </a:lnTo>
                  <a:lnTo>
                    <a:pt x="8030458" y="2343552"/>
                  </a:lnTo>
                  <a:lnTo>
                    <a:pt x="8032819" y="2343576"/>
                  </a:lnTo>
                  <a:lnTo>
                    <a:pt x="8554953" y="2343576"/>
                  </a:lnTo>
                  <a:lnTo>
                    <a:pt x="8554953" y="2326634"/>
                  </a:lnTo>
                  <a:lnTo>
                    <a:pt x="8032819" y="2326634"/>
                  </a:lnTo>
                  <a:lnTo>
                    <a:pt x="8031552" y="2326621"/>
                  </a:lnTo>
                  <a:lnTo>
                    <a:pt x="8023269" y="2326531"/>
                  </a:lnTo>
                  <a:lnTo>
                    <a:pt x="8002560" y="2326282"/>
                  </a:lnTo>
                  <a:lnTo>
                    <a:pt x="7965973" y="2325792"/>
                  </a:lnTo>
                  <a:lnTo>
                    <a:pt x="7912327" y="2324990"/>
                  </a:lnTo>
                  <a:lnTo>
                    <a:pt x="7842769" y="2323822"/>
                  </a:lnTo>
                  <a:lnTo>
                    <a:pt x="7760383" y="2322257"/>
                  </a:lnTo>
                  <a:lnTo>
                    <a:pt x="7669415" y="2320286"/>
                  </a:lnTo>
                  <a:lnTo>
                    <a:pt x="7574373" y="2317913"/>
                  </a:lnTo>
                  <a:lnTo>
                    <a:pt x="7479273" y="2315148"/>
                  </a:lnTo>
                  <a:lnTo>
                    <a:pt x="7387202" y="2311996"/>
                  </a:lnTo>
                  <a:lnTo>
                    <a:pt x="7300178" y="2308451"/>
                  </a:lnTo>
                  <a:lnTo>
                    <a:pt x="7219250" y="2304491"/>
                  </a:lnTo>
                  <a:lnTo>
                    <a:pt x="7144691" y="2300077"/>
                  </a:lnTo>
                  <a:lnTo>
                    <a:pt x="7076224" y="2295153"/>
                  </a:lnTo>
                  <a:lnTo>
                    <a:pt x="7013215" y="2289646"/>
                  </a:lnTo>
                  <a:lnTo>
                    <a:pt x="6954826" y="2283473"/>
                  </a:lnTo>
                  <a:lnTo>
                    <a:pt x="6900129" y="2276545"/>
                  </a:lnTo>
                  <a:lnTo>
                    <a:pt x="6848191" y="2268776"/>
                  </a:lnTo>
                  <a:lnTo>
                    <a:pt x="6798155" y="2260108"/>
                  </a:lnTo>
                  <a:lnTo>
                    <a:pt x="6786527" y="2257927"/>
                  </a:lnTo>
                  <a:lnTo>
                    <a:pt x="6733236" y="2247144"/>
                  </a:lnTo>
                  <a:lnTo>
                    <a:pt x="6680461" y="2235239"/>
                  </a:lnTo>
                  <a:lnTo>
                    <a:pt x="6627638" y="2222195"/>
                  </a:lnTo>
                  <a:lnTo>
                    <a:pt x="6574391" y="2208037"/>
                  </a:lnTo>
                  <a:lnTo>
                    <a:pt x="6520501" y="2192836"/>
                  </a:lnTo>
                  <a:lnTo>
                    <a:pt x="6465888" y="2176709"/>
                  </a:lnTo>
                  <a:lnTo>
                    <a:pt x="6410597" y="2159821"/>
                  </a:lnTo>
                  <a:lnTo>
                    <a:pt x="6354770" y="2142378"/>
                  </a:lnTo>
                  <a:lnTo>
                    <a:pt x="6298623" y="2124618"/>
                  </a:lnTo>
                  <a:lnTo>
                    <a:pt x="6242414" y="2106798"/>
                  </a:lnTo>
                  <a:lnTo>
                    <a:pt x="6186409" y="2089178"/>
                  </a:lnTo>
                  <a:lnTo>
                    <a:pt x="6130849" y="2072007"/>
                  </a:lnTo>
                  <a:lnTo>
                    <a:pt x="6075912" y="2055506"/>
                  </a:lnTo>
                  <a:lnTo>
                    <a:pt x="6021691" y="2039862"/>
                  </a:lnTo>
                  <a:lnTo>
                    <a:pt x="5968166" y="2025212"/>
                  </a:lnTo>
                  <a:lnTo>
                    <a:pt x="5915185" y="2011649"/>
                  </a:lnTo>
                  <a:lnTo>
                    <a:pt x="5862446" y="1999220"/>
                  </a:lnTo>
                  <a:lnTo>
                    <a:pt x="5809475" y="1987924"/>
                  </a:lnTo>
                  <a:lnTo>
                    <a:pt x="5784835" y="1983098"/>
                  </a:lnTo>
                  <a:lnTo>
                    <a:pt x="5735139" y="1974215"/>
                  </a:lnTo>
                  <a:lnTo>
                    <a:pt x="5683723" y="1966237"/>
                  </a:lnTo>
                  <a:lnTo>
                    <a:pt x="5629761" y="1959117"/>
                  </a:lnTo>
                  <a:lnTo>
                    <a:pt x="5572330" y="1952774"/>
                  </a:lnTo>
                  <a:lnTo>
                    <a:pt x="5510493" y="1947118"/>
                  </a:lnTo>
                  <a:lnTo>
                    <a:pt x="5443383" y="1942063"/>
                  </a:lnTo>
                  <a:lnTo>
                    <a:pt x="5370305" y="1937534"/>
                  </a:lnTo>
                  <a:lnTo>
                    <a:pt x="5290882" y="1933470"/>
                  </a:lnTo>
                  <a:lnTo>
                    <a:pt x="5205237" y="1929830"/>
                  </a:lnTo>
                  <a:lnTo>
                    <a:pt x="5114214" y="1926586"/>
                  </a:lnTo>
                  <a:lnTo>
                    <a:pt x="5019591" y="1923730"/>
                  </a:lnTo>
                  <a:lnTo>
                    <a:pt x="4924203" y="1921263"/>
                  </a:lnTo>
                  <a:lnTo>
                    <a:pt x="4831873" y="1919197"/>
                  </a:lnTo>
                  <a:lnTo>
                    <a:pt x="4747051" y="1917536"/>
                  </a:lnTo>
                  <a:lnTo>
                    <a:pt x="4674126" y="1916276"/>
                  </a:lnTo>
                  <a:lnTo>
                    <a:pt x="4616534" y="1915392"/>
                  </a:lnTo>
                  <a:lnTo>
                    <a:pt x="4575933" y="1914834"/>
                  </a:lnTo>
                  <a:lnTo>
                    <a:pt x="4551703" y="1914535"/>
                  </a:lnTo>
                  <a:lnTo>
                    <a:pt x="4540904" y="1914414"/>
                  </a:lnTo>
                  <a:lnTo>
                    <a:pt x="4538543" y="1914391"/>
                  </a:lnTo>
                  <a:lnTo>
                    <a:pt x="4016409" y="1914391"/>
                  </a:lnTo>
                  <a:lnTo>
                    <a:pt x="4015197" y="1914334"/>
                  </a:lnTo>
                  <a:lnTo>
                    <a:pt x="4007266" y="1913934"/>
                  </a:lnTo>
                  <a:lnTo>
                    <a:pt x="3987405" y="1912828"/>
                  </a:lnTo>
                  <a:lnTo>
                    <a:pt x="3952239" y="1910655"/>
                  </a:lnTo>
                  <a:lnTo>
                    <a:pt x="3900519" y="1907092"/>
                  </a:lnTo>
                  <a:lnTo>
                    <a:pt x="3833201" y="1901894"/>
                  </a:lnTo>
                  <a:lnTo>
                    <a:pt x="3753105" y="1894917"/>
                  </a:lnTo>
                  <a:lnTo>
                    <a:pt x="3664223" y="1886109"/>
                  </a:lnTo>
                  <a:lnTo>
                    <a:pt x="3570876" y="1875487"/>
                  </a:lnTo>
                  <a:lnTo>
                    <a:pt x="3476997" y="1863093"/>
                  </a:lnTo>
                  <a:lnTo>
                    <a:pt x="3385676" y="1848955"/>
                  </a:lnTo>
                  <a:lnTo>
                    <a:pt x="3299000" y="1833055"/>
                  </a:lnTo>
                  <a:lnTo>
                    <a:pt x="3218119" y="1815308"/>
                  </a:lnTo>
                  <a:lnTo>
                    <a:pt x="3143416" y="1795556"/>
                  </a:lnTo>
                  <a:lnTo>
                    <a:pt x="3074715" y="1773565"/>
                  </a:lnTo>
                  <a:lnTo>
                    <a:pt x="3011470" y="1749028"/>
                  </a:lnTo>
                  <a:lnTo>
                    <a:pt x="2952916" y="1721586"/>
                  </a:lnTo>
                  <a:lnTo>
                    <a:pt x="2898176" y="1690840"/>
                  </a:lnTo>
                  <a:lnTo>
                    <a:pt x="2846353" y="1656404"/>
                  </a:lnTo>
                  <a:lnTo>
                    <a:pt x="2796600" y="1617976"/>
                  </a:lnTo>
                  <a:lnTo>
                    <a:pt x="2770117" y="1595325"/>
                  </a:lnTo>
                  <a:lnTo>
                    <a:pt x="2727414" y="1555672"/>
                  </a:lnTo>
                  <a:lnTo>
                    <a:pt x="2685125" y="1512700"/>
                  </a:lnTo>
                  <a:lnTo>
                    <a:pt x="2642930" y="1466344"/>
                  </a:lnTo>
                  <a:lnTo>
                    <a:pt x="2600592" y="1416613"/>
                  </a:lnTo>
                  <a:lnTo>
                    <a:pt x="2557944" y="1363598"/>
                  </a:lnTo>
                  <a:lnTo>
                    <a:pt x="2514880" y="1307476"/>
                  </a:lnTo>
                  <a:lnTo>
                    <a:pt x="2471356" y="1248517"/>
                  </a:lnTo>
                  <a:lnTo>
                    <a:pt x="2427375" y="1187080"/>
                  </a:lnTo>
                  <a:lnTo>
                    <a:pt x="2382988" y="1123610"/>
                  </a:lnTo>
                  <a:lnTo>
                    <a:pt x="2338282" y="1058622"/>
                  </a:lnTo>
                  <a:lnTo>
                    <a:pt x="2293369" y="992690"/>
                  </a:lnTo>
                  <a:lnTo>
                    <a:pt x="2248383" y="926426"/>
                  </a:lnTo>
                  <a:lnTo>
                    <a:pt x="2203461" y="860450"/>
                  </a:lnTo>
                  <a:lnTo>
                    <a:pt x="2158735" y="795375"/>
                  </a:lnTo>
                  <a:lnTo>
                    <a:pt x="2114322" y="731778"/>
                  </a:lnTo>
                  <a:lnTo>
                    <a:pt x="2070310" y="670180"/>
                  </a:lnTo>
                  <a:lnTo>
                    <a:pt x="2026753" y="611031"/>
                  </a:lnTo>
                  <a:lnTo>
                    <a:pt x="1983657" y="554697"/>
                  </a:lnTo>
                  <a:lnTo>
                    <a:pt x="1940982" y="501453"/>
                  </a:lnTo>
                  <a:lnTo>
                    <a:pt x="1898627" y="451484"/>
                  </a:lnTo>
                  <a:lnTo>
                    <a:pt x="1856429" y="404887"/>
                  </a:lnTo>
                  <a:lnTo>
                    <a:pt x="1814155" y="361674"/>
                  </a:lnTo>
                  <a:lnTo>
                    <a:pt x="1771495" y="321787"/>
                  </a:lnTo>
                  <a:lnTo>
                    <a:pt x="1768425" y="319065"/>
                  </a:lnTo>
                  <a:lnTo>
                    <a:pt x="1719486" y="278401"/>
                  </a:lnTo>
                  <a:lnTo>
                    <a:pt x="1668888" y="241819"/>
                  </a:lnTo>
                  <a:lnTo>
                    <a:pt x="1615847" y="209109"/>
                  </a:lnTo>
                  <a:lnTo>
                    <a:pt x="1559481" y="179918"/>
                  </a:lnTo>
                  <a:lnTo>
                    <a:pt x="1498894" y="153847"/>
                  </a:lnTo>
                  <a:lnTo>
                    <a:pt x="1433248" y="130512"/>
                  </a:lnTo>
                  <a:lnTo>
                    <a:pt x="1361863" y="109574"/>
                  </a:lnTo>
                  <a:lnTo>
                    <a:pt x="1284338" y="90760"/>
                  </a:lnTo>
                  <a:lnTo>
                    <a:pt x="1200729" y="73870"/>
                  </a:lnTo>
                  <a:lnTo>
                    <a:pt x="1111741" y="58779"/>
                  </a:lnTo>
                  <a:lnTo>
                    <a:pt x="1018935" y="45434"/>
                  </a:lnTo>
                  <a:lnTo>
                    <a:pt x="924858" y="33842"/>
                  </a:lnTo>
                  <a:lnTo>
                    <a:pt x="833020" y="24042"/>
                  </a:lnTo>
                  <a:lnTo>
                    <a:pt x="747604" y="16069"/>
                  </a:lnTo>
                  <a:lnTo>
                    <a:pt x="672885" y="9914"/>
                  </a:lnTo>
                  <a:lnTo>
                    <a:pt x="612422" y="5485"/>
                  </a:lnTo>
                  <a:lnTo>
                    <a:pt x="568254" y="2591"/>
                  </a:lnTo>
                  <a:lnTo>
                    <a:pt x="540349" y="947"/>
                  </a:lnTo>
                  <a:lnTo>
                    <a:pt x="526458" y="208"/>
                  </a:lnTo>
                  <a:lnTo>
                    <a:pt x="522334" y="8"/>
                  </a:lnTo>
                  <a:lnTo>
                    <a:pt x="5221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486" name="pl486"/>
            <p:cNvSpPr/>
            <p:nvPr/>
          </p:nvSpPr>
          <p:spPr>
            <a:xfrm>
              <a:off x="386606" y="2422275"/>
              <a:ext cx="8554953" cy="2326634"/>
            </a:xfrm>
            <a:custGeom>
              <a:avLst/>
              <a:pathLst>
                <a:path w="8554953" h="2326634">
                  <a:moveTo>
                    <a:pt x="0" y="0"/>
                  </a:moveTo>
                  <a:lnTo>
                    <a:pt x="522133" y="0"/>
                  </a:lnTo>
                  <a:lnTo>
                    <a:pt x="523345" y="56"/>
                  </a:lnTo>
                  <a:lnTo>
                    <a:pt x="531276" y="456"/>
                  </a:lnTo>
                  <a:lnTo>
                    <a:pt x="551137" y="1562"/>
                  </a:lnTo>
                  <a:lnTo>
                    <a:pt x="586303" y="3735"/>
                  </a:lnTo>
                  <a:lnTo>
                    <a:pt x="638023" y="7298"/>
                  </a:lnTo>
                  <a:lnTo>
                    <a:pt x="705341" y="12496"/>
                  </a:lnTo>
                  <a:lnTo>
                    <a:pt x="785437" y="19473"/>
                  </a:lnTo>
                  <a:lnTo>
                    <a:pt x="874320" y="28281"/>
                  </a:lnTo>
                  <a:lnTo>
                    <a:pt x="967666" y="38903"/>
                  </a:lnTo>
                  <a:lnTo>
                    <a:pt x="1061545" y="51297"/>
                  </a:lnTo>
                  <a:lnTo>
                    <a:pt x="1152867" y="65435"/>
                  </a:lnTo>
                  <a:lnTo>
                    <a:pt x="1239542" y="81335"/>
                  </a:lnTo>
                  <a:lnTo>
                    <a:pt x="1320423" y="99082"/>
                  </a:lnTo>
                  <a:lnTo>
                    <a:pt x="1395127" y="118834"/>
                  </a:lnTo>
                  <a:lnTo>
                    <a:pt x="1463827" y="140825"/>
                  </a:lnTo>
                  <a:lnTo>
                    <a:pt x="1527072" y="165362"/>
                  </a:lnTo>
                  <a:lnTo>
                    <a:pt x="1585627" y="192804"/>
                  </a:lnTo>
                  <a:lnTo>
                    <a:pt x="1640367" y="223550"/>
                  </a:lnTo>
                  <a:lnTo>
                    <a:pt x="1692189" y="257986"/>
                  </a:lnTo>
                  <a:lnTo>
                    <a:pt x="1741942" y="296415"/>
                  </a:lnTo>
                  <a:lnTo>
                    <a:pt x="1768425" y="319065"/>
                  </a:lnTo>
                  <a:lnTo>
                    <a:pt x="1811128" y="358718"/>
                  </a:lnTo>
                  <a:lnTo>
                    <a:pt x="1853417" y="401690"/>
                  </a:lnTo>
                  <a:lnTo>
                    <a:pt x="1895612" y="448046"/>
                  </a:lnTo>
                  <a:lnTo>
                    <a:pt x="1937950" y="497777"/>
                  </a:lnTo>
                  <a:lnTo>
                    <a:pt x="1980598" y="550792"/>
                  </a:lnTo>
                  <a:lnTo>
                    <a:pt x="2023662" y="606914"/>
                  </a:lnTo>
                  <a:lnTo>
                    <a:pt x="2067186" y="665873"/>
                  </a:lnTo>
                  <a:lnTo>
                    <a:pt x="2111167" y="727310"/>
                  </a:lnTo>
                  <a:lnTo>
                    <a:pt x="2155554" y="790780"/>
                  </a:lnTo>
                  <a:lnTo>
                    <a:pt x="2200261" y="855768"/>
                  </a:lnTo>
                  <a:lnTo>
                    <a:pt x="2245173" y="921700"/>
                  </a:lnTo>
                  <a:lnTo>
                    <a:pt x="2290159" y="987964"/>
                  </a:lnTo>
                  <a:lnTo>
                    <a:pt x="2335081" y="1053940"/>
                  </a:lnTo>
                  <a:lnTo>
                    <a:pt x="2379807" y="1119015"/>
                  </a:lnTo>
                  <a:lnTo>
                    <a:pt x="2424220" y="1182612"/>
                  </a:lnTo>
                  <a:lnTo>
                    <a:pt x="2468232" y="1244210"/>
                  </a:lnTo>
                  <a:lnTo>
                    <a:pt x="2511789" y="1303359"/>
                  </a:lnTo>
                  <a:lnTo>
                    <a:pt x="2554885" y="1359693"/>
                  </a:lnTo>
                  <a:lnTo>
                    <a:pt x="2597560" y="1412937"/>
                  </a:lnTo>
                  <a:lnTo>
                    <a:pt x="2639916" y="1462906"/>
                  </a:lnTo>
                  <a:lnTo>
                    <a:pt x="2682113" y="1509503"/>
                  </a:lnTo>
                  <a:lnTo>
                    <a:pt x="2724387" y="1552716"/>
                  </a:lnTo>
                  <a:lnTo>
                    <a:pt x="2767048" y="1592603"/>
                  </a:lnTo>
                  <a:lnTo>
                    <a:pt x="2770117" y="1595325"/>
                  </a:lnTo>
                  <a:lnTo>
                    <a:pt x="2819057" y="1635989"/>
                  </a:lnTo>
                  <a:lnTo>
                    <a:pt x="2869654" y="1672571"/>
                  </a:lnTo>
                  <a:lnTo>
                    <a:pt x="2922696" y="1705281"/>
                  </a:lnTo>
                  <a:lnTo>
                    <a:pt x="2979062" y="1734472"/>
                  </a:lnTo>
                  <a:lnTo>
                    <a:pt x="3039649" y="1760543"/>
                  </a:lnTo>
                  <a:lnTo>
                    <a:pt x="3105294" y="1783878"/>
                  </a:lnTo>
                  <a:lnTo>
                    <a:pt x="3176679" y="1804816"/>
                  </a:lnTo>
                  <a:lnTo>
                    <a:pt x="3254204" y="1823630"/>
                  </a:lnTo>
                  <a:lnTo>
                    <a:pt x="3337813" y="1840520"/>
                  </a:lnTo>
                  <a:lnTo>
                    <a:pt x="3426801" y="1855611"/>
                  </a:lnTo>
                  <a:lnTo>
                    <a:pt x="3519608" y="1868956"/>
                  </a:lnTo>
                  <a:lnTo>
                    <a:pt x="3613684" y="1880548"/>
                  </a:lnTo>
                  <a:lnTo>
                    <a:pt x="3705523" y="1890348"/>
                  </a:lnTo>
                  <a:lnTo>
                    <a:pt x="3790938" y="1898321"/>
                  </a:lnTo>
                  <a:lnTo>
                    <a:pt x="3865657" y="1904476"/>
                  </a:lnTo>
                  <a:lnTo>
                    <a:pt x="3926120" y="1908905"/>
                  </a:lnTo>
                  <a:lnTo>
                    <a:pt x="3970288" y="1911799"/>
                  </a:lnTo>
                  <a:lnTo>
                    <a:pt x="3998194" y="1913443"/>
                  </a:lnTo>
                  <a:lnTo>
                    <a:pt x="4012084" y="1914182"/>
                  </a:lnTo>
                  <a:lnTo>
                    <a:pt x="4016208" y="1914382"/>
                  </a:lnTo>
                  <a:lnTo>
                    <a:pt x="4016409" y="1914391"/>
                  </a:lnTo>
                  <a:lnTo>
                    <a:pt x="4538543" y="1914391"/>
                  </a:lnTo>
                  <a:lnTo>
                    <a:pt x="4539810" y="1914403"/>
                  </a:lnTo>
                  <a:lnTo>
                    <a:pt x="4548093" y="1914493"/>
                  </a:lnTo>
                  <a:lnTo>
                    <a:pt x="4568802" y="1914743"/>
                  </a:lnTo>
                  <a:lnTo>
                    <a:pt x="4605389" y="1915233"/>
                  </a:lnTo>
                  <a:lnTo>
                    <a:pt x="4659035" y="1916035"/>
                  </a:lnTo>
                  <a:lnTo>
                    <a:pt x="4728593" y="1917202"/>
                  </a:lnTo>
                  <a:lnTo>
                    <a:pt x="4810979" y="1918767"/>
                  </a:lnTo>
                  <a:lnTo>
                    <a:pt x="4901946" y="1920739"/>
                  </a:lnTo>
                  <a:lnTo>
                    <a:pt x="4996989" y="1923111"/>
                  </a:lnTo>
                  <a:lnTo>
                    <a:pt x="5092089" y="1925876"/>
                  </a:lnTo>
                  <a:lnTo>
                    <a:pt x="5184160" y="1929028"/>
                  </a:lnTo>
                  <a:lnTo>
                    <a:pt x="5271184" y="1932573"/>
                  </a:lnTo>
                  <a:lnTo>
                    <a:pt x="5352112" y="1936533"/>
                  </a:lnTo>
                  <a:lnTo>
                    <a:pt x="5426671" y="1940947"/>
                  </a:lnTo>
                  <a:lnTo>
                    <a:pt x="5495138" y="1945872"/>
                  </a:lnTo>
                  <a:lnTo>
                    <a:pt x="5558147" y="1951378"/>
                  </a:lnTo>
                  <a:lnTo>
                    <a:pt x="5616536" y="1957551"/>
                  </a:lnTo>
                  <a:lnTo>
                    <a:pt x="5671233" y="1964480"/>
                  </a:lnTo>
                  <a:lnTo>
                    <a:pt x="5723171" y="1972249"/>
                  </a:lnTo>
                  <a:lnTo>
                    <a:pt x="5773207" y="1980916"/>
                  </a:lnTo>
                  <a:lnTo>
                    <a:pt x="5784835" y="1983098"/>
                  </a:lnTo>
                  <a:lnTo>
                    <a:pt x="5838125" y="1993880"/>
                  </a:lnTo>
                  <a:lnTo>
                    <a:pt x="5890901" y="2005786"/>
                  </a:lnTo>
                  <a:lnTo>
                    <a:pt x="5943724" y="2018830"/>
                  </a:lnTo>
                  <a:lnTo>
                    <a:pt x="5996971" y="2032987"/>
                  </a:lnTo>
                  <a:lnTo>
                    <a:pt x="6050861" y="2048189"/>
                  </a:lnTo>
                  <a:lnTo>
                    <a:pt x="6105473" y="2064315"/>
                  </a:lnTo>
                  <a:lnTo>
                    <a:pt x="6160765" y="2081203"/>
                  </a:lnTo>
                  <a:lnTo>
                    <a:pt x="6216592" y="2098646"/>
                  </a:lnTo>
                  <a:lnTo>
                    <a:pt x="6272739" y="2116406"/>
                  </a:lnTo>
                  <a:lnTo>
                    <a:pt x="6328948" y="2134227"/>
                  </a:lnTo>
                  <a:lnTo>
                    <a:pt x="6384953" y="2151847"/>
                  </a:lnTo>
                  <a:lnTo>
                    <a:pt x="6440513" y="2169018"/>
                  </a:lnTo>
                  <a:lnTo>
                    <a:pt x="6495450" y="2185518"/>
                  </a:lnTo>
                  <a:lnTo>
                    <a:pt x="6549671" y="2201163"/>
                  </a:lnTo>
                  <a:lnTo>
                    <a:pt x="6603196" y="2215813"/>
                  </a:lnTo>
                  <a:lnTo>
                    <a:pt x="6656177" y="2229375"/>
                  </a:lnTo>
                  <a:lnTo>
                    <a:pt x="6708916" y="2241805"/>
                  </a:lnTo>
                  <a:lnTo>
                    <a:pt x="6761887" y="2253100"/>
                  </a:lnTo>
                  <a:lnTo>
                    <a:pt x="6786527" y="2257927"/>
                  </a:lnTo>
                  <a:lnTo>
                    <a:pt x="6836223" y="2266810"/>
                  </a:lnTo>
                  <a:lnTo>
                    <a:pt x="6887639" y="2274787"/>
                  </a:lnTo>
                  <a:lnTo>
                    <a:pt x="6941601" y="2281907"/>
                  </a:lnTo>
                  <a:lnTo>
                    <a:pt x="6999032" y="2288251"/>
                  </a:lnTo>
                  <a:lnTo>
                    <a:pt x="7060869" y="2293907"/>
                  </a:lnTo>
                  <a:lnTo>
                    <a:pt x="7127979" y="2298962"/>
                  </a:lnTo>
                  <a:lnTo>
                    <a:pt x="7201057" y="2303491"/>
                  </a:lnTo>
                  <a:lnTo>
                    <a:pt x="7280480" y="2307554"/>
                  </a:lnTo>
                  <a:lnTo>
                    <a:pt x="7366125" y="2311195"/>
                  </a:lnTo>
                  <a:lnTo>
                    <a:pt x="7457148" y="2314438"/>
                  </a:lnTo>
                  <a:lnTo>
                    <a:pt x="7551771" y="2317295"/>
                  </a:lnTo>
                  <a:lnTo>
                    <a:pt x="7647159" y="2319761"/>
                  </a:lnTo>
                  <a:lnTo>
                    <a:pt x="7739489" y="2321828"/>
                  </a:lnTo>
                  <a:lnTo>
                    <a:pt x="7824311" y="2323489"/>
                  </a:lnTo>
                  <a:lnTo>
                    <a:pt x="7897236" y="2324749"/>
                  </a:lnTo>
                  <a:lnTo>
                    <a:pt x="7954828" y="2325633"/>
                  </a:lnTo>
                  <a:lnTo>
                    <a:pt x="7995429" y="2326191"/>
                  </a:lnTo>
                  <a:lnTo>
                    <a:pt x="8019659" y="2326490"/>
                  </a:lnTo>
                  <a:lnTo>
                    <a:pt x="8030458" y="2326610"/>
                  </a:lnTo>
                  <a:lnTo>
                    <a:pt x="8032802" y="2326634"/>
                  </a:lnTo>
                  <a:lnTo>
                    <a:pt x="8032819" y="2326634"/>
                  </a:lnTo>
                  <a:lnTo>
                    <a:pt x="8554953" y="2326634"/>
                  </a:lnTo>
                  <a:lnTo>
                    <a:pt x="8554953" y="2326634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487" name="pl487"/>
            <p:cNvSpPr/>
            <p:nvPr/>
          </p:nvSpPr>
          <p:spPr>
            <a:xfrm>
              <a:off x="386606" y="2405334"/>
              <a:ext cx="8554953" cy="2326634"/>
            </a:xfrm>
            <a:custGeom>
              <a:avLst/>
              <a:pathLst>
                <a:path w="8554953" h="2326634">
                  <a:moveTo>
                    <a:pt x="8554953" y="2326634"/>
                  </a:moveTo>
                  <a:lnTo>
                    <a:pt x="8032819" y="2326634"/>
                  </a:lnTo>
                  <a:lnTo>
                    <a:pt x="8031552" y="2326621"/>
                  </a:lnTo>
                  <a:lnTo>
                    <a:pt x="8023269" y="2326531"/>
                  </a:lnTo>
                  <a:lnTo>
                    <a:pt x="8002560" y="2326282"/>
                  </a:lnTo>
                  <a:lnTo>
                    <a:pt x="7965973" y="2325792"/>
                  </a:lnTo>
                  <a:lnTo>
                    <a:pt x="7912327" y="2324990"/>
                  </a:lnTo>
                  <a:lnTo>
                    <a:pt x="7842769" y="2323822"/>
                  </a:lnTo>
                  <a:lnTo>
                    <a:pt x="7760383" y="2322257"/>
                  </a:lnTo>
                  <a:lnTo>
                    <a:pt x="7669415" y="2320286"/>
                  </a:lnTo>
                  <a:lnTo>
                    <a:pt x="7574373" y="2317913"/>
                  </a:lnTo>
                  <a:lnTo>
                    <a:pt x="7479273" y="2315148"/>
                  </a:lnTo>
                  <a:lnTo>
                    <a:pt x="7387202" y="2311996"/>
                  </a:lnTo>
                  <a:lnTo>
                    <a:pt x="7300178" y="2308451"/>
                  </a:lnTo>
                  <a:lnTo>
                    <a:pt x="7219250" y="2304491"/>
                  </a:lnTo>
                  <a:lnTo>
                    <a:pt x="7144691" y="2300077"/>
                  </a:lnTo>
                  <a:lnTo>
                    <a:pt x="7076224" y="2295153"/>
                  </a:lnTo>
                  <a:lnTo>
                    <a:pt x="7013215" y="2289646"/>
                  </a:lnTo>
                  <a:lnTo>
                    <a:pt x="6954826" y="2283473"/>
                  </a:lnTo>
                  <a:lnTo>
                    <a:pt x="6900129" y="2276545"/>
                  </a:lnTo>
                  <a:lnTo>
                    <a:pt x="6848191" y="2268776"/>
                  </a:lnTo>
                  <a:lnTo>
                    <a:pt x="6798155" y="2260108"/>
                  </a:lnTo>
                  <a:lnTo>
                    <a:pt x="6786527" y="2257927"/>
                  </a:lnTo>
                  <a:lnTo>
                    <a:pt x="6733236" y="2247144"/>
                  </a:lnTo>
                  <a:lnTo>
                    <a:pt x="6680461" y="2235239"/>
                  </a:lnTo>
                  <a:lnTo>
                    <a:pt x="6627638" y="2222195"/>
                  </a:lnTo>
                  <a:lnTo>
                    <a:pt x="6574391" y="2208037"/>
                  </a:lnTo>
                  <a:lnTo>
                    <a:pt x="6520501" y="2192836"/>
                  </a:lnTo>
                  <a:lnTo>
                    <a:pt x="6465888" y="2176709"/>
                  </a:lnTo>
                  <a:lnTo>
                    <a:pt x="6410597" y="2159821"/>
                  </a:lnTo>
                  <a:lnTo>
                    <a:pt x="6354770" y="2142378"/>
                  </a:lnTo>
                  <a:lnTo>
                    <a:pt x="6298623" y="2124618"/>
                  </a:lnTo>
                  <a:lnTo>
                    <a:pt x="6242414" y="2106798"/>
                  </a:lnTo>
                  <a:lnTo>
                    <a:pt x="6186409" y="2089178"/>
                  </a:lnTo>
                  <a:lnTo>
                    <a:pt x="6130849" y="2072007"/>
                  </a:lnTo>
                  <a:lnTo>
                    <a:pt x="6075912" y="2055506"/>
                  </a:lnTo>
                  <a:lnTo>
                    <a:pt x="6021691" y="2039862"/>
                  </a:lnTo>
                  <a:lnTo>
                    <a:pt x="5968166" y="2025212"/>
                  </a:lnTo>
                  <a:lnTo>
                    <a:pt x="5915185" y="2011649"/>
                  </a:lnTo>
                  <a:lnTo>
                    <a:pt x="5862446" y="1999220"/>
                  </a:lnTo>
                  <a:lnTo>
                    <a:pt x="5809475" y="1987924"/>
                  </a:lnTo>
                  <a:lnTo>
                    <a:pt x="5784835" y="1983098"/>
                  </a:lnTo>
                  <a:lnTo>
                    <a:pt x="5735139" y="1974215"/>
                  </a:lnTo>
                  <a:lnTo>
                    <a:pt x="5683723" y="1966237"/>
                  </a:lnTo>
                  <a:lnTo>
                    <a:pt x="5629761" y="1959117"/>
                  </a:lnTo>
                  <a:lnTo>
                    <a:pt x="5572330" y="1952774"/>
                  </a:lnTo>
                  <a:lnTo>
                    <a:pt x="5510493" y="1947118"/>
                  </a:lnTo>
                  <a:lnTo>
                    <a:pt x="5443383" y="1942063"/>
                  </a:lnTo>
                  <a:lnTo>
                    <a:pt x="5370305" y="1937534"/>
                  </a:lnTo>
                  <a:lnTo>
                    <a:pt x="5290882" y="1933470"/>
                  </a:lnTo>
                  <a:lnTo>
                    <a:pt x="5205237" y="1929830"/>
                  </a:lnTo>
                  <a:lnTo>
                    <a:pt x="5114214" y="1926586"/>
                  </a:lnTo>
                  <a:lnTo>
                    <a:pt x="5019591" y="1923730"/>
                  </a:lnTo>
                  <a:lnTo>
                    <a:pt x="4924203" y="1921263"/>
                  </a:lnTo>
                  <a:lnTo>
                    <a:pt x="4831873" y="1919197"/>
                  </a:lnTo>
                  <a:lnTo>
                    <a:pt x="4747051" y="1917536"/>
                  </a:lnTo>
                  <a:lnTo>
                    <a:pt x="4674126" y="1916276"/>
                  </a:lnTo>
                  <a:lnTo>
                    <a:pt x="4616534" y="1915392"/>
                  </a:lnTo>
                  <a:lnTo>
                    <a:pt x="4575933" y="1914834"/>
                  </a:lnTo>
                  <a:lnTo>
                    <a:pt x="4551703" y="1914535"/>
                  </a:lnTo>
                  <a:lnTo>
                    <a:pt x="4540904" y="1914414"/>
                  </a:lnTo>
                  <a:lnTo>
                    <a:pt x="4538560" y="1914391"/>
                  </a:lnTo>
                  <a:lnTo>
                    <a:pt x="4538543" y="1914391"/>
                  </a:lnTo>
                  <a:lnTo>
                    <a:pt x="4016409" y="1914391"/>
                  </a:lnTo>
                  <a:lnTo>
                    <a:pt x="4015197" y="1914334"/>
                  </a:lnTo>
                  <a:lnTo>
                    <a:pt x="4007266" y="1913934"/>
                  </a:lnTo>
                  <a:lnTo>
                    <a:pt x="3987405" y="1912828"/>
                  </a:lnTo>
                  <a:lnTo>
                    <a:pt x="3952239" y="1910655"/>
                  </a:lnTo>
                  <a:lnTo>
                    <a:pt x="3900519" y="1907092"/>
                  </a:lnTo>
                  <a:lnTo>
                    <a:pt x="3833201" y="1901894"/>
                  </a:lnTo>
                  <a:lnTo>
                    <a:pt x="3753105" y="1894917"/>
                  </a:lnTo>
                  <a:lnTo>
                    <a:pt x="3664223" y="1886109"/>
                  </a:lnTo>
                  <a:lnTo>
                    <a:pt x="3570876" y="1875487"/>
                  </a:lnTo>
                  <a:lnTo>
                    <a:pt x="3476997" y="1863093"/>
                  </a:lnTo>
                  <a:lnTo>
                    <a:pt x="3385676" y="1848955"/>
                  </a:lnTo>
                  <a:lnTo>
                    <a:pt x="3299000" y="1833055"/>
                  </a:lnTo>
                  <a:lnTo>
                    <a:pt x="3218119" y="1815308"/>
                  </a:lnTo>
                  <a:lnTo>
                    <a:pt x="3143416" y="1795556"/>
                  </a:lnTo>
                  <a:lnTo>
                    <a:pt x="3074715" y="1773565"/>
                  </a:lnTo>
                  <a:lnTo>
                    <a:pt x="3011470" y="1749028"/>
                  </a:lnTo>
                  <a:lnTo>
                    <a:pt x="2952916" y="1721586"/>
                  </a:lnTo>
                  <a:lnTo>
                    <a:pt x="2898176" y="1690840"/>
                  </a:lnTo>
                  <a:lnTo>
                    <a:pt x="2846353" y="1656404"/>
                  </a:lnTo>
                  <a:lnTo>
                    <a:pt x="2796600" y="1617976"/>
                  </a:lnTo>
                  <a:lnTo>
                    <a:pt x="2770117" y="1595325"/>
                  </a:lnTo>
                  <a:lnTo>
                    <a:pt x="2727414" y="1555672"/>
                  </a:lnTo>
                  <a:lnTo>
                    <a:pt x="2685125" y="1512700"/>
                  </a:lnTo>
                  <a:lnTo>
                    <a:pt x="2642930" y="1466344"/>
                  </a:lnTo>
                  <a:lnTo>
                    <a:pt x="2600592" y="1416613"/>
                  </a:lnTo>
                  <a:lnTo>
                    <a:pt x="2557944" y="1363598"/>
                  </a:lnTo>
                  <a:lnTo>
                    <a:pt x="2514880" y="1307476"/>
                  </a:lnTo>
                  <a:lnTo>
                    <a:pt x="2471356" y="1248517"/>
                  </a:lnTo>
                  <a:lnTo>
                    <a:pt x="2427375" y="1187080"/>
                  </a:lnTo>
                  <a:lnTo>
                    <a:pt x="2382988" y="1123610"/>
                  </a:lnTo>
                  <a:lnTo>
                    <a:pt x="2338282" y="1058622"/>
                  </a:lnTo>
                  <a:lnTo>
                    <a:pt x="2293369" y="992690"/>
                  </a:lnTo>
                  <a:lnTo>
                    <a:pt x="2248383" y="926426"/>
                  </a:lnTo>
                  <a:lnTo>
                    <a:pt x="2203461" y="860450"/>
                  </a:lnTo>
                  <a:lnTo>
                    <a:pt x="2158735" y="795375"/>
                  </a:lnTo>
                  <a:lnTo>
                    <a:pt x="2114322" y="731778"/>
                  </a:lnTo>
                  <a:lnTo>
                    <a:pt x="2070310" y="670180"/>
                  </a:lnTo>
                  <a:lnTo>
                    <a:pt x="2026753" y="611031"/>
                  </a:lnTo>
                  <a:lnTo>
                    <a:pt x="1983657" y="554697"/>
                  </a:lnTo>
                  <a:lnTo>
                    <a:pt x="1940982" y="501453"/>
                  </a:lnTo>
                  <a:lnTo>
                    <a:pt x="1898627" y="451484"/>
                  </a:lnTo>
                  <a:lnTo>
                    <a:pt x="1856429" y="404887"/>
                  </a:lnTo>
                  <a:lnTo>
                    <a:pt x="1814155" y="361674"/>
                  </a:lnTo>
                  <a:lnTo>
                    <a:pt x="1771495" y="321787"/>
                  </a:lnTo>
                  <a:lnTo>
                    <a:pt x="1768425" y="319065"/>
                  </a:lnTo>
                  <a:lnTo>
                    <a:pt x="1719486" y="278401"/>
                  </a:lnTo>
                  <a:lnTo>
                    <a:pt x="1668888" y="241819"/>
                  </a:lnTo>
                  <a:lnTo>
                    <a:pt x="1615847" y="209109"/>
                  </a:lnTo>
                  <a:lnTo>
                    <a:pt x="1559481" y="179918"/>
                  </a:lnTo>
                  <a:lnTo>
                    <a:pt x="1498894" y="153847"/>
                  </a:lnTo>
                  <a:lnTo>
                    <a:pt x="1433248" y="130512"/>
                  </a:lnTo>
                  <a:lnTo>
                    <a:pt x="1361863" y="109574"/>
                  </a:lnTo>
                  <a:lnTo>
                    <a:pt x="1284338" y="90760"/>
                  </a:lnTo>
                  <a:lnTo>
                    <a:pt x="1200729" y="73870"/>
                  </a:lnTo>
                  <a:lnTo>
                    <a:pt x="1111741" y="58779"/>
                  </a:lnTo>
                  <a:lnTo>
                    <a:pt x="1018935" y="45434"/>
                  </a:lnTo>
                  <a:lnTo>
                    <a:pt x="924858" y="33842"/>
                  </a:lnTo>
                  <a:lnTo>
                    <a:pt x="833020" y="24042"/>
                  </a:lnTo>
                  <a:lnTo>
                    <a:pt x="747604" y="16069"/>
                  </a:lnTo>
                  <a:lnTo>
                    <a:pt x="672885" y="9914"/>
                  </a:lnTo>
                  <a:lnTo>
                    <a:pt x="612422" y="5485"/>
                  </a:lnTo>
                  <a:lnTo>
                    <a:pt x="568254" y="2591"/>
                  </a:lnTo>
                  <a:lnTo>
                    <a:pt x="540349" y="947"/>
                  </a:lnTo>
                  <a:lnTo>
                    <a:pt x="526458" y="208"/>
                  </a:lnTo>
                  <a:lnTo>
                    <a:pt x="522334" y="8"/>
                  </a:lnTo>
                  <a:lnTo>
                    <a:pt x="522133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488" name="pg488"/>
            <p:cNvSpPr/>
            <p:nvPr/>
          </p:nvSpPr>
          <p:spPr>
            <a:xfrm>
              <a:off x="386606" y="2422275"/>
              <a:ext cx="8554953" cy="3665014"/>
            </a:xfrm>
            <a:custGeom>
              <a:avLst/>
              <a:pathLst>
                <a:path w="8554953" h="3665014">
                  <a:moveTo>
                    <a:pt x="0" y="5647"/>
                  </a:moveTo>
                  <a:lnTo>
                    <a:pt x="522133" y="5647"/>
                  </a:lnTo>
                  <a:lnTo>
                    <a:pt x="523343" y="5704"/>
                  </a:lnTo>
                  <a:lnTo>
                    <a:pt x="531262" y="6110"/>
                  </a:lnTo>
                  <a:lnTo>
                    <a:pt x="551092" y="7234"/>
                  </a:lnTo>
                  <a:lnTo>
                    <a:pt x="586208" y="9442"/>
                  </a:lnTo>
                  <a:lnTo>
                    <a:pt x="637859" y="13063"/>
                  </a:lnTo>
                  <a:lnTo>
                    <a:pt x="705097" y="18344"/>
                  </a:lnTo>
                  <a:lnTo>
                    <a:pt x="785110" y="25434"/>
                  </a:lnTo>
                  <a:lnTo>
                    <a:pt x="873917" y="34385"/>
                  </a:lnTo>
                  <a:lnTo>
                    <a:pt x="967201" y="45181"/>
                  </a:lnTo>
                  <a:lnTo>
                    <a:pt x="1061035" y="57778"/>
                  </a:lnTo>
                  <a:lnTo>
                    <a:pt x="1152328" y="72148"/>
                  </a:lnTo>
                  <a:lnTo>
                    <a:pt x="1238990" y="88309"/>
                  </a:lnTo>
                  <a:lnTo>
                    <a:pt x="1319869" y="106347"/>
                  </a:lnTo>
                  <a:lnTo>
                    <a:pt x="1394576" y="126421"/>
                  </a:lnTo>
                  <a:lnTo>
                    <a:pt x="1463285" y="148771"/>
                  </a:lnTo>
                  <a:lnTo>
                    <a:pt x="1526538" y="173704"/>
                  </a:lnTo>
                  <a:lnTo>
                    <a:pt x="1585100" y="201589"/>
                  </a:lnTo>
                  <a:lnTo>
                    <a:pt x="1639842" y="232827"/>
                  </a:lnTo>
                  <a:lnTo>
                    <a:pt x="1691661" y="267813"/>
                  </a:lnTo>
                  <a:lnTo>
                    <a:pt x="1741405" y="306856"/>
                  </a:lnTo>
                  <a:lnTo>
                    <a:pt x="1768425" y="330359"/>
                  </a:lnTo>
                  <a:lnTo>
                    <a:pt x="1810896" y="370485"/>
                  </a:lnTo>
                  <a:lnTo>
                    <a:pt x="1852957" y="413952"/>
                  </a:lnTo>
                  <a:lnTo>
                    <a:pt x="1894921" y="460824"/>
                  </a:lnTo>
                  <a:lnTo>
                    <a:pt x="1937024" y="511095"/>
                  </a:lnTo>
                  <a:lnTo>
                    <a:pt x="1979431" y="564674"/>
                  </a:lnTo>
                  <a:lnTo>
                    <a:pt x="2022246" y="621388"/>
                  </a:lnTo>
                  <a:lnTo>
                    <a:pt x="2065517" y="680967"/>
                  </a:lnTo>
                  <a:lnTo>
                    <a:pt x="2109240" y="743057"/>
                  </a:lnTo>
                  <a:lnTo>
                    <a:pt x="2153368" y="807215"/>
                  </a:lnTo>
                  <a:lnTo>
                    <a:pt x="2197818" y="872927"/>
                  </a:lnTo>
                  <a:lnTo>
                    <a:pt x="2242477" y="939622"/>
                  </a:lnTo>
                  <a:lnTo>
                    <a:pt x="2287218" y="1006690"/>
                  </a:lnTo>
                  <a:lnTo>
                    <a:pt x="2331904" y="1073507"/>
                  </a:lnTo>
                  <a:lnTo>
                    <a:pt x="2376404" y="1139461"/>
                  </a:lnTo>
                  <a:lnTo>
                    <a:pt x="2420604" y="1203969"/>
                  </a:lnTo>
                  <a:lnTo>
                    <a:pt x="2464412" y="1266505"/>
                  </a:lnTo>
                  <a:lnTo>
                    <a:pt x="2507774" y="1326613"/>
                  </a:lnTo>
                  <a:lnTo>
                    <a:pt x="2550677" y="1383917"/>
                  </a:lnTo>
                  <a:lnTo>
                    <a:pt x="2593159" y="1438133"/>
                  </a:lnTo>
                  <a:lnTo>
                    <a:pt x="2635310" y="1489068"/>
                  </a:lnTo>
                  <a:lnTo>
                    <a:pt x="2677286" y="1536615"/>
                  </a:lnTo>
                  <a:lnTo>
                    <a:pt x="2719305" y="1580753"/>
                  </a:lnTo>
                  <a:lnTo>
                    <a:pt x="2761666" y="1621532"/>
                  </a:lnTo>
                  <a:lnTo>
                    <a:pt x="2770117" y="1629208"/>
                  </a:lnTo>
                  <a:lnTo>
                    <a:pt x="2819029" y="1670570"/>
                  </a:lnTo>
                  <a:lnTo>
                    <a:pt x="2869597" y="1707782"/>
                  </a:lnTo>
                  <a:lnTo>
                    <a:pt x="2922606" y="1741058"/>
                  </a:lnTo>
                  <a:lnTo>
                    <a:pt x="2978934" y="1770756"/>
                  </a:lnTo>
                  <a:lnTo>
                    <a:pt x="3039476" y="1797281"/>
                  </a:lnTo>
                  <a:lnTo>
                    <a:pt x="3105069" y="1821024"/>
                  </a:lnTo>
                  <a:lnTo>
                    <a:pt x="3176394" y="1842329"/>
                  </a:lnTo>
                  <a:lnTo>
                    <a:pt x="3253850" y="1861474"/>
                  </a:lnTo>
                  <a:lnTo>
                    <a:pt x="3337386" y="1878663"/>
                  </a:lnTo>
                  <a:lnTo>
                    <a:pt x="3426301" y="1894022"/>
                  </a:lnTo>
                  <a:lnTo>
                    <a:pt x="3519041" y="1907605"/>
                  </a:lnTo>
                  <a:lnTo>
                    <a:pt x="3613068" y="1919407"/>
                  </a:lnTo>
                  <a:lnTo>
                    <a:pt x="3704885" y="1929388"/>
                  </a:lnTo>
                  <a:lnTo>
                    <a:pt x="3790318" y="1937512"/>
                  </a:lnTo>
                  <a:lnTo>
                    <a:pt x="3865096" y="1943787"/>
                  </a:lnTo>
                  <a:lnTo>
                    <a:pt x="3925659" y="1948306"/>
                  </a:lnTo>
                  <a:lnTo>
                    <a:pt x="3969953" y="1951262"/>
                  </a:lnTo>
                  <a:lnTo>
                    <a:pt x="3997992" y="1952945"/>
                  </a:lnTo>
                  <a:lnTo>
                    <a:pt x="4011998" y="1953704"/>
                  </a:lnTo>
                  <a:lnTo>
                    <a:pt x="4016196" y="1953911"/>
                  </a:lnTo>
                  <a:lnTo>
                    <a:pt x="4016409" y="1953921"/>
                  </a:lnTo>
                  <a:lnTo>
                    <a:pt x="4538543" y="1953921"/>
                  </a:lnTo>
                  <a:lnTo>
                    <a:pt x="4539766" y="1953971"/>
                  </a:lnTo>
                  <a:lnTo>
                    <a:pt x="4547769" y="1954332"/>
                  </a:lnTo>
                  <a:lnTo>
                    <a:pt x="4567801" y="1955330"/>
                  </a:lnTo>
                  <a:lnTo>
                    <a:pt x="4603256" y="1957291"/>
                  </a:lnTo>
                  <a:lnTo>
                    <a:pt x="4655367" y="1960505"/>
                  </a:lnTo>
                  <a:lnTo>
                    <a:pt x="4723143" y="1965192"/>
                  </a:lnTo>
                  <a:lnTo>
                    <a:pt x="4803708" y="1971481"/>
                  </a:lnTo>
                  <a:lnTo>
                    <a:pt x="4893020" y="1979416"/>
                  </a:lnTo>
                  <a:lnTo>
                    <a:pt x="4986719" y="1988982"/>
                  </a:lnTo>
                  <a:lnTo>
                    <a:pt x="5080853" y="2000141"/>
                  </a:lnTo>
                  <a:lnTo>
                    <a:pt x="5172334" y="2012868"/>
                  </a:lnTo>
                  <a:lnTo>
                    <a:pt x="5259086" y="2027182"/>
                  </a:lnTo>
                  <a:lnTo>
                    <a:pt x="5339981" y="2043160"/>
                  </a:lnTo>
                  <a:lnTo>
                    <a:pt x="5414656" y="2060949"/>
                  </a:lnTo>
                  <a:lnTo>
                    <a:pt x="5483310" y="2080764"/>
                  </a:lnTo>
                  <a:lnTo>
                    <a:pt x="5546506" y="2102881"/>
                  </a:lnTo>
                  <a:lnTo>
                    <a:pt x="5605025" y="2127630"/>
                  </a:lnTo>
                  <a:lnTo>
                    <a:pt x="5659753" y="2155368"/>
                  </a:lnTo>
                  <a:lnTo>
                    <a:pt x="5711595" y="2186443"/>
                  </a:lnTo>
                  <a:lnTo>
                    <a:pt x="5761402" y="2221121"/>
                  </a:lnTo>
                  <a:lnTo>
                    <a:pt x="5784835" y="2239103"/>
                  </a:lnTo>
                  <a:lnTo>
                    <a:pt x="5828971" y="2275794"/>
                  </a:lnTo>
                  <a:lnTo>
                    <a:pt x="5872678" y="2315658"/>
                  </a:lnTo>
                  <a:lnTo>
                    <a:pt x="5916303" y="2358756"/>
                  </a:lnTo>
                  <a:lnTo>
                    <a:pt x="5960102" y="2405071"/>
                  </a:lnTo>
                  <a:lnTo>
                    <a:pt x="6004251" y="2454506"/>
                  </a:lnTo>
                  <a:lnTo>
                    <a:pt x="6048856" y="2506870"/>
                  </a:lnTo>
                  <a:lnTo>
                    <a:pt x="6093957" y="2561881"/>
                  </a:lnTo>
                  <a:lnTo>
                    <a:pt x="6139536" y="2619166"/>
                  </a:lnTo>
                  <a:lnTo>
                    <a:pt x="6185528" y="2678266"/>
                  </a:lnTo>
                  <a:lnTo>
                    <a:pt x="6231827" y="2738653"/>
                  </a:lnTo>
                  <a:lnTo>
                    <a:pt x="6278299" y="2799746"/>
                  </a:lnTo>
                  <a:lnTo>
                    <a:pt x="6324796" y="2860938"/>
                  </a:lnTo>
                  <a:lnTo>
                    <a:pt x="6371166" y="2921614"/>
                  </a:lnTo>
                  <a:lnTo>
                    <a:pt x="6417268" y="2981182"/>
                  </a:lnTo>
                  <a:lnTo>
                    <a:pt x="6462988" y="3039096"/>
                  </a:lnTo>
                  <a:lnTo>
                    <a:pt x="6508244" y="3094874"/>
                  </a:lnTo>
                  <a:lnTo>
                    <a:pt x="6553005" y="3148113"/>
                  </a:lnTo>
                  <a:lnTo>
                    <a:pt x="6597291" y="3198503"/>
                  </a:lnTo>
                  <a:lnTo>
                    <a:pt x="6641186" y="3245823"/>
                  </a:lnTo>
                  <a:lnTo>
                    <a:pt x="6684842" y="3289948"/>
                  </a:lnTo>
                  <a:lnTo>
                    <a:pt x="6728490" y="3330835"/>
                  </a:lnTo>
                  <a:lnTo>
                    <a:pt x="6772446" y="3368523"/>
                  </a:lnTo>
                  <a:lnTo>
                    <a:pt x="6786527" y="3379831"/>
                  </a:lnTo>
                  <a:lnTo>
                    <a:pt x="6835621" y="3416284"/>
                  </a:lnTo>
                  <a:lnTo>
                    <a:pt x="6886386" y="3449066"/>
                  </a:lnTo>
                  <a:lnTo>
                    <a:pt x="6939616" y="3478368"/>
                  </a:lnTo>
                  <a:lnTo>
                    <a:pt x="6996199" y="3504508"/>
                  </a:lnTo>
                  <a:lnTo>
                    <a:pt x="7057041" y="3527847"/>
                  </a:lnTo>
                  <a:lnTo>
                    <a:pt x="7122984" y="3548730"/>
                  </a:lnTo>
                  <a:lnTo>
                    <a:pt x="7194714" y="3567461"/>
                  </a:lnTo>
                  <a:lnTo>
                    <a:pt x="7272626" y="3584288"/>
                  </a:lnTo>
                  <a:lnTo>
                    <a:pt x="7356651" y="3599388"/>
                  </a:lnTo>
                  <a:lnTo>
                    <a:pt x="7446057" y="3612872"/>
                  </a:lnTo>
                  <a:lnTo>
                    <a:pt x="7539239" y="3624785"/>
                  </a:lnTo>
                  <a:lnTo>
                    <a:pt x="7633594" y="3635121"/>
                  </a:lnTo>
                  <a:lnTo>
                    <a:pt x="7725548" y="3643845"/>
                  </a:lnTo>
                  <a:lnTo>
                    <a:pt x="7810861" y="3650924"/>
                  </a:lnTo>
                  <a:lnTo>
                    <a:pt x="7885234" y="3656371"/>
                  </a:lnTo>
                  <a:lnTo>
                    <a:pt x="7945127" y="3660270"/>
                  </a:lnTo>
                  <a:lnTo>
                    <a:pt x="7988574" y="3662801"/>
                  </a:lnTo>
                  <a:lnTo>
                    <a:pt x="8015723" y="3664222"/>
                  </a:lnTo>
                  <a:lnTo>
                    <a:pt x="8028959" y="3664848"/>
                  </a:lnTo>
                  <a:lnTo>
                    <a:pt x="8032679" y="3665008"/>
                  </a:lnTo>
                  <a:lnTo>
                    <a:pt x="8032819" y="3665014"/>
                  </a:lnTo>
                  <a:lnTo>
                    <a:pt x="8554953" y="3665014"/>
                  </a:lnTo>
                  <a:lnTo>
                    <a:pt x="8554953" y="3659366"/>
                  </a:lnTo>
                  <a:lnTo>
                    <a:pt x="8032819" y="3659366"/>
                  </a:lnTo>
                  <a:lnTo>
                    <a:pt x="8031596" y="3659316"/>
                  </a:lnTo>
                  <a:lnTo>
                    <a:pt x="8023593" y="3658955"/>
                  </a:lnTo>
                  <a:lnTo>
                    <a:pt x="8003561" y="3657957"/>
                  </a:lnTo>
                  <a:lnTo>
                    <a:pt x="7968106" y="3655996"/>
                  </a:lnTo>
                  <a:lnTo>
                    <a:pt x="7915995" y="3652782"/>
                  </a:lnTo>
                  <a:lnTo>
                    <a:pt x="7848219" y="3648096"/>
                  </a:lnTo>
                  <a:lnTo>
                    <a:pt x="7767654" y="3641807"/>
                  </a:lnTo>
                  <a:lnTo>
                    <a:pt x="7678342" y="3633871"/>
                  </a:lnTo>
                  <a:lnTo>
                    <a:pt x="7584643" y="3624305"/>
                  </a:lnTo>
                  <a:lnTo>
                    <a:pt x="7490509" y="3613146"/>
                  </a:lnTo>
                  <a:lnTo>
                    <a:pt x="7399028" y="3600419"/>
                  </a:lnTo>
                  <a:lnTo>
                    <a:pt x="7312276" y="3586105"/>
                  </a:lnTo>
                  <a:lnTo>
                    <a:pt x="7231381" y="3570127"/>
                  </a:lnTo>
                  <a:lnTo>
                    <a:pt x="7156705" y="3552338"/>
                  </a:lnTo>
                  <a:lnTo>
                    <a:pt x="7088052" y="3532523"/>
                  </a:lnTo>
                  <a:lnTo>
                    <a:pt x="7024856" y="3510406"/>
                  </a:lnTo>
                  <a:lnTo>
                    <a:pt x="6966337" y="3485657"/>
                  </a:lnTo>
                  <a:lnTo>
                    <a:pt x="6911609" y="3457919"/>
                  </a:lnTo>
                  <a:lnTo>
                    <a:pt x="6859767" y="3426844"/>
                  </a:lnTo>
                  <a:lnTo>
                    <a:pt x="6809960" y="3392166"/>
                  </a:lnTo>
                  <a:lnTo>
                    <a:pt x="6786527" y="3374184"/>
                  </a:lnTo>
                  <a:lnTo>
                    <a:pt x="6742391" y="3337493"/>
                  </a:lnTo>
                  <a:lnTo>
                    <a:pt x="6698684" y="3297629"/>
                  </a:lnTo>
                  <a:lnTo>
                    <a:pt x="6655059" y="3254531"/>
                  </a:lnTo>
                  <a:lnTo>
                    <a:pt x="6611260" y="3208216"/>
                  </a:lnTo>
                  <a:lnTo>
                    <a:pt x="6567111" y="3158781"/>
                  </a:lnTo>
                  <a:lnTo>
                    <a:pt x="6522506" y="3106417"/>
                  </a:lnTo>
                  <a:lnTo>
                    <a:pt x="6477405" y="3051406"/>
                  </a:lnTo>
                  <a:lnTo>
                    <a:pt x="6431826" y="2994121"/>
                  </a:lnTo>
                  <a:lnTo>
                    <a:pt x="6385834" y="2935021"/>
                  </a:lnTo>
                  <a:lnTo>
                    <a:pt x="6339535" y="2874635"/>
                  </a:lnTo>
                  <a:lnTo>
                    <a:pt x="6293063" y="2813541"/>
                  </a:lnTo>
                  <a:lnTo>
                    <a:pt x="6246566" y="2752349"/>
                  </a:lnTo>
                  <a:lnTo>
                    <a:pt x="6200196" y="2691673"/>
                  </a:lnTo>
                  <a:lnTo>
                    <a:pt x="6154094" y="2632105"/>
                  </a:lnTo>
                  <a:lnTo>
                    <a:pt x="6108374" y="2574191"/>
                  </a:lnTo>
                  <a:lnTo>
                    <a:pt x="6063118" y="2518413"/>
                  </a:lnTo>
                  <a:lnTo>
                    <a:pt x="6018357" y="2465174"/>
                  </a:lnTo>
                  <a:lnTo>
                    <a:pt x="5974071" y="2414784"/>
                  </a:lnTo>
                  <a:lnTo>
                    <a:pt x="5930176" y="2367464"/>
                  </a:lnTo>
                  <a:lnTo>
                    <a:pt x="5886520" y="2323339"/>
                  </a:lnTo>
                  <a:lnTo>
                    <a:pt x="5842872" y="2282452"/>
                  </a:lnTo>
                  <a:lnTo>
                    <a:pt x="5798916" y="2244764"/>
                  </a:lnTo>
                  <a:lnTo>
                    <a:pt x="5784835" y="2233456"/>
                  </a:lnTo>
                  <a:lnTo>
                    <a:pt x="5735741" y="2197003"/>
                  </a:lnTo>
                  <a:lnTo>
                    <a:pt x="5684976" y="2164221"/>
                  </a:lnTo>
                  <a:lnTo>
                    <a:pt x="5631746" y="2134919"/>
                  </a:lnTo>
                  <a:lnTo>
                    <a:pt x="5575163" y="2108779"/>
                  </a:lnTo>
                  <a:lnTo>
                    <a:pt x="5514321" y="2085441"/>
                  </a:lnTo>
                  <a:lnTo>
                    <a:pt x="5448378" y="2064557"/>
                  </a:lnTo>
                  <a:lnTo>
                    <a:pt x="5376648" y="2045826"/>
                  </a:lnTo>
                  <a:lnTo>
                    <a:pt x="5298736" y="2028999"/>
                  </a:lnTo>
                  <a:lnTo>
                    <a:pt x="5214711" y="2013899"/>
                  </a:lnTo>
                  <a:lnTo>
                    <a:pt x="5125305" y="2000416"/>
                  </a:lnTo>
                  <a:lnTo>
                    <a:pt x="5032123" y="1988502"/>
                  </a:lnTo>
                  <a:lnTo>
                    <a:pt x="4937768" y="1978166"/>
                  </a:lnTo>
                  <a:lnTo>
                    <a:pt x="4845814" y="1969442"/>
                  </a:lnTo>
                  <a:lnTo>
                    <a:pt x="4760501" y="1962363"/>
                  </a:lnTo>
                  <a:lnTo>
                    <a:pt x="4686128" y="1956916"/>
                  </a:lnTo>
                  <a:lnTo>
                    <a:pt x="4626235" y="1953017"/>
                  </a:lnTo>
                  <a:lnTo>
                    <a:pt x="4582788" y="1950486"/>
                  </a:lnTo>
                  <a:lnTo>
                    <a:pt x="4555639" y="1949065"/>
                  </a:lnTo>
                  <a:lnTo>
                    <a:pt x="4542403" y="1948439"/>
                  </a:lnTo>
                  <a:lnTo>
                    <a:pt x="4538683" y="1948279"/>
                  </a:lnTo>
                  <a:lnTo>
                    <a:pt x="4538543" y="1948274"/>
                  </a:lnTo>
                  <a:lnTo>
                    <a:pt x="4016409" y="1948274"/>
                  </a:lnTo>
                  <a:lnTo>
                    <a:pt x="4015199" y="1948217"/>
                  </a:lnTo>
                  <a:lnTo>
                    <a:pt x="4007280" y="1947810"/>
                  </a:lnTo>
                  <a:lnTo>
                    <a:pt x="3987450" y="1946686"/>
                  </a:lnTo>
                  <a:lnTo>
                    <a:pt x="3952334" y="1944478"/>
                  </a:lnTo>
                  <a:lnTo>
                    <a:pt x="3900683" y="1940858"/>
                  </a:lnTo>
                  <a:lnTo>
                    <a:pt x="3833445" y="1935577"/>
                  </a:lnTo>
                  <a:lnTo>
                    <a:pt x="3753432" y="1928486"/>
                  </a:lnTo>
                  <a:lnTo>
                    <a:pt x="3664625" y="1919535"/>
                  </a:lnTo>
                  <a:lnTo>
                    <a:pt x="3571341" y="1908739"/>
                  </a:lnTo>
                  <a:lnTo>
                    <a:pt x="3477508" y="1896142"/>
                  </a:lnTo>
                  <a:lnTo>
                    <a:pt x="3386214" y="1881772"/>
                  </a:lnTo>
                  <a:lnTo>
                    <a:pt x="3299552" y="1865611"/>
                  </a:lnTo>
                  <a:lnTo>
                    <a:pt x="3218674" y="1847573"/>
                  </a:lnTo>
                  <a:lnTo>
                    <a:pt x="3143966" y="1827499"/>
                  </a:lnTo>
                  <a:lnTo>
                    <a:pt x="3075257" y="1805149"/>
                  </a:lnTo>
                  <a:lnTo>
                    <a:pt x="3012004" y="1780216"/>
                  </a:lnTo>
                  <a:lnTo>
                    <a:pt x="2953442" y="1752331"/>
                  </a:lnTo>
                  <a:lnTo>
                    <a:pt x="2898700" y="1721093"/>
                  </a:lnTo>
                  <a:lnTo>
                    <a:pt x="2846881" y="1686107"/>
                  </a:lnTo>
                  <a:lnTo>
                    <a:pt x="2797137" y="1647064"/>
                  </a:lnTo>
                  <a:lnTo>
                    <a:pt x="2770117" y="1623561"/>
                  </a:lnTo>
                  <a:lnTo>
                    <a:pt x="2727646" y="1583435"/>
                  </a:lnTo>
                  <a:lnTo>
                    <a:pt x="2685585" y="1539968"/>
                  </a:lnTo>
                  <a:lnTo>
                    <a:pt x="2643621" y="1493096"/>
                  </a:lnTo>
                  <a:lnTo>
                    <a:pt x="2601518" y="1442825"/>
                  </a:lnTo>
                  <a:lnTo>
                    <a:pt x="2559111" y="1389246"/>
                  </a:lnTo>
                  <a:lnTo>
                    <a:pt x="2516296" y="1332533"/>
                  </a:lnTo>
                  <a:lnTo>
                    <a:pt x="2473025" y="1272953"/>
                  </a:lnTo>
                  <a:lnTo>
                    <a:pt x="2429302" y="1210863"/>
                  </a:lnTo>
                  <a:lnTo>
                    <a:pt x="2385174" y="1146705"/>
                  </a:lnTo>
                  <a:lnTo>
                    <a:pt x="2340724" y="1080993"/>
                  </a:lnTo>
                  <a:lnTo>
                    <a:pt x="2296065" y="1014298"/>
                  </a:lnTo>
                  <a:lnTo>
                    <a:pt x="2251324" y="947230"/>
                  </a:lnTo>
                  <a:lnTo>
                    <a:pt x="2206638" y="880413"/>
                  </a:lnTo>
                  <a:lnTo>
                    <a:pt x="2162138" y="814459"/>
                  </a:lnTo>
                  <a:lnTo>
                    <a:pt x="2117939" y="749951"/>
                  </a:lnTo>
                  <a:lnTo>
                    <a:pt x="2074130" y="687415"/>
                  </a:lnTo>
                  <a:lnTo>
                    <a:pt x="2030768" y="627307"/>
                  </a:lnTo>
                  <a:lnTo>
                    <a:pt x="1987865" y="570003"/>
                  </a:lnTo>
                  <a:lnTo>
                    <a:pt x="1945384" y="515787"/>
                  </a:lnTo>
                  <a:lnTo>
                    <a:pt x="1903232" y="464852"/>
                  </a:lnTo>
                  <a:lnTo>
                    <a:pt x="1861257" y="417305"/>
                  </a:lnTo>
                  <a:lnTo>
                    <a:pt x="1819237" y="373167"/>
                  </a:lnTo>
                  <a:lnTo>
                    <a:pt x="1776876" y="332389"/>
                  </a:lnTo>
                  <a:lnTo>
                    <a:pt x="1768425" y="324712"/>
                  </a:lnTo>
                  <a:lnTo>
                    <a:pt x="1719513" y="283350"/>
                  </a:lnTo>
                  <a:lnTo>
                    <a:pt x="1668945" y="246138"/>
                  </a:lnTo>
                  <a:lnTo>
                    <a:pt x="1615936" y="212862"/>
                  </a:lnTo>
                  <a:lnTo>
                    <a:pt x="1559608" y="183164"/>
                  </a:lnTo>
                  <a:lnTo>
                    <a:pt x="1499066" y="156639"/>
                  </a:lnTo>
                  <a:lnTo>
                    <a:pt x="1433474" y="132896"/>
                  </a:lnTo>
                  <a:lnTo>
                    <a:pt x="1362149" y="111591"/>
                  </a:lnTo>
                  <a:lnTo>
                    <a:pt x="1284692" y="92446"/>
                  </a:lnTo>
                  <a:lnTo>
                    <a:pt x="1201156" y="75258"/>
                  </a:lnTo>
                  <a:lnTo>
                    <a:pt x="1112241" y="59899"/>
                  </a:lnTo>
                  <a:lnTo>
                    <a:pt x="1019501" y="46315"/>
                  </a:lnTo>
                  <a:lnTo>
                    <a:pt x="925474" y="34513"/>
                  </a:lnTo>
                  <a:lnTo>
                    <a:pt x="833657" y="24532"/>
                  </a:lnTo>
                  <a:lnTo>
                    <a:pt x="748225" y="16408"/>
                  </a:lnTo>
                  <a:lnTo>
                    <a:pt x="673446" y="10133"/>
                  </a:lnTo>
                  <a:lnTo>
                    <a:pt x="612883" y="5615"/>
                  </a:lnTo>
                  <a:lnTo>
                    <a:pt x="568589" y="2658"/>
                  </a:lnTo>
                  <a:lnTo>
                    <a:pt x="540550" y="975"/>
                  </a:lnTo>
                  <a:lnTo>
                    <a:pt x="526544" y="216"/>
                  </a:lnTo>
                  <a:lnTo>
                    <a:pt x="522346" y="9"/>
                  </a:lnTo>
                  <a:lnTo>
                    <a:pt x="5221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489" name="pl489"/>
            <p:cNvSpPr/>
            <p:nvPr/>
          </p:nvSpPr>
          <p:spPr>
            <a:xfrm>
              <a:off x="386606" y="2427922"/>
              <a:ext cx="8554953" cy="3659366"/>
            </a:xfrm>
            <a:custGeom>
              <a:avLst/>
              <a:pathLst>
                <a:path w="8554953" h="3659366">
                  <a:moveTo>
                    <a:pt x="0" y="0"/>
                  </a:moveTo>
                  <a:lnTo>
                    <a:pt x="522133" y="0"/>
                  </a:lnTo>
                  <a:lnTo>
                    <a:pt x="523343" y="56"/>
                  </a:lnTo>
                  <a:lnTo>
                    <a:pt x="531262" y="463"/>
                  </a:lnTo>
                  <a:lnTo>
                    <a:pt x="551092" y="1587"/>
                  </a:lnTo>
                  <a:lnTo>
                    <a:pt x="586208" y="3795"/>
                  </a:lnTo>
                  <a:lnTo>
                    <a:pt x="637859" y="7415"/>
                  </a:lnTo>
                  <a:lnTo>
                    <a:pt x="705097" y="12696"/>
                  </a:lnTo>
                  <a:lnTo>
                    <a:pt x="785110" y="19787"/>
                  </a:lnTo>
                  <a:lnTo>
                    <a:pt x="873917" y="28738"/>
                  </a:lnTo>
                  <a:lnTo>
                    <a:pt x="967201" y="39534"/>
                  </a:lnTo>
                  <a:lnTo>
                    <a:pt x="1061035" y="52131"/>
                  </a:lnTo>
                  <a:lnTo>
                    <a:pt x="1152328" y="66501"/>
                  </a:lnTo>
                  <a:lnTo>
                    <a:pt x="1238990" y="82662"/>
                  </a:lnTo>
                  <a:lnTo>
                    <a:pt x="1319869" y="100700"/>
                  </a:lnTo>
                  <a:lnTo>
                    <a:pt x="1394576" y="120774"/>
                  </a:lnTo>
                  <a:lnTo>
                    <a:pt x="1463285" y="143124"/>
                  </a:lnTo>
                  <a:lnTo>
                    <a:pt x="1526538" y="168057"/>
                  </a:lnTo>
                  <a:lnTo>
                    <a:pt x="1585100" y="195942"/>
                  </a:lnTo>
                  <a:lnTo>
                    <a:pt x="1639842" y="227180"/>
                  </a:lnTo>
                  <a:lnTo>
                    <a:pt x="1691661" y="262166"/>
                  </a:lnTo>
                  <a:lnTo>
                    <a:pt x="1741405" y="301209"/>
                  </a:lnTo>
                  <a:lnTo>
                    <a:pt x="1768425" y="324712"/>
                  </a:lnTo>
                  <a:lnTo>
                    <a:pt x="1810896" y="364838"/>
                  </a:lnTo>
                  <a:lnTo>
                    <a:pt x="1852957" y="408305"/>
                  </a:lnTo>
                  <a:lnTo>
                    <a:pt x="1894921" y="455177"/>
                  </a:lnTo>
                  <a:lnTo>
                    <a:pt x="1937024" y="505448"/>
                  </a:lnTo>
                  <a:lnTo>
                    <a:pt x="1979431" y="559027"/>
                  </a:lnTo>
                  <a:lnTo>
                    <a:pt x="2022246" y="615740"/>
                  </a:lnTo>
                  <a:lnTo>
                    <a:pt x="2065517" y="675320"/>
                  </a:lnTo>
                  <a:lnTo>
                    <a:pt x="2109240" y="737410"/>
                  </a:lnTo>
                  <a:lnTo>
                    <a:pt x="2153368" y="801568"/>
                  </a:lnTo>
                  <a:lnTo>
                    <a:pt x="2197818" y="867280"/>
                  </a:lnTo>
                  <a:lnTo>
                    <a:pt x="2242477" y="933975"/>
                  </a:lnTo>
                  <a:lnTo>
                    <a:pt x="2287218" y="1001043"/>
                  </a:lnTo>
                  <a:lnTo>
                    <a:pt x="2331904" y="1067860"/>
                  </a:lnTo>
                  <a:lnTo>
                    <a:pt x="2376404" y="1133814"/>
                  </a:lnTo>
                  <a:lnTo>
                    <a:pt x="2420604" y="1198322"/>
                  </a:lnTo>
                  <a:lnTo>
                    <a:pt x="2464412" y="1260858"/>
                  </a:lnTo>
                  <a:lnTo>
                    <a:pt x="2507774" y="1320966"/>
                  </a:lnTo>
                  <a:lnTo>
                    <a:pt x="2550677" y="1378270"/>
                  </a:lnTo>
                  <a:lnTo>
                    <a:pt x="2593159" y="1432486"/>
                  </a:lnTo>
                  <a:lnTo>
                    <a:pt x="2635310" y="1483421"/>
                  </a:lnTo>
                  <a:lnTo>
                    <a:pt x="2677286" y="1530968"/>
                  </a:lnTo>
                  <a:lnTo>
                    <a:pt x="2719305" y="1575106"/>
                  </a:lnTo>
                  <a:lnTo>
                    <a:pt x="2761666" y="1615884"/>
                  </a:lnTo>
                  <a:lnTo>
                    <a:pt x="2770117" y="1623561"/>
                  </a:lnTo>
                  <a:lnTo>
                    <a:pt x="2819029" y="1664923"/>
                  </a:lnTo>
                  <a:lnTo>
                    <a:pt x="2869597" y="1702135"/>
                  </a:lnTo>
                  <a:lnTo>
                    <a:pt x="2922606" y="1735411"/>
                  </a:lnTo>
                  <a:lnTo>
                    <a:pt x="2978934" y="1765109"/>
                  </a:lnTo>
                  <a:lnTo>
                    <a:pt x="3039476" y="1791634"/>
                  </a:lnTo>
                  <a:lnTo>
                    <a:pt x="3105069" y="1815377"/>
                  </a:lnTo>
                  <a:lnTo>
                    <a:pt x="3176394" y="1836682"/>
                  </a:lnTo>
                  <a:lnTo>
                    <a:pt x="3253850" y="1855827"/>
                  </a:lnTo>
                  <a:lnTo>
                    <a:pt x="3337386" y="1873015"/>
                  </a:lnTo>
                  <a:lnTo>
                    <a:pt x="3426301" y="1888375"/>
                  </a:lnTo>
                  <a:lnTo>
                    <a:pt x="3519041" y="1901958"/>
                  </a:lnTo>
                  <a:lnTo>
                    <a:pt x="3613068" y="1913760"/>
                  </a:lnTo>
                  <a:lnTo>
                    <a:pt x="3704885" y="1923741"/>
                  </a:lnTo>
                  <a:lnTo>
                    <a:pt x="3790318" y="1931865"/>
                  </a:lnTo>
                  <a:lnTo>
                    <a:pt x="3865096" y="1938140"/>
                  </a:lnTo>
                  <a:lnTo>
                    <a:pt x="3925659" y="1942658"/>
                  </a:lnTo>
                  <a:lnTo>
                    <a:pt x="3969953" y="1945615"/>
                  </a:lnTo>
                  <a:lnTo>
                    <a:pt x="3997992" y="1947298"/>
                  </a:lnTo>
                  <a:lnTo>
                    <a:pt x="4011998" y="1948057"/>
                  </a:lnTo>
                  <a:lnTo>
                    <a:pt x="4016196" y="1948264"/>
                  </a:lnTo>
                  <a:lnTo>
                    <a:pt x="4016409" y="1948274"/>
                  </a:lnTo>
                  <a:lnTo>
                    <a:pt x="4538543" y="1948274"/>
                  </a:lnTo>
                  <a:lnTo>
                    <a:pt x="4539766" y="1948324"/>
                  </a:lnTo>
                  <a:lnTo>
                    <a:pt x="4547769" y="1948685"/>
                  </a:lnTo>
                  <a:lnTo>
                    <a:pt x="4567801" y="1949683"/>
                  </a:lnTo>
                  <a:lnTo>
                    <a:pt x="4603256" y="1951644"/>
                  </a:lnTo>
                  <a:lnTo>
                    <a:pt x="4655367" y="1954858"/>
                  </a:lnTo>
                  <a:lnTo>
                    <a:pt x="4723143" y="1959544"/>
                  </a:lnTo>
                  <a:lnTo>
                    <a:pt x="4803708" y="1965833"/>
                  </a:lnTo>
                  <a:lnTo>
                    <a:pt x="4893020" y="1973769"/>
                  </a:lnTo>
                  <a:lnTo>
                    <a:pt x="4986719" y="1983335"/>
                  </a:lnTo>
                  <a:lnTo>
                    <a:pt x="5080853" y="1994494"/>
                  </a:lnTo>
                  <a:lnTo>
                    <a:pt x="5172334" y="2007221"/>
                  </a:lnTo>
                  <a:lnTo>
                    <a:pt x="5259086" y="2021535"/>
                  </a:lnTo>
                  <a:lnTo>
                    <a:pt x="5339981" y="2037513"/>
                  </a:lnTo>
                  <a:lnTo>
                    <a:pt x="5414656" y="2055302"/>
                  </a:lnTo>
                  <a:lnTo>
                    <a:pt x="5483310" y="2075117"/>
                  </a:lnTo>
                  <a:lnTo>
                    <a:pt x="5546506" y="2097234"/>
                  </a:lnTo>
                  <a:lnTo>
                    <a:pt x="5605025" y="2121982"/>
                  </a:lnTo>
                  <a:lnTo>
                    <a:pt x="5659753" y="2149721"/>
                  </a:lnTo>
                  <a:lnTo>
                    <a:pt x="5711595" y="2180795"/>
                  </a:lnTo>
                  <a:lnTo>
                    <a:pt x="5761402" y="2215474"/>
                  </a:lnTo>
                  <a:lnTo>
                    <a:pt x="5784835" y="2233456"/>
                  </a:lnTo>
                  <a:lnTo>
                    <a:pt x="5828971" y="2270147"/>
                  </a:lnTo>
                  <a:lnTo>
                    <a:pt x="5872678" y="2310011"/>
                  </a:lnTo>
                  <a:lnTo>
                    <a:pt x="5916303" y="2353109"/>
                  </a:lnTo>
                  <a:lnTo>
                    <a:pt x="5960102" y="2399424"/>
                  </a:lnTo>
                  <a:lnTo>
                    <a:pt x="6004251" y="2448859"/>
                  </a:lnTo>
                  <a:lnTo>
                    <a:pt x="6048856" y="2501223"/>
                  </a:lnTo>
                  <a:lnTo>
                    <a:pt x="6093957" y="2556234"/>
                  </a:lnTo>
                  <a:lnTo>
                    <a:pt x="6139536" y="2613519"/>
                  </a:lnTo>
                  <a:lnTo>
                    <a:pt x="6185528" y="2672618"/>
                  </a:lnTo>
                  <a:lnTo>
                    <a:pt x="6231827" y="2733005"/>
                  </a:lnTo>
                  <a:lnTo>
                    <a:pt x="6278299" y="2794099"/>
                  </a:lnTo>
                  <a:lnTo>
                    <a:pt x="6324796" y="2855291"/>
                  </a:lnTo>
                  <a:lnTo>
                    <a:pt x="6371166" y="2915967"/>
                  </a:lnTo>
                  <a:lnTo>
                    <a:pt x="6417268" y="2975535"/>
                  </a:lnTo>
                  <a:lnTo>
                    <a:pt x="6462988" y="3033449"/>
                  </a:lnTo>
                  <a:lnTo>
                    <a:pt x="6508244" y="3089227"/>
                  </a:lnTo>
                  <a:lnTo>
                    <a:pt x="6553005" y="3142466"/>
                  </a:lnTo>
                  <a:lnTo>
                    <a:pt x="6597291" y="3192856"/>
                  </a:lnTo>
                  <a:lnTo>
                    <a:pt x="6641186" y="3240176"/>
                  </a:lnTo>
                  <a:lnTo>
                    <a:pt x="6684842" y="3284301"/>
                  </a:lnTo>
                  <a:lnTo>
                    <a:pt x="6728490" y="3325188"/>
                  </a:lnTo>
                  <a:lnTo>
                    <a:pt x="6772446" y="3362876"/>
                  </a:lnTo>
                  <a:lnTo>
                    <a:pt x="6786527" y="3374184"/>
                  </a:lnTo>
                  <a:lnTo>
                    <a:pt x="6835621" y="3410637"/>
                  </a:lnTo>
                  <a:lnTo>
                    <a:pt x="6886386" y="3443419"/>
                  </a:lnTo>
                  <a:lnTo>
                    <a:pt x="6939616" y="3472721"/>
                  </a:lnTo>
                  <a:lnTo>
                    <a:pt x="6996199" y="3498861"/>
                  </a:lnTo>
                  <a:lnTo>
                    <a:pt x="7057041" y="3522199"/>
                  </a:lnTo>
                  <a:lnTo>
                    <a:pt x="7122984" y="3543082"/>
                  </a:lnTo>
                  <a:lnTo>
                    <a:pt x="7194714" y="3561814"/>
                  </a:lnTo>
                  <a:lnTo>
                    <a:pt x="7272626" y="3578641"/>
                  </a:lnTo>
                  <a:lnTo>
                    <a:pt x="7356651" y="3593740"/>
                  </a:lnTo>
                  <a:lnTo>
                    <a:pt x="7446057" y="3607224"/>
                  </a:lnTo>
                  <a:lnTo>
                    <a:pt x="7539239" y="3619138"/>
                  </a:lnTo>
                  <a:lnTo>
                    <a:pt x="7633594" y="3629474"/>
                  </a:lnTo>
                  <a:lnTo>
                    <a:pt x="7725548" y="3638198"/>
                  </a:lnTo>
                  <a:lnTo>
                    <a:pt x="7810861" y="3645277"/>
                  </a:lnTo>
                  <a:lnTo>
                    <a:pt x="7885234" y="3650723"/>
                  </a:lnTo>
                  <a:lnTo>
                    <a:pt x="7945127" y="3654623"/>
                  </a:lnTo>
                  <a:lnTo>
                    <a:pt x="7988574" y="3657153"/>
                  </a:lnTo>
                  <a:lnTo>
                    <a:pt x="8015723" y="3658575"/>
                  </a:lnTo>
                  <a:lnTo>
                    <a:pt x="8028959" y="3659201"/>
                  </a:lnTo>
                  <a:lnTo>
                    <a:pt x="8032679" y="3659361"/>
                  </a:lnTo>
                  <a:lnTo>
                    <a:pt x="8032819" y="3659366"/>
                  </a:lnTo>
                  <a:lnTo>
                    <a:pt x="8554953" y="3659366"/>
                  </a:lnTo>
                  <a:lnTo>
                    <a:pt x="8554953" y="3659366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490" name="pl490"/>
            <p:cNvSpPr/>
            <p:nvPr/>
          </p:nvSpPr>
          <p:spPr>
            <a:xfrm>
              <a:off x="386606" y="2422275"/>
              <a:ext cx="8554953" cy="3659366"/>
            </a:xfrm>
            <a:custGeom>
              <a:avLst/>
              <a:pathLst>
                <a:path w="8554953" h="3659366">
                  <a:moveTo>
                    <a:pt x="8554953" y="3659366"/>
                  </a:moveTo>
                  <a:lnTo>
                    <a:pt x="8032819" y="3659366"/>
                  </a:lnTo>
                  <a:lnTo>
                    <a:pt x="8031596" y="3659316"/>
                  </a:lnTo>
                  <a:lnTo>
                    <a:pt x="8023593" y="3658955"/>
                  </a:lnTo>
                  <a:lnTo>
                    <a:pt x="8003561" y="3657957"/>
                  </a:lnTo>
                  <a:lnTo>
                    <a:pt x="7968106" y="3655996"/>
                  </a:lnTo>
                  <a:lnTo>
                    <a:pt x="7915995" y="3652782"/>
                  </a:lnTo>
                  <a:lnTo>
                    <a:pt x="7848219" y="3648096"/>
                  </a:lnTo>
                  <a:lnTo>
                    <a:pt x="7767654" y="3641807"/>
                  </a:lnTo>
                  <a:lnTo>
                    <a:pt x="7678342" y="3633871"/>
                  </a:lnTo>
                  <a:lnTo>
                    <a:pt x="7584643" y="3624305"/>
                  </a:lnTo>
                  <a:lnTo>
                    <a:pt x="7490509" y="3613146"/>
                  </a:lnTo>
                  <a:lnTo>
                    <a:pt x="7399028" y="3600419"/>
                  </a:lnTo>
                  <a:lnTo>
                    <a:pt x="7312276" y="3586105"/>
                  </a:lnTo>
                  <a:lnTo>
                    <a:pt x="7231381" y="3570127"/>
                  </a:lnTo>
                  <a:lnTo>
                    <a:pt x="7156705" y="3552338"/>
                  </a:lnTo>
                  <a:lnTo>
                    <a:pt x="7088052" y="3532523"/>
                  </a:lnTo>
                  <a:lnTo>
                    <a:pt x="7024856" y="3510406"/>
                  </a:lnTo>
                  <a:lnTo>
                    <a:pt x="6966337" y="3485657"/>
                  </a:lnTo>
                  <a:lnTo>
                    <a:pt x="6911609" y="3457919"/>
                  </a:lnTo>
                  <a:lnTo>
                    <a:pt x="6859767" y="3426844"/>
                  </a:lnTo>
                  <a:lnTo>
                    <a:pt x="6809960" y="3392166"/>
                  </a:lnTo>
                  <a:lnTo>
                    <a:pt x="6786527" y="3374184"/>
                  </a:lnTo>
                  <a:lnTo>
                    <a:pt x="6742391" y="3337493"/>
                  </a:lnTo>
                  <a:lnTo>
                    <a:pt x="6698684" y="3297629"/>
                  </a:lnTo>
                  <a:lnTo>
                    <a:pt x="6655059" y="3254531"/>
                  </a:lnTo>
                  <a:lnTo>
                    <a:pt x="6611260" y="3208216"/>
                  </a:lnTo>
                  <a:lnTo>
                    <a:pt x="6567111" y="3158781"/>
                  </a:lnTo>
                  <a:lnTo>
                    <a:pt x="6522506" y="3106417"/>
                  </a:lnTo>
                  <a:lnTo>
                    <a:pt x="6477405" y="3051406"/>
                  </a:lnTo>
                  <a:lnTo>
                    <a:pt x="6431826" y="2994121"/>
                  </a:lnTo>
                  <a:lnTo>
                    <a:pt x="6385834" y="2935021"/>
                  </a:lnTo>
                  <a:lnTo>
                    <a:pt x="6339535" y="2874635"/>
                  </a:lnTo>
                  <a:lnTo>
                    <a:pt x="6293063" y="2813541"/>
                  </a:lnTo>
                  <a:lnTo>
                    <a:pt x="6246566" y="2752349"/>
                  </a:lnTo>
                  <a:lnTo>
                    <a:pt x="6200196" y="2691673"/>
                  </a:lnTo>
                  <a:lnTo>
                    <a:pt x="6154094" y="2632105"/>
                  </a:lnTo>
                  <a:lnTo>
                    <a:pt x="6108374" y="2574191"/>
                  </a:lnTo>
                  <a:lnTo>
                    <a:pt x="6063118" y="2518413"/>
                  </a:lnTo>
                  <a:lnTo>
                    <a:pt x="6018357" y="2465174"/>
                  </a:lnTo>
                  <a:lnTo>
                    <a:pt x="5974071" y="2414784"/>
                  </a:lnTo>
                  <a:lnTo>
                    <a:pt x="5930176" y="2367464"/>
                  </a:lnTo>
                  <a:lnTo>
                    <a:pt x="5886520" y="2323339"/>
                  </a:lnTo>
                  <a:lnTo>
                    <a:pt x="5842872" y="2282452"/>
                  </a:lnTo>
                  <a:lnTo>
                    <a:pt x="5798916" y="2244764"/>
                  </a:lnTo>
                  <a:lnTo>
                    <a:pt x="5784835" y="2233456"/>
                  </a:lnTo>
                  <a:lnTo>
                    <a:pt x="5735741" y="2197003"/>
                  </a:lnTo>
                  <a:lnTo>
                    <a:pt x="5684976" y="2164221"/>
                  </a:lnTo>
                  <a:lnTo>
                    <a:pt x="5631746" y="2134919"/>
                  </a:lnTo>
                  <a:lnTo>
                    <a:pt x="5575163" y="2108779"/>
                  </a:lnTo>
                  <a:lnTo>
                    <a:pt x="5514321" y="2085441"/>
                  </a:lnTo>
                  <a:lnTo>
                    <a:pt x="5448378" y="2064557"/>
                  </a:lnTo>
                  <a:lnTo>
                    <a:pt x="5376648" y="2045826"/>
                  </a:lnTo>
                  <a:lnTo>
                    <a:pt x="5298736" y="2028999"/>
                  </a:lnTo>
                  <a:lnTo>
                    <a:pt x="5214711" y="2013899"/>
                  </a:lnTo>
                  <a:lnTo>
                    <a:pt x="5125305" y="2000416"/>
                  </a:lnTo>
                  <a:lnTo>
                    <a:pt x="5032123" y="1988502"/>
                  </a:lnTo>
                  <a:lnTo>
                    <a:pt x="4937768" y="1978166"/>
                  </a:lnTo>
                  <a:lnTo>
                    <a:pt x="4845814" y="1969442"/>
                  </a:lnTo>
                  <a:lnTo>
                    <a:pt x="4760501" y="1962363"/>
                  </a:lnTo>
                  <a:lnTo>
                    <a:pt x="4686128" y="1956916"/>
                  </a:lnTo>
                  <a:lnTo>
                    <a:pt x="4626235" y="1953017"/>
                  </a:lnTo>
                  <a:lnTo>
                    <a:pt x="4582788" y="1950486"/>
                  </a:lnTo>
                  <a:lnTo>
                    <a:pt x="4555639" y="1949065"/>
                  </a:lnTo>
                  <a:lnTo>
                    <a:pt x="4542403" y="1948439"/>
                  </a:lnTo>
                  <a:lnTo>
                    <a:pt x="4538683" y="1948279"/>
                  </a:lnTo>
                  <a:lnTo>
                    <a:pt x="4538543" y="1948274"/>
                  </a:lnTo>
                  <a:lnTo>
                    <a:pt x="4016409" y="1948274"/>
                  </a:lnTo>
                  <a:lnTo>
                    <a:pt x="4015199" y="1948217"/>
                  </a:lnTo>
                  <a:lnTo>
                    <a:pt x="4007280" y="1947810"/>
                  </a:lnTo>
                  <a:lnTo>
                    <a:pt x="3987450" y="1946686"/>
                  </a:lnTo>
                  <a:lnTo>
                    <a:pt x="3952334" y="1944478"/>
                  </a:lnTo>
                  <a:lnTo>
                    <a:pt x="3900683" y="1940858"/>
                  </a:lnTo>
                  <a:lnTo>
                    <a:pt x="3833445" y="1935577"/>
                  </a:lnTo>
                  <a:lnTo>
                    <a:pt x="3753432" y="1928486"/>
                  </a:lnTo>
                  <a:lnTo>
                    <a:pt x="3664625" y="1919535"/>
                  </a:lnTo>
                  <a:lnTo>
                    <a:pt x="3571341" y="1908739"/>
                  </a:lnTo>
                  <a:lnTo>
                    <a:pt x="3477508" y="1896142"/>
                  </a:lnTo>
                  <a:lnTo>
                    <a:pt x="3386214" y="1881772"/>
                  </a:lnTo>
                  <a:lnTo>
                    <a:pt x="3299552" y="1865611"/>
                  </a:lnTo>
                  <a:lnTo>
                    <a:pt x="3218674" y="1847573"/>
                  </a:lnTo>
                  <a:lnTo>
                    <a:pt x="3143966" y="1827499"/>
                  </a:lnTo>
                  <a:lnTo>
                    <a:pt x="3075257" y="1805149"/>
                  </a:lnTo>
                  <a:lnTo>
                    <a:pt x="3012004" y="1780216"/>
                  </a:lnTo>
                  <a:lnTo>
                    <a:pt x="2953442" y="1752331"/>
                  </a:lnTo>
                  <a:lnTo>
                    <a:pt x="2898700" y="1721093"/>
                  </a:lnTo>
                  <a:lnTo>
                    <a:pt x="2846881" y="1686107"/>
                  </a:lnTo>
                  <a:lnTo>
                    <a:pt x="2797137" y="1647064"/>
                  </a:lnTo>
                  <a:lnTo>
                    <a:pt x="2770117" y="1623561"/>
                  </a:lnTo>
                  <a:lnTo>
                    <a:pt x="2727646" y="1583435"/>
                  </a:lnTo>
                  <a:lnTo>
                    <a:pt x="2685585" y="1539968"/>
                  </a:lnTo>
                  <a:lnTo>
                    <a:pt x="2643621" y="1493096"/>
                  </a:lnTo>
                  <a:lnTo>
                    <a:pt x="2601518" y="1442825"/>
                  </a:lnTo>
                  <a:lnTo>
                    <a:pt x="2559111" y="1389246"/>
                  </a:lnTo>
                  <a:lnTo>
                    <a:pt x="2516296" y="1332533"/>
                  </a:lnTo>
                  <a:lnTo>
                    <a:pt x="2473025" y="1272953"/>
                  </a:lnTo>
                  <a:lnTo>
                    <a:pt x="2429302" y="1210863"/>
                  </a:lnTo>
                  <a:lnTo>
                    <a:pt x="2385174" y="1146705"/>
                  </a:lnTo>
                  <a:lnTo>
                    <a:pt x="2340724" y="1080993"/>
                  </a:lnTo>
                  <a:lnTo>
                    <a:pt x="2296065" y="1014298"/>
                  </a:lnTo>
                  <a:lnTo>
                    <a:pt x="2251324" y="947230"/>
                  </a:lnTo>
                  <a:lnTo>
                    <a:pt x="2206638" y="880413"/>
                  </a:lnTo>
                  <a:lnTo>
                    <a:pt x="2162138" y="814459"/>
                  </a:lnTo>
                  <a:lnTo>
                    <a:pt x="2117939" y="749951"/>
                  </a:lnTo>
                  <a:lnTo>
                    <a:pt x="2074130" y="687415"/>
                  </a:lnTo>
                  <a:lnTo>
                    <a:pt x="2030768" y="627307"/>
                  </a:lnTo>
                  <a:lnTo>
                    <a:pt x="1987865" y="570003"/>
                  </a:lnTo>
                  <a:lnTo>
                    <a:pt x="1945384" y="515787"/>
                  </a:lnTo>
                  <a:lnTo>
                    <a:pt x="1903232" y="464852"/>
                  </a:lnTo>
                  <a:lnTo>
                    <a:pt x="1861257" y="417305"/>
                  </a:lnTo>
                  <a:lnTo>
                    <a:pt x="1819237" y="373167"/>
                  </a:lnTo>
                  <a:lnTo>
                    <a:pt x="1776876" y="332389"/>
                  </a:lnTo>
                  <a:lnTo>
                    <a:pt x="1768425" y="324712"/>
                  </a:lnTo>
                  <a:lnTo>
                    <a:pt x="1719513" y="283350"/>
                  </a:lnTo>
                  <a:lnTo>
                    <a:pt x="1668945" y="246138"/>
                  </a:lnTo>
                  <a:lnTo>
                    <a:pt x="1615936" y="212862"/>
                  </a:lnTo>
                  <a:lnTo>
                    <a:pt x="1559608" y="183164"/>
                  </a:lnTo>
                  <a:lnTo>
                    <a:pt x="1499066" y="156639"/>
                  </a:lnTo>
                  <a:lnTo>
                    <a:pt x="1433474" y="132896"/>
                  </a:lnTo>
                  <a:lnTo>
                    <a:pt x="1362149" y="111591"/>
                  </a:lnTo>
                  <a:lnTo>
                    <a:pt x="1284692" y="92446"/>
                  </a:lnTo>
                  <a:lnTo>
                    <a:pt x="1201156" y="75258"/>
                  </a:lnTo>
                  <a:lnTo>
                    <a:pt x="1112241" y="59899"/>
                  </a:lnTo>
                  <a:lnTo>
                    <a:pt x="1019501" y="46315"/>
                  </a:lnTo>
                  <a:lnTo>
                    <a:pt x="925474" y="34513"/>
                  </a:lnTo>
                  <a:lnTo>
                    <a:pt x="833657" y="24532"/>
                  </a:lnTo>
                  <a:lnTo>
                    <a:pt x="748225" y="16408"/>
                  </a:lnTo>
                  <a:lnTo>
                    <a:pt x="673446" y="10133"/>
                  </a:lnTo>
                  <a:lnTo>
                    <a:pt x="612883" y="5615"/>
                  </a:lnTo>
                  <a:lnTo>
                    <a:pt x="568589" y="2658"/>
                  </a:lnTo>
                  <a:lnTo>
                    <a:pt x="540550" y="975"/>
                  </a:lnTo>
                  <a:lnTo>
                    <a:pt x="526544" y="216"/>
                  </a:lnTo>
                  <a:lnTo>
                    <a:pt x="522346" y="9"/>
                  </a:lnTo>
                  <a:lnTo>
                    <a:pt x="522133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491" name="pg491"/>
            <p:cNvSpPr/>
            <p:nvPr/>
          </p:nvSpPr>
          <p:spPr>
            <a:xfrm>
              <a:off x="386606" y="1795439"/>
              <a:ext cx="8554953" cy="3422185"/>
            </a:xfrm>
            <a:custGeom>
              <a:avLst/>
              <a:pathLst>
                <a:path w="8554953" h="3422185">
                  <a:moveTo>
                    <a:pt x="0" y="1078609"/>
                  </a:moveTo>
                  <a:lnTo>
                    <a:pt x="522133" y="1078609"/>
                  </a:lnTo>
                  <a:lnTo>
                    <a:pt x="523318" y="1078676"/>
                  </a:lnTo>
                  <a:lnTo>
                    <a:pt x="531080" y="1079155"/>
                  </a:lnTo>
                  <a:lnTo>
                    <a:pt x="550529" y="1080478"/>
                  </a:lnTo>
                  <a:lnTo>
                    <a:pt x="585004" y="1083079"/>
                  </a:lnTo>
                  <a:lnTo>
                    <a:pt x="635782" y="1087345"/>
                  </a:lnTo>
                  <a:lnTo>
                    <a:pt x="702000" y="1093573"/>
                  </a:lnTo>
                  <a:lnTo>
                    <a:pt x="780961" y="1101943"/>
                  </a:lnTo>
                  <a:lnTo>
                    <a:pt x="868801" y="1112519"/>
                  </a:lnTo>
                  <a:lnTo>
                    <a:pt x="961288" y="1125285"/>
                  </a:lnTo>
                  <a:lnTo>
                    <a:pt x="1054538" y="1140191"/>
                  </a:lnTo>
                  <a:lnTo>
                    <a:pt x="1145463" y="1157201"/>
                  </a:lnTo>
                  <a:lnTo>
                    <a:pt x="1231943" y="1176331"/>
                  </a:lnTo>
                  <a:lnTo>
                    <a:pt x="1312783" y="1197675"/>
                  </a:lnTo>
                  <a:lnTo>
                    <a:pt x="1387547" y="1221414"/>
                  </a:lnTo>
                  <a:lnTo>
                    <a:pt x="1456359" y="1247820"/>
                  </a:lnTo>
                  <a:lnTo>
                    <a:pt x="1519723" y="1277249"/>
                  </a:lnTo>
                  <a:lnTo>
                    <a:pt x="1578368" y="1310126"/>
                  </a:lnTo>
                  <a:lnTo>
                    <a:pt x="1633143" y="1346925"/>
                  </a:lnTo>
                  <a:lnTo>
                    <a:pt x="1684926" y="1388114"/>
                  </a:lnTo>
                  <a:lnTo>
                    <a:pt x="1734557" y="1434076"/>
                  </a:lnTo>
                  <a:lnTo>
                    <a:pt x="1768425" y="1469205"/>
                  </a:lnTo>
                  <a:lnTo>
                    <a:pt x="1808368" y="1514470"/>
                  </a:lnTo>
                  <a:lnTo>
                    <a:pt x="1847929" y="1563280"/>
                  </a:lnTo>
                  <a:lnTo>
                    <a:pt x="1887376" y="1615707"/>
                  </a:lnTo>
                  <a:lnTo>
                    <a:pt x="1926914" y="1671755"/>
                  </a:lnTo>
                  <a:lnTo>
                    <a:pt x="1966691" y="1731353"/>
                  </a:lnTo>
                  <a:lnTo>
                    <a:pt x="2006808" y="1794349"/>
                  </a:lnTo>
                  <a:lnTo>
                    <a:pt x="2047318" y="1860507"/>
                  </a:lnTo>
                  <a:lnTo>
                    <a:pt x="2088234" y="1929504"/>
                  </a:lnTo>
                  <a:lnTo>
                    <a:pt x="2129534" y="2000937"/>
                  </a:lnTo>
                  <a:lnTo>
                    <a:pt x="2171160" y="2074326"/>
                  </a:lnTo>
                  <a:lnTo>
                    <a:pt x="2213035" y="2149130"/>
                  </a:lnTo>
                  <a:lnTo>
                    <a:pt x="2255057" y="2224761"/>
                  </a:lnTo>
                  <a:lnTo>
                    <a:pt x="2297117" y="2300603"/>
                  </a:lnTo>
                  <a:lnTo>
                    <a:pt x="2339103" y="2376033"/>
                  </a:lnTo>
                  <a:lnTo>
                    <a:pt x="2380907" y="2450441"/>
                  </a:lnTo>
                  <a:lnTo>
                    <a:pt x="2422435" y="2523252"/>
                  </a:lnTo>
                  <a:lnTo>
                    <a:pt x="2463615" y="2593944"/>
                  </a:lnTo>
                  <a:lnTo>
                    <a:pt x="2504401" y="2662062"/>
                  </a:lnTo>
                  <a:lnTo>
                    <a:pt x="2544780" y="2727225"/>
                  </a:lnTo>
                  <a:lnTo>
                    <a:pt x="2584778" y="2789142"/>
                  </a:lnTo>
                  <a:lnTo>
                    <a:pt x="2624465" y="2847601"/>
                  </a:lnTo>
                  <a:lnTo>
                    <a:pt x="2663954" y="2902480"/>
                  </a:lnTo>
                  <a:lnTo>
                    <a:pt x="2703413" y="2953731"/>
                  </a:lnTo>
                  <a:lnTo>
                    <a:pt x="2743066" y="3001381"/>
                  </a:lnTo>
                  <a:lnTo>
                    <a:pt x="2770117" y="3031589"/>
                  </a:lnTo>
                  <a:lnTo>
                    <a:pt x="2818683" y="3081013"/>
                  </a:lnTo>
                  <a:lnTo>
                    <a:pt x="2868876" y="3125514"/>
                  </a:lnTo>
                  <a:lnTo>
                    <a:pt x="2921465" y="3165341"/>
                  </a:lnTo>
                  <a:lnTo>
                    <a:pt x="2977308" y="3200913"/>
                  </a:lnTo>
                  <a:lnTo>
                    <a:pt x="3037283" y="3232709"/>
                  </a:lnTo>
                  <a:lnTo>
                    <a:pt x="3102211" y="3261190"/>
                  </a:lnTo>
                  <a:lnTo>
                    <a:pt x="3172768" y="3286762"/>
                  </a:lnTo>
                  <a:lnTo>
                    <a:pt x="3249362" y="3309759"/>
                  </a:lnTo>
                  <a:lnTo>
                    <a:pt x="3331969" y="3330424"/>
                  </a:lnTo>
                  <a:lnTo>
                    <a:pt x="3419947" y="3348913"/>
                  </a:lnTo>
                  <a:lnTo>
                    <a:pt x="3511837" y="3365293"/>
                  </a:lnTo>
                  <a:lnTo>
                    <a:pt x="3605224" y="3379563"/>
                  </a:lnTo>
                  <a:lnTo>
                    <a:pt x="3696752" y="3391678"/>
                  </a:lnTo>
                  <a:lnTo>
                    <a:pt x="3782373" y="3401591"/>
                  </a:lnTo>
                  <a:lnTo>
                    <a:pt x="3857882" y="3409307"/>
                  </a:lnTo>
                  <a:lnTo>
                    <a:pt x="3919681" y="3414922"/>
                  </a:lnTo>
                  <a:lnTo>
                    <a:pt x="3965568" y="3418653"/>
                  </a:lnTo>
                  <a:lnTo>
                    <a:pt x="3995307" y="3420827"/>
                  </a:lnTo>
                  <a:lnTo>
                    <a:pt x="4010815" y="3421852"/>
                  </a:lnTo>
                  <a:lnTo>
                    <a:pt x="4015995" y="3422162"/>
                  </a:lnTo>
                  <a:lnTo>
                    <a:pt x="4016409" y="3422185"/>
                  </a:lnTo>
                  <a:lnTo>
                    <a:pt x="4538543" y="3422185"/>
                  </a:lnTo>
                  <a:lnTo>
                    <a:pt x="4539648" y="3422094"/>
                  </a:lnTo>
                  <a:lnTo>
                    <a:pt x="4546895" y="3421446"/>
                  </a:lnTo>
                  <a:lnTo>
                    <a:pt x="4565099" y="3419654"/>
                  </a:lnTo>
                  <a:lnTo>
                    <a:pt x="4597475" y="3416131"/>
                  </a:lnTo>
                  <a:lnTo>
                    <a:pt x="4645376" y="3410343"/>
                  </a:lnTo>
                  <a:lnTo>
                    <a:pt x="4708202" y="3401872"/>
                  </a:lnTo>
                  <a:lnTo>
                    <a:pt x="4783632" y="3390453"/>
                  </a:lnTo>
                  <a:lnTo>
                    <a:pt x="4868180" y="3375978"/>
                  </a:lnTo>
                  <a:lnTo>
                    <a:pt x="4957911" y="3358453"/>
                  </a:lnTo>
                  <a:lnTo>
                    <a:pt x="5049098" y="3337943"/>
                  </a:lnTo>
                  <a:lnTo>
                    <a:pt x="5138677" y="3314507"/>
                  </a:lnTo>
                  <a:lnTo>
                    <a:pt x="5224450" y="3288145"/>
                  </a:lnTo>
                  <a:lnTo>
                    <a:pt x="5305083" y="3258760"/>
                  </a:lnTo>
                  <a:lnTo>
                    <a:pt x="5379981" y="3226142"/>
                  </a:lnTo>
                  <a:lnTo>
                    <a:pt x="5449116" y="3189961"/>
                  </a:lnTo>
                  <a:lnTo>
                    <a:pt x="5512855" y="3149773"/>
                  </a:lnTo>
                  <a:lnTo>
                    <a:pt x="5571814" y="3105032"/>
                  </a:lnTo>
                  <a:lnTo>
                    <a:pt x="5626751" y="3055116"/>
                  </a:lnTo>
                  <a:lnTo>
                    <a:pt x="5678481" y="2999378"/>
                  </a:lnTo>
                  <a:lnTo>
                    <a:pt x="5727810" y="2937228"/>
                  </a:lnTo>
                  <a:lnTo>
                    <a:pt x="5775472" y="2868277"/>
                  </a:lnTo>
                  <a:lnTo>
                    <a:pt x="5784835" y="2853703"/>
                  </a:lnTo>
                  <a:lnTo>
                    <a:pt x="5819384" y="2797067"/>
                  </a:lnTo>
                  <a:lnTo>
                    <a:pt x="5853619" y="2736591"/>
                  </a:lnTo>
                  <a:lnTo>
                    <a:pt x="5887720" y="2672195"/>
                  </a:lnTo>
                  <a:lnTo>
                    <a:pt x="5921832" y="2603855"/>
                  </a:lnTo>
                  <a:lnTo>
                    <a:pt x="5956069" y="2531601"/>
                  </a:lnTo>
                  <a:lnTo>
                    <a:pt x="5990513" y="2455529"/>
                  </a:lnTo>
                  <a:lnTo>
                    <a:pt x="6025221" y="2375802"/>
                  </a:lnTo>
                  <a:lnTo>
                    <a:pt x="6060225" y="2292651"/>
                  </a:lnTo>
                  <a:lnTo>
                    <a:pt x="6095534" y="2206378"/>
                  </a:lnTo>
                  <a:lnTo>
                    <a:pt x="6131135" y="2117351"/>
                  </a:lnTo>
                  <a:lnTo>
                    <a:pt x="6166998" y="2026000"/>
                  </a:lnTo>
                  <a:lnTo>
                    <a:pt x="6203078" y="1932813"/>
                  </a:lnTo>
                  <a:lnTo>
                    <a:pt x="6239316" y="1838318"/>
                  </a:lnTo>
                  <a:lnTo>
                    <a:pt x="6275647" y="1743079"/>
                  </a:lnTo>
                  <a:lnTo>
                    <a:pt x="6311998" y="1647678"/>
                  </a:lnTo>
                  <a:lnTo>
                    <a:pt x="6348296" y="1552701"/>
                  </a:lnTo>
                  <a:lnTo>
                    <a:pt x="6384471" y="1458724"/>
                  </a:lnTo>
                  <a:lnTo>
                    <a:pt x="6420461" y="1366296"/>
                  </a:lnTo>
                  <a:lnTo>
                    <a:pt x="6456211" y="1275930"/>
                  </a:lnTo>
                  <a:lnTo>
                    <a:pt x="6491684" y="1188087"/>
                  </a:lnTo>
                  <a:lnTo>
                    <a:pt x="6526856" y="1103171"/>
                  </a:lnTo>
                  <a:lnTo>
                    <a:pt x="6561725" y="1021521"/>
                  </a:lnTo>
                  <a:lnTo>
                    <a:pt x="6596310" y="943407"/>
                  </a:lnTo>
                  <a:lnTo>
                    <a:pt x="6630652" y="869029"/>
                  </a:lnTo>
                  <a:lnTo>
                    <a:pt x="6664821" y="798521"/>
                  </a:lnTo>
                  <a:lnTo>
                    <a:pt x="6698913" y="731947"/>
                  </a:lnTo>
                  <a:lnTo>
                    <a:pt x="6733054" y="669314"/>
                  </a:lnTo>
                  <a:lnTo>
                    <a:pt x="6767405" y="610570"/>
                  </a:lnTo>
                  <a:lnTo>
                    <a:pt x="6786527" y="579776"/>
                  </a:lnTo>
                  <a:lnTo>
                    <a:pt x="6833933" y="509454"/>
                  </a:lnTo>
                  <a:lnTo>
                    <a:pt x="6882875" y="445969"/>
                  </a:lnTo>
                  <a:lnTo>
                    <a:pt x="6934063" y="388995"/>
                  </a:lnTo>
                  <a:lnTo>
                    <a:pt x="6988295" y="337969"/>
                  </a:lnTo>
                  <a:lnTo>
                    <a:pt x="7046388" y="292247"/>
                  </a:lnTo>
                  <a:lnTo>
                    <a:pt x="7109118" y="251198"/>
                  </a:lnTo>
                  <a:lnTo>
                    <a:pt x="7177138" y="214257"/>
                  </a:lnTo>
                  <a:lnTo>
                    <a:pt x="7250874" y="180958"/>
                  </a:lnTo>
                  <a:lnTo>
                    <a:pt x="7330390" y="150949"/>
                  </a:lnTo>
                  <a:lnTo>
                    <a:pt x="7415218" y="123995"/>
                  </a:lnTo>
                  <a:lnTo>
                    <a:pt x="7504185" y="99978"/>
                  </a:lnTo>
                  <a:lnTo>
                    <a:pt x="7595270" y="78881"/>
                  </a:lnTo>
                  <a:lnTo>
                    <a:pt x="7685573" y="60755"/>
                  </a:lnTo>
                  <a:lnTo>
                    <a:pt x="7771471" y="45668"/>
                  </a:lnTo>
                  <a:lnTo>
                    <a:pt x="7849022" y="33644"/>
                  </a:lnTo>
                  <a:lnTo>
                    <a:pt x="7914594" y="24601"/>
                  </a:lnTo>
                  <a:lnTo>
                    <a:pt x="7965581" y="18306"/>
                  </a:lnTo>
                  <a:lnTo>
                    <a:pt x="8001008" y="14371"/>
                  </a:lnTo>
                  <a:lnTo>
                    <a:pt x="8021838" y="12280"/>
                  </a:lnTo>
                  <a:lnTo>
                    <a:pt x="8030934" y="11451"/>
                  </a:lnTo>
                  <a:lnTo>
                    <a:pt x="8032819" y="11294"/>
                  </a:lnTo>
                  <a:lnTo>
                    <a:pt x="8554953" y="11294"/>
                  </a:lnTo>
                  <a:lnTo>
                    <a:pt x="8554953" y="0"/>
                  </a:lnTo>
                  <a:lnTo>
                    <a:pt x="8032819" y="0"/>
                  </a:lnTo>
                  <a:lnTo>
                    <a:pt x="8031714" y="90"/>
                  </a:lnTo>
                  <a:lnTo>
                    <a:pt x="8024467" y="738"/>
                  </a:lnTo>
                  <a:lnTo>
                    <a:pt x="8006263" y="2530"/>
                  </a:lnTo>
                  <a:lnTo>
                    <a:pt x="7973887" y="6054"/>
                  </a:lnTo>
                  <a:lnTo>
                    <a:pt x="7925986" y="11842"/>
                  </a:lnTo>
                  <a:lnTo>
                    <a:pt x="7863160" y="20313"/>
                  </a:lnTo>
                  <a:lnTo>
                    <a:pt x="7787730" y="31731"/>
                  </a:lnTo>
                  <a:lnTo>
                    <a:pt x="7703182" y="46207"/>
                  </a:lnTo>
                  <a:lnTo>
                    <a:pt x="7613451" y="63732"/>
                  </a:lnTo>
                  <a:lnTo>
                    <a:pt x="7522264" y="84242"/>
                  </a:lnTo>
                  <a:lnTo>
                    <a:pt x="7432685" y="107677"/>
                  </a:lnTo>
                  <a:lnTo>
                    <a:pt x="7346912" y="134040"/>
                  </a:lnTo>
                  <a:lnTo>
                    <a:pt x="7266279" y="163425"/>
                  </a:lnTo>
                  <a:lnTo>
                    <a:pt x="7191381" y="196043"/>
                  </a:lnTo>
                  <a:lnTo>
                    <a:pt x="7122246" y="232224"/>
                  </a:lnTo>
                  <a:lnTo>
                    <a:pt x="7058507" y="272411"/>
                  </a:lnTo>
                  <a:lnTo>
                    <a:pt x="6999548" y="317152"/>
                  </a:lnTo>
                  <a:lnTo>
                    <a:pt x="6944611" y="367068"/>
                  </a:lnTo>
                  <a:lnTo>
                    <a:pt x="6892881" y="422806"/>
                  </a:lnTo>
                  <a:lnTo>
                    <a:pt x="6843552" y="484956"/>
                  </a:lnTo>
                  <a:lnTo>
                    <a:pt x="6795890" y="553907"/>
                  </a:lnTo>
                  <a:lnTo>
                    <a:pt x="6786527" y="568481"/>
                  </a:lnTo>
                  <a:lnTo>
                    <a:pt x="6751978" y="625117"/>
                  </a:lnTo>
                  <a:lnTo>
                    <a:pt x="6717743" y="685594"/>
                  </a:lnTo>
                  <a:lnTo>
                    <a:pt x="6683642" y="749989"/>
                  </a:lnTo>
                  <a:lnTo>
                    <a:pt x="6649530" y="818330"/>
                  </a:lnTo>
                  <a:lnTo>
                    <a:pt x="6615293" y="890584"/>
                  </a:lnTo>
                  <a:lnTo>
                    <a:pt x="6580849" y="966656"/>
                  </a:lnTo>
                  <a:lnTo>
                    <a:pt x="6546141" y="1046383"/>
                  </a:lnTo>
                  <a:lnTo>
                    <a:pt x="6511137" y="1129534"/>
                  </a:lnTo>
                  <a:lnTo>
                    <a:pt x="6475828" y="1215807"/>
                  </a:lnTo>
                  <a:lnTo>
                    <a:pt x="6440227" y="1304834"/>
                  </a:lnTo>
                  <a:lnTo>
                    <a:pt x="6404364" y="1396184"/>
                  </a:lnTo>
                  <a:lnTo>
                    <a:pt x="6368284" y="1489372"/>
                  </a:lnTo>
                  <a:lnTo>
                    <a:pt x="6332046" y="1583867"/>
                  </a:lnTo>
                  <a:lnTo>
                    <a:pt x="6295715" y="1679106"/>
                  </a:lnTo>
                  <a:lnTo>
                    <a:pt x="6259364" y="1774507"/>
                  </a:lnTo>
                  <a:lnTo>
                    <a:pt x="6223066" y="1869483"/>
                  </a:lnTo>
                  <a:lnTo>
                    <a:pt x="6186891" y="1963461"/>
                  </a:lnTo>
                  <a:lnTo>
                    <a:pt x="6150901" y="2055888"/>
                  </a:lnTo>
                  <a:lnTo>
                    <a:pt x="6115151" y="2146255"/>
                  </a:lnTo>
                  <a:lnTo>
                    <a:pt x="6079678" y="2234098"/>
                  </a:lnTo>
                  <a:lnTo>
                    <a:pt x="6044506" y="2319014"/>
                  </a:lnTo>
                  <a:lnTo>
                    <a:pt x="6009637" y="2400664"/>
                  </a:lnTo>
                  <a:lnTo>
                    <a:pt x="5975052" y="2478778"/>
                  </a:lnTo>
                  <a:lnTo>
                    <a:pt x="5940710" y="2553155"/>
                  </a:lnTo>
                  <a:lnTo>
                    <a:pt x="5906541" y="2623664"/>
                  </a:lnTo>
                  <a:lnTo>
                    <a:pt x="5872449" y="2690238"/>
                  </a:lnTo>
                  <a:lnTo>
                    <a:pt x="5838308" y="2752871"/>
                  </a:lnTo>
                  <a:lnTo>
                    <a:pt x="5803957" y="2811614"/>
                  </a:lnTo>
                  <a:lnTo>
                    <a:pt x="5784835" y="2842409"/>
                  </a:lnTo>
                  <a:lnTo>
                    <a:pt x="5737429" y="2912731"/>
                  </a:lnTo>
                  <a:lnTo>
                    <a:pt x="5688487" y="2976216"/>
                  </a:lnTo>
                  <a:lnTo>
                    <a:pt x="5637299" y="3033190"/>
                  </a:lnTo>
                  <a:lnTo>
                    <a:pt x="5583067" y="3084216"/>
                  </a:lnTo>
                  <a:lnTo>
                    <a:pt x="5524974" y="3129938"/>
                  </a:lnTo>
                  <a:lnTo>
                    <a:pt x="5462244" y="3170987"/>
                  </a:lnTo>
                  <a:lnTo>
                    <a:pt x="5394224" y="3207928"/>
                  </a:lnTo>
                  <a:lnTo>
                    <a:pt x="5320488" y="3241226"/>
                  </a:lnTo>
                  <a:lnTo>
                    <a:pt x="5240972" y="3271236"/>
                  </a:lnTo>
                  <a:lnTo>
                    <a:pt x="5156144" y="3298190"/>
                  </a:lnTo>
                  <a:lnTo>
                    <a:pt x="5067177" y="3322207"/>
                  </a:lnTo>
                  <a:lnTo>
                    <a:pt x="4976092" y="3343303"/>
                  </a:lnTo>
                  <a:lnTo>
                    <a:pt x="4885789" y="3361430"/>
                  </a:lnTo>
                  <a:lnTo>
                    <a:pt x="4799891" y="3376517"/>
                  </a:lnTo>
                  <a:lnTo>
                    <a:pt x="4722340" y="3388541"/>
                  </a:lnTo>
                  <a:lnTo>
                    <a:pt x="4656768" y="3397584"/>
                  </a:lnTo>
                  <a:lnTo>
                    <a:pt x="4605781" y="3403878"/>
                  </a:lnTo>
                  <a:lnTo>
                    <a:pt x="4570354" y="3407814"/>
                  </a:lnTo>
                  <a:lnTo>
                    <a:pt x="4549524" y="3409905"/>
                  </a:lnTo>
                  <a:lnTo>
                    <a:pt x="4540428" y="3410734"/>
                  </a:lnTo>
                  <a:lnTo>
                    <a:pt x="4538543" y="3410891"/>
                  </a:lnTo>
                  <a:lnTo>
                    <a:pt x="4016409" y="3410891"/>
                  </a:lnTo>
                  <a:lnTo>
                    <a:pt x="4015224" y="3410824"/>
                  </a:lnTo>
                  <a:lnTo>
                    <a:pt x="4007463" y="3410345"/>
                  </a:lnTo>
                  <a:lnTo>
                    <a:pt x="3988014" y="3409022"/>
                  </a:lnTo>
                  <a:lnTo>
                    <a:pt x="3953538" y="3406421"/>
                  </a:lnTo>
                  <a:lnTo>
                    <a:pt x="3902760" y="3402155"/>
                  </a:lnTo>
                  <a:lnTo>
                    <a:pt x="3836542" y="3395927"/>
                  </a:lnTo>
                  <a:lnTo>
                    <a:pt x="3757581" y="3387557"/>
                  </a:lnTo>
                  <a:lnTo>
                    <a:pt x="3669742" y="3376981"/>
                  </a:lnTo>
                  <a:lnTo>
                    <a:pt x="3577254" y="3364215"/>
                  </a:lnTo>
                  <a:lnTo>
                    <a:pt x="3484005" y="3349309"/>
                  </a:lnTo>
                  <a:lnTo>
                    <a:pt x="3393080" y="3332299"/>
                  </a:lnTo>
                  <a:lnTo>
                    <a:pt x="3306599" y="3313169"/>
                  </a:lnTo>
                  <a:lnTo>
                    <a:pt x="3225759" y="3291825"/>
                  </a:lnTo>
                  <a:lnTo>
                    <a:pt x="3150995" y="3268086"/>
                  </a:lnTo>
                  <a:lnTo>
                    <a:pt x="3082183" y="3241680"/>
                  </a:lnTo>
                  <a:lnTo>
                    <a:pt x="3018819" y="3212252"/>
                  </a:lnTo>
                  <a:lnTo>
                    <a:pt x="2960174" y="3179374"/>
                  </a:lnTo>
                  <a:lnTo>
                    <a:pt x="2905399" y="3142575"/>
                  </a:lnTo>
                  <a:lnTo>
                    <a:pt x="2853616" y="3101386"/>
                  </a:lnTo>
                  <a:lnTo>
                    <a:pt x="2803985" y="3055424"/>
                  </a:lnTo>
                  <a:lnTo>
                    <a:pt x="2770117" y="3020295"/>
                  </a:lnTo>
                  <a:lnTo>
                    <a:pt x="2730175" y="2975030"/>
                  </a:lnTo>
                  <a:lnTo>
                    <a:pt x="2690613" y="2926220"/>
                  </a:lnTo>
                  <a:lnTo>
                    <a:pt x="2651166" y="2873793"/>
                  </a:lnTo>
                  <a:lnTo>
                    <a:pt x="2611628" y="2817745"/>
                  </a:lnTo>
                  <a:lnTo>
                    <a:pt x="2571851" y="2758147"/>
                  </a:lnTo>
                  <a:lnTo>
                    <a:pt x="2531734" y="2695151"/>
                  </a:lnTo>
                  <a:lnTo>
                    <a:pt x="2491224" y="2628993"/>
                  </a:lnTo>
                  <a:lnTo>
                    <a:pt x="2450308" y="2559996"/>
                  </a:lnTo>
                  <a:lnTo>
                    <a:pt x="2409009" y="2488563"/>
                  </a:lnTo>
                  <a:lnTo>
                    <a:pt x="2367382" y="2415174"/>
                  </a:lnTo>
                  <a:lnTo>
                    <a:pt x="2325508" y="2340370"/>
                  </a:lnTo>
                  <a:lnTo>
                    <a:pt x="2283485" y="2264739"/>
                  </a:lnTo>
                  <a:lnTo>
                    <a:pt x="2241425" y="2188897"/>
                  </a:lnTo>
                  <a:lnTo>
                    <a:pt x="2199439" y="2113467"/>
                  </a:lnTo>
                  <a:lnTo>
                    <a:pt x="2157635" y="2039059"/>
                  </a:lnTo>
                  <a:lnTo>
                    <a:pt x="2116107" y="1966248"/>
                  </a:lnTo>
                  <a:lnTo>
                    <a:pt x="2074927" y="1895556"/>
                  </a:lnTo>
                  <a:lnTo>
                    <a:pt x="2034141" y="1827439"/>
                  </a:lnTo>
                  <a:lnTo>
                    <a:pt x="1993762" y="1762275"/>
                  </a:lnTo>
                  <a:lnTo>
                    <a:pt x="1953764" y="1700358"/>
                  </a:lnTo>
                  <a:lnTo>
                    <a:pt x="1914077" y="1641899"/>
                  </a:lnTo>
                  <a:lnTo>
                    <a:pt x="1874588" y="1587020"/>
                  </a:lnTo>
                  <a:lnTo>
                    <a:pt x="1835129" y="1535769"/>
                  </a:lnTo>
                  <a:lnTo>
                    <a:pt x="1795476" y="1488119"/>
                  </a:lnTo>
                  <a:lnTo>
                    <a:pt x="1768425" y="1457911"/>
                  </a:lnTo>
                  <a:lnTo>
                    <a:pt x="1719859" y="1408487"/>
                  </a:lnTo>
                  <a:lnTo>
                    <a:pt x="1669666" y="1363986"/>
                  </a:lnTo>
                  <a:lnTo>
                    <a:pt x="1617077" y="1324159"/>
                  </a:lnTo>
                  <a:lnTo>
                    <a:pt x="1561234" y="1288587"/>
                  </a:lnTo>
                  <a:lnTo>
                    <a:pt x="1501260" y="1256791"/>
                  </a:lnTo>
                  <a:lnTo>
                    <a:pt x="1436331" y="1228310"/>
                  </a:lnTo>
                  <a:lnTo>
                    <a:pt x="1365774" y="1202738"/>
                  </a:lnTo>
                  <a:lnTo>
                    <a:pt x="1289180" y="1179741"/>
                  </a:lnTo>
                  <a:lnTo>
                    <a:pt x="1206573" y="1159076"/>
                  </a:lnTo>
                  <a:lnTo>
                    <a:pt x="1118595" y="1140587"/>
                  </a:lnTo>
                  <a:lnTo>
                    <a:pt x="1026706" y="1124207"/>
                  </a:lnTo>
                  <a:lnTo>
                    <a:pt x="933318" y="1109937"/>
                  </a:lnTo>
                  <a:lnTo>
                    <a:pt x="841790" y="1097822"/>
                  </a:lnTo>
                  <a:lnTo>
                    <a:pt x="756169" y="1087909"/>
                  </a:lnTo>
                  <a:lnTo>
                    <a:pt x="680660" y="1080193"/>
                  </a:lnTo>
                  <a:lnTo>
                    <a:pt x="618861" y="1074578"/>
                  </a:lnTo>
                  <a:lnTo>
                    <a:pt x="572974" y="1070847"/>
                  </a:lnTo>
                  <a:lnTo>
                    <a:pt x="543235" y="1068673"/>
                  </a:lnTo>
                  <a:lnTo>
                    <a:pt x="527727" y="1067648"/>
                  </a:lnTo>
                  <a:lnTo>
                    <a:pt x="522547" y="1067338"/>
                  </a:lnTo>
                  <a:lnTo>
                    <a:pt x="522133" y="1067315"/>
                  </a:lnTo>
                  <a:lnTo>
                    <a:pt x="0" y="1067315"/>
                  </a:lnTo>
                  <a:close/>
                </a:path>
              </a:pathLst>
            </a:custGeom>
            <a:solidFill>
              <a:srgbClr val="8FA8D6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492" name="pl492"/>
            <p:cNvSpPr/>
            <p:nvPr/>
          </p:nvSpPr>
          <p:spPr>
            <a:xfrm>
              <a:off x="386606" y="1806734"/>
              <a:ext cx="8554953" cy="3410891"/>
            </a:xfrm>
            <a:custGeom>
              <a:avLst/>
              <a:pathLst>
                <a:path w="8554953" h="3410891">
                  <a:moveTo>
                    <a:pt x="0" y="1067315"/>
                  </a:moveTo>
                  <a:lnTo>
                    <a:pt x="522133" y="1067315"/>
                  </a:lnTo>
                  <a:lnTo>
                    <a:pt x="523318" y="1067382"/>
                  </a:lnTo>
                  <a:lnTo>
                    <a:pt x="531080" y="1067861"/>
                  </a:lnTo>
                  <a:lnTo>
                    <a:pt x="550529" y="1069184"/>
                  </a:lnTo>
                  <a:lnTo>
                    <a:pt x="585004" y="1071785"/>
                  </a:lnTo>
                  <a:lnTo>
                    <a:pt x="635782" y="1076051"/>
                  </a:lnTo>
                  <a:lnTo>
                    <a:pt x="702000" y="1082279"/>
                  </a:lnTo>
                  <a:lnTo>
                    <a:pt x="780961" y="1090648"/>
                  </a:lnTo>
                  <a:lnTo>
                    <a:pt x="868801" y="1101225"/>
                  </a:lnTo>
                  <a:lnTo>
                    <a:pt x="961288" y="1113991"/>
                  </a:lnTo>
                  <a:lnTo>
                    <a:pt x="1054538" y="1128897"/>
                  </a:lnTo>
                  <a:lnTo>
                    <a:pt x="1145463" y="1145907"/>
                  </a:lnTo>
                  <a:lnTo>
                    <a:pt x="1231943" y="1165037"/>
                  </a:lnTo>
                  <a:lnTo>
                    <a:pt x="1312783" y="1186381"/>
                  </a:lnTo>
                  <a:lnTo>
                    <a:pt x="1387547" y="1210120"/>
                  </a:lnTo>
                  <a:lnTo>
                    <a:pt x="1456359" y="1236526"/>
                  </a:lnTo>
                  <a:lnTo>
                    <a:pt x="1519723" y="1265954"/>
                  </a:lnTo>
                  <a:lnTo>
                    <a:pt x="1578368" y="1298832"/>
                  </a:lnTo>
                  <a:lnTo>
                    <a:pt x="1633143" y="1335631"/>
                  </a:lnTo>
                  <a:lnTo>
                    <a:pt x="1684926" y="1376819"/>
                  </a:lnTo>
                  <a:lnTo>
                    <a:pt x="1734557" y="1422782"/>
                  </a:lnTo>
                  <a:lnTo>
                    <a:pt x="1768425" y="1457911"/>
                  </a:lnTo>
                  <a:lnTo>
                    <a:pt x="1808368" y="1503175"/>
                  </a:lnTo>
                  <a:lnTo>
                    <a:pt x="1847929" y="1551986"/>
                  </a:lnTo>
                  <a:lnTo>
                    <a:pt x="1887376" y="1604413"/>
                  </a:lnTo>
                  <a:lnTo>
                    <a:pt x="1926914" y="1660461"/>
                  </a:lnTo>
                  <a:lnTo>
                    <a:pt x="1966691" y="1720059"/>
                  </a:lnTo>
                  <a:lnTo>
                    <a:pt x="2006808" y="1783055"/>
                  </a:lnTo>
                  <a:lnTo>
                    <a:pt x="2047318" y="1849213"/>
                  </a:lnTo>
                  <a:lnTo>
                    <a:pt x="2088234" y="1918210"/>
                  </a:lnTo>
                  <a:lnTo>
                    <a:pt x="2129534" y="1989642"/>
                  </a:lnTo>
                  <a:lnTo>
                    <a:pt x="2171160" y="2063031"/>
                  </a:lnTo>
                  <a:lnTo>
                    <a:pt x="2213035" y="2137836"/>
                  </a:lnTo>
                  <a:lnTo>
                    <a:pt x="2255057" y="2213467"/>
                  </a:lnTo>
                  <a:lnTo>
                    <a:pt x="2297117" y="2289309"/>
                  </a:lnTo>
                  <a:lnTo>
                    <a:pt x="2339103" y="2364739"/>
                  </a:lnTo>
                  <a:lnTo>
                    <a:pt x="2380907" y="2439147"/>
                  </a:lnTo>
                  <a:lnTo>
                    <a:pt x="2422435" y="2511958"/>
                  </a:lnTo>
                  <a:lnTo>
                    <a:pt x="2463615" y="2582650"/>
                  </a:lnTo>
                  <a:lnTo>
                    <a:pt x="2504401" y="2650767"/>
                  </a:lnTo>
                  <a:lnTo>
                    <a:pt x="2544780" y="2715931"/>
                  </a:lnTo>
                  <a:lnTo>
                    <a:pt x="2584778" y="2777847"/>
                  </a:lnTo>
                  <a:lnTo>
                    <a:pt x="2624465" y="2836307"/>
                  </a:lnTo>
                  <a:lnTo>
                    <a:pt x="2663954" y="2891185"/>
                  </a:lnTo>
                  <a:lnTo>
                    <a:pt x="2703413" y="2942436"/>
                  </a:lnTo>
                  <a:lnTo>
                    <a:pt x="2743066" y="2990087"/>
                  </a:lnTo>
                  <a:lnTo>
                    <a:pt x="2770117" y="3020295"/>
                  </a:lnTo>
                  <a:lnTo>
                    <a:pt x="2818683" y="3069719"/>
                  </a:lnTo>
                  <a:lnTo>
                    <a:pt x="2868876" y="3114220"/>
                  </a:lnTo>
                  <a:lnTo>
                    <a:pt x="2921465" y="3154046"/>
                  </a:lnTo>
                  <a:lnTo>
                    <a:pt x="2977308" y="3189619"/>
                  </a:lnTo>
                  <a:lnTo>
                    <a:pt x="3037283" y="3221415"/>
                  </a:lnTo>
                  <a:lnTo>
                    <a:pt x="3102211" y="3249895"/>
                  </a:lnTo>
                  <a:lnTo>
                    <a:pt x="3172768" y="3275468"/>
                  </a:lnTo>
                  <a:lnTo>
                    <a:pt x="3249362" y="3298465"/>
                  </a:lnTo>
                  <a:lnTo>
                    <a:pt x="3331969" y="3319130"/>
                  </a:lnTo>
                  <a:lnTo>
                    <a:pt x="3419947" y="3337619"/>
                  </a:lnTo>
                  <a:lnTo>
                    <a:pt x="3511837" y="3353999"/>
                  </a:lnTo>
                  <a:lnTo>
                    <a:pt x="3605224" y="3368269"/>
                  </a:lnTo>
                  <a:lnTo>
                    <a:pt x="3696752" y="3380383"/>
                  </a:lnTo>
                  <a:lnTo>
                    <a:pt x="3782373" y="3390297"/>
                  </a:lnTo>
                  <a:lnTo>
                    <a:pt x="3857882" y="3398013"/>
                  </a:lnTo>
                  <a:lnTo>
                    <a:pt x="3919681" y="3403628"/>
                  </a:lnTo>
                  <a:lnTo>
                    <a:pt x="3965568" y="3407359"/>
                  </a:lnTo>
                  <a:lnTo>
                    <a:pt x="3995307" y="3409533"/>
                  </a:lnTo>
                  <a:lnTo>
                    <a:pt x="4010815" y="3410557"/>
                  </a:lnTo>
                  <a:lnTo>
                    <a:pt x="4015995" y="3410868"/>
                  </a:lnTo>
                  <a:lnTo>
                    <a:pt x="4016409" y="3410891"/>
                  </a:lnTo>
                  <a:lnTo>
                    <a:pt x="4538543" y="3410891"/>
                  </a:lnTo>
                  <a:lnTo>
                    <a:pt x="4539648" y="3410800"/>
                  </a:lnTo>
                  <a:lnTo>
                    <a:pt x="4546895" y="3410152"/>
                  </a:lnTo>
                  <a:lnTo>
                    <a:pt x="4565099" y="3408360"/>
                  </a:lnTo>
                  <a:lnTo>
                    <a:pt x="4597475" y="3404837"/>
                  </a:lnTo>
                  <a:lnTo>
                    <a:pt x="4645376" y="3399048"/>
                  </a:lnTo>
                  <a:lnTo>
                    <a:pt x="4708202" y="3390577"/>
                  </a:lnTo>
                  <a:lnTo>
                    <a:pt x="4783632" y="3379159"/>
                  </a:lnTo>
                  <a:lnTo>
                    <a:pt x="4868180" y="3364683"/>
                  </a:lnTo>
                  <a:lnTo>
                    <a:pt x="4957911" y="3347158"/>
                  </a:lnTo>
                  <a:lnTo>
                    <a:pt x="5049098" y="3326649"/>
                  </a:lnTo>
                  <a:lnTo>
                    <a:pt x="5138677" y="3303213"/>
                  </a:lnTo>
                  <a:lnTo>
                    <a:pt x="5224450" y="3276851"/>
                  </a:lnTo>
                  <a:lnTo>
                    <a:pt x="5305083" y="3247465"/>
                  </a:lnTo>
                  <a:lnTo>
                    <a:pt x="5379981" y="3214847"/>
                  </a:lnTo>
                  <a:lnTo>
                    <a:pt x="5449116" y="3178667"/>
                  </a:lnTo>
                  <a:lnTo>
                    <a:pt x="5512855" y="3138479"/>
                  </a:lnTo>
                  <a:lnTo>
                    <a:pt x="5571814" y="3093738"/>
                  </a:lnTo>
                  <a:lnTo>
                    <a:pt x="5626751" y="3043822"/>
                  </a:lnTo>
                  <a:lnTo>
                    <a:pt x="5678481" y="2988084"/>
                  </a:lnTo>
                  <a:lnTo>
                    <a:pt x="5727810" y="2925934"/>
                  </a:lnTo>
                  <a:lnTo>
                    <a:pt x="5775472" y="2856983"/>
                  </a:lnTo>
                  <a:lnTo>
                    <a:pt x="5784835" y="2842409"/>
                  </a:lnTo>
                  <a:lnTo>
                    <a:pt x="5819384" y="2785773"/>
                  </a:lnTo>
                  <a:lnTo>
                    <a:pt x="5853619" y="2725297"/>
                  </a:lnTo>
                  <a:lnTo>
                    <a:pt x="5887720" y="2660901"/>
                  </a:lnTo>
                  <a:lnTo>
                    <a:pt x="5921832" y="2592560"/>
                  </a:lnTo>
                  <a:lnTo>
                    <a:pt x="5956069" y="2520306"/>
                  </a:lnTo>
                  <a:lnTo>
                    <a:pt x="5990513" y="2444235"/>
                  </a:lnTo>
                  <a:lnTo>
                    <a:pt x="6025221" y="2364508"/>
                  </a:lnTo>
                  <a:lnTo>
                    <a:pt x="6060225" y="2281357"/>
                  </a:lnTo>
                  <a:lnTo>
                    <a:pt x="6095534" y="2195084"/>
                  </a:lnTo>
                  <a:lnTo>
                    <a:pt x="6131135" y="2106056"/>
                  </a:lnTo>
                  <a:lnTo>
                    <a:pt x="6166998" y="2014706"/>
                  </a:lnTo>
                  <a:lnTo>
                    <a:pt x="6203078" y="1921518"/>
                  </a:lnTo>
                  <a:lnTo>
                    <a:pt x="6239316" y="1827023"/>
                  </a:lnTo>
                  <a:lnTo>
                    <a:pt x="6275647" y="1731785"/>
                  </a:lnTo>
                  <a:lnTo>
                    <a:pt x="6311998" y="1636384"/>
                  </a:lnTo>
                  <a:lnTo>
                    <a:pt x="6348296" y="1541407"/>
                  </a:lnTo>
                  <a:lnTo>
                    <a:pt x="6384471" y="1447430"/>
                  </a:lnTo>
                  <a:lnTo>
                    <a:pt x="6420461" y="1355002"/>
                  </a:lnTo>
                  <a:lnTo>
                    <a:pt x="6456211" y="1264635"/>
                  </a:lnTo>
                  <a:lnTo>
                    <a:pt x="6491684" y="1176792"/>
                  </a:lnTo>
                  <a:lnTo>
                    <a:pt x="6526856" y="1091876"/>
                  </a:lnTo>
                  <a:lnTo>
                    <a:pt x="6561725" y="1010226"/>
                  </a:lnTo>
                  <a:lnTo>
                    <a:pt x="6596310" y="932112"/>
                  </a:lnTo>
                  <a:lnTo>
                    <a:pt x="6630652" y="857735"/>
                  </a:lnTo>
                  <a:lnTo>
                    <a:pt x="6664821" y="787226"/>
                  </a:lnTo>
                  <a:lnTo>
                    <a:pt x="6698913" y="720653"/>
                  </a:lnTo>
                  <a:lnTo>
                    <a:pt x="6733054" y="658019"/>
                  </a:lnTo>
                  <a:lnTo>
                    <a:pt x="6767405" y="599276"/>
                  </a:lnTo>
                  <a:lnTo>
                    <a:pt x="6786527" y="568481"/>
                  </a:lnTo>
                  <a:lnTo>
                    <a:pt x="6833933" y="498159"/>
                  </a:lnTo>
                  <a:lnTo>
                    <a:pt x="6882875" y="434674"/>
                  </a:lnTo>
                  <a:lnTo>
                    <a:pt x="6934063" y="377701"/>
                  </a:lnTo>
                  <a:lnTo>
                    <a:pt x="6988295" y="326675"/>
                  </a:lnTo>
                  <a:lnTo>
                    <a:pt x="7046388" y="280953"/>
                  </a:lnTo>
                  <a:lnTo>
                    <a:pt x="7109118" y="239903"/>
                  </a:lnTo>
                  <a:lnTo>
                    <a:pt x="7177138" y="202963"/>
                  </a:lnTo>
                  <a:lnTo>
                    <a:pt x="7250874" y="169664"/>
                  </a:lnTo>
                  <a:lnTo>
                    <a:pt x="7330390" y="139655"/>
                  </a:lnTo>
                  <a:lnTo>
                    <a:pt x="7415218" y="112700"/>
                  </a:lnTo>
                  <a:lnTo>
                    <a:pt x="7504185" y="88684"/>
                  </a:lnTo>
                  <a:lnTo>
                    <a:pt x="7595270" y="67587"/>
                  </a:lnTo>
                  <a:lnTo>
                    <a:pt x="7685573" y="49461"/>
                  </a:lnTo>
                  <a:lnTo>
                    <a:pt x="7771471" y="34374"/>
                  </a:lnTo>
                  <a:lnTo>
                    <a:pt x="7849022" y="22350"/>
                  </a:lnTo>
                  <a:lnTo>
                    <a:pt x="7914594" y="13307"/>
                  </a:lnTo>
                  <a:lnTo>
                    <a:pt x="7965581" y="7012"/>
                  </a:lnTo>
                  <a:lnTo>
                    <a:pt x="8001008" y="3077"/>
                  </a:lnTo>
                  <a:lnTo>
                    <a:pt x="8021838" y="985"/>
                  </a:lnTo>
                  <a:lnTo>
                    <a:pt x="8030934" y="157"/>
                  </a:lnTo>
                  <a:lnTo>
                    <a:pt x="8032810" y="0"/>
                  </a:lnTo>
                  <a:lnTo>
                    <a:pt x="8032819" y="0"/>
                  </a:lnTo>
                  <a:lnTo>
                    <a:pt x="8554953" y="0"/>
                  </a:lnTo>
                  <a:lnTo>
                    <a:pt x="8554953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493" name="pl493"/>
            <p:cNvSpPr/>
            <p:nvPr/>
          </p:nvSpPr>
          <p:spPr>
            <a:xfrm>
              <a:off x="386606" y="1795439"/>
              <a:ext cx="8554953" cy="3410891"/>
            </a:xfrm>
            <a:custGeom>
              <a:avLst/>
              <a:pathLst>
                <a:path w="8554953" h="3410891">
                  <a:moveTo>
                    <a:pt x="8554953" y="0"/>
                  </a:moveTo>
                  <a:lnTo>
                    <a:pt x="8032819" y="0"/>
                  </a:lnTo>
                  <a:lnTo>
                    <a:pt x="8031714" y="90"/>
                  </a:lnTo>
                  <a:lnTo>
                    <a:pt x="8024467" y="738"/>
                  </a:lnTo>
                  <a:lnTo>
                    <a:pt x="8006263" y="2530"/>
                  </a:lnTo>
                  <a:lnTo>
                    <a:pt x="7973887" y="6054"/>
                  </a:lnTo>
                  <a:lnTo>
                    <a:pt x="7925986" y="11842"/>
                  </a:lnTo>
                  <a:lnTo>
                    <a:pt x="7863160" y="20313"/>
                  </a:lnTo>
                  <a:lnTo>
                    <a:pt x="7787730" y="31731"/>
                  </a:lnTo>
                  <a:lnTo>
                    <a:pt x="7703182" y="46207"/>
                  </a:lnTo>
                  <a:lnTo>
                    <a:pt x="7613451" y="63732"/>
                  </a:lnTo>
                  <a:lnTo>
                    <a:pt x="7522264" y="84242"/>
                  </a:lnTo>
                  <a:lnTo>
                    <a:pt x="7432685" y="107677"/>
                  </a:lnTo>
                  <a:lnTo>
                    <a:pt x="7346912" y="134040"/>
                  </a:lnTo>
                  <a:lnTo>
                    <a:pt x="7266279" y="163425"/>
                  </a:lnTo>
                  <a:lnTo>
                    <a:pt x="7191381" y="196043"/>
                  </a:lnTo>
                  <a:lnTo>
                    <a:pt x="7122246" y="232224"/>
                  </a:lnTo>
                  <a:lnTo>
                    <a:pt x="7058507" y="272411"/>
                  </a:lnTo>
                  <a:lnTo>
                    <a:pt x="6999548" y="317152"/>
                  </a:lnTo>
                  <a:lnTo>
                    <a:pt x="6944611" y="367068"/>
                  </a:lnTo>
                  <a:lnTo>
                    <a:pt x="6892881" y="422806"/>
                  </a:lnTo>
                  <a:lnTo>
                    <a:pt x="6843552" y="484956"/>
                  </a:lnTo>
                  <a:lnTo>
                    <a:pt x="6795890" y="553907"/>
                  </a:lnTo>
                  <a:lnTo>
                    <a:pt x="6786527" y="568481"/>
                  </a:lnTo>
                  <a:lnTo>
                    <a:pt x="6751978" y="625117"/>
                  </a:lnTo>
                  <a:lnTo>
                    <a:pt x="6717743" y="685594"/>
                  </a:lnTo>
                  <a:lnTo>
                    <a:pt x="6683642" y="749989"/>
                  </a:lnTo>
                  <a:lnTo>
                    <a:pt x="6649530" y="818330"/>
                  </a:lnTo>
                  <a:lnTo>
                    <a:pt x="6615293" y="890584"/>
                  </a:lnTo>
                  <a:lnTo>
                    <a:pt x="6580849" y="966656"/>
                  </a:lnTo>
                  <a:lnTo>
                    <a:pt x="6546141" y="1046383"/>
                  </a:lnTo>
                  <a:lnTo>
                    <a:pt x="6511137" y="1129534"/>
                  </a:lnTo>
                  <a:lnTo>
                    <a:pt x="6475828" y="1215807"/>
                  </a:lnTo>
                  <a:lnTo>
                    <a:pt x="6440227" y="1304834"/>
                  </a:lnTo>
                  <a:lnTo>
                    <a:pt x="6404364" y="1396184"/>
                  </a:lnTo>
                  <a:lnTo>
                    <a:pt x="6368284" y="1489372"/>
                  </a:lnTo>
                  <a:lnTo>
                    <a:pt x="6332046" y="1583867"/>
                  </a:lnTo>
                  <a:lnTo>
                    <a:pt x="6295715" y="1679106"/>
                  </a:lnTo>
                  <a:lnTo>
                    <a:pt x="6259364" y="1774507"/>
                  </a:lnTo>
                  <a:lnTo>
                    <a:pt x="6223066" y="1869483"/>
                  </a:lnTo>
                  <a:lnTo>
                    <a:pt x="6186891" y="1963461"/>
                  </a:lnTo>
                  <a:lnTo>
                    <a:pt x="6150901" y="2055888"/>
                  </a:lnTo>
                  <a:lnTo>
                    <a:pt x="6115151" y="2146255"/>
                  </a:lnTo>
                  <a:lnTo>
                    <a:pt x="6079678" y="2234098"/>
                  </a:lnTo>
                  <a:lnTo>
                    <a:pt x="6044506" y="2319014"/>
                  </a:lnTo>
                  <a:lnTo>
                    <a:pt x="6009637" y="2400664"/>
                  </a:lnTo>
                  <a:lnTo>
                    <a:pt x="5975052" y="2478778"/>
                  </a:lnTo>
                  <a:lnTo>
                    <a:pt x="5940710" y="2553155"/>
                  </a:lnTo>
                  <a:lnTo>
                    <a:pt x="5906541" y="2623664"/>
                  </a:lnTo>
                  <a:lnTo>
                    <a:pt x="5872449" y="2690238"/>
                  </a:lnTo>
                  <a:lnTo>
                    <a:pt x="5838308" y="2752871"/>
                  </a:lnTo>
                  <a:lnTo>
                    <a:pt x="5803957" y="2811614"/>
                  </a:lnTo>
                  <a:lnTo>
                    <a:pt x="5784835" y="2842409"/>
                  </a:lnTo>
                  <a:lnTo>
                    <a:pt x="5737429" y="2912731"/>
                  </a:lnTo>
                  <a:lnTo>
                    <a:pt x="5688487" y="2976216"/>
                  </a:lnTo>
                  <a:lnTo>
                    <a:pt x="5637299" y="3033190"/>
                  </a:lnTo>
                  <a:lnTo>
                    <a:pt x="5583067" y="3084216"/>
                  </a:lnTo>
                  <a:lnTo>
                    <a:pt x="5524974" y="3129938"/>
                  </a:lnTo>
                  <a:lnTo>
                    <a:pt x="5462244" y="3170987"/>
                  </a:lnTo>
                  <a:lnTo>
                    <a:pt x="5394224" y="3207928"/>
                  </a:lnTo>
                  <a:lnTo>
                    <a:pt x="5320488" y="3241226"/>
                  </a:lnTo>
                  <a:lnTo>
                    <a:pt x="5240972" y="3271236"/>
                  </a:lnTo>
                  <a:lnTo>
                    <a:pt x="5156144" y="3298190"/>
                  </a:lnTo>
                  <a:lnTo>
                    <a:pt x="5067177" y="3322207"/>
                  </a:lnTo>
                  <a:lnTo>
                    <a:pt x="4976092" y="3343303"/>
                  </a:lnTo>
                  <a:lnTo>
                    <a:pt x="4885789" y="3361430"/>
                  </a:lnTo>
                  <a:lnTo>
                    <a:pt x="4799891" y="3376517"/>
                  </a:lnTo>
                  <a:lnTo>
                    <a:pt x="4722340" y="3388541"/>
                  </a:lnTo>
                  <a:lnTo>
                    <a:pt x="4656768" y="3397584"/>
                  </a:lnTo>
                  <a:lnTo>
                    <a:pt x="4605781" y="3403878"/>
                  </a:lnTo>
                  <a:lnTo>
                    <a:pt x="4570354" y="3407814"/>
                  </a:lnTo>
                  <a:lnTo>
                    <a:pt x="4549524" y="3409905"/>
                  </a:lnTo>
                  <a:lnTo>
                    <a:pt x="4540428" y="3410734"/>
                  </a:lnTo>
                  <a:lnTo>
                    <a:pt x="4538552" y="3410890"/>
                  </a:lnTo>
                  <a:lnTo>
                    <a:pt x="4538543" y="3410891"/>
                  </a:lnTo>
                  <a:lnTo>
                    <a:pt x="4016409" y="3410891"/>
                  </a:lnTo>
                  <a:lnTo>
                    <a:pt x="4015224" y="3410824"/>
                  </a:lnTo>
                  <a:lnTo>
                    <a:pt x="4007463" y="3410345"/>
                  </a:lnTo>
                  <a:lnTo>
                    <a:pt x="3988014" y="3409022"/>
                  </a:lnTo>
                  <a:lnTo>
                    <a:pt x="3953538" y="3406421"/>
                  </a:lnTo>
                  <a:lnTo>
                    <a:pt x="3902760" y="3402155"/>
                  </a:lnTo>
                  <a:lnTo>
                    <a:pt x="3836542" y="3395927"/>
                  </a:lnTo>
                  <a:lnTo>
                    <a:pt x="3757581" y="3387557"/>
                  </a:lnTo>
                  <a:lnTo>
                    <a:pt x="3669742" y="3376981"/>
                  </a:lnTo>
                  <a:lnTo>
                    <a:pt x="3577254" y="3364215"/>
                  </a:lnTo>
                  <a:lnTo>
                    <a:pt x="3484005" y="3349309"/>
                  </a:lnTo>
                  <a:lnTo>
                    <a:pt x="3393080" y="3332299"/>
                  </a:lnTo>
                  <a:lnTo>
                    <a:pt x="3306599" y="3313169"/>
                  </a:lnTo>
                  <a:lnTo>
                    <a:pt x="3225759" y="3291825"/>
                  </a:lnTo>
                  <a:lnTo>
                    <a:pt x="3150995" y="3268086"/>
                  </a:lnTo>
                  <a:lnTo>
                    <a:pt x="3082183" y="3241680"/>
                  </a:lnTo>
                  <a:lnTo>
                    <a:pt x="3018819" y="3212252"/>
                  </a:lnTo>
                  <a:lnTo>
                    <a:pt x="2960174" y="3179374"/>
                  </a:lnTo>
                  <a:lnTo>
                    <a:pt x="2905399" y="3142575"/>
                  </a:lnTo>
                  <a:lnTo>
                    <a:pt x="2853616" y="3101386"/>
                  </a:lnTo>
                  <a:lnTo>
                    <a:pt x="2803985" y="3055424"/>
                  </a:lnTo>
                  <a:lnTo>
                    <a:pt x="2770117" y="3020295"/>
                  </a:lnTo>
                  <a:lnTo>
                    <a:pt x="2730175" y="2975030"/>
                  </a:lnTo>
                  <a:lnTo>
                    <a:pt x="2690613" y="2926220"/>
                  </a:lnTo>
                  <a:lnTo>
                    <a:pt x="2651166" y="2873793"/>
                  </a:lnTo>
                  <a:lnTo>
                    <a:pt x="2611628" y="2817745"/>
                  </a:lnTo>
                  <a:lnTo>
                    <a:pt x="2571851" y="2758147"/>
                  </a:lnTo>
                  <a:lnTo>
                    <a:pt x="2531734" y="2695151"/>
                  </a:lnTo>
                  <a:lnTo>
                    <a:pt x="2491224" y="2628993"/>
                  </a:lnTo>
                  <a:lnTo>
                    <a:pt x="2450308" y="2559996"/>
                  </a:lnTo>
                  <a:lnTo>
                    <a:pt x="2409009" y="2488563"/>
                  </a:lnTo>
                  <a:lnTo>
                    <a:pt x="2367382" y="2415174"/>
                  </a:lnTo>
                  <a:lnTo>
                    <a:pt x="2325508" y="2340370"/>
                  </a:lnTo>
                  <a:lnTo>
                    <a:pt x="2283485" y="2264739"/>
                  </a:lnTo>
                  <a:lnTo>
                    <a:pt x="2241425" y="2188897"/>
                  </a:lnTo>
                  <a:lnTo>
                    <a:pt x="2199439" y="2113467"/>
                  </a:lnTo>
                  <a:lnTo>
                    <a:pt x="2157635" y="2039059"/>
                  </a:lnTo>
                  <a:lnTo>
                    <a:pt x="2116107" y="1966248"/>
                  </a:lnTo>
                  <a:lnTo>
                    <a:pt x="2074927" y="1895556"/>
                  </a:lnTo>
                  <a:lnTo>
                    <a:pt x="2034141" y="1827439"/>
                  </a:lnTo>
                  <a:lnTo>
                    <a:pt x="1993762" y="1762275"/>
                  </a:lnTo>
                  <a:lnTo>
                    <a:pt x="1953764" y="1700358"/>
                  </a:lnTo>
                  <a:lnTo>
                    <a:pt x="1914077" y="1641899"/>
                  </a:lnTo>
                  <a:lnTo>
                    <a:pt x="1874588" y="1587020"/>
                  </a:lnTo>
                  <a:lnTo>
                    <a:pt x="1835129" y="1535769"/>
                  </a:lnTo>
                  <a:lnTo>
                    <a:pt x="1795476" y="1488119"/>
                  </a:lnTo>
                  <a:lnTo>
                    <a:pt x="1768425" y="1457911"/>
                  </a:lnTo>
                  <a:lnTo>
                    <a:pt x="1719859" y="1408487"/>
                  </a:lnTo>
                  <a:lnTo>
                    <a:pt x="1669666" y="1363986"/>
                  </a:lnTo>
                  <a:lnTo>
                    <a:pt x="1617077" y="1324159"/>
                  </a:lnTo>
                  <a:lnTo>
                    <a:pt x="1561234" y="1288587"/>
                  </a:lnTo>
                  <a:lnTo>
                    <a:pt x="1501260" y="1256791"/>
                  </a:lnTo>
                  <a:lnTo>
                    <a:pt x="1436331" y="1228310"/>
                  </a:lnTo>
                  <a:lnTo>
                    <a:pt x="1365774" y="1202738"/>
                  </a:lnTo>
                  <a:lnTo>
                    <a:pt x="1289180" y="1179741"/>
                  </a:lnTo>
                  <a:lnTo>
                    <a:pt x="1206573" y="1159076"/>
                  </a:lnTo>
                  <a:lnTo>
                    <a:pt x="1118595" y="1140587"/>
                  </a:lnTo>
                  <a:lnTo>
                    <a:pt x="1026706" y="1124207"/>
                  </a:lnTo>
                  <a:lnTo>
                    <a:pt x="933318" y="1109937"/>
                  </a:lnTo>
                  <a:lnTo>
                    <a:pt x="841790" y="1097822"/>
                  </a:lnTo>
                  <a:lnTo>
                    <a:pt x="756169" y="1087909"/>
                  </a:lnTo>
                  <a:lnTo>
                    <a:pt x="680660" y="1080193"/>
                  </a:lnTo>
                  <a:lnTo>
                    <a:pt x="618861" y="1074578"/>
                  </a:lnTo>
                  <a:lnTo>
                    <a:pt x="572974" y="1070847"/>
                  </a:lnTo>
                  <a:lnTo>
                    <a:pt x="543235" y="1068673"/>
                  </a:lnTo>
                  <a:lnTo>
                    <a:pt x="527727" y="1067648"/>
                  </a:lnTo>
                  <a:lnTo>
                    <a:pt x="522547" y="1067338"/>
                  </a:lnTo>
                  <a:lnTo>
                    <a:pt x="522133" y="1067315"/>
                  </a:lnTo>
                  <a:lnTo>
                    <a:pt x="0" y="1067315"/>
                  </a:lnTo>
                  <a:lnTo>
                    <a:pt x="0" y="1067315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494" name="pg494"/>
            <p:cNvSpPr/>
            <p:nvPr/>
          </p:nvSpPr>
          <p:spPr>
            <a:xfrm>
              <a:off x="386606" y="2874049"/>
              <a:ext cx="8554953" cy="2366164"/>
            </a:xfrm>
            <a:custGeom>
              <a:avLst/>
              <a:pathLst>
                <a:path w="8554953" h="2366164">
                  <a:moveTo>
                    <a:pt x="0" y="5647"/>
                  </a:moveTo>
                  <a:lnTo>
                    <a:pt x="522133" y="5647"/>
                  </a:lnTo>
                  <a:lnTo>
                    <a:pt x="523317" y="5714"/>
                  </a:lnTo>
                  <a:lnTo>
                    <a:pt x="531071" y="6196"/>
                  </a:lnTo>
                  <a:lnTo>
                    <a:pt x="550503" y="7528"/>
                  </a:lnTo>
                  <a:lnTo>
                    <a:pt x="584949" y="10145"/>
                  </a:lnTo>
                  <a:lnTo>
                    <a:pt x="635687" y="14438"/>
                  </a:lnTo>
                  <a:lnTo>
                    <a:pt x="701858" y="20705"/>
                  </a:lnTo>
                  <a:lnTo>
                    <a:pt x="780771" y="29127"/>
                  </a:lnTo>
                  <a:lnTo>
                    <a:pt x="868565" y="39771"/>
                  </a:lnTo>
                  <a:lnTo>
                    <a:pt x="961015" y="52619"/>
                  </a:lnTo>
                  <a:lnTo>
                    <a:pt x="1054238" y="67622"/>
                  </a:lnTo>
                  <a:lnTo>
                    <a:pt x="1145145" y="84742"/>
                  </a:lnTo>
                  <a:lnTo>
                    <a:pt x="1231617" y="103996"/>
                  </a:lnTo>
                  <a:lnTo>
                    <a:pt x="1312455" y="125478"/>
                  </a:lnTo>
                  <a:lnTo>
                    <a:pt x="1387221" y="149370"/>
                  </a:lnTo>
                  <a:lnTo>
                    <a:pt x="1456038" y="175944"/>
                  </a:lnTo>
                  <a:lnTo>
                    <a:pt x="1519407" y="205560"/>
                  </a:lnTo>
                  <a:lnTo>
                    <a:pt x="1578057" y="238645"/>
                  </a:lnTo>
                  <a:lnTo>
                    <a:pt x="1632833" y="275674"/>
                  </a:lnTo>
                  <a:lnTo>
                    <a:pt x="1684615" y="317119"/>
                  </a:lnTo>
                  <a:lnTo>
                    <a:pt x="1734241" y="363367"/>
                  </a:lnTo>
                  <a:lnTo>
                    <a:pt x="1768425" y="399066"/>
                  </a:lnTo>
                  <a:lnTo>
                    <a:pt x="1808266" y="444537"/>
                  </a:lnTo>
                  <a:lnTo>
                    <a:pt x="1847727" y="493561"/>
                  </a:lnTo>
                  <a:lnTo>
                    <a:pt x="1887074" y="546209"/>
                  </a:lnTo>
                  <a:lnTo>
                    <a:pt x="1926509" y="602486"/>
                  </a:lnTo>
                  <a:lnTo>
                    <a:pt x="1966181" y="662321"/>
                  </a:lnTo>
                  <a:lnTo>
                    <a:pt x="2006190" y="725564"/>
                  </a:lnTo>
                  <a:lnTo>
                    <a:pt x="2046590" y="791979"/>
                  </a:lnTo>
                  <a:lnTo>
                    <a:pt x="2087394" y="861246"/>
                  </a:lnTo>
                  <a:lnTo>
                    <a:pt x="2128580" y="932963"/>
                  </a:lnTo>
                  <a:lnTo>
                    <a:pt x="2170094" y="1006653"/>
                  </a:lnTo>
                  <a:lnTo>
                    <a:pt x="2211855" y="1081775"/>
                  </a:lnTo>
                  <a:lnTo>
                    <a:pt x="2253767" y="1157743"/>
                  </a:lnTo>
                  <a:lnTo>
                    <a:pt x="2295721" y="1233941"/>
                  </a:lnTo>
                  <a:lnTo>
                    <a:pt x="2337604" y="1309747"/>
                  </a:lnTo>
                  <a:lnTo>
                    <a:pt x="2379310" y="1384550"/>
                  </a:lnTo>
                  <a:lnTo>
                    <a:pt x="2420744" y="1457774"/>
                  </a:lnTo>
                  <a:lnTo>
                    <a:pt x="2461835" y="1528895"/>
                  </a:lnTo>
                  <a:lnTo>
                    <a:pt x="2502534" y="1597454"/>
                  </a:lnTo>
                  <a:lnTo>
                    <a:pt x="2542829" y="1663069"/>
                  </a:lnTo>
                  <a:lnTo>
                    <a:pt x="2582743" y="1725441"/>
                  </a:lnTo>
                  <a:lnTo>
                    <a:pt x="2622342" y="1784359"/>
                  </a:lnTo>
                  <a:lnTo>
                    <a:pt x="2661738" y="1839692"/>
                  </a:lnTo>
                  <a:lnTo>
                    <a:pt x="2701092" y="1891391"/>
                  </a:lnTo>
                  <a:lnTo>
                    <a:pt x="2740624" y="1939479"/>
                  </a:lnTo>
                  <a:lnTo>
                    <a:pt x="2770117" y="1972745"/>
                  </a:lnTo>
                  <a:lnTo>
                    <a:pt x="2818667" y="2022511"/>
                  </a:lnTo>
                  <a:lnTo>
                    <a:pt x="2868843" y="2067321"/>
                  </a:lnTo>
                  <a:lnTo>
                    <a:pt x="2921412" y="2107426"/>
                  </a:lnTo>
                  <a:lnTo>
                    <a:pt x="2977233" y="2143249"/>
                  </a:lnTo>
                  <a:lnTo>
                    <a:pt x="3037182" y="2175269"/>
                  </a:lnTo>
                  <a:lnTo>
                    <a:pt x="3102079" y="2203952"/>
                  </a:lnTo>
                  <a:lnTo>
                    <a:pt x="3172601" y="2229707"/>
                  </a:lnTo>
                  <a:lnTo>
                    <a:pt x="3249155" y="2252868"/>
                  </a:lnTo>
                  <a:lnTo>
                    <a:pt x="3331720" y="2273683"/>
                  </a:lnTo>
                  <a:lnTo>
                    <a:pt x="3419655" y="2292305"/>
                  </a:lnTo>
                  <a:lnTo>
                    <a:pt x="3511504" y="2308806"/>
                  </a:lnTo>
                  <a:lnTo>
                    <a:pt x="3604862" y="2323182"/>
                  </a:lnTo>
                  <a:lnTo>
                    <a:pt x="3696376" y="2335389"/>
                  </a:lnTo>
                  <a:lnTo>
                    <a:pt x="3782004" y="2345381"/>
                  </a:lnTo>
                  <a:lnTo>
                    <a:pt x="3857546" y="2353160"/>
                  </a:lnTo>
                  <a:lnTo>
                    <a:pt x="3919401" y="2358825"/>
                  </a:lnTo>
                  <a:lnTo>
                    <a:pt x="3965360" y="2362590"/>
                  </a:lnTo>
                  <a:lnTo>
                    <a:pt x="3995177" y="2364788"/>
                  </a:lnTo>
                  <a:lnTo>
                    <a:pt x="4010756" y="2365824"/>
                  </a:lnTo>
                  <a:lnTo>
                    <a:pt x="4015984" y="2366140"/>
                  </a:lnTo>
                  <a:lnTo>
                    <a:pt x="4016409" y="2366164"/>
                  </a:lnTo>
                  <a:lnTo>
                    <a:pt x="4538543" y="2366164"/>
                  </a:lnTo>
                  <a:lnTo>
                    <a:pt x="4539763" y="2366112"/>
                  </a:lnTo>
                  <a:lnTo>
                    <a:pt x="4547744" y="2365739"/>
                  </a:lnTo>
                  <a:lnTo>
                    <a:pt x="4567726" y="2364707"/>
                  </a:lnTo>
                  <a:lnTo>
                    <a:pt x="4603095" y="2362681"/>
                  </a:lnTo>
                  <a:lnTo>
                    <a:pt x="4655091" y="2359359"/>
                  </a:lnTo>
                  <a:lnTo>
                    <a:pt x="4722731" y="2354515"/>
                  </a:lnTo>
                  <a:lnTo>
                    <a:pt x="4803158" y="2348014"/>
                  </a:lnTo>
                  <a:lnTo>
                    <a:pt x="4892344" y="2339810"/>
                  </a:lnTo>
                  <a:lnTo>
                    <a:pt x="4985938" y="2329918"/>
                  </a:lnTo>
                  <a:lnTo>
                    <a:pt x="5079997" y="2318379"/>
                  </a:lnTo>
                  <a:lnTo>
                    <a:pt x="5171432" y="2305218"/>
                  </a:lnTo>
                  <a:lnTo>
                    <a:pt x="5258162" y="2290416"/>
                  </a:lnTo>
                  <a:lnTo>
                    <a:pt x="5339052" y="2273893"/>
                  </a:lnTo>
                  <a:lnTo>
                    <a:pt x="5413736" y="2255499"/>
                  </a:lnTo>
                  <a:lnTo>
                    <a:pt x="5482404" y="2235014"/>
                  </a:lnTo>
                  <a:lnTo>
                    <a:pt x="5545614" y="2212151"/>
                  </a:lnTo>
                  <a:lnTo>
                    <a:pt x="5604143" y="2186572"/>
                  </a:lnTo>
                  <a:lnTo>
                    <a:pt x="5658875" y="2157906"/>
                  </a:lnTo>
                  <a:lnTo>
                    <a:pt x="5710711" y="2125794"/>
                  </a:lnTo>
                  <a:lnTo>
                    <a:pt x="5760502" y="2089958"/>
                  </a:lnTo>
                  <a:lnTo>
                    <a:pt x="5784835" y="2070629"/>
                  </a:lnTo>
                  <a:lnTo>
                    <a:pt x="5828525" y="2033009"/>
                  </a:lnTo>
                  <a:lnTo>
                    <a:pt x="5871791" y="1992168"/>
                  </a:lnTo>
                  <a:lnTo>
                    <a:pt x="5914970" y="1948045"/>
                  </a:lnTo>
                  <a:lnTo>
                    <a:pt x="5958314" y="1900652"/>
                  </a:lnTo>
                  <a:lnTo>
                    <a:pt x="6001996" y="1850087"/>
                  </a:lnTo>
                  <a:lnTo>
                    <a:pt x="6046120" y="1796534"/>
                  </a:lnTo>
                  <a:lnTo>
                    <a:pt x="6090729" y="1740274"/>
                  </a:lnTo>
                  <a:lnTo>
                    <a:pt x="6135811" y="1681676"/>
                  </a:lnTo>
                  <a:lnTo>
                    <a:pt x="6181303" y="1621193"/>
                  </a:lnTo>
                  <a:lnTo>
                    <a:pt x="6227108" y="1559353"/>
                  </a:lnTo>
                  <a:lnTo>
                    <a:pt x="6273096" y="1496732"/>
                  </a:lnTo>
                  <a:lnTo>
                    <a:pt x="6319125" y="1433943"/>
                  </a:lnTo>
                  <a:lnTo>
                    <a:pt x="6365047" y="1371601"/>
                  </a:lnTo>
                  <a:lnTo>
                    <a:pt x="6410724" y="1310307"/>
                  </a:lnTo>
                  <a:lnTo>
                    <a:pt x="6456041" y="1250618"/>
                  </a:lnTo>
                  <a:lnTo>
                    <a:pt x="6500913" y="1193027"/>
                  </a:lnTo>
                  <a:lnTo>
                    <a:pt x="6545301" y="1137954"/>
                  </a:lnTo>
                  <a:lnTo>
                    <a:pt x="6589216" y="1085727"/>
                  </a:lnTo>
                  <a:lnTo>
                    <a:pt x="6632727" y="1036582"/>
                  </a:lnTo>
                  <a:lnTo>
                    <a:pt x="6675971" y="990665"/>
                  </a:lnTo>
                  <a:lnTo>
                    <a:pt x="6719153" y="948032"/>
                  </a:lnTo>
                  <a:lnTo>
                    <a:pt x="6762564" y="908663"/>
                  </a:lnTo>
                  <a:lnTo>
                    <a:pt x="6786527" y="888488"/>
                  </a:lnTo>
                  <a:lnTo>
                    <a:pt x="6835576" y="850744"/>
                  </a:lnTo>
                  <a:lnTo>
                    <a:pt x="6886291" y="816798"/>
                  </a:lnTo>
                  <a:lnTo>
                    <a:pt x="6939465" y="786453"/>
                  </a:lnTo>
                  <a:lnTo>
                    <a:pt x="6995984" y="759379"/>
                  </a:lnTo>
                  <a:lnTo>
                    <a:pt x="7056750" y="735204"/>
                  </a:lnTo>
                  <a:lnTo>
                    <a:pt x="7122606" y="713571"/>
                  </a:lnTo>
                  <a:lnTo>
                    <a:pt x="7194234" y="694164"/>
                  </a:lnTo>
                  <a:lnTo>
                    <a:pt x="7272031" y="676730"/>
                  </a:lnTo>
                  <a:lnTo>
                    <a:pt x="7355934" y="661083"/>
                  </a:lnTo>
                  <a:lnTo>
                    <a:pt x="7445216" y="647108"/>
                  </a:lnTo>
                  <a:lnTo>
                    <a:pt x="7538288" y="634758"/>
                  </a:lnTo>
                  <a:lnTo>
                    <a:pt x="7632561" y="624039"/>
                  </a:lnTo>
                  <a:lnTo>
                    <a:pt x="7724481" y="614987"/>
                  </a:lnTo>
                  <a:lnTo>
                    <a:pt x="7809826" y="607636"/>
                  </a:lnTo>
                  <a:lnTo>
                    <a:pt x="7884302" y="601976"/>
                  </a:lnTo>
                  <a:lnTo>
                    <a:pt x="7944365" y="597917"/>
                  </a:lnTo>
                  <a:lnTo>
                    <a:pt x="7988025" y="595277"/>
                  </a:lnTo>
                  <a:lnTo>
                    <a:pt x="8015397" y="593789"/>
                  </a:lnTo>
                  <a:lnTo>
                    <a:pt x="8028825" y="593130"/>
                  </a:lnTo>
                  <a:lnTo>
                    <a:pt x="8032663" y="592959"/>
                  </a:lnTo>
                  <a:lnTo>
                    <a:pt x="8032819" y="592952"/>
                  </a:lnTo>
                  <a:lnTo>
                    <a:pt x="8554953" y="592952"/>
                  </a:lnTo>
                  <a:lnTo>
                    <a:pt x="8554953" y="587305"/>
                  </a:lnTo>
                  <a:lnTo>
                    <a:pt x="8032819" y="587305"/>
                  </a:lnTo>
                  <a:lnTo>
                    <a:pt x="8031599" y="587358"/>
                  </a:lnTo>
                  <a:lnTo>
                    <a:pt x="8023618" y="587731"/>
                  </a:lnTo>
                  <a:lnTo>
                    <a:pt x="8003636" y="588762"/>
                  </a:lnTo>
                  <a:lnTo>
                    <a:pt x="7968267" y="590789"/>
                  </a:lnTo>
                  <a:lnTo>
                    <a:pt x="7916271" y="594110"/>
                  </a:lnTo>
                  <a:lnTo>
                    <a:pt x="7848631" y="598954"/>
                  </a:lnTo>
                  <a:lnTo>
                    <a:pt x="7768204" y="605455"/>
                  </a:lnTo>
                  <a:lnTo>
                    <a:pt x="7679018" y="613660"/>
                  </a:lnTo>
                  <a:lnTo>
                    <a:pt x="7585424" y="623551"/>
                  </a:lnTo>
                  <a:lnTo>
                    <a:pt x="7491364" y="635090"/>
                  </a:lnTo>
                  <a:lnTo>
                    <a:pt x="7399930" y="648252"/>
                  </a:lnTo>
                  <a:lnTo>
                    <a:pt x="7313200" y="663054"/>
                  </a:lnTo>
                  <a:lnTo>
                    <a:pt x="7232310" y="679576"/>
                  </a:lnTo>
                  <a:lnTo>
                    <a:pt x="7157626" y="697970"/>
                  </a:lnTo>
                  <a:lnTo>
                    <a:pt x="7088958" y="718455"/>
                  </a:lnTo>
                  <a:lnTo>
                    <a:pt x="7025748" y="741318"/>
                  </a:lnTo>
                  <a:lnTo>
                    <a:pt x="6967219" y="766898"/>
                  </a:lnTo>
                  <a:lnTo>
                    <a:pt x="6912487" y="795564"/>
                  </a:lnTo>
                  <a:lnTo>
                    <a:pt x="6860650" y="827676"/>
                  </a:lnTo>
                  <a:lnTo>
                    <a:pt x="6810860" y="863512"/>
                  </a:lnTo>
                  <a:lnTo>
                    <a:pt x="6786527" y="882841"/>
                  </a:lnTo>
                  <a:lnTo>
                    <a:pt x="6742837" y="920460"/>
                  </a:lnTo>
                  <a:lnTo>
                    <a:pt x="6699571" y="961302"/>
                  </a:lnTo>
                  <a:lnTo>
                    <a:pt x="6656392" y="1005425"/>
                  </a:lnTo>
                  <a:lnTo>
                    <a:pt x="6613048" y="1052817"/>
                  </a:lnTo>
                  <a:lnTo>
                    <a:pt x="6569366" y="1103383"/>
                  </a:lnTo>
                  <a:lnTo>
                    <a:pt x="6525242" y="1156935"/>
                  </a:lnTo>
                  <a:lnTo>
                    <a:pt x="6480632" y="1213195"/>
                  </a:lnTo>
                  <a:lnTo>
                    <a:pt x="6435551" y="1271794"/>
                  </a:lnTo>
                  <a:lnTo>
                    <a:pt x="6390059" y="1332276"/>
                  </a:lnTo>
                  <a:lnTo>
                    <a:pt x="6344254" y="1394117"/>
                  </a:lnTo>
                  <a:lnTo>
                    <a:pt x="6298266" y="1456737"/>
                  </a:lnTo>
                  <a:lnTo>
                    <a:pt x="6252237" y="1519527"/>
                  </a:lnTo>
                  <a:lnTo>
                    <a:pt x="6206315" y="1581868"/>
                  </a:lnTo>
                  <a:lnTo>
                    <a:pt x="6160638" y="1643162"/>
                  </a:lnTo>
                  <a:lnTo>
                    <a:pt x="6115321" y="1702852"/>
                  </a:lnTo>
                  <a:lnTo>
                    <a:pt x="6070449" y="1760442"/>
                  </a:lnTo>
                  <a:lnTo>
                    <a:pt x="6026061" y="1815515"/>
                  </a:lnTo>
                  <a:lnTo>
                    <a:pt x="5982146" y="1867743"/>
                  </a:lnTo>
                  <a:lnTo>
                    <a:pt x="5938635" y="1916887"/>
                  </a:lnTo>
                  <a:lnTo>
                    <a:pt x="5895391" y="1962805"/>
                  </a:lnTo>
                  <a:lnTo>
                    <a:pt x="5852208" y="2005437"/>
                  </a:lnTo>
                  <a:lnTo>
                    <a:pt x="5808798" y="2044807"/>
                  </a:lnTo>
                  <a:lnTo>
                    <a:pt x="5784835" y="2064982"/>
                  </a:lnTo>
                  <a:lnTo>
                    <a:pt x="5735786" y="2102725"/>
                  </a:lnTo>
                  <a:lnTo>
                    <a:pt x="5685071" y="2136671"/>
                  </a:lnTo>
                  <a:lnTo>
                    <a:pt x="5631897" y="2167017"/>
                  </a:lnTo>
                  <a:lnTo>
                    <a:pt x="5575378" y="2194091"/>
                  </a:lnTo>
                  <a:lnTo>
                    <a:pt x="5514611" y="2218265"/>
                  </a:lnTo>
                  <a:lnTo>
                    <a:pt x="5448756" y="2239899"/>
                  </a:lnTo>
                  <a:lnTo>
                    <a:pt x="5377128" y="2259305"/>
                  </a:lnTo>
                  <a:lnTo>
                    <a:pt x="5299331" y="2276739"/>
                  </a:lnTo>
                  <a:lnTo>
                    <a:pt x="5215428" y="2292386"/>
                  </a:lnTo>
                  <a:lnTo>
                    <a:pt x="5126146" y="2306361"/>
                  </a:lnTo>
                  <a:lnTo>
                    <a:pt x="5033074" y="2318712"/>
                  </a:lnTo>
                  <a:lnTo>
                    <a:pt x="4938801" y="2329431"/>
                  </a:lnTo>
                  <a:lnTo>
                    <a:pt x="4846881" y="2338482"/>
                  </a:lnTo>
                  <a:lnTo>
                    <a:pt x="4761536" y="2345833"/>
                  </a:lnTo>
                  <a:lnTo>
                    <a:pt x="4687060" y="2351494"/>
                  </a:lnTo>
                  <a:lnTo>
                    <a:pt x="4626997" y="2355553"/>
                  </a:lnTo>
                  <a:lnTo>
                    <a:pt x="4583337" y="2358192"/>
                  </a:lnTo>
                  <a:lnTo>
                    <a:pt x="4555965" y="2359680"/>
                  </a:lnTo>
                  <a:lnTo>
                    <a:pt x="4542537" y="2360339"/>
                  </a:lnTo>
                  <a:lnTo>
                    <a:pt x="4538699" y="2360511"/>
                  </a:lnTo>
                  <a:lnTo>
                    <a:pt x="4538543" y="2360517"/>
                  </a:lnTo>
                  <a:lnTo>
                    <a:pt x="4016409" y="2360517"/>
                  </a:lnTo>
                  <a:lnTo>
                    <a:pt x="4015225" y="2360450"/>
                  </a:lnTo>
                  <a:lnTo>
                    <a:pt x="4007471" y="2359968"/>
                  </a:lnTo>
                  <a:lnTo>
                    <a:pt x="3988039" y="2358636"/>
                  </a:lnTo>
                  <a:lnTo>
                    <a:pt x="3953593" y="2356019"/>
                  </a:lnTo>
                  <a:lnTo>
                    <a:pt x="3902855" y="2351726"/>
                  </a:lnTo>
                  <a:lnTo>
                    <a:pt x="3836685" y="2345459"/>
                  </a:lnTo>
                  <a:lnTo>
                    <a:pt x="3757772" y="2337036"/>
                  </a:lnTo>
                  <a:lnTo>
                    <a:pt x="3669977" y="2326393"/>
                  </a:lnTo>
                  <a:lnTo>
                    <a:pt x="3577527" y="2313544"/>
                  </a:lnTo>
                  <a:lnTo>
                    <a:pt x="3484305" y="2298542"/>
                  </a:lnTo>
                  <a:lnTo>
                    <a:pt x="3393397" y="2281422"/>
                  </a:lnTo>
                  <a:lnTo>
                    <a:pt x="3306925" y="2262168"/>
                  </a:lnTo>
                  <a:lnTo>
                    <a:pt x="3226087" y="2240686"/>
                  </a:lnTo>
                  <a:lnTo>
                    <a:pt x="3151321" y="2216794"/>
                  </a:lnTo>
                  <a:lnTo>
                    <a:pt x="3082504" y="2190219"/>
                  </a:lnTo>
                  <a:lnTo>
                    <a:pt x="3019135" y="2160604"/>
                  </a:lnTo>
                  <a:lnTo>
                    <a:pt x="2960486" y="2127519"/>
                  </a:lnTo>
                  <a:lnTo>
                    <a:pt x="2905709" y="2090490"/>
                  </a:lnTo>
                  <a:lnTo>
                    <a:pt x="2853927" y="2049045"/>
                  </a:lnTo>
                  <a:lnTo>
                    <a:pt x="2804301" y="2002796"/>
                  </a:lnTo>
                  <a:lnTo>
                    <a:pt x="2770117" y="1967097"/>
                  </a:lnTo>
                  <a:lnTo>
                    <a:pt x="2730276" y="1921627"/>
                  </a:lnTo>
                  <a:lnTo>
                    <a:pt x="2690815" y="1872603"/>
                  </a:lnTo>
                  <a:lnTo>
                    <a:pt x="2651468" y="1819955"/>
                  </a:lnTo>
                  <a:lnTo>
                    <a:pt x="2612033" y="1763678"/>
                  </a:lnTo>
                  <a:lnTo>
                    <a:pt x="2572361" y="1703843"/>
                  </a:lnTo>
                  <a:lnTo>
                    <a:pt x="2532352" y="1640600"/>
                  </a:lnTo>
                  <a:lnTo>
                    <a:pt x="2491952" y="1574185"/>
                  </a:lnTo>
                  <a:lnTo>
                    <a:pt x="2451148" y="1504917"/>
                  </a:lnTo>
                  <a:lnTo>
                    <a:pt x="2409962" y="1433200"/>
                  </a:lnTo>
                  <a:lnTo>
                    <a:pt x="2368448" y="1359511"/>
                  </a:lnTo>
                  <a:lnTo>
                    <a:pt x="2326687" y="1284389"/>
                  </a:lnTo>
                  <a:lnTo>
                    <a:pt x="2284775" y="1208421"/>
                  </a:lnTo>
                  <a:lnTo>
                    <a:pt x="2242821" y="1132223"/>
                  </a:lnTo>
                  <a:lnTo>
                    <a:pt x="2200938" y="1056417"/>
                  </a:lnTo>
                  <a:lnTo>
                    <a:pt x="2159232" y="981614"/>
                  </a:lnTo>
                  <a:lnTo>
                    <a:pt x="2117798" y="908390"/>
                  </a:lnTo>
                  <a:lnTo>
                    <a:pt x="2076707" y="837269"/>
                  </a:lnTo>
                  <a:lnTo>
                    <a:pt x="2036008" y="768710"/>
                  </a:lnTo>
                  <a:lnTo>
                    <a:pt x="1995713" y="703095"/>
                  </a:lnTo>
                  <a:lnTo>
                    <a:pt x="1955799" y="640722"/>
                  </a:lnTo>
                  <a:lnTo>
                    <a:pt x="1916200" y="581805"/>
                  </a:lnTo>
                  <a:lnTo>
                    <a:pt x="1876804" y="526471"/>
                  </a:lnTo>
                  <a:lnTo>
                    <a:pt x="1837450" y="474772"/>
                  </a:lnTo>
                  <a:lnTo>
                    <a:pt x="1797918" y="426685"/>
                  </a:lnTo>
                  <a:lnTo>
                    <a:pt x="1768425" y="393419"/>
                  </a:lnTo>
                  <a:lnTo>
                    <a:pt x="1719875" y="343653"/>
                  </a:lnTo>
                  <a:lnTo>
                    <a:pt x="1669699" y="298842"/>
                  </a:lnTo>
                  <a:lnTo>
                    <a:pt x="1617130" y="258738"/>
                  </a:lnTo>
                  <a:lnTo>
                    <a:pt x="1561309" y="222915"/>
                  </a:lnTo>
                  <a:lnTo>
                    <a:pt x="1501361" y="190894"/>
                  </a:lnTo>
                  <a:lnTo>
                    <a:pt x="1436463" y="162212"/>
                  </a:lnTo>
                  <a:lnTo>
                    <a:pt x="1365941" y="136457"/>
                  </a:lnTo>
                  <a:lnTo>
                    <a:pt x="1289387" y="113295"/>
                  </a:lnTo>
                  <a:lnTo>
                    <a:pt x="1206822" y="92481"/>
                  </a:lnTo>
                  <a:lnTo>
                    <a:pt x="1118887" y="73858"/>
                  </a:lnTo>
                  <a:lnTo>
                    <a:pt x="1027038" y="57358"/>
                  </a:lnTo>
                  <a:lnTo>
                    <a:pt x="933681" y="42981"/>
                  </a:lnTo>
                  <a:lnTo>
                    <a:pt x="842166" y="30774"/>
                  </a:lnTo>
                  <a:lnTo>
                    <a:pt x="756538" y="20783"/>
                  </a:lnTo>
                  <a:lnTo>
                    <a:pt x="680997" y="13003"/>
                  </a:lnTo>
                  <a:lnTo>
                    <a:pt x="619141" y="7339"/>
                  </a:lnTo>
                  <a:lnTo>
                    <a:pt x="573182" y="3573"/>
                  </a:lnTo>
                  <a:lnTo>
                    <a:pt x="543365" y="1376"/>
                  </a:lnTo>
                  <a:lnTo>
                    <a:pt x="527786" y="339"/>
                  </a:lnTo>
                  <a:lnTo>
                    <a:pt x="522558" y="23"/>
                  </a:lnTo>
                  <a:lnTo>
                    <a:pt x="5221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495" name="pl495"/>
            <p:cNvSpPr/>
            <p:nvPr/>
          </p:nvSpPr>
          <p:spPr>
            <a:xfrm>
              <a:off x="386606" y="2879696"/>
              <a:ext cx="8554953" cy="2360517"/>
            </a:xfrm>
            <a:custGeom>
              <a:avLst/>
              <a:pathLst>
                <a:path w="8554953" h="2360517">
                  <a:moveTo>
                    <a:pt x="0" y="0"/>
                  </a:moveTo>
                  <a:lnTo>
                    <a:pt x="522133" y="0"/>
                  </a:lnTo>
                  <a:lnTo>
                    <a:pt x="523317" y="67"/>
                  </a:lnTo>
                  <a:lnTo>
                    <a:pt x="531071" y="549"/>
                  </a:lnTo>
                  <a:lnTo>
                    <a:pt x="550503" y="1880"/>
                  </a:lnTo>
                  <a:lnTo>
                    <a:pt x="584949" y="4498"/>
                  </a:lnTo>
                  <a:lnTo>
                    <a:pt x="635687" y="8790"/>
                  </a:lnTo>
                  <a:lnTo>
                    <a:pt x="701858" y="15058"/>
                  </a:lnTo>
                  <a:lnTo>
                    <a:pt x="780771" y="23480"/>
                  </a:lnTo>
                  <a:lnTo>
                    <a:pt x="868565" y="34124"/>
                  </a:lnTo>
                  <a:lnTo>
                    <a:pt x="961015" y="46972"/>
                  </a:lnTo>
                  <a:lnTo>
                    <a:pt x="1054238" y="61975"/>
                  </a:lnTo>
                  <a:lnTo>
                    <a:pt x="1145145" y="79095"/>
                  </a:lnTo>
                  <a:lnTo>
                    <a:pt x="1231617" y="98349"/>
                  </a:lnTo>
                  <a:lnTo>
                    <a:pt x="1312455" y="119831"/>
                  </a:lnTo>
                  <a:lnTo>
                    <a:pt x="1387221" y="143722"/>
                  </a:lnTo>
                  <a:lnTo>
                    <a:pt x="1456038" y="170297"/>
                  </a:lnTo>
                  <a:lnTo>
                    <a:pt x="1519407" y="199912"/>
                  </a:lnTo>
                  <a:lnTo>
                    <a:pt x="1578057" y="232998"/>
                  </a:lnTo>
                  <a:lnTo>
                    <a:pt x="1632833" y="270026"/>
                  </a:lnTo>
                  <a:lnTo>
                    <a:pt x="1684615" y="311471"/>
                  </a:lnTo>
                  <a:lnTo>
                    <a:pt x="1734241" y="357720"/>
                  </a:lnTo>
                  <a:lnTo>
                    <a:pt x="1768425" y="393419"/>
                  </a:lnTo>
                  <a:lnTo>
                    <a:pt x="1808266" y="438890"/>
                  </a:lnTo>
                  <a:lnTo>
                    <a:pt x="1847727" y="487914"/>
                  </a:lnTo>
                  <a:lnTo>
                    <a:pt x="1887074" y="540562"/>
                  </a:lnTo>
                  <a:lnTo>
                    <a:pt x="1926509" y="596838"/>
                  </a:lnTo>
                  <a:lnTo>
                    <a:pt x="1966181" y="656673"/>
                  </a:lnTo>
                  <a:lnTo>
                    <a:pt x="2006190" y="719916"/>
                  </a:lnTo>
                  <a:lnTo>
                    <a:pt x="2046590" y="786332"/>
                  </a:lnTo>
                  <a:lnTo>
                    <a:pt x="2087394" y="855599"/>
                  </a:lnTo>
                  <a:lnTo>
                    <a:pt x="2128580" y="927316"/>
                  </a:lnTo>
                  <a:lnTo>
                    <a:pt x="2170094" y="1001006"/>
                  </a:lnTo>
                  <a:lnTo>
                    <a:pt x="2211855" y="1076128"/>
                  </a:lnTo>
                  <a:lnTo>
                    <a:pt x="2253767" y="1152095"/>
                  </a:lnTo>
                  <a:lnTo>
                    <a:pt x="2295721" y="1228294"/>
                  </a:lnTo>
                  <a:lnTo>
                    <a:pt x="2337604" y="1304099"/>
                  </a:lnTo>
                  <a:lnTo>
                    <a:pt x="2379310" y="1378902"/>
                  </a:lnTo>
                  <a:lnTo>
                    <a:pt x="2420744" y="1452127"/>
                  </a:lnTo>
                  <a:lnTo>
                    <a:pt x="2461835" y="1523248"/>
                  </a:lnTo>
                  <a:lnTo>
                    <a:pt x="2502534" y="1591806"/>
                  </a:lnTo>
                  <a:lnTo>
                    <a:pt x="2542829" y="1657421"/>
                  </a:lnTo>
                  <a:lnTo>
                    <a:pt x="2582743" y="1719794"/>
                  </a:lnTo>
                  <a:lnTo>
                    <a:pt x="2622342" y="1778712"/>
                  </a:lnTo>
                  <a:lnTo>
                    <a:pt x="2661738" y="1834045"/>
                  </a:lnTo>
                  <a:lnTo>
                    <a:pt x="2701092" y="1885744"/>
                  </a:lnTo>
                  <a:lnTo>
                    <a:pt x="2740624" y="1933832"/>
                  </a:lnTo>
                  <a:lnTo>
                    <a:pt x="2770117" y="1967097"/>
                  </a:lnTo>
                  <a:lnTo>
                    <a:pt x="2818667" y="2016864"/>
                  </a:lnTo>
                  <a:lnTo>
                    <a:pt x="2868843" y="2061674"/>
                  </a:lnTo>
                  <a:lnTo>
                    <a:pt x="2921412" y="2101779"/>
                  </a:lnTo>
                  <a:lnTo>
                    <a:pt x="2977233" y="2137602"/>
                  </a:lnTo>
                  <a:lnTo>
                    <a:pt x="3037182" y="2169622"/>
                  </a:lnTo>
                  <a:lnTo>
                    <a:pt x="3102079" y="2198305"/>
                  </a:lnTo>
                  <a:lnTo>
                    <a:pt x="3172601" y="2224060"/>
                  </a:lnTo>
                  <a:lnTo>
                    <a:pt x="3249155" y="2247221"/>
                  </a:lnTo>
                  <a:lnTo>
                    <a:pt x="3331720" y="2268035"/>
                  </a:lnTo>
                  <a:lnTo>
                    <a:pt x="3419655" y="2286658"/>
                  </a:lnTo>
                  <a:lnTo>
                    <a:pt x="3511504" y="2303159"/>
                  </a:lnTo>
                  <a:lnTo>
                    <a:pt x="3604862" y="2317535"/>
                  </a:lnTo>
                  <a:lnTo>
                    <a:pt x="3696376" y="2329742"/>
                  </a:lnTo>
                  <a:lnTo>
                    <a:pt x="3782004" y="2339734"/>
                  </a:lnTo>
                  <a:lnTo>
                    <a:pt x="3857546" y="2347513"/>
                  </a:lnTo>
                  <a:lnTo>
                    <a:pt x="3919401" y="2353177"/>
                  </a:lnTo>
                  <a:lnTo>
                    <a:pt x="3965360" y="2356943"/>
                  </a:lnTo>
                  <a:lnTo>
                    <a:pt x="3995177" y="2359140"/>
                  </a:lnTo>
                  <a:lnTo>
                    <a:pt x="4010756" y="2360177"/>
                  </a:lnTo>
                  <a:lnTo>
                    <a:pt x="4015984" y="2360493"/>
                  </a:lnTo>
                  <a:lnTo>
                    <a:pt x="4016409" y="2360517"/>
                  </a:lnTo>
                  <a:lnTo>
                    <a:pt x="4538543" y="2360517"/>
                  </a:lnTo>
                  <a:lnTo>
                    <a:pt x="4539763" y="2360465"/>
                  </a:lnTo>
                  <a:lnTo>
                    <a:pt x="4547744" y="2360092"/>
                  </a:lnTo>
                  <a:lnTo>
                    <a:pt x="4567726" y="2359060"/>
                  </a:lnTo>
                  <a:lnTo>
                    <a:pt x="4603095" y="2357034"/>
                  </a:lnTo>
                  <a:lnTo>
                    <a:pt x="4655091" y="2353712"/>
                  </a:lnTo>
                  <a:lnTo>
                    <a:pt x="4722731" y="2348868"/>
                  </a:lnTo>
                  <a:lnTo>
                    <a:pt x="4803158" y="2342367"/>
                  </a:lnTo>
                  <a:lnTo>
                    <a:pt x="4892344" y="2334163"/>
                  </a:lnTo>
                  <a:lnTo>
                    <a:pt x="4985938" y="2324271"/>
                  </a:lnTo>
                  <a:lnTo>
                    <a:pt x="5079997" y="2312732"/>
                  </a:lnTo>
                  <a:lnTo>
                    <a:pt x="5171432" y="2299571"/>
                  </a:lnTo>
                  <a:lnTo>
                    <a:pt x="5258162" y="2284769"/>
                  </a:lnTo>
                  <a:lnTo>
                    <a:pt x="5339052" y="2268246"/>
                  </a:lnTo>
                  <a:lnTo>
                    <a:pt x="5413736" y="2249852"/>
                  </a:lnTo>
                  <a:lnTo>
                    <a:pt x="5482404" y="2229367"/>
                  </a:lnTo>
                  <a:lnTo>
                    <a:pt x="5545614" y="2206504"/>
                  </a:lnTo>
                  <a:lnTo>
                    <a:pt x="5604143" y="2180925"/>
                  </a:lnTo>
                  <a:lnTo>
                    <a:pt x="5658875" y="2152259"/>
                  </a:lnTo>
                  <a:lnTo>
                    <a:pt x="5710711" y="2120146"/>
                  </a:lnTo>
                  <a:lnTo>
                    <a:pt x="5760502" y="2084311"/>
                  </a:lnTo>
                  <a:lnTo>
                    <a:pt x="5784835" y="2064982"/>
                  </a:lnTo>
                  <a:lnTo>
                    <a:pt x="5828525" y="2027362"/>
                  </a:lnTo>
                  <a:lnTo>
                    <a:pt x="5871791" y="1986521"/>
                  </a:lnTo>
                  <a:lnTo>
                    <a:pt x="5914970" y="1942397"/>
                  </a:lnTo>
                  <a:lnTo>
                    <a:pt x="5958314" y="1895005"/>
                  </a:lnTo>
                  <a:lnTo>
                    <a:pt x="6001996" y="1844440"/>
                  </a:lnTo>
                  <a:lnTo>
                    <a:pt x="6046120" y="1790887"/>
                  </a:lnTo>
                  <a:lnTo>
                    <a:pt x="6090729" y="1734627"/>
                  </a:lnTo>
                  <a:lnTo>
                    <a:pt x="6135811" y="1676029"/>
                  </a:lnTo>
                  <a:lnTo>
                    <a:pt x="6181303" y="1615546"/>
                  </a:lnTo>
                  <a:lnTo>
                    <a:pt x="6227108" y="1553705"/>
                  </a:lnTo>
                  <a:lnTo>
                    <a:pt x="6273096" y="1491085"/>
                  </a:lnTo>
                  <a:lnTo>
                    <a:pt x="6319125" y="1428295"/>
                  </a:lnTo>
                  <a:lnTo>
                    <a:pt x="6365047" y="1365954"/>
                  </a:lnTo>
                  <a:lnTo>
                    <a:pt x="6410724" y="1304660"/>
                  </a:lnTo>
                  <a:lnTo>
                    <a:pt x="6456041" y="1244970"/>
                  </a:lnTo>
                  <a:lnTo>
                    <a:pt x="6500913" y="1187380"/>
                  </a:lnTo>
                  <a:lnTo>
                    <a:pt x="6545301" y="1132307"/>
                  </a:lnTo>
                  <a:lnTo>
                    <a:pt x="6589216" y="1080080"/>
                  </a:lnTo>
                  <a:lnTo>
                    <a:pt x="6632727" y="1030935"/>
                  </a:lnTo>
                  <a:lnTo>
                    <a:pt x="6675971" y="985017"/>
                  </a:lnTo>
                  <a:lnTo>
                    <a:pt x="6719153" y="942385"/>
                  </a:lnTo>
                  <a:lnTo>
                    <a:pt x="6762564" y="903016"/>
                  </a:lnTo>
                  <a:lnTo>
                    <a:pt x="6786527" y="882841"/>
                  </a:lnTo>
                  <a:lnTo>
                    <a:pt x="6835576" y="845097"/>
                  </a:lnTo>
                  <a:lnTo>
                    <a:pt x="6886291" y="811151"/>
                  </a:lnTo>
                  <a:lnTo>
                    <a:pt x="6939465" y="780806"/>
                  </a:lnTo>
                  <a:lnTo>
                    <a:pt x="6995984" y="753731"/>
                  </a:lnTo>
                  <a:lnTo>
                    <a:pt x="7056750" y="729557"/>
                  </a:lnTo>
                  <a:lnTo>
                    <a:pt x="7122606" y="707924"/>
                  </a:lnTo>
                  <a:lnTo>
                    <a:pt x="7194234" y="688517"/>
                  </a:lnTo>
                  <a:lnTo>
                    <a:pt x="7272031" y="671083"/>
                  </a:lnTo>
                  <a:lnTo>
                    <a:pt x="7355934" y="655436"/>
                  </a:lnTo>
                  <a:lnTo>
                    <a:pt x="7445216" y="641461"/>
                  </a:lnTo>
                  <a:lnTo>
                    <a:pt x="7538288" y="629111"/>
                  </a:lnTo>
                  <a:lnTo>
                    <a:pt x="7632561" y="618392"/>
                  </a:lnTo>
                  <a:lnTo>
                    <a:pt x="7724481" y="609340"/>
                  </a:lnTo>
                  <a:lnTo>
                    <a:pt x="7809826" y="601989"/>
                  </a:lnTo>
                  <a:lnTo>
                    <a:pt x="7884302" y="596328"/>
                  </a:lnTo>
                  <a:lnTo>
                    <a:pt x="7944365" y="592269"/>
                  </a:lnTo>
                  <a:lnTo>
                    <a:pt x="7988025" y="589630"/>
                  </a:lnTo>
                  <a:lnTo>
                    <a:pt x="8015397" y="588142"/>
                  </a:lnTo>
                  <a:lnTo>
                    <a:pt x="8028825" y="587483"/>
                  </a:lnTo>
                  <a:lnTo>
                    <a:pt x="8032663" y="587312"/>
                  </a:lnTo>
                  <a:lnTo>
                    <a:pt x="8032819" y="587305"/>
                  </a:lnTo>
                  <a:lnTo>
                    <a:pt x="8554953" y="587305"/>
                  </a:lnTo>
                  <a:lnTo>
                    <a:pt x="8554953" y="587305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496" name="pl496"/>
            <p:cNvSpPr/>
            <p:nvPr/>
          </p:nvSpPr>
          <p:spPr>
            <a:xfrm>
              <a:off x="386606" y="2874049"/>
              <a:ext cx="8554953" cy="2360517"/>
            </a:xfrm>
            <a:custGeom>
              <a:avLst/>
              <a:pathLst>
                <a:path w="8554953" h="2360517">
                  <a:moveTo>
                    <a:pt x="8554953" y="587305"/>
                  </a:moveTo>
                  <a:lnTo>
                    <a:pt x="8032819" y="587305"/>
                  </a:lnTo>
                  <a:lnTo>
                    <a:pt x="8031599" y="587358"/>
                  </a:lnTo>
                  <a:lnTo>
                    <a:pt x="8023618" y="587731"/>
                  </a:lnTo>
                  <a:lnTo>
                    <a:pt x="8003636" y="588762"/>
                  </a:lnTo>
                  <a:lnTo>
                    <a:pt x="7968267" y="590789"/>
                  </a:lnTo>
                  <a:lnTo>
                    <a:pt x="7916271" y="594110"/>
                  </a:lnTo>
                  <a:lnTo>
                    <a:pt x="7848631" y="598954"/>
                  </a:lnTo>
                  <a:lnTo>
                    <a:pt x="7768204" y="605455"/>
                  </a:lnTo>
                  <a:lnTo>
                    <a:pt x="7679018" y="613660"/>
                  </a:lnTo>
                  <a:lnTo>
                    <a:pt x="7585424" y="623551"/>
                  </a:lnTo>
                  <a:lnTo>
                    <a:pt x="7491364" y="635090"/>
                  </a:lnTo>
                  <a:lnTo>
                    <a:pt x="7399930" y="648252"/>
                  </a:lnTo>
                  <a:lnTo>
                    <a:pt x="7313200" y="663054"/>
                  </a:lnTo>
                  <a:lnTo>
                    <a:pt x="7232310" y="679576"/>
                  </a:lnTo>
                  <a:lnTo>
                    <a:pt x="7157626" y="697970"/>
                  </a:lnTo>
                  <a:lnTo>
                    <a:pt x="7088958" y="718455"/>
                  </a:lnTo>
                  <a:lnTo>
                    <a:pt x="7025748" y="741318"/>
                  </a:lnTo>
                  <a:lnTo>
                    <a:pt x="6967219" y="766898"/>
                  </a:lnTo>
                  <a:lnTo>
                    <a:pt x="6912487" y="795564"/>
                  </a:lnTo>
                  <a:lnTo>
                    <a:pt x="6860650" y="827676"/>
                  </a:lnTo>
                  <a:lnTo>
                    <a:pt x="6810860" y="863512"/>
                  </a:lnTo>
                  <a:lnTo>
                    <a:pt x="6786527" y="882841"/>
                  </a:lnTo>
                  <a:lnTo>
                    <a:pt x="6742837" y="920460"/>
                  </a:lnTo>
                  <a:lnTo>
                    <a:pt x="6699571" y="961302"/>
                  </a:lnTo>
                  <a:lnTo>
                    <a:pt x="6656392" y="1005425"/>
                  </a:lnTo>
                  <a:lnTo>
                    <a:pt x="6613048" y="1052817"/>
                  </a:lnTo>
                  <a:lnTo>
                    <a:pt x="6569366" y="1103383"/>
                  </a:lnTo>
                  <a:lnTo>
                    <a:pt x="6525242" y="1156935"/>
                  </a:lnTo>
                  <a:lnTo>
                    <a:pt x="6480632" y="1213195"/>
                  </a:lnTo>
                  <a:lnTo>
                    <a:pt x="6435551" y="1271794"/>
                  </a:lnTo>
                  <a:lnTo>
                    <a:pt x="6390059" y="1332276"/>
                  </a:lnTo>
                  <a:lnTo>
                    <a:pt x="6344254" y="1394117"/>
                  </a:lnTo>
                  <a:lnTo>
                    <a:pt x="6298266" y="1456737"/>
                  </a:lnTo>
                  <a:lnTo>
                    <a:pt x="6252237" y="1519527"/>
                  </a:lnTo>
                  <a:lnTo>
                    <a:pt x="6206315" y="1581868"/>
                  </a:lnTo>
                  <a:lnTo>
                    <a:pt x="6160638" y="1643162"/>
                  </a:lnTo>
                  <a:lnTo>
                    <a:pt x="6115321" y="1702852"/>
                  </a:lnTo>
                  <a:lnTo>
                    <a:pt x="6070449" y="1760442"/>
                  </a:lnTo>
                  <a:lnTo>
                    <a:pt x="6026061" y="1815515"/>
                  </a:lnTo>
                  <a:lnTo>
                    <a:pt x="5982146" y="1867743"/>
                  </a:lnTo>
                  <a:lnTo>
                    <a:pt x="5938635" y="1916887"/>
                  </a:lnTo>
                  <a:lnTo>
                    <a:pt x="5895391" y="1962805"/>
                  </a:lnTo>
                  <a:lnTo>
                    <a:pt x="5852208" y="2005437"/>
                  </a:lnTo>
                  <a:lnTo>
                    <a:pt x="5808798" y="2044807"/>
                  </a:lnTo>
                  <a:lnTo>
                    <a:pt x="5784835" y="2064982"/>
                  </a:lnTo>
                  <a:lnTo>
                    <a:pt x="5735786" y="2102725"/>
                  </a:lnTo>
                  <a:lnTo>
                    <a:pt x="5685071" y="2136671"/>
                  </a:lnTo>
                  <a:lnTo>
                    <a:pt x="5631897" y="2167017"/>
                  </a:lnTo>
                  <a:lnTo>
                    <a:pt x="5575378" y="2194091"/>
                  </a:lnTo>
                  <a:lnTo>
                    <a:pt x="5514611" y="2218265"/>
                  </a:lnTo>
                  <a:lnTo>
                    <a:pt x="5448756" y="2239899"/>
                  </a:lnTo>
                  <a:lnTo>
                    <a:pt x="5377128" y="2259305"/>
                  </a:lnTo>
                  <a:lnTo>
                    <a:pt x="5299331" y="2276739"/>
                  </a:lnTo>
                  <a:lnTo>
                    <a:pt x="5215428" y="2292386"/>
                  </a:lnTo>
                  <a:lnTo>
                    <a:pt x="5126146" y="2306361"/>
                  </a:lnTo>
                  <a:lnTo>
                    <a:pt x="5033074" y="2318712"/>
                  </a:lnTo>
                  <a:lnTo>
                    <a:pt x="4938801" y="2329431"/>
                  </a:lnTo>
                  <a:lnTo>
                    <a:pt x="4846881" y="2338482"/>
                  </a:lnTo>
                  <a:lnTo>
                    <a:pt x="4761536" y="2345833"/>
                  </a:lnTo>
                  <a:lnTo>
                    <a:pt x="4687060" y="2351494"/>
                  </a:lnTo>
                  <a:lnTo>
                    <a:pt x="4626997" y="2355553"/>
                  </a:lnTo>
                  <a:lnTo>
                    <a:pt x="4583337" y="2358192"/>
                  </a:lnTo>
                  <a:lnTo>
                    <a:pt x="4555965" y="2359680"/>
                  </a:lnTo>
                  <a:lnTo>
                    <a:pt x="4542537" y="2360339"/>
                  </a:lnTo>
                  <a:lnTo>
                    <a:pt x="4538699" y="2360511"/>
                  </a:lnTo>
                  <a:lnTo>
                    <a:pt x="4538543" y="2360517"/>
                  </a:lnTo>
                  <a:lnTo>
                    <a:pt x="4016409" y="2360517"/>
                  </a:lnTo>
                  <a:lnTo>
                    <a:pt x="4015225" y="2360450"/>
                  </a:lnTo>
                  <a:lnTo>
                    <a:pt x="4007471" y="2359968"/>
                  </a:lnTo>
                  <a:lnTo>
                    <a:pt x="3988039" y="2358636"/>
                  </a:lnTo>
                  <a:lnTo>
                    <a:pt x="3953593" y="2356019"/>
                  </a:lnTo>
                  <a:lnTo>
                    <a:pt x="3902855" y="2351726"/>
                  </a:lnTo>
                  <a:lnTo>
                    <a:pt x="3836685" y="2345459"/>
                  </a:lnTo>
                  <a:lnTo>
                    <a:pt x="3757772" y="2337036"/>
                  </a:lnTo>
                  <a:lnTo>
                    <a:pt x="3669977" y="2326393"/>
                  </a:lnTo>
                  <a:lnTo>
                    <a:pt x="3577527" y="2313544"/>
                  </a:lnTo>
                  <a:lnTo>
                    <a:pt x="3484305" y="2298542"/>
                  </a:lnTo>
                  <a:lnTo>
                    <a:pt x="3393397" y="2281422"/>
                  </a:lnTo>
                  <a:lnTo>
                    <a:pt x="3306925" y="2262168"/>
                  </a:lnTo>
                  <a:lnTo>
                    <a:pt x="3226087" y="2240686"/>
                  </a:lnTo>
                  <a:lnTo>
                    <a:pt x="3151321" y="2216794"/>
                  </a:lnTo>
                  <a:lnTo>
                    <a:pt x="3082504" y="2190219"/>
                  </a:lnTo>
                  <a:lnTo>
                    <a:pt x="3019135" y="2160604"/>
                  </a:lnTo>
                  <a:lnTo>
                    <a:pt x="2960486" y="2127519"/>
                  </a:lnTo>
                  <a:lnTo>
                    <a:pt x="2905709" y="2090490"/>
                  </a:lnTo>
                  <a:lnTo>
                    <a:pt x="2853927" y="2049045"/>
                  </a:lnTo>
                  <a:lnTo>
                    <a:pt x="2804301" y="2002796"/>
                  </a:lnTo>
                  <a:lnTo>
                    <a:pt x="2770117" y="1967097"/>
                  </a:lnTo>
                  <a:lnTo>
                    <a:pt x="2730276" y="1921627"/>
                  </a:lnTo>
                  <a:lnTo>
                    <a:pt x="2690815" y="1872603"/>
                  </a:lnTo>
                  <a:lnTo>
                    <a:pt x="2651468" y="1819955"/>
                  </a:lnTo>
                  <a:lnTo>
                    <a:pt x="2612033" y="1763678"/>
                  </a:lnTo>
                  <a:lnTo>
                    <a:pt x="2572361" y="1703843"/>
                  </a:lnTo>
                  <a:lnTo>
                    <a:pt x="2532352" y="1640600"/>
                  </a:lnTo>
                  <a:lnTo>
                    <a:pt x="2491952" y="1574185"/>
                  </a:lnTo>
                  <a:lnTo>
                    <a:pt x="2451148" y="1504917"/>
                  </a:lnTo>
                  <a:lnTo>
                    <a:pt x="2409962" y="1433200"/>
                  </a:lnTo>
                  <a:lnTo>
                    <a:pt x="2368448" y="1359511"/>
                  </a:lnTo>
                  <a:lnTo>
                    <a:pt x="2326687" y="1284389"/>
                  </a:lnTo>
                  <a:lnTo>
                    <a:pt x="2284775" y="1208421"/>
                  </a:lnTo>
                  <a:lnTo>
                    <a:pt x="2242821" y="1132223"/>
                  </a:lnTo>
                  <a:lnTo>
                    <a:pt x="2200938" y="1056417"/>
                  </a:lnTo>
                  <a:lnTo>
                    <a:pt x="2159232" y="981614"/>
                  </a:lnTo>
                  <a:lnTo>
                    <a:pt x="2117798" y="908390"/>
                  </a:lnTo>
                  <a:lnTo>
                    <a:pt x="2076707" y="837269"/>
                  </a:lnTo>
                  <a:lnTo>
                    <a:pt x="2036008" y="768710"/>
                  </a:lnTo>
                  <a:lnTo>
                    <a:pt x="1995713" y="703095"/>
                  </a:lnTo>
                  <a:lnTo>
                    <a:pt x="1955799" y="640722"/>
                  </a:lnTo>
                  <a:lnTo>
                    <a:pt x="1916200" y="581805"/>
                  </a:lnTo>
                  <a:lnTo>
                    <a:pt x="1876804" y="526471"/>
                  </a:lnTo>
                  <a:lnTo>
                    <a:pt x="1837450" y="474772"/>
                  </a:lnTo>
                  <a:lnTo>
                    <a:pt x="1797918" y="426685"/>
                  </a:lnTo>
                  <a:lnTo>
                    <a:pt x="1768425" y="393419"/>
                  </a:lnTo>
                  <a:lnTo>
                    <a:pt x="1719875" y="343653"/>
                  </a:lnTo>
                  <a:lnTo>
                    <a:pt x="1669699" y="298842"/>
                  </a:lnTo>
                  <a:lnTo>
                    <a:pt x="1617130" y="258738"/>
                  </a:lnTo>
                  <a:lnTo>
                    <a:pt x="1561309" y="222915"/>
                  </a:lnTo>
                  <a:lnTo>
                    <a:pt x="1501361" y="190894"/>
                  </a:lnTo>
                  <a:lnTo>
                    <a:pt x="1436463" y="162212"/>
                  </a:lnTo>
                  <a:lnTo>
                    <a:pt x="1365941" y="136457"/>
                  </a:lnTo>
                  <a:lnTo>
                    <a:pt x="1289387" y="113295"/>
                  </a:lnTo>
                  <a:lnTo>
                    <a:pt x="1206822" y="92481"/>
                  </a:lnTo>
                  <a:lnTo>
                    <a:pt x="1118887" y="73858"/>
                  </a:lnTo>
                  <a:lnTo>
                    <a:pt x="1027038" y="57358"/>
                  </a:lnTo>
                  <a:lnTo>
                    <a:pt x="933681" y="42981"/>
                  </a:lnTo>
                  <a:lnTo>
                    <a:pt x="842166" y="30774"/>
                  </a:lnTo>
                  <a:lnTo>
                    <a:pt x="756538" y="20783"/>
                  </a:lnTo>
                  <a:lnTo>
                    <a:pt x="680997" y="13003"/>
                  </a:lnTo>
                  <a:lnTo>
                    <a:pt x="619141" y="7339"/>
                  </a:lnTo>
                  <a:lnTo>
                    <a:pt x="573182" y="3573"/>
                  </a:lnTo>
                  <a:lnTo>
                    <a:pt x="543365" y="1376"/>
                  </a:lnTo>
                  <a:lnTo>
                    <a:pt x="527786" y="339"/>
                  </a:lnTo>
                  <a:lnTo>
                    <a:pt x="522558" y="23"/>
                  </a:lnTo>
                  <a:lnTo>
                    <a:pt x="522133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497" name="pg497"/>
            <p:cNvSpPr/>
            <p:nvPr/>
          </p:nvSpPr>
          <p:spPr>
            <a:xfrm>
              <a:off x="386606" y="2879696"/>
              <a:ext cx="8554953" cy="2383106"/>
            </a:xfrm>
            <a:custGeom>
              <a:avLst/>
              <a:pathLst>
                <a:path w="8554953" h="2383106">
                  <a:moveTo>
                    <a:pt x="0" y="16941"/>
                  </a:moveTo>
                  <a:lnTo>
                    <a:pt x="522133" y="16941"/>
                  </a:lnTo>
                  <a:lnTo>
                    <a:pt x="523317" y="17009"/>
                  </a:lnTo>
                  <a:lnTo>
                    <a:pt x="531068" y="17491"/>
                  </a:lnTo>
                  <a:lnTo>
                    <a:pt x="550494" y="18826"/>
                  </a:lnTo>
                  <a:lnTo>
                    <a:pt x="584930" y="21449"/>
                  </a:lnTo>
                  <a:lnTo>
                    <a:pt x="635655" y="25750"/>
                  </a:lnTo>
                  <a:lnTo>
                    <a:pt x="701810" y="32030"/>
                  </a:lnTo>
                  <a:lnTo>
                    <a:pt x="780707" y="40471"/>
                  </a:lnTo>
                  <a:lnTo>
                    <a:pt x="868486" y="51137"/>
                  </a:lnTo>
                  <a:lnTo>
                    <a:pt x="960924" y="64012"/>
                  </a:lnTo>
                  <a:lnTo>
                    <a:pt x="1054137" y="79047"/>
                  </a:lnTo>
                  <a:lnTo>
                    <a:pt x="1145039" y="96204"/>
                  </a:lnTo>
                  <a:lnTo>
                    <a:pt x="1231508" y="115499"/>
                  </a:lnTo>
                  <a:lnTo>
                    <a:pt x="1312346" y="137027"/>
                  </a:lnTo>
                  <a:lnTo>
                    <a:pt x="1387112" y="160969"/>
                  </a:lnTo>
                  <a:lnTo>
                    <a:pt x="1455931" y="187600"/>
                  </a:lnTo>
                  <a:lnTo>
                    <a:pt x="1519301" y="217278"/>
                  </a:lnTo>
                  <a:lnTo>
                    <a:pt x="1577952" y="250432"/>
                  </a:lnTo>
                  <a:lnTo>
                    <a:pt x="1632729" y="287537"/>
                  </a:lnTo>
                  <a:lnTo>
                    <a:pt x="1684511" y="329068"/>
                  </a:lnTo>
                  <a:lnTo>
                    <a:pt x="1734135" y="375412"/>
                  </a:lnTo>
                  <a:lnTo>
                    <a:pt x="1768425" y="411302"/>
                  </a:lnTo>
                  <a:lnTo>
                    <a:pt x="1808232" y="456841"/>
                  </a:lnTo>
                  <a:lnTo>
                    <a:pt x="1847660" y="505936"/>
                  </a:lnTo>
                  <a:lnTo>
                    <a:pt x="1886974" y="558657"/>
                  </a:lnTo>
                  <a:lnTo>
                    <a:pt x="1926375" y="615010"/>
                  </a:lnTo>
                  <a:lnTo>
                    <a:pt x="1966012" y="674924"/>
                  </a:lnTo>
                  <a:lnTo>
                    <a:pt x="2005985" y="738248"/>
                  </a:lnTo>
                  <a:lnTo>
                    <a:pt x="2046348" y="804749"/>
                  </a:lnTo>
                  <a:lnTo>
                    <a:pt x="2087115" y="874106"/>
                  </a:lnTo>
                  <a:lnTo>
                    <a:pt x="2128264" y="945918"/>
                  </a:lnTo>
                  <a:lnTo>
                    <a:pt x="2169739" y="1019707"/>
                  </a:lnTo>
                  <a:lnTo>
                    <a:pt x="2211464" y="1094934"/>
                  </a:lnTo>
                  <a:lnTo>
                    <a:pt x="2253339" y="1171014"/>
                  </a:lnTo>
                  <a:lnTo>
                    <a:pt x="2295257" y="1247330"/>
                  </a:lnTo>
                  <a:lnTo>
                    <a:pt x="2337106" y="1323261"/>
                  </a:lnTo>
                  <a:lnTo>
                    <a:pt x="2378779" y="1398195"/>
                  </a:lnTo>
                  <a:lnTo>
                    <a:pt x="2420183" y="1471557"/>
                  </a:lnTo>
                  <a:lnTo>
                    <a:pt x="2461243" y="1542820"/>
                  </a:lnTo>
                  <a:lnTo>
                    <a:pt x="2501914" y="1611525"/>
                  </a:lnTo>
                  <a:lnTo>
                    <a:pt x="2542181" y="1677290"/>
                  </a:lnTo>
                  <a:lnTo>
                    <a:pt x="2582067" y="1739815"/>
                  </a:lnTo>
                  <a:lnTo>
                    <a:pt x="2621637" y="1798885"/>
                  </a:lnTo>
                  <a:lnTo>
                    <a:pt x="2661002" y="1854370"/>
                  </a:lnTo>
                  <a:lnTo>
                    <a:pt x="2700322" y="1906218"/>
                  </a:lnTo>
                  <a:lnTo>
                    <a:pt x="2739814" y="1954451"/>
                  </a:lnTo>
                  <a:lnTo>
                    <a:pt x="2770117" y="1988745"/>
                  </a:lnTo>
                  <a:lnTo>
                    <a:pt x="2818662" y="2038625"/>
                  </a:lnTo>
                  <a:lnTo>
                    <a:pt x="2868832" y="2083539"/>
                  </a:lnTo>
                  <a:lnTo>
                    <a:pt x="2921395" y="2123736"/>
                  </a:lnTo>
                  <a:lnTo>
                    <a:pt x="2977208" y="2159642"/>
                  </a:lnTo>
                  <a:lnTo>
                    <a:pt x="3037148" y="2191738"/>
                  </a:lnTo>
                  <a:lnTo>
                    <a:pt x="3102035" y="2220488"/>
                  </a:lnTo>
                  <a:lnTo>
                    <a:pt x="3172545" y="2246304"/>
                  </a:lnTo>
                  <a:lnTo>
                    <a:pt x="3249086" y="2269520"/>
                  </a:lnTo>
                  <a:lnTo>
                    <a:pt x="3331637" y="2290384"/>
                  </a:lnTo>
                  <a:lnTo>
                    <a:pt x="3419557" y="2309051"/>
                  </a:lnTo>
                  <a:lnTo>
                    <a:pt x="3511393" y="2325592"/>
                  </a:lnTo>
                  <a:lnTo>
                    <a:pt x="3604740" y="2340004"/>
                  </a:lnTo>
                  <a:lnTo>
                    <a:pt x="3696250" y="2352242"/>
                  </a:lnTo>
                  <a:lnTo>
                    <a:pt x="3781881" y="2362259"/>
                  </a:lnTo>
                  <a:lnTo>
                    <a:pt x="3857433" y="2370060"/>
                  </a:lnTo>
                  <a:lnTo>
                    <a:pt x="3919307" y="2375740"/>
                  </a:lnTo>
                  <a:lnTo>
                    <a:pt x="3965291" y="2379518"/>
                  </a:lnTo>
                  <a:lnTo>
                    <a:pt x="3995134" y="2381723"/>
                  </a:lnTo>
                  <a:lnTo>
                    <a:pt x="4010736" y="2382764"/>
                  </a:lnTo>
                  <a:lnTo>
                    <a:pt x="4015980" y="2383082"/>
                  </a:lnTo>
                  <a:lnTo>
                    <a:pt x="4016409" y="2383106"/>
                  </a:lnTo>
                  <a:lnTo>
                    <a:pt x="4538543" y="2383106"/>
                  </a:lnTo>
                  <a:lnTo>
                    <a:pt x="4539784" y="2383066"/>
                  </a:lnTo>
                  <a:lnTo>
                    <a:pt x="4547901" y="2382780"/>
                  </a:lnTo>
                  <a:lnTo>
                    <a:pt x="4568209" y="2381991"/>
                  </a:lnTo>
                  <a:lnTo>
                    <a:pt x="4604126" y="2380441"/>
                  </a:lnTo>
                  <a:lnTo>
                    <a:pt x="4656865" y="2377901"/>
                  </a:lnTo>
                  <a:lnTo>
                    <a:pt x="4725371" y="2374200"/>
                  </a:lnTo>
                  <a:lnTo>
                    <a:pt x="4806684" y="2369236"/>
                  </a:lnTo>
                  <a:lnTo>
                    <a:pt x="4896678" y="2362977"/>
                  </a:lnTo>
                  <a:lnTo>
                    <a:pt x="4990932" y="2355436"/>
                  </a:lnTo>
                  <a:lnTo>
                    <a:pt x="5085468" y="2346643"/>
                  </a:lnTo>
                  <a:lnTo>
                    <a:pt x="5177197" y="2336617"/>
                  </a:lnTo>
                  <a:lnTo>
                    <a:pt x="5264065" y="2325342"/>
                  </a:lnTo>
                  <a:lnTo>
                    <a:pt x="5344977" y="2312751"/>
                  </a:lnTo>
                  <a:lnTo>
                    <a:pt x="5419607" y="2298726"/>
                  </a:lnTo>
                  <a:lnTo>
                    <a:pt x="5488185" y="2283095"/>
                  </a:lnTo>
                  <a:lnTo>
                    <a:pt x="5551303" y="2265634"/>
                  </a:lnTo>
                  <a:lnTo>
                    <a:pt x="5609767" y="2246082"/>
                  </a:lnTo>
                  <a:lnTo>
                    <a:pt x="5664479" y="2224154"/>
                  </a:lnTo>
                  <a:lnTo>
                    <a:pt x="5716358" y="2199579"/>
                  </a:lnTo>
                  <a:lnTo>
                    <a:pt x="5766255" y="2172157"/>
                  </a:lnTo>
                  <a:lnTo>
                    <a:pt x="5784835" y="2160984"/>
                  </a:lnTo>
                  <a:lnTo>
                    <a:pt x="5831812" y="2130470"/>
                  </a:lnTo>
                  <a:lnTo>
                    <a:pt x="5878330" y="2097148"/>
                  </a:lnTo>
                  <a:lnTo>
                    <a:pt x="5924797" y="2060971"/>
                  </a:lnTo>
                  <a:lnTo>
                    <a:pt x="5971507" y="2021963"/>
                  </a:lnTo>
                  <a:lnTo>
                    <a:pt x="6018650" y="1980237"/>
                  </a:lnTo>
                  <a:lnTo>
                    <a:pt x="6066332" y="1935997"/>
                  </a:lnTo>
                  <a:lnTo>
                    <a:pt x="6114575" y="1889539"/>
                  </a:lnTo>
                  <a:lnTo>
                    <a:pt x="6163333" y="1841250"/>
                  </a:lnTo>
                  <a:lnTo>
                    <a:pt x="6212501" y="1791593"/>
                  </a:lnTo>
                  <a:lnTo>
                    <a:pt x="6261931" y="1741094"/>
                  </a:lnTo>
                  <a:lnTo>
                    <a:pt x="6311449" y="1690318"/>
                  </a:lnTo>
                  <a:lnTo>
                    <a:pt x="6360872" y="1639842"/>
                  </a:lnTo>
                  <a:lnTo>
                    <a:pt x="6410026" y="1590231"/>
                  </a:lnTo>
                  <a:lnTo>
                    <a:pt x="6458764" y="1542007"/>
                  </a:lnTo>
                  <a:lnTo>
                    <a:pt x="6506984" y="1495633"/>
                  </a:lnTo>
                  <a:lnTo>
                    <a:pt x="6554643" y="1451490"/>
                  </a:lnTo>
                  <a:lnTo>
                    <a:pt x="6601767" y="1409872"/>
                  </a:lnTo>
                  <a:lnTo>
                    <a:pt x="6648462" y="1370978"/>
                  </a:lnTo>
                  <a:lnTo>
                    <a:pt x="6694925" y="1334917"/>
                  </a:lnTo>
                  <a:lnTo>
                    <a:pt x="6741453" y="1301711"/>
                  </a:lnTo>
                  <a:lnTo>
                    <a:pt x="6786527" y="1272495"/>
                  </a:lnTo>
                  <a:lnTo>
                    <a:pt x="6835868" y="1243970"/>
                  </a:lnTo>
                  <a:lnTo>
                    <a:pt x="6886900" y="1218331"/>
                  </a:lnTo>
                  <a:lnTo>
                    <a:pt x="6940430" y="1195428"/>
                  </a:lnTo>
                  <a:lnTo>
                    <a:pt x="6997360" y="1175007"/>
                  </a:lnTo>
                  <a:lnTo>
                    <a:pt x="7058609" y="1156785"/>
                  </a:lnTo>
                  <a:lnTo>
                    <a:pt x="7125030" y="1140488"/>
                  </a:lnTo>
                  <a:lnTo>
                    <a:pt x="7197311" y="1125876"/>
                  </a:lnTo>
                  <a:lnTo>
                    <a:pt x="7275842" y="1112758"/>
                  </a:lnTo>
                  <a:lnTo>
                    <a:pt x="7360531" y="1100993"/>
                  </a:lnTo>
                  <a:lnTo>
                    <a:pt x="7450601" y="1090497"/>
                  </a:lnTo>
                  <a:lnTo>
                    <a:pt x="7544379" y="1081236"/>
                  </a:lnTo>
                  <a:lnTo>
                    <a:pt x="7639167" y="1073216"/>
                  </a:lnTo>
                  <a:lnTo>
                    <a:pt x="7731289" y="1066467"/>
                  </a:lnTo>
                  <a:lnTo>
                    <a:pt x="7816419" y="1061012"/>
                  </a:lnTo>
                  <a:lnTo>
                    <a:pt x="7890218" y="1056839"/>
                  </a:lnTo>
                  <a:lnTo>
                    <a:pt x="7949183" y="1053875"/>
                  </a:lnTo>
                  <a:lnTo>
                    <a:pt x="7991470" y="1051974"/>
                  </a:lnTo>
                  <a:lnTo>
                    <a:pt x="8017416" y="1050925"/>
                  </a:lnTo>
                  <a:lnTo>
                    <a:pt x="8029632" y="1050479"/>
                  </a:lnTo>
                  <a:lnTo>
                    <a:pt x="8032819" y="1050373"/>
                  </a:lnTo>
                  <a:lnTo>
                    <a:pt x="8554953" y="1050373"/>
                  </a:lnTo>
                  <a:lnTo>
                    <a:pt x="8554953" y="1033432"/>
                  </a:lnTo>
                  <a:lnTo>
                    <a:pt x="8032819" y="1033432"/>
                  </a:lnTo>
                  <a:lnTo>
                    <a:pt x="8031578" y="1033472"/>
                  </a:lnTo>
                  <a:lnTo>
                    <a:pt x="8023461" y="1033757"/>
                  </a:lnTo>
                  <a:lnTo>
                    <a:pt x="8003153" y="1034546"/>
                  </a:lnTo>
                  <a:lnTo>
                    <a:pt x="7967236" y="1036097"/>
                  </a:lnTo>
                  <a:lnTo>
                    <a:pt x="7914497" y="1038636"/>
                  </a:lnTo>
                  <a:lnTo>
                    <a:pt x="7845991" y="1042338"/>
                  </a:lnTo>
                  <a:lnTo>
                    <a:pt x="7764678" y="1047302"/>
                  </a:lnTo>
                  <a:lnTo>
                    <a:pt x="7674684" y="1053561"/>
                  </a:lnTo>
                  <a:lnTo>
                    <a:pt x="7580429" y="1061102"/>
                  </a:lnTo>
                  <a:lnTo>
                    <a:pt x="7485894" y="1069894"/>
                  </a:lnTo>
                  <a:lnTo>
                    <a:pt x="7394165" y="1079920"/>
                  </a:lnTo>
                  <a:lnTo>
                    <a:pt x="7307297" y="1091196"/>
                  </a:lnTo>
                  <a:lnTo>
                    <a:pt x="7226385" y="1103787"/>
                  </a:lnTo>
                  <a:lnTo>
                    <a:pt x="7151755" y="1117811"/>
                  </a:lnTo>
                  <a:lnTo>
                    <a:pt x="7083177" y="1133443"/>
                  </a:lnTo>
                  <a:lnTo>
                    <a:pt x="7020059" y="1150903"/>
                  </a:lnTo>
                  <a:lnTo>
                    <a:pt x="6961595" y="1170455"/>
                  </a:lnTo>
                  <a:lnTo>
                    <a:pt x="6906883" y="1192383"/>
                  </a:lnTo>
                  <a:lnTo>
                    <a:pt x="6855004" y="1216958"/>
                  </a:lnTo>
                  <a:lnTo>
                    <a:pt x="6805107" y="1244381"/>
                  </a:lnTo>
                  <a:lnTo>
                    <a:pt x="6786527" y="1255554"/>
                  </a:lnTo>
                  <a:lnTo>
                    <a:pt x="6739550" y="1286068"/>
                  </a:lnTo>
                  <a:lnTo>
                    <a:pt x="6693032" y="1319389"/>
                  </a:lnTo>
                  <a:lnTo>
                    <a:pt x="6646565" y="1355567"/>
                  </a:lnTo>
                  <a:lnTo>
                    <a:pt x="6599855" y="1394575"/>
                  </a:lnTo>
                  <a:lnTo>
                    <a:pt x="6552711" y="1436300"/>
                  </a:lnTo>
                  <a:lnTo>
                    <a:pt x="6505030" y="1480540"/>
                  </a:lnTo>
                  <a:lnTo>
                    <a:pt x="6456787" y="1526998"/>
                  </a:lnTo>
                  <a:lnTo>
                    <a:pt x="6408029" y="1575288"/>
                  </a:lnTo>
                  <a:lnTo>
                    <a:pt x="6358861" y="1624945"/>
                  </a:lnTo>
                  <a:lnTo>
                    <a:pt x="6309431" y="1675444"/>
                  </a:lnTo>
                  <a:lnTo>
                    <a:pt x="6259913" y="1726220"/>
                  </a:lnTo>
                  <a:lnTo>
                    <a:pt x="6210490" y="1776695"/>
                  </a:lnTo>
                  <a:lnTo>
                    <a:pt x="6161336" y="1826307"/>
                  </a:lnTo>
                  <a:lnTo>
                    <a:pt x="6112598" y="1874530"/>
                  </a:lnTo>
                  <a:lnTo>
                    <a:pt x="6064378" y="1920905"/>
                  </a:lnTo>
                  <a:lnTo>
                    <a:pt x="6016719" y="1965047"/>
                  </a:lnTo>
                  <a:lnTo>
                    <a:pt x="5969595" y="2006666"/>
                  </a:lnTo>
                  <a:lnTo>
                    <a:pt x="5922900" y="2045560"/>
                  </a:lnTo>
                  <a:lnTo>
                    <a:pt x="5876437" y="2081621"/>
                  </a:lnTo>
                  <a:lnTo>
                    <a:pt x="5829909" y="2114826"/>
                  </a:lnTo>
                  <a:lnTo>
                    <a:pt x="5784835" y="2144042"/>
                  </a:lnTo>
                  <a:lnTo>
                    <a:pt x="5735494" y="2172568"/>
                  </a:lnTo>
                  <a:lnTo>
                    <a:pt x="5684462" y="2198207"/>
                  </a:lnTo>
                  <a:lnTo>
                    <a:pt x="5630932" y="2221110"/>
                  </a:lnTo>
                  <a:lnTo>
                    <a:pt x="5574002" y="2241531"/>
                  </a:lnTo>
                  <a:lnTo>
                    <a:pt x="5512753" y="2259753"/>
                  </a:lnTo>
                  <a:lnTo>
                    <a:pt x="5446332" y="2276050"/>
                  </a:lnTo>
                  <a:lnTo>
                    <a:pt x="5374051" y="2290661"/>
                  </a:lnTo>
                  <a:lnTo>
                    <a:pt x="5295520" y="2303780"/>
                  </a:lnTo>
                  <a:lnTo>
                    <a:pt x="5210831" y="2315544"/>
                  </a:lnTo>
                  <a:lnTo>
                    <a:pt x="5120761" y="2326040"/>
                  </a:lnTo>
                  <a:lnTo>
                    <a:pt x="5026983" y="2335302"/>
                  </a:lnTo>
                  <a:lnTo>
                    <a:pt x="4932195" y="2343321"/>
                  </a:lnTo>
                  <a:lnTo>
                    <a:pt x="4840073" y="2350070"/>
                  </a:lnTo>
                  <a:lnTo>
                    <a:pt x="4754943" y="2355525"/>
                  </a:lnTo>
                  <a:lnTo>
                    <a:pt x="4681144" y="2359698"/>
                  </a:lnTo>
                  <a:lnTo>
                    <a:pt x="4622179" y="2362662"/>
                  </a:lnTo>
                  <a:lnTo>
                    <a:pt x="4579892" y="2364564"/>
                  </a:lnTo>
                  <a:lnTo>
                    <a:pt x="4553946" y="2365613"/>
                  </a:lnTo>
                  <a:lnTo>
                    <a:pt x="4541730" y="2366059"/>
                  </a:lnTo>
                  <a:lnTo>
                    <a:pt x="4538543" y="2366164"/>
                  </a:lnTo>
                  <a:lnTo>
                    <a:pt x="4016409" y="2366164"/>
                  </a:lnTo>
                  <a:lnTo>
                    <a:pt x="4015225" y="2366097"/>
                  </a:lnTo>
                  <a:lnTo>
                    <a:pt x="4007474" y="2365614"/>
                  </a:lnTo>
                  <a:lnTo>
                    <a:pt x="3988048" y="2364279"/>
                  </a:lnTo>
                  <a:lnTo>
                    <a:pt x="3953612" y="2361657"/>
                  </a:lnTo>
                  <a:lnTo>
                    <a:pt x="3902887" y="2357355"/>
                  </a:lnTo>
                  <a:lnTo>
                    <a:pt x="3836732" y="2351075"/>
                  </a:lnTo>
                  <a:lnTo>
                    <a:pt x="3757835" y="2342635"/>
                  </a:lnTo>
                  <a:lnTo>
                    <a:pt x="3670056" y="2331968"/>
                  </a:lnTo>
                  <a:lnTo>
                    <a:pt x="3577618" y="2319093"/>
                  </a:lnTo>
                  <a:lnTo>
                    <a:pt x="3484405" y="2304058"/>
                  </a:lnTo>
                  <a:lnTo>
                    <a:pt x="3393503" y="2286902"/>
                  </a:lnTo>
                  <a:lnTo>
                    <a:pt x="3307034" y="2267606"/>
                  </a:lnTo>
                  <a:lnTo>
                    <a:pt x="3226197" y="2246078"/>
                  </a:lnTo>
                  <a:lnTo>
                    <a:pt x="3151430" y="2222136"/>
                  </a:lnTo>
                  <a:lnTo>
                    <a:pt x="3082611" y="2195505"/>
                  </a:lnTo>
                  <a:lnTo>
                    <a:pt x="3019241" y="2165827"/>
                  </a:lnTo>
                  <a:lnTo>
                    <a:pt x="2960590" y="2132673"/>
                  </a:lnTo>
                  <a:lnTo>
                    <a:pt x="2905813" y="2095568"/>
                  </a:lnTo>
                  <a:lnTo>
                    <a:pt x="2854032" y="2054038"/>
                  </a:lnTo>
                  <a:lnTo>
                    <a:pt x="2804407" y="2007694"/>
                  </a:lnTo>
                  <a:lnTo>
                    <a:pt x="2770117" y="1971803"/>
                  </a:lnTo>
                  <a:lnTo>
                    <a:pt x="2730310" y="1926264"/>
                  </a:lnTo>
                  <a:lnTo>
                    <a:pt x="2690882" y="1877169"/>
                  </a:lnTo>
                  <a:lnTo>
                    <a:pt x="2651569" y="1824448"/>
                  </a:lnTo>
                  <a:lnTo>
                    <a:pt x="2612168" y="1768095"/>
                  </a:lnTo>
                  <a:lnTo>
                    <a:pt x="2572530" y="1708182"/>
                  </a:lnTo>
                  <a:lnTo>
                    <a:pt x="2532557" y="1644857"/>
                  </a:lnTo>
                  <a:lnTo>
                    <a:pt x="2492194" y="1578356"/>
                  </a:lnTo>
                  <a:lnTo>
                    <a:pt x="2451427" y="1508999"/>
                  </a:lnTo>
                  <a:lnTo>
                    <a:pt x="2410279" y="1437187"/>
                  </a:lnTo>
                  <a:lnTo>
                    <a:pt x="2368803" y="1363398"/>
                  </a:lnTo>
                  <a:lnTo>
                    <a:pt x="2327078" y="1288171"/>
                  </a:lnTo>
                  <a:lnTo>
                    <a:pt x="2285203" y="1212091"/>
                  </a:lnTo>
                  <a:lnTo>
                    <a:pt x="2243285" y="1135775"/>
                  </a:lnTo>
                  <a:lnTo>
                    <a:pt x="2201436" y="1059845"/>
                  </a:lnTo>
                  <a:lnTo>
                    <a:pt x="2159763" y="984910"/>
                  </a:lnTo>
                  <a:lnTo>
                    <a:pt x="2118359" y="911549"/>
                  </a:lnTo>
                  <a:lnTo>
                    <a:pt x="2077299" y="840285"/>
                  </a:lnTo>
                  <a:lnTo>
                    <a:pt x="2036628" y="771580"/>
                  </a:lnTo>
                  <a:lnTo>
                    <a:pt x="1996361" y="705815"/>
                  </a:lnTo>
                  <a:lnTo>
                    <a:pt x="1956475" y="643290"/>
                  </a:lnTo>
                  <a:lnTo>
                    <a:pt x="1916905" y="584220"/>
                  </a:lnTo>
                  <a:lnTo>
                    <a:pt x="1877541" y="528735"/>
                  </a:lnTo>
                  <a:lnTo>
                    <a:pt x="1838221" y="476887"/>
                  </a:lnTo>
                  <a:lnTo>
                    <a:pt x="1798728" y="428654"/>
                  </a:lnTo>
                  <a:lnTo>
                    <a:pt x="1768425" y="394360"/>
                  </a:lnTo>
                  <a:lnTo>
                    <a:pt x="1719880" y="344480"/>
                  </a:lnTo>
                  <a:lnTo>
                    <a:pt x="1669710" y="299567"/>
                  </a:lnTo>
                  <a:lnTo>
                    <a:pt x="1617147" y="259369"/>
                  </a:lnTo>
                  <a:lnTo>
                    <a:pt x="1561334" y="223463"/>
                  </a:lnTo>
                  <a:lnTo>
                    <a:pt x="1501394" y="191367"/>
                  </a:lnTo>
                  <a:lnTo>
                    <a:pt x="1436507" y="162617"/>
                  </a:lnTo>
                  <a:lnTo>
                    <a:pt x="1365997" y="136802"/>
                  </a:lnTo>
                  <a:lnTo>
                    <a:pt x="1289456" y="113585"/>
                  </a:lnTo>
                  <a:lnTo>
                    <a:pt x="1206905" y="92722"/>
                  </a:lnTo>
                  <a:lnTo>
                    <a:pt x="1118985" y="74054"/>
                  </a:lnTo>
                  <a:lnTo>
                    <a:pt x="1027149" y="57513"/>
                  </a:lnTo>
                  <a:lnTo>
                    <a:pt x="933802" y="43102"/>
                  </a:lnTo>
                  <a:lnTo>
                    <a:pt x="842292" y="30864"/>
                  </a:lnTo>
                  <a:lnTo>
                    <a:pt x="756661" y="20846"/>
                  </a:lnTo>
                  <a:lnTo>
                    <a:pt x="681109" y="13046"/>
                  </a:lnTo>
                  <a:lnTo>
                    <a:pt x="619235" y="7365"/>
                  </a:lnTo>
                  <a:lnTo>
                    <a:pt x="573252" y="3587"/>
                  </a:lnTo>
                  <a:lnTo>
                    <a:pt x="543408" y="1382"/>
                  </a:lnTo>
                  <a:lnTo>
                    <a:pt x="527806" y="341"/>
                  </a:lnTo>
                  <a:lnTo>
                    <a:pt x="522562" y="23"/>
                  </a:lnTo>
                  <a:lnTo>
                    <a:pt x="5221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498" name="pl498"/>
            <p:cNvSpPr/>
            <p:nvPr/>
          </p:nvSpPr>
          <p:spPr>
            <a:xfrm>
              <a:off x="386606" y="2896638"/>
              <a:ext cx="8554953" cy="2366164"/>
            </a:xfrm>
            <a:custGeom>
              <a:avLst/>
              <a:pathLst>
                <a:path w="8554953" h="2366164">
                  <a:moveTo>
                    <a:pt x="0" y="0"/>
                  </a:moveTo>
                  <a:lnTo>
                    <a:pt x="522133" y="0"/>
                  </a:lnTo>
                  <a:lnTo>
                    <a:pt x="523317" y="67"/>
                  </a:lnTo>
                  <a:lnTo>
                    <a:pt x="531068" y="550"/>
                  </a:lnTo>
                  <a:lnTo>
                    <a:pt x="550494" y="1884"/>
                  </a:lnTo>
                  <a:lnTo>
                    <a:pt x="584930" y="4507"/>
                  </a:lnTo>
                  <a:lnTo>
                    <a:pt x="635655" y="8809"/>
                  </a:lnTo>
                  <a:lnTo>
                    <a:pt x="701810" y="15089"/>
                  </a:lnTo>
                  <a:lnTo>
                    <a:pt x="780707" y="23529"/>
                  </a:lnTo>
                  <a:lnTo>
                    <a:pt x="868486" y="34195"/>
                  </a:lnTo>
                  <a:lnTo>
                    <a:pt x="960924" y="47071"/>
                  </a:lnTo>
                  <a:lnTo>
                    <a:pt x="1054137" y="62105"/>
                  </a:lnTo>
                  <a:lnTo>
                    <a:pt x="1145039" y="79262"/>
                  </a:lnTo>
                  <a:lnTo>
                    <a:pt x="1231508" y="98557"/>
                  </a:lnTo>
                  <a:lnTo>
                    <a:pt x="1312346" y="120085"/>
                  </a:lnTo>
                  <a:lnTo>
                    <a:pt x="1387112" y="144028"/>
                  </a:lnTo>
                  <a:lnTo>
                    <a:pt x="1455931" y="170659"/>
                  </a:lnTo>
                  <a:lnTo>
                    <a:pt x="1519301" y="200336"/>
                  </a:lnTo>
                  <a:lnTo>
                    <a:pt x="1577952" y="233490"/>
                  </a:lnTo>
                  <a:lnTo>
                    <a:pt x="1632729" y="270596"/>
                  </a:lnTo>
                  <a:lnTo>
                    <a:pt x="1684511" y="312126"/>
                  </a:lnTo>
                  <a:lnTo>
                    <a:pt x="1734135" y="358470"/>
                  </a:lnTo>
                  <a:lnTo>
                    <a:pt x="1768425" y="394360"/>
                  </a:lnTo>
                  <a:lnTo>
                    <a:pt x="1808232" y="439900"/>
                  </a:lnTo>
                  <a:lnTo>
                    <a:pt x="1847660" y="488994"/>
                  </a:lnTo>
                  <a:lnTo>
                    <a:pt x="1886974" y="541716"/>
                  </a:lnTo>
                  <a:lnTo>
                    <a:pt x="1926375" y="598068"/>
                  </a:lnTo>
                  <a:lnTo>
                    <a:pt x="1966012" y="657982"/>
                  </a:lnTo>
                  <a:lnTo>
                    <a:pt x="2005985" y="721307"/>
                  </a:lnTo>
                  <a:lnTo>
                    <a:pt x="2046348" y="787808"/>
                  </a:lnTo>
                  <a:lnTo>
                    <a:pt x="2087115" y="857165"/>
                  </a:lnTo>
                  <a:lnTo>
                    <a:pt x="2128264" y="928976"/>
                  </a:lnTo>
                  <a:lnTo>
                    <a:pt x="2169739" y="1002765"/>
                  </a:lnTo>
                  <a:lnTo>
                    <a:pt x="2211464" y="1077993"/>
                  </a:lnTo>
                  <a:lnTo>
                    <a:pt x="2253339" y="1154072"/>
                  </a:lnTo>
                  <a:lnTo>
                    <a:pt x="2295257" y="1230389"/>
                  </a:lnTo>
                  <a:lnTo>
                    <a:pt x="2337106" y="1306319"/>
                  </a:lnTo>
                  <a:lnTo>
                    <a:pt x="2378779" y="1381254"/>
                  </a:lnTo>
                  <a:lnTo>
                    <a:pt x="2420183" y="1454615"/>
                  </a:lnTo>
                  <a:lnTo>
                    <a:pt x="2461243" y="1525878"/>
                  </a:lnTo>
                  <a:lnTo>
                    <a:pt x="2501914" y="1594584"/>
                  </a:lnTo>
                  <a:lnTo>
                    <a:pt x="2542181" y="1660349"/>
                  </a:lnTo>
                  <a:lnTo>
                    <a:pt x="2582067" y="1722874"/>
                  </a:lnTo>
                  <a:lnTo>
                    <a:pt x="2621637" y="1781944"/>
                  </a:lnTo>
                  <a:lnTo>
                    <a:pt x="2661002" y="1837428"/>
                  </a:lnTo>
                  <a:lnTo>
                    <a:pt x="2700322" y="1889277"/>
                  </a:lnTo>
                  <a:lnTo>
                    <a:pt x="2739814" y="1937510"/>
                  </a:lnTo>
                  <a:lnTo>
                    <a:pt x="2770117" y="1971803"/>
                  </a:lnTo>
                  <a:lnTo>
                    <a:pt x="2818662" y="2021683"/>
                  </a:lnTo>
                  <a:lnTo>
                    <a:pt x="2868832" y="2066597"/>
                  </a:lnTo>
                  <a:lnTo>
                    <a:pt x="2921395" y="2106795"/>
                  </a:lnTo>
                  <a:lnTo>
                    <a:pt x="2977208" y="2142701"/>
                  </a:lnTo>
                  <a:lnTo>
                    <a:pt x="3037148" y="2174796"/>
                  </a:lnTo>
                  <a:lnTo>
                    <a:pt x="3102035" y="2203546"/>
                  </a:lnTo>
                  <a:lnTo>
                    <a:pt x="3172545" y="2229362"/>
                  </a:lnTo>
                  <a:lnTo>
                    <a:pt x="3249086" y="2252578"/>
                  </a:lnTo>
                  <a:lnTo>
                    <a:pt x="3331637" y="2273442"/>
                  </a:lnTo>
                  <a:lnTo>
                    <a:pt x="3419557" y="2292109"/>
                  </a:lnTo>
                  <a:lnTo>
                    <a:pt x="3511393" y="2308650"/>
                  </a:lnTo>
                  <a:lnTo>
                    <a:pt x="3604740" y="2323062"/>
                  </a:lnTo>
                  <a:lnTo>
                    <a:pt x="3696250" y="2335300"/>
                  </a:lnTo>
                  <a:lnTo>
                    <a:pt x="3781881" y="2345318"/>
                  </a:lnTo>
                  <a:lnTo>
                    <a:pt x="3857433" y="2353118"/>
                  </a:lnTo>
                  <a:lnTo>
                    <a:pt x="3919307" y="2358799"/>
                  </a:lnTo>
                  <a:lnTo>
                    <a:pt x="3965291" y="2362577"/>
                  </a:lnTo>
                  <a:lnTo>
                    <a:pt x="3995134" y="2364781"/>
                  </a:lnTo>
                  <a:lnTo>
                    <a:pt x="4010736" y="2365822"/>
                  </a:lnTo>
                  <a:lnTo>
                    <a:pt x="4015980" y="2366140"/>
                  </a:lnTo>
                  <a:lnTo>
                    <a:pt x="4016409" y="2366164"/>
                  </a:lnTo>
                  <a:lnTo>
                    <a:pt x="4538543" y="2366164"/>
                  </a:lnTo>
                  <a:lnTo>
                    <a:pt x="4539784" y="2366124"/>
                  </a:lnTo>
                  <a:lnTo>
                    <a:pt x="4547901" y="2365839"/>
                  </a:lnTo>
                  <a:lnTo>
                    <a:pt x="4568209" y="2365050"/>
                  </a:lnTo>
                  <a:lnTo>
                    <a:pt x="4604126" y="2363499"/>
                  </a:lnTo>
                  <a:lnTo>
                    <a:pt x="4656865" y="2360960"/>
                  </a:lnTo>
                  <a:lnTo>
                    <a:pt x="4725371" y="2357258"/>
                  </a:lnTo>
                  <a:lnTo>
                    <a:pt x="4806684" y="2352294"/>
                  </a:lnTo>
                  <a:lnTo>
                    <a:pt x="4896678" y="2346035"/>
                  </a:lnTo>
                  <a:lnTo>
                    <a:pt x="4990932" y="2338494"/>
                  </a:lnTo>
                  <a:lnTo>
                    <a:pt x="5085468" y="2329702"/>
                  </a:lnTo>
                  <a:lnTo>
                    <a:pt x="5177197" y="2319676"/>
                  </a:lnTo>
                  <a:lnTo>
                    <a:pt x="5264065" y="2308400"/>
                  </a:lnTo>
                  <a:lnTo>
                    <a:pt x="5344977" y="2295809"/>
                  </a:lnTo>
                  <a:lnTo>
                    <a:pt x="5419607" y="2281785"/>
                  </a:lnTo>
                  <a:lnTo>
                    <a:pt x="5488185" y="2266153"/>
                  </a:lnTo>
                  <a:lnTo>
                    <a:pt x="5551303" y="2248693"/>
                  </a:lnTo>
                  <a:lnTo>
                    <a:pt x="5609767" y="2229141"/>
                  </a:lnTo>
                  <a:lnTo>
                    <a:pt x="5664479" y="2207213"/>
                  </a:lnTo>
                  <a:lnTo>
                    <a:pt x="5716358" y="2182638"/>
                  </a:lnTo>
                  <a:lnTo>
                    <a:pt x="5766255" y="2155215"/>
                  </a:lnTo>
                  <a:lnTo>
                    <a:pt x="5784835" y="2144042"/>
                  </a:lnTo>
                  <a:lnTo>
                    <a:pt x="5831812" y="2113528"/>
                  </a:lnTo>
                  <a:lnTo>
                    <a:pt x="5878330" y="2080207"/>
                  </a:lnTo>
                  <a:lnTo>
                    <a:pt x="5924797" y="2044029"/>
                  </a:lnTo>
                  <a:lnTo>
                    <a:pt x="5971507" y="2005021"/>
                  </a:lnTo>
                  <a:lnTo>
                    <a:pt x="6018650" y="1963296"/>
                  </a:lnTo>
                  <a:lnTo>
                    <a:pt x="6066332" y="1919056"/>
                  </a:lnTo>
                  <a:lnTo>
                    <a:pt x="6114575" y="1872598"/>
                  </a:lnTo>
                  <a:lnTo>
                    <a:pt x="6163333" y="1824308"/>
                  </a:lnTo>
                  <a:lnTo>
                    <a:pt x="6212501" y="1774651"/>
                  </a:lnTo>
                  <a:lnTo>
                    <a:pt x="6261931" y="1724152"/>
                  </a:lnTo>
                  <a:lnTo>
                    <a:pt x="6311449" y="1673376"/>
                  </a:lnTo>
                  <a:lnTo>
                    <a:pt x="6360872" y="1622901"/>
                  </a:lnTo>
                  <a:lnTo>
                    <a:pt x="6410026" y="1573289"/>
                  </a:lnTo>
                  <a:lnTo>
                    <a:pt x="6458764" y="1525066"/>
                  </a:lnTo>
                  <a:lnTo>
                    <a:pt x="6506984" y="1478691"/>
                  </a:lnTo>
                  <a:lnTo>
                    <a:pt x="6554643" y="1434549"/>
                  </a:lnTo>
                  <a:lnTo>
                    <a:pt x="6601767" y="1392930"/>
                  </a:lnTo>
                  <a:lnTo>
                    <a:pt x="6648462" y="1354036"/>
                  </a:lnTo>
                  <a:lnTo>
                    <a:pt x="6694925" y="1317975"/>
                  </a:lnTo>
                  <a:lnTo>
                    <a:pt x="6741453" y="1284770"/>
                  </a:lnTo>
                  <a:lnTo>
                    <a:pt x="6786527" y="1255554"/>
                  </a:lnTo>
                  <a:lnTo>
                    <a:pt x="6835868" y="1227028"/>
                  </a:lnTo>
                  <a:lnTo>
                    <a:pt x="6886900" y="1201389"/>
                  </a:lnTo>
                  <a:lnTo>
                    <a:pt x="6940430" y="1178486"/>
                  </a:lnTo>
                  <a:lnTo>
                    <a:pt x="6997360" y="1158065"/>
                  </a:lnTo>
                  <a:lnTo>
                    <a:pt x="7058609" y="1139843"/>
                  </a:lnTo>
                  <a:lnTo>
                    <a:pt x="7125030" y="1123546"/>
                  </a:lnTo>
                  <a:lnTo>
                    <a:pt x="7197311" y="1108935"/>
                  </a:lnTo>
                  <a:lnTo>
                    <a:pt x="7275842" y="1095816"/>
                  </a:lnTo>
                  <a:lnTo>
                    <a:pt x="7360531" y="1084052"/>
                  </a:lnTo>
                  <a:lnTo>
                    <a:pt x="7450601" y="1073556"/>
                  </a:lnTo>
                  <a:lnTo>
                    <a:pt x="7544379" y="1064294"/>
                  </a:lnTo>
                  <a:lnTo>
                    <a:pt x="7639167" y="1056275"/>
                  </a:lnTo>
                  <a:lnTo>
                    <a:pt x="7731289" y="1049526"/>
                  </a:lnTo>
                  <a:lnTo>
                    <a:pt x="7816419" y="1044071"/>
                  </a:lnTo>
                  <a:lnTo>
                    <a:pt x="7890218" y="1039898"/>
                  </a:lnTo>
                  <a:lnTo>
                    <a:pt x="7949183" y="1036934"/>
                  </a:lnTo>
                  <a:lnTo>
                    <a:pt x="7991470" y="1035032"/>
                  </a:lnTo>
                  <a:lnTo>
                    <a:pt x="8017416" y="1033983"/>
                  </a:lnTo>
                  <a:lnTo>
                    <a:pt x="8029632" y="1033537"/>
                  </a:lnTo>
                  <a:lnTo>
                    <a:pt x="8032749" y="1033434"/>
                  </a:lnTo>
                  <a:lnTo>
                    <a:pt x="8032819" y="1033432"/>
                  </a:lnTo>
                  <a:lnTo>
                    <a:pt x="8554953" y="1033432"/>
                  </a:lnTo>
                  <a:lnTo>
                    <a:pt x="8554953" y="1033432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499" name="pl499"/>
            <p:cNvSpPr/>
            <p:nvPr/>
          </p:nvSpPr>
          <p:spPr>
            <a:xfrm>
              <a:off x="386606" y="2879696"/>
              <a:ext cx="8554953" cy="2366164"/>
            </a:xfrm>
            <a:custGeom>
              <a:avLst/>
              <a:pathLst>
                <a:path w="8554953" h="2366164">
                  <a:moveTo>
                    <a:pt x="8554953" y="1033432"/>
                  </a:moveTo>
                  <a:lnTo>
                    <a:pt x="8032819" y="1033432"/>
                  </a:lnTo>
                  <a:lnTo>
                    <a:pt x="8031578" y="1033472"/>
                  </a:lnTo>
                  <a:lnTo>
                    <a:pt x="8023461" y="1033757"/>
                  </a:lnTo>
                  <a:lnTo>
                    <a:pt x="8003153" y="1034546"/>
                  </a:lnTo>
                  <a:lnTo>
                    <a:pt x="7967236" y="1036097"/>
                  </a:lnTo>
                  <a:lnTo>
                    <a:pt x="7914497" y="1038636"/>
                  </a:lnTo>
                  <a:lnTo>
                    <a:pt x="7845991" y="1042338"/>
                  </a:lnTo>
                  <a:lnTo>
                    <a:pt x="7764678" y="1047302"/>
                  </a:lnTo>
                  <a:lnTo>
                    <a:pt x="7674684" y="1053561"/>
                  </a:lnTo>
                  <a:lnTo>
                    <a:pt x="7580429" y="1061102"/>
                  </a:lnTo>
                  <a:lnTo>
                    <a:pt x="7485894" y="1069894"/>
                  </a:lnTo>
                  <a:lnTo>
                    <a:pt x="7394165" y="1079920"/>
                  </a:lnTo>
                  <a:lnTo>
                    <a:pt x="7307297" y="1091196"/>
                  </a:lnTo>
                  <a:lnTo>
                    <a:pt x="7226385" y="1103787"/>
                  </a:lnTo>
                  <a:lnTo>
                    <a:pt x="7151755" y="1117811"/>
                  </a:lnTo>
                  <a:lnTo>
                    <a:pt x="7083177" y="1133443"/>
                  </a:lnTo>
                  <a:lnTo>
                    <a:pt x="7020059" y="1150903"/>
                  </a:lnTo>
                  <a:lnTo>
                    <a:pt x="6961595" y="1170455"/>
                  </a:lnTo>
                  <a:lnTo>
                    <a:pt x="6906883" y="1192383"/>
                  </a:lnTo>
                  <a:lnTo>
                    <a:pt x="6855004" y="1216958"/>
                  </a:lnTo>
                  <a:lnTo>
                    <a:pt x="6805107" y="1244381"/>
                  </a:lnTo>
                  <a:lnTo>
                    <a:pt x="6786527" y="1255554"/>
                  </a:lnTo>
                  <a:lnTo>
                    <a:pt x="6739550" y="1286068"/>
                  </a:lnTo>
                  <a:lnTo>
                    <a:pt x="6693032" y="1319389"/>
                  </a:lnTo>
                  <a:lnTo>
                    <a:pt x="6646565" y="1355567"/>
                  </a:lnTo>
                  <a:lnTo>
                    <a:pt x="6599855" y="1394575"/>
                  </a:lnTo>
                  <a:lnTo>
                    <a:pt x="6552711" y="1436300"/>
                  </a:lnTo>
                  <a:lnTo>
                    <a:pt x="6505030" y="1480540"/>
                  </a:lnTo>
                  <a:lnTo>
                    <a:pt x="6456787" y="1526998"/>
                  </a:lnTo>
                  <a:lnTo>
                    <a:pt x="6408029" y="1575288"/>
                  </a:lnTo>
                  <a:lnTo>
                    <a:pt x="6358861" y="1624945"/>
                  </a:lnTo>
                  <a:lnTo>
                    <a:pt x="6309431" y="1675444"/>
                  </a:lnTo>
                  <a:lnTo>
                    <a:pt x="6259913" y="1726220"/>
                  </a:lnTo>
                  <a:lnTo>
                    <a:pt x="6210490" y="1776695"/>
                  </a:lnTo>
                  <a:lnTo>
                    <a:pt x="6161336" y="1826307"/>
                  </a:lnTo>
                  <a:lnTo>
                    <a:pt x="6112598" y="1874530"/>
                  </a:lnTo>
                  <a:lnTo>
                    <a:pt x="6064378" y="1920905"/>
                  </a:lnTo>
                  <a:lnTo>
                    <a:pt x="6016719" y="1965047"/>
                  </a:lnTo>
                  <a:lnTo>
                    <a:pt x="5969595" y="2006666"/>
                  </a:lnTo>
                  <a:lnTo>
                    <a:pt x="5922900" y="2045560"/>
                  </a:lnTo>
                  <a:lnTo>
                    <a:pt x="5876437" y="2081621"/>
                  </a:lnTo>
                  <a:lnTo>
                    <a:pt x="5829909" y="2114826"/>
                  </a:lnTo>
                  <a:lnTo>
                    <a:pt x="5784835" y="2144042"/>
                  </a:lnTo>
                  <a:lnTo>
                    <a:pt x="5735494" y="2172568"/>
                  </a:lnTo>
                  <a:lnTo>
                    <a:pt x="5684462" y="2198207"/>
                  </a:lnTo>
                  <a:lnTo>
                    <a:pt x="5630932" y="2221110"/>
                  </a:lnTo>
                  <a:lnTo>
                    <a:pt x="5574002" y="2241531"/>
                  </a:lnTo>
                  <a:lnTo>
                    <a:pt x="5512753" y="2259753"/>
                  </a:lnTo>
                  <a:lnTo>
                    <a:pt x="5446332" y="2276050"/>
                  </a:lnTo>
                  <a:lnTo>
                    <a:pt x="5374051" y="2290661"/>
                  </a:lnTo>
                  <a:lnTo>
                    <a:pt x="5295520" y="2303780"/>
                  </a:lnTo>
                  <a:lnTo>
                    <a:pt x="5210831" y="2315544"/>
                  </a:lnTo>
                  <a:lnTo>
                    <a:pt x="5120761" y="2326040"/>
                  </a:lnTo>
                  <a:lnTo>
                    <a:pt x="5026983" y="2335302"/>
                  </a:lnTo>
                  <a:lnTo>
                    <a:pt x="4932195" y="2343321"/>
                  </a:lnTo>
                  <a:lnTo>
                    <a:pt x="4840073" y="2350070"/>
                  </a:lnTo>
                  <a:lnTo>
                    <a:pt x="4754943" y="2355525"/>
                  </a:lnTo>
                  <a:lnTo>
                    <a:pt x="4681144" y="2359698"/>
                  </a:lnTo>
                  <a:lnTo>
                    <a:pt x="4622179" y="2362662"/>
                  </a:lnTo>
                  <a:lnTo>
                    <a:pt x="4579892" y="2364564"/>
                  </a:lnTo>
                  <a:lnTo>
                    <a:pt x="4553946" y="2365613"/>
                  </a:lnTo>
                  <a:lnTo>
                    <a:pt x="4541730" y="2366059"/>
                  </a:lnTo>
                  <a:lnTo>
                    <a:pt x="4538613" y="2366162"/>
                  </a:lnTo>
                  <a:lnTo>
                    <a:pt x="4538543" y="2366164"/>
                  </a:lnTo>
                  <a:lnTo>
                    <a:pt x="4016409" y="2366164"/>
                  </a:lnTo>
                  <a:lnTo>
                    <a:pt x="4015225" y="2366097"/>
                  </a:lnTo>
                  <a:lnTo>
                    <a:pt x="4007474" y="2365614"/>
                  </a:lnTo>
                  <a:lnTo>
                    <a:pt x="3988048" y="2364279"/>
                  </a:lnTo>
                  <a:lnTo>
                    <a:pt x="3953612" y="2361657"/>
                  </a:lnTo>
                  <a:lnTo>
                    <a:pt x="3902887" y="2357355"/>
                  </a:lnTo>
                  <a:lnTo>
                    <a:pt x="3836732" y="2351075"/>
                  </a:lnTo>
                  <a:lnTo>
                    <a:pt x="3757835" y="2342635"/>
                  </a:lnTo>
                  <a:lnTo>
                    <a:pt x="3670056" y="2331968"/>
                  </a:lnTo>
                  <a:lnTo>
                    <a:pt x="3577618" y="2319093"/>
                  </a:lnTo>
                  <a:lnTo>
                    <a:pt x="3484405" y="2304058"/>
                  </a:lnTo>
                  <a:lnTo>
                    <a:pt x="3393503" y="2286902"/>
                  </a:lnTo>
                  <a:lnTo>
                    <a:pt x="3307034" y="2267606"/>
                  </a:lnTo>
                  <a:lnTo>
                    <a:pt x="3226197" y="2246078"/>
                  </a:lnTo>
                  <a:lnTo>
                    <a:pt x="3151430" y="2222136"/>
                  </a:lnTo>
                  <a:lnTo>
                    <a:pt x="3082611" y="2195505"/>
                  </a:lnTo>
                  <a:lnTo>
                    <a:pt x="3019241" y="2165827"/>
                  </a:lnTo>
                  <a:lnTo>
                    <a:pt x="2960590" y="2132673"/>
                  </a:lnTo>
                  <a:lnTo>
                    <a:pt x="2905813" y="2095568"/>
                  </a:lnTo>
                  <a:lnTo>
                    <a:pt x="2854032" y="2054038"/>
                  </a:lnTo>
                  <a:lnTo>
                    <a:pt x="2804407" y="2007694"/>
                  </a:lnTo>
                  <a:lnTo>
                    <a:pt x="2770117" y="1971803"/>
                  </a:lnTo>
                  <a:lnTo>
                    <a:pt x="2730310" y="1926264"/>
                  </a:lnTo>
                  <a:lnTo>
                    <a:pt x="2690882" y="1877169"/>
                  </a:lnTo>
                  <a:lnTo>
                    <a:pt x="2651569" y="1824448"/>
                  </a:lnTo>
                  <a:lnTo>
                    <a:pt x="2612168" y="1768095"/>
                  </a:lnTo>
                  <a:lnTo>
                    <a:pt x="2572530" y="1708182"/>
                  </a:lnTo>
                  <a:lnTo>
                    <a:pt x="2532557" y="1644857"/>
                  </a:lnTo>
                  <a:lnTo>
                    <a:pt x="2492194" y="1578356"/>
                  </a:lnTo>
                  <a:lnTo>
                    <a:pt x="2451427" y="1508999"/>
                  </a:lnTo>
                  <a:lnTo>
                    <a:pt x="2410279" y="1437187"/>
                  </a:lnTo>
                  <a:lnTo>
                    <a:pt x="2368803" y="1363398"/>
                  </a:lnTo>
                  <a:lnTo>
                    <a:pt x="2327078" y="1288171"/>
                  </a:lnTo>
                  <a:lnTo>
                    <a:pt x="2285203" y="1212091"/>
                  </a:lnTo>
                  <a:lnTo>
                    <a:pt x="2243285" y="1135775"/>
                  </a:lnTo>
                  <a:lnTo>
                    <a:pt x="2201436" y="1059845"/>
                  </a:lnTo>
                  <a:lnTo>
                    <a:pt x="2159763" y="984910"/>
                  </a:lnTo>
                  <a:lnTo>
                    <a:pt x="2118359" y="911549"/>
                  </a:lnTo>
                  <a:lnTo>
                    <a:pt x="2077299" y="840285"/>
                  </a:lnTo>
                  <a:lnTo>
                    <a:pt x="2036628" y="771580"/>
                  </a:lnTo>
                  <a:lnTo>
                    <a:pt x="1996361" y="705815"/>
                  </a:lnTo>
                  <a:lnTo>
                    <a:pt x="1956475" y="643290"/>
                  </a:lnTo>
                  <a:lnTo>
                    <a:pt x="1916905" y="584220"/>
                  </a:lnTo>
                  <a:lnTo>
                    <a:pt x="1877541" y="528735"/>
                  </a:lnTo>
                  <a:lnTo>
                    <a:pt x="1838221" y="476887"/>
                  </a:lnTo>
                  <a:lnTo>
                    <a:pt x="1798728" y="428654"/>
                  </a:lnTo>
                  <a:lnTo>
                    <a:pt x="1768425" y="394360"/>
                  </a:lnTo>
                  <a:lnTo>
                    <a:pt x="1719880" y="344480"/>
                  </a:lnTo>
                  <a:lnTo>
                    <a:pt x="1669710" y="299567"/>
                  </a:lnTo>
                  <a:lnTo>
                    <a:pt x="1617147" y="259369"/>
                  </a:lnTo>
                  <a:lnTo>
                    <a:pt x="1561334" y="223463"/>
                  </a:lnTo>
                  <a:lnTo>
                    <a:pt x="1501394" y="191367"/>
                  </a:lnTo>
                  <a:lnTo>
                    <a:pt x="1436507" y="162617"/>
                  </a:lnTo>
                  <a:lnTo>
                    <a:pt x="1365997" y="136802"/>
                  </a:lnTo>
                  <a:lnTo>
                    <a:pt x="1289456" y="113585"/>
                  </a:lnTo>
                  <a:lnTo>
                    <a:pt x="1206905" y="92722"/>
                  </a:lnTo>
                  <a:lnTo>
                    <a:pt x="1118985" y="74054"/>
                  </a:lnTo>
                  <a:lnTo>
                    <a:pt x="1027149" y="57513"/>
                  </a:lnTo>
                  <a:lnTo>
                    <a:pt x="933802" y="43102"/>
                  </a:lnTo>
                  <a:lnTo>
                    <a:pt x="842292" y="30864"/>
                  </a:lnTo>
                  <a:lnTo>
                    <a:pt x="756661" y="20846"/>
                  </a:lnTo>
                  <a:lnTo>
                    <a:pt x="681109" y="13046"/>
                  </a:lnTo>
                  <a:lnTo>
                    <a:pt x="619235" y="7365"/>
                  </a:lnTo>
                  <a:lnTo>
                    <a:pt x="573252" y="3587"/>
                  </a:lnTo>
                  <a:lnTo>
                    <a:pt x="543408" y="1382"/>
                  </a:lnTo>
                  <a:lnTo>
                    <a:pt x="527806" y="341"/>
                  </a:lnTo>
                  <a:lnTo>
                    <a:pt x="522562" y="23"/>
                  </a:lnTo>
                  <a:lnTo>
                    <a:pt x="522133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500" name="pg500"/>
            <p:cNvSpPr/>
            <p:nvPr/>
          </p:nvSpPr>
          <p:spPr>
            <a:xfrm>
              <a:off x="386606" y="2896638"/>
              <a:ext cx="8554953" cy="2377459"/>
            </a:xfrm>
            <a:custGeom>
              <a:avLst/>
              <a:pathLst>
                <a:path w="8554953" h="2377459">
                  <a:moveTo>
                    <a:pt x="0" y="5647"/>
                  </a:moveTo>
                  <a:lnTo>
                    <a:pt x="522133" y="5647"/>
                  </a:lnTo>
                  <a:lnTo>
                    <a:pt x="523316" y="5714"/>
                  </a:lnTo>
                  <a:lnTo>
                    <a:pt x="531066" y="6198"/>
                  </a:lnTo>
                  <a:lnTo>
                    <a:pt x="550486" y="7535"/>
                  </a:lnTo>
                  <a:lnTo>
                    <a:pt x="584912" y="10163"/>
                  </a:lnTo>
                  <a:lnTo>
                    <a:pt x="635623" y="14474"/>
                  </a:lnTo>
                  <a:lnTo>
                    <a:pt x="701762" y="20767"/>
                  </a:lnTo>
                  <a:lnTo>
                    <a:pt x="780643" y="29225"/>
                  </a:lnTo>
                  <a:lnTo>
                    <a:pt x="868407" y="39914"/>
                  </a:lnTo>
                  <a:lnTo>
                    <a:pt x="960832" y="52817"/>
                  </a:lnTo>
                  <a:lnTo>
                    <a:pt x="1054037" y="67883"/>
                  </a:lnTo>
                  <a:lnTo>
                    <a:pt x="1144933" y="85077"/>
                  </a:lnTo>
                  <a:lnTo>
                    <a:pt x="1231399" y="104413"/>
                  </a:lnTo>
                  <a:lnTo>
                    <a:pt x="1312236" y="125987"/>
                  </a:lnTo>
                  <a:lnTo>
                    <a:pt x="1387003" y="149980"/>
                  </a:lnTo>
                  <a:lnTo>
                    <a:pt x="1455823" y="176667"/>
                  </a:lnTo>
                  <a:lnTo>
                    <a:pt x="1519195" y="206407"/>
                  </a:lnTo>
                  <a:lnTo>
                    <a:pt x="1577848" y="239630"/>
                  </a:lnTo>
                  <a:lnTo>
                    <a:pt x="1632625" y="276812"/>
                  </a:lnTo>
                  <a:lnTo>
                    <a:pt x="1684406" y="318427"/>
                  </a:lnTo>
                  <a:lnTo>
                    <a:pt x="1734029" y="364866"/>
                  </a:lnTo>
                  <a:lnTo>
                    <a:pt x="1768425" y="400949"/>
                  </a:lnTo>
                  <a:lnTo>
                    <a:pt x="1808199" y="446556"/>
                  </a:lnTo>
                  <a:lnTo>
                    <a:pt x="1847594" y="495722"/>
                  </a:lnTo>
                  <a:lnTo>
                    <a:pt x="1886873" y="548516"/>
                  </a:lnTo>
                  <a:lnTo>
                    <a:pt x="1926240" y="604945"/>
                  </a:lnTo>
                  <a:lnTo>
                    <a:pt x="1965843" y="664937"/>
                  </a:lnTo>
                  <a:lnTo>
                    <a:pt x="2005780" y="728344"/>
                  </a:lnTo>
                  <a:lnTo>
                    <a:pt x="2046107" y="794930"/>
                  </a:lnTo>
                  <a:lnTo>
                    <a:pt x="2086837" y="864377"/>
                  </a:lnTo>
                  <a:lnTo>
                    <a:pt x="2127948" y="936282"/>
                  </a:lnTo>
                  <a:lnTo>
                    <a:pt x="2169386" y="1010170"/>
                  </a:lnTo>
                  <a:lnTo>
                    <a:pt x="2211073" y="1085503"/>
                  </a:lnTo>
                  <a:lnTo>
                    <a:pt x="2252912" y="1161694"/>
                  </a:lnTo>
                  <a:lnTo>
                    <a:pt x="2294794" y="1238128"/>
                  </a:lnTo>
                  <a:lnTo>
                    <a:pt x="2336609" y="1314183"/>
                  </a:lnTo>
                  <a:lnTo>
                    <a:pt x="2378250" y="1389249"/>
                  </a:lnTo>
                  <a:lnTo>
                    <a:pt x="2419622" y="1462747"/>
                  </a:lnTo>
                  <a:lnTo>
                    <a:pt x="2460653" y="1534153"/>
                  </a:lnTo>
                  <a:lnTo>
                    <a:pt x="2501295" y="1603005"/>
                  </a:lnTo>
                  <a:lnTo>
                    <a:pt x="2541534" y="1668920"/>
                  </a:lnTo>
                  <a:lnTo>
                    <a:pt x="2581392" y="1731596"/>
                  </a:lnTo>
                  <a:lnTo>
                    <a:pt x="2620933" y="1790818"/>
                  </a:lnTo>
                  <a:lnTo>
                    <a:pt x="2660267" y="1846455"/>
                  </a:lnTo>
                  <a:lnTo>
                    <a:pt x="2699552" y="1898452"/>
                  </a:lnTo>
                  <a:lnTo>
                    <a:pt x="2739005" y="1946831"/>
                  </a:lnTo>
                  <a:lnTo>
                    <a:pt x="2770117" y="1982157"/>
                  </a:lnTo>
                  <a:lnTo>
                    <a:pt x="2818656" y="2032150"/>
                  </a:lnTo>
                  <a:lnTo>
                    <a:pt x="2868821" y="2077167"/>
                  </a:lnTo>
                  <a:lnTo>
                    <a:pt x="2921377" y="2117458"/>
                  </a:lnTo>
                  <a:lnTo>
                    <a:pt x="2977183" y="2153447"/>
                  </a:lnTo>
                  <a:lnTo>
                    <a:pt x="3037114" y="2185617"/>
                  </a:lnTo>
                  <a:lnTo>
                    <a:pt x="3101991" y="2214435"/>
                  </a:lnTo>
                  <a:lnTo>
                    <a:pt x="3172490" y="2240311"/>
                  </a:lnTo>
                  <a:lnTo>
                    <a:pt x="3249017" y="2263582"/>
                  </a:lnTo>
                  <a:lnTo>
                    <a:pt x="3331553" y="2284496"/>
                  </a:lnTo>
                  <a:lnTo>
                    <a:pt x="3419459" y="2303208"/>
                  </a:lnTo>
                  <a:lnTo>
                    <a:pt x="3511282" y="2319789"/>
                  </a:lnTo>
                  <a:lnTo>
                    <a:pt x="3604619" y="2334236"/>
                  </a:lnTo>
                  <a:lnTo>
                    <a:pt x="3696124" y="2346505"/>
                  </a:lnTo>
                  <a:lnTo>
                    <a:pt x="3781757" y="2356549"/>
                  </a:lnTo>
                  <a:lnTo>
                    <a:pt x="3857320" y="2364370"/>
                  </a:lnTo>
                  <a:lnTo>
                    <a:pt x="3919213" y="2370067"/>
                  </a:lnTo>
                  <a:lnTo>
                    <a:pt x="3965221" y="2373857"/>
                  </a:lnTo>
                  <a:lnTo>
                    <a:pt x="3995090" y="2376069"/>
                  </a:lnTo>
                  <a:lnTo>
                    <a:pt x="4010716" y="2377115"/>
                  </a:lnTo>
                  <a:lnTo>
                    <a:pt x="4015976" y="2377434"/>
                  </a:lnTo>
                  <a:lnTo>
                    <a:pt x="4016409" y="2377459"/>
                  </a:lnTo>
                  <a:lnTo>
                    <a:pt x="4538543" y="2377459"/>
                  </a:lnTo>
                  <a:lnTo>
                    <a:pt x="4539803" y="2377435"/>
                  </a:lnTo>
                  <a:lnTo>
                    <a:pt x="4548041" y="2377267"/>
                  </a:lnTo>
                  <a:lnTo>
                    <a:pt x="4568641" y="2376801"/>
                  </a:lnTo>
                  <a:lnTo>
                    <a:pt x="4605046" y="2375887"/>
                  </a:lnTo>
                  <a:lnTo>
                    <a:pt x="4658447" y="2374391"/>
                  </a:lnTo>
                  <a:lnTo>
                    <a:pt x="4727720" y="2372210"/>
                  </a:lnTo>
                  <a:lnTo>
                    <a:pt x="4809816" y="2369289"/>
                  </a:lnTo>
                  <a:lnTo>
                    <a:pt x="4900521" y="2365607"/>
                  </a:lnTo>
                  <a:lnTo>
                    <a:pt x="4995352" y="2361174"/>
                  </a:lnTo>
                  <a:lnTo>
                    <a:pt x="5090301" y="2356008"/>
                  </a:lnTo>
                  <a:lnTo>
                    <a:pt x="5182281" y="2350119"/>
                  </a:lnTo>
                  <a:lnTo>
                    <a:pt x="5269264" y="2343495"/>
                  </a:lnTo>
                  <a:lnTo>
                    <a:pt x="5350189" y="2336097"/>
                  </a:lnTo>
                  <a:lnTo>
                    <a:pt x="5424768" y="2327852"/>
                  </a:lnTo>
                  <a:lnTo>
                    <a:pt x="5493265" y="2318655"/>
                  </a:lnTo>
                  <a:lnTo>
                    <a:pt x="5556303" y="2308375"/>
                  </a:lnTo>
                  <a:lnTo>
                    <a:pt x="5614711" y="2296854"/>
                  </a:lnTo>
                  <a:lnTo>
                    <a:pt x="5669412" y="2283926"/>
                  </a:lnTo>
                  <a:lnTo>
                    <a:pt x="5721333" y="2269431"/>
                  </a:lnTo>
                  <a:lnTo>
                    <a:pt x="5771330" y="2253259"/>
                  </a:lnTo>
                  <a:lnTo>
                    <a:pt x="5784835" y="2248515"/>
                  </a:lnTo>
                  <a:lnTo>
                    <a:pt x="5836017" y="2229125"/>
                  </a:lnTo>
                  <a:lnTo>
                    <a:pt x="5886701" y="2207794"/>
                  </a:lnTo>
                  <a:lnTo>
                    <a:pt x="5937395" y="2184493"/>
                  </a:lnTo>
                  <a:lnTo>
                    <a:pt x="5988447" y="2159255"/>
                  </a:lnTo>
                  <a:lnTo>
                    <a:pt x="6040071" y="2132187"/>
                  </a:lnTo>
                  <a:lnTo>
                    <a:pt x="6092356" y="2103469"/>
                  </a:lnTo>
                  <a:lnTo>
                    <a:pt x="6145286" y="2073359"/>
                  </a:lnTo>
                  <a:lnTo>
                    <a:pt x="6198755" y="2042182"/>
                  </a:lnTo>
                  <a:lnTo>
                    <a:pt x="6252589" y="2010320"/>
                  </a:lnTo>
                  <a:lnTo>
                    <a:pt x="6306568" y="1978193"/>
                  </a:lnTo>
                  <a:lnTo>
                    <a:pt x="6360455" y="1946234"/>
                  </a:lnTo>
                  <a:lnTo>
                    <a:pt x="6414024" y="1914867"/>
                  </a:lnTo>
                  <a:lnTo>
                    <a:pt x="6467088" y="1884485"/>
                  </a:lnTo>
                  <a:lnTo>
                    <a:pt x="6519524" y="1855427"/>
                  </a:lnTo>
                  <a:lnTo>
                    <a:pt x="6571293" y="1827967"/>
                  </a:lnTo>
                  <a:lnTo>
                    <a:pt x="6622461" y="1802303"/>
                  </a:lnTo>
                  <a:lnTo>
                    <a:pt x="6673210" y="1778558"/>
                  </a:lnTo>
                  <a:lnTo>
                    <a:pt x="6723858" y="1756782"/>
                  </a:lnTo>
                  <a:lnTo>
                    <a:pt x="6774874" y="1736959"/>
                  </a:lnTo>
                  <a:lnTo>
                    <a:pt x="6786527" y="1732740"/>
                  </a:lnTo>
                  <a:lnTo>
                    <a:pt x="6836127" y="1716099"/>
                  </a:lnTo>
                  <a:lnTo>
                    <a:pt x="6887439" y="1701151"/>
                  </a:lnTo>
                  <a:lnTo>
                    <a:pt x="6941284" y="1687807"/>
                  </a:lnTo>
                  <a:lnTo>
                    <a:pt x="6998580" y="1675916"/>
                  </a:lnTo>
                  <a:lnTo>
                    <a:pt x="7060257" y="1665311"/>
                  </a:lnTo>
                  <a:lnTo>
                    <a:pt x="7127181" y="1655831"/>
                  </a:lnTo>
                  <a:lnTo>
                    <a:pt x="7200043" y="1647336"/>
                  </a:lnTo>
                  <a:lnTo>
                    <a:pt x="7279224" y="1639713"/>
                  </a:lnTo>
                  <a:lnTo>
                    <a:pt x="7364611" y="1632882"/>
                  </a:lnTo>
                  <a:lnTo>
                    <a:pt x="7455376" y="1626793"/>
                  </a:lnTo>
                  <a:lnTo>
                    <a:pt x="7549772" y="1621428"/>
                  </a:lnTo>
                  <a:lnTo>
                    <a:pt x="7645001" y="1616792"/>
                  </a:lnTo>
                  <a:lnTo>
                    <a:pt x="7737278" y="1612902"/>
                  </a:lnTo>
                  <a:lnTo>
                    <a:pt x="7822189" y="1609772"/>
                  </a:lnTo>
                  <a:lnTo>
                    <a:pt x="7895356" y="1607392"/>
                  </a:lnTo>
                  <a:lnTo>
                    <a:pt x="7953324" y="1605716"/>
                  </a:lnTo>
                  <a:lnTo>
                    <a:pt x="7994382" y="1604654"/>
                  </a:lnTo>
                  <a:lnTo>
                    <a:pt x="8019075" y="1604080"/>
                  </a:lnTo>
                  <a:lnTo>
                    <a:pt x="8030250" y="1603845"/>
                  </a:lnTo>
                  <a:lnTo>
                    <a:pt x="8032819" y="1603796"/>
                  </a:lnTo>
                  <a:lnTo>
                    <a:pt x="8554953" y="1603796"/>
                  </a:lnTo>
                  <a:lnTo>
                    <a:pt x="8554953" y="1598149"/>
                  </a:lnTo>
                  <a:lnTo>
                    <a:pt x="8032819" y="1598149"/>
                  </a:lnTo>
                  <a:lnTo>
                    <a:pt x="8031559" y="1598172"/>
                  </a:lnTo>
                  <a:lnTo>
                    <a:pt x="8023321" y="1598341"/>
                  </a:lnTo>
                  <a:lnTo>
                    <a:pt x="8002721" y="1598806"/>
                  </a:lnTo>
                  <a:lnTo>
                    <a:pt x="7966316" y="1599720"/>
                  </a:lnTo>
                  <a:lnTo>
                    <a:pt x="7912915" y="1601217"/>
                  </a:lnTo>
                  <a:lnTo>
                    <a:pt x="7843642" y="1603397"/>
                  </a:lnTo>
                  <a:lnTo>
                    <a:pt x="7761546" y="1606319"/>
                  </a:lnTo>
                  <a:lnTo>
                    <a:pt x="7670841" y="1610000"/>
                  </a:lnTo>
                  <a:lnTo>
                    <a:pt x="7576010" y="1614433"/>
                  </a:lnTo>
                  <a:lnTo>
                    <a:pt x="7481061" y="1619599"/>
                  </a:lnTo>
                  <a:lnTo>
                    <a:pt x="7389081" y="1625488"/>
                  </a:lnTo>
                  <a:lnTo>
                    <a:pt x="7302098" y="1632112"/>
                  </a:lnTo>
                  <a:lnTo>
                    <a:pt x="7221173" y="1639511"/>
                  </a:lnTo>
                  <a:lnTo>
                    <a:pt x="7146594" y="1647756"/>
                  </a:lnTo>
                  <a:lnTo>
                    <a:pt x="7078097" y="1656952"/>
                  </a:lnTo>
                  <a:lnTo>
                    <a:pt x="7015059" y="1667232"/>
                  </a:lnTo>
                  <a:lnTo>
                    <a:pt x="6956650" y="1678753"/>
                  </a:lnTo>
                  <a:lnTo>
                    <a:pt x="6901950" y="1691682"/>
                  </a:lnTo>
                  <a:lnTo>
                    <a:pt x="6850029" y="1706176"/>
                  </a:lnTo>
                  <a:lnTo>
                    <a:pt x="6800032" y="1722349"/>
                  </a:lnTo>
                  <a:lnTo>
                    <a:pt x="6786527" y="1727093"/>
                  </a:lnTo>
                  <a:lnTo>
                    <a:pt x="6735345" y="1746482"/>
                  </a:lnTo>
                  <a:lnTo>
                    <a:pt x="6684661" y="1767813"/>
                  </a:lnTo>
                  <a:lnTo>
                    <a:pt x="6633967" y="1791114"/>
                  </a:lnTo>
                  <a:lnTo>
                    <a:pt x="6582915" y="1816352"/>
                  </a:lnTo>
                  <a:lnTo>
                    <a:pt x="6531291" y="1843421"/>
                  </a:lnTo>
                  <a:lnTo>
                    <a:pt x="6479006" y="1872139"/>
                  </a:lnTo>
                  <a:lnTo>
                    <a:pt x="6426076" y="1902249"/>
                  </a:lnTo>
                  <a:lnTo>
                    <a:pt x="6372607" y="1933425"/>
                  </a:lnTo>
                  <a:lnTo>
                    <a:pt x="6318773" y="1965287"/>
                  </a:lnTo>
                  <a:lnTo>
                    <a:pt x="6264794" y="1997414"/>
                  </a:lnTo>
                  <a:lnTo>
                    <a:pt x="6210907" y="2029374"/>
                  </a:lnTo>
                  <a:lnTo>
                    <a:pt x="6157338" y="2060740"/>
                  </a:lnTo>
                  <a:lnTo>
                    <a:pt x="6104274" y="2091122"/>
                  </a:lnTo>
                  <a:lnTo>
                    <a:pt x="6051838" y="2120180"/>
                  </a:lnTo>
                  <a:lnTo>
                    <a:pt x="6000069" y="2147641"/>
                  </a:lnTo>
                  <a:lnTo>
                    <a:pt x="5948901" y="2173304"/>
                  </a:lnTo>
                  <a:lnTo>
                    <a:pt x="5898152" y="2197049"/>
                  </a:lnTo>
                  <a:lnTo>
                    <a:pt x="5847504" y="2218825"/>
                  </a:lnTo>
                  <a:lnTo>
                    <a:pt x="5796488" y="2238648"/>
                  </a:lnTo>
                  <a:lnTo>
                    <a:pt x="5784835" y="2242868"/>
                  </a:lnTo>
                  <a:lnTo>
                    <a:pt x="5735235" y="2259508"/>
                  </a:lnTo>
                  <a:lnTo>
                    <a:pt x="5683923" y="2274456"/>
                  </a:lnTo>
                  <a:lnTo>
                    <a:pt x="5630078" y="2287801"/>
                  </a:lnTo>
                  <a:lnTo>
                    <a:pt x="5572782" y="2299692"/>
                  </a:lnTo>
                  <a:lnTo>
                    <a:pt x="5511105" y="2310297"/>
                  </a:lnTo>
                  <a:lnTo>
                    <a:pt x="5444181" y="2319776"/>
                  </a:lnTo>
                  <a:lnTo>
                    <a:pt x="5371319" y="2328271"/>
                  </a:lnTo>
                  <a:lnTo>
                    <a:pt x="5292138" y="2335894"/>
                  </a:lnTo>
                  <a:lnTo>
                    <a:pt x="5206751" y="2342726"/>
                  </a:lnTo>
                  <a:lnTo>
                    <a:pt x="5115986" y="2348815"/>
                  </a:lnTo>
                  <a:lnTo>
                    <a:pt x="5021590" y="2354179"/>
                  </a:lnTo>
                  <a:lnTo>
                    <a:pt x="4926361" y="2358815"/>
                  </a:lnTo>
                  <a:lnTo>
                    <a:pt x="4834083" y="2362705"/>
                  </a:lnTo>
                  <a:lnTo>
                    <a:pt x="4749173" y="2365835"/>
                  </a:lnTo>
                  <a:lnTo>
                    <a:pt x="4676006" y="2368216"/>
                  </a:lnTo>
                  <a:lnTo>
                    <a:pt x="4618038" y="2369892"/>
                  </a:lnTo>
                  <a:lnTo>
                    <a:pt x="4576980" y="2370954"/>
                  </a:lnTo>
                  <a:lnTo>
                    <a:pt x="4552287" y="2371528"/>
                  </a:lnTo>
                  <a:lnTo>
                    <a:pt x="4541112" y="2371762"/>
                  </a:lnTo>
                  <a:lnTo>
                    <a:pt x="4538543" y="2371811"/>
                  </a:lnTo>
                  <a:lnTo>
                    <a:pt x="4016409" y="2371811"/>
                  </a:lnTo>
                  <a:lnTo>
                    <a:pt x="4015226" y="2371744"/>
                  </a:lnTo>
                  <a:lnTo>
                    <a:pt x="4007477" y="2371260"/>
                  </a:lnTo>
                  <a:lnTo>
                    <a:pt x="3988057" y="2369923"/>
                  </a:lnTo>
                  <a:lnTo>
                    <a:pt x="3953630" y="2367295"/>
                  </a:lnTo>
                  <a:lnTo>
                    <a:pt x="3902919" y="2362984"/>
                  </a:lnTo>
                  <a:lnTo>
                    <a:pt x="3836780" y="2356691"/>
                  </a:lnTo>
                  <a:lnTo>
                    <a:pt x="3757899" y="2348233"/>
                  </a:lnTo>
                  <a:lnTo>
                    <a:pt x="3670135" y="2337544"/>
                  </a:lnTo>
                  <a:lnTo>
                    <a:pt x="3577710" y="2324641"/>
                  </a:lnTo>
                  <a:lnTo>
                    <a:pt x="3484505" y="2309575"/>
                  </a:lnTo>
                  <a:lnTo>
                    <a:pt x="3393609" y="2292381"/>
                  </a:lnTo>
                  <a:lnTo>
                    <a:pt x="3307143" y="2273045"/>
                  </a:lnTo>
                  <a:lnTo>
                    <a:pt x="3226307" y="2251471"/>
                  </a:lnTo>
                  <a:lnTo>
                    <a:pt x="3151539" y="2227478"/>
                  </a:lnTo>
                  <a:lnTo>
                    <a:pt x="3082719" y="2200791"/>
                  </a:lnTo>
                  <a:lnTo>
                    <a:pt x="3019347" y="2171051"/>
                  </a:lnTo>
                  <a:lnTo>
                    <a:pt x="2960694" y="2137828"/>
                  </a:lnTo>
                  <a:lnTo>
                    <a:pt x="2905917" y="2100646"/>
                  </a:lnTo>
                  <a:lnTo>
                    <a:pt x="2854136" y="2059031"/>
                  </a:lnTo>
                  <a:lnTo>
                    <a:pt x="2804513" y="2012592"/>
                  </a:lnTo>
                  <a:lnTo>
                    <a:pt x="2770117" y="1976509"/>
                  </a:lnTo>
                  <a:lnTo>
                    <a:pt x="2730343" y="1930902"/>
                  </a:lnTo>
                  <a:lnTo>
                    <a:pt x="2690949" y="1881736"/>
                  </a:lnTo>
                  <a:lnTo>
                    <a:pt x="2651669" y="1828942"/>
                  </a:lnTo>
                  <a:lnTo>
                    <a:pt x="2612302" y="1772513"/>
                  </a:lnTo>
                  <a:lnTo>
                    <a:pt x="2572699" y="1712521"/>
                  </a:lnTo>
                  <a:lnTo>
                    <a:pt x="2532762" y="1649114"/>
                  </a:lnTo>
                  <a:lnTo>
                    <a:pt x="2492435" y="1582528"/>
                  </a:lnTo>
                  <a:lnTo>
                    <a:pt x="2451705" y="1513081"/>
                  </a:lnTo>
                  <a:lnTo>
                    <a:pt x="2410595" y="1441176"/>
                  </a:lnTo>
                  <a:lnTo>
                    <a:pt x="2369156" y="1367288"/>
                  </a:lnTo>
                  <a:lnTo>
                    <a:pt x="2327469" y="1291955"/>
                  </a:lnTo>
                  <a:lnTo>
                    <a:pt x="2285630" y="1215764"/>
                  </a:lnTo>
                  <a:lnTo>
                    <a:pt x="2243748" y="1139330"/>
                  </a:lnTo>
                  <a:lnTo>
                    <a:pt x="2201933" y="1063275"/>
                  </a:lnTo>
                  <a:lnTo>
                    <a:pt x="2160293" y="988209"/>
                  </a:lnTo>
                  <a:lnTo>
                    <a:pt x="2118920" y="914711"/>
                  </a:lnTo>
                  <a:lnTo>
                    <a:pt x="2077889" y="843305"/>
                  </a:lnTo>
                  <a:lnTo>
                    <a:pt x="2037247" y="774453"/>
                  </a:lnTo>
                  <a:lnTo>
                    <a:pt x="1997008" y="708538"/>
                  </a:lnTo>
                  <a:lnTo>
                    <a:pt x="1957150" y="645862"/>
                  </a:lnTo>
                  <a:lnTo>
                    <a:pt x="1917609" y="586640"/>
                  </a:lnTo>
                  <a:lnTo>
                    <a:pt x="1878275" y="531003"/>
                  </a:lnTo>
                  <a:lnTo>
                    <a:pt x="1838990" y="479006"/>
                  </a:lnTo>
                  <a:lnTo>
                    <a:pt x="1799537" y="430627"/>
                  </a:lnTo>
                  <a:lnTo>
                    <a:pt x="1768425" y="395301"/>
                  </a:lnTo>
                  <a:lnTo>
                    <a:pt x="1719886" y="345308"/>
                  </a:lnTo>
                  <a:lnTo>
                    <a:pt x="1669721" y="300291"/>
                  </a:lnTo>
                  <a:lnTo>
                    <a:pt x="1617165" y="260000"/>
                  </a:lnTo>
                  <a:lnTo>
                    <a:pt x="1561359" y="224011"/>
                  </a:lnTo>
                  <a:lnTo>
                    <a:pt x="1501428" y="191841"/>
                  </a:lnTo>
                  <a:lnTo>
                    <a:pt x="1436551" y="163023"/>
                  </a:lnTo>
                  <a:lnTo>
                    <a:pt x="1366053" y="137147"/>
                  </a:lnTo>
                  <a:lnTo>
                    <a:pt x="1289525" y="113876"/>
                  </a:lnTo>
                  <a:lnTo>
                    <a:pt x="1206989" y="92962"/>
                  </a:lnTo>
                  <a:lnTo>
                    <a:pt x="1119083" y="74250"/>
                  </a:lnTo>
                  <a:lnTo>
                    <a:pt x="1027260" y="57669"/>
                  </a:lnTo>
                  <a:lnTo>
                    <a:pt x="933923" y="43222"/>
                  </a:lnTo>
                  <a:lnTo>
                    <a:pt x="842418" y="30953"/>
                  </a:lnTo>
                  <a:lnTo>
                    <a:pt x="756785" y="20909"/>
                  </a:lnTo>
                  <a:lnTo>
                    <a:pt x="681222" y="13088"/>
                  </a:lnTo>
                  <a:lnTo>
                    <a:pt x="619330" y="7391"/>
                  </a:lnTo>
                  <a:lnTo>
                    <a:pt x="573321" y="3601"/>
                  </a:lnTo>
                  <a:lnTo>
                    <a:pt x="543452" y="1389"/>
                  </a:lnTo>
                  <a:lnTo>
                    <a:pt x="527826" y="343"/>
                  </a:lnTo>
                  <a:lnTo>
                    <a:pt x="522566" y="24"/>
                  </a:lnTo>
                  <a:lnTo>
                    <a:pt x="5221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501" name="pl501"/>
            <p:cNvSpPr/>
            <p:nvPr/>
          </p:nvSpPr>
          <p:spPr>
            <a:xfrm>
              <a:off x="386606" y="2902285"/>
              <a:ext cx="8554953" cy="2371811"/>
            </a:xfrm>
            <a:custGeom>
              <a:avLst/>
              <a:pathLst>
                <a:path w="8554953" h="2371811">
                  <a:moveTo>
                    <a:pt x="0" y="0"/>
                  </a:moveTo>
                  <a:lnTo>
                    <a:pt x="522133" y="0"/>
                  </a:lnTo>
                  <a:lnTo>
                    <a:pt x="523316" y="67"/>
                  </a:lnTo>
                  <a:lnTo>
                    <a:pt x="531066" y="551"/>
                  </a:lnTo>
                  <a:lnTo>
                    <a:pt x="550486" y="1888"/>
                  </a:lnTo>
                  <a:lnTo>
                    <a:pt x="584912" y="4516"/>
                  </a:lnTo>
                  <a:lnTo>
                    <a:pt x="635623" y="8827"/>
                  </a:lnTo>
                  <a:lnTo>
                    <a:pt x="701762" y="15120"/>
                  </a:lnTo>
                  <a:lnTo>
                    <a:pt x="780643" y="23578"/>
                  </a:lnTo>
                  <a:lnTo>
                    <a:pt x="868407" y="34267"/>
                  </a:lnTo>
                  <a:lnTo>
                    <a:pt x="960832" y="47170"/>
                  </a:lnTo>
                  <a:lnTo>
                    <a:pt x="1054037" y="62236"/>
                  </a:lnTo>
                  <a:lnTo>
                    <a:pt x="1144933" y="79429"/>
                  </a:lnTo>
                  <a:lnTo>
                    <a:pt x="1231399" y="98766"/>
                  </a:lnTo>
                  <a:lnTo>
                    <a:pt x="1312236" y="120340"/>
                  </a:lnTo>
                  <a:lnTo>
                    <a:pt x="1387003" y="144333"/>
                  </a:lnTo>
                  <a:lnTo>
                    <a:pt x="1455823" y="171020"/>
                  </a:lnTo>
                  <a:lnTo>
                    <a:pt x="1519195" y="200760"/>
                  </a:lnTo>
                  <a:lnTo>
                    <a:pt x="1577848" y="233983"/>
                  </a:lnTo>
                  <a:lnTo>
                    <a:pt x="1632625" y="271165"/>
                  </a:lnTo>
                  <a:lnTo>
                    <a:pt x="1684406" y="312780"/>
                  </a:lnTo>
                  <a:lnTo>
                    <a:pt x="1734029" y="359219"/>
                  </a:lnTo>
                  <a:lnTo>
                    <a:pt x="1768425" y="395301"/>
                  </a:lnTo>
                  <a:lnTo>
                    <a:pt x="1808199" y="440909"/>
                  </a:lnTo>
                  <a:lnTo>
                    <a:pt x="1847594" y="490075"/>
                  </a:lnTo>
                  <a:lnTo>
                    <a:pt x="1886873" y="542869"/>
                  </a:lnTo>
                  <a:lnTo>
                    <a:pt x="1926240" y="599298"/>
                  </a:lnTo>
                  <a:lnTo>
                    <a:pt x="1965843" y="659290"/>
                  </a:lnTo>
                  <a:lnTo>
                    <a:pt x="2005780" y="722696"/>
                  </a:lnTo>
                  <a:lnTo>
                    <a:pt x="2046107" y="789283"/>
                  </a:lnTo>
                  <a:lnTo>
                    <a:pt x="2086837" y="858729"/>
                  </a:lnTo>
                  <a:lnTo>
                    <a:pt x="2127948" y="930635"/>
                  </a:lnTo>
                  <a:lnTo>
                    <a:pt x="2169386" y="1004523"/>
                  </a:lnTo>
                  <a:lnTo>
                    <a:pt x="2211073" y="1079856"/>
                  </a:lnTo>
                  <a:lnTo>
                    <a:pt x="2252912" y="1156047"/>
                  </a:lnTo>
                  <a:lnTo>
                    <a:pt x="2294794" y="1232481"/>
                  </a:lnTo>
                  <a:lnTo>
                    <a:pt x="2336609" y="1308536"/>
                  </a:lnTo>
                  <a:lnTo>
                    <a:pt x="2378250" y="1383602"/>
                  </a:lnTo>
                  <a:lnTo>
                    <a:pt x="2419622" y="1457100"/>
                  </a:lnTo>
                  <a:lnTo>
                    <a:pt x="2460653" y="1528506"/>
                  </a:lnTo>
                  <a:lnTo>
                    <a:pt x="2501295" y="1597358"/>
                  </a:lnTo>
                  <a:lnTo>
                    <a:pt x="2541534" y="1663273"/>
                  </a:lnTo>
                  <a:lnTo>
                    <a:pt x="2581392" y="1725949"/>
                  </a:lnTo>
                  <a:lnTo>
                    <a:pt x="2620933" y="1785171"/>
                  </a:lnTo>
                  <a:lnTo>
                    <a:pt x="2660267" y="1840808"/>
                  </a:lnTo>
                  <a:lnTo>
                    <a:pt x="2699552" y="1892805"/>
                  </a:lnTo>
                  <a:lnTo>
                    <a:pt x="2739005" y="1941184"/>
                  </a:lnTo>
                  <a:lnTo>
                    <a:pt x="2770117" y="1976509"/>
                  </a:lnTo>
                  <a:lnTo>
                    <a:pt x="2818656" y="2026503"/>
                  </a:lnTo>
                  <a:lnTo>
                    <a:pt x="2868821" y="2071520"/>
                  </a:lnTo>
                  <a:lnTo>
                    <a:pt x="2921377" y="2111810"/>
                  </a:lnTo>
                  <a:lnTo>
                    <a:pt x="2977183" y="2147800"/>
                  </a:lnTo>
                  <a:lnTo>
                    <a:pt x="3037114" y="2179970"/>
                  </a:lnTo>
                  <a:lnTo>
                    <a:pt x="3101991" y="2208788"/>
                  </a:lnTo>
                  <a:lnTo>
                    <a:pt x="3172490" y="2234664"/>
                  </a:lnTo>
                  <a:lnTo>
                    <a:pt x="3249017" y="2257935"/>
                  </a:lnTo>
                  <a:lnTo>
                    <a:pt x="3331553" y="2278849"/>
                  </a:lnTo>
                  <a:lnTo>
                    <a:pt x="3419459" y="2297561"/>
                  </a:lnTo>
                  <a:lnTo>
                    <a:pt x="3511282" y="2314142"/>
                  </a:lnTo>
                  <a:lnTo>
                    <a:pt x="3604619" y="2328589"/>
                  </a:lnTo>
                  <a:lnTo>
                    <a:pt x="3696124" y="2340858"/>
                  </a:lnTo>
                  <a:lnTo>
                    <a:pt x="3781757" y="2350902"/>
                  </a:lnTo>
                  <a:lnTo>
                    <a:pt x="3857320" y="2358723"/>
                  </a:lnTo>
                  <a:lnTo>
                    <a:pt x="3919213" y="2364420"/>
                  </a:lnTo>
                  <a:lnTo>
                    <a:pt x="3965221" y="2368210"/>
                  </a:lnTo>
                  <a:lnTo>
                    <a:pt x="3995090" y="2370422"/>
                  </a:lnTo>
                  <a:lnTo>
                    <a:pt x="4010716" y="2371468"/>
                  </a:lnTo>
                  <a:lnTo>
                    <a:pt x="4015976" y="2371787"/>
                  </a:lnTo>
                  <a:lnTo>
                    <a:pt x="4016409" y="2371811"/>
                  </a:lnTo>
                  <a:lnTo>
                    <a:pt x="4538543" y="2371811"/>
                  </a:lnTo>
                  <a:lnTo>
                    <a:pt x="4539803" y="2371788"/>
                  </a:lnTo>
                  <a:lnTo>
                    <a:pt x="4548041" y="2371619"/>
                  </a:lnTo>
                  <a:lnTo>
                    <a:pt x="4568641" y="2371154"/>
                  </a:lnTo>
                  <a:lnTo>
                    <a:pt x="4605046" y="2370240"/>
                  </a:lnTo>
                  <a:lnTo>
                    <a:pt x="4658447" y="2368743"/>
                  </a:lnTo>
                  <a:lnTo>
                    <a:pt x="4727720" y="2366563"/>
                  </a:lnTo>
                  <a:lnTo>
                    <a:pt x="4809816" y="2363641"/>
                  </a:lnTo>
                  <a:lnTo>
                    <a:pt x="4900521" y="2359960"/>
                  </a:lnTo>
                  <a:lnTo>
                    <a:pt x="4995352" y="2355527"/>
                  </a:lnTo>
                  <a:lnTo>
                    <a:pt x="5090301" y="2350361"/>
                  </a:lnTo>
                  <a:lnTo>
                    <a:pt x="5182281" y="2344472"/>
                  </a:lnTo>
                  <a:lnTo>
                    <a:pt x="5269264" y="2337848"/>
                  </a:lnTo>
                  <a:lnTo>
                    <a:pt x="5350189" y="2330450"/>
                  </a:lnTo>
                  <a:lnTo>
                    <a:pt x="5424768" y="2322204"/>
                  </a:lnTo>
                  <a:lnTo>
                    <a:pt x="5493265" y="2313008"/>
                  </a:lnTo>
                  <a:lnTo>
                    <a:pt x="5556303" y="2302728"/>
                  </a:lnTo>
                  <a:lnTo>
                    <a:pt x="5614711" y="2291207"/>
                  </a:lnTo>
                  <a:lnTo>
                    <a:pt x="5669412" y="2278278"/>
                  </a:lnTo>
                  <a:lnTo>
                    <a:pt x="5721333" y="2263784"/>
                  </a:lnTo>
                  <a:lnTo>
                    <a:pt x="5771330" y="2247612"/>
                  </a:lnTo>
                  <a:lnTo>
                    <a:pt x="5784835" y="2242868"/>
                  </a:lnTo>
                  <a:lnTo>
                    <a:pt x="5836017" y="2223478"/>
                  </a:lnTo>
                  <a:lnTo>
                    <a:pt x="5886701" y="2202147"/>
                  </a:lnTo>
                  <a:lnTo>
                    <a:pt x="5937395" y="2178846"/>
                  </a:lnTo>
                  <a:lnTo>
                    <a:pt x="5988447" y="2153608"/>
                  </a:lnTo>
                  <a:lnTo>
                    <a:pt x="6040071" y="2126540"/>
                  </a:lnTo>
                  <a:lnTo>
                    <a:pt x="6092356" y="2097822"/>
                  </a:lnTo>
                  <a:lnTo>
                    <a:pt x="6145286" y="2067712"/>
                  </a:lnTo>
                  <a:lnTo>
                    <a:pt x="6198755" y="2036535"/>
                  </a:lnTo>
                  <a:lnTo>
                    <a:pt x="6252589" y="2004673"/>
                  </a:lnTo>
                  <a:lnTo>
                    <a:pt x="6306568" y="1972546"/>
                  </a:lnTo>
                  <a:lnTo>
                    <a:pt x="6360455" y="1940587"/>
                  </a:lnTo>
                  <a:lnTo>
                    <a:pt x="6414024" y="1909220"/>
                  </a:lnTo>
                  <a:lnTo>
                    <a:pt x="6467088" y="1878838"/>
                  </a:lnTo>
                  <a:lnTo>
                    <a:pt x="6519524" y="1849780"/>
                  </a:lnTo>
                  <a:lnTo>
                    <a:pt x="6571293" y="1822320"/>
                  </a:lnTo>
                  <a:lnTo>
                    <a:pt x="6622461" y="1796656"/>
                  </a:lnTo>
                  <a:lnTo>
                    <a:pt x="6673210" y="1772911"/>
                  </a:lnTo>
                  <a:lnTo>
                    <a:pt x="6723858" y="1751135"/>
                  </a:lnTo>
                  <a:lnTo>
                    <a:pt x="6774874" y="1731312"/>
                  </a:lnTo>
                  <a:lnTo>
                    <a:pt x="6786527" y="1727093"/>
                  </a:lnTo>
                  <a:lnTo>
                    <a:pt x="6836127" y="1710452"/>
                  </a:lnTo>
                  <a:lnTo>
                    <a:pt x="6887439" y="1695504"/>
                  </a:lnTo>
                  <a:lnTo>
                    <a:pt x="6941284" y="1682160"/>
                  </a:lnTo>
                  <a:lnTo>
                    <a:pt x="6998580" y="1670269"/>
                  </a:lnTo>
                  <a:lnTo>
                    <a:pt x="7060257" y="1659664"/>
                  </a:lnTo>
                  <a:lnTo>
                    <a:pt x="7127181" y="1650184"/>
                  </a:lnTo>
                  <a:lnTo>
                    <a:pt x="7200043" y="1641689"/>
                  </a:lnTo>
                  <a:lnTo>
                    <a:pt x="7279224" y="1634066"/>
                  </a:lnTo>
                  <a:lnTo>
                    <a:pt x="7364611" y="1627235"/>
                  </a:lnTo>
                  <a:lnTo>
                    <a:pt x="7455376" y="1621146"/>
                  </a:lnTo>
                  <a:lnTo>
                    <a:pt x="7549772" y="1615781"/>
                  </a:lnTo>
                  <a:lnTo>
                    <a:pt x="7645001" y="1611145"/>
                  </a:lnTo>
                  <a:lnTo>
                    <a:pt x="7737278" y="1607255"/>
                  </a:lnTo>
                  <a:lnTo>
                    <a:pt x="7822189" y="1604125"/>
                  </a:lnTo>
                  <a:lnTo>
                    <a:pt x="7895356" y="1601745"/>
                  </a:lnTo>
                  <a:lnTo>
                    <a:pt x="7953324" y="1600068"/>
                  </a:lnTo>
                  <a:lnTo>
                    <a:pt x="7994382" y="1599007"/>
                  </a:lnTo>
                  <a:lnTo>
                    <a:pt x="8019075" y="1598433"/>
                  </a:lnTo>
                  <a:lnTo>
                    <a:pt x="8030250" y="1598198"/>
                  </a:lnTo>
                  <a:lnTo>
                    <a:pt x="8032792" y="1598149"/>
                  </a:lnTo>
                  <a:lnTo>
                    <a:pt x="8032819" y="1598149"/>
                  </a:lnTo>
                  <a:lnTo>
                    <a:pt x="8554953" y="1598149"/>
                  </a:lnTo>
                  <a:lnTo>
                    <a:pt x="8554953" y="1598149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502" name="pl502"/>
            <p:cNvSpPr/>
            <p:nvPr/>
          </p:nvSpPr>
          <p:spPr>
            <a:xfrm>
              <a:off x="386606" y="2896638"/>
              <a:ext cx="8554953" cy="2371811"/>
            </a:xfrm>
            <a:custGeom>
              <a:avLst/>
              <a:pathLst>
                <a:path w="8554953" h="2371811">
                  <a:moveTo>
                    <a:pt x="8554953" y="1598149"/>
                  </a:moveTo>
                  <a:lnTo>
                    <a:pt x="8032819" y="1598149"/>
                  </a:lnTo>
                  <a:lnTo>
                    <a:pt x="8031559" y="1598172"/>
                  </a:lnTo>
                  <a:lnTo>
                    <a:pt x="8023321" y="1598341"/>
                  </a:lnTo>
                  <a:lnTo>
                    <a:pt x="8002721" y="1598806"/>
                  </a:lnTo>
                  <a:lnTo>
                    <a:pt x="7966316" y="1599720"/>
                  </a:lnTo>
                  <a:lnTo>
                    <a:pt x="7912915" y="1601217"/>
                  </a:lnTo>
                  <a:lnTo>
                    <a:pt x="7843642" y="1603397"/>
                  </a:lnTo>
                  <a:lnTo>
                    <a:pt x="7761546" y="1606319"/>
                  </a:lnTo>
                  <a:lnTo>
                    <a:pt x="7670841" y="1610000"/>
                  </a:lnTo>
                  <a:lnTo>
                    <a:pt x="7576010" y="1614433"/>
                  </a:lnTo>
                  <a:lnTo>
                    <a:pt x="7481061" y="1619599"/>
                  </a:lnTo>
                  <a:lnTo>
                    <a:pt x="7389081" y="1625488"/>
                  </a:lnTo>
                  <a:lnTo>
                    <a:pt x="7302098" y="1632112"/>
                  </a:lnTo>
                  <a:lnTo>
                    <a:pt x="7221173" y="1639511"/>
                  </a:lnTo>
                  <a:lnTo>
                    <a:pt x="7146594" y="1647756"/>
                  </a:lnTo>
                  <a:lnTo>
                    <a:pt x="7078097" y="1656952"/>
                  </a:lnTo>
                  <a:lnTo>
                    <a:pt x="7015059" y="1667232"/>
                  </a:lnTo>
                  <a:lnTo>
                    <a:pt x="6956650" y="1678753"/>
                  </a:lnTo>
                  <a:lnTo>
                    <a:pt x="6901950" y="1691682"/>
                  </a:lnTo>
                  <a:lnTo>
                    <a:pt x="6850029" y="1706176"/>
                  </a:lnTo>
                  <a:lnTo>
                    <a:pt x="6800032" y="1722349"/>
                  </a:lnTo>
                  <a:lnTo>
                    <a:pt x="6786527" y="1727093"/>
                  </a:lnTo>
                  <a:lnTo>
                    <a:pt x="6735345" y="1746482"/>
                  </a:lnTo>
                  <a:lnTo>
                    <a:pt x="6684661" y="1767813"/>
                  </a:lnTo>
                  <a:lnTo>
                    <a:pt x="6633967" y="1791114"/>
                  </a:lnTo>
                  <a:lnTo>
                    <a:pt x="6582915" y="1816352"/>
                  </a:lnTo>
                  <a:lnTo>
                    <a:pt x="6531291" y="1843421"/>
                  </a:lnTo>
                  <a:lnTo>
                    <a:pt x="6479006" y="1872139"/>
                  </a:lnTo>
                  <a:lnTo>
                    <a:pt x="6426076" y="1902249"/>
                  </a:lnTo>
                  <a:lnTo>
                    <a:pt x="6372607" y="1933425"/>
                  </a:lnTo>
                  <a:lnTo>
                    <a:pt x="6318773" y="1965287"/>
                  </a:lnTo>
                  <a:lnTo>
                    <a:pt x="6264794" y="1997414"/>
                  </a:lnTo>
                  <a:lnTo>
                    <a:pt x="6210907" y="2029374"/>
                  </a:lnTo>
                  <a:lnTo>
                    <a:pt x="6157338" y="2060740"/>
                  </a:lnTo>
                  <a:lnTo>
                    <a:pt x="6104274" y="2091122"/>
                  </a:lnTo>
                  <a:lnTo>
                    <a:pt x="6051838" y="2120180"/>
                  </a:lnTo>
                  <a:lnTo>
                    <a:pt x="6000069" y="2147641"/>
                  </a:lnTo>
                  <a:lnTo>
                    <a:pt x="5948901" y="2173304"/>
                  </a:lnTo>
                  <a:lnTo>
                    <a:pt x="5898152" y="2197049"/>
                  </a:lnTo>
                  <a:lnTo>
                    <a:pt x="5847504" y="2218825"/>
                  </a:lnTo>
                  <a:lnTo>
                    <a:pt x="5796488" y="2238648"/>
                  </a:lnTo>
                  <a:lnTo>
                    <a:pt x="5784835" y="2242868"/>
                  </a:lnTo>
                  <a:lnTo>
                    <a:pt x="5735235" y="2259508"/>
                  </a:lnTo>
                  <a:lnTo>
                    <a:pt x="5683923" y="2274456"/>
                  </a:lnTo>
                  <a:lnTo>
                    <a:pt x="5630078" y="2287801"/>
                  </a:lnTo>
                  <a:lnTo>
                    <a:pt x="5572782" y="2299692"/>
                  </a:lnTo>
                  <a:lnTo>
                    <a:pt x="5511105" y="2310297"/>
                  </a:lnTo>
                  <a:lnTo>
                    <a:pt x="5444181" y="2319776"/>
                  </a:lnTo>
                  <a:lnTo>
                    <a:pt x="5371319" y="2328271"/>
                  </a:lnTo>
                  <a:lnTo>
                    <a:pt x="5292138" y="2335894"/>
                  </a:lnTo>
                  <a:lnTo>
                    <a:pt x="5206751" y="2342726"/>
                  </a:lnTo>
                  <a:lnTo>
                    <a:pt x="5115986" y="2348815"/>
                  </a:lnTo>
                  <a:lnTo>
                    <a:pt x="5021590" y="2354179"/>
                  </a:lnTo>
                  <a:lnTo>
                    <a:pt x="4926361" y="2358815"/>
                  </a:lnTo>
                  <a:lnTo>
                    <a:pt x="4834083" y="2362705"/>
                  </a:lnTo>
                  <a:lnTo>
                    <a:pt x="4749173" y="2365835"/>
                  </a:lnTo>
                  <a:lnTo>
                    <a:pt x="4676006" y="2368216"/>
                  </a:lnTo>
                  <a:lnTo>
                    <a:pt x="4618038" y="2369892"/>
                  </a:lnTo>
                  <a:lnTo>
                    <a:pt x="4576980" y="2370954"/>
                  </a:lnTo>
                  <a:lnTo>
                    <a:pt x="4552287" y="2371528"/>
                  </a:lnTo>
                  <a:lnTo>
                    <a:pt x="4541112" y="2371762"/>
                  </a:lnTo>
                  <a:lnTo>
                    <a:pt x="4538570" y="2371811"/>
                  </a:lnTo>
                  <a:lnTo>
                    <a:pt x="4538543" y="2371811"/>
                  </a:lnTo>
                  <a:lnTo>
                    <a:pt x="4016409" y="2371811"/>
                  </a:lnTo>
                  <a:lnTo>
                    <a:pt x="4015226" y="2371744"/>
                  </a:lnTo>
                  <a:lnTo>
                    <a:pt x="4007477" y="2371260"/>
                  </a:lnTo>
                  <a:lnTo>
                    <a:pt x="3988057" y="2369923"/>
                  </a:lnTo>
                  <a:lnTo>
                    <a:pt x="3953630" y="2367295"/>
                  </a:lnTo>
                  <a:lnTo>
                    <a:pt x="3902919" y="2362984"/>
                  </a:lnTo>
                  <a:lnTo>
                    <a:pt x="3836780" y="2356691"/>
                  </a:lnTo>
                  <a:lnTo>
                    <a:pt x="3757899" y="2348233"/>
                  </a:lnTo>
                  <a:lnTo>
                    <a:pt x="3670135" y="2337544"/>
                  </a:lnTo>
                  <a:lnTo>
                    <a:pt x="3577710" y="2324641"/>
                  </a:lnTo>
                  <a:lnTo>
                    <a:pt x="3484505" y="2309575"/>
                  </a:lnTo>
                  <a:lnTo>
                    <a:pt x="3393609" y="2292381"/>
                  </a:lnTo>
                  <a:lnTo>
                    <a:pt x="3307143" y="2273045"/>
                  </a:lnTo>
                  <a:lnTo>
                    <a:pt x="3226307" y="2251471"/>
                  </a:lnTo>
                  <a:lnTo>
                    <a:pt x="3151539" y="2227478"/>
                  </a:lnTo>
                  <a:lnTo>
                    <a:pt x="3082719" y="2200791"/>
                  </a:lnTo>
                  <a:lnTo>
                    <a:pt x="3019347" y="2171051"/>
                  </a:lnTo>
                  <a:lnTo>
                    <a:pt x="2960694" y="2137828"/>
                  </a:lnTo>
                  <a:lnTo>
                    <a:pt x="2905917" y="2100646"/>
                  </a:lnTo>
                  <a:lnTo>
                    <a:pt x="2854136" y="2059031"/>
                  </a:lnTo>
                  <a:lnTo>
                    <a:pt x="2804513" y="2012592"/>
                  </a:lnTo>
                  <a:lnTo>
                    <a:pt x="2770117" y="1976509"/>
                  </a:lnTo>
                  <a:lnTo>
                    <a:pt x="2730343" y="1930902"/>
                  </a:lnTo>
                  <a:lnTo>
                    <a:pt x="2690949" y="1881736"/>
                  </a:lnTo>
                  <a:lnTo>
                    <a:pt x="2651669" y="1828942"/>
                  </a:lnTo>
                  <a:lnTo>
                    <a:pt x="2612302" y="1772513"/>
                  </a:lnTo>
                  <a:lnTo>
                    <a:pt x="2572699" y="1712521"/>
                  </a:lnTo>
                  <a:lnTo>
                    <a:pt x="2532762" y="1649114"/>
                  </a:lnTo>
                  <a:lnTo>
                    <a:pt x="2492435" y="1582528"/>
                  </a:lnTo>
                  <a:lnTo>
                    <a:pt x="2451705" y="1513081"/>
                  </a:lnTo>
                  <a:lnTo>
                    <a:pt x="2410595" y="1441176"/>
                  </a:lnTo>
                  <a:lnTo>
                    <a:pt x="2369156" y="1367288"/>
                  </a:lnTo>
                  <a:lnTo>
                    <a:pt x="2327469" y="1291955"/>
                  </a:lnTo>
                  <a:lnTo>
                    <a:pt x="2285630" y="1215764"/>
                  </a:lnTo>
                  <a:lnTo>
                    <a:pt x="2243748" y="1139330"/>
                  </a:lnTo>
                  <a:lnTo>
                    <a:pt x="2201933" y="1063275"/>
                  </a:lnTo>
                  <a:lnTo>
                    <a:pt x="2160293" y="988209"/>
                  </a:lnTo>
                  <a:lnTo>
                    <a:pt x="2118920" y="914711"/>
                  </a:lnTo>
                  <a:lnTo>
                    <a:pt x="2077889" y="843305"/>
                  </a:lnTo>
                  <a:lnTo>
                    <a:pt x="2037247" y="774453"/>
                  </a:lnTo>
                  <a:lnTo>
                    <a:pt x="1997008" y="708538"/>
                  </a:lnTo>
                  <a:lnTo>
                    <a:pt x="1957150" y="645862"/>
                  </a:lnTo>
                  <a:lnTo>
                    <a:pt x="1917609" y="586640"/>
                  </a:lnTo>
                  <a:lnTo>
                    <a:pt x="1878275" y="531003"/>
                  </a:lnTo>
                  <a:lnTo>
                    <a:pt x="1838990" y="479006"/>
                  </a:lnTo>
                  <a:lnTo>
                    <a:pt x="1799537" y="430627"/>
                  </a:lnTo>
                  <a:lnTo>
                    <a:pt x="1768425" y="395301"/>
                  </a:lnTo>
                  <a:lnTo>
                    <a:pt x="1719886" y="345308"/>
                  </a:lnTo>
                  <a:lnTo>
                    <a:pt x="1669721" y="300291"/>
                  </a:lnTo>
                  <a:lnTo>
                    <a:pt x="1617165" y="260000"/>
                  </a:lnTo>
                  <a:lnTo>
                    <a:pt x="1561359" y="224011"/>
                  </a:lnTo>
                  <a:lnTo>
                    <a:pt x="1501428" y="191841"/>
                  </a:lnTo>
                  <a:lnTo>
                    <a:pt x="1436551" y="163023"/>
                  </a:lnTo>
                  <a:lnTo>
                    <a:pt x="1366053" y="137147"/>
                  </a:lnTo>
                  <a:lnTo>
                    <a:pt x="1289525" y="113876"/>
                  </a:lnTo>
                  <a:lnTo>
                    <a:pt x="1206989" y="92962"/>
                  </a:lnTo>
                  <a:lnTo>
                    <a:pt x="1119083" y="74250"/>
                  </a:lnTo>
                  <a:lnTo>
                    <a:pt x="1027260" y="57669"/>
                  </a:lnTo>
                  <a:lnTo>
                    <a:pt x="933923" y="43222"/>
                  </a:lnTo>
                  <a:lnTo>
                    <a:pt x="842418" y="30953"/>
                  </a:lnTo>
                  <a:lnTo>
                    <a:pt x="756785" y="20909"/>
                  </a:lnTo>
                  <a:lnTo>
                    <a:pt x="681222" y="13088"/>
                  </a:lnTo>
                  <a:lnTo>
                    <a:pt x="619330" y="7391"/>
                  </a:lnTo>
                  <a:lnTo>
                    <a:pt x="573321" y="3601"/>
                  </a:lnTo>
                  <a:lnTo>
                    <a:pt x="543452" y="1389"/>
                  </a:lnTo>
                  <a:lnTo>
                    <a:pt x="527826" y="343"/>
                  </a:lnTo>
                  <a:lnTo>
                    <a:pt x="522566" y="24"/>
                  </a:lnTo>
                  <a:lnTo>
                    <a:pt x="522133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503" name="pg503"/>
            <p:cNvSpPr/>
            <p:nvPr/>
          </p:nvSpPr>
          <p:spPr>
            <a:xfrm>
              <a:off x="386606" y="2902285"/>
              <a:ext cx="8554953" cy="2394400"/>
            </a:xfrm>
            <a:custGeom>
              <a:avLst/>
              <a:pathLst>
                <a:path w="8554953" h="2394400">
                  <a:moveTo>
                    <a:pt x="0" y="11294"/>
                  </a:moveTo>
                  <a:lnTo>
                    <a:pt x="522133" y="11294"/>
                  </a:lnTo>
                  <a:lnTo>
                    <a:pt x="523316" y="11362"/>
                  </a:lnTo>
                  <a:lnTo>
                    <a:pt x="531060" y="11848"/>
                  </a:lnTo>
                  <a:lnTo>
                    <a:pt x="550468" y="13190"/>
                  </a:lnTo>
                  <a:lnTo>
                    <a:pt x="584875" y="15829"/>
                  </a:lnTo>
                  <a:lnTo>
                    <a:pt x="635559" y="20157"/>
                  </a:lnTo>
                  <a:lnTo>
                    <a:pt x="701667" y="26477"/>
                  </a:lnTo>
                  <a:lnTo>
                    <a:pt x="780515" y="34970"/>
                  </a:lnTo>
                  <a:lnTo>
                    <a:pt x="868249" y="45703"/>
                  </a:lnTo>
                  <a:lnTo>
                    <a:pt x="960649" y="58661"/>
                  </a:lnTo>
                  <a:lnTo>
                    <a:pt x="1053835" y="73791"/>
                  </a:lnTo>
                  <a:lnTo>
                    <a:pt x="1144719" y="91058"/>
                  </a:lnTo>
                  <a:lnTo>
                    <a:pt x="1231180" y="110477"/>
                  </a:lnTo>
                  <a:lnTo>
                    <a:pt x="1312015" y="132142"/>
                  </a:lnTo>
                  <a:lnTo>
                    <a:pt x="1386784" y="156237"/>
                  </a:lnTo>
                  <a:lnTo>
                    <a:pt x="1455607" y="183036"/>
                  </a:lnTo>
                  <a:lnTo>
                    <a:pt x="1518983" y="212900"/>
                  </a:lnTo>
                  <a:lnTo>
                    <a:pt x="1577638" y="246260"/>
                  </a:lnTo>
                  <a:lnTo>
                    <a:pt x="1632417" y="283595"/>
                  </a:lnTo>
                  <a:lnTo>
                    <a:pt x="1684197" y="325381"/>
                  </a:lnTo>
                  <a:lnTo>
                    <a:pt x="1733816" y="372010"/>
                  </a:lnTo>
                  <a:lnTo>
                    <a:pt x="1768425" y="408478"/>
                  </a:lnTo>
                  <a:lnTo>
                    <a:pt x="1808132" y="454222"/>
                  </a:lnTo>
                  <a:lnTo>
                    <a:pt x="1847460" y="503529"/>
                  </a:lnTo>
                  <a:lnTo>
                    <a:pt x="1886673" y="556470"/>
                  </a:lnTo>
                  <a:lnTo>
                    <a:pt x="1925973" y="613049"/>
                  </a:lnTo>
                  <a:lnTo>
                    <a:pt x="1965506" y="673198"/>
                  </a:lnTo>
                  <a:lnTo>
                    <a:pt x="2005372" y="736767"/>
                  </a:lnTo>
                  <a:lnTo>
                    <a:pt x="2045626" y="803524"/>
                  </a:lnTo>
                  <a:lnTo>
                    <a:pt x="2086282" y="873149"/>
                  </a:lnTo>
                  <a:lnTo>
                    <a:pt x="2127318" y="945242"/>
                  </a:lnTo>
                  <a:lnTo>
                    <a:pt x="2168681" y="1019328"/>
                  </a:lnTo>
                  <a:lnTo>
                    <a:pt x="2210294" y="1094871"/>
                  </a:lnTo>
                  <a:lnTo>
                    <a:pt x="2252060" y="1171284"/>
                  </a:lnTo>
                  <a:lnTo>
                    <a:pt x="2293871" y="1247953"/>
                  </a:lnTo>
                  <a:lnTo>
                    <a:pt x="2335618" y="1324257"/>
                  </a:lnTo>
                  <a:lnTo>
                    <a:pt x="2377193" y="1399583"/>
                  </a:lnTo>
                  <a:lnTo>
                    <a:pt x="2418504" y="1473355"/>
                  </a:lnTo>
                  <a:lnTo>
                    <a:pt x="2459475" y="1545044"/>
                  </a:lnTo>
                  <a:lnTo>
                    <a:pt x="2500061" y="1614189"/>
                  </a:lnTo>
                  <a:lnTo>
                    <a:pt x="2540244" y="1680403"/>
                  </a:lnTo>
                  <a:lnTo>
                    <a:pt x="2580046" y="1743382"/>
                  </a:lnTo>
                  <a:lnTo>
                    <a:pt x="2619530" y="1802909"/>
                  </a:lnTo>
                  <a:lnTo>
                    <a:pt x="2658801" y="1858848"/>
                  </a:lnTo>
                  <a:lnTo>
                    <a:pt x="2698018" y="1911143"/>
                  </a:lnTo>
                  <a:lnTo>
                    <a:pt x="2737393" y="1959813"/>
                  </a:lnTo>
                  <a:lnTo>
                    <a:pt x="2770117" y="1997216"/>
                  </a:lnTo>
                  <a:lnTo>
                    <a:pt x="2818646" y="2047437"/>
                  </a:lnTo>
                  <a:lnTo>
                    <a:pt x="2868799" y="2092660"/>
                  </a:lnTo>
                  <a:lnTo>
                    <a:pt x="2921342" y="2133136"/>
                  </a:lnTo>
                  <a:lnTo>
                    <a:pt x="2977133" y="2169292"/>
                  </a:lnTo>
                  <a:lnTo>
                    <a:pt x="3037046" y="2201612"/>
                  </a:lnTo>
                  <a:lnTo>
                    <a:pt x="3101903" y="2230564"/>
                  </a:lnTo>
                  <a:lnTo>
                    <a:pt x="3172377" y="2256562"/>
                  </a:lnTo>
                  <a:lnTo>
                    <a:pt x="3248878" y="2279943"/>
                  </a:lnTo>
                  <a:lnTo>
                    <a:pt x="3331386" y="2300955"/>
                  </a:lnTo>
                  <a:lnTo>
                    <a:pt x="3419262" y="2319757"/>
                  </a:lnTo>
                  <a:lnTo>
                    <a:pt x="3511059" y="2336418"/>
                  </a:lnTo>
                  <a:lnTo>
                    <a:pt x="3604376" y="2350937"/>
                  </a:lnTo>
                  <a:lnTo>
                    <a:pt x="3695871" y="2363267"/>
                  </a:lnTo>
                  <a:lnTo>
                    <a:pt x="3781509" y="2373363"/>
                  </a:lnTo>
                  <a:lnTo>
                    <a:pt x="3857094" y="2381227"/>
                  </a:lnTo>
                  <a:lnTo>
                    <a:pt x="3919024" y="2386957"/>
                  </a:lnTo>
                  <a:lnTo>
                    <a:pt x="3965081" y="2390770"/>
                  </a:lnTo>
                  <a:lnTo>
                    <a:pt x="3995003" y="2392998"/>
                  </a:lnTo>
                  <a:lnTo>
                    <a:pt x="4010676" y="2394052"/>
                  </a:lnTo>
                  <a:lnTo>
                    <a:pt x="4015968" y="2394375"/>
                  </a:lnTo>
                  <a:lnTo>
                    <a:pt x="4016409" y="2394400"/>
                  </a:lnTo>
                  <a:lnTo>
                    <a:pt x="4538543" y="2394400"/>
                  </a:lnTo>
                  <a:lnTo>
                    <a:pt x="4539809" y="2394387"/>
                  </a:lnTo>
                  <a:lnTo>
                    <a:pt x="4548090" y="2394290"/>
                  </a:lnTo>
                  <a:lnTo>
                    <a:pt x="4568793" y="2394024"/>
                  </a:lnTo>
                  <a:lnTo>
                    <a:pt x="4605370" y="2393501"/>
                  </a:lnTo>
                  <a:lnTo>
                    <a:pt x="4659002" y="2392644"/>
                  </a:lnTo>
                  <a:lnTo>
                    <a:pt x="4728543" y="2391396"/>
                  </a:lnTo>
                  <a:lnTo>
                    <a:pt x="4810913" y="2389725"/>
                  </a:lnTo>
                  <a:lnTo>
                    <a:pt x="4901866" y="2387619"/>
                  </a:lnTo>
                  <a:lnTo>
                    <a:pt x="4996897" y="2385084"/>
                  </a:lnTo>
                  <a:lnTo>
                    <a:pt x="5091988" y="2382131"/>
                  </a:lnTo>
                  <a:lnTo>
                    <a:pt x="5184054" y="2378764"/>
                  </a:lnTo>
                  <a:lnTo>
                    <a:pt x="5271076" y="2374977"/>
                  </a:lnTo>
                  <a:lnTo>
                    <a:pt x="5352004" y="2370747"/>
                  </a:lnTo>
                  <a:lnTo>
                    <a:pt x="5426564" y="2366032"/>
                  </a:lnTo>
                  <a:lnTo>
                    <a:pt x="5495033" y="2360772"/>
                  </a:lnTo>
                  <a:lnTo>
                    <a:pt x="5558043" y="2354889"/>
                  </a:lnTo>
                  <a:lnTo>
                    <a:pt x="5616433" y="2348296"/>
                  </a:lnTo>
                  <a:lnTo>
                    <a:pt x="5671131" y="2340895"/>
                  </a:lnTo>
                  <a:lnTo>
                    <a:pt x="5723068" y="2332597"/>
                  </a:lnTo>
                  <a:lnTo>
                    <a:pt x="5773101" y="2323339"/>
                  </a:lnTo>
                  <a:lnTo>
                    <a:pt x="5784835" y="2320987"/>
                  </a:lnTo>
                  <a:lnTo>
                    <a:pt x="5837995" y="2309496"/>
                  </a:lnTo>
                  <a:lnTo>
                    <a:pt x="5890641" y="2296811"/>
                  </a:lnTo>
                  <a:lnTo>
                    <a:pt x="5943332" y="2282915"/>
                  </a:lnTo>
                  <a:lnTo>
                    <a:pt x="5996443" y="2267835"/>
                  </a:lnTo>
                  <a:lnTo>
                    <a:pt x="6050193" y="2251644"/>
                  </a:lnTo>
                  <a:lnTo>
                    <a:pt x="6104661" y="2234467"/>
                  </a:lnTo>
                  <a:lnTo>
                    <a:pt x="6159806" y="2216479"/>
                  </a:lnTo>
                  <a:lnTo>
                    <a:pt x="6215487" y="2197896"/>
                  </a:lnTo>
                  <a:lnTo>
                    <a:pt x="6271492" y="2178970"/>
                  </a:lnTo>
                  <a:lnTo>
                    <a:pt x="6327564" y="2159974"/>
                  </a:lnTo>
                  <a:lnTo>
                    <a:pt x="6383439" y="2141185"/>
                  </a:lnTo>
                  <a:lnTo>
                    <a:pt x="6438879" y="2122866"/>
                  </a:lnTo>
                  <a:lnTo>
                    <a:pt x="6493701" y="2105254"/>
                  </a:lnTo>
                  <a:lnTo>
                    <a:pt x="6547812" y="2088545"/>
                  </a:lnTo>
                  <a:lnTo>
                    <a:pt x="6601228" y="2072891"/>
                  </a:lnTo>
                  <a:lnTo>
                    <a:pt x="6654095" y="2058390"/>
                  </a:lnTo>
                  <a:lnTo>
                    <a:pt x="6706706" y="2045092"/>
                  </a:lnTo>
                  <a:lnTo>
                    <a:pt x="6759524" y="2033001"/>
                  </a:lnTo>
                  <a:lnTo>
                    <a:pt x="6786527" y="2027334"/>
                  </a:lnTo>
                  <a:lnTo>
                    <a:pt x="6836217" y="2017844"/>
                  </a:lnTo>
                  <a:lnTo>
                    <a:pt x="6887627" y="2009320"/>
                  </a:lnTo>
                  <a:lnTo>
                    <a:pt x="6941583" y="2001713"/>
                  </a:lnTo>
                  <a:lnTo>
                    <a:pt x="6999007" y="1994936"/>
                  </a:lnTo>
                  <a:lnTo>
                    <a:pt x="7060834" y="1988893"/>
                  </a:lnTo>
                  <a:lnTo>
                    <a:pt x="7127934" y="1983491"/>
                  </a:lnTo>
                  <a:lnTo>
                    <a:pt x="7200999" y="1978652"/>
                  </a:lnTo>
                  <a:lnTo>
                    <a:pt x="7280409" y="1974311"/>
                  </a:lnTo>
                  <a:lnTo>
                    <a:pt x="7366040" y="1970421"/>
                  </a:lnTo>
                  <a:lnTo>
                    <a:pt x="7457048" y="1966955"/>
                  </a:lnTo>
                  <a:lnTo>
                    <a:pt x="7551658" y="1963903"/>
                  </a:lnTo>
                  <a:lnTo>
                    <a:pt x="7647037" y="1961268"/>
                  </a:lnTo>
                  <a:lnTo>
                    <a:pt x="7739364" y="1959059"/>
                  </a:lnTo>
                  <a:lnTo>
                    <a:pt x="7824191" y="1957284"/>
                  </a:lnTo>
                  <a:lnTo>
                    <a:pt x="7897130" y="1955937"/>
                  </a:lnTo>
                  <a:lnTo>
                    <a:pt x="7954744" y="1954992"/>
                  </a:lnTo>
                  <a:lnTo>
                    <a:pt x="7995370" y="1954395"/>
                  </a:lnTo>
                  <a:lnTo>
                    <a:pt x="8019627" y="1954075"/>
                  </a:lnTo>
                  <a:lnTo>
                    <a:pt x="8030447" y="1953946"/>
                  </a:lnTo>
                  <a:lnTo>
                    <a:pt x="8032819" y="1953921"/>
                  </a:lnTo>
                  <a:lnTo>
                    <a:pt x="8554953" y="1953921"/>
                  </a:lnTo>
                  <a:lnTo>
                    <a:pt x="8554953" y="1942626"/>
                  </a:lnTo>
                  <a:lnTo>
                    <a:pt x="8032819" y="1942626"/>
                  </a:lnTo>
                  <a:lnTo>
                    <a:pt x="8031552" y="1942640"/>
                  </a:lnTo>
                  <a:lnTo>
                    <a:pt x="8023272" y="1942736"/>
                  </a:lnTo>
                  <a:lnTo>
                    <a:pt x="8002569" y="1943003"/>
                  </a:lnTo>
                  <a:lnTo>
                    <a:pt x="7965992" y="1943526"/>
                  </a:lnTo>
                  <a:lnTo>
                    <a:pt x="7912360" y="1944382"/>
                  </a:lnTo>
                  <a:lnTo>
                    <a:pt x="7842819" y="1945630"/>
                  </a:lnTo>
                  <a:lnTo>
                    <a:pt x="7760449" y="1947302"/>
                  </a:lnTo>
                  <a:lnTo>
                    <a:pt x="7669496" y="1949407"/>
                  </a:lnTo>
                  <a:lnTo>
                    <a:pt x="7574465" y="1951942"/>
                  </a:lnTo>
                  <a:lnTo>
                    <a:pt x="7479374" y="1954895"/>
                  </a:lnTo>
                  <a:lnTo>
                    <a:pt x="7387307" y="1958262"/>
                  </a:lnTo>
                  <a:lnTo>
                    <a:pt x="7300286" y="1962049"/>
                  </a:lnTo>
                  <a:lnTo>
                    <a:pt x="7219358" y="1966279"/>
                  </a:lnTo>
                  <a:lnTo>
                    <a:pt x="7144798" y="1970995"/>
                  </a:lnTo>
                  <a:lnTo>
                    <a:pt x="7076329" y="1976255"/>
                  </a:lnTo>
                  <a:lnTo>
                    <a:pt x="7013319" y="1982137"/>
                  </a:lnTo>
                  <a:lnTo>
                    <a:pt x="6954929" y="1988730"/>
                  </a:lnTo>
                  <a:lnTo>
                    <a:pt x="6900231" y="1996131"/>
                  </a:lnTo>
                  <a:lnTo>
                    <a:pt x="6848294" y="2004430"/>
                  </a:lnTo>
                  <a:lnTo>
                    <a:pt x="6798261" y="2013688"/>
                  </a:lnTo>
                  <a:lnTo>
                    <a:pt x="6786527" y="2016040"/>
                  </a:lnTo>
                  <a:lnTo>
                    <a:pt x="6733367" y="2027531"/>
                  </a:lnTo>
                  <a:lnTo>
                    <a:pt x="6680721" y="2040216"/>
                  </a:lnTo>
                  <a:lnTo>
                    <a:pt x="6628030" y="2054111"/>
                  </a:lnTo>
                  <a:lnTo>
                    <a:pt x="6574919" y="2069192"/>
                  </a:lnTo>
                  <a:lnTo>
                    <a:pt x="6521169" y="2085382"/>
                  </a:lnTo>
                  <a:lnTo>
                    <a:pt x="6466701" y="2102559"/>
                  </a:lnTo>
                  <a:lnTo>
                    <a:pt x="6411556" y="2120548"/>
                  </a:lnTo>
                  <a:lnTo>
                    <a:pt x="6355875" y="2139131"/>
                  </a:lnTo>
                  <a:lnTo>
                    <a:pt x="6299870" y="2158056"/>
                  </a:lnTo>
                  <a:lnTo>
                    <a:pt x="6243798" y="2177052"/>
                  </a:lnTo>
                  <a:lnTo>
                    <a:pt x="6187923" y="2195841"/>
                  </a:lnTo>
                  <a:lnTo>
                    <a:pt x="6132483" y="2214161"/>
                  </a:lnTo>
                  <a:lnTo>
                    <a:pt x="6077661" y="2231773"/>
                  </a:lnTo>
                  <a:lnTo>
                    <a:pt x="6023550" y="2248481"/>
                  </a:lnTo>
                  <a:lnTo>
                    <a:pt x="5970133" y="2264135"/>
                  </a:lnTo>
                  <a:lnTo>
                    <a:pt x="5917267" y="2278637"/>
                  </a:lnTo>
                  <a:lnTo>
                    <a:pt x="5864656" y="2291935"/>
                  </a:lnTo>
                  <a:lnTo>
                    <a:pt x="5811838" y="2304025"/>
                  </a:lnTo>
                  <a:lnTo>
                    <a:pt x="5784835" y="2309692"/>
                  </a:lnTo>
                  <a:lnTo>
                    <a:pt x="5735145" y="2319183"/>
                  </a:lnTo>
                  <a:lnTo>
                    <a:pt x="5683735" y="2327706"/>
                  </a:lnTo>
                  <a:lnTo>
                    <a:pt x="5629779" y="2335313"/>
                  </a:lnTo>
                  <a:lnTo>
                    <a:pt x="5572355" y="2342091"/>
                  </a:lnTo>
                  <a:lnTo>
                    <a:pt x="5510528" y="2348134"/>
                  </a:lnTo>
                  <a:lnTo>
                    <a:pt x="5443428" y="2353535"/>
                  </a:lnTo>
                  <a:lnTo>
                    <a:pt x="5370363" y="2358374"/>
                  </a:lnTo>
                  <a:lnTo>
                    <a:pt x="5290953" y="2362716"/>
                  </a:lnTo>
                  <a:lnTo>
                    <a:pt x="5205322" y="2366605"/>
                  </a:lnTo>
                  <a:lnTo>
                    <a:pt x="5114314" y="2370071"/>
                  </a:lnTo>
                  <a:lnTo>
                    <a:pt x="5019704" y="2373123"/>
                  </a:lnTo>
                  <a:lnTo>
                    <a:pt x="4924324" y="2375759"/>
                  </a:lnTo>
                  <a:lnTo>
                    <a:pt x="4831997" y="2377968"/>
                  </a:lnTo>
                  <a:lnTo>
                    <a:pt x="4747171" y="2379743"/>
                  </a:lnTo>
                  <a:lnTo>
                    <a:pt x="4674232" y="2381089"/>
                  </a:lnTo>
                  <a:lnTo>
                    <a:pt x="4616618" y="2382035"/>
                  </a:lnTo>
                  <a:lnTo>
                    <a:pt x="4575991" y="2382631"/>
                  </a:lnTo>
                  <a:lnTo>
                    <a:pt x="4551735" y="2382951"/>
                  </a:lnTo>
                  <a:lnTo>
                    <a:pt x="4540915" y="2383080"/>
                  </a:lnTo>
                  <a:lnTo>
                    <a:pt x="4538543" y="2383106"/>
                  </a:lnTo>
                  <a:lnTo>
                    <a:pt x="4016409" y="2383106"/>
                  </a:lnTo>
                  <a:lnTo>
                    <a:pt x="4015227" y="2383038"/>
                  </a:lnTo>
                  <a:lnTo>
                    <a:pt x="4007482" y="2382552"/>
                  </a:lnTo>
                  <a:lnTo>
                    <a:pt x="3988074" y="2381209"/>
                  </a:lnTo>
                  <a:lnTo>
                    <a:pt x="3953668" y="2378570"/>
                  </a:lnTo>
                  <a:lnTo>
                    <a:pt x="3902983" y="2374242"/>
                  </a:lnTo>
                  <a:lnTo>
                    <a:pt x="3836875" y="2367923"/>
                  </a:lnTo>
                  <a:lnTo>
                    <a:pt x="3758028" y="2359430"/>
                  </a:lnTo>
                  <a:lnTo>
                    <a:pt x="3670293" y="2348696"/>
                  </a:lnTo>
                  <a:lnTo>
                    <a:pt x="3577893" y="2335739"/>
                  </a:lnTo>
                  <a:lnTo>
                    <a:pt x="3484707" y="2320608"/>
                  </a:lnTo>
                  <a:lnTo>
                    <a:pt x="3393823" y="2303342"/>
                  </a:lnTo>
                  <a:lnTo>
                    <a:pt x="3307362" y="2283923"/>
                  </a:lnTo>
                  <a:lnTo>
                    <a:pt x="3226527" y="2262257"/>
                  </a:lnTo>
                  <a:lnTo>
                    <a:pt x="3151758" y="2238162"/>
                  </a:lnTo>
                  <a:lnTo>
                    <a:pt x="3082935" y="2211363"/>
                  </a:lnTo>
                  <a:lnTo>
                    <a:pt x="3019559" y="2181499"/>
                  </a:lnTo>
                  <a:lnTo>
                    <a:pt x="2960904" y="2148139"/>
                  </a:lnTo>
                  <a:lnTo>
                    <a:pt x="2906125" y="2110804"/>
                  </a:lnTo>
                  <a:lnTo>
                    <a:pt x="2854346" y="2069019"/>
                  </a:lnTo>
                  <a:lnTo>
                    <a:pt x="2804726" y="2022390"/>
                  </a:lnTo>
                  <a:lnTo>
                    <a:pt x="2770117" y="1985921"/>
                  </a:lnTo>
                  <a:lnTo>
                    <a:pt x="2730410" y="1940177"/>
                  </a:lnTo>
                  <a:lnTo>
                    <a:pt x="2691082" y="1890871"/>
                  </a:lnTo>
                  <a:lnTo>
                    <a:pt x="2651869" y="1837930"/>
                  </a:lnTo>
                  <a:lnTo>
                    <a:pt x="2612570" y="1781351"/>
                  </a:lnTo>
                  <a:lnTo>
                    <a:pt x="2573036" y="1721202"/>
                  </a:lnTo>
                  <a:lnTo>
                    <a:pt x="2533170" y="1657632"/>
                  </a:lnTo>
                  <a:lnTo>
                    <a:pt x="2492916" y="1590876"/>
                  </a:lnTo>
                  <a:lnTo>
                    <a:pt x="2452261" y="1521251"/>
                  </a:lnTo>
                  <a:lnTo>
                    <a:pt x="2411225" y="1449158"/>
                  </a:lnTo>
                  <a:lnTo>
                    <a:pt x="2369861" y="1375071"/>
                  </a:lnTo>
                  <a:lnTo>
                    <a:pt x="2328248" y="1299529"/>
                  </a:lnTo>
                  <a:lnTo>
                    <a:pt x="2286482" y="1223116"/>
                  </a:lnTo>
                  <a:lnTo>
                    <a:pt x="2244671" y="1146446"/>
                  </a:lnTo>
                  <a:lnTo>
                    <a:pt x="2202924" y="1070143"/>
                  </a:lnTo>
                  <a:lnTo>
                    <a:pt x="2161349" y="994817"/>
                  </a:lnTo>
                  <a:lnTo>
                    <a:pt x="2120038" y="921045"/>
                  </a:lnTo>
                  <a:lnTo>
                    <a:pt x="2079067" y="849356"/>
                  </a:lnTo>
                  <a:lnTo>
                    <a:pt x="2038481" y="780211"/>
                  </a:lnTo>
                  <a:lnTo>
                    <a:pt x="1998298" y="713997"/>
                  </a:lnTo>
                  <a:lnTo>
                    <a:pt x="1958496" y="651018"/>
                  </a:lnTo>
                  <a:lnTo>
                    <a:pt x="1919013" y="591491"/>
                  </a:lnTo>
                  <a:lnTo>
                    <a:pt x="1879741" y="535552"/>
                  </a:lnTo>
                  <a:lnTo>
                    <a:pt x="1840524" y="483256"/>
                  </a:lnTo>
                  <a:lnTo>
                    <a:pt x="1801149" y="434586"/>
                  </a:lnTo>
                  <a:lnTo>
                    <a:pt x="1768425" y="397184"/>
                  </a:lnTo>
                  <a:lnTo>
                    <a:pt x="1719896" y="346962"/>
                  </a:lnTo>
                  <a:lnTo>
                    <a:pt x="1669744" y="301739"/>
                  </a:lnTo>
                  <a:lnTo>
                    <a:pt x="1617200" y="261264"/>
                  </a:lnTo>
                  <a:lnTo>
                    <a:pt x="1561410" y="225107"/>
                  </a:lnTo>
                  <a:lnTo>
                    <a:pt x="1501496" y="192788"/>
                  </a:lnTo>
                  <a:lnTo>
                    <a:pt x="1436640" y="163835"/>
                  </a:lnTo>
                  <a:lnTo>
                    <a:pt x="1366165" y="137837"/>
                  </a:lnTo>
                  <a:lnTo>
                    <a:pt x="1289664" y="114457"/>
                  </a:lnTo>
                  <a:lnTo>
                    <a:pt x="1207157" y="93444"/>
                  </a:lnTo>
                  <a:lnTo>
                    <a:pt x="1119280" y="74642"/>
                  </a:lnTo>
                  <a:lnTo>
                    <a:pt x="1027483" y="57981"/>
                  </a:lnTo>
                  <a:lnTo>
                    <a:pt x="934167" y="43463"/>
                  </a:lnTo>
                  <a:lnTo>
                    <a:pt x="842671" y="31132"/>
                  </a:lnTo>
                  <a:lnTo>
                    <a:pt x="757033" y="21036"/>
                  </a:lnTo>
                  <a:lnTo>
                    <a:pt x="681449" y="13172"/>
                  </a:lnTo>
                  <a:lnTo>
                    <a:pt x="619519" y="7442"/>
                  </a:lnTo>
                  <a:lnTo>
                    <a:pt x="573462" y="3629"/>
                  </a:lnTo>
                  <a:lnTo>
                    <a:pt x="543539" y="1401"/>
                  </a:lnTo>
                  <a:lnTo>
                    <a:pt x="527866" y="348"/>
                  </a:lnTo>
                  <a:lnTo>
                    <a:pt x="522574" y="24"/>
                  </a:lnTo>
                  <a:lnTo>
                    <a:pt x="5221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504" name="pl504"/>
            <p:cNvSpPr/>
            <p:nvPr/>
          </p:nvSpPr>
          <p:spPr>
            <a:xfrm>
              <a:off x="386606" y="2913579"/>
              <a:ext cx="8554953" cy="2383106"/>
            </a:xfrm>
            <a:custGeom>
              <a:avLst/>
              <a:pathLst>
                <a:path w="8554953" h="2383106">
                  <a:moveTo>
                    <a:pt x="0" y="0"/>
                  </a:moveTo>
                  <a:lnTo>
                    <a:pt x="522133" y="0"/>
                  </a:lnTo>
                  <a:lnTo>
                    <a:pt x="523316" y="68"/>
                  </a:lnTo>
                  <a:lnTo>
                    <a:pt x="531060" y="553"/>
                  </a:lnTo>
                  <a:lnTo>
                    <a:pt x="550468" y="1896"/>
                  </a:lnTo>
                  <a:lnTo>
                    <a:pt x="584875" y="4535"/>
                  </a:lnTo>
                  <a:lnTo>
                    <a:pt x="635559" y="8863"/>
                  </a:lnTo>
                  <a:lnTo>
                    <a:pt x="701667" y="15182"/>
                  </a:lnTo>
                  <a:lnTo>
                    <a:pt x="780515" y="23676"/>
                  </a:lnTo>
                  <a:lnTo>
                    <a:pt x="868249" y="34409"/>
                  </a:lnTo>
                  <a:lnTo>
                    <a:pt x="960649" y="47367"/>
                  </a:lnTo>
                  <a:lnTo>
                    <a:pt x="1053835" y="62497"/>
                  </a:lnTo>
                  <a:lnTo>
                    <a:pt x="1144719" y="79764"/>
                  </a:lnTo>
                  <a:lnTo>
                    <a:pt x="1231180" y="99183"/>
                  </a:lnTo>
                  <a:lnTo>
                    <a:pt x="1312015" y="120848"/>
                  </a:lnTo>
                  <a:lnTo>
                    <a:pt x="1386784" y="144943"/>
                  </a:lnTo>
                  <a:lnTo>
                    <a:pt x="1455607" y="171742"/>
                  </a:lnTo>
                  <a:lnTo>
                    <a:pt x="1518983" y="201606"/>
                  </a:lnTo>
                  <a:lnTo>
                    <a:pt x="1577638" y="234966"/>
                  </a:lnTo>
                  <a:lnTo>
                    <a:pt x="1632417" y="272301"/>
                  </a:lnTo>
                  <a:lnTo>
                    <a:pt x="1684197" y="314087"/>
                  </a:lnTo>
                  <a:lnTo>
                    <a:pt x="1733816" y="360715"/>
                  </a:lnTo>
                  <a:lnTo>
                    <a:pt x="1768425" y="397184"/>
                  </a:lnTo>
                  <a:lnTo>
                    <a:pt x="1808132" y="442928"/>
                  </a:lnTo>
                  <a:lnTo>
                    <a:pt x="1847460" y="492235"/>
                  </a:lnTo>
                  <a:lnTo>
                    <a:pt x="1886673" y="545175"/>
                  </a:lnTo>
                  <a:lnTo>
                    <a:pt x="1925973" y="601755"/>
                  </a:lnTo>
                  <a:lnTo>
                    <a:pt x="1965506" y="661904"/>
                  </a:lnTo>
                  <a:lnTo>
                    <a:pt x="2005372" y="725473"/>
                  </a:lnTo>
                  <a:lnTo>
                    <a:pt x="2045626" y="792229"/>
                  </a:lnTo>
                  <a:lnTo>
                    <a:pt x="2086282" y="861854"/>
                  </a:lnTo>
                  <a:lnTo>
                    <a:pt x="2127318" y="933947"/>
                  </a:lnTo>
                  <a:lnTo>
                    <a:pt x="2168681" y="1008034"/>
                  </a:lnTo>
                  <a:lnTo>
                    <a:pt x="2210294" y="1083576"/>
                  </a:lnTo>
                  <a:lnTo>
                    <a:pt x="2252060" y="1159989"/>
                  </a:lnTo>
                  <a:lnTo>
                    <a:pt x="2293871" y="1236659"/>
                  </a:lnTo>
                  <a:lnTo>
                    <a:pt x="2335618" y="1312962"/>
                  </a:lnTo>
                  <a:lnTo>
                    <a:pt x="2377193" y="1388289"/>
                  </a:lnTo>
                  <a:lnTo>
                    <a:pt x="2418504" y="1462060"/>
                  </a:lnTo>
                  <a:lnTo>
                    <a:pt x="2459475" y="1533750"/>
                  </a:lnTo>
                  <a:lnTo>
                    <a:pt x="2500061" y="1602894"/>
                  </a:lnTo>
                  <a:lnTo>
                    <a:pt x="2540244" y="1669108"/>
                  </a:lnTo>
                  <a:lnTo>
                    <a:pt x="2580046" y="1732088"/>
                  </a:lnTo>
                  <a:lnTo>
                    <a:pt x="2619530" y="1791614"/>
                  </a:lnTo>
                  <a:lnTo>
                    <a:pt x="2658801" y="1847553"/>
                  </a:lnTo>
                  <a:lnTo>
                    <a:pt x="2698018" y="1899849"/>
                  </a:lnTo>
                  <a:lnTo>
                    <a:pt x="2737393" y="1948519"/>
                  </a:lnTo>
                  <a:lnTo>
                    <a:pt x="2770117" y="1985921"/>
                  </a:lnTo>
                  <a:lnTo>
                    <a:pt x="2818646" y="2036143"/>
                  </a:lnTo>
                  <a:lnTo>
                    <a:pt x="2868799" y="2081366"/>
                  </a:lnTo>
                  <a:lnTo>
                    <a:pt x="2921342" y="2121842"/>
                  </a:lnTo>
                  <a:lnTo>
                    <a:pt x="2977133" y="2157998"/>
                  </a:lnTo>
                  <a:lnTo>
                    <a:pt x="3037046" y="2190318"/>
                  </a:lnTo>
                  <a:lnTo>
                    <a:pt x="3101903" y="2219270"/>
                  </a:lnTo>
                  <a:lnTo>
                    <a:pt x="3172377" y="2245268"/>
                  </a:lnTo>
                  <a:lnTo>
                    <a:pt x="3248878" y="2268649"/>
                  </a:lnTo>
                  <a:lnTo>
                    <a:pt x="3331386" y="2289661"/>
                  </a:lnTo>
                  <a:lnTo>
                    <a:pt x="3419262" y="2308463"/>
                  </a:lnTo>
                  <a:lnTo>
                    <a:pt x="3511059" y="2325124"/>
                  </a:lnTo>
                  <a:lnTo>
                    <a:pt x="3604376" y="2339642"/>
                  </a:lnTo>
                  <a:lnTo>
                    <a:pt x="3695871" y="2351973"/>
                  </a:lnTo>
                  <a:lnTo>
                    <a:pt x="3781509" y="2362069"/>
                  </a:lnTo>
                  <a:lnTo>
                    <a:pt x="3857094" y="2369933"/>
                  </a:lnTo>
                  <a:lnTo>
                    <a:pt x="3919024" y="2375663"/>
                  </a:lnTo>
                  <a:lnTo>
                    <a:pt x="3965081" y="2379476"/>
                  </a:lnTo>
                  <a:lnTo>
                    <a:pt x="3995003" y="2381704"/>
                  </a:lnTo>
                  <a:lnTo>
                    <a:pt x="4010676" y="2382758"/>
                  </a:lnTo>
                  <a:lnTo>
                    <a:pt x="4015968" y="2383081"/>
                  </a:lnTo>
                  <a:lnTo>
                    <a:pt x="4016409" y="2383106"/>
                  </a:lnTo>
                  <a:lnTo>
                    <a:pt x="4538543" y="2383106"/>
                  </a:lnTo>
                  <a:lnTo>
                    <a:pt x="4539809" y="2383092"/>
                  </a:lnTo>
                  <a:lnTo>
                    <a:pt x="4548090" y="2382996"/>
                  </a:lnTo>
                  <a:lnTo>
                    <a:pt x="4568793" y="2382729"/>
                  </a:lnTo>
                  <a:lnTo>
                    <a:pt x="4605370" y="2382206"/>
                  </a:lnTo>
                  <a:lnTo>
                    <a:pt x="4659002" y="2381350"/>
                  </a:lnTo>
                  <a:lnTo>
                    <a:pt x="4728543" y="2380102"/>
                  </a:lnTo>
                  <a:lnTo>
                    <a:pt x="4810913" y="2378431"/>
                  </a:lnTo>
                  <a:lnTo>
                    <a:pt x="4901866" y="2376325"/>
                  </a:lnTo>
                  <a:lnTo>
                    <a:pt x="4996897" y="2373790"/>
                  </a:lnTo>
                  <a:lnTo>
                    <a:pt x="5091988" y="2370837"/>
                  </a:lnTo>
                  <a:lnTo>
                    <a:pt x="5184054" y="2367470"/>
                  </a:lnTo>
                  <a:lnTo>
                    <a:pt x="5271076" y="2363683"/>
                  </a:lnTo>
                  <a:lnTo>
                    <a:pt x="5352004" y="2359453"/>
                  </a:lnTo>
                  <a:lnTo>
                    <a:pt x="5426564" y="2354737"/>
                  </a:lnTo>
                  <a:lnTo>
                    <a:pt x="5495033" y="2349477"/>
                  </a:lnTo>
                  <a:lnTo>
                    <a:pt x="5558043" y="2343595"/>
                  </a:lnTo>
                  <a:lnTo>
                    <a:pt x="5616433" y="2337002"/>
                  </a:lnTo>
                  <a:lnTo>
                    <a:pt x="5671131" y="2329601"/>
                  </a:lnTo>
                  <a:lnTo>
                    <a:pt x="5723068" y="2321302"/>
                  </a:lnTo>
                  <a:lnTo>
                    <a:pt x="5773101" y="2312044"/>
                  </a:lnTo>
                  <a:lnTo>
                    <a:pt x="5784835" y="2309692"/>
                  </a:lnTo>
                  <a:lnTo>
                    <a:pt x="5837995" y="2298201"/>
                  </a:lnTo>
                  <a:lnTo>
                    <a:pt x="5890641" y="2285516"/>
                  </a:lnTo>
                  <a:lnTo>
                    <a:pt x="5943332" y="2271621"/>
                  </a:lnTo>
                  <a:lnTo>
                    <a:pt x="5996443" y="2256540"/>
                  </a:lnTo>
                  <a:lnTo>
                    <a:pt x="6050193" y="2240350"/>
                  </a:lnTo>
                  <a:lnTo>
                    <a:pt x="6104661" y="2223173"/>
                  </a:lnTo>
                  <a:lnTo>
                    <a:pt x="6159806" y="2205184"/>
                  </a:lnTo>
                  <a:lnTo>
                    <a:pt x="6215487" y="2186601"/>
                  </a:lnTo>
                  <a:lnTo>
                    <a:pt x="6271492" y="2167676"/>
                  </a:lnTo>
                  <a:lnTo>
                    <a:pt x="6327564" y="2148680"/>
                  </a:lnTo>
                  <a:lnTo>
                    <a:pt x="6383439" y="2129891"/>
                  </a:lnTo>
                  <a:lnTo>
                    <a:pt x="6438879" y="2111572"/>
                  </a:lnTo>
                  <a:lnTo>
                    <a:pt x="6493701" y="2093959"/>
                  </a:lnTo>
                  <a:lnTo>
                    <a:pt x="6547812" y="2077251"/>
                  </a:lnTo>
                  <a:lnTo>
                    <a:pt x="6601228" y="2061597"/>
                  </a:lnTo>
                  <a:lnTo>
                    <a:pt x="6654095" y="2047096"/>
                  </a:lnTo>
                  <a:lnTo>
                    <a:pt x="6706706" y="2033798"/>
                  </a:lnTo>
                  <a:lnTo>
                    <a:pt x="6759524" y="2021707"/>
                  </a:lnTo>
                  <a:lnTo>
                    <a:pt x="6786527" y="2016040"/>
                  </a:lnTo>
                  <a:lnTo>
                    <a:pt x="6836217" y="2006549"/>
                  </a:lnTo>
                  <a:lnTo>
                    <a:pt x="6887627" y="1998026"/>
                  </a:lnTo>
                  <a:lnTo>
                    <a:pt x="6941583" y="1990419"/>
                  </a:lnTo>
                  <a:lnTo>
                    <a:pt x="6999007" y="1983641"/>
                  </a:lnTo>
                  <a:lnTo>
                    <a:pt x="7060834" y="1977598"/>
                  </a:lnTo>
                  <a:lnTo>
                    <a:pt x="7127934" y="1972197"/>
                  </a:lnTo>
                  <a:lnTo>
                    <a:pt x="7200999" y="1967358"/>
                  </a:lnTo>
                  <a:lnTo>
                    <a:pt x="7280409" y="1963017"/>
                  </a:lnTo>
                  <a:lnTo>
                    <a:pt x="7366040" y="1959127"/>
                  </a:lnTo>
                  <a:lnTo>
                    <a:pt x="7457048" y="1955661"/>
                  </a:lnTo>
                  <a:lnTo>
                    <a:pt x="7551658" y="1952609"/>
                  </a:lnTo>
                  <a:lnTo>
                    <a:pt x="7647037" y="1949973"/>
                  </a:lnTo>
                  <a:lnTo>
                    <a:pt x="7739364" y="1947764"/>
                  </a:lnTo>
                  <a:lnTo>
                    <a:pt x="7824191" y="1945989"/>
                  </a:lnTo>
                  <a:lnTo>
                    <a:pt x="7897130" y="1944643"/>
                  </a:lnTo>
                  <a:lnTo>
                    <a:pt x="7954744" y="1943697"/>
                  </a:lnTo>
                  <a:lnTo>
                    <a:pt x="7995370" y="1943101"/>
                  </a:lnTo>
                  <a:lnTo>
                    <a:pt x="8019627" y="1942781"/>
                  </a:lnTo>
                  <a:lnTo>
                    <a:pt x="8030447" y="1942652"/>
                  </a:lnTo>
                  <a:lnTo>
                    <a:pt x="8032801" y="1942627"/>
                  </a:lnTo>
                  <a:lnTo>
                    <a:pt x="8032819" y="1942626"/>
                  </a:lnTo>
                  <a:lnTo>
                    <a:pt x="8554953" y="1942626"/>
                  </a:lnTo>
                  <a:lnTo>
                    <a:pt x="8554953" y="1942626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505" name="pl505"/>
            <p:cNvSpPr/>
            <p:nvPr/>
          </p:nvSpPr>
          <p:spPr>
            <a:xfrm>
              <a:off x="386606" y="2902285"/>
              <a:ext cx="8554953" cy="2383106"/>
            </a:xfrm>
            <a:custGeom>
              <a:avLst/>
              <a:pathLst>
                <a:path w="8554953" h="2383106">
                  <a:moveTo>
                    <a:pt x="8554953" y="1942626"/>
                  </a:moveTo>
                  <a:lnTo>
                    <a:pt x="8032819" y="1942626"/>
                  </a:lnTo>
                  <a:lnTo>
                    <a:pt x="8031552" y="1942640"/>
                  </a:lnTo>
                  <a:lnTo>
                    <a:pt x="8023272" y="1942736"/>
                  </a:lnTo>
                  <a:lnTo>
                    <a:pt x="8002569" y="1943003"/>
                  </a:lnTo>
                  <a:lnTo>
                    <a:pt x="7965992" y="1943526"/>
                  </a:lnTo>
                  <a:lnTo>
                    <a:pt x="7912360" y="1944382"/>
                  </a:lnTo>
                  <a:lnTo>
                    <a:pt x="7842819" y="1945630"/>
                  </a:lnTo>
                  <a:lnTo>
                    <a:pt x="7760449" y="1947302"/>
                  </a:lnTo>
                  <a:lnTo>
                    <a:pt x="7669496" y="1949407"/>
                  </a:lnTo>
                  <a:lnTo>
                    <a:pt x="7574465" y="1951942"/>
                  </a:lnTo>
                  <a:lnTo>
                    <a:pt x="7479374" y="1954895"/>
                  </a:lnTo>
                  <a:lnTo>
                    <a:pt x="7387307" y="1958262"/>
                  </a:lnTo>
                  <a:lnTo>
                    <a:pt x="7300286" y="1962049"/>
                  </a:lnTo>
                  <a:lnTo>
                    <a:pt x="7219358" y="1966279"/>
                  </a:lnTo>
                  <a:lnTo>
                    <a:pt x="7144798" y="1970995"/>
                  </a:lnTo>
                  <a:lnTo>
                    <a:pt x="7076329" y="1976255"/>
                  </a:lnTo>
                  <a:lnTo>
                    <a:pt x="7013319" y="1982137"/>
                  </a:lnTo>
                  <a:lnTo>
                    <a:pt x="6954929" y="1988730"/>
                  </a:lnTo>
                  <a:lnTo>
                    <a:pt x="6900231" y="1996131"/>
                  </a:lnTo>
                  <a:lnTo>
                    <a:pt x="6848294" y="2004430"/>
                  </a:lnTo>
                  <a:lnTo>
                    <a:pt x="6798261" y="2013688"/>
                  </a:lnTo>
                  <a:lnTo>
                    <a:pt x="6786527" y="2016040"/>
                  </a:lnTo>
                  <a:lnTo>
                    <a:pt x="6733367" y="2027531"/>
                  </a:lnTo>
                  <a:lnTo>
                    <a:pt x="6680721" y="2040216"/>
                  </a:lnTo>
                  <a:lnTo>
                    <a:pt x="6628030" y="2054111"/>
                  </a:lnTo>
                  <a:lnTo>
                    <a:pt x="6574919" y="2069192"/>
                  </a:lnTo>
                  <a:lnTo>
                    <a:pt x="6521169" y="2085382"/>
                  </a:lnTo>
                  <a:lnTo>
                    <a:pt x="6466701" y="2102559"/>
                  </a:lnTo>
                  <a:lnTo>
                    <a:pt x="6411556" y="2120548"/>
                  </a:lnTo>
                  <a:lnTo>
                    <a:pt x="6355875" y="2139131"/>
                  </a:lnTo>
                  <a:lnTo>
                    <a:pt x="6299870" y="2158056"/>
                  </a:lnTo>
                  <a:lnTo>
                    <a:pt x="6243798" y="2177052"/>
                  </a:lnTo>
                  <a:lnTo>
                    <a:pt x="6187923" y="2195841"/>
                  </a:lnTo>
                  <a:lnTo>
                    <a:pt x="6132483" y="2214161"/>
                  </a:lnTo>
                  <a:lnTo>
                    <a:pt x="6077661" y="2231773"/>
                  </a:lnTo>
                  <a:lnTo>
                    <a:pt x="6023550" y="2248481"/>
                  </a:lnTo>
                  <a:lnTo>
                    <a:pt x="5970133" y="2264135"/>
                  </a:lnTo>
                  <a:lnTo>
                    <a:pt x="5917267" y="2278637"/>
                  </a:lnTo>
                  <a:lnTo>
                    <a:pt x="5864656" y="2291935"/>
                  </a:lnTo>
                  <a:lnTo>
                    <a:pt x="5811838" y="2304025"/>
                  </a:lnTo>
                  <a:lnTo>
                    <a:pt x="5784835" y="2309692"/>
                  </a:lnTo>
                  <a:lnTo>
                    <a:pt x="5735145" y="2319183"/>
                  </a:lnTo>
                  <a:lnTo>
                    <a:pt x="5683735" y="2327706"/>
                  </a:lnTo>
                  <a:lnTo>
                    <a:pt x="5629779" y="2335313"/>
                  </a:lnTo>
                  <a:lnTo>
                    <a:pt x="5572355" y="2342091"/>
                  </a:lnTo>
                  <a:lnTo>
                    <a:pt x="5510528" y="2348134"/>
                  </a:lnTo>
                  <a:lnTo>
                    <a:pt x="5443428" y="2353535"/>
                  </a:lnTo>
                  <a:lnTo>
                    <a:pt x="5370363" y="2358374"/>
                  </a:lnTo>
                  <a:lnTo>
                    <a:pt x="5290953" y="2362716"/>
                  </a:lnTo>
                  <a:lnTo>
                    <a:pt x="5205322" y="2366605"/>
                  </a:lnTo>
                  <a:lnTo>
                    <a:pt x="5114314" y="2370071"/>
                  </a:lnTo>
                  <a:lnTo>
                    <a:pt x="5019704" y="2373123"/>
                  </a:lnTo>
                  <a:lnTo>
                    <a:pt x="4924324" y="2375759"/>
                  </a:lnTo>
                  <a:lnTo>
                    <a:pt x="4831997" y="2377968"/>
                  </a:lnTo>
                  <a:lnTo>
                    <a:pt x="4747171" y="2379743"/>
                  </a:lnTo>
                  <a:lnTo>
                    <a:pt x="4674232" y="2381089"/>
                  </a:lnTo>
                  <a:lnTo>
                    <a:pt x="4616618" y="2382035"/>
                  </a:lnTo>
                  <a:lnTo>
                    <a:pt x="4575991" y="2382631"/>
                  </a:lnTo>
                  <a:lnTo>
                    <a:pt x="4551735" y="2382951"/>
                  </a:lnTo>
                  <a:lnTo>
                    <a:pt x="4540915" y="2383080"/>
                  </a:lnTo>
                  <a:lnTo>
                    <a:pt x="4538561" y="2383106"/>
                  </a:lnTo>
                  <a:lnTo>
                    <a:pt x="4538543" y="2383106"/>
                  </a:lnTo>
                  <a:lnTo>
                    <a:pt x="4016409" y="2383106"/>
                  </a:lnTo>
                  <a:lnTo>
                    <a:pt x="4015227" y="2383038"/>
                  </a:lnTo>
                  <a:lnTo>
                    <a:pt x="4007482" y="2382552"/>
                  </a:lnTo>
                  <a:lnTo>
                    <a:pt x="3988074" y="2381209"/>
                  </a:lnTo>
                  <a:lnTo>
                    <a:pt x="3953668" y="2378570"/>
                  </a:lnTo>
                  <a:lnTo>
                    <a:pt x="3902983" y="2374242"/>
                  </a:lnTo>
                  <a:lnTo>
                    <a:pt x="3836875" y="2367923"/>
                  </a:lnTo>
                  <a:lnTo>
                    <a:pt x="3758028" y="2359430"/>
                  </a:lnTo>
                  <a:lnTo>
                    <a:pt x="3670293" y="2348696"/>
                  </a:lnTo>
                  <a:lnTo>
                    <a:pt x="3577893" y="2335739"/>
                  </a:lnTo>
                  <a:lnTo>
                    <a:pt x="3484707" y="2320608"/>
                  </a:lnTo>
                  <a:lnTo>
                    <a:pt x="3393823" y="2303342"/>
                  </a:lnTo>
                  <a:lnTo>
                    <a:pt x="3307362" y="2283923"/>
                  </a:lnTo>
                  <a:lnTo>
                    <a:pt x="3226527" y="2262257"/>
                  </a:lnTo>
                  <a:lnTo>
                    <a:pt x="3151758" y="2238162"/>
                  </a:lnTo>
                  <a:lnTo>
                    <a:pt x="3082935" y="2211363"/>
                  </a:lnTo>
                  <a:lnTo>
                    <a:pt x="3019559" y="2181499"/>
                  </a:lnTo>
                  <a:lnTo>
                    <a:pt x="2960904" y="2148139"/>
                  </a:lnTo>
                  <a:lnTo>
                    <a:pt x="2906125" y="2110804"/>
                  </a:lnTo>
                  <a:lnTo>
                    <a:pt x="2854346" y="2069019"/>
                  </a:lnTo>
                  <a:lnTo>
                    <a:pt x="2804726" y="2022390"/>
                  </a:lnTo>
                  <a:lnTo>
                    <a:pt x="2770117" y="1985921"/>
                  </a:lnTo>
                  <a:lnTo>
                    <a:pt x="2730410" y="1940177"/>
                  </a:lnTo>
                  <a:lnTo>
                    <a:pt x="2691082" y="1890871"/>
                  </a:lnTo>
                  <a:lnTo>
                    <a:pt x="2651869" y="1837930"/>
                  </a:lnTo>
                  <a:lnTo>
                    <a:pt x="2612570" y="1781351"/>
                  </a:lnTo>
                  <a:lnTo>
                    <a:pt x="2573036" y="1721202"/>
                  </a:lnTo>
                  <a:lnTo>
                    <a:pt x="2533170" y="1657632"/>
                  </a:lnTo>
                  <a:lnTo>
                    <a:pt x="2492916" y="1590876"/>
                  </a:lnTo>
                  <a:lnTo>
                    <a:pt x="2452261" y="1521251"/>
                  </a:lnTo>
                  <a:lnTo>
                    <a:pt x="2411225" y="1449158"/>
                  </a:lnTo>
                  <a:lnTo>
                    <a:pt x="2369861" y="1375071"/>
                  </a:lnTo>
                  <a:lnTo>
                    <a:pt x="2328248" y="1299529"/>
                  </a:lnTo>
                  <a:lnTo>
                    <a:pt x="2286482" y="1223116"/>
                  </a:lnTo>
                  <a:lnTo>
                    <a:pt x="2244671" y="1146446"/>
                  </a:lnTo>
                  <a:lnTo>
                    <a:pt x="2202924" y="1070143"/>
                  </a:lnTo>
                  <a:lnTo>
                    <a:pt x="2161349" y="994817"/>
                  </a:lnTo>
                  <a:lnTo>
                    <a:pt x="2120038" y="921045"/>
                  </a:lnTo>
                  <a:lnTo>
                    <a:pt x="2079067" y="849356"/>
                  </a:lnTo>
                  <a:lnTo>
                    <a:pt x="2038481" y="780211"/>
                  </a:lnTo>
                  <a:lnTo>
                    <a:pt x="1998298" y="713997"/>
                  </a:lnTo>
                  <a:lnTo>
                    <a:pt x="1958496" y="651018"/>
                  </a:lnTo>
                  <a:lnTo>
                    <a:pt x="1919013" y="591491"/>
                  </a:lnTo>
                  <a:lnTo>
                    <a:pt x="1879741" y="535552"/>
                  </a:lnTo>
                  <a:lnTo>
                    <a:pt x="1840524" y="483256"/>
                  </a:lnTo>
                  <a:lnTo>
                    <a:pt x="1801149" y="434586"/>
                  </a:lnTo>
                  <a:lnTo>
                    <a:pt x="1768425" y="397184"/>
                  </a:lnTo>
                  <a:lnTo>
                    <a:pt x="1719896" y="346962"/>
                  </a:lnTo>
                  <a:lnTo>
                    <a:pt x="1669744" y="301739"/>
                  </a:lnTo>
                  <a:lnTo>
                    <a:pt x="1617200" y="261264"/>
                  </a:lnTo>
                  <a:lnTo>
                    <a:pt x="1561410" y="225107"/>
                  </a:lnTo>
                  <a:lnTo>
                    <a:pt x="1501496" y="192788"/>
                  </a:lnTo>
                  <a:lnTo>
                    <a:pt x="1436640" y="163835"/>
                  </a:lnTo>
                  <a:lnTo>
                    <a:pt x="1366165" y="137837"/>
                  </a:lnTo>
                  <a:lnTo>
                    <a:pt x="1289664" y="114457"/>
                  </a:lnTo>
                  <a:lnTo>
                    <a:pt x="1207157" y="93444"/>
                  </a:lnTo>
                  <a:lnTo>
                    <a:pt x="1119280" y="74642"/>
                  </a:lnTo>
                  <a:lnTo>
                    <a:pt x="1027483" y="57981"/>
                  </a:lnTo>
                  <a:lnTo>
                    <a:pt x="934167" y="43463"/>
                  </a:lnTo>
                  <a:lnTo>
                    <a:pt x="842671" y="31132"/>
                  </a:lnTo>
                  <a:lnTo>
                    <a:pt x="757033" y="21036"/>
                  </a:lnTo>
                  <a:lnTo>
                    <a:pt x="681449" y="13172"/>
                  </a:lnTo>
                  <a:lnTo>
                    <a:pt x="619519" y="7442"/>
                  </a:lnTo>
                  <a:lnTo>
                    <a:pt x="573462" y="3629"/>
                  </a:lnTo>
                  <a:lnTo>
                    <a:pt x="543539" y="1401"/>
                  </a:lnTo>
                  <a:lnTo>
                    <a:pt x="527866" y="348"/>
                  </a:lnTo>
                  <a:lnTo>
                    <a:pt x="522574" y="24"/>
                  </a:lnTo>
                  <a:lnTo>
                    <a:pt x="522133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506" name="pg506"/>
            <p:cNvSpPr/>
            <p:nvPr/>
          </p:nvSpPr>
          <p:spPr>
            <a:xfrm>
              <a:off x="386606" y="2913579"/>
              <a:ext cx="8554953" cy="2812291"/>
            </a:xfrm>
            <a:custGeom>
              <a:avLst/>
              <a:pathLst>
                <a:path w="8554953" h="2812291">
                  <a:moveTo>
                    <a:pt x="0" y="16941"/>
                  </a:moveTo>
                  <a:lnTo>
                    <a:pt x="522133" y="16941"/>
                  </a:lnTo>
                  <a:lnTo>
                    <a:pt x="523315" y="17009"/>
                  </a:lnTo>
                  <a:lnTo>
                    <a:pt x="531054" y="17497"/>
                  </a:lnTo>
                  <a:lnTo>
                    <a:pt x="550451" y="18845"/>
                  </a:lnTo>
                  <a:lnTo>
                    <a:pt x="584837" y="21495"/>
                  </a:lnTo>
                  <a:lnTo>
                    <a:pt x="635495" y="25841"/>
                  </a:lnTo>
                  <a:lnTo>
                    <a:pt x="701571" y="32186"/>
                  </a:lnTo>
                  <a:lnTo>
                    <a:pt x="780386" y="40714"/>
                  </a:lnTo>
                  <a:lnTo>
                    <a:pt x="868090" y="51493"/>
                  </a:lnTo>
                  <a:lnTo>
                    <a:pt x="960465" y="64505"/>
                  </a:lnTo>
                  <a:lnTo>
                    <a:pt x="1053633" y="79699"/>
                  </a:lnTo>
                  <a:lnTo>
                    <a:pt x="1144505" y="97039"/>
                  </a:lnTo>
                  <a:lnTo>
                    <a:pt x="1230960" y="116540"/>
                  </a:lnTo>
                  <a:lnTo>
                    <a:pt x="1311794" y="138297"/>
                  </a:lnTo>
                  <a:lnTo>
                    <a:pt x="1386564" y="162493"/>
                  </a:lnTo>
                  <a:lnTo>
                    <a:pt x="1455391" y="189404"/>
                  </a:lnTo>
                  <a:lnTo>
                    <a:pt x="1518770" y="219392"/>
                  </a:lnTo>
                  <a:lnTo>
                    <a:pt x="1577428" y="252889"/>
                  </a:lnTo>
                  <a:lnTo>
                    <a:pt x="1632208" y="290377"/>
                  </a:lnTo>
                  <a:lnTo>
                    <a:pt x="1683986" y="332332"/>
                  </a:lnTo>
                  <a:lnTo>
                    <a:pt x="1733602" y="379150"/>
                  </a:lnTo>
                  <a:lnTo>
                    <a:pt x="1768425" y="416008"/>
                  </a:lnTo>
                  <a:lnTo>
                    <a:pt x="1808065" y="461888"/>
                  </a:lnTo>
                  <a:lnTo>
                    <a:pt x="1847328" y="511335"/>
                  </a:lnTo>
                  <a:lnTo>
                    <a:pt x="1886474" y="564421"/>
                  </a:lnTo>
                  <a:lnTo>
                    <a:pt x="1925706" y="621151"/>
                  </a:lnTo>
                  <a:lnTo>
                    <a:pt x="1965170" y="681456"/>
                  </a:lnTo>
                  <a:lnTo>
                    <a:pt x="2004965" y="745188"/>
                  </a:lnTo>
                  <a:lnTo>
                    <a:pt x="2045147" y="812113"/>
                  </a:lnTo>
                  <a:lnTo>
                    <a:pt x="2085729" y="881916"/>
                  </a:lnTo>
                  <a:lnTo>
                    <a:pt x="2126690" y="954196"/>
                  </a:lnTo>
                  <a:lnTo>
                    <a:pt x="2167978" y="1028479"/>
                  </a:lnTo>
                  <a:lnTo>
                    <a:pt x="2209517" y="1104230"/>
                  </a:lnTo>
                  <a:lnTo>
                    <a:pt x="2251211" y="1180864"/>
                  </a:lnTo>
                  <a:lnTo>
                    <a:pt x="2292952" y="1257768"/>
                  </a:lnTo>
                  <a:lnTo>
                    <a:pt x="2334630" y="1334319"/>
                  </a:lnTo>
                  <a:lnTo>
                    <a:pt x="2376141" y="1409905"/>
                  </a:lnTo>
                  <a:lnTo>
                    <a:pt x="2417389" y="1483949"/>
                  </a:lnTo>
                  <a:lnTo>
                    <a:pt x="2458302" y="1555921"/>
                  </a:lnTo>
                  <a:lnTo>
                    <a:pt x="2498830" y="1625358"/>
                  </a:lnTo>
                  <a:lnTo>
                    <a:pt x="2538958" y="1691870"/>
                  </a:lnTo>
                  <a:lnTo>
                    <a:pt x="2578705" y="1755152"/>
                  </a:lnTo>
                  <a:lnTo>
                    <a:pt x="2618131" y="1814982"/>
                  </a:lnTo>
                  <a:lnTo>
                    <a:pt x="2657341" y="1871224"/>
                  </a:lnTo>
                  <a:lnTo>
                    <a:pt x="2696490" y="1923818"/>
                  </a:lnTo>
                  <a:lnTo>
                    <a:pt x="2735787" y="1972779"/>
                  </a:lnTo>
                  <a:lnTo>
                    <a:pt x="2770117" y="2012275"/>
                  </a:lnTo>
                  <a:lnTo>
                    <a:pt x="2818635" y="2062724"/>
                  </a:lnTo>
                  <a:lnTo>
                    <a:pt x="2868776" y="2108153"/>
                  </a:lnTo>
                  <a:lnTo>
                    <a:pt x="2921306" y="2148814"/>
                  </a:lnTo>
                  <a:lnTo>
                    <a:pt x="2977082" y="2185137"/>
                  </a:lnTo>
                  <a:lnTo>
                    <a:pt x="3036978" y="2217606"/>
                  </a:lnTo>
                  <a:lnTo>
                    <a:pt x="3101814" y="2246693"/>
                  </a:lnTo>
                  <a:lnTo>
                    <a:pt x="3172265" y="2272812"/>
                  </a:lnTo>
                  <a:lnTo>
                    <a:pt x="3248739" y="2296303"/>
                  </a:lnTo>
                  <a:lnTo>
                    <a:pt x="3331217" y="2317415"/>
                  </a:lnTo>
                  <a:lnTo>
                    <a:pt x="3419065" y="2336306"/>
                  </a:lnTo>
                  <a:lnTo>
                    <a:pt x="3510835" y="2353047"/>
                  </a:lnTo>
                  <a:lnTo>
                    <a:pt x="3604131" y="2367637"/>
                  </a:lnTo>
                  <a:lnTo>
                    <a:pt x="3695617" y="2380029"/>
                  </a:lnTo>
                  <a:lnTo>
                    <a:pt x="3781260" y="2390177"/>
                  </a:lnTo>
                  <a:lnTo>
                    <a:pt x="3856866" y="2398084"/>
                  </a:lnTo>
                  <a:lnTo>
                    <a:pt x="3918834" y="2403847"/>
                  </a:lnTo>
                  <a:lnTo>
                    <a:pt x="3964940" y="2407684"/>
                  </a:lnTo>
                  <a:lnTo>
                    <a:pt x="3994915" y="2409927"/>
                  </a:lnTo>
                  <a:lnTo>
                    <a:pt x="4010636" y="2410989"/>
                  </a:lnTo>
                  <a:lnTo>
                    <a:pt x="4015960" y="2411316"/>
                  </a:lnTo>
                  <a:lnTo>
                    <a:pt x="4016409" y="2411342"/>
                  </a:lnTo>
                  <a:lnTo>
                    <a:pt x="4538543" y="2411342"/>
                  </a:lnTo>
                  <a:lnTo>
                    <a:pt x="4539810" y="2411354"/>
                  </a:lnTo>
                  <a:lnTo>
                    <a:pt x="4548094" y="2411442"/>
                  </a:lnTo>
                  <a:lnTo>
                    <a:pt x="4568805" y="2411684"/>
                  </a:lnTo>
                  <a:lnTo>
                    <a:pt x="4605396" y="2412161"/>
                  </a:lnTo>
                  <a:lnTo>
                    <a:pt x="4659048" y="2412941"/>
                  </a:lnTo>
                  <a:lnTo>
                    <a:pt x="4728612" y="2414077"/>
                  </a:lnTo>
                  <a:lnTo>
                    <a:pt x="4811004" y="2415599"/>
                  </a:lnTo>
                  <a:lnTo>
                    <a:pt x="4901977" y="2417516"/>
                  </a:lnTo>
                  <a:lnTo>
                    <a:pt x="4997024" y="2419824"/>
                  </a:lnTo>
                  <a:lnTo>
                    <a:pt x="5092127" y="2422514"/>
                  </a:lnTo>
                  <a:lnTo>
                    <a:pt x="5184201" y="2425580"/>
                  </a:lnTo>
                  <a:lnTo>
                    <a:pt x="5271225" y="2429028"/>
                  </a:lnTo>
                  <a:lnTo>
                    <a:pt x="5352154" y="2432880"/>
                  </a:lnTo>
                  <a:lnTo>
                    <a:pt x="5426712" y="2437173"/>
                  </a:lnTo>
                  <a:lnTo>
                    <a:pt x="5495179" y="2441963"/>
                  </a:lnTo>
                  <a:lnTo>
                    <a:pt x="5558187" y="2447320"/>
                  </a:lnTo>
                  <a:lnTo>
                    <a:pt x="5616575" y="2453324"/>
                  </a:lnTo>
                  <a:lnTo>
                    <a:pt x="5671272" y="2460064"/>
                  </a:lnTo>
                  <a:lnTo>
                    <a:pt x="5723211" y="2467621"/>
                  </a:lnTo>
                  <a:lnTo>
                    <a:pt x="5773248" y="2476052"/>
                  </a:lnTo>
                  <a:lnTo>
                    <a:pt x="5784835" y="2478166"/>
                  </a:lnTo>
                  <a:lnTo>
                    <a:pt x="5838176" y="2488664"/>
                  </a:lnTo>
                  <a:lnTo>
                    <a:pt x="5891001" y="2500256"/>
                  </a:lnTo>
                  <a:lnTo>
                    <a:pt x="5943874" y="2512957"/>
                  </a:lnTo>
                  <a:lnTo>
                    <a:pt x="5997174" y="2526743"/>
                  </a:lnTo>
                  <a:lnTo>
                    <a:pt x="6051118" y="2541546"/>
                  </a:lnTo>
                  <a:lnTo>
                    <a:pt x="6105786" y="2557250"/>
                  </a:lnTo>
                  <a:lnTo>
                    <a:pt x="6161134" y="2573695"/>
                  </a:lnTo>
                  <a:lnTo>
                    <a:pt x="6217017" y="2590679"/>
                  </a:lnTo>
                  <a:lnTo>
                    <a:pt x="6273219" y="2607971"/>
                  </a:lnTo>
                  <a:lnTo>
                    <a:pt x="6329480" y="2625319"/>
                  </a:lnTo>
                  <a:lnTo>
                    <a:pt x="6385535" y="2642469"/>
                  </a:lnTo>
                  <a:lnTo>
                    <a:pt x="6441142" y="2659179"/>
                  </a:lnTo>
                  <a:lnTo>
                    <a:pt x="6496123" y="2675234"/>
                  </a:lnTo>
                  <a:lnTo>
                    <a:pt x="6550386" y="2690453"/>
                  </a:lnTo>
                  <a:lnTo>
                    <a:pt x="6603953" y="2704701"/>
                  </a:lnTo>
                  <a:lnTo>
                    <a:pt x="6656978" y="2717888"/>
                  </a:lnTo>
                  <a:lnTo>
                    <a:pt x="6709767" y="2729972"/>
                  </a:lnTo>
                  <a:lnTo>
                    <a:pt x="6762797" y="2740950"/>
                  </a:lnTo>
                  <a:lnTo>
                    <a:pt x="6786527" y="2745466"/>
                  </a:lnTo>
                  <a:lnTo>
                    <a:pt x="6836225" y="2754106"/>
                  </a:lnTo>
                  <a:lnTo>
                    <a:pt x="6887643" y="2761865"/>
                  </a:lnTo>
                  <a:lnTo>
                    <a:pt x="6941608" y="2768790"/>
                  </a:lnTo>
                  <a:lnTo>
                    <a:pt x="6999042" y="2774960"/>
                  </a:lnTo>
                  <a:lnTo>
                    <a:pt x="7060882" y="2780461"/>
                  </a:lnTo>
                  <a:lnTo>
                    <a:pt x="7127996" y="2785378"/>
                  </a:lnTo>
                  <a:lnTo>
                    <a:pt x="7201078" y="2789783"/>
                  </a:lnTo>
                  <a:lnTo>
                    <a:pt x="7280507" y="2793735"/>
                  </a:lnTo>
                  <a:lnTo>
                    <a:pt x="7366158" y="2797276"/>
                  </a:lnTo>
                  <a:lnTo>
                    <a:pt x="7457186" y="2800430"/>
                  </a:lnTo>
                  <a:lnTo>
                    <a:pt x="7551814" y="2803208"/>
                  </a:lnTo>
                  <a:lnTo>
                    <a:pt x="7647206" y="2805607"/>
                  </a:lnTo>
                  <a:lnTo>
                    <a:pt x="7739537" y="2807617"/>
                  </a:lnTo>
                  <a:lnTo>
                    <a:pt x="7824356" y="2809232"/>
                  </a:lnTo>
                  <a:lnTo>
                    <a:pt x="7897276" y="2810458"/>
                  </a:lnTo>
                  <a:lnTo>
                    <a:pt x="7954860" y="2811318"/>
                  </a:lnTo>
                  <a:lnTo>
                    <a:pt x="7995451" y="2811860"/>
                  </a:lnTo>
                  <a:lnTo>
                    <a:pt x="8019672" y="2812150"/>
                  </a:lnTo>
                  <a:lnTo>
                    <a:pt x="8030462" y="2812267"/>
                  </a:lnTo>
                  <a:lnTo>
                    <a:pt x="8032819" y="2812291"/>
                  </a:lnTo>
                  <a:lnTo>
                    <a:pt x="8554953" y="2812291"/>
                  </a:lnTo>
                  <a:lnTo>
                    <a:pt x="8554953" y="2795349"/>
                  </a:lnTo>
                  <a:lnTo>
                    <a:pt x="8032819" y="2795349"/>
                  </a:lnTo>
                  <a:lnTo>
                    <a:pt x="8031552" y="2795337"/>
                  </a:lnTo>
                  <a:lnTo>
                    <a:pt x="8023268" y="2795249"/>
                  </a:lnTo>
                  <a:lnTo>
                    <a:pt x="8002557" y="2795007"/>
                  </a:lnTo>
                  <a:lnTo>
                    <a:pt x="7965966" y="2794530"/>
                  </a:lnTo>
                  <a:lnTo>
                    <a:pt x="7912314" y="2793750"/>
                  </a:lnTo>
                  <a:lnTo>
                    <a:pt x="7842750" y="2792614"/>
                  </a:lnTo>
                  <a:lnTo>
                    <a:pt x="7760358" y="2791092"/>
                  </a:lnTo>
                  <a:lnTo>
                    <a:pt x="7669385" y="2789174"/>
                  </a:lnTo>
                  <a:lnTo>
                    <a:pt x="7574338" y="2786866"/>
                  </a:lnTo>
                  <a:lnTo>
                    <a:pt x="7479235" y="2784177"/>
                  </a:lnTo>
                  <a:lnTo>
                    <a:pt x="7387161" y="2781111"/>
                  </a:lnTo>
                  <a:lnTo>
                    <a:pt x="7300137" y="2777663"/>
                  </a:lnTo>
                  <a:lnTo>
                    <a:pt x="7219208" y="2773811"/>
                  </a:lnTo>
                  <a:lnTo>
                    <a:pt x="7144650" y="2769517"/>
                  </a:lnTo>
                  <a:lnTo>
                    <a:pt x="7076183" y="2764727"/>
                  </a:lnTo>
                  <a:lnTo>
                    <a:pt x="7013175" y="2759371"/>
                  </a:lnTo>
                  <a:lnTo>
                    <a:pt x="6954787" y="2753367"/>
                  </a:lnTo>
                  <a:lnTo>
                    <a:pt x="6900090" y="2746627"/>
                  </a:lnTo>
                  <a:lnTo>
                    <a:pt x="6848151" y="2739070"/>
                  </a:lnTo>
                  <a:lnTo>
                    <a:pt x="6798114" y="2730639"/>
                  </a:lnTo>
                  <a:lnTo>
                    <a:pt x="6786527" y="2728524"/>
                  </a:lnTo>
                  <a:lnTo>
                    <a:pt x="6733186" y="2718027"/>
                  </a:lnTo>
                  <a:lnTo>
                    <a:pt x="6680361" y="2706435"/>
                  </a:lnTo>
                  <a:lnTo>
                    <a:pt x="6627488" y="2693734"/>
                  </a:lnTo>
                  <a:lnTo>
                    <a:pt x="6574188" y="2679947"/>
                  </a:lnTo>
                  <a:lnTo>
                    <a:pt x="6520244" y="2665144"/>
                  </a:lnTo>
                  <a:lnTo>
                    <a:pt x="6465576" y="2649440"/>
                  </a:lnTo>
                  <a:lnTo>
                    <a:pt x="6410228" y="2632996"/>
                  </a:lnTo>
                  <a:lnTo>
                    <a:pt x="6354345" y="2616011"/>
                  </a:lnTo>
                  <a:lnTo>
                    <a:pt x="6298143" y="2598720"/>
                  </a:lnTo>
                  <a:lnTo>
                    <a:pt x="6241882" y="2581372"/>
                  </a:lnTo>
                  <a:lnTo>
                    <a:pt x="6185827" y="2564222"/>
                  </a:lnTo>
                  <a:lnTo>
                    <a:pt x="6130220" y="2547511"/>
                  </a:lnTo>
                  <a:lnTo>
                    <a:pt x="6075239" y="2531457"/>
                  </a:lnTo>
                  <a:lnTo>
                    <a:pt x="6020976" y="2516238"/>
                  </a:lnTo>
                  <a:lnTo>
                    <a:pt x="5967409" y="2501990"/>
                  </a:lnTo>
                  <a:lnTo>
                    <a:pt x="5914384" y="2488803"/>
                  </a:lnTo>
                  <a:lnTo>
                    <a:pt x="5861595" y="2476719"/>
                  </a:lnTo>
                  <a:lnTo>
                    <a:pt x="5808565" y="2465741"/>
                  </a:lnTo>
                  <a:lnTo>
                    <a:pt x="5784835" y="2461225"/>
                  </a:lnTo>
                  <a:lnTo>
                    <a:pt x="5735137" y="2452585"/>
                  </a:lnTo>
                  <a:lnTo>
                    <a:pt x="5683719" y="2444826"/>
                  </a:lnTo>
                  <a:lnTo>
                    <a:pt x="5629754" y="2437900"/>
                  </a:lnTo>
                  <a:lnTo>
                    <a:pt x="5572320" y="2431731"/>
                  </a:lnTo>
                  <a:lnTo>
                    <a:pt x="5510480" y="2426230"/>
                  </a:lnTo>
                  <a:lnTo>
                    <a:pt x="5443366" y="2421313"/>
                  </a:lnTo>
                  <a:lnTo>
                    <a:pt x="5370283" y="2416908"/>
                  </a:lnTo>
                  <a:lnTo>
                    <a:pt x="5290855" y="2412956"/>
                  </a:lnTo>
                  <a:lnTo>
                    <a:pt x="5205204" y="2409415"/>
                  </a:lnTo>
                  <a:lnTo>
                    <a:pt x="5114176" y="2406260"/>
                  </a:lnTo>
                  <a:lnTo>
                    <a:pt x="5019548" y="2403482"/>
                  </a:lnTo>
                  <a:lnTo>
                    <a:pt x="4924156" y="2401084"/>
                  </a:lnTo>
                  <a:lnTo>
                    <a:pt x="4831825" y="2399073"/>
                  </a:lnTo>
                  <a:lnTo>
                    <a:pt x="4747006" y="2397458"/>
                  </a:lnTo>
                  <a:lnTo>
                    <a:pt x="4674085" y="2396233"/>
                  </a:lnTo>
                  <a:lnTo>
                    <a:pt x="4616502" y="2395373"/>
                  </a:lnTo>
                  <a:lnTo>
                    <a:pt x="4575911" y="2394831"/>
                  </a:lnTo>
                  <a:lnTo>
                    <a:pt x="4551690" y="2394540"/>
                  </a:lnTo>
                  <a:lnTo>
                    <a:pt x="4540900" y="2394423"/>
                  </a:lnTo>
                  <a:lnTo>
                    <a:pt x="4538543" y="2394400"/>
                  </a:lnTo>
                  <a:lnTo>
                    <a:pt x="4016409" y="2394400"/>
                  </a:lnTo>
                  <a:lnTo>
                    <a:pt x="4015227" y="2394332"/>
                  </a:lnTo>
                  <a:lnTo>
                    <a:pt x="4007488" y="2393844"/>
                  </a:lnTo>
                  <a:lnTo>
                    <a:pt x="3988091" y="2392496"/>
                  </a:lnTo>
                  <a:lnTo>
                    <a:pt x="3953705" y="2389846"/>
                  </a:lnTo>
                  <a:lnTo>
                    <a:pt x="3903047" y="2385500"/>
                  </a:lnTo>
                  <a:lnTo>
                    <a:pt x="3836971" y="2379155"/>
                  </a:lnTo>
                  <a:lnTo>
                    <a:pt x="3758156" y="2370627"/>
                  </a:lnTo>
                  <a:lnTo>
                    <a:pt x="3670452" y="2359848"/>
                  </a:lnTo>
                  <a:lnTo>
                    <a:pt x="3578077" y="2346836"/>
                  </a:lnTo>
                  <a:lnTo>
                    <a:pt x="3484910" y="2331642"/>
                  </a:lnTo>
                  <a:lnTo>
                    <a:pt x="3394037" y="2314302"/>
                  </a:lnTo>
                  <a:lnTo>
                    <a:pt x="3307583" y="2294801"/>
                  </a:lnTo>
                  <a:lnTo>
                    <a:pt x="3226749" y="2273044"/>
                  </a:lnTo>
                  <a:lnTo>
                    <a:pt x="3151978" y="2248848"/>
                  </a:lnTo>
                  <a:lnTo>
                    <a:pt x="3083151" y="2221937"/>
                  </a:lnTo>
                  <a:lnTo>
                    <a:pt x="3019772" y="2191949"/>
                  </a:lnTo>
                  <a:lnTo>
                    <a:pt x="2961115" y="2158452"/>
                  </a:lnTo>
                  <a:lnTo>
                    <a:pt x="2906335" y="2120964"/>
                  </a:lnTo>
                  <a:lnTo>
                    <a:pt x="2854556" y="2079009"/>
                  </a:lnTo>
                  <a:lnTo>
                    <a:pt x="2804940" y="2032191"/>
                  </a:lnTo>
                  <a:lnTo>
                    <a:pt x="2770117" y="1995333"/>
                  </a:lnTo>
                  <a:lnTo>
                    <a:pt x="2730477" y="1949453"/>
                  </a:lnTo>
                  <a:lnTo>
                    <a:pt x="2691215" y="1900006"/>
                  </a:lnTo>
                  <a:lnTo>
                    <a:pt x="2652068" y="1846920"/>
                  </a:lnTo>
                  <a:lnTo>
                    <a:pt x="2612836" y="1790190"/>
                  </a:lnTo>
                  <a:lnTo>
                    <a:pt x="2573372" y="1729885"/>
                  </a:lnTo>
                  <a:lnTo>
                    <a:pt x="2533577" y="1666153"/>
                  </a:lnTo>
                  <a:lnTo>
                    <a:pt x="2493396" y="1599228"/>
                  </a:lnTo>
                  <a:lnTo>
                    <a:pt x="2452814" y="1529425"/>
                  </a:lnTo>
                  <a:lnTo>
                    <a:pt x="2411852" y="1457146"/>
                  </a:lnTo>
                  <a:lnTo>
                    <a:pt x="2370564" y="1382862"/>
                  </a:lnTo>
                  <a:lnTo>
                    <a:pt x="2329025" y="1307111"/>
                  </a:lnTo>
                  <a:lnTo>
                    <a:pt x="2287332" y="1230477"/>
                  </a:lnTo>
                  <a:lnTo>
                    <a:pt x="2245590" y="1153573"/>
                  </a:lnTo>
                  <a:lnTo>
                    <a:pt x="2203912" y="1077022"/>
                  </a:lnTo>
                  <a:lnTo>
                    <a:pt x="2162401" y="1001436"/>
                  </a:lnTo>
                  <a:lnTo>
                    <a:pt x="2121153" y="927392"/>
                  </a:lnTo>
                  <a:lnTo>
                    <a:pt x="2080240" y="855420"/>
                  </a:lnTo>
                  <a:lnTo>
                    <a:pt x="2039712" y="785983"/>
                  </a:lnTo>
                  <a:lnTo>
                    <a:pt x="1999584" y="719471"/>
                  </a:lnTo>
                  <a:lnTo>
                    <a:pt x="1959838" y="656189"/>
                  </a:lnTo>
                  <a:lnTo>
                    <a:pt x="1920412" y="596359"/>
                  </a:lnTo>
                  <a:lnTo>
                    <a:pt x="1881201" y="540117"/>
                  </a:lnTo>
                  <a:lnTo>
                    <a:pt x="1842052" y="487523"/>
                  </a:lnTo>
                  <a:lnTo>
                    <a:pt x="1802755" y="438562"/>
                  </a:lnTo>
                  <a:lnTo>
                    <a:pt x="1768425" y="399066"/>
                  </a:lnTo>
                  <a:lnTo>
                    <a:pt x="1719907" y="348617"/>
                  </a:lnTo>
                  <a:lnTo>
                    <a:pt x="1669766" y="303188"/>
                  </a:lnTo>
                  <a:lnTo>
                    <a:pt x="1617236" y="262527"/>
                  </a:lnTo>
                  <a:lnTo>
                    <a:pt x="1561460" y="226204"/>
                  </a:lnTo>
                  <a:lnTo>
                    <a:pt x="1501564" y="193735"/>
                  </a:lnTo>
                  <a:lnTo>
                    <a:pt x="1436728" y="164648"/>
                  </a:lnTo>
                  <a:lnTo>
                    <a:pt x="1366277" y="138529"/>
                  </a:lnTo>
                  <a:lnTo>
                    <a:pt x="1289803" y="115038"/>
                  </a:lnTo>
                  <a:lnTo>
                    <a:pt x="1207325" y="93926"/>
                  </a:lnTo>
                  <a:lnTo>
                    <a:pt x="1119477" y="75035"/>
                  </a:lnTo>
                  <a:lnTo>
                    <a:pt x="1027707" y="58294"/>
                  </a:lnTo>
                  <a:lnTo>
                    <a:pt x="934411" y="43704"/>
                  </a:lnTo>
                  <a:lnTo>
                    <a:pt x="842925" y="31312"/>
                  </a:lnTo>
                  <a:lnTo>
                    <a:pt x="757282" y="21164"/>
                  </a:lnTo>
                  <a:lnTo>
                    <a:pt x="681676" y="13257"/>
                  </a:lnTo>
                  <a:lnTo>
                    <a:pt x="619709" y="7494"/>
                  </a:lnTo>
                  <a:lnTo>
                    <a:pt x="573603" y="3658"/>
                  </a:lnTo>
                  <a:lnTo>
                    <a:pt x="543627" y="1414"/>
                  </a:lnTo>
                  <a:lnTo>
                    <a:pt x="527906" y="352"/>
                  </a:lnTo>
                  <a:lnTo>
                    <a:pt x="522582" y="25"/>
                  </a:lnTo>
                  <a:lnTo>
                    <a:pt x="5221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507" name="pl507"/>
            <p:cNvSpPr/>
            <p:nvPr/>
          </p:nvSpPr>
          <p:spPr>
            <a:xfrm>
              <a:off x="386606" y="2930521"/>
              <a:ext cx="8554953" cy="2795349"/>
            </a:xfrm>
            <a:custGeom>
              <a:avLst/>
              <a:pathLst>
                <a:path w="8554953" h="2795349">
                  <a:moveTo>
                    <a:pt x="0" y="0"/>
                  </a:moveTo>
                  <a:lnTo>
                    <a:pt x="522133" y="0"/>
                  </a:lnTo>
                  <a:lnTo>
                    <a:pt x="523315" y="68"/>
                  </a:lnTo>
                  <a:lnTo>
                    <a:pt x="531054" y="555"/>
                  </a:lnTo>
                  <a:lnTo>
                    <a:pt x="550451" y="1904"/>
                  </a:lnTo>
                  <a:lnTo>
                    <a:pt x="584837" y="4553"/>
                  </a:lnTo>
                  <a:lnTo>
                    <a:pt x="635495" y="8899"/>
                  </a:lnTo>
                  <a:lnTo>
                    <a:pt x="701571" y="15245"/>
                  </a:lnTo>
                  <a:lnTo>
                    <a:pt x="780386" y="23773"/>
                  </a:lnTo>
                  <a:lnTo>
                    <a:pt x="868090" y="34551"/>
                  </a:lnTo>
                  <a:lnTo>
                    <a:pt x="960465" y="47563"/>
                  </a:lnTo>
                  <a:lnTo>
                    <a:pt x="1053633" y="62758"/>
                  </a:lnTo>
                  <a:lnTo>
                    <a:pt x="1144505" y="80097"/>
                  </a:lnTo>
                  <a:lnTo>
                    <a:pt x="1230960" y="99599"/>
                  </a:lnTo>
                  <a:lnTo>
                    <a:pt x="1311794" y="121355"/>
                  </a:lnTo>
                  <a:lnTo>
                    <a:pt x="1386564" y="145552"/>
                  </a:lnTo>
                  <a:lnTo>
                    <a:pt x="1455391" y="172463"/>
                  </a:lnTo>
                  <a:lnTo>
                    <a:pt x="1518770" y="202450"/>
                  </a:lnTo>
                  <a:lnTo>
                    <a:pt x="1577428" y="235948"/>
                  </a:lnTo>
                  <a:lnTo>
                    <a:pt x="1632208" y="273435"/>
                  </a:lnTo>
                  <a:lnTo>
                    <a:pt x="1683986" y="315391"/>
                  </a:lnTo>
                  <a:lnTo>
                    <a:pt x="1733602" y="362209"/>
                  </a:lnTo>
                  <a:lnTo>
                    <a:pt x="1768425" y="399066"/>
                  </a:lnTo>
                  <a:lnTo>
                    <a:pt x="1808065" y="444946"/>
                  </a:lnTo>
                  <a:lnTo>
                    <a:pt x="1847328" y="494394"/>
                  </a:lnTo>
                  <a:lnTo>
                    <a:pt x="1886474" y="547480"/>
                  </a:lnTo>
                  <a:lnTo>
                    <a:pt x="1925706" y="604209"/>
                  </a:lnTo>
                  <a:lnTo>
                    <a:pt x="1965170" y="664514"/>
                  </a:lnTo>
                  <a:lnTo>
                    <a:pt x="2004965" y="728246"/>
                  </a:lnTo>
                  <a:lnTo>
                    <a:pt x="2045147" y="795172"/>
                  </a:lnTo>
                  <a:lnTo>
                    <a:pt x="2085729" y="864974"/>
                  </a:lnTo>
                  <a:lnTo>
                    <a:pt x="2126690" y="937254"/>
                  </a:lnTo>
                  <a:lnTo>
                    <a:pt x="2167978" y="1011538"/>
                  </a:lnTo>
                  <a:lnTo>
                    <a:pt x="2209517" y="1087289"/>
                  </a:lnTo>
                  <a:lnTo>
                    <a:pt x="2251211" y="1163923"/>
                  </a:lnTo>
                  <a:lnTo>
                    <a:pt x="2292952" y="1240827"/>
                  </a:lnTo>
                  <a:lnTo>
                    <a:pt x="2334630" y="1317377"/>
                  </a:lnTo>
                  <a:lnTo>
                    <a:pt x="2376141" y="1392964"/>
                  </a:lnTo>
                  <a:lnTo>
                    <a:pt x="2417389" y="1467008"/>
                  </a:lnTo>
                  <a:lnTo>
                    <a:pt x="2458302" y="1538980"/>
                  </a:lnTo>
                  <a:lnTo>
                    <a:pt x="2498830" y="1608416"/>
                  </a:lnTo>
                  <a:lnTo>
                    <a:pt x="2538958" y="1674929"/>
                  </a:lnTo>
                  <a:lnTo>
                    <a:pt x="2578705" y="1738210"/>
                  </a:lnTo>
                  <a:lnTo>
                    <a:pt x="2618131" y="1798041"/>
                  </a:lnTo>
                  <a:lnTo>
                    <a:pt x="2657341" y="1854282"/>
                  </a:lnTo>
                  <a:lnTo>
                    <a:pt x="2696490" y="1906876"/>
                  </a:lnTo>
                  <a:lnTo>
                    <a:pt x="2735787" y="1955838"/>
                  </a:lnTo>
                  <a:lnTo>
                    <a:pt x="2770117" y="1995333"/>
                  </a:lnTo>
                  <a:lnTo>
                    <a:pt x="2818635" y="2045782"/>
                  </a:lnTo>
                  <a:lnTo>
                    <a:pt x="2868776" y="2091211"/>
                  </a:lnTo>
                  <a:lnTo>
                    <a:pt x="2921306" y="2131873"/>
                  </a:lnTo>
                  <a:lnTo>
                    <a:pt x="2977082" y="2168195"/>
                  </a:lnTo>
                  <a:lnTo>
                    <a:pt x="3036978" y="2200665"/>
                  </a:lnTo>
                  <a:lnTo>
                    <a:pt x="3101814" y="2229751"/>
                  </a:lnTo>
                  <a:lnTo>
                    <a:pt x="3172265" y="2255871"/>
                  </a:lnTo>
                  <a:lnTo>
                    <a:pt x="3248739" y="2279361"/>
                  </a:lnTo>
                  <a:lnTo>
                    <a:pt x="3331217" y="2300473"/>
                  </a:lnTo>
                  <a:lnTo>
                    <a:pt x="3419065" y="2319364"/>
                  </a:lnTo>
                  <a:lnTo>
                    <a:pt x="3510835" y="2336106"/>
                  </a:lnTo>
                  <a:lnTo>
                    <a:pt x="3604131" y="2350695"/>
                  </a:lnTo>
                  <a:lnTo>
                    <a:pt x="3695617" y="2363088"/>
                  </a:lnTo>
                  <a:lnTo>
                    <a:pt x="3781260" y="2373236"/>
                  </a:lnTo>
                  <a:lnTo>
                    <a:pt x="3856866" y="2381143"/>
                  </a:lnTo>
                  <a:lnTo>
                    <a:pt x="3918834" y="2386905"/>
                  </a:lnTo>
                  <a:lnTo>
                    <a:pt x="3964940" y="2390742"/>
                  </a:lnTo>
                  <a:lnTo>
                    <a:pt x="3994915" y="2392985"/>
                  </a:lnTo>
                  <a:lnTo>
                    <a:pt x="4010636" y="2394048"/>
                  </a:lnTo>
                  <a:lnTo>
                    <a:pt x="4015960" y="2394375"/>
                  </a:lnTo>
                  <a:lnTo>
                    <a:pt x="4016409" y="2394400"/>
                  </a:lnTo>
                  <a:lnTo>
                    <a:pt x="4538543" y="2394400"/>
                  </a:lnTo>
                  <a:lnTo>
                    <a:pt x="4539810" y="2394412"/>
                  </a:lnTo>
                  <a:lnTo>
                    <a:pt x="4548094" y="2394500"/>
                  </a:lnTo>
                  <a:lnTo>
                    <a:pt x="4568805" y="2394743"/>
                  </a:lnTo>
                  <a:lnTo>
                    <a:pt x="4605396" y="2395219"/>
                  </a:lnTo>
                  <a:lnTo>
                    <a:pt x="4659048" y="2395999"/>
                  </a:lnTo>
                  <a:lnTo>
                    <a:pt x="4728612" y="2397135"/>
                  </a:lnTo>
                  <a:lnTo>
                    <a:pt x="4811004" y="2398657"/>
                  </a:lnTo>
                  <a:lnTo>
                    <a:pt x="4901977" y="2400575"/>
                  </a:lnTo>
                  <a:lnTo>
                    <a:pt x="4997024" y="2402883"/>
                  </a:lnTo>
                  <a:lnTo>
                    <a:pt x="5092127" y="2405572"/>
                  </a:lnTo>
                  <a:lnTo>
                    <a:pt x="5184201" y="2408638"/>
                  </a:lnTo>
                  <a:lnTo>
                    <a:pt x="5271225" y="2412086"/>
                  </a:lnTo>
                  <a:lnTo>
                    <a:pt x="5352154" y="2415938"/>
                  </a:lnTo>
                  <a:lnTo>
                    <a:pt x="5426712" y="2420232"/>
                  </a:lnTo>
                  <a:lnTo>
                    <a:pt x="5495179" y="2425022"/>
                  </a:lnTo>
                  <a:lnTo>
                    <a:pt x="5558187" y="2430378"/>
                  </a:lnTo>
                  <a:lnTo>
                    <a:pt x="5616575" y="2436383"/>
                  </a:lnTo>
                  <a:lnTo>
                    <a:pt x="5671272" y="2443122"/>
                  </a:lnTo>
                  <a:lnTo>
                    <a:pt x="5723211" y="2450679"/>
                  </a:lnTo>
                  <a:lnTo>
                    <a:pt x="5773248" y="2459110"/>
                  </a:lnTo>
                  <a:lnTo>
                    <a:pt x="5784835" y="2461225"/>
                  </a:lnTo>
                  <a:lnTo>
                    <a:pt x="5838176" y="2471722"/>
                  </a:lnTo>
                  <a:lnTo>
                    <a:pt x="5891001" y="2483314"/>
                  </a:lnTo>
                  <a:lnTo>
                    <a:pt x="5943874" y="2496016"/>
                  </a:lnTo>
                  <a:lnTo>
                    <a:pt x="5997174" y="2509802"/>
                  </a:lnTo>
                  <a:lnTo>
                    <a:pt x="6051118" y="2524605"/>
                  </a:lnTo>
                  <a:lnTo>
                    <a:pt x="6105786" y="2540309"/>
                  </a:lnTo>
                  <a:lnTo>
                    <a:pt x="6161134" y="2556754"/>
                  </a:lnTo>
                  <a:lnTo>
                    <a:pt x="6217017" y="2573738"/>
                  </a:lnTo>
                  <a:lnTo>
                    <a:pt x="6273219" y="2591029"/>
                  </a:lnTo>
                  <a:lnTo>
                    <a:pt x="6329480" y="2608377"/>
                  </a:lnTo>
                  <a:lnTo>
                    <a:pt x="6385535" y="2625527"/>
                  </a:lnTo>
                  <a:lnTo>
                    <a:pt x="6441142" y="2642238"/>
                  </a:lnTo>
                  <a:lnTo>
                    <a:pt x="6496123" y="2658292"/>
                  </a:lnTo>
                  <a:lnTo>
                    <a:pt x="6550386" y="2673511"/>
                  </a:lnTo>
                  <a:lnTo>
                    <a:pt x="6603953" y="2687759"/>
                  </a:lnTo>
                  <a:lnTo>
                    <a:pt x="6656978" y="2700947"/>
                  </a:lnTo>
                  <a:lnTo>
                    <a:pt x="6709767" y="2713030"/>
                  </a:lnTo>
                  <a:lnTo>
                    <a:pt x="6762797" y="2724008"/>
                  </a:lnTo>
                  <a:lnTo>
                    <a:pt x="6786527" y="2728524"/>
                  </a:lnTo>
                  <a:lnTo>
                    <a:pt x="6836225" y="2737164"/>
                  </a:lnTo>
                  <a:lnTo>
                    <a:pt x="6887643" y="2744923"/>
                  </a:lnTo>
                  <a:lnTo>
                    <a:pt x="6941608" y="2751849"/>
                  </a:lnTo>
                  <a:lnTo>
                    <a:pt x="6999042" y="2758018"/>
                  </a:lnTo>
                  <a:lnTo>
                    <a:pt x="7060882" y="2763520"/>
                  </a:lnTo>
                  <a:lnTo>
                    <a:pt x="7127996" y="2768436"/>
                  </a:lnTo>
                  <a:lnTo>
                    <a:pt x="7201078" y="2772841"/>
                  </a:lnTo>
                  <a:lnTo>
                    <a:pt x="7280507" y="2776793"/>
                  </a:lnTo>
                  <a:lnTo>
                    <a:pt x="7366158" y="2780334"/>
                  </a:lnTo>
                  <a:lnTo>
                    <a:pt x="7457186" y="2783489"/>
                  </a:lnTo>
                  <a:lnTo>
                    <a:pt x="7551814" y="2786267"/>
                  </a:lnTo>
                  <a:lnTo>
                    <a:pt x="7647206" y="2788666"/>
                  </a:lnTo>
                  <a:lnTo>
                    <a:pt x="7739537" y="2790676"/>
                  </a:lnTo>
                  <a:lnTo>
                    <a:pt x="7824356" y="2792291"/>
                  </a:lnTo>
                  <a:lnTo>
                    <a:pt x="7897276" y="2793516"/>
                  </a:lnTo>
                  <a:lnTo>
                    <a:pt x="7954860" y="2794376"/>
                  </a:lnTo>
                  <a:lnTo>
                    <a:pt x="7995451" y="2794918"/>
                  </a:lnTo>
                  <a:lnTo>
                    <a:pt x="8019672" y="2795209"/>
                  </a:lnTo>
                  <a:lnTo>
                    <a:pt x="8030462" y="2795326"/>
                  </a:lnTo>
                  <a:lnTo>
                    <a:pt x="8032802" y="2795349"/>
                  </a:lnTo>
                  <a:lnTo>
                    <a:pt x="8032819" y="2795349"/>
                  </a:lnTo>
                  <a:lnTo>
                    <a:pt x="8554953" y="2795349"/>
                  </a:lnTo>
                  <a:lnTo>
                    <a:pt x="8554953" y="2795349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508" name="pl508"/>
            <p:cNvSpPr/>
            <p:nvPr/>
          </p:nvSpPr>
          <p:spPr>
            <a:xfrm>
              <a:off x="386606" y="2913579"/>
              <a:ext cx="8554953" cy="2795349"/>
            </a:xfrm>
            <a:custGeom>
              <a:avLst/>
              <a:pathLst>
                <a:path w="8554953" h="2795349">
                  <a:moveTo>
                    <a:pt x="8554953" y="2795349"/>
                  </a:moveTo>
                  <a:lnTo>
                    <a:pt x="8032819" y="2795349"/>
                  </a:lnTo>
                  <a:lnTo>
                    <a:pt x="8031552" y="2795337"/>
                  </a:lnTo>
                  <a:lnTo>
                    <a:pt x="8023268" y="2795249"/>
                  </a:lnTo>
                  <a:lnTo>
                    <a:pt x="8002557" y="2795007"/>
                  </a:lnTo>
                  <a:lnTo>
                    <a:pt x="7965966" y="2794530"/>
                  </a:lnTo>
                  <a:lnTo>
                    <a:pt x="7912314" y="2793750"/>
                  </a:lnTo>
                  <a:lnTo>
                    <a:pt x="7842750" y="2792614"/>
                  </a:lnTo>
                  <a:lnTo>
                    <a:pt x="7760358" y="2791092"/>
                  </a:lnTo>
                  <a:lnTo>
                    <a:pt x="7669385" y="2789174"/>
                  </a:lnTo>
                  <a:lnTo>
                    <a:pt x="7574338" y="2786866"/>
                  </a:lnTo>
                  <a:lnTo>
                    <a:pt x="7479235" y="2784177"/>
                  </a:lnTo>
                  <a:lnTo>
                    <a:pt x="7387161" y="2781111"/>
                  </a:lnTo>
                  <a:lnTo>
                    <a:pt x="7300137" y="2777663"/>
                  </a:lnTo>
                  <a:lnTo>
                    <a:pt x="7219208" y="2773811"/>
                  </a:lnTo>
                  <a:lnTo>
                    <a:pt x="7144650" y="2769517"/>
                  </a:lnTo>
                  <a:lnTo>
                    <a:pt x="7076183" y="2764727"/>
                  </a:lnTo>
                  <a:lnTo>
                    <a:pt x="7013175" y="2759371"/>
                  </a:lnTo>
                  <a:lnTo>
                    <a:pt x="6954787" y="2753367"/>
                  </a:lnTo>
                  <a:lnTo>
                    <a:pt x="6900090" y="2746627"/>
                  </a:lnTo>
                  <a:lnTo>
                    <a:pt x="6848151" y="2739070"/>
                  </a:lnTo>
                  <a:lnTo>
                    <a:pt x="6798114" y="2730639"/>
                  </a:lnTo>
                  <a:lnTo>
                    <a:pt x="6786527" y="2728524"/>
                  </a:lnTo>
                  <a:lnTo>
                    <a:pt x="6733186" y="2718027"/>
                  </a:lnTo>
                  <a:lnTo>
                    <a:pt x="6680361" y="2706435"/>
                  </a:lnTo>
                  <a:lnTo>
                    <a:pt x="6627488" y="2693734"/>
                  </a:lnTo>
                  <a:lnTo>
                    <a:pt x="6574188" y="2679947"/>
                  </a:lnTo>
                  <a:lnTo>
                    <a:pt x="6520244" y="2665144"/>
                  </a:lnTo>
                  <a:lnTo>
                    <a:pt x="6465576" y="2649440"/>
                  </a:lnTo>
                  <a:lnTo>
                    <a:pt x="6410228" y="2632996"/>
                  </a:lnTo>
                  <a:lnTo>
                    <a:pt x="6354345" y="2616011"/>
                  </a:lnTo>
                  <a:lnTo>
                    <a:pt x="6298143" y="2598720"/>
                  </a:lnTo>
                  <a:lnTo>
                    <a:pt x="6241882" y="2581372"/>
                  </a:lnTo>
                  <a:lnTo>
                    <a:pt x="6185827" y="2564222"/>
                  </a:lnTo>
                  <a:lnTo>
                    <a:pt x="6130220" y="2547511"/>
                  </a:lnTo>
                  <a:lnTo>
                    <a:pt x="6075239" y="2531457"/>
                  </a:lnTo>
                  <a:lnTo>
                    <a:pt x="6020976" y="2516238"/>
                  </a:lnTo>
                  <a:lnTo>
                    <a:pt x="5967409" y="2501990"/>
                  </a:lnTo>
                  <a:lnTo>
                    <a:pt x="5914384" y="2488803"/>
                  </a:lnTo>
                  <a:lnTo>
                    <a:pt x="5861595" y="2476719"/>
                  </a:lnTo>
                  <a:lnTo>
                    <a:pt x="5808565" y="2465741"/>
                  </a:lnTo>
                  <a:lnTo>
                    <a:pt x="5784835" y="2461225"/>
                  </a:lnTo>
                  <a:lnTo>
                    <a:pt x="5735137" y="2452585"/>
                  </a:lnTo>
                  <a:lnTo>
                    <a:pt x="5683719" y="2444826"/>
                  </a:lnTo>
                  <a:lnTo>
                    <a:pt x="5629754" y="2437900"/>
                  </a:lnTo>
                  <a:lnTo>
                    <a:pt x="5572320" y="2431731"/>
                  </a:lnTo>
                  <a:lnTo>
                    <a:pt x="5510480" y="2426230"/>
                  </a:lnTo>
                  <a:lnTo>
                    <a:pt x="5443366" y="2421313"/>
                  </a:lnTo>
                  <a:lnTo>
                    <a:pt x="5370283" y="2416908"/>
                  </a:lnTo>
                  <a:lnTo>
                    <a:pt x="5290855" y="2412956"/>
                  </a:lnTo>
                  <a:lnTo>
                    <a:pt x="5205204" y="2409415"/>
                  </a:lnTo>
                  <a:lnTo>
                    <a:pt x="5114176" y="2406260"/>
                  </a:lnTo>
                  <a:lnTo>
                    <a:pt x="5019548" y="2403482"/>
                  </a:lnTo>
                  <a:lnTo>
                    <a:pt x="4924156" y="2401084"/>
                  </a:lnTo>
                  <a:lnTo>
                    <a:pt x="4831825" y="2399073"/>
                  </a:lnTo>
                  <a:lnTo>
                    <a:pt x="4747006" y="2397458"/>
                  </a:lnTo>
                  <a:lnTo>
                    <a:pt x="4674085" y="2396233"/>
                  </a:lnTo>
                  <a:lnTo>
                    <a:pt x="4616502" y="2395373"/>
                  </a:lnTo>
                  <a:lnTo>
                    <a:pt x="4575911" y="2394831"/>
                  </a:lnTo>
                  <a:lnTo>
                    <a:pt x="4551690" y="2394540"/>
                  </a:lnTo>
                  <a:lnTo>
                    <a:pt x="4540900" y="2394423"/>
                  </a:lnTo>
                  <a:lnTo>
                    <a:pt x="4538560" y="2394400"/>
                  </a:lnTo>
                  <a:lnTo>
                    <a:pt x="4538543" y="2394400"/>
                  </a:lnTo>
                  <a:lnTo>
                    <a:pt x="4016409" y="2394400"/>
                  </a:lnTo>
                  <a:lnTo>
                    <a:pt x="4015227" y="2394332"/>
                  </a:lnTo>
                  <a:lnTo>
                    <a:pt x="4007488" y="2393844"/>
                  </a:lnTo>
                  <a:lnTo>
                    <a:pt x="3988091" y="2392496"/>
                  </a:lnTo>
                  <a:lnTo>
                    <a:pt x="3953705" y="2389846"/>
                  </a:lnTo>
                  <a:lnTo>
                    <a:pt x="3903047" y="2385500"/>
                  </a:lnTo>
                  <a:lnTo>
                    <a:pt x="3836971" y="2379155"/>
                  </a:lnTo>
                  <a:lnTo>
                    <a:pt x="3758156" y="2370627"/>
                  </a:lnTo>
                  <a:lnTo>
                    <a:pt x="3670452" y="2359848"/>
                  </a:lnTo>
                  <a:lnTo>
                    <a:pt x="3578077" y="2346836"/>
                  </a:lnTo>
                  <a:lnTo>
                    <a:pt x="3484910" y="2331642"/>
                  </a:lnTo>
                  <a:lnTo>
                    <a:pt x="3394037" y="2314302"/>
                  </a:lnTo>
                  <a:lnTo>
                    <a:pt x="3307583" y="2294801"/>
                  </a:lnTo>
                  <a:lnTo>
                    <a:pt x="3226749" y="2273044"/>
                  </a:lnTo>
                  <a:lnTo>
                    <a:pt x="3151978" y="2248848"/>
                  </a:lnTo>
                  <a:lnTo>
                    <a:pt x="3083151" y="2221937"/>
                  </a:lnTo>
                  <a:lnTo>
                    <a:pt x="3019772" y="2191949"/>
                  </a:lnTo>
                  <a:lnTo>
                    <a:pt x="2961115" y="2158452"/>
                  </a:lnTo>
                  <a:lnTo>
                    <a:pt x="2906335" y="2120964"/>
                  </a:lnTo>
                  <a:lnTo>
                    <a:pt x="2854556" y="2079009"/>
                  </a:lnTo>
                  <a:lnTo>
                    <a:pt x="2804940" y="2032191"/>
                  </a:lnTo>
                  <a:lnTo>
                    <a:pt x="2770117" y="1995333"/>
                  </a:lnTo>
                  <a:lnTo>
                    <a:pt x="2730477" y="1949453"/>
                  </a:lnTo>
                  <a:lnTo>
                    <a:pt x="2691215" y="1900006"/>
                  </a:lnTo>
                  <a:lnTo>
                    <a:pt x="2652068" y="1846920"/>
                  </a:lnTo>
                  <a:lnTo>
                    <a:pt x="2612836" y="1790190"/>
                  </a:lnTo>
                  <a:lnTo>
                    <a:pt x="2573372" y="1729885"/>
                  </a:lnTo>
                  <a:lnTo>
                    <a:pt x="2533577" y="1666153"/>
                  </a:lnTo>
                  <a:lnTo>
                    <a:pt x="2493396" y="1599228"/>
                  </a:lnTo>
                  <a:lnTo>
                    <a:pt x="2452814" y="1529425"/>
                  </a:lnTo>
                  <a:lnTo>
                    <a:pt x="2411852" y="1457146"/>
                  </a:lnTo>
                  <a:lnTo>
                    <a:pt x="2370564" y="1382862"/>
                  </a:lnTo>
                  <a:lnTo>
                    <a:pt x="2329025" y="1307111"/>
                  </a:lnTo>
                  <a:lnTo>
                    <a:pt x="2287332" y="1230477"/>
                  </a:lnTo>
                  <a:lnTo>
                    <a:pt x="2245590" y="1153573"/>
                  </a:lnTo>
                  <a:lnTo>
                    <a:pt x="2203912" y="1077022"/>
                  </a:lnTo>
                  <a:lnTo>
                    <a:pt x="2162401" y="1001436"/>
                  </a:lnTo>
                  <a:lnTo>
                    <a:pt x="2121153" y="927392"/>
                  </a:lnTo>
                  <a:lnTo>
                    <a:pt x="2080240" y="855420"/>
                  </a:lnTo>
                  <a:lnTo>
                    <a:pt x="2039712" y="785983"/>
                  </a:lnTo>
                  <a:lnTo>
                    <a:pt x="1999584" y="719471"/>
                  </a:lnTo>
                  <a:lnTo>
                    <a:pt x="1959838" y="656189"/>
                  </a:lnTo>
                  <a:lnTo>
                    <a:pt x="1920412" y="596359"/>
                  </a:lnTo>
                  <a:lnTo>
                    <a:pt x="1881201" y="540117"/>
                  </a:lnTo>
                  <a:lnTo>
                    <a:pt x="1842052" y="487523"/>
                  </a:lnTo>
                  <a:lnTo>
                    <a:pt x="1802755" y="438562"/>
                  </a:lnTo>
                  <a:lnTo>
                    <a:pt x="1768425" y="399066"/>
                  </a:lnTo>
                  <a:lnTo>
                    <a:pt x="1719907" y="348617"/>
                  </a:lnTo>
                  <a:lnTo>
                    <a:pt x="1669766" y="303188"/>
                  </a:lnTo>
                  <a:lnTo>
                    <a:pt x="1617236" y="262527"/>
                  </a:lnTo>
                  <a:lnTo>
                    <a:pt x="1561460" y="226204"/>
                  </a:lnTo>
                  <a:lnTo>
                    <a:pt x="1501564" y="193735"/>
                  </a:lnTo>
                  <a:lnTo>
                    <a:pt x="1436728" y="164648"/>
                  </a:lnTo>
                  <a:lnTo>
                    <a:pt x="1366277" y="138529"/>
                  </a:lnTo>
                  <a:lnTo>
                    <a:pt x="1289803" y="115038"/>
                  </a:lnTo>
                  <a:lnTo>
                    <a:pt x="1207325" y="93926"/>
                  </a:lnTo>
                  <a:lnTo>
                    <a:pt x="1119477" y="75035"/>
                  </a:lnTo>
                  <a:lnTo>
                    <a:pt x="1027707" y="58294"/>
                  </a:lnTo>
                  <a:lnTo>
                    <a:pt x="934411" y="43704"/>
                  </a:lnTo>
                  <a:lnTo>
                    <a:pt x="842925" y="31312"/>
                  </a:lnTo>
                  <a:lnTo>
                    <a:pt x="757282" y="21164"/>
                  </a:lnTo>
                  <a:lnTo>
                    <a:pt x="681676" y="13257"/>
                  </a:lnTo>
                  <a:lnTo>
                    <a:pt x="619709" y="7494"/>
                  </a:lnTo>
                  <a:lnTo>
                    <a:pt x="573603" y="3658"/>
                  </a:lnTo>
                  <a:lnTo>
                    <a:pt x="543627" y="1414"/>
                  </a:lnTo>
                  <a:lnTo>
                    <a:pt x="527906" y="352"/>
                  </a:lnTo>
                  <a:lnTo>
                    <a:pt x="522582" y="25"/>
                  </a:lnTo>
                  <a:lnTo>
                    <a:pt x="522133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509" name="pg509"/>
            <p:cNvSpPr/>
            <p:nvPr/>
          </p:nvSpPr>
          <p:spPr>
            <a:xfrm>
              <a:off x="386606" y="903186"/>
              <a:ext cx="8554953" cy="3659366"/>
            </a:xfrm>
            <a:custGeom>
              <a:avLst/>
              <a:pathLst>
                <a:path w="8554953" h="3659366">
                  <a:moveTo>
                    <a:pt x="0" y="1615090"/>
                  </a:moveTo>
                  <a:lnTo>
                    <a:pt x="522133" y="1615090"/>
                  </a:lnTo>
                  <a:lnTo>
                    <a:pt x="523337" y="1615150"/>
                  </a:lnTo>
                  <a:lnTo>
                    <a:pt x="531220" y="1615574"/>
                  </a:lnTo>
                  <a:lnTo>
                    <a:pt x="550963" y="1616748"/>
                  </a:lnTo>
                  <a:lnTo>
                    <a:pt x="585931" y="1619054"/>
                  </a:lnTo>
                  <a:lnTo>
                    <a:pt x="637382" y="1622835"/>
                  </a:lnTo>
                  <a:lnTo>
                    <a:pt x="704386" y="1628351"/>
                  </a:lnTo>
                  <a:lnTo>
                    <a:pt x="784158" y="1635759"/>
                  </a:lnTo>
                  <a:lnTo>
                    <a:pt x="872744" y="1645113"/>
                  </a:lnTo>
                  <a:lnTo>
                    <a:pt x="965847" y="1656397"/>
                  </a:lnTo>
                  <a:lnTo>
                    <a:pt x="1059548" y="1669565"/>
                  </a:lnTo>
                  <a:lnTo>
                    <a:pt x="1150758" y="1684588"/>
                  </a:lnTo>
                  <a:lnTo>
                    <a:pt x="1237380" y="1701483"/>
                  </a:lnTo>
                  <a:lnTo>
                    <a:pt x="1318251" y="1720338"/>
                  </a:lnTo>
                  <a:lnTo>
                    <a:pt x="1392972" y="1741320"/>
                  </a:lnTo>
                  <a:lnTo>
                    <a:pt x="1461705" y="1764675"/>
                  </a:lnTo>
                  <a:lnTo>
                    <a:pt x="1524983" y="1790723"/>
                  </a:lnTo>
                  <a:lnTo>
                    <a:pt x="1583563" y="1819848"/>
                  </a:lnTo>
                  <a:lnTo>
                    <a:pt x="1638312" y="1852469"/>
                  </a:lnTo>
                  <a:lnTo>
                    <a:pt x="1690122" y="1888999"/>
                  </a:lnTo>
                  <a:lnTo>
                    <a:pt x="1739839" y="1929765"/>
                  </a:lnTo>
                  <a:lnTo>
                    <a:pt x="1768425" y="1955803"/>
                  </a:lnTo>
                  <a:lnTo>
                    <a:pt x="1810253" y="1997239"/>
                  </a:lnTo>
                  <a:lnTo>
                    <a:pt x="1851679" y="2042073"/>
                  </a:lnTo>
                  <a:lnTo>
                    <a:pt x="1893002" y="2090372"/>
                  </a:lnTo>
                  <a:lnTo>
                    <a:pt x="1934452" y="2142130"/>
                  </a:lnTo>
                  <a:lnTo>
                    <a:pt x="1976188" y="2197264"/>
                  </a:lnTo>
                  <a:lnTo>
                    <a:pt x="2018315" y="2255604"/>
                  </a:lnTo>
                  <a:lnTo>
                    <a:pt x="2060882" y="2316890"/>
                  </a:lnTo>
                  <a:lnTo>
                    <a:pt x="2103890" y="2380772"/>
                  </a:lnTo>
                  <a:lnTo>
                    <a:pt x="2147298" y="2446819"/>
                  </a:lnTo>
                  <a:lnTo>
                    <a:pt x="2191031" y="2514523"/>
                  </a:lnTo>
                  <a:lnTo>
                    <a:pt x="2234985" y="2583318"/>
                  </a:lnTo>
                  <a:lnTo>
                    <a:pt x="2279040" y="2652598"/>
                  </a:lnTo>
                  <a:lnTo>
                    <a:pt x="2323066" y="2721740"/>
                  </a:lnTo>
                  <a:lnTo>
                    <a:pt x="2366937" y="2790124"/>
                  </a:lnTo>
                  <a:lnTo>
                    <a:pt x="2410537" y="2857160"/>
                  </a:lnTo>
                  <a:lnTo>
                    <a:pt x="2453775" y="2922305"/>
                  </a:lnTo>
                  <a:lnTo>
                    <a:pt x="2496590" y="2985085"/>
                  </a:lnTo>
                  <a:lnTo>
                    <a:pt x="2538959" y="3045102"/>
                  </a:lnTo>
                  <a:lnTo>
                    <a:pt x="2580904" y="3102047"/>
                  </a:lnTo>
                  <a:lnTo>
                    <a:pt x="2622497" y="3155700"/>
                  </a:lnTo>
                  <a:lnTo>
                    <a:pt x="2663866" y="3205930"/>
                  </a:lnTo>
                  <a:lnTo>
                    <a:pt x="2705203" y="3252688"/>
                  </a:lnTo>
                  <a:lnTo>
                    <a:pt x="2746765" y="3296004"/>
                  </a:lnTo>
                  <a:lnTo>
                    <a:pt x="2770117" y="3318654"/>
                  </a:lnTo>
                  <a:lnTo>
                    <a:pt x="2818950" y="3361988"/>
                  </a:lnTo>
                  <a:lnTo>
                    <a:pt x="2869432" y="3400981"/>
                  </a:lnTo>
                  <a:lnTo>
                    <a:pt x="2922345" y="3435857"/>
                  </a:lnTo>
                  <a:lnTo>
                    <a:pt x="2978561" y="3466988"/>
                  </a:lnTo>
                  <a:lnTo>
                    <a:pt x="3038973" y="3494798"/>
                  </a:lnTo>
                  <a:lnTo>
                    <a:pt x="3104413" y="3519695"/>
                  </a:lnTo>
                  <a:lnTo>
                    <a:pt x="3175562" y="3542039"/>
                  </a:lnTo>
                  <a:lnTo>
                    <a:pt x="3252821" y="3562121"/>
                  </a:lnTo>
                  <a:lnTo>
                    <a:pt x="3336144" y="3580154"/>
                  </a:lnTo>
                  <a:lnTo>
                    <a:pt x="3424844" y="3596273"/>
                  </a:lnTo>
                  <a:lnTo>
                    <a:pt x="3517390" y="3610534"/>
                  </a:lnTo>
                  <a:lnTo>
                    <a:pt x="3611273" y="3622933"/>
                  </a:lnTo>
                  <a:lnTo>
                    <a:pt x="3703027" y="3633427"/>
                  </a:lnTo>
                  <a:lnTo>
                    <a:pt x="3788507" y="3641980"/>
                  </a:lnTo>
                  <a:lnTo>
                    <a:pt x="3863458" y="3648597"/>
                  </a:lnTo>
                  <a:lnTo>
                    <a:pt x="3924308" y="3653375"/>
                  </a:lnTo>
                  <a:lnTo>
                    <a:pt x="3968969" y="3656512"/>
                  </a:lnTo>
                  <a:lnTo>
                    <a:pt x="3997397" y="3658307"/>
                  </a:lnTo>
                  <a:lnTo>
                    <a:pt x="4011743" y="3659126"/>
                  </a:lnTo>
                  <a:lnTo>
                    <a:pt x="4016158" y="3659354"/>
                  </a:lnTo>
                  <a:lnTo>
                    <a:pt x="4016409" y="3659366"/>
                  </a:lnTo>
                  <a:lnTo>
                    <a:pt x="4538543" y="3659366"/>
                  </a:lnTo>
                  <a:lnTo>
                    <a:pt x="4539491" y="3659283"/>
                  </a:lnTo>
                  <a:lnTo>
                    <a:pt x="4545729" y="3658690"/>
                  </a:lnTo>
                  <a:lnTo>
                    <a:pt x="4561473" y="3657052"/>
                  </a:lnTo>
                  <a:lnTo>
                    <a:pt x="4589662" y="3653826"/>
                  </a:lnTo>
                  <a:lnTo>
                    <a:pt x="4631752" y="3648511"/>
                  </a:lnTo>
                  <a:lnTo>
                    <a:pt x="4687602" y="3640694"/>
                  </a:lnTo>
                  <a:lnTo>
                    <a:pt x="4755595" y="3630092"/>
                  </a:lnTo>
                  <a:lnTo>
                    <a:pt x="4833006" y="3616561"/>
                  </a:lnTo>
                  <a:lnTo>
                    <a:pt x="4916535" y="3600072"/>
                  </a:lnTo>
                  <a:lnTo>
                    <a:pt x="5002851" y="3580671"/>
                  </a:lnTo>
                  <a:lnTo>
                    <a:pt x="5089022" y="3558421"/>
                  </a:lnTo>
                  <a:lnTo>
                    <a:pt x="5172762" y="3533357"/>
                  </a:lnTo>
                  <a:lnTo>
                    <a:pt x="5252509" y="3505444"/>
                  </a:lnTo>
                  <a:lnTo>
                    <a:pt x="5327369" y="3474559"/>
                  </a:lnTo>
                  <a:lnTo>
                    <a:pt x="5397005" y="3440474"/>
                  </a:lnTo>
                  <a:lnTo>
                    <a:pt x="5461498" y="3402859"/>
                  </a:lnTo>
                  <a:lnTo>
                    <a:pt x="5521217" y="3361284"/>
                  </a:lnTo>
                  <a:lnTo>
                    <a:pt x="5576716" y="3315236"/>
                  </a:lnTo>
                  <a:lnTo>
                    <a:pt x="5628653" y="3264139"/>
                  </a:lnTo>
                  <a:lnTo>
                    <a:pt x="5677727" y="3207401"/>
                  </a:lnTo>
                  <a:lnTo>
                    <a:pt x="5724628" y="3144479"/>
                  </a:lnTo>
                  <a:lnTo>
                    <a:pt x="5769988" y="3075004"/>
                  </a:lnTo>
                  <a:lnTo>
                    <a:pt x="5784835" y="3050413"/>
                  </a:lnTo>
                  <a:lnTo>
                    <a:pt x="5818398" y="2991543"/>
                  </a:lnTo>
                  <a:lnTo>
                    <a:pt x="5851659" y="2928793"/>
                  </a:lnTo>
                  <a:lnTo>
                    <a:pt x="5884786" y="2862087"/>
                  </a:lnTo>
                  <a:lnTo>
                    <a:pt x="5917913" y="2791392"/>
                  </a:lnTo>
                  <a:lnTo>
                    <a:pt x="5951146" y="2716737"/>
                  </a:lnTo>
                  <a:lnTo>
                    <a:pt x="5984566" y="2638204"/>
                  </a:lnTo>
                  <a:lnTo>
                    <a:pt x="6018228" y="2555944"/>
                  </a:lnTo>
                  <a:lnTo>
                    <a:pt x="6052164" y="2470171"/>
                  </a:lnTo>
                  <a:lnTo>
                    <a:pt x="6086388" y="2381166"/>
                  </a:lnTo>
                  <a:lnTo>
                    <a:pt x="6120892" y="2289275"/>
                  </a:lnTo>
                  <a:lnTo>
                    <a:pt x="6155654" y="2194905"/>
                  </a:lnTo>
                  <a:lnTo>
                    <a:pt x="6190635" y="2098517"/>
                  </a:lnTo>
                  <a:lnTo>
                    <a:pt x="6225786" y="2000619"/>
                  </a:lnTo>
                  <a:lnTo>
                    <a:pt x="6261048" y="1901755"/>
                  </a:lnTo>
                  <a:lnTo>
                    <a:pt x="6296356" y="1802488"/>
                  </a:lnTo>
                  <a:lnTo>
                    <a:pt x="6331645" y="1703396"/>
                  </a:lnTo>
                  <a:lnTo>
                    <a:pt x="6366847" y="1605050"/>
                  </a:lnTo>
                  <a:lnTo>
                    <a:pt x="6401902" y="1508002"/>
                  </a:lnTo>
                  <a:lnTo>
                    <a:pt x="6436755" y="1412777"/>
                  </a:lnTo>
                  <a:lnTo>
                    <a:pt x="6471365" y="1319854"/>
                  </a:lnTo>
                  <a:lnTo>
                    <a:pt x="6505702" y="1229663"/>
                  </a:lnTo>
                  <a:lnTo>
                    <a:pt x="6539751" y="1142575"/>
                  </a:lnTo>
                  <a:lnTo>
                    <a:pt x="6573519" y="1058896"/>
                  </a:lnTo>
                  <a:lnTo>
                    <a:pt x="6607029" y="978868"/>
                  </a:lnTo>
                  <a:lnTo>
                    <a:pt x="6640327" y="902666"/>
                  </a:lnTo>
                  <a:lnTo>
                    <a:pt x="6673485" y="830400"/>
                  </a:lnTo>
                  <a:lnTo>
                    <a:pt x="6706598" y="762117"/>
                  </a:lnTo>
                  <a:lnTo>
                    <a:pt x="6739788" y="697810"/>
                  </a:lnTo>
                  <a:lnTo>
                    <a:pt x="6773209" y="637418"/>
                  </a:lnTo>
                  <a:lnTo>
                    <a:pt x="6786527" y="614600"/>
                  </a:lnTo>
                  <a:lnTo>
                    <a:pt x="6831496" y="542917"/>
                  </a:lnTo>
                  <a:lnTo>
                    <a:pt x="6877818" y="477842"/>
                  </a:lnTo>
                  <a:lnTo>
                    <a:pt x="6926094" y="419101"/>
                  </a:lnTo>
                  <a:lnTo>
                    <a:pt x="6977000" y="366191"/>
                  </a:lnTo>
                  <a:lnTo>
                    <a:pt x="7031238" y="318529"/>
                  </a:lnTo>
                  <a:lnTo>
                    <a:pt x="7089485" y="275526"/>
                  </a:lnTo>
                  <a:lnTo>
                    <a:pt x="7152337" y="236646"/>
                  </a:lnTo>
                  <a:lnTo>
                    <a:pt x="7220236" y="201428"/>
                  </a:lnTo>
                  <a:lnTo>
                    <a:pt x="7293371" y="169508"/>
                  </a:lnTo>
                  <a:lnTo>
                    <a:pt x="7371561" y="140625"/>
                  </a:lnTo>
                  <a:lnTo>
                    <a:pt x="7454111" y="114621"/>
                  </a:lnTo>
                  <a:lnTo>
                    <a:pt x="7539691" y="91433"/>
                  </a:lnTo>
                  <a:lnTo>
                    <a:pt x="7626256" y="71078"/>
                  </a:lnTo>
                  <a:lnTo>
                    <a:pt x="7711069" y="53612"/>
                  </a:lnTo>
                  <a:lnTo>
                    <a:pt x="7790894" y="39095"/>
                  </a:lnTo>
                  <a:lnTo>
                    <a:pt x="7862364" y="27528"/>
                  </a:lnTo>
                  <a:lnTo>
                    <a:pt x="7922499" y="18809"/>
                  </a:lnTo>
                  <a:lnTo>
                    <a:pt x="7969262" y="12701"/>
                  </a:lnTo>
                  <a:lnTo>
                    <a:pt x="8001994" y="8832"/>
                  </a:lnTo>
                  <a:lnTo>
                    <a:pt x="8021622" y="6725"/>
                  </a:lnTo>
                  <a:lnTo>
                    <a:pt x="8030615" y="5845"/>
                  </a:lnTo>
                  <a:lnTo>
                    <a:pt x="8032819" y="5647"/>
                  </a:lnTo>
                  <a:lnTo>
                    <a:pt x="8554953" y="5647"/>
                  </a:lnTo>
                  <a:lnTo>
                    <a:pt x="8554953" y="0"/>
                  </a:lnTo>
                  <a:lnTo>
                    <a:pt x="8032819" y="0"/>
                  </a:lnTo>
                  <a:lnTo>
                    <a:pt x="8031871" y="83"/>
                  </a:lnTo>
                  <a:lnTo>
                    <a:pt x="8025633" y="675"/>
                  </a:lnTo>
                  <a:lnTo>
                    <a:pt x="8009889" y="2314"/>
                  </a:lnTo>
                  <a:lnTo>
                    <a:pt x="7981700" y="5539"/>
                  </a:lnTo>
                  <a:lnTo>
                    <a:pt x="7939610" y="10855"/>
                  </a:lnTo>
                  <a:lnTo>
                    <a:pt x="7883760" y="18672"/>
                  </a:lnTo>
                  <a:lnTo>
                    <a:pt x="7815767" y="29273"/>
                  </a:lnTo>
                  <a:lnTo>
                    <a:pt x="7738356" y="42805"/>
                  </a:lnTo>
                  <a:lnTo>
                    <a:pt x="7654827" y="59294"/>
                  </a:lnTo>
                  <a:lnTo>
                    <a:pt x="7568511" y="78695"/>
                  </a:lnTo>
                  <a:lnTo>
                    <a:pt x="7482340" y="100945"/>
                  </a:lnTo>
                  <a:lnTo>
                    <a:pt x="7398600" y="126009"/>
                  </a:lnTo>
                  <a:lnTo>
                    <a:pt x="7318853" y="153922"/>
                  </a:lnTo>
                  <a:lnTo>
                    <a:pt x="7243993" y="184807"/>
                  </a:lnTo>
                  <a:lnTo>
                    <a:pt x="7174357" y="218892"/>
                  </a:lnTo>
                  <a:lnTo>
                    <a:pt x="7109864" y="256507"/>
                  </a:lnTo>
                  <a:lnTo>
                    <a:pt x="7050145" y="298082"/>
                  </a:lnTo>
                  <a:lnTo>
                    <a:pt x="6994646" y="344130"/>
                  </a:lnTo>
                  <a:lnTo>
                    <a:pt x="6942709" y="395226"/>
                  </a:lnTo>
                  <a:lnTo>
                    <a:pt x="6893634" y="451965"/>
                  </a:lnTo>
                  <a:lnTo>
                    <a:pt x="6846734" y="514887"/>
                  </a:lnTo>
                  <a:lnTo>
                    <a:pt x="6801374" y="584362"/>
                  </a:lnTo>
                  <a:lnTo>
                    <a:pt x="6786527" y="608953"/>
                  </a:lnTo>
                  <a:lnTo>
                    <a:pt x="6752964" y="667823"/>
                  </a:lnTo>
                  <a:lnTo>
                    <a:pt x="6719703" y="730572"/>
                  </a:lnTo>
                  <a:lnTo>
                    <a:pt x="6686576" y="797279"/>
                  </a:lnTo>
                  <a:lnTo>
                    <a:pt x="6653449" y="867973"/>
                  </a:lnTo>
                  <a:lnTo>
                    <a:pt x="6620215" y="942629"/>
                  </a:lnTo>
                  <a:lnTo>
                    <a:pt x="6586796" y="1021162"/>
                  </a:lnTo>
                  <a:lnTo>
                    <a:pt x="6553134" y="1103422"/>
                  </a:lnTo>
                  <a:lnTo>
                    <a:pt x="6519198" y="1189195"/>
                  </a:lnTo>
                  <a:lnTo>
                    <a:pt x="6484974" y="1278200"/>
                  </a:lnTo>
                  <a:lnTo>
                    <a:pt x="6450470" y="1370091"/>
                  </a:lnTo>
                  <a:lnTo>
                    <a:pt x="6415708" y="1464461"/>
                  </a:lnTo>
                  <a:lnTo>
                    <a:pt x="6380727" y="1560849"/>
                  </a:lnTo>
                  <a:lnTo>
                    <a:pt x="6345576" y="1658747"/>
                  </a:lnTo>
                  <a:lnTo>
                    <a:pt x="6310314" y="1757611"/>
                  </a:lnTo>
                  <a:lnTo>
                    <a:pt x="6275006" y="1856878"/>
                  </a:lnTo>
                  <a:lnTo>
                    <a:pt x="6239717" y="1955970"/>
                  </a:lnTo>
                  <a:lnTo>
                    <a:pt x="6204515" y="2054316"/>
                  </a:lnTo>
                  <a:lnTo>
                    <a:pt x="6169460" y="2151364"/>
                  </a:lnTo>
                  <a:lnTo>
                    <a:pt x="6134607" y="2246589"/>
                  </a:lnTo>
                  <a:lnTo>
                    <a:pt x="6099997" y="2339512"/>
                  </a:lnTo>
                  <a:lnTo>
                    <a:pt x="6065660" y="2429703"/>
                  </a:lnTo>
                  <a:lnTo>
                    <a:pt x="6031611" y="2516791"/>
                  </a:lnTo>
                  <a:lnTo>
                    <a:pt x="5997843" y="2600470"/>
                  </a:lnTo>
                  <a:lnTo>
                    <a:pt x="5964333" y="2680497"/>
                  </a:lnTo>
                  <a:lnTo>
                    <a:pt x="5931034" y="2756700"/>
                  </a:lnTo>
                  <a:lnTo>
                    <a:pt x="5897877" y="2828966"/>
                  </a:lnTo>
                  <a:lnTo>
                    <a:pt x="5864764" y="2897249"/>
                  </a:lnTo>
                  <a:lnTo>
                    <a:pt x="5831574" y="2961556"/>
                  </a:lnTo>
                  <a:lnTo>
                    <a:pt x="5798153" y="3021948"/>
                  </a:lnTo>
                  <a:lnTo>
                    <a:pt x="5784835" y="3044766"/>
                  </a:lnTo>
                  <a:lnTo>
                    <a:pt x="5739866" y="3116449"/>
                  </a:lnTo>
                  <a:lnTo>
                    <a:pt x="5693544" y="3181523"/>
                  </a:lnTo>
                  <a:lnTo>
                    <a:pt x="5645268" y="3240265"/>
                  </a:lnTo>
                  <a:lnTo>
                    <a:pt x="5594362" y="3293174"/>
                  </a:lnTo>
                  <a:lnTo>
                    <a:pt x="5540124" y="3340837"/>
                  </a:lnTo>
                  <a:lnTo>
                    <a:pt x="5481877" y="3383839"/>
                  </a:lnTo>
                  <a:lnTo>
                    <a:pt x="5419025" y="3422720"/>
                  </a:lnTo>
                  <a:lnTo>
                    <a:pt x="5351126" y="3457938"/>
                  </a:lnTo>
                  <a:lnTo>
                    <a:pt x="5277991" y="3489858"/>
                  </a:lnTo>
                  <a:lnTo>
                    <a:pt x="5199801" y="3518741"/>
                  </a:lnTo>
                  <a:lnTo>
                    <a:pt x="5117251" y="3544745"/>
                  </a:lnTo>
                  <a:lnTo>
                    <a:pt x="5031671" y="3567932"/>
                  </a:lnTo>
                  <a:lnTo>
                    <a:pt x="4945106" y="3588288"/>
                  </a:lnTo>
                  <a:lnTo>
                    <a:pt x="4860293" y="3605754"/>
                  </a:lnTo>
                  <a:lnTo>
                    <a:pt x="4780468" y="3620271"/>
                  </a:lnTo>
                  <a:lnTo>
                    <a:pt x="4708998" y="3631838"/>
                  </a:lnTo>
                  <a:lnTo>
                    <a:pt x="4648863" y="3640557"/>
                  </a:lnTo>
                  <a:lnTo>
                    <a:pt x="4602100" y="3646665"/>
                  </a:lnTo>
                  <a:lnTo>
                    <a:pt x="4569368" y="3650534"/>
                  </a:lnTo>
                  <a:lnTo>
                    <a:pt x="4549740" y="3652641"/>
                  </a:lnTo>
                  <a:lnTo>
                    <a:pt x="4540747" y="3653521"/>
                  </a:lnTo>
                  <a:lnTo>
                    <a:pt x="4538543" y="3653719"/>
                  </a:lnTo>
                  <a:lnTo>
                    <a:pt x="4016409" y="3653719"/>
                  </a:lnTo>
                  <a:lnTo>
                    <a:pt x="4015205" y="3653660"/>
                  </a:lnTo>
                  <a:lnTo>
                    <a:pt x="4007322" y="3653235"/>
                  </a:lnTo>
                  <a:lnTo>
                    <a:pt x="3987580" y="3652062"/>
                  </a:lnTo>
                  <a:lnTo>
                    <a:pt x="3952611" y="3649756"/>
                  </a:lnTo>
                  <a:lnTo>
                    <a:pt x="3901161" y="3645975"/>
                  </a:lnTo>
                  <a:lnTo>
                    <a:pt x="3834157" y="3640459"/>
                  </a:lnTo>
                  <a:lnTo>
                    <a:pt x="3754384" y="3633051"/>
                  </a:lnTo>
                  <a:lnTo>
                    <a:pt x="3665798" y="3623697"/>
                  </a:lnTo>
                  <a:lnTo>
                    <a:pt x="3572696" y="3612413"/>
                  </a:lnTo>
                  <a:lnTo>
                    <a:pt x="3478994" y="3599245"/>
                  </a:lnTo>
                  <a:lnTo>
                    <a:pt x="3387784" y="3584222"/>
                  </a:lnTo>
                  <a:lnTo>
                    <a:pt x="3301162" y="3567327"/>
                  </a:lnTo>
                  <a:lnTo>
                    <a:pt x="3220292" y="3548471"/>
                  </a:lnTo>
                  <a:lnTo>
                    <a:pt x="3145570" y="3527490"/>
                  </a:lnTo>
                  <a:lnTo>
                    <a:pt x="3076838" y="3504135"/>
                  </a:lnTo>
                  <a:lnTo>
                    <a:pt x="3013559" y="3478086"/>
                  </a:lnTo>
                  <a:lnTo>
                    <a:pt x="2954979" y="3448962"/>
                  </a:lnTo>
                  <a:lnTo>
                    <a:pt x="2900230" y="3416340"/>
                  </a:lnTo>
                  <a:lnTo>
                    <a:pt x="2848420" y="3379811"/>
                  </a:lnTo>
                  <a:lnTo>
                    <a:pt x="2798703" y="3339045"/>
                  </a:lnTo>
                  <a:lnTo>
                    <a:pt x="2770117" y="3313007"/>
                  </a:lnTo>
                  <a:lnTo>
                    <a:pt x="2728289" y="3271571"/>
                  </a:lnTo>
                  <a:lnTo>
                    <a:pt x="2686863" y="3226736"/>
                  </a:lnTo>
                  <a:lnTo>
                    <a:pt x="2645540" y="3178438"/>
                  </a:lnTo>
                  <a:lnTo>
                    <a:pt x="2604091" y="3126679"/>
                  </a:lnTo>
                  <a:lnTo>
                    <a:pt x="2562354" y="3071545"/>
                  </a:lnTo>
                  <a:lnTo>
                    <a:pt x="2520227" y="3013206"/>
                  </a:lnTo>
                  <a:lnTo>
                    <a:pt x="2477660" y="2951920"/>
                  </a:lnTo>
                  <a:lnTo>
                    <a:pt x="2434653" y="2888037"/>
                  </a:lnTo>
                  <a:lnTo>
                    <a:pt x="2391244" y="2821991"/>
                  </a:lnTo>
                  <a:lnTo>
                    <a:pt x="2347511" y="2754287"/>
                  </a:lnTo>
                  <a:lnTo>
                    <a:pt x="2303557" y="2685492"/>
                  </a:lnTo>
                  <a:lnTo>
                    <a:pt x="2259502" y="2616212"/>
                  </a:lnTo>
                  <a:lnTo>
                    <a:pt x="2215476" y="2547070"/>
                  </a:lnTo>
                  <a:lnTo>
                    <a:pt x="2171606" y="2478686"/>
                  </a:lnTo>
                  <a:lnTo>
                    <a:pt x="2128005" y="2411650"/>
                  </a:lnTo>
                  <a:lnTo>
                    <a:pt x="2084767" y="2346504"/>
                  </a:lnTo>
                  <a:lnTo>
                    <a:pt x="2041952" y="2283725"/>
                  </a:lnTo>
                  <a:lnTo>
                    <a:pt x="1999583" y="2223708"/>
                  </a:lnTo>
                  <a:lnTo>
                    <a:pt x="1957639" y="2166763"/>
                  </a:lnTo>
                  <a:lnTo>
                    <a:pt x="1916045" y="2113110"/>
                  </a:lnTo>
                  <a:lnTo>
                    <a:pt x="1874676" y="2062880"/>
                  </a:lnTo>
                  <a:lnTo>
                    <a:pt x="1833339" y="2016121"/>
                  </a:lnTo>
                  <a:lnTo>
                    <a:pt x="1791777" y="1972806"/>
                  </a:lnTo>
                  <a:lnTo>
                    <a:pt x="1768425" y="1950156"/>
                  </a:lnTo>
                  <a:lnTo>
                    <a:pt x="1719592" y="1906822"/>
                  </a:lnTo>
                  <a:lnTo>
                    <a:pt x="1669110" y="1867828"/>
                  </a:lnTo>
                  <a:lnTo>
                    <a:pt x="1616198" y="1832953"/>
                  </a:lnTo>
                  <a:lnTo>
                    <a:pt x="1559981" y="1801822"/>
                  </a:lnTo>
                  <a:lnTo>
                    <a:pt x="1499569" y="1774012"/>
                  </a:lnTo>
                  <a:lnTo>
                    <a:pt x="1434129" y="1749114"/>
                  </a:lnTo>
                  <a:lnTo>
                    <a:pt x="1362980" y="1726771"/>
                  </a:lnTo>
                  <a:lnTo>
                    <a:pt x="1285722" y="1706689"/>
                  </a:lnTo>
                  <a:lnTo>
                    <a:pt x="1202398" y="1688655"/>
                  </a:lnTo>
                  <a:lnTo>
                    <a:pt x="1113698" y="1672537"/>
                  </a:lnTo>
                  <a:lnTo>
                    <a:pt x="1021152" y="1658276"/>
                  </a:lnTo>
                  <a:lnTo>
                    <a:pt x="927269" y="1645877"/>
                  </a:lnTo>
                  <a:lnTo>
                    <a:pt x="835515" y="1635382"/>
                  </a:lnTo>
                  <a:lnTo>
                    <a:pt x="750035" y="1626830"/>
                  </a:lnTo>
                  <a:lnTo>
                    <a:pt x="675084" y="1620212"/>
                  </a:lnTo>
                  <a:lnTo>
                    <a:pt x="614234" y="1615435"/>
                  </a:lnTo>
                  <a:lnTo>
                    <a:pt x="569573" y="1612298"/>
                  </a:lnTo>
                  <a:lnTo>
                    <a:pt x="541145" y="1610502"/>
                  </a:lnTo>
                  <a:lnTo>
                    <a:pt x="526799" y="1609684"/>
                  </a:lnTo>
                  <a:lnTo>
                    <a:pt x="522385" y="1609455"/>
                  </a:lnTo>
                  <a:lnTo>
                    <a:pt x="522133" y="1609443"/>
                  </a:lnTo>
                  <a:lnTo>
                    <a:pt x="0" y="1609443"/>
                  </a:lnTo>
                  <a:close/>
                </a:path>
              </a:pathLst>
            </a:custGeom>
            <a:solidFill>
              <a:srgbClr val="8FA8D6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510" name="pl510"/>
            <p:cNvSpPr/>
            <p:nvPr/>
          </p:nvSpPr>
          <p:spPr>
            <a:xfrm>
              <a:off x="386606" y="908833"/>
              <a:ext cx="8554953" cy="3653719"/>
            </a:xfrm>
            <a:custGeom>
              <a:avLst/>
              <a:pathLst>
                <a:path w="8554953" h="3653719">
                  <a:moveTo>
                    <a:pt x="0" y="1609443"/>
                  </a:moveTo>
                  <a:lnTo>
                    <a:pt x="522133" y="1609443"/>
                  </a:lnTo>
                  <a:lnTo>
                    <a:pt x="523337" y="1609503"/>
                  </a:lnTo>
                  <a:lnTo>
                    <a:pt x="531220" y="1609927"/>
                  </a:lnTo>
                  <a:lnTo>
                    <a:pt x="550963" y="1611101"/>
                  </a:lnTo>
                  <a:lnTo>
                    <a:pt x="585931" y="1613407"/>
                  </a:lnTo>
                  <a:lnTo>
                    <a:pt x="637382" y="1617188"/>
                  </a:lnTo>
                  <a:lnTo>
                    <a:pt x="704386" y="1622704"/>
                  </a:lnTo>
                  <a:lnTo>
                    <a:pt x="784158" y="1630112"/>
                  </a:lnTo>
                  <a:lnTo>
                    <a:pt x="872744" y="1639466"/>
                  </a:lnTo>
                  <a:lnTo>
                    <a:pt x="965847" y="1650749"/>
                  </a:lnTo>
                  <a:lnTo>
                    <a:pt x="1059548" y="1663918"/>
                  </a:lnTo>
                  <a:lnTo>
                    <a:pt x="1150758" y="1678940"/>
                  </a:lnTo>
                  <a:lnTo>
                    <a:pt x="1237380" y="1695836"/>
                  </a:lnTo>
                  <a:lnTo>
                    <a:pt x="1318251" y="1714691"/>
                  </a:lnTo>
                  <a:lnTo>
                    <a:pt x="1392972" y="1735673"/>
                  </a:lnTo>
                  <a:lnTo>
                    <a:pt x="1461705" y="1759027"/>
                  </a:lnTo>
                  <a:lnTo>
                    <a:pt x="1524983" y="1785076"/>
                  </a:lnTo>
                  <a:lnTo>
                    <a:pt x="1583563" y="1814201"/>
                  </a:lnTo>
                  <a:lnTo>
                    <a:pt x="1638312" y="1846822"/>
                  </a:lnTo>
                  <a:lnTo>
                    <a:pt x="1690122" y="1883352"/>
                  </a:lnTo>
                  <a:lnTo>
                    <a:pt x="1739839" y="1924118"/>
                  </a:lnTo>
                  <a:lnTo>
                    <a:pt x="1768425" y="1950156"/>
                  </a:lnTo>
                  <a:lnTo>
                    <a:pt x="1810253" y="1991592"/>
                  </a:lnTo>
                  <a:lnTo>
                    <a:pt x="1851679" y="2036426"/>
                  </a:lnTo>
                  <a:lnTo>
                    <a:pt x="1893002" y="2084725"/>
                  </a:lnTo>
                  <a:lnTo>
                    <a:pt x="1934452" y="2136483"/>
                  </a:lnTo>
                  <a:lnTo>
                    <a:pt x="1976188" y="2191617"/>
                  </a:lnTo>
                  <a:lnTo>
                    <a:pt x="2018315" y="2249957"/>
                  </a:lnTo>
                  <a:lnTo>
                    <a:pt x="2060882" y="2311242"/>
                  </a:lnTo>
                  <a:lnTo>
                    <a:pt x="2103890" y="2375125"/>
                  </a:lnTo>
                  <a:lnTo>
                    <a:pt x="2147298" y="2441172"/>
                  </a:lnTo>
                  <a:lnTo>
                    <a:pt x="2191031" y="2508875"/>
                  </a:lnTo>
                  <a:lnTo>
                    <a:pt x="2234985" y="2577671"/>
                  </a:lnTo>
                  <a:lnTo>
                    <a:pt x="2279040" y="2646951"/>
                  </a:lnTo>
                  <a:lnTo>
                    <a:pt x="2323066" y="2716093"/>
                  </a:lnTo>
                  <a:lnTo>
                    <a:pt x="2366937" y="2784477"/>
                  </a:lnTo>
                  <a:lnTo>
                    <a:pt x="2410537" y="2851513"/>
                  </a:lnTo>
                  <a:lnTo>
                    <a:pt x="2453775" y="2916658"/>
                  </a:lnTo>
                  <a:lnTo>
                    <a:pt x="2496590" y="2979438"/>
                  </a:lnTo>
                  <a:lnTo>
                    <a:pt x="2538959" y="3039455"/>
                  </a:lnTo>
                  <a:lnTo>
                    <a:pt x="2580904" y="3096400"/>
                  </a:lnTo>
                  <a:lnTo>
                    <a:pt x="2622497" y="3150053"/>
                  </a:lnTo>
                  <a:lnTo>
                    <a:pt x="2663866" y="3200283"/>
                  </a:lnTo>
                  <a:lnTo>
                    <a:pt x="2705203" y="3247041"/>
                  </a:lnTo>
                  <a:lnTo>
                    <a:pt x="2746765" y="3290357"/>
                  </a:lnTo>
                  <a:lnTo>
                    <a:pt x="2770117" y="3313007"/>
                  </a:lnTo>
                  <a:lnTo>
                    <a:pt x="2818950" y="3356341"/>
                  </a:lnTo>
                  <a:lnTo>
                    <a:pt x="2869432" y="3395334"/>
                  </a:lnTo>
                  <a:lnTo>
                    <a:pt x="2922345" y="3430209"/>
                  </a:lnTo>
                  <a:lnTo>
                    <a:pt x="2978561" y="3461341"/>
                  </a:lnTo>
                  <a:lnTo>
                    <a:pt x="3038973" y="3489151"/>
                  </a:lnTo>
                  <a:lnTo>
                    <a:pt x="3104413" y="3514048"/>
                  </a:lnTo>
                  <a:lnTo>
                    <a:pt x="3175562" y="3536392"/>
                  </a:lnTo>
                  <a:lnTo>
                    <a:pt x="3252821" y="3556473"/>
                  </a:lnTo>
                  <a:lnTo>
                    <a:pt x="3336144" y="3574507"/>
                  </a:lnTo>
                  <a:lnTo>
                    <a:pt x="3424844" y="3590626"/>
                  </a:lnTo>
                  <a:lnTo>
                    <a:pt x="3517390" y="3604887"/>
                  </a:lnTo>
                  <a:lnTo>
                    <a:pt x="3611273" y="3617285"/>
                  </a:lnTo>
                  <a:lnTo>
                    <a:pt x="3703027" y="3627780"/>
                  </a:lnTo>
                  <a:lnTo>
                    <a:pt x="3788507" y="3636333"/>
                  </a:lnTo>
                  <a:lnTo>
                    <a:pt x="3863458" y="3642950"/>
                  </a:lnTo>
                  <a:lnTo>
                    <a:pt x="3924308" y="3647728"/>
                  </a:lnTo>
                  <a:lnTo>
                    <a:pt x="3968969" y="3650865"/>
                  </a:lnTo>
                  <a:lnTo>
                    <a:pt x="3997397" y="3652660"/>
                  </a:lnTo>
                  <a:lnTo>
                    <a:pt x="4011743" y="3653478"/>
                  </a:lnTo>
                  <a:lnTo>
                    <a:pt x="4016158" y="3653707"/>
                  </a:lnTo>
                  <a:lnTo>
                    <a:pt x="4016409" y="3653719"/>
                  </a:lnTo>
                  <a:lnTo>
                    <a:pt x="4538543" y="3653719"/>
                  </a:lnTo>
                  <a:lnTo>
                    <a:pt x="4539491" y="3653636"/>
                  </a:lnTo>
                  <a:lnTo>
                    <a:pt x="4545729" y="3653043"/>
                  </a:lnTo>
                  <a:lnTo>
                    <a:pt x="4561473" y="3651405"/>
                  </a:lnTo>
                  <a:lnTo>
                    <a:pt x="4589662" y="3648179"/>
                  </a:lnTo>
                  <a:lnTo>
                    <a:pt x="4631752" y="3642864"/>
                  </a:lnTo>
                  <a:lnTo>
                    <a:pt x="4687602" y="3635047"/>
                  </a:lnTo>
                  <a:lnTo>
                    <a:pt x="4755595" y="3624445"/>
                  </a:lnTo>
                  <a:lnTo>
                    <a:pt x="4833006" y="3610914"/>
                  </a:lnTo>
                  <a:lnTo>
                    <a:pt x="4916535" y="3594425"/>
                  </a:lnTo>
                  <a:lnTo>
                    <a:pt x="5002851" y="3575023"/>
                  </a:lnTo>
                  <a:lnTo>
                    <a:pt x="5089022" y="3552774"/>
                  </a:lnTo>
                  <a:lnTo>
                    <a:pt x="5172762" y="3527709"/>
                  </a:lnTo>
                  <a:lnTo>
                    <a:pt x="5252509" y="3499797"/>
                  </a:lnTo>
                  <a:lnTo>
                    <a:pt x="5327369" y="3468912"/>
                  </a:lnTo>
                  <a:lnTo>
                    <a:pt x="5397005" y="3434827"/>
                  </a:lnTo>
                  <a:lnTo>
                    <a:pt x="5461498" y="3397212"/>
                  </a:lnTo>
                  <a:lnTo>
                    <a:pt x="5521217" y="3355637"/>
                  </a:lnTo>
                  <a:lnTo>
                    <a:pt x="5576716" y="3309589"/>
                  </a:lnTo>
                  <a:lnTo>
                    <a:pt x="5628653" y="3258492"/>
                  </a:lnTo>
                  <a:lnTo>
                    <a:pt x="5677727" y="3201753"/>
                  </a:lnTo>
                  <a:lnTo>
                    <a:pt x="5724628" y="3138832"/>
                  </a:lnTo>
                  <a:lnTo>
                    <a:pt x="5769988" y="3069357"/>
                  </a:lnTo>
                  <a:lnTo>
                    <a:pt x="5784835" y="3044766"/>
                  </a:lnTo>
                  <a:lnTo>
                    <a:pt x="5818398" y="2985895"/>
                  </a:lnTo>
                  <a:lnTo>
                    <a:pt x="5851659" y="2923146"/>
                  </a:lnTo>
                  <a:lnTo>
                    <a:pt x="5884786" y="2856439"/>
                  </a:lnTo>
                  <a:lnTo>
                    <a:pt x="5917913" y="2785745"/>
                  </a:lnTo>
                  <a:lnTo>
                    <a:pt x="5951146" y="2711089"/>
                  </a:lnTo>
                  <a:lnTo>
                    <a:pt x="5984566" y="2632557"/>
                  </a:lnTo>
                  <a:lnTo>
                    <a:pt x="6018228" y="2550297"/>
                  </a:lnTo>
                  <a:lnTo>
                    <a:pt x="6052164" y="2464523"/>
                  </a:lnTo>
                  <a:lnTo>
                    <a:pt x="6086388" y="2375518"/>
                  </a:lnTo>
                  <a:lnTo>
                    <a:pt x="6120892" y="2283627"/>
                  </a:lnTo>
                  <a:lnTo>
                    <a:pt x="6155654" y="2189257"/>
                  </a:lnTo>
                  <a:lnTo>
                    <a:pt x="6190635" y="2092870"/>
                  </a:lnTo>
                  <a:lnTo>
                    <a:pt x="6225786" y="1994972"/>
                  </a:lnTo>
                  <a:lnTo>
                    <a:pt x="6261048" y="1896107"/>
                  </a:lnTo>
                  <a:lnTo>
                    <a:pt x="6296356" y="1796841"/>
                  </a:lnTo>
                  <a:lnTo>
                    <a:pt x="6331645" y="1697749"/>
                  </a:lnTo>
                  <a:lnTo>
                    <a:pt x="6366847" y="1599403"/>
                  </a:lnTo>
                  <a:lnTo>
                    <a:pt x="6401902" y="1502355"/>
                  </a:lnTo>
                  <a:lnTo>
                    <a:pt x="6436755" y="1407130"/>
                  </a:lnTo>
                  <a:lnTo>
                    <a:pt x="6471365" y="1314207"/>
                  </a:lnTo>
                  <a:lnTo>
                    <a:pt x="6505702" y="1224016"/>
                  </a:lnTo>
                  <a:lnTo>
                    <a:pt x="6539751" y="1136927"/>
                  </a:lnTo>
                  <a:lnTo>
                    <a:pt x="6573519" y="1053249"/>
                  </a:lnTo>
                  <a:lnTo>
                    <a:pt x="6607029" y="973221"/>
                  </a:lnTo>
                  <a:lnTo>
                    <a:pt x="6640327" y="897019"/>
                  </a:lnTo>
                  <a:lnTo>
                    <a:pt x="6673485" y="824752"/>
                  </a:lnTo>
                  <a:lnTo>
                    <a:pt x="6706598" y="756470"/>
                  </a:lnTo>
                  <a:lnTo>
                    <a:pt x="6739788" y="692163"/>
                  </a:lnTo>
                  <a:lnTo>
                    <a:pt x="6773209" y="631771"/>
                  </a:lnTo>
                  <a:lnTo>
                    <a:pt x="6786527" y="608953"/>
                  </a:lnTo>
                  <a:lnTo>
                    <a:pt x="6831496" y="537270"/>
                  </a:lnTo>
                  <a:lnTo>
                    <a:pt x="6877818" y="472195"/>
                  </a:lnTo>
                  <a:lnTo>
                    <a:pt x="6926094" y="413453"/>
                  </a:lnTo>
                  <a:lnTo>
                    <a:pt x="6977000" y="360544"/>
                  </a:lnTo>
                  <a:lnTo>
                    <a:pt x="7031238" y="312882"/>
                  </a:lnTo>
                  <a:lnTo>
                    <a:pt x="7089485" y="269879"/>
                  </a:lnTo>
                  <a:lnTo>
                    <a:pt x="7152337" y="230998"/>
                  </a:lnTo>
                  <a:lnTo>
                    <a:pt x="7220236" y="195780"/>
                  </a:lnTo>
                  <a:lnTo>
                    <a:pt x="7293371" y="163861"/>
                  </a:lnTo>
                  <a:lnTo>
                    <a:pt x="7371561" y="134978"/>
                  </a:lnTo>
                  <a:lnTo>
                    <a:pt x="7454111" y="108974"/>
                  </a:lnTo>
                  <a:lnTo>
                    <a:pt x="7539691" y="85786"/>
                  </a:lnTo>
                  <a:lnTo>
                    <a:pt x="7626256" y="65430"/>
                  </a:lnTo>
                  <a:lnTo>
                    <a:pt x="7711069" y="47965"/>
                  </a:lnTo>
                  <a:lnTo>
                    <a:pt x="7790894" y="33448"/>
                  </a:lnTo>
                  <a:lnTo>
                    <a:pt x="7862364" y="21881"/>
                  </a:lnTo>
                  <a:lnTo>
                    <a:pt x="7922499" y="13162"/>
                  </a:lnTo>
                  <a:lnTo>
                    <a:pt x="7969262" y="7054"/>
                  </a:lnTo>
                  <a:lnTo>
                    <a:pt x="8001994" y="3185"/>
                  </a:lnTo>
                  <a:lnTo>
                    <a:pt x="8021622" y="1078"/>
                  </a:lnTo>
                  <a:lnTo>
                    <a:pt x="8030615" y="197"/>
                  </a:lnTo>
                  <a:lnTo>
                    <a:pt x="8032783" y="3"/>
                  </a:lnTo>
                  <a:lnTo>
                    <a:pt x="8032819" y="0"/>
                  </a:lnTo>
                  <a:lnTo>
                    <a:pt x="8554953" y="0"/>
                  </a:lnTo>
                  <a:lnTo>
                    <a:pt x="8554953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511" name="pl511"/>
            <p:cNvSpPr/>
            <p:nvPr/>
          </p:nvSpPr>
          <p:spPr>
            <a:xfrm>
              <a:off x="386606" y="903186"/>
              <a:ext cx="8554953" cy="3653719"/>
            </a:xfrm>
            <a:custGeom>
              <a:avLst/>
              <a:pathLst>
                <a:path w="8554953" h="3653719">
                  <a:moveTo>
                    <a:pt x="8554953" y="0"/>
                  </a:moveTo>
                  <a:lnTo>
                    <a:pt x="8032819" y="0"/>
                  </a:lnTo>
                  <a:lnTo>
                    <a:pt x="8031871" y="83"/>
                  </a:lnTo>
                  <a:lnTo>
                    <a:pt x="8025633" y="675"/>
                  </a:lnTo>
                  <a:lnTo>
                    <a:pt x="8009889" y="2314"/>
                  </a:lnTo>
                  <a:lnTo>
                    <a:pt x="7981700" y="5539"/>
                  </a:lnTo>
                  <a:lnTo>
                    <a:pt x="7939610" y="10855"/>
                  </a:lnTo>
                  <a:lnTo>
                    <a:pt x="7883760" y="18672"/>
                  </a:lnTo>
                  <a:lnTo>
                    <a:pt x="7815767" y="29273"/>
                  </a:lnTo>
                  <a:lnTo>
                    <a:pt x="7738356" y="42805"/>
                  </a:lnTo>
                  <a:lnTo>
                    <a:pt x="7654827" y="59294"/>
                  </a:lnTo>
                  <a:lnTo>
                    <a:pt x="7568511" y="78695"/>
                  </a:lnTo>
                  <a:lnTo>
                    <a:pt x="7482340" y="100945"/>
                  </a:lnTo>
                  <a:lnTo>
                    <a:pt x="7398600" y="126009"/>
                  </a:lnTo>
                  <a:lnTo>
                    <a:pt x="7318853" y="153922"/>
                  </a:lnTo>
                  <a:lnTo>
                    <a:pt x="7243993" y="184807"/>
                  </a:lnTo>
                  <a:lnTo>
                    <a:pt x="7174357" y="218892"/>
                  </a:lnTo>
                  <a:lnTo>
                    <a:pt x="7109864" y="256507"/>
                  </a:lnTo>
                  <a:lnTo>
                    <a:pt x="7050145" y="298082"/>
                  </a:lnTo>
                  <a:lnTo>
                    <a:pt x="6994646" y="344130"/>
                  </a:lnTo>
                  <a:lnTo>
                    <a:pt x="6942709" y="395226"/>
                  </a:lnTo>
                  <a:lnTo>
                    <a:pt x="6893634" y="451965"/>
                  </a:lnTo>
                  <a:lnTo>
                    <a:pt x="6846734" y="514887"/>
                  </a:lnTo>
                  <a:lnTo>
                    <a:pt x="6801374" y="584362"/>
                  </a:lnTo>
                  <a:lnTo>
                    <a:pt x="6786527" y="608953"/>
                  </a:lnTo>
                  <a:lnTo>
                    <a:pt x="6752964" y="667823"/>
                  </a:lnTo>
                  <a:lnTo>
                    <a:pt x="6719703" y="730572"/>
                  </a:lnTo>
                  <a:lnTo>
                    <a:pt x="6686576" y="797279"/>
                  </a:lnTo>
                  <a:lnTo>
                    <a:pt x="6653449" y="867973"/>
                  </a:lnTo>
                  <a:lnTo>
                    <a:pt x="6620215" y="942629"/>
                  </a:lnTo>
                  <a:lnTo>
                    <a:pt x="6586796" y="1021162"/>
                  </a:lnTo>
                  <a:lnTo>
                    <a:pt x="6553134" y="1103422"/>
                  </a:lnTo>
                  <a:lnTo>
                    <a:pt x="6519198" y="1189195"/>
                  </a:lnTo>
                  <a:lnTo>
                    <a:pt x="6484974" y="1278200"/>
                  </a:lnTo>
                  <a:lnTo>
                    <a:pt x="6450470" y="1370091"/>
                  </a:lnTo>
                  <a:lnTo>
                    <a:pt x="6415708" y="1464461"/>
                  </a:lnTo>
                  <a:lnTo>
                    <a:pt x="6380727" y="1560849"/>
                  </a:lnTo>
                  <a:lnTo>
                    <a:pt x="6345576" y="1658747"/>
                  </a:lnTo>
                  <a:lnTo>
                    <a:pt x="6310314" y="1757611"/>
                  </a:lnTo>
                  <a:lnTo>
                    <a:pt x="6275006" y="1856878"/>
                  </a:lnTo>
                  <a:lnTo>
                    <a:pt x="6239717" y="1955970"/>
                  </a:lnTo>
                  <a:lnTo>
                    <a:pt x="6204515" y="2054316"/>
                  </a:lnTo>
                  <a:lnTo>
                    <a:pt x="6169460" y="2151364"/>
                  </a:lnTo>
                  <a:lnTo>
                    <a:pt x="6134607" y="2246589"/>
                  </a:lnTo>
                  <a:lnTo>
                    <a:pt x="6099997" y="2339512"/>
                  </a:lnTo>
                  <a:lnTo>
                    <a:pt x="6065660" y="2429703"/>
                  </a:lnTo>
                  <a:lnTo>
                    <a:pt x="6031611" y="2516791"/>
                  </a:lnTo>
                  <a:lnTo>
                    <a:pt x="5997843" y="2600470"/>
                  </a:lnTo>
                  <a:lnTo>
                    <a:pt x="5964333" y="2680497"/>
                  </a:lnTo>
                  <a:lnTo>
                    <a:pt x="5931034" y="2756700"/>
                  </a:lnTo>
                  <a:lnTo>
                    <a:pt x="5897877" y="2828966"/>
                  </a:lnTo>
                  <a:lnTo>
                    <a:pt x="5864764" y="2897249"/>
                  </a:lnTo>
                  <a:lnTo>
                    <a:pt x="5831574" y="2961556"/>
                  </a:lnTo>
                  <a:lnTo>
                    <a:pt x="5798153" y="3021948"/>
                  </a:lnTo>
                  <a:lnTo>
                    <a:pt x="5784835" y="3044766"/>
                  </a:lnTo>
                  <a:lnTo>
                    <a:pt x="5739866" y="3116449"/>
                  </a:lnTo>
                  <a:lnTo>
                    <a:pt x="5693544" y="3181523"/>
                  </a:lnTo>
                  <a:lnTo>
                    <a:pt x="5645268" y="3240265"/>
                  </a:lnTo>
                  <a:lnTo>
                    <a:pt x="5594362" y="3293174"/>
                  </a:lnTo>
                  <a:lnTo>
                    <a:pt x="5540124" y="3340837"/>
                  </a:lnTo>
                  <a:lnTo>
                    <a:pt x="5481877" y="3383839"/>
                  </a:lnTo>
                  <a:lnTo>
                    <a:pt x="5419025" y="3422720"/>
                  </a:lnTo>
                  <a:lnTo>
                    <a:pt x="5351126" y="3457938"/>
                  </a:lnTo>
                  <a:lnTo>
                    <a:pt x="5277991" y="3489858"/>
                  </a:lnTo>
                  <a:lnTo>
                    <a:pt x="5199801" y="3518741"/>
                  </a:lnTo>
                  <a:lnTo>
                    <a:pt x="5117251" y="3544745"/>
                  </a:lnTo>
                  <a:lnTo>
                    <a:pt x="5031671" y="3567932"/>
                  </a:lnTo>
                  <a:lnTo>
                    <a:pt x="4945106" y="3588288"/>
                  </a:lnTo>
                  <a:lnTo>
                    <a:pt x="4860293" y="3605754"/>
                  </a:lnTo>
                  <a:lnTo>
                    <a:pt x="4780468" y="3620271"/>
                  </a:lnTo>
                  <a:lnTo>
                    <a:pt x="4708998" y="3631838"/>
                  </a:lnTo>
                  <a:lnTo>
                    <a:pt x="4648863" y="3640557"/>
                  </a:lnTo>
                  <a:lnTo>
                    <a:pt x="4602100" y="3646665"/>
                  </a:lnTo>
                  <a:lnTo>
                    <a:pt x="4569368" y="3650534"/>
                  </a:lnTo>
                  <a:lnTo>
                    <a:pt x="4549740" y="3652641"/>
                  </a:lnTo>
                  <a:lnTo>
                    <a:pt x="4540747" y="3653521"/>
                  </a:lnTo>
                  <a:lnTo>
                    <a:pt x="4538579" y="3653716"/>
                  </a:lnTo>
                  <a:lnTo>
                    <a:pt x="4538543" y="3653719"/>
                  </a:lnTo>
                  <a:lnTo>
                    <a:pt x="4016409" y="3653719"/>
                  </a:lnTo>
                  <a:lnTo>
                    <a:pt x="4015205" y="3653660"/>
                  </a:lnTo>
                  <a:lnTo>
                    <a:pt x="4007322" y="3653235"/>
                  </a:lnTo>
                  <a:lnTo>
                    <a:pt x="3987580" y="3652062"/>
                  </a:lnTo>
                  <a:lnTo>
                    <a:pt x="3952611" y="3649756"/>
                  </a:lnTo>
                  <a:lnTo>
                    <a:pt x="3901161" y="3645975"/>
                  </a:lnTo>
                  <a:lnTo>
                    <a:pt x="3834157" y="3640459"/>
                  </a:lnTo>
                  <a:lnTo>
                    <a:pt x="3754384" y="3633051"/>
                  </a:lnTo>
                  <a:lnTo>
                    <a:pt x="3665798" y="3623697"/>
                  </a:lnTo>
                  <a:lnTo>
                    <a:pt x="3572696" y="3612413"/>
                  </a:lnTo>
                  <a:lnTo>
                    <a:pt x="3478994" y="3599245"/>
                  </a:lnTo>
                  <a:lnTo>
                    <a:pt x="3387784" y="3584222"/>
                  </a:lnTo>
                  <a:lnTo>
                    <a:pt x="3301162" y="3567327"/>
                  </a:lnTo>
                  <a:lnTo>
                    <a:pt x="3220292" y="3548471"/>
                  </a:lnTo>
                  <a:lnTo>
                    <a:pt x="3145570" y="3527490"/>
                  </a:lnTo>
                  <a:lnTo>
                    <a:pt x="3076838" y="3504135"/>
                  </a:lnTo>
                  <a:lnTo>
                    <a:pt x="3013559" y="3478086"/>
                  </a:lnTo>
                  <a:lnTo>
                    <a:pt x="2954979" y="3448962"/>
                  </a:lnTo>
                  <a:lnTo>
                    <a:pt x="2900230" y="3416340"/>
                  </a:lnTo>
                  <a:lnTo>
                    <a:pt x="2848420" y="3379811"/>
                  </a:lnTo>
                  <a:lnTo>
                    <a:pt x="2798703" y="3339045"/>
                  </a:lnTo>
                  <a:lnTo>
                    <a:pt x="2770117" y="3313007"/>
                  </a:lnTo>
                  <a:lnTo>
                    <a:pt x="2728289" y="3271571"/>
                  </a:lnTo>
                  <a:lnTo>
                    <a:pt x="2686863" y="3226736"/>
                  </a:lnTo>
                  <a:lnTo>
                    <a:pt x="2645540" y="3178438"/>
                  </a:lnTo>
                  <a:lnTo>
                    <a:pt x="2604091" y="3126679"/>
                  </a:lnTo>
                  <a:lnTo>
                    <a:pt x="2562354" y="3071545"/>
                  </a:lnTo>
                  <a:lnTo>
                    <a:pt x="2520227" y="3013206"/>
                  </a:lnTo>
                  <a:lnTo>
                    <a:pt x="2477660" y="2951920"/>
                  </a:lnTo>
                  <a:lnTo>
                    <a:pt x="2434653" y="2888037"/>
                  </a:lnTo>
                  <a:lnTo>
                    <a:pt x="2391244" y="2821991"/>
                  </a:lnTo>
                  <a:lnTo>
                    <a:pt x="2347511" y="2754287"/>
                  </a:lnTo>
                  <a:lnTo>
                    <a:pt x="2303557" y="2685492"/>
                  </a:lnTo>
                  <a:lnTo>
                    <a:pt x="2259502" y="2616212"/>
                  </a:lnTo>
                  <a:lnTo>
                    <a:pt x="2215476" y="2547070"/>
                  </a:lnTo>
                  <a:lnTo>
                    <a:pt x="2171606" y="2478686"/>
                  </a:lnTo>
                  <a:lnTo>
                    <a:pt x="2128005" y="2411650"/>
                  </a:lnTo>
                  <a:lnTo>
                    <a:pt x="2084767" y="2346504"/>
                  </a:lnTo>
                  <a:lnTo>
                    <a:pt x="2041952" y="2283725"/>
                  </a:lnTo>
                  <a:lnTo>
                    <a:pt x="1999583" y="2223708"/>
                  </a:lnTo>
                  <a:lnTo>
                    <a:pt x="1957639" y="2166763"/>
                  </a:lnTo>
                  <a:lnTo>
                    <a:pt x="1916045" y="2113110"/>
                  </a:lnTo>
                  <a:lnTo>
                    <a:pt x="1874676" y="2062880"/>
                  </a:lnTo>
                  <a:lnTo>
                    <a:pt x="1833339" y="2016121"/>
                  </a:lnTo>
                  <a:lnTo>
                    <a:pt x="1791777" y="1972806"/>
                  </a:lnTo>
                  <a:lnTo>
                    <a:pt x="1768425" y="1950156"/>
                  </a:lnTo>
                  <a:lnTo>
                    <a:pt x="1719592" y="1906822"/>
                  </a:lnTo>
                  <a:lnTo>
                    <a:pt x="1669110" y="1867828"/>
                  </a:lnTo>
                  <a:lnTo>
                    <a:pt x="1616198" y="1832953"/>
                  </a:lnTo>
                  <a:lnTo>
                    <a:pt x="1559981" y="1801822"/>
                  </a:lnTo>
                  <a:lnTo>
                    <a:pt x="1499569" y="1774012"/>
                  </a:lnTo>
                  <a:lnTo>
                    <a:pt x="1434129" y="1749114"/>
                  </a:lnTo>
                  <a:lnTo>
                    <a:pt x="1362980" y="1726771"/>
                  </a:lnTo>
                  <a:lnTo>
                    <a:pt x="1285722" y="1706689"/>
                  </a:lnTo>
                  <a:lnTo>
                    <a:pt x="1202398" y="1688655"/>
                  </a:lnTo>
                  <a:lnTo>
                    <a:pt x="1113698" y="1672537"/>
                  </a:lnTo>
                  <a:lnTo>
                    <a:pt x="1021152" y="1658276"/>
                  </a:lnTo>
                  <a:lnTo>
                    <a:pt x="927269" y="1645877"/>
                  </a:lnTo>
                  <a:lnTo>
                    <a:pt x="835515" y="1635382"/>
                  </a:lnTo>
                  <a:lnTo>
                    <a:pt x="750035" y="1626830"/>
                  </a:lnTo>
                  <a:lnTo>
                    <a:pt x="675084" y="1620212"/>
                  </a:lnTo>
                  <a:lnTo>
                    <a:pt x="614234" y="1615435"/>
                  </a:lnTo>
                  <a:lnTo>
                    <a:pt x="569573" y="1612298"/>
                  </a:lnTo>
                  <a:lnTo>
                    <a:pt x="541145" y="1610502"/>
                  </a:lnTo>
                  <a:lnTo>
                    <a:pt x="526799" y="1609684"/>
                  </a:lnTo>
                  <a:lnTo>
                    <a:pt x="522385" y="1609455"/>
                  </a:lnTo>
                  <a:lnTo>
                    <a:pt x="522133" y="1609443"/>
                  </a:lnTo>
                  <a:lnTo>
                    <a:pt x="0" y="1609443"/>
                  </a:lnTo>
                  <a:lnTo>
                    <a:pt x="0" y="1609443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512" name="pg512"/>
            <p:cNvSpPr/>
            <p:nvPr/>
          </p:nvSpPr>
          <p:spPr>
            <a:xfrm>
              <a:off x="386606" y="2151211"/>
              <a:ext cx="8554953" cy="2416989"/>
            </a:xfrm>
            <a:custGeom>
              <a:avLst/>
              <a:pathLst>
                <a:path w="8554953" h="2416989">
                  <a:moveTo>
                    <a:pt x="0" y="372713"/>
                  </a:moveTo>
                  <a:lnTo>
                    <a:pt x="522133" y="372713"/>
                  </a:lnTo>
                  <a:lnTo>
                    <a:pt x="523337" y="372772"/>
                  </a:lnTo>
                  <a:lnTo>
                    <a:pt x="531220" y="373197"/>
                  </a:lnTo>
                  <a:lnTo>
                    <a:pt x="550963" y="374370"/>
                  </a:lnTo>
                  <a:lnTo>
                    <a:pt x="585931" y="376676"/>
                  </a:lnTo>
                  <a:lnTo>
                    <a:pt x="637382" y="380457"/>
                  </a:lnTo>
                  <a:lnTo>
                    <a:pt x="704386" y="385973"/>
                  </a:lnTo>
                  <a:lnTo>
                    <a:pt x="784158" y="393381"/>
                  </a:lnTo>
                  <a:lnTo>
                    <a:pt x="872744" y="402735"/>
                  </a:lnTo>
                  <a:lnTo>
                    <a:pt x="965847" y="414019"/>
                  </a:lnTo>
                  <a:lnTo>
                    <a:pt x="1059548" y="427187"/>
                  </a:lnTo>
                  <a:lnTo>
                    <a:pt x="1150758" y="442210"/>
                  </a:lnTo>
                  <a:lnTo>
                    <a:pt x="1237380" y="459105"/>
                  </a:lnTo>
                  <a:lnTo>
                    <a:pt x="1318251" y="477961"/>
                  </a:lnTo>
                  <a:lnTo>
                    <a:pt x="1392972" y="498942"/>
                  </a:lnTo>
                  <a:lnTo>
                    <a:pt x="1461705" y="522297"/>
                  </a:lnTo>
                  <a:lnTo>
                    <a:pt x="1524983" y="548346"/>
                  </a:lnTo>
                  <a:lnTo>
                    <a:pt x="1583563" y="577470"/>
                  </a:lnTo>
                  <a:lnTo>
                    <a:pt x="1638312" y="610092"/>
                  </a:lnTo>
                  <a:lnTo>
                    <a:pt x="1690122" y="646621"/>
                  </a:lnTo>
                  <a:lnTo>
                    <a:pt x="1739839" y="687387"/>
                  </a:lnTo>
                  <a:lnTo>
                    <a:pt x="1768425" y="713425"/>
                  </a:lnTo>
                  <a:lnTo>
                    <a:pt x="1810253" y="754861"/>
                  </a:lnTo>
                  <a:lnTo>
                    <a:pt x="1851679" y="799696"/>
                  </a:lnTo>
                  <a:lnTo>
                    <a:pt x="1893002" y="847994"/>
                  </a:lnTo>
                  <a:lnTo>
                    <a:pt x="1934452" y="899753"/>
                  </a:lnTo>
                  <a:lnTo>
                    <a:pt x="1976188" y="954887"/>
                  </a:lnTo>
                  <a:lnTo>
                    <a:pt x="2018315" y="1013226"/>
                  </a:lnTo>
                  <a:lnTo>
                    <a:pt x="2060882" y="1074512"/>
                  </a:lnTo>
                  <a:lnTo>
                    <a:pt x="2103890" y="1138394"/>
                  </a:lnTo>
                  <a:lnTo>
                    <a:pt x="2147298" y="1204441"/>
                  </a:lnTo>
                  <a:lnTo>
                    <a:pt x="2191031" y="1272145"/>
                  </a:lnTo>
                  <a:lnTo>
                    <a:pt x="2234985" y="1340940"/>
                  </a:lnTo>
                  <a:lnTo>
                    <a:pt x="2279040" y="1410220"/>
                  </a:lnTo>
                  <a:lnTo>
                    <a:pt x="2323066" y="1479362"/>
                  </a:lnTo>
                  <a:lnTo>
                    <a:pt x="2366937" y="1547746"/>
                  </a:lnTo>
                  <a:lnTo>
                    <a:pt x="2410537" y="1614782"/>
                  </a:lnTo>
                  <a:lnTo>
                    <a:pt x="2453775" y="1679928"/>
                  </a:lnTo>
                  <a:lnTo>
                    <a:pt x="2496590" y="1742707"/>
                  </a:lnTo>
                  <a:lnTo>
                    <a:pt x="2538959" y="1802724"/>
                  </a:lnTo>
                  <a:lnTo>
                    <a:pt x="2580904" y="1859669"/>
                  </a:lnTo>
                  <a:lnTo>
                    <a:pt x="2622497" y="1913322"/>
                  </a:lnTo>
                  <a:lnTo>
                    <a:pt x="2663866" y="1963552"/>
                  </a:lnTo>
                  <a:lnTo>
                    <a:pt x="2705203" y="2010311"/>
                  </a:lnTo>
                  <a:lnTo>
                    <a:pt x="2746765" y="2053626"/>
                  </a:lnTo>
                  <a:lnTo>
                    <a:pt x="2770117" y="2076276"/>
                  </a:lnTo>
                  <a:lnTo>
                    <a:pt x="2818950" y="2119610"/>
                  </a:lnTo>
                  <a:lnTo>
                    <a:pt x="2869432" y="2158604"/>
                  </a:lnTo>
                  <a:lnTo>
                    <a:pt x="2922345" y="2193479"/>
                  </a:lnTo>
                  <a:lnTo>
                    <a:pt x="2978561" y="2224610"/>
                  </a:lnTo>
                  <a:lnTo>
                    <a:pt x="3038973" y="2252420"/>
                  </a:lnTo>
                  <a:lnTo>
                    <a:pt x="3104413" y="2277318"/>
                  </a:lnTo>
                  <a:lnTo>
                    <a:pt x="3175562" y="2299661"/>
                  </a:lnTo>
                  <a:lnTo>
                    <a:pt x="3252821" y="2319743"/>
                  </a:lnTo>
                  <a:lnTo>
                    <a:pt x="3336144" y="2337777"/>
                  </a:lnTo>
                  <a:lnTo>
                    <a:pt x="3424844" y="2353895"/>
                  </a:lnTo>
                  <a:lnTo>
                    <a:pt x="3517390" y="2368156"/>
                  </a:lnTo>
                  <a:lnTo>
                    <a:pt x="3611273" y="2380555"/>
                  </a:lnTo>
                  <a:lnTo>
                    <a:pt x="3703027" y="2391050"/>
                  </a:lnTo>
                  <a:lnTo>
                    <a:pt x="3788507" y="2399602"/>
                  </a:lnTo>
                  <a:lnTo>
                    <a:pt x="3863458" y="2406220"/>
                  </a:lnTo>
                  <a:lnTo>
                    <a:pt x="3924308" y="2410997"/>
                  </a:lnTo>
                  <a:lnTo>
                    <a:pt x="3968969" y="2414134"/>
                  </a:lnTo>
                  <a:lnTo>
                    <a:pt x="3997397" y="2415930"/>
                  </a:lnTo>
                  <a:lnTo>
                    <a:pt x="4011743" y="2416748"/>
                  </a:lnTo>
                  <a:lnTo>
                    <a:pt x="4016158" y="2416977"/>
                  </a:lnTo>
                  <a:lnTo>
                    <a:pt x="4016409" y="2416989"/>
                  </a:lnTo>
                  <a:lnTo>
                    <a:pt x="4538543" y="2416989"/>
                  </a:lnTo>
                  <a:lnTo>
                    <a:pt x="4539724" y="2416920"/>
                  </a:lnTo>
                  <a:lnTo>
                    <a:pt x="4547456" y="2416429"/>
                  </a:lnTo>
                  <a:lnTo>
                    <a:pt x="4566834" y="2415073"/>
                  </a:lnTo>
                  <a:lnTo>
                    <a:pt x="4601191" y="2412407"/>
                  </a:lnTo>
                  <a:lnTo>
                    <a:pt x="4651808" y="2408035"/>
                  </a:lnTo>
                  <a:lnTo>
                    <a:pt x="4717836" y="2401650"/>
                  </a:lnTo>
                  <a:lnTo>
                    <a:pt x="4796602" y="2393070"/>
                  </a:lnTo>
                  <a:lnTo>
                    <a:pt x="4884260" y="2382224"/>
                  </a:lnTo>
                  <a:lnTo>
                    <a:pt x="4976598" y="2369131"/>
                  </a:lnTo>
                  <a:lnTo>
                    <a:pt x="5069737" y="2353841"/>
                  </a:lnTo>
                  <a:lnTo>
                    <a:pt x="5160592" y="2336391"/>
                  </a:lnTo>
                  <a:lnTo>
                    <a:pt x="5247038" y="2316767"/>
                  </a:lnTo>
                  <a:lnTo>
                    <a:pt x="5327870" y="2294873"/>
                  </a:lnTo>
                  <a:lnTo>
                    <a:pt x="5402643" y="2270525"/>
                  </a:lnTo>
                  <a:lnTo>
                    <a:pt x="5471474" y="2243447"/>
                  </a:lnTo>
                  <a:lnTo>
                    <a:pt x="5534858" y="2213274"/>
                  </a:lnTo>
                  <a:lnTo>
                    <a:pt x="5593520" y="2179571"/>
                  </a:lnTo>
                  <a:lnTo>
                    <a:pt x="5648302" y="2141855"/>
                  </a:lnTo>
                  <a:lnTo>
                    <a:pt x="5700079" y="2099646"/>
                  </a:lnTo>
                  <a:lnTo>
                    <a:pt x="5749690" y="2052544"/>
                  </a:lnTo>
                  <a:lnTo>
                    <a:pt x="5784835" y="2015098"/>
                  </a:lnTo>
                  <a:lnTo>
                    <a:pt x="5824375" y="1969015"/>
                  </a:lnTo>
                  <a:lnTo>
                    <a:pt x="5863539" y="1919358"/>
                  </a:lnTo>
                  <a:lnTo>
                    <a:pt x="5902587" y="1866055"/>
                  </a:lnTo>
                  <a:lnTo>
                    <a:pt x="5941718" y="1809100"/>
                  </a:lnTo>
                  <a:lnTo>
                    <a:pt x="5981078" y="1748563"/>
                  </a:lnTo>
                  <a:lnTo>
                    <a:pt x="6020768" y="1684589"/>
                  </a:lnTo>
                  <a:lnTo>
                    <a:pt x="6060841" y="1617411"/>
                  </a:lnTo>
                  <a:lnTo>
                    <a:pt x="6101313" y="1547344"/>
                  </a:lnTo>
                  <a:lnTo>
                    <a:pt x="6142163" y="1474785"/>
                  </a:lnTo>
                  <a:lnTo>
                    <a:pt x="6183340" y="1400207"/>
                  </a:lnTo>
                  <a:lnTo>
                    <a:pt x="6224768" y="1324145"/>
                  </a:lnTo>
                  <a:lnTo>
                    <a:pt x="6266353" y="1247181"/>
                  </a:lnTo>
                  <a:lnTo>
                    <a:pt x="6307989" y="1169928"/>
                  </a:lnTo>
                  <a:lnTo>
                    <a:pt x="6349566" y="1093009"/>
                  </a:lnTo>
                  <a:lnTo>
                    <a:pt x="6390979" y="1017034"/>
                  </a:lnTo>
                  <a:lnTo>
                    <a:pt x="6432135" y="942583"/>
                  </a:lnTo>
                  <a:lnTo>
                    <a:pt x="6472959" y="870189"/>
                  </a:lnTo>
                  <a:lnTo>
                    <a:pt x="6513402" y="800316"/>
                  </a:lnTo>
                  <a:lnTo>
                    <a:pt x="6553447" y="733358"/>
                  </a:lnTo>
                  <a:lnTo>
                    <a:pt x="6593111" y="669623"/>
                  </a:lnTo>
                  <a:lnTo>
                    <a:pt x="6632451" y="609338"/>
                  </a:lnTo>
                  <a:lnTo>
                    <a:pt x="6671571" y="552644"/>
                  </a:lnTo>
                  <a:lnTo>
                    <a:pt x="6710619" y="499603"/>
                  </a:lnTo>
                  <a:lnTo>
                    <a:pt x="6749801" y="450204"/>
                  </a:lnTo>
                  <a:lnTo>
                    <a:pt x="6786527" y="407537"/>
                  </a:lnTo>
                  <a:lnTo>
                    <a:pt x="6835029" y="356747"/>
                  </a:lnTo>
                  <a:lnTo>
                    <a:pt x="6885152" y="311009"/>
                  </a:lnTo>
                  <a:lnTo>
                    <a:pt x="6937663" y="270070"/>
                  </a:lnTo>
                  <a:lnTo>
                    <a:pt x="6993416" y="233498"/>
                  </a:lnTo>
                  <a:lnTo>
                    <a:pt x="7053285" y="200804"/>
                  </a:lnTo>
                  <a:lnTo>
                    <a:pt x="7118090" y="171515"/>
                  </a:lnTo>
                  <a:lnTo>
                    <a:pt x="7188505" y="145214"/>
                  </a:lnTo>
                  <a:lnTo>
                    <a:pt x="7264939" y="121558"/>
                  </a:lnTo>
                  <a:lnTo>
                    <a:pt x="7347374" y="100298"/>
                  </a:lnTo>
                  <a:lnTo>
                    <a:pt x="7435178" y="81272"/>
                  </a:lnTo>
                  <a:lnTo>
                    <a:pt x="7526907" y="64411"/>
                  </a:lnTo>
                  <a:lnTo>
                    <a:pt x="7620173" y="49715"/>
                  </a:lnTo>
                  <a:lnTo>
                    <a:pt x="7711644" y="37229"/>
                  </a:lnTo>
                  <a:lnTo>
                    <a:pt x="7797294" y="27003"/>
                  </a:lnTo>
                  <a:lnTo>
                    <a:pt x="7872933" y="19032"/>
                  </a:lnTo>
                  <a:lnTo>
                    <a:pt x="7934957" y="13220"/>
                  </a:lnTo>
                  <a:lnTo>
                    <a:pt x="7981137" y="9347"/>
                  </a:lnTo>
                  <a:lnTo>
                    <a:pt x="8011192" y="7081"/>
                  </a:lnTo>
                  <a:lnTo>
                    <a:pt x="8026985" y="6005"/>
                  </a:lnTo>
                  <a:lnTo>
                    <a:pt x="8032358" y="5673"/>
                  </a:lnTo>
                  <a:lnTo>
                    <a:pt x="8032819" y="5647"/>
                  </a:lnTo>
                  <a:lnTo>
                    <a:pt x="8554953" y="5647"/>
                  </a:lnTo>
                  <a:lnTo>
                    <a:pt x="8554953" y="0"/>
                  </a:lnTo>
                  <a:lnTo>
                    <a:pt x="8032819" y="0"/>
                  </a:lnTo>
                  <a:lnTo>
                    <a:pt x="8031638" y="68"/>
                  </a:lnTo>
                  <a:lnTo>
                    <a:pt x="8023906" y="559"/>
                  </a:lnTo>
                  <a:lnTo>
                    <a:pt x="8004528" y="1915"/>
                  </a:lnTo>
                  <a:lnTo>
                    <a:pt x="7970171" y="4581"/>
                  </a:lnTo>
                  <a:lnTo>
                    <a:pt x="7919554" y="8953"/>
                  </a:lnTo>
                  <a:lnTo>
                    <a:pt x="7853526" y="15338"/>
                  </a:lnTo>
                  <a:lnTo>
                    <a:pt x="7774760" y="23919"/>
                  </a:lnTo>
                  <a:lnTo>
                    <a:pt x="7687102" y="34764"/>
                  </a:lnTo>
                  <a:lnTo>
                    <a:pt x="7594764" y="47858"/>
                  </a:lnTo>
                  <a:lnTo>
                    <a:pt x="7501624" y="63148"/>
                  </a:lnTo>
                  <a:lnTo>
                    <a:pt x="7410770" y="80597"/>
                  </a:lnTo>
                  <a:lnTo>
                    <a:pt x="7324324" y="100221"/>
                  </a:lnTo>
                  <a:lnTo>
                    <a:pt x="7243492" y="122115"/>
                  </a:lnTo>
                  <a:lnTo>
                    <a:pt x="7168719" y="146463"/>
                  </a:lnTo>
                  <a:lnTo>
                    <a:pt x="7099888" y="173542"/>
                  </a:lnTo>
                  <a:lnTo>
                    <a:pt x="7036504" y="203714"/>
                  </a:lnTo>
                  <a:lnTo>
                    <a:pt x="6977842" y="237417"/>
                  </a:lnTo>
                  <a:lnTo>
                    <a:pt x="6923060" y="275133"/>
                  </a:lnTo>
                  <a:lnTo>
                    <a:pt x="6871283" y="317342"/>
                  </a:lnTo>
                  <a:lnTo>
                    <a:pt x="6821672" y="364444"/>
                  </a:lnTo>
                  <a:lnTo>
                    <a:pt x="6786527" y="401890"/>
                  </a:lnTo>
                  <a:lnTo>
                    <a:pt x="6746987" y="447973"/>
                  </a:lnTo>
                  <a:lnTo>
                    <a:pt x="6707823" y="497631"/>
                  </a:lnTo>
                  <a:lnTo>
                    <a:pt x="6668775" y="550934"/>
                  </a:lnTo>
                  <a:lnTo>
                    <a:pt x="6629644" y="607888"/>
                  </a:lnTo>
                  <a:lnTo>
                    <a:pt x="6590283" y="668426"/>
                  </a:lnTo>
                  <a:lnTo>
                    <a:pt x="6550594" y="732399"/>
                  </a:lnTo>
                  <a:lnTo>
                    <a:pt x="6510521" y="799578"/>
                  </a:lnTo>
                  <a:lnTo>
                    <a:pt x="6470049" y="869645"/>
                  </a:lnTo>
                  <a:lnTo>
                    <a:pt x="6429199" y="942203"/>
                  </a:lnTo>
                  <a:lnTo>
                    <a:pt x="6388022" y="1016781"/>
                  </a:lnTo>
                  <a:lnTo>
                    <a:pt x="6346594" y="1092843"/>
                  </a:lnTo>
                  <a:lnTo>
                    <a:pt x="6305009" y="1169807"/>
                  </a:lnTo>
                  <a:lnTo>
                    <a:pt x="6263373" y="1247060"/>
                  </a:lnTo>
                  <a:lnTo>
                    <a:pt x="6221796" y="1323980"/>
                  </a:lnTo>
                  <a:lnTo>
                    <a:pt x="6180383" y="1399954"/>
                  </a:lnTo>
                  <a:lnTo>
                    <a:pt x="6139227" y="1474405"/>
                  </a:lnTo>
                  <a:lnTo>
                    <a:pt x="6098403" y="1546800"/>
                  </a:lnTo>
                  <a:lnTo>
                    <a:pt x="6057959" y="1616672"/>
                  </a:lnTo>
                  <a:lnTo>
                    <a:pt x="6017915" y="1683630"/>
                  </a:lnTo>
                  <a:lnTo>
                    <a:pt x="5978251" y="1747365"/>
                  </a:lnTo>
                  <a:lnTo>
                    <a:pt x="5938910" y="1807650"/>
                  </a:lnTo>
                  <a:lnTo>
                    <a:pt x="5899791" y="1864345"/>
                  </a:lnTo>
                  <a:lnTo>
                    <a:pt x="5860742" y="1917386"/>
                  </a:lnTo>
                  <a:lnTo>
                    <a:pt x="5821561" y="1966784"/>
                  </a:lnTo>
                  <a:lnTo>
                    <a:pt x="5784835" y="2009451"/>
                  </a:lnTo>
                  <a:lnTo>
                    <a:pt x="5736333" y="2060241"/>
                  </a:lnTo>
                  <a:lnTo>
                    <a:pt x="5686210" y="2105979"/>
                  </a:lnTo>
                  <a:lnTo>
                    <a:pt x="5633699" y="2146918"/>
                  </a:lnTo>
                  <a:lnTo>
                    <a:pt x="5577946" y="2183491"/>
                  </a:lnTo>
                  <a:lnTo>
                    <a:pt x="5518077" y="2216184"/>
                  </a:lnTo>
                  <a:lnTo>
                    <a:pt x="5453272" y="2245473"/>
                  </a:lnTo>
                  <a:lnTo>
                    <a:pt x="5382857" y="2271775"/>
                  </a:lnTo>
                  <a:lnTo>
                    <a:pt x="5306423" y="2295430"/>
                  </a:lnTo>
                  <a:lnTo>
                    <a:pt x="5223988" y="2316690"/>
                  </a:lnTo>
                  <a:lnTo>
                    <a:pt x="5136184" y="2335716"/>
                  </a:lnTo>
                  <a:lnTo>
                    <a:pt x="5044455" y="2352577"/>
                  </a:lnTo>
                  <a:lnTo>
                    <a:pt x="4951189" y="2367274"/>
                  </a:lnTo>
                  <a:lnTo>
                    <a:pt x="4859718" y="2379759"/>
                  </a:lnTo>
                  <a:lnTo>
                    <a:pt x="4774068" y="2389986"/>
                  </a:lnTo>
                  <a:lnTo>
                    <a:pt x="4698429" y="2397956"/>
                  </a:lnTo>
                  <a:lnTo>
                    <a:pt x="4636405" y="2403769"/>
                  </a:lnTo>
                  <a:lnTo>
                    <a:pt x="4590225" y="2407641"/>
                  </a:lnTo>
                  <a:lnTo>
                    <a:pt x="4560170" y="2409907"/>
                  </a:lnTo>
                  <a:lnTo>
                    <a:pt x="4544377" y="2410983"/>
                  </a:lnTo>
                  <a:lnTo>
                    <a:pt x="4539004" y="2411315"/>
                  </a:lnTo>
                  <a:lnTo>
                    <a:pt x="4538543" y="2411342"/>
                  </a:lnTo>
                  <a:lnTo>
                    <a:pt x="4016409" y="2411342"/>
                  </a:lnTo>
                  <a:lnTo>
                    <a:pt x="4015205" y="2411282"/>
                  </a:lnTo>
                  <a:lnTo>
                    <a:pt x="4007322" y="2410858"/>
                  </a:lnTo>
                  <a:lnTo>
                    <a:pt x="3987580" y="2409684"/>
                  </a:lnTo>
                  <a:lnTo>
                    <a:pt x="3952611" y="2407378"/>
                  </a:lnTo>
                  <a:lnTo>
                    <a:pt x="3901161" y="2403597"/>
                  </a:lnTo>
                  <a:lnTo>
                    <a:pt x="3834157" y="2398081"/>
                  </a:lnTo>
                  <a:lnTo>
                    <a:pt x="3754384" y="2390673"/>
                  </a:lnTo>
                  <a:lnTo>
                    <a:pt x="3665798" y="2381319"/>
                  </a:lnTo>
                  <a:lnTo>
                    <a:pt x="3572696" y="2370035"/>
                  </a:lnTo>
                  <a:lnTo>
                    <a:pt x="3478994" y="2356867"/>
                  </a:lnTo>
                  <a:lnTo>
                    <a:pt x="3387784" y="2341844"/>
                  </a:lnTo>
                  <a:lnTo>
                    <a:pt x="3301162" y="2324949"/>
                  </a:lnTo>
                  <a:lnTo>
                    <a:pt x="3220292" y="2306094"/>
                  </a:lnTo>
                  <a:lnTo>
                    <a:pt x="3145570" y="2285112"/>
                  </a:lnTo>
                  <a:lnTo>
                    <a:pt x="3076838" y="2261757"/>
                  </a:lnTo>
                  <a:lnTo>
                    <a:pt x="3013559" y="2235709"/>
                  </a:lnTo>
                  <a:lnTo>
                    <a:pt x="2954979" y="2206584"/>
                  </a:lnTo>
                  <a:lnTo>
                    <a:pt x="2900230" y="2173963"/>
                  </a:lnTo>
                  <a:lnTo>
                    <a:pt x="2848420" y="2137433"/>
                  </a:lnTo>
                  <a:lnTo>
                    <a:pt x="2798703" y="2096667"/>
                  </a:lnTo>
                  <a:lnTo>
                    <a:pt x="2770117" y="2070629"/>
                  </a:lnTo>
                  <a:lnTo>
                    <a:pt x="2728289" y="2029193"/>
                  </a:lnTo>
                  <a:lnTo>
                    <a:pt x="2686863" y="1984359"/>
                  </a:lnTo>
                  <a:lnTo>
                    <a:pt x="2645540" y="1936060"/>
                  </a:lnTo>
                  <a:lnTo>
                    <a:pt x="2604091" y="1884302"/>
                  </a:lnTo>
                  <a:lnTo>
                    <a:pt x="2562354" y="1829168"/>
                  </a:lnTo>
                  <a:lnTo>
                    <a:pt x="2520227" y="1770828"/>
                  </a:lnTo>
                  <a:lnTo>
                    <a:pt x="2477660" y="1709542"/>
                  </a:lnTo>
                  <a:lnTo>
                    <a:pt x="2434653" y="1645660"/>
                  </a:lnTo>
                  <a:lnTo>
                    <a:pt x="2391244" y="1579613"/>
                  </a:lnTo>
                  <a:lnTo>
                    <a:pt x="2347511" y="1511909"/>
                  </a:lnTo>
                  <a:lnTo>
                    <a:pt x="2303557" y="1443114"/>
                  </a:lnTo>
                  <a:lnTo>
                    <a:pt x="2259502" y="1373834"/>
                  </a:lnTo>
                  <a:lnTo>
                    <a:pt x="2215476" y="1304692"/>
                  </a:lnTo>
                  <a:lnTo>
                    <a:pt x="2171606" y="1236308"/>
                  </a:lnTo>
                  <a:lnTo>
                    <a:pt x="2128005" y="1169272"/>
                  </a:lnTo>
                  <a:lnTo>
                    <a:pt x="2084767" y="1104127"/>
                  </a:lnTo>
                  <a:lnTo>
                    <a:pt x="2041952" y="1041347"/>
                  </a:lnTo>
                  <a:lnTo>
                    <a:pt x="1999583" y="981330"/>
                  </a:lnTo>
                  <a:lnTo>
                    <a:pt x="1957639" y="924385"/>
                  </a:lnTo>
                  <a:lnTo>
                    <a:pt x="1916045" y="870732"/>
                  </a:lnTo>
                  <a:lnTo>
                    <a:pt x="1874676" y="820502"/>
                  </a:lnTo>
                  <a:lnTo>
                    <a:pt x="1833339" y="773744"/>
                  </a:lnTo>
                  <a:lnTo>
                    <a:pt x="1791777" y="730428"/>
                  </a:lnTo>
                  <a:lnTo>
                    <a:pt x="1768425" y="707778"/>
                  </a:lnTo>
                  <a:lnTo>
                    <a:pt x="1719592" y="664444"/>
                  </a:lnTo>
                  <a:lnTo>
                    <a:pt x="1669110" y="625451"/>
                  </a:lnTo>
                  <a:lnTo>
                    <a:pt x="1616198" y="590575"/>
                  </a:lnTo>
                  <a:lnTo>
                    <a:pt x="1559981" y="559444"/>
                  </a:lnTo>
                  <a:lnTo>
                    <a:pt x="1499569" y="531634"/>
                  </a:lnTo>
                  <a:lnTo>
                    <a:pt x="1434129" y="506737"/>
                  </a:lnTo>
                  <a:lnTo>
                    <a:pt x="1362980" y="484393"/>
                  </a:lnTo>
                  <a:lnTo>
                    <a:pt x="1285722" y="464311"/>
                  </a:lnTo>
                  <a:lnTo>
                    <a:pt x="1202398" y="446278"/>
                  </a:lnTo>
                  <a:lnTo>
                    <a:pt x="1113698" y="430159"/>
                  </a:lnTo>
                  <a:lnTo>
                    <a:pt x="1021152" y="415898"/>
                  </a:lnTo>
                  <a:lnTo>
                    <a:pt x="927269" y="403499"/>
                  </a:lnTo>
                  <a:lnTo>
                    <a:pt x="835515" y="393005"/>
                  </a:lnTo>
                  <a:lnTo>
                    <a:pt x="750035" y="384452"/>
                  </a:lnTo>
                  <a:lnTo>
                    <a:pt x="675084" y="377835"/>
                  </a:lnTo>
                  <a:lnTo>
                    <a:pt x="614234" y="373057"/>
                  </a:lnTo>
                  <a:lnTo>
                    <a:pt x="569573" y="369920"/>
                  </a:lnTo>
                  <a:lnTo>
                    <a:pt x="541145" y="368125"/>
                  </a:lnTo>
                  <a:lnTo>
                    <a:pt x="526799" y="367306"/>
                  </a:lnTo>
                  <a:lnTo>
                    <a:pt x="522385" y="367078"/>
                  </a:lnTo>
                  <a:lnTo>
                    <a:pt x="522133" y="367066"/>
                  </a:lnTo>
                  <a:lnTo>
                    <a:pt x="0" y="367066"/>
                  </a:lnTo>
                  <a:close/>
                </a:path>
              </a:pathLst>
            </a:custGeom>
            <a:solidFill>
              <a:srgbClr val="8FA8D6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513" name="pl513"/>
            <p:cNvSpPr/>
            <p:nvPr/>
          </p:nvSpPr>
          <p:spPr>
            <a:xfrm>
              <a:off x="386606" y="2156858"/>
              <a:ext cx="8554953" cy="2411342"/>
            </a:xfrm>
            <a:custGeom>
              <a:avLst/>
              <a:pathLst>
                <a:path w="8554953" h="2411342">
                  <a:moveTo>
                    <a:pt x="0" y="367066"/>
                  </a:moveTo>
                  <a:lnTo>
                    <a:pt x="522133" y="367066"/>
                  </a:lnTo>
                  <a:lnTo>
                    <a:pt x="523337" y="367125"/>
                  </a:lnTo>
                  <a:lnTo>
                    <a:pt x="531220" y="367550"/>
                  </a:lnTo>
                  <a:lnTo>
                    <a:pt x="550963" y="368723"/>
                  </a:lnTo>
                  <a:lnTo>
                    <a:pt x="585931" y="371029"/>
                  </a:lnTo>
                  <a:lnTo>
                    <a:pt x="637382" y="374810"/>
                  </a:lnTo>
                  <a:lnTo>
                    <a:pt x="704386" y="380326"/>
                  </a:lnTo>
                  <a:lnTo>
                    <a:pt x="784158" y="387734"/>
                  </a:lnTo>
                  <a:lnTo>
                    <a:pt x="872744" y="397088"/>
                  </a:lnTo>
                  <a:lnTo>
                    <a:pt x="965847" y="408372"/>
                  </a:lnTo>
                  <a:lnTo>
                    <a:pt x="1059548" y="421540"/>
                  </a:lnTo>
                  <a:lnTo>
                    <a:pt x="1150758" y="436563"/>
                  </a:lnTo>
                  <a:lnTo>
                    <a:pt x="1237380" y="453458"/>
                  </a:lnTo>
                  <a:lnTo>
                    <a:pt x="1318251" y="472314"/>
                  </a:lnTo>
                  <a:lnTo>
                    <a:pt x="1392972" y="493295"/>
                  </a:lnTo>
                  <a:lnTo>
                    <a:pt x="1461705" y="516650"/>
                  </a:lnTo>
                  <a:lnTo>
                    <a:pt x="1524983" y="542698"/>
                  </a:lnTo>
                  <a:lnTo>
                    <a:pt x="1583563" y="571823"/>
                  </a:lnTo>
                  <a:lnTo>
                    <a:pt x="1638312" y="604444"/>
                  </a:lnTo>
                  <a:lnTo>
                    <a:pt x="1690122" y="640974"/>
                  </a:lnTo>
                  <a:lnTo>
                    <a:pt x="1739839" y="681740"/>
                  </a:lnTo>
                  <a:lnTo>
                    <a:pt x="1768425" y="707778"/>
                  </a:lnTo>
                  <a:lnTo>
                    <a:pt x="1810253" y="749214"/>
                  </a:lnTo>
                  <a:lnTo>
                    <a:pt x="1851679" y="794048"/>
                  </a:lnTo>
                  <a:lnTo>
                    <a:pt x="1893002" y="842347"/>
                  </a:lnTo>
                  <a:lnTo>
                    <a:pt x="1934452" y="894105"/>
                  </a:lnTo>
                  <a:lnTo>
                    <a:pt x="1976188" y="949240"/>
                  </a:lnTo>
                  <a:lnTo>
                    <a:pt x="2018315" y="1007579"/>
                  </a:lnTo>
                  <a:lnTo>
                    <a:pt x="2060882" y="1068865"/>
                  </a:lnTo>
                  <a:lnTo>
                    <a:pt x="2103890" y="1132747"/>
                  </a:lnTo>
                  <a:lnTo>
                    <a:pt x="2147298" y="1198794"/>
                  </a:lnTo>
                  <a:lnTo>
                    <a:pt x="2191031" y="1266498"/>
                  </a:lnTo>
                  <a:lnTo>
                    <a:pt x="2234985" y="1335293"/>
                  </a:lnTo>
                  <a:lnTo>
                    <a:pt x="2279040" y="1404573"/>
                  </a:lnTo>
                  <a:lnTo>
                    <a:pt x="2323066" y="1473715"/>
                  </a:lnTo>
                  <a:lnTo>
                    <a:pt x="2366937" y="1542099"/>
                  </a:lnTo>
                  <a:lnTo>
                    <a:pt x="2410537" y="1609135"/>
                  </a:lnTo>
                  <a:lnTo>
                    <a:pt x="2453775" y="1674280"/>
                  </a:lnTo>
                  <a:lnTo>
                    <a:pt x="2496590" y="1737060"/>
                  </a:lnTo>
                  <a:lnTo>
                    <a:pt x="2538959" y="1797077"/>
                  </a:lnTo>
                  <a:lnTo>
                    <a:pt x="2580904" y="1854022"/>
                  </a:lnTo>
                  <a:lnTo>
                    <a:pt x="2622497" y="1907675"/>
                  </a:lnTo>
                  <a:lnTo>
                    <a:pt x="2663866" y="1957905"/>
                  </a:lnTo>
                  <a:lnTo>
                    <a:pt x="2705203" y="2004664"/>
                  </a:lnTo>
                  <a:lnTo>
                    <a:pt x="2746765" y="2047979"/>
                  </a:lnTo>
                  <a:lnTo>
                    <a:pt x="2770117" y="2070629"/>
                  </a:lnTo>
                  <a:lnTo>
                    <a:pt x="2818950" y="2113963"/>
                  </a:lnTo>
                  <a:lnTo>
                    <a:pt x="2869432" y="2152957"/>
                  </a:lnTo>
                  <a:lnTo>
                    <a:pt x="2922345" y="2187832"/>
                  </a:lnTo>
                  <a:lnTo>
                    <a:pt x="2978561" y="2218963"/>
                  </a:lnTo>
                  <a:lnTo>
                    <a:pt x="3038973" y="2246773"/>
                  </a:lnTo>
                  <a:lnTo>
                    <a:pt x="3104413" y="2271670"/>
                  </a:lnTo>
                  <a:lnTo>
                    <a:pt x="3175562" y="2294014"/>
                  </a:lnTo>
                  <a:lnTo>
                    <a:pt x="3252821" y="2314096"/>
                  </a:lnTo>
                  <a:lnTo>
                    <a:pt x="3336144" y="2332129"/>
                  </a:lnTo>
                  <a:lnTo>
                    <a:pt x="3424844" y="2348248"/>
                  </a:lnTo>
                  <a:lnTo>
                    <a:pt x="3517390" y="2362509"/>
                  </a:lnTo>
                  <a:lnTo>
                    <a:pt x="3611273" y="2374908"/>
                  </a:lnTo>
                  <a:lnTo>
                    <a:pt x="3703027" y="2385403"/>
                  </a:lnTo>
                  <a:lnTo>
                    <a:pt x="3788507" y="2393955"/>
                  </a:lnTo>
                  <a:lnTo>
                    <a:pt x="3863458" y="2400573"/>
                  </a:lnTo>
                  <a:lnTo>
                    <a:pt x="3924308" y="2405350"/>
                  </a:lnTo>
                  <a:lnTo>
                    <a:pt x="3968969" y="2408487"/>
                  </a:lnTo>
                  <a:lnTo>
                    <a:pt x="3997397" y="2410282"/>
                  </a:lnTo>
                  <a:lnTo>
                    <a:pt x="4011743" y="2411101"/>
                  </a:lnTo>
                  <a:lnTo>
                    <a:pt x="4016158" y="2411330"/>
                  </a:lnTo>
                  <a:lnTo>
                    <a:pt x="4016409" y="2411342"/>
                  </a:lnTo>
                  <a:lnTo>
                    <a:pt x="4538543" y="2411342"/>
                  </a:lnTo>
                  <a:lnTo>
                    <a:pt x="4539724" y="2411273"/>
                  </a:lnTo>
                  <a:lnTo>
                    <a:pt x="4547456" y="2410782"/>
                  </a:lnTo>
                  <a:lnTo>
                    <a:pt x="4566834" y="2409426"/>
                  </a:lnTo>
                  <a:lnTo>
                    <a:pt x="4601191" y="2406760"/>
                  </a:lnTo>
                  <a:lnTo>
                    <a:pt x="4651808" y="2402388"/>
                  </a:lnTo>
                  <a:lnTo>
                    <a:pt x="4717836" y="2396003"/>
                  </a:lnTo>
                  <a:lnTo>
                    <a:pt x="4796602" y="2387422"/>
                  </a:lnTo>
                  <a:lnTo>
                    <a:pt x="4884260" y="2376577"/>
                  </a:lnTo>
                  <a:lnTo>
                    <a:pt x="4976598" y="2363483"/>
                  </a:lnTo>
                  <a:lnTo>
                    <a:pt x="5069737" y="2348193"/>
                  </a:lnTo>
                  <a:lnTo>
                    <a:pt x="5160592" y="2330744"/>
                  </a:lnTo>
                  <a:lnTo>
                    <a:pt x="5247038" y="2311120"/>
                  </a:lnTo>
                  <a:lnTo>
                    <a:pt x="5327870" y="2289226"/>
                  </a:lnTo>
                  <a:lnTo>
                    <a:pt x="5402643" y="2264878"/>
                  </a:lnTo>
                  <a:lnTo>
                    <a:pt x="5471474" y="2237799"/>
                  </a:lnTo>
                  <a:lnTo>
                    <a:pt x="5534858" y="2207627"/>
                  </a:lnTo>
                  <a:lnTo>
                    <a:pt x="5593520" y="2173924"/>
                  </a:lnTo>
                  <a:lnTo>
                    <a:pt x="5648302" y="2136208"/>
                  </a:lnTo>
                  <a:lnTo>
                    <a:pt x="5700079" y="2093999"/>
                  </a:lnTo>
                  <a:lnTo>
                    <a:pt x="5749690" y="2046897"/>
                  </a:lnTo>
                  <a:lnTo>
                    <a:pt x="5784835" y="2009451"/>
                  </a:lnTo>
                  <a:lnTo>
                    <a:pt x="5824375" y="1963368"/>
                  </a:lnTo>
                  <a:lnTo>
                    <a:pt x="5863539" y="1913711"/>
                  </a:lnTo>
                  <a:lnTo>
                    <a:pt x="5902587" y="1860408"/>
                  </a:lnTo>
                  <a:lnTo>
                    <a:pt x="5941718" y="1803453"/>
                  </a:lnTo>
                  <a:lnTo>
                    <a:pt x="5981078" y="1742915"/>
                  </a:lnTo>
                  <a:lnTo>
                    <a:pt x="6020768" y="1678942"/>
                  </a:lnTo>
                  <a:lnTo>
                    <a:pt x="6060841" y="1611763"/>
                  </a:lnTo>
                  <a:lnTo>
                    <a:pt x="6101313" y="1541696"/>
                  </a:lnTo>
                  <a:lnTo>
                    <a:pt x="6142163" y="1469138"/>
                  </a:lnTo>
                  <a:lnTo>
                    <a:pt x="6183340" y="1394560"/>
                  </a:lnTo>
                  <a:lnTo>
                    <a:pt x="6224768" y="1318498"/>
                  </a:lnTo>
                  <a:lnTo>
                    <a:pt x="6266353" y="1241534"/>
                  </a:lnTo>
                  <a:lnTo>
                    <a:pt x="6307989" y="1164281"/>
                  </a:lnTo>
                  <a:lnTo>
                    <a:pt x="6349566" y="1087362"/>
                  </a:lnTo>
                  <a:lnTo>
                    <a:pt x="6390979" y="1011387"/>
                  </a:lnTo>
                  <a:lnTo>
                    <a:pt x="6432135" y="936936"/>
                  </a:lnTo>
                  <a:lnTo>
                    <a:pt x="6472959" y="864541"/>
                  </a:lnTo>
                  <a:lnTo>
                    <a:pt x="6513402" y="794669"/>
                  </a:lnTo>
                  <a:lnTo>
                    <a:pt x="6553447" y="727711"/>
                  </a:lnTo>
                  <a:lnTo>
                    <a:pt x="6593111" y="663976"/>
                  </a:lnTo>
                  <a:lnTo>
                    <a:pt x="6632451" y="603691"/>
                  </a:lnTo>
                  <a:lnTo>
                    <a:pt x="6671571" y="546997"/>
                  </a:lnTo>
                  <a:lnTo>
                    <a:pt x="6710619" y="493955"/>
                  </a:lnTo>
                  <a:lnTo>
                    <a:pt x="6749801" y="444557"/>
                  </a:lnTo>
                  <a:lnTo>
                    <a:pt x="6786527" y="401890"/>
                  </a:lnTo>
                  <a:lnTo>
                    <a:pt x="6835029" y="351100"/>
                  </a:lnTo>
                  <a:lnTo>
                    <a:pt x="6885152" y="305362"/>
                  </a:lnTo>
                  <a:lnTo>
                    <a:pt x="6937663" y="264423"/>
                  </a:lnTo>
                  <a:lnTo>
                    <a:pt x="6993416" y="227850"/>
                  </a:lnTo>
                  <a:lnTo>
                    <a:pt x="7053285" y="195157"/>
                  </a:lnTo>
                  <a:lnTo>
                    <a:pt x="7118090" y="165868"/>
                  </a:lnTo>
                  <a:lnTo>
                    <a:pt x="7188505" y="139566"/>
                  </a:lnTo>
                  <a:lnTo>
                    <a:pt x="7264939" y="115911"/>
                  </a:lnTo>
                  <a:lnTo>
                    <a:pt x="7347374" y="94651"/>
                  </a:lnTo>
                  <a:lnTo>
                    <a:pt x="7435178" y="75625"/>
                  </a:lnTo>
                  <a:lnTo>
                    <a:pt x="7526907" y="58764"/>
                  </a:lnTo>
                  <a:lnTo>
                    <a:pt x="7620173" y="44067"/>
                  </a:lnTo>
                  <a:lnTo>
                    <a:pt x="7711644" y="31582"/>
                  </a:lnTo>
                  <a:lnTo>
                    <a:pt x="7797294" y="21355"/>
                  </a:lnTo>
                  <a:lnTo>
                    <a:pt x="7872933" y="13385"/>
                  </a:lnTo>
                  <a:lnTo>
                    <a:pt x="7934957" y="7572"/>
                  </a:lnTo>
                  <a:lnTo>
                    <a:pt x="7981137" y="3700"/>
                  </a:lnTo>
                  <a:lnTo>
                    <a:pt x="8011192" y="1434"/>
                  </a:lnTo>
                  <a:lnTo>
                    <a:pt x="8026985" y="358"/>
                  </a:lnTo>
                  <a:lnTo>
                    <a:pt x="8032358" y="26"/>
                  </a:lnTo>
                  <a:lnTo>
                    <a:pt x="8032819" y="0"/>
                  </a:lnTo>
                  <a:lnTo>
                    <a:pt x="8554953" y="0"/>
                  </a:lnTo>
                  <a:lnTo>
                    <a:pt x="8554953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514" name="pl514"/>
            <p:cNvSpPr/>
            <p:nvPr/>
          </p:nvSpPr>
          <p:spPr>
            <a:xfrm>
              <a:off x="386606" y="2151211"/>
              <a:ext cx="8554953" cy="2411342"/>
            </a:xfrm>
            <a:custGeom>
              <a:avLst/>
              <a:pathLst>
                <a:path w="8554953" h="2411342">
                  <a:moveTo>
                    <a:pt x="8554953" y="0"/>
                  </a:moveTo>
                  <a:lnTo>
                    <a:pt x="8032819" y="0"/>
                  </a:lnTo>
                  <a:lnTo>
                    <a:pt x="8031638" y="68"/>
                  </a:lnTo>
                  <a:lnTo>
                    <a:pt x="8023906" y="559"/>
                  </a:lnTo>
                  <a:lnTo>
                    <a:pt x="8004528" y="1915"/>
                  </a:lnTo>
                  <a:lnTo>
                    <a:pt x="7970171" y="4581"/>
                  </a:lnTo>
                  <a:lnTo>
                    <a:pt x="7919554" y="8953"/>
                  </a:lnTo>
                  <a:lnTo>
                    <a:pt x="7853526" y="15338"/>
                  </a:lnTo>
                  <a:lnTo>
                    <a:pt x="7774760" y="23919"/>
                  </a:lnTo>
                  <a:lnTo>
                    <a:pt x="7687102" y="34764"/>
                  </a:lnTo>
                  <a:lnTo>
                    <a:pt x="7594764" y="47858"/>
                  </a:lnTo>
                  <a:lnTo>
                    <a:pt x="7501624" y="63148"/>
                  </a:lnTo>
                  <a:lnTo>
                    <a:pt x="7410770" y="80597"/>
                  </a:lnTo>
                  <a:lnTo>
                    <a:pt x="7324324" y="100221"/>
                  </a:lnTo>
                  <a:lnTo>
                    <a:pt x="7243492" y="122115"/>
                  </a:lnTo>
                  <a:lnTo>
                    <a:pt x="7168719" y="146463"/>
                  </a:lnTo>
                  <a:lnTo>
                    <a:pt x="7099888" y="173542"/>
                  </a:lnTo>
                  <a:lnTo>
                    <a:pt x="7036504" y="203714"/>
                  </a:lnTo>
                  <a:lnTo>
                    <a:pt x="6977842" y="237417"/>
                  </a:lnTo>
                  <a:lnTo>
                    <a:pt x="6923060" y="275133"/>
                  </a:lnTo>
                  <a:lnTo>
                    <a:pt x="6871283" y="317342"/>
                  </a:lnTo>
                  <a:lnTo>
                    <a:pt x="6821672" y="364444"/>
                  </a:lnTo>
                  <a:lnTo>
                    <a:pt x="6786527" y="401890"/>
                  </a:lnTo>
                  <a:lnTo>
                    <a:pt x="6746987" y="447973"/>
                  </a:lnTo>
                  <a:lnTo>
                    <a:pt x="6707823" y="497631"/>
                  </a:lnTo>
                  <a:lnTo>
                    <a:pt x="6668775" y="550934"/>
                  </a:lnTo>
                  <a:lnTo>
                    <a:pt x="6629644" y="607888"/>
                  </a:lnTo>
                  <a:lnTo>
                    <a:pt x="6590283" y="668426"/>
                  </a:lnTo>
                  <a:lnTo>
                    <a:pt x="6550594" y="732399"/>
                  </a:lnTo>
                  <a:lnTo>
                    <a:pt x="6510521" y="799578"/>
                  </a:lnTo>
                  <a:lnTo>
                    <a:pt x="6470049" y="869645"/>
                  </a:lnTo>
                  <a:lnTo>
                    <a:pt x="6429199" y="942203"/>
                  </a:lnTo>
                  <a:lnTo>
                    <a:pt x="6388022" y="1016781"/>
                  </a:lnTo>
                  <a:lnTo>
                    <a:pt x="6346594" y="1092843"/>
                  </a:lnTo>
                  <a:lnTo>
                    <a:pt x="6305009" y="1169807"/>
                  </a:lnTo>
                  <a:lnTo>
                    <a:pt x="6263373" y="1247060"/>
                  </a:lnTo>
                  <a:lnTo>
                    <a:pt x="6221796" y="1323980"/>
                  </a:lnTo>
                  <a:lnTo>
                    <a:pt x="6180383" y="1399954"/>
                  </a:lnTo>
                  <a:lnTo>
                    <a:pt x="6139227" y="1474405"/>
                  </a:lnTo>
                  <a:lnTo>
                    <a:pt x="6098403" y="1546800"/>
                  </a:lnTo>
                  <a:lnTo>
                    <a:pt x="6057959" y="1616672"/>
                  </a:lnTo>
                  <a:lnTo>
                    <a:pt x="6017915" y="1683630"/>
                  </a:lnTo>
                  <a:lnTo>
                    <a:pt x="5978251" y="1747365"/>
                  </a:lnTo>
                  <a:lnTo>
                    <a:pt x="5938910" y="1807650"/>
                  </a:lnTo>
                  <a:lnTo>
                    <a:pt x="5899791" y="1864345"/>
                  </a:lnTo>
                  <a:lnTo>
                    <a:pt x="5860742" y="1917386"/>
                  </a:lnTo>
                  <a:lnTo>
                    <a:pt x="5821561" y="1966784"/>
                  </a:lnTo>
                  <a:lnTo>
                    <a:pt x="5784835" y="2009451"/>
                  </a:lnTo>
                  <a:lnTo>
                    <a:pt x="5736333" y="2060241"/>
                  </a:lnTo>
                  <a:lnTo>
                    <a:pt x="5686210" y="2105979"/>
                  </a:lnTo>
                  <a:lnTo>
                    <a:pt x="5633699" y="2146918"/>
                  </a:lnTo>
                  <a:lnTo>
                    <a:pt x="5577946" y="2183491"/>
                  </a:lnTo>
                  <a:lnTo>
                    <a:pt x="5518077" y="2216184"/>
                  </a:lnTo>
                  <a:lnTo>
                    <a:pt x="5453272" y="2245473"/>
                  </a:lnTo>
                  <a:lnTo>
                    <a:pt x="5382857" y="2271775"/>
                  </a:lnTo>
                  <a:lnTo>
                    <a:pt x="5306423" y="2295430"/>
                  </a:lnTo>
                  <a:lnTo>
                    <a:pt x="5223988" y="2316690"/>
                  </a:lnTo>
                  <a:lnTo>
                    <a:pt x="5136184" y="2335716"/>
                  </a:lnTo>
                  <a:lnTo>
                    <a:pt x="5044455" y="2352577"/>
                  </a:lnTo>
                  <a:lnTo>
                    <a:pt x="4951189" y="2367274"/>
                  </a:lnTo>
                  <a:lnTo>
                    <a:pt x="4859718" y="2379759"/>
                  </a:lnTo>
                  <a:lnTo>
                    <a:pt x="4774068" y="2389986"/>
                  </a:lnTo>
                  <a:lnTo>
                    <a:pt x="4698429" y="2397956"/>
                  </a:lnTo>
                  <a:lnTo>
                    <a:pt x="4636405" y="2403769"/>
                  </a:lnTo>
                  <a:lnTo>
                    <a:pt x="4590225" y="2407641"/>
                  </a:lnTo>
                  <a:lnTo>
                    <a:pt x="4560170" y="2409907"/>
                  </a:lnTo>
                  <a:lnTo>
                    <a:pt x="4544377" y="2410983"/>
                  </a:lnTo>
                  <a:lnTo>
                    <a:pt x="4539004" y="2411315"/>
                  </a:lnTo>
                  <a:lnTo>
                    <a:pt x="4538543" y="2411342"/>
                  </a:lnTo>
                  <a:lnTo>
                    <a:pt x="4016409" y="2411342"/>
                  </a:lnTo>
                  <a:lnTo>
                    <a:pt x="4015205" y="2411282"/>
                  </a:lnTo>
                  <a:lnTo>
                    <a:pt x="4007322" y="2410858"/>
                  </a:lnTo>
                  <a:lnTo>
                    <a:pt x="3987580" y="2409684"/>
                  </a:lnTo>
                  <a:lnTo>
                    <a:pt x="3952611" y="2407378"/>
                  </a:lnTo>
                  <a:lnTo>
                    <a:pt x="3901161" y="2403597"/>
                  </a:lnTo>
                  <a:lnTo>
                    <a:pt x="3834157" y="2398081"/>
                  </a:lnTo>
                  <a:lnTo>
                    <a:pt x="3754384" y="2390673"/>
                  </a:lnTo>
                  <a:lnTo>
                    <a:pt x="3665798" y="2381319"/>
                  </a:lnTo>
                  <a:lnTo>
                    <a:pt x="3572696" y="2370035"/>
                  </a:lnTo>
                  <a:lnTo>
                    <a:pt x="3478994" y="2356867"/>
                  </a:lnTo>
                  <a:lnTo>
                    <a:pt x="3387784" y="2341844"/>
                  </a:lnTo>
                  <a:lnTo>
                    <a:pt x="3301162" y="2324949"/>
                  </a:lnTo>
                  <a:lnTo>
                    <a:pt x="3220292" y="2306094"/>
                  </a:lnTo>
                  <a:lnTo>
                    <a:pt x="3145570" y="2285112"/>
                  </a:lnTo>
                  <a:lnTo>
                    <a:pt x="3076838" y="2261757"/>
                  </a:lnTo>
                  <a:lnTo>
                    <a:pt x="3013559" y="2235709"/>
                  </a:lnTo>
                  <a:lnTo>
                    <a:pt x="2954979" y="2206584"/>
                  </a:lnTo>
                  <a:lnTo>
                    <a:pt x="2900230" y="2173963"/>
                  </a:lnTo>
                  <a:lnTo>
                    <a:pt x="2848420" y="2137433"/>
                  </a:lnTo>
                  <a:lnTo>
                    <a:pt x="2798703" y="2096667"/>
                  </a:lnTo>
                  <a:lnTo>
                    <a:pt x="2770117" y="2070629"/>
                  </a:lnTo>
                  <a:lnTo>
                    <a:pt x="2728289" y="2029193"/>
                  </a:lnTo>
                  <a:lnTo>
                    <a:pt x="2686863" y="1984359"/>
                  </a:lnTo>
                  <a:lnTo>
                    <a:pt x="2645540" y="1936060"/>
                  </a:lnTo>
                  <a:lnTo>
                    <a:pt x="2604091" y="1884302"/>
                  </a:lnTo>
                  <a:lnTo>
                    <a:pt x="2562354" y="1829168"/>
                  </a:lnTo>
                  <a:lnTo>
                    <a:pt x="2520227" y="1770828"/>
                  </a:lnTo>
                  <a:lnTo>
                    <a:pt x="2477660" y="1709542"/>
                  </a:lnTo>
                  <a:lnTo>
                    <a:pt x="2434653" y="1645660"/>
                  </a:lnTo>
                  <a:lnTo>
                    <a:pt x="2391244" y="1579613"/>
                  </a:lnTo>
                  <a:lnTo>
                    <a:pt x="2347511" y="1511909"/>
                  </a:lnTo>
                  <a:lnTo>
                    <a:pt x="2303557" y="1443114"/>
                  </a:lnTo>
                  <a:lnTo>
                    <a:pt x="2259502" y="1373834"/>
                  </a:lnTo>
                  <a:lnTo>
                    <a:pt x="2215476" y="1304692"/>
                  </a:lnTo>
                  <a:lnTo>
                    <a:pt x="2171606" y="1236308"/>
                  </a:lnTo>
                  <a:lnTo>
                    <a:pt x="2128005" y="1169272"/>
                  </a:lnTo>
                  <a:lnTo>
                    <a:pt x="2084767" y="1104127"/>
                  </a:lnTo>
                  <a:lnTo>
                    <a:pt x="2041952" y="1041347"/>
                  </a:lnTo>
                  <a:lnTo>
                    <a:pt x="1999583" y="981330"/>
                  </a:lnTo>
                  <a:lnTo>
                    <a:pt x="1957639" y="924385"/>
                  </a:lnTo>
                  <a:lnTo>
                    <a:pt x="1916045" y="870732"/>
                  </a:lnTo>
                  <a:lnTo>
                    <a:pt x="1874676" y="820502"/>
                  </a:lnTo>
                  <a:lnTo>
                    <a:pt x="1833339" y="773744"/>
                  </a:lnTo>
                  <a:lnTo>
                    <a:pt x="1791777" y="730428"/>
                  </a:lnTo>
                  <a:lnTo>
                    <a:pt x="1768425" y="707778"/>
                  </a:lnTo>
                  <a:lnTo>
                    <a:pt x="1719592" y="664444"/>
                  </a:lnTo>
                  <a:lnTo>
                    <a:pt x="1669110" y="625451"/>
                  </a:lnTo>
                  <a:lnTo>
                    <a:pt x="1616198" y="590575"/>
                  </a:lnTo>
                  <a:lnTo>
                    <a:pt x="1559981" y="559444"/>
                  </a:lnTo>
                  <a:lnTo>
                    <a:pt x="1499569" y="531634"/>
                  </a:lnTo>
                  <a:lnTo>
                    <a:pt x="1434129" y="506737"/>
                  </a:lnTo>
                  <a:lnTo>
                    <a:pt x="1362980" y="484393"/>
                  </a:lnTo>
                  <a:lnTo>
                    <a:pt x="1285722" y="464311"/>
                  </a:lnTo>
                  <a:lnTo>
                    <a:pt x="1202398" y="446278"/>
                  </a:lnTo>
                  <a:lnTo>
                    <a:pt x="1113698" y="430159"/>
                  </a:lnTo>
                  <a:lnTo>
                    <a:pt x="1021152" y="415898"/>
                  </a:lnTo>
                  <a:lnTo>
                    <a:pt x="927269" y="403499"/>
                  </a:lnTo>
                  <a:lnTo>
                    <a:pt x="835515" y="393005"/>
                  </a:lnTo>
                  <a:lnTo>
                    <a:pt x="750035" y="384452"/>
                  </a:lnTo>
                  <a:lnTo>
                    <a:pt x="675084" y="377835"/>
                  </a:lnTo>
                  <a:lnTo>
                    <a:pt x="614234" y="373057"/>
                  </a:lnTo>
                  <a:lnTo>
                    <a:pt x="569573" y="369920"/>
                  </a:lnTo>
                  <a:lnTo>
                    <a:pt x="541145" y="368125"/>
                  </a:lnTo>
                  <a:lnTo>
                    <a:pt x="526799" y="367306"/>
                  </a:lnTo>
                  <a:lnTo>
                    <a:pt x="522385" y="367078"/>
                  </a:lnTo>
                  <a:lnTo>
                    <a:pt x="522133" y="367066"/>
                  </a:lnTo>
                  <a:lnTo>
                    <a:pt x="0" y="367066"/>
                  </a:lnTo>
                  <a:lnTo>
                    <a:pt x="0" y="367066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515" name="pg515"/>
            <p:cNvSpPr/>
            <p:nvPr/>
          </p:nvSpPr>
          <p:spPr>
            <a:xfrm>
              <a:off x="386606" y="2433570"/>
              <a:ext cx="8554953" cy="2145925"/>
            </a:xfrm>
            <a:custGeom>
              <a:avLst/>
              <a:pathLst>
                <a:path w="8554953" h="2145925">
                  <a:moveTo>
                    <a:pt x="0" y="101649"/>
                  </a:moveTo>
                  <a:lnTo>
                    <a:pt x="522133" y="101649"/>
                  </a:lnTo>
                  <a:lnTo>
                    <a:pt x="523337" y="101708"/>
                  </a:lnTo>
                  <a:lnTo>
                    <a:pt x="531220" y="102133"/>
                  </a:lnTo>
                  <a:lnTo>
                    <a:pt x="550963" y="103306"/>
                  </a:lnTo>
                  <a:lnTo>
                    <a:pt x="585931" y="105612"/>
                  </a:lnTo>
                  <a:lnTo>
                    <a:pt x="637382" y="109393"/>
                  </a:lnTo>
                  <a:lnTo>
                    <a:pt x="704386" y="114909"/>
                  </a:lnTo>
                  <a:lnTo>
                    <a:pt x="784158" y="122317"/>
                  </a:lnTo>
                  <a:lnTo>
                    <a:pt x="872744" y="131671"/>
                  </a:lnTo>
                  <a:lnTo>
                    <a:pt x="965847" y="142955"/>
                  </a:lnTo>
                  <a:lnTo>
                    <a:pt x="1059548" y="156123"/>
                  </a:lnTo>
                  <a:lnTo>
                    <a:pt x="1150758" y="171146"/>
                  </a:lnTo>
                  <a:lnTo>
                    <a:pt x="1237380" y="188041"/>
                  </a:lnTo>
                  <a:lnTo>
                    <a:pt x="1318251" y="206896"/>
                  </a:lnTo>
                  <a:lnTo>
                    <a:pt x="1392972" y="227878"/>
                  </a:lnTo>
                  <a:lnTo>
                    <a:pt x="1461705" y="251233"/>
                  </a:lnTo>
                  <a:lnTo>
                    <a:pt x="1524983" y="277281"/>
                  </a:lnTo>
                  <a:lnTo>
                    <a:pt x="1583563" y="306406"/>
                  </a:lnTo>
                  <a:lnTo>
                    <a:pt x="1638312" y="339027"/>
                  </a:lnTo>
                  <a:lnTo>
                    <a:pt x="1690122" y="375557"/>
                  </a:lnTo>
                  <a:lnTo>
                    <a:pt x="1739839" y="416323"/>
                  </a:lnTo>
                  <a:lnTo>
                    <a:pt x="1768425" y="442361"/>
                  </a:lnTo>
                  <a:lnTo>
                    <a:pt x="1810253" y="483797"/>
                  </a:lnTo>
                  <a:lnTo>
                    <a:pt x="1851679" y="528631"/>
                  </a:lnTo>
                  <a:lnTo>
                    <a:pt x="1893002" y="576930"/>
                  </a:lnTo>
                  <a:lnTo>
                    <a:pt x="1934452" y="628688"/>
                  </a:lnTo>
                  <a:lnTo>
                    <a:pt x="1976188" y="683823"/>
                  </a:lnTo>
                  <a:lnTo>
                    <a:pt x="2018315" y="742162"/>
                  </a:lnTo>
                  <a:lnTo>
                    <a:pt x="2060882" y="803448"/>
                  </a:lnTo>
                  <a:lnTo>
                    <a:pt x="2103890" y="867330"/>
                  </a:lnTo>
                  <a:lnTo>
                    <a:pt x="2147298" y="933377"/>
                  </a:lnTo>
                  <a:lnTo>
                    <a:pt x="2191031" y="1001081"/>
                  </a:lnTo>
                  <a:lnTo>
                    <a:pt x="2234985" y="1069876"/>
                  </a:lnTo>
                  <a:lnTo>
                    <a:pt x="2279040" y="1139156"/>
                  </a:lnTo>
                  <a:lnTo>
                    <a:pt x="2323066" y="1208298"/>
                  </a:lnTo>
                  <a:lnTo>
                    <a:pt x="2366937" y="1276682"/>
                  </a:lnTo>
                  <a:lnTo>
                    <a:pt x="2410537" y="1343718"/>
                  </a:lnTo>
                  <a:lnTo>
                    <a:pt x="2453775" y="1408863"/>
                  </a:lnTo>
                  <a:lnTo>
                    <a:pt x="2496590" y="1471643"/>
                  </a:lnTo>
                  <a:lnTo>
                    <a:pt x="2538959" y="1531660"/>
                  </a:lnTo>
                  <a:lnTo>
                    <a:pt x="2580904" y="1588605"/>
                  </a:lnTo>
                  <a:lnTo>
                    <a:pt x="2622497" y="1642258"/>
                  </a:lnTo>
                  <a:lnTo>
                    <a:pt x="2663866" y="1692488"/>
                  </a:lnTo>
                  <a:lnTo>
                    <a:pt x="2705203" y="1739247"/>
                  </a:lnTo>
                  <a:lnTo>
                    <a:pt x="2746765" y="1782562"/>
                  </a:lnTo>
                  <a:lnTo>
                    <a:pt x="2770117" y="1805212"/>
                  </a:lnTo>
                  <a:lnTo>
                    <a:pt x="2818950" y="1848546"/>
                  </a:lnTo>
                  <a:lnTo>
                    <a:pt x="2869432" y="1887540"/>
                  </a:lnTo>
                  <a:lnTo>
                    <a:pt x="2922345" y="1922415"/>
                  </a:lnTo>
                  <a:lnTo>
                    <a:pt x="2978561" y="1953546"/>
                  </a:lnTo>
                  <a:lnTo>
                    <a:pt x="3038973" y="1981356"/>
                  </a:lnTo>
                  <a:lnTo>
                    <a:pt x="3104413" y="2006253"/>
                  </a:lnTo>
                  <a:lnTo>
                    <a:pt x="3175562" y="2028597"/>
                  </a:lnTo>
                  <a:lnTo>
                    <a:pt x="3252821" y="2048679"/>
                  </a:lnTo>
                  <a:lnTo>
                    <a:pt x="3336144" y="2066712"/>
                  </a:lnTo>
                  <a:lnTo>
                    <a:pt x="3424844" y="2082831"/>
                  </a:lnTo>
                  <a:lnTo>
                    <a:pt x="3517390" y="2097092"/>
                  </a:lnTo>
                  <a:lnTo>
                    <a:pt x="3611273" y="2109491"/>
                  </a:lnTo>
                  <a:lnTo>
                    <a:pt x="3703027" y="2119985"/>
                  </a:lnTo>
                  <a:lnTo>
                    <a:pt x="3788507" y="2128538"/>
                  </a:lnTo>
                  <a:lnTo>
                    <a:pt x="3863458" y="2135156"/>
                  </a:lnTo>
                  <a:lnTo>
                    <a:pt x="3924308" y="2139933"/>
                  </a:lnTo>
                  <a:lnTo>
                    <a:pt x="3968969" y="2143070"/>
                  </a:lnTo>
                  <a:lnTo>
                    <a:pt x="3997397" y="2144865"/>
                  </a:lnTo>
                  <a:lnTo>
                    <a:pt x="4011743" y="2145684"/>
                  </a:lnTo>
                  <a:lnTo>
                    <a:pt x="4016158" y="2145912"/>
                  </a:lnTo>
                  <a:lnTo>
                    <a:pt x="4016409" y="2145925"/>
                  </a:lnTo>
                  <a:lnTo>
                    <a:pt x="4538543" y="2145925"/>
                  </a:lnTo>
                  <a:lnTo>
                    <a:pt x="4539742" y="2145863"/>
                  </a:lnTo>
                  <a:lnTo>
                    <a:pt x="4547589" y="2145422"/>
                  </a:lnTo>
                  <a:lnTo>
                    <a:pt x="4567246" y="2144202"/>
                  </a:lnTo>
                  <a:lnTo>
                    <a:pt x="4602071" y="2141805"/>
                  </a:lnTo>
                  <a:lnTo>
                    <a:pt x="4653326" y="2137876"/>
                  </a:lnTo>
                  <a:lnTo>
                    <a:pt x="4720102" y="2132141"/>
                  </a:lnTo>
                  <a:lnTo>
                    <a:pt x="4799639" y="2124438"/>
                  </a:lnTo>
                  <a:lnTo>
                    <a:pt x="4888008" y="2114710"/>
                  </a:lnTo>
                  <a:lnTo>
                    <a:pt x="4980933" y="2102972"/>
                  </a:lnTo>
                  <a:lnTo>
                    <a:pt x="5074504" y="2089272"/>
                  </a:lnTo>
                  <a:lnTo>
                    <a:pt x="5165633" y="2073642"/>
                  </a:lnTo>
                  <a:lnTo>
                    <a:pt x="5252214" y="2056063"/>
                  </a:lnTo>
                  <a:lnTo>
                    <a:pt x="5333077" y="2036447"/>
                  </a:lnTo>
                  <a:lnTo>
                    <a:pt x="5407810" y="2014621"/>
                  </a:lnTo>
                  <a:lnTo>
                    <a:pt x="5476566" y="1990332"/>
                  </a:lnTo>
                  <a:lnTo>
                    <a:pt x="5539869" y="1963247"/>
                  </a:lnTo>
                  <a:lnTo>
                    <a:pt x="5598468" y="1932971"/>
                  </a:lnTo>
                  <a:lnTo>
                    <a:pt x="5653224" y="1899067"/>
                  </a:lnTo>
                  <a:lnTo>
                    <a:pt x="5705026" y="1861106"/>
                  </a:lnTo>
                  <a:lnTo>
                    <a:pt x="5754718" y="1818743"/>
                  </a:lnTo>
                  <a:lnTo>
                    <a:pt x="5784835" y="1790153"/>
                  </a:lnTo>
                  <a:lnTo>
                    <a:pt x="5826075" y="1747522"/>
                  </a:lnTo>
                  <a:lnTo>
                    <a:pt x="5866919" y="1701444"/>
                  </a:lnTo>
                  <a:lnTo>
                    <a:pt x="5907657" y="1651851"/>
                  </a:lnTo>
                  <a:lnTo>
                    <a:pt x="5948509" y="1598744"/>
                  </a:lnTo>
                  <a:lnTo>
                    <a:pt x="5989633" y="1542205"/>
                  </a:lnTo>
                  <a:lnTo>
                    <a:pt x="6031132" y="1482397"/>
                  </a:lnTo>
                  <a:lnTo>
                    <a:pt x="6073055" y="1419573"/>
                  </a:lnTo>
                  <a:lnTo>
                    <a:pt x="6115410" y="1354074"/>
                  </a:lnTo>
                  <a:lnTo>
                    <a:pt x="6158160" y="1286326"/>
                  </a:lnTo>
                  <a:lnTo>
                    <a:pt x="6201237" y="1216826"/>
                  </a:lnTo>
                  <a:lnTo>
                    <a:pt x="6244544" y="1146134"/>
                  </a:lnTo>
                  <a:lnTo>
                    <a:pt x="6287968" y="1074852"/>
                  </a:lnTo>
                  <a:lnTo>
                    <a:pt x="6331385" y="1003603"/>
                  </a:lnTo>
                  <a:lnTo>
                    <a:pt x="6374674" y="933009"/>
                  </a:lnTo>
                  <a:lnTo>
                    <a:pt x="6417720" y="863668"/>
                  </a:lnTo>
                  <a:lnTo>
                    <a:pt x="6460431" y="796134"/>
                  </a:lnTo>
                  <a:lnTo>
                    <a:pt x="6502741" y="730898"/>
                  </a:lnTo>
                  <a:lnTo>
                    <a:pt x="6544619" y="668377"/>
                  </a:lnTo>
                  <a:lnTo>
                    <a:pt x="6586075" y="608903"/>
                  </a:lnTo>
                  <a:lnTo>
                    <a:pt x="6627165" y="552718"/>
                  </a:lnTo>
                  <a:lnTo>
                    <a:pt x="6667996" y="499980"/>
                  </a:lnTo>
                  <a:lnTo>
                    <a:pt x="6708734" y="450758"/>
                  </a:lnTo>
                  <a:lnTo>
                    <a:pt x="6749605" y="405047"/>
                  </a:lnTo>
                  <a:lnTo>
                    <a:pt x="6786527" y="367066"/>
                  </a:lnTo>
                  <a:lnTo>
                    <a:pt x="6835282" y="321884"/>
                  </a:lnTo>
                  <a:lnTo>
                    <a:pt x="6885681" y="281220"/>
                  </a:lnTo>
                  <a:lnTo>
                    <a:pt x="6938499" y="244844"/>
                  </a:lnTo>
                  <a:lnTo>
                    <a:pt x="6994607" y="212367"/>
                  </a:lnTo>
                  <a:lnTo>
                    <a:pt x="7054892" y="183351"/>
                  </a:lnTo>
                  <a:lnTo>
                    <a:pt x="7120183" y="157369"/>
                  </a:lnTo>
                  <a:lnTo>
                    <a:pt x="7191160" y="134049"/>
                  </a:lnTo>
                  <a:lnTo>
                    <a:pt x="7268225" y="113087"/>
                  </a:lnTo>
                  <a:lnTo>
                    <a:pt x="7351341" y="94258"/>
                  </a:lnTo>
                  <a:lnTo>
                    <a:pt x="7439831" y="77424"/>
                  </a:lnTo>
                  <a:lnTo>
                    <a:pt x="7532187" y="62524"/>
                  </a:lnTo>
                  <a:lnTo>
                    <a:pt x="7625928" y="49563"/>
                  </a:lnTo>
                  <a:lnTo>
                    <a:pt x="7717619" y="38582"/>
                  </a:lnTo>
                  <a:lnTo>
                    <a:pt x="7803142" y="29623"/>
                  </a:lnTo>
                  <a:lnTo>
                    <a:pt x="7878259" y="22678"/>
                  </a:lnTo>
                  <a:lnTo>
                    <a:pt x="7939387" y="17653"/>
                  </a:lnTo>
                  <a:lnTo>
                    <a:pt x="7984406" y="14342"/>
                  </a:lnTo>
                  <a:lnTo>
                    <a:pt x="8013214" y="12437"/>
                  </a:lnTo>
                  <a:lnTo>
                    <a:pt x="8027895" y="11560"/>
                  </a:lnTo>
                  <a:lnTo>
                    <a:pt x="8032526" y="11309"/>
                  </a:lnTo>
                  <a:lnTo>
                    <a:pt x="8032819" y="11294"/>
                  </a:lnTo>
                  <a:lnTo>
                    <a:pt x="8554953" y="11294"/>
                  </a:lnTo>
                  <a:lnTo>
                    <a:pt x="8554953" y="0"/>
                  </a:lnTo>
                  <a:lnTo>
                    <a:pt x="8032819" y="0"/>
                  </a:lnTo>
                  <a:lnTo>
                    <a:pt x="8031620" y="61"/>
                  </a:lnTo>
                  <a:lnTo>
                    <a:pt x="8023773" y="502"/>
                  </a:lnTo>
                  <a:lnTo>
                    <a:pt x="8004116" y="1722"/>
                  </a:lnTo>
                  <a:lnTo>
                    <a:pt x="7969291" y="4119"/>
                  </a:lnTo>
                  <a:lnTo>
                    <a:pt x="7918036" y="8048"/>
                  </a:lnTo>
                  <a:lnTo>
                    <a:pt x="7851260" y="13783"/>
                  </a:lnTo>
                  <a:lnTo>
                    <a:pt x="7771723" y="21486"/>
                  </a:lnTo>
                  <a:lnTo>
                    <a:pt x="7683354" y="31214"/>
                  </a:lnTo>
                  <a:lnTo>
                    <a:pt x="7590429" y="42952"/>
                  </a:lnTo>
                  <a:lnTo>
                    <a:pt x="7496858" y="56652"/>
                  </a:lnTo>
                  <a:lnTo>
                    <a:pt x="7405729" y="72282"/>
                  </a:lnTo>
                  <a:lnTo>
                    <a:pt x="7319148" y="89861"/>
                  </a:lnTo>
                  <a:lnTo>
                    <a:pt x="7238285" y="109477"/>
                  </a:lnTo>
                  <a:lnTo>
                    <a:pt x="7163552" y="131303"/>
                  </a:lnTo>
                  <a:lnTo>
                    <a:pt x="7094796" y="155592"/>
                  </a:lnTo>
                  <a:lnTo>
                    <a:pt x="7031493" y="182677"/>
                  </a:lnTo>
                  <a:lnTo>
                    <a:pt x="6972894" y="212953"/>
                  </a:lnTo>
                  <a:lnTo>
                    <a:pt x="6918138" y="246857"/>
                  </a:lnTo>
                  <a:lnTo>
                    <a:pt x="6866336" y="284818"/>
                  </a:lnTo>
                  <a:lnTo>
                    <a:pt x="6816644" y="327181"/>
                  </a:lnTo>
                  <a:lnTo>
                    <a:pt x="6786527" y="355771"/>
                  </a:lnTo>
                  <a:lnTo>
                    <a:pt x="6745287" y="398402"/>
                  </a:lnTo>
                  <a:lnTo>
                    <a:pt x="6704443" y="444480"/>
                  </a:lnTo>
                  <a:lnTo>
                    <a:pt x="6663705" y="494073"/>
                  </a:lnTo>
                  <a:lnTo>
                    <a:pt x="6622853" y="547180"/>
                  </a:lnTo>
                  <a:lnTo>
                    <a:pt x="6581729" y="603719"/>
                  </a:lnTo>
                  <a:lnTo>
                    <a:pt x="6540230" y="663527"/>
                  </a:lnTo>
                  <a:lnTo>
                    <a:pt x="6498307" y="726351"/>
                  </a:lnTo>
                  <a:lnTo>
                    <a:pt x="6455952" y="791850"/>
                  </a:lnTo>
                  <a:lnTo>
                    <a:pt x="6413202" y="859598"/>
                  </a:lnTo>
                  <a:lnTo>
                    <a:pt x="6370125" y="929098"/>
                  </a:lnTo>
                  <a:lnTo>
                    <a:pt x="6326818" y="999790"/>
                  </a:lnTo>
                  <a:lnTo>
                    <a:pt x="6283394" y="1071072"/>
                  </a:lnTo>
                  <a:lnTo>
                    <a:pt x="6239976" y="1142321"/>
                  </a:lnTo>
                  <a:lnTo>
                    <a:pt x="6196688" y="1212915"/>
                  </a:lnTo>
                  <a:lnTo>
                    <a:pt x="6153642" y="1282256"/>
                  </a:lnTo>
                  <a:lnTo>
                    <a:pt x="6110931" y="1349790"/>
                  </a:lnTo>
                  <a:lnTo>
                    <a:pt x="6068621" y="1415026"/>
                  </a:lnTo>
                  <a:lnTo>
                    <a:pt x="6026743" y="1477547"/>
                  </a:lnTo>
                  <a:lnTo>
                    <a:pt x="5985287" y="1537021"/>
                  </a:lnTo>
                  <a:lnTo>
                    <a:pt x="5944197" y="1593206"/>
                  </a:lnTo>
                  <a:lnTo>
                    <a:pt x="5903365" y="1645944"/>
                  </a:lnTo>
                  <a:lnTo>
                    <a:pt x="5862628" y="1695166"/>
                  </a:lnTo>
                  <a:lnTo>
                    <a:pt x="5821757" y="1740877"/>
                  </a:lnTo>
                  <a:lnTo>
                    <a:pt x="5784835" y="1778858"/>
                  </a:lnTo>
                  <a:lnTo>
                    <a:pt x="5736079" y="1824040"/>
                  </a:lnTo>
                  <a:lnTo>
                    <a:pt x="5685681" y="1864704"/>
                  </a:lnTo>
                  <a:lnTo>
                    <a:pt x="5632863" y="1901080"/>
                  </a:lnTo>
                  <a:lnTo>
                    <a:pt x="5576755" y="1933557"/>
                  </a:lnTo>
                  <a:lnTo>
                    <a:pt x="5516470" y="1962573"/>
                  </a:lnTo>
                  <a:lnTo>
                    <a:pt x="5451179" y="1988555"/>
                  </a:lnTo>
                  <a:lnTo>
                    <a:pt x="5380202" y="2011875"/>
                  </a:lnTo>
                  <a:lnTo>
                    <a:pt x="5303137" y="2032837"/>
                  </a:lnTo>
                  <a:lnTo>
                    <a:pt x="5220021" y="2051666"/>
                  </a:lnTo>
                  <a:lnTo>
                    <a:pt x="5131531" y="2068500"/>
                  </a:lnTo>
                  <a:lnTo>
                    <a:pt x="5039175" y="2083400"/>
                  </a:lnTo>
                  <a:lnTo>
                    <a:pt x="4945434" y="2096361"/>
                  </a:lnTo>
                  <a:lnTo>
                    <a:pt x="4853743" y="2107342"/>
                  </a:lnTo>
                  <a:lnTo>
                    <a:pt x="4768219" y="2116301"/>
                  </a:lnTo>
                  <a:lnTo>
                    <a:pt x="4693103" y="2123246"/>
                  </a:lnTo>
                  <a:lnTo>
                    <a:pt x="4631975" y="2128271"/>
                  </a:lnTo>
                  <a:lnTo>
                    <a:pt x="4586956" y="2131582"/>
                  </a:lnTo>
                  <a:lnTo>
                    <a:pt x="4558148" y="2133487"/>
                  </a:lnTo>
                  <a:lnTo>
                    <a:pt x="4543467" y="2134364"/>
                  </a:lnTo>
                  <a:lnTo>
                    <a:pt x="4538836" y="2134615"/>
                  </a:lnTo>
                  <a:lnTo>
                    <a:pt x="4538543" y="2134630"/>
                  </a:lnTo>
                  <a:lnTo>
                    <a:pt x="4016409" y="2134630"/>
                  </a:lnTo>
                  <a:lnTo>
                    <a:pt x="4015205" y="2134571"/>
                  </a:lnTo>
                  <a:lnTo>
                    <a:pt x="4007322" y="2134146"/>
                  </a:lnTo>
                  <a:lnTo>
                    <a:pt x="3987580" y="2132973"/>
                  </a:lnTo>
                  <a:lnTo>
                    <a:pt x="3952611" y="2130667"/>
                  </a:lnTo>
                  <a:lnTo>
                    <a:pt x="3901161" y="2126886"/>
                  </a:lnTo>
                  <a:lnTo>
                    <a:pt x="3834157" y="2121370"/>
                  </a:lnTo>
                  <a:lnTo>
                    <a:pt x="3754384" y="2113962"/>
                  </a:lnTo>
                  <a:lnTo>
                    <a:pt x="3665798" y="2104608"/>
                  </a:lnTo>
                  <a:lnTo>
                    <a:pt x="3572696" y="2093324"/>
                  </a:lnTo>
                  <a:lnTo>
                    <a:pt x="3478994" y="2080156"/>
                  </a:lnTo>
                  <a:lnTo>
                    <a:pt x="3387784" y="2065133"/>
                  </a:lnTo>
                  <a:lnTo>
                    <a:pt x="3301162" y="2048238"/>
                  </a:lnTo>
                  <a:lnTo>
                    <a:pt x="3220292" y="2029382"/>
                  </a:lnTo>
                  <a:lnTo>
                    <a:pt x="3145570" y="2008401"/>
                  </a:lnTo>
                  <a:lnTo>
                    <a:pt x="3076838" y="1985046"/>
                  </a:lnTo>
                  <a:lnTo>
                    <a:pt x="3013559" y="1958997"/>
                  </a:lnTo>
                  <a:lnTo>
                    <a:pt x="2954979" y="1929872"/>
                  </a:lnTo>
                  <a:lnTo>
                    <a:pt x="2900230" y="1897251"/>
                  </a:lnTo>
                  <a:lnTo>
                    <a:pt x="2848420" y="1860722"/>
                  </a:lnTo>
                  <a:lnTo>
                    <a:pt x="2798703" y="1819956"/>
                  </a:lnTo>
                  <a:lnTo>
                    <a:pt x="2770117" y="1793918"/>
                  </a:lnTo>
                  <a:lnTo>
                    <a:pt x="2728289" y="1752482"/>
                  </a:lnTo>
                  <a:lnTo>
                    <a:pt x="2686863" y="1707647"/>
                  </a:lnTo>
                  <a:lnTo>
                    <a:pt x="2645540" y="1659349"/>
                  </a:lnTo>
                  <a:lnTo>
                    <a:pt x="2604091" y="1607590"/>
                  </a:lnTo>
                  <a:lnTo>
                    <a:pt x="2562354" y="1552456"/>
                  </a:lnTo>
                  <a:lnTo>
                    <a:pt x="2520227" y="1494117"/>
                  </a:lnTo>
                  <a:lnTo>
                    <a:pt x="2477660" y="1432831"/>
                  </a:lnTo>
                  <a:lnTo>
                    <a:pt x="2434653" y="1368948"/>
                  </a:lnTo>
                  <a:lnTo>
                    <a:pt x="2391244" y="1302902"/>
                  </a:lnTo>
                  <a:lnTo>
                    <a:pt x="2347511" y="1235198"/>
                  </a:lnTo>
                  <a:lnTo>
                    <a:pt x="2303557" y="1166403"/>
                  </a:lnTo>
                  <a:lnTo>
                    <a:pt x="2259502" y="1097122"/>
                  </a:lnTo>
                  <a:lnTo>
                    <a:pt x="2215476" y="1027981"/>
                  </a:lnTo>
                  <a:lnTo>
                    <a:pt x="2171606" y="959597"/>
                  </a:lnTo>
                  <a:lnTo>
                    <a:pt x="2128005" y="892561"/>
                  </a:lnTo>
                  <a:lnTo>
                    <a:pt x="2084767" y="827415"/>
                  </a:lnTo>
                  <a:lnTo>
                    <a:pt x="2041952" y="764636"/>
                  </a:lnTo>
                  <a:lnTo>
                    <a:pt x="1999583" y="704619"/>
                  </a:lnTo>
                  <a:lnTo>
                    <a:pt x="1957639" y="647674"/>
                  </a:lnTo>
                  <a:lnTo>
                    <a:pt x="1916045" y="594021"/>
                  </a:lnTo>
                  <a:lnTo>
                    <a:pt x="1874676" y="543791"/>
                  </a:lnTo>
                  <a:lnTo>
                    <a:pt x="1833339" y="497032"/>
                  </a:lnTo>
                  <a:lnTo>
                    <a:pt x="1791777" y="453717"/>
                  </a:lnTo>
                  <a:lnTo>
                    <a:pt x="1768425" y="431067"/>
                  </a:lnTo>
                  <a:lnTo>
                    <a:pt x="1719592" y="387733"/>
                  </a:lnTo>
                  <a:lnTo>
                    <a:pt x="1669110" y="348739"/>
                  </a:lnTo>
                  <a:lnTo>
                    <a:pt x="1616198" y="313864"/>
                  </a:lnTo>
                  <a:lnTo>
                    <a:pt x="1559981" y="282733"/>
                  </a:lnTo>
                  <a:lnTo>
                    <a:pt x="1499569" y="254923"/>
                  </a:lnTo>
                  <a:lnTo>
                    <a:pt x="1434129" y="230025"/>
                  </a:lnTo>
                  <a:lnTo>
                    <a:pt x="1362980" y="207682"/>
                  </a:lnTo>
                  <a:lnTo>
                    <a:pt x="1285722" y="187600"/>
                  </a:lnTo>
                  <a:lnTo>
                    <a:pt x="1202398" y="169566"/>
                  </a:lnTo>
                  <a:lnTo>
                    <a:pt x="1113698" y="153448"/>
                  </a:lnTo>
                  <a:lnTo>
                    <a:pt x="1021152" y="139187"/>
                  </a:lnTo>
                  <a:lnTo>
                    <a:pt x="927269" y="126788"/>
                  </a:lnTo>
                  <a:lnTo>
                    <a:pt x="835515" y="116293"/>
                  </a:lnTo>
                  <a:lnTo>
                    <a:pt x="750035" y="107741"/>
                  </a:lnTo>
                  <a:lnTo>
                    <a:pt x="675084" y="101123"/>
                  </a:lnTo>
                  <a:lnTo>
                    <a:pt x="614234" y="96346"/>
                  </a:lnTo>
                  <a:lnTo>
                    <a:pt x="569573" y="93209"/>
                  </a:lnTo>
                  <a:lnTo>
                    <a:pt x="541145" y="91413"/>
                  </a:lnTo>
                  <a:lnTo>
                    <a:pt x="526799" y="90595"/>
                  </a:lnTo>
                  <a:lnTo>
                    <a:pt x="522385" y="90366"/>
                  </a:lnTo>
                  <a:lnTo>
                    <a:pt x="522133" y="90354"/>
                  </a:lnTo>
                  <a:lnTo>
                    <a:pt x="0" y="90354"/>
                  </a:lnTo>
                  <a:close/>
                </a:path>
              </a:pathLst>
            </a:custGeom>
            <a:solidFill>
              <a:srgbClr val="8FA8D6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516" name="pl516"/>
            <p:cNvSpPr/>
            <p:nvPr/>
          </p:nvSpPr>
          <p:spPr>
            <a:xfrm>
              <a:off x="386606" y="2444864"/>
              <a:ext cx="8554953" cy="2134630"/>
            </a:xfrm>
            <a:custGeom>
              <a:avLst/>
              <a:pathLst>
                <a:path w="8554953" h="2134630">
                  <a:moveTo>
                    <a:pt x="0" y="90354"/>
                  </a:moveTo>
                  <a:lnTo>
                    <a:pt x="522133" y="90354"/>
                  </a:lnTo>
                  <a:lnTo>
                    <a:pt x="523337" y="90414"/>
                  </a:lnTo>
                  <a:lnTo>
                    <a:pt x="531220" y="90838"/>
                  </a:lnTo>
                  <a:lnTo>
                    <a:pt x="550963" y="92012"/>
                  </a:lnTo>
                  <a:lnTo>
                    <a:pt x="585931" y="94318"/>
                  </a:lnTo>
                  <a:lnTo>
                    <a:pt x="637382" y="98099"/>
                  </a:lnTo>
                  <a:lnTo>
                    <a:pt x="704386" y="103615"/>
                  </a:lnTo>
                  <a:lnTo>
                    <a:pt x="784158" y="111023"/>
                  </a:lnTo>
                  <a:lnTo>
                    <a:pt x="872744" y="120377"/>
                  </a:lnTo>
                  <a:lnTo>
                    <a:pt x="965847" y="131660"/>
                  </a:lnTo>
                  <a:lnTo>
                    <a:pt x="1059548" y="144829"/>
                  </a:lnTo>
                  <a:lnTo>
                    <a:pt x="1150758" y="159851"/>
                  </a:lnTo>
                  <a:lnTo>
                    <a:pt x="1237380" y="176747"/>
                  </a:lnTo>
                  <a:lnTo>
                    <a:pt x="1318251" y="195602"/>
                  </a:lnTo>
                  <a:lnTo>
                    <a:pt x="1392972" y="216584"/>
                  </a:lnTo>
                  <a:lnTo>
                    <a:pt x="1461705" y="239938"/>
                  </a:lnTo>
                  <a:lnTo>
                    <a:pt x="1524983" y="265987"/>
                  </a:lnTo>
                  <a:lnTo>
                    <a:pt x="1583563" y="295112"/>
                  </a:lnTo>
                  <a:lnTo>
                    <a:pt x="1638312" y="327733"/>
                  </a:lnTo>
                  <a:lnTo>
                    <a:pt x="1690122" y="364263"/>
                  </a:lnTo>
                  <a:lnTo>
                    <a:pt x="1739839" y="405029"/>
                  </a:lnTo>
                  <a:lnTo>
                    <a:pt x="1768425" y="431067"/>
                  </a:lnTo>
                  <a:lnTo>
                    <a:pt x="1810253" y="472503"/>
                  </a:lnTo>
                  <a:lnTo>
                    <a:pt x="1851679" y="517337"/>
                  </a:lnTo>
                  <a:lnTo>
                    <a:pt x="1893002" y="565636"/>
                  </a:lnTo>
                  <a:lnTo>
                    <a:pt x="1934452" y="617394"/>
                  </a:lnTo>
                  <a:lnTo>
                    <a:pt x="1976188" y="672528"/>
                  </a:lnTo>
                  <a:lnTo>
                    <a:pt x="2018315" y="730868"/>
                  </a:lnTo>
                  <a:lnTo>
                    <a:pt x="2060882" y="792153"/>
                  </a:lnTo>
                  <a:lnTo>
                    <a:pt x="2103890" y="856036"/>
                  </a:lnTo>
                  <a:lnTo>
                    <a:pt x="2147298" y="922083"/>
                  </a:lnTo>
                  <a:lnTo>
                    <a:pt x="2191031" y="989786"/>
                  </a:lnTo>
                  <a:lnTo>
                    <a:pt x="2234985" y="1058582"/>
                  </a:lnTo>
                  <a:lnTo>
                    <a:pt x="2279040" y="1127862"/>
                  </a:lnTo>
                  <a:lnTo>
                    <a:pt x="2323066" y="1197004"/>
                  </a:lnTo>
                  <a:lnTo>
                    <a:pt x="2366937" y="1265388"/>
                  </a:lnTo>
                  <a:lnTo>
                    <a:pt x="2410537" y="1332423"/>
                  </a:lnTo>
                  <a:lnTo>
                    <a:pt x="2453775" y="1397569"/>
                  </a:lnTo>
                  <a:lnTo>
                    <a:pt x="2496590" y="1460349"/>
                  </a:lnTo>
                  <a:lnTo>
                    <a:pt x="2538959" y="1520366"/>
                  </a:lnTo>
                  <a:lnTo>
                    <a:pt x="2580904" y="1577311"/>
                  </a:lnTo>
                  <a:lnTo>
                    <a:pt x="2622497" y="1630964"/>
                  </a:lnTo>
                  <a:lnTo>
                    <a:pt x="2663866" y="1681194"/>
                  </a:lnTo>
                  <a:lnTo>
                    <a:pt x="2705203" y="1727952"/>
                  </a:lnTo>
                  <a:lnTo>
                    <a:pt x="2746765" y="1771268"/>
                  </a:lnTo>
                  <a:lnTo>
                    <a:pt x="2770117" y="1793918"/>
                  </a:lnTo>
                  <a:lnTo>
                    <a:pt x="2818950" y="1837251"/>
                  </a:lnTo>
                  <a:lnTo>
                    <a:pt x="2869432" y="1876245"/>
                  </a:lnTo>
                  <a:lnTo>
                    <a:pt x="2922345" y="1911120"/>
                  </a:lnTo>
                  <a:lnTo>
                    <a:pt x="2978561" y="1942252"/>
                  </a:lnTo>
                  <a:lnTo>
                    <a:pt x="3038973" y="1970062"/>
                  </a:lnTo>
                  <a:lnTo>
                    <a:pt x="3104413" y="1994959"/>
                  </a:lnTo>
                  <a:lnTo>
                    <a:pt x="3175562" y="2017303"/>
                  </a:lnTo>
                  <a:lnTo>
                    <a:pt x="3252821" y="2037384"/>
                  </a:lnTo>
                  <a:lnTo>
                    <a:pt x="3336144" y="2055418"/>
                  </a:lnTo>
                  <a:lnTo>
                    <a:pt x="3424844" y="2071537"/>
                  </a:lnTo>
                  <a:lnTo>
                    <a:pt x="3517390" y="2085798"/>
                  </a:lnTo>
                  <a:lnTo>
                    <a:pt x="3611273" y="2098196"/>
                  </a:lnTo>
                  <a:lnTo>
                    <a:pt x="3703027" y="2108691"/>
                  </a:lnTo>
                  <a:lnTo>
                    <a:pt x="3788507" y="2117243"/>
                  </a:lnTo>
                  <a:lnTo>
                    <a:pt x="3863458" y="2123861"/>
                  </a:lnTo>
                  <a:lnTo>
                    <a:pt x="3924308" y="2128639"/>
                  </a:lnTo>
                  <a:lnTo>
                    <a:pt x="3968969" y="2131776"/>
                  </a:lnTo>
                  <a:lnTo>
                    <a:pt x="3997397" y="2133571"/>
                  </a:lnTo>
                  <a:lnTo>
                    <a:pt x="4011743" y="2134389"/>
                  </a:lnTo>
                  <a:lnTo>
                    <a:pt x="4016158" y="2134618"/>
                  </a:lnTo>
                  <a:lnTo>
                    <a:pt x="4016409" y="2134630"/>
                  </a:lnTo>
                  <a:lnTo>
                    <a:pt x="4538543" y="2134630"/>
                  </a:lnTo>
                  <a:lnTo>
                    <a:pt x="4539742" y="2134568"/>
                  </a:lnTo>
                  <a:lnTo>
                    <a:pt x="4547589" y="2134127"/>
                  </a:lnTo>
                  <a:lnTo>
                    <a:pt x="4567246" y="2132908"/>
                  </a:lnTo>
                  <a:lnTo>
                    <a:pt x="4602071" y="2130511"/>
                  </a:lnTo>
                  <a:lnTo>
                    <a:pt x="4653326" y="2126581"/>
                  </a:lnTo>
                  <a:lnTo>
                    <a:pt x="4720102" y="2120847"/>
                  </a:lnTo>
                  <a:lnTo>
                    <a:pt x="4799639" y="2113144"/>
                  </a:lnTo>
                  <a:lnTo>
                    <a:pt x="4888008" y="2103416"/>
                  </a:lnTo>
                  <a:lnTo>
                    <a:pt x="4980933" y="2091678"/>
                  </a:lnTo>
                  <a:lnTo>
                    <a:pt x="5074504" y="2077978"/>
                  </a:lnTo>
                  <a:lnTo>
                    <a:pt x="5165633" y="2062348"/>
                  </a:lnTo>
                  <a:lnTo>
                    <a:pt x="5252214" y="2044769"/>
                  </a:lnTo>
                  <a:lnTo>
                    <a:pt x="5333077" y="2025152"/>
                  </a:lnTo>
                  <a:lnTo>
                    <a:pt x="5407810" y="2003327"/>
                  </a:lnTo>
                  <a:lnTo>
                    <a:pt x="5476566" y="1979038"/>
                  </a:lnTo>
                  <a:lnTo>
                    <a:pt x="5539869" y="1951953"/>
                  </a:lnTo>
                  <a:lnTo>
                    <a:pt x="5598468" y="1921677"/>
                  </a:lnTo>
                  <a:lnTo>
                    <a:pt x="5653224" y="1887773"/>
                  </a:lnTo>
                  <a:lnTo>
                    <a:pt x="5705026" y="1849812"/>
                  </a:lnTo>
                  <a:lnTo>
                    <a:pt x="5754718" y="1807449"/>
                  </a:lnTo>
                  <a:lnTo>
                    <a:pt x="5784835" y="1778858"/>
                  </a:lnTo>
                  <a:lnTo>
                    <a:pt x="5826075" y="1736228"/>
                  </a:lnTo>
                  <a:lnTo>
                    <a:pt x="5866919" y="1690150"/>
                  </a:lnTo>
                  <a:lnTo>
                    <a:pt x="5907657" y="1640557"/>
                  </a:lnTo>
                  <a:lnTo>
                    <a:pt x="5948509" y="1587450"/>
                  </a:lnTo>
                  <a:lnTo>
                    <a:pt x="5989633" y="1530911"/>
                  </a:lnTo>
                  <a:lnTo>
                    <a:pt x="6031132" y="1471103"/>
                  </a:lnTo>
                  <a:lnTo>
                    <a:pt x="6073055" y="1408279"/>
                  </a:lnTo>
                  <a:lnTo>
                    <a:pt x="6115410" y="1342780"/>
                  </a:lnTo>
                  <a:lnTo>
                    <a:pt x="6158160" y="1275031"/>
                  </a:lnTo>
                  <a:lnTo>
                    <a:pt x="6201237" y="1205531"/>
                  </a:lnTo>
                  <a:lnTo>
                    <a:pt x="6244544" y="1134839"/>
                  </a:lnTo>
                  <a:lnTo>
                    <a:pt x="6287968" y="1063558"/>
                  </a:lnTo>
                  <a:lnTo>
                    <a:pt x="6331385" y="992309"/>
                  </a:lnTo>
                  <a:lnTo>
                    <a:pt x="6374674" y="921714"/>
                  </a:lnTo>
                  <a:lnTo>
                    <a:pt x="6417720" y="852373"/>
                  </a:lnTo>
                  <a:lnTo>
                    <a:pt x="6460431" y="784839"/>
                  </a:lnTo>
                  <a:lnTo>
                    <a:pt x="6502741" y="719604"/>
                  </a:lnTo>
                  <a:lnTo>
                    <a:pt x="6544619" y="657083"/>
                  </a:lnTo>
                  <a:lnTo>
                    <a:pt x="6586075" y="597608"/>
                  </a:lnTo>
                  <a:lnTo>
                    <a:pt x="6627165" y="541424"/>
                  </a:lnTo>
                  <a:lnTo>
                    <a:pt x="6667996" y="488685"/>
                  </a:lnTo>
                  <a:lnTo>
                    <a:pt x="6708734" y="439463"/>
                  </a:lnTo>
                  <a:lnTo>
                    <a:pt x="6749605" y="393753"/>
                  </a:lnTo>
                  <a:lnTo>
                    <a:pt x="6786527" y="355771"/>
                  </a:lnTo>
                  <a:lnTo>
                    <a:pt x="6835282" y="310589"/>
                  </a:lnTo>
                  <a:lnTo>
                    <a:pt x="6885681" y="269925"/>
                  </a:lnTo>
                  <a:lnTo>
                    <a:pt x="6938499" y="233550"/>
                  </a:lnTo>
                  <a:lnTo>
                    <a:pt x="6994607" y="201073"/>
                  </a:lnTo>
                  <a:lnTo>
                    <a:pt x="7054892" y="172056"/>
                  </a:lnTo>
                  <a:lnTo>
                    <a:pt x="7120183" y="146075"/>
                  </a:lnTo>
                  <a:lnTo>
                    <a:pt x="7191160" y="122755"/>
                  </a:lnTo>
                  <a:lnTo>
                    <a:pt x="7268225" y="101792"/>
                  </a:lnTo>
                  <a:lnTo>
                    <a:pt x="7351341" y="82964"/>
                  </a:lnTo>
                  <a:lnTo>
                    <a:pt x="7439831" y="66130"/>
                  </a:lnTo>
                  <a:lnTo>
                    <a:pt x="7532187" y="51230"/>
                  </a:lnTo>
                  <a:lnTo>
                    <a:pt x="7625928" y="38269"/>
                  </a:lnTo>
                  <a:lnTo>
                    <a:pt x="7717619" y="27288"/>
                  </a:lnTo>
                  <a:lnTo>
                    <a:pt x="7803142" y="18328"/>
                  </a:lnTo>
                  <a:lnTo>
                    <a:pt x="7878259" y="11384"/>
                  </a:lnTo>
                  <a:lnTo>
                    <a:pt x="7939387" y="6359"/>
                  </a:lnTo>
                  <a:lnTo>
                    <a:pt x="7984406" y="3048"/>
                  </a:lnTo>
                  <a:lnTo>
                    <a:pt x="8013214" y="1142"/>
                  </a:lnTo>
                  <a:lnTo>
                    <a:pt x="8027895" y="265"/>
                  </a:lnTo>
                  <a:lnTo>
                    <a:pt x="8032526" y="14"/>
                  </a:lnTo>
                  <a:lnTo>
                    <a:pt x="8032819" y="0"/>
                  </a:lnTo>
                  <a:lnTo>
                    <a:pt x="8554953" y="0"/>
                  </a:lnTo>
                  <a:lnTo>
                    <a:pt x="8554953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517" name="pl517"/>
            <p:cNvSpPr/>
            <p:nvPr/>
          </p:nvSpPr>
          <p:spPr>
            <a:xfrm>
              <a:off x="386606" y="2433570"/>
              <a:ext cx="8554953" cy="2134630"/>
            </a:xfrm>
            <a:custGeom>
              <a:avLst/>
              <a:pathLst>
                <a:path w="8554953" h="2134630">
                  <a:moveTo>
                    <a:pt x="8554953" y="0"/>
                  </a:moveTo>
                  <a:lnTo>
                    <a:pt x="8032819" y="0"/>
                  </a:lnTo>
                  <a:lnTo>
                    <a:pt x="8031620" y="61"/>
                  </a:lnTo>
                  <a:lnTo>
                    <a:pt x="8023773" y="502"/>
                  </a:lnTo>
                  <a:lnTo>
                    <a:pt x="8004116" y="1722"/>
                  </a:lnTo>
                  <a:lnTo>
                    <a:pt x="7969291" y="4119"/>
                  </a:lnTo>
                  <a:lnTo>
                    <a:pt x="7918036" y="8048"/>
                  </a:lnTo>
                  <a:lnTo>
                    <a:pt x="7851260" y="13783"/>
                  </a:lnTo>
                  <a:lnTo>
                    <a:pt x="7771723" y="21486"/>
                  </a:lnTo>
                  <a:lnTo>
                    <a:pt x="7683354" y="31214"/>
                  </a:lnTo>
                  <a:lnTo>
                    <a:pt x="7590429" y="42952"/>
                  </a:lnTo>
                  <a:lnTo>
                    <a:pt x="7496858" y="56652"/>
                  </a:lnTo>
                  <a:lnTo>
                    <a:pt x="7405729" y="72282"/>
                  </a:lnTo>
                  <a:lnTo>
                    <a:pt x="7319148" y="89861"/>
                  </a:lnTo>
                  <a:lnTo>
                    <a:pt x="7238285" y="109477"/>
                  </a:lnTo>
                  <a:lnTo>
                    <a:pt x="7163552" y="131303"/>
                  </a:lnTo>
                  <a:lnTo>
                    <a:pt x="7094796" y="155592"/>
                  </a:lnTo>
                  <a:lnTo>
                    <a:pt x="7031493" y="182677"/>
                  </a:lnTo>
                  <a:lnTo>
                    <a:pt x="6972894" y="212953"/>
                  </a:lnTo>
                  <a:lnTo>
                    <a:pt x="6918138" y="246857"/>
                  </a:lnTo>
                  <a:lnTo>
                    <a:pt x="6866336" y="284818"/>
                  </a:lnTo>
                  <a:lnTo>
                    <a:pt x="6816644" y="327181"/>
                  </a:lnTo>
                  <a:lnTo>
                    <a:pt x="6786527" y="355771"/>
                  </a:lnTo>
                  <a:lnTo>
                    <a:pt x="6745287" y="398402"/>
                  </a:lnTo>
                  <a:lnTo>
                    <a:pt x="6704443" y="444480"/>
                  </a:lnTo>
                  <a:lnTo>
                    <a:pt x="6663705" y="494073"/>
                  </a:lnTo>
                  <a:lnTo>
                    <a:pt x="6622853" y="547180"/>
                  </a:lnTo>
                  <a:lnTo>
                    <a:pt x="6581729" y="603719"/>
                  </a:lnTo>
                  <a:lnTo>
                    <a:pt x="6540230" y="663527"/>
                  </a:lnTo>
                  <a:lnTo>
                    <a:pt x="6498307" y="726351"/>
                  </a:lnTo>
                  <a:lnTo>
                    <a:pt x="6455952" y="791850"/>
                  </a:lnTo>
                  <a:lnTo>
                    <a:pt x="6413202" y="859598"/>
                  </a:lnTo>
                  <a:lnTo>
                    <a:pt x="6370125" y="929098"/>
                  </a:lnTo>
                  <a:lnTo>
                    <a:pt x="6326818" y="999790"/>
                  </a:lnTo>
                  <a:lnTo>
                    <a:pt x="6283394" y="1071072"/>
                  </a:lnTo>
                  <a:lnTo>
                    <a:pt x="6239976" y="1142321"/>
                  </a:lnTo>
                  <a:lnTo>
                    <a:pt x="6196688" y="1212915"/>
                  </a:lnTo>
                  <a:lnTo>
                    <a:pt x="6153642" y="1282256"/>
                  </a:lnTo>
                  <a:lnTo>
                    <a:pt x="6110931" y="1349790"/>
                  </a:lnTo>
                  <a:lnTo>
                    <a:pt x="6068621" y="1415026"/>
                  </a:lnTo>
                  <a:lnTo>
                    <a:pt x="6026743" y="1477547"/>
                  </a:lnTo>
                  <a:lnTo>
                    <a:pt x="5985287" y="1537021"/>
                  </a:lnTo>
                  <a:lnTo>
                    <a:pt x="5944197" y="1593206"/>
                  </a:lnTo>
                  <a:lnTo>
                    <a:pt x="5903365" y="1645944"/>
                  </a:lnTo>
                  <a:lnTo>
                    <a:pt x="5862628" y="1695166"/>
                  </a:lnTo>
                  <a:lnTo>
                    <a:pt x="5821757" y="1740877"/>
                  </a:lnTo>
                  <a:lnTo>
                    <a:pt x="5784835" y="1778858"/>
                  </a:lnTo>
                  <a:lnTo>
                    <a:pt x="5736079" y="1824040"/>
                  </a:lnTo>
                  <a:lnTo>
                    <a:pt x="5685681" y="1864704"/>
                  </a:lnTo>
                  <a:lnTo>
                    <a:pt x="5632863" y="1901080"/>
                  </a:lnTo>
                  <a:lnTo>
                    <a:pt x="5576755" y="1933557"/>
                  </a:lnTo>
                  <a:lnTo>
                    <a:pt x="5516470" y="1962573"/>
                  </a:lnTo>
                  <a:lnTo>
                    <a:pt x="5451179" y="1988555"/>
                  </a:lnTo>
                  <a:lnTo>
                    <a:pt x="5380202" y="2011875"/>
                  </a:lnTo>
                  <a:lnTo>
                    <a:pt x="5303137" y="2032837"/>
                  </a:lnTo>
                  <a:lnTo>
                    <a:pt x="5220021" y="2051666"/>
                  </a:lnTo>
                  <a:lnTo>
                    <a:pt x="5131531" y="2068500"/>
                  </a:lnTo>
                  <a:lnTo>
                    <a:pt x="5039175" y="2083400"/>
                  </a:lnTo>
                  <a:lnTo>
                    <a:pt x="4945434" y="2096361"/>
                  </a:lnTo>
                  <a:lnTo>
                    <a:pt x="4853743" y="2107342"/>
                  </a:lnTo>
                  <a:lnTo>
                    <a:pt x="4768219" y="2116301"/>
                  </a:lnTo>
                  <a:lnTo>
                    <a:pt x="4693103" y="2123246"/>
                  </a:lnTo>
                  <a:lnTo>
                    <a:pt x="4631975" y="2128271"/>
                  </a:lnTo>
                  <a:lnTo>
                    <a:pt x="4586956" y="2131582"/>
                  </a:lnTo>
                  <a:lnTo>
                    <a:pt x="4558148" y="2133487"/>
                  </a:lnTo>
                  <a:lnTo>
                    <a:pt x="4543467" y="2134364"/>
                  </a:lnTo>
                  <a:lnTo>
                    <a:pt x="4538836" y="2134615"/>
                  </a:lnTo>
                  <a:lnTo>
                    <a:pt x="4538543" y="2134630"/>
                  </a:lnTo>
                  <a:lnTo>
                    <a:pt x="4016409" y="2134630"/>
                  </a:lnTo>
                  <a:lnTo>
                    <a:pt x="4015205" y="2134571"/>
                  </a:lnTo>
                  <a:lnTo>
                    <a:pt x="4007322" y="2134146"/>
                  </a:lnTo>
                  <a:lnTo>
                    <a:pt x="3987580" y="2132973"/>
                  </a:lnTo>
                  <a:lnTo>
                    <a:pt x="3952611" y="2130667"/>
                  </a:lnTo>
                  <a:lnTo>
                    <a:pt x="3901161" y="2126886"/>
                  </a:lnTo>
                  <a:lnTo>
                    <a:pt x="3834157" y="2121370"/>
                  </a:lnTo>
                  <a:lnTo>
                    <a:pt x="3754384" y="2113962"/>
                  </a:lnTo>
                  <a:lnTo>
                    <a:pt x="3665798" y="2104608"/>
                  </a:lnTo>
                  <a:lnTo>
                    <a:pt x="3572696" y="2093324"/>
                  </a:lnTo>
                  <a:lnTo>
                    <a:pt x="3478994" y="2080156"/>
                  </a:lnTo>
                  <a:lnTo>
                    <a:pt x="3387784" y="2065133"/>
                  </a:lnTo>
                  <a:lnTo>
                    <a:pt x="3301162" y="2048238"/>
                  </a:lnTo>
                  <a:lnTo>
                    <a:pt x="3220292" y="2029382"/>
                  </a:lnTo>
                  <a:lnTo>
                    <a:pt x="3145570" y="2008401"/>
                  </a:lnTo>
                  <a:lnTo>
                    <a:pt x="3076838" y="1985046"/>
                  </a:lnTo>
                  <a:lnTo>
                    <a:pt x="3013559" y="1958997"/>
                  </a:lnTo>
                  <a:lnTo>
                    <a:pt x="2954979" y="1929872"/>
                  </a:lnTo>
                  <a:lnTo>
                    <a:pt x="2900230" y="1897251"/>
                  </a:lnTo>
                  <a:lnTo>
                    <a:pt x="2848420" y="1860722"/>
                  </a:lnTo>
                  <a:lnTo>
                    <a:pt x="2798703" y="1819956"/>
                  </a:lnTo>
                  <a:lnTo>
                    <a:pt x="2770117" y="1793918"/>
                  </a:lnTo>
                  <a:lnTo>
                    <a:pt x="2728289" y="1752482"/>
                  </a:lnTo>
                  <a:lnTo>
                    <a:pt x="2686863" y="1707647"/>
                  </a:lnTo>
                  <a:lnTo>
                    <a:pt x="2645540" y="1659349"/>
                  </a:lnTo>
                  <a:lnTo>
                    <a:pt x="2604091" y="1607590"/>
                  </a:lnTo>
                  <a:lnTo>
                    <a:pt x="2562354" y="1552456"/>
                  </a:lnTo>
                  <a:lnTo>
                    <a:pt x="2520227" y="1494117"/>
                  </a:lnTo>
                  <a:lnTo>
                    <a:pt x="2477660" y="1432831"/>
                  </a:lnTo>
                  <a:lnTo>
                    <a:pt x="2434653" y="1368948"/>
                  </a:lnTo>
                  <a:lnTo>
                    <a:pt x="2391244" y="1302902"/>
                  </a:lnTo>
                  <a:lnTo>
                    <a:pt x="2347511" y="1235198"/>
                  </a:lnTo>
                  <a:lnTo>
                    <a:pt x="2303557" y="1166403"/>
                  </a:lnTo>
                  <a:lnTo>
                    <a:pt x="2259502" y="1097122"/>
                  </a:lnTo>
                  <a:lnTo>
                    <a:pt x="2215476" y="1027981"/>
                  </a:lnTo>
                  <a:lnTo>
                    <a:pt x="2171606" y="959597"/>
                  </a:lnTo>
                  <a:lnTo>
                    <a:pt x="2128005" y="892561"/>
                  </a:lnTo>
                  <a:lnTo>
                    <a:pt x="2084767" y="827415"/>
                  </a:lnTo>
                  <a:lnTo>
                    <a:pt x="2041952" y="764636"/>
                  </a:lnTo>
                  <a:lnTo>
                    <a:pt x="1999583" y="704619"/>
                  </a:lnTo>
                  <a:lnTo>
                    <a:pt x="1957639" y="647674"/>
                  </a:lnTo>
                  <a:lnTo>
                    <a:pt x="1916045" y="594021"/>
                  </a:lnTo>
                  <a:lnTo>
                    <a:pt x="1874676" y="543791"/>
                  </a:lnTo>
                  <a:lnTo>
                    <a:pt x="1833339" y="497032"/>
                  </a:lnTo>
                  <a:lnTo>
                    <a:pt x="1791777" y="453717"/>
                  </a:lnTo>
                  <a:lnTo>
                    <a:pt x="1768425" y="431067"/>
                  </a:lnTo>
                  <a:lnTo>
                    <a:pt x="1719592" y="387733"/>
                  </a:lnTo>
                  <a:lnTo>
                    <a:pt x="1669110" y="348739"/>
                  </a:lnTo>
                  <a:lnTo>
                    <a:pt x="1616198" y="313864"/>
                  </a:lnTo>
                  <a:lnTo>
                    <a:pt x="1559981" y="282733"/>
                  </a:lnTo>
                  <a:lnTo>
                    <a:pt x="1499569" y="254923"/>
                  </a:lnTo>
                  <a:lnTo>
                    <a:pt x="1434129" y="230025"/>
                  </a:lnTo>
                  <a:lnTo>
                    <a:pt x="1362980" y="207682"/>
                  </a:lnTo>
                  <a:lnTo>
                    <a:pt x="1285722" y="187600"/>
                  </a:lnTo>
                  <a:lnTo>
                    <a:pt x="1202398" y="169566"/>
                  </a:lnTo>
                  <a:lnTo>
                    <a:pt x="1113698" y="153448"/>
                  </a:lnTo>
                  <a:lnTo>
                    <a:pt x="1021152" y="139187"/>
                  </a:lnTo>
                  <a:lnTo>
                    <a:pt x="927269" y="126788"/>
                  </a:lnTo>
                  <a:lnTo>
                    <a:pt x="835515" y="116293"/>
                  </a:lnTo>
                  <a:lnTo>
                    <a:pt x="750035" y="107741"/>
                  </a:lnTo>
                  <a:lnTo>
                    <a:pt x="675084" y="101123"/>
                  </a:lnTo>
                  <a:lnTo>
                    <a:pt x="614234" y="96346"/>
                  </a:lnTo>
                  <a:lnTo>
                    <a:pt x="569573" y="93209"/>
                  </a:lnTo>
                  <a:lnTo>
                    <a:pt x="541145" y="91413"/>
                  </a:lnTo>
                  <a:lnTo>
                    <a:pt x="526799" y="90595"/>
                  </a:lnTo>
                  <a:lnTo>
                    <a:pt x="522385" y="90366"/>
                  </a:lnTo>
                  <a:lnTo>
                    <a:pt x="522133" y="90354"/>
                  </a:lnTo>
                  <a:lnTo>
                    <a:pt x="0" y="90354"/>
                  </a:lnTo>
                  <a:lnTo>
                    <a:pt x="0" y="90354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518" name="pg518"/>
            <p:cNvSpPr/>
            <p:nvPr/>
          </p:nvSpPr>
          <p:spPr>
            <a:xfrm>
              <a:off x="386606" y="2535219"/>
              <a:ext cx="8554953" cy="2061217"/>
            </a:xfrm>
            <a:custGeom>
              <a:avLst/>
              <a:pathLst>
                <a:path w="8554953" h="2061217">
                  <a:moveTo>
                    <a:pt x="0" y="11294"/>
                  </a:moveTo>
                  <a:lnTo>
                    <a:pt x="522133" y="11294"/>
                  </a:lnTo>
                  <a:lnTo>
                    <a:pt x="523337" y="11353"/>
                  </a:lnTo>
                  <a:lnTo>
                    <a:pt x="531217" y="11779"/>
                  </a:lnTo>
                  <a:lnTo>
                    <a:pt x="550955" y="12956"/>
                  </a:lnTo>
                  <a:lnTo>
                    <a:pt x="585914" y="15267"/>
                  </a:lnTo>
                  <a:lnTo>
                    <a:pt x="637353" y="19057"/>
                  </a:lnTo>
                  <a:lnTo>
                    <a:pt x="704343" y="24587"/>
                  </a:lnTo>
                  <a:lnTo>
                    <a:pt x="784101" y="32014"/>
                  </a:lnTo>
                  <a:lnTo>
                    <a:pt x="872673" y="41391"/>
                  </a:lnTo>
                  <a:lnTo>
                    <a:pt x="965765" y="52704"/>
                  </a:lnTo>
                  <a:lnTo>
                    <a:pt x="1059459" y="65905"/>
                  </a:lnTo>
                  <a:lnTo>
                    <a:pt x="1150664" y="80966"/>
                  </a:lnTo>
                  <a:lnTo>
                    <a:pt x="1237283" y="97904"/>
                  </a:lnTo>
                  <a:lnTo>
                    <a:pt x="1318153" y="116808"/>
                  </a:lnTo>
                  <a:lnTo>
                    <a:pt x="1392875" y="137842"/>
                  </a:lnTo>
                  <a:lnTo>
                    <a:pt x="1461609" y="161256"/>
                  </a:lnTo>
                  <a:lnTo>
                    <a:pt x="1524889" y="187369"/>
                  </a:lnTo>
                  <a:lnTo>
                    <a:pt x="1583471" y="216567"/>
                  </a:lnTo>
                  <a:lnTo>
                    <a:pt x="1638220" y="249269"/>
                  </a:lnTo>
                  <a:lnTo>
                    <a:pt x="1690030" y="285888"/>
                  </a:lnTo>
                  <a:lnTo>
                    <a:pt x="1739745" y="326755"/>
                  </a:lnTo>
                  <a:lnTo>
                    <a:pt x="1768425" y="352948"/>
                  </a:lnTo>
                  <a:lnTo>
                    <a:pt x="1810216" y="394459"/>
                  </a:lnTo>
                  <a:lnTo>
                    <a:pt x="1851605" y="439372"/>
                  </a:lnTo>
                  <a:lnTo>
                    <a:pt x="1892891" y="487753"/>
                  </a:lnTo>
                  <a:lnTo>
                    <a:pt x="1934303" y="539597"/>
                  </a:lnTo>
                  <a:lnTo>
                    <a:pt x="1976000" y="594821"/>
                  </a:lnTo>
                  <a:lnTo>
                    <a:pt x="2018087" y="653254"/>
                  </a:lnTo>
                  <a:lnTo>
                    <a:pt x="2060613" y="714638"/>
                  </a:lnTo>
                  <a:lnTo>
                    <a:pt x="2103580" y="778623"/>
                  </a:lnTo>
                  <a:lnTo>
                    <a:pt x="2146947" y="844778"/>
                  </a:lnTo>
                  <a:lnTo>
                    <a:pt x="2190638" y="912597"/>
                  </a:lnTo>
                  <a:lnTo>
                    <a:pt x="2234552" y="981512"/>
                  </a:lnTo>
                  <a:lnTo>
                    <a:pt x="2278567" y="1050920"/>
                  </a:lnTo>
                  <a:lnTo>
                    <a:pt x="2322554" y="1120196"/>
                  </a:lnTo>
                  <a:lnTo>
                    <a:pt x="2366388" y="1188720"/>
                  </a:lnTo>
                  <a:lnTo>
                    <a:pt x="2409953" y="1255902"/>
                  </a:lnTo>
                  <a:lnTo>
                    <a:pt x="2453158" y="1321199"/>
                  </a:lnTo>
                  <a:lnTo>
                    <a:pt x="2495941" y="1384134"/>
                  </a:lnTo>
                  <a:lnTo>
                    <a:pt x="2538279" y="1444309"/>
                  </a:lnTo>
                  <a:lnTo>
                    <a:pt x="2580193" y="1501413"/>
                  </a:lnTo>
                  <a:lnTo>
                    <a:pt x="2621754" y="1555225"/>
                  </a:lnTo>
                  <a:lnTo>
                    <a:pt x="2663089" y="1605612"/>
                  </a:lnTo>
                  <a:lnTo>
                    <a:pt x="2704387" y="1652525"/>
                  </a:lnTo>
                  <a:lnTo>
                    <a:pt x="2745904" y="1695990"/>
                  </a:lnTo>
                  <a:lnTo>
                    <a:pt x="2770117" y="1719563"/>
                  </a:lnTo>
                  <a:lnTo>
                    <a:pt x="2818945" y="1763013"/>
                  </a:lnTo>
                  <a:lnTo>
                    <a:pt x="2869422" y="1802111"/>
                  </a:lnTo>
                  <a:lnTo>
                    <a:pt x="2922329" y="1837080"/>
                  </a:lnTo>
                  <a:lnTo>
                    <a:pt x="2978539" y="1868296"/>
                  </a:lnTo>
                  <a:lnTo>
                    <a:pt x="3038943" y="1896181"/>
                  </a:lnTo>
                  <a:lnTo>
                    <a:pt x="3104374" y="1921146"/>
                  </a:lnTo>
                  <a:lnTo>
                    <a:pt x="3175512" y="1943551"/>
                  </a:lnTo>
                  <a:lnTo>
                    <a:pt x="3252759" y="1963688"/>
                  </a:lnTo>
                  <a:lnTo>
                    <a:pt x="3336069" y="1981771"/>
                  </a:lnTo>
                  <a:lnTo>
                    <a:pt x="3424757" y="1997935"/>
                  </a:lnTo>
                  <a:lnTo>
                    <a:pt x="3517291" y="2012236"/>
                  </a:lnTo>
                  <a:lnTo>
                    <a:pt x="3611165" y="2024669"/>
                  </a:lnTo>
                  <a:lnTo>
                    <a:pt x="3702916" y="2035194"/>
                  </a:lnTo>
                  <a:lnTo>
                    <a:pt x="3788398" y="2043772"/>
                  </a:lnTo>
                  <a:lnTo>
                    <a:pt x="3863359" y="2050410"/>
                  </a:lnTo>
                  <a:lnTo>
                    <a:pt x="3924227" y="2055203"/>
                  </a:lnTo>
                  <a:lnTo>
                    <a:pt x="3968910" y="2058351"/>
                  </a:lnTo>
                  <a:lnTo>
                    <a:pt x="3997361" y="2060153"/>
                  </a:lnTo>
                  <a:lnTo>
                    <a:pt x="4011728" y="2060975"/>
                  </a:lnTo>
                  <a:lnTo>
                    <a:pt x="4016155" y="2061205"/>
                  </a:lnTo>
                  <a:lnTo>
                    <a:pt x="4016409" y="2061217"/>
                  </a:lnTo>
                  <a:lnTo>
                    <a:pt x="4538543" y="2061217"/>
                  </a:lnTo>
                  <a:lnTo>
                    <a:pt x="4539752" y="2061160"/>
                  </a:lnTo>
                  <a:lnTo>
                    <a:pt x="4547665" y="2060750"/>
                  </a:lnTo>
                  <a:lnTo>
                    <a:pt x="4567480" y="2059617"/>
                  </a:lnTo>
                  <a:lnTo>
                    <a:pt x="4602570" y="2057391"/>
                  </a:lnTo>
                  <a:lnTo>
                    <a:pt x="4654186" y="2053743"/>
                  </a:lnTo>
                  <a:lnTo>
                    <a:pt x="4721383" y="2048420"/>
                  </a:lnTo>
                  <a:lnTo>
                    <a:pt x="4801355" y="2041273"/>
                  </a:lnTo>
                  <a:lnTo>
                    <a:pt x="4890123" y="2032250"/>
                  </a:lnTo>
                  <a:lnTo>
                    <a:pt x="4983376" y="2021368"/>
                  </a:lnTo>
                  <a:lnTo>
                    <a:pt x="5077186" y="2008670"/>
                  </a:lnTo>
                  <a:lnTo>
                    <a:pt x="5168466" y="1994184"/>
                  </a:lnTo>
                  <a:lnTo>
                    <a:pt x="5255121" y="1977893"/>
                  </a:lnTo>
                  <a:lnTo>
                    <a:pt x="5335998" y="1959710"/>
                  </a:lnTo>
                  <a:lnTo>
                    <a:pt x="5410708" y="1939475"/>
                  </a:lnTo>
                  <a:lnTo>
                    <a:pt x="5479421" y="1916947"/>
                  </a:lnTo>
                  <a:lnTo>
                    <a:pt x="5542679" y="1891816"/>
                  </a:lnTo>
                  <a:lnTo>
                    <a:pt x="5601243" y="1863711"/>
                  </a:lnTo>
                  <a:lnTo>
                    <a:pt x="5655986" y="1832227"/>
                  </a:lnTo>
                  <a:lnTo>
                    <a:pt x="5707804" y="1796967"/>
                  </a:lnTo>
                  <a:lnTo>
                    <a:pt x="5757543" y="1757618"/>
                  </a:lnTo>
                  <a:lnTo>
                    <a:pt x="5784835" y="1733681"/>
                  </a:lnTo>
                  <a:lnTo>
                    <a:pt x="5827192" y="1693321"/>
                  </a:lnTo>
                  <a:lnTo>
                    <a:pt x="5869139" y="1649609"/>
                  </a:lnTo>
                  <a:lnTo>
                    <a:pt x="5910989" y="1602481"/>
                  </a:lnTo>
                  <a:lnTo>
                    <a:pt x="5952975" y="1551943"/>
                  </a:lnTo>
                  <a:lnTo>
                    <a:pt x="5995262" y="1498085"/>
                  </a:lnTo>
                  <a:lnTo>
                    <a:pt x="6037954" y="1441079"/>
                  </a:lnTo>
                  <a:lnTo>
                    <a:pt x="6081099" y="1381193"/>
                  </a:lnTo>
                  <a:lnTo>
                    <a:pt x="6124694" y="1318781"/>
                  </a:lnTo>
                  <a:lnTo>
                    <a:pt x="6168694" y="1254283"/>
                  </a:lnTo>
                  <a:lnTo>
                    <a:pt x="6213016" y="1188213"/>
                  </a:lnTo>
                  <a:lnTo>
                    <a:pt x="6257549" y="1121141"/>
                  </a:lnTo>
                  <a:lnTo>
                    <a:pt x="6302168" y="1053676"/>
                  </a:lnTo>
                  <a:lnTo>
                    <a:pt x="6346736" y="986442"/>
                  </a:lnTo>
                  <a:lnTo>
                    <a:pt x="6391125" y="920053"/>
                  </a:lnTo>
                  <a:lnTo>
                    <a:pt x="6435218" y="855093"/>
                  </a:lnTo>
                  <a:lnTo>
                    <a:pt x="6478925" y="792091"/>
                  </a:lnTo>
                  <a:lnTo>
                    <a:pt x="6522189" y="731507"/>
                  </a:lnTo>
                  <a:lnTo>
                    <a:pt x="6564997" y="673721"/>
                  </a:lnTo>
                  <a:lnTo>
                    <a:pt x="6607383" y="619020"/>
                  </a:lnTo>
                  <a:lnTo>
                    <a:pt x="6649434" y="567604"/>
                  </a:lnTo>
                  <a:lnTo>
                    <a:pt x="6691299" y="519582"/>
                  </a:lnTo>
                  <a:lnTo>
                    <a:pt x="6733195" y="474982"/>
                  </a:lnTo>
                  <a:lnTo>
                    <a:pt x="6775410" y="433756"/>
                  </a:lnTo>
                  <a:lnTo>
                    <a:pt x="6786527" y="423537"/>
                  </a:lnTo>
                  <a:lnTo>
                    <a:pt x="6835426" y="381827"/>
                  </a:lnTo>
                  <a:lnTo>
                    <a:pt x="6885978" y="344300"/>
                  </a:lnTo>
                  <a:lnTo>
                    <a:pt x="6938970" y="310741"/>
                  </a:lnTo>
                  <a:lnTo>
                    <a:pt x="6995279" y="280790"/>
                  </a:lnTo>
                  <a:lnTo>
                    <a:pt x="7055798" y="254038"/>
                  </a:lnTo>
                  <a:lnTo>
                    <a:pt x="7121365" y="230091"/>
                  </a:lnTo>
                  <a:lnTo>
                    <a:pt x="7192659" y="208603"/>
                  </a:lnTo>
                  <a:lnTo>
                    <a:pt x="7270081" y="189293"/>
                  </a:lnTo>
                  <a:lnTo>
                    <a:pt x="7353581" y="171955"/>
                  </a:lnTo>
                  <a:lnTo>
                    <a:pt x="7442458" y="156462"/>
                  </a:lnTo>
                  <a:lnTo>
                    <a:pt x="7535164" y="142759"/>
                  </a:lnTo>
                  <a:lnTo>
                    <a:pt x="7629167" y="130852"/>
                  </a:lnTo>
                  <a:lnTo>
                    <a:pt x="7720973" y="120780"/>
                  </a:lnTo>
                  <a:lnTo>
                    <a:pt x="7806414" y="112581"/>
                  </a:lnTo>
                  <a:lnTo>
                    <a:pt x="7881223" y="106246"/>
                  </a:lnTo>
                  <a:lnTo>
                    <a:pt x="7941835" y="101682"/>
                  </a:lnTo>
                  <a:lnTo>
                    <a:pt x="7986193" y="98694"/>
                  </a:lnTo>
                  <a:lnTo>
                    <a:pt x="8014300" y="96991"/>
                  </a:lnTo>
                  <a:lnTo>
                    <a:pt x="8028365" y="96222"/>
                  </a:lnTo>
                  <a:lnTo>
                    <a:pt x="8032600" y="96011"/>
                  </a:lnTo>
                  <a:lnTo>
                    <a:pt x="8032819" y="96001"/>
                  </a:lnTo>
                  <a:lnTo>
                    <a:pt x="8554953" y="96001"/>
                  </a:lnTo>
                  <a:lnTo>
                    <a:pt x="8554953" y="84707"/>
                  </a:lnTo>
                  <a:lnTo>
                    <a:pt x="8032819" y="84707"/>
                  </a:lnTo>
                  <a:lnTo>
                    <a:pt x="8031610" y="84764"/>
                  </a:lnTo>
                  <a:lnTo>
                    <a:pt x="8023697" y="85174"/>
                  </a:lnTo>
                  <a:lnTo>
                    <a:pt x="8003882" y="86307"/>
                  </a:lnTo>
                  <a:lnTo>
                    <a:pt x="7968792" y="88533"/>
                  </a:lnTo>
                  <a:lnTo>
                    <a:pt x="7917176" y="92181"/>
                  </a:lnTo>
                  <a:lnTo>
                    <a:pt x="7849979" y="97504"/>
                  </a:lnTo>
                  <a:lnTo>
                    <a:pt x="7770007" y="104651"/>
                  </a:lnTo>
                  <a:lnTo>
                    <a:pt x="7681239" y="113674"/>
                  </a:lnTo>
                  <a:lnTo>
                    <a:pt x="7587986" y="124556"/>
                  </a:lnTo>
                  <a:lnTo>
                    <a:pt x="7494175" y="137254"/>
                  </a:lnTo>
                  <a:lnTo>
                    <a:pt x="7402896" y="151740"/>
                  </a:lnTo>
                  <a:lnTo>
                    <a:pt x="7316241" y="168031"/>
                  </a:lnTo>
                  <a:lnTo>
                    <a:pt x="7235364" y="186214"/>
                  </a:lnTo>
                  <a:lnTo>
                    <a:pt x="7160654" y="206449"/>
                  </a:lnTo>
                  <a:lnTo>
                    <a:pt x="7091941" y="228977"/>
                  </a:lnTo>
                  <a:lnTo>
                    <a:pt x="7028683" y="254108"/>
                  </a:lnTo>
                  <a:lnTo>
                    <a:pt x="6970119" y="282213"/>
                  </a:lnTo>
                  <a:lnTo>
                    <a:pt x="6915376" y="313697"/>
                  </a:lnTo>
                  <a:lnTo>
                    <a:pt x="6863558" y="348957"/>
                  </a:lnTo>
                  <a:lnTo>
                    <a:pt x="6813819" y="388306"/>
                  </a:lnTo>
                  <a:lnTo>
                    <a:pt x="6786527" y="412243"/>
                  </a:lnTo>
                  <a:lnTo>
                    <a:pt x="6744170" y="452603"/>
                  </a:lnTo>
                  <a:lnTo>
                    <a:pt x="6702223" y="496315"/>
                  </a:lnTo>
                  <a:lnTo>
                    <a:pt x="6660373" y="543443"/>
                  </a:lnTo>
                  <a:lnTo>
                    <a:pt x="6618387" y="593981"/>
                  </a:lnTo>
                  <a:lnTo>
                    <a:pt x="6576100" y="647839"/>
                  </a:lnTo>
                  <a:lnTo>
                    <a:pt x="6533408" y="704845"/>
                  </a:lnTo>
                  <a:lnTo>
                    <a:pt x="6490263" y="764731"/>
                  </a:lnTo>
                  <a:lnTo>
                    <a:pt x="6446668" y="827143"/>
                  </a:lnTo>
                  <a:lnTo>
                    <a:pt x="6402668" y="891641"/>
                  </a:lnTo>
                  <a:lnTo>
                    <a:pt x="6358346" y="957711"/>
                  </a:lnTo>
                  <a:lnTo>
                    <a:pt x="6313813" y="1024783"/>
                  </a:lnTo>
                  <a:lnTo>
                    <a:pt x="6269194" y="1092248"/>
                  </a:lnTo>
                  <a:lnTo>
                    <a:pt x="6224626" y="1159482"/>
                  </a:lnTo>
                  <a:lnTo>
                    <a:pt x="6180237" y="1225871"/>
                  </a:lnTo>
                  <a:lnTo>
                    <a:pt x="6136144" y="1290831"/>
                  </a:lnTo>
                  <a:lnTo>
                    <a:pt x="6092437" y="1353833"/>
                  </a:lnTo>
                  <a:lnTo>
                    <a:pt x="6049173" y="1414417"/>
                  </a:lnTo>
                  <a:lnTo>
                    <a:pt x="6006365" y="1472203"/>
                  </a:lnTo>
                  <a:lnTo>
                    <a:pt x="5963979" y="1526904"/>
                  </a:lnTo>
                  <a:lnTo>
                    <a:pt x="5921928" y="1578320"/>
                  </a:lnTo>
                  <a:lnTo>
                    <a:pt x="5880063" y="1626342"/>
                  </a:lnTo>
                  <a:lnTo>
                    <a:pt x="5838167" y="1670942"/>
                  </a:lnTo>
                  <a:lnTo>
                    <a:pt x="5795952" y="1712168"/>
                  </a:lnTo>
                  <a:lnTo>
                    <a:pt x="5784835" y="1722387"/>
                  </a:lnTo>
                  <a:lnTo>
                    <a:pt x="5735936" y="1764097"/>
                  </a:lnTo>
                  <a:lnTo>
                    <a:pt x="5685384" y="1801624"/>
                  </a:lnTo>
                  <a:lnTo>
                    <a:pt x="5632392" y="1835183"/>
                  </a:lnTo>
                  <a:lnTo>
                    <a:pt x="5576083" y="1865134"/>
                  </a:lnTo>
                  <a:lnTo>
                    <a:pt x="5515563" y="1891886"/>
                  </a:lnTo>
                  <a:lnTo>
                    <a:pt x="5449997" y="1915833"/>
                  </a:lnTo>
                  <a:lnTo>
                    <a:pt x="5378703" y="1937321"/>
                  </a:lnTo>
                  <a:lnTo>
                    <a:pt x="5301281" y="1956631"/>
                  </a:lnTo>
                  <a:lnTo>
                    <a:pt x="5217781" y="1973969"/>
                  </a:lnTo>
                  <a:lnTo>
                    <a:pt x="5128904" y="1989462"/>
                  </a:lnTo>
                  <a:lnTo>
                    <a:pt x="5036198" y="2003165"/>
                  </a:lnTo>
                  <a:lnTo>
                    <a:pt x="4942195" y="2015072"/>
                  </a:lnTo>
                  <a:lnTo>
                    <a:pt x="4850389" y="2025144"/>
                  </a:lnTo>
                  <a:lnTo>
                    <a:pt x="4764948" y="2033343"/>
                  </a:lnTo>
                  <a:lnTo>
                    <a:pt x="4690139" y="2039678"/>
                  </a:lnTo>
                  <a:lnTo>
                    <a:pt x="4629527" y="2044242"/>
                  </a:lnTo>
                  <a:lnTo>
                    <a:pt x="4585169" y="2047230"/>
                  </a:lnTo>
                  <a:lnTo>
                    <a:pt x="4557062" y="2048933"/>
                  </a:lnTo>
                  <a:lnTo>
                    <a:pt x="4542997" y="2049702"/>
                  </a:lnTo>
                  <a:lnTo>
                    <a:pt x="4538762" y="2049913"/>
                  </a:lnTo>
                  <a:lnTo>
                    <a:pt x="4538543" y="2049923"/>
                  </a:lnTo>
                  <a:lnTo>
                    <a:pt x="4016409" y="2049923"/>
                  </a:lnTo>
                  <a:lnTo>
                    <a:pt x="4015205" y="2049863"/>
                  </a:lnTo>
                  <a:lnTo>
                    <a:pt x="4007325" y="2049437"/>
                  </a:lnTo>
                  <a:lnTo>
                    <a:pt x="3987587" y="2048261"/>
                  </a:lnTo>
                  <a:lnTo>
                    <a:pt x="3952628" y="2045949"/>
                  </a:lnTo>
                  <a:lnTo>
                    <a:pt x="3901189" y="2042159"/>
                  </a:lnTo>
                  <a:lnTo>
                    <a:pt x="3834199" y="2036629"/>
                  </a:lnTo>
                  <a:lnTo>
                    <a:pt x="3754441" y="2029203"/>
                  </a:lnTo>
                  <a:lnTo>
                    <a:pt x="3665869" y="2019825"/>
                  </a:lnTo>
                  <a:lnTo>
                    <a:pt x="3572777" y="2008513"/>
                  </a:lnTo>
                  <a:lnTo>
                    <a:pt x="3479084" y="1995311"/>
                  </a:lnTo>
                  <a:lnTo>
                    <a:pt x="3387878" y="1980250"/>
                  </a:lnTo>
                  <a:lnTo>
                    <a:pt x="3301259" y="1963312"/>
                  </a:lnTo>
                  <a:lnTo>
                    <a:pt x="3220389" y="1944409"/>
                  </a:lnTo>
                  <a:lnTo>
                    <a:pt x="3145667" y="1923374"/>
                  </a:lnTo>
                  <a:lnTo>
                    <a:pt x="3076933" y="1899961"/>
                  </a:lnTo>
                  <a:lnTo>
                    <a:pt x="3013653" y="1873847"/>
                  </a:lnTo>
                  <a:lnTo>
                    <a:pt x="2955072" y="1844650"/>
                  </a:lnTo>
                  <a:lnTo>
                    <a:pt x="2900322" y="1811948"/>
                  </a:lnTo>
                  <a:lnTo>
                    <a:pt x="2848512" y="1775328"/>
                  </a:lnTo>
                  <a:lnTo>
                    <a:pt x="2798797" y="1734462"/>
                  </a:lnTo>
                  <a:lnTo>
                    <a:pt x="2770117" y="1708269"/>
                  </a:lnTo>
                  <a:lnTo>
                    <a:pt x="2728326" y="1666757"/>
                  </a:lnTo>
                  <a:lnTo>
                    <a:pt x="2686937" y="1621844"/>
                  </a:lnTo>
                  <a:lnTo>
                    <a:pt x="2645651" y="1573463"/>
                  </a:lnTo>
                  <a:lnTo>
                    <a:pt x="2604240" y="1521619"/>
                  </a:lnTo>
                  <a:lnTo>
                    <a:pt x="2562542" y="1466395"/>
                  </a:lnTo>
                  <a:lnTo>
                    <a:pt x="2520455" y="1407962"/>
                  </a:lnTo>
                  <a:lnTo>
                    <a:pt x="2477929" y="1346579"/>
                  </a:lnTo>
                  <a:lnTo>
                    <a:pt x="2434962" y="1282593"/>
                  </a:lnTo>
                  <a:lnTo>
                    <a:pt x="2391596" y="1216438"/>
                  </a:lnTo>
                  <a:lnTo>
                    <a:pt x="2347904" y="1148620"/>
                  </a:lnTo>
                  <a:lnTo>
                    <a:pt x="2303991" y="1079704"/>
                  </a:lnTo>
                  <a:lnTo>
                    <a:pt x="2259976" y="1010296"/>
                  </a:lnTo>
                  <a:lnTo>
                    <a:pt x="2215988" y="941021"/>
                  </a:lnTo>
                  <a:lnTo>
                    <a:pt x="2172154" y="872496"/>
                  </a:lnTo>
                  <a:lnTo>
                    <a:pt x="2128589" y="805314"/>
                  </a:lnTo>
                  <a:lnTo>
                    <a:pt x="2085384" y="740018"/>
                  </a:lnTo>
                  <a:lnTo>
                    <a:pt x="2042601" y="677083"/>
                  </a:lnTo>
                  <a:lnTo>
                    <a:pt x="2000263" y="616908"/>
                  </a:lnTo>
                  <a:lnTo>
                    <a:pt x="1958349" y="559803"/>
                  </a:lnTo>
                  <a:lnTo>
                    <a:pt x="1916788" y="505991"/>
                  </a:lnTo>
                  <a:lnTo>
                    <a:pt x="1875453" y="455604"/>
                  </a:lnTo>
                  <a:lnTo>
                    <a:pt x="1834155" y="408692"/>
                  </a:lnTo>
                  <a:lnTo>
                    <a:pt x="1792638" y="365227"/>
                  </a:lnTo>
                  <a:lnTo>
                    <a:pt x="1768425" y="341653"/>
                  </a:lnTo>
                  <a:lnTo>
                    <a:pt x="1719597" y="298204"/>
                  </a:lnTo>
                  <a:lnTo>
                    <a:pt x="1669120" y="259105"/>
                  </a:lnTo>
                  <a:lnTo>
                    <a:pt x="1616213" y="224136"/>
                  </a:lnTo>
                  <a:lnTo>
                    <a:pt x="1560003" y="192921"/>
                  </a:lnTo>
                  <a:lnTo>
                    <a:pt x="1499599" y="165035"/>
                  </a:lnTo>
                  <a:lnTo>
                    <a:pt x="1434168" y="140070"/>
                  </a:lnTo>
                  <a:lnTo>
                    <a:pt x="1363030" y="117665"/>
                  </a:lnTo>
                  <a:lnTo>
                    <a:pt x="1285783" y="97529"/>
                  </a:lnTo>
                  <a:lnTo>
                    <a:pt x="1202473" y="79445"/>
                  </a:lnTo>
                  <a:lnTo>
                    <a:pt x="1113785" y="63282"/>
                  </a:lnTo>
                  <a:lnTo>
                    <a:pt x="1021251" y="48981"/>
                  </a:lnTo>
                  <a:lnTo>
                    <a:pt x="927377" y="36547"/>
                  </a:lnTo>
                  <a:lnTo>
                    <a:pt x="835627" y="26022"/>
                  </a:lnTo>
                  <a:lnTo>
                    <a:pt x="750144" y="17444"/>
                  </a:lnTo>
                  <a:lnTo>
                    <a:pt x="675183" y="10806"/>
                  </a:lnTo>
                  <a:lnTo>
                    <a:pt x="614316" y="6014"/>
                  </a:lnTo>
                  <a:lnTo>
                    <a:pt x="569632" y="2866"/>
                  </a:lnTo>
                  <a:lnTo>
                    <a:pt x="541181" y="1064"/>
                  </a:lnTo>
                  <a:lnTo>
                    <a:pt x="526815" y="242"/>
                  </a:lnTo>
                  <a:lnTo>
                    <a:pt x="522387" y="12"/>
                  </a:lnTo>
                  <a:lnTo>
                    <a:pt x="5221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519" name="pl519"/>
            <p:cNvSpPr/>
            <p:nvPr/>
          </p:nvSpPr>
          <p:spPr>
            <a:xfrm>
              <a:off x="386606" y="2546513"/>
              <a:ext cx="8554953" cy="2049923"/>
            </a:xfrm>
            <a:custGeom>
              <a:avLst/>
              <a:pathLst>
                <a:path w="8554953" h="2049923">
                  <a:moveTo>
                    <a:pt x="0" y="0"/>
                  </a:moveTo>
                  <a:lnTo>
                    <a:pt x="522133" y="0"/>
                  </a:lnTo>
                  <a:lnTo>
                    <a:pt x="523337" y="59"/>
                  </a:lnTo>
                  <a:lnTo>
                    <a:pt x="531217" y="485"/>
                  </a:lnTo>
                  <a:lnTo>
                    <a:pt x="550955" y="1661"/>
                  </a:lnTo>
                  <a:lnTo>
                    <a:pt x="585914" y="3973"/>
                  </a:lnTo>
                  <a:lnTo>
                    <a:pt x="637353" y="7763"/>
                  </a:lnTo>
                  <a:lnTo>
                    <a:pt x="704343" y="13293"/>
                  </a:lnTo>
                  <a:lnTo>
                    <a:pt x="784101" y="20719"/>
                  </a:lnTo>
                  <a:lnTo>
                    <a:pt x="872673" y="30097"/>
                  </a:lnTo>
                  <a:lnTo>
                    <a:pt x="965765" y="41409"/>
                  </a:lnTo>
                  <a:lnTo>
                    <a:pt x="1059459" y="54611"/>
                  </a:lnTo>
                  <a:lnTo>
                    <a:pt x="1150664" y="69672"/>
                  </a:lnTo>
                  <a:lnTo>
                    <a:pt x="1237283" y="86610"/>
                  </a:lnTo>
                  <a:lnTo>
                    <a:pt x="1318153" y="105513"/>
                  </a:lnTo>
                  <a:lnTo>
                    <a:pt x="1392875" y="126548"/>
                  </a:lnTo>
                  <a:lnTo>
                    <a:pt x="1461609" y="149961"/>
                  </a:lnTo>
                  <a:lnTo>
                    <a:pt x="1524889" y="176075"/>
                  </a:lnTo>
                  <a:lnTo>
                    <a:pt x="1583471" y="205272"/>
                  </a:lnTo>
                  <a:lnTo>
                    <a:pt x="1638220" y="237974"/>
                  </a:lnTo>
                  <a:lnTo>
                    <a:pt x="1690030" y="274594"/>
                  </a:lnTo>
                  <a:lnTo>
                    <a:pt x="1739745" y="315460"/>
                  </a:lnTo>
                  <a:lnTo>
                    <a:pt x="1768425" y="341653"/>
                  </a:lnTo>
                  <a:lnTo>
                    <a:pt x="1810216" y="383165"/>
                  </a:lnTo>
                  <a:lnTo>
                    <a:pt x="1851605" y="428078"/>
                  </a:lnTo>
                  <a:lnTo>
                    <a:pt x="1892891" y="476459"/>
                  </a:lnTo>
                  <a:lnTo>
                    <a:pt x="1934303" y="528303"/>
                  </a:lnTo>
                  <a:lnTo>
                    <a:pt x="1976000" y="583527"/>
                  </a:lnTo>
                  <a:lnTo>
                    <a:pt x="2018087" y="641960"/>
                  </a:lnTo>
                  <a:lnTo>
                    <a:pt x="2060613" y="703343"/>
                  </a:lnTo>
                  <a:lnTo>
                    <a:pt x="2103580" y="767329"/>
                  </a:lnTo>
                  <a:lnTo>
                    <a:pt x="2146947" y="833484"/>
                  </a:lnTo>
                  <a:lnTo>
                    <a:pt x="2190638" y="901302"/>
                  </a:lnTo>
                  <a:lnTo>
                    <a:pt x="2234552" y="970218"/>
                  </a:lnTo>
                  <a:lnTo>
                    <a:pt x="2278567" y="1039626"/>
                  </a:lnTo>
                  <a:lnTo>
                    <a:pt x="2322554" y="1108902"/>
                  </a:lnTo>
                  <a:lnTo>
                    <a:pt x="2366388" y="1177426"/>
                  </a:lnTo>
                  <a:lnTo>
                    <a:pt x="2409953" y="1244608"/>
                  </a:lnTo>
                  <a:lnTo>
                    <a:pt x="2453158" y="1309905"/>
                  </a:lnTo>
                  <a:lnTo>
                    <a:pt x="2495941" y="1372839"/>
                  </a:lnTo>
                  <a:lnTo>
                    <a:pt x="2538279" y="1433014"/>
                  </a:lnTo>
                  <a:lnTo>
                    <a:pt x="2580193" y="1490119"/>
                  </a:lnTo>
                  <a:lnTo>
                    <a:pt x="2621754" y="1543931"/>
                  </a:lnTo>
                  <a:lnTo>
                    <a:pt x="2663089" y="1594318"/>
                  </a:lnTo>
                  <a:lnTo>
                    <a:pt x="2704387" y="1641231"/>
                  </a:lnTo>
                  <a:lnTo>
                    <a:pt x="2745904" y="1684695"/>
                  </a:lnTo>
                  <a:lnTo>
                    <a:pt x="2770117" y="1708269"/>
                  </a:lnTo>
                  <a:lnTo>
                    <a:pt x="2818945" y="1751718"/>
                  </a:lnTo>
                  <a:lnTo>
                    <a:pt x="2869422" y="1790817"/>
                  </a:lnTo>
                  <a:lnTo>
                    <a:pt x="2922329" y="1825786"/>
                  </a:lnTo>
                  <a:lnTo>
                    <a:pt x="2978539" y="1857001"/>
                  </a:lnTo>
                  <a:lnTo>
                    <a:pt x="3038943" y="1884887"/>
                  </a:lnTo>
                  <a:lnTo>
                    <a:pt x="3104374" y="1909852"/>
                  </a:lnTo>
                  <a:lnTo>
                    <a:pt x="3175512" y="1932257"/>
                  </a:lnTo>
                  <a:lnTo>
                    <a:pt x="3252759" y="1952394"/>
                  </a:lnTo>
                  <a:lnTo>
                    <a:pt x="3336069" y="1970477"/>
                  </a:lnTo>
                  <a:lnTo>
                    <a:pt x="3424757" y="1986640"/>
                  </a:lnTo>
                  <a:lnTo>
                    <a:pt x="3517291" y="2000941"/>
                  </a:lnTo>
                  <a:lnTo>
                    <a:pt x="3611165" y="2013375"/>
                  </a:lnTo>
                  <a:lnTo>
                    <a:pt x="3702916" y="2023900"/>
                  </a:lnTo>
                  <a:lnTo>
                    <a:pt x="3788398" y="2032478"/>
                  </a:lnTo>
                  <a:lnTo>
                    <a:pt x="3863359" y="2039116"/>
                  </a:lnTo>
                  <a:lnTo>
                    <a:pt x="3924227" y="2043908"/>
                  </a:lnTo>
                  <a:lnTo>
                    <a:pt x="3968910" y="2047056"/>
                  </a:lnTo>
                  <a:lnTo>
                    <a:pt x="3997361" y="2048858"/>
                  </a:lnTo>
                  <a:lnTo>
                    <a:pt x="4011728" y="2049680"/>
                  </a:lnTo>
                  <a:lnTo>
                    <a:pt x="4016155" y="2049910"/>
                  </a:lnTo>
                  <a:lnTo>
                    <a:pt x="4016409" y="2049923"/>
                  </a:lnTo>
                  <a:lnTo>
                    <a:pt x="4538543" y="2049923"/>
                  </a:lnTo>
                  <a:lnTo>
                    <a:pt x="4539752" y="2049865"/>
                  </a:lnTo>
                  <a:lnTo>
                    <a:pt x="4547665" y="2049456"/>
                  </a:lnTo>
                  <a:lnTo>
                    <a:pt x="4567480" y="2048323"/>
                  </a:lnTo>
                  <a:lnTo>
                    <a:pt x="4602570" y="2046097"/>
                  </a:lnTo>
                  <a:lnTo>
                    <a:pt x="4654186" y="2042448"/>
                  </a:lnTo>
                  <a:lnTo>
                    <a:pt x="4721383" y="2037126"/>
                  </a:lnTo>
                  <a:lnTo>
                    <a:pt x="4801355" y="2029979"/>
                  </a:lnTo>
                  <a:lnTo>
                    <a:pt x="4890123" y="2020956"/>
                  </a:lnTo>
                  <a:lnTo>
                    <a:pt x="4983376" y="2010074"/>
                  </a:lnTo>
                  <a:lnTo>
                    <a:pt x="5077186" y="1997375"/>
                  </a:lnTo>
                  <a:lnTo>
                    <a:pt x="5168466" y="1982890"/>
                  </a:lnTo>
                  <a:lnTo>
                    <a:pt x="5255121" y="1966598"/>
                  </a:lnTo>
                  <a:lnTo>
                    <a:pt x="5335998" y="1948416"/>
                  </a:lnTo>
                  <a:lnTo>
                    <a:pt x="5410708" y="1928181"/>
                  </a:lnTo>
                  <a:lnTo>
                    <a:pt x="5479421" y="1905653"/>
                  </a:lnTo>
                  <a:lnTo>
                    <a:pt x="5542679" y="1880522"/>
                  </a:lnTo>
                  <a:lnTo>
                    <a:pt x="5601243" y="1852417"/>
                  </a:lnTo>
                  <a:lnTo>
                    <a:pt x="5655986" y="1820933"/>
                  </a:lnTo>
                  <a:lnTo>
                    <a:pt x="5707804" y="1785673"/>
                  </a:lnTo>
                  <a:lnTo>
                    <a:pt x="5757543" y="1746324"/>
                  </a:lnTo>
                  <a:lnTo>
                    <a:pt x="5784835" y="1722387"/>
                  </a:lnTo>
                  <a:lnTo>
                    <a:pt x="5827192" y="1682026"/>
                  </a:lnTo>
                  <a:lnTo>
                    <a:pt x="5869139" y="1638315"/>
                  </a:lnTo>
                  <a:lnTo>
                    <a:pt x="5910989" y="1591186"/>
                  </a:lnTo>
                  <a:lnTo>
                    <a:pt x="5952975" y="1540649"/>
                  </a:lnTo>
                  <a:lnTo>
                    <a:pt x="5995262" y="1486790"/>
                  </a:lnTo>
                  <a:lnTo>
                    <a:pt x="6037954" y="1429785"/>
                  </a:lnTo>
                  <a:lnTo>
                    <a:pt x="6081099" y="1369899"/>
                  </a:lnTo>
                  <a:lnTo>
                    <a:pt x="6124694" y="1307487"/>
                  </a:lnTo>
                  <a:lnTo>
                    <a:pt x="6168694" y="1242989"/>
                  </a:lnTo>
                  <a:lnTo>
                    <a:pt x="6213016" y="1176919"/>
                  </a:lnTo>
                  <a:lnTo>
                    <a:pt x="6257549" y="1109847"/>
                  </a:lnTo>
                  <a:lnTo>
                    <a:pt x="6302168" y="1042382"/>
                  </a:lnTo>
                  <a:lnTo>
                    <a:pt x="6346736" y="975148"/>
                  </a:lnTo>
                  <a:lnTo>
                    <a:pt x="6391125" y="908759"/>
                  </a:lnTo>
                  <a:lnTo>
                    <a:pt x="6435218" y="843799"/>
                  </a:lnTo>
                  <a:lnTo>
                    <a:pt x="6478925" y="780797"/>
                  </a:lnTo>
                  <a:lnTo>
                    <a:pt x="6522189" y="720213"/>
                  </a:lnTo>
                  <a:lnTo>
                    <a:pt x="6564997" y="662426"/>
                  </a:lnTo>
                  <a:lnTo>
                    <a:pt x="6607383" y="607726"/>
                  </a:lnTo>
                  <a:lnTo>
                    <a:pt x="6649434" y="556309"/>
                  </a:lnTo>
                  <a:lnTo>
                    <a:pt x="6691299" y="508287"/>
                  </a:lnTo>
                  <a:lnTo>
                    <a:pt x="6733195" y="463687"/>
                  </a:lnTo>
                  <a:lnTo>
                    <a:pt x="6775410" y="422462"/>
                  </a:lnTo>
                  <a:lnTo>
                    <a:pt x="6786527" y="412243"/>
                  </a:lnTo>
                  <a:lnTo>
                    <a:pt x="6835426" y="370533"/>
                  </a:lnTo>
                  <a:lnTo>
                    <a:pt x="6885978" y="333005"/>
                  </a:lnTo>
                  <a:lnTo>
                    <a:pt x="6938970" y="299447"/>
                  </a:lnTo>
                  <a:lnTo>
                    <a:pt x="6995279" y="269496"/>
                  </a:lnTo>
                  <a:lnTo>
                    <a:pt x="7055798" y="242744"/>
                  </a:lnTo>
                  <a:lnTo>
                    <a:pt x="7121365" y="218797"/>
                  </a:lnTo>
                  <a:lnTo>
                    <a:pt x="7192659" y="197309"/>
                  </a:lnTo>
                  <a:lnTo>
                    <a:pt x="7270081" y="177998"/>
                  </a:lnTo>
                  <a:lnTo>
                    <a:pt x="7353581" y="160661"/>
                  </a:lnTo>
                  <a:lnTo>
                    <a:pt x="7442458" y="145167"/>
                  </a:lnTo>
                  <a:lnTo>
                    <a:pt x="7535164" y="131464"/>
                  </a:lnTo>
                  <a:lnTo>
                    <a:pt x="7629167" y="119557"/>
                  </a:lnTo>
                  <a:lnTo>
                    <a:pt x="7720973" y="109486"/>
                  </a:lnTo>
                  <a:lnTo>
                    <a:pt x="7806414" y="101287"/>
                  </a:lnTo>
                  <a:lnTo>
                    <a:pt x="7881223" y="94952"/>
                  </a:lnTo>
                  <a:lnTo>
                    <a:pt x="7941835" y="90388"/>
                  </a:lnTo>
                  <a:lnTo>
                    <a:pt x="7986193" y="87399"/>
                  </a:lnTo>
                  <a:lnTo>
                    <a:pt x="8014300" y="85697"/>
                  </a:lnTo>
                  <a:lnTo>
                    <a:pt x="8028365" y="84928"/>
                  </a:lnTo>
                  <a:lnTo>
                    <a:pt x="8032600" y="84717"/>
                  </a:lnTo>
                  <a:lnTo>
                    <a:pt x="8032819" y="84707"/>
                  </a:lnTo>
                  <a:lnTo>
                    <a:pt x="8554953" y="84707"/>
                  </a:lnTo>
                  <a:lnTo>
                    <a:pt x="8554953" y="84707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520" name="pl520"/>
            <p:cNvSpPr/>
            <p:nvPr/>
          </p:nvSpPr>
          <p:spPr>
            <a:xfrm>
              <a:off x="386606" y="2535219"/>
              <a:ext cx="8554953" cy="2049923"/>
            </a:xfrm>
            <a:custGeom>
              <a:avLst/>
              <a:pathLst>
                <a:path w="8554953" h="2049923">
                  <a:moveTo>
                    <a:pt x="8554953" y="84707"/>
                  </a:moveTo>
                  <a:lnTo>
                    <a:pt x="8032819" y="84707"/>
                  </a:lnTo>
                  <a:lnTo>
                    <a:pt x="8031610" y="84764"/>
                  </a:lnTo>
                  <a:lnTo>
                    <a:pt x="8023697" y="85174"/>
                  </a:lnTo>
                  <a:lnTo>
                    <a:pt x="8003882" y="86307"/>
                  </a:lnTo>
                  <a:lnTo>
                    <a:pt x="7968792" y="88533"/>
                  </a:lnTo>
                  <a:lnTo>
                    <a:pt x="7917176" y="92181"/>
                  </a:lnTo>
                  <a:lnTo>
                    <a:pt x="7849979" y="97504"/>
                  </a:lnTo>
                  <a:lnTo>
                    <a:pt x="7770007" y="104651"/>
                  </a:lnTo>
                  <a:lnTo>
                    <a:pt x="7681239" y="113674"/>
                  </a:lnTo>
                  <a:lnTo>
                    <a:pt x="7587986" y="124556"/>
                  </a:lnTo>
                  <a:lnTo>
                    <a:pt x="7494175" y="137254"/>
                  </a:lnTo>
                  <a:lnTo>
                    <a:pt x="7402896" y="151740"/>
                  </a:lnTo>
                  <a:lnTo>
                    <a:pt x="7316241" y="168031"/>
                  </a:lnTo>
                  <a:lnTo>
                    <a:pt x="7235364" y="186214"/>
                  </a:lnTo>
                  <a:lnTo>
                    <a:pt x="7160654" y="206449"/>
                  </a:lnTo>
                  <a:lnTo>
                    <a:pt x="7091941" y="228977"/>
                  </a:lnTo>
                  <a:lnTo>
                    <a:pt x="7028683" y="254108"/>
                  </a:lnTo>
                  <a:lnTo>
                    <a:pt x="6970119" y="282213"/>
                  </a:lnTo>
                  <a:lnTo>
                    <a:pt x="6915376" y="313697"/>
                  </a:lnTo>
                  <a:lnTo>
                    <a:pt x="6863558" y="348957"/>
                  </a:lnTo>
                  <a:lnTo>
                    <a:pt x="6813819" y="388306"/>
                  </a:lnTo>
                  <a:lnTo>
                    <a:pt x="6786527" y="412243"/>
                  </a:lnTo>
                  <a:lnTo>
                    <a:pt x="6744170" y="452603"/>
                  </a:lnTo>
                  <a:lnTo>
                    <a:pt x="6702223" y="496315"/>
                  </a:lnTo>
                  <a:lnTo>
                    <a:pt x="6660373" y="543443"/>
                  </a:lnTo>
                  <a:lnTo>
                    <a:pt x="6618387" y="593981"/>
                  </a:lnTo>
                  <a:lnTo>
                    <a:pt x="6576100" y="647839"/>
                  </a:lnTo>
                  <a:lnTo>
                    <a:pt x="6533408" y="704845"/>
                  </a:lnTo>
                  <a:lnTo>
                    <a:pt x="6490263" y="764731"/>
                  </a:lnTo>
                  <a:lnTo>
                    <a:pt x="6446668" y="827143"/>
                  </a:lnTo>
                  <a:lnTo>
                    <a:pt x="6402668" y="891641"/>
                  </a:lnTo>
                  <a:lnTo>
                    <a:pt x="6358346" y="957711"/>
                  </a:lnTo>
                  <a:lnTo>
                    <a:pt x="6313813" y="1024783"/>
                  </a:lnTo>
                  <a:lnTo>
                    <a:pt x="6269194" y="1092248"/>
                  </a:lnTo>
                  <a:lnTo>
                    <a:pt x="6224626" y="1159482"/>
                  </a:lnTo>
                  <a:lnTo>
                    <a:pt x="6180237" y="1225871"/>
                  </a:lnTo>
                  <a:lnTo>
                    <a:pt x="6136144" y="1290831"/>
                  </a:lnTo>
                  <a:lnTo>
                    <a:pt x="6092437" y="1353833"/>
                  </a:lnTo>
                  <a:lnTo>
                    <a:pt x="6049173" y="1414417"/>
                  </a:lnTo>
                  <a:lnTo>
                    <a:pt x="6006365" y="1472203"/>
                  </a:lnTo>
                  <a:lnTo>
                    <a:pt x="5963979" y="1526904"/>
                  </a:lnTo>
                  <a:lnTo>
                    <a:pt x="5921928" y="1578320"/>
                  </a:lnTo>
                  <a:lnTo>
                    <a:pt x="5880063" y="1626342"/>
                  </a:lnTo>
                  <a:lnTo>
                    <a:pt x="5838167" y="1670942"/>
                  </a:lnTo>
                  <a:lnTo>
                    <a:pt x="5795952" y="1712168"/>
                  </a:lnTo>
                  <a:lnTo>
                    <a:pt x="5784835" y="1722387"/>
                  </a:lnTo>
                  <a:lnTo>
                    <a:pt x="5735936" y="1764097"/>
                  </a:lnTo>
                  <a:lnTo>
                    <a:pt x="5685384" y="1801624"/>
                  </a:lnTo>
                  <a:lnTo>
                    <a:pt x="5632392" y="1835183"/>
                  </a:lnTo>
                  <a:lnTo>
                    <a:pt x="5576083" y="1865134"/>
                  </a:lnTo>
                  <a:lnTo>
                    <a:pt x="5515563" y="1891886"/>
                  </a:lnTo>
                  <a:lnTo>
                    <a:pt x="5449997" y="1915833"/>
                  </a:lnTo>
                  <a:lnTo>
                    <a:pt x="5378703" y="1937321"/>
                  </a:lnTo>
                  <a:lnTo>
                    <a:pt x="5301281" y="1956631"/>
                  </a:lnTo>
                  <a:lnTo>
                    <a:pt x="5217781" y="1973969"/>
                  </a:lnTo>
                  <a:lnTo>
                    <a:pt x="5128904" y="1989462"/>
                  </a:lnTo>
                  <a:lnTo>
                    <a:pt x="5036198" y="2003165"/>
                  </a:lnTo>
                  <a:lnTo>
                    <a:pt x="4942195" y="2015072"/>
                  </a:lnTo>
                  <a:lnTo>
                    <a:pt x="4850389" y="2025144"/>
                  </a:lnTo>
                  <a:lnTo>
                    <a:pt x="4764948" y="2033343"/>
                  </a:lnTo>
                  <a:lnTo>
                    <a:pt x="4690139" y="2039678"/>
                  </a:lnTo>
                  <a:lnTo>
                    <a:pt x="4629527" y="2044242"/>
                  </a:lnTo>
                  <a:lnTo>
                    <a:pt x="4585169" y="2047230"/>
                  </a:lnTo>
                  <a:lnTo>
                    <a:pt x="4557062" y="2048933"/>
                  </a:lnTo>
                  <a:lnTo>
                    <a:pt x="4542997" y="2049702"/>
                  </a:lnTo>
                  <a:lnTo>
                    <a:pt x="4538762" y="2049913"/>
                  </a:lnTo>
                  <a:lnTo>
                    <a:pt x="4538543" y="2049923"/>
                  </a:lnTo>
                  <a:lnTo>
                    <a:pt x="4016409" y="2049923"/>
                  </a:lnTo>
                  <a:lnTo>
                    <a:pt x="4015205" y="2049863"/>
                  </a:lnTo>
                  <a:lnTo>
                    <a:pt x="4007325" y="2049437"/>
                  </a:lnTo>
                  <a:lnTo>
                    <a:pt x="3987587" y="2048261"/>
                  </a:lnTo>
                  <a:lnTo>
                    <a:pt x="3952628" y="2045949"/>
                  </a:lnTo>
                  <a:lnTo>
                    <a:pt x="3901189" y="2042159"/>
                  </a:lnTo>
                  <a:lnTo>
                    <a:pt x="3834199" y="2036629"/>
                  </a:lnTo>
                  <a:lnTo>
                    <a:pt x="3754441" y="2029203"/>
                  </a:lnTo>
                  <a:lnTo>
                    <a:pt x="3665869" y="2019825"/>
                  </a:lnTo>
                  <a:lnTo>
                    <a:pt x="3572777" y="2008513"/>
                  </a:lnTo>
                  <a:lnTo>
                    <a:pt x="3479084" y="1995311"/>
                  </a:lnTo>
                  <a:lnTo>
                    <a:pt x="3387878" y="1980250"/>
                  </a:lnTo>
                  <a:lnTo>
                    <a:pt x="3301259" y="1963312"/>
                  </a:lnTo>
                  <a:lnTo>
                    <a:pt x="3220389" y="1944409"/>
                  </a:lnTo>
                  <a:lnTo>
                    <a:pt x="3145667" y="1923374"/>
                  </a:lnTo>
                  <a:lnTo>
                    <a:pt x="3076933" y="1899961"/>
                  </a:lnTo>
                  <a:lnTo>
                    <a:pt x="3013653" y="1873847"/>
                  </a:lnTo>
                  <a:lnTo>
                    <a:pt x="2955072" y="1844650"/>
                  </a:lnTo>
                  <a:lnTo>
                    <a:pt x="2900322" y="1811948"/>
                  </a:lnTo>
                  <a:lnTo>
                    <a:pt x="2848512" y="1775328"/>
                  </a:lnTo>
                  <a:lnTo>
                    <a:pt x="2798797" y="1734462"/>
                  </a:lnTo>
                  <a:lnTo>
                    <a:pt x="2770117" y="1708269"/>
                  </a:lnTo>
                  <a:lnTo>
                    <a:pt x="2728326" y="1666757"/>
                  </a:lnTo>
                  <a:lnTo>
                    <a:pt x="2686937" y="1621844"/>
                  </a:lnTo>
                  <a:lnTo>
                    <a:pt x="2645651" y="1573463"/>
                  </a:lnTo>
                  <a:lnTo>
                    <a:pt x="2604240" y="1521619"/>
                  </a:lnTo>
                  <a:lnTo>
                    <a:pt x="2562542" y="1466395"/>
                  </a:lnTo>
                  <a:lnTo>
                    <a:pt x="2520455" y="1407962"/>
                  </a:lnTo>
                  <a:lnTo>
                    <a:pt x="2477929" y="1346579"/>
                  </a:lnTo>
                  <a:lnTo>
                    <a:pt x="2434962" y="1282593"/>
                  </a:lnTo>
                  <a:lnTo>
                    <a:pt x="2391596" y="1216438"/>
                  </a:lnTo>
                  <a:lnTo>
                    <a:pt x="2347904" y="1148620"/>
                  </a:lnTo>
                  <a:lnTo>
                    <a:pt x="2303991" y="1079704"/>
                  </a:lnTo>
                  <a:lnTo>
                    <a:pt x="2259976" y="1010296"/>
                  </a:lnTo>
                  <a:lnTo>
                    <a:pt x="2215988" y="941021"/>
                  </a:lnTo>
                  <a:lnTo>
                    <a:pt x="2172154" y="872496"/>
                  </a:lnTo>
                  <a:lnTo>
                    <a:pt x="2128589" y="805314"/>
                  </a:lnTo>
                  <a:lnTo>
                    <a:pt x="2085384" y="740018"/>
                  </a:lnTo>
                  <a:lnTo>
                    <a:pt x="2042601" y="677083"/>
                  </a:lnTo>
                  <a:lnTo>
                    <a:pt x="2000263" y="616908"/>
                  </a:lnTo>
                  <a:lnTo>
                    <a:pt x="1958349" y="559803"/>
                  </a:lnTo>
                  <a:lnTo>
                    <a:pt x="1916788" y="505991"/>
                  </a:lnTo>
                  <a:lnTo>
                    <a:pt x="1875453" y="455604"/>
                  </a:lnTo>
                  <a:lnTo>
                    <a:pt x="1834155" y="408692"/>
                  </a:lnTo>
                  <a:lnTo>
                    <a:pt x="1792638" y="365227"/>
                  </a:lnTo>
                  <a:lnTo>
                    <a:pt x="1768425" y="341653"/>
                  </a:lnTo>
                  <a:lnTo>
                    <a:pt x="1719597" y="298204"/>
                  </a:lnTo>
                  <a:lnTo>
                    <a:pt x="1669120" y="259105"/>
                  </a:lnTo>
                  <a:lnTo>
                    <a:pt x="1616213" y="224136"/>
                  </a:lnTo>
                  <a:lnTo>
                    <a:pt x="1560003" y="192921"/>
                  </a:lnTo>
                  <a:lnTo>
                    <a:pt x="1499599" y="165035"/>
                  </a:lnTo>
                  <a:lnTo>
                    <a:pt x="1434168" y="140070"/>
                  </a:lnTo>
                  <a:lnTo>
                    <a:pt x="1363030" y="117665"/>
                  </a:lnTo>
                  <a:lnTo>
                    <a:pt x="1285783" y="97529"/>
                  </a:lnTo>
                  <a:lnTo>
                    <a:pt x="1202473" y="79445"/>
                  </a:lnTo>
                  <a:lnTo>
                    <a:pt x="1113785" y="63282"/>
                  </a:lnTo>
                  <a:lnTo>
                    <a:pt x="1021251" y="48981"/>
                  </a:lnTo>
                  <a:lnTo>
                    <a:pt x="927377" y="36547"/>
                  </a:lnTo>
                  <a:lnTo>
                    <a:pt x="835627" y="26022"/>
                  </a:lnTo>
                  <a:lnTo>
                    <a:pt x="750144" y="17444"/>
                  </a:lnTo>
                  <a:lnTo>
                    <a:pt x="675183" y="10806"/>
                  </a:lnTo>
                  <a:lnTo>
                    <a:pt x="614316" y="6014"/>
                  </a:lnTo>
                  <a:lnTo>
                    <a:pt x="569632" y="2866"/>
                  </a:lnTo>
                  <a:lnTo>
                    <a:pt x="541181" y="1064"/>
                  </a:lnTo>
                  <a:lnTo>
                    <a:pt x="526815" y="242"/>
                  </a:lnTo>
                  <a:lnTo>
                    <a:pt x="522387" y="12"/>
                  </a:lnTo>
                  <a:lnTo>
                    <a:pt x="522133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521" name="pg521"/>
            <p:cNvSpPr/>
            <p:nvPr/>
          </p:nvSpPr>
          <p:spPr>
            <a:xfrm>
              <a:off x="386606" y="2546513"/>
              <a:ext cx="8554953" cy="2095100"/>
            </a:xfrm>
            <a:custGeom>
              <a:avLst/>
              <a:pathLst>
                <a:path w="8554953" h="2095100">
                  <a:moveTo>
                    <a:pt x="0" y="33883"/>
                  </a:moveTo>
                  <a:lnTo>
                    <a:pt x="522133" y="33883"/>
                  </a:lnTo>
                  <a:lnTo>
                    <a:pt x="523336" y="33942"/>
                  </a:lnTo>
                  <a:lnTo>
                    <a:pt x="531212" y="34370"/>
                  </a:lnTo>
                  <a:lnTo>
                    <a:pt x="550939" y="35552"/>
                  </a:lnTo>
                  <a:lnTo>
                    <a:pt x="585881" y="37875"/>
                  </a:lnTo>
                  <a:lnTo>
                    <a:pt x="637295" y="41684"/>
                  </a:lnTo>
                  <a:lnTo>
                    <a:pt x="704257" y="47242"/>
                  </a:lnTo>
                  <a:lnTo>
                    <a:pt x="783986" y="54705"/>
                  </a:lnTo>
                  <a:lnTo>
                    <a:pt x="872532" y="64130"/>
                  </a:lnTo>
                  <a:lnTo>
                    <a:pt x="965602" y="75499"/>
                  </a:lnTo>
                  <a:lnTo>
                    <a:pt x="1059279" y="88767"/>
                  </a:lnTo>
                  <a:lnTo>
                    <a:pt x="1150475" y="103905"/>
                  </a:lnTo>
                  <a:lnTo>
                    <a:pt x="1237089" y="120929"/>
                  </a:lnTo>
                  <a:lnTo>
                    <a:pt x="1317958" y="139927"/>
                  </a:lnTo>
                  <a:lnTo>
                    <a:pt x="1392682" y="161068"/>
                  </a:lnTo>
                  <a:lnTo>
                    <a:pt x="1461419" y="184599"/>
                  </a:lnTo>
                  <a:lnTo>
                    <a:pt x="1524702" y="210842"/>
                  </a:lnTo>
                  <a:lnTo>
                    <a:pt x="1583285" y="240185"/>
                  </a:lnTo>
                  <a:lnTo>
                    <a:pt x="1638035" y="273048"/>
                  </a:lnTo>
                  <a:lnTo>
                    <a:pt x="1689844" y="309847"/>
                  </a:lnTo>
                  <a:lnTo>
                    <a:pt x="1739556" y="350914"/>
                  </a:lnTo>
                  <a:lnTo>
                    <a:pt x="1768425" y="377419"/>
                  </a:lnTo>
                  <a:lnTo>
                    <a:pt x="1810142" y="419081"/>
                  </a:lnTo>
                  <a:lnTo>
                    <a:pt x="1851457" y="464152"/>
                  </a:lnTo>
                  <a:lnTo>
                    <a:pt x="1892670" y="512697"/>
                  </a:lnTo>
                  <a:lnTo>
                    <a:pt x="1934005" y="564712"/>
                  </a:lnTo>
                  <a:lnTo>
                    <a:pt x="1975626" y="620113"/>
                  </a:lnTo>
                  <a:lnTo>
                    <a:pt x="2017633" y="678733"/>
                  </a:lnTo>
                  <a:lnTo>
                    <a:pt x="2060078" y="740312"/>
                  </a:lnTo>
                  <a:lnTo>
                    <a:pt x="2102962" y="804502"/>
                  </a:lnTo>
                  <a:lnTo>
                    <a:pt x="2146246" y="870874"/>
                  </a:lnTo>
                  <a:lnTo>
                    <a:pt x="2189854" y="938920"/>
                  </a:lnTo>
                  <a:lnTo>
                    <a:pt x="2233686" y="1008076"/>
                  </a:lnTo>
                  <a:lnTo>
                    <a:pt x="2277621" y="1077738"/>
                  </a:lnTo>
                  <a:lnTo>
                    <a:pt x="2321532" y="1147280"/>
                  </a:lnTo>
                  <a:lnTo>
                    <a:pt x="2365293" y="1216085"/>
                  </a:lnTo>
                  <a:lnTo>
                    <a:pt x="2408789" y="1283558"/>
                  </a:lnTo>
                  <a:lnTo>
                    <a:pt x="2451927" y="1349156"/>
                  </a:lnTo>
                  <a:lnTo>
                    <a:pt x="2494647" y="1412401"/>
                  </a:lnTo>
                  <a:lnTo>
                    <a:pt x="2536923" y="1472891"/>
                  </a:lnTo>
                  <a:lnTo>
                    <a:pt x="2578774" y="1530313"/>
                  </a:lnTo>
                  <a:lnTo>
                    <a:pt x="2620272" y="1584443"/>
                  </a:lnTo>
                  <a:lnTo>
                    <a:pt x="2661538" y="1635145"/>
                  </a:lnTo>
                  <a:lnTo>
                    <a:pt x="2702759" y="1682366"/>
                  </a:lnTo>
                  <a:lnTo>
                    <a:pt x="2744188" y="1726130"/>
                  </a:lnTo>
                  <a:lnTo>
                    <a:pt x="2770117" y="1751564"/>
                  </a:lnTo>
                  <a:lnTo>
                    <a:pt x="2818936" y="1795245"/>
                  </a:lnTo>
                  <a:lnTo>
                    <a:pt x="2869402" y="1834552"/>
                  </a:lnTo>
                  <a:lnTo>
                    <a:pt x="2922297" y="1869709"/>
                  </a:lnTo>
                  <a:lnTo>
                    <a:pt x="2978494" y="1901093"/>
                  </a:lnTo>
                  <a:lnTo>
                    <a:pt x="3038882" y="1929130"/>
                  </a:lnTo>
                  <a:lnTo>
                    <a:pt x="3104295" y="1954230"/>
                  </a:lnTo>
                  <a:lnTo>
                    <a:pt x="3175412" y="1976757"/>
                  </a:lnTo>
                  <a:lnTo>
                    <a:pt x="3252635" y="1997004"/>
                  </a:lnTo>
                  <a:lnTo>
                    <a:pt x="3335920" y="2015187"/>
                  </a:lnTo>
                  <a:lnTo>
                    <a:pt x="3424581" y="2031439"/>
                  </a:lnTo>
                  <a:lnTo>
                    <a:pt x="3517092" y="2045820"/>
                  </a:lnTo>
                  <a:lnTo>
                    <a:pt x="3610949" y="2058324"/>
                  </a:lnTo>
                  <a:lnTo>
                    <a:pt x="3702691" y="2068910"/>
                  </a:lnTo>
                  <a:lnTo>
                    <a:pt x="3788180" y="2077538"/>
                  </a:lnTo>
                  <a:lnTo>
                    <a:pt x="3863161" y="2084217"/>
                  </a:lnTo>
                  <a:lnTo>
                    <a:pt x="3924063" y="2089040"/>
                  </a:lnTo>
                  <a:lnTo>
                    <a:pt x="3968790" y="2092210"/>
                  </a:lnTo>
                  <a:lnTo>
                    <a:pt x="3997288" y="2094026"/>
                  </a:lnTo>
                  <a:lnTo>
                    <a:pt x="4011696" y="2094855"/>
                  </a:lnTo>
                  <a:lnTo>
                    <a:pt x="4016150" y="2095087"/>
                  </a:lnTo>
                  <a:lnTo>
                    <a:pt x="4016409" y="2095100"/>
                  </a:lnTo>
                  <a:lnTo>
                    <a:pt x="4538543" y="2095100"/>
                  </a:lnTo>
                  <a:lnTo>
                    <a:pt x="4539779" y="2095057"/>
                  </a:lnTo>
                  <a:lnTo>
                    <a:pt x="4547866" y="2094750"/>
                  </a:lnTo>
                  <a:lnTo>
                    <a:pt x="4568102" y="2093900"/>
                  </a:lnTo>
                  <a:lnTo>
                    <a:pt x="4603899" y="2092232"/>
                  </a:lnTo>
                  <a:lnTo>
                    <a:pt x="4656474" y="2089498"/>
                  </a:lnTo>
                  <a:lnTo>
                    <a:pt x="4724789" y="2085513"/>
                  </a:lnTo>
                  <a:lnTo>
                    <a:pt x="4805907" y="2080168"/>
                  </a:lnTo>
                  <a:lnTo>
                    <a:pt x="4895724" y="2073427"/>
                  </a:lnTo>
                  <a:lnTo>
                    <a:pt x="4989834" y="2065304"/>
                  </a:lnTo>
                  <a:lnTo>
                    <a:pt x="5084266" y="2055833"/>
                  </a:lnTo>
                  <a:lnTo>
                    <a:pt x="5175931" y="2045032"/>
                  </a:lnTo>
                  <a:lnTo>
                    <a:pt x="5262769" y="2032884"/>
                  </a:lnTo>
                  <a:lnTo>
                    <a:pt x="5343677" y="2019320"/>
                  </a:lnTo>
                  <a:lnTo>
                    <a:pt x="5418319" y="2004215"/>
                  </a:lnTo>
                  <a:lnTo>
                    <a:pt x="5486917" y="1987381"/>
                  </a:lnTo>
                  <a:lnTo>
                    <a:pt x="5550055" y="1968581"/>
                  </a:lnTo>
                  <a:lnTo>
                    <a:pt x="5608533" y="1947533"/>
                  </a:lnTo>
                  <a:lnTo>
                    <a:pt x="5663249" y="1923931"/>
                  </a:lnTo>
                  <a:lnTo>
                    <a:pt x="5715118" y="1897483"/>
                  </a:lnTo>
                  <a:lnTo>
                    <a:pt x="5764991" y="1867969"/>
                  </a:lnTo>
                  <a:lnTo>
                    <a:pt x="5784835" y="1855095"/>
                  </a:lnTo>
                  <a:lnTo>
                    <a:pt x="5830989" y="1822732"/>
                  </a:lnTo>
                  <a:lnTo>
                    <a:pt x="5876693" y="1787443"/>
                  </a:lnTo>
                  <a:lnTo>
                    <a:pt x="5922335" y="1749175"/>
                  </a:lnTo>
                  <a:lnTo>
                    <a:pt x="5968200" y="1707953"/>
                  </a:lnTo>
                  <a:lnTo>
                    <a:pt x="6014473" y="1663885"/>
                  </a:lnTo>
                  <a:lnTo>
                    <a:pt x="6061261" y="1617172"/>
                  </a:lnTo>
                  <a:lnTo>
                    <a:pt x="6108591" y="1568110"/>
                  </a:lnTo>
                  <a:lnTo>
                    <a:pt x="6156427" y="1517082"/>
                  </a:lnTo>
                  <a:lnTo>
                    <a:pt x="6204676" y="1464556"/>
                  </a:lnTo>
                  <a:lnTo>
                    <a:pt x="6253203" y="1411061"/>
                  </a:lnTo>
                  <a:lnTo>
                    <a:pt x="6301846" y="1357172"/>
                  </a:lnTo>
                  <a:lnTo>
                    <a:pt x="6350431" y="1303480"/>
                  </a:lnTo>
                  <a:lnTo>
                    <a:pt x="6398790" y="1250567"/>
                  </a:lnTo>
                  <a:lnTo>
                    <a:pt x="6446777" y="1198981"/>
                  </a:lnTo>
                  <a:lnTo>
                    <a:pt x="6494284" y="1149212"/>
                  </a:lnTo>
                  <a:lnTo>
                    <a:pt x="6541254" y="1101673"/>
                  </a:lnTo>
                  <a:lnTo>
                    <a:pt x="6587693" y="1056691"/>
                  </a:lnTo>
                  <a:lnTo>
                    <a:pt x="6633678" y="1014498"/>
                  </a:lnTo>
                  <a:lnTo>
                    <a:pt x="6679368" y="975233"/>
                  </a:lnTo>
                  <a:lnTo>
                    <a:pt x="6725014" y="938947"/>
                  </a:lnTo>
                  <a:lnTo>
                    <a:pt x="6770966" y="905612"/>
                  </a:lnTo>
                  <a:lnTo>
                    <a:pt x="6786527" y="895076"/>
                  </a:lnTo>
                  <a:lnTo>
                    <a:pt x="6835804" y="864291"/>
                  </a:lnTo>
                  <a:lnTo>
                    <a:pt x="6886766" y="836618"/>
                  </a:lnTo>
                  <a:lnTo>
                    <a:pt x="6940218" y="811894"/>
                  </a:lnTo>
                  <a:lnTo>
                    <a:pt x="6997057" y="789846"/>
                  </a:lnTo>
                  <a:lnTo>
                    <a:pt x="7058200" y="770169"/>
                  </a:lnTo>
                  <a:lnTo>
                    <a:pt x="7124496" y="752569"/>
                  </a:lnTo>
                  <a:lnTo>
                    <a:pt x="7196633" y="736787"/>
                  </a:lnTo>
                  <a:lnTo>
                    <a:pt x="7275002" y="722617"/>
                  </a:lnTo>
                  <a:lnTo>
                    <a:pt x="7359518" y="709906"/>
                  </a:lnTo>
                  <a:lnTo>
                    <a:pt x="7449415" y="698563"/>
                  </a:lnTo>
                  <a:lnTo>
                    <a:pt x="7543039" y="688551"/>
                  </a:lnTo>
                  <a:lnTo>
                    <a:pt x="7637715" y="679877"/>
                  </a:lnTo>
                  <a:lnTo>
                    <a:pt x="7729795" y="672571"/>
                  </a:lnTo>
                  <a:lnTo>
                    <a:pt x="7814975" y="666660"/>
                  </a:lnTo>
                  <a:lnTo>
                    <a:pt x="7888926" y="662132"/>
                  </a:lnTo>
                  <a:lnTo>
                    <a:pt x="7948136" y="658909"/>
                  </a:lnTo>
                  <a:lnTo>
                    <a:pt x="7990726" y="656835"/>
                  </a:lnTo>
                  <a:lnTo>
                    <a:pt x="8016985" y="655685"/>
                  </a:lnTo>
                  <a:lnTo>
                    <a:pt x="8029464" y="655192"/>
                  </a:lnTo>
                  <a:lnTo>
                    <a:pt x="8032819" y="655071"/>
                  </a:lnTo>
                  <a:lnTo>
                    <a:pt x="8554953" y="655071"/>
                  </a:lnTo>
                  <a:lnTo>
                    <a:pt x="8554953" y="621188"/>
                  </a:lnTo>
                  <a:lnTo>
                    <a:pt x="8032819" y="621188"/>
                  </a:lnTo>
                  <a:lnTo>
                    <a:pt x="8031583" y="621231"/>
                  </a:lnTo>
                  <a:lnTo>
                    <a:pt x="8023496" y="621539"/>
                  </a:lnTo>
                  <a:lnTo>
                    <a:pt x="8003260" y="622388"/>
                  </a:lnTo>
                  <a:lnTo>
                    <a:pt x="7967463" y="624057"/>
                  </a:lnTo>
                  <a:lnTo>
                    <a:pt x="7914888" y="626790"/>
                  </a:lnTo>
                  <a:lnTo>
                    <a:pt x="7846573" y="630775"/>
                  </a:lnTo>
                  <a:lnTo>
                    <a:pt x="7765455" y="636120"/>
                  </a:lnTo>
                  <a:lnTo>
                    <a:pt x="7675638" y="642861"/>
                  </a:lnTo>
                  <a:lnTo>
                    <a:pt x="7581528" y="650984"/>
                  </a:lnTo>
                  <a:lnTo>
                    <a:pt x="7487096" y="660456"/>
                  </a:lnTo>
                  <a:lnTo>
                    <a:pt x="7395431" y="671257"/>
                  </a:lnTo>
                  <a:lnTo>
                    <a:pt x="7308593" y="683404"/>
                  </a:lnTo>
                  <a:lnTo>
                    <a:pt x="7227685" y="696968"/>
                  </a:lnTo>
                  <a:lnTo>
                    <a:pt x="7153043" y="712074"/>
                  </a:lnTo>
                  <a:lnTo>
                    <a:pt x="7084445" y="728907"/>
                  </a:lnTo>
                  <a:lnTo>
                    <a:pt x="7021307" y="747707"/>
                  </a:lnTo>
                  <a:lnTo>
                    <a:pt x="6962829" y="768756"/>
                  </a:lnTo>
                  <a:lnTo>
                    <a:pt x="6908113" y="792357"/>
                  </a:lnTo>
                  <a:lnTo>
                    <a:pt x="6856244" y="818806"/>
                  </a:lnTo>
                  <a:lnTo>
                    <a:pt x="6806371" y="848319"/>
                  </a:lnTo>
                  <a:lnTo>
                    <a:pt x="6786527" y="861193"/>
                  </a:lnTo>
                  <a:lnTo>
                    <a:pt x="6740373" y="893556"/>
                  </a:lnTo>
                  <a:lnTo>
                    <a:pt x="6694669" y="928846"/>
                  </a:lnTo>
                  <a:lnTo>
                    <a:pt x="6649027" y="967113"/>
                  </a:lnTo>
                  <a:lnTo>
                    <a:pt x="6603162" y="1008335"/>
                  </a:lnTo>
                  <a:lnTo>
                    <a:pt x="6556889" y="1052403"/>
                  </a:lnTo>
                  <a:lnTo>
                    <a:pt x="6510101" y="1099116"/>
                  </a:lnTo>
                  <a:lnTo>
                    <a:pt x="6462771" y="1148179"/>
                  </a:lnTo>
                  <a:lnTo>
                    <a:pt x="6414935" y="1199206"/>
                  </a:lnTo>
                  <a:lnTo>
                    <a:pt x="6366686" y="1251733"/>
                  </a:lnTo>
                  <a:lnTo>
                    <a:pt x="6318159" y="1305227"/>
                  </a:lnTo>
                  <a:lnTo>
                    <a:pt x="6269516" y="1359116"/>
                  </a:lnTo>
                  <a:lnTo>
                    <a:pt x="6220931" y="1412809"/>
                  </a:lnTo>
                  <a:lnTo>
                    <a:pt x="6172572" y="1465722"/>
                  </a:lnTo>
                  <a:lnTo>
                    <a:pt x="6124585" y="1517307"/>
                  </a:lnTo>
                  <a:lnTo>
                    <a:pt x="6077078" y="1567076"/>
                  </a:lnTo>
                  <a:lnTo>
                    <a:pt x="6030108" y="1614615"/>
                  </a:lnTo>
                  <a:lnTo>
                    <a:pt x="5983669" y="1659597"/>
                  </a:lnTo>
                  <a:lnTo>
                    <a:pt x="5937684" y="1701791"/>
                  </a:lnTo>
                  <a:lnTo>
                    <a:pt x="5891994" y="1741056"/>
                  </a:lnTo>
                  <a:lnTo>
                    <a:pt x="5846348" y="1777342"/>
                  </a:lnTo>
                  <a:lnTo>
                    <a:pt x="5800396" y="1810676"/>
                  </a:lnTo>
                  <a:lnTo>
                    <a:pt x="5784835" y="1821212"/>
                  </a:lnTo>
                  <a:lnTo>
                    <a:pt x="5735558" y="1851997"/>
                  </a:lnTo>
                  <a:lnTo>
                    <a:pt x="5684596" y="1879670"/>
                  </a:lnTo>
                  <a:lnTo>
                    <a:pt x="5631144" y="1904395"/>
                  </a:lnTo>
                  <a:lnTo>
                    <a:pt x="5574305" y="1926442"/>
                  </a:lnTo>
                  <a:lnTo>
                    <a:pt x="5513162" y="1946119"/>
                  </a:lnTo>
                  <a:lnTo>
                    <a:pt x="5446866" y="1963719"/>
                  </a:lnTo>
                  <a:lnTo>
                    <a:pt x="5374728" y="1979501"/>
                  </a:lnTo>
                  <a:lnTo>
                    <a:pt x="5296360" y="1993672"/>
                  </a:lnTo>
                  <a:lnTo>
                    <a:pt x="5211844" y="2006383"/>
                  </a:lnTo>
                  <a:lnTo>
                    <a:pt x="5121947" y="2017725"/>
                  </a:lnTo>
                  <a:lnTo>
                    <a:pt x="5028323" y="2027737"/>
                  </a:lnTo>
                  <a:lnTo>
                    <a:pt x="4933647" y="2036412"/>
                  </a:lnTo>
                  <a:lnTo>
                    <a:pt x="4841567" y="2043717"/>
                  </a:lnTo>
                  <a:lnTo>
                    <a:pt x="4756387" y="2049628"/>
                  </a:lnTo>
                  <a:lnTo>
                    <a:pt x="4682436" y="2054156"/>
                  </a:lnTo>
                  <a:lnTo>
                    <a:pt x="4623226" y="2057380"/>
                  </a:lnTo>
                  <a:lnTo>
                    <a:pt x="4580636" y="2059454"/>
                  </a:lnTo>
                  <a:lnTo>
                    <a:pt x="4554377" y="2060603"/>
                  </a:lnTo>
                  <a:lnTo>
                    <a:pt x="4541898" y="2061097"/>
                  </a:lnTo>
                  <a:lnTo>
                    <a:pt x="4538543" y="2061217"/>
                  </a:lnTo>
                  <a:lnTo>
                    <a:pt x="4016409" y="2061217"/>
                  </a:lnTo>
                  <a:lnTo>
                    <a:pt x="4015206" y="2061157"/>
                  </a:lnTo>
                  <a:lnTo>
                    <a:pt x="4007330" y="2060729"/>
                  </a:lnTo>
                  <a:lnTo>
                    <a:pt x="3987603" y="2059547"/>
                  </a:lnTo>
                  <a:lnTo>
                    <a:pt x="3952661" y="2057224"/>
                  </a:lnTo>
                  <a:lnTo>
                    <a:pt x="3901247" y="2053415"/>
                  </a:lnTo>
                  <a:lnTo>
                    <a:pt x="3834285" y="2047858"/>
                  </a:lnTo>
                  <a:lnTo>
                    <a:pt x="3754556" y="2040394"/>
                  </a:lnTo>
                  <a:lnTo>
                    <a:pt x="3666010" y="2030970"/>
                  </a:lnTo>
                  <a:lnTo>
                    <a:pt x="3572940" y="2019601"/>
                  </a:lnTo>
                  <a:lnTo>
                    <a:pt x="3479263" y="2006332"/>
                  </a:lnTo>
                  <a:lnTo>
                    <a:pt x="3388068" y="1991195"/>
                  </a:lnTo>
                  <a:lnTo>
                    <a:pt x="3301453" y="1974171"/>
                  </a:lnTo>
                  <a:lnTo>
                    <a:pt x="3220584" y="1955172"/>
                  </a:lnTo>
                  <a:lnTo>
                    <a:pt x="3145861" y="1934031"/>
                  </a:lnTo>
                  <a:lnTo>
                    <a:pt x="3077123" y="1910501"/>
                  </a:lnTo>
                  <a:lnTo>
                    <a:pt x="3013841" y="1884257"/>
                  </a:lnTo>
                  <a:lnTo>
                    <a:pt x="2955257" y="1854915"/>
                  </a:lnTo>
                  <a:lnTo>
                    <a:pt x="2900507" y="1822052"/>
                  </a:lnTo>
                  <a:lnTo>
                    <a:pt x="2848698" y="1785252"/>
                  </a:lnTo>
                  <a:lnTo>
                    <a:pt x="2798986" y="1744185"/>
                  </a:lnTo>
                  <a:lnTo>
                    <a:pt x="2770117" y="1717681"/>
                  </a:lnTo>
                  <a:lnTo>
                    <a:pt x="2728400" y="1676018"/>
                  </a:lnTo>
                  <a:lnTo>
                    <a:pt x="2687085" y="1630948"/>
                  </a:lnTo>
                  <a:lnTo>
                    <a:pt x="2645873" y="1582403"/>
                  </a:lnTo>
                  <a:lnTo>
                    <a:pt x="2604537" y="1530388"/>
                  </a:lnTo>
                  <a:lnTo>
                    <a:pt x="2562916" y="1474986"/>
                  </a:lnTo>
                  <a:lnTo>
                    <a:pt x="2520909" y="1416367"/>
                  </a:lnTo>
                  <a:lnTo>
                    <a:pt x="2478464" y="1354788"/>
                  </a:lnTo>
                  <a:lnTo>
                    <a:pt x="2435580" y="1290597"/>
                  </a:lnTo>
                  <a:lnTo>
                    <a:pt x="2392297" y="1224226"/>
                  </a:lnTo>
                  <a:lnTo>
                    <a:pt x="2348688" y="1156180"/>
                  </a:lnTo>
                  <a:lnTo>
                    <a:pt x="2304856" y="1087023"/>
                  </a:lnTo>
                  <a:lnTo>
                    <a:pt x="2260921" y="1017362"/>
                  </a:lnTo>
                  <a:lnTo>
                    <a:pt x="2217010" y="947819"/>
                  </a:lnTo>
                  <a:lnTo>
                    <a:pt x="2173249" y="879015"/>
                  </a:lnTo>
                  <a:lnTo>
                    <a:pt x="2129754" y="811542"/>
                  </a:lnTo>
                  <a:lnTo>
                    <a:pt x="2086615" y="745943"/>
                  </a:lnTo>
                  <a:lnTo>
                    <a:pt x="2043895" y="682699"/>
                  </a:lnTo>
                  <a:lnTo>
                    <a:pt x="2001620" y="622208"/>
                  </a:lnTo>
                  <a:lnTo>
                    <a:pt x="1959768" y="564786"/>
                  </a:lnTo>
                  <a:lnTo>
                    <a:pt x="1918271" y="510656"/>
                  </a:lnTo>
                  <a:lnTo>
                    <a:pt x="1877004" y="459955"/>
                  </a:lnTo>
                  <a:lnTo>
                    <a:pt x="1835783" y="412734"/>
                  </a:lnTo>
                  <a:lnTo>
                    <a:pt x="1794355" y="368970"/>
                  </a:lnTo>
                  <a:lnTo>
                    <a:pt x="1768425" y="343536"/>
                  </a:lnTo>
                  <a:lnTo>
                    <a:pt x="1719606" y="299855"/>
                  </a:lnTo>
                  <a:lnTo>
                    <a:pt x="1669140" y="260547"/>
                  </a:lnTo>
                  <a:lnTo>
                    <a:pt x="1616245" y="225390"/>
                  </a:lnTo>
                  <a:lnTo>
                    <a:pt x="1560048" y="194006"/>
                  </a:lnTo>
                  <a:lnTo>
                    <a:pt x="1499660" y="165970"/>
                  </a:lnTo>
                  <a:lnTo>
                    <a:pt x="1434247" y="140869"/>
                  </a:lnTo>
                  <a:lnTo>
                    <a:pt x="1363130" y="118342"/>
                  </a:lnTo>
                  <a:lnTo>
                    <a:pt x="1285907" y="98096"/>
                  </a:lnTo>
                  <a:lnTo>
                    <a:pt x="1202622" y="79913"/>
                  </a:lnTo>
                  <a:lnTo>
                    <a:pt x="1113961" y="63660"/>
                  </a:lnTo>
                  <a:lnTo>
                    <a:pt x="1021450" y="49279"/>
                  </a:lnTo>
                  <a:lnTo>
                    <a:pt x="927593" y="36775"/>
                  </a:lnTo>
                  <a:lnTo>
                    <a:pt x="835851" y="26190"/>
                  </a:lnTo>
                  <a:lnTo>
                    <a:pt x="750363" y="17561"/>
                  </a:lnTo>
                  <a:lnTo>
                    <a:pt x="675381" y="10882"/>
                  </a:lnTo>
                  <a:lnTo>
                    <a:pt x="614479" y="6059"/>
                  </a:lnTo>
                  <a:lnTo>
                    <a:pt x="569752" y="2890"/>
                  </a:lnTo>
                  <a:lnTo>
                    <a:pt x="541254" y="1074"/>
                  </a:lnTo>
                  <a:lnTo>
                    <a:pt x="526846" y="245"/>
                  </a:lnTo>
                  <a:lnTo>
                    <a:pt x="522392" y="12"/>
                  </a:lnTo>
                  <a:lnTo>
                    <a:pt x="5221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522" name="pl522"/>
            <p:cNvSpPr/>
            <p:nvPr/>
          </p:nvSpPr>
          <p:spPr>
            <a:xfrm>
              <a:off x="386606" y="2580396"/>
              <a:ext cx="8554953" cy="2061217"/>
            </a:xfrm>
            <a:custGeom>
              <a:avLst/>
              <a:pathLst>
                <a:path w="8554953" h="2061217">
                  <a:moveTo>
                    <a:pt x="0" y="0"/>
                  </a:moveTo>
                  <a:lnTo>
                    <a:pt x="522133" y="0"/>
                  </a:lnTo>
                  <a:lnTo>
                    <a:pt x="523336" y="59"/>
                  </a:lnTo>
                  <a:lnTo>
                    <a:pt x="531212" y="487"/>
                  </a:lnTo>
                  <a:lnTo>
                    <a:pt x="550939" y="1669"/>
                  </a:lnTo>
                  <a:lnTo>
                    <a:pt x="585881" y="3992"/>
                  </a:lnTo>
                  <a:lnTo>
                    <a:pt x="637295" y="7801"/>
                  </a:lnTo>
                  <a:lnTo>
                    <a:pt x="704257" y="13359"/>
                  </a:lnTo>
                  <a:lnTo>
                    <a:pt x="783986" y="20822"/>
                  </a:lnTo>
                  <a:lnTo>
                    <a:pt x="872532" y="30247"/>
                  </a:lnTo>
                  <a:lnTo>
                    <a:pt x="965602" y="41616"/>
                  </a:lnTo>
                  <a:lnTo>
                    <a:pt x="1059279" y="54884"/>
                  </a:lnTo>
                  <a:lnTo>
                    <a:pt x="1150475" y="70022"/>
                  </a:lnTo>
                  <a:lnTo>
                    <a:pt x="1237089" y="87046"/>
                  </a:lnTo>
                  <a:lnTo>
                    <a:pt x="1317958" y="106044"/>
                  </a:lnTo>
                  <a:lnTo>
                    <a:pt x="1392682" y="127185"/>
                  </a:lnTo>
                  <a:lnTo>
                    <a:pt x="1461419" y="150716"/>
                  </a:lnTo>
                  <a:lnTo>
                    <a:pt x="1524702" y="176959"/>
                  </a:lnTo>
                  <a:lnTo>
                    <a:pt x="1583285" y="206301"/>
                  </a:lnTo>
                  <a:lnTo>
                    <a:pt x="1638035" y="239165"/>
                  </a:lnTo>
                  <a:lnTo>
                    <a:pt x="1689844" y="275964"/>
                  </a:lnTo>
                  <a:lnTo>
                    <a:pt x="1739556" y="317031"/>
                  </a:lnTo>
                  <a:lnTo>
                    <a:pt x="1768425" y="343536"/>
                  </a:lnTo>
                  <a:lnTo>
                    <a:pt x="1810142" y="385198"/>
                  </a:lnTo>
                  <a:lnTo>
                    <a:pt x="1851457" y="430269"/>
                  </a:lnTo>
                  <a:lnTo>
                    <a:pt x="1892670" y="478814"/>
                  </a:lnTo>
                  <a:lnTo>
                    <a:pt x="1934005" y="530829"/>
                  </a:lnTo>
                  <a:lnTo>
                    <a:pt x="1975626" y="586230"/>
                  </a:lnTo>
                  <a:lnTo>
                    <a:pt x="2017633" y="644850"/>
                  </a:lnTo>
                  <a:lnTo>
                    <a:pt x="2060078" y="706429"/>
                  </a:lnTo>
                  <a:lnTo>
                    <a:pt x="2102962" y="770619"/>
                  </a:lnTo>
                  <a:lnTo>
                    <a:pt x="2146246" y="836990"/>
                  </a:lnTo>
                  <a:lnTo>
                    <a:pt x="2189854" y="905037"/>
                  </a:lnTo>
                  <a:lnTo>
                    <a:pt x="2233686" y="974193"/>
                  </a:lnTo>
                  <a:lnTo>
                    <a:pt x="2277621" y="1043855"/>
                  </a:lnTo>
                  <a:lnTo>
                    <a:pt x="2321532" y="1113397"/>
                  </a:lnTo>
                  <a:lnTo>
                    <a:pt x="2365293" y="1182202"/>
                  </a:lnTo>
                  <a:lnTo>
                    <a:pt x="2408789" y="1249675"/>
                  </a:lnTo>
                  <a:lnTo>
                    <a:pt x="2451927" y="1315273"/>
                  </a:lnTo>
                  <a:lnTo>
                    <a:pt x="2494647" y="1378518"/>
                  </a:lnTo>
                  <a:lnTo>
                    <a:pt x="2536923" y="1439008"/>
                  </a:lnTo>
                  <a:lnTo>
                    <a:pt x="2578774" y="1496430"/>
                  </a:lnTo>
                  <a:lnTo>
                    <a:pt x="2620272" y="1550560"/>
                  </a:lnTo>
                  <a:lnTo>
                    <a:pt x="2661538" y="1601262"/>
                  </a:lnTo>
                  <a:lnTo>
                    <a:pt x="2702759" y="1648483"/>
                  </a:lnTo>
                  <a:lnTo>
                    <a:pt x="2744188" y="1692247"/>
                  </a:lnTo>
                  <a:lnTo>
                    <a:pt x="2770117" y="1717681"/>
                  </a:lnTo>
                  <a:lnTo>
                    <a:pt x="2818936" y="1761362"/>
                  </a:lnTo>
                  <a:lnTo>
                    <a:pt x="2869402" y="1800669"/>
                  </a:lnTo>
                  <a:lnTo>
                    <a:pt x="2922297" y="1835826"/>
                  </a:lnTo>
                  <a:lnTo>
                    <a:pt x="2978494" y="1867210"/>
                  </a:lnTo>
                  <a:lnTo>
                    <a:pt x="3038882" y="1895246"/>
                  </a:lnTo>
                  <a:lnTo>
                    <a:pt x="3104295" y="1920347"/>
                  </a:lnTo>
                  <a:lnTo>
                    <a:pt x="3175412" y="1942874"/>
                  </a:lnTo>
                  <a:lnTo>
                    <a:pt x="3252635" y="1963121"/>
                  </a:lnTo>
                  <a:lnTo>
                    <a:pt x="3335920" y="1981304"/>
                  </a:lnTo>
                  <a:lnTo>
                    <a:pt x="3424581" y="1997556"/>
                  </a:lnTo>
                  <a:lnTo>
                    <a:pt x="3517092" y="2011937"/>
                  </a:lnTo>
                  <a:lnTo>
                    <a:pt x="3610949" y="2024441"/>
                  </a:lnTo>
                  <a:lnTo>
                    <a:pt x="3702691" y="2035027"/>
                  </a:lnTo>
                  <a:lnTo>
                    <a:pt x="3788180" y="2043655"/>
                  </a:lnTo>
                  <a:lnTo>
                    <a:pt x="3863161" y="2050334"/>
                  </a:lnTo>
                  <a:lnTo>
                    <a:pt x="3924063" y="2055157"/>
                  </a:lnTo>
                  <a:lnTo>
                    <a:pt x="3968790" y="2058327"/>
                  </a:lnTo>
                  <a:lnTo>
                    <a:pt x="3997288" y="2060143"/>
                  </a:lnTo>
                  <a:lnTo>
                    <a:pt x="4011696" y="2060972"/>
                  </a:lnTo>
                  <a:lnTo>
                    <a:pt x="4016150" y="2061204"/>
                  </a:lnTo>
                  <a:lnTo>
                    <a:pt x="4016409" y="2061217"/>
                  </a:lnTo>
                  <a:lnTo>
                    <a:pt x="4538543" y="2061217"/>
                  </a:lnTo>
                  <a:lnTo>
                    <a:pt x="4539779" y="2061174"/>
                  </a:lnTo>
                  <a:lnTo>
                    <a:pt x="4547866" y="2060867"/>
                  </a:lnTo>
                  <a:lnTo>
                    <a:pt x="4568102" y="2060017"/>
                  </a:lnTo>
                  <a:lnTo>
                    <a:pt x="4603899" y="2058349"/>
                  </a:lnTo>
                  <a:lnTo>
                    <a:pt x="4656474" y="2055615"/>
                  </a:lnTo>
                  <a:lnTo>
                    <a:pt x="4724789" y="2051630"/>
                  </a:lnTo>
                  <a:lnTo>
                    <a:pt x="4805907" y="2046285"/>
                  </a:lnTo>
                  <a:lnTo>
                    <a:pt x="4895724" y="2039544"/>
                  </a:lnTo>
                  <a:lnTo>
                    <a:pt x="4989834" y="2031421"/>
                  </a:lnTo>
                  <a:lnTo>
                    <a:pt x="5084266" y="2021949"/>
                  </a:lnTo>
                  <a:lnTo>
                    <a:pt x="5175931" y="2011148"/>
                  </a:lnTo>
                  <a:lnTo>
                    <a:pt x="5262769" y="1999001"/>
                  </a:lnTo>
                  <a:lnTo>
                    <a:pt x="5343677" y="1985437"/>
                  </a:lnTo>
                  <a:lnTo>
                    <a:pt x="5418319" y="1970332"/>
                  </a:lnTo>
                  <a:lnTo>
                    <a:pt x="5486917" y="1953498"/>
                  </a:lnTo>
                  <a:lnTo>
                    <a:pt x="5550055" y="1934698"/>
                  </a:lnTo>
                  <a:lnTo>
                    <a:pt x="5608533" y="1913650"/>
                  </a:lnTo>
                  <a:lnTo>
                    <a:pt x="5663249" y="1890048"/>
                  </a:lnTo>
                  <a:lnTo>
                    <a:pt x="5715118" y="1863600"/>
                  </a:lnTo>
                  <a:lnTo>
                    <a:pt x="5764991" y="1834086"/>
                  </a:lnTo>
                  <a:lnTo>
                    <a:pt x="5784835" y="1821212"/>
                  </a:lnTo>
                  <a:lnTo>
                    <a:pt x="5830989" y="1788849"/>
                  </a:lnTo>
                  <a:lnTo>
                    <a:pt x="5876693" y="1753560"/>
                  </a:lnTo>
                  <a:lnTo>
                    <a:pt x="5922335" y="1715292"/>
                  </a:lnTo>
                  <a:lnTo>
                    <a:pt x="5968200" y="1674070"/>
                  </a:lnTo>
                  <a:lnTo>
                    <a:pt x="6014473" y="1630002"/>
                  </a:lnTo>
                  <a:lnTo>
                    <a:pt x="6061261" y="1583289"/>
                  </a:lnTo>
                  <a:lnTo>
                    <a:pt x="6108591" y="1534227"/>
                  </a:lnTo>
                  <a:lnTo>
                    <a:pt x="6156427" y="1483199"/>
                  </a:lnTo>
                  <a:lnTo>
                    <a:pt x="6204676" y="1430673"/>
                  </a:lnTo>
                  <a:lnTo>
                    <a:pt x="6253203" y="1377178"/>
                  </a:lnTo>
                  <a:lnTo>
                    <a:pt x="6301846" y="1323289"/>
                  </a:lnTo>
                  <a:lnTo>
                    <a:pt x="6350431" y="1269597"/>
                  </a:lnTo>
                  <a:lnTo>
                    <a:pt x="6398790" y="1216684"/>
                  </a:lnTo>
                  <a:lnTo>
                    <a:pt x="6446777" y="1165098"/>
                  </a:lnTo>
                  <a:lnTo>
                    <a:pt x="6494284" y="1115329"/>
                  </a:lnTo>
                  <a:lnTo>
                    <a:pt x="6541254" y="1067790"/>
                  </a:lnTo>
                  <a:lnTo>
                    <a:pt x="6587693" y="1022808"/>
                  </a:lnTo>
                  <a:lnTo>
                    <a:pt x="6633678" y="980615"/>
                  </a:lnTo>
                  <a:lnTo>
                    <a:pt x="6679368" y="941349"/>
                  </a:lnTo>
                  <a:lnTo>
                    <a:pt x="6725014" y="905064"/>
                  </a:lnTo>
                  <a:lnTo>
                    <a:pt x="6770966" y="871729"/>
                  </a:lnTo>
                  <a:lnTo>
                    <a:pt x="6786527" y="861193"/>
                  </a:lnTo>
                  <a:lnTo>
                    <a:pt x="6835804" y="830408"/>
                  </a:lnTo>
                  <a:lnTo>
                    <a:pt x="6886766" y="802735"/>
                  </a:lnTo>
                  <a:lnTo>
                    <a:pt x="6940218" y="778011"/>
                  </a:lnTo>
                  <a:lnTo>
                    <a:pt x="6997057" y="755963"/>
                  </a:lnTo>
                  <a:lnTo>
                    <a:pt x="7058200" y="736286"/>
                  </a:lnTo>
                  <a:lnTo>
                    <a:pt x="7124496" y="718686"/>
                  </a:lnTo>
                  <a:lnTo>
                    <a:pt x="7196633" y="702904"/>
                  </a:lnTo>
                  <a:lnTo>
                    <a:pt x="7275002" y="688733"/>
                  </a:lnTo>
                  <a:lnTo>
                    <a:pt x="7359518" y="676023"/>
                  </a:lnTo>
                  <a:lnTo>
                    <a:pt x="7449415" y="664680"/>
                  </a:lnTo>
                  <a:lnTo>
                    <a:pt x="7543039" y="654668"/>
                  </a:lnTo>
                  <a:lnTo>
                    <a:pt x="7637715" y="645994"/>
                  </a:lnTo>
                  <a:lnTo>
                    <a:pt x="7729795" y="638688"/>
                  </a:lnTo>
                  <a:lnTo>
                    <a:pt x="7814975" y="632777"/>
                  </a:lnTo>
                  <a:lnTo>
                    <a:pt x="7888926" y="628249"/>
                  </a:lnTo>
                  <a:lnTo>
                    <a:pt x="7948136" y="625026"/>
                  </a:lnTo>
                  <a:lnTo>
                    <a:pt x="7990726" y="622952"/>
                  </a:lnTo>
                  <a:lnTo>
                    <a:pt x="8016985" y="621802"/>
                  </a:lnTo>
                  <a:lnTo>
                    <a:pt x="8029464" y="621309"/>
                  </a:lnTo>
                  <a:lnTo>
                    <a:pt x="8032734" y="621191"/>
                  </a:lnTo>
                  <a:lnTo>
                    <a:pt x="8032819" y="621188"/>
                  </a:lnTo>
                  <a:lnTo>
                    <a:pt x="8554953" y="621188"/>
                  </a:lnTo>
                  <a:lnTo>
                    <a:pt x="8554953" y="621188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523" name="pl523"/>
            <p:cNvSpPr/>
            <p:nvPr/>
          </p:nvSpPr>
          <p:spPr>
            <a:xfrm>
              <a:off x="386606" y="2546513"/>
              <a:ext cx="8554953" cy="2061217"/>
            </a:xfrm>
            <a:custGeom>
              <a:avLst/>
              <a:pathLst>
                <a:path w="8554953" h="2061217">
                  <a:moveTo>
                    <a:pt x="8554953" y="621188"/>
                  </a:moveTo>
                  <a:lnTo>
                    <a:pt x="8032819" y="621188"/>
                  </a:lnTo>
                  <a:lnTo>
                    <a:pt x="8031583" y="621231"/>
                  </a:lnTo>
                  <a:lnTo>
                    <a:pt x="8023496" y="621539"/>
                  </a:lnTo>
                  <a:lnTo>
                    <a:pt x="8003260" y="622388"/>
                  </a:lnTo>
                  <a:lnTo>
                    <a:pt x="7967463" y="624057"/>
                  </a:lnTo>
                  <a:lnTo>
                    <a:pt x="7914888" y="626790"/>
                  </a:lnTo>
                  <a:lnTo>
                    <a:pt x="7846573" y="630775"/>
                  </a:lnTo>
                  <a:lnTo>
                    <a:pt x="7765455" y="636120"/>
                  </a:lnTo>
                  <a:lnTo>
                    <a:pt x="7675638" y="642861"/>
                  </a:lnTo>
                  <a:lnTo>
                    <a:pt x="7581528" y="650984"/>
                  </a:lnTo>
                  <a:lnTo>
                    <a:pt x="7487096" y="660456"/>
                  </a:lnTo>
                  <a:lnTo>
                    <a:pt x="7395431" y="671257"/>
                  </a:lnTo>
                  <a:lnTo>
                    <a:pt x="7308593" y="683404"/>
                  </a:lnTo>
                  <a:lnTo>
                    <a:pt x="7227685" y="696968"/>
                  </a:lnTo>
                  <a:lnTo>
                    <a:pt x="7153043" y="712074"/>
                  </a:lnTo>
                  <a:lnTo>
                    <a:pt x="7084445" y="728907"/>
                  </a:lnTo>
                  <a:lnTo>
                    <a:pt x="7021307" y="747707"/>
                  </a:lnTo>
                  <a:lnTo>
                    <a:pt x="6962829" y="768756"/>
                  </a:lnTo>
                  <a:lnTo>
                    <a:pt x="6908113" y="792357"/>
                  </a:lnTo>
                  <a:lnTo>
                    <a:pt x="6856244" y="818806"/>
                  </a:lnTo>
                  <a:lnTo>
                    <a:pt x="6806371" y="848319"/>
                  </a:lnTo>
                  <a:lnTo>
                    <a:pt x="6786527" y="861193"/>
                  </a:lnTo>
                  <a:lnTo>
                    <a:pt x="6740373" y="893556"/>
                  </a:lnTo>
                  <a:lnTo>
                    <a:pt x="6694669" y="928846"/>
                  </a:lnTo>
                  <a:lnTo>
                    <a:pt x="6649027" y="967113"/>
                  </a:lnTo>
                  <a:lnTo>
                    <a:pt x="6603162" y="1008335"/>
                  </a:lnTo>
                  <a:lnTo>
                    <a:pt x="6556889" y="1052403"/>
                  </a:lnTo>
                  <a:lnTo>
                    <a:pt x="6510101" y="1099116"/>
                  </a:lnTo>
                  <a:lnTo>
                    <a:pt x="6462771" y="1148179"/>
                  </a:lnTo>
                  <a:lnTo>
                    <a:pt x="6414935" y="1199206"/>
                  </a:lnTo>
                  <a:lnTo>
                    <a:pt x="6366686" y="1251733"/>
                  </a:lnTo>
                  <a:lnTo>
                    <a:pt x="6318159" y="1305227"/>
                  </a:lnTo>
                  <a:lnTo>
                    <a:pt x="6269516" y="1359116"/>
                  </a:lnTo>
                  <a:lnTo>
                    <a:pt x="6220931" y="1412809"/>
                  </a:lnTo>
                  <a:lnTo>
                    <a:pt x="6172572" y="1465722"/>
                  </a:lnTo>
                  <a:lnTo>
                    <a:pt x="6124585" y="1517307"/>
                  </a:lnTo>
                  <a:lnTo>
                    <a:pt x="6077078" y="1567076"/>
                  </a:lnTo>
                  <a:lnTo>
                    <a:pt x="6030108" y="1614615"/>
                  </a:lnTo>
                  <a:lnTo>
                    <a:pt x="5983669" y="1659597"/>
                  </a:lnTo>
                  <a:lnTo>
                    <a:pt x="5937684" y="1701791"/>
                  </a:lnTo>
                  <a:lnTo>
                    <a:pt x="5891994" y="1741056"/>
                  </a:lnTo>
                  <a:lnTo>
                    <a:pt x="5846348" y="1777342"/>
                  </a:lnTo>
                  <a:lnTo>
                    <a:pt x="5800396" y="1810676"/>
                  </a:lnTo>
                  <a:lnTo>
                    <a:pt x="5784835" y="1821212"/>
                  </a:lnTo>
                  <a:lnTo>
                    <a:pt x="5735558" y="1851997"/>
                  </a:lnTo>
                  <a:lnTo>
                    <a:pt x="5684596" y="1879670"/>
                  </a:lnTo>
                  <a:lnTo>
                    <a:pt x="5631144" y="1904395"/>
                  </a:lnTo>
                  <a:lnTo>
                    <a:pt x="5574305" y="1926442"/>
                  </a:lnTo>
                  <a:lnTo>
                    <a:pt x="5513162" y="1946119"/>
                  </a:lnTo>
                  <a:lnTo>
                    <a:pt x="5446866" y="1963719"/>
                  </a:lnTo>
                  <a:lnTo>
                    <a:pt x="5374728" y="1979501"/>
                  </a:lnTo>
                  <a:lnTo>
                    <a:pt x="5296360" y="1993672"/>
                  </a:lnTo>
                  <a:lnTo>
                    <a:pt x="5211844" y="2006383"/>
                  </a:lnTo>
                  <a:lnTo>
                    <a:pt x="5121947" y="2017725"/>
                  </a:lnTo>
                  <a:lnTo>
                    <a:pt x="5028323" y="2027737"/>
                  </a:lnTo>
                  <a:lnTo>
                    <a:pt x="4933647" y="2036412"/>
                  </a:lnTo>
                  <a:lnTo>
                    <a:pt x="4841567" y="2043717"/>
                  </a:lnTo>
                  <a:lnTo>
                    <a:pt x="4756387" y="2049628"/>
                  </a:lnTo>
                  <a:lnTo>
                    <a:pt x="4682436" y="2054156"/>
                  </a:lnTo>
                  <a:lnTo>
                    <a:pt x="4623226" y="2057380"/>
                  </a:lnTo>
                  <a:lnTo>
                    <a:pt x="4580636" y="2059454"/>
                  </a:lnTo>
                  <a:lnTo>
                    <a:pt x="4554377" y="2060603"/>
                  </a:lnTo>
                  <a:lnTo>
                    <a:pt x="4541898" y="2061097"/>
                  </a:lnTo>
                  <a:lnTo>
                    <a:pt x="4538628" y="2061214"/>
                  </a:lnTo>
                  <a:lnTo>
                    <a:pt x="4538543" y="2061217"/>
                  </a:lnTo>
                  <a:lnTo>
                    <a:pt x="4016409" y="2061217"/>
                  </a:lnTo>
                  <a:lnTo>
                    <a:pt x="4015206" y="2061157"/>
                  </a:lnTo>
                  <a:lnTo>
                    <a:pt x="4007330" y="2060729"/>
                  </a:lnTo>
                  <a:lnTo>
                    <a:pt x="3987603" y="2059547"/>
                  </a:lnTo>
                  <a:lnTo>
                    <a:pt x="3952661" y="2057224"/>
                  </a:lnTo>
                  <a:lnTo>
                    <a:pt x="3901247" y="2053415"/>
                  </a:lnTo>
                  <a:lnTo>
                    <a:pt x="3834285" y="2047858"/>
                  </a:lnTo>
                  <a:lnTo>
                    <a:pt x="3754556" y="2040394"/>
                  </a:lnTo>
                  <a:lnTo>
                    <a:pt x="3666010" y="2030970"/>
                  </a:lnTo>
                  <a:lnTo>
                    <a:pt x="3572940" y="2019601"/>
                  </a:lnTo>
                  <a:lnTo>
                    <a:pt x="3479263" y="2006332"/>
                  </a:lnTo>
                  <a:lnTo>
                    <a:pt x="3388068" y="1991195"/>
                  </a:lnTo>
                  <a:lnTo>
                    <a:pt x="3301453" y="1974171"/>
                  </a:lnTo>
                  <a:lnTo>
                    <a:pt x="3220584" y="1955172"/>
                  </a:lnTo>
                  <a:lnTo>
                    <a:pt x="3145861" y="1934031"/>
                  </a:lnTo>
                  <a:lnTo>
                    <a:pt x="3077123" y="1910501"/>
                  </a:lnTo>
                  <a:lnTo>
                    <a:pt x="3013841" y="1884257"/>
                  </a:lnTo>
                  <a:lnTo>
                    <a:pt x="2955257" y="1854915"/>
                  </a:lnTo>
                  <a:lnTo>
                    <a:pt x="2900507" y="1822052"/>
                  </a:lnTo>
                  <a:lnTo>
                    <a:pt x="2848698" y="1785252"/>
                  </a:lnTo>
                  <a:lnTo>
                    <a:pt x="2798986" y="1744185"/>
                  </a:lnTo>
                  <a:lnTo>
                    <a:pt x="2770117" y="1717681"/>
                  </a:lnTo>
                  <a:lnTo>
                    <a:pt x="2728400" y="1676018"/>
                  </a:lnTo>
                  <a:lnTo>
                    <a:pt x="2687085" y="1630948"/>
                  </a:lnTo>
                  <a:lnTo>
                    <a:pt x="2645873" y="1582403"/>
                  </a:lnTo>
                  <a:lnTo>
                    <a:pt x="2604537" y="1530388"/>
                  </a:lnTo>
                  <a:lnTo>
                    <a:pt x="2562916" y="1474986"/>
                  </a:lnTo>
                  <a:lnTo>
                    <a:pt x="2520909" y="1416367"/>
                  </a:lnTo>
                  <a:lnTo>
                    <a:pt x="2478464" y="1354788"/>
                  </a:lnTo>
                  <a:lnTo>
                    <a:pt x="2435580" y="1290597"/>
                  </a:lnTo>
                  <a:lnTo>
                    <a:pt x="2392297" y="1224226"/>
                  </a:lnTo>
                  <a:lnTo>
                    <a:pt x="2348688" y="1156180"/>
                  </a:lnTo>
                  <a:lnTo>
                    <a:pt x="2304856" y="1087023"/>
                  </a:lnTo>
                  <a:lnTo>
                    <a:pt x="2260921" y="1017362"/>
                  </a:lnTo>
                  <a:lnTo>
                    <a:pt x="2217010" y="947819"/>
                  </a:lnTo>
                  <a:lnTo>
                    <a:pt x="2173249" y="879015"/>
                  </a:lnTo>
                  <a:lnTo>
                    <a:pt x="2129754" y="811542"/>
                  </a:lnTo>
                  <a:lnTo>
                    <a:pt x="2086615" y="745943"/>
                  </a:lnTo>
                  <a:lnTo>
                    <a:pt x="2043895" y="682699"/>
                  </a:lnTo>
                  <a:lnTo>
                    <a:pt x="2001620" y="622208"/>
                  </a:lnTo>
                  <a:lnTo>
                    <a:pt x="1959768" y="564786"/>
                  </a:lnTo>
                  <a:lnTo>
                    <a:pt x="1918271" y="510656"/>
                  </a:lnTo>
                  <a:lnTo>
                    <a:pt x="1877004" y="459955"/>
                  </a:lnTo>
                  <a:lnTo>
                    <a:pt x="1835783" y="412734"/>
                  </a:lnTo>
                  <a:lnTo>
                    <a:pt x="1794355" y="368970"/>
                  </a:lnTo>
                  <a:lnTo>
                    <a:pt x="1768425" y="343536"/>
                  </a:lnTo>
                  <a:lnTo>
                    <a:pt x="1719606" y="299855"/>
                  </a:lnTo>
                  <a:lnTo>
                    <a:pt x="1669140" y="260547"/>
                  </a:lnTo>
                  <a:lnTo>
                    <a:pt x="1616245" y="225390"/>
                  </a:lnTo>
                  <a:lnTo>
                    <a:pt x="1560048" y="194006"/>
                  </a:lnTo>
                  <a:lnTo>
                    <a:pt x="1499660" y="165970"/>
                  </a:lnTo>
                  <a:lnTo>
                    <a:pt x="1434247" y="140869"/>
                  </a:lnTo>
                  <a:lnTo>
                    <a:pt x="1363130" y="118342"/>
                  </a:lnTo>
                  <a:lnTo>
                    <a:pt x="1285907" y="98096"/>
                  </a:lnTo>
                  <a:lnTo>
                    <a:pt x="1202622" y="79913"/>
                  </a:lnTo>
                  <a:lnTo>
                    <a:pt x="1113961" y="63660"/>
                  </a:lnTo>
                  <a:lnTo>
                    <a:pt x="1021450" y="49279"/>
                  </a:lnTo>
                  <a:lnTo>
                    <a:pt x="927593" y="36775"/>
                  </a:lnTo>
                  <a:lnTo>
                    <a:pt x="835851" y="26190"/>
                  </a:lnTo>
                  <a:lnTo>
                    <a:pt x="750363" y="17561"/>
                  </a:lnTo>
                  <a:lnTo>
                    <a:pt x="675381" y="10882"/>
                  </a:lnTo>
                  <a:lnTo>
                    <a:pt x="614479" y="6059"/>
                  </a:lnTo>
                  <a:lnTo>
                    <a:pt x="569752" y="2890"/>
                  </a:lnTo>
                  <a:lnTo>
                    <a:pt x="541254" y="1074"/>
                  </a:lnTo>
                  <a:lnTo>
                    <a:pt x="526846" y="245"/>
                  </a:lnTo>
                  <a:lnTo>
                    <a:pt x="522392" y="12"/>
                  </a:lnTo>
                  <a:lnTo>
                    <a:pt x="522133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524" name="pg524"/>
            <p:cNvSpPr/>
            <p:nvPr/>
          </p:nvSpPr>
          <p:spPr>
            <a:xfrm>
              <a:off x="386606" y="2580396"/>
              <a:ext cx="8554953" cy="2095100"/>
            </a:xfrm>
            <a:custGeom>
              <a:avLst/>
              <a:pathLst>
                <a:path w="8554953" h="2095100">
                  <a:moveTo>
                    <a:pt x="0" y="28235"/>
                  </a:moveTo>
                  <a:lnTo>
                    <a:pt x="522133" y="28235"/>
                  </a:lnTo>
                  <a:lnTo>
                    <a:pt x="523336" y="28295"/>
                  </a:lnTo>
                  <a:lnTo>
                    <a:pt x="531210" y="28724"/>
                  </a:lnTo>
                  <a:lnTo>
                    <a:pt x="550931" y="29909"/>
                  </a:lnTo>
                  <a:lnTo>
                    <a:pt x="585864" y="32238"/>
                  </a:lnTo>
                  <a:lnTo>
                    <a:pt x="637267" y="36056"/>
                  </a:lnTo>
                  <a:lnTo>
                    <a:pt x="704214" y="41627"/>
                  </a:lnTo>
                  <a:lnTo>
                    <a:pt x="783929" y="49109"/>
                  </a:lnTo>
                  <a:lnTo>
                    <a:pt x="872461" y="58557"/>
                  </a:lnTo>
                  <a:lnTo>
                    <a:pt x="965520" y="69955"/>
                  </a:lnTo>
                  <a:lnTo>
                    <a:pt x="1059189" y="83257"/>
                  </a:lnTo>
                  <a:lnTo>
                    <a:pt x="1150380" y="98432"/>
                  </a:lnTo>
                  <a:lnTo>
                    <a:pt x="1236991" y="115499"/>
                  </a:lnTo>
                  <a:lnTo>
                    <a:pt x="1317860" y="134545"/>
                  </a:lnTo>
                  <a:lnTo>
                    <a:pt x="1392584" y="155739"/>
                  </a:lnTo>
                  <a:lnTo>
                    <a:pt x="1461323" y="179328"/>
                  </a:lnTo>
                  <a:lnTo>
                    <a:pt x="1524607" y="205637"/>
                  </a:lnTo>
                  <a:lnTo>
                    <a:pt x="1583192" y="235051"/>
                  </a:lnTo>
                  <a:lnTo>
                    <a:pt x="1637943" y="267995"/>
                  </a:lnTo>
                  <a:lnTo>
                    <a:pt x="1689751" y="304884"/>
                  </a:lnTo>
                  <a:lnTo>
                    <a:pt x="1739462" y="346052"/>
                  </a:lnTo>
                  <a:lnTo>
                    <a:pt x="1768425" y="372713"/>
                  </a:lnTo>
                  <a:lnTo>
                    <a:pt x="1810105" y="414451"/>
                  </a:lnTo>
                  <a:lnTo>
                    <a:pt x="1851383" y="459600"/>
                  </a:lnTo>
                  <a:lnTo>
                    <a:pt x="1892559" y="508226"/>
                  </a:lnTo>
                  <a:lnTo>
                    <a:pt x="1933857" y="560326"/>
                  </a:lnTo>
                  <a:lnTo>
                    <a:pt x="1975439" y="615817"/>
                  </a:lnTo>
                  <a:lnTo>
                    <a:pt x="2017407" y="674529"/>
                  </a:lnTo>
                  <a:lnTo>
                    <a:pt x="2059811" y="736205"/>
                  </a:lnTo>
                  <a:lnTo>
                    <a:pt x="2102654" y="800498"/>
                  </a:lnTo>
                  <a:lnTo>
                    <a:pt x="2145896" y="866977"/>
                  </a:lnTo>
                  <a:lnTo>
                    <a:pt x="2189463" y="935136"/>
                  </a:lnTo>
                  <a:lnTo>
                    <a:pt x="2233254" y="1004413"/>
                  </a:lnTo>
                  <a:lnTo>
                    <a:pt x="2277150" y="1074201"/>
                  </a:lnTo>
                  <a:lnTo>
                    <a:pt x="2321023" y="1143877"/>
                  </a:lnTo>
                  <a:lnTo>
                    <a:pt x="2364747" y="1212820"/>
                  </a:lnTo>
                  <a:lnTo>
                    <a:pt x="2408208" y="1280439"/>
                  </a:lnTo>
                  <a:lnTo>
                    <a:pt x="2451313" y="1346188"/>
                  </a:lnTo>
                  <a:lnTo>
                    <a:pt x="2494001" y="1409587"/>
                  </a:lnTo>
                  <a:lnTo>
                    <a:pt x="2536246" y="1470234"/>
                  </a:lnTo>
                  <a:lnTo>
                    <a:pt x="2578067" y="1527815"/>
                  </a:lnTo>
                  <a:lnTo>
                    <a:pt x="2619532" y="1582104"/>
                  </a:lnTo>
                  <a:lnTo>
                    <a:pt x="2660765" y="1632962"/>
                  </a:lnTo>
                  <a:lnTo>
                    <a:pt x="2701948" y="1680337"/>
                  </a:lnTo>
                  <a:lnTo>
                    <a:pt x="2743332" y="1724251"/>
                  </a:lnTo>
                  <a:lnTo>
                    <a:pt x="2770117" y="1750623"/>
                  </a:lnTo>
                  <a:lnTo>
                    <a:pt x="2818931" y="1794419"/>
                  </a:lnTo>
                  <a:lnTo>
                    <a:pt x="2869392" y="1833831"/>
                  </a:lnTo>
                  <a:lnTo>
                    <a:pt x="2922281" y="1869082"/>
                  </a:lnTo>
                  <a:lnTo>
                    <a:pt x="2978471" y="1900550"/>
                  </a:lnTo>
                  <a:lnTo>
                    <a:pt x="3038852" y="1928662"/>
                  </a:lnTo>
                  <a:lnTo>
                    <a:pt x="3104255" y="1953830"/>
                  </a:lnTo>
                  <a:lnTo>
                    <a:pt x="3175362" y="1976418"/>
                  </a:lnTo>
                  <a:lnTo>
                    <a:pt x="3252572" y="1996720"/>
                  </a:lnTo>
                  <a:lnTo>
                    <a:pt x="3335845" y="2014953"/>
                  </a:lnTo>
                  <a:lnTo>
                    <a:pt x="3424493" y="2031250"/>
                  </a:lnTo>
                  <a:lnTo>
                    <a:pt x="3516992" y="2045671"/>
                  </a:lnTo>
                  <a:lnTo>
                    <a:pt x="3610840" y="2058210"/>
                  </a:lnTo>
                  <a:lnTo>
                    <a:pt x="3702579" y="2068826"/>
                  </a:lnTo>
                  <a:lnTo>
                    <a:pt x="3788070" y="2077480"/>
                  </a:lnTo>
                  <a:lnTo>
                    <a:pt x="3863062" y="2084179"/>
                  </a:lnTo>
                  <a:lnTo>
                    <a:pt x="3923981" y="2089018"/>
                  </a:lnTo>
                  <a:lnTo>
                    <a:pt x="3968730" y="2092198"/>
                  </a:lnTo>
                  <a:lnTo>
                    <a:pt x="3997252" y="2094020"/>
                  </a:lnTo>
                  <a:lnTo>
                    <a:pt x="4011680" y="2094853"/>
                  </a:lnTo>
                  <a:lnTo>
                    <a:pt x="4016148" y="2095087"/>
                  </a:lnTo>
                  <a:lnTo>
                    <a:pt x="4016409" y="2095100"/>
                  </a:lnTo>
                  <a:lnTo>
                    <a:pt x="4538543" y="2095100"/>
                  </a:lnTo>
                  <a:lnTo>
                    <a:pt x="4539802" y="2095075"/>
                  </a:lnTo>
                  <a:lnTo>
                    <a:pt x="4548034" y="2094900"/>
                  </a:lnTo>
                  <a:lnTo>
                    <a:pt x="4568621" y="2094414"/>
                  </a:lnTo>
                  <a:lnTo>
                    <a:pt x="4605004" y="2093461"/>
                  </a:lnTo>
                  <a:lnTo>
                    <a:pt x="4658373" y="2091900"/>
                  </a:lnTo>
                  <a:lnTo>
                    <a:pt x="4727611" y="2089626"/>
                  </a:lnTo>
                  <a:lnTo>
                    <a:pt x="4809671" y="2086578"/>
                  </a:lnTo>
                  <a:lnTo>
                    <a:pt x="4900344" y="2082737"/>
                  </a:lnTo>
                  <a:lnTo>
                    <a:pt x="4995148" y="2078113"/>
                  </a:lnTo>
                  <a:lnTo>
                    <a:pt x="5090078" y="2072724"/>
                  </a:lnTo>
                  <a:lnTo>
                    <a:pt x="5182047" y="2066580"/>
                  </a:lnTo>
                  <a:lnTo>
                    <a:pt x="5269025" y="2059670"/>
                  </a:lnTo>
                  <a:lnTo>
                    <a:pt x="5349950" y="2051952"/>
                  </a:lnTo>
                  <a:lnTo>
                    <a:pt x="5424531" y="2043351"/>
                  </a:lnTo>
                  <a:lnTo>
                    <a:pt x="5493031" y="2033757"/>
                  </a:lnTo>
                  <a:lnTo>
                    <a:pt x="5556073" y="2023034"/>
                  </a:lnTo>
                  <a:lnTo>
                    <a:pt x="5614484" y="2011017"/>
                  </a:lnTo>
                  <a:lnTo>
                    <a:pt x="5669185" y="1997532"/>
                  </a:lnTo>
                  <a:lnTo>
                    <a:pt x="5721104" y="1982413"/>
                  </a:lnTo>
                  <a:lnTo>
                    <a:pt x="5771097" y="1965545"/>
                  </a:lnTo>
                  <a:lnTo>
                    <a:pt x="5784835" y="1960509"/>
                  </a:lnTo>
                  <a:lnTo>
                    <a:pt x="5835781" y="1940369"/>
                  </a:lnTo>
                  <a:lnTo>
                    <a:pt x="5886232" y="1918221"/>
                  </a:lnTo>
                  <a:lnTo>
                    <a:pt x="5936688" y="1894036"/>
                  </a:lnTo>
                  <a:lnTo>
                    <a:pt x="5987496" y="1867847"/>
                  </a:lnTo>
                  <a:lnTo>
                    <a:pt x="6038867" y="1839762"/>
                  </a:lnTo>
                  <a:lnTo>
                    <a:pt x="6090893" y="1809966"/>
                  </a:lnTo>
                  <a:lnTo>
                    <a:pt x="6143559" y="1778721"/>
                  </a:lnTo>
                  <a:lnTo>
                    <a:pt x="6196765" y="1746362"/>
                  </a:lnTo>
                  <a:lnTo>
                    <a:pt x="6250339" y="1713279"/>
                  </a:lnTo>
                  <a:lnTo>
                    <a:pt x="6304066" y="1679903"/>
                  </a:lnTo>
                  <a:lnTo>
                    <a:pt x="6357713" y="1646679"/>
                  </a:lnTo>
                  <a:lnTo>
                    <a:pt x="6411056" y="1614047"/>
                  </a:lnTo>
                  <a:lnTo>
                    <a:pt x="6463907" y="1582411"/>
                  </a:lnTo>
                  <a:lnTo>
                    <a:pt x="6516141" y="1552126"/>
                  </a:lnTo>
                  <a:lnTo>
                    <a:pt x="6567714" y="1523477"/>
                  </a:lnTo>
                  <a:lnTo>
                    <a:pt x="6618683" y="1496674"/>
                  </a:lnTo>
                  <a:lnTo>
                    <a:pt x="6669220" y="1471849"/>
                  </a:lnTo>
                  <a:lnTo>
                    <a:pt x="6719626" y="1449059"/>
                  </a:lnTo>
                  <a:lnTo>
                    <a:pt x="6770351" y="1428292"/>
                  </a:lnTo>
                  <a:lnTo>
                    <a:pt x="6786527" y="1422145"/>
                  </a:lnTo>
                  <a:lnTo>
                    <a:pt x="6836115" y="1404780"/>
                  </a:lnTo>
                  <a:lnTo>
                    <a:pt x="6887414" y="1389181"/>
                  </a:lnTo>
                  <a:lnTo>
                    <a:pt x="6941245" y="1375254"/>
                  </a:lnTo>
                  <a:lnTo>
                    <a:pt x="6998524" y="1362844"/>
                  </a:lnTo>
                  <a:lnTo>
                    <a:pt x="7060181" y="1351776"/>
                  </a:lnTo>
                  <a:lnTo>
                    <a:pt x="7127081" y="1341882"/>
                  </a:lnTo>
                  <a:lnTo>
                    <a:pt x="7199917" y="1333015"/>
                  </a:lnTo>
                  <a:lnTo>
                    <a:pt x="7279068" y="1325059"/>
                  </a:lnTo>
                  <a:lnTo>
                    <a:pt x="7364423" y="1317928"/>
                  </a:lnTo>
                  <a:lnTo>
                    <a:pt x="7455156" y="1311573"/>
                  </a:lnTo>
                  <a:lnTo>
                    <a:pt x="7549523" y="1305972"/>
                  </a:lnTo>
                  <a:lnTo>
                    <a:pt x="7644732" y="1301132"/>
                  </a:lnTo>
                  <a:lnTo>
                    <a:pt x="7737003" y="1297071"/>
                  </a:lnTo>
                  <a:lnTo>
                    <a:pt x="7821924" y="1293802"/>
                  </a:lnTo>
                  <a:lnTo>
                    <a:pt x="7895121" y="1291315"/>
                  </a:lnTo>
                  <a:lnTo>
                    <a:pt x="7953135" y="1289563"/>
                  </a:lnTo>
                  <a:lnTo>
                    <a:pt x="7994251" y="1288453"/>
                  </a:lnTo>
                  <a:lnTo>
                    <a:pt x="8019001" y="1287852"/>
                  </a:lnTo>
                  <a:lnTo>
                    <a:pt x="8030224" y="1287606"/>
                  </a:lnTo>
                  <a:lnTo>
                    <a:pt x="8032819" y="1287555"/>
                  </a:lnTo>
                  <a:lnTo>
                    <a:pt x="8554953" y="1287555"/>
                  </a:lnTo>
                  <a:lnTo>
                    <a:pt x="8554953" y="1259319"/>
                  </a:lnTo>
                  <a:lnTo>
                    <a:pt x="8032819" y="1259319"/>
                  </a:lnTo>
                  <a:lnTo>
                    <a:pt x="8031560" y="1259343"/>
                  </a:lnTo>
                  <a:lnTo>
                    <a:pt x="8023328" y="1259519"/>
                  </a:lnTo>
                  <a:lnTo>
                    <a:pt x="8002741" y="1260004"/>
                  </a:lnTo>
                  <a:lnTo>
                    <a:pt x="7966358" y="1260957"/>
                  </a:lnTo>
                  <a:lnTo>
                    <a:pt x="7912988" y="1262519"/>
                  </a:lnTo>
                  <a:lnTo>
                    <a:pt x="7843751" y="1264793"/>
                  </a:lnTo>
                  <a:lnTo>
                    <a:pt x="7761691" y="1267841"/>
                  </a:lnTo>
                  <a:lnTo>
                    <a:pt x="7671018" y="1271681"/>
                  </a:lnTo>
                  <a:lnTo>
                    <a:pt x="7576214" y="1276305"/>
                  </a:lnTo>
                  <a:lnTo>
                    <a:pt x="7481284" y="1281694"/>
                  </a:lnTo>
                  <a:lnTo>
                    <a:pt x="7389315" y="1287838"/>
                  </a:lnTo>
                  <a:lnTo>
                    <a:pt x="7302337" y="1294748"/>
                  </a:lnTo>
                  <a:lnTo>
                    <a:pt x="7221412" y="1302467"/>
                  </a:lnTo>
                  <a:lnTo>
                    <a:pt x="7146831" y="1311068"/>
                  </a:lnTo>
                  <a:lnTo>
                    <a:pt x="7078331" y="1320661"/>
                  </a:lnTo>
                  <a:lnTo>
                    <a:pt x="7015288" y="1331385"/>
                  </a:lnTo>
                  <a:lnTo>
                    <a:pt x="6956878" y="1343402"/>
                  </a:lnTo>
                  <a:lnTo>
                    <a:pt x="6902177" y="1356887"/>
                  </a:lnTo>
                  <a:lnTo>
                    <a:pt x="6850258" y="1372005"/>
                  </a:lnTo>
                  <a:lnTo>
                    <a:pt x="6800265" y="1388874"/>
                  </a:lnTo>
                  <a:lnTo>
                    <a:pt x="6786527" y="1393910"/>
                  </a:lnTo>
                  <a:lnTo>
                    <a:pt x="6735581" y="1414050"/>
                  </a:lnTo>
                  <a:lnTo>
                    <a:pt x="6685130" y="1436197"/>
                  </a:lnTo>
                  <a:lnTo>
                    <a:pt x="6634674" y="1460383"/>
                  </a:lnTo>
                  <a:lnTo>
                    <a:pt x="6583866" y="1486572"/>
                  </a:lnTo>
                  <a:lnTo>
                    <a:pt x="6532495" y="1514657"/>
                  </a:lnTo>
                  <a:lnTo>
                    <a:pt x="6480469" y="1544453"/>
                  </a:lnTo>
                  <a:lnTo>
                    <a:pt x="6427803" y="1575697"/>
                  </a:lnTo>
                  <a:lnTo>
                    <a:pt x="6374597" y="1608057"/>
                  </a:lnTo>
                  <a:lnTo>
                    <a:pt x="6321023" y="1641140"/>
                  </a:lnTo>
                  <a:lnTo>
                    <a:pt x="6267296" y="1674516"/>
                  </a:lnTo>
                  <a:lnTo>
                    <a:pt x="6213649" y="1707739"/>
                  </a:lnTo>
                  <a:lnTo>
                    <a:pt x="6160306" y="1740372"/>
                  </a:lnTo>
                  <a:lnTo>
                    <a:pt x="6107455" y="1772007"/>
                  </a:lnTo>
                  <a:lnTo>
                    <a:pt x="6055221" y="1802292"/>
                  </a:lnTo>
                  <a:lnTo>
                    <a:pt x="6003648" y="1830942"/>
                  </a:lnTo>
                  <a:lnTo>
                    <a:pt x="5952679" y="1857744"/>
                  </a:lnTo>
                  <a:lnTo>
                    <a:pt x="5902142" y="1882569"/>
                  </a:lnTo>
                  <a:lnTo>
                    <a:pt x="5851736" y="1905360"/>
                  </a:lnTo>
                  <a:lnTo>
                    <a:pt x="5801011" y="1926127"/>
                  </a:lnTo>
                  <a:lnTo>
                    <a:pt x="5784835" y="1932273"/>
                  </a:lnTo>
                  <a:lnTo>
                    <a:pt x="5735247" y="1949639"/>
                  </a:lnTo>
                  <a:lnTo>
                    <a:pt x="5683948" y="1965238"/>
                  </a:lnTo>
                  <a:lnTo>
                    <a:pt x="5630117" y="1979165"/>
                  </a:lnTo>
                  <a:lnTo>
                    <a:pt x="5572838" y="1991575"/>
                  </a:lnTo>
                  <a:lnTo>
                    <a:pt x="5511181" y="2002643"/>
                  </a:lnTo>
                  <a:lnTo>
                    <a:pt x="5444281" y="2012537"/>
                  </a:lnTo>
                  <a:lnTo>
                    <a:pt x="5371445" y="2021403"/>
                  </a:lnTo>
                  <a:lnTo>
                    <a:pt x="5292294" y="2029360"/>
                  </a:lnTo>
                  <a:lnTo>
                    <a:pt x="5206939" y="2036490"/>
                  </a:lnTo>
                  <a:lnTo>
                    <a:pt x="5116206" y="2042846"/>
                  </a:lnTo>
                  <a:lnTo>
                    <a:pt x="5021839" y="2048446"/>
                  </a:lnTo>
                  <a:lnTo>
                    <a:pt x="4926630" y="2053286"/>
                  </a:lnTo>
                  <a:lnTo>
                    <a:pt x="4834359" y="2057348"/>
                  </a:lnTo>
                  <a:lnTo>
                    <a:pt x="4749438" y="2060617"/>
                  </a:lnTo>
                  <a:lnTo>
                    <a:pt x="4676241" y="2063103"/>
                  </a:lnTo>
                  <a:lnTo>
                    <a:pt x="4618226" y="2064855"/>
                  </a:lnTo>
                  <a:lnTo>
                    <a:pt x="4577111" y="2065966"/>
                  </a:lnTo>
                  <a:lnTo>
                    <a:pt x="4552361" y="2066566"/>
                  </a:lnTo>
                  <a:lnTo>
                    <a:pt x="4541138" y="2066812"/>
                  </a:lnTo>
                  <a:lnTo>
                    <a:pt x="4538543" y="2066864"/>
                  </a:lnTo>
                  <a:lnTo>
                    <a:pt x="4016409" y="2066864"/>
                  </a:lnTo>
                  <a:lnTo>
                    <a:pt x="4015206" y="2066804"/>
                  </a:lnTo>
                  <a:lnTo>
                    <a:pt x="4007332" y="2066375"/>
                  </a:lnTo>
                  <a:lnTo>
                    <a:pt x="3987611" y="2065190"/>
                  </a:lnTo>
                  <a:lnTo>
                    <a:pt x="3952678" y="2062861"/>
                  </a:lnTo>
                  <a:lnTo>
                    <a:pt x="3901276" y="2059043"/>
                  </a:lnTo>
                  <a:lnTo>
                    <a:pt x="3834328" y="2053472"/>
                  </a:lnTo>
                  <a:lnTo>
                    <a:pt x="3754613" y="2045990"/>
                  </a:lnTo>
                  <a:lnTo>
                    <a:pt x="3666081" y="2036542"/>
                  </a:lnTo>
                  <a:lnTo>
                    <a:pt x="3573022" y="2025144"/>
                  </a:lnTo>
                  <a:lnTo>
                    <a:pt x="3479353" y="2011843"/>
                  </a:lnTo>
                  <a:lnTo>
                    <a:pt x="3388163" y="1996667"/>
                  </a:lnTo>
                  <a:lnTo>
                    <a:pt x="3301551" y="1979601"/>
                  </a:lnTo>
                  <a:lnTo>
                    <a:pt x="3220682" y="1960554"/>
                  </a:lnTo>
                  <a:lnTo>
                    <a:pt x="3145958" y="1939361"/>
                  </a:lnTo>
                  <a:lnTo>
                    <a:pt x="3077219" y="1915771"/>
                  </a:lnTo>
                  <a:lnTo>
                    <a:pt x="3013935" y="1889462"/>
                  </a:lnTo>
                  <a:lnTo>
                    <a:pt x="2955350" y="1860048"/>
                  </a:lnTo>
                  <a:lnTo>
                    <a:pt x="2900599" y="1827105"/>
                  </a:lnTo>
                  <a:lnTo>
                    <a:pt x="2848791" y="1790215"/>
                  </a:lnTo>
                  <a:lnTo>
                    <a:pt x="2799080" y="1749048"/>
                  </a:lnTo>
                  <a:lnTo>
                    <a:pt x="2770117" y="1722387"/>
                  </a:lnTo>
                  <a:lnTo>
                    <a:pt x="2728437" y="1680649"/>
                  </a:lnTo>
                  <a:lnTo>
                    <a:pt x="2687159" y="1635500"/>
                  </a:lnTo>
                  <a:lnTo>
                    <a:pt x="2645983" y="1586873"/>
                  </a:lnTo>
                  <a:lnTo>
                    <a:pt x="2604685" y="1534773"/>
                  </a:lnTo>
                  <a:lnTo>
                    <a:pt x="2563103" y="1479283"/>
                  </a:lnTo>
                  <a:lnTo>
                    <a:pt x="2521135" y="1420570"/>
                  </a:lnTo>
                  <a:lnTo>
                    <a:pt x="2478731" y="1358894"/>
                  </a:lnTo>
                  <a:lnTo>
                    <a:pt x="2435888" y="1294602"/>
                  </a:lnTo>
                  <a:lnTo>
                    <a:pt x="2392646" y="1228123"/>
                  </a:lnTo>
                  <a:lnTo>
                    <a:pt x="2349079" y="1159963"/>
                  </a:lnTo>
                  <a:lnTo>
                    <a:pt x="2305288" y="1090687"/>
                  </a:lnTo>
                  <a:lnTo>
                    <a:pt x="2261392" y="1020899"/>
                  </a:lnTo>
                  <a:lnTo>
                    <a:pt x="2217519" y="951223"/>
                  </a:lnTo>
                  <a:lnTo>
                    <a:pt x="2173796" y="882279"/>
                  </a:lnTo>
                  <a:lnTo>
                    <a:pt x="2130335" y="814661"/>
                  </a:lnTo>
                  <a:lnTo>
                    <a:pt x="2087229" y="748912"/>
                  </a:lnTo>
                  <a:lnTo>
                    <a:pt x="2044541" y="685513"/>
                  </a:lnTo>
                  <a:lnTo>
                    <a:pt x="2002296" y="624865"/>
                  </a:lnTo>
                  <a:lnTo>
                    <a:pt x="1960475" y="567284"/>
                  </a:lnTo>
                  <a:lnTo>
                    <a:pt x="1919010" y="512996"/>
                  </a:lnTo>
                  <a:lnTo>
                    <a:pt x="1877777" y="462137"/>
                  </a:lnTo>
                  <a:lnTo>
                    <a:pt x="1836594" y="414762"/>
                  </a:lnTo>
                  <a:lnTo>
                    <a:pt x="1795210" y="370848"/>
                  </a:lnTo>
                  <a:lnTo>
                    <a:pt x="1768425" y="344477"/>
                  </a:lnTo>
                  <a:lnTo>
                    <a:pt x="1719611" y="300680"/>
                  </a:lnTo>
                  <a:lnTo>
                    <a:pt x="1669150" y="261268"/>
                  </a:lnTo>
                  <a:lnTo>
                    <a:pt x="1616261" y="226018"/>
                  </a:lnTo>
                  <a:lnTo>
                    <a:pt x="1560071" y="194549"/>
                  </a:lnTo>
                  <a:lnTo>
                    <a:pt x="1499690" y="166438"/>
                  </a:lnTo>
                  <a:lnTo>
                    <a:pt x="1434287" y="141269"/>
                  </a:lnTo>
                  <a:lnTo>
                    <a:pt x="1363180" y="118681"/>
                  </a:lnTo>
                  <a:lnTo>
                    <a:pt x="1285970" y="98379"/>
                  </a:lnTo>
                  <a:lnTo>
                    <a:pt x="1202698" y="80147"/>
                  </a:lnTo>
                  <a:lnTo>
                    <a:pt x="1114049" y="63849"/>
                  </a:lnTo>
                  <a:lnTo>
                    <a:pt x="1021550" y="49429"/>
                  </a:lnTo>
                  <a:lnTo>
                    <a:pt x="927702" y="36890"/>
                  </a:lnTo>
                  <a:lnTo>
                    <a:pt x="835963" y="26274"/>
                  </a:lnTo>
                  <a:lnTo>
                    <a:pt x="750472" y="17620"/>
                  </a:lnTo>
                  <a:lnTo>
                    <a:pt x="675480" y="10921"/>
                  </a:lnTo>
                  <a:lnTo>
                    <a:pt x="614561" y="6082"/>
                  </a:lnTo>
                  <a:lnTo>
                    <a:pt x="569812" y="2902"/>
                  </a:lnTo>
                  <a:lnTo>
                    <a:pt x="541290" y="1079"/>
                  </a:lnTo>
                  <a:lnTo>
                    <a:pt x="526862" y="246"/>
                  </a:lnTo>
                  <a:lnTo>
                    <a:pt x="522394" y="12"/>
                  </a:lnTo>
                  <a:lnTo>
                    <a:pt x="5221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525" name="pl525"/>
            <p:cNvSpPr/>
            <p:nvPr/>
          </p:nvSpPr>
          <p:spPr>
            <a:xfrm>
              <a:off x="386606" y="2608632"/>
              <a:ext cx="8554953" cy="2066864"/>
            </a:xfrm>
            <a:custGeom>
              <a:avLst/>
              <a:pathLst>
                <a:path w="8554953" h="2066864">
                  <a:moveTo>
                    <a:pt x="0" y="0"/>
                  </a:moveTo>
                  <a:lnTo>
                    <a:pt x="522133" y="0"/>
                  </a:lnTo>
                  <a:lnTo>
                    <a:pt x="523336" y="60"/>
                  </a:lnTo>
                  <a:lnTo>
                    <a:pt x="531210" y="488"/>
                  </a:lnTo>
                  <a:lnTo>
                    <a:pt x="550931" y="1673"/>
                  </a:lnTo>
                  <a:lnTo>
                    <a:pt x="585864" y="4002"/>
                  </a:lnTo>
                  <a:lnTo>
                    <a:pt x="637267" y="7820"/>
                  </a:lnTo>
                  <a:lnTo>
                    <a:pt x="704214" y="13392"/>
                  </a:lnTo>
                  <a:lnTo>
                    <a:pt x="783929" y="20873"/>
                  </a:lnTo>
                  <a:lnTo>
                    <a:pt x="872461" y="30322"/>
                  </a:lnTo>
                  <a:lnTo>
                    <a:pt x="965520" y="41719"/>
                  </a:lnTo>
                  <a:lnTo>
                    <a:pt x="1059189" y="55021"/>
                  </a:lnTo>
                  <a:lnTo>
                    <a:pt x="1150380" y="70196"/>
                  </a:lnTo>
                  <a:lnTo>
                    <a:pt x="1236991" y="87263"/>
                  </a:lnTo>
                  <a:lnTo>
                    <a:pt x="1317860" y="106310"/>
                  </a:lnTo>
                  <a:lnTo>
                    <a:pt x="1392584" y="127503"/>
                  </a:lnTo>
                  <a:lnTo>
                    <a:pt x="1461323" y="151092"/>
                  </a:lnTo>
                  <a:lnTo>
                    <a:pt x="1524607" y="177401"/>
                  </a:lnTo>
                  <a:lnTo>
                    <a:pt x="1583192" y="206815"/>
                  </a:lnTo>
                  <a:lnTo>
                    <a:pt x="1637943" y="239759"/>
                  </a:lnTo>
                  <a:lnTo>
                    <a:pt x="1689751" y="276649"/>
                  </a:lnTo>
                  <a:lnTo>
                    <a:pt x="1739462" y="317816"/>
                  </a:lnTo>
                  <a:lnTo>
                    <a:pt x="1768425" y="344477"/>
                  </a:lnTo>
                  <a:lnTo>
                    <a:pt x="1810105" y="386215"/>
                  </a:lnTo>
                  <a:lnTo>
                    <a:pt x="1851383" y="431364"/>
                  </a:lnTo>
                  <a:lnTo>
                    <a:pt x="1892559" y="479990"/>
                  </a:lnTo>
                  <a:lnTo>
                    <a:pt x="1933857" y="532090"/>
                  </a:lnTo>
                  <a:lnTo>
                    <a:pt x="1975439" y="587581"/>
                  </a:lnTo>
                  <a:lnTo>
                    <a:pt x="2017407" y="646293"/>
                  </a:lnTo>
                  <a:lnTo>
                    <a:pt x="2059811" y="707969"/>
                  </a:lnTo>
                  <a:lnTo>
                    <a:pt x="2102654" y="772262"/>
                  </a:lnTo>
                  <a:lnTo>
                    <a:pt x="2145896" y="838741"/>
                  </a:lnTo>
                  <a:lnTo>
                    <a:pt x="2189463" y="906901"/>
                  </a:lnTo>
                  <a:lnTo>
                    <a:pt x="2233254" y="976177"/>
                  </a:lnTo>
                  <a:lnTo>
                    <a:pt x="2277150" y="1045965"/>
                  </a:lnTo>
                  <a:lnTo>
                    <a:pt x="2321023" y="1115641"/>
                  </a:lnTo>
                  <a:lnTo>
                    <a:pt x="2364747" y="1184584"/>
                  </a:lnTo>
                  <a:lnTo>
                    <a:pt x="2408208" y="1252203"/>
                  </a:lnTo>
                  <a:lnTo>
                    <a:pt x="2451313" y="1317952"/>
                  </a:lnTo>
                  <a:lnTo>
                    <a:pt x="2494001" y="1381351"/>
                  </a:lnTo>
                  <a:lnTo>
                    <a:pt x="2536246" y="1441998"/>
                  </a:lnTo>
                  <a:lnTo>
                    <a:pt x="2578067" y="1499579"/>
                  </a:lnTo>
                  <a:lnTo>
                    <a:pt x="2619532" y="1553868"/>
                  </a:lnTo>
                  <a:lnTo>
                    <a:pt x="2660765" y="1604727"/>
                  </a:lnTo>
                  <a:lnTo>
                    <a:pt x="2701948" y="1652102"/>
                  </a:lnTo>
                  <a:lnTo>
                    <a:pt x="2743332" y="1696015"/>
                  </a:lnTo>
                  <a:lnTo>
                    <a:pt x="2770117" y="1722387"/>
                  </a:lnTo>
                  <a:lnTo>
                    <a:pt x="2818931" y="1766183"/>
                  </a:lnTo>
                  <a:lnTo>
                    <a:pt x="2869392" y="1805595"/>
                  </a:lnTo>
                  <a:lnTo>
                    <a:pt x="2922281" y="1840846"/>
                  </a:lnTo>
                  <a:lnTo>
                    <a:pt x="2978471" y="1872314"/>
                  </a:lnTo>
                  <a:lnTo>
                    <a:pt x="3038852" y="1900426"/>
                  </a:lnTo>
                  <a:lnTo>
                    <a:pt x="3104255" y="1925594"/>
                  </a:lnTo>
                  <a:lnTo>
                    <a:pt x="3175362" y="1948182"/>
                  </a:lnTo>
                  <a:lnTo>
                    <a:pt x="3252572" y="1968484"/>
                  </a:lnTo>
                  <a:lnTo>
                    <a:pt x="3335845" y="1986717"/>
                  </a:lnTo>
                  <a:lnTo>
                    <a:pt x="3424493" y="2003014"/>
                  </a:lnTo>
                  <a:lnTo>
                    <a:pt x="3516992" y="2017435"/>
                  </a:lnTo>
                  <a:lnTo>
                    <a:pt x="3610840" y="2029974"/>
                  </a:lnTo>
                  <a:lnTo>
                    <a:pt x="3702579" y="2040590"/>
                  </a:lnTo>
                  <a:lnTo>
                    <a:pt x="3788070" y="2049244"/>
                  </a:lnTo>
                  <a:lnTo>
                    <a:pt x="3863062" y="2055943"/>
                  </a:lnTo>
                  <a:lnTo>
                    <a:pt x="3923981" y="2060782"/>
                  </a:lnTo>
                  <a:lnTo>
                    <a:pt x="3968730" y="2063962"/>
                  </a:lnTo>
                  <a:lnTo>
                    <a:pt x="3997252" y="2065785"/>
                  </a:lnTo>
                  <a:lnTo>
                    <a:pt x="4011680" y="2066617"/>
                  </a:lnTo>
                  <a:lnTo>
                    <a:pt x="4016148" y="2066851"/>
                  </a:lnTo>
                  <a:lnTo>
                    <a:pt x="4016409" y="2066864"/>
                  </a:lnTo>
                  <a:lnTo>
                    <a:pt x="4538543" y="2066864"/>
                  </a:lnTo>
                  <a:lnTo>
                    <a:pt x="4539802" y="2066840"/>
                  </a:lnTo>
                  <a:lnTo>
                    <a:pt x="4548034" y="2066664"/>
                  </a:lnTo>
                  <a:lnTo>
                    <a:pt x="4568621" y="2066179"/>
                  </a:lnTo>
                  <a:lnTo>
                    <a:pt x="4605004" y="2065225"/>
                  </a:lnTo>
                  <a:lnTo>
                    <a:pt x="4658373" y="2063664"/>
                  </a:lnTo>
                  <a:lnTo>
                    <a:pt x="4727611" y="2061390"/>
                  </a:lnTo>
                  <a:lnTo>
                    <a:pt x="4809671" y="2058342"/>
                  </a:lnTo>
                  <a:lnTo>
                    <a:pt x="4900344" y="2054502"/>
                  </a:lnTo>
                  <a:lnTo>
                    <a:pt x="4995148" y="2049877"/>
                  </a:lnTo>
                  <a:lnTo>
                    <a:pt x="5090078" y="2044488"/>
                  </a:lnTo>
                  <a:lnTo>
                    <a:pt x="5182047" y="2038344"/>
                  </a:lnTo>
                  <a:lnTo>
                    <a:pt x="5269025" y="2031434"/>
                  </a:lnTo>
                  <a:lnTo>
                    <a:pt x="5349950" y="2023716"/>
                  </a:lnTo>
                  <a:lnTo>
                    <a:pt x="5424531" y="2015115"/>
                  </a:lnTo>
                  <a:lnTo>
                    <a:pt x="5493031" y="2005522"/>
                  </a:lnTo>
                  <a:lnTo>
                    <a:pt x="5556073" y="1994798"/>
                  </a:lnTo>
                  <a:lnTo>
                    <a:pt x="5614484" y="1982781"/>
                  </a:lnTo>
                  <a:lnTo>
                    <a:pt x="5669185" y="1969296"/>
                  </a:lnTo>
                  <a:lnTo>
                    <a:pt x="5721104" y="1954177"/>
                  </a:lnTo>
                  <a:lnTo>
                    <a:pt x="5771097" y="1937309"/>
                  </a:lnTo>
                  <a:lnTo>
                    <a:pt x="5784835" y="1932273"/>
                  </a:lnTo>
                  <a:lnTo>
                    <a:pt x="5835781" y="1912133"/>
                  </a:lnTo>
                  <a:lnTo>
                    <a:pt x="5886232" y="1889985"/>
                  </a:lnTo>
                  <a:lnTo>
                    <a:pt x="5936688" y="1865800"/>
                  </a:lnTo>
                  <a:lnTo>
                    <a:pt x="5987496" y="1839611"/>
                  </a:lnTo>
                  <a:lnTo>
                    <a:pt x="6038867" y="1811526"/>
                  </a:lnTo>
                  <a:lnTo>
                    <a:pt x="6090893" y="1781730"/>
                  </a:lnTo>
                  <a:lnTo>
                    <a:pt x="6143559" y="1750485"/>
                  </a:lnTo>
                  <a:lnTo>
                    <a:pt x="6196765" y="1718126"/>
                  </a:lnTo>
                  <a:lnTo>
                    <a:pt x="6250339" y="1685043"/>
                  </a:lnTo>
                  <a:lnTo>
                    <a:pt x="6304066" y="1651667"/>
                  </a:lnTo>
                  <a:lnTo>
                    <a:pt x="6357713" y="1618443"/>
                  </a:lnTo>
                  <a:lnTo>
                    <a:pt x="6411056" y="1585811"/>
                  </a:lnTo>
                  <a:lnTo>
                    <a:pt x="6463907" y="1554176"/>
                  </a:lnTo>
                  <a:lnTo>
                    <a:pt x="6516141" y="1523890"/>
                  </a:lnTo>
                  <a:lnTo>
                    <a:pt x="6567714" y="1495241"/>
                  </a:lnTo>
                  <a:lnTo>
                    <a:pt x="6618683" y="1468438"/>
                  </a:lnTo>
                  <a:lnTo>
                    <a:pt x="6669220" y="1443613"/>
                  </a:lnTo>
                  <a:lnTo>
                    <a:pt x="6719626" y="1420823"/>
                  </a:lnTo>
                  <a:lnTo>
                    <a:pt x="6770351" y="1400056"/>
                  </a:lnTo>
                  <a:lnTo>
                    <a:pt x="6786527" y="1393910"/>
                  </a:lnTo>
                  <a:lnTo>
                    <a:pt x="6836115" y="1376544"/>
                  </a:lnTo>
                  <a:lnTo>
                    <a:pt x="6887414" y="1360945"/>
                  </a:lnTo>
                  <a:lnTo>
                    <a:pt x="6941245" y="1347018"/>
                  </a:lnTo>
                  <a:lnTo>
                    <a:pt x="6998524" y="1334608"/>
                  </a:lnTo>
                  <a:lnTo>
                    <a:pt x="7060181" y="1323540"/>
                  </a:lnTo>
                  <a:lnTo>
                    <a:pt x="7127081" y="1313646"/>
                  </a:lnTo>
                  <a:lnTo>
                    <a:pt x="7199917" y="1304779"/>
                  </a:lnTo>
                  <a:lnTo>
                    <a:pt x="7279068" y="1296823"/>
                  </a:lnTo>
                  <a:lnTo>
                    <a:pt x="7364423" y="1289693"/>
                  </a:lnTo>
                  <a:lnTo>
                    <a:pt x="7455156" y="1283337"/>
                  </a:lnTo>
                  <a:lnTo>
                    <a:pt x="7549523" y="1277736"/>
                  </a:lnTo>
                  <a:lnTo>
                    <a:pt x="7644732" y="1272896"/>
                  </a:lnTo>
                  <a:lnTo>
                    <a:pt x="7737003" y="1268835"/>
                  </a:lnTo>
                  <a:lnTo>
                    <a:pt x="7821924" y="1265566"/>
                  </a:lnTo>
                  <a:lnTo>
                    <a:pt x="7895121" y="1263079"/>
                  </a:lnTo>
                  <a:lnTo>
                    <a:pt x="7953135" y="1261328"/>
                  </a:lnTo>
                  <a:lnTo>
                    <a:pt x="7994251" y="1260217"/>
                  </a:lnTo>
                  <a:lnTo>
                    <a:pt x="8019001" y="1259616"/>
                  </a:lnTo>
                  <a:lnTo>
                    <a:pt x="8030224" y="1259370"/>
                  </a:lnTo>
                  <a:lnTo>
                    <a:pt x="8032790" y="1259319"/>
                  </a:lnTo>
                  <a:lnTo>
                    <a:pt x="8032819" y="1259319"/>
                  </a:lnTo>
                  <a:lnTo>
                    <a:pt x="8554953" y="1259319"/>
                  </a:lnTo>
                  <a:lnTo>
                    <a:pt x="8554953" y="1259319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526" name="pl526"/>
            <p:cNvSpPr/>
            <p:nvPr/>
          </p:nvSpPr>
          <p:spPr>
            <a:xfrm>
              <a:off x="386606" y="2580396"/>
              <a:ext cx="8554953" cy="2066864"/>
            </a:xfrm>
            <a:custGeom>
              <a:avLst/>
              <a:pathLst>
                <a:path w="8554953" h="2066864">
                  <a:moveTo>
                    <a:pt x="8554953" y="1259319"/>
                  </a:moveTo>
                  <a:lnTo>
                    <a:pt x="8032819" y="1259319"/>
                  </a:lnTo>
                  <a:lnTo>
                    <a:pt x="8031560" y="1259343"/>
                  </a:lnTo>
                  <a:lnTo>
                    <a:pt x="8023328" y="1259519"/>
                  </a:lnTo>
                  <a:lnTo>
                    <a:pt x="8002741" y="1260004"/>
                  </a:lnTo>
                  <a:lnTo>
                    <a:pt x="7966358" y="1260957"/>
                  </a:lnTo>
                  <a:lnTo>
                    <a:pt x="7912988" y="1262519"/>
                  </a:lnTo>
                  <a:lnTo>
                    <a:pt x="7843751" y="1264793"/>
                  </a:lnTo>
                  <a:lnTo>
                    <a:pt x="7761691" y="1267841"/>
                  </a:lnTo>
                  <a:lnTo>
                    <a:pt x="7671018" y="1271681"/>
                  </a:lnTo>
                  <a:lnTo>
                    <a:pt x="7576214" y="1276305"/>
                  </a:lnTo>
                  <a:lnTo>
                    <a:pt x="7481284" y="1281694"/>
                  </a:lnTo>
                  <a:lnTo>
                    <a:pt x="7389315" y="1287838"/>
                  </a:lnTo>
                  <a:lnTo>
                    <a:pt x="7302337" y="1294748"/>
                  </a:lnTo>
                  <a:lnTo>
                    <a:pt x="7221412" y="1302467"/>
                  </a:lnTo>
                  <a:lnTo>
                    <a:pt x="7146831" y="1311068"/>
                  </a:lnTo>
                  <a:lnTo>
                    <a:pt x="7078331" y="1320661"/>
                  </a:lnTo>
                  <a:lnTo>
                    <a:pt x="7015288" y="1331385"/>
                  </a:lnTo>
                  <a:lnTo>
                    <a:pt x="6956878" y="1343402"/>
                  </a:lnTo>
                  <a:lnTo>
                    <a:pt x="6902177" y="1356887"/>
                  </a:lnTo>
                  <a:lnTo>
                    <a:pt x="6850258" y="1372005"/>
                  </a:lnTo>
                  <a:lnTo>
                    <a:pt x="6800265" y="1388874"/>
                  </a:lnTo>
                  <a:lnTo>
                    <a:pt x="6786527" y="1393910"/>
                  </a:lnTo>
                  <a:lnTo>
                    <a:pt x="6735581" y="1414050"/>
                  </a:lnTo>
                  <a:lnTo>
                    <a:pt x="6685130" y="1436197"/>
                  </a:lnTo>
                  <a:lnTo>
                    <a:pt x="6634674" y="1460383"/>
                  </a:lnTo>
                  <a:lnTo>
                    <a:pt x="6583866" y="1486572"/>
                  </a:lnTo>
                  <a:lnTo>
                    <a:pt x="6532495" y="1514657"/>
                  </a:lnTo>
                  <a:lnTo>
                    <a:pt x="6480469" y="1544453"/>
                  </a:lnTo>
                  <a:lnTo>
                    <a:pt x="6427803" y="1575697"/>
                  </a:lnTo>
                  <a:lnTo>
                    <a:pt x="6374597" y="1608057"/>
                  </a:lnTo>
                  <a:lnTo>
                    <a:pt x="6321023" y="1641140"/>
                  </a:lnTo>
                  <a:lnTo>
                    <a:pt x="6267296" y="1674516"/>
                  </a:lnTo>
                  <a:lnTo>
                    <a:pt x="6213649" y="1707739"/>
                  </a:lnTo>
                  <a:lnTo>
                    <a:pt x="6160306" y="1740372"/>
                  </a:lnTo>
                  <a:lnTo>
                    <a:pt x="6107455" y="1772007"/>
                  </a:lnTo>
                  <a:lnTo>
                    <a:pt x="6055221" y="1802292"/>
                  </a:lnTo>
                  <a:lnTo>
                    <a:pt x="6003648" y="1830942"/>
                  </a:lnTo>
                  <a:lnTo>
                    <a:pt x="5952679" y="1857744"/>
                  </a:lnTo>
                  <a:lnTo>
                    <a:pt x="5902142" y="1882569"/>
                  </a:lnTo>
                  <a:lnTo>
                    <a:pt x="5851736" y="1905360"/>
                  </a:lnTo>
                  <a:lnTo>
                    <a:pt x="5801011" y="1926127"/>
                  </a:lnTo>
                  <a:lnTo>
                    <a:pt x="5784835" y="1932273"/>
                  </a:lnTo>
                  <a:lnTo>
                    <a:pt x="5735247" y="1949639"/>
                  </a:lnTo>
                  <a:lnTo>
                    <a:pt x="5683948" y="1965238"/>
                  </a:lnTo>
                  <a:lnTo>
                    <a:pt x="5630117" y="1979165"/>
                  </a:lnTo>
                  <a:lnTo>
                    <a:pt x="5572838" y="1991575"/>
                  </a:lnTo>
                  <a:lnTo>
                    <a:pt x="5511181" y="2002643"/>
                  </a:lnTo>
                  <a:lnTo>
                    <a:pt x="5444281" y="2012537"/>
                  </a:lnTo>
                  <a:lnTo>
                    <a:pt x="5371445" y="2021403"/>
                  </a:lnTo>
                  <a:lnTo>
                    <a:pt x="5292294" y="2029360"/>
                  </a:lnTo>
                  <a:lnTo>
                    <a:pt x="5206939" y="2036490"/>
                  </a:lnTo>
                  <a:lnTo>
                    <a:pt x="5116206" y="2042846"/>
                  </a:lnTo>
                  <a:lnTo>
                    <a:pt x="5021839" y="2048446"/>
                  </a:lnTo>
                  <a:lnTo>
                    <a:pt x="4926630" y="2053286"/>
                  </a:lnTo>
                  <a:lnTo>
                    <a:pt x="4834359" y="2057348"/>
                  </a:lnTo>
                  <a:lnTo>
                    <a:pt x="4749438" y="2060617"/>
                  </a:lnTo>
                  <a:lnTo>
                    <a:pt x="4676241" y="2063103"/>
                  </a:lnTo>
                  <a:lnTo>
                    <a:pt x="4618226" y="2064855"/>
                  </a:lnTo>
                  <a:lnTo>
                    <a:pt x="4577111" y="2065966"/>
                  </a:lnTo>
                  <a:lnTo>
                    <a:pt x="4552361" y="2066566"/>
                  </a:lnTo>
                  <a:lnTo>
                    <a:pt x="4541138" y="2066812"/>
                  </a:lnTo>
                  <a:lnTo>
                    <a:pt x="4538571" y="2066864"/>
                  </a:lnTo>
                  <a:lnTo>
                    <a:pt x="4538543" y="2066864"/>
                  </a:lnTo>
                  <a:lnTo>
                    <a:pt x="4016409" y="2066864"/>
                  </a:lnTo>
                  <a:lnTo>
                    <a:pt x="4015206" y="2066804"/>
                  </a:lnTo>
                  <a:lnTo>
                    <a:pt x="4007332" y="2066375"/>
                  </a:lnTo>
                  <a:lnTo>
                    <a:pt x="3987611" y="2065190"/>
                  </a:lnTo>
                  <a:lnTo>
                    <a:pt x="3952678" y="2062861"/>
                  </a:lnTo>
                  <a:lnTo>
                    <a:pt x="3901276" y="2059043"/>
                  </a:lnTo>
                  <a:lnTo>
                    <a:pt x="3834328" y="2053472"/>
                  </a:lnTo>
                  <a:lnTo>
                    <a:pt x="3754613" y="2045990"/>
                  </a:lnTo>
                  <a:lnTo>
                    <a:pt x="3666081" y="2036542"/>
                  </a:lnTo>
                  <a:lnTo>
                    <a:pt x="3573022" y="2025144"/>
                  </a:lnTo>
                  <a:lnTo>
                    <a:pt x="3479353" y="2011843"/>
                  </a:lnTo>
                  <a:lnTo>
                    <a:pt x="3388163" y="1996667"/>
                  </a:lnTo>
                  <a:lnTo>
                    <a:pt x="3301551" y="1979601"/>
                  </a:lnTo>
                  <a:lnTo>
                    <a:pt x="3220682" y="1960554"/>
                  </a:lnTo>
                  <a:lnTo>
                    <a:pt x="3145958" y="1939361"/>
                  </a:lnTo>
                  <a:lnTo>
                    <a:pt x="3077219" y="1915771"/>
                  </a:lnTo>
                  <a:lnTo>
                    <a:pt x="3013935" y="1889462"/>
                  </a:lnTo>
                  <a:lnTo>
                    <a:pt x="2955350" y="1860048"/>
                  </a:lnTo>
                  <a:lnTo>
                    <a:pt x="2900599" y="1827105"/>
                  </a:lnTo>
                  <a:lnTo>
                    <a:pt x="2848791" y="1790215"/>
                  </a:lnTo>
                  <a:lnTo>
                    <a:pt x="2799080" y="1749048"/>
                  </a:lnTo>
                  <a:lnTo>
                    <a:pt x="2770117" y="1722387"/>
                  </a:lnTo>
                  <a:lnTo>
                    <a:pt x="2728437" y="1680649"/>
                  </a:lnTo>
                  <a:lnTo>
                    <a:pt x="2687159" y="1635500"/>
                  </a:lnTo>
                  <a:lnTo>
                    <a:pt x="2645983" y="1586873"/>
                  </a:lnTo>
                  <a:lnTo>
                    <a:pt x="2604685" y="1534773"/>
                  </a:lnTo>
                  <a:lnTo>
                    <a:pt x="2563103" y="1479283"/>
                  </a:lnTo>
                  <a:lnTo>
                    <a:pt x="2521135" y="1420570"/>
                  </a:lnTo>
                  <a:lnTo>
                    <a:pt x="2478731" y="1358894"/>
                  </a:lnTo>
                  <a:lnTo>
                    <a:pt x="2435888" y="1294602"/>
                  </a:lnTo>
                  <a:lnTo>
                    <a:pt x="2392646" y="1228123"/>
                  </a:lnTo>
                  <a:lnTo>
                    <a:pt x="2349079" y="1159963"/>
                  </a:lnTo>
                  <a:lnTo>
                    <a:pt x="2305288" y="1090687"/>
                  </a:lnTo>
                  <a:lnTo>
                    <a:pt x="2261392" y="1020899"/>
                  </a:lnTo>
                  <a:lnTo>
                    <a:pt x="2217519" y="951223"/>
                  </a:lnTo>
                  <a:lnTo>
                    <a:pt x="2173796" y="882279"/>
                  </a:lnTo>
                  <a:lnTo>
                    <a:pt x="2130335" y="814661"/>
                  </a:lnTo>
                  <a:lnTo>
                    <a:pt x="2087229" y="748912"/>
                  </a:lnTo>
                  <a:lnTo>
                    <a:pt x="2044541" y="685513"/>
                  </a:lnTo>
                  <a:lnTo>
                    <a:pt x="2002296" y="624865"/>
                  </a:lnTo>
                  <a:lnTo>
                    <a:pt x="1960475" y="567284"/>
                  </a:lnTo>
                  <a:lnTo>
                    <a:pt x="1919010" y="512996"/>
                  </a:lnTo>
                  <a:lnTo>
                    <a:pt x="1877777" y="462137"/>
                  </a:lnTo>
                  <a:lnTo>
                    <a:pt x="1836594" y="414762"/>
                  </a:lnTo>
                  <a:lnTo>
                    <a:pt x="1795210" y="370848"/>
                  </a:lnTo>
                  <a:lnTo>
                    <a:pt x="1768425" y="344477"/>
                  </a:lnTo>
                  <a:lnTo>
                    <a:pt x="1719611" y="300680"/>
                  </a:lnTo>
                  <a:lnTo>
                    <a:pt x="1669150" y="261268"/>
                  </a:lnTo>
                  <a:lnTo>
                    <a:pt x="1616261" y="226018"/>
                  </a:lnTo>
                  <a:lnTo>
                    <a:pt x="1560071" y="194549"/>
                  </a:lnTo>
                  <a:lnTo>
                    <a:pt x="1499690" y="166438"/>
                  </a:lnTo>
                  <a:lnTo>
                    <a:pt x="1434287" y="141269"/>
                  </a:lnTo>
                  <a:lnTo>
                    <a:pt x="1363180" y="118681"/>
                  </a:lnTo>
                  <a:lnTo>
                    <a:pt x="1285970" y="98379"/>
                  </a:lnTo>
                  <a:lnTo>
                    <a:pt x="1202698" y="80147"/>
                  </a:lnTo>
                  <a:lnTo>
                    <a:pt x="1114049" y="63849"/>
                  </a:lnTo>
                  <a:lnTo>
                    <a:pt x="1021550" y="49429"/>
                  </a:lnTo>
                  <a:lnTo>
                    <a:pt x="927702" y="36890"/>
                  </a:lnTo>
                  <a:lnTo>
                    <a:pt x="835963" y="26274"/>
                  </a:lnTo>
                  <a:lnTo>
                    <a:pt x="750472" y="17620"/>
                  </a:lnTo>
                  <a:lnTo>
                    <a:pt x="675480" y="10921"/>
                  </a:lnTo>
                  <a:lnTo>
                    <a:pt x="614561" y="6082"/>
                  </a:lnTo>
                  <a:lnTo>
                    <a:pt x="569812" y="2902"/>
                  </a:lnTo>
                  <a:lnTo>
                    <a:pt x="541290" y="1079"/>
                  </a:lnTo>
                  <a:lnTo>
                    <a:pt x="526862" y="246"/>
                  </a:lnTo>
                  <a:lnTo>
                    <a:pt x="522394" y="12"/>
                  </a:lnTo>
                  <a:lnTo>
                    <a:pt x="522133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527" name="pg527"/>
            <p:cNvSpPr/>
            <p:nvPr/>
          </p:nvSpPr>
          <p:spPr>
            <a:xfrm>
              <a:off x="386606" y="2608632"/>
              <a:ext cx="8554953" cy="2089453"/>
            </a:xfrm>
            <a:custGeom>
              <a:avLst/>
              <a:pathLst>
                <a:path w="8554953" h="2089453">
                  <a:moveTo>
                    <a:pt x="0" y="5647"/>
                  </a:moveTo>
                  <a:lnTo>
                    <a:pt x="522133" y="5647"/>
                  </a:lnTo>
                  <a:lnTo>
                    <a:pt x="523335" y="5707"/>
                  </a:lnTo>
                  <a:lnTo>
                    <a:pt x="531202" y="6139"/>
                  </a:lnTo>
                  <a:lnTo>
                    <a:pt x="550908" y="7333"/>
                  </a:lnTo>
                  <a:lnTo>
                    <a:pt x="585814" y="9679"/>
                  </a:lnTo>
                  <a:lnTo>
                    <a:pt x="637180" y="13525"/>
                  </a:lnTo>
                  <a:lnTo>
                    <a:pt x="704085" y="19137"/>
                  </a:lnTo>
                  <a:lnTo>
                    <a:pt x="783755" y="26674"/>
                  </a:lnTo>
                  <a:lnTo>
                    <a:pt x="872248" y="36193"/>
                  </a:lnTo>
                  <a:lnTo>
                    <a:pt x="965273" y="47676"/>
                  </a:lnTo>
                  <a:lnTo>
                    <a:pt x="1058918" y="61077"/>
                  </a:lnTo>
                  <a:lnTo>
                    <a:pt x="1150093" y="76367"/>
                  </a:lnTo>
                  <a:lnTo>
                    <a:pt x="1236698" y="93562"/>
                  </a:lnTo>
                  <a:lnTo>
                    <a:pt x="1317565" y="112751"/>
                  </a:lnTo>
                  <a:lnTo>
                    <a:pt x="1392291" y="134103"/>
                  </a:lnTo>
                  <a:lnTo>
                    <a:pt x="1461034" y="157868"/>
                  </a:lnTo>
                  <a:lnTo>
                    <a:pt x="1524323" y="184372"/>
                  </a:lnTo>
                  <a:lnTo>
                    <a:pt x="1582912" y="214002"/>
                  </a:lnTo>
                  <a:lnTo>
                    <a:pt x="1637664" y="247187"/>
                  </a:lnTo>
                  <a:lnTo>
                    <a:pt x="1689470" y="284345"/>
                  </a:lnTo>
                  <a:lnTo>
                    <a:pt x="1739176" y="325813"/>
                  </a:lnTo>
                  <a:lnTo>
                    <a:pt x="1768425" y="352948"/>
                  </a:lnTo>
                  <a:lnTo>
                    <a:pt x="1809994" y="394911"/>
                  </a:lnTo>
                  <a:lnTo>
                    <a:pt x="1851163" y="440294"/>
                  </a:lnTo>
                  <a:lnTo>
                    <a:pt x="1892228" y="489165"/>
                  </a:lnTo>
                  <a:lnTo>
                    <a:pt x="1933414" y="541519"/>
                  </a:lnTo>
                  <a:lnTo>
                    <a:pt x="1974881" y="597274"/>
                  </a:lnTo>
                  <a:lnTo>
                    <a:pt x="2016730" y="656264"/>
                  </a:lnTo>
                  <a:lnTo>
                    <a:pt x="2059013" y="718230"/>
                  </a:lnTo>
                  <a:lnTo>
                    <a:pt x="2101733" y="782828"/>
                  </a:lnTo>
                  <a:lnTo>
                    <a:pt x="2144851" y="849628"/>
                  </a:lnTo>
                  <a:lnTo>
                    <a:pt x="2188295" y="918126"/>
                  </a:lnTo>
                  <a:lnTo>
                    <a:pt x="2231964" y="987761"/>
                  </a:lnTo>
                  <a:lnTo>
                    <a:pt x="2275741" y="1057926"/>
                  </a:lnTo>
                  <a:lnTo>
                    <a:pt x="2319499" y="1127999"/>
                  </a:lnTo>
                  <a:lnTo>
                    <a:pt x="2363114" y="1197359"/>
                  </a:lnTo>
                  <a:lnTo>
                    <a:pt x="2406470" y="1265412"/>
                  </a:lnTo>
                  <a:lnTo>
                    <a:pt x="2449477" y="1331611"/>
                  </a:lnTo>
                  <a:lnTo>
                    <a:pt x="2492070" y="1395472"/>
                  </a:lnTo>
                  <a:lnTo>
                    <a:pt x="2534222" y="1456590"/>
                  </a:lnTo>
                  <a:lnTo>
                    <a:pt x="2575951" y="1514647"/>
                  </a:lnTo>
                  <a:lnTo>
                    <a:pt x="2617322" y="1569411"/>
                  </a:lnTo>
                  <a:lnTo>
                    <a:pt x="2658452" y="1620741"/>
                  </a:lnTo>
                  <a:lnTo>
                    <a:pt x="2699522" y="1668578"/>
                  </a:lnTo>
                  <a:lnTo>
                    <a:pt x="2740775" y="1712940"/>
                  </a:lnTo>
                  <a:lnTo>
                    <a:pt x="2770117" y="1742152"/>
                  </a:lnTo>
                  <a:lnTo>
                    <a:pt x="2818917" y="1786295"/>
                  </a:lnTo>
                  <a:lnTo>
                    <a:pt x="2869362" y="1826021"/>
                  </a:lnTo>
                  <a:lnTo>
                    <a:pt x="2922234" y="1861553"/>
                  </a:lnTo>
                  <a:lnTo>
                    <a:pt x="2978403" y="1893273"/>
                  </a:lnTo>
                  <a:lnTo>
                    <a:pt x="3038760" y="1921611"/>
                  </a:lnTo>
                  <a:lnTo>
                    <a:pt x="3104136" y="1946983"/>
                  </a:lnTo>
                  <a:lnTo>
                    <a:pt x="3175210" y="1969754"/>
                  </a:lnTo>
                  <a:lnTo>
                    <a:pt x="3252385" y="1990221"/>
                  </a:lnTo>
                  <a:lnTo>
                    <a:pt x="3335618" y="2008603"/>
                  </a:lnTo>
                  <a:lnTo>
                    <a:pt x="3424228" y="2025034"/>
                  </a:lnTo>
                  <a:lnTo>
                    <a:pt x="3516692" y="2039575"/>
                  </a:lnTo>
                  <a:lnTo>
                    <a:pt x="3610513" y="2052219"/>
                  </a:lnTo>
                  <a:lnTo>
                    <a:pt x="3702240" y="2062927"/>
                  </a:lnTo>
                  <a:lnTo>
                    <a:pt x="3787739" y="2071657"/>
                  </a:lnTo>
                  <a:lnTo>
                    <a:pt x="3862762" y="2078417"/>
                  </a:lnTo>
                  <a:lnTo>
                    <a:pt x="3923733" y="2083302"/>
                  </a:lnTo>
                  <a:lnTo>
                    <a:pt x="3968549" y="2086515"/>
                  </a:lnTo>
                  <a:lnTo>
                    <a:pt x="3997142" y="2088358"/>
                  </a:lnTo>
                  <a:lnTo>
                    <a:pt x="4011632" y="2089201"/>
                  </a:lnTo>
                  <a:lnTo>
                    <a:pt x="4016140" y="2089440"/>
                  </a:lnTo>
                  <a:lnTo>
                    <a:pt x="4016409" y="2089453"/>
                  </a:lnTo>
                  <a:lnTo>
                    <a:pt x="4538543" y="2089453"/>
                  </a:lnTo>
                  <a:lnTo>
                    <a:pt x="4539812" y="2089446"/>
                  </a:lnTo>
                  <a:lnTo>
                    <a:pt x="4548108" y="2089398"/>
                  </a:lnTo>
                  <a:lnTo>
                    <a:pt x="4568848" y="2089264"/>
                  </a:lnTo>
                  <a:lnTo>
                    <a:pt x="4605487" y="2089002"/>
                  </a:lnTo>
                  <a:lnTo>
                    <a:pt x="4659203" y="2088573"/>
                  </a:lnTo>
                  <a:lnTo>
                    <a:pt x="4728842" y="2087948"/>
                  </a:lnTo>
                  <a:lnTo>
                    <a:pt x="4811310" y="2087111"/>
                  </a:lnTo>
                  <a:lnTo>
                    <a:pt x="4902353" y="2086056"/>
                  </a:lnTo>
                  <a:lnTo>
                    <a:pt x="4997456" y="2084787"/>
                  </a:lnTo>
                  <a:lnTo>
                    <a:pt x="5092598" y="2083308"/>
                  </a:lnTo>
                  <a:lnTo>
                    <a:pt x="5184696" y="2081622"/>
                  </a:lnTo>
                  <a:lnTo>
                    <a:pt x="5271731" y="2079726"/>
                  </a:lnTo>
                  <a:lnTo>
                    <a:pt x="5352660" y="2077607"/>
                  </a:lnTo>
                  <a:lnTo>
                    <a:pt x="5427213" y="2075246"/>
                  </a:lnTo>
                  <a:lnTo>
                    <a:pt x="5495671" y="2072611"/>
                  </a:lnTo>
                  <a:lnTo>
                    <a:pt x="5558672" y="2069665"/>
                  </a:lnTo>
                  <a:lnTo>
                    <a:pt x="5617055" y="2066362"/>
                  </a:lnTo>
                  <a:lnTo>
                    <a:pt x="5671752" y="2062655"/>
                  </a:lnTo>
                  <a:lnTo>
                    <a:pt x="5723695" y="2058497"/>
                  </a:lnTo>
                  <a:lnTo>
                    <a:pt x="5773742" y="2053859"/>
                  </a:lnTo>
                  <a:lnTo>
                    <a:pt x="5784835" y="2052746"/>
                  </a:lnTo>
                  <a:lnTo>
                    <a:pt x="5838809" y="2046907"/>
                  </a:lnTo>
                  <a:lnTo>
                    <a:pt x="5892263" y="2040453"/>
                  </a:lnTo>
                  <a:lnTo>
                    <a:pt x="5945776" y="2033374"/>
                  </a:lnTo>
                  <a:lnTo>
                    <a:pt x="5999737" y="2025687"/>
                  </a:lnTo>
                  <a:lnTo>
                    <a:pt x="6054365" y="2017430"/>
                  </a:lnTo>
                  <a:lnTo>
                    <a:pt x="6109734" y="2008670"/>
                  </a:lnTo>
                  <a:lnTo>
                    <a:pt x="6165791" y="1999502"/>
                  </a:lnTo>
                  <a:lnTo>
                    <a:pt x="6222381" y="1990040"/>
                  </a:lnTo>
                  <a:lnTo>
                    <a:pt x="6279273" y="1980419"/>
                  </a:lnTo>
                  <a:lnTo>
                    <a:pt x="6336197" y="1970782"/>
                  </a:lnTo>
                  <a:lnTo>
                    <a:pt x="6392876" y="1961272"/>
                  </a:lnTo>
                  <a:lnTo>
                    <a:pt x="6449070" y="1952027"/>
                  </a:lnTo>
                  <a:lnTo>
                    <a:pt x="6504603" y="1943167"/>
                  </a:lnTo>
                  <a:lnTo>
                    <a:pt x="6559396" y="1934790"/>
                  </a:lnTo>
                  <a:lnTo>
                    <a:pt x="6613493" y="1926969"/>
                  </a:lnTo>
                  <a:lnTo>
                    <a:pt x="6667080" y="1919751"/>
                  </a:lnTo>
                  <a:lnTo>
                    <a:pt x="6720504" y="1913157"/>
                  </a:lnTo>
                  <a:lnTo>
                    <a:pt x="6774299" y="1907181"/>
                  </a:lnTo>
                  <a:lnTo>
                    <a:pt x="6786527" y="1905920"/>
                  </a:lnTo>
                  <a:lnTo>
                    <a:pt x="6836250" y="1901172"/>
                  </a:lnTo>
                  <a:lnTo>
                    <a:pt x="6887696" y="1896908"/>
                  </a:lnTo>
                  <a:lnTo>
                    <a:pt x="6941691" y="1893102"/>
                  </a:lnTo>
                  <a:lnTo>
                    <a:pt x="6999161" y="1889712"/>
                  </a:lnTo>
                  <a:lnTo>
                    <a:pt x="7061043" y="1886690"/>
                  </a:lnTo>
                  <a:lnTo>
                    <a:pt x="7128206" y="1883989"/>
                  </a:lnTo>
                  <a:lnTo>
                    <a:pt x="7201346" y="1881569"/>
                  </a:lnTo>
                  <a:lnTo>
                    <a:pt x="7280838" y="1879398"/>
                  </a:lnTo>
                  <a:lnTo>
                    <a:pt x="7366557" y="1877453"/>
                  </a:lnTo>
                  <a:lnTo>
                    <a:pt x="7457653" y="1875720"/>
                  </a:lnTo>
                  <a:lnTo>
                    <a:pt x="7552340" y="1874194"/>
                  </a:lnTo>
                  <a:lnTo>
                    <a:pt x="7647774" y="1872877"/>
                  </a:lnTo>
                  <a:lnTo>
                    <a:pt x="7740118" y="1871774"/>
                  </a:lnTo>
                  <a:lnTo>
                    <a:pt x="7824914" y="1870888"/>
                  </a:lnTo>
                  <a:lnTo>
                    <a:pt x="7897770" y="1870216"/>
                  </a:lnTo>
                  <a:lnTo>
                    <a:pt x="7955254" y="1869745"/>
                  </a:lnTo>
                  <a:lnTo>
                    <a:pt x="7995724" y="1869448"/>
                  </a:lnTo>
                  <a:lnTo>
                    <a:pt x="8019823" y="1869289"/>
                  </a:lnTo>
                  <a:lnTo>
                    <a:pt x="8030515" y="1869226"/>
                  </a:lnTo>
                  <a:lnTo>
                    <a:pt x="8032819" y="1869213"/>
                  </a:lnTo>
                  <a:lnTo>
                    <a:pt x="8554953" y="1869213"/>
                  </a:lnTo>
                  <a:lnTo>
                    <a:pt x="8554953" y="1863566"/>
                  </a:lnTo>
                  <a:lnTo>
                    <a:pt x="8032819" y="1863566"/>
                  </a:lnTo>
                  <a:lnTo>
                    <a:pt x="8031550" y="1863573"/>
                  </a:lnTo>
                  <a:lnTo>
                    <a:pt x="8023254" y="1863621"/>
                  </a:lnTo>
                  <a:lnTo>
                    <a:pt x="8002514" y="1863754"/>
                  </a:lnTo>
                  <a:lnTo>
                    <a:pt x="7965875" y="1864017"/>
                  </a:lnTo>
                  <a:lnTo>
                    <a:pt x="7912159" y="1864446"/>
                  </a:lnTo>
                  <a:lnTo>
                    <a:pt x="7842520" y="1865071"/>
                  </a:lnTo>
                  <a:lnTo>
                    <a:pt x="7760052" y="1865908"/>
                  </a:lnTo>
                  <a:lnTo>
                    <a:pt x="7669009" y="1866962"/>
                  </a:lnTo>
                  <a:lnTo>
                    <a:pt x="7573906" y="1868232"/>
                  </a:lnTo>
                  <a:lnTo>
                    <a:pt x="7478764" y="1869711"/>
                  </a:lnTo>
                  <a:lnTo>
                    <a:pt x="7386666" y="1871397"/>
                  </a:lnTo>
                  <a:lnTo>
                    <a:pt x="7299631" y="1873293"/>
                  </a:lnTo>
                  <a:lnTo>
                    <a:pt x="7218702" y="1875411"/>
                  </a:lnTo>
                  <a:lnTo>
                    <a:pt x="7144149" y="1877773"/>
                  </a:lnTo>
                  <a:lnTo>
                    <a:pt x="7075690" y="1880407"/>
                  </a:lnTo>
                  <a:lnTo>
                    <a:pt x="7012690" y="1883354"/>
                  </a:lnTo>
                  <a:lnTo>
                    <a:pt x="6954307" y="1886657"/>
                  </a:lnTo>
                  <a:lnTo>
                    <a:pt x="6899610" y="1890364"/>
                  </a:lnTo>
                  <a:lnTo>
                    <a:pt x="6847667" y="1894522"/>
                  </a:lnTo>
                  <a:lnTo>
                    <a:pt x="6797620" y="1899160"/>
                  </a:lnTo>
                  <a:lnTo>
                    <a:pt x="6786527" y="1900273"/>
                  </a:lnTo>
                  <a:lnTo>
                    <a:pt x="6732553" y="1906111"/>
                  </a:lnTo>
                  <a:lnTo>
                    <a:pt x="6679099" y="1912566"/>
                  </a:lnTo>
                  <a:lnTo>
                    <a:pt x="6625586" y="1919644"/>
                  </a:lnTo>
                  <a:lnTo>
                    <a:pt x="6571625" y="1927332"/>
                  </a:lnTo>
                  <a:lnTo>
                    <a:pt x="6516997" y="1935589"/>
                  </a:lnTo>
                  <a:lnTo>
                    <a:pt x="6461628" y="1944349"/>
                  </a:lnTo>
                  <a:lnTo>
                    <a:pt x="6405570" y="1953517"/>
                  </a:lnTo>
                  <a:lnTo>
                    <a:pt x="6348981" y="1962979"/>
                  </a:lnTo>
                  <a:lnTo>
                    <a:pt x="6292089" y="1972600"/>
                  </a:lnTo>
                  <a:lnTo>
                    <a:pt x="6235165" y="1982237"/>
                  </a:lnTo>
                  <a:lnTo>
                    <a:pt x="6178486" y="1991747"/>
                  </a:lnTo>
                  <a:lnTo>
                    <a:pt x="6122292" y="2000992"/>
                  </a:lnTo>
                  <a:lnTo>
                    <a:pt x="6066759" y="2009852"/>
                  </a:lnTo>
                  <a:lnTo>
                    <a:pt x="6011966" y="2018229"/>
                  </a:lnTo>
                  <a:lnTo>
                    <a:pt x="5957869" y="2026050"/>
                  </a:lnTo>
                  <a:lnTo>
                    <a:pt x="5904282" y="2033267"/>
                  </a:lnTo>
                  <a:lnTo>
                    <a:pt x="5850858" y="2039862"/>
                  </a:lnTo>
                  <a:lnTo>
                    <a:pt x="5797063" y="2045838"/>
                  </a:lnTo>
                  <a:lnTo>
                    <a:pt x="5784835" y="2047099"/>
                  </a:lnTo>
                  <a:lnTo>
                    <a:pt x="5735112" y="2051847"/>
                  </a:lnTo>
                  <a:lnTo>
                    <a:pt x="5683666" y="2056111"/>
                  </a:lnTo>
                  <a:lnTo>
                    <a:pt x="5629671" y="2059916"/>
                  </a:lnTo>
                  <a:lnTo>
                    <a:pt x="5572201" y="2063306"/>
                  </a:lnTo>
                  <a:lnTo>
                    <a:pt x="5510319" y="2066329"/>
                  </a:lnTo>
                  <a:lnTo>
                    <a:pt x="5443156" y="2069030"/>
                  </a:lnTo>
                  <a:lnTo>
                    <a:pt x="5370016" y="2071450"/>
                  </a:lnTo>
                  <a:lnTo>
                    <a:pt x="5290523" y="2073621"/>
                  </a:lnTo>
                  <a:lnTo>
                    <a:pt x="5204805" y="2075566"/>
                  </a:lnTo>
                  <a:lnTo>
                    <a:pt x="5113709" y="2077299"/>
                  </a:lnTo>
                  <a:lnTo>
                    <a:pt x="5019022" y="2078825"/>
                  </a:lnTo>
                  <a:lnTo>
                    <a:pt x="4923588" y="2080142"/>
                  </a:lnTo>
                  <a:lnTo>
                    <a:pt x="4831244" y="2081245"/>
                  </a:lnTo>
                  <a:lnTo>
                    <a:pt x="4746448" y="2082131"/>
                  </a:lnTo>
                  <a:lnTo>
                    <a:pt x="4673592" y="2082803"/>
                  </a:lnTo>
                  <a:lnTo>
                    <a:pt x="4616108" y="2083274"/>
                  </a:lnTo>
                  <a:lnTo>
                    <a:pt x="4575638" y="2083571"/>
                  </a:lnTo>
                  <a:lnTo>
                    <a:pt x="4551539" y="2083730"/>
                  </a:lnTo>
                  <a:lnTo>
                    <a:pt x="4540847" y="2083793"/>
                  </a:lnTo>
                  <a:lnTo>
                    <a:pt x="4538543" y="2083806"/>
                  </a:lnTo>
                  <a:lnTo>
                    <a:pt x="4016409" y="2083806"/>
                  </a:lnTo>
                  <a:lnTo>
                    <a:pt x="4015207" y="2083745"/>
                  </a:lnTo>
                  <a:lnTo>
                    <a:pt x="4007340" y="2083313"/>
                  </a:lnTo>
                  <a:lnTo>
                    <a:pt x="3987634" y="2082119"/>
                  </a:lnTo>
                  <a:lnTo>
                    <a:pt x="3952728" y="2079774"/>
                  </a:lnTo>
                  <a:lnTo>
                    <a:pt x="3901362" y="2075928"/>
                  </a:lnTo>
                  <a:lnTo>
                    <a:pt x="3834457" y="2070315"/>
                  </a:lnTo>
                  <a:lnTo>
                    <a:pt x="3754787" y="2062778"/>
                  </a:lnTo>
                  <a:lnTo>
                    <a:pt x="3666295" y="2053260"/>
                  </a:lnTo>
                  <a:lnTo>
                    <a:pt x="3573269" y="2041777"/>
                  </a:lnTo>
                  <a:lnTo>
                    <a:pt x="3479624" y="2028375"/>
                  </a:lnTo>
                  <a:lnTo>
                    <a:pt x="3388449" y="2013086"/>
                  </a:lnTo>
                  <a:lnTo>
                    <a:pt x="3301844" y="1995890"/>
                  </a:lnTo>
                  <a:lnTo>
                    <a:pt x="3220977" y="1976701"/>
                  </a:lnTo>
                  <a:lnTo>
                    <a:pt x="3146251" y="1955349"/>
                  </a:lnTo>
                  <a:lnTo>
                    <a:pt x="3077508" y="1931584"/>
                  </a:lnTo>
                  <a:lnTo>
                    <a:pt x="3014219" y="1905081"/>
                  </a:lnTo>
                  <a:lnTo>
                    <a:pt x="2955630" y="1875450"/>
                  </a:lnTo>
                  <a:lnTo>
                    <a:pt x="2900879" y="1842265"/>
                  </a:lnTo>
                  <a:lnTo>
                    <a:pt x="2849072" y="1805107"/>
                  </a:lnTo>
                  <a:lnTo>
                    <a:pt x="2799366" y="1763639"/>
                  </a:lnTo>
                  <a:lnTo>
                    <a:pt x="2770117" y="1736505"/>
                  </a:lnTo>
                  <a:lnTo>
                    <a:pt x="2728548" y="1694542"/>
                  </a:lnTo>
                  <a:lnTo>
                    <a:pt x="2687379" y="1649158"/>
                  </a:lnTo>
                  <a:lnTo>
                    <a:pt x="2646314" y="1600288"/>
                  </a:lnTo>
                  <a:lnTo>
                    <a:pt x="2605128" y="1547934"/>
                  </a:lnTo>
                  <a:lnTo>
                    <a:pt x="2563662" y="1492178"/>
                  </a:lnTo>
                  <a:lnTo>
                    <a:pt x="2521812" y="1433189"/>
                  </a:lnTo>
                  <a:lnTo>
                    <a:pt x="2479529" y="1371222"/>
                  </a:lnTo>
                  <a:lnTo>
                    <a:pt x="2436809" y="1306625"/>
                  </a:lnTo>
                  <a:lnTo>
                    <a:pt x="2393691" y="1239825"/>
                  </a:lnTo>
                  <a:lnTo>
                    <a:pt x="2350248" y="1171326"/>
                  </a:lnTo>
                  <a:lnTo>
                    <a:pt x="2306578" y="1101692"/>
                  </a:lnTo>
                  <a:lnTo>
                    <a:pt x="2262801" y="1031526"/>
                  </a:lnTo>
                  <a:lnTo>
                    <a:pt x="2219043" y="961453"/>
                  </a:lnTo>
                  <a:lnTo>
                    <a:pt x="2175429" y="892093"/>
                  </a:lnTo>
                  <a:lnTo>
                    <a:pt x="2132072" y="824040"/>
                  </a:lnTo>
                  <a:lnTo>
                    <a:pt x="2089065" y="757842"/>
                  </a:lnTo>
                  <a:lnTo>
                    <a:pt x="2046472" y="693980"/>
                  </a:lnTo>
                  <a:lnTo>
                    <a:pt x="2004320" y="632862"/>
                  </a:lnTo>
                  <a:lnTo>
                    <a:pt x="1962591" y="574805"/>
                  </a:lnTo>
                  <a:lnTo>
                    <a:pt x="1921220" y="520041"/>
                  </a:lnTo>
                  <a:lnTo>
                    <a:pt x="1880090" y="468712"/>
                  </a:lnTo>
                  <a:lnTo>
                    <a:pt x="1839020" y="420875"/>
                  </a:lnTo>
                  <a:lnTo>
                    <a:pt x="1797767" y="376512"/>
                  </a:lnTo>
                  <a:lnTo>
                    <a:pt x="1768425" y="347301"/>
                  </a:lnTo>
                  <a:lnTo>
                    <a:pt x="1719626" y="303157"/>
                  </a:lnTo>
                  <a:lnTo>
                    <a:pt x="1669180" y="263432"/>
                  </a:lnTo>
                  <a:lnTo>
                    <a:pt x="1616308" y="227900"/>
                  </a:lnTo>
                  <a:lnTo>
                    <a:pt x="1560139" y="196179"/>
                  </a:lnTo>
                  <a:lnTo>
                    <a:pt x="1499782" y="167841"/>
                  </a:lnTo>
                  <a:lnTo>
                    <a:pt x="1434406" y="142469"/>
                  </a:lnTo>
                  <a:lnTo>
                    <a:pt x="1363332" y="119698"/>
                  </a:lnTo>
                  <a:lnTo>
                    <a:pt x="1286157" y="99231"/>
                  </a:lnTo>
                  <a:lnTo>
                    <a:pt x="1202924" y="80849"/>
                  </a:lnTo>
                  <a:lnTo>
                    <a:pt x="1114314" y="64418"/>
                  </a:lnTo>
                  <a:lnTo>
                    <a:pt x="1021850" y="49877"/>
                  </a:lnTo>
                  <a:lnTo>
                    <a:pt x="928029" y="37233"/>
                  </a:lnTo>
                  <a:lnTo>
                    <a:pt x="836302" y="26526"/>
                  </a:lnTo>
                  <a:lnTo>
                    <a:pt x="750803" y="17796"/>
                  </a:lnTo>
                  <a:lnTo>
                    <a:pt x="675780" y="11036"/>
                  </a:lnTo>
                  <a:lnTo>
                    <a:pt x="614809" y="6150"/>
                  </a:lnTo>
                  <a:lnTo>
                    <a:pt x="569993" y="2938"/>
                  </a:lnTo>
                  <a:lnTo>
                    <a:pt x="541400" y="1095"/>
                  </a:lnTo>
                  <a:lnTo>
                    <a:pt x="526910" y="251"/>
                  </a:lnTo>
                  <a:lnTo>
                    <a:pt x="522402" y="13"/>
                  </a:lnTo>
                  <a:lnTo>
                    <a:pt x="5221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528" name="pl528"/>
            <p:cNvSpPr/>
            <p:nvPr/>
          </p:nvSpPr>
          <p:spPr>
            <a:xfrm>
              <a:off x="386606" y="2614279"/>
              <a:ext cx="8554953" cy="2083806"/>
            </a:xfrm>
            <a:custGeom>
              <a:avLst/>
              <a:pathLst>
                <a:path w="8554953" h="2083806">
                  <a:moveTo>
                    <a:pt x="0" y="0"/>
                  </a:moveTo>
                  <a:lnTo>
                    <a:pt x="522133" y="0"/>
                  </a:lnTo>
                  <a:lnTo>
                    <a:pt x="523335" y="60"/>
                  </a:lnTo>
                  <a:lnTo>
                    <a:pt x="531202" y="492"/>
                  </a:lnTo>
                  <a:lnTo>
                    <a:pt x="550908" y="1686"/>
                  </a:lnTo>
                  <a:lnTo>
                    <a:pt x="585814" y="4031"/>
                  </a:lnTo>
                  <a:lnTo>
                    <a:pt x="637180" y="7878"/>
                  </a:lnTo>
                  <a:lnTo>
                    <a:pt x="704085" y="13490"/>
                  </a:lnTo>
                  <a:lnTo>
                    <a:pt x="783755" y="21027"/>
                  </a:lnTo>
                  <a:lnTo>
                    <a:pt x="872248" y="30546"/>
                  </a:lnTo>
                  <a:lnTo>
                    <a:pt x="965273" y="42028"/>
                  </a:lnTo>
                  <a:lnTo>
                    <a:pt x="1058918" y="55430"/>
                  </a:lnTo>
                  <a:lnTo>
                    <a:pt x="1150093" y="70719"/>
                  </a:lnTo>
                  <a:lnTo>
                    <a:pt x="1236698" y="87915"/>
                  </a:lnTo>
                  <a:lnTo>
                    <a:pt x="1317565" y="107104"/>
                  </a:lnTo>
                  <a:lnTo>
                    <a:pt x="1392291" y="128456"/>
                  </a:lnTo>
                  <a:lnTo>
                    <a:pt x="1461034" y="152221"/>
                  </a:lnTo>
                  <a:lnTo>
                    <a:pt x="1524323" y="178724"/>
                  </a:lnTo>
                  <a:lnTo>
                    <a:pt x="1582912" y="208355"/>
                  </a:lnTo>
                  <a:lnTo>
                    <a:pt x="1637664" y="241540"/>
                  </a:lnTo>
                  <a:lnTo>
                    <a:pt x="1689470" y="278698"/>
                  </a:lnTo>
                  <a:lnTo>
                    <a:pt x="1739176" y="320166"/>
                  </a:lnTo>
                  <a:lnTo>
                    <a:pt x="1768425" y="347301"/>
                  </a:lnTo>
                  <a:lnTo>
                    <a:pt x="1809994" y="389264"/>
                  </a:lnTo>
                  <a:lnTo>
                    <a:pt x="1851163" y="434647"/>
                  </a:lnTo>
                  <a:lnTo>
                    <a:pt x="1892228" y="483517"/>
                  </a:lnTo>
                  <a:lnTo>
                    <a:pt x="1933414" y="535872"/>
                  </a:lnTo>
                  <a:lnTo>
                    <a:pt x="1974881" y="591627"/>
                  </a:lnTo>
                  <a:lnTo>
                    <a:pt x="2016730" y="650616"/>
                  </a:lnTo>
                  <a:lnTo>
                    <a:pt x="2059013" y="712583"/>
                  </a:lnTo>
                  <a:lnTo>
                    <a:pt x="2101733" y="777180"/>
                  </a:lnTo>
                  <a:lnTo>
                    <a:pt x="2144851" y="843980"/>
                  </a:lnTo>
                  <a:lnTo>
                    <a:pt x="2188295" y="912479"/>
                  </a:lnTo>
                  <a:lnTo>
                    <a:pt x="2231964" y="982113"/>
                  </a:lnTo>
                  <a:lnTo>
                    <a:pt x="2275741" y="1052279"/>
                  </a:lnTo>
                  <a:lnTo>
                    <a:pt x="2319499" y="1122352"/>
                  </a:lnTo>
                  <a:lnTo>
                    <a:pt x="2363114" y="1191712"/>
                  </a:lnTo>
                  <a:lnTo>
                    <a:pt x="2406470" y="1259765"/>
                  </a:lnTo>
                  <a:lnTo>
                    <a:pt x="2449477" y="1325963"/>
                  </a:lnTo>
                  <a:lnTo>
                    <a:pt x="2492070" y="1389825"/>
                  </a:lnTo>
                  <a:lnTo>
                    <a:pt x="2534222" y="1450943"/>
                  </a:lnTo>
                  <a:lnTo>
                    <a:pt x="2575951" y="1509000"/>
                  </a:lnTo>
                  <a:lnTo>
                    <a:pt x="2617322" y="1563764"/>
                  </a:lnTo>
                  <a:lnTo>
                    <a:pt x="2658452" y="1615093"/>
                  </a:lnTo>
                  <a:lnTo>
                    <a:pt x="2699522" y="1662930"/>
                  </a:lnTo>
                  <a:lnTo>
                    <a:pt x="2740775" y="1707293"/>
                  </a:lnTo>
                  <a:lnTo>
                    <a:pt x="2770117" y="1736505"/>
                  </a:lnTo>
                  <a:lnTo>
                    <a:pt x="2818917" y="1780648"/>
                  </a:lnTo>
                  <a:lnTo>
                    <a:pt x="2869362" y="1820373"/>
                  </a:lnTo>
                  <a:lnTo>
                    <a:pt x="2922234" y="1855906"/>
                  </a:lnTo>
                  <a:lnTo>
                    <a:pt x="2978403" y="1887626"/>
                  </a:lnTo>
                  <a:lnTo>
                    <a:pt x="3038760" y="1915964"/>
                  </a:lnTo>
                  <a:lnTo>
                    <a:pt x="3104136" y="1941336"/>
                  </a:lnTo>
                  <a:lnTo>
                    <a:pt x="3175210" y="1964107"/>
                  </a:lnTo>
                  <a:lnTo>
                    <a:pt x="3252385" y="1984574"/>
                  </a:lnTo>
                  <a:lnTo>
                    <a:pt x="3335618" y="2002956"/>
                  </a:lnTo>
                  <a:lnTo>
                    <a:pt x="3424228" y="2019387"/>
                  </a:lnTo>
                  <a:lnTo>
                    <a:pt x="3516692" y="2033928"/>
                  </a:lnTo>
                  <a:lnTo>
                    <a:pt x="3610513" y="2046572"/>
                  </a:lnTo>
                  <a:lnTo>
                    <a:pt x="3702240" y="2057279"/>
                  </a:lnTo>
                  <a:lnTo>
                    <a:pt x="3787739" y="2066009"/>
                  </a:lnTo>
                  <a:lnTo>
                    <a:pt x="3862762" y="2072770"/>
                  </a:lnTo>
                  <a:lnTo>
                    <a:pt x="3923733" y="2077655"/>
                  </a:lnTo>
                  <a:lnTo>
                    <a:pt x="3968549" y="2080868"/>
                  </a:lnTo>
                  <a:lnTo>
                    <a:pt x="3997142" y="2082711"/>
                  </a:lnTo>
                  <a:lnTo>
                    <a:pt x="4011632" y="2083554"/>
                  </a:lnTo>
                  <a:lnTo>
                    <a:pt x="4016140" y="2083792"/>
                  </a:lnTo>
                  <a:lnTo>
                    <a:pt x="4016409" y="2083806"/>
                  </a:lnTo>
                  <a:lnTo>
                    <a:pt x="4538543" y="2083806"/>
                  </a:lnTo>
                  <a:lnTo>
                    <a:pt x="4539812" y="2083799"/>
                  </a:lnTo>
                  <a:lnTo>
                    <a:pt x="4548108" y="2083751"/>
                  </a:lnTo>
                  <a:lnTo>
                    <a:pt x="4568848" y="2083617"/>
                  </a:lnTo>
                  <a:lnTo>
                    <a:pt x="4605487" y="2083355"/>
                  </a:lnTo>
                  <a:lnTo>
                    <a:pt x="4659203" y="2082926"/>
                  </a:lnTo>
                  <a:lnTo>
                    <a:pt x="4728842" y="2082301"/>
                  </a:lnTo>
                  <a:lnTo>
                    <a:pt x="4811310" y="2081464"/>
                  </a:lnTo>
                  <a:lnTo>
                    <a:pt x="4902353" y="2080409"/>
                  </a:lnTo>
                  <a:lnTo>
                    <a:pt x="4997456" y="2079140"/>
                  </a:lnTo>
                  <a:lnTo>
                    <a:pt x="5092598" y="2077661"/>
                  </a:lnTo>
                  <a:lnTo>
                    <a:pt x="5184696" y="2075975"/>
                  </a:lnTo>
                  <a:lnTo>
                    <a:pt x="5271731" y="2074079"/>
                  </a:lnTo>
                  <a:lnTo>
                    <a:pt x="5352660" y="2071960"/>
                  </a:lnTo>
                  <a:lnTo>
                    <a:pt x="5427213" y="2069599"/>
                  </a:lnTo>
                  <a:lnTo>
                    <a:pt x="5495671" y="2066964"/>
                  </a:lnTo>
                  <a:lnTo>
                    <a:pt x="5558672" y="2064018"/>
                  </a:lnTo>
                  <a:lnTo>
                    <a:pt x="5617055" y="2060715"/>
                  </a:lnTo>
                  <a:lnTo>
                    <a:pt x="5671752" y="2057007"/>
                  </a:lnTo>
                  <a:lnTo>
                    <a:pt x="5723695" y="2052850"/>
                  </a:lnTo>
                  <a:lnTo>
                    <a:pt x="5773742" y="2048212"/>
                  </a:lnTo>
                  <a:lnTo>
                    <a:pt x="5784835" y="2047099"/>
                  </a:lnTo>
                  <a:lnTo>
                    <a:pt x="5838809" y="2041260"/>
                  </a:lnTo>
                  <a:lnTo>
                    <a:pt x="5892263" y="2034806"/>
                  </a:lnTo>
                  <a:lnTo>
                    <a:pt x="5945776" y="2027727"/>
                  </a:lnTo>
                  <a:lnTo>
                    <a:pt x="5999737" y="2020039"/>
                  </a:lnTo>
                  <a:lnTo>
                    <a:pt x="6054365" y="2011782"/>
                  </a:lnTo>
                  <a:lnTo>
                    <a:pt x="6109734" y="2003023"/>
                  </a:lnTo>
                  <a:lnTo>
                    <a:pt x="6165791" y="1993855"/>
                  </a:lnTo>
                  <a:lnTo>
                    <a:pt x="6222381" y="1984393"/>
                  </a:lnTo>
                  <a:lnTo>
                    <a:pt x="6279273" y="1974772"/>
                  </a:lnTo>
                  <a:lnTo>
                    <a:pt x="6336197" y="1965135"/>
                  </a:lnTo>
                  <a:lnTo>
                    <a:pt x="6392876" y="1955625"/>
                  </a:lnTo>
                  <a:lnTo>
                    <a:pt x="6449070" y="1946380"/>
                  </a:lnTo>
                  <a:lnTo>
                    <a:pt x="6504603" y="1937519"/>
                  </a:lnTo>
                  <a:lnTo>
                    <a:pt x="6559396" y="1929142"/>
                  </a:lnTo>
                  <a:lnTo>
                    <a:pt x="6613493" y="1921322"/>
                  </a:lnTo>
                  <a:lnTo>
                    <a:pt x="6667080" y="1914104"/>
                  </a:lnTo>
                  <a:lnTo>
                    <a:pt x="6720504" y="1907509"/>
                  </a:lnTo>
                  <a:lnTo>
                    <a:pt x="6774299" y="1901534"/>
                  </a:lnTo>
                  <a:lnTo>
                    <a:pt x="6786527" y="1900273"/>
                  </a:lnTo>
                  <a:lnTo>
                    <a:pt x="6836250" y="1895524"/>
                  </a:lnTo>
                  <a:lnTo>
                    <a:pt x="6887696" y="1891261"/>
                  </a:lnTo>
                  <a:lnTo>
                    <a:pt x="6941691" y="1887455"/>
                  </a:lnTo>
                  <a:lnTo>
                    <a:pt x="6999161" y="1884065"/>
                  </a:lnTo>
                  <a:lnTo>
                    <a:pt x="7061043" y="1881043"/>
                  </a:lnTo>
                  <a:lnTo>
                    <a:pt x="7128206" y="1878341"/>
                  </a:lnTo>
                  <a:lnTo>
                    <a:pt x="7201346" y="1875921"/>
                  </a:lnTo>
                  <a:lnTo>
                    <a:pt x="7280838" y="1873750"/>
                  </a:lnTo>
                  <a:lnTo>
                    <a:pt x="7366557" y="1871805"/>
                  </a:lnTo>
                  <a:lnTo>
                    <a:pt x="7457653" y="1870073"/>
                  </a:lnTo>
                  <a:lnTo>
                    <a:pt x="7552340" y="1868547"/>
                  </a:lnTo>
                  <a:lnTo>
                    <a:pt x="7647774" y="1867230"/>
                  </a:lnTo>
                  <a:lnTo>
                    <a:pt x="7740118" y="1866127"/>
                  </a:lnTo>
                  <a:lnTo>
                    <a:pt x="7824914" y="1865240"/>
                  </a:lnTo>
                  <a:lnTo>
                    <a:pt x="7897770" y="1864569"/>
                  </a:lnTo>
                  <a:lnTo>
                    <a:pt x="7955254" y="1864097"/>
                  </a:lnTo>
                  <a:lnTo>
                    <a:pt x="7995724" y="1863801"/>
                  </a:lnTo>
                  <a:lnTo>
                    <a:pt x="8019823" y="1863642"/>
                  </a:lnTo>
                  <a:lnTo>
                    <a:pt x="8030515" y="1863578"/>
                  </a:lnTo>
                  <a:lnTo>
                    <a:pt x="8032804" y="1863566"/>
                  </a:lnTo>
                  <a:lnTo>
                    <a:pt x="8032819" y="1863566"/>
                  </a:lnTo>
                  <a:lnTo>
                    <a:pt x="8554953" y="1863566"/>
                  </a:lnTo>
                  <a:lnTo>
                    <a:pt x="8554953" y="1863566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529" name="pl529"/>
            <p:cNvSpPr/>
            <p:nvPr/>
          </p:nvSpPr>
          <p:spPr>
            <a:xfrm>
              <a:off x="386606" y="2608632"/>
              <a:ext cx="8554953" cy="2083806"/>
            </a:xfrm>
            <a:custGeom>
              <a:avLst/>
              <a:pathLst>
                <a:path w="8554953" h="2083806">
                  <a:moveTo>
                    <a:pt x="8554953" y="1863566"/>
                  </a:moveTo>
                  <a:lnTo>
                    <a:pt x="8032819" y="1863566"/>
                  </a:lnTo>
                  <a:lnTo>
                    <a:pt x="8031550" y="1863573"/>
                  </a:lnTo>
                  <a:lnTo>
                    <a:pt x="8023254" y="1863621"/>
                  </a:lnTo>
                  <a:lnTo>
                    <a:pt x="8002514" y="1863754"/>
                  </a:lnTo>
                  <a:lnTo>
                    <a:pt x="7965875" y="1864017"/>
                  </a:lnTo>
                  <a:lnTo>
                    <a:pt x="7912159" y="1864446"/>
                  </a:lnTo>
                  <a:lnTo>
                    <a:pt x="7842520" y="1865071"/>
                  </a:lnTo>
                  <a:lnTo>
                    <a:pt x="7760052" y="1865908"/>
                  </a:lnTo>
                  <a:lnTo>
                    <a:pt x="7669009" y="1866962"/>
                  </a:lnTo>
                  <a:lnTo>
                    <a:pt x="7573906" y="1868232"/>
                  </a:lnTo>
                  <a:lnTo>
                    <a:pt x="7478764" y="1869711"/>
                  </a:lnTo>
                  <a:lnTo>
                    <a:pt x="7386666" y="1871397"/>
                  </a:lnTo>
                  <a:lnTo>
                    <a:pt x="7299631" y="1873293"/>
                  </a:lnTo>
                  <a:lnTo>
                    <a:pt x="7218702" y="1875411"/>
                  </a:lnTo>
                  <a:lnTo>
                    <a:pt x="7144149" y="1877773"/>
                  </a:lnTo>
                  <a:lnTo>
                    <a:pt x="7075690" y="1880407"/>
                  </a:lnTo>
                  <a:lnTo>
                    <a:pt x="7012690" y="1883354"/>
                  </a:lnTo>
                  <a:lnTo>
                    <a:pt x="6954307" y="1886657"/>
                  </a:lnTo>
                  <a:lnTo>
                    <a:pt x="6899610" y="1890364"/>
                  </a:lnTo>
                  <a:lnTo>
                    <a:pt x="6847667" y="1894522"/>
                  </a:lnTo>
                  <a:lnTo>
                    <a:pt x="6797620" y="1899160"/>
                  </a:lnTo>
                  <a:lnTo>
                    <a:pt x="6786527" y="1900273"/>
                  </a:lnTo>
                  <a:lnTo>
                    <a:pt x="6732553" y="1906111"/>
                  </a:lnTo>
                  <a:lnTo>
                    <a:pt x="6679099" y="1912566"/>
                  </a:lnTo>
                  <a:lnTo>
                    <a:pt x="6625586" y="1919644"/>
                  </a:lnTo>
                  <a:lnTo>
                    <a:pt x="6571625" y="1927332"/>
                  </a:lnTo>
                  <a:lnTo>
                    <a:pt x="6516997" y="1935589"/>
                  </a:lnTo>
                  <a:lnTo>
                    <a:pt x="6461628" y="1944349"/>
                  </a:lnTo>
                  <a:lnTo>
                    <a:pt x="6405570" y="1953517"/>
                  </a:lnTo>
                  <a:lnTo>
                    <a:pt x="6348981" y="1962979"/>
                  </a:lnTo>
                  <a:lnTo>
                    <a:pt x="6292089" y="1972600"/>
                  </a:lnTo>
                  <a:lnTo>
                    <a:pt x="6235165" y="1982237"/>
                  </a:lnTo>
                  <a:lnTo>
                    <a:pt x="6178486" y="1991747"/>
                  </a:lnTo>
                  <a:lnTo>
                    <a:pt x="6122292" y="2000992"/>
                  </a:lnTo>
                  <a:lnTo>
                    <a:pt x="6066759" y="2009852"/>
                  </a:lnTo>
                  <a:lnTo>
                    <a:pt x="6011966" y="2018229"/>
                  </a:lnTo>
                  <a:lnTo>
                    <a:pt x="5957869" y="2026050"/>
                  </a:lnTo>
                  <a:lnTo>
                    <a:pt x="5904282" y="2033267"/>
                  </a:lnTo>
                  <a:lnTo>
                    <a:pt x="5850858" y="2039862"/>
                  </a:lnTo>
                  <a:lnTo>
                    <a:pt x="5797063" y="2045838"/>
                  </a:lnTo>
                  <a:lnTo>
                    <a:pt x="5784835" y="2047099"/>
                  </a:lnTo>
                  <a:lnTo>
                    <a:pt x="5735112" y="2051847"/>
                  </a:lnTo>
                  <a:lnTo>
                    <a:pt x="5683666" y="2056111"/>
                  </a:lnTo>
                  <a:lnTo>
                    <a:pt x="5629671" y="2059916"/>
                  </a:lnTo>
                  <a:lnTo>
                    <a:pt x="5572201" y="2063306"/>
                  </a:lnTo>
                  <a:lnTo>
                    <a:pt x="5510319" y="2066329"/>
                  </a:lnTo>
                  <a:lnTo>
                    <a:pt x="5443156" y="2069030"/>
                  </a:lnTo>
                  <a:lnTo>
                    <a:pt x="5370016" y="2071450"/>
                  </a:lnTo>
                  <a:lnTo>
                    <a:pt x="5290523" y="2073621"/>
                  </a:lnTo>
                  <a:lnTo>
                    <a:pt x="5204805" y="2075566"/>
                  </a:lnTo>
                  <a:lnTo>
                    <a:pt x="5113709" y="2077299"/>
                  </a:lnTo>
                  <a:lnTo>
                    <a:pt x="5019022" y="2078825"/>
                  </a:lnTo>
                  <a:lnTo>
                    <a:pt x="4923588" y="2080142"/>
                  </a:lnTo>
                  <a:lnTo>
                    <a:pt x="4831244" y="2081245"/>
                  </a:lnTo>
                  <a:lnTo>
                    <a:pt x="4746448" y="2082131"/>
                  </a:lnTo>
                  <a:lnTo>
                    <a:pt x="4673592" y="2082803"/>
                  </a:lnTo>
                  <a:lnTo>
                    <a:pt x="4616108" y="2083274"/>
                  </a:lnTo>
                  <a:lnTo>
                    <a:pt x="4575638" y="2083571"/>
                  </a:lnTo>
                  <a:lnTo>
                    <a:pt x="4551539" y="2083730"/>
                  </a:lnTo>
                  <a:lnTo>
                    <a:pt x="4540847" y="2083793"/>
                  </a:lnTo>
                  <a:lnTo>
                    <a:pt x="4538558" y="2083806"/>
                  </a:lnTo>
                  <a:lnTo>
                    <a:pt x="4538543" y="2083806"/>
                  </a:lnTo>
                  <a:lnTo>
                    <a:pt x="4016409" y="2083806"/>
                  </a:lnTo>
                  <a:lnTo>
                    <a:pt x="4015207" y="2083745"/>
                  </a:lnTo>
                  <a:lnTo>
                    <a:pt x="4007340" y="2083313"/>
                  </a:lnTo>
                  <a:lnTo>
                    <a:pt x="3987634" y="2082119"/>
                  </a:lnTo>
                  <a:lnTo>
                    <a:pt x="3952728" y="2079774"/>
                  </a:lnTo>
                  <a:lnTo>
                    <a:pt x="3901362" y="2075928"/>
                  </a:lnTo>
                  <a:lnTo>
                    <a:pt x="3834457" y="2070315"/>
                  </a:lnTo>
                  <a:lnTo>
                    <a:pt x="3754787" y="2062778"/>
                  </a:lnTo>
                  <a:lnTo>
                    <a:pt x="3666295" y="2053260"/>
                  </a:lnTo>
                  <a:lnTo>
                    <a:pt x="3573269" y="2041777"/>
                  </a:lnTo>
                  <a:lnTo>
                    <a:pt x="3479624" y="2028375"/>
                  </a:lnTo>
                  <a:lnTo>
                    <a:pt x="3388449" y="2013086"/>
                  </a:lnTo>
                  <a:lnTo>
                    <a:pt x="3301844" y="1995890"/>
                  </a:lnTo>
                  <a:lnTo>
                    <a:pt x="3220977" y="1976701"/>
                  </a:lnTo>
                  <a:lnTo>
                    <a:pt x="3146251" y="1955349"/>
                  </a:lnTo>
                  <a:lnTo>
                    <a:pt x="3077508" y="1931584"/>
                  </a:lnTo>
                  <a:lnTo>
                    <a:pt x="3014219" y="1905081"/>
                  </a:lnTo>
                  <a:lnTo>
                    <a:pt x="2955630" y="1875450"/>
                  </a:lnTo>
                  <a:lnTo>
                    <a:pt x="2900879" y="1842265"/>
                  </a:lnTo>
                  <a:lnTo>
                    <a:pt x="2849072" y="1805107"/>
                  </a:lnTo>
                  <a:lnTo>
                    <a:pt x="2799366" y="1763639"/>
                  </a:lnTo>
                  <a:lnTo>
                    <a:pt x="2770117" y="1736505"/>
                  </a:lnTo>
                  <a:lnTo>
                    <a:pt x="2728548" y="1694542"/>
                  </a:lnTo>
                  <a:lnTo>
                    <a:pt x="2687379" y="1649158"/>
                  </a:lnTo>
                  <a:lnTo>
                    <a:pt x="2646314" y="1600288"/>
                  </a:lnTo>
                  <a:lnTo>
                    <a:pt x="2605128" y="1547934"/>
                  </a:lnTo>
                  <a:lnTo>
                    <a:pt x="2563662" y="1492178"/>
                  </a:lnTo>
                  <a:lnTo>
                    <a:pt x="2521812" y="1433189"/>
                  </a:lnTo>
                  <a:lnTo>
                    <a:pt x="2479529" y="1371222"/>
                  </a:lnTo>
                  <a:lnTo>
                    <a:pt x="2436809" y="1306625"/>
                  </a:lnTo>
                  <a:lnTo>
                    <a:pt x="2393691" y="1239825"/>
                  </a:lnTo>
                  <a:lnTo>
                    <a:pt x="2350248" y="1171326"/>
                  </a:lnTo>
                  <a:lnTo>
                    <a:pt x="2306578" y="1101692"/>
                  </a:lnTo>
                  <a:lnTo>
                    <a:pt x="2262801" y="1031526"/>
                  </a:lnTo>
                  <a:lnTo>
                    <a:pt x="2219043" y="961453"/>
                  </a:lnTo>
                  <a:lnTo>
                    <a:pt x="2175429" y="892093"/>
                  </a:lnTo>
                  <a:lnTo>
                    <a:pt x="2132072" y="824040"/>
                  </a:lnTo>
                  <a:lnTo>
                    <a:pt x="2089065" y="757842"/>
                  </a:lnTo>
                  <a:lnTo>
                    <a:pt x="2046472" y="693980"/>
                  </a:lnTo>
                  <a:lnTo>
                    <a:pt x="2004320" y="632862"/>
                  </a:lnTo>
                  <a:lnTo>
                    <a:pt x="1962591" y="574805"/>
                  </a:lnTo>
                  <a:lnTo>
                    <a:pt x="1921220" y="520041"/>
                  </a:lnTo>
                  <a:lnTo>
                    <a:pt x="1880090" y="468712"/>
                  </a:lnTo>
                  <a:lnTo>
                    <a:pt x="1839020" y="420875"/>
                  </a:lnTo>
                  <a:lnTo>
                    <a:pt x="1797767" y="376512"/>
                  </a:lnTo>
                  <a:lnTo>
                    <a:pt x="1768425" y="347301"/>
                  </a:lnTo>
                  <a:lnTo>
                    <a:pt x="1719626" y="303157"/>
                  </a:lnTo>
                  <a:lnTo>
                    <a:pt x="1669180" y="263432"/>
                  </a:lnTo>
                  <a:lnTo>
                    <a:pt x="1616308" y="227900"/>
                  </a:lnTo>
                  <a:lnTo>
                    <a:pt x="1560139" y="196179"/>
                  </a:lnTo>
                  <a:lnTo>
                    <a:pt x="1499782" y="167841"/>
                  </a:lnTo>
                  <a:lnTo>
                    <a:pt x="1434406" y="142469"/>
                  </a:lnTo>
                  <a:lnTo>
                    <a:pt x="1363332" y="119698"/>
                  </a:lnTo>
                  <a:lnTo>
                    <a:pt x="1286157" y="99231"/>
                  </a:lnTo>
                  <a:lnTo>
                    <a:pt x="1202924" y="80849"/>
                  </a:lnTo>
                  <a:lnTo>
                    <a:pt x="1114314" y="64418"/>
                  </a:lnTo>
                  <a:lnTo>
                    <a:pt x="1021850" y="49877"/>
                  </a:lnTo>
                  <a:lnTo>
                    <a:pt x="928029" y="37233"/>
                  </a:lnTo>
                  <a:lnTo>
                    <a:pt x="836302" y="26526"/>
                  </a:lnTo>
                  <a:lnTo>
                    <a:pt x="750803" y="17796"/>
                  </a:lnTo>
                  <a:lnTo>
                    <a:pt x="675780" y="11036"/>
                  </a:lnTo>
                  <a:lnTo>
                    <a:pt x="614809" y="6150"/>
                  </a:lnTo>
                  <a:lnTo>
                    <a:pt x="569993" y="2938"/>
                  </a:lnTo>
                  <a:lnTo>
                    <a:pt x="541400" y="1095"/>
                  </a:lnTo>
                  <a:lnTo>
                    <a:pt x="526910" y="251"/>
                  </a:lnTo>
                  <a:lnTo>
                    <a:pt x="522402" y="13"/>
                  </a:lnTo>
                  <a:lnTo>
                    <a:pt x="522133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530" name="pg530"/>
            <p:cNvSpPr/>
            <p:nvPr/>
          </p:nvSpPr>
          <p:spPr>
            <a:xfrm>
              <a:off x="386606" y="2614279"/>
              <a:ext cx="8554953" cy="3060766"/>
            </a:xfrm>
            <a:custGeom>
              <a:avLst/>
              <a:pathLst>
                <a:path w="8554953" h="3060766">
                  <a:moveTo>
                    <a:pt x="0" y="5647"/>
                  </a:moveTo>
                  <a:lnTo>
                    <a:pt x="522133" y="5647"/>
                  </a:lnTo>
                  <a:lnTo>
                    <a:pt x="523335" y="5707"/>
                  </a:lnTo>
                  <a:lnTo>
                    <a:pt x="531200" y="6140"/>
                  </a:lnTo>
                  <a:lnTo>
                    <a:pt x="550900" y="7337"/>
                  </a:lnTo>
                  <a:lnTo>
                    <a:pt x="585797" y="9688"/>
                  </a:lnTo>
                  <a:lnTo>
                    <a:pt x="637151" y="13544"/>
                  </a:lnTo>
                  <a:lnTo>
                    <a:pt x="704042" y="19170"/>
                  </a:lnTo>
                  <a:lnTo>
                    <a:pt x="783697" y="26725"/>
                  </a:lnTo>
                  <a:lnTo>
                    <a:pt x="872176" y="36267"/>
                  </a:lnTo>
                  <a:lnTo>
                    <a:pt x="965191" y="47778"/>
                  </a:lnTo>
                  <a:lnTo>
                    <a:pt x="1058828" y="61213"/>
                  </a:lnTo>
                  <a:lnTo>
                    <a:pt x="1149997" y="76541"/>
                  </a:lnTo>
                  <a:lnTo>
                    <a:pt x="1236599" y="93779"/>
                  </a:lnTo>
                  <a:lnTo>
                    <a:pt x="1317466" y="113016"/>
                  </a:lnTo>
                  <a:lnTo>
                    <a:pt x="1392193" y="134421"/>
                  </a:lnTo>
                  <a:lnTo>
                    <a:pt x="1460938" y="158244"/>
                  </a:lnTo>
                  <a:lnTo>
                    <a:pt x="1524228" y="184812"/>
                  </a:lnTo>
                  <a:lnTo>
                    <a:pt x="1582818" y="214515"/>
                  </a:lnTo>
                  <a:lnTo>
                    <a:pt x="1637570" y="247780"/>
                  </a:lnTo>
                  <a:lnTo>
                    <a:pt x="1689376" y="285028"/>
                  </a:lnTo>
                  <a:lnTo>
                    <a:pt x="1739081" y="326595"/>
                  </a:lnTo>
                  <a:lnTo>
                    <a:pt x="1768425" y="353889"/>
                  </a:lnTo>
                  <a:lnTo>
                    <a:pt x="1809957" y="395927"/>
                  </a:lnTo>
                  <a:lnTo>
                    <a:pt x="1851090" y="441388"/>
                  </a:lnTo>
                  <a:lnTo>
                    <a:pt x="1892119" y="490339"/>
                  </a:lnTo>
                  <a:lnTo>
                    <a:pt x="1933267" y="542778"/>
                  </a:lnTo>
                  <a:lnTo>
                    <a:pt x="1974695" y="598621"/>
                  </a:lnTo>
                  <a:lnTo>
                    <a:pt x="2016505" y="657702"/>
                  </a:lnTo>
                  <a:lnTo>
                    <a:pt x="2058748" y="719765"/>
                  </a:lnTo>
                  <a:lnTo>
                    <a:pt x="2101427" y="784464"/>
                  </a:lnTo>
                  <a:lnTo>
                    <a:pt x="2144504" y="851370"/>
                  </a:lnTo>
                  <a:lnTo>
                    <a:pt x="2187907" y="919982"/>
                  </a:lnTo>
                  <a:lnTo>
                    <a:pt x="2231535" y="989734"/>
                  </a:lnTo>
                  <a:lnTo>
                    <a:pt x="2275273" y="1060025"/>
                  </a:lnTo>
                  <a:lnTo>
                    <a:pt x="2318993" y="1130230"/>
                  </a:lnTo>
                  <a:lnTo>
                    <a:pt x="2362571" y="1199728"/>
                  </a:lnTo>
                  <a:lnTo>
                    <a:pt x="2405893" y="1267925"/>
                  </a:lnTo>
                  <a:lnTo>
                    <a:pt x="2448867" y="1334273"/>
                  </a:lnTo>
                  <a:lnTo>
                    <a:pt x="2491428" y="1398288"/>
                  </a:lnTo>
                  <a:lnTo>
                    <a:pt x="2533550" y="1459563"/>
                  </a:lnTo>
                  <a:lnTo>
                    <a:pt x="2575248" y="1517778"/>
                  </a:lnTo>
                  <a:lnTo>
                    <a:pt x="2616587" y="1572700"/>
                  </a:lnTo>
                  <a:lnTo>
                    <a:pt x="2657684" y="1624187"/>
                  </a:lnTo>
                  <a:lnTo>
                    <a:pt x="2698716" y="1672178"/>
                  </a:lnTo>
                  <a:lnTo>
                    <a:pt x="2739926" y="1716690"/>
                  </a:lnTo>
                  <a:lnTo>
                    <a:pt x="2770117" y="1746858"/>
                  </a:lnTo>
                  <a:lnTo>
                    <a:pt x="2818912" y="1791117"/>
                  </a:lnTo>
                  <a:lnTo>
                    <a:pt x="2869352" y="1830946"/>
                  </a:lnTo>
                  <a:lnTo>
                    <a:pt x="2922218" y="1866572"/>
                  </a:lnTo>
                  <a:lnTo>
                    <a:pt x="2978381" y="1898377"/>
                  </a:lnTo>
                  <a:lnTo>
                    <a:pt x="3038730" y="1926791"/>
                  </a:lnTo>
                  <a:lnTo>
                    <a:pt x="3104096" y="1952230"/>
                  </a:lnTo>
                  <a:lnTo>
                    <a:pt x="3175160" y="1975062"/>
                  </a:lnTo>
                  <a:lnTo>
                    <a:pt x="3252322" y="1995585"/>
                  </a:lnTo>
                  <a:lnTo>
                    <a:pt x="3335543" y="2014016"/>
                  </a:lnTo>
                  <a:lnTo>
                    <a:pt x="3424139" y="2030492"/>
                  </a:lnTo>
                  <a:lnTo>
                    <a:pt x="3516591" y="2045072"/>
                  </a:lnTo>
                  <a:lnTo>
                    <a:pt x="3610403" y="2057752"/>
                  </a:lnTo>
                  <a:lnTo>
                    <a:pt x="3702126" y="2068489"/>
                  </a:lnTo>
                  <a:lnTo>
                    <a:pt x="3787628" y="2077245"/>
                  </a:lnTo>
                  <a:lnTo>
                    <a:pt x="3862662" y="2084026"/>
                  </a:lnTo>
                  <a:lnTo>
                    <a:pt x="3923650" y="2088926"/>
                  </a:lnTo>
                  <a:lnTo>
                    <a:pt x="3968489" y="2092150"/>
                  </a:lnTo>
                  <a:lnTo>
                    <a:pt x="3997105" y="2094000"/>
                  </a:lnTo>
                  <a:lnTo>
                    <a:pt x="4011616" y="2094847"/>
                  </a:lnTo>
                  <a:lnTo>
                    <a:pt x="4016137" y="2095087"/>
                  </a:lnTo>
                  <a:lnTo>
                    <a:pt x="4016409" y="2095100"/>
                  </a:lnTo>
                  <a:lnTo>
                    <a:pt x="4538543" y="2095100"/>
                  </a:lnTo>
                  <a:lnTo>
                    <a:pt x="4539797" y="2095129"/>
                  </a:lnTo>
                  <a:lnTo>
                    <a:pt x="4548001" y="2095338"/>
                  </a:lnTo>
                  <a:lnTo>
                    <a:pt x="4568517" y="2095917"/>
                  </a:lnTo>
                  <a:lnTo>
                    <a:pt x="4604782" y="2097052"/>
                  </a:lnTo>
                  <a:lnTo>
                    <a:pt x="4657993" y="2098913"/>
                  </a:lnTo>
                  <a:lnTo>
                    <a:pt x="4727046" y="2101623"/>
                  </a:lnTo>
                  <a:lnTo>
                    <a:pt x="4808918" y="2105255"/>
                  </a:lnTo>
                  <a:lnTo>
                    <a:pt x="4899420" y="2109833"/>
                  </a:lnTo>
                  <a:lnTo>
                    <a:pt x="4994087" y="2115346"/>
                  </a:lnTo>
                  <a:lnTo>
                    <a:pt x="5088918" y="2121772"/>
                  </a:lnTo>
                  <a:lnTo>
                    <a:pt x="5180828" y="2129098"/>
                  </a:lnTo>
                  <a:lnTo>
                    <a:pt x="5267778" y="2137338"/>
                  </a:lnTo>
                  <a:lnTo>
                    <a:pt x="5348700" y="2146540"/>
                  </a:lnTo>
                  <a:lnTo>
                    <a:pt x="5423294" y="2156795"/>
                  </a:lnTo>
                  <a:lnTo>
                    <a:pt x="5491814" y="2168229"/>
                  </a:lnTo>
                  <a:lnTo>
                    <a:pt x="5554875" y="2181009"/>
                  </a:lnTo>
                  <a:lnTo>
                    <a:pt x="5613299" y="2195328"/>
                  </a:lnTo>
                  <a:lnTo>
                    <a:pt x="5668003" y="2211394"/>
                  </a:lnTo>
                  <a:lnTo>
                    <a:pt x="5719911" y="2229403"/>
                  </a:lnTo>
                  <a:lnTo>
                    <a:pt x="5769879" y="2249498"/>
                  </a:lnTo>
                  <a:lnTo>
                    <a:pt x="5784835" y="2256044"/>
                  </a:lnTo>
                  <a:lnTo>
                    <a:pt x="5834631" y="2279555"/>
                  </a:lnTo>
                  <a:lnTo>
                    <a:pt x="5883941" y="2305355"/>
                  </a:lnTo>
                  <a:lnTo>
                    <a:pt x="5933238" y="2333484"/>
                  </a:lnTo>
                  <a:lnTo>
                    <a:pt x="5982854" y="2363906"/>
                  </a:lnTo>
                  <a:lnTo>
                    <a:pt x="6032995" y="2396509"/>
                  </a:lnTo>
                  <a:lnTo>
                    <a:pt x="6083757" y="2431094"/>
                  </a:lnTo>
                  <a:lnTo>
                    <a:pt x="6135138" y="2467380"/>
                  </a:lnTo>
                  <a:lnTo>
                    <a:pt x="6187054" y="2505005"/>
                  </a:lnTo>
                  <a:lnTo>
                    <a:pt x="6239356" y="2543542"/>
                  </a:lnTo>
                  <a:lnTo>
                    <a:pt x="6291849" y="2582517"/>
                  </a:lnTo>
                  <a:lnTo>
                    <a:pt x="6344316" y="2621434"/>
                  </a:lnTo>
                  <a:lnTo>
                    <a:pt x="6396544" y="2659797"/>
                  </a:lnTo>
                  <a:lnTo>
                    <a:pt x="6448346" y="2697144"/>
                  </a:lnTo>
                  <a:lnTo>
                    <a:pt x="6499586" y="2733060"/>
                  </a:lnTo>
                  <a:lnTo>
                    <a:pt x="6550199" y="2767203"/>
                  </a:lnTo>
                  <a:lnTo>
                    <a:pt x="6600203" y="2799308"/>
                  </a:lnTo>
                  <a:lnTo>
                    <a:pt x="6649722" y="2829198"/>
                  </a:lnTo>
                  <a:lnTo>
                    <a:pt x="6698988" y="2856780"/>
                  </a:lnTo>
                  <a:lnTo>
                    <a:pt x="6748364" y="2882037"/>
                  </a:lnTo>
                  <a:lnTo>
                    <a:pt x="6786527" y="2899822"/>
                  </a:lnTo>
                  <a:lnTo>
                    <a:pt x="6836053" y="2920563"/>
                  </a:lnTo>
                  <a:lnTo>
                    <a:pt x="6887284" y="2939198"/>
                  </a:lnTo>
                  <a:lnTo>
                    <a:pt x="6941040" y="2955837"/>
                  </a:lnTo>
                  <a:lnTo>
                    <a:pt x="6998231" y="2970666"/>
                  </a:lnTo>
                  <a:lnTo>
                    <a:pt x="7059785" y="2983893"/>
                  </a:lnTo>
                  <a:lnTo>
                    <a:pt x="7126564" y="2995719"/>
                  </a:lnTo>
                  <a:lnTo>
                    <a:pt x="7199260" y="3006317"/>
                  </a:lnTo>
                  <a:lnTo>
                    <a:pt x="7278255" y="3015829"/>
                  </a:lnTo>
                  <a:lnTo>
                    <a:pt x="7363442" y="3024355"/>
                  </a:lnTo>
                  <a:lnTo>
                    <a:pt x="7454008" y="3031957"/>
                  </a:lnTo>
                  <a:lnTo>
                    <a:pt x="7548228" y="3038657"/>
                  </a:lnTo>
                  <a:lnTo>
                    <a:pt x="7643332" y="3044451"/>
                  </a:lnTo>
                  <a:lnTo>
                    <a:pt x="7735567" y="3049316"/>
                  </a:lnTo>
                  <a:lnTo>
                    <a:pt x="7820543" y="3053236"/>
                  </a:lnTo>
                  <a:lnTo>
                    <a:pt x="7893894" y="3056222"/>
                  </a:lnTo>
                  <a:lnTo>
                    <a:pt x="7952150" y="3058330"/>
                  </a:lnTo>
                  <a:lnTo>
                    <a:pt x="7993562" y="3059671"/>
                  </a:lnTo>
                  <a:lnTo>
                    <a:pt x="8018612" y="3060400"/>
                  </a:lnTo>
                  <a:lnTo>
                    <a:pt x="8030082" y="3060701"/>
                  </a:lnTo>
                  <a:lnTo>
                    <a:pt x="8032819" y="3060766"/>
                  </a:lnTo>
                  <a:lnTo>
                    <a:pt x="8554953" y="3060766"/>
                  </a:lnTo>
                  <a:lnTo>
                    <a:pt x="8554953" y="3055119"/>
                  </a:lnTo>
                  <a:lnTo>
                    <a:pt x="8032819" y="3055119"/>
                  </a:lnTo>
                  <a:lnTo>
                    <a:pt x="8031565" y="3055090"/>
                  </a:lnTo>
                  <a:lnTo>
                    <a:pt x="8023361" y="3054881"/>
                  </a:lnTo>
                  <a:lnTo>
                    <a:pt x="8002845" y="3054302"/>
                  </a:lnTo>
                  <a:lnTo>
                    <a:pt x="7966580" y="3053167"/>
                  </a:lnTo>
                  <a:lnTo>
                    <a:pt x="7913369" y="3051306"/>
                  </a:lnTo>
                  <a:lnTo>
                    <a:pt x="7844316" y="3048597"/>
                  </a:lnTo>
                  <a:lnTo>
                    <a:pt x="7762444" y="3044964"/>
                  </a:lnTo>
                  <a:lnTo>
                    <a:pt x="7671941" y="3040386"/>
                  </a:lnTo>
                  <a:lnTo>
                    <a:pt x="7577275" y="3034873"/>
                  </a:lnTo>
                  <a:lnTo>
                    <a:pt x="7482444" y="3028447"/>
                  </a:lnTo>
                  <a:lnTo>
                    <a:pt x="7390534" y="3021121"/>
                  </a:lnTo>
                  <a:lnTo>
                    <a:pt x="7303583" y="3012881"/>
                  </a:lnTo>
                  <a:lnTo>
                    <a:pt x="7222662" y="3003679"/>
                  </a:lnTo>
                  <a:lnTo>
                    <a:pt x="7148068" y="2993424"/>
                  </a:lnTo>
                  <a:lnTo>
                    <a:pt x="7079548" y="2981990"/>
                  </a:lnTo>
                  <a:lnTo>
                    <a:pt x="7016487" y="2969210"/>
                  </a:lnTo>
                  <a:lnTo>
                    <a:pt x="6958063" y="2954891"/>
                  </a:lnTo>
                  <a:lnTo>
                    <a:pt x="6903359" y="2938825"/>
                  </a:lnTo>
                  <a:lnTo>
                    <a:pt x="6851451" y="2920816"/>
                  </a:lnTo>
                  <a:lnTo>
                    <a:pt x="6801483" y="2900721"/>
                  </a:lnTo>
                  <a:lnTo>
                    <a:pt x="6786527" y="2894175"/>
                  </a:lnTo>
                  <a:lnTo>
                    <a:pt x="6736731" y="2870665"/>
                  </a:lnTo>
                  <a:lnTo>
                    <a:pt x="6687421" y="2844864"/>
                  </a:lnTo>
                  <a:lnTo>
                    <a:pt x="6638124" y="2816735"/>
                  </a:lnTo>
                  <a:lnTo>
                    <a:pt x="6588508" y="2786313"/>
                  </a:lnTo>
                  <a:lnTo>
                    <a:pt x="6538367" y="2753710"/>
                  </a:lnTo>
                  <a:lnTo>
                    <a:pt x="6487605" y="2719125"/>
                  </a:lnTo>
                  <a:lnTo>
                    <a:pt x="6436224" y="2682839"/>
                  </a:lnTo>
                  <a:lnTo>
                    <a:pt x="6384308" y="2645214"/>
                  </a:lnTo>
                  <a:lnTo>
                    <a:pt x="6332006" y="2606677"/>
                  </a:lnTo>
                  <a:lnTo>
                    <a:pt x="6279513" y="2567702"/>
                  </a:lnTo>
                  <a:lnTo>
                    <a:pt x="6227046" y="2528785"/>
                  </a:lnTo>
                  <a:lnTo>
                    <a:pt x="6174818" y="2490422"/>
                  </a:lnTo>
                  <a:lnTo>
                    <a:pt x="6123016" y="2453075"/>
                  </a:lnTo>
                  <a:lnTo>
                    <a:pt x="6071776" y="2417159"/>
                  </a:lnTo>
                  <a:lnTo>
                    <a:pt x="6021163" y="2383016"/>
                  </a:lnTo>
                  <a:lnTo>
                    <a:pt x="5971158" y="2350911"/>
                  </a:lnTo>
                  <a:lnTo>
                    <a:pt x="5921640" y="2321021"/>
                  </a:lnTo>
                  <a:lnTo>
                    <a:pt x="5872374" y="2293439"/>
                  </a:lnTo>
                  <a:lnTo>
                    <a:pt x="5822998" y="2268182"/>
                  </a:lnTo>
                  <a:lnTo>
                    <a:pt x="5784835" y="2250397"/>
                  </a:lnTo>
                  <a:lnTo>
                    <a:pt x="5735309" y="2229656"/>
                  </a:lnTo>
                  <a:lnTo>
                    <a:pt x="5684077" y="2211021"/>
                  </a:lnTo>
                  <a:lnTo>
                    <a:pt x="5630322" y="2194382"/>
                  </a:lnTo>
                  <a:lnTo>
                    <a:pt x="5573131" y="2179553"/>
                  </a:lnTo>
                  <a:lnTo>
                    <a:pt x="5511577" y="2166326"/>
                  </a:lnTo>
                  <a:lnTo>
                    <a:pt x="5444798" y="2154500"/>
                  </a:lnTo>
                  <a:lnTo>
                    <a:pt x="5372102" y="2143902"/>
                  </a:lnTo>
                  <a:lnTo>
                    <a:pt x="5293107" y="2134390"/>
                  </a:lnTo>
                  <a:lnTo>
                    <a:pt x="5207920" y="2125864"/>
                  </a:lnTo>
                  <a:lnTo>
                    <a:pt x="5117354" y="2118262"/>
                  </a:lnTo>
                  <a:lnTo>
                    <a:pt x="5023134" y="2111562"/>
                  </a:lnTo>
                  <a:lnTo>
                    <a:pt x="4928030" y="2105768"/>
                  </a:lnTo>
                  <a:lnTo>
                    <a:pt x="4835795" y="2100903"/>
                  </a:lnTo>
                  <a:lnTo>
                    <a:pt x="4750819" y="2096983"/>
                  </a:lnTo>
                  <a:lnTo>
                    <a:pt x="4677467" y="2093997"/>
                  </a:lnTo>
                  <a:lnTo>
                    <a:pt x="4619212" y="2091889"/>
                  </a:lnTo>
                  <a:lnTo>
                    <a:pt x="4577800" y="2090548"/>
                  </a:lnTo>
                  <a:lnTo>
                    <a:pt x="4552750" y="2089820"/>
                  </a:lnTo>
                  <a:lnTo>
                    <a:pt x="4541280" y="2089518"/>
                  </a:lnTo>
                  <a:lnTo>
                    <a:pt x="4538543" y="2089453"/>
                  </a:lnTo>
                  <a:lnTo>
                    <a:pt x="4016409" y="2089453"/>
                  </a:lnTo>
                  <a:lnTo>
                    <a:pt x="4015208" y="2089392"/>
                  </a:lnTo>
                  <a:lnTo>
                    <a:pt x="4007343" y="2088959"/>
                  </a:lnTo>
                  <a:lnTo>
                    <a:pt x="3987642" y="2087763"/>
                  </a:lnTo>
                  <a:lnTo>
                    <a:pt x="3952745" y="2085411"/>
                  </a:lnTo>
                  <a:lnTo>
                    <a:pt x="3901391" y="2081556"/>
                  </a:lnTo>
                  <a:lnTo>
                    <a:pt x="3834501" y="2075930"/>
                  </a:lnTo>
                  <a:lnTo>
                    <a:pt x="3754845" y="2068374"/>
                  </a:lnTo>
                  <a:lnTo>
                    <a:pt x="3666366" y="2058832"/>
                  </a:lnTo>
                  <a:lnTo>
                    <a:pt x="3573351" y="2047321"/>
                  </a:lnTo>
                  <a:lnTo>
                    <a:pt x="3479715" y="2033886"/>
                  </a:lnTo>
                  <a:lnTo>
                    <a:pt x="3388545" y="2018559"/>
                  </a:lnTo>
                  <a:lnTo>
                    <a:pt x="3301943" y="2001321"/>
                  </a:lnTo>
                  <a:lnTo>
                    <a:pt x="3221076" y="1982084"/>
                  </a:lnTo>
                  <a:lnTo>
                    <a:pt x="3146349" y="1960679"/>
                  </a:lnTo>
                  <a:lnTo>
                    <a:pt x="3077604" y="1936856"/>
                  </a:lnTo>
                  <a:lnTo>
                    <a:pt x="3014314" y="1910287"/>
                  </a:lnTo>
                  <a:lnTo>
                    <a:pt x="2955724" y="1880585"/>
                  </a:lnTo>
                  <a:lnTo>
                    <a:pt x="2900972" y="1847320"/>
                  </a:lnTo>
                  <a:lnTo>
                    <a:pt x="2849166" y="1810072"/>
                  </a:lnTo>
                  <a:lnTo>
                    <a:pt x="2799462" y="1768504"/>
                  </a:lnTo>
                  <a:lnTo>
                    <a:pt x="2770117" y="1741211"/>
                  </a:lnTo>
                  <a:lnTo>
                    <a:pt x="2728585" y="1699173"/>
                  </a:lnTo>
                  <a:lnTo>
                    <a:pt x="2687452" y="1653712"/>
                  </a:lnTo>
                  <a:lnTo>
                    <a:pt x="2646424" y="1604760"/>
                  </a:lnTo>
                  <a:lnTo>
                    <a:pt x="2605275" y="1552322"/>
                  </a:lnTo>
                  <a:lnTo>
                    <a:pt x="2563847" y="1496478"/>
                  </a:lnTo>
                  <a:lnTo>
                    <a:pt x="2522037" y="1437397"/>
                  </a:lnTo>
                  <a:lnTo>
                    <a:pt x="2479794" y="1375334"/>
                  </a:lnTo>
                  <a:lnTo>
                    <a:pt x="2437115" y="1310636"/>
                  </a:lnTo>
                  <a:lnTo>
                    <a:pt x="2394038" y="1243729"/>
                  </a:lnTo>
                  <a:lnTo>
                    <a:pt x="2350636" y="1175118"/>
                  </a:lnTo>
                  <a:lnTo>
                    <a:pt x="2307007" y="1105365"/>
                  </a:lnTo>
                  <a:lnTo>
                    <a:pt x="2263269" y="1035074"/>
                  </a:lnTo>
                  <a:lnTo>
                    <a:pt x="2219549" y="964870"/>
                  </a:lnTo>
                  <a:lnTo>
                    <a:pt x="2175971" y="895371"/>
                  </a:lnTo>
                  <a:lnTo>
                    <a:pt x="2132649" y="827174"/>
                  </a:lnTo>
                  <a:lnTo>
                    <a:pt x="2089675" y="760826"/>
                  </a:lnTo>
                  <a:lnTo>
                    <a:pt x="2047114" y="696811"/>
                  </a:lnTo>
                  <a:lnTo>
                    <a:pt x="2004992" y="635536"/>
                  </a:lnTo>
                  <a:lnTo>
                    <a:pt x="1963294" y="577321"/>
                  </a:lnTo>
                  <a:lnTo>
                    <a:pt x="1921955" y="522399"/>
                  </a:lnTo>
                  <a:lnTo>
                    <a:pt x="1880858" y="470913"/>
                  </a:lnTo>
                  <a:lnTo>
                    <a:pt x="1839826" y="422922"/>
                  </a:lnTo>
                  <a:lnTo>
                    <a:pt x="1798616" y="378409"/>
                  </a:lnTo>
                  <a:lnTo>
                    <a:pt x="1768425" y="348242"/>
                  </a:lnTo>
                  <a:lnTo>
                    <a:pt x="1719630" y="303983"/>
                  </a:lnTo>
                  <a:lnTo>
                    <a:pt x="1669190" y="264153"/>
                  </a:lnTo>
                  <a:lnTo>
                    <a:pt x="1616324" y="228527"/>
                  </a:lnTo>
                  <a:lnTo>
                    <a:pt x="1560161" y="196723"/>
                  </a:lnTo>
                  <a:lnTo>
                    <a:pt x="1499813" y="168309"/>
                  </a:lnTo>
                  <a:lnTo>
                    <a:pt x="1434446" y="142869"/>
                  </a:lnTo>
                  <a:lnTo>
                    <a:pt x="1363383" y="120037"/>
                  </a:lnTo>
                  <a:lnTo>
                    <a:pt x="1286220" y="99515"/>
                  </a:lnTo>
                  <a:lnTo>
                    <a:pt x="1203000" y="81084"/>
                  </a:lnTo>
                  <a:lnTo>
                    <a:pt x="1114403" y="64608"/>
                  </a:lnTo>
                  <a:lnTo>
                    <a:pt x="1021951" y="50027"/>
                  </a:lnTo>
                  <a:lnTo>
                    <a:pt x="928139" y="37348"/>
                  </a:lnTo>
                  <a:lnTo>
                    <a:pt x="836416" y="26610"/>
                  </a:lnTo>
                  <a:lnTo>
                    <a:pt x="750914" y="17855"/>
                  </a:lnTo>
                  <a:lnTo>
                    <a:pt x="675881" y="11074"/>
                  </a:lnTo>
                  <a:lnTo>
                    <a:pt x="614892" y="6173"/>
                  </a:lnTo>
                  <a:lnTo>
                    <a:pt x="570054" y="2950"/>
                  </a:lnTo>
                  <a:lnTo>
                    <a:pt x="541437" y="1100"/>
                  </a:lnTo>
                  <a:lnTo>
                    <a:pt x="526926" y="253"/>
                  </a:lnTo>
                  <a:lnTo>
                    <a:pt x="522405" y="13"/>
                  </a:lnTo>
                  <a:lnTo>
                    <a:pt x="5221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531" name="pl531"/>
            <p:cNvSpPr/>
            <p:nvPr/>
          </p:nvSpPr>
          <p:spPr>
            <a:xfrm>
              <a:off x="386606" y="2619926"/>
              <a:ext cx="8554953" cy="3055119"/>
            </a:xfrm>
            <a:custGeom>
              <a:avLst/>
              <a:pathLst>
                <a:path w="8554953" h="3055119">
                  <a:moveTo>
                    <a:pt x="0" y="0"/>
                  </a:moveTo>
                  <a:lnTo>
                    <a:pt x="522133" y="0"/>
                  </a:lnTo>
                  <a:lnTo>
                    <a:pt x="523335" y="60"/>
                  </a:lnTo>
                  <a:lnTo>
                    <a:pt x="531200" y="493"/>
                  </a:lnTo>
                  <a:lnTo>
                    <a:pt x="550900" y="1690"/>
                  </a:lnTo>
                  <a:lnTo>
                    <a:pt x="585797" y="4041"/>
                  </a:lnTo>
                  <a:lnTo>
                    <a:pt x="637151" y="7897"/>
                  </a:lnTo>
                  <a:lnTo>
                    <a:pt x="704042" y="13523"/>
                  </a:lnTo>
                  <a:lnTo>
                    <a:pt x="783697" y="21078"/>
                  </a:lnTo>
                  <a:lnTo>
                    <a:pt x="872176" y="30620"/>
                  </a:lnTo>
                  <a:lnTo>
                    <a:pt x="965191" y="42131"/>
                  </a:lnTo>
                  <a:lnTo>
                    <a:pt x="1058828" y="55566"/>
                  </a:lnTo>
                  <a:lnTo>
                    <a:pt x="1149997" y="70894"/>
                  </a:lnTo>
                  <a:lnTo>
                    <a:pt x="1236599" y="88132"/>
                  </a:lnTo>
                  <a:lnTo>
                    <a:pt x="1317466" y="107369"/>
                  </a:lnTo>
                  <a:lnTo>
                    <a:pt x="1392193" y="128773"/>
                  </a:lnTo>
                  <a:lnTo>
                    <a:pt x="1460938" y="152597"/>
                  </a:lnTo>
                  <a:lnTo>
                    <a:pt x="1524228" y="179165"/>
                  </a:lnTo>
                  <a:lnTo>
                    <a:pt x="1582818" y="208868"/>
                  </a:lnTo>
                  <a:lnTo>
                    <a:pt x="1637570" y="242132"/>
                  </a:lnTo>
                  <a:lnTo>
                    <a:pt x="1689376" y="279380"/>
                  </a:lnTo>
                  <a:lnTo>
                    <a:pt x="1739081" y="320948"/>
                  </a:lnTo>
                  <a:lnTo>
                    <a:pt x="1768425" y="348242"/>
                  </a:lnTo>
                  <a:lnTo>
                    <a:pt x="1809957" y="390279"/>
                  </a:lnTo>
                  <a:lnTo>
                    <a:pt x="1851090" y="435741"/>
                  </a:lnTo>
                  <a:lnTo>
                    <a:pt x="1892119" y="484692"/>
                  </a:lnTo>
                  <a:lnTo>
                    <a:pt x="1933267" y="537131"/>
                  </a:lnTo>
                  <a:lnTo>
                    <a:pt x="1974695" y="592974"/>
                  </a:lnTo>
                  <a:lnTo>
                    <a:pt x="2016505" y="652055"/>
                  </a:lnTo>
                  <a:lnTo>
                    <a:pt x="2058748" y="714118"/>
                  </a:lnTo>
                  <a:lnTo>
                    <a:pt x="2101427" y="778817"/>
                  </a:lnTo>
                  <a:lnTo>
                    <a:pt x="2144504" y="845723"/>
                  </a:lnTo>
                  <a:lnTo>
                    <a:pt x="2187907" y="914334"/>
                  </a:lnTo>
                  <a:lnTo>
                    <a:pt x="2231535" y="984087"/>
                  </a:lnTo>
                  <a:lnTo>
                    <a:pt x="2275273" y="1054378"/>
                  </a:lnTo>
                  <a:lnTo>
                    <a:pt x="2318993" y="1124583"/>
                  </a:lnTo>
                  <a:lnTo>
                    <a:pt x="2362571" y="1194081"/>
                  </a:lnTo>
                  <a:lnTo>
                    <a:pt x="2405893" y="1262278"/>
                  </a:lnTo>
                  <a:lnTo>
                    <a:pt x="2448867" y="1328626"/>
                  </a:lnTo>
                  <a:lnTo>
                    <a:pt x="2491428" y="1392641"/>
                  </a:lnTo>
                  <a:lnTo>
                    <a:pt x="2533550" y="1453916"/>
                  </a:lnTo>
                  <a:lnTo>
                    <a:pt x="2575248" y="1512131"/>
                  </a:lnTo>
                  <a:lnTo>
                    <a:pt x="2616587" y="1567053"/>
                  </a:lnTo>
                  <a:lnTo>
                    <a:pt x="2657684" y="1618540"/>
                  </a:lnTo>
                  <a:lnTo>
                    <a:pt x="2698716" y="1666531"/>
                  </a:lnTo>
                  <a:lnTo>
                    <a:pt x="2739926" y="1711043"/>
                  </a:lnTo>
                  <a:lnTo>
                    <a:pt x="2770117" y="1741211"/>
                  </a:lnTo>
                  <a:lnTo>
                    <a:pt x="2818912" y="1785470"/>
                  </a:lnTo>
                  <a:lnTo>
                    <a:pt x="2869352" y="1825299"/>
                  </a:lnTo>
                  <a:lnTo>
                    <a:pt x="2922218" y="1860925"/>
                  </a:lnTo>
                  <a:lnTo>
                    <a:pt x="2978381" y="1892730"/>
                  </a:lnTo>
                  <a:lnTo>
                    <a:pt x="3038730" y="1921143"/>
                  </a:lnTo>
                  <a:lnTo>
                    <a:pt x="3104096" y="1946583"/>
                  </a:lnTo>
                  <a:lnTo>
                    <a:pt x="3175160" y="1969415"/>
                  </a:lnTo>
                  <a:lnTo>
                    <a:pt x="3252322" y="1989937"/>
                  </a:lnTo>
                  <a:lnTo>
                    <a:pt x="3335543" y="2008368"/>
                  </a:lnTo>
                  <a:lnTo>
                    <a:pt x="3424139" y="2024845"/>
                  </a:lnTo>
                  <a:lnTo>
                    <a:pt x="3516591" y="2039425"/>
                  </a:lnTo>
                  <a:lnTo>
                    <a:pt x="3610403" y="2052105"/>
                  </a:lnTo>
                  <a:lnTo>
                    <a:pt x="3702126" y="2062842"/>
                  </a:lnTo>
                  <a:lnTo>
                    <a:pt x="3787628" y="2071598"/>
                  </a:lnTo>
                  <a:lnTo>
                    <a:pt x="3862662" y="2078378"/>
                  </a:lnTo>
                  <a:lnTo>
                    <a:pt x="3923650" y="2083279"/>
                  </a:lnTo>
                  <a:lnTo>
                    <a:pt x="3968489" y="2086503"/>
                  </a:lnTo>
                  <a:lnTo>
                    <a:pt x="3997105" y="2088352"/>
                  </a:lnTo>
                  <a:lnTo>
                    <a:pt x="4011616" y="2089200"/>
                  </a:lnTo>
                  <a:lnTo>
                    <a:pt x="4016137" y="2089439"/>
                  </a:lnTo>
                  <a:lnTo>
                    <a:pt x="4016409" y="2089453"/>
                  </a:lnTo>
                  <a:lnTo>
                    <a:pt x="4538543" y="2089453"/>
                  </a:lnTo>
                  <a:lnTo>
                    <a:pt x="4539797" y="2089482"/>
                  </a:lnTo>
                  <a:lnTo>
                    <a:pt x="4548001" y="2089691"/>
                  </a:lnTo>
                  <a:lnTo>
                    <a:pt x="4568517" y="2090270"/>
                  </a:lnTo>
                  <a:lnTo>
                    <a:pt x="4604782" y="2091405"/>
                  </a:lnTo>
                  <a:lnTo>
                    <a:pt x="4657993" y="2093265"/>
                  </a:lnTo>
                  <a:lnTo>
                    <a:pt x="4727046" y="2095975"/>
                  </a:lnTo>
                  <a:lnTo>
                    <a:pt x="4808918" y="2099608"/>
                  </a:lnTo>
                  <a:lnTo>
                    <a:pt x="4899420" y="2104186"/>
                  </a:lnTo>
                  <a:lnTo>
                    <a:pt x="4994087" y="2109699"/>
                  </a:lnTo>
                  <a:lnTo>
                    <a:pt x="5088918" y="2116125"/>
                  </a:lnTo>
                  <a:lnTo>
                    <a:pt x="5180828" y="2123451"/>
                  </a:lnTo>
                  <a:lnTo>
                    <a:pt x="5267778" y="2131691"/>
                  </a:lnTo>
                  <a:lnTo>
                    <a:pt x="5348700" y="2140893"/>
                  </a:lnTo>
                  <a:lnTo>
                    <a:pt x="5423294" y="2151147"/>
                  </a:lnTo>
                  <a:lnTo>
                    <a:pt x="5491814" y="2162582"/>
                  </a:lnTo>
                  <a:lnTo>
                    <a:pt x="5554875" y="2175362"/>
                  </a:lnTo>
                  <a:lnTo>
                    <a:pt x="5613299" y="2189681"/>
                  </a:lnTo>
                  <a:lnTo>
                    <a:pt x="5668003" y="2205746"/>
                  </a:lnTo>
                  <a:lnTo>
                    <a:pt x="5719911" y="2223756"/>
                  </a:lnTo>
                  <a:lnTo>
                    <a:pt x="5769879" y="2243851"/>
                  </a:lnTo>
                  <a:lnTo>
                    <a:pt x="5784835" y="2250397"/>
                  </a:lnTo>
                  <a:lnTo>
                    <a:pt x="5834631" y="2273907"/>
                  </a:lnTo>
                  <a:lnTo>
                    <a:pt x="5883941" y="2299708"/>
                  </a:lnTo>
                  <a:lnTo>
                    <a:pt x="5933238" y="2327836"/>
                  </a:lnTo>
                  <a:lnTo>
                    <a:pt x="5982854" y="2358259"/>
                  </a:lnTo>
                  <a:lnTo>
                    <a:pt x="6032995" y="2390862"/>
                  </a:lnTo>
                  <a:lnTo>
                    <a:pt x="6083757" y="2425447"/>
                  </a:lnTo>
                  <a:lnTo>
                    <a:pt x="6135138" y="2461733"/>
                  </a:lnTo>
                  <a:lnTo>
                    <a:pt x="6187054" y="2499358"/>
                  </a:lnTo>
                  <a:lnTo>
                    <a:pt x="6239356" y="2537895"/>
                  </a:lnTo>
                  <a:lnTo>
                    <a:pt x="6291849" y="2576870"/>
                  </a:lnTo>
                  <a:lnTo>
                    <a:pt x="6344316" y="2615786"/>
                  </a:lnTo>
                  <a:lnTo>
                    <a:pt x="6396544" y="2654150"/>
                  </a:lnTo>
                  <a:lnTo>
                    <a:pt x="6448346" y="2691497"/>
                  </a:lnTo>
                  <a:lnTo>
                    <a:pt x="6499586" y="2727413"/>
                  </a:lnTo>
                  <a:lnTo>
                    <a:pt x="6550199" y="2761555"/>
                  </a:lnTo>
                  <a:lnTo>
                    <a:pt x="6600203" y="2793661"/>
                  </a:lnTo>
                  <a:lnTo>
                    <a:pt x="6649722" y="2823551"/>
                  </a:lnTo>
                  <a:lnTo>
                    <a:pt x="6698988" y="2851133"/>
                  </a:lnTo>
                  <a:lnTo>
                    <a:pt x="6748364" y="2876390"/>
                  </a:lnTo>
                  <a:lnTo>
                    <a:pt x="6786527" y="2894175"/>
                  </a:lnTo>
                  <a:lnTo>
                    <a:pt x="6836053" y="2914916"/>
                  </a:lnTo>
                  <a:lnTo>
                    <a:pt x="6887284" y="2933551"/>
                  </a:lnTo>
                  <a:lnTo>
                    <a:pt x="6941040" y="2950189"/>
                  </a:lnTo>
                  <a:lnTo>
                    <a:pt x="6998231" y="2965018"/>
                  </a:lnTo>
                  <a:lnTo>
                    <a:pt x="7059785" y="2978246"/>
                  </a:lnTo>
                  <a:lnTo>
                    <a:pt x="7126564" y="2990071"/>
                  </a:lnTo>
                  <a:lnTo>
                    <a:pt x="7199260" y="3000670"/>
                  </a:lnTo>
                  <a:lnTo>
                    <a:pt x="7278255" y="3010182"/>
                  </a:lnTo>
                  <a:lnTo>
                    <a:pt x="7363442" y="3018708"/>
                  </a:lnTo>
                  <a:lnTo>
                    <a:pt x="7454008" y="3026310"/>
                  </a:lnTo>
                  <a:lnTo>
                    <a:pt x="7548228" y="3033010"/>
                  </a:lnTo>
                  <a:lnTo>
                    <a:pt x="7643332" y="3038804"/>
                  </a:lnTo>
                  <a:lnTo>
                    <a:pt x="7735567" y="3043669"/>
                  </a:lnTo>
                  <a:lnTo>
                    <a:pt x="7820543" y="3047589"/>
                  </a:lnTo>
                  <a:lnTo>
                    <a:pt x="7893894" y="3050575"/>
                  </a:lnTo>
                  <a:lnTo>
                    <a:pt x="7952150" y="3052683"/>
                  </a:lnTo>
                  <a:lnTo>
                    <a:pt x="7993562" y="3054024"/>
                  </a:lnTo>
                  <a:lnTo>
                    <a:pt x="8018612" y="3054752"/>
                  </a:lnTo>
                  <a:lnTo>
                    <a:pt x="8030082" y="3055054"/>
                  </a:lnTo>
                  <a:lnTo>
                    <a:pt x="8032782" y="3055118"/>
                  </a:lnTo>
                  <a:lnTo>
                    <a:pt x="8032819" y="3055119"/>
                  </a:lnTo>
                  <a:lnTo>
                    <a:pt x="8554953" y="3055119"/>
                  </a:lnTo>
                  <a:lnTo>
                    <a:pt x="8554953" y="3055119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532" name="pl532"/>
            <p:cNvSpPr/>
            <p:nvPr/>
          </p:nvSpPr>
          <p:spPr>
            <a:xfrm>
              <a:off x="386606" y="2614279"/>
              <a:ext cx="8554953" cy="3055119"/>
            </a:xfrm>
            <a:custGeom>
              <a:avLst/>
              <a:pathLst>
                <a:path w="8554953" h="3055119">
                  <a:moveTo>
                    <a:pt x="8554953" y="3055119"/>
                  </a:moveTo>
                  <a:lnTo>
                    <a:pt x="8032819" y="3055119"/>
                  </a:lnTo>
                  <a:lnTo>
                    <a:pt x="8031565" y="3055090"/>
                  </a:lnTo>
                  <a:lnTo>
                    <a:pt x="8023361" y="3054881"/>
                  </a:lnTo>
                  <a:lnTo>
                    <a:pt x="8002845" y="3054302"/>
                  </a:lnTo>
                  <a:lnTo>
                    <a:pt x="7966580" y="3053167"/>
                  </a:lnTo>
                  <a:lnTo>
                    <a:pt x="7913369" y="3051306"/>
                  </a:lnTo>
                  <a:lnTo>
                    <a:pt x="7844316" y="3048597"/>
                  </a:lnTo>
                  <a:lnTo>
                    <a:pt x="7762444" y="3044964"/>
                  </a:lnTo>
                  <a:lnTo>
                    <a:pt x="7671941" y="3040386"/>
                  </a:lnTo>
                  <a:lnTo>
                    <a:pt x="7577275" y="3034873"/>
                  </a:lnTo>
                  <a:lnTo>
                    <a:pt x="7482444" y="3028447"/>
                  </a:lnTo>
                  <a:lnTo>
                    <a:pt x="7390534" y="3021121"/>
                  </a:lnTo>
                  <a:lnTo>
                    <a:pt x="7303583" y="3012881"/>
                  </a:lnTo>
                  <a:lnTo>
                    <a:pt x="7222662" y="3003679"/>
                  </a:lnTo>
                  <a:lnTo>
                    <a:pt x="7148068" y="2993424"/>
                  </a:lnTo>
                  <a:lnTo>
                    <a:pt x="7079548" y="2981990"/>
                  </a:lnTo>
                  <a:lnTo>
                    <a:pt x="7016487" y="2969210"/>
                  </a:lnTo>
                  <a:lnTo>
                    <a:pt x="6958063" y="2954891"/>
                  </a:lnTo>
                  <a:lnTo>
                    <a:pt x="6903359" y="2938825"/>
                  </a:lnTo>
                  <a:lnTo>
                    <a:pt x="6851451" y="2920816"/>
                  </a:lnTo>
                  <a:lnTo>
                    <a:pt x="6801483" y="2900721"/>
                  </a:lnTo>
                  <a:lnTo>
                    <a:pt x="6786527" y="2894175"/>
                  </a:lnTo>
                  <a:lnTo>
                    <a:pt x="6736731" y="2870665"/>
                  </a:lnTo>
                  <a:lnTo>
                    <a:pt x="6687421" y="2844864"/>
                  </a:lnTo>
                  <a:lnTo>
                    <a:pt x="6638124" y="2816735"/>
                  </a:lnTo>
                  <a:lnTo>
                    <a:pt x="6588508" y="2786313"/>
                  </a:lnTo>
                  <a:lnTo>
                    <a:pt x="6538367" y="2753710"/>
                  </a:lnTo>
                  <a:lnTo>
                    <a:pt x="6487605" y="2719125"/>
                  </a:lnTo>
                  <a:lnTo>
                    <a:pt x="6436224" y="2682839"/>
                  </a:lnTo>
                  <a:lnTo>
                    <a:pt x="6384308" y="2645214"/>
                  </a:lnTo>
                  <a:lnTo>
                    <a:pt x="6332006" y="2606677"/>
                  </a:lnTo>
                  <a:lnTo>
                    <a:pt x="6279513" y="2567702"/>
                  </a:lnTo>
                  <a:lnTo>
                    <a:pt x="6227046" y="2528785"/>
                  </a:lnTo>
                  <a:lnTo>
                    <a:pt x="6174818" y="2490422"/>
                  </a:lnTo>
                  <a:lnTo>
                    <a:pt x="6123016" y="2453075"/>
                  </a:lnTo>
                  <a:lnTo>
                    <a:pt x="6071776" y="2417159"/>
                  </a:lnTo>
                  <a:lnTo>
                    <a:pt x="6021163" y="2383016"/>
                  </a:lnTo>
                  <a:lnTo>
                    <a:pt x="5971158" y="2350911"/>
                  </a:lnTo>
                  <a:lnTo>
                    <a:pt x="5921640" y="2321021"/>
                  </a:lnTo>
                  <a:lnTo>
                    <a:pt x="5872374" y="2293439"/>
                  </a:lnTo>
                  <a:lnTo>
                    <a:pt x="5822998" y="2268182"/>
                  </a:lnTo>
                  <a:lnTo>
                    <a:pt x="5784835" y="2250397"/>
                  </a:lnTo>
                  <a:lnTo>
                    <a:pt x="5735309" y="2229656"/>
                  </a:lnTo>
                  <a:lnTo>
                    <a:pt x="5684077" y="2211021"/>
                  </a:lnTo>
                  <a:lnTo>
                    <a:pt x="5630322" y="2194382"/>
                  </a:lnTo>
                  <a:lnTo>
                    <a:pt x="5573131" y="2179553"/>
                  </a:lnTo>
                  <a:lnTo>
                    <a:pt x="5511577" y="2166326"/>
                  </a:lnTo>
                  <a:lnTo>
                    <a:pt x="5444798" y="2154500"/>
                  </a:lnTo>
                  <a:lnTo>
                    <a:pt x="5372102" y="2143902"/>
                  </a:lnTo>
                  <a:lnTo>
                    <a:pt x="5293107" y="2134390"/>
                  </a:lnTo>
                  <a:lnTo>
                    <a:pt x="5207920" y="2125864"/>
                  </a:lnTo>
                  <a:lnTo>
                    <a:pt x="5117354" y="2118262"/>
                  </a:lnTo>
                  <a:lnTo>
                    <a:pt x="5023134" y="2111562"/>
                  </a:lnTo>
                  <a:lnTo>
                    <a:pt x="4928030" y="2105768"/>
                  </a:lnTo>
                  <a:lnTo>
                    <a:pt x="4835795" y="2100903"/>
                  </a:lnTo>
                  <a:lnTo>
                    <a:pt x="4750819" y="2096983"/>
                  </a:lnTo>
                  <a:lnTo>
                    <a:pt x="4677467" y="2093997"/>
                  </a:lnTo>
                  <a:lnTo>
                    <a:pt x="4619212" y="2091889"/>
                  </a:lnTo>
                  <a:lnTo>
                    <a:pt x="4577800" y="2090548"/>
                  </a:lnTo>
                  <a:lnTo>
                    <a:pt x="4552750" y="2089820"/>
                  </a:lnTo>
                  <a:lnTo>
                    <a:pt x="4541280" y="2089518"/>
                  </a:lnTo>
                  <a:lnTo>
                    <a:pt x="4538580" y="2089454"/>
                  </a:lnTo>
                  <a:lnTo>
                    <a:pt x="4538543" y="2089453"/>
                  </a:lnTo>
                  <a:lnTo>
                    <a:pt x="4016409" y="2089453"/>
                  </a:lnTo>
                  <a:lnTo>
                    <a:pt x="4015208" y="2089392"/>
                  </a:lnTo>
                  <a:lnTo>
                    <a:pt x="4007343" y="2088959"/>
                  </a:lnTo>
                  <a:lnTo>
                    <a:pt x="3987642" y="2087763"/>
                  </a:lnTo>
                  <a:lnTo>
                    <a:pt x="3952745" y="2085411"/>
                  </a:lnTo>
                  <a:lnTo>
                    <a:pt x="3901391" y="2081556"/>
                  </a:lnTo>
                  <a:lnTo>
                    <a:pt x="3834501" y="2075930"/>
                  </a:lnTo>
                  <a:lnTo>
                    <a:pt x="3754845" y="2068374"/>
                  </a:lnTo>
                  <a:lnTo>
                    <a:pt x="3666366" y="2058832"/>
                  </a:lnTo>
                  <a:lnTo>
                    <a:pt x="3573351" y="2047321"/>
                  </a:lnTo>
                  <a:lnTo>
                    <a:pt x="3479715" y="2033886"/>
                  </a:lnTo>
                  <a:lnTo>
                    <a:pt x="3388545" y="2018559"/>
                  </a:lnTo>
                  <a:lnTo>
                    <a:pt x="3301943" y="2001321"/>
                  </a:lnTo>
                  <a:lnTo>
                    <a:pt x="3221076" y="1982084"/>
                  </a:lnTo>
                  <a:lnTo>
                    <a:pt x="3146349" y="1960679"/>
                  </a:lnTo>
                  <a:lnTo>
                    <a:pt x="3077604" y="1936856"/>
                  </a:lnTo>
                  <a:lnTo>
                    <a:pt x="3014314" y="1910287"/>
                  </a:lnTo>
                  <a:lnTo>
                    <a:pt x="2955724" y="1880585"/>
                  </a:lnTo>
                  <a:lnTo>
                    <a:pt x="2900972" y="1847320"/>
                  </a:lnTo>
                  <a:lnTo>
                    <a:pt x="2849166" y="1810072"/>
                  </a:lnTo>
                  <a:lnTo>
                    <a:pt x="2799462" y="1768504"/>
                  </a:lnTo>
                  <a:lnTo>
                    <a:pt x="2770117" y="1741211"/>
                  </a:lnTo>
                  <a:lnTo>
                    <a:pt x="2728585" y="1699173"/>
                  </a:lnTo>
                  <a:lnTo>
                    <a:pt x="2687452" y="1653712"/>
                  </a:lnTo>
                  <a:lnTo>
                    <a:pt x="2646424" y="1604760"/>
                  </a:lnTo>
                  <a:lnTo>
                    <a:pt x="2605275" y="1552322"/>
                  </a:lnTo>
                  <a:lnTo>
                    <a:pt x="2563847" y="1496478"/>
                  </a:lnTo>
                  <a:lnTo>
                    <a:pt x="2522037" y="1437397"/>
                  </a:lnTo>
                  <a:lnTo>
                    <a:pt x="2479794" y="1375334"/>
                  </a:lnTo>
                  <a:lnTo>
                    <a:pt x="2437115" y="1310636"/>
                  </a:lnTo>
                  <a:lnTo>
                    <a:pt x="2394038" y="1243729"/>
                  </a:lnTo>
                  <a:lnTo>
                    <a:pt x="2350636" y="1175118"/>
                  </a:lnTo>
                  <a:lnTo>
                    <a:pt x="2307007" y="1105365"/>
                  </a:lnTo>
                  <a:lnTo>
                    <a:pt x="2263269" y="1035074"/>
                  </a:lnTo>
                  <a:lnTo>
                    <a:pt x="2219549" y="964870"/>
                  </a:lnTo>
                  <a:lnTo>
                    <a:pt x="2175971" y="895371"/>
                  </a:lnTo>
                  <a:lnTo>
                    <a:pt x="2132649" y="827174"/>
                  </a:lnTo>
                  <a:lnTo>
                    <a:pt x="2089675" y="760826"/>
                  </a:lnTo>
                  <a:lnTo>
                    <a:pt x="2047114" y="696811"/>
                  </a:lnTo>
                  <a:lnTo>
                    <a:pt x="2004992" y="635536"/>
                  </a:lnTo>
                  <a:lnTo>
                    <a:pt x="1963294" y="577321"/>
                  </a:lnTo>
                  <a:lnTo>
                    <a:pt x="1921955" y="522399"/>
                  </a:lnTo>
                  <a:lnTo>
                    <a:pt x="1880858" y="470913"/>
                  </a:lnTo>
                  <a:lnTo>
                    <a:pt x="1839826" y="422922"/>
                  </a:lnTo>
                  <a:lnTo>
                    <a:pt x="1798616" y="378409"/>
                  </a:lnTo>
                  <a:lnTo>
                    <a:pt x="1768425" y="348242"/>
                  </a:lnTo>
                  <a:lnTo>
                    <a:pt x="1719630" y="303983"/>
                  </a:lnTo>
                  <a:lnTo>
                    <a:pt x="1669190" y="264153"/>
                  </a:lnTo>
                  <a:lnTo>
                    <a:pt x="1616324" y="228527"/>
                  </a:lnTo>
                  <a:lnTo>
                    <a:pt x="1560161" y="196723"/>
                  </a:lnTo>
                  <a:lnTo>
                    <a:pt x="1499813" y="168309"/>
                  </a:lnTo>
                  <a:lnTo>
                    <a:pt x="1434446" y="142869"/>
                  </a:lnTo>
                  <a:lnTo>
                    <a:pt x="1363383" y="120037"/>
                  </a:lnTo>
                  <a:lnTo>
                    <a:pt x="1286220" y="99515"/>
                  </a:lnTo>
                  <a:lnTo>
                    <a:pt x="1203000" y="81084"/>
                  </a:lnTo>
                  <a:lnTo>
                    <a:pt x="1114403" y="64608"/>
                  </a:lnTo>
                  <a:lnTo>
                    <a:pt x="1021951" y="50027"/>
                  </a:lnTo>
                  <a:lnTo>
                    <a:pt x="928139" y="37348"/>
                  </a:lnTo>
                  <a:lnTo>
                    <a:pt x="836416" y="26610"/>
                  </a:lnTo>
                  <a:lnTo>
                    <a:pt x="750914" y="17855"/>
                  </a:lnTo>
                  <a:lnTo>
                    <a:pt x="675881" y="11074"/>
                  </a:lnTo>
                  <a:lnTo>
                    <a:pt x="614892" y="6173"/>
                  </a:lnTo>
                  <a:lnTo>
                    <a:pt x="570054" y="2950"/>
                  </a:lnTo>
                  <a:lnTo>
                    <a:pt x="541437" y="1100"/>
                  </a:lnTo>
                  <a:lnTo>
                    <a:pt x="526926" y="253"/>
                  </a:lnTo>
                  <a:lnTo>
                    <a:pt x="522405" y="13"/>
                  </a:lnTo>
                  <a:lnTo>
                    <a:pt x="522133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533" name="pg533"/>
            <p:cNvSpPr/>
            <p:nvPr/>
          </p:nvSpPr>
          <p:spPr>
            <a:xfrm>
              <a:off x="386606" y="2619926"/>
              <a:ext cx="8554953" cy="3489951"/>
            </a:xfrm>
            <a:custGeom>
              <a:avLst/>
              <a:pathLst>
                <a:path w="8554953" h="3489951">
                  <a:moveTo>
                    <a:pt x="0" y="11294"/>
                  </a:moveTo>
                  <a:lnTo>
                    <a:pt x="522133" y="11294"/>
                  </a:lnTo>
                  <a:lnTo>
                    <a:pt x="523334" y="11355"/>
                  </a:lnTo>
                  <a:lnTo>
                    <a:pt x="531195" y="11790"/>
                  </a:lnTo>
                  <a:lnTo>
                    <a:pt x="550884" y="12992"/>
                  </a:lnTo>
                  <a:lnTo>
                    <a:pt x="585763" y="15355"/>
                  </a:lnTo>
                  <a:lnTo>
                    <a:pt x="637092" y="19229"/>
                  </a:lnTo>
                  <a:lnTo>
                    <a:pt x="703955" y="24882"/>
                  </a:lnTo>
                  <a:lnTo>
                    <a:pt x="783581" y="32475"/>
                  </a:lnTo>
                  <a:lnTo>
                    <a:pt x="872033" y="42063"/>
                  </a:lnTo>
                  <a:lnTo>
                    <a:pt x="965025" y="53631"/>
                  </a:lnTo>
                  <a:lnTo>
                    <a:pt x="1058645" y="67133"/>
                  </a:lnTo>
                  <a:lnTo>
                    <a:pt x="1149805" y="82536"/>
                  </a:lnTo>
                  <a:lnTo>
                    <a:pt x="1236402" y="99859"/>
                  </a:lnTo>
                  <a:lnTo>
                    <a:pt x="1317268" y="119191"/>
                  </a:lnTo>
                  <a:lnTo>
                    <a:pt x="1391997" y="140702"/>
                  </a:lnTo>
                  <a:lnTo>
                    <a:pt x="1460744" y="164642"/>
                  </a:lnTo>
                  <a:lnTo>
                    <a:pt x="1524037" y="191339"/>
                  </a:lnTo>
                  <a:lnTo>
                    <a:pt x="1582629" y="221186"/>
                  </a:lnTo>
                  <a:lnTo>
                    <a:pt x="1637383" y="254611"/>
                  </a:lnTo>
                  <a:lnTo>
                    <a:pt x="1689188" y="292037"/>
                  </a:lnTo>
                  <a:lnTo>
                    <a:pt x="1738889" y="333804"/>
                  </a:lnTo>
                  <a:lnTo>
                    <a:pt x="1768425" y="361418"/>
                  </a:lnTo>
                  <a:lnTo>
                    <a:pt x="1809884" y="403605"/>
                  </a:lnTo>
                  <a:lnTo>
                    <a:pt x="1850944" y="449222"/>
                  </a:lnTo>
                  <a:lnTo>
                    <a:pt x="1891900" y="498334"/>
                  </a:lnTo>
                  <a:lnTo>
                    <a:pt x="1932973" y="550941"/>
                  </a:lnTo>
                  <a:lnTo>
                    <a:pt x="1974325" y="606960"/>
                  </a:lnTo>
                  <a:lnTo>
                    <a:pt x="2016057" y="666224"/>
                  </a:lnTo>
                  <a:lnTo>
                    <a:pt x="2058220" y="728478"/>
                  </a:lnTo>
                  <a:lnTo>
                    <a:pt x="2100817" y="793379"/>
                  </a:lnTo>
                  <a:lnTo>
                    <a:pt x="2143812" y="860498"/>
                  </a:lnTo>
                  <a:lnTo>
                    <a:pt x="2187132" y="929333"/>
                  </a:lnTo>
                  <a:lnTo>
                    <a:pt x="2230681" y="999322"/>
                  </a:lnTo>
                  <a:lnTo>
                    <a:pt x="2274339" y="1069862"/>
                  </a:lnTo>
                  <a:lnTo>
                    <a:pt x="2317984" y="1140330"/>
                  </a:lnTo>
                  <a:lnTo>
                    <a:pt x="2361489" y="1210104"/>
                  </a:lnTo>
                  <a:lnTo>
                    <a:pt x="2404742" y="1278589"/>
                  </a:lnTo>
                  <a:lnTo>
                    <a:pt x="2447650" y="1345235"/>
                  </a:lnTo>
                  <a:lnTo>
                    <a:pt x="2490148" y="1409556"/>
                  </a:lnTo>
                  <a:lnTo>
                    <a:pt x="2532209" y="1471144"/>
                  </a:lnTo>
                  <a:lnTo>
                    <a:pt x="2573846" y="1529674"/>
                  </a:lnTo>
                  <a:lnTo>
                    <a:pt x="2615122" y="1584913"/>
                  </a:lnTo>
                  <a:lnTo>
                    <a:pt x="2656152" y="1636713"/>
                  </a:lnTo>
                  <a:lnTo>
                    <a:pt x="2697109" y="1685012"/>
                  </a:lnTo>
                  <a:lnTo>
                    <a:pt x="2738233" y="1729824"/>
                  </a:lnTo>
                  <a:lnTo>
                    <a:pt x="2770117" y="1761917"/>
                  </a:lnTo>
                  <a:lnTo>
                    <a:pt x="2818902" y="1806407"/>
                  </a:lnTo>
                  <a:lnTo>
                    <a:pt x="2869332" y="1846445"/>
                  </a:lnTo>
                  <a:lnTo>
                    <a:pt x="2922186" y="1882259"/>
                  </a:lnTo>
                  <a:lnTo>
                    <a:pt x="2978335" y="1914231"/>
                  </a:lnTo>
                  <a:lnTo>
                    <a:pt x="3038668" y="1942796"/>
                  </a:lnTo>
                  <a:lnTo>
                    <a:pt x="3104016" y="1968371"/>
                  </a:lnTo>
                  <a:lnTo>
                    <a:pt x="3175058" y="1991325"/>
                  </a:lnTo>
                  <a:lnTo>
                    <a:pt x="3252196" y="2011957"/>
                  </a:lnTo>
                  <a:lnTo>
                    <a:pt x="3335391" y="2030488"/>
                  </a:lnTo>
                  <a:lnTo>
                    <a:pt x="3423961" y="2047053"/>
                  </a:lnTo>
                  <a:lnTo>
                    <a:pt x="3516389" y="2061714"/>
                  </a:lnTo>
                  <a:lnTo>
                    <a:pt x="3610183" y="2074464"/>
                  </a:lnTo>
                  <a:lnTo>
                    <a:pt x="3701899" y="2085262"/>
                  </a:lnTo>
                  <a:lnTo>
                    <a:pt x="3787406" y="2094068"/>
                  </a:lnTo>
                  <a:lnTo>
                    <a:pt x="3862460" y="2100890"/>
                  </a:lnTo>
                  <a:lnTo>
                    <a:pt x="3923483" y="2105822"/>
                  </a:lnTo>
                  <a:lnTo>
                    <a:pt x="3968367" y="2109067"/>
                  </a:lnTo>
                  <a:lnTo>
                    <a:pt x="3997030" y="2110931"/>
                  </a:lnTo>
                  <a:lnTo>
                    <a:pt x="4011584" y="2111785"/>
                  </a:lnTo>
                  <a:lnTo>
                    <a:pt x="4016132" y="2112028"/>
                  </a:lnTo>
                  <a:lnTo>
                    <a:pt x="4016409" y="2112041"/>
                  </a:lnTo>
                  <a:lnTo>
                    <a:pt x="4538543" y="2112041"/>
                  </a:lnTo>
                  <a:lnTo>
                    <a:pt x="4539782" y="2112083"/>
                  </a:lnTo>
                  <a:lnTo>
                    <a:pt x="4547887" y="2112377"/>
                  </a:lnTo>
                  <a:lnTo>
                    <a:pt x="4568165" y="2113192"/>
                  </a:lnTo>
                  <a:lnTo>
                    <a:pt x="4604032" y="2114792"/>
                  </a:lnTo>
                  <a:lnTo>
                    <a:pt x="4656704" y="2117414"/>
                  </a:lnTo>
                  <a:lnTo>
                    <a:pt x="4725131" y="2121235"/>
                  </a:lnTo>
                  <a:lnTo>
                    <a:pt x="4806363" y="2126360"/>
                  </a:lnTo>
                  <a:lnTo>
                    <a:pt x="4896285" y="2132823"/>
                  </a:lnTo>
                  <a:lnTo>
                    <a:pt x="4990479" y="2140609"/>
                  </a:lnTo>
                  <a:lnTo>
                    <a:pt x="5084972" y="2149688"/>
                  </a:lnTo>
                  <a:lnTo>
                    <a:pt x="5176675" y="2160041"/>
                  </a:lnTo>
                  <a:lnTo>
                    <a:pt x="5263531" y="2171685"/>
                  </a:lnTo>
                  <a:lnTo>
                    <a:pt x="5344441" y="2184687"/>
                  </a:lnTo>
                  <a:lnTo>
                    <a:pt x="5419076" y="2199168"/>
                  </a:lnTo>
                  <a:lnTo>
                    <a:pt x="5487662" y="2215307"/>
                  </a:lnTo>
                  <a:lnTo>
                    <a:pt x="5550789" y="2233333"/>
                  </a:lnTo>
                  <a:lnTo>
                    <a:pt x="5609258" y="2253517"/>
                  </a:lnTo>
                  <a:lnTo>
                    <a:pt x="5663972" y="2276152"/>
                  </a:lnTo>
                  <a:lnTo>
                    <a:pt x="5715846" y="2301519"/>
                  </a:lnTo>
                  <a:lnTo>
                    <a:pt x="5765734" y="2329825"/>
                  </a:lnTo>
                  <a:lnTo>
                    <a:pt x="5784835" y="2341693"/>
                  </a:lnTo>
                  <a:lnTo>
                    <a:pt x="5831464" y="2372996"/>
                  </a:lnTo>
                  <a:lnTo>
                    <a:pt x="5877638" y="2407157"/>
                  </a:lnTo>
                  <a:lnTo>
                    <a:pt x="5923757" y="2444228"/>
                  </a:lnTo>
                  <a:lnTo>
                    <a:pt x="5970109" y="2484183"/>
                  </a:lnTo>
                  <a:lnTo>
                    <a:pt x="6016885" y="2526912"/>
                  </a:lnTo>
                  <a:lnTo>
                    <a:pt x="6064189" y="2572211"/>
                  </a:lnTo>
                  <a:lnTo>
                    <a:pt x="6112047" y="2619784"/>
                  </a:lnTo>
                  <a:lnTo>
                    <a:pt x="6160415" y="2669246"/>
                  </a:lnTo>
                  <a:lnTo>
                    <a:pt x="6209194" y="2720131"/>
                  </a:lnTo>
                  <a:lnTo>
                    <a:pt x="6258244" y="2771910"/>
                  </a:lnTo>
                  <a:lnTo>
                    <a:pt x="6307393" y="2824016"/>
                  </a:lnTo>
                  <a:lnTo>
                    <a:pt x="6356463" y="2875864"/>
                  </a:lnTo>
                  <a:lnTo>
                    <a:pt x="6405282" y="2926881"/>
                  </a:lnTo>
                  <a:lnTo>
                    <a:pt x="6453704" y="2976534"/>
                  </a:lnTo>
                  <a:lnTo>
                    <a:pt x="6501624" y="3024349"/>
                  </a:lnTo>
                  <a:lnTo>
                    <a:pt x="6548993" y="3069930"/>
                  </a:lnTo>
                  <a:lnTo>
                    <a:pt x="6595826" y="3112970"/>
                  </a:lnTo>
                  <a:lnTo>
                    <a:pt x="6642220" y="3153256"/>
                  </a:lnTo>
                  <a:lnTo>
                    <a:pt x="6688353" y="3190665"/>
                  </a:lnTo>
                  <a:lnTo>
                    <a:pt x="6734502" y="3225165"/>
                  </a:lnTo>
                  <a:lnTo>
                    <a:pt x="6781054" y="3256796"/>
                  </a:lnTo>
                  <a:lnTo>
                    <a:pt x="6786527" y="3260300"/>
                  </a:lnTo>
                  <a:lnTo>
                    <a:pt x="6835842" y="3289778"/>
                  </a:lnTo>
                  <a:lnTo>
                    <a:pt x="6886844" y="3316274"/>
                  </a:lnTo>
                  <a:lnTo>
                    <a:pt x="6940342" y="3339944"/>
                  </a:lnTo>
                  <a:lnTo>
                    <a:pt x="6997235" y="3361050"/>
                  </a:lnTo>
                  <a:lnTo>
                    <a:pt x="7058440" y="3379885"/>
                  </a:lnTo>
                  <a:lnTo>
                    <a:pt x="7124810" y="3396732"/>
                  </a:lnTo>
                  <a:lnTo>
                    <a:pt x="7197032" y="3411836"/>
                  </a:lnTo>
                  <a:lnTo>
                    <a:pt x="7275495" y="3425397"/>
                  </a:lnTo>
                  <a:lnTo>
                    <a:pt x="7360113" y="3437560"/>
                  </a:lnTo>
                  <a:lnTo>
                    <a:pt x="7450112" y="3448413"/>
                  </a:lnTo>
                  <a:lnTo>
                    <a:pt x="7543826" y="3457990"/>
                  </a:lnTo>
                  <a:lnTo>
                    <a:pt x="7638568" y="3466285"/>
                  </a:lnTo>
                  <a:lnTo>
                    <a:pt x="7730673" y="3473268"/>
                  </a:lnTo>
                  <a:lnTo>
                    <a:pt x="7815824" y="3478915"/>
                  </a:lnTo>
                  <a:lnTo>
                    <a:pt x="7889686" y="3483237"/>
                  </a:lnTo>
                  <a:lnTo>
                    <a:pt x="7948752" y="3486310"/>
                  </a:lnTo>
                  <a:lnTo>
                    <a:pt x="7991164" y="3488283"/>
                  </a:lnTo>
                  <a:lnTo>
                    <a:pt x="8017239" y="3489374"/>
                  </a:lnTo>
                  <a:lnTo>
                    <a:pt x="8029563" y="3489840"/>
                  </a:lnTo>
                  <a:lnTo>
                    <a:pt x="8032819" y="3489951"/>
                  </a:lnTo>
                  <a:lnTo>
                    <a:pt x="8554953" y="3489951"/>
                  </a:lnTo>
                  <a:lnTo>
                    <a:pt x="8554953" y="3478657"/>
                  </a:lnTo>
                  <a:lnTo>
                    <a:pt x="8032819" y="3478657"/>
                  </a:lnTo>
                  <a:lnTo>
                    <a:pt x="8031580" y="3478616"/>
                  </a:lnTo>
                  <a:lnTo>
                    <a:pt x="8023475" y="3478321"/>
                  </a:lnTo>
                  <a:lnTo>
                    <a:pt x="8003197" y="3477506"/>
                  </a:lnTo>
                  <a:lnTo>
                    <a:pt x="7967330" y="3475906"/>
                  </a:lnTo>
                  <a:lnTo>
                    <a:pt x="7914658" y="3473285"/>
                  </a:lnTo>
                  <a:lnTo>
                    <a:pt x="7846231" y="3469463"/>
                  </a:lnTo>
                  <a:lnTo>
                    <a:pt x="7764999" y="3464338"/>
                  </a:lnTo>
                  <a:lnTo>
                    <a:pt x="7675077" y="3457876"/>
                  </a:lnTo>
                  <a:lnTo>
                    <a:pt x="7580883" y="3450089"/>
                  </a:lnTo>
                  <a:lnTo>
                    <a:pt x="7486390" y="3441010"/>
                  </a:lnTo>
                  <a:lnTo>
                    <a:pt x="7394687" y="3430657"/>
                  </a:lnTo>
                  <a:lnTo>
                    <a:pt x="7307831" y="3419013"/>
                  </a:lnTo>
                  <a:lnTo>
                    <a:pt x="7226921" y="3406012"/>
                  </a:lnTo>
                  <a:lnTo>
                    <a:pt x="7152286" y="3391531"/>
                  </a:lnTo>
                  <a:lnTo>
                    <a:pt x="7083700" y="3375392"/>
                  </a:lnTo>
                  <a:lnTo>
                    <a:pt x="7020573" y="3357365"/>
                  </a:lnTo>
                  <a:lnTo>
                    <a:pt x="6962104" y="3337181"/>
                  </a:lnTo>
                  <a:lnTo>
                    <a:pt x="6907390" y="3314546"/>
                  </a:lnTo>
                  <a:lnTo>
                    <a:pt x="6855516" y="3289180"/>
                  </a:lnTo>
                  <a:lnTo>
                    <a:pt x="6805628" y="3260873"/>
                  </a:lnTo>
                  <a:lnTo>
                    <a:pt x="6786527" y="3249005"/>
                  </a:lnTo>
                  <a:lnTo>
                    <a:pt x="6739898" y="3217702"/>
                  </a:lnTo>
                  <a:lnTo>
                    <a:pt x="6693724" y="3183541"/>
                  </a:lnTo>
                  <a:lnTo>
                    <a:pt x="6647605" y="3146470"/>
                  </a:lnTo>
                  <a:lnTo>
                    <a:pt x="6601253" y="3106515"/>
                  </a:lnTo>
                  <a:lnTo>
                    <a:pt x="6554477" y="3063787"/>
                  </a:lnTo>
                  <a:lnTo>
                    <a:pt x="6507173" y="3018488"/>
                  </a:lnTo>
                  <a:lnTo>
                    <a:pt x="6459315" y="2970915"/>
                  </a:lnTo>
                  <a:lnTo>
                    <a:pt x="6410947" y="2921453"/>
                  </a:lnTo>
                  <a:lnTo>
                    <a:pt x="6362168" y="2870568"/>
                  </a:lnTo>
                  <a:lnTo>
                    <a:pt x="6313118" y="2818788"/>
                  </a:lnTo>
                  <a:lnTo>
                    <a:pt x="6263969" y="2766682"/>
                  </a:lnTo>
                  <a:lnTo>
                    <a:pt x="6214899" y="2714835"/>
                  </a:lnTo>
                  <a:lnTo>
                    <a:pt x="6166080" y="2663817"/>
                  </a:lnTo>
                  <a:lnTo>
                    <a:pt x="6117658" y="2614164"/>
                  </a:lnTo>
                  <a:lnTo>
                    <a:pt x="6069738" y="2566349"/>
                  </a:lnTo>
                  <a:lnTo>
                    <a:pt x="6022369" y="2520768"/>
                  </a:lnTo>
                  <a:lnTo>
                    <a:pt x="5975535" y="2477728"/>
                  </a:lnTo>
                  <a:lnTo>
                    <a:pt x="5929142" y="2437443"/>
                  </a:lnTo>
                  <a:lnTo>
                    <a:pt x="5883009" y="2400033"/>
                  </a:lnTo>
                  <a:lnTo>
                    <a:pt x="5836860" y="2365534"/>
                  </a:lnTo>
                  <a:lnTo>
                    <a:pt x="5790308" y="2333903"/>
                  </a:lnTo>
                  <a:lnTo>
                    <a:pt x="5784835" y="2330399"/>
                  </a:lnTo>
                  <a:lnTo>
                    <a:pt x="5735520" y="2300921"/>
                  </a:lnTo>
                  <a:lnTo>
                    <a:pt x="5684518" y="2274425"/>
                  </a:lnTo>
                  <a:lnTo>
                    <a:pt x="5631020" y="2250754"/>
                  </a:lnTo>
                  <a:lnTo>
                    <a:pt x="5574127" y="2229648"/>
                  </a:lnTo>
                  <a:lnTo>
                    <a:pt x="5512922" y="2210813"/>
                  </a:lnTo>
                  <a:lnTo>
                    <a:pt x="5446552" y="2193967"/>
                  </a:lnTo>
                  <a:lnTo>
                    <a:pt x="5374330" y="2178863"/>
                  </a:lnTo>
                  <a:lnTo>
                    <a:pt x="5295867" y="2165301"/>
                  </a:lnTo>
                  <a:lnTo>
                    <a:pt x="5211249" y="2153138"/>
                  </a:lnTo>
                  <a:lnTo>
                    <a:pt x="5121250" y="2142285"/>
                  </a:lnTo>
                  <a:lnTo>
                    <a:pt x="5027536" y="2132708"/>
                  </a:lnTo>
                  <a:lnTo>
                    <a:pt x="4932794" y="2124413"/>
                  </a:lnTo>
                  <a:lnTo>
                    <a:pt x="4840689" y="2117430"/>
                  </a:lnTo>
                  <a:lnTo>
                    <a:pt x="4755538" y="2111784"/>
                  </a:lnTo>
                  <a:lnTo>
                    <a:pt x="4681676" y="2107462"/>
                  </a:lnTo>
                  <a:lnTo>
                    <a:pt x="4622610" y="2104389"/>
                  </a:lnTo>
                  <a:lnTo>
                    <a:pt x="4580198" y="2102415"/>
                  </a:lnTo>
                  <a:lnTo>
                    <a:pt x="4554123" y="2101324"/>
                  </a:lnTo>
                  <a:lnTo>
                    <a:pt x="4541799" y="2100859"/>
                  </a:lnTo>
                  <a:lnTo>
                    <a:pt x="4538543" y="2100747"/>
                  </a:lnTo>
                  <a:lnTo>
                    <a:pt x="4016409" y="2100747"/>
                  </a:lnTo>
                  <a:lnTo>
                    <a:pt x="4015208" y="2100686"/>
                  </a:lnTo>
                  <a:lnTo>
                    <a:pt x="4007348" y="2100251"/>
                  </a:lnTo>
                  <a:lnTo>
                    <a:pt x="3987658" y="2099049"/>
                  </a:lnTo>
                  <a:lnTo>
                    <a:pt x="3952779" y="2096686"/>
                  </a:lnTo>
                  <a:lnTo>
                    <a:pt x="3901450" y="2092812"/>
                  </a:lnTo>
                  <a:lnTo>
                    <a:pt x="3834588" y="2087159"/>
                  </a:lnTo>
                  <a:lnTo>
                    <a:pt x="3754961" y="2079566"/>
                  </a:lnTo>
                  <a:lnTo>
                    <a:pt x="3666510" y="2069978"/>
                  </a:lnTo>
                  <a:lnTo>
                    <a:pt x="3573517" y="2058410"/>
                  </a:lnTo>
                  <a:lnTo>
                    <a:pt x="3479897" y="2044908"/>
                  </a:lnTo>
                  <a:lnTo>
                    <a:pt x="3388737" y="2029505"/>
                  </a:lnTo>
                  <a:lnTo>
                    <a:pt x="3302140" y="2012182"/>
                  </a:lnTo>
                  <a:lnTo>
                    <a:pt x="3221275" y="1992850"/>
                  </a:lnTo>
                  <a:lnTo>
                    <a:pt x="3146546" y="1971339"/>
                  </a:lnTo>
                  <a:lnTo>
                    <a:pt x="3077798" y="1947399"/>
                  </a:lnTo>
                  <a:lnTo>
                    <a:pt x="3014505" y="1920702"/>
                  </a:lnTo>
                  <a:lnTo>
                    <a:pt x="2955913" y="1890855"/>
                  </a:lnTo>
                  <a:lnTo>
                    <a:pt x="2901160" y="1857430"/>
                  </a:lnTo>
                  <a:lnTo>
                    <a:pt x="2849355" y="1820004"/>
                  </a:lnTo>
                  <a:lnTo>
                    <a:pt x="2799654" y="1778237"/>
                  </a:lnTo>
                  <a:lnTo>
                    <a:pt x="2770117" y="1750623"/>
                  </a:lnTo>
                  <a:lnTo>
                    <a:pt x="2728658" y="1708436"/>
                  </a:lnTo>
                  <a:lnTo>
                    <a:pt x="2687598" y="1662819"/>
                  </a:lnTo>
                  <a:lnTo>
                    <a:pt x="2646643" y="1613707"/>
                  </a:lnTo>
                  <a:lnTo>
                    <a:pt x="2605569" y="1561100"/>
                  </a:lnTo>
                  <a:lnTo>
                    <a:pt x="2564217" y="1505081"/>
                  </a:lnTo>
                  <a:lnTo>
                    <a:pt x="2522485" y="1445817"/>
                  </a:lnTo>
                  <a:lnTo>
                    <a:pt x="2480323" y="1383563"/>
                  </a:lnTo>
                  <a:lnTo>
                    <a:pt x="2437725" y="1318662"/>
                  </a:lnTo>
                  <a:lnTo>
                    <a:pt x="2394731" y="1251543"/>
                  </a:lnTo>
                  <a:lnTo>
                    <a:pt x="2351410" y="1182708"/>
                  </a:lnTo>
                  <a:lnTo>
                    <a:pt x="2307862" y="1112719"/>
                  </a:lnTo>
                  <a:lnTo>
                    <a:pt x="2264203" y="1042179"/>
                  </a:lnTo>
                  <a:lnTo>
                    <a:pt x="2220559" y="971711"/>
                  </a:lnTo>
                  <a:lnTo>
                    <a:pt x="2177053" y="901937"/>
                  </a:lnTo>
                  <a:lnTo>
                    <a:pt x="2133800" y="833452"/>
                  </a:lnTo>
                  <a:lnTo>
                    <a:pt x="2090893" y="766806"/>
                  </a:lnTo>
                  <a:lnTo>
                    <a:pt x="2048394" y="702485"/>
                  </a:lnTo>
                  <a:lnTo>
                    <a:pt x="2006334" y="640897"/>
                  </a:lnTo>
                  <a:lnTo>
                    <a:pt x="1964696" y="582367"/>
                  </a:lnTo>
                  <a:lnTo>
                    <a:pt x="1923420" y="527128"/>
                  </a:lnTo>
                  <a:lnTo>
                    <a:pt x="1882390" y="475328"/>
                  </a:lnTo>
                  <a:lnTo>
                    <a:pt x="1841433" y="427029"/>
                  </a:lnTo>
                  <a:lnTo>
                    <a:pt x="1800309" y="382217"/>
                  </a:lnTo>
                  <a:lnTo>
                    <a:pt x="1768425" y="350124"/>
                  </a:lnTo>
                  <a:lnTo>
                    <a:pt x="1719640" y="305634"/>
                  </a:lnTo>
                  <a:lnTo>
                    <a:pt x="1669210" y="265596"/>
                  </a:lnTo>
                  <a:lnTo>
                    <a:pt x="1616356" y="229782"/>
                  </a:lnTo>
                  <a:lnTo>
                    <a:pt x="1560207" y="197810"/>
                  </a:lnTo>
                  <a:lnTo>
                    <a:pt x="1499874" y="169245"/>
                  </a:lnTo>
                  <a:lnTo>
                    <a:pt x="1434526" y="143670"/>
                  </a:lnTo>
                  <a:lnTo>
                    <a:pt x="1363484" y="120716"/>
                  </a:lnTo>
                  <a:lnTo>
                    <a:pt x="1286346" y="100084"/>
                  </a:lnTo>
                  <a:lnTo>
                    <a:pt x="1203152" y="81553"/>
                  </a:lnTo>
                  <a:lnTo>
                    <a:pt x="1114581" y="64988"/>
                  </a:lnTo>
                  <a:lnTo>
                    <a:pt x="1022153" y="50327"/>
                  </a:lnTo>
                  <a:lnTo>
                    <a:pt x="928359" y="37577"/>
                  </a:lnTo>
                  <a:lnTo>
                    <a:pt x="836644" y="26779"/>
                  </a:lnTo>
                  <a:lnTo>
                    <a:pt x="751136" y="17973"/>
                  </a:lnTo>
                  <a:lnTo>
                    <a:pt x="676082" y="11151"/>
                  </a:lnTo>
                  <a:lnTo>
                    <a:pt x="615059" y="6219"/>
                  </a:lnTo>
                  <a:lnTo>
                    <a:pt x="570176" y="2974"/>
                  </a:lnTo>
                  <a:lnTo>
                    <a:pt x="541512" y="1110"/>
                  </a:lnTo>
                  <a:lnTo>
                    <a:pt x="526958" y="256"/>
                  </a:lnTo>
                  <a:lnTo>
                    <a:pt x="522410" y="13"/>
                  </a:lnTo>
                  <a:lnTo>
                    <a:pt x="5221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534" name="pl534"/>
            <p:cNvSpPr/>
            <p:nvPr/>
          </p:nvSpPr>
          <p:spPr>
            <a:xfrm>
              <a:off x="386606" y="2631221"/>
              <a:ext cx="8554953" cy="3478657"/>
            </a:xfrm>
            <a:custGeom>
              <a:avLst/>
              <a:pathLst>
                <a:path w="8554953" h="3478657">
                  <a:moveTo>
                    <a:pt x="0" y="0"/>
                  </a:moveTo>
                  <a:lnTo>
                    <a:pt x="522133" y="0"/>
                  </a:lnTo>
                  <a:lnTo>
                    <a:pt x="523334" y="60"/>
                  </a:lnTo>
                  <a:lnTo>
                    <a:pt x="531195" y="495"/>
                  </a:lnTo>
                  <a:lnTo>
                    <a:pt x="550884" y="1698"/>
                  </a:lnTo>
                  <a:lnTo>
                    <a:pt x="585763" y="4061"/>
                  </a:lnTo>
                  <a:lnTo>
                    <a:pt x="637092" y="7935"/>
                  </a:lnTo>
                  <a:lnTo>
                    <a:pt x="703955" y="13588"/>
                  </a:lnTo>
                  <a:lnTo>
                    <a:pt x="783581" y="21180"/>
                  </a:lnTo>
                  <a:lnTo>
                    <a:pt x="872033" y="30769"/>
                  </a:lnTo>
                  <a:lnTo>
                    <a:pt x="965025" y="42337"/>
                  </a:lnTo>
                  <a:lnTo>
                    <a:pt x="1058645" y="55838"/>
                  </a:lnTo>
                  <a:lnTo>
                    <a:pt x="1149805" y="71241"/>
                  </a:lnTo>
                  <a:lnTo>
                    <a:pt x="1236402" y="88565"/>
                  </a:lnTo>
                  <a:lnTo>
                    <a:pt x="1317268" y="107897"/>
                  </a:lnTo>
                  <a:lnTo>
                    <a:pt x="1391997" y="129407"/>
                  </a:lnTo>
                  <a:lnTo>
                    <a:pt x="1460744" y="153347"/>
                  </a:lnTo>
                  <a:lnTo>
                    <a:pt x="1524037" y="180045"/>
                  </a:lnTo>
                  <a:lnTo>
                    <a:pt x="1582629" y="209891"/>
                  </a:lnTo>
                  <a:lnTo>
                    <a:pt x="1637383" y="243316"/>
                  </a:lnTo>
                  <a:lnTo>
                    <a:pt x="1689188" y="280743"/>
                  </a:lnTo>
                  <a:lnTo>
                    <a:pt x="1738889" y="322510"/>
                  </a:lnTo>
                  <a:lnTo>
                    <a:pt x="1768425" y="350124"/>
                  </a:lnTo>
                  <a:lnTo>
                    <a:pt x="1809884" y="392311"/>
                  </a:lnTo>
                  <a:lnTo>
                    <a:pt x="1850944" y="437927"/>
                  </a:lnTo>
                  <a:lnTo>
                    <a:pt x="1891900" y="487040"/>
                  </a:lnTo>
                  <a:lnTo>
                    <a:pt x="1932973" y="539647"/>
                  </a:lnTo>
                  <a:lnTo>
                    <a:pt x="1974325" y="595666"/>
                  </a:lnTo>
                  <a:lnTo>
                    <a:pt x="2016057" y="654930"/>
                  </a:lnTo>
                  <a:lnTo>
                    <a:pt x="2058220" y="717184"/>
                  </a:lnTo>
                  <a:lnTo>
                    <a:pt x="2100817" y="782084"/>
                  </a:lnTo>
                  <a:lnTo>
                    <a:pt x="2143812" y="849203"/>
                  </a:lnTo>
                  <a:lnTo>
                    <a:pt x="2187132" y="918038"/>
                  </a:lnTo>
                  <a:lnTo>
                    <a:pt x="2230681" y="988028"/>
                  </a:lnTo>
                  <a:lnTo>
                    <a:pt x="2274339" y="1058568"/>
                  </a:lnTo>
                  <a:lnTo>
                    <a:pt x="2317984" y="1129035"/>
                  </a:lnTo>
                  <a:lnTo>
                    <a:pt x="2361489" y="1198809"/>
                  </a:lnTo>
                  <a:lnTo>
                    <a:pt x="2404742" y="1267294"/>
                  </a:lnTo>
                  <a:lnTo>
                    <a:pt x="2447650" y="1333940"/>
                  </a:lnTo>
                  <a:lnTo>
                    <a:pt x="2490148" y="1398262"/>
                  </a:lnTo>
                  <a:lnTo>
                    <a:pt x="2532209" y="1459849"/>
                  </a:lnTo>
                  <a:lnTo>
                    <a:pt x="2573846" y="1518380"/>
                  </a:lnTo>
                  <a:lnTo>
                    <a:pt x="2615122" y="1573618"/>
                  </a:lnTo>
                  <a:lnTo>
                    <a:pt x="2656152" y="1625418"/>
                  </a:lnTo>
                  <a:lnTo>
                    <a:pt x="2697109" y="1673717"/>
                  </a:lnTo>
                  <a:lnTo>
                    <a:pt x="2738233" y="1718529"/>
                  </a:lnTo>
                  <a:lnTo>
                    <a:pt x="2770117" y="1750623"/>
                  </a:lnTo>
                  <a:lnTo>
                    <a:pt x="2818902" y="1795112"/>
                  </a:lnTo>
                  <a:lnTo>
                    <a:pt x="2869332" y="1835151"/>
                  </a:lnTo>
                  <a:lnTo>
                    <a:pt x="2922186" y="1870964"/>
                  </a:lnTo>
                  <a:lnTo>
                    <a:pt x="2978335" y="1902937"/>
                  </a:lnTo>
                  <a:lnTo>
                    <a:pt x="3038668" y="1931502"/>
                  </a:lnTo>
                  <a:lnTo>
                    <a:pt x="3104016" y="1957076"/>
                  </a:lnTo>
                  <a:lnTo>
                    <a:pt x="3175058" y="1980031"/>
                  </a:lnTo>
                  <a:lnTo>
                    <a:pt x="3252196" y="2000663"/>
                  </a:lnTo>
                  <a:lnTo>
                    <a:pt x="3335391" y="2019193"/>
                  </a:lnTo>
                  <a:lnTo>
                    <a:pt x="3423961" y="2035759"/>
                  </a:lnTo>
                  <a:lnTo>
                    <a:pt x="3516389" y="2050419"/>
                  </a:lnTo>
                  <a:lnTo>
                    <a:pt x="3610183" y="2063169"/>
                  </a:lnTo>
                  <a:lnTo>
                    <a:pt x="3701899" y="2073968"/>
                  </a:lnTo>
                  <a:lnTo>
                    <a:pt x="3787406" y="2082774"/>
                  </a:lnTo>
                  <a:lnTo>
                    <a:pt x="3862460" y="2089596"/>
                  </a:lnTo>
                  <a:lnTo>
                    <a:pt x="3923483" y="2094527"/>
                  </a:lnTo>
                  <a:lnTo>
                    <a:pt x="3968367" y="2097773"/>
                  </a:lnTo>
                  <a:lnTo>
                    <a:pt x="3997030" y="2099636"/>
                  </a:lnTo>
                  <a:lnTo>
                    <a:pt x="4011584" y="2100491"/>
                  </a:lnTo>
                  <a:lnTo>
                    <a:pt x="4016132" y="2100734"/>
                  </a:lnTo>
                  <a:lnTo>
                    <a:pt x="4016409" y="2100747"/>
                  </a:lnTo>
                  <a:lnTo>
                    <a:pt x="4538543" y="2100747"/>
                  </a:lnTo>
                  <a:lnTo>
                    <a:pt x="4539782" y="2100788"/>
                  </a:lnTo>
                  <a:lnTo>
                    <a:pt x="4547887" y="2101083"/>
                  </a:lnTo>
                  <a:lnTo>
                    <a:pt x="4568165" y="2101898"/>
                  </a:lnTo>
                  <a:lnTo>
                    <a:pt x="4604032" y="2103498"/>
                  </a:lnTo>
                  <a:lnTo>
                    <a:pt x="4656704" y="2106120"/>
                  </a:lnTo>
                  <a:lnTo>
                    <a:pt x="4725131" y="2109941"/>
                  </a:lnTo>
                  <a:lnTo>
                    <a:pt x="4806363" y="2115066"/>
                  </a:lnTo>
                  <a:lnTo>
                    <a:pt x="4896285" y="2121528"/>
                  </a:lnTo>
                  <a:lnTo>
                    <a:pt x="4990479" y="2129315"/>
                  </a:lnTo>
                  <a:lnTo>
                    <a:pt x="5084972" y="2138394"/>
                  </a:lnTo>
                  <a:lnTo>
                    <a:pt x="5176675" y="2148747"/>
                  </a:lnTo>
                  <a:lnTo>
                    <a:pt x="5263531" y="2160391"/>
                  </a:lnTo>
                  <a:lnTo>
                    <a:pt x="5344441" y="2173392"/>
                  </a:lnTo>
                  <a:lnTo>
                    <a:pt x="5419076" y="2187874"/>
                  </a:lnTo>
                  <a:lnTo>
                    <a:pt x="5487662" y="2204013"/>
                  </a:lnTo>
                  <a:lnTo>
                    <a:pt x="5550789" y="2222039"/>
                  </a:lnTo>
                  <a:lnTo>
                    <a:pt x="5609258" y="2242223"/>
                  </a:lnTo>
                  <a:lnTo>
                    <a:pt x="5663972" y="2264858"/>
                  </a:lnTo>
                  <a:lnTo>
                    <a:pt x="5715846" y="2290224"/>
                  </a:lnTo>
                  <a:lnTo>
                    <a:pt x="5765734" y="2318531"/>
                  </a:lnTo>
                  <a:lnTo>
                    <a:pt x="5784835" y="2330399"/>
                  </a:lnTo>
                  <a:lnTo>
                    <a:pt x="5831464" y="2361702"/>
                  </a:lnTo>
                  <a:lnTo>
                    <a:pt x="5877638" y="2395863"/>
                  </a:lnTo>
                  <a:lnTo>
                    <a:pt x="5923757" y="2432934"/>
                  </a:lnTo>
                  <a:lnTo>
                    <a:pt x="5970109" y="2472889"/>
                  </a:lnTo>
                  <a:lnTo>
                    <a:pt x="6016885" y="2515617"/>
                  </a:lnTo>
                  <a:lnTo>
                    <a:pt x="6064189" y="2560916"/>
                  </a:lnTo>
                  <a:lnTo>
                    <a:pt x="6112047" y="2608490"/>
                  </a:lnTo>
                  <a:lnTo>
                    <a:pt x="6160415" y="2657951"/>
                  </a:lnTo>
                  <a:lnTo>
                    <a:pt x="6209194" y="2708836"/>
                  </a:lnTo>
                  <a:lnTo>
                    <a:pt x="6258244" y="2760616"/>
                  </a:lnTo>
                  <a:lnTo>
                    <a:pt x="6307393" y="2812722"/>
                  </a:lnTo>
                  <a:lnTo>
                    <a:pt x="6356463" y="2864569"/>
                  </a:lnTo>
                  <a:lnTo>
                    <a:pt x="6405282" y="2915587"/>
                  </a:lnTo>
                  <a:lnTo>
                    <a:pt x="6453704" y="2965240"/>
                  </a:lnTo>
                  <a:lnTo>
                    <a:pt x="6501624" y="3013055"/>
                  </a:lnTo>
                  <a:lnTo>
                    <a:pt x="6548993" y="3058636"/>
                  </a:lnTo>
                  <a:lnTo>
                    <a:pt x="6595826" y="3101676"/>
                  </a:lnTo>
                  <a:lnTo>
                    <a:pt x="6642220" y="3141961"/>
                  </a:lnTo>
                  <a:lnTo>
                    <a:pt x="6688353" y="3179371"/>
                  </a:lnTo>
                  <a:lnTo>
                    <a:pt x="6734502" y="3213870"/>
                  </a:lnTo>
                  <a:lnTo>
                    <a:pt x="6781054" y="3245502"/>
                  </a:lnTo>
                  <a:lnTo>
                    <a:pt x="6786527" y="3249005"/>
                  </a:lnTo>
                  <a:lnTo>
                    <a:pt x="6835842" y="3278483"/>
                  </a:lnTo>
                  <a:lnTo>
                    <a:pt x="6886844" y="3304980"/>
                  </a:lnTo>
                  <a:lnTo>
                    <a:pt x="6940342" y="3328650"/>
                  </a:lnTo>
                  <a:lnTo>
                    <a:pt x="6997235" y="3349756"/>
                  </a:lnTo>
                  <a:lnTo>
                    <a:pt x="7058440" y="3368591"/>
                  </a:lnTo>
                  <a:lnTo>
                    <a:pt x="7124810" y="3385437"/>
                  </a:lnTo>
                  <a:lnTo>
                    <a:pt x="7197032" y="3400542"/>
                  </a:lnTo>
                  <a:lnTo>
                    <a:pt x="7275495" y="3414103"/>
                  </a:lnTo>
                  <a:lnTo>
                    <a:pt x="7360113" y="3426266"/>
                  </a:lnTo>
                  <a:lnTo>
                    <a:pt x="7450112" y="3437119"/>
                  </a:lnTo>
                  <a:lnTo>
                    <a:pt x="7543826" y="3446696"/>
                  </a:lnTo>
                  <a:lnTo>
                    <a:pt x="7638568" y="3454991"/>
                  </a:lnTo>
                  <a:lnTo>
                    <a:pt x="7730673" y="3461974"/>
                  </a:lnTo>
                  <a:lnTo>
                    <a:pt x="7815824" y="3467621"/>
                  </a:lnTo>
                  <a:lnTo>
                    <a:pt x="7889686" y="3471943"/>
                  </a:lnTo>
                  <a:lnTo>
                    <a:pt x="7948752" y="3475015"/>
                  </a:lnTo>
                  <a:lnTo>
                    <a:pt x="7991164" y="3476989"/>
                  </a:lnTo>
                  <a:lnTo>
                    <a:pt x="8017239" y="3478080"/>
                  </a:lnTo>
                  <a:lnTo>
                    <a:pt x="8029563" y="3478545"/>
                  </a:lnTo>
                  <a:lnTo>
                    <a:pt x="8032743" y="3478654"/>
                  </a:lnTo>
                  <a:lnTo>
                    <a:pt x="8032819" y="3478657"/>
                  </a:lnTo>
                  <a:lnTo>
                    <a:pt x="8554953" y="3478657"/>
                  </a:lnTo>
                  <a:lnTo>
                    <a:pt x="8554953" y="3478657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535" name="pl535"/>
            <p:cNvSpPr/>
            <p:nvPr/>
          </p:nvSpPr>
          <p:spPr>
            <a:xfrm>
              <a:off x="386606" y="2619926"/>
              <a:ext cx="8554953" cy="3478657"/>
            </a:xfrm>
            <a:custGeom>
              <a:avLst/>
              <a:pathLst>
                <a:path w="8554953" h="3478657">
                  <a:moveTo>
                    <a:pt x="8554953" y="3478657"/>
                  </a:moveTo>
                  <a:lnTo>
                    <a:pt x="8032819" y="3478657"/>
                  </a:lnTo>
                  <a:lnTo>
                    <a:pt x="8031580" y="3478616"/>
                  </a:lnTo>
                  <a:lnTo>
                    <a:pt x="8023475" y="3478321"/>
                  </a:lnTo>
                  <a:lnTo>
                    <a:pt x="8003197" y="3477506"/>
                  </a:lnTo>
                  <a:lnTo>
                    <a:pt x="7967330" y="3475906"/>
                  </a:lnTo>
                  <a:lnTo>
                    <a:pt x="7914658" y="3473285"/>
                  </a:lnTo>
                  <a:lnTo>
                    <a:pt x="7846231" y="3469463"/>
                  </a:lnTo>
                  <a:lnTo>
                    <a:pt x="7764999" y="3464338"/>
                  </a:lnTo>
                  <a:lnTo>
                    <a:pt x="7675077" y="3457876"/>
                  </a:lnTo>
                  <a:lnTo>
                    <a:pt x="7580883" y="3450089"/>
                  </a:lnTo>
                  <a:lnTo>
                    <a:pt x="7486390" y="3441010"/>
                  </a:lnTo>
                  <a:lnTo>
                    <a:pt x="7394687" y="3430657"/>
                  </a:lnTo>
                  <a:lnTo>
                    <a:pt x="7307831" y="3419013"/>
                  </a:lnTo>
                  <a:lnTo>
                    <a:pt x="7226921" y="3406012"/>
                  </a:lnTo>
                  <a:lnTo>
                    <a:pt x="7152286" y="3391531"/>
                  </a:lnTo>
                  <a:lnTo>
                    <a:pt x="7083700" y="3375392"/>
                  </a:lnTo>
                  <a:lnTo>
                    <a:pt x="7020573" y="3357365"/>
                  </a:lnTo>
                  <a:lnTo>
                    <a:pt x="6962104" y="3337181"/>
                  </a:lnTo>
                  <a:lnTo>
                    <a:pt x="6907390" y="3314546"/>
                  </a:lnTo>
                  <a:lnTo>
                    <a:pt x="6855516" y="3289180"/>
                  </a:lnTo>
                  <a:lnTo>
                    <a:pt x="6805628" y="3260873"/>
                  </a:lnTo>
                  <a:lnTo>
                    <a:pt x="6786527" y="3249005"/>
                  </a:lnTo>
                  <a:lnTo>
                    <a:pt x="6739898" y="3217702"/>
                  </a:lnTo>
                  <a:lnTo>
                    <a:pt x="6693724" y="3183541"/>
                  </a:lnTo>
                  <a:lnTo>
                    <a:pt x="6647605" y="3146470"/>
                  </a:lnTo>
                  <a:lnTo>
                    <a:pt x="6601253" y="3106515"/>
                  </a:lnTo>
                  <a:lnTo>
                    <a:pt x="6554477" y="3063787"/>
                  </a:lnTo>
                  <a:lnTo>
                    <a:pt x="6507173" y="3018488"/>
                  </a:lnTo>
                  <a:lnTo>
                    <a:pt x="6459315" y="2970915"/>
                  </a:lnTo>
                  <a:lnTo>
                    <a:pt x="6410947" y="2921453"/>
                  </a:lnTo>
                  <a:lnTo>
                    <a:pt x="6362168" y="2870568"/>
                  </a:lnTo>
                  <a:lnTo>
                    <a:pt x="6313118" y="2818788"/>
                  </a:lnTo>
                  <a:lnTo>
                    <a:pt x="6263969" y="2766682"/>
                  </a:lnTo>
                  <a:lnTo>
                    <a:pt x="6214899" y="2714835"/>
                  </a:lnTo>
                  <a:lnTo>
                    <a:pt x="6166080" y="2663817"/>
                  </a:lnTo>
                  <a:lnTo>
                    <a:pt x="6117658" y="2614164"/>
                  </a:lnTo>
                  <a:lnTo>
                    <a:pt x="6069738" y="2566349"/>
                  </a:lnTo>
                  <a:lnTo>
                    <a:pt x="6022369" y="2520768"/>
                  </a:lnTo>
                  <a:lnTo>
                    <a:pt x="5975535" y="2477728"/>
                  </a:lnTo>
                  <a:lnTo>
                    <a:pt x="5929142" y="2437443"/>
                  </a:lnTo>
                  <a:lnTo>
                    <a:pt x="5883009" y="2400033"/>
                  </a:lnTo>
                  <a:lnTo>
                    <a:pt x="5836860" y="2365534"/>
                  </a:lnTo>
                  <a:lnTo>
                    <a:pt x="5790308" y="2333903"/>
                  </a:lnTo>
                  <a:lnTo>
                    <a:pt x="5784835" y="2330399"/>
                  </a:lnTo>
                  <a:lnTo>
                    <a:pt x="5735520" y="2300921"/>
                  </a:lnTo>
                  <a:lnTo>
                    <a:pt x="5684518" y="2274425"/>
                  </a:lnTo>
                  <a:lnTo>
                    <a:pt x="5631020" y="2250754"/>
                  </a:lnTo>
                  <a:lnTo>
                    <a:pt x="5574127" y="2229648"/>
                  </a:lnTo>
                  <a:lnTo>
                    <a:pt x="5512922" y="2210813"/>
                  </a:lnTo>
                  <a:lnTo>
                    <a:pt x="5446552" y="2193967"/>
                  </a:lnTo>
                  <a:lnTo>
                    <a:pt x="5374330" y="2178863"/>
                  </a:lnTo>
                  <a:lnTo>
                    <a:pt x="5295867" y="2165301"/>
                  </a:lnTo>
                  <a:lnTo>
                    <a:pt x="5211249" y="2153138"/>
                  </a:lnTo>
                  <a:lnTo>
                    <a:pt x="5121250" y="2142285"/>
                  </a:lnTo>
                  <a:lnTo>
                    <a:pt x="5027536" y="2132708"/>
                  </a:lnTo>
                  <a:lnTo>
                    <a:pt x="4932794" y="2124413"/>
                  </a:lnTo>
                  <a:lnTo>
                    <a:pt x="4840689" y="2117430"/>
                  </a:lnTo>
                  <a:lnTo>
                    <a:pt x="4755538" y="2111784"/>
                  </a:lnTo>
                  <a:lnTo>
                    <a:pt x="4681676" y="2107462"/>
                  </a:lnTo>
                  <a:lnTo>
                    <a:pt x="4622610" y="2104389"/>
                  </a:lnTo>
                  <a:lnTo>
                    <a:pt x="4580198" y="2102415"/>
                  </a:lnTo>
                  <a:lnTo>
                    <a:pt x="4554123" y="2101324"/>
                  </a:lnTo>
                  <a:lnTo>
                    <a:pt x="4541799" y="2100859"/>
                  </a:lnTo>
                  <a:lnTo>
                    <a:pt x="4538619" y="2100750"/>
                  </a:lnTo>
                  <a:lnTo>
                    <a:pt x="4538543" y="2100747"/>
                  </a:lnTo>
                  <a:lnTo>
                    <a:pt x="4016409" y="2100747"/>
                  </a:lnTo>
                  <a:lnTo>
                    <a:pt x="4015208" y="2100686"/>
                  </a:lnTo>
                  <a:lnTo>
                    <a:pt x="4007348" y="2100251"/>
                  </a:lnTo>
                  <a:lnTo>
                    <a:pt x="3987658" y="2099049"/>
                  </a:lnTo>
                  <a:lnTo>
                    <a:pt x="3952779" y="2096686"/>
                  </a:lnTo>
                  <a:lnTo>
                    <a:pt x="3901450" y="2092812"/>
                  </a:lnTo>
                  <a:lnTo>
                    <a:pt x="3834588" y="2087159"/>
                  </a:lnTo>
                  <a:lnTo>
                    <a:pt x="3754961" y="2079566"/>
                  </a:lnTo>
                  <a:lnTo>
                    <a:pt x="3666510" y="2069978"/>
                  </a:lnTo>
                  <a:lnTo>
                    <a:pt x="3573517" y="2058410"/>
                  </a:lnTo>
                  <a:lnTo>
                    <a:pt x="3479897" y="2044908"/>
                  </a:lnTo>
                  <a:lnTo>
                    <a:pt x="3388737" y="2029505"/>
                  </a:lnTo>
                  <a:lnTo>
                    <a:pt x="3302140" y="2012182"/>
                  </a:lnTo>
                  <a:lnTo>
                    <a:pt x="3221275" y="1992850"/>
                  </a:lnTo>
                  <a:lnTo>
                    <a:pt x="3146546" y="1971339"/>
                  </a:lnTo>
                  <a:lnTo>
                    <a:pt x="3077798" y="1947399"/>
                  </a:lnTo>
                  <a:lnTo>
                    <a:pt x="3014505" y="1920702"/>
                  </a:lnTo>
                  <a:lnTo>
                    <a:pt x="2955913" y="1890855"/>
                  </a:lnTo>
                  <a:lnTo>
                    <a:pt x="2901160" y="1857430"/>
                  </a:lnTo>
                  <a:lnTo>
                    <a:pt x="2849355" y="1820004"/>
                  </a:lnTo>
                  <a:lnTo>
                    <a:pt x="2799654" y="1778237"/>
                  </a:lnTo>
                  <a:lnTo>
                    <a:pt x="2770117" y="1750623"/>
                  </a:lnTo>
                  <a:lnTo>
                    <a:pt x="2728658" y="1708436"/>
                  </a:lnTo>
                  <a:lnTo>
                    <a:pt x="2687598" y="1662819"/>
                  </a:lnTo>
                  <a:lnTo>
                    <a:pt x="2646643" y="1613707"/>
                  </a:lnTo>
                  <a:lnTo>
                    <a:pt x="2605569" y="1561100"/>
                  </a:lnTo>
                  <a:lnTo>
                    <a:pt x="2564217" y="1505081"/>
                  </a:lnTo>
                  <a:lnTo>
                    <a:pt x="2522485" y="1445817"/>
                  </a:lnTo>
                  <a:lnTo>
                    <a:pt x="2480323" y="1383563"/>
                  </a:lnTo>
                  <a:lnTo>
                    <a:pt x="2437725" y="1318662"/>
                  </a:lnTo>
                  <a:lnTo>
                    <a:pt x="2394731" y="1251543"/>
                  </a:lnTo>
                  <a:lnTo>
                    <a:pt x="2351410" y="1182708"/>
                  </a:lnTo>
                  <a:lnTo>
                    <a:pt x="2307862" y="1112719"/>
                  </a:lnTo>
                  <a:lnTo>
                    <a:pt x="2264203" y="1042179"/>
                  </a:lnTo>
                  <a:lnTo>
                    <a:pt x="2220559" y="971711"/>
                  </a:lnTo>
                  <a:lnTo>
                    <a:pt x="2177053" y="901937"/>
                  </a:lnTo>
                  <a:lnTo>
                    <a:pt x="2133800" y="833452"/>
                  </a:lnTo>
                  <a:lnTo>
                    <a:pt x="2090893" y="766806"/>
                  </a:lnTo>
                  <a:lnTo>
                    <a:pt x="2048394" y="702485"/>
                  </a:lnTo>
                  <a:lnTo>
                    <a:pt x="2006334" y="640897"/>
                  </a:lnTo>
                  <a:lnTo>
                    <a:pt x="1964696" y="582367"/>
                  </a:lnTo>
                  <a:lnTo>
                    <a:pt x="1923420" y="527128"/>
                  </a:lnTo>
                  <a:lnTo>
                    <a:pt x="1882390" y="475328"/>
                  </a:lnTo>
                  <a:lnTo>
                    <a:pt x="1841433" y="427029"/>
                  </a:lnTo>
                  <a:lnTo>
                    <a:pt x="1800309" y="382217"/>
                  </a:lnTo>
                  <a:lnTo>
                    <a:pt x="1768425" y="350124"/>
                  </a:lnTo>
                  <a:lnTo>
                    <a:pt x="1719640" y="305634"/>
                  </a:lnTo>
                  <a:lnTo>
                    <a:pt x="1669210" y="265596"/>
                  </a:lnTo>
                  <a:lnTo>
                    <a:pt x="1616356" y="229782"/>
                  </a:lnTo>
                  <a:lnTo>
                    <a:pt x="1560207" y="197810"/>
                  </a:lnTo>
                  <a:lnTo>
                    <a:pt x="1499874" y="169245"/>
                  </a:lnTo>
                  <a:lnTo>
                    <a:pt x="1434526" y="143670"/>
                  </a:lnTo>
                  <a:lnTo>
                    <a:pt x="1363484" y="120716"/>
                  </a:lnTo>
                  <a:lnTo>
                    <a:pt x="1286346" y="100084"/>
                  </a:lnTo>
                  <a:lnTo>
                    <a:pt x="1203152" y="81553"/>
                  </a:lnTo>
                  <a:lnTo>
                    <a:pt x="1114581" y="64988"/>
                  </a:lnTo>
                  <a:lnTo>
                    <a:pt x="1022153" y="50327"/>
                  </a:lnTo>
                  <a:lnTo>
                    <a:pt x="928359" y="37577"/>
                  </a:lnTo>
                  <a:lnTo>
                    <a:pt x="836644" y="26779"/>
                  </a:lnTo>
                  <a:lnTo>
                    <a:pt x="751136" y="17973"/>
                  </a:lnTo>
                  <a:lnTo>
                    <a:pt x="676082" y="11151"/>
                  </a:lnTo>
                  <a:lnTo>
                    <a:pt x="615059" y="6219"/>
                  </a:lnTo>
                  <a:lnTo>
                    <a:pt x="570176" y="2974"/>
                  </a:lnTo>
                  <a:lnTo>
                    <a:pt x="541512" y="1110"/>
                  </a:lnTo>
                  <a:lnTo>
                    <a:pt x="526958" y="256"/>
                  </a:lnTo>
                  <a:lnTo>
                    <a:pt x="522410" y="13"/>
                  </a:lnTo>
                  <a:lnTo>
                    <a:pt x="522133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536" name="pg536"/>
            <p:cNvSpPr/>
            <p:nvPr/>
          </p:nvSpPr>
          <p:spPr>
            <a:xfrm>
              <a:off x="386606" y="682947"/>
              <a:ext cx="8554953" cy="807545"/>
            </a:xfrm>
            <a:custGeom>
              <a:avLst/>
              <a:pathLst>
                <a:path w="8554953" h="807545">
                  <a:moveTo>
                    <a:pt x="0" y="276711"/>
                  </a:moveTo>
                  <a:lnTo>
                    <a:pt x="522133" y="276711"/>
                  </a:lnTo>
                  <a:lnTo>
                    <a:pt x="523398" y="276727"/>
                  </a:lnTo>
                  <a:lnTo>
                    <a:pt x="531669" y="276843"/>
                  </a:lnTo>
                  <a:lnTo>
                    <a:pt x="552350" y="277164"/>
                  </a:lnTo>
                  <a:lnTo>
                    <a:pt x="588889" y="277794"/>
                  </a:lnTo>
                  <a:lnTo>
                    <a:pt x="642471" y="278825"/>
                  </a:lnTo>
                  <a:lnTo>
                    <a:pt x="711954" y="280327"/>
                  </a:lnTo>
                  <a:lnTo>
                    <a:pt x="794264" y="282339"/>
                  </a:lnTo>
                  <a:lnTo>
                    <a:pt x="885163" y="284874"/>
                  </a:lnTo>
                  <a:lnTo>
                    <a:pt x="980151" y="287926"/>
                  </a:lnTo>
                  <a:lnTo>
                    <a:pt x="1075211" y="291482"/>
                  </a:lnTo>
                  <a:lnTo>
                    <a:pt x="1167259" y="295536"/>
                  </a:lnTo>
                  <a:lnTo>
                    <a:pt x="1254272" y="300095"/>
                  </a:lnTo>
                  <a:lnTo>
                    <a:pt x="1335199" y="305188"/>
                  </a:lnTo>
                  <a:lnTo>
                    <a:pt x="1409763" y="310865"/>
                  </a:lnTo>
                  <a:lnTo>
                    <a:pt x="1478238" y="317198"/>
                  </a:lnTo>
                  <a:lnTo>
                    <a:pt x="1541255" y="324279"/>
                  </a:lnTo>
                  <a:lnTo>
                    <a:pt x="1599649" y="332216"/>
                  </a:lnTo>
                  <a:lnTo>
                    <a:pt x="1654347" y="341125"/>
                  </a:lnTo>
                  <a:lnTo>
                    <a:pt x="1706280" y="351113"/>
                  </a:lnTo>
                  <a:lnTo>
                    <a:pt x="1756306" y="362257"/>
                  </a:lnTo>
                  <a:lnTo>
                    <a:pt x="1768425" y="365183"/>
                  </a:lnTo>
                  <a:lnTo>
                    <a:pt x="1821123" y="378904"/>
                  </a:lnTo>
                  <a:lnTo>
                    <a:pt x="1873311" y="394038"/>
                  </a:lnTo>
                  <a:lnTo>
                    <a:pt x="1925534" y="410606"/>
                  </a:lnTo>
                  <a:lnTo>
                    <a:pt x="1978163" y="428578"/>
                  </a:lnTo>
                  <a:lnTo>
                    <a:pt x="2031415" y="447870"/>
                  </a:lnTo>
                  <a:lnTo>
                    <a:pt x="2085372" y="468336"/>
                  </a:lnTo>
                  <a:lnTo>
                    <a:pt x="2139999" y="489777"/>
                  </a:lnTo>
                  <a:lnTo>
                    <a:pt x="2195164" y="511938"/>
                  </a:lnTo>
                  <a:lnTo>
                    <a:pt x="2250664" y="534527"/>
                  </a:lnTo>
                  <a:lnTo>
                    <a:pt x="2306250" y="557225"/>
                  </a:lnTo>
                  <a:lnTo>
                    <a:pt x="2361664" y="579707"/>
                  </a:lnTo>
                  <a:lnTo>
                    <a:pt x="2416671" y="601661"/>
                  </a:lnTo>
                  <a:lnTo>
                    <a:pt x="2471087" y="622805"/>
                  </a:lnTo>
                  <a:lnTo>
                    <a:pt x="2524809" y="642902"/>
                  </a:lnTo>
                  <a:lnTo>
                    <a:pt x="2577840" y="661771"/>
                  </a:lnTo>
                  <a:lnTo>
                    <a:pt x="2630304" y="679285"/>
                  </a:lnTo>
                  <a:lnTo>
                    <a:pt x="2682467" y="695380"/>
                  </a:lnTo>
                  <a:lnTo>
                    <a:pt x="2734753" y="710042"/>
                  </a:lnTo>
                  <a:lnTo>
                    <a:pt x="2770117" y="719073"/>
                  </a:lnTo>
                  <a:lnTo>
                    <a:pt x="2819788" y="730506"/>
                  </a:lnTo>
                  <a:lnTo>
                    <a:pt x="2871176" y="740774"/>
                  </a:lnTo>
                  <a:lnTo>
                    <a:pt x="2925108" y="749939"/>
                  </a:lnTo>
                  <a:lnTo>
                    <a:pt x="2982504" y="758105"/>
                  </a:lnTo>
                  <a:lnTo>
                    <a:pt x="3044299" y="765386"/>
                  </a:lnTo>
                  <a:lnTo>
                    <a:pt x="3111360" y="771894"/>
                  </a:lnTo>
                  <a:lnTo>
                    <a:pt x="3184381" y="777725"/>
                  </a:lnTo>
                  <a:lnTo>
                    <a:pt x="3263741" y="782957"/>
                  </a:lnTo>
                  <a:lnTo>
                    <a:pt x="3349319" y="787644"/>
                  </a:lnTo>
                  <a:lnTo>
                    <a:pt x="3440274" y="791821"/>
                  </a:lnTo>
                  <a:lnTo>
                    <a:pt x="3534837" y="795500"/>
                  </a:lnTo>
                  <a:lnTo>
                    <a:pt x="3630184" y="798677"/>
                  </a:lnTo>
                  <a:lnTo>
                    <a:pt x="3722501" y="801341"/>
                  </a:lnTo>
                  <a:lnTo>
                    <a:pt x="3807346" y="803482"/>
                  </a:lnTo>
                  <a:lnTo>
                    <a:pt x="3880335" y="805107"/>
                  </a:lnTo>
                  <a:lnTo>
                    <a:pt x="3938026" y="806249"/>
                  </a:lnTo>
                  <a:lnTo>
                    <a:pt x="3978747" y="806969"/>
                  </a:lnTo>
                  <a:lnTo>
                    <a:pt x="4003098" y="807357"/>
                  </a:lnTo>
                  <a:lnTo>
                    <a:pt x="4013995" y="807513"/>
                  </a:lnTo>
                  <a:lnTo>
                    <a:pt x="4016409" y="807545"/>
                  </a:lnTo>
                  <a:lnTo>
                    <a:pt x="4538543" y="807545"/>
                  </a:lnTo>
                  <a:lnTo>
                    <a:pt x="4539802" y="807521"/>
                  </a:lnTo>
                  <a:lnTo>
                    <a:pt x="4548035" y="807346"/>
                  </a:lnTo>
                  <a:lnTo>
                    <a:pt x="4568624" y="806864"/>
                  </a:lnTo>
                  <a:lnTo>
                    <a:pt x="4605011" y="805917"/>
                  </a:lnTo>
                  <a:lnTo>
                    <a:pt x="4658386" y="804367"/>
                  </a:lnTo>
                  <a:lnTo>
                    <a:pt x="4727629" y="802108"/>
                  </a:lnTo>
                  <a:lnTo>
                    <a:pt x="4809696" y="799082"/>
                  </a:lnTo>
                  <a:lnTo>
                    <a:pt x="4900374" y="795268"/>
                  </a:lnTo>
                  <a:lnTo>
                    <a:pt x="4995183" y="790675"/>
                  </a:lnTo>
                  <a:lnTo>
                    <a:pt x="5090116" y="785323"/>
                  </a:lnTo>
                  <a:lnTo>
                    <a:pt x="5182087" y="779222"/>
                  </a:lnTo>
                  <a:lnTo>
                    <a:pt x="5269066" y="772359"/>
                  </a:lnTo>
                  <a:lnTo>
                    <a:pt x="5349990" y="764694"/>
                  </a:lnTo>
                  <a:lnTo>
                    <a:pt x="5424571" y="756152"/>
                  </a:lnTo>
                  <a:lnTo>
                    <a:pt x="5493071" y="746625"/>
                  </a:lnTo>
                  <a:lnTo>
                    <a:pt x="5556112" y="735976"/>
                  </a:lnTo>
                  <a:lnTo>
                    <a:pt x="5614523" y="724041"/>
                  </a:lnTo>
                  <a:lnTo>
                    <a:pt x="5669224" y="710649"/>
                  </a:lnTo>
                  <a:lnTo>
                    <a:pt x="5721143" y="695634"/>
                  </a:lnTo>
                  <a:lnTo>
                    <a:pt x="5771136" y="678882"/>
                  </a:lnTo>
                  <a:lnTo>
                    <a:pt x="5784835" y="673895"/>
                  </a:lnTo>
                  <a:lnTo>
                    <a:pt x="5835821" y="653879"/>
                  </a:lnTo>
                  <a:lnTo>
                    <a:pt x="5886311" y="631867"/>
                  </a:lnTo>
                  <a:lnTo>
                    <a:pt x="5936807" y="607828"/>
                  </a:lnTo>
                  <a:lnTo>
                    <a:pt x="5987656" y="581797"/>
                  </a:lnTo>
                  <a:lnTo>
                    <a:pt x="6039069" y="553880"/>
                  </a:lnTo>
                  <a:lnTo>
                    <a:pt x="6091139" y="524262"/>
                  </a:lnTo>
                  <a:lnTo>
                    <a:pt x="6143849" y="493205"/>
                  </a:lnTo>
                  <a:lnTo>
                    <a:pt x="6197099" y="461042"/>
                  </a:lnTo>
                  <a:lnTo>
                    <a:pt x="6250717" y="428161"/>
                  </a:lnTo>
                  <a:lnTo>
                    <a:pt x="6304486" y="394992"/>
                  </a:lnTo>
                  <a:lnTo>
                    <a:pt x="6358174" y="361978"/>
                  </a:lnTo>
                  <a:lnTo>
                    <a:pt x="6411555" y="329556"/>
                  </a:lnTo>
                  <a:lnTo>
                    <a:pt x="6464442" y="298129"/>
                  </a:lnTo>
                  <a:lnTo>
                    <a:pt x="6516710" y="268047"/>
                  </a:lnTo>
                  <a:lnTo>
                    <a:pt x="6568316" y="239596"/>
                  </a:lnTo>
                  <a:lnTo>
                    <a:pt x="6619318" y="212983"/>
                  </a:lnTo>
                  <a:lnTo>
                    <a:pt x="6669890" y="188338"/>
                  </a:lnTo>
                  <a:lnTo>
                    <a:pt x="6720337" y="165717"/>
                  </a:lnTo>
                  <a:lnTo>
                    <a:pt x="6771111" y="145108"/>
                  </a:lnTo>
                  <a:lnTo>
                    <a:pt x="6786527" y="139296"/>
                  </a:lnTo>
                  <a:lnTo>
                    <a:pt x="6836117" y="122052"/>
                  </a:lnTo>
                  <a:lnTo>
                    <a:pt x="6887418" y="106561"/>
                  </a:lnTo>
                  <a:lnTo>
                    <a:pt x="6941252" y="92731"/>
                  </a:lnTo>
                  <a:lnTo>
                    <a:pt x="6998533" y="80408"/>
                  </a:lnTo>
                  <a:lnTo>
                    <a:pt x="7060194" y="69417"/>
                  </a:lnTo>
                  <a:lnTo>
                    <a:pt x="7127098" y="59592"/>
                  </a:lnTo>
                  <a:lnTo>
                    <a:pt x="7199938" y="50787"/>
                  </a:lnTo>
                  <a:lnTo>
                    <a:pt x="7279095" y="42887"/>
                  </a:lnTo>
                  <a:lnTo>
                    <a:pt x="7364455" y="35806"/>
                  </a:lnTo>
                  <a:lnTo>
                    <a:pt x="7455193" y="29495"/>
                  </a:lnTo>
                  <a:lnTo>
                    <a:pt x="7549566" y="23933"/>
                  </a:lnTo>
                  <a:lnTo>
                    <a:pt x="7644778" y="19127"/>
                  </a:lnTo>
                  <a:lnTo>
                    <a:pt x="7737050" y="15095"/>
                  </a:lnTo>
                  <a:lnTo>
                    <a:pt x="7821969" y="11849"/>
                  </a:lnTo>
                  <a:lnTo>
                    <a:pt x="7895161" y="9380"/>
                  </a:lnTo>
                  <a:lnTo>
                    <a:pt x="7953167" y="7641"/>
                  </a:lnTo>
                  <a:lnTo>
                    <a:pt x="7994273" y="6538"/>
                  </a:lnTo>
                  <a:lnTo>
                    <a:pt x="8019013" y="5942"/>
                  </a:lnTo>
                  <a:lnTo>
                    <a:pt x="8030228" y="5698"/>
                  </a:lnTo>
                  <a:lnTo>
                    <a:pt x="8032819" y="5647"/>
                  </a:lnTo>
                  <a:lnTo>
                    <a:pt x="8554953" y="5647"/>
                  </a:lnTo>
                  <a:lnTo>
                    <a:pt x="8554953" y="0"/>
                  </a:lnTo>
                  <a:lnTo>
                    <a:pt x="8032819" y="0"/>
                  </a:lnTo>
                  <a:lnTo>
                    <a:pt x="8031560" y="24"/>
                  </a:lnTo>
                  <a:lnTo>
                    <a:pt x="8023327" y="198"/>
                  </a:lnTo>
                  <a:lnTo>
                    <a:pt x="8002738" y="680"/>
                  </a:lnTo>
                  <a:lnTo>
                    <a:pt x="7966351" y="1627"/>
                  </a:lnTo>
                  <a:lnTo>
                    <a:pt x="7912976" y="3178"/>
                  </a:lnTo>
                  <a:lnTo>
                    <a:pt x="7843732" y="5436"/>
                  </a:lnTo>
                  <a:lnTo>
                    <a:pt x="7761666" y="8463"/>
                  </a:lnTo>
                  <a:lnTo>
                    <a:pt x="7670988" y="12277"/>
                  </a:lnTo>
                  <a:lnTo>
                    <a:pt x="7576179" y="16869"/>
                  </a:lnTo>
                  <a:lnTo>
                    <a:pt x="7481246" y="22221"/>
                  </a:lnTo>
                  <a:lnTo>
                    <a:pt x="7389275" y="28323"/>
                  </a:lnTo>
                  <a:lnTo>
                    <a:pt x="7302296" y="35185"/>
                  </a:lnTo>
                  <a:lnTo>
                    <a:pt x="7221372" y="42850"/>
                  </a:lnTo>
                  <a:lnTo>
                    <a:pt x="7146791" y="51392"/>
                  </a:lnTo>
                  <a:lnTo>
                    <a:pt x="7078291" y="60919"/>
                  </a:lnTo>
                  <a:lnTo>
                    <a:pt x="7015250" y="71569"/>
                  </a:lnTo>
                  <a:lnTo>
                    <a:pt x="6956839" y="83503"/>
                  </a:lnTo>
                  <a:lnTo>
                    <a:pt x="6902138" y="96896"/>
                  </a:lnTo>
                  <a:lnTo>
                    <a:pt x="6850219" y="111910"/>
                  </a:lnTo>
                  <a:lnTo>
                    <a:pt x="6800226" y="128663"/>
                  </a:lnTo>
                  <a:lnTo>
                    <a:pt x="6786527" y="133649"/>
                  </a:lnTo>
                  <a:lnTo>
                    <a:pt x="6735541" y="153665"/>
                  </a:lnTo>
                  <a:lnTo>
                    <a:pt x="6685051" y="175677"/>
                  </a:lnTo>
                  <a:lnTo>
                    <a:pt x="6634555" y="199716"/>
                  </a:lnTo>
                  <a:lnTo>
                    <a:pt x="6583706" y="225748"/>
                  </a:lnTo>
                  <a:lnTo>
                    <a:pt x="6532293" y="253665"/>
                  </a:lnTo>
                  <a:lnTo>
                    <a:pt x="6480223" y="283283"/>
                  </a:lnTo>
                  <a:lnTo>
                    <a:pt x="6427513" y="314339"/>
                  </a:lnTo>
                  <a:lnTo>
                    <a:pt x="6374263" y="346503"/>
                  </a:lnTo>
                  <a:lnTo>
                    <a:pt x="6320645" y="379383"/>
                  </a:lnTo>
                  <a:lnTo>
                    <a:pt x="6266876" y="412553"/>
                  </a:lnTo>
                  <a:lnTo>
                    <a:pt x="6213188" y="445566"/>
                  </a:lnTo>
                  <a:lnTo>
                    <a:pt x="6159807" y="477989"/>
                  </a:lnTo>
                  <a:lnTo>
                    <a:pt x="6106920" y="509416"/>
                  </a:lnTo>
                  <a:lnTo>
                    <a:pt x="6054652" y="539497"/>
                  </a:lnTo>
                  <a:lnTo>
                    <a:pt x="6003046" y="567948"/>
                  </a:lnTo>
                  <a:lnTo>
                    <a:pt x="5952044" y="594561"/>
                  </a:lnTo>
                  <a:lnTo>
                    <a:pt x="5901472" y="619206"/>
                  </a:lnTo>
                  <a:lnTo>
                    <a:pt x="5851025" y="641827"/>
                  </a:lnTo>
                  <a:lnTo>
                    <a:pt x="5800251" y="662437"/>
                  </a:lnTo>
                  <a:lnTo>
                    <a:pt x="5784835" y="668248"/>
                  </a:lnTo>
                  <a:lnTo>
                    <a:pt x="5735245" y="685493"/>
                  </a:lnTo>
                  <a:lnTo>
                    <a:pt x="5683944" y="700984"/>
                  </a:lnTo>
                  <a:lnTo>
                    <a:pt x="5630110" y="714813"/>
                  </a:lnTo>
                  <a:lnTo>
                    <a:pt x="5572829" y="727137"/>
                  </a:lnTo>
                  <a:lnTo>
                    <a:pt x="5511168" y="738128"/>
                  </a:lnTo>
                  <a:lnTo>
                    <a:pt x="5444264" y="747953"/>
                  </a:lnTo>
                  <a:lnTo>
                    <a:pt x="5371424" y="756757"/>
                  </a:lnTo>
                  <a:lnTo>
                    <a:pt x="5292267" y="764658"/>
                  </a:lnTo>
                  <a:lnTo>
                    <a:pt x="5206907" y="771739"/>
                  </a:lnTo>
                  <a:lnTo>
                    <a:pt x="5116169" y="778050"/>
                  </a:lnTo>
                  <a:lnTo>
                    <a:pt x="5021796" y="783611"/>
                  </a:lnTo>
                  <a:lnTo>
                    <a:pt x="4926584" y="788417"/>
                  </a:lnTo>
                  <a:lnTo>
                    <a:pt x="4834312" y="792450"/>
                  </a:lnTo>
                  <a:lnTo>
                    <a:pt x="4749393" y="795696"/>
                  </a:lnTo>
                  <a:lnTo>
                    <a:pt x="4676201" y="798165"/>
                  </a:lnTo>
                  <a:lnTo>
                    <a:pt x="4618195" y="799904"/>
                  </a:lnTo>
                  <a:lnTo>
                    <a:pt x="4577089" y="801006"/>
                  </a:lnTo>
                  <a:lnTo>
                    <a:pt x="4552349" y="801602"/>
                  </a:lnTo>
                  <a:lnTo>
                    <a:pt x="4541134" y="801846"/>
                  </a:lnTo>
                  <a:lnTo>
                    <a:pt x="4538543" y="801898"/>
                  </a:lnTo>
                  <a:lnTo>
                    <a:pt x="4016409" y="801898"/>
                  </a:lnTo>
                  <a:lnTo>
                    <a:pt x="4015144" y="801882"/>
                  </a:lnTo>
                  <a:lnTo>
                    <a:pt x="4006873" y="801766"/>
                  </a:lnTo>
                  <a:lnTo>
                    <a:pt x="3986192" y="801445"/>
                  </a:lnTo>
                  <a:lnTo>
                    <a:pt x="3949653" y="800815"/>
                  </a:lnTo>
                  <a:lnTo>
                    <a:pt x="3896071" y="799784"/>
                  </a:lnTo>
                  <a:lnTo>
                    <a:pt x="3826588" y="798282"/>
                  </a:lnTo>
                  <a:lnTo>
                    <a:pt x="3744278" y="796270"/>
                  </a:lnTo>
                  <a:lnTo>
                    <a:pt x="3653379" y="793735"/>
                  </a:lnTo>
                  <a:lnTo>
                    <a:pt x="3558392" y="790683"/>
                  </a:lnTo>
                  <a:lnTo>
                    <a:pt x="3463332" y="787127"/>
                  </a:lnTo>
                  <a:lnTo>
                    <a:pt x="3371284" y="783073"/>
                  </a:lnTo>
                  <a:lnTo>
                    <a:pt x="3284270" y="778513"/>
                  </a:lnTo>
                  <a:lnTo>
                    <a:pt x="3203343" y="773420"/>
                  </a:lnTo>
                  <a:lnTo>
                    <a:pt x="3128779" y="767743"/>
                  </a:lnTo>
                  <a:lnTo>
                    <a:pt x="3060304" y="761410"/>
                  </a:lnTo>
                  <a:lnTo>
                    <a:pt x="2997287" y="754329"/>
                  </a:lnTo>
                  <a:lnTo>
                    <a:pt x="2938893" y="746392"/>
                  </a:lnTo>
                  <a:lnTo>
                    <a:pt x="2884195" y="737484"/>
                  </a:lnTo>
                  <a:lnTo>
                    <a:pt x="2832262" y="727495"/>
                  </a:lnTo>
                  <a:lnTo>
                    <a:pt x="2782236" y="716351"/>
                  </a:lnTo>
                  <a:lnTo>
                    <a:pt x="2770117" y="713425"/>
                  </a:lnTo>
                  <a:lnTo>
                    <a:pt x="2717419" y="699704"/>
                  </a:lnTo>
                  <a:lnTo>
                    <a:pt x="2665232" y="684570"/>
                  </a:lnTo>
                  <a:lnTo>
                    <a:pt x="2613008" y="668002"/>
                  </a:lnTo>
                  <a:lnTo>
                    <a:pt x="2560379" y="650030"/>
                  </a:lnTo>
                  <a:lnTo>
                    <a:pt x="2507127" y="630739"/>
                  </a:lnTo>
                  <a:lnTo>
                    <a:pt x="2453170" y="610272"/>
                  </a:lnTo>
                  <a:lnTo>
                    <a:pt x="2398543" y="588832"/>
                  </a:lnTo>
                  <a:lnTo>
                    <a:pt x="2343378" y="566670"/>
                  </a:lnTo>
                  <a:lnTo>
                    <a:pt x="2287879" y="544082"/>
                  </a:lnTo>
                  <a:lnTo>
                    <a:pt x="2232292" y="521384"/>
                  </a:lnTo>
                  <a:lnTo>
                    <a:pt x="2176878" y="498902"/>
                  </a:lnTo>
                  <a:lnTo>
                    <a:pt x="2121871" y="476948"/>
                  </a:lnTo>
                  <a:lnTo>
                    <a:pt x="2067455" y="455804"/>
                  </a:lnTo>
                  <a:lnTo>
                    <a:pt x="2013733" y="435706"/>
                  </a:lnTo>
                  <a:lnTo>
                    <a:pt x="1960702" y="416838"/>
                  </a:lnTo>
                  <a:lnTo>
                    <a:pt x="1908238" y="399324"/>
                  </a:lnTo>
                  <a:lnTo>
                    <a:pt x="1856076" y="383229"/>
                  </a:lnTo>
                  <a:lnTo>
                    <a:pt x="1803789" y="368567"/>
                  </a:lnTo>
                  <a:lnTo>
                    <a:pt x="1768425" y="359536"/>
                  </a:lnTo>
                  <a:lnTo>
                    <a:pt x="1718754" y="348103"/>
                  </a:lnTo>
                  <a:lnTo>
                    <a:pt x="1667366" y="337835"/>
                  </a:lnTo>
                  <a:lnTo>
                    <a:pt x="1613434" y="328670"/>
                  </a:lnTo>
                  <a:lnTo>
                    <a:pt x="1556038" y="320504"/>
                  </a:lnTo>
                  <a:lnTo>
                    <a:pt x="1494244" y="313223"/>
                  </a:lnTo>
                  <a:lnTo>
                    <a:pt x="1427182" y="306715"/>
                  </a:lnTo>
                  <a:lnTo>
                    <a:pt x="1354161" y="300884"/>
                  </a:lnTo>
                  <a:lnTo>
                    <a:pt x="1274801" y="295652"/>
                  </a:lnTo>
                  <a:lnTo>
                    <a:pt x="1189223" y="290964"/>
                  </a:lnTo>
                  <a:lnTo>
                    <a:pt x="1098268" y="286787"/>
                  </a:lnTo>
                  <a:lnTo>
                    <a:pt x="1003705" y="283108"/>
                  </a:lnTo>
                  <a:lnTo>
                    <a:pt x="908358" y="279931"/>
                  </a:lnTo>
                  <a:lnTo>
                    <a:pt x="816041" y="277268"/>
                  </a:lnTo>
                  <a:lnTo>
                    <a:pt x="731196" y="275127"/>
                  </a:lnTo>
                  <a:lnTo>
                    <a:pt x="658207" y="273502"/>
                  </a:lnTo>
                  <a:lnTo>
                    <a:pt x="600516" y="272360"/>
                  </a:lnTo>
                  <a:lnTo>
                    <a:pt x="559795" y="271639"/>
                  </a:lnTo>
                  <a:lnTo>
                    <a:pt x="535444" y="271252"/>
                  </a:lnTo>
                  <a:lnTo>
                    <a:pt x="524547" y="271095"/>
                  </a:lnTo>
                  <a:lnTo>
                    <a:pt x="522133" y="271064"/>
                  </a:lnTo>
                  <a:lnTo>
                    <a:pt x="0" y="271064"/>
                  </a:lnTo>
                  <a:close/>
                </a:path>
              </a:pathLst>
            </a:custGeom>
            <a:solidFill>
              <a:srgbClr val="8FA8D6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537" name="pl537"/>
            <p:cNvSpPr/>
            <p:nvPr/>
          </p:nvSpPr>
          <p:spPr>
            <a:xfrm>
              <a:off x="386606" y="688594"/>
              <a:ext cx="8554953" cy="801898"/>
            </a:xfrm>
            <a:custGeom>
              <a:avLst/>
              <a:pathLst>
                <a:path w="8554953" h="801898">
                  <a:moveTo>
                    <a:pt x="0" y="271064"/>
                  </a:moveTo>
                  <a:lnTo>
                    <a:pt x="522133" y="271064"/>
                  </a:lnTo>
                  <a:lnTo>
                    <a:pt x="523398" y="271080"/>
                  </a:lnTo>
                  <a:lnTo>
                    <a:pt x="531669" y="271196"/>
                  </a:lnTo>
                  <a:lnTo>
                    <a:pt x="552350" y="271517"/>
                  </a:lnTo>
                  <a:lnTo>
                    <a:pt x="588889" y="272146"/>
                  </a:lnTo>
                  <a:lnTo>
                    <a:pt x="642471" y="273178"/>
                  </a:lnTo>
                  <a:lnTo>
                    <a:pt x="711954" y="274679"/>
                  </a:lnTo>
                  <a:lnTo>
                    <a:pt x="794264" y="276692"/>
                  </a:lnTo>
                  <a:lnTo>
                    <a:pt x="885163" y="279227"/>
                  </a:lnTo>
                  <a:lnTo>
                    <a:pt x="980151" y="282279"/>
                  </a:lnTo>
                  <a:lnTo>
                    <a:pt x="1075211" y="285835"/>
                  </a:lnTo>
                  <a:lnTo>
                    <a:pt x="1167259" y="289888"/>
                  </a:lnTo>
                  <a:lnTo>
                    <a:pt x="1254272" y="294448"/>
                  </a:lnTo>
                  <a:lnTo>
                    <a:pt x="1335199" y="299541"/>
                  </a:lnTo>
                  <a:lnTo>
                    <a:pt x="1409763" y="305218"/>
                  </a:lnTo>
                  <a:lnTo>
                    <a:pt x="1478238" y="311551"/>
                  </a:lnTo>
                  <a:lnTo>
                    <a:pt x="1541255" y="318632"/>
                  </a:lnTo>
                  <a:lnTo>
                    <a:pt x="1599649" y="326569"/>
                  </a:lnTo>
                  <a:lnTo>
                    <a:pt x="1654347" y="335478"/>
                  </a:lnTo>
                  <a:lnTo>
                    <a:pt x="1706280" y="345466"/>
                  </a:lnTo>
                  <a:lnTo>
                    <a:pt x="1756306" y="356610"/>
                  </a:lnTo>
                  <a:lnTo>
                    <a:pt x="1768425" y="359536"/>
                  </a:lnTo>
                  <a:lnTo>
                    <a:pt x="1821123" y="373257"/>
                  </a:lnTo>
                  <a:lnTo>
                    <a:pt x="1873311" y="388391"/>
                  </a:lnTo>
                  <a:lnTo>
                    <a:pt x="1925534" y="404959"/>
                  </a:lnTo>
                  <a:lnTo>
                    <a:pt x="1978163" y="422931"/>
                  </a:lnTo>
                  <a:lnTo>
                    <a:pt x="2031415" y="442223"/>
                  </a:lnTo>
                  <a:lnTo>
                    <a:pt x="2085372" y="462689"/>
                  </a:lnTo>
                  <a:lnTo>
                    <a:pt x="2139999" y="484130"/>
                  </a:lnTo>
                  <a:lnTo>
                    <a:pt x="2195164" y="506291"/>
                  </a:lnTo>
                  <a:lnTo>
                    <a:pt x="2250664" y="528880"/>
                  </a:lnTo>
                  <a:lnTo>
                    <a:pt x="2306250" y="551578"/>
                  </a:lnTo>
                  <a:lnTo>
                    <a:pt x="2361664" y="574060"/>
                  </a:lnTo>
                  <a:lnTo>
                    <a:pt x="2416671" y="596013"/>
                  </a:lnTo>
                  <a:lnTo>
                    <a:pt x="2471087" y="617158"/>
                  </a:lnTo>
                  <a:lnTo>
                    <a:pt x="2524809" y="637255"/>
                  </a:lnTo>
                  <a:lnTo>
                    <a:pt x="2577840" y="656123"/>
                  </a:lnTo>
                  <a:lnTo>
                    <a:pt x="2630304" y="673638"/>
                  </a:lnTo>
                  <a:lnTo>
                    <a:pt x="2682467" y="689732"/>
                  </a:lnTo>
                  <a:lnTo>
                    <a:pt x="2734753" y="704395"/>
                  </a:lnTo>
                  <a:lnTo>
                    <a:pt x="2770117" y="713425"/>
                  </a:lnTo>
                  <a:lnTo>
                    <a:pt x="2819788" y="724858"/>
                  </a:lnTo>
                  <a:lnTo>
                    <a:pt x="2871176" y="735127"/>
                  </a:lnTo>
                  <a:lnTo>
                    <a:pt x="2925108" y="744292"/>
                  </a:lnTo>
                  <a:lnTo>
                    <a:pt x="2982504" y="752457"/>
                  </a:lnTo>
                  <a:lnTo>
                    <a:pt x="3044299" y="759739"/>
                  </a:lnTo>
                  <a:lnTo>
                    <a:pt x="3111360" y="766247"/>
                  </a:lnTo>
                  <a:lnTo>
                    <a:pt x="3184381" y="772078"/>
                  </a:lnTo>
                  <a:lnTo>
                    <a:pt x="3263741" y="777310"/>
                  </a:lnTo>
                  <a:lnTo>
                    <a:pt x="3349319" y="781997"/>
                  </a:lnTo>
                  <a:lnTo>
                    <a:pt x="3440274" y="786174"/>
                  </a:lnTo>
                  <a:lnTo>
                    <a:pt x="3534837" y="789853"/>
                  </a:lnTo>
                  <a:lnTo>
                    <a:pt x="3630184" y="793030"/>
                  </a:lnTo>
                  <a:lnTo>
                    <a:pt x="3722501" y="795694"/>
                  </a:lnTo>
                  <a:lnTo>
                    <a:pt x="3807346" y="797835"/>
                  </a:lnTo>
                  <a:lnTo>
                    <a:pt x="3880335" y="799460"/>
                  </a:lnTo>
                  <a:lnTo>
                    <a:pt x="3938026" y="800601"/>
                  </a:lnTo>
                  <a:lnTo>
                    <a:pt x="3978747" y="801322"/>
                  </a:lnTo>
                  <a:lnTo>
                    <a:pt x="4003098" y="801710"/>
                  </a:lnTo>
                  <a:lnTo>
                    <a:pt x="4013995" y="801866"/>
                  </a:lnTo>
                  <a:lnTo>
                    <a:pt x="4016390" y="801898"/>
                  </a:lnTo>
                  <a:lnTo>
                    <a:pt x="4016409" y="801898"/>
                  </a:lnTo>
                  <a:lnTo>
                    <a:pt x="4538543" y="801898"/>
                  </a:lnTo>
                  <a:lnTo>
                    <a:pt x="4539802" y="801873"/>
                  </a:lnTo>
                  <a:lnTo>
                    <a:pt x="4548035" y="801699"/>
                  </a:lnTo>
                  <a:lnTo>
                    <a:pt x="4568624" y="801217"/>
                  </a:lnTo>
                  <a:lnTo>
                    <a:pt x="4605011" y="800270"/>
                  </a:lnTo>
                  <a:lnTo>
                    <a:pt x="4658386" y="798720"/>
                  </a:lnTo>
                  <a:lnTo>
                    <a:pt x="4727629" y="796461"/>
                  </a:lnTo>
                  <a:lnTo>
                    <a:pt x="4809696" y="793434"/>
                  </a:lnTo>
                  <a:lnTo>
                    <a:pt x="4900374" y="789620"/>
                  </a:lnTo>
                  <a:lnTo>
                    <a:pt x="4995183" y="785028"/>
                  </a:lnTo>
                  <a:lnTo>
                    <a:pt x="5090116" y="779676"/>
                  </a:lnTo>
                  <a:lnTo>
                    <a:pt x="5182087" y="773575"/>
                  </a:lnTo>
                  <a:lnTo>
                    <a:pt x="5269066" y="766712"/>
                  </a:lnTo>
                  <a:lnTo>
                    <a:pt x="5349990" y="759047"/>
                  </a:lnTo>
                  <a:lnTo>
                    <a:pt x="5424571" y="750505"/>
                  </a:lnTo>
                  <a:lnTo>
                    <a:pt x="5493071" y="740978"/>
                  </a:lnTo>
                  <a:lnTo>
                    <a:pt x="5556112" y="730328"/>
                  </a:lnTo>
                  <a:lnTo>
                    <a:pt x="5614523" y="718394"/>
                  </a:lnTo>
                  <a:lnTo>
                    <a:pt x="5669224" y="705001"/>
                  </a:lnTo>
                  <a:lnTo>
                    <a:pt x="5721143" y="689987"/>
                  </a:lnTo>
                  <a:lnTo>
                    <a:pt x="5771136" y="673235"/>
                  </a:lnTo>
                  <a:lnTo>
                    <a:pt x="5784835" y="668248"/>
                  </a:lnTo>
                  <a:lnTo>
                    <a:pt x="5835821" y="648232"/>
                  </a:lnTo>
                  <a:lnTo>
                    <a:pt x="5886311" y="626220"/>
                  </a:lnTo>
                  <a:lnTo>
                    <a:pt x="5936807" y="602181"/>
                  </a:lnTo>
                  <a:lnTo>
                    <a:pt x="5987656" y="576149"/>
                  </a:lnTo>
                  <a:lnTo>
                    <a:pt x="6039069" y="548232"/>
                  </a:lnTo>
                  <a:lnTo>
                    <a:pt x="6091139" y="518615"/>
                  </a:lnTo>
                  <a:lnTo>
                    <a:pt x="6143849" y="487558"/>
                  </a:lnTo>
                  <a:lnTo>
                    <a:pt x="6197099" y="455395"/>
                  </a:lnTo>
                  <a:lnTo>
                    <a:pt x="6250717" y="422514"/>
                  </a:lnTo>
                  <a:lnTo>
                    <a:pt x="6304486" y="389345"/>
                  </a:lnTo>
                  <a:lnTo>
                    <a:pt x="6358174" y="356331"/>
                  </a:lnTo>
                  <a:lnTo>
                    <a:pt x="6411555" y="323909"/>
                  </a:lnTo>
                  <a:lnTo>
                    <a:pt x="6464442" y="292481"/>
                  </a:lnTo>
                  <a:lnTo>
                    <a:pt x="6516710" y="262400"/>
                  </a:lnTo>
                  <a:lnTo>
                    <a:pt x="6568316" y="233949"/>
                  </a:lnTo>
                  <a:lnTo>
                    <a:pt x="6619318" y="207336"/>
                  </a:lnTo>
                  <a:lnTo>
                    <a:pt x="6669890" y="182691"/>
                  </a:lnTo>
                  <a:lnTo>
                    <a:pt x="6720337" y="160070"/>
                  </a:lnTo>
                  <a:lnTo>
                    <a:pt x="6771111" y="139461"/>
                  </a:lnTo>
                  <a:lnTo>
                    <a:pt x="6786527" y="133649"/>
                  </a:lnTo>
                  <a:lnTo>
                    <a:pt x="6836117" y="116404"/>
                  </a:lnTo>
                  <a:lnTo>
                    <a:pt x="6887418" y="100914"/>
                  </a:lnTo>
                  <a:lnTo>
                    <a:pt x="6941252" y="87084"/>
                  </a:lnTo>
                  <a:lnTo>
                    <a:pt x="6998533" y="74761"/>
                  </a:lnTo>
                  <a:lnTo>
                    <a:pt x="7060194" y="63770"/>
                  </a:lnTo>
                  <a:lnTo>
                    <a:pt x="7127098" y="53945"/>
                  </a:lnTo>
                  <a:lnTo>
                    <a:pt x="7199938" y="45140"/>
                  </a:lnTo>
                  <a:lnTo>
                    <a:pt x="7279095" y="37239"/>
                  </a:lnTo>
                  <a:lnTo>
                    <a:pt x="7364455" y="30159"/>
                  </a:lnTo>
                  <a:lnTo>
                    <a:pt x="7455193" y="23847"/>
                  </a:lnTo>
                  <a:lnTo>
                    <a:pt x="7549566" y="18286"/>
                  </a:lnTo>
                  <a:lnTo>
                    <a:pt x="7644778" y="13480"/>
                  </a:lnTo>
                  <a:lnTo>
                    <a:pt x="7737050" y="9447"/>
                  </a:lnTo>
                  <a:lnTo>
                    <a:pt x="7821969" y="6201"/>
                  </a:lnTo>
                  <a:lnTo>
                    <a:pt x="7895161" y="3733"/>
                  </a:lnTo>
                  <a:lnTo>
                    <a:pt x="7953167" y="1994"/>
                  </a:lnTo>
                  <a:lnTo>
                    <a:pt x="7994273" y="891"/>
                  </a:lnTo>
                  <a:lnTo>
                    <a:pt x="8019013" y="295"/>
                  </a:lnTo>
                  <a:lnTo>
                    <a:pt x="8030228" y="51"/>
                  </a:lnTo>
                  <a:lnTo>
                    <a:pt x="8032791" y="0"/>
                  </a:lnTo>
                  <a:lnTo>
                    <a:pt x="8032819" y="0"/>
                  </a:lnTo>
                  <a:lnTo>
                    <a:pt x="8554953" y="0"/>
                  </a:lnTo>
                  <a:lnTo>
                    <a:pt x="8554953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538" name="pl538"/>
            <p:cNvSpPr/>
            <p:nvPr/>
          </p:nvSpPr>
          <p:spPr>
            <a:xfrm>
              <a:off x="386606" y="682947"/>
              <a:ext cx="8554953" cy="801898"/>
            </a:xfrm>
            <a:custGeom>
              <a:avLst/>
              <a:pathLst>
                <a:path w="8554953" h="801898">
                  <a:moveTo>
                    <a:pt x="8554953" y="0"/>
                  </a:moveTo>
                  <a:lnTo>
                    <a:pt x="8032819" y="0"/>
                  </a:lnTo>
                  <a:lnTo>
                    <a:pt x="8031560" y="24"/>
                  </a:lnTo>
                  <a:lnTo>
                    <a:pt x="8023327" y="198"/>
                  </a:lnTo>
                  <a:lnTo>
                    <a:pt x="8002738" y="680"/>
                  </a:lnTo>
                  <a:lnTo>
                    <a:pt x="7966351" y="1627"/>
                  </a:lnTo>
                  <a:lnTo>
                    <a:pt x="7912976" y="3178"/>
                  </a:lnTo>
                  <a:lnTo>
                    <a:pt x="7843732" y="5436"/>
                  </a:lnTo>
                  <a:lnTo>
                    <a:pt x="7761666" y="8463"/>
                  </a:lnTo>
                  <a:lnTo>
                    <a:pt x="7670988" y="12277"/>
                  </a:lnTo>
                  <a:lnTo>
                    <a:pt x="7576179" y="16869"/>
                  </a:lnTo>
                  <a:lnTo>
                    <a:pt x="7481246" y="22221"/>
                  </a:lnTo>
                  <a:lnTo>
                    <a:pt x="7389275" y="28323"/>
                  </a:lnTo>
                  <a:lnTo>
                    <a:pt x="7302296" y="35185"/>
                  </a:lnTo>
                  <a:lnTo>
                    <a:pt x="7221372" y="42850"/>
                  </a:lnTo>
                  <a:lnTo>
                    <a:pt x="7146791" y="51392"/>
                  </a:lnTo>
                  <a:lnTo>
                    <a:pt x="7078291" y="60919"/>
                  </a:lnTo>
                  <a:lnTo>
                    <a:pt x="7015250" y="71569"/>
                  </a:lnTo>
                  <a:lnTo>
                    <a:pt x="6956839" y="83503"/>
                  </a:lnTo>
                  <a:lnTo>
                    <a:pt x="6902138" y="96896"/>
                  </a:lnTo>
                  <a:lnTo>
                    <a:pt x="6850219" y="111910"/>
                  </a:lnTo>
                  <a:lnTo>
                    <a:pt x="6800226" y="128663"/>
                  </a:lnTo>
                  <a:lnTo>
                    <a:pt x="6786527" y="133649"/>
                  </a:lnTo>
                  <a:lnTo>
                    <a:pt x="6735541" y="153665"/>
                  </a:lnTo>
                  <a:lnTo>
                    <a:pt x="6685051" y="175677"/>
                  </a:lnTo>
                  <a:lnTo>
                    <a:pt x="6634555" y="199716"/>
                  </a:lnTo>
                  <a:lnTo>
                    <a:pt x="6583706" y="225748"/>
                  </a:lnTo>
                  <a:lnTo>
                    <a:pt x="6532293" y="253665"/>
                  </a:lnTo>
                  <a:lnTo>
                    <a:pt x="6480223" y="283283"/>
                  </a:lnTo>
                  <a:lnTo>
                    <a:pt x="6427513" y="314339"/>
                  </a:lnTo>
                  <a:lnTo>
                    <a:pt x="6374263" y="346503"/>
                  </a:lnTo>
                  <a:lnTo>
                    <a:pt x="6320645" y="379383"/>
                  </a:lnTo>
                  <a:lnTo>
                    <a:pt x="6266876" y="412553"/>
                  </a:lnTo>
                  <a:lnTo>
                    <a:pt x="6213188" y="445566"/>
                  </a:lnTo>
                  <a:lnTo>
                    <a:pt x="6159807" y="477989"/>
                  </a:lnTo>
                  <a:lnTo>
                    <a:pt x="6106920" y="509416"/>
                  </a:lnTo>
                  <a:lnTo>
                    <a:pt x="6054652" y="539497"/>
                  </a:lnTo>
                  <a:lnTo>
                    <a:pt x="6003046" y="567948"/>
                  </a:lnTo>
                  <a:lnTo>
                    <a:pt x="5952044" y="594561"/>
                  </a:lnTo>
                  <a:lnTo>
                    <a:pt x="5901472" y="619206"/>
                  </a:lnTo>
                  <a:lnTo>
                    <a:pt x="5851025" y="641827"/>
                  </a:lnTo>
                  <a:lnTo>
                    <a:pt x="5800251" y="662437"/>
                  </a:lnTo>
                  <a:lnTo>
                    <a:pt x="5784835" y="668248"/>
                  </a:lnTo>
                  <a:lnTo>
                    <a:pt x="5735245" y="685493"/>
                  </a:lnTo>
                  <a:lnTo>
                    <a:pt x="5683944" y="700984"/>
                  </a:lnTo>
                  <a:lnTo>
                    <a:pt x="5630110" y="714813"/>
                  </a:lnTo>
                  <a:lnTo>
                    <a:pt x="5572829" y="727137"/>
                  </a:lnTo>
                  <a:lnTo>
                    <a:pt x="5511168" y="738128"/>
                  </a:lnTo>
                  <a:lnTo>
                    <a:pt x="5444264" y="747953"/>
                  </a:lnTo>
                  <a:lnTo>
                    <a:pt x="5371424" y="756757"/>
                  </a:lnTo>
                  <a:lnTo>
                    <a:pt x="5292267" y="764658"/>
                  </a:lnTo>
                  <a:lnTo>
                    <a:pt x="5206907" y="771739"/>
                  </a:lnTo>
                  <a:lnTo>
                    <a:pt x="5116169" y="778050"/>
                  </a:lnTo>
                  <a:lnTo>
                    <a:pt x="5021796" y="783611"/>
                  </a:lnTo>
                  <a:lnTo>
                    <a:pt x="4926584" y="788417"/>
                  </a:lnTo>
                  <a:lnTo>
                    <a:pt x="4834312" y="792450"/>
                  </a:lnTo>
                  <a:lnTo>
                    <a:pt x="4749393" y="795696"/>
                  </a:lnTo>
                  <a:lnTo>
                    <a:pt x="4676201" y="798165"/>
                  </a:lnTo>
                  <a:lnTo>
                    <a:pt x="4618195" y="799904"/>
                  </a:lnTo>
                  <a:lnTo>
                    <a:pt x="4577089" y="801006"/>
                  </a:lnTo>
                  <a:lnTo>
                    <a:pt x="4552349" y="801602"/>
                  </a:lnTo>
                  <a:lnTo>
                    <a:pt x="4541134" y="801846"/>
                  </a:lnTo>
                  <a:lnTo>
                    <a:pt x="4538571" y="801897"/>
                  </a:lnTo>
                  <a:lnTo>
                    <a:pt x="4538543" y="801898"/>
                  </a:lnTo>
                  <a:lnTo>
                    <a:pt x="4016409" y="801898"/>
                  </a:lnTo>
                  <a:lnTo>
                    <a:pt x="4015144" y="801882"/>
                  </a:lnTo>
                  <a:lnTo>
                    <a:pt x="4006873" y="801766"/>
                  </a:lnTo>
                  <a:lnTo>
                    <a:pt x="3986192" y="801445"/>
                  </a:lnTo>
                  <a:lnTo>
                    <a:pt x="3949653" y="800815"/>
                  </a:lnTo>
                  <a:lnTo>
                    <a:pt x="3896071" y="799784"/>
                  </a:lnTo>
                  <a:lnTo>
                    <a:pt x="3826588" y="798282"/>
                  </a:lnTo>
                  <a:lnTo>
                    <a:pt x="3744278" y="796270"/>
                  </a:lnTo>
                  <a:lnTo>
                    <a:pt x="3653379" y="793735"/>
                  </a:lnTo>
                  <a:lnTo>
                    <a:pt x="3558392" y="790683"/>
                  </a:lnTo>
                  <a:lnTo>
                    <a:pt x="3463332" y="787127"/>
                  </a:lnTo>
                  <a:lnTo>
                    <a:pt x="3371284" y="783073"/>
                  </a:lnTo>
                  <a:lnTo>
                    <a:pt x="3284270" y="778513"/>
                  </a:lnTo>
                  <a:lnTo>
                    <a:pt x="3203343" y="773420"/>
                  </a:lnTo>
                  <a:lnTo>
                    <a:pt x="3128779" y="767743"/>
                  </a:lnTo>
                  <a:lnTo>
                    <a:pt x="3060304" y="761410"/>
                  </a:lnTo>
                  <a:lnTo>
                    <a:pt x="2997287" y="754329"/>
                  </a:lnTo>
                  <a:lnTo>
                    <a:pt x="2938893" y="746392"/>
                  </a:lnTo>
                  <a:lnTo>
                    <a:pt x="2884195" y="737484"/>
                  </a:lnTo>
                  <a:lnTo>
                    <a:pt x="2832262" y="727495"/>
                  </a:lnTo>
                  <a:lnTo>
                    <a:pt x="2782236" y="716351"/>
                  </a:lnTo>
                  <a:lnTo>
                    <a:pt x="2770117" y="713425"/>
                  </a:lnTo>
                  <a:lnTo>
                    <a:pt x="2717419" y="699704"/>
                  </a:lnTo>
                  <a:lnTo>
                    <a:pt x="2665232" y="684570"/>
                  </a:lnTo>
                  <a:lnTo>
                    <a:pt x="2613008" y="668002"/>
                  </a:lnTo>
                  <a:lnTo>
                    <a:pt x="2560379" y="650030"/>
                  </a:lnTo>
                  <a:lnTo>
                    <a:pt x="2507127" y="630739"/>
                  </a:lnTo>
                  <a:lnTo>
                    <a:pt x="2453170" y="610272"/>
                  </a:lnTo>
                  <a:lnTo>
                    <a:pt x="2398543" y="588832"/>
                  </a:lnTo>
                  <a:lnTo>
                    <a:pt x="2343378" y="566670"/>
                  </a:lnTo>
                  <a:lnTo>
                    <a:pt x="2287879" y="544082"/>
                  </a:lnTo>
                  <a:lnTo>
                    <a:pt x="2232292" y="521384"/>
                  </a:lnTo>
                  <a:lnTo>
                    <a:pt x="2176878" y="498902"/>
                  </a:lnTo>
                  <a:lnTo>
                    <a:pt x="2121871" y="476948"/>
                  </a:lnTo>
                  <a:lnTo>
                    <a:pt x="2067455" y="455804"/>
                  </a:lnTo>
                  <a:lnTo>
                    <a:pt x="2013733" y="435706"/>
                  </a:lnTo>
                  <a:lnTo>
                    <a:pt x="1960702" y="416838"/>
                  </a:lnTo>
                  <a:lnTo>
                    <a:pt x="1908238" y="399324"/>
                  </a:lnTo>
                  <a:lnTo>
                    <a:pt x="1856076" y="383229"/>
                  </a:lnTo>
                  <a:lnTo>
                    <a:pt x="1803789" y="368567"/>
                  </a:lnTo>
                  <a:lnTo>
                    <a:pt x="1768425" y="359536"/>
                  </a:lnTo>
                  <a:lnTo>
                    <a:pt x="1718754" y="348103"/>
                  </a:lnTo>
                  <a:lnTo>
                    <a:pt x="1667366" y="337835"/>
                  </a:lnTo>
                  <a:lnTo>
                    <a:pt x="1613434" y="328670"/>
                  </a:lnTo>
                  <a:lnTo>
                    <a:pt x="1556038" y="320504"/>
                  </a:lnTo>
                  <a:lnTo>
                    <a:pt x="1494244" y="313223"/>
                  </a:lnTo>
                  <a:lnTo>
                    <a:pt x="1427182" y="306715"/>
                  </a:lnTo>
                  <a:lnTo>
                    <a:pt x="1354161" y="300884"/>
                  </a:lnTo>
                  <a:lnTo>
                    <a:pt x="1274801" y="295652"/>
                  </a:lnTo>
                  <a:lnTo>
                    <a:pt x="1189223" y="290964"/>
                  </a:lnTo>
                  <a:lnTo>
                    <a:pt x="1098268" y="286787"/>
                  </a:lnTo>
                  <a:lnTo>
                    <a:pt x="1003705" y="283108"/>
                  </a:lnTo>
                  <a:lnTo>
                    <a:pt x="908358" y="279931"/>
                  </a:lnTo>
                  <a:lnTo>
                    <a:pt x="816041" y="277268"/>
                  </a:lnTo>
                  <a:lnTo>
                    <a:pt x="731196" y="275127"/>
                  </a:lnTo>
                  <a:lnTo>
                    <a:pt x="658207" y="273502"/>
                  </a:lnTo>
                  <a:lnTo>
                    <a:pt x="600516" y="272360"/>
                  </a:lnTo>
                  <a:lnTo>
                    <a:pt x="559795" y="271639"/>
                  </a:lnTo>
                  <a:lnTo>
                    <a:pt x="535444" y="271252"/>
                  </a:lnTo>
                  <a:lnTo>
                    <a:pt x="524547" y="271095"/>
                  </a:lnTo>
                  <a:lnTo>
                    <a:pt x="522153" y="271064"/>
                  </a:lnTo>
                  <a:lnTo>
                    <a:pt x="522133" y="271064"/>
                  </a:lnTo>
                  <a:lnTo>
                    <a:pt x="0" y="271064"/>
                  </a:lnTo>
                  <a:lnTo>
                    <a:pt x="0" y="271064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539" name="pg539"/>
            <p:cNvSpPr/>
            <p:nvPr/>
          </p:nvSpPr>
          <p:spPr>
            <a:xfrm>
              <a:off x="386606" y="959658"/>
              <a:ext cx="8554953" cy="576011"/>
            </a:xfrm>
            <a:custGeom>
              <a:avLst/>
              <a:pathLst>
                <a:path w="8554953" h="576011">
                  <a:moveTo>
                    <a:pt x="0" y="45177"/>
                  </a:moveTo>
                  <a:lnTo>
                    <a:pt x="522133" y="45177"/>
                  </a:lnTo>
                  <a:lnTo>
                    <a:pt x="523398" y="45193"/>
                  </a:lnTo>
                  <a:lnTo>
                    <a:pt x="531669" y="45309"/>
                  </a:lnTo>
                  <a:lnTo>
                    <a:pt x="552350" y="45630"/>
                  </a:lnTo>
                  <a:lnTo>
                    <a:pt x="588889" y="46259"/>
                  </a:lnTo>
                  <a:lnTo>
                    <a:pt x="642471" y="47291"/>
                  </a:lnTo>
                  <a:lnTo>
                    <a:pt x="711954" y="48793"/>
                  </a:lnTo>
                  <a:lnTo>
                    <a:pt x="794264" y="50805"/>
                  </a:lnTo>
                  <a:lnTo>
                    <a:pt x="885163" y="53340"/>
                  </a:lnTo>
                  <a:lnTo>
                    <a:pt x="980151" y="56392"/>
                  </a:lnTo>
                  <a:lnTo>
                    <a:pt x="1075211" y="59948"/>
                  </a:lnTo>
                  <a:lnTo>
                    <a:pt x="1167259" y="64002"/>
                  </a:lnTo>
                  <a:lnTo>
                    <a:pt x="1254272" y="68561"/>
                  </a:lnTo>
                  <a:lnTo>
                    <a:pt x="1335199" y="73654"/>
                  </a:lnTo>
                  <a:lnTo>
                    <a:pt x="1409763" y="79331"/>
                  </a:lnTo>
                  <a:lnTo>
                    <a:pt x="1478238" y="85664"/>
                  </a:lnTo>
                  <a:lnTo>
                    <a:pt x="1541255" y="92745"/>
                  </a:lnTo>
                  <a:lnTo>
                    <a:pt x="1599649" y="100682"/>
                  </a:lnTo>
                  <a:lnTo>
                    <a:pt x="1654347" y="109591"/>
                  </a:lnTo>
                  <a:lnTo>
                    <a:pt x="1706280" y="119579"/>
                  </a:lnTo>
                  <a:lnTo>
                    <a:pt x="1756306" y="130723"/>
                  </a:lnTo>
                  <a:lnTo>
                    <a:pt x="1768425" y="133649"/>
                  </a:lnTo>
                  <a:lnTo>
                    <a:pt x="1821123" y="147370"/>
                  </a:lnTo>
                  <a:lnTo>
                    <a:pt x="1873311" y="162504"/>
                  </a:lnTo>
                  <a:lnTo>
                    <a:pt x="1925534" y="179072"/>
                  </a:lnTo>
                  <a:lnTo>
                    <a:pt x="1978163" y="197044"/>
                  </a:lnTo>
                  <a:lnTo>
                    <a:pt x="2031415" y="216336"/>
                  </a:lnTo>
                  <a:lnTo>
                    <a:pt x="2085372" y="236802"/>
                  </a:lnTo>
                  <a:lnTo>
                    <a:pt x="2139999" y="258243"/>
                  </a:lnTo>
                  <a:lnTo>
                    <a:pt x="2195164" y="280404"/>
                  </a:lnTo>
                  <a:lnTo>
                    <a:pt x="2250664" y="302993"/>
                  </a:lnTo>
                  <a:lnTo>
                    <a:pt x="2306250" y="325691"/>
                  </a:lnTo>
                  <a:lnTo>
                    <a:pt x="2361664" y="348173"/>
                  </a:lnTo>
                  <a:lnTo>
                    <a:pt x="2416671" y="370127"/>
                  </a:lnTo>
                  <a:lnTo>
                    <a:pt x="2471087" y="391271"/>
                  </a:lnTo>
                  <a:lnTo>
                    <a:pt x="2524809" y="411368"/>
                  </a:lnTo>
                  <a:lnTo>
                    <a:pt x="2577840" y="430237"/>
                  </a:lnTo>
                  <a:lnTo>
                    <a:pt x="2630304" y="447751"/>
                  </a:lnTo>
                  <a:lnTo>
                    <a:pt x="2682467" y="463846"/>
                  </a:lnTo>
                  <a:lnTo>
                    <a:pt x="2734753" y="478508"/>
                  </a:lnTo>
                  <a:lnTo>
                    <a:pt x="2770117" y="487539"/>
                  </a:lnTo>
                  <a:lnTo>
                    <a:pt x="2819788" y="498972"/>
                  </a:lnTo>
                  <a:lnTo>
                    <a:pt x="2871176" y="509240"/>
                  </a:lnTo>
                  <a:lnTo>
                    <a:pt x="2925108" y="518405"/>
                  </a:lnTo>
                  <a:lnTo>
                    <a:pt x="2982504" y="526571"/>
                  </a:lnTo>
                  <a:lnTo>
                    <a:pt x="3044299" y="533852"/>
                  </a:lnTo>
                  <a:lnTo>
                    <a:pt x="3111360" y="540360"/>
                  </a:lnTo>
                  <a:lnTo>
                    <a:pt x="3184381" y="546191"/>
                  </a:lnTo>
                  <a:lnTo>
                    <a:pt x="3263741" y="551423"/>
                  </a:lnTo>
                  <a:lnTo>
                    <a:pt x="3349319" y="556110"/>
                  </a:lnTo>
                  <a:lnTo>
                    <a:pt x="3440274" y="560287"/>
                  </a:lnTo>
                  <a:lnTo>
                    <a:pt x="3534837" y="563966"/>
                  </a:lnTo>
                  <a:lnTo>
                    <a:pt x="3630184" y="567143"/>
                  </a:lnTo>
                  <a:lnTo>
                    <a:pt x="3722501" y="569807"/>
                  </a:lnTo>
                  <a:lnTo>
                    <a:pt x="3807346" y="571948"/>
                  </a:lnTo>
                  <a:lnTo>
                    <a:pt x="3880335" y="573573"/>
                  </a:lnTo>
                  <a:lnTo>
                    <a:pt x="3938026" y="574715"/>
                  </a:lnTo>
                  <a:lnTo>
                    <a:pt x="3978747" y="575435"/>
                  </a:lnTo>
                  <a:lnTo>
                    <a:pt x="4003098" y="575823"/>
                  </a:lnTo>
                  <a:lnTo>
                    <a:pt x="4013995" y="575979"/>
                  </a:lnTo>
                  <a:lnTo>
                    <a:pt x="4016409" y="576011"/>
                  </a:lnTo>
                  <a:lnTo>
                    <a:pt x="4538543" y="576011"/>
                  </a:lnTo>
                  <a:lnTo>
                    <a:pt x="4539809" y="575996"/>
                  </a:lnTo>
                  <a:lnTo>
                    <a:pt x="4548086" y="575891"/>
                  </a:lnTo>
                  <a:lnTo>
                    <a:pt x="4568779" y="575601"/>
                  </a:lnTo>
                  <a:lnTo>
                    <a:pt x="4605340" y="575031"/>
                  </a:lnTo>
                  <a:lnTo>
                    <a:pt x="4658952" y="574098"/>
                  </a:lnTo>
                  <a:lnTo>
                    <a:pt x="4728469" y="572739"/>
                  </a:lnTo>
                  <a:lnTo>
                    <a:pt x="4810814" y="570919"/>
                  </a:lnTo>
                  <a:lnTo>
                    <a:pt x="4901745" y="568625"/>
                  </a:lnTo>
                  <a:lnTo>
                    <a:pt x="4996757" y="565864"/>
                  </a:lnTo>
                  <a:lnTo>
                    <a:pt x="5091835" y="562646"/>
                  </a:lnTo>
                  <a:lnTo>
                    <a:pt x="5183894" y="558979"/>
                  </a:lnTo>
                  <a:lnTo>
                    <a:pt x="5270912" y="554854"/>
                  </a:lnTo>
                  <a:lnTo>
                    <a:pt x="5351840" y="550246"/>
                  </a:lnTo>
                  <a:lnTo>
                    <a:pt x="5426402" y="545109"/>
                  </a:lnTo>
                  <a:lnTo>
                    <a:pt x="5494873" y="539379"/>
                  </a:lnTo>
                  <a:lnTo>
                    <a:pt x="5557886" y="532972"/>
                  </a:lnTo>
                  <a:lnTo>
                    <a:pt x="5616278" y="525790"/>
                  </a:lnTo>
                  <a:lnTo>
                    <a:pt x="5670975" y="517729"/>
                  </a:lnTo>
                  <a:lnTo>
                    <a:pt x="5722911" y="508691"/>
                  </a:lnTo>
                  <a:lnTo>
                    <a:pt x="5772942" y="498607"/>
                  </a:lnTo>
                  <a:lnTo>
                    <a:pt x="5784835" y="496009"/>
                  </a:lnTo>
                  <a:lnTo>
                    <a:pt x="5837801" y="483535"/>
                  </a:lnTo>
                  <a:lnTo>
                    <a:pt x="5890255" y="469770"/>
                  </a:lnTo>
                  <a:lnTo>
                    <a:pt x="5942749" y="454695"/>
                  </a:lnTo>
                  <a:lnTo>
                    <a:pt x="5995658" y="438338"/>
                  </a:lnTo>
                  <a:lnTo>
                    <a:pt x="6049198" y="420778"/>
                  </a:lnTo>
                  <a:lnTo>
                    <a:pt x="6103452" y="402149"/>
                  </a:lnTo>
                  <a:lnTo>
                    <a:pt x="6158379" y="382636"/>
                  </a:lnTo>
                  <a:lnTo>
                    <a:pt x="6213844" y="362474"/>
                  </a:lnTo>
                  <a:lnTo>
                    <a:pt x="6269636" y="341933"/>
                  </a:lnTo>
                  <a:lnTo>
                    <a:pt x="6325505" y="321306"/>
                  </a:lnTo>
                  <a:lnTo>
                    <a:pt x="6381187" y="300891"/>
                  </a:lnTo>
                  <a:lnTo>
                    <a:pt x="6436445" y="280975"/>
                  </a:lnTo>
                  <a:lnTo>
                    <a:pt x="6491097" y="261812"/>
                  </a:lnTo>
                  <a:lnTo>
                    <a:pt x="6545045" y="243618"/>
                  </a:lnTo>
                  <a:lnTo>
                    <a:pt x="6598299" y="226557"/>
                  </a:lnTo>
                  <a:lnTo>
                    <a:pt x="6650996" y="210740"/>
                  </a:lnTo>
                  <a:lnTo>
                    <a:pt x="6703418" y="196222"/>
                  </a:lnTo>
                  <a:lnTo>
                    <a:pt x="6756010" y="183011"/>
                  </a:lnTo>
                  <a:lnTo>
                    <a:pt x="6786527" y="176003"/>
                  </a:lnTo>
                  <a:lnTo>
                    <a:pt x="6836209" y="165662"/>
                  </a:lnTo>
                  <a:lnTo>
                    <a:pt x="6887610" y="156376"/>
                  </a:lnTo>
                  <a:lnTo>
                    <a:pt x="6941556" y="148087"/>
                  </a:lnTo>
                  <a:lnTo>
                    <a:pt x="6998968" y="140702"/>
                  </a:lnTo>
                  <a:lnTo>
                    <a:pt x="7060782" y="134117"/>
                  </a:lnTo>
                  <a:lnTo>
                    <a:pt x="7127866" y="128231"/>
                  </a:lnTo>
                  <a:lnTo>
                    <a:pt x="7200913" y="122958"/>
                  </a:lnTo>
                  <a:lnTo>
                    <a:pt x="7280302" y="118227"/>
                  </a:lnTo>
                  <a:lnTo>
                    <a:pt x="7365911" y="113988"/>
                  </a:lnTo>
                  <a:lnTo>
                    <a:pt x="7456897" y="110212"/>
                  </a:lnTo>
                  <a:lnTo>
                    <a:pt x="7551487" y="106885"/>
                  </a:lnTo>
                  <a:lnTo>
                    <a:pt x="7646854" y="104013"/>
                  </a:lnTo>
                  <a:lnTo>
                    <a:pt x="7739176" y="101605"/>
                  </a:lnTo>
                  <a:lnTo>
                    <a:pt x="7824010" y="99670"/>
                  </a:lnTo>
                  <a:lnTo>
                    <a:pt x="7896971" y="98202"/>
                  </a:lnTo>
                  <a:lnTo>
                    <a:pt x="7954616" y="97171"/>
                  </a:lnTo>
                  <a:lnTo>
                    <a:pt x="7995282" y="96520"/>
                  </a:lnTo>
                  <a:lnTo>
                    <a:pt x="8019577" y="96171"/>
                  </a:lnTo>
                  <a:lnTo>
                    <a:pt x="8030429" y="96030"/>
                  </a:lnTo>
                  <a:lnTo>
                    <a:pt x="8032819" y="96001"/>
                  </a:lnTo>
                  <a:lnTo>
                    <a:pt x="8554953" y="96001"/>
                  </a:lnTo>
                  <a:lnTo>
                    <a:pt x="8554953" y="50824"/>
                  </a:lnTo>
                  <a:lnTo>
                    <a:pt x="8032819" y="50824"/>
                  </a:lnTo>
                  <a:lnTo>
                    <a:pt x="8031553" y="50839"/>
                  </a:lnTo>
                  <a:lnTo>
                    <a:pt x="8023276" y="50944"/>
                  </a:lnTo>
                  <a:lnTo>
                    <a:pt x="8002583" y="51234"/>
                  </a:lnTo>
                  <a:lnTo>
                    <a:pt x="7966022" y="51804"/>
                  </a:lnTo>
                  <a:lnTo>
                    <a:pt x="7912410" y="52737"/>
                  </a:lnTo>
                  <a:lnTo>
                    <a:pt x="7842893" y="54096"/>
                  </a:lnTo>
                  <a:lnTo>
                    <a:pt x="7760548" y="55916"/>
                  </a:lnTo>
                  <a:lnTo>
                    <a:pt x="7669617" y="58210"/>
                  </a:lnTo>
                  <a:lnTo>
                    <a:pt x="7574605" y="60971"/>
                  </a:lnTo>
                  <a:lnTo>
                    <a:pt x="7479527" y="64189"/>
                  </a:lnTo>
                  <a:lnTo>
                    <a:pt x="7387468" y="67856"/>
                  </a:lnTo>
                  <a:lnTo>
                    <a:pt x="7300450" y="71981"/>
                  </a:lnTo>
                  <a:lnTo>
                    <a:pt x="7219522" y="76589"/>
                  </a:lnTo>
                  <a:lnTo>
                    <a:pt x="7144960" y="81726"/>
                  </a:lnTo>
                  <a:lnTo>
                    <a:pt x="7076489" y="87456"/>
                  </a:lnTo>
                  <a:lnTo>
                    <a:pt x="7013476" y="93863"/>
                  </a:lnTo>
                  <a:lnTo>
                    <a:pt x="6955084" y="101045"/>
                  </a:lnTo>
                  <a:lnTo>
                    <a:pt x="6900387" y="109106"/>
                  </a:lnTo>
                  <a:lnTo>
                    <a:pt x="6848451" y="118144"/>
                  </a:lnTo>
                  <a:lnTo>
                    <a:pt x="6798420" y="128228"/>
                  </a:lnTo>
                  <a:lnTo>
                    <a:pt x="6786527" y="130826"/>
                  </a:lnTo>
                  <a:lnTo>
                    <a:pt x="6733561" y="143300"/>
                  </a:lnTo>
                  <a:lnTo>
                    <a:pt x="6681107" y="157065"/>
                  </a:lnTo>
                  <a:lnTo>
                    <a:pt x="6628613" y="172140"/>
                  </a:lnTo>
                  <a:lnTo>
                    <a:pt x="6575704" y="188497"/>
                  </a:lnTo>
                  <a:lnTo>
                    <a:pt x="6522164" y="206057"/>
                  </a:lnTo>
                  <a:lnTo>
                    <a:pt x="6467910" y="224686"/>
                  </a:lnTo>
                  <a:lnTo>
                    <a:pt x="6412983" y="244199"/>
                  </a:lnTo>
                  <a:lnTo>
                    <a:pt x="6357518" y="264361"/>
                  </a:lnTo>
                  <a:lnTo>
                    <a:pt x="6301726" y="284902"/>
                  </a:lnTo>
                  <a:lnTo>
                    <a:pt x="6245857" y="305529"/>
                  </a:lnTo>
                  <a:lnTo>
                    <a:pt x="6190175" y="325944"/>
                  </a:lnTo>
                  <a:lnTo>
                    <a:pt x="6134917" y="345860"/>
                  </a:lnTo>
                  <a:lnTo>
                    <a:pt x="6080265" y="365023"/>
                  </a:lnTo>
                  <a:lnTo>
                    <a:pt x="6026317" y="383217"/>
                  </a:lnTo>
                  <a:lnTo>
                    <a:pt x="5973063" y="400278"/>
                  </a:lnTo>
                  <a:lnTo>
                    <a:pt x="5920366" y="416095"/>
                  </a:lnTo>
                  <a:lnTo>
                    <a:pt x="5867944" y="430613"/>
                  </a:lnTo>
                  <a:lnTo>
                    <a:pt x="5815352" y="443824"/>
                  </a:lnTo>
                  <a:lnTo>
                    <a:pt x="5784835" y="450832"/>
                  </a:lnTo>
                  <a:lnTo>
                    <a:pt x="5735153" y="461173"/>
                  </a:lnTo>
                  <a:lnTo>
                    <a:pt x="5683752" y="470459"/>
                  </a:lnTo>
                  <a:lnTo>
                    <a:pt x="5629806" y="478748"/>
                  </a:lnTo>
                  <a:lnTo>
                    <a:pt x="5572394" y="486133"/>
                  </a:lnTo>
                  <a:lnTo>
                    <a:pt x="5510580" y="492718"/>
                  </a:lnTo>
                  <a:lnTo>
                    <a:pt x="5443496" y="498604"/>
                  </a:lnTo>
                  <a:lnTo>
                    <a:pt x="5370449" y="503877"/>
                  </a:lnTo>
                  <a:lnTo>
                    <a:pt x="5291060" y="508608"/>
                  </a:lnTo>
                  <a:lnTo>
                    <a:pt x="5205451" y="512847"/>
                  </a:lnTo>
                  <a:lnTo>
                    <a:pt x="5114465" y="516623"/>
                  </a:lnTo>
                  <a:lnTo>
                    <a:pt x="5019875" y="519950"/>
                  </a:lnTo>
                  <a:lnTo>
                    <a:pt x="4924508" y="522822"/>
                  </a:lnTo>
                  <a:lnTo>
                    <a:pt x="4832186" y="525230"/>
                  </a:lnTo>
                  <a:lnTo>
                    <a:pt x="4747351" y="527165"/>
                  </a:lnTo>
                  <a:lnTo>
                    <a:pt x="4674391" y="528633"/>
                  </a:lnTo>
                  <a:lnTo>
                    <a:pt x="4616746" y="529664"/>
                  </a:lnTo>
                  <a:lnTo>
                    <a:pt x="4576080" y="530315"/>
                  </a:lnTo>
                  <a:lnTo>
                    <a:pt x="4551785" y="530664"/>
                  </a:lnTo>
                  <a:lnTo>
                    <a:pt x="4540933" y="530805"/>
                  </a:lnTo>
                  <a:lnTo>
                    <a:pt x="4538543" y="530834"/>
                  </a:lnTo>
                  <a:lnTo>
                    <a:pt x="4016409" y="530834"/>
                  </a:lnTo>
                  <a:lnTo>
                    <a:pt x="4015144" y="530817"/>
                  </a:lnTo>
                  <a:lnTo>
                    <a:pt x="4006873" y="530701"/>
                  </a:lnTo>
                  <a:lnTo>
                    <a:pt x="3986192" y="530381"/>
                  </a:lnTo>
                  <a:lnTo>
                    <a:pt x="3949653" y="529751"/>
                  </a:lnTo>
                  <a:lnTo>
                    <a:pt x="3896071" y="528720"/>
                  </a:lnTo>
                  <a:lnTo>
                    <a:pt x="3826588" y="527218"/>
                  </a:lnTo>
                  <a:lnTo>
                    <a:pt x="3744278" y="525206"/>
                  </a:lnTo>
                  <a:lnTo>
                    <a:pt x="3653379" y="522671"/>
                  </a:lnTo>
                  <a:lnTo>
                    <a:pt x="3558392" y="519619"/>
                  </a:lnTo>
                  <a:lnTo>
                    <a:pt x="3463332" y="516063"/>
                  </a:lnTo>
                  <a:lnTo>
                    <a:pt x="3371284" y="512009"/>
                  </a:lnTo>
                  <a:lnTo>
                    <a:pt x="3284270" y="507449"/>
                  </a:lnTo>
                  <a:lnTo>
                    <a:pt x="3203343" y="502356"/>
                  </a:lnTo>
                  <a:lnTo>
                    <a:pt x="3128779" y="496679"/>
                  </a:lnTo>
                  <a:lnTo>
                    <a:pt x="3060304" y="490346"/>
                  </a:lnTo>
                  <a:lnTo>
                    <a:pt x="2997287" y="483265"/>
                  </a:lnTo>
                  <a:lnTo>
                    <a:pt x="2938893" y="475328"/>
                  </a:lnTo>
                  <a:lnTo>
                    <a:pt x="2884195" y="466420"/>
                  </a:lnTo>
                  <a:lnTo>
                    <a:pt x="2832262" y="456431"/>
                  </a:lnTo>
                  <a:lnTo>
                    <a:pt x="2782236" y="445287"/>
                  </a:lnTo>
                  <a:lnTo>
                    <a:pt x="2770117" y="442361"/>
                  </a:lnTo>
                  <a:lnTo>
                    <a:pt x="2717419" y="428640"/>
                  </a:lnTo>
                  <a:lnTo>
                    <a:pt x="2665232" y="413506"/>
                  </a:lnTo>
                  <a:lnTo>
                    <a:pt x="2613008" y="396938"/>
                  </a:lnTo>
                  <a:lnTo>
                    <a:pt x="2560379" y="378966"/>
                  </a:lnTo>
                  <a:lnTo>
                    <a:pt x="2507127" y="359675"/>
                  </a:lnTo>
                  <a:lnTo>
                    <a:pt x="2453170" y="339208"/>
                  </a:lnTo>
                  <a:lnTo>
                    <a:pt x="2398543" y="317767"/>
                  </a:lnTo>
                  <a:lnTo>
                    <a:pt x="2343378" y="295606"/>
                  </a:lnTo>
                  <a:lnTo>
                    <a:pt x="2287879" y="273017"/>
                  </a:lnTo>
                  <a:lnTo>
                    <a:pt x="2232292" y="250320"/>
                  </a:lnTo>
                  <a:lnTo>
                    <a:pt x="2176878" y="227838"/>
                  </a:lnTo>
                  <a:lnTo>
                    <a:pt x="2121871" y="205884"/>
                  </a:lnTo>
                  <a:lnTo>
                    <a:pt x="2067455" y="184740"/>
                  </a:lnTo>
                  <a:lnTo>
                    <a:pt x="2013733" y="164642"/>
                  </a:lnTo>
                  <a:lnTo>
                    <a:pt x="1960702" y="145774"/>
                  </a:lnTo>
                  <a:lnTo>
                    <a:pt x="1908238" y="128259"/>
                  </a:lnTo>
                  <a:lnTo>
                    <a:pt x="1856076" y="112165"/>
                  </a:lnTo>
                  <a:lnTo>
                    <a:pt x="1803789" y="97502"/>
                  </a:lnTo>
                  <a:lnTo>
                    <a:pt x="1768425" y="88472"/>
                  </a:lnTo>
                  <a:lnTo>
                    <a:pt x="1718754" y="77039"/>
                  </a:lnTo>
                  <a:lnTo>
                    <a:pt x="1667366" y="66771"/>
                  </a:lnTo>
                  <a:lnTo>
                    <a:pt x="1613434" y="57606"/>
                  </a:lnTo>
                  <a:lnTo>
                    <a:pt x="1556038" y="49440"/>
                  </a:lnTo>
                  <a:lnTo>
                    <a:pt x="1494244" y="42158"/>
                  </a:lnTo>
                  <a:lnTo>
                    <a:pt x="1427182" y="35650"/>
                  </a:lnTo>
                  <a:lnTo>
                    <a:pt x="1354161" y="29819"/>
                  </a:lnTo>
                  <a:lnTo>
                    <a:pt x="1274801" y="24588"/>
                  </a:lnTo>
                  <a:lnTo>
                    <a:pt x="1189223" y="19900"/>
                  </a:lnTo>
                  <a:lnTo>
                    <a:pt x="1098268" y="15723"/>
                  </a:lnTo>
                  <a:lnTo>
                    <a:pt x="1003705" y="12044"/>
                  </a:lnTo>
                  <a:lnTo>
                    <a:pt x="908358" y="8867"/>
                  </a:lnTo>
                  <a:lnTo>
                    <a:pt x="816041" y="6204"/>
                  </a:lnTo>
                  <a:lnTo>
                    <a:pt x="731196" y="4063"/>
                  </a:lnTo>
                  <a:lnTo>
                    <a:pt x="658207" y="2438"/>
                  </a:lnTo>
                  <a:lnTo>
                    <a:pt x="600516" y="1296"/>
                  </a:lnTo>
                  <a:lnTo>
                    <a:pt x="559795" y="575"/>
                  </a:lnTo>
                  <a:lnTo>
                    <a:pt x="535444" y="188"/>
                  </a:lnTo>
                  <a:lnTo>
                    <a:pt x="524547" y="31"/>
                  </a:lnTo>
                  <a:lnTo>
                    <a:pt x="5221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540" name="pl540"/>
            <p:cNvSpPr/>
            <p:nvPr/>
          </p:nvSpPr>
          <p:spPr>
            <a:xfrm>
              <a:off x="386606" y="1004835"/>
              <a:ext cx="8554953" cy="530834"/>
            </a:xfrm>
            <a:custGeom>
              <a:avLst/>
              <a:pathLst>
                <a:path w="8554953" h="530834">
                  <a:moveTo>
                    <a:pt x="0" y="0"/>
                  </a:moveTo>
                  <a:lnTo>
                    <a:pt x="522133" y="0"/>
                  </a:lnTo>
                  <a:lnTo>
                    <a:pt x="523398" y="16"/>
                  </a:lnTo>
                  <a:lnTo>
                    <a:pt x="531669" y="132"/>
                  </a:lnTo>
                  <a:lnTo>
                    <a:pt x="552350" y="452"/>
                  </a:lnTo>
                  <a:lnTo>
                    <a:pt x="588889" y="1082"/>
                  </a:lnTo>
                  <a:lnTo>
                    <a:pt x="642471" y="2113"/>
                  </a:lnTo>
                  <a:lnTo>
                    <a:pt x="711954" y="3615"/>
                  </a:lnTo>
                  <a:lnTo>
                    <a:pt x="794264" y="5627"/>
                  </a:lnTo>
                  <a:lnTo>
                    <a:pt x="885163" y="8163"/>
                  </a:lnTo>
                  <a:lnTo>
                    <a:pt x="980151" y="11214"/>
                  </a:lnTo>
                  <a:lnTo>
                    <a:pt x="1075211" y="14770"/>
                  </a:lnTo>
                  <a:lnTo>
                    <a:pt x="1167259" y="18824"/>
                  </a:lnTo>
                  <a:lnTo>
                    <a:pt x="1254272" y="23384"/>
                  </a:lnTo>
                  <a:lnTo>
                    <a:pt x="1335199" y="28477"/>
                  </a:lnTo>
                  <a:lnTo>
                    <a:pt x="1409763" y="34154"/>
                  </a:lnTo>
                  <a:lnTo>
                    <a:pt x="1478238" y="40487"/>
                  </a:lnTo>
                  <a:lnTo>
                    <a:pt x="1541255" y="47568"/>
                  </a:lnTo>
                  <a:lnTo>
                    <a:pt x="1599649" y="55505"/>
                  </a:lnTo>
                  <a:lnTo>
                    <a:pt x="1654347" y="64413"/>
                  </a:lnTo>
                  <a:lnTo>
                    <a:pt x="1706280" y="74402"/>
                  </a:lnTo>
                  <a:lnTo>
                    <a:pt x="1756306" y="85546"/>
                  </a:lnTo>
                  <a:lnTo>
                    <a:pt x="1768425" y="88472"/>
                  </a:lnTo>
                  <a:lnTo>
                    <a:pt x="1821123" y="102193"/>
                  </a:lnTo>
                  <a:lnTo>
                    <a:pt x="1873311" y="117327"/>
                  </a:lnTo>
                  <a:lnTo>
                    <a:pt x="1925534" y="133895"/>
                  </a:lnTo>
                  <a:lnTo>
                    <a:pt x="1978163" y="151867"/>
                  </a:lnTo>
                  <a:lnTo>
                    <a:pt x="2031415" y="171158"/>
                  </a:lnTo>
                  <a:lnTo>
                    <a:pt x="2085372" y="191625"/>
                  </a:lnTo>
                  <a:lnTo>
                    <a:pt x="2139999" y="213066"/>
                  </a:lnTo>
                  <a:lnTo>
                    <a:pt x="2195164" y="235227"/>
                  </a:lnTo>
                  <a:lnTo>
                    <a:pt x="2250664" y="257816"/>
                  </a:lnTo>
                  <a:lnTo>
                    <a:pt x="2306250" y="280513"/>
                  </a:lnTo>
                  <a:lnTo>
                    <a:pt x="2361664" y="302995"/>
                  </a:lnTo>
                  <a:lnTo>
                    <a:pt x="2416671" y="324949"/>
                  </a:lnTo>
                  <a:lnTo>
                    <a:pt x="2471087" y="346093"/>
                  </a:lnTo>
                  <a:lnTo>
                    <a:pt x="2524809" y="366191"/>
                  </a:lnTo>
                  <a:lnTo>
                    <a:pt x="2577840" y="385059"/>
                  </a:lnTo>
                  <a:lnTo>
                    <a:pt x="2630304" y="402574"/>
                  </a:lnTo>
                  <a:lnTo>
                    <a:pt x="2682467" y="418668"/>
                  </a:lnTo>
                  <a:lnTo>
                    <a:pt x="2734753" y="433331"/>
                  </a:lnTo>
                  <a:lnTo>
                    <a:pt x="2770117" y="442361"/>
                  </a:lnTo>
                  <a:lnTo>
                    <a:pt x="2819788" y="453794"/>
                  </a:lnTo>
                  <a:lnTo>
                    <a:pt x="2871176" y="464062"/>
                  </a:lnTo>
                  <a:lnTo>
                    <a:pt x="2925108" y="473228"/>
                  </a:lnTo>
                  <a:lnTo>
                    <a:pt x="2982504" y="481393"/>
                  </a:lnTo>
                  <a:lnTo>
                    <a:pt x="3044299" y="488675"/>
                  </a:lnTo>
                  <a:lnTo>
                    <a:pt x="3111360" y="495183"/>
                  </a:lnTo>
                  <a:lnTo>
                    <a:pt x="3184381" y="501014"/>
                  </a:lnTo>
                  <a:lnTo>
                    <a:pt x="3263741" y="506245"/>
                  </a:lnTo>
                  <a:lnTo>
                    <a:pt x="3349319" y="510933"/>
                  </a:lnTo>
                  <a:lnTo>
                    <a:pt x="3440274" y="515110"/>
                  </a:lnTo>
                  <a:lnTo>
                    <a:pt x="3534837" y="518789"/>
                  </a:lnTo>
                  <a:lnTo>
                    <a:pt x="3630184" y="521966"/>
                  </a:lnTo>
                  <a:lnTo>
                    <a:pt x="3722501" y="524629"/>
                  </a:lnTo>
                  <a:lnTo>
                    <a:pt x="3807346" y="526770"/>
                  </a:lnTo>
                  <a:lnTo>
                    <a:pt x="3880335" y="528395"/>
                  </a:lnTo>
                  <a:lnTo>
                    <a:pt x="3938026" y="529537"/>
                  </a:lnTo>
                  <a:lnTo>
                    <a:pt x="3978747" y="530258"/>
                  </a:lnTo>
                  <a:lnTo>
                    <a:pt x="4003098" y="530645"/>
                  </a:lnTo>
                  <a:lnTo>
                    <a:pt x="4013995" y="530802"/>
                  </a:lnTo>
                  <a:lnTo>
                    <a:pt x="4016390" y="530833"/>
                  </a:lnTo>
                  <a:lnTo>
                    <a:pt x="4016409" y="530834"/>
                  </a:lnTo>
                  <a:lnTo>
                    <a:pt x="4538543" y="530834"/>
                  </a:lnTo>
                  <a:lnTo>
                    <a:pt x="4539809" y="530819"/>
                  </a:lnTo>
                  <a:lnTo>
                    <a:pt x="4548086" y="530714"/>
                  </a:lnTo>
                  <a:lnTo>
                    <a:pt x="4568779" y="530424"/>
                  </a:lnTo>
                  <a:lnTo>
                    <a:pt x="4605340" y="529854"/>
                  </a:lnTo>
                  <a:lnTo>
                    <a:pt x="4658952" y="528921"/>
                  </a:lnTo>
                  <a:lnTo>
                    <a:pt x="4728469" y="527562"/>
                  </a:lnTo>
                  <a:lnTo>
                    <a:pt x="4810814" y="525741"/>
                  </a:lnTo>
                  <a:lnTo>
                    <a:pt x="4901745" y="523447"/>
                  </a:lnTo>
                  <a:lnTo>
                    <a:pt x="4996757" y="520686"/>
                  </a:lnTo>
                  <a:lnTo>
                    <a:pt x="5091835" y="517469"/>
                  </a:lnTo>
                  <a:lnTo>
                    <a:pt x="5183894" y="513801"/>
                  </a:lnTo>
                  <a:lnTo>
                    <a:pt x="5270912" y="509676"/>
                  </a:lnTo>
                  <a:lnTo>
                    <a:pt x="5351840" y="505068"/>
                  </a:lnTo>
                  <a:lnTo>
                    <a:pt x="5426402" y="499932"/>
                  </a:lnTo>
                  <a:lnTo>
                    <a:pt x="5494873" y="494202"/>
                  </a:lnTo>
                  <a:lnTo>
                    <a:pt x="5557886" y="487795"/>
                  </a:lnTo>
                  <a:lnTo>
                    <a:pt x="5616278" y="480613"/>
                  </a:lnTo>
                  <a:lnTo>
                    <a:pt x="5670975" y="472552"/>
                  </a:lnTo>
                  <a:lnTo>
                    <a:pt x="5722911" y="463513"/>
                  </a:lnTo>
                  <a:lnTo>
                    <a:pt x="5772942" y="453429"/>
                  </a:lnTo>
                  <a:lnTo>
                    <a:pt x="5784835" y="450832"/>
                  </a:lnTo>
                  <a:lnTo>
                    <a:pt x="5837801" y="438358"/>
                  </a:lnTo>
                  <a:lnTo>
                    <a:pt x="5890255" y="424593"/>
                  </a:lnTo>
                  <a:lnTo>
                    <a:pt x="5942749" y="409518"/>
                  </a:lnTo>
                  <a:lnTo>
                    <a:pt x="5995658" y="393161"/>
                  </a:lnTo>
                  <a:lnTo>
                    <a:pt x="6049198" y="375601"/>
                  </a:lnTo>
                  <a:lnTo>
                    <a:pt x="6103452" y="356971"/>
                  </a:lnTo>
                  <a:lnTo>
                    <a:pt x="6158379" y="337459"/>
                  </a:lnTo>
                  <a:lnTo>
                    <a:pt x="6213844" y="317296"/>
                  </a:lnTo>
                  <a:lnTo>
                    <a:pt x="6269636" y="296755"/>
                  </a:lnTo>
                  <a:lnTo>
                    <a:pt x="6325505" y="276129"/>
                  </a:lnTo>
                  <a:lnTo>
                    <a:pt x="6381187" y="255714"/>
                  </a:lnTo>
                  <a:lnTo>
                    <a:pt x="6436445" y="235797"/>
                  </a:lnTo>
                  <a:lnTo>
                    <a:pt x="6491097" y="216635"/>
                  </a:lnTo>
                  <a:lnTo>
                    <a:pt x="6545045" y="198441"/>
                  </a:lnTo>
                  <a:lnTo>
                    <a:pt x="6598299" y="181380"/>
                  </a:lnTo>
                  <a:lnTo>
                    <a:pt x="6650996" y="165562"/>
                  </a:lnTo>
                  <a:lnTo>
                    <a:pt x="6703418" y="151044"/>
                  </a:lnTo>
                  <a:lnTo>
                    <a:pt x="6756010" y="137833"/>
                  </a:lnTo>
                  <a:lnTo>
                    <a:pt x="6786527" y="130826"/>
                  </a:lnTo>
                  <a:lnTo>
                    <a:pt x="6836209" y="120485"/>
                  </a:lnTo>
                  <a:lnTo>
                    <a:pt x="6887610" y="111198"/>
                  </a:lnTo>
                  <a:lnTo>
                    <a:pt x="6941556" y="102909"/>
                  </a:lnTo>
                  <a:lnTo>
                    <a:pt x="6998968" y="95524"/>
                  </a:lnTo>
                  <a:lnTo>
                    <a:pt x="7060782" y="88939"/>
                  </a:lnTo>
                  <a:lnTo>
                    <a:pt x="7127866" y="83054"/>
                  </a:lnTo>
                  <a:lnTo>
                    <a:pt x="7200913" y="77781"/>
                  </a:lnTo>
                  <a:lnTo>
                    <a:pt x="7280302" y="73050"/>
                  </a:lnTo>
                  <a:lnTo>
                    <a:pt x="7365911" y="68811"/>
                  </a:lnTo>
                  <a:lnTo>
                    <a:pt x="7456897" y="65034"/>
                  </a:lnTo>
                  <a:lnTo>
                    <a:pt x="7551487" y="61708"/>
                  </a:lnTo>
                  <a:lnTo>
                    <a:pt x="7646854" y="58835"/>
                  </a:lnTo>
                  <a:lnTo>
                    <a:pt x="7739176" y="56428"/>
                  </a:lnTo>
                  <a:lnTo>
                    <a:pt x="7824010" y="54493"/>
                  </a:lnTo>
                  <a:lnTo>
                    <a:pt x="7896971" y="53024"/>
                  </a:lnTo>
                  <a:lnTo>
                    <a:pt x="7954616" y="51993"/>
                  </a:lnTo>
                  <a:lnTo>
                    <a:pt x="7995282" y="51343"/>
                  </a:lnTo>
                  <a:lnTo>
                    <a:pt x="8019577" y="50993"/>
                  </a:lnTo>
                  <a:lnTo>
                    <a:pt x="8030429" y="50852"/>
                  </a:lnTo>
                  <a:lnTo>
                    <a:pt x="8032801" y="50824"/>
                  </a:lnTo>
                  <a:lnTo>
                    <a:pt x="8032819" y="50824"/>
                  </a:lnTo>
                  <a:lnTo>
                    <a:pt x="8554953" y="50824"/>
                  </a:lnTo>
                  <a:lnTo>
                    <a:pt x="8554953" y="50824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541" name="pl541"/>
            <p:cNvSpPr/>
            <p:nvPr/>
          </p:nvSpPr>
          <p:spPr>
            <a:xfrm>
              <a:off x="386606" y="959658"/>
              <a:ext cx="8554953" cy="530834"/>
            </a:xfrm>
            <a:custGeom>
              <a:avLst/>
              <a:pathLst>
                <a:path w="8554953" h="530834">
                  <a:moveTo>
                    <a:pt x="8554953" y="50824"/>
                  </a:moveTo>
                  <a:lnTo>
                    <a:pt x="8032819" y="50824"/>
                  </a:lnTo>
                  <a:lnTo>
                    <a:pt x="8031553" y="50839"/>
                  </a:lnTo>
                  <a:lnTo>
                    <a:pt x="8023276" y="50944"/>
                  </a:lnTo>
                  <a:lnTo>
                    <a:pt x="8002583" y="51234"/>
                  </a:lnTo>
                  <a:lnTo>
                    <a:pt x="7966022" y="51804"/>
                  </a:lnTo>
                  <a:lnTo>
                    <a:pt x="7912410" y="52737"/>
                  </a:lnTo>
                  <a:lnTo>
                    <a:pt x="7842893" y="54096"/>
                  </a:lnTo>
                  <a:lnTo>
                    <a:pt x="7760548" y="55916"/>
                  </a:lnTo>
                  <a:lnTo>
                    <a:pt x="7669617" y="58210"/>
                  </a:lnTo>
                  <a:lnTo>
                    <a:pt x="7574605" y="60971"/>
                  </a:lnTo>
                  <a:lnTo>
                    <a:pt x="7479527" y="64189"/>
                  </a:lnTo>
                  <a:lnTo>
                    <a:pt x="7387468" y="67856"/>
                  </a:lnTo>
                  <a:lnTo>
                    <a:pt x="7300450" y="71981"/>
                  </a:lnTo>
                  <a:lnTo>
                    <a:pt x="7219522" y="76589"/>
                  </a:lnTo>
                  <a:lnTo>
                    <a:pt x="7144960" y="81726"/>
                  </a:lnTo>
                  <a:lnTo>
                    <a:pt x="7076489" y="87456"/>
                  </a:lnTo>
                  <a:lnTo>
                    <a:pt x="7013476" y="93863"/>
                  </a:lnTo>
                  <a:lnTo>
                    <a:pt x="6955084" y="101045"/>
                  </a:lnTo>
                  <a:lnTo>
                    <a:pt x="6900387" y="109106"/>
                  </a:lnTo>
                  <a:lnTo>
                    <a:pt x="6848451" y="118144"/>
                  </a:lnTo>
                  <a:lnTo>
                    <a:pt x="6798420" y="128228"/>
                  </a:lnTo>
                  <a:lnTo>
                    <a:pt x="6786527" y="130826"/>
                  </a:lnTo>
                  <a:lnTo>
                    <a:pt x="6733561" y="143300"/>
                  </a:lnTo>
                  <a:lnTo>
                    <a:pt x="6681107" y="157065"/>
                  </a:lnTo>
                  <a:lnTo>
                    <a:pt x="6628613" y="172140"/>
                  </a:lnTo>
                  <a:lnTo>
                    <a:pt x="6575704" y="188497"/>
                  </a:lnTo>
                  <a:lnTo>
                    <a:pt x="6522164" y="206057"/>
                  </a:lnTo>
                  <a:lnTo>
                    <a:pt x="6467910" y="224686"/>
                  </a:lnTo>
                  <a:lnTo>
                    <a:pt x="6412983" y="244199"/>
                  </a:lnTo>
                  <a:lnTo>
                    <a:pt x="6357518" y="264361"/>
                  </a:lnTo>
                  <a:lnTo>
                    <a:pt x="6301726" y="284902"/>
                  </a:lnTo>
                  <a:lnTo>
                    <a:pt x="6245857" y="305529"/>
                  </a:lnTo>
                  <a:lnTo>
                    <a:pt x="6190175" y="325944"/>
                  </a:lnTo>
                  <a:lnTo>
                    <a:pt x="6134917" y="345860"/>
                  </a:lnTo>
                  <a:lnTo>
                    <a:pt x="6080265" y="365023"/>
                  </a:lnTo>
                  <a:lnTo>
                    <a:pt x="6026317" y="383217"/>
                  </a:lnTo>
                  <a:lnTo>
                    <a:pt x="5973063" y="400278"/>
                  </a:lnTo>
                  <a:lnTo>
                    <a:pt x="5920366" y="416095"/>
                  </a:lnTo>
                  <a:lnTo>
                    <a:pt x="5867944" y="430613"/>
                  </a:lnTo>
                  <a:lnTo>
                    <a:pt x="5815352" y="443824"/>
                  </a:lnTo>
                  <a:lnTo>
                    <a:pt x="5784835" y="450832"/>
                  </a:lnTo>
                  <a:lnTo>
                    <a:pt x="5735153" y="461173"/>
                  </a:lnTo>
                  <a:lnTo>
                    <a:pt x="5683752" y="470459"/>
                  </a:lnTo>
                  <a:lnTo>
                    <a:pt x="5629806" y="478748"/>
                  </a:lnTo>
                  <a:lnTo>
                    <a:pt x="5572394" y="486133"/>
                  </a:lnTo>
                  <a:lnTo>
                    <a:pt x="5510580" y="492718"/>
                  </a:lnTo>
                  <a:lnTo>
                    <a:pt x="5443496" y="498604"/>
                  </a:lnTo>
                  <a:lnTo>
                    <a:pt x="5370449" y="503877"/>
                  </a:lnTo>
                  <a:lnTo>
                    <a:pt x="5291060" y="508608"/>
                  </a:lnTo>
                  <a:lnTo>
                    <a:pt x="5205451" y="512847"/>
                  </a:lnTo>
                  <a:lnTo>
                    <a:pt x="5114465" y="516623"/>
                  </a:lnTo>
                  <a:lnTo>
                    <a:pt x="5019875" y="519950"/>
                  </a:lnTo>
                  <a:lnTo>
                    <a:pt x="4924508" y="522822"/>
                  </a:lnTo>
                  <a:lnTo>
                    <a:pt x="4832186" y="525230"/>
                  </a:lnTo>
                  <a:lnTo>
                    <a:pt x="4747351" y="527165"/>
                  </a:lnTo>
                  <a:lnTo>
                    <a:pt x="4674391" y="528633"/>
                  </a:lnTo>
                  <a:lnTo>
                    <a:pt x="4616746" y="529664"/>
                  </a:lnTo>
                  <a:lnTo>
                    <a:pt x="4576080" y="530315"/>
                  </a:lnTo>
                  <a:lnTo>
                    <a:pt x="4551785" y="530664"/>
                  </a:lnTo>
                  <a:lnTo>
                    <a:pt x="4540933" y="530805"/>
                  </a:lnTo>
                  <a:lnTo>
                    <a:pt x="4538561" y="530833"/>
                  </a:lnTo>
                  <a:lnTo>
                    <a:pt x="4538543" y="530834"/>
                  </a:lnTo>
                  <a:lnTo>
                    <a:pt x="4016409" y="530834"/>
                  </a:lnTo>
                  <a:lnTo>
                    <a:pt x="4015144" y="530817"/>
                  </a:lnTo>
                  <a:lnTo>
                    <a:pt x="4006873" y="530701"/>
                  </a:lnTo>
                  <a:lnTo>
                    <a:pt x="3986192" y="530381"/>
                  </a:lnTo>
                  <a:lnTo>
                    <a:pt x="3949653" y="529751"/>
                  </a:lnTo>
                  <a:lnTo>
                    <a:pt x="3896071" y="528720"/>
                  </a:lnTo>
                  <a:lnTo>
                    <a:pt x="3826588" y="527218"/>
                  </a:lnTo>
                  <a:lnTo>
                    <a:pt x="3744278" y="525206"/>
                  </a:lnTo>
                  <a:lnTo>
                    <a:pt x="3653379" y="522671"/>
                  </a:lnTo>
                  <a:lnTo>
                    <a:pt x="3558392" y="519619"/>
                  </a:lnTo>
                  <a:lnTo>
                    <a:pt x="3463332" y="516063"/>
                  </a:lnTo>
                  <a:lnTo>
                    <a:pt x="3371284" y="512009"/>
                  </a:lnTo>
                  <a:lnTo>
                    <a:pt x="3284270" y="507449"/>
                  </a:lnTo>
                  <a:lnTo>
                    <a:pt x="3203343" y="502356"/>
                  </a:lnTo>
                  <a:lnTo>
                    <a:pt x="3128779" y="496679"/>
                  </a:lnTo>
                  <a:lnTo>
                    <a:pt x="3060304" y="490346"/>
                  </a:lnTo>
                  <a:lnTo>
                    <a:pt x="2997287" y="483265"/>
                  </a:lnTo>
                  <a:lnTo>
                    <a:pt x="2938893" y="475328"/>
                  </a:lnTo>
                  <a:lnTo>
                    <a:pt x="2884195" y="466420"/>
                  </a:lnTo>
                  <a:lnTo>
                    <a:pt x="2832262" y="456431"/>
                  </a:lnTo>
                  <a:lnTo>
                    <a:pt x="2782236" y="445287"/>
                  </a:lnTo>
                  <a:lnTo>
                    <a:pt x="2770117" y="442361"/>
                  </a:lnTo>
                  <a:lnTo>
                    <a:pt x="2717419" y="428640"/>
                  </a:lnTo>
                  <a:lnTo>
                    <a:pt x="2665232" y="413506"/>
                  </a:lnTo>
                  <a:lnTo>
                    <a:pt x="2613008" y="396938"/>
                  </a:lnTo>
                  <a:lnTo>
                    <a:pt x="2560379" y="378966"/>
                  </a:lnTo>
                  <a:lnTo>
                    <a:pt x="2507127" y="359675"/>
                  </a:lnTo>
                  <a:lnTo>
                    <a:pt x="2453170" y="339208"/>
                  </a:lnTo>
                  <a:lnTo>
                    <a:pt x="2398543" y="317767"/>
                  </a:lnTo>
                  <a:lnTo>
                    <a:pt x="2343378" y="295606"/>
                  </a:lnTo>
                  <a:lnTo>
                    <a:pt x="2287879" y="273017"/>
                  </a:lnTo>
                  <a:lnTo>
                    <a:pt x="2232292" y="250320"/>
                  </a:lnTo>
                  <a:lnTo>
                    <a:pt x="2176878" y="227838"/>
                  </a:lnTo>
                  <a:lnTo>
                    <a:pt x="2121871" y="205884"/>
                  </a:lnTo>
                  <a:lnTo>
                    <a:pt x="2067455" y="184740"/>
                  </a:lnTo>
                  <a:lnTo>
                    <a:pt x="2013733" y="164642"/>
                  </a:lnTo>
                  <a:lnTo>
                    <a:pt x="1960702" y="145774"/>
                  </a:lnTo>
                  <a:lnTo>
                    <a:pt x="1908238" y="128259"/>
                  </a:lnTo>
                  <a:lnTo>
                    <a:pt x="1856076" y="112165"/>
                  </a:lnTo>
                  <a:lnTo>
                    <a:pt x="1803789" y="97502"/>
                  </a:lnTo>
                  <a:lnTo>
                    <a:pt x="1768425" y="88472"/>
                  </a:lnTo>
                  <a:lnTo>
                    <a:pt x="1718754" y="77039"/>
                  </a:lnTo>
                  <a:lnTo>
                    <a:pt x="1667366" y="66771"/>
                  </a:lnTo>
                  <a:lnTo>
                    <a:pt x="1613434" y="57606"/>
                  </a:lnTo>
                  <a:lnTo>
                    <a:pt x="1556038" y="49440"/>
                  </a:lnTo>
                  <a:lnTo>
                    <a:pt x="1494244" y="42158"/>
                  </a:lnTo>
                  <a:lnTo>
                    <a:pt x="1427182" y="35650"/>
                  </a:lnTo>
                  <a:lnTo>
                    <a:pt x="1354161" y="29819"/>
                  </a:lnTo>
                  <a:lnTo>
                    <a:pt x="1274801" y="24588"/>
                  </a:lnTo>
                  <a:lnTo>
                    <a:pt x="1189223" y="19900"/>
                  </a:lnTo>
                  <a:lnTo>
                    <a:pt x="1098268" y="15723"/>
                  </a:lnTo>
                  <a:lnTo>
                    <a:pt x="1003705" y="12044"/>
                  </a:lnTo>
                  <a:lnTo>
                    <a:pt x="908358" y="8867"/>
                  </a:lnTo>
                  <a:lnTo>
                    <a:pt x="816041" y="6204"/>
                  </a:lnTo>
                  <a:lnTo>
                    <a:pt x="731196" y="4063"/>
                  </a:lnTo>
                  <a:lnTo>
                    <a:pt x="658207" y="2438"/>
                  </a:lnTo>
                  <a:lnTo>
                    <a:pt x="600516" y="1296"/>
                  </a:lnTo>
                  <a:lnTo>
                    <a:pt x="559795" y="575"/>
                  </a:lnTo>
                  <a:lnTo>
                    <a:pt x="535444" y="188"/>
                  </a:lnTo>
                  <a:lnTo>
                    <a:pt x="524547" y="31"/>
                  </a:lnTo>
                  <a:lnTo>
                    <a:pt x="522153" y="0"/>
                  </a:lnTo>
                  <a:lnTo>
                    <a:pt x="522133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542" name="pg542"/>
            <p:cNvSpPr/>
            <p:nvPr/>
          </p:nvSpPr>
          <p:spPr>
            <a:xfrm>
              <a:off x="386606" y="1004835"/>
              <a:ext cx="8554953" cy="553422"/>
            </a:xfrm>
            <a:custGeom>
              <a:avLst/>
              <a:pathLst>
                <a:path w="8554953" h="553422">
                  <a:moveTo>
                    <a:pt x="0" y="5647"/>
                  </a:moveTo>
                  <a:lnTo>
                    <a:pt x="522133" y="5647"/>
                  </a:lnTo>
                  <a:lnTo>
                    <a:pt x="523398" y="5663"/>
                  </a:lnTo>
                  <a:lnTo>
                    <a:pt x="531667" y="5783"/>
                  </a:lnTo>
                  <a:lnTo>
                    <a:pt x="552343" y="6114"/>
                  </a:lnTo>
                  <a:lnTo>
                    <a:pt x="588875" y="6764"/>
                  </a:lnTo>
                  <a:lnTo>
                    <a:pt x="642446" y="7827"/>
                  </a:lnTo>
                  <a:lnTo>
                    <a:pt x="711917" y="9377"/>
                  </a:lnTo>
                  <a:lnTo>
                    <a:pt x="794214" y="11453"/>
                  </a:lnTo>
                  <a:lnTo>
                    <a:pt x="885102" y="14068"/>
                  </a:lnTo>
                  <a:lnTo>
                    <a:pt x="980081" y="17217"/>
                  </a:lnTo>
                  <a:lnTo>
                    <a:pt x="1075134" y="20886"/>
                  </a:lnTo>
                  <a:lnTo>
                    <a:pt x="1167178" y="25068"/>
                  </a:lnTo>
                  <a:lnTo>
                    <a:pt x="1254190" y="29772"/>
                  </a:lnTo>
                  <a:lnTo>
                    <a:pt x="1335117" y="35027"/>
                  </a:lnTo>
                  <a:lnTo>
                    <a:pt x="1409682" y="40884"/>
                  </a:lnTo>
                  <a:lnTo>
                    <a:pt x="1478158" y="47418"/>
                  </a:lnTo>
                  <a:lnTo>
                    <a:pt x="1541176" y="54723"/>
                  </a:lnTo>
                  <a:lnTo>
                    <a:pt x="1599571" y="62912"/>
                  </a:lnTo>
                  <a:lnTo>
                    <a:pt x="1654269" y="72102"/>
                  </a:lnTo>
                  <a:lnTo>
                    <a:pt x="1706202" y="82407"/>
                  </a:lnTo>
                  <a:lnTo>
                    <a:pt x="1756226" y="93904"/>
                  </a:lnTo>
                  <a:lnTo>
                    <a:pt x="1768425" y="96943"/>
                  </a:lnTo>
                  <a:lnTo>
                    <a:pt x="1821029" y="111075"/>
                  </a:lnTo>
                  <a:lnTo>
                    <a:pt x="1873124" y="126660"/>
                  </a:lnTo>
                  <a:lnTo>
                    <a:pt x="1925253" y="143720"/>
                  </a:lnTo>
                  <a:lnTo>
                    <a:pt x="1977784" y="162223"/>
                  </a:lnTo>
                  <a:lnTo>
                    <a:pt x="2030935" y="182084"/>
                  </a:lnTo>
                  <a:lnTo>
                    <a:pt x="2084789" y="203155"/>
                  </a:lnTo>
                  <a:lnTo>
                    <a:pt x="2139311" y="225230"/>
                  </a:lnTo>
                  <a:lnTo>
                    <a:pt x="2194371" y="248050"/>
                  </a:lnTo>
                  <a:lnTo>
                    <a:pt x="2249768" y="271314"/>
                  </a:lnTo>
                  <a:lnTo>
                    <a:pt x="2305255" y="294695"/>
                  </a:lnTo>
                  <a:lnTo>
                    <a:pt x="2360576" y="317860"/>
                  </a:lnTo>
                  <a:lnTo>
                    <a:pt x="2415495" y="340488"/>
                  </a:lnTo>
                  <a:lnTo>
                    <a:pt x="2469828" y="362290"/>
                  </a:lnTo>
                  <a:lnTo>
                    <a:pt x="2523471" y="383020"/>
                  </a:lnTo>
                  <a:lnTo>
                    <a:pt x="2576424" y="402490"/>
                  </a:lnTo>
                  <a:lnTo>
                    <a:pt x="2628807" y="420571"/>
                  </a:lnTo>
                  <a:lnTo>
                    <a:pt x="2680879" y="437193"/>
                  </a:lnTo>
                  <a:lnTo>
                    <a:pt x="2733060" y="452343"/>
                  </a:lnTo>
                  <a:lnTo>
                    <a:pt x="2770117" y="462126"/>
                  </a:lnTo>
                  <a:lnTo>
                    <a:pt x="2819784" y="473923"/>
                  </a:lnTo>
                  <a:lnTo>
                    <a:pt x="2871168" y="484518"/>
                  </a:lnTo>
                  <a:lnTo>
                    <a:pt x="2925095" y="493976"/>
                  </a:lnTo>
                  <a:lnTo>
                    <a:pt x="2982484" y="502401"/>
                  </a:lnTo>
                  <a:lnTo>
                    <a:pt x="3044272" y="509915"/>
                  </a:lnTo>
                  <a:lnTo>
                    <a:pt x="3111326" y="516630"/>
                  </a:lnTo>
                  <a:lnTo>
                    <a:pt x="3184338" y="522647"/>
                  </a:lnTo>
                  <a:lnTo>
                    <a:pt x="3263688" y="528046"/>
                  </a:lnTo>
                  <a:lnTo>
                    <a:pt x="3349254" y="532883"/>
                  </a:lnTo>
                  <a:lnTo>
                    <a:pt x="3440198" y="537193"/>
                  </a:lnTo>
                  <a:lnTo>
                    <a:pt x="3534752" y="540990"/>
                  </a:lnTo>
                  <a:lnTo>
                    <a:pt x="3630092" y="544269"/>
                  </a:lnTo>
                  <a:lnTo>
                    <a:pt x="3722406" y="547018"/>
                  </a:lnTo>
                  <a:lnTo>
                    <a:pt x="3807255" y="549227"/>
                  </a:lnTo>
                  <a:lnTo>
                    <a:pt x="3880255" y="550905"/>
                  </a:lnTo>
                  <a:lnTo>
                    <a:pt x="3937962" y="552083"/>
                  </a:lnTo>
                  <a:lnTo>
                    <a:pt x="3978702" y="552828"/>
                  </a:lnTo>
                  <a:lnTo>
                    <a:pt x="4003073" y="553228"/>
                  </a:lnTo>
                  <a:lnTo>
                    <a:pt x="4013986" y="553390"/>
                  </a:lnTo>
                  <a:lnTo>
                    <a:pt x="4016409" y="553422"/>
                  </a:lnTo>
                  <a:lnTo>
                    <a:pt x="4538543" y="553422"/>
                  </a:lnTo>
                  <a:lnTo>
                    <a:pt x="4539811" y="553413"/>
                  </a:lnTo>
                  <a:lnTo>
                    <a:pt x="4548103" y="553348"/>
                  </a:lnTo>
                  <a:lnTo>
                    <a:pt x="4568832" y="553166"/>
                  </a:lnTo>
                  <a:lnTo>
                    <a:pt x="4605454" y="552810"/>
                  </a:lnTo>
                  <a:lnTo>
                    <a:pt x="4659146" y="552227"/>
                  </a:lnTo>
                  <a:lnTo>
                    <a:pt x="4728758" y="551379"/>
                  </a:lnTo>
                  <a:lnTo>
                    <a:pt x="4811198" y="550241"/>
                  </a:lnTo>
                  <a:lnTo>
                    <a:pt x="4902215" y="548809"/>
                  </a:lnTo>
                  <a:lnTo>
                    <a:pt x="4997298" y="547085"/>
                  </a:lnTo>
                  <a:lnTo>
                    <a:pt x="5092426" y="545076"/>
                  </a:lnTo>
                  <a:lnTo>
                    <a:pt x="5184515" y="542785"/>
                  </a:lnTo>
                  <a:lnTo>
                    <a:pt x="5271546" y="540210"/>
                  </a:lnTo>
                  <a:lnTo>
                    <a:pt x="5352475" y="537332"/>
                  </a:lnTo>
                  <a:lnTo>
                    <a:pt x="5427030" y="534124"/>
                  </a:lnTo>
                  <a:lnTo>
                    <a:pt x="5495491" y="530546"/>
                  </a:lnTo>
                  <a:lnTo>
                    <a:pt x="5558494" y="526544"/>
                  </a:lnTo>
                  <a:lnTo>
                    <a:pt x="5616880" y="522058"/>
                  </a:lnTo>
                  <a:lnTo>
                    <a:pt x="5671576" y="517022"/>
                  </a:lnTo>
                  <a:lnTo>
                    <a:pt x="5723518" y="511375"/>
                  </a:lnTo>
                  <a:lnTo>
                    <a:pt x="5773561" y="505075"/>
                  </a:lnTo>
                  <a:lnTo>
                    <a:pt x="5784835" y="503539"/>
                  </a:lnTo>
                  <a:lnTo>
                    <a:pt x="5838573" y="495641"/>
                  </a:lnTo>
                  <a:lnTo>
                    <a:pt x="5891792" y="486914"/>
                  </a:lnTo>
                  <a:lnTo>
                    <a:pt x="5945067" y="477346"/>
                  </a:lnTo>
                  <a:lnTo>
                    <a:pt x="5998781" y="466957"/>
                  </a:lnTo>
                  <a:lnTo>
                    <a:pt x="6053154" y="455799"/>
                  </a:lnTo>
                  <a:lnTo>
                    <a:pt x="6108262" y="443963"/>
                  </a:lnTo>
                  <a:lnTo>
                    <a:pt x="6164054" y="431572"/>
                  </a:lnTo>
                  <a:lnTo>
                    <a:pt x="6220381" y="418781"/>
                  </a:lnTo>
                  <a:lnTo>
                    <a:pt x="6277016" y="405768"/>
                  </a:lnTo>
                  <a:lnTo>
                    <a:pt x="6333693" y="392726"/>
                  </a:lnTo>
                  <a:lnTo>
                    <a:pt x="6390140" y="379847"/>
                  </a:lnTo>
                  <a:lnTo>
                    <a:pt x="6446116" y="367316"/>
                  </a:lnTo>
                  <a:lnTo>
                    <a:pt x="6501443" y="355296"/>
                  </a:lnTo>
                  <a:lnTo>
                    <a:pt x="6556039" y="343920"/>
                  </a:lnTo>
                  <a:lnTo>
                    <a:pt x="6609938" y="333289"/>
                  </a:lnTo>
                  <a:lnTo>
                    <a:pt x="6663314" y="323466"/>
                  </a:lnTo>
                  <a:lnTo>
                    <a:pt x="6716499" y="314482"/>
                  </a:lnTo>
                  <a:lnTo>
                    <a:pt x="6770005" y="306333"/>
                  </a:lnTo>
                  <a:lnTo>
                    <a:pt x="6786527" y="304006"/>
                  </a:lnTo>
                  <a:lnTo>
                    <a:pt x="6836241" y="297554"/>
                  </a:lnTo>
                  <a:lnTo>
                    <a:pt x="6887676" y="291760"/>
                  </a:lnTo>
                  <a:lnTo>
                    <a:pt x="6941661" y="286590"/>
                  </a:lnTo>
                  <a:lnTo>
                    <a:pt x="6999117" y="281983"/>
                  </a:lnTo>
                  <a:lnTo>
                    <a:pt x="7060984" y="277876"/>
                  </a:lnTo>
                  <a:lnTo>
                    <a:pt x="7128129" y="274205"/>
                  </a:lnTo>
                  <a:lnTo>
                    <a:pt x="7201248" y="270917"/>
                  </a:lnTo>
                  <a:lnTo>
                    <a:pt x="7280717" y="267967"/>
                  </a:lnTo>
                  <a:lnTo>
                    <a:pt x="7366411" y="265324"/>
                  </a:lnTo>
                  <a:lnTo>
                    <a:pt x="7457482" y="262969"/>
                  </a:lnTo>
                  <a:lnTo>
                    <a:pt x="7552147" y="260895"/>
                  </a:lnTo>
                  <a:lnTo>
                    <a:pt x="7647566" y="259105"/>
                  </a:lnTo>
                  <a:lnTo>
                    <a:pt x="7739905" y="257605"/>
                  </a:lnTo>
                  <a:lnTo>
                    <a:pt x="7824710" y="256400"/>
                  </a:lnTo>
                  <a:lnTo>
                    <a:pt x="7897589" y="255487"/>
                  </a:lnTo>
                  <a:lnTo>
                    <a:pt x="7955110" y="254846"/>
                  </a:lnTo>
                  <a:lnTo>
                    <a:pt x="7995624" y="254442"/>
                  </a:lnTo>
                  <a:lnTo>
                    <a:pt x="8019768" y="254226"/>
                  </a:lnTo>
                  <a:lnTo>
                    <a:pt x="8030496" y="254139"/>
                  </a:lnTo>
                  <a:lnTo>
                    <a:pt x="8032819" y="254122"/>
                  </a:lnTo>
                  <a:lnTo>
                    <a:pt x="8554953" y="254122"/>
                  </a:lnTo>
                  <a:lnTo>
                    <a:pt x="8554953" y="248475"/>
                  </a:lnTo>
                  <a:lnTo>
                    <a:pt x="8032819" y="248475"/>
                  </a:lnTo>
                  <a:lnTo>
                    <a:pt x="8031551" y="248484"/>
                  </a:lnTo>
                  <a:lnTo>
                    <a:pt x="8023259" y="248550"/>
                  </a:lnTo>
                  <a:lnTo>
                    <a:pt x="8002530" y="248731"/>
                  </a:lnTo>
                  <a:lnTo>
                    <a:pt x="7965908" y="249087"/>
                  </a:lnTo>
                  <a:lnTo>
                    <a:pt x="7912216" y="249670"/>
                  </a:lnTo>
                  <a:lnTo>
                    <a:pt x="7842604" y="250519"/>
                  </a:lnTo>
                  <a:lnTo>
                    <a:pt x="7760164" y="251656"/>
                  </a:lnTo>
                  <a:lnTo>
                    <a:pt x="7669147" y="253088"/>
                  </a:lnTo>
                  <a:lnTo>
                    <a:pt x="7574064" y="254813"/>
                  </a:lnTo>
                  <a:lnTo>
                    <a:pt x="7478936" y="256822"/>
                  </a:lnTo>
                  <a:lnTo>
                    <a:pt x="7386847" y="259112"/>
                  </a:lnTo>
                  <a:lnTo>
                    <a:pt x="7299816" y="261688"/>
                  </a:lnTo>
                  <a:lnTo>
                    <a:pt x="7218887" y="264565"/>
                  </a:lnTo>
                  <a:lnTo>
                    <a:pt x="7144332" y="267773"/>
                  </a:lnTo>
                  <a:lnTo>
                    <a:pt x="7075871" y="271352"/>
                  </a:lnTo>
                  <a:lnTo>
                    <a:pt x="7012867" y="275353"/>
                  </a:lnTo>
                  <a:lnTo>
                    <a:pt x="6954482" y="279840"/>
                  </a:lnTo>
                  <a:lnTo>
                    <a:pt x="6899786" y="284876"/>
                  </a:lnTo>
                  <a:lnTo>
                    <a:pt x="6847844" y="290522"/>
                  </a:lnTo>
                  <a:lnTo>
                    <a:pt x="6797801" y="296822"/>
                  </a:lnTo>
                  <a:lnTo>
                    <a:pt x="6786527" y="298358"/>
                  </a:lnTo>
                  <a:lnTo>
                    <a:pt x="6732789" y="306256"/>
                  </a:lnTo>
                  <a:lnTo>
                    <a:pt x="6679570" y="314984"/>
                  </a:lnTo>
                  <a:lnTo>
                    <a:pt x="6626295" y="324552"/>
                  </a:lnTo>
                  <a:lnTo>
                    <a:pt x="6572581" y="334941"/>
                  </a:lnTo>
                  <a:lnTo>
                    <a:pt x="6518208" y="346098"/>
                  </a:lnTo>
                  <a:lnTo>
                    <a:pt x="6463100" y="357934"/>
                  </a:lnTo>
                  <a:lnTo>
                    <a:pt x="6407308" y="370325"/>
                  </a:lnTo>
                  <a:lnTo>
                    <a:pt x="6350981" y="383116"/>
                  </a:lnTo>
                  <a:lnTo>
                    <a:pt x="6294346" y="396129"/>
                  </a:lnTo>
                  <a:lnTo>
                    <a:pt x="6237669" y="409172"/>
                  </a:lnTo>
                  <a:lnTo>
                    <a:pt x="6181222" y="422050"/>
                  </a:lnTo>
                  <a:lnTo>
                    <a:pt x="6125246" y="434581"/>
                  </a:lnTo>
                  <a:lnTo>
                    <a:pt x="6069919" y="446602"/>
                  </a:lnTo>
                  <a:lnTo>
                    <a:pt x="6015323" y="457978"/>
                  </a:lnTo>
                  <a:lnTo>
                    <a:pt x="5961424" y="468609"/>
                  </a:lnTo>
                  <a:lnTo>
                    <a:pt x="5908047" y="478431"/>
                  </a:lnTo>
                  <a:lnTo>
                    <a:pt x="5854863" y="487416"/>
                  </a:lnTo>
                  <a:lnTo>
                    <a:pt x="5801357" y="495564"/>
                  </a:lnTo>
                  <a:lnTo>
                    <a:pt x="5784835" y="497892"/>
                  </a:lnTo>
                  <a:lnTo>
                    <a:pt x="5735121" y="504343"/>
                  </a:lnTo>
                  <a:lnTo>
                    <a:pt x="5683686" y="510137"/>
                  </a:lnTo>
                  <a:lnTo>
                    <a:pt x="5629701" y="515308"/>
                  </a:lnTo>
                  <a:lnTo>
                    <a:pt x="5572245" y="519914"/>
                  </a:lnTo>
                  <a:lnTo>
                    <a:pt x="5510378" y="524021"/>
                  </a:lnTo>
                  <a:lnTo>
                    <a:pt x="5443233" y="527692"/>
                  </a:lnTo>
                  <a:lnTo>
                    <a:pt x="5370114" y="530980"/>
                  </a:lnTo>
                  <a:lnTo>
                    <a:pt x="5290645" y="533931"/>
                  </a:lnTo>
                  <a:lnTo>
                    <a:pt x="5204951" y="536574"/>
                  </a:lnTo>
                  <a:lnTo>
                    <a:pt x="5113880" y="538929"/>
                  </a:lnTo>
                  <a:lnTo>
                    <a:pt x="5019215" y="541002"/>
                  </a:lnTo>
                  <a:lnTo>
                    <a:pt x="4923796" y="542792"/>
                  </a:lnTo>
                  <a:lnTo>
                    <a:pt x="4831457" y="544292"/>
                  </a:lnTo>
                  <a:lnTo>
                    <a:pt x="4746652" y="545497"/>
                  </a:lnTo>
                  <a:lnTo>
                    <a:pt x="4673773" y="546410"/>
                  </a:lnTo>
                  <a:lnTo>
                    <a:pt x="4616252" y="547051"/>
                  </a:lnTo>
                  <a:lnTo>
                    <a:pt x="4575737" y="547455"/>
                  </a:lnTo>
                  <a:lnTo>
                    <a:pt x="4551594" y="547671"/>
                  </a:lnTo>
                  <a:lnTo>
                    <a:pt x="4540866" y="547758"/>
                  </a:lnTo>
                  <a:lnTo>
                    <a:pt x="4538543" y="547775"/>
                  </a:lnTo>
                  <a:lnTo>
                    <a:pt x="4016409" y="547775"/>
                  </a:lnTo>
                  <a:lnTo>
                    <a:pt x="4015144" y="547758"/>
                  </a:lnTo>
                  <a:lnTo>
                    <a:pt x="4006875" y="547639"/>
                  </a:lnTo>
                  <a:lnTo>
                    <a:pt x="3986199" y="547308"/>
                  </a:lnTo>
                  <a:lnTo>
                    <a:pt x="3949668" y="546658"/>
                  </a:lnTo>
                  <a:lnTo>
                    <a:pt x="3896096" y="545594"/>
                  </a:lnTo>
                  <a:lnTo>
                    <a:pt x="3826625" y="544045"/>
                  </a:lnTo>
                  <a:lnTo>
                    <a:pt x="3744328" y="541969"/>
                  </a:lnTo>
                  <a:lnTo>
                    <a:pt x="3653440" y="539353"/>
                  </a:lnTo>
                  <a:lnTo>
                    <a:pt x="3558462" y="536205"/>
                  </a:lnTo>
                  <a:lnTo>
                    <a:pt x="3463408" y="532536"/>
                  </a:lnTo>
                  <a:lnTo>
                    <a:pt x="3371364" y="528353"/>
                  </a:lnTo>
                  <a:lnTo>
                    <a:pt x="3284352" y="523649"/>
                  </a:lnTo>
                  <a:lnTo>
                    <a:pt x="3203425" y="518395"/>
                  </a:lnTo>
                  <a:lnTo>
                    <a:pt x="3128860" y="512538"/>
                  </a:lnTo>
                  <a:lnTo>
                    <a:pt x="3060384" y="506004"/>
                  </a:lnTo>
                  <a:lnTo>
                    <a:pt x="2997366" y="498699"/>
                  </a:lnTo>
                  <a:lnTo>
                    <a:pt x="2938971" y="490510"/>
                  </a:lnTo>
                  <a:lnTo>
                    <a:pt x="2884273" y="481320"/>
                  </a:lnTo>
                  <a:lnTo>
                    <a:pt x="2832340" y="471015"/>
                  </a:lnTo>
                  <a:lnTo>
                    <a:pt x="2782316" y="459518"/>
                  </a:lnTo>
                  <a:lnTo>
                    <a:pt x="2770117" y="456479"/>
                  </a:lnTo>
                  <a:lnTo>
                    <a:pt x="2717513" y="442347"/>
                  </a:lnTo>
                  <a:lnTo>
                    <a:pt x="2665418" y="426762"/>
                  </a:lnTo>
                  <a:lnTo>
                    <a:pt x="2613290" y="409702"/>
                  </a:lnTo>
                  <a:lnTo>
                    <a:pt x="2560758" y="391198"/>
                  </a:lnTo>
                  <a:lnTo>
                    <a:pt x="2507607" y="371338"/>
                  </a:lnTo>
                  <a:lnTo>
                    <a:pt x="2453753" y="350267"/>
                  </a:lnTo>
                  <a:lnTo>
                    <a:pt x="2399231" y="328192"/>
                  </a:lnTo>
                  <a:lnTo>
                    <a:pt x="2344171" y="305372"/>
                  </a:lnTo>
                  <a:lnTo>
                    <a:pt x="2288774" y="282108"/>
                  </a:lnTo>
                  <a:lnTo>
                    <a:pt x="2233287" y="258727"/>
                  </a:lnTo>
                  <a:lnTo>
                    <a:pt x="2177966" y="235562"/>
                  </a:lnTo>
                  <a:lnTo>
                    <a:pt x="2123047" y="212934"/>
                  </a:lnTo>
                  <a:lnTo>
                    <a:pt x="2068714" y="191132"/>
                  </a:lnTo>
                  <a:lnTo>
                    <a:pt x="2015071" y="170402"/>
                  </a:lnTo>
                  <a:lnTo>
                    <a:pt x="1962118" y="150932"/>
                  </a:lnTo>
                  <a:lnTo>
                    <a:pt x="1909736" y="132851"/>
                  </a:lnTo>
                  <a:lnTo>
                    <a:pt x="1857663" y="116228"/>
                  </a:lnTo>
                  <a:lnTo>
                    <a:pt x="1805482" y="101079"/>
                  </a:lnTo>
                  <a:lnTo>
                    <a:pt x="1768425" y="91295"/>
                  </a:lnTo>
                  <a:lnTo>
                    <a:pt x="1718759" y="79499"/>
                  </a:lnTo>
                  <a:lnTo>
                    <a:pt x="1667374" y="68903"/>
                  </a:lnTo>
                  <a:lnTo>
                    <a:pt x="1613447" y="59446"/>
                  </a:lnTo>
                  <a:lnTo>
                    <a:pt x="1556058" y="51020"/>
                  </a:lnTo>
                  <a:lnTo>
                    <a:pt x="1494270" y="43507"/>
                  </a:lnTo>
                  <a:lnTo>
                    <a:pt x="1427217" y="36791"/>
                  </a:lnTo>
                  <a:lnTo>
                    <a:pt x="1354204" y="30774"/>
                  </a:lnTo>
                  <a:lnTo>
                    <a:pt x="1274855" y="25376"/>
                  </a:lnTo>
                  <a:lnTo>
                    <a:pt x="1189288" y="20539"/>
                  </a:lnTo>
                  <a:lnTo>
                    <a:pt x="1098344" y="16228"/>
                  </a:lnTo>
                  <a:lnTo>
                    <a:pt x="1003790" y="12432"/>
                  </a:lnTo>
                  <a:lnTo>
                    <a:pt x="908450" y="9153"/>
                  </a:lnTo>
                  <a:lnTo>
                    <a:pt x="816136" y="6404"/>
                  </a:lnTo>
                  <a:lnTo>
                    <a:pt x="731287" y="4195"/>
                  </a:lnTo>
                  <a:lnTo>
                    <a:pt x="658287" y="2517"/>
                  </a:lnTo>
                  <a:lnTo>
                    <a:pt x="600580" y="1338"/>
                  </a:lnTo>
                  <a:lnTo>
                    <a:pt x="559840" y="594"/>
                  </a:lnTo>
                  <a:lnTo>
                    <a:pt x="535469" y="194"/>
                  </a:lnTo>
                  <a:lnTo>
                    <a:pt x="524556" y="32"/>
                  </a:lnTo>
                  <a:lnTo>
                    <a:pt x="5221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543" name="pl543"/>
            <p:cNvSpPr/>
            <p:nvPr/>
          </p:nvSpPr>
          <p:spPr>
            <a:xfrm>
              <a:off x="386606" y="1010483"/>
              <a:ext cx="8554953" cy="547775"/>
            </a:xfrm>
            <a:custGeom>
              <a:avLst/>
              <a:pathLst>
                <a:path w="8554953" h="547775">
                  <a:moveTo>
                    <a:pt x="0" y="0"/>
                  </a:moveTo>
                  <a:lnTo>
                    <a:pt x="522133" y="0"/>
                  </a:lnTo>
                  <a:lnTo>
                    <a:pt x="523398" y="16"/>
                  </a:lnTo>
                  <a:lnTo>
                    <a:pt x="531667" y="136"/>
                  </a:lnTo>
                  <a:lnTo>
                    <a:pt x="552343" y="467"/>
                  </a:lnTo>
                  <a:lnTo>
                    <a:pt x="588875" y="1116"/>
                  </a:lnTo>
                  <a:lnTo>
                    <a:pt x="642446" y="2180"/>
                  </a:lnTo>
                  <a:lnTo>
                    <a:pt x="711917" y="3730"/>
                  </a:lnTo>
                  <a:lnTo>
                    <a:pt x="794214" y="5806"/>
                  </a:lnTo>
                  <a:lnTo>
                    <a:pt x="885102" y="8421"/>
                  </a:lnTo>
                  <a:lnTo>
                    <a:pt x="980081" y="11570"/>
                  </a:lnTo>
                  <a:lnTo>
                    <a:pt x="1075134" y="15239"/>
                  </a:lnTo>
                  <a:lnTo>
                    <a:pt x="1167178" y="19421"/>
                  </a:lnTo>
                  <a:lnTo>
                    <a:pt x="1254190" y="24125"/>
                  </a:lnTo>
                  <a:lnTo>
                    <a:pt x="1335117" y="29380"/>
                  </a:lnTo>
                  <a:lnTo>
                    <a:pt x="1409682" y="35237"/>
                  </a:lnTo>
                  <a:lnTo>
                    <a:pt x="1478158" y="41771"/>
                  </a:lnTo>
                  <a:lnTo>
                    <a:pt x="1541176" y="49076"/>
                  </a:lnTo>
                  <a:lnTo>
                    <a:pt x="1599571" y="57264"/>
                  </a:lnTo>
                  <a:lnTo>
                    <a:pt x="1654269" y="66455"/>
                  </a:lnTo>
                  <a:lnTo>
                    <a:pt x="1706202" y="76760"/>
                  </a:lnTo>
                  <a:lnTo>
                    <a:pt x="1756226" y="88256"/>
                  </a:lnTo>
                  <a:lnTo>
                    <a:pt x="1768425" y="91295"/>
                  </a:lnTo>
                  <a:lnTo>
                    <a:pt x="1821029" y="105428"/>
                  </a:lnTo>
                  <a:lnTo>
                    <a:pt x="1873124" y="121013"/>
                  </a:lnTo>
                  <a:lnTo>
                    <a:pt x="1925253" y="138072"/>
                  </a:lnTo>
                  <a:lnTo>
                    <a:pt x="1977784" y="156576"/>
                  </a:lnTo>
                  <a:lnTo>
                    <a:pt x="2030935" y="176437"/>
                  </a:lnTo>
                  <a:lnTo>
                    <a:pt x="2084789" y="197508"/>
                  </a:lnTo>
                  <a:lnTo>
                    <a:pt x="2139311" y="219583"/>
                  </a:lnTo>
                  <a:lnTo>
                    <a:pt x="2194371" y="242403"/>
                  </a:lnTo>
                  <a:lnTo>
                    <a:pt x="2249768" y="265666"/>
                  </a:lnTo>
                  <a:lnTo>
                    <a:pt x="2305255" y="289048"/>
                  </a:lnTo>
                  <a:lnTo>
                    <a:pt x="2360576" y="312213"/>
                  </a:lnTo>
                  <a:lnTo>
                    <a:pt x="2415495" y="334841"/>
                  </a:lnTo>
                  <a:lnTo>
                    <a:pt x="2469828" y="356642"/>
                  </a:lnTo>
                  <a:lnTo>
                    <a:pt x="2523471" y="377373"/>
                  </a:lnTo>
                  <a:lnTo>
                    <a:pt x="2576424" y="396843"/>
                  </a:lnTo>
                  <a:lnTo>
                    <a:pt x="2628807" y="414924"/>
                  </a:lnTo>
                  <a:lnTo>
                    <a:pt x="2680879" y="431546"/>
                  </a:lnTo>
                  <a:lnTo>
                    <a:pt x="2733060" y="446696"/>
                  </a:lnTo>
                  <a:lnTo>
                    <a:pt x="2770117" y="456479"/>
                  </a:lnTo>
                  <a:lnTo>
                    <a:pt x="2819784" y="468276"/>
                  </a:lnTo>
                  <a:lnTo>
                    <a:pt x="2871168" y="478871"/>
                  </a:lnTo>
                  <a:lnTo>
                    <a:pt x="2925095" y="488328"/>
                  </a:lnTo>
                  <a:lnTo>
                    <a:pt x="2982484" y="496754"/>
                  </a:lnTo>
                  <a:lnTo>
                    <a:pt x="3044272" y="504268"/>
                  </a:lnTo>
                  <a:lnTo>
                    <a:pt x="3111326" y="510983"/>
                  </a:lnTo>
                  <a:lnTo>
                    <a:pt x="3184338" y="517000"/>
                  </a:lnTo>
                  <a:lnTo>
                    <a:pt x="3263688" y="522399"/>
                  </a:lnTo>
                  <a:lnTo>
                    <a:pt x="3349254" y="527236"/>
                  </a:lnTo>
                  <a:lnTo>
                    <a:pt x="3440198" y="531546"/>
                  </a:lnTo>
                  <a:lnTo>
                    <a:pt x="3534752" y="535343"/>
                  </a:lnTo>
                  <a:lnTo>
                    <a:pt x="3630092" y="538622"/>
                  </a:lnTo>
                  <a:lnTo>
                    <a:pt x="3722406" y="541370"/>
                  </a:lnTo>
                  <a:lnTo>
                    <a:pt x="3807255" y="543580"/>
                  </a:lnTo>
                  <a:lnTo>
                    <a:pt x="3880255" y="545257"/>
                  </a:lnTo>
                  <a:lnTo>
                    <a:pt x="3937962" y="546436"/>
                  </a:lnTo>
                  <a:lnTo>
                    <a:pt x="3978702" y="547180"/>
                  </a:lnTo>
                  <a:lnTo>
                    <a:pt x="4003073" y="547581"/>
                  </a:lnTo>
                  <a:lnTo>
                    <a:pt x="4013986" y="547742"/>
                  </a:lnTo>
                  <a:lnTo>
                    <a:pt x="4016389" y="547775"/>
                  </a:lnTo>
                  <a:lnTo>
                    <a:pt x="4016409" y="547775"/>
                  </a:lnTo>
                  <a:lnTo>
                    <a:pt x="4538543" y="547775"/>
                  </a:lnTo>
                  <a:lnTo>
                    <a:pt x="4539811" y="547766"/>
                  </a:lnTo>
                  <a:lnTo>
                    <a:pt x="4548103" y="547700"/>
                  </a:lnTo>
                  <a:lnTo>
                    <a:pt x="4568832" y="547519"/>
                  </a:lnTo>
                  <a:lnTo>
                    <a:pt x="4605454" y="547163"/>
                  </a:lnTo>
                  <a:lnTo>
                    <a:pt x="4659146" y="546580"/>
                  </a:lnTo>
                  <a:lnTo>
                    <a:pt x="4728758" y="545731"/>
                  </a:lnTo>
                  <a:lnTo>
                    <a:pt x="4811198" y="544594"/>
                  </a:lnTo>
                  <a:lnTo>
                    <a:pt x="4902215" y="543162"/>
                  </a:lnTo>
                  <a:lnTo>
                    <a:pt x="4997298" y="541437"/>
                  </a:lnTo>
                  <a:lnTo>
                    <a:pt x="5092426" y="539428"/>
                  </a:lnTo>
                  <a:lnTo>
                    <a:pt x="5184515" y="537138"/>
                  </a:lnTo>
                  <a:lnTo>
                    <a:pt x="5271546" y="534562"/>
                  </a:lnTo>
                  <a:lnTo>
                    <a:pt x="5352475" y="531685"/>
                  </a:lnTo>
                  <a:lnTo>
                    <a:pt x="5427030" y="528477"/>
                  </a:lnTo>
                  <a:lnTo>
                    <a:pt x="5495491" y="524899"/>
                  </a:lnTo>
                  <a:lnTo>
                    <a:pt x="5558494" y="520897"/>
                  </a:lnTo>
                  <a:lnTo>
                    <a:pt x="5616880" y="516410"/>
                  </a:lnTo>
                  <a:lnTo>
                    <a:pt x="5671576" y="511374"/>
                  </a:lnTo>
                  <a:lnTo>
                    <a:pt x="5723518" y="505728"/>
                  </a:lnTo>
                  <a:lnTo>
                    <a:pt x="5773561" y="499428"/>
                  </a:lnTo>
                  <a:lnTo>
                    <a:pt x="5784835" y="497892"/>
                  </a:lnTo>
                  <a:lnTo>
                    <a:pt x="5838573" y="489994"/>
                  </a:lnTo>
                  <a:lnTo>
                    <a:pt x="5891792" y="481266"/>
                  </a:lnTo>
                  <a:lnTo>
                    <a:pt x="5945067" y="471699"/>
                  </a:lnTo>
                  <a:lnTo>
                    <a:pt x="5998781" y="461309"/>
                  </a:lnTo>
                  <a:lnTo>
                    <a:pt x="6053154" y="450152"/>
                  </a:lnTo>
                  <a:lnTo>
                    <a:pt x="6108262" y="438316"/>
                  </a:lnTo>
                  <a:lnTo>
                    <a:pt x="6164054" y="425925"/>
                  </a:lnTo>
                  <a:lnTo>
                    <a:pt x="6220381" y="413134"/>
                  </a:lnTo>
                  <a:lnTo>
                    <a:pt x="6277016" y="400121"/>
                  </a:lnTo>
                  <a:lnTo>
                    <a:pt x="6333693" y="387079"/>
                  </a:lnTo>
                  <a:lnTo>
                    <a:pt x="6390140" y="374200"/>
                  </a:lnTo>
                  <a:lnTo>
                    <a:pt x="6446116" y="361669"/>
                  </a:lnTo>
                  <a:lnTo>
                    <a:pt x="6501443" y="349649"/>
                  </a:lnTo>
                  <a:lnTo>
                    <a:pt x="6556039" y="338273"/>
                  </a:lnTo>
                  <a:lnTo>
                    <a:pt x="6609938" y="327641"/>
                  </a:lnTo>
                  <a:lnTo>
                    <a:pt x="6663314" y="317819"/>
                  </a:lnTo>
                  <a:lnTo>
                    <a:pt x="6716499" y="308835"/>
                  </a:lnTo>
                  <a:lnTo>
                    <a:pt x="6770005" y="300686"/>
                  </a:lnTo>
                  <a:lnTo>
                    <a:pt x="6786527" y="298358"/>
                  </a:lnTo>
                  <a:lnTo>
                    <a:pt x="6836241" y="291907"/>
                  </a:lnTo>
                  <a:lnTo>
                    <a:pt x="6887676" y="286113"/>
                  </a:lnTo>
                  <a:lnTo>
                    <a:pt x="6941661" y="280942"/>
                  </a:lnTo>
                  <a:lnTo>
                    <a:pt x="6999117" y="276336"/>
                  </a:lnTo>
                  <a:lnTo>
                    <a:pt x="7060984" y="272229"/>
                  </a:lnTo>
                  <a:lnTo>
                    <a:pt x="7128129" y="268558"/>
                  </a:lnTo>
                  <a:lnTo>
                    <a:pt x="7201248" y="265270"/>
                  </a:lnTo>
                  <a:lnTo>
                    <a:pt x="7280717" y="262320"/>
                  </a:lnTo>
                  <a:lnTo>
                    <a:pt x="7366411" y="259676"/>
                  </a:lnTo>
                  <a:lnTo>
                    <a:pt x="7457482" y="257322"/>
                  </a:lnTo>
                  <a:lnTo>
                    <a:pt x="7552147" y="255248"/>
                  </a:lnTo>
                  <a:lnTo>
                    <a:pt x="7647566" y="253458"/>
                  </a:lnTo>
                  <a:lnTo>
                    <a:pt x="7739905" y="251958"/>
                  </a:lnTo>
                  <a:lnTo>
                    <a:pt x="7824710" y="250753"/>
                  </a:lnTo>
                  <a:lnTo>
                    <a:pt x="7897589" y="249840"/>
                  </a:lnTo>
                  <a:lnTo>
                    <a:pt x="7955110" y="249199"/>
                  </a:lnTo>
                  <a:lnTo>
                    <a:pt x="7995624" y="248795"/>
                  </a:lnTo>
                  <a:lnTo>
                    <a:pt x="8019768" y="248579"/>
                  </a:lnTo>
                  <a:lnTo>
                    <a:pt x="8030496" y="248492"/>
                  </a:lnTo>
                  <a:lnTo>
                    <a:pt x="8032803" y="248475"/>
                  </a:lnTo>
                  <a:lnTo>
                    <a:pt x="8032819" y="248475"/>
                  </a:lnTo>
                  <a:lnTo>
                    <a:pt x="8554953" y="248475"/>
                  </a:lnTo>
                  <a:lnTo>
                    <a:pt x="8554953" y="248475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544" name="pl544"/>
            <p:cNvSpPr/>
            <p:nvPr/>
          </p:nvSpPr>
          <p:spPr>
            <a:xfrm>
              <a:off x="386606" y="1004835"/>
              <a:ext cx="8554953" cy="547775"/>
            </a:xfrm>
            <a:custGeom>
              <a:avLst/>
              <a:pathLst>
                <a:path w="8554953" h="547775">
                  <a:moveTo>
                    <a:pt x="8554953" y="248475"/>
                  </a:moveTo>
                  <a:lnTo>
                    <a:pt x="8032819" y="248475"/>
                  </a:lnTo>
                  <a:lnTo>
                    <a:pt x="8031551" y="248484"/>
                  </a:lnTo>
                  <a:lnTo>
                    <a:pt x="8023259" y="248550"/>
                  </a:lnTo>
                  <a:lnTo>
                    <a:pt x="8002530" y="248731"/>
                  </a:lnTo>
                  <a:lnTo>
                    <a:pt x="7965908" y="249087"/>
                  </a:lnTo>
                  <a:lnTo>
                    <a:pt x="7912216" y="249670"/>
                  </a:lnTo>
                  <a:lnTo>
                    <a:pt x="7842604" y="250519"/>
                  </a:lnTo>
                  <a:lnTo>
                    <a:pt x="7760164" y="251656"/>
                  </a:lnTo>
                  <a:lnTo>
                    <a:pt x="7669147" y="253088"/>
                  </a:lnTo>
                  <a:lnTo>
                    <a:pt x="7574064" y="254813"/>
                  </a:lnTo>
                  <a:lnTo>
                    <a:pt x="7478936" y="256822"/>
                  </a:lnTo>
                  <a:lnTo>
                    <a:pt x="7386847" y="259112"/>
                  </a:lnTo>
                  <a:lnTo>
                    <a:pt x="7299816" y="261688"/>
                  </a:lnTo>
                  <a:lnTo>
                    <a:pt x="7218887" y="264565"/>
                  </a:lnTo>
                  <a:lnTo>
                    <a:pt x="7144332" y="267773"/>
                  </a:lnTo>
                  <a:lnTo>
                    <a:pt x="7075871" y="271352"/>
                  </a:lnTo>
                  <a:lnTo>
                    <a:pt x="7012867" y="275353"/>
                  </a:lnTo>
                  <a:lnTo>
                    <a:pt x="6954482" y="279840"/>
                  </a:lnTo>
                  <a:lnTo>
                    <a:pt x="6899786" y="284876"/>
                  </a:lnTo>
                  <a:lnTo>
                    <a:pt x="6847844" y="290522"/>
                  </a:lnTo>
                  <a:lnTo>
                    <a:pt x="6797801" y="296822"/>
                  </a:lnTo>
                  <a:lnTo>
                    <a:pt x="6786527" y="298358"/>
                  </a:lnTo>
                  <a:lnTo>
                    <a:pt x="6732789" y="306256"/>
                  </a:lnTo>
                  <a:lnTo>
                    <a:pt x="6679570" y="314984"/>
                  </a:lnTo>
                  <a:lnTo>
                    <a:pt x="6626295" y="324552"/>
                  </a:lnTo>
                  <a:lnTo>
                    <a:pt x="6572581" y="334941"/>
                  </a:lnTo>
                  <a:lnTo>
                    <a:pt x="6518208" y="346098"/>
                  </a:lnTo>
                  <a:lnTo>
                    <a:pt x="6463100" y="357934"/>
                  </a:lnTo>
                  <a:lnTo>
                    <a:pt x="6407308" y="370325"/>
                  </a:lnTo>
                  <a:lnTo>
                    <a:pt x="6350981" y="383116"/>
                  </a:lnTo>
                  <a:lnTo>
                    <a:pt x="6294346" y="396129"/>
                  </a:lnTo>
                  <a:lnTo>
                    <a:pt x="6237669" y="409172"/>
                  </a:lnTo>
                  <a:lnTo>
                    <a:pt x="6181222" y="422050"/>
                  </a:lnTo>
                  <a:lnTo>
                    <a:pt x="6125246" y="434581"/>
                  </a:lnTo>
                  <a:lnTo>
                    <a:pt x="6069919" y="446602"/>
                  </a:lnTo>
                  <a:lnTo>
                    <a:pt x="6015323" y="457978"/>
                  </a:lnTo>
                  <a:lnTo>
                    <a:pt x="5961424" y="468609"/>
                  </a:lnTo>
                  <a:lnTo>
                    <a:pt x="5908047" y="478431"/>
                  </a:lnTo>
                  <a:lnTo>
                    <a:pt x="5854863" y="487416"/>
                  </a:lnTo>
                  <a:lnTo>
                    <a:pt x="5801357" y="495564"/>
                  </a:lnTo>
                  <a:lnTo>
                    <a:pt x="5784835" y="497892"/>
                  </a:lnTo>
                  <a:lnTo>
                    <a:pt x="5735121" y="504343"/>
                  </a:lnTo>
                  <a:lnTo>
                    <a:pt x="5683686" y="510137"/>
                  </a:lnTo>
                  <a:lnTo>
                    <a:pt x="5629701" y="515308"/>
                  </a:lnTo>
                  <a:lnTo>
                    <a:pt x="5572245" y="519914"/>
                  </a:lnTo>
                  <a:lnTo>
                    <a:pt x="5510378" y="524021"/>
                  </a:lnTo>
                  <a:lnTo>
                    <a:pt x="5443233" y="527692"/>
                  </a:lnTo>
                  <a:lnTo>
                    <a:pt x="5370114" y="530980"/>
                  </a:lnTo>
                  <a:lnTo>
                    <a:pt x="5290645" y="533931"/>
                  </a:lnTo>
                  <a:lnTo>
                    <a:pt x="5204951" y="536574"/>
                  </a:lnTo>
                  <a:lnTo>
                    <a:pt x="5113880" y="538929"/>
                  </a:lnTo>
                  <a:lnTo>
                    <a:pt x="5019215" y="541002"/>
                  </a:lnTo>
                  <a:lnTo>
                    <a:pt x="4923796" y="542792"/>
                  </a:lnTo>
                  <a:lnTo>
                    <a:pt x="4831457" y="544292"/>
                  </a:lnTo>
                  <a:lnTo>
                    <a:pt x="4746652" y="545497"/>
                  </a:lnTo>
                  <a:lnTo>
                    <a:pt x="4673773" y="546410"/>
                  </a:lnTo>
                  <a:lnTo>
                    <a:pt x="4616252" y="547051"/>
                  </a:lnTo>
                  <a:lnTo>
                    <a:pt x="4575737" y="547455"/>
                  </a:lnTo>
                  <a:lnTo>
                    <a:pt x="4551594" y="547671"/>
                  </a:lnTo>
                  <a:lnTo>
                    <a:pt x="4540866" y="547758"/>
                  </a:lnTo>
                  <a:lnTo>
                    <a:pt x="4538559" y="547775"/>
                  </a:lnTo>
                  <a:lnTo>
                    <a:pt x="4538543" y="547775"/>
                  </a:lnTo>
                  <a:lnTo>
                    <a:pt x="4016409" y="547775"/>
                  </a:lnTo>
                  <a:lnTo>
                    <a:pt x="4015144" y="547758"/>
                  </a:lnTo>
                  <a:lnTo>
                    <a:pt x="4006875" y="547639"/>
                  </a:lnTo>
                  <a:lnTo>
                    <a:pt x="3986199" y="547308"/>
                  </a:lnTo>
                  <a:lnTo>
                    <a:pt x="3949668" y="546658"/>
                  </a:lnTo>
                  <a:lnTo>
                    <a:pt x="3896096" y="545594"/>
                  </a:lnTo>
                  <a:lnTo>
                    <a:pt x="3826625" y="544045"/>
                  </a:lnTo>
                  <a:lnTo>
                    <a:pt x="3744328" y="541969"/>
                  </a:lnTo>
                  <a:lnTo>
                    <a:pt x="3653440" y="539353"/>
                  </a:lnTo>
                  <a:lnTo>
                    <a:pt x="3558462" y="536205"/>
                  </a:lnTo>
                  <a:lnTo>
                    <a:pt x="3463408" y="532536"/>
                  </a:lnTo>
                  <a:lnTo>
                    <a:pt x="3371364" y="528353"/>
                  </a:lnTo>
                  <a:lnTo>
                    <a:pt x="3284352" y="523649"/>
                  </a:lnTo>
                  <a:lnTo>
                    <a:pt x="3203425" y="518395"/>
                  </a:lnTo>
                  <a:lnTo>
                    <a:pt x="3128860" y="512538"/>
                  </a:lnTo>
                  <a:lnTo>
                    <a:pt x="3060384" y="506004"/>
                  </a:lnTo>
                  <a:lnTo>
                    <a:pt x="2997366" y="498699"/>
                  </a:lnTo>
                  <a:lnTo>
                    <a:pt x="2938971" y="490510"/>
                  </a:lnTo>
                  <a:lnTo>
                    <a:pt x="2884273" y="481320"/>
                  </a:lnTo>
                  <a:lnTo>
                    <a:pt x="2832340" y="471015"/>
                  </a:lnTo>
                  <a:lnTo>
                    <a:pt x="2782316" y="459518"/>
                  </a:lnTo>
                  <a:lnTo>
                    <a:pt x="2770117" y="456479"/>
                  </a:lnTo>
                  <a:lnTo>
                    <a:pt x="2717513" y="442347"/>
                  </a:lnTo>
                  <a:lnTo>
                    <a:pt x="2665418" y="426762"/>
                  </a:lnTo>
                  <a:lnTo>
                    <a:pt x="2613290" y="409702"/>
                  </a:lnTo>
                  <a:lnTo>
                    <a:pt x="2560758" y="391198"/>
                  </a:lnTo>
                  <a:lnTo>
                    <a:pt x="2507607" y="371338"/>
                  </a:lnTo>
                  <a:lnTo>
                    <a:pt x="2453753" y="350267"/>
                  </a:lnTo>
                  <a:lnTo>
                    <a:pt x="2399231" y="328192"/>
                  </a:lnTo>
                  <a:lnTo>
                    <a:pt x="2344171" y="305372"/>
                  </a:lnTo>
                  <a:lnTo>
                    <a:pt x="2288774" y="282108"/>
                  </a:lnTo>
                  <a:lnTo>
                    <a:pt x="2233287" y="258727"/>
                  </a:lnTo>
                  <a:lnTo>
                    <a:pt x="2177966" y="235562"/>
                  </a:lnTo>
                  <a:lnTo>
                    <a:pt x="2123047" y="212934"/>
                  </a:lnTo>
                  <a:lnTo>
                    <a:pt x="2068714" y="191132"/>
                  </a:lnTo>
                  <a:lnTo>
                    <a:pt x="2015071" y="170402"/>
                  </a:lnTo>
                  <a:lnTo>
                    <a:pt x="1962118" y="150932"/>
                  </a:lnTo>
                  <a:lnTo>
                    <a:pt x="1909736" y="132851"/>
                  </a:lnTo>
                  <a:lnTo>
                    <a:pt x="1857663" y="116228"/>
                  </a:lnTo>
                  <a:lnTo>
                    <a:pt x="1805482" y="101079"/>
                  </a:lnTo>
                  <a:lnTo>
                    <a:pt x="1768425" y="91295"/>
                  </a:lnTo>
                  <a:lnTo>
                    <a:pt x="1718759" y="79499"/>
                  </a:lnTo>
                  <a:lnTo>
                    <a:pt x="1667374" y="68903"/>
                  </a:lnTo>
                  <a:lnTo>
                    <a:pt x="1613447" y="59446"/>
                  </a:lnTo>
                  <a:lnTo>
                    <a:pt x="1556058" y="51020"/>
                  </a:lnTo>
                  <a:lnTo>
                    <a:pt x="1494270" y="43507"/>
                  </a:lnTo>
                  <a:lnTo>
                    <a:pt x="1427217" y="36791"/>
                  </a:lnTo>
                  <a:lnTo>
                    <a:pt x="1354204" y="30774"/>
                  </a:lnTo>
                  <a:lnTo>
                    <a:pt x="1274855" y="25376"/>
                  </a:lnTo>
                  <a:lnTo>
                    <a:pt x="1189288" y="20539"/>
                  </a:lnTo>
                  <a:lnTo>
                    <a:pt x="1098344" y="16228"/>
                  </a:lnTo>
                  <a:lnTo>
                    <a:pt x="1003790" y="12432"/>
                  </a:lnTo>
                  <a:lnTo>
                    <a:pt x="908450" y="9153"/>
                  </a:lnTo>
                  <a:lnTo>
                    <a:pt x="816136" y="6404"/>
                  </a:lnTo>
                  <a:lnTo>
                    <a:pt x="731287" y="4195"/>
                  </a:lnTo>
                  <a:lnTo>
                    <a:pt x="658287" y="2517"/>
                  </a:lnTo>
                  <a:lnTo>
                    <a:pt x="600580" y="1338"/>
                  </a:lnTo>
                  <a:lnTo>
                    <a:pt x="559840" y="594"/>
                  </a:lnTo>
                  <a:lnTo>
                    <a:pt x="535469" y="194"/>
                  </a:lnTo>
                  <a:lnTo>
                    <a:pt x="524556" y="32"/>
                  </a:lnTo>
                  <a:lnTo>
                    <a:pt x="522153" y="0"/>
                  </a:lnTo>
                  <a:lnTo>
                    <a:pt x="522133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545" name="pg545"/>
            <p:cNvSpPr/>
            <p:nvPr/>
          </p:nvSpPr>
          <p:spPr>
            <a:xfrm>
              <a:off x="386606" y="1010483"/>
              <a:ext cx="8554953" cy="559069"/>
            </a:xfrm>
            <a:custGeom>
              <a:avLst/>
              <a:pathLst>
                <a:path w="8554953" h="559069">
                  <a:moveTo>
                    <a:pt x="0" y="11294"/>
                  </a:moveTo>
                  <a:lnTo>
                    <a:pt x="522133" y="11294"/>
                  </a:lnTo>
                  <a:lnTo>
                    <a:pt x="523398" y="11311"/>
                  </a:lnTo>
                  <a:lnTo>
                    <a:pt x="531667" y="11430"/>
                  </a:lnTo>
                  <a:lnTo>
                    <a:pt x="552343" y="11761"/>
                  </a:lnTo>
                  <a:lnTo>
                    <a:pt x="588875" y="12411"/>
                  </a:lnTo>
                  <a:lnTo>
                    <a:pt x="642446" y="13475"/>
                  </a:lnTo>
                  <a:lnTo>
                    <a:pt x="711917" y="15024"/>
                  </a:lnTo>
                  <a:lnTo>
                    <a:pt x="794214" y="17100"/>
                  </a:lnTo>
                  <a:lnTo>
                    <a:pt x="885102" y="19716"/>
                  </a:lnTo>
                  <a:lnTo>
                    <a:pt x="980081" y="22864"/>
                  </a:lnTo>
                  <a:lnTo>
                    <a:pt x="1075134" y="26533"/>
                  </a:lnTo>
                  <a:lnTo>
                    <a:pt x="1167178" y="30715"/>
                  </a:lnTo>
                  <a:lnTo>
                    <a:pt x="1254190" y="35420"/>
                  </a:lnTo>
                  <a:lnTo>
                    <a:pt x="1335117" y="40674"/>
                  </a:lnTo>
                  <a:lnTo>
                    <a:pt x="1409682" y="46531"/>
                  </a:lnTo>
                  <a:lnTo>
                    <a:pt x="1478158" y="53065"/>
                  </a:lnTo>
                  <a:lnTo>
                    <a:pt x="1541176" y="60370"/>
                  </a:lnTo>
                  <a:lnTo>
                    <a:pt x="1599571" y="68559"/>
                  </a:lnTo>
                  <a:lnTo>
                    <a:pt x="1654269" y="77749"/>
                  </a:lnTo>
                  <a:lnTo>
                    <a:pt x="1706202" y="88054"/>
                  </a:lnTo>
                  <a:lnTo>
                    <a:pt x="1756226" y="99551"/>
                  </a:lnTo>
                  <a:lnTo>
                    <a:pt x="1768425" y="102590"/>
                  </a:lnTo>
                  <a:lnTo>
                    <a:pt x="1821029" y="116722"/>
                  </a:lnTo>
                  <a:lnTo>
                    <a:pt x="1873124" y="132307"/>
                  </a:lnTo>
                  <a:lnTo>
                    <a:pt x="1925253" y="149367"/>
                  </a:lnTo>
                  <a:lnTo>
                    <a:pt x="1977784" y="167870"/>
                  </a:lnTo>
                  <a:lnTo>
                    <a:pt x="2030935" y="187731"/>
                  </a:lnTo>
                  <a:lnTo>
                    <a:pt x="2084789" y="208802"/>
                  </a:lnTo>
                  <a:lnTo>
                    <a:pt x="2139311" y="230877"/>
                  </a:lnTo>
                  <a:lnTo>
                    <a:pt x="2194371" y="253697"/>
                  </a:lnTo>
                  <a:lnTo>
                    <a:pt x="2249768" y="276961"/>
                  </a:lnTo>
                  <a:lnTo>
                    <a:pt x="2305255" y="300342"/>
                  </a:lnTo>
                  <a:lnTo>
                    <a:pt x="2360576" y="323507"/>
                  </a:lnTo>
                  <a:lnTo>
                    <a:pt x="2415495" y="346135"/>
                  </a:lnTo>
                  <a:lnTo>
                    <a:pt x="2469828" y="367937"/>
                  </a:lnTo>
                  <a:lnTo>
                    <a:pt x="2523471" y="388667"/>
                  </a:lnTo>
                  <a:lnTo>
                    <a:pt x="2576424" y="408137"/>
                  </a:lnTo>
                  <a:lnTo>
                    <a:pt x="2628807" y="426218"/>
                  </a:lnTo>
                  <a:lnTo>
                    <a:pt x="2680879" y="442841"/>
                  </a:lnTo>
                  <a:lnTo>
                    <a:pt x="2733060" y="457990"/>
                  </a:lnTo>
                  <a:lnTo>
                    <a:pt x="2770117" y="467774"/>
                  </a:lnTo>
                  <a:lnTo>
                    <a:pt x="2819784" y="479570"/>
                  </a:lnTo>
                  <a:lnTo>
                    <a:pt x="2871168" y="490166"/>
                  </a:lnTo>
                  <a:lnTo>
                    <a:pt x="2925095" y="499623"/>
                  </a:lnTo>
                  <a:lnTo>
                    <a:pt x="2982484" y="508049"/>
                  </a:lnTo>
                  <a:lnTo>
                    <a:pt x="3044272" y="515562"/>
                  </a:lnTo>
                  <a:lnTo>
                    <a:pt x="3111326" y="522278"/>
                  </a:lnTo>
                  <a:lnTo>
                    <a:pt x="3184338" y="528295"/>
                  </a:lnTo>
                  <a:lnTo>
                    <a:pt x="3263688" y="533693"/>
                  </a:lnTo>
                  <a:lnTo>
                    <a:pt x="3349254" y="538530"/>
                  </a:lnTo>
                  <a:lnTo>
                    <a:pt x="3440198" y="542841"/>
                  </a:lnTo>
                  <a:lnTo>
                    <a:pt x="3534752" y="546637"/>
                  </a:lnTo>
                  <a:lnTo>
                    <a:pt x="3630092" y="549916"/>
                  </a:lnTo>
                  <a:lnTo>
                    <a:pt x="3722406" y="552665"/>
                  </a:lnTo>
                  <a:lnTo>
                    <a:pt x="3807255" y="554874"/>
                  </a:lnTo>
                  <a:lnTo>
                    <a:pt x="3880255" y="556552"/>
                  </a:lnTo>
                  <a:lnTo>
                    <a:pt x="3937962" y="557731"/>
                  </a:lnTo>
                  <a:lnTo>
                    <a:pt x="3978702" y="558475"/>
                  </a:lnTo>
                  <a:lnTo>
                    <a:pt x="4003073" y="558875"/>
                  </a:lnTo>
                  <a:lnTo>
                    <a:pt x="4013986" y="559037"/>
                  </a:lnTo>
                  <a:lnTo>
                    <a:pt x="4016409" y="559069"/>
                  </a:lnTo>
                  <a:lnTo>
                    <a:pt x="4538543" y="559069"/>
                  </a:lnTo>
                  <a:lnTo>
                    <a:pt x="4539812" y="559065"/>
                  </a:lnTo>
                  <a:lnTo>
                    <a:pt x="4548112" y="559037"/>
                  </a:lnTo>
                  <a:lnTo>
                    <a:pt x="4568860" y="558958"/>
                  </a:lnTo>
                  <a:lnTo>
                    <a:pt x="4605512" y="558804"/>
                  </a:lnTo>
                  <a:lnTo>
                    <a:pt x="4659247" y="558550"/>
                  </a:lnTo>
                  <a:lnTo>
                    <a:pt x="4728907" y="558182"/>
                  </a:lnTo>
                  <a:lnTo>
                    <a:pt x="4811397" y="557688"/>
                  </a:lnTo>
                  <a:lnTo>
                    <a:pt x="4902459" y="557066"/>
                  </a:lnTo>
                  <a:lnTo>
                    <a:pt x="4997578" y="556317"/>
                  </a:lnTo>
                  <a:lnTo>
                    <a:pt x="5092731" y="555444"/>
                  </a:lnTo>
                  <a:lnTo>
                    <a:pt x="5184835" y="554450"/>
                  </a:lnTo>
                  <a:lnTo>
                    <a:pt x="5271874" y="553331"/>
                  </a:lnTo>
                  <a:lnTo>
                    <a:pt x="5352803" y="552081"/>
                  </a:lnTo>
                  <a:lnTo>
                    <a:pt x="5427354" y="550688"/>
                  </a:lnTo>
                  <a:lnTo>
                    <a:pt x="5495811" y="549134"/>
                  </a:lnTo>
                  <a:lnTo>
                    <a:pt x="5558809" y="547396"/>
                  </a:lnTo>
                  <a:lnTo>
                    <a:pt x="5617191" y="545447"/>
                  </a:lnTo>
                  <a:lnTo>
                    <a:pt x="5671887" y="543259"/>
                  </a:lnTo>
                  <a:lnTo>
                    <a:pt x="5723832" y="540807"/>
                  </a:lnTo>
                  <a:lnTo>
                    <a:pt x="5773882" y="538070"/>
                  </a:lnTo>
                  <a:lnTo>
                    <a:pt x="5784835" y="537422"/>
                  </a:lnTo>
                  <a:lnTo>
                    <a:pt x="5838994" y="533966"/>
                  </a:lnTo>
                  <a:lnTo>
                    <a:pt x="5892632" y="530144"/>
                  </a:lnTo>
                  <a:lnTo>
                    <a:pt x="5946334" y="525952"/>
                  </a:lnTo>
                  <a:lnTo>
                    <a:pt x="6000488" y="521399"/>
                  </a:lnTo>
                  <a:lnTo>
                    <a:pt x="6055317" y="516507"/>
                  </a:lnTo>
                  <a:lnTo>
                    <a:pt x="6110891" y="511318"/>
                  </a:lnTo>
                  <a:lnTo>
                    <a:pt x="6167156" y="505888"/>
                  </a:lnTo>
                  <a:lnTo>
                    <a:pt x="6223953" y="500285"/>
                  </a:lnTo>
                  <a:lnTo>
                    <a:pt x="6281046" y="494590"/>
                  </a:lnTo>
                  <a:lnTo>
                    <a:pt x="6338163" y="488888"/>
                  </a:lnTo>
                  <a:lnTo>
                    <a:pt x="6395025" y="483265"/>
                  </a:lnTo>
                  <a:lnTo>
                    <a:pt x="6451389" y="477802"/>
                  </a:lnTo>
                  <a:lnTo>
                    <a:pt x="6507083" y="472569"/>
                  </a:lnTo>
                  <a:lnTo>
                    <a:pt x="6562031" y="467627"/>
                  </a:lnTo>
                  <a:lnTo>
                    <a:pt x="6616284" y="463016"/>
                  </a:lnTo>
                  <a:lnTo>
                    <a:pt x="6670037" y="458764"/>
                  </a:lnTo>
                  <a:lnTo>
                    <a:pt x="6723651" y="454883"/>
                  </a:lnTo>
                  <a:lnTo>
                    <a:pt x="6777677" y="451368"/>
                  </a:lnTo>
                  <a:lnTo>
                    <a:pt x="6786527" y="450832"/>
                  </a:lnTo>
                  <a:lnTo>
                    <a:pt x="6836257" y="448031"/>
                  </a:lnTo>
                  <a:lnTo>
                    <a:pt x="6887710" y="445517"/>
                  </a:lnTo>
                  <a:lnTo>
                    <a:pt x="6941715" y="443272"/>
                  </a:lnTo>
                  <a:lnTo>
                    <a:pt x="6999195" y="441273"/>
                  </a:lnTo>
                  <a:lnTo>
                    <a:pt x="7061088" y="439490"/>
                  </a:lnTo>
                  <a:lnTo>
                    <a:pt x="7128266" y="437897"/>
                  </a:lnTo>
                  <a:lnTo>
                    <a:pt x="7201421" y="436470"/>
                  </a:lnTo>
                  <a:lnTo>
                    <a:pt x="7280932" y="435189"/>
                  </a:lnTo>
                  <a:lnTo>
                    <a:pt x="7366670" y="434042"/>
                  </a:lnTo>
                  <a:lnTo>
                    <a:pt x="7457785" y="433020"/>
                  </a:lnTo>
                  <a:lnTo>
                    <a:pt x="7552489" y="432121"/>
                  </a:lnTo>
                  <a:lnTo>
                    <a:pt x="7647935" y="431344"/>
                  </a:lnTo>
                  <a:lnTo>
                    <a:pt x="7740283" y="430694"/>
                  </a:lnTo>
                  <a:lnTo>
                    <a:pt x="7825071" y="430171"/>
                  </a:lnTo>
                  <a:lnTo>
                    <a:pt x="7897909" y="429775"/>
                  </a:lnTo>
                  <a:lnTo>
                    <a:pt x="7955365" y="429497"/>
                  </a:lnTo>
                  <a:lnTo>
                    <a:pt x="7995801" y="429323"/>
                  </a:lnTo>
                  <a:lnTo>
                    <a:pt x="8019865" y="429229"/>
                  </a:lnTo>
                  <a:lnTo>
                    <a:pt x="8030530" y="429192"/>
                  </a:lnTo>
                  <a:lnTo>
                    <a:pt x="8032819" y="429185"/>
                  </a:lnTo>
                  <a:lnTo>
                    <a:pt x="8554953" y="429185"/>
                  </a:lnTo>
                  <a:lnTo>
                    <a:pt x="8554953" y="417890"/>
                  </a:lnTo>
                  <a:lnTo>
                    <a:pt x="8032819" y="417890"/>
                  </a:lnTo>
                  <a:lnTo>
                    <a:pt x="8031550" y="417894"/>
                  </a:lnTo>
                  <a:lnTo>
                    <a:pt x="8023250" y="417923"/>
                  </a:lnTo>
                  <a:lnTo>
                    <a:pt x="8002502" y="418001"/>
                  </a:lnTo>
                  <a:lnTo>
                    <a:pt x="7965850" y="418156"/>
                  </a:lnTo>
                  <a:lnTo>
                    <a:pt x="7912115" y="418409"/>
                  </a:lnTo>
                  <a:lnTo>
                    <a:pt x="7842455" y="418778"/>
                  </a:lnTo>
                  <a:lnTo>
                    <a:pt x="7759965" y="419272"/>
                  </a:lnTo>
                  <a:lnTo>
                    <a:pt x="7668903" y="419894"/>
                  </a:lnTo>
                  <a:lnTo>
                    <a:pt x="7573784" y="420643"/>
                  </a:lnTo>
                  <a:lnTo>
                    <a:pt x="7478631" y="421515"/>
                  </a:lnTo>
                  <a:lnTo>
                    <a:pt x="7386527" y="422510"/>
                  </a:lnTo>
                  <a:lnTo>
                    <a:pt x="7299488" y="423629"/>
                  </a:lnTo>
                  <a:lnTo>
                    <a:pt x="7218559" y="424878"/>
                  </a:lnTo>
                  <a:lnTo>
                    <a:pt x="7144007" y="426271"/>
                  </a:lnTo>
                  <a:lnTo>
                    <a:pt x="7075551" y="427826"/>
                  </a:lnTo>
                  <a:lnTo>
                    <a:pt x="7012553" y="429564"/>
                  </a:lnTo>
                  <a:lnTo>
                    <a:pt x="6954171" y="431513"/>
                  </a:lnTo>
                  <a:lnTo>
                    <a:pt x="6899475" y="433700"/>
                  </a:lnTo>
                  <a:lnTo>
                    <a:pt x="6847530" y="436153"/>
                  </a:lnTo>
                  <a:lnTo>
                    <a:pt x="6797480" y="438890"/>
                  </a:lnTo>
                  <a:lnTo>
                    <a:pt x="6786527" y="439538"/>
                  </a:lnTo>
                  <a:lnTo>
                    <a:pt x="6732368" y="442994"/>
                  </a:lnTo>
                  <a:lnTo>
                    <a:pt x="6678730" y="446815"/>
                  </a:lnTo>
                  <a:lnTo>
                    <a:pt x="6625028" y="451007"/>
                  </a:lnTo>
                  <a:lnTo>
                    <a:pt x="6570874" y="455561"/>
                  </a:lnTo>
                  <a:lnTo>
                    <a:pt x="6516045" y="460452"/>
                  </a:lnTo>
                  <a:lnTo>
                    <a:pt x="6460471" y="465641"/>
                  </a:lnTo>
                  <a:lnTo>
                    <a:pt x="6404206" y="471072"/>
                  </a:lnTo>
                  <a:lnTo>
                    <a:pt x="6347409" y="476674"/>
                  </a:lnTo>
                  <a:lnTo>
                    <a:pt x="6290316" y="482369"/>
                  </a:lnTo>
                  <a:lnTo>
                    <a:pt x="6233199" y="488071"/>
                  </a:lnTo>
                  <a:lnTo>
                    <a:pt x="6176337" y="493695"/>
                  </a:lnTo>
                  <a:lnTo>
                    <a:pt x="6119973" y="499158"/>
                  </a:lnTo>
                  <a:lnTo>
                    <a:pt x="6064279" y="504390"/>
                  </a:lnTo>
                  <a:lnTo>
                    <a:pt x="6009331" y="509333"/>
                  </a:lnTo>
                  <a:lnTo>
                    <a:pt x="5955078" y="513944"/>
                  </a:lnTo>
                  <a:lnTo>
                    <a:pt x="5901325" y="518195"/>
                  </a:lnTo>
                  <a:lnTo>
                    <a:pt x="5847711" y="522077"/>
                  </a:lnTo>
                  <a:lnTo>
                    <a:pt x="5793685" y="525591"/>
                  </a:lnTo>
                  <a:lnTo>
                    <a:pt x="5784835" y="526128"/>
                  </a:lnTo>
                  <a:lnTo>
                    <a:pt x="5735105" y="528928"/>
                  </a:lnTo>
                  <a:lnTo>
                    <a:pt x="5683652" y="531443"/>
                  </a:lnTo>
                  <a:lnTo>
                    <a:pt x="5629647" y="533688"/>
                  </a:lnTo>
                  <a:lnTo>
                    <a:pt x="5572167" y="535687"/>
                  </a:lnTo>
                  <a:lnTo>
                    <a:pt x="5510273" y="537470"/>
                  </a:lnTo>
                  <a:lnTo>
                    <a:pt x="5443096" y="539063"/>
                  </a:lnTo>
                  <a:lnTo>
                    <a:pt x="5369941" y="540490"/>
                  </a:lnTo>
                  <a:lnTo>
                    <a:pt x="5290430" y="541770"/>
                  </a:lnTo>
                  <a:lnTo>
                    <a:pt x="5204692" y="542917"/>
                  </a:lnTo>
                  <a:lnTo>
                    <a:pt x="5113577" y="543939"/>
                  </a:lnTo>
                  <a:lnTo>
                    <a:pt x="5018873" y="544839"/>
                  </a:lnTo>
                  <a:lnTo>
                    <a:pt x="4923427" y="545616"/>
                  </a:lnTo>
                  <a:lnTo>
                    <a:pt x="4831079" y="546266"/>
                  </a:lnTo>
                  <a:lnTo>
                    <a:pt x="4746291" y="546789"/>
                  </a:lnTo>
                  <a:lnTo>
                    <a:pt x="4673453" y="547184"/>
                  </a:lnTo>
                  <a:lnTo>
                    <a:pt x="4615997" y="547462"/>
                  </a:lnTo>
                  <a:lnTo>
                    <a:pt x="4575561" y="547637"/>
                  </a:lnTo>
                  <a:lnTo>
                    <a:pt x="4551497" y="547730"/>
                  </a:lnTo>
                  <a:lnTo>
                    <a:pt x="4540832" y="547768"/>
                  </a:lnTo>
                  <a:lnTo>
                    <a:pt x="4538543" y="547775"/>
                  </a:lnTo>
                  <a:lnTo>
                    <a:pt x="4016409" y="547775"/>
                  </a:lnTo>
                  <a:lnTo>
                    <a:pt x="4015144" y="547758"/>
                  </a:lnTo>
                  <a:lnTo>
                    <a:pt x="4006875" y="547639"/>
                  </a:lnTo>
                  <a:lnTo>
                    <a:pt x="3986199" y="547308"/>
                  </a:lnTo>
                  <a:lnTo>
                    <a:pt x="3949668" y="546658"/>
                  </a:lnTo>
                  <a:lnTo>
                    <a:pt x="3896096" y="545594"/>
                  </a:lnTo>
                  <a:lnTo>
                    <a:pt x="3826625" y="544045"/>
                  </a:lnTo>
                  <a:lnTo>
                    <a:pt x="3744328" y="541969"/>
                  </a:lnTo>
                  <a:lnTo>
                    <a:pt x="3653440" y="539353"/>
                  </a:lnTo>
                  <a:lnTo>
                    <a:pt x="3558462" y="536205"/>
                  </a:lnTo>
                  <a:lnTo>
                    <a:pt x="3463408" y="532536"/>
                  </a:lnTo>
                  <a:lnTo>
                    <a:pt x="3371364" y="528353"/>
                  </a:lnTo>
                  <a:lnTo>
                    <a:pt x="3284352" y="523649"/>
                  </a:lnTo>
                  <a:lnTo>
                    <a:pt x="3203425" y="518395"/>
                  </a:lnTo>
                  <a:lnTo>
                    <a:pt x="3128860" y="512538"/>
                  </a:lnTo>
                  <a:lnTo>
                    <a:pt x="3060384" y="506004"/>
                  </a:lnTo>
                  <a:lnTo>
                    <a:pt x="2997366" y="498699"/>
                  </a:lnTo>
                  <a:lnTo>
                    <a:pt x="2938971" y="490510"/>
                  </a:lnTo>
                  <a:lnTo>
                    <a:pt x="2884273" y="481320"/>
                  </a:lnTo>
                  <a:lnTo>
                    <a:pt x="2832340" y="471015"/>
                  </a:lnTo>
                  <a:lnTo>
                    <a:pt x="2782316" y="459518"/>
                  </a:lnTo>
                  <a:lnTo>
                    <a:pt x="2770117" y="456479"/>
                  </a:lnTo>
                  <a:lnTo>
                    <a:pt x="2717513" y="442347"/>
                  </a:lnTo>
                  <a:lnTo>
                    <a:pt x="2665418" y="426762"/>
                  </a:lnTo>
                  <a:lnTo>
                    <a:pt x="2613290" y="409702"/>
                  </a:lnTo>
                  <a:lnTo>
                    <a:pt x="2560758" y="391198"/>
                  </a:lnTo>
                  <a:lnTo>
                    <a:pt x="2507607" y="371338"/>
                  </a:lnTo>
                  <a:lnTo>
                    <a:pt x="2453753" y="350267"/>
                  </a:lnTo>
                  <a:lnTo>
                    <a:pt x="2399231" y="328192"/>
                  </a:lnTo>
                  <a:lnTo>
                    <a:pt x="2344171" y="305372"/>
                  </a:lnTo>
                  <a:lnTo>
                    <a:pt x="2288774" y="282108"/>
                  </a:lnTo>
                  <a:lnTo>
                    <a:pt x="2233287" y="258727"/>
                  </a:lnTo>
                  <a:lnTo>
                    <a:pt x="2177966" y="235562"/>
                  </a:lnTo>
                  <a:lnTo>
                    <a:pt x="2123047" y="212934"/>
                  </a:lnTo>
                  <a:lnTo>
                    <a:pt x="2068714" y="191132"/>
                  </a:lnTo>
                  <a:lnTo>
                    <a:pt x="2015071" y="170402"/>
                  </a:lnTo>
                  <a:lnTo>
                    <a:pt x="1962118" y="150932"/>
                  </a:lnTo>
                  <a:lnTo>
                    <a:pt x="1909736" y="132851"/>
                  </a:lnTo>
                  <a:lnTo>
                    <a:pt x="1857663" y="116228"/>
                  </a:lnTo>
                  <a:lnTo>
                    <a:pt x="1805482" y="101079"/>
                  </a:lnTo>
                  <a:lnTo>
                    <a:pt x="1768425" y="91295"/>
                  </a:lnTo>
                  <a:lnTo>
                    <a:pt x="1718759" y="79499"/>
                  </a:lnTo>
                  <a:lnTo>
                    <a:pt x="1667374" y="68903"/>
                  </a:lnTo>
                  <a:lnTo>
                    <a:pt x="1613447" y="59446"/>
                  </a:lnTo>
                  <a:lnTo>
                    <a:pt x="1556058" y="51020"/>
                  </a:lnTo>
                  <a:lnTo>
                    <a:pt x="1494270" y="43507"/>
                  </a:lnTo>
                  <a:lnTo>
                    <a:pt x="1427217" y="36791"/>
                  </a:lnTo>
                  <a:lnTo>
                    <a:pt x="1354204" y="30774"/>
                  </a:lnTo>
                  <a:lnTo>
                    <a:pt x="1274855" y="25376"/>
                  </a:lnTo>
                  <a:lnTo>
                    <a:pt x="1189288" y="20539"/>
                  </a:lnTo>
                  <a:lnTo>
                    <a:pt x="1098344" y="16228"/>
                  </a:lnTo>
                  <a:lnTo>
                    <a:pt x="1003790" y="12432"/>
                  </a:lnTo>
                  <a:lnTo>
                    <a:pt x="908450" y="9153"/>
                  </a:lnTo>
                  <a:lnTo>
                    <a:pt x="816136" y="6404"/>
                  </a:lnTo>
                  <a:lnTo>
                    <a:pt x="731287" y="4195"/>
                  </a:lnTo>
                  <a:lnTo>
                    <a:pt x="658287" y="2517"/>
                  </a:lnTo>
                  <a:lnTo>
                    <a:pt x="600580" y="1338"/>
                  </a:lnTo>
                  <a:lnTo>
                    <a:pt x="559840" y="594"/>
                  </a:lnTo>
                  <a:lnTo>
                    <a:pt x="535469" y="194"/>
                  </a:lnTo>
                  <a:lnTo>
                    <a:pt x="524556" y="32"/>
                  </a:lnTo>
                  <a:lnTo>
                    <a:pt x="5221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546" name="pl546"/>
            <p:cNvSpPr/>
            <p:nvPr/>
          </p:nvSpPr>
          <p:spPr>
            <a:xfrm>
              <a:off x="386606" y="1021777"/>
              <a:ext cx="8554953" cy="547775"/>
            </a:xfrm>
            <a:custGeom>
              <a:avLst/>
              <a:pathLst>
                <a:path w="8554953" h="547775">
                  <a:moveTo>
                    <a:pt x="0" y="0"/>
                  </a:moveTo>
                  <a:lnTo>
                    <a:pt x="522133" y="0"/>
                  </a:lnTo>
                  <a:lnTo>
                    <a:pt x="523398" y="16"/>
                  </a:lnTo>
                  <a:lnTo>
                    <a:pt x="531667" y="136"/>
                  </a:lnTo>
                  <a:lnTo>
                    <a:pt x="552343" y="467"/>
                  </a:lnTo>
                  <a:lnTo>
                    <a:pt x="588875" y="1116"/>
                  </a:lnTo>
                  <a:lnTo>
                    <a:pt x="642446" y="2180"/>
                  </a:lnTo>
                  <a:lnTo>
                    <a:pt x="711917" y="3730"/>
                  </a:lnTo>
                  <a:lnTo>
                    <a:pt x="794214" y="5806"/>
                  </a:lnTo>
                  <a:lnTo>
                    <a:pt x="885102" y="8421"/>
                  </a:lnTo>
                  <a:lnTo>
                    <a:pt x="980081" y="11570"/>
                  </a:lnTo>
                  <a:lnTo>
                    <a:pt x="1075134" y="15239"/>
                  </a:lnTo>
                  <a:lnTo>
                    <a:pt x="1167178" y="19421"/>
                  </a:lnTo>
                  <a:lnTo>
                    <a:pt x="1254190" y="24125"/>
                  </a:lnTo>
                  <a:lnTo>
                    <a:pt x="1335117" y="29380"/>
                  </a:lnTo>
                  <a:lnTo>
                    <a:pt x="1409682" y="35237"/>
                  </a:lnTo>
                  <a:lnTo>
                    <a:pt x="1478158" y="41771"/>
                  </a:lnTo>
                  <a:lnTo>
                    <a:pt x="1541176" y="49076"/>
                  </a:lnTo>
                  <a:lnTo>
                    <a:pt x="1599571" y="57264"/>
                  </a:lnTo>
                  <a:lnTo>
                    <a:pt x="1654269" y="66455"/>
                  </a:lnTo>
                  <a:lnTo>
                    <a:pt x="1706202" y="76760"/>
                  </a:lnTo>
                  <a:lnTo>
                    <a:pt x="1756226" y="88256"/>
                  </a:lnTo>
                  <a:lnTo>
                    <a:pt x="1768425" y="91295"/>
                  </a:lnTo>
                  <a:lnTo>
                    <a:pt x="1821029" y="105428"/>
                  </a:lnTo>
                  <a:lnTo>
                    <a:pt x="1873124" y="121013"/>
                  </a:lnTo>
                  <a:lnTo>
                    <a:pt x="1925253" y="138072"/>
                  </a:lnTo>
                  <a:lnTo>
                    <a:pt x="1977784" y="156576"/>
                  </a:lnTo>
                  <a:lnTo>
                    <a:pt x="2030935" y="176437"/>
                  </a:lnTo>
                  <a:lnTo>
                    <a:pt x="2084789" y="197508"/>
                  </a:lnTo>
                  <a:lnTo>
                    <a:pt x="2139311" y="219583"/>
                  </a:lnTo>
                  <a:lnTo>
                    <a:pt x="2194371" y="242403"/>
                  </a:lnTo>
                  <a:lnTo>
                    <a:pt x="2249768" y="265666"/>
                  </a:lnTo>
                  <a:lnTo>
                    <a:pt x="2305255" y="289048"/>
                  </a:lnTo>
                  <a:lnTo>
                    <a:pt x="2360576" y="312213"/>
                  </a:lnTo>
                  <a:lnTo>
                    <a:pt x="2415495" y="334841"/>
                  </a:lnTo>
                  <a:lnTo>
                    <a:pt x="2469828" y="356642"/>
                  </a:lnTo>
                  <a:lnTo>
                    <a:pt x="2523471" y="377373"/>
                  </a:lnTo>
                  <a:lnTo>
                    <a:pt x="2576424" y="396843"/>
                  </a:lnTo>
                  <a:lnTo>
                    <a:pt x="2628807" y="414924"/>
                  </a:lnTo>
                  <a:lnTo>
                    <a:pt x="2680879" y="431546"/>
                  </a:lnTo>
                  <a:lnTo>
                    <a:pt x="2733060" y="446696"/>
                  </a:lnTo>
                  <a:lnTo>
                    <a:pt x="2770117" y="456479"/>
                  </a:lnTo>
                  <a:lnTo>
                    <a:pt x="2819784" y="468276"/>
                  </a:lnTo>
                  <a:lnTo>
                    <a:pt x="2871168" y="478871"/>
                  </a:lnTo>
                  <a:lnTo>
                    <a:pt x="2925095" y="488328"/>
                  </a:lnTo>
                  <a:lnTo>
                    <a:pt x="2982484" y="496754"/>
                  </a:lnTo>
                  <a:lnTo>
                    <a:pt x="3044272" y="504268"/>
                  </a:lnTo>
                  <a:lnTo>
                    <a:pt x="3111326" y="510983"/>
                  </a:lnTo>
                  <a:lnTo>
                    <a:pt x="3184338" y="517000"/>
                  </a:lnTo>
                  <a:lnTo>
                    <a:pt x="3263688" y="522399"/>
                  </a:lnTo>
                  <a:lnTo>
                    <a:pt x="3349254" y="527236"/>
                  </a:lnTo>
                  <a:lnTo>
                    <a:pt x="3440198" y="531546"/>
                  </a:lnTo>
                  <a:lnTo>
                    <a:pt x="3534752" y="535343"/>
                  </a:lnTo>
                  <a:lnTo>
                    <a:pt x="3630092" y="538622"/>
                  </a:lnTo>
                  <a:lnTo>
                    <a:pt x="3722406" y="541370"/>
                  </a:lnTo>
                  <a:lnTo>
                    <a:pt x="3807255" y="543580"/>
                  </a:lnTo>
                  <a:lnTo>
                    <a:pt x="3880255" y="545257"/>
                  </a:lnTo>
                  <a:lnTo>
                    <a:pt x="3937962" y="546436"/>
                  </a:lnTo>
                  <a:lnTo>
                    <a:pt x="3978702" y="547180"/>
                  </a:lnTo>
                  <a:lnTo>
                    <a:pt x="4003073" y="547581"/>
                  </a:lnTo>
                  <a:lnTo>
                    <a:pt x="4013986" y="547742"/>
                  </a:lnTo>
                  <a:lnTo>
                    <a:pt x="4016389" y="547775"/>
                  </a:lnTo>
                  <a:lnTo>
                    <a:pt x="4016409" y="547775"/>
                  </a:lnTo>
                  <a:lnTo>
                    <a:pt x="4538543" y="547775"/>
                  </a:lnTo>
                  <a:lnTo>
                    <a:pt x="4539812" y="547771"/>
                  </a:lnTo>
                  <a:lnTo>
                    <a:pt x="4548112" y="547743"/>
                  </a:lnTo>
                  <a:lnTo>
                    <a:pt x="4568860" y="547664"/>
                  </a:lnTo>
                  <a:lnTo>
                    <a:pt x="4605512" y="547509"/>
                  </a:lnTo>
                  <a:lnTo>
                    <a:pt x="4659247" y="547256"/>
                  </a:lnTo>
                  <a:lnTo>
                    <a:pt x="4728907" y="546887"/>
                  </a:lnTo>
                  <a:lnTo>
                    <a:pt x="4811397" y="546393"/>
                  </a:lnTo>
                  <a:lnTo>
                    <a:pt x="4902459" y="545771"/>
                  </a:lnTo>
                  <a:lnTo>
                    <a:pt x="4997578" y="545022"/>
                  </a:lnTo>
                  <a:lnTo>
                    <a:pt x="5092731" y="544150"/>
                  </a:lnTo>
                  <a:lnTo>
                    <a:pt x="5184835" y="543155"/>
                  </a:lnTo>
                  <a:lnTo>
                    <a:pt x="5271874" y="542037"/>
                  </a:lnTo>
                  <a:lnTo>
                    <a:pt x="5352803" y="540787"/>
                  </a:lnTo>
                  <a:lnTo>
                    <a:pt x="5427354" y="539394"/>
                  </a:lnTo>
                  <a:lnTo>
                    <a:pt x="5495811" y="537840"/>
                  </a:lnTo>
                  <a:lnTo>
                    <a:pt x="5558809" y="536101"/>
                  </a:lnTo>
                  <a:lnTo>
                    <a:pt x="5617191" y="534153"/>
                  </a:lnTo>
                  <a:lnTo>
                    <a:pt x="5671887" y="531965"/>
                  </a:lnTo>
                  <a:lnTo>
                    <a:pt x="5723832" y="529512"/>
                  </a:lnTo>
                  <a:lnTo>
                    <a:pt x="5773882" y="526776"/>
                  </a:lnTo>
                  <a:lnTo>
                    <a:pt x="5784835" y="526128"/>
                  </a:lnTo>
                  <a:lnTo>
                    <a:pt x="5838994" y="522672"/>
                  </a:lnTo>
                  <a:lnTo>
                    <a:pt x="5892632" y="518850"/>
                  </a:lnTo>
                  <a:lnTo>
                    <a:pt x="5946334" y="514658"/>
                  </a:lnTo>
                  <a:lnTo>
                    <a:pt x="6000488" y="510104"/>
                  </a:lnTo>
                  <a:lnTo>
                    <a:pt x="6055317" y="505213"/>
                  </a:lnTo>
                  <a:lnTo>
                    <a:pt x="6110891" y="500024"/>
                  </a:lnTo>
                  <a:lnTo>
                    <a:pt x="6167156" y="494594"/>
                  </a:lnTo>
                  <a:lnTo>
                    <a:pt x="6223953" y="488991"/>
                  </a:lnTo>
                  <a:lnTo>
                    <a:pt x="6281046" y="483296"/>
                  </a:lnTo>
                  <a:lnTo>
                    <a:pt x="6338163" y="477594"/>
                  </a:lnTo>
                  <a:lnTo>
                    <a:pt x="6395025" y="471971"/>
                  </a:lnTo>
                  <a:lnTo>
                    <a:pt x="6451389" y="466507"/>
                  </a:lnTo>
                  <a:lnTo>
                    <a:pt x="6507083" y="461275"/>
                  </a:lnTo>
                  <a:lnTo>
                    <a:pt x="6562031" y="456332"/>
                  </a:lnTo>
                  <a:lnTo>
                    <a:pt x="6616284" y="451722"/>
                  </a:lnTo>
                  <a:lnTo>
                    <a:pt x="6670037" y="447470"/>
                  </a:lnTo>
                  <a:lnTo>
                    <a:pt x="6723651" y="443588"/>
                  </a:lnTo>
                  <a:lnTo>
                    <a:pt x="6777677" y="440074"/>
                  </a:lnTo>
                  <a:lnTo>
                    <a:pt x="6786527" y="439538"/>
                  </a:lnTo>
                  <a:lnTo>
                    <a:pt x="6836257" y="436737"/>
                  </a:lnTo>
                  <a:lnTo>
                    <a:pt x="6887710" y="434222"/>
                  </a:lnTo>
                  <a:lnTo>
                    <a:pt x="6941715" y="431978"/>
                  </a:lnTo>
                  <a:lnTo>
                    <a:pt x="6999195" y="429978"/>
                  </a:lnTo>
                  <a:lnTo>
                    <a:pt x="7061088" y="428196"/>
                  </a:lnTo>
                  <a:lnTo>
                    <a:pt x="7128266" y="426603"/>
                  </a:lnTo>
                  <a:lnTo>
                    <a:pt x="7201421" y="425175"/>
                  </a:lnTo>
                  <a:lnTo>
                    <a:pt x="7280932" y="423895"/>
                  </a:lnTo>
                  <a:lnTo>
                    <a:pt x="7366670" y="422748"/>
                  </a:lnTo>
                  <a:lnTo>
                    <a:pt x="7457785" y="421726"/>
                  </a:lnTo>
                  <a:lnTo>
                    <a:pt x="7552489" y="420826"/>
                  </a:lnTo>
                  <a:lnTo>
                    <a:pt x="7647935" y="420050"/>
                  </a:lnTo>
                  <a:lnTo>
                    <a:pt x="7740283" y="419399"/>
                  </a:lnTo>
                  <a:lnTo>
                    <a:pt x="7825071" y="418877"/>
                  </a:lnTo>
                  <a:lnTo>
                    <a:pt x="7897909" y="418481"/>
                  </a:lnTo>
                  <a:lnTo>
                    <a:pt x="7955365" y="418203"/>
                  </a:lnTo>
                  <a:lnTo>
                    <a:pt x="7995801" y="418028"/>
                  </a:lnTo>
                  <a:lnTo>
                    <a:pt x="8019865" y="417935"/>
                  </a:lnTo>
                  <a:lnTo>
                    <a:pt x="8030530" y="417897"/>
                  </a:lnTo>
                  <a:lnTo>
                    <a:pt x="8032805" y="417890"/>
                  </a:lnTo>
                  <a:lnTo>
                    <a:pt x="8032819" y="417890"/>
                  </a:lnTo>
                  <a:lnTo>
                    <a:pt x="8554953" y="417890"/>
                  </a:lnTo>
                  <a:lnTo>
                    <a:pt x="8554953" y="41789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547" name="pl547"/>
            <p:cNvSpPr/>
            <p:nvPr/>
          </p:nvSpPr>
          <p:spPr>
            <a:xfrm>
              <a:off x="386606" y="1010483"/>
              <a:ext cx="8554953" cy="547775"/>
            </a:xfrm>
            <a:custGeom>
              <a:avLst/>
              <a:pathLst>
                <a:path w="8554953" h="547775">
                  <a:moveTo>
                    <a:pt x="8554953" y="417890"/>
                  </a:moveTo>
                  <a:lnTo>
                    <a:pt x="8032819" y="417890"/>
                  </a:lnTo>
                  <a:lnTo>
                    <a:pt x="8031550" y="417894"/>
                  </a:lnTo>
                  <a:lnTo>
                    <a:pt x="8023250" y="417923"/>
                  </a:lnTo>
                  <a:lnTo>
                    <a:pt x="8002502" y="418001"/>
                  </a:lnTo>
                  <a:lnTo>
                    <a:pt x="7965850" y="418156"/>
                  </a:lnTo>
                  <a:lnTo>
                    <a:pt x="7912115" y="418409"/>
                  </a:lnTo>
                  <a:lnTo>
                    <a:pt x="7842455" y="418778"/>
                  </a:lnTo>
                  <a:lnTo>
                    <a:pt x="7759965" y="419272"/>
                  </a:lnTo>
                  <a:lnTo>
                    <a:pt x="7668903" y="419894"/>
                  </a:lnTo>
                  <a:lnTo>
                    <a:pt x="7573784" y="420643"/>
                  </a:lnTo>
                  <a:lnTo>
                    <a:pt x="7478631" y="421515"/>
                  </a:lnTo>
                  <a:lnTo>
                    <a:pt x="7386527" y="422510"/>
                  </a:lnTo>
                  <a:lnTo>
                    <a:pt x="7299488" y="423629"/>
                  </a:lnTo>
                  <a:lnTo>
                    <a:pt x="7218559" y="424878"/>
                  </a:lnTo>
                  <a:lnTo>
                    <a:pt x="7144007" y="426271"/>
                  </a:lnTo>
                  <a:lnTo>
                    <a:pt x="7075551" y="427826"/>
                  </a:lnTo>
                  <a:lnTo>
                    <a:pt x="7012553" y="429564"/>
                  </a:lnTo>
                  <a:lnTo>
                    <a:pt x="6954171" y="431513"/>
                  </a:lnTo>
                  <a:lnTo>
                    <a:pt x="6899475" y="433700"/>
                  </a:lnTo>
                  <a:lnTo>
                    <a:pt x="6847530" y="436153"/>
                  </a:lnTo>
                  <a:lnTo>
                    <a:pt x="6797480" y="438890"/>
                  </a:lnTo>
                  <a:lnTo>
                    <a:pt x="6786527" y="439538"/>
                  </a:lnTo>
                  <a:lnTo>
                    <a:pt x="6732368" y="442994"/>
                  </a:lnTo>
                  <a:lnTo>
                    <a:pt x="6678730" y="446815"/>
                  </a:lnTo>
                  <a:lnTo>
                    <a:pt x="6625028" y="451007"/>
                  </a:lnTo>
                  <a:lnTo>
                    <a:pt x="6570874" y="455561"/>
                  </a:lnTo>
                  <a:lnTo>
                    <a:pt x="6516045" y="460452"/>
                  </a:lnTo>
                  <a:lnTo>
                    <a:pt x="6460471" y="465641"/>
                  </a:lnTo>
                  <a:lnTo>
                    <a:pt x="6404206" y="471072"/>
                  </a:lnTo>
                  <a:lnTo>
                    <a:pt x="6347409" y="476674"/>
                  </a:lnTo>
                  <a:lnTo>
                    <a:pt x="6290316" y="482369"/>
                  </a:lnTo>
                  <a:lnTo>
                    <a:pt x="6233199" y="488071"/>
                  </a:lnTo>
                  <a:lnTo>
                    <a:pt x="6176337" y="493695"/>
                  </a:lnTo>
                  <a:lnTo>
                    <a:pt x="6119973" y="499158"/>
                  </a:lnTo>
                  <a:lnTo>
                    <a:pt x="6064279" y="504390"/>
                  </a:lnTo>
                  <a:lnTo>
                    <a:pt x="6009331" y="509333"/>
                  </a:lnTo>
                  <a:lnTo>
                    <a:pt x="5955078" y="513944"/>
                  </a:lnTo>
                  <a:lnTo>
                    <a:pt x="5901325" y="518195"/>
                  </a:lnTo>
                  <a:lnTo>
                    <a:pt x="5847711" y="522077"/>
                  </a:lnTo>
                  <a:lnTo>
                    <a:pt x="5793685" y="525591"/>
                  </a:lnTo>
                  <a:lnTo>
                    <a:pt x="5784835" y="526128"/>
                  </a:lnTo>
                  <a:lnTo>
                    <a:pt x="5735105" y="528928"/>
                  </a:lnTo>
                  <a:lnTo>
                    <a:pt x="5683652" y="531443"/>
                  </a:lnTo>
                  <a:lnTo>
                    <a:pt x="5629647" y="533688"/>
                  </a:lnTo>
                  <a:lnTo>
                    <a:pt x="5572167" y="535687"/>
                  </a:lnTo>
                  <a:lnTo>
                    <a:pt x="5510273" y="537470"/>
                  </a:lnTo>
                  <a:lnTo>
                    <a:pt x="5443096" y="539063"/>
                  </a:lnTo>
                  <a:lnTo>
                    <a:pt x="5369941" y="540490"/>
                  </a:lnTo>
                  <a:lnTo>
                    <a:pt x="5290430" y="541770"/>
                  </a:lnTo>
                  <a:lnTo>
                    <a:pt x="5204692" y="542917"/>
                  </a:lnTo>
                  <a:lnTo>
                    <a:pt x="5113577" y="543939"/>
                  </a:lnTo>
                  <a:lnTo>
                    <a:pt x="5018873" y="544839"/>
                  </a:lnTo>
                  <a:lnTo>
                    <a:pt x="4923427" y="545616"/>
                  </a:lnTo>
                  <a:lnTo>
                    <a:pt x="4831079" y="546266"/>
                  </a:lnTo>
                  <a:lnTo>
                    <a:pt x="4746291" y="546789"/>
                  </a:lnTo>
                  <a:lnTo>
                    <a:pt x="4673453" y="547184"/>
                  </a:lnTo>
                  <a:lnTo>
                    <a:pt x="4615997" y="547462"/>
                  </a:lnTo>
                  <a:lnTo>
                    <a:pt x="4575561" y="547637"/>
                  </a:lnTo>
                  <a:lnTo>
                    <a:pt x="4551497" y="547730"/>
                  </a:lnTo>
                  <a:lnTo>
                    <a:pt x="4540832" y="547768"/>
                  </a:lnTo>
                  <a:lnTo>
                    <a:pt x="4538557" y="547775"/>
                  </a:lnTo>
                  <a:lnTo>
                    <a:pt x="4538543" y="547775"/>
                  </a:lnTo>
                  <a:lnTo>
                    <a:pt x="4016409" y="547775"/>
                  </a:lnTo>
                  <a:lnTo>
                    <a:pt x="4015144" y="547758"/>
                  </a:lnTo>
                  <a:lnTo>
                    <a:pt x="4006875" y="547639"/>
                  </a:lnTo>
                  <a:lnTo>
                    <a:pt x="3986199" y="547308"/>
                  </a:lnTo>
                  <a:lnTo>
                    <a:pt x="3949668" y="546658"/>
                  </a:lnTo>
                  <a:lnTo>
                    <a:pt x="3896096" y="545594"/>
                  </a:lnTo>
                  <a:lnTo>
                    <a:pt x="3826625" y="544045"/>
                  </a:lnTo>
                  <a:lnTo>
                    <a:pt x="3744328" y="541969"/>
                  </a:lnTo>
                  <a:lnTo>
                    <a:pt x="3653440" y="539353"/>
                  </a:lnTo>
                  <a:lnTo>
                    <a:pt x="3558462" y="536205"/>
                  </a:lnTo>
                  <a:lnTo>
                    <a:pt x="3463408" y="532536"/>
                  </a:lnTo>
                  <a:lnTo>
                    <a:pt x="3371364" y="528353"/>
                  </a:lnTo>
                  <a:lnTo>
                    <a:pt x="3284352" y="523649"/>
                  </a:lnTo>
                  <a:lnTo>
                    <a:pt x="3203425" y="518395"/>
                  </a:lnTo>
                  <a:lnTo>
                    <a:pt x="3128860" y="512538"/>
                  </a:lnTo>
                  <a:lnTo>
                    <a:pt x="3060384" y="506004"/>
                  </a:lnTo>
                  <a:lnTo>
                    <a:pt x="2997366" y="498699"/>
                  </a:lnTo>
                  <a:lnTo>
                    <a:pt x="2938971" y="490510"/>
                  </a:lnTo>
                  <a:lnTo>
                    <a:pt x="2884273" y="481320"/>
                  </a:lnTo>
                  <a:lnTo>
                    <a:pt x="2832340" y="471015"/>
                  </a:lnTo>
                  <a:lnTo>
                    <a:pt x="2782316" y="459518"/>
                  </a:lnTo>
                  <a:lnTo>
                    <a:pt x="2770117" y="456479"/>
                  </a:lnTo>
                  <a:lnTo>
                    <a:pt x="2717513" y="442347"/>
                  </a:lnTo>
                  <a:lnTo>
                    <a:pt x="2665418" y="426762"/>
                  </a:lnTo>
                  <a:lnTo>
                    <a:pt x="2613290" y="409702"/>
                  </a:lnTo>
                  <a:lnTo>
                    <a:pt x="2560758" y="391198"/>
                  </a:lnTo>
                  <a:lnTo>
                    <a:pt x="2507607" y="371338"/>
                  </a:lnTo>
                  <a:lnTo>
                    <a:pt x="2453753" y="350267"/>
                  </a:lnTo>
                  <a:lnTo>
                    <a:pt x="2399231" y="328192"/>
                  </a:lnTo>
                  <a:lnTo>
                    <a:pt x="2344171" y="305372"/>
                  </a:lnTo>
                  <a:lnTo>
                    <a:pt x="2288774" y="282108"/>
                  </a:lnTo>
                  <a:lnTo>
                    <a:pt x="2233287" y="258727"/>
                  </a:lnTo>
                  <a:lnTo>
                    <a:pt x="2177966" y="235562"/>
                  </a:lnTo>
                  <a:lnTo>
                    <a:pt x="2123047" y="212934"/>
                  </a:lnTo>
                  <a:lnTo>
                    <a:pt x="2068714" y="191132"/>
                  </a:lnTo>
                  <a:lnTo>
                    <a:pt x="2015071" y="170402"/>
                  </a:lnTo>
                  <a:lnTo>
                    <a:pt x="1962118" y="150932"/>
                  </a:lnTo>
                  <a:lnTo>
                    <a:pt x="1909736" y="132851"/>
                  </a:lnTo>
                  <a:lnTo>
                    <a:pt x="1857663" y="116228"/>
                  </a:lnTo>
                  <a:lnTo>
                    <a:pt x="1805482" y="101079"/>
                  </a:lnTo>
                  <a:lnTo>
                    <a:pt x="1768425" y="91295"/>
                  </a:lnTo>
                  <a:lnTo>
                    <a:pt x="1718759" y="79499"/>
                  </a:lnTo>
                  <a:lnTo>
                    <a:pt x="1667374" y="68903"/>
                  </a:lnTo>
                  <a:lnTo>
                    <a:pt x="1613447" y="59446"/>
                  </a:lnTo>
                  <a:lnTo>
                    <a:pt x="1556058" y="51020"/>
                  </a:lnTo>
                  <a:lnTo>
                    <a:pt x="1494270" y="43507"/>
                  </a:lnTo>
                  <a:lnTo>
                    <a:pt x="1427217" y="36791"/>
                  </a:lnTo>
                  <a:lnTo>
                    <a:pt x="1354204" y="30774"/>
                  </a:lnTo>
                  <a:lnTo>
                    <a:pt x="1274855" y="25376"/>
                  </a:lnTo>
                  <a:lnTo>
                    <a:pt x="1189288" y="20539"/>
                  </a:lnTo>
                  <a:lnTo>
                    <a:pt x="1098344" y="16228"/>
                  </a:lnTo>
                  <a:lnTo>
                    <a:pt x="1003790" y="12432"/>
                  </a:lnTo>
                  <a:lnTo>
                    <a:pt x="908450" y="9153"/>
                  </a:lnTo>
                  <a:lnTo>
                    <a:pt x="816136" y="6404"/>
                  </a:lnTo>
                  <a:lnTo>
                    <a:pt x="731287" y="4195"/>
                  </a:lnTo>
                  <a:lnTo>
                    <a:pt x="658287" y="2517"/>
                  </a:lnTo>
                  <a:lnTo>
                    <a:pt x="600580" y="1338"/>
                  </a:lnTo>
                  <a:lnTo>
                    <a:pt x="559840" y="594"/>
                  </a:lnTo>
                  <a:lnTo>
                    <a:pt x="535469" y="194"/>
                  </a:lnTo>
                  <a:lnTo>
                    <a:pt x="524556" y="32"/>
                  </a:lnTo>
                  <a:lnTo>
                    <a:pt x="522153" y="0"/>
                  </a:lnTo>
                  <a:lnTo>
                    <a:pt x="522133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548" name="pg548"/>
            <p:cNvSpPr/>
            <p:nvPr/>
          </p:nvSpPr>
          <p:spPr>
            <a:xfrm>
              <a:off x="386606" y="1021777"/>
              <a:ext cx="8554953" cy="672013"/>
            </a:xfrm>
            <a:custGeom>
              <a:avLst/>
              <a:pathLst>
                <a:path w="8554953" h="672013">
                  <a:moveTo>
                    <a:pt x="0" y="5647"/>
                  </a:moveTo>
                  <a:lnTo>
                    <a:pt x="522133" y="5647"/>
                  </a:lnTo>
                  <a:lnTo>
                    <a:pt x="523398" y="5664"/>
                  </a:lnTo>
                  <a:lnTo>
                    <a:pt x="531666" y="5784"/>
                  </a:lnTo>
                  <a:lnTo>
                    <a:pt x="552341" y="6119"/>
                  </a:lnTo>
                  <a:lnTo>
                    <a:pt x="588870" y="6775"/>
                  </a:lnTo>
                  <a:lnTo>
                    <a:pt x="642437" y="7850"/>
                  </a:lnTo>
                  <a:lnTo>
                    <a:pt x="711904" y="9415"/>
                  </a:lnTo>
                  <a:lnTo>
                    <a:pt x="794197" y="11512"/>
                  </a:lnTo>
                  <a:lnTo>
                    <a:pt x="885082" y="14155"/>
                  </a:lnTo>
                  <a:lnTo>
                    <a:pt x="980057" y="17335"/>
                  </a:lnTo>
                  <a:lnTo>
                    <a:pt x="1075108" y="21042"/>
                  </a:lnTo>
                  <a:lnTo>
                    <a:pt x="1167151" y="25267"/>
                  </a:lnTo>
                  <a:lnTo>
                    <a:pt x="1254162" y="30020"/>
                  </a:lnTo>
                  <a:lnTo>
                    <a:pt x="1335089" y="35328"/>
                  </a:lnTo>
                  <a:lnTo>
                    <a:pt x="1409654" y="41245"/>
                  </a:lnTo>
                  <a:lnTo>
                    <a:pt x="1478131" y="47846"/>
                  </a:lnTo>
                  <a:lnTo>
                    <a:pt x="1541149" y="55226"/>
                  </a:lnTo>
                  <a:lnTo>
                    <a:pt x="1599544" y="63498"/>
                  </a:lnTo>
                  <a:lnTo>
                    <a:pt x="1654242" y="72782"/>
                  </a:lnTo>
                  <a:lnTo>
                    <a:pt x="1706175" y="83192"/>
                  </a:lnTo>
                  <a:lnTo>
                    <a:pt x="1756199" y="94807"/>
                  </a:lnTo>
                  <a:lnTo>
                    <a:pt x="1768425" y="97884"/>
                  </a:lnTo>
                  <a:lnTo>
                    <a:pt x="1820998" y="112153"/>
                  </a:lnTo>
                  <a:lnTo>
                    <a:pt x="1873061" y="127888"/>
                  </a:lnTo>
                  <a:lnTo>
                    <a:pt x="1925157" y="145110"/>
                  </a:lnTo>
                  <a:lnTo>
                    <a:pt x="1977656" y="163790"/>
                  </a:lnTo>
                  <a:lnTo>
                    <a:pt x="2030773" y="183840"/>
                  </a:lnTo>
                  <a:lnTo>
                    <a:pt x="2084591" y="205112"/>
                  </a:lnTo>
                  <a:lnTo>
                    <a:pt x="2139078" y="227397"/>
                  </a:lnTo>
                  <a:lnTo>
                    <a:pt x="2194103" y="250436"/>
                  </a:lnTo>
                  <a:lnTo>
                    <a:pt x="2249465" y="273923"/>
                  </a:lnTo>
                  <a:lnTo>
                    <a:pt x="2304918" y="297532"/>
                  </a:lnTo>
                  <a:lnTo>
                    <a:pt x="2360208" y="320924"/>
                  </a:lnTo>
                  <a:lnTo>
                    <a:pt x="2415097" y="343776"/>
                  </a:lnTo>
                  <a:lnTo>
                    <a:pt x="2469402" y="365796"/>
                  </a:lnTo>
                  <a:lnTo>
                    <a:pt x="2523018" y="386738"/>
                  </a:lnTo>
                  <a:lnTo>
                    <a:pt x="2575945" y="406409"/>
                  </a:lnTo>
                  <a:lnTo>
                    <a:pt x="2628300" y="424678"/>
                  </a:lnTo>
                  <a:lnTo>
                    <a:pt x="2680342" y="441477"/>
                  </a:lnTo>
                  <a:lnTo>
                    <a:pt x="2732487" y="456789"/>
                  </a:lnTo>
                  <a:lnTo>
                    <a:pt x="2770117" y="466832"/>
                  </a:lnTo>
                  <a:lnTo>
                    <a:pt x="2819782" y="478750"/>
                  </a:lnTo>
                  <a:lnTo>
                    <a:pt x="2871165" y="489455"/>
                  </a:lnTo>
                  <a:lnTo>
                    <a:pt x="2925090" y="499009"/>
                  </a:lnTo>
                  <a:lnTo>
                    <a:pt x="2982478" y="507522"/>
                  </a:lnTo>
                  <a:lnTo>
                    <a:pt x="3044264" y="515113"/>
                  </a:lnTo>
                  <a:lnTo>
                    <a:pt x="3111314" y="521897"/>
                  </a:lnTo>
                  <a:lnTo>
                    <a:pt x="3184323" y="527976"/>
                  </a:lnTo>
                  <a:lnTo>
                    <a:pt x="3263669" y="533430"/>
                  </a:lnTo>
                  <a:lnTo>
                    <a:pt x="3349232" y="538317"/>
                  </a:lnTo>
                  <a:lnTo>
                    <a:pt x="3440172" y="542672"/>
                  </a:lnTo>
                  <a:lnTo>
                    <a:pt x="3534723" y="546508"/>
                  </a:lnTo>
                  <a:lnTo>
                    <a:pt x="3630061" y="549821"/>
                  </a:lnTo>
                  <a:lnTo>
                    <a:pt x="3722374" y="552598"/>
                  </a:lnTo>
                  <a:lnTo>
                    <a:pt x="3807224" y="554830"/>
                  </a:lnTo>
                  <a:lnTo>
                    <a:pt x="3880228" y="556525"/>
                  </a:lnTo>
                  <a:lnTo>
                    <a:pt x="3937940" y="557716"/>
                  </a:lnTo>
                  <a:lnTo>
                    <a:pt x="3978687" y="558468"/>
                  </a:lnTo>
                  <a:lnTo>
                    <a:pt x="4003064" y="558873"/>
                  </a:lnTo>
                  <a:lnTo>
                    <a:pt x="4013983" y="559036"/>
                  </a:lnTo>
                  <a:lnTo>
                    <a:pt x="4016409" y="559069"/>
                  </a:lnTo>
                  <a:lnTo>
                    <a:pt x="4538543" y="559069"/>
                  </a:lnTo>
                  <a:lnTo>
                    <a:pt x="4539812" y="559073"/>
                  </a:lnTo>
                  <a:lnTo>
                    <a:pt x="4548112" y="559098"/>
                  </a:lnTo>
                  <a:lnTo>
                    <a:pt x="4568861" y="559166"/>
                  </a:lnTo>
                  <a:lnTo>
                    <a:pt x="4605516" y="559301"/>
                  </a:lnTo>
                  <a:lnTo>
                    <a:pt x="4659253" y="559521"/>
                  </a:lnTo>
                  <a:lnTo>
                    <a:pt x="4728915" y="559841"/>
                  </a:lnTo>
                  <a:lnTo>
                    <a:pt x="4811408" y="560271"/>
                  </a:lnTo>
                  <a:lnTo>
                    <a:pt x="4902473" y="560812"/>
                  </a:lnTo>
                  <a:lnTo>
                    <a:pt x="4997593" y="561463"/>
                  </a:lnTo>
                  <a:lnTo>
                    <a:pt x="5092748" y="562222"/>
                  </a:lnTo>
                  <a:lnTo>
                    <a:pt x="5184854" y="563087"/>
                  </a:lnTo>
                  <a:lnTo>
                    <a:pt x="5271892" y="564060"/>
                  </a:lnTo>
                  <a:lnTo>
                    <a:pt x="5352821" y="565146"/>
                  </a:lnTo>
                  <a:lnTo>
                    <a:pt x="5427373" y="566358"/>
                  </a:lnTo>
                  <a:lnTo>
                    <a:pt x="5495829" y="567709"/>
                  </a:lnTo>
                  <a:lnTo>
                    <a:pt x="5558827" y="569221"/>
                  </a:lnTo>
                  <a:lnTo>
                    <a:pt x="5617209" y="570916"/>
                  </a:lnTo>
                  <a:lnTo>
                    <a:pt x="5671905" y="572818"/>
                  </a:lnTo>
                  <a:lnTo>
                    <a:pt x="5723849" y="574951"/>
                  </a:lnTo>
                  <a:lnTo>
                    <a:pt x="5773900" y="577331"/>
                  </a:lnTo>
                  <a:lnTo>
                    <a:pt x="5784835" y="577893"/>
                  </a:lnTo>
                  <a:lnTo>
                    <a:pt x="5839019" y="580900"/>
                  </a:lnTo>
                  <a:lnTo>
                    <a:pt x="5892681" y="584225"/>
                  </a:lnTo>
                  <a:lnTo>
                    <a:pt x="5946407" y="587872"/>
                  </a:lnTo>
                  <a:lnTo>
                    <a:pt x="6000587" y="591834"/>
                  </a:lnTo>
                  <a:lnTo>
                    <a:pt x="6055441" y="596090"/>
                  </a:lnTo>
                  <a:lnTo>
                    <a:pt x="6111043" y="600605"/>
                  </a:lnTo>
                  <a:lnTo>
                    <a:pt x="6167336" y="605329"/>
                  </a:lnTo>
                  <a:lnTo>
                    <a:pt x="6224159" y="610204"/>
                  </a:lnTo>
                  <a:lnTo>
                    <a:pt x="6281279" y="615159"/>
                  </a:lnTo>
                  <a:lnTo>
                    <a:pt x="6338421" y="620119"/>
                  </a:lnTo>
                  <a:lnTo>
                    <a:pt x="6395307" y="625010"/>
                  </a:lnTo>
                  <a:lnTo>
                    <a:pt x="6451694" y="629762"/>
                  </a:lnTo>
                  <a:lnTo>
                    <a:pt x="6507408" y="634313"/>
                  </a:lnTo>
                  <a:lnTo>
                    <a:pt x="6562377" y="638611"/>
                  </a:lnTo>
                  <a:lnTo>
                    <a:pt x="6616650" y="642620"/>
                  </a:lnTo>
                  <a:lnTo>
                    <a:pt x="6670425" y="646317"/>
                  </a:lnTo>
                  <a:lnTo>
                    <a:pt x="6724064" y="649691"/>
                  </a:lnTo>
                  <a:lnTo>
                    <a:pt x="6778121" y="652746"/>
                  </a:lnTo>
                  <a:lnTo>
                    <a:pt x="6786527" y="653189"/>
                  </a:lnTo>
                  <a:lnTo>
                    <a:pt x="6836258" y="655624"/>
                  </a:lnTo>
                  <a:lnTo>
                    <a:pt x="6887712" y="657811"/>
                  </a:lnTo>
                  <a:lnTo>
                    <a:pt x="6941718" y="659763"/>
                  </a:lnTo>
                  <a:lnTo>
                    <a:pt x="6999199" y="661501"/>
                  </a:lnTo>
                  <a:lnTo>
                    <a:pt x="7061094" y="663052"/>
                  </a:lnTo>
                  <a:lnTo>
                    <a:pt x="7128274" y="664437"/>
                  </a:lnTo>
                  <a:lnTo>
                    <a:pt x="7201431" y="665678"/>
                  </a:lnTo>
                  <a:lnTo>
                    <a:pt x="7280944" y="666791"/>
                  </a:lnTo>
                  <a:lnTo>
                    <a:pt x="7366685" y="667789"/>
                  </a:lnTo>
                  <a:lnTo>
                    <a:pt x="7457802" y="668677"/>
                  </a:lnTo>
                  <a:lnTo>
                    <a:pt x="7552508" y="669460"/>
                  </a:lnTo>
                  <a:lnTo>
                    <a:pt x="7647956" y="670135"/>
                  </a:lnTo>
                  <a:lnTo>
                    <a:pt x="7740304" y="670701"/>
                  </a:lnTo>
                  <a:lnTo>
                    <a:pt x="7825092" y="671155"/>
                  </a:lnTo>
                  <a:lnTo>
                    <a:pt x="7897927" y="671499"/>
                  </a:lnTo>
                  <a:lnTo>
                    <a:pt x="7955379" y="671741"/>
                  </a:lnTo>
                  <a:lnTo>
                    <a:pt x="7995811" y="671893"/>
                  </a:lnTo>
                  <a:lnTo>
                    <a:pt x="8019871" y="671974"/>
                  </a:lnTo>
                  <a:lnTo>
                    <a:pt x="8030532" y="672007"/>
                  </a:lnTo>
                  <a:lnTo>
                    <a:pt x="8032819" y="672013"/>
                  </a:lnTo>
                  <a:lnTo>
                    <a:pt x="8554953" y="672013"/>
                  </a:lnTo>
                  <a:lnTo>
                    <a:pt x="8554953" y="666366"/>
                  </a:lnTo>
                  <a:lnTo>
                    <a:pt x="8032819" y="666366"/>
                  </a:lnTo>
                  <a:lnTo>
                    <a:pt x="8031549" y="666362"/>
                  </a:lnTo>
                  <a:lnTo>
                    <a:pt x="8023250" y="666337"/>
                  </a:lnTo>
                  <a:lnTo>
                    <a:pt x="8002501" y="666269"/>
                  </a:lnTo>
                  <a:lnTo>
                    <a:pt x="7965846" y="666135"/>
                  </a:lnTo>
                  <a:lnTo>
                    <a:pt x="7912109" y="665914"/>
                  </a:lnTo>
                  <a:lnTo>
                    <a:pt x="7842446" y="665594"/>
                  </a:lnTo>
                  <a:lnTo>
                    <a:pt x="7759954" y="665164"/>
                  </a:lnTo>
                  <a:lnTo>
                    <a:pt x="7668889" y="664623"/>
                  </a:lnTo>
                  <a:lnTo>
                    <a:pt x="7573768" y="663972"/>
                  </a:lnTo>
                  <a:lnTo>
                    <a:pt x="7478614" y="663213"/>
                  </a:lnTo>
                  <a:lnTo>
                    <a:pt x="7386508" y="662348"/>
                  </a:lnTo>
                  <a:lnTo>
                    <a:pt x="7299470" y="661376"/>
                  </a:lnTo>
                  <a:lnTo>
                    <a:pt x="7218541" y="660289"/>
                  </a:lnTo>
                  <a:lnTo>
                    <a:pt x="7143989" y="659077"/>
                  </a:lnTo>
                  <a:lnTo>
                    <a:pt x="7075533" y="657726"/>
                  </a:lnTo>
                  <a:lnTo>
                    <a:pt x="7012535" y="656214"/>
                  </a:lnTo>
                  <a:lnTo>
                    <a:pt x="6954153" y="654519"/>
                  </a:lnTo>
                  <a:lnTo>
                    <a:pt x="6899457" y="652617"/>
                  </a:lnTo>
                  <a:lnTo>
                    <a:pt x="6847513" y="650484"/>
                  </a:lnTo>
                  <a:lnTo>
                    <a:pt x="6797462" y="648104"/>
                  </a:lnTo>
                  <a:lnTo>
                    <a:pt x="6786527" y="647542"/>
                  </a:lnTo>
                  <a:lnTo>
                    <a:pt x="6732343" y="644535"/>
                  </a:lnTo>
                  <a:lnTo>
                    <a:pt x="6678681" y="641210"/>
                  </a:lnTo>
                  <a:lnTo>
                    <a:pt x="6624955" y="637563"/>
                  </a:lnTo>
                  <a:lnTo>
                    <a:pt x="6570775" y="633601"/>
                  </a:lnTo>
                  <a:lnTo>
                    <a:pt x="6515920" y="629345"/>
                  </a:lnTo>
                  <a:lnTo>
                    <a:pt x="6460319" y="624830"/>
                  </a:lnTo>
                  <a:lnTo>
                    <a:pt x="6404026" y="620106"/>
                  </a:lnTo>
                  <a:lnTo>
                    <a:pt x="6347203" y="615231"/>
                  </a:lnTo>
                  <a:lnTo>
                    <a:pt x="6290083" y="610277"/>
                  </a:lnTo>
                  <a:lnTo>
                    <a:pt x="6232941" y="605316"/>
                  </a:lnTo>
                  <a:lnTo>
                    <a:pt x="6176055" y="600425"/>
                  </a:lnTo>
                  <a:lnTo>
                    <a:pt x="6119668" y="595673"/>
                  </a:lnTo>
                  <a:lnTo>
                    <a:pt x="6063954" y="591122"/>
                  </a:lnTo>
                  <a:lnTo>
                    <a:pt x="6008985" y="586824"/>
                  </a:lnTo>
                  <a:lnTo>
                    <a:pt x="5954712" y="582815"/>
                  </a:lnTo>
                  <a:lnTo>
                    <a:pt x="5900937" y="579118"/>
                  </a:lnTo>
                  <a:lnTo>
                    <a:pt x="5847297" y="575744"/>
                  </a:lnTo>
                  <a:lnTo>
                    <a:pt x="5793241" y="572689"/>
                  </a:lnTo>
                  <a:lnTo>
                    <a:pt x="5784835" y="572246"/>
                  </a:lnTo>
                  <a:lnTo>
                    <a:pt x="5735104" y="569811"/>
                  </a:lnTo>
                  <a:lnTo>
                    <a:pt x="5683650" y="567624"/>
                  </a:lnTo>
                  <a:lnTo>
                    <a:pt x="5629644" y="565672"/>
                  </a:lnTo>
                  <a:lnTo>
                    <a:pt x="5572163" y="563934"/>
                  </a:lnTo>
                  <a:lnTo>
                    <a:pt x="5510268" y="562383"/>
                  </a:lnTo>
                  <a:lnTo>
                    <a:pt x="5443088" y="560998"/>
                  </a:lnTo>
                  <a:lnTo>
                    <a:pt x="5369931" y="559757"/>
                  </a:lnTo>
                  <a:lnTo>
                    <a:pt x="5290418" y="558644"/>
                  </a:lnTo>
                  <a:lnTo>
                    <a:pt x="5204677" y="557646"/>
                  </a:lnTo>
                  <a:lnTo>
                    <a:pt x="5113560" y="556758"/>
                  </a:lnTo>
                  <a:lnTo>
                    <a:pt x="5018854" y="555975"/>
                  </a:lnTo>
                  <a:lnTo>
                    <a:pt x="4923406" y="555300"/>
                  </a:lnTo>
                  <a:lnTo>
                    <a:pt x="4831058" y="554734"/>
                  </a:lnTo>
                  <a:lnTo>
                    <a:pt x="4746270" y="554280"/>
                  </a:lnTo>
                  <a:lnTo>
                    <a:pt x="4673435" y="553936"/>
                  </a:lnTo>
                  <a:lnTo>
                    <a:pt x="4615982" y="553694"/>
                  </a:lnTo>
                  <a:lnTo>
                    <a:pt x="4575551" y="553542"/>
                  </a:lnTo>
                  <a:lnTo>
                    <a:pt x="4551491" y="553461"/>
                  </a:lnTo>
                  <a:lnTo>
                    <a:pt x="4540830" y="553429"/>
                  </a:lnTo>
                  <a:lnTo>
                    <a:pt x="4538543" y="553422"/>
                  </a:lnTo>
                  <a:lnTo>
                    <a:pt x="4016409" y="553422"/>
                  </a:lnTo>
                  <a:lnTo>
                    <a:pt x="4015144" y="553405"/>
                  </a:lnTo>
                  <a:lnTo>
                    <a:pt x="4006876" y="553284"/>
                  </a:lnTo>
                  <a:lnTo>
                    <a:pt x="3986202" y="552950"/>
                  </a:lnTo>
                  <a:lnTo>
                    <a:pt x="3949673" y="552294"/>
                  </a:lnTo>
                  <a:lnTo>
                    <a:pt x="3896105" y="551219"/>
                  </a:lnTo>
                  <a:lnTo>
                    <a:pt x="3826638" y="549654"/>
                  </a:lnTo>
                  <a:lnTo>
                    <a:pt x="3744345" y="547557"/>
                  </a:lnTo>
                  <a:lnTo>
                    <a:pt x="3653461" y="544914"/>
                  </a:lnTo>
                  <a:lnTo>
                    <a:pt x="3558485" y="541734"/>
                  </a:lnTo>
                  <a:lnTo>
                    <a:pt x="3463434" y="538027"/>
                  </a:lnTo>
                  <a:lnTo>
                    <a:pt x="3371391" y="533802"/>
                  </a:lnTo>
                  <a:lnTo>
                    <a:pt x="3284380" y="529049"/>
                  </a:lnTo>
                  <a:lnTo>
                    <a:pt x="3203453" y="523741"/>
                  </a:lnTo>
                  <a:lnTo>
                    <a:pt x="3128888" y="517824"/>
                  </a:lnTo>
                  <a:lnTo>
                    <a:pt x="3060411" y="511223"/>
                  </a:lnTo>
                  <a:lnTo>
                    <a:pt x="2997393" y="503843"/>
                  </a:lnTo>
                  <a:lnTo>
                    <a:pt x="2938998" y="495571"/>
                  </a:lnTo>
                  <a:lnTo>
                    <a:pt x="2884300" y="486287"/>
                  </a:lnTo>
                  <a:lnTo>
                    <a:pt x="2832367" y="475877"/>
                  </a:lnTo>
                  <a:lnTo>
                    <a:pt x="2782344" y="464262"/>
                  </a:lnTo>
                  <a:lnTo>
                    <a:pt x="2770117" y="461185"/>
                  </a:lnTo>
                  <a:lnTo>
                    <a:pt x="2717545" y="446916"/>
                  </a:lnTo>
                  <a:lnTo>
                    <a:pt x="2665481" y="431181"/>
                  </a:lnTo>
                  <a:lnTo>
                    <a:pt x="2613385" y="413959"/>
                  </a:lnTo>
                  <a:lnTo>
                    <a:pt x="2560886" y="395279"/>
                  </a:lnTo>
                  <a:lnTo>
                    <a:pt x="2507769" y="375229"/>
                  </a:lnTo>
                  <a:lnTo>
                    <a:pt x="2453951" y="353957"/>
                  </a:lnTo>
                  <a:lnTo>
                    <a:pt x="2399464" y="331672"/>
                  </a:lnTo>
                  <a:lnTo>
                    <a:pt x="2344439" y="308633"/>
                  </a:lnTo>
                  <a:lnTo>
                    <a:pt x="2289078" y="285145"/>
                  </a:lnTo>
                  <a:lnTo>
                    <a:pt x="2233624" y="261537"/>
                  </a:lnTo>
                  <a:lnTo>
                    <a:pt x="2178335" y="238145"/>
                  </a:lnTo>
                  <a:lnTo>
                    <a:pt x="2123446" y="215293"/>
                  </a:lnTo>
                  <a:lnTo>
                    <a:pt x="2069141" y="193272"/>
                  </a:lnTo>
                  <a:lnTo>
                    <a:pt x="2015524" y="172331"/>
                  </a:lnTo>
                  <a:lnTo>
                    <a:pt x="1962598" y="152660"/>
                  </a:lnTo>
                  <a:lnTo>
                    <a:pt x="1910242" y="134391"/>
                  </a:lnTo>
                  <a:lnTo>
                    <a:pt x="1858200" y="117592"/>
                  </a:lnTo>
                  <a:lnTo>
                    <a:pt x="1806055" y="102280"/>
                  </a:lnTo>
                  <a:lnTo>
                    <a:pt x="1768425" y="92237"/>
                  </a:lnTo>
                  <a:lnTo>
                    <a:pt x="1718760" y="80318"/>
                  </a:lnTo>
                  <a:lnTo>
                    <a:pt x="1667377" y="69614"/>
                  </a:lnTo>
                  <a:lnTo>
                    <a:pt x="1613452" y="60060"/>
                  </a:lnTo>
                  <a:lnTo>
                    <a:pt x="1556064" y="51547"/>
                  </a:lnTo>
                  <a:lnTo>
                    <a:pt x="1494279" y="43956"/>
                  </a:lnTo>
                  <a:lnTo>
                    <a:pt x="1427228" y="37172"/>
                  </a:lnTo>
                  <a:lnTo>
                    <a:pt x="1354219" y="31093"/>
                  </a:lnTo>
                  <a:lnTo>
                    <a:pt x="1274873" y="25639"/>
                  </a:lnTo>
                  <a:lnTo>
                    <a:pt x="1189310" y="20752"/>
                  </a:lnTo>
                  <a:lnTo>
                    <a:pt x="1098370" y="16397"/>
                  </a:lnTo>
                  <a:lnTo>
                    <a:pt x="1003819" y="12561"/>
                  </a:lnTo>
                  <a:lnTo>
                    <a:pt x="908481" y="9248"/>
                  </a:lnTo>
                  <a:lnTo>
                    <a:pt x="816168" y="6471"/>
                  </a:lnTo>
                  <a:lnTo>
                    <a:pt x="731318" y="4239"/>
                  </a:lnTo>
                  <a:lnTo>
                    <a:pt x="658315" y="2544"/>
                  </a:lnTo>
                  <a:lnTo>
                    <a:pt x="600602" y="1353"/>
                  </a:lnTo>
                  <a:lnTo>
                    <a:pt x="559855" y="601"/>
                  </a:lnTo>
                  <a:lnTo>
                    <a:pt x="535478" y="196"/>
                  </a:lnTo>
                  <a:lnTo>
                    <a:pt x="524559" y="33"/>
                  </a:lnTo>
                  <a:lnTo>
                    <a:pt x="5221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549" name="pl549"/>
            <p:cNvSpPr/>
            <p:nvPr/>
          </p:nvSpPr>
          <p:spPr>
            <a:xfrm>
              <a:off x="386606" y="1027424"/>
              <a:ext cx="8554953" cy="666366"/>
            </a:xfrm>
            <a:custGeom>
              <a:avLst/>
              <a:pathLst>
                <a:path w="8554953" h="666366">
                  <a:moveTo>
                    <a:pt x="0" y="0"/>
                  </a:moveTo>
                  <a:lnTo>
                    <a:pt x="522133" y="0"/>
                  </a:lnTo>
                  <a:lnTo>
                    <a:pt x="523398" y="16"/>
                  </a:lnTo>
                  <a:lnTo>
                    <a:pt x="531666" y="137"/>
                  </a:lnTo>
                  <a:lnTo>
                    <a:pt x="552341" y="472"/>
                  </a:lnTo>
                  <a:lnTo>
                    <a:pt x="588870" y="1128"/>
                  </a:lnTo>
                  <a:lnTo>
                    <a:pt x="642437" y="2203"/>
                  </a:lnTo>
                  <a:lnTo>
                    <a:pt x="711904" y="3768"/>
                  </a:lnTo>
                  <a:lnTo>
                    <a:pt x="794197" y="5865"/>
                  </a:lnTo>
                  <a:lnTo>
                    <a:pt x="885082" y="8507"/>
                  </a:lnTo>
                  <a:lnTo>
                    <a:pt x="980057" y="11688"/>
                  </a:lnTo>
                  <a:lnTo>
                    <a:pt x="1075108" y="15395"/>
                  </a:lnTo>
                  <a:lnTo>
                    <a:pt x="1167151" y="19620"/>
                  </a:lnTo>
                  <a:lnTo>
                    <a:pt x="1254162" y="24372"/>
                  </a:lnTo>
                  <a:lnTo>
                    <a:pt x="1335089" y="29681"/>
                  </a:lnTo>
                  <a:lnTo>
                    <a:pt x="1409654" y="35598"/>
                  </a:lnTo>
                  <a:lnTo>
                    <a:pt x="1478131" y="42198"/>
                  </a:lnTo>
                  <a:lnTo>
                    <a:pt x="1541149" y="49579"/>
                  </a:lnTo>
                  <a:lnTo>
                    <a:pt x="1599544" y="57851"/>
                  </a:lnTo>
                  <a:lnTo>
                    <a:pt x="1654242" y="67135"/>
                  </a:lnTo>
                  <a:lnTo>
                    <a:pt x="1706175" y="77545"/>
                  </a:lnTo>
                  <a:lnTo>
                    <a:pt x="1756199" y="89159"/>
                  </a:lnTo>
                  <a:lnTo>
                    <a:pt x="1768425" y="92237"/>
                  </a:lnTo>
                  <a:lnTo>
                    <a:pt x="1820998" y="106505"/>
                  </a:lnTo>
                  <a:lnTo>
                    <a:pt x="1873061" y="122241"/>
                  </a:lnTo>
                  <a:lnTo>
                    <a:pt x="1925157" y="139463"/>
                  </a:lnTo>
                  <a:lnTo>
                    <a:pt x="1977656" y="158143"/>
                  </a:lnTo>
                  <a:lnTo>
                    <a:pt x="2030773" y="178193"/>
                  </a:lnTo>
                  <a:lnTo>
                    <a:pt x="2084591" y="199465"/>
                  </a:lnTo>
                  <a:lnTo>
                    <a:pt x="2139078" y="221750"/>
                  </a:lnTo>
                  <a:lnTo>
                    <a:pt x="2194103" y="244788"/>
                  </a:lnTo>
                  <a:lnTo>
                    <a:pt x="2249465" y="268276"/>
                  </a:lnTo>
                  <a:lnTo>
                    <a:pt x="2304918" y="291884"/>
                  </a:lnTo>
                  <a:lnTo>
                    <a:pt x="2360208" y="315277"/>
                  </a:lnTo>
                  <a:lnTo>
                    <a:pt x="2415097" y="338129"/>
                  </a:lnTo>
                  <a:lnTo>
                    <a:pt x="2469402" y="360149"/>
                  </a:lnTo>
                  <a:lnTo>
                    <a:pt x="2523018" y="381090"/>
                  </a:lnTo>
                  <a:lnTo>
                    <a:pt x="2575945" y="400761"/>
                  </a:lnTo>
                  <a:lnTo>
                    <a:pt x="2628300" y="419031"/>
                  </a:lnTo>
                  <a:lnTo>
                    <a:pt x="2680342" y="435829"/>
                  </a:lnTo>
                  <a:lnTo>
                    <a:pt x="2732487" y="451141"/>
                  </a:lnTo>
                  <a:lnTo>
                    <a:pt x="2770117" y="461185"/>
                  </a:lnTo>
                  <a:lnTo>
                    <a:pt x="2819782" y="473103"/>
                  </a:lnTo>
                  <a:lnTo>
                    <a:pt x="2871165" y="483807"/>
                  </a:lnTo>
                  <a:lnTo>
                    <a:pt x="2925090" y="493362"/>
                  </a:lnTo>
                  <a:lnTo>
                    <a:pt x="2982478" y="501875"/>
                  </a:lnTo>
                  <a:lnTo>
                    <a:pt x="3044264" y="509465"/>
                  </a:lnTo>
                  <a:lnTo>
                    <a:pt x="3111314" y="516250"/>
                  </a:lnTo>
                  <a:lnTo>
                    <a:pt x="3184323" y="522329"/>
                  </a:lnTo>
                  <a:lnTo>
                    <a:pt x="3263669" y="527783"/>
                  </a:lnTo>
                  <a:lnTo>
                    <a:pt x="3349232" y="532670"/>
                  </a:lnTo>
                  <a:lnTo>
                    <a:pt x="3440172" y="537025"/>
                  </a:lnTo>
                  <a:lnTo>
                    <a:pt x="3534723" y="540861"/>
                  </a:lnTo>
                  <a:lnTo>
                    <a:pt x="3630061" y="544173"/>
                  </a:lnTo>
                  <a:lnTo>
                    <a:pt x="3722374" y="546951"/>
                  </a:lnTo>
                  <a:lnTo>
                    <a:pt x="3807224" y="549183"/>
                  </a:lnTo>
                  <a:lnTo>
                    <a:pt x="3880228" y="550878"/>
                  </a:lnTo>
                  <a:lnTo>
                    <a:pt x="3937940" y="552069"/>
                  </a:lnTo>
                  <a:lnTo>
                    <a:pt x="3978687" y="552821"/>
                  </a:lnTo>
                  <a:lnTo>
                    <a:pt x="4003064" y="553226"/>
                  </a:lnTo>
                  <a:lnTo>
                    <a:pt x="4013983" y="553389"/>
                  </a:lnTo>
                  <a:lnTo>
                    <a:pt x="4016389" y="553422"/>
                  </a:lnTo>
                  <a:lnTo>
                    <a:pt x="4016409" y="553422"/>
                  </a:lnTo>
                  <a:lnTo>
                    <a:pt x="4538543" y="553422"/>
                  </a:lnTo>
                  <a:lnTo>
                    <a:pt x="4539812" y="553426"/>
                  </a:lnTo>
                  <a:lnTo>
                    <a:pt x="4548112" y="553451"/>
                  </a:lnTo>
                  <a:lnTo>
                    <a:pt x="4568861" y="553519"/>
                  </a:lnTo>
                  <a:lnTo>
                    <a:pt x="4605516" y="553653"/>
                  </a:lnTo>
                  <a:lnTo>
                    <a:pt x="4659253" y="553874"/>
                  </a:lnTo>
                  <a:lnTo>
                    <a:pt x="4728915" y="554194"/>
                  </a:lnTo>
                  <a:lnTo>
                    <a:pt x="4811408" y="554624"/>
                  </a:lnTo>
                  <a:lnTo>
                    <a:pt x="4902473" y="555165"/>
                  </a:lnTo>
                  <a:lnTo>
                    <a:pt x="4997593" y="555816"/>
                  </a:lnTo>
                  <a:lnTo>
                    <a:pt x="5092748" y="556575"/>
                  </a:lnTo>
                  <a:lnTo>
                    <a:pt x="5184854" y="557440"/>
                  </a:lnTo>
                  <a:lnTo>
                    <a:pt x="5271892" y="558412"/>
                  </a:lnTo>
                  <a:lnTo>
                    <a:pt x="5352821" y="559499"/>
                  </a:lnTo>
                  <a:lnTo>
                    <a:pt x="5427373" y="560711"/>
                  </a:lnTo>
                  <a:lnTo>
                    <a:pt x="5495829" y="562062"/>
                  </a:lnTo>
                  <a:lnTo>
                    <a:pt x="5558827" y="563574"/>
                  </a:lnTo>
                  <a:lnTo>
                    <a:pt x="5617209" y="565268"/>
                  </a:lnTo>
                  <a:lnTo>
                    <a:pt x="5671905" y="567171"/>
                  </a:lnTo>
                  <a:lnTo>
                    <a:pt x="5723849" y="569304"/>
                  </a:lnTo>
                  <a:lnTo>
                    <a:pt x="5773900" y="571684"/>
                  </a:lnTo>
                  <a:lnTo>
                    <a:pt x="5784835" y="572246"/>
                  </a:lnTo>
                  <a:lnTo>
                    <a:pt x="5839019" y="575253"/>
                  </a:lnTo>
                  <a:lnTo>
                    <a:pt x="5892681" y="578578"/>
                  </a:lnTo>
                  <a:lnTo>
                    <a:pt x="5946407" y="582225"/>
                  </a:lnTo>
                  <a:lnTo>
                    <a:pt x="6000587" y="586187"/>
                  </a:lnTo>
                  <a:lnTo>
                    <a:pt x="6055441" y="590443"/>
                  </a:lnTo>
                  <a:lnTo>
                    <a:pt x="6111043" y="594957"/>
                  </a:lnTo>
                  <a:lnTo>
                    <a:pt x="6167336" y="599682"/>
                  </a:lnTo>
                  <a:lnTo>
                    <a:pt x="6224159" y="604557"/>
                  </a:lnTo>
                  <a:lnTo>
                    <a:pt x="6281279" y="609511"/>
                  </a:lnTo>
                  <a:lnTo>
                    <a:pt x="6338421" y="614472"/>
                  </a:lnTo>
                  <a:lnTo>
                    <a:pt x="6395307" y="619363"/>
                  </a:lnTo>
                  <a:lnTo>
                    <a:pt x="6451694" y="624115"/>
                  </a:lnTo>
                  <a:lnTo>
                    <a:pt x="6507408" y="628666"/>
                  </a:lnTo>
                  <a:lnTo>
                    <a:pt x="6562377" y="632964"/>
                  </a:lnTo>
                  <a:lnTo>
                    <a:pt x="6616650" y="636973"/>
                  </a:lnTo>
                  <a:lnTo>
                    <a:pt x="6670425" y="640670"/>
                  </a:lnTo>
                  <a:lnTo>
                    <a:pt x="6724064" y="644044"/>
                  </a:lnTo>
                  <a:lnTo>
                    <a:pt x="6778121" y="647099"/>
                  </a:lnTo>
                  <a:lnTo>
                    <a:pt x="6786527" y="647542"/>
                  </a:lnTo>
                  <a:lnTo>
                    <a:pt x="6836258" y="649977"/>
                  </a:lnTo>
                  <a:lnTo>
                    <a:pt x="6887712" y="652164"/>
                  </a:lnTo>
                  <a:lnTo>
                    <a:pt x="6941718" y="654116"/>
                  </a:lnTo>
                  <a:lnTo>
                    <a:pt x="6999199" y="655854"/>
                  </a:lnTo>
                  <a:lnTo>
                    <a:pt x="7061094" y="657404"/>
                  </a:lnTo>
                  <a:lnTo>
                    <a:pt x="7128274" y="658790"/>
                  </a:lnTo>
                  <a:lnTo>
                    <a:pt x="7201431" y="660031"/>
                  </a:lnTo>
                  <a:lnTo>
                    <a:pt x="7280944" y="661144"/>
                  </a:lnTo>
                  <a:lnTo>
                    <a:pt x="7366685" y="662142"/>
                  </a:lnTo>
                  <a:lnTo>
                    <a:pt x="7457802" y="663030"/>
                  </a:lnTo>
                  <a:lnTo>
                    <a:pt x="7552508" y="663813"/>
                  </a:lnTo>
                  <a:lnTo>
                    <a:pt x="7647956" y="664488"/>
                  </a:lnTo>
                  <a:lnTo>
                    <a:pt x="7740304" y="665054"/>
                  </a:lnTo>
                  <a:lnTo>
                    <a:pt x="7825092" y="665508"/>
                  </a:lnTo>
                  <a:lnTo>
                    <a:pt x="7897927" y="665852"/>
                  </a:lnTo>
                  <a:lnTo>
                    <a:pt x="7955379" y="666094"/>
                  </a:lnTo>
                  <a:lnTo>
                    <a:pt x="7995811" y="666246"/>
                  </a:lnTo>
                  <a:lnTo>
                    <a:pt x="8019871" y="666327"/>
                  </a:lnTo>
                  <a:lnTo>
                    <a:pt x="8030532" y="666359"/>
                  </a:lnTo>
                  <a:lnTo>
                    <a:pt x="8032805" y="666366"/>
                  </a:lnTo>
                  <a:lnTo>
                    <a:pt x="8032819" y="666366"/>
                  </a:lnTo>
                  <a:lnTo>
                    <a:pt x="8554953" y="666366"/>
                  </a:lnTo>
                  <a:lnTo>
                    <a:pt x="8554953" y="666366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550" name="pl550"/>
            <p:cNvSpPr/>
            <p:nvPr/>
          </p:nvSpPr>
          <p:spPr>
            <a:xfrm>
              <a:off x="386606" y="1021777"/>
              <a:ext cx="8554953" cy="666366"/>
            </a:xfrm>
            <a:custGeom>
              <a:avLst/>
              <a:pathLst>
                <a:path w="8554953" h="666366">
                  <a:moveTo>
                    <a:pt x="8554953" y="666366"/>
                  </a:moveTo>
                  <a:lnTo>
                    <a:pt x="8032819" y="666366"/>
                  </a:lnTo>
                  <a:lnTo>
                    <a:pt x="8031549" y="666362"/>
                  </a:lnTo>
                  <a:lnTo>
                    <a:pt x="8023250" y="666337"/>
                  </a:lnTo>
                  <a:lnTo>
                    <a:pt x="8002501" y="666269"/>
                  </a:lnTo>
                  <a:lnTo>
                    <a:pt x="7965846" y="666135"/>
                  </a:lnTo>
                  <a:lnTo>
                    <a:pt x="7912109" y="665914"/>
                  </a:lnTo>
                  <a:lnTo>
                    <a:pt x="7842446" y="665594"/>
                  </a:lnTo>
                  <a:lnTo>
                    <a:pt x="7759954" y="665164"/>
                  </a:lnTo>
                  <a:lnTo>
                    <a:pt x="7668889" y="664623"/>
                  </a:lnTo>
                  <a:lnTo>
                    <a:pt x="7573768" y="663972"/>
                  </a:lnTo>
                  <a:lnTo>
                    <a:pt x="7478614" y="663213"/>
                  </a:lnTo>
                  <a:lnTo>
                    <a:pt x="7386508" y="662348"/>
                  </a:lnTo>
                  <a:lnTo>
                    <a:pt x="7299470" y="661376"/>
                  </a:lnTo>
                  <a:lnTo>
                    <a:pt x="7218541" y="660289"/>
                  </a:lnTo>
                  <a:lnTo>
                    <a:pt x="7143989" y="659077"/>
                  </a:lnTo>
                  <a:lnTo>
                    <a:pt x="7075533" y="657726"/>
                  </a:lnTo>
                  <a:lnTo>
                    <a:pt x="7012535" y="656214"/>
                  </a:lnTo>
                  <a:lnTo>
                    <a:pt x="6954153" y="654519"/>
                  </a:lnTo>
                  <a:lnTo>
                    <a:pt x="6899457" y="652617"/>
                  </a:lnTo>
                  <a:lnTo>
                    <a:pt x="6847513" y="650484"/>
                  </a:lnTo>
                  <a:lnTo>
                    <a:pt x="6797462" y="648104"/>
                  </a:lnTo>
                  <a:lnTo>
                    <a:pt x="6786527" y="647542"/>
                  </a:lnTo>
                  <a:lnTo>
                    <a:pt x="6732343" y="644535"/>
                  </a:lnTo>
                  <a:lnTo>
                    <a:pt x="6678681" y="641210"/>
                  </a:lnTo>
                  <a:lnTo>
                    <a:pt x="6624955" y="637563"/>
                  </a:lnTo>
                  <a:lnTo>
                    <a:pt x="6570775" y="633601"/>
                  </a:lnTo>
                  <a:lnTo>
                    <a:pt x="6515920" y="629345"/>
                  </a:lnTo>
                  <a:lnTo>
                    <a:pt x="6460319" y="624830"/>
                  </a:lnTo>
                  <a:lnTo>
                    <a:pt x="6404026" y="620106"/>
                  </a:lnTo>
                  <a:lnTo>
                    <a:pt x="6347203" y="615231"/>
                  </a:lnTo>
                  <a:lnTo>
                    <a:pt x="6290083" y="610277"/>
                  </a:lnTo>
                  <a:lnTo>
                    <a:pt x="6232941" y="605316"/>
                  </a:lnTo>
                  <a:lnTo>
                    <a:pt x="6176055" y="600425"/>
                  </a:lnTo>
                  <a:lnTo>
                    <a:pt x="6119668" y="595673"/>
                  </a:lnTo>
                  <a:lnTo>
                    <a:pt x="6063954" y="591122"/>
                  </a:lnTo>
                  <a:lnTo>
                    <a:pt x="6008985" y="586824"/>
                  </a:lnTo>
                  <a:lnTo>
                    <a:pt x="5954712" y="582815"/>
                  </a:lnTo>
                  <a:lnTo>
                    <a:pt x="5900937" y="579118"/>
                  </a:lnTo>
                  <a:lnTo>
                    <a:pt x="5847297" y="575744"/>
                  </a:lnTo>
                  <a:lnTo>
                    <a:pt x="5793241" y="572689"/>
                  </a:lnTo>
                  <a:lnTo>
                    <a:pt x="5784835" y="572246"/>
                  </a:lnTo>
                  <a:lnTo>
                    <a:pt x="5735104" y="569811"/>
                  </a:lnTo>
                  <a:lnTo>
                    <a:pt x="5683650" y="567624"/>
                  </a:lnTo>
                  <a:lnTo>
                    <a:pt x="5629644" y="565672"/>
                  </a:lnTo>
                  <a:lnTo>
                    <a:pt x="5572163" y="563934"/>
                  </a:lnTo>
                  <a:lnTo>
                    <a:pt x="5510268" y="562383"/>
                  </a:lnTo>
                  <a:lnTo>
                    <a:pt x="5443088" y="560998"/>
                  </a:lnTo>
                  <a:lnTo>
                    <a:pt x="5369931" y="559757"/>
                  </a:lnTo>
                  <a:lnTo>
                    <a:pt x="5290418" y="558644"/>
                  </a:lnTo>
                  <a:lnTo>
                    <a:pt x="5204677" y="557646"/>
                  </a:lnTo>
                  <a:lnTo>
                    <a:pt x="5113560" y="556758"/>
                  </a:lnTo>
                  <a:lnTo>
                    <a:pt x="5018854" y="555975"/>
                  </a:lnTo>
                  <a:lnTo>
                    <a:pt x="4923406" y="555300"/>
                  </a:lnTo>
                  <a:lnTo>
                    <a:pt x="4831058" y="554734"/>
                  </a:lnTo>
                  <a:lnTo>
                    <a:pt x="4746270" y="554280"/>
                  </a:lnTo>
                  <a:lnTo>
                    <a:pt x="4673435" y="553936"/>
                  </a:lnTo>
                  <a:lnTo>
                    <a:pt x="4615982" y="553694"/>
                  </a:lnTo>
                  <a:lnTo>
                    <a:pt x="4575551" y="553542"/>
                  </a:lnTo>
                  <a:lnTo>
                    <a:pt x="4551491" y="553461"/>
                  </a:lnTo>
                  <a:lnTo>
                    <a:pt x="4540830" y="553429"/>
                  </a:lnTo>
                  <a:lnTo>
                    <a:pt x="4538557" y="553422"/>
                  </a:lnTo>
                  <a:lnTo>
                    <a:pt x="4538543" y="553422"/>
                  </a:lnTo>
                  <a:lnTo>
                    <a:pt x="4016409" y="553422"/>
                  </a:lnTo>
                  <a:lnTo>
                    <a:pt x="4015144" y="553405"/>
                  </a:lnTo>
                  <a:lnTo>
                    <a:pt x="4006876" y="553284"/>
                  </a:lnTo>
                  <a:lnTo>
                    <a:pt x="3986202" y="552950"/>
                  </a:lnTo>
                  <a:lnTo>
                    <a:pt x="3949673" y="552294"/>
                  </a:lnTo>
                  <a:lnTo>
                    <a:pt x="3896105" y="551219"/>
                  </a:lnTo>
                  <a:lnTo>
                    <a:pt x="3826638" y="549654"/>
                  </a:lnTo>
                  <a:lnTo>
                    <a:pt x="3744345" y="547557"/>
                  </a:lnTo>
                  <a:lnTo>
                    <a:pt x="3653461" y="544914"/>
                  </a:lnTo>
                  <a:lnTo>
                    <a:pt x="3558485" y="541734"/>
                  </a:lnTo>
                  <a:lnTo>
                    <a:pt x="3463434" y="538027"/>
                  </a:lnTo>
                  <a:lnTo>
                    <a:pt x="3371391" y="533802"/>
                  </a:lnTo>
                  <a:lnTo>
                    <a:pt x="3284380" y="529049"/>
                  </a:lnTo>
                  <a:lnTo>
                    <a:pt x="3203453" y="523741"/>
                  </a:lnTo>
                  <a:lnTo>
                    <a:pt x="3128888" y="517824"/>
                  </a:lnTo>
                  <a:lnTo>
                    <a:pt x="3060411" y="511223"/>
                  </a:lnTo>
                  <a:lnTo>
                    <a:pt x="2997393" y="503843"/>
                  </a:lnTo>
                  <a:lnTo>
                    <a:pt x="2938998" y="495571"/>
                  </a:lnTo>
                  <a:lnTo>
                    <a:pt x="2884300" y="486287"/>
                  </a:lnTo>
                  <a:lnTo>
                    <a:pt x="2832367" y="475877"/>
                  </a:lnTo>
                  <a:lnTo>
                    <a:pt x="2782344" y="464262"/>
                  </a:lnTo>
                  <a:lnTo>
                    <a:pt x="2770117" y="461185"/>
                  </a:lnTo>
                  <a:lnTo>
                    <a:pt x="2717545" y="446916"/>
                  </a:lnTo>
                  <a:lnTo>
                    <a:pt x="2665481" y="431181"/>
                  </a:lnTo>
                  <a:lnTo>
                    <a:pt x="2613385" y="413959"/>
                  </a:lnTo>
                  <a:lnTo>
                    <a:pt x="2560886" y="395279"/>
                  </a:lnTo>
                  <a:lnTo>
                    <a:pt x="2507769" y="375229"/>
                  </a:lnTo>
                  <a:lnTo>
                    <a:pt x="2453951" y="353957"/>
                  </a:lnTo>
                  <a:lnTo>
                    <a:pt x="2399464" y="331672"/>
                  </a:lnTo>
                  <a:lnTo>
                    <a:pt x="2344439" y="308633"/>
                  </a:lnTo>
                  <a:lnTo>
                    <a:pt x="2289078" y="285145"/>
                  </a:lnTo>
                  <a:lnTo>
                    <a:pt x="2233624" y="261537"/>
                  </a:lnTo>
                  <a:lnTo>
                    <a:pt x="2178335" y="238145"/>
                  </a:lnTo>
                  <a:lnTo>
                    <a:pt x="2123446" y="215293"/>
                  </a:lnTo>
                  <a:lnTo>
                    <a:pt x="2069141" y="193272"/>
                  </a:lnTo>
                  <a:lnTo>
                    <a:pt x="2015524" y="172331"/>
                  </a:lnTo>
                  <a:lnTo>
                    <a:pt x="1962598" y="152660"/>
                  </a:lnTo>
                  <a:lnTo>
                    <a:pt x="1910242" y="134391"/>
                  </a:lnTo>
                  <a:lnTo>
                    <a:pt x="1858200" y="117592"/>
                  </a:lnTo>
                  <a:lnTo>
                    <a:pt x="1806055" y="102280"/>
                  </a:lnTo>
                  <a:lnTo>
                    <a:pt x="1768425" y="92237"/>
                  </a:lnTo>
                  <a:lnTo>
                    <a:pt x="1718760" y="80318"/>
                  </a:lnTo>
                  <a:lnTo>
                    <a:pt x="1667377" y="69614"/>
                  </a:lnTo>
                  <a:lnTo>
                    <a:pt x="1613452" y="60060"/>
                  </a:lnTo>
                  <a:lnTo>
                    <a:pt x="1556064" y="51547"/>
                  </a:lnTo>
                  <a:lnTo>
                    <a:pt x="1494279" y="43956"/>
                  </a:lnTo>
                  <a:lnTo>
                    <a:pt x="1427228" y="37172"/>
                  </a:lnTo>
                  <a:lnTo>
                    <a:pt x="1354219" y="31093"/>
                  </a:lnTo>
                  <a:lnTo>
                    <a:pt x="1274873" y="25639"/>
                  </a:lnTo>
                  <a:lnTo>
                    <a:pt x="1189310" y="20752"/>
                  </a:lnTo>
                  <a:lnTo>
                    <a:pt x="1098370" y="16397"/>
                  </a:lnTo>
                  <a:lnTo>
                    <a:pt x="1003819" y="12561"/>
                  </a:lnTo>
                  <a:lnTo>
                    <a:pt x="908481" y="9248"/>
                  </a:lnTo>
                  <a:lnTo>
                    <a:pt x="816168" y="6471"/>
                  </a:lnTo>
                  <a:lnTo>
                    <a:pt x="731318" y="4239"/>
                  </a:lnTo>
                  <a:lnTo>
                    <a:pt x="658315" y="2544"/>
                  </a:lnTo>
                  <a:lnTo>
                    <a:pt x="600602" y="1353"/>
                  </a:lnTo>
                  <a:lnTo>
                    <a:pt x="559855" y="601"/>
                  </a:lnTo>
                  <a:lnTo>
                    <a:pt x="535478" y="196"/>
                  </a:lnTo>
                  <a:lnTo>
                    <a:pt x="524559" y="33"/>
                  </a:lnTo>
                  <a:lnTo>
                    <a:pt x="522153" y="0"/>
                  </a:lnTo>
                  <a:lnTo>
                    <a:pt x="522133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551" name="pg551"/>
            <p:cNvSpPr/>
            <p:nvPr/>
          </p:nvSpPr>
          <p:spPr>
            <a:xfrm>
              <a:off x="386606" y="1027424"/>
              <a:ext cx="8554953" cy="852722"/>
            </a:xfrm>
            <a:custGeom>
              <a:avLst/>
              <a:pathLst>
                <a:path w="8554953" h="852722">
                  <a:moveTo>
                    <a:pt x="0" y="11294"/>
                  </a:moveTo>
                  <a:lnTo>
                    <a:pt x="522133" y="11294"/>
                  </a:lnTo>
                  <a:lnTo>
                    <a:pt x="523398" y="11311"/>
                  </a:lnTo>
                  <a:lnTo>
                    <a:pt x="531666" y="11433"/>
                  </a:lnTo>
                  <a:lnTo>
                    <a:pt x="552338" y="11771"/>
                  </a:lnTo>
                  <a:lnTo>
                    <a:pt x="588865" y="12434"/>
                  </a:lnTo>
                  <a:lnTo>
                    <a:pt x="642429" y="13519"/>
                  </a:lnTo>
                  <a:lnTo>
                    <a:pt x="711891" y="15100"/>
                  </a:lnTo>
                  <a:lnTo>
                    <a:pt x="794180" y="17219"/>
                  </a:lnTo>
                  <a:lnTo>
                    <a:pt x="885061" y="19888"/>
                  </a:lnTo>
                  <a:lnTo>
                    <a:pt x="980033" y="23101"/>
                  </a:lnTo>
                  <a:lnTo>
                    <a:pt x="1075082" y="26845"/>
                  </a:lnTo>
                  <a:lnTo>
                    <a:pt x="1167124" y="31113"/>
                  </a:lnTo>
                  <a:lnTo>
                    <a:pt x="1254134" y="35914"/>
                  </a:lnTo>
                  <a:lnTo>
                    <a:pt x="1335061" y="41276"/>
                  </a:lnTo>
                  <a:lnTo>
                    <a:pt x="1409626" y="47253"/>
                  </a:lnTo>
                  <a:lnTo>
                    <a:pt x="1478103" y="53920"/>
                  </a:lnTo>
                  <a:lnTo>
                    <a:pt x="1541122" y="61375"/>
                  </a:lnTo>
                  <a:lnTo>
                    <a:pt x="1599518" y="69731"/>
                  </a:lnTo>
                  <a:lnTo>
                    <a:pt x="1654216" y="79110"/>
                  </a:lnTo>
                  <a:lnTo>
                    <a:pt x="1706148" y="89625"/>
                  </a:lnTo>
                  <a:lnTo>
                    <a:pt x="1756171" y="101357"/>
                  </a:lnTo>
                  <a:lnTo>
                    <a:pt x="1768425" y="104472"/>
                  </a:lnTo>
                  <a:lnTo>
                    <a:pt x="1820966" y="118877"/>
                  </a:lnTo>
                  <a:lnTo>
                    <a:pt x="1872997" y="134762"/>
                  </a:lnTo>
                  <a:lnTo>
                    <a:pt x="1925062" y="152147"/>
                  </a:lnTo>
                  <a:lnTo>
                    <a:pt x="1977527" y="171003"/>
                  </a:lnTo>
                  <a:lnTo>
                    <a:pt x="2030609" y="191242"/>
                  </a:lnTo>
                  <a:lnTo>
                    <a:pt x="2084393" y="212714"/>
                  </a:lnTo>
                  <a:lnTo>
                    <a:pt x="2138843" y="235209"/>
                  </a:lnTo>
                  <a:lnTo>
                    <a:pt x="2193833" y="258465"/>
                  </a:lnTo>
                  <a:lnTo>
                    <a:pt x="2249159" y="282177"/>
                  </a:lnTo>
                  <a:lnTo>
                    <a:pt x="2304579" y="306012"/>
                  </a:lnTo>
                  <a:lnTo>
                    <a:pt x="2359837" y="329630"/>
                  </a:lnTo>
                  <a:lnTo>
                    <a:pt x="2414696" y="352707"/>
                  </a:lnTo>
                  <a:lnTo>
                    <a:pt x="2468972" y="374946"/>
                  </a:lnTo>
                  <a:lnTo>
                    <a:pt x="2522562" y="396098"/>
                  </a:lnTo>
                  <a:lnTo>
                    <a:pt x="2575462" y="415969"/>
                  </a:lnTo>
                  <a:lnTo>
                    <a:pt x="2627790" y="434428"/>
                  </a:lnTo>
                  <a:lnTo>
                    <a:pt x="2679801" y="451402"/>
                  </a:lnTo>
                  <a:lnTo>
                    <a:pt x="2731911" y="466877"/>
                  </a:lnTo>
                  <a:lnTo>
                    <a:pt x="2770117" y="477185"/>
                  </a:lnTo>
                  <a:lnTo>
                    <a:pt x="2819781" y="489225"/>
                  </a:lnTo>
                  <a:lnTo>
                    <a:pt x="2871162" y="500038"/>
                  </a:lnTo>
                  <a:lnTo>
                    <a:pt x="2925085" y="509690"/>
                  </a:lnTo>
                  <a:lnTo>
                    <a:pt x="2982471" y="518289"/>
                  </a:lnTo>
                  <a:lnTo>
                    <a:pt x="3044255" y="525957"/>
                  </a:lnTo>
                  <a:lnTo>
                    <a:pt x="3111302" y="532811"/>
                  </a:lnTo>
                  <a:lnTo>
                    <a:pt x="3184308" y="538952"/>
                  </a:lnTo>
                  <a:lnTo>
                    <a:pt x="3263651" y="544462"/>
                  </a:lnTo>
                  <a:lnTo>
                    <a:pt x="3349210" y="549399"/>
                  </a:lnTo>
                  <a:lnTo>
                    <a:pt x="3440146" y="553798"/>
                  </a:lnTo>
                  <a:lnTo>
                    <a:pt x="3534693" y="557673"/>
                  </a:lnTo>
                  <a:lnTo>
                    <a:pt x="3630029" y="561019"/>
                  </a:lnTo>
                  <a:lnTo>
                    <a:pt x="3722342" y="563825"/>
                  </a:lnTo>
                  <a:lnTo>
                    <a:pt x="3807193" y="566081"/>
                  </a:lnTo>
                  <a:lnTo>
                    <a:pt x="3880200" y="567793"/>
                  </a:lnTo>
                  <a:lnTo>
                    <a:pt x="3937918" y="568996"/>
                  </a:lnTo>
                  <a:lnTo>
                    <a:pt x="3978672" y="569756"/>
                  </a:lnTo>
                  <a:lnTo>
                    <a:pt x="4003056" y="570165"/>
                  </a:lnTo>
                  <a:lnTo>
                    <a:pt x="4013980" y="570330"/>
                  </a:lnTo>
                  <a:lnTo>
                    <a:pt x="4016409" y="570364"/>
                  </a:lnTo>
                  <a:lnTo>
                    <a:pt x="4538543" y="570364"/>
                  </a:lnTo>
                  <a:lnTo>
                    <a:pt x="4539811" y="570372"/>
                  </a:lnTo>
                  <a:lnTo>
                    <a:pt x="4548104" y="570434"/>
                  </a:lnTo>
                  <a:lnTo>
                    <a:pt x="4568836" y="570605"/>
                  </a:lnTo>
                  <a:lnTo>
                    <a:pt x="4605462" y="570941"/>
                  </a:lnTo>
                  <a:lnTo>
                    <a:pt x="4659160" y="571491"/>
                  </a:lnTo>
                  <a:lnTo>
                    <a:pt x="4728778" y="572292"/>
                  </a:lnTo>
                  <a:lnTo>
                    <a:pt x="4811225" y="573365"/>
                  </a:lnTo>
                  <a:lnTo>
                    <a:pt x="4902248" y="574717"/>
                  </a:lnTo>
                  <a:lnTo>
                    <a:pt x="4997336" y="576343"/>
                  </a:lnTo>
                  <a:lnTo>
                    <a:pt x="5092467" y="578239"/>
                  </a:lnTo>
                  <a:lnTo>
                    <a:pt x="5184558" y="580400"/>
                  </a:lnTo>
                  <a:lnTo>
                    <a:pt x="5271590" y="582830"/>
                  </a:lnTo>
                  <a:lnTo>
                    <a:pt x="5352519" y="585545"/>
                  </a:lnTo>
                  <a:lnTo>
                    <a:pt x="5427074" y="588571"/>
                  </a:lnTo>
                  <a:lnTo>
                    <a:pt x="5495534" y="591948"/>
                  </a:lnTo>
                  <a:lnTo>
                    <a:pt x="5558537" y="595724"/>
                  </a:lnTo>
                  <a:lnTo>
                    <a:pt x="5616922" y="599956"/>
                  </a:lnTo>
                  <a:lnTo>
                    <a:pt x="5671618" y="604708"/>
                  </a:lnTo>
                  <a:lnTo>
                    <a:pt x="5723560" y="610036"/>
                  </a:lnTo>
                  <a:lnTo>
                    <a:pt x="5773604" y="615980"/>
                  </a:lnTo>
                  <a:lnTo>
                    <a:pt x="5784835" y="617424"/>
                  </a:lnTo>
                  <a:lnTo>
                    <a:pt x="5838629" y="624883"/>
                  </a:lnTo>
                  <a:lnTo>
                    <a:pt x="5891904" y="633126"/>
                  </a:lnTo>
                  <a:lnTo>
                    <a:pt x="5945236" y="642164"/>
                  </a:lnTo>
                  <a:lnTo>
                    <a:pt x="5999009" y="651978"/>
                  </a:lnTo>
                  <a:lnTo>
                    <a:pt x="6053442" y="662518"/>
                  </a:lnTo>
                  <a:lnTo>
                    <a:pt x="6108612" y="673700"/>
                  </a:lnTo>
                  <a:lnTo>
                    <a:pt x="6164468" y="685405"/>
                  </a:lnTo>
                  <a:lnTo>
                    <a:pt x="6220857" y="697487"/>
                  </a:lnTo>
                  <a:lnTo>
                    <a:pt x="6277553" y="709777"/>
                  </a:lnTo>
                  <a:lnTo>
                    <a:pt x="6334289" y="722093"/>
                  </a:lnTo>
                  <a:lnTo>
                    <a:pt x="6390791" y="734253"/>
                  </a:lnTo>
                  <a:lnTo>
                    <a:pt x="6446819" y="746082"/>
                  </a:lnTo>
                  <a:lnTo>
                    <a:pt x="6502195" y="757427"/>
                  </a:lnTo>
                  <a:lnTo>
                    <a:pt x="6556838" y="768161"/>
                  </a:lnTo>
                  <a:lnTo>
                    <a:pt x="6610784" y="778189"/>
                  </a:lnTo>
                  <a:lnTo>
                    <a:pt x="6664210" y="787453"/>
                  </a:lnTo>
                  <a:lnTo>
                    <a:pt x="6717452" y="795924"/>
                  </a:lnTo>
                  <a:lnTo>
                    <a:pt x="6771026" y="803605"/>
                  </a:lnTo>
                  <a:lnTo>
                    <a:pt x="6786527" y="805663"/>
                  </a:lnTo>
                  <a:lnTo>
                    <a:pt x="6836243" y="811749"/>
                  </a:lnTo>
                  <a:lnTo>
                    <a:pt x="6887681" y="817215"/>
                  </a:lnTo>
                  <a:lnTo>
                    <a:pt x="6941668" y="822093"/>
                  </a:lnTo>
                  <a:lnTo>
                    <a:pt x="6999128" y="826439"/>
                  </a:lnTo>
                  <a:lnTo>
                    <a:pt x="7060998" y="830314"/>
                  </a:lnTo>
                  <a:lnTo>
                    <a:pt x="7128148" y="833777"/>
                  </a:lnTo>
                  <a:lnTo>
                    <a:pt x="7201271" y="836879"/>
                  </a:lnTo>
                  <a:lnTo>
                    <a:pt x="7280746" y="839662"/>
                  </a:lnTo>
                  <a:lnTo>
                    <a:pt x="7366446" y="842156"/>
                  </a:lnTo>
                  <a:lnTo>
                    <a:pt x="7457523" y="844377"/>
                  </a:lnTo>
                  <a:lnTo>
                    <a:pt x="7552194" y="846334"/>
                  </a:lnTo>
                  <a:lnTo>
                    <a:pt x="7647616" y="848022"/>
                  </a:lnTo>
                  <a:lnTo>
                    <a:pt x="7739956" y="849437"/>
                  </a:lnTo>
                  <a:lnTo>
                    <a:pt x="7824759" y="850574"/>
                  </a:lnTo>
                  <a:lnTo>
                    <a:pt x="7897633" y="851435"/>
                  </a:lnTo>
                  <a:lnTo>
                    <a:pt x="7955145" y="852040"/>
                  </a:lnTo>
                  <a:lnTo>
                    <a:pt x="7995648" y="852421"/>
                  </a:lnTo>
                  <a:lnTo>
                    <a:pt x="8019781" y="852624"/>
                  </a:lnTo>
                  <a:lnTo>
                    <a:pt x="8030500" y="852706"/>
                  </a:lnTo>
                  <a:lnTo>
                    <a:pt x="8032819" y="852722"/>
                  </a:lnTo>
                  <a:lnTo>
                    <a:pt x="8554953" y="852722"/>
                  </a:lnTo>
                  <a:lnTo>
                    <a:pt x="8554953" y="841428"/>
                  </a:lnTo>
                  <a:lnTo>
                    <a:pt x="8032819" y="841428"/>
                  </a:lnTo>
                  <a:lnTo>
                    <a:pt x="8031551" y="841419"/>
                  </a:lnTo>
                  <a:lnTo>
                    <a:pt x="8023258" y="841357"/>
                  </a:lnTo>
                  <a:lnTo>
                    <a:pt x="8002526" y="841186"/>
                  </a:lnTo>
                  <a:lnTo>
                    <a:pt x="7965900" y="840851"/>
                  </a:lnTo>
                  <a:lnTo>
                    <a:pt x="7912202" y="840301"/>
                  </a:lnTo>
                  <a:lnTo>
                    <a:pt x="7842584" y="839500"/>
                  </a:lnTo>
                  <a:lnTo>
                    <a:pt x="7760137" y="838427"/>
                  </a:lnTo>
                  <a:lnTo>
                    <a:pt x="7669114" y="837075"/>
                  </a:lnTo>
                  <a:lnTo>
                    <a:pt x="7574026" y="835448"/>
                  </a:lnTo>
                  <a:lnTo>
                    <a:pt x="7478895" y="833553"/>
                  </a:lnTo>
                  <a:lnTo>
                    <a:pt x="7386804" y="831392"/>
                  </a:lnTo>
                  <a:lnTo>
                    <a:pt x="7299772" y="828962"/>
                  </a:lnTo>
                  <a:lnTo>
                    <a:pt x="7218843" y="826247"/>
                  </a:lnTo>
                  <a:lnTo>
                    <a:pt x="7144288" y="823220"/>
                  </a:lnTo>
                  <a:lnTo>
                    <a:pt x="7075828" y="819844"/>
                  </a:lnTo>
                  <a:lnTo>
                    <a:pt x="7012825" y="816068"/>
                  </a:lnTo>
                  <a:lnTo>
                    <a:pt x="6954440" y="811835"/>
                  </a:lnTo>
                  <a:lnTo>
                    <a:pt x="6899744" y="807084"/>
                  </a:lnTo>
                  <a:lnTo>
                    <a:pt x="6847802" y="801756"/>
                  </a:lnTo>
                  <a:lnTo>
                    <a:pt x="6797758" y="795812"/>
                  </a:lnTo>
                  <a:lnTo>
                    <a:pt x="6786527" y="794368"/>
                  </a:lnTo>
                  <a:lnTo>
                    <a:pt x="6732733" y="786909"/>
                  </a:lnTo>
                  <a:lnTo>
                    <a:pt x="6679458" y="778666"/>
                  </a:lnTo>
                  <a:lnTo>
                    <a:pt x="6626126" y="769628"/>
                  </a:lnTo>
                  <a:lnTo>
                    <a:pt x="6572353" y="759814"/>
                  </a:lnTo>
                  <a:lnTo>
                    <a:pt x="6517920" y="749274"/>
                  </a:lnTo>
                  <a:lnTo>
                    <a:pt x="6462750" y="738092"/>
                  </a:lnTo>
                  <a:lnTo>
                    <a:pt x="6406894" y="726387"/>
                  </a:lnTo>
                  <a:lnTo>
                    <a:pt x="6350505" y="714305"/>
                  </a:lnTo>
                  <a:lnTo>
                    <a:pt x="6293809" y="702015"/>
                  </a:lnTo>
                  <a:lnTo>
                    <a:pt x="6237073" y="689699"/>
                  </a:lnTo>
                  <a:lnTo>
                    <a:pt x="6180571" y="677539"/>
                  </a:lnTo>
                  <a:lnTo>
                    <a:pt x="6124543" y="665710"/>
                  </a:lnTo>
                  <a:lnTo>
                    <a:pt x="6069167" y="654365"/>
                  </a:lnTo>
                  <a:lnTo>
                    <a:pt x="6014524" y="643631"/>
                  </a:lnTo>
                  <a:lnTo>
                    <a:pt x="5960578" y="633602"/>
                  </a:lnTo>
                  <a:lnTo>
                    <a:pt x="5907152" y="624339"/>
                  </a:lnTo>
                  <a:lnTo>
                    <a:pt x="5853910" y="615868"/>
                  </a:lnTo>
                  <a:lnTo>
                    <a:pt x="5800336" y="608187"/>
                  </a:lnTo>
                  <a:lnTo>
                    <a:pt x="5784835" y="606129"/>
                  </a:lnTo>
                  <a:lnTo>
                    <a:pt x="5735119" y="600043"/>
                  </a:lnTo>
                  <a:lnTo>
                    <a:pt x="5683681" y="594577"/>
                  </a:lnTo>
                  <a:lnTo>
                    <a:pt x="5629694" y="589699"/>
                  </a:lnTo>
                  <a:lnTo>
                    <a:pt x="5572234" y="585353"/>
                  </a:lnTo>
                  <a:lnTo>
                    <a:pt x="5510364" y="581478"/>
                  </a:lnTo>
                  <a:lnTo>
                    <a:pt x="5443214" y="578015"/>
                  </a:lnTo>
                  <a:lnTo>
                    <a:pt x="5370091" y="574913"/>
                  </a:lnTo>
                  <a:lnTo>
                    <a:pt x="5290616" y="572129"/>
                  </a:lnTo>
                  <a:lnTo>
                    <a:pt x="5204916" y="569636"/>
                  </a:lnTo>
                  <a:lnTo>
                    <a:pt x="5113839" y="567414"/>
                  </a:lnTo>
                  <a:lnTo>
                    <a:pt x="5019168" y="565458"/>
                  </a:lnTo>
                  <a:lnTo>
                    <a:pt x="4923746" y="563769"/>
                  </a:lnTo>
                  <a:lnTo>
                    <a:pt x="4831405" y="562355"/>
                  </a:lnTo>
                  <a:lnTo>
                    <a:pt x="4746603" y="561218"/>
                  </a:lnTo>
                  <a:lnTo>
                    <a:pt x="4673729" y="560356"/>
                  </a:lnTo>
                  <a:lnTo>
                    <a:pt x="4616217" y="559752"/>
                  </a:lnTo>
                  <a:lnTo>
                    <a:pt x="4575714" y="559371"/>
                  </a:lnTo>
                  <a:lnTo>
                    <a:pt x="4551581" y="559167"/>
                  </a:lnTo>
                  <a:lnTo>
                    <a:pt x="4540861" y="559086"/>
                  </a:lnTo>
                  <a:lnTo>
                    <a:pt x="4538543" y="559069"/>
                  </a:lnTo>
                  <a:lnTo>
                    <a:pt x="4016409" y="559069"/>
                  </a:lnTo>
                  <a:lnTo>
                    <a:pt x="4015145" y="559052"/>
                  </a:lnTo>
                  <a:lnTo>
                    <a:pt x="4006877" y="558930"/>
                  </a:lnTo>
                  <a:lnTo>
                    <a:pt x="3986204" y="558593"/>
                  </a:lnTo>
                  <a:lnTo>
                    <a:pt x="3949678" y="557930"/>
                  </a:lnTo>
                  <a:lnTo>
                    <a:pt x="3896114" y="556844"/>
                  </a:lnTo>
                  <a:lnTo>
                    <a:pt x="3826651" y="555263"/>
                  </a:lnTo>
                  <a:lnTo>
                    <a:pt x="3744362" y="553144"/>
                  </a:lnTo>
                  <a:lnTo>
                    <a:pt x="3653481" y="550475"/>
                  </a:lnTo>
                  <a:lnTo>
                    <a:pt x="3558509" y="547262"/>
                  </a:lnTo>
                  <a:lnTo>
                    <a:pt x="3463460" y="543518"/>
                  </a:lnTo>
                  <a:lnTo>
                    <a:pt x="3371419" y="539250"/>
                  </a:lnTo>
                  <a:lnTo>
                    <a:pt x="3284408" y="534450"/>
                  </a:lnTo>
                  <a:lnTo>
                    <a:pt x="3203481" y="529087"/>
                  </a:lnTo>
                  <a:lnTo>
                    <a:pt x="3128916" y="523110"/>
                  </a:lnTo>
                  <a:lnTo>
                    <a:pt x="3060439" y="516443"/>
                  </a:lnTo>
                  <a:lnTo>
                    <a:pt x="2997420" y="508988"/>
                  </a:lnTo>
                  <a:lnTo>
                    <a:pt x="2939025" y="500632"/>
                  </a:lnTo>
                  <a:lnTo>
                    <a:pt x="2884326" y="491254"/>
                  </a:lnTo>
                  <a:lnTo>
                    <a:pt x="2832394" y="480738"/>
                  </a:lnTo>
                  <a:lnTo>
                    <a:pt x="2782371" y="469007"/>
                  </a:lnTo>
                  <a:lnTo>
                    <a:pt x="2770117" y="465891"/>
                  </a:lnTo>
                  <a:lnTo>
                    <a:pt x="2717577" y="451486"/>
                  </a:lnTo>
                  <a:lnTo>
                    <a:pt x="2665545" y="435601"/>
                  </a:lnTo>
                  <a:lnTo>
                    <a:pt x="2613481" y="418216"/>
                  </a:lnTo>
                  <a:lnTo>
                    <a:pt x="2561015" y="399360"/>
                  </a:lnTo>
                  <a:lnTo>
                    <a:pt x="2507933" y="379121"/>
                  </a:lnTo>
                  <a:lnTo>
                    <a:pt x="2454150" y="357650"/>
                  </a:lnTo>
                  <a:lnTo>
                    <a:pt x="2399699" y="335154"/>
                  </a:lnTo>
                  <a:lnTo>
                    <a:pt x="2344710" y="311898"/>
                  </a:lnTo>
                  <a:lnTo>
                    <a:pt x="2289383" y="288186"/>
                  </a:lnTo>
                  <a:lnTo>
                    <a:pt x="2233963" y="264352"/>
                  </a:lnTo>
                  <a:lnTo>
                    <a:pt x="2178705" y="240733"/>
                  </a:lnTo>
                  <a:lnTo>
                    <a:pt x="2123846" y="217656"/>
                  </a:lnTo>
                  <a:lnTo>
                    <a:pt x="2069570" y="195418"/>
                  </a:lnTo>
                  <a:lnTo>
                    <a:pt x="2015980" y="174266"/>
                  </a:lnTo>
                  <a:lnTo>
                    <a:pt x="1963080" y="154394"/>
                  </a:lnTo>
                  <a:lnTo>
                    <a:pt x="1910753" y="135935"/>
                  </a:lnTo>
                  <a:lnTo>
                    <a:pt x="1858741" y="118961"/>
                  </a:lnTo>
                  <a:lnTo>
                    <a:pt x="1806632" y="103486"/>
                  </a:lnTo>
                  <a:lnTo>
                    <a:pt x="1768425" y="93178"/>
                  </a:lnTo>
                  <a:lnTo>
                    <a:pt x="1718761" y="81138"/>
                  </a:lnTo>
                  <a:lnTo>
                    <a:pt x="1667380" y="70325"/>
                  </a:lnTo>
                  <a:lnTo>
                    <a:pt x="1613457" y="60673"/>
                  </a:lnTo>
                  <a:lnTo>
                    <a:pt x="1556071" y="52074"/>
                  </a:lnTo>
                  <a:lnTo>
                    <a:pt x="1494288" y="44406"/>
                  </a:lnTo>
                  <a:lnTo>
                    <a:pt x="1427240" y="37552"/>
                  </a:lnTo>
                  <a:lnTo>
                    <a:pt x="1354234" y="31411"/>
                  </a:lnTo>
                  <a:lnTo>
                    <a:pt x="1274891" y="25901"/>
                  </a:lnTo>
                  <a:lnTo>
                    <a:pt x="1189332" y="20964"/>
                  </a:lnTo>
                  <a:lnTo>
                    <a:pt x="1098396" y="16565"/>
                  </a:lnTo>
                  <a:lnTo>
                    <a:pt x="1003849" y="12690"/>
                  </a:lnTo>
                  <a:lnTo>
                    <a:pt x="908513" y="9344"/>
                  </a:lnTo>
                  <a:lnTo>
                    <a:pt x="816200" y="6538"/>
                  </a:lnTo>
                  <a:lnTo>
                    <a:pt x="731349" y="4283"/>
                  </a:lnTo>
                  <a:lnTo>
                    <a:pt x="658342" y="2570"/>
                  </a:lnTo>
                  <a:lnTo>
                    <a:pt x="600624" y="1367"/>
                  </a:lnTo>
                  <a:lnTo>
                    <a:pt x="559870" y="607"/>
                  </a:lnTo>
                  <a:lnTo>
                    <a:pt x="535486" y="198"/>
                  </a:lnTo>
                  <a:lnTo>
                    <a:pt x="524562" y="33"/>
                  </a:lnTo>
                  <a:lnTo>
                    <a:pt x="5221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552" name="pl552"/>
            <p:cNvSpPr/>
            <p:nvPr/>
          </p:nvSpPr>
          <p:spPr>
            <a:xfrm>
              <a:off x="386606" y="1038718"/>
              <a:ext cx="8554953" cy="841428"/>
            </a:xfrm>
            <a:custGeom>
              <a:avLst/>
              <a:pathLst>
                <a:path w="8554953" h="841428">
                  <a:moveTo>
                    <a:pt x="0" y="0"/>
                  </a:moveTo>
                  <a:lnTo>
                    <a:pt x="522133" y="0"/>
                  </a:lnTo>
                  <a:lnTo>
                    <a:pt x="523398" y="17"/>
                  </a:lnTo>
                  <a:lnTo>
                    <a:pt x="531666" y="139"/>
                  </a:lnTo>
                  <a:lnTo>
                    <a:pt x="552338" y="476"/>
                  </a:lnTo>
                  <a:lnTo>
                    <a:pt x="588865" y="1139"/>
                  </a:lnTo>
                  <a:lnTo>
                    <a:pt x="642429" y="2225"/>
                  </a:lnTo>
                  <a:lnTo>
                    <a:pt x="711891" y="3806"/>
                  </a:lnTo>
                  <a:lnTo>
                    <a:pt x="794180" y="5924"/>
                  </a:lnTo>
                  <a:lnTo>
                    <a:pt x="885061" y="8594"/>
                  </a:lnTo>
                  <a:lnTo>
                    <a:pt x="980033" y="11807"/>
                  </a:lnTo>
                  <a:lnTo>
                    <a:pt x="1075082" y="15551"/>
                  </a:lnTo>
                  <a:lnTo>
                    <a:pt x="1167124" y="19819"/>
                  </a:lnTo>
                  <a:lnTo>
                    <a:pt x="1254134" y="24619"/>
                  </a:lnTo>
                  <a:lnTo>
                    <a:pt x="1335061" y="29982"/>
                  </a:lnTo>
                  <a:lnTo>
                    <a:pt x="1409626" y="35959"/>
                  </a:lnTo>
                  <a:lnTo>
                    <a:pt x="1478103" y="42626"/>
                  </a:lnTo>
                  <a:lnTo>
                    <a:pt x="1541122" y="50081"/>
                  </a:lnTo>
                  <a:lnTo>
                    <a:pt x="1599518" y="58437"/>
                  </a:lnTo>
                  <a:lnTo>
                    <a:pt x="1654216" y="67815"/>
                  </a:lnTo>
                  <a:lnTo>
                    <a:pt x="1706148" y="78331"/>
                  </a:lnTo>
                  <a:lnTo>
                    <a:pt x="1756171" y="90062"/>
                  </a:lnTo>
                  <a:lnTo>
                    <a:pt x="1768425" y="93178"/>
                  </a:lnTo>
                  <a:lnTo>
                    <a:pt x="1820966" y="107583"/>
                  </a:lnTo>
                  <a:lnTo>
                    <a:pt x="1872997" y="123468"/>
                  </a:lnTo>
                  <a:lnTo>
                    <a:pt x="1925062" y="140853"/>
                  </a:lnTo>
                  <a:lnTo>
                    <a:pt x="1977527" y="159709"/>
                  </a:lnTo>
                  <a:lnTo>
                    <a:pt x="2030609" y="179947"/>
                  </a:lnTo>
                  <a:lnTo>
                    <a:pt x="2084393" y="201419"/>
                  </a:lnTo>
                  <a:lnTo>
                    <a:pt x="2138843" y="223915"/>
                  </a:lnTo>
                  <a:lnTo>
                    <a:pt x="2193833" y="247171"/>
                  </a:lnTo>
                  <a:lnTo>
                    <a:pt x="2249159" y="270883"/>
                  </a:lnTo>
                  <a:lnTo>
                    <a:pt x="2304579" y="294717"/>
                  </a:lnTo>
                  <a:lnTo>
                    <a:pt x="2359837" y="318336"/>
                  </a:lnTo>
                  <a:lnTo>
                    <a:pt x="2414696" y="341413"/>
                  </a:lnTo>
                  <a:lnTo>
                    <a:pt x="2468972" y="363651"/>
                  </a:lnTo>
                  <a:lnTo>
                    <a:pt x="2522562" y="384803"/>
                  </a:lnTo>
                  <a:lnTo>
                    <a:pt x="2575462" y="404675"/>
                  </a:lnTo>
                  <a:lnTo>
                    <a:pt x="2627790" y="423134"/>
                  </a:lnTo>
                  <a:lnTo>
                    <a:pt x="2679801" y="440108"/>
                  </a:lnTo>
                  <a:lnTo>
                    <a:pt x="2731911" y="455583"/>
                  </a:lnTo>
                  <a:lnTo>
                    <a:pt x="2770117" y="465891"/>
                  </a:lnTo>
                  <a:lnTo>
                    <a:pt x="2819781" y="477931"/>
                  </a:lnTo>
                  <a:lnTo>
                    <a:pt x="2871162" y="488744"/>
                  </a:lnTo>
                  <a:lnTo>
                    <a:pt x="2925085" y="498396"/>
                  </a:lnTo>
                  <a:lnTo>
                    <a:pt x="2982471" y="506995"/>
                  </a:lnTo>
                  <a:lnTo>
                    <a:pt x="3044255" y="514663"/>
                  </a:lnTo>
                  <a:lnTo>
                    <a:pt x="3111302" y="521517"/>
                  </a:lnTo>
                  <a:lnTo>
                    <a:pt x="3184308" y="527658"/>
                  </a:lnTo>
                  <a:lnTo>
                    <a:pt x="3263651" y="533168"/>
                  </a:lnTo>
                  <a:lnTo>
                    <a:pt x="3349210" y="538104"/>
                  </a:lnTo>
                  <a:lnTo>
                    <a:pt x="3440146" y="542504"/>
                  </a:lnTo>
                  <a:lnTo>
                    <a:pt x="3534693" y="546379"/>
                  </a:lnTo>
                  <a:lnTo>
                    <a:pt x="3630029" y="549725"/>
                  </a:lnTo>
                  <a:lnTo>
                    <a:pt x="3722342" y="552531"/>
                  </a:lnTo>
                  <a:lnTo>
                    <a:pt x="3807193" y="554786"/>
                  </a:lnTo>
                  <a:lnTo>
                    <a:pt x="3880200" y="556499"/>
                  </a:lnTo>
                  <a:lnTo>
                    <a:pt x="3937918" y="557702"/>
                  </a:lnTo>
                  <a:lnTo>
                    <a:pt x="3978672" y="558462"/>
                  </a:lnTo>
                  <a:lnTo>
                    <a:pt x="4003056" y="558871"/>
                  </a:lnTo>
                  <a:lnTo>
                    <a:pt x="4013980" y="559036"/>
                  </a:lnTo>
                  <a:lnTo>
                    <a:pt x="4016389" y="559069"/>
                  </a:lnTo>
                  <a:lnTo>
                    <a:pt x="4016409" y="559069"/>
                  </a:lnTo>
                  <a:lnTo>
                    <a:pt x="4538543" y="559069"/>
                  </a:lnTo>
                  <a:lnTo>
                    <a:pt x="4539811" y="559078"/>
                  </a:lnTo>
                  <a:lnTo>
                    <a:pt x="4548104" y="559140"/>
                  </a:lnTo>
                  <a:lnTo>
                    <a:pt x="4568836" y="559311"/>
                  </a:lnTo>
                  <a:lnTo>
                    <a:pt x="4605462" y="559647"/>
                  </a:lnTo>
                  <a:lnTo>
                    <a:pt x="4659160" y="560197"/>
                  </a:lnTo>
                  <a:lnTo>
                    <a:pt x="4728778" y="560998"/>
                  </a:lnTo>
                  <a:lnTo>
                    <a:pt x="4811225" y="562071"/>
                  </a:lnTo>
                  <a:lnTo>
                    <a:pt x="4902248" y="563422"/>
                  </a:lnTo>
                  <a:lnTo>
                    <a:pt x="4997336" y="565049"/>
                  </a:lnTo>
                  <a:lnTo>
                    <a:pt x="5092467" y="566945"/>
                  </a:lnTo>
                  <a:lnTo>
                    <a:pt x="5184558" y="569105"/>
                  </a:lnTo>
                  <a:lnTo>
                    <a:pt x="5271590" y="571536"/>
                  </a:lnTo>
                  <a:lnTo>
                    <a:pt x="5352519" y="574251"/>
                  </a:lnTo>
                  <a:lnTo>
                    <a:pt x="5427074" y="577277"/>
                  </a:lnTo>
                  <a:lnTo>
                    <a:pt x="5495534" y="580653"/>
                  </a:lnTo>
                  <a:lnTo>
                    <a:pt x="5558537" y="584429"/>
                  </a:lnTo>
                  <a:lnTo>
                    <a:pt x="5616922" y="588662"/>
                  </a:lnTo>
                  <a:lnTo>
                    <a:pt x="5671618" y="593414"/>
                  </a:lnTo>
                  <a:lnTo>
                    <a:pt x="5723560" y="598741"/>
                  </a:lnTo>
                  <a:lnTo>
                    <a:pt x="5773604" y="604685"/>
                  </a:lnTo>
                  <a:lnTo>
                    <a:pt x="5784835" y="606129"/>
                  </a:lnTo>
                  <a:lnTo>
                    <a:pt x="5838629" y="613588"/>
                  </a:lnTo>
                  <a:lnTo>
                    <a:pt x="5891904" y="621832"/>
                  </a:lnTo>
                  <a:lnTo>
                    <a:pt x="5945236" y="630869"/>
                  </a:lnTo>
                  <a:lnTo>
                    <a:pt x="5999009" y="640684"/>
                  </a:lnTo>
                  <a:lnTo>
                    <a:pt x="6053442" y="651224"/>
                  </a:lnTo>
                  <a:lnTo>
                    <a:pt x="6108612" y="662405"/>
                  </a:lnTo>
                  <a:lnTo>
                    <a:pt x="6164468" y="674110"/>
                  </a:lnTo>
                  <a:lnTo>
                    <a:pt x="6220857" y="686192"/>
                  </a:lnTo>
                  <a:lnTo>
                    <a:pt x="6277553" y="698482"/>
                  </a:lnTo>
                  <a:lnTo>
                    <a:pt x="6334289" y="710799"/>
                  </a:lnTo>
                  <a:lnTo>
                    <a:pt x="6390791" y="722959"/>
                  </a:lnTo>
                  <a:lnTo>
                    <a:pt x="6446819" y="734788"/>
                  </a:lnTo>
                  <a:lnTo>
                    <a:pt x="6502195" y="746132"/>
                  </a:lnTo>
                  <a:lnTo>
                    <a:pt x="6556838" y="756866"/>
                  </a:lnTo>
                  <a:lnTo>
                    <a:pt x="6610784" y="766895"/>
                  </a:lnTo>
                  <a:lnTo>
                    <a:pt x="6664210" y="776159"/>
                  </a:lnTo>
                  <a:lnTo>
                    <a:pt x="6717452" y="784629"/>
                  </a:lnTo>
                  <a:lnTo>
                    <a:pt x="6771026" y="792311"/>
                  </a:lnTo>
                  <a:lnTo>
                    <a:pt x="6786527" y="794368"/>
                  </a:lnTo>
                  <a:lnTo>
                    <a:pt x="6836243" y="800455"/>
                  </a:lnTo>
                  <a:lnTo>
                    <a:pt x="6887681" y="805921"/>
                  </a:lnTo>
                  <a:lnTo>
                    <a:pt x="6941668" y="810799"/>
                  </a:lnTo>
                  <a:lnTo>
                    <a:pt x="6999128" y="815145"/>
                  </a:lnTo>
                  <a:lnTo>
                    <a:pt x="7060998" y="819019"/>
                  </a:lnTo>
                  <a:lnTo>
                    <a:pt x="7128148" y="822482"/>
                  </a:lnTo>
                  <a:lnTo>
                    <a:pt x="7201271" y="825585"/>
                  </a:lnTo>
                  <a:lnTo>
                    <a:pt x="7280746" y="828368"/>
                  </a:lnTo>
                  <a:lnTo>
                    <a:pt x="7366446" y="830862"/>
                  </a:lnTo>
                  <a:lnTo>
                    <a:pt x="7457523" y="833083"/>
                  </a:lnTo>
                  <a:lnTo>
                    <a:pt x="7552194" y="835039"/>
                  </a:lnTo>
                  <a:lnTo>
                    <a:pt x="7647616" y="836728"/>
                  </a:lnTo>
                  <a:lnTo>
                    <a:pt x="7739956" y="838143"/>
                  </a:lnTo>
                  <a:lnTo>
                    <a:pt x="7824759" y="839279"/>
                  </a:lnTo>
                  <a:lnTo>
                    <a:pt x="7897633" y="840141"/>
                  </a:lnTo>
                  <a:lnTo>
                    <a:pt x="7955145" y="840745"/>
                  </a:lnTo>
                  <a:lnTo>
                    <a:pt x="7995648" y="841126"/>
                  </a:lnTo>
                  <a:lnTo>
                    <a:pt x="8019781" y="841330"/>
                  </a:lnTo>
                  <a:lnTo>
                    <a:pt x="8030500" y="841412"/>
                  </a:lnTo>
                  <a:lnTo>
                    <a:pt x="8032803" y="841428"/>
                  </a:lnTo>
                  <a:lnTo>
                    <a:pt x="8032819" y="841428"/>
                  </a:lnTo>
                  <a:lnTo>
                    <a:pt x="8554953" y="841428"/>
                  </a:lnTo>
                  <a:lnTo>
                    <a:pt x="8554953" y="841428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553" name="pl553"/>
            <p:cNvSpPr/>
            <p:nvPr/>
          </p:nvSpPr>
          <p:spPr>
            <a:xfrm>
              <a:off x="386606" y="1027424"/>
              <a:ext cx="8554953" cy="841428"/>
            </a:xfrm>
            <a:custGeom>
              <a:avLst/>
              <a:pathLst>
                <a:path w="8554953" h="841428">
                  <a:moveTo>
                    <a:pt x="8554953" y="841428"/>
                  </a:moveTo>
                  <a:lnTo>
                    <a:pt x="8032819" y="841428"/>
                  </a:lnTo>
                  <a:lnTo>
                    <a:pt x="8031551" y="841419"/>
                  </a:lnTo>
                  <a:lnTo>
                    <a:pt x="8023258" y="841357"/>
                  </a:lnTo>
                  <a:lnTo>
                    <a:pt x="8002526" y="841186"/>
                  </a:lnTo>
                  <a:lnTo>
                    <a:pt x="7965900" y="840851"/>
                  </a:lnTo>
                  <a:lnTo>
                    <a:pt x="7912202" y="840301"/>
                  </a:lnTo>
                  <a:lnTo>
                    <a:pt x="7842584" y="839500"/>
                  </a:lnTo>
                  <a:lnTo>
                    <a:pt x="7760137" y="838427"/>
                  </a:lnTo>
                  <a:lnTo>
                    <a:pt x="7669114" y="837075"/>
                  </a:lnTo>
                  <a:lnTo>
                    <a:pt x="7574026" y="835448"/>
                  </a:lnTo>
                  <a:lnTo>
                    <a:pt x="7478895" y="833553"/>
                  </a:lnTo>
                  <a:lnTo>
                    <a:pt x="7386804" y="831392"/>
                  </a:lnTo>
                  <a:lnTo>
                    <a:pt x="7299772" y="828962"/>
                  </a:lnTo>
                  <a:lnTo>
                    <a:pt x="7218843" y="826247"/>
                  </a:lnTo>
                  <a:lnTo>
                    <a:pt x="7144288" y="823220"/>
                  </a:lnTo>
                  <a:lnTo>
                    <a:pt x="7075828" y="819844"/>
                  </a:lnTo>
                  <a:lnTo>
                    <a:pt x="7012825" y="816068"/>
                  </a:lnTo>
                  <a:lnTo>
                    <a:pt x="6954440" y="811835"/>
                  </a:lnTo>
                  <a:lnTo>
                    <a:pt x="6899744" y="807084"/>
                  </a:lnTo>
                  <a:lnTo>
                    <a:pt x="6847802" y="801756"/>
                  </a:lnTo>
                  <a:lnTo>
                    <a:pt x="6797758" y="795812"/>
                  </a:lnTo>
                  <a:lnTo>
                    <a:pt x="6786527" y="794368"/>
                  </a:lnTo>
                  <a:lnTo>
                    <a:pt x="6732733" y="786909"/>
                  </a:lnTo>
                  <a:lnTo>
                    <a:pt x="6679458" y="778666"/>
                  </a:lnTo>
                  <a:lnTo>
                    <a:pt x="6626126" y="769628"/>
                  </a:lnTo>
                  <a:lnTo>
                    <a:pt x="6572353" y="759814"/>
                  </a:lnTo>
                  <a:lnTo>
                    <a:pt x="6517920" y="749274"/>
                  </a:lnTo>
                  <a:lnTo>
                    <a:pt x="6462750" y="738092"/>
                  </a:lnTo>
                  <a:lnTo>
                    <a:pt x="6406894" y="726387"/>
                  </a:lnTo>
                  <a:lnTo>
                    <a:pt x="6350505" y="714305"/>
                  </a:lnTo>
                  <a:lnTo>
                    <a:pt x="6293809" y="702015"/>
                  </a:lnTo>
                  <a:lnTo>
                    <a:pt x="6237073" y="689699"/>
                  </a:lnTo>
                  <a:lnTo>
                    <a:pt x="6180571" y="677539"/>
                  </a:lnTo>
                  <a:lnTo>
                    <a:pt x="6124543" y="665710"/>
                  </a:lnTo>
                  <a:lnTo>
                    <a:pt x="6069167" y="654365"/>
                  </a:lnTo>
                  <a:lnTo>
                    <a:pt x="6014524" y="643631"/>
                  </a:lnTo>
                  <a:lnTo>
                    <a:pt x="5960578" y="633602"/>
                  </a:lnTo>
                  <a:lnTo>
                    <a:pt x="5907152" y="624339"/>
                  </a:lnTo>
                  <a:lnTo>
                    <a:pt x="5853910" y="615868"/>
                  </a:lnTo>
                  <a:lnTo>
                    <a:pt x="5800336" y="608187"/>
                  </a:lnTo>
                  <a:lnTo>
                    <a:pt x="5784835" y="606129"/>
                  </a:lnTo>
                  <a:lnTo>
                    <a:pt x="5735119" y="600043"/>
                  </a:lnTo>
                  <a:lnTo>
                    <a:pt x="5683681" y="594577"/>
                  </a:lnTo>
                  <a:lnTo>
                    <a:pt x="5629694" y="589699"/>
                  </a:lnTo>
                  <a:lnTo>
                    <a:pt x="5572234" y="585353"/>
                  </a:lnTo>
                  <a:lnTo>
                    <a:pt x="5510364" y="581478"/>
                  </a:lnTo>
                  <a:lnTo>
                    <a:pt x="5443214" y="578015"/>
                  </a:lnTo>
                  <a:lnTo>
                    <a:pt x="5370091" y="574913"/>
                  </a:lnTo>
                  <a:lnTo>
                    <a:pt x="5290616" y="572129"/>
                  </a:lnTo>
                  <a:lnTo>
                    <a:pt x="5204916" y="569636"/>
                  </a:lnTo>
                  <a:lnTo>
                    <a:pt x="5113839" y="567414"/>
                  </a:lnTo>
                  <a:lnTo>
                    <a:pt x="5019168" y="565458"/>
                  </a:lnTo>
                  <a:lnTo>
                    <a:pt x="4923746" y="563769"/>
                  </a:lnTo>
                  <a:lnTo>
                    <a:pt x="4831405" y="562355"/>
                  </a:lnTo>
                  <a:lnTo>
                    <a:pt x="4746603" y="561218"/>
                  </a:lnTo>
                  <a:lnTo>
                    <a:pt x="4673729" y="560356"/>
                  </a:lnTo>
                  <a:lnTo>
                    <a:pt x="4616217" y="559752"/>
                  </a:lnTo>
                  <a:lnTo>
                    <a:pt x="4575714" y="559371"/>
                  </a:lnTo>
                  <a:lnTo>
                    <a:pt x="4551581" y="559167"/>
                  </a:lnTo>
                  <a:lnTo>
                    <a:pt x="4540861" y="559086"/>
                  </a:lnTo>
                  <a:lnTo>
                    <a:pt x="4538558" y="559070"/>
                  </a:lnTo>
                  <a:lnTo>
                    <a:pt x="4538543" y="559069"/>
                  </a:lnTo>
                  <a:lnTo>
                    <a:pt x="4016409" y="559069"/>
                  </a:lnTo>
                  <a:lnTo>
                    <a:pt x="4015145" y="559052"/>
                  </a:lnTo>
                  <a:lnTo>
                    <a:pt x="4006877" y="558930"/>
                  </a:lnTo>
                  <a:lnTo>
                    <a:pt x="3986204" y="558593"/>
                  </a:lnTo>
                  <a:lnTo>
                    <a:pt x="3949678" y="557930"/>
                  </a:lnTo>
                  <a:lnTo>
                    <a:pt x="3896114" y="556844"/>
                  </a:lnTo>
                  <a:lnTo>
                    <a:pt x="3826651" y="555263"/>
                  </a:lnTo>
                  <a:lnTo>
                    <a:pt x="3744362" y="553144"/>
                  </a:lnTo>
                  <a:lnTo>
                    <a:pt x="3653481" y="550475"/>
                  </a:lnTo>
                  <a:lnTo>
                    <a:pt x="3558509" y="547262"/>
                  </a:lnTo>
                  <a:lnTo>
                    <a:pt x="3463460" y="543518"/>
                  </a:lnTo>
                  <a:lnTo>
                    <a:pt x="3371419" y="539250"/>
                  </a:lnTo>
                  <a:lnTo>
                    <a:pt x="3284408" y="534450"/>
                  </a:lnTo>
                  <a:lnTo>
                    <a:pt x="3203481" y="529087"/>
                  </a:lnTo>
                  <a:lnTo>
                    <a:pt x="3128916" y="523110"/>
                  </a:lnTo>
                  <a:lnTo>
                    <a:pt x="3060439" y="516443"/>
                  </a:lnTo>
                  <a:lnTo>
                    <a:pt x="2997420" y="508988"/>
                  </a:lnTo>
                  <a:lnTo>
                    <a:pt x="2939025" y="500632"/>
                  </a:lnTo>
                  <a:lnTo>
                    <a:pt x="2884326" y="491254"/>
                  </a:lnTo>
                  <a:lnTo>
                    <a:pt x="2832394" y="480738"/>
                  </a:lnTo>
                  <a:lnTo>
                    <a:pt x="2782371" y="469007"/>
                  </a:lnTo>
                  <a:lnTo>
                    <a:pt x="2770117" y="465891"/>
                  </a:lnTo>
                  <a:lnTo>
                    <a:pt x="2717577" y="451486"/>
                  </a:lnTo>
                  <a:lnTo>
                    <a:pt x="2665545" y="435601"/>
                  </a:lnTo>
                  <a:lnTo>
                    <a:pt x="2613481" y="418216"/>
                  </a:lnTo>
                  <a:lnTo>
                    <a:pt x="2561015" y="399360"/>
                  </a:lnTo>
                  <a:lnTo>
                    <a:pt x="2507933" y="379121"/>
                  </a:lnTo>
                  <a:lnTo>
                    <a:pt x="2454150" y="357650"/>
                  </a:lnTo>
                  <a:lnTo>
                    <a:pt x="2399699" y="335154"/>
                  </a:lnTo>
                  <a:lnTo>
                    <a:pt x="2344710" y="311898"/>
                  </a:lnTo>
                  <a:lnTo>
                    <a:pt x="2289383" y="288186"/>
                  </a:lnTo>
                  <a:lnTo>
                    <a:pt x="2233963" y="264352"/>
                  </a:lnTo>
                  <a:lnTo>
                    <a:pt x="2178705" y="240733"/>
                  </a:lnTo>
                  <a:lnTo>
                    <a:pt x="2123846" y="217656"/>
                  </a:lnTo>
                  <a:lnTo>
                    <a:pt x="2069570" y="195418"/>
                  </a:lnTo>
                  <a:lnTo>
                    <a:pt x="2015980" y="174266"/>
                  </a:lnTo>
                  <a:lnTo>
                    <a:pt x="1963080" y="154394"/>
                  </a:lnTo>
                  <a:lnTo>
                    <a:pt x="1910753" y="135935"/>
                  </a:lnTo>
                  <a:lnTo>
                    <a:pt x="1858741" y="118961"/>
                  </a:lnTo>
                  <a:lnTo>
                    <a:pt x="1806632" y="103486"/>
                  </a:lnTo>
                  <a:lnTo>
                    <a:pt x="1768425" y="93178"/>
                  </a:lnTo>
                  <a:lnTo>
                    <a:pt x="1718761" y="81138"/>
                  </a:lnTo>
                  <a:lnTo>
                    <a:pt x="1667380" y="70325"/>
                  </a:lnTo>
                  <a:lnTo>
                    <a:pt x="1613457" y="60673"/>
                  </a:lnTo>
                  <a:lnTo>
                    <a:pt x="1556071" y="52074"/>
                  </a:lnTo>
                  <a:lnTo>
                    <a:pt x="1494288" y="44406"/>
                  </a:lnTo>
                  <a:lnTo>
                    <a:pt x="1427240" y="37552"/>
                  </a:lnTo>
                  <a:lnTo>
                    <a:pt x="1354234" y="31411"/>
                  </a:lnTo>
                  <a:lnTo>
                    <a:pt x="1274891" y="25901"/>
                  </a:lnTo>
                  <a:lnTo>
                    <a:pt x="1189332" y="20964"/>
                  </a:lnTo>
                  <a:lnTo>
                    <a:pt x="1098396" y="16565"/>
                  </a:lnTo>
                  <a:lnTo>
                    <a:pt x="1003849" y="12690"/>
                  </a:lnTo>
                  <a:lnTo>
                    <a:pt x="908513" y="9344"/>
                  </a:lnTo>
                  <a:lnTo>
                    <a:pt x="816200" y="6538"/>
                  </a:lnTo>
                  <a:lnTo>
                    <a:pt x="731349" y="4283"/>
                  </a:lnTo>
                  <a:lnTo>
                    <a:pt x="658342" y="2570"/>
                  </a:lnTo>
                  <a:lnTo>
                    <a:pt x="600624" y="1367"/>
                  </a:lnTo>
                  <a:lnTo>
                    <a:pt x="559870" y="607"/>
                  </a:lnTo>
                  <a:lnTo>
                    <a:pt x="535486" y="198"/>
                  </a:lnTo>
                  <a:lnTo>
                    <a:pt x="524562" y="33"/>
                  </a:lnTo>
                  <a:lnTo>
                    <a:pt x="522153" y="0"/>
                  </a:lnTo>
                  <a:lnTo>
                    <a:pt x="522133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554" name="pg554"/>
            <p:cNvSpPr/>
            <p:nvPr/>
          </p:nvSpPr>
          <p:spPr>
            <a:xfrm>
              <a:off x="386606" y="1038718"/>
              <a:ext cx="8554953" cy="1010843"/>
            </a:xfrm>
            <a:custGeom>
              <a:avLst/>
              <a:pathLst>
                <a:path w="8554953" h="1010843">
                  <a:moveTo>
                    <a:pt x="0" y="5647"/>
                  </a:moveTo>
                  <a:lnTo>
                    <a:pt x="522133" y="5647"/>
                  </a:lnTo>
                  <a:lnTo>
                    <a:pt x="523398" y="5664"/>
                  </a:lnTo>
                  <a:lnTo>
                    <a:pt x="531666" y="5786"/>
                  </a:lnTo>
                  <a:lnTo>
                    <a:pt x="552338" y="6123"/>
                  </a:lnTo>
                  <a:lnTo>
                    <a:pt x="588865" y="6786"/>
                  </a:lnTo>
                  <a:lnTo>
                    <a:pt x="642429" y="7872"/>
                  </a:lnTo>
                  <a:lnTo>
                    <a:pt x="711891" y="9453"/>
                  </a:lnTo>
                  <a:lnTo>
                    <a:pt x="794180" y="11572"/>
                  </a:lnTo>
                  <a:lnTo>
                    <a:pt x="885061" y="14241"/>
                  </a:lnTo>
                  <a:lnTo>
                    <a:pt x="980033" y="17454"/>
                  </a:lnTo>
                  <a:lnTo>
                    <a:pt x="1075082" y="21198"/>
                  </a:lnTo>
                  <a:lnTo>
                    <a:pt x="1167124" y="25466"/>
                  </a:lnTo>
                  <a:lnTo>
                    <a:pt x="1254134" y="30267"/>
                  </a:lnTo>
                  <a:lnTo>
                    <a:pt x="1335061" y="35629"/>
                  </a:lnTo>
                  <a:lnTo>
                    <a:pt x="1409626" y="41606"/>
                  </a:lnTo>
                  <a:lnTo>
                    <a:pt x="1478103" y="48273"/>
                  </a:lnTo>
                  <a:lnTo>
                    <a:pt x="1541122" y="55728"/>
                  </a:lnTo>
                  <a:lnTo>
                    <a:pt x="1599518" y="64084"/>
                  </a:lnTo>
                  <a:lnTo>
                    <a:pt x="1654216" y="73462"/>
                  </a:lnTo>
                  <a:lnTo>
                    <a:pt x="1706148" y="83978"/>
                  </a:lnTo>
                  <a:lnTo>
                    <a:pt x="1756171" y="95710"/>
                  </a:lnTo>
                  <a:lnTo>
                    <a:pt x="1768425" y="98825"/>
                  </a:lnTo>
                  <a:lnTo>
                    <a:pt x="1820966" y="113230"/>
                  </a:lnTo>
                  <a:lnTo>
                    <a:pt x="1872997" y="129115"/>
                  </a:lnTo>
                  <a:lnTo>
                    <a:pt x="1925062" y="146500"/>
                  </a:lnTo>
                  <a:lnTo>
                    <a:pt x="1977527" y="165356"/>
                  </a:lnTo>
                  <a:lnTo>
                    <a:pt x="2030609" y="185595"/>
                  </a:lnTo>
                  <a:lnTo>
                    <a:pt x="2084393" y="207066"/>
                  </a:lnTo>
                  <a:lnTo>
                    <a:pt x="2138843" y="229562"/>
                  </a:lnTo>
                  <a:lnTo>
                    <a:pt x="2193833" y="252818"/>
                  </a:lnTo>
                  <a:lnTo>
                    <a:pt x="2249159" y="276530"/>
                  </a:lnTo>
                  <a:lnTo>
                    <a:pt x="2304579" y="300364"/>
                  </a:lnTo>
                  <a:lnTo>
                    <a:pt x="2359837" y="323983"/>
                  </a:lnTo>
                  <a:lnTo>
                    <a:pt x="2414696" y="347060"/>
                  </a:lnTo>
                  <a:lnTo>
                    <a:pt x="2468972" y="369299"/>
                  </a:lnTo>
                  <a:lnTo>
                    <a:pt x="2522562" y="390450"/>
                  </a:lnTo>
                  <a:lnTo>
                    <a:pt x="2575462" y="410322"/>
                  </a:lnTo>
                  <a:lnTo>
                    <a:pt x="2627790" y="428781"/>
                  </a:lnTo>
                  <a:lnTo>
                    <a:pt x="2679801" y="445755"/>
                  </a:lnTo>
                  <a:lnTo>
                    <a:pt x="2731911" y="461230"/>
                  </a:lnTo>
                  <a:lnTo>
                    <a:pt x="2770117" y="471538"/>
                  </a:lnTo>
                  <a:lnTo>
                    <a:pt x="2819781" y="483578"/>
                  </a:lnTo>
                  <a:lnTo>
                    <a:pt x="2871162" y="494391"/>
                  </a:lnTo>
                  <a:lnTo>
                    <a:pt x="2925085" y="504043"/>
                  </a:lnTo>
                  <a:lnTo>
                    <a:pt x="2982471" y="512642"/>
                  </a:lnTo>
                  <a:lnTo>
                    <a:pt x="3044255" y="520310"/>
                  </a:lnTo>
                  <a:lnTo>
                    <a:pt x="3111302" y="527164"/>
                  </a:lnTo>
                  <a:lnTo>
                    <a:pt x="3184308" y="533305"/>
                  </a:lnTo>
                  <a:lnTo>
                    <a:pt x="3263651" y="538815"/>
                  </a:lnTo>
                  <a:lnTo>
                    <a:pt x="3349210" y="543752"/>
                  </a:lnTo>
                  <a:lnTo>
                    <a:pt x="3440146" y="548151"/>
                  </a:lnTo>
                  <a:lnTo>
                    <a:pt x="3534693" y="552026"/>
                  </a:lnTo>
                  <a:lnTo>
                    <a:pt x="3630029" y="555372"/>
                  </a:lnTo>
                  <a:lnTo>
                    <a:pt x="3722342" y="558178"/>
                  </a:lnTo>
                  <a:lnTo>
                    <a:pt x="3807193" y="560433"/>
                  </a:lnTo>
                  <a:lnTo>
                    <a:pt x="3880200" y="562146"/>
                  </a:lnTo>
                  <a:lnTo>
                    <a:pt x="3937918" y="563349"/>
                  </a:lnTo>
                  <a:lnTo>
                    <a:pt x="3978672" y="564109"/>
                  </a:lnTo>
                  <a:lnTo>
                    <a:pt x="4003056" y="564518"/>
                  </a:lnTo>
                  <a:lnTo>
                    <a:pt x="4013980" y="564683"/>
                  </a:lnTo>
                  <a:lnTo>
                    <a:pt x="4016409" y="564717"/>
                  </a:lnTo>
                  <a:lnTo>
                    <a:pt x="4538543" y="564717"/>
                  </a:lnTo>
                  <a:lnTo>
                    <a:pt x="4539809" y="564730"/>
                  </a:lnTo>
                  <a:lnTo>
                    <a:pt x="4548089" y="564828"/>
                  </a:lnTo>
                  <a:lnTo>
                    <a:pt x="4568791" y="565098"/>
                  </a:lnTo>
                  <a:lnTo>
                    <a:pt x="4605366" y="565627"/>
                  </a:lnTo>
                  <a:lnTo>
                    <a:pt x="4658995" y="566495"/>
                  </a:lnTo>
                  <a:lnTo>
                    <a:pt x="4728533" y="567759"/>
                  </a:lnTo>
                  <a:lnTo>
                    <a:pt x="4810899" y="569451"/>
                  </a:lnTo>
                  <a:lnTo>
                    <a:pt x="4901849" y="571584"/>
                  </a:lnTo>
                  <a:lnTo>
                    <a:pt x="4996878" y="574151"/>
                  </a:lnTo>
                  <a:lnTo>
                    <a:pt x="5091967" y="577142"/>
                  </a:lnTo>
                  <a:lnTo>
                    <a:pt x="5184032" y="580552"/>
                  </a:lnTo>
                  <a:lnTo>
                    <a:pt x="5271053" y="584387"/>
                  </a:lnTo>
                  <a:lnTo>
                    <a:pt x="5351981" y="588672"/>
                  </a:lnTo>
                  <a:lnTo>
                    <a:pt x="5426542" y="593447"/>
                  </a:lnTo>
                  <a:lnTo>
                    <a:pt x="5495011" y="598774"/>
                  </a:lnTo>
                  <a:lnTo>
                    <a:pt x="5558022" y="604731"/>
                  </a:lnTo>
                  <a:lnTo>
                    <a:pt x="5616412" y="611409"/>
                  </a:lnTo>
                  <a:lnTo>
                    <a:pt x="5671109" y="618904"/>
                  </a:lnTo>
                  <a:lnTo>
                    <a:pt x="5723046" y="627308"/>
                  </a:lnTo>
                  <a:lnTo>
                    <a:pt x="5773079" y="636685"/>
                  </a:lnTo>
                  <a:lnTo>
                    <a:pt x="5784835" y="639071"/>
                  </a:lnTo>
                  <a:lnTo>
                    <a:pt x="5837968" y="650703"/>
                  </a:lnTo>
                  <a:lnTo>
                    <a:pt x="5890588" y="663544"/>
                  </a:lnTo>
                  <a:lnTo>
                    <a:pt x="5943251" y="677609"/>
                  </a:lnTo>
                  <a:lnTo>
                    <a:pt x="5996334" y="692872"/>
                  </a:lnTo>
                  <a:lnTo>
                    <a:pt x="6050055" y="709260"/>
                  </a:lnTo>
                  <a:lnTo>
                    <a:pt x="6104493" y="726645"/>
                  </a:lnTo>
                  <a:lnTo>
                    <a:pt x="6159608" y="744853"/>
                  </a:lnTo>
                  <a:lnTo>
                    <a:pt x="6215259" y="763663"/>
                  </a:lnTo>
                  <a:lnTo>
                    <a:pt x="6271235" y="782820"/>
                  </a:lnTo>
                  <a:lnTo>
                    <a:pt x="6327279" y="802050"/>
                  </a:lnTo>
                  <a:lnTo>
                    <a:pt x="6383127" y="821072"/>
                  </a:lnTo>
                  <a:lnTo>
                    <a:pt x="6438541" y="839620"/>
                  </a:lnTo>
                  <a:lnTo>
                    <a:pt x="6493340" y="857455"/>
                  </a:lnTo>
                  <a:lnTo>
                    <a:pt x="6547429" y="874375"/>
                  </a:lnTo>
                  <a:lnTo>
                    <a:pt x="6600822" y="890231"/>
                  </a:lnTo>
                  <a:lnTo>
                    <a:pt x="6653665" y="904920"/>
                  </a:lnTo>
                  <a:lnTo>
                    <a:pt x="6706250" y="918392"/>
                  </a:lnTo>
                  <a:lnTo>
                    <a:pt x="6759036" y="930642"/>
                  </a:lnTo>
                  <a:lnTo>
                    <a:pt x="6786527" y="936489"/>
                  </a:lnTo>
                  <a:lnTo>
                    <a:pt x="6836216" y="946101"/>
                  </a:lnTo>
                  <a:lnTo>
                    <a:pt x="6887625" y="954733"/>
                  </a:lnTo>
                  <a:lnTo>
                    <a:pt x="6941579" y="962438"/>
                  </a:lnTo>
                  <a:lnTo>
                    <a:pt x="6999001" y="969302"/>
                  </a:lnTo>
                  <a:lnTo>
                    <a:pt x="7060827" y="975422"/>
                  </a:lnTo>
                  <a:lnTo>
                    <a:pt x="7127924" y="980893"/>
                  </a:lnTo>
                  <a:lnTo>
                    <a:pt x="7200987" y="985794"/>
                  </a:lnTo>
                  <a:lnTo>
                    <a:pt x="7280395" y="990191"/>
                  </a:lnTo>
                  <a:lnTo>
                    <a:pt x="7366022" y="994130"/>
                  </a:lnTo>
                  <a:lnTo>
                    <a:pt x="7457027" y="997641"/>
                  </a:lnTo>
                  <a:lnTo>
                    <a:pt x="7551634" y="1000732"/>
                  </a:lnTo>
                  <a:lnTo>
                    <a:pt x="7647012" y="1003401"/>
                  </a:lnTo>
                  <a:lnTo>
                    <a:pt x="7739339" y="1005639"/>
                  </a:lnTo>
                  <a:lnTo>
                    <a:pt x="7824166" y="1007436"/>
                  </a:lnTo>
                  <a:lnTo>
                    <a:pt x="7897108" y="1008800"/>
                  </a:lnTo>
                  <a:lnTo>
                    <a:pt x="7954726" y="1009758"/>
                  </a:lnTo>
                  <a:lnTo>
                    <a:pt x="7995358" y="1010362"/>
                  </a:lnTo>
                  <a:lnTo>
                    <a:pt x="8019620" y="1010686"/>
                  </a:lnTo>
                  <a:lnTo>
                    <a:pt x="8030444" y="1010817"/>
                  </a:lnTo>
                  <a:lnTo>
                    <a:pt x="8032819" y="1010843"/>
                  </a:lnTo>
                  <a:lnTo>
                    <a:pt x="8554953" y="1010843"/>
                  </a:lnTo>
                  <a:lnTo>
                    <a:pt x="8554953" y="1005196"/>
                  </a:lnTo>
                  <a:lnTo>
                    <a:pt x="8032819" y="1005196"/>
                  </a:lnTo>
                  <a:lnTo>
                    <a:pt x="8031553" y="1005182"/>
                  </a:lnTo>
                  <a:lnTo>
                    <a:pt x="8023273" y="1005085"/>
                  </a:lnTo>
                  <a:lnTo>
                    <a:pt x="8002571" y="1004815"/>
                  </a:lnTo>
                  <a:lnTo>
                    <a:pt x="7965996" y="1004285"/>
                  </a:lnTo>
                  <a:lnTo>
                    <a:pt x="7912367" y="1003418"/>
                  </a:lnTo>
                  <a:lnTo>
                    <a:pt x="7842829" y="1002154"/>
                  </a:lnTo>
                  <a:lnTo>
                    <a:pt x="7760463" y="1000461"/>
                  </a:lnTo>
                  <a:lnTo>
                    <a:pt x="7669513" y="998329"/>
                  </a:lnTo>
                  <a:lnTo>
                    <a:pt x="7574484" y="995761"/>
                  </a:lnTo>
                  <a:lnTo>
                    <a:pt x="7479395" y="992770"/>
                  </a:lnTo>
                  <a:lnTo>
                    <a:pt x="7387330" y="989360"/>
                  </a:lnTo>
                  <a:lnTo>
                    <a:pt x="7300309" y="985525"/>
                  </a:lnTo>
                  <a:lnTo>
                    <a:pt x="7219381" y="981241"/>
                  </a:lnTo>
                  <a:lnTo>
                    <a:pt x="7144820" y="976466"/>
                  </a:lnTo>
                  <a:lnTo>
                    <a:pt x="7076351" y="971138"/>
                  </a:lnTo>
                  <a:lnTo>
                    <a:pt x="7013340" y="965181"/>
                  </a:lnTo>
                  <a:lnTo>
                    <a:pt x="6954950" y="958504"/>
                  </a:lnTo>
                  <a:lnTo>
                    <a:pt x="6900253" y="951008"/>
                  </a:lnTo>
                  <a:lnTo>
                    <a:pt x="6848316" y="942604"/>
                  </a:lnTo>
                  <a:lnTo>
                    <a:pt x="6798283" y="933228"/>
                  </a:lnTo>
                  <a:lnTo>
                    <a:pt x="6786527" y="930842"/>
                  </a:lnTo>
                  <a:lnTo>
                    <a:pt x="6733394" y="919209"/>
                  </a:lnTo>
                  <a:lnTo>
                    <a:pt x="6680774" y="906369"/>
                  </a:lnTo>
                  <a:lnTo>
                    <a:pt x="6628111" y="892304"/>
                  </a:lnTo>
                  <a:lnTo>
                    <a:pt x="6575028" y="877040"/>
                  </a:lnTo>
                  <a:lnTo>
                    <a:pt x="6521307" y="860653"/>
                  </a:lnTo>
                  <a:lnTo>
                    <a:pt x="6466869" y="843268"/>
                  </a:lnTo>
                  <a:lnTo>
                    <a:pt x="6411754" y="825060"/>
                  </a:lnTo>
                  <a:lnTo>
                    <a:pt x="6356103" y="806250"/>
                  </a:lnTo>
                  <a:lnTo>
                    <a:pt x="6300127" y="787092"/>
                  </a:lnTo>
                  <a:lnTo>
                    <a:pt x="6244083" y="767863"/>
                  </a:lnTo>
                  <a:lnTo>
                    <a:pt x="6188235" y="748840"/>
                  </a:lnTo>
                  <a:lnTo>
                    <a:pt x="6132821" y="730292"/>
                  </a:lnTo>
                  <a:lnTo>
                    <a:pt x="6078022" y="712458"/>
                  </a:lnTo>
                  <a:lnTo>
                    <a:pt x="6023933" y="695537"/>
                  </a:lnTo>
                  <a:lnTo>
                    <a:pt x="5970540" y="679682"/>
                  </a:lnTo>
                  <a:lnTo>
                    <a:pt x="5917697" y="664993"/>
                  </a:lnTo>
                  <a:lnTo>
                    <a:pt x="5865112" y="651521"/>
                  </a:lnTo>
                  <a:lnTo>
                    <a:pt x="5812326" y="639271"/>
                  </a:lnTo>
                  <a:lnTo>
                    <a:pt x="5784835" y="633424"/>
                  </a:lnTo>
                  <a:lnTo>
                    <a:pt x="5735146" y="623812"/>
                  </a:lnTo>
                  <a:lnTo>
                    <a:pt x="5683737" y="615180"/>
                  </a:lnTo>
                  <a:lnTo>
                    <a:pt x="5629782" y="607475"/>
                  </a:lnTo>
                  <a:lnTo>
                    <a:pt x="5572361" y="600611"/>
                  </a:lnTo>
                  <a:lnTo>
                    <a:pt x="5510535" y="594490"/>
                  </a:lnTo>
                  <a:lnTo>
                    <a:pt x="5443438" y="589020"/>
                  </a:lnTo>
                  <a:lnTo>
                    <a:pt x="5370374" y="584119"/>
                  </a:lnTo>
                  <a:lnTo>
                    <a:pt x="5290967" y="579722"/>
                  </a:lnTo>
                  <a:lnTo>
                    <a:pt x="5205340" y="575782"/>
                  </a:lnTo>
                  <a:lnTo>
                    <a:pt x="5114335" y="572272"/>
                  </a:lnTo>
                  <a:lnTo>
                    <a:pt x="5019728" y="569180"/>
                  </a:lnTo>
                  <a:lnTo>
                    <a:pt x="4924350" y="566511"/>
                  </a:lnTo>
                  <a:lnTo>
                    <a:pt x="4832023" y="564274"/>
                  </a:lnTo>
                  <a:lnTo>
                    <a:pt x="4747196" y="562476"/>
                  </a:lnTo>
                  <a:lnTo>
                    <a:pt x="4674254" y="561112"/>
                  </a:lnTo>
                  <a:lnTo>
                    <a:pt x="4616636" y="560154"/>
                  </a:lnTo>
                  <a:lnTo>
                    <a:pt x="4576004" y="559550"/>
                  </a:lnTo>
                  <a:lnTo>
                    <a:pt x="4551742" y="559226"/>
                  </a:lnTo>
                  <a:lnTo>
                    <a:pt x="4540918" y="559096"/>
                  </a:lnTo>
                  <a:lnTo>
                    <a:pt x="4538543" y="559069"/>
                  </a:lnTo>
                  <a:lnTo>
                    <a:pt x="4016409" y="559069"/>
                  </a:lnTo>
                  <a:lnTo>
                    <a:pt x="4015145" y="559052"/>
                  </a:lnTo>
                  <a:lnTo>
                    <a:pt x="4006877" y="558930"/>
                  </a:lnTo>
                  <a:lnTo>
                    <a:pt x="3986204" y="558593"/>
                  </a:lnTo>
                  <a:lnTo>
                    <a:pt x="3949678" y="557930"/>
                  </a:lnTo>
                  <a:lnTo>
                    <a:pt x="3896114" y="556844"/>
                  </a:lnTo>
                  <a:lnTo>
                    <a:pt x="3826651" y="555263"/>
                  </a:lnTo>
                  <a:lnTo>
                    <a:pt x="3744362" y="553144"/>
                  </a:lnTo>
                  <a:lnTo>
                    <a:pt x="3653481" y="550475"/>
                  </a:lnTo>
                  <a:lnTo>
                    <a:pt x="3558509" y="547262"/>
                  </a:lnTo>
                  <a:lnTo>
                    <a:pt x="3463460" y="543518"/>
                  </a:lnTo>
                  <a:lnTo>
                    <a:pt x="3371419" y="539250"/>
                  </a:lnTo>
                  <a:lnTo>
                    <a:pt x="3284408" y="534450"/>
                  </a:lnTo>
                  <a:lnTo>
                    <a:pt x="3203481" y="529087"/>
                  </a:lnTo>
                  <a:lnTo>
                    <a:pt x="3128916" y="523110"/>
                  </a:lnTo>
                  <a:lnTo>
                    <a:pt x="3060439" y="516443"/>
                  </a:lnTo>
                  <a:lnTo>
                    <a:pt x="2997420" y="508988"/>
                  </a:lnTo>
                  <a:lnTo>
                    <a:pt x="2939025" y="500632"/>
                  </a:lnTo>
                  <a:lnTo>
                    <a:pt x="2884326" y="491254"/>
                  </a:lnTo>
                  <a:lnTo>
                    <a:pt x="2832394" y="480738"/>
                  </a:lnTo>
                  <a:lnTo>
                    <a:pt x="2782371" y="469007"/>
                  </a:lnTo>
                  <a:lnTo>
                    <a:pt x="2770117" y="465891"/>
                  </a:lnTo>
                  <a:lnTo>
                    <a:pt x="2717577" y="451486"/>
                  </a:lnTo>
                  <a:lnTo>
                    <a:pt x="2665545" y="435601"/>
                  </a:lnTo>
                  <a:lnTo>
                    <a:pt x="2613481" y="418216"/>
                  </a:lnTo>
                  <a:lnTo>
                    <a:pt x="2561015" y="399360"/>
                  </a:lnTo>
                  <a:lnTo>
                    <a:pt x="2507933" y="379121"/>
                  </a:lnTo>
                  <a:lnTo>
                    <a:pt x="2454150" y="357650"/>
                  </a:lnTo>
                  <a:lnTo>
                    <a:pt x="2399699" y="335154"/>
                  </a:lnTo>
                  <a:lnTo>
                    <a:pt x="2344710" y="311898"/>
                  </a:lnTo>
                  <a:lnTo>
                    <a:pt x="2289383" y="288186"/>
                  </a:lnTo>
                  <a:lnTo>
                    <a:pt x="2233963" y="264352"/>
                  </a:lnTo>
                  <a:lnTo>
                    <a:pt x="2178705" y="240733"/>
                  </a:lnTo>
                  <a:lnTo>
                    <a:pt x="2123846" y="217656"/>
                  </a:lnTo>
                  <a:lnTo>
                    <a:pt x="2069570" y="195418"/>
                  </a:lnTo>
                  <a:lnTo>
                    <a:pt x="2015980" y="174266"/>
                  </a:lnTo>
                  <a:lnTo>
                    <a:pt x="1963080" y="154394"/>
                  </a:lnTo>
                  <a:lnTo>
                    <a:pt x="1910753" y="135935"/>
                  </a:lnTo>
                  <a:lnTo>
                    <a:pt x="1858741" y="118961"/>
                  </a:lnTo>
                  <a:lnTo>
                    <a:pt x="1806632" y="103486"/>
                  </a:lnTo>
                  <a:lnTo>
                    <a:pt x="1768425" y="93178"/>
                  </a:lnTo>
                  <a:lnTo>
                    <a:pt x="1718761" y="81138"/>
                  </a:lnTo>
                  <a:lnTo>
                    <a:pt x="1667380" y="70325"/>
                  </a:lnTo>
                  <a:lnTo>
                    <a:pt x="1613457" y="60673"/>
                  </a:lnTo>
                  <a:lnTo>
                    <a:pt x="1556071" y="52074"/>
                  </a:lnTo>
                  <a:lnTo>
                    <a:pt x="1494288" y="44406"/>
                  </a:lnTo>
                  <a:lnTo>
                    <a:pt x="1427240" y="37552"/>
                  </a:lnTo>
                  <a:lnTo>
                    <a:pt x="1354234" y="31411"/>
                  </a:lnTo>
                  <a:lnTo>
                    <a:pt x="1274891" y="25901"/>
                  </a:lnTo>
                  <a:lnTo>
                    <a:pt x="1189332" y="20964"/>
                  </a:lnTo>
                  <a:lnTo>
                    <a:pt x="1098396" y="16565"/>
                  </a:lnTo>
                  <a:lnTo>
                    <a:pt x="1003849" y="12690"/>
                  </a:lnTo>
                  <a:lnTo>
                    <a:pt x="908513" y="9344"/>
                  </a:lnTo>
                  <a:lnTo>
                    <a:pt x="816200" y="6538"/>
                  </a:lnTo>
                  <a:lnTo>
                    <a:pt x="731349" y="4283"/>
                  </a:lnTo>
                  <a:lnTo>
                    <a:pt x="658342" y="2570"/>
                  </a:lnTo>
                  <a:lnTo>
                    <a:pt x="600624" y="1367"/>
                  </a:lnTo>
                  <a:lnTo>
                    <a:pt x="559870" y="607"/>
                  </a:lnTo>
                  <a:lnTo>
                    <a:pt x="535486" y="198"/>
                  </a:lnTo>
                  <a:lnTo>
                    <a:pt x="524562" y="33"/>
                  </a:lnTo>
                  <a:lnTo>
                    <a:pt x="5221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555" name="pl555"/>
            <p:cNvSpPr/>
            <p:nvPr/>
          </p:nvSpPr>
          <p:spPr>
            <a:xfrm>
              <a:off x="386606" y="1044366"/>
              <a:ext cx="8554953" cy="1005196"/>
            </a:xfrm>
            <a:custGeom>
              <a:avLst/>
              <a:pathLst>
                <a:path w="8554953" h="1005196">
                  <a:moveTo>
                    <a:pt x="0" y="0"/>
                  </a:moveTo>
                  <a:lnTo>
                    <a:pt x="522133" y="0"/>
                  </a:lnTo>
                  <a:lnTo>
                    <a:pt x="523398" y="17"/>
                  </a:lnTo>
                  <a:lnTo>
                    <a:pt x="531666" y="139"/>
                  </a:lnTo>
                  <a:lnTo>
                    <a:pt x="552338" y="476"/>
                  </a:lnTo>
                  <a:lnTo>
                    <a:pt x="588865" y="1139"/>
                  </a:lnTo>
                  <a:lnTo>
                    <a:pt x="642429" y="2225"/>
                  </a:lnTo>
                  <a:lnTo>
                    <a:pt x="711891" y="3806"/>
                  </a:lnTo>
                  <a:lnTo>
                    <a:pt x="794180" y="5924"/>
                  </a:lnTo>
                  <a:lnTo>
                    <a:pt x="885061" y="8594"/>
                  </a:lnTo>
                  <a:lnTo>
                    <a:pt x="980033" y="11807"/>
                  </a:lnTo>
                  <a:lnTo>
                    <a:pt x="1075082" y="15551"/>
                  </a:lnTo>
                  <a:lnTo>
                    <a:pt x="1167124" y="19819"/>
                  </a:lnTo>
                  <a:lnTo>
                    <a:pt x="1254134" y="24619"/>
                  </a:lnTo>
                  <a:lnTo>
                    <a:pt x="1335061" y="29982"/>
                  </a:lnTo>
                  <a:lnTo>
                    <a:pt x="1409626" y="35959"/>
                  </a:lnTo>
                  <a:lnTo>
                    <a:pt x="1478103" y="42626"/>
                  </a:lnTo>
                  <a:lnTo>
                    <a:pt x="1541122" y="50081"/>
                  </a:lnTo>
                  <a:lnTo>
                    <a:pt x="1599518" y="58437"/>
                  </a:lnTo>
                  <a:lnTo>
                    <a:pt x="1654216" y="67815"/>
                  </a:lnTo>
                  <a:lnTo>
                    <a:pt x="1706148" y="78331"/>
                  </a:lnTo>
                  <a:lnTo>
                    <a:pt x="1756171" y="90062"/>
                  </a:lnTo>
                  <a:lnTo>
                    <a:pt x="1768425" y="93178"/>
                  </a:lnTo>
                  <a:lnTo>
                    <a:pt x="1820966" y="107583"/>
                  </a:lnTo>
                  <a:lnTo>
                    <a:pt x="1872997" y="123468"/>
                  </a:lnTo>
                  <a:lnTo>
                    <a:pt x="1925062" y="140853"/>
                  </a:lnTo>
                  <a:lnTo>
                    <a:pt x="1977527" y="159709"/>
                  </a:lnTo>
                  <a:lnTo>
                    <a:pt x="2030609" y="179947"/>
                  </a:lnTo>
                  <a:lnTo>
                    <a:pt x="2084393" y="201419"/>
                  </a:lnTo>
                  <a:lnTo>
                    <a:pt x="2138843" y="223915"/>
                  </a:lnTo>
                  <a:lnTo>
                    <a:pt x="2193833" y="247171"/>
                  </a:lnTo>
                  <a:lnTo>
                    <a:pt x="2249159" y="270883"/>
                  </a:lnTo>
                  <a:lnTo>
                    <a:pt x="2304579" y="294717"/>
                  </a:lnTo>
                  <a:lnTo>
                    <a:pt x="2359837" y="318336"/>
                  </a:lnTo>
                  <a:lnTo>
                    <a:pt x="2414696" y="341413"/>
                  </a:lnTo>
                  <a:lnTo>
                    <a:pt x="2468972" y="363651"/>
                  </a:lnTo>
                  <a:lnTo>
                    <a:pt x="2522562" y="384803"/>
                  </a:lnTo>
                  <a:lnTo>
                    <a:pt x="2575462" y="404675"/>
                  </a:lnTo>
                  <a:lnTo>
                    <a:pt x="2627790" y="423134"/>
                  </a:lnTo>
                  <a:lnTo>
                    <a:pt x="2679801" y="440108"/>
                  </a:lnTo>
                  <a:lnTo>
                    <a:pt x="2731911" y="455583"/>
                  </a:lnTo>
                  <a:lnTo>
                    <a:pt x="2770117" y="465891"/>
                  </a:lnTo>
                  <a:lnTo>
                    <a:pt x="2819781" y="477931"/>
                  </a:lnTo>
                  <a:lnTo>
                    <a:pt x="2871162" y="488744"/>
                  </a:lnTo>
                  <a:lnTo>
                    <a:pt x="2925085" y="498396"/>
                  </a:lnTo>
                  <a:lnTo>
                    <a:pt x="2982471" y="506995"/>
                  </a:lnTo>
                  <a:lnTo>
                    <a:pt x="3044255" y="514663"/>
                  </a:lnTo>
                  <a:lnTo>
                    <a:pt x="3111302" y="521517"/>
                  </a:lnTo>
                  <a:lnTo>
                    <a:pt x="3184308" y="527658"/>
                  </a:lnTo>
                  <a:lnTo>
                    <a:pt x="3263651" y="533168"/>
                  </a:lnTo>
                  <a:lnTo>
                    <a:pt x="3349210" y="538104"/>
                  </a:lnTo>
                  <a:lnTo>
                    <a:pt x="3440146" y="542504"/>
                  </a:lnTo>
                  <a:lnTo>
                    <a:pt x="3534693" y="546379"/>
                  </a:lnTo>
                  <a:lnTo>
                    <a:pt x="3630029" y="549725"/>
                  </a:lnTo>
                  <a:lnTo>
                    <a:pt x="3722342" y="552531"/>
                  </a:lnTo>
                  <a:lnTo>
                    <a:pt x="3807193" y="554786"/>
                  </a:lnTo>
                  <a:lnTo>
                    <a:pt x="3880200" y="556499"/>
                  </a:lnTo>
                  <a:lnTo>
                    <a:pt x="3937918" y="557702"/>
                  </a:lnTo>
                  <a:lnTo>
                    <a:pt x="3978672" y="558462"/>
                  </a:lnTo>
                  <a:lnTo>
                    <a:pt x="4003056" y="558871"/>
                  </a:lnTo>
                  <a:lnTo>
                    <a:pt x="4013980" y="559036"/>
                  </a:lnTo>
                  <a:lnTo>
                    <a:pt x="4016389" y="559069"/>
                  </a:lnTo>
                  <a:lnTo>
                    <a:pt x="4016409" y="559069"/>
                  </a:lnTo>
                  <a:lnTo>
                    <a:pt x="4538543" y="559069"/>
                  </a:lnTo>
                  <a:lnTo>
                    <a:pt x="4539809" y="559083"/>
                  </a:lnTo>
                  <a:lnTo>
                    <a:pt x="4548089" y="559181"/>
                  </a:lnTo>
                  <a:lnTo>
                    <a:pt x="4568791" y="559450"/>
                  </a:lnTo>
                  <a:lnTo>
                    <a:pt x="4605366" y="559980"/>
                  </a:lnTo>
                  <a:lnTo>
                    <a:pt x="4658995" y="560848"/>
                  </a:lnTo>
                  <a:lnTo>
                    <a:pt x="4728533" y="562111"/>
                  </a:lnTo>
                  <a:lnTo>
                    <a:pt x="4810899" y="563804"/>
                  </a:lnTo>
                  <a:lnTo>
                    <a:pt x="4901849" y="565937"/>
                  </a:lnTo>
                  <a:lnTo>
                    <a:pt x="4996878" y="568504"/>
                  </a:lnTo>
                  <a:lnTo>
                    <a:pt x="5091967" y="571495"/>
                  </a:lnTo>
                  <a:lnTo>
                    <a:pt x="5184032" y="574905"/>
                  </a:lnTo>
                  <a:lnTo>
                    <a:pt x="5271053" y="578740"/>
                  </a:lnTo>
                  <a:lnTo>
                    <a:pt x="5351981" y="583024"/>
                  </a:lnTo>
                  <a:lnTo>
                    <a:pt x="5426542" y="587800"/>
                  </a:lnTo>
                  <a:lnTo>
                    <a:pt x="5495011" y="593127"/>
                  </a:lnTo>
                  <a:lnTo>
                    <a:pt x="5558022" y="599084"/>
                  </a:lnTo>
                  <a:lnTo>
                    <a:pt x="5616412" y="605762"/>
                  </a:lnTo>
                  <a:lnTo>
                    <a:pt x="5671109" y="613257"/>
                  </a:lnTo>
                  <a:lnTo>
                    <a:pt x="5723046" y="621661"/>
                  </a:lnTo>
                  <a:lnTo>
                    <a:pt x="5773079" y="631037"/>
                  </a:lnTo>
                  <a:lnTo>
                    <a:pt x="5784835" y="633424"/>
                  </a:lnTo>
                  <a:lnTo>
                    <a:pt x="5837968" y="645056"/>
                  </a:lnTo>
                  <a:lnTo>
                    <a:pt x="5890588" y="657896"/>
                  </a:lnTo>
                  <a:lnTo>
                    <a:pt x="5943251" y="671961"/>
                  </a:lnTo>
                  <a:lnTo>
                    <a:pt x="5996334" y="687225"/>
                  </a:lnTo>
                  <a:lnTo>
                    <a:pt x="6050055" y="703612"/>
                  </a:lnTo>
                  <a:lnTo>
                    <a:pt x="6104493" y="720998"/>
                  </a:lnTo>
                  <a:lnTo>
                    <a:pt x="6159608" y="739206"/>
                  </a:lnTo>
                  <a:lnTo>
                    <a:pt x="6215259" y="758016"/>
                  </a:lnTo>
                  <a:lnTo>
                    <a:pt x="6271235" y="777173"/>
                  </a:lnTo>
                  <a:lnTo>
                    <a:pt x="6327279" y="796403"/>
                  </a:lnTo>
                  <a:lnTo>
                    <a:pt x="6383127" y="815425"/>
                  </a:lnTo>
                  <a:lnTo>
                    <a:pt x="6438541" y="833973"/>
                  </a:lnTo>
                  <a:lnTo>
                    <a:pt x="6493340" y="851807"/>
                  </a:lnTo>
                  <a:lnTo>
                    <a:pt x="6547429" y="868728"/>
                  </a:lnTo>
                  <a:lnTo>
                    <a:pt x="6600822" y="884584"/>
                  </a:lnTo>
                  <a:lnTo>
                    <a:pt x="6653665" y="899273"/>
                  </a:lnTo>
                  <a:lnTo>
                    <a:pt x="6706250" y="912744"/>
                  </a:lnTo>
                  <a:lnTo>
                    <a:pt x="6759036" y="924995"/>
                  </a:lnTo>
                  <a:lnTo>
                    <a:pt x="6786527" y="930842"/>
                  </a:lnTo>
                  <a:lnTo>
                    <a:pt x="6836216" y="940453"/>
                  </a:lnTo>
                  <a:lnTo>
                    <a:pt x="6887625" y="949086"/>
                  </a:lnTo>
                  <a:lnTo>
                    <a:pt x="6941579" y="956790"/>
                  </a:lnTo>
                  <a:lnTo>
                    <a:pt x="6999001" y="963655"/>
                  </a:lnTo>
                  <a:lnTo>
                    <a:pt x="7060827" y="969775"/>
                  </a:lnTo>
                  <a:lnTo>
                    <a:pt x="7127924" y="975245"/>
                  </a:lnTo>
                  <a:lnTo>
                    <a:pt x="7200987" y="980147"/>
                  </a:lnTo>
                  <a:lnTo>
                    <a:pt x="7280395" y="984544"/>
                  </a:lnTo>
                  <a:lnTo>
                    <a:pt x="7366022" y="988483"/>
                  </a:lnTo>
                  <a:lnTo>
                    <a:pt x="7457027" y="991994"/>
                  </a:lnTo>
                  <a:lnTo>
                    <a:pt x="7551634" y="995085"/>
                  </a:lnTo>
                  <a:lnTo>
                    <a:pt x="7647012" y="997754"/>
                  </a:lnTo>
                  <a:lnTo>
                    <a:pt x="7739339" y="999992"/>
                  </a:lnTo>
                  <a:lnTo>
                    <a:pt x="7824166" y="1001789"/>
                  </a:lnTo>
                  <a:lnTo>
                    <a:pt x="7897108" y="1003153"/>
                  </a:lnTo>
                  <a:lnTo>
                    <a:pt x="7954726" y="1004111"/>
                  </a:lnTo>
                  <a:lnTo>
                    <a:pt x="7995358" y="1004715"/>
                  </a:lnTo>
                  <a:lnTo>
                    <a:pt x="8019620" y="1005039"/>
                  </a:lnTo>
                  <a:lnTo>
                    <a:pt x="8030444" y="1005170"/>
                  </a:lnTo>
                  <a:lnTo>
                    <a:pt x="8032801" y="1005196"/>
                  </a:lnTo>
                  <a:lnTo>
                    <a:pt x="8032819" y="1005196"/>
                  </a:lnTo>
                  <a:lnTo>
                    <a:pt x="8554953" y="1005196"/>
                  </a:lnTo>
                  <a:lnTo>
                    <a:pt x="8554953" y="1005196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556" name="pl556"/>
            <p:cNvSpPr/>
            <p:nvPr/>
          </p:nvSpPr>
          <p:spPr>
            <a:xfrm>
              <a:off x="386606" y="1038718"/>
              <a:ext cx="8554953" cy="1005196"/>
            </a:xfrm>
            <a:custGeom>
              <a:avLst/>
              <a:pathLst>
                <a:path w="8554953" h="1005196">
                  <a:moveTo>
                    <a:pt x="8554953" y="1005196"/>
                  </a:moveTo>
                  <a:lnTo>
                    <a:pt x="8032819" y="1005196"/>
                  </a:lnTo>
                  <a:lnTo>
                    <a:pt x="8031553" y="1005182"/>
                  </a:lnTo>
                  <a:lnTo>
                    <a:pt x="8023273" y="1005085"/>
                  </a:lnTo>
                  <a:lnTo>
                    <a:pt x="8002571" y="1004815"/>
                  </a:lnTo>
                  <a:lnTo>
                    <a:pt x="7965996" y="1004285"/>
                  </a:lnTo>
                  <a:lnTo>
                    <a:pt x="7912367" y="1003418"/>
                  </a:lnTo>
                  <a:lnTo>
                    <a:pt x="7842829" y="1002154"/>
                  </a:lnTo>
                  <a:lnTo>
                    <a:pt x="7760463" y="1000461"/>
                  </a:lnTo>
                  <a:lnTo>
                    <a:pt x="7669513" y="998329"/>
                  </a:lnTo>
                  <a:lnTo>
                    <a:pt x="7574484" y="995761"/>
                  </a:lnTo>
                  <a:lnTo>
                    <a:pt x="7479395" y="992770"/>
                  </a:lnTo>
                  <a:lnTo>
                    <a:pt x="7387330" y="989360"/>
                  </a:lnTo>
                  <a:lnTo>
                    <a:pt x="7300309" y="985525"/>
                  </a:lnTo>
                  <a:lnTo>
                    <a:pt x="7219381" y="981241"/>
                  </a:lnTo>
                  <a:lnTo>
                    <a:pt x="7144820" y="976466"/>
                  </a:lnTo>
                  <a:lnTo>
                    <a:pt x="7076351" y="971138"/>
                  </a:lnTo>
                  <a:lnTo>
                    <a:pt x="7013340" y="965181"/>
                  </a:lnTo>
                  <a:lnTo>
                    <a:pt x="6954950" y="958504"/>
                  </a:lnTo>
                  <a:lnTo>
                    <a:pt x="6900253" y="951008"/>
                  </a:lnTo>
                  <a:lnTo>
                    <a:pt x="6848316" y="942604"/>
                  </a:lnTo>
                  <a:lnTo>
                    <a:pt x="6798283" y="933228"/>
                  </a:lnTo>
                  <a:lnTo>
                    <a:pt x="6786527" y="930842"/>
                  </a:lnTo>
                  <a:lnTo>
                    <a:pt x="6733394" y="919209"/>
                  </a:lnTo>
                  <a:lnTo>
                    <a:pt x="6680774" y="906369"/>
                  </a:lnTo>
                  <a:lnTo>
                    <a:pt x="6628111" y="892304"/>
                  </a:lnTo>
                  <a:lnTo>
                    <a:pt x="6575028" y="877040"/>
                  </a:lnTo>
                  <a:lnTo>
                    <a:pt x="6521307" y="860653"/>
                  </a:lnTo>
                  <a:lnTo>
                    <a:pt x="6466869" y="843268"/>
                  </a:lnTo>
                  <a:lnTo>
                    <a:pt x="6411754" y="825060"/>
                  </a:lnTo>
                  <a:lnTo>
                    <a:pt x="6356103" y="806250"/>
                  </a:lnTo>
                  <a:lnTo>
                    <a:pt x="6300127" y="787092"/>
                  </a:lnTo>
                  <a:lnTo>
                    <a:pt x="6244083" y="767863"/>
                  </a:lnTo>
                  <a:lnTo>
                    <a:pt x="6188235" y="748840"/>
                  </a:lnTo>
                  <a:lnTo>
                    <a:pt x="6132821" y="730292"/>
                  </a:lnTo>
                  <a:lnTo>
                    <a:pt x="6078022" y="712458"/>
                  </a:lnTo>
                  <a:lnTo>
                    <a:pt x="6023933" y="695537"/>
                  </a:lnTo>
                  <a:lnTo>
                    <a:pt x="5970540" y="679682"/>
                  </a:lnTo>
                  <a:lnTo>
                    <a:pt x="5917697" y="664993"/>
                  </a:lnTo>
                  <a:lnTo>
                    <a:pt x="5865112" y="651521"/>
                  </a:lnTo>
                  <a:lnTo>
                    <a:pt x="5812326" y="639271"/>
                  </a:lnTo>
                  <a:lnTo>
                    <a:pt x="5784835" y="633424"/>
                  </a:lnTo>
                  <a:lnTo>
                    <a:pt x="5735146" y="623812"/>
                  </a:lnTo>
                  <a:lnTo>
                    <a:pt x="5683737" y="615180"/>
                  </a:lnTo>
                  <a:lnTo>
                    <a:pt x="5629782" y="607475"/>
                  </a:lnTo>
                  <a:lnTo>
                    <a:pt x="5572361" y="600611"/>
                  </a:lnTo>
                  <a:lnTo>
                    <a:pt x="5510535" y="594490"/>
                  </a:lnTo>
                  <a:lnTo>
                    <a:pt x="5443438" y="589020"/>
                  </a:lnTo>
                  <a:lnTo>
                    <a:pt x="5370374" y="584119"/>
                  </a:lnTo>
                  <a:lnTo>
                    <a:pt x="5290967" y="579722"/>
                  </a:lnTo>
                  <a:lnTo>
                    <a:pt x="5205340" y="575782"/>
                  </a:lnTo>
                  <a:lnTo>
                    <a:pt x="5114335" y="572272"/>
                  </a:lnTo>
                  <a:lnTo>
                    <a:pt x="5019728" y="569180"/>
                  </a:lnTo>
                  <a:lnTo>
                    <a:pt x="4924350" y="566511"/>
                  </a:lnTo>
                  <a:lnTo>
                    <a:pt x="4832023" y="564274"/>
                  </a:lnTo>
                  <a:lnTo>
                    <a:pt x="4747196" y="562476"/>
                  </a:lnTo>
                  <a:lnTo>
                    <a:pt x="4674254" y="561112"/>
                  </a:lnTo>
                  <a:lnTo>
                    <a:pt x="4616636" y="560154"/>
                  </a:lnTo>
                  <a:lnTo>
                    <a:pt x="4576004" y="559550"/>
                  </a:lnTo>
                  <a:lnTo>
                    <a:pt x="4551742" y="559226"/>
                  </a:lnTo>
                  <a:lnTo>
                    <a:pt x="4540918" y="559096"/>
                  </a:lnTo>
                  <a:lnTo>
                    <a:pt x="4538561" y="559070"/>
                  </a:lnTo>
                  <a:lnTo>
                    <a:pt x="4538543" y="559069"/>
                  </a:lnTo>
                  <a:lnTo>
                    <a:pt x="4016409" y="559069"/>
                  </a:lnTo>
                  <a:lnTo>
                    <a:pt x="4015145" y="559052"/>
                  </a:lnTo>
                  <a:lnTo>
                    <a:pt x="4006877" y="558930"/>
                  </a:lnTo>
                  <a:lnTo>
                    <a:pt x="3986204" y="558593"/>
                  </a:lnTo>
                  <a:lnTo>
                    <a:pt x="3949678" y="557930"/>
                  </a:lnTo>
                  <a:lnTo>
                    <a:pt x="3896114" y="556844"/>
                  </a:lnTo>
                  <a:lnTo>
                    <a:pt x="3826651" y="555263"/>
                  </a:lnTo>
                  <a:lnTo>
                    <a:pt x="3744362" y="553144"/>
                  </a:lnTo>
                  <a:lnTo>
                    <a:pt x="3653481" y="550475"/>
                  </a:lnTo>
                  <a:lnTo>
                    <a:pt x="3558509" y="547262"/>
                  </a:lnTo>
                  <a:lnTo>
                    <a:pt x="3463460" y="543518"/>
                  </a:lnTo>
                  <a:lnTo>
                    <a:pt x="3371419" y="539250"/>
                  </a:lnTo>
                  <a:lnTo>
                    <a:pt x="3284408" y="534450"/>
                  </a:lnTo>
                  <a:lnTo>
                    <a:pt x="3203481" y="529087"/>
                  </a:lnTo>
                  <a:lnTo>
                    <a:pt x="3128916" y="523110"/>
                  </a:lnTo>
                  <a:lnTo>
                    <a:pt x="3060439" y="516443"/>
                  </a:lnTo>
                  <a:lnTo>
                    <a:pt x="2997420" y="508988"/>
                  </a:lnTo>
                  <a:lnTo>
                    <a:pt x="2939025" y="500632"/>
                  </a:lnTo>
                  <a:lnTo>
                    <a:pt x="2884326" y="491254"/>
                  </a:lnTo>
                  <a:lnTo>
                    <a:pt x="2832394" y="480738"/>
                  </a:lnTo>
                  <a:lnTo>
                    <a:pt x="2782371" y="469007"/>
                  </a:lnTo>
                  <a:lnTo>
                    <a:pt x="2770117" y="465891"/>
                  </a:lnTo>
                  <a:lnTo>
                    <a:pt x="2717577" y="451486"/>
                  </a:lnTo>
                  <a:lnTo>
                    <a:pt x="2665545" y="435601"/>
                  </a:lnTo>
                  <a:lnTo>
                    <a:pt x="2613481" y="418216"/>
                  </a:lnTo>
                  <a:lnTo>
                    <a:pt x="2561015" y="399360"/>
                  </a:lnTo>
                  <a:lnTo>
                    <a:pt x="2507933" y="379121"/>
                  </a:lnTo>
                  <a:lnTo>
                    <a:pt x="2454150" y="357650"/>
                  </a:lnTo>
                  <a:lnTo>
                    <a:pt x="2399699" y="335154"/>
                  </a:lnTo>
                  <a:lnTo>
                    <a:pt x="2344710" y="311898"/>
                  </a:lnTo>
                  <a:lnTo>
                    <a:pt x="2289383" y="288186"/>
                  </a:lnTo>
                  <a:lnTo>
                    <a:pt x="2233963" y="264352"/>
                  </a:lnTo>
                  <a:lnTo>
                    <a:pt x="2178705" y="240733"/>
                  </a:lnTo>
                  <a:lnTo>
                    <a:pt x="2123846" y="217656"/>
                  </a:lnTo>
                  <a:lnTo>
                    <a:pt x="2069570" y="195418"/>
                  </a:lnTo>
                  <a:lnTo>
                    <a:pt x="2015980" y="174266"/>
                  </a:lnTo>
                  <a:lnTo>
                    <a:pt x="1963080" y="154394"/>
                  </a:lnTo>
                  <a:lnTo>
                    <a:pt x="1910753" y="135935"/>
                  </a:lnTo>
                  <a:lnTo>
                    <a:pt x="1858741" y="118961"/>
                  </a:lnTo>
                  <a:lnTo>
                    <a:pt x="1806632" y="103486"/>
                  </a:lnTo>
                  <a:lnTo>
                    <a:pt x="1768425" y="93178"/>
                  </a:lnTo>
                  <a:lnTo>
                    <a:pt x="1718761" y="81138"/>
                  </a:lnTo>
                  <a:lnTo>
                    <a:pt x="1667380" y="70325"/>
                  </a:lnTo>
                  <a:lnTo>
                    <a:pt x="1613457" y="60673"/>
                  </a:lnTo>
                  <a:lnTo>
                    <a:pt x="1556071" y="52074"/>
                  </a:lnTo>
                  <a:lnTo>
                    <a:pt x="1494288" y="44406"/>
                  </a:lnTo>
                  <a:lnTo>
                    <a:pt x="1427240" y="37552"/>
                  </a:lnTo>
                  <a:lnTo>
                    <a:pt x="1354234" y="31411"/>
                  </a:lnTo>
                  <a:lnTo>
                    <a:pt x="1274891" y="25901"/>
                  </a:lnTo>
                  <a:lnTo>
                    <a:pt x="1189332" y="20964"/>
                  </a:lnTo>
                  <a:lnTo>
                    <a:pt x="1098396" y="16565"/>
                  </a:lnTo>
                  <a:lnTo>
                    <a:pt x="1003849" y="12690"/>
                  </a:lnTo>
                  <a:lnTo>
                    <a:pt x="908513" y="9344"/>
                  </a:lnTo>
                  <a:lnTo>
                    <a:pt x="816200" y="6538"/>
                  </a:lnTo>
                  <a:lnTo>
                    <a:pt x="731349" y="4283"/>
                  </a:lnTo>
                  <a:lnTo>
                    <a:pt x="658342" y="2570"/>
                  </a:lnTo>
                  <a:lnTo>
                    <a:pt x="600624" y="1367"/>
                  </a:lnTo>
                  <a:lnTo>
                    <a:pt x="559870" y="607"/>
                  </a:lnTo>
                  <a:lnTo>
                    <a:pt x="535486" y="198"/>
                  </a:lnTo>
                  <a:lnTo>
                    <a:pt x="524562" y="33"/>
                  </a:lnTo>
                  <a:lnTo>
                    <a:pt x="522153" y="0"/>
                  </a:lnTo>
                  <a:lnTo>
                    <a:pt x="522133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557" name="pg557"/>
            <p:cNvSpPr/>
            <p:nvPr/>
          </p:nvSpPr>
          <p:spPr>
            <a:xfrm>
              <a:off x="386606" y="1044366"/>
              <a:ext cx="8554953" cy="1281907"/>
            </a:xfrm>
            <a:custGeom>
              <a:avLst/>
              <a:pathLst>
                <a:path w="8554953" h="1281907">
                  <a:moveTo>
                    <a:pt x="0" y="5647"/>
                  </a:moveTo>
                  <a:lnTo>
                    <a:pt x="522133" y="5647"/>
                  </a:lnTo>
                  <a:lnTo>
                    <a:pt x="523398" y="5664"/>
                  </a:lnTo>
                  <a:lnTo>
                    <a:pt x="531666" y="5786"/>
                  </a:lnTo>
                  <a:lnTo>
                    <a:pt x="552338" y="6123"/>
                  </a:lnTo>
                  <a:lnTo>
                    <a:pt x="588865" y="6786"/>
                  </a:lnTo>
                  <a:lnTo>
                    <a:pt x="642429" y="7872"/>
                  </a:lnTo>
                  <a:lnTo>
                    <a:pt x="711891" y="9453"/>
                  </a:lnTo>
                  <a:lnTo>
                    <a:pt x="794180" y="11572"/>
                  </a:lnTo>
                  <a:lnTo>
                    <a:pt x="885061" y="14241"/>
                  </a:lnTo>
                  <a:lnTo>
                    <a:pt x="980033" y="17454"/>
                  </a:lnTo>
                  <a:lnTo>
                    <a:pt x="1075082" y="21198"/>
                  </a:lnTo>
                  <a:lnTo>
                    <a:pt x="1167124" y="25466"/>
                  </a:lnTo>
                  <a:lnTo>
                    <a:pt x="1254134" y="30267"/>
                  </a:lnTo>
                  <a:lnTo>
                    <a:pt x="1335061" y="35629"/>
                  </a:lnTo>
                  <a:lnTo>
                    <a:pt x="1409626" y="41606"/>
                  </a:lnTo>
                  <a:lnTo>
                    <a:pt x="1478103" y="48273"/>
                  </a:lnTo>
                  <a:lnTo>
                    <a:pt x="1541122" y="55728"/>
                  </a:lnTo>
                  <a:lnTo>
                    <a:pt x="1599518" y="64084"/>
                  </a:lnTo>
                  <a:lnTo>
                    <a:pt x="1654216" y="73462"/>
                  </a:lnTo>
                  <a:lnTo>
                    <a:pt x="1706148" y="83978"/>
                  </a:lnTo>
                  <a:lnTo>
                    <a:pt x="1756171" y="95710"/>
                  </a:lnTo>
                  <a:lnTo>
                    <a:pt x="1768425" y="98825"/>
                  </a:lnTo>
                  <a:lnTo>
                    <a:pt x="1820966" y="113230"/>
                  </a:lnTo>
                  <a:lnTo>
                    <a:pt x="1872997" y="129115"/>
                  </a:lnTo>
                  <a:lnTo>
                    <a:pt x="1925062" y="146500"/>
                  </a:lnTo>
                  <a:lnTo>
                    <a:pt x="1977527" y="165356"/>
                  </a:lnTo>
                  <a:lnTo>
                    <a:pt x="2030609" y="185595"/>
                  </a:lnTo>
                  <a:lnTo>
                    <a:pt x="2084393" y="207066"/>
                  </a:lnTo>
                  <a:lnTo>
                    <a:pt x="2138843" y="229562"/>
                  </a:lnTo>
                  <a:lnTo>
                    <a:pt x="2193833" y="252818"/>
                  </a:lnTo>
                  <a:lnTo>
                    <a:pt x="2249159" y="276530"/>
                  </a:lnTo>
                  <a:lnTo>
                    <a:pt x="2304579" y="300364"/>
                  </a:lnTo>
                  <a:lnTo>
                    <a:pt x="2359837" y="323983"/>
                  </a:lnTo>
                  <a:lnTo>
                    <a:pt x="2414696" y="347060"/>
                  </a:lnTo>
                  <a:lnTo>
                    <a:pt x="2468972" y="369299"/>
                  </a:lnTo>
                  <a:lnTo>
                    <a:pt x="2522562" y="390450"/>
                  </a:lnTo>
                  <a:lnTo>
                    <a:pt x="2575462" y="410322"/>
                  </a:lnTo>
                  <a:lnTo>
                    <a:pt x="2627790" y="428781"/>
                  </a:lnTo>
                  <a:lnTo>
                    <a:pt x="2679801" y="445755"/>
                  </a:lnTo>
                  <a:lnTo>
                    <a:pt x="2731911" y="461230"/>
                  </a:lnTo>
                  <a:lnTo>
                    <a:pt x="2770117" y="471538"/>
                  </a:lnTo>
                  <a:lnTo>
                    <a:pt x="2819781" y="483578"/>
                  </a:lnTo>
                  <a:lnTo>
                    <a:pt x="2871162" y="494391"/>
                  </a:lnTo>
                  <a:lnTo>
                    <a:pt x="2925085" y="504043"/>
                  </a:lnTo>
                  <a:lnTo>
                    <a:pt x="2982471" y="512642"/>
                  </a:lnTo>
                  <a:lnTo>
                    <a:pt x="3044255" y="520310"/>
                  </a:lnTo>
                  <a:lnTo>
                    <a:pt x="3111302" y="527164"/>
                  </a:lnTo>
                  <a:lnTo>
                    <a:pt x="3184308" y="533305"/>
                  </a:lnTo>
                  <a:lnTo>
                    <a:pt x="3263651" y="538815"/>
                  </a:lnTo>
                  <a:lnTo>
                    <a:pt x="3349210" y="543752"/>
                  </a:lnTo>
                  <a:lnTo>
                    <a:pt x="3440146" y="548151"/>
                  </a:lnTo>
                  <a:lnTo>
                    <a:pt x="3534693" y="552026"/>
                  </a:lnTo>
                  <a:lnTo>
                    <a:pt x="3630029" y="555372"/>
                  </a:lnTo>
                  <a:lnTo>
                    <a:pt x="3722342" y="558178"/>
                  </a:lnTo>
                  <a:lnTo>
                    <a:pt x="3807193" y="560433"/>
                  </a:lnTo>
                  <a:lnTo>
                    <a:pt x="3880200" y="562146"/>
                  </a:lnTo>
                  <a:lnTo>
                    <a:pt x="3937918" y="563349"/>
                  </a:lnTo>
                  <a:lnTo>
                    <a:pt x="3978672" y="564109"/>
                  </a:lnTo>
                  <a:lnTo>
                    <a:pt x="4003056" y="564518"/>
                  </a:lnTo>
                  <a:lnTo>
                    <a:pt x="4013980" y="564683"/>
                  </a:lnTo>
                  <a:lnTo>
                    <a:pt x="4016409" y="564717"/>
                  </a:lnTo>
                  <a:lnTo>
                    <a:pt x="4538543" y="564717"/>
                  </a:lnTo>
                  <a:lnTo>
                    <a:pt x="4539804" y="564738"/>
                  </a:lnTo>
                  <a:lnTo>
                    <a:pt x="4548051" y="564895"/>
                  </a:lnTo>
                  <a:lnTo>
                    <a:pt x="4568672" y="565327"/>
                  </a:lnTo>
                  <a:lnTo>
                    <a:pt x="4605113" y="566175"/>
                  </a:lnTo>
                  <a:lnTo>
                    <a:pt x="4658562" y="567564"/>
                  </a:lnTo>
                  <a:lnTo>
                    <a:pt x="4727890" y="569587"/>
                  </a:lnTo>
                  <a:lnTo>
                    <a:pt x="4810043" y="572298"/>
                  </a:lnTo>
                  <a:lnTo>
                    <a:pt x="4900800" y="575714"/>
                  </a:lnTo>
                  <a:lnTo>
                    <a:pt x="4995672" y="579827"/>
                  </a:lnTo>
                  <a:lnTo>
                    <a:pt x="5090651" y="584620"/>
                  </a:lnTo>
                  <a:lnTo>
                    <a:pt x="5182649" y="590084"/>
                  </a:lnTo>
                  <a:lnTo>
                    <a:pt x="5269640" y="596230"/>
                  </a:lnTo>
                  <a:lnTo>
                    <a:pt x="5350566" y="603094"/>
                  </a:lnTo>
                  <a:lnTo>
                    <a:pt x="5425140" y="610745"/>
                  </a:lnTo>
                  <a:lnTo>
                    <a:pt x="5493632" y="619278"/>
                  </a:lnTo>
                  <a:lnTo>
                    <a:pt x="5556664" y="628818"/>
                  </a:lnTo>
                  <a:lnTo>
                    <a:pt x="5615069" y="639509"/>
                  </a:lnTo>
                  <a:lnTo>
                    <a:pt x="5669769" y="651508"/>
                  </a:lnTo>
                  <a:lnTo>
                    <a:pt x="5721693" y="664960"/>
                  </a:lnTo>
                  <a:lnTo>
                    <a:pt x="5771698" y="679968"/>
                  </a:lnTo>
                  <a:lnTo>
                    <a:pt x="5784835" y="684248"/>
                  </a:lnTo>
                  <a:lnTo>
                    <a:pt x="5836399" y="702365"/>
                  </a:lnTo>
                  <a:lnTo>
                    <a:pt x="5887461" y="722307"/>
                  </a:lnTo>
                  <a:lnTo>
                    <a:pt x="5938540" y="744104"/>
                  </a:lnTo>
                  <a:lnTo>
                    <a:pt x="5989989" y="767722"/>
                  </a:lnTo>
                  <a:lnTo>
                    <a:pt x="6042022" y="793058"/>
                  </a:lnTo>
                  <a:lnTo>
                    <a:pt x="6094727" y="819939"/>
                  </a:lnTo>
                  <a:lnTo>
                    <a:pt x="6148084" y="848117"/>
                  </a:lnTo>
                  <a:lnTo>
                    <a:pt x="6201981" y="877280"/>
                  </a:lnTo>
                  <a:lnTo>
                    <a:pt x="6256235" y="907065"/>
                  </a:lnTo>
                  <a:lnTo>
                    <a:pt x="6310620" y="937073"/>
                  </a:lnTo>
                  <a:lnTo>
                    <a:pt x="6364894" y="966892"/>
                  </a:lnTo>
                  <a:lnTo>
                    <a:pt x="6418828" y="996122"/>
                  </a:lnTo>
                  <a:lnTo>
                    <a:pt x="6472235" y="1024394"/>
                  </a:lnTo>
                  <a:lnTo>
                    <a:pt x="6524996" y="1051393"/>
                  </a:lnTo>
                  <a:lnTo>
                    <a:pt x="6577083" y="1076865"/>
                  </a:lnTo>
                  <a:lnTo>
                    <a:pt x="6628574" y="1100630"/>
                  </a:lnTo>
                  <a:lnTo>
                    <a:pt x="6679672" y="1122580"/>
                  </a:lnTo>
                  <a:lnTo>
                    <a:pt x="6730719" y="1142676"/>
                  </a:lnTo>
                  <a:lnTo>
                    <a:pt x="6782217" y="1160941"/>
                  </a:lnTo>
                  <a:lnTo>
                    <a:pt x="6786527" y="1162376"/>
                  </a:lnTo>
                  <a:lnTo>
                    <a:pt x="6836146" y="1177807"/>
                  </a:lnTo>
                  <a:lnTo>
                    <a:pt x="6887478" y="1191668"/>
                  </a:lnTo>
                  <a:lnTo>
                    <a:pt x="6941346" y="1204042"/>
                  </a:lnTo>
                  <a:lnTo>
                    <a:pt x="6998668" y="1215067"/>
                  </a:lnTo>
                  <a:lnTo>
                    <a:pt x="7060377" y="1224900"/>
                  </a:lnTo>
                  <a:lnTo>
                    <a:pt x="7127337" y="1233689"/>
                  </a:lnTo>
                  <a:lnTo>
                    <a:pt x="7200241" y="1241565"/>
                  </a:lnTo>
                  <a:lnTo>
                    <a:pt x="7279470" y="1248632"/>
                  </a:lnTo>
                  <a:lnTo>
                    <a:pt x="7364907" y="1254965"/>
                  </a:lnTo>
                  <a:lnTo>
                    <a:pt x="7455723" y="1260609"/>
                  </a:lnTo>
                  <a:lnTo>
                    <a:pt x="7550163" y="1265581"/>
                  </a:lnTo>
                  <a:lnTo>
                    <a:pt x="7645423" y="1269878"/>
                  </a:lnTo>
                  <a:lnTo>
                    <a:pt x="7737711" y="1273482"/>
                  </a:lnTo>
                  <a:lnTo>
                    <a:pt x="7822604" y="1276381"/>
                  </a:lnTo>
                  <a:lnTo>
                    <a:pt x="7895725" y="1278584"/>
                  </a:lnTo>
                  <a:lnTo>
                    <a:pt x="7953619" y="1280135"/>
                  </a:lnTo>
                  <a:lnTo>
                    <a:pt x="7994589" y="1281117"/>
                  </a:lnTo>
                  <a:lnTo>
                    <a:pt x="8019190" y="1281647"/>
                  </a:lnTo>
                  <a:lnTo>
                    <a:pt x="8030292" y="1281863"/>
                  </a:lnTo>
                  <a:lnTo>
                    <a:pt x="8032819" y="1281907"/>
                  </a:lnTo>
                  <a:lnTo>
                    <a:pt x="8554953" y="1281907"/>
                  </a:lnTo>
                  <a:lnTo>
                    <a:pt x="8554953" y="1276260"/>
                  </a:lnTo>
                  <a:lnTo>
                    <a:pt x="8032819" y="1276260"/>
                  </a:lnTo>
                  <a:lnTo>
                    <a:pt x="8031558" y="1276238"/>
                  </a:lnTo>
                  <a:lnTo>
                    <a:pt x="8023311" y="1276082"/>
                  </a:lnTo>
                  <a:lnTo>
                    <a:pt x="8002690" y="1275650"/>
                  </a:lnTo>
                  <a:lnTo>
                    <a:pt x="7966249" y="1274802"/>
                  </a:lnTo>
                  <a:lnTo>
                    <a:pt x="7912800" y="1273413"/>
                  </a:lnTo>
                  <a:lnTo>
                    <a:pt x="7843472" y="1271390"/>
                  </a:lnTo>
                  <a:lnTo>
                    <a:pt x="7761319" y="1268679"/>
                  </a:lnTo>
                  <a:lnTo>
                    <a:pt x="7670562" y="1265263"/>
                  </a:lnTo>
                  <a:lnTo>
                    <a:pt x="7575690" y="1261150"/>
                  </a:lnTo>
                  <a:lnTo>
                    <a:pt x="7480711" y="1256357"/>
                  </a:lnTo>
                  <a:lnTo>
                    <a:pt x="7388713" y="1250893"/>
                  </a:lnTo>
                  <a:lnTo>
                    <a:pt x="7301722" y="1244747"/>
                  </a:lnTo>
                  <a:lnTo>
                    <a:pt x="7220796" y="1237883"/>
                  </a:lnTo>
                  <a:lnTo>
                    <a:pt x="7146222" y="1230232"/>
                  </a:lnTo>
                  <a:lnTo>
                    <a:pt x="7077730" y="1221699"/>
                  </a:lnTo>
                  <a:lnTo>
                    <a:pt x="7014698" y="1212159"/>
                  </a:lnTo>
                  <a:lnTo>
                    <a:pt x="6956293" y="1201468"/>
                  </a:lnTo>
                  <a:lnTo>
                    <a:pt x="6901593" y="1189469"/>
                  </a:lnTo>
                  <a:lnTo>
                    <a:pt x="6849669" y="1176017"/>
                  </a:lnTo>
                  <a:lnTo>
                    <a:pt x="6799664" y="1161008"/>
                  </a:lnTo>
                  <a:lnTo>
                    <a:pt x="6786527" y="1156728"/>
                  </a:lnTo>
                  <a:lnTo>
                    <a:pt x="6734963" y="1138612"/>
                  </a:lnTo>
                  <a:lnTo>
                    <a:pt x="6683901" y="1118669"/>
                  </a:lnTo>
                  <a:lnTo>
                    <a:pt x="6632822" y="1096872"/>
                  </a:lnTo>
                  <a:lnTo>
                    <a:pt x="6581373" y="1073255"/>
                  </a:lnTo>
                  <a:lnTo>
                    <a:pt x="6529340" y="1047918"/>
                  </a:lnTo>
                  <a:lnTo>
                    <a:pt x="6476635" y="1021038"/>
                  </a:lnTo>
                  <a:lnTo>
                    <a:pt x="6423278" y="992860"/>
                  </a:lnTo>
                  <a:lnTo>
                    <a:pt x="6369381" y="963696"/>
                  </a:lnTo>
                  <a:lnTo>
                    <a:pt x="6315127" y="933911"/>
                  </a:lnTo>
                  <a:lnTo>
                    <a:pt x="6260742" y="903903"/>
                  </a:lnTo>
                  <a:lnTo>
                    <a:pt x="6206468" y="874084"/>
                  </a:lnTo>
                  <a:lnTo>
                    <a:pt x="6152534" y="844855"/>
                  </a:lnTo>
                  <a:lnTo>
                    <a:pt x="6099127" y="816582"/>
                  </a:lnTo>
                  <a:lnTo>
                    <a:pt x="6046366" y="789584"/>
                  </a:lnTo>
                  <a:lnTo>
                    <a:pt x="5994279" y="764112"/>
                  </a:lnTo>
                  <a:lnTo>
                    <a:pt x="5942788" y="740347"/>
                  </a:lnTo>
                  <a:lnTo>
                    <a:pt x="5891690" y="718397"/>
                  </a:lnTo>
                  <a:lnTo>
                    <a:pt x="5840643" y="698301"/>
                  </a:lnTo>
                  <a:lnTo>
                    <a:pt x="5789145" y="680035"/>
                  </a:lnTo>
                  <a:lnTo>
                    <a:pt x="5784835" y="678601"/>
                  </a:lnTo>
                  <a:lnTo>
                    <a:pt x="5735216" y="663170"/>
                  </a:lnTo>
                  <a:lnTo>
                    <a:pt x="5683884" y="649309"/>
                  </a:lnTo>
                  <a:lnTo>
                    <a:pt x="5630016" y="636935"/>
                  </a:lnTo>
                  <a:lnTo>
                    <a:pt x="5572694" y="625910"/>
                  </a:lnTo>
                  <a:lnTo>
                    <a:pt x="5510985" y="616077"/>
                  </a:lnTo>
                  <a:lnTo>
                    <a:pt x="5444025" y="607288"/>
                  </a:lnTo>
                  <a:lnTo>
                    <a:pt x="5371121" y="599412"/>
                  </a:lnTo>
                  <a:lnTo>
                    <a:pt x="5291892" y="592345"/>
                  </a:lnTo>
                  <a:lnTo>
                    <a:pt x="5206455" y="586012"/>
                  </a:lnTo>
                  <a:lnTo>
                    <a:pt x="5115639" y="580368"/>
                  </a:lnTo>
                  <a:lnTo>
                    <a:pt x="5021199" y="575395"/>
                  </a:lnTo>
                  <a:lnTo>
                    <a:pt x="4925939" y="571099"/>
                  </a:lnTo>
                  <a:lnTo>
                    <a:pt x="4833651" y="567495"/>
                  </a:lnTo>
                  <a:lnTo>
                    <a:pt x="4748758" y="564596"/>
                  </a:lnTo>
                  <a:lnTo>
                    <a:pt x="4675637" y="562392"/>
                  </a:lnTo>
                  <a:lnTo>
                    <a:pt x="4617743" y="560841"/>
                  </a:lnTo>
                  <a:lnTo>
                    <a:pt x="4576773" y="559860"/>
                  </a:lnTo>
                  <a:lnTo>
                    <a:pt x="4552172" y="559330"/>
                  </a:lnTo>
                  <a:lnTo>
                    <a:pt x="4541070" y="559114"/>
                  </a:lnTo>
                  <a:lnTo>
                    <a:pt x="4538543" y="559069"/>
                  </a:lnTo>
                  <a:lnTo>
                    <a:pt x="4016409" y="559069"/>
                  </a:lnTo>
                  <a:lnTo>
                    <a:pt x="4015145" y="559052"/>
                  </a:lnTo>
                  <a:lnTo>
                    <a:pt x="4006877" y="558930"/>
                  </a:lnTo>
                  <a:lnTo>
                    <a:pt x="3986204" y="558593"/>
                  </a:lnTo>
                  <a:lnTo>
                    <a:pt x="3949678" y="557930"/>
                  </a:lnTo>
                  <a:lnTo>
                    <a:pt x="3896114" y="556844"/>
                  </a:lnTo>
                  <a:lnTo>
                    <a:pt x="3826651" y="555263"/>
                  </a:lnTo>
                  <a:lnTo>
                    <a:pt x="3744362" y="553144"/>
                  </a:lnTo>
                  <a:lnTo>
                    <a:pt x="3653481" y="550475"/>
                  </a:lnTo>
                  <a:lnTo>
                    <a:pt x="3558509" y="547262"/>
                  </a:lnTo>
                  <a:lnTo>
                    <a:pt x="3463460" y="543518"/>
                  </a:lnTo>
                  <a:lnTo>
                    <a:pt x="3371419" y="539250"/>
                  </a:lnTo>
                  <a:lnTo>
                    <a:pt x="3284408" y="534450"/>
                  </a:lnTo>
                  <a:lnTo>
                    <a:pt x="3203481" y="529087"/>
                  </a:lnTo>
                  <a:lnTo>
                    <a:pt x="3128916" y="523110"/>
                  </a:lnTo>
                  <a:lnTo>
                    <a:pt x="3060439" y="516443"/>
                  </a:lnTo>
                  <a:lnTo>
                    <a:pt x="2997420" y="508988"/>
                  </a:lnTo>
                  <a:lnTo>
                    <a:pt x="2939025" y="500632"/>
                  </a:lnTo>
                  <a:lnTo>
                    <a:pt x="2884326" y="491254"/>
                  </a:lnTo>
                  <a:lnTo>
                    <a:pt x="2832394" y="480738"/>
                  </a:lnTo>
                  <a:lnTo>
                    <a:pt x="2782371" y="469007"/>
                  </a:lnTo>
                  <a:lnTo>
                    <a:pt x="2770117" y="465891"/>
                  </a:lnTo>
                  <a:lnTo>
                    <a:pt x="2717577" y="451486"/>
                  </a:lnTo>
                  <a:lnTo>
                    <a:pt x="2665545" y="435601"/>
                  </a:lnTo>
                  <a:lnTo>
                    <a:pt x="2613481" y="418216"/>
                  </a:lnTo>
                  <a:lnTo>
                    <a:pt x="2561015" y="399360"/>
                  </a:lnTo>
                  <a:lnTo>
                    <a:pt x="2507933" y="379121"/>
                  </a:lnTo>
                  <a:lnTo>
                    <a:pt x="2454150" y="357650"/>
                  </a:lnTo>
                  <a:lnTo>
                    <a:pt x="2399699" y="335154"/>
                  </a:lnTo>
                  <a:lnTo>
                    <a:pt x="2344710" y="311898"/>
                  </a:lnTo>
                  <a:lnTo>
                    <a:pt x="2289383" y="288186"/>
                  </a:lnTo>
                  <a:lnTo>
                    <a:pt x="2233963" y="264352"/>
                  </a:lnTo>
                  <a:lnTo>
                    <a:pt x="2178705" y="240733"/>
                  </a:lnTo>
                  <a:lnTo>
                    <a:pt x="2123846" y="217656"/>
                  </a:lnTo>
                  <a:lnTo>
                    <a:pt x="2069570" y="195418"/>
                  </a:lnTo>
                  <a:lnTo>
                    <a:pt x="2015980" y="174266"/>
                  </a:lnTo>
                  <a:lnTo>
                    <a:pt x="1963080" y="154394"/>
                  </a:lnTo>
                  <a:lnTo>
                    <a:pt x="1910753" y="135935"/>
                  </a:lnTo>
                  <a:lnTo>
                    <a:pt x="1858741" y="118961"/>
                  </a:lnTo>
                  <a:lnTo>
                    <a:pt x="1806632" y="103486"/>
                  </a:lnTo>
                  <a:lnTo>
                    <a:pt x="1768425" y="93178"/>
                  </a:lnTo>
                  <a:lnTo>
                    <a:pt x="1718761" y="81138"/>
                  </a:lnTo>
                  <a:lnTo>
                    <a:pt x="1667380" y="70325"/>
                  </a:lnTo>
                  <a:lnTo>
                    <a:pt x="1613457" y="60673"/>
                  </a:lnTo>
                  <a:lnTo>
                    <a:pt x="1556071" y="52074"/>
                  </a:lnTo>
                  <a:lnTo>
                    <a:pt x="1494288" y="44406"/>
                  </a:lnTo>
                  <a:lnTo>
                    <a:pt x="1427240" y="37552"/>
                  </a:lnTo>
                  <a:lnTo>
                    <a:pt x="1354234" y="31411"/>
                  </a:lnTo>
                  <a:lnTo>
                    <a:pt x="1274891" y="25901"/>
                  </a:lnTo>
                  <a:lnTo>
                    <a:pt x="1189332" y="20964"/>
                  </a:lnTo>
                  <a:lnTo>
                    <a:pt x="1098396" y="16565"/>
                  </a:lnTo>
                  <a:lnTo>
                    <a:pt x="1003849" y="12690"/>
                  </a:lnTo>
                  <a:lnTo>
                    <a:pt x="908513" y="9344"/>
                  </a:lnTo>
                  <a:lnTo>
                    <a:pt x="816200" y="6538"/>
                  </a:lnTo>
                  <a:lnTo>
                    <a:pt x="731349" y="4283"/>
                  </a:lnTo>
                  <a:lnTo>
                    <a:pt x="658342" y="2570"/>
                  </a:lnTo>
                  <a:lnTo>
                    <a:pt x="600624" y="1367"/>
                  </a:lnTo>
                  <a:lnTo>
                    <a:pt x="559870" y="607"/>
                  </a:lnTo>
                  <a:lnTo>
                    <a:pt x="535486" y="198"/>
                  </a:lnTo>
                  <a:lnTo>
                    <a:pt x="524562" y="33"/>
                  </a:lnTo>
                  <a:lnTo>
                    <a:pt x="5221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558" name="pl558"/>
            <p:cNvSpPr/>
            <p:nvPr/>
          </p:nvSpPr>
          <p:spPr>
            <a:xfrm>
              <a:off x="386606" y="1050013"/>
              <a:ext cx="8554953" cy="1276260"/>
            </a:xfrm>
            <a:custGeom>
              <a:avLst/>
              <a:pathLst>
                <a:path w="8554953" h="1276260">
                  <a:moveTo>
                    <a:pt x="0" y="0"/>
                  </a:moveTo>
                  <a:lnTo>
                    <a:pt x="522133" y="0"/>
                  </a:lnTo>
                  <a:lnTo>
                    <a:pt x="523398" y="17"/>
                  </a:lnTo>
                  <a:lnTo>
                    <a:pt x="531666" y="139"/>
                  </a:lnTo>
                  <a:lnTo>
                    <a:pt x="552338" y="476"/>
                  </a:lnTo>
                  <a:lnTo>
                    <a:pt x="588865" y="1139"/>
                  </a:lnTo>
                  <a:lnTo>
                    <a:pt x="642429" y="2225"/>
                  </a:lnTo>
                  <a:lnTo>
                    <a:pt x="711891" y="3806"/>
                  </a:lnTo>
                  <a:lnTo>
                    <a:pt x="794180" y="5924"/>
                  </a:lnTo>
                  <a:lnTo>
                    <a:pt x="885061" y="8594"/>
                  </a:lnTo>
                  <a:lnTo>
                    <a:pt x="980033" y="11807"/>
                  </a:lnTo>
                  <a:lnTo>
                    <a:pt x="1075082" y="15551"/>
                  </a:lnTo>
                  <a:lnTo>
                    <a:pt x="1167124" y="19819"/>
                  </a:lnTo>
                  <a:lnTo>
                    <a:pt x="1254134" y="24619"/>
                  </a:lnTo>
                  <a:lnTo>
                    <a:pt x="1335061" y="29982"/>
                  </a:lnTo>
                  <a:lnTo>
                    <a:pt x="1409626" y="35959"/>
                  </a:lnTo>
                  <a:lnTo>
                    <a:pt x="1478103" y="42626"/>
                  </a:lnTo>
                  <a:lnTo>
                    <a:pt x="1541122" y="50081"/>
                  </a:lnTo>
                  <a:lnTo>
                    <a:pt x="1599518" y="58437"/>
                  </a:lnTo>
                  <a:lnTo>
                    <a:pt x="1654216" y="67815"/>
                  </a:lnTo>
                  <a:lnTo>
                    <a:pt x="1706148" y="78331"/>
                  </a:lnTo>
                  <a:lnTo>
                    <a:pt x="1756171" y="90062"/>
                  </a:lnTo>
                  <a:lnTo>
                    <a:pt x="1768425" y="93178"/>
                  </a:lnTo>
                  <a:lnTo>
                    <a:pt x="1820966" y="107583"/>
                  </a:lnTo>
                  <a:lnTo>
                    <a:pt x="1872997" y="123468"/>
                  </a:lnTo>
                  <a:lnTo>
                    <a:pt x="1925062" y="140853"/>
                  </a:lnTo>
                  <a:lnTo>
                    <a:pt x="1977527" y="159709"/>
                  </a:lnTo>
                  <a:lnTo>
                    <a:pt x="2030609" y="179947"/>
                  </a:lnTo>
                  <a:lnTo>
                    <a:pt x="2084393" y="201419"/>
                  </a:lnTo>
                  <a:lnTo>
                    <a:pt x="2138843" y="223915"/>
                  </a:lnTo>
                  <a:lnTo>
                    <a:pt x="2193833" y="247171"/>
                  </a:lnTo>
                  <a:lnTo>
                    <a:pt x="2249159" y="270883"/>
                  </a:lnTo>
                  <a:lnTo>
                    <a:pt x="2304579" y="294717"/>
                  </a:lnTo>
                  <a:lnTo>
                    <a:pt x="2359837" y="318336"/>
                  </a:lnTo>
                  <a:lnTo>
                    <a:pt x="2414696" y="341413"/>
                  </a:lnTo>
                  <a:lnTo>
                    <a:pt x="2468972" y="363651"/>
                  </a:lnTo>
                  <a:lnTo>
                    <a:pt x="2522562" y="384803"/>
                  </a:lnTo>
                  <a:lnTo>
                    <a:pt x="2575462" y="404675"/>
                  </a:lnTo>
                  <a:lnTo>
                    <a:pt x="2627790" y="423134"/>
                  </a:lnTo>
                  <a:lnTo>
                    <a:pt x="2679801" y="440108"/>
                  </a:lnTo>
                  <a:lnTo>
                    <a:pt x="2731911" y="455583"/>
                  </a:lnTo>
                  <a:lnTo>
                    <a:pt x="2770117" y="465891"/>
                  </a:lnTo>
                  <a:lnTo>
                    <a:pt x="2819781" y="477931"/>
                  </a:lnTo>
                  <a:lnTo>
                    <a:pt x="2871162" y="488744"/>
                  </a:lnTo>
                  <a:lnTo>
                    <a:pt x="2925085" y="498396"/>
                  </a:lnTo>
                  <a:lnTo>
                    <a:pt x="2982471" y="506995"/>
                  </a:lnTo>
                  <a:lnTo>
                    <a:pt x="3044255" y="514663"/>
                  </a:lnTo>
                  <a:lnTo>
                    <a:pt x="3111302" y="521517"/>
                  </a:lnTo>
                  <a:lnTo>
                    <a:pt x="3184308" y="527658"/>
                  </a:lnTo>
                  <a:lnTo>
                    <a:pt x="3263651" y="533168"/>
                  </a:lnTo>
                  <a:lnTo>
                    <a:pt x="3349210" y="538104"/>
                  </a:lnTo>
                  <a:lnTo>
                    <a:pt x="3440146" y="542504"/>
                  </a:lnTo>
                  <a:lnTo>
                    <a:pt x="3534693" y="546379"/>
                  </a:lnTo>
                  <a:lnTo>
                    <a:pt x="3630029" y="549725"/>
                  </a:lnTo>
                  <a:lnTo>
                    <a:pt x="3722342" y="552531"/>
                  </a:lnTo>
                  <a:lnTo>
                    <a:pt x="3807193" y="554786"/>
                  </a:lnTo>
                  <a:lnTo>
                    <a:pt x="3880200" y="556499"/>
                  </a:lnTo>
                  <a:lnTo>
                    <a:pt x="3937918" y="557702"/>
                  </a:lnTo>
                  <a:lnTo>
                    <a:pt x="3978672" y="558462"/>
                  </a:lnTo>
                  <a:lnTo>
                    <a:pt x="4003056" y="558871"/>
                  </a:lnTo>
                  <a:lnTo>
                    <a:pt x="4013980" y="559036"/>
                  </a:lnTo>
                  <a:lnTo>
                    <a:pt x="4016389" y="559069"/>
                  </a:lnTo>
                  <a:lnTo>
                    <a:pt x="4016409" y="559069"/>
                  </a:lnTo>
                  <a:lnTo>
                    <a:pt x="4538543" y="559069"/>
                  </a:lnTo>
                  <a:lnTo>
                    <a:pt x="4539804" y="559091"/>
                  </a:lnTo>
                  <a:lnTo>
                    <a:pt x="4548051" y="559248"/>
                  </a:lnTo>
                  <a:lnTo>
                    <a:pt x="4568672" y="559679"/>
                  </a:lnTo>
                  <a:lnTo>
                    <a:pt x="4605113" y="560528"/>
                  </a:lnTo>
                  <a:lnTo>
                    <a:pt x="4658562" y="561917"/>
                  </a:lnTo>
                  <a:lnTo>
                    <a:pt x="4727890" y="563940"/>
                  </a:lnTo>
                  <a:lnTo>
                    <a:pt x="4810043" y="566651"/>
                  </a:lnTo>
                  <a:lnTo>
                    <a:pt x="4900800" y="570067"/>
                  </a:lnTo>
                  <a:lnTo>
                    <a:pt x="4995672" y="574180"/>
                  </a:lnTo>
                  <a:lnTo>
                    <a:pt x="5090651" y="578973"/>
                  </a:lnTo>
                  <a:lnTo>
                    <a:pt x="5182649" y="584437"/>
                  </a:lnTo>
                  <a:lnTo>
                    <a:pt x="5269640" y="590583"/>
                  </a:lnTo>
                  <a:lnTo>
                    <a:pt x="5350566" y="597447"/>
                  </a:lnTo>
                  <a:lnTo>
                    <a:pt x="5425140" y="605098"/>
                  </a:lnTo>
                  <a:lnTo>
                    <a:pt x="5493632" y="613631"/>
                  </a:lnTo>
                  <a:lnTo>
                    <a:pt x="5556664" y="623171"/>
                  </a:lnTo>
                  <a:lnTo>
                    <a:pt x="5615069" y="633862"/>
                  </a:lnTo>
                  <a:lnTo>
                    <a:pt x="5669769" y="645860"/>
                  </a:lnTo>
                  <a:lnTo>
                    <a:pt x="5721693" y="659312"/>
                  </a:lnTo>
                  <a:lnTo>
                    <a:pt x="5771698" y="674321"/>
                  </a:lnTo>
                  <a:lnTo>
                    <a:pt x="5784835" y="678601"/>
                  </a:lnTo>
                  <a:lnTo>
                    <a:pt x="5836399" y="696717"/>
                  </a:lnTo>
                  <a:lnTo>
                    <a:pt x="5887461" y="716660"/>
                  </a:lnTo>
                  <a:lnTo>
                    <a:pt x="5938540" y="738457"/>
                  </a:lnTo>
                  <a:lnTo>
                    <a:pt x="5989989" y="762075"/>
                  </a:lnTo>
                  <a:lnTo>
                    <a:pt x="6042022" y="787411"/>
                  </a:lnTo>
                  <a:lnTo>
                    <a:pt x="6094727" y="814292"/>
                  </a:lnTo>
                  <a:lnTo>
                    <a:pt x="6148084" y="842469"/>
                  </a:lnTo>
                  <a:lnTo>
                    <a:pt x="6201981" y="871633"/>
                  </a:lnTo>
                  <a:lnTo>
                    <a:pt x="6256235" y="901418"/>
                  </a:lnTo>
                  <a:lnTo>
                    <a:pt x="6310620" y="931426"/>
                  </a:lnTo>
                  <a:lnTo>
                    <a:pt x="6364894" y="961245"/>
                  </a:lnTo>
                  <a:lnTo>
                    <a:pt x="6418828" y="990475"/>
                  </a:lnTo>
                  <a:lnTo>
                    <a:pt x="6472235" y="1018747"/>
                  </a:lnTo>
                  <a:lnTo>
                    <a:pt x="6524996" y="1045746"/>
                  </a:lnTo>
                  <a:lnTo>
                    <a:pt x="6577083" y="1071218"/>
                  </a:lnTo>
                  <a:lnTo>
                    <a:pt x="6628574" y="1094983"/>
                  </a:lnTo>
                  <a:lnTo>
                    <a:pt x="6679672" y="1116933"/>
                  </a:lnTo>
                  <a:lnTo>
                    <a:pt x="6730719" y="1137029"/>
                  </a:lnTo>
                  <a:lnTo>
                    <a:pt x="6782217" y="1155294"/>
                  </a:lnTo>
                  <a:lnTo>
                    <a:pt x="6786527" y="1156728"/>
                  </a:lnTo>
                  <a:lnTo>
                    <a:pt x="6836146" y="1172160"/>
                  </a:lnTo>
                  <a:lnTo>
                    <a:pt x="6887478" y="1186021"/>
                  </a:lnTo>
                  <a:lnTo>
                    <a:pt x="6941346" y="1198395"/>
                  </a:lnTo>
                  <a:lnTo>
                    <a:pt x="6998668" y="1209420"/>
                  </a:lnTo>
                  <a:lnTo>
                    <a:pt x="7060377" y="1219253"/>
                  </a:lnTo>
                  <a:lnTo>
                    <a:pt x="7127337" y="1228042"/>
                  </a:lnTo>
                  <a:lnTo>
                    <a:pt x="7200241" y="1235918"/>
                  </a:lnTo>
                  <a:lnTo>
                    <a:pt x="7279470" y="1242985"/>
                  </a:lnTo>
                  <a:lnTo>
                    <a:pt x="7364907" y="1249318"/>
                  </a:lnTo>
                  <a:lnTo>
                    <a:pt x="7455723" y="1254962"/>
                  </a:lnTo>
                  <a:lnTo>
                    <a:pt x="7550163" y="1259934"/>
                  </a:lnTo>
                  <a:lnTo>
                    <a:pt x="7645423" y="1264231"/>
                  </a:lnTo>
                  <a:lnTo>
                    <a:pt x="7737711" y="1267834"/>
                  </a:lnTo>
                  <a:lnTo>
                    <a:pt x="7822604" y="1270734"/>
                  </a:lnTo>
                  <a:lnTo>
                    <a:pt x="7895725" y="1272937"/>
                  </a:lnTo>
                  <a:lnTo>
                    <a:pt x="7953619" y="1274488"/>
                  </a:lnTo>
                  <a:lnTo>
                    <a:pt x="7994589" y="1275470"/>
                  </a:lnTo>
                  <a:lnTo>
                    <a:pt x="8019190" y="1276000"/>
                  </a:lnTo>
                  <a:lnTo>
                    <a:pt x="8030292" y="1276215"/>
                  </a:lnTo>
                  <a:lnTo>
                    <a:pt x="8032794" y="1276260"/>
                  </a:lnTo>
                  <a:lnTo>
                    <a:pt x="8032819" y="1276260"/>
                  </a:lnTo>
                  <a:lnTo>
                    <a:pt x="8554953" y="1276260"/>
                  </a:lnTo>
                  <a:lnTo>
                    <a:pt x="8554953" y="127626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559" name="pl559"/>
            <p:cNvSpPr/>
            <p:nvPr/>
          </p:nvSpPr>
          <p:spPr>
            <a:xfrm>
              <a:off x="386606" y="1044366"/>
              <a:ext cx="8554953" cy="1276260"/>
            </a:xfrm>
            <a:custGeom>
              <a:avLst/>
              <a:pathLst>
                <a:path w="8554953" h="1276260">
                  <a:moveTo>
                    <a:pt x="8554953" y="1276260"/>
                  </a:moveTo>
                  <a:lnTo>
                    <a:pt x="8032819" y="1276260"/>
                  </a:lnTo>
                  <a:lnTo>
                    <a:pt x="8031558" y="1276238"/>
                  </a:lnTo>
                  <a:lnTo>
                    <a:pt x="8023311" y="1276082"/>
                  </a:lnTo>
                  <a:lnTo>
                    <a:pt x="8002690" y="1275650"/>
                  </a:lnTo>
                  <a:lnTo>
                    <a:pt x="7966249" y="1274802"/>
                  </a:lnTo>
                  <a:lnTo>
                    <a:pt x="7912800" y="1273413"/>
                  </a:lnTo>
                  <a:lnTo>
                    <a:pt x="7843472" y="1271390"/>
                  </a:lnTo>
                  <a:lnTo>
                    <a:pt x="7761319" y="1268679"/>
                  </a:lnTo>
                  <a:lnTo>
                    <a:pt x="7670562" y="1265263"/>
                  </a:lnTo>
                  <a:lnTo>
                    <a:pt x="7575690" y="1261150"/>
                  </a:lnTo>
                  <a:lnTo>
                    <a:pt x="7480711" y="1256357"/>
                  </a:lnTo>
                  <a:lnTo>
                    <a:pt x="7388713" y="1250893"/>
                  </a:lnTo>
                  <a:lnTo>
                    <a:pt x="7301722" y="1244747"/>
                  </a:lnTo>
                  <a:lnTo>
                    <a:pt x="7220796" y="1237883"/>
                  </a:lnTo>
                  <a:lnTo>
                    <a:pt x="7146222" y="1230232"/>
                  </a:lnTo>
                  <a:lnTo>
                    <a:pt x="7077730" y="1221699"/>
                  </a:lnTo>
                  <a:lnTo>
                    <a:pt x="7014698" y="1212159"/>
                  </a:lnTo>
                  <a:lnTo>
                    <a:pt x="6956293" y="1201468"/>
                  </a:lnTo>
                  <a:lnTo>
                    <a:pt x="6901593" y="1189469"/>
                  </a:lnTo>
                  <a:lnTo>
                    <a:pt x="6849669" y="1176017"/>
                  </a:lnTo>
                  <a:lnTo>
                    <a:pt x="6799664" y="1161008"/>
                  </a:lnTo>
                  <a:lnTo>
                    <a:pt x="6786527" y="1156728"/>
                  </a:lnTo>
                  <a:lnTo>
                    <a:pt x="6734963" y="1138612"/>
                  </a:lnTo>
                  <a:lnTo>
                    <a:pt x="6683901" y="1118669"/>
                  </a:lnTo>
                  <a:lnTo>
                    <a:pt x="6632822" y="1096872"/>
                  </a:lnTo>
                  <a:lnTo>
                    <a:pt x="6581373" y="1073255"/>
                  </a:lnTo>
                  <a:lnTo>
                    <a:pt x="6529340" y="1047918"/>
                  </a:lnTo>
                  <a:lnTo>
                    <a:pt x="6476635" y="1021038"/>
                  </a:lnTo>
                  <a:lnTo>
                    <a:pt x="6423278" y="992860"/>
                  </a:lnTo>
                  <a:lnTo>
                    <a:pt x="6369381" y="963696"/>
                  </a:lnTo>
                  <a:lnTo>
                    <a:pt x="6315127" y="933911"/>
                  </a:lnTo>
                  <a:lnTo>
                    <a:pt x="6260742" y="903903"/>
                  </a:lnTo>
                  <a:lnTo>
                    <a:pt x="6206468" y="874084"/>
                  </a:lnTo>
                  <a:lnTo>
                    <a:pt x="6152534" y="844855"/>
                  </a:lnTo>
                  <a:lnTo>
                    <a:pt x="6099127" y="816582"/>
                  </a:lnTo>
                  <a:lnTo>
                    <a:pt x="6046366" y="789584"/>
                  </a:lnTo>
                  <a:lnTo>
                    <a:pt x="5994279" y="764112"/>
                  </a:lnTo>
                  <a:lnTo>
                    <a:pt x="5942788" y="740347"/>
                  </a:lnTo>
                  <a:lnTo>
                    <a:pt x="5891690" y="718397"/>
                  </a:lnTo>
                  <a:lnTo>
                    <a:pt x="5840643" y="698301"/>
                  </a:lnTo>
                  <a:lnTo>
                    <a:pt x="5789145" y="680035"/>
                  </a:lnTo>
                  <a:lnTo>
                    <a:pt x="5784835" y="678601"/>
                  </a:lnTo>
                  <a:lnTo>
                    <a:pt x="5735216" y="663170"/>
                  </a:lnTo>
                  <a:lnTo>
                    <a:pt x="5683884" y="649309"/>
                  </a:lnTo>
                  <a:lnTo>
                    <a:pt x="5630016" y="636935"/>
                  </a:lnTo>
                  <a:lnTo>
                    <a:pt x="5572694" y="625910"/>
                  </a:lnTo>
                  <a:lnTo>
                    <a:pt x="5510985" y="616077"/>
                  </a:lnTo>
                  <a:lnTo>
                    <a:pt x="5444025" y="607288"/>
                  </a:lnTo>
                  <a:lnTo>
                    <a:pt x="5371121" y="599412"/>
                  </a:lnTo>
                  <a:lnTo>
                    <a:pt x="5291892" y="592345"/>
                  </a:lnTo>
                  <a:lnTo>
                    <a:pt x="5206455" y="586012"/>
                  </a:lnTo>
                  <a:lnTo>
                    <a:pt x="5115639" y="580368"/>
                  </a:lnTo>
                  <a:lnTo>
                    <a:pt x="5021199" y="575395"/>
                  </a:lnTo>
                  <a:lnTo>
                    <a:pt x="4925939" y="571099"/>
                  </a:lnTo>
                  <a:lnTo>
                    <a:pt x="4833651" y="567495"/>
                  </a:lnTo>
                  <a:lnTo>
                    <a:pt x="4748758" y="564596"/>
                  </a:lnTo>
                  <a:lnTo>
                    <a:pt x="4675637" y="562392"/>
                  </a:lnTo>
                  <a:lnTo>
                    <a:pt x="4617743" y="560841"/>
                  </a:lnTo>
                  <a:lnTo>
                    <a:pt x="4576773" y="559860"/>
                  </a:lnTo>
                  <a:lnTo>
                    <a:pt x="4552172" y="559330"/>
                  </a:lnTo>
                  <a:lnTo>
                    <a:pt x="4541070" y="559114"/>
                  </a:lnTo>
                  <a:lnTo>
                    <a:pt x="4538568" y="559070"/>
                  </a:lnTo>
                  <a:lnTo>
                    <a:pt x="4538543" y="559069"/>
                  </a:lnTo>
                  <a:lnTo>
                    <a:pt x="4016409" y="559069"/>
                  </a:lnTo>
                  <a:lnTo>
                    <a:pt x="4015145" y="559052"/>
                  </a:lnTo>
                  <a:lnTo>
                    <a:pt x="4006877" y="558930"/>
                  </a:lnTo>
                  <a:lnTo>
                    <a:pt x="3986204" y="558593"/>
                  </a:lnTo>
                  <a:lnTo>
                    <a:pt x="3949678" y="557930"/>
                  </a:lnTo>
                  <a:lnTo>
                    <a:pt x="3896114" y="556844"/>
                  </a:lnTo>
                  <a:lnTo>
                    <a:pt x="3826651" y="555263"/>
                  </a:lnTo>
                  <a:lnTo>
                    <a:pt x="3744362" y="553144"/>
                  </a:lnTo>
                  <a:lnTo>
                    <a:pt x="3653481" y="550475"/>
                  </a:lnTo>
                  <a:lnTo>
                    <a:pt x="3558509" y="547262"/>
                  </a:lnTo>
                  <a:lnTo>
                    <a:pt x="3463460" y="543518"/>
                  </a:lnTo>
                  <a:lnTo>
                    <a:pt x="3371419" y="539250"/>
                  </a:lnTo>
                  <a:lnTo>
                    <a:pt x="3284408" y="534450"/>
                  </a:lnTo>
                  <a:lnTo>
                    <a:pt x="3203481" y="529087"/>
                  </a:lnTo>
                  <a:lnTo>
                    <a:pt x="3128916" y="523110"/>
                  </a:lnTo>
                  <a:lnTo>
                    <a:pt x="3060439" y="516443"/>
                  </a:lnTo>
                  <a:lnTo>
                    <a:pt x="2997420" y="508988"/>
                  </a:lnTo>
                  <a:lnTo>
                    <a:pt x="2939025" y="500632"/>
                  </a:lnTo>
                  <a:lnTo>
                    <a:pt x="2884326" y="491254"/>
                  </a:lnTo>
                  <a:lnTo>
                    <a:pt x="2832394" y="480738"/>
                  </a:lnTo>
                  <a:lnTo>
                    <a:pt x="2782371" y="469007"/>
                  </a:lnTo>
                  <a:lnTo>
                    <a:pt x="2770117" y="465891"/>
                  </a:lnTo>
                  <a:lnTo>
                    <a:pt x="2717577" y="451486"/>
                  </a:lnTo>
                  <a:lnTo>
                    <a:pt x="2665545" y="435601"/>
                  </a:lnTo>
                  <a:lnTo>
                    <a:pt x="2613481" y="418216"/>
                  </a:lnTo>
                  <a:lnTo>
                    <a:pt x="2561015" y="399360"/>
                  </a:lnTo>
                  <a:lnTo>
                    <a:pt x="2507933" y="379121"/>
                  </a:lnTo>
                  <a:lnTo>
                    <a:pt x="2454150" y="357650"/>
                  </a:lnTo>
                  <a:lnTo>
                    <a:pt x="2399699" y="335154"/>
                  </a:lnTo>
                  <a:lnTo>
                    <a:pt x="2344710" y="311898"/>
                  </a:lnTo>
                  <a:lnTo>
                    <a:pt x="2289383" y="288186"/>
                  </a:lnTo>
                  <a:lnTo>
                    <a:pt x="2233963" y="264352"/>
                  </a:lnTo>
                  <a:lnTo>
                    <a:pt x="2178705" y="240733"/>
                  </a:lnTo>
                  <a:lnTo>
                    <a:pt x="2123846" y="217656"/>
                  </a:lnTo>
                  <a:lnTo>
                    <a:pt x="2069570" y="195418"/>
                  </a:lnTo>
                  <a:lnTo>
                    <a:pt x="2015980" y="174266"/>
                  </a:lnTo>
                  <a:lnTo>
                    <a:pt x="1963080" y="154394"/>
                  </a:lnTo>
                  <a:lnTo>
                    <a:pt x="1910753" y="135935"/>
                  </a:lnTo>
                  <a:lnTo>
                    <a:pt x="1858741" y="118961"/>
                  </a:lnTo>
                  <a:lnTo>
                    <a:pt x="1806632" y="103486"/>
                  </a:lnTo>
                  <a:lnTo>
                    <a:pt x="1768425" y="93178"/>
                  </a:lnTo>
                  <a:lnTo>
                    <a:pt x="1718761" y="81138"/>
                  </a:lnTo>
                  <a:lnTo>
                    <a:pt x="1667380" y="70325"/>
                  </a:lnTo>
                  <a:lnTo>
                    <a:pt x="1613457" y="60673"/>
                  </a:lnTo>
                  <a:lnTo>
                    <a:pt x="1556071" y="52074"/>
                  </a:lnTo>
                  <a:lnTo>
                    <a:pt x="1494288" y="44406"/>
                  </a:lnTo>
                  <a:lnTo>
                    <a:pt x="1427240" y="37552"/>
                  </a:lnTo>
                  <a:lnTo>
                    <a:pt x="1354234" y="31411"/>
                  </a:lnTo>
                  <a:lnTo>
                    <a:pt x="1274891" y="25901"/>
                  </a:lnTo>
                  <a:lnTo>
                    <a:pt x="1189332" y="20964"/>
                  </a:lnTo>
                  <a:lnTo>
                    <a:pt x="1098396" y="16565"/>
                  </a:lnTo>
                  <a:lnTo>
                    <a:pt x="1003849" y="12690"/>
                  </a:lnTo>
                  <a:lnTo>
                    <a:pt x="908513" y="9344"/>
                  </a:lnTo>
                  <a:lnTo>
                    <a:pt x="816200" y="6538"/>
                  </a:lnTo>
                  <a:lnTo>
                    <a:pt x="731349" y="4283"/>
                  </a:lnTo>
                  <a:lnTo>
                    <a:pt x="658342" y="2570"/>
                  </a:lnTo>
                  <a:lnTo>
                    <a:pt x="600624" y="1367"/>
                  </a:lnTo>
                  <a:lnTo>
                    <a:pt x="559870" y="607"/>
                  </a:lnTo>
                  <a:lnTo>
                    <a:pt x="535486" y="198"/>
                  </a:lnTo>
                  <a:lnTo>
                    <a:pt x="524562" y="33"/>
                  </a:lnTo>
                  <a:lnTo>
                    <a:pt x="522153" y="0"/>
                  </a:lnTo>
                  <a:lnTo>
                    <a:pt x="522133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560" name="pg560"/>
            <p:cNvSpPr/>
            <p:nvPr/>
          </p:nvSpPr>
          <p:spPr>
            <a:xfrm>
              <a:off x="386606" y="1050013"/>
              <a:ext cx="8554953" cy="1485205"/>
            </a:xfrm>
            <a:custGeom>
              <a:avLst/>
              <a:pathLst>
                <a:path w="8554953" h="1485205">
                  <a:moveTo>
                    <a:pt x="0" y="5647"/>
                  </a:moveTo>
                  <a:lnTo>
                    <a:pt x="522133" y="5647"/>
                  </a:lnTo>
                  <a:lnTo>
                    <a:pt x="523398" y="5664"/>
                  </a:lnTo>
                  <a:lnTo>
                    <a:pt x="531666" y="5786"/>
                  </a:lnTo>
                  <a:lnTo>
                    <a:pt x="552338" y="6123"/>
                  </a:lnTo>
                  <a:lnTo>
                    <a:pt x="588865" y="6786"/>
                  </a:lnTo>
                  <a:lnTo>
                    <a:pt x="642429" y="7872"/>
                  </a:lnTo>
                  <a:lnTo>
                    <a:pt x="711891" y="9453"/>
                  </a:lnTo>
                  <a:lnTo>
                    <a:pt x="794180" y="11572"/>
                  </a:lnTo>
                  <a:lnTo>
                    <a:pt x="885061" y="14241"/>
                  </a:lnTo>
                  <a:lnTo>
                    <a:pt x="980033" y="17454"/>
                  </a:lnTo>
                  <a:lnTo>
                    <a:pt x="1075082" y="21198"/>
                  </a:lnTo>
                  <a:lnTo>
                    <a:pt x="1167124" y="25466"/>
                  </a:lnTo>
                  <a:lnTo>
                    <a:pt x="1254134" y="30267"/>
                  </a:lnTo>
                  <a:lnTo>
                    <a:pt x="1335061" y="35629"/>
                  </a:lnTo>
                  <a:lnTo>
                    <a:pt x="1409626" y="41606"/>
                  </a:lnTo>
                  <a:lnTo>
                    <a:pt x="1478103" y="48273"/>
                  </a:lnTo>
                  <a:lnTo>
                    <a:pt x="1541122" y="55728"/>
                  </a:lnTo>
                  <a:lnTo>
                    <a:pt x="1599518" y="64084"/>
                  </a:lnTo>
                  <a:lnTo>
                    <a:pt x="1654216" y="73462"/>
                  </a:lnTo>
                  <a:lnTo>
                    <a:pt x="1706148" y="83978"/>
                  </a:lnTo>
                  <a:lnTo>
                    <a:pt x="1756171" y="95710"/>
                  </a:lnTo>
                  <a:lnTo>
                    <a:pt x="1768425" y="98825"/>
                  </a:lnTo>
                  <a:lnTo>
                    <a:pt x="1820966" y="113230"/>
                  </a:lnTo>
                  <a:lnTo>
                    <a:pt x="1872997" y="129115"/>
                  </a:lnTo>
                  <a:lnTo>
                    <a:pt x="1925062" y="146500"/>
                  </a:lnTo>
                  <a:lnTo>
                    <a:pt x="1977527" y="165356"/>
                  </a:lnTo>
                  <a:lnTo>
                    <a:pt x="2030609" y="185595"/>
                  </a:lnTo>
                  <a:lnTo>
                    <a:pt x="2084393" y="207066"/>
                  </a:lnTo>
                  <a:lnTo>
                    <a:pt x="2138843" y="229562"/>
                  </a:lnTo>
                  <a:lnTo>
                    <a:pt x="2193833" y="252818"/>
                  </a:lnTo>
                  <a:lnTo>
                    <a:pt x="2249159" y="276530"/>
                  </a:lnTo>
                  <a:lnTo>
                    <a:pt x="2304579" y="300364"/>
                  </a:lnTo>
                  <a:lnTo>
                    <a:pt x="2359837" y="323983"/>
                  </a:lnTo>
                  <a:lnTo>
                    <a:pt x="2414696" y="347060"/>
                  </a:lnTo>
                  <a:lnTo>
                    <a:pt x="2468972" y="369299"/>
                  </a:lnTo>
                  <a:lnTo>
                    <a:pt x="2522562" y="390450"/>
                  </a:lnTo>
                  <a:lnTo>
                    <a:pt x="2575462" y="410322"/>
                  </a:lnTo>
                  <a:lnTo>
                    <a:pt x="2627790" y="428781"/>
                  </a:lnTo>
                  <a:lnTo>
                    <a:pt x="2679801" y="445755"/>
                  </a:lnTo>
                  <a:lnTo>
                    <a:pt x="2731911" y="461230"/>
                  </a:lnTo>
                  <a:lnTo>
                    <a:pt x="2770117" y="471538"/>
                  </a:lnTo>
                  <a:lnTo>
                    <a:pt x="2819781" y="483578"/>
                  </a:lnTo>
                  <a:lnTo>
                    <a:pt x="2871162" y="494391"/>
                  </a:lnTo>
                  <a:lnTo>
                    <a:pt x="2925085" y="504043"/>
                  </a:lnTo>
                  <a:lnTo>
                    <a:pt x="2982471" y="512642"/>
                  </a:lnTo>
                  <a:lnTo>
                    <a:pt x="3044255" y="520310"/>
                  </a:lnTo>
                  <a:lnTo>
                    <a:pt x="3111302" y="527164"/>
                  </a:lnTo>
                  <a:lnTo>
                    <a:pt x="3184308" y="533305"/>
                  </a:lnTo>
                  <a:lnTo>
                    <a:pt x="3263651" y="538815"/>
                  </a:lnTo>
                  <a:lnTo>
                    <a:pt x="3349210" y="543752"/>
                  </a:lnTo>
                  <a:lnTo>
                    <a:pt x="3440146" y="548151"/>
                  </a:lnTo>
                  <a:lnTo>
                    <a:pt x="3534693" y="552026"/>
                  </a:lnTo>
                  <a:lnTo>
                    <a:pt x="3630029" y="555372"/>
                  </a:lnTo>
                  <a:lnTo>
                    <a:pt x="3722342" y="558178"/>
                  </a:lnTo>
                  <a:lnTo>
                    <a:pt x="3807193" y="560433"/>
                  </a:lnTo>
                  <a:lnTo>
                    <a:pt x="3880200" y="562146"/>
                  </a:lnTo>
                  <a:lnTo>
                    <a:pt x="3937918" y="563349"/>
                  </a:lnTo>
                  <a:lnTo>
                    <a:pt x="3978672" y="564109"/>
                  </a:lnTo>
                  <a:lnTo>
                    <a:pt x="4003056" y="564518"/>
                  </a:lnTo>
                  <a:lnTo>
                    <a:pt x="4013980" y="564683"/>
                  </a:lnTo>
                  <a:lnTo>
                    <a:pt x="4016409" y="564717"/>
                  </a:lnTo>
                  <a:lnTo>
                    <a:pt x="4538543" y="564717"/>
                  </a:lnTo>
                  <a:lnTo>
                    <a:pt x="4539799" y="564745"/>
                  </a:lnTo>
                  <a:lnTo>
                    <a:pt x="4548011" y="564944"/>
                  </a:lnTo>
                  <a:lnTo>
                    <a:pt x="4568548" y="565496"/>
                  </a:lnTo>
                  <a:lnTo>
                    <a:pt x="4604849" y="566580"/>
                  </a:lnTo>
                  <a:lnTo>
                    <a:pt x="4658108" y="568355"/>
                  </a:lnTo>
                  <a:lnTo>
                    <a:pt x="4727217" y="570941"/>
                  </a:lnTo>
                  <a:lnTo>
                    <a:pt x="4809146" y="574407"/>
                  </a:lnTo>
                  <a:lnTo>
                    <a:pt x="4899700" y="578775"/>
                  </a:lnTo>
                  <a:lnTo>
                    <a:pt x="4994409" y="584035"/>
                  </a:lnTo>
                  <a:lnTo>
                    <a:pt x="5089270" y="590165"/>
                  </a:lnTo>
                  <a:lnTo>
                    <a:pt x="5181198" y="597155"/>
                  </a:lnTo>
                  <a:lnTo>
                    <a:pt x="5268157" y="605016"/>
                  </a:lnTo>
                  <a:lnTo>
                    <a:pt x="5349079" y="613796"/>
                  </a:lnTo>
                  <a:lnTo>
                    <a:pt x="5423669" y="623579"/>
                  </a:lnTo>
                  <a:lnTo>
                    <a:pt x="5492183" y="634489"/>
                  </a:lnTo>
                  <a:lnTo>
                    <a:pt x="5555239" y="646684"/>
                  </a:lnTo>
                  <a:lnTo>
                    <a:pt x="5613659" y="660348"/>
                  </a:lnTo>
                  <a:lnTo>
                    <a:pt x="5668361" y="675679"/>
                  </a:lnTo>
                  <a:lnTo>
                    <a:pt x="5720273" y="692866"/>
                  </a:lnTo>
                  <a:lnTo>
                    <a:pt x="5770248" y="712043"/>
                  </a:lnTo>
                  <a:lnTo>
                    <a:pt x="5784835" y="718131"/>
                  </a:lnTo>
                  <a:lnTo>
                    <a:pt x="5834967" y="740701"/>
                  </a:lnTo>
                  <a:lnTo>
                    <a:pt x="5884610" y="765485"/>
                  </a:lnTo>
                  <a:lnTo>
                    <a:pt x="5934245" y="792517"/>
                  </a:lnTo>
                  <a:lnTo>
                    <a:pt x="5984209" y="821764"/>
                  </a:lnTo>
                  <a:lnTo>
                    <a:pt x="6034708" y="853114"/>
                  </a:lnTo>
                  <a:lnTo>
                    <a:pt x="6085838" y="886372"/>
                  </a:lnTo>
                  <a:lnTo>
                    <a:pt x="6137595" y="921259"/>
                  </a:lnTo>
                  <a:lnTo>
                    <a:pt x="6189887" y="957422"/>
                  </a:lnTo>
                  <a:lnTo>
                    <a:pt x="6242561" y="994443"/>
                  </a:lnTo>
                  <a:lnTo>
                    <a:pt x="6295416" y="1031857"/>
                  </a:lnTo>
                  <a:lnTo>
                    <a:pt x="6348229" y="1069182"/>
                  </a:lnTo>
                  <a:lnTo>
                    <a:pt x="6400784" y="1105939"/>
                  </a:lnTo>
                  <a:lnTo>
                    <a:pt x="6452894" y="1141678"/>
                  </a:lnTo>
                  <a:lnTo>
                    <a:pt x="6504426" y="1176003"/>
                  </a:lnTo>
                  <a:lnTo>
                    <a:pt x="6555319" y="1208586"/>
                  </a:lnTo>
                  <a:lnTo>
                    <a:pt x="6605605" y="1239180"/>
                  </a:lnTo>
                  <a:lnTo>
                    <a:pt x="6655417" y="1267620"/>
                  </a:lnTo>
                  <a:lnTo>
                    <a:pt x="6705009" y="1293824"/>
                  </a:lnTo>
                  <a:lnTo>
                    <a:pt x="6754767" y="1317785"/>
                  </a:lnTo>
                  <a:lnTo>
                    <a:pt x="6786527" y="1331791"/>
                  </a:lnTo>
                  <a:lnTo>
                    <a:pt x="6836072" y="1351569"/>
                  </a:lnTo>
                  <a:lnTo>
                    <a:pt x="6887324" y="1369337"/>
                  </a:lnTo>
                  <a:lnTo>
                    <a:pt x="6941102" y="1385202"/>
                  </a:lnTo>
                  <a:lnTo>
                    <a:pt x="6998319" y="1399340"/>
                  </a:lnTo>
                  <a:lnTo>
                    <a:pt x="7059905" y="1411951"/>
                  </a:lnTo>
                  <a:lnTo>
                    <a:pt x="7126721" y="1423225"/>
                  </a:lnTo>
                  <a:lnTo>
                    <a:pt x="7199459" y="1433329"/>
                  </a:lnTo>
                  <a:lnTo>
                    <a:pt x="7278502" y="1442396"/>
                  </a:lnTo>
                  <a:lnTo>
                    <a:pt x="7363739" y="1450524"/>
                  </a:lnTo>
                  <a:lnTo>
                    <a:pt x="7454356" y="1457769"/>
                  </a:lnTo>
                  <a:lnTo>
                    <a:pt x="7548621" y="1464156"/>
                  </a:lnTo>
                  <a:lnTo>
                    <a:pt x="7643757" y="1469676"/>
                  </a:lnTo>
                  <a:lnTo>
                    <a:pt x="7736003" y="1474311"/>
                  </a:lnTo>
                  <a:lnTo>
                    <a:pt x="7820962" y="1478045"/>
                  </a:lnTo>
                  <a:lnTo>
                    <a:pt x="7894267" y="1480888"/>
                  </a:lnTo>
                  <a:lnTo>
                    <a:pt x="7952450" y="1482893"/>
                  </a:lnTo>
                  <a:lnTo>
                    <a:pt x="7993772" y="1484167"/>
                  </a:lnTo>
                  <a:lnTo>
                    <a:pt x="8018731" y="1484859"/>
                  </a:lnTo>
                  <a:lnTo>
                    <a:pt x="8030126" y="1485144"/>
                  </a:lnTo>
                  <a:lnTo>
                    <a:pt x="8032819" y="1485205"/>
                  </a:lnTo>
                  <a:lnTo>
                    <a:pt x="8554953" y="1485205"/>
                  </a:lnTo>
                  <a:lnTo>
                    <a:pt x="8554953" y="1479558"/>
                  </a:lnTo>
                  <a:lnTo>
                    <a:pt x="8032819" y="1479558"/>
                  </a:lnTo>
                  <a:lnTo>
                    <a:pt x="8031563" y="1479530"/>
                  </a:lnTo>
                  <a:lnTo>
                    <a:pt x="8023351" y="1479331"/>
                  </a:lnTo>
                  <a:lnTo>
                    <a:pt x="8002813" y="1478779"/>
                  </a:lnTo>
                  <a:lnTo>
                    <a:pt x="7966513" y="1477695"/>
                  </a:lnTo>
                  <a:lnTo>
                    <a:pt x="7913254" y="1475920"/>
                  </a:lnTo>
                  <a:lnTo>
                    <a:pt x="7844145" y="1473334"/>
                  </a:lnTo>
                  <a:lnTo>
                    <a:pt x="7762216" y="1469868"/>
                  </a:lnTo>
                  <a:lnTo>
                    <a:pt x="7671661" y="1465500"/>
                  </a:lnTo>
                  <a:lnTo>
                    <a:pt x="7576953" y="1460240"/>
                  </a:lnTo>
                  <a:lnTo>
                    <a:pt x="7482092" y="1454110"/>
                  </a:lnTo>
                  <a:lnTo>
                    <a:pt x="7390164" y="1447120"/>
                  </a:lnTo>
                  <a:lnTo>
                    <a:pt x="7303205" y="1439259"/>
                  </a:lnTo>
                  <a:lnTo>
                    <a:pt x="7222283" y="1430479"/>
                  </a:lnTo>
                  <a:lnTo>
                    <a:pt x="7147693" y="1420696"/>
                  </a:lnTo>
                  <a:lnTo>
                    <a:pt x="7079178" y="1409785"/>
                  </a:lnTo>
                  <a:lnTo>
                    <a:pt x="7016123" y="1397591"/>
                  </a:lnTo>
                  <a:lnTo>
                    <a:pt x="6957703" y="1383927"/>
                  </a:lnTo>
                  <a:lnTo>
                    <a:pt x="6903001" y="1368596"/>
                  </a:lnTo>
                  <a:lnTo>
                    <a:pt x="6851089" y="1351409"/>
                  </a:lnTo>
                  <a:lnTo>
                    <a:pt x="6801114" y="1332232"/>
                  </a:lnTo>
                  <a:lnTo>
                    <a:pt x="6786527" y="1326144"/>
                  </a:lnTo>
                  <a:lnTo>
                    <a:pt x="6736395" y="1303574"/>
                  </a:lnTo>
                  <a:lnTo>
                    <a:pt x="6686752" y="1278790"/>
                  </a:lnTo>
                  <a:lnTo>
                    <a:pt x="6637117" y="1251758"/>
                  </a:lnTo>
                  <a:lnTo>
                    <a:pt x="6587153" y="1222511"/>
                  </a:lnTo>
                  <a:lnTo>
                    <a:pt x="6536654" y="1191161"/>
                  </a:lnTo>
                  <a:lnTo>
                    <a:pt x="6485523" y="1157903"/>
                  </a:lnTo>
                  <a:lnTo>
                    <a:pt x="6433767" y="1123015"/>
                  </a:lnTo>
                  <a:lnTo>
                    <a:pt x="6381475" y="1086852"/>
                  </a:lnTo>
                  <a:lnTo>
                    <a:pt x="6328801" y="1049832"/>
                  </a:lnTo>
                  <a:lnTo>
                    <a:pt x="6275946" y="1012418"/>
                  </a:lnTo>
                  <a:lnTo>
                    <a:pt x="6223133" y="975093"/>
                  </a:lnTo>
                  <a:lnTo>
                    <a:pt x="6170578" y="938336"/>
                  </a:lnTo>
                  <a:lnTo>
                    <a:pt x="6118468" y="902597"/>
                  </a:lnTo>
                  <a:lnTo>
                    <a:pt x="6066936" y="868272"/>
                  </a:lnTo>
                  <a:lnTo>
                    <a:pt x="6016043" y="835689"/>
                  </a:lnTo>
                  <a:lnTo>
                    <a:pt x="5965757" y="805095"/>
                  </a:lnTo>
                  <a:lnTo>
                    <a:pt x="5915945" y="776655"/>
                  </a:lnTo>
                  <a:lnTo>
                    <a:pt x="5866353" y="750451"/>
                  </a:lnTo>
                  <a:lnTo>
                    <a:pt x="5816594" y="726490"/>
                  </a:lnTo>
                  <a:lnTo>
                    <a:pt x="5784835" y="712484"/>
                  </a:lnTo>
                  <a:lnTo>
                    <a:pt x="5735290" y="692706"/>
                  </a:lnTo>
                  <a:lnTo>
                    <a:pt x="5684038" y="674938"/>
                  </a:lnTo>
                  <a:lnTo>
                    <a:pt x="5630260" y="659073"/>
                  </a:lnTo>
                  <a:lnTo>
                    <a:pt x="5573042" y="644935"/>
                  </a:lnTo>
                  <a:lnTo>
                    <a:pt x="5511457" y="632324"/>
                  </a:lnTo>
                  <a:lnTo>
                    <a:pt x="5444641" y="621050"/>
                  </a:lnTo>
                  <a:lnTo>
                    <a:pt x="5371903" y="610946"/>
                  </a:lnTo>
                  <a:lnTo>
                    <a:pt x="5292860" y="601879"/>
                  </a:lnTo>
                  <a:lnTo>
                    <a:pt x="5207623" y="593751"/>
                  </a:lnTo>
                  <a:lnTo>
                    <a:pt x="5117006" y="586505"/>
                  </a:lnTo>
                  <a:lnTo>
                    <a:pt x="5022741" y="580119"/>
                  </a:lnTo>
                  <a:lnTo>
                    <a:pt x="4927605" y="574599"/>
                  </a:lnTo>
                  <a:lnTo>
                    <a:pt x="4835359" y="569964"/>
                  </a:lnTo>
                  <a:lnTo>
                    <a:pt x="4750400" y="566230"/>
                  </a:lnTo>
                  <a:lnTo>
                    <a:pt x="4677095" y="563387"/>
                  </a:lnTo>
                  <a:lnTo>
                    <a:pt x="4618912" y="561382"/>
                  </a:lnTo>
                  <a:lnTo>
                    <a:pt x="4577590" y="560108"/>
                  </a:lnTo>
                  <a:lnTo>
                    <a:pt x="4552631" y="559416"/>
                  </a:lnTo>
                  <a:lnTo>
                    <a:pt x="4541236" y="559131"/>
                  </a:lnTo>
                  <a:lnTo>
                    <a:pt x="4538543" y="559069"/>
                  </a:lnTo>
                  <a:lnTo>
                    <a:pt x="4016409" y="559069"/>
                  </a:lnTo>
                  <a:lnTo>
                    <a:pt x="4015145" y="559052"/>
                  </a:lnTo>
                  <a:lnTo>
                    <a:pt x="4006877" y="558930"/>
                  </a:lnTo>
                  <a:lnTo>
                    <a:pt x="3986204" y="558593"/>
                  </a:lnTo>
                  <a:lnTo>
                    <a:pt x="3949678" y="557930"/>
                  </a:lnTo>
                  <a:lnTo>
                    <a:pt x="3896114" y="556844"/>
                  </a:lnTo>
                  <a:lnTo>
                    <a:pt x="3826651" y="555263"/>
                  </a:lnTo>
                  <a:lnTo>
                    <a:pt x="3744362" y="553144"/>
                  </a:lnTo>
                  <a:lnTo>
                    <a:pt x="3653481" y="550475"/>
                  </a:lnTo>
                  <a:lnTo>
                    <a:pt x="3558509" y="547262"/>
                  </a:lnTo>
                  <a:lnTo>
                    <a:pt x="3463460" y="543518"/>
                  </a:lnTo>
                  <a:lnTo>
                    <a:pt x="3371419" y="539250"/>
                  </a:lnTo>
                  <a:lnTo>
                    <a:pt x="3284408" y="534450"/>
                  </a:lnTo>
                  <a:lnTo>
                    <a:pt x="3203481" y="529087"/>
                  </a:lnTo>
                  <a:lnTo>
                    <a:pt x="3128916" y="523110"/>
                  </a:lnTo>
                  <a:lnTo>
                    <a:pt x="3060439" y="516443"/>
                  </a:lnTo>
                  <a:lnTo>
                    <a:pt x="2997420" y="508988"/>
                  </a:lnTo>
                  <a:lnTo>
                    <a:pt x="2939025" y="500632"/>
                  </a:lnTo>
                  <a:lnTo>
                    <a:pt x="2884326" y="491254"/>
                  </a:lnTo>
                  <a:lnTo>
                    <a:pt x="2832394" y="480738"/>
                  </a:lnTo>
                  <a:lnTo>
                    <a:pt x="2782371" y="469007"/>
                  </a:lnTo>
                  <a:lnTo>
                    <a:pt x="2770117" y="465891"/>
                  </a:lnTo>
                  <a:lnTo>
                    <a:pt x="2717577" y="451486"/>
                  </a:lnTo>
                  <a:lnTo>
                    <a:pt x="2665545" y="435601"/>
                  </a:lnTo>
                  <a:lnTo>
                    <a:pt x="2613481" y="418216"/>
                  </a:lnTo>
                  <a:lnTo>
                    <a:pt x="2561015" y="399360"/>
                  </a:lnTo>
                  <a:lnTo>
                    <a:pt x="2507933" y="379121"/>
                  </a:lnTo>
                  <a:lnTo>
                    <a:pt x="2454150" y="357650"/>
                  </a:lnTo>
                  <a:lnTo>
                    <a:pt x="2399699" y="335154"/>
                  </a:lnTo>
                  <a:lnTo>
                    <a:pt x="2344710" y="311898"/>
                  </a:lnTo>
                  <a:lnTo>
                    <a:pt x="2289383" y="288186"/>
                  </a:lnTo>
                  <a:lnTo>
                    <a:pt x="2233963" y="264352"/>
                  </a:lnTo>
                  <a:lnTo>
                    <a:pt x="2178705" y="240733"/>
                  </a:lnTo>
                  <a:lnTo>
                    <a:pt x="2123846" y="217656"/>
                  </a:lnTo>
                  <a:lnTo>
                    <a:pt x="2069570" y="195418"/>
                  </a:lnTo>
                  <a:lnTo>
                    <a:pt x="2015980" y="174266"/>
                  </a:lnTo>
                  <a:lnTo>
                    <a:pt x="1963080" y="154394"/>
                  </a:lnTo>
                  <a:lnTo>
                    <a:pt x="1910753" y="135935"/>
                  </a:lnTo>
                  <a:lnTo>
                    <a:pt x="1858741" y="118961"/>
                  </a:lnTo>
                  <a:lnTo>
                    <a:pt x="1806632" y="103486"/>
                  </a:lnTo>
                  <a:lnTo>
                    <a:pt x="1768425" y="93178"/>
                  </a:lnTo>
                  <a:lnTo>
                    <a:pt x="1718761" y="81138"/>
                  </a:lnTo>
                  <a:lnTo>
                    <a:pt x="1667380" y="70325"/>
                  </a:lnTo>
                  <a:lnTo>
                    <a:pt x="1613457" y="60673"/>
                  </a:lnTo>
                  <a:lnTo>
                    <a:pt x="1556071" y="52074"/>
                  </a:lnTo>
                  <a:lnTo>
                    <a:pt x="1494288" y="44406"/>
                  </a:lnTo>
                  <a:lnTo>
                    <a:pt x="1427240" y="37552"/>
                  </a:lnTo>
                  <a:lnTo>
                    <a:pt x="1354234" y="31411"/>
                  </a:lnTo>
                  <a:lnTo>
                    <a:pt x="1274891" y="25901"/>
                  </a:lnTo>
                  <a:lnTo>
                    <a:pt x="1189332" y="20964"/>
                  </a:lnTo>
                  <a:lnTo>
                    <a:pt x="1098396" y="16565"/>
                  </a:lnTo>
                  <a:lnTo>
                    <a:pt x="1003849" y="12690"/>
                  </a:lnTo>
                  <a:lnTo>
                    <a:pt x="908513" y="9344"/>
                  </a:lnTo>
                  <a:lnTo>
                    <a:pt x="816200" y="6538"/>
                  </a:lnTo>
                  <a:lnTo>
                    <a:pt x="731349" y="4283"/>
                  </a:lnTo>
                  <a:lnTo>
                    <a:pt x="658342" y="2570"/>
                  </a:lnTo>
                  <a:lnTo>
                    <a:pt x="600624" y="1367"/>
                  </a:lnTo>
                  <a:lnTo>
                    <a:pt x="559870" y="607"/>
                  </a:lnTo>
                  <a:lnTo>
                    <a:pt x="535486" y="198"/>
                  </a:lnTo>
                  <a:lnTo>
                    <a:pt x="524562" y="33"/>
                  </a:lnTo>
                  <a:lnTo>
                    <a:pt x="5221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561" name="pl561"/>
            <p:cNvSpPr/>
            <p:nvPr/>
          </p:nvSpPr>
          <p:spPr>
            <a:xfrm>
              <a:off x="386606" y="1055660"/>
              <a:ext cx="8554953" cy="1479558"/>
            </a:xfrm>
            <a:custGeom>
              <a:avLst/>
              <a:pathLst>
                <a:path w="8554953" h="1479558">
                  <a:moveTo>
                    <a:pt x="0" y="0"/>
                  </a:moveTo>
                  <a:lnTo>
                    <a:pt x="522133" y="0"/>
                  </a:lnTo>
                  <a:lnTo>
                    <a:pt x="523398" y="17"/>
                  </a:lnTo>
                  <a:lnTo>
                    <a:pt x="531666" y="139"/>
                  </a:lnTo>
                  <a:lnTo>
                    <a:pt x="552338" y="476"/>
                  </a:lnTo>
                  <a:lnTo>
                    <a:pt x="588865" y="1139"/>
                  </a:lnTo>
                  <a:lnTo>
                    <a:pt x="642429" y="2225"/>
                  </a:lnTo>
                  <a:lnTo>
                    <a:pt x="711891" y="3806"/>
                  </a:lnTo>
                  <a:lnTo>
                    <a:pt x="794180" y="5924"/>
                  </a:lnTo>
                  <a:lnTo>
                    <a:pt x="885061" y="8594"/>
                  </a:lnTo>
                  <a:lnTo>
                    <a:pt x="980033" y="11807"/>
                  </a:lnTo>
                  <a:lnTo>
                    <a:pt x="1075082" y="15551"/>
                  </a:lnTo>
                  <a:lnTo>
                    <a:pt x="1167124" y="19819"/>
                  </a:lnTo>
                  <a:lnTo>
                    <a:pt x="1254134" y="24619"/>
                  </a:lnTo>
                  <a:lnTo>
                    <a:pt x="1335061" y="29982"/>
                  </a:lnTo>
                  <a:lnTo>
                    <a:pt x="1409626" y="35959"/>
                  </a:lnTo>
                  <a:lnTo>
                    <a:pt x="1478103" y="42626"/>
                  </a:lnTo>
                  <a:lnTo>
                    <a:pt x="1541122" y="50081"/>
                  </a:lnTo>
                  <a:lnTo>
                    <a:pt x="1599518" y="58437"/>
                  </a:lnTo>
                  <a:lnTo>
                    <a:pt x="1654216" y="67815"/>
                  </a:lnTo>
                  <a:lnTo>
                    <a:pt x="1706148" y="78331"/>
                  </a:lnTo>
                  <a:lnTo>
                    <a:pt x="1756171" y="90062"/>
                  </a:lnTo>
                  <a:lnTo>
                    <a:pt x="1768425" y="93178"/>
                  </a:lnTo>
                  <a:lnTo>
                    <a:pt x="1820966" y="107583"/>
                  </a:lnTo>
                  <a:lnTo>
                    <a:pt x="1872997" y="123468"/>
                  </a:lnTo>
                  <a:lnTo>
                    <a:pt x="1925062" y="140853"/>
                  </a:lnTo>
                  <a:lnTo>
                    <a:pt x="1977527" y="159709"/>
                  </a:lnTo>
                  <a:lnTo>
                    <a:pt x="2030609" y="179947"/>
                  </a:lnTo>
                  <a:lnTo>
                    <a:pt x="2084393" y="201419"/>
                  </a:lnTo>
                  <a:lnTo>
                    <a:pt x="2138843" y="223915"/>
                  </a:lnTo>
                  <a:lnTo>
                    <a:pt x="2193833" y="247171"/>
                  </a:lnTo>
                  <a:lnTo>
                    <a:pt x="2249159" y="270883"/>
                  </a:lnTo>
                  <a:lnTo>
                    <a:pt x="2304579" y="294717"/>
                  </a:lnTo>
                  <a:lnTo>
                    <a:pt x="2359837" y="318336"/>
                  </a:lnTo>
                  <a:lnTo>
                    <a:pt x="2414696" y="341413"/>
                  </a:lnTo>
                  <a:lnTo>
                    <a:pt x="2468972" y="363651"/>
                  </a:lnTo>
                  <a:lnTo>
                    <a:pt x="2522562" y="384803"/>
                  </a:lnTo>
                  <a:lnTo>
                    <a:pt x="2575462" y="404675"/>
                  </a:lnTo>
                  <a:lnTo>
                    <a:pt x="2627790" y="423134"/>
                  </a:lnTo>
                  <a:lnTo>
                    <a:pt x="2679801" y="440108"/>
                  </a:lnTo>
                  <a:lnTo>
                    <a:pt x="2731911" y="455583"/>
                  </a:lnTo>
                  <a:lnTo>
                    <a:pt x="2770117" y="465891"/>
                  </a:lnTo>
                  <a:lnTo>
                    <a:pt x="2819781" y="477931"/>
                  </a:lnTo>
                  <a:lnTo>
                    <a:pt x="2871162" y="488744"/>
                  </a:lnTo>
                  <a:lnTo>
                    <a:pt x="2925085" y="498396"/>
                  </a:lnTo>
                  <a:lnTo>
                    <a:pt x="2982471" y="506995"/>
                  </a:lnTo>
                  <a:lnTo>
                    <a:pt x="3044255" y="514663"/>
                  </a:lnTo>
                  <a:lnTo>
                    <a:pt x="3111302" y="521517"/>
                  </a:lnTo>
                  <a:lnTo>
                    <a:pt x="3184308" y="527658"/>
                  </a:lnTo>
                  <a:lnTo>
                    <a:pt x="3263651" y="533168"/>
                  </a:lnTo>
                  <a:lnTo>
                    <a:pt x="3349210" y="538104"/>
                  </a:lnTo>
                  <a:lnTo>
                    <a:pt x="3440146" y="542504"/>
                  </a:lnTo>
                  <a:lnTo>
                    <a:pt x="3534693" y="546379"/>
                  </a:lnTo>
                  <a:lnTo>
                    <a:pt x="3630029" y="549725"/>
                  </a:lnTo>
                  <a:lnTo>
                    <a:pt x="3722342" y="552531"/>
                  </a:lnTo>
                  <a:lnTo>
                    <a:pt x="3807193" y="554786"/>
                  </a:lnTo>
                  <a:lnTo>
                    <a:pt x="3880200" y="556499"/>
                  </a:lnTo>
                  <a:lnTo>
                    <a:pt x="3937918" y="557702"/>
                  </a:lnTo>
                  <a:lnTo>
                    <a:pt x="3978672" y="558462"/>
                  </a:lnTo>
                  <a:lnTo>
                    <a:pt x="4003056" y="558871"/>
                  </a:lnTo>
                  <a:lnTo>
                    <a:pt x="4013980" y="559036"/>
                  </a:lnTo>
                  <a:lnTo>
                    <a:pt x="4016389" y="559069"/>
                  </a:lnTo>
                  <a:lnTo>
                    <a:pt x="4016409" y="559069"/>
                  </a:lnTo>
                  <a:lnTo>
                    <a:pt x="4538543" y="559069"/>
                  </a:lnTo>
                  <a:lnTo>
                    <a:pt x="4539799" y="559097"/>
                  </a:lnTo>
                  <a:lnTo>
                    <a:pt x="4548011" y="559297"/>
                  </a:lnTo>
                  <a:lnTo>
                    <a:pt x="4568548" y="559849"/>
                  </a:lnTo>
                  <a:lnTo>
                    <a:pt x="4604849" y="560933"/>
                  </a:lnTo>
                  <a:lnTo>
                    <a:pt x="4658108" y="562708"/>
                  </a:lnTo>
                  <a:lnTo>
                    <a:pt x="4727217" y="565294"/>
                  </a:lnTo>
                  <a:lnTo>
                    <a:pt x="4809146" y="568760"/>
                  </a:lnTo>
                  <a:lnTo>
                    <a:pt x="4899700" y="573128"/>
                  </a:lnTo>
                  <a:lnTo>
                    <a:pt x="4994409" y="578388"/>
                  </a:lnTo>
                  <a:lnTo>
                    <a:pt x="5089270" y="584518"/>
                  </a:lnTo>
                  <a:lnTo>
                    <a:pt x="5181198" y="591508"/>
                  </a:lnTo>
                  <a:lnTo>
                    <a:pt x="5268157" y="599369"/>
                  </a:lnTo>
                  <a:lnTo>
                    <a:pt x="5349079" y="608148"/>
                  </a:lnTo>
                  <a:lnTo>
                    <a:pt x="5423669" y="617932"/>
                  </a:lnTo>
                  <a:lnTo>
                    <a:pt x="5492183" y="628842"/>
                  </a:lnTo>
                  <a:lnTo>
                    <a:pt x="5555239" y="641037"/>
                  </a:lnTo>
                  <a:lnTo>
                    <a:pt x="5613659" y="654700"/>
                  </a:lnTo>
                  <a:lnTo>
                    <a:pt x="5668361" y="670032"/>
                  </a:lnTo>
                  <a:lnTo>
                    <a:pt x="5720273" y="687219"/>
                  </a:lnTo>
                  <a:lnTo>
                    <a:pt x="5770248" y="706396"/>
                  </a:lnTo>
                  <a:lnTo>
                    <a:pt x="5784835" y="712484"/>
                  </a:lnTo>
                  <a:lnTo>
                    <a:pt x="5834967" y="735054"/>
                  </a:lnTo>
                  <a:lnTo>
                    <a:pt x="5884610" y="759838"/>
                  </a:lnTo>
                  <a:lnTo>
                    <a:pt x="5934245" y="786870"/>
                  </a:lnTo>
                  <a:lnTo>
                    <a:pt x="5984209" y="816117"/>
                  </a:lnTo>
                  <a:lnTo>
                    <a:pt x="6034708" y="847467"/>
                  </a:lnTo>
                  <a:lnTo>
                    <a:pt x="6085838" y="880725"/>
                  </a:lnTo>
                  <a:lnTo>
                    <a:pt x="6137595" y="915612"/>
                  </a:lnTo>
                  <a:lnTo>
                    <a:pt x="6189887" y="951775"/>
                  </a:lnTo>
                  <a:lnTo>
                    <a:pt x="6242561" y="988796"/>
                  </a:lnTo>
                  <a:lnTo>
                    <a:pt x="6295416" y="1026210"/>
                  </a:lnTo>
                  <a:lnTo>
                    <a:pt x="6348229" y="1063535"/>
                  </a:lnTo>
                  <a:lnTo>
                    <a:pt x="6400784" y="1100292"/>
                  </a:lnTo>
                  <a:lnTo>
                    <a:pt x="6452894" y="1136031"/>
                  </a:lnTo>
                  <a:lnTo>
                    <a:pt x="6504426" y="1170355"/>
                  </a:lnTo>
                  <a:lnTo>
                    <a:pt x="6555319" y="1202939"/>
                  </a:lnTo>
                  <a:lnTo>
                    <a:pt x="6605605" y="1233533"/>
                  </a:lnTo>
                  <a:lnTo>
                    <a:pt x="6655417" y="1261973"/>
                  </a:lnTo>
                  <a:lnTo>
                    <a:pt x="6705009" y="1288177"/>
                  </a:lnTo>
                  <a:lnTo>
                    <a:pt x="6754767" y="1312138"/>
                  </a:lnTo>
                  <a:lnTo>
                    <a:pt x="6786527" y="1326144"/>
                  </a:lnTo>
                  <a:lnTo>
                    <a:pt x="6836072" y="1345922"/>
                  </a:lnTo>
                  <a:lnTo>
                    <a:pt x="6887324" y="1363690"/>
                  </a:lnTo>
                  <a:lnTo>
                    <a:pt x="6941102" y="1379555"/>
                  </a:lnTo>
                  <a:lnTo>
                    <a:pt x="6998319" y="1393693"/>
                  </a:lnTo>
                  <a:lnTo>
                    <a:pt x="7059905" y="1406304"/>
                  </a:lnTo>
                  <a:lnTo>
                    <a:pt x="7126721" y="1417578"/>
                  </a:lnTo>
                  <a:lnTo>
                    <a:pt x="7199459" y="1427682"/>
                  </a:lnTo>
                  <a:lnTo>
                    <a:pt x="7278502" y="1436749"/>
                  </a:lnTo>
                  <a:lnTo>
                    <a:pt x="7363739" y="1444877"/>
                  </a:lnTo>
                  <a:lnTo>
                    <a:pt x="7454356" y="1452122"/>
                  </a:lnTo>
                  <a:lnTo>
                    <a:pt x="7548621" y="1458508"/>
                  </a:lnTo>
                  <a:lnTo>
                    <a:pt x="7643757" y="1464029"/>
                  </a:lnTo>
                  <a:lnTo>
                    <a:pt x="7736003" y="1468664"/>
                  </a:lnTo>
                  <a:lnTo>
                    <a:pt x="7820962" y="1472398"/>
                  </a:lnTo>
                  <a:lnTo>
                    <a:pt x="7894267" y="1475240"/>
                  </a:lnTo>
                  <a:lnTo>
                    <a:pt x="7952450" y="1477246"/>
                  </a:lnTo>
                  <a:lnTo>
                    <a:pt x="7993772" y="1478520"/>
                  </a:lnTo>
                  <a:lnTo>
                    <a:pt x="8018731" y="1479212"/>
                  </a:lnTo>
                  <a:lnTo>
                    <a:pt x="8030126" y="1479497"/>
                  </a:lnTo>
                  <a:lnTo>
                    <a:pt x="8032785" y="1479558"/>
                  </a:lnTo>
                  <a:lnTo>
                    <a:pt x="8032819" y="1479558"/>
                  </a:lnTo>
                  <a:lnTo>
                    <a:pt x="8554953" y="1479558"/>
                  </a:lnTo>
                  <a:lnTo>
                    <a:pt x="8554953" y="1479558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562" name="pl562"/>
            <p:cNvSpPr/>
            <p:nvPr/>
          </p:nvSpPr>
          <p:spPr>
            <a:xfrm>
              <a:off x="386606" y="1050013"/>
              <a:ext cx="8554953" cy="1479558"/>
            </a:xfrm>
            <a:custGeom>
              <a:avLst/>
              <a:pathLst>
                <a:path w="8554953" h="1479558">
                  <a:moveTo>
                    <a:pt x="8554953" y="1479558"/>
                  </a:moveTo>
                  <a:lnTo>
                    <a:pt x="8032819" y="1479558"/>
                  </a:lnTo>
                  <a:lnTo>
                    <a:pt x="8031563" y="1479530"/>
                  </a:lnTo>
                  <a:lnTo>
                    <a:pt x="8023351" y="1479331"/>
                  </a:lnTo>
                  <a:lnTo>
                    <a:pt x="8002813" y="1478779"/>
                  </a:lnTo>
                  <a:lnTo>
                    <a:pt x="7966513" y="1477695"/>
                  </a:lnTo>
                  <a:lnTo>
                    <a:pt x="7913254" y="1475920"/>
                  </a:lnTo>
                  <a:lnTo>
                    <a:pt x="7844145" y="1473334"/>
                  </a:lnTo>
                  <a:lnTo>
                    <a:pt x="7762216" y="1469868"/>
                  </a:lnTo>
                  <a:lnTo>
                    <a:pt x="7671661" y="1465500"/>
                  </a:lnTo>
                  <a:lnTo>
                    <a:pt x="7576953" y="1460240"/>
                  </a:lnTo>
                  <a:lnTo>
                    <a:pt x="7482092" y="1454110"/>
                  </a:lnTo>
                  <a:lnTo>
                    <a:pt x="7390164" y="1447120"/>
                  </a:lnTo>
                  <a:lnTo>
                    <a:pt x="7303205" y="1439259"/>
                  </a:lnTo>
                  <a:lnTo>
                    <a:pt x="7222283" y="1430479"/>
                  </a:lnTo>
                  <a:lnTo>
                    <a:pt x="7147693" y="1420696"/>
                  </a:lnTo>
                  <a:lnTo>
                    <a:pt x="7079178" y="1409785"/>
                  </a:lnTo>
                  <a:lnTo>
                    <a:pt x="7016123" y="1397591"/>
                  </a:lnTo>
                  <a:lnTo>
                    <a:pt x="6957703" y="1383927"/>
                  </a:lnTo>
                  <a:lnTo>
                    <a:pt x="6903001" y="1368596"/>
                  </a:lnTo>
                  <a:lnTo>
                    <a:pt x="6851089" y="1351409"/>
                  </a:lnTo>
                  <a:lnTo>
                    <a:pt x="6801114" y="1332232"/>
                  </a:lnTo>
                  <a:lnTo>
                    <a:pt x="6786527" y="1326144"/>
                  </a:lnTo>
                  <a:lnTo>
                    <a:pt x="6736395" y="1303574"/>
                  </a:lnTo>
                  <a:lnTo>
                    <a:pt x="6686752" y="1278790"/>
                  </a:lnTo>
                  <a:lnTo>
                    <a:pt x="6637117" y="1251758"/>
                  </a:lnTo>
                  <a:lnTo>
                    <a:pt x="6587153" y="1222511"/>
                  </a:lnTo>
                  <a:lnTo>
                    <a:pt x="6536654" y="1191161"/>
                  </a:lnTo>
                  <a:lnTo>
                    <a:pt x="6485523" y="1157903"/>
                  </a:lnTo>
                  <a:lnTo>
                    <a:pt x="6433767" y="1123015"/>
                  </a:lnTo>
                  <a:lnTo>
                    <a:pt x="6381475" y="1086852"/>
                  </a:lnTo>
                  <a:lnTo>
                    <a:pt x="6328801" y="1049832"/>
                  </a:lnTo>
                  <a:lnTo>
                    <a:pt x="6275946" y="1012418"/>
                  </a:lnTo>
                  <a:lnTo>
                    <a:pt x="6223133" y="975093"/>
                  </a:lnTo>
                  <a:lnTo>
                    <a:pt x="6170578" y="938336"/>
                  </a:lnTo>
                  <a:lnTo>
                    <a:pt x="6118468" y="902597"/>
                  </a:lnTo>
                  <a:lnTo>
                    <a:pt x="6066936" y="868272"/>
                  </a:lnTo>
                  <a:lnTo>
                    <a:pt x="6016043" y="835689"/>
                  </a:lnTo>
                  <a:lnTo>
                    <a:pt x="5965757" y="805095"/>
                  </a:lnTo>
                  <a:lnTo>
                    <a:pt x="5915945" y="776655"/>
                  </a:lnTo>
                  <a:lnTo>
                    <a:pt x="5866353" y="750451"/>
                  </a:lnTo>
                  <a:lnTo>
                    <a:pt x="5816594" y="726490"/>
                  </a:lnTo>
                  <a:lnTo>
                    <a:pt x="5784835" y="712484"/>
                  </a:lnTo>
                  <a:lnTo>
                    <a:pt x="5735290" y="692706"/>
                  </a:lnTo>
                  <a:lnTo>
                    <a:pt x="5684038" y="674938"/>
                  </a:lnTo>
                  <a:lnTo>
                    <a:pt x="5630260" y="659073"/>
                  </a:lnTo>
                  <a:lnTo>
                    <a:pt x="5573042" y="644935"/>
                  </a:lnTo>
                  <a:lnTo>
                    <a:pt x="5511457" y="632324"/>
                  </a:lnTo>
                  <a:lnTo>
                    <a:pt x="5444641" y="621050"/>
                  </a:lnTo>
                  <a:lnTo>
                    <a:pt x="5371903" y="610946"/>
                  </a:lnTo>
                  <a:lnTo>
                    <a:pt x="5292860" y="601879"/>
                  </a:lnTo>
                  <a:lnTo>
                    <a:pt x="5207623" y="593751"/>
                  </a:lnTo>
                  <a:lnTo>
                    <a:pt x="5117006" y="586505"/>
                  </a:lnTo>
                  <a:lnTo>
                    <a:pt x="5022741" y="580119"/>
                  </a:lnTo>
                  <a:lnTo>
                    <a:pt x="4927605" y="574599"/>
                  </a:lnTo>
                  <a:lnTo>
                    <a:pt x="4835359" y="569964"/>
                  </a:lnTo>
                  <a:lnTo>
                    <a:pt x="4750400" y="566230"/>
                  </a:lnTo>
                  <a:lnTo>
                    <a:pt x="4677095" y="563387"/>
                  </a:lnTo>
                  <a:lnTo>
                    <a:pt x="4618912" y="561382"/>
                  </a:lnTo>
                  <a:lnTo>
                    <a:pt x="4577590" y="560108"/>
                  </a:lnTo>
                  <a:lnTo>
                    <a:pt x="4552631" y="559416"/>
                  </a:lnTo>
                  <a:lnTo>
                    <a:pt x="4541236" y="559131"/>
                  </a:lnTo>
                  <a:lnTo>
                    <a:pt x="4538577" y="559070"/>
                  </a:lnTo>
                  <a:lnTo>
                    <a:pt x="4538543" y="559069"/>
                  </a:lnTo>
                  <a:lnTo>
                    <a:pt x="4016409" y="559069"/>
                  </a:lnTo>
                  <a:lnTo>
                    <a:pt x="4015145" y="559052"/>
                  </a:lnTo>
                  <a:lnTo>
                    <a:pt x="4006877" y="558930"/>
                  </a:lnTo>
                  <a:lnTo>
                    <a:pt x="3986204" y="558593"/>
                  </a:lnTo>
                  <a:lnTo>
                    <a:pt x="3949678" y="557930"/>
                  </a:lnTo>
                  <a:lnTo>
                    <a:pt x="3896114" y="556844"/>
                  </a:lnTo>
                  <a:lnTo>
                    <a:pt x="3826651" y="555263"/>
                  </a:lnTo>
                  <a:lnTo>
                    <a:pt x="3744362" y="553144"/>
                  </a:lnTo>
                  <a:lnTo>
                    <a:pt x="3653481" y="550475"/>
                  </a:lnTo>
                  <a:lnTo>
                    <a:pt x="3558509" y="547262"/>
                  </a:lnTo>
                  <a:lnTo>
                    <a:pt x="3463460" y="543518"/>
                  </a:lnTo>
                  <a:lnTo>
                    <a:pt x="3371419" y="539250"/>
                  </a:lnTo>
                  <a:lnTo>
                    <a:pt x="3284408" y="534450"/>
                  </a:lnTo>
                  <a:lnTo>
                    <a:pt x="3203481" y="529087"/>
                  </a:lnTo>
                  <a:lnTo>
                    <a:pt x="3128916" y="523110"/>
                  </a:lnTo>
                  <a:lnTo>
                    <a:pt x="3060439" y="516443"/>
                  </a:lnTo>
                  <a:lnTo>
                    <a:pt x="2997420" y="508988"/>
                  </a:lnTo>
                  <a:lnTo>
                    <a:pt x="2939025" y="500632"/>
                  </a:lnTo>
                  <a:lnTo>
                    <a:pt x="2884326" y="491254"/>
                  </a:lnTo>
                  <a:lnTo>
                    <a:pt x="2832394" y="480738"/>
                  </a:lnTo>
                  <a:lnTo>
                    <a:pt x="2782371" y="469007"/>
                  </a:lnTo>
                  <a:lnTo>
                    <a:pt x="2770117" y="465891"/>
                  </a:lnTo>
                  <a:lnTo>
                    <a:pt x="2717577" y="451486"/>
                  </a:lnTo>
                  <a:lnTo>
                    <a:pt x="2665545" y="435601"/>
                  </a:lnTo>
                  <a:lnTo>
                    <a:pt x="2613481" y="418216"/>
                  </a:lnTo>
                  <a:lnTo>
                    <a:pt x="2561015" y="399360"/>
                  </a:lnTo>
                  <a:lnTo>
                    <a:pt x="2507933" y="379121"/>
                  </a:lnTo>
                  <a:lnTo>
                    <a:pt x="2454150" y="357650"/>
                  </a:lnTo>
                  <a:lnTo>
                    <a:pt x="2399699" y="335154"/>
                  </a:lnTo>
                  <a:lnTo>
                    <a:pt x="2344710" y="311898"/>
                  </a:lnTo>
                  <a:lnTo>
                    <a:pt x="2289383" y="288186"/>
                  </a:lnTo>
                  <a:lnTo>
                    <a:pt x="2233963" y="264352"/>
                  </a:lnTo>
                  <a:lnTo>
                    <a:pt x="2178705" y="240733"/>
                  </a:lnTo>
                  <a:lnTo>
                    <a:pt x="2123846" y="217656"/>
                  </a:lnTo>
                  <a:lnTo>
                    <a:pt x="2069570" y="195418"/>
                  </a:lnTo>
                  <a:lnTo>
                    <a:pt x="2015980" y="174266"/>
                  </a:lnTo>
                  <a:lnTo>
                    <a:pt x="1963080" y="154394"/>
                  </a:lnTo>
                  <a:lnTo>
                    <a:pt x="1910753" y="135935"/>
                  </a:lnTo>
                  <a:lnTo>
                    <a:pt x="1858741" y="118961"/>
                  </a:lnTo>
                  <a:lnTo>
                    <a:pt x="1806632" y="103486"/>
                  </a:lnTo>
                  <a:lnTo>
                    <a:pt x="1768425" y="93178"/>
                  </a:lnTo>
                  <a:lnTo>
                    <a:pt x="1718761" y="81138"/>
                  </a:lnTo>
                  <a:lnTo>
                    <a:pt x="1667380" y="70325"/>
                  </a:lnTo>
                  <a:lnTo>
                    <a:pt x="1613457" y="60673"/>
                  </a:lnTo>
                  <a:lnTo>
                    <a:pt x="1556071" y="52074"/>
                  </a:lnTo>
                  <a:lnTo>
                    <a:pt x="1494288" y="44406"/>
                  </a:lnTo>
                  <a:lnTo>
                    <a:pt x="1427240" y="37552"/>
                  </a:lnTo>
                  <a:lnTo>
                    <a:pt x="1354234" y="31411"/>
                  </a:lnTo>
                  <a:lnTo>
                    <a:pt x="1274891" y="25901"/>
                  </a:lnTo>
                  <a:lnTo>
                    <a:pt x="1189332" y="20964"/>
                  </a:lnTo>
                  <a:lnTo>
                    <a:pt x="1098396" y="16565"/>
                  </a:lnTo>
                  <a:lnTo>
                    <a:pt x="1003849" y="12690"/>
                  </a:lnTo>
                  <a:lnTo>
                    <a:pt x="908513" y="9344"/>
                  </a:lnTo>
                  <a:lnTo>
                    <a:pt x="816200" y="6538"/>
                  </a:lnTo>
                  <a:lnTo>
                    <a:pt x="731349" y="4283"/>
                  </a:lnTo>
                  <a:lnTo>
                    <a:pt x="658342" y="2570"/>
                  </a:lnTo>
                  <a:lnTo>
                    <a:pt x="600624" y="1367"/>
                  </a:lnTo>
                  <a:lnTo>
                    <a:pt x="559870" y="607"/>
                  </a:lnTo>
                  <a:lnTo>
                    <a:pt x="535486" y="198"/>
                  </a:lnTo>
                  <a:lnTo>
                    <a:pt x="524562" y="33"/>
                  </a:lnTo>
                  <a:lnTo>
                    <a:pt x="522153" y="0"/>
                  </a:lnTo>
                  <a:lnTo>
                    <a:pt x="522133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563" name="pg563"/>
            <p:cNvSpPr/>
            <p:nvPr/>
          </p:nvSpPr>
          <p:spPr>
            <a:xfrm>
              <a:off x="386606" y="1055660"/>
              <a:ext cx="8554953" cy="2253221"/>
            </a:xfrm>
            <a:custGeom>
              <a:avLst/>
              <a:pathLst>
                <a:path w="8554953" h="2253221">
                  <a:moveTo>
                    <a:pt x="0" y="11294"/>
                  </a:moveTo>
                  <a:lnTo>
                    <a:pt x="522133" y="11294"/>
                  </a:lnTo>
                  <a:lnTo>
                    <a:pt x="523396" y="11313"/>
                  </a:lnTo>
                  <a:lnTo>
                    <a:pt x="531656" y="11450"/>
                  </a:lnTo>
                  <a:lnTo>
                    <a:pt x="552308" y="11828"/>
                  </a:lnTo>
                  <a:lnTo>
                    <a:pt x="588800" y="12570"/>
                  </a:lnTo>
                  <a:lnTo>
                    <a:pt x="642318" y="13786"/>
                  </a:lnTo>
                  <a:lnTo>
                    <a:pt x="711727" y="15557"/>
                  </a:lnTo>
                  <a:lnTo>
                    <a:pt x="793962" y="17930"/>
                  </a:lnTo>
                  <a:lnTo>
                    <a:pt x="884793" y="20920"/>
                  </a:lnTo>
                  <a:lnTo>
                    <a:pt x="979726" y="24520"/>
                  </a:lnTo>
                  <a:lnTo>
                    <a:pt x="1074747" y="28714"/>
                  </a:lnTo>
                  <a:lnTo>
                    <a:pt x="1166771" y="33496"/>
                  </a:lnTo>
                  <a:lnTo>
                    <a:pt x="1253774" y="38874"/>
                  </a:lnTo>
                  <a:lnTo>
                    <a:pt x="1334700" y="44881"/>
                  </a:lnTo>
                  <a:lnTo>
                    <a:pt x="1409269" y="51576"/>
                  </a:lnTo>
                  <a:lnTo>
                    <a:pt x="1477752" y="59045"/>
                  </a:lnTo>
                  <a:lnTo>
                    <a:pt x="1540776" y="67395"/>
                  </a:lnTo>
                  <a:lnTo>
                    <a:pt x="1599175" y="76754"/>
                  </a:lnTo>
                  <a:lnTo>
                    <a:pt x="1653874" y="87258"/>
                  </a:lnTo>
                  <a:lnTo>
                    <a:pt x="1705803" y="99035"/>
                  </a:lnTo>
                  <a:lnTo>
                    <a:pt x="1755819" y="112175"/>
                  </a:lnTo>
                  <a:lnTo>
                    <a:pt x="1768425" y="115767"/>
                  </a:lnTo>
                  <a:lnTo>
                    <a:pt x="1820565" y="131788"/>
                  </a:lnTo>
                  <a:lnTo>
                    <a:pt x="1872200" y="149442"/>
                  </a:lnTo>
                  <a:lnTo>
                    <a:pt x="1923861" y="168753"/>
                  </a:lnTo>
                  <a:lnTo>
                    <a:pt x="1975909" y="189690"/>
                  </a:lnTo>
                  <a:lnTo>
                    <a:pt x="2028562" y="212157"/>
                  </a:lnTo>
                  <a:lnTo>
                    <a:pt x="2081903" y="235993"/>
                  </a:lnTo>
                  <a:lnTo>
                    <a:pt x="2135906" y="260972"/>
                  </a:lnTo>
                  <a:lnTo>
                    <a:pt x="2190447" y="286808"/>
                  </a:lnTo>
                  <a:lnTo>
                    <a:pt x="2245335" y="313168"/>
                  </a:lnTo>
                  <a:lnTo>
                    <a:pt x="2300333" y="339690"/>
                  </a:lnTo>
                  <a:lnTo>
                    <a:pt x="2355188" y="366002"/>
                  </a:lnTo>
                  <a:lnTo>
                    <a:pt x="2409670" y="391744"/>
                  </a:lnTo>
                  <a:lnTo>
                    <a:pt x="2463592" y="416590"/>
                  </a:lnTo>
                  <a:lnTo>
                    <a:pt x="2516843" y="440260"/>
                  </a:lnTo>
                  <a:lnTo>
                    <a:pt x="2569410" y="462536"/>
                  </a:lnTo>
                  <a:lnTo>
                    <a:pt x="2621393" y="483266"/>
                  </a:lnTo>
                  <a:lnTo>
                    <a:pt x="2673027" y="502364"/>
                  </a:lnTo>
                  <a:lnTo>
                    <a:pt x="2724693" y="519804"/>
                  </a:lnTo>
                  <a:lnTo>
                    <a:pt x="2770117" y="533657"/>
                  </a:lnTo>
                  <a:lnTo>
                    <a:pt x="2819763" y="547151"/>
                  </a:lnTo>
                  <a:lnTo>
                    <a:pt x="2871125" y="559272"/>
                  </a:lnTo>
                  <a:lnTo>
                    <a:pt x="2925026" y="570091"/>
                  </a:lnTo>
                  <a:lnTo>
                    <a:pt x="2982386" y="579730"/>
                  </a:lnTo>
                  <a:lnTo>
                    <a:pt x="3044140" y="588326"/>
                  </a:lnTo>
                  <a:lnTo>
                    <a:pt x="3111153" y="596010"/>
                  </a:lnTo>
                  <a:lnTo>
                    <a:pt x="3184118" y="602894"/>
                  </a:lnTo>
                  <a:lnTo>
                    <a:pt x="3263415" y="609072"/>
                  </a:lnTo>
                  <a:lnTo>
                    <a:pt x="3348926" y="614607"/>
                  </a:lnTo>
                  <a:lnTo>
                    <a:pt x="3439814" y="619540"/>
                  </a:lnTo>
                  <a:lnTo>
                    <a:pt x="3534318" y="623885"/>
                  </a:lnTo>
                  <a:lnTo>
                    <a:pt x="3629624" y="627638"/>
                  </a:lnTo>
                  <a:lnTo>
                    <a:pt x="3721927" y="630785"/>
                  </a:lnTo>
                  <a:lnTo>
                    <a:pt x="3806795" y="633316"/>
                  </a:lnTo>
                  <a:lnTo>
                    <a:pt x="3879847" y="635239"/>
                  </a:lnTo>
                  <a:lnTo>
                    <a:pt x="3937636" y="636590"/>
                  </a:lnTo>
                  <a:lnTo>
                    <a:pt x="3978476" y="637445"/>
                  </a:lnTo>
                  <a:lnTo>
                    <a:pt x="4002946" y="637905"/>
                  </a:lnTo>
                  <a:lnTo>
                    <a:pt x="4013941" y="638092"/>
                  </a:lnTo>
                  <a:lnTo>
                    <a:pt x="4016409" y="638130"/>
                  </a:lnTo>
                  <a:lnTo>
                    <a:pt x="4538543" y="638130"/>
                  </a:lnTo>
                  <a:lnTo>
                    <a:pt x="4539771" y="638178"/>
                  </a:lnTo>
                  <a:lnTo>
                    <a:pt x="4547805" y="638520"/>
                  </a:lnTo>
                  <a:lnTo>
                    <a:pt x="4567913" y="639466"/>
                  </a:lnTo>
                  <a:lnTo>
                    <a:pt x="4603494" y="641324"/>
                  </a:lnTo>
                  <a:lnTo>
                    <a:pt x="4655778" y="644370"/>
                  </a:lnTo>
                  <a:lnTo>
                    <a:pt x="4723754" y="648811"/>
                  </a:lnTo>
                  <a:lnTo>
                    <a:pt x="4804525" y="654768"/>
                  </a:lnTo>
                  <a:lnTo>
                    <a:pt x="4894025" y="662285"/>
                  </a:lnTo>
                  <a:lnTo>
                    <a:pt x="4987877" y="671344"/>
                  </a:lnTo>
                  <a:lnTo>
                    <a:pt x="5082122" y="681911"/>
                  </a:lnTo>
                  <a:lnTo>
                    <a:pt x="5173672" y="693961"/>
                  </a:lnTo>
                  <a:lnTo>
                    <a:pt x="5260456" y="707514"/>
                  </a:lnTo>
                  <a:lnTo>
                    <a:pt x="5341356" y="722644"/>
                  </a:lnTo>
                  <a:lnTo>
                    <a:pt x="5416020" y="739492"/>
                  </a:lnTo>
                  <a:lnTo>
                    <a:pt x="5484653" y="758260"/>
                  </a:lnTo>
                  <a:lnTo>
                    <a:pt x="5547827" y="779214"/>
                  </a:lnTo>
                  <a:lnTo>
                    <a:pt x="5606330" y="802665"/>
                  </a:lnTo>
                  <a:lnTo>
                    <a:pt x="5661054" y="828954"/>
                  </a:lnTo>
                  <a:lnTo>
                    <a:pt x="5712906" y="858409"/>
                  </a:lnTo>
                  <a:lnTo>
                    <a:pt x="5762737" y="891278"/>
                  </a:lnTo>
                  <a:lnTo>
                    <a:pt x="5784835" y="907312"/>
                  </a:lnTo>
                  <a:lnTo>
                    <a:pt x="5829673" y="942523"/>
                  </a:lnTo>
                  <a:lnTo>
                    <a:pt x="5874075" y="980827"/>
                  </a:lnTo>
                  <a:lnTo>
                    <a:pt x="5918402" y="1022283"/>
                  </a:lnTo>
                  <a:lnTo>
                    <a:pt x="5962918" y="1066871"/>
                  </a:lnTo>
                  <a:lnTo>
                    <a:pt x="6007806" y="1114488"/>
                  </a:lnTo>
                  <a:lnTo>
                    <a:pt x="6053169" y="1164942"/>
                  </a:lnTo>
                  <a:lnTo>
                    <a:pt x="6099044" y="1217943"/>
                  </a:lnTo>
                  <a:lnTo>
                    <a:pt x="6145408" y="1273113"/>
                  </a:lnTo>
                  <a:lnTo>
                    <a:pt x="6192186" y="1329989"/>
                  </a:lnTo>
                  <a:lnTo>
                    <a:pt x="6239262" y="1388040"/>
                  </a:lnTo>
                  <a:lnTo>
                    <a:pt x="6286494" y="1446686"/>
                  </a:lnTo>
                  <a:lnTo>
                    <a:pt x="6333723" y="1505321"/>
                  </a:lnTo>
                  <a:lnTo>
                    <a:pt x="6380791" y="1563341"/>
                  </a:lnTo>
                  <a:lnTo>
                    <a:pt x="6427556" y="1620167"/>
                  </a:lnTo>
                  <a:lnTo>
                    <a:pt x="6473905" y="1675269"/>
                  </a:lnTo>
                  <a:lnTo>
                    <a:pt x="6519762" y="1728189"/>
                  </a:lnTo>
                  <a:lnTo>
                    <a:pt x="6565108" y="1778549"/>
                  </a:lnTo>
                  <a:lnTo>
                    <a:pt x="6609980" y="1826065"/>
                  </a:lnTo>
                  <a:lnTo>
                    <a:pt x="6654487" y="1870546"/>
                  </a:lnTo>
                  <a:lnTo>
                    <a:pt x="6698811" y="1911893"/>
                  </a:lnTo>
                  <a:lnTo>
                    <a:pt x="6743221" y="1950090"/>
                  </a:lnTo>
                  <a:lnTo>
                    <a:pt x="6786527" y="1984039"/>
                  </a:lnTo>
                  <a:lnTo>
                    <a:pt x="6835689" y="2018491"/>
                  </a:lnTo>
                  <a:lnTo>
                    <a:pt x="6886527" y="2049469"/>
                  </a:lnTo>
                  <a:lnTo>
                    <a:pt x="6939839" y="2077154"/>
                  </a:lnTo>
                  <a:lnTo>
                    <a:pt x="6996518" y="2101847"/>
                  </a:lnTo>
                  <a:lnTo>
                    <a:pt x="7057471" y="2123891"/>
                  </a:lnTo>
                  <a:lnTo>
                    <a:pt x="7123546" y="2143613"/>
                  </a:lnTo>
                  <a:lnTo>
                    <a:pt x="7195427" y="2161301"/>
                  </a:lnTo>
                  <a:lnTo>
                    <a:pt x="7273508" y="2177188"/>
                  </a:lnTo>
                  <a:lnTo>
                    <a:pt x="7357716" y="2191442"/>
                  </a:lnTo>
                  <a:lnTo>
                    <a:pt x="7447304" y="2204167"/>
                  </a:lnTo>
                  <a:lnTo>
                    <a:pt x="7540651" y="2215406"/>
                  </a:lnTo>
                  <a:lnTo>
                    <a:pt x="7635126" y="2225153"/>
                  </a:lnTo>
                  <a:lnTo>
                    <a:pt x="7727128" y="2233372"/>
                  </a:lnTo>
                  <a:lnTo>
                    <a:pt x="7812393" y="2240034"/>
                  </a:lnTo>
                  <a:lnTo>
                    <a:pt x="7886612" y="2245152"/>
                  </a:lnTo>
                  <a:lnTo>
                    <a:pt x="7946252" y="2248808"/>
                  </a:lnTo>
                  <a:lnTo>
                    <a:pt x="7989381" y="2251174"/>
                  </a:lnTo>
                  <a:lnTo>
                    <a:pt x="8016199" y="2252496"/>
                  </a:lnTo>
                  <a:lnTo>
                    <a:pt x="8029152" y="2253073"/>
                  </a:lnTo>
                  <a:lnTo>
                    <a:pt x="8032819" y="2253221"/>
                  </a:lnTo>
                  <a:lnTo>
                    <a:pt x="8554953" y="2253221"/>
                  </a:lnTo>
                  <a:lnTo>
                    <a:pt x="8554953" y="2241926"/>
                  </a:lnTo>
                  <a:lnTo>
                    <a:pt x="8032819" y="2241926"/>
                  </a:lnTo>
                  <a:lnTo>
                    <a:pt x="8031591" y="2241879"/>
                  </a:lnTo>
                  <a:lnTo>
                    <a:pt x="8023557" y="2241536"/>
                  </a:lnTo>
                  <a:lnTo>
                    <a:pt x="8003449" y="2240590"/>
                  </a:lnTo>
                  <a:lnTo>
                    <a:pt x="7967868" y="2238732"/>
                  </a:lnTo>
                  <a:lnTo>
                    <a:pt x="7915584" y="2235686"/>
                  </a:lnTo>
                  <a:lnTo>
                    <a:pt x="7847608" y="2231246"/>
                  </a:lnTo>
                  <a:lnTo>
                    <a:pt x="7766837" y="2225288"/>
                  </a:lnTo>
                  <a:lnTo>
                    <a:pt x="7677337" y="2217771"/>
                  </a:lnTo>
                  <a:lnTo>
                    <a:pt x="7583485" y="2208712"/>
                  </a:lnTo>
                  <a:lnTo>
                    <a:pt x="7489240" y="2198146"/>
                  </a:lnTo>
                  <a:lnTo>
                    <a:pt x="7397690" y="2186095"/>
                  </a:lnTo>
                  <a:lnTo>
                    <a:pt x="7310906" y="2172542"/>
                  </a:lnTo>
                  <a:lnTo>
                    <a:pt x="7230006" y="2157412"/>
                  </a:lnTo>
                  <a:lnTo>
                    <a:pt x="7155342" y="2140565"/>
                  </a:lnTo>
                  <a:lnTo>
                    <a:pt x="7086709" y="2121796"/>
                  </a:lnTo>
                  <a:lnTo>
                    <a:pt x="7023535" y="2100842"/>
                  </a:lnTo>
                  <a:lnTo>
                    <a:pt x="6965032" y="2077391"/>
                  </a:lnTo>
                  <a:lnTo>
                    <a:pt x="6910308" y="2051102"/>
                  </a:lnTo>
                  <a:lnTo>
                    <a:pt x="6858456" y="2021647"/>
                  </a:lnTo>
                  <a:lnTo>
                    <a:pt x="6808625" y="1988778"/>
                  </a:lnTo>
                  <a:lnTo>
                    <a:pt x="6786527" y="1972745"/>
                  </a:lnTo>
                  <a:lnTo>
                    <a:pt x="6741689" y="1937533"/>
                  </a:lnTo>
                  <a:lnTo>
                    <a:pt x="6697287" y="1899229"/>
                  </a:lnTo>
                  <a:lnTo>
                    <a:pt x="6652960" y="1857773"/>
                  </a:lnTo>
                  <a:lnTo>
                    <a:pt x="6608444" y="1813186"/>
                  </a:lnTo>
                  <a:lnTo>
                    <a:pt x="6563556" y="1765568"/>
                  </a:lnTo>
                  <a:lnTo>
                    <a:pt x="6518193" y="1715114"/>
                  </a:lnTo>
                  <a:lnTo>
                    <a:pt x="6472318" y="1662113"/>
                  </a:lnTo>
                  <a:lnTo>
                    <a:pt x="6425954" y="1606943"/>
                  </a:lnTo>
                  <a:lnTo>
                    <a:pt x="6379176" y="1550068"/>
                  </a:lnTo>
                  <a:lnTo>
                    <a:pt x="6332100" y="1492017"/>
                  </a:lnTo>
                  <a:lnTo>
                    <a:pt x="6284868" y="1433371"/>
                  </a:lnTo>
                  <a:lnTo>
                    <a:pt x="6237639" y="1374735"/>
                  </a:lnTo>
                  <a:lnTo>
                    <a:pt x="6190571" y="1316715"/>
                  </a:lnTo>
                  <a:lnTo>
                    <a:pt x="6143806" y="1259889"/>
                  </a:lnTo>
                  <a:lnTo>
                    <a:pt x="6097457" y="1204787"/>
                  </a:lnTo>
                  <a:lnTo>
                    <a:pt x="6051600" y="1151868"/>
                  </a:lnTo>
                  <a:lnTo>
                    <a:pt x="6006254" y="1101508"/>
                  </a:lnTo>
                  <a:lnTo>
                    <a:pt x="5961382" y="1053991"/>
                  </a:lnTo>
                  <a:lnTo>
                    <a:pt x="5916875" y="1009510"/>
                  </a:lnTo>
                  <a:lnTo>
                    <a:pt x="5872551" y="968163"/>
                  </a:lnTo>
                  <a:lnTo>
                    <a:pt x="5828141" y="929966"/>
                  </a:lnTo>
                  <a:lnTo>
                    <a:pt x="5784835" y="896017"/>
                  </a:lnTo>
                  <a:lnTo>
                    <a:pt x="5735673" y="861565"/>
                  </a:lnTo>
                  <a:lnTo>
                    <a:pt x="5684835" y="830587"/>
                  </a:lnTo>
                  <a:lnTo>
                    <a:pt x="5631523" y="802903"/>
                  </a:lnTo>
                  <a:lnTo>
                    <a:pt x="5574844" y="778209"/>
                  </a:lnTo>
                  <a:lnTo>
                    <a:pt x="5513891" y="756165"/>
                  </a:lnTo>
                  <a:lnTo>
                    <a:pt x="5447816" y="736443"/>
                  </a:lnTo>
                  <a:lnTo>
                    <a:pt x="5375935" y="718755"/>
                  </a:lnTo>
                  <a:lnTo>
                    <a:pt x="5297853" y="702868"/>
                  </a:lnTo>
                  <a:lnTo>
                    <a:pt x="5213646" y="688614"/>
                  </a:lnTo>
                  <a:lnTo>
                    <a:pt x="5124058" y="675889"/>
                  </a:lnTo>
                  <a:lnTo>
                    <a:pt x="5030711" y="664650"/>
                  </a:lnTo>
                  <a:lnTo>
                    <a:pt x="4936236" y="654904"/>
                  </a:lnTo>
                  <a:lnTo>
                    <a:pt x="4844234" y="646685"/>
                  </a:lnTo>
                  <a:lnTo>
                    <a:pt x="4758968" y="640022"/>
                  </a:lnTo>
                  <a:lnTo>
                    <a:pt x="4684750" y="634904"/>
                  </a:lnTo>
                  <a:lnTo>
                    <a:pt x="4625110" y="631248"/>
                  </a:lnTo>
                  <a:lnTo>
                    <a:pt x="4581981" y="628882"/>
                  </a:lnTo>
                  <a:lnTo>
                    <a:pt x="4555163" y="627560"/>
                  </a:lnTo>
                  <a:lnTo>
                    <a:pt x="4542210" y="626984"/>
                  </a:lnTo>
                  <a:lnTo>
                    <a:pt x="4538543" y="626835"/>
                  </a:lnTo>
                  <a:lnTo>
                    <a:pt x="4016409" y="626835"/>
                  </a:lnTo>
                  <a:lnTo>
                    <a:pt x="4015146" y="626816"/>
                  </a:lnTo>
                  <a:lnTo>
                    <a:pt x="4006886" y="626680"/>
                  </a:lnTo>
                  <a:lnTo>
                    <a:pt x="3986234" y="626301"/>
                  </a:lnTo>
                  <a:lnTo>
                    <a:pt x="3949742" y="625559"/>
                  </a:lnTo>
                  <a:lnTo>
                    <a:pt x="3896224" y="624343"/>
                  </a:lnTo>
                  <a:lnTo>
                    <a:pt x="3826815" y="622572"/>
                  </a:lnTo>
                  <a:lnTo>
                    <a:pt x="3744580" y="620199"/>
                  </a:lnTo>
                  <a:lnTo>
                    <a:pt x="3653749" y="617209"/>
                  </a:lnTo>
                  <a:lnTo>
                    <a:pt x="3558817" y="613610"/>
                  </a:lnTo>
                  <a:lnTo>
                    <a:pt x="3463796" y="609415"/>
                  </a:lnTo>
                  <a:lnTo>
                    <a:pt x="3371771" y="604634"/>
                  </a:lnTo>
                  <a:lnTo>
                    <a:pt x="3284769" y="599256"/>
                  </a:lnTo>
                  <a:lnTo>
                    <a:pt x="3203842" y="593248"/>
                  </a:lnTo>
                  <a:lnTo>
                    <a:pt x="3129273" y="586553"/>
                  </a:lnTo>
                  <a:lnTo>
                    <a:pt x="3060790" y="579084"/>
                  </a:lnTo>
                  <a:lnTo>
                    <a:pt x="2997766" y="570734"/>
                  </a:lnTo>
                  <a:lnTo>
                    <a:pt x="2939367" y="561375"/>
                  </a:lnTo>
                  <a:lnTo>
                    <a:pt x="2884668" y="550871"/>
                  </a:lnTo>
                  <a:lnTo>
                    <a:pt x="2832739" y="539094"/>
                  </a:lnTo>
                  <a:lnTo>
                    <a:pt x="2782723" y="525955"/>
                  </a:lnTo>
                  <a:lnTo>
                    <a:pt x="2770117" y="522363"/>
                  </a:lnTo>
                  <a:lnTo>
                    <a:pt x="2717977" y="506342"/>
                  </a:lnTo>
                  <a:lnTo>
                    <a:pt x="2666342" y="488687"/>
                  </a:lnTo>
                  <a:lnTo>
                    <a:pt x="2614682" y="469376"/>
                  </a:lnTo>
                  <a:lnTo>
                    <a:pt x="2562633" y="448439"/>
                  </a:lnTo>
                  <a:lnTo>
                    <a:pt x="2509981" y="425972"/>
                  </a:lnTo>
                  <a:lnTo>
                    <a:pt x="2456639" y="402136"/>
                  </a:lnTo>
                  <a:lnTo>
                    <a:pt x="2402637" y="377157"/>
                  </a:lnTo>
                  <a:lnTo>
                    <a:pt x="2348095" y="351322"/>
                  </a:lnTo>
                  <a:lnTo>
                    <a:pt x="2293207" y="324962"/>
                  </a:lnTo>
                  <a:lnTo>
                    <a:pt x="2238210" y="298440"/>
                  </a:lnTo>
                  <a:lnTo>
                    <a:pt x="2183354" y="272128"/>
                  </a:lnTo>
                  <a:lnTo>
                    <a:pt x="2128872" y="246385"/>
                  </a:lnTo>
                  <a:lnTo>
                    <a:pt x="2074950" y="221539"/>
                  </a:lnTo>
                  <a:lnTo>
                    <a:pt x="2021699" y="197869"/>
                  </a:lnTo>
                  <a:lnTo>
                    <a:pt x="1969132" y="175593"/>
                  </a:lnTo>
                  <a:lnTo>
                    <a:pt x="1917149" y="154863"/>
                  </a:lnTo>
                  <a:lnTo>
                    <a:pt x="1865515" y="135766"/>
                  </a:lnTo>
                  <a:lnTo>
                    <a:pt x="1813849" y="118326"/>
                  </a:lnTo>
                  <a:lnTo>
                    <a:pt x="1768425" y="104472"/>
                  </a:lnTo>
                  <a:lnTo>
                    <a:pt x="1718779" y="90978"/>
                  </a:lnTo>
                  <a:lnTo>
                    <a:pt x="1667418" y="78858"/>
                  </a:lnTo>
                  <a:lnTo>
                    <a:pt x="1613516" y="68039"/>
                  </a:lnTo>
                  <a:lnTo>
                    <a:pt x="1556156" y="58399"/>
                  </a:lnTo>
                  <a:lnTo>
                    <a:pt x="1494402" y="49803"/>
                  </a:lnTo>
                  <a:lnTo>
                    <a:pt x="1427390" y="42120"/>
                  </a:lnTo>
                  <a:lnTo>
                    <a:pt x="1354424" y="35235"/>
                  </a:lnTo>
                  <a:lnTo>
                    <a:pt x="1275127" y="29058"/>
                  </a:lnTo>
                  <a:lnTo>
                    <a:pt x="1189617" y="23522"/>
                  </a:lnTo>
                  <a:lnTo>
                    <a:pt x="1098728" y="18590"/>
                  </a:lnTo>
                  <a:lnTo>
                    <a:pt x="1004224" y="14245"/>
                  </a:lnTo>
                  <a:lnTo>
                    <a:pt x="908918" y="10491"/>
                  </a:lnTo>
                  <a:lnTo>
                    <a:pt x="816615" y="7344"/>
                  </a:lnTo>
                  <a:lnTo>
                    <a:pt x="731747" y="4813"/>
                  </a:lnTo>
                  <a:lnTo>
                    <a:pt x="658695" y="2891"/>
                  </a:lnTo>
                  <a:lnTo>
                    <a:pt x="600906" y="1539"/>
                  </a:lnTo>
                  <a:lnTo>
                    <a:pt x="560067" y="684"/>
                  </a:lnTo>
                  <a:lnTo>
                    <a:pt x="535596" y="224"/>
                  </a:lnTo>
                  <a:lnTo>
                    <a:pt x="524601" y="38"/>
                  </a:lnTo>
                  <a:lnTo>
                    <a:pt x="5221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564" name="pl564"/>
            <p:cNvSpPr/>
            <p:nvPr/>
          </p:nvSpPr>
          <p:spPr>
            <a:xfrm>
              <a:off x="386606" y="1066954"/>
              <a:ext cx="8554953" cy="2241926"/>
            </a:xfrm>
            <a:custGeom>
              <a:avLst/>
              <a:pathLst>
                <a:path w="8554953" h="2241926">
                  <a:moveTo>
                    <a:pt x="0" y="0"/>
                  </a:moveTo>
                  <a:lnTo>
                    <a:pt x="522133" y="0"/>
                  </a:lnTo>
                  <a:lnTo>
                    <a:pt x="523396" y="19"/>
                  </a:lnTo>
                  <a:lnTo>
                    <a:pt x="531656" y="155"/>
                  </a:lnTo>
                  <a:lnTo>
                    <a:pt x="552308" y="533"/>
                  </a:lnTo>
                  <a:lnTo>
                    <a:pt x="588800" y="1276"/>
                  </a:lnTo>
                  <a:lnTo>
                    <a:pt x="642318" y="2492"/>
                  </a:lnTo>
                  <a:lnTo>
                    <a:pt x="711727" y="4263"/>
                  </a:lnTo>
                  <a:lnTo>
                    <a:pt x="793962" y="6636"/>
                  </a:lnTo>
                  <a:lnTo>
                    <a:pt x="884793" y="9626"/>
                  </a:lnTo>
                  <a:lnTo>
                    <a:pt x="979726" y="13225"/>
                  </a:lnTo>
                  <a:lnTo>
                    <a:pt x="1074747" y="17420"/>
                  </a:lnTo>
                  <a:lnTo>
                    <a:pt x="1166771" y="22201"/>
                  </a:lnTo>
                  <a:lnTo>
                    <a:pt x="1253774" y="27579"/>
                  </a:lnTo>
                  <a:lnTo>
                    <a:pt x="1334700" y="33587"/>
                  </a:lnTo>
                  <a:lnTo>
                    <a:pt x="1409269" y="40282"/>
                  </a:lnTo>
                  <a:lnTo>
                    <a:pt x="1477752" y="47751"/>
                  </a:lnTo>
                  <a:lnTo>
                    <a:pt x="1540776" y="56101"/>
                  </a:lnTo>
                  <a:lnTo>
                    <a:pt x="1599175" y="65460"/>
                  </a:lnTo>
                  <a:lnTo>
                    <a:pt x="1653874" y="75964"/>
                  </a:lnTo>
                  <a:lnTo>
                    <a:pt x="1705803" y="87741"/>
                  </a:lnTo>
                  <a:lnTo>
                    <a:pt x="1755819" y="100880"/>
                  </a:lnTo>
                  <a:lnTo>
                    <a:pt x="1768425" y="104472"/>
                  </a:lnTo>
                  <a:lnTo>
                    <a:pt x="1820565" y="120493"/>
                  </a:lnTo>
                  <a:lnTo>
                    <a:pt x="1872200" y="138148"/>
                  </a:lnTo>
                  <a:lnTo>
                    <a:pt x="1923861" y="157459"/>
                  </a:lnTo>
                  <a:lnTo>
                    <a:pt x="1975909" y="178396"/>
                  </a:lnTo>
                  <a:lnTo>
                    <a:pt x="2028562" y="200863"/>
                  </a:lnTo>
                  <a:lnTo>
                    <a:pt x="2081903" y="224699"/>
                  </a:lnTo>
                  <a:lnTo>
                    <a:pt x="2135906" y="249678"/>
                  </a:lnTo>
                  <a:lnTo>
                    <a:pt x="2190447" y="275513"/>
                  </a:lnTo>
                  <a:lnTo>
                    <a:pt x="2245335" y="301873"/>
                  </a:lnTo>
                  <a:lnTo>
                    <a:pt x="2300333" y="328395"/>
                  </a:lnTo>
                  <a:lnTo>
                    <a:pt x="2355188" y="354707"/>
                  </a:lnTo>
                  <a:lnTo>
                    <a:pt x="2409670" y="380450"/>
                  </a:lnTo>
                  <a:lnTo>
                    <a:pt x="2463592" y="405296"/>
                  </a:lnTo>
                  <a:lnTo>
                    <a:pt x="2516843" y="428966"/>
                  </a:lnTo>
                  <a:lnTo>
                    <a:pt x="2569410" y="451242"/>
                  </a:lnTo>
                  <a:lnTo>
                    <a:pt x="2621393" y="471972"/>
                  </a:lnTo>
                  <a:lnTo>
                    <a:pt x="2673027" y="491069"/>
                  </a:lnTo>
                  <a:lnTo>
                    <a:pt x="2724693" y="508509"/>
                  </a:lnTo>
                  <a:lnTo>
                    <a:pt x="2770117" y="522363"/>
                  </a:lnTo>
                  <a:lnTo>
                    <a:pt x="2819763" y="535857"/>
                  </a:lnTo>
                  <a:lnTo>
                    <a:pt x="2871125" y="547977"/>
                  </a:lnTo>
                  <a:lnTo>
                    <a:pt x="2925026" y="558796"/>
                  </a:lnTo>
                  <a:lnTo>
                    <a:pt x="2982386" y="568436"/>
                  </a:lnTo>
                  <a:lnTo>
                    <a:pt x="3044140" y="577032"/>
                  </a:lnTo>
                  <a:lnTo>
                    <a:pt x="3111153" y="584715"/>
                  </a:lnTo>
                  <a:lnTo>
                    <a:pt x="3184118" y="591600"/>
                  </a:lnTo>
                  <a:lnTo>
                    <a:pt x="3263415" y="597777"/>
                  </a:lnTo>
                  <a:lnTo>
                    <a:pt x="3348926" y="603313"/>
                  </a:lnTo>
                  <a:lnTo>
                    <a:pt x="3439814" y="608245"/>
                  </a:lnTo>
                  <a:lnTo>
                    <a:pt x="3534318" y="612590"/>
                  </a:lnTo>
                  <a:lnTo>
                    <a:pt x="3629624" y="616344"/>
                  </a:lnTo>
                  <a:lnTo>
                    <a:pt x="3721927" y="619491"/>
                  </a:lnTo>
                  <a:lnTo>
                    <a:pt x="3806795" y="622022"/>
                  </a:lnTo>
                  <a:lnTo>
                    <a:pt x="3879847" y="623944"/>
                  </a:lnTo>
                  <a:lnTo>
                    <a:pt x="3937636" y="625296"/>
                  </a:lnTo>
                  <a:lnTo>
                    <a:pt x="3978476" y="626151"/>
                  </a:lnTo>
                  <a:lnTo>
                    <a:pt x="4002946" y="626611"/>
                  </a:lnTo>
                  <a:lnTo>
                    <a:pt x="4013941" y="626797"/>
                  </a:lnTo>
                  <a:lnTo>
                    <a:pt x="4016387" y="626835"/>
                  </a:lnTo>
                  <a:lnTo>
                    <a:pt x="4016409" y="626835"/>
                  </a:lnTo>
                  <a:lnTo>
                    <a:pt x="4538543" y="626835"/>
                  </a:lnTo>
                  <a:lnTo>
                    <a:pt x="4539771" y="626883"/>
                  </a:lnTo>
                  <a:lnTo>
                    <a:pt x="4547805" y="627226"/>
                  </a:lnTo>
                  <a:lnTo>
                    <a:pt x="4567913" y="628172"/>
                  </a:lnTo>
                  <a:lnTo>
                    <a:pt x="4603494" y="630030"/>
                  </a:lnTo>
                  <a:lnTo>
                    <a:pt x="4655778" y="633076"/>
                  </a:lnTo>
                  <a:lnTo>
                    <a:pt x="4723754" y="637516"/>
                  </a:lnTo>
                  <a:lnTo>
                    <a:pt x="4804525" y="643474"/>
                  </a:lnTo>
                  <a:lnTo>
                    <a:pt x="4894025" y="650991"/>
                  </a:lnTo>
                  <a:lnTo>
                    <a:pt x="4987877" y="660050"/>
                  </a:lnTo>
                  <a:lnTo>
                    <a:pt x="5082122" y="670616"/>
                  </a:lnTo>
                  <a:lnTo>
                    <a:pt x="5173672" y="682667"/>
                  </a:lnTo>
                  <a:lnTo>
                    <a:pt x="5260456" y="696220"/>
                  </a:lnTo>
                  <a:lnTo>
                    <a:pt x="5341356" y="711350"/>
                  </a:lnTo>
                  <a:lnTo>
                    <a:pt x="5416020" y="728197"/>
                  </a:lnTo>
                  <a:lnTo>
                    <a:pt x="5484653" y="746966"/>
                  </a:lnTo>
                  <a:lnTo>
                    <a:pt x="5547827" y="767919"/>
                  </a:lnTo>
                  <a:lnTo>
                    <a:pt x="5606330" y="791371"/>
                  </a:lnTo>
                  <a:lnTo>
                    <a:pt x="5661054" y="817660"/>
                  </a:lnTo>
                  <a:lnTo>
                    <a:pt x="5712906" y="847115"/>
                  </a:lnTo>
                  <a:lnTo>
                    <a:pt x="5762737" y="879984"/>
                  </a:lnTo>
                  <a:lnTo>
                    <a:pt x="5784835" y="896017"/>
                  </a:lnTo>
                  <a:lnTo>
                    <a:pt x="5829673" y="931229"/>
                  </a:lnTo>
                  <a:lnTo>
                    <a:pt x="5874075" y="969533"/>
                  </a:lnTo>
                  <a:lnTo>
                    <a:pt x="5918402" y="1010988"/>
                  </a:lnTo>
                  <a:lnTo>
                    <a:pt x="5962918" y="1055576"/>
                  </a:lnTo>
                  <a:lnTo>
                    <a:pt x="6007806" y="1103194"/>
                  </a:lnTo>
                  <a:lnTo>
                    <a:pt x="6053169" y="1153648"/>
                  </a:lnTo>
                  <a:lnTo>
                    <a:pt x="6099044" y="1206649"/>
                  </a:lnTo>
                  <a:lnTo>
                    <a:pt x="6145408" y="1261818"/>
                  </a:lnTo>
                  <a:lnTo>
                    <a:pt x="6192186" y="1318694"/>
                  </a:lnTo>
                  <a:lnTo>
                    <a:pt x="6239262" y="1376745"/>
                  </a:lnTo>
                  <a:lnTo>
                    <a:pt x="6286494" y="1435391"/>
                  </a:lnTo>
                  <a:lnTo>
                    <a:pt x="6333723" y="1494027"/>
                  </a:lnTo>
                  <a:lnTo>
                    <a:pt x="6380791" y="1552047"/>
                  </a:lnTo>
                  <a:lnTo>
                    <a:pt x="6427556" y="1608872"/>
                  </a:lnTo>
                  <a:lnTo>
                    <a:pt x="6473905" y="1663975"/>
                  </a:lnTo>
                  <a:lnTo>
                    <a:pt x="6519762" y="1716894"/>
                  </a:lnTo>
                  <a:lnTo>
                    <a:pt x="6565108" y="1767254"/>
                  </a:lnTo>
                  <a:lnTo>
                    <a:pt x="6609980" y="1814770"/>
                  </a:lnTo>
                  <a:lnTo>
                    <a:pt x="6654487" y="1859252"/>
                  </a:lnTo>
                  <a:lnTo>
                    <a:pt x="6698811" y="1900599"/>
                  </a:lnTo>
                  <a:lnTo>
                    <a:pt x="6743221" y="1938795"/>
                  </a:lnTo>
                  <a:lnTo>
                    <a:pt x="6786527" y="1972745"/>
                  </a:lnTo>
                  <a:lnTo>
                    <a:pt x="6835689" y="2007197"/>
                  </a:lnTo>
                  <a:lnTo>
                    <a:pt x="6886527" y="2038175"/>
                  </a:lnTo>
                  <a:lnTo>
                    <a:pt x="6939839" y="2065859"/>
                  </a:lnTo>
                  <a:lnTo>
                    <a:pt x="6996518" y="2090553"/>
                  </a:lnTo>
                  <a:lnTo>
                    <a:pt x="7057471" y="2112597"/>
                  </a:lnTo>
                  <a:lnTo>
                    <a:pt x="7123546" y="2132319"/>
                  </a:lnTo>
                  <a:lnTo>
                    <a:pt x="7195427" y="2150007"/>
                  </a:lnTo>
                  <a:lnTo>
                    <a:pt x="7273508" y="2165894"/>
                  </a:lnTo>
                  <a:lnTo>
                    <a:pt x="7357716" y="2180148"/>
                  </a:lnTo>
                  <a:lnTo>
                    <a:pt x="7447304" y="2192873"/>
                  </a:lnTo>
                  <a:lnTo>
                    <a:pt x="7540651" y="2204112"/>
                  </a:lnTo>
                  <a:lnTo>
                    <a:pt x="7635126" y="2213858"/>
                  </a:lnTo>
                  <a:lnTo>
                    <a:pt x="7727128" y="2222077"/>
                  </a:lnTo>
                  <a:lnTo>
                    <a:pt x="7812393" y="2228740"/>
                  </a:lnTo>
                  <a:lnTo>
                    <a:pt x="7886612" y="2233858"/>
                  </a:lnTo>
                  <a:lnTo>
                    <a:pt x="7946252" y="2237514"/>
                  </a:lnTo>
                  <a:lnTo>
                    <a:pt x="7989381" y="2239879"/>
                  </a:lnTo>
                  <a:lnTo>
                    <a:pt x="8016199" y="2241202"/>
                  </a:lnTo>
                  <a:lnTo>
                    <a:pt x="8029152" y="2241778"/>
                  </a:lnTo>
                  <a:lnTo>
                    <a:pt x="8032701" y="2241922"/>
                  </a:lnTo>
                  <a:lnTo>
                    <a:pt x="8032819" y="2241926"/>
                  </a:lnTo>
                  <a:lnTo>
                    <a:pt x="8554953" y="2241926"/>
                  </a:lnTo>
                  <a:lnTo>
                    <a:pt x="8554953" y="2241926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565" name="pl565"/>
            <p:cNvSpPr/>
            <p:nvPr/>
          </p:nvSpPr>
          <p:spPr>
            <a:xfrm>
              <a:off x="386606" y="1055660"/>
              <a:ext cx="8554953" cy="2241926"/>
            </a:xfrm>
            <a:custGeom>
              <a:avLst/>
              <a:pathLst>
                <a:path w="8554953" h="2241926">
                  <a:moveTo>
                    <a:pt x="8554953" y="2241926"/>
                  </a:moveTo>
                  <a:lnTo>
                    <a:pt x="8032819" y="2241926"/>
                  </a:lnTo>
                  <a:lnTo>
                    <a:pt x="8031591" y="2241879"/>
                  </a:lnTo>
                  <a:lnTo>
                    <a:pt x="8023557" y="2241536"/>
                  </a:lnTo>
                  <a:lnTo>
                    <a:pt x="8003449" y="2240590"/>
                  </a:lnTo>
                  <a:lnTo>
                    <a:pt x="7967868" y="2238732"/>
                  </a:lnTo>
                  <a:lnTo>
                    <a:pt x="7915584" y="2235686"/>
                  </a:lnTo>
                  <a:lnTo>
                    <a:pt x="7847608" y="2231246"/>
                  </a:lnTo>
                  <a:lnTo>
                    <a:pt x="7766837" y="2225288"/>
                  </a:lnTo>
                  <a:lnTo>
                    <a:pt x="7677337" y="2217771"/>
                  </a:lnTo>
                  <a:lnTo>
                    <a:pt x="7583485" y="2208712"/>
                  </a:lnTo>
                  <a:lnTo>
                    <a:pt x="7489240" y="2198146"/>
                  </a:lnTo>
                  <a:lnTo>
                    <a:pt x="7397690" y="2186095"/>
                  </a:lnTo>
                  <a:lnTo>
                    <a:pt x="7310906" y="2172542"/>
                  </a:lnTo>
                  <a:lnTo>
                    <a:pt x="7230006" y="2157412"/>
                  </a:lnTo>
                  <a:lnTo>
                    <a:pt x="7155342" y="2140565"/>
                  </a:lnTo>
                  <a:lnTo>
                    <a:pt x="7086709" y="2121796"/>
                  </a:lnTo>
                  <a:lnTo>
                    <a:pt x="7023535" y="2100842"/>
                  </a:lnTo>
                  <a:lnTo>
                    <a:pt x="6965032" y="2077391"/>
                  </a:lnTo>
                  <a:lnTo>
                    <a:pt x="6910308" y="2051102"/>
                  </a:lnTo>
                  <a:lnTo>
                    <a:pt x="6858456" y="2021647"/>
                  </a:lnTo>
                  <a:lnTo>
                    <a:pt x="6808625" y="1988778"/>
                  </a:lnTo>
                  <a:lnTo>
                    <a:pt x="6786527" y="1972745"/>
                  </a:lnTo>
                  <a:lnTo>
                    <a:pt x="6741689" y="1937533"/>
                  </a:lnTo>
                  <a:lnTo>
                    <a:pt x="6697287" y="1899229"/>
                  </a:lnTo>
                  <a:lnTo>
                    <a:pt x="6652960" y="1857773"/>
                  </a:lnTo>
                  <a:lnTo>
                    <a:pt x="6608444" y="1813186"/>
                  </a:lnTo>
                  <a:lnTo>
                    <a:pt x="6563556" y="1765568"/>
                  </a:lnTo>
                  <a:lnTo>
                    <a:pt x="6518193" y="1715114"/>
                  </a:lnTo>
                  <a:lnTo>
                    <a:pt x="6472318" y="1662113"/>
                  </a:lnTo>
                  <a:lnTo>
                    <a:pt x="6425954" y="1606943"/>
                  </a:lnTo>
                  <a:lnTo>
                    <a:pt x="6379176" y="1550068"/>
                  </a:lnTo>
                  <a:lnTo>
                    <a:pt x="6332100" y="1492017"/>
                  </a:lnTo>
                  <a:lnTo>
                    <a:pt x="6284868" y="1433371"/>
                  </a:lnTo>
                  <a:lnTo>
                    <a:pt x="6237639" y="1374735"/>
                  </a:lnTo>
                  <a:lnTo>
                    <a:pt x="6190571" y="1316715"/>
                  </a:lnTo>
                  <a:lnTo>
                    <a:pt x="6143806" y="1259889"/>
                  </a:lnTo>
                  <a:lnTo>
                    <a:pt x="6097457" y="1204787"/>
                  </a:lnTo>
                  <a:lnTo>
                    <a:pt x="6051600" y="1151868"/>
                  </a:lnTo>
                  <a:lnTo>
                    <a:pt x="6006254" y="1101508"/>
                  </a:lnTo>
                  <a:lnTo>
                    <a:pt x="5961382" y="1053991"/>
                  </a:lnTo>
                  <a:lnTo>
                    <a:pt x="5916875" y="1009510"/>
                  </a:lnTo>
                  <a:lnTo>
                    <a:pt x="5872551" y="968163"/>
                  </a:lnTo>
                  <a:lnTo>
                    <a:pt x="5828141" y="929966"/>
                  </a:lnTo>
                  <a:lnTo>
                    <a:pt x="5784835" y="896017"/>
                  </a:lnTo>
                  <a:lnTo>
                    <a:pt x="5735673" y="861565"/>
                  </a:lnTo>
                  <a:lnTo>
                    <a:pt x="5684835" y="830587"/>
                  </a:lnTo>
                  <a:lnTo>
                    <a:pt x="5631523" y="802903"/>
                  </a:lnTo>
                  <a:lnTo>
                    <a:pt x="5574844" y="778209"/>
                  </a:lnTo>
                  <a:lnTo>
                    <a:pt x="5513891" y="756165"/>
                  </a:lnTo>
                  <a:lnTo>
                    <a:pt x="5447816" y="736443"/>
                  </a:lnTo>
                  <a:lnTo>
                    <a:pt x="5375935" y="718755"/>
                  </a:lnTo>
                  <a:lnTo>
                    <a:pt x="5297853" y="702868"/>
                  </a:lnTo>
                  <a:lnTo>
                    <a:pt x="5213646" y="688614"/>
                  </a:lnTo>
                  <a:lnTo>
                    <a:pt x="5124058" y="675889"/>
                  </a:lnTo>
                  <a:lnTo>
                    <a:pt x="5030711" y="664650"/>
                  </a:lnTo>
                  <a:lnTo>
                    <a:pt x="4936236" y="654904"/>
                  </a:lnTo>
                  <a:lnTo>
                    <a:pt x="4844234" y="646685"/>
                  </a:lnTo>
                  <a:lnTo>
                    <a:pt x="4758968" y="640022"/>
                  </a:lnTo>
                  <a:lnTo>
                    <a:pt x="4684750" y="634904"/>
                  </a:lnTo>
                  <a:lnTo>
                    <a:pt x="4625110" y="631248"/>
                  </a:lnTo>
                  <a:lnTo>
                    <a:pt x="4581981" y="628882"/>
                  </a:lnTo>
                  <a:lnTo>
                    <a:pt x="4555163" y="627560"/>
                  </a:lnTo>
                  <a:lnTo>
                    <a:pt x="4542210" y="626984"/>
                  </a:lnTo>
                  <a:lnTo>
                    <a:pt x="4538660" y="626840"/>
                  </a:lnTo>
                  <a:lnTo>
                    <a:pt x="4538543" y="626835"/>
                  </a:lnTo>
                  <a:lnTo>
                    <a:pt x="4016409" y="626835"/>
                  </a:lnTo>
                  <a:lnTo>
                    <a:pt x="4015146" y="626816"/>
                  </a:lnTo>
                  <a:lnTo>
                    <a:pt x="4006886" y="626680"/>
                  </a:lnTo>
                  <a:lnTo>
                    <a:pt x="3986234" y="626301"/>
                  </a:lnTo>
                  <a:lnTo>
                    <a:pt x="3949742" y="625559"/>
                  </a:lnTo>
                  <a:lnTo>
                    <a:pt x="3896224" y="624343"/>
                  </a:lnTo>
                  <a:lnTo>
                    <a:pt x="3826815" y="622572"/>
                  </a:lnTo>
                  <a:lnTo>
                    <a:pt x="3744580" y="620199"/>
                  </a:lnTo>
                  <a:lnTo>
                    <a:pt x="3653749" y="617209"/>
                  </a:lnTo>
                  <a:lnTo>
                    <a:pt x="3558817" y="613610"/>
                  </a:lnTo>
                  <a:lnTo>
                    <a:pt x="3463796" y="609415"/>
                  </a:lnTo>
                  <a:lnTo>
                    <a:pt x="3371771" y="604634"/>
                  </a:lnTo>
                  <a:lnTo>
                    <a:pt x="3284769" y="599256"/>
                  </a:lnTo>
                  <a:lnTo>
                    <a:pt x="3203842" y="593248"/>
                  </a:lnTo>
                  <a:lnTo>
                    <a:pt x="3129273" y="586553"/>
                  </a:lnTo>
                  <a:lnTo>
                    <a:pt x="3060790" y="579084"/>
                  </a:lnTo>
                  <a:lnTo>
                    <a:pt x="2997766" y="570734"/>
                  </a:lnTo>
                  <a:lnTo>
                    <a:pt x="2939367" y="561375"/>
                  </a:lnTo>
                  <a:lnTo>
                    <a:pt x="2884668" y="550871"/>
                  </a:lnTo>
                  <a:lnTo>
                    <a:pt x="2832739" y="539094"/>
                  </a:lnTo>
                  <a:lnTo>
                    <a:pt x="2782723" y="525955"/>
                  </a:lnTo>
                  <a:lnTo>
                    <a:pt x="2770117" y="522363"/>
                  </a:lnTo>
                  <a:lnTo>
                    <a:pt x="2717977" y="506342"/>
                  </a:lnTo>
                  <a:lnTo>
                    <a:pt x="2666342" y="488687"/>
                  </a:lnTo>
                  <a:lnTo>
                    <a:pt x="2614682" y="469376"/>
                  </a:lnTo>
                  <a:lnTo>
                    <a:pt x="2562633" y="448439"/>
                  </a:lnTo>
                  <a:lnTo>
                    <a:pt x="2509981" y="425972"/>
                  </a:lnTo>
                  <a:lnTo>
                    <a:pt x="2456639" y="402136"/>
                  </a:lnTo>
                  <a:lnTo>
                    <a:pt x="2402637" y="377157"/>
                  </a:lnTo>
                  <a:lnTo>
                    <a:pt x="2348095" y="351322"/>
                  </a:lnTo>
                  <a:lnTo>
                    <a:pt x="2293207" y="324962"/>
                  </a:lnTo>
                  <a:lnTo>
                    <a:pt x="2238210" y="298440"/>
                  </a:lnTo>
                  <a:lnTo>
                    <a:pt x="2183354" y="272128"/>
                  </a:lnTo>
                  <a:lnTo>
                    <a:pt x="2128872" y="246385"/>
                  </a:lnTo>
                  <a:lnTo>
                    <a:pt x="2074950" y="221539"/>
                  </a:lnTo>
                  <a:lnTo>
                    <a:pt x="2021699" y="197869"/>
                  </a:lnTo>
                  <a:lnTo>
                    <a:pt x="1969132" y="175593"/>
                  </a:lnTo>
                  <a:lnTo>
                    <a:pt x="1917149" y="154863"/>
                  </a:lnTo>
                  <a:lnTo>
                    <a:pt x="1865515" y="135766"/>
                  </a:lnTo>
                  <a:lnTo>
                    <a:pt x="1813849" y="118326"/>
                  </a:lnTo>
                  <a:lnTo>
                    <a:pt x="1768425" y="104472"/>
                  </a:lnTo>
                  <a:lnTo>
                    <a:pt x="1718779" y="90978"/>
                  </a:lnTo>
                  <a:lnTo>
                    <a:pt x="1667418" y="78858"/>
                  </a:lnTo>
                  <a:lnTo>
                    <a:pt x="1613516" y="68039"/>
                  </a:lnTo>
                  <a:lnTo>
                    <a:pt x="1556156" y="58399"/>
                  </a:lnTo>
                  <a:lnTo>
                    <a:pt x="1494402" y="49803"/>
                  </a:lnTo>
                  <a:lnTo>
                    <a:pt x="1427390" y="42120"/>
                  </a:lnTo>
                  <a:lnTo>
                    <a:pt x="1354424" y="35235"/>
                  </a:lnTo>
                  <a:lnTo>
                    <a:pt x="1275127" y="29058"/>
                  </a:lnTo>
                  <a:lnTo>
                    <a:pt x="1189617" y="23522"/>
                  </a:lnTo>
                  <a:lnTo>
                    <a:pt x="1098728" y="18590"/>
                  </a:lnTo>
                  <a:lnTo>
                    <a:pt x="1004224" y="14245"/>
                  </a:lnTo>
                  <a:lnTo>
                    <a:pt x="908918" y="10491"/>
                  </a:lnTo>
                  <a:lnTo>
                    <a:pt x="816615" y="7344"/>
                  </a:lnTo>
                  <a:lnTo>
                    <a:pt x="731747" y="4813"/>
                  </a:lnTo>
                  <a:lnTo>
                    <a:pt x="658695" y="2891"/>
                  </a:lnTo>
                  <a:lnTo>
                    <a:pt x="600906" y="1539"/>
                  </a:lnTo>
                  <a:lnTo>
                    <a:pt x="560067" y="684"/>
                  </a:lnTo>
                  <a:lnTo>
                    <a:pt x="535596" y="224"/>
                  </a:lnTo>
                  <a:lnTo>
                    <a:pt x="524601" y="38"/>
                  </a:lnTo>
                  <a:lnTo>
                    <a:pt x="522155" y="0"/>
                  </a:lnTo>
                  <a:lnTo>
                    <a:pt x="522133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566" name="pg566"/>
            <p:cNvSpPr/>
            <p:nvPr/>
          </p:nvSpPr>
          <p:spPr>
            <a:xfrm>
              <a:off x="386606" y="1066954"/>
              <a:ext cx="8554953" cy="2586404"/>
            </a:xfrm>
            <a:custGeom>
              <a:avLst/>
              <a:pathLst>
                <a:path w="8554953" h="2586404">
                  <a:moveTo>
                    <a:pt x="0" y="5647"/>
                  </a:moveTo>
                  <a:lnTo>
                    <a:pt x="522133" y="5647"/>
                  </a:lnTo>
                  <a:lnTo>
                    <a:pt x="523396" y="5666"/>
                  </a:lnTo>
                  <a:lnTo>
                    <a:pt x="531654" y="5805"/>
                  </a:lnTo>
                  <a:lnTo>
                    <a:pt x="552303" y="6190"/>
                  </a:lnTo>
                  <a:lnTo>
                    <a:pt x="588789" y="6946"/>
                  </a:lnTo>
                  <a:lnTo>
                    <a:pt x="642298" y="8184"/>
                  </a:lnTo>
                  <a:lnTo>
                    <a:pt x="711698" y="9986"/>
                  </a:lnTo>
                  <a:lnTo>
                    <a:pt x="793923" y="12402"/>
                  </a:lnTo>
                  <a:lnTo>
                    <a:pt x="884746" y="15445"/>
                  </a:lnTo>
                  <a:lnTo>
                    <a:pt x="979671" y="19108"/>
                  </a:lnTo>
                  <a:lnTo>
                    <a:pt x="1074687" y="23378"/>
                  </a:lnTo>
                  <a:lnTo>
                    <a:pt x="1166708" y="28245"/>
                  </a:lnTo>
                  <a:lnTo>
                    <a:pt x="1253710" y="33719"/>
                  </a:lnTo>
                  <a:lnTo>
                    <a:pt x="1334636" y="39834"/>
                  </a:lnTo>
                  <a:lnTo>
                    <a:pt x="1409206" y="46649"/>
                  </a:lnTo>
                  <a:lnTo>
                    <a:pt x="1477690" y="54251"/>
                  </a:lnTo>
                  <a:lnTo>
                    <a:pt x="1540715" y="62750"/>
                  </a:lnTo>
                  <a:lnTo>
                    <a:pt x="1599114" y="72276"/>
                  </a:lnTo>
                  <a:lnTo>
                    <a:pt x="1653813" y="82967"/>
                  </a:lnTo>
                  <a:lnTo>
                    <a:pt x="1705742" y="94954"/>
                  </a:lnTo>
                  <a:lnTo>
                    <a:pt x="1755756" y="108327"/>
                  </a:lnTo>
                  <a:lnTo>
                    <a:pt x="1768425" y="112002"/>
                  </a:lnTo>
                  <a:lnTo>
                    <a:pt x="1820496" y="128289"/>
                  </a:lnTo>
                  <a:lnTo>
                    <a:pt x="1872062" y="146233"/>
                  </a:lnTo>
                  <a:lnTo>
                    <a:pt x="1923652" y="165861"/>
                  </a:lnTo>
                  <a:lnTo>
                    <a:pt x="1975628" y="187138"/>
                  </a:lnTo>
                  <a:lnTo>
                    <a:pt x="2028206" y="209971"/>
                  </a:lnTo>
                  <a:lnTo>
                    <a:pt x="2081470" y="234194"/>
                  </a:lnTo>
                  <a:lnTo>
                    <a:pt x="2135395" y="259580"/>
                  </a:lnTo>
                  <a:lnTo>
                    <a:pt x="2189859" y="285839"/>
                  </a:lnTo>
                  <a:lnTo>
                    <a:pt x="2244671" y="312634"/>
                  </a:lnTo>
                  <a:lnTo>
                    <a:pt x="2299594" y="339597"/>
                  </a:lnTo>
                  <a:lnTo>
                    <a:pt x="2354380" y="366353"/>
                  </a:lnTo>
                  <a:lnTo>
                    <a:pt x="2408796" y="392536"/>
                  </a:lnTo>
                  <a:lnTo>
                    <a:pt x="2462656" y="417813"/>
                  </a:lnTo>
                  <a:lnTo>
                    <a:pt x="2515849" y="441901"/>
                  </a:lnTo>
                  <a:lnTo>
                    <a:pt x="2568357" y="464578"/>
                  </a:lnTo>
                  <a:lnTo>
                    <a:pt x="2620281" y="485687"/>
                  </a:lnTo>
                  <a:lnTo>
                    <a:pt x="2671849" y="505139"/>
                  </a:lnTo>
                  <a:lnTo>
                    <a:pt x="2723440" y="522909"/>
                  </a:lnTo>
                  <a:lnTo>
                    <a:pt x="2770117" y="537422"/>
                  </a:lnTo>
                  <a:lnTo>
                    <a:pt x="2819760" y="551159"/>
                  </a:lnTo>
                  <a:lnTo>
                    <a:pt x="2871118" y="563496"/>
                  </a:lnTo>
                  <a:lnTo>
                    <a:pt x="2925015" y="574510"/>
                  </a:lnTo>
                  <a:lnTo>
                    <a:pt x="2982371" y="584323"/>
                  </a:lnTo>
                  <a:lnTo>
                    <a:pt x="3044119" y="593074"/>
                  </a:lnTo>
                  <a:lnTo>
                    <a:pt x="3111126" y="600895"/>
                  </a:lnTo>
                  <a:lnTo>
                    <a:pt x="3184084" y="607904"/>
                  </a:lnTo>
                  <a:lnTo>
                    <a:pt x="3263373" y="614192"/>
                  </a:lnTo>
                  <a:lnTo>
                    <a:pt x="3348875" y="619827"/>
                  </a:lnTo>
                  <a:lnTo>
                    <a:pt x="3439755" y="624849"/>
                  </a:lnTo>
                  <a:lnTo>
                    <a:pt x="3534252" y="629272"/>
                  </a:lnTo>
                  <a:lnTo>
                    <a:pt x="3629552" y="633094"/>
                  </a:lnTo>
                  <a:lnTo>
                    <a:pt x="3721853" y="636298"/>
                  </a:lnTo>
                  <a:lnTo>
                    <a:pt x="3806725" y="638875"/>
                  </a:lnTo>
                  <a:lnTo>
                    <a:pt x="3879785" y="640832"/>
                  </a:lnTo>
                  <a:lnTo>
                    <a:pt x="3937586" y="642209"/>
                  </a:lnTo>
                  <a:lnTo>
                    <a:pt x="3978441" y="643079"/>
                  </a:lnTo>
                  <a:lnTo>
                    <a:pt x="4002927" y="643548"/>
                  </a:lnTo>
                  <a:lnTo>
                    <a:pt x="4013934" y="643738"/>
                  </a:lnTo>
                  <a:lnTo>
                    <a:pt x="4016409" y="643777"/>
                  </a:lnTo>
                  <a:lnTo>
                    <a:pt x="4538543" y="643777"/>
                  </a:lnTo>
                  <a:lnTo>
                    <a:pt x="4539753" y="643834"/>
                  </a:lnTo>
                  <a:lnTo>
                    <a:pt x="4547674" y="644239"/>
                  </a:lnTo>
                  <a:lnTo>
                    <a:pt x="4567510" y="645360"/>
                  </a:lnTo>
                  <a:lnTo>
                    <a:pt x="4602634" y="647563"/>
                  </a:lnTo>
                  <a:lnTo>
                    <a:pt x="4654296" y="651173"/>
                  </a:lnTo>
                  <a:lnTo>
                    <a:pt x="4721548" y="656441"/>
                  </a:lnTo>
                  <a:lnTo>
                    <a:pt x="4801575" y="663512"/>
                  </a:lnTo>
                  <a:lnTo>
                    <a:pt x="4890394" y="672440"/>
                  </a:lnTo>
                  <a:lnTo>
                    <a:pt x="4983689" y="683207"/>
                  </a:lnTo>
                  <a:lnTo>
                    <a:pt x="5077530" y="695770"/>
                  </a:lnTo>
                  <a:lnTo>
                    <a:pt x="5168828" y="710101"/>
                  </a:lnTo>
                  <a:lnTo>
                    <a:pt x="5255493" y="726219"/>
                  </a:lnTo>
                  <a:lnTo>
                    <a:pt x="5336372" y="744208"/>
                  </a:lnTo>
                  <a:lnTo>
                    <a:pt x="5411079" y="764229"/>
                  </a:lnTo>
                  <a:lnTo>
                    <a:pt x="5479786" y="786519"/>
                  </a:lnTo>
                  <a:lnTo>
                    <a:pt x="5543038" y="811386"/>
                  </a:lnTo>
                  <a:lnTo>
                    <a:pt x="5601598" y="839197"/>
                  </a:lnTo>
                  <a:lnTo>
                    <a:pt x="5656340" y="870354"/>
                  </a:lnTo>
                  <a:lnTo>
                    <a:pt x="5708160" y="905248"/>
                  </a:lnTo>
                  <a:lnTo>
                    <a:pt x="5757905" y="944189"/>
                  </a:lnTo>
                  <a:lnTo>
                    <a:pt x="5784835" y="967548"/>
                  </a:lnTo>
                  <a:lnTo>
                    <a:pt x="5827345" y="1007596"/>
                  </a:lnTo>
                  <a:lnTo>
                    <a:pt x="5869444" y="1050981"/>
                  </a:lnTo>
                  <a:lnTo>
                    <a:pt x="5911446" y="1097768"/>
                  </a:lnTo>
                  <a:lnTo>
                    <a:pt x="5953588" y="1147948"/>
                  </a:lnTo>
                  <a:lnTo>
                    <a:pt x="5996035" y="1201435"/>
                  </a:lnTo>
                  <a:lnTo>
                    <a:pt x="6038891" y="1258050"/>
                  </a:lnTo>
                  <a:lnTo>
                    <a:pt x="6082204" y="1317527"/>
                  </a:lnTo>
                  <a:lnTo>
                    <a:pt x="6125970" y="1379508"/>
                  </a:lnTo>
                  <a:lnTo>
                    <a:pt x="6170141" y="1443553"/>
                  </a:lnTo>
                  <a:lnTo>
                    <a:pt x="6214633" y="1509145"/>
                  </a:lnTo>
                  <a:lnTo>
                    <a:pt x="6259335" y="1575713"/>
                  </a:lnTo>
                  <a:lnTo>
                    <a:pt x="6304116" y="1642648"/>
                  </a:lnTo>
                  <a:lnTo>
                    <a:pt x="6348841" y="1709326"/>
                  </a:lnTo>
                  <a:lnTo>
                    <a:pt x="6393379" y="1775134"/>
                  </a:lnTo>
                  <a:lnTo>
                    <a:pt x="6437614" y="1839491"/>
                  </a:lnTo>
                  <a:lnTo>
                    <a:pt x="6481456" y="1901872"/>
                  </a:lnTo>
                  <a:lnTo>
                    <a:pt x="6524851" y="1961820"/>
                  </a:lnTo>
                  <a:lnTo>
                    <a:pt x="6567786" y="2018963"/>
                  </a:lnTo>
                  <a:lnTo>
                    <a:pt x="6610299" y="2073017"/>
                  </a:lnTo>
                  <a:lnTo>
                    <a:pt x="6652485" y="2123791"/>
                  </a:lnTo>
                  <a:lnTo>
                    <a:pt x="6694497" y="2171181"/>
                  </a:lnTo>
                  <a:lnTo>
                    <a:pt x="6736558" y="2215164"/>
                  </a:lnTo>
                  <a:lnTo>
                    <a:pt x="6778969" y="2255794"/>
                  </a:lnTo>
                  <a:lnTo>
                    <a:pt x="6786527" y="2262633"/>
                  </a:lnTo>
                  <a:lnTo>
                    <a:pt x="6835444" y="2303878"/>
                  </a:lnTo>
                  <a:lnTo>
                    <a:pt x="6886016" y="2340985"/>
                  </a:lnTo>
                  <a:lnTo>
                    <a:pt x="6939031" y="2374167"/>
                  </a:lnTo>
                  <a:lnTo>
                    <a:pt x="6995365" y="2403780"/>
                  </a:lnTo>
                  <a:lnTo>
                    <a:pt x="7055915" y="2430230"/>
                  </a:lnTo>
                  <a:lnTo>
                    <a:pt x="7121516" y="2453905"/>
                  </a:lnTo>
                  <a:lnTo>
                    <a:pt x="7192851" y="2475149"/>
                  </a:lnTo>
                  <a:lnTo>
                    <a:pt x="7270319" y="2494238"/>
                  </a:lnTo>
                  <a:lnTo>
                    <a:pt x="7353868" y="2511377"/>
                  </a:lnTo>
                  <a:lnTo>
                    <a:pt x="7442795" y="2526692"/>
                  </a:lnTo>
                  <a:lnTo>
                    <a:pt x="7535546" y="2540235"/>
                  </a:lnTo>
                  <a:lnTo>
                    <a:pt x="7629582" y="2552002"/>
                  </a:lnTo>
                  <a:lnTo>
                    <a:pt x="7721402" y="2561953"/>
                  </a:lnTo>
                  <a:lnTo>
                    <a:pt x="7806831" y="2570052"/>
                  </a:lnTo>
                  <a:lnTo>
                    <a:pt x="7881600" y="2576307"/>
                  </a:lnTo>
                  <a:lnTo>
                    <a:pt x="7942146" y="2580810"/>
                  </a:lnTo>
                  <a:lnTo>
                    <a:pt x="7986419" y="2583757"/>
                  </a:lnTo>
                  <a:lnTo>
                    <a:pt x="8014436" y="2585433"/>
                  </a:lnTo>
                  <a:lnTo>
                    <a:pt x="8028423" y="2586189"/>
                  </a:lnTo>
                  <a:lnTo>
                    <a:pt x="8032608" y="2586394"/>
                  </a:lnTo>
                  <a:lnTo>
                    <a:pt x="8032819" y="2586404"/>
                  </a:lnTo>
                  <a:lnTo>
                    <a:pt x="8554953" y="2586404"/>
                  </a:lnTo>
                  <a:lnTo>
                    <a:pt x="8554953" y="2580757"/>
                  </a:lnTo>
                  <a:lnTo>
                    <a:pt x="8032819" y="2580757"/>
                  </a:lnTo>
                  <a:lnTo>
                    <a:pt x="8031609" y="2580700"/>
                  </a:lnTo>
                  <a:lnTo>
                    <a:pt x="8023688" y="2580294"/>
                  </a:lnTo>
                  <a:lnTo>
                    <a:pt x="8003852" y="2579173"/>
                  </a:lnTo>
                  <a:lnTo>
                    <a:pt x="7968728" y="2576971"/>
                  </a:lnTo>
                  <a:lnTo>
                    <a:pt x="7917066" y="2573360"/>
                  </a:lnTo>
                  <a:lnTo>
                    <a:pt x="7849814" y="2568093"/>
                  </a:lnTo>
                  <a:lnTo>
                    <a:pt x="7769787" y="2561022"/>
                  </a:lnTo>
                  <a:lnTo>
                    <a:pt x="7680968" y="2552094"/>
                  </a:lnTo>
                  <a:lnTo>
                    <a:pt x="7587673" y="2541327"/>
                  </a:lnTo>
                  <a:lnTo>
                    <a:pt x="7493832" y="2528764"/>
                  </a:lnTo>
                  <a:lnTo>
                    <a:pt x="7402534" y="2514433"/>
                  </a:lnTo>
                  <a:lnTo>
                    <a:pt x="7315869" y="2498315"/>
                  </a:lnTo>
                  <a:lnTo>
                    <a:pt x="7234990" y="2480326"/>
                  </a:lnTo>
                  <a:lnTo>
                    <a:pt x="7160283" y="2460305"/>
                  </a:lnTo>
                  <a:lnTo>
                    <a:pt x="7091576" y="2438015"/>
                  </a:lnTo>
                  <a:lnTo>
                    <a:pt x="7028324" y="2413148"/>
                  </a:lnTo>
                  <a:lnTo>
                    <a:pt x="6969764" y="2385336"/>
                  </a:lnTo>
                  <a:lnTo>
                    <a:pt x="6915022" y="2354180"/>
                  </a:lnTo>
                  <a:lnTo>
                    <a:pt x="6863202" y="2319286"/>
                  </a:lnTo>
                  <a:lnTo>
                    <a:pt x="6813457" y="2280345"/>
                  </a:lnTo>
                  <a:lnTo>
                    <a:pt x="6786527" y="2256986"/>
                  </a:lnTo>
                  <a:lnTo>
                    <a:pt x="6744017" y="2216938"/>
                  </a:lnTo>
                  <a:lnTo>
                    <a:pt x="6701918" y="2173553"/>
                  </a:lnTo>
                  <a:lnTo>
                    <a:pt x="6659916" y="2126766"/>
                  </a:lnTo>
                  <a:lnTo>
                    <a:pt x="6617774" y="2076585"/>
                  </a:lnTo>
                  <a:lnTo>
                    <a:pt x="6575327" y="2023099"/>
                  </a:lnTo>
                  <a:lnTo>
                    <a:pt x="6532471" y="1966484"/>
                  </a:lnTo>
                  <a:lnTo>
                    <a:pt x="6489158" y="1907007"/>
                  </a:lnTo>
                  <a:lnTo>
                    <a:pt x="6445392" y="1845025"/>
                  </a:lnTo>
                  <a:lnTo>
                    <a:pt x="6401221" y="1780981"/>
                  </a:lnTo>
                  <a:lnTo>
                    <a:pt x="6356729" y="1715388"/>
                  </a:lnTo>
                  <a:lnTo>
                    <a:pt x="6312027" y="1648820"/>
                  </a:lnTo>
                  <a:lnTo>
                    <a:pt x="6267246" y="1581885"/>
                  </a:lnTo>
                  <a:lnTo>
                    <a:pt x="6222521" y="1515207"/>
                  </a:lnTo>
                  <a:lnTo>
                    <a:pt x="6177983" y="1449400"/>
                  </a:lnTo>
                  <a:lnTo>
                    <a:pt x="6133748" y="1385042"/>
                  </a:lnTo>
                  <a:lnTo>
                    <a:pt x="6089906" y="1322662"/>
                  </a:lnTo>
                  <a:lnTo>
                    <a:pt x="6046511" y="1262714"/>
                  </a:lnTo>
                  <a:lnTo>
                    <a:pt x="6003576" y="1205571"/>
                  </a:lnTo>
                  <a:lnTo>
                    <a:pt x="5961063" y="1151516"/>
                  </a:lnTo>
                  <a:lnTo>
                    <a:pt x="5918877" y="1100743"/>
                  </a:lnTo>
                  <a:lnTo>
                    <a:pt x="5876865" y="1053353"/>
                  </a:lnTo>
                  <a:lnTo>
                    <a:pt x="5834804" y="1009370"/>
                  </a:lnTo>
                  <a:lnTo>
                    <a:pt x="5792393" y="968740"/>
                  </a:lnTo>
                  <a:lnTo>
                    <a:pt x="5784835" y="961901"/>
                  </a:lnTo>
                  <a:lnTo>
                    <a:pt x="5735918" y="920656"/>
                  </a:lnTo>
                  <a:lnTo>
                    <a:pt x="5685345" y="883548"/>
                  </a:lnTo>
                  <a:lnTo>
                    <a:pt x="5632331" y="850367"/>
                  </a:lnTo>
                  <a:lnTo>
                    <a:pt x="5575997" y="820753"/>
                  </a:lnTo>
                  <a:lnTo>
                    <a:pt x="5515447" y="794304"/>
                  </a:lnTo>
                  <a:lnTo>
                    <a:pt x="5449846" y="770629"/>
                  </a:lnTo>
                  <a:lnTo>
                    <a:pt x="5378511" y="749385"/>
                  </a:lnTo>
                  <a:lnTo>
                    <a:pt x="5301043" y="730295"/>
                  </a:lnTo>
                  <a:lnTo>
                    <a:pt x="5217494" y="713156"/>
                  </a:lnTo>
                  <a:lnTo>
                    <a:pt x="5128567" y="697842"/>
                  </a:lnTo>
                  <a:lnTo>
                    <a:pt x="5035816" y="684298"/>
                  </a:lnTo>
                  <a:lnTo>
                    <a:pt x="4941780" y="672531"/>
                  </a:lnTo>
                  <a:lnTo>
                    <a:pt x="4849960" y="662580"/>
                  </a:lnTo>
                  <a:lnTo>
                    <a:pt x="4764530" y="654482"/>
                  </a:lnTo>
                  <a:lnTo>
                    <a:pt x="4689762" y="648227"/>
                  </a:lnTo>
                  <a:lnTo>
                    <a:pt x="4629216" y="643723"/>
                  </a:lnTo>
                  <a:lnTo>
                    <a:pt x="4584943" y="640777"/>
                  </a:lnTo>
                  <a:lnTo>
                    <a:pt x="4556926" y="639101"/>
                  </a:lnTo>
                  <a:lnTo>
                    <a:pt x="4542939" y="638345"/>
                  </a:lnTo>
                  <a:lnTo>
                    <a:pt x="4538754" y="638139"/>
                  </a:lnTo>
                  <a:lnTo>
                    <a:pt x="4538543" y="638130"/>
                  </a:lnTo>
                  <a:lnTo>
                    <a:pt x="4016409" y="638130"/>
                  </a:lnTo>
                  <a:lnTo>
                    <a:pt x="4015146" y="638110"/>
                  </a:lnTo>
                  <a:lnTo>
                    <a:pt x="4006888" y="637971"/>
                  </a:lnTo>
                  <a:lnTo>
                    <a:pt x="3986240" y="637586"/>
                  </a:lnTo>
                  <a:lnTo>
                    <a:pt x="3949753" y="636831"/>
                  </a:lnTo>
                  <a:lnTo>
                    <a:pt x="3896244" y="635593"/>
                  </a:lnTo>
                  <a:lnTo>
                    <a:pt x="3826844" y="633790"/>
                  </a:lnTo>
                  <a:lnTo>
                    <a:pt x="3744619" y="631375"/>
                  </a:lnTo>
                  <a:lnTo>
                    <a:pt x="3653796" y="628332"/>
                  </a:lnTo>
                  <a:lnTo>
                    <a:pt x="3558871" y="624668"/>
                  </a:lnTo>
                  <a:lnTo>
                    <a:pt x="3463855" y="620399"/>
                  </a:lnTo>
                  <a:lnTo>
                    <a:pt x="3371834" y="615532"/>
                  </a:lnTo>
                  <a:lnTo>
                    <a:pt x="3284833" y="610058"/>
                  </a:lnTo>
                  <a:lnTo>
                    <a:pt x="3203906" y="603943"/>
                  </a:lnTo>
                  <a:lnTo>
                    <a:pt x="3129336" y="597128"/>
                  </a:lnTo>
                  <a:lnTo>
                    <a:pt x="3060853" y="589526"/>
                  </a:lnTo>
                  <a:lnTo>
                    <a:pt x="2997827" y="581027"/>
                  </a:lnTo>
                  <a:lnTo>
                    <a:pt x="2939428" y="571501"/>
                  </a:lnTo>
                  <a:lnTo>
                    <a:pt x="2884729" y="560810"/>
                  </a:lnTo>
                  <a:lnTo>
                    <a:pt x="2832800" y="548823"/>
                  </a:lnTo>
                  <a:lnTo>
                    <a:pt x="2782786" y="535449"/>
                  </a:lnTo>
                  <a:lnTo>
                    <a:pt x="2770117" y="531775"/>
                  </a:lnTo>
                  <a:lnTo>
                    <a:pt x="2718046" y="515488"/>
                  </a:lnTo>
                  <a:lnTo>
                    <a:pt x="2666481" y="497543"/>
                  </a:lnTo>
                  <a:lnTo>
                    <a:pt x="2614890" y="477916"/>
                  </a:lnTo>
                  <a:lnTo>
                    <a:pt x="2562914" y="456638"/>
                  </a:lnTo>
                  <a:lnTo>
                    <a:pt x="2510336" y="433806"/>
                  </a:lnTo>
                  <a:lnTo>
                    <a:pt x="2457072" y="409582"/>
                  </a:lnTo>
                  <a:lnTo>
                    <a:pt x="2403147" y="384197"/>
                  </a:lnTo>
                  <a:lnTo>
                    <a:pt x="2348683" y="357938"/>
                  </a:lnTo>
                  <a:lnTo>
                    <a:pt x="2293871" y="331143"/>
                  </a:lnTo>
                  <a:lnTo>
                    <a:pt x="2238948" y="304179"/>
                  </a:lnTo>
                  <a:lnTo>
                    <a:pt x="2184162" y="277423"/>
                  </a:lnTo>
                  <a:lnTo>
                    <a:pt x="2129746" y="251240"/>
                  </a:lnTo>
                  <a:lnTo>
                    <a:pt x="2075886" y="225963"/>
                  </a:lnTo>
                  <a:lnTo>
                    <a:pt x="2022694" y="201875"/>
                  </a:lnTo>
                  <a:lnTo>
                    <a:pt x="1970185" y="179198"/>
                  </a:lnTo>
                  <a:lnTo>
                    <a:pt x="1918261" y="158090"/>
                  </a:lnTo>
                  <a:lnTo>
                    <a:pt x="1866693" y="138637"/>
                  </a:lnTo>
                  <a:lnTo>
                    <a:pt x="1815103" y="120867"/>
                  </a:lnTo>
                  <a:lnTo>
                    <a:pt x="1768425" y="106355"/>
                  </a:lnTo>
                  <a:lnTo>
                    <a:pt x="1718783" y="92618"/>
                  </a:lnTo>
                  <a:lnTo>
                    <a:pt x="1667424" y="80280"/>
                  </a:lnTo>
                  <a:lnTo>
                    <a:pt x="1613527" y="69267"/>
                  </a:lnTo>
                  <a:lnTo>
                    <a:pt x="1556171" y="59454"/>
                  </a:lnTo>
                  <a:lnTo>
                    <a:pt x="1494423" y="50703"/>
                  </a:lnTo>
                  <a:lnTo>
                    <a:pt x="1427416" y="42881"/>
                  </a:lnTo>
                  <a:lnTo>
                    <a:pt x="1354458" y="35873"/>
                  </a:lnTo>
                  <a:lnTo>
                    <a:pt x="1275169" y="29584"/>
                  </a:lnTo>
                  <a:lnTo>
                    <a:pt x="1189667" y="23949"/>
                  </a:lnTo>
                  <a:lnTo>
                    <a:pt x="1098787" y="18928"/>
                  </a:lnTo>
                  <a:lnTo>
                    <a:pt x="1004290" y="14504"/>
                  </a:lnTo>
                  <a:lnTo>
                    <a:pt x="908990" y="10683"/>
                  </a:lnTo>
                  <a:lnTo>
                    <a:pt x="816689" y="7479"/>
                  </a:lnTo>
                  <a:lnTo>
                    <a:pt x="731818" y="4902"/>
                  </a:lnTo>
                  <a:lnTo>
                    <a:pt x="658757" y="2944"/>
                  </a:lnTo>
                  <a:lnTo>
                    <a:pt x="600957" y="1568"/>
                  </a:lnTo>
                  <a:lnTo>
                    <a:pt x="560102" y="697"/>
                  </a:lnTo>
                  <a:lnTo>
                    <a:pt x="535615" y="229"/>
                  </a:lnTo>
                  <a:lnTo>
                    <a:pt x="524608" y="38"/>
                  </a:lnTo>
                  <a:lnTo>
                    <a:pt x="5221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567" name="pl567"/>
            <p:cNvSpPr/>
            <p:nvPr/>
          </p:nvSpPr>
          <p:spPr>
            <a:xfrm>
              <a:off x="386606" y="1072601"/>
              <a:ext cx="8554953" cy="2580757"/>
            </a:xfrm>
            <a:custGeom>
              <a:avLst/>
              <a:pathLst>
                <a:path w="8554953" h="2580757">
                  <a:moveTo>
                    <a:pt x="0" y="0"/>
                  </a:moveTo>
                  <a:lnTo>
                    <a:pt x="522133" y="0"/>
                  </a:lnTo>
                  <a:lnTo>
                    <a:pt x="523396" y="19"/>
                  </a:lnTo>
                  <a:lnTo>
                    <a:pt x="531654" y="158"/>
                  </a:lnTo>
                  <a:lnTo>
                    <a:pt x="552303" y="543"/>
                  </a:lnTo>
                  <a:lnTo>
                    <a:pt x="588789" y="1299"/>
                  </a:lnTo>
                  <a:lnTo>
                    <a:pt x="642298" y="2536"/>
                  </a:lnTo>
                  <a:lnTo>
                    <a:pt x="711698" y="4339"/>
                  </a:lnTo>
                  <a:lnTo>
                    <a:pt x="793923" y="6754"/>
                  </a:lnTo>
                  <a:lnTo>
                    <a:pt x="884746" y="9798"/>
                  </a:lnTo>
                  <a:lnTo>
                    <a:pt x="979671" y="13461"/>
                  </a:lnTo>
                  <a:lnTo>
                    <a:pt x="1074687" y="17731"/>
                  </a:lnTo>
                  <a:lnTo>
                    <a:pt x="1166708" y="22598"/>
                  </a:lnTo>
                  <a:lnTo>
                    <a:pt x="1253710" y="28072"/>
                  </a:lnTo>
                  <a:lnTo>
                    <a:pt x="1334636" y="34186"/>
                  </a:lnTo>
                  <a:lnTo>
                    <a:pt x="1409206" y="41001"/>
                  </a:lnTo>
                  <a:lnTo>
                    <a:pt x="1477690" y="48603"/>
                  </a:lnTo>
                  <a:lnTo>
                    <a:pt x="1540715" y="57103"/>
                  </a:lnTo>
                  <a:lnTo>
                    <a:pt x="1599114" y="66629"/>
                  </a:lnTo>
                  <a:lnTo>
                    <a:pt x="1653813" y="77320"/>
                  </a:lnTo>
                  <a:lnTo>
                    <a:pt x="1705742" y="89306"/>
                  </a:lnTo>
                  <a:lnTo>
                    <a:pt x="1755756" y="102680"/>
                  </a:lnTo>
                  <a:lnTo>
                    <a:pt x="1768425" y="106355"/>
                  </a:lnTo>
                  <a:lnTo>
                    <a:pt x="1820496" y="122641"/>
                  </a:lnTo>
                  <a:lnTo>
                    <a:pt x="1872062" y="140586"/>
                  </a:lnTo>
                  <a:lnTo>
                    <a:pt x="1923652" y="160214"/>
                  </a:lnTo>
                  <a:lnTo>
                    <a:pt x="1975628" y="181491"/>
                  </a:lnTo>
                  <a:lnTo>
                    <a:pt x="2028206" y="204323"/>
                  </a:lnTo>
                  <a:lnTo>
                    <a:pt x="2081470" y="228547"/>
                  </a:lnTo>
                  <a:lnTo>
                    <a:pt x="2135395" y="253933"/>
                  </a:lnTo>
                  <a:lnTo>
                    <a:pt x="2189859" y="280192"/>
                  </a:lnTo>
                  <a:lnTo>
                    <a:pt x="2244671" y="306986"/>
                  </a:lnTo>
                  <a:lnTo>
                    <a:pt x="2299594" y="333950"/>
                  </a:lnTo>
                  <a:lnTo>
                    <a:pt x="2354380" y="360706"/>
                  </a:lnTo>
                  <a:lnTo>
                    <a:pt x="2408796" y="386889"/>
                  </a:lnTo>
                  <a:lnTo>
                    <a:pt x="2462656" y="412166"/>
                  </a:lnTo>
                  <a:lnTo>
                    <a:pt x="2515849" y="436254"/>
                  </a:lnTo>
                  <a:lnTo>
                    <a:pt x="2568357" y="458931"/>
                  </a:lnTo>
                  <a:lnTo>
                    <a:pt x="2620281" y="480040"/>
                  </a:lnTo>
                  <a:lnTo>
                    <a:pt x="2671849" y="499492"/>
                  </a:lnTo>
                  <a:lnTo>
                    <a:pt x="2723440" y="517262"/>
                  </a:lnTo>
                  <a:lnTo>
                    <a:pt x="2770117" y="531775"/>
                  </a:lnTo>
                  <a:lnTo>
                    <a:pt x="2819760" y="545511"/>
                  </a:lnTo>
                  <a:lnTo>
                    <a:pt x="2871118" y="557849"/>
                  </a:lnTo>
                  <a:lnTo>
                    <a:pt x="2925015" y="568863"/>
                  </a:lnTo>
                  <a:lnTo>
                    <a:pt x="2982371" y="578676"/>
                  </a:lnTo>
                  <a:lnTo>
                    <a:pt x="3044119" y="587426"/>
                  </a:lnTo>
                  <a:lnTo>
                    <a:pt x="3111126" y="595248"/>
                  </a:lnTo>
                  <a:lnTo>
                    <a:pt x="3184084" y="602257"/>
                  </a:lnTo>
                  <a:lnTo>
                    <a:pt x="3263373" y="608545"/>
                  </a:lnTo>
                  <a:lnTo>
                    <a:pt x="3348875" y="614180"/>
                  </a:lnTo>
                  <a:lnTo>
                    <a:pt x="3439755" y="619202"/>
                  </a:lnTo>
                  <a:lnTo>
                    <a:pt x="3534252" y="623625"/>
                  </a:lnTo>
                  <a:lnTo>
                    <a:pt x="3629552" y="627446"/>
                  </a:lnTo>
                  <a:lnTo>
                    <a:pt x="3721853" y="630651"/>
                  </a:lnTo>
                  <a:lnTo>
                    <a:pt x="3806725" y="633228"/>
                  </a:lnTo>
                  <a:lnTo>
                    <a:pt x="3879785" y="635185"/>
                  </a:lnTo>
                  <a:lnTo>
                    <a:pt x="3937586" y="636562"/>
                  </a:lnTo>
                  <a:lnTo>
                    <a:pt x="3978441" y="637432"/>
                  </a:lnTo>
                  <a:lnTo>
                    <a:pt x="4002927" y="637901"/>
                  </a:lnTo>
                  <a:lnTo>
                    <a:pt x="4013934" y="638091"/>
                  </a:lnTo>
                  <a:lnTo>
                    <a:pt x="4016387" y="638130"/>
                  </a:lnTo>
                  <a:lnTo>
                    <a:pt x="4016409" y="638130"/>
                  </a:lnTo>
                  <a:lnTo>
                    <a:pt x="4538543" y="638130"/>
                  </a:lnTo>
                  <a:lnTo>
                    <a:pt x="4539753" y="638187"/>
                  </a:lnTo>
                  <a:lnTo>
                    <a:pt x="4547674" y="638592"/>
                  </a:lnTo>
                  <a:lnTo>
                    <a:pt x="4567510" y="639713"/>
                  </a:lnTo>
                  <a:lnTo>
                    <a:pt x="4602634" y="641916"/>
                  </a:lnTo>
                  <a:lnTo>
                    <a:pt x="4654296" y="645526"/>
                  </a:lnTo>
                  <a:lnTo>
                    <a:pt x="4721548" y="650793"/>
                  </a:lnTo>
                  <a:lnTo>
                    <a:pt x="4801575" y="657865"/>
                  </a:lnTo>
                  <a:lnTo>
                    <a:pt x="4890394" y="666793"/>
                  </a:lnTo>
                  <a:lnTo>
                    <a:pt x="4983689" y="677559"/>
                  </a:lnTo>
                  <a:lnTo>
                    <a:pt x="5077530" y="690123"/>
                  </a:lnTo>
                  <a:lnTo>
                    <a:pt x="5168828" y="704454"/>
                  </a:lnTo>
                  <a:lnTo>
                    <a:pt x="5255493" y="720572"/>
                  </a:lnTo>
                  <a:lnTo>
                    <a:pt x="5336372" y="738561"/>
                  </a:lnTo>
                  <a:lnTo>
                    <a:pt x="5411079" y="758582"/>
                  </a:lnTo>
                  <a:lnTo>
                    <a:pt x="5479786" y="780872"/>
                  </a:lnTo>
                  <a:lnTo>
                    <a:pt x="5543038" y="805739"/>
                  </a:lnTo>
                  <a:lnTo>
                    <a:pt x="5601598" y="833550"/>
                  </a:lnTo>
                  <a:lnTo>
                    <a:pt x="5656340" y="864706"/>
                  </a:lnTo>
                  <a:lnTo>
                    <a:pt x="5708160" y="899601"/>
                  </a:lnTo>
                  <a:lnTo>
                    <a:pt x="5757905" y="938542"/>
                  </a:lnTo>
                  <a:lnTo>
                    <a:pt x="5784835" y="961901"/>
                  </a:lnTo>
                  <a:lnTo>
                    <a:pt x="5827345" y="1001949"/>
                  </a:lnTo>
                  <a:lnTo>
                    <a:pt x="5869444" y="1045334"/>
                  </a:lnTo>
                  <a:lnTo>
                    <a:pt x="5911446" y="1092120"/>
                  </a:lnTo>
                  <a:lnTo>
                    <a:pt x="5953588" y="1142301"/>
                  </a:lnTo>
                  <a:lnTo>
                    <a:pt x="5996035" y="1195788"/>
                  </a:lnTo>
                  <a:lnTo>
                    <a:pt x="6038891" y="1252403"/>
                  </a:lnTo>
                  <a:lnTo>
                    <a:pt x="6082204" y="1311880"/>
                  </a:lnTo>
                  <a:lnTo>
                    <a:pt x="6125970" y="1373861"/>
                  </a:lnTo>
                  <a:lnTo>
                    <a:pt x="6170141" y="1437906"/>
                  </a:lnTo>
                  <a:lnTo>
                    <a:pt x="6214633" y="1503498"/>
                  </a:lnTo>
                  <a:lnTo>
                    <a:pt x="6259335" y="1570066"/>
                  </a:lnTo>
                  <a:lnTo>
                    <a:pt x="6304116" y="1637001"/>
                  </a:lnTo>
                  <a:lnTo>
                    <a:pt x="6348841" y="1703679"/>
                  </a:lnTo>
                  <a:lnTo>
                    <a:pt x="6393379" y="1769487"/>
                  </a:lnTo>
                  <a:lnTo>
                    <a:pt x="6437614" y="1833844"/>
                  </a:lnTo>
                  <a:lnTo>
                    <a:pt x="6481456" y="1896225"/>
                  </a:lnTo>
                  <a:lnTo>
                    <a:pt x="6524851" y="1956173"/>
                  </a:lnTo>
                  <a:lnTo>
                    <a:pt x="6567786" y="2013316"/>
                  </a:lnTo>
                  <a:lnTo>
                    <a:pt x="6610299" y="2067370"/>
                  </a:lnTo>
                  <a:lnTo>
                    <a:pt x="6652485" y="2118144"/>
                  </a:lnTo>
                  <a:lnTo>
                    <a:pt x="6694497" y="2165533"/>
                  </a:lnTo>
                  <a:lnTo>
                    <a:pt x="6736558" y="2209517"/>
                  </a:lnTo>
                  <a:lnTo>
                    <a:pt x="6778969" y="2250147"/>
                  </a:lnTo>
                  <a:lnTo>
                    <a:pt x="6786527" y="2256986"/>
                  </a:lnTo>
                  <a:lnTo>
                    <a:pt x="6835444" y="2298231"/>
                  </a:lnTo>
                  <a:lnTo>
                    <a:pt x="6886016" y="2335338"/>
                  </a:lnTo>
                  <a:lnTo>
                    <a:pt x="6939031" y="2368520"/>
                  </a:lnTo>
                  <a:lnTo>
                    <a:pt x="6995365" y="2398133"/>
                  </a:lnTo>
                  <a:lnTo>
                    <a:pt x="7055915" y="2424583"/>
                  </a:lnTo>
                  <a:lnTo>
                    <a:pt x="7121516" y="2448258"/>
                  </a:lnTo>
                  <a:lnTo>
                    <a:pt x="7192851" y="2469501"/>
                  </a:lnTo>
                  <a:lnTo>
                    <a:pt x="7270319" y="2488591"/>
                  </a:lnTo>
                  <a:lnTo>
                    <a:pt x="7353868" y="2505730"/>
                  </a:lnTo>
                  <a:lnTo>
                    <a:pt x="7442795" y="2521045"/>
                  </a:lnTo>
                  <a:lnTo>
                    <a:pt x="7535546" y="2534588"/>
                  </a:lnTo>
                  <a:lnTo>
                    <a:pt x="7629582" y="2546355"/>
                  </a:lnTo>
                  <a:lnTo>
                    <a:pt x="7721402" y="2556306"/>
                  </a:lnTo>
                  <a:lnTo>
                    <a:pt x="7806831" y="2564405"/>
                  </a:lnTo>
                  <a:lnTo>
                    <a:pt x="7881600" y="2570660"/>
                  </a:lnTo>
                  <a:lnTo>
                    <a:pt x="7942146" y="2575163"/>
                  </a:lnTo>
                  <a:lnTo>
                    <a:pt x="7986419" y="2578109"/>
                  </a:lnTo>
                  <a:lnTo>
                    <a:pt x="8014436" y="2579786"/>
                  </a:lnTo>
                  <a:lnTo>
                    <a:pt x="8028423" y="2580542"/>
                  </a:lnTo>
                  <a:lnTo>
                    <a:pt x="8032608" y="2580747"/>
                  </a:lnTo>
                  <a:lnTo>
                    <a:pt x="8032819" y="2580757"/>
                  </a:lnTo>
                  <a:lnTo>
                    <a:pt x="8554953" y="2580757"/>
                  </a:lnTo>
                  <a:lnTo>
                    <a:pt x="8554953" y="2580757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568" name="pl568"/>
            <p:cNvSpPr/>
            <p:nvPr/>
          </p:nvSpPr>
          <p:spPr>
            <a:xfrm>
              <a:off x="386606" y="1066954"/>
              <a:ext cx="8554953" cy="2580757"/>
            </a:xfrm>
            <a:custGeom>
              <a:avLst/>
              <a:pathLst>
                <a:path w="8554953" h="2580757">
                  <a:moveTo>
                    <a:pt x="8554953" y="2580757"/>
                  </a:moveTo>
                  <a:lnTo>
                    <a:pt x="8032819" y="2580757"/>
                  </a:lnTo>
                  <a:lnTo>
                    <a:pt x="8031609" y="2580700"/>
                  </a:lnTo>
                  <a:lnTo>
                    <a:pt x="8023688" y="2580294"/>
                  </a:lnTo>
                  <a:lnTo>
                    <a:pt x="8003852" y="2579173"/>
                  </a:lnTo>
                  <a:lnTo>
                    <a:pt x="7968728" y="2576971"/>
                  </a:lnTo>
                  <a:lnTo>
                    <a:pt x="7917066" y="2573360"/>
                  </a:lnTo>
                  <a:lnTo>
                    <a:pt x="7849814" y="2568093"/>
                  </a:lnTo>
                  <a:lnTo>
                    <a:pt x="7769787" y="2561022"/>
                  </a:lnTo>
                  <a:lnTo>
                    <a:pt x="7680968" y="2552094"/>
                  </a:lnTo>
                  <a:lnTo>
                    <a:pt x="7587673" y="2541327"/>
                  </a:lnTo>
                  <a:lnTo>
                    <a:pt x="7493832" y="2528764"/>
                  </a:lnTo>
                  <a:lnTo>
                    <a:pt x="7402534" y="2514433"/>
                  </a:lnTo>
                  <a:lnTo>
                    <a:pt x="7315869" y="2498315"/>
                  </a:lnTo>
                  <a:lnTo>
                    <a:pt x="7234990" y="2480326"/>
                  </a:lnTo>
                  <a:lnTo>
                    <a:pt x="7160283" y="2460305"/>
                  </a:lnTo>
                  <a:lnTo>
                    <a:pt x="7091576" y="2438015"/>
                  </a:lnTo>
                  <a:lnTo>
                    <a:pt x="7028324" y="2413148"/>
                  </a:lnTo>
                  <a:lnTo>
                    <a:pt x="6969764" y="2385336"/>
                  </a:lnTo>
                  <a:lnTo>
                    <a:pt x="6915022" y="2354180"/>
                  </a:lnTo>
                  <a:lnTo>
                    <a:pt x="6863202" y="2319286"/>
                  </a:lnTo>
                  <a:lnTo>
                    <a:pt x="6813457" y="2280345"/>
                  </a:lnTo>
                  <a:lnTo>
                    <a:pt x="6786527" y="2256986"/>
                  </a:lnTo>
                  <a:lnTo>
                    <a:pt x="6744017" y="2216938"/>
                  </a:lnTo>
                  <a:lnTo>
                    <a:pt x="6701918" y="2173553"/>
                  </a:lnTo>
                  <a:lnTo>
                    <a:pt x="6659916" y="2126766"/>
                  </a:lnTo>
                  <a:lnTo>
                    <a:pt x="6617774" y="2076585"/>
                  </a:lnTo>
                  <a:lnTo>
                    <a:pt x="6575327" y="2023099"/>
                  </a:lnTo>
                  <a:lnTo>
                    <a:pt x="6532471" y="1966484"/>
                  </a:lnTo>
                  <a:lnTo>
                    <a:pt x="6489158" y="1907007"/>
                  </a:lnTo>
                  <a:lnTo>
                    <a:pt x="6445392" y="1845025"/>
                  </a:lnTo>
                  <a:lnTo>
                    <a:pt x="6401221" y="1780981"/>
                  </a:lnTo>
                  <a:lnTo>
                    <a:pt x="6356729" y="1715388"/>
                  </a:lnTo>
                  <a:lnTo>
                    <a:pt x="6312027" y="1648820"/>
                  </a:lnTo>
                  <a:lnTo>
                    <a:pt x="6267246" y="1581885"/>
                  </a:lnTo>
                  <a:lnTo>
                    <a:pt x="6222521" y="1515207"/>
                  </a:lnTo>
                  <a:lnTo>
                    <a:pt x="6177983" y="1449400"/>
                  </a:lnTo>
                  <a:lnTo>
                    <a:pt x="6133748" y="1385042"/>
                  </a:lnTo>
                  <a:lnTo>
                    <a:pt x="6089906" y="1322662"/>
                  </a:lnTo>
                  <a:lnTo>
                    <a:pt x="6046511" y="1262714"/>
                  </a:lnTo>
                  <a:lnTo>
                    <a:pt x="6003576" y="1205571"/>
                  </a:lnTo>
                  <a:lnTo>
                    <a:pt x="5961063" y="1151516"/>
                  </a:lnTo>
                  <a:lnTo>
                    <a:pt x="5918877" y="1100743"/>
                  </a:lnTo>
                  <a:lnTo>
                    <a:pt x="5876865" y="1053353"/>
                  </a:lnTo>
                  <a:lnTo>
                    <a:pt x="5834804" y="1009370"/>
                  </a:lnTo>
                  <a:lnTo>
                    <a:pt x="5792393" y="968740"/>
                  </a:lnTo>
                  <a:lnTo>
                    <a:pt x="5784835" y="961901"/>
                  </a:lnTo>
                  <a:lnTo>
                    <a:pt x="5735918" y="920656"/>
                  </a:lnTo>
                  <a:lnTo>
                    <a:pt x="5685345" y="883548"/>
                  </a:lnTo>
                  <a:lnTo>
                    <a:pt x="5632331" y="850367"/>
                  </a:lnTo>
                  <a:lnTo>
                    <a:pt x="5575997" y="820753"/>
                  </a:lnTo>
                  <a:lnTo>
                    <a:pt x="5515447" y="794304"/>
                  </a:lnTo>
                  <a:lnTo>
                    <a:pt x="5449846" y="770629"/>
                  </a:lnTo>
                  <a:lnTo>
                    <a:pt x="5378511" y="749385"/>
                  </a:lnTo>
                  <a:lnTo>
                    <a:pt x="5301043" y="730295"/>
                  </a:lnTo>
                  <a:lnTo>
                    <a:pt x="5217494" y="713156"/>
                  </a:lnTo>
                  <a:lnTo>
                    <a:pt x="5128567" y="697842"/>
                  </a:lnTo>
                  <a:lnTo>
                    <a:pt x="5035816" y="684298"/>
                  </a:lnTo>
                  <a:lnTo>
                    <a:pt x="4941780" y="672531"/>
                  </a:lnTo>
                  <a:lnTo>
                    <a:pt x="4849960" y="662580"/>
                  </a:lnTo>
                  <a:lnTo>
                    <a:pt x="4764530" y="654482"/>
                  </a:lnTo>
                  <a:lnTo>
                    <a:pt x="4689762" y="648227"/>
                  </a:lnTo>
                  <a:lnTo>
                    <a:pt x="4629216" y="643723"/>
                  </a:lnTo>
                  <a:lnTo>
                    <a:pt x="4584943" y="640777"/>
                  </a:lnTo>
                  <a:lnTo>
                    <a:pt x="4556926" y="639101"/>
                  </a:lnTo>
                  <a:lnTo>
                    <a:pt x="4542939" y="638345"/>
                  </a:lnTo>
                  <a:lnTo>
                    <a:pt x="4538754" y="638139"/>
                  </a:lnTo>
                  <a:lnTo>
                    <a:pt x="4538543" y="638130"/>
                  </a:lnTo>
                  <a:lnTo>
                    <a:pt x="4016409" y="638130"/>
                  </a:lnTo>
                  <a:lnTo>
                    <a:pt x="4015146" y="638110"/>
                  </a:lnTo>
                  <a:lnTo>
                    <a:pt x="4006888" y="637971"/>
                  </a:lnTo>
                  <a:lnTo>
                    <a:pt x="3986240" y="637586"/>
                  </a:lnTo>
                  <a:lnTo>
                    <a:pt x="3949753" y="636831"/>
                  </a:lnTo>
                  <a:lnTo>
                    <a:pt x="3896244" y="635593"/>
                  </a:lnTo>
                  <a:lnTo>
                    <a:pt x="3826844" y="633790"/>
                  </a:lnTo>
                  <a:lnTo>
                    <a:pt x="3744619" y="631375"/>
                  </a:lnTo>
                  <a:lnTo>
                    <a:pt x="3653796" y="628332"/>
                  </a:lnTo>
                  <a:lnTo>
                    <a:pt x="3558871" y="624668"/>
                  </a:lnTo>
                  <a:lnTo>
                    <a:pt x="3463855" y="620399"/>
                  </a:lnTo>
                  <a:lnTo>
                    <a:pt x="3371834" y="615532"/>
                  </a:lnTo>
                  <a:lnTo>
                    <a:pt x="3284833" y="610058"/>
                  </a:lnTo>
                  <a:lnTo>
                    <a:pt x="3203906" y="603943"/>
                  </a:lnTo>
                  <a:lnTo>
                    <a:pt x="3129336" y="597128"/>
                  </a:lnTo>
                  <a:lnTo>
                    <a:pt x="3060853" y="589526"/>
                  </a:lnTo>
                  <a:lnTo>
                    <a:pt x="2997827" y="581027"/>
                  </a:lnTo>
                  <a:lnTo>
                    <a:pt x="2939428" y="571501"/>
                  </a:lnTo>
                  <a:lnTo>
                    <a:pt x="2884729" y="560810"/>
                  </a:lnTo>
                  <a:lnTo>
                    <a:pt x="2832800" y="548823"/>
                  </a:lnTo>
                  <a:lnTo>
                    <a:pt x="2782786" y="535449"/>
                  </a:lnTo>
                  <a:lnTo>
                    <a:pt x="2770117" y="531775"/>
                  </a:lnTo>
                  <a:lnTo>
                    <a:pt x="2718046" y="515488"/>
                  </a:lnTo>
                  <a:lnTo>
                    <a:pt x="2666481" y="497543"/>
                  </a:lnTo>
                  <a:lnTo>
                    <a:pt x="2614890" y="477916"/>
                  </a:lnTo>
                  <a:lnTo>
                    <a:pt x="2562914" y="456638"/>
                  </a:lnTo>
                  <a:lnTo>
                    <a:pt x="2510336" y="433806"/>
                  </a:lnTo>
                  <a:lnTo>
                    <a:pt x="2457072" y="409582"/>
                  </a:lnTo>
                  <a:lnTo>
                    <a:pt x="2403147" y="384197"/>
                  </a:lnTo>
                  <a:lnTo>
                    <a:pt x="2348683" y="357938"/>
                  </a:lnTo>
                  <a:lnTo>
                    <a:pt x="2293871" y="331143"/>
                  </a:lnTo>
                  <a:lnTo>
                    <a:pt x="2238948" y="304179"/>
                  </a:lnTo>
                  <a:lnTo>
                    <a:pt x="2184162" y="277423"/>
                  </a:lnTo>
                  <a:lnTo>
                    <a:pt x="2129746" y="251240"/>
                  </a:lnTo>
                  <a:lnTo>
                    <a:pt x="2075886" y="225963"/>
                  </a:lnTo>
                  <a:lnTo>
                    <a:pt x="2022694" y="201875"/>
                  </a:lnTo>
                  <a:lnTo>
                    <a:pt x="1970185" y="179198"/>
                  </a:lnTo>
                  <a:lnTo>
                    <a:pt x="1918261" y="158090"/>
                  </a:lnTo>
                  <a:lnTo>
                    <a:pt x="1866693" y="138637"/>
                  </a:lnTo>
                  <a:lnTo>
                    <a:pt x="1815103" y="120867"/>
                  </a:lnTo>
                  <a:lnTo>
                    <a:pt x="1768425" y="106355"/>
                  </a:lnTo>
                  <a:lnTo>
                    <a:pt x="1718783" y="92618"/>
                  </a:lnTo>
                  <a:lnTo>
                    <a:pt x="1667424" y="80280"/>
                  </a:lnTo>
                  <a:lnTo>
                    <a:pt x="1613527" y="69267"/>
                  </a:lnTo>
                  <a:lnTo>
                    <a:pt x="1556171" y="59454"/>
                  </a:lnTo>
                  <a:lnTo>
                    <a:pt x="1494423" y="50703"/>
                  </a:lnTo>
                  <a:lnTo>
                    <a:pt x="1427416" y="42881"/>
                  </a:lnTo>
                  <a:lnTo>
                    <a:pt x="1354458" y="35873"/>
                  </a:lnTo>
                  <a:lnTo>
                    <a:pt x="1275169" y="29584"/>
                  </a:lnTo>
                  <a:lnTo>
                    <a:pt x="1189667" y="23949"/>
                  </a:lnTo>
                  <a:lnTo>
                    <a:pt x="1098787" y="18928"/>
                  </a:lnTo>
                  <a:lnTo>
                    <a:pt x="1004290" y="14504"/>
                  </a:lnTo>
                  <a:lnTo>
                    <a:pt x="908990" y="10683"/>
                  </a:lnTo>
                  <a:lnTo>
                    <a:pt x="816689" y="7479"/>
                  </a:lnTo>
                  <a:lnTo>
                    <a:pt x="731818" y="4902"/>
                  </a:lnTo>
                  <a:lnTo>
                    <a:pt x="658757" y="2944"/>
                  </a:lnTo>
                  <a:lnTo>
                    <a:pt x="600957" y="1568"/>
                  </a:lnTo>
                  <a:lnTo>
                    <a:pt x="560102" y="697"/>
                  </a:lnTo>
                  <a:lnTo>
                    <a:pt x="535615" y="229"/>
                  </a:lnTo>
                  <a:lnTo>
                    <a:pt x="524608" y="38"/>
                  </a:lnTo>
                  <a:lnTo>
                    <a:pt x="522155" y="0"/>
                  </a:lnTo>
                  <a:lnTo>
                    <a:pt x="522133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569" name="pg569"/>
            <p:cNvSpPr/>
            <p:nvPr/>
          </p:nvSpPr>
          <p:spPr>
            <a:xfrm>
              <a:off x="386606" y="1072601"/>
              <a:ext cx="8554953" cy="2942176"/>
            </a:xfrm>
            <a:custGeom>
              <a:avLst/>
              <a:pathLst>
                <a:path w="8554953" h="2942176">
                  <a:moveTo>
                    <a:pt x="0" y="11294"/>
                  </a:moveTo>
                  <a:lnTo>
                    <a:pt x="522133" y="11294"/>
                  </a:lnTo>
                  <a:lnTo>
                    <a:pt x="523396" y="11314"/>
                  </a:lnTo>
                  <a:lnTo>
                    <a:pt x="531652" y="11455"/>
                  </a:lnTo>
                  <a:lnTo>
                    <a:pt x="552297" y="11847"/>
                  </a:lnTo>
                  <a:lnTo>
                    <a:pt x="588777" y="12616"/>
                  </a:lnTo>
                  <a:lnTo>
                    <a:pt x="642279" y="13875"/>
                  </a:lnTo>
                  <a:lnTo>
                    <a:pt x="711669" y="15709"/>
                  </a:lnTo>
                  <a:lnTo>
                    <a:pt x="793884" y="18167"/>
                  </a:lnTo>
                  <a:lnTo>
                    <a:pt x="884697" y="21264"/>
                  </a:lnTo>
                  <a:lnTo>
                    <a:pt x="979615" y="24992"/>
                  </a:lnTo>
                  <a:lnTo>
                    <a:pt x="1074626" y="29336"/>
                  </a:lnTo>
                  <a:lnTo>
                    <a:pt x="1166645" y="34288"/>
                  </a:lnTo>
                  <a:lnTo>
                    <a:pt x="1253644" y="39858"/>
                  </a:lnTo>
                  <a:lnTo>
                    <a:pt x="1334571" y="46080"/>
                  </a:lnTo>
                  <a:lnTo>
                    <a:pt x="1409141" y="53015"/>
                  </a:lnTo>
                  <a:lnTo>
                    <a:pt x="1477626" y="60750"/>
                  </a:lnTo>
                  <a:lnTo>
                    <a:pt x="1540652" y="69398"/>
                  </a:lnTo>
                  <a:lnTo>
                    <a:pt x="1599053" y="79091"/>
                  </a:lnTo>
                  <a:lnTo>
                    <a:pt x="1653752" y="89969"/>
                  </a:lnTo>
                  <a:lnTo>
                    <a:pt x="1705680" y="102166"/>
                  </a:lnTo>
                  <a:lnTo>
                    <a:pt x="1755693" y="115773"/>
                  </a:lnTo>
                  <a:lnTo>
                    <a:pt x="1768425" y="119531"/>
                  </a:lnTo>
                  <a:lnTo>
                    <a:pt x="1820426" y="136083"/>
                  </a:lnTo>
                  <a:lnTo>
                    <a:pt x="1871922" y="154317"/>
                  </a:lnTo>
                  <a:lnTo>
                    <a:pt x="1923441" y="174259"/>
                  </a:lnTo>
                  <a:lnTo>
                    <a:pt x="1975344" y="195876"/>
                  </a:lnTo>
                  <a:lnTo>
                    <a:pt x="2027846" y="219071"/>
                  </a:lnTo>
                  <a:lnTo>
                    <a:pt x="2081033" y="243680"/>
                  </a:lnTo>
                  <a:lnTo>
                    <a:pt x="2134879" y="269471"/>
                  </a:lnTo>
                  <a:lnTo>
                    <a:pt x="2189264" y="296151"/>
                  </a:lnTo>
                  <a:lnTo>
                    <a:pt x="2243999" y="323379"/>
                  </a:lnTo>
                  <a:lnTo>
                    <a:pt x="2298848" y="350783"/>
                  </a:lnTo>
                  <a:lnTo>
                    <a:pt x="2353563" y="377981"/>
                  </a:lnTo>
                  <a:lnTo>
                    <a:pt x="2407912" y="404603"/>
                  </a:lnTo>
                  <a:lnTo>
                    <a:pt x="2461710" y="430310"/>
                  </a:lnTo>
                  <a:lnTo>
                    <a:pt x="2514843" y="454816"/>
                  </a:lnTo>
                  <a:lnTo>
                    <a:pt x="2567293" y="477893"/>
                  </a:lnTo>
                  <a:lnTo>
                    <a:pt x="2619156" y="499381"/>
                  </a:lnTo>
                  <a:lnTo>
                    <a:pt x="2670659" y="519189"/>
                  </a:lnTo>
                  <a:lnTo>
                    <a:pt x="2722173" y="537289"/>
                  </a:lnTo>
                  <a:lnTo>
                    <a:pt x="2770117" y="552481"/>
                  </a:lnTo>
                  <a:lnTo>
                    <a:pt x="2819756" y="566460"/>
                  </a:lnTo>
                  <a:lnTo>
                    <a:pt x="2871111" y="579015"/>
                  </a:lnTo>
                  <a:lnTo>
                    <a:pt x="2925005" y="590223"/>
                  </a:lnTo>
                  <a:lnTo>
                    <a:pt x="2982356" y="600210"/>
                  </a:lnTo>
                  <a:lnTo>
                    <a:pt x="3044099" y="609115"/>
                  </a:lnTo>
                  <a:lnTo>
                    <a:pt x="3111099" y="617075"/>
                  </a:lnTo>
                  <a:lnTo>
                    <a:pt x="3184050" y="624207"/>
                  </a:lnTo>
                  <a:lnTo>
                    <a:pt x="3263331" y="630607"/>
                  </a:lnTo>
                  <a:lnTo>
                    <a:pt x="3348824" y="636342"/>
                  </a:lnTo>
                  <a:lnTo>
                    <a:pt x="3439695" y="641452"/>
                  </a:lnTo>
                  <a:lnTo>
                    <a:pt x="3534184" y="645954"/>
                  </a:lnTo>
                  <a:lnTo>
                    <a:pt x="3629479" y="649843"/>
                  </a:lnTo>
                  <a:lnTo>
                    <a:pt x="3721778" y="653105"/>
                  </a:lnTo>
                  <a:lnTo>
                    <a:pt x="3806653" y="655728"/>
                  </a:lnTo>
                  <a:lnTo>
                    <a:pt x="3879721" y="657720"/>
                  </a:lnTo>
                  <a:lnTo>
                    <a:pt x="3937535" y="659121"/>
                  </a:lnTo>
                  <a:lnTo>
                    <a:pt x="3978405" y="660007"/>
                  </a:lnTo>
                  <a:lnTo>
                    <a:pt x="4002907" y="660485"/>
                  </a:lnTo>
                  <a:lnTo>
                    <a:pt x="4013927" y="660679"/>
                  </a:lnTo>
                  <a:lnTo>
                    <a:pt x="4016409" y="660719"/>
                  </a:lnTo>
                  <a:lnTo>
                    <a:pt x="4538543" y="660719"/>
                  </a:lnTo>
                  <a:lnTo>
                    <a:pt x="4539732" y="660784"/>
                  </a:lnTo>
                  <a:lnTo>
                    <a:pt x="4547520" y="661252"/>
                  </a:lnTo>
                  <a:lnTo>
                    <a:pt x="4567032" y="662545"/>
                  </a:lnTo>
                  <a:lnTo>
                    <a:pt x="4601614" y="665086"/>
                  </a:lnTo>
                  <a:lnTo>
                    <a:pt x="4652537" y="669253"/>
                  </a:lnTo>
                  <a:lnTo>
                    <a:pt x="4718925" y="675336"/>
                  </a:lnTo>
                  <a:lnTo>
                    <a:pt x="4798062" y="683509"/>
                  </a:lnTo>
                  <a:lnTo>
                    <a:pt x="4886063" y="693836"/>
                  </a:lnTo>
                  <a:lnTo>
                    <a:pt x="4978684" y="706300"/>
                  </a:lnTo>
                  <a:lnTo>
                    <a:pt x="5072033" y="720851"/>
                  </a:lnTo>
                  <a:lnTo>
                    <a:pt x="5163020" y="737454"/>
                  </a:lnTo>
                  <a:lnTo>
                    <a:pt x="5249532" y="756128"/>
                  </a:lnTo>
                  <a:lnTo>
                    <a:pt x="5330379" y="776963"/>
                  </a:lnTo>
                  <a:lnTo>
                    <a:pt x="5405134" y="800139"/>
                  </a:lnTo>
                  <a:lnTo>
                    <a:pt x="5473929" y="825922"/>
                  </a:lnTo>
                  <a:lnTo>
                    <a:pt x="5537274" y="854661"/>
                  </a:lnTo>
                  <a:lnTo>
                    <a:pt x="5595906" y="886775"/>
                  </a:lnTo>
                  <a:lnTo>
                    <a:pt x="5650674" y="922723"/>
                  </a:lnTo>
                  <a:lnTo>
                    <a:pt x="5702463" y="962965"/>
                  </a:lnTo>
                  <a:lnTo>
                    <a:pt x="5752112" y="1007871"/>
                  </a:lnTo>
                  <a:lnTo>
                    <a:pt x="5784835" y="1040961"/>
                  </a:lnTo>
                  <a:lnTo>
                    <a:pt x="5825154" y="1085461"/>
                  </a:lnTo>
                  <a:lnTo>
                    <a:pt x="5865088" y="1133478"/>
                  </a:lnTo>
                  <a:lnTo>
                    <a:pt x="5904910" y="1185085"/>
                  </a:lnTo>
                  <a:lnTo>
                    <a:pt x="5944828" y="1240282"/>
                  </a:lnTo>
                  <a:lnTo>
                    <a:pt x="5984996" y="1298997"/>
                  </a:lnTo>
                  <a:lnTo>
                    <a:pt x="6025513" y="1361074"/>
                  </a:lnTo>
                  <a:lnTo>
                    <a:pt x="6066433" y="1426271"/>
                  </a:lnTo>
                  <a:lnTo>
                    <a:pt x="6107766" y="1494261"/>
                  </a:lnTo>
                  <a:lnTo>
                    <a:pt x="6149487" y="1564633"/>
                  </a:lnTo>
                  <a:lnTo>
                    <a:pt x="6191535" y="1636902"/>
                  </a:lnTo>
                  <a:lnTo>
                    <a:pt x="6233825" y="1710521"/>
                  </a:lnTo>
                  <a:lnTo>
                    <a:pt x="6276256" y="1784898"/>
                  </a:lnTo>
                  <a:lnTo>
                    <a:pt x="6318712" y="1859414"/>
                  </a:lnTo>
                  <a:lnTo>
                    <a:pt x="6361079" y="1933445"/>
                  </a:lnTo>
                  <a:lnTo>
                    <a:pt x="6403246" y="2006384"/>
                  </a:lnTo>
                  <a:lnTo>
                    <a:pt x="6445121" y="2077662"/>
                  </a:lnTo>
                  <a:lnTo>
                    <a:pt x="6486631" y="2146765"/>
                  </a:lnTo>
                  <a:lnTo>
                    <a:pt x="6527736" y="2213247"/>
                  </a:lnTo>
                  <a:lnTo>
                    <a:pt x="6568428" y="2276744"/>
                  </a:lnTo>
                  <a:lnTo>
                    <a:pt x="6608741" y="2336975"/>
                  </a:lnTo>
                  <a:lnTo>
                    <a:pt x="6648755" y="2393748"/>
                  </a:lnTo>
                  <a:lnTo>
                    <a:pt x="6688597" y="2446952"/>
                  </a:lnTo>
                  <a:lnTo>
                    <a:pt x="6728452" y="2496559"/>
                  </a:lnTo>
                  <a:lnTo>
                    <a:pt x="6768562" y="2542607"/>
                  </a:lnTo>
                  <a:lnTo>
                    <a:pt x="6786527" y="2561933"/>
                  </a:lnTo>
                  <a:lnTo>
                    <a:pt x="6835151" y="2610100"/>
                  </a:lnTo>
                  <a:lnTo>
                    <a:pt x="6885407" y="2653465"/>
                  </a:lnTo>
                  <a:lnTo>
                    <a:pt x="6938065" y="2692268"/>
                  </a:lnTo>
                  <a:lnTo>
                    <a:pt x="6993989" y="2726922"/>
                  </a:lnTo>
                  <a:lnTo>
                    <a:pt x="7054058" y="2757894"/>
                  </a:lnTo>
                  <a:lnTo>
                    <a:pt x="7119097" y="2785632"/>
                  </a:lnTo>
                  <a:lnTo>
                    <a:pt x="7189782" y="2810536"/>
                  </a:lnTo>
                  <a:lnTo>
                    <a:pt x="7266519" y="2832929"/>
                  </a:lnTo>
                  <a:lnTo>
                    <a:pt x="7349282" y="2853048"/>
                  </a:lnTo>
                  <a:lnTo>
                    <a:pt x="7437416" y="2871044"/>
                  </a:lnTo>
                  <a:lnTo>
                    <a:pt x="7529448" y="2886984"/>
                  </a:lnTo>
                  <a:lnTo>
                    <a:pt x="7622944" y="2900864"/>
                  </a:lnTo>
                  <a:lnTo>
                    <a:pt x="7714523" y="2912640"/>
                  </a:lnTo>
                  <a:lnTo>
                    <a:pt x="7800116" y="2922268"/>
                  </a:lnTo>
                  <a:lnTo>
                    <a:pt x="7875507" y="2929752"/>
                  </a:lnTo>
                  <a:lnTo>
                    <a:pt x="7937103" y="2935189"/>
                  </a:lnTo>
                  <a:lnTo>
                    <a:pt x="7982726" y="2938793"/>
                  </a:lnTo>
                  <a:lnTo>
                    <a:pt x="8012181" y="2940885"/>
                  </a:lnTo>
                  <a:lnTo>
                    <a:pt x="8027435" y="2941864"/>
                  </a:lnTo>
                  <a:lnTo>
                    <a:pt x="8032445" y="2942156"/>
                  </a:lnTo>
                  <a:lnTo>
                    <a:pt x="8032819" y="2942176"/>
                  </a:lnTo>
                  <a:lnTo>
                    <a:pt x="8554953" y="2942176"/>
                  </a:lnTo>
                  <a:lnTo>
                    <a:pt x="8554953" y="2930881"/>
                  </a:lnTo>
                  <a:lnTo>
                    <a:pt x="8032819" y="2930881"/>
                  </a:lnTo>
                  <a:lnTo>
                    <a:pt x="8031630" y="2930816"/>
                  </a:lnTo>
                  <a:lnTo>
                    <a:pt x="8023842" y="2930348"/>
                  </a:lnTo>
                  <a:lnTo>
                    <a:pt x="8004330" y="2929055"/>
                  </a:lnTo>
                  <a:lnTo>
                    <a:pt x="7969748" y="2926514"/>
                  </a:lnTo>
                  <a:lnTo>
                    <a:pt x="7918825" y="2922347"/>
                  </a:lnTo>
                  <a:lnTo>
                    <a:pt x="7852437" y="2916264"/>
                  </a:lnTo>
                  <a:lnTo>
                    <a:pt x="7773300" y="2908090"/>
                  </a:lnTo>
                  <a:lnTo>
                    <a:pt x="7685299" y="2897764"/>
                  </a:lnTo>
                  <a:lnTo>
                    <a:pt x="7592678" y="2885300"/>
                  </a:lnTo>
                  <a:lnTo>
                    <a:pt x="7499329" y="2870749"/>
                  </a:lnTo>
                  <a:lnTo>
                    <a:pt x="7408342" y="2854146"/>
                  </a:lnTo>
                  <a:lnTo>
                    <a:pt x="7321830" y="2835472"/>
                  </a:lnTo>
                  <a:lnTo>
                    <a:pt x="7240983" y="2814637"/>
                  </a:lnTo>
                  <a:lnTo>
                    <a:pt x="7166228" y="2791461"/>
                  </a:lnTo>
                  <a:lnTo>
                    <a:pt x="7097433" y="2765678"/>
                  </a:lnTo>
                  <a:lnTo>
                    <a:pt x="7034088" y="2736939"/>
                  </a:lnTo>
                  <a:lnTo>
                    <a:pt x="6975456" y="2704825"/>
                  </a:lnTo>
                  <a:lnTo>
                    <a:pt x="6920688" y="2668876"/>
                  </a:lnTo>
                  <a:lnTo>
                    <a:pt x="6868899" y="2628635"/>
                  </a:lnTo>
                  <a:lnTo>
                    <a:pt x="6819250" y="2583729"/>
                  </a:lnTo>
                  <a:lnTo>
                    <a:pt x="6786527" y="2550638"/>
                  </a:lnTo>
                  <a:lnTo>
                    <a:pt x="6746208" y="2506139"/>
                  </a:lnTo>
                  <a:lnTo>
                    <a:pt x="6706274" y="2458121"/>
                  </a:lnTo>
                  <a:lnTo>
                    <a:pt x="6666452" y="2406515"/>
                  </a:lnTo>
                  <a:lnTo>
                    <a:pt x="6626533" y="2351317"/>
                  </a:lnTo>
                  <a:lnTo>
                    <a:pt x="6586366" y="2292603"/>
                  </a:lnTo>
                  <a:lnTo>
                    <a:pt x="6545849" y="2230526"/>
                  </a:lnTo>
                  <a:lnTo>
                    <a:pt x="6504929" y="2165329"/>
                  </a:lnTo>
                  <a:lnTo>
                    <a:pt x="6463596" y="2097339"/>
                  </a:lnTo>
                  <a:lnTo>
                    <a:pt x="6421875" y="2026967"/>
                  </a:lnTo>
                  <a:lnTo>
                    <a:pt x="6379827" y="1954698"/>
                  </a:lnTo>
                  <a:lnTo>
                    <a:pt x="6337536" y="1881078"/>
                  </a:lnTo>
                  <a:lnTo>
                    <a:pt x="6295106" y="1806701"/>
                  </a:lnTo>
                  <a:lnTo>
                    <a:pt x="6252650" y="1732186"/>
                  </a:lnTo>
                  <a:lnTo>
                    <a:pt x="6210283" y="1658155"/>
                  </a:lnTo>
                  <a:lnTo>
                    <a:pt x="6168116" y="1585215"/>
                  </a:lnTo>
                  <a:lnTo>
                    <a:pt x="6126241" y="1513937"/>
                  </a:lnTo>
                  <a:lnTo>
                    <a:pt x="6084730" y="1444835"/>
                  </a:lnTo>
                  <a:lnTo>
                    <a:pt x="6043626" y="1378353"/>
                  </a:lnTo>
                  <a:lnTo>
                    <a:pt x="6002934" y="1314856"/>
                  </a:lnTo>
                  <a:lnTo>
                    <a:pt x="5962621" y="1254625"/>
                  </a:lnTo>
                  <a:lnTo>
                    <a:pt x="5922607" y="1197852"/>
                  </a:lnTo>
                  <a:lnTo>
                    <a:pt x="5882765" y="1144647"/>
                  </a:lnTo>
                  <a:lnTo>
                    <a:pt x="5842910" y="1095041"/>
                  </a:lnTo>
                  <a:lnTo>
                    <a:pt x="5802800" y="1048993"/>
                  </a:lnTo>
                  <a:lnTo>
                    <a:pt x="5784835" y="1029667"/>
                  </a:lnTo>
                  <a:lnTo>
                    <a:pt x="5736211" y="981499"/>
                  </a:lnTo>
                  <a:lnTo>
                    <a:pt x="5685955" y="938135"/>
                  </a:lnTo>
                  <a:lnTo>
                    <a:pt x="5633297" y="899332"/>
                  </a:lnTo>
                  <a:lnTo>
                    <a:pt x="5577373" y="864677"/>
                  </a:lnTo>
                  <a:lnTo>
                    <a:pt x="5517304" y="833706"/>
                  </a:lnTo>
                  <a:lnTo>
                    <a:pt x="5452265" y="805968"/>
                  </a:lnTo>
                  <a:lnTo>
                    <a:pt x="5381580" y="781064"/>
                  </a:lnTo>
                  <a:lnTo>
                    <a:pt x="5304843" y="758671"/>
                  </a:lnTo>
                  <a:lnTo>
                    <a:pt x="5222080" y="738552"/>
                  </a:lnTo>
                  <a:lnTo>
                    <a:pt x="5133946" y="720555"/>
                  </a:lnTo>
                  <a:lnTo>
                    <a:pt x="5041914" y="704616"/>
                  </a:lnTo>
                  <a:lnTo>
                    <a:pt x="4948418" y="690736"/>
                  </a:lnTo>
                  <a:lnTo>
                    <a:pt x="4856839" y="678960"/>
                  </a:lnTo>
                  <a:lnTo>
                    <a:pt x="4771246" y="669332"/>
                  </a:lnTo>
                  <a:lnTo>
                    <a:pt x="4695855" y="661848"/>
                  </a:lnTo>
                  <a:lnTo>
                    <a:pt x="4634259" y="656410"/>
                  </a:lnTo>
                  <a:lnTo>
                    <a:pt x="4588636" y="652807"/>
                  </a:lnTo>
                  <a:lnTo>
                    <a:pt x="4559181" y="650715"/>
                  </a:lnTo>
                  <a:lnTo>
                    <a:pt x="4543927" y="649736"/>
                  </a:lnTo>
                  <a:lnTo>
                    <a:pt x="4538917" y="649444"/>
                  </a:lnTo>
                  <a:lnTo>
                    <a:pt x="4538543" y="649424"/>
                  </a:lnTo>
                  <a:lnTo>
                    <a:pt x="4016409" y="649424"/>
                  </a:lnTo>
                  <a:lnTo>
                    <a:pt x="4015146" y="649404"/>
                  </a:lnTo>
                  <a:lnTo>
                    <a:pt x="4006890" y="649263"/>
                  </a:lnTo>
                  <a:lnTo>
                    <a:pt x="3986245" y="648871"/>
                  </a:lnTo>
                  <a:lnTo>
                    <a:pt x="3949765" y="648102"/>
                  </a:lnTo>
                  <a:lnTo>
                    <a:pt x="3896264" y="646843"/>
                  </a:lnTo>
                  <a:lnTo>
                    <a:pt x="3826874" y="645009"/>
                  </a:lnTo>
                  <a:lnTo>
                    <a:pt x="3744658" y="642551"/>
                  </a:lnTo>
                  <a:lnTo>
                    <a:pt x="3653845" y="639454"/>
                  </a:lnTo>
                  <a:lnTo>
                    <a:pt x="3558927" y="635727"/>
                  </a:lnTo>
                  <a:lnTo>
                    <a:pt x="3463916" y="631382"/>
                  </a:lnTo>
                  <a:lnTo>
                    <a:pt x="3371898" y="626430"/>
                  </a:lnTo>
                  <a:lnTo>
                    <a:pt x="3284898" y="620860"/>
                  </a:lnTo>
                  <a:lnTo>
                    <a:pt x="3203971" y="614638"/>
                  </a:lnTo>
                  <a:lnTo>
                    <a:pt x="3129401" y="607703"/>
                  </a:lnTo>
                  <a:lnTo>
                    <a:pt x="3060916" y="599968"/>
                  </a:lnTo>
                  <a:lnTo>
                    <a:pt x="2997890" y="591320"/>
                  </a:lnTo>
                  <a:lnTo>
                    <a:pt x="2939490" y="581627"/>
                  </a:lnTo>
                  <a:lnTo>
                    <a:pt x="2884791" y="570749"/>
                  </a:lnTo>
                  <a:lnTo>
                    <a:pt x="2832863" y="558552"/>
                  </a:lnTo>
                  <a:lnTo>
                    <a:pt x="2782849" y="544945"/>
                  </a:lnTo>
                  <a:lnTo>
                    <a:pt x="2770117" y="541187"/>
                  </a:lnTo>
                  <a:lnTo>
                    <a:pt x="2718117" y="524635"/>
                  </a:lnTo>
                  <a:lnTo>
                    <a:pt x="2666621" y="506401"/>
                  </a:lnTo>
                  <a:lnTo>
                    <a:pt x="2615101" y="486459"/>
                  </a:lnTo>
                  <a:lnTo>
                    <a:pt x="2563198" y="464842"/>
                  </a:lnTo>
                  <a:lnTo>
                    <a:pt x="2510696" y="441647"/>
                  </a:lnTo>
                  <a:lnTo>
                    <a:pt x="2457509" y="417038"/>
                  </a:lnTo>
                  <a:lnTo>
                    <a:pt x="2403663" y="391247"/>
                  </a:lnTo>
                  <a:lnTo>
                    <a:pt x="2349278" y="364567"/>
                  </a:lnTo>
                  <a:lnTo>
                    <a:pt x="2294543" y="337339"/>
                  </a:lnTo>
                  <a:lnTo>
                    <a:pt x="2239694" y="309935"/>
                  </a:lnTo>
                  <a:lnTo>
                    <a:pt x="2184979" y="282737"/>
                  </a:lnTo>
                  <a:lnTo>
                    <a:pt x="2130630" y="256115"/>
                  </a:lnTo>
                  <a:lnTo>
                    <a:pt x="2076832" y="230408"/>
                  </a:lnTo>
                  <a:lnTo>
                    <a:pt x="2023700" y="205902"/>
                  </a:lnTo>
                  <a:lnTo>
                    <a:pt x="1971249" y="182825"/>
                  </a:lnTo>
                  <a:lnTo>
                    <a:pt x="1919386" y="161337"/>
                  </a:lnTo>
                  <a:lnTo>
                    <a:pt x="1867883" y="141529"/>
                  </a:lnTo>
                  <a:lnTo>
                    <a:pt x="1816369" y="123429"/>
                  </a:lnTo>
                  <a:lnTo>
                    <a:pt x="1768425" y="108237"/>
                  </a:lnTo>
                  <a:lnTo>
                    <a:pt x="1718786" y="94258"/>
                  </a:lnTo>
                  <a:lnTo>
                    <a:pt x="1667431" y="81703"/>
                  </a:lnTo>
                  <a:lnTo>
                    <a:pt x="1613537" y="70495"/>
                  </a:lnTo>
                  <a:lnTo>
                    <a:pt x="1556186" y="60509"/>
                  </a:lnTo>
                  <a:lnTo>
                    <a:pt x="1494443" y="51603"/>
                  </a:lnTo>
                  <a:lnTo>
                    <a:pt x="1427443" y="43643"/>
                  </a:lnTo>
                  <a:lnTo>
                    <a:pt x="1354492" y="36511"/>
                  </a:lnTo>
                  <a:lnTo>
                    <a:pt x="1275211" y="30111"/>
                  </a:lnTo>
                  <a:lnTo>
                    <a:pt x="1189718" y="24376"/>
                  </a:lnTo>
                  <a:lnTo>
                    <a:pt x="1098847" y="19266"/>
                  </a:lnTo>
                  <a:lnTo>
                    <a:pt x="1004358" y="14764"/>
                  </a:lnTo>
                  <a:lnTo>
                    <a:pt x="909063" y="10875"/>
                  </a:lnTo>
                  <a:lnTo>
                    <a:pt x="816764" y="7613"/>
                  </a:lnTo>
                  <a:lnTo>
                    <a:pt x="731890" y="4990"/>
                  </a:lnTo>
                  <a:lnTo>
                    <a:pt x="658821" y="2998"/>
                  </a:lnTo>
                  <a:lnTo>
                    <a:pt x="601008" y="1597"/>
                  </a:lnTo>
                  <a:lnTo>
                    <a:pt x="560137" y="711"/>
                  </a:lnTo>
                  <a:lnTo>
                    <a:pt x="535635" y="233"/>
                  </a:lnTo>
                  <a:lnTo>
                    <a:pt x="524615" y="39"/>
                  </a:lnTo>
                  <a:lnTo>
                    <a:pt x="5221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570" name="pl570"/>
            <p:cNvSpPr/>
            <p:nvPr/>
          </p:nvSpPr>
          <p:spPr>
            <a:xfrm>
              <a:off x="386606" y="1083896"/>
              <a:ext cx="8554953" cy="2930881"/>
            </a:xfrm>
            <a:custGeom>
              <a:avLst/>
              <a:pathLst>
                <a:path w="8554953" h="2930881">
                  <a:moveTo>
                    <a:pt x="0" y="0"/>
                  </a:moveTo>
                  <a:lnTo>
                    <a:pt x="522133" y="0"/>
                  </a:lnTo>
                  <a:lnTo>
                    <a:pt x="523396" y="19"/>
                  </a:lnTo>
                  <a:lnTo>
                    <a:pt x="531652" y="161"/>
                  </a:lnTo>
                  <a:lnTo>
                    <a:pt x="552297" y="553"/>
                  </a:lnTo>
                  <a:lnTo>
                    <a:pt x="588777" y="1322"/>
                  </a:lnTo>
                  <a:lnTo>
                    <a:pt x="642279" y="2581"/>
                  </a:lnTo>
                  <a:lnTo>
                    <a:pt x="711669" y="4415"/>
                  </a:lnTo>
                  <a:lnTo>
                    <a:pt x="793884" y="6873"/>
                  </a:lnTo>
                  <a:lnTo>
                    <a:pt x="884697" y="9969"/>
                  </a:lnTo>
                  <a:lnTo>
                    <a:pt x="979615" y="13697"/>
                  </a:lnTo>
                  <a:lnTo>
                    <a:pt x="1074626" y="18041"/>
                  </a:lnTo>
                  <a:lnTo>
                    <a:pt x="1166645" y="22994"/>
                  </a:lnTo>
                  <a:lnTo>
                    <a:pt x="1253644" y="28564"/>
                  </a:lnTo>
                  <a:lnTo>
                    <a:pt x="1334571" y="34786"/>
                  </a:lnTo>
                  <a:lnTo>
                    <a:pt x="1409141" y="41721"/>
                  </a:lnTo>
                  <a:lnTo>
                    <a:pt x="1477626" y="49456"/>
                  </a:lnTo>
                  <a:lnTo>
                    <a:pt x="1540652" y="58104"/>
                  </a:lnTo>
                  <a:lnTo>
                    <a:pt x="1599053" y="67797"/>
                  </a:lnTo>
                  <a:lnTo>
                    <a:pt x="1653752" y="78675"/>
                  </a:lnTo>
                  <a:lnTo>
                    <a:pt x="1705680" y="90871"/>
                  </a:lnTo>
                  <a:lnTo>
                    <a:pt x="1755693" y="104479"/>
                  </a:lnTo>
                  <a:lnTo>
                    <a:pt x="1768425" y="108237"/>
                  </a:lnTo>
                  <a:lnTo>
                    <a:pt x="1820426" y="124788"/>
                  </a:lnTo>
                  <a:lnTo>
                    <a:pt x="1871922" y="143022"/>
                  </a:lnTo>
                  <a:lnTo>
                    <a:pt x="1923441" y="162964"/>
                  </a:lnTo>
                  <a:lnTo>
                    <a:pt x="1975344" y="184581"/>
                  </a:lnTo>
                  <a:lnTo>
                    <a:pt x="2027846" y="207777"/>
                  </a:lnTo>
                  <a:lnTo>
                    <a:pt x="2081033" y="232386"/>
                  </a:lnTo>
                  <a:lnTo>
                    <a:pt x="2134879" y="258177"/>
                  </a:lnTo>
                  <a:lnTo>
                    <a:pt x="2189264" y="284856"/>
                  </a:lnTo>
                  <a:lnTo>
                    <a:pt x="2243999" y="312084"/>
                  </a:lnTo>
                  <a:lnTo>
                    <a:pt x="2298848" y="339488"/>
                  </a:lnTo>
                  <a:lnTo>
                    <a:pt x="2353563" y="366686"/>
                  </a:lnTo>
                  <a:lnTo>
                    <a:pt x="2407912" y="393308"/>
                  </a:lnTo>
                  <a:lnTo>
                    <a:pt x="2461710" y="419016"/>
                  </a:lnTo>
                  <a:lnTo>
                    <a:pt x="2514843" y="443522"/>
                  </a:lnTo>
                  <a:lnTo>
                    <a:pt x="2567293" y="466598"/>
                  </a:lnTo>
                  <a:lnTo>
                    <a:pt x="2619156" y="488087"/>
                  </a:lnTo>
                  <a:lnTo>
                    <a:pt x="2670659" y="507895"/>
                  </a:lnTo>
                  <a:lnTo>
                    <a:pt x="2722173" y="525995"/>
                  </a:lnTo>
                  <a:lnTo>
                    <a:pt x="2770117" y="541187"/>
                  </a:lnTo>
                  <a:lnTo>
                    <a:pt x="2819756" y="555166"/>
                  </a:lnTo>
                  <a:lnTo>
                    <a:pt x="2871111" y="567721"/>
                  </a:lnTo>
                  <a:lnTo>
                    <a:pt x="2925005" y="578929"/>
                  </a:lnTo>
                  <a:lnTo>
                    <a:pt x="2982356" y="588915"/>
                  </a:lnTo>
                  <a:lnTo>
                    <a:pt x="3044099" y="597821"/>
                  </a:lnTo>
                  <a:lnTo>
                    <a:pt x="3111099" y="605781"/>
                  </a:lnTo>
                  <a:lnTo>
                    <a:pt x="3184050" y="612913"/>
                  </a:lnTo>
                  <a:lnTo>
                    <a:pt x="3263331" y="619313"/>
                  </a:lnTo>
                  <a:lnTo>
                    <a:pt x="3348824" y="625047"/>
                  </a:lnTo>
                  <a:lnTo>
                    <a:pt x="3439695" y="630158"/>
                  </a:lnTo>
                  <a:lnTo>
                    <a:pt x="3534184" y="634660"/>
                  </a:lnTo>
                  <a:lnTo>
                    <a:pt x="3629479" y="638549"/>
                  </a:lnTo>
                  <a:lnTo>
                    <a:pt x="3721778" y="641810"/>
                  </a:lnTo>
                  <a:lnTo>
                    <a:pt x="3806653" y="644433"/>
                  </a:lnTo>
                  <a:lnTo>
                    <a:pt x="3879721" y="646426"/>
                  </a:lnTo>
                  <a:lnTo>
                    <a:pt x="3937535" y="647827"/>
                  </a:lnTo>
                  <a:lnTo>
                    <a:pt x="3978405" y="648713"/>
                  </a:lnTo>
                  <a:lnTo>
                    <a:pt x="4002907" y="649191"/>
                  </a:lnTo>
                  <a:lnTo>
                    <a:pt x="4013927" y="649384"/>
                  </a:lnTo>
                  <a:lnTo>
                    <a:pt x="4016386" y="649424"/>
                  </a:lnTo>
                  <a:lnTo>
                    <a:pt x="4016409" y="649424"/>
                  </a:lnTo>
                  <a:lnTo>
                    <a:pt x="4538543" y="649424"/>
                  </a:lnTo>
                  <a:lnTo>
                    <a:pt x="4539732" y="649490"/>
                  </a:lnTo>
                  <a:lnTo>
                    <a:pt x="4547520" y="649957"/>
                  </a:lnTo>
                  <a:lnTo>
                    <a:pt x="4567032" y="651250"/>
                  </a:lnTo>
                  <a:lnTo>
                    <a:pt x="4601614" y="653791"/>
                  </a:lnTo>
                  <a:lnTo>
                    <a:pt x="4652537" y="657959"/>
                  </a:lnTo>
                  <a:lnTo>
                    <a:pt x="4718925" y="664042"/>
                  </a:lnTo>
                  <a:lnTo>
                    <a:pt x="4798062" y="672215"/>
                  </a:lnTo>
                  <a:lnTo>
                    <a:pt x="4886063" y="682542"/>
                  </a:lnTo>
                  <a:lnTo>
                    <a:pt x="4978684" y="695005"/>
                  </a:lnTo>
                  <a:lnTo>
                    <a:pt x="5072033" y="709556"/>
                  </a:lnTo>
                  <a:lnTo>
                    <a:pt x="5163020" y="726160"/>
                  </a:lnTo>
                  <a:lnTo>
                    <a:pt x="5249532" y="744833"/>
                  </a:lnTo>
                  <a:lnTo>
                    <a:pt x="5330379" y="765668"/>
                  </a:lnTo>
                  <a:lnTo>
                    <a:pt x="5405134" y="788844"/>
                  </a:lnTo>
                  <a:lnTo>
                    <a:pt x="5473929" y="814627"/>
                  </a:lnTo>
                  <a:lnTo>
                    <a:pt x="5537274" y="843367"/>
                  </a:lnTo>
                  <a:lnTo>
                    <a:pt x="5595906" y="875480"/>
                  </a:lnTo>
                  <a:lnTo>
                    <a:pt x="5650674" y="911429"/>
                  </a:lnTo>
                  <a:lnTo>
                    <a:pt x="5702463" y="951670"/>
                  </a:lnTo>
                  <a:lnTo>
                    <a:pt x="5752112" y="996577"/>
                  </a:lnTo>
                  <a:lnTo>
                    <a:pt x="5784835" y="1029667"/>
                  </a:lnTo>
                  <a:lnTo>
                    <a:pt x="5825154" y="1074166"/>
                  </a:lnTo>
                  <a:lnTo>
                    <a:pt x="5865088" y="1122184"/>
                  </a:lnTo>
                  <a:lnTo>
                    <a:pt x="5904910" y="1173791"/>
                  </a:lnTo>
                  <a:lnTo>
                    <a:pt x="5944828" y="1228988"/>
                  </a:lnTo>
                  <a:lnTo>
                    <a:pt x="5984996" y="1287703"/>
                  </a:lnTo>
                  <a:lnTo>
                    <a:pt x="6025513" y="1349779"/>
                  </a:lnTo>
                  <a:lnTo>
                    <a:pt x="6066433" y="1414977"/>
                  </a:lnTo>
                  <a:lnTo>
                    <a:pt x="6107766" y="1482966"/>
                  </a:lnTo>
                  <a:lnTo>
                    <a:pt x="6149487" y="1553338"/>
                  </a:lnTo>
                  <a:lnTo>
                    <a:pt x="6191535" y="1625608"/>
                  </a:lnTo>
                  <a:lnTo>
                    <a:pt x="6233825" y="1699227"/>
                  </a:lnTo>
                  <a:lnTo>
                    <a:pt x="6276256" y="1773604"/>
                  </a:lnTo>
                  <a:lnTo>
                    <a:pt x="6318712" y="1848120"/>
                  </a:lnTo>
                  <a:lnTo>
                    <a:pt x="6361079" y="1922151"/>
                  </a:lnTo>
                  <a:lnTo>
                    <a:pt x="6403246" y="1995090"/>
                  </a:lnTo>
                  <a:lnTo>
                    <a:pt x="6445121" y="2066368"/>
                  </a:lnTo>
                  <a:lnTo>
                    <a:pt x="6486631" y="2135471"/>
                  </a:lnTo>
                  <a:lnTo>
                    <a:pt x="6527736" y="2201953"/>
                  </a:lnTo>
                  <a:lnTo>
                    <a:pt x="6568428" y="2265450"/>
                  </a:lnTo>
                  <a:lnTo>
                    <a:pt x="6608741" y="2325681"/>
                  </a:lnTo>
                  <a:lnTo>
                    <a:pt x="6648755" y="2382454"/>
                  </a:lnTo>
                  <a:lnTo>
                    <a:pt x="6688597" y="2435658"/>
                  </a:lnTo>
                  <a:lnTo>
                    <a:pt x="6728452" y="2485264"/>
                  </a:lnTo>
                  <a:lnTo>
                    <a:pt x="6768562" y="2531313"/>
                  </a:lnTo>
                  <a:lnTo>
                    <a:pt x="6786527" y="2550638"/>
                  </a:lnTo>
                  <a:lnTo>
                    <a:pt x="6835151" y="2598806"/>
                  </a:lnTo>
                  <a:lnTo>
                    <a:pt x="6885407" y="2642170"/>
                  </a:lnTo>
                  <a:lnTo>
                    <a:pt x="6938065" y="2680973"/>
                  </a:lnTo>
                  <a:lnTo>
                    <a:pt x="6993989" y="2715628"/>
                  </a:lnTo>
                  <a:lnTo>
                    <a:pt x="7054058" y="2746599"/>
                  </a:lnTo>
                  <a:lnTo>
                    <a:pt x="7119097" y="2774338"/>
                  </a:lnTo>
                  <a:lnTo>
                    <a:pt x="7189782" y="2799242"/>
                  </a:lnTo>
                  <a:lnTo>
                    <a:pt x="7266519" y="2821634"/>
                  </a:lnTo>
                  <a:lnTo>
                    <a:pt x="7349282" y="2841754"/>
                  </a:lnTo>
                  <a:lnTo>
                    <a:pt x="7437416" y="2859750"/>
                  </a:lnTo>
                  <a:lnTo>
                    <a:pt x="7529448" y="2875690"/>
                  </a:lnTo>
                  <a:lnTo>
                    <a:pt x="7622944" y="2889570"/>
                  </a:lnTo>
                  <a:lnTo>
                    <a:pt x="7714523" y="2901346"/>
                  </a:lnTo>
                  <a:lnTo>
                    <a:pt x="7800116" y="2910974"/>
                  </a:lnTo>
                  <a:lnTo>
                    <a:pt x="7875507" y="2918458"/>
                  </a:lnTo>
                  <a:lnTo>
                    <a:pt x="7937103" y="2923895"/>
                  </a:lnTo>
                  <a:lnTo>
                    <a:pt x="7982726" y="2927499"/>
                  </a:lnTo>
                  <a:lnTo>
                    <a:pt x="8012181" y="2929591"/>
                  </a:lnTo>
                  <a:lnTo>
                    <a:pt x="8027435" y="2930569"/>
                  </a:lnTo>
                  <a:lnTo>
                    <a:pt x="8032445" y="2930861"/>
                  </a:lnTo>
                  <a:lnTo>
                    <a:pt x="8032819" y="2930881"/>
                  </a:lnTo>
                  <a:lnTo>
                    <a:pt x="8554953" y="2930881"/>
                  </a:lnTo>
                  <a:lnTo>
                    <a:pt x="8554953" y="2930881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571" name="pl571"/>
            <p:cNvSpPr/>
            <p:nvPr/>
          </p:nvSpPr>
          <p:spPr>
            <a:xfrm>
              <a:off x="386606" y="1072601"/>
              <a:ext cx="8554953" cy="2930881"/>
            </a:xfrm>
            <a:custGeom>
              <a:avLst/>
              <a:pathLst>
                <a:path w="8554953" h="2930881">
                  <a:moveTo>
                    <a:pt x="8554953" y="2930881"/>
                  </a:moveTo>
                  <a:lnTo>
                    <a:pt x="8032819" y="2930881"/>
                  </a:lnTo>
                  <a:lnTo>
                    <a:pt x="8031630" y="2930816"/>
                  </a:lnTo>
                  <a:lnTo>
                    <a:pt x="8023842" y="2930348"/>
                  </a:lnTo>
                  <a:lnTo>
                    <a:pt x="8004330" y="2929055"/>
                  </a:lnTo>
                  <a:lnTo>
                    <a:pt x="7969748" y="2926514"/>
                  </a:lnTo>
                  <a:lnTo>
                    <a:pt x="7918825" y="2922347"/>
                  </a:lnTo>
                  <a:lnTo>
                    <a:pt x="7852437" y="2916264"/>
                  </a:lnTo>
                  <a:lnTo>
                    <a:pt x="7773300" y="2908090"/>
                  </a:lnTo>
                  <a:lnTo>
                    <a:pt x="7685299" y="2897764"/>
                  </a:lnTo>
                  <a:lnTo>
                    <a:pt x="7592678" y="2885300"/>
                  </a:lnTo>
                  <a:lnTo>
                    <a:pt x="7499329" y="2870749"/>
                  </a:lnTo>
                  <a:lnTo>
                    <a:pt x="7408342" y="2854146"/>
                  </a:lnTo>
                  <a:lnTo>
                    <a:pt x="7321830" y="2835472"/>
                  </a:lnTo>
                  <a:lnTo>
                    <a:pt x="7240983" y="2814637"/>
                  </a:lnTo>
                  <a:lnTo>
                    <a:pt x="7166228" y="2791461"/>
                  </a:lnTo>
                  <a:lnTo>
                    <a:pt x="7097433" y="2765678"/>
                  </a:lnTo>
                  <a:lnTo>
                    <a:pt x="7034088" y="2736939"/>
                  </a:lnTo>
                  <a:lnTo>
                    <a:pt x="6975456" y="2704825"/>
                  </a:lnTo>
                  <a:lnTo>
                    <a:pt x="6920688" y="2668876"/>
                  </a:lnTo>
                  <a:lnTo>
                    <a:pt x="6868899" y="2628635"/>
                  </a:lnTo>
                  <a:lnTo>
                    <a:pt x="6819250" y="2583729"/>
                  </a:lnTo>
                  <a:lnTo>
                    <a:pt x="6786527" y="2550638"/>
                  </a:lnTo>
                  <a:lnTo>
                    <a:pt x="6746208" y="2506139"/>
                  </a:lnTo>
                  <a:lnTo>
                    <a:pt x="6706274" y="2458121"/>
                  </a:lnTo>
                  <a:lnTo>
                    <a:pt x="6666452" y="2406515"/>
                  </a:lnTo>
                  <a:lnTo>
                    <a:pt x="6626533" y="2351317"/>
                  </a:lnTo>
                  <a:lnTo>
                    <a:pt x="6586366" y="2292603"/>
                  </a:lnTo>
                  <a:lnTo>
                    <a:pt x="6545849" y="2230526"/>
                  </a:lnTo>
                  <a:lnTo>
                    <a:pt x="6504929" y="2165329"/>
                  </a:lnTo>
                  <a:lnTo>
                    <a:pt x="6463596" y="2097339"/>
                  </a:lnTo>
                  <a:lnTo>
                    <a:pt x="6421875" y="2026967"/>
                  </a:lnTo>
                  <a:lnTo>
                    <a:pt x="6379827" y="1954698"/>
                  </a:lnTo>
                  <a:lnTo>
                    <a:pt x="6337536" y="1881078"/>
                  </a:lnTo>
                  <a:lnTo>
                    <a:pt x="6295106" y="1806701"/>
                  </a:lnTo>
                  <a:lnTo>
                    <a:pt x="6252650" y="1732186"/>
                  </a:lnTo>
                  <a:lnTo>
                    <a:pt x="6210283" y="1658155"/>
                  </a:lnTo>
                  <a:lnTo>
                    <a:pt x="6168116" y="1585215"/>
                  </a:lnTo>
                  <a:lnTo>
                    <a:pt x="6126241" y="1513937"/>
                  </a:lnTo>
                  <a:lnTo>
                    <a:pt x="6084730" y="1444835"/>
                  </a:lnTo>
                  <a:lnTo>
                    <a:pt x="6043626" y="1378353"/>
                  </a:lnTo>
                  <a:lnTo>
                    <a:pt x="6002934" y="1314856"/>
                  </a:lnTo>
                  <a:lnTo>
                    <a:pt x="5962621" y="1254625"/>
                  </a:lnTo>
                  <a:lnTo>
                    <a:pt x="5922607" y="1197852"/>
                  </a:lnTo>
                  <a:lnTo>
                    <a:pt x="5882765" y="1144647"/>
                  </a:lnTo>
                  <a:lnTo>
                    <a:pt x="5842910" y="1095041"/>
                  </a:lnTo>
                  <a:lnTo>
                    <a:pt x="5802800" y="1048993"/>
                  </a:lnTo>
                  <a:lnTo>
                    <a:pt x="5784835" y="1029667"/>
                  </a:lnTo>
                  <a:lnTo>
                    <a:pt x="5736211" y="981499"/>
                  </a:lnTo>
                  <a:lnTo>
                    <a:pt x="5685955" y="938135"/>
                  </a:lnTo>
                  <a:lnTo>
                    <a:pt x="5633297" y="899332"/>
                  </a:lnTo>
                  <a:lnTo>
                    <a:pt x="5577373" y="864677"/>
                  </a:lnTo>
                  <a:lnTo>
                    <a:pt x="5517304" y="833706"/>
                  </a:lnTo>
                  <a:lnTo>
                    <a:pt x="5452265" y="805968"/>
                  </a:lnTo>
                  <a:lnTo>
                    <a:pt x="5381580" y="781064"/>
                  </a:lnTo>
                  <a:lnTo>
                    <a:pt x="5304843" y="758671"/>
                  </a:lnTo>
                  <a:lnTo>
                    <a:pt x="5222080" y="738552"/>
                  </a:lnTo>
                  <a:lnTo>
                    <a:pt x="5133946" y="720555"/>
                  </a:lnTo>
                  <a:lnTo>
                    <a:pt x="5041914" y="704616"/>
                  </a:lnTo>
                  <a:lnTo>
                    <a:pt x="4948418" y="690736"/>
                  </a:lnTo>
                  <a:lnTo>
                    <a:pt x="4856839" y="678960"/>
                  </a:lnTo>
                  <a:lnTo>
                    <a:pt x="4771246" y="669332"/>
                  </a:lnTo>
                  <a:lnTo>
                    <a:pt x="4695855" y="661848"/>
                  </a:lnTo>
                  <a:lnTo>
                    <a:pt x="4634259" y="656410"/>
                  </a:lnTo>
                  <a:lnTo>
                    <a:pt x="4588636" y="652807"/>
                  </a:lnTo>
                  <a:lnTo>
                    <a:pt x="4559181" y="650715"/>
                  </a:lnTo>
                  <a:lnTo>
                    <a:pt x="4543927" y="649736"/>
                  </a:lnTo>
                  <a:lnTo>
                    <a:pt x="4538917" y="649444"/>
                  </a:lnTo>
                  <a:lnTo>
                    <a:pt x="4538543" y="649424"/>
                  </a:lnTo>
                  <a:lnTo>
                    <a:pt x="4016409" y="649424"/>
                  </a:lnTo>
                  <a:lnTo>
                    <a:pt x="4015146" y="649404"/>
                  </a:lnTo>
                  <a:lnTo>
                    <a:pt x="4006890" y="649263"/>
                  </a:lnTo>
                  <a:lnTo>
                    <a:pt x="3986245" y="648871"/>
                  </a:lnTo>
                  <a:lnTo>
                    <a:pt x="3949765" y="648102"/>
                  </a:lnTo>
                  <a:lnTo>
                    <a:pt x="3896264" y="646843"/>
                  </a:lnTo>
                  <a:lnTo>
                    <a:pt x="3826874" y="645009"/>
                  </a:lnTo>
                  <a:lnTo>
                    <a:pt x="3744658" y="642551"/>
                  </a:lnTo>
                  <a:lnTo>
                    <a:pt x="3653845" y="639454"/>
                  </a:lnTo>
                  <a:lnTo>
                    <a:pt x="3558927" y="635727"/>
                  </a:lnTo>
                  <a:lnTo>
                    <a:pt x="3463916" y="631382"/>
                  </a:lnTo>
                  <a:lnTo>
                    <a:pt x="3371898" y="626430"/>
                  </a:lnTo>
                  <a:lnTo>
                    <a:pt x="3284898" y="620860"/>
                  </a:lnTo>
                  <a:lnTo>
                    <a:pt x="3203971" y="614638"/>
                  </a:lnTo>
                  <a:lnTo>
                    <a:pt x="3129401" y="607703"/>
                  </a:lnTo>
                  <a:lnTo>
                    <a:pt x="3060916" y="599968"/>
                  </a:lnTo>
                  <a:lnTo>
                    <a:pt x="2997890" y="591320"/>
                  </a:lnTo>
                  <a:lnTo>
                    <a:pt x="2939490" y="581627"/>
                  </a:lnTo>
                  <a:lnTo>
                    <a:pt x="2884791" y="570749"/>
                  </a:lnTo>
                  <a:lnTo>
                    <a:pt x="2832863" y="558552"/>
                  </a:lnTo>
                  <a:lnTo>
                    <a:pt x="2782849" y="544945"/>
                  </a:lnTo>
                  <a:lnTo>
                    <a:pt x="2770117" y="541187"/>
                  </a:lnTo>
                  <a:lnTo>
                    <a:pt x="2718117" y="524635"/>
                  </a:lnTo>
                  <a:lnTo>
                    <a:pt x="2666621" y="506401"/>
                  </a:lnTo>
                  <a:lnTo>
                    <a:pt x="2615101" y="486459"/>
                  </a:lnTo>
                  <a:lnTo>
                    <a:pt x="2563198" y="464842"/>
                  </a:lnTo>
                  <a:lnTo>
                    <a:pt x="2510696" y="441647"/>
                  </a:lnTo>
                  <a:lnTo>
                    <a:pt x="2457509" y="417038"/>
                  </a:lnTo>
                  <a:lnTo>
                    <a:pt x="2403663" y="391247"/>
                  </a:lnTo>
                  <a:lnTo>
                    <a:pt x="2349278" y="364567"/>
                  </a:lnTo>
                  <a:lnTo>
                    <a:pt x="2294543" y="337339"/>
                  </a:lnTo>
                  <a:lnTo>
                    <a:pt x="2239694" y="309935"/>
                  </a:lnTo>
                  <a:lnTo>
                    <a:pt x="2184979" y="282737"/>
                  </a:lnTo>
                  <a:lnTo>
                    <a:pt x="2130630" y="256115"/>
                  </a:lnTo>
                  <a:lnTo>
                    <a:pt x="2076832" y="230408"/>
                  </a:lnTo>
                  <a:lnTo>
                    <a:pt x="2023700" y="205902"/>
                  </a:lnTo>
                  <a:lnTo>
                    <a:pt x="1971249" y="182825"/>
                  </a:lnTo>
                  <a:lnTo>
                    <a:pt x="1919386" y="161337"/>
                  </a:lnTo>
                  <a:lnTo>
                    <a:pt x="1867883" y="141529"/>
                  </a:lnTo>
                  <a:lnTo>
                    <a:pt x="1816369" y="123429"/>
                  </a:lnTo>
                  <a:lnTo>
                    <a:pt x="1768425" y="108237"/>
                  </a:lnTo>
                  <a:lnTo>
                    <a:pt x="1718786" y="94258"/>
                  </a:lnTo>
                  <a:lnTo>
                    <a:pt x="1667431" y="81703"/>
                  </a:lnTo>
                  <a:lnTo>
                    <a:pt x="1613537" y="70495"/>
                  </a:lnTo>
                  <a:lnTo>
                    <a:pt x="1556186" y="60509"/>
                  </a:lnTo>
                  <a:lnTo>
                    <a:pt x="1494443" y="51603"/>
                  </a:lnTo>
                  <a:lnTo>
                    <a:pt x="1427443" y="43643"/>
                  </a:lnTo>
                  <a:lnTo>
                    <a:pt x="1354492" y="36511"/>
                  </a:lnTo>
                  <a:lnTo>
                    <a:pt x="1275211" y="30111"/>
                  </a:lnTo>
                  <a:lnTo>
                    <a:pt x="1189718" y="24376"/>
                  </a:lnTo>
                  <a:lnTo>
                    <a:pt x="1098847" y="19266"/>
                  </a:lnTo>
                  <a:lnTo>
                    <a:pt x="1004358" y="14764"/>
                  </a:lnTo>
                  <a:lnTo>
                    <a:pt x="909063" y="10875"/>
                  </a:lnTo>
                  <a:lnTo>
                    <a:pt x="816764" y="7613"/>
                  </a:lnTo>
                  <a:lnTo>
                    <a:pt x="731890" y="4990"/>
                  </a:lnTo>
                  <a:lnTo>
                    <a:pt x="658821" y="2998"/>
                  </a:lnTo>
                  <a:lnTo>
                    <a:pt x="601008" y="1597"/>
                  </a:lnTo>
                  <a:lnTo>
                    <a:pt x="560137" y="711"/>
                  </a:lnTo>
                  <a:lnTo>
                    <a:pt x="535635" y="233"/>
                  </a:lnTo>
                  <a:lnTo>
                    <a:pt x="524615" y="39"/>
                  </a:lnTo>
                  <a:lnTo>
                    <a:pt x="522156" y="0"/>
                  </a:lnTo>
                  <a:lnTo>
                    <a:pt x="522133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572" name="pg572"/>
            <p:cNvSpPr/>
            <p:nvPr/>
          </p:nvSpPr>
          <p:spPr>
            <a:xfrm>
              <a:off x="386606" y="1083896"/>
              <a:ext cx="8554953" cy="3862665"/>
            </a:xfrm>
            <a:custGeom>
              <a:avLst/>
              <a:pathLst>
                <a:path w="8554953" h="3862665">
                  <a:moveTo>
                    <a:pt x="0" y="11294"/>
                  </a:moveTo>
                  <a:lnTo>
                    <a:pt x="522133" y="11294"/>
                  </a:lnTo>
                  <a:lnTo>
                    <a:pt x="523395" y="11315"/>
                  </a:lnTo>
                  <a:lnTo>
                    <a:pt x="531644" y="11468"/>
                  </a:lnTo>
                  <a:lnTo>
                    <a:pt x="552271" y="11890"/>
                  </a:lnTo>
                  <a:lnTo>
                    <a:pt x="588722" y="12718"/>
                  </a:lnTo>
                  <a:lnTo>
                    <a:pt x="642185" y="14075"/>
                  </a:lnTo>
                  <a:lnTo>
                    <a:pt x="711529" y="16051"/>
                  </a:lnTo>
                  <a:lnTo>
                    <a:pt x="793698" y="18699"/>
                  </a:lnTo>
                  <a:lnTo>
                    <a:pt x="884470" y="22035"/>
                  </a:lnTo>
                  <a:lnTo>
                    <a:pt x="979354" y="26052"/>
                  </a:lnTo>
                  <a:lnTo>
                    <a:pt x="1074341" y="30733"/>
                  </a:lnTo>
                  <a:lnTo>
                    <a:pt x="1166344" y="36069"/>
                  </a:lnTo>
                  <a:lnTo>
                    <a:pt x="1253338" y="42071"/>
                  </a:lnTo>
                  <a:lnTo>
                    <a:pt x="1334263" y="48775"/>
                  </a:lnTo>
                  <a:lnTo>
                    <a:pt x="1408837" y="56246"/>
                  </a:lnTo>
                  <a:lnTo>
                    <a:pt x="1477327" y="64580"/>
                  </a:lnTo>
                  <a:lnTo>
                    <a:pt x="1540357" y="73898"/>
                  </a:lnTo>
                  <a:lnTo>
                    <a:pt x="1598761" y="84340"/>
                  </a:lnTo>
                  <a:lnTo>
                    <a:pt x="1653461" y="96058"/>
                  </a:lnTo>
                  <a:lnTo>
                    <a:pt x="1705386" y="109197"/>
                  </a:lnTo>
                  <a:lnTo>
                    <a:pt x="1755393" y="123856"/>
                  </a:lnTo>
                  <a:lnTo>
                    <a:pt x="1768425" y="128002"/>
                  </a:lnTo>
                  <a:lnTo>
                    <a:pt x="1820100" y="145731"/>
                  </a:lnTo>
                  <a:lnTo>
                    <a:pt x="1871273" y="165251"/>
                  </a:lnTo>
                  <a:lnTo>
                    <a:pt x="1922464" y="186589"/>
                  </a:lnTo>
                  <a:lnTo>
                    <a:pt x="1974029" y="209712"/>
                  </a:lnTo>
                  <a:lnTo>
                    <a:pt x="2026182" y="234520"/>
                  </a:lnTo>
                  <a:lnTo>
                    <a:pt x="2079010" y="260839"/>
                  </a:lnTo>
                  <a:lnTo>
                    <a:pt x="2132492" y="288427"/>
                  </a:lnTo>
                  <a:lnTo>
                    <a:pt x="2186513" y="316977"/>
                  </a:lnTo>
                  <a:lnTo>
                    <a:pt x="2240890" y="346129"/>
                  </a:lnTo>
                  <a:lnTo>
                    <a:pt x="2295394" y="375492"/>
                  </a:lnTo>
                  <a:lnTo>
                    <a:pt x="2349781" y="404661"/>
                  </a:lnTo>
                  <a:lnTo>
                    <a:pt x="2403821" y="433243"/>
                  </a:lnTo>
                  <a:lnTo>
                    <a:pt x="2457328" y="460878"/>
                  </a:lnTo>
                  <a:lnTo>
                    <a:pt x="2510184" y="487255"/>
                  </a:lnTo>
                  <a:lnTo>
                    <a:pt x="2562364" y="512129"/>
                  </a:lnTo>
                  <a:lnTo>
                    <a:pt x="2613950" y="535324"/>
                  </a:lnTo>
                  <a:lnTo>
                    <a:pt x="2665150" y="556738"/>
                  </a:lnTo>
                  <a:lnTo>
                    <a:pt x="2716315" y="576333"/>
                  </a:lnTo>
                  <a:lnTo>
                    <a:pt x="2767957" y="594135"/>
                  </a:lnTo>
                  <a:lnTo>
                    <a:pt x="2770117" y="594835"/>
                  </a:lnTo>
                  <a:lnTo>
                    <a:pt x="2819741" y="609903"/>
                  </a:lnTo>
                  <a:lnTo>
                    <a:pt x="2871079" y="623438"/>
                  </a:lnTo>
                  <a:lnTo>
                    <a:pt x="2924954" y="635520"/>
                  </a:lnTo>
                  <a:lnTo>
                    <a:pt x="2982284" y="646286"/>
                  </a:lnTo>
                  <a:lnTo>
                    <a:pt x="3044001" y="655887"/>
                  </a:lnTo>
                  <a:lnTo>
                    <a:pt x="3110971" y="664469"/>
                  </a:lnTo>
                  <a:lnTo>
                    <a:pt x="3183888" y="672159"/>
                  </a:lnTo>
                  <a:lnTo>
                    <a:pt x="3263130" y="679059"/>
                  </a:lnTo>
                  <a:lnTo>
                    <a:pt x="3348582" y="685242"/>
                  </a:lnTo>
                  <a:lnTo>
                    <a:pt x="3439412" y="690753"/>
                  </a:lnTo>
                  <a:lnTo>
                    <a:pt x="3533865" y="695608"/>
                  </a:lnTo>
                  <a:lnTo>
                    <a:pt x="3629134" y="699803"/>
                  </a:lnTo>
                  <a:lnTo>
                    <a:pt x="3721425" y="703321"/>
                  </a:lnTo>
                  <a:lnTo>
                    <a:pt x="3806313" y="706151"/>
                  </a:lnTo>
                  <a:lnTo>
                    <a:pt x="3879420" y="708302"/>
                  </a:lnTo>
                  <a:lnTo>
                    <a:pt x="3937294" y="709815"/>
                  </a:lnTo>
                  <a:lnTo>
                    <a:pt x="3978237" y="710773"/>
                  </a:lnTo>
                  <a:lnTo>
                    <a:pt x="4002813" y="711289"/>
                  </a:lnTo>
                  <a:lnTo>
                    <a:pt x="4013894" y="711500"/>
                  </a:lnTo>
                  <a:lnTo>
                    <a:pt x="4016409" y="711543"/>
                  </a:lnTo>
                  <a:lnTo>
                    <a:pt x="4538543" y="711543"/>
                  </a:lnTo>
                  <a:lnTo>
                    <a:pt x="4539669" y="711629"/>
                  </a:lnTo>
                  <a:lnTo>
                    <a:pt x="4547051" y="712239"/>
                  </a:lnTo>
                  <a:lnTo>
                    <a:pt x="4565581" y="713927"/>
                  </a:lnTo>
                  <a:lnTo>
                    <a:pt x="4598507" y="717245"/>
                  </a:lnTo>
                  <a:lnTo>
                    <a:pt x="4647166" y="722694"/>
                  </a:lnTo>
                  <a:lnTo>
                    <a:pt x="4710890" y="730664"/>
                  </a:lnTo>
                  <a:lnTo>
                    <a:pt x="4787259" y="741398"/>
                  </a:lnTo>
                  <a:lnTo>
                    <a:pt x="4872689" y="754994"/>
                  </a:lnTo>
                  <a:lnTo>
                    <a:pt x="4963165" y="771441"/>
                  </a:lnTo>
                  <a:lnTo>
                    <a:pt x="5054916" y="790677"/>
                  </a:lnTo>
                  <a:lnTo>
                    <a:pt x="5144870" y="812648"/>
                  </a:lnTo>
                  <a:lnTo>
                    <a:pt x="5230847" y="837362"/>
                  </a:lnTo>
                  <a:lnTo>
                    <a:pt x="5311547" y="864916"/>
                  </a:lnTo>
                  <a:lnTo>
                    <a:pt x="5386418" y="895516"/>
                  </a:lnTo>
                  <a:lnTo>
                    <a:pt x="5455471" y="929483"/>
                  </a:lnTo>
                  <a:lnTo>
                    <a:pt x="5519110" y="967245"/>
                  </a:lnTo>
                  <a:lnTo>
                    <a:pt x="5577981" y="1009324"/>
                  </a:lnTo>
                  <a:lnTo>
                    <a:pt x="5632868" y="1056312"/>
                  </a:lnTo>
                  <a:lnTo>
                    <a:pt x="5684602" y="1108816"/>
                  </a:lnTo>
                  <a:lnTo>
                    <a:pt x="5734000" y="1167377"/>
                  </a:lnTo>
                  <a:lnTo>
                    <a:pt x="5781795" y="1232325"/>
                  </a:lnTo>
                  <a:lnTo>
                    <a:pt x="5784835" y="1236730"/>
                  </a:lnTo>
                  <a:lnTo>
                    <a:pt x="5820527" y="1290854"/>
                  </a:lnTo>
                  <a:lnTo>
                    <a:pt x="5855890" y="1348769"/>
                  </a:lnTo>
                  <a:lnTo>
                    <a:pt x="5891122" y="1410552"/>
                  </a:lnTo>
                  <a:lnTo>
                    <a:pt x="5926379" y="1476226"/>
                  </a:lnTo>
                  <a:lnTo>
                    <a:pt x="5961782" y="1545751"/>
                  </a:lnTo>
                  <a:lnTo>
                    <a:pt x="5997419" y="1619019"/>
                  </a:lnTo>
                  <a:lnTo>
                    <a:pt x="6033346" y="1695852"/>
                  </a:lnTo>
                  <a:lnTo>
                    <a:pt x="6069593" y="1775998"/>
                  </a:lnTo>
                  <a:lnTo>
                    <a:pt x="6106164" y="1859133"/>
                  </a:lnTo>
                  <a:lnTo>
                    <a:pt x="6143039" y="1944863"/>
                  </a:lnTo>
                  <a:lnTo>
                    <a:pt x="6180180" y="2032730"/>
                  </a:lnTo>
                  <a:lnTo>
                    <a:pt x="6217530" y="2122223"/>
                  </a:lnTo>
                  <a:lnTo>
                    <a:pt x="6255023" y="2212786"/>
                  </a:lnTo>
                  <a:lnTo>
                    <a:pt x="6292580" y="2303836"/>
                  </a:lnTo>
                  <a:lnTo>
                    <a:pt x="6330123" y="2394776"/>
                  </a:lnTo>
                  <a:lnTo>
                    <a:pt x="6367572" y="2485013"/>
                  </a:lnTo>
                  <a:lnTo>
                    <a:pt x="6404853" y="2573971"/>
                  </a:lnTo>
                  <a:lnTo>
                    <a:pt x="6441902" y="2661110"/>
                  </a:lnTo>
                  <a:lnTo>
                    <a:pt x="6478668" y="2745937"/>
                  </a:lnTo>
                  <a:lnTo>
                    <a:pt x="6515121" y="2828016"/>
                  </a:lnTo>
                  <a:lnTo>
                    <a:pt x="6551249" y="2906979"/>
                  </a:lnTo>
                  <a:lnTo>
                    <a:pt x="6587065" y="2982528"/>
                  </a:lnTo>
                  <a:lnTo>
                    <a:pt x="6622608" y="3054438"/>
                  </a:lnTo>
                  <a:lnTo>
                    <a:pt x="6657945" y="3122556"/>
                  </a:lnTo>
                  <a:lnTo>
                    <a:pt x="6693177" y="3186803"/>
                  </a:lnTo>
                  <a:lnTo>
                    <a:pt x="6728437" y="3247160"/>
                  </a:lnTo>
                  <a:lnTo>
                    <a:pt x="6763896" y="3303670"/>
                  </a:lnTo>
                  <a:lnTo>
                    <a:pt x="6786527" y="3337478"/>
                  </a:lnTo>
                  <a:lnTo>
                    <a:pt x="6834241" y="3402840"/>
                  </a:lnTo>
                  <a:lnTo>
                    <a:pt x="6883515" y="3461806"/>
                  </a:lnTo>
                  <a:lnTo>
                    <a:pt x="6935075" y="3514685"/>
                  </a:lnTo>
                  <a:lnTo>
                    <a:pt x="6989733" y="3562010"/>
                  </a:lnTo>
                  <a:lnTo>
                    <a:pt x="7048323" y="3604388"/>
                  </a:lnTo>
                  <a:lnTo>
                    <a:pt x="7111633" y="3642411"/>
                  </a:lnTo>
                  <a:lnTo>
                    <a:pt x="7180322" y="3676609"/>
                  </a:lnTo>
                  <a:lnTo>
                    <a:pt x="7254813" y="3707415"/>
                  </a:lnTo>
                  <a:lnTo>
                    <a:pt x="7335147" y="3735157"/>
                  </a:lnTo>
                  <a:lnTo>
                    <a:pt x="7420814" y="3760050"/>
                  </a:lnTo>
                  <a:lnTo>
                    <a:pt x="7510567" y="3782197"/>
                  </a:lnTo>
                  <a:lnTo>
                    <a:pt x="7602286" y="3801611"/>
                  </a:lnTo>
                  <a:lnTo>
                    <a:pt x="7692953" y="3818240"/>
                  </a:lnTo>
                  <a:lnTo>
                    <a:pt x="7778829" y="3832021"/>
                  </a:lnTo>
                  <a:lnTo>
                    <a:pt x="7855899" y="3842937"/>
                  </a:lnTo>
                  <a:lnTo>
                    <a:pt x="7920526" y="3851079"/>
                  </a:lnTo>
                  <a:lnTo>
                    <a:pt x="7970197" y="3856680"/>
                  </a:lnTo>
                  <a:lnTo>
                    <a:pt x="8004118" y="3860122"/>
                  </a:lnTo>
                  <a:lnTo>
                    <a:pt x="8023497" y="3861898"/>
                  </a:lnTo>
                  <a:lnTo>
                    <a:pt x="8031466" y="3862561"/>
                  </a:lnTo>
                  <a:lnTo>
                    <a:pt x="8032819" y="3862665"/>
                  </a:lnTo>
                  <a:lnTo>
                    <a:pt x="8554953" y="3862665"/>
                  </a:lnTo>
                  <a:lnTo>
                    <a:pt x="8554953" y="3851370"/>
                  </a:lnTo>
                  <a:lnTo>
                    <a:pt x="8032819" y="3851370"/>
                  </a:lnTo>
                  <a:lnTo>
                    <a:pt x="8031693" y="3851285"/>
                  </a:lnTo>
                  <a:lnTo>
                    <a:pt x="8024311" y="3850674"/>
                  </a:lnTo>
                  <a:lnTo>
                    <a:pt x="8005781" y="3848986"/>
                  </a:lnTo>
                  <a:lnTo>
                    <a:pt x="7972855" y="3845668"/>
                  </a:lnTo>
                  <a:lnTo>
                    <a:pt x="7924196" y="3840219"/>
                  </a:lnTo>
                  <a:lnTo>
                    <a:pt x="7860472" y="3832249"/>
                  </a:lnTo>
                  <a:lnTo>
                    <a:pt x="7784103" y="3821516"/>
                  </a:lnTo>
                  <a:lnTo>
                    <a:pt x="7698673" y="3807920"/>
                  </a:lnTo>
                  <a:lnTo>
                    <a:pt x="7608197" y="3791473"/>
                  </a:lnTo>
                  <a:lnTo>
                    <a:pt x="7516446" y="3772237"/>
                  </a:lnTo>
                  <a:lnTo>
                    <a:pt x="7426492" y="3750265"/>
                  </a:lnTo>
                  <a:lnTo>
                    <a:pt x="7340515" y="3725551"/>
                  </a:lnTo>
                  <a:lnTo>
                    <a:pt x="7259815" y="3697997"/>
                  </a:lnTo>
                  <a:lnTo>
                    <a:pt x="7184944" y="3667397"/>
                  </a:lnTo>
                  <a:lnTo>
                    <a:pt x="7115891" y="3633431"/>
                  </a:lnTo>
                  <a:lnTo>
                    <a:pt x="7052252" y="3595669"/>
                  </a:lnTo>
                  <a:lnTo>
                    <a:pt x="6993381" y="3553589"/>
                  </a:lnTo>
                  <a:lnTo>
                    <a:pt x="6938494" y="3506601"/>
                  </a:lnTo>
                  <a:lnTo>
                    <a:pt x="6886760" y="3454097"/>
                  </a:lnTo>
                  <a:lnTo>
                    <a:pt x="6837362" y="3395536"/>
                  </a:lnTo>
                  <a:lnTo>
                    <a:pt x="6789567" y="3330588"/>
                  </a:lnTo>
                  <a:lnTo>
                    <a:pt x="6786527" y="3326183"/>
                  </a:lnTo>
                  <a:lnTo>
                    <a:pt x="6750835" y="3272060"/>
                  </a:lnTo>
                  <a:lnTo>
                    <a:pt x="6715472" y="3214145"/>
                  </a:lnTo>
                  <a:lnTo>
                    <a:pt x="6680240" y="3152361"/>
                  </a:lnTo>
                  <a:lnTo>
                    <a:pt x="6644983" y="3086687"/>
                  </a:lnTo>
                  <a:lnTo>
                    <a:pt x="6609580" y="3017162"/>
                  </a:lnTo>
                  <a:lnTo>
                    <a:pt x="6573943" y="2943894"/>
                  </a:lnTo>
                  <a:lnTo>
                    <a:pt x="6538016" y="2867062"/>
                  </a:lnTo>
                  <a:lnTo>
                    <a:pt x="6501769" y="2786915"/>
                  </a:lnTo>
                  <a:lnTo>
                    <a:pt x="6465198" y="2703780"/>
                  </a:lnTo>
                  <a:lnTo>
                    <a:pt x="6428323" y="2618050"/>
                  </a:lnTo>
                  <a:lnTo>
                    <a:pt x="6391182" y="2530183"/>
                  </a:lnTo>
                  <a:lnTo>
                    <a:pt x="6353832" y="2440690"/>
                  </a:lnTo>
                  <a:lnTo>
                    <a:pt x="6316339" y="2350127"/>
                  </a:lnTo>
                  <a:lnTo>
                    <a:pt x="6278782" y="2259077"/>
                  </a:lnTo>
                  <a:lnTo>
                    <a:pt x="6241239" y="2168137"/>
                  </a:lnTo>
                  <a:lnTo>
                    <a:pt x="6203790" y="2077900"/>
                  </a:lnTo>
                  <a:lnTo>
                    <a:pt x="6166509" y="1988942"/>
                  </a:lnTo>
                  <a:lnTo>
                    <a:pt x="6129460" y="1901803"/>
                  </a:lnTo>
                  <a:lnTo>
                    <a:pt x="6092693" y="1816976"/>
                  </a:lnTo>
                  <a:lnTo>
                    <a:pt x="6056241" y="1734897"/>
                  </a:lnTo>
                  <a:lnTo>
                    <a:pt x="6020113" y="1655934"/>
                  </a:lnTo>
                  <a:lnTo>
                    <a:pt x="5984297" y="1580385"/>
                  </a:lnTo>
                  <a:lnTo>
                    <a:pt x="5948754" y="1508476"/>
                  </a:lnTo>
                  <a:lnTo>
                    <a:pt x="5913417" y="1440357"/>
                  </a:lnTo>
                  <a:lnTo>
                    <a:pt x="5878185" y="1376111"/>
                  </a:lnTo>
                  <a:lnTo>
                    <a:pt x="5842925" y="1315754"/>
                  </a:lnTo>
                  <a:lnTo>
                    <a:pt x="5807466" y="1259243"/>
                  </a:lnTo>
                  <a:lnTo>
                    <a:pt x="5784835" y="1225436"/>
                  </a:lnTo>
                  <a:lnTo>
                    <a:pt x="5737120" y="1160073"/>
                  </a:lnTo>
                  <a:lnTo>
                    <a:pt x="5687847" y="1101107"/>
                  </a:lnTo>
                  <a:lnTo>
                    <a:pt x="5636287" y="1048228"/>
                  </a:lnTo>
                  <a:lnTo>
                    <a:pt x="5581629" y="1000903"/>
                  </a:lnTo>
                  <a:lnTo>
                    <a:pt x="5523039" y="958525"/>
                  </a:lnTo>
                  <a:lnTo>
                    <a:pt x="5459729" y="920502"/>
                  </a:lnTo>
                  <a:lnTo>
                    <a:pt x="5391040" y="886305"/>
                  </a:lnTo>
                  <a:lnTo>
                    <a:pt x="5316549" y="855498"/>
                  </a:lnTo>
                  <a:lnTo>
                    <a:pt x="5236215" y="827756"/>
                  </a:lnTo>
                  <a:lnTo>
                    <a:pt x="5150548" y="802863"/>
                  </a:lnTo>
                  <a:lnTo>
                    <a:pt x="5060795" y="780716"/>
                  </a:lnTo>
                  <a:lnTo>
                    <a:pt x="4969076" y="761302"/>
                  </a:lnTo>
                  <a:lnTo>
                    <a:pt x="4878409" y="744674"/>
                  </a:lnTo>
                  <a:lnTo>
                    <a:pt x="4792533" y="730893"/>
                  </a:lnTo>
                  <a:lnTo>
                    <a:pt x="4715463" y="719976"/>
                  </a:lnTo>
                  <a:lnTo>
                    <a:pt x="4650836" y="711834"/>
                  </a:lnTo>
                  <a:lnTo>
                    <a:pt x="4601165" y="706233"/>
                  </a:lnTo>
                  <a:lnTo>
                    <a:pt x="4567244" y="702791"/>
                  </a:lnTo>
                  <a:lnTo>
                    <a:pt x="4547865" y="701015"/>
                  </a:lnTo>
                  <a:lnTo>
                    <a:pt x="4539896" y="700352"/>
                  </a:lnTo>
                  <a:lnTo>
                    <a:pt x="4538543" y="700249"/>
                  </a:lnTo>
                  <a:lnTo>
                    <a:pt x="4016409" y="700249"/>
                  </a:lnTo>
                  <a:lnTo>
                    <a:pt x="4015148" y="700227"/>
                  </a:lnTo>
                  <a:lnTo>
                    <a:pt x="4006898" y="700075"/>
                  </a:lnTo>
                  <a:lnTo>
                    <a:pt x="3986271" y="699653"/>
                  </a:lnTo>
                  <a:lnTo>
                    <a:pt x="3949820" y="698825"/>
                  </a:lnTo>
                  <a:lnTo>
                    <a:pt x="3896358" y="697468"/>
                  </a:lnTo>
                  <a:lnTo>
                    <a:pt x="3827013" y="695492"/>
                  </a:lnTo>
                  <a:lnTo>
                    <a:pt x="3744844" y="692844"/>
                  </a:lnTo>
                  <a:lnTo>
                    <a:pt x="3654072" y="689508"/>
                  </a:lnTo>
                  <a:lnTo>
                    <a:pt x="3559188" y="685491"/>
                  </a:lnTo>
                  <a:lnTo>
                    <a:pt x="3464202" y="680810"/>
                  </a:lnTo>
                  <a:lnTo>
                    <a:pt x="3372198" y="675474"/>
                  </a:lnTo>
                  <a:lnTo>
                    <a:pt x="3285205" y="669472"/>
                  </a:lnTo>
                  <a:lnTo>
                    <a:pt x="3204279" y="662768"/>
                  </a:lnTo>
                  <a:lnTo>
                    <a:pt x="3129705" y="655296"/>
                  </a:lnTo>
                  <a:lnTo>
                    <a:pt x="3061216" y="646962"/>
                  </a:lnTo>
                  <a:lnTo>
                    <a:pt x="2998185" y="637645"/>
                  </a:lnTo>
                  <a:lnTo>
                    <a:pt x="2939781" y="627203"/>
                  </a:lnTo>
                  <a:lnTo>
                    <a:pt x="2885082" y="615484"/>
                  </a:lnTo>
                  <a:lnTo>
                    <a:pt x="2833156" y="602346"/>
                  </a:lnTo>
                  <a:lnTo>
                    <a:pt x="2783149" y="587687"/>
                  </a:lnTo>
                  <a:lnTo>
                    <a:pt x="2770117" y="583541"/>
                  </a:lnTo>
                  <a:lnTo>
                    <a:pt x="2718442" y="565812"/>
                  </a:lnTo>
                  <a:lnTo>
                    <a:pt x="2667269" y="546292"/>
                  </a:lnTo>
                  <a:lnTo>
                    <a:pt x="2616078" y="524954"/>
                  </a:lnTo>
                  <a:lnTo>
                    <a:pt x="2564513" y="501830"/>
                  </a:lnTo>
                  <a:lnTo>
                    <a:pt x="2512360" y="477023"/>
                  </a:lnTo>
                  <a:lnTo>
                    <a:pt x="2459532" y="450704"/>
                  </a:lnTo>
                  <a:lnTo>
                    <a:pt x="2406050" y="423116"/>
                  </a:lnTo>
                  <a:lnTo>
                    <a:pt x="2352029" y="394566"/>
                  </a:lnTo>
                  <a:lnTo>
                    <a:pt x="2297652" y="365413"/>
                  </a:lnTo>
                  <a:lnTo>
                    <a:pt x="2243148" y="336050"/>
                  </a:lnTo>
                  <a:lnTo>
                    <a:pt x="2188762" y="306881"/>
                  </a:lnTo>
                  <a:lnTo>
                    <a:pt x="2134721" y="278299"/>
                  </a:lnTo>
                  <a:lnTo>
                    <a:pt x="2081214" y="250665"/>
                  </a:lnTo>
                  <a:lnTo>
                    <a:pt x="2028358" y="224288"/>
                  </a:lnTo>
                  <a:lnTo>
                    <a:pt x="1976178" y="199414"/>
                  </a:lnTo>
                  <a:lnTo>
                    <a:pt x="1924592" y="176218"/>
                  </a:lnTo>
                  <a:lnTo>
                    <a:pt x="1873392" y="154805"/>
                  </a:lnTo>
                  <a:lnTo>
                    <a:pt x="1822227" y="135209"/>
                  </a:lnTo>
                  <a:lnTo>
                    <a:pt x="1770585" y="117408"/>
                  </a:lnTo>
                  <a:lnTo>
                    <a:pt x="1768425" y="116708"/>
                  </a:lnTo>
                  <a:lnTo>
                    <a:pt x="1718801" y="101639"/>
                  </a:lnTo>
                  <a:lnTo>
                    <a:pt x="1667463" y="88104"/>
                  </a:lnTo>
                  <a:lnTo>
                    <a:pt x="1613588" y="76022"/>
                  </a:lnTo>
                  <a:lnTo>
                    <a:pt x="1556258" y="65256"/>
                  </a:lnTo>
                  <a:lnTo>
                    <a:pt x="1494541" y="55655"/>
                  </a:lnTo>
                  <a:lnTo>
                    <a:pt x="1427571" y="47074"/>
                  </a:lnTo>
                  <a:lnTo>
                    <a:pt x="1354654" y="39384"/>
                  </a:lnTo>
                  <a:lnTo>
                    <a:pt x="1275412" y="32484"/>
                  </a:lnTo>
                  <a:lnTo>
                    <a:pt x="1189960" y="26300"/>
                  </a:lnTo>
                  <a:lnTo>
                    <a:pt x="1099130" y="20789"/>
                  </a:lnTo>
                  <a:lnTo>
                    <a:pt x="1004677" y="15934"/>
                  </a:lnTo>
                  <a:lnTo>
                    <a:pt x="909408" y="11740"/>
                  </a:lnTo>
                  <a:lnTo>
                    <a:pt x="817117" y="8222"/>
                  </a:lnTo>
                  <a:lnTo>
                    <a:pt x="732229" y="5392"/>
                  </a:lnTo>
                  <a:lnTo>
                    <a:pt x="659122" y="3241"/>
                  </a:lnTo>
                  <a:lnTo>
                    <a:pt x="601248" y="1728"/>
                  </a:lnTo>
                  <a:lnTo>
                    <a:pt x="560305" y="770"/>
                  </a:lnTo>
                  <a:lnTo>
                    <a:pt x="535729" y="253"/>
                  </a:lnTo>
                  <a:lnTo>
                    <a:pt x="524648" y="43"/>
                  </a:lnTo>
                  <a:lnTo>
                    <a:pt x="5221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573" name="pl573"/>
            <p:cNvSpPr/>
            <p:nvPr/>
          </p:nvSpPr>
          <p:spPr>
            <a:xfrm>
              <a:off x="386606" y="1095190"/>
              <a:ext cx="8554953" cy="3851370"/>
            </a:xfrm>
            <a:custGeom>
              <a:avLst/>
              <a:pathLst>
                <a:path w="8554953" h="3851370">
                  <a:moveTo>
                    <a:pt x="0" y="0"/>
                  </a:moveTo>
                  <a:lnTo>
                    <a:pt x="522133" y="0"/>
                  </a:lnTo>
                  <a:lnTo>
                    <a:pt x="523395" y="21"/>
                  </a:lnTo>
                  <a:lnTo>
                    <a:pt x="531644" y="173"/>
                  </a:lnTo>
                  <a:lnTo>
                    <a:pt x="552271" y="595"/>
                  </a:lnTo>
                  <a:lnTo>
                    <a:pt x="588722" y="1424"/>
                  </a:lnTo>
                  <a:lnTo>
                    <a:pt x="642185" y="2780"/>
                  </a:lnTo>
                  <a:lnTo>
                    <a:pt x="711529" y="4756"/>
                  </a:lnTo>
                  <a:lnTo>
                    <a:pt x="793698" y="7404"/>
                  </a:lnTo>
                  <a:lnTo>
                    <a:pt x="884470" y="10741"/>
                  </a:lnTo>
                  <a:lnTo>
                    <a:pt x="979354" y="14757"/>
                  </a:lnTo>
                  <a:lnTo>
                    <a:pt x="1074341" y="19438"/>
                  </a:lnTo>
                  <a:lnTo>
                    <a:pt x="1166344" y="24774"/>
                  </a:lnTo>
                  <a:lnTo>
                    <a:pt x="1253338" y="30776"/>
                  </a:lnTo>
                  <a:lnTo>
                    <a:pt x="1334263" y="37480"/>
                  </a:lnTo>
                  <a:lnTo>
                    <a:pt x="1408837" y="44952"/>
                  </a:lnTo>
                  <a:lnTo>
                    <a:pt x="1477327" y="53286"/>
                  </a:lnTo>
                  <a:lnTo>
                    <a:pt x="1540357" y="62603"/>
                  </a:lnTo>
                  <a:lnTo>
                    <a:pt x="1598761" y="73045"/>
                  </a:lnTo>
                  <a:lnTo>
                    <a:pt x="1653461" y="84764"/>
                  </a:lnTo>
                  <a:lnTo>
                    <a:pt x="1705386" y="97903"/>
                  </a:lnTo>
                  <a:lnTo>
                    <a:pt x="1755393" y="112562"/>
                  </a:lnTo>
                  <a:lnTo>
                    <a:pt x="1768425" y="116708"/>
                  </a:lnTo>
                  <a:lnTo>
                    <a:pt x="1820100" y="134436"/>
                  </a:lnTo>
                  <a:lnTo>
                    <a:pt x="1871273" y="153956"/>
                  </a:lnTo>
                  <a:lnTo>
                    <a:pt x="1922464" y="175295"/>
                  </a:lnTo>
                  <a:lnTo>
                    <a:pt x="1974029" y="198418"/>
                  </a:lnTo>
                  <a:lnTo>
                    <a:pt x="2026182" y="223225"/>
                  </a:lnTo>
                  <a:lnTo>
                    <a:pt x="2079010" y="249545"/>
                  </a:lnTo>
                  <a:lnTo>
                    <a:pt x="2132492" y="277133"/>
                  </a:lnTo>
                  <a:lnTo>
                    <a:pt x="2186513" y="305682"/>
                  </a:lnTo>
                  <a:lnTo>
                    <a:pt x="2240890" y="334835"/>
                  </a:lnTo>
                  <a:lnTo>
                    <a:pt x="2295394" y="364198"/>
                  </a:lnTo>
                  <a:lnTo>
                    <a:pt x="2349781" y="393367"/>
                  </a:lnTo>
                  <a:lnTo>
                    <a:pt x="2403821" y="421949"/>
                  </a:lnTo>
                  <a:lnTo>
                    <a:pt x="2457328" y="449583"/>
                  </a:lnTo>
                  <a:lnTo>
                    <a:pt x="2510184" y="475961"/>
                  </a:lnTo>
                  <a:lnTo>
                    <a:pt x="2562364" y="500835"/>
                  </a:lnTo>
                  <a:lnTo>
                    <a:pt x="2613950" y="524030"/>
                  </a:lnTo>
                  <a:lnTo>
                    <a:pt x="2665150" y="545444"/>
                  </a:lnTo>
                  <a:lnTo>
                    <a:pt x="2716315" y="565039"/>
                  </a:lnTo>
                  <a:lnTo>
                    <a:pt x="2767957" y="582840"/>
                  </a:lnTo>
                  <a:lnTo>
                    <a:pt x="2770117" y="583541"/>
                  </a:lnTo>
                  <a:lnTo>
                    <a:pt x="2819741" y="598609"/>
                  </a:lnTo>
                  <a:lnTo>
                    <a:pt x="2871079" y="612144"/>
                  </a:lnTo>
                  <a:lnTo>
                    <a:pt x="2924954" y="624226"/>
                  </a:lnTo>
                  <a:lnTo>
                    <a:pt x="2982284" y="634992"/>
                  </a:lnTo>
                  <a:lnTo>
                    <a:pt x="3044001" y="644593"/>
                  </a:lnTo>
                  <a:lnTo>
                    <a:pt x="3110971" y="653175"/>
                  </a:lnTo>
                  <a:lnTo>
                    <a:pt x="3183888" y="660865"/>
                  </a:lnTo>
                  <a:lnTo>
                    <a:pt x="3263130" y="667765"/>
                  </a:lnTo>
                  <a:lnTo>
                    <a:pt x="3348582" y="673948"/>
                  </a:lnTo>
                  <a:lnTo>
                    <a:pt x="3439412" y="679459"/>
                  </a:lnTo>
                  <a:lnTo>
                    <a:pt x="3533865" y="684314"/>
                  </a:lnTo>
                  <a:lnTo>
                    <a:pt x="3629134" y="688508"/>
                  </a:lnTo>
                  <a:lnTo>
                    <a:pt x="3721425" y="692026"/>
                  </a:lnTo>
                  <a:lnTo>
                    <a:pt x="3806313" y="694857"/>
                  </a:lnTo>
                  <a:lnTo>
                    <a:pt x="3879420" y="697007"/>
                  </a:lnTo>
                  <a:lnTo>
                    <a:pt x="3937294" y="698521"/>
                  </a:lnTo>
                  <a:lnTo>
                    <a:pt x="3978237" y="699478"/>
                  </a:lnTo>
                  <a:lnTo>
                    <a:pt x="4002813" y="699995"/>
                  </a:lnTo>
                  <a:lnTo>
                    <a:pt x="4013894" y="700205"/>
                  </a:lnTo>
                  <a:lnTo>
                    <a:pt x="4016385" y="700248"/>
                  </a:lnTo>
                  <a:lnTo>
                    <a:pt x="4016409" y="700249"/>
                  </a:lnTo>
                  <a:lnTo>
                    <a:pt x="4538543" y="700249"/>
                  </a:lnTo>
                  <a:lnTo>
                    <a:pt x="4539669" y="700334"/>
                  </a:lnTo>
                  <a:lnTo>
                    <a:pt x="4547051" y="700945"/>
                  </a:lnTo>
                  <a:lnTo>
                    <a:pt x="4565581" y="702632"/>
                  </a:lnTo>
                  <a:lnTo>
                    <a:pt x="4598507" y="705951"/>
                  </a:lnTo>
                  <a:lnTo>
                    <a:pt x="4647166" y="711400"/>
                  </a:lnTo>
                  <a:lnTo>
                    <a:pt x="4710890" y="719370"/>
                  </a:lnTo>
                  <a:lnTo>
                    <a:pt x="4787259" y="730103"/>
                  </a:lnTo>
                  <a:lnTo>
                    <a:pt x="4872689" y="743699"/>
                  </a:lnTo>
                  <a:lnTo>
                    <a:pt x="4963165" y="760146"/>
                  </a:lnTo>
                  <a:lnTo>
                    <a:pt x="5054916" y="779382"/>
                  </a:lnTo>
                  <a:lnTo>
                    <a:pt x="5144870" y="801354"/>
                  </a:lnTo>
                  <a:lnTo>
                    <a:pt x="5230847" y="826068"/>
                  </a:lnTo>
                  <a:lnTo>
                    <a:pt x="5311547" y="853621"/>
                  </a:lnTo>
                  <a:lnTo>
                    <a:pt x="5386418" y="884222"/>
                  </a:lnTo>
                  <a:lnTo>
                    <a:pt x="5455471" y="918188"/>
                  </a:lnTo>
                  <a:lnTo>
                    <a:pt x="5519110" y="955950"/>
                  </a:lnTo>
                  <a:lnTo>
                    <a:pt x="5577981" y="998030"/>
                  </a:lnTo>
                  <a:lnTo>
                    <a:pt x="5632868" y="1045018"/>
                  </a:lnTo>
                  <a:lnTo>
                    <a:pt x="5684602" y="1097521"/>
                  </a:lnTo>
                  <a:lnTo>
                    <a:pt x="5734000" y="1156083"/>
                  </a:lnTo>
                  <a:lnTo>
                    <a:pt x="5781795" y="1221031"/>
                  </a:lnTo>
                  <a:lnTo>
                    <a:pt x="5784835" y="1225436"/>
                  </a:lnTo>
                  <a:lnTo>
                    <a:pt x="5820527" y="1279559"/>
                  </a:lnTo>
                  <a:lnTo>
                    <a:pt x="5855890" y="1337474"/>
                  </a:lnTo>
                  <a:lnTo>
                    <a:pt x="5891122" y="1399258"/>
                  </a:lnTo>
                  <a:lnTo>
                    <a:pt x="5926379" y="1464932"/>
                  </a:lnTo>
                  <a:lnTo>
                    <a:pt x="5961782" y="1534457"/>
                  </a:lnTo>
                  <a:lnTo>
                    <a:pt x="5997419" y="1607725"/>
                  </a:lnTo>
                  <a:lnTo>
                    <a:pt x="6033346" y="1684557"/>
                  </a:lnTo>
                  <a:lnTo>
                    <a:pt x="6069593" y="1764703"/>
                  </a:lnTo>
                  <a:lnTo>
                    <a:pt x="6106164" y="1847839"/>
                  </a:lnTo>
                  <a:lnTo>
                    <a:pt x="6143039" y="1933569"/>
                  </a:lnTo>
                  <a:lnTo>
                    <a:pt x="6180180" y="2021436"/>
                  </a:lnTo>
                  <a:lnTo>
                    <a:pt x="6217530" y="2110929"/>
                  </a:lnTo>
                  <a:lnTo>
                    <a:pt x="6255023" y="2201492"/>
                  </a:lnTo>
                  <a:lnTo>
                    <a:pt x="6292580" y="2292542"/>
                  </a:lnTo>
                  <a:lnTo>
                    <a:pt x="6330123" y="2383482"/>
                  </a:lnTo>
                  <a:lnTo>
                    <a:pt x="6367572" y="2473718"/>
                  </a:lnTo>
                  <a:lnTo>
                    <a:pt x="6404853" y="2562677"/>
                  </a:lnTo>
                  <a:lnTo>
                    <a:pt x="6441902" y="2649816"/>
                  </a:lnTo>
                  <a:lnTo>
                    <a:pt x="6478668" y="2734642"/>
                  </a:lnTo>
                  <a:lnTo>
                    <a:pt x="6515121" y="2816722"/>
                  </a:lnTo>
                  <a:lnTo>
                    <a:pt x="6551249" y="2895685"/>
                  </a:lnTo>
                  <a:lnTo>
                    <a:pt x="6587065" y="2971233"/>
                  </a:lnTo>
                  <a:lnTo>
                    <a:pt x="6622608" y="3043143"/>
                  </a:lnTo>
                  <a:lnTo>
                    <a:pt x="6657945" y="3111262"/>
                  </a:lnTo>
                  <a:lnTo>
                    <a:pt x="6693177" y="3175508"/>
                  </a:lnTo>
                  <a:lnTo>
                    <a:pt x="6728437" y="3235865"/>
                  </a:lnTo>
                  <a:lnTo>
                    <a:pt x="6763896" y="3292376"/>
                  </a:lnTo>
                  <a:lnTo>
                    <a:pt x="6786527" y="3326183"/>
                  </a:lnTo>
                  <a:lnTo>
                    <a:pt x="6834241" y="3391546"/>
                  </a:lnTo>
                  <a:lnTo>
                    <a:pt x="6883515" y="3450512"/>
                  </a:lnTo>
                  <a:lnTo>
                    <a:pt x="6935075" y="3503391"/>
                  </a:lnTo>
                  <a:lnTo>
                    <a:pt x="6989733" y="3550716"/>
                  </a:lnTo>
                  <a:lnTo>
                    <a:pt x="7048323" y="3593093"/>
                  </a:lnTo>
                  <a:lnTo>
                    <a:pt x="7111633" y="3631117"/>
                  </a:lnTo>
                  <a:lnTo>
                    <a:pt x="7180322" y="3665314"/>
                  </a:lnTo>
                  <a:lnTo>
                    <a:pt x="7254813" y="3696120"/>
                  </a:lnTo>
                  <a:lnTo>
                    <a:pt x="7335147" y="3723863"/>
                  </a:lnTo>
                  <a:lnTo>
                    <a:pt x="7420814" y="3748756"/>
                  </a:lnTo>
                  <a:lnTo>
                    <a:pt x="7510567" y="3770903"/>
                  </a:lnTo>
                  <a:lnTo>
                    <a:pt x="7602286" y="3790316"/>
                  </a:lnTo>
                  <a:lnTo>
                    <a:pt x="7692953" y="3806945"/>
                  </a:lnTo>
                  <a:lnTo>
                    <a:pt x="7778829" y="3820726"/>
                  </a:lnTo>
                  <a:lnTo>
                    <a:pt x="7855899" y="3831643"/>
                  </a:lnTo>
                  <a:lnTo>
                    <a:pt x="7920526" y="3839785"/>
                  </a:lnTo>
                  <a:lnTo>
                    <a:pt x="7970197" y="3845386"/>
                  </a:lnTo>
                  <a:lnTo>
                    <a:pt x="8004118" y="3848828"/>
                  </a:lnTo>
                  <a:lnTo>
                    <a:pt x="8023497" y="3850604"/>
                  </a:lnTo>
                  <a:lnTo>
                    <a:pt x="8031466" y="3851267"/>
                  </a:lnTo>
                  <a:lnTo>
                    <a:pt x="8032819" y="3851370"/>
                  </a:lnTo>
                  <a:lnTo>
                    <a:pt x="8032819" y="3851370"/>
                  </a:lnTo>
                  <a:lnTo>
                    <a:pt x="8554953" y="3851370"/>
                  </a:lnTo>
                  <a:lnTo>
                    <a:pt x="8554953" y="385137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574" name="pl574"/>
            <p:cNvSpPr/>
            <p:nvPr/>
          </p:nvSpPr>
          <p:spPr>
            <a:xfrm>
              <a:off x="386606" y="1083896"/>
              <a:ext cx="8554953" cy="3851370"/>
            </a:xfrm>
            <a:custGeom>
              <a:avLst/>
              <a:pathLst>
                <a:path w="8554953" h="3851370">
                  <a:moveTo>
                    <a:pt x="8554953" y="3851370"/>
                  </a:moveTo>
                  <a:lnTo>
                    <a:pt x="8032819" y="3851370"/>
                  </a:lnTo>
                  <a:lnTo>
                    <a:pt x="8031693" y="3851285"/>
                  </a:lnTo>
                  <a:lnTo>
                    <a:pt x="8024311" y="3850674"/>
                  </a:lnTo>
                  <a:lnTo>
                    <a:pt x="8005781" y="3848986"/>
                  </a:lnTo>
                  <a:lnTo>
                    <a:pt x="7972855" y="3845668"/>
                  </a:lnTo>
                  <a:lnTo>
                    <a:pt x="7924196" y="3840219"/>
                  </a:lnTo>
                  <a:lnTo>
                    <a:pt x="7860472" y="3832249"/>
                  </a:lnTo>
                  <a:lnTo>
                    <a:pt x="7784103" y="3821516"/>
                  </a:lnTo>
                  <a:lnTo>
                    <a:pt x="7698673" y="3807920"/>
                  </a:lnTo>
                  <a:lnTo>
                    <a:pt x="7608197" y="3791473"/>
                  </a:lnTo>
                  <a:lnTo>
                    <a:pt x="7516446" y="3772237"/>
                  </a:lnTo>
                  <a:lnTo>
                    <a:pt x="7426492" y="3750265"/>
                  </a:lnTo>
                  <a:lnTo>
                    <a:pt x="7340515" y="3725551"/>
                  </a:lnTo>
                  <a:lnTo>
                    <a:pt x="7259815" y="3697997"/>
                  </a:lnTo>
                  <a:lnTo>
                    <a:pt x="7184944" y="3667397"/>
                  </a:lnTo>
                  <a:lnTo>
                    <a:pt x="7115891" y="3633431"/>
                  </a:lnTo>
                  <a:lnTo>
                    <a:pt x="7052252" y="3595669"/>
                  </a:lnTo>
                  <a:lnTo>
                    <a:pt x="6993381" y="3553589"/>
                  </a:lnTo>
                  <a:lnTo>
                    <a:pt x="6938494" y="3506601"/>
                  </a:lnTo>
                  <a:lnTo>
                    <a:pt x="6886760" y="3454097"/>
                  </a:lnTo>
                  <a:lnTo>
                    <a:pt x="6837362" y="3395536"/>
                  </a:lnTo>
                  <a:lnTo>
                    <a:pt x="6789567" y="3330588"/>
                  </a:lnTo>
                  <a:lnTo>
                    <a:pt x="6786527" y="3326183"/>
                  </a:lnTo>
                  <a:lnTo>
                    <a:pt x="6750835" y="3272060"/>
                  </a:lnTo>
                  <a:lnTo>
                    <a:pt x="6715472" y="3214145"/>
                  </a:lnTo>
                  <a:lnTo>
                    <a:pt x="6680240" y="3152361"/>
                  </a:lnTo>
                  <a:lnTo>
                    <a:pt x="6644983" y="3086687"/>
                  </a:lnTo>
                  <a:lnTo>
                    <a:pt x="6609580" y="3017162"/>
                  </a:lnTo>
                  <a:lnTo>
                    <a:pt x="6573943" y="2943894"/>
                  </a:lnTo>
                  <a:lnTo>
                    <a:pt x="6538016" y="2867062"/>
                  </a:lnTo>
                  <a:lnTo>
                    <a:pt x="6501769" y="2786915"/>
                  </a:lnTo>
                  <a:lnTo>
                    <a:pt x="6465198" y="2703780"/>
                  </a:lnTo>
                  <a:lnTo>
                    <a:pt x="6428323" y="2618050"/>
                  </a:lnTo>
                  <a:lnTo>
                    <a:pt x="6391182" y="2530183"/>
                  </a:lnTo>
                  <a:lnTo>
                    <a:pt x="6353832" y="2440690"/>
                  </a:lnTo>
                  <a:lnTo>
                    <a:pt x="6316339" y="2350127"/>
                  </a:lnTo>
                  <a:lnTo>
                    <a:pt x="6278782" y="2259077"/>
                  </a:lnTo>
                  <a:lnTo>
                    <a:pt x="6241239" y="2168137"/>
                  </a:lnTo>
                  <a:lnTo>
                    <a:pt x="6203790" y="2077900"/>
                  </a:lnTo>
                  <a:lnTo>
                    <a:pt x="6166509" y="1988942"/>
                  </a:lnTo>
                  <a:lnTo>
                    <a:pt x="6129460" y="1901803"/>
                  </a:lnTo>
                  <a:lnTo>
                    <a:pt x="6092693" y="1816976"/>
                  </a:lnTo>
                  <a:lnTo>
                    <a:pt x="6056241" y="1734897"/>
                  </a:lnTo>
                  <a:lnTo>
                    <a:pt x="6020113" y="1655934"/>
                  </a:lnTo>
                  <a:lnTo>
                    <a:pt x="5984297" y="1580385"/>
                  </a:lnTo>
                  <a:lnTo>
                    <a:pt x="5948754" y="1508476"/>
                  </a:lnTo>
                  <a:lnTo>
                    <a:pt x="5913417" y="1440357"/>
                  </a:lnTo>
                  <a:lnTo>
                    <a:pt x="5878185" y="1376111"/>
                  </a:lnTo>
                  <a:lnTo>
                    <a:pt x="5842925" y="1315754"/>
                  </a:lnTo>
                  <a:lnTo>
                    <a:pt x="5807466" y="1259243"/>
                  </a:lnTo>
                  <a:lnTo>
                    <a:pt x="5784835" y="1225436"/>
                  </a:lnTo>
                  <a:lnTo>
                    <a:pt x="5737120" y="1160073"/>
                  </a:lnTo>
                  <a:lnTo>
                    <a:pt x="5687847" y="1101107"/>
                  </a:lnTo>
                  <a:lnTo>
                    <a:pt x="5636287" y="1048228"/>
                  </a:lnTo>
                  <a:lnTo>
                    <a:pt x="5581629" y="1000903"/>
                  </a:lnTo>
                  <a:lnTo>
                    <a:pt x="5523039" y="958525"/>
                  </a:lnTo>
                  <a:lnTo>
                    <a:pt x="5459729" y="920502"/>
                  </a:lnTo>
                  <a:lnTo>
                    <a:pt x="5391040" y="886305"/>
                  </a:lnTo>
                  <a:lnTo>
                    <a:pt x="5316549" y="855498"/>
                  </a:lnTo>
                  <a:lnTo>
                    <a:pt x="5236215" y="827756"/>
                  </a:lnTo>
                  <a:lnTo>
                    <a:pt x="5150548" y="802863"/>
                  </a:lnTo>
                  <a:lnTo>
                    <a:pt x="5060795" y="780716"/>
                  </a:lnTo>
                  <a:lnTo>
                    <a:pt x="4969076" y="761302"/>
                  </a:lnTo>
                  <a:lnTo>
                    <a:pt x="4878409" y="744674"/>
                  </a:lnTo>
                  <a:lnTo>
                    <a:pt x="4792533" y="730893"/>
                  </a:lnTo>
                  <a:lnTo>
                    <a:pt x="4715463" y="719976"/>
                  </a:lnTo>
                  <a:lnTo>
                    <a:pt x="4650836" y="711834"/>
                  </a:lnTo>
                  <a:lnTo>
                    <a:pt x="4601165" y="706233"/>
                  </a:lnTo>
                  <a:lnTo>
                    <a:pt x="4567244" y="702791"/>
                  </a:lnTo>
                  <a:lnTo>
                    <a:pt x="4547865" y="701015"/>
                  </a:lnTo>
                  <a:lnTo>
                    <a:pt x="4539896" y="700352"/>
                  </a:lnTo>
                  <a:lnTo>
                    <a:pt x="4538543" y="700249"/>
                  </a:lnTo>
                  <a:lnTo>
                    <a:pt x="4538543" y="700249"/>
                  </a:lnTo>
                  <a:lnTo>
                    <a:pt x="4016409" y="700249"/>
                  </a:lnTo>
                  <a:lnTo>
                    <a:pt x="4015148" y="700227"/>
                  </a:lnTo>
                  <a:lnTo>
                    <a:pt x="4006898" y="700075"/>
                  </a:lnTo>
                  <a:lnTo>
                    <a:pt x="3986271" y="699653"/>
                  </a:lnTo>
                  <a:lnTo>
                    <a:pt x="3949820" y="698825"/>
                  </a:lnTo>
                  <a:lnTo>
                    <a:pt x="3896358" y="697468"/>
                  </a:lnTo>
                  <a:lnTo>
                    <a:pt x="3827013" y="695492"/>
                  </a:lnTo>
                  <a:lnTo>
                    <a:pt x="3744844" y="692844"/>
                  </a:lnTo>
                  <a:lnTo>
                    <a:pt x="3654072" y="689508"/>
                  </a:lnTo>
                  <a:lnTo>
                    <a:pt x="3559188" y="685491"/>
                  </a:lnTo>
                  <a:lnTo>
                    <a:pt x="3464202" y="680810"/>
                  </a:lnTo>
                  <a:lnTo>
                    <a:pt x="3372198" y="675474"/>
                  </a:lnTo>
                  <a:lnTo>
                    <a:pt x="3285205" y="669472"/>
                  </a:lnTo>
                  <a:lnTo>
                    <a:pt x="3204279" y="662768"/>
                  </a:lnTo>
                  <a:lnTo>
                    <a:pt x="3129705" y="655296"/>
                  </a:lnTo>
                  <a:lnTo>
                    <a:pt x="3061216" y="646962"/>
                  </a:lnTo>
                  <a:lnTo>
                    <a:pt x="2998185" y="637645"/>
                  </a:lnTo>
                  <a:lnTo>
                    <a:pt x="2939781" y="627203"/>
                  </a:lnTo>
                  <a:lnTo>
                    <a:pt x="2885082" y="615484"/>
                  </a:lnTo>
                  <a:lnTo>
                    <a:pt x="2833156" y="602346"/>
                  </a:lnTo>
                  <a:lnTo>
                    <a:pt x="2783149" y="587687"/>
                  </a:lnTo>
                  <a:lnTo>
                    <a:pt x="2770117" y="583541"/>
                  </a:lnTo>
                  <a:lnTo>
                    <a:pt x="2718442" y="565812"/>
                  </a:lnTo>
                  <a:lnTo>
                    <a:pt x="2667269" y="546292"/>
                  </a:lnTo>
                  <a:lnTo>
                    <a:pt x="2616078" y="524954"/>
                  </a:lnTo>
                  <a:lnTo>
                    <a:pt x="2564513" y="501830"/>
                  </a:lnTo>
                  <a:lnTo>
                    <a:pt x="2512360" y="477023"/>
                  </a:lnTo>
                  <a:lnTo>
                    <a:pt x="2459532" y="450704"/>
                  </a:lnTo>
                  <a:lnTo>
                    <a:pt x="2406050" y="423116"/>
                  </a:lnTo>
                  <a:lnTo>
                    <a:pt x="2352029" y="394566"/>
                  </a:lnTo>
                  <a:lnTo>
                    <a:pt x="2297652" y="365413"/>
                  </a:lnTo>
                  <a:lnTo>
                    <a:pt x="2243148" y="336050"/>
                  </a:lnTo>
                  <a:lnTo>
                    <a:pt x="2188762" y="306881"/>
                  </a:lnTo>
                  <a:lnTo>
                    <a:pt x="2134721" y="278299"/>
                  </a:lnTo>
                  <a:lnTo>
                    <a:pt x="2081214" y="250665"/>
                  </a:lnTo>
                  <a:lnTo>
                    <a:pt x="2028358" y="224288"/>
                  </a:lnTo>
                  <a:lnTo>
                    <a:pt x="1976178" y="199414"/>
                  </a:lnTo>
                  <a:lnTo>
                    <a:pt x="1924592" y="176218"/>
                  </a:lnTo>
                  <a:lnTo>
                    <a:pt x="1873392" y="154805"/>
                  </a:lnTo>
                  <a:lnTo>
                    <a:pt x="1822227" y="135209"/>
                  </a:lnTo>
                  <a:lnTo>
                    <a:pt x="1770585" y="117408"/>
                  </a:lnTo>
                  <a:lnTo>
                    <a:pt x="1768425" y="116708"/>
                  </a:lnTo>
                  <a:lnTo>
                    <a:pt x="1718801" y="101639"/>
                  </a:lnTo>
                  <a:lnTo>
                    <a:pt x="1667463" y="88104"/>
                  </a:lnTo>
                  <a:lnTo>
                    <a:pt x="1613588" y="76022"/>
                  </a:lnTo>
                  <a:lnTo>
                    <a:pt x="1556258" y="65256"/>
                  </a:lnTo>
                  <a:lnTo>
                    <a:pt x="1494541" y="55655"/>
                  </a:lnTo>
                  <a:lnTo>
                    <a:pt x="1427571" y="47074"/>
                  </a:lnTo>
                  <a:lnTo>
                    <a:pt x="1354654" y="39384"/>
                  </a:lnTo>
                  <a:lnTo>
                    <a:pt x="1275412" y="32484"/>
                  </a:lnTo>
                  <a:lnTo>
                    <a:pt x="1189960" y="26300"/>
                  </a:lnTo>
                  <a:lnTo>
                    <a:pt x="1099130" y="20789"/>
                  </a:lnTo>
                  <a:lnTo>
                    <a:pt x="1004677" y="15934"/>
                  </a:lnTo>
                  <a:lnTo>
                    <a:pt x="909408" y="11740"/>
                  </a:lnTo>
                  <a:lnTo>
                    <a:pt x="817117" y="8222"/>
                  </a:lnTo>
                  <a:lnTo>
                    <a:pt x="732229" y="5392"/>
                  </a:lnTo>
                  <a:lnTo>
                    <a:pt x="659122" y="3241"/>
                  </a:lnTo>
                  <a:lnTo>
                    <a:pt x="601248" y="1728"/>
                  </a:lnTo>
                  <a:lnTo>
                    <a:pt x="560305" y="770"/>
                  </a:lnTo>
                  <a:lnTo>
                    <a:pt x="535729" y="253"/>
                  </a:lnTo>
                  <a:lnTo>
                    <a:pt x="524648" y="43"/>
                  </a:lnTo>
                  <a:lnTo>
                    <a:pt x="522157" y="0"/>
                  </a:lnTo>
                  <a:lnTo>
                    <a:pt x="522133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575" name="pg575"/>
            <p:cNvSpPr/>
            <p:nvPr/>
          </p:nvSpPr>
          <p:spPr>
            <a:xfrm>
              <a:off x="386606" y="1326724"/>
              <a:ext cx="8554953" cy="3591600"/>
            </a:xfrm>
            <a:custGeom>
              <a:avLst/>
              <a:pathLst>
                <a:path w="8554953" h="3591600">
                  <a:moveTo>
                    <a:pt x="0" y="1423087"/>
                  </a:moveTo>
                  <a:lnTo>
                    <a:pt x="522133" y="1423087"/>
                  </a:lnTo>
                  <a:lnTo>
                    <a:pt x="523330" y="1423149"/>
                  </a:lnTo>
                  <a:lnTo>
                    <a:pt x="531163" y="1423597"/>
                  </a:lnTo>
                  <a:lnTo>
                    <a:pt x="550788" y="1424833"/>
                  </a:lnTo>
                  <a:lnTo>
                    <a:pt x="585558" y="1427264"/>
                  </a:lnTo>
                  <a:lnTo>
                    <a:pt x="636738" y="1431249"/>
                  </a:lnTo>
                  <a:lnTo>
                    <a:pt x="703425" y="1437064"/>
                  </a:lnTo>
                  <a:lnTo>
                    <a:pt x="782872" y="1444877"/>
                  </a:lnTo>
                  <a:lnTo>
                    <a:pt x="871159" y="1454744"/>
                  </a:lnTo>
                  <a:lnTo>
                    <a:pt x="964015" y="1466651"/>
                  </a:lnTo>
                  <a:lnTo>
                    <a:pt x="1057536" y="1480548"/>
                  </a:lnTo>
                  <a:lnTo>
                    <a:pt x="1148633" y="1496405"/>
                  </a:lnTo>
                  <a:lnTo>
                    <a:pt x="1235199" y="1514238"/>
                  </a:lnTo>
                  <a:lnTo>
                    <a:pt x="1316058" y="1534138"/>
                  </a:lnTo>
                  <a:lnTo>
                    <a:pt x="1390796" y="1556277"/>
                  </a:lnTo>
                  <a:lnTo>
                    <a:pt x="1459561" y="1580914"/>
                  </a:lnTo>
                  <a:lnTo>
                    <a:pt x="1522874" y="1608384"/>
                  </a:lnTo>
                  <a:lnTo>
                    <a:pt x="1581480" y="1639088"/>
                  </a:lnTo>
                  <a:lnTo>
                    <a:pt x="1636239" y="1673468"/>
                  </a:lnTo>
                  <a:lnTo>
                    <a:pt x="1688037" y="1711960"/>
                  </a:lnTo>
                  <a:lnTo>
                    <a:pt x="1737719" y="1754916"/>
                  </a:lnTo>
                  <a:lnTo>
                    <a:pt x="1768425" y="1784506"/>
                  </a:lnTo>
                  <a:lnTo>
                    <a:pt x="1809449" y="1827575"/>
                  </a:lnTo>
                  <a:lnTo>
                    <a:pt x="1850079" y="1874110"/>
                  </a:lnTo>
                  <a:lnTo>
                    <a:pt x="1890602" y="1924177"/>
                  </a:lnTo>
                  <a:lnTo>
                    <a:pt x="1931234" y="1977776"/>
                  </a:lnTo>
                  <a:lnTo>
                    <a:pt x="1972133" y="2034829"/>
                  </a:lnTo>
                  <a:lnTo>
                    <a:pt x="2013401" y="2095174"/>
                  </a:lnTo>
                  <a:lnTo>
                    <a:pt x="2055088" y="2158559"/>
                  </a:lnTo>
                  <a:lnTo>
                    <a:pt x="2097203" y="2224646"/>
                  </a:lnTo>
                  <a:lnTo>
                    <a:pt x="2139711" y="2293016"/>
                  </a:lnTo>
                  <a:lnTo>
                    <a:pt x="2182546" y="2363171"/>
                  </a:lnTo>
                  <a:lnTo>
                    <a:pt x="2225615" y="2434555"/>
                  </a:lnTo>
                  <a:lnTo>
                    <a:pt x="2268806" y="2506568"/>
                  </a:lnTo>
                  <a:lnTo>
                    <a:pt x="2311999" y="2578587"/>
                  </a:lnTo>
                  <a:lnTo>
                    <a:pt x="2355072" y="2649991"/>
                  </a:lnTo>
                  <a:lnTo>
                    <a:pt x="2397913" y="2720179"/>
                  </a:lnTo>
                  <a:lnTo>
                    <a:pt x="2440429" y="2788592"/>
                  </a:lnTo>
                  <a:lnTo>
                    <a:pt x="2482552" y="2854734"/>
                  </a:lnTo>
                  <a:lnTo>
                    <a:pt x="2524249" y="2918181"/>
                  </a:lnTo>
                  <a:lnTo>
                    <a:pt x="2565525" y="2978593"/>
                  </a:lnTo>
                  <a:lnTo>
                    <a:pt x="2606431" y="3035719"/>
                  </a:lnTo>
                  <a:lnTo>
                    <a:pt x="2647068" y="3089394"/>
                  </a:lnTo>
                  <a:lnTo>
                    <a:pt x="2687591" y="3139538"/>
                  </a:lnTo>
                  <a:lnTo>
                    <a:pt x="2728216" y="3186147"/>
                  </a:lnTo>
                  <a:lnTo>
                    <a:pt x="2769228" y="3229290"/>
                  </a:lnTo>
                  <a:lnTo>
                    <a:pt x="2770117" y="3230181"/>
                  </a:lnTo>
                  <a:lnTo>
                    <a:pt x="2818843" y="3276054"/>
                  </a:lnTo>
                  <a:lnTo>
                    <a:pt x="2869209" y="3317343"/>
                  </a:lnTo>
                  <a:lnTo>
                    <a:pt x="2921991" y="3354280"/>
                  </a:lnTo>
                  <a:lnTo>
                    <a:pt x="2978057" y="3387260"/>
                  </a:lnTo>
                  <a:lnTo>
                    <a:pt x="3038293" y="3416728"/>
                  </a:lnTo>
                  <a:lnTo>
                    <a:pt x="3103528" y="3443116"/>
                  </a:lnTo>
                  <a:lnTo>
                    <a:pt x="3174439" y="3466802"/>
                  </a:lnTo>
                  <a:lnTo>
                    <a:pt x="3251430" y="3488095"/>
                  </a:lnTo>
                  <a:lnTo>
                    <a:pt x="3334465" y="3507221"/>
                  </a:lnTo>
                  <a:lnTo>
                    <a:pt x="3422875" y="3524323"/>
                  </a:lnTo>
                  <a:lnTo>
                    <a:pt x="3515158" y="3539463"/>
                  </a:lnTo>
                  <a:lnTo>
                    <a:pt x="3608844" y="3552636"/>
                  </a:lnTo>
                  <a:lnTo>
                    <a:pt x="3700510" y="3563800"/>
                  </a:lnTo>
                  <a:lnTo>
                    <a:pt x="3786050" y="3572912"/>
                  </a:lnTo>
                  <a:lnTo>
                    <a:pt x="3861229" y="3579980"/>
                  </a:lnTo>
                  <a:lnTo>
                    <a:pt x="3922464" y="3585100"/>
                  </a:lnTo>
                  <a:lnTo>
                    <a:pt x="3967619" y="3588477"/>
                  </a:lnTo>
                  <a:lnTo>
                    <a:pt x="3996574" y="3590425"/>
                  </a:lnTo>
                  <a:lnTo>
                    <a:pt x="4011383" y="3591324"/>
                  </a:lnTo>
                  <a:lnTo>
                    <a:pt x="4016099" y="3591585"/>
                  </a:lnTo>
                  <a:lnTo>
                    <a:pt x="4016409" y="3591600"/>
                  </a:lnTo>
                  <a:lnTo>
                    <a:pt x="4538543" y="3591600"/>
                  </a:lnTo>
                  <a:lnTo>
                    <a:pt x="4539633" y="3591506"/>
                  </a:lnTo>
                  <a:lnTo>
                    <a:pt x="4546788" y="3590834"/>
                  </a:lnTo>
                  <a:lnTo>
                    <a:pt x="4564766" y="3588976"/>
                  </a:lnTo>
                  <a:lnTo>
                    <a:pt x="4596758" y="3585321"/>
                  </a:lnTo>
                  <a:lnTo>
                    <a:pt x="4644133" y="3579316"/>
                  </a:lnTo>
                  <a:lnTo>
                    <a:pt x="4706334" y="3570523"/>
                  </a:lnTo>
                  <a:lnTo>
                    <a:pt x="4781106" y="3558665"/>
                  </a:lnTo>
                  <a:lnTo>
                    <a:pt x="4865035" y="3543623"/>
                  </a:lnTo>
                  <a:lnTo>
                    <a:pt x="4954239" y="3525401"/>
                  </a:lnTo>
                  <a:lnTo>
                    <a:pt x="5045025" y="3504067"/>
                  </a:lnTo>
                  <a:lnTo>
                    <a:pt x="5134335" y="3479683"/>
                  </a:lnTo>
                  <a:lnTo>
                    <a:pt x="5219959" y="3452251"/>
                  </a:lnTo>
                  <a:lnTo>
                    <a:pt x="5300539" y="3421678"/>
                  </a:lnTo>
                  <a:lnTo>
                    <a:pt x="5375452" y="3387753"/>
                  </a:lnTo>
                  <a:lnTo>
                    <a:pt x="5444643" y="3350141"/>
                  </a:lnTo>
                  <a:lnTo>
                    <a:pt x="5508451" y="3308389"/>
                  </a:lnTo>
                  <a:lnTo>
                    <a:pt x="5567473" y="3261937"/>
                  </a:lnTo>
                  <a:lnTo>
                    <a:pt x="5622448" y="3210144"/>
                  </a:lnTo>
                  <a:lnTo>
                    <a:pt x="5674180" y="3152339"/>
                  </a:lnTo>
                  <a:lnTo>
                    <a:pt x="5723466" y="3087899"/>
                  </a:lnTo>
                  <a:lnTo>
                    <a:pt x="5771040" y="3016396"/>
                  </a:lnTo>
                  <a:lnTo>
                    <a:pt x="5784835" y="2993941"/>
                  </a:lnTo>
                  <a:lnTo>
                    <a:pt x="5818666" y="2935684"/>
                  </a:lnTo>
                  <a:lnTo>
                    <a:pt x="5852191" y="2873559"/>
                  </a:lnTo>
                  <a:lnTo>
                    <a:pt x="5885582" y="2807485"/>
                  </a:lnTo>
                  <a:lnTo>
                    <a:pt x="5918977" y="2737435"/>
                  </a:lnTo>
                  <a:lnTo>
                    <a:pt x="5952482" y="2663437"/>
                  </a:lnTo>
                  <a:lnTo>
                    <a:pt x="5986179" y="2585577"/>
                  </a:lnTo>
                  <a:lnTo>
                    <a:pt x="6020125" y="2504008"/>
                  </a:lnTo>
                  <a:lnTo>
                    <a:pt x="6054350" y="2418950"/>
                  </a:lnTo>
                  <a:lnTo>
                    <a:pt x="6088868" y="2330690"/>
                  </a:lnTo>
                  <a:lnTo>
                    <a:pt x="6123670" y="2239579"/>
                  </a:lnTo>
                  <a:lnTo>
                    <a:pt x="6158730" y="2146031"/>
                  </a:lnTo>
                  <a:lnTo>
                    <a:pt x="6194010" y="2050513"/>
                  </a:lnTo>
                  <a:lnTo>
                    <a:pt x="6229457" y="1953541"/>
                  </a:lnTo>
                  <a:lnTo>
                    <a:pt x="6265010" y="1855662"/>
                  </a:lnTo>
                  <a:lnTo>
                    <a:pt x="6300602" y="1757447"/>
                  </a:lnTo>
                  <a:lnTo>
                    <a:pt x="6336166" y="1659475"/>
                  </a:lnTo>
                  <a:lnTo>
                    <a:pt x="6371634" y="1562318"/>
                  </a:lnTo>
                  <a:lnTo>
                    <a:pt x="6406945" y="1466530"/>
                  </a:lnTo>
                  <a:lnTo>
                    <a:pt x="6442044" y="1372630"/>
                  </a:lnTo>
                  <a:lnTo>
                    <a:pt x="6476889" y="1281096"/>
                  </a:lnTo>
                  <a:lnTo>
                    <a:pt x="6511454" y="1192349"/>
                  </a:lnTo>
                  <a:lnTo>
                    <a:pt x="6545727" y="1106753"/>
                  </a:lnTo>
                  <a:lnTo>
                    <a:pt x="6579716" y="1024604"/>
                  </a:lnTo>
                  <a:lnTo>
                    <a:pt x="6613450" y="946133"/>
                  </a:lnTo>
                  <a:lnTo>
                    <a:pt x="6646982" y="871502"/>
                  </a:lnTo>
                  <a:lnTo>
                    <a:pt x="6680387" y="800811"/>
                  </a:lnTo>
                  <a:lnTo>
                    <a:pt x="6713770" y="734096"/>
                  </a:lnTo>
                  <a:lnTo>
                    <a:pt x="6747263" y="671336"/>
                  </a:lnTo>
                  <a:lnTo>
                    <a:pt x="6781032" y="612461"/>
                  </a:lnTo>
                  <a:lnTo>
                    <a:pt x="6786527" y="603306"/>
                  </a:lnTo>
                  <a:lnTo>
                    <a:pt x="6833718" y="529690"/>
                  </a:lnTo>
                  <a:lnTo>
                    <a:pt x="6882427" y="463198"/>
                  </a:lnTo>
                  <a:lnTo>
                    <a:pt x="6933356" y="403496"/>
                  </a:lnTo>
                  <a:lnTo>
                    <a:pt x="6987291" y="349999"/>
                  </a:lnTo>
                  <a:lnTo>
                    <a:pt x="7045038" y="302041"/>
                  </a:lnTo>
                  <a:lnTo>
                    <a:pt x="7107365" y="258965"/>
                  </a:lnTo>
                  <a:lnTo>
                    <a:pt x="7174918" y="220185"/>
                  </a:lnTo>
                  <a:lnTo>
                    <a:pt x="7248129" y="185213"/>
                  </a:lnTo>
                  <a:lnTo>
                    <a:pt x="7327074" y="153679"/>
                  </a:lnTo>
                  <a:lnTo>
                    <a:pt x="7411315" y="125335"/>
                  </a:lnTo>
                  <a:lnTo>
                    <a:pt x="7499728" y="100056"/>
                  </a:lnTo>
                  <a:lnTo>
                    <a:pt x="7590361" y="77817"/>
                  </a:lnTo>
                  <a:lnTo>
                    <a:pt x="7680394" y="58670"/>
                  </a:lnTo>
                  <a:lnTo>
                    <a:pt x="7766285" y="42685"/>
                  </a:lnTo>
                  <a:lnTo>
                    <a:pt x="7844147" y="29894"/>
                  </a:lnTo>
                  <a:lnTo>
                    <a:pt x="7910354" y="20219"/>
                  </a:lnTo>
                  <a:lnTo>
                    <a:pt x="7962243" y="13430"/>
                  </a:lnTo>
                  <a:lnTo>
                    <a:pt x="7998716" y="9136"/>
                  </a:lnTo>
                  <a:lnTo>
                    <a:pt x="8020573" y="6810"/>
                  </a:lnTo>
                  <a:lnTo>
                    <a:pt x="8030490" y="5852"/>
                  </a:lnTo>
                  <a:lnTo>
                    <a:pt x="8032819" y="5647"/>
                  </a:lnTo>
                  <a:lnTo>
                    <a:pt x="8554953" y="5647"/>
                  </a:lnTo>
                  <a:lnTo>
                    <a:pt x="8554953" y="0"/>
                  </a:lnTo>
                  <a:lnTo>
                    <a:pt x="8032819" y="0"/>
                  </a:lnTo>
                  <a:lnTo>
                    <a:pt x="8031729" y="94"/>
                  </a:lnTo>
                  <a:lnTo>
                    <a:pt x="8024574" y="766"/>
                  </a:lnTo>
                  <a:lnTo>
                    <a:pt x="8006596" y="2624"/>
                  </a:lnTo>
                  <a:lnTo>
                    <a:pt x="7974603" y="6279"/>
                  </a:lnTo>
                  <a:lnTo>
                    <a:pt x="7927229" y="12284"/>
                  </a:lnTo>
                  <a:lnTo>
                    <a:pt x="7865028" y="21077"/>
                  </a:lnTo>
                  <a:lnTo>
                    <a:pt x="7790256" y="32935"/>
                  </a:lnTo>
                  <a:lnTo>
                    <a:pt x="7706327" y="47977"/>
                  </a:lnTo>
                  <a:lnTo>
                    <a:pt x="7617123" y="66199"/>
                  </a:lnTo>
                  <a:lnTo>
                    <a:pt x="7526337" y="87533"/>
                  </a:lnTo>
                  <a:lnTo>
                    <a:pt x="7437027" y="111917"/>
                  </a:lnTo>
                  <a:lnTo>
                    <a:pt x="7351403" y="139349"/>
                  </a:lnTo>
                  <a:lnTo>
                    <a:pt x="7270823" y="169922"/>
                  </a:lnTo>
                  <a:lnTo>
                    <a:pt x="7195909" y="203847"/>
                  </a:lnTo>
                  <a:lnTo>
                    <a:pt x="7126719" y="241459"/>
                  </a:lnTo>
                  <a:lnTo>
                    <a:pt x="7062911" y="283210"/>
                  </a:lnTo>
                  <a:lnTo>
                    <a:pt x="7003889" y="329663"/>
                  </a:lnTo>
                  <a:lnTo>
                    <a:pt x="6948914" y="381456"/>
                  </a:lnTo>
                  <a:lnTo>
                    <a:pt x="6897182" y="439261"/>
                  </a:lnTo>
                  <a:lnTo>
                    <a:pt x="6847896" y="503701"/>
                  </a:lnTo>
                  <a:lnTo>
                    <a:pt x="6800322" y="575204"/>
                  </a:lnTo>
                  <a:lnTo>
                    <a:pt x="6786527" y="597658"/>
                  </a:lnTo>
                  <a:lnTo>
                    <a:pt x="6752696" y="655916"/>
                  </a:lnTo>
                  <a:lnTo>
                    <a:pt x="6719171" y="718041"/>
                  </a:lnTo>
                  <a:lnTo>
                    <a:pt x="6685780" y="784115"/>
                  </a:lnTo>
                  <a:lnTo>
                    <a:pt x="6652385" y="854164"/>
                  </a:lnTo>
                  <a:lnTo>
                    <a:pt x="6618880" y="928163"/>
                  </a:lnTo>
                  <a:lnTo>
                    <a:pt x="6585182" y="1006023"/>
                  </a:lnTo>
                  <a:lnTo>
                    <a:pt x="6551237" y="1087592"/>
                  </a:lnTo>
                  <a:lnTo>
                    <a:pt x="6517012" y="1172649"/>
                  </a:lnTo>
                  <a:lnTo>
                    <a:pt x="6482494" y="1260910"/>
                  </a:lnTo>
                  <a:lnTo>
                    <a:pt x="6447692" y="1352021"/>
                  </a:lnTo>
                  <a:lnTo>
                    <a:pt x="6412632" y="1445569"/>
                  </a:lnTo>
                  <a:lnTo>
                    <a:pt x="6377352" y="1541087"/>
                  </a:lnTo>
                  <a:lnTo>
                    <a:pt x="6341905" y="1638059"/>
                  </a:lnTo>
                  <a:lnTo>
                    <a:pt x="6306352" y="1735938"/>
                  </a:lnTo>
                  <a:lnTo>
                    <a:pt x="6270760" y="1834153"/>
                  </a:lnTo>
                  <a:lnTo>
                    <a:pt x="6235196" y="1932125"/>
                  </a:lnTo>
                  <a:lnTo>
                    <a:pt x="6199728" y="2029282"/>
                  </a:lnTo>
                  <a:lnTo>
                    <a:pt x="6164417" y="2125070"/>
                  </a:lnTo>
                  <a:lnTo>
                    <a:pt x="6129318" y="2218970"/>
                  </a:lnTo>
                  <a:lnTo>
                    <a:pt x="6094473" y="2310504"/>
                  </a:lnTo>
                  <a:lnTo>
                    <a:pt x="6059908" y="2399251"/>
                  </a:lnTo>
                  <a:lnTo>
                    <a:pt x="6025635" y="2484847"/>
                  </a:lnTo>
                  <a:lnTo>
                    <a:pt x="5991646" y="2566996"/>
                  </a:lnTo>
                  <a:lnTo>
                    <a:pt x="5957912" y="2645467"/>
                  </a:lnTo>
                  <a:lnTo>
                    <a:pt x="5924380" y="2720097"/>
                  </a:lnTo>
                  <a:lnTo>
                    <a:pt x="5890975" y="2790789"/>
                  </a:lnTo>
                  <a:lnTo>
                    <a:pt x="5857592" y="2857504"/>
                  </a:lnTo>
                  <a:lnTo>
                    <a:pt x="5824099" y="2920264"/>
                  </a:lnTo>
                  <a:lnTo>
                    <a:pt x="5790330" y="2979138"/>
                  </a:lnTo>
                  <a:lnTo>
                    <a:pt x="5784835" y="2988294"/>
                  </a:lnTo>
                  <a:lnTo>
                    <a:pt x="5737644" y="3061910"/>
                  </a:lnTo>
                  <a:lnTo>
                    <a:pt x="5688935" y="3128402"/>
                  </a:lnTo>
                  <a:lnTo>
                    <a:pt x="5638005" y="3188104"/>
                  </a:lnTo>
                  <a:lnTo>
                    <a:pt x="5584071" y="3241601"/>
                  </a:lnTo>
                  <a:lnTo>
                    <a:pt x="5526324" y="3289559"/>
                  </a:lnTo>
                  <a:lnTo>
                    <a:pt x="5463997" y="3332635"/>
                  </a:lnTo>
                  <a:lnTo>
                    <a:pt x="5396444" y="3371415"/>
                  </a:lnTo>
                  <a:lnTo>
                    <a:pt x="5323233" y="3406387"/>
                  </a:lnTo>
                  <a:lnTo>
                    <a:pt x="5244288" y="3437921"/>
                  </a:lnTo>
                  <a:lnTo>
                    <a:pt x="5160047" y="3466264"/>
                  </a:lnTo>
                  <a:lnTo>
                    <a:pt x="5071633" y="3491544"/>
                  </a:lnTo>
                  <a:lnTo>
                    <a:pt x="4981001" y="3513783"/>
                  </a:lnTo>
                  <a:lnTo>
                    <a:pt x="4890968" y="3532930"/>
                  </a:lnTo>
                  <a:lnTo>
                    <a:pt x="4805077" y="3548914"/>
                  </a:lnTo>
                  <a:lnTo>
                    <a:pt x="4727215" y="3561706"/>
                  </a:lnTo>
                  <a:lnTo>
                    <a:pt x="4661008" y="3571381"/>
                  </a:lnTo>
                  <a:lnTo>
                    <a:pt x="4609119" y="3578170"/>
                  </a:lnTo>
                  <a:lnTo>
                    <a:pt x="4572645" y="3582464"/>
                  </a:lnTo>
                  <a:lnTo>
                    <a:pt x="4550789" y="3584790"/>
                  </a:lnTo>
                  <a:lnTo>
                    <a:pt x="4540872" y="3585748"/>
                  </a:lnTo>
                  <a:lnTo>
                    <a:pt x="4538543" y="3585953"/>
                  </a:lnTo>
                  <a:lnTo>
                    <a:pt x="4016409" y="3585953"/>
                  </a:lnTo>
                  <a:lnTo>
                    <a:pt x="4015213" y="3585890"/>
                  </a:lnTo>
                  <a:lnTo>
                    <a:pt x="4007379" y="3585443"/>
                  </a:lnTo>
                  <a:lnTo>
                    <a:pt x="3987754" y="3584206"/>
                  </a:lnTo>
                  <a:lnTo>
                    <a:pt x="3952985" y="3581776"/>
                  </a:lnTo>
                  <a:lnTo>
                    <a:pt x="3901805" y="3577791"/>
                  </a:lnTo>
                  <a:lnTo>
                    <a:pt x="3835117" y="3571975"/>
                  </a:lnTo>
                  <a:lnTo>
                    <a:pt x="3755670" y="3564163"/>
                  </a:lnTo>
                  <a:lnTo>
                    <a:pt x="3667384" y="3554296"/>
                  </a:lnTo>
                  <a:lnTo>
                    <a:pt x="3574527" y="3542389"/>
                  </a:lnTo>
                  <a:lnTo>
                    <a:pt x="3481006" y="3528491"/>
                  </a:lnTo>
                  <a:lnTo>
                    <a:pt x="3389910" y="3512635"/>
                  </a:lnTo>
                  <a:lnTo>
                    <a:pt x="3303344" y="3494802"/>
                  </a:lnTo>
                  <a:lnTo>
                    <a:pt x="3222485" y="3474902"/>
                  </a:lnTo>
                  <a:lnTo>
                    <a:pt x="3147746" y="3452762"/>
                  </a:lnTo>
                  <a:lnTo>
                    <a:pt x="3078981" y="3428126"/>
                  </a:lnTo>
                  <a:lnTo>
                    <a:pt x="3015668" y="3400656"/>
                  </a:lnTo>
                  <a:lnTo>
                    <a:pt x="2957062" y="3369952"/>
                  </a:lnTo>
                  <a:lnTo>
                    <a:pt x="2902303" y="3335572"/>
                  </a:lnTo>
                  <a:lnTo>
                    <a:pt x="2850505" y="3297079"/>
                  </a:lnTo>
                  <a:lnTo>
                    <a:pt x="2800823" y="3254124"/>
                  </a:lnTo>
                  <a:lnTo>
                    <a:pt x="2770117" y="3224534"/>
                  </a:lnTo>
                  <a:lnTo>
                    <a:pt x="2729093" y="3181465"/>
                  </a:lnTo>
                  <a:lnTo>
                    <a:pt x="2688463" y="3134930"/>
                  </a:lnTo>
                  <a:lnTo>
                    <a:pt x="2647941" y="3084863"/>
                  </a:lnTo>
                  <a:lnTo>
                    <a:pt x="2607308" y="3031263"/>
                  </a:lnTo>
                  <a:lnTo>
                    <a:pt x="2566409" y="2974210"/>
                  </a:lnTo>
                  <a:lnTo>
                    <a:pt x="2525141" y="2913866"/>
                  </a:lnTo>
                  <a:lnTo>
                    <a:pt x="2483454" y="2850481"/>
                  </a:lnTo>
                  <a:lnTo>
                    <a:pt x="2441339" y="2784393"/>
                  </a:lnTo>
                  <a:lnTo>
                    <a:pt x="2398831" y="2716024"/>
                  </a:lnTo>
                  <a:lnTo>
                    <a:pt x="2355996" y="2645869"/>
                  </a:lnTo>
                  <a:lnTo>
                    <a:pt x="2312927" y="2574485"/>
                  </a:lnTo>
                  <a:lnTo>
                    <a:pt x="2269736" y="2502472"/>
                  </a:lnTo>
                  <a:lnTo>
                    <a:pt x="2226543" y="2430452"/>
                  </a:lnTo>
                  <a:lnTo>
                    <a:pt x="2183470" y="2359048"/>
                  </a:lnTo>
                  <a:lnTo>
                    <a:pt x="2140629" y="2288861"/>
                  </a:lnTo>
                  <a:lnTo>
                    <a:pt x="2098113" y="2220448"/>
                  </a:lnTo>
                  <a:lnTo>
                    <a:pt x="2055990" y="2154306"/>
                  </a:lnTo>
                  <a:lnTo>
                    <a:pt x="2014293" y="2090859"/>
                  </a:lnTo>
                  <a:lnTo>
                    <a:pt x="1973017" y="2030447"/>
                  </a:lnTo>
                  <a:lnTo>
                    <a:pt x="1932111" y="1973321"/>
                  </a:lnTo>
                  <a:lnTo>
                    <a:pt x="1891474" y="1919646"/>
                  </a:lnTo>
                  <a:lnTo>
                    <a:pt x="1850951" y="1869502"/>
                  </a:lnTo>
                  <a:lnTo>
                    <a:pt x="1810326" y="1822892"/>
                  </a:lnTo>
                  <a:lnTo>
                    <a:pt x="1769314" y="1779749"/>
                  </a:lnTo>
                  <a:lnTo>
                    <a:pt x="1768425" y="1778858"/>
                  </a:lnTo>
                  <a:lnTo>
                    <a:pt x="1719699" y="1732985"/>
                  </a:lnTo>
                  <a:lnTo>
                    <a:pt x="1669333" y="1691697"/>
                  </a:lnTo>
                  <a:lnTo>
                    <a:pt x="1616551" y="1654760"/>
                  </a:lnTo>
                  <a:lnTo>
                    <a:pt x="1560485" y="1621780"/>
                  </a:lnTo>
                  <a:lnTo>
                    <a:pt x="1500249" y="1592311"/>
                  </a:lnTo>
                  <a:lnTo>
                    <a:pt x="1435015" y="1565924"/>
                  </a:lnTo>
                  <a:lnTo>
                    <a:pt x="1364104" y="1542238"/>
                  </a:lnTo>
                  <a:lnTo>
                    <a:pt x="1287113" y="1520945"/>
                  </a:lnTo>
                  <a:lnTo>
                    <a:pt x="1204077" y="1501819"/>
                  </a:lnTo>
                  <a:lnTo>
                    <a:pt x="1115667" y="1484717"/>
                  </a:lnTo>
                  <a:lnTo>
                    <a:pt x="1023384" y="1469577"/>
                  </a:lnTo>
                  <a:lnTo>
                    <a:pt x="929699" y="1456404"/>
                  </a:lnTo>
                  <a:lnTo>
                    <a:pt x="838032" y="1445240"/>
                  </a:lnTo>
                  <a:lnTo>
                    <a:pt x="752492" y="1436127"/>
                  </a:lnTo>
                  <a:lnTo>
                    <a:pt x="677313" y="1429059"/>
                  </a:lnTo>
                  <a:lnTo>
                    <a:pt x="616078" y="1423940"/>
                  </a:lnTo>
                  <a:lnTo>
                    <a:pt x="570923" y="1420563"/>
                  </a:lnTo>
                  <a:lnTo>
                    <a:pt x="541969" y="1418615"/>
                  </a:lnTo>
                  <a:lnTo>
                    <a:pt x="527159" y="1417715"/>
                  </a:lnTo>
                  <a:lnTo>
                    <a:pt x="522443" y="1417455"/>
                  </a:lnTo>
                  <a:lnTo>
                    <a:pt x="522133" y="1417439"/>
                  </a:lnTo>
                  <a:lnTo>
                    <a:pt x="0" y="1417439"/>
                  </a:lnTo>
                  <a:close/>
                </a:path>
              </a:pathLst>
            </a:custGeom>
            <a:solidFill>
              <a:srgbClr val="8FA8D6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576" name="pl576"/>
            <p:cNvSpPr/>
            <p:nvPr/>
          </p:nvSpPr>
          <p:spPr>
            <a:xfrm>
              <a:off x="386606" y="1332371"/>
              <a:ext cx="8554953" cy="3585953"/>
            </a:xfrm>
            <a:custGeom>
              <a:avLst/>
              <a:pathLst>
                <a:path w="8554953" h="3585953">
                  <a:moveTo>
                    <a:pt x="0" y="1417439"/>
                  </a:moveTo>
                  <a:lnTo>
                    <a:pt x="522133" y="1417439"/>
                  </a:lnTo>
                  <a:lnTo>
                    <a:pt x="523330" y="1417502"/>
                  </a:lnTo>
                  <a:lnTo>
                    <a:pt x="531163" y="1417949"/>
                  </a:lnTo>
                  <a:lnTo>
                    <a:pt x="550788" y="1419186"/>
                  </a:lnTo>
                  <a:lnTo>
                    <a:pt x="585558" y="1421616"/>
                  </a:lnTo>
                  <a:lnTo>
                    <a:pt x="636738" y="1425601"/>
                  </a:lnTo>
                  <a:lnTo>
                    <a:pt x="703425" y="1431417"/>
                  </a:lnTo>
                  <a:lnTo>
                    <a:pt x="782872" y="1439229"/>
                  </a:lnTo>
                  <a:lnTo>
                    <a:pt x="871159" y="1449097"/>
                  </a:lnTo>
                  <a:lnTo>
                    <a:pt x="964015" y="1461003"/>
                  </a:lnTo>
                  <a:lnTo>
                    <a:pt x="1057536" y="1474901"/>
                  </a:lnTo>
                  <a:lnTo>
                    <a:pt x="1148633" y="1490758"/>
                  </a:lnTo>
                  <a:lnTo>
                    <a:pt x="1235199" y="1508591"/>
                  </a:lnTo>
                  <a:lnTo>
                    <a:pt x="1316058" y="1528491"/>
                  </a:lnTo>
                  <a:lnTo>
                    <a:pt x="1390796" y="1550630"/>
                  </a:lnTo>
                  <a:lnTo>
                    <a:pt x="1459561" y="1575267"/>
                  </a:lnTo>
                  <a:lnTo>
                    <a:pt x="1522874" y="1602736"/>
                  </a:lnTo>
                  <a:lnTo>
                    <a:pt x="1581480" y="1633441"/>
                  </a:lnTo>
                  <a:lnTo>
                    <a:pt x="1636239" y="1667821"/>
                  </a:lnTo>
                  <a:lnTo>
                    <a:pt x="1688037" y="1706313"/>
                  </a:lnTo>
                  <a:lnTo>
                    <a:pt x="1737719" y="1749269"/>
                  </a:lnTo>
                  <a:lnTo>
                    <a:pt x="1768425" y="1778858"/>
                  </a:lnTo>
                  <a:lnTo>
                    <a:pt x="1809449" y="1821928"/>
                  </a:lnTo>
                  <a:lnTo>
                    <a:pt x="1850079" y="1868462"/>
                  </a:lnTo>
                  <a:lnTo>
                    <a:pt x="1890602" y="1918530"/>
                  </a:lnTo>
                  <a:lnTo>
                    <a:pt x="1931234" y="1972129"/>
                  </a:lnTo>
                  <a:lnTo>
                    <a:pt x="1972133" y="2029182"/>
                  </a:lnTo>
                  <a:lnTo>
                    <a:pt x="2013401" y="2089526"/>
                  </a:lnTo>
                  <a:lnTo>
                    <a:pt x="2055088" y="2152911"/>
                  </a:lnTo>
                  <a:lnTo>
                    <a:pt x="2097203" y="2218999"/>
                  </a:lnTo>
                  <a:lnTo>
                    <a:pt x="2139711" y="2287369"/>
                  </a:lnTo>
                  <a:lnTo>
                    <a:pt x="2182546" y="2357524"/>
                  </a:lnTo>
                  <a:lnTo>
                    <a:pt x="2225615" y="2428907"/>
                  </a:lnTo>
                  <a:lnTo>
                    <a:pt x="2268806" y="2500921"/>
                  </a:lnTo>
                  <a:lnTo>
                    <a:pt x="2311999" y="2572940"/>
                  </a:lnTo>
                  <a:lnTo>
                    <a:pt x="2355072" y="2644344"/>
                  </a:lnTo>
                  <a:lnTo>
                    <a:pt x="2397913" y="2714532"/>
                  </a:lnTo>
                  <a:lnTo>
                    <a:pt x="2440429" y="2782945"/>
                  </a:lnTo>
                  <a:lnTo>
                    <a:pt x="2482552" y="2849087"/>
                  </a:lnTo>
                  <a:lnTo>
                    <a:pt x="2524249" y="2912534"/>
                  </a:lnTo>
                  <a:lnTo>
                    <a:pt x="2565525" y="2972946"/>
                  </a:lnTo>
                  <a:lnTo>
                    <a:pt x="2606431" y="3030072"/>
                  </a:lnTo>
                  <a:lnTo>
                    <a:pt x="2647068" y="3083747"/>
                  </a:lnTo>
                  <a:lnTo>
                    <a:pt x="2687591" y="3133890"/>
                  </a:lnTo>
                  <a:lnTo>
                    <a:pt x="2728216" y="3180500"/>
                  </a:lnTo>
                  <a:lnTo>
                    <a:pt x="2769228" y="3223643"/>
                  </a:lnTo>
                  <a:lnTo>
                    <a:pt x="2770117" y="3224534"/>
                  </a:lnTo>
                  <a:lnTo>
                    <a:pt x="2818843" y="3270407"/>
                  </a:lnTo>
                  <a:lnTo>
                    <a:pt x="2869209" y="3311696"/>
                  </a:lnTo>
                  <a:lnTo>
                    <a:pt x="2921991" y="3348633"/>
                  </a:lnTo>
                  <a:lnTo>
                    <a:pt x="2978057" y="3381613"/>
                  </a:lnTo>
                  <a:lnTo>
                    <a:pt x="3038293" y="3411081"/>
                  </a:lnTo>
                  <a:lnTo>
                    <a:pt x="3103528" y="3437469"/>
                  </a:lnTo>
                  <a:lnTo>
                    <a:pt x="3174439" y="3461155"/>
                  </a:lnTo>
                  <a:lnTo>
                    <a:pt x="3251430" y="3482447"/>
                  </a:lnTo>
                  <a:lnTo>
                    <a:pt x="3334465" y="3501574"/>
                  </a:lnTo>
                  <a:lnTo>
                    <a:pt x="3422875" y="3518676"/>
                  </a:lnTo>
                  <a:lnTo>
                    <a:pt x="3515158" y="3533816"/>
                  </a:lnTo>
                  <a:lnTo>
                    <a:pt x="3608844" y="3546989"/>
                  </a:lnTo>
                  <a:lnTo>
                    <a:pt x="3700510" y="3558152"/>
                  </a:lnTo>
                  <a:lnTo>
                    <a:pt x="3786050" y="3567265"/>
                  </a:lnTo>
                  <a:lnTo>
                    <a:pt x="3861229" y="3574333"/>
                  </a:lnTo>
                  <a:lnTo>
                    <a:pt x="3922464" y="3579452"/>
                  </a:lnTo>
                  <a:lnTo>
                    <a:pt x="3967619" y="3582830"/>
                  </a:lnTo>
                  <a:lnTo>
                    <a:pt x="3996574" y="3584778"/>
                  </a:lnTo>
                  <a:lnTo>
                    <a:pt x="4011383" y="3585677"/>
                  </a:lnTo>
                  <a:lnTo>
                    <a:pt x="4016099" y="3585937"/>
                  </a:lnTo>
                  <a:lnTo>
                    <a:pt x="4016409" y="3585953"/>
                  </a:lnTo>
                  <a:lnTo>
                    <a:pt x="4538543" y="3585953"/>
                  </a:lnTo>
                  <a:lnTo>
                    <a:pt x="4539633" y="3585859"/>
                  </a:lnTo>
                  <a:lnTo>
                    <a:pt x="4546788" y="3585187"/>
                  </a:lnTo>
                  <a:lnTo>
                    <a:pt x="4564766" y="3583329"/>
                  </a:lnTo>
                  <a:lnTo>
                    <a:pt x="4596758" y="3579674"/>
                  </a:lnTo>
                  <a:lnTo>
                    <a:pt x="4644133" y="3573669"/>
                  </a:lnTo>
                  <a:lnTo>
                    <a:pt x="4706334" y="3564876"/>
                  </a:lnTo>
                  <a:lnTo>
                    <a:pt x="4781106" y="3553018"/>
                  </a:lnTo>
                  <a:lnTo>
                    <a:pt x="4865035" y="3537976"/>
                  </a:lnTo>
                  <a:lnTo>
                    <a:pt x="4954239" y="3519754"/>
                  </a:lnTo>
                  <a:lnTo>
                    <a:pt x="5045025" y="3498420"/>
                  </a:lnTo>
                  <a:lnTo>
                    <a:pt x="5134335" y="3474035"/>
                  </a:lnTo>
                  <a:lnTo>
                    <a:pt x="5219959" y="3446604"/>
                  </a:lnTo>
                  <a:lnTo>
                    <a:pt x="5300539" y="3416031"/>
                  </a:lnTo>
                  <a:lnTo>
                    <a:pt x="5375452" y="3382106"/>
                  </a:lnTo>
                  <a:lnTo>
                    <a:pt x="5444643" y="3344494"/>
                  </a:lnTo>
                  <a:lnTo>
                    <a:pt x="5508451" y="3302742"/>
                  </a:lnTo>
                  <a:lnTo>
                    <a:pt x="5567473" y="3256290"/>
                  </a:lnTo>
                  <a:lnTo>
                    <a:pt x="5622448" y="3204497"/>
                  </a:lnTo>
                  <a:lnTo>
                    <a:pt x="5674180" y="3146691"/>
                  </a:lnTo>
                  <a:lnTo>
                    <a:pt x="5723466" y="3082252"/>
                  </a:lnTo>
                  <a:lnTo>
                    <a:pt x="5771040" y="3010748"/>
                  </a:lnTo>
                  <a:lnTo>
                    <a:pt x="5784835" y="2988294"/>
                  </a:lnTo>
                  <a:lnTo>
                    <a:pt x="5818666" y="2930037"/>
                  </a:lnTo>
                  <a:lnTo>
                    <a:pt x="5852191" y="2867911"/>
                  </a:lnTo>
                  <a:lnTo>
                    <a:pt x="5885582" y="2801838"/>
                  </a:lnTo>
                  <a:lnTo>
                    <a:pt x="5918977" y="2731788"/>
                  </a:lnTo>
                  <a:lnTo>
                    <a:pt x="5952482" y="2657789"/>
                  </a:lnTo>
                  <a:lnTo>
                    <a:pt x="5986179" y="2579929"/>
                  </a:lnTo>
                  <a:lnTo>
                    <a:pt x="6020125" y="2498361"/>
                  </a:lnTo>
                  <a:lnTo>
                    <a:pt x="6054350" y="2413303"/>
                  </a:lnTo>
                  <a:lnTo>
                    <a:pt x="6088868" y="2325043"/>
                  </a:lnTo>
                  <a:lnTo>
                    <a:pt x="6123670" y="2233932"/>
                  </a:lnTo>
                  <a:lnTo>
                    <a:pt x="6158730" y="2140383"/>
                  </a:lnTo>
                  <a:lnTo>
                    <a:pt x="6194010" y="2044866"/>
                  </a:lnTo>
                  <a:lnTo>
                    <a:pt x="6229457" y="1947894"/>
                  </a:lnTo>
                  <a:lnTo>
                    <a:pt x="6265010" y="1850015"/>
                  </a:lnTo>
                  <a:lnTo>
                    <a:pt x="6300602" y="1751800"/>
                  </a:lnTo>
                  <a:lnTo>
                    <a:pt x="6336166" y="1653827"/>
                  </a:lnTo>
                  <a:lnTo>
                    <a:pt x="6371634" y="1556671"/>
                  </a:lnTo>
                  <a:lnTo>
                    <a:pt x="6406945" y="1460883"/>
                  </a:lnTo>
                  <a:lnTo>
                    <a:pt x="6442044" y="1366983"/>
                  </a:lnTo>
                  <a:lnTo>
                    <a:pt x="6476889" y="1275449"/>
                  </a:lnTo>
                  <a:lnTo>
                    <a:pt x="6511454" y="1186702"/>
                  </a:lnTo>
                  <a:lnTo>
                    <a:pt x="6545727" y="1101106"/>
                  </a:lnTo>
                  <a:lnTo>
                    <a:pt x="6579716" y="1018957"/>
                  </a:lnTo>
                  <a:lnTo>
                    <a:pt x="6613450" y="940486"/>
                  </a:lnTo>
                  <a:lnTo>
                    <a:pt x="6646982" y="865855"/>
                  </a:lnTo>
                  <a:lnTo>
                    <a:pt x="6680387" y="795164"/>
                  </a:lnTo>
                  <a:lnTo>
                    <a:pt x="6713770" y="728449"/>
                  </a:lnTo>
                  <a:lnTo>
                    <a:pt x="6747263" y="665689"/>
                  </a:lnTo>
                  <a:lnTo>
                    <a:pt x="6781032" y="606814"/>
                  </a:lnTo>
                  <a:lnTo>
                    <a:pt x="6786527" y="597658"/>
                  </a:lnTo>
                  <a:lnTo>
                    <a:pt x="6833718" y="524042"/>
                  </a:lnTo>
                  <a:lnTo>
                    <a:pt x="6882427" y="457551"/>
                  </a:lnTo>
                  <a:lnTo>
                    <a:pt x="6933356" y="397848"/>
                  </a:lnTo>
                  <a:lnTo>
                    <a:pt x="6987291" y="344352"/>
                  </a:lnTo>
                  <a:lnTo>
                    <a:pt x="7045038" y="296394"/>
                  </a:lnTo>
                  <a:lnTo>
                    <a:pt x="7107365" y="253318"/>
                  </a:lnTo>
                  <a:lnTo>
                    <a:pt x="7174918" y="214538"/>
                  </a:lnTo>
                  <a:lnTo>
                    <a:pt x="7248129" y="179566"/>
                  </a:lnTo>
                  <a:lnTo>
                    <a:pt x="7327074" y="148032"/>
                  </a:lnTo>
                  <a:lnTo>
                    <a:pt x="7411315" y="119688"/>
                  </a:lnTo>
                  <a:lnTo>
                    <a:pt x="7499728" y="94409"/>
                  </a:lnTo>
                  <a:lnTo>
                    <a:pt x="7590361" y="72170"/>
                  </a:lnTo>
                  <a:lnTo>
                    <a:pt x="7680394" y="53023"/>
                  </a:lnTo>
                  <a:lnTo>
                    <a:pt x="7766285" y="37038"/>
                  </a:lnTo>
                  <a:lnTo>
                    <a:pt x="7844147" y="24247"/>
                  </a:lnTo>
                  <a:lnTo>
                    <a:pt x="7910354" y="14571"/>
                  </a:lnTo>
                  <a:lnTo>
                    <a:pt x="7962243" y="7783"/>
                  </a:lnTo>
                  <a:lnTo>
                    <a:pt x="7998716" y="3489"/>
                  </a:lnTo>
                  <a:lnTo>
                    <a:pt x="8020573" y="1163"/>
                  </a:lnTo>
                  <a:lnTo>
                    <a:pt x="8030490" y="205"/>
                  </a:lnTo>
                  <a:lnTo>
                    <a:pt x="8032790" y="2"/>
                  </a:lnTo>
                  <a:lnTo>
                    <a:pt x="8032819" y="0"/>
                  </a:lnTo>
                  <a:lnTo>
                    <a:pt x="8554953" y="0"/>
                  </a:lnTo>
                  <a:lnTo>
                    <a:pt x="8554953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577" name="pl577"/>
            <p:cNvSpPr/>
            <p:nvPr/>
          </p:nvSpPr>
          <p:spPr>
            <a:xfrm>
              <a:off x="386606" y="1326724"/>
              <a:ext cx="8554953" cy="3585953"/>
            </a:xfrm>
            <a:custGeom>
              <a:avLst/>
              <a:pathLst>
                <a:path w="8554953" h="3585953">
                  <a:moveTo>
                    <a:pt x="8554953" y="0"/>
                  </a:moveTo>
                  <a:lnTo>
                    <a:pt x="8032819" y="0"/>
                  </a:lnTo>
                  <a:lnTo>
                    <a:pt x="8031729" y="94"/>
                  </a:lnTo>
                  <a:lnTo>
                    <a:pt x="8024574" y="766"/>
                  </a:lnTo>
                  <a:lnTo>
                    <a:pt x="8006596" y="2624"/>
                  </a:lnTo>
                  <a:lnTo>
                    <a:pt x="7974603" y="6279"/>
                  </a:lnTo>
                  <a:lnTo>
                    <a:pt x="7927229" y="12284"/>
                  </a:lnTo>
                  <a:lnTo>
                    <a:pt x="7865028" y="21077"/>
                  </a:lnTo>
                  <a:lnTo>
                    <a:pt x="7790256" y="32935"/>
                  </a:lnTo>
                  <a:lnTo>
                    <a:pt x="7706327" y="47977"/>
                  </a:lnTo>
                  <a:lnTo>
                    <a:pt x="7617123" y="66199"/>
                  </a:lnTo>
                  <a:lnTo>
                    <a:pt x="7526337" y="87533"/>
                  </a:lnTo>
                  <a:lnTo>
                    <a:pt x="7437027" y="111917"/>
                  </a:lnTo>
                  <a:lnTo>
                    <a:pt x="7351403" y="139349"/>
                  </a:lnTo>
                  <a:lnTo>
                    <a:pt x="7270823" y="169922"/>
                  </a:lnTo>
                  <a:lnTo>
                    <a:pt x="7195909" y="203847"/>
                  </a:lnTo>
                  <a:lnTo>
                    <a:pt x="7126719" y="241459"/>
                  </a:lnTo>
                  <a:lnTo>
                    <a:pt x="7062911" y="283210"/>
                  </a:lnTo>
                  <a:lnTo>
                    <a:pt x="7003889" y="329663"/>
                  </a:lnTo>
                  <a:lnTo>
                    <a:pt x="6948914" y="381456"/>
                  </a:lnTo>
                  <a:lnTo>
                    <a:pt x="6897182" y="439261"/>
                  </a:lnTo>
                  <a:lnTo>
                    <a:pt x="6847896" y="503701"/>
                  </a:lnTo>
                  <a:lnTo>
                    <a:pt x="6800322" y="575204"/>
                  </a:lnTo>
                  <a:lnTo>
                    <a:pt x="6786527" y="597658"/>
                  </a:lnTo>
                  <a:lnTo>
                    <a:pt x="6752696" y="655916"/>
                  </a:lnTo>
                  <a:lnTo>
                    <a:pt x="6719171" y="718041"/>
                  </a:lnTo>
                  <a:lnTo>
                    <a:pt x="6685780" y="784115"/>
                  </a:lnTo>
                  <a:lnTo>
                    <a:pt x="6652385" y="854164"/>
                  </a:lnTo>
                  <a:lnTo>
                    <a:pt x="6618880" y="928163"/>
                  </a:lnTo>
                  <a:lnTo>
                    <a:pt x="6585182" y="1006023"/>
                  </a:lnTo>
                  <a:lnTo>
                    <a:pt x="6551237" y="1087592"/>
                  </a:lnTo>
                  <a:lnTo>
                    <a:pt x="6517012" y="1172649"/>
                  </a:lnTo>
                  <a:lnTo>
                    <a:pt x="6482494" y="1260910"/>
                  </a:lnTo>
                  <a:lnTo>
                    <a:pt x="6447692" y="1352021"/>
                  </a:lnTo>
                  <a:lnTo>
                    <a:pt x="6412632" y="1445569"/>
                  </a:lnTo>
                  <a:lnTo>
                    <a:pt x="6377352" y="1541087"/>
                  </a:lnTo>
                  <a:lnTo>
                    <a:pt x="6341905" y="1638059"/>
                  </a:lnTo>
                  <a:lnTo>
                    <a:pt x="6306352" y="1735938"/>
                  </a:lnTo>
                  <a:lnTo>
                    <a:pt x="6270760" y="1834153"/>
                  </a:lnTo>
                  <a:lnTo>
                    <a:pt x="6235196" y="1932125"/>
                  </a:lnTo>
                  <a:lnTo>
                    <a:pt x="6199728" y="2029282"/>
                  </a:lnTo>
                  <a:lnTo>
                    <a:pt x="6164417" y="2125070"/>
                  </a:lnTo>
                  <a:lnTo>
                    <a:pt x="6129318" y="2218970"/>
                  </a:lnTo>
                  <a:lnTo>
                    <a:pt x="6094473" y="2310504"/>
                  </a:lnTo>
                  <a:lnTo>
                    <a:pt x="6059908" y="2399251"/>
                  </a:lnTo>
                  <a:lnTo>
                    <a:pt x="6025635" y="2484847"/>
                  </a:lnTo>
                  <a:lnTo>
                    <a:pt x="5991646" y="2566996"/>
                  </a:lnTo>
                  <a:lnTo>
                    <a:pt x="5957912" y="2645467"/>
                  </a:lnTo>
                  <a:lnTo>
                    <a:pt x="5924380" y="2720097"/>
                  </a:lnTo>
                  <a:lnTo>
                    <a:pt x="5890975" y="2790789"/>
                  </a:lnTo>
                  <a:lnTo>
                    <a:pt x="5857592" y="2857504"/>
                  </a:lnTo>
                  <a:lnTo>
                    <a:pt x="5824099" y="2920264"/>
                  </a:lnTo>
                  <a:lnTo>
                    <a:pt x="5790330" y="2979138"/>
                  </a:lnTo>
                  <a:lnTo>
                    <a:pt x="5784835" y="2988294"/>
                  </a:lnTo>
                  <a:lnTo>
                    <a:pt x="5737644" y="3061910"/>
                  </a:lnTo>
                  <a:lnTo>
                    <a:pt x="5688935" y="3128402"/>
                  </a:lnTo>
                  <a:lnTo>
                    <a:pt x="5638005" y="3188104"/>
                  </a:lnTo>
                  <a:lnTo>
                    <a:pt x="5584071" y="3241601"/>
                  </a:lnTo>
                  <a:lnTo>
                    <a:pt x="5526324" y="3289559"/>
                  </a:lnTo>
                  <a:lnTo>
                    <a:pt x="5463997" y="3332635"/>
                  </a:lnTo>
                  <a:lnTo>
                    <a:pt x="5396444" y="3371415"/>
                  </a:lnTo>
                  <a:lnTo>
                    <a:pt x="5323233" y="3406387"/>
                  </a:lnTo>
                  <a:lnTo>
                    <a:pt x="5244288" y="3437921"/>
                  </a:lnTo>
                  <a:lnTo>
                    <a:pt x="5160047" y="3466264"/>
                  </a:lnTo>
                  <a:lnTo>
                    <a:pt x="5071633" y="3491544"/>
                  </a:lnTo>
                  <a:lnTo>
                    <a:pt x="4981001" y="3513783"/>
                  </a:lnTo>
                  <a:lnTo>
                    <a:pt x="4890968" y="3532930"/>
                  </a:lnTo>
                  <a:lnTo>
                    <a:pt x="4805077" y="3548914"/>
                  </a:lnTo>
                  <a:lnTo>
                    <a:pt x="4727215" y="3561706"/>
                  </a:lnTo>
                  <a:lnTo>
                    <a:pt x="4661008" y="3571381"/>
                  </a:lnTo>
                  <a:lnTo>
                    <a:pt x="4609119" y="3578170"/>
                  </a:lnTo>
                  <a:lnTo>
                    <a:pt x="4572645" y="3582464"/>
                  </a:lnTo>
                  <a:lnTo>
                    <a:pt x="4550789" y="3584790"/>
                  </a:lnTo>
                  <a:lnTo>
                    <a:pt x="4540872" y="3585748"/>
                  </a:lnTo>
                  <a:lnTo>
                    <a:pt x="4538572" y="3585951"/>
                  </a:lnTo>
                  <a:lnTo>
                    <a:pt x="4538543" y="3585953"/>
                  </a:lnTo>
                  <a:lnTo>
                    <a:pt x="4016409" y="3585953"/>
                  </a:lnTo>
                  <a:lnTo>
                    <a:pt x="4015213" y="3585890"/>
                  </a:lnTo>
                  <a:lnTo>
                    <a:pt x="4007379" y="3585443"/>
                  </a:lnTo>
                  <a:lnTo>
                    <a:pt x="3987754" y="3584206"/>
                  </a:lnTo>
                  <a:lnTo>
                    <a:pt x="3952985" y="3581776"/>
                  </a:lnTo>
                  <a:lnTo>
                    <a:pt x="3901805" y="3577791"/>
                  </a:lnTo>
                  <a:lnTo>
                    <a:pt x="3835117" y="3571975"/>
                  </a:lnTo>
                  <a:lnTo>
                    <a:pt x="3755670" y="3564163"/>
                  </a:lnTo>
                  <a:lnTo>
                    <a:pt x="3667384" y="3554296"/>
                  </a:lnTo>
                  <a:lnTo>
                    <a:pt x="3574527" y="3542389"/>
                  </a:lnTo>
                  <a:lnTo>
                    <a:pt x="3481006" y="3528491"/>
                  </a:lnTo>
                  <a:lnTo>
                    <a:pt x="3389910" y="3512635"/>
                  </a:lnTo>
                  <a:lnTo>
                    <a:pt x="3303344" y="3494802"/>
                  </a:lnTo>
                  <a:lnTo>
                    <a:pt x="3222485" y="3474902"/>
                  </a:lnTo>
                  <a:lnTo>
                    <a:pt x="3147746" y="3452762"/>
                  </a:lnTo>
                  <a:lnTo>
                    <a:pt x="3078981" y="3428126"/>
                  </a:lnTo>
                  <a:lnTo>
                    <a:pt x="3015668" y="3400656"/>
                  </a:lnTo>
                  <a:lnTo>
                    <a:pt x="2957062" y="3369952"/>
                  </a:lnTo>
                  <a:lnTo>
                    <a:pt x="2902303" y="3335572"/>
                  </a:lnTo>
                  <a:lnTo>
                    <a:pt x="2850505" y="3297079"/>
                  </a:lnTo>
                  <a:lnTo>
                    <a:pt x="2800823" y="3254124"/>
                  </a:lnTo>
                  <a:lnTo>
                    <a:pt x="2770117" y="3224534"/>
                  </a:lnTo>
                  <a:lnTo>
                    <a:pt x="2729093" y="3181465"/>
                  </a:lnTo>
                  <a:lnTo>
                    <a:pt x="2688463" y="3134930"/>
                  </a:lnTo>
                  <a:lnTo>
                    <a:pt x="2647941" y="3084863"/>
                  </a:lnTo>
                  <a:lnTo>
                    <a:pt x="2607308" y="3031263"/>
                  </a:lnTo>
                  <a:lnTo>
                    <a:pt x="2566409" y="2974210"/>
                  </a:lnTo>
                  <a:lnTo>
                    <a:pt x="2525141" y="2913866"/>
                  </a:lnTo>
                  <a:lnTo>
                    <a:pt x="2483454" y="2850481"/>
                  </a:lnTo>
                  <a:lnTo>
                    <a:pt x="2441339" y="2784393"/>
                  </a:lnTo>
                  <a:lnTo>
                    <a:pt x="2398831" y="2716024"/>
                  </a:lnTo>
                  <a:lnTo>
                    <a:pt x="2355996" y="2645869"/>
                  </a:lnTo>
                  <a:lnTo>
                    <a:pt x="2312927" y="2574485"/>
                  </a:lnTo>
                  <a:lnTo>
                    <a:pt x="2269736" y="2502472"/>
                  </a:lnTo>
                  <a:lnTo>
                    <a:pt x="2226543" y="2430452"/>
                  </a:lnTo>
                  <a:lnTo>
                    <a:pt x="2183470" y="2359048"/>
                  </a:lnTo>
                  <a:lnTo>
                    <a:pt x="2140629" y="2288861"/>
                  </a:lnTo>
                  <a:lnTo>
                    <a:pt x="2098113" y="2220448"/>
                  </a:lnTo>
                  <a:lnTo>
                    <a:pt x="2055990" y="2154306"/>
                  </a:lnTo>
                  <a:lnTo>
                    <a:pt x="2014293" y="2090859"/>
                  </a:lnTo>
                  <a:lnTo>
                    <a:pt x="1973017" y="2030447"/>
                  </a:lnTo>
                  <a:lnTo>
                    <a:pt x="1932111" y="1973321"/>
                  </a:lnTo>
                  <a:lnTo>
                    <a:pt x="1891474" y="1919646"/>
                  </a:lnTo>
                  <a:lnTo>
                    <a:pt x="1850951" y="1869502"/>
                  </a:lnTo>
                  <a:lnTo>
                    <a:pt x="1810326" y="1822892"/>
                  </a:lnTo>
                  <a:lnTo>
                    <a:pt x="1769314" y="1779749"/>
                  </a:lnTo>
                  <a:lnTo>
                    <a:pt x="1768425" y="1778858"/>
                  </a:lnTo>
                  <a:lnTo>
                    <a:pt x="1719699" y="1732985"/>
                  </a:lnTo>
                  <a:lnTo>
                    <a:pt x="1669333" y="1691697"/>
                  </a:lnTo>
                  <a:lnTo>
                    <a:pt x="1616551" y="1654760"/>
                  </a:lnTo>
                  <a:lnTo>
                    <a:pt x="1560485" y="1621780"/>
                  </a:lnTo>
                  <a:lnTo>
                    <a:pt x="1500249" y="1592311"/>
                  </a:lnTo>
                  <a:lnTo>
                    <a:pt x="1435015" y="1565924"/>
                  </a:lnTo>
                  <a:lnTo>
                    <a:pt x="1364104" y="1542238"/>
                  </a:lnTo>
                  <a:lnTo>
                    <a:pt x="1287113" y="1520945"/>
                  </a:lnTo>
                  <a:lnTo>
                    <a:pt x="1204077" y="1501819"/>
                  </a:lnTo>
                  <a:lnTo>
                    <a:pt x="1115667" y="1484717"/>
                  </a:lnTo>
                  <a:lnTo>
                    <a:pt x="1023384" y="1469577"/>
                  </a:lnTo>
                  <a:lnTo>
                    <a:pt x="929699" y="1456404"/>
                  </a:lnTo>
                  <a:lnTo>
                    <a:pt x="838032" y="1445240"/>
                  </a:lnTo>
                  <a:lnTo>
                    <a:pt x="752492" y="1436127"/>
                  </a:lnTo>
                  <a:lnTo>
                    <a:pt x="677313" y="1429059"/>
                  </a:lnTo>
                  <a:lnTo>
                    <a:pt x="616078" y="1423940"/>
                  </a:lnTo>
                  <a:lnTo>
                    <a:pt x="570923" y="1420563"/>
                  </a:lnTo>
                  <a:lnTo>
                    <a:pt x="541969" y="1418615"/>
                  </a:lnTo>
                  <a:lnTo>
                    <a:pt x="527159" y="1417715"/>
                  </a:lnTo>
                  <a:lnTo>
                    <a:pt x="522443" y="1417455"/>
                  </a:lnTo>
                  <a:lnTo>
                    <a:pt x="522133" y="1417439"/>
                  </a:lnTo>
                  <a:lnTo>
                    <a:pt x="0" y="1417439"/>
                  </a:lnTo>
                  <a:lnTo>
                    <a:pt x="0" y="1417439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578" name="pg578"/>
            <p:cNvSpPr/>
            <p:nvPr/>
          </p:nvSpPr>
          <p:spPr>
            <a:xfrm>
              <a:off x="386606" y="1586494"/>
              <a:ext cx="8554953" cy="3343125"/>
            </a:xfrm>
            <a:custGeom>
              <a:avLst/>
              <a:pathLst>
                <a:path w="8554953" h="3343125">
                  <a:moveTo>
                    <a:pt x="0" y="1174611"/>
                  </a:moveTo>
                  <a:lnTo>
                    <a:pt x="522133" y="1174611"/>
                  </a:lnTo>
                  <a:lnTo>
                    <a:pt x="523330" y="1174674"/>
                  </a:lnTo>
                  <a:lnTo>
                    <a:pt x="531163" y="1175121"/>
                  </a:lnTo>
                  <a:lnTo>
                    <a:pt x="550788" y="1176358"/>
                  </a:lnTo>
                  <a:lnTo>
                    <a:pt x="585558" y="1178788"/>
                  </a:lnTo>
                  <a:lnTo>
                    <a:pt x="636738" y="1182773"/>
                  </a:lnTo>
                  <a:lnTo>
                    <a:pt x="703425" y="1188589"/>
                  </a:lnTo>
                  <a:lnTo>
                    <a:pt x="782872" y="1196401"/>
                  </a:lnTo>
                  <a:lnTo>
                    <a:pt x="871159" y="1206269"/>
                  </a:lnTo>
                  <a:lnTo>
                    <a:pt x="964015" y="1218175"/>
                  </a:lnTo>
                  <a:lnTo>
                    <a:pt x="1057536" y="1232073"/>
                  </a:lnTo>
                  <a:lnTo>
                    <a:pt x="1148633" y="1247929"/>
                  </a:lnTo>
                  <a:lnTo>
                    <a:pt x="1235199" y="1265763"/>
                  </a:lnTo>
                  <a:lnTo>
                    <a:pt x="1316058" y="1285662"/>
                  </a:lnTo>
                  <a:lnTo>
                    <a:pt x="1390796" y="1307802"/>
                  </a:lnTo>
                  <a:lnTo>
                    <a:pt x="1459561" y="1332438"/>
                  </a:lnTo>
                  <a:lnTo>
                    <a:pt x="1522874" y="1359908"/>
                  </a:lnTo>
                  <a:lnTo>
                    <a:pt x="1581480" y="1390612"/>
                  </a:lnTo>
                  <a:lnTo>
                    <a:pt x="1636239" y="1424992"/>
                  </a:lnTo>
                  <a:lnTo>
                    <a:pt x="1688037" y="1463485"/>
                  </a:lnTo>
                  <a:lnTo>
                    <a:pt x="1737719" y="1506441"/>
                  </a:lnTo>
                  <a:lnTo>
                    <a:pt x="1768425" y="1536030"/>
                  </a:lnTo>
                  <a:lnTo>
                    <a:pt x="1809449" y="1579100"/>
                  </a:lnTo>
                  <a:lnTo>
                    <a:pt x="1850079" y="1625634"/>
                  </a:lnTo>
                  <a:lnTo>
                    <a:pt x="1890602" y="1675701"/>
                  </a:lnTo>
                  <a:lnTo>
                    <a:pt x="1931234" y="1729301"/>
                  </a:lnTo>
                  <a:lnTo>
                    <a:pt x="1972133" y="1786354"/>
                  </a:lnTo>
                  <a:lnTo>
                    <a:pt x="2013401" y="1846698"/>
                  </a:lnTo>
                  <a:lnTo>
                    <a:pt x="2055088" y="1910083"/>
                  </a:lnTo>
                  <a:lnTo>
                    <a:pt x="2097203" y="1976171"/>
                  </a:lnTo>
                  <a:lnTo>
                    <a:pt x="2139711" y="2044540"/>
                  </a:lnTo>
                  <a:lnTo>
                    <a:pt x="2182546" y="2114695"/>
                  </a:lnTo>
                  <a:lnTo>
                    <a:pt x="2225615" y="2186079"/>
                  </a:lnTo>
                  <a:lnTo>
                    <a:pt x="2268806" y="2258092"/>
                  </a:lnTo>
                  <a:lnTo>
                    <a:pt x="2311999" y="2330112"/>
                  </a:lnTo>
                  <a:lnTo>
                    <a:pt x="2355072" y="2401516"/>
                  </a:lnTo>
                  <a:lnTo>
                    <a:pt x="2397913" y="2471703"/>
                  </a:lnTo>
                  <a:lnTo>
                    <a:pt x="2440429" y="2540117"/>
                  </a:lnTo>
                  <a:lnTo>
                    <a:pt x="2482552" y="2606258"/>
                  </a:lnTo>
                  <a:lnTo>
                    <a:pt x="2524249" y="2669705"/>
                  </a:lnTo>
                  <a:lnTo>
                    <a:pt x="2565525" y="2730118"/>
                  </a:lnTo>
                  <a:lnTo>
                    <a:pt x="2606431" y="2787244"/>
                  </a:lnTo>
                  <a:lnTo>
                    <a:pt x="2647068" y="2840918"/>
                  </a:lnTo>
                  <a:lnTo>
                    <a:pt x="2687591" y="2891062"/>
                  </a:lnTo>
                  <a:lnTo>
                    <a:pt x="2728216" y="2937672"/>
                  </a:lnTo>
                  <a:lnTo>
                    <a:pt x="2769228" y="2980815"/>
                  </a:lnTo>
                  <a:lnTo>
                    <a:pt x="2770117" y="2981706"/>
                  </a:lnTo>
                  <a:lnTo>
                    <a:pt x="2818843" y="3027579"/>
                  </a:lnTo>
                  <a:lnTo>
                    <a:pt x="2869209" y="3068867"/>
                  </a:lnTo>
                  <a:lnTo>
                    <a:pt x="2921991" y="3105805"/>
                  </a:lnTo>
                  <a:lnTo>
                    <a:pt x="2978057" y="3138785"/>
                  </a:lnTo>
                  <a:lnTo>
                    <a:pt x="3038293" y="3168253"/>
                  </a:lnTo>
                  <a:lnTo>
                    <a:pt x="3103528" y="3194640"/>
                  </a:lnTo>
                  <a:lnTo>
                    <a:pt x="3174439" y="3218326"/>
                  </a:lnTo>
                  <a:lnTo>
                    <a:pt x="3251430" y="3239619"/>
                  </a:lnTo>
                  <a:lnTo>
                    <a:pt x="3334465" y="3258746"/>
                  </a:lnTo>
                  <a:lnTo>
                    <a:pt x="3422875" y="3275848"/>
                  </a:lnTo>
                  <a:lnTo>
                    <a:pt x="3515158" y="3290987"/>
                  </a:lnTo>
                  <a:lnTo>
                    <a:pt x="3608844" y="3304160"/>
                  </a:lnTo>
                  <a:lnTo>
                    <a:pt x="3700510" y="3315324"/>
                  </a:lnTo>
                  <a:lnTo>
                    <a:pt x="3786050" y="3324437"/>
                  </a:lnTo>
                  <a:lnTo>
                    <a:pt x="3861229" y="3331505"/>
                  </a:lnTo>
                  <a:lnTo>
                    <a:pt x="3922464" y="3336624"/>
                  </a:lnTo>
                  <a:lnTo>
                    <a:pt x="3967619" y="3340002"/>
                  </a:lnTo>
                  <a:lnTo>
                    <a:pt x="3996574" y="3341949"/>
                  </a:lnTo>
                  <a:lnTo>
                    <a:pt x="4011383" y="3342849"/>
                  </a:lnTo>
                  <a:lnTo>
                    <a:pt x="4016099" y="3343109"/>
                  </a:lnTo>
                  <a:lnTo>
                    <a:pt x="4016409" y="3343125"/>
                  </a:lnTo>
                  <a:lnTo>
                    <a:pt x="4538543" y="3343125"/>
                  </a:lnTo>
                  <a:lnTo>
                    <a:pt x="4539654" y="3343036"/>
                  </a:lnTo>
                  <a:lnTo>
                    <a:pt x="4546943" y="3342399"/>
                  </a:lnTo>
                  <a:lnTo>
                    <a:pt x="4565248" y="3340638"/>
                  </a:lnTo>
                  <a:lnTo>
                    <a:pt x="4597793" y="3337175"/>
                  </a:lnTo>
                  <a:lnTo>
                    <a:pt x="4645928" y="3331488"/>
                  </a:lnTo>
                  <a:lnTo>
                    <a:pt x="4709031" y="3323167"/>
                  </a:lnTo>
                  <a:lnTo>
                    <a:pt x="4784752" y="3311953"/>
                  </a:lnTo>
                  <a:lnTo>
                    <a:pt x="4869573" y="3297740"/>
                  </a:lnTo>
                  <a:lnTo>
                    <a:pt x="4959535" y="3280537"/>
                  </a:lnTo>
                  <a:lnTo>
                    <a:pt x="5050899" y="3260409"/>
                  </a:lnTo>
                  <a:lnTo>
                    <a:pt x="5140595" y="3237412"/>
                  </a:lnTo>
                  <a:lnTo>
                    <a:pt x="5226432" y="3211543"/>
                  </a:lnTo>
                  <a:lnTo>
                    <a:pt x="5307087" y="3182707"/>
                  </a:lnTo>
                  <a:lnTo>
                    <a:pt x="5381977" y="3150693"/>
                  </a:lnTo>
                  <a:lnTo>
                    <a:pt x="5451087" y="3115175"/>
                  </a:lnTo>
                  <a:lnTo>
                    <a:pt x="5514795" y="3075712"/>
                  </a:lnTo>
                  <a:lnTo>
                    <a:pt x="5573727" y="3031765"/>
                  </a:lnTo>
                  <a:lnTo>
                    <a:pt x="5628647" y="2982723"/>
                  </a:lnTo>
                  <a:lnTo>
                    <a:pt x="5680378" y="2927948"/>
                  </a:lnTo>
                  <a:lnTo>
                    <a:pt x="5729728" y="2866866"/>
                  </a:lnTo>
                  <a:lnTo>
                    <a:pt x="5777430" y="2799106"/>
                  </a:lnTo>
                  <a:lnTo>
                    <a:pt x="5784835" y="2787820"/>
                  </a:lnTo>
                  <a:lnTo>
                    <a:pt x="5819722" y="2731934"/>
                  </a:lnTo>
                  <a:lnTo>
                    <a:pt x="5854290" y="2672222"/>
                  </a:lnTo>
                  <a:lnTo>
                    <a:pt x="5888725" y="2608605"/>
                  </a:lnTo>
                  <a:lnTo>
                    <a:pt x="5923175" y="2541059"/>
                  </a:lnTo>
                  <a:lnTo>
                    <a:pt x="5957756" y="2469617"/>
                  </a:lnTo>
                  <a:lnTo>
                    <a:pt x="5992552" y="2394378"/>
                  </a:lnTo>
                  <a:lnTo>
                    <a:pt x="6027620" y="2315510"/>
                  </a:lnTo>
                  <a:lnTo>
                    <a:pt x="6062991" y="2233251"/>
                  </a:lnTo>
                  <a:lnTo>
                    <a:pt x="6098672" y="2147907"/>
                  </a:lnTo>
                  <a:lnTo>
                    <a:pt x="6134649" y="2059856"/>
                  </a:lnTo>
                  <a:lnTo>
                    <a:pt x="6170890" y="1969536"/>
                  </a:lnTo>
                  <a:lnTo>
                    <a:pt x="6207346" y="1877441"/>
                  </a:lnTo>
                  <a:lnTo>
                    <a:pt x="6243956" y="1784109"/>
                  </a:lnTo>
                  <a:lnTo>
                    <a:pt x="6280650" y="1690109"/>
                  </a:lnTo>
                  <a:lnTo>
                    <a:pt x="6317355" y="1596029"/>
                  </a:lnTo>
                  <a:lnTo>
                    <a:pt x="6353996" y="1502456"/>
                  </a:lnTo>
                  <a:lnTo>
                    <a:pt x="6390500" y="1409967"/>
                  </a:lnTo>
                  <a:lnTo>
                    <a:pt x="6426805" y="1319109"/>
                  </a:lnTo>
                  <a:lnTo>
                    <a:pt x="6462859" y="1230390"/>
                  </a:lnTo>
                  <a:lnTo>
                    <a:pt x="6498623" y="1144265"/>
                  </a:lnTo>
                  <a:lnTo>
                    <a:pt x="6534079" y="1061126"/>
                  </a:lnTo>
                  <a:lnTo>
                    <a:pt x="6569228" y="981302"/>
                  </a:lnTo>
                  <a:lnTo>
                    <a:pt x="6604094" y="905050"/>
                  </a:lnTo>
                  <a:lnTo>
                    <a:pt x="6638726" y="832555"/>
                  </a:lnTo>
                  <a:lnTo>
                    <a:pt x="6673203" y="763934"/>
                  </a:lnTo>
                  <a:lnTo>
                    <a:pt x="6707629" y="699241"/>
                  </a:lnTo>
                  <a:lnTo>
                    <a:pt x="6742143" y="638464"/>
                  </a:lnTo>
                  <a:lnTo>
                    <a:pt x="6776922" y="581540"/>
                  </a:lnTo>
                  <a:lnTo>
                    <a:pt x="6786527" y="566599"/>
                  </a:lnTo>
                  <a:lnTo>
                    <a:pt x="6834029" y="497777"/>
                  </a:lnTo>
                  <a:lnTo>
                    <a:pt x="6883073" y="435660"/>
                  </a:lnTo>
                  <a:lnTo>
                    <a:pt x="6934376" y="379927"/>
                  </a:lnTo>
                  <a:lnTo>
                    <a:pt x="6988739" y="330023"/>
                  </a:lnTo>
                  <a:lnTo>
                    <a:pt x="7046986" y="285316"/>
                  </a:lnTo>
                  <a:lnTo>
                    <a:pt x="7109895" y="245185"/>
                  </a:lnTo>
                  <a:lnTo>
                    <a:pt x="7178122" y="209078"/>
                  </a:lnTo>
                  <a:lnTo>
                    <a:pt x="7252091" y="176537"/>
                  </a:lnTo>
                  <a:lnTo>
                    <a:pt x="7331859" y="147216"/>
                  </a:lnTo>
                  <a:lnTo>
                    <a:pt x="7416947" y="120890"/>
                  </a:lnTo>
                  <a:lnTo>
                    <a:pt x="7506158" y="97443"/>
                  </a:lnTo>
                  <a:lnTo>
                    <a:pt x="7597441" y="76860"/>
                  </a:lnTo>
                  <a:lnTo>
                    <a:pt x="7687859" y="59191"/>
                  </a:lnTo>
                  <a:lnTo>
                    <a:pt x="7773754" y="44505"/>
                  </a:lnTo>
                  <a:lnTo>
                    <a:pt x="7851161" y="32822"/>
                  </a:lnTo>
                  <a:lnTo>
                    <a:pt x="7916446" y="24058"/>
                  </a:lnTo>
                  <a:lnTo>
                    <a:pt x="7967029" y="17979"/>
                  </a:lnTo>
                  <a:lnTo>
                    <a:pt x="8001991" y="14199"/>
                  </a:lnTo>
                  <a:lnTo>
                    <a:pt x="8022369" y="12208"/>
                  </a:lnTo>
                  <a:lnTo>
                    <a:pt x="8031111" y="11433"/>
                  </a:lnTo>
                  <a:lnTo>
                    <a:pt x="8032819" y="11294"/>
                  </a:lnTo>
                  <a:lnTo>
                    <a:pt x="8554953" y="11294"/>
                  </a:lnTo>
                  <a:lnTo>
                    <a:pt x="8554953" y="0"/>
                  </a:lnTo>
                  <a:lnTo>
                    <a:pt x="8032819" y="0"/>
                  </a:lnTo>
                  <a:lnTo>
                    <a:pt x="8031708" y="89"/>
                  </a:lnTo>
                  <a:lnTo>
                    <a:pt x="8024419" y="726"/>
                  </a:lnTo>
                  <a:lnTo>
                    <a:pt x="8006114" y="2486"/>
                  </a:lnTo>
                  <a:lnTo>
                    <a:pt x="7973569" y="5949"/>
                  </a:lnTo>
                  <a:lnTo>
                    <a:pt x="7925434" y="11636"/>
                  </a:lnTo>
                  <a:lnTo>
                    <a:pt x="7862331" y="19958"/>
                  </a:lnTo>
                  <a:lnTo>
                    <a:pt x="7786610" y="31172"/>
                  </a:lnTo>
                  <a:lnTo>
                    <a:pt x="7701789" y="45384"/>
                  </a:lnTo>
                  <a:lnTo>
                    <a:pt x="7611827" y="62587"/>
                  </a:lnTo>
                  <a:lnTo>
                    <a:pt x="7520463" y="82715"/>
                  </a:lnTo>
                  <a:lnTo>
                    <a:pt x="7430767" y="105713"/>
                  </a:lnTo>
                  <a:lnTo>
                    <a:pt x="7344930" y="131581"/>
                  </a:lnTo>
                  <a:lnTo>
                    <a:pt x="7264275" y="160417"/>
                  </a:lnTo>
                  <a:lnTo>
                    <a:pt x="7189385" y="192431"/>
                  </a:lnTo>
                  <a:lnTo>
                    <a:pt x="7120275" y="227949"/>
                  </a:lnTo>
                  <a:lnTo>
                    <a:pt x="7056567" y="267412"/>
                  </a:lnTo>
                  <a:lnTo>
                    <a:pt x="6997635" y="311359"/>
                  </a:lnTo>
                  <a:lnTo>
                    <a:pt x="6942715" y="360402"/>
                  </a:lnTo>
                  <a:lnTo>
                    <a:pt x="6890984" y="415176"/>
                  </a:lnTo>
                  <a:lnTo>
                    <a:pt x="6841634" y="476258"/>
                  </a:lnTo>
                  <a:lnTo>
                    <a:pt x="6793932" y="544018"/>
                  </a:lnTo>
                  <a:lnTo>
                    <a:pt x="6786527" y="555305"/>
                  </a:lnTo>
                  <a:lnTo>
                    <a:pt x="6751640" y="611190"/>
                  </a:lnTo>
                  <a:lnTo>
                    <a:pt x="6717072" y="670902"/>
                  </a:lnTo>
                  <a:lnTo>
                    <a:pt x="6682637" y="734519"/>
                  </a:lnTo>
                  <a:lnTo>
                    <a:pt x="6648186" y="802066"/>
                  </a:lnTo>
                  <a:lnTo>
                    <a:pt x="6613605" y="873508"/>
                  </a:lnTo>
                  <a:lnTo>
                    <a:pt x="6578809" y="948746"/>
                  </a:lnTo>
                  <a:lnTo>
                    <a:pt x="6543742" y="1027614"/>
                  </a:lnTo>
                  <a:lnTo>
                    <a:pt x="6508371" y="1109874"/>
                  </a:lnTo>
                  <a:lnTo>
                    <a:pt x="6472690" y="1195217"/>
                  </a:lnTo>
                  <a:lnTo>
                    <a:pt x="6436713" y="1283268"/>
                  </a:lnTo>
                  <a:lnTo>
                    <a:pt x="6400472" y="1373588"/>
                  </a:lnTo>
                  <a:lnTo>
                    <a:pt x="6364016" y="1465683"/>
                  </a:lnTo>
                  <a:lnTo>
                    <a:pt x="6327406" y="1559015"/>
                  </a:lnTo>
                  <a:lnTo>
                    <a:pt x="6290712" y="1653015"/>
                  </a:lnTo>
                  <a:lnTo>
                    <a:pt x="6254007" y="1747096"/>
                  </a:lnTo>
                  <a:lnTo>
                    <a:pt x="6217366" y="1840668"/>
                  </a:lnTo>
                  <a:lnTo>
                    <a:pt x="6180862" y="1933158"/>
                  </a:lnTo>
                  <a:lnTo>
                    <a:pt x="6144557" y="2024015"/>
                  </a:lnTo>
                  <a:lnTo>
                    <a:pt x="6108503" y="2112734"/>
                  </a:lnTo>
                  <a:lnTo>
                    <a:pt x="6072739" y="2198860"/>
                  </a:lnTo>
                  <a:lnTo>
                    <a:pt x="6037283" y="2281998"/>
                  </a:lnTo>
                  <a:lnTo>
                    <a:pt x="6002134" y="2361822"/>
                  </a:lnTo>
                  <a:lnTo>
                    <a:pt x="5967268" y="2438075"/>
                  </a:lnTo>
                  <a:lnTo>
                    <a:pt x="5932636" y="2510570"/>
                  </a:lnTo>
                  <a:lnTo>
                    <a:pt x="5898159" y="2579190"/>
                  </a:lnTo>
                  <a:lnTo>
                    <a:pt x="5863733" y="2643884"/>
                  </a:lnTo>
                  <a:lnTo>
                    <a:pt x="5829218" y="2704660"/>
                  </a:lnTo>
                  <a:lnTo>
                    <a:pt x="5794440" y="2761584"/>
                  </a:lnTo>
                  <a:lnTo>
                    <a:pt x="5784835" y="2776525"/>
                  </a:lnTo>
                  <a:lnTo>
                    <a:pt x="5737333" y="2845347"/>
                  </a:lnTo>
                  <a:lnTo>
                    <a:pt x="5688289" y="2907464"/>
                  </a:lnTo>
                  <a:lnTo>
                    <a:pt x="5636986" y="2963197"/>
                  </a:lnTo>
                  <a:lnTo>
                    <a:pt x="5582623" y="3013101"/>
                  </a:lnTo>
                  <a:lnTo>
                    <a:pt x="5524376" y="3057808"/>
                  </a:lnTo>
                  <a:lnTo>
                    <a:pt x="5461467" y="3097939"/>
                  </a:lnTo>
                  <a:lnTo>
                    <a:pt x="5393240" y="3134047"/>
                  </a:lnTo>
                  <a:lnTo>
                    <a:pt x="5319271" y="3166588"/>
                  </a:lnTo>
                  <a:lnTo>
                    <a:pt x="5239503" y="3195908"/>
                  </a:lnTo>
                  <a:lnTo>
                    <a:pt x="5154415" y="3222235"/>
                  </a:lnTo>
                  <a:lnTo>
                    <a:pt x="5065204" y="3245682"/>
                  </a:lnTo>
                  <a:lnTo>
                    <a:pt x="4973921" y="3266265"/>
                  </a:lnTo>
                  <a:lnTo>
                    <a:pt x="4883503" y="3283933"/>
                  </a:lnTo>
                  <a:lnTo>
                    <a:pt x="4797608" y="3298619"/>
                  </a:lnTo>
                  <a:lnTo>
                    <a:pt x="4720201" y="3310302"/>
                  </a:lnTo>
                  <a:lnTo>
                    <a:pt x="4654916" y="3319066"/>
                  </a:lnTo>
                  <a:lnTo>
                    <a:pt x="4604333" y="3325145"/>
                  </a:lnTo>
                  <a:lnTo>
                    <a:pt x="4569371" y="3328925"/>
                  </a:lnTo>
                  <a:lnTo>
                    <a:pt x="4548992" y="3330917"/>
                  </a:lnTo>
                  <a:lnTo>
                    <a:pt x="4540251" y="3331692"/>
                  </a:lnTo>
                  <a:lnTo>
                    <a:pt x="4538543" y="3331830"/>
                  </a:lnTo>
                  <a:lnTo>
                    <a:pt x="4016409" y="3331830"/>
                  </a:lnTo>
                  <a:lnTo>
                    <a:pt x="4015213" y="3331768"/>
                  </a:lnTo>
                  <a:lnTo>
                    <a:pt x="4007379" y="3331320"/>
                  </a:lnTo>
                  <a:lnTo>
                    <a:pt x="3987754" y="3330084"/>
                  </a:lnTo>
                  <a:lnTo>
                    <a:pt x="3952985" y="3327653"/>
                  </a:lnTo>
                  <a:lnTo>
                    <a:pt x="3901805" y="3323668"/>
                  </a:lnTo>
                  <a:lnTo>
                    <a:pt x="3835117" y="3317853"/>
                  </a:lnTo>
                  <a:lnTo>
                    <a:pt x="3755670" y="3310040"/>
                  </a:lnTo>
                  <a:lnTo>
                    <a:pt x="3667384" y="3300173"/>
                  </a:lnTo>
                  <a:lnTo>
                    <a:pt x="3574527" y="3288266"/>
                  </a:lnTo>
                  <a:lnTo>
                    <a:pt x="3481006" y="3274369"/>
                  </a:lnTo>
                  <a:lnTo>
                    <a:pt x="3389910" y="3258512"/>
                  </a:lnTo>
                  <a:lnTo>
                    <a:pt x="3303344" y="3240679"/>
                  </a:lnTo>
                  <a:lnTo>
                    <a:pt x="3222485" y="3220779"/>
                  </a:lnTo>
                  <a:lnTo>
                    <a:pt x="3147746" y="3198640"/>
                  </a:lnTo>
                  <a:lnTo>
                    <a:pt x="3078981" y="3174003"/>
                  </a:lnTo>
                  <a:lnTo>
                    <a:pt x="3015668" y="3146533"/>
                  </a:lnTo>
                  <a:lnTo>
                    <a:pt x="2957062" y="3115829"/>
                  </a:lnTo>
                  <a:lnTo>
                    <a:pt x="2902303" y="3081449"/>
                  </a:lnTo>
                  <a:lnTo>
                    <a:pt x="2850505" y="3042957"/>
                  </a:lnTo>
                  <a:lnTo>
                    <a:pt x="2800823" y="3000001"/>
                  </a:lnTo>
                  <a:lnTo>
                    <a:pt x="2770117" y="2970411"/>
                  </a:lnTo>
                  <a:lnTo>
                    <a:pt x="2729093" y="2927342"/>
                  </a:lnTo>
                  <a:lnTo>
                    <a:pt x="2688463" y="2880808"/>
                  </a:lnTo>
                  <a:lnTo>
                    <a:pt x="2647941" y="2830740"/>
                  </a:lnTo>
                  <a:lnTo>
                    <a:pt x="2607308" y="2777141"/>
                  </a:lnTo>
                  <a:lnTo>
                    <a:pt x="2566409" y="2720088"/>
                  </a:lnTo>
                  <a:lnTo>
                    <a:pt x="2525141" y="2659744"/>
                  </a:lnTo>
                  <a:lnTo>
                    <a:pt x="2483454" y="2596359"/>
                  </a:lnTo>
                  <a:lnTo>
                    <a:pt x="2441339" y="2530271"/>
                  </a:lnTo>
                  <a:lnTo>
                    <a:pt x="2398831" y="2461901"/>
                  </a:lnTo>
                  <a:lnTo>
                    <a:pt x="2355996" y="2391746"/>
                  </a:lnTo>
                  <a:lnTo>
                    <a:pt x="2312927" y="2320362"/>
                  </a:lnTo>
                  <a:lnTo>
                    <a:pt x="2269736" y="2248349"/>
                  </a:lnTo>
                  <a:lnTo>
                    <a:pt x="2226543" y="2176330"/>
                  </a:lnTo>
                  <a:lnTo>
                    <a:pt x="2183470" y="2104926"/>
                  </a:lnTo>
                  <a:lnTo>
                    <a:pt x="2140629" y="2034738"/>
                  </a:lnTo>
                  <a:lnTo>
                    <a:pt x="2098113" y="1966325"/>
                  </a:lnTo>
                  <a:lnTo>
                    <a:pt x="2055990" y="1900183"/>
                  </a:lnTo>
                  <a:lnTo>
                    <a:pt x="2014293" y="1836736"/>
                  </a:lnTo>
                  <a:lnTo>
                    <a:pt x="1973017" y="1776324"/>
                  </a:lnTo>
                  <a:lnTo>
                    <a:pt x="1932111" y="1719198"/>
                  </a:lnTo>
                  <a:lnTo>
                    <a:pt x="1891474" y="1665523"/>
                  </a:lnTo>
                  <a:lnTo>
                    <a:pt x="1850951" y="1615379"/>
                  </a:lnTo>
                  <a:lnTo>
                    <a:pt x="1810326" y="1568770"/>
                  </a:lnTo>
                  <a:lnTo>
                    <a:pt x="1769314" y="1525627"/>
                  </a:lnTo>
                  <a:lnTo>
                    <a:pt x="1768425" y="1524736"/>
                  </a:lnTo>
                  <a:lnTo>
                    <a:pt x="1719699" y="1478863"/>
                  </a:lnTo>
                  <a:lnTo>
                    <a:pt x="1669333" y="1437574"/>
                  </a:lnTo>
                  <a:lnTo>
                    <a:pt x="1616551" y="1400637"/>
                  </a:lnTo>
                  <a:lnTo>
                    <a:pt x="1560485" y="1367657"/>
                  </a:lnTo>
                  <a:lnTo>
                    <a:pt x="1500249" y="1338189"/>
                  </a:lnTo>
                  <a:lnTo>
                    <a:pt x="1435015" y="1311801"/>
                  </a:lnTo>
                  <a:lnTo>
                    <a:pt x="1364104" y="1288115"/>
                  </a:lnTo>
                  <a:lnTo>
                    <a:pt x="1287113" y="1266822"/>
                  </a:lnTo>
                  <a:lnTo>
                    <a:pt x="1204077" y="1247696"/>
                  </a:lnTo>
                  <a:lnTo>
                    <a:pt x="1115667" y="1230594"/>
                  </a:lnTo>
                  <a:lnTo>
                    <a:pt x="1023384" y="1215454"/>
                  </a:lnTo>
                  <a:lnTo>
                    <a:pt x="929699" y="1202281"/>
                  </a:lnTo>
                  <a:lnTo>
                    <a:pt x="838032" y="1191118"/>
                  </a:lnTo>
                  <a:lnTo>
                    <a:pt x="752492" y="1182005"/>
                  </a:lnTo>
                  <a:lnTo>
                    <a:pt x="677313" y="1174937"/>
                  </a:lnTo>
                  <a:lnTo>
                    <a:pt x="616078" y="1169817"/>
                  </a:lnTo>
                  <a:lnTo>
                    <a:pt x="570923" y="1166440"/>
                  </a:lnTo>
                  <a:lnTo>
                    <a:pt x="541969" y="1164492"/>
                  </a:lnTo>
                  <a:lnTo>
                    <a:pt x="527159" y="1163593"/>
                  </a:lnTo>
                  <a:lnTo>
                    <a:pt x="522443" y="1163333"/>
                  </a:lnTo>
                  <a:lnTo>
                    <a:pt x="522133" y="1163317"/>
                  </a:lnTo>
                  <a:lnTo>
                    <a:pt x="0" y="1163317"/>
                  </a:lnTo>
                  <a:close/>
                </a:path>
              </a:pathLst>
            </a:custGeom>
            <a:solidFill>
              <a:srgbClr val="8FA8D6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579" name="pl579"/>
            <p:cNvSpPr/>
            <p:nvPr/>
          </p:nvSpPr>
          <p:spPr>
            <a:xfrm>
              <a:off x="386606" y="1597788"/>
              <a:ext cx="8554953" cy="3331830"/>
            </a:xfrm>
            <a:custGeom>
              <a:avLst/>
              <a:pathLst>
                <a:path w="8554953" h="3331830">
                  <a:moveTo>
                    <a:pt x="0" y="1163317"/>
                  </a:moveTo>
                  <a:lnTo>
                    <a:pt x="522133" y="1163317"/>
                  </a:lnTo>
                  <a:lnTo>
                    <a:pt x="523330" y="1163379"/>
                  </a:lnTo>
                  <a:lnTo>
                    <a:pt x="531163" y="1163827"/>
                  </a:lnTo>
                  <a:lnTo>
                    <a:pt x="550788" y="1165064"/>
                  </a:lnTo>
                  <a:lnTo>
                    <a:pt x="585558" y="1167494"/>
                  </a:lnTo>
                  <a:lnTo>
                    <a:pt x="636738" y="1171479"/>
                  </a:lnTo>
                  <a:lnTo>
                    <a:pt x="703425" y="1177295"/>
                  </a:lnTo>
                  <a:lnTo>
                    <a:pt x="782872" y="1185107"/>
                  </a:lnTo>
                  <a:lnTo>
                    <a:pt x="871159" y="1194974"/>
                  </a:lnTo>
                  <a:lnTo>
                    <a:pt x="964015" y="1206881"/>
                  </a:lnTo>
                  <a:lnTo>
                    <a:pt x="1057536" y="1220778"/>
                  </a:lnTo>
                  <a:lnTo>
                    <a:pt x="1148633" y="1236635"/>
                  </a:lnTo>
                  <a:lnTo>
                    <a:pt x="1235199" y="1254468"/>
                  </a:lnTo>
                  <a:lnTo>
                    <a:pt x="1316058" y="1274368"/>
                  </a:lnTo>
                  <a:lnTo>
                    <a:pt x="1390796" y="1296508"/>
                  </a:lnTo>
                  <a:lnTo>
                    <a:pt x="1459561" y="1321144"/>
                  </a:lnTo>
                  <a:lnTo>
                    <a:pt x="1522874" y="1348614"/>
                  </a:lnTo>
                  <a:lnTo>
                    <a:pt x="1581480" y="1379318"/>
                  </a:lnTo>
                  <a:lnTo>
                    <a:pt x="1636239" y="1413698"/>
                  </a:lnTo>
                  <a:lnTo>
                    <a:pt x="1688037" y="1452191"/>
                  </a:lnTo>
                  <a:lnTo>
                    <a:pt x="1737719" y="1495146"/>
                  </a:lnTo>
                  <a:lnTo>
                    <a:pt x="1768425" y="1524736"/>
                  </a:lnTo>
                  <a:lnTo>
                    <a:pt x="1809449" y="1567805"/>
                  </a:lnTo>
                  <a:lnTo>
                    <a:pt x="1850079" y="1614340"/>
                  </a:lnTo>
                  <a:lnTo>
                    <a:pt x="1890602" y="1664407"/>
                  </a:lnTo>
                  <a:lnTo>
                    <a:pt x="1931234" y="1718007"/>
                  </a:lnTo>
                  <a:lnTo>
                    <a:pt x="1972133" y="1775060"/>
                  </a:lnTo>
                  <a:lnTo>
                    <a:pt x="2013401" y="1835404"/>
                  </a:lnTo>
                  <a:lnTo>
                    <a:pt x="2055088" y="1898789"/>
                  </a:lnTo>
                  <a:lnTo>
                    <a:pt x="2097203" y="1964877"/>
                  </a:lnTo>
                  <a:lnTo>
                    <a:pt x="2139711" y="2033246"/>
                  </a:lnTo>
                  <a:lnTo>
                    <a:pt x="2182546" y="2103401"/>
                  </a:lnTo>
                  <a:lnTo>
                    <a:pt x="2225615" y="2174785"/>
                  </a:lnTo>
                  <a:lnTo>
                    <a:pt x="2268806" y="2246798"/>
                  </a:lnTo>
                  <a:lnTo>
                    <a:pt x="2311999" y="2318818"/>
                  </a:lnTo>
                  <a:lnTo>
                    <a:pt x="2355072" y="2390221"/>
                  </a:lnTo>
                  <a:lnTo>
                    <a:pt x="2397913" y="2460409"/>
                  </a:lnTo>
                  <a:lnTo>
                    <a:pt x="2440429" y="2528822"/>
                  </a:lnTo>
                  <a:lnTo>
                    <a:pt x="2482552" y="2594964"/>
                  </a:lnTo>
                  <a:lnTo>
                    <a:pt x="2524249" y="2658411"/>
                  </a:lnTo>
                  <a:lnTo>
                    <a:pt x="2565525" y="2718823"/>
                  </a:lnTo>
                  <a:lnTo>
                    <a:pt x="2606431" y="2775949"/>
                  </a:lnTo>
                  <a:lnTo>
                    <a:pt x="2647068" y="2829624"/>
                  </a:lnTo>
                  <a:lnTo>
                    <a:pt x="2687591" y="2879768"/>
                  </a:lnTo>
                  <a:lnTo>
                    <a:pt x="2728216" y="2926378"/>
                  </a:lnTo>
                  <a:lnTo>
                    <a:pt x="2769228" y="2969521"/>
                  </a:lnTo>
                  <a:lnTo>
                    <a:pt x="2770117" y="2970411"/>
                  </a:lnTo>
                  <a:lnTo>
                    <a:pt x="2818843" y="3016284"/>
                  </a:lnTo>
                  <a:lnTo>
                    <a:pt x="2869209" y="3057573"/>
                  </a:lnTo>
                  <a:lnTo>
                    <a:pt x="2921991" y="3094510"/>
                  </a:lnTo>
                  <a:lnTo>
                    <a:pt x="2978057" y="3127490"/>
                  </a:lnTo>
                  <a:lnTo>
                    <a:pt x="3038293" y="3156959"/>
                  </a:lnTo>
                  <a:lnTo>
                    <a:pt x="3103528" y="3183346"/>
                  </a:lnTo>
                  <a:lnTo>
                    <a:pt x="3174439" y="3207032"/>
                  </a:lnTo>
                  <a:lnTo>
                    <a:pt x="3251430" y="3228325"/>
                  </a:lnTo>
                  <a:lnTo>
                    <a:pt x="3334465" y="3247451"/>
                  </a:lnTo>
                  <a:lnTo>
                    <a:pt x="3422875" y="3264553"/>
                  </a:lnTo>
                  <a:lnTo>
                    <a:pt x="3515158" y="3279693"/>
                  </a:lnTo>
                  <a:lnTo>
                    <a:pt x="3608844" y="3292866"/>
                  </a:lnTo>
                  <a:lnTo>
                    <a:pt x="3700510" y="3304030"/>
                  </a:lnTo>
                  <a:lnTo>
                    <a:pt x="3786050" y="3313142"/>
                  </a:lnTo>
                  <a:lnTo>
                    <a:pt x="3861229" y="3320211"/>
                  </a:lnTo>
                  <a:lnTo>
                    <a:pt x="3922464" y="3325330"/>
                  </a:lnTo>
                  <a:lnTo>
                    <a:pt x="3967619" y="3328707"/>
                  </a:lnTo>
                  <a:lnTo>
                    <a:pt x="3996574" y="3330655"/>
                  </a:lnTo>
                  <a:lnTo>
                    <a:pt x="4011383" y="3331554"/>
                  </a:lnTo>
                  <a:lnTo>
                    <a:pt x="4016099" y="3331815"/>
                  </a:lnTo>
                  <a:lnTo>
                    <a:pt x="4016409" y="3331830"/>
                  </a:lnTo>
                  <a:lnTo>
                    <a:pt x="4538543" y="3331830"/>
                  </a:lnTo>
                  <a:lnTo>
                    <a:pt x="4539654" y="3331741"/>
                  </a:lnTo>
                  <a:lnTo>
                    <a:pt x="4546943" y="3331104"/>
                  </a:lnTo>
                  <a:lnTo>
                    <a:pt x="4565248" y="3329344"/>
                  </a:lnTo>
                  <a:lnTo>
                    <a:pt x="4597793" y="3325881"/>
                  </a:lnTo>
                  <a:lnTo>
                    <a:pt x="4645928" y="3320194"/>
                  </a:lnTo>
                  <a:lnTo>
                    <a:pt x="4709031" y="3311872"/>
                  </a:lnTo>
                  <a:lnTo>
                    <a:pt x="4784752" y="3300658"/>
                  </a:lnTo>
                  <a:lnTo>
                    <a:pt x="4869573" y="3286446"/>
                  </a:lnTo>
                  <a:lnTo>
                    <a:pt x="4959535" y="3269243"/>
                  </a:lnTo>
                  <a:lnTo>
                    <a:pt x="5050899" y="3249115"/>
                  </a:lnTo>
                  <a:lnTo>
                    <a:pt x="5140595" y="3226117"/>
                  </a:lnTo>
                  <a:lnTo>
                    <a:pt x="5226432" y="3200249"/>
                  </a:lnTo>
                  <a:lnTo>
                    <a:pt x="5307087" y="3171412"/>
                  </a:lnTo>
                  <a:lnTo>
                    <a:pt x="5381977" y="3139399"/>
                  </a:lnTo>
                  <a:lnTo>
                    <a:pt x="5451087" y="3103880"/>
                  </a:lnTo>
                  <a:lnTo>
                    <a:pt x="5514795" y="3064418"/>
                  </a:lnTo>
                  <a:lnTo>
                    <a:pt x="5573727" y="3020471"/>
                  </a:lnTo>
                  <a:lnTo>
                    <a:pt x="5628647" y="2971428"/>
                  </a:lnTo>
                  <a:lnTo>
                    <a:pt x="5680378" y="2916654"/>
                  </a:lnTo>
                  <a:lnTo>
                    <a:pt x="5729728" y="2855572"/>
                  </a:lnTo>
                  <a:lnTo>
                    <a:pt x="5777430" y="2787812"/>
                  </a:lnTo>
                  <a:lnTo>
                    <a:pt x="5784835" y="2776525"/>
                  </a:lnTo>
                  <a:lnTo>
                    <a:pt x="5819722" y="2720640"/>
                  </a:lnTo>
                  <a:lnTo>
                    <a:pt x="5854290" y="2660928"/>
                  </a:lnTo>
                  <a:lnTo>
                    <a:pt x="5888725" y="2597311"/>
                  </a:lnTo>
                  <a:lnTo>
                    <a:pt x="5923175" y="2529764"/>
                  </a:lnTo>
                  <a:lnTo>
                    <a:pt x="5957756" y="2458322"/>
                  </a:lnTo>
                  <a:lnTo>
                    <a:pt x="5992552" y="2383084"/>
                  </a:lnTo>
                  <a:lnTo>
                    <a:pt x="6027620" y="2304216"/>
                  </a:lnTo>
                  <a:lnTo>
                    <a:pt x="6062991" y="2221956"/>
                  </a:lnTo>
                  <a:lnTo>
                    <a:pt x="6098672" y="2136613"/>
                  </a:lnTo>
                  <a:lnTo>
                    <a:pt x="6134649" y="2048562"/>
                  </a:lnTo>
                  <a:lnTo>
                    <a:pt x="6170890" y="1958242"/>
                  </a:lnTo>
                  <a:lnTo>
                    <a:pt x="6207346" y="1866147"/>
                  </a:lnTo>
                  <a:lnTo>
                    <a:pt x="6243956" y="1772815"/>
                  </a:lnTo>
                  <a:lnTo>
                    <a:pt x="6280650" y="1678815"/>
                  </a:lnTo>
                  <a:lnTo>
                    <a:pt x="6317355" y="1584734"/>
                  </a:lnTo>
                  <a:lnTo>
                    <a:pt x="6353996" y="1491162"/>
                  </a:lnTo>
                  <a:lnTo>
                    <a:pt x="6390500" y="1398672"/>
                  </a:lnTo>
                  <a:lnTo>
                    <a:pt x="6426805" y="1307815"/>
                  </a:lnTo>
                  <a:lnTo>
                    <a:pt x="6462859" y="1219096"/>
                  </a:lnTo>
                  <a:lnTo>
                    <a:pt x="6498623" y="1132970"/>
                  </a:lnTo>
                  <a:lnTo>
                    <a:pt x="6534079" y="1049832"/>
                  </a:lnTo>
                  <a:lnTo>
                    <a:pt x="6569228" y="970008"/>
                  </a:lnTo>
                  <a:lnTo>
                    <a:pt x="6604094" y="893755"/>
                  </a:lnTo>
                  <a:lnTo>
                    <a:pt x="6638726" y="821260"/>
                  </a:lnTo>
                  <a:lnTo>
                    <a:pt x="6673203" y="752640"/>
                  </a:lnTo>
                  <a:lnTo>
                    <a:pt x="6707629" y="687946"/>
                  </a:lnTo>
                  <a:lnTo>
                    <a:pt x="6742143" y="627170"/>
                  </a:lnTo>
                  <a:lnTo>
                    <a:pt x="6776922" y="570246"/>
                  </a:lnTo>
                  <a:lnTo>
                    <a:pt x="6786527" y="555305"/>
                  </a:lnTo>
                  <a:lnTo>
                    <a:pt x="6834029" y="486483"/>
                  </a:lnTo>
                  <a:lnTo>
                    <a:pt x="6883073" y="424366"/>
                  </a:lnTo>
                  <a:lnTo>
                    <a:pt x="6934376" y="368633"/>
                  </a:lnTo>
                  <a:lnTo>
                    <a:pt x="6988739" y="318729"/>
                  </a:lnTo>
                  <a:lnTo>
                    <a:pt x="7046986" y="274022"/>
                  </a:lnTo>
                  <a:lnTo>
                    <a:pt x="7109895" y="233891"/>
                  </a:lnTo>
                  <a:lnTo>
                    <a:pt x="7178122" y="197783"/>
                  </a:lnTo>
                  <a:lnTo>
                    <a:pt x="7252091" y="165242"/>
                  </a:lnTo>
                  <a:lnTo>
                    <a:pt x="7331859" y="135922"/>
                  </a:lnTo>
                  <a:lnTo>
                    <a:pt x="7416947" y="109595"/>
                  </a:lnTo>
                  <a:lnTo>
                    <a:pt x="7506158" y="86148"/>
                  </a:lnTo>
                  <a:lnTo>
                    <a:pt x="7597441" y="65565"/>
                  </a:lnTo>
                  <a:lnTo>
                    <a:pt x="7687859" y="47897"/>
                  </a:lnTo>
                  <a:lnTo>
                    <a:pt x="7773754" y="33210"/>
                  </a:lnTo>
                  <a:lnTo>
                    <a:pt x="7851161" y="21528"/>
                  </a:lnTo>
                  <a:lnTo>
                    <a:pt x="7916446" y="12764"/>
                  </a:lnTo>
                  <a:lnTo>
                    <a:pt x="7967029" y="6685"/>
                  </a:lnTo>
                  <a:lnTo>
                    <a:pt x="8001991" y="2905"/>
                  </a:lnTo>
                  <a:lnTo>
                    <a:pt x="8022369" y="913"/>
                  </a:lnTo>
                  <a:lnTo>
                    <a:pt x="8031111" y="138"/>
                  </a:lnTo>
                  <a:lnTo>
                    <a:pt x="8032815" y="0"/>
                  </a:lnTo>
                  <a:lnTo>
                    <a:pt x="8032819" y="0"/>
                  </a:lnTo>
                  <a:lnTo>
                    <a:pt x="8554953" y="0"/>
                  </a:lnTo>
                  <a:lnTo>
                    <a:pt x="8554953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580" name="pl580"/>
            <p:cNvSpPr/>
            <p:nvPr/>
          </p:nvSpPr>
          <p:spPr>
            <a:xfrm>
              <a:off x="386606" y="1586494"/>
              <a:ext cx="8554953" cy="3331830"/>
            </a:xfrm>
            <a:custGeom>
              <a:avLst/>
              <a:pathLst>
                <a:path w="8554953" h="3331830">
                  <a:moveTo>
                    <a:pt x="8554953" y="0"/>
                  </a:moveTo>
                  <a:lnTo>
                    <a:pt x="8032819" y="0"/>
                  </a:lnTo>
                  <a:lnTo>
                    <a:pt x="8031708" y="89"/>
                  </a:lnTo>
                  <a:lnTo>
                    <a:pt x="8024419" y="726"/>
                  </a:lnTo>
                  <a:lnTo>
                    <a:pt x="8006114" y="2486"/>
                  </a:lnTo>
                  <a:lnTo>
                    <a:pt x="7973569" y="5949"/>
                  </a:lnTo>
                  <a:lnTo>
                    <a:pt x="7925434" y="11636"/>
                  </a:lnTo>
                  <a:lnTo>
                    <a:pt x="7862331" y="19958"/>
                  </a:lnTo>
                  <a:lnTo>
                    <a:pt x="7786610" y="31172"/>
                  </a:lnTo>
                  <a:lnTo>
                    <a:pt x="7701789" y="45384"/>
                  </a:lnTo>
                  <a:lnTo>
                    <a:pt x="7611827" y="62587"/>
                  </a:lnTo>
                  <a:lnTo>
                    <a:pt x="7520463" y="82715"/>
                  </a:lnTo>
                  <a:lnTo>
                    <a:pt x="7430767" y="105713"/>
                  </a:lnTo>
                  <a:lnTo>
                    <a:pt x="7344930" y="131581"/>
                  </a:lnTo>
                  <a:lnTo>
                    <a:pt x="7264275" y="160417"/>
                  </a:lnTo>
                  <a:lnTo>
                    <a:pt x="7189385" y="192431"/>
                  </a:lnTo>
                  <a:lnTo>
                    <a:pt x="7120275" y="227949"/>
                  </a:lnTo>
                  <a:lnTo>
                    <a:pt x="7056567" y="267412"/>
                  </a:lnTo>
                  <a:lnTo>
                    <a:pt x="6997635" y="311359"/>
                  </a:lnTo>
                  <a:lnTo>
                    <a:pt x="6942715" y="360402"/>
                  </a:lnTo>
                  <a:lnTo>
                    <a:pt x="6890984" y="415176"/>
                  </a:lnTo>
                  <a:lnTo>
                    <a:pt x="6841634" y="476258"/>
                  </a:lnTo>
                  <a:lnTo>
                    <a:pt x="6793932" y="544018"/>
                  </a:lnTo>
                  <a:lnTo>
                    <a:pt x="6786527" y="555305"/>
                  </a:lnTo>
                  <a:lnTo>
                    <a:pt x="6751640" y="611190"/>
                  </a:lnTo>
                  <a:lnTo>
                    <a:pt x="6717072" y="670902"/>
                  </a:lnTo>
                  <a:lnTo>
                    <a:pt x="6682637" y="734519"/>
                  </a:lnTo>
                  <a:lnTo>
                    <a:pt x="6648186" y="802066"/>
                  </a:lnTo>
                  <a:lnTo>
                    <a:pt x="6613605" y="873508"/>
                  </a:lnTo>
                  <a:lnTo>
                    <a:pt x="6578809" y="948746"/>
                  </a:lnTo>
                  <a:lnTo>
                    <a:pt x="6543742" y="1027614"/>
                  </a:lnTo>
                  <a:lnTo>
                    <a:pt x="6508371" y="1109874"/>
                  </a:lnTo>
                  <a:lnTo>
                    <a:pt x="6472690" y="1195217"/>
                  </a:lnTo>
                  <a:lnTo>
                    <a:pt x="6436713" y="1283268"/>
                  </a:lnTo>
                  <a:lnTo>
                    <a:pt x="6400472" y="1373588"/>
                  </a:lnTo>
                  <a:lnTo>
                    <a:pt x="6364016" y="1465683"/>
                  </a:lnTo>
                  <a:lnTo>
                    <a:pt x="6327406" y="1559015"/>
                  </a:lnTo>
                  <a:lnTo>
                    <a:pt x="6290712" y="1653015"/>
                  </a:lnTo>
                  <a:lnTo>
                    <a:pt x="6254007" y="1747096"/>
                  </a:lnTo>
                  <a:lnTo>
                    <a:pt x="6217366" y="1840668"/>
                  </a:lnTo>
                  <a:lnTo>
                    <a:pt x="6180862" y="1933158"/>
                  </a:lnTo>
                  <a:lnTo>
                    <a:pt x="6144557" y="2024015"/>
                  </a:lnTo>
                  <a:lnTo>
                    <a:pt x="6108503" y="2112734"/>
                  </a:lnTo>
                  <a:lnTo>
                    <a:pt x="6072739" y="2198860"/>
                  </a:lnTo>
                  <a:lnTo>
                    <a:pt x="6037283" y="2281998"/>
                  </a:lnTo>
                  <a:lnTo>
                    <a:pt x="6002134" y="2361822"/>
                  </a:lnTo>
                  <a:lnTo>
                    <a:pt x="5967268" y="2438075"/>
                  </a:lnTo>
                  <a:lnTo>
                    <a:pt x="5932636" y="2510570"/>
                  </a:lnTo>
                  <a:lnTo>
                    <a:pt x="5898159" y="2579190"/>
                  </a:lnTo>
                  <a:lnTo>
                    <a:pt x="5863733" y="2643884"/>
                  </a:lnTo>
                  <a:lnTo>
                    <a:pt x="5829218" y="2704660"/>
                  </a:lnTo>
                  <a:lnTo>
                    <a:pt x="5794440" y="2761584"/>
                  </a:lnTo>
                  <a:lnTo>
                    <a:pt x="5784835" y="2776525"/>
                  </a:lnTo>
                  <a:lnTo>
                    <a:pt x="5737333" y="2845347"/>
                  </a:lnTo>
                  <a:lnTo>
                    <a:pt x="5688289" y="2907464"/>
                  </a:lnTo>
                  <a:lnTo>
                    <a:pt x="5636986" y="2963197"/>
                  </a:lnTo>
                  <a:lnTo>
                    <a:pt x="5582623" y="3013101"/>
                  </a:lnTo>
                  <a:lnTo>
                    <a:pt x="5524376" y="3057808"/>
                  </a:lnTo>
                  <a:lnTo>
                    <a:pt x="5461467" y="3097939"/>
                  </a:lnTo>
                  <a:lnTo>
                    <a:pt x="5393240" y="3134047"/>
                  </a:lnTo>
                  <a:lnTo>
                    <a:pt x="5319271" y="3166588"/>
                  </a:lnTo>
                  <a:lnTo>
                    <a:pt x="5239503" y="3195908"/>
                  </a:lnTo>
                  <a:lnTo>
                    <a:pt x="5154415" y="3222235"/>
                  </a:lnTo>
                  <a:lnTo>
                    <a:pt x="5065204" y="3245682"/>
                  </a:lnTo>
                  <a:lnTo>
                    <a:pt x="4973921" y="3266265"/>
                  </a:lnTo>
                  <a:lnTo>
                    <a:pt x="4883503" y="3283933"/>
                  </a:lnTo>
                  <a:lnTo>
                    <a:pt x="4797608" y="3298619"/>
                  </a:lnTo>
                  <a:lnTo>
                    <a:pt x="4720201" y="3310302"/>
                  </a:lnTo>
                  <a:lnTo>
                    <a:pt x="4654916" y="3319066"/>
                  </a:lnTo>
                  <a:lnTo>
                    <a:pt x="4604333" y="3325145"/>
                  </a:lnTo>
                  <a:lnTo>
                    <a:pt x="4569371" y="3328925"/>
                  </a:lnTo>
                  <a:lnTo>
                    <a:pt x="4548992" y="3330917"/>
                  </a:lnTo>
                  <a:lnTo>
                    <a:pt x="4540251" y="3331692"/>
                  </a:lnTo>
                  <a:lnTo>
                    <a:pt x="4538547" y="3331830"/>
                  </a:lnTo>
                  <a:lnTo>
                    <a:pt x="4538543" y="3331830"/>
                  </a:lnTo>
                  <a:lnTo>
                    <a:pt x="4016409" y="3331830"/>
                  </a:lnTo>
                  <a:lnTo>
                    <a:pt x="4015213" y="3331768"/>
                  </a:lnTo>
                  <a:lnTo>
                    <a:pt x="4007379" y="3331320"/>
                  </a:lnTo>
                  <a:lnTo>
                    <a:pt x="3987754" y="3330084"/>
                  </a:lnTo>
                  <a:lnTo>
                    <a:pt x="3952985" y="3327653"/>
                  </a:lnTo>
                  <a:lnTo>
                    <a:pt x="3901805" y="3323668"/>
                  </a:lnTo>
                  <a:lnTo>
                    <a:pt x="3835117" y="3317853"/>
                  </a:lnTo>
                  <a:lnTo>
                    <a:pt x="3755670" y="3310040"/>
                  </a:lnTo>
                  <a:lnTo>
                    <a:pt x="3667384" y="3300173"/>
                  </a:lnTo>
                  <a:lnTo>
                    <a:pt x="3574527" y="3288266"/>
                  </a:lnTo>
                  <a:lnTo>
                    <a:pt x="3481006" y="3274369"/>
                  </a:lnTo>
                  <a:lnTo>
                    <a:pt x="3389910" y="3258512"/>
                  </a:lnTo>
                  <a:lnTo>
                    <a:pt x="3303344" y="3240679"/>
                  </a:lnTo>
                  <a:lnTo>
                    <a:pt x="3222485" y="3220779"/>
                  </a:lnTo>
                  <a:lnTo>
                    <a:pt x="3147746" y="3198640"/>
                  </a:lnTo>
                  <a:lnTo>
                    <a:pt x="3078981" y="3174003"/>
                  </a:lnTo>
                  <a:lnTo>
                    <a:pt x="3015668" y="3146533"/>
                  </a:lnTo>
                  <a:lnTo>
                    <a:pt x="2957062" y="3115829"/>
                  </a:lnTo>
                  <a:lnTo>
                    <a:pt x="2902303" y="3081449"/>
                  </a:lnTo>
                  <a:lnTo>
                    <a:pt x="2850505" y="3042957"/>
                  </a:lnTo>
                  <a:lnTo>
                    <a:pt x="2800823" y="3000001"/>
                  </a:lnTo>
                  <a:lnTo>
                    <a:pt x="2770117" y="2970411"/>
                  </a:lnTo>
                  <a:lnTo>
                    <a:pt x="2729093" y="2927342"/>
                  </a:lnTo>
                  <a:lnTo>
                    <a:pt x="2688463" y="2880808"/>
                  </a:lnTo>
                  <a:lnTo>
                    <a:pt x="2647941" y="2830740"/>
                  </a:lnTo>
                  <a:lnTo>
                    <a:pt x="2607308" y="2777141"/>
                  </a:lnTo>
                  <a:lnTo>
                    <a:pt x="2566409" y="2720088"/>
                  </a:lnTo>
                  <a:lnTo>
                    <a:pt x="2525141" y="2659744"/>
                  </a:lnTo>
                  <a:lnTo>
                    <a:pt x="2483454" y="2596359"/>
                  </a:lnTo>
                  <a:lnTo>
                    <a:pt x="2441339" y="2530271"/>
                  </a:lnTo>
                  <a:lnTo>
                    <a:pt x="2398831" y="2461901"/>
                  </a:lnTo>
                  <a:lnTo>
                    <a:pt x="2355996" y="2391746"/>
                  </a:lnTo>
                  <a:lnTo>
                    <a:pt x="2312927" y="2320362"/>
                  </a:lnTo>
                  <a:lnTo>
                    <a:pt x="2269736" y="2248349"/>
                  </a:lnTo>
                  <a:lnTo>
                    <a:pt x="2226543" y="2176330"/>
                  </a:lnTo>
                  <a:lnTo>
                    <a:pt x="2183470" y="2104926"/>
                  </a:lnTo>
                  <a:lnTo>
                    <a:pt x="2140629" y="2034738"/>
                  </a:lnTo>
                  <a:lnTo>
                    <a:pt x="2098113" y="1966325"/>
                  </a:lnTo>
                  <a:lnTo>
                    <a:pt x="2055990" y="1900183"/>
                  </a:lnTo>
                  <a:lnTo>
                    <a:pt x="2014293" y="1836736"/>
                  </a:lnTo>
                  <a:lnTo>
                    <a:pt x="1973017" y="1776324"/>
                  </a:lnTo>
                  <a:lnTo>
                    <a:pt x="1932111" y="1719198"/>
                  </a:lnTo>
                  <a:lnTo>
                    <a:pt x="1891474" y="1665523"/>
                  </a:lnTo>
                  <a:lnTo>
                    <a:pt x="1850951" y="1615379"/>
                  </a:lnTo>
                  <a:lnTo>
                    <a:pt x="1810326" y="1568770"/>
                  </a:lnTo>
                  <a:lnTo>
                    <a:pt x="1769314" y="1525627"/>
                  </a:lnTo>
                  <a:lnTo>
                    <a:pt x="1768425" y="1524736"/>
                  </a:lnTo>
                  <a:lnTo>
                    <a:pt x="1719699" y="1478863"/>
                  </a:lnTo>
                  <a:lnTo>
                    <a:pt x="1669333" y="1437574"/>
                  </a:lnTo>
                  <a:lnTo>
                    <a:pt x="1616551" y="1400637"/>
                  </a:lnTo>
                  <a:lnTo>
                    <a:pt x="1560485" y="1367657"/>
                  </a:lnTo>
                  <a:lnTo>
                    <a:pt x="1500249" y="1338189"/>
                  </a:lnTo>
                  <a:lnTo>
                    <a:pt x="1435015" y="1311801"/>
                  </a:lnTo>
                  <a:lnTo>
                    <a:pt x="1364104" y="1288115"/>
                  </a:lnTo>
                  <a:lnTo>
                    <a:pt x="1287113" y="1266822"/>
                  </a:lnTo>
                  <a:lnTo>
                    <a:pt x="1204077" y="1247696"/>
                  </a:lnTo>
                  <a:lnTo>
                    <a:pt x="1115667" y="1230594"/>
                  </a:lnTo>
                  <a:lnTo>
                    <a:pt x="1023384" y="1215454"/>
                  </a:lnTo>
                  <a:lnTo>
                    <a:pt x="929699" y="1202281"/>
                  </a:lnTo>
                  <a:lnTo>
                    <a:pt x="838032" y="1191118"/>
                  </a:lnTo>
                  <a:lnTo>
                    <a:pt x="752492" y="1182005"/>
                  </a:lnTo>
                  <a:lnTo>
                    <a:pt x="677313" y="1174937"/>
                  </a:lnTo>
                  <a:lnTo>
                    <a:pt x="616078" y="1169817"/>
                  </a:lnTo>
                  <a:lnTo>
                    <a:pt x="570923" y="1166440"/>
                  </a:lnTo>
                  <a:lnTo>
                    <a:pt x="541969" y="1164492"/>
                  </a:lnTo>
                  <a:lnTo>
                    <a:pt x="527159" y="1163593"/>
                  </a:lnTo>
                  <a:lnTo>
                    <a:pt x="522443" y="1163333"/>
                  </a:lnTo>
                  <a:lnTo>
                    <a:pt x="522133" y="1163317"/>
                  </a:lnTo>
                  <a:lnTo>
                    <a:pt x="0" y="1163317"/>
                  </a:lnTo>
                  <a:lnTo>
                    <a:pt x="0" y="1163317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581" name="pg581"/>
            <p:cNvSpPr/>
            <p:nvPr/>
          </p:nvSpPr>
          <p:spPr>
            <a:xfrm>
              <a:off x="386606" y="2761106"/>
              <a:ext cx="8554953" cy="2191102"/>
            </a:xfrm>
            <a:custGeom>
              <a:avLst/>
              <a:pathLst>
                <a:path w="8554953" h="2191102">
                  <a:moveTo>
                    <a:pt x="0" y="11294"/>
                  </a:moveTo>
                  <a:lnTo>
                    <a:pt x="522133" y="11294"/>
                  </a:lnTo>
                  <a:lnTo>
                    <a:pt x="523329" y="11357"/>
                  </a:lnTo>
                  <a:lnTo>
                    <a:pt x="531158" y="11806"/>
                  </a:lnTo>
                  <a:lnTo>
                    <a:pt x="550771" y="13049"/>
                  </a:lnTo>
                  <a:lnTo>
                    <a:pt x="585523" y="15490"/>
                  </a:lnTo>
                  <a:lnTo>
                    <a:pt x="636678" y="19493"/>
                  </a:lnTo>
                  <a:lnTo>
                    <a:pt x="703336" y="25336"/>
                  </a:lnTo>
                  <a:lnTo>
                    <a:pt x="782752" y="33185"/>
                  </a:lnTo>
                  <a:lnTo>
                    <a:pt x="871011" y="43099"/>
                  </a:lnTo>
                  <a:lnTo>
                    <a:pt x="963844" y="55061"/>
                  </a:lnTo>
                  <a:lnTo>
                    <a:pt x="1057348" y="69025"/>
                  </a:lnTo>
                  <a:lnTo>
                    <a:pt x="1148434" y="84956"/>
                  </a:lnTo>
                  <a:lnTo>
                    <a:pt x="1234995" y="102874"/>
                  </a:lnTo>
                  <a:lnTo>
                    <a:pt x="1315853" y="122868"/>
                  </a:lnTo>
                  <a:lnTo>
                    <a:pt x="1390593" y="145112"/>
                  </a:lnTo>
                  <a:lnTo>
                    <a:pt x="1459361" y="169864"/>
                  </a:lnTo>
                  <a:lnTo>
                    <a:pt x="1522677" y="197462"/>
                  </a:lnTo>
                  <a:lnTo>
                    <a:pt x="1581285" y="228308"/>
                  </a:lnTo>
                  <a:lnTo>
                    <a:pt x="1636045" y="262846"/>
                  </a:lnTo>
                  <a:lnTo>
                    <a:pt x="1687843" y="301515"/>
                  </a:lnTo>
                  <a:lnTo>
                    <a:pt x="1737521" y="344668"/>
                  </a:lnTo>
                  <a:lnTo>
                    <a:pt x="1768425" y="374595"/>
                  </a:lnTo>
                  <a:lnTo>
                    <a:pt x="1809377" y="417810"/>
                  </a:lnTo>
                  <a:lnTo>
                    <a:pt x="1849937" y="464495"/>
                  </a:lnTo>
                  <a:lnTo>
                    <a:pt x="1890388" y="514720"/>
                  </a:lnTo>
                  <a:lnTo>
                    <a:pt x="1930948" y="568482"/>
                  </a:lnTo>
                  <a:lnTo>
                    <a:pt x="1971773" y="625705"/>
                  </a:lnTo>
                  <a:lnTo>
                    <a:pt x="2012964" y="686226"/>
                  </a:lnTo>
                  <a:lnTo>
                    <a:pt x="2054573" y="749796"/>
                  </a:lnTo>
                  <a:lnTo>
                    <a:pt x="2096608" y="816078"/>
                  </a:lnTo>
                  <a:lnTo>
                    <a:pt x="2139036" y="884652"/>
                  </a:lnTo>
                  <a:lnTo>
                    <a:pt x="2181791" y="955023"/>
                  </a:lnTo>
                  <a:lnTo>
                    <a:pt x="2224781" y="1026636"/>
                  </a:lnTo>
                  <a:lnTo>
                    <a:pt x="2267896" y="1098890"/>
                  </a:lnTo>
                  <a:lnTo>
                    <a:pt x="2311014" y="1171165"/>
                  </a:lnTo>
                  <a:lnTo>
                    <a:pt x="2354015" y="1242836"/>
                  </a:lnTo>
                  <a:lnTo>
                    <a:pt x="2396788" y="1313304"/>
                  </a:lnTo>
                  <a:lnTo>
                    <a:pt x="2439239" y="1382008"/>
                  </a:lnTo>
                  <a:lnTo>
                    <a:pt x="2481301" y="1448450"/>
                  </a:lnTo>
                  <a:lnTo>
                    <a:pt x="2522937" y="1512204"/>
                  </a:lnTo>
                  <a:lnTo>
                    <a:pt x="2564154" y="1572928"/>
                  </a:lnTo>
                  <a:lnTo>
                    <a:pt x="2605000" y="1630366"/>
                  </a:lnTo>
                  <a:lnTo>
                    <a:pt x="2645573" y="1684353"/>
                  </a:lnTo>
                  <a:lnTo>
                    <a:pt x="2686025" y="1734803"/>
                  </a:lnTo>
                  <a:lnTo>
                    <a:pt x="2726570" y="1781713"/>
                  </a:lnTo>
                  <a:lnTo>
                    <a:pt x="2767487" y="1825146"/>
                  </a:lnTo>
                  <a:lnTo>
                    <a:pt x="2770117" y="1827801"/>
                  </a:lnTo>
                  <a:lnTo>
                    <a:pt x="2818833" y="1873904"/>
                  </a:lnTo>
                  <a:lnTo>
                    <a:pt x="2869188" y="1915400"/>
                  </a:lnTo>
                  <a:lnTo>
                    <a:pt x="2921958" y="1952524"/>
                  </a:lnTo>
                  <a:lnTo>
                    <a:pt x="2978010" y="1985672"/>
                  </a:lnTo>
                  <a:lnTo>
                    <a:pt x="3038230" y="2015291"/>
                  </a:lnTo>
                  <a:lnTo>
                    <a:pt x="3103445" y="2041814"/>
                  </a:lnTo>
                  <a:lnTo>
                    <a:pt x="3174334" y="2065621"/>
                  </a:lnTo>
                  <a:lnTo>
                    <a:pt x="3251300" y="2087024"/>
                  </a:lnTo>
                  <a:lnTo>
                    <a:pt x="3334309" y="2106250"/>
                  </a:lnTo>
                  <a:lnTo>
                    <a:pt x="3422692" y="2123442"/>
                  </a:lnTo>
                  <a:lnTo>
                    <a:pt x="3514950" y="2138661"/>
                  </a:lnTo>
                  <a:lnTo>
                    <a:pt x="3608617" y="2151905"/>
                  </a:lnTo>
                  <a:lnTo>
                    <a:pt x="3700275" y="2163129"/>
                  </a:lnTo>
                  <a:lnTo>
                    <a:pt x="3785820" y="2172294"/>
                  </a:lnTo>
                  <a:lnTo>
                    <a:pt x="3861020" y="2179403"/>
                  </a:lnTo>
                  <a:lnTo>
                    <a:pt x="3922291" y="2184554"/>
                  </a:lnTo>
                  <a:lnTo>
                    <a:pt x="3967492" y="2187954"/>
                  </a:lnTo>
                  <a:lnTo>
                    <a:pt x="3996496" y="2189915"/>
                  </a:lnTo>
                  <a:lnTo>
                    <a:pt x="4011349" y="2190822"/>
                  </a:lnTo>
                  <a:lnTo>
                    <a:pt x="4016093" y="2191086"/>
                  </a:lnTo>
                  <a:lnTo>
                    <a:pt x="4016409" y="2191102"/>
                  </a:lnTo>
                  <a:lnTo>
                    <a:pt x="4538543" y="2191102"/>
                  </a:lnTo>
                  <a:lnTo>
                    <a:pt x="4539765" y="2191051"/>
                  </a:lnTo>
                  <a:lnTo>
                    <a:pt x="4547762" y="2190687"/>
                  </a:lnTo>
                  <a:lnTo>
                    <a:pt x="4567781" y="2189679"/>
                  </a:lnTo>
                  <a:lnTo>
                    <a:pt x="4603212" y="2187700"/>
                  </a:lnTo>
                  <a:lnTo>
                    <a:pt x="4655293" y="2184457"/>
                  </a:lnTo>
                  <a:lnTo>
                    <a:pt x="4723032" y="2179728"/>
                  </a:lnTo>
                  <a:lnTo>
                    <a:pt x="4803560" y="2173381"/>
                  </a:lnTo>
                  <a:lnTo>
                    <a:pt x="4892838" y="2165372"/>
                  </a:lnTo>
                  <a:lnTo>
                    <a:pt x="4986508" y="2155716"/>
                  </a:lnTo>
                  <a:lnTo>
                    <a:pt x="5080622" y="2144454"/>
                  </a:lnTo>
                  <a:lnTo>
                    <a:pt x="5172091" y="2131608"/>
                  </a:lnTo>
                  <a:lnTo>
                    <a:pt x="5258837" y="2117161"/>
                  </a:lnTo>
                  <a:lnTo>
                    <a:pt x="5339730" y="2101034"/>
                  </a:lnTo>
                  <a:lnTo>
                    <a:pt x="5414408" y="2083079"/>
                  </a:lnTo>
                  <a:lnTo>
                    <a:pt x="5483066" y="2063081"/>
                  </a:lnTo>
                  <a:lnTo>
                    <a:pt x="5546265" y="2040760"/>
                  </a:lnTo>
                  <a:lnTo>
                    <a:pt x="5604787" y="2015784"/>
                  </a:lnTo>
                  <a:lnTo>
                    <a:pt x="5659516" y="1987792"/>
                  </a:lnTo>
                  <a:lnTo>
                    <a:pt x="5711357" y="1956434"/>
                  </a:lnTo>
                  <a:lnTo>
                    <a:pt x="5761160" y="1921439"/>
                  </a:lnTo>
                  <a:lnTo>
                    <a:pt x="5784835" y="1903096"/>
                  </a:lnTo>
                  <a:lnTo>
                    <a:pt x="5828849" y="1866150"/>
                  </a:lnTo>
                  <a:lnTo>
                    <a:pt x="5872435" y="1826016"/>
                  </a:lnTo>
                  <a:lnTo>
                    <a:pt x="5915937" y="1782636"/>
                  </a:lnTo>
                  <a:lnTo>
                    <a:pt x="5959612" y="1736024"/>
                  </a:lnTo>
                  <a:lnTo>
                    <a:pt x="6003633" y="1686278"/>
                  </a:lnTo>
                  <a:lnTo>
                    <a:pt x="6048106" y="1633586"/>
                  </a:lnTo>
                  <a:lnTo>
                    <a:pt x="6093071" y="1578230"/>
                  </a:lnTo>
                  <a:lnTo>
                    <a:pt x="6138514" y="1520583"/>
                  </a:lnTo>
                  <a:lnTo>
                    <a:pt x="6184369" y="1461102"/>
                  </a:lnTo>
                  <a:lnTo>
                    <a:pt x="6230532" y="1400314"/>
                  </a:lnTo>
                  <a:lnTo>
                    <a:pt x="6276872" y="1338799"/>
                  </a:lnTo>
                  <a:lnTo>
                    <a:pt x="6323241" y="1277168"/>
                  </a:lnTo>
                  <a:lnTo>
                    <a:pt x="6369488" y="1216033"/>
                  </a:lnTo>
                  <a:lnTo>
                    <a:pt x="6415474" y="1155991"/>
                  </a:lnTo>
                  <a:lnTo>
                    <a:pt x="6461083" y="1097589"/>
                  </a:lnTo>
                  <a:lnTo>
                    <a:pt x="6506235" y="1041314"/>
                  </a:lnTo>
                  <a:lnTo>
                    <a:pt x="6550894" y="987572"/>
                  </a:lnTo>
                  <a:lnTo>
                    <a:pt x="6595078" y="936680"/>
                  </a:lnTo>
                  <a:lnTo>
                    <a:pt x="6638867" y="888861"/>
                  </a:lnTo>
                  <a:lnTo>
                    <a:pt x="6682409" y="844247"/>
                  </a:lnTo>
                  <a:lnTo>
                    <a:pt x="6725928" y="802884"/>
                  </a:lnTo>
                  <a:lnTo>
                    <a:pt x="6769733" y="764738"/>
                  </a:lnTo>
                  <a:lnTo>
                    <a:pt x="6786527" y="751073"/>
                  </a:lnTo>
                  <a:lnTo>
                    <a:pt x="6835609" y="714268"/>
                  </a:lnTo>
                  <a:lnTo>
                    <a:pt x="6886360" y="681168"/>
                  </a:lnTo>
                  <a:lnTo>
                    <a:pt x="6939575" y="651582"/>
                  </a:lnTo>
                  <a:lnTo>
                    <a:pt x="6996141" y="625187"/>
                  </a:lnTo>
                  <a:lnTo>
                    <a:pt x="7056962" y="601620"/>
                  </a:lnTo>
                  <a:lnTo>
                    <a:pt x="7122882" y="580532"/>
                  </a:lnTo>
                  <a:lnTo>
                    <a:pt x="7194585" y="561617"/>
                  </a:lnTo>
                  <a:lnTo>
                    <a:pt x="7272465" y="544624"/>
                  </a:lnTo>
                  <a:lnTo>
                    <a:pt x="7356458" y="529375"/>
                  </a:lnTo>
                  <a:lnTo>
                    <a:pt x="7445830" y="515758"/>
                  </a:lnTo>
                  <a:lnTo>
                    <a:pt x="7538983" y="503725"/>
                  </a:lnTo>
                  <a:lnTo>
                    <a:pt x="7633315" y="493284"/>
                  </a:lnTo>
                  <a:lnTo>
                    <a:pt x="7725260" y="484471"/>
                  </a:lnTo>
                  <a:lnTo>
                    <a:pt x="7810582" y="477318"/>
                  </a:lnTo>
                  <a:lnTo>
                    <a:pt x="7884983" y="471813"/>
                  </a:lnTo>
                  <a:lnTo>
                    <a:pt x="7944922" y="467871"/>
                  </a:lnTo>
                  <a:lnTo>
                    <a:pt x="7988426" y="465311"/>
                  </a:lnTo>
                  <a:lnTo>
                    <a:pt x="8015635" y="463871"/>
                  </a:lnTo>
                  <a:lnTo>
                    <a:pt x="8028923" y="463236"/>
                  </a:lnTo>
                  <a:lnTo>
                    <a:pt x="8032675" y="463073"/>
                  </a:lnTo>
                  <a:lnTo>
                    <a:pt x="8032819" y="463068"/>
                  </a:lnTo>
                  <a:lnTo>
                    <a:pt x="8554953" y="463068"/>
                  </a:lnTo>
                  <a:lnTo>
                    <a:pt x="8554953" y="451773"/>
                  </a:lnTo>
                  <a:lnTo>
                    <a:pt x="8032819" y="451773"/>
                  </a:lnTo>
                  <a:lnTo>
                    <a:pt x="8031597" y="451824"/>
                  </a:lnTo>
                  <a:lnTo>
                    <a:pt x="8023600" y="452189"/>
                  </a:lnTo>
                  <a:lnTo>
                    <a:pt x="8003581" y="453196"/>
                  </a:lnTo>
                  <a:lnTo>
                    <a:pt x="7968150" y="455175"/>
                  </a:lnTo>
                  <a:lnTo>
                    <a:pt x="7916069" y="458418"/>
                  </a:lnTo>
                  <a:lnTo>
                    <a:pt x="7848330" y="463147"/>
                  </a:lnTo>
                  <a:lnTo>
                    <a:pt x="7767802" y="469494"/>
                  </a:lnTo>
                  <a:lnTo>
                    <a:pt x="7678524" y="477504"/>
                  </a:lnTo>
                  <a:lnTo>
                    <a:pt x="7584854" y="487159"/>
                  </a:lnTo>
                  <a:lnTo>
                    <a:pt x="7490740" y="498422"/>
                  </a:lnTo>
                  <a:lnTo>
                    <a:pt x="7399271" y="511267"/>
                  </a:lnTo>
                  <a:lnTo>
                    <a:pt x="7312525" y="525714"/>
                  </a:lnTo>
                  <a:lnTo>
                    <a:pt x="7231632" y="541842"/>
                  </a:lnTo>
                  <a:lnTo>
                    <a:pt x="7156953" y="559796"/>
                  </a:lnTo>
                  <a:lnTo>
                    <a:pt x="7088296" y="579794"/>
                  </a:lnTo>
                  <a:lnTo>
                    <a:pt x="7025097" y="602115"/>
                  </a:lnTo>
                  <a:lnTo>
                    <a:pt x="6966575" y="627091"/>
                  </a:lnTo>
                  <a:lnTo>
                    <a:pt x="6911846" y="655083"/>
                  </a:lnTo>
                  <a:lnTo>
                    <a:pt x="6860005" y="686441"/>
                  </a:lnTo>
                  <a:lnTo>
                    <a:pt x="6810202" y="721436"/>
                  </a:lnTo>
                  <a:lnTo>
                    <a:pt x="6786527" y="739779"/>
                  </a:lnTo>
                  <a:lnTo>
                    <a:pt x="6742513" y="776725"/>
                  </a:lnTo>
                  <a:lnTo>
                    <a:pt x="6698927" y="816859"/>
                  </a:lnTo>
                  <a:lnTo>
                    <a:pt x="6655425" y="860239"/>
                  </a:lnTo>
                  <a:lnTo>
                    <a:pt x="6611750" y="906851"/>
                  </a:lnTo>
                  <a:lnTo>
                    <a:pt x="6567729" y="956597"/>
                  </a:lnTo>
                  <a:lnTo>
                    <a:pt x="6523256" y="1009289"/>
                  </a:lnTo>
                  <a:lnTo>
                    <a:pt x="6478291" y="1064645"/>
                  </a:lnTo>
                  <a:lnTo>
                    <a:pt x="6432848" y="1122292"/>
                  </a:lnTo>
                  <a:lnTo>
                    <a:pt x="6386993" y="1181773"/>
                  </a:lnTo>
                  <a:lnTo>
                    <a:pt x="6340829" y="1242561"/>
                  </a:lnTo>
                  <a:lnTo>
                    <a:pt x="6294490" y="1304076"/>
                  </a:lnTo>
                  <a:lnTo>
                    <a:pt x="6248121" y="1365707"/>
                  </a:lnTo>
                  <a:lnTo>
                    <a:pt x="6201874" y="1426842"/>
                  </a:lnTo>
                  <a:lnTo>
                    <a:pt x="6155888" y="1486884"/>
                  </a:lnTo>
                  <a:lnTo>
                    <a:pt x="6110279" y="1545286"/>
                  </a:lnTo>
                  <a:lnTo>
                    <a:pt x="6065127" y="1601561"/>
                  </a:lnTo>
                  <a:lnTo>
                    <a:pt x="6020468" y="1655303"/>
                  </a:lnTo>
                  <a:lnTo>
                    <a:pt x="5976284" y="1706195"/>
                  </a:lnTo>
                  <a:lnTo>
                    <a:pt x="5932495" y="1754014"/>
                  </a:lnTo>
                  <a:lnTo>
                    <a:pt x="5888953" y="1798628"/>
                  </a:lnTo>
                  <a:lnTo>
                    <a:pt x="5845434" y="1839991"/>
                  </a:lnTo>
                  <a:lnTo>
                    <a:pt x="5801629" y="1878137"/>
                  </a:lnTo>
                  <a:lnTo>
                    <a:pt x="5784835" y="1891802"/>
                  </a:lnTo>
                  <a:lnTo>
                    <a:pt x="5735753" y="1928607"/>
                  </a:lnTo>
                  <a:lnTo>
                    <a:pt x="5685002" y="1961707"/>
                  </a:lnTo>
                  <a:lnTo>
                    <a:pt x="5631787" y="1991293"/>
                  </a:lnTo>
                  <a:lnTo>
                    <a:pt x="5575221" y="2017688"/>
                  </a:lnTo>
                  <a:lnTo>
                    <a:pt x="5514400" y="2041255"/>
                  </a:lnTo>
                  <a:lnTo>
                    <a:pt x="5448480" y="2062343"/>
                  </a:lnTo>
                  <a:lnTo>
                    <a:pt x="5376777" y="2081259"/>
                  </a:lnTo>
                  <a:lnTo>
                    <a:pt x="5298897" y="2098251"/>
                  </a:lnTo>
                  <a:lnTo>
                    <a:pt x="5214904" y="2113500"/>
                  </a:lnTo>
                  <a:lnTo>
                    <a:pt x="5125532" y="2127118"/>
                  </a:lnTo>
                  <a:lnTo>
                    <a:pt x="5032379" y="2139150"/>
                  </a:lnTo>
                  <a:lnTo>
                    <a:pt x="4938046" y="2149591"/>
                  </a:lnTo>
                  <a:lnTo>
                    <a:pt x="4846102" y="2158404"/>
                  </a:lnTo>
                  <a:lnTo>
                    <a:pt x="4760780" y="2165557"/>
                  </a:lnTo>
                  <a:lnTo>
                    <a:pt x="4686379" y="2171062"/>
                  </a:lnTo>
                  <a:lnTo>
                    <a:pt x="4626440" y="2175004"/>
                  </a:lnTo>
                  <a:lnTo>
                    <a:pt x="4582936" y="2177564"/>
                  </a:lnTo>
                  <a:lnTo>
                    <a:pt x="4555727" y="2179004"/>
                  </a:lnTo>
                  <a:lnTo>
                    <a:pt x="4542439" y="2179639"/>
                  </a:lnTo>
                  <a:lnTo>
                    <a:pt x="4538687" y="2179802"/>
                  </a:lnTo>
                  <a:lnTo>
                    <a:pt x="4538543" y="2179808"/>
                  </a:lnTo>
                  <a:lnTo>
                    <a:pt x="4016409" y="2179808"/>
                  </a:lnTo>
                  <a:lnTo>
                    <a:pt x="4015213" y="2179745"/>
                  </a:lnTo>
                  <a:lnTo>
                    <a:pt x="4007384" y="2179295"/>
                  </a:lnTo>
                  <a:lnTo>
                    <a:pt x="3987771" y="2178053"/>
                  </a:lnTo>
                  <a:lnTo>
                    <a:pt x="3953019" y="2175611"/>
                  </a:lnTo>
                  <a:lnTo>
                    <a:pt x="3901865" y="2171608"/>
                  </a:lnTo>
                  <a:lnTo>
                    <a:pt x="3835206" y="2165765"/>
                  </a:lnTo>
                  <a:lnTo>
                    <a:pt x="3755790" y="2157917"/>
                  </a:lnTo>
                  <a:lnTo>
                    <a:pt x="3667531" y="2148003"/>
                  </a:lnTo>
                  <a:lnTo>
                    <a:pt x="3574698" y="2136040"/>
                  </a:lnTo>
                  <a:lnTo>
                    <a:pt x="3481194" y="2122077"/>
                  </a:lnTo>
                  <a:lnTo>
                    <a:pt x="3390108" y="2106145"/>
                  </a:lnTo>
                  <a:lnTo>
                    <a:pt x="3303547" y="2088227"/>
                  </a:lnTo>
                  <a:lnTo>
                    <a:pt x="3222689" y="2068233"/>
                  </a:lnTo>
                  <a:lnTo>
                    <a:pt x="3147949" y="2045990"/>
                  </a:lnTo>
                  <a:lnTo>
                    <a:pt x="3079181" y="2021237"/>
                  </a:lnTo>
                  <a:lnTo>
                    <a:pt x="3015865" y="1993640"/>
                  </a:lnTo>
                  <a:lnTo>
                    <a:pt x="2957257" y="1962794"/>
                  </a:lnTo>
                  <a:lnTo>
                    <a:pt x="2902497" y="1928255"/>
                  </a:lnTo>
                  <a:lnTo>
                    <a:pt x="2850699" y="1889586"/>
                  </a:lnTo>
                  <a:lnTo>
                    <a:pt x="2801021" y="1846434"/>
                  </a:lnTo>
                  <a:lnTo>
                    <a:pt x="2770117" y="1816506"/>
                  </a:lnTo>
                  <a:lnTo>
                    <a:pt x="2729165" y="1773291"/>
                  </a:lnTo>
                  <a:lnTo>
                    <a:pt x="2688606" y="1726606"/>
                  </a:lnTo>
                  <a:lnTo>
                    <a:pt x="2648154" y="1676382"/>
                  </a:lnTo>
                  <a:lnTo>
                    <a:pt x="2607594" y="1622619"/>
                  </a:lnTo>
                  <a:lnTo>
                    <a:pt x="2566769" y="1565397"/>
                  </a:lnTo>
                  <a:lnTo>
                    <a:pt x="2525578" y="1504876"/>
                  </a:lnTo>
                  <a:lnTo>
                    <a:pt x="2483969" y="1441306"/>
                  </a:lnTo>
                  <a:lnTo>
                    <a:pt x="2441934" y="1375023"/>
                  </a:lnTo>
                  <a:lnTo>
                    <a:pt x="2399506" y="1306449"/>
                  </a:lnTo>
                  <a:lnTo>
                    <a:pt x="2356751" y="1236078"/>
                  </a:lnTo>
                  <a:lnTo>
                    <a:pt x="2313761" y="1164466"/>
                  </a:lnTo>
                  <a:lnTo>
                    <a:pt x="2270647" y="1092211"/>
                  </a:lnTo>
                  <a:lnTo>
                    <a:pt x="2227529" y="1019937"/>
                  </a:lnTo>
                  <a:lnTo>
                    <a:pt x="2184527" y="948265"/>
                  </a:lnTo>
                  <a:lnTo>
                    <a:pt x="2141754" y="877798"/>
                  </a:lnTo>
                  <a:lnTo>
                    <a:pt x="2099303" y="809094"/>
                  </a:lnTo>
                  <a:lnTo>
                    <a:pt x="2057242" y="742652"/>
                  </a:lnTo>
                  <a:lnTo>
                    <a:pt x="2015605" y="678898"/>
                  </a:lnTo>
                  <a:lnTo>
                    <a:pt x="1974388" y="618174"/>
                  </a:lnTo>
                  <a:lnTo>
                    <a:pt x="1933542" y="560735"/>
                  </a:lnTo>
                  <a:lnTo>
                    <a:pt x="1892969" y="506749"/>
                  </a:lnTo>
                  <a:lnTo>
                    <a:pt x="1852517" y="456298"/>
                  </a:lnTo>
                  <a:lnTo>
                    <a:pt x="1811972" y="409388"/>
                  </a:lnTo>
                  <a:lnTo>
                    <a:pt x="1771055" y="365956"/>
                  </a:lnTo>
                  <a:lnTo>
                    <a:pt x="1768425" y="363301"/>
                  </a:lnTo>
                  <a:lnTo>
                    <a:pt x="1719709" y="317198"/>
                  </a:lnTo>
                  <a:lnTo>
                    <a:pt x="1669354" y="275701"/>
                  </a:lnTo>
                  <a:lnTo>
                    <a:pt x="1616584" y="238577"/>
                  </a:lnTo>
                  <a:lnTo>
                    <a:pt x="1560532" y="205429"/>
                  </a:lnTo>
                  <a:lnTo>
                    <a:pt x="1500312" y="175810"/>
                  </a:lnTo>
                  <a:lnTo>
                    <a:pt x="1435097" y="149288"/>
                  </a:lnTo>
                  <a:lnTo>
                    <a:pt x="1364208" y="125480"/>
                  </a:lnTo>
                  <a:lnTo>
                    <a:pt x="1287242" y="104077"/>
                  </a:lnTo>
                  <a:lnTo>
                    <a:pt x="1204233" y="84851"/>
                  </a:lnTo>
                  <a:lnTo>
                    <a:pt x="1115850" y="67660"/>
                  </a:lnTo>
                  <a:lnTo>
                    <a:pt x="1023592" y="52440"/>
                  </a:lnTo>
                  <a:lnTo>
                    <a:pt x="929925" y="39197"/>
                  </a:lnTo>
                  <a:lnTo>
                    <a:pt x="838267" y="27972"/>
                  </a:lnTo>
                  <a:lnTo>
                    <a:pt x="752722" y="18808"/>
                  </a:lnTo>
                  <a:lnTo>
                    <a:pt x="677522" y="11698"/>
                  </a:lnTo>
                  <a:lnTo>
                    <a:pt x="616251" y="6548"/>
                  </a:lnTo>
                  <a:lnTo>
                    <a:pt x="571050" y="3148"/>
                  </a:lnTo>
                  <a:lnTo>
                    <a:pt x="542047" y="1186"/>
                  </a:lnTo>
                  <a:lnTo>
                    <a:pt x="527193" y="279"/>
                  </a:lnTo>
                  <a:lnTo>
                    <a:pt x="522449" y="16"/>
                  </a:lnTo>
                  <a:lnTo>
                    <a:pt x="5221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582" name="pl582"/>
            <p:cNvSpPr/>
            <p:nvPr/>
          </p:nvSpPr>
          <p:spPr>
            <a:xfrm>
              <a:off x="386606" y="2772400"/>
              <a:ext cx="8554953" cy="2179808"/>
            </a:xfrm>
            <a:custGeom>
              <a:avLst/>
              <a:pathLst>
                <a:path w="8554953" h="2179808">
                  <a:moveTo>
                    <a:pt x="0" y="0"/>
                  </a:moveTo>
                  <a:lnTo>
                    <a:pt x="522133" y="0"/>
                  </a:lnTo>
                  <a:lnTo>
                    <a:pt x="523329" y="62"/>
                  </a:lnTo>
                  <a:lnTo>
                    <a:pt x="531158" y="512"/>
                  </a:lnTo>
                  <a:lnTo>
                    <a:pt x="550771" y="1754"/>
                  </a:lnTo>
                  <a:lnTo>
                    <a:pt x="585523" y="4196"/>
                  </a:lnTo>
                  <a:lnTo>
                    <a:pt x="636678" y="8199"/>
                  </a:lnTo>
                  <a:lnTo>
                    <a:pt x="703336" y="14042"/>
                  </a:lnTo>
                  <a:lnTo>
                    <a:pt x="782752" y="21890"/>
                  </a:lnTo>
                  <a:lnTo>
                    <a:pt x="871011" y="31804"/>
                  </a:lnTo>
                  <a:lnTo>
                    <a:pt x="963844" y="43767"/>
                  </a:lnTo>
                  <a:lnTo>
                    <a:pt x="1057348" y="57730"/>
                  </a:lnTo>
                  <a:lnTo>
                    <a:pt x="1148434" y="73662"/>
                  </a:lnTo>
                  <a:lnTo>
                    <a:pt x="1234995" y="91580"/>
                  </a:lnTo>
                  <a:lnTo>
                    <a:pt x="1315853" y="111574"/>
                  </a:lnTo>
                  <a:lnTo>
                    <a:pt x="1390593" y="133818"/>
                  </a:lnTo>
                  <a:lnTo>
                    <a:pt x="1459361" y="158570"/>
                  </a:lnTo>
                  <a:lnTo>
                    <a:pt x="1522677" y="186167"/>
                  </a:lnTo>
                  <a:lnTo>
                    <a:pt x="1581285" y="217013"/>
                  </a:lnTo>
                  <a:lnTo>
                    <a:pt x="1636045" y="251552"/>
                  </a:lnTo>
                  <a:lnTo>
                    <a:pt x="1687843" y="290221"/>
                  </a:lnTo>
                  <a:lnTo>
                    <a:pt x="1737521" y="333373"/>
                  </a:lnTo>
                  <a:lnTo>
                    <a:pt x="1768425" y="363301"/>
                  </a:lnTo>
                  <a:lnTo>
                    <a:pt x="1809377" y="406516"/>
                  </a:lnTo>
                  <a:lnTo>
                    <a:pt x="1849937" y="453201"/>
                  </a:lnTo>
                  <a:lnTo>
                    <a:pt x="1890388" y="503425"/>
                  </a:lnTo>
                  <a:lnTo>
                    <a:pt x="1930948" y="557188"/>
                  </a:lnTo>
                  <a:lnTo>
                    <a:pt x="1971773" y="614410"/>
                  </a:lnTo>
                  <a:lnTo>
                    <a:pt x="2012964" y="674931"/>
                  </a:lnTo>
                  <a:lnTo>
                    <a:pt x="2054573" y="738501"/>
                  </a:lnTo>
                  <a:lnTo>
                    <a:pt x="2096608" y="804784"/>
                  </a:lnTo>
                  <a:lnTo>
                    <a:pt x="2139036" y="873358"/>
                  </a:lnTo>
                  <a:lnTo>
                    <a:pt x="2181791" y="943729"/>
                  </a:lnTo>
                  <a:lnTo>
                    <a:pt x="2224781" y="1015341"/>
                  </a:lnTo>
                  <a:lnTo>
                    <a:pt x="2267896" y="1087596"/>
                  </a:lnTo>
                  <a:lnTo>
                    <a:pt x="2311014" y="1159870"/>
                  </a:lnTo>
                  <a:lnTo>
                    <a:pt x="2354015" y="1231542"/>
                  </a:lnTo>
                  <a:lnTo>
                    <a:pt x="2396788" y="1302009"/>
                  </a:lnTo>
                  <a:lnTo>
                    <a:pt x="2439239" y="1370713"/>
                  </a:lnTo>
                  <a:lnTo>
                    <a:pt x="2481301" y="1437155"/>
                  </a:lnTo>
                  <a:lnTo>
                    <a:pt x="2522937" y="1500909"/>
                  </a:lnTo>
                  <a:lnTo>
                    <a:pt x="2564154" y="1561633"/>
                  </a:lnTo>
                  <a:lnTo>
                    <a:pt x="2605000" y="1619072"/>
                  </a:lnTo>
                  <a:lnTo>
                    <a:pt x="2645573" y="1673058"/>
                  </a:lnTo>
                  <a:lnTo>
                    <a:pt x="2686025" y="1723509"/>
                  </a:lnTo>
                  <a:lnTo>
                    <a:pt x="2726570" y="1770419"/>
                  </a:lnTo>
                  <a:lnTo>
                    <a:pt x="2767487" y="1813852"/>
                  </a:lnTo>
                  <a:lnTo>
                    <a:pt x="2770117" y="1816506"/>
                  </a:lnTo>
                  <a:lnTo>
                    <a:pt x="2818833" y="1862609"/>
                  </a:lnTo>
                  <a:lnTo>
                    <a:pt x="2869188" y="1904106"/>
                  </a:lnTo>
                  <a:lnTo>
                    <a:pt x="2921958" y="1941230"/>
                  </a:lnTo>
                  <a:lnTo>
                    <a:pt x="2978010" y="1974378"/>
                  </a:lnTo>
                  <a:lnTo>
                    <a:pt x="3038230" y="2003997"/>
                  </a:lnTo>
                  <a:lnTo>
                    <a:pt x="3103445" y="2030519"/>
                  </a:lnTo>
                  <a:lnTo>
                    <a:pt x="3174334" y="2054327"/>
                  </a:lnTo>
                  <a:lnTo>
                    <a:pt x="3251300" y="2075730"/>
                  </a:lnTo>
                  <a:lnTo>
                    <a:pt x="3334309" y="2094956"/>
                  </a:lnTo>
                  <a:lnTo>
                    <a:pt x="3422692" y="2112147"/>
                  </a:lnTo>
                  <a:lnTo>
                    <a:pt x="3514950" y="2127367"/>
                  </a:lnTo>
                  <a:lnTo>
                    <a:pt x="3608617" y="2140610"/>
                  </a:lnTo>
                  <a:lnTo>
                    <a:pt x="3700275" y="2151835"/>
                  </a:lnTo>
                  <a:lnTo>
                    <a:pt x="3785820" y="2160999"/>
                  </a:lnTo>
                  <a:lnTo>
                    <a:pt x="3861020" y="2168109"/>
                  </a:lnTo>
                  <a:lnTo>
                    <a:pt x="3922291" y="2173259"/>
                  </a:lnTo>
                  <a:lnTo>
                    <a:pt x="3967492" y="2176659"/>
                  </a:lnTo>
                  <a:lnTo>
                    <a:pt x="3996496" y="2178621"/>
                  </a:lnTo>
                  <a:lnTo>
                    <a:pt x="4011349" y="2179528"/>
                  </a:lnTo>
                  <a:lnTo>
                    <a:pt x="4016093" y="2179791"/>
                  </a:lnTo>
                  <a:lnTo>
                    <a:pt x="4016409" y="2179808"/>
                  </a:lnTo>
                  <a:lnTo>
                    <a:pt x="4538543" y="2179808"/>
                  </a:lnTo>
                  <a:lnTo>
                    <a:pt x="4539765" y="2179757"/>
                  </a:lnTo>
                  <a:lnTo>
                    <a:pt x="4547762" y="2179392"/>
                  </a:lnTo>
                  <a:lnTo>
                    <a:pt x="4567781" y="2178385"/>
                  </a:lnTo>
                  <a:lnTo>
                    <a:pt x="4603212" y="2176406"/>
                  </a:lnTo>
                  <a:lnTo>
                    <a:pt x="4655293" y="2173163"/>
                  </a:lnTo>
                  <a:lnTo>
                    <a:pt x="4723032" y="2168433"/>
                  </a:lnTo>
                  <a:lnTo>
                    <a:pt x="4803560" y="2162086"/>
                  </a:lnTo>
                  <a:lnTo>
                    <a:pt x="4892838" y="2154077"/>
                  </a:lnTo>
                  <a:lnTo>
                    <a:pt x="4986508" y="2144422"/>
                  </a:lnTo>
                  <a:lnTo>
                    <a:pt x="5080622" y="2133159"/>
                  </a:lnTo>
                  <a:lnTo>
                    <a:pt x="5172091" y="2120314"/>
                  </a:lnTo>
                  <a:lnTo>
                    <a:pt x="5258837" y="2105866"/>
                  </a:lnTo>
                  <a:lnTo>
                    <a:pt x="5339730" y="2089739"/>
                  </a:lnTo>
                  <a:lnTo>
                    <a:pt x="5414408" y="2071785"/>
                  </a:lnTo>
                  <a:lnTo>
                    <a:pt x="5483066" y="2051787"/>
                  </a:lnTo>
                  <a:lnTo>
                    <a:pt x="5546265" y="2029466"/>
                  </a:lnTo>
                  <a:lnTo>
                    <a:pt x="5604787" y="2004490"/>
                  </a:lnTo>
                  <a:lnTo>
                    <a:pt x="5659516" y="1976498"/>
                  </a:lnTo>
                  <a:lnTo>
                    <a:pt x="5711357" y="1945139"/>
                  </a:lnTo>
                  <a:lnTo>
                    <a:pt x="5761160" y="1910144"/>
                  </a:lnTo>
                  <a:lnTo>
                    <a:pt x="5784835" y="1891802"/>
                  </a:lnTo>
                  <a:lnTo>
                    <a:pt x="5828849" y="1854855"/>
                  </a:lnTo>
                  <a:lnTo>
                    <a:pt x="5872435" y="1814722"/>
                  </a:lnTo>
                  <a:lnTo>
                    <a:pt x="5915937" y="1771342"/>
                  </a:lnTo>
                  <a:lnTo>
                    <a:pt x="5959612" y="1724730"/>
                  </a:lnTo>
                  <a:lnTo>
                    <a:pt x="6003633" y="1674983"/>
                  </a:lnTo>
                  <a:lnTo>
                    <a:pt x="6048106" y="1622292"/>
                  </a:lnTo>
                  <a:lnTo>
                    <a:pt x="6093071" y="1566936"/>
                  </a:lnTo>
                  <a:lnTo>
                    <a:pt x="6138514" y="1509289"/>
                  </a:lnTo>
                  <a:lnTo>
                    <a:pt x="6184369" y="1449808"/>
                  </a:lnTo>
                  <a:lnTo>
                    <a:pt x="6230532" y="1389020"/>
                  </a:lnTo>
                  <a:lnTo>
                    <a:pt x="6276872" y="1327505"/>
                  </a:lnTo>
                  <a:lnTo>
                    <a:pt x="6323241" y="1265873"/>
                  </a:lnTo>
                  <a:lnTo>
                    <a:pt x="6369488" y="1204739"/>
                  </a:lnTo>
                  <a:lnTo>
                    <a:pt x="6415474" y="1144696"/>
                  </a:lnTo>
                  <a:lnTo>
                    <a:pt x="6461083" y="1086295"/>
                  </a:lnTo>
                  <a:lnTo>
                    <a:pt x="6506235" y="1030020"/>
                  </a:lnTo>
                  <a:lnTo>
                    <a:pt x="6550894" y="976278"/>
                  </a:lnTo>
                  <a:lnTo>
                    <a:pt x="6595078" y="925385"/>
                  </a:lnTo>
                  <a:lnTo>
                    <a:pt x="6638867" y="877566"/>
                  </a:lnTo>
                  <a:lnTo>
                    <a:pt x="6682409" y="832953"/>
                  </a:lnTo>
                  <a:lnTo>
                    <a:pt x="6725928" y="791589"/>
                  </a:lnTo>
                  <a:lnTo>
                    <a:pt x="6769733" y="753444"/>
                  </a:lnTo>
                  <a:lnTo>
                    <a:pt x="6786527" y="739779"/>
                  </a:lnTo>
                  <a:lnTo>
                    <a:pt x="6835609" y="702974"/>
                  </a:lnTo>
                  <a:lnTo>
                    <a:pt x="6886360" y="669874"/>
                  </a:lnTo>
                  <a:lnTo>
                    <a:pt x="6939575" y="640287"/>
                  </a:lnTo>
                  <a:lnTo>
                    <a:pt x="6996141" y="613892"/>
                  </a:lnTo>
                  <a:lnTo>
                    <a:pt x="7056962" y="590326"/>
                  </a:lnTo>
                  <a:lnTo>
                    <a:pt x="7122882" y="569238"/>
                  </a:lnTo>
                  <a:lnTo>
                    <a:pt x="7194585" y="550322"/>
                  </a:lnTo>
                  <a:lnTo>
                    <a:pt x="7272465" y="533330"/>
                  </a:lnTo>
                  <a:lnTo>
                    <a:pt x="7356458" y="518081"/>
                  </a:lnTo>
                  <a:lnTo>
                    <a:pt x="7445830" y="504463"/>
                  </a:lnTo>
                  <a:lnTo>
                    <a:pt x="7538983" y="492431"/>
                  </a:lnTo>
                  <a:lnTo>
                    <a:pt x="7633315" y="481990"/>
                  </a:lnTo>
                  <a:lnTo>
                    <a:pt x="7725260" y="473177"/>
                  </a:lnTo>
                  <a:lnTo>
                    <a:pt x="7810582" y="466024"/>
                  </a:lnTo>
                  <a:lnTo>
                    <a:pt x="7884983" y="460519"/>
                  </a:lnTo>
                  <a:lnTo>
                    <a:pt x="7944922" y="456576"/>
                  </a:lnTo>
                  <a:lnTo>
                    <a:pt x="7988426" y="454016"/>
                  </a:lnTo>
                  <a:lnTo>
                    <a:pt x="8015635" y="452577"/>
                  </a:lnTo>
                  <a:lnTo>
                    <a:pt x="8028923" y="451942"/>
                  </a:lnTo>
                  <a:lnTo>
                    <a:pt x="8032675" y="451779"/>
                  </a:lnTo>
                  <a:lnTo>
                    <a:pt x="8032819" y="451773"/>
                  </a:lnTo>
                  <a:lnTo>
                    <a:pt x="8554953" y="451773"/>
                  </a:lnTo>
                  <a:lnTo>
                    <a:pt x="8554953" y="451773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583" name="pl583"/>
            <p:cNvSpPr/>
            <p:nvPr/>
          </p:nvSpPr>
          <p:spPr>
            <a:xfrm>
              <a:off x="386606" y="2761106"/>
              <a:ext cx="8554953" cy="2179808"/>
            </a:xfrm>
            <a:custGeom>
              <a:avLst/>
              <a:pathLst>
                <a:path w="8554953" h="2179808">
                  <a:moveTo>
                    <a:pt x="8554953" y="451773"/>
                  </a:moveTo>
                  <a:lnTo>
                    <a:pt x="8032819" y="451773"/>
                  </a:lnTo>
                  <a:lnTo>
                    <a:pt x="8031597" y="451824"/>
                  </a:lnTo>
                  <a:lnTo>
                    <a:pt x="8023600" y="452189"/>
                  </a:lnTo>
                  <a:lnTo>
                    <a:pt x="8003581" y="453196"/>
                  </a:lnTo>
                  <a:lnTo>
                    <a:pt x="7968150" y="455175"/>
                  </a:lnTo>
                  <a:lnTo>
                    <a:pt x="7916069" y="458418"/>
                  </a:lnTo>
                  <a:lnTo>
                    <a:pt x="7848330" y="463147"/>
                  </a:lnTo>
                  <a:lnTo>
                    <a:pt x="7767802" y="469494"/>
                  </a:lnTo>
                  <a:lnTo>
                    <a:pt x="7678524" y="477504"/>
                  </a:lnTo>
                  <a:lnTo>
                    <a:pt x="7584854" y="487159"/>
                  </a:lnTo>
                  <a:lnTo>
                    <a:pt x="7490740" y="498422"/>
                  </a:lnTo>
                  <a:lnTo>
                    <a:pt x="7399271" y="511267"/>
                  </a:lnTo>
                  <a:lnTo>
                    <a:pt x="7312525" y="525714"/>
                  </a:lnTo>
                  <a:lnTo>
                    <a:pt x="7231632" y="541842"/>
                  </a:lnTo>
                  <a:lnTo>
                    <a:pt x="7156953" y="559796"/>
                  </a:lnTo>
                  <a:lnTo>
                    <a:pt x="7088296" y="579794"/>
                  </a:lnTo>
                  <a:lnTo>
                    <a:pt x="7025097" y="602115"/>
                  </a:lnTo>
                  <a:lnTo>
                    <a:pt x="6966575" y="627091"/>
                  </a:lnTo>
                  <a:lnTo>
                    <a:pt x="6911846" y="655083"/>
                  </a:lnTo>
                  <a:lnTo>
                    <a:pt x="6860005" y="686441"/>
                  </a:lnTo>
                  <a:lnTo>
                    <a:pt x="6810202" y="721436"/>
                  </a:lnTo>
                  <a:lnTo>
                    <a:pt x="6786527" y="739779"/>
                  </a:lnTo>
                  <a:lnTo>
                    <a:pt x="6742513" y="776725"/>
                  </a:lnTo>
                  <a:lnTo>
                    <a:pt x="6698927" y="816859"/>
                  </a:lnTo>
                  <a:lnTo>
                    <a:pt x="6655425" y="860239"/>
                  </a:lnTo>
                  <a:lnTo>
                    <a:pt x="6611750" y="906851"/>
                  </a:lnTo>
                  <a:lnTo>
                    <a:pt x="6567729" y="956597"/>
                  </a:lnTo>
                  <a:lnTo>
                    <a:pt x="6523256" y="1009289"/>
                  </a:lnTo>
                  <a:lnTo>
                    <a:pt x="6478291" y="1064645"/>
                  </a:lnTo>
                  <a:lnTo>
                    <a:pt x="6432848" y="1122292"/>
                  </a:lnTo>
                  <a:lnTo>
                    <a:pt x="6386993" y="1181773"/>
                  </a:lnTo>
                  <a:lnTo>
                    <a:pt x="6340829" y="1242561"/>
                  </a:lnTo>
                  <a:lnTo>
                    <a:pt x="6294490" y="1304076"/>
                  </a:lnTo>
                  <a:lnTo>
                    <a:pt x="6248121" y="1365707"/>
                  </a:lnTo>
                  <a:lnTo>
                    <a:pt x="6201874" y="1426842"/>
                  </a:lnTo>
                  <a:lnTo>
                    <a:pt x="6155888" y="1486884"/>
                  </a:lnTo>
                  <a:lnTo>
                    <a:pt x="6110279" y="1545286"/>
                  </a:lnTo>
                  <a:lnTo>
                    <a:pt x="6065127" y="1601561"/>
                  </a:lnTo>
                  <a:lnTo>
                    <a:pt x="6020468" y="1655303"/>
                  </a:lnTo>
                  <a:lnTo>
                    <a:pt x="5976284" y="1706195"/>
                  </a:lnTo>
                  <a:lnTo>
                    <a:pt x="5932495" y="1754014"/>
                  </a:lnTo>
                  <a:lnTo>
                    <a:pt x="5888953" y="1798628"/>
                  </a:lnTo>
                  <a:lnTo>
                    <a:pt x="5845434" y="1839991"/>
                  </a:lnTo>
                  <a:lnTo>
                    <a:pt x="5801629" y="1878137"/>
                  </a:lnTo>
                  <a:lnTo>
                    <a:pt x="5784835" y="1891802"/>
                  </a:lnTo>
                  <a:lnTo>
                    <a:pt x="5735753" y="1928607"/>
                  </a:lnTo>
                  <a:lnTo>
                    <a:pt x="5685002" y="1961707"/>
                  </a:lnTo>
                  <a:lnTo>
                    <a:pt x="5631787" y="1991293"/>
                  </a:lnTo>
                  <a:lnTo>
                    <a:pt x="5575221" y="2017688"/>
                  </a:lnTo>
                  <a:lnTo>
                    <a:pt x="5514400" y="2041255"/>
                  </a:lnTo>
                  <a:lnTo>
                    <a:pt x="5448480" y="2062343"/>
                  </a:lnTo>
                  <a:lnTo>
                    <a:pt x="5376777" y="2081259"/>
                  </a:lnTo>
                  <a:lnTo>
                    <a:pt x="5298897" y="2098251"/>
                  </a:lnTo>
                  <a:lnTo>
                    <a:pt x="5214904" y="2113500"/>
                  </a:lnTo>
                  <a:lnTo>
                    <a:pt x="5125532" y="2127118"/>
                  </a:lnTo>
                  <a:lnTo>
                    <a:pt x="5032379" y="2139150"/>
                  </a:lnTo>
                  <a:lnTo>
                    <a:pt x="4938046" y="2149591"/>
                  </a:lnTo>
                  <a:lnTo>
                    <a:pt x="4846102" y="2158404"/>
                  </a:lnTo>
                  <a:lnTo>
                    <a:pt x="4760780" y="2165557"/>
                  </a:lnTo>
                  <a:lnTo>
                    <a:pt x="4686379" y="2171062"/>
                  </a:lnTo>
                  <a:lnTo>
                    <a:pt x="4626440" y="2175004"/>
                  </a:lnTo>
                  <a:lnTo>
                    <a:pt x="4582936" y="2177564"/>
                  </a:lnTo>
                  <a:lnTo>
                    <a:pt x="4555727" y="2179004"/>
                  </a:lnTo>
                  <a:lnTo>
                    <a:pt x="4542439" y="2179639"/>
                  </a:lnTo>
                  <a:lnTo>
                    <a:pt x="4538687" y="2179802"/>
                  </a:lnTo>
                  <a:lnTo>
                    <a:pt x="4538543" y="2179808"/>
                  </a:lnTo>
                  <a:lnTo>
                    <a:pt x="4016409" y="2179808"/>
                  </a:lnTo>
                  <a:lnTo>
                    <a:pt x="4015213" y="2179745"/>
                  </a:lnTo>
                  <a:lnTo>
                    <a:pt x="4007384" y="2179295"/>
                  </a:lnTo>
                  <a:lnTo>
                    <a:pt x="3987771" y="2178053"/>
                  </a:lnTo>
                  <a:lnTo>
                    <a:pt x="3953019" y="2175611"/>
                  </a:lnTo>
                  <a:lnTo>
                    <a:pt x="3901865" y="2171608"/>
                  </a:lnTo>
                  <a:lnTo>
                    <a:pt x="3835206" y="2165765"/>
                  </a:lnTo>
                  <a:lnTo>
                    <a:pt x="3755790" y="2157917"/>
                  </a:lnTo>
                  <a:lnTo>
                    <a:pt x="3667531" y="2148003"/>
                  </a:lnTo>
                  <a:lnTo>
                    <a:pt x="3574698" y="2136040"/>
                  </a:lnTo>
                  <a:lnTo>
                    <a:pt x="3481194" y="2122077"/>
                  </a:lnTo>
                  <a:lnTo>
                    <a:pt x="3390108" y="2106145"/>
                  </a:lnTo>
                  <a:lnTo>
                    <a:pt x="3303547" y="2088227"/>
                  </a:lnTo>
                  <a:lnTo>
                    <a:pt x="3222689" y="2068233"/>
                  </a:lnTo>
                  <a:lnTo>
                    <a:pt x="3147949" y="2045990"/>
                  </a:lnTo>
                  <a:lnTo>
                    <a:pt x="3079181" y="2021237"/>
                  </a:lnTo>
                  <a:lnTo>
                    <a:pt x="3015865" y="1993640"/>
                  </a:lnTo>
                  <a:lnTo>
                    <a:pt x="2957257" y="1962794"/>
                  </a:lnTo>
                  <a:lnTo>
                    <a:pt x="2902497" y="1928255"/>
                  </a:lnTo>
                  <a:lnTo>
                    <a:pt x="2850699" y="1889586"/>
                  </a:lnTo>
                  <a:lnTo>
                    <a:pt x="2801021" y="1846434"/>
                  </a:lnTo>
                  <a:lnTo>
                    <a:pt x="2770117" y="1816506"/>
                  </a:lnTo>
                  <a:lnTo>
                    <a:pt x="2729165" y="1773291"/>
                  </a:lnTo>
                  <a:lnTo>
                    <a:pt x="2688606" y="1726606"/>
                  </a:lnTo>
                  <a:lnTo>
                    <a:pt x="2648154" y="1676382"/>
                  </a:lnTo>
                  <a:lnTo>
                    <a:pt x="2607594" y="1622619"/>
                  </a:lnTo>
                  <a:lnTo>
                    <a:pt x="2566769" y="1565397"/>
                  </a:lnTo>
                  <a:lnTo>
                    <a:pt x="2525578" y="1504876"/>
                  </a:lnTo>
                  <a:lnTo>
                    <a:pt x="2483969" y="1441306"/>
                  </a:lnTo>
                  <a:lnTo>
                    <a:pt x="2441934" y="1375023"/>
                  </a:lnTo>
                  <a:lnTo>
                    <a:pt x="2399506" y="1306449"/>
                  </a:lnTo>
                  <a:lnTo>
                    <a:pt x="2356751" y="1236078"/>
                  </a:lnTo>
                  <a:lnTo>
                    <a:pt x="2313761" y="1164466"/>
                  </a:lnTo>
                  <a:lnTo>
                    <a:pt x="2270647" y="1092211"/>
                  </a:lnTo>
                  <a:lnTo>
                    <a:pt x="2227529" y="1019937"/>
                  </a:lnTo>
                  <a:lnTo>
                    <a:pt x="2184527" y="948265"/>
                  </a:lnTo>
                  <a:lnTo>
                    <a:pt x="2141754" y="877798"/>
                  </a:lnTo>
                  <a:lnTo>
                    <a:pt x="2099303" y="809094"/>
                  </a:lnTo>
                  <a:lnTo>
                    <a:pt x="2057242" y="742652"/>
                  </a:lnTo>
                  <a:lnTo>
                    <a:pt x="2015605" y="678898"/>
                  </a:lnTo>
                  <a:lnTo>
                    <a:pt x="1974388" y="618174"/>
                  </a:lnTo>
                  <a:lnTo>
                    <a:pt x="1933542" y="560735"/>
                  </a:lnTo>
                  <a:lnTo>
                    <a:pt x="1892969" y="506749"/>
                  </a:lnTo>
                  <a:lnTo>
                    <a:pt x="1852517" y="456298"/>
                  </a:lnTo>
                  <a:lnTo>
                    <a:pt x="1811972" y="409388"/>
                  </a:lnTo>
                  <a:lnTo>
                    <a:pt x="1771055" y="365956"/>
                  </a:lnTo>
                  <a:lnTo>
                    <a:pt x="1768425" y="363301"/>
                  </a:lnTo>
                  <a:lnTo>
                    <a:pt x="1719709" y="317198"/>
                  </a:lnTo>
                  <a:lnTo>
                    <a:pt x="1669354" y="275701"/>
                  </a:lnTo>
                  <a:lnTo>
                    <a:pt x="1616584" y="238577"/>
                  </a:lnTo>
                  <a:lnTo>
                    <a:pt x="1560532" y="205429"/>
                  </a:lnTo>
                  <a:lnTo>
                    <a:pt x="1500312" y="175810"/>
                  </a:lnTo>
                  <a:lnTo>
                    <a:pt x="1435097" y="149288"/>
                  </a:lnTo>
                  <a:lnTo>
                    <a:pt x="1364208" y="125480"/>
                  </a:lnTo>
                  <a:lnTo>
                    <a:pt x="1287242" y="104077"/>
                  </a:lnTo>
                  <a:lnTo>
                    <a:pt x="1204233" y="84851"/>
                  </a:lnTo>
                  <a:lnTo>
                    <a:pt x="1115850" y="67660"/>
                  </a:lnTo>
                  <a:lnTo>
                    <a:pt x="1023592" y="52440"/>
                  </a:lnTo>
                  <a:lnTo>
                    <a:pt x="929925" y="39197"/>
                  </a:lnTo>
                  <a:lnTo>
                    <a:pt x="838267" y="27972"/>
                  </a:lnTo>
                  <a:lnTo>
                    <a:pt x="752722" y="18808"/>
                  </a:lnTo>
                  <a:lnTo>
                    <a:pt x="677522" y="11698"/>
                  </a:lnTo>
                  <a:lnTo>
                    <a:pt x="616251" y="6548"/>
                  </a:lnTo>
                  <a:lnTo>
                    <a:pt x="571050" y="3148"/>
                  </a:lnTo>
                  <a:lnTo>
                    <a:pt x="542047" y="1186"/>
                  </a:lnTo>
                  <a:lnTo>
                    <a:pt x="527193" y="279"/>
                  </a:lnTo>
                  <a:lnTo>
                    <a:pt x="522449" y="16"/>
                  </a:lnTo>
                  <a:lnTo>
                    <a:pt x="522133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584" name="pg584"/>
            <p:cNvSpPr/>
            <p:nvPr/>
          </p:nvSpPr>
          <p:spPr>
            <a:xfrm>
              <a:off x="386606" y="2772400"/>
              <a:ext cx="8554953" cy="2230632"/>
            </a:xfrm>
            <a:custGeom>
              <a:avLst/>
              <a:pathLst>
                <a:path w="8554953" h="2230632">
                  <a:moveTo>
                    <a:pt x="0" y="11294"/>
                  </a:moveTo>
                  <a:lnTo>
                    <a:pt x="522133" y="11294"/>
                  </a:lnTo>
                  <a:lnTo>
                    <a:pt x="523326" y="11358"/>
                  </a:lnTo>
                  <a:lnTo>
                    <a:pt x="531140" y="11814"/>
                  </a:lnTo>
                  <a:lnTo>
                    <a:pt x="550714" y="13077"/>
                  </a:lnTo>
                  <a:lnTo>
                    <a:pt x="585400" y="15557"/>
                  </a:lnTo>
                  <a:lnTo>
                    <a:pt x="636466" y="19624"/>
                  </a:lnTo>
                  <a:lnTo>
                    <a:pt x="703020" y="25561"/>
                  </a:lnTo>
                  <a:lnTo>
                    <a:pt x="782329" y="33536"/>
                  </a:lnTo>
                  <a:lnTo>
                    <a:pt x="870489" y="43612"/>
                  </a:lnTo>
                  <a:lnTo>
                    <a:pt x="963240" y="55770"/>
                  </a:lnTo>
                  <a:lnTo>
                    <a:pt x="1056685" y="69963"/>
                  </a:lnTo>
                  <a:lnTo>
                    <a:pt x="1147733" y="86157"/>
                  </a:lnTo>
                  <a:lnTo>
                    <a:pt x="1234275" y="104369"/>
                  </a:lnTo>
                  <a:lnTo>
                    <a:pt x="1315129" y="124692"/>
                  </a:lnTo>
                  <a:lnTo>
                    <a:pt x="1389875" y="147300"/>
                  </a:lnTo>
                  <a:lnTo>
                    <a:pt x="1458653" y="172454"/>
                  </a:lnTo>
                  <a:lnTo>
                    <a:pt x="1521980" y="200498"/>
                  </a:lnTo>
                  <a:lnTo>
                    <a:pt x="1580597" y="231840"/>
                  </a:lnTo>
                  <a:lnTo>
                    <a:pt x="1635361" y="266929"/>
                  </a:lnTo>
                  <a:lnTo>
                    <a:pt x="1687155" y="306213"/>
                  </a:lnTo>
                  <a:lnTo>
                    <a:pt x="1736822" y="350051"/>
                  </a:lnTo>
                  <a:lnTo>
                    <a:pt x="1768425" y="381184"/>
                  </a:lnTo>
                  <a:lnTo>
                    <a:pt x="1809129" y="424903"/>
                  </a:lnTo>
                  <a:lnTo>
                    <a:pt x="1849442" y="472112"/>
                  </a:lnTo>
                  <a:lnTo>
                    <a:pt x="1889646" y="522879"/>
                  </a:lnTo>
                  <a:lnTo>
                    <a:pt x="1929954" y="577206"/>
                  </a:lnTo>
                  <a:lnTo>
                    <a:pt x="1970521" y="635017"/>
                  </a:lnTo>
                  <a:lnTo>
                    <a:pt x="2011447" y="696150"/>
                  </a:lnTo>
                  <a:lnTo>
                    <a:pt x="2052785" y="760362"/>
                  </a:lnTo>
                  <a:lnTo>
                    <a:pt x="2094545" y="827317"/>
                  </a:lnTo>
                  <a:lnTo>
                    <a:pt x="2136695" y="896600"/>
                  </a:lnTo>
                  <a:lnTo>
                    <a:pt x="2179172" y="967719"/>
                  </a:lnTo>
                  <a:lnTo>
                    <a:pt x="2221888" y="1040122"/>
                  </a:lnTo>
                  <a:lnTo>
                    <a:pt x="2264734" y="1113213"/>
                  </a:lnTo>
                  <a:lnTo>
                    <a:pt x="2307592" y="1186370"/>
                  </a:lnTo>
                  <a:lnTo>
                    <a:pt x="2350345" y="1258969"/>
                  </a:lnTo>
                  <a:lnTo>
                    <a:pt x="2392881" y="1330408"/>
                  </a:lnTo>
                  <a:lnTo>
                    <a:pt x="2435107" y="1400123"/>
                  </a:lnTo>
                  <a:lnTo>
                    <a:pt x="2476952" y="1467608"/>
                  </a:lnTo>
                  <a:lnTo>
                    <a:pt x="2518381" y="1532431"/>
                  </a:lnTo>
                  <a:lnTo>
                    <a:pt x="2559391" y="1594240"/>
                  </a:lnTo>
                  <a:lnTo>
                    <a:pt x="2600027" y="1652770"/>
                  </a:lnTo>
                  <a:lnTo>
                    <a:pt x="2640379" y="1707843"/>
                  </a:lnTo>
                  <a:lnTo>
                    <a:pt x="2680589" y="1759367"/>
                  </a:lnTo>
                  <a:lnTo>
                    <a:pt x="2720859" y="1807325"/>
                  </a:lnTo>
                  <a:lnTo>
                    <a:pt x="2761453" y="1851774"/>
                  </a:lnTo>
                  <a:lnTo>
                    <a:pt x="2770117" y="1860742"/>
                  </a:lnTo>
                  <a:lnTo>
                    <a:pt x="2818797" y="1907650"/>
                  </a:lnTo>
                  <a:lnTo>
                    <a:pt x="2869114" y="1949873"/>
                  </a:lnTo>
                  <a:lnTo>
                    <a:pt x="2921842" y="1987651"/>
                  </a:lnTo>
                  <a:lnTo>
                    <a:pt x="2977845" y="2021386"/>
                  </a:lnTo>
                  <a:lnTo>
                    <a:pt x="3038006" y="2051531"/>
                  </a:lnTo>
                  <a:lnTo>
                    <a:pt x="3103153" y="2078527"/>
                  </a:lnTo>
                  <a:lnTo>
                    <a:pt x="3173964" y="2102761"/>
                  </a:lnTo>
                  <a:lnTo>
                    <a:pt x="3250842" y="2124549"/>
                  </a:lnTo>
                  <a:lnTo>
                    <a:pt x="3333756" y="2144122"/>
                  </a:lnTo>
                  <a:lnTo>
                    <a:pt x="3422044" y="2161627"/>
                  </a:lnTo>
                  <a:lnTo>
                    <a:pt x="3514215" y="2177126"/>
                  </a:lnTo>
                  <a:lnTo>
                    <a:pt x="3607816" y="2190617"/>
                  </a:lnTo>
                  <a:lnTo>
                    <a:pt x="3699444" y="2202056"/>
                  </a:lnTo>
                  <a:lnTo>
                    <a:pt x="3785008" y="2211400"/>
                  </a:lnTo>
                  <a:lnTo>
                    <a:pt x="3860282" y="2218654"/>
                  </a:lnTo>
                  <a:lnTo>
                    <a:pt x="3921678" y="2223916"/>
                  </a:lnTo>
                  <a:lnTo>
                    <a:pt x="3967042" y="2227394"/>
                  </a:lnTo>
                  <a:lnTo>
                    <a:pt x="3996219" y="2229406"/>
                  </a:lnTo>
                  <a:lnTo>
                    <a:pt x="4011226" y="2230340"/>
                  </a:lnTo>
                  <a:lnTo>
                    <a:pt x="4016071" y="2230614"/>
                  </a:lnTo>
                  <a:lnTo>
                    <a:pt x="4016409" y="2230632"/>
                  </a:lnTo>
                  <a:lnTo>
                    <a:pt x="4538543" y="2230632"/>
                  </a:lnTo>
                  <a:lnTo>
                    <a:pt x="4539812" y="2230627"/>
                  </a:lnTo>
                  <a:lnTo>
                    <a:pt x="4548110" y="2230588"/>
                  </a:lnTo>
                  <a:lnTo>
                    <a:pt x="4568855" y="2230482"/>
                  </a:lnTo>
                  <a:lnTo>
                    <a:pt x="4605501" y="2230274"/>
                  </a:lnTo>
                  <a:lnTo>
                    <a:pt x="4659228" y="2229933"/>
                  </a:lnTo>
                  <a:lnTo>
                    <a:pt x="4728879" y="2229436"/>
                  </a:lnTo>
                  <a:lnTo>
                    <a:pt x="4811359" y="2228770"/>
                  </a:lnTo>
                  <a:lnTo>
                    <a:pt x="4902413" y="2227932"/>
                  </a:lnTo>
                  <a:lnTo>
                    <a:pt x="4997525" y="2226923"/>
                  </a:lnTo>
                  <a:lnTo>
                    <a:pt x="5092673" y="2225747"/>
                  </a:lnTo>
                  <a:lnTo>
                    <a:pt x="5184775" y="2224406"/>
                  </a:lnTo>
                  <a:lnTo>
                    <a:pt x="5271811" y="2222899"/>
                  </a:lnTo>
                  <a:lnTo>
                    <a:pt x="5352741" y="2221215"/>
                  </a:lnTo>
                  <a:lnTo>
                    <a:pt x="5427293" y="2219337"/>
                  </a:lnTo>
                  <a:lnTo>
                    <a:pt x="5495750" y="2217243"/>
                  </a:lnTo>
                  <a:lnTo>
                    <a:pt x="5558749" y="2214900"/>
                  </a:lnTo>
                  <a:lnTo>
                    <a:pt x="5617132" y="2212274"/>
                  </a:lnTo>
                  <a:lnTo>
                    <a:pt x="5671828" y="2209326"/>
                  </a:lnTo>
                  <a:lnTo>
                    <a:pt x="5723772" y="2206021"/>
                  </a:lnTo>
                  <a:lnTo>
                    <a:pt x="5773821" y="2202333"/>
                  </a:lnTo>
                  <a:lnTo>
                    <a:pt x="5784835" y="2201455"/>
                  </a:lnTo>
                  <a:lnTo>
                    <a:pt x="5838913" y="2196804"/>
                  </a:lnTo>
                  <a:lnTo>
                    <a:pt x="5892471" y="2191663"/>
                  </a:lnTo>
                  <a:lnTo>
                    <a:pt x="5946090" y="2186023"/>
                  </a:lnTo>
                  <a:lnTo>
                    <a:pt x="6000159" y="2179897"/>
                  </a:lnTo>
                  <a:lnTo>
                    <a:pt x="6054900" y="2173317"/>
                  </a:lnTo>
                  <a:lnTo>
                    <a:pt x="6110385" y="2166337"/>
                  </a:lnTo>
                  <a:lnTo>
                    <a:pt x="6166559" y="2159031"/>
                  </a:lnTo>
                  <a:lnTo>
                    <a:pt x="6223265" y="2151493"/>
                  </a:lnTo>
                  <a:lnTo>
                    <a:pt x="6280270" y="2143830"/>
                  </a:lnTo>
                  <a:lnTo>
                    <a:pt x="6337302" y="2136155"/>
                  </a:lnTo>
                  <a:lnTo>
                    <a:pt x="6394085" y="2128585"/>
                  </a:lnTo>
                  <a:lnTo>
                    <a:pt x="6450375" y="2121228"/>
                  </a:lnTo>
                  <a:lnTo>
                    <a:pt x="6505998" y="2114180"/>
                  </a:lnTo>
                  <a:lnTo>
                    <a:pt x="6560878" y="2107519"/>
                  </a:lnTo>
                  <a:lnTo>
                    <a:pt x="6615063" y="2101304"/>
                  </a:lnTo>
                  <a:lnTo>
                    <a:pt x="6668743" y="2095571"/>
                  </a:lnTo>
                  <a:lnTo>
                    <a:pt x="6722274" y="2090334"/>
                  </a:lnTo>
                  <a:lnTo>
                    <a:pt x="6776198" y="2085592"/>
                  </a:lnTo>
                  <a:lnTo>
                    <a:pt x="6786527" y="2084747"/>
                  </a:lnTo>
                  <a:lnTo>
                    <a:pt x="6836254" y="2080972"/>
                  </a:lnTo>
                  <a:lnTo>
                    <a:pt x="6887704" y="2077583"/>
                  </a:lnTo>
                  <a:lnTo>
                    <a:pt x="6941705" y="2074558"/>
                  </a:lnTo>
                  <a:lnTo>
                    <a:pt x="6999180" y="2071863"/>
                  </a:lnTo>
                  <a:lnTo>
                    <a:pt x="7061069" y="2069461"/>
                  </a:lnTo>
                  <a:lnTo>
                    <a:pt x="7128240" y="2067313"/>
                  </a:lnTo>
                  <a:lnTo>
                    <a:pt x="7201388" y="2065390"/>
                  </a:lnTo>
                  <a:lnTo>
                    <a:pt x="7280891" y="2063664"/>
                  </a:lnTo>
                  <a:lnTo>
                    <a:pt x="7366621" y="2062118"/>
                  </a:lnTo>
                  <a:lnTo>
                    <a:pt x="7457727" y="2060741"/>
                  </a:lnTo>
                  <a:lnTo>
                    <a:pt x="7552424" y="2059528"/>
                  </a:lnTo>
                  <a:lnTo>
                    <a:pt x="7647865" y="2058481"/>
                  </a:lnTo>
                  <a:lnTo>
                    <a:pt x="7740211" y="2057604"/>
                  </a:lnTo>
                  <a:lnTo>
                    <a:pt x="7825003" y="2056900"/>
                  </a:lnTo>
                  <a:lnTo>
                    <a:pt x="7897848" y="2056366"/>
                  </a:lnTo>
                  <a:lnTo>
                    <a:pt x="7955317" y="2055992"/>
                  </a:lnTo>
                  <a:lnTo>
                    <a:pt x="7995768" y="2055756"/>
                  </a:lnTo>
                  <a:lnTo>
                    <a:pt x="8019847" y="2055630"/>
                  </a:lnTo>
                  <a:lnTo>
                    <a:pt x="8030523" y="2055580"/>
                  </a:lnTo>
                  <a:lnTo>
                    <a:pt x="8032819" y="2055570"/>
                  </a:lnTo>
                  <a:lnTo>
                    <a:pt x="8554953" y="2055570"/>
                  </a:lnTo>
                  <a:lnTo>
                    <a:pt x="8554953" y="2044275"/>
                  </a:lnTo>
                  <a:lnTo>
                    <a:pt x="8032819" y="2044275"/>
                  </a:lnTo>
                  <a:lnTo>
                    <a:pt x="8031550" y="2044281"/>
                  </a:lnTo>
                  <a:lnTo>
                    <a:pt x="8023252" y="2044319"/>
                  </a:lnTo>
                  <a:lnTo>
                    <a:pt x="8002507" y="2044425"/>
                  </a:lnTo>
                  <a:lnTo>
                    <a:pt x="7965861" y="2044634"/>
                  </a:lnTo>
                  <a:lnTo>
                    <a:pt x="7912134" y="2044975"/>
                  </a:lnTo>
                  <a:lnTo>
                    <a:pt x="7842483" y="2045472"/>
                  </a:lnTo>
                  <a:lnTo>
                    <a:pt x="7760003" y="2046137"/>
                  </a:lnTo>
                  <a:lnTo>
                    <a:pt x="7668949" y="2046976"/>
                  </a:lnTo>
                  <a:lnTo>
                    <a:pt x="7573837" y="2047985"/>
                  </a:lnTo>
                  <a:lnTo>
                    <a:pt x="7478689" y="2049161"/>
                  </a:lnTo>
                  <a:lnTo>
                    <a:pt x="7386587" y="2050501"/>
                  </a:lnTo>
                  <a:lnTo>
                    <a:pt x="7299551" y="2052009"/>
                  </a:lnTo>
                  <a:lnTo>
                    <a:pt x="7218621" y="2053693"/>
                  </a:lnTo>
                  <a:lnTo>
                    <a:pt x="7144069" y="2055570"/>
                  </a:lnTo>
                  <a:lnTo>
                    <a:pt x="7075612" y="2057665"/>
                  </a:lnTo>
                  <a:lnTo>
                    <a:pt x="7012612" y="2060007"/>
                  </a:lnTo>
                  <a:lnTo>
                    <a:pt x="6954230" y="2062633"/>
                  </a:lnTo>
                  <a:lnTo>
                    <a:pt x="6899534" y="2065581"/>
                  </a:lnTo>
                  <a:lnTo>
                    <a:pt x="6847590" y="2068887"/>
                  </a:lnTo>
                  <a:lnTo>
                    <a:pt x="6797541" y="2072574"/>
                  </a:lnTo>
                  <a:lnTo>
                    <a:pt x="6786527" y="2073452"/>
                  </a:lnTo>
                  <a:lnTo>
                    <a:pt x="6732449" y="2078103"/>
                  </a:lnTo>
                  <a:lnTo>
                    <a:pt x="6678891" y="2083245"/>
                  </a:lnTo>
                  <a:lnTo>
                    <a:pt x="6625272" y="2088885"/>
                  </a:lnTo>
                  <a:lnTo>
                    <a:pt x="6571202" y="2095011"/>
                  </a:lnTo>
                  <a:lnTo>
                    <a:pt x="6516462" y="2101591"/>
                  </a:lnTo>
                  <a:lnTo>
                    <a:pt x="6460977" y="2108571"/>
                  </a:lnTo>
                  <a:lnTo>
                    <a:pt x="6404803" y="2115876"/>
                  </a:lnTo>
                  <a:lnTo>
                    <a:pt x="6348097" y="2123414"/>
                  </a:lnTo>
                  <a:lnTo>
                    <a:pt x="6291092" y="2131078"/>
                  </a:lnTo>
                  <a:lnTo>
                    <a:pt x="6234059" y="2138752"/>
                  </a:lnTo>
                  <a:lnTo>
                    <a:pt x="6177277" y="2146322"/>
                  </a:lnTo>
                  <a:lnTo>
                    <a:pt x="6120987" y="2153680"/>
                  </a:lnTo>
                  <a:lnTo>
                    <a:pt x="6065364" y="2160728"/>
                  </a:lnTo>
                  <a:lnTo>
                    <a:pt x="6010484" y="2167388"/>
                  </a:lnTo>
                  <a:lnTo>
                    <a:pt x="5956299" y="2173603"/>
                  </a:lnTo>
                  <a:lnTo>
                    <a:pt x="5902619" y="2179337"/>
                  </a:lnTo>
                  <a:lnTo>
                    <a:pt x="5849088" y="2184573"/>
                  </a:lnTo>
                  <a:lnTo>
                    <a:pt x="5795163" y="2189316"/>
                  </a:lnTo>
                  <a:lnTo>
                    <a:pt x="5784835" y="2190161"/>
                  </a:lnTo>
                  <a:lnTo>
                    <a:pt x="5735108" y="2193935"/>
                  </a:lnTo>
                  <a:lnTo>
                    <a:pt x="5683658" y="2197325"/>
                  </a:lnTo>
                  <a:lnTo>
                    <a:pt x="5629657" y="2200350"/>
                  </a:lnTo>
                  <a:lnTo>
                    <a:pt x="5572182" y="2203044"/>
                  </a:lnTo>
                  <a:lnTo>
                    <a:pt x="5510293" y="2205447"/>
                  </a:lnTo>
                  <a:lnTo>
                    <a:pt x="5443122" y="2207594"/>
                  </a:lnTo>
                  <a:lnTo>
                    <a:pt x="5369973" y="2209518"/>
                  </a:lnTo>
                  <a:lnTo>
                    <a:pt x="5290471" y="2211243"/>
                  </a:lnTo>
                  <a:lnTo>
                    <a:pt x="5204741" y="2212789"/>
                  </a:lnTo>
                  <a:lnTo>
                    <a:pt x="5113635" y="2214167"/>
                  </a:lnTo>
                  <a:lnTo>
                    <a:pt x="5018938" y="2215379"/>
                  </a:lnTo>
                  <a:lnTo>
                    <a:pt x="4923497" y="2216426"/>
                  </a:lnTo>
                  <a:lnTo>
                    <a:pt x="4831151" y="2217303"/>
                  </a:lnTo>
                  <a:lnTo>
                    <a:pt x="4746359" y="2218007"/>
                  </a:lnTo>
                  <a:lnTo>
                    <a:pt x="4673514" y="2218541"/>
                  </a:lnTo>
                  <a:lnTo>
                    <a:pt x="4616045" y="2218916"/>
                  </a:lnTo>
                  <a:lnTo>
                    <a:pt x="4575594" y="2219151"/>
                  </a:lnTo>
                  <a:lnTo>
                    <a:pt x="4551515" y="2219277"/>
                  </a:lnTo>
                  <a:lnTo>
                    <a:pt x="4540839" y="2219328"/>
                  </a:lnTo>
                  <a:lnTo>
                    <a:pt x="4538543" y="2219338"/>
                  </a:lnTo>
                  <a:lnTo>
                    <a:pt x="4016409" y="2219338"/>
                  </a:lnTo>
                  <a:lnTo>
                    <a:pt x="4015216" y="2219274"/>
                  </a:lnTo>
                  <a:lnTo>
                    <a:pt x="4007403" y="2218817"/>
                  </a:lnTo>
                  <a:lnTo>
                    <a:pt x="3987828" y="2217555"/>
                  </a:lnTo>
                  <a:lnTo>
                    <a:pt x="3953142" y="2215075"/>
                  </a:lnTo>
                  <a:lnTo>
                    <a:pt x="3902076" y="2211007"/>
                  </a:lnTo>
                  <a:lnTo>
                    <a:pt x="3835522" y="2205071"/>
                  </a:lnTo>
                  <a:lnTo>
                    <a:pt x="3756213" y="2197095"/>
                  </a:lnTo>
                  <a:lnTo>
                    <a:pt x="3668053" y="2187020"/>
                  </a:lnTo>
                  <a:lnTo>
                    <a:pt x="3575302" y="2174862"/>
                  </a:lnTo>
                  <a:lnTo>
                    <a:pt x="3481858" y="2160669"/>
                  </a:lnTo>
                  <a:lnTo>
                    <a:pt x="3390809" y="2144475"/>
                  </a:lnTo>
                  <a:lnTo>
                    <a:pt x="3304267" y="2126262"/>
                  </a:lnTo>
                  <a:lnTo>
                    <a:pt x="3223413" y="2105940"/>
                  </a:lnTo>
                  <a:lnTo>
                    <a:pt x="3148667" y="2083332"/>
                  </a:lnTo>
                  <a:lnTo>
                    <a:pt x="3079889" y="2058177"/>
                  </a:lnTo>
                  <a:lnTo>
                    <a:pt x="3016562" y="2030133"/>
                  </a:lnTo>
                  <a:lnTo>
                    <a:pt x="2957945" y="1998792"/>
                  </a:lnTo>
                  <a:lnTo>
                    <a:pt x="2903181" y="1963702"/>
                  </a:lnTo>
                  <a:lnTo>
                    <a:pt x="2851387" y="1924419"/>
                  </a:lnTo>
                  <a:lnTo>
                    <a:pt x="2801720" y="1880580"/>
                  </a:lnTo>
                  <a:lnTo>
                    <a:pt x="2770117" y="1849448"/>
                  </a:lnTo>
                  <a:lnTo>
                    <a:pt x="2729414" y="1805729"/>
                  </a:lnTo>
                  <a:lnTo>
                    <a:pt x="2689100" y="1758520"/>
                  </a:lnTo>
                  <a:lnTo>
                    <a:pt x="2648896" y="1707752"/>
                  </a:lnTo>
                  <a:lnTo>
                    <a:pt x="2608588" y="1653425"/>
                  </a:lnTo>
                  <a:lnTo>
                    <a:pt x="2568021" y="1595615"/>
                  </a:lnTo>
                  <a:lnTo>
                    <a:pt x="2527095" y="1534481"/>
                  </a:lnTo>
                  <a:lnTo>
                    <a:pt x="2485757" y="1470270"/>
                  </a:lnTo>
                  <a:lnTo>
                    <a:pt x="2443997" y="1403315"/>
                  </a:lnTo>
                  <a:lnTo>
                    <a:pt x="2401848" y="1334032"/>
                  </a:lnTo>
                  <a:lnTo>
                    <a:pt x="2359370" y="1262913"/>
                  </a:lnTo>
                  <a:lnTo>
                    <a:pt x="2316654" y="1190509"/>
                  </a:lnTo>
                  <a:lnTo>
                    <a:pt x="2273808" y="1117419"/>
                  </a:lnTo>
                  <a:lnTo>
                    <a:pt x="2230950" y="1044262"/>
                  </a:lnTo>
                  <a:lnTo>
                    <a:pt x="2188197" y="971662"/>
                  </a:lnTo>
                  <a:lnTo>
                    <a:pt x="2145661" y="900223"/>
                  </a:lnTo>
                  <a:lnTo>
                    <a:pt x="2103435" y="830509"/>
                  </a:lnTo>
                  <a:lnTo>
                    <a:pt x="2061590" y="763023"/>
                  </a:lnTo>
                  <a:lnTo>
                    <a:pt x="2020162" y="698200"/>
                  </a:lnTo>
                  <a:lnTo>
                    <a:pt x="1979151" y="636392"/>
                  </a:lnTo>
                  <a:lnTo>
                    <a:pt x="1938515" y="577862"/>
                  </a:lnTo>
                  <a:lnTo>
                    <a:pt x="1898163" y="522789"/>
                  </a:lnTo>
                  <a:lnTo>
                    <a:pt x="1857953" y="471265"/>
                  </a:lnTo>
                  <a:lnTo>
                    <a:pt x="1817684" y="423306"/>
                  </a:lnTo>
                  <a:lnTo>
                    <a:pt x="1777089" y="378857"/>
                  </a:lnTo>
                  <a:lnTo>
                    <a:pt x="1768425" y="369889"/>
                  </a:lnTo>
                  <a:lnTo>
                    <a:pt x="1719745" y="322982"/>
                  </a:lnTo>
                  <a:lnTo>
                    <a:pt x="1669428" y="280758"/>
                  </a:lnTo>
                  <a:lnTo>
                    <a:pt x="1616701" y="242980"/>
                  </a:lnTo>
                  <a:lnTo>
                    <a:pt x="1560698" y="209246"/>
                  </a:lnTo>
                  <a:lnTo>
                    <a:pt x="1500536" y="179101"/>
                  </a:lnTo>
                  <a:lnTo>
                    <a:pt x="1435389" y="152105"/>
                  </a:lnTo>
                  <a:lnTo>
                    <a:pt x="1364578" y="127871"/>
                  </a:lnTo>
                  <a:lnTo>
                    <a:pt x="1287700" y="106083"/>
                  </a:lnTo>
                  <a:lnTo>
                    <a:pt x="1204786" y="86509"/>
                  </a:lnTo>
                  <a:lnTo>
                    <a:pt x="1116499" y="69005"/>
                  </a:lnTo>
                  <a:lnTo>
                    <a:pt x="1024327" y="53505"/>
                  </a:lnTo>
                  <a:lnTo>
                    <a:pt x="930726" y="40015"/>
                  </a:lnTo>
                  <a:lnTo>
                    <a:pt x="839098" y="28576"/>
                  </a:lnTo>
                  <a:lnTo>
                    <a:pt x="753534" y="19232"/>
                  </a:lnTo>
                  <a:lnTo>
                    <a:pt x="678260" y="11977"/>
                  </a:lnTo>
                  <a:lnTo>
                    <a:pt x="616864" y="6716"/>
                  </a:lnTo>
                  <a:lnTo>
                    <a:pt x="571500" y="3238"/>
                  </a:lnTo>
                  <a:lnTo>
                    <a:pt x="542323" y="1226"/>
                  </a:lnTo>
                  <a:lnTo>
                    <a:pt x="527316" y="291"/>
                  </a:lnTo>
                  <a:lnTo>
                    <a:pt x="522471" y="17"/>
                  </a:lnTo>
                  <a:lnTo>
                    <a:pt x="5221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585" name="pl585"/>
            <p:cNvSpPr/>
            <p:nvPr/>
          </p:nvSpPr>
          <p:spPr>
            <a:xfrm>
              <a:off x="386606" y="2783694"/>
              <a:ext cx="8554953" cy="2219338"/>
            </a:xfrm>
            <a:custGeom>
              <a:avLst/>
              <a:pathLst>
                <a:path w="8554953" h="2219338">
                  <a:moveTo>
                    <a:pt x="0" y="0"/>
                  </a:moveTo>
                  <a:lnTo>
                    <a:pt x="522133" y="0"/>
                  </a:lnTo>
                  <a:lnTo>
                    <a:pt x="523326" y="63"/>
                  </a:lnTo>
                  <a:lnTo>
                    <a:pt x="531140" y="520"/>
                  </a:lnTo>
                  <a:lnTo>
                    <a:pt x="550714" y="1782"/>
                  </a:lnTo>
                  <a:lnTo>
                    <a:pt x="585400" y="4263"/>
                  </a:lnTo>
                  <a:lnTo>
                    <a:pt x="636466" y="8330"/>
                  </a:lnTo>
                  <a:lnTo>
                    <a:pt x="703020" y="14267"/>
                  </a:lnTo>
                  <a:lnTo>
                    <a:pt x="782329" y="22242"/>
                  </a:lnTo>
                  <a:lnTo>
                    <a:pt x="870489" y="32317"/>
                  </a:lnTo>
                  <a:lnTo>
                    <a:pt x="963240" y="44475"/>
                  </a:lnTo>
                  <a:lnTo>
                    <a:pt x="1056685" y="58668"/>
                  </a:lnTo>
                  <a:lnTo>
                    <a:pt x="1147733" y="74862"/>
                  </a:lnTo>
                  <a:lnTo>
                    <a:pt x="1234275" y="93075"/>
                  </a:lnTo>
                  <a:lnTo>
                    <a:pt x="1315129" y="113398"/>
                  </a:lnTo>
                  <a:lnTo>
                    <a:pt x="1389875" y="136005"/>
                  </a:lnTo>
                  <a:lnTo>
                    <a:pt x="1458653" y="161160"/>
                  </a:lnTo>
                  <a:lnTo>
                    <a:pt x="1521980" y="189204"/>
                  </a:lnTo>
                  <a:lnTo>
                    <a:pt x="1580597" y="220545"/>
                  </a:lnTo>
                  <a:lnTo>
                    <a:pt x="1635361" y="255635"/>
                  </a:lnTo>
                  <a:lnTo>
                    <a:pt x="1687155" y="294919"/>
                  </a:lnTo>
                  <a:lnTo>
                    <a:pt x="1736822" y="338757"/>
                  </a:lnTo>
                  <a:lnTo>
                    <a:pt x="1768425" y="369889"/>
                  </a:lnTo>
                  <a:lnTo>
                    <a:pt x="1809129" y="413608"/>
                  </a:lnTo>
                  <a:lnTo>
                    <a:pt x="1849442" y="460817"/>
                  </a:lnTo>
                  <a:lnTo>
                    <a:pt x="1889646" y="511585"/>
                  </a:lnTo>
                  <a:lnTo>
                    <a:pt x="1929954" y="565912"/>
                  </a:lnTo>
                  <a:lnTo>
                    <a:pt x="1970521" y="623722"/>
                  </a:lnTo>
                  <a:lnTo>
                    <a:pt x="2011447" y="684856"/>
                  </a:lnTo>
                  <a:lnTo>
                    <a:pt x="2052785" y="749067"/>
                  </a:lnTo>
                  <a:lnTo>
                    <a:pt x="2094545" y="816023"/>
                  </a:lnTo>
                  <a:lnTo>
                    <a:pt x="2136695" y="885305"/>
                  </a:lnTo>
                  <a:lnTo>
                    <a:pt x="2179172" y="956425"/>
                  </a:lnTo>
                  <a:lnTo>
                    <a:pt x="2221888" y="1028828"/>
                  </a:lnTo>
                  <a:lnTo>
                    <a:pt x="2264734" y="1101918"/>
                  </a:lnTo>
                  <a:lnTo>
                    <a:pt x="2307592" y="1175075"/>
                  </a:lnTo>
                  <a:lnTo>
                    <a:pt x="2350345" y="1247675"/>
                  </a:lnTo>
                  <a:lnTo>
                    <a:pt x="2392881" y="1319114"/>
                  </a:lnTo>
                  <a:lnTo>
                    <a:pt x="2435107" y="1388829"/>
                  </a:lnTo>
                  <a:lnTo>
                    <a:pt x="2476952" y="1456314"/>
                  </a:lnTo>
                  <a:lnTo>
                    <a:pt x="2518381" y="1521137"/>
                  </a:lnTo>
                  <a:lnTo>
                    <a:pt x="2559391" y="1582945"/>
                  </a:lnTo>
                  <a:lnTo>
                    <a:pt x="2600027" y="1641475"/>
                  </a:lnTo>
                  <a:lnTo>
                    <a:pt x="2640379" y="1696549"/>
                  </a:lnTo>
                  <a:lnTo>
                    <a:pt x="2680589" y="1748072"/>
                  </a:lnTo>
                  <a:lnTo>
                    <a:pt x="2720859" y="1796031"/>
                  </a:lnTo>
                  <a:lnTo>
                    <a:pt x="2761453" y="1840480"/>
                  </a:lnTo>
                  <a:lnTo>
                    <a:pt x="2770117" y="1849448"/>
                  </a:lnTo>
                  <a:lnTo>
                    <a:pt x="2818797" y="1896355"/>
                  </a:lnTo>
                  <a:lnTo>
                    <a:pt x="2869114" y="1938579"/>
                  </a:lnTo>
                  <a:lnTo>
                    <a:pt x="2921842" y="1976357"/>
                  </a:lnTo>
                  <a:lnTo>
                    <a:pt x="2977845" y="2010091"/>
                  </a:lnTo>
                  <a:lnTo>
                    <a:pt x="3038006" y="2040237"/>
                  </a:lnTo>
                  <a:lnTo>
                    <a:pt x="3103153" y="2067232"/>
                  </a:lnTo>
                  <a:lnTo>
                    <a:pt x="3173964" y="2091467"/>
                  </a:lnTo>
                  <a:lnTo>
                    <a:pt x="3250842" y="2113254"/>
                  </a:lnTo>
                  <a:lnTo>
                    <a:pt x="3333756" y="2132828"/>
                  </a:lnTo>
                  <a:lnTo>
                    <a:pt x="3422044" y="2150332"/>
                  </a:lnTo>
                  <a:lnTo>
                    <a:pt x="3514215" y="2165832"/>
                  </a:lnTo>
                  <a:lnTo>
                    <a:pt x="3607816" y="2179323"/>
                  </a:lnTo>
                  <a:lnTo>
                    <a:pt x="3699444" y="2190761"/>
                  </a:lnTo>
                  <a:lnTo>
                    <a:pt x="3785008" y="2200105"/>
                  </a:lnTo>
                  <a:lnTo>
                    <a:pt x="3860282" y="2207360"/>
                  </a:lnTo>
                  <a:lnTo>
                    <a:pt x="3921678" y="2212621"/>
                  </a:lnTo>
                  <a:lnTo>
                    <a:pt x="3967042" y="2216100"/>
                  </a:lnTo>
                  <a:lnTo>
                    <a:pt x="3996219" y="2218111"/>
                  </a:lnTo>
                  <a:lnTo>
                    <a:pt x="4011226" y="2219046"/>
                  </a:lnTo>
                  <a:lnTo>
                    <a:pt x="4016071" y="2219320"/>
                  </a:lnTo>
                  <a:lnTo>
                    <a:pt x="4016409" y="2219338"/>
                  </a:lnTo>
                  <a:lnTo>
                    <a:pt x="4538543" y="2219338"/>
                  </a:lnTo>
                  <a:lnTo>
                    <a:pt x="4539812" y="2219332"/>
                  </a:lnTo>
                  <a:lnTo>
                    <a:pt x="4548110" y="2219294"/>
                  </a:lnTo>
                  <a:lnTo>
                    <a:pt x="4568855" y="2219188"/>
                  </a:lnTo>
                  <a:lnTo>
                    <a:pt x="4605501" y="2218979"/>
                  </a:lnTo>
                  <a:lnTo>
                    <a:pt x="4659228" y="2218638"/>
                  </a:lnTo>
                  <a:lnTo>
                    <a:pt x="4728879" y="2218141"/>
                  </a:lnTo>
                  <a:lnTo>
                    <a:pt x="4811359" y="2217476"/>
                  </a:lnTo>
                  <a:lnTo>
                    <a:pt x="4902413" y="2216637"/>
                  </a:lnTo>
                  <a:lnTo>
                    <a:pt x="4997525" y="2215628"/>
                  </a:lnTo>
                  <a:lnTo>
                    <a:pt x="5092673" y="2214452"/>
                  </a:lnTo>
                  <a:lnTo>
                    <a:pt x="5184775" y="2213112"/>
                  </a:lnTo>
                  <a:lnTo>
                    <a:pt x="5271811" y="2211605"/>
                  </a:lnTo>
                  <a:lnTo>
                    <a:pt x="5352741" y="2209920"/>
                  </a:lnTo>
                  <a:lnTo>
                    <a:pt x="5427293" y="2208043"/>
                  </a:lnTo>
                  <a:lnTo>
                    <a:pt x="5495750" y="2205948"/>
                  </a:lnTo>
                  <a:lnTo>
                    <a:pt x="5558749" y="2203606"/>
                  </a:lnTo>
                  <a:lnTo>
                    <a:pt x="5617132" y="2200980"/>
                  </a:lnTo>
                  <a:lnTo>
                    <a:pt x="5671828" y="2198032"/>
                  </a:lnTo>
                  <a:lnTo>
                    <a:pt x="5723772" y="2194727"/>
                  </a:lnTo>
                  <a:lnTo>
                    <a:pt x="5773821" y="2191039"/>
                  </a:lnTo>
                  <a:lnTo>
                    <a:pt x="5784835" y="2190161"/>
                  </a:lnTo>
                  <a:lnTo>
                    <a:pt x="5838913" y="2185510"/>
                  </a:lnTo>
                  <a:lnTo>
                    <a:pt x="5892471" y="2180368"/>
                  </a:lnTo>
                  <a:lnTo>
                    <a:pt x="5946090" y="2174728"/>
                  </a:lnTo>
                  <a:lnTo>
                    <a:pt x="6000159" y="2168602"/>
                  </a:lnTo>
                  <a:lnTo>
                    <a:pt x="6054900" y="2162023"/>
                  </a:lnTo>
                  <a:lnTo>
                    <a:pt x="6110385" y="2155043"/>
                  </a:lnTo>
                  <a:lnTo>
                    <a:pt x="6166559" y="2147737"/>
                  </a:lnTo>
                  <a:lnTo>
                    <a:pt x="6223265" y="2140199"/>
                  </a:lnTo>
                  <a:lnTo>
                    <a:pt x="6280270" y="2132536"/>
                  </a:lnTo>
                  <a:lnTo>
                    <a:pt x="6337302" y="2124861"/>
                  </a:lnTo>
                  <a:lnTo>
                    <a:pt x="6394085" y="2117291"/>
                  </a:lnTo>
                  <a:lnTo>
                    <a:pt x="6450375" y="2109934"/>
                  </a:lnTo>
                  <a:lnTo>
                    <a:pt x="6505998" y="2102885"/>
                  </a:lnTo>
                  <a:lnTo>
                    <a:pt x="6560878" y="2096225"/>
                  </a:lnTo>
                  <a:lnTo>
                    <a:pt x="6615063" y="2090010"/>
                  </a:lnTo>
                  <a:lnTo>
                    <a:pt x="6668743" y="2084276"/>
                  </a:lnTo>
                  <a:lnTo>
                    <a:pt x="6722274" y="2079040"/>
                  </a:lnTo>
                  <a:lnTo>
                    <a:pt x="6776198" y="2074297"/>
                  </a:lnTo>
                  <a:lnTo>
                    <a:pt x="6786527" y="2073452"/>
                  </a:lnTo>
                  <a:lnTo>
                    <a:pt x="6836254" y="2069678"/>
                  </a:lnTo>
                  <a:lnTo>
                    <a:pt x="6887704" y="2066289"/>
                  </a:lnTo>
                  <a:lnTo>
                    <a:pt x="6941705" y="2063264"/>
                  </a:lnTo>
                  <a:lnTo>
                    <a:pt x="6999180" y="2060569"/>
                  </a:lnTo>
                  <a:lnTo>
                    <a:pt x="7061069" y="2058166"/>
                  </a:lnTo>
                  <a:lnTo>
                    <a:pt x="7128240" y="2056019"/>
                  </a:lnTo>
                  <a:lnTo>
                    <a:pt x="7201388" y="2054095"/>
                  </a:lnTo>
                  <a:lnTo>
                    <a:pt x="7280891" y="2052370"/>
                  </a:lnTo>
                  <a:lnTo>
                    <a:pt x="7366621" y="2050824"/>
                  </a:lnTo>
                  <a:lnTo>
                    <a:pt x="7457727" y="2049446"/>
                  </a:lnTo>
                  <a:lnTo>
                    <a:pt x="7552424" y="2048234"/>
                  </a:lnTo>
                  <a:lnTo>
                    <a:pt x="7647865" y="2047187"/>
                  </a:lnTo>
                  <a:lnTo>
                    <a:pt x="7740211" y="2046310"/>
                  </a:lnTo>
                  <a:lnTo>
                    <a:pt x="7825003" y="2045606"/>
                  </a:lnTo>
                  <a:lnTo>
                    <a:pt x="7897848" y="2045072"/>
                  </a:lnTo>
                  <a:lnTo>
                    <a:pt x="7955317" y="2044698"/>
                  </a:lnTo>
                  <a:lnTo>
                    <a:pt x="7995768" y="2044462"/>
                  </a:lnTo>
                  <a:lnTo>
                    <a:pt x="8019847" y="2044336"/>
                  </a:lnTo>
                  <a:lnTo>
                    <a:pt x="8030523" y="2044285"/>
                  </a:lnTo>
                  <a:lnTo>
                    <a:pt x="8032804" y="2044275"/>
                  </a:lnTo>
                  <a:lnTo>
                    <a:pt x="8032819" y="2044275"/>
                  </a:lnTo>
                  <a:lnTo>
                    <a:pt x="8554953" y="2044275"/>
                  </a:lnTo>
                  <a:lnTo>
                    <a:pt x="8554953" y="2044275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586" name="pl586"/>
            <p:cNvSpPr/>
            <p:nvPr/>
          </p:nvSpPr>
          <p:spPr>
            <a:xfrm>
              <a:off x="386606" y="2772400"/>
              <a:ext cx="8554953" cy="2219338"/>
            </a:xfrm>
            <a:custGeom>
              <a:avLst/>
              <a:pathLst>
                <a:path w="8554953" h="2219338">
                  <a:moveTo>
                    <a:pt x="8554953" y="2044275"/>
                  </a:moveTo>
                  <a:lnTo>
                    <a:pt x="8032819" y="2044275"/>
                  </a:lnTo>
                  <a:lnTo>
                    <a:pt x="8031550" y="2044281"/>
                  </a:lnTo>
                  <a:lnTo>
                    <a:pt x="8023252" y="2044319"/>
                  </a:lnTo>
                  <a:lnTo>
                    <a:pt x="8002507" y="2044425"/>
                  </a:lnTo>
                  <a:lnTo>
                    <a:pt x="7965861" y="2044634"/>
                  </a:lnTo>
                  <a:lnTo>
                    <a:pt x="7912134" y="2044975"/>
                  </a:lnTo>
                  <a:lnTo>
                    <a:pt x="7842483" y="2045472"/>
                  </a:lnTo>
                  <a:lnTo>
                    <a:pt x="7760003" y="2046137"/>
                  </a:lnTo>
                  <a:lnTo>
                    <a:pt x="7668949" y="2046976"/>
                  </a:lnTo>
                  <a:lnTo>
                    <a:pt x="7573837" y="2047985"/>
                  </a:lnTo>
                  <a:lnTo>
                    <a:pt x="7478689" y="2049161"/>
                  </a:lnTo>
                  <a:lnTo>
                    <a:pt x="7386587" y="2050501"/>
                  </a:lnTo>
                  <a:lnTo>
                    <a:pt x="7299551" y="2052009"/>
                  </a:lnTo>
                  <a:lnTo>
                    <a:pt x="7218621" y="2053693"/>
                  </a:lnTo>
                  <a:lnTo>
                    <a:pt x="7144069" y="2055570"/>
                  </a:lnTo>
                  <a:lnTo>
                    <a:pt x="7075612" y="2057665"/>
                  </a:lnTo>
                  <a:lnTo>
                    <a:pt x="7012612" y="2060007"/>
                  </a:lnTo>
                  <a:lnTo>
                    <a:pt x="6954230" y="2062633"/>
                  </a:lnTo>
                  <a:lnTo>
                    <a:pt x="6899534" y="2065581"/>
                  </a:lnTo>
                  <a:lnTo>
                    <a:pt x="6847590" y="2068887"/>
                  </a:lnTo>
                  <a:lnTo>
                    <a:pt x="6797541" y="2072574"/>
                  </a:lnTo>
                  <a:lnTo>
                    <a:pt x="6786527" y="2073452"/>
                  </a:lnTo>
                  <a:lnTo>
                    <a:pt x="6732449" y="2078103"/>
                  </a:lnTo>
                  <a:lnTo>
                    <a:pt x="6678891" y="2083245"/>
                  </a:lnTo>
                  <a:lnTo>
                    <a:pt x="6625272" y="2088885"/>
                  </a:lnTo>
                  <a:lnTo>
                    <a:pt x="6571202" y="2095011"/>
                  </a:lnTo>
                  <a:lnTo>
                    <a:pt x="6516462" y="2101591"/>
                  </a:lnTo>
                  <a:lnTo>
                    <a:pt x="6460977" y="2108571"/>
                  </a:lnTo>
                  <a:lnTo>
                    <a:pt x="6404803" y="2115876"/>
                  </a:lnTo>
                  <a:lnTo>
                    <a:pt x="6348097" y="2123414"/>
                  </a:lnTo>
                  <a:lnTo>
                    <a:pt x="6291092" y="2131078"/>
                  </a:lnTo>
                  <a:lnTo>
                    <a:pt x="6234059" y="2138752"/>
                  </a:lnTo>
                  <a:lnTo>
                    <a:pt x="6177277" y="2146322"/>
                  </a:lnTo>
                  <a:lnTo>
                    <a:pt x="6120987" y="2153680"/>
                  </a:lnTo>
                  <a:lnTo>
                    <a:pt x="6065364" y="2160728"/>
                  </a:lnTo>
                  <a:lnTo>
                    <a:pt x="6010484" y="2167388"/>
                  </a:lnTo>
                  <a:lnTo>
                    <a:pt x="5956299" y="2173603"/>
                  </a:lnTo>
                  <a:lnTo>
                    <a:pt x="5902619" y="2179337"/>
                  </a:lnTo>
                  <a:lnTo>
                    <a:pt x="5849088" y="2184573"/>
                  </a:lnTo>
                  <a:lnTo>
                    <a:pt x="5795163" y="2189316"/>
                  </a:lnTo>
                  <a:lnTo>
                    <a:pt x="5784835" y="2190161"/>
                  </a:lnTo>
                  <a:lnTo>
                    <a:pt x="5735108" y="2193935"/>
                  </a:lnTo>
                  <a:lnTo>
                    <a:pt x="5683658" y="2197325"/>
                  </a:lnTo>
                  <a:lnTo>
                    <a:pt x="5629657" y="2200350"/>
                  </a:lnTo>
                  <a:lnTo>
                    <a:pt x="5572182" y="2203044"/>
                  </a:lnTo>
                  <a:lnTo>
                    <a:pt x="5510293" y="2205447"/>
                  </a:lnTo>
                  <a:lnTo>
                    <a:pt x="5443122" y="2207594"/>
                  </a:lnTo>
                  <a:lnTo>
                    <a:pt x="5369973" y="2209518"/>
                  </a:lnTo>
                  <a:lnTo>
                    <a:pt x="5290471" y="2211243"/>
                  </a:lnTo>
                  <a:lnTo>
                    <a:pt x="5204741" y="2212789"/>
                  </a:lnTo>
                  <a:lnTo>
                    <a:pt x="5113635" y="2214167"/>
                  </a:lnTo>
                  <a:lnTo>
                    <a:pt x="5018938" y="2215379"/>
                  </a:lnTo>
                  <a:lnTo>
                    <a:pt x="4923497" y="2216426"/>
                  </a:lnTo>
                  <a:lnTo>
                    <a:pt x="4831151" y="2217303"/>
                  </a:lnTo>
                  <a:lnTo>
                    <a:pt x="4746359" y="2218007"/>
                  </a:lnTo>
                  <a:lnTo>
                    <a:pt x="4673514" y="2218541"/>
                  </a:lnTo>
                  <a:lnTo>
                    <a:pt x="4616045" y="2218916"/>
                  </a:lnTo>
                  <a:lnTo>
                    <a:pt x="4575594" y="2219151"/>
                  </a:lnTo>
                  <a:lnTo>
                    <a:pt x="4551515" y="2219277"/>
                  </a:lnTo>
                  <a:lnTo>
                    <a:pt x="4540839" y="2219328"/>
                  </a:lnTo>
                  <a:lnTo>
                    <a:pt x="4538558" y="2219338"/>
                  </a:lnTo>
                  <a:lnTo>
                    <a:pt x="4538543" y="2219338"/>
                  </a:lnTo>
                  <a:lnTo>
                    <a:pt x="4016409" y="2219338"/>
                  </a:lnTo>
                  <a:lnTo>
                    <a:pt x="4015216" y="2219274"/>
                  </a:lnTo>
                  <a:lnTo>
                    <a:pt x="4007403" y="2218817"/>
                  </a:lnTo>
                  <a:lnTo>
                    <a:pt x="3987828" y="2217555"/>
                  </a:lnTo>
                  <a:lnTo>
                    <a:pt x="3953142" y="2215075"/>
                  </a:lnTo>
                  <a:lnTo>
                    <a:pt x="3902076" y="2211007"/>
                  </a:lnTo>
                  <a:lnTo>
                    <a:pt x="3835522" y="2205071"/>
                  </a:lnTo>
                  <a:lnTo>
                    <a:pt x="3756213" y="2197095"/>
                  </a:lnTo>
                  <a:lnTo>
                    <a:pt x="3668053" y="2187020"/>
                  </a:lnTo>
                  <a:lnTo>
                    <a:pt x="3575302" y="2174862"/>
                  </a:lnTo>
                  <a:lnTo>
                    <a:pt x="3481858" y="2160669"/>
                  </a:lnTo>
                  <a:lnTo>
                    <a:pt x="3390809" y="2144475"/>
                  </a:lnTo>
                  <a:lnTo>
                    <a:pt x="3304267" y="2126262"/>
                  </a:lnTo>
                  <a:lnTo>
                    <a:pt x="3223413" y="2105940"/>
                  </a:lnTo>
                  <a:lnTo>
                    <a:pt x="3148667" y="2083332"/>
                  </a:lnTo>
                  <a:lnTo>
                    <a:pt x="3079889" y="2058177"/>
                  </a:lnTo>
                  <a:lnTo>
                    <a:pt x="3016562" y="2030133"/>
                  </a:lnTo>
                  <a:lnTo>
                    <a:pt x="2957945" y="1998792"/>
                  </a:lnTo>
                  <a:lnTo>
                    <a:pt x="2903181" y="1963702"/>
                  </a:lnTo>
                  <a:lnTo>
                    <a:pt x="2851387" y="1924419"/>
                  </a:lnTo>
                  <a:lnTo>
                    <a:pt x="2801720" y="1880580"/>
                  </a:lnTo>
                  <a:lnTo>
                    <a:pt x="2770117" y="1849448"/>
                  </a:lnTo>
                  <a:lnTo>
                    <a:pt x="2729414" y="1805729"/>
                  </a:lnTo>
                  <a:lnTo>
                    <a:pt x="2689100" y="1758520"/>
                  </a:lnTo>
                  <a:lnTo>
                    <a:pt x="2648896" y="1707752"/>
                  </a:lnTo>
                  <a:lnTo>
                    <a:pt x="2608588" y="1653425"/>
                  </a:lnTo>
                  <a:lnTo>
                    <a:pt x="2568021" y="1595615"/>
                  </a:lnTo>
                  <a:lnTo>
                    <a:pt x="2527095" y="1534481"/>
                  </a:lnTo>
                  <a:lnTo>
                    <a:pt x="2485757" y="1470270"/>
                  </a:lnTo>
                  <a:lnTo>
                    <a:pt x="2443997" y="1403315"/>
                  </a:lnTo>
                  <a:lnTo>
                    <a:pt x="2401848" y="1334032"/>
                  </a:lnTo>
                  <a:lnTo>
                    <a:pt x="2359370" y="1262913"/>
                  </a:lnTo>
                  <a:lnTo>
                    <a:pt x="2316654" y="1190509"/>
                  </a:lnTo>
                  <a:lnTo>
                    <a:pt x="2273808" y="1117419"/>
                  </a:lnTo>
                  <a:lnTo>
                    <a:pt x="2230950" y="1044262"/>
                  </a:lnTo>
                  <a:lnTo>
                    <a:pt x="2188197" y="971662"/>
                  </a:lnTo>
                  <a:lnTo>
                    <a:pt x="2145661" y="900223"/>
                  </a:lnTo>
                  <a:lnTo>
                    <a:pt x="2103435" y="830509"/>
                  </a:lnTo>
                  <a:lnTo>
                    <a:pt x="2061590" y="763023"/>
                  </a:lnTo>
                  <a:lnTo>
                    <a:pt x="2020162" y="698200"/>
                  </a:lnTo>
                  <a:lnTo>
                    <a:pt x="1979151" y="636392"/>
                  </a:lnTo>
                  <a:lnTo>
                    <a:pt x="1938515" y="577862"/>
                  </a:lnTo>
                  <a:lnTo>
                    <a:pt x="1898163" y="522789"/>
                  </a:lnTo>
                  <a:lnTo>
                    <a:pt x="1857953" y="471265"/>
                  </a:lnTo>
                  <a:lnTo>
                    <a:pt x="1817684" y="423306"/>
                  </a:lnTo>
                  <a:lnTo>
                    <a:pt x="1777089" y="378857"/>
                  </a:lnTo>
                  <a:lnTo>
                    <a:pt x="1768425" y="369889"/>
                  </a:lnTo>
                  <a:lnTo>
                    <a:pt x="1719745" y="322982"/>
                  </a:lnTo>
                  <a:lnTo>
                    <a:pt x="1669428" y="280758"/>
                  </a:lnTo>
                  <a:lnTo>
                    <a:pt x="1616701" y="242980"/>
                  </a:lnTo>
                  <a:lnTo>
                    <a:pt x="1560698" y="209246"/>
                  </a:lnTo>
                  <a:lnTo>
                    <a:pt x="1500536" y="179101"/>
                  </a:lnTo>
                  <a:lnTo>
                    <a:pt x="1435389" y="152105"/>
                  </a:lnTo>
                  <a:lnTo>
                    <a:pt x="1364578" y="127871"/>
                  </a:lnTo>
                  <a:lnTo>
                    <a:pt x="1287700" y="106083"/>
                  </a:lnTo>
                  <a:lnTo>
                    <a:pt x="1204786" y="86509"/>
                  </a:lnTo>
                  <a:lnTo>
                    <a:pt x="1116499" y="69005"/>
                  </a:lnTo>
                  <a:lnTo>
                    <a:pt x="1024327" y="53505"/>
                  </a:lnTo>
                  <a:lnTo>
                    <a:pt x="930726" y="40015"/>
                  </a:lnTo>
                  <a:lnTo>
                    <a:pt x="839098" y="28576"/>
                  </a:lnTo>
                  <a:lnTo>
                    <a:pt x="753534" y="19232"/>
                  </a:lnTo>
                  <a:lnTo>
                    <a:pt x="678260" y="11977"/>
                  </a:lnTo>
                  <a:lnTo>
                    <a:pt x="616864" y="6716"/>
                  </a:lnTo>
                  <a:lnTo>
                    <a:pt x="571500" y="3238"/>
                  </a:lnTo>
                  <a:lnTo>
                    <a:pt x="542323" y="1226"/>
                  </a:lnTo>
                  <a:lnTo>
                    <a:pt x="527316" y="291"/>
                  </a:lnTo>
                  <a:lnTo>
                    <a:pt x="522471" y="17"/>
                  </a:lnTo>
                  <a:lnTo>
                    <a:pt x="522133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587" name="pg587"/>
            <p:cNvSpPr/>
            <p:nvPr/>
          </p:nvSpPr>
          <p:spPr>
            <a:xfrm>
              <a:off x="386606" y="2783694"/>
              <a:ext cx="8554953" cy="2400047"/>
            </a:xfrm>
            <a:custGeom>
              <a:avLst/>
              <a:pathLst>
                <a:path w="8554953" h="2400047">
                  <a:moveTo>
                    <a:pt x="0" y="11294"/>
                  </a:moveTo>
                  <a:lnTo>
                    <a:pt x="522133" y="11294"/>
                  </a:lnTo>
                  <a:lnTo>
                    <a:pt x="523326" y="11358"/>
                  </a:lnTo>
                  <a:lnTo>
                    <a:pt x="531137" y="11815"/>
                  </a:lnTo>
                  <a:lnTo>
                    <a:pt x="550706" y="13081"/>
                  </a:lnTo>
                  <a:lnTo>
                    <a:pt x="585382" y="15566"/>
                  </a:lnTo>
                  <a:lnTo>
                    <a:pt x="636435" y="19643"/>
                  </a:lnTo>
                  <a:lnTo>
                    <a:pt x="702975" y="25593"/>
                  </a:lnTo>
                  <a:lnTo>
                    <a:pt x="782268" y="33587"/>
                  </a:lnTo>
                  <a:lnTo>
                    <a:pt x="870414" y="43685"/>
                  </a:lnTo>
                  <a:lnTo>
                    <a:pt x="963153" y="55871"/>
                  </a:lnTo>
                  <a:lnTo>
                    <a:pt x="1056589" y="70096"/>
                  </a:lnTo>
                  <a:lnTo>
                    <a:pt x="1147632" y="86328"/>
                  </a:lnTo>
                  <a:lnTo>
                    <a:pt x="1234171" y="104582"/>
                  </a:lnTo>
                  <a:lnTo>
                    <a:pt x="1315025" y="124952"/>
                  </a:lnTo>
                  <a:lnTo>
                    <a:pt x="1389771" y="147611"/>
                  </a:lnTo>
                  <a:lnTo>
                    <a:pt x="1458551" y="172823"/>
                  </a:lnTo>
                  <a:lnTo>
                    <a:pt x="1521880" y="200931"/>
                  </a:lnTo>
                  <a:lnTo>
                    <a:pt x="1580498" y="232343"/>
                  </a:lnTo>
                  <a:lnTo>
                    <a:pt x="1635262" y="267511"/>
                  </a:lnTo>
                  <a:lnTo>
                    <a:pt x="1687056" y="306882"/>
                  </a:lnTo>
                  <a:lnTo>
                    <a:pt x="1736721" y="350818"/>
                  </a:lnTo>
                  <a:lnTo>
                    <a:pt x="1768425" y="382125"/>
                  </a:lnTo>
                  <a:lnTo>
                    <a:pt x="1809093" y="425915"/>
                  </a:lnTo>
                  <a:lnTo>
                    <a:pt x="1849372" y="473199"/>
                  </a:lnTo>
                  <a:lnTo>
                    <a:pt x="1889541" y="524043"/>
                  </a:lnTo>
                  <a:lnTo>
                    <a:pt x="1929813" y="578450"/>
                  </a:lnTo>
                  <a:lnTo>
                    <a:pt x="1970343" y="636344"/>
                  </a:lnTo>
                  <a:lnTo>
                    <a:pt x="2011232" y="697564"/>
                  </a:lnTo>
                  <a:lnTo>
                    <a:pt x="2052532" y="761866"/>
                  </a:lnTo>
                  <a:lnTo>
                    <a:pt x="2094252" y="828917"/>
                  </a:lnTo>
                  <a:lnTo>
                    <a:pt x="2136363" y="898300"/>
                  </a:lnTo>
                  <a:lnTo>
                    <a:pt x="2178801" y="969525"/>
                  </a:lnTo>
                  <a:lnTo>
                    <a:pt x="2221477" y="1042040"/>
                  </a:lnTo>
                  <a:lnTo>
                    <a:pt x="2264285" y="1115249"/>
                  </a:lnTo>
                  <a:lnTo>
                    <a:pt x="2307107" y="1188531"/>
                  </a:lnTo>
                  <a:lnTo>
                    <a:pt x="2349825" y="1261262"/>
                  </a:lnTo>
                  <a:lnTo>
                    <a:pt x="2392327" y="1332838"/>
                  </a:lnTo>
                  <a:lnTo>
                    <a:pt x="2434520" y="1402696"/>
                  </a:lnTo>
                  <a:lnTo>
                    <a:pt x="2476335" y="1470330"/>
                  </a:lnTo>
                  <a:lnTo>
                    <a:pt x="2517734" y="1535305"/>
                  </a:lnTo>
                  <a:lnTo>
                    <a:pt x="2558715" y="1597268"/>
                  </a:lnTo>
                  <a:lnTo>
                    <a:pt x="2599322" y="1655953"/>
                  </a:lnTo>
                  <a:lnTo>
                    <a:pt x="2639642" y="1711181"/>
                  </a:lnTo>
                  <a:lnTo>
                    <a:pt x="2679818" y="1762858"/>
                  </a:lnTo>
                  <a:lnTo>
                    <a:pt x="2720049" y="1810966"/>
                  </a:lnTo>
                  <a:lnTo>
                    <a:pt x="2760598" y="1855560"/>
                  </a:lnTo>
                  <a:lnTo>
                    <a:pt x="2770117" y="1865448"/>
                  </a:lnTo>
                  <a:lnTo>
                    <a:pt x="2818792" y="1912470"/>
                  </a:lnTo>
                  <a:lnTo>
                    <a:pt x="2869104" y="1954798"/>
                  </a:lnTo>
                  <a:lnTo>
                    <a:pt x="2921825" y="1992669"/>
                  </a:lnTo>
                  <a:lnTo>
                    <a:pt x="2977821" y="2026487"/>
                  </a:lnTo>
                  <a:lnTo>
                    <a:pt x="3037974" y="2056708"/>
                  </a:lnTo>
                  <a:lnTo>
                    <a:pt x="3103111" y="2083771"/>
                  </a:lnTo>
                  <a:lnTo>
                    <a:pt x="3173911" y="2108066"/>
                  </a:lnTo>
                  <a:lnTo>
                    <a:pt x="3250776" y="2129909"/>
                  </a:lnTo>
                  <a:lnTo>
                    <a:pt x="3333676" y="2149532"/>
                  </a:lnTo>
                  <a:lnTo>
                    <a:pt x="3421950" y="2167081"/>
                  </a:lnTo>
                  <a:lnTo>
                    <a:pt x="3514109" y="2182621"/>
                  </a:lnTo>
                  <a:lnTo>
                    <a:pt x="3607701" y="2196147"/>
                  </a:lnTo>
                  <a:lnTo>
                    <a:pt x="3699324" y="2207616"/>
                  </a:lnTo>
                  <a:lnTo>
                    <a:pt x="3784891" y="2216986"/>
                  </a:lnTo>
                  <a:lnTo>
                    <a:pt x="3860175" y="2224261"/>
                  </a:lnTo>
                  <a:lnTo>
                    <a:pt x="3921590" y="2229539"/>
                  </a:lnTo>
                  <a:lnTo>
                    <a:pt x="3966977" y="2233028"/>
                  </a:lnTo>
                  <a:lnTo>
                    <a:pt x="3996179" y="2235047"/>
                  </a:lnTo>
                  <a:lnTo>
                    <a:pt x="4011208" y="2235986"/>
                  </a:lnTo>
                  <a:lnTo>
                    <a:pt x="4016068" y="2236261"/>
                  </a:lnTo>
                  <a:lnTo>
                    <a:pt x="4016409" y="2236279"/>
                  </a:lnTo>
                  <a:lnTo>
                    <a:pt x="4538543" y="2236279"/>
                  </a:lnTo>
                  <a:lnTo>
                    <a:pt x="4539812" y="2236284"/>
                  </a:lnTo>
                  <a:lnTo>
                    <a:pt x="4548111" y="2236320"/>
                  </a:lnTo>
                  <a:lnTo>
                    <a:pt x="4568856" y="2236419"/>
                  </a:lnTo>
                  <a:lnTo>
                    <a:pt x="4605504" y="2236614"/>
                  </a:lnTo>
                  <a:lnTo>
                    <a:pt x="4659233" y="2236934"/>
                  </a:lnTo>
                  <a:lnTo>
                    <a:pt x="4728887" y="2237398"/>
                  </a:lnTo>
                  <a:lnTo>
                    <a:pt x="4811370" y="2238021"/>
                  </a:lnTo>
                  <a:lnTo>
                    <a:pt x="4902426" y="2238806"/>
                  </a:lnTo>
                  <a:lnTo>
                    <a:pt x="4997539" y="2239750"/>
                  </a:lnTo>
                  <a:lnTo>
                    <a:pt x="5092689" y="2240850"/>
                  </a:lnTo>
                  <a:lnTo>
                    <a:pt x="5184791" y="2242104"/>
                  </a:lnTo>
                  <a:lnTo>
                    <a:pt x="5271829" y="2243514"/>
                  </a:lnTo>
                  <a:lnTo>
                    <a:pt x="5352758" y="2245089"/>
                  </a:lnTo>
                  <a:lnTo>
                    <a:pt x="5427310" y="2246846"/>
                  </a:lnTo>
                  <a:lnTo>
                    <a:pt x="5495767" y="2248805"/>
                  </a:lnTo>
                  <a:lnTo>
                    <a:pt x="5558766" y="2250997"/>
                  </a:lnTo>
                  <a:lnTo>
                    <a:pt x="5617148" y="2253453"/>
                  </a:lnTo>
                  <a:lnTo>
                    <a:pt x="5671844" y="2256211"/>
                  </a:lnTo>
                  <a:lnTo>
                    <a:pt x="5723789" y="2259304"/>
                  </a:lnTo>
                  <a:lnTo>
                    <a:pt x="5773838" y="2262754"/>
                  </a:lnTo>
                  <a:lnTo>
                    <a:pt x="5784835" y="2263574"/>
                  </a:lnTo>
                  <a:lnTo>
                    <a:pt x="5838936" y="2267926"/>
                  </a:lnTo>
                  <a:lnTo>
                    <a:pt x="5892515" y="2272739"/>
                  </a:lnTo>
                  <a:lnTo>
                    <a:pt x="5946157" y="2278018"/>
                  </a:lnTo>
                  <a:lnTo>
                    <a:pt x="6000251" y="2283751"/>
                  </a:lnTo>
                  <a:lnTo>
                    <a:pt x="6055015" y="2289910"/>
                  </a:lnTo>
                  <a:lnTo>
                    <a:pt x="6110525" y="2296443"/>
                  </a:lnTo>
                  <a:lnTo>
                    <a:pt x="6166724" y="2303281"/>
                  </a:lnTo>
                  <a:lnTo>
                    <a:pt x="6223455" y="2310336"/>
                  </a:lnTo>
                  <a:lnTo>
                    <a:pt x="6280485" y="2317508"/>
                  </a:lnTo>
                  <a:lnTo>
                    <a:pt x="6337541" y="2324691"/>
                  </a:lnTo>
                  <a:lnTo>
                    <a:pt x="6394345" y="2331775"/>
                  </a:lnTo>
                  <a:lnTo>
                    <a:pt x="6450656" y="2338659"/>
                  </a:lnTo>
                  <a:lnTo>
                    <a:pt x="6506298" y="2345253"/>
                  </a:lnTo>
                  <a:lnTo>
                    <a:pt x="6561197" y="2351485"/>
                  </a:lnTo>
                  <a:lnTo>
                    <a:pt x="6615401" y="2357299"/>
                  </a:lnTo>
                  <a:lnTo>
                    <a:pt x="6669102" y="2362661"/>
                  </a:lnTo>
                  <a:lnTo>
                    <a:pt x="6722655" y="2367559"/>
                  </a:lnTo>
                  <a:lnTo>
                    <a:pt x="6776608" y="2371994"/>
                  </a:lnTo>
                  <a:lnTo>
                    <a:pt x="6786527" y="2372753"/>
                  </a:lnTo>
                  <a:lnTo>
                    <a:pt x="6836255" y="2376284"/>
                  </a:lnTo>
                  <a:lnTo>
                    <a:pt x="6887706" y="2379454"/>
                  </a:lnTo>
                  <a:lnTo>
                    <a:pt x="6941708" y="2382284"/>
                  </a:lnTo>
                  <a:lnTo>
                    <a:pt x="6999184" y="2384805"/>
                  </a:lnTo>
                  <a:lnTo>
                    <a:pt x="7061074" y="2387053"/>
                  </a:lnTo>
                  <a:lnTo>
                    <a:pt x="7128247" y="2389061"/>
                  </a:lnTo>
                  <a:lnTo>
                    <a:pt x="7201398" y="2390861"/>
                  </a:lnTo>
                  <a:lnTo>
                    <a:pt x="7280903" y="2392475"/>
                  </a:lnTo>
                  <a:lnTo>
                    <a:pt x="7366635" y="2393922"/>
                  </a:lnTo>
                  <a:lnTo>
                    <a:pt x="7457743" y="2395210"/>
                  </a:lnTo>
                  <a:lnTo>
                    <a:pt x="7552442" y="2396345"/>
                  </a:lnTo>
                  <a:lnTo>
                    <a:pt x="7647884" y="2397324"/>
                  </a:lnTo>
                  <a:lnTo>
                    <a:pt x="7740231" y="2398144"/>
                  </a:lnTo>
                  <a:lnTo>
                    <a:pt x="7825022" y="2398803"/>
                  </a:lnTo>
                  <a:lnTo>
                    <a:pt x="7897865" y="2399302"/>
                  </a:lnTo>
                  <a:lnTo>
                    <a:pt x="7955330" y="2399652"/>
                  </a:lnTo>
                  <a:lnTo>
                    <a:pt x="7995777" y="2399873"/>
                  </a:lnTo>
                  <a:lnTo>
                    <a:pt x="8019852" y="2399991"/>
                  </a:lnTo>
                  <a:lnTo>
                    <a:pt x="8030525" y="2400038"/>
                  </a:lnTo>
                  <a:lnTo>
                    <a:pt x="8032819" y="2400047"/>
                  </a:lnTo>
                  <a:lnTo>
                    <a:pt x="8554953" y="2400047"/>
                  </a:lnTo>
                  <a:lnTo>
                    <a:pt x="8554953" y="2388753"/>
                  </a:lnTo>
                  <a:lnTo>
                    <a:pt x="8032819" y="2388753"/>
                  </a:lnTo>
                  <a:lnTo>
                    <a:pt x="8031550" y="2388748"/>
                  </a:lnTo>
                  <a:lnTo>
                    <a:pt x="8023251" y="2388712"/>
                  </a:lnTo>
                  <a:lnTo>
                    <a:pt x="8002506" y="2388613"/>
                  </a:lnTo>
                  <a:lnTo>
                    <a:pt x="7965858" y="2388418"/>
                  </a:lnTo>
                  <a:lnTo>
                    <a:pt x="7912129" y="2388099"/>
                  </a:lnTo>
                  <a:lnTo>
                    <a:pt x="7842475" y="2387634"/>
                  </a:lnTo>
                  <a:lnTo>
                    <a:pt x="7759992" y="2387011"/>
                  </a:lnTo>
                  <a:lnTo>
                    <a:pt x="7668936" y="2386227"/>
                  </a:lnTo>
                  <a:lnTo>
                    <a:pt x="7573823" y="2385283"/>
                  </a:lnTo>
                  <a:lnTo>
                    <a:pt x="7478673" y="2384183"/>
                  </a:lnTo>
                  <a:lnTo>
                    <a:pt x="7386570" y="2382929"/>
                  </a:lnTo>
                  <a:lnTo>
                    <a:pt x="7299533" y="2381518"/>
                  </a:lnTo>
                  <a:lnTo>
                    <a:pt x="7218604" y="2379943"/>
                  </a:lnTo>
                  <a:lnTo>
                    <a:pt x="7144052" y="2378186"/>
                  </a:lnTo>
                  <a:lnTo>
                    <a:pt x="7075595" y="2376227"/>
                  </a:lnTo>
                  <a:lnTo>
                    <a:pt x="7012596" y="2374035"/>
                  </a:lnTo>
                  <a:lnTo>
                    <a:pt x="6954214" y="2371579"/>
                  </a:lnTo>
                  <a:lnTo>
                    <a:pt x="6899517" y="2368821"/>
                  </a:lnTo>
                  <a:lnTo>
                    <a:pt x="6847573" y="2365728"/>
                  </a:lnTo>
                  <a:lnTo>
                    <a:pt x="6797524" y="2362279"/>
                  </a:lnTo>
                  <a:lnTo>
                    <a:pt x="6786527" y="2361458"/>
                  </a:lnTo>
                  <a:lnTo>
                    <a:pt x="6732426" y="2357106"/>
                  </a:lnTo>
                  <a:lnTo>
                    <a:pt x="6678847" y="2352293"/>
                  </a:lnTo>
                  <a:lnTo>
                    <a:pt x="6625205" y="2347015"/>
                  </a:lnTo>
                  <a:lnTo>
                    <a:pt x="6571111" y="2341281"/>
                  </a:lnTo>
                  <a:lnTo>
                    <a:pt x="6516346" y="2335122"/>
                  </a:lnTo>
                  <a:lnTo>
                    <a:pt x="6460837" y="2328589"/>
                  </a:lnTo>
                  <a:lnTo>
                    <a:pt x="6404637" y="2321751"/>
                  </a:lnTo>
                  <a:lnTo>
                    <a:pt x="6347906" y="2314696"/>
                  </a:lnTo>
                  <a:lnTo>
                    <a:pt x="6290877" y="2307524"/>
                  </a:lnTo>
                  <a:lnTo>
                    <a:pt x="6233821" y="2300342"/>
                  </a:lnTo>
                  <a:lnTo>
                    <a:pt x="6177017" y="2293257"/>
                  </a:lnTo>
                  <a:lnTo>
                    <a:pt x="6120706" y="2286373"/>
                  </a:lnTo>
                  <a:lnTo>
                    <a:pt x="6065064" y="2279779"/>
                  </a:lnTo>
                  <a:lnTo>
                    <a:pt x="6010164" y="2273548"/>
                  </a:lnTo>
                  <a:lnTo>
                    <a:pt x="5955961" y="2267734"/>
                  </a:lnTo>
                  <a:lnTo>
                    <a:pt x="5902260" y="2262371"/>
                  </a:lnTo>
                  <a:lnTo>
                    <a:pt x="5848707" y="2257473"/>
                  </a:lnTo>
                  <a:lnTo>
                    <a:pt x="5794754" y="2253038"/>
                  </a:lnTo>
                  <a:lnTo>
                    <a:pt x="5784835" y="2252280"/>
                  </a:lnTo>
                  <a:lnTo>
                    <a:pt x="5735107" y="2248749"/>
                  </a:lnTo>
                  <a:lnTo>
                    <a:pt x="5683656" y="2245578"/>
                  </a:lnTo>
                  <a:lnTo>
                    <a:pt x="5629654" y="2242748"/>
                  </a:lnTo>
                  <a:lnTo>
                    <a:pt x="5572178" y="2240227"/>
                  </a:lnTo>
                  <a:lnTo>
                    <a:pt x="5510288" y="2237979"/>
                  </a:lnTo>
                  <a:lnTo>
                    <a:pt x="5443115" y="2235971"/>
                  </a:lnTo>
                  <a:lnTo>
                    <a:pt x="5369964" y="2234171"/>
                  </a:lnTo>
                  <a:lnTo>
                    <a:pt x="5290459" y="2232557"/>
                  </a:lnTo>
                  <a:lnTo>
                    <a:pt x="5204727" y="2231111"/>
                  </a:lnTo>
                  <a:lnTo>
                    <a:pt x="5113619" y="2229822"/>
                  </a:lnTo>
                  <a:lnTo>
                    <a:pt x="5018920" y="2228688"/>
                  </a:lnTo>
                  <a:lnTo>
                    <a:pt x="4923478" y="2227708"/>
                  </a:lnTo>
                  <a:lnTo>
                    <a:pt x="4831131" y="2226888"/>
                  </a:lnTo>
                  <a:lnTo>
                    <a:pt x="4746340" y="2226229"/>
                  </a:lnTo>
                  <a:lnTo>
                    <a:pt x="4673497" y="2225730"/>
                  </a:lnTo>
                  <a:lnTo>
                    <a:pt x="4616032" y="2225380"/>
                  </a:lnTo>
                  <a:lnTo>
                    <a:pt x="4575585" y="2225159"/>
                  </a:lnTo>
                  <a:lnTo>
                    <a:pt x="4551510" y="2225041"/>
                  </a:lnTo>
                  <a:lnTo>
                    <a:pt x="4540837" y="2224994"/>
                  </a:lnTo>
                  <a:lnTo>
                    <a:pt x="4538543" y="2224985"/>
                  </a:lnTo>
                  <a:lnTo>
                    <a:pt x="4016409" y="2224985"/>
                  </a:lnTo>
                  <a:lnTo>
                    <a:pt x="4015216" y="2224921"/>
                  </a:lnTo>
                  <a:lnTo>
                    <a:pt x="4007405" y="2224463"/>
                  </a:lnTo>
                  <a:lnTo>
                    <a:pt x="3987836" y="2223198"/>
                  </a:lnTo>
                  <a:lnTo>
                    <a:pt x="3953160" y="2220712"/>
                  </a:lnTo>
                  <a:lnTo>
                    <a:pt x="3902107" y="2216636"/>
                  </a:lnTo>
                  <a:lnTo>
                    <a:pt x="3835567" y="2210686"/>
                  </a:lnTo>
                  <a:lnTo>
                    <a:pt x="3756274" y="2202692"/>
                  </a:lnTo>
                  <a:lnTo>
                    <a:pt x="3668129" y="2192594"/>
                  </a:lnTo>
                  <a:lnTo>
                    <a:pt x="3575389" y="2180408"/>
                  </a:lnTo>
                  <a:lnTo>
                    <a:pt x="3481953" y="2166182"/>
                  </a:lnTo>
                  <a:lnTo>
                    <a:pt x="3390910" y="2149951"/>
                  </a:lnTo>
                  <a:lnTo>
                    <a:pt x="3304371" y="2131696"/>
                  </a:lnTo>
                  <a:lnTo>
                    <a:pt x="3223517" y="2111327"/>
                  </a:lnTo>
                  <a:lnTo>
                    <a:pt x="3148771" y="2088668"/>
                  </a:lnTo>
                  <a:lnTo>
                    <a:pt x="3079991" y="2063455"/>
                  </a:lnTo>
                  <a:lnTo>
                    <a:pt x="3016662" y="2035348"/>
                  </a:lnTo>
                  <a:lnTo>
                    <a:pt x="2958044" y="2003936"/>
                  </a:lnTo>
                  <a:lnTo>
                    <a:pt x="2903280" y="1968768"/>
                  </a:lnTo>
                  <a:lnTo>
                    <a:pt x="2851486" y="1929397"/>
                  </a:lnTo>
                  <a:lnTo>
                    <a:pt x="2801821" y="1885461"/>
                  </a:lnTo>
                  <a:lnTo>
                    <a:pt x="2770117" y="1854154"/>
                  </a:lnTo>
                  <a:lnTo>
                    <a:pt x="2729449" y="1810363"/>
                  </a:lnTo>
                  <a:lnTo>
                    <a:pt x="2689170" y="1763080"/>
                  </a:lnTo>
                  <a:lnTo>
                    <a:pt x="2649001" y="1712235"/>
                  </a:lnTo>
                  <a:lnTo>
                    <a:pt x="2608729" y="1657828"/>
                  </a:lnTo>
                  <a:lnTo>
                    <a:pt x="2568199" y="1599935"/>
                  </a:lnTo>
                  <a:lnTo>
                    <a:pt x="2527310" y="1538715"/>
                  </a:lnTo>
                  <a:lnTo>
                    <a:pt x="2486010" y="1474413"/>
                  </a:lnTo>
                  <a:lnTo>
                    <a:pt x="2444290" y="1407362"/>
                  </a:lnTo>
                  <a:lnTo>
                    <a:pt x="2402180" y="1337979"/>
                  </a:lnTo>
                  <a:lnTo>
                    <a:pt x="2359742" y="1266754"/>
                  </a:lnTo>
                  <a:lnTo>
                    <a:pt x="2317065" y="1194239"/>
                  </a:lnTo>
                  <a:lnTo>
                    <a:pt x="2274257" y="1121030"/>
                  </a:lnTo>
                  <a:lnTo>
                    <a:pt x="2231435" y="1047748"/>
                  </a:lnTo>
                  <a:lnTo>
                    <a:pt x="2188718" y="975017"/>
                  </a:lnTo>
                  <a:lnTo>
                    <a:pt x="2146215" y="903440"/>
                  </a:lnTo>
                  <a:lnTo>
                    <a:pt x="2104022" y="833582"/>
                  </a:lnTo>
                  <a:lnTo>
                    <a:pt x="2062207" y="765949"/>
                  </a:lnTo>
                  <a:lnTo>
                    <a:pt x="2020808" y="700974"/>
                  </a:lnTo>
                  <a:lnTo>
                    <a:pt x="1979827" y="639011"/>
                  </a:lnTo>
                  <a:lnTo>
                    <a:pt x="1939221" y="580326"/>
                  </a:lnTo>
                  <a:lnTo>
                    <a:pt x="1898900" y="525098"/>
                  </a:lnTo>
                  <a:lnTo>
                    <a:pt x="1858724" y="473421"/>
                  </a:lnTo>
                  <a:lnTo>
                    <a:pt x="1818493" y="425313"/>
                  </a:lnTo>
                  <a:lnTo>
                    <a:pt x="1777944" y="380718"/>
                  </a:lnTo>
                  <a:lnTo>
                    <a:pt x="1768425" y="370830"/>
                  </a:lnTo>
                  <a:lnTo>
                    <a:pt x="1719750" y="323808"/>
                  </a:lnTo>
                  <a:lnTo>
                    <a:pt x="1669438" y="281481"/>
                  </a:lnTo>
                  <a:lnTo>
                    <a:pt x="1616717" y="243610"/>
                  </a:lnTo>
                  <a:lnTo>
                    <a:pt x="1560722" y="209792"/>
                  </a:lnTo>
                  <a:lnTo>
                    <a:pt x="1500568" y="179571"/>
                  </a:lnTo>
                  <a:lnTo>
                    <a:pt x="1435431" y="152508"/>
                  </a:lnTo>
                  <a:lnTo>
                    <a:pt x="1364632" y="128213"/>
                  </a:lnTo>
                  <a:lnTo>
                    <a:pt x="1287766" y="106370"/>
                  </a:lnTo>
                  <a:lnTo>
                    <a:pt x="1204866" y="86747"/>
                  </a:lnTo>
                  <a:lnTo>
                    <a:pt x="1116592" y="69198"/>
                  </a:lnTo>
                  <a:lnTo>
                    <a:pt x="1024433" y="53658"/>
                  </a:lnTo>
                  <a:lnTo>
                    <a:pt x="930842" y="40132"/>
                  </a:lnTo>
                  <a:lnTo>
                    <a:pt x="839218" y="28663"/>
                  </a:lnTo>
                  <a:lnTo>
                    <a:pt x="753651" y="19293"/>
                  </a:lnTo>
                  <a:lnTo>
                    <a:pt x="678367" y="12018"/>
                  </a:lnTo>
                  <a:lnTo>
                    <a:pt x="616953" y="6740"/>
                  </a:lnTo>
                  <a:lnTo>
                    <a:pt x="571565" y="3250"/>
                  </a:lnTo>
                  <a:lnTo>
                    <a:pt x="542364" y="1231"/>
                  </a:lnTo>
                  <a:lnTo>
                    <a:pt x="527334" y="293"/>
                  </a:lnTo>
                  <a:lnTo>
                    <a:pt x="522474" y="17"/>
                  </a:lnTo>
                  <a:lnTo>
                    <a:pt x="5221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588" name="pl588"/>
            <p:cNvSpPr/>
            <p:nvPr/>
          </p:nvSpPr>
          <p:spPr>
            <a:xfrm>
              <a:off x="386606" y="2794989"/>
              <a:ext cx="8554953" cy="2388753"/>
            </a:xfrm>
            <a:custGeom>
              <a:avLst/>
              <a:pathLst>
                <a:path w="8554953" h="2388753">
                  <a:moveTo>
                    <a:pt x="0" y="0"/>
                  </a:moveTo>
                  <a:lnTo>
                    <a:pt x="522133" y="0"/>
                  </a:lnTo>
                  <a:lnTo>
                    <a:pt x="523326" y="64"/>
                  </a:lnTo>
                  <a:lnTo>
                    <a:pt x="531137" y="521"/>
                  </a:lnTo>
                  <a:lnTo>
                    <a:pt x="550706" y="1786"/>
                  </a:lnTo>
                  <a:lnTo>
                    <a:pt x="585382" y="4272"/>
                  </a:lnTo>
                  <a:lnTo>
                    <a:pt x="636435" y="8349"/>
                  </a:lnTo>
                  <a:lnTo>
                    <a:pt x="702975" y="14299"/>
                  </a:lnTo>
                  <a:lnTo>
                    <a:pt x="782268" y="22292"/>
                  </a:lnTo>
                  <a:lnTo>
                    <a:pt x="870414" y="32390"/>
                  </a:lnTo>
                  <a:lnTo>
                    <a:pt x="963153" y="44576"/>
                  </a:lnTo>
                  <a:lnTo>
                    <a:pt x="1056589" y="58802"/>
                  </a:lnTo>
                  <a:lnTo>
                    <a:pt x="1147632" y="75033"/>
                  </a:lnTo>
                  <a:lnTo>
                    <a:pt x="1234171" y="93288"/>
                  </a:lnTo>
                  <a:lnTo>
                    <a:pt x="1315025" y="113657"/>
                  </a:lnTo>
                  <a:lnTo>
                    <a:pt x="1389771" y="136317"/>
                  </a:lnTo>
                  <a:lnTo>
                    <a:pt x="1458551" y="161529"/>
                  </a:lnTo>
                  <a:lnTo>
                    <a:pt x="1521880" y="189636"/>
                  </a:lnTo>
                  <a:lnTo>
                    <a:pt x="1580498" y="221048"/>
                  </a:lnTo>
                  <a:lnTo>
                    <a:pt x="1635262" y="256216"/>
                  </a:lnTo>
                  <a:lnTo>
                    <a:pt x="1687056" y="295588"/>
                  </a:lnTo>
                  <a:lnTo>
                    <a:pt x="1736721" y="339524"/>
                  </a:lnTo>
                  <a:lnTo>
                    <a:pt x="1768425" y="370830"/>
                  </a:lnTo>
                  <a:lnTo>
                    <a:pt x="1809093" y="414621"/>
                  </a:lnTo>
                  <a:lnTo>
                    <a:pt x="1849372" y="461904"/>
                  </a:lnTo>
                  <a:lnTo>
                    <a:pt x="1889541" y="512749"/>
                  </a:lnTo>
                  <a:lnTo>
                    <a:pt x="1929813" y="567156"/>
                  </a:lnTo>
                  <a:lnTo>
                    <a:pt x="1970343" y="625049"/>
                  </a:lnTo>
                  <a:lnTo>
                    <a:pt x="2011232" y="686270"/>
                  </a:lnTo>
                  <a:lnTo>
                    <a:pt x="2052532" y="750572"/>
                  </a:lnTo>
                  <a:lnTo>
                    <a:pt x="2094252" y="817622"/>
                  </a:lnTo>
                  <a:lnTo>
                    <a:pt x="2136363" y="887005"/>
                  </a:lnTo>
                  <a:lnTo>
                    <a:pt x="2178801" y="958230"/>
                  </a:lnTo>
                  <a:lnTo>
                    <a:pt x="2221477" y="1030746"/>
                  </a:lnTo>
                  <a:lnTo>
                    <a:pt x="2264285" y="1103954"/>
                  </a:lnTo>
                  <a:lnTo>
                    <a:pt x="2307107" y="1177236"/>
                  </a:lnTo>
                  <a:lnTo>
                    <a:pt x="2349825" y="1249967"/>
                  </a:lnTo>
                  <a:lnTo>
                    <a:pt x="2392327" y="1321544"/>
                  </a:lnTo>
                  <a:lnTo>
                    <a:pt x="2434520" y="1391402"/>
                  </a:lnTo>
                  <a:lnTo>
                    <a:pt x="2476335" y="1459036"/>
                  </a:lnTo>
                  <a:lnTo>
                    <a:pt x="2517734" y="1524010"/>
                  </a:lnTo>
                  <a:lnTo>
                    <a:pt x="2558715" y="1585973"/>
                  </a:lnTo>
                  <a:lnTo>
                    <a:pt x="2599322" y="1644658"/>
                  </a:lnTo>
                  <a:lnTo>
                    <a:pt x="2639642" y="1699887"/>
                  </a:lnTo>
                  <a:lnTo>
                    <a:pt x="2679818" y="1751563"/>
                  </a:lnTo>
                  <a:lnTo>
                    <a:pt x="2720049" y="1799672"/>
                  </a:lnTo>
                  <a:lnTo>
                    <a:pt x="2760598" y="1844266"/>
                  </a:lnTo>
                  <a:lnTo>
                    <a:pt x="2770117" y="1854154"/>
                  </a:lnTo>
                  <a:lnTo>
                    <a:pt x="2818792" y="1901176"/>
                  </a:lnTo>
                  <a:lnTo>
                    <a:pt x="2869104" y="1943504"/>
                  </a:lnTo>
                  <a:lnTo>
                    <a:pt x="2921825" y="1981375"/>
                  </a:lnTo>
                  <a:lnTo>
                    <a:pt x="2977821" y="2015193"/>
                  </a:lnTo>
                  <a:lnTo>
                    <a:pt x="3037974" y="2045413"/>
                  </a:lnTo>
                  <a:lnTo>
                    <a:pt x="3103111" y="2072477"/>
                  </a:lnTo>
                  <a:lnTo>
                    <a:pt x="3173911" y="2096772"/>
                  </a:lnTo>
                  <a:lnTo>
                    <a:pt x="3250776" y="2118615"/>
                  </a:lnTo>
                  <a:lnTo>
                    <a:pt x="3333676" y="2138238"/>
                  </a:lnTo>
                  <a:lnTo>
                    <a:pt x="3421950" y="2155787"/>
                  </a:lnTo>
                  <a:lnTo>
                    <a:pt x="3514109" y="2171326"/>
                  </a:lnTo>
                  <a:lnTo>
                    <a:pt x="3607701" y="2184853"/>
                  </a:lnTo>
                  <a:lnTo>
                    <a:pt x="3699324" y="2196322"/>
                  </a:lnTo>
                  <a:lnTo>
                    <a:pt x="3784891" y="2205692"/>
                  </a:lnTo>
                  <a:lnTo>
                    <a:pt x="3860175" y="2212967"/>
                  </a:lnTo>
                  <a:lnTo>
                    <a:pt x="3921590" y="2218244"/>
                  </a:lnTo>
                  <a:lnTo>
                    <a:pt x="3966977" y="2221734"/>
                  </a:lnTo>
                  <a:lnTo>
                    <a:pt x="3996179" y="2223753"/>
                  </a:lnTo>
                  <a:lnTo>
                    <a:pt x="4011208" y="2224691"/>
                  </a:lnTo>
                  <a:lnTo>
                    <a:pt x="4016068" y="2224967"/>
                  </a:lnTo>
                  <a:lnTo>
                    <a:pt x="4016409" y="2224985"/>
                  </a:lnTo>
                  <a:lnTo>
                    <a:pt x="4538543" y="2224985"/>
                  </a:lnTo>
                  <a:lnTo>
                    <a:pt x="4539812" y="2224990"/>
                  </a:lnTo>
                  <a:lnTo>
                    <a:pt x="4548111" y="2225026"/>
                  </a:lnTo>
                  <a:lnTo>
                    <a:pt x="4568856" y="2225125"/>
                  </a:lnTo>
                  <a:lnTo>
                    <a:pt x="4605504" y="2225320"/>
                  </a:lnTo>
                  <a:lnTo>
                    <a:pt x="4659233" y="2225639"/>
                  </a:lnTo>
                  <a:lnTo>
                    <a:pt x="4728887" y="2226104"/>
                  </a:lnTo>
                  <a:lnTo>
                    <a:pt x="4811370" y="2226727"/>
                  </a:lnTo>
                  <a:lnTo>
                    <a:pt x="4902426" y="2227511"/>
                  </a:lnTo>
                  <a:lnTo>
                    <a:pt x="4997539" y="2228455"/>
                  </a:lnTo>
                  <a:lnTo>
                    <a:pt x="5092689" y="2229555"/>
                  </a:lnTo>
                  <a:lnTo>
                    <a:pt x="5184791" y="2230809"/>
                  </a:lnTo>
                  <a:lnTo>
                    <a:pt x="5271829" y="2232220"/>
                  </a:lnTo>
                  <a:lnTo>
                    <a:pt x="5352758" y="2233795"/>
                  </a:lnTo>
                  <a:lnTo>
                    <a:pt x="5427310" y="2235551"/>
                  </a:lnTo>
                  <a:lnTo>
                    <a:pt x="5495767" y="2237511"/>
                  </a:lnTo>
                  <a:lnTo>
                    <a:pt x="5558766" y="2239702"/>
                  </a:lnTo>
                  <a:lnTo>
                    <a:pt x="5617148" y="2242159"/>
                  </a:lnTo>
                  <a:lnTo>
                    <a:pt x="5671844" y="2244917"/>
                  </a:lnTo>
                  <a:lnTo>
                    <a:pt x="5723789" y="2248009"/>
                  </a:lnTo>
                  <a:lnTo>
                    <a:pt x="5773838" y="2251459"/>
                  </a:lnTo>
                  <a:lnTo>
                    <a:pt x="5784835" y="2252280"/>
                  </a:lnTo>
                  <a:lnTo>
                    <a:pt x="5838936" y="2256632"/>
                  </a:lnTo>
                  <a:lnTo>
                    <a:pt x="5892515" y="2261445"/>
                  </a:lnTo>
                  <a:lnTo>
                    <a:pt x="5946157" y="2266723"/>
                  </a:lnTo>
                  <a:lnTo>
                    <a:pt x="6000251" y="2272457"/>
                  </a:lnTo>
                  <a:lnTo>
                    <a:pt x="6055015" y="2278616"/>
                  </a:lnTo>
                  <a:lnTo>
                    <a:pt x="6110525" y="2285149"/>
                  </a:lnTo>
                  <a:lnTo>
                    <a:pt x="6166724" y="2291987"/>
                  </a:lnTo>
                  <a:lnTo>
                    <a:pt x="6223455" y="2299042"/>
                  </a:lnTo>
                  <a:lnTo>
                    <a:pt x="6280485" y="2306214"/>
                  </a:lnTo>
                  <a:lnTo>
                    <a:pt x="6337541" y="2313396"/>
                  </a:lnTo>
                  <a:lnTo>
                    <a:pt x="6394345" y="2320480"/>
                  </a:lnTo>
                  <a:lnTo>
                    <a:pt x="6450656" y="2327365"/>
                  </a:lnTo>
                  <a:lnTo>
                    <a:pt x="6506298" y="2333959"/>
                  </a:lnTo>
                  <a:lnTo>
                    <a:pt x="6561197" y="2340190"/>
                  </a:lnTo>
                  <a:lnTo>
                    <a:pt x="6615401" y="2346004"/>
                  </a:lnTo>
                  <a:lnTo>
                    <a:pt x="6669102" y="2351367"/>
                  </a:lnTo>
                  <a:lnTo>
                    <a:pt x="6722655" y="2356264"/>
                  </a:lnTo>
                  <a:lnTo>
                    <a:pt x="6776608" y="2360699"/>
                  </a:lnTo>
                  <a:lnTo>
                    <a:pt x="6786527" y="2361458"/>
                  </a:lnTo>
                  <a:lnTo>
                    <a:pt x="6836255" y="2364989"/>
                  </a:lnTo>
                  <a:lnTo>
                    <a:pt x="6887706" y="2368160"/>
                  </a:lnTo>
                  <a:lnTo>
                    <a:pt x="6941708" y="2370990"/>
                  </a:lnTo>
                  <a:lnTo>
                    <a:pt x="6999184" y="2373511"/>
                  </a:lnTo>
                  <a:lnTo>
                    <a:pt x="7061074" y="2375758"/>
                  </a:lnTo>
                  <a:lnTo>
                    <a:pt x="7128247" y="2377767"/>
                  </a:lnTo>
                  <a:lnTo>
                    <a:pt x="7201398" y="2379567"/>
                  </a:lnTo>
                  <a:lnTo>
                    <a:pt x="7280903" y="2381181"/>
                  </a:lnTo>
                  <a:lnTo>
                    <a:pt x="7366635" y="2382627"/>
                  </a:lnTo>
                  <a:lnTo>
                    <a:pt x="7457743" y="2383916"/>
                  </a:lnTo>
                  <a:lnTo>
                    <a:pt x="7552442" y="2385050"/>
                  </a:lnTo>
                  <a:lnTo>
                    <a:pt x="7647884" y="2386029"/>
                  </a:lnTo>
                  <a:lnTo>
                    <a:pt x="7740231" y="2386850"/>
                  </a:lnTo>
                  <a:lnTo>
                    <a:pt x="7825022" y="2387509"/>
                  </a:lnTo>
                  <a:lnTo>
                    <a:pt x="7897865" y="2388008"/>
                  </a:lnTo>
                  <a:lnTo>
                    <a:pt x="7955330" y="2388358"/>
                  </a:lnTo>
                  <a:lnTo>
                    <a:pt x="7995777" y="2388579"/>
                  </a:lnTo>
                  <a:lnTo>
                    <a:pt x="8019852" y="2388696"/>
                  </a:lnTo>
                  <a:lnTo>
                    <a:pt x="8030525" y="2388744"/>
                  </a:lnTo>
                  <a:lnTo>
                    <a:pt x="8032804" y="2388753"/>
                  </a:lnTo>
                  <a:lnTo>
                    <a:pt x="8032819" y="2388753"/>
                  </a:lnTo>
                  <a:lnTo>
                    <a:pt x="8554953" y="2388753"/>
                  </a:lnTo>
                  <a:lnTo>
                    <a:pt x="8554953" y="2388753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589" name="pl589"/>
            <p:cNvSpPr/>
            <p:nvPr/>
          </p:nvSpPr>
          <p:spPr>
            <a:xfrm>
              <a:off x="386606" y="2783694"/>
              <a:ext cx="8554953" cy="2388753"/>
            </a:xfrm>
            <a:custGeom>
              <a:avLst/>
              <a:pathLst>
                <a:path w="8554953" h="2388753">
                  <a:moveTo>
                    <a:pt x="8554953" y="2388753"/>
                  </a:moveTo>
                  <a:lnTo>
                    <a:pt x="8032819" y="2388753"/>
                  </a:lnTo>
                  <a:lnTo>
                    <a:pt x="8031550" y="2388748"/>
                  </a:lnTo>
                  <a:lnTo>
                    <a:pt x="8023251" y="2388712"/>
                  </a:lnTo>
                  <a:lnTo>
                    <a:pt x="8002506" y="2388613"/>
                  </a:lnTo>
                  <a:lnTo>
                    <a:pt x="7965858" y="2388418"/>
                  </a:lnTo>
                  <a:lnTo>
                    <a:pt x="7912129" y="2388099"/>
                  </a:lnTo>
                  <a:lnTo>
                    <a:pt x="7842475" y="2387634"/>
                  </a:lnTo>
                  <a:lnTo>
                    <a:pt x="7759992" y="2387011"/>
                  </a:lnTo>
                  <a:lnTo>
                    <a:pt x="7668936" y="2386227"/>
                  </a:lnTo>
                  <a:lnTo>
                    <a:pt x="7573823" y="2385283"/>
                  </a:lnTo>
                  <a:lnTo>
                    <a:pt x="7478673" y="2384183"/>
                  </a:lnTo>
                  <a:lnTo>
                    <a:pt x="7386570" y="2382929"/>
                  </a:lnTo>
                  <a:lnTo>
                    <a:pt x="7299533" y="2381518"/>
                  </a:lnTo>
                  <a:lnTo>
                    <a:pt x="7218604" y="2379943"/>
                  </a:lnTo>
                  <a:lnTo>
                    <a:pt x="7144052" y="2378186"/>
                  </a:lnTo>
                  <a:lnTo>
                    <a:pt x="7075595" y="2376227"/>
                  </a:lnTo>
                  <a:lnTo>
                    <a:pt x="7012596" y="2374035"/>
                  </a:lnTo>
                  <a:lnTo>
                    <a:pt x="6954214" y="2371579"/>
                  </a:lnTo>
                  <a:lnTo>
                    <a:pt x="6899517" y="2368821"/>
                  </a:lnTo>
                  <a:lnTo>
                    <a:pt x="6847573" y="2365728"/>
                  </a:lnTo>
                  <a:lnTo>
                    <a:pt x="6797524" y="2362279"/>
                  </a:lnTo>
                  <a:lnTo>
                    <a:pt x="6786527" y="2361458"/>
                  </a:lnTo>
                  <a:lnTo>
                    <a:pt x="6732426" y="2357106"/>
                  </a:lnTo>
                  <a:lnTo>
                    <a:pt x="6678847" y="2352293"/>
                  </a:lnTo>
                  <a:lnTo>
                    <a:pt x="6625205" y="2347015"/>
                  </a:lnTo>
                  <a:lnTo>
                    <a:pt x="6571111" y="2341281"/>
                  </a:lnTo>
                  <a:lnTo>
                    <a:pt x="6516346" y="2335122"/>
                  </a:lnTo>
                  <a:lnTo>
                    <a:pt x="6460837" y="2328589"/>
                  </a:lnTo>
                  <a:lnTo>
                    <a:pt x="6404637" y="2321751"/>
                  </a:lnTo>
                  <a:lnTo>
                    <a:pt x="6347906" y="2314696"/>
                  </a:lnTo>
                  <a:lnTo>
                    <a:pt x="6290877" y="2307524"/>
                  </a:lnTo>
                  <a:lnTo>
                    <a:pt x="6233821" y="2300342"/>
                  </a:lnTo>
                  <a:lnTo>
                    <a:pt x="6177017" y="2293257"/>
                  </a:lnTo>
                  <a:lnTo>
                    <a:pt x="6120706" y="2286373"/>
                  </a:lnTo>
                  <a:lnTo>
                    <a:pt x="6065064" y="2279779"/>
                  </a:lnTo>
                  <a:lnTo>
                    <a:pt x="6010164" y="2273548"/>
                  </a:lnTo>
                  <a:lnTo>
                    <a:pt x="5955961" y="2267734"/>
                  </a:lnTo>
                  <a:lnTo>
                    <a:pt x="5902260" y="2262371"/>
                  </a:lnTo>
                  <a:lnTo>
                    <a:pt x="5848707" y="2257473"/>
                  </a:lnTo>
                  <a:lnTo>
                    <a:pt x="5794754" y="2253038"/>
                  </a:lnTo>
                  <a:lnTo>
                    <a:pt x="5784835" y="2252280"/>
                  </a:lnTo>
                  <a:lnTo>
                    <a:pt x="5735107" y="2248749"/>
                  </a:lnTo>
                  <a:lnTo>
                    <a:pt x="5683656" y="2245578"/>
                  </a:lnTo>
                  <a:lnTo>
                    <a:pt x="5629654" y="2242748"/>
                  </a:lnTo>
                  <a:lnTo>
                    <a:pt x="5572178" y="2240227"/>
                  </a:lnTo>
                  <a:lnTo>
                    <a:pt x="5510288" y="2237979"/>
                  </a:lnTo>
                  <a:lnTo>
                    <a:pt x="5443115" y="2235971"/>
                  </a:lnTo>
                  <a:lnTo>
                    <a:pt x="5369964" y="2234171"/>
                  </a:lnTo>
                  <a:lnTo>
                    <a:pt x="5290459" y="2232557"/>
                  </a:lnTo>
                  <a:lnTo>
                    <a:pt x="5204727" y="2231111"/>
                  </a:lnTo>
                  <a:lnTo>
                    <a:pt x="5113619" y="2229822"/>
                  </a:lnTo>
                  <a:lnTo>
                    <a:pt x="5018920" y="2228688"/>
                  </a:lnTo>
                  <a:lnTo>
                    <a:pt x="4923478" y="2227708"/>
                  </a:lnTo>
                  <a:lnTo>
                    <a:pt x="4831131" y="2226888"/>
                  </a:lnTo>
                  <a:lnTo>
                    <a:pt x="4746340" y="2226229"/>
                  </a:lnTo>
                  <a:lnTo>
                    <a:pt x="4673497" y="2225730"/>
                  </a:lnTo>
                  <a:lnTo>
                    <a:pt x="4616032" y="2225380"/>
                  </a:lnTo>
                  <a:lnTo>
                    <a:pt x="4575585" y="2225159"/>
                  </a:lnTo>
                  <a:lnTo>
                    <a:pt x="4551510" y="2225041"/>
                  </a:lnTo>
                  <a:lnTo>
                    <a:pt x="4540837" y="2224994"/>
                  </a:lnTo>
                  <a:lnTo>
                    <a:pt x="4538558" y="2224985"/>
                  </a:lnTo>
                  <a:lnTo>
                    <a:pt x="4538543" y="2224985"/>
                  </a:lnTo>
                  <a:lnTo>
                    <a:pt x="4016409" y="2224985"/>
                  </a:lnTo>
                  <a:lnTo>
                    <a:pt x="4015216" y="2224921"/>
                  </a:lnTo>
                  <a:lnTo>
                    <a:pt x="4007405" y="2224463"/>
                  </a:lnTo>
                  <a:lnTo>
                    <a:pt x="3987836" y="2223198"/>
                  </a:lnTo>
                  <a:lnTo>
                    <a:pt x="3953160" y="2220712"/>
                  </a:lnTo>
                  <a:lnTo>
                    <a:pt x="3902107" y="2216636"/>
                  </a:lnTo>
                  <a:lnTo>
                    <a:pt x="3835567" y="2210686"/>
                  </a:lnTo>
                  <a:lnTo>
                    <a:pt x="3756274" y="2202692"/>
                  </a:lnTo>
                  <a:lnTo>
                    <a:pt x="3668129" y="2192594"/>
                  </a:lnTo>
                  <a:lnTo>
                    <a:pt x="3575389" y="2180408"/>
                  </a:lnTo>
                  <a:lnTo>
                    <a:pt x="3481953" y="2166182"/>
                  </a:lnTo>
                  <a:lnTo>
                    <a:pt x="3390910" y="2149951"/>
                  </a:lnTo>
                  <a:lnTo>
                    <a:pt x="3304371" y="2131696"/>
                  </a:lnTo>
                  <a:lnTo>
                    <a:pt x="3223517" y="2111327"/>
                  </a:lnTo>
                  <a:lnTo>
                    <a:pt x="3148771" y="2088668"/>
                  </a:lnTo>
                  <a:lnTo>
                    <a:pt x="3079991" y="2063455"/>
                  </a:lnTo>
                  <a:lnTo>
                    <a:pt x="3016662" y="2035348"/>
                  </a:lnTo>
                  <a:lnTo>
                    <a:pt x="2958044" y="2003936"/>
                  </a:lnTo>
                  <a:lnTo>
                    <a:pt x="2903280" y="1968768"/>
                  </a:lnTo>
                  <a:lnTo>
                    <a:pt x="2851486" y="1929397"/>
                  </a:lnTo>
                  <a:lnTo>
                    <a:pt x="2801821" y="1885461"/>
                  </a:lnTo>
                  <a:lnTo>
                    <a:pt x="2770117" y="1854154"/>
                  </a:lnTo>
                  <a:lnTo>
                    <a:pt x="2729449" y="1810363"/>
                  </a:lnTo>
                  <a:lnTo>
                    <a:pt x="2689170" y="1763080"/>
                  </a:lnTo>
                  <a:lnTo>
                    <a:pt x="2649001" y="1712235"/>
                  </a:lnTo>
                  <a:lnTo>
                    <a:pt x="2608729" y="1657828"/>
                  </a:lnTo>
                  <a:lnTo>
                    <a:pt x="2568199" y="1599935"/>
                  </a:lnTo>
                  <a:lnTo>
                    <a:pt x="2527310" y="1538715"/>
                  </a:lnTo>
                  <a:lnTo>
                    <a:pt x="2486010" y="1474413"/>
                  </a:lnTo>
                  <a:lnTo>
                    <a:pt x="2444290" y="1407362"/>
                  </a:lnTo>
                  <a:lnTo>
                    <a:pt x="2402180" y="1337979"/>
                  </a:lnTo>
                  <a:lnTo>
                    <a:pt x="2359742" y="1266754"/>
                  </a:lnTo>
                  <a:lnTo>
                    <a:pt x="2317065" y="1194239"/>
                  </a:lnTo>
                  <a:lnTo>
                    <a:pt x="2274257" y="1121030"/>
                  </a:lnTo>
                  <a:lnTo>
                    <a:pt x="2231435" y="1047748"/>
                  </a:lnTo>
                  <a:lnTo>
                    <a:pt x="2188718" y="975017"/>
                  </a:lnTo>
                  <a:lnTo>
                    <a:pt x="2146215" y="903440"/>
                  </a:lnTo>
                  <a:lnTo>
                    <a:pt x="2104022" y="833582"/>
                  </a:lnTo>
                  <a:lnTo>
                    <a:pt x="2062207" y="765949"/>
                  </a:lnTo>
                  <a:lnTo>
                    <a:pt x="2020808" y="700974"/>
                  </a:lnTo>
                  <a:lnTo>
                    <a:pt x="1979827" y="639011"/>
                  </a:lnTo>
                  <a:lnTo>
                    <a:pt x="1939221" y="580326"/>
                  </a:lnTo>
                  <a:lnTo>
                    <a:pt x="1898900" y="525098"/>
                  </a:lnTo>
                  <a:lnTo>
                    <a:pt x="1858724" y="473421"/>
                  </a:lnTo>
                  <a:lnTo>
                    <a:pt x="1818493" y="425313"/>
                  </a:lnTo>
                  <a:lnTo>
                    <a:pt x="1777944" y="380718"/>
                  </a:lnTo>
                  <a:lnTo>
                    <a:pt x="1768425" y="370830"/>
                  </a:lnTo>
                  <a:lnTo>
                    <a:pt x="1719750" y="323808"/>
                  </a:lnTo>
                  <a:lnTo>
                    <a:pt x="1669438" y="281481"/>
                  </a:lnTo>
                  <a:lnTo>
                    <a:pt x="1616717" y="243610"/>
                  </a:lnTo>
                  <a:lnTo>
                    <a:pt x="1560722" y="209792"/>
                  </a:lnTo>
                  <a:lnTo>
                    <a:pt x="1500568" y="179571"/>
                  </a:lnTo>
                  <a:lnTo>
                    <a:pt x="1435431" y="152508"/>
                  </a:lnTo>
                  <a:lnTo>
                    <a:pt x="1364632" y="128213"/>
                  </a:lnTo>
                  <a:lnTo>
                    <a:pt x="1287766" y="106370"/>
                  </a:lnTo>
                  <a:lnTo>
                    <a:pt x="1204866" y="86747"/>
                  </a:lnTo>
                  <a:lnTo>
                    <a:pt x="1116592" y="69198"/>
                  </a:lnTo>
                  <a:lnTo>
                    <a:pt x="1024433" y="53658"/>
                  </a:lnTo>
                  <a:lnTo>
                    <a:pt x="930842" y="40132"/>
                  </a:lnTo>
                  <a:lnTo>
                    <a:pt x="839218" y="28663"/>
                  </a:lnTo>
                  <a:lnTo>
                    <a:pt x="753651" y="19293"/>
                  </a:lnTo>
                  <a:lnTo>
                    <a:pt x="678367" y="12018"/>
                  </a:lnTo>
                  <a:lnTo>
                    <a:pt x="616953" y="6740"/>
                  </a:lnTo>
                  <a:lnTo>
                    <a:pt x="571565" y="3250"/>
                  </a:lnTo>
                  <a:lnTo>
                    <a:pt x="542364" y="1231"/>
                  </a:lnTo>
                  <a:lnTo>
                    <a:pt x="527334" y="293"/>
                  </a:lnTo>
                  <a:lnTo>
                    <a:pt x="522474" y="17"/>
                  </a:lnTo>
                  <a:lnTo>
                    <a:pt x="522133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590" name="pg590"/>
            <p:cNvSpPr/>
            <p:nvPr/>
          </p:nvSpPr>
          <p:spPr>
            <a:xfrm>
              <a:off x="386606" y="2794989"/>
              <a:ext cx="8554953" cy="2908293"/>
            </a:xfrm>
            <a:custGeom>
              <a:avLst/>
              <a:pathLst>
                <a:path w="8554953" h="2908293">
                  <a:moveTo>
                    <a:pt x="0" y="11294"/>
                  </a:moveTo>
                  <a:lnTo>
                    <a:pt x="522133" y="11294"/>
                  </a:lnTo>
                  <a:lnTo>
                    <a:pt x="523325" y="11358"/>
                  </a:lnTo>
                  <a:lnTo>
                    <a:pt x="531129" y="11819"/>
                  </a:lnTo>
                  <a:lnTo>
                    <a:pt x="550681" y="13092"/>
                  </a:lnTo>
                  <a:lnTo>
                    <a:pt x="585329" y="15595"/>
                  </a:lnTo>
                  <a:lnTo>
                    <a:pt x="636344" y="19699"/>
                  </a:lnTo>
                  <a:lnTo>
                    <a:pt x="702838" y="25689"/>
                  </a:lnTo>
                  <a:lnTo>
                    <a:pt x="782085" y="33736"/>
                  </a:lnTo>
                  <a:lnTo>
                    <a:pt x="870187" y="43903"/>
                  </a:lnTo>
                  <a:lnTo>
                    <a:pt x="962892" y="56173"/>
                  </a:lnTo>
                  <a:lnTo>
                    <a:pt x="1056301" y="70496"/>
                  </a:lnTo>
                  <a:lnTo>
                    <a:pt x="1147328" y="86840"/>
                  </a:lnTo>
                  <a:lnTo>
                    <a:pt x="1233859" y="105220"/>
                  </a:lnTo>
                  <a:lnTo>
                    <a:pt x="1314710" y="125730"/>
                  </a:lnTo>
                  <a:lnTo>
                    <a:pt x="1389459" y="148545"/>
                  </a:lnTo>
                  <a:lnTo>
                    <a:pt x="1458244" y="173928"/>
                  </a:lnTo>
                  <a:lnTo>
                    <a:pt x="1521577" y="202226"/>
                  </a:lnTo>
                  <a:lnTo>
                    <a:pt x="1580200" y="233849"/>
                  </a:lnTo>
                  <a:lnTo>
                    <a:pt x="1634965" y="269252"/>
                  </a:lnTo>
                  <a:lnTo>
                    <a:pt x="1686757" y="308885"/>
                  </a:lnTo>
                  <a:lnTo>
                    <a:pt x="1736418" y="353113"/>
                  </a:lnTo>
                  <a:lnTo>
                    <a:pt x="1768425" y="384948"/>
                  </a:lnTo>
                  <a:lnTo>
                    <a:pt x="1808988" y="428953"/>
                  </a:lnTo>
                  <a:lnTo>
                    <a:pt x="1849163" y="476458"/>
                  </a:lnTo>
                  <a:lnTo>
                    <a:pt x="1889227" y="527533"/>
                  </a:lnTo>
                  <a:lnTo>
                    <a:pt x="1929392" y="582179"/>
                  </a:lnTo>
                  <a:lnTo>
                    <a:pt x="1969813" y="640320"/>
                  </a:lnTo>
                  <a:lnTo>
                    <a:pt x="2010589" y="701800"/>
                  </a:lnTo>
                  <a:lnTo>
                    <a:pt x="2051774" y="766373"/>
                  </a:lnTo>
                  <a:lnTo>
                    <a:pt x="2093378" y="833707"/>
                  </a:lnTo>
                  <a:lnTo>
                    <a:pt x="2135370" y="903390"/>
                  </a:lnTo>
                  <a:lnTo>
                    <a:pt x="2177691" y="974931"/>
                  </a:lnTo>
                  <a:lnTo>
                    <a:pt x="2220251" y="1047780"/>
                  </a:lnTo>
                  <a:lnTo>
                    <a:pt x="2262945" y="1121342"/>
                  </a:lnTo>
                  <a:lnTo>
                    <a:pt x="2305657" y="1194997"/>
                  </a:lnTo>
                  <a:lnTo>
                    <a:pt x="2348268" y="1268121"/>
                  </a:lnTo>
                  <a:lnTo>
                    <a:pt x="2390670" y="1340109"/>
                  </a:lnTo>
                  <a:lnTo>
                    <a:pt x="2432767" y="1410396"/>
                  </a:lnTo>
                  <a:lnTo>
                    <a:pt x="2474490" y="1478472"/>
                  </a:lnTo>
                  <a:lnTo>
                    <a:pt x="2515800" y="1543901"/>
                  </a:lnTo>
                  <a:lnTo>
                    <a:pt x="2556694" y="1606326"/>
                  </a:lnTo>
                  <a:lnTo>
                    <a:pt x="2597212" y="1665477"/>
                  </a:lnTo>
                  <a:lnTo>
                    <a:pt x="2637439" y="1721169"/>
                  </a:lnTo>
                  <a:lnTo>
                    <a:pt x="2677514" y="1773305"/>
                  </a:lnTo>
                  <a:lnTo>
                    <a:pt x="2717630" y="1821863"/>
                  </a:lnTo>
                  <a:lnTo>
                    <a:pt x="2758045" y="1866893"/>
                  </a:lnTo>
                  <a:lnTo>
                    <a:pt x="2770117" y="1879566"/>
                  </a:lnTo>
                  <a:lnTo>
                    <a:pt x="2818777" y="1926932"/>
                  </a:lnTo>
                  <a:lnTo>
                    <a:pt x="2869072" y="1969571"/>
                  </a:lnTo>
                  <a:lnTo>
                    <a:pt x="2921774" y="2007722"/>
                  </a:lnTo>
                  <a:lnTo>
                    <a:pt x="2977749" y="2041791"/>
                  </a:lnTo>
                  <a:lnTo>
                    <a:pt x="3037877" y="2072237"/>
                  </a:lnTo>
                  <a:lnTo>
                    <a:pt x="3102985" y="2099503"/>
                  </a:lnTo>
                  <a:lnTo>
                    <a:pt x="3173750" y="2123981"/>
                  </a:lnTo>
                  <a:lnTo>
                    <a:pt x="3250577" y="2145989"/>
                  </a:lnTo>
                  <a:lnTo>
                    <a:pt x="3333437" y="2165761"/>
                  </a:lnTo>
                  <a:lnTo>
                    <a:pt x="3421669" y="2183444"/>
                  </a:lnTo>
                  <a:lnTo>
                    <a:pt x="3513790" y="2199104"/>
                  </a:lnTo>
                  <a:lnTo>
                    <a:pt x="3607353" y="2212736"/>
                  </a:lnTo>
                  <a:lnTo>
                    <a:pt x="3698963" y="2224297"/>
                  </a:lnTo>
                  <a:lnTo>
                    <a:pt x="3784538" y="2233744"/>
                  </a:lnTo>
                  <a:lnTo>
                    <a:pt x="3859854" y="2241082"/>
                  </a:lnTo>
                  <a:lnTo>
                    <a:pt x="3921323" y="2246407"/>
                  </a:lnTo>
                  <a:lnTo>
                    <a:pt x="3966781" y="2249931"/>
                  </a:lnTo>
                  <a:lnTo>
                    <a:pt x="3996058" y="2251971"/>
                  </a:lnTo>
                  <a:lnTo>
                    <a:pt x="4011154" y="2252922"/>
                  </a:lnTo>
                  <a:lnTo>
                    <a:pt x="4016058" y="2253202"/>
                  </a:lnTo>
                  <a:lnTo>
                    <a:pt x="4016409" y="2253221"/>
                  </a:lnTo>
                  <a:lnTo>
                    <a:pt x="4538543" y="2253221"/>
                  </a:lnTo>
                  <a:lnTo>
                    <a:pt x="4539806" y="2253241"/>
                  </a:lnTo>
                  <a:lnTo>
                    <a:pt x="4548061" y="2253384"/>
                  </a:lnTo>
                  <a:lnTo>
                    <a:pt x="4568704" y="2253779"/>
                  </a:lnTo>
                  <a:lnTo>
                    <a:pt x="4605181" y="2254554"/>
                  </a:lnTo>
                  <a:lnTo>
                    <a:pt x="4658678" y="2255824"/>
                  </a:lnTo>
                  <a:lnTo>
                    <a:pt x="4728064" y="2257674"/>
                  </a:lnTo>
                  <a:lnTo>
                    <a:pt x="4810274" y="2260153"/>
                  </a:lnTo>
                  <a:lnTo>
                    <a:pt x="4901083" y="2263276"/>
                  </a:lnTo>
                  <a:lnTo>
                    <a:pt x="4995997" y="2267036"/>
                  </a:lnTo>
                  <a:lnTo>
                    <a:pt x="5091005" y="2271418"/>
                  </a:lnTo>
                  <a:lnTo>
                    <a:pt x="5183022" y="2276413"/>
                  </a:lnTo>
                  <a:lnTo>
                    <a:pt x="5270021" y="2282031"/>
                  </a:lnTo>
                  <a:lnTo>
                    <a:pt x="5350948" y="2288307"/>
                  </a:lnTo>
                  <a:lnTo>
                    <a:pt x="5425518" y="2295301"/>
                  </a:lnTo>
                  <a:lnTo>
                    <a:pt x="5494004" y="2303103"/>
                  </a:lnTo>
                  <a:lnTo>
                    <a:pt x="5557030" y="2311826"/>
                  </a:lnTo>
                  <a:lnTo>
                    <a:pt x="5615431" y="2321602"/>
                  </a:lnTo>
                  <a:lnTo>
                    <a:pt x="5670130" y="2332573"/>
                  </a:lnTo>
                  <a:lnTo>
                    <a:pt x="5722058" y="2344875"/>
                  </a:lnTo>
                  <a:lnTo>
                    <a:pt x="5772070" y="2358599"/>
                  </a:lnTo>
                  <a:lnTo>
                    <a:pt x="5784835" y="2362399"/>
                  </a:lnTo>
                  <a:lnTo>
                    <a:pt x="5836800" y="2379083"/>
                  </a:lnTo>
                  <a:lnTo>
                    <a:pt x="5888261" y="2397461"/>
                  </a:lnTo>
                  <a:lnTo>
                    <a:pt x="5939744" y="2417559"/>
                  </a:lnTo>
                  <a:lnTo>
                    <a:pt x="5991611" y="2439345"/>
                  </a:lnTo>
                  <a:lnTo>
                    <a:pt x="6044075" y="2462722"/>
                  </a:lnTo>
                  <a:lnTo>
                    <a:pt x="6097223" y="2487523"/>
                  </a:lnTo>
                  <a:lnTo>
                    <a:pt x="6151029" y="2513516"/>
                  </a:lnTo>
                  <a:lnTo>
                    <a:pt x="6205375" y="2540405"/>
                  </a:lnTo>
                  <a:lnTo>
                    <a:pt x="6260070" y="2567849"/>
                  </a:lnTo>
                  <a:lnTo>
                    <a:pt x="6314882" y="2595472"/>
                  </a:lnTo>
                  <a:lnTo>
                    <a:pt x="6369561" y="2622891"/>
                  </a:lnTo>
                  <a:lnTo>
                    <a:pt x="6423877" y="2649732"/>
                  </a:lnTo>
                  <a:lnTo>
                    <a:pt x="6477643" y="2675655"/>
                  </a:lnTo>
                  <a:lnTo>
                    <a:pt x="6530745" y="2700369"/>
                  </a:lnTo>
                  <a:lnTo>
                    <a:pt x="6583166" y="2723645"/>
                  </a:lnTo>
                  <a:lnTo>
                    <a:pt x="6634999" y="2745323"/>
                  </a:lnTo>
                  <a:lnTo>
                    <a:pt x="6686469" y="2765309"/>
                  </a:lnTo>
                  <a:lnTo>
                    <a:pt x="6737944" y="2783575"/>
                  </a:lnTo>
                  <a:lnTo>
                    <a:pt x="6786527" y="2799114"/>
                  </a:lnTo>
                  <a:lnTo>
                    <a:pt x="6836165" y="2813214"/>
                  </a:lnTo>
                  <a:lnTo>
                    <a:pt x="6887518" y="2825878"/>
                  </a:lnTo>
                  <a:lnTo>
                    <a:pt x="6941409" y="2837183"/>
                  </a:lnTo>
                  <a:lnTo>
                    <a:pt x="6998758" y="2847256"/>
                  </a:lnTo>
                  <a:lnTo>
                    <a:pt x="7060498" y="2856239"/>
                  </a:lnTo>
                  <a:lnTo>
                    <a:pt x="7127495" y="2864268"/>
                  </a:lnTo>
                  <a:lnTo>
                    <a:pt x="7200442" y="2871462"/>
                  </a:lnTo>
                  <a:lnTo>
                    <a:pt x="7279719" y="2877918"/>
                  </a:lnTo>
                  <a:lnTo>
                    <a:pt x="7365208" y="2883702"/>
                  </a:lnTo>
                  <a:lnTo>
                    <a:pt x="7456074" y="2888857"/>
                  </a:lnTo>
                  <a:lnTo>
                    <a:pt x="7550560" y="2893398"/>
                  </a:lnTo>
                  <a:lnTo>
                    <a:pt x="7645852" y="2897321"/>
                  </a:lnTo>
                  <a:lnTo>
                    <a:pt x="7738150" y="2900611"/>
                  </a:lnTo>
                  <a:lnTo>
                    <a:pt x="7823026" y="2903257"/>
                  </a:lnTo>
                  <a:lnTo>
                    <a:pt x="7896098" y="2905267"/>
                  </a:lnTo>
                  <a:lnTo>
                    <a:pt x="7953919" y="2906681"/>
                  </a:lnTo>
                  <a:lnTo>
                    <a:pt x="7994797" y="2907575"/>
                  </a:lnTo>
                  <a:lnTo>
                    <a:pt x="8019307" y="2908057"/>
                  </a:lnTo>
                  <a:lnTo>
                    <a:pt x="8030334" y="2908252"/>
                  </a:lnTo>
                  <a:lnTo>
                    <a:pt x="8032819" y="2908293"/>
                  </a:lnTo>
                  <a:lnTo>
                    <a:pt x="8554953" y="2908293"/>
                  </a:lnTo>
                  <a:lnTo>
                    <a:pt x="8554953" y="2896998"/>
                  </a:lnTo>
                  <a:lnTo>
                    <a:pt x="8032819" y="2896998"/>
                  </a:lnTo>
                  <a:lnTo>
                    <a:pt x="8031556" y="2896978"/>
                  </a:lnTo>
                  <a:lnTo>
                    <a:pt x="8023301" y="2896835"/>
                  </a:lnTo>
                  <a:lnTo>
                    <a:pt x="8002658" y="2896440"/>
                  </a:lnTo>
                  <a:lnTo>
                    <a:pt x="7966181" y="2895665"/>
                  </a:lnTo>
                  <a:lnTo>
                    <a:pt x="7912684" y="2894395"/>
                  </a:lnTo>
                  <a:lnTo>
                    <a:pt x="7843298" y="2892545"/>
                  </a:lnTo>
                  <a:lnTo>
                    <a:pt x="7761088" y="2890066"/>
                  </a:lnTo>
                  <a:lnTo>
                    <a:pt x="7670279" y="2886943"/>
                  </a:lnTo>
                  <a:lnTo>
                    <a:pt x="7575365" y="2883183"/>
                  </a:lnTo>
                  <a:lnTo>
                    <a:pt x="7480356" y="2878801"/>
                  </a:lnTo>
                  <a:lnTo>
                    <a:pt x="7388340" y="2873806"/>
                  </a:lnTo>
                  <a:lnTo>
                    <a:pt x="7301341" y="2868188"/>
                  </a:lnTo>
                  <a:lnTo>
                    <a:pt x="7220414" y="2861912"/>
                  </a:lnTo>
                  <a:lnTo>
                    <a:pt x="7145843" y="2854918"/>
                  </a:lnTo>
                  <a:lnTo>
                    <a:pt x="7077358" y="2847116"/>
                  </a:lnTo>
                  <a:lnTo>
                    <a:pt x="7014331" y="2838393"/>
                  </a:lnTo>
                  <a:lnTo>
                    <a:pt x="6955931" y="2828617"/>
                  </a:lnTo>
                  <a:lnTo>
                    <a:pt x="6901232" y="2817646"/>
                  </a:lnTo>
                  <a:lnTo>
                    <a:pt x="6849304" y="2805344"/>
                  </a:lnTo>
                  <a:lnTo>
                    <a:pt x="6799292" y="2791620"/>
                  </a:lnTo>
                  <a:lnTo>
                    <a:pt x="6786527" y="2787820"/>
                  </a:lnTo>
                  <a:lnTo>
                    <a:pt x="6734562" y="2771136"/>
                  </a:lnTo>
                  <a:lnTo>
                    <a:pt x="6683101" y="2752758"/>
                  </a:lnTo>
                  <a:lnTo>
                    <a:pt x="6631618" y="2732660"/>
                  </a:lnTo>
                  <a:lnTo>
                    <a:pt x="6579751" y="2710874"/>
                  </a:lnTo>
                  <a:lnTo>
                    <a:pt x="6527287" y="2687497"/>
                  </a:lnTo>
                  <a:lnTo>
                    <a:pt x="6474139" y="2662696"/>
                  </a:lnTo>
                  <a:lnTo>
                    <a:pt x="6420333" y="2636704"/>
                  </a:lnTo>
                  <a:lnTo>
                    <a:pt x="6365987" y="2609814"/>
                  </a:lnTo>
                  <a:lnTo>
                    <a:pt x="6311292" y="2582370"/>
                  </a:lnTo>
                  <a:lnTo>
                    <a:pt x="6256480" y="2554747"/>
                  </a:lnTo>
                  <a:lnTo>
                    <a:pt x="6201801" y="2527328"/>
                  </a:lnTo>
                  <a:lnTo>
                    <a:pt x="6147485" y="2500487"/>
                  </a:lnTo>
                  <a:lnTo>
                    <a:pt x="6093719" y="2474564"/>
                  </a:lnTo>
                  <a:lnTo>
                    <a:pt x="6040617" y="2449850"/>
                  </a:lnTo>
                  <a:lnTo>
                    <a:pt x="5988196" y="2426574"/>
                  </a:lnTo>
                  <a:lnTo>
                    <a:pt x="5936363" y="2404896"/>
                  </a:lnTo>
                  <a:lnTo>
                    <a:pt x="5884893" y="2384910"/>
                  </a:lnTo>
                  <a:lnTo>
                    <a:pt x="5833418" y="2366644"/>
                  </a:lnTo>
                  <a:lnTo>
                    <a:pt x="5784835" y="2351105"/>
                  </a:lnTo>
                  <a:lnTo>
                    <a:pt x="5735197" y="2337005"/>
                  </a:lnTo>
                  <a:lnTo>
                    <a:pt x="5683844" y="2324341"/>
                  </a:lnTo>
                  <a:lnTo>
                    <a:pt x="5629953" y="2313036"/>
                  </a:lnTo>
                  <a:lnTo>
                    <a:pt x="5572604" y="2302963"/>
                  </a:lnTo>
                  <a:lnTo>
                    <a:pt x="5510864" y="2293980"/>
                  </a:lnTo>
                  <a:lnTo>
                    <a:pt x="5443867" y="2285951"/>
                  </a:lnTo>
                  <a:lnTo>
                    <a:pt x="5370920" y="2278757"/>
                  </a:lnTo>
                  <a:lnTo>
                    <a:pt x="5291643" y="2272301"/>
                  </a:lnTo>
                  <a:lnTo>
                    <a:pt x="5206154" y="2266517"/>
                  </a:lnTo>
                  <a:lnTo>
                    <a:pt x="5115288" y="2261362"/>
                  </a:lnTo>
                  <a:lnTo>
                    <a:pt x="5020802" y="2256821"/>
                  </a:lnTo>
                  <a:lnTo>
                    <a:pt x="4925510" y="2252898"/>
                  </a:lnTo>
                  <a:lnTo>
                    <a:pt x="4833212" y="2249608"/>
                  </a:lnTo>
                  <a:lnTo>
                    <a:pt x="4748336" y="2246962"/>
                  </a:lnTo>
                  <a:lnTo>
                    <a:pt x="4675263" y="2244952"/>
                  </a:lnTo>
                  <a:lnTo>
                    <a:pt x="4617443" y="2243538"/>
                  </a:lnTo>
                  <a:lnTo>
                    <a:pt x="4576565" y="2242644"/>
                  </a:lnTo>
                  <a:lnTo>
                    <a:pt x="4552055" y="2242162"/>
                  </a:lnTo>
                  <a:lnTo>
                    <a:pt x="4541028" y="2241967"/>
                  </a:lnTo>
                  <a:lnTo>
                    <a:pt x="4538543" y="2241926"/>
                  </a:lnTo>
                  <a:lnTo>
                    <a:pt x="4016409" y="2241926"/>
                  </a:lnTo>
                  <a:lnTo>
                    <a:pt x="4015217" y="2241862"/>
                  </a:lnTo>
                  <a:lnTo>
                    <a:pt x="4007413" y="2241401"/>
                  </a:lnTo>
                  <a:lnTo>
                    <a:pt x="3987861" y="2240128"/>
                  </a:lnTo>
                  <a:lnTo>
                    <a:pt x="3953213" y="2237625"/>
                  </a:lnTo>
                  <a:lnTo>
                    <a:pt x="3902199" y="2233521"/>
                  </a:lnTo>
                  <a:lnTo>
                    <a:pt x="3835704" y="2227531"/>
                  </a:lnTo>
                  <a:lnTo>
                    <a:pt x="3756457" y="2219484"/>
                  </a:lnTo>
                  <a:lnTo>
                    <a:pt x="3668355" y="2209317"/>
                  </a:lnTo>
                  <a:lnTo>
                    <a:pt x="3575651" y="2197047"/>
                  </a:lnTo>
                  <a:lnTo>
                    <a:pt x="3482241" y="2182724"/>
                  </a:lnTo>
                  <a:lnTo>
                    <a:pt x="3391215" y="2166381"/>
                  </a:lnTo>
                  <a:lnTo>
                    <a:pt x="3304683" y="2148000"/>
                  </a:lnTo>
                  <a:lnTo>
                    <a:pt x="3223832" y="2127491"/>
                  </a:lnTo>
                  <a:lnTo>
                    <a:pt x="3149083" y="2104676"/>
                  </a:lnTo>
                  <a:lnTo>
                    <a:pt x="3080298" y="2079292"/>
                  </a:lnTo>
                  <a:lnTo>
                    <a:pt x="3016965" y="2050994"/>
                  </a:lnTo>
                  <a:lnTo>
                    <a:pt x="2958342" y="2019371"/>
                  </a:lnTo>
                  <a:lnTo>
                    <a:pt x="2903577" y="1983968"/>
                  </a:lnTo>
                  <a:lnTo>
                    <a:pt x="2851785" y="1944335"/>
                  </a:lnTo>
                  <a:lnTo>
                    <a:pt x="2802125" y="1900107"/>
                  </a:lnTo>
                  <a:lnTo>
                    <a:pt x="2770117" y="1868272"/>
                  </a:lnTo>
                  <a:lnTo>
                    <a:pt x="2729554" y="1824267"/>
                  </a:lnTo>
                  <a:lnTo>
                    <a:pt x="2689380" y="1776762"/>
                  </a:lnTo>
                  <a:lnTo>
                    <a:pt x="2649316" y="1725687"/>
                  </a:lnTo>
                  <a:lnTo>
                    <a:pt x="2609150" y="1671042"/>
                  </a:lnTo>
                  <a:lnTo>
                    <a:pt x="2568729" y="1612900"/>
                  </a:lnTo>
                  <a:lnTo>
                    <a:pt x="2527953" y="1551420"/>
                  </a:lnTo>
                  <a:lnTo>
                    <a:pt x="2486768" y="1486848"/>
                  </a:lnTo>
                  <a:lnTo>
                    <a:pt x="2445165" y="1419513"/>
                  </a:lnTo>
                  <a:lnTo>
                    <a:pt x="2403172" y="1349831"/>
                  </a:lnTo>
                  <a:lnTo>
                    <a:pt x="2360852" y="1278290"/>
                  </a:lnTo>
                  <a:lnTo>
                    <a:pt x="2318291" y="1205440"/>
                  </a:lnTo>
                  <a:lnTo>
                    <a:pt x="2275597" y="1131878"/>
                  </a:lnTo>
                  <a:lnTo>
                    <a:pt x="2232885" y="1058224"/>
                  </a:lnTo>
                  <a:lnTo>
                    <a:pt x="2190274" y="985100"/>
                  </a:lnTo>
                  <a:lnTo>
                    <a:pt x="2147872" y="913111"/>
                  </a:lnTo>
                  <a:lnTo>
                    <a:pt x="2105775" y="842825"/>
                  </a:lnTo>
                  <a:lnTo>
                    <a:pt x="2064052" y="774748"/>
                  </a:lnTo>
                  <a:lnTo>
                    <a:pt x="2022742" y="709319"/>
                  </a:lnTo>
                  <a:lnTo>
                    <a:pt x="1981848" y="646894"/>
                  </a:lnTo>
                  <a:lnTo>
                    <a:pt x="1941330" y="587744"/>
                  </a:lnTo>
                  <a:lnTo>
                    <a:pt x="1901103" y="532051"/>
                  </a:lnTo>
                  <a:lnTo>
                    <a:pt x="1861028" y="479915"/>
                  </a:lnTo>
                  <a:lnTo>
                    <a:pt x="1820912" y="431358"/>
                  </a:lnTo>
                  <a:lnTo>
                    <a:pt x="1780497" y="386327"/>
                  </a:lnTo>
                  <a:lnTo>
                    <a:pt x="1768425" y="373654"/>
                  </a:lnTo>
                  <a:lnTo>
                    <a:pt x="1719765" y="326288"/>
                  </a:lnTo>
                  <a:lnTo>
                    <a:pt x="1669470" y="283649"/>
                  </a:lnTo>
                  <a:lnTo>
                    <a:pt x="1616768" y="245498"/>
                  </a:lnTo>
                  <a:lnTo>
                    <a:pt x="1560793" y="211429"/>
                  </a:lnTo>
                  <a:lnTo>
                    <a:pt x="1500665" y="180983"/>
                  </a:lnTo>
                  <a:lnTo>
                    <a:pt x="1435557" y="153717"/>
                  </a:lnTo>
                  <a:lnTo>
                    <a:pt x="1364792" y="129239"/>
                  </a:lnTo>
                  <a:lnTo>
                    <a:pt x="1287965" y="107232"/>
                  </a:lnTo>
                  <a:lnTo>
                    <a:pt x="1205105" y="87460"/>
                  </a:lnTo>
                  <a:lnTo>
                    <a:pt x="1116873" y="69776"/>
                  </a:lnTo>
                  <a:lnTo>
                    <a:pt x="1024752" y="54117"/>
                  </a:lnTo>
                  <a:lnTo>
                    <a:pt x="931189" y="40484"/>
                  </a:lnTo>
                  <a:lnTo>
                    <a:pt x="839579" y="28923"/>
                  </a:lnTo>
                  <a:lnTo>
                    <a:pt x="754004" y="19476"/>
                  </a:lnTo>
                  <a:lnTo>
                    <a:pt x="678688" y="12138"/>
                  </a:lnTo>
                  <a:lnTo>
                    <a:pt x="617219" y="6813"/>
                  </a:lnTo>
                  <a:lnTo>
                    <a:pt x="571762" y="3290"/>
                  </a:lnTo>
                  <a:lnTo>
                    <a:pt x="542485" y="1249"/>
                  </a:lnTo>
                  <a:lnTo>
                    <a:pt x="527388" y="298"/>
                  </a:lnTo>
                  <a:lnTo>
                    <a:pt x="522484" y="18"/>
                  </a:lnTo>
                  <a:lnTo>
                    <a:pt x="5221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591" name="pl591"/>
            <p:cNvSpPr/>
            <p:nvPr/>
          </p:nvSpPr>
          <p:spPr>
            <a:xfrm>
              <a:off x="386606" y="2806283"/>
              <a:ext cx="8554953" cy="2896998"/>
            </a:xfrm>
            <a:custGeom>
              <a:avLst/>
              <a:pathLst>
                <a:path w="8554953" h="2896998">
                  <a:moveTo>
                    <a:pt x="0" y="0"/>
                  </a:moveTo>
                  <a:lnTo>
                    <a:pt x="522133" y="0"/>
                  </a:lnTo>
                  <a:lnTo>
                    <a:pt x="523325" y="64"/>
                  </a:lnTo>
                  <a:lnTo>
                    <a:pt x="531129" y="525"/>
                  </a:lnTo>
                  <a:lnTo>
                    <a:pt x="550681" y="1798"/>
                  </a:lnTo>
                  <a:lnTo>
                    <a:pt x="585329" y="4301"/>
                  </a:lnTo>
                  <a:lnTo>
                    <a:pt x="636344" y="8404"/>
                  </a:lnTo>
                  <a:lnTo>
                    <a:pt x="702838" y="14395"/>
                  </a:lnTo>
                  <a:lnTo>
                    <a:pt x="782085" y="22442"/>
                  </a:lnTo>
                  <a:lnTo>
                    <a:pt x="870187" y="32609"/>
                  </a:lnTo>
                  <a:lnTo>
                    <a:pt x="962892" y="44879"/>
                  </a:lnTo>
                  <a:lnTo>
                    <a:pt x="1056301" y="59202"/>
                  </a:lnTo>
                  <a:lnTo>
                    <a:pt x="1147328" y="75545"/>
                  </a:lnTo>
                  <a:lnTo>
                    <a:pt x="1233859" y="93926"/>
                  </a:lnTo>
                  <a:lnTo>
                    <a:pt x="1314710" y="114435"/>
                  </a:lnTo>
                  <a:lnTo>
                    <a:pt x="1389459" y="137250"/>
                  </a:lnTo>
                  <a:lnTo>
                    <a:pt x="1458244" y="162634"/>
                  </a:lnTo>
                  <a:lnTo>
                    <a:pt x="1521577" y="190932"/>
                  </a:lnTo>
                  <a:lnTo>
                    <a:pt x="1580200" y="222555"/>
                  </a:lnTo>
                  <a:lnTo>
                    <a:pt x="1634965" y="257958"/>
                  </a:lnTo>
                  <a:lnTo>
                    <a:pt x="1686757" y="297591"/>
                  </a:lnTo>
                  <a:lnTo>
                    <a:pt x="1736418" y="341819"/>
                  </a:lnTo>
                  <a:lnTo>
                    <a:pt x="1768425" y="373654"/>
                  </a:lnTo>
                  <a:lnTo>
                    <a:pt x="1808988" y="417659"/>
                  </a:lnTo>
                  <a:lnTo>
                    <a:pt x="1849163" y="465164"/>
                  </a:lnTo>
                  <a:lnTo>
                    <a:pt x="1889227" y="516239"/>
                  </a:lnTo>
                  <a:lnTo>
                    <a:pt x="1929392" y="570884"/>
                  </a:lnTo>
                  <a:lnTo>
                    <a:pt x="1969813" y="629026"/>
                  </a:lnTo>
                  <a:lnTo>
                    <a:pt x="2010589" y="690506"/>
                  </a:lnTo>
                  <a:lnTo>
                    <a:pt x="2051774" y="755078"/>
                  </a:lnTo>
                  <a:lnTo>
                    <a:pt x="2093378" y="822413"/>
                  </a:lnTo>
                  <a:lnTo>
                    <a:pt x="2135370" y="892095"/>
                  </a:lnTo>
                  <a:lnTo>
                    <a:pt x="2177691" y="963636"/>
                  </a:lnTo>
                  <a:lnTo>
                    <a:pt x="2220251" y="1036485"/>
                  </a:lnTo>
                  <a:lnTo>
                    <a:pt x="2262945" y="1110048"/>
                  </a:lnTo>
                  <a:lnTo>
                    <a:pt x="2305657" y="1183702"/>
                  </a:lnTo>
                  <a:lnTo>
                    <a:pt x="2348268" y="1256826"/>
                  </a:lnTo>
                  <a:lnTo>
                    <a:pt x="2390670" y="1328815"/>
                  </a:lnTo>
                  <a:lnTo>
                    <a:pt x="2432767" y="1399101"/>
                  </a:lnTo>
                  <a:lnTo>
                    <a:pt x="2474490" y="1467178"/>
                  </a:lnTo>
                  <a:lnTo>
                    <a:pt x="2515800" y="1532607"/>
                  </a:lnTo>
                  <a:lnTo>
                    <a:pt x="2556694" y="1595032"/>
                  </a:lnTo>
                  <a:lnTo>
                    <a:pt x="2597212" y="1654182"/>
                  </a:lnTo>
                  <a:lnTo>
                    <a:pt x="2637439" y="1709875"/>
                  </a:lnTo>
                  <a:lnTo>
                    <a:pt x="2677514" y="1762010"/>
                  </a:lnTo>
                  <a:lnTo>
                    <a:pt x="2717630" y="1810568"/>
                  </a:lnTo>
                  <a:lnTo>
                    <a:pt x="2758045" y="1855599"/>
                  </a:lnTo>
                  <a:lnTo>
                    <a:pt x="2770117" y="1868272"/>
                  </a:lnTo>
                  <a:lnTo>
                    <a:pt x="2818777" y="1915638"/>
                  </a:lnTo>
                  <a:lnTo>
                    <a:pt x="2869072" y="1958277"/>
                  </a:lnTo>
                  <a:lnTo>
                    <a:pt x="2921774" y="1996428"/>
                  </a:lnTo>
                  <a:lnTo>
                    <a:pt x="2977749" y="2030497"/>
                  </a:lnTo>
                  <a:lnTo>
                    <a:pt x="3037877" y="2060943"/>
                  </a:lnTo>
                  <a:lnTo>
                    <a:pt x="3102985" y="2088209"/>
                  </a:lnTo>
                  <a:lnTo>
                    <a:pt x="3173750" y="2112687"/>
                  </a:lnTo>
                  <a:lnTo>
                    <a:pt x="3250577" y="2134694"/>
                  </a:lnTo>
                  <a:lnTo>
                    <a:pt x="3333437" y="2154466"/>
                  </a:lnTo>
                  <a:lnTo>
                    <a:pt x="3421669" y="2172150"/>
                  </a:lnTo>
                  <a:lnTo>
                    <a:pt x="3513790" y="2187809"/>
                  </a:lnTo>
                  <a:lnTo>
                    <a:pt x="3607353" y="2201441"/>
                  </a:lnTo>
                  <a:lnTo>
                    <a:pt x="3698963" y="2213003"/>
                  </a:lnTo>
                  <a:lnTo>
                    <a:pt x="3784538" y="2222450"/>
                  </a:lnTo>
                  <a:lnTo>
                    <a:pt x="3859854" y="2229788"/>
                  </a:lnTo>
                  <a:lnTo>
                    <a:pt x="3921323" y="2235113"/>
                  </a:lnTo>
                  <a:lnTo>
                    <a:pt x="3966781" y="2238636"/>
                  </a:lnTo>
                  <a:lnTo>
                    <a:pt x="3996058" y="2240677"/>
                  </a:lnTo>
                  <a:lnTo>
                    <a:pt x="4011154" y="2241627"/>
                  </a:lnTo>
                  <a:lnTo>
                    <a:pt x="4016058" y="2241908"/>
                  </a:lnTo>
                  <a:lnTo>
                    <a:pt x="4016409" y="2241926"/>
                  </a:lnTo>
                  <a:lnTo>
                    <a:pt x="4538543" y="2241926"/>
                  </a:lnTo>
                  <a:lnTo>
                    <a:pt x="4539806" y="2241946"/>
                  </a:lnTo>
                  <a:lnTo>
                    <a:pt x="4548061" y="2242089"/>
                  </a:lnTo>
                  <a:lnTo>
                    <a:pt x="4568704" y="2242484"/>
                  </a:lnTo>
                  <a:lnTo>
                    <a:pt x="4605181" y="2243260"/>
                  </a:lnTo>
                  <a:lnTo>
                    <a:pt x="4658678" y="2244530"/>
                  </a:lnTo>
                  <a:lnTo>
                    <a:pt x="4728064" y="2246380"/>
                  </a:lnTo>
                  <a:lnTo>
                    <a:pt x="4810274" y="2248859"/>
                  </a:lnTo>
                  <a:lnTo>
                    <a:pt x="4901083" y="2251982"/>
                  </a:lnTo>
                  <a:lnTo>
                    <a:pt x="4995997" y="2255742"/>
                  </a:lnTo>
                  <a:lnTo>
                    <a:pt x="5091005" y="2260124"/>
                  </a:lnTo>
                  <a:lnTo>
                    <a:pt x="5183022" y="2265119"/>
                  </a:lnTo>
                  <a:lnTo>
                    <a:pt x="5270021" y="2270737"/>
                  </a:lnTo>
                  <a:lnTo>
                    <a:pt x="5350948" y="2277013"/>
                  </a:lnTo>
                  <a:lnTo>
                    <a:pt x="5425518" y="2284007"/>
                  </a:lnTo>
                  <a:lnTo>
                    <a:pt x="5494004" y="2291809"/>
                  </a:lnTo>
                  <a:lnTo>
                    <a:pt x="5557030" y="2300531"/>
                  </a:lnTo>
                  <a:lnTo>
                    <a:pt x="5615431" y="2310307"/>
                  </a:lnTo>
                  <a:lnTo>
                    <a:pt x="5670130" y="2321279"/>
                  </a:lnTo>
                  <a:lnTo>
                    <a:pt x="5722058" y="2333580"/>
                  </a:lnTo>
                  <a:lnTo>
                    <a:pt x="5772070" y="2347305"/>
                  </a:lnTo>
                  <a:lnTo>
                    <a:pt x="5784835" y="2351105"/>
                  </a:lnTo>
                  <a:lnTo>
                    <a:pt x="5836800" y="2367788"/>
                  </a:lnTo>
                  <a:lnTo>
                    <a:pt x="5888261" y="2386167"/>
                  </a:lnTo>
                  <a:lnTo>
                    <a:pt x="5939744" y="2406265"/>
                  </a:lnTo>
                  <a:lnTo>
                    <a:pt x="5991611" y="2428051"/>
                  </a:lnTo>
                  <a:lnTo>
                    <a:pt x="6044075" y="2451428"/>
                  </a:lnTo>
                  <a:lnTo>
                    <a:pt x="6097223" y="2476229"/>
                  </a:lnTo>
                  <a:lnTo>
                    <a:pt x="6151029" y="2502221"/>
                  </a:lnTo>
                  <a:lnTo>
                    <a:pt x="6205375" y="2529111"/>
                  </a:lnTo>
                  <a:lnTo>
                    <a:pt x="6260070" y="2556555"/>
                  </a:lnTo>
                  <a:lnTo>
                    <a:pt x="6314882" y="2584178"/>
                  </a:lnTo>
                  <a:lnTo>
                    <a:pt x="6369561" y="2611597"/>
                  </a:lnTo>
                  <a:lnTo>
                    <a:pt x="6423877" y="2638437"/>
                  </a:lnTo>
                  <a:lnTo>
                    <a:pt x="6477643" y="2664360"/>
                  </a:lnTo>
                  <a:lnTo>
                    <a:pt x="6530745" y="2689075"/>
                  </a:lnTo>
                  <a:lnTo>
                    <a:pt x="6583166" y="2712351"/>
                  </a:lnTo>
                  <a:lnTo>
                    <a:pt x="6634999" y="2734029"/>
                  </a:lnTo>
                  <a:lnTo>
                    <a:pt x="6686469" y="2754015"/>
                  </a:lnTo>
                  <a:lnTo>
                    <a:pt x="6737944" y="2772281"/>
                  </a:lnTo>
                  <a:lnTo>
                    <a:pt x="6786527" y="2787820"/>
                  </a:lnTo>
                  <a:lnTo>
                    <a:pt x="6836165" y="2801920"/>
                  </a:lnTo>
                  <a:lnTo>
                    <a:pt x="6887518" y="2814584"/>
                  </a:lnTo>
                  <a:lnTo>
                    <a:pt x="6941409" y="2825889"/>
                  </a:lnTo>
                  <a:lnTo>
                    <a:pt x="6998758" y="2835962"/>
                  </a:lnTo>
                  <a:lnTo>
                    <a:pt x="7060498" y="2844945"/>
                  </a:lnTo>
                  <a:lnTo>
                    <a:pt x="7127495" y="2852974"/>
                  </a:lnTo>
                  <a:lnTo>
                    <a:pt x="7200442" y="2860168"/>
                  </a:lnTo>
                  <a:lnTo>
                    <a:pt x="7279719" y="2866623"/>
                  </a:lnTo>
                  <a:lnTo>
                    <a:pt x="7365208" y="2872408"/>
                  </a:lnTo>
                  <a:lnTo>
                    <a:pt x="7456074" y="2877563"/>
                  </a:lnTo>
                  <a:lnTo>
                    <a:pt x="7550560" y="2882104"/>
                  </a:lnTo>
                  <a:lnTo>
                    <a:pt x="7645852" y="2886027"/>
                  </a:lnTo>
                  <a:lnTo>
                    <a:pt x="7738150" y="2889317"/>
                  </a:lnTo>
                  <a:lnTo>
                    <a:pt x="7823026" y="2891963"/>
                  </a:lnTo>
                  <a:lnTo>
                    <a:pt x="7896098" y="2893973"/>
                  </a:lnTo>
                  <a:lnTo>
                    <a:pt x="7953919" y="2895387"/>
                  </a:lnTo>
                  <a:lnTo>
                    <a:pt x="7994797" y="2896281"/>
                  </a:lnTo>
                  <a:lnTo>
                    <a:pt x="8019307" y="2896762"/>
                  </a:lnTo>
                  <a:lnTo>
                    <a:pt x="8030334" y="2896958"/>
                  </a:lnTo>
                  <a:lnTo>
                    <a:pt x="8032796" y="2896998"/>
                  </a:lnTo>
                  <a:lnTo>
                    <a:pt x="8032819" y="2896998"/>
                  </a:lnTo>
                  <a:lnTo>
                    <a:pt x="8554953" y="2896998"/>
                  </a:lnTo>
                  <a:lnTo>
                    <a:pt x="8554953" y="2896998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592" name="pl592"/>
            <p:cNvSpPr/>
            <p:nvPr/>
          </p:nvSpPr>
          <p:spPr>
            <a:xfrm>
              <a:off x="386606" y="2794989"/>
              <a:ext cx="8554953" cy="2896998"/>
            </a:xfrm>
            <a:custGeom>
              <a:avLst/>
              <a:pathLst>
                <a:path w="8554953" h="2896998">
                  <a:moveTo>
                    <a:pt x="8554953" y="2896998"/>
                  </a:moveTo>
                  <a:lnTo>
                    <a:pt x="8032819" y="2896998"/>
                  </a:lnTo>
                  <a:lnTo>
                    <a:pt x="8031556" y="2896978"/>
                  </a:lnTo>
                  <a:lnTo>
                    <a:pt x="8023301" y="2896835"/>
                  </a:lnTo>
                  <a:lnTo>
                    <a:pt x="8002658" y="2896440"/>
                  </a:lnTo>
                  <a:lnTo>
                    <a:pt x="7966181" y="2895665"/>
                  </a:lnTo>
                  <a:lnTo>
                    <a:pt x="7912684" y="2894395"/>
                  </a:lnTo>
                  <a:lnTo>
                    <a:pt x="7843298" y="2892545"/>
                  </a:lnTo>
                  <a:lnTo>
                    <a:pt x="7761088" y="2890066"/>
                  </a:lnTo>
                  <a:lnTo>
                    <a:pt x="7670279" y="2886943"/>
                  </a:lnTo>
                  <a:lnTo>
                    <a:pt x="7575365" y="2883183"/>
                  </a:lnTo>
                  <a:lnTo>
                    <a:pt x="7480356" y="2878801"/>
                  </a:lnTo>
                  <a:lnTo>
                    <a:pt x="7388340" y="2873806"/>
                  </a:lnTo>
                  <a:lnTo>
                    <a:pt x="7301341" y="2868188"/>
                  </a:lnTo>
                  <a:lnTo>
                    <a:pt x="7220414" y="2861912"/>
                  </a:lnTo>
                  <a:lnTo>
                    <a:pt x="7145843" y="2854918"/>
                  </a:lnTo>
                  <a:lnTo>
                    <a:pt x="7077358" y="2847116"/>
                  </a:lnTo>
                  <a:lnTo>
                    <a:pt x="7014331" y="2838393"/>
                  </a:lnTo>
                  <a:lnTo>
                    <a:pt x="6955931" y="2828617"/>
                  </a:lnTo>
                  <a:lnTo>
                    <a:pt x="6901232" y="2817646"/>
                  </a:lnTo>
                  <a:lnTo>
                    <a:pt x="6849304" y="2805344"/>
                  </a:lnTo>
                  <a:lnTo>
                    <a:pt x="6799292" y="2791620"/>
                  </a:lnTo>
                  <a:lnTo>
                    <a:pt x="6786527" y="2787820"/>
                  </a:lnTo>
                  <a:lnTo>
                    <a:pt x="6734562" y="2771136"/>
                  </a:lnTo>
                  <a:lnTo>
                    <a:pt x="6683101" y="2752758"/>
                  </a:lnTo>
                  <a:lnTo>
                    <a:pt x="6631618" y="2732660"/>
                  </a:lnTo>
                  <a:lnTo>
                    <a:pt x="6579751" y="2710874"/>
                  </a:lnTo>
                  <a:lnTo>
                    <a:pt x="6527287" y="2687497"/>
                  </a:lnTo>
                  <a:lnTo>
                    <a:pt x="6474139" y="2662696"/>
                  </a:lnTo>
                  <a:lnTo>
                    <a:pt x="6420333" y="2636704"/>
                  </a:lnTo>
                  <a:lnTo>
                    <a:pt x="6365987" y="2609814"/>
                  </a:lnTo>
                  <a:lnTo>
                    <a:pt x="6311292" y="2582370"/>
                  </a:lnTo>
                  <a:lnTo>
                    <a:pt x="6256480" y="2554747"/>
                  </a:lnTo>
                  <a:lnTo>
                    <a:pt x="6201801" y="2527328"/>
                  </a:lnTo>
                  <a:lnTo>
                    <a:pt x="6147485" y="2500487"/>
                  </a:lnTo>
                  <a:lnTo>
                    <a:pt x="6093719" y="2474564"/>
                  </a:lnTo>
                  <a:lnTo>
                    <a:pt x="6040617" y="2449850"/>
                  </a:lnTo>
                  <a:lnTo>
                    <a:pt x="5988196" y="2426574"/>
                  </a:lnTo>
                  <a:lnTo>
                    <a:pt x="5936363" y="2404896"/>
                  </a:lnTo>
                  <a:lnTo>
                    <a:pt x="5884893" y="2384910"/>
                  </a:lnTo>
                  <a:lnTo>
                    <a:pt x="5833418" y="2366644"/>
                  </a:lnTo>
                  <a:lnTo>
                    <a:pt x="5784835" y="2351105"/>
                  </a:lnTo>
                  <a:lnTo>
                    <a:pt x="5735197" y="2337005"/>
                  </a:lnTo>
                  <a:lnTo>
                    <a:pt x="5683844" y="2324341"/>
                  </a:lnTo>
                  <a:lnTo>
                    <a:pt x="5629953" y="2313036"/>
                  </a:lnTo>
                  <a:lnTo>
                    <a:pt x="5572604" y="2302963"/>
                  </a:lnTo>
                  <a:lnTo>
                    <a:pt x="5510864" y="2293980"/>
                  </a:lnTo>
                  <a:lnTo>
                    <a:pt x="5443867" y="2285951"/>
                  </a:lnTo>
                  <a:lnTo>
                    <a:pt x="5370920" y="2278757"/>
                  </a:lnTo>
                  <a:lnTo>
                    <a:pt x="5291643" y="2272301"/>
                  </a:lnTo>
                  <a:lnTo>
                    <a:pt x="5206154" y="2266517"/>
                  </a:lnTo>
                  <a:lnTo>
                    <a:pt x="5115288" y="2261362"/>
                  </a:lnTo>
                  <a:lnTo>
                    <a:pt x="5020802" y="2256821"/>
                  </a:lnTo>
                  <a:lnTo>
                    <a:pt x="4925510" y="2252898"/>
                  </a:lnTo>
                  <a:lnTo>
                    <a:pt x="4833212" y="2249608"/>
                  </a:lnTo>
                  <a:lnTo>
                    <a:pt x="4748336" y="2246962"/>
                  </a:lnTo>
                  <a:lnTo>
                    <a:pt x="4675263" y="2244952"/>
                  </a:lnTo>
                  <a:lnTo>
                    <a:pt x="4617443" y="2243538"/>
                  </a:lnTo>
                  <a:lnTo>
                    <a:pt x="4576565" y="2242644"/>
                  </a:lnTo>
                  <a:lnTo>
                    <a:pt x="4552055" y="2242162"/>
                  </a:lnTo>
                  <a:lnTo>
                    <a:pt x="4541028" y="2241967"/>
                  </a:lnTo>
                  <a:lnTo>
                    <a:pt x="4538566" y="2241927"/>
                  </a:lnTo>
                  <a:lnTo>
                    <a:pt x="4538543" y="2241926"/>
                  </a:lnTo>
                  <a:lnTo>
                    <a:pt x="4016409" y="2241926"/>
                  </a:lnTo>
                  <a:lnTo>
                    <a:pt x="4015217" y="2241862"/>
                  </a:lnTo>
                  <a:lnTo>
                    <a:pt x="4007413" y="2241401"/>
                  </a:lnTo>
                  <a:lnTo>
                    <a:pt x="3987861" y="2240128"/>
                  </a:lnTo>
                  <a:lnTo>
                    <a:pt x="3953213" y="2237625"/>
                  </a:lnTo>
                  <a:lnTo>
                    <a:pt x="3902199" y="2233521"/>
                  </a:lnTo>
                  <a:lnTo>
                    <a:pt x="3835704" y="2227531"/>
                  </a:lnTo>
                  <a:lnTo>
                    <a:pt x="3756457" y="2219484"/>
                  </a:lnTo>
                  <a:lnTo>
                    <a:pt x="3668355" y="2209317"/>
                  </a:lnTo>
                  <a:lnTo>
                    <a:pt x="3575651" y="2197047"/>
                  </a:lnTo>
                  <a:lnTo>
                    <a:pt x="3482241" y="2182724"/>
                  </a:lnTo>
                  <a:lnTo>
                    <a:pt x="3391215" y="2166381"/>
                  </a:lnTo>
                  <a:lnTo>
                    <a:pt x="3304683" y="2148000"/>
                  </a:lnTo>
                  <a:lnTo>
                    <a:pt x="3223832" y="2127491"/>
                  </a:lnTo>
                  <a:lnTo>
                    <a:pt x="3149083" y="2104676"/>
                  </a:lnTo>
                  <a:lnTo>
                    <a:pt x="3080298" y="2079292"/>
                  </a:lnTo>
                  <a:lnTo>
                    <a:pt x="3016965" y="2050994"/>
                  </a:lnTo>
                  <a:lnTo>
                    <a:pt x="2958342" y="2019371"/>
                  </a:lnTo>
                  <a:lnTo>
                    <a:pt x="2903577" y="1983968"/>
                  </a:lnTo>
                  <a:lnTo>
                    <a:pt x="2851785" y="1944335"/>
                  </a:lnTo>
                  <a:lnTo>
                    <a:pt x="2802125" y="1900107"/>
                  </a:lnTo>
                  <a:lnTo>
                    <a:pt x="2770117" y="1868272"/>
                  </a:lnTo>
                  <a:lnTo>
                    <a:pt x="2729554" y="1824267"/>
                  </a:lnTo>
                  <a:lnTo>
                    <a:pt x="2689380" y="1776762"/>
                  </a:lnTo>
                  <a:lnTo>
                    <a:pt x="2649316" y="1725687"/>
                  </a:lnTo>
                  <a:lnTo>
                    <a:pt x="2609150" y="1671042"/>
                  </a:lnTo>
                  <a:lnTo>
                    <a:pt x="2568729" y="1612900"/>
                  </a:lnTo>
                  <a:lnTo>
                    <a:pt x="2527953" y="1551420"/>
                  </a:lnTo>
                  <a:lnTo>
                    <a:pt x="2486768" y="1486848"/>
                  </a:lnTo>
                  <a:lnTo>
                    <a:pt x="2445165" y="1419513"/>
                  </a:lnTo>
                  <a:lnTo>
                    <a:pt x="2403172" y="1349831"/>
                  </a:lnTo>
                  <a:lnTo>
                    <a:pt x="2360852" y="1278290"/>
                  </a:lnTo>
                  <a:lnTo>
                    <a:pt x="2318291" y="1205440"/>
                  </a:lnTo>
                  <a:lnTo>
                    <a:pt x="2275597" y="1131878"/>
                  </a:lnTo>
                  <a:lnTo>
                    <a:pt x="2232885" y="1058224"/>
                  </a:lnTo>
                  <a:lnTo>
                    <a:pt x="2190274" y="985100"/>
                  </a:lnTo>
                  <a:lnTo>
                    <a:pt x="2147872" y="913111"/>
                  </a:lnTo>
                  <a:lnTo>
                    <a:pt x="2105775" y="842825"/>
                  </a:lnTo>
                  <a:lnTo>
                    <a:pt x="2064052" y="774748"/>
                  </a:lnTo>
                  <a:lnTo>
                    <a:pt x="2022742" y="709319"/>
                  </a:lnTo>
                  <a:lnTo>
                    <a:pt x="1981848" y="646894"/>
                  </a:lnTo>
                  <a:lnTo>
                    <a:pt x="1941330" y="587744"/>
                  </a:lnTo>
                  <a:lnTo>
                    <a:pt x="1901103" y="532051"/>
                  </a:lnTo>
                  <a:lnTo>
                    <a:pt x="1861028" y="479915"/>
                  </a:lnTo>
                  <a:lnTo>
                    <a:pt x="1820912" y="431358"/>
                  </a:lnTo>
                  <a:lnTo>
                    <a:pt x="1780497" y="386327"/>
                  </a:lnTo>
                  <a:lnTo>
                    <a:pt x="1768425" y="373654"/>
                  </a:lnTo>
                  <a:lnTo>
                    <a:pt x="1719765" y="326288"/>
                  </a:lnTo>
                  <a:lnTo>
                    <a:pt x="1669470" y="283649"/>
                  </a:lnTo>
                  <a:lnTo>
                    <a:pt x="1616768" y="245498"/>
                  </a:lnTo>
                  <a:lnTo>
                    <a:pt x="1560793" y="211429"/>
                  </a:lnTo>
                  <a:lnTo>
                    <a:pt x="1500665" y="180983"/>
                  </a:lnTo>
                  <a:lnTo>
                    <a:pt x="1435557" y="153717"/>
                  </a:lnTo>
                  <a:lnTo>
                    <a:pt x="1364792" y="129239"/>
                  </a:lnTo>
                  <a:lnTo>
                    <a:pt x="1287965" y="107232"/>
                  </a:lnTo>
                  <a:lnTo>
                    <a:pt x="1205105" y="87460"/>
                  </a:lnTo>
                  <a:lnTo>
                    <a:pt x="1116873" y="69776"/>
                  </a:lnTo>
                  <a:lnTo>
                    <a:pt x="1024752" y="54117"/>
                  </a:lnTo>
                  <a:lnTo>
                    <a:pt x="931189" y="40484"/>
                  </a:lnTo>
                  <a:lnTo>
                    <a:pt x="839579" y="28923"/>
                  </a:lnTo>
                  <a:lnTo>
                    <a:pt x="754004" y="19476"/>
                  </a:lnTo>
                  <a:lnTo>
                    <a:pt x="678688" y="12138"/>
                  </a:lnTo>
                  <a:lnTo>
                    <a:pt x="617219" y="6813"/>
                  </a:lnTo>
                  <a:lnTo>
                    <a:pt x="571762" y="3290"/>
                  </a:lnTo>
                  <a:lnTo>
                    <a:pt x="542485" y="1249"/>
                  </a:lnTo>
                  <a:lnTo>
                    <a:pt x="527388" y="298"/>
                  </a:lnTo>
                  <a:lnTo>
                    <a:pt x="522484" y="18"/>
                  </a:lnTo>
                  <a:lnTo>
                    <a:pt x="522133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593" name="pg593"/>
            <p:cNvSpPr/>
            <p:nvPr/>
          </p:nvSpPr>
          <p:spPr>
            <a:xfrm>
              <a:off x="386606" y="2806283"/>
              <a:ext cx="8554953" cy="3331830"/>
            </a:xfrm>
            <a:custGeom>
              <a:avLst/>
              <a:pathLst>
                <a:path w="8554953" h="3331830">
                  <a:moveTo>
                    <a:pt x="0" y="16941"/>
                  </a:moveTo>
                  <a:lnTo>
                    <a:pt x="522133" y="16941"/>
                  </a:lnTo>
                  <a:lnTo>
                    <a:pt x="523325" y="17006"/>
                  </a:lnTo>
                  <a:lnTo>
                    <a:pt x="531126" y="17467"/>
                  </a:lnTo>
                  <a:lnTo>
                    <a:pt x="550673" y="18744"/>
                  </a:lnTo>
                  <a:lnTo>
                    <a:pt x="585311" y="21252"/>
                  </a:lnTo>
                  <a:lnTo>
                    <a:pt x="636313" y="25365"/>
                  </a:lnTo>
                  <a:lnTo>
                    <a:pt x="702792" y="31368"/>
                  </a:lnTo>
                  <a:lnTo>
                    <a:pt x="782023" y="39434"/>
                  </a:lnTo>
                  <a:lnTo>
                    <a:pt x="870111" y="49623"/>
                  </a:lnTo>
                  <a:lnTo>
                    <a:pt x="962804" y="61921"/>
                  </a:lnTo>
                  <a:lnTo>
                    <a:pt x="1056205" y="76277"/>
                  </a:lnTo>
                  <a:lnTo>
                    <a:pt x="1147226" y="92657"/>
                  </a:lnTo>
                  <a:lnTo>
                    <a:pt x="1233754" y="111080"/>
                  </a:lnTo>
                  <a:lnTo>
                    <a:pt x="1314605" y="131636"/>
                  </a:lnTo>
                  <a:lnTo>
                    <a:pt x="1389355" y="154502"/>
                  </a:lnTo>
                  <a:lnTo>
                    <a:pt x="1458141" y="179943"/>
                  </a:lnTo>
                  <a:lnTo>
                    <a:pt x="1521476" y="208304"/>
                  </a:lnTo>
                  <a:lnTo>
                    <a:pt x="1580100" y="239998"/>
                  </a:lnTo>
                  <a:lnTo>
                    <a:pt x="1634866" y="275479"/>
                  </a:lnTo>
                  <a:lnTo>
                    <a:pt x="1686657" y="315199"/>
                  </a:lnTo>
                  <a:lnTo>
                    <a:pt x="1736316" y="359524"/>
                  </a:lnTo>
                  <a:lnTo>
                    <a:pt x="1768425" y="391537"/>
                  </a:lnTo>
                  <a:lnTo>
                    <a:pt x="1808953" y="435612"/>
                  </a:lnTo>
                  <a:lnTo>
                    <a:pt x="1849093" y="483191"/>
                  </a:lnTo>
                  <a:lnTo>
                    <a:pt x="1889122" y="534342"/>
                  </a:lnTo>
                  <a:lnTo>
                    <a:pt x="1929252" y="589068"/>
                  </a:lnTo>
                  <a:lnTo>
                    <a:pt x="1969637" y="647292"/>
                  </a:lnTo>
                  <a:lnTo>
                    <a:pt x="2010376" y="708857"/>
                  </a:lnTo>
                  <a:lnTo>
                    <a:pt x="2051523" y="773520"/>
                  </a:lnTo>
                  <a:lnTo>
                    <a:pt x="2093087" y="840948"/>
                  </a:lnTo>
                  <a:lnTo>
                    <a:pt x="2135041" y="910730"/>
                  </a:lnTo>
                  <a:lnTo>
                    <a:pt x="2177322" y="982376"/>
                  </a:lnTo>
                  <a:lnTo>
                    <a:pt x="2219844" y="1055336"/>
                  </a:lnTo>
                  <a:lnTo>
                    <a:pt x="2262500" y="1129015"/>
                  </a:lnTo>
                  <a:lnTo>
                    <a:pt x="2305175" y="1202794"/>
                  </a:lnTo>
                  <a:lnTo>
                    <a:pt x="2347751" y="1276048"/>
                  </a:lnTo>
                  <a:lnTo>
                    <a:pt x="2390119" y="1348173"/>
                  </a:lnTo>
                  <a:lnTo>
                    <a:pt x="2432185" y="1418602"/>
                  </a:lnTo>
                  <a:lnTo>
                    <a:pt x="2473878" y="1486826"/>
                  </a:lnTo>
                  <a:lnTo>
                    <a:pt x="2515158" y="1552406"/>
                  </a:lnTo>
                  <a:lnTo>
                    <a:pt x="2556023" y="1614985"/>
                  </a:lnTo>
                  <a:lnTo>
                    <a:pt x="2596511" y="1674290"/>
                  </a:lnTo>
                  <a:lnTo>
                    <a:pt x="2636708" y="1730137"/>
                  </a:lnTo>
                  <a:lnTo>
                    <a:pt x="2676749" y="1782426"/>
                  </a:lnTo>
                  <a:lnTo>
                    <a:pt x="2716827" y="1831133"/>
                  </a:lnTo>
                  <a:lnTo>
                    <a:pt x="2757198" y="1876309"/>
                  </a:lnTo>
                  <a:lnTo>
                    <a:pt x="2770117" y="1889919"/>
                  </a:lnTo>
                  <a:lnTo>
                    <a:pt x="2818772" y="1937400"/>
                  </a:lnTo>
                  <a:lnTo>
                    <a:pt x="2869061" y="1980143"/>
                  </a:lnTo>
                  <a:lnTo>
                    <a:pt x="2921757" y="2018387"/>
                  </a:lnTo>
                  <a:lnTo>
                    <a:pt x="2977725" y="2052540"/>
                  </a:lnTo>
                  <a:lnTo>
                    <a:pt x="3037844" y="2083061"/>
                  </a:lnTo>
                  <a:lnTo>
                    <a:pt x="3102943" y="2110394"/>
                  </a:lnTo>
                  <a:lnTo>
                    <a:pt x="3173696" y="2134933"/>
                  </a:lnTo>
                  <a:lnTo>
                    <a:pt x="3250511" y="2156996"/>
                  </a:lnTo>
                  <a:lnTo>
                    <a:pt x="3333356" y="2176817"/>
                  </a:lnTo>
                  <a:lnTo>
                    <a:pt x="3421575" y="2194545"/>
                  </a:lnTo>
                  <a:lnTo>
                    <a:pt x="3513683" y="2210245"/>
                  </a:lnTo>
                  <a:lnTo>
                    <a:pt x="3607237" y="2223912"/>
                  </a:lnTo>
                  <a:lnTo>
                    <a:pt x="3698843" y="2235504"/>
                  </a:lnTo>
                  <a:lnTo>
                    <a:pt x="3784420" y="2244977"/>
                  </a:lnTo>
                  <a:lnTo>
                    <a:pt x="3859747" y="2252336"/>
                  </a:lnTo>
                  <a:lnTo>
                    <a:pt x="3921234" y="2257677"/>
                  </a:lnTo>
                  <a:lnTo>
                    <a:pt x="3966715" y="2261212"/>
                  </a:lnTo>
                  <a:lnTo>
                    <a:pt x="3996017" y="2263260"/>
                  </a:lnTo>
                  <a:lnTo>
                    <a:pt x="4011136" y="2264214"/>
                  </a:lnTo>
                  <a:lnTo>
                    <a:pt x="4016055" y="2264496"/>
                  </a:lnTo>
                  <a:lnTo>
                    <a:pt x="4016409" y="2264515"/>
                  </a:lnTo>
                  <a:lnTo>
                    <a:pt x="4538543" y="2264515"/>
                  </a:lnTo>
                  <a:lnTo>
                    <a:pt x="4539794" y="2264547"/>
                  </a:lnTo>
                  <a:lnTo>
                    <a:pt x="4547976" y="2264778"/>
                  </a:lnTo>
                  <a:lnTo>
                    <a:pt x="4568441" y="2265415"/>
                  </a:lnTo>
                  <a:lnTo>
                    <a:pt x="4604620" y="2266667"/>
                  </a:lnTo>
                  <a:lnTo>
                    <a:pt x="4657714" y="2268718"/>
                  </a:lnTo>
                  <a:lnTo>
                    <a:pt x="4726632" y="2271705"/>
                  </a:lnTo>
                  <a:lnTo>
                    <a:pt x="4808366" y="2275710"/>
                  </a:lnTo>
                  <a:lnTo>
                    <a:pt x="4898744" y="2280759"/>
                  </a:lnTo>
                  <a:lnTo>
                    <a:pt x="4993309" y="2286839"/>
                  </a:lnTo>
                  <a:lnTo>
                    <a:pt x="5088068" y="2293926"/>
                  </a:lnTo>
                  <a:lnTo>
                    <a:pt x="5179933" y="2302006"/>
                  </a:lnTo>
                  <a:lnTo>
                    <a:pt x="5266864" y="2311094"/>
                  </a:lnTo>
                  <a:lnTo>
                    <a:pt x="5347783" y="2321244"/>
                  </a:lnTo>
                  <a:lnTo>
                    <a:pt x="5422386" y="2332552"/>
                  </a:lnTo>
                  <a:lnTo>
                    <a:pt x="5490921" y="2345161"/>
                  </a:lnTo>
                  <a:lnTo>
                    <a:pt x="5553996" y="2359251"/>
                  </a:lnTo>
                  <a:lnTo>
                    <a:pt x="5612429" y="2375035"/>
                  </a:lnTo>
                  <a:lnTo>
                    <a:pt x="5667135" y="2392744"/>
                  </a:lnTo>
                  <a:lnTo>
                    <a:pt x="5719035" y="2412593"/>
                  </a:lnTo>
                  <a:lnTo>
                    <a:pt x="5768986" y="2434742"/>
                  </a:lnTo>
                  <a:lnTo>
                    <a:pt x="5784835" y="2442401"/>
                  </a:lnTo>
                  <a:lnTo>
                    <a:pt x="5833861" y="2467962"/>
                  </a:lnTo>
                  <a:lnTo>
                    <a:pt x="5882408" y="2495976"/>
                  </a:lnTo>
                  <a:lnTo>
                    <a:pt x="5930931" y="2526483"/>
                  </a:lnTo>
                  <a:lnTo>
                    <a:pt x="5979751" y="2559450"/>
                  </a:lnTo>
                  <a:lnTo>
                    <a:pt x="6029070" y="2594764"/>
                  </a:lnTo>
                  <a:lnTo>
                    <a:pt x="6078988" y="2632221"/>
                  </a:lnTo>
                  <a:lnTo>
                    <a:pt x="6129510" y="2671532"/>
                  </a:lnTo>
                  <a:lnTo>
                    <a:pt x="6180563" y="2712324"/>
                  </a:lnTo>
                  <a:lnTo>
                    <a:pt x="6232011" y="2754152"/>
                  </a:lnTo>
                  <a:lnTo>
                    <a:pt x="6283672" y="2796523"/>
                  </a:lnTo>
                  <a:lnTo>
                    <a:pt x="6335342" y="2838914"/>
                  </a:lnTo>
                  <a:lnTo>
                    <a:pt x="6386813" y="2880803"/>
                  </a:lnTo>
                  <a:lnTo>
                    <a:pt x="6437903" y="2921692"/>
                  </a:lnTo>
                  <a:lnTo>
                    <a:pt x="6488470" y="2961132"/>
                  </a:lnTo>
                  <a:lnTo>
                    <a:pt x="6538435" y="2998745"/>
                  </a:lnTo>
                  <a:lnTo>
                    <a:pt x="6587799" y="3034234"/>
                  </a:lnTo>
                  <a:lnTo>
                    <a:pt x="6636652" y="3067389"/>
                  </a:lnTo>
                  <a:lnTo>
                    <a:pt x="6685188" y="3098089"/>
                  </a:lnTo>
                  <a:lnTo>
                    <a:pt x="6733719" y="3126296"/>
                  </a:lnTo>
                  <a:lnTo>
                    <a:pt x="6782688" y="3152044"/>
                  </a:lnTo>
                  <a:lnTo>
                    <a:pt x="6786527" y="3153945"/>
                  </a:lnTo>
                  <a:lnTo>
                    <a:pt x="6836007" y="3176850"/>
                  </a:lnTo>
                  <a:lnTo>
                    <a:pt x="6887190" y="3197430"/>
                  </a:lnTo>
                  <a:lnTo>
                    <a:pt x="6940889" y="3215808"/>
                  </a:lnTo>
                  <a:lnTo>
                    <a:pt x="6998016" y="3232189"/>
                  </a:lnTo>
                  <a:lnTo>
                    <a:pt x="7059495" y="3246803"/>
                  </a:lnTo>
                  <a:lnTo>
                    <a:pt x="7126186" y="3259868"/>
                  </a:lnTo>
                  <a:lnTo>
                    <a:pt x="7198779" y="3271580"/>
                  </a:lnTo>
                  <a:lnTo>
                    <a:pt x="7277659" y="3282091"/>
                  </a:lnTo>
                  <a:lnTo>
                    <a:pt x="7362723" y="3291514"/>
                  </a:lnTo>
                  <a:lnTo>
                    <a:pt x="7453167" y="3299917"/>
                  </a:lnTo>
                  <a:lnTo>
                    <a:pt x="7547278" y="3307325"/>
                  </a:lnTo>
                  <a:lnTo>
                    <a:pt x="7642305" y="3313734"/>
                  </a:lnTo>
                  <a:lnTo>
                    <a:pt x="7734514" y="3319118"/>
                  </a:lnTo>
                  <a:lnTo>
                    <a:pt x="7819529" y="3323459"/>
                  </a:lnTo>
                  <a:lnTo>
                    <a:pt x="7892992" y="3326770"/>
                  </a:lnTo>
                  <a:lnTo>
                    <a:pt x="7951424" y="3329111"/>
                  </a:lnTo>
                  <a:lnTo>
                    <a:pt x="7993052" y="3330602"/>
                  </a:lnTo>
                  <a:lnTo>
                    <a:pt x="8018323" y="3331416"/>
                  </a:lnTo>
                  <a:lnTo>
                    <a:pt x="8029975" y="3331755"/>
                  </a:lnTo>
                  <a:lnTo>
                    <a:pt x="8032819" y="3331830"/>
                  </a:lnTo>
                  <a:lnTo>
                    <a:pt x="8554953" y="3331830"/>
                  </a:lnTo>
                  <a:lnTo>
                    <a:pt x="8554953" y="3314889"/>
                  </a:lnTo>
                  <a:lnTo>
                    <a:pt x="8032819" y="3314889"/>
                  </a:lnTo>
                  <a:lnTo>
                    <a:pt x="8031568" y="3314857"/>
                  </a:lnTo>
                  <a:lnTo>
                    <a:pt x="8023386" y="3314626"/>
                  </a:lnTo>
                  <a:lnTo>
                    <a:pt x="8002921" y="3313989"/>
                  </a:lnTo>
                  <a:lnTo>
                    <a:pt x="7966742" y="3312737"/>
                  </a:lnTo>
                  <a:lnTo>
                    <a:pt x="7913648" y="3310686"/>
                  </a:lnTo>
                  <a:lnTo>
                    <a:pt x="7844730" y="3307699"/>
                  </a:lnTo>
                  <a:lnTo>
                    <a:pt x="7762996" y="3303694"/>
                  </a:lnTo>
                  <a:lnTo>
                    <a:pt x="7672618" y="3298645"/>
                  </a:lnTo>
                  <a:lnTo>
                    <a:pt x="7578053" y="3292565"/>
                  </a:lnTo>
                  <a:lnTo>
                    <a:pt x="7483294" y="3285478"/>
                  </a:lnTo>
                  <a:lnTo>
                    <a:pt x="7391429" y="3277398"/>
                  </a:lnTo>
                  <a:lnTo>
                    <a:pt x="7304498" y="3268310"/>
                  </a:lnTo>
                  <a:lnTo>
                    <a:pt x="7223579" y="3258160"/>
                  </a:lnTo>
                  <a:lnTo>
                    <a:pt x="7148976" y="3246852"/>
                  </a:lnTo>
                  <a:lnTo>
                    <a:pt x="7080441" y="3234243"/>
                  </a:lnTo>
                  <a:lnTo>
                    <a:pt x="7017366" y="3220153"/>
                  </a:lnTo>
                  <a:lnTo>
                    <a:pt x="6958933" y="3204369"/>
                  </a:lnTo>
                  <a:lnTo>
                    <a:pt x="6904227" y="3186660"/>
                  </a:lnTo>
                  <a:lnTo>
                    <a:pt x="6852327" y="3166811"/>
                  </a:lnTo>
                  <a:lnTo>
                    <a:pt x="6802376" y="3144662"/>
                  </a:lnTo>
                  <a:lnTo>
                    <a:pt x="6786527" y="3137003"/>
                  </a:lnTo>
                  <a:lnTo>
                    <a:pt x="6737501" y="3111442"/>
                  </a:lnTo>
                  <a:lnTo>
                    <a:pt x="6688954" y="3083428"/>
                  </a:lnTo>
                  <a:lnTo>
                    <a:pt x="6640431" y="3052921"/>
                  </a:lnTo>
                  <a:lnTo>
                    <a:pt x="6591611" y="3019954"/>
                  </a:lnTo>
                  <a:lnTo>
                    <a:pt x="6542292" y="2984640"/>
                  </a:lnTo>
                  <a:lnTo>
                    <a:pt x="6492374" y="2947183"/>
                  </a:lnTo>
                  <a:lnTo>
                    <a:pt x="6441852" y="2907872"/>
                  </a:lnTo>
                  <a:lnTo>
                    <a:pt x="6390799" y="2867080"/>
                  </a:lnTo>
                  <a:lnTo>
                    <a:pt x="6339351" y="2825252"/>
                  </a:lnTo>
                  <a:lnTo>
                    <a:pt x="6287689" y="2782881"/>
                  </a:lnTo>
                  <a:lnTo>
                    <a:pt x="6236020" y="2740490"/>
                  </a:lnTo>
                  <a:lnTo>
                    <a:pt x="6184548" y="2698601"/>
                  </a:lnTo>
                  <a:lnTo>
                    <a:pt x="6133459" y="2657712"/>
                  </a:lnTo>
                  <a:lnTo>
                    <a:pt x="6082892" y="2618272"/>
                  </a:lnTo>
                  <a:lnTo>
                    <a:pt x="6032927" y="2580659"/>
                  </a:lnTo>
                  <a:lnTo>
                    <a:pt x="5983563" y="2545170"/>
                  </a:lnTo>
                  <a:lnTo>
                    <a:pt x="5934710" y="2512015"/>
                  </a:lnTo>
                  <a:lnTo>
                    <a:pt x="5886174" y="2481315"/>
                  </a:lnTo>
                  <a:lnTo>
                    <a:pt x="5837643" y="2453108"/>
                  </a:lnTo>
                  <a:lnTo>
                    <a:pt x="5788674" y="2427360"/>
                  </a:lnTo>
                  <a:lnTo>
                    <a:pt x="5784835" y="2425459"/>
                  </a:lnTo>
                  <a:lnTo>
                    <a:pt x="5735355" y="2402554"/>
                  </a:lnTo>
                  <a:lnTo>
                    <a:pt x="5684172" y="2381974"/>
                  </a:lnTo>
                  <a:lnTo>
                    <a:pt x="5630473" y="2363596"/>
                  </a:lnTo>
                  <a:lnTo>
                    <a:pt x="5573346" y="2347215"/>
                  </a:lnTo>
                  <a:lnTo>
                    <a:pt x="5511867" y="2332601"/>
                  </a:lnTo>
                  <a:lnTo>
                    <a:pt x="5445176" y="2319536"/>
                  </a:lnTo>
                  <a:lnTo>
                    <a:pt x="5372583" y="2307824"/>
                  </a:lnTo>
                  <a:lnTo>
                    <a:pt x="5293703" y="2297313"/>
                  </a:lnTo>
                  <a:lnTo>
                    <a:pt x="5208639" y="2287890"/>
                  </a:lnTo>
                  <a:lnTo>
                    <a:pt x="5118195" y="2279487"/>
                  </a:lnTo>
                  <a:lnTo>
                    <a:pt x="5024084" y="2272079"/>
                  </a:lnTo>
                  <a:lnTo>
                    <a:pt x="4929057" y="2265671"/>
                  </a:lnTo>
                  <a:lnTo>
                    <a:pt x="4836848" y="2260286"/>
                  </a:lnTo>
                  <a:lnTo>
                    <a:pt x="4751833" y="2255945"/>
                  </a:lnTo>
                  <a:lnTo>
                    <a:pt x="4678370" y="2252634"/>
                  </a:lnTo>
                  <a:lnTo>
                    <a:pt x="4619938" y="2250293"/>
                  </a:lnTo>
                  <a:lnTo>
                    <a:pt x="4578310" y="2248802"/>
                  </a:lnTo>
                  <a:lnTo>
                    <a:pt x="4553039" y="2247988"/>
                  </a:lnTo>
                  <a:lnTo>
                    <a:pt x="4541387" y="2247649"/>
                  </a:lnTo>
                  <a:lnTo>
                    <a:pt x="4538543" y="2247574"/>
                  </a:lnTo>
                  <a:lnTo>
                    <a:pt x="4016409" y="2247574"/>
                  </a:lnTo>
                  <a:lnTo>
                    <a:pt x="4015218" y="2247509"/>
                  </a:lnTo>
                  <a:lnTo>
                    <a:pt x="4007416" y="2247047"/>
                  </a:lnTo>
                  <a:lnTo>
                    <a:pt x="3987870" y="2245771"/>
                  </a:lnTo>
                  <a:lnTo>
                    <a:pt x="3953231" y="2243263"/>
                  </a:lnTo>
                  <a:lnTo>
                    <a:pt x="3902229" y="2239150"/>
                  </a:lnTo>
                  <a:lnTo>
                    <a:pt x="3835750" y="2233147"/>
                  </a:lnTo>
                  <a:lnTo>
                    <a:pt x="3756519" y="2225081"/>
                  </a:lnTo>
                  <a:lnTo>
                    <a:pt x="3668431" y="2214891"/>
                  </a:lnTo>
                  <a:lnTo>
                    <a:pt x="3575738" y="2202594"/>
                  </a:lnTo>
                  <a:lnTo>
                    <a:pt x="3482337" y="2188238"/>
                  </a:lnTo>
                  <a:lnTo>
                    <a:pt x="3391316" y="2171857"/>
                  </a:lnTo>
                  <a:lnTo>
                    <a:pt x="3304788" y="2153435"/>
                  </a:lnTo>
                  <a:lnTo>
                    <a:pt x="3223937" y="2132879"/>
                  </a:lnTo>
                  <a:lnTo>
                    <a:pt x="3149187" y="2110012"/>
                  </a:lnTo>
                  <a:lnTo>
                    <a:pt x="3080401" y="2084571"/>
                  </a:lnTo>
                  <a:lnTo>
                    <a:pt x="3017066" y="2056210"/>
                  </a:lnTo>
                  <a:lnTo>
                    <a:pt x="2958442" y="2024517"/>
                  </a:lnTo>
                  <a:lnTo>
                    <a:pt x="2903677" y="1989036"/>
                  </a:lnTo>
                  <a:lnTo>
                    <a:pt x="2851885" y="1949316"/>
                  </a:lnTo>
                  <a:lnTo>
                    <a:pt x="2802226" y="1904990"/>
                  </a:lnTo>
                  <a:lnTo>
                    <a:pt x="2770117" y="1872978"/>
                  </a:lnTo>
                  <a:lnTo>
                    <a:pt x="2729589" y="1828902"/>
                  </a:lnTo>
                  <a:lnTo>
                    <a:pt x="2689449" y="1781324"/>
                  </a:lnTo>
                  <a:lnTo>
                    <a:pt x="2649420" y="1730172"/>
                  </a:lnTo>
                  <a:lnTo>
                    <a:pt x="2609290" y="1675447"/>
                  </a:lnTo>
                  <a:lnTo>
                    <a:pt x="2568906" y="1617223"/>
                  </a:lnTo>
                  <a:lnTo>
                    <a:pt x="2528166" y="1555658"/>
                  </a:lnTo>
                  <a:lnTo>
                    <a:pt x="2487019" y="1490995"/>
                  </a:lnTo>
                  <a:lnTo>
                    <a:pt x="2445455" y="1423566"/>
                  </a:lnTo>
                  <a:lnTo>
                    <a:pt x="2403501" y="1353785"/>
                  </a:lnTo>
                  <a:lnTo>
                    <a:pt x="2361220" y="1282139"/>
                  </a:lnTo>
                  <a:lnTo>
                    <a:pt x="2318699" y="1209179"/>
                  </a:lnTo>
                  <a:lnTo>
                    <a:pt x="2276042" y="1135499"/>
                  </a:lnTo>
                  <a:lnTo>
                    <a:pt x="2233367" y="1061721"/>
                  </a:lnTo>
                  <a:lnTo>
                    <a:pt x="2190791" y="988466"/>
                  </a:lnTo>
                  <a:lnTo>
                    <a:pt x="2148423" y="916342"/>
                  </a:lnTo>
                  <a:lnTo>
                    <a:pt x="2106357" y="845912"/>
                  </a:lnTo>
                  <a:lnTo>
                    <a:pt x="2064665" y="777689"/>
                  </a:lnTo>
                  <a:lnTo>
                    <a:pt x="2023384" y="712108"/>
                  </a:lnTo>
                  <a:lnTo>
                    <a:pt x="1982519" y="649530"/>
                  </a:lnTo>
                  <a:lnTo>
                    <a:pt x="1942031" y="590225"/>
                  </a:lnTo>
                  <a:lnTo>
                    <a:pt x="1901834" y="534378"/>
                  </a:lnTo>
                  <a:lnTo>
                    <a:pt x="1861793" y="482089"/>
                  </a:lnTo>
                  <a:lnTo>
                    <a:pt x="1821715" y="433381"/>
                  </a:lnTo>
                  <a:lnTo>
                    <a:pt x="1781344" y="388206"/>
                  </a:lnTo>
                  <a:lnTo>
                    <a:pt x="1768425" y="374595"/>
                  </a:lnTo>
                  <a:lnTo>
                    <a:pt x="1719770" y="327115"/>
                  </a:lnTo>
                  <a:lnTo>
                    <a:pt x="1669481" y="284372"/>
                  </a:lnTo>
                  <a:lnTo>
                    <a:pt x="1616785" y="246128"/>
                  </a:lnTo>
                  <a:lnTo>
                    <a:pt x="1560818" y="211975"/>
                  </a:lnTo>
                  <a:lnTo>
                    <a:pt x="1500698" y="181454"/>
                  </a:lnTo>
                  <a:lnTo>
                    <a:pt x="1435600" y="154120"/>
                  </a:lnTo>
                  <a:lnTo>
                    <a:pt x="1364846" y="129582"/>
                  </a:lnTo>
                  <a:lnTo>
                    <a:pt x="1288031" y="107519"/>
                  </a:lnTo>
                  <a:lnTo>
                    <a:pt x="1205186" y="87697"/>
                  </a:lnTo>
                  <a:lnTo>
                    <a:pt x="1116967" y="69969"/>
                  </a:lnTo>
                  <a:lnTo>
                    <a:pt x="1024859" y="54270"/>
                  </a:lnTo>
                  <a:lnTo>
                    <a:pt x="931305" y="40602"/>
                  </a:lnTo>
                  <a:lnTo>
                    <a:pt x="839699" y="29010"/>
                  </a:lnTo>
                  <a:lnTo>
                    <a:pt x="754122" y="19538"/>
                  </a:lnTo>
                  <a:lnTo>
                    <a:pt x="678795" y="12179"/>
                  </a:lnTo>
                  <a:lnTo>
                    <a:pt x="617308" y="6838"/>
                  </a:lnTo>
                  <a:lnTo>
                    <a:pt x="571827" y="3303"/>
                  </a:lnTo>
                  <a:lnTo>
                    <a:pt x="542525" y="1255"/>
                  </a:lnTo>
                  <a:lnTo>
                    <a:pt x="527406" y="300"/>
                  </a:lnTo>
                  <a:lnTo>
                    <a:pt x="522487" y="18"/>
                  </a:lnTo>
                  <a:lnTo>
                    <a:pt x="5221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594" name="pl594"/>
            <p:cNvSpPr/>
            <p:nvPr/>
          </p:nvSpPr>
          <p:spPr>
            <a:xfrm>
              <a:off x="386606" y="2823224"/>
              <a:ext cx="8554953" cy="3314889"/>
            </a:xfrm>
            <a:custGeom>
              <a:avLst/>
              <a:pathLst>
                <a:path w="8554953" h="3314889">
                  <a:moveTo>
                    <a:pt x="0" y="0"/>
                  </a:moveTo>
                  <a:lnTo>
                    <a:pt x="522133" y="0"/>
                  </a:lnTo>
                  <a:lnTo>
                    <a:pt x="523325" y="64"/>
                  </a:lnTo>
                  <a:lnTo>
                    <a:pt x="531126" y="526"/>
                  </a:lnTo>
                  <a:lnTo>
                    <a:pt x="550673" y="1802"/>
                  </a:lnTo>
                  <a:lnTo>
                    <a:pt x="585311" y="4310"/>
                  </a:lnTo>
                  <a:lnTo>
                    <a:pt x="636313" y="8423"/>
                  </a:lnTo>
                  <a:lnTo>
                    <a:pt x="702792" y="14426"/>
                  </a:lnTo>
                  <a:lnTo>
                    <a:pt x="782023" y="22492"/>
                  </a:lnTo>
                  <a:lnTo>
                    <a:pt x="870111" y="32682"/>
                  </a:lnTo>
                  <a:lnTo>
                    <a:pt x="962804" y="44979"/>
                  </a:lnTo>
                  <a:lnTo>
                    <a:pt x="1056205" y="59335"/>
                  </a:lnTo>
                  <a:lnTo>
                    <a:pt x="1147226" y="75716"/>
                  </a:lnTo>
                  <a:lnTo>
                    <a:pt x="1233754" y="94138"/>
                  </a:lnTo>
                  <a:lnTo>
                    <a:pt x="1314605" y="114694"/>
                  </a:lnTo>
                  <a:lnTo>
                    <a:pt x="1389355" y="137561"/>
                  </a:lnTo>
                  <a:lnTo>
                    <a:pt x="1458141" y="163002"/>
                  </a:lnTo>
                  <a:lnTo>
                    <a:pt x="1521476" y="191363"/>
                  </a:lnTo>
                  <a:lnTo>
                    <a:pt x="1580100" y="223056"/>
                  </a:lnTo>
                  <a:lnTo>
                    <a:pt x="1634866" y="258537"/>
                  </a:lnTo>
                  <a:lnTo>
                    <a:pt x="1686657" y="298258"/>
                  </a:lnTo>
                  <a:lnTo>
                    <a:pt x="1736316" y="342583"/>
                  </a:lnTo>
                  <a:lnTo>
                    <a:pt x="1768425" y="374595"/>
                  </a:lnTo>
                  <a:lnTo>
                    <a:pt x="1808953" y="418671"/>
                  </a:lnTo>
                  <a:lnTo>
                    <a:pt x="1849093" y="466250"/>
                  </a:lnTo>
                  <a:lnTo>
                    <a:pt x="1889122" y="517401"/>
                  </a:lnTo>
                  <a:lnTo>
                    <a:pt x="1929252" y="572126"/>
                  </a:lnTo>
                  <a:lnTo>
                    <a:pt x="1969637" y="630350"/>
                  </a:lnTo>
                  <a:lnTo>
                    <a:pt x="2010376" y="691915"/>
                  </a:lnTo>
                  <a:lnTo>
                    <a:pt x="2051523" y="756578"/>
                  </a:lnTo>
                  <a:lnTo>
                    <a:pt x="2093087" y="824007"/>
                  </a:lnTo>
                  <a:lnTo>
                    <a:pt x="2135041" y="893788"/>
                  </a:lnTo>
                  <a:lnTo>
                    <a:pt x="2177322" y="965434"/>
                  </a:lnTo>
                  <a:lnTo>
                    <a:pt x="2219844" y="1038394"/>
                  </a:lnTo>
                  <a:lnTo>
                    <a:pt x="2262500" y="1112074"/>
                  </a:lnTo>
                  <a:lnTo>
                    <a:pt x="2305175" y="1185852"/>
                  </a:lnTo>
                  <a:lnTo>
                    <a:pt x="2347751" y="1259107"/>
                  </a:lnTo>
                  <a:lnTo>
                    <a:pt x="2390119" y="1331232"/>
                  </a:lnTo>
                  <a:lnTo>
                    <a:pt x="2432185" y="1401661"/>
                  </a:lnTo>
                  <a:lnTo>
                    <a:pt x="2473878" y="1469885"/>
                  </a:lnTo>
                  <a:lnTo>
                    <a:pt x="2515158" y="1535465"/>
                  </a:lnTo>
                  <a:lnTo>
                    <a:pt x="2556023" y="1598043"/>
                  </a:lnTo>
                  <a:lnTo>
                    <a:pt x="2596511" y="1657348"/>
                  </a:lnTo>
                  <a:lnTo>
                    <a:pt x="2636708" y="1713196"/>
                  </a:lnTo>
                  <a:lnTo>
                    <a:pt x="2676749" y="1765484"/>
                  </a:lnTo>
                  <a:lnTo>
                    <a:pt x="2716827" y="1814192"/>
                  </a:lnTo>
                  <a:lnTo>
                    <a:pt x="2757198" y="1859367"/>
                  </a:lnTo>
                  <a:lnTo>
                    <a:pt x="2770117" y="1872978"/>
                  </a:lnTo>
                  <a:lnTo>
                    <a:pt x="2818772" y="1920459"/>
                  </a:lnTo>
                  <a:lnTo>
                    <a:pt x="2869061" y="1963201"/>
                  </a:lnTo>
                  <a:lnTo>
                    <a:pt x="2921757" y="2001445"/>
                  </a:lnTo>
                  <a:lnTo>
                    <a:pt x="2977725" y="2035598"/>
                  </a:lnTo>
                  <a:lnTo>
                    <a:pt x="3037844" y="2066119"/>
                  </a:lnTo>
                  <a:lnTo>
                    <a:pt x="3102943" y="2093453"/>
                  </a:lnTo>
                  <a:lnTo>
                    <a:pt x="3173696" y="2117991"/>
                  </a:lnTo>
                  <a:lnTo>
                    <a:pt x="3250511" y="2140054"/>
                  </a:lnTo>
                  <a:lnTo>
                    <a:pt x="3333356" y="2159876"/>
                  </a:lnTo>
                  <a:lnTo>
                    <a:pt x="3421575" y="2177604"/>
                  </a:lnTo>
                  <a:lnTo>
                    <a:pt x="3513683" y="2193303"/>
                  </a:lnTo>
                  <a:lnTo>
                    <a:pt x="3607237" y="2206971"/>
                  </a:lnTo>
                  <a:lnTo>
                    <a:pt x="3698843" y="2218563"/>
                  </a:lnTo>
                  <a:lnTo>
                    <a:pt x="3784420" y="2228036"/>
                  </a:lnTo>
                  <a:lnTo>
                    <a:pt x="3859747" y="2235394"/>
                  </a:lnTo>
                  <a:lnTo>
                    <a:pt x="3921234" y="2240735"/>
                  </a:lnTo>
                  <a:lnTo>
                    <a:pt x="3966715" y="2244270"/>
                  </a:lnTo>
                  <a:lnTo>
                    <a:pt x="3996017" y="2246318"/>
                  </a:lnTo>
                  <a:lnTo>
                    <a:pt x="4011136" y="2247273"/>
                  </a:lnTo>
                  <a:lnTo>
                    <a:pt x="4016055" y="2247555"/>
                  </a:lnTo>
                  <a:lnTo>
                    <a:pt x="4016409" y="2247574"/>
                  </a:lnTo>
                  <a:lnTo>
                    <a:pt x="4538543" y="2247574"/>
                  </a:lnTo>
                  <a:lnTo>
                    <a:pt x="4539794" y="2247606"/>
                  </a:lnTo>
                  <a:lnTo>
                    <a:pt x="4547976" y="2247836"/>
                  </a:lnTo>
                  <a:lnTo>
                    <a:pt x="4568441" y="2248474"/>
                  </a:lnTo>
                  <a:lnTo>
                    <a:pt x="4604620" y="2249726"/>
                  </a:lnTo>
                  <a:lnTo>
                    <a:pt x="4657714" y="2251776"/>
                  </a:lnTo>
                  <a:lnTo>
                    <a:pt x="4726632" y="2254764"/>
                  </a:lnTo>
                  <a:lnTo>
                    <a:pt x="4808366" y="2258769"/>
                  </a:lnTo>
                  <a:lnTo>
                    <a:pt x="4898744" y="2263817"/>
                  </a:lnTo>
                  <a:lnTo>
                    <a:pt x="4993309" y="2269897"/>
                  </a:lnTo>
                  <a:lnTo>
                    <a:pt x="5088068" y="2276984"/>
                  </a:lnTo>
                  <a:lnTo>
                    <a:pt x="5179933" y="2285065"/>
                  </a:lnTo>
                  <a:lnTo>
                    <a:pt x="5266864" y="2294153"/>
                  </a:lnTo>
                  <a:lnTo>
                    <a:pt x="5347783" y="2304302"/>
                  </a:lnTo>
                  <a:lnTo>
                    <a:pt x="5422386" y="2315611"/>
                  </a:lnTo>
                  <a:lnTo>
                    <a:pt x="5490921" y="2328219"/>
                  </a:lnTo>
                  <a:lnTo>
                    <a:pt x="5553996" y="2342309"/>
                  </a:lnTo>
                  <a:lnTo>
                    <a:pt x="5612429" y="2358094"/>
                  </a:lnTo>
                  <a:lnTo>
                    <a:pt x="5667135" y="2375802"/>
                  </a:lnTo>
                  <a:lnTo>
                    <a:pt x="5719035" y="2395652"/>
                  </a:lnTo>
                  <a:lnTo>
                    <a:pt x="5768986" y="2417801"/>
                  </a:lnTo>
                  <a:lnTo>
                    <a:pt x="5784835" y="2425459"/>
                  </a:lnTo>
                  <a:lnTo>
                    <a:pt x="5833861" y="2451021"/>
                  </a:lnTo>
                  <a:lnTo>
                    <a:pt x="5882408" y="2479034"/>
                  </a:lnTo>
                  <a:lnTo>
                    <a:pt x="5930931" y="2509541"/>
                  </a:lnTo>
                  <a:lnTo>
                    <a:pt x="5979751" y="2542509"/>
                  </a:lnTo>
                  <a:lnTo>
                    <a:pt x="6029070" y="2577822"/>
                  </a:lnTo>
                  <a:lnTo>
                    <a:pt x="6078988" y="2615280"/>
                  </a:lnTo>
                  <a:lnTo>
                    <a:pt x="6129510" y="2654591"/>
                  </a:lnTo>
                  <a:lnTo>
                    <a:pt x="6180563" y="2695382"/>
                  </a:lnTo>
                  <a:lnTo>
                    <a:pt x="6232011" y="2737210"/>
                  </a:lnTo>
                  <a:lnTo>
                    <a:pt x="6283672" y="2779581"/>
                  </a:lnTo>
                  <a:lnTo>
                    <a:pt x="6335342" y="2821973"/>
                  </a:lnTo>
                  <a:lnTo>
                    <a:pt x="6386813" y="2863862"/>
                  </a:lnTo>
                  <a:lnTo>
                    <a:pt x="6437903" y="2904750"/>
                  </a:lnTo>
                  <a:lnTo>
                    <a:pt x="6488470" y="2944190"/>
                  </a:lnTo>
                  <a:lnTo>
                    <a:pt x="6538435" y="2981803"/>
                  </a:lnTo>
                  <a:lnTo>
                    <a:pt x="6587799" y="3017292"/>
                  </a:lnTo>
                  <a:lnTo>
                    <a:pt x="6636652" y="3050447"/>
                  </a:lnTo>
                  <a:lnTo>
                    <a:pt x="6685188" y="3081147"/>
                  </a:lnTo>
                  <a:lnTo>
                    <a:pt x="6733719" y="3109354"/>
                  </a:lnTo>
                  <a:lnTo>
                    <a:pt x="6782688" y="3135103"/>
                  </a:lnTo>
                  <a:lnTo>
                    <a:pt x="6786527" y="3137003"/>
                  </a:lnTo>
                  <a:lnTo>
                    <a:pt x="6836007" y="3159908"/>
                  </a:lnTo>
                  <a:lnTo>
                    <a:pt x="6887190" y="3180489"/>
                  </a:lnTo>
                  <a:lnTo>
                    <a:pt x="6940889" y="3198867"/>
                  </a:lnTo>
                  <a:lnTo>
                    <a:pt x="6998016" y="3215248"/>
                  </a:lnTo>
                  <a:lnTo>
                    <a:pt x="7059495" y="3229861"/>
                  </a:lnTo>
                  <a:lnTo>
                    <a:pt x="7126186" y="3242927"/>
                  </a:lnTo>
                  <a:lnTo>
                    <a:pt x="7198779" y="3254638"/>
                  </a:lnTo>
                  <a:lnTo>
                    <a:pt x="7277659" y="3265149"/>
                  </a:lnTo>
                  <a:lnTo>
                    <a:pt x="7362723" y="3274573"/>
                  </a:lnTo>
                  <a:lnTo>
                    <a:pt x="7453167" y="3282975"/>
                  </a:lnTo>
                  <a:lnTo>
                    <a:pt x="7547278" y="3290384"/>
                  </a:lnTo>
                  <a:lnTo>
                    <a:pt x="7642305" y="3296792"/>
                  </a:lnTo>
                  <a:lnTo>
                    <a:pt x="7734514" y="3302176"/>
                  </a:lnTo>
                  <a:lnTo>
                    <a:pt x="7819529" y="3306518"/>
                  </a:lnTo>
                  <a:lnTo>
                    <a:pt x="7892992" y="3309828"/>
                  </a:lnTo>
                  <a:lnTo>
                    <a:pt x="7951424" y="3312169"/>
                  </a:lnTo>
                  <a:lnTo>
                    <a:pt x="7993052" y="3313661"/>
                  </a:lnTo>
                  <a:lnTo>
                    <a:pt x="8018323" y="3314475"/>
                  </a:lnTo>
                  <a:lnTo>
                    <a:pt x="8029975" y="3314814"/>
                  </a:lnTo>
                  <a:lnTo>
                    <a:pt x="8032775" y="3314888"/>
                  </a:lnTo>
                  <a:lnTo>
                    <a:pt x="8032819" y="3314889"/>
                  </a:lnTo>
                  <a:lnTo>
                    <a:pt x="8554953" y="3314889"/>
                  </a:lnTo>
                  <a:lnTo>
                    <a:pt x="8554953" y="3314889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595" name="pl595"/>
            <p:cNvSpPr/>
            <p:nvPr/>
          </p:nvSpPr>
          <p:spPr>
            <a:xfrm>
              <a:off x="386606" y="2806283"/>
              <a:ext cx="8554953" cy="3314889"/>
            </a:xfrm>
            <a:custGeom>
              <a:avLst/>
              <a:pathLst>
                <a:path w="8554953" h="3314889">
                  <a:moveTo>
                    <a:pt x="8554953" y="3314889"/>
                  </a:moveTo>
                  <a:lnTo>
                    <a:pt x="8032819" y="3314889"/>
                  </a:lnTo>
                  <a:lnTo>
                    <a:pt x="8031568" y="3314857"/>
                  </a:lnTo>
                  <a:lnTo>
                    <a:pt x="8023386" y="3314626"/>
                  </a:lnTo>
                  <a:lnTo>
                    <a:pt x="8002921" y="3313989"/>
                  </a:lnTo>
                  <a:lnTo>
                    <a:pt x="7966742" y="3312737"/>
                  </a:lnTo>
                  <a:lnTo>
                    <a:pt x="7913648" y="3310686"/>
                  </a:lnTo>
                  <a:lnTo>
                    <a:pt x="7844730" y="3307699"/>
                  </a:lnTo>
                  <a:lnTo>
                    <a:pt x="7762996" y="3303694"/>
                  </a:lnTo>
                  <a:lnTo>
                    <a:pt x="7672618" y="3298645"/>
                  </a:lnTo>
                  <a:lnTo>
                    <a:pt x="7578053" y="3292565"/>
                  </a:lnTo>
                  <a:lnTo>
                    <a:pt x="7483294" y="3285478"/>
                  </a:lnTo>
                  <a:lnTo>
                    <a:pt x="7391429" y="3277398"/>
                  </a:lnTo>
                  <a:lnTo>
                    <a:pt x="7304498" y="3268310"/>
                  </a:lnTo>
                  <a:lnTo>
                    <a:pt x="7223579" y="3258160"/>
                  </a:lnTo>
                  <a:lnTo>
                    <a:pt x="7148976" y="3246852"/>
                  </a:lnTo>
                  <a:lnTo>
                    <a:pt x="7080441" y="3234243"/>
                  </a:lnTo>
                  <a:lnTo>
                    <a:pt x="7017366" y="3220153"/>
                  </a:lnTo>
                  <a:lnTo>
                    <a:pt x="6958933" y="3204369"/>
                  </a:lnTo>
                  <a:lnTo>
                    <a:pt x="6904227" y="3186660"/>
                  </a:lnTo>
                  <a:lnTo>
                    <a:pt x="6852327" y="3166811"/>
                  </a:lnTo>
                  <a:lnTo>
                    <a:pt x="6802376" y="3144662"/>
                  </a:lnTo>
                  <a:lnTo>
                    <a:pt x="6786527" y="3137003"/>
                  </a:lnTo>
                  <a:lnTo>
                    <a:pt x="6737501" y="3111442"/>
                  </a:lnTo>
                  <a:lnTo>
                    <a:pt x="6688954" y="3083428"/>
                  </a:lnTo>
                  <a:lnTo>
                    <a:pt x="6640431" y="3052921"/>
                  </a:lnTo>
                  <a:lnTo>
                    <a:pt x="6591611" y="3019954"/>
                  </a:lnTo>
                  <a:lnTo>
                    <a:pt x="6542292" y="2984640"/>
                  </a:lnTo>
                  <a:lnTo>
                    <a:pt x="6492374" y="2947183"/>
                  </a:lnTo>
                  <a:lnTo>
                    <a:pt x="6441852" y="2907872"/>
                  </a:lnTo>
                  <a:lnTo>
                    <a:pt x="6390799" y="2867080"/>
                  </a:lnTo>
                  <a:lnTo>
                    <a:pt x="6339351" y="2825252"/>
                  </a:lnTo>
                  <a:lnTo>
                    <a:pt x="6287689" y="2782881"/>
                  </a:lnTo>
                  <a:lnTo>
                    <a:pt x="6236020" y="2740490"/>
                  </a:lnTo>
                  <a:lnTo>
                    <a:pt x="6184548" y="2698601"/>
                  </a:lnTo>
                  <a:lnTo>
                    <a:pt x="6133459" y="2657712"/>
                  </a:lnTo>
                  <a:lnTo>
                    <a:pt x="6082892" y="2618272"/>
                  </a:lnTo>
                  <a:lnTo>
                    <a:pt x="6032927" y="2580659"/>
                  </a:lnTo>
                  <a:lnTo>
                    <a:pt x="5983563" y="2545170"/>
                  </a:lnTo>
                  <a:lnTo>
                    <a:pt x="5934710" y="2512015"/>
                  </a:lnTo>
                  <a:lnTo>
                    <a:pt x="5886174" y="2481315"/>
                  </a:lnTo>
                  <a:lnTo>
                    <a:pt x="5837643" y="2453108"/>
                  </a:lnTo>
                  <a:lnTo>
                    <a:pt x="5788674" y="2427360"/>
                  </a:lnTo>
                  <a:lnTo>
                    <a:pt x="5784835" y="2425459"/>
                  </a:lnTo>
                  <a:lnTo>
                    <a:pt x="5735355" y="2402554"/>
                  </a:lnTo>
                  <a:lnTo>
                    <a:pt x="5684172" y="2381974"/>
                  </a:lnTo>
                  <a:lnTo>
                    <a:pt x="5630473" y="2363596"/>
                  </a:lnTo>
                  <a:lnTo>
                    <a:pt x="5573346" y="2347215"/>
                  </a:lnTo>
                  <a:lnTo>
                    <a:pt x="5511867" y="2332601"/>
                  </a:lnTo>
                  <a:lnTo>
                    <a:pt x="5445176" y="2319536"/>
                  </a:lnTo>
                  <a:lnTo>
                    <a:pt x="5372583" y="2307824"/>
                  </a:lnTo>
                  <a:lnTo>
                    <a:pt x="5293703" y="2297313"/>
                  </a:lnTo>
                  <a:lnTo>
                    <a:pt x="5208639" y="2287890"/>
                  </a:lnTo>
                  <a:lnTo>
                    <a:pt x="5118195" y="2279487"/>
                  </a:lnTo>
                  <a:lnTo>
                    <a:pt x="5024084" y="2272079"/>
                  </a:lnTo>
                  <a:lnTo>
                    <a:pt x="4929057" y="2265671"/>
                  </a:lnTo>
                  <a:lnTo>
                    <a:pt x="4836848" y="2260286"/>
                  </a:lnTo>
                  <a:lnTo>
                    <a:pt x="4751833" y="2255945"/>
                  </a:lnTo>
                  <a:lnTo>
                    <a:pt x="4678370" y="2252634"/>
                  </a:lnTo>
                  <a:lnTo>
                    <a:pt x="4619938" y="2250293"/>
                  </a:lnTo>
                  <a:lnTo>
                    <a:pt x="4578310" y="2248802"/>
                  </a:lnTo>
                  <a:lnTo>
                    <a:pt x="4553039" y="2247988"/>
                  </a:lnTo>
                  <a:lnTo>
                    <a:pt x="4541387" y="2247649"/>
                  </a:lnTo>
                  <a:lnTo>
                    <a:pt x="4538587" y="2247575"/>
                  </a:lnTo>
                  <a:lnTo>
                    <a:pt x="4538543" y="2247574"/>
                  </a:lnTo>
                  <a:lnTo>
                    <a:pt x="4016409" y="2247574"/>
                  </a:lnTo>
                  <a:lnTo>
                    <a:pt x="4015218" y="2247509"/>
                  </a:lnTo>
                  <a:lnTo>
                    <a:pt x="4007416" y="2247047"/>
                  </a:lnTo>
                  <a:lnTo>
                    <a:pt x="3987870" y="2245771"/>
                  </a:lnTo>
                  <a:lnTo>
                    <a:pt x="3953231" y="2243263"/>
                  </a:lnTo>
                  <a:lnTo>
                    <a:pt x="3902229" y="2239150"/>
                  </a:lnTo>
                  <a:lnTo>
                    <a:pt x="3835750" y="2233147"/>
                  </a:lnTo>
                  <a:lnTo>
                    <a:pt x="3756519" y="2225081"/>
                  </a:lnTo>
                  <a:lnTo>
                    <a:pt x="3668431" y="2214891"/>
                  </a:lnTo>
                  <a:lnTo>
                    <a:pt x="3575738" y="2202594"/>
                  </a:lnTo>
                  <a:lnTo>
                    <a:pt x="3482337" y="2188238"/>
                  </a:lnTo>
                  <a:lnTo>
                    <a:pt x="3391316" y="2171857"/>
                  </a:lnTo>
                  <a:lnTo>
                    <a:pt x="3304788" y="2153435"/>
                  </a:lnTo>
                  <a:lnTo>
                    <a:pt x="3223937" y="2132879"/>
                  </a:lnTo>
                  <a:lnTo>
                    <a:pt x="3149187" y="2110012"/>
                  </a:lnTo>
                  <a:lnTo>
                    <a:pt x="3080401" y="2084571"/>
                  </a:lnTo>
                  <a:lnTo>
                    <a:pt x="3017066" y="2056210"/>
                  </a:lnTo>
                  <a:lnTo>
                    <a:pt x="2958442" y="2024517"/>
                  </a:lnTo>
                  <a:lnTo>
                    <a:pt x="2903677" y="1989036"/>
                  </a:lnTo>
                  <a:lnTo>
                    <a:pt x="2851885" y="1949316"/>
                  </a:lnTo>
                  <a:lnTo>
                    <a:pt x="2802226" y="1904990"/>
                  </a:lnTo>
                  <a:lnTo>
                    <a:pt x="2770117" y="1872978"/>
                  </a:lnTo>
                  <a:lnTo>
                    <a:pt x="2729589" y="1828902"/>
                  </a:lnTo>
                  <a:lnTo>
                    <a:pt x="2689449" y="1781324"/>
                  </a:lnTo>
                  <a:lnTo>
                    <a:pt x="2649420" y="1730172"/>
                  </a:lnTo>
                  <a:lnTo>
                    <a:pt x="2609290" y="1675447"/>
                  </a:lnTo>
                  <a:lnTo>
                    <a:pt x="2568906" y="1617223"/>
                  </a:lnTo>
                  <a:lnTo>
                    <a:pt x="2528166" y="1555658"/>
                  </a:lnTo>
                  <a:lnTo>
                    <a:pt x="2487019" y="1490995"/>
                  </a:lnTo>
                  <a:lnTo>
                    <a:pt x="2445455" y="1423566"/>
                  </a:lnTo>
                  <a:lnTo>
                    <a:pt x="2403501" y="1353785"/>
                  </a:lnTo>
                  <a:lnTo>
                    <a:pt x="2361220" y="1282139"/>
                  </a:lnTo>
                  <a:lnTo>
                    <a:pt x="2318699" y="1209179"/>
                  </a:lnTo>
                  <a:lnTo>
                    <a:pt x="2276042" y="1135499"/>
                  </a:lnTo>
                  <a:lnTo>
                    <a:pt x="2233367" y="1061721"/>
                  </a:lnTo>
                  <a:lnTo>
                    <a:pt x="2190791" y="988466"/>
                  </a:lnTo>
                  <a:lnTo>
                    <a:pt x="2148423" y="916342"/>
                  </a:lnTo>
                  <a:lnTo>
                    <a:pt x="2106357" y="845912"/>
                  </a:lnTo>
                  <a:lnTo>
                    <a:pt x="2064665" y="777689"/>
                  </a:lnTo>
                  <a:lnTo>
                    <a:pt x="2023384" y="712108"/>
                  </a:lnTo>
                  <a:lnTo>
                    <a:pt x="1982519" y="649530"/>
                  </a:lnTo>
                  <a:lnTo>
                    <a:pt x="1942031" y="590225"/>
                  </a:lnTo>
                  <a:lnTo>
                    <a:pt x="1901834" y="534378"/>
                  </a:lnTo>
                  <a:lnTo>
                    <a:pt x="1861793" y="482089"/>
                  </a:lnTo>
                  <a:lnTo>
                    <a:pt x="1821715" y="433381"/>
                  </a:lnTo>
                  <a:lnTo>
                    <a:pt x="1781344" y="388206"/>
                  </a:lnTo>
                  <a:lnTo>
                    <a:pt x="1768425" y="374595"/>
                  </a:lnTo>
                  <a:lnTo>
                    <a:pt x="1719770" y="327115"/>
                  </a:lnTo>
                  <a:lnTo>
                    <a:pt x="1669481" y="284372"/>
                  </a:lnTo>
                  <a:lnTo>
                    <a:pt x="1616785" y="246128"/>
                  </a:lnTo>
                  <a:lnTo>
                    <a:pt x="1560818" y="211975"/>
                  </a:lnTo>
                  <a:lnTo>
                    <a:pt x="1500698" y="181454"/>
                  </a:lnTo>
                  <a:lnTo>
                    <a:pt x="1435600" y="154120"/>
                  </a:lnTo>
                  <a:lnTo>
                    <a:pt x="1364846" y="129582"/>
                  </a:lnTo>
                  <a:lnTo>
                    <a:pt x="1288031" y="107519"/>
                  </a:lnTo>
                  <a:lnTo>
                    <a:pt x="1205186" y="87697"/>
                  </a:lnTo>
                  <a:lnTo>
                    <a:pt x="1116967" y="69969"/>
                  </a:lnTo>
                  <a:lnTo>
                    <a:pt x="1024859" y="54270"/>
                  </a:lnTo>
                  <a:lnTo>
                    <a:pt x="931305" y="40602"/>
                  </a:lnTo>
                  <a:lnTo>
                    <a:pt x="839699" y="29010"/>
                  </a:lnTo>
                  <a:lnTo>
                    <a:pt x="754122" y="19538"/>
                  </a:lnTo>
                  <a:lnTo>
                    <a:pt x="678795" y="12179"/>
                  </a:lnTo>
                  <a:lnTo>
                    <a:pt x="617308" y="6838"/>
                  </a:lnTo>
                  <a:lnTo>
                    <a:pt x="571827" y="3303"/>
                  </a:lnTo>
                  <a:lnTo>
                    <a:pt x="542525" y="1255"/>
                  </a:lnTo>
                  <a:lnTo>
                    <a:pt x="527406" y="300"/>
                  </a:lnTo>
                  <a:lnTo>
                    <a:pt x="522487" y="18"/>
                  </a:lnTo>
                  <a:lnTo>
                    <a:pt x="522133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596" name="pg596"/>
            <p:cNvSpPr/>
            <p:nvPr/>
          </p:nvSpPr>
          <p:spPr>
            <a:xfrm>
              <a:off x="386606" y="908833"/>
              <a:ext cx="8554953" cy="4449970"/>
            </a:xfrm>
            <a:custGeom>
              <a:avLst/>
              <a:pathLst>
                <a:path w="8554953" h="4449970">
                  <a:moveTo>
                    <a:pt x="0" y="2038628"/>
                  </a:moveTo>
                  <a:lnTo>
                    <a:pt x="522133" y="2038628"/>
                  </a:lnTo>
                  <a:lnTo>
                    <a:pt x="523314" y="2038697"/>
                  </a:lnTo>
                  <a:lnTo>
                    <a:pt x="531046" y="2039188"/>
                  </a:lnTo>
                  <a:lnTo>
                    <a:pt x="550425" y="2040544"/>
                  </a:lnTo>
                  <a:lnTo>
                    <a:pt x="584781" y="2043210"/>
                  </a:lnTo>
                  <a:lnTo>
                    <a:pt x="635398" y="2047582"/>
                  </a:lnTo>
                  <a:lnTo>
                    <a:pt x="701426" y="2053967"/>
                  </a:lnTo>
                  <a:lnTo>
                    <a:pt x="780192" y="2062547"/>
                  </a:lnTo>
                  <a:lnTo>
                    <a:pt x="867851" y="2073393"/>
                  </a:lnTo>
                  <a:lnTo>
                    <a:pt x="960188" y="2086486"/>
                  </a:lnTo>
                  <a:lnTo>
                    <a:pt x="1053328" y="2101776"/>
                  </a:lnTo>
                  <a:lnTo>
                    <a:pt x="1144182" y="2119226"/>
                  </a:lnTo>
                  <a:lnTo>
                    <a:pt x="1230628" y="2138850"/>
                  </a:lnTo>
                  <a:lnTo>
                    <a:pt x="1311460" y="2160744"/>
                  </a:lnTo>
                  <a:lnTo>
                    <a:pt x="1386233" y="2185092"/>
                  </a:lnTo>
                  <a:lnTo>
                    <a:pt x="1455064" y="2212170"/>
                  </a:lnTo>
                  <a:lnTo>
                    <a:pt x="1518448" y="2242343"/>
                  </a:lnTo>
                  <a:lnTo>
                    <a:pt x="1577110" y="2276046"/>
                  </a:lnTo>
                  <a:lnTo>
                    <a:pt x="1631892" y="2313762"/>
                  </a:lnTo>
                  <a:lnTo>
                    <a:pt x="1683669" y="2355971"/>
                  </a:lnTo>
                  <a:lnTo>
                    <a:pt x="1733281" y="2403073"/>
                  </a:lnTo>
                  <a:lnTo>
                    <a:pt x="1768425" y="2440519"/>
                  </a:lnTo>
                  <a:lnTo>
                    <a:pt x="1807965" y="2486602"/>
                  </a:lnTo>
                  <a:lnTo>
                    <a:pt x="1847129" y="2536259"/>
                  </a:lnTo>
                  <a:lnTo>
                    <a:pt x="1886177" y="2589562"/>
                  </a:lnTo>
                  <a:lnTo>
                    <a:pt x="1925308" y="2646517"/>
                  </a:lnTo>
                  <a:lnTo>
                    <a:pt x="1964669" y="2707054"/>
                  </a:lnTo>
                  <a:lnTo>
                    <a:pt x="2004358" y="2771028"/>
                  </a:lnTo>
                  <a:lnTo>
                    <a:pt x="2044431" y="2838206"/>
                  </a:lnTo>
                  <a:lnTo>
                    <a:pt x="2084903" y="2908273"/>
                  </a:lnTo>
                  <a:lnTo>
                    <a:pt x="2125753" y="2980832"/>
                  </a:lnTo>
                  <a:lnTo>
                    <a:pt x="2166930" y="3055410"/>
                  </a:lnTo>
                  <a:lnTo>
                    <a:pt x="2208358" y="3131472"/>
                  </a:lnTo>
                  <a:lnTo>
                    <a:pt x="2249943" y="3208436"/>
                  </a:lnTo>
                  <a:lnTo>
                    <a:pt x="2291579" y="3285689"/>
                  </a:lnTo>
                  <a:lnTo>
                    <a:pt x="2333156" y="3362608"/>
                  </a:lnTo>
                  <a:lnTo>
                    <a:pt x="2374569" y="3438583"/>
                  </a:lnTo>
                  <a:lnTo>
                    <a:pt x="2415725" y="3513034"/>
                  </a:lnTo>
                  <a:lnTo>
                    <a:pt x="2456549" y="3585428"/>
                  </a:lnTo>
                  <a:lnTo>
                    <a:pt x="2496993" y="3655301"/>
                  </a:lnTo>
                  <a:lnTo>
                    <a:pt x="2537037" y="3722259"/>
                  </a:lnTo>
                  <a:lnTo>
                    <a:pt x="2576701" y="3785994"/>
                  </a:lnTo>
                  <a:lnTo>
                    <a:pt x="2616042" y="3846279"/>
                  </a:lnTo>
                  <a:lnTo>
                    <a:pt x="2655161" y="3902973"/>
                  </a:lnTo>
                  <a:lnTo>
                    <a:pt x="2694210" y="3956014"/>
                  </a:lnTo>
                  <a:lnTo>
                    <a:pt x="2733391" y="4005413"/>
                  </a:lnTo>
                  <a:lnTo>
                    <a:pt x="2770117" y="4048080"/>
                  </a:lnTo>
                  <a:lnTo>
                    <a:pt x="2818619" y="4098870"/>
                  </a:lnTo>
                  <a:lnTo>
                    <a:pt x="2868742" y="4144608"/>
                  </a:lnTo>
                  <a:lnTo>
                    <a:pt x="2921253" y="4185547"/>
                  </a:lnTo>
                  <a:lnTo>
                    <a:pt x="2977006" y="4222119"/>
                  </a:lnTo>
                  <a:lnTo>
                    <a:pt x="3036875" y="4254813"/>
                  </a:lnTo>
                  <a:lnTo>
                    <a:pt x="3101680" y="4284102"/>
                  </a:lnTo>
                  <a:lnTo>
                    <a:pt x="3172095" y="4310403"/>
                  </a:lnTo>
                  <a:lnTo>
                    <a:pt x="3248529" y="4334059"/>
                  </a:lnTo>
                  <a:lnTo>
                    <a:pt x="3330964" y="4355319"/>
                  </a:lnTo>
                  <a:lnTo>
                    <a:pt x="3418768" y="4374345"/>
                  </a:lnTo>
                  <a:lnTo>
                    <a:pt x="3510497" y="4391206"/>
                  </a:lnTo>
                  <a:lnTo>
                    <a:pt x="3603763" y="4405902"/>
                  </a:lnTo>
                  <a:lnTo>
                    <a:pt x="3695234" y="4418388"/>
                  </a:lnTo>
                  <a:lnTo>
                    <a:pt x="3780884" y="4428614"/>
                  </a:lnTo>
                  <a:lnTo>
                    <a:pt x="3856523" y="4436585"/>
                  </a:lnTo>
                  <a:lnTo>
                    <a:pt x="3918547" y="4442397"/>
                  </a:lnTo>
                  <a:lnTo>
                    <a:pt x="3964727" y="4446270"/>
                  </a:lnTo>
                  <a:lnTo>
                    <a:pt x="3994782" y="4448536"/>
                  </a:lnTo>
                  <a:lnTo>
                    <a:pt x="4010575" y="4449612"/>
                  </a:lnTo>
                  <a:lnTo>
                    <a:pt x="4015948" y="4449944"/>
                  </a:lnTo>
                  <a:lnTo>
                    <a:pt x="4016409" y="4449970"/>
                  </a:lnTo>
                  <a:lnTo>
                    <a:pt x="4538543" y="4449970"/>
                  </a:lnTo>
                  <a:lnTo>
                    <a:pt x="4539434" y="4449876"/>
                  </a:lnTo>
                  <a:lnTo>
                    <a:pt x="4545309" y="4449200"/>
                  </a:lnTo>
                  <a:lnTo>
                    <a:pt x="4560163" y="4447334"/>
                  </a:lnTo>
                  <a:lnTo>
                    <a:pt x="4586824" y="4443659"/>
                  </a:lnTo>
                  <a:lnTo>
                    <a:pt x="4626768" y="4437596"/>
                  </a:lnTo>
                  <a:lnTo>
                    <a:pt x="4680000" y="4428665"/>
                  </a:lnTo>
                  <a:lnTo>
                    <a:pt x="4745141" y="4416523"/>
                  </a:lnTo>
                  <a:lnTo>
                    <a:pt x="4819743" y="4400987"/>
                  </a:lnTo>
                  <a:lnTo>
                    <a:pt x="4900749" y="4382005"/>
                  </a:lnTo>
                  <a:lnTo>
                    <a:pt x="4985002" y="4359621"/>
                  </a:lnTo>
                  <a:lnTo>
                    <a:pt x="5069647" y="4333908"/>
                  </a:lnTo>
                  <a:lnTo>
                    <a:pt x="5152395" y="4304916"/>
                  </a:lnTo>
                  <a:lnTo>
                    <a:pt x="5231616" y="4272628"/>
                  </a:lnTo>
                  <a:lnTo>
                    <a:pt x="5306320" y="4236931"/>
                  </a:lnTo>
                  <a:lnTo>
                    <a:pt x="5376057" y="4197599"/>
                  </a:lnTo>
                  <a:lnTo>
                    <a:pt x="5440801" y="4154290"/>
                  </a:lnTo>
                  <a:lnTo>
                    <a:pt x="5500825" y="4106550"/>
                  </a:lnTo>
                  <a:lnTo>
                    <a:pt x="5556599" y="4053822"/>
                  </a:lnTo>
                  <a:lnTo>
                    <a:pt x="5608715" y="3995474"/>
                  </a:lnTo>
                  <a:lnTo>
                    <a:pt x="5657820" y="3930827"/>
                  </a:lnTo>
                  <a:lnTo>
                    <a:pt x="5704573" y="3859228"/>
                  </a:lnTo>
                  <a:lnTo>
                    <a:pt x="5749595" y="3780151"/>
                  </a:lnTo>
                  <a:lnTo>
                    <a:pt x="5784835" y="3711132"/>
                  </a:lnTo>
                  <a:lnTo>
                    <a:pt x="5815683" y="3645686"/>
                  </a:lnTo>
                  <a:lnTo>
                    <a:pt x="5846264" y="3576276"/>
                  </a:lnTo>
                  <a:lnTo>
                    <a:pt x="5876711" y="3502823"/>
                  </a:lnTo>
                  <a:lnTo>
                    <a:pt x="5907133" y="3425288"/>
                  </a:lnTo>
                  <a:lnTo>
                    <a:pt x="5937619" y="3343680"/>
                  </a:lnTo>
                  <a:lnTo>
                    <a:pt x="5968237" y="3258058"/>
                  </a:lnTo>
                  <a:lnTo>
                    <a:pt x="5999039" y="3168536"/>
                  </a:lnTo>
                  <a:lnTo>
                    <a:pt x="6030060" y="3075282"/>
                  </a:lnTo>
                  <a:lnTo>
                    <a:pt x="6061319" y="2978523"/>
                  </a:lnTo>
                  <a:lnTo>
                    <a:pt x="6092820" y="2878541"/>
                  </a:lnTo>
                  <a:lnTo>
                    <a:pt x="6124555" y="2775677"/>
                  </a:lnTo>
                  <a:lnTo>
                    <a:pt x="6156506" y="2670322"/>
                  </a:lnTo>
                  <a:lnTo>
                    <a:pt x="6188640" y="2562911"/>
                  </a:lnTo>
                  <a:lnTo>
                    <a:pt x="6220921" y="2453924"/>
                  </a:lnTo>
                  <a:lnTo>
                    <a:pt x="6253302" y="2343866"/>
                  </a:lnTo>
                  <a:lnTo>
                    <a:pt x="6285735" y="2233270"/>
                  </a:lnTo>
                  <a:lnTo>
                    <a:pt x="6318169" y="2122674"/>
                  </a:lnTo>
                  <a:lnTo>
                    <a:pt x="6350550" y="2012619"/>
                  </a:lnTo>
                  <a:lnTo>
                    <a:pt x="6382830" y="1903636"/>
                  </a:lnTo>
                  <a:lnTo>
                    <a:pt x="6414964" y="1796232"/>
                  </a:lnTo>
                  <a:lnTo>
                    <a:pt x="6446914" y="1690884"/>
                  </a:lnTo>
                  <a:lnTo>
                    <a:pt x="6478648" y="1588029"/>
                  </a:lnTo>
                  <a:lnTo>
                    <a:pt x="6510149" y="1488058"/>
                  </a:lnTo>
                  <a:lnTo>
                    <a:pt x="6541407" y="1391310"/>
                  </a:lnTo>
                  <a:lnTo>
                    <a:pt x="6572427" y="1298068"/>
                  </a:lnTo>
                  <a:lnTo>
                    <a:pt x="6603228" y="1208559"/>
                  </a:lnTo>
                  <a:lnTo>
                    <a:pt x="6633846" y="1122951"/>
                  </a:lnTo>
                  <a:lnTo>
                    <a:pt x="6664331" y="1041356"/>
                  </a:lnTo>
                  <a:lnTo>
                    <a:pt x="6694753" y="963835"/>
                  </a:lnTo>
                  <a:lnTo>
                    <a:pt x="6725200" y="890395"/>
                  </a:lnTo>
                  <a:lnTo>
                    <a:pt x="6755782" y="820999"/>
                  </a:lnTo>
                  <a:lnTo>
                    <a:pt x="6786527" y="755779"/>
                  </a:lnTo>
                  <a:lnTo>
                    <a:pt x="6830558" y="670516"/>
                  </a:lnTo>
                  <a:lnTo>
                    <a:pt x="6875876" y="592949"/>
                  </a:lnTo>
                  <a:lnTo>
                    <a:pt x="6923043" y="522772"/>
                  </a:lnTo>
                  <a:lnTo>
                    <a:pt x="6972691" y="459424"/>
                  </a:lnTo>
                  <a:lnTo>
                    <a:pt x="7025480" y="402239"/>
                  </a:lnTo>
                  <a:lnTo>
                    <a:pt x="7082051" y="350546"/>
                  </a:lnTo>
                  <a:lnTo>
                    <a:pt x="7142975" y="303723"/>
                  </a:lnTo>
                  <a:lnTo>
                    <a:pt x="7208692" y="261233"/>
                  </a:lnTo>
                  <a:lnTo>
                    <a:pt x="7279425" y="222643"/>
                  </a:lnTo>
                  <a:lnTo>
                    <a:pt x="7355073" y="187635"/>
                  </a:lnTo>
                  <a:lnTo>
                    <a:pt x="7435090" y="156004"/>
                  </a:lnTo>
                  <a:lnTo>
                    <a:pt x="7518363" y="127659"/>
                  </a:lnTo>
                  <a:lnTo>
                    <a:pt x="7603132" y="102598"/>
                  </a:lnTo>
                  <a:lnTo>
                    <a:pt x="7686984" y="80881"/>
                  </a:lnTo>
                  <a:lnTo>
                    <a:pt x="7766978" y="62580"/>
                  </a:lnTo>
                  <a:lnTo>
                    <a:pt x="7839939" y="47722"/>
                  </a:lnTo>
                  <a:lnTo>
                    <a:pt x="7902893" y="36235"/>
                  </a:lnTo>
                  <a:lnTo>
                    <a:pt x="7953566" y="27902"/>
                  </a:lnTo>
                  <a:lnTo>
                    <a:pt x="7990836" y="22353"/>
                  </a:lnTo>
                  <a:lnTo>
                    <a:pt x="8015001" y="19084"/>
                  </a:lnTo>
                  <a:lnTo>
                    <a:pt x="8027815" y="17503"/>
                  </a:lnTo>
                  <a:lnTo>
                    <a:pt x="8032354" y="16990"/>
                  </a:lnTo>
                  <a:lnTo>
                    <a:pt x="8032819" y="16941"/>
                  </a:lnTo>
                  <a:lnTo>
                    <a:pt x="8554953" y="16941"/>
                  </a:lnTo>
                  <a:lnTo>
                    <a:pt x="8554953" y="0"/>
                  </a:lnTo>
                  <a:lnTo>
                    <a:pt x="8032819" y="0"/>
                  </a:lnTo>
                  <a:lnTo>
                    <a:pt x="8031928" y="94"/>
                  </a:lnTo>
                  <a:lnTo>
                    <a:pt x="8026053" y="769"/>
                  </a:lnTo>
                  <a:lnTo>
                    <a:pt x="8011199" y="2635"/>
                  </a:lnTo>
                  <a:lnTo>
                    <a:pt x="7984538" y="6311"/>
                  </a:lnTo>
                  <a:lnTo>
                    <a:pt x="7944594" y="12373"/>
                  </a:lnTo>
                  <a:lnTo>
                    <a:pt x="7891362" y="21305"/>
                  </a:lnTo>
                  <a:lnTo>
                    <a:pt x="7826220" y="33446"/>
                  </a:lnTo>
                  <a:lnTo>
                    <a:pt x="7751619" y="48983"/>
                  </a:lnTo>
                  <a:lnTo>
                    <a:pt x="7670613" y="67965"/>
                  </a:lnTo>
                  <a:lnTo>
                    <a:pt x="7586360" y="90349"/>
                  </a:lnTo>
                  <a:lnTo>
                    <a:pt x="7501715" y="116062"/>
                  </a:lnTo>
                  <a:lnTo>
                    <a:pt x="7418967" y="145054"/>
                  </a:lnTo>
                  <a:lnTo>
                    <a:pt x="7339746" y="177342"/>
                  </a:lnTo>
                  <a:lnTo>
                    <a:pt x="7265042" y="213039"/>
                  </a:lnTo>
                  <a:lnTo>
                    <a:pt x="7195304" y="252371"/>
                  </a:lnTo>
                  <a:lnTo>
                    <a:pt x="7130561" y="295680"/>
                  </a:lnTo>
                  <a:lnTo>
                    <a:pt x="7070537" y="343420"/>
                  </a:lnTo>
                  <a:lnTo>
                    <a:pt x="7014763" y="396147"/>
                  </a:lnTo>
                  <a:lnTo>
                    <a:pt x="6962647" y="454496"/>
                  </a:lnTo>
                  <a:lnTo>
                    <a:pt x="6913542" y="519143"/>
                  </a:lnTo>
                  <a:lnTo>
                    <a:pt x="6866789" y="590742"/>
                  </a:lnTo>
                  <a:lnTo>
                    <a:pt x="6821767" y="669819"/>
                  </a:lnTo>
                  <a:lnTo>
                    <a:pt x="6786527" y="738838"/>
                  </a:lnTo>
                  <a:lnTo>
                    <a:pt x="6755679" y="804284"/>
                  </a:lnTo>
                  <a:lnTo>
                    <a:pt x="6725098" y="873694"/>
                  </a:lnTo>
                  <a:lnTo>
                    <a:pt x="6694651" y="947147"/>
                  </a:lnTo>
                  <a:lnTo>
                    <a:pt x="6664229" y="1024682"/>
                  </a:lnTo>
                  <a:lnTo>
                    <a:pt x="6633743" y="1106290"/>
                  </a:lnTo>
                  <a:lnTo>
                    <a:pt x="6603125" y="1191911"/>
                  </a:lnTo>
                  <a:lnTo>
                    <a:pt x="6572323" y="1281434"/>
                  </a:lnTo>
                  <a:lnTo>
                    <a:pt x="6541302" y="1374688"/>
                  </a:lnTo>
                  <a:lnTo>
                    <a:pt x="6510043" y="1471447"/>
                  </a:lnTo>
                  <a:lnTo>
                    <a:pt x="6478542" y="1571429"/>
                  </a:lnTo>
                  <a:lnTo>
                    <a:pt x="6446807" y="1674292"/>
                  </a:lnTo>
                  <a:lnTo>
                    <a:pt x="6414856" y="1779648"/>
                  </a:lnTo>
                  <a:lnTo>
                    <a:pt x="6382722" y="1887059"/>
                  </a:lnTo>
                  <a:lnTo>
                    <a:pt x="6350441" y="1996046"/>
                  </a:lnTo>
                  <a:lnTo>
                    <a:pt x="6318060" y="2106103"/>
                  </a:lnTo>
                  <a:lnTo>
                    <a:pt x="6285626" y="2216700"/>
                  </a:lnTo>
                  <a:lnTo>
                    <a:pt x="6253193" y="2327296"/>
                  </a:lnTo>
                  <a:lnTo>
                    <a:pt x="6220812" y="2437350"/>
                  </a:lnTo>
                  <a:lnTo>
                    <a:pt x="6188532" y="2546334"/>
                  </a:lnTo>
                  <a:lnTo>
                    <a:pt x="6156398" y="2653738"/>
                  </a:lnTo>
                  <a:lnTo>
                    <a:pt x="6124448" y="2759086"/>
                  </a:lnTo>
                  <a:lnTo>
                    <a:pt x="6092714" y="2861941"/>
                  </a:lnTo>
                  <a:lnTo>
                    <a:pt x="6061213" y="2961912"/>
                  </a:lnTo>
                  <a:lnTo>
                    <a:pt x="6029955" y="3058660"/>
                  </a:lnTo>
                  <a:lnTo>
                    <a:pt x="5998935" y="3151902"/>
                  </a:lnTo>
                  <a:lnTo>
                    <a:pt x="5968134" y="3241411"/>
                  </a:lnTo>
                  <a:lnTo>
                    <a:pt x="5937516" y="3327019"/>
                  </a:lnTo>
                  <a:lnTo>
                    <a:pt x="5907031" y="3408613"/>
                  </a:lnTo>
                  <a:lnTo>
                    <a:pt x="5876609" y="3486135"/>
                  </a:lnTo>
                  <a:lnTo>
                    <a:pt x="5846162" y="3559574"/>
                  </a:lnTo>
                  <a:lnTo>
                    <a:pt x="5815580" y="3628971"/>
                  </a:lnTo>
                  <a:lnTo>
                    <a:pt x="5784835" y="3694191"/>
                  </a:lnTo>
                  <a:lnTo>
                    <a:pt x="5740804" y="3779454"/>
                  </a:lnTo>
                  <a:lnTo>
                    <a:pt x="5695486" y="3857021"/>
                  </a:lnTo>
                  <a:lnTo>
                    <a:pt x="5648319" y="3927198"/>
                  </a:lnTo>
                  <a:lnTo>
                    <a:pt x="5598671" y="3990546"/>
                  </a:lnTo>
                  <a:lnTo>
                    <a:pt x="5545882" y="4047730"/>
                  </a:lnTo>
                  <a:lnTo>
                    <a:pt x="5489311" y="4099423"/>
                  </a:lnTo>
                  <a:lnTo>
                    <a:pt x="5428387" y="4146246"/>
                  </a:lnTo>
                  <a:lnTo>
                    <a:pt x="5362670" y="4188737"/>
                  </a:lnTo>
                  <a:lnTo>
                    <a:pt x="5291937" y="4227327"/>
                  </a:lnTo>
                  <a:lnTo>
                    <a:pt x="5216289" y="4262335"/>
                  </a:lnTo>
                  <a:lnTo>
                    <a:pt x="5136272" y="4293966"/>
                  </a:lnTo>
                  <a:lnTo>
                    <a:pt x="5052999" y="4322311"/>
                  </a:lnTo>
                  <a:lnTo>
                    <a:pt x="4968230" y="4347371"/>
                  </a:lnTo>
                  <a:lnTo>
                    <a:pt x="4884378" y="4369089"/>
                  </a:lnTo>
                  <a:lnTo>
                    <a:pt x="4804384" y="4387390"/>
                  </a:lnTo>
                  <a:lnTo>
                    <a:pt x="4731423" y="4402248"/>
                  </a:lnTo>
                  <a:lnTo>
                    <a:pt x="4668469" y="4413735"/>
                  </a:lnTo>
                  <a:lnTo>
                    <a:pt x="4617796" y="4422068"/>
                  </a:lnTo>
                  <a:lnTo>
                    <a:pt x="4580526" y="4427616"/>
                  </a:lnTo>
                  <a:lnTo>
                    <a:pt x="4556361" y="4430886"/>
                  </a:lnTo>
                  <a:lnTo>
                    <a:pt x="4543547" y="4432467"/>
                  </a:lnTo>
                  <a:lnTo>
                    <a:pt x="4539008" y="4432980"/>
                  </a:lnTo>
                  <a:lnTo>
                    <a:pt x="4538543" y="4433029"/>
                  </a:lnTo>
                  <a:lnTo>
                    <a:pt x="4016409" y="4433029"/>
                  </a:lnTo>
                  <a:lnTo>
                    <a:pt x="4015228" y="4432960"/>
                  </a:lnTo>
                  <a:lnTo>
                    <a:pt x="4007496" y="4432470"/>
                  </a:lnTo>
                  <a:lnTo>
                    <a:pt x="3988118" y="4431113"/>
                  </a:lnTo>
                  <a:lnTo>
                    <a:pt x="3953761" y="4428447"/>
                  </a:lnTo>
                  <a:lnTo>
                    <a:pt x="3903144" y="4424075"/>
                  </a:lnTo>
                  <a:lnTo>
                    <a:pt x="3837116" y="4417691"/>
                  </a:lnTo>
                  <a:lnTo>
                    <a:pt x="3758350" y="4409110"/>
                  </a:lnTo>
                  <a:lnTo>
                    <a:pt x="3670692" y="4398264"/>
                  </a:lnTo>
                  <a:lnTo>
                    <a:pt x="3578354" y="4385171"/>
                  </a:lnTo>
                  <a:lnTo>
                    <a:pt x="3485215" y="4369881"/>
                  </a:lnTo>
                  <a:lnTo>
                    <a:pt x="3394360" y="4352431"/>
                  </a:lnTo>
                  <a:lnTo>
                    <a:pt x="3307914" y="4332807"/>
                  </a:lnTo>
                  <a:lnTo>
                    <a:pt x="3227082" y="4310913"/>
                  </a:lnTo>
                  <a:lnTo>
                    <a:pt x="3152309" y="4286565"/>
                  </a:lnTo>
                  <a:lnTo>
                    <a:pt x="3083478" y="4259487"/>
                  </a:lnTo>
                  <a:lnTo>
                    <a:pt x="3020094" y="4229314"/>
                  </a:lnTo>
                  <a:lnTo>
                    <a:pt x="2961432" y="4195611"/>
                  </a:lnTo>
                  <a:lnTo>
                    <a:pt x="2906650" y="4157896"/>
                  </a:lnTo>
                  <a:lnTo>
                    <a:pt x="2854873" y="4115686"/>
                  </a:lnTo>
                  <a:lnTo>
                    <a:pt x="2805262" y="4068584"/>
                  </a:lnTo>
                  <a:lnTo>
                    <a:pt x="2770117" y="4031138"/>
                  </a:lnTo>
                  <a:lnTo>
                    <a:pt x="2730577" y="3985055"/>
                  </a:lnTo>
                  <a:lnTo>
                    <a:pt x="2691413" y="3935398"/>
                  </a:lnTo>
                  <a:lnTo>
                    <a:pt x="2652365" y="3882095"/>
                  </a:lnTo>
                  <a:lnTo>
                    <a:pt x="2613234" y="3825140"/>
                  </a:lnTo>
                  <a:lnTo>
                    <a:pt x="2573874" y="3764603"/>
                  </a:lnTo>
                  <a:lnTo>
                    <a:pt x="2534184" y="3700629"/>
                  </a:lnTo>
                  <a:lnTo>
                    <a:pt x="2494111" y="3633451"/>
                  </a:lnTo>
                  <a:lnTo>
                    <a:pt x="2453639" y="3563384"/>
                  </a:lnTo>
                  <a:lnTo>
                    <a:pt x="2412789" y="3490825"/>
                  </a:lnTo>
                  <a:lnTo>
                    <a:pt x="2371612" y="3416248"/>
                  </a:lnTo>
                  <a:lnTo>
                    <a:pt x="2330184" y="3340185"/>
                  </a:lnTo>
                  <a:lnTo>
                    <a:pt x="2288599" y="3263221"/>
                  </a:lnTo>
                  <a:lnTo>
                    <a:pt x="2246963" y="3185968"/>
                  </a:lnTo>
                  <a:lnTo>
                    <a:pt x="2205386" y="3109049"/>
                  </a:lnTo>
                  <a:lnTo>
                    <a:pt x="2163973" y="3033074"/>
                  </a:lnTo>
                  <a:lnTo>
                    <a:pt x="2122817" y="2958624"/>
                  </a:lnTo>
                  <a:lnTo>
                    <a:pt x="2081993" y="2886229"/>
                  </a:lnTo>
                  <a:lnTo>
                    <a:pt x="2041550" y="2816356"/>
                  </a:lnTo>
                  <a:lnTo>
                    <a:pt x="2001505" y="2749398"/>
                  </a:lnTo>
                  <a:lnTo>
                    <a:pt x="1961841" y="2685663"/>
                  </a:lnTo>
                  <a:lnTo>
                    <a:pt x="1922501" y="2625378"/>
                  </a:lnTo>
                  <a:lnTo>
                    <a:pt x="1883381" y="2568684"/>
                  </a:lnTo>
                  <a:lnTo>
                    <a:pt x="1844333" y="2515643"/>
                  </a:lnTo>
                  <a:lnTo>
                    <a:pt x="1805151" y="2466244"/>
                  </a:lnTo>
                  <a:lnTo>
                    <a:pt x="1768425" y="2423577"/>
                  </a:lnTo>
                  <a:lnTo>
                    <a:pt x="1719923" y="2372787"/>
                  </a:lnTo>
                  <a:lnTo>
                    <a:pt x="1669800" y="2327049"/>
                  </a:lnTo>
                  <a:lnTo>
                    <a:pt x="1617289" y="2286110"/>
                  </a:lnTo>
                  <a:lnTo>
                    <a:pt x="1561536" y="2249538"/>
                  </a:lnTo>
                  <a:lnTo>
                    <a:pt x="1501667" y="2216844"/>
                  </a:lnTo>
                  <a:lnTo>
                    <a:pt x="1436862" y="2187555"/>
                  </a:lnTo>
                  <a:lnTo>
                    <a:pt x="1366447" y="2161254"/>
                  </a:lnTo>
                  <a:lnTo>
                    <a:pt x="1290013" y="2137599"/>
                  </a:lnTo>
                  <a:lnTo>
                    <a:pt x="1207578" y="2116338"/>
                  </a:lnTo>
                  <a:lnTo>
                    <a:pt x="1119774" y="2097312"/>
                  </a:lnTo>
                  <a:lnTo>
                    <a:pt x="1028045" y="2080451"/>
                  </a:lnTo>
                  <a:lnTo>
                    <a:pt x="934779" y="2065755"/>
                  </a:lnTo>
                  <a:lnTo>
                    <a:pt x="843308" y="2053269"/>
                  </a:lnTo>
                  <a:lnTo>
                    <a:pt x="757658" y="2043043"/>
                  </a:lnTo>
                  <a:lnTo>
                    <a:pt x="682019" y="2035072"/>
                  </a:lnTo>
                  <a:lnTo>
                    <a:pt x="619995" y="2029260"/>
                  </a:lnTo>
                  <a:lnTo>
                    <a:pt x="573815" y="2025387"/>
                  </a:lnTo>
                  <a:lnTo>
                    <a:pt x="543760" y="2023121"/>
                  </a:lnTo>
                  <a:lnTo>
                    <a:pt x="527967" y="2022045"/>
                  </a:lnTo>
                  <a:lnTo>
                    <a:pt x="522594" y="2021713"/>
                  </a:lnTo>
                  <a:lnTo>
                    <a:pt x="522133" y="2021687"/>
                  </a:lnTo>
                  <a:lnTo>
                    <a:pt x="0" y="2021687"/>
                  </a:lnTo>
                  <a:close/>
                </a:path>
              </a:pathLst>
            </a:custGeom>
            <a:solidFill>
              <a:srgbClr val="8FA8D6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597" name="pl597"/>
            <p:cNvSpPr/>
            <p:nvPr/>
          </p:nvSpPr>
          <p:spPr>
            <a:xfrm>
              <a:off x="386606" y="925775"/>
              <a:ext cx="8554953" cy="4433029"/>
            </a:xfrm>
            <a:custGeom>
              <a:avLst/>
              <a:pathLst>
                <a:path w="8554953" h="4433029">
                  <a:moveTo>
                    <a:pt x="0" y="2021687"/>
                  </a:moveTo>
                  <a:lnTo>
                    <a:pt x="522133" y="2021687"/>
                  </a:lnTo>
                  <a:lnTo>
                    <a:pt x="523314" y="2021755"/>
                  </a:lnTo>
                  <a:lnTo>
                    <a:pt x="531046" y="2022246"/>
                  </a:lnTo>
                  <a:lnTo>
                    <a:pt x="550425" y="2023602"/>
                  </a:lnTo>
                  <a:lnTo>
                    <a:pt x="584781" y="2026268"/>
                  </a:lnTo>
                  <a:lnTo>
                    <a:pt x="635398" y="2030641"/>
                  </a:lnTo>
                  <a:lnTo>
                    <a:pt x="701426" y="2037025"/>
                  </a:lnTo>
                  <a:lnTo>
                    <a:pt x="780192" y="2045606"/>
                  </a:lnTo>
                  <a:lnTo>
                    <a:pt x="867851" y="2056451"/>
                  </a:lnTo>
                  <a:lnTo>
                    <a:pt x="960188" y="2069545"/>
                  </a:lnTo>
                  <a:lnTo>
                    <a:pt x="1053328" y="2084835"/>
                  </a:lnTo>
                  <a:lnTo>
                    <a:pt x="1144182" y="2102284"/>
                  </a:lnTo>
                  <a:lnTo>
                    <a:pt x="1230628" y="2121908"/>
                  </a:lnTo>
                  <a:lnTo>
                    <a:pt x="1311460" y="2143802"/>
                  </a:lnTo>
                  <a:lnTo>
                    <a:pt x="1386233" y="2168150"/>
                  </a:lnTo>
                  <a:lnTo>
                    <a:pt x="1455064" y="2195229"/>
                  </a:lnTo>
                  <a:lnTo>
                    <a:pt x="1518448" y="2225402"/>
                  </a:lnTo>
                  <a:lnTo>
                    <a:pt x="1577110" y="2259105"/>
                  </a:lnTo>
                  <a:lnTo>
                    <a:pt x="1631892" y="2296820"/>
                  </a:lnTo>
                  <a:lnTo>
                    <a:pt x="1683669" y="2339030"/>
                  </a:lnTo>
                  <a:lnTo>
                    <a:pt x="1733281" y="2386131"/>
                  </a:lnTo>
                  <a:lnTo>
                    <a:pt x="1768425" y="2423577"/>
                  </a:lnTo>
                  <a:lnTo>
                    <a:pt x="1807965" y="2469660"/>
                  </a:lnTo>
                  <a:lnTo>
                    <a:pt x="1847129" y="2519318"/>
                  </a:lnTo>
                  <a:lnTo>
                    <a:pt x="1886177" y="2572621"/>
                  </a:lnTo>
                  <a:lnTo>
                    <a:pt x="1925308" y="2629575"/>
                  </a:lnTo>
                  <a:lnTo>
                    <a:pt x="1964669" y="2690113"/>
                  </a:lnTo>
                  <a:lnTo>
                    <a:pt x="2004358" y="2754087"/>
                  </a:lnTo>
                  <a:lnTo>
                    <a:pt x="2044431" y="2821265"/>
                  </a:lnTo>
                  <a:lnTo>
                    <a:pt x="2084903" y="2891332"/>
                  </a:lnTo>
                  <a:lnTo>
                    <a:pt x="2125753" y="2963890"/>
                  </a:lnTo>
                  <a:lnTo>
                    <a:pt x="2166930" y="3038468"/>
                  </a:lnTo>
                  <a:lnTo>
                    <a:pt x="2208358" y="3114530"/>
                  </a:lnTo>
                  <a:lnTo>
                    <a:pt x="2249943" y="3191494"/>
                  </a:lnTo>
                  <a:lnTo>
                    <a:pt x="2291579" y="3268747"/>
                  </a:lnTo>
                  <a:lnTo>
                    <a:pt x="2333156" y="3345667"/>
                  </a:lnTo>
                  <a:lnTo>
                    <a:pt x="2374569" y="3421642"/>
                  </a:lnTo>
                  <a:lnTo>
                    <a:pt x="2415725" y="3496092"/>
                  </a:lnTo>
                  <a:lnTo>
                    <a:pt x="2456549" y="3568487"/>
                  </a:lnTo>
                  <a:lnTo>
                    <a:pt x="2496993" y="3638359"/>
                  </a:lnTo>
                  <a:lnTo>
                    <a:pt x="2537037" y="3705318"/>
                  </a:lnTo>
                  <a:lnTo>
                    <a:pt x="2576701" y="3769052"/>
                  </a:lnTo>
                  <a:lnTo>
                    <a:pt x="2616042" y="3829337"/>
                  </a:lnTo>
                  <a:lnTo>
                    <a:pt x="2655161" y="3886032"/>
                  </a:lnTo>
                  <a:lnTo>
                    <a:pt x="2694210" y="3939073"/>
                  </a:lnTo>
                  <a:lnTo>
                    <a:pt x="2733391" y="3988471"/>
                  </a:lnTo>
                  <a:lnTo>
                    <a:pt x="2770117" y="4031138"/>
                  </a:lnTo>
                  <a:lnTo>
                    <a:pt x="2818619" y="4081929"/>
                  </a:lnTo>
                  <a:lnTo>
                    <a:pt x="2868742" y="4127666"/>
                  </a:lnTo>
                  <a:lnTo>
                    <a:pt x="2921253" y="4168606"/>
                  </a:lnTo>
                  <a:lnTo>
                    <a:pt x="2977006" y="4205178"/>
                  </a:lnTo>
                  <a:lnTo>
                    <a:pt x="3036875" y="4237872"/>
                  </a:lnTo>
                  <a:lnTo>
                    <a:pt x="3101680" y="4267160"/>
                  </a:lnTo>
                  <a:lnTo>
                    <a:pt x="3172095" y="4293462"/>
                  </a:lnTo>
                  <a:lnTo>
                    <a:pt x="3248529" y="4317117"/>
                  </a:lnTo>
                  <a:lnTo>
                    <a:pt x="3330964" y="4338378"/>
                  </a:lnTo>
                  <a:lnTo>
                    <a:pt x="3418768" y="4357403"/>
                  </a:lnTo>
                  <a:lnTo>
                    <a:pt x="3510497" y="4374265"/>
                  </a:lnTo>
                  <a:lnTo>
                    <a:pt x="3603763" y="4388961"/>
                  </a:lnTo>
                  <a:lnTo>
                    <a:pt x="3695234" y="4401446"/>
                  </a:lnTo>
                  <a:lnTo>
                    <a:pt x="3780884" y="4411673"/>
                  </a:lnTo>
                  <a:lnTo>
                    <a:pt x="3856523" y="4419644"/>
                  </a:lnTo>
                  <a:lnTo>
                    <a:pt x="3918547" y="4425456"/>
                  </a:lnTo>
                  <a:lnTo>
                    <a:pt x="3964727" y="4429328"/>
                  </a:lnTo>
                  <a:lnTo>
                    <a:pt x="3994782" y="4431595"/>
                  </a:lnTo>
                  <a:lnTo>
                    <a:pt x="4010575" y="4432670"/>
                  </a:lnTo>
                  <a:lnTo>
                    <a:pt x="4015948" y="4433002"/>
                  </a:lnTo>
                  <a:lnTo>
                    <a:pt x="4016409" y="4433029"/>
                  </a:lnTo>
                  <a:lnTo>
                    <a:pt x="4538543" y="4433029"/>
                  </a:lnTo>
                  <a:lnTo>
                    <a:pt x="4539434" y="4432934"/>
                  </a:lnTo>
                  <a:lnTo>
                    <a:pt x="4545309" y="4432259"/>
                  </a:lnTo>
                  <a:lnTo>
                    <a:pt x="4560163" y="4430393"/>
                  </a:lnTo>
                  <a:lnTo>
                    <a:pt x="4586824" y="4426718"/>
                  </a:lnTo>
                  <a:lnTo>
                    <a:pt x="4626768" y="4420655"/>
                  </a:lnTo>
                  <a:lnTo>
                    <a:pt x="4680000" y="4411723"/>
                  </a:lnTo>
                  <a:lnTo>
                    <a:pt x="4745141" y="4399582"/>
                  </a:lnTo>
                  <a:lnTo>
                    <a:pt x="4819743" y="4384045"/>
                  </a:lnTo>
                  <a:lnTo>
                    <a:pt x="4900749" y="4365064"/>
                  </a:lnTo>
                  <a:lnTo>
                    <a:pt x="4985002" y="4342679"/>
                  </a:lnTo>
                  <a:lnTo>
                    <a:pt x="5069647" y="4316966"/>
                  </a:lnTo>
                  <a:lnTo>
                    <a:pt x="5152395" y="4287974"/>
                  </a:lnTo>
                  <a:lnTo>
                    <a:pt x="5231616" y="4255686"/>
                  </a:lnTo>
                  <a:lnTo>
                    <a:pt x="5306320" y="4219989"/>
                  </a:lnTo>
                  <a:lnTo>
                    <a:pt x="5376057" y="4180657"/>
                  </a:lnTo>
                  <a:lnTo>
                    <a:pt x="5440801" y="4137348"/>
                  </a:lnTo>
                  <a:lnTo>
                    <a:pt x="5500825" y="4089608"/>
                  </a:lnTo>
                  <a:lnTo>
                    <a:pt x="5556599" y="4036881"/>
                  </a:lnTo>
                  <a:lnTo>
                    <a:pt x="5608715" y="3978532"/>
                  </a:lnTo>
                  <a:lnTo>
                    <a:pt x="5657820" y="3913885"/>
                  </a:lnTo>
                  <a:lnTo>
                    <a:pt x="5704573" y="3842286"/>
                  </a:lnTo>
                  <a:lnTo>
                    <a:pt x="5749595" y="3763210"/>
                  </a:lnTo>
                  <a:lnTo>
                    <a:pt x="5784835" y="3694191"/>
                  </a:lnTo>
                  <a:lnTo>
                    <a:pt x="5815683" y="3628744"/>
                  </a:lnTo>
                  <a:lnTo>
                    <a:pt x="5846264" y="3559335"/>
                  </a:lnTo>
                  <a:lnTo>
                    <a:pt x="5876711" y="3485881"/>
                  </a:lnTo>
                  <a:lnTo>
                    <a:pt x="5907133" y="3408346"/>
                  </a:lnTo>
                  <a:lnTo>
                    <a:pt x="5937619" y="3326738"/>
                  </a:lnTo>
                  <a:lnTo>
                    <a:pt x="5968237" y="3241117"/>
                  </a:lnTo>
                  <a:lnTo>
                    <a:pt x="5999039" y="3151595"/>
                  </a:lnTo>
                  <a:lnTo>
                    <a:pt x="6030060" y="3058340"/>
                  </a:lnTo>
                  <a:lnTo>
                    <a:pt x="6061319" y="2961581"/>
                  </a:lnTo>
                  <a:lnTo>
                    <a:pt x="6092820" y="2861600"/>
                  </a:lnTo>
                  <a:lnTo>
                    <a:pt x="6124555" y="2758736"/>
                  </a:lnTo>
                  <a:lnTo>
                    <a:pt x="6156506" y="2653380"/>
                  </a:lnTo>
                  <a:lnTo>
                    <a:pt x="6188640" y="2545970"/>
                  </a:lnTo>
                  <a:lnTo>
                    <a:pt x="6220921" y="2436982"/>
                  </a:lnTo>
                  <a:lnTo>
                    <a:pt x="6253302" y="2326925"/>
                  </a:lnTo>
                  <a:lnTo>
                    <a:pt x="6285735" y="2216328"/>
                  </a:lnTo>
                  <a:lnTo>
                    <a:pt x="6318169" y="2105732"/>
                  </a:lnTo>
                  <a:lnTo>
                    <a:pt x="6350550" y="1995678"/>
                  </a:lnTo>
                  <a:lnTo>
                    <a:pt x="6382830" y="1886695"/>
                  </a:lnTo>
                  <a:lnTo>
                    <a:pt x="6414964" y="1779291"/>
                  </a:lnTo>
                  <a:lnTo>
                    <a:pt x="6446914" y="1673942"/>
                  </a:lnTo>
                  <a:lnTo>
                    <a:pt x="6478648" y="1571088"/>
                  </a:lnTo>
                  <a:lnTo>
                    <a:pt x="6510149" y="1471117"/>
                  </a:lnTo>
                  <a:lnTo>
                    <a:pt x="6541407" y="1374368"/>
                  </a:lnTo>
                  <a:lnTo>
                    <a:pt x="6572427" y="1281127"/>
                  </a:lnTo>
                  <a:lnTo>
                    <a:pt x="6603228" y="1191617"/>
                  </a:lnTo>
                  <a:lnTo>
                    <a:pt x="6633846" y="1106009"/>
                  </a:lnTo>
                  <a:lnTo>
                    <a:pt x="6664331" y="1024415"/>
                  </a:lnTo>
                  <a:lnTo>
                    <a:pt x="6694753" y="946894"/>
                  </a:lnTo>
                  <a:lnTo>
                    <a:pt x="6725200" y="873454"/>
                  </a:lnTo>
                  <a:lnTo>
                    <a:pt x="6755782" y="804057"/>
                  </a:lnTo>
                  <a:lnTo>
                    <a:pt x="6786527" y="738838"/>
                  </a:lnTo>
                  <a:lnTo>
                    <a:pt x="6830558" y="653574"/>
                  </a:lnTo>
                  <a:lnTo>
                    <a:pt x="6875876" y="576007"/>
                  </a:lnTo>
                  <a:lnTo>
                    <a:pt x="6923043" y="505830"/>
                  </a:lnTo>
                  <a:lnTo>
                    <a:pt x="6972691" y="442482"/>
                  </a:lnTo>
                  <a:lnTo>
                    <a:pt x="7025480" y="385298"/>
                  </a:lnTo>
                  <a:lnTo>
                    <a:pt x="7082051" y="333605"/>
                  </a:lnTo>
                  <a:lnTo>
                    <a:pt x="7142975" y="286782"/>
                  </a:lnTo>
                  <a:lnTo>
                    <a:pt x="7208692" y="244292"/>
                  </a:lnTo>
                  <a:lnTo>
                    <a:pt x="7279425" y="205702"/>
                  </a:lnTo>
                  <a:lnTo>
                    <a:pt x="7355073" y="170693"/>
                  </a:lnTo>
                  <a:lnTo>
                    <a:pt x="7435090" y="139063"/>
                  </a:lnTo>
                  <a:lnTo>
                    <a:pt x="7518363" y="110718"/>
                  </a:lnTo>
                  <a:lnTo>
                    <a:pt x="7603132" y="85657"/>
                  </a:lnTo>
                  <a:lnTo>
                    <a:pt x="7686984" y="63940"/>
                  </a:lnTo>
                  <a:lnTo>
                    <a:pt x="7766978" y="45638"/>
                  </a:lnTo>
                  <a:lnTo>
                    <a:pt x="7839939" y="30780"/>
                  </a:lnTo>
                  <a:lnTo>
                    <a:pt x="7902893" y="19293"/>
                  </a:lnTo>
                  <a:lnTo>
                    <a:pt x="7953566" y="10961"/>
                  </a:lnTo>
                  <a:lnTo>
                    <a:pt x="7990836" y="5412"/>
                  </a:lnTo>
                  <a:lnTo>
                    <a:pt x="8015001" y="2142"/>
                  </a:lnTo>
                  <a:lnTo>
                    <a:pt x="8027815" y="561"/>
                  </a:lnTo>
                  <a:lnTo>
                    <a:pt x="8032354" y="48"/>
                  </a:lnTo>
                  <a:lnTo>
                    <a:pt x="8032819" y="0"/>
                  </a:lnTo>
                  <a:lnTo>
                    <a:pt x="8554953" y="0"/>
                  </a:lnTo>
                  <a:lnTo>
                    <a:pt x="8554953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598" name="pl598"/>
            <p:cNvSpPr/>
            <p:nvPr/>
          </p:nvSpPr>
          <p:spPr>
            <a:xfrm>
              <a:off x="386606" y="908833"/>
              <a:ext cx="8554953" cy="4433029"/>
            </a:xfrm>
            <a:custGeom>
              <a:avLst/>
              <a:pathLst>
                <a:path w="8554953" h="4433029">
                  <a:moveTo>
                    <a:pt x="8554953" y="0"/>
                  </a:moveTo>
                  <a:lnTo>
                    <a:pt x="8032819" y="0"/>
                  </a:lnTo>
                  <a:lnTo>
                    <a:pt x="8031928" y="94"/>
                  </a:lnTo>
                  <a:lnTo>
                    <a:pt x="8026053" y="769"/>
                  </a:lnTo>
                  <a:lnTo>
                    <a:pt x="8011199" y="2635"/>
                  </a:lnTo>
                  <a:lnTo>
                    <a:pt x="7984538" y="6311"/>
                  </a:lnTo>
                  <a:lnTo>
                    <a:pt x="7944594" y="12373"/>
                  </a:lnTo>
                  <a:lnTo>
                    <a:pt x="7891362" y="21305"/>
                  </a:lnTo>
                  <a:lnTo>
                    <a:pt x="7826220" y="33446"/>
                  </a:lnTo>
                  <a:lnTo>
                    <a:pt x="7751619" y="48983"/>
                  </a:lnTo>
                  <a:lnTo>
                    <a:pt x="7670613" y="67965"/>
                  </a:lnTo>
                  <a:lnTo>
                    <a:pt x="7586360" y="90349"/>
                  </a:lnTo>
                  <a:lnTo>
                    <a:pt x="7501715" y="116062"/>
                  </a:lnTo>
                  <a:lnTo>
                    <a:pt x="7418967" y="145054"/>
                  </a:lnTo>
                  <a:lnTo>
                    <a:pt x="7339746" y="177342"/>
                  </a:lnTo>
                  <a:lnTo>
                    <a:pt x="7265042" y="213039"/>
                  </a:lnTo>
                  <a:lnTo>
                    <a:pt x="7195304" y="252371"/>
                  </a:lnTo>
                  <a:lnTo>
                    <a:pt x="7130561" y="295680"/>
                  </a:lnTo>
                  <a:lnTo>
                    <a:pt x="7070537" y="343420"/>
                  </a:lnTo>
                  <a:lnTo>
                    <a:pt x="7014763" y="396147"/>
                  </a:lnTo>
                  <a:lnTo>
                    <a:pt x="6962647" y="454496"/>
                  </a:lnTo>
                  <a:lnTo>
                    <a:pt x="6913542" y="519143"/>
                  </a:lnTo>
                  <a:lnTo>
                    <a:pt x="6866789" y="590742"/>
                  </a:lnTo>
                  <a:lnTo>
                    <a:pt x="6821767" y="669819"/>
                  </a:lnTo>
                  <a:lnTo>
                    <a:pt x="6786527" y="738838"/>
                  </a:lnTo>
                  <a:lnTo>
                    <a:pt x="6755679" y="804284"/>
                  </a:lnTo>
                  <a:lnTo>
                    <a:pt x="6725098" y="873694"/>
                  </a:lnTo>
                  <a:lnTo>
                    <a:pt x="6694651" y="947147"/>
                  </a:lnTo>
                  <a:lnTo>
                    <a:pt x="6664229" y="1024682"/>
                  </a:lnTo>
                  <a:lnTo>
                    <a:pt x="6633743" y="1106290"/>
                  </a:lnTo>
                  <a:lnTo>
                    <a:pt x="6603125" y="1191911"/>
                  </a:lnTo>
                  <a:lnTo>
                    <a:pt x="6572323" y="1281434"/>
                  </a:lnTo>
                  <a:lnTo>
                    <a:pt x="6541302" y="1374688"/>
                  </a:lnTo>
                  <a:lnTo>
                    <a:pt x="6510043" y="1471447"/>
                  </a:lnTo>
                  <a:lnTo>
                    <a:pt x="6478542" y="1571429"/>
                  </a:lnTo>
                  <a:lnTo>
                    <a:pt x="6446807" y="1674292"/>
                  </a:lnTo>
                  <a:lnTo>
                    <a:pt x="6414856" y="1779648"/>
                  </a:lnTo>
                  <a:lnTo>
                    <a:pt x="6382722" y="1887059"/>
                  </a:lnTo>
                  <a:lnTo>
                    <a:pt x="6350441" y="1996046"/>
                  </a:lnTo>
                  <a:lnTo>
                    <a:pt x="6318060" y="2106103"/>
                  </a:lnTo>
                  <a:lnTo>
                    <a:pt x="6285626" y="2216700"/>
                  </a:lnTo>
                  <a:lnTo>
                    <a:pt x="6253193" y="2327296"/>
                  </a:lnTo>
                  <a:lnTo>
                    <a:pt x="6220812" y="2437350"/>
                  </a:lnTo>
                  <a:lnTo>
                    <a:pt x="6188532" y="2546334"/>
                  </a:lnTo>
                  <a:lnTo>
                    <a:pt x="6156398" y="2653738"/>
                  </a:lnTo>
                  <a:lnTo>
                    <a:pt x="6124448" y="2759086"/>
                  </a:lnTo>
                  <a:lnTo>
                    <a:pt x="6092714" y="2861941"/>
                  </a:lnTo>
                  <a:lnTo>
                    <a:pt x="6061213" y="2961912"/>
                  </a:lnTo>
                  <a:lnTo>
                    <a:pt x="6029955" y="3058660"/>
                  </a:lnTo>
                  <a:lnTo>
                    <a:pt x="5998935" y="3151902"/>
                  </a:lnTo>
                  <a:lnTo>
                    <a:pt x="5968134" y="3241411"/>
                  </a:lnTo>
                  <a:lnTo>
                    <a:pt x="5937516" y="3327019"/>
                  </a:lnTo>
                  <a:lnTo>
                    <a:pt x="5907031" y="3408613"/>
                  </a:lnTo>
                  <a:lnTo>
                    <a:pt x="5876609" y="3486135"/>
                  </a:lnTo>
                  <a:lnTo>
                    <a:pt x="5846162" y="3559574"/>
                  </a:lnTo>
                  <a:lnTo>
                    <a:pt x="5815580" y="3628971"/>
                  </a:lnTo>
                  <a:lnTo>
                    <a:pt x="5784835" y="3694191"/>
                  </a:lnTo>
                  <a:lnTo>
                    <a:pt x="5740804" y="3779454"/>
                  </a:lnTo>
                  <a:lnTo>
                    <a:pt x="5695486" y="3857021"/>
                  </a:lnTo>
                  <a:lnTo>
                    <a:pt x="5648319" y="3927198"/>
                  </a:lnTo>
                  <a:lnTo>
                    <a:pt x="5598671" y="3990546"/>
                  </a:lnTo>
                  <a:lnTo>
                    <a:pt x="5545882" y="4047730"/>
                  </a:lnTo>
                  <a:lnTo>
                    <a:pt x="5489311" y="4099423"/>
                  </a:lnTo>
                  <a:lnTo>
                    <a:pt x="5428387" y="4146246"/>
                  </a:lnTo>
                  <a:lnTo>
                    <a:pt x="5362670" y="4188737"/>
                  </a:lnTo>
                  <a:lnTo>
                    <a:pt x="5291937" y="4227327"/>
                  </a:lnTo>
                  <a:lnTo>
                    <a:pt x="5216289" y="4262335"/>
                  </a:lnTo>
                  <a:lnTo>
                    <a:pt x="5136272" y="4293966"/>
                  </a:lnTo>
                  <a:lnTo>
                    <a:pt x="5052999" y="4322311"/>
                  </a:lnTo>
                  <a:lnTo>
                    <a:pt x="4968230" y="4347371"/>
                  </a:lnTo>
                  <a:lnTo>
                    <a:pt x="4884378" y="4369089"/>
                  </a:lnTo>
                  <a:lnTo>
                    <a:pt x="4804384" y="4387390"/>
                  </a:lnTo>
                  <a:lnTo>
                    <a:pt x="4731423" y="4402248"/>
                  </a:lnTo>
                  <a:lnTo>
                    <a:pt x="4668469" y="4413735"/>
                  </a:lnTo>
                  <a:lnTo>
                    <a:pt x="4617796" y="4422068"/>
                  </a:lnTo>
                  <a:lnTo>
                    <a:pt x="4580526" y="4427616"/>
                  </a:lnTo>
                  <a:lnTo>
                    <a:pt x="4556361" y="4430886"/>
                  </a:lnTo>
                  <a:lnTo>
                    <a:pt x="4543547" y="4432467"/>
                  </a:lnTo>
                  <a:lnTo>
                    <a:pt x="4539008" y="4432980"/>
                  </a:lnTo>
                  <a:lnTo>
                    <a:pt x="4538543" y="4433029"/>
                  </a:lnTo>
                  <a:lnTo>
                    <a:pt x="4016409" y="4433029"/>
                  </a:lnTo>
                  <a:lnTo>
                    <a:pt x="4015228" y="4432960"/>
                  </a:lnTo>
                  <a:lnTo>
                    <a:pt x="4007496" y="4432470"/>
                  </a:lnTo>
                  <a:lnTo>
                    <a:pt x="3988118" y="4431113"/>
                  </a:lnTo>
                  <a:lnTo>
                    <a:pt x="3953761" y="4428447"/>
                  </a:lnTo>
                  <a:lnTo>
                    <a:pt x="3903144" y="4424075"/>
                  </a:lnTo>
                  <a:lnTo>
                    <a:pt x="3837116" y="4417691"/>
                  </a:lnTo>
                  <a:lnTo>
                    <a:pt x="3758350" y="4409110"/>
                  </a:lnTo>
                  <a:lnTo>
                    <a:pt x="3670692" y="4398264"/>
                  </a:lnTo>
                  <a:lnTo>
                    <a:pt x="3578354" y="4385171"/>
                  </a:lnTo>
                  <a:lnTo>
                    <a:pt x="3485215" y="4369881"/>
                  </a:lnTo>
                  <a:lnTo>
                    <a:pt x="3394360" y="4352431"/>
                  </a:lnTo>
                  <a:lnTo>
                    <a:pt x="3307914" y="4332807"/>
                  </a:lnTo>
                  <a:lnTo>
                    <a:pt x="3227082" y="4310913"/>
                  </a:lnTo>
                  <a:lnTo>
                    <a:pt x="3152309" y="4286565"/>
                  </a:lnTo>
                  <a:lnTo>
                    <a:pt x="3083478" y="4259487"/>
                  </a:lnTo>
                  <a:lnTo>
                    <a:pt x="3020094" y="4229314"/>
                  </a:lnTo>
                  <a:lnTo>
                    <a:pt x="2961432" y="4195611"/>
                  </a:lnTo>
                  <a:lnTo>
                    <a:pt x="2906650" y="4157896"/>
                  </a:lnTo>
                  <a:lnTo>
                    <a:pt x="2854873" y="4115686"/>
                  </a:lnTo>
                  <a:lnTo>
                    <a:pt x="2805262" y="4068584"/>
                  </a:lnTo>
                  <a:lnTo>
                    <a:pt x="2770117" y="4031138"/>
                  </a:lnTo>
                  <a:lnTo>
                    <a:pt x="2730577" y="3985055"/>
                  </a:lnTo>
                  <a:lnTo>
                    <a:pt x="2691413" y="3935398"/>
                  </a:lnTo>
                  <a:lnTo>
                    <a:pt x="2652365" y="3882095"/>
                  </a:lnTo>
                  <a:lnTo>
                    <a:pt x="2613234" y="3825140"/>
                  </a:lnTo>
                  <a:lnTo>
                    <a:pt x="2573874" y="3764603"/>
                  </a:lnTo>
                  <a:lnTo>
                    <a:pt x="2534184" y="3700629"/>
                  </a:lnTo>
                  <a:lnTo>
                    <a:pt x="2494111" y="3633451"/>
                  </a:lnTo>
                  <a:lnTo>
                    <a:pt x="2453639" y="3563384"/>
                  </a:lnTo>
                  <a:lnTo>
                    <a:pt x="2412789" y="3490825"/>
                  </a:lnTo>
                  <a:lnTo>
                    <a:pt x="2371612" y="3416248"/>
                  </a:lnTo>
                  <a:lnTo>
                    <a:pt x="2330184" y="3340185"/>
                  </a:lnTo>
                  <a:lnTo>
                    <a:pt x="2288599" y="3263221"/>
                  </a:lnTo>
                  <a:lnTo>
                    <a:pt x="2246963" y="3185968"/>
                  </a:lnTo>
                  <a:lnTo>
                    <a:pt x="2205386" y="3109049"/>
                  </a:lnTo>
                  <a:lnTo>
                    <a:pt x="2163973" y="3033074"/>
                  </a:lnTo>
                  <a:lnTo>
                    <a:pt x="2122817" y="2958624"/>
                  </a:lnTo>
                  <a:lnTo>
                    <a:pt x="2081993" y="2886229"/>
                  </a:lnTo>
                  <a:lnTo>
                    <a:pt x="2041550" y="2816356"/>
                  </a:lnTo>
                  <a:lnTo>
                    <a:pt x="2001505" y="2749398"/>
                  </a:lnTo>
                  <a:lnTo>
                    <a:pt x="1961841" y="2685663"/>
                  </a:lnTo>
                  <a:lnTo>
                    <a:pt x="1922501" y="2625378"/>
                  </a:lnTo>
                  <a:lnTo>
                    <a:pt x="1883381" y="2568684"/>
                  </a:lnTo>
                  <a:lnTo>
                    <a:pt x="1844333" y="2515643"/>
                  </a:lnTo>
                  <a:lnTo>
                    <a:pt x="1805151" y="2466244"/>
                  </a:lnTo>
                  <a:lnTo>
                    <a:pt x="1768425" y="2423577"/>
                  </a:lnTo>
                  <a:lnTo>
                    <a:pt x="1719923" y="2372787"/>
                  </a:lnTo>
                  <a:lnTo>
                    <a:pt x="1669800" y="2327049"/>
                  </a:lnTo>
                  <a:lnTo>
                    <a:pt x="1617289" y="2286110"/>
                  </a:lnTo>
                  <a:lnTo>
                    <a:pt x="1561536" y="2249538"/>
                  </a:lnTo>
                  <a:lnTo>
                    <a:pt x="1501667" y="2216844"/>
                  </a:lnTo>
                  <a:lnTo>
                    <a:pt x="1436862" y="2187555"/>
                  </a:lnTo>
                  <a:lnTo>
                    <a:pt x="1366447" y="2161254"/>
                  </a:lnTo>
                  <a:lnTo>
                    <a:pt x="1290013" y="2137599"/>
                  </a:lnTo>
                  <a:lnTo>
                    <a:pt x="1207578" y="2116338"/>
                  </a:lnTo>
                  <a:lnTo>
                    <a:pt x="1119774" y="2097312"/>
                  </a:lnTo>
                  <a:lnTo>
                    <a:pt x="1028045" y="2080451"/>
                  </a:lnTo>
                  <a:lnTo>
                    <a:pt x="934779" y="2065755"/>
                  </a:lnTo>
                  <a:lnTo>
                    <a:pt x="843308" y="2053269"/>
                  </a:lnTo>
                  <a:lnTo>
                    <a:pt x="757658" y="2043043"/>
                  </a:lnTo>
                  <a:lnTo>
                    <a:pt x="682019" y="2035072"/>
                  </a:lnTo>
                  <a:lnTo>
                    <a:pt x="619995" y="2029260"/>
                  </a:lnTo>
                  <a:lnTo>
                    <a:pt x="573815" y="2025387"/>
                  </a:lnTo>
                  <a:lnTo>
                    <a:pt x="543760" y="2023121"/>
                  </a:lnTo>
                  <a:lnTo>
                    <a:pt x="527967" y="2022045"/>
                  </a:lnTo>
                  <a:lnTo>
                    <a:pt x="522594" y="2021713"/>
                  </a:lnTo>
                  <a:lnTo>
                    <a:pt x="522133" y="2021687"/>
                  </a:lnTo>
                  <a:lnTo>
                    <a:pt x="0" y="2021687"/>
                  </a:lnTo>
                  <a:lnTo>
                    <a:pt x="0" y="2021687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599" name="pg599"/>
            <p:cNvSpPr/>
            <p:nvPr/>
          </p:nvSpPr>
          <p:spPr>
            <a:xfrm>
              <a:off x="386606" y="2162505"/>
              <a:ext cx="8554953" cy="3230181"/>
            </a:xfrm>
            <a:custGeom>
              <a:avLst/>
              <a:pathLst>
                <a:path w="8554953" h="3230181">
                  <a:moveTo>
                    <a:pt x="0" y="813192"/>
                  </a:moveTo>
                  <a:lnTo>
                    <a:pt x="522133" y="813192"/>
                  </a:lnTo>
                  <a:lnTo>
                    <a:pt x="523313" y="813261"/>
                  </a:lnTo>
                  <a:lnTo>
                    <a:pt x="531043" y="813753"/>
                  </a:lnTo>
                  <a:lnTo>
                    <a:pt x="550416" y="815112"/>
                  </a:lnTo>
                  <a:lnTo>
                    <a:pt x="584763" y="817783"/>
                  </a:lnTo>
                  <a:lnTo>
                    <a:pt x="635366" y="822164"/>
                  </a:lnTo>
                  <a:lnTo>
                    <a:pt x="701378" y="828561"/>
                  </a:lnTo>
                  <a:lnTo>
                    <a:pt x="780127" y="837160"/>
                  </a:lnTo>
                  <a:lnTo>
                    <a:pt x="867770" y="848028"/>
                  </a:lnTo>
                  <a:lnTo>
                    <a:pt x="960095" y="861148"/>
                  </a:lnTo>
                  <a:lnTo>
                    <a:pt x="1053226" y="876470"/>
                  </a:lnTo>
                  <a:lnTo>
                    <a:pt x="1144074" y="893956"/>
                  </a:lnTo>
                  <a:lnTo>
                    <a:pt x="1230517" y="913621"/>
                  </a:lnTo>
                  <a:lnTo>
                    <a:pt x="1311348" y="935560"/>
                  </a:lnTo>
                  <a:lnTo>
                    <a:pt x="1386122" y="959959"/>
                  </a:lnTo>
                  <a:lnTo>
                    <a:pt x="1454955" y="987093"/>
                  </a:lnTo>
                  <a:lnTo>
                    <a:pt x="1518341" y="1017328"/>
                  </a:lnTo>
                  <a:lnTo>
                    <a:pt x="1577004" y="1051099"/>
                  </a:lnTo>
                  <a:lnTo>
                    <a:pt x="1631786" y="1088890"/>
                  </a:lnTo>
                  <a:lnTo>
                    <a:pt x="1683563" y="1131184"/>
                  </a:lnTo>
                  <a:lnTo>
                    <a:pt x="1733173" y="1178380"/>
                  </a:lnTo>
                  <a:lnTo>
                    <a:pt x="1768425" y="1216024"/>
                  </a:lnTo>
                  <a:lnTo>
                    <a:pt x="1807932" y="1262174"/>
                  </a:lnTo>
                  <a:lnTo>
                    <a:pt x="1847063" y="1311902"/>
                  </a:lnTo>
                  <a:lnTo>
                    <a:pt x="1886078" y="1365277"/>
                  </a:lnTo>
                  <a:lnTo>
                    <a:pt x="1925176" y="1422306"/>
                  </a:lnTo>
                  <a:lnTo>
                    <a:pt x="1964502" y="1482921"/>
                  </a:lnTo>
                  <a:lnTo>
                    <a:pt x="2004157" y="1546975"/>
                  </a:lnTo>
                  <a:lnTo>
                    <a:pt x="2044194" y="1614237"/>
                  </a:lnTo>
                  <a:lnTo>
                    <a:pt x="2084629" y="1684392"/>
                  </a:lnTo>
                  <a:lnTo>
                    <a:pt x="2125442" y="1757042"/>
                  </a:lnTo>
                  <a:lnTo>
                    <a:pt x="2166582" y="1831718"/>
                  </a:lnTo>
                  <a:lnTo>
                    <a:pt x="2207973" y="1907883"/>
                  </a:lnTo>
                  <a:lnTo>
                    <a:pt x="2249522" y="1984957"/>
                  </a:lnTo>
                  <a:lnTo>
                    <a:pt x="2291123" y="2062326"/>
                  </a:lnTo>
                  <a:lnTo>
                    <a:pt x="2332666" y="2139368"/>
                  </a:lnTo>
                  <a:lnTo>
                    <a:pt x="2374047" y="2215471"/>
                  </a:lnTo>
                  <a:lnTo>
                    <a:pt x="2415172" y="2290057"/>
                  </a:lnTo>
                  <a:lnTo>
                    <a:pt x="2455967" y="2362592"/>
                  </a:lnTo>
                  <a:lnTo>
                    <a:pt x="2496382" y="2432609"/>
                  </a:lnTo>
                  <a:lnTo>
                    <a:pt x="2536399" y="2499716"/>
                  </a:lnTo>
                  <a:lnTo>
                    <a:pt x="2576035" y="2563601"/>
                  </a:lnTo>
                  <a:lnTo>
                    <a:pt x="2615348" y="2624038"/>
                  </a:lnTo>
                  <a:lnTo>
                    <a:pt x="2654437" y="2680883"/>
                  </a:lnTo>
                  <a:lnTo>
                    <a:pt x="2693452" y="2734073"/>
                  </a:lnTo>
                  <a:lnTo>
                    <a:pt x="2732596" y="2783617"/>
                  </a:lnTo>
                  <a:lnTo>
                    <a:pt x="2770117" y="2827350"/>
                  </a:lnTo>
                  <a:lnTo>
                    <a:pt x="2818613" y="2878254"/>
                  </a:lnTo>
                  <a:lnTo>
                    <a:pt x="2868731" y="2924094"/>
                  </a:lnTo>
                  <a:lnTo>
                    <a:pt x="2921235" y="2965126"/>
                  </a:lnTo>
                  <a:lnTo>
                    <a:pt x="2976981" y="3001782"/>
                  </a:lnTo>
                  <a:lnTo>
                    <a:pt x="3036841" y="3034550"/>
                  </a:lnTo>
                  <a:lnTo>
                    <a:pt x="3101635" y="3063906"/>
                  </a:lnTo>
                  <a:lnTo>
                    <a:pt x="3172039" y="3090268"/>
                  </a:lnTo>
                  <a:lnTo>
                    <a:pt x="3248459" y="3113978"/>
                  </a:lnTo>
                  <a:lnTo>
                    <a:pt x="3330879" y="3135289"/>
                  </a:lnTo>
                  <a:lnTo>
                    <a:pt x="3418668" y="3154359"/>
                  </a:lnTo>
                  <a:lnTo>
                    <a:pt x="3510384" y="3171260"/>
                  </a:lnTo>
                  <a:lnTo>
                    <a:pt x="3603640" y="3185992"/>
                  </a:lnTo>
                  <a:lnTo>
                    <a:pt x="3695106" y="3198508"/>
                  </a:lnTo>
                  <a:lnTo>
                    <a:pt x="3780758" y="3208761"/>
                  </a:lnTo>
                  <a:lnTo>
                    <a:pt x="3856408" y="3216753"/>
                  </a:lnTo>
                  <a:lnTo>
                    <a:pt x="3918451" y="3222582"/>
                  </a:lnTo>
                  <a:lnTo>
                    <a:pt x="3964655" y="3226466"/>
                  </a:lnTo>
                  <a:lnTo>
                    <a:pt x="3994737" y="3228741"/>
                  </a:lnTo>
                  <a:lnTo>
                    <a:pt x="4010554" y="3229821"/>
                  </a:lnTo>
                  <a:lnTo>
                    <a:pt x="4015944" y="3230155"/>
                  </a:lnTo>
                  <a:lnTo>
                    <a:pt x="4016409" y="3230181"/>
                  </a:lnTo>
                  <a:lnTo>
                    <a:pt x="4538543" y="3230181"/>
                  </a:lnTo>
                  <a:lnTo>
                    <a:pt x="4539665" y="3230095"/>
                  </a:lnTo>
                  <a:lnTo>
                    <a:pt x="4547021" y="3229477"/>
                  </a:lnTo>
                  <a:lnTo>
                    <a:pt x="4565488" y="3227768"/>
                  </a:lnTo>
                  <a:lnTo>
                    <a:pt x="4598308" y="3224409"/>
                  </a:lnTo>
                  <a:lnTo>
                    <a:pt x="4646822" y="3218892"/>
                  </a:lnTo>
                  <a:lnTo>
                    <a:pt x="4710372" y="3210822"/>
                  </a:lnTo>
                  <a:lnTo>
                    <a:pt x="4786561" y="3199951"/>
                  </a:lnTo>
                  <a:lnTo>
                    <a:pt x="4871823" y="3186179"/>
                  </a:lnTo>
                  <a:lnTo>
                    <a:pt x="4962156" y="3169517"/>
                  </a:lnTo>
                  <a:lnTo>
                    <a:pt x="5053801" y="3150027"/>
                  </a:lnTo>
                  <a:lnTo>
                    <a:pt x="5143683" y="3127764"/>
                  </a:lnTo>
                  <a:lnTo>
                    <a:pt x="5229622" y="3102722"/>
                  </a:lnTo>
                  <a:lnTo>
                    <a:pt x="5310310" y="3074803"/>
                  </a:lnTo>
                  <a:lnTo>
                    <a:pt x="5385186" y="3043801"/>
                  </a:lnTo>
                  <a:lnTo>
                    <a:pt x="5454256" y="3009393"/>
                  </a:lnTo>
                  <a:lnTo>
                    <a:pt x="5517913" y="2971146"/>
                  </a:lnTo>
                  <a:lnTo>
                    <a:pt x="5576802" y="2928534"/>
                  </a:lnTo>
                  <a:lnTo>
                    <a:pt x="5631697" y="2880960"/>
                  </a:lnTo>
                  <a:lnTo>
                    <a:pt x="5683430" y="2827808"/>
                  </a:lnTo>
                  <a:lnTo>
                    <a:pt x="5732814" y="2768526"/>
                  </a:lnTo>
                  <a:lnTo>
                    <a:pt x="5780583" y="2702775"/>
                  </a:lnTo>
                  <a:lnTo>
                    <a:pt x="5784835" y="2696524"/>
                  </a:lnTo>
                  <a:lnTo>
                    <a:pt x="5820296" y="2641898"/>
                  </a:lnTo>
                  <a:lnTo>
                    <a:pt x="5855430" y="2583470"/>
                  </a:lnTo>
                  <a:lnTo>
                    <a:pt x="5890433" y="2521163"/>
                  </a:lnTo>
                  <a:lnTo>
                    <a:pt x="5925459" y="2454954"/>
                  </a:lnTo>
                  <a:lnTo>
                    <a:pt x="5960626" y="2384881"/>
                  </a:lnTo>
                  <a:lnTo>
                    <a:pt x="5996021" y="2311049"/>
                  </a:lnTo>
                  <a:lnTo>
                    <a:pt x="6031701" y="2233633"/>
                  </a:lnTo>
                  <a:lnTo>
                    <a:pt x="6067696" y="2152881"/>
                  </a:lnTo>
                  <a:lnTo>
                    <a:pt x="6104011" y="2069113"/>
                  </a:lnTo>
                  <a:lnTo>
                    <a:pt x="6140628" y="1982717"/>
                  </a:lnTo>
                  <a:lnTo>
                    <a:pt x="6177510" y="1894146"/>
                  </a:lnTo>
                  <a:lnTo>
                    <a:pt x="6214604" y="1803906"/>
                  </a:lnTo>
                  <a:lnTo>
                    <a:pt x="6251843" y="1712547"/>
                  </a:lnTo>
                  <a:lnTo>
                    <a:pt x="6289154" y="1620651"/>
                  </a:lnTo>
                  <a:lnTo>
                    <a:pt x="6326457" y="1528809"/>
                  </a:lnTo>
                  <a:lnTo>
                    <a:pt x="6363675" y="1437616"/>
                  </a:lnTo>
                  <a:lnTo>
                    <a:pt x="6400734" y="1347646"/>
                  </a:lnTo>
                  <a:lnTo>
                    <a:pt x="6437570" y="1259443"/>
                  </a:lnTo>
                  <a:lnTo>
                    <a:pt x="6474133" y="1173503"/>
                  </a:lnTo>
                  <a:lnTo>
                    <a:pt x="6510389" y="1090269"/>
                  </a:lnTo>
                  <a:lnTo>
                    <a:pt x="6546325" y="1010115"/>
                  </a:lnTo>
                  <a:lnTo>
                    <a:pt x="6581949" y="933350"/>
                  </a:lnTo>
                  <a:lnTo>
                    <a:pt x="6617296" y="860207"/>
                  </a:lnTo>
                  <a:lnTo>
                    <a:pt x="6652429" y="790847"/>
                  </a:lnTo>
                  <a:lnTo>
                    <a:pt x="6687440" y="725363"/>
                  </a:lnTo>
                  <a:lnTo>
                    <a:pt x="6722455" y="663781"/>
                  </a:lnTo>
                  <a:lnTo>
                    <a:pt x="6757634" y="606069"/>
                  </a:lnTo>
                  <a:lnTo>
                    <a:pt x="6786527" y="561893"/>
                  </a:lnTo>
                  <a:lnTo>
                    <a:pt x="6834182" y="495554"/>
                  </a:lnTo>
                  <a:lnTo>
                    <a:pt x="6883392" y="435698"/>
                  </a:lnTo>
                  <a:lnTo>
                    <a:pt x="6934881" y="382014"/>
                  </a:lnTo>
                  <a:lnTo>
                    <a:pt x="6989457" y="333961"/>
                  </a:lnTo>
                  <a:lnTo>
                    <a:pt x="7047951" y="290927"/>
                  </a:lnTo>
                  <a:lnTo>
                    <a:pt x="7111150" y="252310"/>
                  </a:lnTo>
                  <a:lnTo>
                    <a:pt x="7179710" y="217574"/>
                  </a:lnTo>
                  <a:lnTo>
                    <a:pt x="7254056" y="186280"/>
                  </a:lnTo>
                  <a:lnTo>
                    <a:pt x="7334233" y="158093"/>
                  </a:lnTo>
                  <a:lnTo>
                    <a:pt x="7419739" y="132797"/>
                  </a:lnTo>
                  <a:lnTo>
                    <a:pt x="7509342" y="110285"/>
                  </a:lnTo>
                  <a:lnTo>
                    <a:pt x="7600940" y="90543"/>
                  </a:lnTo>
                  <a:lnTo>
                    <a:pt x="7691539" y="73623"/>
                  </a:lnTo>
                  <a:lnTo>
                    <a:pt x="7777423" y="59589"/>
                  </a:lnTo>
                  <a:lnTo>
                    <a:pt x="7854588" y="48458"/>
                  </a:lnTo>
                  <a:lnTo>
                    <a:pt x="7919400" y="40144"/>
                  </a:lnTo>
                  <a:lnTo>
                    <a:pt x="7969325" y="34410"/>
                  </a:lnTo>
                  <a:lnTo>
                    <a:pt x="8003536" y="30876"/>
                  </a:lnTo>
                  <a:lnTo>
                    <a:pt x="8023192" y="29041"/>
                  </a:lnTo>
                  <a:lnTo>
                    <a:pt x="8031373" y="28348"/>
                  </a:lnTo>
                  <a:lnTo>
                    <a:pt x="8032819" y="28235"/>
                  </a:lnTo>
                  <a:lnTo>
                    <a:pt x="8554953" y="28235"/>
                  </a:lnTo>
                  <a:lnTo>
                    <a:pt x="8554953" y="0"/>
                  </a:lnTo>
                  <a:lnTo>
                    <a:pt x="8032819" y="0"/>
                  </a:lnTo>
                  <a:lnTo>
                    <a:pt x="8031697" y="86"/>
                  </a:lnTo>
                  <a:lnTo>
                    <a:pt x="8024341" y="704"/>
                  </a:lnTo>
                  <a:lnTo>
                    <a:pt x="8005874" y="2413"/>
                  </a:lnTo>
                  <a:lnTo>
                    <a:pt x="7973054" y="5772"/>
                  </a:lnTo>
                  <a:lnTo>
                    <a:pt x="7924540" y="11289"/>
                  </a:lnTo>
                  <a:lnTo>
                    <a:pt x="7860989" y="19359"/>
                  </a:lnTo>
                  <a:lnTo>
                    <a:pt x="7784800" y="30230"/>
                  </a:lnTo>
                  <a:lnTo>
                    <a:pt x="7699539" y="44002"/>
                  </a:lnTo>
                  <a:lnTo>
                    <a:pt x="7609206" y="60664"/>
                  </a:lnTo>
                  <a:lnTo>
                    <a:pt x="7517561" y="80154"/>
                  </a:lnTo>
                  <a:lnTo>
                    <a:pt x="7427678" y="102417"/>
                  </a:lnTo>
                  <a:lnTo>
                    <a:pt x="7341740" y="127459"/>
                  </a:lnTo>
                  <a:lnTo>
                    <a:pt x="7261052" y="155378"/>
                  </a:lnTo>
                  <a:lnTo>
                    <a:pt x="7186176" y="186380"/>
                  </a:lnTo>
                  <a:lnTo>
                    <a:pt x="7117106" y="220788"/>
                  </a:lnTo>
                  <a:lnTo>
                    <a:pt x="7053449" y="259035"/>
                  </a:lnTo>
                  <a:lnTo>
                    <a:pt x="6994560" y="301647"/>
                  </a:lnTo>
                  <a:lnTo>
                    <a:pt x="6939665" y="349221"/>
                  </a:lnTo>
                  <a:lnTo>
                    <a:pt x="6887932" y="402373"/>
                  </a:lnTo>
                  <a:lnTo>
                    <a:pt x="6838548" y="461654"/>
                  </a:lnTo>
                  <a:lnTo>
                    <a:pt x="6790779" y="527406"/>
                  </a:lnTo>
                  <a:lnTo>
                    <a:pt x="6786527" y="533657"/>
                  </a:lnTo>
                  <a:lnTo>
                    <a:pt x="6751066" y="588283"/>
                  </a:lnTo>
                  <a:lnTo>
                    <a:pt x="6715931" y="646711"/>
                  </a:lnTo>
                  <a:lnTo>
                    <a:pt x="6680929" y="709018"/>
                  </a:lnTo>
                  <a:lnTo>
                    <a:pt x="6645903" y="775227"/>
                  </a:lnTo>
                  <a:lnTo>
                    <a:pt x="6610736" y="845300"/>
                  </a:lnTo>
                  <a:lnTo>
                    <a:pt x="6575341" y="919132"/>
                  </a:lnTo>
                  <a:lnTo>
                    <a:pt x="6539661" y="996548"/>
                  </a:lnTo>
                  <a:lnTo>
                    <a:pt x="6503666" y="1077299"/>
                  </a:lnTo>
                  <a:lnTo>
                    <a:pt x="6467351" y="1161068"/>
                  </a:lnTo>
                  <a:lnTo>
                    <a:pt x="6430734" y="1247464"/>
                  </a:lnTo>
                  <a:lnTo>
                    <a:pt x="6393852" y="1336035"/>
                  </a:lnTo>
                  <a:lnTo>
                    <a:pt x="6356758" y="1426275"/>
                  </a:lnTo>
                  <a:lnTo>
                    <a:pt x="6319519" y="1517633"/>
                  </a:lnTo>
                  <a:lnTo>
                    <a:pt x="6282208" y="1609530"/>
                  </a:lnTo>
                  <a:lnTo>
                    <a:pt x="6244905" y="1701372"/>
                  </a:lnTo>
                  <a:lnTo>
                    <a:pt x="6207687" y="1792565"/>
                  </a:lnTo>
                  <a:lnTo>
                    <a:pt x="6170628" y="1882535"/>
                  </a:lnTo>
                  <a:lnTo>
                    <a:pt x="6133792" y="1970738"/>
                  </a:lnTo>
                  <a:lnTo>
                    <a:pt x="6097229" y="2056678"/>
                  </a:lnTo>
                  <a:lnTo>
                    <a:pt x="6060973" y="2139912"/>
                  </a:lnTo>
                  <a:lnTo>
                    <a:pt x="6025037" y="2220065"/>
                  </a:lnTo>
                  <a:lnTo>
                    <a:pt x="5989413" y="2296831"/>
                  </a:lnTo>
                  <a:lnTo>
                    <a:pt x="5954066" y="2369974"/>
                  </a:lnTo>
                  <a:lnTo>
                    <a:pt x="5918933" y="2439334"/>
                  </a:lnTo>
                  <a:lnTo>
                    <a:pt x="5883922" y="2504818"/>
                  </a:lnTo>
                  <a:lnTo>
                    <a:pt x="5848907" y="2566400"/>
                  </a:lnTo>
                  <a:lnTo>
                    <a:pt x="5813728" y="2624112"/>
                  </a:lnTo>
                  <a:lnTo>
                    <a:pt x="5784835" y="2668288"/>
                  </a:lnTo>
                  <a:lnTo>
                    <a:pt x="5737180" y="2734627"/>
                  </a:lnTo>
                  <a:lnTo>
                    <a:pt x="5687970" y="2794483"/>
                  </a:lnTo>
                  <a:lnTo>
                    <a:pt x="5636481" y="2848167"/>
                  </a:lnTo>
                  <a:lnTo>
                    <a:pt x="5581905" y="2896220"/>
                  </a:lnTo>
                  <a:lnTo>
                    <a:pt x="5523411" y="2939254"/>
                  </a:lnTo>
                  <a:lnTo>
                    <a:pt x="5460212" y="2977871"/>
                  </a:lnTo>
                  <a:lnTo>
                    <a:pt x="5391652" y="3012606"/>
                  </a:lnTo>
                  <a:lnTo>
                    <a:pt x="5317306" y="3043901"/>
                  </a:lnTo>
                  <a:lnTo>
                    <a:pt x="5237129" y="3072088"/>
                  </a:lnTo>
                  <a:lnTo>
                    <a:pt x="5151623" y="3097384"/>
                  </a:lnTo>
                  <a:lnTo>
                    <a:pt x="5062020" y="3119896"/>
                  </a:lnTo>
                  <a:lnTo>
                    <a:pt x="4970422" y="3139638"/>
                  </a:lnTo>
                  <a:lnTo>
                    <a:pt x="4879823" y="3156558"/>
                  </a:lnTo>
                  <a:lnTo>
                    <a:pt x="4793939" y="3170592"/>
                  </a:lnTo>
                  <a:lnTo>
                    <a:pt x="4716774" y="3181722"/>
                  </a:lnTo>
                  <a:lnTo>
                    <a:pt x="4651962" y="3190037"/>
                  </a:lnTo>
                  <a:lnTo>
                    <a:pt x="4602036" y="3195770"/>
                  </a:lnTo>
                  <a:lnTo>
                    <a:pt x="4567825" y="3199305"/>
                  </a:lnTo>
                  <a:lnTo>
                    <a:pt x="4548170" y="3201140"/>
                  </a:lnTo>
                  <a:lnTo>
                    <a:pt x="4539989" y="3201833"/>
                  </a:lnTo>
                  <a:lnTo>
                    <a:pt x="4538543" y="3201946"/>
                  </a:lnTo>
                  <a:lnTo>
                    <a:pt x="4016409" y="3201946"/>
                  </a:lnTo>
                  <a:lnTo>
                    <a:pt x="4015229" y="3201877"/>
                  </a:lnTo>
                  <a:lnTo>
                    <a:pt x="4007499" y="3201385"/>
                  </a:lnTo>
                  <a:lnTo>
                    <a:pt x="3988126" y="3200026"/>
                  </a:lnTo>
                  <a:lnTo>
                    <a:pt x="3953780" y="3197355"/>
                  </a:lnTo>
                  <a:lnTo>
                    <a:pt x="3903176" y="3192974"/>
                  </a:lnTo>
                  <a:lnTo>
                    <a:pt x="3837164" y="3186576"/>
                  </a:lnTo>
                  <a:lnTo>
                    <a:pt x="3758415" y="3177978"/>
                  </a:lnTo>
                  <a:lnTo>
                    <a:pt x="3670772" y="3167110"/>
                  </a:lnTo>
                  <a:lnTo>
                    <a:pt x="3578447" y="3153989"/>
                  </a:lnTo>
                  <a:lnTo>
                    <a:pt x="3485317" y="3138668"/>
                  </a:lnTo>
                  <a:lnTo>
                    <a:pt x="3394468" y="3121182"/>
                  </a:lnTo>
                  <a:lnTo>
                    <a:pt x="3308025" y="3101517"/>
                  </a:lnTo>
                  <a:lnTo>
                    <a:pt x="3227194" y="3079577"/>
                  </a:lnTo>
                  <a:lnTo>
                    <a:pt x="3152420" y="3055179"/>
                  </a:lnTo>
                  <a:lnTo>
                    <a:pt x="3083587" y="3028044"/>
                  </a:lnTo>
                  <a:lnTo>
                    <a:pt x="3020201" y="2997810"/>
                  </a:lnTo>
                  <a:lnTo>
                    <a:pt x="2961538" y="2964039"/>
                  </a:lnTo>
                  <a:lnTo>
                    <a:pt x="2906756" y="2926247"/>
                  </a:lnTo>
                  <a:lnTo>
                    <a:pt x="2854979" y="2883953"/>
                  </a:lnTo>
                  <a:lnTo>
                    <a:pt x="2805369" y="2836757"/>
                  </a:lnTo>
                  <a:lnTo>
                    <a:pt x="2770117" y="2799114"/>
                  </a:lnTo>
                  <a:lnTo>
                    <a:pt x="2730610" y="2752963"/>
                  </a:lnTo>
                  <a:lnTo>
                    <a:pt x="2691479" y="2703236"/>
                  </a:lnTo>
                  <a:lnTo>
                    <a:pt x="2652464" y="2649861"/>
                  </a:lnTo>
                  <a:lnTo>
                    <a:pt x="2613367" y="2592832"/>
                  </a:lnTo>
                  <a:lnTo>
                    <a:pt x="2574040" y="2532217"/>
                  </a:lnTo>
                  <a:lnTo>
                    <a:pt x="2534386" y="2468163"/>
                  </a:lnTo>
                  <a:lnTo>
                    <a:pt x="2494349" y="2400901"/>
                  </a:lnTo>
                  <a:lnTo>
                    <a:pt x="2453913" y="2330746"/>
                  </a:lnTo>
                  <a:lnTo>
                    <a:pt x="2413100" y="2258095"/>
                  </a:lnTo>
                  <a:lnTo>
                    <a:pt x="2371960" y="2183420"/>
                  </a:lnTo>
                  <a:lnTo>
                    <a:pt x="2330569" y="2107254"/>
                  </a:lnTo>
                  <a:lnTo>
                    <a:pt x="2289020" y="2030181"/>
                  </a:lnTo>
                  <a:lnTo>
                    <a:pt x="2247419" y="1952812"/>
                  </a:lnTo>
                  <a:lnTo>
                    <a:pt x="2205876" y="1875770"/>
                  </a:lnTo>
                  <a:lnTo>
                    <a:pt x="2164495" y="1799666"/>
                  </a:lnTo>
                  <a:lnTo>
                    <a:pt x="2123370" y="1725081"/>
                  </a:lnTo>
                  <a:lnTo>
                    <a:pt x="2082575" y="1652546"/>
                  </a:lnTo>
                  <a:lnTo>
                    <a:pt x="2042160" y="1582528"/>
                  </a:lnTo>
                  <a:lnTo>
                    <a:pt x="2002143" y="1515421"/>
                  </a:lnTo>
                  <a:lnTo>
                    <a:pt x="1962507" y="1451536"/>
                  </a:lnTo>
                  <a:lnTo>
                    <a:pt x="1923194" y="1391100"/>
                  </a:lnTo>
                  <a:lnTo>
                    <a:pt x="1884105" y="1334255"/>
                  </a:lnTo>
                  <a:lnTo>
                    <a:pt x="1845090" y="1281065"/>
                  </a:lnTo>
                  <a:lnTo>
                    <a:pt x="1805946" y="1231521"/>
                  </a:lnTo>
                  <a:lnTo>
                    <a:pt x="1768425" y="1187788"/>
                  </a:lnTo>
                  <a:lnTo>
                    <a:pt x="1719929" y="1136884"/>
                  </a:lnTo>
                  <a:lnTo>
                    <a:pt x="1669811" y="1091044"/>
                  </a:lnTo>
                  <a:lnTo>
                    <a:pt x="1617307" y="1050012"/>
                  </a:lnTo>
                  <a:lnTo>
                    <a:pt x="1561562" y="1013356"/>
                  </a:lnTo>
                  <a:lnTo>
                    <a:pt x="1501701" y="980588"/>
                  </a:lnTo>
                  <a:lnTo>
                    <a:pt x="1436907" y="951232"/>
                  </a:lnTo>
                  <a:lnTo>
                    <a:pt x="1366504" y="924869"/>
                  </a:lnTo>
                  <a:lnTo>
                    <a:pt x="1290083" y="901159"/>
                  </a:lnTo>
                  <a:lnTo>
                    <a:pt x="1207663" y="879849"/>
                  </a:lnTo>
                  <a:lnTo>
                    <a:pt x="1119874" y="860779"/>
                  </a:lnTo>
                  <a:lnTo>
                    <a:pt x="1028158" y="843877"/>
                  </a:lnTo>
                  <a:lnTo>
                    <a:pt x="934902" y="829145"/>
                  </a:lnTo>
                  <a:lnTo>
                    <a:pt x="843436" y="816629"/>
                  </a:lnTo>
                  <a:lnTo>
                    <a:pt x="757784" y="806376"/>
                  </a:lnTo>
                  <a:lnTo>
                    <a:pt x="682134" y="798384"/>
                  </a:lnTo>
                  <a:lnTo>
                    <a:pt x="620091" y="792555"/>
                  </a:lnTo>
                  <a:lnTo>
                    <a:pt x="573887" y="788671"/>
                  </a:lnTo>
                  <a:lnTo>
                    <a:pt x="543805" y="786397"/>
                  </a:lnTo>
                  <a:lnTo>
                    <a:pt x="527988" y="785317"/>
                  </a:lnTo>
                  <a:lnTo>
                    <a:pt x="522599" y="784983"/>
                  </a:lnTo>
                  <a:lnTo>
                    <a:pt x="522133" y="784956"/>
                  </a:lnTo>
                  <a:lnTo>
                    <a:pt x="0" y="784956"/>
                  </a:lnTo>
                  <a:close/>
                </a:path>
              </a:pathLst>
            </a:custGeom>
            <a:solidFill>
              <a:srgbClr val="8FA8D6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600" name="pl600"/>
            <p:cNvSpPr/>
            <p:nvPr/>
          </p:nvSpPr>
          <p:spPr>
            <a:xfrm>
              <a:off x="386606" y="2190741"/>
              <a:ext cx="8554953" cy="3201946"/>
            </a:xfrm>
            <a:custGeom>
              <a:avLst/>
              <a:pathLst>
                <a:path w="8554953" h="3201946">
                  <a:moveTo>
                    <a:pt x="0" y="784956"/>
                  </a:moveTo>
                  <a:lnTo>
                    <a:pt x="522133" y="784956"/>
                  </a:lnTo>
                  <a:lnTo>
                    <a:pt x="523313" y="785025"/>
                  </a:lnTo>
                  <a:lnTo>
                    <a:pt x="531043" y="785517"/>
                  </a:lnTo>
                  <a:lnTo>
                    <a:pt x="550416" y="786876"/>
                  </a:lnTo>
                  <a:lnTo>
                    <a:pt x="584763" y="789547"/>
                  </a:lnTo>
                  <a:lnTo>
                    <a:pt x="635366" y="793928"/>
                  </a:lnTo>
                  <a:lnTo>
                    <a:pt x="701378" y="800326"/>
                  </a:lnTo>
                  <a:lnTo>
                    <a:pt x="780127" y="808924"/>
                  </a:lnTo>
                  <a:lnTo>
                    <a:pt x="867770" y="819792"/>
                  </a:lnTo>
                  <a:lnTo>
                    <a:pt x="960095" y="832912"/>
                  </a:lnTo>
                  <a:lnTo>
                    <a:pt x="1053226" y="848234"/>
                  </a:lnTo>
                  <a:lnTo>
                    <a:pt x="1144074" y="865720"/>
                  </a:lnTo>
                  <a:lnTo>
                    <a:pt x="1230517" y="885385"/>
                  </a:lnTo>
                  <a:lnTo>
                    <a:pt x="1311348" y="907325"/>
                  </a:lnTo>
                  <a:lnTo>
                    <a:pt x="1386122" y="931723"/>
                  </a:lnTo>
                  <a:lnTo>
                    <a:pt x="1454955" y="958857"/>
                  </a:lnTo>
                  <a:lnTo>
                    <a:pt x="1518341" y="989092"/>
                  </a:lnTo>
                  <a:lnTo>
                    <a:pt x="1577004" y="1022863"/>
                  </a:lnTo>
                  <a:lnTo>
                    <a:pt x="1631786" y="1060654"/>
                  </a:lnTo>
                  <a:lnTo>
                    <a:pt x="1683563" y="1102949"/>
                  </a:lnTo>
                  <a:lnTo>
                    <a:pt x="1733173" y="1150144"/>
                  </a:lnTo>
                  <a:lnTo>
                    <a:pt x="1768425" y="1187788"/>
                  </a:lnTo>
                  <a:lnTo>
                    <a:pt x="1807932" y="1233939"/>
                  </a:lnTo>
                  <a:lnTo>
                    <a:pt x="1847063" y="1283666"/>
                  </a:lnTo>
                  <a:lnTo>
                    <a:pt x="1886078" y="1337041"/>
                  </a:lnTo>
                  <a:lnTo>
                    <a:pt x="1925176" y="1394070"/>
                  </a:lnTo>
                  <a:lnTo>
                    <a:pt x="1964502" y="1454685"/>
                  </a:lnTo>
                  <a:lnTo>
                    <a:pt x="2004157" y="1518739"/>
                  </a:lnTo>
                  <a:lnTo>
                    <a:pt x="2044194" y="1586001"/>
                  </a:lnTo>
                  <a:lnTo>
                    <a:pt x="2084629" y="1656156"/>
                  </a:lnTo>
                  <a:lnTo>
                    <a:pt x="2125442" y="1728806"/>
                  </a:lnTo>
                  <a:lnTo>
                    <a:pt x="2166582" y="1803482"/>
                  </a:lnTo>
                  <a:lnTo>
                    <a:pt x="2207973" y="1879647"/>
                  </a:lnTo>
                  <a:lnTo>
                    <a:pt x="2249522" y="1956721"/>
                  </a:lnTo>
                  <a:lnTo>
                    <a:pt x="2291123" y="2034090"/>
                  </a:lnTo>
                  <a:lnTo>
                    <a:pt x="2332666" y="2111132"/>
                  </a:lnTo>
                  <a:lnTo>
                    <a:pt x="2374047" y="2187236"/>
                  </a:lnTo>
                  <a:lnTo>
                    <a:pt x="2415172" y="2261821"/>
                  </a:lnTo>
                  <a:lnTo>
                    <a:pt x="2455967" y="2334356"/>
                  </a:lnTo>
                  <a:lnTo>
                    <a:pt x="2496382" y="2404374"/>
                  </a:lnTo>
                  <a:lnTo>
                    <a:pt x="2536399" y="2471480"/>
                  </a:lnTo>
                  <a:lnTo>
                    <a:pt x="2576035" y="2535365"/>
                  </a:lnTo>
                  <a:lnTo>
                    <a:pt x="2615348" y="2595802"/>
                  </a:lnTo>
                  <a:lnTo>
                    <a:pt x="2654437" y="2652647"/>
                  </a:lnTo>
                  <a:lnTo>
                    <a:pt x="2693452" y="2705837"/>
                  </a:lnTo>
                  <a:lnTo>
                    <a:pt x="2732596" y="2755381"/>
                  </a:lnTo>
                  <a:lnTo>
                    <a:pt x="2770117" y="2799114"/>
                  </a:lnTo>
                  <a:lnTo>
                    <a:pt x="2818613" y="2850018"/>
                  </a:lnTo>
                  <a:lnTo>
                    <a:pt x="2868731" y="2895858"/>
                  </a:lnTo>
                  <a:lnTo>
                    <a:pt x="2921235" y="2936890"/>
                  </a:lnTo>
                  <a:lnTo>
                    <a:pt x="2976981" y="2973546"/>
                  </a:lnTo>
                  <a:lnTo>
                    <a:pt x="3036841" y="3006314"/>
                  </a:lnTo>
                  <a:lnTo>
                    <a:pt x="3101635" y="3035670"/>
                  </a:lnTo>
                  <a:lnTo>
                    <a:pt x="3172039" y="3062032"/>
                  </a:lnTo>
                  <a:lnTo>
                    <a:pt x="3248459" y="3085742"/>
                  </a:lnTo>
                  <a:lnTo>
                    <a:pt x="3330879" y="3107053"/>
                  </a:lnTo>
                  <a:lnTo>
                    <a:pt x="3418668" y="3126123"/>
                  </a:lnTo>
                  <a:lnTo>
                    <a:pt x="3510384" y="3143025"/>
                  </a:lnTo>
                  <a:lnTo>
                    <a:pt x="3603640" y="3157756"/>
                  </a:lnTo>
                  <a:lnTo>
                    <a:pt x="3695106" y="3170272"/>
                  </a:lnTo>
                  <a:lnTo>
                    <a:pt x="3780758" y="3180526"/>
                  </a:lnTo>
                  <a:lnTo>
                    <a:pt x="3856408" y="3188518"/>
                  </a:lnTo>
                  <a:lnTo>
                    <a:pt x="3918451" y="3194346"/>
                  </a:lnTo>
                  <a:lnTo>
                    <a:pt x="3964655" y="3198230"/>
                  </a:lnTo>
                  <a:lnTo>
                    <a:pt x="3994737" y="3200505"/>
                  </a:lnTo>
                  <a:lnTo>
                    <a:pt x="4010554" y="3201585"/>
                  </a:lnTo>
                  <a:lnTo>
                    <a:pt x="4015944" y="3201919"/>
                  </a:lnTo>
                  <a:lnTo>
                    <a:pt x="4016409" y="3201946"/>
                  </a:lnTo>
                  <a:lnTo>
                    <a:pt x="4538543" y="3201946"/>
                  </a:lnTo>
                  <a:lnTo>
                    <a:pt x="4539665" y="3201859"/>
                  </a:lnTo>
                  <a:lnTo>
                    <a:pt x="4547021" y="3201241"/>
                  </a:lnTo>
                  <a:lnTo>
                    <a:pt x="4565488" y="3199532"/>
                  </a:lnTo>
                  <a:lnTo>
                    <a:pt x="4598308" y="3196173"/>
                  </a:lnTo>
                  <a:lnTo>
                    <a:pt x="4646822" y="3190656"/>
                  </a:lnTo>
                  <a:lnTo>
                    <a:pt x="4710372" y="3182586"/>
                  </a:lnTo>
                  <a:lnTo>
                    <a:pt x="4786561" y="3171715"/>
                  </a:lnTo>
                  <a:lnTo>
                    <a:pt x="4871823" y="3157943"/>
                  </a:lnTo>
                  <a:lnTo>
                    <a:pt x="4962156" y="3141281"/>
                  </a:lnTo>
                  <a:lnTo>
                    <a:pt x="5053801" y="3121791"/>
                  </a:lnTo>
                  <a:lnTo>
                    <a:pt x="5143683" y="3099528"/>
                  </a:lnTo>
                  <a:lnTo>
                    <a:pt x="5229622" y="3074486"/>
                  </a:lnTo>
                  <a:lnTo>
                    <a:pt x="5310310" y="3046567"/>
                  </a:lnTo>
                  <a:lnTo>
                    <a:pt x="5385186" y="3015565"/>
                  </a:lnTo>
                  <a:lnTo>
                    <a:pt x="5454256" y="2981157"/>
                  </a:lnTo>
                  <a:lnTo>
                    <a:pt x="5517913" y="2942910"/>
                  </a:lnTo>
                  <a:lnTo>
                    <a:pt x="5576802" y="2900298"/>
                  </a:lnTo>
                  <a:lnTo>
                    <a:pt x="5631697" y="2852724"/>
                  </a:lnTo>
                  <a:lnTo>
                    <a:pt x="5683430" y="2799572"/>
                  </a:lnTo>
                  <a:lnTo>
                    <a:pt x="5732814" y="2740291"/>
                  </a:lnTo>
                  <a:lnTo>
                    <a:pt x="5780583" y="2674539"/>
                  </a:lnTo>
                  <a:lnTo>
                    <a:pt x="5784835" y="2668288"/>
                  </a:lnTo>
                  <a:lnTo>
                    <a:pt x="5820296" y="2613662"/>
                  </a:lnTo>
                  <a:lnTo>
                    <a:pt x="5855430" y="2555234"/>
                  </a:lnTo>
                  <a:lnTo>
                    <a:pt x="5890433" y="2492927"/>
                  </a:lnTo>
                  <a:lnTo>
                    <a:pt x="5925459" y="2426718"/>
                  </a:lnTo>
                  <a:lnTo>
                    <a:pt x="5960626" y="2356645"/>
                  </a:lnTo>
                  <a:lnTo>
                    <a:pt x="5996021" y="2282813"/>
                  </a:lnTo>
                  <a:lnTo>
                    <a:pt x="6031701" y="2205398"/>
                  </a:lnTo>
                  <a:lnTo>
                    <a:pt x="6067696" y="2124646"/>
                  </a:lnTo>
                  <a:lnTo>
                    <a:pt x="6104011" y="2040877"/>
                  </a:lnTo>
                  <a:lnTo>
                    <a:pt x="6140628" y="1954481"/>
                  </a:lnTo>
                  <a:lnTo>
                    <a:pt x="6177510" y="1865910"/>
                  </a:lnTo>
                  <a:lnTo>
                    <a:pt x="6214604" y="1775670"/>
                  </a:lnTo>
                  <a:lnTo>
                    <a:pt x="6251843" y="1684312"/>
                  </a:lnTo>
                  <a:lnTo>
                    <a:pt x="6289154" y="1592415"/>
                  </a:lnTo>
                  <a:lnTo>
                    <a:pt x="6326457" y="1500573"/>
                  </a:lnTo>
                  <a:lnTo>
                    <a:pt x="6363675" y="1409380"/>
                  </a:lnTo>
                  <a:lnTo>
                    <a:pt x="6400734" y="1319410"/>
                  </a:lnTo>
                  <a:lnTo>
                    <a:pt x="6437570" y="1231207"/>
                  </a:lnTo>
                  <a:lnTo>
                    <a:pt x="6474133" y="1145267"/>
                  </a:lnTo>
                  <a:lnTo>
                    <a:pt x="6510389" y="1062033"/>
                  </a:lnTo>
                  <a:lnTo>
                    <a:pt x="6546325" y="981880"/>
                  </a:lnTo>
                  <a:lnTo>
                    <a:pt x="6581949" y="905114"/>
                  </a:lnTo>
                  <a:lnTo>
                    <a:pt x="6617296" y="831971"/>
                  </a:lnTo>
                  <a:lnTo>
                    <a:pt x="6652429" y="762611"/>
                  </a:lnTo>
                  <a:lnTo>
                    <a:pt x="6687440" y="697127"/>
                  </a:lnTo>
                  <a:lnTo>
                    <a:pt x="6722455" y="635545"/>
                  </a:lnTo>
                  <a:lnTo>
                    <a:pt x="6757634" y="577833"/>
                  </a:lnTo>
                  <a:lnTo>
                    <a:pt x="6786527" y="533657"/>
                  </a:lnTo>
                  <a:lnTo>
                    <a:pt x="6834182" y="467318"/>
                  </a:lnTo>
                  <a:lnTo>
                    <a:pt x="6883392" y="407462"/>
                  </a:lnTo>
                  <a:lnTo>
                    <a:pt x="6934881" y="353778"/>
                  </a:lnTo>
                  <a:lnTo>
                    <a:pt x="6989457" y="305725"/>
                  </a:lnTo>
                  <a:lnTo>
                    <a:pt x="7047951" y="262691"/>
                  </a:lnTo>
                  <a:lnTo>
                    <a:pt x="7111150" y="224074"/>
                  </a:lnTo>
                  <a:lnTo>
                    <a:pt x="7179710" y="189339"/>
                  </a:lnTo>
                  <a:lnTo>
                    <a:pt x="7254056" y="158044"/>
                  </a:lnTo>
                  <a:lnTo>
                    <a:pt x="7334233" y="129857"/>
                  </a:lnTo>
                  <a:lnTo>
                    <a:pt x="7419739" y="104561"/>
                  </a:lnTo>
                  <a:lnTo>
                    <a:pt x="7509342" y="82049"/>
                  </a:lnTo>
                  <a:lnTo>
                    <a:pt x="7600940" y="62307"/>
                  </a:lnTo>
                  <a:lnTo>
                    <a:pt x="7691539" y="45387"/>
                  </a:lnTo>
                  <a:lnTo>
                    <a:pt x="7777423" y="31353"/>
                  </a:lnTo>
                  <a:lnTo>
                    <a:pt x="7854588" y="20223"/>
                  </a:lnTo>
                  <a:lnTo>
                    <a:pt x="7919400" y="11908"/>
                  </a:lnTo>
                  <a:lnTo>
                    <a:pt x="7969325" y="6175"/>
                  </a:lnTo>
                  <a:lnTo>
                    <a:pt x="8003536" y="2640"/>
                  </a:lnTo>
                  <a:lnTo>
                    <a:pt x="8023192" y="805"/>
                  </a:lnTo>
                  <a:lnTo>
                    <a:pt x="8031373" y="112"/>
                  </a:lnTo>
                  <a:lnTo>
                    <a:pt x="8032818" y="0"/>
                  </a:lnTo>
                  <a:lnTo>
                    <a:pt x="8032819" y="0"/>
                  </a:lnTo>
                  <a:lnTo>
                    <a:pt x="8554953" y="0"/>
                  </a:lnTo>
                  <a:lnTo>
                    <a:pt x="8554953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601" name="pl601"/>
            <p:cNvSpPr/>
            <p:nvPr/>
          </p:nvSpPr>
          <p:spPr>
            <a:xfrm>
              <a:off x="386606" y="2162505"/>
              <a:ext cx="8554953" cy="3201946"/>
            </a:xfrm>
            <a:custGeom>
              <a:avLst/>
              <a:pathLst>
                <a:path w="8554953" h="3201946">
                  <a:moveTo>
                    <a:pt x="8554953" y="0"/>
                  </a:moveTo>
                  <a:lnTo>
                    <a:pt x="8032819" y="0"/>
                  </a:lnTo>
                  <a:lnTo>
                    <a:pt x="8031697" y="86"/>
                  </a:lnTo>
                  <a:lnTo>
                    <a:pt x="8024341" y="704"/>
                  </a:lnTo>
                  <a:lnTo>
                    <a:pt x="8005874" y="2413"/>
                  </a:lnTo>
                  <a:lnTo>
                    <a:pt x="7973054" y="5772"/>
                  </a:lnTo>
                  <a:lnTo>
                    <a:pt x="7924540" y="11289"/>
                  </a:lnTo>
                  <a:lnTo>
                    <a:pt x="7860989" y="19359"/>
                  </a:lnTo>
                  <a:lnTo>
                    <a:pt x="7784800" y="30230"/>
                  </a:lnTo>
                  <a:lnTo>
                    <a:pt x="7699539" y="44002"/>
                  </a:lnTo>
                  <a:lnTo>
                    <a:pt x="7609206" y="60664"/>
                  </a:lnTo>
                  <a:lnTo>
                    <a:pt x="7517561" y="80154"/>
                  </a:lnTo>
                  <a:lnTo>
                    <a:pt x="7427678" y="102417"/>
                  </a:lnTo>
                  <a:lnTo>
                    <a:pt x="7341740" y="127459"/>
                  </a:lnTo>
                  <a:lnTo>
                    <a:pt x="7261052" y="155378"/>
                  </a:lnTo>
                  <a:lnTo>
                    <a:pt x="7186176" y="186380"/>
                  </a:lnTo>
                  <a:lnTo>
                    <a:pt x="7117106" y="220788"/>
                  </a:lnTo>
                  <a:lnTo>
                    <a:pt x="7053449" y="259035"/>
                  </a:lnTo>
                  <a:lnTo>
                    <a:pt x="6994560" y="301647"/>
                  </a:lnTo>
                  <a:lnTo>
                    <a:pt x="6939665" y="349221"/>
                  </a:lnTo>
                  <a:lnTo>
                    <a:pt x="6887932" y="402373"/>
                  </a:lnTo>
                  <a:lnTo>
                    <a:pt x="6838548" y="461654"/>
                  </a:lnTo>
                  <a:lnTo>
                    <a:pt x="6790779" y="527406"/>
                  </a:lnTo>
                  <a:lnTo>
                    <a:pt x="6786527" y="533657"/>
                  </a:lnTo>
                  <a:lnTo>
                    <a:pt x="6751066" y="588283"/>
                  </a:lnTo>
                  <a:lnTo>
                    <a:pt x="6715931" y="646711"/>
                  </a:lnTo>
                  <a:lnTo>
                    <a:pt x="6680929" y="709018"/>
                  </a:lnTo>
                  <a:lnTo>
                    <a:pt x="6645903" y="775227"/>
                  </a:lnTo>
                  <a:lnTo>
                    <a:pt x="6610736" y="845300"/>
                  </a:lnTo>
                  <a:lnTo>
                    <a:pt x="6575341" y="919132"/>
                  </a:lnTo>
                  <a:lnTo>
                    <a:pt x="6539661" y="996548"/>
                  </a:lnTo>
                  <a:lnTo>
                    <a:pt x="6503666" y="1077299"/>
                  </a:lnTo>
                  <a:lnTo>
                    <a:pt x="6467351" y="1161068"/>
                  </a:lnTo>
                  <a:lnTo>
                    <a:pt x="6430734" y="1247464"/>
                  </a:lnTo>
                  <a:lnTo>
                    <a:pt x="6393852" y="1336035"/>
                  </a:lnTo>
                  <a:lnTo>
                    <a:pt x="6356758" y="1426275"/>
                  </a:lnTo>
                  <a:lnTo>
                    <a:pt x="6319519" y="1517633"/>
                  </a:lnTo>
                  <a:lnTo>
                    <a:pt x="6282208" y="1609530"/>
                  </a:lnTo>
                  <a:lnTo>
                    <a:pt x="6244905" y="1701372"/>
                  </a:lnTo>
                  <a:lnTo>
                    <a:pt x="6207687" y="1792565"/>
                  </a:lnTo>
                  <a:lnTo>
                    <a:pt x="6170628" y="1882535"/>
                  </a:lnTo>
                  <a:lnTo>
                    <a:pt x="6133792" y="1970738"/>
                  </a:lnTo>
                  <a:lnTo>
                    <a:pt x="6097229" y="2056678"/>
                  </a:lnTo>
                  <a:lnTo>
                    <a:pt x="6060973" y="2139912"/>
                  </a:lnTo>
                  <a:lnTo>
                    <a:pt x="6025037" y="2220065"/>
                  </a:lnTo>
                  <a:lnTo>
                    <a:pt x="5989413" y="2296831"/>
                  </a:lnTo>
                  <a:lnTo>
                    <a:pt x="5954066" y="2369974"/>
                  </a:lnTo>
                  <a:lnTo>
                    <a:pt x="5918933" y="2439334"/>
                  </a:lnTo>
                  <a:lnTo>
                    <a:pt x="5883922" y="2504818"/>
                  </a:lnTo>
                  <a:lnTo>
                    <a:pt x="5848907" y="2566400"/>
                  </a:lnTo>
                  <a:lnTo>
                    <a:pt x="5813728" y="2624112"/>
                  </a:lnTo>
                  <a:lnTo>
                    <a:pt x="5784835" y="2668288"/>
                  </a:lnTo>
                  <a:lnTo>
                    <a:pt x="5737180" y="2734627"/>
                  </a:lnTo>
                  <a:lnTo>
                    <a:pt x="5687970" y="2794483"/>
                  </a:lnTo>
                  <a:lnTo>
                    <a:pt x="5636481" y="2848167"/>
                  </a:lnTo>
                  <a:lnTo>
                    <a:pt x="5581905" y="2896220"/>
                  </a:lnTo>
                  <a:lnTo>
                    <a:pt x="5523411" y="2939254"/>
                  </a:lnTo>
                  <a:lnTo>
                    <a:pt x="5460212" y="2977871"/>
                  </a:lnTo>
                  <a:lnTo>
                    <a:pt x="5391652" y="3012606"/>
                  </a:lnTo>
                  <a:lnTo>
                    <a:pt x="5317306" y="3043901"/>
                  </a:lnTo>
                  <a:lnTo>
                    <a:pt x="5237129" y="3072088"/>
                  </a:lnTo>
                  <a:lnTo>
                    <a:pt x="5151623" y="3097384"/>
                  </a:lnTo>
                  <a:lnTo>
                    <a:pt x="5062020" y="3119896"/>
                  </a:lnTo>
                  <a:lnTo>
                    <a:pt x="4970422" y="3139638"/>
                  </a:lnTo>
                  <a:lnTo>
                    <a:pt x="4879823" y="3156558"/>
                  </a:lnTo>
                  <a:lnTo>
                    <a:pt x="4793939" y="3170592"/>
                  </a:lnTo>
                  <a:lnTo>
                    <a:pt x="4716774" y="3181722"/>
                  </a:lnTo>
                  <a:lnTo>
                    <a:pt x="4651962" y="3190037"/>
                  </a:lnTo>
                  <a:lnTo>
                    <a:pt x="4602036" y="3195770"/>
                  </a:lnTo>
                  <a:lnTo>
                    <a:pt x="4567825" y="3199305"/>
                  </a:lnTo>
                  <a:lnTo>
                    <a:pt x="4548170" y="3201140"/>
                  </a:lnTo>
                  <a:lnTo>
                    <a:pt x="4539989" y="3201833"/>
                  </a:lnTo>
                  <a:lnTo>
                    <a:pt x="4538544" y="3201945"/>
                  </a:lnTo>
                  <a:lnTo>
                    <a:pt x="4538543" y="3201946"/>
                  </a:lnTo>
                  <a:lnTo>
                    <a:pt x="4016409" y="3201946"/>
                  </a:lnTo>
                  <a:lnTo>
                    <a:pt x="4015229" y="3201877"/>
                  </a:lnTo>
                  <a:lnTo>
                    <a:pt x="4007499" y="3201385"/>
                  </a:lnTo>
                  <a:lnTo>
                    <a:pt x="3988126" y="3200026"/>
                  </a:lnTo>
                  <a:lnTo>
                    <a:pt x="3953780" y="3197355"/>
                  </a:lnTo>
                  <a:lnTo>
                    <a:pt x="3903176" y="3192974"/>
                  </a:lnTo>
                  <a:lnTo>
                    <a:pt x="3837164" y="3186576"/>
                  </a:lnTo>
                  <a:lnTo>
                    <a:pt x="3758415" y="3177978"/>
                  </a:lnTo>
                  <a:lnTo>
                    <a:pt x="3670772" y="3167110"/>
                  </a:lnTo>
                  <a:lnTo>
                    <a:pt x="3578447" y="3153989"/>
                  </a:lnTo>
                  <a:lnTo>
                    <a:pt x="3485317" y="3138668"/>
                  </a:lnTo>
                  <a:lnTo>
                    <a:pt x="3394468" y="3121182"/>
                  </a:lnTo>
                  <a:lnTo>
                    <a:pt x="3308025" y="3101517"/>
                  </a:lnTo>
                  <a:lnTo>
                    <a:pt x="3227194" y="3079577"/>
                  </a:lnTo>
                  <a:lnTo>
                    <a:pt x="3152420" y="3055179"/>
                  </a:lnTo>
                  <a:lnTo>
                    <a:pt x="3083587" y="3028044"/>
                  </a:lnTo>
                  <a:lnTo>
                    <a:pt x="3020201" y="2997810"/>
                  </a:lnTo>
                  <a:lnTo>
                    <a:pt x="2961538" y="2964039"/>
                  </a:lnTo>
                  <a:lnTo>
                    <a:pt x="2906756" y="2926247"/>
                  </a:lnTo>
                  <a:lnTo>
                    <a:pt x="2854979" y="2883953"/>
                  </a:lnTo>
                  <a:lnTo>
                    <a:pt x="2805369" y="2836757"/>
                  </a:lnTo>
                  <a:lnTo>
                    <a:pt x="2770117" y="2799114"/>
                  </a:lnTo>
                  <a:lnTo>
                    <a:pt x="2730610" y="2752963"/>
                  </a:lnTo>
                  <a:lnTo>
                    <a:pt x="2691479" y="2703236"/>
                  </a:lnTo>
                  <a:lnTo>
                    <a:pt x="2652464" y="2649861"/>
                  </a:lnTo>
                  <a:lnTo>
                    <a:pt x="2613367" y="2592832"/>
                  </a:lnTo>
                  <a:lnTo>
                    <a:pt x="2574040" y="2532217"/>
                  </a:lnTo>
                  <a:lnTo>
                    <a:pt x="2534386" y="2468163"/>
                  </a:lnTo>
                  <a:lnTo>
                    <a:pt x="2494349" y="2400901"/>
                  </a:lnTo>
                  <a:lnTo>
                    <a:pt x="2453913" y="2330746"/>
                  </a:lnTo>
                  <a:lnTo>
                    <a:pt x="2413100" y="2258095"/>
                  </a:lnTo>
                  <a:lnTo>
                    <a:pt x="2371960" y="2183420"/>
                  </a:lnTo>
                  <a:lnTo>
                    <a:pt x="2330569" y="2107254"/>
                  </a:lnTo>
                  <a:lnTo>
                    <a:pt x="2289020" y="2030181"/>
                  </a:lnTo>
                  <a:lnTo>
                    <a:pt x="2247419" y="1952812"/>
                  </a:lnTo>
                  <a:lnTo>
                    <a:pt x="2205876" y="1875770"/>
                  </a:lnTo>
                  <a:lnTo>
                    <a:pt x="2164495" y="1799666"/>
                  </a:lnTo>
                  <a:lnTo>
                    <a:pt x="2123370" y="1725081"/>
                  </a:lnTo>
                  <a:lnTo>
                    <a:pt x="2082575" y="1652546"/>
                  </a:lnTo>
                  <a:lnTo>
                    <a:pt x="2042160" y="1582528"/>
                  </a:lnTo>
                  <a:lnTo>
                    <a:pt x="2002143" y="1515421"/>
                  </a:lnTo>
                  <a:lnTo>
                    <a:pt x="1962507" y="1451536"/>
                  </a:lnTo>
                  <a:lnTo>
                    <a:pt x="1923194" y="1391100"/>
                  </a:lnTo>
                  <a:lnTo>
                    <a:pt x="1884105" y="1334255"/>
                  </a:lnTo>
                  <a:lnTo>
                    <a:pt x="1845090" y="1281065"/>
                  </a:lnTo>
                  <a:lnTo>
                    <a:pt x="1805946" y="1231521"/>
                  </a:lnTo>
                  <a:lnTo>
                    <a:pt x="1768425" y="1187788"/>
                  </a:lnTo>
                  <a:lnTo>
                    <a:pt x="1719929" y="1136884"/>
                  </a:lnTo>
                  <a:lnTo>
                    <a:pt x="1669811" y="1091044"/>
                  </a:lnTo>
                  <a:lnTo>
                    <a:pt x="1617307" y="1050012"/>
                  </a:lnTo>
                  <a:lnTo>
                    <a:pt x="1561562" y="1013356"/>
                  </a:lnTo>
                  <a:lnTo>
                    <a:pt x="1501701" y="980588"/>
                  </a:lnTo>
                  <a:lnTo>
                    <a:pt x="1436907" y="951232"/>
                  </a:lnTo>
                  <a:lnTo>
                    <a:pt x="1366504" y="924869"/>
                  </a:lnTo>
                  <a:lnTo>
                    <a:pt x="1290083" y="901159"/>
                  </a:lnTo>
                  <a:lnTo>
                    <a:pt x="1207663" y="879849"/>
                  </a:lnTo>
                  <a:lnTo>
                    <a:pt x="1119874" y="860779"/>
                  </a:lnTo>
                  <a:lnTo>
                    <a:pt x="1028158" y="843877"/>
                  </a:lnTo>
                  <a:lnTo>
                    <a:pt x="934902" y="829145"/>
                  </a:lnTo>
                  <a:lnTo>
                    <a:pt x="843436" y="816629"/>
                  </a:lnTo>
                  <a:lnTo>
                    <a:pt x="757784" y="806376"/>
                  </a:lnTo>
                  <a:lnTo>
                    <a:pt x="682134" y="798384"/>
                  </a:lnTo>
                  <a:lnTo>
                    <a:pt x="620091" y="792555"/>
                  </a:lnTo>
                  <a:lnTo>
                    <a:pt x="573887" y="788671"/>
                  </a:lnTo>
                  <a:lnTo>
                    <a:pt x="543805" y="786397"/>
                  </a:lnTo>
                  <a:lnTo>
                    <a:pt x="527988" y="785317"/>
                  </a:lnTo>
                  <a:lnTo>
                    <a:pt x="522599" y="784983"/>
                  </a:lnTo>
                  <a:lnTo>
                    <a:pt x="522133" y="784956"/>
                  </a:lnTo>
                  <a:lnTo>
                    <a:pt x="0" y="784956"/>
                  </a:lnTo>
                  <a:lnTo>
                    <a:pt x="0" y="784956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602" name="pg602"/>
            <p:cNvSpPr/>
            <p:nvPr/>
          </p:nvSpPr>
          <p:spPr>
            <a:xfrm>
              <a:off x="386606" y="2975698"/>
              <a:ext cx="8554953" cy="2473460"/>
            </a:xfrm>
            <a:custGeom>
              <a:avLst/>
              <a:pathLst>
                <a:path w="8554953" h="2473460">
                  <a:moveTo>
                    <a:pt x="0" y="45177"/>
                  </a:moveTo>
                  <a:lnTo>
                    <a:pt x="522133" y="45177"/>
                  </a:lnTo>
                  <a:lnTo>
                    <a:pt x="523313" y="45246"/>
                  </a:lnTo>
                  <a:lnTo>
                    <a:pt x="531037" y="45740"/>
                  </a:lnTo>
                  <a:lnTo>
                    <a:pt x="550398" y="47104"/>
                  </a:lnTo>
                  <a:lnTo>
                    <a:pt x="584725" y="49786"/>
                  </a:lnTo>
                  <a:lnTo>
                    <a:pt x="635301" y="54185"/>
                  </a:lnTo>
                  <a:lnTo>
                    <a:pt x="701281" y="60608"/>
                  </a:lnTo>
                  <a:lnTo>
                    <a:pt x="779997" y="69241"/>
                  </a:lnTo>
                  <a:lnTo>
                    <a:pt x="867610" y="80154"/>
                  </a:lnTo>
                  <a:lnTo>
                    <a:pt x="959909" y="93329"/>
                  </a:lnTo>
                  <a:lnTo>
                    <a:pt x="1053021" y="108714"/>
                  </a:lnTo>
                  <a:lnTo>
                    <a:pt x="1143858" y="126272"/>
                  </a:lnTo>
                  <a:lnTo>
                    <a:pt x="1230294" y="146020"/>
                  </a:lnTo>
                  <a:lnTo>
                    <a:pt x="1311124" y="168050"/>
                  </a:lnTo>
                  <a:lnTo>
                    <a:pt x="1385900" y="192549"/>
                  </a:lnTo>
                  <a:lnTo>
                    <a:pt x="1454736" y="219795"/>
                  </a:lnTo>
                  <a:lnTo>
                    <a:pt x="1518125" y="250153"/>
                  </a:lnTo>
                  <a:lnTo>
                    <a:pt x="1576791" y="284060"/>
                  </a:lnTo>
                  <a:lnTo>
                    <a:pt x="1631575" y="322003"/>
                  </a:lnTo>
                  <a:lnTo>
                    <a:pt x="1683351" y="364466"/>
                  </a:lnTo>
                  <a:lnTo>
                    <a:pt x="1732957" y="411850"/>
                  </a:lnTo>
                  <a:lnTo>
                    <a:pt x="1768425" y="449891"/>
                  </a:lnTo>
                  <a:lnTo>
                    <a:pt x="1807866" y="496176"/>
                  </a:lnTo>
                  <a:lnTo>
                    <a:pt x="1846932" y="546043"/>
                  </a:lnTo>
                  <a:lnTo>
                    <a:pt x="1885881" y="599561"/>
                  </a:lnTo>
                  <a:lnTo>
                    <a:pt x="1924912" y="656739"/>
                  </a:lnTo>
                  <a:lnTo>
                    <a:pt x="1964170" y="717508"/>
                  </a:lnTo>
                  <a:lnTo>
                    <a:pt x="2003754" y="781722"/>
                  </a:lnTo>
                  <a:lnTo>
                    <a:pt x="2043720" y="849152"/>
                  </a:lnTo>
                  <a:lnTo>
                    <a:pt x="2084082" y="919481"/>
                  </a:lnTo>
                  <a:lnTo>
                    <a:pt x="2124821" y="992316"/>
                  </a:lnTo>
                  <a:lnTo>
                    <a:pt x="2165887" y="1067186"/>
                  </a:lnTo>
                  <a:lnTo>
                    <a:pt x="2207206" y="1143557"/>
                  </a:lnTo>
                  <a:lnTo>
                    <a:pt x="2248683" y="1220849"/>
                  </a:lnTo>
                  <a:lnTo>
                    <a:pt x="2290213" y="1298449"/>
                  </a:lnTo>
                  <a:lnTo>
                    <a:pt x="2331689" y="1375735"/>
                  </a:lnTo>
                  <a:lnTo>
                    <a:pt x="2373006" y="1452096"/>
                  </a:lnTo>
                  <a:lnTo>
                    <a:pt x="2414069" y="1526951"/>
                  </a:lnTo>
                  <a:lnTo>
                    <a:pt x="2454806" y="1599766"/>
                  </a:lnTo>
                  <a:lnTo>
                    <a:pt x="2495164" y="1670073"/>
                  </a:lnTo>
                  <a:lnTo>
                    <a:pt x="2535126" y="1737476"/>
                  </a:lnTo>
                  <a:lnTo>
                    <a:pt x="2574708" y="1801662"/>
                  </a:lnTo>
                  <a:lnTo>
                    <a:pt x="2613964" y="1862401"/>
                  </a:lnTo>
                  <a:lnTo>
                    <a:pt x="2652993" y="1919547"/>
                  </a:lnTo>
                  <a:lnTo>
                    <a:pt x="2691942" y="1973035"/>
                  </a:lnTo>
                  <a:lnTo>
                    <a:pt x="2731010" y="2022870"/>
                  </a:lnTo>
                  <a:lnTo>
                    <a:pt x="2770117" y="2068747"/>
                  </a:lnTo>
                  <a:lnTo>
                    <a:pt x="2818602" y="2119877"/>
                  </a:lnTo>
                  <a:lnTo>
                    <a:pt x="2868708" y="2165924"/>
                  </a:lnTo>
                  <a:lnTo>
                    <a:pt x="2921199" y="2207141"/>
                  </a:lnTo>
                  <a:lnTo>
                    <a:pt x="2976929" y="2243963"/>
                  </a:lnTo>
                  <a:lnTo>
                    <a:pt x="3036772" y="2276881"/>
                  </a:lnTo>
                  <a:lnTo>
                    <a:pt x="3101546" y="2306371"/>
                  </a:lnTo>
                  <a:lnTo>
                    <a:pt x="3171925" y="2332855"/>
                  </a:lnTo>
                  <a:lnTo>
                    <a:pt x="3248318" y="2356674"/>
                  </a:lnTo>
                  <a:lnTo>
                    <a:pt x="3330709" y="2378084"/>
                  </a:lnTo>
                  <a:lnTo>
                    <a:pt x="3418469" y="2397243"/>
                  </a:lnTo>
                  <a:lnTo>
                    <a:pt x="3510158" y="2414225"/>
                  </a:lnTo>
                  <a:lnTo>
                    <a:pt x="3603393" y="2429028"/>
                  </a:lnTo>
                  <a:lnTo>
                    <a:pt x="3694849" y="2441606"/>
                  </a:lnTo>
                  <a:lnTo>
                    <a:pt x="3780506" y="2451912"/>
                  </a:lnTo>
                  <a:lnTo>
                    <a:pt x="3856178" y="2459947"/>
                  </a:lnTo>
                  <a:lnTo>
                    <a:pt x="3918258" y="2465809"/>
                  </a:lnTo>
                  <a:lnTo>
                    <a:pt x="3964512" y="2469717"/>
                  </a:lnTo>
                  <a:lnTo>
                    <a:pt x="3994648" y="2472006"/>
                  </a:lnTo>
                  <a:lnTo>
                    <a:pt x="4010513" y="2473095"/>
                  </a:lnTo>
                  <a:lnTo>
                    <a:pt x="4015935" y="2473433"/>
                  </a:lnTo>
                  <a:lnTo>
                    <a:pt x="4016409" y="2473460"/>
                  </a:lnTo>
                  <a:lnTo>
                    <a:pt x="4538543" y="2473460"/>
                  </a:lnTo>
                  <a:lnTo>
                    <a:pt x="4539754" y="2473404"/>
                  </a:lnTo>
                  <a:lnTo>
                    <a:pt x="4547679" y="2473001"/>
                  </a:lnTo>
                  <a:lnTo>
                    <a:pt x="4567525" y="2471886"/>
                  </a:lnTo>
                  <a:lnTo>
                    <a:pt x="4602666" y="2469695"/>
                  </a:lnTo>
                  <a:lnTo>
                    <a:pt x="4654351" y="2466103"/>
                  </a:lnTo>
                  <a:lnTo>
                    <a:pt x="4721629" y="2460864"/>
                  </a:lnTo>
                  <a:lnTo>
                    <a:pt x="4801684" y="2453830"/>
                  </a:lnTo>
                  <a:lnTo>
                    <a:pt x="4890529" y="2444950"/>
                  </a:lnTo>
                  <a:lnTo>
                    <a:pt x="4983844" y="2434241"/>
                  </a:lnTo>
                  <a:lnTo>
                    <a:pt x="5077701" y="2421745"/>
                  </a:lnTo>
                  <a:lnTo>
                    <a:pt x="5169008" y="2407491"/>
                  </a:lnTo>
                  <a:lnTo>
                    <a:pt x="5255677" y="2391461"/>
                  </a:lnTo>
                  <a:lnTo>
                    <a:pt x="5336557" y="2373568"/>
                  </a:lnTo>
                  <a:lnTo>
                    <a:pt x="5411262" y="2353655"/>
                  </a:lnTo>
                  <a:lnTo>
                    <a:pt x="5479967" y="2331484"/>
                  </a:lnTo>
                  <a:lnTo>
                    <a:pt x="5543216" y="2306749"/>
                  </a:lnTo>
                  <a:lnTo>
                    <a:pt x="5601774" y="2279085"/>
                  </a:lnTo>
                  <a:lnTo>
                    <a:pt x="5656515" y="2248093"/>
                  </a:lnTo>
                  <a:lnTo>
                    <a:pt x="5708336" y="2213382"/>
                  </a:lnTo>
                  <a:lnTo>
                    <a:pt x="5758085" y="2174645"/>
                  </a:lnTo>
                  <a:lnTo>
                    <a:pt x="5784835" y="2151572"/>
                  </a:lnTo>
                  <a:lnTo>
                    <a:pt x="5827422" y="2111681"/>
                  </a:lnTo>
                  <a:lnTo>
                    <a:pt x="5869597" y="2068461"/>
                  </a:lnTo>
                  <a:lnTo>
                    <a:pt x="5911676" y="2021846"/>
                  </a:lnTo>
                  <a:lnTo>
                    <a:pt x="5953896" y="1971844"/>
                  </a:lnTo>
                  <a:lnTo>
                    <a:pt x="5996423" y="1918546"/>
                  </a:lnTo>
                  <a:lnTo>
                    <a:pt x="6039362" y="1862127"/>
                  </a:lnTo>
                  <a:lnTo>
                    <a:pt x="6082759" y="1802857"/>
                  </a:lnTo>
                  <a:lnTo>
                    <a:pt x="6126611" y="1741092"/>
                  </a:lnTo>
                  <a:lnTo>
                    <a:pt x="6170868" y="1677276"/>
                  </a:lnTo>
                  <a:lnTo>
                    <a:pt x="6215446" y="1611925"/>
                  </a:lnTo>
                  <a:lnTo>
                    <a:pt x="6260232" y="1545610"/>
                  </a:lnTo>
                  <a:lnTo>
                    <a:pt x="6305095" y="1478942"/>
                  </a:lnTo>
                  <a:lnTo>
                    <a:pt x="6349899" y="1412544"/>
                  </a:lnTo>
                  <a:lnTo>
                    <a:pt x="6394512" y="1347029"/>
                  </a:lnTo>
                  <a:lnTo>
                    <a:pt x="6438818" y="1282975"/>
                  </a:lnTo>
                  <a:lnTo>
                    <a:pt x="6482727" y="1220907"/>
                  </a:lnTo>
                  <a:lnTo>
                    <a:pt x="6526187" y="1161278"/>
                  </a:lnTo>
                  <a:lnTo>
                    <a:pt x="6569186" y="1104458"/>
                  </a:lnTo>
                  <a:lnTo>
                    <a:pt x="6611764" y="1050727"/>
                  </a:lnTo>
                  <a:lnTo>
                    <a:pt x="6654017" y="1000275"/>
                  </a:lnTo>
                  <a:lnTo>
                    <a:pt x="6696103" y="953202"/>
                  </a:lnTo>
                  <a:lnTo>
                    <a:pt x="6738249" y="909527"/>
                  </a:lnTo>
                  <a:lnTo>
                    <a:pt x="6780759" y="869195"/>
                  </a:lnTo>
                  <a:lnTo>
                    <a:pt x="6786527" y="864017"/>
                  </a:lnTo>
                  <a:lnTo>
                    <a:pt x="6835453" y="823004"/>
                  </a:lnTo>
                  <a:lnTo>
                    <a:pt x="6886035" y="786107"/>
                  </a:lnTo>
                  <a:lnTo>
                    <a:pt x="6939061" y="753114"/>
                  </a:lnTo>
                  <a:lnTo>
                    <a:pt x="6995408" y="723669"/>
                  </a:lnTo>
                  <a:lnTo>
                    <a:pt x="7055972" y="697371"/>
                  </a:lnTo>
                  <a:lnTo>
                    <a:pt x="7121591" y="673832"/>
                  </a:lnTo>
                  <a:lnTo>
                    <a:pt x="7192947" y="652711"/>
                  </a:lnTo>
                  <a:lnTo>
                    <a:pt x="7270437" y="633731"/>
                  </a:lnTo>
                  <a:lnTo>
                    <a:pt x="7354010" y="616692"/>
                  </a:lnTo>
                  <a:lnTo>
                    <a:pt x="7442962" y="601467"/>
                  </a:lnTo>
                  <a:lnTo>
                    <a:pt x="7535735" y="588003"/>
                  </a:lnTo>
                  <a:lnTo>
                    <a:pt x="7629787" y="576306"/>
                  </a:lnTo>
                  <a:lnTo>
                    <a:pt x="7721615" y="566415"/>
                  </a:lnTo>
                  <a:lnTo>
                    <a:pt x="7807039" y="558367"/>
                  </a:lnTo>
                  <a:lnTo>
                    <a:pt x="7881788" y="552152"/>
                  </a:lnTo>
                  <a:lnTo>
                    <a:pt x="7942300" y="547678"/>
                  </a:lnTo>
                  <a:lnTo>
                    <a:pt x="7986531" y="544753"/>
                  </a:lnTo>
                  <a:lnTo>
                    <a:pt x="8014503" y="543089"/>
                  </a:lnTo>
                  <a:lnTo>
                    <a:pt x="8028451" y="542340"/>
                  </a:lnTo>
                  <a:lnTo>
                    <a:pt x="8032612" y="542137"/>
                  </a:lnTo>
                  <a:lnTo>
                    <a:pt x="8032819" y="542128"/>
                  </a:lnTo>
                  <a:lnTo>
                    <a:pt x="8554953" y="542128"/>
                  </a:lnTo>
                  <a:lnTo>
                    <a:pt x="8554953" y="496951"/>
                  </a:lnTo>
                  <a:lnTo>
                    <a:pt x="8032819" y="496951"/>
                  </a:lnTo>
                  <a:lnTo>
                    <a:pt x="8031608" y="497007"/>
                  </a:lnTo>
                  <a:lnTo>
                    <a:pt x="8023683" y="497410"/>
                  </a:lnTo>
                  <a:lnTo>
                    <a:pt x="8003837" y="498525"/>
                  </a:lnTo>
                  <a:lnTo>
                    <a:pt x="7968696" y="500716"/>
                  </a:lnTo>
                  <a:lnTo>
                    <a:pt x="7917011" y="504308"/>
                  </a:lnTo>
                  <a:lnTo>
                    <a:pt x="7849733" y="509547"/>
                  </a:lnTo>
                  <a:lnTo>
                    <a:pt x="7769678" y="516581"/>
                  </a:lnTo>
                  <a:lnTo>
                    <a:pt x="7680833" y="525461"/>
                  </a:lnTo>
                  <a:lnTo>
                    <a:pt x="7587518" y="536170"/>
                  </a:lnTo>
                  <a:lnTo>
                    <a:pt x="7493661" y="548666"/>
                  </a:lnTo>
                  <a:lnTo>
                    <a:pt x="7402354" y="562920"/>
                  </a:lnTo>
                  <a:lnTo>
                    <a:pt x="7315685" y="578950"/>
                  </a:lnTo>
                  <a:lnTo>
                    <a:pt x="7234805" y="596843"/>
                  </a:lnTo>
                  <a:lnTo>
                    <a:pt x="7160100" y="616756"/>
                  </a:lnTo>
                  <a:lnTo>
                    <a:pt x="7091395" y="638927"/>
                  </a:lnTo>
                  <a:lnTo>
                    <a:pt x="7028146" y="663662"/>
                  </a:lnTo>
                  <a:lnTo>
                    <a:pt x="6969588" y="691326"/>
                  </a:lnTo>
                  <a:lnTo>
                    <a:pt x="6914847" y="722318"/>
                  </a:lnTo>
                  <a:lnTo>
                    <a:pt x="6863026" y="757029"/>
                  </a:lnTo>
                  <a:lnTo>
                    <a:pt x="6813277" y="795766"/>
                  </a:lnTo>
                  <a:lnTo>
                    <a:pt x="6786527" y="818839"/>
                  </a:lnTo>
                  <a:lnTo>
                    <a:pt x="6743940" y="858730"/>
                  </a:lnTo>
                  <a:lnTo>
                    <a:pt x="6701765" y="901950"/>
                  </a:lnTo>
                  <a:lnTo>
                    <a:pt x="6659686" y="948565"/>
                  </a:lnTo>
                  <a:lnTo>
                    <a:pt x="6617466" y="998567"/>
                  </a:lnTo>
                  <a:lnTo>
                    <a:pt x="6574939" y="1051865"/>
                  </a:lnTo>
                  <a:lnTo>
                    <a:pt x="6532000" y="1108284"/>
                  </a:lnTo>
                  <a:lnTo>
                    <a:pt x="6488602" y="1167554"/>
                  </a:lnTo>
                  <a:lnTo>
                    <a:pt x="6444751" y="1229319"/>
                  </a:lnTo>
                  <a:lnTo>
                    <a:pt x="6400494" y="1293135"/>
                  </a:lnTo>
                  <a:lnTo>
                    <a:pt x="6355916" y="1358486"/>
                  </a:lnTo>
                  <a:lnTo>
                    <a:pt x="6311130" y="1424801"/>
                  </a:lnTo>
                  <a:lnTo>
                    <a:pt x="6266267" y="1491469"/>
                  </a:lnTo>
                  <a:lnTo>
                    <a:pt x="6221463" y="1557867"/>
                  </a:lnTo>
                  <a:lnTo>
                    <a:pt x="6176850" y="1623382"/>
                  </a:lnTo>
                  <a:lnTo>
                    <a:pt x="6132544" y="1687436"/>
                  </a:lnTo>
                  <a:lnTo>
                    <a:pt x="6088634" y="1749504"/>
                  </a:lnTo>
                  <a:lnTo>
                    <a:pt x="6045175" y="1809133"/>
                  </a:lnTo>
                  <a:lnTo>
                    <a:pt x="6002176" y="1865953"/>
                  </a:lnTo>
                  <a:lnTo>
                    <a:pt x="5959598" y="1919684"/>
                  </a:lnTo>
                  <a:lnTo>
                    <a:pt x="5917344" y="1970136"/>
                  </a:lnTo>
                  <a:lnTo>
                    <a:pt x="5875259" y="2017209"/>
                  </a:lnTo>
                  <a:lnTo>
                    <a:pt x="5833113" y="2060884"/>
                  </a:lnTo>
                  <a:lnTo>
                    <a:pt x="5790603" y="2101216"/>
                  </a:lnTo>
                  <a:lnTo>
                    <a:pt x="5784835" y="2106394"/>
                  </a:lnTo>
                  <a:lnTo>
                    <a:pt x="5735909" y="2147407"/>
                  </a:lnTo>
                  <a:lnTo>
                    <a:pt x="5685327" y="2184304"/>
                  </a:lnTo>
                  <a:lnTo>
                    <a:pt x="5632301" y="2217297"/>
                  </a:lnTo>
                  <a:lnTo>
                    <a:pt x="5575954" y="2246742"/>
                  </a:lnTo>
                  <a:lnTo>
                    <a:pt x="5515390" y="2273040"/>
                  </a:lnTo>
                  <a:lnTo>
                    <a:pt x="5449771" y="2296579"/>
                  </a:lnTo>
                  <a:lnTo>
                    <a:pt x="5378415" y="2317700"/>
                  </a:lnTo>
                  <a:lnTo>
                    <a:pt x="5300925" y="2336680"/>
                  </a:lnTo>
                  <a:lnTo>
                    <a:pt x="5217352" y="2353719"/>
                  </a:lnTo>
                  <a:lnTo>
                    <a:pt x="5128400" y="2368944"/>
                  </a:lnTo>
                  <a:lnTo>
                    <a:pt x="5035627" y="2382408"/>
                  </a:lnTo>
                  <a:lnTo>
                    <a:pt x="4941575" y="2394105"/>
                  </a:lnTo>
                  <a:lnTo>
                    <a:pt x="4849747" y="2403996"/>
                  </a:lnTo>
                  <a:lnTo>
                    <a:pt x="4764323" y="2412044"/>
                  </a:lnTo>
                  <a:lnTo>
                    <a:pt x="4689574" y="2418259"/>
                  </a:lnTo>
                  <a:lnTo>
                    <a:pt x="4629062" y="2422733"/>
                  </a:lnTo>
                  <a:lnTo>
                    <a:pt x="4584831" y="2425658"/>
                  </a:lnTo>
                  <a:lnTo>
                    <a:pt x="4556859" y="2427322"/>
                  </a:lnTo>
                  <a:lnTo>
                    <a:pt x="4542911" y="2428071"/>
                  </a:lnTo>
                  <a:lnTo>
                    <a:pt x="4538750" y="2428274"/>
                  </a:lnTo>
                  <a:lnTo>
                    <a:pt x="4538543" y="2428283"/>
                  </a:lnTo>
                  <a:lnTo>
                    <a:pt x="4016409" y="2428283"/>
                  </a:lnTo>
                  <a:lnTo>
                    <a:pt x="4015230" y="2428214"/>
                  </a:lnTo>
                  <a:lnTo>
                    <a:pt x="4007505" y="2427720"/>
                  </a:lnTo>
                  <a:lnTo>
                    <a:pt x="3988144" y="2426356"/>
                  </a:lnTo>
                  <a:lnTo>
                    <a:pt x="3953817" y="2423674"/>
                  </a:lnTo>
                  <a:lnTo>
                    <a:pt x="3903241" y="2419275"/>
                  </a:lnTo>
                  <a:lnTo>
                    <a:pt x="3837261" y="2412852"/>
                  </a:lnTo>
                  <a:lnTo>
                    <a:pt x="3758545" y="2404219"/>
                  </a:lnTo>
                  <a:lnTo>
                    <a:pt x="3670932" y="2393306"/>
                  </a:lnTo>
                  <a:lnTo>
                    <a:pt x="3578633" y="2380131"/>
                  </a:lnTo>
                  <a:lnTo>
                    <a:pt x="3485521" y="2364746"/>
                  </a:lnTo>
                  <a:lnTo>
                    <a:pt x="3394684" y="2347188"/>
                  </a:lnTo>
                  <a:lnTo>
                    <a:pt x="3308248" y="2327440"/>
                  </a:lnTo>
                  <a:lnTo>
                    <a:pt x="3227418" y="2305410"/>
                  </a:lnTo>
                  <a:lnTo>
                    <a:pt x="3152643" y="2280911"/>
                  </a:lnTo>
                  <a:lnTo>
                    <a:pt x="3083807" y="2253665"/>
                  </a:lnTo>
                  <a:lnTo>
                    <a:pt x="3020417" y="2223307"/>
                  </a:lnTo>
                  <a:lnTo>
                    <a:pt x="2961751" y="2189399"/>
                  </a:lnTo>
                  <a:lnTo>
                    <a:pt x="2906968" y="2151457"/>
                  </a:lnTo>
                  <a:lnTo>
                    <a:pt x="2855192" y="2108994"/>
                  </a:lnTo>
                  <a:lnTo>
                    <a:pt x="2805585" y="2061610"/>
                  </a:lnTo>
                  <a:lnTo>
                    <a:pt x="2770117" y="2023569"/>
                  </a:lnTo>
                  <a:lnTo>
                    <a:pt x="2730676" y="1977284"/>
                  </a:lnTo>
                  <a:lnTo>
                    <a:pt x="2691610" y="1927417"/>
                  </a:lnTo>
                  <a:lnTo>
                    <a:pt x="2652661" y="1873899"/>
                  </a:lnTo>
                  <a:lnTo>
                    <a:pt x="2613630" y="1816721"/>
                  </a:lnTo>
                  <a:lnTo>
                    <a:pt x="2574372" y="1755952"/>
                  </a:lnTo>
                  <a:lnTo>
                    <a:pt x="2534788" y="1691738"/>
                  </a:lnTo>
                  <a:lnTo>
                    <a:pt x="2494822" y="1624308"/>
                  </a:lnTo>
                  <a:lnTo>
                    <a:pt x="2454460" y="1553979"/>
                  </a:lnTo>
                  <a:lnTo>
                    <a:pt x="2413721" y="1481144"/>
                  </a:lnTo>
                  <a:lnTo>
                    <a:pt x="2372655" y="1406274"/>
                  </a:lnTo>
                  <a:lnTo>
                    <a:pt x="2331336" y="1329903"/>
                  </a:lnTo>
                  <a:lnTo>
                    <a:pt x="2289860" y="1252611"/>
                  </a:lnTo>
                  <a:lnTo>
                    <a:pt x="2248329" y="1175011"/>
                  </a:lnTo>
                  <a:lnTo>
                    <a:pt x="2206853" y="1097725"/>
                  </a:lnTo>
                  <a:lnTo>
                    <a:pt x="2165537" y="1021364"/>
                  </a:lnTo>
                  <a:lnTo>
                    <a:pt x="2124473" y="946509"/>
                  </a:lnTo>
                  <a:lnTo>
                    <a:pt x="2083737" y="873694"/>
                  </a:lnTo>
                  <a:lnTo>
                    <a:pt x="2043378" y="803387"/>
                  </a:lnTo>
                  <a:lnTo>
                    <a:pt x="2003416" y="735984"/>
                  </a:lnTo>
                  <a:lnTo>
                    <a:pt x="1963834" y="671798"/>
                  </a:lnTo>
                  <a:lnTo>
                    <a:pt x="1924579" y="611059"/>
                  </a:lnTo>
                  <a:lnTo>
                    <a:pt x="1885549" y="553913"/>
                  </a:lnTo>
                  <a:lnTo>
                    <a:pt x="1846600" y="500425"/>
                  </a:lnTo>
                  <a:lnTo>
                    <a:pt x="1807532" y="450590"/>
                  </a:lnTo>
                  <a:lnTo>
                    <a:pt x="1768425" y="404713"/>
                  </a:lnTo>
                  <a:lnTo>
                    <a:pt x="1719940" y="353583"/>
                  </a:lnTo>
                  <a:lnTo>
                    <a:pt x="1669834" y="307536"/>
                  </a:lnTo>
                  <a:lnTo>
                    <a:pt x="1617343" y="266319"/>
                  </a:lnTo>
                  <a:lnTo>
                    <a:pt x="1561613" y="229497"/>
                  </a:lnTo>
                  <a:lnTo>
                    <a:pt x="1501770" y="196579"/>
                  </a:lnTo>
                  <a:lnTo>
                    <a:pt x="1436996" y="167089"/>
                  </a:lnTo>
                  <a:lnTo>
                    <a:pt x="1366617" y="140605"/>
                  </a:lnTo>
                  <a:lnTo>
                    <a:pt x="1290224" y="116786"/>
                  </a:lnTo>
                  <a:lnTo>
                    <a:pt x="1207833" y="95376"/>
                  </a:lnTo>
                  <a:lnTo>
                    <a:pt x="1120073" y="76216"/>
                  </a:lnTo>
                  <a:lnTo>
                    <a:pt x="1028384" y="59234"/>
                  </a:lnTo>
                  <a:lnTo>
                    <a:pt x="935149" y="44432"/>
                  </a:lnTo>
                  <a:lnTo>
                    <a:pt x="843693" y="31853"/>
                  </a:lnTo>
                  <a:lnTo>
                    <a:pt x="758036" y="21548"/>
                  </a:lnTo>
                  <a:lnTo>
                    <a:pt x="682364" y="13513"/>
                  </a:lnTo>
                  <a:lnTo>
                    <a:pt x="620284" y="7651"/>
                  </a:lnTo>
                  <a:lnTo>
                    <a:pt x="574030" y="3743"/>
                  </a:lnTo>
                  <a:lnTo>
                    <a:pt x="543895" y="1453"/>
                  </a:lnTo>
                  <a:lnTo>
                    <a:pt x="528029" y="365"/>
                  </a:lnTo>
                  <a:lnTo>
                    <a:pt x="522607" y="27"/>
                  </a:lnTo>
                  <a:lnTo>
                    <a:pt x="5221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603" name="pl603"/>
            <p:cNvSpPr/>
            <p:nvPr/>
          </p:nvSpPr>
          <p:spPr>
            <a:xfrm>
              <a:off x="386606" y="3020875"/>
              <a:ext cx="8554953" cy="2428283"/>
            </a:xfrm>
            <a:custGeom>
              <a:avLst/>
              <a:pathLst>
                <a:path w="8554953" h="2428283">
                  <a:moveTo>
                    <a:pt x="0" y="0"/>
                  </a:moveTo>
                  <a:lnTo>
                    <a:pt x="522133" y="0"/>
                  </a:lnTo>
                  <a:lnTo>
                    <a:pt x="523313" y="69"/>
                  </a:lnTo>
                  <a:lnTo>
                    <a:pt x="531037" y="562"/>
                  </a:lnTo>
                  <a:lnTo>
                    <a:pt x="550398" y="1927"/>
                  </a:lnTo>
                  <a:lnTo>
                    <a:pt x="584725" y="4609"/>
                  </a:lnTo>
                  <a:lnTo>
                    <a:pt x="635301" y="9007"/>
                  </a:lnTo>
                  <a:lnTo>
                    <a:pt x="701281" y="15431"/>
                  </a:lnTo>
                  <a:lnTo>
                    <a:pt x="779997" y="24064"/>
                  </a:lnTo>
                  <a:lnTo>
                    <a:pt x="867610" y="34976"/>
                  </a:lnTo>
                  <a:lnTo>
                    <a:pt x="959909" y="48151"/>
                  </a:lnTo>
                  <a:lnTo>
                    <a:pt x="1053021" y="63537"/>
                  </a:lnTo>
                  <a:lnTo>
                    <a:pt x="1143858" y="81095"/>
                  </a:lnTo>
                  <a:lnTo>
                    <a:pt x="1230294" y="100842"/>
                  </a:lnTo>
                  <a:lnTo>
                    <a:pt x="1311124" y="122873"/>
                  </a:lnTo>
                  <a:lnTo>
                    <a:pt x="1385900" y="147372"/>
                  </a:lnTo>
                  <a:lnTo>
                    <a:pt x="1454736" y="174618"/>
                  </a:lnTo>
                  <a:lnTo>
                    <a:pt x="1518125" y="204975"/>
                  </a:lnTo>
                  <a:lnTo>
                    <a:pt x="1576791" y="238883"/>
                  </a:lnTo>
                  <a:lnTo>
                    <a:pt x="1631575" y="276826"/>
                  </a:lnTo>
                  <a:lnTo>
                    <a:pt x="1683351" y="319289"/>
                  </a:lnTo>
                  <a:lnTo>
                    <a:pt x="1732957" y="366673"/>
                  </a:lnTo>
                  <a:lnTo>
                    <a:pt x="1768425" y="404713"/>
                  </a:lnTo>
                  <a:lnTo>
                    <a:pt x="1807866" y="450999"/>
                  </a:lnTo>
                  <a:lnTo>
                    <a:pt x="1846932" y="500865"/>
                  </a:lnTo>
                  <a:lnTo>
                    <a:pt x="1885881" y="554384"/>
                  </a:lnTo>
                  <a:lnTo>
                    <a:pt x="1924912" y="611562"/>
                  </a:lnTo>
                  <a:lnTo>
                    <a:pt x="1964170" y="672331"/>
                  </a:lnTo>
                  <a:lnTo>
                    <a:pt x="2003754" y="736545"/>
                  </a:lnTo>
                  <a:lnTo>
                    <a:pt x="2043720" y="803974"/>
                  </a:lnTo>
                  <a:lnTo>
                    <a:pt x="2084082" y="874304"/>
                  </a:lnTo>
                  <a:lnTo>
                    <a:pt x="2124821" y="947139"/>
                  </a:lnTo>
                  <a:lnTo>
                    <a:pt x="2165887" y="1022009"/>
                  </a:lnTo>
                  <a:lnTo>
                    <a:pt x="2207206" y="1098380"/>
                  </a:lnTo>
                  <a:lnTo>
                    <a:pt x="2248683" y="1175672"/>
                  </a:lnTo>
                  <a:lnTo>
                    <a:pt x="2290213" y="1253272"/>
                  </a:lnTo>
                  <a:lnTo>
                    <a:pt x="2331689" y="1330558"/>
                  </a:lnTo>
                  <a:lnTo>
                    <a:pt x="2373006" y="1406919"/>
                  </a:lnTo>
                  <a:lnTo>
                    <a:pt x="2414069" y="1481773"/>
                  </a:lnTo>
                  <a:lnTo>
                    <a:pt x="2454806" y="1554589"/>
                  </a:lnTo>
                  <a:lnTo>
                    <a:pt x="2495164" y="1624895"/>
                  </a:lnTo>
                  <a:lnTo>
                    <a:pt x="2535126" y="1692298"/>
                  </a:lnTo>
                  <a:lnTo>
                    <a:pt x="2574708" y="1756484"/>
                  </a:lnTo>
                  <a:lnTo>
                    <a:pt x="2613964" y="1817223"/>
                  </a:lnTo>
                  <a:lnTo>
                    <a:pt x="2652993" y="1874370"/>
                  </a:lnTo>
                  <a:lnTo>
                    <a:pt x="2691942" y="1927857"/>
                  </a:lnTo>
                  <a:lnTo>
                    <a:pt x="2731010" y="1977693"/>
                  </a:lnTo>
                  <a:lnTo>
                    <a:pt x="2770117" y="2023569"/>
                  </a:lnTo>
                  <a:lnTo>
                    <a:pt x="2818602" y="2074700"/>
                  </a:lnTo>
                  <a:lnTo>
                    <a:pt x="2868708" y="2120746"/>
                  </a:lnTo>
                  <a:lnTo>
                    <a:pt x="2921199" y="2161963"/>
                  </a:lnTo>
                  <a:lnTo>
                    <a:pt x="2976929" y="2198785"/>
                  </a:lnTo>
                  <a:lnTo>
                    <a:pt x="3036772" y="2231703"/>
                  </a:lnTo>
                  <a:lnTo>
                    <a:pt x="3101546" y="2261194"/>
                  </a:lnTo>
                  <a:lnTo>
                    <a:pt x="3171925" y="2287677"/>
                  </a:lnTo>
                  <a:lnTo>
                    <a:pt x="3248318" y="2311497"/>
                  </a:lnTo>
                  <a:lnTo>
                    <a:pt x="3330709" y="2332906"/>
                  </a:lnTo>
                  <a:lnTo>
                    <a:pt x="3418469" y="2352066"/>
                  </a:lnTo>
                  <a:lnTo>
                    <a:pt x="3510158" y="2369048"/>
                  </a:lnTo>
                  <a:lnTo>
                    <a:pt x="3603393" y="2383851"/>
                  </a:lnTo>
                  <a:lnTo>
                    <a:pt x="3694849" y="2396429"/>
                  </a:lnTo>
                  <a:lnTo>
                    <a:pt x="3780506" y="2406735"/>
                  </a:lnTo>
                  <a:lnTo>
                    <a:pt x="3856178" y="2414769"/>
                  </a:lnTo>
                  <a:lnTo>
                    <a:pt x="3918258" y="2420631"/>
                  </a:lnTo>
                  <a:lnTo>
                    <a:pt x="3964512" y="2424539"/>
                  </a:lnTo>
                  <a:lnTo>
                    <a:pt x="3994648" y="2426829"/>
                  </a:lnTo>
                  <a:lnTo>
                    <a:pt x="4010513" y="2427918"/>
                  </a:lnTo>
                  <a:lnTo>
                    <a:pt x="4015935" y="2428256"/>
                  </a:lnTo>
                  <a:lnTo>
                    <a:pt x="4016409" y="2428283"/>
                  </a:lnTo>
                  <a:lnTo>
                    <a:pt x="4538543" y="2428283"/>
                  </a:lnTo>
                  <a:lnTo>
                    <a:pt x="4539754" y="2428227"/>
                  </a:lnTo>
                  <a:lnTo>
                    <a:pt x="4547679" y="2427823"/>
                  </a:lnTo>
                  <a:lnTo>
                    <a:pt x="4567525" y="2426708"/>
                  </a:lnTo>
                  <a:lnTo>
                    <a:pt x="4602666" y="2424517"/>
                  </a:lnTo>
                  <a:lnTo>
                    <a:pt x="4654351" y="2420926"/>
                  </a:lnTo>
                  <a:lnTo>
                    <a:pt x="4721629" y="2415686"/>
                  </a:lnTo>
                  <a:lnTo>
                    <a:pt x="4801684" y="2408652"/>
                  </a:lnTo>
                  <a:lnTo>
                    <a:pt x="4890529" y="2399773"/>
                  </a:lnTo>
                  <a:lnTo>
                    <a:pt x="4983844" y="2389064"/>
                  </a:lnTo>
                  <a:lnTo>
                    <a:pt x="5077701" y="2376568"/>
                  </a:lnTo>
                  <a:lnTo>
                    <a:pt x="5169008" y="2362314"/>
                  </a:lnTo>
                  <a:lnTo>
                    <a:pt x="5255677" y="2346283"/>
                  </a:lnTo>
                  <a:lnTo>
                    <a:pt x="5336557" y="2328391"/>
                  </a:lnTo>
                  <a:lnTo>
                    <a:pt x="5411262" y="2308478"/>
                  </a:lnTo>
                  <a:lnTo>
                    <a:pt x="5479967" y="2286307"/>
                  </a:lnTo>
                  <a:lnTo>
                    <a:pt x="5543216" y="2261572"/>
                  </a:lnTo>
                  <a:lnTo>
                    <a:pt x="5601774" y="2233908"/>
                  </a:lnTo>
                  <a:lnTo>
                    <a:pt x="5656515" y="2202916"/>
                  </a:lnTo>
                  <a:lnTo>
                    <a:pt x="5708336" y="2168204"/>
                  </a:lnTo>
                  <a:lnTo>
                    <a:pt x="5758085" y="2129468"/>
                  </a:lnTo>
                  <a:lnTo>
                    <a:pt x="5784835" y="2106394"/>
                  </a:lnTo>
                  <a:lnTo>
                    <a:pt x="5827422" y="2066504"/>
                  </a:lnTo>
                  <a:lnTo>
                    <a:pt x="5869597" y="2023283"/>
                  </a:lnTo>
                  <a:lnTo>
                    <a:pt x="5911676" y="1976668"/>
                  </a:lnTo>
                  <a:lnTo>
                    <a:pt x="5953896" y="1926667"/>
                  </a:lnTo>
                  <a:lnTo>
                    <a:pt x="5996423" y="1873369"/>
                  </a:lnTo>
                  <a:lnTo>
                    <a:pt x="6039362" y="1816950"/>
                  </a:lnTo>
                  <a:lnTo>
                    <a:pt x="6082759" y="1757679"/>
                  </a:lnTo>
                  <a:lnTo>
                    <a:pt x="6126611" y="1695915"/>
                  </a:lnTo>
                  <a:lnTo>
                    <a:pt x="6170868" y="1632099"/>
                  </a:lnTo>
                  <a:lnTo>
                    <a:pt x="6215446" y="1566747"/>
                  </a:lnTo>
                  <a:lnTo>
                    <a:pt x="6260232" y="1500433"/>
                  </a:lnTo>
                  <a:lnTo>
                    <a:pt x="6305095" y="1433765"/>
                  </a:lnTo>
                  <a:lnTo>
                    <a:pt x="6349899" y="1367367"/>
                  </a:lnTo>
                  <a:lnTo>
                    <a:pt x="6394512" y="1301852"/>
                  </a:lnTo>
                  <a:lnTo>
                    <a:pt x="6438818" y="1237797"/>
                  </a:lnTo>
                  <a:lnTo>
                    <a:pt x="6482727" y="1175729"/>
                  </a:lnTo>
                  <a:lnTo>
                    <a:pt x="6526187" y="1116100"/>
                  </a:lnTo>
                  <a:lnTo>
                    <a:pt x="6569186" y="1059280"/>
                  </a:lnTo>
                  <a:lnTo>
                    <a:pt x="6611764" y="1005550"/>
                  </a:lnTo>
                  <a:lnTo>
                    <a:pt x="6654017" y="955098"/>
                  </a:lnTo>
                  <a:lnTo>
                    <a:pt x="6696103" y="908025"/>
                  </a:lnTo>
                  <a:lnTo>
                    <a:pt x="6738249" y="864350"/>
                  </a:lnTo>
                  <a:lnTo>
                    <a:pt x="6780759" y="824017"/>
                  </a:lnTo>
                  <a:lnTo>
                    <a:pt x="6786527" y="818839"/>
                  </a:lnTo>
                  <a:lnTo>
                    <a:pt x="6835453" y="777827"/>
                  </a:lnTo>
                  <a:lnTo>
                    <a:pt x="6886035" y="740929"/>
                  </a:lnTo>
                  <a:lnTo>
                    <a:pt x="6939061" y="707937"/>
                  </a:lnTo>
                  <a:lnTo>
                    <a:pt x="6995408" y="678492"/>
                  </a:lnTo>
                  <a:lnTo>
                    <a:pt x="7055972" y="652194"/>
                  </a:lnTo>
                  <a:lnTo>
                    <a:pt x="7121591" y="628655"/>
                  </a:lnTo>
                  <a:lnTo>
                    <a:pt x="7192947" y="607533"/>
                  </a:lnTo>
                  <a:lnTo>
                    <a:pt x="7270437" y="588554"/>
                  </a:lnTo>
                  <a:lnTo>
                    <a:pt x="7354010" y="571514"/>
                  </a:lnTo>
                  <a:lnTo>
                    <a:pt x="7442962" y="556289"/>
                  </a:lnTo>
                  <a:lnTo>
                    <a:pt x="7535735" y="542825"/>
                  </a:lnTo>
                  <a:lnTo>
                    <a:pt x="7629787" y="531128"/>
                  </a:lnTo>
                  <a:lnTo>
                    <a:pt x="7721615" y="521237"/>
                  </a:lnTo>
                  <a:lnTo>
                    <a:pt x="7807039" y="513189"/>
                  </a:lnTo>
                  <a:lnTo>
                    <a:pt x="7881788" y="506974"/>
                  </a:lnTo>
                  <a:lnTo>
                    <a:pt x="7942300" y="502501"/>
                  </a:lnTo>
                  <a:lnTo>
                    <a:pt x="7986531" y="499575"/>
                  </a:lnTo>
                  <a:lnTo>
                    <a:pt x="8014503" y="497912"/>
                  </a:lnTo>
                  <a:lnTo>
                    <a:pt x="8028451" y="497163"/>
                  </a:lnTo>
                  <a:lnTo>
                    <a:pt x="8032612" y="496960"/>
                  </a:lnTo>
                  <a:lnTo>
                    <a:pt x="8032819" y="496951"/>
                  </a:lnTo>
                  <a:lnTo>
                    <a:pt x="8554953" y="496951"/>
                  </a:lnTo>
                  <a:lnTo>
                    <a:pt x="8554953" y="496951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604" name="pl604"/>
            <p:cNvSpPr/>
            <p:nvPr/>
          </p:nvSpPr>
          <p:spPr>
            <a:xfrm>
              <a:off x="386606" y="2975698"/>
              <a:ext cx="8554953" cy="2428283"/>
            </a:xfrm>
            <a:custGeom>
              <a:avLst/>
              <a:pathLst>
                <a:path w="8554953" h="2428283">
                  <a:moveTo>
                    <a:pt x="8554953" y="496951"/>
                  </a:moveTo>
                  <a:lnTo>
                    <a:pt x="8032819" y="496951"/>
                  </a:lnTo>
                  <a:lnTo>
                    <a:pt x="8031608" y="497007"/>
                  </a:lnTo>
                  <a:lnTo>
                    <a:pt x="8023683" y="497410"/>
                  </a:lnTo>
                  <a:lnTo>
                    <a:pt x="8003837" y="498525"/>
                  </a:lnTo>
                  <a:lnTo>
                    <a:pt x="7968696" y="500716"/>
                  </a:lnTo>
                  <a:lnTo>
                    <a:pt x="7917011" y="504308"/>
                  </a:lnTo>
                  <a:lnTo>
                    <a:pt x="7849733" y="509547"/>
                  </a:lnTo>
                  <a:lnTo>
                    <a:pt x="7769678" y="516581"/>
                  </a:lnTo>
                  <a:lnTo>
                    <a:pt x="7680833" y="525461"/>
                  </a:lnTo>
                  <a:lnTo>
                    <a:pt x="7587518" y="536170"/>
                  </a:lnTo>
                  <a:lnTo>
                    <a:pt x="7493661" y="548666"/>
                  </a:lnTo>
                  <a:lnTo>
                    <a:pt x="7402354" y="562920"/>
                  </a:lnTo>
                  <a:lnTo>
                    <a:pt x="7315685" y="578950"/>
                  </a:lnTo>
                  <a:lnTo>
                    <a:pt x="7234805" y="596843"/>
                  </a:lnTo>
                  <a:lnTo>
                    <a:pt x="7160100" y="616756"/>
                  </a:lnTo>
                  <a:lnTo>
                    <a:pt x="7091395" y="638927"/>
                  </a:lnTo>
                  <a:lnTo>
                    <a:pt x="7028146" y="663662"/>
                  </a:lnTo>
                  <a:lnTo>
                    <a:pt x="6969588" y="691326"/>
                  </a:lnTo>
                  <a:lnTo>
                    <a:pt x="6914847" y="722318"/>
                  </a:lnTo>
                  <a:lnTo>
                    <a:pt x="6863026" y="757029"/>
                  </a:lnTo>
                  <a:lnTo>
                    <a:pt x="6813277" y="795766"/>
                  </a:lnTo>
                  <a:lnTo>
                    <a:pt x="6786527" y="818839"/>
                  </a:lnTo>
                  <a:lnTo>
                    <a:pt x="6743940" y="858730"/>
                  </a:lnTo>
                  <a:lnTo>
                    <a:pt x="6701765" y="901950"/>
                  </a:lnTo>
                  <a:lnTo>
                    <a:pt x="6659686" y="948565"/>
                  </a:lnTo>
                  <a:lnTo>
                    <a:pt x="6617466" y="998567"/>
                  </a:lnTo>
                  <a:lnTo>
                    <a:pt x="6574939" y="1051865"/>
                  </a:lnTo>
                  <a:lnTo>
                    <a:pt x="6532000" y="1108284"/>
                  </a:lnTo>
                  <a:lnTo>
                    <a:pt x="6488602" y="1167554"/>
                  </a:lnTo>
                  <a:lnTo>
                    <a:pt x="6444751" y="1229319"/>
                  </a:lnTo>
                  <a:lnTo>
                    <a:pt x="6400494" y="1293135"/>
                  </a:lnTo>
                  <a:lnTo>
                    <a:pt x="6355916" y="1358486"/>
                  </a:lnTo>
                  <a:lnTo>
                    <a:pt x="6311130" y="1424801"/>
                  </a:lnTo>
                  <a:lnTo>
                    <a:pt x="6266267" y="1491469"/>
                  </a:lnTo>
                  <a:lnTo>
                    <a:pt x="6221463" y="1557867"/>
                  </a:lnTo>
                  <a:lnTo>
                    <a:pt x="6176850" y="1623382"/>
                  </a:lnTo>
                  <a:lnTo>
                    <a:pt x="6132544" y="1687436"/>
                  </a:lnTo>
                  <a:lnTo>
                    <a:pt x="6088634" y="1749504"/>
                  </a:lnTo>
                  <a:lnTo>
                    <a:pt x="6045175" y="1809133"/>
                  </a:lnTo>
                  <a:lnTo>
                    <a:pt x="6002176" y="1865953"/>
                  </a:lnTo>
                  <a:lnTo>
                    <a:pt x="5959598" y="1919684"/>
                  </a:lnTo>
                  <a:lnTo>
                    <a:pt x="5917344" y="1970136"/>
                  </a:lnTo>
                  <a:lnTo>
                    <a:pt x="5875259" y="2017209"/>
                  </a:lnTo>
                  <a:lnTo>
                    <a:pt x="5833113" y="2060884"/>
                  </a:lnTo>
                  <a:lnTo>
                    <a:pt x="5790603" y="2101216"/>
                  </a:lnTo>
                  <a:lnTo>
                    <a:pt x="5784835" y="2106394"/>
                  </a:lnTo>
                  <a:lnTo>
                    <a:pt x="5735909" y="2147407"/>
                  </a:lnTo>
                  <a:lnTo>
                    <a:pt x="5685327" y="2184304"/>
                  </a:lnTo>
                  <a:lnTo>
                    <a:pt x="5632301" y="2217297"/>
                  </a:lnTo>
                  <a:lnTo>
                    <a:pt x="5575954" y="2246742"/>
                  </a:lnTo>
                  <a:lnTo>
                    <a:pt x="5515390" y="2273040"/>
                  </a:lnTo>
                  <a:lnTo>
                    <a:pt x="5449771" y="2296579"/>
                  </a:lnTo>
                  <a:lnTo>
                    <a:pt x="5378415" y="2317700"/>
                  </a:lnTo>
                  <a:lnTo>
                    <a:pt x="5300925" y="2336680"/>
                  </a:lnTo>
                  <a:lnTo>
                    <a:pt x="5217352" y="2353719"/>
                  </a:lnTo>
                  <a:lnTo>
                    <a:pt x="5128400" y="2368944"/>
                  </a:lnTo>
                  <a:lnTo>
                    <a:pt x="5035627" y="2382408"/>
                  </a:lnTo>
                  <a:lnTo>
                    <a:pt x="4941575" y="2394105"/>
                  </a:lnTo>
                  <a:lnTo>
                    <a:pt x="4849747" y="2403996"/>
                  </a:lnTo>
                  <a:lnTo>
                    <a:pt x="4764323" y="2412044"/>
                  </a:lnTo>
                  <a:lnTo>
                    <a:pt x="4689574" y="2418259"/>
                  </a:lnTo>
                  <a:lnTo>
                    <a:pt x="4629062" y="2422733"/>
                  </a:lnTo>
                  <a:lnTo>
                    <a:pt x="4584831" y="2425658"/>
                  </a:lnTo>
                  <a:lnTo>
                    <a:pt x="4556859" y="2427322"/>
                  </a:lnTo>
                  <a:lnTo>
                    <a:pt x="4542911" y="2428071"/>
                  </a:lnTo>
                  <a:lnTo>
                    <a:pt x="4538750" y="2428274"/>
                  </a:lnTo>
                  <a:lnTo>
                    <a:pt x="4538543" y="2428283"/>
                  </a:lnTo>
                  <a:lnTo>
                    <a:pt x="4016409" y="2428283"/>
                  </a:lnTo>
                  <a:lnTo>
                    <a:pt x="4015230" y="2428214"/>
                  </a:lnTo>
                  <a:lnTo>
                    <a:pt x="4007505" y="2427720"/>
                  </a:lnTo>
                  <a:lnTo>
                    <a:pt x="3988144" y="2426356"/>
                  </a:lnTo>
                  <a:lnTo>
                    <a:pt x="3953817" y="2423674"/>
                  </a:lnTo>
                  <a:lnTo>
                    <a:pt x="3903241" y="2419275"/>
                  </a:lnTo>
                  <a:lnTo>
                    <a:pt x="3837261" y="2412852"/>
                  </a:lnTo>
                  <a:lnTo>
                    <a:pt x="3758545" y="2404219"/>
                  </a:lnTo>
                  <a:lnTo>
                    <a:pt x="3670932" y="2393306"/>
                  </a:lnTo>
                  <a:lnTo>
                    <a:pt x="3578633" y="2380131"/>
                  </a:lnTo>
                  <a:lnTo>
                    <a:pt x="3485521" y="2364746"/>
                  </a:lnTo>
                  <a:lnTo>
                    <a:pt x="3394684" y="2347188"/>
                  </a:lnTo>
                  <a:lnTo>
                    <a:pt x="3308248" y="2327440"/>
                  </a:lnTo>
                  <a:lnTo>
                    <a:pt x="3227418" y="2305410"/>
                  </a:lnTo>
                  <a:lnTo>
                    <a:pt x="3152643" y="2280911"/>
                  </a:lnTo>
                  <a:lnTo>
                    <a:pt x="3083807" y="2253665"/>
                  </a:lnTo>
                  <a:lnTo>
                    <a:pt x="3020417" y="2223307"/>
                  </a:lnTo>
                  <a:lnTo>
                    <a:pt x="2961751" y="2189399"/>
                  </a:lnTo>
                  <a:lnTo>
                    <a:pt x="2906968" y="2151457"/>
                  </a:lnTo>
                  <a:lnTo>
                    <a:pt x="2855192" y="2108994"/>
                  </a:lnTo>
                  <a:lnTo>
                    <a:pt x="2805585" y="2061610"/>
                  </a:lnTo>
                  <a:lnTo>
                    <a:pt x="2770117" y="2023569"/>
                  </a:lnTo>
                  <a:lnTo>
                    <a:pt x="2730676" y="1977284"/>
                  </a:lnTo>
                  <a:lnTo>
                    <a:pt x="2691610" y="1927417"/>
                  </a:lnTo>
                  <a:lnTo>
                    <a:pt x="2652661" y="1873899"/>
                  </a:lnTo>
                  <a:lnTo>
                    <a:pt x="2613630" y="1816721"/>
                  </a:lnTo>
                  <a:lnTo>
                    <a:pt x="2574372" y="1755952"/>
                  </a:lnTo>
                  <a:lnTo>
                    <a:pt x="2534788" y="1691738"/>
                  </a:lnTo>
                  <a:lnTo>
                    <a:pt x="2494822" y="1624308"/>
                  </a:lnTo>
                  <a:lnTo>
                    <a:pt x="2454460" y="1553979"/>
                  </a:lnTo>
                  <a:lnTo>
                    <a:pt x="2413721" y="1481144"/>
                  </a:lnTo>
                  <a:lnTo>
                    <a:pt x="2372655" y="1406274"/>
                  </a:lnTo>
                  <a:lnTo>
                    <a:pt x="2331336" y="1329903"/>
                  </a:lnTo>
                  <a:lnTo>
                    <a:pt x="2289860" y="1252611"/>
                  </a:lnTo>
                  <a:lnTo>
                    <a:pt x="2248329" y="1175011"/>
                  </a:lnTo>
                  <a:lnTo>
                    <a:pt x="2206853" y="1097725"/>
                  </a:lnTo>
                  <a:lnTo>
                    <a:pt x="2165537" y="1021364"/>
                  </a:lnTo>
                  <a:lnTo>
                    <a:pt x="2124473" y="946509"/>
                  </a:lnTo>
                  <a:lnTo>
                    <a:pt x="2083737" y="873694"/>
                  </a:lnTo>
                  <a:lnTo>
                    <a:pt x="2043378" y="803387"/>
                  </a:lnTo>
                  <a:lnTo>
                    <a:pt x="2003416" y="735984"/>
                  </a:lnTo>
                  <a:lnTo>
                    <a:pt x="1963834" y="671798"/>
                  </a:lnTo>
                  <a:lnTo>
                    <a:pt x="1924579" y="611059"/>
                  </a:lnTo>
                  <a:lnTo>
                    <a:pt x="1885549" y="553913"/>
                  </a:lnTo>
                  <a:lnTo>
                    <a:pt x="1846600" y="500425"/>
                  </a:lnTo>
                  <a:lnTo>
                    <a:pt x="1807532" y="450590"/>
                  </a:lnTo>
                  <a:lnTo>
                    <a:pt x="1768425" y="404713"/>
                  </a:lnTo>
                  <a:lnTo>
                    <a:pt x="1719940" y="353583"/>
                  </a:lnTo>
                  <a:lnTo>
                    <a:pt x="1669834" y="307536"/>
                  </a:lnTo>
                  <a:lnTo>
                    <a:pt x="1617343" y="266319"/>
                  </a:lnTo>
                  <a:lnTo>
                    <a:pt x="1561613" y="229497"/>
                  </a:lnTo>
                  <a:lnTo>
                    <a:pt x="1501770" y="196579"/>
                  </a:lnTo>
                  <a:lnTo>
                    <a:pt x="1436996" y="167089"/>
                  </a:lnTo>
                  <a:lnTo>
                    <a:pt x="1366617" y="140605"/>
                  </a:lnTo>
                  <a:lnTo>
                    <a:pt x="1290224" y="116786"/>
                  </a:lnTo>
                  <a:lnTo>
                    <a:pt x="1207833" y="95376"/>
                  </a:lnTo>
                  <a:lnTo>
                    <a:pt x="1120073" y="76216"/>
                  </a:lnTo>
                  <a:lnTo>
                    <a:pt x="1028384" y="59234"/>
                  </a:lnTo>
                  <a:lnTo>
                    <a:pt x="935149" y="44432"/>
                  </a:lnTo>
                  <a:lnTo>
                    <a:pt x="843693" y="31853"/>
                  </a:lnTo>
                  <a:lnTo>
                    <a:pt x="758036" y="21548"/>
                  </a:lnTo>
                  <a:lnTo>
                    <a:pt x="682364" y="13513"/>
                  </a:lnTo>
                  <a:lnTo>
                    <a:pt x="620284" y="7651"/>
                  </a:lnTo>
                  <a:lnTo>
                    <a:pt x="574030" y="3743"/>
                  </a:lnTo>
                  <a:lnTo>
                    <a:pt x="543895" y="1453"/>
                  </a:lnTo>
                  <a:lnTo>
                    <a:pt x="528029" y="365"/>
                  </a:lnTo>
                  <a:lnTo>
                    <a:pt x="522607" y="27"/>
                  </a:lnTo>
                  <a:lnTo>
                    <a:pt x="522133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605" name="pg605"/>
            <p:cNvSpPr/>
            <p:nvPr/>
          </p:nvSpPr>
          <p:spPr>
            <a:xfrm>
              <a:off x="386606" y="2890990"/>
              <a:ext cx="8554953" cy="3252770"/>
            </a:xfrm>
            <a:custGeom>
              <a:avLst/>
              <a:pathLst>
                <a:path w="8554953" h="3252770">
                  <a:moveTo>
                    <a:pt x="0" y="417890"/>
                  </a:moveTo>
                  <a:lnTo>
                    <a:pt x="522133" y="417890"/>
                  </a:lnTo>
                  <a:lnTo>
                    <a:pt x="523283" y="417969"/>
                  </a:lnTo>
                  <a:lnTo>
                    <a:pt x="530822" y="418530"/>
                  </a:lnTo>
                  <a:lnTo>
                    <a:pt x="549731" y="420083"/>
                  </a:lnTo>
                  <a:lnTo>
                    <a:pt x="583297" y="423134"/>
                  </a:lnTo>
                  <a:lnTo>
                    <a:pt x="632833" y="428143"/>
                  </a:lnTo>
                  <a:lnTo>
                    <a:pt x="697591" y="435463"/>
                  </a:lnTo>
                  <a:lnTo>
                    <a:pt x="775039" y="445312"/>
                  </a:lnTo>
                  <a:lnTo>
                    <a:pt x="861477" y="457776"/>
                  </a:lnTo>
                  <a:lnTo>
                    <a:pt x="952798" y="472840"/>
                  </a:lnTo>
                  <a:lnTo>
                    <a:pt x="1045183" y="490446"/>
                  </a:lnTo>
                  <a:lnTo>
                    <a:pt x="1135552" y="510547"/>
                  </a:lnTo>
                  <a:lnTo>
                    <a:pt x="1221749" y="533155"/>
                  </a:lnTo>
                  <a:lnTo>
                    <a:pt x="1302515" y="558368"/>
                  </a:lnTo>
                  <a:lnTo>
                    <a:pt x="1377347" y="586386"/>
                  </a:lnTo>
                  <a:lnTo>
                    <a:pt x="1446303" y="617513"/>
                  </a:lnTo>
                  <a:lnTo>
                    <a:pt x="1509826" y="652153"/>
                  </a:lnTo>
                  <a:lnTo>
                    <a:pt x="1568601" y="690795"/>
                  </a:lnTo>
                  <a:lnTo>
                    <a:pt x="1623436" y="733986"/>
                  </a:lnTo>
                  <a:lnTo>
                    <a:pt x="1675183" y="782284"/>
                  </a:lnTo>
                  <a:lnTo>
                    <a:pt x="1724671" y="836168"/>
                  </a:lnTo>
                  <a:lnTo>
                    <a:pt x="1768425" y="890370"/>
                  </a:lnTo>
                  <a:lnTo>
                    <a:pt x="1805647" y="941237"/>
                  </a:lnTo>
                  <a:lnTo>
                    <a:pt x="1842520" y="995819"/>
                  </a:lnTo>
                  <a:lnTo>
                    <a:pt x="1879267" y="1054191"/>
                  </a:lnTo>
                  <a:lnTo>
                    <a:pt x="1916060" y="1116370"/>
                  </a:lnTo>
                  <a:lnTo>
                    <a:pt x="1953031" y="1182304"/>
                  </a:lnTo>
                  <a:lnTo>
                    <a:pt x="1990272" y="1251871"/>
                  </a:lnTo>
                  <a:lnTo>
                    <a:pt x="2027839" y="1324869"/>
                  </a:lnTo>
                  <a:lnTo>
                    <a:pt x="2065758" y="1401022"/>
                  </a:lnTo>
                  <a:lnTo>
                    <a:pt x="2104025" y="1479975"/>
                  </a:lnTo>
                  <a:lnTo>
                    <a:pt x="2142609" y="1561301"/>
                  </a:lnTo>
                  <a:lnTo>
                    <a:pt x="2181458" y="1644508"/>
                  </a:lnTo>
                  <a:lnTo>
                    <a:pt x="2220501" y="1729053"/>
                  </a:lnTo>
                  <a:lnTo>
                    <a:pt x="2259656" y="1814352"/>
                  </a:lnTo>
                  <a:lnTo>
                    <a:pt x="2298834" y="1899802"/>
                  </a:lnTo>
                  <a:lnTo>
                    <a:pt x="2337943" y="1984791"/>
                  </a:lnTo>
                  <a:lnTo>
                    <a:pt x="2376896" y="2068726"/>
                  </a:lnTo>
                  <a:lnTo>
                    <a:pt x="2415618" y="2151040"/>
                  </a:lnTo>
                  <a:lnTo>
                    <a:pt x="2454045" y="2231215"/>
                  </a:lnTo>
                  <a:lnTo>
                    <a:pt x="2492137" y="2308791"/>
                  </a:lnTo>
                  <a:lnTo>
                    <a:pt x="2529876" y="2383377"/>
                  </a:lnTo>
                  <a:lnTo>
                    <a:pt x="2567272" y="2454658"/>
                  </a:lnTo>
                  <a:lnTo>
                    <a:pt x="2604366" y="2522394"/>
                  </a:lnTo>
                  <a:lnTo>
                    <a:pt x="2641233" y="2586427"/>
                  </a:lnTo>
                  <a:lnTo>
                    <a:pt x="2677983" y="2646669"/>
                  </a:lnTo>
                  <a:lnTo>
                    <a:pt x="2714770" y="2703106"/>
                  </a:lnTo>
                  <a:lnTo>
                    <a:pt x="2751790" y="2755783"/>
                  </a:lnTo>
                  <a:lnTo>
                    <a:pt x="2770117" y="2780290"/>
                  </a:lnTo>
                  <a:lnTo>
                    <a:pt x="2818186" y="2839502"/>
                  </a:lnTo>
                  <a:lnTo>
                    <a:pt x="2867842" y="2892876"/>
                  </a:lnTo>
                  <a:lnTo>
                    <a:pt x="2919829" y="2940700"/>
                  </a:lnTo>
                  <a:lnTo>
                    <a:pt x="2974978" y="2983466"/>
                  </a:lnTo>
                  <a:lnTo>
                    <a:pt x="3034142" y="3021731"/>
                  </a:lnTo>
                  <a:lnTo>
                    <a:pt x="3098123" y="3056041"/>
                  </a:lnTo>
                  <a:lnTo>
                    <a:pt x="3167586" y="3086878"/>
                  </a:lnTo>
                  <a:lnTo>
                    <a:pt x="3242948" y="3114636"/>
                  </a:lnTo>
                  <a:lnTo>
                    <a:pt x="3324225" y="3139612"/>
                  </a:lnTo>
                  <a:lnTo>
                    <a:pt x="3410855" y="3161995"/>
                  </a:lnTo>
                  <a:lnTo>
                    <a:pt x="3501504" y="3181876"/>
                  </a:lnTo>
                  <a:lnTo>
                    <a:pt x="3593932" y="3199259"/>
                  </a:lnTo>
                  <a:lnTo>
                    <a:pt x="3684983" y="3214094"/>
                  </a:lnTo>
                  <a:lnTo>
                    <a:pt x="3770789" y="3226326"/>
                  </a:lnTo>
                  <a:lnTo>
                    <a:pt x="3847250" y="3235946"/>
                  </a:lnTo>
                  <a:lnTo>
                    <a:pt x="3910739" y="3243050"/>
                  </a:lnTo>
                  <a:lnTo>
                    <a:pt x="3958860" y="3247869"/>
                  </a:lnTo>
                  <a:lnTo>
                    <a:pt x="3991044" y="3250768"/>
                  </a:lnTo>
                  <a:lnTo>
                    <a:pt x="4008786" y="3252212"/>
                  </a:lnTo>
                  <a:lnTo>
                    <a:pt x="4015534" y="3252711"/>
                  </a:lnTo>
                  <a:lnTo>
                    <a:pt x="4016409" y="3252770"/>
                  </a:lnTo>
                  <a:lnTo>
                    <a:pt x="4538543" y="3252770"/>
                  </a:lnTo>
                  <a:lnTo>
                    <a:pt x="4539661" y="3252683"/>
                  </a:lnTo>
                  <a:lnTo>
                    <a:pt x="4546994" y="3252058"/>
                  </a:lnTo>
                  <a:lnTo>
                    <a:pt x="4565405" y="3250331"/>
                  </a:lnTo>
                  <a:lnTo>
                    <a:pt x="4598130" y="3246935"/>
                  </a:lnTo>
                  <a:lnTo>
                    <a:pt x="4646513" y="3241358"/>
                  </a:lnTo>
                  <a:lnTo>
                    <a:pt x="4709909" y="3233200"/>
                  </a:lnTo>
                  <a:lnTo>
                    <a:pt x="4785936" y="3222209"/>
                  </a:lnTo>
                  <a:lnTo>
                    <a:pt x="4871046" y="3208283"/>
                  </a:lnTo>
                  <a:lnTo>
                    <a:pt x="4961252" y="3191431"/>
                  </a:lnTo>
                  <a:lnTo>
                    <a:pt x="5052799" y="3171717"/>
                  </a:lnTo>
                  <a:lnTo>
                    <a:pt x="5142618" y="3149197"/>
                  </a:lnTo>
                  <a:lnTo>
                    <a:pt x="5228522" y="3123865"/>
                  </a:lnTo>
                  <a:lnTo>
                    <a:pt x="5309198" y="3095625"/>
                  </a:lnTo>
                  <a:lnTo>
                    <a:pt x="5384080" y="3064268"/>
                  </a:lnTo>
                  <a:lnTo>
                    <a:pt x="5453164" y="3029471"/>
                  </a:lnTo>
                  <a:lnTo>
                    <a:pt x="5516839" y="2990798"/>
                  </a:lnTo>
                  <a:lnTo>
                    <a:pt x="5575742" y="2947717"/>
                  </a:lnTo>
                  <a:lnTo>
                    <a:pt x="5630646" y="2899628"/>
                  </a:lnTo>
                  <a:lnTo>
                    <a:pt x="5682378" y="2845905"/>
                  </a:lnTo>
                  <a:lnTo>
                    <a:pt x="5731750" y="2785991"/>
                  </a:lnTo>
                  <a:lnTo>
                    <a:pt x="5779496" y="2719534"/>
                  </a:lnTo>
                  <a:lnTo>
                    <a:pt x="5784835" y="2711583"/>
                  </a:lnTo>
                  <a:lnTo>
                    <a:pt x="5820093" y="2656515"/>
                  </a:lnTo>
                  <a:lnTo>
                    <a:pt x="5855028" y="2597636"/>
                  </a:lnTo>
                  <a:lnTo>
                    <a:pt x="5889831" y="2534869"/>
                  </a:lnTo>
                  <a:lnTo>
                    <a:pt x="5924654" y="2468190"/>
                  </a:lnTo>
                  <a:lnTo>
                    <a:pt x="5959614" y="2397636"/>
                  </a:lnTo>
                  <a:lnTo>
                    <a:pt x="5994797" y="2323309"/>
                  </a:lnTo>
                  <a:lnTo>
                    <a:pt x="6030261" y="2245382"/>
                  </a:lnTo>
                  <a:lnTo>
                    <a:pt x="6066036" y="2164100"/>
                  </a:lnTo>
                  <a:lnTo>
                    <a:pt x="6102127" y="2079776"/>
                  </a:lnTo>
                  <a:lnTo>
                    <a:pt x="6138519" y="1992797"/>
                  </a:lnTo>
                  <a:lnTo>
                    <a:pt x="6175175" y="1903610"/>
                  </a:lnTo>
                  <a:lnTo>
                    <a:pt x="6212043" y="1812716"/>
                  </a:lnTo>
                  <a:lnTo>
                    <a:pt x="6249061" y="1720662"/>
                  </a:lnTo>
                  <a:lnTo>
                    <a:pt x="6286155" y="1628024"/>
                  </a:lnTo>
                  <a:lnTo>
                    <a:pt x="6323248" y="1535393"/>
                  </a:lnTo>
                  <a:lnTo>
                    <a:pt x="6360263" y="1443362"/>
                  </a:lnTo>
                  <a:lnTo>
                    <a:pt x="6397127" y="1352505"/>
                  </a:lnTo>
                  <a:lnTo>
                    <a:pt x="6433777" y="1263368"/>
                  </a:lnTo>
                  <a:lnTo>
                    <a:pt x="6470161" y="1176451"/>
                  </a:lnTo>
                  <a:lnTo>
                    <a:pt x="6506244" y="1092201"/>
                  </a:lnTo>
                  <a:lnTo>
                    <a:pt x="6542011" y="1011000"/>
                  </a:lnTo>
                  <a:lnTo>
                    <a:pt x="6577467" y="933163"/>
                  </a:lnTo>
                  <a:lnTo>
                    <a:pt x="6612644" y="858931"/>
                  </a:lnTo>
                  <a:lnTo>
                    <a:pt x="6647599" y="788474"/>
                  </a:lnTo>
                  <a:lnTo>
                    <a:pt x="6682420" y="721895"/>
                  </a:lnTo>
                  <a:lnTo>
                    <a:pt x="6717224" y="659228"/>
                  </a:lnTo>
                  <a:lnTo>
                    <a:pt x="6752165" y="600448"/>
                  </a:lnTo>
                  <a:lnTo>
                    <a:pt x="6786527" y="546834"/>
                  </a:lnTo>
                  <a:lnTo>
                    <a:pt x="6834129" y="479629"/>
                  </a:lnTo>
                  <a:lnTo>
                    <a:pt x="6883282" y="418985"/>
                  </a:lnTo>
                  <a:lnTo>
                    <a:pt x="6934706" y="364586"/>
                  </a:lnTo>
                  <a:lnTo>
                    <a:pt x="6989209" y="315889"/>
                  </a:lnTo>
                  <a:lnTo>
                    <a:pt x="7047618" y="272271"/>
                  </a:lnTo>
                  <a:lnTo>
                    <a:pt x="7110717" y="233127"/>
                  </a:lnTo>
                  <a:lnTo>
                    <a:pt x="7179162" y="197914"/>
                  </a:lnTo>
                  <a:lnTo>
                    <a:pt x="7253377" y="166186"/>
                  </a:lnTo>
                  <a:lnTo>
                    <a:pt x="7333413" y="137605"/>
                  </a:lnTo>
                  <a:lnTo>
                    <a:pt x="7418775" y="111950"/>
                  </a:lnTo>
                  <a:lnTo>
                    <a:pt x="7508243" y="89113"/>
                  </a:lnTo>
                  <a:lnTo>
                    <a:pt x="7599733" y="69079"/>
                  </a:lnTo>
                  <a:lnTo>
                    <a:pt x="7690270" y="51899"/>
                  </a:lnTo>
                  <a:lnTo>
                    <a:pt x="7776158" y="37639"/>
                  </a:lnTo>
                  <a:lnTo>
                    <a:pt x="7853409" y="26317"/>
                  </a:lnTo>
                  <a:lnTo>
                    <a:pt x="7918385" y="17848"/>
                  </a:lnTo>
                  <a:lnTo>
                    <a:pt x="7968538" y="11996"/>
                  </a:lnTo>
                  <a:lnTo>
                    <a:pt x="8003009" y="8377"/>
                  </a:lnTo>
                  <a:lnTo>
                    <a:pt x="8022913" y="6489"/>
                  </a:lnTo>
                  <a:lnTo>
                    <a:pt x="8031285" y="5768"/>
                  </a:lnTo>
                  <a:lnTo>
                    <a:pt x="8032819" y="5647"/>
                  </a:lnTo>
                  <a:lnTo>
                    <a:pt x="8554953" y="5647"/>
                  </a:lnTo>
                  <a:lnTo>
                    <a:pt x="8554953" y="0"/>
                  </a:lnTo>
                  <a:lnTo>
                    <a:pt x="8032819" y="0"/>
                  </a:lnTo>
                  <a:lnTo>
                    <a:pt x="8031701" y="87"/>
                  </a:lnTo>
                  <a:lnTo>
                    <a:pt x="8024368" y="712"/>
                  </a:lnTo>
                  <a:lnTo>
                    <a:pt x="8005957" y="2439"/>
                  </a:lnTo>
                  <a:lnTo>
                    <a:pt x="7973232" y="5834"/>
                  </a:lnTo>
                  <a:lnTo>
                    <a:pt x="7924849" y="11411"/>
                  </a:lnTo>
                  <a:lnTo>
                    <a:pt x="7861453" y="19569"/>
                  </a:lnTo>
                  <a:lnTo>
                    <a:pt x="7785426" y="30561"/>
                  </a:lnTo>
                  <a:lnTo>
                    <a:pt x="7700316" y="44487"/>
                  </a:lnTo>
                  <a:lnTo>
                    <a:pt x="7610110" y="61339"/>
                  </a:lnTo>
                  <a:lnTo>
                    <a:pt x="7518563" y="81052"/>
                  </a:lnTo>
                  <a:lnTo>
                    <a:pt x="7428744" y="103573"/>
                  </a:lnTo>
                  <a:lnTo>
                    <a:pt x="7342840" y="128904"/>
                  </a:lnTo>
                  <a:lnTo>
                    <a:pt x="7262163" y="157145"/>
                  </a:lnTo>
                  <a:lnTo>
                    <a:pt x="7187282" y="188501"/>
                  </a:lnTo>
                  <a:lnTo>
                    <a:pt x="7118198" y="223299"/>
                  </a:lnTo>
                  <a:lnTo>
                    <a:pt x="7054523" y="261972"/>
                  </a:lnTo>
                  <a:lnTo>
                    <a:pt x="6995620" y="305052"/>
                  </a:lnTo>
                  <a:lnTo>
                    <a:pt x="6940716" y="353142"/>
                  </a:lnTo>
                  <a:lnTo>
                    <a:pt x="6888984" y="406864"/>
                  </a:lnTo>
                  <a:lnTo>
                    <a:pt x="6839612" y="466778"/>
                  </a:lnTo>
                  <a:lnTo>
                    <a:pt x="6791866" y="533236"/>
                  </a:lnTo>
                  <a:lnTo>
                    <a:pt x="6786527" y="541187"/>
                  </a:lnTo>
                  <a:lnTo>
                    <a:pt x="6751269" y="596255"/>
                  </a:lnTo>
                  <a:lnTo>
                    <a:pt x="6716334" y="655133"/>
                  </a:lnTo>
                  <a:lnTo>
                    <a:pt x="6681531" y="717900"/>
                  </a:lnTo>
                  <a:lnTo>
                    <a:pt x="6646708" y="784580"/>
                  </a:lnTo>
                  <a:lnTo>
                    <a:pt x="6611748" y="855134"/>
                  </a:lnTo>
                  <a:lnTo>
                    <a:pt x="6576565" y="929460"/>
                  </a:lnTo>
                  <a:lnTo>
                    <a:pt x="6541101" y="1007387"/>
                  </a:lnTo>
                  <a:lnTo>
                    <a:pt x="6505326" y="1088670"/>
                  </a:lnTo>
                  <a:lnTo>
                    <a:pt x="6469235" y="1172993"/>
                  </a:lnTo>
                  <a:lnTo>
                    <a:pt x="6432843" y="1259972"/>
                  </a:lnTo>
                  <a:lnTo>
                    <a:pt x="6396187" y="1349160"/>
                  </a:lnTo>
                  <a:lnTo>
                    <a:pt x="6359318" y="1440054"/>
                  </a:lnTo>
                  <a:lnTo>
                    <a:pt x="6322301" y="1532108"/>
                  </a:lnTo>
                  <a:lnTo>
                    <a:pt x="6285207" y="1624746"/>
                  </a:lnTo>
                  <a:lnTo>
                    <a:pt x="6248114" y="1717376"/>
                  </a:lnTo>
                  <a:lnTo>
                    <a:pt x="6211099" y="1809408"/>
                  </a:lnTo>
                  <a:lnTo>
                    <a:pt x="6174235" y="1900265"/>
                  </a:lnTo>
                  <a:lnTo>
                    <a:pt x="6137585" y="1989402"/>
                  </a:lnTo>
                  <a:lnTo>
                    <a:pt x="6101201" y="2076319"/>
                  </a:lnTo>
                  <a:lnTo>
                    <a:pt x="6065118" y="2160569"/>
                  </a:lnTo>
                  <a:lnTo>
                    <a:pt x="6029351" y="2241769"/>
                  </a:lnTo>
                  <a:lnTo>
                    <a:pt x="5993895" y="2319607"/>
                  </a:lnTo>
                  <a:lnTo>
                    <a:pt x="5958718" y="2393839"/>
                  </a:lnTo>
                  <a:lnTo>
                    <a:pt x="5923763" y="2464295"/>
                  </a:lnTo>
                  <a:lnTo>
                    <a:pt x="5888942" y="2530874"/>
                  </a:lnTo>
                  <a:lnTo>
                    <a:pt x="5854138" y="2593542"/>
                  </a:lnTo>
                  <a:lnTo>
                    <a:pt x="5819197" y="2652322"/>
                  </a:lnTo>
                  <a:lnTo>
                    <a:pt x="5784835" y="2705936"/>
                  </a:lnTo>
                  <a:lnTo>
                    <a:pt x="5737233" y="2773141"/>
                  </a:lnTo>
                  <a:lnTo>
                    <a:pt x="5688080" y="2833785"/>
                  </a:lnTo>
                  <a:lnTo>
                    <a:pt x="5636656" y="2888184"/>
                  </a:lnTo>
                  <a:lnTo>
                    <a:pt x="5582153" y="2936881"/>
                  </a:lnTo>
                  <a:lnTo>
                    <a:pt x="5523744" y="2980498"/>
                  </a:lnTo>
                  <a:lnTo>
                    <a:pt x="5460645" y="3019642"/>
                  </a:lnTo>
                  <a:lnTo>
                    <a:pt x="5392200" y="3054856"/>
                  </a:lnTo>
                  <a:lnTo>
                    <a:pt x="5317985" y="3086584"/>
                  </a:lnTo>
                  <a:lnTo>
                    <a:pt x="5237949" y="3115165"/>
                  </a:lnTo>
                  <a:lnTo>
                    <a:pt x="5152587" y="3140819"/>
                  </a:lnTo>
                  <a:lnTo>
                    <a:pt x="5063119" y="3163657"/>
                  </a:lnTo>
                  <a:lnTo>
                    <a:pt x="4971629" y="3183691"/>
                  </a:lnTo>
                  <a:lnTo>
                    <a:pt x="4881092" y="3200871"/>
                  </a:lnTo>
                  <a:lnTo>
                    <a:pt x="4795204" y="3215131"/>
                  </a:lnTo>
                  <a:lnTo>
                    <a:pt x="4717953" y="3226452"/>
                  </a:lnTo>
                  <a:lnTo>
                    <a:pt x="4652977" y="3234922"/>
                  </a:lnTo>
                  <a:lnTo>
                    <a:pt x="4602824" y="3240774"/>
                  </a:lnTo>
                  <a:lnTo>
                    <a:pt x="4568353" y="3244393"/>
                  </a:lnTo>
                  <a:lnTo>
                    <a:pt x="4548449" y="3246281"/>
                  </a:lnTo>
                  <a:lnTo>
                    <a:pt x="4540076" y="3247002"/>
                  </a:lnTo>
                  <a:lnTo>
                    <a:pt x="4538543" y="3247123"/>
                  </a:lnTo>
                  <a:lnTo>
                    <a:pt x="4016409" y="3247123"/>
                  </a:lnTo>
                  <a:lnTo>
                    <a:pt x="4015259" y="3247044"/>
                  </a:lnTo>
                  <a:lnTo>
                    <a:pt x="4007721" y="3246483"/>
                  </a:lnTo>
                  <a:lnTo>
                    <a:pt x="3988811" y="3244930"/>
                  </a:lnTo>
                  <a:lnTo>
                    <a:pt x="3955245" y="3241879"/>
                  </a:lnTo>
                  <a:lnTo>
                    <a:pt x="3905709" y="3236870"/>
                  </a:lnTo>
                  <a:lnTo>
                    <a:pt x="3840951" y="3229550"/>
                  </a:lnTo>
                  <a:lnTo>
                    <a:pt x="3763503" y="3219701"/>
                  </a:lnTo>
                  <a:lnTo>
                    <a:pt x="3677066" y="3207237"/>
                  </a:lnTo>
                  <a:lnTo>
                    <a:pt x="3585744" y="3192173"/>
                  </a:lnTo>
                  <a:lnTo>
                    <a:pt x="3493359" y="3174567"/>
                  </a:lnTo>
                  <a:lnTo>
                    <a:pt x="3402990" y="3154466"/>
                  </a:lnTo>
                  <a:lnTo>
                    <a:pt x="3316793" y="3131858"/>
                  </a:lnTo>
                  <a:lnTo>
                    <a:pt x="3236027" y="3106645"/>
                  </a:lnTo>
                  <a:lnTo>
                    <a:pt x="3161195" y="3078627"/>
                  </a:lnTo>
                  <a:lnTo>
                    <a:pt x="3092240" y="3047500"/>
                  </a:lnTo>
                  <a:lnTo>
                    <a:pt x="3028716" y="3012860"/>
                  </a:lnTo>
                  <a:lnTo>
                    <a:pt x="2969941" y="2974218"/>
                  </a:lnTo>
                  <a:lnTo>
                    <a:pt x="2915106" y="2931027"/>
                  </a:lnTo>
                  <a:lnTo>
                    <a:pt x="2863359" y="2882729"/>
                  </a:lnTo>
                  <a:lnTo>
                    <a:pt x="2813872" y="2828845"/>
                  </a:lnTo>
                  <a:lnTo>
                    <a:pt x="2770117" y="2774643"/>
                  </a:lnTo>
                  <a:lnTo>
                    <a:pt x="2732896" y="2723776"/>
                  </a:lnTo>
                  <a:lnTo>
                    <a:pt x="2696022" y="2669194"/>
                  </a:lnTo>
                  <a:lnTo>
                    <a:pt x="2659275" y="2610822"/>
                  </a:lnTo>
                  <a:lnTo>
                    <a:pt x="2622482" y="2548643"/>
                  </a:lnTo>
                  <a:lnTo>
                    <a:pt x="2585511" y="2482709"/>
                  </a:lnTo>
                  <a:lnTo>
                    <a:pt x="2548271" y="2413142"/>
                  </a:lnTo>
                  <a:lnTo>
                    <a:pt x="2510703" y="2340144"/>
                  </a:lnTo>
                  <a:lnTo>
                    <a:pt x="2472784" y="2263991"/>
                  </a:lnTo>
                  <a:lnTo>
                    <a:pt x="2434517" y="2185038"/>
                  </a:lnTo>
                  <a:lnTo>
                    <a:pt x="2395933" y="2103713"/>
                  </a:lnTo>
                  <a:lnTo>
                    <a:pt x="2357085" y="2020505"/>
                  </a:lnTo>
                  <a:lnTo>
                    <a:pt x="2318042" y="1935960"/>
                  </a:lnTo>
                  <a:lnTo>
                    <a:pt x="2278886" y="1850661"/>
                  </a:lnTo>
                  <a:lnTo>
                    <a:pt x="2239709" y="1765211"/>
                  </a:lnTo>
                  <a:lnTo>
                    <a:pt x="2200600" y="1680222"/>
                  </a:lnTo>
                  <a:lnTo>
                    <a:pt x="2161646" y="1596287"/>
                  </a:lnTo>
                  <a:lnTo>
                    <a:pt x="2122924" y="1513973"/>
                  </a:lnTo>
                  <a:lnTo>
                    <a:pt x="2084497" y="1433798"/>
                  </a:lnTo>
                  <a:lnTo>
                    <a:pt x="2046405" y="1356222"/>
                  </a:lnTo>
                  <a:lnTo>
                    <a:pt x="2008666" y="1281636"/>
                  </a:lnTo>
                  <a:lnTo>
                    <a:pt x="1971270" y="1210355"/>
                  </a:lnTo>
                  <a:lnTo>
                    <a:pt x="1934176" y="1142619"/>
                  </a:lnTo>
                  <a:lnTo>
                    <a:pt x="1897309" y="1078586"/>
                  </a:lnTo>
                  <a:lnTo>
                    <a:pt x="1860559" y="1018344"/>
                  </a:lnTo>
                  <a:lnTo>
                    <a:pt x="1823772" y="961907"/>
                  </a:lnTo>
                  <a:lnTo>
                    <a:pt x="1786752" y="909230"/>
                  </a:lnTo>
                  <a:lnTo>
                    <a:pt x="1768425" y="884723"/>
                  </a:lnTo>
                  <a:lnTo>
                    <a:pt x="1720356" y="825511"/>
                  </a:lnTo>
                  <a:lnTo>
                    <a:pt x="1670700" y="772137"/>
                  </a:lnTo>
                  <a:lnTo>
                    <a:pt x="1618713" y="724313"/>
                  </a:lnTo>
                  <a:lnTo>
                    <a:pt x="1563564" y="681547"/>
                  </a:lnTo>
                  <a:lnTo>
                    <a:pt x="1504400" y="643282"/>
                  </a:lnTo>
                  <a:lnTo>
                    <a:pt x="1440420" y="608972"/>
                  </a:lnTo>
                  <a:lnTo>
                    <a:pt x="1370957" y="578136"/>
                  </a:lnTo>
                  <a:lnTo>
                    <a:pt x="1295595" y="550377"/>
                  </a:lnTo>
                  <a:lnTo>
                    <a:pt x="1214317" y="525401"/>
                  </a:lnTo>
                  <a:lnTo>
                    <a:pt x="1127687" y="503018"/>
                  </a:lnTo>
                  <a:lnTo>
                    <a:pt x="1037039" y="483137"/>
                  </a:lnTo>
                  <a:lnTo>
                    <a:pt x="944610" y="465754"/>
                  </a:lnTo>
                  <a:lnTo>
                    <a:pt x="853559" y="450919"/>
                  </a:lnTo>
                  <a:lnTo>
                    <a:pt x="767754" y="438687"/>
                  </a:lnTo>
                  <a:lnTo>
                    <a:pt x="691292" y="429067"/>
                  </a:lnTo>
                  <a:lnTo>
                    <a:pt x="627803" y="421963"/>
                  </a:lnTo>
                  <a:lnTo>
                    <a:pt x="579682" y="417144"/>
                  </a:lnTo>
                  <a:lnTo>
                    <a:pt x="547498" y="414245"/>
                  </a:lnTo>
                  <a:lnTo>
                    <a:pt x="529756" y="412801"/>
                  </a:lnTo>
                  <a:lnTo>
                    <a:pt x="523008" y="412302"/>
                  </a:lnTo>
                  <a:lnTo>
                    <a:pt x="522133" y="412243"/>
                  </a:lnTo>
                  <a:lnTo>
                    <a:pt x="0" y="412243"/>
                  </a:lnTo>
                  <a:close/>
                </a:path>
              </a:pathLst>
            </a:custGeom>
            <a:solidFill>
              <a:srgbClr val="8FA8D6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606" name="pl606"/>
            <p:cNvSpPr/>
            <p:nvPr/>
          </p:nvSpPr>
          <p:spPr>
            <a:xfrm>
              <a:off x="386606" y="2896638"/>
              <a:ext cx="8554953" cy="3247123"/>
            </a:xfrm>
            <a:custGeom>
              <a:avLst/>
              <a:pathLst>
                <a:path w="8554953" h="3247123">
                  <a:moveTo>
                    <a:pt x="0" y="412243"/>
                  </a:moveTo>
                  <a:lnTo>
                    <a:pt x="522133" y="412243"/>
                  </a:lnTo>
                  <a:lnTo>
                    <a:pt x="523283" y="412322"/>
                  </a:lnTo>
                  <a:lnTo>
                    <a:pt x="530822" y="412883"/>
                  </a:lnTo>
                  <a:lnTo>
                    <a:pt x="549731" y="414436"/>
                  </a:lnTo>
                  <a:lnTo>
                    <a:pt x="583297" y="417487"/>
                  </a:lnTo>
                  <a:lnTo>
                    <a:pt x="632833" y="422496"/>
                  </a:lnTo>
                  <a:lnTo>
                    <a:pt x="697591" y="429816"/>
                  </a:lnTo>
                  <a:lnTo>
                    <a:pt x="775039" y="439665"/>
                  </a:lnTo>
                  <a:lnTo>
                    <a:pt x="861477" y="452129"/>
                  </a:lnTo>
                  <a:lnTo>
                    <a:pt x="952798" y="467193"/>
                  </a:lnTo>
                  <a:lnTo>
                    <a:pt x="1045183" y="484798"/>
                  </a:lnTo>
                  <a:lnTo>
                    <a:pt x="1135552" y="504900"/>
                  </a:lnTo>
                  <a:lnTo>
                    <a:pt x="1221749" y="527508"/>
                  </a:lnTo>
                  <a:lnTo>
                    <a:pt x="1302515" y="552721"/>
                  </a:lnTo>
                  <a:lnTo>
                    <a:pt x="1377347" y="580739"/>
                  </a:lnTo>
                  <a:lnTo>
                    <a:pt x="1446303" y="611866"/>
                  </a:lnTo>
                  <a:lnTo>
                    <a:pt x="1509826" y="646505"/>
                  </a:lnTo>
                  <a:lnTo>
                    <a:pt x="1568601" y="685147"/>
                  </a:lnTo>
                  <a:lnTo>
                    <a:pt x="1623436" y="728339"/>
                  </a:lnTo>
                  <a:lnTo>
                    <a:pt x="1675183" y="776637"/>
                  </a:lnTo>
                  <a:lnTo>
                    <a:pt x="1724671" y="830521"/>
                  </a:lnTo>
                  <a:lnTo>
                    <a:pt x="1768425" y="884723"/>
                  </a:lnTo>
                  <a:lnTo>
                    <a:pt x="1805647" y="935590"/>
                  </a:lnTo>
                  <a:lnTo>
                    <a:pt x="1842520" y="990172"/>
                  </a:lnTo>
                  <a:lnTo>
                    <a:pt x="1879267" y="1048544"/>
                  </a:lnTo>
                  <a:lnTo>
                    <a:pt x="1916060" y="1110723"/>
                  </a:lnTo>
                  <a:lnTo>
                    <a:pt x="1953031" y="1176657"/>
                  </a:lnTo>
                  <a:lnTo>
                    <a:pt x="1990272" y="1246223"/>
                  </a:lnTo>
                  <a:lnTo>
                    <a:pt x="2027839" y="1319222"/>
                  </a:lnTo>
                  <a:lnTo>
                    <a:pt x="2065758" y="1395375"/>
                  </a:lnTo>
                  <a:lnTo>
                    <a:pt x="2104025" y="1474328"/>
                  </a:lnTo>
                  <a:lnTo>
                    <a:pt x="2142609" y="1555653"/>
                  </a:lnTo>
                  <a:lnTo>
                    <a:pt x="2181458" y="1638861"/>
                  </a:lnTo>
                  <a:lnTo>
                    <a:pt x="2220501" y="1723405"/>
                  </a:lnTo>
                  <a:lnTo>
                    <a:pt x="2259656" y="1808705"/>
                  </a:lnTo>
                  <a:lnTo>
                    <a:pt x="2298834" y="1894154"/>
                  </a:lnTo>
                  <a:lnTo>
                    <a:pt x="2337943" y="1979144"/>
                  </a:lnTo>
                  <a:lnTo>
                    <a:pt x="2376896" y="2063079"/>
                  </a:lnTo>
                  <a:lnTo>
                    <a:pt x="2415618" y="2145393"/>
                  </a:lnTo>
                  <a:lnTo>
                    <a:pt x="2454045" y="2225568"/>
                  </a:lnTo>
                  <a:lnTo>
                    <a:pt x="2492137" y="2303144"/>
                  </a:lnTo>
                  <a:lnTo>
                    <a:pt x="2529876" y="2377730"/>
                  </a:lnTo>
                  <a:lnTo>
                    <a:pt x="2567272" y="2449010"/>
                  </a:lnTo>
                  <a:lnTo>
                    <a:pt x="2604366" y="2516747"/>
                  </a:lnTo>
                  <a:lnTo>
                    <a:pt x="2641233" y="2580780"/>
                  </a:lnTo>
                  <a:lnTo>
                    <a:pt x="2677983" y="2641022"/>
                  </a:lnTo>
                  <a:lnTo>
                    <a:pt x="2714770" y="2697459"/>
                  </a:lnTo>
                  <a:lnTo>
                    <a:pt x="2751790" y="2750136"/>
                  </a:lnTo>
                  <a:lnTo>
                    <a:pt x="2770117" y="2774643"/>
                  </a:lnTo>
                  <a:lnTo>
                    <a:pt x="2818186" y="2833855"/>
                  </a:lnTo>
                  <a:lnTo>
                    <a:pt x="2867842" y="2887229"/>
                  </a:lnTo>
                  <a:lnTo>
                    <a:pt x="2919829" y="2935053"/>
                  </a:lnTo>
                  <a:lnTo>
                    <a:pt x="2974978" y="2977818"/>
                  </a:lnTo>
                  <a:lnTo>
                    <a:pt x="3034142" y="3016084"/>
                  </a:lnTo>
                  <a:lnTo>
                    <a:pt x="3098123" y="3050394"/>
                  </a:lnTo>
                  <a:lnTo>
                    <a:pt x="3167586" y="3081230"/>
                  </a:lnTo>
                  <a:lnTo>
                    <a:pt x="3242948" y="3108989"/>
                  </a:lnTo>
                  <a:lnTo>
                    <a:pt x="3324225" y="3133965"/>
                  </a:lnTo>
                  <a:lnTo>
                    <a:pt x="3410855" y="3156348"/>
                  </a:lnTo>
                  <a:lnTo>
                    <a:pt x="3501504" y="3176229"/>
                  </a:lnTo>
                  <a:lnTo>
                    <a:pt x="3593932" y="3193612"/>
                  </a:lnTo>
                  <a:lnTo>
                    <a:pt x="3684983" y="3208447"/>
                  </a:lnTo>
                  <a:lnTo>
                    <a:pt x="3770789" y="3220679"/>
                  </a:lnTo>
                  <a:lnTo>
                    <a:pt x="3847250" y="3230299"/>
                  </a:lnTo>
                  <a:lnTo>
                    <a:pt x="3910739" y="3237403"/>
                  </a:lnTo>
                  <a:lnTo>
                    <a:pt x="3958860" y="3242222"/>
                  </a:lnTo>
                  <a:lnTo>
                    <a:pt x="3991044" y="3245121"/>
                  </a:lnTo>
                  <a:lnTo>
                    <a:pt x="4008786" y="3246565"/>
                  </a:lnTo>
                  <a:lnTo>
                    <a:pt x="4015534" y="3247063"/>
                  </a:lnTo>
                  <a:lnTo>
                    <a:pt x="4016409" y="3247123"/>
                  </a:lnTo>
                  <a:lnTo>
                    <a:pt x="4538543" y="3247123"/>
                  </a:lnTo>
                  <a:lnTo>
                    <a:pt x="4539661" y="3247035"/>
                  </a:lnTo>
                  <a:lnTo>
                    <a:pt x="4546994" y="3246411"/>
                  </a:lnTo>
                  <a:lnTo>
                    <a:pt x="4565405" y="3244684"/>
                  </a:lnTo>
                  <a:lnTo>
                    <a:pt x="4598130" y="3241288"/>
                  </a:lnTo>
                  <a:lnTo>
                    <a:pt x="4646513" y="3235711"/>
                  </a:lnTo>
                  <a:lnTo>
                    <a:pt x="4709909" y="3227553"/>
                  </a:lnTo>
                  <a:lnTo>
                    <a:pt x="4785936" y="3216562"/>
                  </a:lnTo>
                  <a:lnTo>
                    <a:pt x="4871046" y="3202635"/>
                  </a:lnTo>
                  <a:lnTo>
                    <a:pt x="4961252" y="3185784"/>
                  </a:lnTo>
                  <a:lnTo>
                    <a:pt x="5052799" y="3166070"/>
                  </a:lnTo>
                  <a:lnTo>
                    <a:pt x="5142618" y="3143550"/>
                  </a:lnTo>
                  <a:lnTo>
                    <a:pt x="5228522" y="3118218"/>
                  </a:lnTo>
                  <a:lnTo>
                    <a:pt x="5309198" y="3089978"/>
                  </a:lnTo>
                  <a:lnTo>
                    <a:pt x="5384080" y="3058621"/>
                  </a:lnTo>
                  <a:lnTo>
                    <a:pt x="5453164" y="3023824"/>
                  </a:lnTo>
                  <a:lnTo>
                    <a:pt x="5516839" y="2985151"/>
                  </a:lnTo>
                  <a:lnTo>
                    <a:pt x="5575742" y="2942070"/>
                  </a:lnTo>
                  <a:lnTo>
                    <a:pt x="5630646" y="2893980"/>
                  </a:lnTo>
                  <a:lnTo>
                    <a:pt x="5682378" y="2840258"/>
                  </a:lnTo>
                  <a:lnTo>
                    <a:pt x="5731750" y="2780344"/>
                  </a:lnTo>
                  <a:lnTo>
                    <a:pt x="5779496" y="2713887"/>
                  </a:lnTo>
                  <a:lnTo>
                    <a:pt x="5784835" y="2705936"/>
                  </a:lnTo>
                  <a:lnTo>
                    <a:pt x="5820093" y="2650868"/>
                  </a:lnTo>
                  <a:lnTo>
                    <a:pt x="5855028" y="2591989"/>
                  </a:lnTo>
                  <a:lnTo>
                    <a:pt x="5889831" y="2529222"/>
                  </a:lnTo>
                  <a:lnTo>
                    <a:pt x="5924654" y="2462543"/>
                  </a:lnTo>
                  <a:lnTo>
                    <a:pt x="5959614" y="2391989"/>
                  </a:lnTo>
                  <a:lnTo>
                    <a:pt x="5994797" y="2317662"/>
                  </a:lnTo>
                  <a:lnTo>
                    <a:pt x="6030261" y="2239735"/>
                  </a:lnTo>
                  <a:lnTo>
                    <a:pt x="6066036" y="2158453"/>
                  </a:lnTo>
                  <a:lnTo>
                    <a:pt x="6102127" y="2074129"/>
                  </a:lnTo>
                  <a:lnTo>
                    <a:pt x="6138519" y="1987150"/>
                  </a:lnTo>
                  <a:lnTo>
                    <a:pt x="6175175" y="1897962"/>
                  </a:lnTo>
                  <a:lnTo>
                    <a:pt x="6212043" y="1807069"/>
                  </a:lnTo>
                  <a:lnTo>
                    <a:pt x="6249061" y="1715015"/>
                  </a:lnTo>
                  <a:lnTo>
                    <a:pt x="6286155" y="1622376"/>
                  </a:lnTo>
                  <a:lnTo>
                    <a:pt x="6323248" y="1529746"/>
                  </a:lnTo>
                  <a:lnTo>
                    <a:pt x="6360263" y="1437714"/>
                  </a:lnTo>
                  <a:lnTo>
                    <a:pt x="6397127" y="1346858"/>
                  </a:lnTo>
                  <a:lnTo>
                    <a:pt x="6433777" y="1257720"/>
                  </a:lnTo>
                  <a:lnTo>
                    <a:pt x="6470161" y="1170804"/>
                  </a:lnTo>
                  <a:lnTo>
                    <a:pt x="6506244" y="1086554"/>
                  </a:lnTo>
                  <a:lnTo>
                    <a:pt x="6542011" y="1005353"/>
                  </a:lnTo>
                  <a:lnTo>
                    <a:pt x="6577467" y="927516"/>
                  </a:lnTo>
                  <a:lnTo>
                    <a:pt x="6612644" y="853283"/>
                  </a:lnTo>
                  <a:lnTo>
                    <a:pt x="6647599" y="782827"/>
                  </a:lnTo>
                  <a:lnTo>
                    <a:pt x="6682420" y="716248"/>
                  </a:lnTo>
                  <a:lnTo>
                    <a:pt x="6717224" y="653581"/>
                  </a:lnTo>
                  <a:lnTo>
                    <a:pt x="6752165" y="594801"/>
                  </a:lnTo>
                  <a:lnTo>
                    <a:pt x="6786527" y="541187"/>
                  </a:lnTo>
                  <a:lnTo>
                    <a:pt x="6834129" y="473982"/>
                  </a:lnTo>
                  <a:lnTo>
                    <a:pt x="6883282" y="413338"/>
                  </a:lnTo>
                  <a:lnTo>
                    <a:pt x="6934706" y="358939"/>
                  </a:lnTo>
                  <a:lnTo>
                    <a:pt x="6989209" y="310241"/>
                  </a:lnTo>
                  <a:lnTo>
                    <a:pt x="7047618" y="266624"/>
                  </a:lnTo>
                  <a:lnTo>
                    <a:pt x="7110717" y="227480"/>
                  </a:lnTo>
                  <a:lnTo>
                    <a:pt x="7179162" y="192267"/>
                  </a:lnTo>
                  <a:lnTo>
                    <a:pt x="7253377" y="160538"/>
                  </a:lnTo>
                  <a:lnTo>
                    <a:pt x="7333413" y="131957"/>
                  </a:lnTo>
                  <a:lnTo>
                    <a:pt x="7418775" y="106303"/>
                  </a:lnTo>
                  <a:lnTo>
                    <a:pt x="7508243" y="83465"/>
                  </a:lnTo>
                  <a:lnTo>
                    <a:pt x="7599733" y="63431"/>
                  </a:lnTo>
                  <a:lnTo>
                    <a:pt x="7690270" y="46252"/>
                  </a:lnTo>
                  <a:lnTo>
                    <a:pt x="7776158" y="31992"/>
                  </a:lnTo>
                  <a:lnTo>
                    <a:pt x="7853409" y="20670"/>
                  </a:lnTo>
                  <a:lnTo>
                    <a:pt x="7918385" y="12200"/>
                  </a:lnTo>
                  <a:lnTo>
                    <a:pt x="7968538" y="6348"/>
                  </a:lnTo>
                  <a:lnTo>
                    <a:pt x="8003009" y="2730"/>
                  </a:lnTo>
                  <a:lnTo>
                    <a:pt x="8022913" y="841"/>
                  </a:lnTo>
                  <a:lnTo>
                    <a:pt x="8031285" y="121"/>
                  </a:lnTo>
                  <a:lnTo>
                    <a:pt x="8032818" y="0"/>
                  </a:lnTo>
                  <a:lnTo>
                    <a:pt x="8032819" y="0"/>
                  </a:lnTo>
                  <a:lnTo>
                    <a:pt x="8554953" y="0"/>
                  </a:lnTo>
                  <a:lnTo>
                    <a:pt x="8554953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607" name="pl607"/>
            <p:cNvSpPr/>
            <p:nvPr/>
          </p:nvSpPr>
          <p:spPr>
            <a:xfrm>
              <a:off x="386606" y="2890990"/>
              <a:ext cx="8554953" cy="3247123"/>
            </a:xfrm>
            <a:custGeom>
              <a:avLst/>
              <a:pathLst>
                <a:path w="8554953" h="3247123">
                  <a:moveTo>
                    <a:pt x="8554953" y="0"/>
                  </a:moveTo>
                  <a:lnTo>
                    <a:pt x="8032819" y="0"/>
                  </a:lnTo>
                  <a:lnTo>
                    <a:pt x="8031701" y="87"/>
                  </a:lnTo>
                  <a:lnTo>
                    <a:pt x="8024368" y="712"/>
                  </a:lnTo>
                  <a:lnTo>
                    <a:pt x="8005957" y="2439"/>
                  </a:lnTo>
                  <a:lnTo>
                    <a:pt x="7973232" y="5834"/>
                  </a:lnTo>
                  <a:lnTo>
                    <a:pt x="7924849" y="11411"/>
                  </a:lnTo>
                  <a:lnTo>
                    <a:pt x="7861453" y="19569"/>
                  </a:lnTo>
                  <a:lnTo>
                    <a:pt x="7785426" y="30561"/>
                  </a:lnTo>
                  <a:lnTo>
                    <a:pt x="7700316" y="44487"/>
                  </a:lnTo>
                  <a:lnTo>
                    <a:pt x="7610110" y="61339"/>
                  </a:lnTo>
                  <a:lnTo>
                    <a:pt x="7518563" y="81052"/>
                  </a:lnTo>
                  <a:lnTo>
                    <a:pt x="7428744" y="103573"/>
                  </a:lnTo>
                  <a:lnTo>
                    <a:pt x="7342840" y="128904"/>
                  </a:lnTo>
                  <a:lnTo>
                    <a:pt x="7262163" y="157145"/>
                  </a:lnTo>
                  <a:lnTo>
                    <a:pt x="7187282" y="188501"/>
                  </a:lnTo>
                  <a:lnTo>
                    <a:pt x="7118198" y="223299"/>
                  </a:lnTo>
                  <a:lnTo>
                    <a:pt x="7054523" y="261972"/>
                  </a:lnTo>
                  <a:lnTo>
                    <a:pt x="6995620" y="305052"/>
                  </a:lnTo>
                  <a:lnTo>
                    <a:pt x="6940716" y="353142"/>
                  </a:lnTo>
                  <a:lnTo>
                    <a:pt x="6888984" y="406864"/>
                  </a:lnTo>
                  <a:lnTo>
                    <a:pt x="6839612" y="466778"/>
                  </a:lnTo>
                  <a:lnTo>
                    <a:pt x="6791866" y="533236"/>
                  </a:lnTo>
                  <a:lnTo>
                    <a:pt x="6786527" y="541187"/>
                  </a:lnTo>
                  <a:lnTo>
                    <a:pt x="6751269" y="596255"/>
                  </a:lnTo>
                  <a:lnTo>
                    <a:pt x="6716334" y="655133"/>
                  </a:lnTo>
                  <a:lnTo>
                    <a:pt x="6681531" y="717900"/>
                  </a:lnTo>
                  <a:lnTo>
                    <a:pt x="6646708" y="784580"/>
                  </a:lnTo>
                  <a:lnTo>
                    <a:pt x="6611748" y="855134"/>
                  </a:lnTo>
                  <a:lnTo>
                    <a:pt x="6576565" y="929460"/>
                  </a:lnTo>
                  <a:lnTo>
                    <a:pt x="6541101" y="1007387"/>
                  </a:lnTo>
                  <a:lnTo>
                    <a:pt x="6505326" y="1088670"/>
                  </a:lnTo>
                  <a:lnTo>
                    <a:pt x="6469235" y="1172993"/>
                  </a:lnTo>
                  <a:lnTo>
                    <a:pt x="6432843" y="1259972"/>
                  </a:lnTo>
                  <a:lnTo>
                    <a:pt x="6396187" y="1349160"/>
                  </a:lnTo>
                  <a:lnTo>
                    <a:pt x="6359318" y="1440054"/>
                  </a:lnTo>
                  <a:lnTo>
                    <a:pt x="6322301" y="1532108"/>
                  </a:lnTo>
                  <a:lnTo>
                    <a:pt x="6285207" y="1624746"/>
                  </a:lnTo>
                  <a:lnTo>
                    <a:pt x="6248114" y="1717376"/>
                  </a:lnTo>
                  <a:lnTo>
                    <a:pt x="6211099" y="1809408"/>
                  </a:lnTo>
                  <a:lnTo>
                    <a:pt x="6174235" y="1900265"/>
                  </a:lnTo>
                  <a:lnTo>
                    <a:pt x="6137585" y="1989402"/>
                  </a:lnTo>
                  <a:lnTo>
                    <a:pt x="6101201" y="2076319"/>
                  </a:lnTo>
                  <a:lnTo>
                    <a:pt x="6065118" y="2160569"/>
                  </a:lnTo>
                  <a:lnTo>
                    <a:pt x="6029351" y="2241769"/>
                  </a:lnTo>
                  <a:lnTo>
                    <a:pt x="5993895" y="2319607"/>
                  </a:lnTo>
                  <a:lnTo>
                    <a:pt x="5958718" y="2393839"/>
                  </a:lnTo>
                  <a:lnTo>
                    <a:pt x="5923763" y="2464295"/>
                  </a:lnTo>
                  <a:lnTo>
                    <a:pt x="5888942" y="2530874"/>
                  </a:lnTo>
                  <a:lnTo>
                    <a:pt x="5854138" y="2593542"/>
                  </a:lnTo>
                  <a:lnTo>
                    <a:pt x="5819197" y="2652322"/>
                  </a:lnTo>
                  <a:lnTo>
                    <a:pt x="5784835" y="2705936"/>
                  </a:lnTo>
                  <a:lnTo>
                    <a:pt x="5737233" y="2773141"/>
                  </a:lnTo>
                  <a:lnTo>
                    <a:pt x="5688080" y="2833785"/>
                  </a:lnTo>
                  <a:lnTo>
                    <a:pt x="5636656" y="2888184"/>
                  </a:lnTo>
                  <a:lnTo>
                    <a:pt x="5582153" y="2936881"/>
                  </a:lnTo>
                  <a:lnTo>
                    <a:pt x="5523744" y="2980498"/>
                  </a:lnTo>
                  <a:lnTo>
                    <a:pt x="5460645" y="3019642"/>
                  </a:lnTo>
                  <a:lnTo>
                    <a:pt x="5392200" y="3054856"/>
                  </a:lnTo>
                  <a:lnTo>
                    <a:pt x="5317985" y="3086584"/>
                  </a:lnTo>
                  <a:lnTo>
                    <a:pt x="5237949" y="3115165"/>
                  </a:lnTo>
                  <a:lnTo>
                    <a:pt x="5152587" y="3140819"/>
                  </a:lnTo>
                  <a:lnTo>
                    <a:pt x="5063119" y="3163657"/>
                  </a:lnTo>
                  <a:lnTo>
                    <a:pt x="4971629" y="3183691"/>
                  </a:lnTo>
                  <a:lnTo>
                    <a:pt x="4881092" y="3200871"/>
                  </a:lnTo>
                  <a:lnTo>
                    <a:pt x="4795204" y="3215131"/>
                  </a:lnTo>
                  <a:lnTo>
                    <a:pt x="4717953" y="3226452"/>
                  </a:lnTo>
                  <a:lnTo>
                    <a:pt x="4652977" y="3234922"/>
                  </a:lnTo>
                  <a:lnTo>
                    <a:pt x="4602824" y="3240774"/>
                  </a:lnTo>
                  <a:lnTo>
                    <a:pt x="4568353" y="3244393"/>
                  </a:lnTo>
                  <a:lnTo>
                    <a:pt x="4548449" y="3246281"/>
                  </a:lnTo>
                  <a:lnTo>
                    <a:pt x="4540076" y="3247002"/>
                  </a:lnTo>
                  <a:lnTo>
                    <a:pt x="4538544" y="3247123"/>
                  </a:lnTo>
                  <a:lnTo>
                    <a:pt x="4538543" y="3247123"/>
                  </a:lnTo>
                  <a:lnTo>
                    <a:pt x="4016409" y="3247123"/>
                  </a:lnTo>
                  <a:lnTo>
                    <a:pt x="4015259" y="3247044"/>
                  </a:lnTo>
                  <a:lnTo>
                    <a:pt x="4007721" y="3246483"/>
                  </a:lnTo>
                  <a:lnTo>
                    <a:pt x="3988811" y="3244930"/>
                  </a:lnTo>
                  <a:lnTo>
                    <a:pt x="3955245" y="3241879"/>
                  </a:lnTo>
                  <a:lnTo>
                    <a:pt x="3905709" y="3236870"/>
                  </a:lnTo>
                  <a:lnTo>
                    <a:pt x="3840951" y="3229550"/>
                  </a:lnTo>
                  <a:lnTo>
                    <a:pt x="3763503" y="3219701"/>
                  </a:lnTo>
                  <a:lnTo>
                    <a:pt x="3677066" y="3207237"/>
                  </a:lnTo>
                  <a:lnTo>
                    <a:pt x="3585744" y="3192173"/>
                  </a:lnTo>
                  <a:lnTo>
                    <a:pt x="3493359" y="3174567"/>
                  </a:lnTo>
                  <a:lnTo>
                    <a:pt x="3402990" y="3154466"/>
                  </a:lnTo>
                  <a:lnTo>
                    <a:pt x="3316793" y="3131858"/>
                  </a:lnTo>
                  <a:lnTo>
                    <a:pt x="3236027" y="3106645"/>
                  </a:lnTo>
                  <a:lnTo>
                    <a:pt x="3161195" y="3078627"/>
                  </a:lnTo>
                  <a:lnTo>
                    <a:pt x="3092240" y="3047500"/>
                  </a:lnTo>
                  <a:lnTo>
                    <a:pt x="3028716" y="3012860"/>
                  </a:lnTo>
                  <a:lnTo>
                    <a:pt x="2969941" y="2974218"/>
                  </a:lnTo>
                  <a:lnTo>
                    <a:pt x="2915106" y="2931027"/>
                  </a:lnTo>
                  <a:lnTo>
                    <a:pt x="2863359" y="2882729"/>
                  </a:lnTo>
                  <a:lnTo>
                    <a:pt x="2813872" y="2828845"/>
                  </a:lnTo>
                  <a:lnTo>
                    <a:pt x="2770117" y="2774643"/>
                  </a:lnTo>
                  <a:lnTo>
                    <a:pt x="2732896" y="2723776"/>
                  </a:lnTo>
                  <a:lnTo>
                    <a:pt x="2696022" y="2669194"/>
                  </a:lnTo>
                  <a:lnTo>
                    <a:pt x="2659275" y="2610822"/>
                  </a:lnTo>
                  <a:lnTo>
                    <a:pt x="2622482" y="2548643"/>
                  </a:lnTo>
                  <a:lnTo>
                    <a:pt x="2585511" y="2482709"/>
                  </a:lnTo>
                  <a:lnTo>
                    <a:pt x="2548271" y="2413142"/>
                  </a:lnTo>
                  <a:lnTo>
                    <a:pt x="2510703" y="2340144"/>
                  </a:lnTo>
                  <a:lnTo>
                    <a:pt x="2472784" y="2263991"/>
                  </a:lnTo>
                  <a:lnTo>
                    <a:pt x="2434517" y="2185038"/>
                  </a:lnTo>
                  <a:lnTo>
                    <a:pt x="2395933" y="2103713"/>
                  </a:lnTo>
                  <a:lnTo>
                    <a:pt x="2357085" y="2020505"/>
                  </a:lnTo>
                  <a:lnTo>
                    <a:pt x="2318042" y="1935960"/>
                  </a:lnTo>
                  <a:lnTo>
                    <a:pt x="2278886" y="1850661"/>
                  </a:lnTo>
                  <a:lnTo>
                    <a:pt x="2239709" y="1765211"/>
                  </a:lnTo>
                  <a:lnTo>
                    <a:pt x="2200600" y="1680222"/>
                  </a:lnTo>
                  <a:lnTo>
                    <a:pt x="2161646" y="1596287"/>
                  </a:lnTo>
                  <a:lnTo>
                    <a:pt x="2122924" y="1513973"/>
                  </a:lnTo>
                  <a:lnTo>
                    <a:pt x="2084497" y="1433798"/>
                  </a:lnTo>
                  <a:lnTo>
                    <a:pt x="2046405" y="1356222"/>
                  </a:lnTo>
                  <a:lnTo>
                    <a:pt x="2008666" y="1281636"/>
                  </a:lnTo>
                  <a:lnTo>
                    <a:pt x="1971270" y="1210355"/>
                  </a:lnTo>
                  <a:lnTo>
                    <a:pt x="1934176" y="1142619"/>
                  </a:lnTo>
                  <a:lnTo>
                    <a:pt x="1897309" y="1078586"/>
                  </a:lnTo>
                  <a:lnTo>
                    <a:pt x="1860559" y="1018344"/>
                  </a:lnTo>
                  <a:lnTo>
                    <a:pt x="1823772" y="961907"/>
                  </a:lnTo>
                  <a:lnTo>
                    <a:pt x="1786752" y="909230"/>
                  </a:lnTo>
                  <a:lnTo>
                    <a:pt x="1768425" y="884723"/>
                  </a:lnTo>
                  <a:lnTo>
                    <a:pt x="1720356" y="825511"/>
                  </a:lnTo>
                  <a:lnTo>
                    <a:pt x="1670700" y="772137"/>
                  </a:lnTo>
                  <a:lnTo>
                    <a:pt x="1618713" y="724313"/>
                  </a:lnTo>
                  <a:lnTo>
                    <a:pt x="1563564" y="681547"/>
                  </a:lnTo>
                  <a:lnTo>
                    <a:pt x="1504400" y="643282"/>
                  </a:lnTo>
                  <a:lnTo>
                    <a:pt x="1440420" y="608972"/>
                  </a:lnTo>
                  <a:lnTo>
                    <a:pt x="1370957" y="578136"/>
                  </a:lnTo>
                  <a:lnTo>
                    <a:pt x="1295595" y="550377"/>
                  </a:lnTo>
                  <a:lnTo>
                    <a:pt x="1214317" y="525401"/>
                  </a:lnTo>
                  <a:lnTo>
                    <a:pt x="1127687" y="503018"/>
                  </a:lnTo>
                  <a:lnTo>
                    <a:pt x="1037039" y="483137"/>
                  </a:lnTo>
                  <a:lnTo>
                    <a:pt x="944610" y="465754"/>
                  </a:lnTo>
                  <a:lnTo>
                    <a:pt x="853559" y="450919"/>
                  </a:lnTo>
                  <a:lnTo>
                    <a:pt x="767754" y="438687"/>
                  </a:lnTo>
                  <a:lnTo>
                    <a:pt x="691292" y="429067"/>
                  </a:lnTo>
                  <a:lnTo>
                    <a:pt x="627803" y="421963"/>
                  </a:lnTo>
                  <a:lnTo>
                    <a:pt x="579682" y="417144"/>
                  </a:lnTo>
                  <a:lnTo>
                    <a:pt x="547498" y="414245"/>
                  </a:lnTo>
                  <a:lnTo>
                    <a:pt x="529756" y="412801"/>
                  </a:lnTo>
                  <a:lnTo>
                    <a:pt x="523008" y="412302"/>
                  </a:lnTo>
                  <a:lnTo>
                    <a:pt x="522133" y="412243"/>
                  </a:lnTo>
                  <a:lnTo>
                    <a:pt x="0" y="412243"/>
                  </a:lnTo>
                  <a:lnTo>
                    <a:pt x="0" y="412243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608" name="pg608"/>
            <p:cNvSpPr/>
            <p:nvPr/>
          </p:nvSpPr>
          <p:spPr>
            <a:xfrm>
              <a:off x="386606" y="3308881"/>
              <a:ext cx="8554953" cy="2846174"/>
            </a:xfrm>
            <a:custGeom>
              <a:avLst/>
              <a:pathLst>
                <a:path w="8554953" h="2846174">
                  <a:moveTo>
                    <a:pt x="0" y="5647"/>
                  </a:moveTo>
                  <a:lnTo>
                    <a:pt x="522133" y="5647"/>
                  </a:lnTo>
                  <a:lnTo>
                    <a:pt x="523283" y="5725"/>
                  </a:lnTo>
                  <a:lnTo>
                    <a:pt x="530818" y="6288"/>
                  </a:lnTo>
                  <a:lnTo>
                    <a:pt x="549721" y="7843"/>
                  </a:lnTo>
                  <a:lnTo>
                    <a:pt x="583276" y="10899"/>
                  </a:lnTo>
                  <a:lnTo>
                    <a:pt x="632797" y="15916"/>
                  </a:lnTo>
                  <a:lnTo>
                    <a:pt x="697537" y="23248"/>
                  </a:lnTo>
                  <a:lnTo>
                    <a:pt x="774967" y="33114"/>
                  </a:lnTo>
                  <a:lnTo>
                    <a:pt x="861387" y="45598"/>
                  </a:lnTo>
                  <a:lnTo>
                    <a:pt x="952694" y="60688"/>
                  </a:lnTo>
                  <a:lnTo>
                    <a:pt x="1045068" y="78323"/>
                  </a:lnTo>
                  <a:lnTo>
                    <a:pt x="1135430" y="98459"/>
                  </a:lnTo>
                  <a:lnTo>
                    <a:pt x="1221623" y="121105"/>
                  </a:lnTo>
                  <a:lnTo>
                    <a:pt x="1302389" y="146361"/>
                  </a:lnTo>
                  <a:lnTo>
                    <a:pt x="1377221" y="174426"/>
                  </a:lnTo>
                  <a:lnTo>
                    <a:pt x="1446178" y="205605"/>
                  </a:lnTo>
                  <a:lnTo>
                    <a:pt x="1509704" y="240302"/>
                  </a:lnTo>
                  <a:lnTo>
                    <a:pt x="1568480" y="279008"/>
                  </a:lnTo>
                  <a:lnTo>
                    <a:pt x="1623316" y="322269"/>
                  </a:lnTo>
                  <a:lnTo>
                    <a:pt x="1675063" y="370645"/>
                  </a:lnTo>
                  <a:lnTo>
                    <a:pt x="1724549" y="424616"/>
                  </a:lnTo>
                  <a:lnTo>
                    <a:pt x="1768425" y="479068"/>
                  </a:lnTo>
                  <a:lnTo>
                    <a:pt x="1805618" y="529995"/>
                  </a:lnTo>
                  <a:lnTo>
                    <a:pt x="1842463" y="584639"/>
                  </a:lnTo>
                  <a:lnTo>
                    <a:pt x="1879181" y="643075"/>
                  </a:lnTo>
                  <a:lnTo>
                    <a:pt x="1915946" y="705319"/>
                  </a:lnTo>
                  <a:lnTo>
                    <a:pt x="1952887" y="771320"/>
                  </a:lnTo>
                  <a:lnTo>
                    <a:pt x="1990097" y="840955"/>
                  </a:lnTo>
                  <a:lnTo>
                    <a:pt x="2027634" y="914026"/>
                  </a:lnTo>
                  <a:lnTo>
                    <a:pt x="2065522" y="990254"/>
                  </a:lnTo>
                  <a:lnTo>
                    <a:pt x="2103757" y="1069285"/>
                  </a:lnTo>
                  <a:lnTo>
                    <a:pt x="2142308" y="1150694"/>
                  </a:lnTo>
                  <a:lnTo>
                    <a:pt x="2181125" y="1233989"/>
                  </a:lnTo>
                  <a:lnTo>
                    <a:pt x="2220136" y="1318627"/>
                  </a:lnTo>
                  <a:lnTo>
                    <a:pt x="2259260" y="1404026"/>
                  </a:lnTo>
                  <a:lnTo>
                    <a:pt x="2298408" y="1489580"/>
                  </a:lnTo>
                  <a:lnTo>
                    <a:pt x="2337488" y="1574682"/>
                  </a:lnTo>
                  <a:lnTo>
                    <a:pt x="2376413" y="1658734"/>
                  </a:lnTo>
                  <a:lnTo>
                    <a:pt x="2415108" y="1741173"/>
                  </a:lnTo>
                  <a:lnTo>
                    <a:pt x="2453510" y="1821477"/>
                  </a:lnTo>
                  <a:lnTo>
                    <a:pt x="2491578" y="1899188"/>
                  </a:lnTo>
                  <a:lnTo>
                    <a:pt x="2529293" y="1973912"/>
                  </a:lnTo>
                  <a:lnTo>
                    <a:pt x="2566665" y="2045334"/>
                  </a:lnTo>
                  <a:lnTo>
                    <a:pt x="2603735" y="2113214"/>
                  </a:lnTo>
                  <a:lnTo>
                    <a:pt x="2640575" y="2177390"/>
                  </a:lnTo>
                  <a:lnTo>
                    <a:pt x="2677298" y="2237775"/>
                  </a:lnTo>
                  <a:lnTo>
                    <a:pt x="2714054" y="2294352"/>
                  </a:lnTo>
                  <a:lnTo>
                    <a:pt x="2751039" y="2347167"/>
                  </a:lnTo>
                  <a:lnTo>
                    <a:pt x="2770117" y="2372753"/>
                  </a:lnTo>
                  <a:lnTo>
                    <a:pt x="2818180" y="2432075"/>
                  </a:lnTo>
                  <a:lnTo>
                    <a:pt x="2867829" y="2485550"/>
                  </a:lnTo>
                  <a:lnTo>
                    <a:pt x="2919809" y="2533465"/>
                  </a:lnTo>
                  <a:lnTo>
                    <a:pt x="2974950" y="2576313"/>
                  </a:lnTo>
                  <a:lnTo>
                    <a:pt x="3034104" y="2614652"/>
                  </a:lnTo>
                  <a:lnTo>
                    <a:pt x="3098073" y="2649029"/>
                  </a:lnTo>
                  <a:lnTo>
                    <a:pt x="3167522" y="2679925"/>
                  </a:lnTo>
                  <a:lnTo>
                    <a:pt x="3242869" y="2707738"/>
                  </a:lnTo>
                  <a:lnTo>
                    <a:pt x="3324131" y="2732763"/>
                  </a:lnTo>
                  <a:lnTo>
                    <a:pt x="3410743" y="2755192"/>
                  </a:lnTo>
                  <a:lnTo>
                    <a:pt x="3501377" y="2775113"/>
                  </a:lnTo>
                  <a:lnTo>
                    <a:pt x="3593793" y="2792532"/>
                  </a:lnTo>
                  <a:lnTo>
                    <a:pt x="3684838" y="2807399"/>
                  </a:lnTo>
                  <a:lnTo>
                    <a:pt x="3770645" y="2819658"/>
                  </a:lnTo>
                  <a:lnTo>
                    <a:pt x="3847117" y="2829300"/>
                  </a:lnTo>
                  <a:lnTo>
                    <a:pt x="3910626" y="2836423"/>
                  </a:lnTo>
                  <a:lnTo>
                    <a:pt x="3958775" y="2841255"/>
                  </a:lnTo>
                  <a:lnTo>
                    <a:pt x="3990989" y="2844163"/>
                  </a:lnTo>
                  <a:lnTo>
                    <a:pt x="4008758" y="2845613"/>
                  </a:lnTo>
                  <a:lnTo>
                    <a:pt x="4015527" y="2846114"/>
                  </a:lnTo>
                  <a:lnTo>
                    <a:pt x="4016409" y="2846174"/>
                  </a:lnTo>
                  <a:lnTo>
                    <a:pt x="4538543" y="2846174"/>
                  </a:lnTo>
                  <a:lnTo>
                    <a:pt x="4539711" y="2846101"/>
                  </a:lnTo>
                  <a:lnTo>
                    <a:pt x="4547360" y="2845578"/>
                  </a:lnTo>
                  <a:lnTo>
                    <a:pt x="4566538" y="2844133"/>
                  </a:lnTo>
                  <a:lnTo>
                    <a:pt x="4600557" y="2841294"/>
                  </a:lnTo>
                  <a:lnTo>
                    <a:pt x="4650713" y="2836635"/>
                  </a:lnTo>
                  <a:lnTo>
                    <a:pt x="4716200" y="2829830"/>
                  </a:lnTo>
                  <a:lnTo>
                    <a:pt x="4794405" y="2820679"/>
                  </a:lnTo>
                  <a:lnTo>
                    <a:pt x="4881545" y="2809108"/>
                  </a:lnTo>
                  <a:lnTo>
                    <a:pt x="4973453" y="2795131"/>
                  </a:lnTo>
                  <a:lnTo>
                    <a:pt x="5066274" y="2778804"/>
                  </a:lnTo>
                  <a:lnTo>
                    <a:pt x="5156925" y="2760168"/>
                  </a:lnTo>
                  <a:lnTo>
                    <a:pt x="5243267" y="2739208"/>
                  </a:lnTo>
                  <a:lnTo>
                    <a:pt x="5324074" y="2715828"/>
                  </a:lnTo>
                  <a:lnTo>
                    <a:pt x="5398873" y="2689836"/>
                  </a:lnTo>
                  <a:lnTo>
                    <a:pt x="5467758" y="2660943"/>
                  </a:lnTo>
                  <a:lnTo>
                    <a:pt x="5531201" y="2628765"/>
                  </a:lnTo>
                  <a:lnTo>
                    <a:pt x="5589910" y="2592842"/>
                  </a:lnTo>
                  <a:lnTo>
                    <a:pt x="5644713" y="2552663"/>
                  </a:lnTo>
                  <a:lnTo>
                    <a:pt x="5696476" y="2507711"/>
                  </a:lnTo>
                  <a:lnTo>
                    <a:pt x="5746032" y="2457553"/>
                  </a:lnTo>
                  <a:lnTo>
                    <a:pt x="5784835" y="2413224"/>
                  </a:lnTo>
                  <a:lnTo>
                    <a:pt x="5823314" y="2364969"/>
                  </a:lnTo>
                  <a:lnTo>
                    <a:pt x="5861430" y="2313071"/>
                  </a:lnTo>
                  <a:lnTo>
                    <a:pt x="5899425" y="2257457"/>
                  </a:lnTo>
                  <a:lnTo>
                    <a:pt x="5937485" y="2198117"/>
                  </a:lnTo>
                  <a:lnTo>
                    <a:pt x="5975750" y="2135110"/>
                  </a:lnTo>
                  <a:lnTo>
                    <a:pt x="6014317" y="2068572"/>
                  </a:lnTo>
                  <a:lnTo>
                    <a:pt x="6053241" y="1998722"/>
                  </a:lnTo>
                  <a:lnTo>
                    <a:pt x="6092542" y="1925858"/>
                  </a:lnTo>
                  <a:lnTo>
                    <a:pt x="6132209" y="1850359"/>
                  </a:lnTo>
                  <a:lnTo>
                    <a:pt x="6172199" y="1772676"/>
                  </a:lnTo>
                  <a:lnTo>
                    <a:pt x="6212449" y="1693326"/>
                  </a:lnTo>
                  <a:lnTo>
                    <a:pt x="6252875" y="1612876"/>
                  </a:lnTo>
                  <a:lnTo>
                    <a:pt x="6293383" y="1531926"/>
                  </a:lnTo>
                  <a:lnTo>
                    <a:pt x="6333871" y="1451094"/>
                  </a:lnTo>
                  <a:lnTo>
                    <a:pt x="6374241" y="1370993"/>
                  </a:lnTo>
                  <a:lnTo>
                    <a:pt x="6414401" y="1292212"/>
                  </a:lnTo>
                  <a:lnTo>
                    <a:pt x="6454275" y="1215302"/>
                  </a:lnTo>
                  <a:lnTo>
                    <a:pt x="6493806" y="1140755"/>
                  </a:lnTo>
                  <a:lnTo>
                    <a:pt x="6532964" y="1068997"/>
                  </a:lnTo>
                  <a:lnTo>
                    <a:pt x="6571748" y="1000375"/>
                  </a:lnTo>
                  <a:lnTo>
                    <a:pt x="6610191" y="935159"/>
                  </a:lnTo>
                  <a:lnTo>
                    <a:pt x="6648365" y="873534"/>
                  </a:lnTo>
                  <a:lnTo>
                    <a:pt x="6686381" y="815607"/>
                  </a:lnTo>
                  <a:lnTo>
                    <a:pt x="6724397" y="761411"/>
                  </a:lnTo>
                  <a:lnTo>
                    <a:pt x="6762620" y="710910"/>
                  </a:lnTo>
                  <a:lnTo>
                    <a:pt x="6786527" y="681425"/>
                  </a:lnTo>
                  <a:lnTo>
                    <a:pt x="6834844" y="626904"/>
                  </a:lnTo>
                  <a:lnTo>
                    <a:pt x="6884769" y="577786"/>
                  </a:lnTo>
                  <a:lnTo>
                    <a:pt x="6937057" y="533802"/>
                  </a:lnTo>
                  <a:lnTo>
                    <a:pt x="6992552" y="494493"/>
                  </a:lnTo>
                  <a:lnTo>
                    <a:pt x="7052121" y="459339"/>
                  </a:lnTo>
                  <a:lnTo>
                    <a:pt x="7116574" y="427834"/>
                  </a:lnTo>
                  <a:lnTo>
                    <a:pt x="7186584" y="399533"/>
                  </a:lnTo>
                  <a:lnTo>
                    <a:pt x="7262560" y="374070"/>
                  </a:lnTo>
                  <a:lnTo>
                    <a:pt x="7344502" y="351173"/>
                  </a:lnTo>
                  <a:lnTo>
                    <a:pt x="7431807" y="330671"/>
                  </a:lnTo>
                  <a:lnTo>
                    <a:pt x="7523078" y="312483"/>
                  </a:lnTo>
                  <a:lnTo>
                    <a:pt x="7615992" y="296609"/>
                  </a:lnTo>
                  <a:lnTo>
                    <a:pt x="7707291" y="283097"/>
                  </a:lnTo>
                  <a:lnTo>
                    <a:pt x="7793017" y="271998"/>
                  </a:lnTo>
                  <a:lnTo>
                    <a:pt x="7869016" y="263314"/>
                  </a:lnTo>
                  <a:lnTo>
                    <a:pt x="7931673" y="256947"/>
                  </a:lnTo>
                  <a:lnTo>
                    <a:pt x="7978685" y="252671"/>
                  </a:lnTo>
                  <a:lnTo>
                    <a:pt x="8009646" y="250139"/>
                  </a:lnTo>
                  <a:lnTo>
                    <a:pt x="8026261" y="248912"/>
                  </a:lnTo>
                  <a:lnTo>
                    <a:pt x="8032203" y="248513"/>
                  </a:lnTo>
                  <a:lnTo>
                    <a:pt x="8032819" y="248475"/>
                  </a:lnTo>
                  <a:lnTo>
                    <a:pt x="8554953" y="248475"/>
                  </a:lnTo>
                  <a:lnTo>
                    <a:pt x="8554953" y="242828"/>
                  </a:lnTo>
                  <a:lnTo>
                    <a:pt x="8032819" y="242828"/>
                  </a:lnTo>
                  <a:lnTo>
                    <a:pt x="8031651" y="242901"/>
                  </a:lnTo>
                  <a:lnTo>
                    <a:pt x="8024002" y="243424"/>
                  </a:lnTo>
                  <a:lnTo>
                    <a:pt x="8004824" y="244868"/>
                  </a:lnTo>
                  <a:lnTo>
                    <a:pt x="7970805" y="247708"/>
                  </a:lnTo>
                  <a:lnTo>
                    <a:pt x="7920649" y="252367"/>
                  </a:lnTo>
                  <a:lnTo>
                    <a:pt x="7855162" y="259171"/>
                  </a:lnTo>
                  <a:lnTo>
                    <a:pt x="7776957" y="268322"/>
                  </a:lnTo>
                  <a:lnTo>
                    <a:pt x="7689817" y="279894"/>
                  </a:lnTo>
                  <a:lnTo>
                    <a:pt x="7597909" y="293870"/>
                  </a:lnTo>
                  <a:lnTo>
                    <a:pt x="7505088" y="310197"/>
                  </a:lnTo>
                  <a:lnTo>
                    <a:pt x="7414437" y="328834"/>
                  </a:lnTo>
                  <a:lnTo>
                    <a:pt x="7328094" y="349794"/>
                  </a:lnTo>
                  <a:lnTo>
                    <a:pt x="7247288" y="373173"/>
                  </a:lnTo>
                  <a:lnTo>
                    <a:pt x="7172489" y="399165"/>
                  </a:lnTo>
                  <a:lnTo>
                    <a:pt x="7103604" y="428059"/>
                  </a:lnTo>
                  <a:lnTo>
                    <a:pt x="7040161" y="460237"/>
                  </a:lnTo>
                  <a:lnTo>
                    <a:pt x="6981452" y="496159"/>
                  </a:lnTo>
                  <a:lnTo>
                    <a:pt x="6926649" y="536339"/>
                  </a:lnTo>
                  <a:lnTo>
                    <a:pt x="6874886" y="581291"/>
                  </a:lnTo>
                  <a:lnTo>
                    <a:pt x="6825330" y="631448"/>
                  </a:lnTo>
                  <a:lnTo>
                    <a:pt x="6786527" y="675778"/>
                  </a:lnTo>
                  <a:lnTo>
                    <a:pt x="6748048" y="724033"/>
                  </a:lnTo>
                  <a:lnTo>
                    <a:pt x="6709932" y="775930"/>
                  </a:lnTo>
                  <a:lnTo>
                    <a:pt x="6671937" y="831544"/>
                  </a:lnTo>
                  <a:lnTo>
                    <a:pt x="6633877" y="890885"/>
                  </a:lnTo>
                  <a:lnTo>
                    <a:pt x="6595612" y="953892"/>
                  </a:lnTo>
                  <a:lnTo>
                    <a:pt x="6557045" y="1020429"/>
                  </a:lnTo>
                  <a:lnTo>
                    <a:pt x="6518121" y="1090279"/>
                  </a:lnTo>
                  <a:lnTo>
                    <a:pt x="6478820" y="1163143"/>
                  </a:lnTo>
                  <a:lnTo>
                    <a:pt x="6439153" y="1238643"/>
                  </a:lnTo>
                  <a:lnTo>
                    <a:pt x="6399163" y="1316326"/>
                  </a:lnTo>
                  <a:lnTo>
                    <a:pt x="6358913" y="1395676"/>
                  </a:lnTo>
                  <a:lnTo>
                    <a:pt x="6318486" y="1476126"/>
                  </a:lnTo>
                  <a:lnTo>
                    <a:pt x="6277979" y="1557075"/>
                  </a:lnTo>
                  <a:lnTo>
                    <a:pt x="6237491" y="1637907"/>
                  </a:lnTo>
                  <a:lnTo>
                    <a:pt x="6197121" y="1718009"/>
                  </a:lnTo>
                  <a:lnTo>
                    <a:pt x="6156961" y="1796789"/>
                  </a:lnTo>
                  <a:lnTo>
                    <a:pt x="6117087" y="1873700"/>
                  </a:lnTo>
                  <a:lnTo>
                    <a:pt x="6077555" y="1948247"/>
                  </a:lnTo>
                  <a:lnTo>
                    <a:pt x="6038398" y="2020005"/>
                  </a:lnTo>
                  <a:lnTo>
                    <a:pt x="5999614" y="2088626"/>
                  </a:lnTo>
                  <a:lnTo>
                    <a:pt x="5961171" y="2153842"/>
                  </a:lnTo>
                  <a:lnTo>
                    <a:pt x="5922997" y="2215467"/>
                  </a:lnTo>
                  <a:lnTo>
                    <a:pt x="5884981" y="2273394"/>
                  </a:lnTo>
                  <a:lnTo>
                    <a:pt x="5846965" y="2327591"/>
                  </a:lnTo>
                  <a:lnTo>
                    <a:pt x="5808742" y="2378092"/>
                  </a:lnTo>
                  <a:lnTo>
                    <a:pt x="5784835" y="2407577"/>
                  </a:lnTo>
                  <a:lnTo>
                    <a:pt x="5736518" y="2462097"/>
                  </a:lnTo>
                  <a:lnTo>
                    <a:pt x="5686593" y="2511215"/>
                  </a:lnTo>
                  <a:lnTo>
                    <a:pt x="5634305" y="2555199"/>
                  </a:lnTo>
                  <a:lnTo>
                    <a:pt x="5578809" y="2594509"/>
                  </a:lnTo>
                  <a:lnTo>
                    <a:pt x="5519241" y="2629663"/>
                  </a:lnTo>
                  <a:lnTo>
                    <a:pt x="5454788" y="2661167"/>
                  </a:lnTo>
                  <a:lnTo>
                    <a:pt x="5384778" y="2689468"/>
                  </a:lnTo>
                  <a:lnTo>
                    <a:pt x="5308802" y="2714932"/>
                  </a:lnTo>
                  <a:lnTo>
                    <a:pt x="5226859" y="2737828"/>
                  </a:lnTo>
                  <a:lnTo>
                    <a:pt x="5139555" y="2758331"/>
                  </a:lnTo>
                  <a:lnTo>
                    <a:pt x="5048284" y="2776519"/>
                  </a:lnTo>
                  <a:lnTo>
                    <a:pt x="4955370" y="2792392"/>
                  </a:lnTo>
                  <a:lnTo>
                    <a:pt x="4864071" y="2805904"/>
                  </a:lnTo>
                  <a:lnTo>
                    <a:pt x="4778345" y="2817003"/>
                  </a:lnTo>
                  <a:lnTo>
                    <a:pt x="4702346" y="2825688"/>
                  </a:lnTo>
                  <a:lnTo>
                    <a:pt x="4639689" y="2832055"/>
                  </a:lnTo>
                  <a:lnTo>
                    <a:pt x="4592677" y="2836330"/>
                  </a:lnTo>
                  <a:lnTo>
                    <a:pt x="4561716" y="2838862"/>
                  </a:lnTo>
                  <a:lnTo>
                    <a:pt x="4545101" y="2840090"/>
                  </a:lnTo>
                  <a:lnTo>
                    <a:pt x="4539159" y="2840488"/>
                  </a:lnTo>
                  <a:lnTo>
                    <a:pt x="4538543" y="2840527"/>
                  </a:lnTo>
                  <a:lnTo>
                    <a:pt x="4016409" y="2840527"/>
                  </a:lnTo>
                  <a:lnTo>
                    <a:pt x="4015259" y="2840448"/>
                  </a:lnTo>
                  <a:lnTo>
                    <a:pt x="4007724" y="2839885"/>
                  </a:lnTo>
                  <a:lnTo>
                    <a:pt x="3988821" y="2838330"/>
                  </a:lnTo>
                  <a:lnTo>
                    <a:pt x="3955266" y="2835274"/>
                  </a:lnTo>
                  <a:lnTo>
                    <a:pt x="3905745" y="2830257"/>
                  </a:lnTo>
                  <a:lnTo>
                    <a:pt x="3841005" y="2822925"/>
                  </a:lnTo>
                  <a:lnTo>
                    <a:pt x="3763575" y="2813060"/>
                  </a:lnTo>
                  <a:lnTo>
                    <a:pt x="3677155" y="2800575"/>
                  </a:lnTo>
                  <a:lnTo>
                    <a:pt x="3585849" y="2785486"/>
                  </a:lnTo>
                  <a:lnTo>
                    <a:pt x="3493474" y="2767850"/>
                  </a:lnTo>
                  <a:lnTo>
                    <a:pt x="3403112" y="2747715"/>
                  </a:lnTo>
                  <a:lnTo>
                    <a:pt x="3316919" y="2725068"/>
                  </a:lnTo>
                  <a:lnTo>
                    <a:pt x="3236153" y="2699812"/>
                  </a:lnTo>
                  <a:lnTo>
                    <a:pt x="3161321" y="2671747"/>
                  </a:lnTo>
                  <a:lnTo>
                    <a:pt x="3092364" y="2640568"/>
                  </a:lnTo>
                  <a:lnTo>
                    <a:pt x="3028838" y="2605871"/>
                  </a:lnTo>
                  <a:lnTo>
                    <a:pt x="2970062" y="2567166"/>
                  </a:lnTo>
                  <a:lnTo>
                    <a:pt x="2915226" y="2523904"/>
                  </a:lnTo>
                  <a:lnTo>
                    <a:pt x="2863479" y="2475528"/>
                  </a:lnTo>
                  <a:lnTo>
                    <a:pt x="2813993" y="2421558"/>
                  </a:lnTo>
                  <a:lnTo>
                    <a:pt x="2770117" y="2367105"/>
                  </a:lnTo>
                  <a:lnTo>
                    <a:pt x="2732924" y="2316178"/>
                  </a:lnTo>
                  <a:lnTo>
                    <a:pt x="2696079" y="2261534"/>
                  </a:lnTo>
                  <a:lnTo>
                    <a:pt x="2659361" y="2203098"/>
                  </a:lnTo>
                  <a:lnTo>
                    <a:pt x="2622596" y="2140855"/>
                  </a:lnTo>
                  <a:lnTo>
                    <a:pt x="2585655" y="2074853"/>
                  </a:lnTo>
                  <a:lnTo>
                    <a:pt x="2548445" y="2005218"/>
                  </a:lnTo>
                  <a:lnTo>
                    <a:pt x="2510908" y="1932147"/>
                  </a:lnTo>
                  <a:lnTo>
                    <a:pt x="2473020" y="1855919"/>
                  </a:lnTo>
                  <a:lnTo>
                    <a:pt x="2434786" y="1776888"/>
                  </a:lnTo>
                  <a:lnTo>
                    <a:pt x="2396234" y="1695479"/>
                  </a:lnTo>
                  <a:lnTo>
                    <a:pt x="2357418" y="1612184"/>
                  </a:lnTo>
                  <a:lnTo>
                    <a:pt x="2318406" y="1527546"/>
                  </a:lnTo>
                  <a:lnTo>
                    <a:pt x="2279282" y="1442148"/>
                  </a:lnTo>
                  <a:lnTo>
                    <a:pt x="2240134" y="1356593"/>
                  </a:lnTo>
                  <a:lnTo>
                    <a:pt x="2201055" y="1271491"/>
                  </a:lnTo>
                  <a:lnTo>
                    <a:pt x="2162129" y="1187439"/>
                  </a:lnTo>
                  <a:lnTo>
                    <a:pt x="2123434" y="1105001"/>
                  </a:lnTo>
                  <a:lnTo>
                    <a:pt x="2085032" y="1024696"/>
                  </a:lnTo>
                  <a:lnTo>
                    <a:pt x="2046964" y="946986"/>
                  </a:lnTo>
                  <a:lnTo>
                    <a:pt x="2009249" y="872261"/>
                  </a:lnTo>
                  <a:lnTo>
                    <a:pt x="1971877" y="800839"/>
                  </a:lnTo>
                  <a:lnTo>
                    <a:pt x="1934808" y="732959"/>
                  </a:lnTo>
                  <a:lnTo>
                    <a:pt x="1897967" y="668783"/>
                  </a:lnTo>
                  <a:lnTo>
                    <a:pt x="1861244" y="608398"/>
                  </a:lnTo>
                  <a:lnTo>
                    <a:pt x="1824488" y="551821"/>
                  </a:lnTo>
                  <a:lnTo>
                    <a:pt x="1787503" y="499006"/>
                  </a:lnTo>
                  <a:lnTo>
                    <a:pt x="1768425" y="473421"/>
                  </a:lnTo>
                  <a:lnTo>
                    <a:pt x="1720362" y="414098"/>
                  </a:lnTo>
                  <a:lnTo>
                    <a:pt x="1670713" y="360623"/>
                  </a:lnTo>
                  <a:lnTo>
                    <a:pt x="1618734" y="312708"/>
                  </a:lnTo>
                  <a:lnTo>
                    <a:pt x="1563592" y="269861"/>
                  </a:lnTo>
                  <a:lnTo>
                    <a:pt x="1504438" y="231521"/>
                  </a:lnTo>
                  <a:lnTo>
                    <a:pt x="1440470" y="197145"/>
                  </a:lnTo>
                  <a:lnTo>
                    <a:pt x="1371020" y="166248"/>
                  </a:lnTo>
                  <a:lnTo>
                    <a:pt x="1295673" y="138435"/>
                  </a:lnTo>
                  <a:lnTo>
                    <a:pt x="1214412" y="113410"/>
                  </a:lnTo>
                  <a:lnTo>
                    <a:pt x="1127799" y="90982"/>
                  </a:lnTo>
                  <a:lnTo>
                    <a:pt x="1037165" y="71061"/>
                  </a:lnTo>
                  <a:lnTo>
                    <a:pt x="944749" y="53642"/>
                  </a:lnTo>
                  <a:lnTo>
                    <a:pt x="853704" y="38774"/>
                  </a:lnTo>
                  <a:lnTo>
                    <a:pt x="767897" y="26516"/>
                  </a:lnTo>
                  <a:lnTo>
                    <a:pt x="691425" y="16873"/>
                  </a:lnTo>
                  <a:lnTo>
                    <a:pt x="627916" y="9751"/>
                  </a:lnTo>
                  <a:lnTo>
                    <a:pt x="579767" y="4918"/>
                  </a:lnTo>
                  <a:lnTo>
                    <a:pt x="547553" y="2010"/>
                  </a:lnTo>
                  <a:lnTo>
                    <a:pt x="529784" y="561"/>
                  </a:lnTo>
                  <a:lnTo>
                    <a:pt x="523015" y="60"/>
                  </a:lnTo>
                  <a:lnTo>
                    <a:pt x="5221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609" name="pl609"/>
            <p:cNvSpPr/>
            <p:nvPr/>
          </p:nvSpPr>
          <p:spPr>
            <a:xfrm>
              <a:off x="386606" y="3314528"/>
              <a:ext cx="8554953" cy="2840527"/>
            </a:xfrm>
            <a:custGeom>
              <a:avLst/>
              <a:pathLst>
                <a:path w="8554953" h="2840527">
                  <a:moveTo>
                    <a:pt x="0" y="0"/>
                  </a:moveTo>
                  <a:lnTo>
                    <a:pt x="522133" y="0"/>
                  </a:lnTo>
                  <a:lnTo>
                    <a:pt x="523283" y="78"/>
                  </a:lnTo>
                  <a:lnTo>
                    <a:pt x="530818" y="641"/>
                  </a:lnTo>
                  <a:lnTo>
                    <a:pt x="549721" y="2196"/>
                  </a:lnTo>
                  <a:lnTo>
                    <a:pt x="583276" y="5252"/>
                  </a:lnTo>
                  <a:lnTo>
                    <a:pt x="632797" y="10269"/>
                  </a:lnTo>
                  <a:lnTo>
                    <a:pt x="697537" y="17601"/>
                  </a:lnTo>
                  <a:lnTo>
                    <a:pt x="774967" y="27467"/>
                  </a:lnTo>
                  <a:lnTo>
                    <a:pt x="861387" y="39951"/>
                  </a:lnTo>
                  <a:lnTo>
                    <a:pt x="952694" y="55040"/>
                  </a:lnTo>
                  <a:lnTo>
                    <a:pt x="1045068" y="72676"/>
                  </a:lnTo>
                  <a:lnTo>
                    <a:pt x="1135430" y="92811"/>
                  </a:lnTo>
                  <a:lnTo>
                    <a:pt x="1221623" y="115458"/>
                  </a:lnTo>
                  <a:lnTo>
                    <a:pt x="1302389" y="140714"/>
                  </a:lnTo>
                  <a:lnTo>
                    <a:pt x="1377221" y="168779"/>
                  </a:lnTo>
                  <a:lnTo>
                    <a:pt x="1446178" y="199958"/>
                  </a:lnTo>
                  <a:lnTo>
                    <a:pt x="1509704" y="234655"/>
                  </a:lnTo>
                  <a:lnTo>
                    <a:pt x="1568480" y="273360"/>
                  </a:lnTo>
                  <a:lnTo>
                    <a:pt x="1623316" y="316622"/>
                  </a:lnTo>
                  <a:lnTo>
                    <a:pt x="1675063" y="364998"/>
                  </a:lnTo>
                  <a:lnTo>
                    <a:pt x="1724549" y="418968"/>
                  </a:lnTo>
                  <a:lnTo>
                    <a:pt x="1768425" y="473421"/>
                  </a:lnTo>
                  <a:lnTo>
                    <a:pt x="1805618" y="524348"/>
                  </a:lnTo>
                  <a:lnTo>
                    <a:pt x="1842463" y="578992"/>
                  </a:lnTo>
                  <a:lnTo>
                    <a:pt x="1879181" y="637428"/>
                  </a:lnTo>
                  <a:lnTo>
                    <a:pt x="1915946" y="699672"/>
                  </a:lnTo>
                  <a:lnTo>
                    <a:pt x="1952887" y="765673"/>
                  </a:lnTo>
                  <a:lnTo>
                    <a:pt x="1990097" y="835308"/>
                  </a:lnTo>
                  <a:lnTo>
                    <a:pt x="2027634" y="908379"/>
                  </a:lnTo>
                  <a:lnTo>
                    <a:pt x="2065522" y="984607"/>
                  </a:lnTo>
                  <a:lnTo>
                    <a:pt x="2103757" y="1063638"/>
                  </a:lnTo>
                  <a:lnTo>
                    <a:pt x="2142308" y="1145047"/>
                  </a:lnTo>
                  <a:lnTo>
                    <a:pt x="2181125" y="1228342"/>
                  </a:lnTo>
                  <a:lnTo>
                    <a:pt x="2220136" y="1312980"/>
                  </a:lnTo>
                  <a:lnTo>
                    <a:pt x="2259260" y="1398378"/>
                  </a:lnTo>
                  <a:lnTo>
                    <a:pt x="2298408" y="1483933"/>
                  </a:lnTo>
                  <a:lnTo>
                    <a:pt x="2337488" y="1569035"/>
                  </a:lnTo>
                  <a:lnTo>
                    <a:pt x="2376413" y="1653087"/>
                  </a:lnTo>
                  <a:lnTo>
                    <a:pt x="2415108" y="1735525"/>
                  </a:lnTo>
                  <a:lnTo>
                    <a:pt x="2453510" y="1815830"/>
                  </a:lnTo>
                  <a:lnTo>
                    <a:pt x="2491578" y="1893540"/>
                  </a:lnTo>
                  <a:lnTo>
                    <a:pt x="2529293" y="1968265"/>
                  </a:lnTo>
                  <a:lnTo>
                    <a:pt x="2566665" y="2039687"/>
                  </a:lnTo>
                  <a:lnTo>
                    <a:pt x="2603735" y="2107567"/>
                  </a:lnTo>
                  <a:lnTo>
                    <a:pt x="2640575" y="2171743"/>
                  </a:lnTo>
                  <a:lnTo>
                    <a:pt x="2677298" y="2232128"/>
                  </a:lnTo>
                  <a:lnTo>
                    <a:pt x="2714054" y="2288705"/>
                  </a:lnTo>
                  <a:lnTo>
                    <a:pt x="2751039" y="2341520"/>
                  </a:lnTo>
                  <a:lnTo>
                    <a:pt x="2770117" y="2367105"/>
                  </a:lnTo>
                  <a:lnTo>
                    <a:pt x="2818180" y="2426428"/>
                  </a:lnTo>
                  <a:lnTo>
                    <a:pt x="2867829" y="2479903"/>
                  </a:lnTo>
                  <a:lnTo>
                    <a:pt x="2919809" y="2527818"/>
                  </a:lnTo>
                  <a:lnTo>
                    <a:pt x="2974950" y="2570665"/>
                  </a:lnTo>
                  <a:lnTo>
                    <a:pt x="3034104" y="2609005"/>
                  </a:lnTo>
                  <a:lnTo>
                    <a:pt x="3098073" y="2643381"/>
                  </a:lnTo>
                  <a:lnTo>
                    <a:pt x="3167522" y="2674278"/>
                  </a:lnTo>
                  <a:lnTo>
                    <a:pt x="3242869" y="2702091"/>
                  </a:lnTo>
                  <a:lnTo>
                    <a:pt x="3324131" y="2727116"/>
                  </a:lnTo>
                  <a:lnTo>
                    <a:pt x="3410743" y="2749544"/>
                  </a:lnTo>
                  <a:lnTo>
                    <a:pt x="3501377" y="2769466"/>
                  </a:lnTo>
                  <a:lnTo>
                    <a:pt x="3593793" y="2786884"/>
                  </a:lnTo>
                  <a:lnTo>
                    <a:pt x="3684838" y="2801752"/>
                  </a:lnTo>
                  <a:lnTo>
                    <a:pt x="3770645" y="2814011"/>
                  </a:lnTo>
                  <a:lnTo>
                    <a:pt x="3847117" y="2823653"/>
                  </a:lnTo>
                  <a:lnTo>
                    <a:pt x="3910626" y="2830775"/>
                  </a:lnTo>
                  <a:lnTo>
                    <a:pt x="3958775" y="2835608"/>
                  </a:lnTo>
                  <a:lnTo>
                    <a:pt x="3990989" y="2838516"/>
                  </a:lnTo>
                  <a:lnTo>
                    <a:pt x="4008758" y="2839965"/>
                  </a:lnTo>
                  <a:lnTo>
                    <a:pt x="4015527" y="2840466"/>
                  </a:lnTo>
                  <a:lnTo>
                    <a:pt x="4016409" y="2840527"/>
                  </a:lnTo>
                  <a:lnTo>
                    <a:pt x="4538543" y="2840527"/>
                  </a:lnTo>
                  <a:lnTo>
                    <a:pt x="4539711" y="2840453"/>
                  </a:lnTo>
                  <a:lnTo>
                    <a:pt x="4547360" y="2839931"/>
                  </a:lnTo>
                  <a:lnTo>
                    <a:pt x="4566538" y="2838486"/>
                  </a:lnTo>
                  <a:lnTo>
                    <a:pt x="4600557" y="2835647"/>
                  </a:lnTo>
                  <a:lnTo>
                    <a:pt x="4650713" y="2830988"/>
                  </a:lnTo>
                  <a:lnTo>
                    <a:pt x="4716200" y="2824183"/>
                  </a:lnTo>
                  <a:lnTo>
                    <a:pt x="4794405" y="2815032"/>
                  </a:lnTo>
                  <a:lnTo>
                    <a:pt x="4881545" y="2803461"/>
                  </a:lnTo>
                  <a:lnTo>
                    <a:pt x="4973453" y="2789484"/>
                  </a:lnTo>
                  <a:lnTo>
                    <a:pt x="5066274" y="2773157"/>
                  </a:lnTo>
                  <a:lnTo>
                    <a:pt x="5156925" y="2754521"/>
                  </a:lnTo>
                  <a:lnTo>
                    <a:pt x="5243267" y="2733561"/>
                  </a:lnTo>
                  <a:lnTo>
                    <a:pt x="5324074" y="2710181"/>
                  </a:lnTo>
                  <a:lnTo>
                    <a:pt x="5398873" y="2684189"/>
                  </a:lnTo>
                  <a:lnTo>
                    <a:pt x="5467758" y="2655296"/>
                  </a:lnTo>
                  <a:lnTo>
                    <a:pt x="5531201" y="2623118"/>
                  </a:lnTo>
                  <a:lnTo>
                    <a:pt x="5589910" y="2587195"/>
                  </a:lnTo>
                  <a:lnTo>
                    <a:pt x="5644713" y="2547016"/>
                  </a:lnTo>
                  <a:lnTo>
                    <a:pt x="5696476" y="2502064"/>
                  </a:lnTo>
                  <a:lnTo>
                    <a:pt x="5746032" y="2451906"/>
                  </a:lnTo>
                  <a:lnTo>
                    <a:pt x="5784835" y="2407577"/>
                  </a:lnTo>
                  <a:lnTo>
                    <a:pt x="5823314" y="2359322"/>
                  </a:lnTo>
                  <a:lnTo>
                    <a:pt x="5861430" y="2307424"/>
                  </a:lnTo>
                  <a:lnTo>
                    <a:pt x="5899425" y="2251810"/>
                  </a:lnTo>
                  <a:lnTo>
                    <a:pt x="5937485" y="2192469"/>
                  </a:lnTo>
                  <a:lnTo>
                    <a:pt x="5975750" y="2129462"/>
                  </a:lnTo>
                  <a:lnTo>
                    <a:pt x="6014317" y="2062925"/>
                  </a:lnTo>
                  <a:lnTo>
                    <a:pt x="6053241" y="1993075"/>
                  </a:lnTo>
                  <a:lnTo>
                    <a:pt x="6092542" y="1920211"/>
                  </a:lnTo>
                  <a:lnTo>
                    <a:pt x="6132209" y="1844712"/>
                  </a:lnTo>
                  <a:lnTo>
                    <a:pt x="6172199" y="1767029"/>
                  </a:lnTo>
                  <a:lnTo>
                    <a:pt x="6212449" y="1687679"/>
                  </a:lnTo>
                  <a:lnTo>
                    <a:pt x="6252875" y="1607229"/>
                  </a:lnTo>
                  <a:lnTo>
                    <a:pt x="6293383" y="1526279"/>
                  </a:lnTo>
                  <a:lnTo>
                    <a:pt x="6333871" y="1445447"/>
                  </a:lnTo>
                  <a:lnTo>
                    <a:pt x="6374241" y="1365346"/>
                  </a:lnTo>
                  <a:lnTo>
                    <a:pt x="6414401" y="1286565"/>
                  </a:lnTo>
                  <a:lnTo>
                    <a:pt x="6454275" y="1209655"/>
                  </a:lnTo>
                  <a:lnTo>
                    <a:pt x="6493806" y="1135108"/>
                  </a:lnTo>
                  <a:lnTo>
                    <a:pt x="6532964" y="1063349"/>
                  </a:lnTo>
                  <a:lnTo>
                    <a:pt x="6571748" y="994728"/>
                  </a:lnTo>
                  <a:lnTo>
                    <a:pt x="6610191" y="929512"/>
                  </a:lnTo>
                  <a:lnTo>
                    <a:pt x="6648365" y="867887"/>
                  </a:lnTo>
                  <a:lnTo>
                    <a:pt x="6686381" y="809960"/>
                  </a:lnTo>
                  <a:lnTo>
                    <a:pt x="6724397" y="755764"/>
                  </a:lnTo>
                  <a:lnTo>
                    <a:pt x="6762620" y="705263"/>
                  </a:lnTo>
                  <a:lnTo>
                    <a:pt x="6786527" y="675778"/>
                  </a:lnTo>
                  <a:lnTo>
                    <a:pt x="6834844" y="621257"/>
                  </a:lnTo>
                  <a:lnTo>
                    <a:pt x="6884769" y="572139"/>
                  </a:lnTo>
                  <a:lnTo>
                    <a:pt x="6937057" y="528155"/>
                  </a:lnTo>
                  <a:lnTo>
                    <a:pt x="6992552" y="488846"/>
                  </a:lnTo>
                  <a:lnTo>
                    <a:pt x="7052121" y="453692"/>
                  </a:lnTo>
                  <a:lnTo>
                    <a:pt x="7116574" y="422187"/>
                  </a:lnTo>
                  <a:lnTo>
                    <a:pt x="7186584" y="393886"/>
                  </a:lnTo>
                  <a:lnTo>
                    <a:pt x="7262560" y="368423"/>
                  </a:lnTo>
                  <a:lnTo>
                    <a:pt x="7344502" y="345526"/>
                  </a:lnTo>
                  <a:lnTo>
                    <a:pt x="7431807" y="325024"/>
                  </a:lnTo>
                  <a:lnTo>
                    <a:pt x="7523078" y="306836"/>
                  </a:lnTo>
                  <a:lnTo>
                    <a:pt x="7615992" y="290962"/>
                  </a:lnTo>
                  <a:lnTo>
                    <a:pt x="7707291" y="277450"/>
                  </a:lnTo>
                  <a:lnTo>
                    <a:pt x="7793017" y="266351"/>
                  </a:lnTo>
                  <a:lnTo>
                    <a:pt x="7869016" y="257667"/>
                  </a:lnTo>
                  <a:lnTo>
                    <a:pt x="7931673" y="251299"/>
                  </a:lnTo>
                  <a:lnTo>
                    <a:pt x="7978685" y="247024"/>
                  </a:lnTo>
                  <a:lnTo>
                    <a:pt x="8009646" y="244492"/>
                  </a:lnTo>
                  <a:lnTo>
                    <a:pt x="8026261" y="243265"/>
                  </a:lnTo>
                  <a:lnTo>
                    <a:pt x="8032203" y="242866"/>
                  </a:lnTo>
                  <a:lnTo>
                    <a:pt x="8032819" y="242828"/>
                  </a:lnTo>
                  <a:lnTo>
                    <a:pt x="8554953" y="242828"/>
                  </a:lnTo>
                  <a:lnTo>
                    <a:pt x="8554953" y="242828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610" name="pl610"/>
            <p:cNvSpPr/>
            <p:nvPr/>
          </p:nvSpPr>
          <p:spPr>
            <a:xfrm>
              <a:off x="386606" y="3308881"/>
              <a:ext cx="8554953" cy="2840527"/>
            </a:xfrm>
            <a:custGeom>
              <a:avLst/>
              <a:pathLst>
                <a:path w="8554953" h="2840527">
                  <a:moveTo>
                    <a:pt x="8554953" y="242828"/>
                  </a:moveTo>
                  <a:lnTo>
                    <a:pt x="8032819" y="242828"/>
                  </a:lnTo>
                  <a:lnTo>
                    <a:pt x="8031651" y="242901"/>
                  </a:lnTo>
                  <a:lnTo>
                    <a:pt x="8024002" y="243424"/>
                  </a:lnTo>
                  <a:lnTo>
                    <a:pt x="8004824" y="244868"/>
                  </a:lnTo>
                  <a:lnTo>
                    <a:pt x="7970805" y="247708"/>
                  </a:lnTo>
                  <a:lnTo>
                    <a:pt x="7920649" y="252367"/>
                  </a:lnTo>
                  <a:lnTo>
                    <a:pt x="7855162" y="259171"/>
                  </a:lnTo>
                  <a:lnTo>
                    <a:pt x="7776957" y="268322"/>
                  </a:lnTo>
                  <a:lnTo>
                    <a:pt x="7689817" y="279894"/>
                  </a:lnTo>
                  <a:lnTo>
                    <a:pt x="7597909" y="293870"/>
                  </a:lnTo>
                  <a:lnTo>
                    <a:pt x="7505088" y="310197"/>
                  </a:lnTo>
                  <a:lnTo>
                    <a:pt x="7414437" y="328834"/>
                  </a:lnTo>
                  <a:lnTo>
                    <a:pt x="7328094" y="349794"/>
                  </a:lnTo>
                  <a:lnTo>
                    <a:pt x="7247288" y="373173"/>
                  </a:lnTo>
                  <a:lnTo>
                    <a:pt x="7172489" y="399165"/>
                  </a:lnTo>
                  <a:lnTo>
                    <a:pt x="7103604" y="428059"/>
                  </a:lnTo>
                  <a:lnTo>
                    <a:pt x="7040161" y="460237"/>
                  </a:lnTo>
                  <a:lnTo>
                    <a:pt x="6981452" y="496159"/>
                  </a:lnTo>
                  <a:lnTo>
                    <a:pt x="6926649" y="536339"/>
                  </a:lnTo>
                  <a:lnTo>
                    <a:pt x="6874886" y="581291"/>
                  </a:lnTo>
                  <a:lnTo>
                    <a:pt x="6825330" y="631448"/>
                  </a:lnTo>
                  <a:lnTo>
                    <a:pt x="6786527" y="675778"/>
                  </a:lnTo>
                  <a:lnTo>
                    <a:pt x="6748048" y="724033"/>
                  </a:lnTo>
                  <a:lnTo>
                    <a:pt x="6709932" y="775930"/>
                  </a:lnTo>
                  <a:lnTo>
                    <a:pt x="6671937" y="831544"/>
                  </a:lnTo>
                  <a:lnTo>
                    <a:pt x="6633877" y="890885"/>
                  </a:lnTo>
                  <a:lnTo>
                    <a:pt x="6595612" y="953892"/>
                  </a:lnTo>
                  <a:lnTo>
                    <a:pt x="6557045" y="1020429"/>
                  </a:lnTo>
                  <a:lnTo>
                    <a:pt x="6518121" y="1090279"/>
                  </a:lnTo>
                  <a:lnTo>
                    <a:pt x="6478820" y="1163143"/>
                  </a:lnTo>
                  <a:lnTo>
                    <a:pt x="6439153" y="1238643"/>
                  </a:lnTo>
                  <a:lnTo>
                    <a:pt x="6399163" y="1316326"/>
                  </a:lnTo>
                  <a:lnTo>
                    <a:pt x="6358913" y="1395676"/>
                  </a:lnTo>
                  <a:lnTo>
                    <a:pt x="6318486" y="1476126"/>
                  </a:lnTo>
                  <a:lnTo>
                    <a:pt x="6277979" y="1557075"/>
                  </a:lnTo>
                  <a:lnTo>
                    <a:pt x="6237491" y="1637907"/>
                  </a:lnTo>
                  <a:lnTo>
                    <a:pt x="6197121" y="1718009"/>
                  </a:lnTo>
                  <a:lnTo>
                    <a:pt x="6156961" y="1796789"/>
                  </a:lnTo>
                  <a:lnTo>
                    <a:pt x="6117087" y="1873700"/>
                  </a:lnTo>
                  <a:lnTo>
                    <a:pt x="6077555" y="1948247"/>
                  </a:lnTo>
                  <a:lnTo>
                    <a:pt x="6038398" y="2020005"/>
                  </a:lnTo>
                  <a:lnTo>
                    <a:pt x="5999614" y="2088626"/>
                  </a:lnTo>
                  <a:lnTo>
                    <a:pt x="5961171" y="2153842"/>
                  </a:lnTo>
                  <a:lnTo>
                    <a:pt x="5922997" y="2215467"/>
                  </a:lnTo>
                  <a:lnTo>
                    <a:pt x="5884981" y="2273394"/>
                  </a:lnTo>
                  <a:lnTo>
                    <a:pt x="5846965" y="2327591"/>
                  </a:lnTo>
                  <a:lnTo>
                    <a:pt x="5808742" y="2378092"/>
                  </a:lnTo>
                  <a:lnTo>
                    <a:pt x="5784835" y="2407577"/>
                  </a:lnTo>
                  <a:lnTo>
                    <a:pt x="5736518" y="2462097"/>
                  </a:lnTo>
                  <a:lnTo>
                    <a:pt x="5686593" y="2511215"/>
                  </a:lnTo>
                  <a:lnTo>
                    <a:pt x="5634305" y="2555199"/>
                  </a:lnTo>
                  <a:lnTo>
                    <a:pt x="5578809" y="2594509"/>
                  </a:lnTo>
                  <a:lnTo>
                    <a:pt x="5519241" y="2629663"/>
                  </a:lnTo>
                  <a:lnTo>
                    <a:pt x="5454788" y="2661167"/>
                  </a:lnTo>
                  <a:lnTo>
                    <a:pt x="5384778" y="2689468"/>
                  </a:lnTo>
                  <a:lnTo>
                    <a:pt x="5308802" y="2714932"/>
                  </a:lnTo>
                  <a:lnTo>
                    <a:pt x="5226859" y="2737828"/>
                  </a:lnTo>
                  <a:lnTo>
                    <a:pt x="5139555" y="2758331"/>
                  </a:lnTo>
                  <a:lnTo>
                    <a:pt x="5048284" y="2776519"/>
                  </a:lnTo>
                  <a:lnTo>
                    <a:pt x="4955370" y="2792392"/>
                  </a:lnTo>
                  <a:lnTo>
                    <a:pt x="4864071" y="2805904"/>
                  </a:lnTo>
                  <a:lnTo>
                    <a:pt x="4778345" y="2817003"/>
                  </a:lnTo>
                  <a:lnTo>
                    <a:pt x="4702346" y="2825688"/>
                  </a:lnTo>
                  <a:lnTo>
                    <a:pt x="4639689" y="2832055"/>
                  </a:lnTo>
                  <a:lnTo>
                    <a:pt x="4592677" y="2836330"/>
                  </a:lnTo>
                  <a:lnTo>
                    <a:pt x="4561716" y="2838862"/>
                  </a:lnTo>
                  <a:lnTo>
                    <a:pt x="4545101" y="2840090"/>
                  </a:lnTo>
                  <a:lnTo>
                    <a:pt x="4539159" y="2840488"/>
                  </a:lnTo>
                  <a:lnTo>
                    <a:pt x="4538543" y="2840527"/>
                  </a:lnTo>
                  <a:lnTo>
                    <a:pt x="4016409" y="2840527"/>
                  </a:lnTo>
                  <a:lnTo>
                    <a:pt x="4015259" y="2840448"/>
                  </a:lnTo>
                  <a:lnTo>
                    <a:pt x="4007724" y="2839885"/>
                  </a:lnTo>
                  <a:lnTo>
                    <a:pt x="3988821" y="2838330"/>
                  </a:lnTo>
                  <a:lnTo>
                    <a:pt x="3955266" y="2835274"/>
                  </a:lnTo>
                  <a:lnTo>
                    <a:pt x="3905745" y="2830257"/>
                  </a:lnTo>
                  <a:lnTo>
                    <a:pt x="3841005" y="2822925"/>
                  </a:lnTo>
                  <a:lnTo>
                    <a:pt x="3763575" y="2813060"/>
                  </a:lnTo>
                  <a:lnTo>
                    <a:pt x="3677155" y="2800575"/>
                  </a:lnTo>
                  <a:lnTo>
                    <a:pt x="3585849" y="2785486"/>
                  </a:lnTo>
                  <a:lnTo>
                    <a:pt x="3493474" y="2767850"/>
                  </a:lnTo>
                  <a:lnTo>
                    <a:pt x="3403112" y="2747715"/>
                  </a:lnTo>
                  <a:lnTo>
                    <a:pt x="3316919" y="2725068"/>
                  </a:lnTo>
                  <a:lnTo>
                    <a:pt x="3236153" y="2699812"/>
                  </a:lnTo>
                  <a:lnTo>
                    <a:pt x="3161321" y="2671747"/>
                  </a:lnTo>
                  <a:lnTo>
                    <a:pt x="3092364" y="2640568"/>
                  </a:lnTo>
                  <a:lnTo>
                    <a:pt x="3028838" y="2605871"/>
                  </a:lnTo>
                  <a:lnTo>
                    <a:pt x="2970062" y="2567166"/>
                  </a:lnTo>
                  <a:lnTo>
                    <a:pt x="2915226" y="2523904"/>
                  </a:lnTo>
                  <a:lnTo>
                    <a:pt x="2863479" y="2475528"/>
                  </a:lnTo>
                  <a:lnTo>
                    <a:pt x="2813993" y="2421558"/>
                  </a:lnTo>
                  <a:lnTo>
                    <a:pt x="2770117" y="2367105"/>
                  </a:lnTo>
                  <a:lnTo>
                    <a:pt x="2732924" y="2316178"/>
                  </a:lnTo>
                  <a:lnTo>
                    <a:pt x="2696079" y="2261534"/>
                  </a:lnTo>
                  <a:lnTo>
                    <a:pt x="2659361" y="2203098"/>
                  </a:lnTo>
                  <a:lnTo>
                    <a:pt x="2622596" y="2140855"/>
                  </a:lnTo>
                  <a:lnTo>
                    <a:pt x="2585655" y="2074853"/>
                  </a:lnTo>
                  <a:lnTo>
                    <a:pt x="2548445" y="2005218"/>
                  </a:lnTo>
                  <a:lnTo>
                    <a:pt x="2510908" y="1932147"/>
                  </a:lnTo>
                  <a:lnTo>
                    <a:pt x="2473020" y="1855919"/>
                  </a:lnTo>
                  <a:lnTo>
                    <a:pt x="2434786" y="1776888"/>
                  </a:lnTo>
                  <a:lnTo>
                    <a:pt x="2396234" y="1695479"/>
                  </a:lnTo>
                  <a:lnTo>
                    <a:pt x="2357418" y="1612184"/>
                  </a:lnTo>
                  <a:lnTo>
                    <a:pt x="2318406" y="1527546"/>
                  </a:lnTo>
                  <a:lnTo>
                    <a:pt x="2279282" y="1442148"/>
                  </a:lnTo>
                  <a:lnTo>
                    <a:pt x="2240134" y="1356593"/>
                  </a:lnTo>
                  <a:lnTo>
                    <a:pt x="2201055" y="1271491"/>
                  </a:lnTo>
                  <a:lnTo>
                    <a:pt x="2162129" y="1187439"/>
                  </a:lnTo>
                  <a:lnTo>
                    <a:pt x="2123434" y="1105001"/>
                  </a:lnTo>
                  <a:lnTo>
                    <a:pt x="2085032" y="1024696"/>
                  </a:lnTo>
                  <a:lnTo>
                    <a:pt x="2046964" y="946986"/>
                  </a:lnTo>
                  <a:lnTo>
                    <a:pt x="2009249" y="872261"/>
                  </a:lnTo>
                  <a:lnTo>
                    <a:pt x="1971877" y="800839"/>
                  </a:lnTo>
                  <a:lnTo>
                    <a:pt x="1934808" y="732959"/>
                  </a:lnTo>
                  <a:lnTo>
                    <a:pt x="1897967" y="668783"/>
                  </a:lnTo>
                  <a:lnTo>
                    <a:pt x="1861244" y="608398"/>
                  </a:lnTo>
                  <a:lnTo>
                    <a:pt x="1824488" y="551821"/>
                  </a:lnTo>
                  <a:lnTo>
                    <a:pt x="1787503" y="499006"/>
                  </a:lnTo>
                  <a:lnTo>
                    <a:pt x="1768425" y="473421"/>
                  </a:lnTo>
                  <a:lnTo>
                    <a:pt x="1720362" y="414098"/>
                  </a:lnTo>
                  <a:lnTo>
                    <a:pt x="1670713" y="360623"/>
                  </a:lnTo>
                  <a:lnTo>
                    <a:pt x="1618734" y="312708"/>
                  </a:lnTo>
                  <a:lnTo>
                    <a:pt x="1563592" y="269861"/>
                  </a:lnTo>
                  <a:lnTo>
                    <a:pt x="1504438" y="231521"/>
                  </a:lnTo>
                  <a:lnTo>
                    <a:pt x="1440470" y="197145"/>
                  </a:lnTo>
                  <a:lnTo>
                    <a:pt x="1371020" y="166248"/>
                  </a:lnTo>
                  <a:lnTo>
                    <a:pt x="1295673" y="138435"/>
                  </a:lnTo>
                  <a:lnTo>
                    <a:pt x="1214412" y="113410"/>
                  </a:lnTo>
                  <a:lnTo>
                    <a:pt x="1127799" y="90982"/>
                  </a:lnTo>
                  <a:lnTo>
                    <a:pt x="1037165" y="71061"/>
                  </a:lnTo>
                  <a:lnTo>
                    <a:pt x="944749" y="53642"/>
                  </a:lnTo>
                  <a:lnTo>
                    <a:pt x="853704" y="38774"/>
                  </a:lnTo>
                  <a:lnTo>
                    <a:pt x="767897" y="26516"/>
                  </a:lnTo>
                  <a:lnTo>
                    <a:pt x="691425" y="16873"/>
                  </a:lnTo>
                  <a:lnTo>
                    <a:pt x="627916" y="9751"/>
                  </a:lnTo>
                  <a:lnTo>
                    <a:pt x="579767" y="4918"/>
                  </a:lnTo>
                  <a:lnTo>
                    <a:pt x="547553" y="2010"/>
                  </a:lnTo>
                  <a:lnTo>
                    <a:pt x="529784" y="561"/>
                  </a:lnTo>
                  <a:lnTo>
                    <a:pt x="523015" y="60"/>
                  </a:lnTo>
                  <a:lnTo>
                    <a:pt x="522133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611" name="pg611"/>
            <p:cNvSpPr/>
            <p:nvPr/>
          </p:nvSpPr>
          <p:spPr>
            <a:xfrm>
              <a:off x="386606" y="3314528"/>
              <a:ext cx="8554953" cy="2851821"/>
            </a:xfrm>
            <a:custGeom>
              <a:avLst/>
              <a:pathLst>
                <a:path w="8554953" h="2851821">
                  <a:moveTo>
                    <a:pt x="0" y="5647"/>
                  </a:moveTo>
                  <a:lnTo>
                    <a:pt x="522133" y="5647"/>
                  </a:lnTo>
                  <a:lnTo>
                    <a:pt x="523283" y="5726"/>
                  </a:lnTo>
                  <a:lnTo>
                    <a:pt x="530815" y="6289"/>
                  </a:lnTo>
                  <a:lnTo>
                    <a:pt x="549711" y="7846"/>
                  </a:lnTo>
                  <a:lnTo>
                    <a:pt x="583255" y="10908"/>
                  </a:lnTo>
                  <a:lnTo>
                    <a:pt x="632761" y="15933"/>
                  </a:lnTo>
                  <a:lnTo>
                    <a:pt x="697483" y="23276"/>
                  </a:lnTo>
                  <a:lnTo>
                    <a:pt x="774895" y="33159"/>
                  </a:lnTo>
                  <a:lnTo>
                    <a:pt x="861297" y="45664"/>
                  </a:lnTo>
                  <a:lnTo>
                    <a:pt x="952589" y="60778"/>
                  </a:lnTo>
                  <a:lnTo>
                    <a:pt x="1044953" y="78444"/>
                  </a:lnTo>
                  <a:lnTo>
                    <a:pt x="1135308" y="98614"/>
                  </a:lnTo>
                  <a:lnTo>
                    <a:pt x="1221497" y="121299"/>
                  </a:lnTo>
                  <a:lnTo>
                    <a:pt x="1302262" y="146598"/>
                  </a:lnTo>
                  <a:lnTo>
                    <a:pt x="1377095" y="174710"/>
                  </a:lnTo>
                  <a:lnTo>
                    <a:pt x="1446054" y="205941"/>
                  </a:lnTo>
                  <a:lnTo>
                    <a:pt x="1509582" y="240695"/>
                  </a:lnTo>
                  <a:lnTo>
                    <a:pt x="1568360" y="279464"/>
                  </a:lnTo>
                  <a:lnTo>
                    <a:pt x="1623196" y="322795"/>
                  </a:lnTo>
                  <a:lnTo>
                    <a:pt x="1674943" y="371248"/>
                  </a:lnTo>
                  <a:lnTo>
                    <a:pt x="1724427" y="425306"/>
                  </a:lnTo>
                  <a:lnTo>
                    <a:pt x="1768425" y="480009"/>
                  </a:lnTo>
                  <a:lnTo>
                    <a:pt x="1805589" y="530996"/>
                  </a:lnTo>
                  <a:lnTo>
                    <a:pt x="1842406" y="585702"/>
                  </a:lnTo>
                  <a:lnTo>
                    <a:pt x="1879096" y="644201"/>
                  </a:lnTo>
                  <a:lnTo>
                    <a:pt x="1915831" y="706510"/>
                  </a:lnTo>
                  <a:lnTo>
                    <a:pt x="1952743" y="772578"/>
                  </a:lnTo>
                  <a:lnTo>
                    <a:pt x="1989923" y="842283"/>
                  </a:lnTo>
                  <a:lnTo>
                    <a:pt x="2027429" y="915425"/>
                  </a:lnTo>
                  <a:lnTo>
                    <a:pt x="2065285" y="991728"/>
                  </a:lnTo>
                  <a:lnTo>
                    <a:pt x="2103488" y="1070838"/>
                  </a:lnTo>
                  <a:lnTo>
                    <a:pt x="2142008" y="1152329"/>
                  </a:lnTo>
                  <a:lnTo>
                    <a:pt x="2180792" y="1235712"/>
                  </a:lnTo>
                  <a:lnTo>
                    <a:pt x="2219772" y="1320443"/>
                  </a:lnTo>
                  <a:lnTo>
                    <a:pt x="2258865" y="1405941"/>
                  </a:lnTo>
                  <a:lnTo>
                    <a:pt x="2297983" y="1491601"/>
                  </a:lnTo>
                  <a:lnTo>
                    <a:pt x="2337034" y="1576814"/>
                  </a:lnTo>
                  <a:lnTo>
                    <a:pt x="2375931" y="1660984"/>
                  </a:lnTo>
                  <a:lnTo>
                    <a:pt x="2414599" y="1743546"/>
                  </a:lnTo>
                  <a:lnTo>
                    <a:pt x="2452976" y="1823980"/>
                  </a:lnTo>
                  <a:lnTo>
                    <a:pt x="2491019" y="1901825"/>
                  </a:lnTo>
                  <a:lnTo>
                    <a:pt x="2528710" y="1976688"/>
                  </a:lnTo>
                  <a:lnTo>
                    <a:pt x="2566059" y="2048251"/>
                  </a:lnTo>
                  <a:lnTo>
                    <a:pt x="2603104" y="2116274"/>
                  </a:lnTo>
                  <a:lnTo>
                    <a:pt x="2639919" y="2180593"/>
                  </a:lnTo>
                  <a:lnTo>
                    <a:pt x="2676615" y="2241121"/>
                  </a:lnTo>
                  <a:lnTo>
                    <a:pt x="2713340" y="2297839"/>
                  </a:lnTo>
                  <a:lnTo>
                    <a:pt x="2750289" y="2350791"/>
                  </a:lnTo>
                  <a:lnTo>
                    <a:pt x="2770117" y="2377459"/>
                  </a:lnTo>
                  <a:lnTo>
                    <a:pt x="2818174" y="2436892"/>
                  </a:lnTo>
                  <a:lnTo>
                    <a:pt x="2867816" y="2490467"/>
                  </a:lnTo>
                  <a:lnTo>
                    <a:pt x="2919789" y="2538473"/>
                  </a:lnTo>
                  <a:lnTo>
                    <a:pt x="2974921" y="2581403"/>
                  </a:lnTo>
                  <a:lnTo>
                    <a:pt x="3034065" y="2619816"/>
                  </a:lnTo>
                  <a:lnTo>
                    <a:pt x="3098022" y="2654259"/>
                  </a:lnTo>
                  <a:lnTo>
                    <a:pt x="3167459" y="2685216"/>
                  </a:lnTo>
                  <a:lnTo>
                    <a:pt x="3242790" y="2713083"/>
                  </a:lnTo>
                  <a:lnTo>
                    <a:pt x="3324036" y="2738158"/>
                  </a:lnTo>
                  <a:lnTo>
                    <a:pt x="3410632" y="2760631"/>
                  </a:lnTo>
                  <a:lnTo>
                    <a:pt x="3501250" y="2780593"/>
                  </a:lnTo>
                  <a:lnTo>
                    <a:pt x="3593654" y="2798048"/>
                  </a:lnTo>
                  <a:lnTo>
                    <a:pt x="3684693" y="2812947"/>
                  </a:lnTo>
                  <a:lnTo>
                    <a:pt x="3770501" y="2825233"/>
                  </a:lnTo>
                  <a:lnTo>
                    <a:pt x="3846985" y="2834898"/>
                  </a:lnTo>
                  <a:lnTo>
                    <a:pt x="3910514" y="2842038"/>
                  </a:lnTo>
                  <a:lnTo>
                    <a:pt x="3958689" y="2846884"/>
                  </a:lnTo>
                  <a:lnTo>
                    <a:pt x="3990933" y="2849802"/>
                  </a:lnTo>
                  <a:lnTo>
                    <a:pt x="4008731" y="2851256"/>
                  </a:lnTo>
                  <a:lnTo>
                    <a:pt x="4015520" y="2851760"/>
                  </a:lnTo>
                  <a:lnTo>
                    <a:pt x="4016409" y="2851821"/>
                  </a:lnTo>
                  <a:lnTo>
                    <a:pt x="4538543" y="2851821"/>
                  </a:lnTo>
                  <a:lnTo>
                    <a:pt x="4539751" y="2851763"/>
                  </a:lnTo>
                  <a:lnTo>
                    <a:pt x="4547662" y="2851353"/>
                  </a:lnTo>
                  <a:lnTo>
                    <a:pt x="4567472" y="2850217"/>
                  </a:lnTo>
                  <a:lnTo>
                    <a:pt x="4602554" y="2847985"/>
                  </a:lnTo>
                  <a:lnTo>
                    <a:pt x="4654158" y="2844327"/>
                  </a:lnTo>
                  <a:lnTo>
                    <a:pt x="4721342" y="2838991"/>
                  </a:lnTo>
                  <a:lnTo>
                    <a:pt x="4801299" y="2831825"/>
                  </a:lnTo>
                  <a:lnTo>
                    <a:pt x="4890055" y="2822779"/>
                  </a:lnTo>
                  <a:lnTo>
                    <a:pt x="4983297" y="2811867"/>
                  </a:lnTo>
                  <a:lnTo>
                    <a:pt x="5077100" y="2799135"/>
                  </a:lnTo>
                  <a:lnTo>
                    <a:pt x="5168374" y="2784611"/>
                  </a:lnTo>
                  <a:lnTo>
                    <a:pt x="5255027" y="2768277"/>
                  </a:lnTo>
                  <a:lnTo>
                    <a:pt x="5335904" y="2750046"/>
                  </a:lnTo>
                  <a:lnTo>
                    <a:pt x="5410615" y="2729757"/>
                  </a:lnTo>
                  <a:lnTo>
                    <a:pt x="5479329" y="2707170"/>
                  </a:lnTo>
                  <a:lnTo>
                    <a:pt x="5542588" y="2681973"/>
                  </a:lnTo>
                  <a:lnTo>
                    <a:pt x="5601154" y="2653795"/>
                  </a:lnTo>
                  <a:lnTo>
                    <a:pt x="5655898" y="2622229"/>
                  </a:lnTo>
                  <a:lnTo>
                    <a:pt x="5707715" y="2586878"/>
                  </a:lnTo>
                  <a:lnTo>
                    <a:pt x="5757452" y="2547427"/>
                  </a:lnTo>
                  <a:lnTo>
                    <a:pt x="5784835" y="2523344"/>
                  </a:lnTo>
                  <a:lnTo>
                    <a:pt x="5827153" y="2482906"/>
                  </a:lnTo>
                  <a:lnTo>
                    <a:pt x="5869063" y="2439113"/>
                  </a:lnTo>
                  <a:lnTo>
                    <a:pt x="5910875" y="2391900"/>
                  </a:lnTo>
                  <a:lnTo>
                    <a:pt x="5952822" y="2341274"/>
                  </a:lnTo>
                  <a:lnTo>
                    <a:pt x="5995069" y="2287322"/>
                  </a:lnTo>
                  <a:lnTo>
                    <a:pt x="6037721" y="2230220"/>
                  </a:lnTo>
                  <a:lnTo>
                    <a:pt x="6080824" y="2170232"/>
                  </a:lnTo>
                  <a:lnTo>
                    <a:pt x="6124377" y="2107713"/>
                  </a:lnTo>
                  <a:lnTo>
                    <a:pt x="6168334" y="2043103"/>
                  </a:lnTo>
                  <a:lnTo>
                    <a:pt x="6212613" y="1976914"/>
                  </a:lnTo>
                  <a:lnTo>
                    <a:pt x="6257105" y="1909717"/>
                  </a:lnTo>
                  <a:lnTo>
                    <a:pt x="6301683" y="1842120"/>
                  </a:lnTo>
                  <a:lnTo>
                    <a:pt x="6346212" y="1774748"/>
                  </a:lnTo>
                  <a:lnTo>
                    <a:pt x="6390563" y="1708215"/>
                  </a:lnTo>
                  <a:lnTo>
                    <a:pt x="6434621" y="1643104"/>
                  </a:lnTo>
                  <a:lnTo>
                    <a:pt x="6478294" y="1579948"/>
                  </a:lnTo>
                  <a:lnTo>
                    <a:pt x="6521526" y="1519206"/>
                  </a:lnTo>
                  <a:lnTo>
                    <a:pt x="6564303" y="1461259"/>
                  </a:lnTo>
                  <a:lnTo>
                    <a:pt x="6606656" y="1406397"/>
                  </a:lnTo>
                  <a:lnTo>
                    <a:pt x="6648674" y="1354820"/>
                  </a:lnTo>
                  <a:lnTo>
                    <a:pt x="6690503" y="1306640"/>
                  </a:lnTo>
                  <a:lnTo>
                    <a:pt x="6732358" y="1261886"/>
                  </a:lnTo>
                  <a:lnTo>
                    <a:pt x="6774524" y="1220511"/>
                  </a:lnTo>
                  <a:lnTo>
                    <a:pt x="6786527" y="1209435"/>
                  </a:lnTo>
                  <a:lnTo>
                    <a:pt x="6835421" y="1167609"/>
                  </a:lnTo>
                  <a:lnTo>
                    <a:pt x="6885969" y="1129977"/>
                  </a:lnTo>
                  <a:lnTo>
                    <a:pt x="6938955" y="1096324"/>
                  </a:lnTo>
                  <a:lnTo>
                    <a:pt x="6995257" y="1066289"/>
                  </a:lnTo>
                  <a:lnTo>
                    <a:pt x="7055769" y="1039461"/>
                  </a:lnTo>
                  <a:lnTo>
                    <a:pt x="7121327" y="1015446"/>
                  </a:lnTo>
                  <a:lnTo>
                    <a:pt x="7192611" y="993897"/>
                  </a:lnTo>
                  <a:lnTo>
                    <a:pt x="7270021" y="974531"/>
                  </a:lnTo>
                  <a:lnTo>
                    <a:pt x="7353508" y="957144"/>
                  </a:lnTo>
                  <a:lnTo>
                    <a:pt x="7442373" y="941606"/>
                  </a:lnTo>
                  <a:lnTo>
                    <a:pt x="7535068" y="927863"/>
                  </a:lnTo>
                  <a:lnTo>
                    <a:pt x="7629062" y="915921"/>
                  </a:lnTo>
                  <a:lnTo>
                    <a:pt x="7720865" y="905819"/>
                  </a:lnTo>
                  <a:lnTo>
                    <a:pt x="7806308" y="897595"/>
                  </a:lnTo>
                  <a:lnTo>
                    <a:pt x="7881127" y="891240"/>
                  </a:lnTo>
                  <a:lnTo>
                    <a:pt x="7941757" y="886661"/>
                  </a:lnTo>
                  <a:lnTo>
                    <a:pt x="7986136" y="883662"/>
                  </a:lnTo>
                  <a:lnTo>
                    <a:pt x="8014265" y="881953"/>
                  </a:lnTo>
                  <a:lnTo>
                    <a:pt x="8028350" y="881180"/>
                  </a:lnTo>
                  <a:lnTo>
                    <a:pt x="8032597" y="880968"/>
                  </a:lnTo>
                  <a:lnTo>
                    <a:pt x="8032819" y="880958"/>
                  </a:lnTo>
                  <a:lnTo>
                    <a:pt x="8554953" y="880958"/>
                  </a:lnTo>
                  <a:lnTo>
                    <a:pt x="8554953" y="875311"/>
                  </a:lnTo>
                  <a:lnTo>
                    <a:pt x="8032819" y="875311"/>
                  </a:lnTo>
                  <a:lnTo>
                    <a:pt x="8031610" y="875369"/>
                  </a:lnTo>
                  <a:lnTo>
                    <a:pt x="8023700" y="875779"/>
                  </a:lnTo>
                  <a:lnTo>
                    <a:pt x="8003890" y="876915"/>
                  </a:lnTo>
                  <a:lnTo>
                    <a:pt x="7968808" y="879146"/>
                  </a:lnTo>
                  <a:lnTo>
                    <a:pt x="7917204" y="882805"/>
                  </a:lnTo>
                  <a:lnTo>
                    <a:pt x="7850020" y="888141"/>
                  </a:lnTo>
                  <a:lnTo>
                    <a:pt x="7770063" y="895307"/>
                  </a:lnTo>
                  <a:lnTo>
                    <a:pt x="7681307" y="904353"/>
                  </a:lnTo>
                  <a:lnTo>
                    <a:pt x="7588065" y="915265"/>
                  </a:lnTo>
                  <a:lnTo>
                    <a:pt x="7494262" y="927997"/>
                  </a:lnTo>
                  <a:lnTo>
                    <a:pt x="7402988" y="942521"/>
                  </a:lnTo>
                  <a:lnTo>
                    <a:pt x="7316335" y="958855"/>
                  </a:lnTo>
                  <a:lnTo>
                    <a:pt x="7235458" y="977086"/>
                  </a:lnTo>
                  <a:lnTo>
                    <a:pt x="7160747" y="997375"/>
                  </a:lnTo>
                  <a:lnTo>
                    <a:pt x="7092033" y="1019962"/>
                  </a:lnTo>
                  <a:lnTo>
                    <a:pt x="7028774" y="1045159"/>
                  </a:lnTo>
                  <a:lnTo>
                    <a:pt x="6970208" y="1073337"/>
                  </a:lnTo>
                  <a:lnTo>
                    <a:pt x="6915464" y="1104903"/>
                  </a:lnTo>
                  <a:lnTo>
                    <a:pt x="6863647" y="1140254"/>
                  </a:lnTo>
                  <a:lnTo>
                    <a:pt x="6813910" y="1179705"/>
                  </a:lnTo>
                  <a:lnTo>
                    <a:pt x="6786527" y="1203788"/>
                  </a:lnTo>
                  <a:lnTo>
                    <a:pt x="6744209" y="1244226"/>
                  </a:lnTo>
                  <a:lnTo>
                    <a:pt x="6702299" y="1288019"/>
                  </a:lnTo>
                  <a:lnTo>
                    <a:pt x="6660487" y="1335232"/>
                  </a:lnTo>
                  <a:lnTo>
                    <a:pt x="6618540" y="1385858"/>
                  </a:lnTo>
                  <a:lnTo>
                    <a:pt x="6576293" y="1439810"/>
                  </a:lnTo>
                  <a:lnTo>
                    <a:pt x="6533641" y="1496912"/>
                  </a:lnTo>
                  <a:lnTo>
                    <a:pt x="6490538" y="1556900"/>
                  </a:lnTo>
                  <a:lnTo>
                    <a:pt x="6446985" y="1619419"/>
                  </a:lnTo>
                  <a:lnTo>
                    <a:pt x="6403028" y="1684029"/>
                  </a:lnTo>
                  <a:lnTo>
                    <a:pt x="6358749" y="1750218"/>
                  </a:lnTo>
                  <a:lnTo>
                    <a:pt x="6314257" y="1817415"/>
                  </a:lnTo>
                  <a:lnTo>
                    <a:pt x="6269679" y="1885011"/>
                  </a:lnTo>
                  <a:lnTo>
                    <a:pt x="6225150" y="1952384"/>
                  </a:lnTo>
                  <a:lnTo>
                    <a:pt x="6180799" y="2018917"/>
                  </a:lnTo>
                  <a:lnTo>
                    <a:pt x="6136741" y="2084028"/>
                  </a:lnTo>
                  <a:lnTo>
                    <a:pt x="6093068" y="2147184"/>
                  </a:lnTo>
                  <a:lnTo>
                    <a:pt x="6049836" y="2207926"/>
                  </a:lnTo>
                  <a:lnTo>
                    <a:pt x="6007059" y="2265873"/>
                  </a:lnTo>
                  <a:lnTo>
                    <a:pt x="5964706" y="2320735"/>
                  </a:lnTo>
                  <a:lnTo>
                    <a:pt x="5922688" y="2372312"/>
                  </a:lnTo>
                  <a:lnTo>
                    <a:pt x="5880859" y="2420492"/>
                  </a:lnTo>
                  <a:lnTo>
                    <a:pt x="5839004" y="2465246"/>
                  </a:lnTo>
                  <a:lnTo>
                    <a:pt x="5796838" y="2506621"/>
                  </a:lnTo>
                  <a:lnTo>
                    <a:pt x="5784835" y="2517697"/>
                  </a:lnTo>
                  <a:lnTo>
                    <a:pt x="5735941" y="2559523"/>
                  </a:lnTo>
                  <a:lnTo>
                    <a:pt x="5685393" y="2597155"/>
                  </a:lnTo>
                  <a:lnTo>
                    <a:pt x="5632407" y="2630808"/>
                  </a:lnTo>
                  <a:lnTo>
                    <a:pt x="5576105" y="2660843"/>
                  </a:lnTo>
                  <a:lnTo>
                    <a:pt x="5515593" y="2687671"/>
                  </a:lnTo>
                  <a:lnTo>
                    <a:pt x="5450035" y="2711686"/>
                  </a:lnTo>
                  <a:lnTo>
                    <a:pt x="5378751" y="2733235"/>
                  </a:lnTo>
                  <a:lnTo>
                    <a:pt x="5301341" y="2752601"/>
                  </a:lnTo>
                  <a:lnTo>
                    <a:pt x="5217854" y="2769988"/>
                  </a:lnTo>
                  <a:lnTo>
                    <a:pt x="5128989" y="2785526"/>
                  </a:lnTo>
                  <a:lnTo>
                    <a:pt x="5036294" y="2799269"/>
                  </a:lnTo>
                  <a:lnTo>
                    <a:pt x="4942300" y="2811211"/>
                  </a:lnTo>
                  <a:lnTo>
                    <a:pt x="4850497" y="2821313"/>
                  </a:lnTo>
                  <a:lnTo>
                    <a:pt x="4765053" y="2829537"/>
                  </a:lnTo>
                  <a:lnTo>
                    <a:pt x="4690234" y="2835892"/>
                  </a:lnTo>
                  <a:lnTo>
                    <a:pt x="4629605" y="2840471"/>
                  </a:lnTo>
                  <a:lnTo>
                    <a:pt x="4585226" y="2843470"/>
                  </a:lnTo>
                  <a:lnTo>
                    <a:pt x="4557097" y="2845179"/>
                  </a:lnTo>
                  <a:lnTo>
                    <a:pt x="4543012" y="2845952"/>
                  </a:lnTo>
                  <a:lnTo>
                    <a:pt x="4538764" y="2846164"/>
                  </a:lnTo>
                  <a:lnTo>
                    <a:pt x="4538543" y="2846174"/>
                  </a:lnTo>
                  <a:lnTo>
                    <a:pt x="4016409" y="2846174"/>
                  </a:lnTo>
                  <a:lnTo>
                    <a:pt x="4015260" y="2846095"/>
                  </a:lnTo>
                  <a:lnTo>
                    <a:pt x="4007727" y="2845532"/>
                  </a:lnTo>
                  <a:lnTo>
                    <a:pt x="3988831" y="2843974"/>
                  </a:lnTo>
                  <a:lnTo>
                    <a:pt x="3955287" y="2840913"/>
                  </a:lnTo>
                  <a:lnTo>
                    <a:pt x="3905781" y="2835888"/>
                  </a:lnTo>
                  <a:lnTo>
                    <a:pt x="3841059" y="2828544"/>
                  </a:lnTo>
                  <a:lnTo>
                    <a:pt x="3763648" y="2818662"/>
                  </a:lnTo>
                  <a:lnTo>
                    <a:pt x="3677245" y="2806157"/>
                  </a:lnTo>
                  <a:lnTo>
                    <a:pt x="3585953" y="2791042"/>
                  </a:lnTo>
                  <a:lnTo>
                    <a:pt x="3493589" y="2773377"/>
                  </a:lnTo>
                  <a:lnTo>
                    <a:pt x="3403234" y="2753207"/>
                  </a:lnTo>
                  <a:lnTo>
                    <a:pt x="3317045" y="2730522"/>
                  </a:lnTo>
                  <a:lnTo>
                    <a:pt x="3236280" y="2705223"/>
                  </a:lnTo>
                  <a:lnTo>
                    <a:pt x="3161447" y="2677111"/>
                  </a:lnTo>
                  <a:lnTo>
                    <a:pt x="3092488" y="2645880"/>
                  </a:lnTo>
                  <a:lnTo>
                    <a:pt x="3028961" y="2611125"/>
                  </a:lnTo>
                  <a:lnTo>
                    <a:pt x="2970183" y="2572357"/>
                  </a:lnTo>
                  <a:lnTo>
                    <a:pt x="2915346" y="2529025"/>
                  </a:lnTo>
                  <a:lnTo>
                    <a:pt x="2863599" y="2480572"/>
                  </a:lnTo>
                  <a:lnTo>
                    <a:pt x="2814115" y="2426515"/>
                  </a:lnTo>
                  <a:lnTo>
                    <a:pt x="2770117" y="2371811"/>
                  </a:lnTo>
                  <a:lnTo>
                    <a:pt x="2732953" y="2320824"/>
                  </a:lnTo>
                  <a:lnTo>
                    <a:pt x="2696136" y="2266118"/>
                  </a:lnTo>
                  <a:lnTo>
                    <a:pt x="2659446" y="2207619"/>
                  </a:lnTo>
                  <a:lnTo>
                    <a:pt x="2622711" y="2145310"/>
                  </a:lnTo>
                  <a:lnTo>
                    <a:pt x="2585799" y="2079242"/>
                  </a:lnTo>
                  <a:lnTo>
                    <a:pt x="2548619" y="2009537"/>
                  </a:lnTo>
                  <a:lnTo>
                    <a:pt x="2511113" y="1936395"/>
                  </a:lnTo>
                  <a:lnTo>
                    <a:pt x="2473257" y="1860092"/>
                  </a:lnTo>
                  <a:lnTo>
                    <a:pt x="2435054" y="1780982"/>
                  </a:lnTo>
                  <a:lnTo>
                    <a:pt x="2396534" y="1699491"/>
                  </a:lnTo>
                  <a:lnTo>
                    <a:pt x="2357750" y="1616108"/>
                  </a:lnTo>
                  <a:lnTo>
                    <a:pt x="2318770" y="1531377"/>
                  </a:lnTo>
                  <a:lnTo>
                    <a:pt x="2279677" y="1445880"/>
                  </a:lnTo>
                  <a:lnTo>
                    <a:pt x="2240560" y="1360220"/>
                  </a:lnTo>
                  <a:lnTo>
                    <a:pt x="2201509" y="1275007"/>
                  </a:lnTo>
                  <a:lnTo>
                    <a:pt x="2162611" y="1190836"/>
                  </a:lnTo>
                  <a:lnTo>
                    <a:pt x="2123943" y="1108274"/>
                  </a:lnTo>
                  <a:lnTo>
                    <a:pt x="2085566" y="1027840"/>
                  </a:lnTo>
                  <a:lnTo>
                    <a:pt x="2047523" y="949995"/>
                  </a:lnTo>
                  <a:lnTo>
                    <a:pt x="2009832" y="875132"/>
                  </a:lnTo>
                  <a:lnTo>
                    <a:pt x="1972484" y="803569"/>
                  </a:lnTo>
                  <a:lnTo>
                    <a:pt x="1935438" y="735547"/>
                  </a:lnTo>
                  <a:lnTo>
                    <a:pt x="1898623" y="671227"/>
                  </a:lnTo>
                  <a:lnTo>
                    <a:pt x="1861927" y="610699"/>
                  </a:lnTo>
                  <a:lnTo>
                    <a:pt x="1825202" y="553981"/>
                  </a:lnTo>
                  <a:lnTo>
                    <a:pt x="1788253" y="501029"/>
                  </a:lnTo>
                  <a:lnTo>
                    <a:pt x="1768425" y="474362"/>
                  </a:lnTo>
                  <a:lnTo>
                    <a:pt x="1720369" y="414928"/>
                  </a:lnTo>
                  <a:lnTo>
                    <a:pt x="1670726" y="361353"/>
                  </a:lnTo>
                  <a:lnTo>
                    <a:pt x="1618754" y="313347"/>
                  </a:lnTo>
                  <a:lnTo>
                    <a:pt x="1563621" y="270418"/>
                  </a:lnTo>
                  <a:lnTo>
                    <a:pt x="1504477" y="232004"/>
                  </a:lnTo>
                  <a:lnTo>
                    <a:pt x="1440520" y="197561"/>
                  </a:lnTo>
                  <a:lnTo>
                    <a:pt x="1371084" y="166604"/>
                  </a:lnTo>
                  <a:lnTo>
                    <a:pt x="1295752" y="138737"/>
                  </a:lnTo>
                  <a:lnTo>
                    <a:pt x="1214506" y="113662"/>
                  </a:lnTo>
                  <a:lnTo>
                    <a:pt x="1127910" y="91189"/>
                  </a:lnTo>
                  <a:lnTo>
                    <a:pt x="1037292" y="71228"/>
                  </a:lnTo>
                  <a:lnTo>
                    <a:pt x="944888" y="53773"/>
                  </a:lnTo>
                  <a:lnTo>
                    <a:pt x="853850" y="38874"/>
                  </a:lnTo>
                  <a:lnTo>
                    <a:pt x="768041" y="26588"/>
                  </a:lnTo>
                  <a:lnTo>
                    <a:pt x="691557" y="16922"/>
                  </a:lnTo>
                  <a:lnTo>
                    <a:pt x="628028" y="9782"/>
                  </a:lnTo>
                  <a:lnTo>
                    <a:pt x="579853" y="4936"/>
                  </a:lnTo>
                  <a:lnTo>
                    <a:pt x="547609" y="2019"/>
                  </a:lnTo>
                  <a:lnTo>
                    <a:pt x="529811" y="564"/>
                  </a:lnTo>
                  <a:lnTo>
                    <a:pt x="523023" y="60"/>
                  </a:lnTo>
                  <a:lnTo>
                    <a:pt x="5221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612" name="pl612"/>
            <p:cNvSpPr/>
            <p:nvPr/>
          </p:nvSpPr>
          <p:spPr>
            <a:xfrm>
              <a:off x="386606" y="3320175"/>
              <a:ext cx="8554953" cy="2846174"/>
            </a:xfrm>
            <a:custGeom>
              <a:avLst/>
              <a:pathLst>
                <a:path w="8554953" h="2846174">
                  <a:moveTo>
                    <a:pt x="0" y="0"/>
                  </a:moveTo>
                  <a:lnTo>
                    <a:pt x="522133" y="0"/>
                  </a:lnTo>
                  <a:lnTo>
                    <a:pt x="523283" y="78"/>
                  </a:lnTo>
                  <a:lnTo>
                    <a:pt x="530815" y="642"/>
                  </a:lnTo>
                  <a:lnTo>
                    <a:pt x="549711" y="2199"/>
                  </a:lnTo>
                  <a:lnTo>
                    <a:pt x="583255" y="5261"/>
                  </a:lnTo>
                  <a:lnTo>
                    <a:pt x="632761" y="10285"/>
                  </a:lnTo>
                  <a:lnTo>
                    <a:pt x="697483" y="17629"/>
                  </a:lnTo>
                  <a:lnTo>
                    <a:pt x="774895" y="27511"/>
                  </a:lnTo>
                  <a:lnTo>
                    <a:pt x="861297" y="40017"/>
                  </a:lnTo>
                  <a:lnTo>
                    <a:pt x="952589" y="55131"/>
                  </a:lnTo>
                  <a:lnTo>
                    <a:pt x="1044953" y="72797"/>
                  </a:lnTo>
                  <a:lnTo>
                    <a:pt x="1135308" y="92966"/>
                  </a:lnTo>
                  <a:lnTo>
                    <a:pt x="1221497" y="115652"/>
                  </a:lnTo>
                  <a:lnTo>
                    <a:pt x="1302262" y="140950"/>
                  </a:lnTo>
                  <a:lnTo>
                    <a:pt x="1377095" y="169063"/>
                  </a:lnTo>
                  <a:lnTo>
                    <a:pt x="1446054" y="200294"/>
                  </a:lnTo>
                  <a:lnTo>
                    <a:pt x="1509582" y="235048"/>
                  </a:lnTo>
                  <a:lnTo>
                    <a:pt x="1568360" y="273817"/>
                  </a:lnTo>
                  <a:lnTo>
                    <a:pt x="1623196" y="317148"/>
                  </a:lnTo>
                  <a:lnTo>
                    <a:pt x="1674943" y="365601"/>
                  </a:lnTo>
                  <a:lnTo>
                    <a:pt x="1724427" y="419658"/>
                  </a:lnTo>
                  <a:lnTo>
                    <a:pt x="1768425" y="474362"/>
                  </a:lnTo>
                  <a:lnTo>
                    <a:pt x="1805589" y="525349"/>
                  </a:lnTo>
                  <a:lnTo>
                    <a:pt x="1842406" y="580055"/>
                  </a:lnTo>
                  <a:lnTo>
                    <a:pt x="1879096" y="638554"/>
                  </a:lnTo>
                  <a:lnTo>
                    <a:pt x="1915831" y="700863"/>
                  </a:lnTo>
                  <a:lnTo>
                    <a:pt x="1952743" y="766931"/>
                  </a:lnTo>
                  <a:lnTo>
                    <a:pt x="1989923" y="836636"/>
                  </a:lnTo>
                  <a:lnTo>
                    <a:pt x="2027429" y="909778"/>
                  </a:lnTo>
                  <a:lnTo>
                    <a:pt x="2065285" y="986081"/>
                  </a:lnTo>
                  <a:lnTo>
                    <a:pt x="2103488" y="1065191"/>
                  </a:lnTo>
                  <a:lnTo>
                    <a:pt x="2142008" y="1146682"/>
                  </a:lnTo>
                  <a:lnTo>
                    <a:pt x="2180792" y="1230065"/>
                  </a:lnTo>
                  <a:lnTo>
                    <a:pt x="2219772" y="1314796"/>
                  </a:lnTo>
                  <a:lnTo>
                    <a:pt x="2258865" y="1400293"/>
                  </a:lnTo>
                  <a:lnTo>
                    <a:pt x="2297983" y="1485953"/>
                  </a:lnTo>
                  <a:lnTo>
                    <a:pt x="2337034" y="1571167"/>
                  </a:lnTo>
                  <a:lnTo>
                    <a:pt x="2375931" y="1655337"/>
                  </a:lnTo>
                  <a:lnTo>
                    <a:pt x="2414599" y="1737899"/>
                  </a:lnTo>
                  <a:lnTo>
                    <a:pt x="2452976" y="1818333"/>
                  </a:lnTo>
                  <a:lnTo>
                    <a:pt x="2491019" y="1896178"/>
                  </a:lnTo>
                  <a:lnTo>
                    <a:pt x="2528710" y="1971041"/>
                  </a:lnTo>
                  <a:lnTo>
                    <a:pt x="2566059" y="2042604"/>
                  </a:lnTo>
                  <a:lnTo>
                    <a:pt x="2603104" y="2110626"/>
                  </a:lnTo>
                  <a:lnTo>
                    <a:pt x="2639919" y="2174946"/>
                  </a:lnTo>
                  <a:lnTo>
                    <a:pt x="2676615" y="2235474"/>
                  </a:lnTo>
                  <a:lnTo>
                    <a:pt x="2713340" y="2292192"/>
                  </a:lnTo>
                  <a:lnTo>
                    <a:pt x="2750289" y="2345144"/>
                  </a:lnTo>
                  <a:lnTo>
                    <a:pt x="2770117" y="2371811"/>
                  </a:lnTo>
                  <a:lnTo>
                    <a:pt x="2818174" y="2431245"/>
                  </a:lnTo>
                  <a:lnTo>
                    <a:pt x="2867816" y="2484820"/>
                  </a:lnTo>
                  <a:lnTo>
                    <a:pt x="2919789" y="2532826"/>
                  </a:lnTo>
                  <a:lnTo>
                    <a:pt x="2974921" y="2575756"/>
                  </a:lnTo>
                  <a:lnTo>
                    <a:pt x="3034065" y="2614169"/>
                  </a:lnTo>
                  <a:lnTo>
                    <a:pt x="3098022" y="2648612"/>
                  </a:lnTo>
                  <a:lnTo>
                    <a:pt x="3167459" y="2679569"/>
                  </a:lnTo>
                  <a:lnTo>
                    <a:pt x="3242790" y="2707436"/>
                  </a:lnTo>
                  <a:lnTo>
                    <a:pt x="3324036" y="2732511"/>
                  </a:lnTo>
                  <a:lnTo>
                    <a:pt x="3410632" y="2754984"/>
                  </a:lnTo>
                  <a:lnTo>
                    <a:pt x="3501250" y="2774946"/>
                  </a:lnTo>
                  <a:lnTo>
                    <a:pt x="3593654" y="2792401"/>
                  </a:lnTo>
                  <a:lnTo>
                    <a:pt x="3684693" y="2807300"/>
                  </a:lnTo>
                  <a:lnTo>
                    <a:pt x="3770501" y="2819586"/>
                  </a:lnTo>
                  <a:lnTo>
                    <a:pt x="3846985" y="2829251"/>
                  </a:lnTo>
                  <a:lnTo>
                    <a:pt x="3910514" y="2836391"/>
                  </a:lnTo>
                  <a:lnTo>
                    <a:pt x="3958689" y="2841237"/>
                  </a:lnTo>
                  <a:lnTo>
                    <a:pt x="3990933" y="2844155"/>
                  </a:lnTo>
                  <a:lnTo>
                    <a:pt x="4008731" y="2845609"/>
                  </a:lnTo>
                  <a:lnTo>
                    <a:pt x="4015520" y="2846113"/>
                  </a:lnTo>
                  <a:lnTo>
                    <a:pt x="4016409" y="2846174"/>
                  </a:lnTo>
                  <a:lnTo>
                    <a:pt x="4538543" y="2846174"/>
                  </a:lnTo>
                  <a:lnTo>
                    <a:pt x="4539751" y="2846116"/>
                  </a:lnTo>
                  <a:lnTo>
                    <a:pt x="4547662" y="2845705"/>
                  </a:lnTo>
                  <a:lnTo>
                    <a:pt x="4567472" y="2844570"/>
                  </a:lnTo>
                  <a:lnTo>
                    <a:pt x="4602554" y="2842338"/>
                  </a:lnTo>
                  <a:lnTo>
                    <a:pt x="4654158" y="2838680"/>
                  </a:lnTo>
                  <a:lnTo>
                    <a:pt x="4721342" y="2833343"/>
                  </a:lnTo>
                  <a:lnTo>
                    <a:pt x="4801299" y="2826178"/>
                  </a:lnTo>
                  <a:lnTo>
                    <a:pt x="4890055" y="2817131"/>
                  </a:lnTo>
                  <a:lnTo>
                    <a:pt x="4983297" y="2806220"/>
                  </a:lnTo>
                  <a:lnTo>
                    <a:pt x="5077100" y="2793488"/>
                  </a:lnTo>
                  <a:lnTo>
                    <a:pt x="5168374" y="2778964"/>
                  </a:lnTo>
                  <a:lnTo>
                    <a:pt x="5255027" y="2762629"/>
                  </a:lnTo>
                  <a:lnTo>
                    <a:pt x="5335904" y="2744399"/>
                  </a:lnTo>
                  <a:lnTo>
                    <a:pt x="5410615" y="2724110"/>
                  </a:lnTo>
                  <a:lnTo>
                    <a:pt x="5479329" y="2701523"/>
                  </a:lnTo>
                  <a:lnTo>
                    <a:pt x="5542588" y="2676326"/>
                  </a:lnTo>
                  <a:lnTo>
                    <a:pt x="5601154" y="2648148"/>
                  </a:lnTo>
                  <a:lnTo>
                    <a:pt x="5655898" y="2616582"/>
                  </a:lnTo>
                  <a:lnTo>
                    <a:pt x="5707715" y="2581231"/>
                  </a:lnTo>
                  <a:lnTo>
                    <a:pt x="5757452" y="2541780"/>
                  </a:lnTo>
                  <a:lnTo>
                    <a:pt x="5784835" y="2517697"/>
                  </a:lnTo>
                  <a:lnTo>
                    <a:pt x="5827153" y="2477258"/>
                  </a:lnTo>
                  <a:lnTo>
                    <a:pt x="5869063" y="2433465"/>
                  </a:lnTo>
                  <a:lnTo>
                    <a:pt x="5910875" y="2386252"/>
                  </a:lnTo>
                  <a:lnTo>
                    <a:pt x="5952822" y="2335627"/>
                  </a:lnTo>
                  <a:lnTo>
                    <a:pt x="5995069" y="2281675"/>
                  </a:lnTo>
                  <a:lnTo>
                    <a:pt x="6037721" y="2224573"/>
                  </a:lnTo>
                  <a:lnTo>
                    <a:pt x="6080824" y="2164585"/>
                  </a:lnTo>
                  <a:lnTo>
                    <a:pt x="6124377" y="2102066"/>
                  </a:lnTo>
                  <a:lnTo>
                    <a:pt x="6168334" y="2037456"/>
                  </a:lnTo>
                  <a:lnTo>
                    <a:pt x="6212613" y="1971267"/>
                  </a:lnTo>
                  <a:lnTo>
                    <a:pt x="6257105" y="1904070"/>
                  </a:lnTo>
                  <a:lnTo>
                    <a:pt x="6301683" y="1836473"/>
                  </a:lnTo>
                  <a:lnTo>
                    <a:pt x="6346212" y="1769101"/>
                  </a:lnTo>
                  <a:lnTo>
                    <a:pt x="6390563" y="1702568"/>
                  </a:lnTo>
                  <a:lnTo>
                    <a:pt x="6434621" y="1637457"/>
                  </a:lnTo>
                  <a:lnTo>
                    <a:pt x="6478294" y="1574300"/>
                  </a:lnTo>
                  <a:lnTo>
                    <a:pt x="6521526" y="1513559"/>
                  </a:lnTo>
                  <a:lnTo>
                    <a:pt x="6564303" y="1455611"/>
                  </a:lnTo>
                  <a:lnTo>
                    <a:pt x="6606656" y="1400749"/>
                  </a:lnTo>
                  <a:lnTo>
                    <a:pt x="6648674" y="1349173"/>
                  </a:lnTo>
                  <a:lnTo>
                    <a:pt x="6690503" y="1300993"/>
                  </a:lnTo>
                  <a:lnTo>
                    <a:pt x="6732358" y="1256239"/>
                  </a:lnTo>
                  <a:lnTo>
                    <a:pt x="6774524" y="1214864"/>
                  </a:lnTo>
                  <a:lnTo>
                    <a:pt x="6786527" y="1203788"/>
                  </a:lnTo>
                  <a:lnTo>
                    <a:pt x="6835421" y="1161962"/>
                  </a:lnTo>
                  <a:lnTo>
                    <a:pt x="6885969" y="1124329"/>
                  </a:lnTo>
                  <a:lnTo>
                    <a:pt x="6938955" y="1090677"/>
                  </a:lnTo>
                  <a:lnTo>
                    <a:pt x="6995257" y="1060641"/>
                  </a:lnTo>
                  <a:lnTo>
                    <a:pt x="7055769" y="1033814"/>
                  </a:lnTo>
                  <a:lnTo>
                    <a:pt x="7121327" y="1009799"/>
                  </a:lnTo>
                  <a:lnTo>
                    <a:pt x="7192611" y="988249"/>
                  </a:lnTo>
                  <a:lnTo>
                    <a:pt x="7270021" y="968884"/>
                  </a:lnTo>
                  <a:lnTo>
                    <a:pt x="7353508" y="951497"/>
                  </a:lnTo>
                  <a:lnTo>
                    <a:pt x="7442373" y="935959"/>
                  </a:lnTo>
                  <a:lnTo>
                    <a:pt x="7535068" y="922216"/>
                  </a:lnTo>
                  <a:lnTo>
                    <a:pt x="7629062" y="910274"/>
                  </a:lnTo>
                  <a:lnTo>
                    <a:pt x="7720865" y="900172"/>
                  </a:lnTo>
                  <a:lnTo>
                    <a:pt x="7806308" y="891948"/>
                  </a:lnTo>
                  <a:lnTo>
                    <a:pt x="7881127" y="885593"/>
                  </a:lnTo>
                  <a:lnTo>
                    <a:pt x="7941757" y="881013"/>
                  </a:lnTo>
                  <a:lnTo>
                    <a:pt x="7986136" y="878015"/>
                  </a:lnTo>
                  <a:lnTo>
                    <a:pt x="8014265" y="876306"/>
                  </a:lnTo>
                  <a:lnTo>
                    <a:pt x="8028350" y="875533"/>
                  </a:lnTo>
                  <a:lnTo>
                    <a:pt x="8032597" y="875321"/>
                  </a:lnTo>
                  <a:lnTo>
                    <a:pt x="8032819" y="875311"/>
                  </a:lnTo>
                  <a:lnTo>
                    <a:pt x="8554953" y="875311"/>
                  </a:lnTo>
                  <a:lnTo>
                    <a:pt x="8554953" y="875311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613" name="pl613"/>
            <p:cNvSpPr/>
            <p:nvPr/>
          </p:nvSpPr>
          <p:spPr>
            <a:xfrm>
              <a:off x="386606" y="3314528"/>
              <a:ext cx="8554953" cy="2846174"/>
            </a:xfrm>
            <a:custGeom>
              <a:avLst/>
              <a:pathLst>
                <a:path w="8554953" h="2846174">
                  <a:moveTo>
                    <a:pt x="8554953" y="875311"/>
                  </a:moveTo>
                  <a:lnTo>
                    <a:pt x="8032819" y="875311"/>
                  </a:lnTo>
                  <a:lnTo>
                    <a:pt x="8031610" y="875369"/>
                  </a:lnTo>
                  <a:lnTo>
                    <a:pt x="8023700" y="875779"/>
                  </a:lnTo>
                  <a:lnTo>
                    <a:pt x="8003890" y="876915"/>
                  </a:lnTo>
                  <a:lnTo>
                    <a:pt x="7968808" y="879146"/>
                  </a:lnTo>
                  <a:lnTo>
                    <a:pt x="7917204" y="882805"/>
                  </a:lnTo>
                  <a:lnTo>
                    <a:pt x="7850020" y="888141"/>
                  </a:lnTo>
                  <a:lnTo>
                    <a:pt x="7770063" y="895307"/>
                  </a:lnTo>
                  <a:lnTo>
                    <a:pt x="7681307" y="904353"/>
                  </a:lnTo>
                  <a:lnTo>
                    <a:pt x="7588065" y="915265"/>
                  </a:lnTo>
                  <a:lnTo>
                    <a:pt x="7494262" y="927997"/>
                  </a:lnTo>
                  <a:lnTo>
                    <a:pt x="7402988" y="942521"/>
                  </a:lnTo>
                  <a:lnTo>
                    <a:pt x="7316335" y="958855"/>
                  </a:lnTo>
                  <a:lnTo>
                    <a:pt x="7235458" y="977086"/>
                  </a:lnTo>
                  <a:lnTo>
                    <a:pt x="7160747" y="997375"/>
                  </a:lnTo>
                  <a:lnTo>
                    <a:pt x="7092033" y="1019962"/>
                  </a:lnTo>
                  <a:lnTo>
                    <a:pt x="7028774" y="1045159"/>
                  </a:lnTo>
                  <a:lnTo>
                    <a:pt x="6970208" y="1073337"/>
                  </a:lnTo>
                  <a:lnTo>
                    <a:pt x="6915464" y="1104903"/>
                  </a:lnTo>
                  <a:lnTo>
                    <a:pt x="6863647" y="1140254"/>
                  </a:lnTo>
                  <a:lnTo>
                    <a:pt x="6813910" y="1179705"/>
                  </a:lnTo>
                  <a:lnTo>
                    <a:pt x="6786527" y="1203788"/>
                  </a:lnTo>
                  <a:lnTo>
                    <a:pt x="6744209" y="1244226"/>
                  </a:lnTo>
                  <a:lnTo>
                    <a:pt x="6702299" y="1288019"/>
                  </a:lnTo>
                  <a:lnTo>
                    <a:pt x="6660487" y="1335232"/>
                  </a:lnTo>
                  <a:lnTo>
                    <a:pt x="6618540" y="1385858"/>
                  </a:lnTo>
                  <a:lnTo>
                    <a:pt x="6576293" y="1439810"/>
                  </a:lnTo>
                  <a:lnTo>
                    <a:pt x="6533641" y="1496912"/>
                  </a:lnTo>
                  <a:lnTo>
                    <a:pt x="6490538" y="1556900"/>
                  </a:lnTo>
                  <a:lnTo>
                    <a:pt x="6446985" y="1619419"/>
                  </a:lnTo>
                  <a:lnTo>
                    <a:pt x="6403028" y="1684029"/>
                  </a:lnTo>
                  <a:lnTo>
                    <a:pt x="6358749" y="1750218"/>
                  </a:lnTo>
                  <a:lnTo>
                    <a:pt x="6314257" y="1817415"/>
                  </a:lnTo>
                  <a:lnTo>
                    <a:pt x="6269679" y="1885011"/>
                  </a:lnTo>
                  <a:lnTo>
                    <a:pt x="6225150" y="1952384"/>
                  </a:lnTo>
                  <a:lnTo>
                    <a:pt x="6180799" y="2018917"/>
                  </a:lnTo>
                  <a:lnTo>
                    <a:pt x="6136741" y="2084028"/>
                  </a:lnTo>
                  <a:lnTo>
                    <a:pt x="6093068" y="2147184"/>
                  </a:lnTo>
                  <a:lnTo>
                    <a:pt x="6049836" y="2207926"/>
                  </a:lnTo>
                  <a:lnTo>
                    <a:pt x="6007059" y="2265873"/>
                  </a:lnTo>
                  <a:lnTo>
                    <a:pt x="5964706" y="2320735"/>
                  </a:lnTo>
                  <a:lnTo>
                    <a:pt x="5922688" y="2372312"/>
                  </a:lnTo>
                  <a:lnTo>
                    <a:pt x="5880859" y="2420492"/>
                  </a:lnTo>
                  <a:lnTo>
                    <a:pt x="5839004" y="2465246"/>
                  </a:lnTo>
                  <a:lnTo>
                    <a:pt x="5796838" y="2506621"/>
                  </a:lnTo>
                  <a:lnTo>
                    <a:pt x="5784835" y="2517697"/>
                  </a:lnTo>
                  <a:lnTo>
                    <a:pt x="5735941" y="2559523"/>
                  </a:lnTo>
                  <a:lnTo>
                    <a:pt x="5685393" y="2597155"/>
                  </a:lnTo>
                  <a:lnTo>
                    <a:pt x="5632407" y="2630808"/>
                  </a:lnTo>
                  <a:lnTo>
                    <a:pt x="5576105" y="2660843"/>
                  </a:lnTo>
                  <a:lnTo>
                    <a:pt x="5515593" y="2687671"/>
                  </a:lnTo>
                  <a:lnTo>
                    <a:pt x="5450035" y="2711686"/>
                  </a:lnTo>
                  <a:lnTo>
                    <a:pt x="5378751" y="2733235"/>
                  </a:lnTo>
                  <a:lnTo>
                    <a:pt x="5301341" y="2752601"/>
                  </a:lnTo>
                  <a:lnTo>
                    <a:pt x="5217854" y="2769988"/>
                  </a:lnTo>
                  <a:lnTo>
                    <a:pt x="5128989" y="2785526"/>
                  </a:lnTo>
                  <a:lnTo>
                    <a:pt x="5036294" y="2799269"/>
                  </a:lnTo>
                  <a:lnTo>
                    <a:pt x="4942300" y="2811211"/>
                  </a:lnTo>
                  <a:lnTo>
                    <a:pt x="4850497" y="2821313"/>
                  </a:lnTo>
                  <a:lnTo>
                    <a:pt x="4765053" y="2829537"/>
                  </a:lnTo>
                  <a:lnTo>
                    <a:pt x="4690234" y="2835892"/>
                  </a:lnTo>
                  <a:lnTo>
                    <a:pt x="4629605" y="2840471"/>
                  </a:lnTo>
                  <a:lnTo>
                    <a:pt x="4585226" y="2843470"/>
                  </a:lnTo>
                  <a:lnTo>
                    <a:pt x="4557097" y="2845179"/>
                  </a:lnTo>
                  <a:lnTo>
                    <a:pt x="4543012" y="2845952"/>
                  </a:lnTo>
                  <a:lnTo>
                    <a:pt x="4538764" y="2846164"/>
                  </a:lnTo>
                  <a:lnTo>
                    <a:pt x="4538543" y="2846174"/>
                  </a:lnTo>
                  <a:lnTo>
                    <a:pt x="4016409" y="2846174"/>
                  </a:lnTo>
                  <a:lnTo>
                    <a:pt x="4015260" y="2846095"/>
                  </a:lnTo>
                  <a:lnTo>
                    <a:pt x="4007727" y="2845532"/>
                  </a:lnTo>
                  <a:lnTo>
                    <a:pt x="3988831" y="2843974"/>
                  </a:lnTo>
                  <a:lnTo>
                    <a:pt x="3955287" y="2840913"/>
                  </a:lnTo>
                  <a:lnTo>
                    <a:pt x="3905781" y="2835888"/>
                  </a:lnTo>
                  <a:lnTo>
                    <a:pt x="3841059" y="2828544"/>
                  </a:lnTo>
                  <a:lnTo>
                    <a:pt x="3763648" y="2818662"/>
                  </a:lnTo>
                  <a:lnTo>
                    <a:pt x="3677245" y="2806157"/>
                  </a:lnTo>
                  <a:lnTo>
                    <a:pt x="3585953" y="2791042"/>
                  </a:lnTo>
                  <a:lnTo>
                    <a:pt x="3493589" y="2773377"/>
                  </a:lnTo>
                  <a:lnTo>
                    <a:pt x="3403234" y="2753207"/>
                  </a:lnTo>
                  <a:lnTo>
                    <a:pt x="3317045" y="2730522"/>
                  </a:lnTo>
                  <a:lnTo>
                    <a:pt x="3236280" y="2705223"/>
                  </a:lnTo>
                  <a:lnTo>
                    <a:pt x="3161447" y="2677111"/>
                  </a:lnTo>
                  <a:lnTo>
                    <a:pt x="3092488" y="2645880"/>
                  </a:lnTo>
                  <a:lnTo>
                    <a:pt x="3028961" y="2611125"/>
                  </a:lnTo>
                  <a:lnTo>
                    <a:pt x="2970183" y="2572357"/>
                  </a:lnTo>
                  <a:lnTo>
                    <a:pt x="2915346" y="2529025"/>
                  </a:lnTo>
                  <a:lnTo>
                    <a:pt x="2863599" y="2480572"/>
                  </a:lnTo>
                  <a:lnTo>
                    <a:pt x="2814115" y="2426515"/>
                  </a:lnTo>
                  <a:lnTo>
                    <a:pt x="2770117" y="2371811"/>
                  </a:lnTo>
                  <a:lnTo>
                    <a:pt x="2732953" y="2320824"/>
                  </a:lnTo>
                  <a:lnTo>
                    <a:pt x="2696136" y="2266118"/>
                  </a:lnTo>
                  <a:lnTo>
                    <a:pt x="2659446" y="2207619"/>
                  </a:lnTo>
                  <a:lnTo>
                    <a:pt x="2622711" y="2145310"/>
                  </a:lnTo>
                  <a:lnTo>
                    <a:pt x="2585799" y="2079242"/>
                  </a:lnTo>
                  <a:lnTo>
                    <a:pt x="2548619" y="2009537"/>
                  </a:lnTo>
                  <a:lnTo>
                    <a:pt x="2511113" y="1936395"/>
                  </a:lnTo>
                  <a:lnTo>
                    <a:pt x="2473257" y="1860092"/>
                  </a:lnTo>
                  <a:lnTo>
                    <a:pt x="2435054" y="1780982"/>
                  </a:lnTo>
                  <a:lnTo>
                    <a:pt x="2396534" y="1699491"/>
                  </a:lnTo>
                  <a:lnTo>
                    <a:pt x="2357750" y="1616108"/>
                  </a:lnTo>
                  <a:lnTo>
                    <a:pt x="2318770" y="1531377"/>
                  </a:lnTo>
                  <a:lnTo>
                    <a:pt x="2279677" y="1445880"/>
                  </a:lnTo>
                  <a:lnTo>
                    <a:pt x="2240560" y="1360220"/>
                  </a:lnTo>
                  <a:lnTo>
                    <a:pt x="2201509" y="1275007"/>
                  </a:lnTo>
                  <a:lnTo>
                    <a:pt x="2162611" y="1190836"/>
                  </a:lnTo>
                  <a:lnTo>
                    <a:pt x="2123943" y="1108274"/>
                  </a:lnTo>
                  <a:lnTo>
                    <a:pt x="2085566" y="1027840"/>
                  </a:lnTo>
                  <a:lnTo>
                    <a:pt x="2047523" y="949995"/>
                  </a:lnTo>
                  <a:lnTo>
                    <a:pt x="2009832" y="875132"/>
                  </a:lnTo>
                  <a:lnTo>
                    <a:pt x="1972484" y="803569"/>
                  </a:lnTo>
                  <a:lnTo>
                    <a:pt x="1935438" y="735547"/>
                  </a:lnTo>
                  <a:lnTo>
                    <a:pt x="1898623" y="671227"/>
                  </a:lnTo>
                  <a:lnTo>
                    <a:pt x="1861927" y="610699"/>
                  </a:lnTo>
                  <a:lnTo>
                    <a:pt x="1825202" y="553981"/>
                  </a:lnTo>
                  <a:lnTo>
                    <a:pt x="1788253" y="501029"/>
                  </a:lnTo>
                  <a:lnTo>
                    <a:pt x="1768425" y="474362"/>
                  </a:lnTo>
                  <a:lnTo>
                    <a:pt x="1720369" y="414928"/>
                  </a:lnTo>
                  <a:lnTo>
                    <a:pt x="1670726" y="361353"/>
                  </a:lnTo>
                  <a:lnTo>
                    <a:pt x="1618754" y="313347"/>
                  </a:lnTo>
                  <a:lnTo>
                    <a:pt x="1563621" y="270418"/>
                  </a:lnTo>
                  <a:lnTo>
                    <a:pt x="1504477" y="232004"/>
                  </a:lnTo>
                  <a:lnTo>
                    <a:pt x="1440520" y="197561"/>
                  </a:lnTo>
                  <a:lnTo>
                    <a:pt x="1371084" y="166604"/>
                  </a:lnTo>
                  <a:lnTo>
                    <a:pt x="1295752" y="138737"/>
                  </a:lnTo>
                  <a:lnTo>
                    <a:pt x="1214506" y="113662"/>
                  </a:lnTo>
                  <a:lnTo>
                    <a:pt x="1127910" y="91189"/>
                  </a:lnTo>
                  <a:lnTo>
                    <a:pt x="1037292" y="71228"/>
                  </a:lnTo>
                  <a:lnTo>
                    <a:pt x="944888" y="53773"/>
                  </a:lnTo>
                  <a:lnTo>
                    <a:pt x="853850" y="38874"/>
                  </a:lnTo>
                  <a:lnTo>
                    <a:pt x="768041" y="26588"/>
                  </a:lnTo>
                  <a:lnTo>
                    <a:pt x="691557" y="16922"/>
                  </a:lnTo>
                  <a:lnTo>
                    <a:pt x="628028" y="9782"/>
                  </a:lnTo>
                  <a:lnTo>
                    <a:pt x="579853" y="4936"/>
                  </a:lnTo>
                  <a:lnTo>
                    <a:pt x="547609" y="2019"/>
                  </a:lnTo>
                  <a:lnTo>
                    <a:pt x="529811" y="564"/>
                  </a:lnTo>
                  <a:lnTo>
                    <a:pt x="523023" y="60"/>
                  </a:lnTo>
                  <a:lnTo>
                    <a:pt x="522133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614" name="pg614"/>
            <p:cNvSpPr/>
            <p:nvPr/>
          </p:nvSpPr>
          <p:spPr>
            <a:xfrm>
              <a:off x="386606" y="3320175"/>
              <a:ext cx="8554953" cy="2880057"/>
            </a:xfrm>
            <a:custGeom>
              <a:avLst/>
              <a:pathLst>
                <a:path w="8554953" h="2880057">
                  <a:moveTo>
                    <a:pt x="0" y="5647"/>
                  </a:moveTo>
                  <a:lnTo>
                    <a:pt x="522133" y="5647"/>
                  </a:lnTo>
                  <a:lnTo>
                    <a:pt x="523281" y="5726"/>
                  </a:lnTo>
                  <a:lnTo>
                    <a:pt x="530803" y="6293"/>
                  </a:lnTo>
                  <a:lnTo>
                    <a:pt x="549672" y="7860"/>
                  </a:lnTo>
                  <a:lnTo>
                    <a:pt x="583172" y="10941"/>
                  </a:lnTo>
                  <a:lnTo>
                    <a:pt x="632616" y="15999"/>
                  </a:lnTo>
                  <a:lnTo>
                    <a:pt x="697267" y="23390"/>
                  </a:lnTo>
                  <a:lnTo>
                    <a:pt x="774604" y="33337"/>
                  </a:lnTo>
                  <a:lnTo>
                    <a:pt x="860936" y="45925"/>
                  </a:lnTo>
                  <a:lnTo>
                    <a:pt x="952170" y="61141"/>
                  </a:lnTo>
                  <a:lnTo>
                    <a:pt x="1044491" y="78926"/>
                  </a:lnTo>
                  <a:lnTo>
                    <a:pt x="1134818" y="99232"/>
                  </a:lnTo>
                  <a:lnTo>
                    <a:pt x="1220992" y="122071"/>
                  </a:lnTo>
                  <a:lnTo>
                    <a:pt x="1301752" y="147540"/>
                  </a:lnTo>
                  <a:lnTo>
                    <a:pt x="1376588" y="175841"/>
                  </a:lnTo>
                  <a:lnTo>
                    <a:pt x="1445554" y="207280"/>
                  </a:lnTo>
                  <a:lnTo>
                    <a:pt x="1509090" y="242263"/>
                  </a:lnTo>
                  <a:lnTo>
                    <a:pt x="1567874" y="281284"/>
                  </a:lnTo>
                  <a:lnTo>
                    <a:pt x="1622714" y="324894"/>
                  </a:lnTo>
                  <a:lnTo>
                    <a:pt x="1674460" y="373657"/>
                  </a:lnTo>
                  <a:lnTo>
                    <a:pt x="1723937" y="428058"/>
                  </a:lnTo>
                  <a:lnTo>
                    <a:pt x="1768425" y="483774"/>
                  </a:lnTo>
                  <a:lnTo>
                    <a:pt x="1805475" y="535001"/>
                  </a:lnTo>
                  <a:lnTo>
                    <a:pt x="1842179" y="589953"/>
                  </a:lnTo>
                  <a:lnTo>
                    <a:pt x="1878756" y="648705"/>
                  </a:lnTo>
                  <a:lnTo>
                    <a:pt x="1915376" y="711273"/>
                  </a:lnTo>
                  <a:lnTo>
                    <a:pt x="1952171" y="777607"/>
                  </a:lnTo>
                  <a:lnTo>
                    <a:pt x="1989231" y="847587"/>
                  </a:lnTo>
                  <a:lnTo>
                    <a:pt x="2026614" y="921015"/>
                  </a:lnTo>
                  <a:lnTo>
                    <a:pt x="2064345" y="997616"/>
                  </a:lnTo>
                  <a:lnTo>
                    <a:pt x="2102421" y="1077039"/>
                  </a:lnTo>
                  <a:lnTo>
                    <a:pt x="2140813" y="1158859"/>
                  </a:lnTo>
                  <a:lnTo>
                    <a:pt x="2179470" y="1242591"/>
                  </a:lnTo>
                  <a:lnTo>
                    <a:pt x="2218323" y="1327692"/>
                  </a:lnTo>
                  <a:lnTo>
                    <a:pt x="2257293" y="1413583"/>
                  </a:lnTo>
                  <a:lnTo>
                    <a:pt x="2296290" y="1499662"/>
                  </a:lnTo>
                  <a:lnTo>
                    <a:pt x="2335225" y="1585319"/>
                  </a:lnTo>
                  <a:lnTo>
                    <a:pt x="2374012" y="1669959"/>
                  </a:lnTo>
                  <a:lnTo>
                    <a:pt x="2412574" y="1753014"/>
                  </a:lnTo>
                  <a:lnTo>
                    <a:pt x="2450849" y="1833964"/>
                  </a:lnTo>
                  <a:lnTo>
                    <a:pt x="2488794" y="1912345"/>
                  </a:lnTo>
                  <a:lnTo>
                    <a:pt x="2526390" y="1987759"/>
                  </a:lnTo>
                  <a:lnTo>
                    <a:pt x="2563643" y="2059885"/>
                  </a:lnTo>
                  <a:lnTo>
                    <a:pt x="2600592" y="2128478"/>
                  </a:lnTo>
                  <a:lnTo>
                    <a:pt x="2637307" y="2193370"/>
                  </a:lnTo>
                  <a:lnTo>
                    <a:pt x="2673893" y="2254468"/>
                  </a:lnTo>
                  <a:lnTo>
                    <a:pt x="2710496" y="2311749"/>
                  </a:lnTo>
                  <a:lnTo>
                    <a:pt x="2747305" y="2365252"/>
                  </a:lnTo>
                  <a:lnTo>
                    <a:pt x="2770117" y="2396282"/>
                  </a:lnTo>
                  <a:lnTo>
                    <a:pt x="2818149" y="2456159"/>
                  </a:lnTo>
                  <a:lnTo>
                    <a:pt x="2867765" y="2510137"/>
                  </a:lnTo>
                  <a:lnTo>
                    <a:pt x="2919708" y="2558506"/>
                  </a:lnTo>
                  <a:lnTo>
                    <a:pt x="2974806" y="2601763"/>
                  </a:lnTo>
                  <a:lnTo>
                    <a:pt x="3033911" y="2640471"/>
                  </a:lnTo>
                  <a:lnTo>
                    <a:pt x="3097821" y="2675181"/>
                  </a:lnTo>
                  <a:lnTo>
                    <a:pt x="3167204" y="2706378"/>
                  </a:lnTo>
                  <a:lnTo>
                    <a:pt x="3242475" y="2734464"/>
                  </a:lnTo>
                  <a:lnTo>
                    <a:pt x="3323655" y="2759736"/>
                  </a:lnTo>
                  <a:lnTo>
                    <a:pt x="3410184" y="2782388"/>
                  </a:lnTo>
                  <a:lnTo>
                    <a:pt x="3500741" y="2802512"/>
                  </a:lnTo>
                  <a:lnTo>
                    <a:pt x="3593097" y="2820111"/>
                  </a:lnTo>
                  <a:lnTo>
                    <a:pt x="3684109" y="2835137"/>
                  </a:lnTo>
                  <a:lnTo>
                    <a:pt x="3769925" y="2847533"/>
                  </a:lnTo>
                  <a:lnTo>
                    <a:pt x="3846452" y="2857289"/>
                  </a:lnTo>
                  <a:lnTo>
                    <a:pt x="3910061" y="2864501"/>
                  </a:lnTo>
                  <a:lnTo>
                    <a:pt x="3958345" y="2869401"/>
                  </a:lnTo>
                  <a:lnTo>
                    <a:pt x="3990710" y="2872355"/>
                  </a:lnTo>
                  <a:lnTo>
                    <a:pt x="4008620" y="2873832"/>
                  </a:lnTo>
                  <a:lnTo>
                    <a:pt x="4015491" y="2874346"/>
                  </a:lnTo>
                  <a:lnTo>
                    <a:pt x="4016409" y="2874410"/>
                  </a:lnTo>
                  <a:lnTo>
                    <a:pt x="4538543" y="2874410"/>
                  </a:lnTo>
                  <a:lnTo>
                    <a:pt x="4539813" y="2874410"/>
                  </a:lnTo>
                  <a:lnTo>
                    <a:pt x="4548114" y="2874411"/>
                  </a:lnTo>
                  <a:lnTo>
                    <a:pt x="4568866" y="2874414"/>
                  </a:lnTo>
                  <a:lnTo>
                    <a:pt x="4605526" y="2874421"/>
                  </a:lnTo>
                  <a:lnTo>
                    <a:pt x="4659270" y="2874432"/>
                  </a:lnTo>
                  <a:lnTo>
                    <a:pt x="4728942" y="2874448"/>
                  </a:lnTo>
                  <a:lnTo>
                    <a:pt x="4811443" y="2874470"/>
                  </a:lnTo>
                  <a:lnTo>
                    <a:pt x="4902516" y="2874497"/>
                  </a:lnTo>
                  <a:lnTo>
                    <a:pt x="4997642" y="2874529"/>
                  </a:lnTo>
                  <a:lnTo>
                    <a:pt x="5092802" y="2874567"/>
                  </a:lnTo>
                  <a:lnTo>
                    <a:pt x="5184910" y="2874610"/>
                  </a:lnTo>
                  <a:lnTo>
                    <a:pt x="5271949" y="2874659"/>
                  </a:lnTo>
                  <a:lnTo>
                    <a:pt x="5352879" y="2874713"/>
                  </a:lnTo>
                  <a:lnTo>
                    <a:pt x="5427430" y="2874774"/>
                  </a:lnTo>
                  <a:lnTo>
                    <a:pt x="5495885" y="2874842"/>
                  </a:lnTo>
                  <a:lnTo>
                    <a:pt x="5558882" y="2874917"/>
                  </a:lnTo>
                  <a:lnTo>
                    <a:pt x="5617263" y="2875002"/>
                  </a:lnTo>
                  <a:lnTo>
                    <a:pt x="5671959" y="2875097"/>
                  </a:lnTo>
                  <a:lnTo>
                    <a:pt x="5723904" y="2875204"/>
                  </a:lnTo>
                  <a:lnTo>
                    <a:pt x="5773956" y="2875323"/>
                  </a:lnTo>
                  <a:lnTo>
                    <a:pt x="5784835" y="2875351"/>
                  </a:lnTo>
                  <a:lnTo>
                    <a:pt x="5839094" y="2875501"/>
                  </a:lnTo>
                  <a:lnTo>
                    <a:pt x="5892831" y="2875668"/>
                  </a:lnTo>
                  <a:lnTo>
                    <a:pt x="5946634" y="2875851"/>
                  </a:lnTo>
                  <a:lnTo>
                    <a:pt x="6000893" y="2876049"/>
                  </a:lnTo>
                  <a:lnTo>
                    <a:pt x="6055830" y="2876262"/>
                  </a:lnTo>
                  <a:lnTo>
                    <a:pt x="6111515" y="2876488"/>
                  </a:lnTo>
                  <a:lnTo>
                    <a:pt x="6167893" y="2876725"/>
                  </a:lnTo>
                  <a:lnTo>
                    <a:pt x="6224800" y="2876969"/>
                  </a:lnTo>
                  <a:lnTo>
                    <a:pt x="6282003" y="2877217"/>
                  </a:lnTo>
                  <a:lnTo>
                    <a:pt x="6339223" y="2877466"/>
                  </a:lnTo>
                  <a:lnTo>
                    <a:pt x="6396183" y="2877710"/>
                  </a:lnTo>
                  <a:lnTo>
                    <a:pt x="6452640" y="2877948"/>
                  </a:lnTo>
                  <a:lnTo>
                    <a:pt x="6508420" y="2878176"/>
                  </a:lnTo>
                  <a:lnTo>
                    <a:pt x="6563451" y="2878391"/>
                  </a:lnTo>
                  <a:lnTo>
                    <a:pt x="6617789" y="2878591"/>
                  </a:lnTo>
                  <a:lnTo>
                    <a:pt x="6671632" y="2878776"/>
                  </a:lnTo>
                  <a:lnTo>
                    <a:pt x="6725349" y="2878945"/>
                  </a:lnTo>
                  <a:lnTo>
                    <a:pt x="6779501" y="2879097"/>
                  </a:lnTo>
                  <a:lnTo>
                    <a:pt x="6786527" y="2879116"/>
                  </a:lnTo>
                  <a:lnTo>
                    <a:pt x="6836261" y="2879237"/>
                  </a:lnTo>
                  <a:lnTo>
                    <a:pt x="6887718" y="2879347"/>
                  </a:lnTo>
                  <a:lnTo>
                    <a:pt x="6941727" y="2879444"/>
                  </a:lnTo>
                  <a:lnTo>
                    <a:pt x="6999213" y="2879531"/>
                  </a:lnTo>
                  <a:lnTo>
                    <a:pt x="7061113" y="2879609"/>
                  </a:lnTo>
                  <a:lnTo>
                    <a:pt x="7128297" y="2879678"/>
                  </a:lnTo>
                  <a:lnTo>
                    <a:pt x="7201462" y="2879740"/>
                  </a:lnTo>
                  <a:lnTo>
                    <a:pt x="7280982" y="2879796"/>
                  </a:lnTo>
                  <a:lnTo>
                    <a:pt x="7366730" y="2879846"/>
                  </a:lnTo>
                  <a:lnTo>
                    <a:pt x="7457855" y="2879890"/>
                  </a:lnTo>
                  <a:lnTo>
                    <a:pt x="7552568" y="2879929"/>
                  </a:lnTo>
                  <a:lnTo>
                    <a:pt x="7648020" y="2879963"/>
                  </a:lnTo>
                  <a:lnTo>
                    <a:pt x="7740370" y="2879991"/>
                  </a:lnTo>
                  <a:lnTo>
                    <a:pt x="7825155" y="2880014"/>
                  </a:lnTo>
                  <a:lnTo>
                    <a:pt x="7897983" y="2880031"/>
                  </a:lnTo>
                  <a:lnTo>
                    <a:pt x="7955424" y="2880043"/>
                  </a:lnTo>
                  <a:lnTo>
                    <a:pt x="7995842" y="2880051"/>
                  </a:lnTo>
                  <a:lnTo>
                    <a:pt x="8019888" y="2880055"/>
                  </a:lnTo>
                  <a:lnTo>
                    <a:pt x="8030538" y="2880056"/>
                  </a:lnTo>
                  <a:lnTo>
                    <a:pt x="8032819" y="2880057"/>
                  </a:lnTo>
                  <a:lnTo>
                    <a:pt x="8554953" y="2880057"/>
                  </a:lnTo>
                  <a:lnTo>
                    <a:pt x="8554953" y="2874410"/>
                  </a:lnTo>
                  <a:lnTo>
                    <a:pt x="8032819" y="2874410"/>
                  </a:lnTo>
                  <a:lnTo>
                    <a:pt x="8031549" y="2874409"/>
                  </a:lnTo>
                  <a:lnTo>
                    <a:pt x="8023248" y="2874408"/>
                  </a:lnTo>
                  <a:lnTo>
                    <a:pt x="8002496" y="2874405"/>
                  </a:lnTo>
                  <a:lnTo>
                    <a:pt x="7965836" y="2874398"/>
                  </a:lnTo>
                  <a:lnTo>
                    <a:pt x="7912092" y="2874387"/>
                  </a:lnTo>
                  <a:lnTo>
                    <a:pt x="7842420" y="2874371"/>
                  </a:lnTo>
                  <a:lnTo>
                    <a:pt x="7759919" y="2874350"/>
                  </a:lnTo>
                  <a:lnTo>
                    <a:pt x="7668846" y="2874322"/>
                  </a:lnTo>
                  <a:lnTo>
                    <a:pt x="7573719" y="2874290"/>
                  </a:lnTo>
                  <a:lnTo>
                    <a:pt x="7478560" y="2874252"/>
                  </a:lnTo>
                  <a:lnTo>
                    <a:pt x="7386452" y="2874209"/>
                  </a:lnTo>
                  <a:lnTo>
                    <a:pt x="7299412" y="2874160"/>
                  </a:lnTo>
                  <a:lnTo>
                    <a:pt x="7218483" y="2874106"/>
                  </a:lnTo>
                  <a:lnTo>
                    <a:pt x="7143932" y="2874045"/>
                  </a:lnTo>
                  <a:lnTo>
                    <a:pt x="7075477" y="2873978"/>
                  </a:lnTo>
                  <a:lnTo>
                    <a:pt x="7012480" y="2873902"/>
                  </a:lnTo>
                  <a:lnTo>
                    <a:pt x="6954099" y="2873817"/>
                  </a:lnTo>
                  <a:lnTo>
                    <a:pt x="6899403" y="2873722"/>
                  </a:lnTo>
                  <a:lnTo>
                    <a:pt x="6847458" y="2873615"/>
                  </a:lnTo>
                  <a:lnTo>
                    <a:pt x="6797406" y="2873496"/>
                  </a:lnTo>
                  <a:lnTo>
                    <a:pt x="6786527" y="2873468"/>
                  </a:lnTo>
                  <a:lnTo>
                    <a:pt x="6732268" y="2873318"/>
                  </a:lnTo>
                  <a:lnTo>
                    <a:pt x="6678530" y="2873151"/>
                  </a:lnTo>
                  <a:lnTo>
                    <a:pt x="6624728" y="2872969"/>
                  </a:lnTo>
                  <a:lnTo>
                    <a:pt x="6570469" y="2872770"/>
                  </a:lnTo>
                  <a:lnTo>
                    <a:pt x="6515532" y="2872557"/>
                  </a:lnTo>
                  <a:lnTo>
                    <a:pt x="6459847" y="2872331"/>
                  </a:lnTo>
                  <a:lnTo>
                    <a:pt x="6403469" y="2872094"/>
                  </a:lnTo>
                  <a:lnTo>
                    <a:pt x="6346561" y="2871850"/>
                  </a:lnTo>
                  <a:lnTo>
                    <a:pt x="6289359" y="2871602"/>
                  </a:lnTo>
                  <a:lnTo>
                    <a:pt x="6232139" y="2871354"/>
                  </a:lnTo>
                  <a:lnTo>
                    <a:pt x="6175179" y="2871109"/>
                  </a:lnTo>
                  <a:lnTo>
                    <a:pt x="6118722" y="2870871"/>
                  </a:lnTo>
                  <a:lnTo>
                    <a:pt x="6062942" y="2870643"/>
                  </a:lnTo>
                  <a:lnTo>
                    <a:pt x="6007910" y="2870428"/>
                  </a:lnTo>
                  <a:lnTo>
                    <a:pt x="5953573" y="2870228"/>
                  </a:lnTo>
                  <a:lnTo>
                    <a:pt x="5899730" y="2870043"/>
                  </a:lnTo>
                  <a:lnTo>
                    <a:pt x="5846013" y="2869875"/>
                  </a:lnTo>
                  <a:lnTo>
                    <a:pt x="5791861" y="2869722"/>
                  </a:lnTo>
                  <a:lnTo>
                    <a:pt x="5784835" y="2869704"/>
                  </a:lnTo>
                  <a:lnTo>
                    <a:pt x="5735101" y="2869582"/>
                  </a:lnTo>
                  <a:lnTo>
                    <a:pt x="5683644" y="2869472"/>
                  </a:lnTo>
                  <a:lnTo>
                    <a:pt x="5629634" y="2869375"/>
                  </a:lnTo>
                  <a:lnTo>
                    <a:pt x="5572149" y="2869288"/>
                  </a:lnTo>
                  <a:lnTo>
                    <a:pt x="5510249" y="2869210"/>
                  </a:lnTo>
                  <a:lnTo>
                    <a:pt x="5443064" y="2869141"/>
                  </a:lnTo>
                  <a:lnTo>
                    <a:pt x="5369900" y="2869079"/>
                  </a:lnTo>
                  <a:lnTo>
                    <a:pt x="5290380" y="2869023"/>
                  </a:lnTo>
                  <a:lnTo>
                    <a:pt x="5204632" y="2868974"/>
                  </a:lnTo>
                  <a:lnTo>
                    <a:pt x="5113507" y="2868929"/>
                  </a:lnTo>
                  <a:lnTo>
                    <a:pt x="5018794" y="2868890"/>
                  </a:lnTo>
                  <a:lnTo>
                    <a:pt x="4923342" y="2868856"/>
                  </a:lnTo>
                  <a:lnTo>
                    <a:pt x="4830992" y="2868828"/>
                  </a:lnTo>
                  <a:lnTo>
                    <a:pt x="4746207" y="2868805"/>
                  </a:lnTo>
                  <a:lnTo>
                    <a:pt x="4673379" y="2868788"/>
                  </a:lnTo>
                  <a:lnTo>
                    <a:pt x="4615938" y="2868776"/>
                  </a:lnTo>
                  <a:lnTo>
                    <a:pt x="4575520" y="2868768"/>
                  </a:lnTo>
                  <a:lnTo>
                    <a:pt x="4551474" y="2868764"/>
                  </a:lnTo>
                  <a:lnTo>
                    <a:pt x="4540824" y="2868763"/>
                  </a:lnTo>
                  <a:lnTo>
                    <a:pt x="4538543" y="2868762"/>
                  </a:lnTo>
                  <a:lnTo>
                    <a:pt x="4016409" y="2868762"/>
                  </a:lnTo>
                  <a:lnTo>
                    <a:pt x="4015261" y="2868683"/>
                  </a:lnTo>
                  <a:lnTo>
                    <a:pt x="4007739" y="2868116"/>
                  </a:lnTo>
                  <a:lnTo>
                    <a:pt x="3988870" y="2866549"/>
                  </a:lnTo>
                  <a:lnTo>
                    <a:pt x="3955370" y="2863468"/>
                  </a:lnTo>
                  <a:lnTo>
                    <a:pt x="3905926" y="2858410"/>
                  </a:lnTo>
                  <a:lnTo>
                    <a:pt x="3841275" y="2851019"/>
                  </a:lnTo>
                  <a:lnTo>
                    <a:pt x="3763939" y="2841072"/>
                  </a:lnTo>
                  <a:lnTo>
                    <a:pt x="3677606" y="2828484"/>
                  </a:lnTo>
                  <a:lnTo>
                    <a:pt x="3586372" y="2813268"/>
                  </a:lnTo>
                  <a:lnTo>
                    <a:pt x="3494051" y="2795484"/>
                  </a:lnTo>
                  <a:lnTo>
                    <a:pt x="3403724" y="2775177"/>
                  </a:lnTo>
                  <a:lnTo>
                    <a:pt x="3317550" y="2752338"/>
                  </a:lnTo>
                  <a:lnTo>
                    <a:pt x="3236790" y="2726869"/>
                  </a:lnTo>
                  <a:lnTo>
                    <a:pt x="3161954" y="2698568"/>
                  </a:lnTo>
                  <a:lnTo>
                    <a:pt x="3092988" y="2667129"/>
                  </a:lnTo>
                  <a:lnTo>
                    <a:pt x="3029452" y="2632146"/>
                  </a:lnTo>
                  <a:lnTo>
                    <a:pt x="2970668" y="2593125"/>
                  </a:lnTo>
                  <a:lnTo>
                    <a:pt x="2915828" y="2549515"/>
                  </a:lnTo>
                  <a:lnTo>
                    <a:pt x="2864082" y="2500752"/>
                  </a:lnTo>
                  <a:lnTo>
                    <a:pt x="2814605" y="2446351"/>
                  </a:lnTo>
                  <a:lnTo>
                    <a:pt x="2770117" y="2390635"/>
                  </a:lnTo>
                  <a:lnTo>
                    <a:pt x="2733067" y="2339408"/>
                  </a:lnTo>
                  <a:lnTo>
                    <a:pt x="2696363" y="2284456"/>
                  </a:lnTo>
                  <a:lnTo>
                    <a:pt x="2659787" y="2225704"/>
                  </a:lnTo>
                  <a:lnTo>
                    <a:pt x="2623166" y="2163136"/>
                  </a:lnTo>
                  <a:lnTo>
                    <a:pt x="2586371" y="2096802"/>
                  </a:lnTo>
                  <a:lnTo>
                    <a:pt x="2549311" y="2026822"/>
                  </a:lnTo>
                  <a:lnTo>
                    <a:pt x="2511928" y="1953394"/>
                  </a:lnTo>
                  <a:lnTo>
                    <a:pt x="2474197" y="1876793"/>
                  </a:lnTo>
                  <a:lnTo>
                    <a:pt x="2436121" y="1797370"/>
                  </a:lnTo>
                  <a:lnTo>
                    <a:pt x="2397729" y="1715550"/>
                  </a:lnTo>
                  <a:lnTo>
                    <a:pt x="2359072" y="1631818"/>
                  </a:lnTo>
                  <a:lnTo>
                    <a:pt x="2320219" y="1546717"/>
                  </a:lnTo>
                  <a:lnTo>
                    <a:pt x="2281249" y="1460826"/>
                  </a:lnTo>
                  <a:lnTo>
                    <a:pt x="2242252" y="1374747"/>
                  </a:lnTo>
                  <a:lnTo>
                    <a:pt x="2203317" y="1289090"/>
                  </a:lnTo>
                  <a:lnTo>
                    <a:pt x="2164530" y="1204450"/>
                  </a:lnTo>
                  <a:lnTo>
                    <a:pt x="2125968" y="1121395"/>
                  </a:lnTo>
                  <a:lnTo>
                    <a:pt x="2087693" y="1040445"/>
                  </a:lnTo>
                  <a:lnTo>
                    <a:pt x="2049748" y="962064"/>
                  </a:lnTo>
                  <a:lnTo>
                    <a:pt x="2012152" y="886650"/>
                  </a:lnTo>
                  <a:lnTo>
                    <a:pt x="1974899" y="814524"/>
                  </a:lnTo>
                  <a:lnTo>
                    <a:pt x="1937950" y="745931"/>
                  </a:lnTo>
                  <a:lnTo>
                    <a:pt x="1901235" y="681039"/>
                  </a:lnTo>
                  <a:lnTo>
                    <a:pt x="1864649" y="619941"/>
                  </a:lnTo>
                  <a:lnTo>
                    <a:pt x="1828046" y="562660"/>
                  </a:lnTo>
                  <a:lnTo>
                    <a:pt x="1791237" y="509157"/>
                  </a:lnTo>
                  <a:lnTo>
                    <a:pt x="1768425" y="478127"/>
                  </a:lnTo>
                  <a:lnTo>
                    <a:pt x="1720393" y="418250"/>
                  </a:lnTo>
                  <a:lnTo>
                    <a:pt x="1670777" y="364272"/>
                  </a:lnTo>
                  <a:lnTo>
                    <a:pt x="1618834" y="315903"/>
                  </a:lnTo>
                  <a:lnTo>
                    <a:pt x="1563736" y="272646"/>
                  </a:lnTo>
                  <a:lnTo>
                    <a:pt x="1504631" y="233938"/>
                  </a:lnTo>
                  <a:lnTo>
                    <a:pt x="1440721" y="199229"/>
                  </a:lnTo>
                  <a:lnTo>
                    <a:pt x="1371339" y="168031"/>
                  </a:lnTo>
                  <a:lnTo>
                    <a:pt x="1296067" y="139945"/>
                  </a:lnTo>
                  <a:lnTo>
                    <a:pt x="1214887" y="114673"/>
                  </a:lnTo>
                  <a:lnTo>
                    <a:pt x="1128358" y="92021"/>
                  </a:lnTo>
                  <a:lnTo>
                    <a:pt x="1037801" y="71897"/>
                  </a:lnTo>
                  <a:lnTo>
                    <a:pt x="945446" y="54298"/>
                  </a:lnTo>
                  <a:lnTo>
                    <a:pt x="854433" y="39272"/>
                  </a:lnTo>
                  <a:lnTo>
                    <a:pt x="768618" y="26877"/>
                  </a:lnTo>
                  <a:lnTo>
                    <a:pt x="692090" y="17120"/>
                  </a:lnTo>
                  <a:lnTo>
                    <a:pt x="628481" y="9908"/>
                  </a:lnTo>
                  <a:lnTo>
                    <a:pt x="580197" y="5008"/>
                  </a:lnTo>
                  <a:lnTo>
                    <a:pt x="547833" y="2054"/>
                  </a:lnTo>
                  <a:lnTo>
                    <a:pt x="529923" y="577"/>
                  </a:lnTo>
                  <a:lnTo>
                    <a:pt x="523052" y="63"/>
                  </a:lnTo>
                  <a:lnTo>
                    <a:pt x="5221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615" name="pl615"/>
            <p:cNvSpPr/>
            <p:nvPr/>
          </p:nvSpPr>
          <p:spPr>
            <a:xfrm>
              <a:off x="386606" y="3325823"/>
              <a:ext cx="8554953" cy="2874410"/>
            </a:xfrm>
            <a:custGeom>
              <a:avLst/>
              <a:pathLst>
                <a:path w="8554953" h="2874410">
                  <a:moveTo>
                    <a:pt x="0" y="0"/>
                  </a:moveTo>
                  <a:lnTo>
                    <a:pt x="522133" y="0"/>
                  </a:lnTo>
                  <a:lnTo>
                    <a:pt x="523281" y="79"/>
                  </a:lnTo>
                  <a:lnTo>
                    <a:pt x="530803" y="646"/>
                  </a:lnTo>
                  <a:lnTo>
                    <a:pt x="549672" y="2213"/>
                  </a:lnTo>
                  <a:lnTo>
                    <a:pt x="583172" y="5294"/>
                  </a:lnTo>
                  <a:lnTo>
                    <a:pt x="632616" y="10352"/>
                  </a:lnTo>
                  <a:lnTo>
                    <a:pt x="697267" y="17743"/>
                  </a:lnTo>
                  <a:lnTo>
                    <a:pt x="774604" y="27690"/>
                  </a:lnTo>
                  <a:lnTo>
                    <a:pt x="860936" y="40278"/>
                  </a:lnTo>
                  <a:lnTo>
                    <a:pt x="952170" y="55494"/>
                  </a:lnTo>
                  <a:lnTo>
                    <a:pt x="1044491" y="73278"/>
                  </a:lnTo>
                  <a:lnTo>
                    <a:pt x="1134818" y="93585"/>
                  </a:lnTo>
                  <a:lnTo>
                    <a:pt x="1220992" y="116424"/>
                  </a:lnTo>
                  <a:lnTo>
                    <a:pt x="1301752" y="141893"/>
                  </a:lnTo>
                  <a:lnTo>
                    <a:pt x="1376588" y="170194"/>
                  </a:lnTo>
                  <a:lnTo>
                    <a:pt x="1445554" y="201633"/>
                  </a:lnTo>
                  <a:lnTo>
                    <a:pt x="1509090" y="236616"/>
                  </a:lnTo>
                  <a:lnTo>
                    <a:pt x="1567874" y="275637"/>
                  </a:lnTo>
                  <a:lnTo>
                    <a:pt x="1622714" y="319247"/>
                  </a:lnTo>
                  <a:lnTo>
                    <a:pt x="1674460" y="368010"/>
                  </a:lnTo>
                  <a:lnTo>
                    <a:pt x="1723937" y="422411"/>
                  </a:lnTo>
                  <a:lnTo>
                    <a:pt x="1768425" y="478127"/>
                  </a:lnTo>
                  <a:lnTo>
                    <a:pt x="1805475" y="529354"/>
                  </a:lnTo>
                  <a:lnTo>
                    <a:pt x="1842179" y="584306"/>
                  </a:lnTo>
                  <a:lnTo>
                    <a:pt x="1878756" y="643057"/>
                  </a:lnTo>
                  <a:lnTo>
                    <a:pt x="1915376" y="705626"/>
                  </a:lnTo>
                  <a:lnTo>
                    <a:pt x="1952171" y="771960"/>
                  </a:lnTo>
                  <a:lnTo>
                    <a:pt x="1989231" y="841940"/>
                  </a:lnTo>
                  <a:lnTo>
                    <a:pt x="2026614" y="915368"/>
                  </a:lnTo>
                  <a:lnTo>
                    <a:pt x="2064345" y="991969"/>
                  </a:lnTo>
                  <a:lnTo>
                    <a:pt x="2102421" y="1071391"/>
                  </a:lnTo>
                  <a:lnTo>
                    <a:pt x="2140813" y="1153212"/>
                  </a:lnTo>
                  <a:lnTo>
                    <a:pt x="2179470" y="1236943"/>
                  </a:lnTo>
                  <a:lnTo>
                    <a:pt x="2218323" y="1322045"/>
                  </a:lnTo>
                  <a:lnTo>
                    <a:pt x="2257293" y="1407936"/>
                  </a:lnTo>
                  <a:lnTo>
                    <a:pt x="2296290" y="1494015"/>
                  </a:lnTo>
                  <a:lnTo>
                    <a:pt x="2335225" y="1579672"/>
                  </a:lnTo>
                  <a:lnTo>
                    <a:pt x="2374012" y="1664311"/>
                  </a:lnTo>
                  <a:lnTo>
                    <a:pt x="2412574" y="1747367"/>
                  </a:lnTo>
                  <a:lnTo>
                    <a:pt x="2450849" y="1828317"/>
                  </a:lnTo>
                  <a:lnTo>
                    <a:pt x="2488794" y="1906697"/>
                  </a:lnTo>
                  <a:lnTo>
                    <a:pt x="2526390" y="1982112"/>
                  </a:lnTo>
                  <a:lnTo>
                    <a:pt x="2563643" y="2054238"/>
                  </a:lnTo>
                  <a:lnTo>
                    <a:pt x="2600592" y="2122831"/>
                  </a:lnTo>
                  <a:lnTo>
                    <a:pt x="2637307" y="2187723"/>
                  </a:lnTo>
                  <a:lnTo>
                    <a:pt x="2673893" y="2248821"/>
                  </a:lnTo>
                  <a:lnTo>
                    <a:pt x="2710496" y="2306101"/>
                  </a:lnTo>
                  <a:lnTo>
                    <a:pt x="2747305" y="2359605"/>
                  </a:lnTo>
                  <a:lnTo>
                    <a:pt x="2770117" y="2390635"/>
                  </a:lnTo>
                  <a:lnTo>
                    <a:pt x="2818149" y="2450512"/>
                  </a:lnTo>
                  <a:lnTo>
                    <a:pt x="2867765" y="2504490"/>
                  </a:lnTo>
                  <a:lnTo>
                    <a:pt x="2919708" y="2552859"/>
                  </a:lnTo>
                  <a:lnTo>
                    <a:pt x="2974806" y="2596116"/>
                  </a:lnTo>
                  <a:lnTo>
                    <a:pt x="3033911" y="2634824"/>
                  </a:lnTo>
                  <a:lnTo>
                    <a:pt x="3097821" y="2669533"/>
                  </a:lnTo>
                  <a:lnTo>
                    <a:pt x="3167204" y="2700731"/>
                  </a:lnTo>
                  <a:lnTo>
                    <a:pt x="3242475" y="2728817"/>
                  </a:lnTo>
                  <a:lnTo>
                    <a:pt x="3323655" y="2754089"/>
                  </a:lnTo>
                  <a:lnTo>
                    <a:pt x="3410184" y="2776741"/>
                  </a:lnTo>
                  <a:lnTo>
                    <a:pt x="3500741" y="2796864"/>
                  </a:lnTo>
                  <a:lnTo>
                    <a:pt x="3593097" y="2814464"/>
                  </a:lnTo>
                  <a:lnTo>
                    <a:pt x="3684109" y="2829490"/>
                  </a:lnTo>
                  <a:lnTo>
                    <a:pt x="3769925" y="2841885"/>
                  </a:lnTo>
                  <a:lnTo>
                    <a:pt x="3846452" y="2851642"/>
                  </a:lnTo>
                  <a:lnTo>
                    <a:pt x="3910061" y="2858854"/>
                  </a:lnTo>
                  <a:lnTo>
                    <a:pt x="3958345" y="2863754"/>
                  </a:lnTo>
                  <a:lnTo>
                    <a:pt x="3990710" y="2866708"/>
                  </a:lnTo>
                  <a:lnTo>
                    <a:pt x="4008620" y="2868185"/>
                  </a:lnTo>
                  <a:lnTo>
                    <a:pt x="4015491" y="2868699"/>
                  </a:lnTo>
                  <a:lnTo>
                    <a:pt x="4016409" y="2868762"/>
                  </a:lnTo>
                  <a:lnTo>
                    <a:pt x="4538543" y="2868762"/>
                  </a:lnTo>
                  <a:lnTo>
                    <a:pt x="4539813" y="2868763"/>
                  </a:lnTo>
                  <a:lnTo>
                    <a:pt x="4548114" y="2868764"/>
                  </a:lnTo>
                  <a:lnTo>
                    <a:pt x="4568866" y="2868767"/>
                  </a:lnTo>
                  <a:lnTo>
                    <a:pt x="4605526" y="2868774"/>
                  </a:lnTo>
                  <a:lnTo>
                    <a:pt x="4659270" y="2868785"/>
                  </a:lnTo>
                  <a:lnTo>
                    <a:pt x="4728942" y="2868801"/>
                  </a:lnTo>
                  <a:lnTo>
                    <a:pt x="4811443" y="2868823"/>
                  </a:lnTo>
                  <a:lnTo>
                    <a:pt x="4902516" y="2868850"/>
                  </a:lnTo>
                  <a:lnTo>
                    <a:pt x="4997642" y="2868882"/>
                  </a:lnTo>
                  <a:lnTo>
                    <a:pt x="5092802" y="2868920"/>
                  </a:lnTo>
                  <a:lnTo>
                    <a:pt x="5184910" y="2868963"/>
                  </a:lnTo>
                  <a:lnTo>
                    <a:pt x="5271949" y="2869012"/>
                  </a:lnTo>
                  <a:lnTo>
                    <a:pt x="5352879" y="2869066"/>
                  </a:lnTo>
                  <a:lnTo>
                    <a:pt x="5427430" y="2869127"/>
                  </a:lnTo>
                  <a:lnTo>
                    <a:pt x="5495885" y="2869194"/>
                  </a:lnTo>
                  <a:lnTo>
                    <a:pt x="5558882" y="2869270"/>
                  </a:lnTo>
                  <a:lnTo>
                    <a:pt x="5617263" y="2869355"/>
                  </a:lnTo>
                  <a:lnTo>
                    <a:pt x="5671959" y="2869450"/>
                  </a:lnTo>
                  <a:lnTo>
                    <a:pt x="5723904" y="2869557"/>
                  </a:lnTo>
                  <a:lnTo>
                    <a:pt x="5773956" y="2869676"/>
                  </a:lnTo>
                  <a:lnTo>
                    <a:pt x="5784835" y="2869704"/>
                  </a:lnTo>
                  <a:lnTo>
                    <a:pt x="5839094" y="2869854"/>
                  </a:lnTo>
                  <a:lnTo>
                    <a:pt x="5892831" y="2870021"/>
                  </a:lnTo>
                  <a:lnTo>
                    <a:pt x="5946634" y="2870203"/>
                  </a:lnTo>
                  <a:lnTo>
                    <a:pt x="6000893" y="2870402"/>
                  </a:lnTo>
                  <a:lnTo>
                    <a:pt x="6055830" y="2870615"/>
                  </a:lnTo>
                  <a:lnTo>
                    <a:pt x="6111515" y="2870841"/>
                  </a:lnTo>
                  <a:lnTo>
                    <a:pt x="6167893" y="2871078"/>
                  </a:lnTo>
                  <a:lnTo>
                    <a:pt x="6224800" y="2871322"/>
                  </a:lnTo>
                  <a:lnTo>
                    <a:pt x="6282003" y="2871570"/>
                  </a:lnTo>
                  <a:lnTo>
                    <a:pt x="6339223" y="2871818"/>
                  </a:lnTo>
                  <a:lnTo>
                    <a:pt x="6396183" y="2872063"/>
                  </a:lnTo>
                  <a:lnTo>
                    <a:pt x="6452640" y="2872301"/>
                  </a:lnTo>
                  <a:lnTo>
                    <a:pt x="6508420" y="2872529"/>
                  </a:lnTo>
                  <a:lnTo>
                    <a:pt x="6563451" y="2872744"/>
                  </a:lnTo>
                  <a:lnTo>
                    <a:pt x="6617789" y="2872944"/>
                  </a:lnTo>
                  <a:lnTo>
                    <a:pt x="6671632" y="2873129"/>
                  </a:lnTo>
                  <a:lnTo>
                    <a:pt x="6725349" y="2873297"/>
                  </a:lnTo>
                  <a:lnTo>
                    <a:pt x="6779501" y="2873450"/>
                  </a:lnTo>
                  <a:lnTo>
                    <a:pt x="6786527" y="2873468"/>
                  </a:lnTo>
                  <a:lnTo>
                    <a:pt x="6836261" y="2873590"/>
                  </a:lnTo>
                  <a:lnTo>
                    <a:pt x="6887718" y="2873700"/>
                  </a:lnTo>
                  <a:lnTo>
                    <a:pt x="6941727" y="2873797"/>
                  </a:lnTo>
                  <a:lnTo>
                    <a:pt x="6999213" y="2873884"/>
                  </a:lnTo>
                  <a:lnTo>
                    <a:pt x="7061113" y="2873962"/>
                  </a:lnTo>
                  <a:lnTo>
                    <a:pt x="7128297" y="2874031"/>
                  </a:lnTo>
                  <a:lnTo>
                    <a:pt x="7201462" y="2874093"/>
                  </a:lnTo>
                  <a:lnTo>
                    <a:pt x="7280982" y="2874149"/>
                  </a:lnTo>
                  <a:lnTo>
                    <a:pt x="7366730" y="2874198"/>
                  </a:lnTo>
                  <a:lnTo>
                    <a:pt x="7457855" y="2874243"/>
                  </a:lnTo>
                  <a:lnTo>
                    <a:pt x="7552568" y="2874282"/>
                  </a:lnTo>
                  <a:lnTo>
                    <a:pt x="7648020" y="2874316"/>
                  </a:lnTo>
                  <a:lnTo>
                    <a:pt x="7740370" y="2874344"/>
                  </a:lnTo>
                  <a:lnTo>
                    <a:pt x="7825155" y="2874367"/>
                  </a:lnTo>
                  <a:lnTo>
                    <a:pt x="7897983" y="2874384"/>
                  </a:lnTo>
                  <a:lnTo>
                    <a:pt x="7955424" y="2874396"/>
                  </a:lnTo>
                  <a:lnTo>
                    <a:pt x="7995842" y="2874404"/>
                  </a:lnTo>
                  <a:lnTo>
                    <a:pt x="8019888" y="2874408"/>
                  </a:lnTo>
                  <a:lnTo>
                    <a:pt x="8030538" y="2874409"/>
                  </a:lnTo>
                  <a:lnTo>
                    <a:pt x="8032805" y="2874410"/>
                  </a:lnTo>
                  <a:lnTo>
                    <a:pt x="8032819" y="2874410"/>
                  </a:lnTo>
                  <a:lnTo>
                    <a:pt x="8554953" y="2874410"/>
                  </a:lnTo>
                  <a:lnTo>
                    <a:pt x="8554953" y="287441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616" name="pl616"/>
            <p:cNvSpPr/>
            <p:nvPr/>
          </p:nvSpPr>
          <p:spPr>
            <a:xfrm>
              <a:off x="386606" y="3320175"/>
              <a:ext cx="8554953" cy="2874410"/>
            </a:xfrm>
            <a:custGeom>
              <a:avLst/>
              <a:pathLst>
                <a:path w="8554953" h="2874410">
                  <a:moveTo>
                    <a:pt x="8554953" y="2874410"/>
                  </a:moveTo>
                  <a:lnTo>
                    <a:pt x="8032819" y="2874410"/>
                  </a:lnTo>
                  <a:lnTo>
                    <a:pt x="8031549" y="2874409"/>
                  </a:lnTo>
                  <a:lnTo>
                    <a:pt x="8023248" y="2874408"/>
                  </a:lnTo>
                  <a:lnTo>
                    <a:pt x="8002496" y="2874405"/>
                  </a:lnTo>
                  <a:lnTo>
                    <a:pt x="7965836" y="2874398"/>
                  </a:lnTo>
                  <a:lnTo>
                    <a:pt x="7912092" y="2874387"/>
                  </a:lnTo>
                  <a:lnTo>
                    <a:pt x="7842420" y="2874371"/>
                  </a:lnTo>
                  <a:lnTo>
                    <a:pt x="7759919" y="2874350"/>
                  </a:lnTo>
                  <a:lnTo>
                    <a:pt x="7668846" y="2874322"/>
                  </a:lnTo>
                  <a:lnTo>
                    <a:pt x="7573719" y="2874290"/>
                  </a:lnTo>
                  <a:lnTo>
                    <a:pt x="7478560" y="2874252"/>
                  </a:lnTo>
                  <a:lnTo>
                    <a:pt x="7386452" y="2874209"/>
                  </a:lnTo>
                  <a:lnTo>
                    <a:pt x="7299412" y="2874160"/>
                  </a:lnTo>
                  <a:lnTo>
                    <a:pt x="7218483" y="2874106"/>
                  </a:lnTo>
                  <a:lnTo>
                    <a:pt x="7143932" y="2874045"/>
                  </a:lnTo>
                  <a:lnTo>
                    <a:pt x="7075477" y="2873978"/>
                  </a:lnTo>
                  <a:lnTo>
                    <a:pt x="7012480" y="2873902"/>
                  </a:lnTo>
                  <a:lnTo>
                    <a:pt x="6954099" y="2873817"/>
                  </a:lnTo>
                  <a:lnTo>
                    <a:pt x="6899403" y="2873722"/>
                  </a:lnTo>
                  <a:lnTo>
                    <a:pt x="6847458" y="2873615"/>
                  </a:lnTo>
                  <a:lnTo>
                    <a:pt x="6797406" y="2873496"/>
                  </a:lnTo>
                  <a:lnTo>
                    <a:pt x="6786527" y="2873468"/>
                  </a:lnTo>
                  <a:lnTo>
                    <a:pt x="6732268" y="2873318"/>
                  </a:lnTo>
                  <a:lnTo>
                    <a:pt x="6678530" y="2873151"/>
                  </a:lnTo>
                  <a:lnTo>
                    <a:pt x="6624728" y="2872969"/>
                  </a:lnTo>
                  <a:lnTo>
                    <a:pt x="6570469" y="2872770"/>
                  </a:lnTo>
                  <a:lnTo>
                    <a:pt x="6515532" y="2872557"/>
                  </a:lnTo>
                  <a:lnTo>
                    <a:pt x="6459847" y="2872331"/>
                  </a:lnTo>
                  <a:lnTo>
                    <a:pt x="6403469" y="2872094"/>
                  </a:lnTo>
                  <a:lnTo>
                    <a:pt x="6346561" y="2871850"/>
                  </a:lnTo>
                  <a:lnTo>
                    <a:pt x="6289359" y="2871602"/>
                  </a:lnTo>
                  <a:lnTo>
                    <a:pt x="6232139" y="2871354"/>
                  </a:lnTo>
                  <a:lnTo>
                    <a:pt x="6175179" y="2871109"/>
                  </a:lnTo>
                  <a:lnTo>
                    <a:pt x="6118722" y="2870871"/>
                  </a:lnTo>
                  <a:lnTo>
                    <a:pt x="6062942" y="2870643"/>
                  </a:lnTo>
                  <a:lnTo>
                    <a:pt x="6007910" y="2870428"/>
                  </a:lnTo>
                  <a:lnTo>
                    <a:pt x="5953573" y="2870228"/>
                  </a:lnTo>
                  <a:lnTo>
                    <a:pt x="5899730" y="2870043"/>
                  </a:lnTo>
                  <a:lnTo>
                    <a:pt x="5846013" y="2869875"/>
                  </a:lnTo>
                  <a:lnTo>
                    <a:pt x="5791861" y="2869722"/>
                  </a:lnTo>
                  <a:lnTo>
                    <a:pt x="5784835" y="2869704"/>
                  </a:lnTo>
                  <a:lnTo>
                    <a:pt x="5735101" y="2869582"/>
                  </a:lnTo>
                  <a:lnTo>
                    <a:pt x="5683644" y="2869472"/>
                  </a:lnTo>
                  <a:lnTo>
                    <a:pt x="5629634" y="2869375"/>
                  </a:lnTo>
                  <a:lnTo>
                    <a:pt x="5572149" y="2869288"/>
                  </a:lnTo>
                  <a:lnTo>
                    <a:pt x="5510249" y="2869210"/>
                  </a:lnTo>
                  <a:lnTo>
                    <a:pt x="5443064" y="2869141"/>
                  </a:lnTo>
                  <a:lnTo>
                    <a:pt x="5369900" y="2869079"/>
                  </a:lnTo>
                  <a:lnTo>
                    <a:pt x="5290380" y="2869023"/>
                  </a:lnTo>
                  <a:lnTo>
                    <a:pt x="5204632" y="2868974"/>
                  </a:lnTo>
                  <a:lnTo>
                    <a:pt x="5113507" y="2868929"/>
                  </a:lnTo>
                  <a:lnTo>
                    <a:pt x="5018794" y="2868890"/>
                  </a:lnTo>
                  <a:lnTo>
                    <a:pt x="4923342" y="2868856"/>
                  </a:lnTo>
                  <a:lnTo>
                    <a:pt x="4830992" y="2868828"/>
                  </a:lnTo>
                  <a:lnTo>
                    <a:pt x="4746207" y="2868805"/>
                  </a:lnTo>
                  <a:lnTo>
                    <a:pt x="4673379" y="2868788"/>
                  </a:lnTo>
                  <a:lnTo>
                    <a:pt x="4615938" y="2868776"/>
                  </a:lnTo>
                  <a:lnTo>
                    <a:pt x="4575520" y="2868768"/>
                  </a:lnTo>
                  <a:lnTo>
                    <a:pt x="4551474" y="2868764"/>
                  </a:lnTo>
                  <a:lnTo>
                    <a:pt x="4540824" y="2868763"/>
                  </a:lnTo>
                  <a:lnTo>
                    <a:pt x="4538557" y="2868762"/>
                  </a:lnTo>
                  <a:lnTo>
                    <a:pt x="4538543" y="2868762"/>
                  </a:lnTo>
                  <a:lnTo>
                    <a:pt x="4016409" y="2868762"/>
                  </a:lnTo>
                  <a:lnTo>
                    <a:pt x="4015261" y="2868683"/>
                  </a:lnTo>
                  <a:lnTo>
                    <a:pt x="4007739" y="2868116"/>
                  </a:lnTo>
                  <a:lnTo>
                    <a:pt x="3988870" y="2866549"/>
                  </a:lnTo>
                  <a:lnTo>
                    <a:pt x="3955370" y="2863468"/>
                  </a:lnTo>
                  <a:lnTo>
                    <a:pt x="3905926" y="2858410"/>
                  </a:lnTo>
                  <a:lnTo>
                    <a:pt x="3841275" y="2851019"/>
                  </a:lnTo>
                  <a:lnTo>
                    <a:pt x="3763939" y="2841072"/>
                  </a:lnTo>
                  <a:lnTo>
                    <a:pt x="3677606" y="2828484"/>
                  </a:lnTo>
                  <a:lnTo>
                    <a:pt x="3586372" y="2813268"/>
                  </a:lnTo>
                  <a:lnTo>
                    <a:pt x="3494051" y="2795484"/>
                  </a:lnTo>
                  <a:lnTo>
                    <a:pt x="3403724" y="2775177"/>
                  </a:lnTo>
                  <a:lnTo>
                    <a:pt x="3317550" y="2752338"/>
                  </a:lnTo>
                  <a:lnTo>
                    <a:pt x="3236790" y="2726869"/>
                  </a:lnTo>
                  <a:lnTo>
                    <a:pt x="3161954" y="2698568"/>
                  </a:lnTo>
                  <a:lnTo>
                    <a:pt x="3092988" y="2667129"/>
                  </a:lnTo>
                  <a:lnTo>
                    <a:pt x="3029452" y="2632146"/>
                  </a:lnTo>
                  <a:lnTo>
                    <a:pt x="2970668" y="2593125"/>
                  </a:lnTo>
                  <a:lnTo>
                    <a:pt x="2915828" y="2549515"/>
                  </a:lnTo>
                  <a:lnTo>
                    <a:pt x="2864082" y="2500752"/>
                  </a:lnTo>
                  <a:lnTo>
                    <a:pt x="2814605" y="2446351"/>
                  </a:lnTo>
                  <a:lnTo>
                    <a:pt x="2770117" y="2390635"/>
                  </a:lnTo>
                  <a:lnTo>
                    <a:pt x="2733067" y="2339408"/>
                  </a:lnTo>
                  <a:lnTo>
                    <a:pt x="2696363" y="2284456"/>
                  </a:lnTo>
                  <a:lnTo>
                    <a:pt x="2659787" y="2225704"/>
                  </a:lnTo>
                  <a:lnTo>
                    <a:pt x="2623166" y="2163136"/>
                  </a:lnTo>
                  <a:lnTo>
                    <a:pt x="2586371" y="2096802"/>
                  </a:lnTo>
                  <a:lnTo>
                    <a:pt x="2549311" y="2026822"/>
                  </a:lnTo>
                  <a:lnTo>
                    <a:pt x="2511928" y="1953394"/>
                  </a:lnTo>
                  <a:lnTo>
                    <a:pt x="2474197" y="1876793"/>
                  </a:lnTo>
                  <a:lnTo>
                    <a:pt x="2436121" y="1797370"/>
                  </a:lnTo>
                  <a:lnTo>
                    <a:pt x="2397729" y="1715550"/>
                  </a:lnTo>
                  <a:lnTo>
                    <a:pt x="2359072" y="1631818"/>
                  </a:lnTo>
                  <a:lnTo>
                    <a:pt x="2320219" y="1546717"/>
                  </a:lnTo>
                  <a:lnTo>
                    <a:pt x="2281249" y="1460826"/>
                  </a:lnTo>
                  <a:lnTo>
                    <a:pt x="2242252" y="1374747"/>
                  </a:lnTo>
                  <a:lnTo>
                    <a:pt x="2203317" y="1289090"/>
                  </a:lnTo>
                  <a:lnTo>
                    <a:pt x="2164530" y="1204450"/>
                  </a:lnTo>
                  <a:lnTo>
                    <a:pt x="2125968" y="1121395"/>
                  </a:lnTo>
                  <a:lnTo>
                    <a:pt x="2087693" y="1040445"/>
                  </a:lnTo>
                  <a:lnTo>
                    <a:pt x="2049748" y="962064"/>
                  </a:lnTo>
                  <a:lnTo>
                    <a:pt x="2012152" y="886650"/>
                  </a:lnTo>
                  <a:lnTo>
                    <a:pt x="1974899" y="814524"/>
                  </a:lnTo>
                  <a:lnTo>
                    <a:pt x="1937950" y="745931"/>
                  </a:lnTo>
                  <a:lnTo>
                    <a:pt x="1901235" y="681039"/>
                  </a:lnTo>
                  <a:lnTo>
                    <a:pt x="1864649" y="619941"/>
                  </a:lnTo>
                  <a:lnTo>
                    <a:pt x="1828046" y="562660"/>
                  </a:lnTo>
                  <a:lnTo>
                    <a:pt x="1791237" y="509157"/>
                  </a:lnTo>
                  <a:lnTo>
                    <a:pt x="1768425" y="478127"/>
                  </a:lnTo>
                  <a:lnTo>
                    <a:pt x="1720393" y="418250"/>
                  </a:lnTo>
                  <a:lnTo>
                    <a:pt x="1670777" y="364272"/>
                  </a:lnTo>
                  <a:lnTo>
                    <a:pt x="1618834" y="315903"/>
                  </a:lnTo>
                  <a:lnTo>
                    <a:pt x="1563736" y="272646"/>
                  </a:lnTo>
                  <a:lnTo>
                    <a:pt x="1504631" y="233938"/>
                  </a:lnTo>
                  <a:lnTo>
                    <a:pt x="1440721" y="199229"/>
                  </a:lnTo>
                  <a:lnTo>
                    <a:pt x="1371339" y="168031"/>
                  </a:lnTo>
                  <a:lnTo>
                    <a:pt x="1296067" y="139945"/>
                  </a:lnTo>
                  <a:lnTo>
                    <a:pt x="1214887" y="114673"/>
                  </a:lnTo>
                  <a:lnTo>
                    <a:pt x="1128358" y="92021"/>
                  </a:lnTo>
                  <a:lnTo>
                    <a:pt x="1037801" y="71897"/>
                  </a:lnTo>
                  <a:lnTo>
                    <a:pt x="945446" y="54298"/>
                  </a:lnTo>
                  <a:lnTo>
                    <a:pt x="854433" y="39272"/>
                  </a:lnTo>
                  <a:lnTo>
                    <a:pt x="768618" y="26877"/>
                  </a:lnTo>
                  <a:lnTo>
                    <a:pt x="692090" y="17120"/>
                  </a:lnTo>
                  <a:lnTo>
                    <a:pt x="628481" y="9908"/>
                  </a:lnTo>
                  <a:lnTo>
                    <a:pt x="580197" y="5008"/>
                  </a:lnTo>
                  <a:lnTo>
                    <a:pt x="547833" y="2054"/>
                  </a:lnTo>
                  <a:lnTo>
                    <a:pt x="529923" y="577"/>
                  </a:lnTo>
                  <a:lnTo>
                    <a:pt x="523052" y="63"/>
                  </a:lnTo>
                  <a:lnTo>
                    <a:pt x="522133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617" name="pg617"/>
            <p:cNvSpPr/>
            <p:nvPr/>
          </p:nvSpPr>
          <p:spPr>
            <a:xfrm>
              <a:off x="386606" y="1089543"/>
              <a:ext cx="8554953" cy="2558168"/>
            </a:xfrm>
            <a:custGeom>
              <a:avLst/>
              <a:pathLst>
                <a:path w="8554953" h="2558168">
                  <a:moveTo>
                    <a:pt x="0" y="1005196"/>
                  </a:moveTo>
                  <a:lnTo>
                    <a:pt x="522133" y="1005196"/>
                  </a:lnTo>
                  <a:lnTo>
                    <a:pt x="523364" y="1005242"/>
                  </a:lnTo>
                  <a:lnTo>
                    <a:pt x="531417" y="1005572"/>
                  </a:lnTo>
                  <a:lnTo>
                    <a:pt x="551572" y="1006484"/>
                  </a:lnTo>
                  <a:lnTo>
                    <a:pt x="587232" y="1008276"/>
                  </a:lnTo>
                  <a:lnTo>
                    <a:pt x="639623" y="1011211"/>
                  </a:lnTo>
                  <a:lnTo>
                    <a:pt x="707723" y="1015491"/>
                  </a:lnTo>
                  <a:lnTo>
                    <a:pt x="788621" y="1021233"/>
                  </a:lnTo>
                  <a:lnTo>
                    <a:pt x="878238" y="1028476"/>
                  </a:lnTo>
                  <a:lnTo>
                    <a:pt x="972184" y="1037205"/>
                  </a:lnTo>
                  <a:lnTo>
                    <a:pt x="1066498" y="1047385"/>
                  </a:lnTo>
                  <a:lnTo>
                    <a:pt x="1158090" y="1058994"/>
                  </a:lnTo>
                  <a:lnTo>
                    <a:pt x="1244895" y="1072051"/>
                  </a:lnTo>
                  <a:lnTo>
                    <a:pt x="1325798" y="1086628"/>
                  </a:lnTo>
                  <a:lnTo>
                    <a:pt x="1400454" y="1102861"/>
                  </a:lnTo>
                  <a:lnTo>
                    <a:pt x="1469074" y="1120947"/>
                  </a:lnTo>
                  <a:lnTo>
                    <a:pt x="1532235" y="1141141"/>
                  </a:lnTo>
                  <a:lnTo>
                    <a:pt x="1590729" y="1163745"/>
                  </a:lnTo>
                  <a:lnTo>
                    <a:pt x="1645449" y="1189087"/>
                  </a:lnTo>
                  <a:lnTo>
                    <a:pt x="1697307" y="1217482"/>
                  </a:lnTo>
                  <a:lnTo>
                    <a:pt x="1747154" y="1249169"/>
                  </a:lnTo>
                  <a:lnTo>
                    <a:pt x="1768425" y="1264025"/>
                  </a:lnTo>
                  <a:lnTo>
                    <a:pt x="1813726" y="1298248"/>
                  </a:lnTo>
                  <a:lnTo>
                    <a:pt x="1858585" y="1335509"/>
                  </a:lnTo>
                  <a:lnTo>
                    <a:pt x="1903373" y="1375863"/>
                  </a:lnTo>
                  <a:lnTo>
                    <a:pt x="1948363" y="1419290"/>
                  </a:lnTo>
                  <a:lnTo>
                    <a:pt x="1993737" y="1465684"/>
                  </a:lnTo>
                  <a:lnTo>
                    <a:pt x="2039599" y="1514850"/>
                  </a:lnTo>
                  <a:lnTo>
                    <a:pt x="2085985" y="1566496"/>
                  </a:lnTo>
                  <a:lnTo>
                    <a:pt x="2132866" y="1620239"/>
                  </a:lnTo>
                  <a:lnTo>
                    <a:pt x="2180161" y="1675617"/>
                  </a:lnTo>
                  <a:lnTo>
                    <a:pt x="2227748" y="1732096"/>
                  </a:lnTo>
                  <a:lnTo>
                    <a:pt x="2275477" y="1789099"/>
                  </a:lnTo>
                  <a:lnTo>
                    <a:pt x="2323184" y="1846023"/>
                  </a:lnTo>
                  <a:lnTo>
                    <a:pt x="2370709" y="1902270"/>
                  </a:lnTo>
                  <a:lnTo>
                    <a:pt x="2417906" y="1957272"/>
                  </a:lnTo>
                  <a:lnTo>
                    <a:pt x="2464664" y="2010511"/>
                  </a:lnTo>
                  <a:lnTo>
                    <a:pt x="2510914" y="2061546"/>
                  </a:lnTo>
                  <a:lnTo>
                    <a:pt x="2556644" y="2110015"/>
                  </a:lnTo>
                  <a:lnTo>
                    <a:pt x="2601905" y="2155653"/>
                  </a:lnTo>
                  <a:lnTo>
                    <a:pt x="2646821" y="2198288"/>
                  </a:lnTo>
                  <a:lnTo>
                    <a:pt x="2691598" y="2237837"/>
                  </a:lnTo>
                  <a:lnTo>
                    <a:pt x="2736532" y="2274300"/>
                  </a:lnTo>
                  <a:lnTo>
                    <a:pt x="2770117" y="2299339"/>
                  </a:lnTo>
                  <a:lnTo>
                    <a:pt x="2819321" y="2332493"/>
                  </a:lnTo>
                  <a:lnTo>
                    <a:pt x="2870205" y="2362300"/>
                  </a:lnTo>
                  <a:lnTo>
                    <a:pt x="2923568" y="2388936"/>
                  </a:lnTo>
                  <a:lnTo>
                    <a:pt x="2980306" y="2412692"/>
                  </a:lnTo>
                  <a:lnTo>
                    <a:pt x="3041328" y="2433897"/>
                  </a:lnTo>
                  <a:lnTo>
                    <a:pt x="3107484" y="2452867"/>
                  </a:lnTo>
                  <a:lnTo>
                    <a:pt x="3179459" y="2469879"/>
                  </a:lnTo>
                  <a:lnTo>
                    <a:pt x="3257646" y="2485157"/>
                  </a:lnTo>
                  <a:lnTo>
                    <a:pt x="3341967" y="2498863"/>
                  </a:lnTo>
                  <a:lnTo>
                    <a:pt x="3431668" y="2511098"/>
                  </a:lnTo>
                  <a:lnTo>
                    <a:pt x="3525117" y="2521901"/>
                  </a:lnTo>
                  <a:lnTo>
                    <a:pt x="3619666" y="2531267"/>
                  </a:lnTo>
                  <a:lnTo>
                    <a:pt x="3711697" y="2539161"/>
                  </a:lnTo>
                  <a:lnTo>
                    <a:pt x="3796931" y="2545555"/>
                  </a:lnTo>
                  <a:lnTo>
                    <a:pt x="3871052" y="2550463"/>
                  </a:lnTo>
                  <a:lnTo>
                    <a:pt x="3930536" y="2553964"/>
                  </a:lnTo>
                  <a:lnTo>
                    <a:pt x="3973467" y="2556224"/>
                  </a:lnTo>
                  <a:lnTo>
                    <a:pt x="4000080" y="2557484"/>
                  </a:lnTo>
                  <a:lnTo>
                    <a:pt x="4012859" y="2558030"/>
                  </a:lnTo>
                  <a:lnTo>
                    <a:pt x="4016409" y="2558168"/>
                  </a:lnTo>
                  <a:lnTo>
                    <a:pt x="4538543" y="2558168"/>
                  </a:lnTo>
                  <a:lnTo>
                    <a:pt x="4539714" y="2558096"/>
                  </a:lnTo>
                  <a:lnTo>
                    <a:pt x="4547386" y="2557582"/>
                  </a:lnTo>
                  <a:lnTo>
                    <a:pt x="4566620" y="2556161"/>
                  </a:lnTo>
                  <a:lnTo>
                    <a:pt x="4600733" y="2553368"/>
                  </a:lnTo>
                  <a:lnTo>
                    <a:pt x="4651017" y="2548787"/>
                  </a:lnTo>
                  <a:lnTo>
                    <a:pt x="4716655" y="2542095"/>
                  </a:lnTo>
                  <a:lnTo>
                    <a:pt x="4795016" y="2533098"/>
                  </a:lnTo>
                  <a:lnTo>
                    <a:pt x="4882300" y="2521722"/>
                  </a:lnTo>
                  <a:lnTo>
                    <a:pt x="4974328" y="2507984"/>
                  </a:lnTo>
                  <a:lnTo>
                    <a:pt x="5067238" y="2491937"/>
                  </a:lnTo>
                  <a:lnTo>
                    <a:pt x="5157946" y="2473621"/>
                  </a:lnTo>
                  <a:lnTo>
                    <a:pt x="5244318" y="2453022"/>
                  </a:lnTo>
                  <a:lnTo>
                    <a:pt x="5325131" y="2430044"/>
                  </a:lnTo>
                  <a:lnTo>
                    <a:pt x="5399923" y="2404496"/>
                  </a:lnTo>
                  <a:lnTo>
                    <a:pt x="5468793" y="2376092"/>
                  </a:lnTo>
                  <a:lnTo>
                    <a:pt x="5532220" y="2344455"/>
                  </a:lnTo>
                  <a:lnTo>
                    <a:pt x="5590916" y="2309131"/>
                  </a:lnTo>
                  <a:lnTo>
                    <a:pt x="5645713" y="2269615"/>
                  </a:lnTo>
                  <a:lnTo>
                    <a:pt x="5697480" y="2225401"/>
                  </a:lnTo>
                  <a:lnTo>
                    <a:pt x="5747051" y="2176066"/>
                  </a:lnTo>
                  <a:lnTo>
                    <a:pt x="5784835" y="2133689"/>
                  </a:lnTo>
                  <a:lnTo>
                    <a:pt x="5823597" y="2086015"/>
                  </a:lnTo>
                  <a:lnTo>
                    <a:pt x="5861993" y="2034716"/>
                  </a:lnTo>
                  <a:lnTo>
                    <a:pt x="5900268" y="1979719"/>
                  </a:lnTo>
                  <a:lnTo>
                    <a:pt x="5938613" y="1921015"/>
                  </a:lnTo>
                  <a:lnTo>
                    <a:pt x="5977170" y="1858665"/>
                  </a:lnTo>
                  <a:lnTo>
                    <a:pt x="6016035" y="1792810"/>
                  </a:lnTo>
                  <a:lnTo>
                    <a:pt x="6055265" y="1723670"/>
                  </a:lnTo>
                  <a:lnTo>
                    <a:pt x="6094878" y="1651549"/>
                  </a:lnTo>
                  <a:lnTo>
                    <a:pt x="6134860" y="1576830"/>
                  </a:lnTo>
                  <a:lnTo>
                    <a:pt x="6175167" y="1499971"/>
                  </a:lnTo>
                  <a:lnTo>
                    <a:pt x="6215732" y="1421494"/>
                  </a:lnTo>
                  <a:lnTo>
                    <a:pt x="6256467" y="1341970"/>
                  </a:lnTo>
                  <a:lnTo>
                    <a:pt x="6297277" y="1262002"/>
                  </a:lnTo>
                  <a:lnTo>
                    <a:pt x="6338057" y="1182212"/>
                  </a:lnTo>
                  <a:lnTo>
                    <a:pt x="6378707" y="1103210"/>
                  </a:lnTo>
                  <a:lnTo>
                    <a:pt x="6419134" y="1025585"/>
                  </a:lnTo>
                  <a:lnTo>
                    <a:pt x="6459263" y="949882"/>
                  </a:lnTo>
                  <a:lnTo>
                    <a:pt x="6499039" y="876588"/>
                  </a:lnTo>
                  <a:lnTo>
                    <a:pt x="6538434" y="806119"/>
                  </a:lnTo>
                  <a:lnTo>
                    <a:pt x="6577453" y="738813"/>
                  </a:lnTo>
                  <a:lnTo>
                    <a:pt x="6616133" y="674928"/>
                  </a:lnTo>
                  <a:lnTo>
                    <a:pt x="6654556" y="614637"/>
                  </a:lnTo>
                  <a:lnTo>
                    <a:pt x="6692841" y="558037"/>
                  </a:lnTo>
                  <a:lnTo>
                    <a:pt x="6731157" y="505146"/>
                  </a:lnTo>
                  <a:lnTo>
                    <a:pt x="6769727" y="455920"/>
                  </a:lnTo>
                  <a:lnTo>
                    <a:pt x="6786527" y="435773"/>
                  </a:lnTo>
                  <a:lnTo>
                    <a:pt x="6834896" y="382266"/>
                  </a:lnTo>
                  <a:lnTo>
                    <a:pt x="6884876" y="334067"/>
                  </a:lnTo>
                  <a:lnTo>
                    <a:pt x="6937225" y="290911"/>
                  </a:lnTo>
                  <a:lnTo>
                    <a:pt x="6992793" y="252346"/>
                  </a:lnTo>
                  <a:lnTo>
                    <a:pt x="7052445" y="217862"/>
                  </a:lnTo>
                  <a:lnTo>
                    <a:pt x="7116996" y="186961"/>
                  </a:lnTo>
                  <a:lnTo>
                    <a:pt x="7187118" y="159204"/>
                  </a:lnTo>
                  <a:lnTo>
                    <a:pt x="7263222" y="134233"/>
                  </a:lnTo>
                  <a:lnTo>
                    <a:pt x="7345301" y="111783"/>
                  </a:lnTo>
                  <a:lnTo>
                    <a:pt x="7432744" y="91683"/>
                  </a:lnTo>
                  <a:lnTo>
                    <a:pt x="7524143" y="73858"/>
                  </a:lnTo>
                  <a:lnTo>
                    <a:pt x="7617155" y="58306"/>
                  </a:lnTo>
                  <a:lnTo>
                    <a:pt x="7708503" y="45075"/>
                  </a:lnTo>
                  <a:lnTo>
                    <a:pt x="7794209" y="34215"/>
                  </a:lnTo>
                  <a:lnTo>
                    <a:pt x="7870110" y="25727"/>
                  </a:lnTo>
                  <a:lnTo>
                    <a:pt x="7932592" y="19513"/>
                  </a:lnTo>
                  <a:lnTo>
                    <a:pt x="7979374" y="15350"/>
                  </a:lnTo>
                  <a:lnTo>
                    <a:pt x="8010083" y="12892"/>
                  </a:lnTo>
                  <a:lnTo>
                    <a:pt x="8026468" y="11708"/>
                  </a:lnTo>
                  <a:lnTo>
                    <a:pt x="8032249" y="11328"/>
                  </a:lnTo>
                  <a:lnTo>
                    <a:pt x="8032819" y="11294"/>
                  </a:lnTo>
                  <a:lnTo>
                    <a:pt x="8554953" y="11294"/>
                  </a:lnTo>
                  <a:lnTo>
                    <a:pt x="8554953" y="0"/>
                  </a:lnTo>
                  <a:lnTo>
                    <a:pt x="8032819" y="0"/>
                  </a:lnTo>
                  <a:lnTo>
                    <a:pt x="8031648" y="71"/>
                  </a:lnTo>
                  <a:lnTo>
                    <a:pt x="8023975" y="585"/>
                  </a:lnTo>
                  <a:lnTo>
                    <a:pt x="8004742" y="2006"/>
                  </a:lnTo>
                  <a:lnTo>
                    <a:pt x="7970629" y="4799"/>
                  </a:lnTo>
                  <a:lnTo>
                    <a:pt x="7920345" y="9381"/>
                  </a:lnTo>
                  <a:lnTo>
                    <a:pt x="7854707" y="16072"/>
                  </a:lnTo>
                  <a:lnTo>
                    <a:pt x="7776346" y="25069"/>
                  </a:lnTo>
                  <a:lnTo>
                    <a:pt x="7689062" y="36445"/>
                  </a:lnTo>
                  <a:lnTo>
                    <a:pt x="7597034" y="50183"/>
                  </a:lnTo>
                  <a:lnTo>
                    <a:pt x="7504124" y="66230"/>
                  </a:lnTo>
                  <a:lnTo>
                    <a:pt x="7413416" y="84546"/>
                  </a:lnTo>
                  <a:lnTo>
                    <a:pt x="7327044" y="105145"/>
                  </a:lnTo>
                  <a:lnTo>
                    <a:pt x="7246231" y="128124"/>
                  </a:lnTo>
                  <a:lnTo>
                    <a:pt x="7171439" y="153671"/>
                  </a:lnTo>
                  <a:lnTo>
                    <a:pt x="7102569" y="182075"/>
                  </a:lnTo>
                  <a:lnTo>
                    <a:pt x="7039142" y="213713"/>
                  </a:lnTo>
                  <a:lnTo>
                    <a:pt x="6980446" y="249037"/>
                  </a:lnTo>
                  <a:lnTo>
                    <a:pt x="6925649" y="288553"/>
                  </a:lnTo>
                  <a:lnTo>
                    <a:pt x="6873882" y="332766"/>
                  </a:lnTo>
                  <a:lnTo>
                    <a:pt x="6824311" y="382102"/>
                  </a:lnTo>
                  <a:lnTo>
                    <a:pt x="6786527" y="424479"/>
                  </a:lnTo>
                  <a:lnTo>
                    <a:pt x="6747765" y="472152"/>
                  </a:lnTo>
                  <a:lnTo>
                    <a:pt x="6709369" y="523451"/>
                  </a:lnTo>
                  <a:lnTo>
                    <a:pt x="6671094" y="578448"/>
                  </a:lnTo>
                  <a:lnTo>
                    <a:pt x="6632749" y="637153"/>
                  </a:lnTo>
                  <a:lnTo>
                    <a:pt x="6594192" y="699503"/>
                  </a:lnTo>
                  <a:lnTo>
                    <a:pt x="6555327" y="765358"/>
                  </a:lnTo>
                  <a:lnTo>
                    <a:pt x="6516097" y="834498"/>
                  </a:lnTo>
                  <a:lnTo>
                    <a:pt x="6476484" y="906619"/>
                  </a:lnTo>
                  <a:lnTo>
                    <a:pt x="6436502" y="981338"/>
                  </a:lnTo>
                  <a:lnTo>
                    <a:pt x="6396195" y="1058196"/>
                  </a:lnTo>
                  <a:lnTo>
                    <a:pt x="6355630" y="1136674"/>
                  </a:lnTo>
                  <a:lnTo>
                    <a:pt x="6314895" y="1216198"/>
                  </a:lnTo>
                  <a:lnTo>
                    <a:pt x="6274085" y="1296165"/>
                  </a:lnTo>
                  <a:lnTo>
                    <a:pt x="6233305" y="1375956"/>
                  </a:lnTo>
                  <a:lnTo>
                    <a:pt x="6192655" y="1454958"/>
                  </a:lnTo>
                  <a:lnTo>
                    <a:pt x="6152228" y="1532583"/>
                  </a:lnTo>
                  <a:lnTo>
                    <a:pt x="6112099" y="1608285"/>
                  </a:lnTo>
                  <a:lnTo>
                    <a:pt x="6072323" y="1681580"/>
                  </a:lnTo>
                  <a:lnTo>
                    <a:pt x="6032927" y="1752049"/>
                  </a:lnTo>
                  <a:lnTo>
                    <a:pt x="5993909" y="1819354"/>
                  </a:lnTo>
                  <a:lnTo>
                    <a:pt x="5955228" y="1883240"/>
                  </a:lnTo>
                  <a:lnTo>
                    <a:pt x="5916806" y="1943530"/>
                  </a:lnTo>
                  <a:lnTo>
                    <a:pt x="5878521" y="2000131"/>
                  </a:lnTo>
                  <a:lnTo>
                    <a:pt x="5840205" y="2053021"/>
                  </a:lnTo>
                  <a:lnTo>
                    <a:pt x="5801635" y="2102248"/>
                  </a:lnTo>
                  <a:lnTo>
                    <a:pt x="5784835" y="2122395"/>
                  </a:lnTo>
                  <a:lnTo>
                    <a:pt x="5736466" y="2175902"/>
                  </a:lnTo>
                  <a:lnTo>
                    <a:pt x="5686486" y="2224101"/>
                  </a:lnTo>
                  <a:lnTo>
                    <a:pt x="5634137" y="2267257"/>
                  </a:lnTo>
                  <a:lnTo>
                    <a:pt x="5578569" y="2305821"/>
                  </a:lnTo>
                  <a:lnTo>
                    <a:pt x="5518917" y="2340306"/>
                  </a:lnTo>
                  <a:lnTo>
                    <a:pt x="5454366" y="2371207"/>
                  </a:lnTo>
                  <a:lnTo>
                    <a:pt x="5384244" y="2398964"/>
                  </a:lnTo>
                  <a:lnTo>
                    <a:pt x="5308140" y="2423934"/>
                  </a:lnTo>
                  <a:lnTo>
                    <a:pt x="5226061" y="2446385"/>
                  </a:lnTo>
                  <a:lnTo>
                    <a:pt x="5138618" y="2466484"/>
                  </a:lnTo>
                  <a:lnTo>
                    <a:pt x="5047219" y="2484310"/>
                  </a:lnTo>
                  <a:lnTo>
                    <a:pt x="4954206" y="2499862"/>
                  </a:lnTo>
                  <a:lnTo>
                    <a:pt x="4862859" y="2513093"/>
                  </a:lnTo>
                  <a:lnTo>
                    <a:pt x="4777153" y="2523952"/>
                  </a:lnTo>
                  <a:lnTo>
                    <a:pt x="4701252" y="2532440"/>
                  </a:lnTo>
                  <a:lnTo>
                    <a:pt x="4638770" y="2538654"/>
                  </a:lnTo>
                  <a:lnTo>
                    <a:pt x="4591988" y="2542817"/>
                  </a:lnTo>
                  <a:lnTo>
                    <a:pt x="4561279" y="2545275"/>
                  </a:lnTo>
                  <a:lnTo>
                    <a:pt x="4544894" y="2546460"/>
                  </a:lnTo>
                  <a:lnTo>
                    <a:pt x="4539113" y="2546839"/>
                  </a:lnTo>
                  <a:lnTo>
                    <a:pt x="4538543" y="2546874"/>
                  </a:lnTo>
                  <a:lnTo>
                    <a:pt x="4016409" y="2546874"/>
                  </a:lnTo>
                  <a:lnTo>
                    <a:pt x="4015178" y="2546827"/>
                  </a:lnTo>
                  <a:lnTo>
                    <a:pt x="4007125" y="2546498"/>
                  </a:lnTo>
                  <a:lnTo>
                    <a:pt x="3986970" y="2545586"/>
                  </a:lnTo>
                  <a:lnTo>
                    <a:pt x="3951310" y="2543794"/>
                  </a:lnTo>
                  <a:lnTo>
                    <a:pt x="3898919" y="2540858"/>
                  </a:lnTo>
                  <a:lnTo>
                    <a:pt x="3830819" y="2536579"/>
                  </a:lnTo>
                  <a:lnTo>
                    <a:pt x="3749921" y="2530837"/>
                  </a:lnTo>
                  <a:lnTo>
                    <a:pt x="3660304" y="2523594"/>
                  </a:lnTo>
                  <a:lnTo>
                    <a:pt x="3566358" y="2514865"/>
                  </a:lnTo>
                  <a:lnTo>
                    <a:pt x="3472044" y="2504685"/>
                  </a:lnTo>
                  <a:lnTo>
                    <a:pt x="3380452" y="2493076"/>
                  </a:lnTo>
                  <a:lnTo>
                    <a:pt x="3293647" y="2480019"/>
                  </a:lnTo>
                  <a:lnTo>
                    <a:pt x="3212744" y="2465442"/>
                  </a:lnTo>
                  <a:lnTo>
                    <a:pt x="3138088" y="2449209"/>
                  </a:lnTo>
                  <a:lnTo>
                    <a:pt x="3069468" y="2431123"/>
                  </a:lnTo>
                  <a:lnTo>
                    <a:pt x="3006307" y="2410929"/>
                  </a:lnTo>
                  <a:lnTo>
                    <a:pt x="2947813" y="2388324"/>
                  </a:lnTo>
                  <a:lnTo>
                    <a:pt x="2893093" y="2362983"/>
                  </a:lnTo>
                  <a:lnTo>
                    <a:pt x="2841235" y="2334587"/>
                  </a:lnTo>
                  <a:lnTo>
                    <a:pt x="2791388" y="2302900"/>
                  </a:lnTo>
                  <a:lnTo>
                    <a:pt x="2770117" y="2288045"/>
                  </a:lnTo>
                  <a:lnTo>
                    <a:pt x="2724817" y="2253821"/>
                  </a:lnTo>
                  <a:lnTo>
                    <a:pt x="2679958" y="2216561"/>
                  </a:lnTo>
                  <a:lnTo>
                    <a:pt x="2635169" y="2176207"/>
                  </a:lnTo>
                  <a:lnTo>
                    <a:pt x="2590179" y="2132780"/>
                  </a:lnTo>
                  <a:lnTo>
                    <a:pt x="2544806" y="2086385"/>
                  </a:lnTo>
                  <a:lnTo>
                    <a:pt x="2498943" y="2037220"/>
                  </a:lnTo>
                  <a:lnTo>
                    <a:pt x="2452557" y="1985574"/>
                  </a:lnTo>
                  <a:lnTo>
                    <a:pt x="2405676" y="1931830"/>
                  </a:lnTo>
                  <a:lnTo>
                    <a:pt x="2358382" y="1876453"/>
                  </a:lnTo>
                  <a:lnTo>
                    <a:pt x="2310795" y="1819973"/>
                  </a:lnTo>
                  <a:lnTo>
                    <a:pt x="2263066" y="1762971"/>
                  </a:lnTo>
                  <a:lnTo>
                    <a:pt x="2215358" y="1706047"/>
                  </a:lnTo>
                  <a:lnTo>
                    <a:pt x="2167834" y="1649800"/>
                  </a:lnTo>
                  <a:lnTo>
                    <a:pt x="2120636" y="1594798"/>
                  </a:lnTo>
                  <a:lnTo>
                    <a:pt x="2073878" y="1541558"/>
                  </a:lnTo>
                  <a:lnTo>
                    <a:pt x="2027628" y="1490524"/>
                  </a:lnTo>
                  <a:lnTo>
                    <a:pt x="1981898" y="1442055"/>
                  </a:lnTo>
                  <a:lnTo>
                    <a:pt x="1936638" y="1396416"/>
                  </a:lnTo>
                  <a:lnTo>
                    <a:pt x="1891721" y="1353782"/>
                  </a:lnTo>
                  <a:lnTo>
                    <a:pt x="1846944" y="1314233"/>
                  </a:lnTo>
                  <a:lnTo>
                    <a:pt x="1802010" y="1277770"/>
                  </a:lnTo>
                  <a:lnTo>
                    <a:pt x="1768425" y="1252730"/>
                  </a:lnTo>
                  <a:lnTo>
                    <a:pt x="1719221" y="1219577"/>
                  </a:lnTo>
                  <a:lnTo>
                    <a:pt x="1668338" y="1189769"/>
                  </a:lnTo>
                  <a:lnTo>
                    <a:pt x="1614974" y="1163133"/>
                  </a:lnTo>
                  <a:lnTo>
                    <a:pt x="1558236" y="1139377"/>
                  </a:lnTo>
                  <a:lnTo>
                    <a:pt x="1497214" y="1118173"/>
                  </a:lnTo>
                  <a:lnTo>
                    <a:pt x="1431058" y="1099203"/>
                  </a:lnTo>
                  <a:lnTo>
                    <a:pt x="1359083" y="1082191"/>
                  </a:lnTo>
                  <a:lnTo>
                    <a:pt x="1280896" y="1066913"/>
                  </a:lnTo>
                  <a:lnTo>
                    <a:pt x="1196575" y="1053206"/>
                  </a:lnTo>
                  <a:lnTo>
                    <a:pt x="1106874" y="1040972"/>
                  </a:lnTo>
                  <a:lnTo>
                    <a:pt x="1013426" y="1030168"/>
                  </a:lnTo>
                  <a:lnTo>
                    <a:pt x="918877" y="1020803"/>
                  </a:lnTo>
                  <a:lnTo>
                    <a:pt x="826846" y="1012909"/>
                  </a:lnTo>
                  <a:lnTo>
                    <a:pt x="741611" y="1006514"/>
                  </a:lnTo>
                  <a:lnTo>
                    <a:pt x="667490" y="1001607"/>
                  </a:lnTo>
                  <a:lnTo>
                    <a:pt x="608007" y="998106"/>
                  </a:lnTo>
                  <a:lnTo>
                    <a:pt x="565075" y="995845"/>
                  </a:lnTo>
                  <a:lnTo>
                    <a:pt x="538462" y="994586"/>
                  </a:lnTo>
                  <a:lnTo>
                    <a:pt x="525683" y="994039"/>
                  </a:lnTo>
                  <a:lnTo>
                    <a:pt x="522133" y="993902"/>
                  </a:lnTo>
                  <a:lnTo>
                    <a:pt x="0" y="993902"/>
                  </a:lnTo>
                  <a:close/>
                </a:path>
              </a:pathLst>
            </a:custGeom>
            <a:solidFill>
              <a:srgbClr val="8FA8D6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618" name="pl618"/>
            <p:cNvSpPr/>
            <p:nvPr/>
          </p:nvSpPr>
          <p:spPr>
            <a:xfrm>
              <a:off x="386606" y="1100837"/>
              <a:ext cx="8554953" cy="2546874"/>
            </a:xfrm>
            <a:custGeom>
              <a:avLst/>
              <a:pathLst>
                <a:path w="8554953" h="2546874">
                  <a:moveTo>
                    <a:pt x="0" y="993902"/>
                  </a:moveTo>
                  <a:lnTo>
                    <a:pt x="522133" y="993902"/>
                  </a:lnTo>
                  <a:lnTo>
                    <a:pt x="523364" y="993948"/>
                  </a:lnTo>
                  <a:lnTo>
                    <a:pt x="531417" y="994278"/>
                  </a:lnTo>
                  <a:lnTo>
                    <a:pt x="551572" y="995190"/>
                  </a:lnTo>
                  <a:lnTo>
                    <a:pt x="587232" y="996981"/>
                  </a:lnTo>
                  <a:lnTo>
                    <a:pt x="639623" y="999917"/>
                  </a:lnTo>
                  <a:lnTo>
                    <a:pt x="707723" y="1004197"/>
                  </a:lnTo>
                  <a:lnTo>
                    <a:pt x="788621" y="1009939"/>
                  </a:lnTo>
                  <a:lnTo>
                    <a:pt x="878238" y="1017181"/>
                  </a:lnTo>
                  <a:lnTo>
                    <a:pt x="972184" y="1025910"/>
                  </a:lnTo>
                  <a:lnTo>
                    <a:pt x="1066498" y="1036090"/>
                  </a:lnTo>
                  <a:lnTo>
                    <a:pt x="1158090" y="1047700"/>
                  </a:lnTo>
                  <a:lnTo>
                    <a:pt x="1244895" y="1060756"/>
                  </a:lnTo>
                  <a:lnTo>
                    <a:pt x="1325798" y="1075334"/>
                  </a:lnTo>
                  <a:lnTo>
                    <a:pt x="1400454" y="1091566"/>
                  </a:lnTo>
                  <a:lnTo>
                    <a:pt x="1469074" y="1109652"/>
                  </a:lnTo>
                  <a:lnTo>
                    <a:pt x="1532235" y="1129847"/>
                  </a:lnTo>
                  <a:lnTo>
                    <a:pt x="1590729" y="1152451"/>
                  </a:lnTo>
                  <a:lnTo>
                    <a:pt x="1645449" y="1177793"/>
                  </a:lnTo>
                  <a:lnTo>
                    <a:pt x="1697307" y="1206188"/>
                  </a:lnTo>
                  <a:lnTo>
                    <a:pt x="1747154" y="1237875"/>
                  </a:lnTo>
                  <a:lnTo>
                    <a:pt x="1768425" y="1252730"/>
                  </a:lnTo>
                  <a:lnTo>
                    <a:pt x="1813726" y="1286954"/>
                  </a:lnTo>
                  <a:lnTo>
                    <a:pt x="1858585" y="1324215"/>
                  </a:lnTo>
                  <a:lnTo>
                    <a:pt x="1903373" y="1364569"/>
                  </a:lnTo>
                  <a:lnTo>
                    <a:pt x="1948363" y="1407995"/>
                  </a:lnTo>
                  <a:lnTo>
                    <a:pt x="1993737" y="1454390"/>
                  </a:lnTo>
                  <a:lnTo>
                    <a:pt x="2039599" y="1503556"/>
                  </a:lnTo>
                  <a:lnTo>
                    <a:pt x="2085985" y="1555201"/>
                  </a:lnTo>
                  <a:lnTo>
                    <a:pt x="2132866" y="1608945"/>
                  </a:lnTo>
                  <a:lnTo>
                    <a:pt x="2180161" y="1664323"/>
                  </a:lnTo>
                  <a:lnTo>
                    <a:pt x="2227748" y="1720802"/>
                  </a:lnTo>
                  <a:lnTo>
                    <a:pt x="2275477" y="1777804"/>
                  </a:lnTo>
                  <a:lnTo>
                    <a:pt x="2323184" y="1834728"/>
                  </a:lnTo>
                  <a:lnTo>
                    <a:pt x="2370709" y="1890976"/>
                  </a:lnTo>
                  <a:lnTo>
                    <a:pt x="2417906" y="1945977"/>
                  </a:lnTo>
                  <a:lnTo>
                    <a:pt x="2464664" y="1999217"/>
                  </a:lnTo>
                  <a:lnTo>
                    <a:pt x="2510914" y="2050251"/>
                  </a:lnTo>
                  <a:lnTo>
                    <a:pt x="2556644" y="2098721"/>
                  </a:lnTo>
                  <a:lnTo>
                    <a:pt x="2601905" y="2144359"/>
                  </a:lnTo>
                  <a:lnTo>
                    <a:pt x="2646821" y="2186994"/>
                  </a:lnTo>
                  <a:lnTo>
                    <a:pt x="2691598" y="2226542"/>
                  </a:lnTo>
                  <a:lnTo>
                    <a:pt x="2736532" y="2263006"/>
                  </a:lnTo>
                  <a:lnTo>
                    <a:pt x="2770117" y="2288045"/>
                  </a:lnTo>
                  <a:lnTo>
                    <a:pt x="2819321" y="2321198"/>
                  </a:lnTo>
                  <a:lnTo>
                    <a:pt x="2870205" y="2351006"/>
                  </a:lnTo>
                  <a:lnTo>
                    <a:pt x="2923568" y="2377642"/>
                  </a:lnTo>
                  <a:lnTo>
                    <a:pt x="2980306" y="2401398"/>
                  </a:lnTo>
                  <a:lnTo>
                    <a:pt x="3041328" y="2422603"/>
                  </a:lnTo>
                  <a:lnTo>
                    <a:pt x="3107484" y="2441573"/>
                  </a:lnTo>
                  <a:lnTo>
                    <a:pt x="3179459" y="2458585"/>
                  </a:lnTo>
                  <a:lnTo>
                    <a:pt x="3257646" y="2473863"/>
                  </a:lnTo>
                  <a:lnTo>
                    <a:pt x="3341967" y="2487569"/>
                  </a:lnTo>
                  <a:lnTo>
                    <a:pt x="3431668" y="2499804"/>
                  </a:lnTo>
                  <a:lnTo>
                    <a:pt x="3525117" y="2510607"/>
                  </a:lnTo>
                  <a:lnTo>
                    <a:pt x="3619666" y="2519972"/>
                  </a:lnTo>
                  <a:lnTo>
                    <a:pt x="3711697" y="2527866"/>
                  </a:lnTo>
                  <a:lnTo>
                    <a:pt x="3796931" y="2534261"/>
                  </a:lnTo>
                  <a:lnTo>
                    <a:pt x="3871052" y="2539168"/>
                  </a:lnTo>
                  <a:lnTo>
                    <a:pt x="3930536" y="2542670"/>
                  </a:lnTo>
                  <a:lnTo>
                    <a:pt x="3973467" y="2544930"/>
                  </a:lnTo>
                  <a:lnTo>
                    <a:pt x="4000080" y="2546190"/>
                  </a:lnTo>
                  <a:lnTo>
                    <a:pt x="4012859" y="2546736"/>
                  </a:lnTo>
                  <a:lnTo>
                    <a:pt x="4016304" y="2546870"/>
                  </a:lnTo>
                  <a:lnTo>
                    <a:pt x="4016409" y="2546874"/>
                  </a:lnTo>
                  <a:lnTo>
                    <a:pt x="4538543" y="2546874"/>
                  </a:lnTo>
                  <a:lnTo>
                    <a:pt x="4539714" y="2546802"/>
                  </a:lnTo>
                  <a:lnTo>
                    <a:pt x="4547386" y="2546288"/>
                  </a:lnTo>
                  <a:lnTo>
                    <a:pt x="4566620" y="2544867"/>
                  </a:lnTo>
                  <a:lnTo>
                    <a:pt x="4600733" y="2542074"/>
                  </a:lnTo>
                  <a:lnTo>
                    <a:pt x="4651017" y="2537492"/>
                  </a:lnTo>
                  <a:lnTo>
                    <a:pt x="4716655" y="2530801"/>
                  </a:lnTo>
                  <a:lnTo>
                    <a:pt x="4795016" y="2521804"/>
                  </a:lnTo>
                  <a:lnTo>
                    <a:pt x="4882300" y="2510428"/>
                  </a:lnTo>
                  <a:lnTo>
                    <a:pt x="4974328" y="2496690"/>
                  </a:lnTo>
                  <a:lnTo>
                    <a:pt x="5067238" y="2480643"/>
                  </a:lnTo>
                  <a:lnTo>
                    <a:pt x="5157946" y="2462327"/>
                  </a:lnTo>
                  <a:lnTo>
                    <a:pt x="5244318" y="2441728"/>
                  </a:lnTo>
                  <a:lnTo>
                    <a:pt x="5325131" y="2418750"/>
                  </a:lnTo>
                  <a:lnTo>
                    <a:pt x="5399923" y="2393202"/>
                  </a:lnTo>
                  <a:lnTo>
                    <a:pt x="5468793" y="2364798"/>
                  </a:lnTo>
                  <a:lnTo>
                    <a:pt x="5532220" y="2333161"/>
                  </a:lnTo>
                  <a:lnTo>
                    <a:pt x="5590916" y="2297836"/>
                  </a:lnTo>
                  <a:lnTo>
                    <a:pt x="5645713" y="2258320"/>
                  </a:lnTo>
                  <a:lnTo>
                    <a:pt x="5697480" y="2214107"/>
                  </a:lnTo>
                  <a:lnTo>
                    <a:pt x="5747051" y="2164771"/>
                  </a:lnTo>
                  <a:lnTo>
                    <a:pt x="5784835" y="2122395"/>
                  </a:lnTo>
                  <a:lnTo>
                    <a:pt x="5823597" y="2074721"/>
                  </a:lnTo>
                  <a:lnTo>
                    <a:pt x="5861993" y="2023422"/>
                  </a:lnTo>
                  <a:lnTo>
                    <a:pt x="5900268" y="1968425"/>
                  </a:lnTo>
                  <a:lnTo>
                    <a:pt x="5938613" y="1909720"/>
                  </a:lnTo>
                  <a:lnTo>
                    <a:pt x="5977170" y="1847371"/>
                  </a:lnTo>
                  <a:lnTo>
                    <a:pt x="6016035" y="1781515"/>
                  </a:lnTo>
                  <a:lnTo>
                    <a:pt x="6055265" y="1712375"/>
                  </a:lnTo>
                  <a:lnTo>
                    <a:pt x="6094878" y="1640254"/>
                  </a:lnTo>
                  <a:lnTo>
                    <a:pt x="6134860" y="1565536"/>
                  </a:lnTo>
                  <a:lnTo>
                    <a:pt x="6175167" y="1488677"/>
                  </a:lnTo>
                  <a:lnTo>
                    <a:pt x="6215732" y="1410200"/>
                  </a:lnTo>
                  <a:lnTo>
                    <a:pt x="6256467" y="1330675"/>
                  </a:lnTo>
                  <a:lnTo>
                    <a:pt x="6297277" y="1250708"/>
                  </a:lnTo>
                  <a:lnTo>
                    <a:pt x="6338057" y="1170917"/>
                  </a:lnTo>
                  <a:lnTo>
                    <a:pt x="6378707" y="1091915"/>
                  </a:lnTo>
                  <a:lnTo>
                    <a:pt x="6419134" y="1014291"/>
                  </a:lnTo>
                  <a:lnTo>
                    <a:pt x="6459263" y="938588"/>
                  </a:lnTo>
                  <a:lnTo>
                    <a:pt x="6499039" y="865293"/>
                  </a:lnTo>
                  <a:lnTo>
                    <a:pt x="6538434" y="794824"/>
                  </a:lnTo>
                  <a:lnTo>
                    <a:pt x="6577453" y="727519"/>
                  </a:lnTo>
                  <a:lnTo>
                    <a:pt x="6616133" y="663634"/>
                  </a:lnTo>
                  <a:lnTo>
                    <a:pt x="6654556" y="603343"/>
                  </a:lnTo>
                  <a:lnTo>
                    <a:pt x="6692841" y="546742"/>
                  </a:lnTo>
                  <a:lnTo>
                    <a:pt x="6731157" y="493852"/>
                  </a:lnTo>
                  <a:lnTo>
                    <a:pt x="6769727" y="444626"/>
                  </a:lnTo>
                  <a:lnTo>
                    <a:pt x="6786527" y="424479"/>
                  </a:lnTo>
                  <a:lnTo>
                    <a:pt x="6834896" y="370971"/>
                  </a:lnTo>
                  <a:lnTo>
                    <a:pt x="6884876" y="322772"/>
                  </a:lnTo>
                  <a:lnTo>
                    <a:pt x="6937225" y="279616"/>
                  </a:lnTo>
                  <a:lnTo>
                    <a:pt x="6992793" y="241052"/>
                  </a:lnTo>
                  <a:lnTo>
                    <a:pt x="7052445" y="206567"/>
                  </a:lnTo>
                  <a:lnTo>
                    <a:pt x="7116996" y="175666"/>
                  </a:lnTo>
                  <a:lnTo>
                    <a:pt x="7187118" y="147910"/>
                  </a:lnTo>
                  <a:lnTo>
                    <a:pt x="7263222" y="122939"/>
                  </a:lnTo>
                  <a:lnTo>
                    <a:pt x="7345301" y="100488"/>
                  </a:lnTo>
                  <a:lnTo>
                    <a:pt x="7432744" y="80389"/>
                  </a:lnTo>
                  <a:lnTo>
                    <a:pt x="7524143" y="62563"/>
                  </a:lnTo>
                  <a:lnTo>
                    <a:pt x="7617155" y="47011"/>
                  </a:lnTo>
                  <a:lnTo>
                    <a:pt x="7708503" y="33781"/>
                  </a:lnTo>
                  <a:lnTo>
                    <a:pt x="7794209" y="22921"/>
                  </a:lnTo>
                  <a:lnTo>
                    <a:pt x="7870110" y="14433"/>
                  </a:lnTo>
                  <a:lnTo>
                    <a:pt x="7932592" y="8219"/>
                  </a:lnTo>
                  <a:lnTo>
                    <a:pt x="7979374" y="4056"/>
                  </a:lnTo>
                  <a:lnTo>
                    <a:pt x="8010083" y="1598"/>
                  </a:lnTo>
                  <a:lnTo>
                    <a:pt x="8026468" y="413"/>
                  </a:lnTo>
                  <a:lnTo>
                    <a:pt x="8032249" y="34"/>
                  </a:lnTo>
                  <a:lnTo>
                    <a:pt x="8032819" y="0"/>
                  </a:lnTo>
                  <a:lnTo>
                    <a:pt x="8554953" y="0"/>
                  </a:lnTo>
                  <a:lnTo>
                    <a:pt x="8554953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619" name="pl619"/>
            <p:cNvSpPr/>
            <p:nvPr/>
          </p:nvSpPr>
          <p:spPr>
            <a:xfrm>
              <a:off x="386606" y="1089543"/>
              <a:ext cx="8554953" cy="2546874"/>
            </a:xfrm>
            <a:custGeom>
              <a:avLst/>
              <a:pathLst>
                <a:path w="8554953" h="2546874">
                  <a:moveTo>
                    <a:pt x="8554953" y="0"/>
                  </a:moveTo>
                  <a:lnTo>
                    <a:pt x="8032819" y="0"/>
                  </a:lnTo>
                  <a:lnTo>
                    <a:pt x="8031648" y="71"/>
                  </a:lnTo>
                  <a:lnTo>
                    <a:pt x="8023975" y="585"/>
                  </a:lnTo>
                  <a:lnTo>
                    <a:pt x="8004742" y="2006"/>
                  </a:lnTo>
                  <a:lnTo>
                    <a:pt x="7970629" y="4799"/>
                  </a:lnTo>
                  <a:lnTo>
                    <a:pt x="7920345" y="9381"/>
                  </a:lnTo>
                  <a:lnTo>
                    <a:pt x="7854707" y="16072"/>
                  </a:lnTo>
                  <a:lnTo>
                    <a:pt x="7776346" y="25069"/>
                  </a:lnTo>
                  <a:lnTo>
                    <a:pt x="7689062" y="36445"/>
                  </a:lnTo>
                  <a:lnTo>
                    <a:pt x="7597034" y="50183"/>
                  </a:lnTo>
                  <a:lnTo>
                    <a:pt x="7504124" y="66230"/>
                  </a:lnTo>
                  <a:lnTo>
                    <a:pt x="7413416" y="84546"/>
                  </a:lnTo>
                  <a:lnTo>
                    <a:pt x="7327044" y="105145"/>
                  </a:lnTo>
                  <a:lnTo>
                    <a:pt x="7246231" y="128124"/>
                  </a:lnTo>
                  <a:lnTo>
                    <a:pt x="7171439" y="153671"/>
                  </a:lnTo>
                  <a:lnTo>
                    <a:pt x="7102569" y="182075"/>
                  </a:lnTo>
                  <a:lnTo>
                    <a:pt x="7039142" y="213713"/>
                  </a:lnTo>
                  <a:lnTo>
                    <a:pt x="6980446" y="249037"/>
                  </a:lnTo>
                  <a:lnTo>
                    <a:pt x="6925649" y="288553"/>
                  </a:lnTo>
                  <a:lnTo>
                    <a:pt x="6873882" y="332766"/>
                  </a:lnTo>
                  <a:lnTo>
                    <a:pt x="6824311" y="382102"/>
                  </a:lnTo>
                  <a:lnTo>
                    <a:pt x="6786527" y="424479"/>
                  </a:lnTo>
                  <a:lnTo>
                    <a:pt x="6747765" y="472152"/>
                  </a:lnTo>
                  <a:lnTo>
                    <a:pt x="6709369" y="523451"/>
                  </a:lnTo>
                  <a:lnTo>
                    <a:pt x="6671094" y="578448"/>
                  </a:lnTo>
                  <a:lnTo>
                    <a:pt x="6632749" y="637153"/>
                  </a:lnTo>
                  <a:lnTo>
                    <a:pt x="6594192" y="699503"/>
                  </a:lnTo>
                  <a:lnTo>
                    <a:pt x="6555327" y="765358"/>
                  </a:lnTo>
                  <a:lnTo>
                    <a:pt x="6516097" y="834498"/>
                  </a:lnTo>
                  <a:lnTo>
                    <a:pt x="6476484" y="906619"/>
                  </a:lnTo>
                  <a:lnTo>
                    <a:pt x="6436502" y="981338"/>
                  </a:lnTo>
                  <a:lnTo>
                    <a:pt x="6396195" y="1058196"/>
                  </a:lnTo>
                  <a:lnTo>
                    <a:pt x="6355630" y="1136674"/>
                  </a:lnTo>
                  <a:lnTo>
                    <a:pt x="6314895" y="1216198"/>
                  </a:lnTo>
                  <a:lnTo>
                    <a:pt x="6274085" y="1296165"/>
                  </a:lnTo>
                  <a:lnTo>
                    <a:pt x="6233305" y="1375956"/>
                  </a:lnTo>
                  <a:lnTo>
                    <a:pt x="6192655" y="1454958"/>
                  </a:lnTo>
                  <a:lnTo>
                    <a:pt x="6152228" y="1532583"/>
                  </a:lnTo>
                  <a:lnTo>
                    <a:pt x="6112099" y="1608285"/>
                  </a:lnTo>
                  <a:lnTo>
                    <a:pt x="6072323" y="1681580"/>
                  </a:lnTo>
                  <a:lnTo>
                    <a:pt x="6032927" y="1752049"/>
                  </a:lnTo>
                  <a:lnTo>
                    <a:pt x="5993909" y="1819354"/>
                  </a:lnTo>
                  <a:lnTo>
                    <a:pt x="5955228" y="1883240"/>
                  </a:lnTo>
                  <a:lnTo>
                    <a:pt x="5916806" y="1943530"/>
                  </a:lnTo>
                  <a:lnTo>
                    <a:pt x="5878521" y="2000131"/>
                  </a:lnTo>
                  <a:lnTo>
                    <a:pt x="5840205" y="2053021"/>
                  </a:lnTo>
                  <a:lnTo>
                    <a:pt x="5801635" y="2102248"/>
                  </a:lnTo>
                  <a:lnTo>
                    <a:pt x="5784835" y="2122395"/>
                  </a:lnTo>
                  <a:lnTo>
                    <a:pt x="5736466" y="2175902"/>
                  </a:lnTo>
                  <a:lnTo>
                    <a:pt x="5686486" y="2224101"/>
                  </a:lnTo>
                  <a:lnTo>
                    <a:pt x="5634137" y="2267257"/>
                  </a:lnTo>
                  <a:lnTo>
                    <a:pt x="5578569" y="2305821"/>
                  </a:lnTo>
                  <a:lnTo>
                    <a:pt x="5518917" y="2340306"/>
                  </a:lnTo>
                  <a:lnTo>
                    <a:pt x="5454366" y="2371207"/>
                  </a:lnTo>
                  <a:lnTo>
                    <a:pt x="5384244" y="2398964"/>
                  </a:lnTo>
                  <a:lnTo>
                    <a:pt x="5308140" y="2423934"/>
                  </a:lnTo>
                  <a:lnTo>
                    <a:pt x="5226061" y="2446385"/>
                  </a:lnTo>
                  <a:lnTo>
                    <a:pt x="5138618" y="2466484"/>
                  </a:lnTo>
                  <a:lnTo>
                    <a:pt x="5047219" y="2484310"/>
                  </a:lnTo>
                  <a:lnTo>
                    <a:pt x="4954206" y="2499862"/>
                  </a:lnTo>
                  <a:lnTo>
                    <a:pt x="4862859" y="2513093"/>
                  </a:lnTo>
                  <a:lnTo>
                    <a:pt x="4777153" y="2523952"/>
                  </a:lnTo>
                  <a:lnTo>
                    <a:pt x="4701252" y="2532440"/>
                  </a:lnTo>
                  <a:lnTo>
                    <a:pt x="4638770" y="2538654"/>
                  </a:lnTo>
                  <a:lnTo>
                    <a:pt x="4591988" y="2542817"/>
                  </a:lnTo>
                  <a:lnTo>
                    <a:pt x="4561279" y="2545275"/>
                  </a:lnTo>
                  <a:lnTo>
                    <a:pt x="4544894" y="2546460"/>
                  </a:lnTo>
                  <a:lnTo>
                    <a:pt x="4539113" y="2546839"/>
                  </a:lnTo>
                  <a:lnTo>
                    <a:pt x="4538543" y="2546874"/>
                  </a:lnTo>
                  <a:lnTo>
                    <a:pt x="4016409" y="2546874"/>
                  </a:lnTo>
                  <a:lnTo>
                    <a:pt x="4015178" y="2546827"/>
                  </a:lnTo>
                  <a:lnTo>
                    <a:pt x="4007125" y="2546498"/>
                  </a:lnTo>
                  <a:lnTo>
                    <a:pt x="3986970" y="2545586"/>
                  </a:lnTo>
                  <a:lnTo>
                    <a:pt x="3951310" y="2543794"/>
                  </a:lnTo>
                  <a:lnTo>
                    <a:pt x="3898919" y="2540858"/>
                  </a:lnTo>
                  <a:lnTo>
                    <a:pt x="3830819" y="2536579"/>
                  </a:lnTo>
                  <a:lnTo>
                    <a:pt x="3749921" y="2530837"/>
                  </a:lnTo>
                  <a:lnTo>
                    <a:pt x="3660304" y="2523594"/>
                  </a:lnTo>
                  <a:lnTo>
                    <a:pt x="3566358" y="2514865"/>
                  </a:lnTo>
                  <a:lnTo>
                    <a:pt x="3472044" y="2504685"/>
                  </a:lnTo>
                  <a:lnTo>
                    <a:pt x="3380452" y="2493076"/>
                  </a:lnTo>
                  <a:lnTo>
                    <a:pt x="3293647" y="2480019"/>
                  </a:lnTo>
                  <a:lnTo>
                    <a:pt x="3212744" y="2465442"/>
                  </a:lnTo>
                  <a:lnTo>
                    <a:pt x="3138088" y="2449209"/>
                  </a:lnTo>
                  <a:lnTo>
                    <a:pt x="3069468" y="2431123"/>
                  </a:lnTo>
                  <a:lnTo>
                    <a:pt x="3006307" y="2410929"/>
                  </a:lnTo>
                  <a:lnTo>
                    <a:pt x="2947813" y="2388324"/>
                  </a:lnTo>
                  <a:lnTo>
                    <a:pt x="2893093" y="2362983"/>
                  </a:lnTo>
                  <a:lnTo>
                    <a:pt x="2841235" y="2334587"/>
                  </a:lnTo>
                  <a:lnTo>
                    <a:pt x="2791388" y="2302900"/>
                  </a:lnTo>
                  <a:lnTo>
                    <a:pt x="2770117" y="2288045"/>
                  </a:lnTo>
                  <a:lnTo>
                    <a:pt x="2724817" y="2253821"/>
                  </a:lnTo>
                  <a:lnTo>
                    <a:pt x="2679958" y="2216561"/>
                  </a:lnTo>
                  <a:lnTo>
                    <a:pt x="2635169" y="2176207"/>
                  </a:lnTo>
                  <a:lnTo>
                    <a:pt x="2590179" y="2132780"/>
                  </a:lnTo>
                  <a:lnTo>
                    <a:pt x="2544806" y="2086385"/>
                  </a:lnTo>
                  <a:lnTo>
                    <a:pt x="2498943" y="2037220"/>
                  </a:lnTo>
                  <a:lnTo>
                    <a:pt x="2452557" y="1985574"/>
                  </a:lnTo>
                  <a:lnTo>
                    <a:pt x="2405676" y="1931830"/>
                  </a:lnTo>
                  <a:lnTo>
                    <a:pt x="2358382" y="1876453"/>
                  </a:lnTo>
                  <a:lnTo>
                    <a:pt x="2310795" y="1819973"/>
                  </a:lnTo>
                  <a:lnTo>
                    <a:pt x="2263066" y="1762971"/>
                  </a:lnTo>
                  <a:lnTo>
                    <a:pt x="2215358" y="1706047"/>
                  </a:lnTo>
                  <a:lnTo>
                    <a:pt x="2167834" y="1649800"/>
                  </a:lnTo>
                  <a:lnTo>
                    <a:pt x="2120636" y="1594798"/>
                  </a:lnTo>
                  <a:lnTo>
                    <a:pt x="2073878" y="1541558"/>
                  </a:lnTo>
                  <a:lnTo>
                    <a:pt x="2027628" y="1490524"/>
                  </a:lnTo>
                  <a:lnTo>
                    <a:pt x="1981898" y="1442055"/>
                  </a:lnTo>
                  <a:lnTo>
                    <a:pt x="1936638" y="1396416"/>
                  </a:lnTo>
                  <a:lnTo>
                    <a:pt x="1891721" y="1353782"/>
                  </a:lnTo>
                  <a:lnTo>
                    <a:pt x="1846944" y="1314233"/>
                  </a:lnTo>
                  <a:lnTo>
                    <a:pt x="1802010" y="1277770"/>
                  </a:lnTo>
                  <a:lnTo>
                    <a:pt x="1768425" y="1252730"/>
                  </a:lnTo>
                  <a:lnTo>
                    <a:pt x="1719221" y="1219577"/>
                  </a:lnTo>
                  <a:lnTo>
                    <a:pt x="1668338" y="1189769"/>
                  </a:lnTo>
                  <a:lnTo>
                    <a:pt x="1614974" y="1163133"/>
                  </a:lnTo>
                  <a:lnTo>
                    <a:pt x="1558236" y="1139377"/>
                  </a:lnTo>
                  <a:lnTo>
                    <a:pt x="1497214" y="1118173"/>
                  </a:lnTo>
                  <a:lnTo>
                    <a:pt x="1431058" y="1099203"/>
                  </a:lnTo>
                  <a:lnTo>
                    <a:pt x="1359083" y="1082191"/>
                  </a:lnTo>
                  <a:lnTo>
                    <a:pt x="1280896" y="1066913"/>
                  </a:lnTo>
                  <a:lnTo>
                    <a:pt x="1196575" y="1053206"/>
                  </a:lnTo>
                  <a:lnTo>
                    <a:pt x="1106874" y="1040972"/>
                  </a:lnTo>
                  <a:lnTo>
                    <a:pt x="1013426" y="1030168"/>
                  </a:lnTo>
                  <a:lnTo>
                    <a:pt x="918877" y="1020803"/>
                  </a:lnTo>
                  <a:lnTo>
                    <a:pt x="826846" y="1012909"/>
                  </a:lnTo>
                  <a:lnTo>
                    <a:pt x="741611" y="1006514"/>
                  </a:lnTo>
                  <a:lnTo>
                    <a:pt x="667490" y="1001607"/>
                  </a:lnTo>
                  <a:lnTo>
                    <a:pt x="608007" y="998106"/>
                  </a:lnTo>
                  <a:lnTo>
                    <a:pt x="565075" y="995845"/>
                  </a:lnTo>
                  <a:lnTo>
                    <a:pt x="538462" y="994586"/>
                  </a:lnTo>
                  <a:lnTo>
                    <a:pt x="525683" y="994039"/>
                  </a:lnTo>
                  <a:lnTo>
                    <a:pt x="522238" y="993905"/>
                  </a:lnTo>
                  <a:lnTo>
                    <a:pt x="522133" y="993902"/>
                  </a:lnTo>
                  <a:lnTo>
                    <a:pt x="0" y="993902"/>
                  </a:lnTo>
                  <a:lnTo>
                    <a:pt x="0" y="993902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620" name="pg620"/>
            <p:cNvSpPr/>
            <p:nvPr/>
          </p:nvSpPr>
          <p:spPr>
            <a:xfrm>
              <a:off x="386606" y="1908383"/>
              <a:ext cx="8554953" cy="1761917"/>
            </a:xfrm>
            <a:custGeom>
              <a:avLst/>
              <a:pathLst>
                <a:path w="8554953" h="1761917">
                  <a:moveTo>
                    <a:pt x="0" y="197650"/>
                  </a:moveTo>
                  <a:lnTo>
                    <a:pt x="522133" y="197650"/>
                  </a:lnTo>
                  <a:lnTo>
                    <a:pt x="523363" y="197697"/>
                  </a:lnTo>
                  <a:lnTo>
                    <a:pt x="531413" y="198029"/>
                  </a:lnTo>
                  <a:lnTo>
                    <a:pt x="551560" y="198947"/>
                  </a:lnTo>
                  <a:lnTo>
                    <a:pt x="587206" y="200751"/>
                  </a:lnTo>
                  <a:lnTo>
                    <a:pt x="639577" y="203707"/>
                  </a:lnTo>
                  <a:lnTo>
                    <a:pt x="707655" y="208016"/>
                  </a:lnTo>
                  <a:lnTo>
                    <a:pt x="788531" y="213797"/>
                  </a:lnTo>
                  <a:lnTo>
                    <a:pt x="878126" y="221090"/>
                  </a:lnTo>
                  <a:lnTo>
                    <a:pt x="972056" y="229879"/>
                  </a:lnTo>
                  <a:lnTo>
                    <a:pt x="1066357" y="240129"/>
                  </a:lnTo>
                  <a:lnTo>
                    <a:pt x="1157942" y="251819"/>
                  </a:lnTo>
                  <a:lnTo>
                    <a:pt x="1244743" y="264966"/>
                  </a:lnTo>
                  <a:lnTo>
                    <a:pt x="1325645" y="279644"/>
                  </a:lnTo>
                  <a:lnTo>
                    <a:pt x="1400303" y="295989"/>
                  </a:lnTo>
                  <a:lnTo>
                    <a:pt x="1468925" y="314199"/>
                  </a:lnTo>
                  <a:lnTo>
                    <a:pt x="1532088" y="334532"/>
                  </a:lnTo>
                  <a:lnTo>
                    <a:pt x="1590584" y="357291"/>
                  </a:lnTo>
                  <a:lnTo>
                    <a:pt x="1645305" y="382806"/>
                  </a:lnTo>
                  <a:lnTo>
                    <a:pt x="1697162" y="411394"/>
                  </a:lnTo>
                  <a:lnTo>
                    <a:pt x="1747006" y="443297"/>
                  </a:lnTo>
                  <a:lnTo>
                    <a:pt x="1768425" y="458362"/>
                  </a:lnTo>
                  <a:lnTo>
                    <a:pt x="1813641" y="492767"/>
                  </a:lnTo>
                  <a:lnTo>
                    <a:pt x="1858417" y="530219"/>
                  </a:lnTo>
                  <a:lnTo>
                    <a:pt x="1903121" y="570776"/>
                  </a:lnTo>
                  <a:lnTo>
                    <a:pt x="1948024" y="614416"/>
                  </a:lnTo>
                  <a:lnTo>
                    <a:pt x="1993309" y="661036"/>
                  </a:lnTo>
                  <a:lnTo>
                    <a:pt x="2039080" y="710439"/>
                  </a:lnTo>
                  <a:lnTo>
                    <a:pt x="2085373" y="762335"/>
                  </a:lnTo>
                  <a:lnTo>
                    <a:pt x="2132159" y="816341"/>
                  </a:lnTo>
                  <a:lnTo>
                    <a:pt x="2179359" y="871994"/>
                  </a:lnTo>
                  <a:lnTo>
                    <a:pt x="2226853" y="928763"/>
                  </a:lnTo>
                  <a:lnTo>
                    <a:pt x="2274491" y="986068"/>
                  </a:lnTo>
                  <a:lnTo>
                    <a:pt x="2322111" y="1043307"/>
                  </a:lnTo>
                  <a:lnTo>
                    <a:pt x="2369553" y="1099880"/>
                  </a:lnTo>
                  <a:lnTo>
                    <a:pt x="2416672" y="1155216"/>
                  </a:lnTo>
                  <a:lnTo>
                    <a:pt x="2463355" y="1208797"/>
                  </a:lnTo>
                  <a:lnTo>
                    <a:pt x="2509533" y="1260176"/>
                  </a:lnTo>
                  <a:lnTo>
                    <a:pt x="2555193" y="1308990"/>
                  </a:lnTo>
                  <a:lnTo>
                    <a:pt x="2600383" y="1354971"/>
                  </a:lnTo>
                  <a:lnTo>
                    <a:pt x="2645224" y="1397942"/>
                  </a:lnTo>
                  <a:lnTo>
                    <a:pt x="2689917" y="1437817"/>
                  </a:lnTo>
                  <a:lnTo>
                    <a:pt x="2734754" y="1474595"/>
                  </a:lnTo>
                  <a:lnTo>
                    <a:pt x="2770117" y="1501206"/>
                  </a:lnTo>
                  <a:lnTo>
                    <a:pt x="2819314" y="1534596"/>
                  </a:lnTo>
                  <a:lnTo>
                    <a:pt x="2870189" y="1564616"/>
                  </a:lnTo>
                  <a:lnTo>
                    <a:pt x="2923543" y="1591443"/>
                  </a:lnTo>
                  <a:lnTo>
                    <a:pt x="2980270" y="1615369"/>
                  </a:lnTo>
                  <a:lnTo>
                    <a:pt x="3041281" y="1636727"/>
                  </a:lnTo>
                  <a:lnTo>
                    <a:pt x="3107422" y="1655834"/>
                  </a:lnTo>
                  <a:lnTo>
                    <a:pt x="3179380" y="1672969"/>
                  </a:lnTo>
                  <a:lnTo>
                    <a:pt x="3257548" y="1688357"/>
                  </a:lnTo>
                  <a:lnTo>
                    <a:pt x="3341848" y="1702163"/>
                  </a:lnTo>
                  <a:lnTo>
                    <a:pt x="3431529" y="1714487"/>
                  </a:lnTo>
                  <a:lnTo>
                    <a:pt x="3524960" y="1725370"/>
                  </a:lnTo>
                  <a:lnTo>
                    <a:pt x="3619495" y="1734804"/>
                  </a:lnTo>
                  <a:lnTo>
                    <a:pt x="3711521" y="1742757"/>
                  </a:lnTo>
                  <a:lnTo>
                    <a:pt x="3796762" y="1749201"/>
                  </a:lnTo>
                  <a:lnTo>
                    <a:pt x="3870900" y="1754146"/>
                  </a:lnTo>
                  <a:lnTo>
                    <a:pt x="3930412" y="1757675"/>
                  </a:lnTo>
                  <a:lnTo>
                    <a:pt x="3973379" y="1759955"/>
                  </a:lnTo>
                  <a:lnTo>
                    <a:pt x="4000028" y="1761226"/>
                  </a:lnTo>
                  <a:lnTo>
                    <a:pt x="4012838" y="1761777"/>
                  </a:lnTo>
                  <a:lnTo>
                    <a:pt x="4016409" y="1761917"/>
                  </a:lnTo>
                  <a:lnTo>
                    <a:pt x="4538543" y="1761917"/>
                  </a:lnTo>
                  <a:lnTo>
                    <a:pt x="4539764" y="1761865"/>
                  </a:lnTo>
                  <a:lnTo>
                    <a:pt x="4547753" y="1761497"/>
                  </a:lnTo>
                  <a:lnTo>
                    <a:pt x="4567753" y="1760477"/>
                  </a:lnTo>
                  <a:lnTo>
                    <a:pt x="4603154" y="1758474"/>
                  </a:lnTo>
                  <a:lnTo>
                    <a:pt x="4655192" y="1755192"/>
                  </a:lnTo>
                  <a:lnTo>
                    <a:pt x="4722882" y="1750405"/>
                  </a:lnTo>
                  <a:lnTo>
                    <a:pt x="4803360" y="1743981"/>
                  </a:lnTo>
                  <a:lnTo>
                    <a:pt x="4892592" y="1735874"/>
                  </a:lnTo>
                  <a:lnTo>
                    <a:pt x="4986225" y="1726101"/>
                  </a:lnTo>
                  <a:lnTo>
                    <a:pt x="5080312" y="1714699"/>
                  </a:lnTo>
                  <a:lnTo>
                    <a:pt x="5171763" y="1701696"/>
                  </a:lnTo>
                  <a:lnTo>
                    <a:pt x="5258501" y="1687071"/>
                  </a:lnTo>
                  <a:lnTo>
                    <a:pt x="5339393" y="1670746"/>
                  </a:lnTo>
                  <a:lnTo>
                    <a:pt x="5414074" y="1652571"/>
                  </a:lnTo>
                  <a:lnTo>
                    <a:pt x="5482737" y="1632330"/>
                  </a:lnTo>
                  <a:lnTo>
                    <a:pt x="5545942" y="1609737"/>
                  </a:lnTo>
                  <a:lnTo>
                    <a:pt x="5604467" y="1584459"/>
                  </a:lnTo>
                  <a:lnTo>
                    <a:pt x="5659197" y="1556130"/>
                  </a:lnTo>
                  <a:lnTo>
                    <a:pt x="5711036" y="1524394"/>
                  </a:lnTo>
                  <a:lnTo>
                    <a:pt x="5760833" y="1488978"/>
                  </a:lnTo>
                  <a:lnTo>
                    <a:pt x="5784835" y="1470146"/>
                  </a:lnTo>
                  <a:lnTo>
                    <a:pt x="5828686" y="1432862"/>
                  </a:lnTo>
                  <a:lnTo>
                    <a:pt x="5872112" y="1392373"/>
                  </a:lnTo>
                  <a:lnTo>
                    <a:pt x="5915452" y="1348619"/>
                  </a:lnTo>
                  <a:lnTo>
                    <a:pt x="5958961" y="1301615"/>
                  </a:lnTo>
                  <a:lnTo>
                    <a:pt x="6002812" y="1251457"/>
                  </a:lnTo>
                  <a:lnTo>
                    <a:pt x="6047110" y="1198332"/>
                  </a:lnTo>
                  <a:lnTo>
                    <a:pt x="6091897" y="1142522"/>
                  </a:lnTo>
                  <a:lnTo>
                    <a:pt x="6137158" y="1084396"/>
                  </a:lnTo>
                  <a:lnTo>
                    <a:pt x="6182832" y="1024412"/>
                  </a:lnTo>
                  <a:lnTo>
                    <a:pt x="6228815" y="963095"/>
                  </a:lnTo>
                  <a:lnTo>
                    <a:pt x="6274979" y="901024"/>
                  </a:lnTo>
                  <a:lnTo>
                    <a:pt x="6321177" y="838811"/>
                  </a:lnTo>
                  <a:lnTo>
                    <a:pt x="6367262" y="777070"/>
                  </a:lnTo>
                  <a:lnTo>
                    <a:pt x="6413093" y="716399"/>
                  </a:lnTo>
                  <a:lnTo>
                    <a:pt x="6458556" y="657351"/>
                  </a:lnTo>
                  <a:lnTo>
                    <a:pt x="6503567" y="600417"/>
                  </a:lnTo>
                  <a:lnTo>
                    <a:pt x="6548090" y="546008"/>
                  </a:lnTo>
                  <a:lnTo>
                    <a:pt x="6592139" y="494447"/>
                  </a:lnTo>
                  <a:lnTo>
                    <a:pt x="6635789" y="445964"/>
                  </a:lnTo>
                  <a:lnTo>
                    <a:pt x="6679181" y="400698"/>
                  </a:lnTo>
                  <a:lnTo>
                    <a:pt x="6722530" y="358700"/>
                  </a:lnTo>
                  <a:lnTo>
                    <a:pt x="6766136" y="319943"/>
                  </a:lnTo>
                  <a:lnTo>
                    <a:pt x="6786527" y="303064"/>
                  </a:lnTo>
                  <a:lnTo>
                    <a:pt x="6835592" y="265790"/>
                  </a:lnTo>
                  <a:lnTo>
                    <a:pt x="6886326" y="232267"/>
                  </a:lnTo>
                  <a:lnTo>
                    <a:pt x="6939520" y="202301"/>
                  </a:lnTo>
                  <a:lnTo>
                    <a:pt x="6996063" y="175566"/>
                  </a:lnTo>
                  <a:lnTo>
                    <a:pt x="7056857" y="151695"/>
                  </a:lnTo>
                  <a:lnTo>
                    <a:pt x="7122745" y="130335"/>
                  </a:lnTo>
                  <a:lnTo>
                    <a:pt x="7194410" y="111173"/>
                  </a:lnTo>
                  <a:lnTo>
                    <a:pt x="7272249" y="93960"/>
                  </a:lnTo>
                  <a:lnTo>
                    <a:pt x="7356197" y="78512"/>
                  </a:lnTo>
                  <a:lnTo>
                    <a:pt x="7445525" y="64716"/>
                  </a:lnTo>
                  <a:lnTo>
                    <a:pt x="7538637" y="52525"/>
                  </a:lnTo>
                  <a:lnTo>
                    <a:pt x="7632940" y="41945"/>
                  </a:lnTo>
                  <a:lnTo>
                    <a:pt x="7724873" y="33012"/>
                  </a:lnTo>
                  <a:lnTo>
                    <a:pt x="7810206" y="25760"/>
                  </a:lnTo>
                  <a:lnTo>
                    <a:pt x="7884645" y="20178"/>
                  </a:lnTo>
                  <a:lnTo>
                    <a:pt x="7944645" y="16177"/>
                  </a:lnTo>
                  <a:lnTo>
                    <a:pt x="7988227" y="13577"/>
                  </a:lnTo>
                  <a:lnTo>
                    <a:pt x="8015517" y="12114"/>
                  </a:lnTo>
                  <a:lnTo>
                    <a:pt x="8028875" y="11467"/>
                  </a:lnTo>
                  <a:lnTo>
                    <a:pt x="8032669" y="11300"/>
                  </a:lnTo>
                  <a:lnTo>
                    <a:pt x="8032819" y="11294"/>
                  </a:lnTo>
                  <a:lnTo>
                    <a:pt x="8554953" y="11294"/>
                  </a:lnTo>
                  <a:lnTo>
                    <a:pt x="8554953" y="0"/>
                  </a:lnTo>
                  <a:lnTo>
                    <a:pt x="8032819" y="0"/>
                  </a:lnTo>
                  <a:lnTo>
                    <a:pt x="8031598" y="51"/>
                  </a:lnTo>
                  <a:lnTo>
                    <a:pt x="8023609" y="420"/>
                  </a:lnTo>
                  <a:lnTo>
                    <a:pt x="8003609" y="1439"/>
                  </a:lnTo>
                  <a:lnTo>
                    <a:pt x="7968208" y="3442"/>
                  </a:lnTo>
                  <a:lnTo>
                    <a:pt x="7916170" y="6724"/>
                  </a:lnTo>
                  <a:lnTo>
                    <a:pt x="7848480" y="11511"/>
                  </a:lnTo>
                  <a:lnTo>
                    <a:pt x="7768002" y="17935"/>
                  </a:lnTo>
                  <a:lnTo>
                    <a:pt x="7678770" y="26042"/>
                  </a:lnTo>
                  <a:lnTo>
                    <a:pt x="7585137" y="35816"/>
                  </a:lnTo>
                  <a:lnTo>
                    <a:pt x="7491050" y="47217"/>
                  </a:lnTo>
                  <a:lnTo>
                    <a:pt x="7399599" y="60221"/>
                  </a:lnTo>
                  <a:lnTo>
                    <a:pt x="7312861" y="74845"/>
                  </a:lnTo>
                  <a:lnTo>
                    <a:pt x="7231969" y="91171"/>
                  </a:lnTo>
                  <a:lnTo>
                    <a:pt x="7157288" y="109345"/>
                  </a:lnTo>
                  <a:lnTo>
                    <a:pt x="7088625" y="129587"/>
                  </a:lnTo>
                  <a:lnTo>
                    <a:pt x="7025420" y="152179"/>
                  </a:lnTo>
                  <a:lnTo>
                    <a:pt x="6966895" y="177457"/>
                  </a:lnTo>
                  <a:lnTo>
                    <a:pt x="6912165" y="205787"/>
                  </a:lnTo>
                  <a:lnTo>
                    <a:pt x="6860326" y="237523"/>
                  </a:lnTo>
                  <a:lnTo>
                    <a:pt x="6810529" y="272939"/>
                  </a:lnTo>
                  <a:lnTo>
                    <a:pt x="6786527" y="291770"/>
                  </a:lnTo>
                  <a:lnTo>
                    <a:pt x="6742676" y="329055"/>
                  </a:lnTo>
                  <a:lnTo>
                    <a:pt x="6699250" y="369543"/>
                  </a:lnTo>
                  <a:lnTo>
                    <a:pt x="6655909" y="413297"/>
                  </a:lnTo>
                  <a:lnTo>
                    <a:pt x="6612401" y="460301"/>
                  </a:lnTo>
                  <a:lnTo>
                    <a:pt x="6568550" y="510459"/>
                  </a:lnTo>
                  <a:lnTo>
                    <a:pt x="6524252" y="563584"/>
                  </a:lnTo>
                  <a:lnTo>
                    <a:pt x="6479465" y="619395"/>
                  </a:lnTo>
                  <a:lnTo>
                    <a:pt x="6434204" y="677520"/>
                  </a:lnTo>
                  <a:lnTo>
                    <a:pt x="6388530" y="737505"/>
                  </a:lnTo>
                  <a:lnTo>
                    <a:pt x="6342547" y="798822"/>
                  </a:lnTo>
                  <a:lnTo>
                    <a:pt x="6296383" y="860892"/>
                  </a:lnTo>
                  <a:lnTo>
                    <a:pt x="6250185" y="923106"/>
                  </a:lnTo>
                  <a:lnTo>
                    <a:pt x="6204100" y="984846"/>
                  </a:lnTo>
                  <a:lnTo>
                    <a:pt x="6158269" y="1045517"/>
                  </a:lnTo>
                  <a:lnTo>
                    <a:pt x="6112806" y="1104565"/>
                  </a:lnTo>
                  <a:lnTo>
                    <a:pt x="6067795" y="1161500"/>
                  </a:lnTo>
                  <a:lnTo>
                    <a:pt x="6023272" y="1215909"/>
                  </a:lnTo>
                  <a:lnTo>
                    <a:pt x="5979223" y="1267470"/>
                  </a:lnTo>
                  <a:lnTo>
                    <a:pt x="5935573" y="1315953"/>
                  </a:lnTo>
                  <a:lnTo>
                    <a:pt x="5892181" y="1361218"/>
                  </a:lnTo>
                  <a:lnTo>
                    <a:pt x="5848831" y="1403216"/>
                  </a:lnTo>
                  <a:lnTo>
                    <a:pt x="5805226" y="1441973"/>
                  </a:lnTo>
                  <a:lnTo>
                    <a:pt x="5784835" y="1458852"/>
                  </a:lnTo>
                  <a:lnTo>
                    <a:pt x="5735770" y="1496126"/>
                  </a:lnTo>
                  <a:lnTo>
                    <a:pt x="5685036" y="1529650"/>
                  </a:lnTo>
                  <a:lnTo>
                    <a:pt x="5631842" y="1559616"/>
                  </a:lnTo>
                  <a:lnTo>
                    <a:pt x="5575299" y="1586350"/>
                  </a:lnTo>
                  <a:lnTo>
                    <a:pt x="5514505" y="1610221"/>
                  </a:lnTo>
                  <a:lnTo>
                    <a:pt x="5448617" y="1631582"/>
                  </a:lnTo>
                  <a:lnTo>
                    <a:pt x="5376952" y="1650743"/>
                  </a:lnTo>
                  <a:lnTo>
                    <a:pt x="5299112" y="1667956"/>
                  </a:lnTo>
                  <a:lnTo>
                    <a:pt x="5215165" y="1683404"/>
                  </a:lnTo>
                  <a:lnTo>
                    <a:pt x="5125837" y="1697200"/>
                  </a:lnTo>
                  <a:lnTo>
                    <a:pt x="5032725" y="1709392"/>
                  </a:lnTo>
                  <a:lnTo>
                    <a:pt x="4938422" y="1719972"/>
                  </a:lnTo>
                  <a:lnTo>
                    <a:pt x="4846489" y="1728904"/>
                  </a:lnTo>
                  <a:lnTo>
                    <a:pt x="4761156" y="1736156"/>
                  </a:lnTo>
                  <a:lnTo>
                    <a:pt x="4686717" y="1741738"/>
                  </a:lnTo>
                  <a:lnTo>
                    <a:pt x="4626717" y="1745739"/>
                  </a:lnTo>
                  <a:lnTo>
                    <a:pt x="4583135" y="1748339"/>
                  </a:lnTo>
                  <a:lnTo>
                    <a:pt x="4555845" y="1749802"/>
                  </a:lnTo>
                  <a:lnTo>
                    <a:pt x="4542487" y="1750449"/>
                  </a:lnTo>
                  <a:lnTo>
                    <a:pt x="4538693" y="1750616"/>
                  </a:lnTo>
                  <a:lnTo>
                    <a:pt x="4538543" y="1750623"/>
                  </a:lnTo>
                  <a:lnTo>
                    <a:pt x="4016409" y="1750623"/>
                  </a:lnTo>
                  <a:lnTo>
                    <a:pt x="4015179" y="1750576"/>
                  </a:lnTo>
                  <a:lnTo>
                    <a:pt x="4007129" y="1750244"/>
                  </a:lnTo>
                  <a:lnTo>
                    <a:pt x="3986982" y="1749326"/>
                  </a:lnTo>
                  <a:lnTo>
                    <a:pt x="3951336" y="1747522"/>
                  </a:lnTo>
                  <a:lnTo>
                    <a:pt x="3898965" y="1744566"/>
                  </a:lnTo>
                  <a:lnTo>
                    <a:pt x="3830887" y="1740257"/>
                  </a:lnTo>
                  <a:lnTo>
                    <a:pt x="3750012" y="1734476"/>
                  </a:lnTo>
                  <a:lnTo>
                    <a:pt x="3660416" y="1727183"/>
                  </a:lnTo>
                  <a:lnTo>
                    <a:pt x="3566487" y="1718394"/>
                  </a:lnTo>
                  <a:lnTo>
                    <a:pt x="3472185" y="1708144"/>
                  </a:lnTo>
                  <a:lnTo>
                    <a:pt x="3380600" y="1696454"/>
                  </a:lnTo>
                  <a:lnTo>
                    <a:pt x="3293799" y="1683307"/>
                  </a:lnTo>
                  <a:lnTo>
                    <a:pt x="3212897" y="1668629"/>
                  </a:lnTo>
                  <a:lnTo>
                    <a:pt x="3138240" y="1652284"/>
                  </a:lnTo>
                  <a:lnTo>
                    <a:pt x="3069617" y="1634074"/>
                  </a:lnTo>
                  <a:lnTo>
                    <a:pt x="3006454" y="1613741"/>
                  </a:lnTo>
                  <a:lnTo>
                    <a:pt x="2947958" y="1590982"/>
                  </a:lnTo>
                  <a:lnTo>
                    <a:pt x="2893237" y="1565467"/>
                  </a:lnTo>
                  <a:lnTo>
                    <a:pt x="2841380" y="1536879"/>
                  </a:lnTo>
                  <a:lnTo>
                    <a:pt x="2791536" y="1504976"/>
                  </a:lnTo>
                  <a:lnTo>
                    <a:pt x="2770117" y="1489911"/>
                  </a:lnTo>
                  <a:lnTo>
                    <a:pt x="2724901" y="1455506"/>
                  </a:lnTo>
                  <a:lnTo>
                    <a:pt x="2680126" y="1418054"/>
                  </a:lnTo>
                  <a:lnTo>
                    <a:pt x="2635421" y="1377497"/>
                  </a:lnTo>
                  <a:lnTo>
                    <a:pt x="2590518" y="1333857"/>
                  </a:lnTo>
                  <a:lnTo>
                    <a:pt x="2545233" y="1287237"/>
                  </a:lnTo>
                  <a:lnTo>
                    <a:pt x="2499462" y="1237834"/>
                  </a:lnTo>
                  <a:lnTo>
                    <a:pt x="2453170" y="1185939"/>
                  </a:lnTo>
                  <a:lnTo>
                    <a:pt x="2406383" y="1131932"/>
                  </a:lnTo>
                  <a:lnTo>
                    <a:pt x="2359183" y="1076279"/>
                  </a:lnTo>
                  <a:lnTo>
                    <a:pt x="2311689" y="1019510"/>
                  </a:lnTo>
                  <a:lnTo>
                    <a:pt x="2264051" y="962205"/>
                  </a:lnTo>
                  <a:lnTo>
                    <a:pt x="2216431" y="904966"/>
                  </a:lnTo>
                  <a:lnTo>
                    <a:pt x="2168989" y="848394"/>
                  </a:lnTo>
                  <a:lnTo>
                    <a:pt x="2121871" y="793057"/>
                  </a:lnTo>
                  <a:lnTo>
                    <a:pt x="2075187" y="739476"/>
                  </a:lnTo>
                  <a:lnTo>
                    <a:pt x="2029009" y="688097"/>
                  </a:lnTo>
                  <a:lnTo>
                    <a:pt x="1983349" y="639283"/>
                  </a:lnTo>
                  <a:lnTo>
                    <a:pt x="1938160" y="593302"/>
                  </a:lnTo>
                  <a:lnTo>
                    <a:pt x="1893319" y="550331"/>
                  </a:lnTo>
                  <a:lnTo>
                    <a:pt x="1848625" y="510456"/>
                  </a:lnTo>
                  <a:lnTo>
                    <a:pt x="1803788" y="473678"/>
                  </a:lnTo>
                  <a:lnTo>
                    <a:pt x="1768425" y="447067"/>
                  </a:lnTo>
                  <a:lnTo>
                    <a:pt x="1719228" y="413677"/>
                  </a:lnTo>
                  <a:lnTo>
                    <a:pt x="1668353" y="383657"/>
                  </a:lnTo>
                  <a:lnTo>
                    <a:pt x="1614999" y="356830"/>
                  </a:lnTo>
                  <a:lnTo>
                    <a:pt x="1558272" y="332904"/>
                  </a:lnTo>
                  <a:lnTo>
                    <a:pt x="1497262" y="311546"/>
                  </a:lnTo>
                  <a:lnTo>
                    <a:pt x="1431121" y="292440"/>
                  </a:lnTo>
                  <a:lnTo>
                    <a:pt x="1359162" y="275304"/>
                  </a:lnTo>
                  <a:lnTo>
                    <a:pt x="1280994" y="259916"/>
                  </a:lnTo>
                  <a:lnTo>
                    <a:pt x="1196694" y="246110"/>
                  </a:lnTo>
                  <a:lnTo>
                    <a:pt x="1107013" y="233786"/>
                  </a:lnTo>
                  <a:lnTo>
                    <a:pt x="1013583" y="222903"/>
                  </a:lnTo>
                  <a:lnTo>
                    <a:pt x="919047" y="213469"/>
                  </a:lnTo>
                  <a:lnTo>
                    <a:pt x="827021" y="205516"/>
                  </a:lnTo>
                  <a:lnTo>
                    <a:pt x="741781" y="199072"/>
                  </a:lnTo>
                  <a:lnTo>
                    <a:pt x="667642" y="194127"/>
                  </a:lnTo>
                  <a:lnTo>
                    <a:pt x="608131" y="190598"/>
                  </a:lnTo>
                  <a:lnTo>
                    <a:pt x="565163" y="188318"/>
                  </a:lnTo>
                  <a:lnTo>
                    <a:pt x="538514" y="187047"/>
                  </a:lnTo>
                  <a:lnTo>
                    <a:pt x="525704" y="186496"/>
                  </a:lnTo>
                  <a:lnTo>
                    <a:pt x="522133" y="186356"/>
                  </a:lnTo>
                  <a:lnTo>
                    <a:pt x="0" y="186356"/>
                  </a:lnTo>
                  <a:close/>
                </a:path>
              </a:pathLst>
            </a:custGeom>
            <a:solidFill>
              <a:srgbClr val="8FA8D6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621" name="pl621"/>
            <p:cNvSpPr/>
            <p:nvPr/>
          </p:nvSpPr>
          <p:spPr>
            <a:xfrm>
              <a:off x="386606" y="1919677"/>
              <a:ext cx="8554953" cy="1750623"/>
            </a:xfrm>
            <a:custGeom>
              <a:avLst/>
              <a:pathLst>
                <a:path w="8554953" h="1750623">
                  <a:moveTo>
                    <a:pt x="0" y="186356"/>
                  </a:moveTo>
                  <a:lnTo>
                    <a:pt x="522133" y="186356"/>
                  </a:lnTo>
                  <a:lnTo>
                    <a:pt x="523363" y="186403"/>
                  </a:lnTo>
                  <a:lnTo>
                    <a:pt x="531413" y="186735"/>
                  </a:lnTo>
                  <a:lnTo>
                    <a:pt x="551560" y="187653"/>
                  </a:lnTo>
                  <a:lnTo>
                    <a:pt x="587206" y="189457"/>
                  </a:lnTo>
                  <a:lnTo>
                    <a:pt x="639577" y="192412"/>
                  </a:lnTo>
                  <a:lnTo>
                    <a:pt x="707655" y="196722"/>
                  </a:lnTo>
                  <a:lnTo>
                    <a:pt x="788531" y="202503"/>
                  </a:lnTo>
                  <a:lnTo>
                    <a:pt x="878126" y="209796"/>
                  </a:lnTo>
                  <a:lnTo>
                    <a:pt x="972056" y="218585"/>
                  </a:lnTo>
                  <a:lnTo>
                    <a:pt x="1066357" y="228835"/>
                  </a:lnTo>
                  <a:lnTo>
                    <a:pt x="1157942" y="240525"/>
                  </a:lnTo>
                  <a:lnTo>
                    <a:pt x="1244743" y="253672"/>
                  </a:lnTo>
                  <a:lnTo>
                    <a:pt x="1325645" y="268350"/>
                  </a:lnTo>
                  <a:lnTo>
                    <a:pt x="1400303" y="284695"/>
                  </a:lnTo>
                  <a:lnTo>
                    <a:pt x="1468925" y="302905"/>
                  </a:lnTo>
                  <a:lnTo>
                    <a:pt x="1532088" y="323238"/>
                  </a:lnTo>
                  <a:lnTo>
                    <a:pt x="1590584" y="345997"/>
                  </a:lnTo>
                  <a:lnTo>
                    <a:pt x="1645305" y="371511"/>
                  </a:lnTo>
                  <a:lnTo>
                    <a:pt x="1697162" y="400100"/>
                  </a:lnTo>
                  <a:lnTo>
                    <a:pt x="1747006" y="432002"/>
                  </a:lnTo>
                  <a:lnTo>
                    <a:pt x="1768425" y="447067"/>
                  </a:lnTo>
                  <a:lnTo>
                    <a:pt x="1813641" y="481472"/>
                  </a:lnTo>
                  <a:lnTo>
                    <a:pt x="1858417" y="518925"/>
                  </a:lnTo>
                  <a:lnTo>
                    <a:pt x="1903121" y="559481"/>
                  </a:lnTo>
                  <a:lnTo>
                    <a:pt x="1948024" y="603122"/>
                  </a:lnTo>
                  <a:lnTo>
                    <a:pt x="1993309" y="649742"/>
                  </a:lnTo>
                  <a:lnTo>
                    <a:pt x="2039080" y="699145"/>
                  </a:lnTo>
                  <a:lnTo>
                    <a:pt x="2085373" y="751040"/>
                  </a:lnTo>
                  <a:lnTo>
                    <a:pt x="2132159" y="805047"/>
                  </a:lnTo>
                  <a:lnTo>
                    <a:pt x="2179359" y="860700"/>
                  </a:lnTo>
                  <a:lnTo>
                    <a:pt x="2226853" y="917469"/>
                  </a:lnTo>
                  <a:lnTo>
                    <a:pt x="2274491" y="974774"/>
                  </a:lnTo>
                  <a:lnTo>
                    <a:pt x="2322111" y="1032012"/>
                  </a:lnTo>
                  <a:lnTo>
                    <a:pt x="2369553" y="1088585"/>
                  </a:lnTo>
                  <a:lnTo>
                    <a:pt x="2416672" y="1143921"/>
                  </a:lnTo>
                  <a:lnTo>
                    <a:pt x="2463355" y="1197502"/>
                  </a:lnTo>
                  <a:lnTo>
                    <a:pt x="2509533" y="1248881"/>
                  </a:lnTo>
                  <a:lnTo>
                    <a:pt x="2555193" y="1297696"/>
                  </a:lnTo>
                  <a:lnTo>
                    <a:pt x="2600383" y="1343677"/>
                  </a:lnTo>
                  <a:lnTo>
                    <a:pt x="2645224" y="1386648"/>
                  </a:lnTo>
                  <a:lnTo>
                    <a:pt x="2689917" y="1426523"/>
                  </a:lnTo>
                  <a:lnTo>
                    <a:pt x="2734754" y="1463301"/>
                  </a:lnTo>
                  <a:lnTo>
                    <a:pt x="2770117" y="1489911"/>
                  </a:lnTo>
                  <a:lnTo>
                    <a:pt x="2819314" y="1523301"/>
                  </a:lnTo>
                  <a:lnTo>
                    <a:pt x="2870189" y="1553322"/>
                  </a:lnTo>
                  <a:lnTo>
                    <a:pt x="2923543" y="1580148"/>
                  </a:lnTo>
                  <a:lnTo>
                    <a:pt x="2980270" y="1604075"/>
                  </a:lnTo>
                  <a:lnTo>
                    <a:pt x="3041281" y="1625433"/>
                  </a:lnTo>
                  <a:lnTo>
                    <a:pt x="3107422" y="1644539"/>
                  </a:lnTo>
                  <a:lnTo>
                    <a:pt x="3179380" y="1661674"/>
                  </a:lnTo>
                  <a:lnTo>
                    <a:pt x="3257548" y="1677063"/>
                  </a:lnTo>
                  <a:lnTo>
                    <a:pt x="3341848" y="1690869"/>
                  </a:lnTo>
                  <a:lnTo>
                    <a:pt x="3431529" y="1703193"/>
                  </a:lnTo>
                  <a:lnTo>
                    <a:pt x="3524960" y="1714075"/>
                  </a:lnTo>
                  <a:lnTo>
                    <a:pt x="3619495" y="1723510"/>
                  </a:lnTo>
                  <a:lnTo>
                    <a:pt x="3711521" y="1731463"/>
                  </a:lnTo>
                  <a:lnTo>
                    <a:pt x="3796762" y="1737906"/>
                  </a:lnTo>
                  <a:lnTo>
                    <a:pt x="3870900" y="1742852"/>
                  </a:lnTo>
                  <a:lnTo>
                    <a:pt x="3930412" y="1746381"/>
                  </a:lnTo>
                  <a:lnTo>
                    <a:pt x="3973379" y="1748660"/>
                  </a:lnTo>
                  <a:lnTo>
                    <a:pt x="4000028" y="1749931"/>
                  </a:lnTo>
                  <a:lnTo>
                    <a:pt x="4012838" y="1750483"/>
                  </a:lnTo>
                  <a:lnTo>
                    <a:pt x="4016302" y="1750619"/>
                  </a:lnTo>
                  <a:lnTo>
                    <a:pt x="4016409" y="1750623"/>
                  </a:lnTo>
                  <a:lnTo>
                    <a:pt x="4538543" y="1750623"/>
                  </a:lnTo>
                  <a:lnTo>
                    <a:pt x="4539764" y="1750571"/>
                  </a:lnTo>
                  <a:lnTo>
                    <a:pt x="4547753" y="1750202"/>
                  </a:lnTo>
                  <a:lnTo>
                    <a:pt x="4567753" y="1749183"/>
                  </a:lnTo>
                  <a:lnTo>
                    <a:pt x="4603154" y="1747180"/>
                  </a:lnTo>
                  <a:lnTo>
                    <a:pt x="4655192" y="1743898"/>
                  </a:lnTo>
                  <a:lnTo>
                    <a:pt x="4722882" y="1739111"/>
                  </a:lnTo>
                  <a:lnTo>
                    <a:pt x="4803360" y="1732687"/>
                  </a:lnTo>
                  <a:lnTo>
                    <a:pt x="4892592" y="1724580"/>
                  </a:lnTo>
                  <a:lnTo>
                    <a:pt x="4986225" y="1714806"/>
                  </a:lnTo>
                  <a:lnTo>
                    <a:pt x="5080312" y="1703405"/>
                  </a:lnTo>
                  <a:lnTo>
                    <a:pt x="5171763" y="1690401"/>
                  </a:lnTo>
                  <a:lnTo>
                    <a:pt x="5258501" y="1675777"/>
                  </a:lnTo>
                  <a:lnTo>
                    <a:pt x="5339393" y="1659451"/>
                  </a:lnTo>
                  <a:lnTo>
                    <a:pt x="5414074" y="1641277"/>
                  </a:lnTo>
                  <a:lnTo>
                    <a:pt x="5482737" y="1621035"/>
                  </a:lnTo>
                  <a:lnTo>
                    <a:pt x="5545942" y="1598443"/>
                  </a:lnTo>
                  <a:lnTo>
                    <a:pt x="5604467" y="1573165"/>
                  </a:lnTo>
                  <a:lnTo>
                    <a:pt x="5659197" y="1544835"/>
                  </a:lnTo>
                  <a:lnTo>
                    <a:pt x="5711036" y="1513099"/>
                  </a:lnTo>
                  <a:lnTo>
                    <a:pt x="5760833" y="1477683"/>
                  </a:lnTo>
                  <a:lnTo>
                    <a:pt x="5784835" y="1458852"/>
                  </a:lnTo>
                  <a:lnTo>
                    <a:pt x="5828686" y="1421567"/>
                  </a:lnTo>
                  <a:lnTo>
                    <a:pt x="5872112" y="1381079"/>
                  </a:lnTo>
                  <a:lnTo>
                    <a:pt x="5915452" y="1337325"/>
                  </a:lnTo>
                  <a:lnTo>
                    <a:pt x="5958961" y="1290321"/>
                  </a:lnTo>
                  <a:lnTo>
                    <a:pt x="6002812" y="1240163"/>
                  </a:lnTo>
                  <a:lnTo>
                    <a:pt x="6047110" y="1187038"/>
                  </a:lnTo>
                  <a:lnTo>
                    <a:pt x="6091897" y="1131227"/>
                  </a:lnTo>
                  <a:lnTo>
                    <a:pt x="6137158" y="1073102"/>
                  </a:lnTo>
                  <a:lnTo>
                    <a:pt x="6182832" y="1013117"/>
                  </a:lnTo>
                  <a:lnTo>
                    <a:pt x="6228815" y="951800"/>
                  </a:lnTo>
                  <a:lnTo>
                    <a:pt x="6274979" y="889730"/>
                  </a:lnTo>
                  <a:lnTo>
                    <a:pt x="6321177" y="827516"/>
                  </a:lnTo>
                  <a:lnTo>
                    <a:pt x="6367262" y="765776"/>
                  </a:lnTo>
                  <a:lnTo>
                    <a:pt x="6413093" y="705105"/>
                  </a:lnTo>
                  <a:lnTo>
                    <a:pt x="6458556" y="646057"/>
                  </a:lnTo>
                  <a:lnTo>
                    <a:pt x="6503567" y="589123"/>
                  </a:lnTo>
                  <a:lnTo>
                    <a:pt x="6548090" y="534713"/>
                  </a:lnTo>
                  <a:lnTo>
                    <a:pt x="6592139" y="483152"/>
                  </a:lnTo>
                  <a:lnTo>
                    <a:pt x="6635789" y="434670"/>
                  </a:lnTo>
                  <a:lnTo>
                    <a:pt x="6679181" y="389404"/>
                  </a:lnTo>
                  <a:lnTo>
                    <a:pt x="6722530" y="347406"/>
                  </a:lnTo>
                  <a:lnTo>
                    <a:pt x="6766136" y="308649"/>
                  </a:lnTo>
                  <a:lnTo>
                    <a:pt x="6786527" y="291770"/>
                  </a:lnTo>
                  <a:lnTo>
                    <a:pt x="6835592" y="254496"/>
                  </a:lnTo>
                  <a:lnTo>
                    <a:pt x="6886326" y="220972"/>
                  </a:lnTo>
                  <a:lnTo>
                    <a:pt x="6939520" y="191006"/>
                  </a:lnTo>
                  <a:lnTo>
                    <a:pt x="6996063" y="164272"/>
                  </a:lnTo>
                  <a:lnTo>
                    <a:pt x="7056857" y="140401"/>
                  </a:lnTo>
                  <a:lnTo>
                    <a:pt x="7122745" y="119040"/>
                  </a:lnTo>
                  <a:lnTo>
                    <a:pt x="7194410" y="99879"/>
                  </a:lnTo>
                  <a:lnTo>
                    <a:pt x="7272249" y="82666"/>
                  </a:lnTo>
                  <a:lnTo>
                    <a:pt x="7356197" y="67218"/>
                  </a:lnTo>
                  <a:lnTo>
                    <a:pt x="7445525" y="53422"/>
                  </a:lnTo>
                  <a:lnTo>
                    <a:pt x="7538637" y="41230"/>
                  </a:lnTo>
                  <a:lnTo>
                    <a:pt x="7632940" y="30650"/>
                  </a:lnTo>
                  <a:lnTo>
                    <a:pt x="7724873" y="21718"/>
                  </a:lnTo>
                  <a:lnTo>
                    <a:pt x="7810206" y="14466"/>
                  </a:lnTo>
                  <a:lnTo>
                    <a:pt x="7884645" y="8884"/>
                  </a:lnTo>
                  <a:lnTo>
                    <a:pt x="7944645" y="4883"/>
                  </a:lnTo>
                  <a:lnTo>
                    <a:pt x="7988227" y="2283"/>
                  </a:lnTo>
                  <a:lnTo>
                    <a:pt x="8015517" y="820"/>
                  </a:lnTo>
                  <a:lnTo>
                    <a:pt x="8028875" y="173"/>
                  </a:lnTo>
                  <a:lnTo>
                    <a:pt x="8032669" y="6"/>
                  </a:lnTo>
                  <a:lnTo>
                    <a:pt x="8032819" y="0"/>
                  </a:lnTo>
                  <a:lnTo>
                    <a:pt x="8554953" y="0"/>
                  </a:lnTo>
                  <a:lnTo>
                    <a:pt x="8554953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622" name="pl622"/>
            <p:cNvSpPr/>
            <p:nvPr/>
          </p:nvSpPr>
          <p:spPr>
            <a:xfrm>
              <a:off x="386606" y="1908383"/>
              <a:ext cx="8554953" cy="1750623"/>
            </a:xfrm>
            <a:custGeom>
              <a:avLst/>
              <a:pathLst>
                <a:path w="8554953" h="1750623">
                  <a:moveTo>
                    <a:pt x="8554953" y="0"/>
                  </a:moveTo>
                  <a:lnTo>
                    <a:pt x="8032819" y="0"/>
                  </a:lnTo>
                  <a:lnTo>
                    <a:pt x="8031598" y="51"/>
                  </a:lnTo>
                  <a:lnTo>
                    <a:pt x="8023609" y="420"/>
                  </a:lnTo>
                  <a:lnTo>
                    <a:pt x="8003609" y="1439"/>
                  </a:lnTo>
                  <a:lnTo>
                    <a:pt x="7968208" y="3442"/>
                  </a:lnTo>
                  <a:lnTo>
                    <a:pt x="7916170" y="6724"/>
                  </a:lnTo>
                  <a:lnTo>
                    <a:pt x="7848480" y="11511"/>
                  </a:lnTo>
                  <a:lnTo>
                    <a:pt x="7768002" y="17935"/>
                  </a:lnTo>
                  <a:lnTo>
                    <a:pt x="7678770" y="26042"/>
                  </a:lnTo>
                  <a:lnTo>
                    <a:pt x="7585137" y="35816"/>
                  </a:lnTo>
                  <a:lnTo>
                    <a:pt x="7491050" y="47217"/>
                  </a:lnTo>
                  <a:lnTo>
                    <a:pt x="7399599" y="60221"/>
                  </a:lnTo>
                  <a:lnTo>
                    <a:pt x="7312861" y="74845"/>
                  </a:lnTo>
                  <a:lnTo>
                    <a:pt x="7231969" y="91171"/>
                  </a:lnTo>
                  <a:lnTo>
                    <a:pt x="7157288" y="109345"/>
                  </a:lnTo>
                  <a:lnTo>
                    <a:pt x="7088625" y="129587"/>
                  </a:lnTo>
                  <a:lnTo>
                    <a:pt x="7025420" y="152179"/>
                  </a:lnTo>
                  <a:lnTo>
                    <a:pt x="6966895" y="177457"/>
                  </a:lnTo>
                  <a:lnTo>
                    <a:pt x="6912165" y="205787"/>
                  </a:lnTo>
                  <a:lnTo>
                    <a:pt x="6860326" y="237523"/>
                  </a:lnTo>
                  <a:lnTo>
                    <a:pt x="6810529" y="272939"/>
                  </a:lnTo>
                  <a:lnTo>
                    <a:pt x="6786527" y="291770"/>
                  </a:lnTo>
                  <a:lnTo>
                    <a:pt x="6742676" y="329055"/>
                  </a:lnTo>
                  <a:lnTo>
                    <a:pt x="6699250" y="369543"/>
                  </a:lnTo>
                  <a:lnTo>
                    <a:pt x="6655909" y="413297"/>
                  </a:lnTo>
                  <a:lnTo>
                    <a:pt x="6612401" y="460301"/>
                  </a:lnTo>
                  <a:lnTo>
                    <a:pt x="6568550" y="510459"/>
                  </a:lnTo>
                  <a:lnTo>
                    <a:pt x="6524252" y="563584"/>
                  </a:lnTo>
                  <a:lnTo>
                    <a:pt x="6479465" y="619395"/>
                  </a:lnTo>
                  <a:lnTo>
                    <a:pt x="6434204" y="677520"/>
                  </a:lnTo>
                  <a:lnTo>
                    <a:pt x="6388530" y="737505"/>
                  </a:lnTo>
                  <a:lnTo>
                    <a:pt x="6342547" y="798822"/>
                  </a:lnTo>
                  <a:lnTo>
                    <a:pt x="6296383" y="860892"/>
                  </a:lnTo>
                  <a:lnTo>
                    <a:pt x="6250185" y="923106"/>
                  </a:lnTo>
                  <a:lnTo>
                    <a:pt x="6204100" y="984846"/>
                  </a:lnTo>
                  <a:lnTo>
                    <a:pt x="6158269" y="1045517"/>
                  </a:lnTo>
                  <a:lnTo>
                    <a:pt x="6112806" y="1104565"/>
                  </a:lnTo>
                  <a:lnTo>
                    <a:pt x="6067795" y="1161500"/>
                  </a:lnTo>
                  <a:lnTo>
                    <a:pt x="6023272" y="1215909"/>
                  </a:lnTo>
                  <a:lnTo>
                    <a:pt x="5979223" y="1267470"/>
                  </a:lnTo>
                  <a:lnTo>
                    <a:pt x="5935573" y="1315953"/>
                  </a:lnTo>
                  <a:lnTo>
                    <a:pt x="5892181" y="1361218"/>
                  </a:lnTo>
                  <a:lnTo>
                    <a:pt x="5848831" y="1403216"/>
                  </a:lnTo>
                  <a:lnTo>
                    <a:pt x="5805226" y="1441973"/>
                  </a:lnTo>
                  <a:lnTo>
                    <a:pt x="5784835" y="1458852"/>
                  </a:lnTo>
                  <a:lnTo>
                    <a:pt x="5735770" y="1496126"/>
                  </a:lnTo>
                  <a:lnTo>
                    <a:pt x="5685036" y="1529650"/>
                  </a:lnTo>
                  <a:lnTo>
                    <a:pt x="5631842" y="1559616"/>
                  </a:lnTo>
                  <a:lnTo>
                    <a:pt x="5575299" y="1586350"/>
                  </a:lnTo>
                  <a:lnTo>
                    <a:pt x="5514505" y="1610221"/>
                  </a:lnTo>
                  <a:lnTo>
                    <a:pt x="5448617" y="1631582"/>
                  </a:lnTo>
                  <a:lnTo>
                    <a:pt x="5376952" y="1650743"/>
                  </a:lnTo>
                  <a:lnTo>
                    <a:pt x="5299112" y="1667956"/>
                  </a:lnTo>
                  <a:lnTo>
                    <a:pt x="5215165" y="1683404"/>
                  </a:lnTo>
                  <a:lnTo>
                    <a:pt x="5125837" y="1697200"/>
                  </a:lnTo>
                  <a:lnTo>
                    <a:pt x="5032725" y="1709392"/>
                  </a:lnTo>
                  <a:lnTo>
                    <a:pt x="4938422" y="1719972"/>
                  </a:lnTo>
                  <a:lnTo>
                    <a:pt x="4846489" y="1728904"/>
                  </a:lnTo>
                  <a:lnTo>
                    <a:pt x="4761156" y="1736156"/>
                  </a:lnTo>
                  <a:lnTo>
                    <a:pt x="4686717" y="1741738"/>
                  </a:lnTo>
                  <a:lnTo>
                    <a:pt x="4626717" y="1745739"/>
                  </a:lnTo>
                  <a:lnTo>
                    <a:pt x="4583135" y="1748339"/>
                  </a:lnTo>
                  <a:lnTo>
                    <a:pt x="4555845" y="1749802"/>
                  </a:lnTo>
                  <a:lnTo>
                    <a:pt x="4542487" y="1750449"/>
                  </a:lnTo>
                  <a:lnTo>
                    <a:pt x="4538693" y="1750616"/>
                  </a:lnTo>
                  <a:lnTo>
                    <a:pt x="4538543" y="1750623"/>
                  </a:lnTo>
                  <a:lnTo>
                    <a:pt x="4016409" y="1750623"/>
                  </a:lnTo>
                  <a:lnTo>
                    <a:pt x="4015179" y="1750576"/>
                  </a:lnTo>
                  <a:lnTo>
                    <a:pt x="4007129" y="1750244"/>
                  </a:lnTo>
                  <a:lnTo>
                    <a:pt x="3986982" y="1749326"/>
                  </a:lnTo>
                  <a:lnTo>
                    <a:pt x="3951336" y="1747522"/>
                  </a:lnTo>
                  <a:lnTo>
                    <a:pt x="3898965" y="1744566"/>
                  </a:lnTo>
                  <a:lnTo>
                    <a:pt x="3830887" y="1740257"/>
                  </a:lnTo>
                  <a:lnTo>
                    <a:pt x="3750012" y="1734476"/>
                  </a:lnTo>
                  <a:lnTo>
                    <a:pt x="3660416" y="1727183"/>
                  </a:lnTo>
                  <a:lnTo>
                    <a:pt x="3566487" y="1718394"/>
                  </a:lnTo>
                  <a:lnTo>
                    <a:pt x="3472185" y="1708144"/>
                  </a:lnTo>
                  <a:lnTo>
                    <a:pt x="3380600" y="1696454"/>
                  </a:lnTo>
                  <a:lnTo>
                    <a:pt x="3293799" y="1683307"/>
                  </a:lnTo>
                  <a:lnTo>
                    <a:pt x="3212897" y="1668629"/>
                  </a:lnTo>
                  <a:lnTo>
                    <a:pt x="3138240" y="1652284"/>
                  </a:lnTo>
                  <a:lnTo>
                    <a:pt x="3069617" y="1634074"/>
                  </a:lnTo>
                  <a:lnTo>
                    <a:pt x="3006454" y="1613741"/>
                  </a:lnTo>
                  <a:lnTo>
                    <a:pt x="2947958" y="1590982"/>
                  </a:lnTo>
                  <a:lnTo>
                    <a:pt x="2893237" y="1565467"/>
                  </a:lnTo>
                  <a:lnTo>
                    <a:pt x="2841380" y="1536879"/>
                  </a:lnTo>
                  <a:lnTo>
                    <a:pt x="2791536" y="1504976"/>
                  </a:lnTo>
                  <a:lnTo>
                    <a:pt x="2770117" y="1489911"/>
                  </a:lnTo>
                  <a:lnTo>
                    <a:pt x="2724901" y="1455506"/>
                  </a:lnTo>
                  <a:lnTo>
                    <a:pt x="2680126" y="1418054"/>
                  </a:lnTo>
                  <a:lnTo>
                    <a:pt x="2635421" y="1377497"/>
                  </a:lnTo>
                  <a:lnTo>
                    <a:pt x="2590518" y="1333857"/>
                  </a:lnTo>
                  <a:lnTo>
                    <a:pt x="2545233" y="1287237"/>
                  </a:lnTo>
                  <a:lnTo>
                    <a:pt x="2499462" y="1237834"/>
                  </a:lnTo>
                  <a:lnTo>
                    <a:pt x="2453170" y="1185939"/>
                  </a:lnTo>
                  <a:lnTo>
                    <a:pt x="2406383" y="1131932"/>
                  </a:lnTo>
                  <a:lnTo>
                    <a:pt x="2359183" y="1076279"/>
                  </a:lnTo>
                  <a:lnTo>
                    <a:pt x="2311689" y="1019510"/>
                  </a:lnTo>
                  <a:lnTo>
                    <a:pt x="2264051" y="962205"/>
                  </a:lnTo>
                  <a:lnTo>
                    <a:pt x="2216431" y="904966"/>
                  </a:lnTo>
                  <a:lnTo>
                    <a:pt x="2168989" y="848394"/>
                  </a:lnTo>
                  <a:lnTo>
                    <a:pt x="2121871" y="793057"/>
                  </a:lnTo>
                  <a:lnTo>
                    <a:pt x="2075187" y="739476"/>
                  </a:lnTo>
                  <a:lnTo>
                    <a:pt x="2029009" y="688097"/>
                  </a:lnTo>
                  <a:lnTo>
                    <a:pt x="1983349" y="639283"/>
                  </a:lnTo>
                  <a:lnTo>
                    <a:pt x="1938160" y="593302"/>
                  </a:lnTo>
                  <a:lnTo>
                    <a:pt x="1893319" y="550331"/>
                  </a:lnTo>
                  <a:lnTo>
                    <a:pt x="1848625" y="510456"/>
                  </a:lnTo>
                  <a:lnTo>
                    <a:pt x="1803788" y="473678"/>
                  </a:lnTo>
                  <a:lnTo>
                    <a:pt x="1768425" y="447067"/>
                  </a:lnTo>
                  <a:lnTo>
                    <a:pt x="1719228" y="413677"/>
                  </a:lnTo>
                  <a:lnTo>
                    <a:pt x="1668353" y="383657"/>
                  </a:lnTo>
                  <a:lnTo>
                    <a:pt x="1614999" y="356830"/>
                  </a:lnTo>
                  <a:lnTo>
                    <a:pt x="1558272" y="332904"/>
                  </a:lnTo>
                  <a:lnTo>
                    <a:pt x="1497262" y="311546"/>
                  </a:lnTo>
                  <a:lnTo>
                    <a:pt x="1431121" y="292440"/>
                  </a:lnTo>
                  <a:lnTo>
                    <a:pt x="1359162" y="275304"/>
                  </a:lnTo>
                  <a:lnTo>
                    <a:pt x="1280994" y="259916"/>
                  </a:lnTo>
                  <a:lnTo>
                    <a:pt x="1196694" y="246110"/>
                  </a:lnTo>
                  <a:lnTo>
                    <a:pt x="1107013" y="233786"/>
                  </a:lnTo>
                  <a:lnTo>
                    <a:pt x="1013583" y="222903"/>
                  </a:lnTo>
                  <a:lnTo>
                    <a:pt x="919047" y="213469"/>
                  </a:lnTo>
                  <a:lnTo>
                    <a:pt x="827021" y="205516"/>
                  </a:lnTo>
                  <a:lnTo>
                    <a:pt x="741781" y="199072"/>
                  </a:lnTo>
                  <a:lnTo>
                    <a:pt x="667642" y="194127"/>
                  </a:lnTo>
                  <a:lnTo>
                    <a:pt x="608131" y="190598"/>
                  </a:lnTo>
                  <a:lnTo>
                    <a:pt x="565163" y="188318"/>
                  </a:lnTo>
                  <a:lnTo>
                    <a:pt x="538514" y="187047"/>
                  </a:lnTo>
                  <a:lnTo>
                    <a:pt x="525704" y="186496"/>
                  </a:lnTo>
                  <a:lnTo>
                    <a:pt x="522240" y="186360"/>
                  </a:lnTo>
                  <a:lnTo>
                    <a:pt x="522133" y="186356"/>
                  </a:lnTo>
                  <a:lnTo>
                    <a:pt x="0" y="186356"/>
                  </a:lnTo>
                  <a:lnTo>
                    <a:pt x="0" y="186356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623" name="pg623"/>
            <p:cNvSpPr/>
            <p:nvPr/>
          </p:nvSpPr>
          <p:spPr>
            <a:xfrm>
              <a:off x="386606" y="2106034"/>
              <a:ext cx="8554953" cy="1581207"/>
            </a:xfrm>
            <a:custGeom>
              <a:avLst/>
              <a:pathLst>
                <a:path w="8554953" h="1581207">
                  <a:moveTo>
                    <a:pt x="0" y="5647"/>
                  </a:moveTo>
                  <a:lnTo>
                    <a:pt x="522133" y="5647"/>
                  </a:lnTo>
                  <a:lnTo>
                    <a:pt x="523363" y="5693"/>
                  </a:lnTo>
                  <a:lnTo>
                    <a:pt x="531409" y="6028"/>
                  </a:lnTo>
                  <a:lnTo>
                    <a:pt x="551547" y="6952"/>
                  </a:lnTo>
                  <a:lnTo>
                    <a:pt x="587179" y="8768"/>
                  </a:lnTo>
                  <a:lnTo>
                    <a:pt x="639531" y="11744"/>
                  </a:lnTo>
                  <a:lnTo>
                    <a:pt x="707587" y="16082"/>
                  </a:lnTo>
                  <a:lnTo>
                    <a:pt x="788439" y="21903"/>
                  </a:lnTo>
                  <a:lnTo>
                    <a:pt x="878014" y="29245"/>
                  </a:lnTo>
                  <a:lnTo>
                    <a:pt x="971926" y="38095"/>
                  </a:lnTo>
                  <a:lnTo>
                    <a:pt x="1066216" y="48416"/>
                  </a:lnTo>
                  <a:lnTo>
                    <a:pt x="1157793" y="60186"/>
                  </a:lnTo>
                  <a:lnTo>
                    <a:pt x="1244590" y="73423"/>
                  </a:lnTo>
                  <a:lnTo>
                    <a:pt x="1325492" y="88202"/>
                  </a:lnTo>
                  <a:lnTo>
                    <a:pt x="1400150" y="104658"/>
                  </a:lnTo>
                  <a:lnTo>
                    <a:pt x="1468775" y="122993"/>
                  </a:lnTo>
                  <a:lnTo>
                    <a:pt x="1531941" y="143464"/>
                  </a:lnTo>
                  <a:lnTo>
                    <a:pt x="1590438" y="166377"/>
                  </a:lnTo>
                  <a:lnTo>
                    <a:pt x="1645160" y="192064"/>
                  </a:lnTo>
                  <a:lnTo>
                    <a:pt x="1697016" y="220846"/>
                  </a:lnTo>
                  <a:lnTo>
                    <a:pt x="1746857" y="252964"/>
                  </a:lnTo>
                  <a:lnTo>
                    <a:pt x="1768425" y="268240"/>
                  </a:lnTo>
                  <a:lnTo>
                    <a:pt x="1813557" y="302826"/>
                  </a:lnTo>
                  <a:lnTo>
                    <a:pt x="1858249" y="340469"/>
                  </a:lnTo>
                  <a:lnTo>
                    <a:pt x="1902869" y="381227"/>
                  </a:lnTo>
                  <a:lnTo>
                    <a:pt x="1947686" y="425081"/>
                  </a:lnTo>
                  <a:lnTo>
                    <a:pt x="1992882" y="471924"/>
                  </a:lnTo>
                  <a:lnTo>
                    <a:pt x="2038562" y="521563"/>
                  </a:lnTo>
                  <a:lnTo>
                    <a:pt x="2084761" y="573707"/>
                  </a:lnTo>
                  <a:lnTo>
                    <a:pt x="2131453" y="627975"/>
                  </a:lnTo>
                  <a:lnTo>
                    <a:pt x="2178560" y="683902"/>
                  </a:lnTo>
                  <a:lnTo>
                    <a:pt x="2225960" y="740959"/>
                  </a:lnTo>
                  <a:lnTo>
                    <a:pt x="2273508" y="798565"/>
                  </a:lnTo>
                  <a:lnTo>
                    <a:pt x="2321041" y="856116"/>
                  </a:lnTo>
                  <a:lnTo>
                    <a:pt x="2368399" y="913013"/>
                  </a:lnTo>
                  <a:lnTo>
                    <a:pt x="2415440" y="968683"/>
                  </a:lnTo>
                  <a:lnTo>
                    <a:pt x="2462048" y="1022604"/>
                  </a:lnTo>
                  <a:lnTo>
                    <a:pt x="2508155" y="1074326"/>
                  </a:lnTo>
                  <a:lnTo>
                    <a:pt x="2553745" y="1123486"/>
                  </a:lnTo>
                  <a:lnTo>
                    <a:pt x="2598864" y="1169809"/>
                  </a:lnTo>
                  <a:lnTo>
                    <a:pt x="2643630" y="1213115"/>
                  </a:lnTo>
                  <a:lnTo>
                    <a:pt x="2688240" y="1253318"/>
                  </a:lnTo>
                  <a:lnTo>
                    <a:pt x="2732981" y="1290411"/>
                  </a:lnTo>
                  <a:lnTo>
                    <a:pt x="2770117" y="1318614"/>
                  </a:lnTo>
                  <a:lnTo>
                    <a:pt x="2819306" y="1352240"/>
                  </a:lnTo>
                  <a:lnTo>
                    <a:pt x="2870173" y="1382474"/>
                  </a:lnTo>
                  <a:lnTo>
                    <a:pt x="2923518" y="1409491"/>
                  </a:lnTo>
                  <a:lnTo>
                    <a:pt x="2980235" y="1433588"/>
                  </a:lnTo>
                  <a:lnTo>
                    <a:pt x="3041232" y="1455098"/>
                  </a:lnTo>
                  <a:lnTo>
                    <a:pt x="3107359" y="1474342"/>
                  </a:lnTo>
                  <a:lnTo>
                    <a:pt x="3179300" y="1491600"/>
                  </a:lnTo>
                  <a:lnTo>
                    <a:pt x="3257449" y="1507099"/>
                  </a:lnTo>
                  <a:lnTo>
                    <a:pt x="3341729" y="1521004"/>
                  </a:lnTo>
                  <a:lnTo>
                    <a:pt x="3431390" y="1533417"/>
                  </a:lnTo>
                  <a:lnTo>
                    <a:pt x="3524802" y="1544379"/>
                  </a:lnTo>
                  <a:lnTo>
                    <a:pt x="3619324" y="1553883"/>
                  </a:lnTo>
                  <a:lnTo>
                    <a:pt x="3711345" y="1561895"/>
                  </a:lnTo>
                  <a:lnTo>
                    <a:pt x="3796591" y="1568387"/>
                  </a:lnTo>
                  <a:lnTo>
                    <a:pt x="3870747" y="1573371"/>
                  </a:lnTo>
                  <a:lnTo>
                    <a:pt x="3930287" y="1576928"/>
                  </a:lnTo>
                  <a:lnTo>
                    <a:pt x="3973290" y="1579227"/>
                  </a:lnTo>
                  <a:lnTo>
                    <a:pt x="3999976" y="1580509"/>
                  </a:lnTo>
                  <a:lnTo>
                    <a:pt x="4012817" y="1581066"/>
                  </a:lnTo>
                  <a:lnTo>
                    <a:pt x="4016409" y="1581207"/>
                  </a:lnTo>
                  <a:lnTo>
                    <a:pt x="4538543" y="1581207"/>
                  </a:lnTo>
                  <a:lnTo>
                    <a:pt x="4539773" y="1581161"/>
                  </a:lnTo>
                  <a:lnTo>
                    <a:pt x="4547821" y="1580828"/>
                  </a:lnTo>
                  <a:lnTo>
                    <a:pt x="4567964" y="1579906"/>
                  </a:lnTo>
                  <a:lnTo>
                    <a:pt x="4603602" y="1578096"/>
                  </a:lnTo>
                  <a:lnTo>
                    <a:pt x="4655964" y="1575131"/>
                  </a:lnTo>
                  <a:lnTo>
                    <a:pt x="4724031" y="1570807"/>
                  </a:lnTo>
                  <a:lnTo>
                    <a:pt x="4804895" y="1565006"/>
                  </a:lnTo>
                  <a:lnTo>
                    <a:pt x="4894480" y="1557688"/>
                  </a:lnTo>
                  <a:lnTo>
                    <a:pt x="4988401" y="1548869"/>
                  </a:lnTo>
                  <a:lnTo>
                    <a:pt x="5082696" y="1538583"/>
                  </a:lnTo>
                  <a:lnTo>
                    <a:pt x="5174277" y="1526854"/>
                  </a:lnTo>
                  <a:lnTo>
                    <a:pt x="5261076" y="1513661"/>
                  </a:lnTo>
                  <a:lnTo>
                    <a:pt x="5341979" y="1498933"/>
                  </a:lnTo>
                  <a:lnTo>
                    <a:pt x="5416636" y="1482532"/>
                  </a:lnTo>
                  <a:lnTo>
                    <a:pt x="5485260" y="1464260"/>
                  </a:lnTo>
                  <a:lnTo>
                    <a:pt x="5548425" y="1443858"/>
                  </a:lnTo>
                  <a:lnTo>
                    <a:pt x="5606921" y="1421022"/>
                  </a:lnTo>
                  <a:lnTo>
                    <a:pt x="5661642" y="1395421"/>
                  </a:lnTo>
                  <a:lnTo>
                    <a:pt x="5713499" y="1366736"/>
                  </a:lnTo>
                  <a:lnTo>
                    <a:pt x="5763341" y="1334725"/>
                  </a:lnTo>
                  <a:lnTo>
                    <a:pt x="5784835" y="1319555"/>
                  </a:lnTo>
                  <a:lnTo>
                    <a:pt x="5830009" y="1285060"/>
                  </a:lnTo>
                  <a:lnTo>
                    <a:pt x="5874743" y="1247511"/>
                  </a:lnTo>
                  <a:lnTo>
                    <a:pt x="5919405" y="1206854"/>
                  </a:lnTo>
                  <a:lnTo>
                    <a:pt x="5964265" y="1163107"/>
                  </a:lnTo>
                  <a:lnTo>
                    <a:pt x="6009505" y="1116375"/>
                  </a:lnTo>
                  <a:lnTo>
                    <a:pt x="6055231" y="1066854"/>
                  </a:lnTo>
                  <a:lnTo>
                    <a:pt x="6101477" y="1014834"/>
                  </a:lnTo>
                  <a:lnTo>
                    <a:pt x="6148216" y="960697"/>
                  </a:lnTo>
                  <a:lnTo>
                    <a:pt x="6195369" y="904906"/>
                  </a:lnTo>
                  <a:lnTo>
                    <a:pt x="6242816" y="847993"/>
                  </a:lnTo>
                  <a:lnTo>
                    <a:pt x="6290409" y="790538"/>
                  </a:lnTo>
                  <a:lnTo>
                    <a:pt x="6337986" y="733142"/>
                  </a:lnTo>
                  <a:lnTo>
                    <a:pt x="6385386" y="676407"/>
                  </a:lnTo>
                  <a:lnTo>
                    <a:pt x="6432465" y="620905"/>
                  </a:lnTo>
                  <a:lnTo>
                    <a:pt x="6479111" y="567153"/>
                  </a:lnTo>
                  <a:lnTo>
                    <a:pt x="6525254" y="515602"/>
                  </a:lnTo>
                  <a:lnTo>
                    <a:pt x="6570878" y="466615"/>
                  </a:lnTo>
                  <a:lnTo>
                    <a:pt x="6616033" y="420463"/>
                  </a:lnTo>
                  <a:lnTo>
                    <a:pt x="6660836" y="377325"/>
                  </a:lnTo>
                  <a:lnTo>
                    <a:pt x="6705488" y="337286"/>
                  </a:lnTo>
                  <a:lnTo>
                    <a:pt x="6750276" y="300350"/>
                  </a:lnTo>
                  <a:lnTo>
                    <a:pt x="6786527" y="272946"/>
                  </a:lnTo>
                  <a:lnTo>
                    <a:pt x="6835720" y="239438"/>
                  </a:lnTo>
                  <a:lnTo>
                    <a:pt x="6886591" y="209311"/>
                  </a:lnTo>
                  <a:lnTo>
                    <a:pt x="6939941" y="182389"/>
                  </a:lnTo>
                  <a:lnTo>
                    <a:pt x="6996662" y="158377"/>
                  </a:lnTo>
                  <a:lnTo>
                    <a:pt x="7057666" y="136943"/>
                  </a:lnTo>
                  <a:lnTo>
                    <a:pt x="7123800" y="117768"/>
                  </a:lnTo>
                  <a:lnTo>
                    <a:pt x="7195750" y="100572"/>
                  </a:lnTo>
                  <a:lnTo>
                    <a:pt x="7273908" y="85128"/>
                  </a:lnTo>
                  <a:lnTo>
                    <a:pt x="7358199" y="71272"/>
                  </a:lnTo>
                  <a:lnTo>
                    <a:pt x="7447870" y="58904"/>
                  </a:lnTo>
                  <a:lnTo>
                    <a:pt x="7541291" y="47981"/>
                  </a:lnTo>
                  <a:lnTo>
                    <a:pt x="7635820" y="38512"/>
                  </a:lnTo>
                  <a:lnTo>
                    <a:pt x="7727843" y="30530"/>
                  </a:lnTo>
                  <a:lnTo>
                    <a:pt x="7813086" y="24062"/>
                  </a:lnTo>
                  <a:lnTo>
                    <a:pt x="7887233" y="19098"/>
                  </a:lnTo>
                  <a:lnTo>
                    <a:pt x="7946759" y="15554"/>
                  </a:lnTo>
                  <a:lnTo>
                    <a:pt x="7989744" y="13265"/>
                  </a:lnTo>
                  <a:lnTo>
                    <a:pt x="8016412" y="11989"/>
                  </a:lnTo>
                  <a:lnTo>
                    <a:pt x="8029238" y="11434"/>
                  </a:lnTo>
                  <a:lnTo>
                    <a:pt x="8032819" y="11294"/>
                  </a:lnTo>
                  <a:lnTo>
                    <a:pt x="8554953" y="11294"/>
                  </a:lnTo>
                  <a:lnTo>
                    <a:pt x="8554953" y="5647"/>
                  </a:lnTo>
                  <a:lnTo>
                    <a:pt x="8032819" y="5647"/>
                  </a:lnTo>
                  <a:lnTo>
                    <a:pt x="8031589" y="5693"/>
                  </a:lnTo>
                  <a:lnTo>
                    <a:pt x="8023541" y="6027"/>
                  </a:lnTo>
                  <a:lnTo>
                    <a:pt x="8003398" y="6948"/>
                  </a:lnTo>
                  <a:lnTo>
                    <a:pt x="7967759" y="8758"/>
                  </a:lnTo>
                  <a:lnTo>
                    <a:pt x="7915398" y="11723"/>
                  </a:lnTo>
                  <a:lnTo>
                    <a:pt x="7847331" y="16047"/>
                  </a:lnTo>
                  <a:lnTo>
                    <a:pt x="7766467" y="21848"/>
                  </a:lnTo>
                  <a:lnTo>
                    <a:pt x="7676882" y="29166"/>
                  </a:lnTo>
                  <a:lnTo>
                    <a:pt x="7582961" y="37985"/>
                  </a:lnTo>
                  <a:lnTo>
                    <a:pt x="7488666" y="48271"/>
                  </a:lnTo>
                  <a:lnTo>
                    <a:pt x="7397085" y="60001"/>
                  </a:lnTo>
                  <a:lnTo>
                    <a:pt x="7310285" y="73193"/>
                  </a:lnTo>
                  <a:lnTo>
                    <a:pt x="7229383" y="87921"/>
                  </a:lnTo>
                  <a:lnTo>
                    <a:pt x="7154725" y="104322"/>
                  </a:lnTo>
                  <a:lnTo>
                    <a:pt x="7086102" y="122594"/>
                  </a:lnTo>
                  <a:lnTo>
                    <a:pt x="7022937" y="142996"/>
                  </a:lnTo>
                  <a:lnTo>
                    <a:pt x="6964441" y="165832"/>
                  </a:lnTo>
                  <a:lnTo>
                    <a:pt x="6909719" y="191433"/>
                  </a:lnTo>
                  <a:lnTo>
                    <a:pt x="6857863" y="220118"/>
                  </a:lnTo>
                  <a:lnTo>
                    <a:pt x="6808021" y="252129"/>
                  </a:lnTo>
                  <a:lnTo>
                    <a:pt x="6786527" y="267299"/>
                  </a:lnTo>
                  <a:lnTo>
                    <a:pt x="6741353" y="301794"/>
                  </a:lnTo>
                  <a:lnTo>
                    <a:pt x="6696619" y="339343"/>
                  </a:lnTo>
                  <a:lnTo>
                    <a:pt x="6651957" y="380000"/>
                  </a:lnTo>
                  <a:lnTo>
                    <a:pt x="6607097" y="423747"/>
                  </a:lnTo>
                  <a:lnTo>
                    <a:pt x="6561857" y="470479"/>
                  </a:lnTo>
                  <a:lnTo>
                    <a:pt x="6516131" y="520000"/>
                  </a:lnTo>
                  <a:lnTo>
                    <a:pt x="6469885" y="572020"/>
                  </a:lnTo>
                  <a:lnTo>
                    <a:pt x="6423146" y="626157"/>
                  </a:lnTo>
                  <a:lnTo>
                    <a:pt x="6375993" y="681948"/>
                  </a:lnTo>
                  <a:lnTo>
                    <a:pt x="6328546" y="738861"/>
                  </a:lnTo>
                  <a:lnTo>
                    <a:pt x="6280953" y="796316"/>
                  </a:lnTo>
                  <a:lnTo>
                    <a:pt x="6233376" y="853712"/>
                  </a:lnTo>
                  <a:lnTo>
                    <a:pt x="6185976" y="910447"/>
                  </a:lnTo>
                  <a:lnTo>
                    <a:pt x="6138897" y="965949"/>
                  </a:lnTo>
                  <a:lnTo>
                    <a:pt x="6092251" y="1019701"/>
                  </a:lnTo>
                  <a:lnTo>
                    <a:pt x="6046108" y="1071252"/>
                  </a:lnTo>
                  <a:lnTo>
                    <a:pt x="6000484" y="1120239"/>
                  </a:lnTo>
                  <a:lnTo>
                    <a:pt x="5955329" y="1166391"/>
                  </a:lnTo>
                  <a:lnTo>
                    <a:pt x="5910526" y="1209530"/>
                  </a:lnTo>
                  <a:lnTo>
                    <a:pt x="5865874" y="1249568"/>
                  </a:lnTo>
                  <a:lnTo>
                    <a:pt x="5821086" y="1286504"/>
                  </a:lnTo>
                  <a:lnTo>
                    <a:pt x="5784835" y="1313908"/>
                  </a:lnTo>
                  <a:lnTo>
                    <a:pt x="5735642" y="1347416"/>
                  </a:lnTo>
                  <a:lnTo>
                    <a:pt x="5684771" y="1377543"/>
                  </a:lnTo>
                  <a:lnTo>
                    <a:pt x="5631421" y="1404465"/>
                  </a:lnTo>
                  <a:lnTo>
                    <a:pt x="5574699" y="1428477"/>
                  </a:lnTo>
                  <a:lnTo>
                    <a:pt x="5513696" y="1449911"/>
                  </a:lnTo>
                  <a:lnTo>
                    <a:pt x="5447562" y="1469086"/>
                  </a:lnTo>
                  <a:lnTo>
                    <a:pt x="5375612" y="1486282"/>
                  </a:lnTo>
                  <a:lnTo>
                    <a:pt x="5297453" y="1501726"/>
                  </a:lnTo>
                  <a:lnTo>
                    <a:pt x="5213163" y="1515582"/>
                  </a:lnTo>
                  <a:lnTo>
                    <a:pt x="5123492" y="1527950"/>
                  </a:lnTo>
                  <a:lnTo>
                    <a:pt x="5030071" y="1538873"/>
                  </a:lnTo>
                  <a:lnTo>
                    <a:pt x="4935542" y="1548342"/>
                  </a:lnTo>
                  <a:lnTo>
                    <a:pt x="4843519" y="1556324"/>
                  </a:lnTo>
                  <a:lnTo>
                    <a:pt x="4758276" y="1562792"/>
                  </a:lnTo>
                  <a:lnTo>
                    <a:pt x="4684129" y="1567756"/>
                  </a:lnTo>
                  <a:lnTo>
                    <a:pt x="4624603" y="1571300"/>
                  </a:lnTo>
                  <a:lnTo>
                    <a:pt x="4581618" y="1573589"/>
                  </a:lnTo>
                  <a:lnTo>
                    <a:pt x="4554950" y="1574865"/>
                  </a:lnTo>
                  <a:lnTo>
                    <a:pt x="4542124" y="1575420"/>
                  </a:lnTo>
                  <a:lnTo>
                    <a:pt x="4538543" y="1575560"/>
                  </a:lnTo>
                  <a:lnTo>
                    <a:pt x="4016409" y="1575560"/>
                  </a:lnTo>
                  <a:lnTo>
                    <a:pt x="4015179" y="1575513"/>
                  </a:lnTo>
                  <a:lnTo>
                    <a:pt x="4007133" y="1575179"/>
                  </a:lnTo>
                  <a:lnTo>
                    <a:pt x="3986995" y="1574255"/>
                  </a:lnTo>
                  <a:lnTo>
                    <a:pt x="3951363" y="1572439"/>
                  </a:lnTo>
                  <a:lnTo>
                    <a:pt x="3899011" y="1569463"/>
                  </a:lnTo>
                  <a:lnTo>
                    <a:pt x="3830955" y="1565125"/>
                  </a:lnTo>
                  <a:lnTo>
                    <a:pt x="3750103" y="1559304"/>
                  </a:lnTo>
                  <a:lnTo>
                    <a:pt x="3660528" y="1551961"/>
                  </a:lnTo>
                  <a:lnTo>
                    <a:pt x="3566616" y="1543112"/>
                  </a:lnTo>
                  <a:lnTo>
                    <a:pt x="3472327" y="1532791"/>
                  </a:lnTo>
                  <a:lnTo>
                    <a:pt x="3380750" y="1521021"/>
                  </a:lnTo>
                  <a:lnTo>
                    <a:pt x="3293952" y="1507784"/>
                  </a:lnTo>
                  <a:lnTo>
                    <a:pt x="3213050" y="1493005"/>
                  </a:lnTo>
                  <a:lnTo>
                    <a:pt x="3138392" y="1476548"/>
                  </a:lnTo>
                  <a:lnTo>
                    <a:pt x="3069767" y="1458214"/>
                  </a:lnTo>
                  <a:lnTo>
                    <a:pt x="3006601" y="1437743"/>
                  </a:lnTo>
                  <a:lnTo>
                    <a:pt x="2948104" y="1414830"/>
                  </a:lnTo>
                  <a:lnTo>
                    <a:pt x="2893382" y="1389143"/>
                  </a:lnTo>
                  <a:lnTo>
                    <a:pt x="2841527" y="1360361"/>
                  </a:lnTo>
                  <a:lnTo>
                    <a:pt x="2791686" y="1328243"/>
                  </a:lnTo>
                  <a:lnTo>
                    <a:pt x="2770117" y="1312967"/>
                  </a:lnTo>
                  <a:lnTo>
                    <a:pt x="2724985" y="1278381"/>
                  </a:lnTo>
                  <a:lnTo>
                    <a:pt x="2680293" y="1240738"/>
                  </a:lnTo>
                  <a:lnTo>
                    <a:pt x="2635673" y="1199979"/>
                  </a:lnTo>
                  <a:lnTo>
                    <a:pt x="2590856" y="1156126"/>
                  </a:lnTo>
                  <a:lnTo>
                    <a:pt x="2545660" y="1109283"/>
                  </a:lnTo>
                  <a:lnTo>
                    <a:pt x="2499980" y="1059644"/>
                  </a:lnTo>
                  <a:lnTo>
                    <a:pt x="2453781" y="1007500"/>
                  </a:lnTo>
                  <a:lnTo>
                    <a:pt x="2407089" y="953232"/>
                  </a:lnTo>
                  <a:lnTo>
                    <a:pt x="2359983" y="897304"/>
                  </a:lnTo>
                  <a:lnTo>
                    <a:pt x="2312582" y="840248"/>
                  </a:lnTo>
                  <a:lnTo>
                    <a:pt x="2265034" y="782642"/>
                  </a:lnTo>
                  <a:lnTo>
                    <a:pt x="2217501" y="725091"/>
                  </a:lnTo>
                  <a:lnTo>
                    <a:pt x="2170143" y="668194"/>
                  </a:lnTo>
                  <a:lnTo>
                    <a:pt x="2123103" y="612524"/>
                  </a:lnTo>
                  <a:lnTo>
                    <a:pt x="2076494" y="558603"/>
                  </a:lnTo>
                  <a:lnTo>
                    <a:pt x="2030387" y="506880"/>
                  </a:lnTo>
                  <a:lnTo>
                    <a:pt x="1984797" y="457721"/>
                  </a:lnTo>
                  <a:lnTo>
                    <a:pt x="1939679" y="411398"/>
                  </a:lnTo>
                  <a:lnTo>
                    <a:pt x="1894913" y="368092"/>
                  </a:lnTo>
                  <a:lnTo>
                    <a:pt x="1850302" y="327889"/>
                  </a:lnTo>
                  <a:lnTo>
                    <a:pt x="1805562" y="290796"/>
                  </a:lnTo>
                  <a:lnTo>
                    <a:pt x="1768425" y="262593"/>
                  </a:lnTo>
                  <a:lnTo>
                    <a:pt x="1719236" y="228967"/>
                  </a:lnTo>
                  <a:lnTo>
                    <a:pt x="1668369" y="198733"/>
                  </a:lnTo>
                  <a:lnTo>
                    <a:pt x="1615024" y="171716"/>
                  </a:lnTo>
                  <a:lnTo>
                    <a:pt x="1558307" y="147619"/>
                  </a:lnTo>
                  <a:lnTo>
                    <a:pt x="1497310" y="126109"/>
                  </a:lnTo>
                  <a:lnTo>
                    <a:pt x="1431183" y="106865"/>
                  </a:lnTo>
                  <a:lnTo>
                    <a:pt x="1359242" y="89607"/>
                  </a:lnTo>
                  <a:lnTo>
                    <a:pt x="1281093" y="74108"/>
                  </a:lnTo>
                  <a:lnTo>
                    <a:pt x="1196813" y="60203"/>
                  </a:lnTo>
                  <a:lnTo>
                    <a:pt x="1107152" y="47789"/>
                  </a:lnTo>
                  <a:lnTo>
                    <a:pt x="1013740" y="36828"/>
                  </a:lnTo>
                  <a:lnTo>
                    <a:pt x="919218" y="27324"/>
                  </a:lnTo>
                  <a:lnTo>
                    <a:pt x="827197" y="19312"/>
                  </a:lnTo>
                  <a:lnTo>
                    <a:pt x="741951" y="12820"/>
                  </a:lnTo>
                  <a:lnTo>
                    <a:pt x="667795" y="7836"/>
                  </a:lnTo>
                  <a:lnTo>
                    <a:pt x="608256" y="4279"/>
                  </a:lnTo>
                  <a:lnTo>
                    <a:pt x="565253" y="1980"/>
                  </a:lnTo>
                  <a:lnTo>
                    <a:pt x="538566" y="698"/>
                  </a:lnTo>
                  <a:lnTo>
                    <a:pt x="525725" y="141"/>
                  </a:lnTo>
                  <a:lnTo>
                    <a:pt x="5221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624" name="pl624"/>
            <p:cNvSpPr/>
            <p:nvPr/>
          </p:nvSpPr>
          <p:spPr>
            <a:xfrm>
              <a:off x="386606" y="2111681"/>
              <a:ext cx="8554953" cy="1575560"/>
            </a:xfrm>
            <a:custGeom>
              <a:avLst/>
              <a:pathLst>
                <a:path w="8554953" h="1575560">
                  <a:moveTo>
                    <a:pt x="0" y="0"/>
                  </a:moveTo>
                  <a:lnTo>
                    <a:pt x="522133" y="0"/>
                  </a:lnTo>
                  <a:lnTo>
                    <a:pt x="523363" y="46"/>
                  </a:lnTo>
                  <a:lnTo>
                    <a:pt x="531409" y="381"/>
                  </a:lnTo>
                  <a:lnTo>
                    <a:pt x="551547" y="1305"/>
                  </a:lnTo>
                  <a:lnTo>
                    <a:pt x="587179" y="3121"/>
                  </a:lnTo>
                  <a:lnTo>
                    <a:pt x="639531" y="6097"/>
                  </a:lnTo>
                  <a:lnTo>
                    <a:pt x="707587" y="10435"/>
                  </a:lnTo>
                  <a:lnTo>
                    <a:pt x="788439" y="16256"/>
                  </a:lnTo>
                  <a:lnTo>
                    <a:pt x="878014" y="23598"/>
                  </a:lnTo>
                  <a:lnTo>
                    <a:pt x="971926" y="32448"/>
                  </a:lnTo>
                  <a:lnTo>
                    <a:pt x="1066216" y="42768"/>
                  </a:lnTo>
                  <a:lnTo>
                    <a:pt x="1157793" y="54538"/>
                  </a:lnTo>
                  <a:lnTo>
                    <a:pt x="1244590" y="67776"/>
                  </a:lnTo>
                  <a:lnTo>
                    <a:pt x="1325492" y="82555"/>
                  </a:lnTo>
                  <a:lnTo>
                    <a:pt x="1400150" y="99011"/>
                  </a:lnTo>
                  <a:lnTo>
                    <a:pt x="1468775" y="117346"/>
                  </a:lnTo>
                  <a:lnTo>
                    <a:pt x="1531941" y="137817"/>
                  </a:lnTo>
                  <a:lnTo>
                    <a:pt x="1590438" y="160730"/>
                  </a:lnTo>
                  <a:lnTo>
                    <a:pt x="1645160" y="186417"/>
                  </a:lnTo>
                  <a:lnTo>
                    <a:pt x="1697016" y="215199"/>
                  </a:lnTo>
                  <a:lnTo>
                    <a:pt x="1746857" y="247317"/>
                  </a:lnTo>
                  <a:lnTo>
                    <a:pt x="1768425" y="262593"/>
                  </a:lnTo>
                  <a:lnTo>
                    <a:pt x="1813557" y="297179"/>
                  </a:lnTo>
                  <a:lnTo>
                    <a:pt x="1858249" y="334822"/>
                  </a:lnTo>
                  <a:lnTo>
                    <a:pt x="1902869" y="375580"/>
                  </a:lnTo>
                  <a:lnTo>
                    <a:pt x="1947686" y="419433"/>
                  </a:lnTo>
                  <a:lnTo>
                    <a:pt x="1992882" y="466277"/>
                  </a:lnTo>
                  <a:lnTo>
                    <a:pt x="2038562" y="515916"/>
                  </a:lnTo>
                  <a:lnTo>
                    <a:pt x="2084761" y="568060"/>
                  </a:lnTo>
                  <a:lnTo>
                    <a:pt x="2131453" y="622327"/>
                  </a:lnTo>
                  <a:lnTo>
                    <a:pt x="2178560" y="678255"/>
                  </a:lnTo>
                  <a:lnTo>
                    <a:pt x="2225960" y="735312"/>
                  </a:lnTo>
                  <a:lnTo>
                    <a:pt x="2273508" y="792917"/>
                  </a:lnTo>
                  <a:lnTo>
                    <a:pt x="2321041" y="850469"/>
                  </a:lnTo>
                  <a:lnTo>
                    <a:pt x="2368399" y="907366"/>
                  </a:lnTo>
                  <a:lnTo>
                    <a:pt x="2415440" y="963035"/>
                  </a:lnTo>
                  <a:lnTo>
                    <a:pt x="2462048" y="1016956"/>
                  </a:lnTo>
                  <a:lnTo>
                    <a:pt x="2508155" y="1068679"/>
                  </a:lnTo>
                  <a:lnTo>
                    <a:pt x="2553745" y="1117839"/>
                  </a:lnTo>
                  <a:lnTo>
                    <a:pt x="2598864" y="1164161"/>
                  </a:lnTo>
                  <a:lnTo>
                    <a:pt x="2643630" y="1207468"/>
                  </a:lnTo>
                  <a:lnTo>
                    <a:pt x="2688240" y="1247671"/>
                  </a:lnTo>
                  <a:lnTo>
                    <a:pt x="2732981" y="1284763"/>
                  </a:lnTo>
                  <a:lnTo>
                    <a:pt x="2770117" y="1312967"/>
                  </a:lnTo>
                  <a:lnTo>
                    <a:pt x="2819306" y="1346593"/>
                  </a:lnTo>
                  <a:lnTo>
                    <a:pt x="2870173" y="1376826"/>
                  </a:lnTo>
                  <a:lnTo>
                    <a:pt x="2923518" y="1403844"/>
                  </a:lnTo>
                  <a:lnTo>
                    <a:pt x="2980235" y="1427941"/>
                  </a:lnTo>
                  <a:lnTo>
                    <a:pt x="3041232" y="1449451"/>
                  </a:lnTo>
                  <a:lnTo>
                    <a:pt x="3107359" y="1468694"/>
                  </a:lnTo>
                  <a:lnTo>
                    <a:pt x="3179300" y="1485952"/>
                  </a:lnTo>
                  <a:lnTo>
                    <a:pt x="3257449" y="1501452"/>
                  </a:lnTo>
                  <a:lnTo>
                    <a:pt x="3341729" y="1515357"/>
                  </a:lnTo>
                  <a:lnTo>
                    <a:pt x="3431390" y="1527770"/>
                  </a:lnTo>
                  <a:lnTo>
                    <a:pt x="3524802" y="1538732"/>
                  </a:lnTo>
                  <a:lnTo>
                    <a:pt x="3619324" y="1548236"/>
                  </a:lnTo>
                  <a:lnTo>
                    <a:pt x="3711345" y="1556248"/>
                  </a:lnTo>
                  <a:lnTo>
                    <a:pt x="3796591" y="1562740"/>
                  </a:lnTo>
                  <a:lnTo>
                    <a:pt x="3870747" y="1567723"/>
                  </a:lnTo>
                  <a:lnTo>
                    <a:pt x="3930287" y="1571281"/>
                  </a:lnTo>
                  <a:lnTo>
                    <a:pt x="3973290" y="1573579"/>
                  </a:lnTo>
                  <a:lnTo>
                    <a:pt x="3999976" y="1574862"/>
                  </a:lnTo>
                  <a:lnTo>
                    <a:pt x="4012817" y="1575419"/>
                  </a:lnTo>
                  <a:lnTo>
                    <a:pt x="4016300" y="1575556"/>
                  </a:lnTo>
                  <a:lnTo>
                    <a:pt x="4016409" y="1575560"/>
                  </a:lnTo>
                  <a:lnTo>
                    <a:pt x="4538543" y="1575560"/>
                  </a:lnTo>
                  <a:lnTo>
                    <a:pt x="4539773" y="1575514"/>
                  </a:lnTo>
                  <a:lnTo>
                    <a:pt x="4547821" y="1575180"/>
                  </a:lnTo>
                  <a:lnTo>
                    <a:pt x="4567964" y="1574259"/>
                  </a:lnTo>
                  <a:lnTo>
                    <a:pt x="4603602" y="1572449"/>
                  </a:lnTo>
                  <a:lnTo>
                    <a:pt x="4655964" y="1569483"/>
                  </a:lnTo>
                  <a:lnTo>
                    <a:pt x="4724031" y="1565160"/>
                  </a:lnTo>
                  <a:lnTo>
                    <a:pt x="4804895" y="1559359"/>
                  </a:lnTo>
                  <a:lnTo>
                    <a:pt x="4894480" y="1552041"/>
                  </a:lnTo>
                  <a:lnTo>
                    <a:pt x="4988401" y="1543222"/>
                  </a:lnTo>
                  <a:lnTo>
                    <a:pt x="5082696" y="1532936"/>
                  </a:lnTo>
                  <a:lnTo>
                    <a:pt x="5174277" y="1521206"/>
                  </a:lnTo>
                  <a:lnTo>
                    <a:pt x="5261076" y="1508014"/>
                  </a:lnTo>
                  <a:lnTo>
                    <a:pt x="5341979" y="1493286"/>
                  </a:lnTo>
                  <a:lnTo>
                    <a:pt x="5416636" y="1476885"/>
                  </a:lnTo>
                  <a:lnTo>
                    <a:pt x="5485260" y="1458612"/>
                  </a:lnTo>
                  <a:lnTo>
                    <a:pt x="5548425" y="1438211"/>
                  </a:lnTo>
                  <a:lnTo>
                    <a:pt x="5606921" y="1415375"/>
                  </a:lnTo>
                  <a:lnTo>
                    <a:pt x="5661642" y="1389774"/>
                  </a:lnTo>
                  <a:lnTo>
                    <a:pt x="5713499" y="1361089"/>
                  </a:lnTo>
                  <a:lnTo>
                    <a:pt x="5763341" y="1329078"/>
                  </a:lnTo>
                  <a:lnTo>
                    <a:pt x="5784835" y="1313908"/>
                  </a:lnTo>
                  <a:lnTo>
                    <a:pt x="5830009" y="1279413"/>
                  </a:lnTo>
                  <a:lnTo>
                    <a:pt x="5874743" y="1241864"/>
                  </a:lnTo>
                  <a:lnTo>
                    <a:pt x="5919405" y="1201207"/>
                  </a:lnTo>
                  <a:lnTo>
                    <a:pt x="5964265" y="1157460"/>
                  </a:lnTo>
                  <a:lnTo>
                    <a:pt x="6009505" y="1110728"/>
                  </a:lnTo>
                  <a:lnTo>
                    <a:pt x="6055231" y="1061207"/>
                  </a:lnTo>
                  <a:lnTo>
                    <a:pt x="6101477" y="1009187"/>
                  </a:lnTo>
                  <a:lnTo>
                    <a:pt x="6148216" y="955050"/>
                  </a:lnTo>
                  <a:lnTo>
                    <a:pt x="6195369" y="899259"/>
                  </a:lnTo>
                  <a:lnTo>
                    <a:pt x="6242816" y="842346"/>
                  </a:lnTo>
                  <a:lnTo>
                    <a:pt x="6290409" y="784891"/>
                  </a:lnTo>
                  <a:lnTo>
                    <a:pt x="6337986" y="727495"/>
                  </a:lnTo>
                  <a:lnTo>
                    <a:pt x="6385386" y="670760"/>
                  </a:lnTo>
                  <a:lnTo>
                    <a:pt x="6432465" y="615257"/>
                  </a:lnTo>
                  <a:lnTo>
                    <a:pt x="6479111" y="561506"/>
                  </a:lnTo>
                  <a:lnTo>
                    <a:pt x="6525254" y="509955"/>
                  </a:lnTo>
                  <a:lnTo>
                    <a:pt x="6570878" y="460968"/>
                  </a:lnTo>
                  <a:lnTo>
                    <a:pt x="6616033" y="414816"/>
                  </a:lnTo>
                  <a:lnTo>
                    <a:pt x="6660836" y="371677"/>
                  </a:lnTo>
                  <a:lnTo>
                    <a:pt x="6705488" y="331638"/>
                  </a:lnTo>
                  <a:lnTo>
                    <a:pt x="6750276" y="294703"/>
                  </a:lnTo>
                  <a:lnTo>
                    <a:pt x="6786527" y="267299"/>
                  </a:lnTo>
                  <a:lnTo>
                    <a:pt x="6835720" y="233791"/>
                  </a:lnTo>
                  <a:lnTo>
                    <a:pt x="6886591" y="203664"/>
                  </a:lnTo>
                  <a:lnTo>
                    <a:pt x="6939941" y="176742"/>
                  </a:lnTo>
                  <a:lnTo>
                    <a:pt x="6996662" y="152730"/>
                  </a:lnTo>
                  <a:lnTo>
                    <a:pt x="7057666" y="131296"/>
                  </a:lnTo>
                  <a:lnTo>
                    <a:pt x="7123800" y="112121"/>
                  </a:lnTo>
                  <a:lnTo>
                    <a:pt x="7195750" y="94925"/>
                  </a:lnTo>
                  <a:lnTo>
                    <a:pt x="7273908" y="79481"/>
                  </a:lnTo>
                  <a:lnTo>
                    <a:pt x="7358199" y="65625"/>
                  </a:lnTo>
                  <a:lnTo>
                    <a:pt x="7447870" y="53256"/>
                  </a:lnTo>
                  <a:lnTo>
                    <a:pt x="7541291" y="42334"/>
                  </a:lnTo>
                  <a:lnTo>
                    <a:pt x="7635820" y="32865"/>
                  </a:lnTo>
                  <a:lnTo>
                    <a:pt x="7727843" y="24883"/>
                  </a:lnTo>
                  <a:lnTo>
                    <a:pt x="7813086" y="18415"/>
                  </a:lnTo>
                  <a:lnTo>
                    <a:pt x="7887233" y="13451"/>
                  </a:lnTo>
                  <a:lnTo>
                    <a:pt x="7946759" y="9907"/>
                  </a:lnTo>
                  <a:lnTo>
                    <a:pt x="7989744" y="7618"/>
                  </a:lnTo>
                  <a:lnTo>
                    <a:pt x="8016412" y="6342"/>
                  </a:lnTo>
                  <a:lnTo>
                    <a:pt x="8029238" y="5787"/>
                  </a:lnTo>
                  <a:lnTo>
                    <a:pt x="8032711" y="5651"/>
                  </a:lnTo>
                  <a:lnTo>
                    <a:pt x="8032819" y="5647"/>
                  </a:lnTo>
                  <a:lnTo>
                    <a:pt x="8554953" y="5647"/>
                  </a:lnTo>
                  <a:lnTo>
                    <a:pt x="8554953" y="5647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625" name="pl625"/>
            <p:cNvSpPr/>
            <p:nvPr/>
          </p:nvSpPr>
          <p:spPr>
            <a:xfrm>
              <a:off x="386606" y="2106034"/>
              <a:ext cx="8554953" cy="1575560"/>
            </a:xfrm>
            <a:custGeom>
              <a:avLst/>
              <a:pathLst>
                <a:path w="8554953" h="1575560">
                  <a:moveTo>
                    <a:pt x="8554953" y="5647"/>
                  </a:moveTo>
                  <a:lnTo>
                    <a:pt x="8032819" y="5647"/>
                  </a:lnTo>
                  <a:lnTo>
                    <a:pt x="8031589" y="5693"/>
                  </a:lnTo>
                  <a:lnTo>
                    <a:pt x="8023541" y="6027"/>
                  </a:lnTo>
                  <a:lnTo>
                    <a:pt x="8003398" y="6948"/>
                  </a:lnTo>
                  <a:lnTo>
                    <a:pt x="7967759" y="8758"/>
                  </a:lnTo>
                  <a:lnTo>
                    <a:pt x="7915398" y="11723"/>
                  </a:lnTo>
                  <a:lnTo>
                    <a:pt x="7847331" y="16047"/>
                  </a:lnTo>
                  <a:lnTo>
                    <a:pt x="7766467" y="21848"/>
                  </a:lnTo>
                  <a:lnTo>
                    <a:pt x="7676882" y="29166"/>
                  </a:lnTo>
                  <a:lnTo>
                    <a:pt x="7582961" y="37985"/>
                  </a:lnTo>
                  <a:lnTo>
                    <a:pt x="7488666" y="48271"/>
                  </a:lnTo>
                  <a:lnTo>
                    <a:pt x="7397085" y="60001"/>
                  </a:lnTo>
                  <a:lnTo>
                    <a:pt x="7310285" y="73193"/>
                  </a:lnTo>
                  <a:lnTo>
                    <a:pt x="7229383" y="87921"/>
                  </a:lnTo>
                  <a:lnTo>
                    <a:pt x="7154725" y="104322"/>
                  </a:lnTo>
                  <a:lnTo>
                    <a:pt x="7086102" y="122594"/>
                  </a:lnTo>
                  <a:lnTo>
                    <a:pt x="7022937" y="142996"/>
                  </a:lnTo>
                  <a:lnTo>
                    <a:pt x="6964441" y="165832"/>
                  </a:lnTo>
                  <a:lnTo>
                    <a:pt x="6909719" y="191433"/>
                  </a:lnTo>
                  <a:lnTo>
                    <a:pt x="6857863" y="220118"/>
                  </a:lnTo>
                  <a:lnTo>
                    <a:pt x="6808021" y="252129"/>
                  </a:lnTo>
                  <a:lnTo>
                    <a:pt x="6786527" y="267299"/>
                  </a:lnTo>
                  <a:lnTo>
                    <a:pt x="6741353" y="301794"/>
                  </a:lnTo>
                  <a:lnTo>
                    <a:pt x="6696619" y="339343"/>
                  </a:lnTo>
                  <a:lnTo>
                    <a:pt x="6651957" y="380000"/>
                  </a:lnTo>
                  <a:lnTo>
                    <a:pt x="6607097" y="423747"/>
                  </a:lnTo>
                  <a:lnTo>
                    <a:pt x="6561857" y="470479"/>
                  </a:lnTo>
                  <a:lnTo>
                    <a:pt x="6516131" y="520000"/>
                  </a:lnTo>
                  <a:lnTo>
                    <a:pt x="6469885" y="572020"/>
                  </a:lnTo>
                  <a:lnTo>
                    <a:pt x="6423146" y="626157"/>
                  </a:lnTo>
                  <a:lnTo>
                    <a:pt x="6375993" y="681948"/>
                  </a:lnTo>
                  <a:lnTo>
                    <a:pt x="6328546" y="738861"/>
                  </a:lnTo>
                  <a:lnTo>
                    <a:pt x="6280953" y="796316"/>
                  </a:lnTo>
                  <a:lnTo>
                    <a:pt x="6233376" y="853712"/>
                  </a:lnTo>
                  <a:lnTo>
                    <a:pt x="6185976" y="910447"/>
                  </a:lnTo>
                  <a:lnTo>
                    <a:pt x="6138897" y="965949"/>
                  </a:lnTo>
                  <a:lnTo>
                    <a:pt x="6092251" y="1019701"/>
                  </a:lnTo>
                  <a:lnTo>
                    <a:pt x="6046108" y="1071252"/>
                  </a:lnTo>
                  <a:lnTo>
                    <a:pt x="6000484" y="1120239"/>
                  </a:lnTo>
                  <a:lnTo>
                    <a:pt x="5955329" y="1166391"/>
                  </a:lnTo>
                  <a:lnTo>
                    <a:pt x="5910526" y="1209530"/>
                  </a:lnTo>
                  <a:lnTo>
                    <a:pt x="5865874" y="1249568"/>
                  </a:lnTo>
                  <a:lnTo>
                    <a:pt x="5821086" y="1286504"/>
                  </a:lnTo>
                  <a:lnTo>
                    <a:pt x="5784835" y="1313908"/>
                  </a:lnTo>
                  <a:lnTo>
                    <a:pt x="5735642" y="1347416"/>
                  </a:lnTo>
                  <a:lnTo>
                    <a:pt x="5684771" y="1377543"/>
                  </a:lnTo>
                  <a:lnTo>
                    <a:pt x="5631421" y="1404465"/>
                  </a:lnTo>
                  <a:lnTo>
                    <a:pt x="5574699" y="1428477"/>
                  </a:lnTo>
                  <a:lnTo>
                    <a:pt x="5513696" y="1449911"/>
                  </a:lnTo>
                  <a:lnTo>
                    <a:pt x="5447562" y="1469086"/>
                  </a:lnTo>
                  <a:lnTo>
                    <a:pt x="5375612" y="1486282"/>
                  </a:lnTo>
                  <a:lnTo>
                    <a:pt x="5297453" y="1501726"/>
                  </a:lnTo>
                  <a:lnTo>
                    <a:pt x="5213163" y="1515582"/>
                  </a:lnTo>
                  <a:lnTo>
                    <a:pt x="5123492" y="1527950"/>
                  </a:lnTo>
                  <a:lnTo>
                    <a:pt x="5030071" y="1538873"/>
                  </a:lnTo>
                  <a:lnTo>
                    <a:pt x="4935542" y="1548342"/>
                  </a:lnTo>
                  <a:lnTo>
                    <a:pt x="4843519" y="1556324"/>
                  </a:lnTo>
                  <a:lnTo>
                    <a:pt x="4758276" y="1562792"/>
                  </a:lnTo>
                  <a:lnTo>
                    <a:pt x="4684129" y="1567756"/>
                  </a:lnTo>
                  <a:lnTo>
                    <a:pt x="4624603" y="1571300"/>
                  </a:lnTo>
                  <a:lnTo>
                    <a:pt x="4581618" y="1573589"/>
                  </a:lnTo>
                  <a:lnTo>
                    <a:pt x="4554950" y="1574865"/>
                  </a:lnTo>
                  <a:lnTo>
                    <a:pt x="4542124" y="1575420"/>
                  </a:lnTo>
                  <a:lnTo>
                    <a:pt x="4538651" y="1575556"/>
                  </a:lnTo>
                  <a:lnTo>
                    <a:pt x="4538543" y="1575560"/>
                  </a:lnTo>
                  <a:lnTo>
                    <a:pt x="4016409" y="1575560"/>
                  </a:lnTo>
                  <a:lnTo>
                    <a:pt x="4015179" y="1575513"/>
                  </a:lnTo>
                  <a:lnTo>
                    <a:pt x="4007133" y="1575179"/>
                  </a:lnTo>
                  <a:lnTo>
                    <a:pt x="3986995" y="1574255"/>
                  </a:lnTo>
                  <a:lnTo>
                    <a:pt x="3951363" y="1572439"/>
                  </a:lnTo>
                  <a:lnTo>
                    <a:pt x="3899011" y="1569463"/>
                  </a:lnTo>
                  <a:lnTo>
                    <a:pt x="3830955" y="1565125"/>
                  </a:lnTo>
                  <a:lnTo>
                    <a:pt x="3750103" y="1559304"/>
                  </a:lnTo>
                  <a:lnTo>
                    <a:pt x="3660528" y="1551961"/>
                  </a:lnTo>
                  <a:lnTo>
                    <a:pt x="3566616" y="1543112"/>
                  </a:lnTo>
                  <a:lnTo>
                    <a:pt x="3472327" y="1532791"/>
                  </a:lnTo>
                  <a:lnTo>
                    <a:pt x="3380750" y="1521021"/>
                  </a:lnTo>
                  <a:lnTo>
                    <a:pt x="3293952" y="1507784"/>
                  </a:lnTo>
                  <a:lnTo>
                    <a:pt x="3213050" y="1493005"/>
                  </a:lnTo>
                  <a:lnTo>
                    <a:pt x="3138392" y="1476548"/>
                  </a:lnTo>
                  <a:lnTo>
                    <a:pt x="3069767" y="1458214"/>
                  </a:lnTo>
                  <a:lnTo>
                    <a:pt x="3006601" y="1437743"/>
                  </a:lnTo>
                  <a:lnTo>
                    <a:pt x="2948104" y="1414830"/>
                  </a:lnTo>
                  <a:lnTo>
                    <a:pt x="2893382" y="1389143"/>
                  </a:lnTo>
                  <a:lnTo>
                    <a:pt x="2841527" y="1360361"/>
                  </a:lnTo>
                  <a:lnTo>
                    <a:pt x="2791686" y="1328243"/>
                  </a:lnTo>
                  <a:lnTo>
                    <a:pt x="2770117" y="1312967"/>
                  </a:lnTo>
                  <a:lnTo>
                    <a:pt x="2724985" y="1278381"/>
                  </a:lnTo>
                  <a:lnTo>
                    <a:pt x="2680293" y="1240738"/>
                  </a:lnTo>
                  <a:lnTo>
                    <a:pt x="2635673" y="1199979"/>
                  </a:lnTo>
                  <a:lnTo>
                    <a:pt x="2590856" y="1156126"/>
                  </a:lnTo>
                  <a:lnTo>
                    <a:pt x="2545660" y="1109283"/>
                  </a:lnTo>
                  <a:lnTo>
                    <a:pt x="2499980" y="1059644"/>
                  </a:lnTo>
                  <a:lnTo>
                    <a:pt x="2453781" y="1007500"/>
                  </a:lnTo>
                  <a:lnTo>
                    <a:pt x="2407089" y="953232"/>
                  </a:lnTo>
                  <a:lnTo>
                    <a:pt x="2359983" y="897304"/>
                  </a:lnTo>
                  <a:lnTo>
                    <a:pt x="2312582" y="840248"/>
                  </a:lnTo>
                  <a:lnTo>
                    <a:pt x="2265034" y="782642"/>
                  </a:lnTo>
                  <a:lnTo>
                    <a:pt x="2217501" y="725091"/>
                  </a:lnTo>
                  <a:lnTo>
                    <a:pt x="2170143" y="668194"/>
                  </a:lnTo>
                  <a:lnTo>
                    <a:pt x="2123103" y="612524"/>
                  </a:lnTo>
                  <a:lnTo>
                    <a:pt x="2076494" y="558603"/>
                  </a:lnTo>
                  <a:lnTo>
                    <a:pt x="2030387" y="506880"/>
                  </a:lnTo>
                  <a:lnTo>
                    <a:pt x="1984797" y="457721"/>
                  </a:lnTo>
                  <a:lnTo>
                    <a:pt x="1939679" y="411398"/>
                  </a:lnTo>
                  <a:lnTo>
                    <a:pt x="1894913" y="368092"/>
                  </a:lnTo>
                  <a:lnTo>
                    <a:pt x="1850302" y="327889"/>
                  </a:lnTo>
                  <a:lnTo>
                    <a:pt x="1805562" y="290796"/>
                  </a:lnTo>
                  <a:lnTo>
                    <a:pt x="1768425" y="262593"/>
                  </a:lnTo>
                  <a:lnTo>
                    <a:pt x="1719236" y="228967"/>
                  </a:lnTo>
                  <a:lnTo>
                    <a:pt x="1668369" y="198733"/>
                  </a:lnTo>
                  <a:lnTo>
                    <a:pt x="1615024" y="171716"/>
                  </a:lnTo>
                  <a:lnTo>
                    <a:pt x="1558307" y="147619"/>
                  </a:lnTo>
                  <a:lnTo>
                    <a:pt x="1497310" y="126109"/>
                  </a:lnTo>
                  <a:lnTo>
                    <a:pt x="1431183" y="106865"/>
                  </a:lnTo>
                  <a:lnTo>
                    <a:pt x="1359242" y="89607"/>
                  </a:lnTo>
                  <a:lnTo>
                    <a:pt x="1281093" y="74108"/>
                  </a:lnTo>
                  <a:lnTo>
                    <a:pt x="1196813" y="60203"/>
                  </a:lnTo>
                  <a:lnTo>
                    <a:pt x="1107152" y="47789"/>
                  </a:lnTo>
                  <a:lnTo>
                    <a:pt x="1013740" y="36828"/>
                  </a:lnTo>
                  <a:lnTo>
                    <a:pt x="919218" y="27324"/>
                  </a:lnTo>
                  <a:lnTo>
                    <a:pt x="827197" y="19312"/>
                  </a:lnTo>
                  <a:lnTo>
                    <a:pt x="741951" y="12820"/>
                  </a:lnTo>
                  <a:lnTo>
                    <a:pt x="667795" y="7836"/>
                  </a:lnTo>
                  <a:lnTo>
                    <a:pt x="608256" y="4279"/>
                  </a:lnTo>
                  <a:lnTo>
                    <a:pt x="565253" y="1980"/>
                  </a:lnTo>
                  <a:lnTo>
                    <a:pt x="538566" y="698"/>
                  </a:lnTo>
                  <a:lnTo>
                    <a:pt x="525725" y="141"/>
                  </a:lnTo>
                  <a:lnTo>
                    <a:pt x="522242" y="4"/>
                  </a:lnTo>
                  <a:lnTo>
                    <a:pt x="522133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626" name="pg626"/>
            <p:cNvSpPr/>
            <p:nvPr/>
          </p:nvSpPr>
          <p:spPr>
            <a:xfrm>
              <a:off x="386606" y="2111681"/>
              <a:ext cx="8554953" cy="1586855"/>
            </a:xfrm>
            <a:custGeom>
              <a:avLst/>
              <a:pathLst>
                <a:path w="8554953" h="1586855">
                  <a:moveTo>
                    <a:pt x="0" y="5647"/>
                  </a:moveTo>
                  <a:lnTo>
                    <a:pt x="522133" y="5647"/>
                  </a:lnTo>
                  <a:lnTo>
                    <a:pt x="523363" y="5694"/>
                  </a:lnTo>
                  <a:lnTo>
                    <a:pt x="531407" y="6029"/>
                  </a:lnTo>
                  <a:lnTo>
                    <a:pt x="551541" y="6957"/>
                  </a:lnTo>
                  <a:lnTo>
                    <a:pt x="587166" y="8779"/>
                  </a:lnTo>
                  <a:lnTo>
                    <a:pt x="639508" y="11764"/>
                  </a:lnTo>
                  <a:lnTo>
                    <a:pt x="707552" y="16117"/>
                  </a:lnTo>
                  <a:lnTo>
                    <a:pt x="788393" y="21958"/>
                  </a:lnTo>
                  <a:lnTo>
                    <a:pt x="877957" y="29325"/>
                  </a:lnTo>
                  <a:lnTo>
                    <a:pt x="971861" y="38205"/>
                  </a:lnTo>
                  <a:lnTo>
                    <a:pt x="1066144" y="48560"/>
                  </a:lnTo>
                  <a:lnTo>
                    <a:pt x="1157718" y="60371"/>
                  </a:lnTo>
                  <a:lnTo>
                    <a:pt x="1244513" y="73653"/>
                  </a:lnTo>
                  <a:lnTo>
                    <a:pt x="1325415" y="88482"/>
                  </a:lnTo>
                  <a:lnTo>
                    <a:pt x="1400074" y="104995"/>
                  </a:lnTo>
                  <a:lnTo>
                    <a:pt x="1468700" y="123391"/>
                  </a:lnTo>
                  <a:lnTo>
                    <a:pt x="1531867" y="143932"/>
                  </a:lnTo>
                  <a:lnTo>
                    <a:pt x="1590365" y="166922"/>
                  </a:lnTo>
                  <a:lnTo>
                    <a:pt x="1645087" y="192695"/>
                  </a:lnTo>
                  <a:lnTo>
                    <a:pt x="1696942" y="221573"/>
                  </a:lnTo>
                  <a:lnTo>
                    <a:pt x="1746782" y="253798"/>
                  </a:lnTo>
                  <a:lnTo>
                    <a:pt x="1768425" y="269181"/>
                  </a:lnTo>
                  <a:lnTo>
                    <a:pt x="1813515" y="303857"/>
                  </a:lnTo>
                  <a:lnTo>
                    <a:pt x="1858165" y="341596"/>
                  </a:lnTo>
                  <a:lnTo>
                    <a:pt x="1902743" y="382454"/>
                  </a:lnTo>
                  <a:lnTo>
                    <a:pt x="1947517" y="426413"/>
                  </a:lnTo>
                  <a:lnTo>
                    <a:pt x="1992669" y="473368"/>
                  </a:lnTo>
                  <a:lnTo>
                    <a:pt x="2038304" y="523125"/>
                  </a:lnTo>
                  <a:lnTo>
                    <a:pt x="2084456" y="575392"/>
                  </a:lnTo>
                  <a:lnTo>
                    <a:pt x="2131101" y="629790"/>
                  </a:lnTo>
                  <a:lnTo>
                    <a:pt x="2178161" y="685854"/>
                  </a:lnTo>
                  <a:lnTo>
                    <a:pt x="2225515" y="743054"/>
                  </a:lnTo>
                  <a:lnTo>
                    <a:pt x="2273017" y="800809"/>
                  </a:lnTo>
                  <a:lnTo>
                    <a:pt x="2320507" y="858517"/>
                  </a:lnTo>
                  <a:lnTo>
                    <a:pt x="2367824" y="915575"/>
                  </a:lnTo>
                  <a:lnTo>
                    <a:pt x="2414824" y="971411"/>
                  </a:lnTo>
                  <a:lnTo>
                    <a:pt x="2461396" y="1025501"/>
                  </a:lnTo>
                  <a:lnTo>
                    <a:pt x="2507467" y="1077396"/>
                  </a:lnTo>
                  <a:lnTo>
                    <a:pt x="2553022" y="1126727"/>
                  </a:lnTo>
                  <a:lnTo>
                    <a:pt x="2598105" y="1173221"/>
                  </a:lnTo>
                  <a:lnTo>
                    <a:pt x="2642834" y="1216696"/>
                  </a:lnTo>
                  <a:lnTo>
                    <a:pt x="2687403" y="1257062"/>
                  </a:lnTo>
                  <a:lnTo>
                    <a:pt x="2732096" y="1294312"/>
                  </a:lnTo>
                  <a:lnTo>
                    <a:pt x="2770117" y="1323320"/>
                  </a:lnTo>
                  <a:lnTo>
                    <a:pt x="2819302" y="1357064"/>
                  </a:lnTo>
                  <a:lnTo>
                    <a:pt x="2870165" y="1387404"/>
                  </a:lnTo>
                  <a:lnTo>
                    <a:pt x="2923506" y="1414517"/>
                  </a:lnTo>
                  <a:lnTo>
                    <a:pt x="2980217" y="1438699"/>
                  </a:lnTo>
                  <a:lnTo>
                    <a:pt x="3041208" y="1460285"/>
                  </a:lnTo>
                  <a:lnTo>
                    <a:pt x="3107327" y="1479597"/>
                  </a:lnTo>
                  <a:lnTo>
                    <a:pt x="3179260" y="1496917"/>
                  </a:lnTo>
                  <a:lnTo>
                    <a:pt x="3257400" y="1512471"/>
                  </a:lnTo>
                  <a:lnTo>
                    <a:pt x="3341669" y="1526427"/>
                  </a:lnTo>
                  <a:lnTo>
                    <a:pt x="3431320" y="1538884"/>
                  </a:lnTo>
                  <a:lnTo>
                    <a:pt x="3524723" y="1549886"/>
                  </a:lnTo>
                  <a:lnTo>
                    <a:pt x="3619238" y="1559424"/>
                  </a:lnTo>
                  <a:lnTo>
                    <a:pt x="3711256" y="1567466"/>
                  </a:lnTo>
                  <a:lnTo>
                    <a:pt x="3796505" y="1573982"/>
                  </a:lnTo>
                  <a:lnTo>
                    <a:pt x="3870670" y="1578985"/>
                  </a:lnTo>
                  <a:lnTo>
                    <a:pt x="3930224" y="1582556"/>
                  </a:lnTo>
                  <a:lnTo>
                    <a:pt x="3973245" y="1584864"/>
                  </a:lnTo>
                  <a:lnTo>
                    <a:pt x="3999950" y="1586152"/>
                  </a:lnTo>
                  <a:lnTo>
                    <a:pt x="4012807" y="1586712"/>
                  </a:lnTo>
                  <a:lnTo>
                    <a:pt x="4016409" y="1586855"/>
                  </a:lnTo>
                  <a:lnTo>
                    <a:pt x="4538543" y="1586855"/>
                  </a:lnTo>
                  <a:lnTo>
                    <a:pt x="4539793" y="1586821"/>
                  </a:lnTo>
                  <a:lnTo>
                    <a:pt x="4547969" y="1586585"/>
                  </a:lnTo>
                  <a:lnTo>
                    <a:pt x="4568418" y="1585931"/>
                  </a:lnTo>
                  <a:lnTo>
                    <a:pt x="4604572" y="1584647"/>
                  </a:lnTo>
                  <a:lnTo>
                    <a:pt x="4657632" y="1582544"/>
                  </a:lnTo>
                  <a:lnTo>
                    <a:pt x="4726510" y="1579480"/>
                  </a:lnTo>
                  <a:lnTo>
                    <a:pt x="4808204" y="1575372"/>
                  </a:lnTo>
                  <a:lnTo>
                    <a:pt x="4898544" y="1570194"/>
                  </a:lnTo>
                  <a:lnTo>
                    <a:pt x="4993080" y="1563957"/>
                  </a:lnTo>
                  <a:lnTo>
                    <a:pt x="5087817" y="1556687"/>
                  </a:lnTo>
                  <a:lnTo>
                    <a:pt x="5179669" y="1548398"/>
                  </a:lnTo>
                  <a:lnTo>
                    <a:pt x="5266594" y="1539075"/>
                  </a:lnTo>
                  <a:lnTo>
                    <a:pt x="5347513" y="1528663"/>
                  </a:lnTo>
                  <a:lnTo>
                    <a:pt x="5422118" y="1517063"/>
                  </a:lnTo>
                  <a:lnTo>
                    <a:pt x="5490657" y="1504130"/>
                  </a:lnTo>
                  <a:lnTo>
                    <a:pt x="5553736" y="1489678"/>
                  </a:lnTo>
                  <a:lnTo>
                    <a:pt x="5612173" y="1473489"/>
                  </a:lnTo>
                  <a:lnTo>
                    <a:pt x="5666879" y="1455326"/>
                  </a:lnTo>
                  <a:lnTo>
                    <a:pt x="5718777" y="1434968"/>
                  </a:lnTo>
                  <a:lnTo>
                    <a:pt x="5768722" y="1412252"/>
                  </a:lnTo>
                  <a:lnTo>
                    <a:pt x="5784835" y="1404263"/>
                  </a:lnTo>
                  <a:lnTo>
                    <a:pt x="5833644" y="1378147"/>
                  </a:lnTo>
                  <a:lnTo>
                    <a:pt x="5881977" y="1349538"/>
                  </a:lnTo>
                  <a:lnTo>
                    <a:pt x="5930282" y="1318391"/>
                  </a:lnTo>
                  <a:lnTo>
                    <a:pt x="5978879" y="1284740"/>
                  </a:lnTo>
                  <a:lnTo>
                    <a:pt x="6027968" y="1248700"/>
                  </a:lnTo>
                  <a:lnTo>
                    <a:pt x="6077648" y="1210472"/>
                  </a:lnTo>
                  <a:lnTo>
                    <a:pt x="6127929" y="1170350"/>
                  </a:lnTo>
                  <a:lnTo>
                    <a:pt x="6178740" y="1128709"/>
                  </a:lnTo>
                  <a:lnTo>
                    <a:pt x="6229948" y="1085996"/>
                  </a:lnTo>
                  <a:lnTo>
                    <a:pt x="6281374" y="1042710"/>
                  </a:lnTo>
                  <a:lnTo>
                    <a:pt x="6332819" y="999379"/>
                  </a:lnTo>
                  <a:lnTo>
                    <a:pt x="6384076" y="956535"/>
                  </a:lnTo>
                  <a:lnTo>
                    <a:pt x="6434964" y="914681"/>
                  </a:lnTo>
                  <a:lnTo>
                    <a:pt x="6485340" y="874277"/>
                  </a:lnTo>
                  <a:lnTo>
                    <a:pt x="6535123" y="835710"/>
                  </a:lnTo>
                  <a:lnTo>
                    <a:pt x="6584307" y="799287"/>
                  </a:lnTo>
                  <a:lnTo>
                    <a:pt x="6632975" y="765226"/>
                  </a:lnTo>
                  <a:lnTo>
                    <a:pt x="6681310" y="733656"/>
                  </a:lnTo>
                  <a:lnTo>
                    <a:pt x="6729611" y="704622"/>
                  </a:lnTo>
                  <a:lnTo>
                    <a:pt x="6778303" y="678095"/>
                  </a:lnTo>
                  <a:lnTo>
                    <a:pt x="6786527" y="673895"/>
                  </a:lnTo>
                  <a:lnTo>
                    <a:pt x="6835994" y="650390"/>
                  </a:lnTo>
                  <a:lnTo>
                    <a:pt x="6887162" y="629270"/>
                  </a:lnTo>
                  <a:lnTo>
                    <a:pt x="6940845" y="610409"/>
                  </a:lnTo>
                  <a:lnTo>
                    <a:pt x="6997953" y="593597"/>
                  </a:lnTo>
                  <a:lnTo>
                    <a:pt x="7059409" y="578600"/>
                  </a:lnTo>
                  <a:lnTo>
                    <a:pt x="7126074" y="565190"/>
                  </a:lnTo>
                  <a:lnTo>
                    <a:pt x="7198637" y="553170"/>
                  </a:lnTo>
                  <a:lnTo>
                    <a:pt x="7277484" y="542381"/>
                  </a:lnTo>
                  <a:lnTo>
                    <a:pt x="7362512" y="532708"/>
                  </a:lnTo>
                  <a:lnTo>
                    <a:pt x="7452920" y="524083"/>
                  </a:lnTo>
                  <a:lnTo>
                    <a:pt x="7546999" y="516478"/>
                  </a:lnTo>
                  <a:lnTo>
                    <a:pt x="7642002" y="509899"/>
                  </a:lnTo>
                  <a:lnTo>
                    <a:pt x="7734203" y="504370"/>
                  </a:lnTo>
                  <a:lnTo>
                    <a:pt x="7819229" y="499911"/>
                  </a:lnTo>
                  <a:lnTo>
                    <a:pt x="7892725" y="496509"/>
                  </a:lnTo>
                  <a:lnTo>
                    <a:pt x="7951209" y="494103"/>
                  </a:lnTo>
                  <a:lnTo>
                    <a:pt x="7992901" y="492569"/>
                  </a:lnTo>
                  <a:lnTo>
                    <a:pt x="8018237" y="491731"/>
                  </a:lnTo>
                  <a:lnTo>
                    <a:pt x="8029943" y="491381"/>
                  </a:lnTo>
                  <a:lnTo>
                    <a:pt x="8032819" y="491303"/>
                  </a:lnTo>
                  <a:lnTo>
                    <a:pt x="8554953" y="491303"/>
                  </a:lnTo>
                  <a:lnTo>
                    <a:pt x="8554953" y="485656"/>
                  </a:lnTo>
                  <a:lnTo>
                    <a:pt x="8032819" y="485656"/>
                  </a:lnTo>
                  <a:lnTo>
                    <a:pt x="8031569" y="485689"/>
                  </a:lnTo>
                  <a:lnTo>
                    <a:pt x="8023393" y="485926"/>
                  </a:lnTo>
                  <a:lnTo>
                    <a:pt x="8002944" y="486579"/>
                  </a:lnTo>
                  <a:lnTo>
                    <a:pt x="7966790" y="487863"/>
                  </a:lnTo>
                  <a:lnTo>
                    <a:pt x="7913730" y="489967"/>
                  </a:lnTo>
                  <a:lnTo>
                    <a:pt x="7844852" y="493031"/>
                  </a:lnTo>
                  <a:lnTo>
                    <a:pt x="7763158" y="497139"/>
                  </a:lnTo>
                  <a:lnTo>
                    <a:pt x="7672818" y="502317"/>
                  </a:lnTo>
                  <a:lnTo>
                    <a:pt x="7578282" y="508554"/>
                  </a:lnTo>
                  <a:lnTo>
                    <a:pt x="7483545" y="515824"/>
                  </a:lnTo>
                  <a:lnTo>
                    <a:pt x="7391693" y="524113"/>
                  </a:lnTo>
                  <a:lnTo>
                    <a:pt x="7304768" y="533436"/>
                  </a:lnTo>
                  <a:lnTo>
                    <a:pt x="7223849" y="543847"/>
                  </a:lnTo>
                  <a:lnTo>
                    <a:pt x="7149244" y="555447"/>
                  </a:lnTo>
                  <a:lnTo>
                    <a:pt x="7080705" y="568381"/>
                  </a:lnTo>
                  <a:lnTo>
                    <a:pt x="7017626" y="582833"/>
                  </a:lnTo>
                  <a:lnTo>
                    <a:pt x="6959189" y="599022"/>
                  </a:lnTo>
                  <a:lnTo>
                    <a:pt x="6904483" y="617184"/>
                  </a:lnTo>
                  <a:lnTo>
                    <a:pt x="6852585" y="637543"/>
                  </a:lnTo>
                  <a:lnTo>
                    <a:pt x="6802640" y="660259"/>
                  </a:lnTo>
                  <a:lnTo>
                    <a:pt x="6786527" y="668248"/>
                  </a:lnTo>
                  <a:lnTo>
                    <a:pt x="6737718" y="694363"/>
                  </a:lnTo>
                  <a:lnTo>
                    <a:pt x="6689385" y="722973"/>
                  </a:lnTo>
                  <a:lnTo>
                    <a:pt x="6641079" y="754120"/>
                  </a:lnTo>
                  <a:lnTo>
                    <a:pt x="6592483" y="787771"/>
                  </a:lnTo>
                  <a:lnTo>
                    <a:pt x="6543394" y="823811"/>
                  </a:lnTo>
                  <a:lnTo>
                    <a:pt x="6493713" y="862039"/>
                  </a:lnTo>
                  <a:lnTo>
                    <a:pt x="6443433" y="902161"/>
                  </a:lnTo>
                  <a:lnTo>
                    <a:pt x="6392622" y="943801"/>
                  </a:lnTo>
                  <a:lnTo>
                    <a:pt x="6341414" y="986515"/>
                  </a:lnTo>
                  <a:lnTo>
                    <a:pt x="6289987" y="1029801"/>
                  </a:lnTo>
                  <a:lnTo>
                    <a:pt x="6238543" y="1073131"/>
                  </a:lnTo>
                  <a:lnTo>
                    <a:pt x="6187286" y="1115976"/>
                  </a:lnTo>
                  <a:lnTo>
                    <a:pt x="6136398" y="1157829"/>
                  </a:lnTo>
                  <a:lnTo>
                    <a:pt x="6086022" y="1198234"/>
                  </a:lnTo>
                  <a:lnTo>
                    <a:pt x="6036239" y="1236801"/>
                  </a:lnTo>
                  <a:lnTo>
                    <a:pt x="5987055" y="1273224"/>
                  </a:lnTo>
                  <a:lnTo>
                    <a:pt x="5938387" y="1307285"/>
                  </a:lnTo>
                  <a:lnTo>
                    <a:pt x="5890052" y="1338855"/>
                  </a:lnTo>
                  <a:lnTo>
                    <a:pt x="5841751" y="1367889"/>
                  </a:lnTo>
                  <a:lnTo>
                    <a:pt x="5793059" y="1394415"/>
                  </a:lnTo>
                  <a:lnTo>
                    <a:pt x="5784835" y="1398616"/>
                  </a:lnTo>
                  <a:lnTo>
                    <a:pt x="5735368" y="1422121"/>
                  </a:lnTo>
                  <a:lnTo>
                    <a:pt x="5684200" y="1443241"/>
                  </a:lnTo>
                  <a:lnTo>
                    <a:pt x="5630517" y="1462102"/>
                  </a:lnTo>
                  <a:lnTo>
                    <a:pt x="5573409" y="1478913"/>
                  </a:lnTo>
                  <a:lnTo>
                    <a:pt x="5511953" y="1493911"/>
                  </a:lnTo>
                  <a:lnTo>
                    <a:pt x="5445288" y="1507321"/>
                  </a:lnTo>
                  <a:lnTo>
                    <a:pt x="5372725" y="1519341"/>
                  </a:lnTo>
                  <a:lnTo>
                    <a:pt x="5293878" y="1530130"/>
                  </a:lnTo>
                  <a:lnTo>
                    <a:pt x="5208850" y="1539802"/>
                  </a:lnTo>
                  <a:lnTo>
                    <a:pt x="5118442" y="1548428"/>
                  </a:lnTo>
                  <a:lnTo>
                    <a:pt x="5024363" y="1556033"/>
                  </a:lnTo>
                  <a:lnTo>
                    <a:pt x="4929359" y="1562612"/>
                  </a:lnTo>
                  <a:lnTo>
                    <a:pt x="4837159" y="1568141"/>
                  </a:lnTo>
                  <a:lnTo>
                    <a:pt x="4752132" y="1572600"/>
                  </a:lnTo>
                  <a:lnTo>
                    <a:pt x="4678637" y="1576001"/>
                  </a:lnTo>
                  <a:lnTo>
                    <a:pt x="4620153" y="1578408"/>
                  </a:lnTo>
                  <a:lnTo>
                    <a:pt x="4578461" y="1579942"/>
                  </a:lnTo>
                  <a:lnTo>
                    <a:pt x="4553125" y="1580780"/>
                  </a:lnTo>
                  <a:lnTo>
                    <a:pt x="4541419" y="1581129"/>
                  </a:lnTo>
                  <a:lnTo>
                    <a:pt x="4538543" y="1581207"/>
                  </a:lnTo>
                  <a:lnTo>
                    <a:pt x="4016409" y="1581207"/>
                  </a:lnTo>
                  <a:lnTo>
                    <a:pt x="4015180" y="1581160"/>
                  </a:lnTo>
                  <a:lnTo>
                    <a:pt x="4007135" y="1580825"/>
                  </a:lnTo>
                  <a:lnTo>
                    <a:pt x="3987001" y="1579897"/>
                  </a:lnTo>
                  <a:lnTo>
                    <a:pt x="3951376" y="1578075"/>
                  </a:lnTo>
                  <a:lnTo>
                    <a:pt x="3899034" y="1575090"/>
                  </a:lnTo>
                  <a:lnTo>
                    <a:pt x="3830990" y="1570737"/>
                  </a:lnTo>
                  <a:lnTo>
                    <a:pt x="3750149" y="1564896"/>
                  </a:lnTo>
                  <a:lnTo>
                    <a:pt x="3660585" y="1557529"/>
                  </a:lnTo>
                  <a:lnTo>
                    <a:pt x="3566681" y="1548650"/>
                  </a:lnTo>
                  <a:lnTo>
                    <a:pt x="3472398" y="1538294"/>
                  </a:lnTo>
                  <a:lnTo>
                    <a:pt x="3380825" y="1526484"/>
                  </a:lnTo>
                  <a:lnTo>
                    <a:pt x="3294029" y="1513201"/>
                  </a:lnTo>
                  <a:lnTo>
                    <a:pt x="3213128" y="1498372"/>
                  </a:lnTo>
                  <a:lnTo>
                    <a:pt x="3138468" y="1481859"/>
                  </a:lnTo>
                  <a:lnTo>
                    <a:pt x="3069842" y="1463463"/>
                  </a:lnTo>
                  <a:lnTo>
                    <a:pt x="3006675" y="1442923"/>
                  </a:lnTo>
                  <a:lnTo>
                    <a:pt x="2948177" y="1419932"/>
                  </a:lnTo>
                  <a:lnTo>
                    <a:pt x="2893455" y="1394159"/>
                  </a:lnTo>
                  <a:lnTo>
                    <a:pt x="2841600" y="1365281"/>
                  </a:lnTo>
                  <a:lnTo>
                    <a:pt x="2791760" y="1333056"/>
                  </a:lnTo>
                  <a:lnTo>
                    <a:pt x="2770117" y="1317673"/>
                  </a:lnTo>
                  <a:lnTo>
                    <a:pt x="2725027" y="1282997"/>
                  </a:lnTo>
                  <a:lnTo>
                    <a:pt x="2680377" y="1245258"/>
                  </a:lnTo>
                  <a:lnTo>
                    <a:pt x="2635799" y="1204400"/>
                  </a:lnTo>
                  <a:lnTo>
                    <a:pt x="2591025" y="1160441"/>
                  </a:lnTo>
                  <a:lnTo>
                    <a:pt x="2545873" y="1113486"/>
                  </a:lnTo>
                  <a:lnTo>
                    <a:pt x="2500239" y="1063730"/>
                  </a:lnTo>
                  <a:lnTo>
                    <a:pt x="2454086" y="1011462"/>
                  </a:lnTo>
                  <a:lnTo>
                    <a:pt x="2407441" y="957065"/>
                  </a:lnTo>
                  <a:lnTo>
                    <a:pt x="2360382" y="901000"/>
                  </a:lnTo>
                  <a:lnTo>
                    <a:pt x="2313027" y="843800"/>
                  </a:lnTo>
                  <a:lnTo>
                    <a:pt x="2265525" y="786045"/>
                  </a:lnTo>
                  <a:lnTo>
                    <a:pt x="2218036" y="728337"/>
                  </a:lnTo>
                  <a:lnTo>
                    <a:pt x="2170719" y="671279"/>
                  </a:lnTo>
                  <a:lnTo>
                    <a:pt x="2123718" y="615443"/>
                  </a:lnTo>
                  <a:lnTo>
                    <a:pt x="2077146" y="561353"/>
                  </a:lnTo>
                  <a:lnTo>
                    <a:pt x="2031075" y="509458"/>
                  </a:lnTo>
                  <a:lnTo>
                    <a:pt x="1985520" y="460127"/>
                  </a:lnTo>
                  <a:lnTo>
                    <a:pt x="1940437" y="413633"/>
                  </a:lnTo>
                  <a:lnTo>
                    <a:pt x="1895708" y="370158"/>
                  </a:lnTo>
                  <a:lnTo>
                    <a:pt x="1851139" y="329792"/>
                  </a:lnTo>
                  <a:lnTo>
                    <a:pt x="1806447" y="292542"/>
                  </a:lnTo>
                  <a:lnTo>
                    <a:pt x="1768425" y="263534"/>
                  </a:lnTo>
                  <a:lnTo>
                    <a:pt x="1719240" y="229790"/>
                  </a:lnTo>
                  <a:lnTo>
                    <a:pt x="1668377" y="199450"/>
                  </a:lnTo>
                  <a:lnTo>
                    <a:pt x="1615036" y="172337"/>
                  </a:lnTo>
                  <a:lnTo>
                    <a:pt x="1558325" y="148155"/>
                  </a:lnTo>
                  <a:lnTo>
                    <a:pt x="1497334" y="126569"/>
                  </a:lnTo>
                  <a:lnTo>
                    <a:pt x="1431215" y="107257"/>
                  </a:lnTo>
                  <a:lnTo>
                    <a:pt x="1359282" y="89937"/>
                  </a:lnTo>
                  <a:lnTo>
                    <a:pt x="1281143" y="74383"/>
                  </a:lnTo>
                  <a:lnTo>
                    <a:pt x="1196873" y="60427"/>
                  </a:lnTo>
                  <a:lnTo>
                    <a:pt x="1107222" y="47970"/>
                  </a:lnTo>
                  <a:lnTo>
                    <a:pt x="1013820" y="36968"/>
                  </a:lnTo>
                  <a:lnTo>
                    <a:pt x="919304" y="27430"/>
                  </a:lnTo>
                  <a:lnTo>
                    <a:pt x="827286" y="19388"/>
                  </a:lnTo>
                  <a:lnTo>
                    <a:pt x="742037" y="12872"/>
                  </a:lnTo>
                  <a:lnTo>
                    <a:pt x="667873" y="7869"/>
                  </a:lnTo>
                  <a:lnTo>
                    <a:pt x="608318" y="4298"/>
                  </a:lnTo>
                  <a:lnTo>
                    <a:pt x="565298" y="1990"/>
                  </a:lnTo>
                  <a:lnTo>
                    <a:pt x="538593" y="702"/>
                  </a:lnTo>
                  <a:lnTo>
                    <a:pt x="525735" y="142"/>
                  </a:lnTo>
                  <a:lnTo>
                    <a:pt x="5221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627" name="pl627"/>
            <p:cNvSpPr/>
            <p:nvPr/>
          </p:nvSpPr>
          <p:spPr>
            <a:xfrm>
              <a:off x="386606" y="2117328"/>
              <a:ext cx="8554953" cy="1581207"/>
            </a:xfrm>
            <a:custGeom>
              <a:avLst/>
              <a:pathLst>
                <a:path w="8554953" h="1581207">
                  <a:moveTo>
                    <a:pt x="0" y="0"/>
                  </a:moveTo>
                  <a:lnTo>
                    <a:pt x="522133" y="0"/>
                  </a:lnTo>
                  <a:lnTo>
                    <a:pt x="523363" y="46"/>
                  </a:lnTo>
                  <a:lnTo>
                    <a:pt x="531407" y="382"/>
                  </a:lnTo>
                  <a:lnTo>
                    <a:pt x="551541" y="1309"/>
                  </a:lnTo>
                  <a:lnTo>
                    <a:pt x="587166" y="3132"/>
                  </a:lnTo>
                  <a:lnTo>
                    <a:pt x="639508" y="6117"/>
                  </a:lnTo>
                  <a:lnTo>
                    <a:pt x="707552" y="10470"/>
                  </a:lnTo>
                  <a:lnTo>
                    <a:pt x="788393" y="16310"/>
                  </a:lnTo>
                  <a:lnTo>
                    <a:pt x="877957" y="23678"/>
                  </a:lnTo>
                  <a:lnTo>
                    <a:pt x="971861" y="32557"/>
                  </a:lnTo>
                  <a:lnTo>
                    <a:pt x="1066144" y="42913"/>
                  </a:lnTo>
                  <a:lnTo>
                    <a:pt x="1157718" y="54723"/>
                  </a:lnTo>
                  <a:lnTo>
                    <a:pt x="1244513" y="68006"/>
                  </a:lnTo>
                  <a:lnTo>
                    <a:pt x="1325415" y="82835"/>
                  </a:lnTo>
                  <a:lnTo>
                    <a:pt x="1400074" y="99348"/>
                  </a:lnTo>
                  <a:lnTo>
                    <a:pt x="1468700" y="117744"/>
                  </a:lnTo>
                  <a:lnTo>
                    <a:pt x="1531867" y="138284"/>
                  </a:lnTo>
                  <a:lnTo>
                    <a:pt x="1590365" y="161275"/>
                  </a:lnTo>
                  <a:lnTo>
                    <a:pt x="1645087" y="187048"/>
                  </a:lnTo>
                  <a:lnTo>
                    <a:pt x="1696942" y="215926"/>
                  </a:lnTo>
                  <a:lnTo>
                    <a:pt x="1746782" y="248151"/>
                  </a:lnTo>
                  <a:lnTo>
                    <a:pt x="1768425" y="263534"/>
                  </a:lnTo>
                  <a:lnTo>
                    <a:pt x="1813515" y="298210"/>
                  </a:lnTo>
                  <a:lnTo>
                    <a:pt x="1858165" y="335948"/>
                  </a:lnTo>
                  <a:lnTo>
                    <a:pt x="1902743" y="376807"/>
                  </a:lnTo>
                  <a:lnTo>
                    <a:pt x="1947517" y="420766"/>
                  </a:lnTo>
                  <a:lnTo>
                    <a:pt x="1992669" y="467721"/>
                  </a:lnTo>
                  <a:lnTo>
                    <a:pt x="2038304" y="517477"/>
                  </a:lnTo>
                  <a:lnTo>
                    <a:pt x="2084456" y="569745"/>
                  </a:lnTo>
                  <a:lnTo>
                    <a:pt x="2131101" y="624142"/>
                  </a:lnTo>
                  <a:lnTo>
                    <a:pt x="2178161" y="680207"/>
                  </a:lnTo>
                  <a:lnTo>
                    <a:pt x="2225515" y="737407"/>
                  </a:lnTo>
                  <a:lnTo>
                    <a:pt x="2273017" y="795162"/>
                  </a:lnTo>
                  <a:lnTo>
                    <a:pt x="2320507" y="852870"/>
                  </a:lnTo>
                  <a:lnTo>
                    <a:pt x="2367824" y="909928"/>
                  </a:lnTo>
                  <a:lnTo>
                    <a:pt x="2414824" y="965764"/>
                  </a:lnTo>
                  <a:lnTo>
                    <a:pt x="2461396" y="1019854"/>
                  </a:lnTo>
                  <a:lnTo>
                    <a:pt x="2507467" y="1071749"/>
                  </a:lnTo>
                  <a:lnTo>
                    <a:pt x="2553022" y="1121080"/>
                  </a:lnTo>
                  <a:lnTo>
                    <a:pt x="2598105" y="1167574"/>
                  </a:lnTo>
                  <a:lnTo>
                    <a:pt x="2642834" y="1211049"/>
                  </a:lnTo>
                  <a:lnTo>
                    <a:pt x="2687403" y="1251414"/>
                  </a:lnTo>
                  <a:lnTo>
                    <a:pt x="2732096" y="1288665"/>
                  </a:lnTo>
                  <a:lnTo>
                    <a:pt x="2770117" y="1317673"/>
                  </a:lnTo>
                  <a:lnTo>
                    <a:pt x="2819302" y="1351417"/>
                  </a:lnTo>
                  <a:lnTo>
                    <a:pt x="2870165" y="1381757"/>
                  </a:lnTo>
                  <a:lnTo>
                    <a:pt x="2923506" y="1408870"/>
                  </a:lnTo>
                  <a:lnTo>
                    <a:pt x="2980217" y="1433052"/>
                  </a:lnTo>
                  <a:lnTo>
                    <a:pt x="3041208" y="1454638"/>
                  </a:lnTo>
                  <a:lnTo>
                    <a:pt x="3107327" y="1473950"/>
                  </a:lnTo>
                  <a:lnTo>
                    <a:pt x="3179260" y="1491270"/>
                  </a:lnTo>
                  <a:lnTo>
                    <a:pt x="3257400" y="1506824"/>
                  </a:lnTo>
                  <a:lnTo>
                    <a:pt x="3341669" y="1520780"/>
                  </a:lnTo>
                  <a:lnTo>
                    <a:pt x="3431320" y="1533237"/>
                  </a:lnTo>
                  <a:lnTo>
                    <a:pt x="3524723" y="1544239"/>
                  </a:lnTo>
                  <a:lnTo>
                    <a:pt x="3619238" y="1553777"/>
                  </a:lnTo>
                  <a:lnTo>
                    <a:pt x="3711256" y="1561819"/>
                  </a:lnTo>
                  <a:lnTo>
                    <a:pt x="3796505" y="1568335"/>
                  </a:lnTo>
                  <a:lnTo>
                    <a:pt x="3870670" y="1573338"/>
                  </a:lnTo>
                  <a:lnTo>
                    <a:pt x="3930224" y="1576909"/>
                  </a:lnTo>
                  <a:lnTo>
                    <a:pt x="3973245" y="1579217"/>
                  </a:lnTo>
                  <a:lnTo>
                    <a:pt x="3999950" y="1580505"/>
                  </a:lnTo>
                  <a:lnTo>
                    <a:pt x="4012807" y="1581065"/>
                  </a:lnTo>
                  <a:lnTo>
                    <a:pt x="4016299" y="1581203"/>
                  </a:lnTo>
                  <a:lnTo>
                    <a:pt x="4016409" y="1581207"/>
                  </a:lnTo>
                  <a:lnTo>
                    <a:pt x="4538543" y="1581207"/>
                  </a:lnTo>
                  <a:lnTo>
                    <a:pt x="4539793" y="1581174"/>
                  </a:lnTo>
                  <a:lnTo>
                    <a:pt x="4547969" y="1580938"/>
                  </a:lnTo>
                  <a:lnTo>
                    <a:pt x="4568418" y="1580284"/>
                  </a:lnTo>
                  <a:lnTo>
                    <a:pt x="4604572" y="1579000"/>
                  </a:lnTo>
                  <a:lnTo>
                    <a:pt x="4657632" y="1576897"/>
                  </a:lnTo>
                  <a:lnTo>
                    <a:pt x="4726510" y="1573833"/>
                  </a:lnTo>
                  <a:lnTo>
                    <a:pt x="4808204" y="1569725"/>
                  </a:lnTo>
                  <a:lnTo>
                    <a:pt x="4898544" y="1564546"/>
                  </a:lnTo>
                  <a:lnTo>
                    <a:pt x="4993080" y="1558310"/>
                  </a:lnTo>
                  <a:lnTo>
                    <a:pt x="5087817" y="1551039"/>
                  </a:lnTo>
                  <a:lnTo>
                    <a:pt x="5179669" y="1542750"/>
                  </a:lnTo>
                  <a:lnTo>
                    <a:pt x="5266594" y="1533428"/>
                  </a:lnTo>
                  <a:lnTo>
                    <a:pt x="5347513" y="1523016"/>
                  </a:lnTo>
                  <a:lnTo>
                    <a:pt x="5422118" y="1511416"/>
                  </a:lnTo>
                  <a:lnTo>
                    <a:pt x="5490657" y="1498483"/>
                  </a:lnTo>
                  <a:lnTo>
                    <a:pt x="5553736" y="1484031"/>
                  </a:lnTo>
                  <a:lnTo>
                    <a:pt x="5612173" y="1467841"/>
                  </a:lnTo>
                  <a:lnTo>
                    <a:pt x="5666879" y="1449679"/>
                  </a:lnTo>
                  <a:lnTo>
                    <a:pt x="5718777" y="1429321"/>
                  </a:lnTo>
                  <a:lnTo>
                    <a:pt x="5768722" y="1406605"/>
                  </a:lnTo>
                  <a:lnTo>
                    <a:pt x="5784835" y="1398616"/>
                  </a:lnTo>
                  <a:lnTo>
                    <a:pt x="5833644" y="1372500"/>
                  </a:lnTo>
                  <a:lnTo>
                    <a:pt x="5881977" y="1343890"/>
                  </a:lnTo>
                  <a:lnTo>
                    <a:pt x="5930282" y="1312744"/>
                  </a:lnTo>
                  <a:lnTo>
                    <a:pt x="5978879" y="1279093"/>
                  </a:lnTo>
                  <a:lnTo>
                    <a:pt x="6027968" y="1243052"/>
                  </a:lnTo>
                  <a:lnTo>
                    <a:pt x="6077648" y="1204825"/>
                  </a:lnTo>
                  <a:lnTo>
                    <a:pt x="6127929" y="1164703"/>
                  </a:lnTo>
                  <a:lnTo>
                    <a:pt x="6178740" y="1123062"/>
                  </a:lnTo>
                  <a:lnTo>
                    <a:pt x="6229948" y="1080349"/>
                  </a:lnTo>
                  <a:lnTo>
                    <a:pt x="6281374" y="1037063"/>
                  </a:lnTo>
                  <a:lnTo>
                    <a:pt x="6332819" y="993732"/>
                  </a:lnTo>
                  <a:lnTo>
                    <a:pt x="6384076" y="950887"/>
                  </a:lnTo>
                  <a:lnTo>
                    <a:pt x="6434964" y="909034"/>
                  </a:lnTo>
                  <a:lnTo>
                    <a:pt x="6485340" y="868630"/>
                  </a:lnTo>
                  <a:lnTo>
                    <a:pt x="6535123" y="830063"/>
                  </a:lnTo>
                  <a:lnTo>
                    <a:pt x="6584307" y="793640"/>
                  </a:lnTo>
                  <a:lnTo>
                    <a:pt x="6632975" y="759578"/>
                  </a:lnTo>
                  <a:lnTo>
                    <a:pt x="6681310" y="728008"/>
                  </a:lnTo>
                  <a:lnTo>
                    <a:pt x="6729611" y="698975"/>
                  </a:lnTo>
                  <a:lnTo>
                    <a:pt x="6778303" y="672448"/>
                  </a:lnTo>
                  <a:lnTo>
                    <a:pt x="6786527" y="668248"/>
                  </a:lnTo>
                  <a:lnTo>
                    <a:pt x="6835994" y="644743"/>
                  </a:lnTo>
                  <a:lnTo>
                    <a:pt x="6887162" y="623623"/>
                  </a:lnTo>
                  <a:lnTo>
                    <a:pt x="6940845" y="604762"/>
                  </a:lnTo>
                  <a:lnTo>
                    <a:pt x="6997953" y="587950"/>
                  </a:lnTo>
                  <a:lnTo>
                    <a:pt x="7059409" y="572952"/>
                  </a:lnTo>
                  <a:lnTo>
                    <a:pt x="7126074" y="559542"/>
                  </a:lnTo>
                  <a:lnTo>
                    <a:pt x="7198637" y="547522"/>
                  </a:lnTo>
                  <a:lnTo>
                    <a:pt x="7277484" y="536734"/>
                  </a:lnTo>
                  <a:lnTo>
                    <a:pt x="7362512" y="527061"/>
                  </a:lnTo>
                  <a:lnTo>
                    <a:pt x="7452920" y="518436"/>
                  </a:lnTo>
                  <a:lnTo>
                    <a:pt x="7546999" y="510830"/>
                  </a:lnTo>
                  <a:lnTo>
                    <a:pt x="7642002" y="504251"/>
                  </a:lnTo>
                  <a:lnTo>
                    <a:pt x="7734203" y="498723"/>
                  </a:lnTo>
                  <a:lnTo>
                    <a:pt x="7819229" y="494263"/>
                  </a:lnTo>
                  <a:lnTo>
                    <a:pt x="7892725" y="490862"/>
                  </a:lnTo>
                  <a:lnTo>
                    <a:pt x="7951209" y="488456"/>
                  </a:lnTo>
                  <a:lnTo>
                    <a:pt x="7992901" y="486922"/>
                  </a:lnTo>
                  <a:lnTo>
                    <a:pt x="8018237" y="486084"/>
                  </a:lnTo>
                  <a:lnTo>
                    <a:pt x="8029943" y="485734"/>
                  </a:lnTo>
                  <a:lnTo>
                    <a:pt x="8032773" y="485657"/>
                  </a:lnTo>
                  <a:lnTo>
                    <a:pt x="8032819" y="485656"/>
                  </a:lnTo>
                  <a:lnTo>
                    <a:pt x="8554953" y="485656"/>
                  </a:lnTo>
                  <a:lnTo>
                    <a:pt x="8554953" y="485656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628" name="pl628"/>
            <p:cNvSpPr/>
            <p:nvPr/>
          </p:nvSpPr>
          <p:spPr>
            <a:xfrm>
              <a:off x="386606" y="2111681"/>
              <a:ext cx="8554953" cy="1581207"/>
            </a:xfrm>
            <a:custGeom>
              <a:avLst/>
              <a:pathLst>
                <a:path w="8554953" h="1581207">
                  <a:moveTo>
                    <a:pt x="8554953" y="485656"/>
                  </a:moveTo>
                  <a:lnTo>
                    <a:pt x="8032819" y="485656"/>
                  </a:lnTo>
                  <a:lnTo>
                    <a:pt x="8031569" y="485689"/>
                  </a:lnTo>
                  <a:lnTo>
                    <a:pt x="8023393" y="485926"/>
                  </a:lnTo>
                  <a:lnTo>
                    <a:pt x="8002944" y="486579"/>
                  </a:lnTo>
                  <a:lnTo>
                    <a:pt x="7966790" y="487863"/>
                  </a:lnTo>
                  <a:lnTo>
                    <a:pt x="7913730" y="489967"/>
                  </a:lnTo>
                  <a:lnTo>
                    <a:pt x="7844852" y="493031"/>
                  </a:lnTo>
                  <a:lnTo>
                    <a:pt x="7763158" y="497139"/>
                  </a:lnTo>
                  <a:lnTo>
                    <a:pt x="7672818" y="502317"/>
                  </a:lnTo>
                  <a:lnTo>
                    <a:pt x="7578282" y="508554"/>
                  </a:lnTo>
                  <a:lnTo>
                    <a:pt x="7483545" y="515824"/>
                  </a:lnTo>
                  <a:lnTo>
                    <a:pt x="7391693" y="524113"/>
                  </a:lnTo>
                  <a:lnTo>
                    <a:pt x="7304768" y="533436"/>
                  </a:lnTo>
                  <a:lnTo>
                    <a:pt x="7223849" y="543847"/>
                  </a:lnTo>
                  <a:lnTo>
                    <a:pt x="7149244" y="555447"/>
                  </a:lnTo>
                  <a:lnTo>
                    <a:pt x="7080705" y="568381"/>
                  </a:lnTo>
                  <a:lnTo>
                    <a:pt x="7017626" y="582833"/>
                  </a:lnTo>
                  <a:lnTo>
                    <a:pt x="6959189" y="599022"/>
                  </a:lnTo>
                  <a:lnTo>
                    <a:pt x="6904483" y="617184"/>
                  </a:lnTo>
                  <a:lnTo>
                    <a:pt x="6852585" y="637543"/>
                  </a:lnTo>
                  <a:lnTo>
                    <a:pt x="6802640" y="660259"/>
                  </a:lnTo>
                  <a:lnTo>
                    <a:pt x="6786527" y="668248"/>
                  </a:lnTo>
                  <a:lnTo>
                    <a:pt x="6737718" y="694363"/>
                  </a:lnTo>
                  <a:lnTo>
                    <a:pt x="6689385" y="722973"/>
                  </a:lnTo>
                  <a:lnTo>
                    <a:pt x="6641079" y="754120"/>
                  </a:lnTo>
                  <a:lnTo>
                    <a:pt x="6592483" y="787771"/>
                  </a:lnTo>
                  <a:lnTo>
                    <a:pt x="6543394" y="823811"/>
                  </a:lnTo>
                  <a:lnTo>
                    <a:pt x="6493713" y="862039"/>
                  </a:lnTo>
                  <a:lnTo>
                    <a:pt x="6443433" y="902161"/>
                  </a:lnTo>
                  <a:lnTo>
                    <a:pt x="6392622" y="943801"/>
                  </a:lnTo>
                  <a:lnTo>
                    <a:pt x="6341414" y="986515"/>
                  </a:lnTo>
                  <a:lnTo>
                    <a:pt x="6289987" y="1029801"/>
                  </a:lnTo>
                  <a:lnTo>
                    <a:pt x="6238543" y="1073131"/>
                  </a:lnTo>
                  <a:lnTo>
                    <a:pt x="6187286" y="1115976"/>
                  </a:lnTo>
                  <a:lnTo>
                    <a:pt x="6136398" y="1157829"/>
                  </a:lnTo>
                  <a:lnTo>
                    <a:pt x="6086022" y="1198234"/>
                  </a:lnTo>
                  <a:lnTo>
                    <a:pt x="6036239" y="1236801"/>
                  </a:lnTo>
                  <a:lnTo>
                    <a:pt x="5987055" y="1273224"/>
                  </a:lnTo>
                  <a:lnTo>
                    <a:pt x="5938387" y="1307285"/>
                  </a:lnTo>
                  <a:lnTo>
                    <a:pt x="5890052" y="1338855"/>
                  </a:lnTo>
                  <a:lnTo>
                    <a:pt x="5841751" y="1367889"/>
                  </a:lnTo>
                  <a:lnTo>
                    <a:pt x="5793059" y="1394415"/>
                  </a:lnTo>
                  <a:lnTo>
                    <a:pt x="5784835" y="1398616"/>
                  </a:lnTo>
                  <a:lnTo>
                    <a:pt x="5735368" y="1422121"/>
                  </a:lnTo>
                  <a:lnTo>
                    <a:pt x="5684200" y="1443241"/>
                  </a:lnTo>
                  <a:lnTo>
                    <a:pt x="5630517" y="1462102"/>
                  </a:lnTo>
                  <a:lnTo>
                    <a:pt x="5573409" y="1478913"/>
                  </a:lnTo>
                  <a:lnTo>
                    <a:pt x="5511953" y="1493911"/>
                  </a:lnTo>
                  <a:lnTo>
                    <a:pt x="5445288" y="1507321"/>
                  </a:lnTo>
                  <a:lnTo>
                    <a:pt x="5372725" y="1519341"/>
                  </a:lnTo>
                  <a:lnTo>
                    <a:pt x="5293878" y="1530130"/>
                  </a:lnTo>
                  <a:lnTo>
                    <a:pt x="5208850" y="1539802"/>
                  </a:lnTo>
                  <a:lnTo>
                    <a:pt x="5118442" y="1548428"/>
                  </a:lnTo>
                  <a:lnTo>
                    <a:pt x="5024363" y="1556033"/>
                  </a:lnTo>
                  <a:lnTo>
                    <a:pt x="4929359" y="1562612"/>
                  </a:lnTo>
                  <a:lnTo>
                    <a:pt x="4837159" y="1568141"/>
                  </a:lnTo>
                  <a:lnTo>
                    <a:pt x="4752132" y="1572600"/>
                  </a:lnTo>
                  <a:lnTo>
                    <a:pt x="4678637" y="1576001"/>
                  </a:lnTo>
                  <a:lnTo>
                    <a:pt x="4620153" y="1578408"/>
                  </a:lnTo>
                  <a:lnTo>
                    <a:pt x="4578461" y="1579942"/>
                  </a:lnTo>
                  <a:lnTo>
                    <a:pt x="4553125" y="1580780"/>
                  </a:lnTo>
                  <a:lnTo>
                    <a:pt x="4541419" y="1581129"/>
                  </a:lnTo>
                  <a:lnTo>
                    <a:pt x="4538589" y="1581206"/>
                  </a:lnTo>
                  <a:lnTo>
                    <a:pt x="4538543" y="1581207"/>
                  </a:lnTo>
                  <a:lnTo>
                    <a:pt x="4016409" y="1581207"/>
                  </a:lnTo>
                  <a:lnTo>
                    <a:pt x="4015180" y="1581160"/>
                  </a:lnTo>
                  <a:lnTo>
                    <a:pt x="4007135" y="1580825"/>
                  </a:lnTo>
                  <a:lnTo>
                    <a:pt x="3987001" y="1579897"/>
                  </a:lnTo>
                  <a:lnTo>
                    <a:pt x="3951376" y="1578075"/>
                  </a:lnTo>
                  <a:lnTo>
                    <a:pt x="3899034" y="1575090"/>
                  </a:lnTo>
                  <a:lnTo>
                    <a:pt x="3830990" y="1570737"/>
                  </a:lnTo>
                  <a:lnTo>
                    <a:pt x="3750149" y="1564896"/>
                  </a:lnTo>
                  <a:lnTo>
                    <a:pt x="3660585" y="1557529"/>
                  </a:lnTo>
                  <a:lnTo>
                    <a:pt x="3566681" y="1548650"/>
                  </a:lnTo>
                  <a:lnTo>
                    <a:pt x="3472398" y="1538294"/>
                  </a:lnTo>
                  <a:lnTo>
                    <a:pt x="3380825" y="1526484"/>
                  </a:lnTo>
                  <a:lnTo>
                    <a:pt x="3294029" y="1513201"/>
                  </a:lnTo>
                  <a:lnTo>
                    <a:pt x="3213128" y="1498372"/>
                  </a:lnTo>
                  <a:lnTo>
                    <a:pt x="3138468" y="1481859"/>
                  </a:lnTo>
                  <a:lnTo>
                    <a:pt x="3069842" y="1463463"/>
                  </a:lnTo>
                  <a:lnTo>
                    <a:pt x="3006675" y="1442923"/>
                  </a:lnTo>
                  <a:lnTo>
                    <a:pt x="2948177" y="1419932"/>
                  </a:lnTo>
                  <a:lnTo>
                    <a:pt x="2893455" y="1394159"/>
                  </a:lnTo>
                  <a:lnTo>
                    <a:pt x="2841600" y="1365281"/>
                  </a:lnTo>
                  <a:lnTo>
                    <a:pt x="2791760" y="1333056"/>
                  </a:lnTo>
                  <a:lnTo>
                    <a:pt x="2770117" y="1317673"/>
                  </a:lnTo>
                  <a:lnTo>
                    <a:pt x="2725027" y="1282997"/>
                  </a:lnTo>
                  <a:lnTo>
                    <a:pt x="2680377" y="1245258"/>
                  </a:lnTo>
                  <a:lnTo>
                    <a:pt x="2635799" y="1204400"/>
                  </a:lnTo>
                  <a:lnTo>
                    <a:pt x="2591025" y="1160441"/>
                  </a:lnTo>
                  <a:lnTo>
                    <a:pt x="2545873" y="1113486"/>
                  </a:lnTo>
                  <a:lnTo>
                    <a:pt x="2500239" y="1063730"/>
                  </a:lnTo>
                  <a:lnTo>
                    <a:pt x="2454086" y="1011462"/>
                  </a:lnTo>
                  <a:lnTo>
                    <a:pt x="2407441" y="957065"/>
                  </a:lnTo>
                  <a:lnTo>
                    <a:pt x="2360382" y="901000"/>
                  </a:lnTo>
                  <a:lnTo>
                    <a:pt x="2313027" y="843800"/>
                  </a:lnTo>
                  <a:lnTo>
                    <a:pt x="2265525" y="786045"/>
                  </a:lnTo>
                  <a:lnTo>
                    <a:pt x="2218036" y="728337"/>
                  </a:lnTo>
                  <a:lnTo>
                    <a:pt x="2170719" y="671279"/>
                  </a:lnTo>
                  <a:lnTo>
                    <a:pt x="2123718" y="615443"/>
                  </a:lnTo>
                  <a:lnTo>
                    <a:pt x="2077146" y="561353"/>
                  </a:lnTo>
                  <a:lnTo>
                    <a:pt x="2031075" y="509458"/>
                  </a:lnTo>
                  <a:lnTo>
                    <a:pt x="1985520" y="460127"/>
                  </a:lnTo>
                  <a:lnTo>
                    <a:pt x="1940437" y="413633"/>
                  </a:lnTo>
                  <a:lnTo>
                    <a:pt x="1895708" y="370158"/>
                  </a:lnTo>
                  <a:lnTo>
                    <a:pt x="1851139" y="329792"/>
                  </a:lnTo>
                  <a:lnTo>
                    <a:pt x="1806447" y="292542"/>
                  </a:lnTo>
                  <a:lnTo>
                    <a:pt x="1768425" y="263534"/>
                  </a:lnTo>
                  <a:lnTo>
                    <a:pt x="1719240" y="229790"/>
                  </a:lnTo>
                  <a:lnTo>
                    <a:pt x="1668377" y="199450"/>
                  </a:lnTo>
                  <a:lnTo>
                    <a:pt x="1615036" y="172337"/>
                  </a:lnTo>
                  <a:lnTo>
                    <a:pt x="1558325" y="148155"/>
                  </a:lnTo>
                  <a:lnTo>
                    <a:pt x="1497334" y="126569"/>
                  </a:lnTo>
                  <a:lnTo>
                    <a:pt x="1431215" y="107257"/>
                  </a:lnTo>
                  <a:lnTo>
                    <a:pt x="1359282" y="89937"/>
                  </a:lnTo>
                  <a:lnTo>
                    <a:pt x="1281143" y="74383"/>
                  </a:lnTo>
                  <a:lnTo>
                    <a:pt x="1196873" y="60427"/>
                  </a:lnTo>
                  <a:lnTo>
                    <a:pt x="1107222" y="47970"/>
                  </a:lnTo>
                  <a:lnTo>
                    <a:pt x="1013820" y="36968"/>
                  </a:lnTo>
                  <a:lnTo>
                    <a:pt x="919304" y="27430"/>
                  </a:lnTo>
                  <a:lnTo>
                    <a:pt x="827286" y="19388"/>
                  </a:lnTo>
                  <a:lnTo>
                    <a:pt x="742037" y="12872"/>
                  </a:lnTo>
                  <a:lnTo>
                    <a:pt x="667873" y="7869"/>
                  </a:lnTo>
                  <a:lnTo>
                    <a:pt x="608318" y="4298"/>
                  </a:lnTo>
                  <a:lnTo>
                    <a:pt x="565298" y="1990"/>
                  </a:lnTo>
                  <a:lnTo>
                    <a:pt x="538593" y="702"/>
                  </a:lnTo>
                  <a:lnTo>
                    <a:pt x="525735" y="142"/>
                  </a:lnTo>
                  <a:lnTo>
                    <a:pt x="522244" y="4"/>
                  </a:lnTo>
                  <a:lnTo>
                    <a:pt x="522133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629" name="pg629"/>
            <p:cNvSpPr/>
            <p:nvPr/>
          </p:nvSpPr>
          <p:spPr>
            <a:xfrm>
              <a:off x="386606" y="2117328"/>
              <a:ext cx="8554953" cy="1609443"/>
            </a:xfrm>
            <a:custGeom>
              <a:avLst/>
              <a:pathLst>
                <a:path w="8554953" h="1609443">
                  <a:moveTo>
                    <a:pt x="0" y="16941"/>
                  </a:moveTo>
                  <a:lnTo>
                    <a:pt x="522133" y="16941"/>
                  </a:lnTo>
                  <a:lnTo>
                    <a:pt x="523362" y="16988"/>
                  </a:lnTo>
                  <a:lnTo>
                    <a:pt x="531403" y="17326"/>
                  </a:lnTo>
                  <a:lnTo>
                    <a:pt x="551528" y="18260"/>
                  </a:lnTo>
                  <a:lnTo>
                    <a:pt x="587139" y="20094"/>
                  </a:lnTo>
                  <a:lnTo>
                    <a:pt x="639462" y="23100"/>
                  </a:lnTo>
                  <a:lnTo>
                    <a:pt x="707483" y="27482"/>
                  </a:lnTo>
                  <a:lnTo>
                    <a:pt x="788301" y="33361"/>
                  </a:lnTo>
                  <a:lnTo>
                    <a:pt x="877844" y="40779"/>
                  </a:lnTo>
                  <a:lnTo>
                    <a:pt x="971730" y="49718"/>
                  </a:lnTo>
                  <a:lnTo>
                    <a:pt x="1066001" y="60144"/>
                  </a:lnTo>
                  <a:lnTo>
                    <a:pt x="1157567" y="72035"/>
                  </a:lnTo>
                  <a:lnTo>
                    <a:pt x="1244359" y="85407"/>
                  </a:lnTo>
                  <a:lnTo>
                    <a:pt x="1325259" y="100337"/>
                  </a:lnTo>
                  <a:lnTo>
                    <a:pt x="1399920" y="116961"/>
                  </a:lnTo>
                  <a:lnTo>
                    <a:pt x="1468548" y="135482"/>
                  </a:lnTo>
                  <a:lnTo>
                    <a:pt x="1531718" y="156160"/>
                  </a:lnTo>
                  <a:lnTo>
                    <a:pt x="1590218" y="179304"/>
                  </a:lnTo>
                  <a:lnTo>
                    <a:pt x="1644940" y="205250"/>
                  </a:lnTo>
                  <a:lnTo>
                    <a:pt x="1696794" y="234320"/>
                  </a:lnTo>
                  <a:lnTo>
                    <a:pt x="1746631" y="266761"/>
                  </a:lnTo>
                  <a:lnTo>
                    <a:pt x="1768425" y="282358"/>
                  </a:lnTo>
                  <a:lnTo>
                    <a:pt x="1813431" y="317213"/>
                  </a:lnTo>
                  <a:lnTo>
                    <a:pt x="1857998" y="355141"/>
                  </a:lnTo>
                  <a:lnTo>
                    <a:pt x="1902492" y="396200"/>
                  </a:lnTo>
                  <a:lnTo>
                    <a:pt x="1947180" y="440369"/>
                  </a:lnTo>
                  <a:lnTo>
                    <a:pt x="1992244" y="487547"/>
                  </a:lnTo>
                  <a:lnTo>
                    <a:pt x="2037787" y="537537"/>
                  </a:lnTo>
                  <a:lnTo>
                    <a:pt x="2083847" y="590050"/>
                  </a:lnTo>
                  <a:lnTo>
                    <a:pt x="2130399" y="644707"/>
                  </a:lnTo>
                  <a:lnTo>
                    <a:pt x="2177364" y="701043"/>
                  </a:lnTo>
                  <a:lnTo>
                    <a:pt x="2224625" y="758528"/>
                  </a:lnTo>
                  <a:lnTo>
                    <a:pt x="2272037" y="816582"/>
                  </a:lnTo>
                  <a:lnTo>
                    <a:pt x="2319440" y="874601"/>
                  </a:lnTo>
                  <a:lnTo>
                    <a:pt x="2366674" y="931981"/>
                  </a:lnTo>
                  <a:lnTo>
                    <a:pt x="2413596" y="988148"/>
                  </a:lnTo>
                  <a:lnTo>
                    <a:pt x="2460093" y="1042577"/>
                  </a:lnTo>
                  <a:lnTo>
                    <a:pt x="2506093" y="1094814"/>
                  </a:lnTo>
                  <a:lnTo>
                    <a:pt x="2551578" y="1144489"/>
                  </a:lnTo>
                  <a:lnTo>
                    <a:pt x="2596590" y="1191324"/>
                  </a:lnTo>
                  <a:lnTo>
                    <a:pt x="2641245" y="1235134"/>
                  </a:lnTo>
                  <a:lnTo>
                    <a:pt x="2685732" y="1275827"/>
                  </a:lnTo>
                  <a:lnTo>
                    <a:pt x="2730329" y="1313393"/>
                  </a:lnTo>
                  <a:lnTo>
                    <a:pt x="2770117" y="1344026"/>
                  </a:lnTo>
                  <a:lnTo>
                    <a:pt x="2819295" y="1378006"/>
                  </a:lnTo>
                  <a:lnTo>
                    <a:pt x="2870149" y="1408559"/>
                  </a:lnTo>
                  <a:lnTo>
                    <a:pt x="2923480" y="1435863"/>
                  </a:lnTo>
                  <a:lnTo>
                    <a:pt x="2980181" y="1460216"/>
                  </a:lnTo>
                  <a:lnTo>
                    <a:pt x="3041160" y="1481954"/>
                  </a:lnTo>
                  <a:lnTo>
                    <a:pt x="3107264" y="1501403"/>
                  </a:lnTo>
                  <a:lnTo>
                    <a:pt x="3179180" y="1518845"/>
                  </a:lnTo>
                  <a:lnTo>
                    <a:pt x="3257300" y="1534511"/>
                  </a:lnTo>
                  <a:lnTo>
                    <a:pt x="3341549" y="1548565"/>
                  </a:lnTo>
                  <a:lnTo>
                    <a:pt x="3431179" y="1561112"/>
                  </a:lnTo>
                  <a:lnTo>
                    <a:pt x="3524563" y="1572193"/>
                  </a:lnTo>
                  <a:lnTo>
                    <a:pt x="3619065" y="1581801"/>
                  </a:lnTo>
                  <a:lnTo>
                    <a:pt x="3711078" y="1589901"/>
                  </a:lnTo>
                  <a:lnTo>
                    <a:pt x="3796332" y="1596466"/>
                  </a:lnTo>
                  <a:lnTo>
                    <a:pt x="3870515" y="1601507"/>
                  </a:lnTo>
                  <a:lnTo>
                    <a:pt x="3930098" y="1605107"/>
                  </a:lnTo>
                  <a:lnTo>
                    <a:pt x="3973154" y="1607434"/>
                  </a:lnTo>
                  <a:lnTo>
                    <a:pt x="3999897" y="1608734"/>
                  </a:lnTo>
                  <a:lnTo>
                    <a:pt x="4012785" y="1609299"/>
                  </a:lnTo>
                  <a:lnTo>
                    <a:pt x="4016409" y="1609443"/>
                  </a:lnTo>
                  <a:lnTo>
                    <a:pt x="4538543" y="1609443"/>
                  </a:lnTo>
                  <a:lnTo>
                    <a:pt x="4539807" y="1609425"/>
                  </a:lnTo>
                  <a:lnTo>
                    <a:pt x="4548072" y="1609299"/>
                  </a:lnTo>
                  <a:lnTo>
                    <a:pt x="4568738" y="1608947"/>
                  </a:lnTo>
                  <a:lnTo>
                    <a:pt x="4605254" y="1608258"/>
                  </a:lnTo>
                  <a:lnTo>
                    <a:pt x="4658803" y="1607129"/>
                  </a:lnTo>
                  <a:lnTo>
                    <a:pt x="4728248" y="1605484"/>
                  </a:lnTo>
                  <a:lnTo>
                    <a:pt x="4810520" y="1603281"/>
                  </a:lnTo>
                  <a:lnTo>
                    <a:pt x="4901385" y="1600505"/>
                  </a:lnTo>
                  <a:lnTo>
                    <a:pt x="4996344" y="1597163"/>
                  </a:lnTo>
                  <a:lnTo>
                    <a:pt x="5091384" y="1593269"/>
                  </a:lnTo>
                  <a:lnTo>
                    <a:pt x="5183420" y="1588829"/>
                  </a:lnTo>
                  <a:lnTo>
                    <a:pt x="5270428" y="1583836"/>
                  </a:lnTo>
                  <a:lnTo>
                    <a:pt x="5351355" y="1578258"/>
                  </a:lnTo>
                  <a:lnTo>
                    <a:pt x="5425922" y="1572042"/>
                  </a:lnTo>
                  <a:lnTo>
                    <a:pt x="5494401" y="1565107"/>
                  </a:lnTo>
                  <a:lnTo>
                    <a:pt x="5557421" y="1557353"/>
                  </a:lnTo>
                  <a:lnTo>
                    <a:pt x="5615818" y="1548663"/>
                  </a:lnTo>
                  <a:lnTo>
                    <a:pt x="5670516" y="1538909"/>
                  </a:lnTo>
                  <a:lnTo>
                    <a:pt x="5722447" y="1527973"/>
                  </a:lnTo>
                  <a:lnTo>
                    <a:pt x="5772468" y="1515771"/>
                  </a:lnTo>
                  <a:lnTo>
                    <a:pt x="5784835" y="1512500"/>
                  </a:lnTo>
                  <a:lnTo>
                    <a:pt x="5837246" y="1497552"/>
                  </a:lnTo>
                  <a:lnTo>
                    <a:pt x="5889148" y="1481073"/>
                  </a:lnTo>
                  <a:lnTo>
                    <a:pt x="5941081" y="1463040"/>
                  </a:lnTo>
                  <a:lnTo>
                    <a:pt x="5993411" y="1443484"/>
                  </a:lnTo>
                  <a:lnTo>
                    <a:pt x="6046354" y="1422495"/>
                  </a:lnTo>
                  <a:lnTo>
                    <a:pt x="6099994" y="1400228"/>
                  </a:lnTo>
                  <a:lnTo>
                    <a:pt x="6154299" y="1376897"/>
                  </a:lnTo>
                  <a:lnTo>
                    <a:pt x="6209143" y="1352773"/>
                  </a:lnTo>
                  <a:lnTo>
                    <a:pt x="6264327" y="1328171"/>
                  </a:lnTo>
                  <a:lnTo>
                    <a:pt x="6319610" y="1303434"/>
                  </a:lnTo>
                  <a:lnTo>
                    <a:pt x="6374737" y="1278912"/>
                  </a:lnTo>
                  <a:lnTo>
                    <a:pt x="6429474" y="1254942"/>
                  </a:lnTo>
                  <a:lnTo>
                    <a:pt x="6483635" y="1231831"/>
                  </a:lnTo>
                  <a:lnTo>
                    <a:pt x="6537115" y="1209838"/>
                  </a:lnTo>
                  <a:lnTo>
                    <a:pt x="6589907" y="1189164"/>
                  </a:lnTo>
                  <a:lnTo>
                    <a:pt x="6642122" y="1169949"/>
                  </a:lnTo>
                  <a:lnTo>
                    <a:pt x="6694011" y="1152269"/>
                  </a:lnTo>
                  <a:lnTo>
                    <a:pt x="6745975" y="1136141"/>
                  </a:lnTo>
                  <a:lnTo>
                    <a:pt x="6786527" y="1124728"/>
                  </a:lnTo>
                  <a:lnTo>
                    <a:pt x="6836185" y="1112203"/>
                  </a:lnTo>
                  <a:lnTo>
                    <a:pt x="6887560" y="1100954"/>
                  </a:lnTo>
                  <a:lnTo>
                    <a:pt x="6941476" y="1090913"/>
                  </a:lnTo>
                  <a:lnTo>
                    <a:pt x="6998854" y="1081967"/>
                  </a:lnTo>
                  <a:lnTo>
                    <a:pt x="7060628" y="1073990"/>
                  </a:lnTo>
                  <a:lnTo>
                    <a:pt x="7127664" y="1066859"/>
                  </a:lnTo>
                  <a:lnTo>
                    <a:pt x="7200657" y="1060470"/>
                  </a:lnTo>
                  <a:lnTo>
                    <a:pt x="7279985" y="1054738"/>
                  </a:lnTo>
                  <a:lnTo>
                    <a:pt x="7365529" y="1049602"/>
                  </a:lnTo>
                  <a:lnTo>
                    <a:pt x="7456450" y="1045025"/>
                  </a:lnTo>
                  <a:lnTo>
                    <a:pt x="7550983" y="1040993"/>
                  </a:lnTo>
                  <a:lnTo>
                    <a:pt x="7646309" y="1037511"/>
                  </a:lnTo>
                  <a:lnTo>
                    <a:pt x="7738619" y="1034591"/>
                  </a:lnTo>
                  <a:lnTo>
                    <a:pt x="7823475" y="1032244"/>
                  </a:lnTo>
                  <a:lnTo>
                    <a:pt x="7896497" y="1030462"/>
                  </a:lnTo>
                  <a:lnTo>
                    <a:pt x="7954237" y="1029209"/>
                  </a:lnTo>
                  <a:lnTo>
                    <a:pt x="7995019" y="1028418"/>
                  </a:lnTo>
                  <a:lnTo>
                    <a:pt x="8019431" y="1027992"/>
                  </a:lnTo>
                  <a:lnTo>
                    <a:pt x="8030378" y="1027820"/>
                  </a:lnTo>
                  <a:lnTo>
                    <a:pt x="8032819" y="1027785"/>
                  </a:lnTo>
                  <a:lnTo>
                    <a:pt x="8554953" y="1027785"/>
                  </a:lnTo>
                  <a:lnTo>
                    <a:pt x="8554953" y="1010843"/>
                  </a:lnTo>
                  <a:lnTo>
                    <a:pt x="8032819" y="1010843"/>
                  </a:lnTo>
                  <a:lnTo>
                    <a:pt x="8031555" y="1010861"/>
                  </a:lnTo>
                  <a:lnTo>
                    <a:pt x="8023290" y="1010988"/>
                  </a:lnTo>
                  <a:lnTo>
                    <a:pt x="8002624" y="1011339"/>
                  </a:lnTo>
                  <a:lnTo>
                    <a:pt x="7966108" y="1012029"/>
                  </a:lnTo>
                  <a:lnTo>
                    <a:pt x="7912559" y="1013158"/>
                  </a:lnTo>
                  <a:lnTo>
                    <a:pt x="7843113" y="1014802"/>
                  </a:lnTo>
                  <a:lnTo>
                    <a:pt x="7760842" y="1017006"/>
                  </a:lnTo>
                  <a:lnTo>
                    <a:pt x="7669977" y="1019782"/>
                  </a:lnTo>
                  <a:lnTo>
                    <a:pt x="7575018" y="1023124"/>
                  </a:lnTo>
                  <a:lnTo>
                    <a:pt x="7479978" y="1027018"/>
                  </a:lnTo>
                  <a:lnTo>
                    <a:pt x="7387942" y="1031457"/>
                  </a:lnTo>
                  <a:lnTo>
                    <a:pt x="7300934" y="1036450"/>
                  </a:lnTo>
                  <a:lnTo>
                    <a:pt x="7220007" y="1042028"/>
                  </a:lnTo>
                  <a:lnTo>
                    <a:pt x="7145440" y="1048245"/>
                  </a:lnTo>
                  <a:lnTo>
                    <a:pt x="7076961" y="1055179"/>
                  </a:lnTo>
                  <a:lnTo>
                    <a:pt x="7013941" y="1062933"/>
                  </a:lnTo>
                  <a:lnTo>
                    <a:pt x="6955544" y="1071624"/>
                  </a:lnTo>
                  <a:lnTo>
                    <a:pt x="6900846" y="1081378"/>
                  </a:lnTo>
                  <a:lnTo>
                    <a:pt x="6848915" y="1092314"/>
                  </a:lnTo>
                  <a:lnTo>
                    <a:pt x="6798894" y="1104515"/>
                  </a:lnTo>
                  <a:lnTo>
                    <a:pt x="6786527" y="1107786"/>
                  </a:lnTo>
                  <a:lnTo>
                    <a:pt x="6734116" y="1122734"/>
                  </a:lnTo>
                  <a:lnTo>
                    <a:pt x="6682214" y="1139214"/>
                  </a:lnTo>
                  <a:lnTo>
                    <a:pt x="6630281" y="1157247"/>
                  </a:lnTo>
                  <a:lnTo>
                    <a:pt x="6577951" y="1176803"/>
                  </a:lnTo>
                  <a:lnTo>
                    <a:pt x="6525008" y="1197791"/>
                  </a:lnTo>
                  <a:lnTo>
                    <a:pt x="6471368" y="1220059"/>
                  </a:lnTo>
                  <a:lnTo>
                    <a:pt x="6417063" y="1243390"/>
                  </a:lnTo>
                  <a:lnTo>
                    <a:pt x="6362219" y="1267514"/>
                  </a:lnTo>
                  <a:lnTo>
                    <a:pt x="6307035" y="1292115"/>
                  </a:lnTo>
                  <a:lnTo>
                    <a:pt x="6251752" y="1316852"/>
                  </a:lnTo>
                  <a:lnTo>
                    <a:pt x="6196625" y="1341375"/>
                  </a:lnTo>
                  <a:lnTo>
                    <a:pt x="6141888" y="1365344"/>
                  </a:lnTo>
                  <a:lnTo>
                    <a:pt x="6087727" y="1388455"/>
                  </a:lnTo>
                  <a:lnTo>
                    <a:pt x="6034247" y="1410448"/>
                  </a:lnTo>
                  <a:lnTo>
                    <a:pt x="5981455" y="1431122"/>
                  </a:lnTo>
                  <a:lnTo>
                    <a:pt x="5929240" y="1450337"/>
                  </a:lnTo>
                  <a:lnTo>
                    <a:pt x="5877351" y="1468018"/>
                  </a:lnTo>
                  <a:lnTo>
                    <a:pt x="5825387" y="1484145"/>
                  </a:lnTo>
                  <a:lnTo>
                    <a:pt x="5784835" y="1495559"/>
                  </a:lnTo>
                  <a:lnTo>
                    <a:pt x="5735177" y="1508083"/>
                  </a:lnTo>
                  <a:lnTo>
                    <a:pt x="5683802" y="1519332"/>
                  </a:lnTo>
                  <a:lnTo>
                    <a:pt x="5629886" y="1529373"/>
                  </a:lnTo>
                  <a:lnTo>
                    <a:pt x="5572508" y="1538319"/>
                  </a:lnTo>
                  <a:lnTo>
                    <a:pt x="5510734" y="1546297"/>
                  </a:lnTo>
                  <a:lnTo>
                    <a:pt x="5443698" y="1553427"/>
                  </a:lnTo>
                  <a:lnTo>
                    <a:pt x="5370705" y="1559816"/>
                  </a:lnTo>
                  <a:lnTo>
                    <a:pt x="5291377" y="1565548"/>
                  </a:lnTo>
                  <a:lnTo>
                    <a:pt x="5205833" y="1570685"/>
                  </a:lnTo>
                  <a:lnTo>
                    <a:pt x="5114912" y="1575262"/>
                  </a:lnTo>
                  <a:lnTo>
                    <a:pt x="5020379" y="1579293"/>
                  </a:lnTo>
                  <a:lnTo>
                    <a:pt x="4925053" y="1582775"/>
                  </a:lnTo>
                  <a:lnTo>
                    <a:pt x="4832743" y="1585695"/>
                  </a:lnTo>
                  <a:lnTo>
                    <a:pt x="4747886" y="1588042"/>
                  </a:lnTo>
                  <a:lnTo>
                    <a:pt x="4674865" y="1589824"/>
                  </a:lnTo>
                  <a:lnTo>
                    <a:pt x="4617125" y="1591077"/>
                  </a:lnTo>
                  <a:lnTo>
                    <a:pt x="4576343" y="1591869"/>
                  </a:lnTo>
                  <a:lnTo>
                    <a:pt x="4551931" y="1592294"/>
                  </a:lnTo>
                  <a:lnTo>
                    <a:pt x="4540984" y="1592467"/>
                  </a:lnTo>
                  <a:lnTo>
                    <a:pt x="4538543" y="1592502"/>
                  </a:lnTo>
                  <a:lnTo>
                    <a:pt x="4016409" y="1592502"/>
                  </a:lnTo>
                  <a:lnTo>
                    <a:pt x="4015180" y="1592454"/>
                  </a:lnTo>
                  <a:lnTo>
                    <a:pt x="4007139" y="1592117"/>
                  </a:lnTo>
                  <a:lnTo>
                    <a:pt x="3987014" y="1591183"/>
                  </a:lnTo>
                  <a:lnTo>
                    <a:pt x="3951403" y="1589349"/>
                  </a:lnTo>
                  <a:lnTo>
                    <a:pt x="3899080" y="1586343"/>
                  </a:lnTo>
                  <a:lnTo>
                    <a:pt x="3831059" y="1581961"/>
                  </a:lnTo>
                  <a:lnTo>
                    <a:pt x="3750241" y="1576081"/>
                  </a:lnTo>
                  <a:lnTo>
                    <a:pt x="3660698" y="1568664"/>
                  </a:lnTo>
                  <a:lnTo>
                    <a:pt x="3566812" y="1559725"/>
                  </a:lnTo>
                  <a:lnTo>
                    <a:pt x="3472541" y="1549299"/>
                  </a:lnTo>
                  <a:lnTo>
                    <a:pt x="3380976" y="1537408"/>
                  </a:lnTo>
                  <a:lnTo>
                    <a:pt x="3294184" y="1524036"/>
                  </a:lnTo>
                  <a:lnTo>
                    <a:pt x="3213283" y="1509106"/>
                  </a:lnTo>
                  <a:lnTo>
                    <a:pt x="3138622" y="1492482"/>
                  </a:lnTo>
                  <a:lnTo>
                    <a:pt x="3069994" y="1473961"/>
                  </a:lnTo>
                  <a:lnTo>
                    <a:pt x="3006824" y="1453283"/>
                  </a:lnTo>
                  <a:lnTo>
                    <a:pt x="2948324" y="1430139"/>
                  </a:lnTo>
                  <a:lnTo>
                    <a:pt x="2893602" y="1404193"/>
                  </a:lnTo>
                  <a:lnTo>
                    <a:pt x="2841748" y="1375123"/>
                  </a:lnTo>
                  <a:lnTo>
                    <a:pt x="2791911" y="1342682"/>
                  </a:lnTo>
                  <a:lnTo>
                    <a:pt x="2770117" y="1327085"/>
                  </a:lnTo>
                  <a:lnTo>
                    <a:pt x="2725111" y="1292230"/>
                  </a:lnTo>
                  <a:lnTo>
                    <a:pt x="2680544" y="1254302"/>
                  </a:lnTo>
                  <a:lnTo>
                    <a:pt x="2636050" y="1213243"/>
                  </a:lnTo>
                  <a:lnTo>
                    <a:pt x="2591362" y="1169073"/>
                  </a:lnTo>
                  <a:lnTo>
                    <a:pt x="2546299" y="1121896"/>
                  </a:lnTo>
                  <a:lnTo>
                    <a:pt x="2500755" y="1071906"/>
                  </a:lnTo>
                  <a:lnTo>
                    <a:pt x="2454695" y="1019393"/>
                  </a:lnTo>
                  <a:lnTo>
                    <a:pt x="2408144" y="964736"/>
                  </a:lnTo>
                  <a:lnTo>
                    <a:pt x="2361178" y="908399"/>
                  </a:lnTo>
                  <a:lnTo>
                    <a:pt x="2313917" y="850914"/>
                  </a:lnTo>
                  <a:lnTo>
                    <a:pt x="2266505" y="792860"/>
                  </a:lnTo>
                  <a:lnTo>
                    <a:pt x="2219103" y="734842"/>
                  </a:lnTo>
                  <a:lnTo>
                    <a:pt x="2171869" y="677462"/>
                  </a:lnTo>
                  <a:lnTo>
                    <a:pt x="2124946" y="621295"/>
                  </a:lnTo>
                  <a:lnTo>
                    <a:pt x="2078449" y="566866"/>
                  </a:lnTo>
                  <a:lnTo>
                    <a:pt x="2032449" y="514629"/>
                  </a:lnTo>
                  <a:lnTo>
                    <a:pt x="1986965" y="464954"/>
                  </a:lnTo>
                  <a:lnTo>
                    <a:pt x="1941952" y="418119"/>
                  </a:lnTo>
                  <a:lnTo>
                    <a:pt x="1897297" y="374308"/>
                  </a:lnTo>
                  <a:lnTo>
                    <a:pt x="1852810" y="333616"/>
                  </a:lnTo>
                  <a:lnTo>
                    <a:pt x="1808213" y="296050"/>
                  </a:lnTo>
                  <a:lnTo>
                    <a:pt x="1768425" y="265417"/>
                  </a:lnTo>
                  <a:lnTo>
                    <a:pt x="1719248" y="231436"/>
                  </a:lnTo>
                  <a:lnTo>
                    <a:pt x="1668393" y="200884"/>
                  </a:lnTo>
                  <a:lnTo>
                    <a:pt x="1615062" y="173580"/>
                  </a:lnTo>
                  <a:lnTo>
                    <a:pt x="1558361" y="149227"/>
                  </a:lnTo>
                  <a:lnTo>
                    <a:pt x="1497383" y="127488"/>
                  </a:lnTo>
                  <a:lnTo>
                    <a:pt x="1431278" y="108040"/>
                  </a:lnTo>
                  <a:lnTo>
                    <a:pt x="1359362" y="90597"/>
                  </a:lnTo>
                  <a:lnTo>
                    <a:pt x="1281242" y="74932"/>
                  </a:lnTo>
                  <a:lnTo>
                    <a:pt x="1196993" y="60877"/>
                  </a:lnTo>
                  <a:lnTo>
                    <a:pt x="1107363" y="48330"/>
                  </a:lnTo>
                  <a:lnTo>
                    <a:pt x="1013979" y="37250"/>
                  </a:lnTo>
                  <a:lnTo>
                    <a:pt x="919477" y="27642"/>
                  </a:lnTo>
                  <a:lnTo>
                    <a:pt x="827464" y="19541"/>
                  </a:lnTo>
                  <a:lnTo>
                    <a:pt x="742210" y="12976"/>
                  </a:lnTo>
                  <a:lnTo>
                    <a:pt x="668027" y="7935"/>
                  </a:lnTo>
                  <a:lnTo>
                    <a:pt x="608445" y="4336"/>
                  </a:lnTo>
                  <a:lnTo>
                    <a:pt x="565388" y="2009"/>
                  </a:lnTo>
                  <a:lnTo>
                    <a:pt x="538646" y="709"/>
                  </a:lnTo>
                  <a:lnTo>
                    <a:pt x="525757" y="144"/>
                  </a:lnTo>
                  <a:lnTo>
                    <a:pt x="5221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630" name="pl630"/>
            <p:cNvSpPr/>
            <p:nvPr/>
          </p:nvSpPr>
          <p:spPr>
            <a:xfrm>
              <a:off x="386606" y="2134270"/>
              <a:ext cx="8554953" cy="1592502"/>
            </a:xfrm>
            <a:custGeom>
              <a:avLst/>
              <a:pathLst>
                <a:path w="8554953" h="1592502">
                  <a:moveTo>
                    <a:pt x="0" y="0"/>
                  </a:moveTo>
                  <a:lnTo>
                    <a:pt x="522133" y="0"/>
                  </a:lnTo>
                  <a:lnTo>
                    <a:pt x="523362" y="47"/>
                  </a:lnTo>
                  <a:lnTo>
                    <a:pt x="531403" y="384"/>
                  </a:lnTo>
                  <a:lnTo>
                    <a:pt x="551528" y="1318"/>
                  </a:lnTo>
                  <a:lnTo>
                    <a:pt x="587139" y="3152"/>
                  </a:lnTo>
                  <a:lnTo>
                    <a:pt x="639462" y="6158"/>
                  </a:lnTo>
                  <a:lnTo>
                    <a:pt x="707483" y="10540"/>
                  </a:lnTo>
                  <a:lnTo>
                    <a:pt x="788301" y="16420"/>
                  </a:lnTo>
                  <a:lnTo>
                    <a:pt x="877844" y="23837"/>
                  </a:lnTo>
                  <a:lnTo>
                    <a:pt x="971730" y="32777"/>
                  </a:lnTo>
                  <a:lnTo>
                    <a:pt x="1066001" y="43203"/>
                  </a:lnTo>
                  <a:lnTo>
                    <a:pt x="1157567" y="55093"/>
                  </a:lnTo>
                  <a:lnTo>
                    <a:pt x="1244359" y="68466"/>
                  </a:lnTo>
                  <a:lnTo>
                    <a:pt x="1325259" y="83395"/>
                  </a:lnTo>
                  <a:lnTo>
                    <a:pt x="1399920" y="100020"/>
                  </a:lnTo>
                  <a:lnTo>
                    <a:pt x="1468548" y="118540"/>
                  </a:lnTo>
                  <a:lnTo>
                    <a:pt x="1531718" y="139219"/>
                  </a:lnTo>
                  <a:lnTo>
                    <a:pt x="1590218" y="162363"/>
                  </a:lnTo>
                  <a:lnTo>
                    <a:pt x="1644940" y="188308"/>
                  </a:lnTo>
                  <a:lnTo>
                    <a:pt x="1696794" y="217378"/>
                  </a:lnTo>
                  <a:lnTo>
                    <a:pt x="1746631" y="249819"/>
                  </a:lnTo>
                  <a:lnTo>
                    <a:pt x="1768425" y="265417"/>
                  </a:lnTo>
                  <a:lnTo>
                    <a:pt x="1813431" y="300271"/>
                  </a:lnTo>
                  <a:lnTo>
                    <a:pt x="1857998" y="338200"/>
                  </a:lnTo>
                  <a:lnTo>
                    <a:pt x="1902492" y="379258"/>
                  </a:lnTo>
                  <a:lnTo>
                    <a:pt x="1947180" y="423428"/>
                  </a:lnTo>
                  <a:lnTo>
                    <a:pt x="1992244" y="470605"/>
                  </a:lnTo>
                  <a:lnTo>
                    <a:pt x="2037787" y="520595"/>
                  </a:lnTo>
                  <a:lnTo>
                    <a:pt x="2083847" y="573109"/>
                  </a:lnTo>
                  <a:lnTo>
                    <a:pt x="2130399" y="627765"/>
                  </a:lnTo>
                  <a:lnTo>
                    <a:pt x="2177364" y="684102"/>
                  </a:lnTo>
                  <a:lnTo>
                    <a:pt x="2224625" y="741587"/>
                  </a:lnTo>
                  <a:lnTo>
                    <a:pt x="2272037" y="799641"/>
                  </a:lnTo>
                  <a:lnTo>
                    <a:pt x="2319440" y="857659"/>
                  </a:lnTo>
                  <a:lnTo>
                    <a:pt x="2366674" y="915040"/>
                  </a:lnTo>
                  <a:lnTo>
                    <a:pt x="2413596" y="971206"/>
                  </a:lnTo>
                  <a:lnTo>
                    <a:pt x="2460093" y="1025635"/>
                  </a:lnTo>
                  <a:lnTo>
                    <a:pt x="2506093" y="1077872"/>
                  </a:lnTo>
                  <a:lnTo>
                    <a:pt x="2551578" y="1127547"/>
                  </a:lnTo>
                  <a:lnTo>
                    <a:pt x="2596590" y="1174382"/>
                  </a:lnTo>
                  <a:lnTo>
                    <a:pt x="2641245" y="1218193"/>
                  </a:lnTo>
                  <a:lnTo>
                    <a:pt x="2685732" y="1258886"/>
                  </a:lnTo>
                  <a:lnTo>
                    <a:pt x="2730329" y="1296451"/>
                  </a:lnTo>
                  <a:lnTo>
                    <a:pt x="2770117" y="1327085"/>
                  </a:lnTo>
                  <a:lnTo>
                    <a:pt x="2819295" y="1361065"/>
                  </a:lnTo>
                  <a:lnTo>
                    <a:pt x="2870149" y="1391618"/>
                  </a:lnTo>
                  <a:lnTo>
                    <a:pt x="2923480" y="1418921"/>
                  </a:lnTo>
                  <a:lnTo>
                    <a:pt x="2980181" y="1443274"/>
                  </a:lnTo>
                  <a:lnTo>
                    <a:pt x="3041160" y="1465013"/>
                  </a:lnTo>
                  <a:lnTo>
                    <a:pt x="3107264" y="1484461"/>
                  </a:lnTo>
                  <a:lnTo>
                    <a:pt x="3179180" y="1501904"/>
                  </a:lnTo>
                  <a:lnTo>
                    <a:pt x="3257300" y="1517569"/>
                  </a:lnTo>
                  <a:lnTo>
                    <a:pt x="3341549" y="1531624"/>
                  </a:lnTo>
                  <a:lnTo>
                    <a:pt x="3431179" y="1544171"/>
                  </a:lnTo>
                  <a:lnTo>
                    <a:pt x="3524563" y="1555251"/>
                  </a:lnTo>
                  <a:lnTo>
                    <a:pt x="3619065" y="1564859"/>
                  </a:lnTo>
                  <a:lnTo>
                    <a:pt x="3711078" y="1572960"/>
                  </a:lnTo>
                  <a:lnTo>
                    <a:pt x="3796332" y="1579525"/>
                  </a:lnTo>
                  <a:lnTo>
                    <a:pt x="3870515" y="1584566"/>
                  </a:lnTo>
                  <a:lnTo>
                    <a:pt x="3930098" y="1588166"/>
                  </a:lnTo>
                  <a:lnTo>
                    <a:pt x="3973154" y="1590493"/>
                  </a:lnTo>
                  <a:lnTo>
                    <a:pt x="3999897" y="1591792"/>
                  </a:lnTo>
                  <a:lnTo>
                    <a:pt x="4012785" y="1592358"/>
                  </a:lnTo>
                  <a:lnTo>
                    <a:pt x="4016296" y="1592498"/>
                  </a:lnTo>
                  <a:lnTo>
                    <a:pt x="4016409" y="1592502"/>
                  </a:lnTo>
                  <a:lnTo>
                    <a:pt x="4538543" y="1592502"/>
                  </a:lnTo>
                  <a:lnTo>
                    <a:pt x="4539807" y="1592484"/>
                  </a:lnTo>
                  <a:lnTo>
                    <a:pt x="4548072" y="1592357"/>
                  </a:lnTo>
                  <a:lnTo>
                    <a:pt x="4568738" y="1592006"/>
                  </a:lnTo>
                  <a:lnTo>
                    <a:pt x="4605254" y="1591316"/>
                  </a:lnTo>
                  <a:lnTo>
                    <a:pt x="4658803" y="1590187"/>
                  </a:lnTo>
                  <a:lnTo>
                    <a:pt x="4728248" y="1588543"/>
                  </a:lnTo>
                  <a:lnTo>
                    <a:pt x="4810520" y="1586339"/>
                  </a:lnTo>
                  <a:lnTo>
                    <a:pt x="4901385" y="1583563"/>
                  </a:lnTo>
                  <a:lnTo>
                    <a:pt x="4996344" y="1580221"/>
                  </a:lnTo>
                  <a:lnTo>
                    <a:pt x="5091384" y="1576327"/>
                  </a:lnTo>
                  <a:lnTo>
                    <a:pt x="5183420" y="1571888"/>
                  </a:lnTo>
                  <a:lnTo>
                    <a:pt x="5270428" y="1566894"/>
                  </a:lnTo>
                  <a:lnTo>
                    <a:pt x="5351355" y="1561317"/>
                  </a:lnTo>
                  <a:lnTo>
                    <a:pt x="5425922" y="1555100"/>
                  </a:lnTo>
                  <a:lnTo>
                    <a:pt x="5494401" y="1548165"/>
                  </a:lnTo>
                  <a:lnTo>
                    <a:pt x="5557421" y="1540412"/>
                  </a:lnTo>
                  <a:lnTo>
                    <a:pt x="5615818" y="1531721"/>
                  </a:lnTo>
                  <a:lnTo>
                    <a:pt x="5670516" y="1521967"/>
                  </a:lnTo>
                  <a:lnTo>
                    <a:pt x="5722447" y="1511031"/>
                  </a:lnTo>
                  <a:lnTo>
                    <a:pt x="5772468" y="1498829"/>
                  </a:lnTo>
                  <a:lnTo>
                    <a:pt x="5784835" y="1495559"/>
                  </a:lnTo>
                  <a:lnTo>
                    <a:pt x="5837246" y="1480611"/>
                  </a:lnTo>
                  <a:lnTo>
                    <a:pt x="5889148" y="1464131"/>
                  </a:lnTo>
                  <a:lnTo>
                    <a:pt x="5941081" y="1446098"/>
                  </a:lnTo>
                  <a:lnTo>
                    <a:pt x="5993411" y="1426542"/>
                  </a:lnTo>
                  <a:lnTo>
                    <a:pt x="6046354" y="1405554"/>
                  </a:lnTo>
                  <a:lnTo>
                    <a:pt x="6099994" y="1383286"/>
                  </a:lnTo>
                  <a:lnTo>
                    <a:pt x="6154299" y="1359955"/>
                  </a:lnTo>
                  <a:lnTo>
                    <a:pt x="6209143" y="1335831"/>
                  </a:lnTo>
                  <a:lnTo>
                    <a:pt x="6264327" y="1311230"/>
                  </a:lnTo>
                  <a:lnTo>
                    <a:pt x="6319610" y="1286493"/>
                  </a:lnTo>
                  <a:lnTo>
                    <a:pt x="6374737" y="1261970"/>
                  </a:lnTo>
                  <a:lnTo>
                    <a:pt x="6429474" y="1238001"/>
                  </a:lnTo>
                  <a:lnTo>
                    <a:pt x="6483635" y="1214890"/>
                  </a:lnTo>
                  <a:lnTo>
                    <a:pt x="6537115" y="1192896"/>
                  </a:lnTo>
                  <a:lnTo>
                    <a:pt x="6589907" y="1172223"/>
                  </a:lnTo>
                  <a:lnTo>
                    <a:pt x="6642122" y="1153007"/>
                  </a:lnTo>
                  <a:lnTo>
                    <a:pt x="6694011" y="1135327"/>
                  </a:lnTo>
                  <a:lnTo>
                    <a:pt x="6745975" y="1119200"/>
                  </a:lnTo>
                  <a:lnTo>
                    <a:pt x="6786527" y="1107786"/>
                  </a:lnTo>
                  <a:lnTo>
                    <a:pt x="6836185" y="1095262"/>
                  </a:lnTo>
                  <a:lnTo>
                    <a:pt x="6887560" y="1084013"/>
                  </a:lnTo>
                  <a:lnTo>
                    <a:pt x="6941476" y="1073972"/>
                  </a:lnTo>
                  <a:lnTo>
                    <a:pt x="6998854" y="1065026"/>
                  </a:lnTo>
                  <a:lnTo>
                    <a:pt x="7060628" y="1057048"/>
                  </a:lnTo>
                  <a:lnTo>
                    <a:pt x="7127664" y="1049918"/>
                  </a:lnTo>
                  <a:lnTo>
                    <a:pt x="7200657" y="1043529"/>
                  </a:lnTo>
                  <a:lnTo>
                    <a:pt x="7279985" y="1037797"/>
                  </a:lnTo>
                  <a:lnTo>
                    <a:pt x="7365529" y="1032660"/>
                  </a:lnTo>
                  <a:lnTo>
                    <a:pt x="7456450" y="1028083"/>
                  </a:lnTo>
                  <a:lnTo>
                    <a:pt x="7550983" y="1024051"/>
                  </a:lnTo>
                  <a:lnTo>
                    <a:pt x="7646309" y="1020569"/>
                  </a:lnTo>
                  <a:lnTo>
                    <a:pt x="7738619" y="1017650"/>
                  </a:lnTo>
                  <a:lnTo>
                    <a:pt x="7823475" y="1015303"/>
                  </a:lnTo>
                  <a:lnTo>
                    <a:pt x="7896497" y="1013520"/>
                  </a:lnTo>
                  <a:lnTo>
                    <a:pt x="7954237" y="1012268"/>
                  </a:lnTo>
                  <a:lnTo>
                    <a:pt x="7995019" y="1011476"/>
                  </a:lnTo>
                  <a:lnTo>
                    <a:pt x="8019431" y="1011051"/>
                  </a:lnTo>
                  <a:lnTo>
                    <a:pt x="8030378" y="1010878"/>
                  </a:lnTo>
                  <a:lnTo>
                    <a:pt x="8032798" y="1010843"/>
                  </a:lnTo>
                  <a:lnTo>
                    <a:pt x="8032819" y="1010843"/>
                  </a:lnTo>
                  <a:lnTo>
                    <a:pt x="8554953" y="1010843"/>
                  </a:lnTo>
                  <a:lnTo>
                    <a:pt x="8554953" y="1010843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631" name="pl631"/>
            <p:cNvSpPr/>
            <p:nvPr/>
          </p:nvSpPr>
          <p:spPr>
            <a:xfrm>
              <a:off x="386606" y="2117328"/>
              <a:ext cx="8554953" cy="1592502"/>
            </a:xfrm>
            <a:custGeom>
              <a:avLst/>
              <a:pathLst>
                <a:path w="8554953" h="1592502">
                  <a:moveTo>
                    <a:pt x="8554953" y="1010843"/>
                  </a:moveTo>
                  <a:lnTo>
                    <a:pt x="8032819" y="1010843"/>
                  </a:lnTo>
                  <a:lnTo>
                    <a:pt x="8031555" y="1010861"/>
                  </a:lnTo>
                  <a:lnTo>
                    <a:pt x="8023290" y="1010988"/>
                  </a:lnTo>
                  <a:lnTo>
                    <a:pt x="8002624" y="1011339"/>
                  </a:lnTo>
                  <a:lnTo>
                    <a:pt x="7966108" y="1012029"/>
                  </a:lnTo>
                  <a:lnTo>
                    <a:pt x="7912559" y="1013158"/>
                  </a:lnTo>
                  <a:lnTo>
                    <a:pt x="7843113" y="1014802"/>
                  </a:lnTo>
                  <a:lnTo>
                    <a:pt x="7760842" y="1017006"/>
                  </a:lnTo>
                  <a:lnTo>
                    <a:pt x="7669977" y="1019782"/>
                  </a:lnTo>
                  <a:lnTo>
                    <a:pt x="7575018" y="1023124"/>
                  </a:lnTo>
                  <a:lnTo>
                    <a:pt x="7479978" y="1027018"/>
                  </a:lnTo>
                  <a:lnTo>
                    <a:pt x="7387942" y="1031457"/>
                  </a:lnTo>
                  <a:lnTo>
                    <a:pt x="7300934" y="1036450"/>
                  </a:lnTo>
                  <a:lnTo>
                    <a:pt x="7220007" y="1042028"/>
                  </a:lnTo>
                  <a:lnTo>
                    <a:pt x="7145440" y="1048245"/>
                  </a:lnTo>
                  <a:lnTo>
                    <a:pt x="7076961" y="1055179"/>
                  </a:lnTo>
                  <a:lnTo>
                    <a:pt x="7013941" y="1062933"/>
                  </a:lnTo>
                  <a:lnTo>
                    <a:pt x="6955544" y="1071624"/>
                  </a:lnTo>
                  <a:lnTo>
                    <a:pt x="6900846" y="1081378"/>
                  </a:lnTo>
                  <a:lnTo>
                    <a:pt x="6848915" y="1092314"/>
                  </a:lnTo>
                  <a:lnTo>
                    <a:pt x="6798894" y="1104515"/>
                  </a:lnTo>
                  <a:lnTo>
                    <a:pt x="6786527" y="1107786"/>
                  </a:lnTo>
                  <a:lnTo>
                    <a:pt x="6734116" y="1122734"/>
                  </a:lnTo>
                  <a:lnTo>
                    <a:pt x="6682214" y="1139214"/>
                  </a:lnTo>
                  <a:lnTo>
                    <a:pt x="6630281" y="1157247"/>
                  </a:lnTo>
                  <a:lnTo>
                    <a:pt x="6577951" y="1176803"/>
                  </a:lnTo>
                  <a:lnTo>
                    <a:pt x="6525008" y="1197791"/>
                  </a:lnTo>
                  <a:lnTo>
                    <a:pt x="6471368" y="1220059"/>
                  </a:lnTo>
                  <a:lnTo>
                    <a:pt x="6417063" y="1243390"/>
                  </a:lnTo>
                  <a:lnTo>
                    <a:pt x="6362219" y="1267514"/>
                  </a:lnTo>
                  <a:lnTo>
                    <a:pt x="6307035" y="1292115"/>
                  </a:lnTo>
                  <a:lnTo>
                    <a:pt x="6251752" y="1316852"/>
                  </a:lnTo>
                  <a:lnTo>
                    <a:pt x="6196625" y="1341375"/>
                  </a:lnTo>
                  <a:lnTo>
                    <a:pt x="6141888" y="1365344"/>
                  </a:lnTo>
                  <a:lnTo>
                    <a:pt x="6087727" y="1388455"/>
                  </a:lnTo>
                  <a:lnTo>
                    <a:pt x="6034247" y="1410448"/>
                  </a:lnTo>
                  <a:lnTo>
                    <a:pt x="5981455" y="1431122"/>
                  </a:lnTo>
                  <a:lnTo>
                    <a:pt x="5929240" y="1450337"/>
                  </a:lnTo>
                  <a:lnTo>
                    <a:pt x="5877351" y="1468018"/>
                  </a:lnTo>
                  <a:lnTo>
                    <a:pt x="5825387" y="1484145"/>
                  </a:lnTo>
                  <a:lnTo>
                    <a:pt x="5784835" y="1495559"/>
                  </a:lnTo>
                  <a:lnTo>
                    <a:pt x="5735177" y="1508083"/>
                  </a:lnTo>
                  <a:lnTo>
                    <a:pt x="5683802" y="1519332"/>
                  </a:lnTo>
                  <a:lnTo>
                    <a:pt x="5629886" y="1529373"/>
                  </a:lnTo>
                  <a:lnTo>
                    <a:pt x="5572508" y="1538319"/>
                  </a:lnTo>
                  <a:lnTo>
                    <a:pt x="5510734" y="1546297"/>
                  </a:lnTo>
                  <a:lnTo>
                    <a:pt x="5443698" y="1553427"/>
                  </a:lnTo>
                  <a:lnTo>
                    <a:pt x="5370705" y="1559816"/>
                  </a:lnTo>
                  <a:lnTo>
                    <a:pt x="5291377" y="1565548"/>
                  </a:lnTo>
                  <a:lnTo>
                    <a:pt x="5205833" y="1570685"/>
                  </a:lnTo>
                  <a:lnTo>
                    <a:pt x="5114912" y="1575262"/>
                  </a:lnTo>
                  <a:lnTo>
                    <a:pt x="5020379" y="1579293"/>
                  </a:lnTo>
                  <a:lnTo>
                    <a:pt x="4925053" y="1582775"/>
                  </a:lnTo>
                  <a:lnTo>
                    <a:pt x="4832743" y="1585695"/>
                  </a:lnTo>
                  <a:lnTo>
                    <a:pt x="4747886" y="1588042"/>
                  </a:lnTo>
                  <a:lnTo>
                    <a:pt x="4674865" y="1589824"/>
                  </a:lnTo>
                  <a:lnTo>
                    <a:pt x="4617125" y="1591077"/>
                  </a:lnTo>
                  <a:lnTo>
                    <a:pt x="4576343" y="1591869"/>
                  </a:lnTo>
                  <a:lnTo>
                    <a:pt x="4551931" y="1592294"/>
                  </a:lnTo>
                  <a:lnTo>
                    <a:pt x="4540984" y="1592467"/>
                  </a:lnTo>
                  <a:lnTo>
                    <a:pt x="4538564" y="1592501"/>
                  </a:lnTo>
                  <a:lnTo>
                    <a:pt x="4538543" y="1592502"/>
                  </a:lnTo>
                  <a:lnTo>
                    <a:pt x="4016409" y="1592502"/>
                  </a:lnTo>
                  <a:lnTo>
                    <a:pt x="4015180" y="1592454"/>
                  </a:lnTo>
                  <a:lnTo>
                    <a:pt x="4007139" y="1592117"/>
                  </a:lnTo>
                  <a:lnTo>
                    <a:pt x="3987014" y="1591183"/>
                  </a:lnTo>
                  <a:lnTo>
                    <a:pt x="3951403" y="1589349"/>
                  </a:lnTo>
                  <a:lnTo>
                    <a:pt x="3899080" y="1586343"/>
                  </a:lnTo>
                  <a:lnTo>
                    <a:pt x="3831059" y="1581961"/>
                  </a:lnTo>
                  <a:lnTo>
                    <a:pt x="3750241" y="1576081"/>
                  </a:lnTo>
                  <a:lnTo>
                    <a:pt x="3660698" y="1568664"/>
                  </a:lnTo>
                  <a:lnTo>
                    <a:pt x="3566812" y="1559725"/>
                  </a:lnTo>
                  <a:lnTo>
                    <a:pt x="3472541" y="1549299"/>
                  </a:lnTo>
                  <a:lnTo>
                    <a:pt x="3380976" y="1537408"/>
                  </a:lnTo>
                  <a:lnTo>
                    <a:pt x="3294184" y="1524036"/>
                  </a:lnTo>
                  <a:lnTo>
                    <a:pt x="3213283" y="1509106"/>
                  </a:lnTo>
                  <a:lnTo>
                    <a:pt x="3138622" y="1492482"/>
                  </a:lnTo>
                  <a:lnTo>
                    <a:pt x="3069994" y="1473961"/>
                  </a:lnTo>
                  <a:lnTo>
                    <a:pt x="3006824" y="1453283"/>
                  </a:lnTo>
                  <a:lnTo>
                    <a:pt x="2948324" y="1430139"/>
                  </a:lnTo>
                  <a:lnTo>
                    <a:pt x="2893602" y="1404193"/>
                  </a:lnTo>
                  <a:lnTo>
                    <a:pt x="2841748" y="1375123"/>
                  </a:lnTo>
                  <a:lnTo>
                    <a:pt x="2791911" y="1342682"/>
                  </a:lnTo>
                  <a:lnTo>
                    <a:pt x="2770117" y="1327085"/>
                  </a:lnTo>
                  <a:lnTo>
                    <a:pt x="2725111" y="1292230"/>
                  </a:lnTo>
                  <a:lnTo>
                    <a:pt x="2680544" y="1254302"/>
                  </a:lnTo>
                  <a:lnTo>
                    <a:pt x="2636050" y="1213243"/>
                  </a:lnTo>
                  <a:lnTo>
                    <a:pt x="2591362" y="1169073"/>
                  </a:lnTo>
                  <a:lnTo>
                    <a:pt x="2546299" y="1121896"/>
                  </a:lnTo>
                  <a:lnTo>
                    <a:pt x="2500755" y="1071906"/>
                  </a:lnTo>
                  <a:lnTo>
                    <a:pt x="2454695" y="1019393"/>
                  </a:lnTo>
                  <a:lnTo>
                    <a:pt x="2408144" y="964736"/>
                  </a:lnTo>
                  <a:lnTo>
                    <a:pt x="2361178" y="908399"/>
                  </a:lnTo>
                  <a:lnTo>
                    <a:pt x="2313917" y="850914"/>
                  </a:lnTo>
                  <a:lnTo>
                    <a:pt x="2266505" y="792860"/>
                  </a:lnTo>
                  <a:lnTo>
                    <a:pt x="2219103" y="734842"/>
                  </a:lnTo>
                  <a:lnTo>
                    <a:pt x="2171869" y="677462"/>
                  </a:lnTo>
                  <a:lnTo>
                    <a:pt x="2124946" y="621295"/>
                  </a:lnTo>
                  <a:lnTo>
                    <a:pt x="2078449" y="566866"/>
                  </a:lnTo>
                  <a:lnTo>
                    <a:pt x="2032449" y="514629"/>
                  </a:lnTo>
                  <a:lnTo>
                    <a:pt x="1986965" y="464954"/>
                  </a:lnTo>
                  <a:lnTo>
                    <a:pt x="1941952" y="418119"/>
                  </a:lnTo>
                  <a:lnTo>
                    <a:pt x="1897297" y="374308"/>
                  </a:lnTo>
                  <a:lnTo>
                    <a:pt x="1852810" y="333616"/>
                  </a:lnTo>
                  <a:lnTo>
                    <a:pt x="1808213" y="296050"/>
                  </a:lnTo>
                  <a:lnTo>
                    <a:pt x="1768425" y="265417"/>
                  </a:lnTo>
                  <a:lnTo>
                    <a:pt x="1719248" y="231436"/>
                  </a:lnTo>
                  <a:lnTo>
                    <a:pt x="1668393" y="200884"/>
                  </a:lnTo>
                  <a:lnTo>
                    <a:pt x="1615062" y="173580"/>
                  </a:lnTo>
                  <a:lnTo>
                    <a:pt x="1558361" y="149227"/>
                  </a:lnTo>
                  <a:lnTo>
                    <a:pt x="1497383" y="127488"/>
                  </a:lnTo>
                  <a:lnTo>
                    <a:pt x="1431278" y="108040"/>
                  </a:lnTo>
                  <a:lnTo>
                    <a:pt x="1359362" y="90597"/>
                  </a:lnTo>
                  <a:lnTo>
                    <a:pt x="1281242" y="74932"/>
                  </a:lnTo>
                  <a:lnTo>
                    <a:pt x="1196993" y="60877"/>
                  </a:lnTo>
                  <a:lnTo>
                    <a:pt x="1107363" y="48330"/>
                  </a:lnTo>
                  <a:lnTo>
                    <a:pt x="1013979" y="37250"/>
                  </a:lnTo>
                  <a:lnTo>
                    <a:pt x="919477" y="27642"/>
                  </a:lnTo>
                  <a:lnTo>
                    <a:pt x="827464" y="19541"/>
                  </a:lnTo>
                  <a:lnTo>
                    <a:pt x="742210" y="12976"/>
                  </a:lnTo>
                  <a:lnTo>
                    <a:pt x="668027" y="7935"/>
                  </a:lnTo>
                  <a:lnTo>
                    <a:pt x="608445" y="4336"/>
                  </a:lnTo>
                  <a:lnTo>
                    <a:pt x="565388" y="2009"/>
                  </a:lnTo>
                  <a:lnTo>
                    <a:pt x="538646" y="709"/>
                  </a:lnTo>
                  <a:lnTo>
                    <a:pt x="525757" y="144"/>
                  </a:lnTo>
                  <a:lnTo>
                    <a:pt x="522246" y="4"/>
                  </a:lnTo>
                  <a:lnTo>
                    <a:pt x="522133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632" name="pg632"/>
            <p:cNvSpPr/>
            <p:nvPr/>
          </p:nvSpPr>
          <p:spPr>
            <a:xfrm>
              <a:off x="386606" y="2134270"/>
              <a:ext cx="8554953" cy="1615090"/>
            </a:xfrm>
            <a:custGeom>
              <a:avLst/>
              <a:pathLst>
                <a:path w="8554953" h="1615090">
                  <a:moveTo>
                    <a:pt x="0" y="11294"/>
                  </a:moveTo>
                  <a:lnTo>
                    <a:pt x="522133" y="11294"/>
                  </a:lnTo>
                  <a:lnTo>
                    <a:pt x="523361" y="11341"/>
                  </a:lnTo>
                  <a:lnTo>
                    <a:pt x="531399" y="11681"/>
                  </a:lnTo>
                  <a:lnTo>
                    <a:pt x="551516" y="12621"/>
                  </a:lnTo>
                  <a:lnTo>
                    <a:pt x="587112" y="14468"/>
                  </a:lnTo>
                  <a:lnTo>
                    <a:pt x="639415" y="17493"/>
                  </a:lnTo>
                  <a:lnTo>
                    <a:pt x="707414" y="21905"/>
                  </a:lnTo>
                  <a:lnTo>
                    <a:pt x="788208" y="27823"/>
                  </a:lnTo>
                  <a:lnTo>
                    <a:pt x="877730" y="35290"/>
                  </a:lnTo>
                  <a:lnTo>
                    <a:pt x="971599" y="44290"/>
                  </a:lnTo>
                  <a:lnTo>
                    <a:pt x="1065857" y="54786"/>
                  </a:lnTo>
                  <a:lnTo>
                    <a:pt x="1157415" y="66756"/>
                  </a:lnTo>
                  <a:lnTo>
                    <a:pt x="1244203" y="80219"/>
                  </a:lnTo>
                  <a:lnTo>
                    <a:pt x="1325103" y="95249"/>
                  </a:lnTo>
                  <a:lnTo>
                    <a:pt x="1399766" y="111985"/>
                  </a:lnTo>
                  <a:lnTo>
                    <a:pt x="1468396" y="130630"/>
                  </a:lnTo>
                  <a:lnTo>
                    <a:pt x="1531568" y="151446"/>
                  </a:lnTo>
                  <a:lnTo>
                    <a:pt x="1590070" y="174744"/>
                  </a:lnTo>
                  <a:lnTo>
                    <a:pt x="1644793" y="200861"/>
                  </a:lnTo>
                  <a:lnTo>
                    <a:pt x="1696646" y="230124"/>
                  </a:lnTo>
                  <a:lnTo>
                    <a:pt x="1746480" y="262779"/>
                  </a:lnTo>
                  <a:lnTo>
                    <a:pt x="1768425" y="278593"/>
                  </a:lnTo>
                  <a:lnTo>
                    <a:pt x="1813347" y="313627"/>
                  </a:lnTo>
                  <a:lnTo>
                    <a:pt x="1857832" y="351744"/>
                  </a:lnTo>
                  <a:lnTo>
                    <a:pt x="1902242" y="393001"/>
                  </a:lnTo>
                  <a:lnTo>
                    <a:pt x="1946844" y="437380"/>
                  </a:lnTo>
                  <a:lnTo>
                    <a:pt x="1991819" y="484779"/>
                  </a:lnTo>
                  <a:lnTo>
                    <a:pt x="2037272" y="535001"/>
                  </a:lnTo>
                  <a:lnTo>
                    <a:pt x="2083240" y="587759"/>
                  </a:lnTo>
                  <a:lnTo>
                    <a:pt x="2129697" y="642673"/>
                  </a:lnTo>
                  <a:lnTo>
                    <a:pt x="2176569" y="699280"/>
                  </a:lnTo>
                  <a:lnTo>
                    <a:pt x="2223738" y="757049"/>
                  </a:lnTo>
                  <a:lnTo>
                    <a:pt x="2271059" y="815400"/>
                  </a:lnTo>
                  <a:lnTo>
                    <a:pt x="2318375" y="873727"/>
                  </a:lnTo>
                  <a:lnTo>
                    <a:pt x="2365526" y="931428"/>
                  </a:lnTo>
                  <a:lnTo>
                    <a:pt x="2412370" y="987925"/>
                  </a:lnTo>
                  <a:lnTo>
                    <a:pt x="2458792" y="1042691"/>
                  </a:lnTo>
                  <a:lnTo>
                    <a:pt x="2504721" y="1095270"/>
                  </a:lnTo>
                  <a:lnTo>
                    <a:pt x="2550136" y="1145288"/>
                  </a:lnTo>
                  <a:lnTo>
                    <a:pt x="2595079" y="1192464"/>
                  </a:lnTo>
                  <a:lnTo>
                    <a:pt x="2639659" y="1236610"/>
                  </a:lnTo>
                  <a:lnTo>
                    <a:pt x="2684065" y="1277629"/>
                  </a:lnTo>
                  <a:lnTo>
                    <a:pt x="2728568" y="1315511"/>
                  </a:lnTo>
                  <a:lnTo>
                    <a:pt x="2770117" y="1347791"/>
                  </a:lnTo>
                  <a:lnTo>
                    <a:pt x="2819287" y="1382007"/>
                  </a:lnTo>
                  <a:lnTo>
                    <a:pt x="2870133" y="1412773"/>
                  </a:lnTo>
                  <a:lnTo>
                    <a:pt x="2923455" y="1440267"/>
                  </a:lnTo>
                  <a:lnTo>
                    <a:pt x="2980145" y="1464790"/>
                  </a:lnTo>
                  <a:lnTo>
                    <a:pt x="3041111" y="1486681"/>
                  </a:lnTo>
                  <a:lnTo>
                    <a:pt x="3107200" y="1506267"/>
                  </a:lnTo>
                  <a:lnTo>
                    <a:pt x="3179099" y="1523832"/>
                  </a:lnTo>
                  <a:lnTo>
                    <a:pt x="3257200" y="1539608"/>
                  </a:lnTo>
                  <a:lnTo>
                    <a:pt x="3341428" y="1553762"/>
                  </a:lnTo>
                  <a:lnTo>
                    <a:pt x="3431037" y="1566398"/>
                  </a:lnTo>
                  <a:lnTo>
                    <a:pt x="3524403" y="1577558"/>
                  </a:lnTo>
                  <a:lnTo>
                    <a:pt x="3618891" y="1587235"/>
                  </a:lnTo>
                  <a:lnTo>
                    <a:pt x="3710899" y="1595395"/>
                  </a:lnTo>
                  <a:lnTo>
                    <a:pt x="3796158" y="1602009"/>
                  </a:lnTo>
                  <a:lnTo>
                    <a:pt x="3870359" y="1607088"/>
                  </a:lnTo>
                  <a:lnTo>
                    <a:pt x="3929970" y="1610716"/>
                  </a:lnTo>
                  <a:lnTo>
                    <a:pt x="3973063" y="1613062"/>
                  </a:lnTo>
                  <a:lnTo>
                    <a:pt x="3999843" y="1614373"/>
                  </a:lnTo>
                  <a:lnTo>
                    <a:pt x="4012764" y="1614944"/>
                  </a:lnTo>
                  <a:lnTo>
                    <a:pt x="4016409" y="1615090"/>
                  </a:lnTo>
                  <a:lnTo>
                    <a:pt x="4538543" y="1615090"/>
                  </a:lnTo>
                  <a:lnTo>
                    <a:pt x="4539811" y="1615080"/>
                  </a:lnTo>
                  <a:lnTo>
                    <a:pt x="4548098" y="1615002"/>
                  </a:lnTo>
                  <a:lnTo>
                    <a:pt x="4568818" y="1614786"/>
                  </a:lnTo>
                  <a:lnTo>
                    <a:pt x="4605424" y="1614363"/>
                  </a:lnTo>
                  <a:lnTo>
                    <a:pt x="4659095" y="1613671"/>
                  </a:lnTo>
                  <a:lnTo>
                    <a:pt x="4728682" y="1612662"/>
                  </a:lnTo>
                  <a:lnTo>
                    <a:pt x="4811097" y="1611311"/>
                  </a:lnTo>
                  <a:lnTo>
                    <a:pt x="4902092" y="1609609"/>
                  </a:lnTo>
                  <a:lnTo>
                    <a:pt x="4997156" y="1607560"/>
                  </a:lnTo>
                  <a:lnTo>
                    <a:pt x="5092270" y="1605173"/>
                  </a:lnTo>
                  <a:lnTo>
                    <a:pt x="5184351" y="1602452"/>
                  </a:lnTo>
                  <a:lnTo>
                    <a:pt x="5271379" y="1599391"/>
                  </a:lnTo>
                  <a:lnTo>
                    <a:pt x="5352308" y="1595972"/>
                  </a:lnTo>
                  <a:lnTo>
                    <a:pt x="5426865" y="1592161"/>
                  </a:lnTo>
                  <a:lnTo>
                    <a:pt x="5495329" y="1587909"/>
                  </a:lnTo>
                  <a:lnTo>
                    <a:pt x="5558335" y="1583154"/>
                  </a:lnTo>
                  <a:lnTo>
                    <a:pt x="5616721" y="1577824"/>
                  </a:lnTo>
                  <a:lnTo>
                    <a:pt x="5671418" y="1571841"/>
                  </a:lnTo>
                  <a:lnTo>
                    <a:pt x="5723358" y="1565132"/>
                  </a:lnTo>
                  <a:lnTo>
                    <a:pt x="5773398" y="1557647"/>
                  </a:lnTo>
                  <a:lnTo>
                    <a:pt x="5784835" y="1555795"/>
                  </a:lnTo>
                  <a:lnTo>
                    <a:pt x="5838365" y="1546445"/>
                  </a:lnTo>
                  <a:lnTo>
                    <a:pt x="5891377" y="1536118"/>
                  </a:lnTo>
                  <a:lnTo>
                    <a:pt x="5944442" y="1524799"/>
                  </a:lnTo>
                  <a:lnTo>
                    <a:pt x="5997938" y="1512510"/>
                  </a:lnTo>
                  <a:lnTo>
                    <a:pt x="6052087" y="1499315"/>
                  </a:lnTo>
                  <a:lnTo>
                    <a:pt x="6106964" y="1485316"/>
                  </a:lnTo>
                  <a:lnTo>
                    <a:pt x="6162523" y="1470659"/>
                  </a:lnTo>
                  <a:lnTo>
                    <a:pt x="6218617" y="1455525"/>
                  </a:lnTo>
                  <a:lnTo>
                    <a:pt x="6275025" y="1440122"/>
                  </a:lnTo>
                  <a:lnTo>
                    <a:pt x="6331484" y="1424677"/>
                  </a:lnTo>
                  <a:lnTo>
                    <a:pt x="6387726" y="1409415"/>
                  </a:lnTo>
                  <a:lnTo>
                    <a:pt x="6443508" y="1394555"/>
                  </a:lnTo>
                  <a:lnTo>
                    <a:pt x="6498654" y="1380289"/>
                  </a:lnTo>
                  <a:lnTo>
                    <a:pt x="6553076" y="1366776"/>
                  </a:lnTo>
                  <a:lnTo>
                    <a:pt x="6606800" y="1354136"/>
                  </a:lnTo>
                  <a:lnTo>
                    <a:pt x="6659992" y="1342446"/>
                  </a:lnTo>
                  <a:lnTo>
                    <a:pt x="6712968" y="1331744"/>
                  </a:lnTo>
                  <a:lnTo>
                    <a:pt x="6766223" y="1322029"/>
                  </a:lnTo>
                  <a:lnTo>
                    <a:pt x="6786527" y="1318614"/>
                  </a:lnTo>
                  <a:lnTo>
                    <a:pt x="6836232" y="1310946"/>
                  </a:lnTo>
                  <a:lnTo>
                    <a:pt x="6887659" y="1304061"/>
                  </a:lnTo>
                  <a:lnTo>
                    <a:pt x="6941633" y="1297915"/>
                  </a:lnTo>
                  <a:lnTo>
                    <a:pt x="6999078" y="1292440"/>
                  </a:lnTo>
                  <a:lnTo>
                    <a:pt x="7060931" y="1287558"/>
                  </a:lnTo>
                  <a:lnTo>
                    <a:pt x="7128060" y="1283195"/>
                  </a:lnTo>
                  <a:lnTo>
                    <a:pt x="7201160" y="1279286"/>
                  </a:lnTo>
                  <a:lnTo>
                    <a:pt x="7280608" y="1275780"/>
                  </a:lnTo>
                  <a:lnTo>
                    <a:pt x="7366280" y="1272638"/>
                  </a:lnTo>
                  <a:lnTo>
                    <a:pt x="7457328" y="1269839"/>
                  </a:lnTo>
                  <a:lnTo>
                    <a:pt x="7551974" y="1267374"/>
                  </a:lnTo>
                  <a:lnTo>
                    <a:pt x="7647379" y="1265246"/>
                  </a:lnTo>
                  <a:lnTo>
                    <a:pt x="7739714" y="1263462"/>
                  </a:lnTo>
                  <a:lnTo>
                    <a:pt x="7824526" y="1262030"/>
                  </a:lnTo>
                  <a:lnTo>
                    <a:pt x="7897427" y="1260943"/>
                  </a:lnTo>
                  <a:lnTo>
                    <a:pt x="7954980" y="1260181"/>
                  </a:lnTo>
                  <a:lnTo>
                    <a:pt x="7995535" y="1259700"/>
                  </a:lnTo>
                  <a:lnTo>
                    <a:pt x="8019718" y="1259443"/>
                  </a:lnTo>
                  <a:lnTo>
                    <a:pt x="8030478" y="1259339"/>
                  </a:lnTo>
                  <a:lnTo>
                    <a:pt x="8032819" y="1259319"/>
                  </a:lnTo>
                  <a:lnTo>
                    <a:pt x="8554953" y="1259319"/>
                  </a:lnTo>
                  <a:lnTo>
                    <a:pt x="8554953" y="1248024"/>
                  </a:lnTo>
                  <a:lnTo>
                    <a:pt x="8032819" y="1248024"/>
                  </a:lnTo>
                  <a:lnTo>
                    <a:pt x="8031551" y="1248035"/>
                  </a:lnTo>
                  <a:lnTo>
                    <a:pt x="8023264" y="1248113"/>
                  </a:lnTo>
                  <a:lnTo>
                    <a:pt x="8002544" y="1248328"/>
                  </a:lnTo>
                  <a:lnTo>
                    <a:pt x="7965938" y="1248751"/>
                  </a:lnTo>
                  <a:lnTo>
                    <a:pt x="7912267" y="1249444"/>
                  </a:lnTo>
                  <a:lnTo>
                    <a:pt x="7842680" y="1250452"/>
                  </a:lnTo>
                  <a:lnTo>
                    <a:pt x="7760265" y="1251804"/>
                  </a:lnTo>
                  <a:lnTo>
                    <a:pt x="7669270" y="1253506"/>
                  </a:lnTo>
                  <a:lnTo>
                    <a:pt x="7574206" y="1255554"/>
                  </a:lnTo>
                  <a:lnTo>
                    <a:pt x="7479092" y="1257942"/>
                  </a:lnTo>
                  <a:lnTo>
                    <a:pt x="7387010" y="1260663"/>
                  </a:lnTo>
                  <a:lnTo>
                    <a:pt x="7299983" y="1263724"/>
                  </a:lnTo>
                  <a:lnTo>
                    <a:pt x="7219054" y="1267143"/>
                  </a:lnTo>
                  <a:lnTo>
                    <a:pt x="7144497" y="1270954"/>
                  </a:lnTo>
                  <a:lnTo>
                    <a:pt x="7076033" y="1275206"/>
                  </a:lnTo>
                  <a:lnTo>
                    <a:pt x="7013027" y="1279961"/>
                  </a:lnTo>
                  <a:lnTo>
                    <a:pt x="6954641" y="1285291"/>
                  </a:lnTo>
                  <a:lnTo>
                    <a:pt x="6899944" y="1291274"/>
                  </a:lnTo>
                  <a:lnTo>
                    <a:pt x="6848004" y="1297983"/>
                  </a:lnTo>
                  <a:lnTo>
                    <a:pt x="6797964" y="1305467"/>
                  </a:lnTo>
                  <a:lnTo>
                    <a:pt x="6786527" y="1307320"/>
                  </a:lnTo>
                  <a:lnTo>
                    <a:pt x="6732997" y="1316669"/>
                  </a:lnTo>
                  <a:lnTo>
                    <a:pt x="6679985" y="1326997"/>
                  </a:lnTo>
                  <a:lnTo>
                    <a:pt x="6626920" y="1338316"/>
                  </a:lnTo>
                  <a:lnTo>
                    <a:pt x="6573424" y="1350604"/>
                  </a:lnTo>
                  <a:lnTo>
                    <a:pt x="6519275" y="1363800"/>
                  </a:lnTo>
                  <a:lnTo>
                    <a:pt x="6464398" y="1377799"/>
                  </a:lnTo>
                  <a:lnTo>
                    <a:pt x="6408839" y="1392456"/>
                  </a:lnTo>
                  <a:lnTo>
                    <a:pt x="6352745" y="1407590"/>
                  </a:lnTo>
                  <a:lnTo>
                    <a:pt x="6296337" y="1422992"/>
                  </a:lnTo>
                  <a:lnTo>
                    <a:pt x="6239878" y="1438438"/>
                  </a:lnTo>
                  <a:lnTo>
                    <a:pt x="6183636" y="1453699"/>
                  </a:lnTo>
                  <a:lnTo>
                    <a:pt x="6127853" y="1468559"/>
                  </a:lnTo>
                  <a:lnTo>
                    <a:pt x="6072708" y="1482826"/>
                  </a:lnTo>
                  <a:lnTo>
                    <a:pt x="6018286" y="1496339"/>
                  </a:lnTo>
                  <a:lnTo>
                    <a:pt x="5964562" y="1508979"/>
                  </a:lnTo>
                  <a:lnTo>
                    <a:pt x="5911370" y="1520669"/>
                  </a:lnTo>
                  <a:lnTo>
                    <a:pt x="5858394" y="1531371"/>
                  </a:lnTo>
                  <a:lnTo>
                    <a:pt x="5805139" y="1541086"/>
                  </a:lnTo>
                  <a:lnTo>
                    <a:pt x="5784835" y="1544501"/>
                  </a:lnTo>
                  <a:lnTo>
                    <a:pt x="5735129" y="1552168"/>
                  </a:lnTo>
                  <a:lnTo>
                    <a:pt x="5683703" y="1559054"/>
                  </a:lnTo>
                  <a:lnTo>
                    <a:pt x="5629729" y="1565200"/>
                  </a:lnTo>
                  <a:lnTo>
                    <a:pt x="5572284" y="1570675"/>
                  </a:lnTo>
                  <a:lnTo>
                    <a:pt x="5510431" y="1575557"/>
                  </a:lnTo>
                  <a:lnTo>
                    <a:pt x="5443302" y="1579919"/>
                  </a:lnTo>
                  <a:lnTo>
                    <a:pt x="5370202" y="1583828"/>
                  </a:lnTo>
                  <a:lnTo>
                    <a:pt x="5290754" y="1587335"/>
                  </a:lnTo>
                  <a:lnTo>
                    <a:pt x="5205082" y="1590477"/>
                  </a:lnTo>
                  <a:lnTo>
                    <a:pt x="5114034" y="1593276"/>
                  </a:lnTo>
                  <a:lnTo>
                    <a:pt x="5019388" y="1595741"/>
                  </a:lnTo>
                  <a:lnTo>
                    <a:pt x="4923983" y="1597869"/>
                  </a:lnTo>
                  <a:lnTo>
                    <a:pt x="4831648" y="1599652"/>
                  </a:lnTo>
                  <a:lnTo>
                    <a:pt x="4746836" y="1601085"/>
                  </a:lnTo>
                  <a:lnTo>
                    <a:pt x="4673935" y="1602172"/>
                  </a:lnTo>
                  <a:lnTo>
                    <a:pt x="4616382" y="1602934"/>
                  </a:lnTo>
                  <a:lnTo>
                    <a:pt x="4575827" y="1603415"/>
                  </a:lnTo>
                  <a:lnTo>
                    <a:pt x="4551644" y="1603672"/>
                  </a:lnTo>
                  <a:lnTo>
                    <a:pt x="4540884" y="1603776"/>
                  </a:lnTo>
                  <a:lnTo>
                    <a:pt x="4538543" y="1603796"/>
                  </a:lnTo>
                  <a:lnTo>
                    <a:pt x="4016409" y="1603796"/>
                  </a:lnTo>
                  <a:lnTo>
                    <a:pt x="4015181" y="1603748"/>
                  </a:lnTo>
                  <a:lnTo>
                    <a:pt x="4007143" y="1603409"/>
                  </a:lnTo>
                  <a:lnTo>
                    <a:pt x="3987026" y="1602469"/>
                  </a:lnTo>
                  <a:lnTo>
                    <a:pt x="3951430" y="1600622"/>
                  </a:lnTo>
                  <a:lnTo>
                    <a:pt x="3899127" y="1597597"/>
                  </a:lnTo>
                  <a:lnTo>
                    <a:pt x="3831128" y="1593185"/>
                  </a:lnTo>
                  <a:lnTo>
                    <a:pt x="3750334" y="1587267"/>
                  </a:lnTo>
                  <a:lnTo>
                    <a:pt x="3660812" y="1579800"/>
                  </a:lnTo>
                  <a:lnTo>
                    <a:pt x="3566943" y="1570800"/>
                  </a:lnTo>
                  <a:lnTo>
                    <a:pt x="3472685" y="1560304"/>
                  </a:lnTo>
                  <a:lnTo>
                    <a:pt x="3381127" y="1548333"/>
                  </a:lnTo>
                  <a:lnTo>
                    <a:pt x="3294339" y="1534871"/>
                  </a:lnTo>
                  <a:lnTo>
                    <a:pt x="3213439" y="1519841"/>
                  </a:lnTo>
                  <a:lnTo>
                    <a:pt x="3138777" y="1503105"/>
                  </a:lnTo>
                  <a:lnTo>
                    <a:pt x="3070146" y="1484460"/>
                  </a:lnTo>
                  <a:lnTo>
                    <a:pt x="3006974" y="1463644"/>
                  </a:lnTo>
                  <a:lnTo>
                    <a:pt x="2948473" y="1440346"/>
                  </a:lnTo>
                  <a:lnTo>
                    <a:pt x="2893750" y="1414229"/>
                  </a:lnTo>
                  <a:lnTo>
                    <a:pt x="2841897" y="1384966"/>
                  </a:lnTo>
                  <a:lnTo>
                    <a:pt x="2792062" y="1352311"/>
                  </a:lnTo>
                  <a:lnTo>
                    <a:pt x="2770117" y="1336497"/>
                  </a:lnTo>
                  <a:lnTo>
                    <a:pt x="2725195" y="1301463"/>
                  </a:lnTo>
                  <a:lnTo>
                    <a:pt x="2680711" y="1263346"/>
                  </a:lnTo>
                  <a:lnTo>
                    <a:pt x="2636300" y="1222089"/>
                  </a:lnTo>
                  <a:lnTo>
                    <a:pt x="2591698" y="1177709"/>
                  </a:lnTo>
                  <a:lnTo>
                    <a:pt x="2546723" y="1130311"/>
                  </a:lnTo>
                  <a:lnTo>
                    <a:pt x="2501270" y="1080089"/>
                  </a:lnTo>
                  <a:lnTo>
                    <a:pt x="2455302" y="1027331"/>
                  </a:lnTo>
                  <a:lnTo>
                    <a:pt x="2408845" y="972417"/>
                  </a:lnTo>
                  <a:lnTo>
                    <a:pt x="2361973" y="915810"/>
                  </a:lnTo>
                  <a:lnTo>
                    <a:pt x="2314804" y="858041"/>
                  </a:lnTo>
                  <a:lnTo>
                    <a:pt x="2267483" y="799690"/>
                  </a:lnTo>
                  <a:lnTo>
                    <a:pt x="2220167" y="741363"/>
                  </a:lnTo>
                  <a:lnTo>
                    <a:pt x="2173016" y="683662"/>
                  </a:lnTo>
                  <a:lnTo>
                    <a:pt x="2126172" y="627165"/>
                  </a:lnTo>
                  <a:lnTo>
                    <a:pt x="2079750" y="572399"/>
                  </a:lnTo>
                  <a:lnTo>
                    <a:pt x="2033821" y="519820"/>
                  </a:lnTo>
                  <a:lnTo>
                    <a:pt x="1988406" y="469802"/>
                  </a:lnTo>
                  <a:lnTo>
                    <a:pt x="1943463" y="422626"/>
                  </a:lnTo>
                  <a:lnTo>
                    <a:pt x="1898883" y="378480"/>
                  </a:lnTo>
                  <a:lnTo>
                    <a:pt x="1854478" y="337460"/>
                  </a:lnTo>
                  <a:lnTo>
                    <a:pt x="1809974" y="299579"/>
                  </a:lnTo>
                  <a:lnTo>
                    <a:pt x="1768425" y="267299"/>
                  </a:lnTo>
                  <a:lnTo>
                    <a:pt x="1719255" y="233083"/>
                  </a:lnTo>
                  <a:lnTo>
                    <a:pt x="1668409" y="202317"/>
                  </a:lnTo>
                  <a:lnTo>
                    <a:pt x="1615087" y="174823"/>
                  </a:lnTo>
                  <a:lnTo>
                    <a:pt x="1558398" y="150300"/>
                  </a:lnTo>
                  <a:lnTo>
                    <a:pt x="1497432" y="128409"/>
                  </a:lnTo>
                  <a:lnTo>
                    <a:pt x="1431342" y="108823"/>
                  </a:lnTo>
                  <a:lnTo>
                    <a:pt x="1359443" y="91258"/>
                  </a:lnTo>
                  <a:lnTo>
                    <a:pt x="1281343" y="75482"/>
                  </a:lnTo>
                  <a:lnTo>
                    <a:pt x="1197114" y="61328"/>
                  </a:lnTo>
                  <a:lnTo>
                    <a:pt x="1107505" y="48692"/>
                  </a:lnTo>
                  <a:lnTo>
                    <a:pt x="1014139" y="37532"/>
                  </a:lnTo>
                  <a:lnTo>
                    <a:pt x="919651" y="27855"/>
                  </a:lnTo>
                  <a:lnTo>
                    <a:pt x="827644" y="19695"/>
                  </a:lnTo>
                  <a:lnTo>
                    <a:pt x="742384" y="13081"/>
                  </a:lnTo>
                  <a:lnTo>
                    <a:pt x="668183" y="8002"/>
                  </a:lnTo>
                  <a:lnTo>
                    <a:pt x="608572" y="4374"/>
                  </a:lnTo>
                  <a:lnTo>
                    <a:pt x="565479" y="2027"/>
                  </a:lnTo>
                  <a:lnTo>
                    <a:pt x="538699" y="717"/>
                  </a:lnTo>
                  <a:lnTo>
                    <a:pt x="525778" y="146"/>
                  </a:lnTo>
                  <a:lnTo>
                    <a:pt x="5221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633" name="pl633"/>
            <p:cNvSpPr/>
            <p:nvPr/>
          </p:nvSpPr>
          <p:spPr>
            <a:xfrm>
              <a:off x="386606" y="2145564"/>
              <a:ext cx="8554953" cy="1603796"/>
            </a:xfrm>
            <a:custGeom>
              <a:avLst/>
              <a:pathLst>
                <a:path w="8554953" h="1603796">
                  <a:moveTo>
                    <a:pt x="0" y="0"/>
                  </a:moveTo>
                  <a:lnTo>
                    <a:pt x="522133" y="0"/>
                  </a:lnTo>
                  <a:lnTo>
                    <a:pt x="523361" y="47"/>
                  </a:lnTo>
                  <a:lnTo>
                    <a:pt x="531399" y="387"/>
                  </a:lnTo>
                  <a:lnTo>
                    <a:pt x="551516" y="1327"/>
                  </a:lnTo>
                  <a:lnTo>
                    <a:pt x="587112" y="3173"/>
                  </a:lnTo>
                  <a:lnTo>
                    <a:pt x="639415" y="6199"/>
                  </a:lnTo>
                  <a:lnTo>
                    <a:pt x="707414" y="10610"/>
                  </a:lnTo>
                  <a:lnTo>
                    <a:pt x="788208" y="16529"/>
                  </a:lnTo>
                  <a:lnTo>
                    <a:pt x="877730" y="23996"/>
                  </a:lnTo>
                  <a:lnTo>
                    <a:pt x="971599" y="32995"/>
                  </a:lnTo>
                  <a:lnTo>
                    <a:pt x="1065857" y="43492"/>
                  </a:lnTo>
                  <a:lnTo>
                    <a:pt x="1157415" y="55462"/>
                  </a:lnTo>
                  <a:lnTo>
                    <a:pt x="1244203" y="68925"/>
                  </a:lnTo>
                  <a:lnTo>
                    <a:pt x="1325103" y="83955"/>
                  </a:lnTo>
                  <a:lnTo>
                    <a:pt x="1399766" y="100691"/>
                  </a:lnTo>
                  <a:lnTo>
                    <a:pt x="1468396" y="119335"/>
                  </a:lnTo>
                  <a:lnTo>
                    <a:pt x="1531568" y="140152"/>
                  </a:lnTo>
                  <a:lnTo>
                    <a:pt x="1590070" y="163450"/>
                  </a:lnTo>
                  <a:lnTo>
                    <a:pt x="1644793" y="189567"/>
                  </a:lnTo>
                  <a:lnTo>
                    <a:pt x="1696646" y="218829"/>
                  </a:lnTo>
                  <a:lnTo>
                    <a:pt x="1746480" y="251485"/>
                  </a:lnTo>
                  <a:lnTo>
                    <a:pt x="1768425" y="267299"/>
                  </a:lnTo>
                  <a:lnTo>
                    <a:pt x="1813347" y="302332"/>
                  </a:lnTo>
                  <a:lnTo>
                    <a:pt x="1857832" y="340449"/>
                  </a:lnTo>
                  <a:lnTo>
                    <a:pt x="1902242" y="381707"/>
                  </a:lnTo>
                  <a:lnTo>
                    <a:pt x="1946844" y="426086"/>
                  </a:lnTo>
                  <a:lnTo>
                    <a:pt x="1991819" y="473484"/>
                  </a:lnTo>
                  <a:lnTo>
                    <a:pt x="2037272" y="523707"/>
                  </a:lnTo>
                  <a:lnTo>
                    <a:pt x="2083240" y="576465"/>
                  </a:lnTo>
                  <a:lnTo>
                    <a:pt x="2129697" y="631379"/>
                  </a:lnTo>
                  <a:lnTo>
                    <a:pt x="2176569" y="687986"/>
                  </a:lnTo>
                  <a:lnTo>
                    <a:pt x="2223738" y="745754"/>
                  </a:lnTo>
                  <a:lnTo>
                    <a:pt x="2271059" y="804105"/>
                  </a:lnTo>
                  <a:lnTo>
                    <a:pt x="2318375" y="862433"/>
                  </a:lnTo>
                  <a:lnTo>
                    <a:pt x="2365526" y="920134"/>
                  </a:lnTo>
                  <a:lnTo>
                    <a:pt x="2412370" y="976631"/>
                  </a:lnTo>
                  <a:lnTo>
                    <a:pt x="2458792" y="1031397"/>
                  </a:lnTo>
                  <a:lnTo>
                    <a:pt x="2504721" y="1083975"/>
                  </a:lnTo>
                  <a:lnTo>
                    <a:pt x="2550136" y="1133993"/>
                  </a:lnTo>
                  <a:lnTo>
                    <a:pt x="2595079" y="1181169"/>
                  </a:lnTo>
                  <a:lnTo>
                    <a:pt x="2639659" y="1225315"/>
                  </a:lnTo>
                  <a:lnTo>
                    <a:pt x="2684065" y="1266335"/>
                  </a:lnTo>
                  <a:lnTo>
                    <a:pt x="2728568" y="1304216"/>
                  </a:lnTo>
                  <a:lnTo>
                    <a:pt x="2770117" y="1336497"/>
                  </a:lnTo>
                  <a:lnTo>
                    <a:pt x="2819287" y="1370713"/>
                  </a:lnTo>
                  <a:lnTo>
                    <a:pt x="2870133" y="1401478"/>
                  </a:lnTo>
                  <a:lnTo>
                    <a:pt x="2923455" y="1428972"/>
                  </a:lnTo>
                  <a:lnTo>
                    <a:pt x="2980145" y="1453496"/>
                  </a:lnTo>
                  <a:lnTo>
                    <a:pt x="3041111" y="1475387"/>
                  </a:lnTo>
                  <a:lnTo>
                    <a:pt x="3107200" y="1494972"/>
                  </a:lnTo>
                  <a:lnTo>
                    <a:pt x="3179099" y="1512538"/>
                  </a:lnTo>
                  <a:lnTo>
                    <a:pt x="3257200" y="1528313"/>
                  </a:lnTo>
                  <a:lnTo>
                    <a:pt x="3341428" y="1542468"/>
                  </a:lnTo>
                  <a:lnTo>
                    <a:pt x="3431037" y="1555104"/>
                  </a:lnTo>
                  <a:lnTo>
                    <a:pt x="3524403" y="1566264"/>
                  </a:lnTo>
                  <a:lnTo>
                    <a:pt x="3618891" y="1575941"/>
                  </a:lnTo>
                  <a:lnTo>
                    <a:pt x="3710899" y="1584101"/>
                  </a:lnTo>
                  <a:lnTo>
                    <a:pt x="3796158" y="1590715"/>
                  </a:lnTo>
                  <a:lnTo>
                    <a:pt x="3870359" y="1595794"/>
                  </a:lnTo>
                  <a:lnTo>
                    <a:pt x="3929970" y="1599422"/>
                  </a:lnTo>
                  <a:lnTo>
                    <a:pt x="3973063" y="1601768"/>
                  </a:lnTo>
                  <a:lnTo>
                    <a:pt x="3999843" y="1603079"/>
                  </a:lnTo>
                  <a:lnTo>
                    <a:pt x="4012764" y="1603650"/>
                  </a:lnTo>
                  <a:lnTo>
                    <a:pt x="4016294" y="1603792"/>
                  </a:lnTo>
                  <a:lnTo>
                    <a:pt x="4016409" y="1603796"/>
                  </a:lnTo>
                  <a:lnTo>
                    <a:pt x="4538543" y="1603796"/>
                  </a:lnTo>
                  <a:lnTo>
                    <a:pt x="4539811" y="1603785"/>
                  </a:lnTo>
                  <a:lnTo>
                    <a:pt x="4548098" y="1603707"/>
                  </a:lnTo>
                  <a:lnTo>
                    <a:pt x="4568818" y="1603492"/>
                  </a:lnTo>
                  <a:lnTo>
                    <a:pt x="4605424" y="1603069"/>
                  </a:lnTo>
                  <a:lnTo>
                    <a:pt x="4659095" y="1602376"/>
                  </a:lnTo>
                  <a:lnTo>
                    <a:pt x="4728682" y="1601368"/>
                  </a:lnTo>
                  <a:lnTo>
                    <a:pt x="4811097" y="1600017"/>
                  </a:lnTo>
                  <a:lnTo>
                    <a:pt x="4902092" y="1598315"/>
                  </a:lnTo>
                  <a:lnTo>
                    <a:pt x="4997156" y="1596266"/>
                  </a:lnTo>
                  <a:lnTo>
                    <a:pt x="5092270" y="1593879"/>
                  </a:lnTo>
                  <a:lnTo>
                    <a:pt x="5184351" y="1591158"/>
                  </a:lnTo>
                  <a:lnTo>
                    <a:pt x="5271379" y="1588097"/>
                  </a:lnTo>
                  <a:lnTo>
                    <a:pt x="5352308" y="1584678"/>
                  </a:lnTo>
                  <a:lnTo>
                    <a:pt x="5426865" y="1580866"/>
                  </a:lnTo>
                  <a:lnTo>
                    <a:pt x="5495329" y="1576614"/>
                  </a:lnTo>
                  <a:lnTo>
                    <a:pt x="5558335" y="1571860"/>
                  </a:lnTo>
                  <a:lnTo>
                    <a:pt x="5616721" y="1566529"/>
                  </a:lnTo>
                  <a:lnTo>
                    <a:pt x="5671418" y="1560546"/>
                  </a:lnTo>
                  <a:lnTo>
                    <a:pt x="5723358" y="1553838"/>
                  </a:lnTo>
                  <a:lnTo>
                    <a:pt x="5773398" y="1546353"/>
                  </a:lnTo>
                  <a:lnTo>
                    <a:pt x="5784835" y="1544501"/>
                  </a:lnTo>
                  <a:lnTo>
                    <a:pt x="5838365" y="1535151"/>
                  </a:lnTo>
                  <a:lnTo>
                    <a:pt x="5891377" y="1524823"/>
                  </a:lnTo>
                  <a:lnTo>
                    <a:pt x="5944442" y="1513504"/>
                  </a:lnTo>
                  <a:lnTo>
                    <a:pt x="5997938" y="1501216"/>
                  </a:lnTo>
                  <a:lnTo>
                    <a:pt x="6052087" y="1488021"/>
                  </a:lnTo>
                  <a:lnTo>
                    <a:pt x="6106964" y="1474022"/>
                  </a:lnTo>
                  <a:lnTo>
                    <a:pt x="6162523" y="1459365"/>
                  </a:lnTo>
                  <a:lnTo>
                    <a:pt x="6218617" y="1444230"/>
                  </a:lnTo>
                  <a:lnTo>
                    <a:pt x="6275025" y="1428828"/>
                  </a:lnTo>
                  <a:lnTo>
                    <a:pt x="6331484" y="1413382"/>
                  </a:lnTo>
                  <a:lnTo>
                    <a:pt x="6387726" y="1398121"/>
                  </a:lnTo>
                  <a:lnTo>
                    <a:pt x="6443508" y="1383261"/>
                  </a:lnTo>
                  <a:lnTo>
                    <a:pt x="6498654" y="1368995"/>
                  </a:lnTo>
                  <a:lnTo>
                    <a:pt x="6553076" y="1355482"/>
                  </a:lnTo>
                  <a:lnTo>
                    <a:pt x="6606800" y="1342841"/>
                  </a:lnTo>
                  <a:lnTo>
                    <a:pt x="6659992" y="1331152"/>
                  </a:lnTo>
                  <a:lnTo>
                    <a:pt x="6712968" y="1320450"/>
                  </a:lnTo>
                  <a:lnTo>
                    <a:pt x="6766223" y="1310735"/>
                  </a:lnTo>
                  <a:lnTo>
                    <a:pt x="6786527" y="1307320"/>
                  </a:lnTo>
                  <a:lnTo>
                    <a:pt x="6836232" y="1299652"/>
                  </a:lnTo>
                  <a:lnTo>
                    <a:pt x="6887659" y="1292766"/>
                  </a:lnTo>
                  <a:lnTo>
                    <a:pt x="6941633" y="1286621"/>
                  </a:lnTo>
                  <a:lnTo>
                    <a:pt x="6999078" y="1281146"/>
                  </a:lnTo>
                  <a:lnTo>
                    <a:pt x="7060931" y="1276264"/>
                  </a:lnTo>
                  <a:lnTo>
                    <a:pt x="7128060" y="1271901"/>
                  </a:lnTo>
                  <a:lnTo>
                    <a:pt x="7201160" y="1267992"/>
                  </a:lnTo>
                  <a:lnTo>
                    <a:pt x="7280608" y="1264485"/>
                  </a:lnTo>
                  <a:lnTo>
                    <a:pt x="7366280" y="1261344"/>
                  </a:lnTo>
                  <a:lnTo>
                    <a:pt x="7457328" y="1258544"/>
                  </a:lnTo>
                  <a:lnTo>
                    <a:pt x="7551974" y="1256079"/>
                  </a:lnTo>
                  <a:lnTo>
                    <a:pt x="7647379" y="1253951"/>
                  </a:lnTo>
                  <a:lnTo>
                    <a:pt x="7739714" y="1252168"/>
                  </a:lnTo>
                  <a:lnTo>
                    <a:pt x="7824526" y="1250735"/>
                  </a:lnTo>
                  <a:lnTo>
                    <a:pt x="7897427" y="1249649"/>
                  </a:lnTo>
                  <a:lnTo>
                    <a:pt x="7954980" y="1248886"/>
                  </a:lnTo>
                  <a:lnTo>
                    <a:pt x="7995535" y="1248406"/>
                  </a:lnTo>
                  <a:lnTo>
                    <a:pt x="8019718" y="1248148"/>
                  </a:lnTo>
                  <a:lnTo>
                    <a:pt x="8030478" y="1248045"/>
                  </a:lnTo>
                  <a:lnTo>
                    <a:pt x="8032803" y="1248024"/>
                  </a:lnTo>
                  <a:lnTo>
                    <a:pt x="8032819" y="1248024"/>
                  </a:lnTo>
                  <a:lnTo>
                    <a:pt x="8554953" y="1248024"/>
                  </a:lnTo>
                  <a:lnTo>
                    <a:pt x="8554953" y="1248024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634" name="pl634"/>
            <p:cNvSpPr/>
            <p:nvPr/>
          </p:nvSpPr>
          <p:spPr>
            <a:xfrm>
              <a:off x="386606" y="2134270"/>
              <a:ext cx="8554953" cy="1603796"/>
            </a:xfrm>
            <a:custGeom>
              <a:avLst/>
              <a:pathLst>
                <a:path w="8554953" h="1603796">
                  <a:moveTo>
                    <a:pt x="8554953" y="1248024"/>
                  </a:moveTo>
                  <a:lnTo>
                    <a:pt x="8032819" y="1248024"/>
                  </a:lnTo>
                  <a:lnTo>
                    <a:pt x="8031551" y="1248035"/>
                  </a:lnTo>
                  <a:lnTo>
                    <a:pt x="8023264" y="1248113"/>
                  </a:lnTo>
                  <a:lnTo>
                    <a:pt x="8002544" y="1248328"/>
                  </a:lnTo>
                  <a:lnTo>
                    <a:pt x="7965938" y="1248751"/>
                  </a:lnTo>
                  <a:lnTo>
                    <a:pt x="7912267" y="1249444"/>
                  </a:lnTo>
                  <a:lnTo>
                    <a:pt x="7842680" y="1250452"/>
                  </a:lnTo>
                  <a:lnTo>
                    <a:pt x="7760265" y="1251804"/>
                  </a:lnTo>
                  <a:lnTo>
                    <a:pt x="7669270" y="1253506"/>
                  </a:lnTo>
                  <a:lnTo>
                    <a:pt x="7574206" y="1255554"/>
                  </a:lnTo>
                  <a:lnTo>
                    <a:pt x="7479092" y="1257942"/>
                  </a:lnTo>
                  <a:lnTo>
                    <a:pt x="7387010" y="1260663"/>
                  </a:lnTo>
                  <a:lnTo>
                    <a:pt x="7299983" y="1263724"/>
                  </a:lnTo>
                  <a:lnTo>
                    <a:pt x="7219054" y="1267143"/>
                  </a:lnTo>
                  <a:lnTo>
                    <a:pt x="7144497" y="1270954"/>
                  </a:lnTo>
                  <a:lnTo>
                    <a:pt x="7076033" y="1275206"/>
                  </a:lnTo>
                  <a:lnTo>
                    <a:pt x="7013027" y="1279961"/>
                  </a:lnTo>
                  <a:lnTo>
                    <a:pt x="6954641" y="1285291"/>
                  </a:lnTo>
                  <a:lnTo>
                    <a:pt x="6899944" y="1291274"/>
                  </a:lnTo>
                  <a:lnTo>
                    <a:pt x="6848004" y="1297983"/>
                  </a:lnTo>
                  <a:lnTo>
                    <a:pt x="6797964" y="1305467"/>
                  </a:lnTo>
                  <a:lnTo>
                    <a:pt x="6786527" y="1307320"/>
                  </a:lnTo>
                  <a:lnTo>
                    <a:pt x="6732997" y="1316669"/>
                  </a:lnTo>
                  <a:lnTo>
                    <a:pt x="6679985" y="1326997"/>
                  </a:lnTo>
                  <a:lnTo>
                    <a:pt x="6626920" y="1338316"/>
                  </a:lnTo>
                  <a:lnTo>
                    <a:pt x="6573424" y="1350604"/>
                  </a:lnTo>
                  <a:lnTo>
                    <a:pt x="6519275" y="1363800"/>
                  </a:lnTo>
                  <a:lnTo>
                    <a:pt x="6464398" y="1377799"/>
                  </a:lnTo>
                  <a:lnTo>
                    <a:pt x="6408839" y="1392456"/>
                  </a:lnTo>
                  <a:lnTo>
                    <a:pt x="6352745" y="1407590"/>
                  </a:lnTo>
                  <a:lnTo>
                    <a:pt x="6296337" y="1422992"/>
                  </a:lnTo>
                  <a:lnTo>
                    <a:pt x="6239878" y="1438438"/>
                  </a:lnTo>
                  <a:lnTo>
                    <a:pt x="6183636" y="1453699"/>
                  </a:lnTo>
                  <a:lnTo>
                    <a:pt x="6127853" y="1468559"/>
                  </a:lnTo>
                  <a:lnTo>
                    <a:pt x="6072708" y="1482826"/>
                  </a:lnTo>
                  <a:lnTo>
                    <a:pt x="6018286" y="1496339"/>
                  </a:lnTo>
                  <a:lnTo>
                    <a:pt x="5964562" y="1508979"/>
                  </a:lnTo>
                  <a:lnTo>
                    <a:pt x="5911370" y="1520669"/>
                  </a:lnTo>
                  <a:lnTo>
                    <a:pt x="5858394" y="1531371"/>
                  </a:lnTo>
                  <a:lnTo>
                    <a:pt x="5805139" y="1541086"/>
                  </a:lnTo>
                  <a:lnTo>
                    <a:pt x="5784835" y="1544501"/>
                  </a:lnTo>
                  <a:lnTo>
                    <a:pt x="5735129" y="1552168"/>
                  </a:lnTo>
                  <a:lnTo>
                    <a:pt x="5683703" y="1559054"/>
                  </a:lnTo>
                  <a:lnTo>
                    <a:pt x="5629729" y="1565200"/>
                  </a:lnTo>
                  <a:lnTo>
                    <a:pt x="5572284" y="1570675"/>
                  </a:lnTo>
                  <a:lnTo>
                    <a:pt x="5510431" y="1575557"/>
                  </a:lnTo>
                  <a:lnTo>
                    <a:pt x="5443302" y="1579919"/>
                  </a:lnTo>
                  <a:lnTo>
                    <a:pt x="5370202" y="1583828"/>
                  </a:lnTo>
                  <a:lnTo>
                    <a:pt x="5290754" y="1587335"/>
                  </a:lnTo>
                  <a:lnTo>
                    <a:pt x="5205082" y="1590477"/>
                  </a:lnTo>
                  <a:lnTo>
                    <a:pt x="5114034" y="1593276"/>
                  </a:lnTo>
                  <a:lnTo>
                    <a:pt x="5019388" y="1595741"/>
                  </a:lnTo>
                  <a:lnTo>
                    <a:pt x="4923983" y="1597869"/>
                  </a:lnTo>
                  <a:lnTo>
                    <a:pt x="4831648" y="1599652"/>
                  </a:lnTo>
                  <a:lnTo>
                    <a:pt x="4746836" y="1601085"/>
                  </a:lnTo>
                  <a:lnTo>
                    <a:pt x="4673935" y="1602172"/>
                  </a:lnTo>
                  <a:lnTo>
                    <a:pt x="4616382" y="1602934"/>
                  </a:lnTo>
                  <a:lnTo>
                    <a:pt x="4575827" y="1603415"/>
                  </a:lnTo>
                  <a:lnTo>
                    <a:pt x="4551644" y="1603672"/>
                  </a:lnTo>
                  <a:lnTo>
                    <a:pt x="4540884" y="1603776"/>
                  </a:lnTo>
                  <a:lnTo>
                    <a:pt x="4538559" y="1603796"/>
                  </a:lnTo>
                  <a:lnTo>
                    <a:pt x="4538543" y="1603796"/>
                  </a:lnTo>
                  <a:lnTo>
                    <a:pt x="4016409" y="1603796"/>
                  </a:lnTo>
                  <a:lnTo>
                    <a:pt x="4015181" y="1603748"/>
                  </a:lnTo>
                  <a:lnTo>
                    <a:pt x="4007143" y="1603409"/>
                  </a:lnTo>
                  <a:lnTo>
                    <a:pt x="3987026" y="1602469"/>
                  </a:lnTo>
                  <a:lnTo>
                    <a:pt x="3951430" y="1600622"/>
                  </a:lnTo>
                  <a:lnTo>
                    <a:pt x="3899127" y="1597597"/>
                  </a:lnTo>
                  <a:lnTo>
                    <a:pt x="3831128" y="1593185"/>
                  </a:lnTo>
                  <a:lnTo>
                    <a:pt x="3750334" y="1587267"/>
                  </a:lnTo>
                  <a:lnTo>
                    <a:pt x="3660812" y="1579800"/>
                  </a:lnTo>
                  <a:lnTo>
                    <a:pt x="3566943" y="1570800"/>
                  </a:lnTo>
                  <a:lnTo>
                    <a:pt x="3472685" y="1560304"/>
                  </a:lnTo>
                  <a:lnTo>
                    <a:pt x="3381127" y="1548333"/>
                  </a:lnTo>
                  <a:lnTo>
                    <a:pt x="3294339" y="1534871"/>
                  </a:lnTo>
                  <a:lnTo>
                    <a:pt x="3213439" y="1519841"/>
                  </a:lnTo>
                  <a:lnTo>
                    <a:pt x="3138777" y="1503105"/>
                  </a:lnTo>
                  <a:lnTo>
                    <a:pt x="3070146" y="1484460"/>
                  </a:lnTo>
                  <a:lnTo>
                    <a:pt x="3006974" y="1463644"/>
                  </a:lnTo>
                  <a:lnTo>
                    <a:pt x="2948473" y="1440346"/>
                  </a:lnTo>
                  <a:lnTo>
                    <a:pt x="2893750" y="1414229"/>
                  </a:lnTo>
                  <a:lnTo>
                    <a:pt x="2841897" y="1384966"/>
                  </a:lnTo>
                  <a:lnTo>
                    <a:pt x="2792062" y="1352311"/>
                  </a:lnTo>
                  <a:lnTo>
                    <a:pt x="2770117" y="1336497"/>
                  </a:lnTo>
                  <a:lnTo>
                    <a:pt x="2725195" y="1301463"/>
                  </a:lnTo>
                  <a:lnTo>
                    <a:pt x="2680711" y="1263346"/>
                  </a:lnTo>
                  <a:lnTo>
                    <a:pt x="2636300" y="1222089"/>
                  </a:lnTo>
                  <a:lnTo>
                    <a:pt x="2591698" y="1177709"/>
                  </a:lnTo>
                  <a:lnTo>
                    <a:pt x="2546723" y="1130311"/>
                  </a:lnTo>
                  <a:lnTo>
                    <a:pt x="2501270" y="1080089"/>
                  </a:lnTo>
                  <a:lnTo>
                    <a:pt x="2455302" y="1027331"/>
                  </a:lnTo>
                  <a:lnTo>
                    <a:pt x="2408845" y="972417"/>
                  </a:lnTo>
                  <a:lnTo>
                    <a:pt x="2361973" y="915810"/>
                  </a:lnTo>
                  <a:lnTo>
                    <a:pt x="2314804" y="858041"/>
                  </a:lnTo>
                  <a:lnTo>
                    <a:pt x="2267483" y="799690"/>
                  </a:lnTo>
                  <a:lnTo>
                    <a:pt x="2220167" y="741363"/>
                  </a:lnTo>
                  <a:lnTo>
                    <a:pt x="2173016" y="683662"/>
                  </a:lnTo>
                  <a:lnTo>
                    <a:pt x="2126172" y="627165"/>
                  </a:lnTo>
                  <a:lnTo>
                    <a:pt x="2079750" y="572399"/>
                  </a:lnTo>
                  <a:lnTo>
                    <a:pt x="2033821" y="519820"/>
                  </a:lnTo>
                  <a:lnTo>
                    <a:pt x="1988406" y="469802"/>
                  </a:lnTo>
                  <a:lnTo>
                    <a:pt x="1943463" y="422626"/>
                  </a:lnTo>
                  <a:lnTo>
                    <a:pt x="1898883" y="378480"/>
                  </a:lnTo>
                  <a:lnTo>
                    <a:pt x="1854478" y="337460"/>
                  </a:lnTo>
                  <a:lnTo>
                    <a:pt x="1809974" y="299579"/>
                  </a:lnTo>
                  <a:lnTo>
                    <a:pt x="1768425" y="267299"/>
                  </a:lnTo>
                  <a:lnTo>
                    <a:pt x="1719255" y="233083"/>
                  </a:lnTo>
                  <a:lnTo>
                    <a:pt x="1668409" y="202317"/>
                  </a:lnTo>
                  <a:lnTo>
                    <a:pt x="1615087" y="174823"/>
                  </a:lnTo>
                  <a:lnTo>
                    <a:pt x="1558398" y="150300"/>
                  </a:lnTo>
                  <a:lnTo>
                    <a:pt x="1497432" y="128409"/>
                  </a:lnTo>
                  <a:lnTo>
                    <a:pt x="1431342" y="108823"/>
                  </a:lnTo>
                  <a:lnTo>
                    <a:pt x="1359443" y="91258"/>
                  </a:lnTo>
                  <a:lnTo>
                    <a:pt x="1281343" y="75482"/>
                  </a:lnTo>
                  <a:lnTo>
                    <a:pt x="1197114" y="61328"/>
                  </a:lnTo>
                  <a:lnTo>
                    <a:pt x="1107505" y="48692"/>
                  </a:lnTo>
                  <a:lnTo>
                    <a:pt x="1014139" y="37532"/>
                  </a:lnTo>
                  <a:lnTo>
                    <a:pt x="919651" y="27855"/>
                  </a:lnTo>
                  <a:lnTo>
                    <a:pt x="827644" y="19695"/>
                  </a:lnTo>
                  <a:lnTo>
                    <a:pt x="742384" y="13081"/>
                  </a:lnTo>
                  <a:lnTo>
                    <a:pt x="668183" y="8002"/>
                  </a:lnTo>
                  <a:lnTo>
                    <a:pt x="608572" y="4374"/>
                  </a:lnTo>
                  <a:lnTo>
                    <a:pt x="565479" y="2027"/>
                  </a:lnTo>
                  <a:lnTo>
                    <a:pt x="538699" y="717"/>
                  </a:lnTo>
                  <a:lnTo>
                    <a:pt x="525778" y="146"/>
                  </a:lnTo>
                  <a:lnTo>
                    <a:pt x="522248" y="4"/>
                  </a:lnTo>
                  <a:lnTo>
                    <a:pt x="522133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635" name="pg635"/>
            <p:cNvSpPr/>
            <p:nvPr/>
          </p:nvSpPr>
          <p:spPr>
            <a:xfrm>
              <a:off x="386606" y="2145564"/>
              <a:ext cx="8554953" cy="1632032"/>
            </a:xfrm>
            <a:custGeom>
              <a:avLst/>
              <a:pathLst>
                <a:path w="8554953" h="1632032">
                  <a:moveTo>
                    <a:pt x="0" y="5647"/>
                  </a:moveTo>
                  <a:lnTo>
                    <a:pt x="522133" y="5647"/>
                  </a:lnTo>
                  <a:lnTo>
                    <a:pt x="523361" y="5694"/>
                  </a:lnTo>
                  <a:lnTo>
                    <a:pt x="531397" y="6035"/>
                  </a:lnTo>
                  <a:lnTo>
                    <a:pt x="551509" y="6978"/>
                  </a:lnTo>
                  <a:lnTo>
                    <a:pt x="587098" y="8831"/>
                  </a:lnTo>
                  <a:lnTo>
                    <a:pt x="639392" y="11867"/>
                  </a:lnTo>
                  <a:lnTo>
                    <a:pt x="707379" y="16292"/>
                  </a:lnTo>
                  <a:lnTo>
                    <a:pt x="788162" y="22231"/>
                  </a:lnTo>
                  <a:lnTo>
                    <a:pt x="877672" y="29722"/>
                  </a:lnTo>
                  <a:lnTo>
                    <a:pt x="971533" y="38752"/>
                  </a:lnTo>
                  <a:lnTo>
                    <a:pt x="1065785" y="49283"/>
                  </a:lnTo>
                  <a:lnTo>
                    <a:pt x="1157339" y="61294"/>
                  </a:lnTo>
                  <a:lnTo>
                    <a:pt x="1244125" y="74802"/>
                  </a:lnTo>
                  <a:lnTo>
                    <a:pt x="1325025" y="89882"/>
                  </a:lnTo>
                  <a:lnTo>
                    <a:pt x="1399688" y="106673"/>
                  </a:lnTo>
                  <a:lnTo>
                    <a:pt x="1468320" y="125380"/>
                  </a:lnTo>
                  <a:lnTo>
                    <a:pt x="1531493" y="146265"/>
                  </a:lnTo>
                  <a:lnTo>
                    <a:pt x="1589995" y="169640"/>
                  </a:lnTo>
                  <a:lnTo>
                    <a:pt x="1644718" y="195843"/>
                  </a:lnTo>
                  <a:lnTo>
                    <a:pt x="1696571" y="225201"/>
                  </a:lnTo>
                  <a:lnTo>
                    <a:pt x="1746404" y="257964"/>
                  </a:lnTo>
                  <a:lnTo>
                    <a:pt x="1768425" y="273887"/>
                  </a:lnTo>
                  <a:lnTo>
                    <a:pt x="1813305" y="309010"/>
                  </a:lnTo>
                  <a:lnTo>
                    <a:pt x="1857748" y="347221"/>
                  </a:lnTo>
                  <a:lnTo>
                    <a:pt x="1902117" y="388577"/>
                  </a:lnTo>
                  <a:lnTo>
                    <a:pt x="1946676" y="433061"/>
                  </a:lnTo>
                  <a:lnTo>
                    <a:pt x="1991607" y="480569"/>
                  </a:lnTo>
                  <a:lnTo>
                    <a:pt x="2037015" y="530907"/>
                  </a:lnTo>
                  <a:lnTo>
                    <a:pt x="2082937" y="583787"/>
                  </a:lnTo>
                  <a:lnTo>
                    <a:pt x="2129347" y="638829"/>
                  </a:lnTo>
                  <a:lnTo>
                    <a:pt x="2176172" y="695570"/>
                  </a:lnTo>
                  <a:lnTo>
                    <a:pt x="2223295" y="753481"/>
                  </a:lnTo>
                  <a:lnTo>
                    <a:pt x="2270571" y="811979"/>
                  </a:lnTo>
                  <a:lnTo>
                    <a:pt x="2317844" y="870461"/>
                  </a:lnTo>
                  <a:lnTo>
                    <a:pt x="2364953" y="928322"/>
                  </a:lnTo>
                  <a:lnTo>
                    <a:pt x="2411758" y="984983"/>
                  </a:lnTo>
                  <a:lnTo>
                    <a:pt x="2458143" y="1039917"/>
                  </a:lnTo>
                  <a:lnTo>
                    <a:pt x="2504036" y="1092667"/>
                  </a:lnTo>
                  <a:lnTo>
                    <a:pt x="2549417" y="1142856"/>
                  </a:lnTo>
                  <a:lnTo>
                    <a:pt x="2594324" y="1190202"/>
                  </a:lnTo>
                  <a:lnTo>
                    <a:pt x="2638868" y="1234515"/>
                  </a:lnTo>
                  <a:lnTo>
                    <a:pt x="2683232" y="1275699"/>
                  </a:lnTo>
                  <a:lnTo>
                    <a:pt x="2727689" y="1313738"/>
                  </a:lnTo>
                  <a:lnTo>
                    <a:pt x="2770117" y="1346850"/>
                  </a:lnTo>
                  <a:lnTo>
                    <a:pt x="2819283" y="1381184"/>
                  </a:lnTo>
                  <a:lnTo>
                    <a:pt x="2870125" y="1412056"/>
                  </a:lnTo>
                  <a:lnTo>
                    <a:pt x="2923442" y="1439645"/>
                  </a:lnTo>
                  <a:lnTo>
                    <a:pt x="2980126" y="1464254"/>
                  </a:lnTo>
                  <a:lnTo>
                    <a:pt x="3041086" y="1486221"/>
                  </a:lnTo>
                  <a:lnTo>
                    <a:pt x="3107168" y="1505875"/>
                  </a:lnTo>
                  <a:lnTo>
                    <a:pt x="3179058" y="1523502"/>
                  </a:lnTo>
                  <a:lnTo>
                    <a:pt x="3257149" y="1539333"/>
                  </a:lnTo>
                  <a:lnTo>
                    <a:pt x="3341367" y="1553537"/>
                  </a:lnTo>
                  <a:lnTo>
                    <a:pt x="3430966" y="1566218"/>
                  </a:lnTo>
                  <a:lnTo>
                    <a:pt x="3524322" y="1577417"/>
                  </a:lnTo>
                  <a:lnTo>
                    <a:pt x="3618804" y="1587129"/>
                  </a:lnTo>
                  <a:lnTo>
                    <a:pt x="3710809" y="1595318"/>
                  </a:lnTo>
                  <a:lnTo>
                    <a:pt x="3796071" y="1601957"/>
                  </a:lnTo>
                  <a:lnTo>
                    <a:pt x="3870280" y="1607055"/>
                  </a:lnTo>
                  <a:lnTo>
                    <a:pt x="3929907" y="1610697"/>
                  </a:lnTo>
                  <a:lnTo>
                    <a:pt x="3973017" y="1613053"/>
                  </a:lnTo>
                  <a:lnTo>
                    <a:pt x="3999816" y="1614369"/>
                  </a:lnTo>
                  <a:lnTo>
                    <a:pt x="4012753" y="1614943"/>
                  </a:lnTo>
                  <a:lnTo>
                    <a:pt x="4016409" y="1615090"/>
                  </a:lnTo>
                  <a:lnTo>
                    <a:pt x="4538543" y="1615090"/>
                  </a:lnTo>
                  <a:lnTo>
                    <a:pt x="4539813" y="1615091"/>
                  </a:lnTo>
                  <a:lnTo>
                    <a:pt x="4548114" y="1615095"/>
                  </a:lnTo>
                  <a:lnTo>
                    <a:pt x="4568866" y="1615105"/>
                  </a:lnTo>
                  <a:lnTo>
                    <a:pt x="4605526" y="1615125"/>
                  </a:lnTo>
                  <a:lnTo>
                    <a:pt x="4659270" y="1615158"/>
                  </a:lnTo>
                  <a:lnTo>
                    <a:pt x="4728941" y="1615206"/>
                  </a:lnTo>
                  <a:lnTo>
                    <a:pt x="4811442" y="1615271"/>
                  </a:lnTo>
                  <a:lnTo>
                    <a:pt x="4902515" y="1615352"/>
                  </a:lnTo>
                  <a:lnTo>
                    <a:pt x="4997641" y="1615450"/>
                  </a:lnTo>
                  <a:lnTo>
                    <a:pt x="5092801" y="1615563"/>
                  </a:lnTo>
                  <a:lnTo>
                    <a:pt x="5184909" y="1615693"/>
                  </a:lnTo>
                  <a:lnTo>
                    <a:pt x="5271948" y="1615839"/>
                  </a:lnTo>
                  <a:lnTo>
                    <a:pt x="5352878" y="1616002"/>
                  </a:lnTo>
                  <a:lnTo>
                    <a:pt x="5427429" y="1616184"/>
                  </a:lnTo>
                  <a:lnTo>
                    <a:pt x="5495884" y="1616387"/>
                  </a:lnTo>
                  <a:lnTo>
                    <a:pt x="5558881" y="1616613"/>
                  </a:lnTo>
                  <a:lnTo>
                    <a:pt x="5617262" y="1616868"/>
                  </a:lnTo>
                  <a:lnTo>
                    <a:pt x="5671958" y="1617153"/>
                  </a:lnTo>
                  <a:lnTo>
                    <a:pt x="5723903" y="1617473"/>
                  </a:lnTo>
                  <a:lnTo>
                    <a:pt x="5773955" y="1617830"/>
                  </a:lnTo>
                  <a:lnTo>
                    <a:pt x="5784835" y="1617914"/>
                  </a:lnTo>
                  <a:lnTo>
                    <a:pt x="5839093" y="1618366"/>
                  </a:lnTo>
                  <a:lnTo>
                    <a:pt x="5892828" y="1618865"/>
                  </a:lnTo>
                  <a:lnTo>
                    <a:pt x="5946630" y="1619413"/>
                  </a:lnTo>
                  <a:lnTo>
                    <a:pt x="6000887" y="1620009"/>
                  </a:lnTo>
                  <a:lnTo>
                    <a:pt x="6055822" y="1620648"/>
                  </a:lnTo>
                  <a:lnTo>
                    <a:pt x="6111506" y="1621326"/>
                  </a:lnTo>
                  <a:lnTo>
                    <a:pt x="6167881" y="1622036"/>
                  </a:lnTo>
                  <a:lnTo>
                    <a:pt x="6224788" y="1622769"/>
                  </a:lnTo>
                  <a:lnTo>
                    <a:pt x="6281988" y="1623513"/>
                  </a:lnTo>
                  <a:lnTo>
                    <a:pt x="6339207" y="1624258"/>
                  </a:lnTo>
                  <a:lnTo>
                    <a:pt x="6396166" y="1624993"/>
                  </a:lnTo>
                  <a:lnTo>
                    <a:pt x="6452621" y="1625706"/>
                  </a:lnTo>
                  <a:lnTo>
                    <a:pt x="6508400" y="1626389"/>
                  </a:lnTo>
                  <a:lnTo>
                    <a:pt x="6563430" y="1627034"/>
                  </a:lnTo>
                  <a:lnTo>
                    <a:pt x="6617766" y="1627635"/>
                  </a:lnTo>
                  <a:lnTo>
                    <a:pt x="6671608" y="1628189"/>
                  </a:lnTo>
                  <a:lnTo>
                    <a:pt x="6725323" y="1628695"/>
                  </a:lnTo>
                  <a:lnTo>
                    <a:pt x="6779473" y="1629153"/>
                  </a:lnTo>
                  <a:lnTo>
                    <a:pt x="6786527" y="1629208"/>
                  </a:lnTo>
                  <a:lnTo>
                    <a:pt x="6836261" y="1629574"/>
                  </a:lnTo>
                  <a:lnTo>
                    <a:pt x="6887718" y="1629902"/>
                  </a:lnTo>
                  <a:lnTo>
                    <a:pt x="6941727" y="1630194"/>
                  </a:lnTo>
                  <a:lnTo>
                    <a:pt x="6999212" y="1630455"/>
                  </a:lnTo>
                  <a:lnTo>
                    <a:pt x="7061112" y="1630688"/>
                  </a:lnTo>
                  <a:lnTo>
                    <a:pt x="7128297" y="1630896"/>
                  </a:lnTo>
                  <a:lnTo>
                    <a:pt x="7201461" y="1631082"/>
                  </a:lnTo>
                  <a:lnTo>
                    <a:pt x="7280981" y="1631249"/>
                  </a:lnTo>
                  <a:lnTo>
                    <a:pt x="7366729" y="1631398"/>
                  </a:lnTo>
                  <a:lnTo>
                    <a:pt x="7457854" y="1631532"/>
                  </a:lnTo>
                  <a:lnTo>
                    <a:pt x="7552567" y="1631649"/>
                  </a:lnTo>
                  <a:lnTo>
                    <a:pt x="7648019" y="1631750"/>
                  </a:lnTo>
                  <a:lnTo>
                    <a:pt x="7740369" y="1631835"/>
                  </a:lnTo>
                  <a:lnTo>
                    <a:pt x="7825154" y="1631903"/>
                  </a:lnTo>
                  <a:lnTo>
                    <a:pt x="7897982" y="1631955"/>
                  </a:lnTo>
                  <a:lnTo>
                    <a:pt x="7955423" y="1631991"/>
                  </a:lnTo>
                  <a:lnTo>
                    <a:pt x="7995841" y="1632014"/>
                  </a:lnTo>
                  <a:lnTo>
                    <a:pt x="8019888" y="1632026"/>
                  </a:lnTo>
                  <a:lnTo>
                    <a:pt x="8030538" y="1632031"/>
                  </a:lnTo>
                  <a:lnTo>
                    <a:pt x="8032819" y="1632032"/>
                  </a:lnTo>
                  <a:lnTo>
                    <a:pt x="8554953" y="1632032"/>
                  </a:lnTo>
                  <a:lnTo>
                    <a:pt x="8554953" y="1626385"/>
                  </a:lnTo>
                  <a:lnTo>
                    <a:pt x="8032819" y="1626385"/>
                  </a:lnTo>
                  <a:lnTo>
                    <a:pt x="8031549" y="1626384"/>
                  </a:lnTo>
                  <a:lnTo>
                    <a:pt x="8023248" y="1626381"/>
                  </a:lnTo>
                  <a:lnTo>
                    <a:pt x="8002496" y="1626370"/>
                  </a:lnTo>
                  <a:lnTo>
                    <a:pt x="7965836" y="1626350"/>
                  </a:lnTo>
                  <a:lnTo>
                    <a:pt x="7912092" y="1626317"/>
                  </a:lnTo>
                  <a:lnTo>
                    <a:pt x="7842421" y="1626269"/>
                  </a:lnTo>
                  <a:lnTo>
                    <a:pt x="7759920" y="1626205"/>
                  </a:lnTo>
                  <a:lnTo>
                    <a:pt x="7668847" y="1626123"/>
                  </a:lnTo>
                  <a:lnTo>
                    <a:pt x="7573720" y="1626026"/>
                  </a:lnTo>
                  <a:lnTo>
                    <a:pt x="7478561" y="1625912"/>
                  </a:lnTo>
                  <a:lnTo>
                    <a:pt x="7386453" y="1625782"/>
                  </a:lnTo>
                  <a:lnTo>
                    <a:pt x="7299414" y="1625636"/>
                  </a:lnTo>
                  <a:lnTo>
                    <a:pt x="7218484" y="1625473"/>
                  </a:lnTo>
                  <a:lnTo>
                    <a:pt x="7143933" y="1625291"/>
                  </a:lnTo>
                  <a:lnTo>
                    <a:pt x="7075478" y="1625089"/>
                  </a:lnTo>
                  <a:lnTo>
                    <a:pt x="7012481" y="1624862"/>
                  </a:lnTo>
                  <a:lnTo>
                    <a:pt x="6954100" y="1624608"/>
                  </a:lnTo>
                  <a:lnTo>
                    <a:pt x="6899404" y="1624322"/>
                  </a:lnTo>
                  <a:lnTo>
                    <a:pt x="6847459" y="1624002"/>
                  </a:lnTo>
                  <a:lnTo>
                    <a:pt x="6797407" y="1623645"/>
                  </a:lnTo>
                  <a:lnTo>
                    <a:pt x="6786527" y="1623561"/>
                  </a:lnTo>
                  <a:lnTo>
                    <a:pt x="6732269" y="1623110"/>
                  </a:lnTo>
                  <a:lnTo>
                    <a:pt x="6678534" y="1622610"/>
                  </a:lnTo>
                  <a:lnTo>
                    <a:pt x="6624732" y="1622062"/>
                  </a:lnTo>
                  <a:lnTo>
                    <a:pt x="6570475" y="1621467"/>
                  </a:lnTo>
                  <a:lnTo>
                    <a:pt x="6515540" y="1620827"/>
                  </a:lnTo>
                  <a:lnTo>
                    <a:pt x="6459856" y="1620149"/>
                  </a:lnTo>
                  <a:lnTo>
                    <a:pt x="6403481" y="1619439"/>
                  </a:lnTo>
                  <a:lnTo>
                    <a:pt x="6346574" y="1618706"/>
                  </a:lnTo>
                  <a:lnTo>
                    <a:pt x="6289374" y="1617962"/>
                  </a:lnTo>
                  <a:lnTo>
                    <a:pt x="6232155" y="1617217"/>
                  </a:lnTo>
                  <a:lnTo>
                    <a:pt x="6175196" y="1616483"/>
                  </a:lnTo>
                  <a:lnTo>
                    <a:pt x="6118741" y="1615769"/>
                  </a:lnTo>
                  <a:lnTo>
                    <a:pt x="6062962" y="1615086"/>
                  </a:lnTo>
                  <a:lnTo>
                    <a:pt x="6007932" y="1614441"/>
                  </a:lnTo>
                  <a:lnTo>
                    <a:pt x="5953596" y="1613840"/>
                  </a:lnTo>
                  <a:lnTo>
                    <a:pt x="5899754" y="1613286"/>
                  </a:lnTo>
                  <a:lnTo>
                    <a:pt x="5846039" y="1612780"/>
                  </a:lnTo>
                  <a:lnTo>
                    <a:pt x="5791889" y="1612322"/>
                  </a:lnTo>
                  <a:lnTo>
                    <a:pt x="5784835" y="1612267"/>
                  </a:lnTo>
                  <a:lnTo>
                    <a:pt x="5735101" y="1611902"/>
                  </a:lnTo>
                  <a:lnTo>
                    <a:pt x="5683644" y="1611573"/>
                  </a:lnTo>
                  <a:lnTo>
                    <a:pt x="5629635" y="1611281"/>
                  </a:lnTo>
                  <a:lnTo>
                    <a:pt x="5572150" y="1611020"/>
                  </a:lnTo>
                  <a:lnTo>
                    <a:pt x="5510250" y="1610787"/>
                  </a:lnTo>
                  <a:lnTo>
                    <a:pt x="5443065" y="1610580"/>
                  </a:lnTo>
                  <a:lnTo>
                    <a:pt x="5369901" y="1610393"/>
                  </a:lnTo>
                  <a:lnTo>
                    <a:pt x="5290381" y="1610226"/>
                  </a:lnTo>
                  <a:lnTo>
                    <a:pt x="5204633" y="1610077"/>
                  </a:lnTo>
                  <a:lnTo>
                    <a:pt x="5113508" y="1609944"/>
                  </a:lnTo>
                  <a:lnTo>
                    <a:pt x="5018795" y="1609826"/>
                  </a:lnTo>
                  <a:lnTo>
                    <a:pt x="4923343" y="1609725"/>
                  </a:lnTo>
                  <a:lnTo>
                    <a:pt x="4830993" y="1609640"/>
                  </a:lnTo>
                  <a:lnTo>
                    <a:pt x="4746208" y="1609572"/>
                  </a:lnTo>
                  <a:lnTo>
                    <a:pt x="4673380" y="1609520"/>
                  </a:lnTo>
                  <a:lnTo>
                    <a:pt x="4615939" y="1609484"/>
                  </a:lnTo>
                  <a:lnTo>
                    <a:pt x="4575521" y="1609461"/>
                  </a:lnTo>
                  <a:lnTo>
                    <a:pt x="4551474" y="1609449"/>
                  </a:lnTo>
                  <a:lnTo>
                    <a:pt x="4540824" y="1609444"/>
                  </a:lnTo>
                  <a:lnTo>
                    <a:pt x="4538543" y="1609443"/>
                  </a:lnTo>
                  <a:lnTo>
                    <a:pt x="4016409" y="1609443"/>
                  </a:lnTo>
                  <a:lnTo>
                    <a:pt x="4015181" y="1609396"/>
                  </a:lnTo>
                  <a:lnTo>
                    <a:pt x="4007145" y="1609054"/>
                  </a:lnTo>
                  <a:lnTo>
                    <a:pt x="3987033" y="1608111"/>
                  </a:lnTo>
                  <a:lnTo>
                    <a:pt x="3951444" y="1606259"/>
                  </a:lnTo>
                  <a:lnTo>
                    <a:pt x="3899151" y="1603223"/>
                  </a:lnTo>
                  <a:lnTo>
                    <a:pt x="3831163" y="1598797"/>
                  </a:lnTo>
                  <a:lnTo>
                    <a:pt x="3750381" y="1592859"/>
                  </a:lnTo>
                  <a:lnTo>
                    <a:pt x="3660870" y="1585367"/>
                  </a:lnTo>
                  <a:lnTo>
                    <a:pt x="3567009" y="1576338"/>
                  </a:lnTo>
                  <a:lnTo>
                    <a:pt x="3472758" y="1565807"/>
                  </a:lnTo>
                  <a:lnTo>
                    <a:pt x="3381204" y="1553796"/>
                  </a:lnTo>
                  <a:lnTo>
                    <a:pt x="3294417" y="1540288"/>
                  </a:lnTo>
                  <a:lnTo>
                    <a:pt x="3213517" y="1525208"/>
                  </a:lnTo>
                  <a:lnTo>
                    <a:pt x="3138854" y="1508417"/>
                  </a:lnTo>
                  <a:lnTo>
                    <a:pt x="3070223" y="1489710"/>
                  </a:lnTo>
                  <a:lnTo>
                    <a:pt x="3007049" y="1468825"/>
                  </a:lnTo>
                  <a:lnTo>
                    <a:pt x="2948547" y="1445450"/>
                  </a:lnTo>
                  <a:lnTo>
                    <a:pt x="2893824" y="1419247"/>
                  </a:lnTo>
                  <a:lnTo>
                    <a:pt x="2841971" y="1389889"/>
                  </a:lnTo>
                  <a:lnTo>
                    <a:pt x="2792139" y="1357126"/>
                  </a:lnTo>
                  <a:lnTo>
                    <a:pt x="2770117" y="1341203"/>
                  </a:lnTo>
                  <a:lnTo>
                    <a:pt x="2725237" y="1306080"/>
                  </a:lnTo>
                  <a:lnTo>
                    <a:pt x="2680794" y="1267869"/>
                  </a:lnTo>
                  <a:lnTo>
                    <a:pt x="2636425" y="1226513"/>
                  </a:lnTo>
                  <a:lnTo>
                    <a:pt x="2591866" y="1182029"/>
                  </a:lnTo>
                  <a:lnTo>
                    <a:pt x="2546935" y="1134521"/>
                  </a:lnTo>
                  <a:lnTo>
                    <a:pt x="2501527" y="1084183"/>
                  </a:lnTo>
                  <a:lnTo>
                    <a:pt x="2455605" y="1031303"/>
                  </a:lnTo>
                  <a:lnTo>
                    <a:pt x="2409195" y="976261"/>
                  </a:lnTo>
                  <a:lnTo>
                    <a:pt x="2362370" y="919519"/>
                  </a:lnTo>
                  <a:lnTo>
                    <a:pt x="2315247" y="861609"/>
                  </a:lnTo>
                  <a:lnTo>
                    <a:pt x="2267971" y="803111"/>
                  </a:lnTo>
                  <a:lnTo>
                    <a:pt x="2220699" y="744629"/>
                  </a:lnTo>
                  <a:lnTo>
                    <a:pt x="2173589" y="686768"/>
                  </a:lnTo>
                  <a:lnTo>
                    <a:pt x="2126784" y="630107"/>
                  </a:lnTo>
                  <a:lnTo>
                    <a:pt x="2080399" y="575172"/>
                  </a:lnTo>
                  <a:lnTo>
                    <a:pt x="2034506" y="522423"/>
                  </a:lnTo>
                  <a:lnTo>
                    <a:pt x="1989125" y="472234"/>
                  </a:lnTo>
                  <a:lnTo>
                    <a:pt x="1944218" y="424888"/>
                  </a:lnTo>
                  <a:lnTo>
                    <a:pt x="1899675" y="380574"/>
                  </a:lnTo>
                  <a:lnTo>
                    <a:pt x="1855310" y="339391"/>
                  </a:lnTo>
                  <a:lnTo>
                    <a:pt x="1810853" y="301352"/>
                  </a:lnTo>
                  <a:lnTo>
                    <a:pt x="1768425" y="268240"/>
                  </a:lnTo>
                  <a:lnTo>
                    <a:pt x="1719259" y="233906"/>
                  </a:lnTo>
                  <a:lnTo>
                    <a:pt x="1668417" y="203034"/>
                  </a:lnTo>
                  <a:lnTo>
                    <a:pt x="1615100" y="175445"/>
                  </a:lnTo>
                  <a:lnTo>
                    <a:pt x="1558416" y="150836"/>
                  </a:lnTo>
                  <a:lnTo>
                    <a:pt x="1497456" y="128869"/>
                  </a:lnTo>
                  <a:lnTo>
                    <a:pt x="1431374" y="109215"/>
                  </a:lnTo>
                  <a:lnTo>
                    <a:pt x="1359484" y="91588"/>
                  </a:lnTo>
                  <a:lnTo>
                    <a:pt x="1281393" y="75757"/>
                  </a:lnTo>
                  <a:lnTo>
                    <a:pt x="1197175" y="61553"/>
                  </a:lnTo>
                  <a:lnTo>
                    <a:pt x="1107576" y="48872"/>
                  </a:lnTo>
                  <a:lnTo>
                    <a:pt x="1014220" y="37673"/>
                  </a:lnTo>
                  <a:lnTo>
                    <a:pt x="919738" y="27961"/>
                  </a:lnTo>
                  <a:lnTo>
                    <a:pt x="827734" y="19772"/>
                  </a:lnTo>
                  <a:lnTo>
                    <a:pt x="742471" y="13133"/>
                  </a:lnTo>
                  <a:lnTo>
                    <a:pt x="668262" y="8035"/>
                  </a:lnTo>
                  <a:lnTo>
                    <a:pt x="608636" y="4393"/>
                  </a:lnTo>
                  <a:lnTo>
                    <a:pt x="565525" y="2037"/>
                  </a:lnTo>
                  <a:lnTo>
                    <a:pt x="538726" y="720"/>
                  </a:lnTo>
                  <a:lnTo>
                    <a:pt x="525789" y="147"/>
                  </a:lnTo>
                  <a:lnTo>
                    <a:pt x="5221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636" name="pl636"/>
            <p:cNvSpPr/>
            <p:nvPr/>
          </p:nvSpPr>
          <p:spPr>
            <a:xfrm>
              <a:off x="386606" y="2151211"/>
              <a:ext cx="8554953" cy="1626385"/>
            </a:xfrm>
            <a:custGeom>
              <a:avLst/>
              <a:pathLst>
                <a:path w="8554953" h="1626385">
                  <a:moveTo>
                    <a:pt x="0" y="0"/>
                  </a:moveTo>
                  <a:lnTo>
                    <a:pt x="522133" y="0"/>
                  </a:lnTo>
                  <a:lnTo>
                    <a:pt x="523361" y="47"/>
                  </a:lnTo>
                  <a:lnTo>
                    <a:pt x="531397" y="388"/>
                  </a:lnTo>
                  <a:lnTo>
                    <a:pt x="551509" y="1331"/>
                  </a:lnTo>
                  <a:lnTo>
                    <a:pt x="587098" y="3184"/>
                  </a:lnTo>
                  <a:lnTo>
                    <a:pt x="639392" y="6219"/>
                  </a:lnTo>
                  <a:lnTo>
                    <a:pt x="707379" y="10645"/>
                  </a:lnTo>
                  <a:lnTo>
                    <a:pt x="788162" y="16584"/>
                  </a:lnTo>
                  <a:lnTo>
                    <a:pt x="877672" y="24075"/>
                  </a:lnTo>
                  <a:lnTo>
                    <a:pt x="971533" y="33105"/>
                  </a:lnTo>
                  <a:lnTo>
                    <a:pt x="1065785" y="43636"/>
                  </a:lnTo>
                  <a:lnTo>
                    <a:pt x="1157339" y="55647"/>
                  </a:lnTo>
                  <a:lnTo>
                    <a:pt x="1244125" y="69154"/>
                  </a:lnTo>
                  <a:lnTo>
                    <a:pt x="1325025" y="84235"/>
                  </a:lnTo>
                  <a:lnTo>
                    <a:pt x="1399688" y="101026"/>
                  </a:lnTo>
                  <a:lnTo>
                    <a:pt x="1468320" y="119733"/>
                  </a:lnTo>
                  <a:lnTo>
                    <a:pt x="1531493" y="140618"/>
                  </a:lnTo>
                  <a:lnTo>
                    <a:pt x="1589995" y="163992"/>
                  </a:lnTo>
                  <a:lnTo>
                    <a:pt x="1644718" y="190196"/>
                  </a:lnTo>
                  <a:lnTo>
                    <a:pt x="1696571" y="219554"/>
                  </a:lnTo>
                  <a:lnTo>
                    <a:pt x="1746404" y="252317"/>
                  </a:lnTo>
                  <a:lnTo>
                    <a:pt x="1768425" y="268240"/>
                  </a:lnTo>
                  <a:lnTo>
                    <a:pt x="1813305" y="303363"/>
                  </a:lnTo>
                  <a:lnTo>
                    <a:pt x="1857748" y="341573"/>
                  </a:lnTo>
                  <a:lnTo>
                    <a:pt x="1902117" y="382930"/>
                  </a:lnTo>
                  <a:lnTo>
                    <a:pt x="1946676" y="427414"/>
                  </a:lnTo>
                  <a:lnTo>
                    <a:pt x="1991607" y="474922"/>
                  </a:lnTo>
                  <a:lnTo>
                    <a:pt x="2037015" y="525260"/>
                  </a:lnTo>
                  <a:lnTo>
                    <a:pt x="2082937" y="578140"/>
                  </a:lnTo>
                  <a:lnTo>
                    <a:pt x="2129347" y="633182"/>
                  </a:lnTo>
                  <a:lnTo>
                    <a:pt x="2176172" y="689923"/>
                  </a:lnTo>
                  <a:lnTo>
                    <a:pt x="2223295" y="747833"/>
                  </a:lnTo>
                  <a:lnTo>
                    <a:pt x="2270571" y="806332"/>
                  </a:lnTo>
                  <a:lnTo>
                    <a:pt x="2317844" y="864814"/>
                  </a:lnTo>
                  <a:lnTo>
                    <a:pt x="2364953" y="922674"/>
                  </a:lnTo>
                  <a:lnTo>
                    <a:pt x="2411758" y="979336"/>
                  </a:lnTo>
                  <a:lnTo>
                    <a:pt x="2458143" y="1034270"/>
                  </a:lnTo>
                  <a:lnTo>
                    <a:pt x="2504036" y="1087019"/>
                  </a:lnTo>
                  <a:lnTo>
                    <a:pt x="2549417" y="1137208"/>
                  </a:lnTo>
                  <a:lnTo>
                    <a:pt x="2594324" y="1184555"/>
                  </a:lnTo>
                  <a:lnTo>
                    <a:pt x="2638868" y="1228868"/>
                  </a:lnTo>
                  <a:lnTo>
                    <a:pt x="2683232" y="1270052"/>
                  </a:lnTo>
                  <a:lnTo>
                    <a:pt x="2727689" y="1308091"/>
                  </a:lnTo>
                  <a:lnTo>
                    <a:pt x="2770117" y="1341203"/>
                  </a:lnTo>
                  <a:lnTo>
                    <a:pt x="2819283" y="1375537"/>
                  </a:lnTo>
                  <a:lnTo>
                    <a:pt x="2870125" y="1406409"/>
                  </a:lnTo>
                  <a:lnTo>
                    <a:pt x="2923442" y="1433998"/>
                  </a:lnTo>
                  <a:lnTo>
                    <a:pt x="2980126" y="1458606"/>
                  </a:lnTo>
                  <a:lnTo>
                    <a:pt x="3041086" y="1480574"/>
                  </a:lnTo>
                  <a:lnTo>
                    <a:pt x="3107168" y="1500228"/>
                  </a:lnTo>
                  <a:lnTo>
                    <a:pt x="3179058" y="1517854"/>
                  </a:lnTo>
                  <a:lnTo>
                    <a:pt x="3257149" y="1533686"/>
                  </a:lnTo>
                  <a:lnTo>
                    <a:pt x="3341367" y="1547890"/>
                  </a:lnTo>
                  <a:lnTo>
                    <a:pt x="3430966" y="1560570"/>
                  </a:lnTo>
                  <a:lnTo>
                    <a:pt x="3524322" y="1571770"/>
                  </a:lnTo>
                  <a:lnTo>
                    <a:pt x="3618804" y="1581482"/>
                  </a:lnTo>
                  <a:lnTo>
                    <a:pt x="3710809" y="1589671"/>
                  </a:lnTo>
                  <a:lnTo>
                    <a:pt x="3796071" y="1596309"/>
                  </a:lnTo>
                  <a:lnTo>
                    <a:pt x="3870280" y="1601408"/>
                  </a:lnTo>
                  <a:lnTo>
                    <a:pt x="3929907" y="1605050"/>
                  </a:lnTo>
                  <a:lnTo>
                    <a:pt x="3973017" y="1607406"/>
                  </a:lnTo>
                  <a:lnTo>
                    <a:pt x="3999816" y="1608722"/>
                  </a:lnTo>
                  <a:lnTo>
                    <a:pt x="4012753" y="1609296"/>
                  </a:lnTo>
                  <a:lnTo>
                    <a:pt x="4016293" y="1609439"/>
                  </a:lnTo>
                  <a:lnTo>
                    <a:pt x="4016409" y="1609443"/>
                  </a:lnTo>
                  <a:lnTo>
                    <a:pt x="4538543" y="1609443"/>
                  </a:lnTo>
                  <a:lnTo>
                    <a:pt x="4539813" y="1609444"/>
                  </a:lnTo>
                  <a:lnTo>
                    <a:pt x="4548114" y="1609447"/>
                  </a:lnTo>
                  <a:lnTo>
                    <a:pt x="4568866" y="1609458"/>
                  </a:lnTo>
                  <a:lnTo>
                    <a:pt x="4605526" y="1609478"/>
                  </a:lnTo>
                  <a:lnTo>
                    <a:pt x="4659270" y="1609511"/>
                  </a:lnTo>
                  <a:lnTo>
                    <a:pt x="4728941" y="1609559"/>
                  </a:lnTo>
                  <a:lnTo>
                    <a:pt x="4811442" y="1609624"/>
                  </a:lnTo>
                  <a:lnTo>
                    <a:pt x="4902515" y="1609705"/>
                  </a:lnTo>
                  <a:lnTo>
                    <a:pt x="4997641" y="1609802"/>
                  </a:lnTo>
                  <a:lnTo>
                    <a:pt x="5092801" y="1609916"/>
                  </a:lnTo>
                  <a:lnTo>
                    <a:pt x="5184909" y="1610046"/>
                  </a:lnTo>
                  <a:lnTo>
                    <a:pt x="5271948" y="1610192"/>
                  </a:lnTo>
                  <a:lnTo>
                    <a:pt x="5352878" y="1610355"/>
                  </a:lnTo>
                  <a:lnTo>
                    <a:pt x="5427429" y="1610537"/>
                  </a:lnTo>
                  <a:lnTo>
                    <a:pt x="5495884" y="1610739"/>
                  </a:lnTo>
                  <a:lnTo>
                    <a:pt x="5558881" y="1610966"/>
                  </a:lnTo>
                  <a:lnTo>
                    <a:pt x="5617262" y="1611220"/>
                  </a:lnTo>
                  <a:lnTo>
                    <a:pt x="5671958" y="1611506"/>
                  </a:lnTo>
                  <a:lnTo>
                    <a:pt x="5723903" y="1611826"/>
                  </a:lnTo>
                  <a:lnTo>
                    <a:pt x="5773955" y="1612183"/>
                  </a:lnTo>
                  <a:lnTo>
                    <a:pt x="5784835" y="1612267"/>
                  </a:lnTo>
                  <a:lnTo>
                    <a:pt x="5839093" y="1612718"/>
                  </a:lnTo>
                  <a:lnTo>
                    <a:pt x="5892828" y="1613218"/>
                  </a:lnTo>
                  <a:lnTo>
                    <a:pt x="5946630" y="1613766"/>
                  </a:lnTo>
                  <a:lnTo>
                    <a:pt x="6000887" y="1614361"/>
                  </a:lnTo>
                  <a:lnTo>
                    <a:pt x="6055822" y="1615001"/>
                  </a:lnTo>
                  <a:lnTo>
                    <a:pt x="6111506" y="1615679"/>
                  </a:lnTo>
                  <a:lnTo>
                    <a:pt x="6167881" y="1616389"/>
                  </a:lnTo>
                  <a:lnTo>
                    <a:pt x="6224788" y="1617122"/>
                  </a:lnTo>
                  <a:lnTo>
                    <a:pt x="6281988" y="1617866"/>
                  </a:lnTo>
                  <a:lnTo>
                    <a:pt x="6339207" y="1618611"/>
                  </a:lnTo>
                  <a:lnTo>
                    <a:pt x="6396166" y="1619345"/>
                  </a:lnTo>
                  <a:lnTo>
                    <a:pt x="6452621" y="1620059"/>
                  </a:lnTo>
                  <a:lnTo>
                    <a:pt x="6508400" y="1620742"/>
                  </a:lnTo>
                  <a:lnTo>
                    <a:pt x="6563430" y="1621387"/>
                  </a:lnTo>
                  <a:lnTo>
                    <a:pt x="6617766" y="1621988"/>
                  </a:lnTo>
                  <a:lnTo>
                    <a:pt x="6671608" y="1622542"/>
                  </a:lnTo>
                  <a:lnTo>
                    <a:pt x="6725323" y="1623048"/>
                  </a:lnTo>
                  <a:lnTo>
                    <a:pt x="6779473" y="1623506"/>
                  </a:lnTo>
                  <a:lnTo>
                    <a:pt x="6786527" y="1623561"/>
                  </a:lnTo>
                  <a:lnTo>
                    <a:pt x="6836261" y="1623927"/>
                  </a:lnTo>
                  <a:lnTo>
                    <a:pt x="6887718" y="1624255"/>
                  </a:lnTo>
                  <a:lnTo>
                    <a:pt x="6941727" y="1624547"/>
                  </a:lnTo>
                  <a:lnTo>
                    <a:pt x="6999212" y="1624808"/>
                  </a:lnTo>
                  <a:lnTo>
                    <a:pt x="7061112" y="1625041"/>
                  </a:lnTo>
                  <a:lnTo>
                    <a:pt x="7128297" y="1625248"/>
                  </a:lnTo>
                  <a:lnTo>
                    <a:pt x="7201461" y="1625435"/>
                  </a:lnTo>
                  <a:lnTo>
                    <a:pt x="7280981" y="1625602"/>
                  </a:lnTo>
                  <a:lnTo>
                    <a:pt x="7366729" y="1625751"/>
                  </a:lnTo>
                  <a:lnTo>
                    <a:pt x="7457854" y="1625885"/>
                  </a:lnTo>
                  <a:lnTo>
                    <a:pt x="7552567" y="1626002"/>
                  </a:lnTo>
                  <a:lnTo>
                    <a:pt x="7648019" y="1626103"/>
                  </a:lnTo>
                  <a:lnTo>
                    <a:pt x="7740369" y="1626188"/>
                  </a:lnTo>
                  <a:lnTo>
                    <a:pt x="7825154" y="1626256"/>
                  </a:lnTo>
                  <a:lnTo>
                    <a:pt x="7897982" y="1626308"/>
                  </a:lnTo>
                  <a:lnTo>
                    <a:pt x="7955423" y="1626344"/>
                  </a:lnTo>
                  <a:lnTo>
                    <a:pt x="7995841" y="1626367"/>
                  </a:lnTo>
                  <a:lnTo>
                    <a:pt x="8019888" y="1626379"/>
                  </a:lnTo>
                  <a:lnTo>
                    <a:pt x="8030538" y="1626384"/>
                  </a:lnTo>
                  <a:lnTo>
                    <a:pt x="8032805" y="1626385"/>
                  </a:lnTo>
                  <a:lnTo>
                    <a:pt x="8032819" y="1626385"/>
                  </a:lnTo>
                  <a:lnTo>
                    <a:pt x="8554953" y="1626385"/>
                  </a:lnTo>
                  <a:lnTo>
                    <a:pt x="8554953" y="1626385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637" name="pl637"/>
            <p:cNvSpPr/>
            <p:nvPr/>
          </p:nvSpPr>
          <p:spPr>
            <a:xfrm>
              <a:off x="386606" y="2145564"/>
              <a:ext cx="8554953" cy="1626385"/>
            </a:xfrm>
            <a:custGeom>
              <a:avLst/>
              <a:pathLst>
                <a:path w="8554953" h="1626385">
                  <a:moveTo>
                    <a:pt x="8554953" y="1626385"/>
                  </a:moveTo>
                  <a:lnTo>
                    <a:pt x="8032819" y="1626385"/>
                  </a:lnTo>
                  <a:lnTo>
                    <a:pt x="8031549" y="1626384"/>
                  </a:lnTo>
                  <a:lnTo>
                    <a:pt x="8023248" y="1626381"/>
                  </a:lnTo>
                  <a:lnTo>
                    <a:pt x="8002496" y="1626370"/>
                  </a:lnTo>
                  <a:lnTo>
                    <a:pt x="7965836" y="1626350"/>
                  </a:lnTo>
                  <a:lnTo>
                    <a:pt x="7912092" y="1626317"/>
                  </a:lnTo>
                  <a:lnTo>
                    <a:pt x="7842421" y="1626269"/>
                  </a:lnTo>
                  <a:lnTo>
                    <a:pt x="7759920" y="1626205"/>
                  </a:lnTo>
                  <a:lnTo>
                    <a:pt x="7668847" y="1626123"/>
                  </a:lnTo>
                  <a:lnTo>
                    <a:pt x="7573720" y="1626026"/>
                  </a:lnTo>
                  <a:lnTo>
                    <a:pt x="7478561" y="1625912"/>
                  </a:lnTo>
                  <a:lnTo>
                    <a:pt x="7386453" y="1625782"/>
                  </a:lnTo>
                  <a:lnTo>
                    <a:pt x="7299414" y="1625636"/>
                  </a:lnTo>
                  <a:lnTo>
                    <a:pt x="7218484" y="1625473"/>
                  </a:lnTo>
                  <a:lnTo>
                    <a:pt x="7143933" y="1625291"/>
                  </a:lnTo>
                  <a:lnTo>
                    <a:pt x="7075478" y="1625089"/>
                  </a:lnTo>
                  <a:lnTo>
                    <a:pt x="7012481" y="1624862"/>
                  </a:lnTo>
                  <a:lnTo>
                    <a:pt x="6954100" y="1624608"/>
                  </a:lnTo>
                  <a:lnTo>
                    <a:pt x="6899404" y="1624322"/>
                  </a:lnTo>
                  <a:lnTo>
                    <a:pt x="6847459" y="1624002"/>
                  </a:lnTo>
                  <a:lnTo>
                    <a:pt x="6797407" y="1623645"/>
                  </a:lnTo>
                  <a:lnTo>
                    <a:pt x="6786527" y="1623561"/>
                  </a:lnTo>
                  <a:lnTo>
                    <a:pt x="6732269" y="1623110"/>
                  </a:lnTo>
                  <a:lnTo>
                    <a:pt x="6678534" y="1622610"/>
                  </a:lnTo>
                  <a:lnTo>
                    <a:pt x="6624732" y="1622062"/>
                  </a:lnTo>
                  <a:lnTo>
                    <a:pt x="6570475" y="1621467"/>
                  </a:lnTo>
                  <a:lnTo>
                    <a:pt x="6515540" y="1620827"/>
                  </a:lnTo>
                  <a:lnTo>
                    <a:pt x="6459856" y="1620149"/>
                  </a:lnTo>
                  <a:lnTo>
                    <a:pt x="6403481" y="1619439"/>
                  </a:lnTo>
                  <a:lnTo>
                    <a:pt x="6346574" y="1618706"/>
                  </a:lnTo>
                  <a:lnTo>
                    <a:pt x="6289374" y="1617962"/>
                  </a:lnTo>
                  <a:lnTo>
                    <a:pt x="6232155" y="1617217"/>
                  </a:lnTo>
                  <a:lnTo>
                    <a:pt x="6175196" y="1616483"/>
                  </a:lnTo>
                  <a:lnTo>
                    <a:pt x="6118741" y="1615769"/>
                  </a:lnTo>
                  <a:lnTo>
                    <a:pt x="6062962" y="1615086"/>
                  </a:lnTo>
                  <a:lnTo>
                    <a:pt x="6007932" y="1614441"/>
                  </a:lnTo>
                  <a:lnTo>
                    <a:pt x="5953596" y="1613840"/>
                  </a:lnTo>
                  <a:lnTo>
                    <a:pt x="5899754" y="1613286"/>
                  </a:lnTo>
                  <a:lnTo>
                    <a:pt x="5846039" y="1612780"/>
                  </a:lnTo>
                  <a:lnTo>
                    <a:pt x="5791889" y="1612322"/>
                  </a:lnTo>
                  <a:lnTo>
                    <a:pt x="5784835" y="1612267"/>
                  </a:lnTo>
                  <a:lnTo>
                    <a:pt x="5735101" y="1611902"/>
                  </a:lnTo>
                  <a:lnTo>
                    <a:pt x="5683644" y="1611573"/>
                  </a:lnTo>
                  <a:lnTo>
                    <a:pt x="5629635" y="1611281"/>
                  </a:lnTo>
                  <a:lnTo>
                    <a:pt x="5572150" y="1611020"/>
                  </a:lnTo>
                  <a:lnTo>
                    <a:pt x="5510250" y="1610787"/>
                  </a:lnTo>
                  <a:lnTo>
                    <a:pt x="5443065" y="1610580"/>
                  </a:lnTo>
                  <a:lnTo>
                    <a:pt x="5369901" y="1610393"/>
                  </a:lnTo>
                  <a:lnTo>
                    <a:pt x="5290381" y="1610226"/>
                  </a:lnTo>
                  <a:lnTo>
                    <a:pt x="5204633" y="1610077"/>
                  </a:lnTo>
                  <a:lnTo>
                    <a:pt x="5113508" y="1609944"/>
                  </a:lnTo>
                  <a:lnTo>
                    <a:pt x="5018795" y="1609826"/>
                  </a:lnTo>
                  <a:lnTo>
                    <a:pt x="4923343" y="1609725"/>
                  </a:lnTo>
                  <a:lnTo>
                    <a:pt x="4830993" y="1609640"/>
                  </a:lnTo>
                  <a:lnTo>
                    <a:pt x="4746208" y="1609572"/>
                  </a:lnTo>
                  <a:lnTo>
                    <a:pt x="4673380" y="1609520"/>
                  </a:lnTo>
                  <a:lnTo>
                    <a:pt x="4615939" y="1609484"/>
                  </a:lnTo>
                  <a:lnTo>
                    <a:pt x="4575521" y="1609461"/>
                  </a:lnTo>
                  <a:lnTo>
                    <a:pt x="4551474" y="1609449"/>
                  </a:lnTo>
                  <a:lnTo>
                    <a:pt x="4540824" y="1609444"/>
                  </a:lnTo>
                  <a:lnTo>
                    <a:pt x="4538557" y="1609443"/>
                  </a:lnTo>
                  <a:lnTo>
                    <a:pt x="4538543" y="1609443"/>
                  </a:lnTo>
                  <a:lnTo>
                    <a:pt x="4016409" y="1609443"/>
                  </a:lnTo>
                  <a:lnTo>
                    <a:pt x="4015181" y="1609396"/>
                  </a:lnTo>
                  <a:lnTo>
                    <a:pt x="4007145" y="1609054"/>
                  </a:lnTo>
                  <a:lnTo>
                    <a:pt x="3987033" y="1608111"/>
                  </a:lnTo>
                  <a:lnTo>
                    <a:pt x="3951444" y="1606259"/>
                  </a:lnTo>
                  <a:lnTo>
                    <a:pt x="3899151" y="1603223"/>
                  </a:lnTo>
                  <a:lnTo>
                    <a:pt x="3831163" y="1598797"/>
                  </a:lnTo>
                  <a:lnTo>
                    <a:pt x="3750381" y="1592859"/>
                  </a:lnTo>
                  <a:lnTo>
                    <a:pt x="3660870" y="1585367"/>
                  </a:lnTo>
                  <a:lnTo>
                    <a:pt x="3567009" y="1576338"/>
                  </a:lnTo>
                  <a:lnTo>
                    <a:pt x="3472758" y="1565807"/>
                  </a:lnTo>
                  <a:lnTo>
                    <a:pt x="3381204" y="1553796"/>
                  </a:lnTo>
                  <a:lnTo>
                    <a:pt x="3294417" y="1540288"/>
                  </a:lnTo>
                  <a:lnTo>
                    <a:pt x="3213517" y="1525208"/>
                  </a:lnTo>
                  <a:lnTo>
                    <a:pt x="3138854" y="1508417"/>
                  </a:lnTo>
                  <a:lnTo>
                    <a:pt x="3070223" y="1489710"/>
                  </a:lnTo>
                  <a:lnTo>
                    <a:pt x="3007049" y="1468825"/>
                  </a:lnTo>
                  <a:lnTo>
                    <a:pt x="2948547" y="1445450"/>
                  </a:lnTo>
                  <a:lnTo>
                    <a:pt x="2893824" y="1419247"/>
                  </a:lnTo>
                  <a:lnTo>
                    <a:pt x="2841971" y="1389889"/>
                  </a:lnTo>
                  <a:lnTo>
                    <a:pt x="2792139" y="1357126"/>
                  </a:lnTo>
                  <a:lnTo>
                    <a:pt x="2770117" y="1341203"/>
                  </a:lnTo>
                  <a:lnTo>
                    <a:pt x="2725237" y="1306080"/>
                  </a:lnTo>
                  <a:lnTo>
                    <a:pt x="2680794" y="1267869"/>
                  </a:lnTo>
                  <a:lnTo>
                    <a:pt x="2636425" y="1226513"/>
                  </a:lnTo>
                  <a:lnTo>
                    <a:pt x="2591866" y="1182029"/>
                  </a:lnTo>
                  <a:lnTo>
                    <a:pt x="2546935" y="1134521"/>
                  </a:lnTo>
                  <a:lnTo>
                    <a:pt x="2501527" y="1084183"/>
                  </a:lnTo>
                  <a:lnTo>
                    <a:pt x="2455605" y="1031303"/>
                  </a:lnTo>
                  <a:lnTo>
                    <a:pt x="2409195" y="976261"/>
                  </a:lnTo>
                  <a:lnTo>
                    <a:pt x="2362370" y="919519"/>
                  </a:lnTo>
                  <a:lnTo>
                    <a:pt x="2315247" y="861609"/>
                  </a:lnTo>
                  <a:lnTo>
                    <a:pt x="2267971" y="803111"/>
                  </a:lnTo>
                  <a:lnTo>
                    <a:pt x="2220699" y="744629"/>
                  </a:lnTo>
                  <a:lnTo>
                    <a:pt x="2173589" y="686768"/>
                  </a:lnTo>
                  <a:lnTo>
                    <a:pt x="2126784" y="630107"/>
                  </a:lnTo>
                  <a:lnTo>
                    <a:pt x="2080399" y="575172"/>
                  </a:lnTo>
                  <a:lnTo>
                    <a:pt x="2034506" y="522423"/>
                  </a:lnTo>
                  <a:lnTo>
                    <a:pt x="1989125" y="472234"/>
                  </a:lnTo>
                  <a:lnTo>
                    <a:pt x="1944218" y="424888"/>
                  </a:lnTo>
                  <a:lnTo>
                    <a:pt x="1899675" y="380574"/>
                  </a:lnTo>
                  <a:lnTo>
                    <a:pt x="1855310" y="339391"/>
                  </a:lnTo>
                  <a:lnTo>
                    <a:pt x="1810853" y="301352"/>
                  </a:lnTo>
                  <a:lnTo>
                    <a:pt x="1768425" y="268240"/>
                  </a:lnTo>
                  <a:lnTo>
                    <a:pt x="1719259" y="233906"/>
                  </a:lnTo>
                  <a:lnTo>
                    <a:pt x="1668417" y="203034"/>
                  </a:lnTo>
                  <a:lnTo>
                    <a:pt x="1615100" y="175445"/>
                  </a:lnTo>
                  <a:lnTo>
                    <a:pt x="1558416" y="150836"/>
                  </a:lnTo>
                  <a:lnTo>
                    <a:pt x="1497456" y="128869"/>
                  </a:lnTo>
                  <a:lnTo>
                    <a:pt x="1431374" y="109215"/>
                  </a:lnTo>
                  <a:lnTo>
                    <a:pt x="1359484" y="91588"/>
                  </a:lnTo>
                  <a:lnTo>
                    <a:pt x="1281393" y="75757"/>
                  </a:lnTo>
                  <a:lnTo>
                    <a:pt x="1197175" y="61553"/>
                  </a:lnTo>
                  <a:lnTo>
                    <a:pt x="1107576" y="48872"/>
                  </a:lnTo>
                  <a:lnTo>
                    <a:pt x="1014220" y="37673"/>
                  </a:lnTo>
                  <a:lnTo>
                    <a:pt x="919738" y="27961"/>
                  </a:lnTo>
                  <a:lnTo>
                    <a:pt x="827734" y="19772"/>
                  </a:lnTo>
                  <a:lnTo>
                    <a:pt x="742471" y="13133"/>
                  </a:lnTo>
                  <a:lnTo>
                    <a:pt x="668262" y="8035"/>
                  </a:lnTo>
                  <a:lnTo>
                    <a:pt x="608636" y="4393"/>
                  </a:lnTo>
                  <a:lnTo>
                    <a:pt x="565525" y="2037"/>
                  </a:lnTo>
                  <a:lnTo>
                    <a:pt x="538726" y="720"/>
                  </a:lnTo>
                  <a:lnTo>
                    <a:pt x="525789" y="147"/>
                  </a:lnTo>
                  <a:lnTo>
                    <a:pt x="522249" y="4"/>
                  </a:lnTo>
                  <a:lnTo>
                    <a:pt x="522133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638" name="pg638"/>
            <p:cNvSpPr/>
            <p:nvPr/>
          </p:nvSpPr>
          <p:spPr>
            <a:xfrm>
              <a:off x="386606" y="2151211"/>
              <a:ext cx="8554953" cy="2270162"/>
            </a:xfrm>
            <a:custGeom>
              <a:avLst/>
              <a:pathLst>
                <a:path w="8554953" h="2270162">
                  <a:moveTo>
                    <a:pt x="0" y="5647"/>
                  </a:moveTo>
                  <a:lnTo>
                    <a:pt x="522133" y="5647"/>
                  </a:lnTo>
                  <a:lnTo>
                    <a:pt x="523361" y="5694"/>
                  </a:lnTo>
                  <a:lnTo>
                    <a:pt x="531397" y="6035"/>
                  </a:lnTo>
                  <a:lnTo>
                    <a:pt x="551509" y="6978"/>
                  </a:lnTo>
                  <a:lnTo>
                    <a:pt x="587098" y="8831"/>
                  </a:lnTo>
                  <a:lnTo>
                    <a:pt x="639392" y="11867"/>
                  </a:lnTo>
                  <a:lnTo>
                    <a:pt x="707379" y="16292"/>
                  </a:lnTo>
                  <a:lnTo>
                    <a:pt x="788162" y="22231"/>
                  </a:lnTo>
                  <a:lnTo>
                    <a:pt x="877672" y="29722"/>
                  </a:lnTo>
                  <a:lnTo>
                    <a:pt x="971533" y="38752"/>
                  </a:lnTo>
                  <a:lnTo>
                    <a:pt x="1065785" y="49283"/>
                  </a:lnTo>
                  <a:lnTo>
                    <a:pt x="1157339" y="61294"/>
                  </a:lnTo>
                  <a:lnTo>
                    <a:pt x="1244125" y="74802"/>
                  </a:lnTo>
                  <a:lnTo>
                    <a:pt x="1325025" y="89882"/>
                  </a:lnTo>
                  <a:lnTo>
                    <a:pt x="1399688" y="106673"/>
                  </a:lnTo>
                  <a:lnTo>
                    <a:pt x="1468320" y="125380"/>
                  </a:lnTo>
                  <a:lnTo>
                    <a:pt x="1531493" y="146265"/>
                  </a:lnTo>
                  <a:lnTo>
                    <a:pt x="1589995" y="169640"/>
                  </a:lnTo>
                  <a:lnTo>
                    <a:pt x="1644718" y="195843"/>
                  </a:lnTo>
                  <a:lnTo>
                    <a:pt x="1696571" y="225201"/>
                  </a:lnTo>
                  <a:lnTo>
                    <a:pt x="1746404" y="257964"/>
                  </a:lnTo>
                  <a:lnTo>
                    <a:pt x="1768425" y="273887"/>
                  </a:lnTo>
                  <a:lnTo>
                    <a:pt x="1813305" y="309010"/>
                  </a:lnTo>
                  <a:lnTo>
                    <a:pt x="1857748" y="347221"/>
                  </a:lnTo>
                  <a:lnTo>
                    <a:pt x="1902117" y="388577"/>
                  </a:lnTo>
                  <a:lnTo>
                    <a:pt x="1946676" y="433061"/>
                  </a:lnTo>
                  <a:lnTo>
                    <a:pt x="1991607" y="480569"/>
                  </a:lnTo>
                  <a:lnTo>
                    <a:pt x="2037015" y="530907"/>
                  </a:lnTo>
                  <a:lnTo>
                    <a:pt x="2082937" y="583787"/>
                  </a:lnTo>
                  <a:lnTo>
                    <a:pt x="2129347" y="638829"/>
                  </a:lnTo>
                  <a:lnTo>
                    <a:pt x="2176172" y="695570"/>
                  </a:lnTo>
                  <a:lnTo>
                    <a:pt x="2223295" y="753481"/>
                  </a:lnTo>
                  <a:lnTo>
                    <a:pt x="2270571" y="811979"/>
                  </a:lnTo>
                  <a:lnTo>
                    <a:pt x="2317844" y="870461"/>
                  </a:lnTo>
                  <a:lnTo>
                    <a:pt x="2364953" y="928322"/>
                  </a:lnTo>
                  <a:lnTo>
                    <a:pt x="2411758" y="984983"/>
                  </a:lnTo>
                  <a:lnTo>
                    <a:pt x="2458143" y="1039917"/>
                  </a:lnTo>
                  <a:lnTo>
                    <a:pt x="2504036" y="1092667"/>
                  </a:lnTo>
                  <a:lnTo>
                    <a:pt x="2549417" y="1142856"/>
                  </a:lnTo>
                  <a:lnTo>
                    <a:pt x="2594324" y="1190202"/>
                  </a:lnTo>
                  <a:lnTo>
                    <a:pt x="2638868" y="1234515"/>
                  </a:lnTo>
                  <a:lnTo>
                    <a:pt x="2683232" y="1275699"/>
                  </a:lnTo>
                  <a:lnTo>
                    <a:pt x="2727689" y="1313738"/>
                  </a:lnTo>
                  <a:lnTo>
                    <a:pt x="2770117" y="1346850"/>
                  </a:lnTo>
                  <a:lnTo>
                    <a:pt x="2819283" y="1381184"/>
                  </a:lnTo>
                  <a:lnTo>
                    <a:pt x="2870125" y="1412056"/>
                  </a:lnTo>
                  <a:lnTo>
                    <a:pt x="2923442" y="1439645"/>
                  </a:lnTo>
                  <a:lnTo>
                    <a:pt x="2980126" y="1464254"/>
                  </a:lnTo>
                  <a:lnTo>
                    <a:pt x="3041086" y="1486221"/>
                  </a:lnTo>
                  <a:lnTo>
                    <a:pt x="3107168" y="1505875"/>
                  </a:lnTo>
                  <a:lnTo>
                    <a:pt x="3179058" y="1523502"/>
                  </a:lnTo>
                  <a:lnTo>
                    <a:pt x="3257149" y="1539333"/>
                  </a:lnTo>
                  <a:lnTo>
                    <a:pt x="3341367" y="1553537"/>
                  </a:lnTo>
                  <a:lnTo>
                    <a:pt x="3430966" y="1566218"/>
                  </a:lnTo>
                  <a:lnTo>
                    <a:pt x="3524322" y="1577417"/>
                  </a:lnTo>
                  <a:lnTo>
                    <a:pt x="3618804" y="1587129"/>
                  </a:lnTo>
                  <a:lnTo>
                    <a:pt x="3710809" y="1595318"/>
                  </a:lnTo>
                  <a:lnTo>
                    <a:pt x="3796071" y="1601957"/>
                  </a:lnTo>
                  <a:lnTo>
                    <a:pt x="3870280" y="1607055"/>
                  </a:lnTo>
                  <a:lnTo>
                    <a:pt x="3929907" y="1610697"/>
                  </a:lnTo>
                  <a:lnTo>
                    <a:pt x="3973017" y="1613053"/>
                  </a:lnTo>
                  <a:lnTo>
                    <a:pt x="3999816" y="1614369"/>
                  </a:lnTo>
                  <a:lnTo>
                    <a:pt x="4012753" y="1614943"/>
                  </a:lnTo>
                  <a:lnTo>
                    <a:pt x="4016409" y="1615090"/>
                  </a:lnTo>
                  <a:lnTo>
                    <a:pt x="4538543" y="1615090"/>
                  </a:lnTo>
                  <a:lnTo>
                    <a:pt x="4539806" y="1615110"/>
                  </a:lnTo>
                  <a:lnTo>
                    <a:pt x="4548061" y="1615253"/>
                  </a:lnTo>
                  <a:lnTo>
                    <a:pt x="4568704" y="1615648"/>
                  </a:lnTo>
                  <a:lnTo>
                    <a:pt x="4605181" y="1616424"/>
                  </a:lnTo>
                  <a:lnTo>
                    <a:pt x="4658678" y="1617694"/>
                  </a:lnTo>
                  <a:lnTo>
                    <a:pt x="4728064" y="1619544"/>
                  </a:lnTo>
                  <a:lnTo>
                    <a:pt x="4810274" y="1622023"/>
                  </a:lnTo>
                  <a:lnTo>
                    <a:pt x="4901083" y="1625146"/>
                  </a:lnTo>
                  <a:lnTo>
                    <a:pt x="4995997" y="1628906"/>
                  </a:lnTo>
                  <a:lnTo>
                    <a:pt x="5091005" y="1633288"/>
                  </a:lnTo>
                  <a:lnTo>
                    <a:pt x="5183022" y="1638283"/>
                  </a:lnTo>
                  <a:lnTo>
                    <a:pt x="5270021" y="1643901"/>
                  </a:lnTo>
                  <a:lnTo>
                    <a:pt x="5350948" y="1650177"/>
                  </a:lnTo>
                  <a:lnTo>
                    <a:pt x="5425518" y="1657171"/>
                  </a:lnTo>
                  <a:lnTo>
                    <a:pt x="5494004" y="1664973"/>
                  </a:lnTo>
                  <a:lnTo>
                    <a:pt x="5557030" y="1673695"/>
                  </a:lnTo>
                  <a:lnTo>
                    <a:pt x="5615431" y="1683471"/>
                  </a:lnTo>
                  <a:lnTo>
                    <a:pt x="5670130" y="1694443"/>
                  </a:lnTo>
                  <a:lnTo>
                    <a:pt x="5722058" y="1706744"/>
                  </a:lnTo>
                  <a:lnTo>
                    <a:pt x="5772070" y="1720469"/>
                  </a:lnTo>
                  <a:lnTo>
                    <a:pt x="5784835" y="1724269"/>
                  </a:lnTo>
                  <a:lnTo>
                    <a:pt x="5836800" y="1740952"/>
                  </a:lnTo>
                  <a:lnTo>
                    <a:pt x="5888261" y="1759331"/>
                  </a:lnTo>
                  <a:lnTo>
                    <a:pt x="5939744" y="1779429"/>
                  </a:lnTo>
                  <a:lnTo>
                    <a:pt x="5991611" y="1801215"/>
                  </a:lnTo>
                  <a:lnTo>
                    <a:pt x="6044075" y="1824592"/>
                  </a:lnTo>
                  <a:lnTo>
                    <a:pt x="6097223" y="1849393"/>
                  </a:lnTo>
                  <a:lnTo>
                    <a:pt x="6151029" y="1875385"/>
                  </a:lnTo>
                  <a:lnTo>
                    <a:pt x="6205375" y="1902275"/>
                  </a:lnTo>
                  <a:lnTo>
                    <a:pt x="6260070" y="1929719"/>
                  </a:lnTo>
                  <a:lnTo>
                    <a:pt x="6314882" y="1957342"/>
                  </a:lnTo>
                  <a:lnTo>
                    <a:pt x="6369561" y="1984761"/>
                  </a:lnTo>
                  <a:lnTo>
                    <a:pt x="6423877" y="2011601"/>
                  </a:lnTo>
                  <a:lnTo>
                    <a:pt x="6477643" y="2037524"/>
                  </a:lnTo>
                  <a:lnTo>
                    <a:pt x="6530745" y="2062239"/>
                  </a:lnTo>
                  <a:lnTo>
                    <a:pt x="6583166" y="2085515"/>
                  </a:lnTo>
                  <a:lnTo>
                    <a:pt x="6634999" y="2107193"/>
                  </a:lnTo>
                  <a:lnTo>
                    <a:pt x="6686469" y="2127179"/>
                  </a:lnTo>
                  <a:lnTo>
                    <a:pt x="6737944" y="2145445"/>
                  </a:lnTo>
                  <a:lnTo>
                    <a:pt x="6786527" y="2160984"/>
                  </a:lnTo>
                  <a:lnTo>
                    <a:pt x="6836165" y="2175084"/>
                  </a:lnTo>
                  <a:lnTo>
                    <a:pt x="6887518" y="2187748"/>
                  </a:lnTo>
                  <a:lnTo>
                    <a:pt x="6941409" y="2199053"/>
                  </a:lnTo>
                  <a:lnTo>
                    <a:pt x="6998758" y="2209126"/>
                  </a:lnTo>
                  <a:lnTo>
                    <a:pt x="7060498" y="2218109"/>
                  </a:lnTo>
                  <a:lnTo>
                    <a:pt x="7127495" y="2226138"/>
                  </a:lnTo>
                  <a:lnTo>
                    <a:pt x="7200442" y="2233332"/>
                  </a:lnTo>
                  <a:lnTo>
                    <a:pt x="7279719" y="2239787"/>
                  </a:lnTo>
                  <a:lnTo>
                    <a:pt x="7365208" y="2245572"/>
                  </a:lnTo>
                  <a:lnTo>
                    <a:pt x="7456074" y="2250727"/>
                  </a:lnTo>
                  <a:lnTo>
                    <a:pt x="7550560" y="2255268"/>
                  </a:lnTo>
                  <a:lnTo>
                    <a:pt x="7645852" y="2259191"/>
                  </a:lnTo>
                  <a:lnTo>
                    <a:pt x="7738150" y="2262481"/>
                  </a:lnTo>
                  <a:lnTo>
                    <a:pt x="7823026" y="2265127"/>
                  </a:lnTo>
                  <a:lnTo>
                    <a:pt x="7896098" y="2267137"/>
                  </a:lnTo>
                  <a:lnTo>
                    <a:pt x="7953919" y="2268551"/>
                  </a:lnTo>
                  <a:lnTo>
                    <a:pt x="7994797" y="2269445"/>
                  </a:lnTo>
                  <a:lnTo>
                    <a:pt x="8019307" y="2269926"/>
                  </a:lnTo>
                  <a:lnTo>
                    <a:pt x="8030334" y="2270122"/>
                  </a:lnTo>
                  <a:lnTo>
                    <a:pt x="8032819" y="2270162"/>
                  </a:lnTo>
                  <a:lnTo>
                    <a:pt x="8554953" y="2270162"/>
                  </a:lnTo>
                  <a:lnTo>
                    <a:pt x="8554953" y="2264515"/>
                  </a:lnTo>
                  <a:lnTo>
                    <a:pt x="8032819" y="2264515"/>
                  </a:lnTo>
                  <a:lnTo>
                    <a:pt x="8031556" y="2264495"/>
                  </a:lnTo>
                  <a:lnTo>
                    <a:pt x="8023301" y="2264352"/>
                  </a:lnTo>
                  <a:lnTo>
                    <a:pt x="8002658" y="2263957"/>
                  </a:lnTo>
                  <a:lnTo>
                    <a:pt x="7966181" y="2263182"/>
                  </a:lnTo>
                  <a:lnTo>
                    <a:pt x="7912684" y="2261912"/>
                  </a:lnTo>
                  <a:lnTo>
                    <a:pt x="7843298" y="2260062"/>
                  </a:lnTo>
                  <a:lnTo>
                    <a:pt x="7761088" y="2257583"/>
                  </a:lnTo>
                  <a:lnTo>
                    <a:pt x="7670279" y="2254460"/>
                  </a:lnTo>
                  <a:lnTo>
                    <a:pt x="7575365" y="2250700"/>
                  </a:lnTo>
                  <a:lnTo>
                    <a:pt x="7480356" y="2246318"/>
                  </a:lnTo>
                  <a:lnTo>
                    <a:pt x="7388340" y="2241323"/>
                  </a:lnTo>
                  <a:lnTo>
                    <a:pt x="7301341" y="2235705"/>
                  </a:lnTo>
                  <a:lnTo>
                    <a:pt x="7220414" y="2229429"/>
                  </a:lnTo>
                  <a:lnTo>
                    <a:pt x="7145843" y="2222435"/>
                  </a:lnTo>
                  <a:lnTo>
                    <a:pt x="7077358" y="2214633"/>
                  </a:lnTo>
                  <a:lnTo>
                    <a:pt x="7014331" y="2205910"/>
                  </a:lnTo>
                  <a:lnTo>
                    <a:pt x="6955931" y="2196134"/>
                  </a:lnTo>
                  <a:lnTo>
                    <a:pt x="6901232" y="2185163"/>
                  </a:lnTo>
                  <a:lnTo>
                    <a:pt x="6849304" y="2172861"/>
                  </a:lnTo>
                  <a:lnTo>
                    <a:pt x="6799292" y="2159137"/>
                  </a:lnTo>
                  <a:lnTo>
                    <a:pt x="6786527" y="2155336"/>
                  </a:lnTo>
                  <a:lnTo>
                    <a:pt x="6734562" y="2138653"/>
                  </a:lnTo>
                  <a:lnTo>
                    <a:pt x="6683101" y="2120275"/>
                  </a:lnTo>
                  <a:lnTo>
                    <a:pt x="6631618" y="2100176"/>
                  </a:lnTo>
                  <a:lnTo>
                    <a:pt x="6579751" y="2078390"/>
                  </a:lnTo>
                  <a:lnTo>
                    <a:pt x="6527287" y="2055014"/>
                  </a:lnTo>
                  <a:lnTo>
                    <a:pt x="6474139" y="2030213"/>
                  </a:lnTo>
                  <a:lnTo>
                    <a:pt x="6420333" y="2004220"/>
                  </a:lnTo>
                  <a:lnTo>
                    <a:pt x="6365987" y="1977331"/>
                  </a:lnTo>
                  <a:lnTo>
                    <a:pt x="6311292" y="1949887"/>
                  </a:lnTo>
                  <a:lnTo>
                    <a:pt x="6256480" y="1922264"/>
                  </a:lnTo>
                  <a:lnTo>
                    <a:pt x="6201801" y="1894845"/>
                  </a:lnTo>
                  <a:lnTo>
                    <a:pt x="6147485" y="1868004"/>
                  </a:lnTo>
                  <a:lnTo>
                    <a:pt x="6093719" y="1842081"/>
                  </a:lnTo>
                  <a:lnTo>
                    <a:pt x="6040617" y="1817367"/>
                  </a:lnTo>
                  <a:lnTo>
                    <a:pt x="5988196" y="1794090"/>
                  </a:lnTo>
                  <a:lnTo>
                    <a:pt x="5936363" y="1772413"/>
                  </a:lnTo>
                  <a:lnTo>
                    <a:pt x="5884893" y="1752427"/>
                  </a:lnTo>
                  <a:lnTo>
                    <a:pt x="5833418" y="1734161"/>
                  </a:lnTo>
                  <a:lnTo>
                    <a:pt x="5784835" y="1718622"/>
                  </a:lnTo>
                  <a:lnTo>
                    <a:pt x="5735197" y="1704522"/>
                  </a:lnTo>
                  <a:lnTo>
                    <a:pt x="5683844" y="1691858"/>
                  </a:lnTo>
                  <a:lnTo>
                    <a:pt x="5629953" y="1680552"/>
                  </a:lnTo>
                  <a:lnTo>
                    <a:pt x="5572604" y="1670480"/>
                  </a:lnTo>
                  <a:lnTo>
                    <a:pt x="5510864" y="1661497"/>
                  </a:lnTo>
                  <a:lnTo>
                    <a:pt x="5443867" y="1653468"/>
                  </a:lnTo>
                  <a:lnTo>
                    <a:pt x="5370920" y="1646273"/>
                  </a:lnTo>
                  <a:lnTo>
                    <a:pt x="5291643" y="1639818"/>
                  </a:lnTo>
                  <a:lnTo>
                    <a:pt x="5206154" y="1634034"/>
                  </a:lnTo>
                  <a:lnTo>
                    <a:pt x="5115288" y="1628879"/>
                  </a:lnTo>
                  <a:lnTo>
                    <a:pt x="5020802" y="1624337"/>
                  </a:lnTo>
                  <a:lnTo>
                    <a:pt x="4925510" y="1620415"/>
                  </a:lnTo>
                  <a:lnTo>
                    <a:pt x="4833212" y="1617125"/>
                  </a:lnTo>
                  <a:lnTo>
                    <a:pt x="4748336" y="1614479"/>
                  </a:lnTo>
                  <a:lnTo>
                    <a:pt x="4675263" y="1612469"/>
                  </a:lnTo>
                  <a:lnTo>
                    <a:pt x="4617443" y="1611055"/>
                  </a:lnTo>
                  <a:lnTo>
                    <a:pt x="4576565" y="1610161"/>
                  </a:lnTo>
                  <a:lnTo>
                    <a:pt x="4552055" y="1609679"/>
                  </a:lnTo>
                  <a:lnTo>
                    <a:pt x="4541028" y="1609483"/>
                  </a:lnTo>
                  <a:lnTo>
                    <a:pt x="4538543" y="1609443"/>
                  </a:lnTo>
                  <a:lnTo>
                    <a:pt x="4016409" y="1609443"/>
                  </a:lnTo>
                  <a:lnTo>
                    <a:pt x="4015181" y="1609396"/>
                  </a:lnTo>
                  <a:lnTo>
                    <a:pt x="4007145" y="1609054"/>
                  </a:lnTo>
                  <a:lnTo>
                    <a:pt x="3987033" y="1608111"/>
                  </a:lnTo>
                  <a:lnTo>
                    <a:pt x="3951444" y="1606259"/>
                  </a:lnTo>
                  <a:lnTo>
                    <a:pt x="3899151" y="1603223"/>
                  </a:lnTo>
                  <a:lnTo>
                    <a:pt x="3831163" y="1598797"/>
                  </a:lnTo>
                  <a:lnTo>
                    <a:pt x="3750381" y="1592859"/>
                  </a:lnTo>
                  <a:lnTo>
                    <a:pt x="3660870" y="1585367"/>
                  </a:lnTo>
                  <a:lnTo>
                    <a:pt x="3567009" y="1576338"/>
                  </a:lnTo>
                  <a:lnTo>
                    <a:pt x="3472758" y="1565807"/>
                  </a:lnTo>
                  <a:lnTo>
                    <a:pt x="3381204" y="1553796"/>
                  </a:lnTo>
                  <a:lnTo>
                    <a:pt x="3294417" y="1540288"/>
                  </a:lnTo>
                  <a:lnTo>
                    <a:pt x="3213517" y="1525208"/>
                  </a:lnTo>
                  <a:lnTo>
                    <a:pt x="3138854" y="1508417"/>
                  </a:lnTo>
                  <a:lnTo>
                    <a:pt x="3070223" y="1489710"/>
                  </a:lnTo>
                  <a:lnTo>
                    <a:pt x="3007049" y="1468825"/>
                  </a:lnTo>
                  <a:lnTo>
                    <a:pt x="2948547" y="1445450"/>
                  </a:lnTo>
                  <a:lnTo>
                    <a:pt x="2893824" y="1419247"/>
                  </a:lnTo>
                  <a:lnTo>
                    <a:pt x="2841971" y="1389889"/>
                  </a:lnTo>
                  <a:lnTo>
                    <a:pt x="2792139" y="1357126"/>
                  </a:lnTo>
                  <a:lnTo>
                    <a:pt x="2770117" y="1341203"/>
                  </a:lnTo>
                  <a:lnTo>
                    <a:pt x="2725237" y="1306080"/>
                  </a:lnTo>
                  <a:lnTo>
                    <a:pt x="2680794" y="1267869"/>
                  </a:lnTo>
                  <a:lnTo>
                    <a:pt x="2636425" y="1226513"/>
                  </a:lnTo>
                  <a:lnTo>
                    <a:pt x="2591866" y="1182029"/>
                  </a:lnTo>
                  <a:lnTo>
                    <a:pt x="2546935" y="1134521"/>
                  </a:lnTo>
                  <a:lnTo>
                    <a:pt x="2501527" y="1084183"/>
                  </a:lnTo>
                  <a:lnTo>
                    <a:pt x="2455605" y="1031303"/>
                  </a:lnTo>
                  <a:lnTo>
                    <a:pt x="2409195" y="976261"/>
                  </a:lnTo>
                  <a:lnTo>
                    <a:pt x="2362370" y="919519"/>
                  </a:lnTo>
                  <a:lnTo>
                    <a:pt x="2315247" y="861609"/>
                  </a:lnTo>
                  <a:lnTo>
                    <a:pt x="2267971" y="803111"/>
                  </a:lnTo>
                  <a:lnTo>
                    <a:pt x="2220699" y="744629"/>
                  </a:lnTo>
                  <a:lnTo>
                    <a:pt x="2173589" y="686768"/>
                  </a:lnTo>
                  <a:lnTo>
                    <a:pt x="2126784" y="630107"/>
                  </a:lnTo>
                  <a:lnTo>
                    <a:pt x="2080399" y="575172"/>
                  </a:lnTo>
                  <a:lnTo>
                    <a:pt x="2034506" y="522423"/>
                  </a:lnTo>
                  <a:lnTo>
                    <a:pt x="1989125" y="472234"/>
                  </a:lnTo>
                  <a:lnTo>
                    <a:pt x="1944218" y="424888"/>
                  </a:lnTo>
                  <a:lnTo>
                    <a:pt x="1899675" y="380574"/>
                  </a:lnTo>
                  <a:lnTo>
                    <a:pt x="1855310" y="339391"/>
                  </a:lnTo>
                  <a:lnTo>
                    <a:pt x="1810853" y="301352"/>
                  </a:lnTo>
                  <a:lnTo>
                    <a:pt x="1768425" y="268240"/>
                  </a:lnTo>
                  <a:lnTo>
                    <a:pt x="1719259" y="233906"/>
                  </a:lnTo>
                  <a:lnTo>
                    <a:pt x="1668417" y="203034"/>
                  </a:lnTo>
                  <a:lnTo>
                    <a:pt x="1615100" y="175445"/>
                  </a:lnTo>
                  <a:lnTo>
                    <a:pt x="1558416" y="150836"/>
                  </a:lnTo>
                  <a:lnTo>
                    <a:pt x="1497456" y="128869"/>
                  </a:lnTo>
                  <a:lnTo>
                    <a:pt x="1431374" y="109215"/>
                  </a:lnTo>
                  <a:lnTo>
                    <a:pt x="1359484" y="91588"/>
                  </a:lnTo>
                  <a:lnTo>
                    <a:pt x="1281393" y="75757"/>
                  </a:lnTo>
                  <a:lnTo>
                    <a:pt x="1197175" y="61553"/>
                  </a:lnTo>
                  <a:lnTo>
                    <a:pt x="1107576" y="48872"/>
                  </a:lnTo>
                  <a:lnTo>
                    <a:pt x="1014220" y="37673"/>
                  </a:lnTo>
                  <a:lnTo>
                    <a:pt x="919738" y="27961"/>
                  </a:lnTo>
                  <a:lnTo>
                    <a:pt x="827734" y="19772"/>
                  </a:lnTo>
                  <a:lnTo>
                    <a:pt x="742471" y="13133"/>
                  </a:lnTo>
                  <a:lnTo>
                    <a:pt x="668262" y="8035"/>
                  </a:lnTo>
                  <a:lnTo>
                    <a:pt x="608636" y="4393"/>
                  </a:lnTo>
                  <a:lnTo>
                    <a:pt x="565525" y="2037"/>
                  </a:lnTo>
                  <a:lnTo>
                    <a:pt x="538726" y="720"/>
                  </a:lnTo>
                  <a:lnTo>
                    <a:pt x="525789" y="147"/>
                  </a:lnTo>
                  <a:lnTo>
                    <a:pt x="5221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639" name="pl639"/>
            <p:cNvSpPr/>
            <p:nvPr/>
          </p:nvSpPr>
          <p:spPr>
            <a:xfrm>
              <a:off x="386606" y="2156858"/>
              <a:ext cx="8554953" cy="2264515"/>
            </a:xfrm>
            <a:custGeom>
              <a:avLst/>
              <a:pathLst>
                <a:path w="8554953" h="2264515">
                  <a:moveTo>
                    <a:pt x="0" y="0"/>
                  </a:moveTo>
                  <a:lnTo>
                    <a:pt x="522133" y="0"/>
                  </a:lnTo>
                  <a:lnTo>
                    <a:pt x="523361" y="47"/>
                  </a:lnTo>
                  <a:lnTo>
                    <a:pt x="531397" y="388"/>
                  </a:lnTo>
                  <a:lnTo>
                    <a:pt x="551509" y="1331"/>
                  </a:lnTo>
                  <a:lnTo>
                    <a:pt x="587098" y="3184"/>
                  </a:lnTo>
                  <a:lnTo>
                    <a:pt x="639392" y="6219"/>
                  </a:lnTo>
                  <a:lnTo>
                    <a:pt x="707379" y="10645"/>
                  </a:lnTo>
                  <a:lnTo>
                    <a:pt x="788162" y="16584"/>
                  </a:lnTo>
                  <a:lnTo>
                    <a:pt x="877672" y="24075"/>
                  </a:lnTo>
                  <a:lnTo>
                    <a:pt x="971533" y="33105"/>
                  </a:lnTo>
                  <a:lnTo>
                    <a:pt x="1065785" y="43636"/>
                  </a:lnTo>
                  <a:lnTo>
                    <a:pt x="1157339" y="55647"/>
                  </a:lnTo>
                  <a:lnTo>
                    <a:pt x="1244125" y="69154"/>
                  </a:lnTo>
                  <a:lnTo>
                    <a:pt x="1325025" y="84235"/>
                  </a:lnTo>
                  <a:lnTo>
                    <a:pt x="1399688" y="101026"/>
                  </a:lnTo>
                  <a:lnTo>
                    <a:pt x="1468320" y="119733"/>
                  </a:lnTo>
                  <a:lnTo>
                    <a:pt x="1531493" y="140618"/>
                  </a:lnTo>
                  <a:lnTo>
                    <a:pt x="1589995" y="163992"/>
                  </a:lnTo>
                  <a:lnTo>
                    <a:pt x="1644718" y="190196"/>
                  </a:lnTo>
                  <a:lnTo>
                    <a:pt x="1696571" y="219554"/>
                  </a:lnTo>
                  <a:lnTo>
                    <a:pt x="1746404" y="252317"/>
                  </a:lnTo>
                  <a:lnTo>
                    <a:pt x="1768425" y="268240"/>
                  </a:lnTo>
                  <a:lnTo>
                    <a:pt x="1813305" y="303363"/>
                  </a:lnTo>
                  <a:lnTo>
                    <a:pt x="1857748" y="341573"/>
                  </a:lnTo>
                  <a:lnTo>
                    <a:pt x="1902117" y="382930"/>
                  </a:lnTo>
                  <a:lnTo>
                    <a:pt x="1946676" y="427414"/>
                  </a:lnTo>
                  <a:lnTo>
                    <a:pt x="1991607" y="474922"/>
                  </a:lnTo>
                  <a:lnTo>
                    <a:pt x="2037015" y="525260"/>
                  </a:lnTo>
                  <a:lnTo>
                    <a:pt x="2082937" y="578140"/>
                  </a:lnTo>
                  <a:lnTo>
                    <a:pt x="2129347" y="633182"/>
                  </a:lnTo>
                  <a:lnTo>
                    <a:pt x="2176172" y="689923"/>
                  </a:lnTo>
                  <a:lnTo>
                    <a:pt x="2223295" y="747833"/>
                  </a:lnTo>
                  <a:lnTo>
                    <a:pt x="2270571" y="806332"/>
                  </a:lnTo>
                  <a:lnTo>
                    <a:pt x="2317844" y="864814"/>
                  </a:lnTo>
                  <a:lnTo>
                    <a:pt x="2364953" y="922674"/>
                  </a:lnTo>
                  <a:lnTo>
                    <a:pt x="2411758" y="979336"/>
                  </a:lnTo>
                  <a:lnTo>
                    <a:pt x="2458143" y="1034270"/>
                  </a:lnTo>
                  <a:lnTo>
                    <a:pt x="2504036" y="1087019"/>
                  </a:lnTo>
                  <a:lnTo>
                    <a:pt x="2549417" y="1137208"/>
                  </a:lnTo>
                  <a:lnTo>
                    <a:pt x="2594324" y="1184555"/>
                  </a:lnTo>
                  <a:lnTo>
                    <a:pt x="2638868" y="1228868"/>
                  </a:lnTo>
                  <a:lnTo>
                    <a:pt x="2683232" y="1270052"/>
                  </a:lnTo>
                  <a:lnTo>
                    <a:pt x="2727689" y="1308091"/>
                  </a:lnTo>
                  <a:lnTo>
                    <a:pt x="2770117" y="1341203"/>
                  </a:lnTo>
                  <a:lnTo>
                    <a:pt x="2819283" y="1375537"/>
                  </a:lnTo>
                  <a:lnTo>
                    <a:pt x="2870125" y="1406409"/>
                  </a:lnTo>
                  <a:lnTo>
                    <a:pt x="2923442" y="1433998"/>
                  </a:lnTo>
                  <a:lnTo>
                    <a:pt x="2980126" y="1458606"/>
                  </a:lnTo>
                  <a:lnTo>
                    <a:pt x="3041086" y="1480574"/>
                  </a:lnTo>
                  <a:lnTo>
                    <a:pt x="3107168" y="1500228"/>
                  </a:lnTo>
                  <a:lnTo>
                    <a:pt x="3179058" y="1517854"/>
                  </a:lnTo>
                  <a:lnTo>
                    <a:pt x="3257149" y="1533686"/>
                  </a:lnTo>
                  <a:lnTo>
                    <a:pt x="3341367" y="1547890"/>
                  </a:lnTo>
                  <a:lnTo>
                    <a:pt x="3430966" y="1560570"/>
                  </a:lnTo>
                  <a:lnTo>
                    <a:pt x="3524322" y="1571770"/>
                  </a:lnTo>
                  <a:lnTo>
                    <a:pt x="3618804" y="1581482"/>
                  </a:lnTo>
                  <a:lnTo>
                    <a:pt x="3710809" y="1589671"/>
                  </a:lnTo>
                  <a:lnTo>
                    <a:pt x="3796071" y="1596309"/>
                  </a:lnTo>
                  <a:lnTo>
                    <a:pt x="3870280" y="1601408"/>
                  </a:lnTo>
                  <a:lnTo>
                    <a:pt x="3929907" y="1605050"/>
                  </a:lnTo>
                  <a:lnTo>
                    <a:pt x="3973017" y="1607406"/>
                  </a:lnTo>
                  <a:lnTo>
                    <a:pt x="3999816" y="1608722"/>
                  </a:lnTo>
                  <a:lnTo>
                    <a:pt x="4012753" y="1609296"/>
                  </a:lnTo>
                  <a:lnTo>
                    <a:pt x="4016293" y="1609439"/>
                  </a:lnTo>
                  <a:lnTo>
                    <a:pt x="4016409" y="1609443"/>
                  </a:lnTo>
                  <a:lnTo>
                    <a:pt x="4538543" y="1609443"/>
                  </a:lnTo>
                  <a:lnTo>
                    <a:pt x="4539806" y="1609463"/>
                  </a:lnTo>
                  <a:lnTo>
                    <a:pt x="4548061" y="1609606"/>
                  </a:lnTo>
                  <a:lnTo>
                    <a:pt x="4568704" y="1610001"/>
                  </a:lnTo>
                  <a:lnTo>
                    <a:pt x="4605181" y="1610777"/>
                  </a:lnTo>
                  <a:lnTo>
                    <a:pt x="4658678" y="1612047"/>
                  </a:lnTo>
                  <a:lnTo>
                    <a:pt x="4728064" y="1613897"/>
                  </a:lnTo>
                  <a:lnTo>
                    <a:pt x="4810274" y="1616376"/>
                  </a:lnTo>
                  <a:lnTo>
                    <a:pt x="4901083" y="1619499"/>
                  </a:lnTo>
                  <a:lnTo>
                    <a:pt x="4995997" y="1623259"/>
                  </a:lnTo>
                  <a:lnTo>
                    <a:pt x="5091005" y="1627641"/>
                  </a:lnTo>
                  <a:lnTo>
                    <a:pt x="5183022" y="1632636"/>
                  </a:lnTo>
                  <a:lnTo>
                    <a:pt x="5270021" y="1638254"/>
                  </a:lnTo>
                  <a:lnTo>
                    <a:pt x="5350948" y="1644529"/>
                  </a:lnTo>
                  <a:lnTo>
                    <a:pt x="5425518" y="1651524"/>
                  </a:lnTo>
                  <a:lnTo>
                    <a:pt x="5494004" y="1659326"/>
                  </a:lnTo>
                  <a:lnTo>
                    <a:pt x="5557030" y="1668048"/>
                  </a:lnTo>
                  <a:lnTo>
                    <a:pt x="5615431" y="1677824"/>
                  </a:lnTo>
                  <a:lnTo>
                    <a:pt x="5670130" y="1688796"/>
                  </a:lnTo>
                  <a:lnTo>
                    <a:pt x="5722058" y="1701097"/>
                  </a:lnTo>
                  <a:lnTo>
                    <a:pt x="5772070" y="1714822"/>
                  </a:lnTo>
                  <a:lnTo>
                    <a:pt x="5784835" y="1718622"/>
                  </a:lnTo>
                  <a:lnTo>
                    <a:pt x="5836800" y="1735305"/>
                  </a:lnTo>
                  <a:lnTo>
                    <a:pt x="5888261" y="1753683"/>
                  </a:lnTo>
                  <a:lnTo>
                    <a:pt x="5939744" y="1773782"/>
                  </a:lnTo>
                  <a:lnTo>
                    <a:pt x="5991611" y="1795568"/>
                  </a:lnTo>
                  <a:lnTo>
                    <a:pt x="6044075" y="1818944"/>
                  </a:lnTo>
                  <a:lnTo>
                    <a:pt x="6097223" y="1843746"/>
                  </a:lnTo>
                  <a:lnTo>
                    <a:pt x="6151029" y="1869738"/>
                  </a:lnTo>
                  <a:lnTo>
                    <a:pt x="6205375" y="1896628"/>
                  </a:lnTo>
                  <a:lnTo>
                    <a:pt x="6260070" y="1924071"/>
                  </a:lnTo>
                  <a:lnTo>
                    <a:pt x="6314882" y="1951695"/>
                  </a:lnTo>
                  <a:lnTo>
                    <a:pt x="6369561" y="1979113"/>
                  </a:lnTo>
                  <a:lnTo>
                    <a:pt x="6423877" y="2005954"/>
                  </a:lnTo>
                  <a:lnTo>
                    <a:pt x="6477643" y="2031877"/>
                  </a:lnTo>
                  <a:lnTo>
                    <a:pt x="6530745" y="2056591"/>
                  </a:lnTo>
                  <a:lnTo>
                    <a:pt x="6583166" y="2079868"/>
                  </a:lnTo>
                  <a:lnTo>
                    <a:pt x="6634999" y="2101546"/>
                  </a:lnTo>
                  <a:lnTo>
                    <a:pt x="6686469" y="2121532"/>
                  </a:lnTo>
                  <a:lnTo>
                    <a:pt x="6737944" y="2139798"/>
                  </a:lnTo>
                  <a:lnTo>
                    <a:pt x="6786527" y="2155336"/>
                  </a:lnTo>
                  <a:lnTo>
                    <a:pt x="6836165" y="2169436"/>
                  </a:lnTo>
                  <a:lnTo>
                    <a:pt x="6887518" y="2182101"/>
                  </a:lnTo>
                  <a:lnTo>
                    <a:pt x="6941409" y="2193406"/>
                  </a:lnTo>
                  <a:lnTo>
                    <a:pt x="6998758" y="2203479"/>
                  </a:lnTo>
                  <a:lnTo>
                    <a:pt x="7060498" y="2212461"/>
                  </a:lnTo>
                  <a:lnTo>
                    <a:pt x="7127495" y="2220490"/>
                  </a:lnTo>
                  <a:lnTo>
                    <a:pt x="7200442" y="2227685"/>
                  </a:lnTo>
                  <a:lnTo>
                    <a:pt x="7279719" y="2234140"/>
                  </a:lnTo>
                  <a:lnTo>
                    <a:pt x="7365208" y="2239925"/>
                  </a:lnTo>
                  <a:lnTo>
                    <a:pt x="7456074" y="2245080"/>
                  </a:lnTo>
                  <a:lnTo>
                    <a:pt x="7550560" y="2249621"/>
                  </a:lnTo>
                  <a:lnTo>
                    <a:pt x="7645852" y="2253544"/>
                  </a:lnTo>
                  <a:lnTo>
                    <a:pt x="7738150" y="2256834"/>
                  </a:lnTo>
                  <a:lnTo>
                    <a:pt x="7823026" y="2259480"/>
                  </a:lnTo>
                  <a:lnTo>
                    <a:pt x="7896098" y="2261490"/>
                  </a:lnTo>
                  <a:lnTo>
                    <a:pt x="7953919" y="2262903"/>
                  </a:lnTo>
                  <a:lnTo>
                    <a:pt x="7994797" y="2263797"/>
                  </a:lnTo>
                  <a:lnTo>
                    <a:pt x="8019307" y="2264279"/>
                  </a:lnTo>
                  <a:lnTo>
                    <a:pt x="8030334" y="2264475"/>
                  </a:lnTo>
                  <a:lnTo>
                    <a:pt x="8032796" y="2264515"/>
                  </a:lnTo>
                  <a:lnTo>
                    <a:pt x="8032819" y="2264515"/>
                  </a:lnTo>
                  <a:lnTo>
                    <a:pt x="8554953" y="2264515"/>
                  </a:lnTo>
                  <a:lnTo>
                    <a:pt x="8554953" y="2264515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640" name="pl640"/>
            <p:cNvSpPr/>
            <p:nvPr/>
          </p:nvSpPr>
          <p:spPr>
            <a:xfrm>
              <a:off x="386606" y="2151211"/>
              <a:ext cx="8554953" cy="2264515"/>
            </a:xfrm>
            <a:custGeom>
              <a:avLst/>
              <a:pathLst>
                <a:path w="8554953" h="2264515">
                  <a:moveTo>
                    <a:pt x="8554953" y="2264515"/>
                  </a:moveTo>
                  <a:lnTo>
                    <a:pt x="8032819" y="2264515"/>
                  </a:lnTo>
                  <a:lnTo>
                    <a:pt x="8031556" y="2264495"/>
                  </a:lnTo>
                  <a:lnTo>
                    <a:pt x="8023301" y="2264352"/>
                  </a:lnTo>
                  <a:lnTo>
                    <a:pt x="8002658" y="2263957"/>
                  </a:lnTo>
                  <a:lnTo>
                    <a:pt x="7966181" y="2263182"/>
                  </a:lnTo>
                  <a:lnTo>
                    <a:pt x="7912684" y="2261912"/>
                  </a:lnTo>
                  <a:lnTo>
                    <a:pt x="7843298" y="2260062"/>
                  </a:lnTo>
                  <a:lnTo>
                    <a:pt x="7761088" y="2257583"/>
                  </a:lnTo>
                  <a:lnTo>
                    <a:pt x="7670279" y="2254460"/>
                  </a:lnTo>
                  <a:lnTo>
                    <a:pt x="7575365" y="2250700"/>
                  </a:lnTo>
                  <a:lnTo>
                    <a:pt x="7480356" y="2246318"/>
                  </a:lnTo>
                  <a:lnTo>
                    <a:pt x="7388340" y="2241323"/>
                  </a:lnTo>
                  <a:lnTo>
                    <a:pt x="7301341" y="2235705"/>
                  </a:lnTo>
                  <a:lnTo>
                    <a:pt x="7220414" y="2229429"/>
                  </a:lnTo>
                  <a:lnTo>
                    <a:pt x="7145843" y="2222435"/>
                  </a:lnTo>
                  <a:lnTo>
                    <a:pt x="7077358" y="2214633"/>
                  </a:lnTo>
                  <a:lnTo>
                    <a:pt x="7014331" y="2205910"/>
                  </a:lnTo>
                  <a:lnTo>
                    <a:pt x="6955931" y="2196134"/>
                  </a:lnTo>
                  <a:lnTo>
                    <a:pt x="6901232" y="2185163"/>
                  </a:lnTo>
                  <a:lnTo>
                    <a:pt x="6849304" y="2172861"/>
                  </a:lnTo>
                  <a:lnTo>
                    <a:pt x="6799292" y="2159137"/>
                  </a:lnTo>
                  <a:lnTo>
                    <a:pt x="6786527" y="2155336"/>
                  </a:lnTo>
                  <a:lnTo>
                    <a:pt x="6734562" y="2138653"/>
                  </a:lnTo>
                  <a:lnTo>
                    <a:pt x="6683101" y="2120275"/>
                  </a:lnTo>
                  <a:lnTo>
                    <a:pt x="6631618" y="2100176"/>
                  </a:lnTo>
                  <a:lnTo>
                    <a:pt x="6579751" y="2078390"/>
                  </a:lnTo>
                  <a:lnTo>
                    <a:pt x="6527287" y="2055014"/>
                  </a:lnTo>
                  <a:lnTo>
                    <a:pt x="6474139" y="2030213"/>
                  </a:lnTo>
                  <a:lnTo>
                    <a:pt x="6420333" y="2004220"/>
                  </a:lnTo>
                  <a:lnTo>
                    <a:pt x="6365987" y="1977331"/>
                  </a:lnTo>
                  <a:lnTo>
                    <a:pt x="6311292" y="1949887"/>
                  </a:lnTo>
                  <a:lnTo>
                    <a:pt x="6256480" y="1922264"/>
                  </a:lnTo>
                  <a:lnTo>
                    <a:pt x="6201801" y="1894845"/>
                  </a:lnTo>
                  <a:lnTo>
                    <a:pt x="6147485" y="1868004"/>
                  </a:lnTo>
                  <a:lnTo>
                    <a:pt x="6093719" y="1842081"/>
                  </a:lnTo>
                  <a:lnTo>
                    <a:pt x="6040617" y="1817367"/>
                  </a:lnTo>
                  <a:lnTo>
                    <a:pt x="5988196" y="1794090"/>
                  </a:lnTo>
                  <a:lnTo>
                    <a:pt x="5936363" y="1772413"/>
                  </a:lnTo>
                  <a:lnTo>
                    <a:pt x="5884893" y="1752427"/>
                  </a:lnTo>
                  <a:lnTo>
                    <a:pt x="5833418" y="1734161"/>
                  </a:lnTo>
                  <a:lnTo>
                    <a:pt x="5784835" y="1718622"/>
                  </a:lnTo>
                  <a:lnTo>
                    <a:pt x="5735197" y="1704522"/>
                  </a:lnTo>
                  <a:lnTo>
                    <a:pt x="5683844" y="1691858"/>
                  </a:lnTo>
                  <a:lnTo>
                    <a:pt x="5629953" y="1680552"/>
                  </a:lnTo>
                  <a:lnTo>
                    <a:pt x="5572604" y="1670480"/>
                  </a:lnTo>
                  <a:lnTo>
                    <a:pt x="5510864" y="1661497"/>
                  </a:lnTo>
                  <a:lnTo>
                    <a:pt x="5443867" y="1653468"/>
                  </a:lnTo>
                  <a:lnTo>
                    <a:pt x="5370920" y="1646273"/>
                  </a:lnTo>
                  <a:lnTo>
                    <a:pt x="5291643" y="1639818"/>
                  </a:lnTo>
                  <a:lnTo>
                    <a:pt x="5206154" y="1634034"/>
                  </a:lnTo>
                  <a:lnTo>
                    <a:pt x="5115288" y="1628879"/>
                  </a:lnTo>
                  <a:lnTo>
                    <a:pt x="5020802" y="1624337"/>
                  </a:lnTo>
                  <a:lnTo>
                    <a:pt x="4925510" y="1620415"/>
                  </a:lnTo>
                  <a:lnTo>
                    <a:pt x="4833212" y="1617125"/>
                  </a:lnTo>
                  <a:lnTo>
                    <a:pt x="4748336" y="1614479"/>
                  </a:lnTo>
                  <a:lnTo>
                    <a:pt x="4675263" y="1612469"/>
                  </a:lnTo>
                  <a:lnTo>
                    <a:pt x="4617443" y="1611055"/>
                  </a:lnTo>
                  <a:lnTo>
                    <a:pt x="4576565" y="1610161"/>
                  </a:lnTo>
                  <a:lnTo>
                    <a:pt x="4552055" y="1609679"/>
                  </a:lnTo>
                  <a:lnTo>
                    <a:pt x="4541028" y="1609483"/>
                  </a:lnTo>
                  <a:lnTo>
                    <a:pt x="4538566" y="1609444"/>
                  </a:lnTo>
                  <a:lnTo>
                    <a:pt x="4538543" y="1609443"/>
                  </a:lnTo>
                  <a:lnTo>
                    <a:pt x="4016409" y="1609443"/>
                  </a:lnTo>
                  <a:lnTo>
                    <a:pt x="4015181" y="1609396"/>
                  </a:lnTo>
                  <a:lnTo>
                    <a:pt x="4007145" y="1609054"/>
                  </a:lnTo>
                  <a:lnTo>
                    <a:pt x="3987033" y="1608111"/>
                  </a:lnTo>
                  <a:lnTo>
                    <a:pt x="3951444" y="1606259"/>
                  </a:lnTo>
                  <a:lnTo>
                    <a:pt x="3899151" y="1603223"/>
                  </a:lnTo>
                  <a:lnTo>
                    <a:pt x="3831163" y="1598797"/>
                  </a:lnTo>
                  <a:lnTo>
                    <a:pt x="3750381" y="1592859"/>
                  </a:lnTo>
                  <a:lnTo>
                    <a:pt x="3660870" y="1585367"/>
                  </a:lnTo>
                  <a:lnTo>
                    <a:pt x="3567009" y="1576338"/>
                  </a:lnTo>
                  <a:lnTo>
                    <a:pt x="3472758" y="1565807"/>
                  </a:lnTo>
                  <a:lnTo>
                    <a:pt x="3381204" y="1553796"/>
                  </a:lnTo>
                  <a:lnTo>
                    <a:pt x="3294417" y="1540288"/>
                  </a:lnTo>
                  <a:lnTo>
                    <a:pt x="3213517" y="1525208"/>
                  </a:lnTo>
                  <a:lnTo>
                    <a:pt x="3138854" y="1508417"/>
                  </a:lnTo>
                  <a:lnTo>
                    <a:pt x="3070223" y="1489710"/>
                  </a:lnTo>
                  <a:lnTo>
                    <a:pt x="3007049" y="1468825"/>
                  </a:lnTo>
                  <a:lnTo>
                    <a:pt x="2948547" y="1445450"/>
                  </a:lnTo>
                  <a:lnTo>
                    <a:pt x="2893824" y="1419247"/>
                  </a:lnTo>
                  <a:lnTo>
                    <a:pt x="2841971" y="1389889"/>
                  </a:lnTo>
                  <a:lnTo>
                    <a:pt x="2792139" y="1357126"/>
                  </a:lnTo>
                  <a:lnTo>
                    <a:pt x="2770117" y="1341203"/>
                  </a:lnTo>
                  <a:lnTo>
                    <a:pt x="2725237" y="1306080"/>
                  </a:lnTo>
                  <a:lnTo>
                    <a:pt x="2680794" y="1267869"/>
                  </a:lnTo>
                  <a:lnTo>
                    <a:pt x="2636425" y="1226513"/>
                  </a:lnTo>
                  <a:lnTo>
                    <a:pt x="2591866" y="1182029"/>
                  </a:lnTo>
                  <a:lnTo>
                    <a:pt x="2546935" y="1134521"/>
                  </a:lnTo>
                  <a:lnTo>
                    <a:pt x="2501527" y="1084183"/>
                  </a:lnTo>
                  <a:lnTo>
                    <a:pt x="2455605" y="1031303"/>
                  </a:lnTo>
                  <a:lnTo>
                    <a:pt x="2409195" y="976261"/>
                  </a:lnTo>
                  <a:lnTo>
                    <a:pt x="2362370" y="919519"/>
                  </a:lnTo>
                  <a:lnTo>
                    <a:pt x="2315247" y="861609"/>
                  </a:lnTo>
                  <a:lnTo>
                    <a:pt x="2267971" y="803111"/>
                  </a:lnTo>
                  <a:lnTo>
                    <a:pt x="2220699" y="744629"/>
                  </a:lnTo>
                  <a:lnTo>
                    <a:pt x="2173589" y="686768"/>
                  </a:lnTo>
                  <a:lnTo>
                    <a:pt x="2126784" y="630107"/>
                  </a:lnTo>
                  <a:lnTo>
                    <a:pt x="2080399" y="575172"/>
                  </a:lnTo>
                  <a:lnTo>
                    <a:pt x="2034506" y="522423"/>
                  </a:lnTo>
                  <a:lnTo>
                    <a:pt x="1989125" y="472234"/>
                  </a:lnTo>
                  <a:lnTo>
                    <a:pt x="1944218" y="424888"/>
                  </a:lnTo>
                  <a:lnTo>
                    <a:pt x="1899675" y="380574"/>
                  </a:lnTo>
                  <a:lnTo>
                    <a:pt x="1855310" y="339391"/>
                  </a:lnTo>
                  <a:lnTo>
                    <a:pt x="1810853" y="301352"/>
                  </a:lnTo>
                  <a:lnTo>
                    <a:pt x="1768425" y="268240"/>
                  </a:lnTo>
                  <a:lnTo>
                    <a:pt x="1719259" y="233906"/>
                  </a:lnTo>
                  <a:lnTo>
                    <a:pt x="1668417" y="203034"/>
                  </a:lnTo>
                  <a:lnTo>
                    <a:pt x="1615100" y="175445"/>
                  </a:lnTo>
                  <a:lnTo>
                    <a:pt x="1558416" y="150836"/>
                  </a:lnTo>
                  <a:lnTo>
                    <a:pt x="1497456" y="128869"/>
                  </a:lnTo>
                  <a:lnTo>
                    <a:pt x="1431374" y="109215"/>
                  </a:lnTo>
                  <a:lnTo>
                    <a:pt x="1359484" y="91588"/>
                  </a:lnTo>
                  <a:lnTo>
                    <a:pt x="1281393" y="75757"/>
                  </a:lnTo>
                  <a:lnTo>
                    <a:pt x="1197175" y="61553"/>
                  </a:lnTo>
                  <a:lnTo>
                    <a:pt x="1107576" y="48872"/>
                  </a:lnTo>
                  <a:lnTo>
                    <a:pt x="1014220" y="37673"/>
                  </a:lnTo>
                  <a:lnTo>
                    <a:pt x="919738" y="27961"/>
                  </a:lnTo>
                  <a:lnTo>
                    <a:pt x="827734" y="19772"/>
                  </a:lnTo>
                  <a:lnTo>
                    <a:pt x="742471" y="13133"/>
                  </a:lnTo>
                  <a:lnTo>
                    <a:pt x="668262" y="8035"/>
                  </a:lnTo>
                  <a:lnTo>
                    <a:pt x="608636" y="4393"/>
                  </a:lnTo>
                  <a:lnTo>
                    <a:pt x="565525" y="2037"/>
                  </a:lnTo>
                  <a:lnTo>
                    <a:pt x="538726" y="720"/>
                  </a:lnTo>
                  <a:lnTo>
                    <a:pt x="525789" y="147"/>
                  </a:lnTo>
                  <a:lnTo>
                    <a:pt x="522249" y="4"/>
                  </a:lnTo>
                  <a:lnTo>
                    <a:pt x="522133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641" name="pg641"/>
            <p:cNvSpPr/>
            <p:nvPr/>
          </p:nvSpPr>
          <p:spPr>
            <a:xfrm>
              <a:off x="386606" y="2156858"/>
              <a:ext cx="8554953" cy="2976059"/>
            </a:xfrm>
            <a:custGeom>
              <a:avLst/>
              <a:pathLst>
                <a:path w="8554953" h="2976059">
                  <a:moveTo>
                    <a:pt x="0" y="5647"/>
                  </a:moveTo>
                  <a:lnTo>
                    <a:pt x="522133" y="5647"/>
                  </a:lnTo>
                  <a:lnTo>
                    <a:pt x="523360" y="5695"/>
                  </a:lnTo>
                  <a:lnTo>
                    <a:pt x="531389" y="6041"/>
                  </a:lnTo>
                  <a:lnTo>
                    <a:pt x="551484" y="6996"/>
                  </a:lnTo>
                  <a:lnTo>
                    <a:pt x="587043" y="8873"/>
                  </a:lnTo>
                  <a:lnTo>
                    <a:pt x="639297" y="11948"/>
                  </a:lnTo>
                  <a:lnTo>
                    <a:pt x="707238" y="16432"/>
                  </a:lnTo>
                  <a:lnTo>
                    <a:pt x="787974" y="22449"/>
                  </a:lnTo>
                  <a:lnTo>
                    <a:pt x="877441" y="30039"/>
                  </a:lnTo>
                  <a:lnTo>
                    <a:pt x="971267" y="39189"/>
                  </a:lnTo>
                  <a:lnTo>
                    <a:pt x="1065493" y="49860"/>
                  </a:lnTo>
                  <a:lnTo>
                    <a:pt x="1157031" y="62030"/>
                  </a:lnTo>
                  <a:lnTo>
                    <a:pt x="1243810" y="75718"/>
                  </a:lnTo>
                  <a:lnTo>
                    <a:pt x="1324709" y="90998"/>
                  </a:lnTo>
                  <a:lnTo>
                    <a:pt x="1399375" y="108013"/>
                  </a:lnTo>
                  <a:lnTo>
                    <a:pt x="1468011" y="126966"/>
                  </a:lnTo>
                  <a:lnTo>
                    <a:pt x="1531189" y="148126"/>
                  </a:lnTo>
                  <a:lnTo>
                    <a:pt x="1589695" y="171808"/>
                  </a:lnTo>
                  <a:lnTo>
                    <a:pt x="1644419" y="198354"/>
                  </a:lnTo>
                  <a:lnTo>
                    <a:pt x="1696270" y="228096"/>
                  </a:lnTo>
                  <a:lnTo>
                    <a:pt x="1746097" y="261286"/>
                  </a:lnTo>
                  <a:lnTo>
                    <a:pt x="1768425" y="277652"/>
                  </a:lnTo>
                  <a:lnTo>
                    <a:pt x="1813138" y="313128"/>
                  </a:lnTo>
                  <a:lnTo>
                    <a:pt x="1857417" y="351713"/>
                  </a:lnTo>
                  <a:lnTo>
                    <a:pt x="1901618" y="393463"/>
                  </a:lnTo>
                  <a:lnTo>
                    <a:pt x="1946007" y="438362"/>
                  </a:lnTo>
                  <a:lnTo>
                    <a:pt x="1990763" y="486306"/>
                  </a:lnTo>
                  <a:lnTo>
                    <a:pt x="2035991" y="537104"/>
                  </a:lnTo>
                  <a:lnTo>
                    <a:pt x="2081728" y="590467"/>
                  </a:lnTo>
                  <a:lnTo>
                    <a:pt x="2127952" y="646018"/>
                  </a:lnTo>
                  <a:lnTo>
                    <a:pt x="2174590" y="703294"/>
                  </a:lnTo>
                  <a:lnTo>
                    <a:pt x="2221528" y="761765"/>
                  </a:lnTo>
                  <a:lnTo>
                    <a:pt x="2268625" y="820851"/>
                  </a:lnTo>
                  <a:lnTo>
                    <a:pt x="2315724" y="879946"/>
                  </a:lnTo>
                  <a:lnTo>
                    <a:pt x="2362668" y="938442"/>
                  </a:lnTo>
                  <a:lnTo>
                    <a:pt x="2409316" y="995758"/>
                  </a:lnTo>
                  <a:lnTo>
                    <a:pt x="2455553" y="1051363"/>
                  </a:lnTo>
                  <a:lnTo>
                    <a:pt x="2501304" y="1104791"/>
                  </a:lnTo>
                  <a:lnTo>
                    <a:pt x="2546546" y="1155663"/>
                  </a:lnTo>
                  <a:lnTo>
                    <a:pt x="2591314" y="1203689"/>
                  </a:lnTo>
                  <a:lnTo>
                    <a:pt x="2635710" y="1248673"/>
                  </a:lnTo>
                  <a:lnTo>
                    <a:pt x="2679914" y="1290510"/>
                  </a:lnTo>
                  <a:lnTo>
                    <a:pt x="2724186" y="1329181"/>
                  </a:lnTo>
                  <a:lnTo>
                    <a:pt x="2768882" y="1364741"/>
                  </a:lnTo>
                  <a:lnTo>
                    <a:pt x="2770117" y="1365674"/>
                  </a:lnTo>
                  <a:lnTo>
                    <a:pt x="2819267" y="1400479"/>
                  </a:lnTo>
                  <a:lnTo>
                    <a:pt x="2870093" y="1431776"/>
                  </a:lnTo>
                  <a:lnTo>
                    <a:pt x="2923391" y="1459747"/>
                  </a:lnTo>
                  <a:lnTo>
                    <a:pt x="2980053" y="1484696"/>
                  </a:lnTo>
                  <a:lnTo>
                    <a:pt x="3040987" y="1506968"/>
                  </a:lnTo>
                  <a:lnTo>
                    <a:pt x="3107039" y="1526895"/>
                  </a:lnTo>
                  <a:lnTo>
                    <a:pt x="3178894" y="1544768"/>
                  </a:lnTo>
                  <a:lnTo>
                    <a:pt x="3256946" y="1560820"/>
                  </a:lnTo>
                  <a:lnTo>
                    <a:pt x="3341122" y="1575223"/>
                  </a:lnTo>
                  <a:lnTo>
                    <a:pt x="3430679" y="1588083"/>
                  </a:lnTo>
                  <a:lnTo>
                    <a:pt x="3523997" y="1599441"/>
                  </a:lnTo>
                  <a:lnTo>
                    <a:pt x="3618452" y="1609291"/>
                  </a:lnTo>
                  <a:lnTo>
                    <a:pt x="3710445" y="1617599"/>
                  </a:lnTo>
                  <a:lnTo>
                    <a:pt x="3795719" y="1624335"/>
                  </a:lnTo>
                  <a:lnTo>
                    <a:pt x="3869964" y="1629510"/>
                  </a:lnTo>
                  <a:lnTo>
                    <a:pt x="3929649" y="1633209"/>
                  </a:lnTo>
                  <a:lnTo>
                    <a:pt x="3972833" y="1635603"/>
                  </a:lnTo>
                  <a:lnTo>
                    <a:pt x="3999708" y="1636943"/>
                  </a:lnTo>
                  <a:lnTo>
                    <a:pt x="4012709" y="1637528"/>
                  </a:lnTo>
                  <a:lnTo>
                    <a:pt x="4016409" y="1637679"/>
                  </a:lnTo>
                  <a:lnTo>
                    <a:pt x="4538543" y="1637679"/>
                  </a:lnTo>
                  <a:lnTo>
                    <a:pt x="4539784" y="1637719"/>
                  </a:lnTo>
                  <a:lnTo>
                    <a:pt x="4547899" y="1638006"/>
                  </a:lnTo>
                  <a:lnTo>
                    <a:pt x="4568204" y="1638798"/>
                  </a:lnTo>
                  <a:lnTo>
                    <a:pt x="4604115" y="1640355"/>
                  </a:lnTo>
                  <a:lnTo>
                    <a:pt x="4656845" y="1642905"/>
                  </a:lnTo>
                  <a:lnTo>
                    <a:pt x="4725341" y="1646621"/>
                  </a:lnTo>
                  <a:lnTo>
                    <a:pt x="4806644" y="1651605"/>
                  </a:lnTo>
                  <a:lnTo>
                    <a:pt x="4896630" y="1657890"/>
                  </a:lnTo>
                  <a:lnTo>
                    <a:pt x="4990877" y="1665462"/>
                  </a:lnTo>
                  <a:lnTo>
                    <a:pt x="5085407" y="1674290"/>
                  </a:lnTo>
                  <a:lnTo>
                    <a:pt x="5177133" y="1684357"/>
                  </a:lnTo>
                  <a:lnTo>
                    <a:pt x="5263999" y="1695679"/>
                  </a:lnTo>
                  <a:lnTo>
                    <a:pt x="5344911" y="1708321"/>
                  </a:lnTo>
                  <a:lnTo>
                    <a:pt x="5419542" y="1722403"/>
                  </a:lnTo>
                  <a:lnTo>
                    <a:pt x="5488120" y="1738097"/>
                  </a:lnTo>
                  <a:lnTo>
                    <a:pt x="5551240" y="1755629"/>
                  </a:lnTo>
                  <a:lnTo>
                    <a:pt x="5609704" y="1775260"/>
                  </a:lnTo>
                  <a:lnTo>
                    <a:pt x="5664417" y="1797277"/>
                  </a:lnTo>
                  <a:lnTo>
                    <a:pt x="5716294" y="1821951"/>
                  </a:lnTo>
                  <a:lnTo>
                    <a:pt x="5766191" y="1849484"/>
                  </a:lnTo>
                  <a:lnTo>
                    <a:pt x="5784835" y="1860742"/>
                  </a:lnTo>
                  <a:lnTo>
                    <a:pt x="5831768" y="1891356"/>
                  </a:lnTo>
                  <a:lnTo>
                    <a:pt x="5878244" y="1924783"/>
                  </a:lnTo>
                  <a:lnTo>
                    <a:pt x="5924667" y="1961074"/>
                  </a:lnTo>
                  <a:lnTo>
                    <a:pt x="5971332" y="2000201"/>
                  </a:lnTo>
                  <a:lnTo>
                    <a:pt x="6018429" y="2042053"/>
                  </a:lnTo>
                  <a:lnTo>
                    <a:pt x="6066064" y="2086427"/>
                  </a:lnTo>
                  <a:lnTo>
                    <a:pt x="6114259" y="2133026"/>
                  </a:lnTo>
                  <a:lnTo>
                    <a:pt x="6162967" y="2181464"/>
                  </a:lnTo>
                  <a:lnTo>
                    <a:pt x="6212086" y="2231276"/>
                  </a:lnTo>
                  <a:lnTo>
                    <a:pt x="6261469" y="2281936"/>
                  </a:lnTo>
                  <a:lnTo>
                    <a:pt x="6310941" y="2332880"/>
                  </a:lnTo>
                  <a:lnTo>
                    <a:pt x="6360320" y="2383529"/>
                  </a:lnTo>
                  <a:lnTo>
                    <a:pt x="6409432" y="2433317"/>
                  </a:lnTo>
                  <a:lnTo>
                    <a:pt x="6458131" y="2481720"/>
                  </a:lnTo>
                  <a:lnTo>
                    <a:pt x="6506314" y="2528276"/>
                  </a:lnTo>
                  <a:lnTo>
                    <a:pt x="6553936" y="2572599"/>
                  </a:lnTo>
                  <a:lnTo>
                    <a:pt x="6601024" y="2614395"/>
                  </a:lnTo>
                  <a:lnTo>
                    <a:pt x="6647681" y="2653463"/>
                  </a:lnTo>
                  <a:lnTo>
                    <a:pt x="6694102" y="2689693"/>
                  </a:lnTo>
                  <a:lnTo>
                    <a:pt x="6740582" y="2723060"/>
                  </a:lnTo>
                  <a:lnTo>
                    <a:pt x="6786527" y="2752995"/>
                  </a:lnTo>
                  <a:lnTo>
                    <a:pt x="6835865" y="2781640"/>
                  </a:lnTo>
                  <a:lnTo>
                    <a:pt x="6886893" y="2807386"/>
                  </a:lnTo>
                  <a:lnTo>
                    <a:pt x="6940419" y="2830386"/>
                  </a:lnTo>
                  <a:lnTo>
                    <a:pt x="6997345" y="2850892"/>
                  </a:lnTo>
                  <a:lnTo>
                    <a:pt x="7058588" y="2869191"/>
                  </a:lnTo>
                  <a:lnTo>
                    <a:pt x="7125003" y="2885556"/>
                  </a:lnTo>
                  <a:lnTo>
                    <a:pt x="7197277" y="2900230"/>
                  </a:lnTo>
                  <a:lnTo>
                    <a:pt x="7275799" y="2913403"/>
                  </a:lnTo>
                  <a:lnTo>
                    <a:pt x="7360479" y="2925218"/>
                  </a:lnTo>
                  <a:lnTo>
                    <a:pt x="7450540" y="2935758"/>
                  </a:lnTo>
                  <a:lnTo>
                    <a:pt x="7544311" y="2945059"/>
                  </a:lnTo>
                  <a:lnTo>
                    <a:pt x="7639093" y="2953113"/>
                  </a:lnTo>
                  <a:lnTo>
                    <a:pt x="7731213" y="2959891"/>
                  </a:lnTo>
                  <a:lnTo>
                    <a:pt x="7816345" y="2965370"/>
                  </a:lnTo>
                  <a:lnTo>
                    <a:pt x="7890152" y="2969562"/>
                  </a:lnTo>
                  <a:lnTo>
                    <a:pt x="7949130" y="2972540"/>
                  </a:lnTo>
                  <a:lnTo>
                    <a:pt x="7991432" y="2974450"/>
                  </a:lnTo>
                  <a:lnTo>
                    <a:pt x="8017394" y="2975504"/>
                  </a:lnTo>
                  <a:lnTo>
                    <a:pt x="8029623" y="2975952"/>
                  </a:lnTo>
                  <a:lnTo>
                    <a:pt x="8032819" y="2976059"/>
                  </a:lnTo>
                  <a:lnTo>
                    <a:pt x="8554953" y="2976059"/>
                  </a:lnTo>
                  <a:lnTo>
                    <a:pt x="8554953" y="2970411"/>
                  </a:lnTo>
                  <a:lnTo>
                    <a:pt x="8032819" y="2970411"/>
                  </a:lnTo>
                  <a:lnTo>
                    <a:pt x="8031578" y="2970371"/>
                  </a:lnTo>
                  <a:lnTo>
                    <a:pt x="8023463" y="2970085"/>
                  </a:lnTo>
                  <a:lnTo>
                    <a:pt x="8003158" y="2969292"/>
                  </a:lnTo>
                  <a:lnTo>
                    <a:pt x="7967247" y="2967736"/>
                  </a:lnTo>
                  <a:lnTo>
                    <a:pt x="7914517" y="2965186"/>
                  </a:lnTo>
                  <a:lnTo>
                    <a:pt x="7846021" y="2961470"/>
                  </a:lnTo>
                  <a:lnTo>
                    <a:pt x="7764718" y="2956486"/>
                  </a:lnTo>
                  <a:lnTo>
                    <a:pt x="7674732" y="2950201"/>
                  </a:lnTo>
                  <a:lnTo>
                    <a:pt x="7580485" y="2942629"/>
                  </a:lnTo>
                  <a:lnTo>
                    <a:pt x="7485955" y="2933801"/>
                  </a:lnTo>
                  <a:lnTo>
                    <a:pt x="7394229" y="2923734"/>
                  </a:lnTo>
                  <a:lnTo>
                    <a:pt x="7307363" y="2912412"/>
                  </a:lnTo>
                  <a:lnTo>
                    <a:pt x="7226451" y="2899770"/>
                  </a:lnTo>
                  <a:lnTo>
                    <a:pt x="7151820" y="2885688"/>
                  </a:lnTo>
                  <a:lnTo>
                    <a:pt x="7083242" y="2869993"/>
                  </a:lnTo>
                  <a:lnTo>
                    <a:pt x="7020122" y="2852462"/>
                  </a:lnTo>
                  <a:lnTo>
                    <a:pt x="6961658" y="2832830"/>
                  </a:lnTo>
                  <a:lnTo>
                    <a:pt x="6906945" y="2810814"/>
                  </a:lnTo>
                  <a:lnTo>
                    <a:pt x="6855067" y="2786140"/>
                  </a:lnTo>
                  <a:lnTo>
                    <a:pt x="6805171" y="2758607"/>
                  </a:lnTo>
                  <a:lnTo>
                    <a:pt x="6786527" y="2747348"/>
                  </a:lnTo>
                  <a:lnTo>
                    <a:pt x="6739593" y="2716735"/>
                  </a:lnTo>
                  <a:lnTo>
                    <a:pt x="6693118" y="2683308"/>
                  </a:lnTo>
                  <a:lnTo>
                    <a:pt x="6646695" y="2647017"/>
                  </a:lnTo>
                  <a:lnTo>
                    <a:pt x="6600030" y="2607890"/>
                  </a:lnTo>
                  <a:lnTo>
                    <a:pt x="6552933" y="2566037"/>
                  </a:lnTo>
                  <a:lnTo>
                    <a:pt x="6505298" y="2521663"/>
                  </a:lnTo>
                  <a:lnTo>
                    <a:pt x="6457103" y="2475065"/>
                  </a:lnTo>
                  <a:lnTo>
                    <a:pt x="6408395" y="2426627"/>
                  </a:lnTo>
                  <a:lnTo>
                    <a:pt x="6359275" y="2376815"/>
                  </a:lnTo>
                  <a:lnTo>
                    <a:pt x="6309893" y="2326154"/>
                  </a:lnTo>
                  <a:lnTo>
                    <a:pt x="6260421" y="2275210"/>
                  </a:lnTo>
                  <a:lnTo>
                    <a:pt x="6211042" y="2224562"/>
                  </a:lnTo>
                  <a:lnTo>
                    <a:pt x="6161930" y="2174774"/>
                  </a:lnTo>
                  <a:lnTo>
                    <a:pt x="6113231" y="2126370"/>
                  </a:lnTo>
                  <a:lnTo>
                    <a:pt x="6065048" y="2079815"/>
                  </a:lnTo>
                  <a:lnTo>
                    <a:pt x="6017426" y="2035492"/>
                  </a:lnTo>
                  <a:lnTo>
                    <a:pt x="5970338" y="1993695"/>
                  </a:lnTo>
                  <a:lnTo>
                    <a:pt x="5923681" y="1954627"/>
                  </a:lnTo>
                  <a:lnTo>
                    <a:pt x="5877260" y="1918398"/>
                  </a:lnTo>
                  <a:lnTo>
                    <a:pt x="5830780" y="1885031"/>
                  </a:lnTo>
                  <a:lnTo>
                    <a:pt x="5784835" y="1855095"/>
                  </a:lnTo>
                  <a:lnTo>
                    <a:pt x="5735497" y="1826450"/>
                  </a:lnTo>
                  <a:lnTo>
                    <a:pt x="5684469" y="1800704"/>
                  </a:lnTo>
                  <a:lnTo>
                    <a:pt x="5630943" y="1777705"/>
                  </a:lnTo>
                  <a:lnTo>
                    <a:pt x="5574017" y="1757199"/>
                  </a:lnTo>
                  <a:lnTo>
                    <a:pt x="5512774" y="1738900"/>
                  </a:lnTo>
                  <a:lnTo>
                    <a:pt x="5446359" y="1722534"/>
                  </a:lnTo>
                  <a:lnTo>
                    <a:pt x="5374085" y="1707861"/>
                  </a:lnTo>
                  <a:lnTo>
                    <a:pt x="5295563" y="1694687"/>
                  </a:lnTo>
                  <a:lnTo>
                    <a:pt x="5210883" y="1682873"/>
                  </a:lnTo>
                  <a:lnTo>
                    <a:pt x="5120822" y="1672332"/>
                  </a:lnTo>
                  <a:lnTo>
                    <a:pt x="5027051" y="1663032"/>
                  </a:lnTo>
                  <a:lnTo>
                    <a:pt x="4932269" y="1654978"/>
                  </a:lnTo>
                  <a:lnTo>
                    <a:pt x="4840149" y="1648199"/>
                  </a:lnTo>
                  <a:lnTo>
                    <a:pt x="4755017" y="1642720"/>
                  </a:lnTo>
                  <a:lnTo>
                    <a:pt x="4681210" y="1638529"/>
                  </a:lnTo>
                  <a:lnTo>
                    <a:pt x="4622232" y="1635551"/>
                  </a:lnTo>
                  <a:lnTo>
                    <a:pt x="4579930" y="1633641"/>
                  </a:lnTo>
                  <a:lnTo>
                    <a:pt x="4553967" y="1632587"/>
                  </a:lnTo>
                  <a:lnTo>
                    <a:pt x="4541739" y="1632138"/>
                  </a:lnTo>
                  <a:lnTo>
                    <a:pt x="4538543" y="1632032"/>
                  </a:lnTo>
                  <a:lnTo>
                    <a:pt x="4016409" y="1632032"/>
                  </a:lnTo>
                  <a:lnTo>
                    <a:pt x="4015182" y="1631984"/>
                  </a:lnTo>
                  <a:lnTo>
                    <a:pt x="4007154" y="1631638"/>
                  </a:lnTo>
                  <a:lnTo>
                    <a:pt x="3987059" y="1630683"/>
                  </a:lnTo>
                  <a:lnTo>
                    <a:pt x="3951499" y="1628806"/>
                  </a:lnTo>
                  <a:lnTo>
                    <a:pt x="3899245" y="1625731"/>
                  </a:lnTo>
                  <a:lnTo>
                    <a:pt x="3831304" y="1621247"/>
                  </a:lnTo>
                  <a:lnTo>
                    <a:pt x="3750568" y="1615230"/>
                  </a:lnTo>
                  <a:lnTo>
                    <a:pt x="3661101" y="1607639"/>
                  </a:lnTo>
                  <a:lnTo>
                    <a:pt x="3567276" y="1598490"/>
                  </a:lnTo>
                  <a:lnTo>
                    <a:pt x="3473049" y="1587819"/>
                  </a:lnTo>
                  <a:lnTo>
                    <a:pt x="3381511" y="1575648"/>
                  </a:lnTo>
                  <a:lnTo>
                    <a:pt x="3294732" y="1561961"/>
                  </a:lnTo>
                  <a:lnTo>
                    <a:pt x="3213833" y="1546680"/>
                  </a:lnTo>
                  <a:lnTo>
                    <a:pt x="3139168" y="1529666"/>
                  </a:lnTo>
                  <a:lnTo>
                    <a:pt x="3070531" y="1510712"/>
                  </a:lnTo>
                  <a:lnTo>
                    <a:pt x="3007353" y="1489552"/>
                  </a:lnTo>
                  <a:lnTo>
                    <a:pt x="2948847" y="1465871"/>
                  </a:lnTo>
                  <a:lnTo>
                    <a:pt x="2894123" y="1439325"/>
                  </a:lnTo>
                  <a:lnTo>
                    <a:pt x="2842273" y="1409583"/>
                  </a:lnTo>
                  <a:lnTo>
                    <a:pt x="2792445" y="1376392"/>
                  </a:lnTo>
                  <a:lnTo>
                    <a:pt x="2770117" y="1360027"/>
                  </a:lnTo>
                  <a:lnTo>
                    <a:pt x="2725404" y="1324550"/>
                  </a:lnTo>
                  <a:lnTo>
                    <a:pt x="2681126" y="1285966"/>
                  </a:lnTo>
                  <a:lnTo>
                    <a:pt x="2636924" y="1244215"/>
                  </a:lnTo>
                  <a:lnTo>
                    <a:pt x="2592535" y="1199317"/>
                  </a:lnTo>
                  <a:lnTo>
                    <a:pt x="2547779" y="1151372"/>
                  </a:lnTo>
                  <a:lnTo>
                    <a:pt x="2502551" y="1100575"/>
                  </a:lnTo>
                  <a:lnTo>
                    <a:pt x="2456814" y="1047211"/>
                  </a:lnTo>
                  <a:lnTo>
                    <a:pt x="2410590" y="991661"/>
                  </a:lnTo>
                  <a:lnTo>
                    <a:pt x="2363952" y="934385"/>
                  </a:lnTo>
                  <a:lnTo>
                    <a:pt x="2317014" y="875913"/>
                  </a:lnTo>
                  <a:lnTo>
                    <a:pt x="2269917" y="816827"/>
                  </a:lnTo>
                  <a:lnTo>
                    <a:pt x="2222818" y="757733"/>
                  </a:lnTo>
                  <a:lnTo>
                    <a:pt x="2175874" y="699237"/>
                  </a:lnTo>
                  <a:lnTo>
                    <a:pt x="2129226" y="641920"/>
                  </a:lnTo>
                  <a:lnTo>
                    <a:pt x="2082989" y="586316"/>
                  </a:lnTo>
                  <a:lnTo>
                    <a:pt x="2037238" y="532887"/>
                  </a:lnTo>
                  <a:lnTo>
                    <a:pt x="1991996" y="482015"/>
                  </a:lnTo>
                  <a:lnTo>
                    <a:pt x="1947229" y="433989"/>
                  </a:lnTo>
                  <a:lnTo>
                    <a:pt x="1902832" y="389005"/>
                  </a:lnTo>
                  <a:lnTo>
                    <a:pt x="1858628" y="347168"/>
                  </a:lnTo>
                  <a:lnTo>
                    <a:pt x="1814356" y="308497"/>
                  </a:lnTo>
                  <a:lnTo>
                    <a:pt x="1769660" y="272937"/>
                  </a:lnTo>
                  <a:lnTo>
                    <a:pt x="1768425" y="272005"/>
                  </a:lnTo>
                  <a:lnTo>
                    <a:pt x="1719275" y="237199"/>
                  </a:lnTo>
                  <a:lnTo>
                    <a:pt x="1668449" y="205902"/>
                  </a:lnTo>
                  <a:lnTo>
                    <a:pt x="1615151" y="177932"/>
                  </a:lnTo>
                  <a:lnTo>
                    <a:pt x="1558489" y="152983"/>
                  </a:lnTo>
                  <a:lnTo>
                    <a:pt x="1497555" y="130710"/>
                  </a:lnTo>
                  <a:lnTo>
                    <a:pt x="1431503" y="110783"/>
                  </a:lnTo>
                  <a:lnTo>
                    <a:pt x="1359648" y="92911"/>
                  </a:lnTo>
                  <a:lnTo>
                    <a:pt x="1281596" y="76859"/>
                  </a:lnTo>
                  <a:lnTo>
                    <a:pt x="1197420" y="62455"/>
                  </a:lnTo>
                  <a:lnTo>
                    <a:pt x="1107863" y="49596"/>
                  </a:lnTo>
                  <a:lnTo>
                    <a:pt x="1014545" y="38238"/>
                  </a:lnTo>
                  <a:lnTo>
                    <a:pt x="920091" y="28388"/>
                  </a:lnTo>
                  <a:lnTo>
                    <a:pt x="828097" y="20080"/>
                  </a:lnTo>
                  <a:lnTo>
                    <a:pt x="742823" y="13344"/>
                  </a:lnTo>
                  <a:lnTo>
                    <a:pt x="668578" y="8168"/>
                  </a:lnTo>
                  <a:lnTo>
                    <a:pt x="608894" y="4469"/>
                  </a:lnTo>
                  <a:lnTo>
                    <a:pt x="565710" y="2075"/>
                  </a:lnTo>
                  <a:lnTo>
                    <a:pt x="538835" y="736"/>
                  </a:lnTo>
                  <a:lnTo>
                    <a:pt x="525833" y="151"/>
                  </a:lnTo>
                  <a:lnTo>
                    <a:pt x="5221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642" name="pl642"/>
            <p:cNvSpPr/>
            <p:nvPr/>
          </p:nvSpPr>
          <p:spPr>
            <a:xfrm>
              <a:off x="386606" y="2162505"/>
              <a:ext cx="8554953" cy="2970411"/>
            </a:xfrm>
            <a:custGeom>
              <a:avLst/>
              <a:pathLst>
                <a:path w="8554953" h="2970411">
                  <a:moveTo>
                    <a:pt x="0" y="0"/>
                  </a:moveTo>
                  <a:lnTo>
                    <a:pt x="522133" y="0"/>
                  </a:lnTo>
                  <a:lnTo>
                    <a:pt x="523360" y="48"/>
                  </a:lnTo>
                  <a:lnTo>
                    <a:pt x="531389" y="393"/>
                  </a:lnTo>
                  <a:lnTo>
                    <a:pt x="551484" y="1349"/>
                  </a:lnTo>
                  <a:lnTo>
                    <a:pt x="587043" y="3225"/>
                  </a:lnTo>
                  <a:lnTo>
                    <a:pt x="639297" y="6301"/>
                  </a:lnTo>
                  <a:lnTo>
                    <a:pt x="707238" y="10785"/>
                  </a:lnTo>
                  <a:lnTo>
                    <a:pt x="787974" y="16801"/>
                  </a:lnTo>
                  <a:lnTo>
                    <a:pt x="877441" y="24392"/>
                  </a:lnTo>
                  <a:lnTo>
                    <a:pt x="971267" y="33542"/>
                  </a:lnTo>
                  <a:lnTo>
                    <a:pt x="1065493" y="44213"/>
                  </a:lnTo>
                  <a:lnTo>
                    <a:pt x="1157031" y="56383"/>
                  </a:lnTo>
                  <a:lnTo>
                    <a:pt x="1243810" y="70071"/>
                  </a:lnTo>
                  <a:lnTo>
                    <a:pt x="1324709" y="85351"/>
                  </a:lnTo>
                  <a:lnTo>
                    <a:pt x="1399375" y="102365"/>
                  </a:lnTo>
                  <a:lnTo>
                    <a:pt x="1468011" y="121319"/>
                  </a:lnTo>
                  <a:lnTo>
                    <a:pt x="1531189" y="142479"/>
                  </a:lnTo>
                  <a:lnTo>
                    <a:pt x="1589695" y="166161"/>
                  </a:lnTo>
                  <a:lnTo>
                    <a:pt x="1644419" y="192707"/>
                  </a:lnTo>
                  <a:lnTo>
                    <a:pt x="1696270" y="222449"/>
                  </a:lnTo>
                  <a:lnTo>
                    <a:pt x="1746097" y="255639"/>
                  </a:lnTo>
                  <a:lnTo>
                    <a:pt x="1768425" y="272005"/>
                  </a:lnTo>
                  <a:lnTo>
                    <a:pt x="1813138" y="307481"/>
                  </a:lnTo>
                  <a:lnTo>
                    <a:pt x="1857417" y="346066"/>
                  </a:lnTo>
                  <a:lnTo>
                    <a:pt x="1901618" y="387816"/>
                  </a:lnTo>
                  <a:lnTo>
                    <a:pt x="1946007" y="432715"/>
                  </a:lnTo>
                  <a:lnTo>
                    <a:pt x="1990763" y="480659"/>
                  </a:lnTo>
                  <a:lnTo>
                    <a:pt x="2035991" y="531457"/>
                  </a:lnTo>
                  <a:lnTo>
                    <a:pt x="2081728" y="584820"/>
                  </a:lnTo>
                  <a:lnTo>
                    <a:pt x="2127952" y="640371"/>
                  </a:lnTo>
                  <a:lnTo>
                    <a:pt x="2174590" y="697647"/>
                  </a:lnTo>
                  <a:lnTo>
                    <a:pt x="2221528" y="756118"/>
                  </a:lnTo>
                  <a:lnTo>
                    <a:pt x="2268625" y="815204"/>
                  </a:lnTo>
                  <a:lnTo>
                    <a:pt x="2315724" y="874299"/>
                  </a:lnTo>
                  <a:lnTo>
                    <a:pt x="2362668" y="932795"/>
                  </a:lnTo>
                  <a:lnTo>
                    <a:pt x="2409316" y="990111"/>
                  </a:lnTo>
                  <a:lnTo>
                    <a:pt x="2455553" y="1045715"/>
                  </a:lnTo>
                  <a:lnTo>
                    <a:pt x="2501304" y="1099144"/>
                  </a:lnTo>
                  <a:lnTo>
                    <a:pt x="2546546" y="1150016"/>
                  </a:lnTo>
                  <a:lnTo>
                    <a:pt x="2591314" y="1198042"/>
                  </a:lnTo>
                  <a:lnTo>
                    <a:pt x="2635710" y="1243026"/>
                  </a:lnTo>
                  <a:lnTo>
                    <a:pt x="2679914" y="1284863"/>
                  </a:lnTo>
                  <a:lnTo>
                    <a:pt x="2724186" y="1323534"/>
                  </a:lnTo>
                  <a:lnTo>
                    <a:pt x="2768882" y="1359094"/>
                  </a:lnTo>
                  <a:lnTo>
                    <a:pt x="2770117" y="1360027"/>
                  </a:lnTo>
                  <a:lnTo>
                    <a:pt x="2819267" y="1394832"/>
                  </a:lnTo>
                  <a:lnTo>
                    <a:pt x="2870093" y="1426129"/>
                  </a:lnTo>
                  <a:lnTo>
                    <a:pt x="2923391" y="1454099"/>
                  </a:lnTo>
                  <a:lnTo>
                    <a:pt x="2980053" y="1479049"/>
                  </a:lnTo>
                  <a:lnTo>
                    <a:pt x="3040987" y="1501321"/>
                  </a:lnTo>
                  <a:lnTo>
                    <a:pt x="3107039" y="1521248"/>
                  </a:lnTo>
                  <a:lnTo>
                    <a:pt x="3178894" y="1539121"/>
                  </a:lnTo>
                  <a:lnTo>
                    <a:pt x="3256946" y="1555173"/>
                  </a:lnTo>
                  <a:lnTo>
                    <a:pt x="3341122" y="1569576"/>
                  </a:lnTo>
                  <a:lnTo>
                    <a:pt x="3430679" y="1582435"/>
                  </a:lnTo>
                  <a:lnTo>
                    <a:pt x="3523997" y="1593793"/>
                  </a:lnTo>
                  <a:lnTo>
                    <a:pt x="3618452" y="1603644"/>
                  </a:lnTo>
                  <a:lnTo>
                    <a:pt x="3710445" y="1611952"/>
                  </a:lnTo>
                  <a:lnTo>
                    <a:pt x="3795719" y="1618688"/>
                  </a:lnTo>
                  <a:lnTo>
                    <a:pt x="3869964" y="1623863"/>
                  </a:lnTo>
                  <a:lnTo>
                    <a:pt x="3929649" y="1627562"/>
                  </a:lnTo>
                  <a:lnTo>
                    <a:pt x="3972833" y="1629956"/>
                  </a:lnTo>
                  <a:lnTo>
                    <a:pt x="3999708" y="1631296"/>
                  </a:lnTo>
                  <a:lnTo>
                    <a:pt x="4012709" y="1631881"/>
                  </a:lnTo>
                  <a:lnTo>
                    <a:pt x="4016288" y="1632027"/>
                  </a:lnTo>
                  <a:lnTo>
                    <a:pt x="4016409" y="1632032"/>
                  </a:lnTo>
                  <a:lnTo>
                    <a:pt x="4538543" y="1632032"/>
                  </a:lnTo>
                  <a:lnTo>
                    <a:pt x="4539784" y="1632072"/>
                  </a:lnTo>
                  <a:lnTo>
                    <a:pt x="4547899" y="1632359"/>
                  </a:lnTo>
                  <a:lnTo>
                    <a:pt x="4568204" y="1633151"/>
                  </a:lnTo>
                  <a:lnTo>
                    <a:pt x="4604115" y="1634708"/>
                  </a:lnTo>
                  <a:lnTo>
                    <a:pt x="4656845" y="1637257"/>
                  </a:lnTo>
                  <a:lnTo>
                    <a:pt x="4725341" y="1640974"/>
                  </a:lnTo>
                  <a:lnTo>
                    <a:pt x="4806644" y="1645958"/>
                  </a:lnTo>
                  <a:lnTo>
                    <a:pt x="4896630" y="1652243"/>
                  </a:lnTo>
                  <a:lnTo>
                    <a:pt x="4990877" y="1659814"/>
                  </a:lnTo>
                  <a:lnTo>
                    <a:pt x="5085407" y="1668643"/>
                  </a:lnTo>
                  <a:lnTo>
                    <a:pt x="5177133" y="1678709"/>
                  </a:lnTo>
                  <a:lnTo>
                    <a:pt x="5263999" y="1690031"/>
                  </a:lnTo>
                  <a:lnTo>
                    <a:pt x="5344911" y="1702674"/>
                  </a:lnTo>
                  <a:lnTo>
                    <a:pt x="5419542" y="1716755"/>
                  </a:lnTo>
                  <a:lnTo>
                    <a:pt x="5488120" y="1732450"/>
                  </a:lnTo>
                  <a:lnTo>
                    <a:pt x="5551240" y="1749982"/>
                  </a:lnTo>
                  <a:lnTo>
                    <a:pt x="5609704" y="1769613"/>
                  </a:lnTo>
                  <a:lnTo>
                    <a:pt x="5664417" y="1791630"/>
                  </a:lnTo>
                  <a:lnTo>
                    <a:pt x="5716294" y="1816304"/>
                  </a:lnTo>
                  <a:lnTo>
                    <a:pt x="5766191" y="1843837"/>
                  </a:lnTo>
                  <a:lnTo>
                    <a:pt x="5784835" y="1855095"/>
                  </a:lnTo>
                  <a:lnTo>
                    <a:pt x="5831768" y="1885709"/>
                  </a:lnTo>
                  <a:lnTo>
                    <a:pt x="5878244" y="1919136"/>
                  </a:lnTo>
                  <a:lnTo>
                    <a:pt x="5924667" y="1955426"/>
                  </a:lnTo>
                  <a:lnTo>
                    <a:pt x="5971332" y="1994554"/>
                  </a:lnTo>
                  <a:lnTo>
                    <a:pt x="6018429" y="2036406"/>
                  </a:lnTo>
                  <a:lnTo>
                    <a:pt x="6066064" y="2080780"/>
                  </a:lnTo>
                  <a:lnTo>
                    <a:pt x="6114259" y="2127379"/>
                  </a:lnTo>
                  <a:lnTo>
                    <a:pt x="6162967" y="2175816"/>
                  </a:lnTo>
                  <a:lnTo>
                    <a:pt x="6212086" y="2225629"/>
                  </a:lnTo>
                  <a:lnTo>
                    <a:pt x="6261469" y="2276289"/>
                  </a:lnTo>
                  <a:lnTo>
                    <a:pt x="6310941" y="2327233"/>
                  </a:lnTo>
                  <a:lnTo>
                    <a:pt x="6360320" y="2377881"/>
                  </a:lnTo>
                  <a:lnTo>
                    <a:pt x="6409432" y="2427670"/>
                  </a:lnTo>
                  <a:lnTo>
                    <a:pt x="6458131" y="2476073"/>
                  </a:lnTo>
                  <a:lnTo>
                    <a:pt x="6506314" y="2522628"/>
                  </a:lnTo>
                  <a:lnTo>
                    <a:pt x="6553936" y="2566952"/>
                  </a:lnTo>
                  <a:lnTo>
                    <a:pt x="6601024" y="2608748"/>
                  </a:lnTo>
                  <a:lnTo>
                    <a:pt x="6647681" y="2647816"/>
                  </a:lnTo>
                  <a:lnTo>
                    <a:pt x="6694102" y="2684046"/>
                  </a:lnTo>
                  <a:lnTo>
                    <a:pt x="6740582" y="2717413"/>
                  </a:lnTo>
                  <a:lnTo>
                    <a:pt x="6786527" y="2747348"/>
                  </a:lnTo>
                  <a:lnTo>
                    <a:pt x="6835865" y="2775993"/>
                  </a:lnTo>
                  <a:lnTo>
                    <a:pt x="6886893" y="2801739"/>
                  </a:lnTo>
                  <a:lnTo>
                    <a:pt x="6940419" y="2824738"/>
                  </a:lnTo>
                  <a:lnTo>
                    <a:pt x="6997345" y="2845245"/>
                  </a:lnTo>
                  <a:lnTo>
                    <a:pt x="7058588" y="2863544"/>
                  </a:lnTo>
                  <a:lnTo>
                    <a:pt x="7125003" y="2879909"/>
                  </a:lnTo>
                  <a:lnTo>
                    <a:pt x="7197277" y="2894582"/>
                  </a:lnTo>
                  <a:lnTo>
                    <a:pt x="7275799" y="2907756"/>
                  </a:lnTo>
                  <a:lnTo>
                    <a:pt x="7360479" y="2919570"/>
                  </a:lnTo>
                  <a:lnTo>
                    <a:pt x="7450540" y="2930111"/>
                  </a:lnTo>
                  <a:lnTo>
                    <a:pt x="7544311" y="2939412"/>
                  </a:lnTo>
                  <a:lnTo>
                    <a:pt x="7639093" y="2947466"/>
                  </a:lnTo>
                  <a:lnTo>
                    <a:pt x="7731213" y="2954244"/>
                  </a:lnTo>
                  <a:lnTo>
                    <a:pt x="7816345" y="2959723"/>
                  </a:lnTo>
                  <a:lnTo>
                    <a:pt x="7890152" y="2963915"/>
                  </a:lnTo>
                  <a:lnTo>
                    <a:pt x="7949130" y="2966892"/>
                  </a:lnTo>
                  <a:lnTo>
                    <a:pt x="7991432" y="2968803"/>
                  </a:lnTo>
                  <a:lnTo>
                    <a:pt x="8017394" y="2969857"/>
                  </a:lnTo>
                  <a:lnTo>
                    <a:pt x="8029623" y="2970305"/>
                  </a:lnTo>
                  <a:lnTo>
                    <a:pt x="8032748" y="2970409"/>
                  </a:lnTo>
                  <a:lnTo>
                    <a:pt x="8032819" y="2970411"/>
                  </a:lnTo>
                  <a:lnTo>
                    <a:pt x="8554953" y="2970411"/>
                  </a:lnTo>
                  <a:lnTo>
                    <a:pt x="8554953" y="2970411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643" name="pl643"/>
            <p:cNvSpPr/>
            <p:nvPr/>
          </p:nvSpPr>
          <p:spPr>
            <a:xfrm>
              <a:off x="386606" y="2156858"/>
              <a:ext cx="8554953" cy="2970411"/>
            </a:xfrm>
            <a:custGeom>
              <a:avLst/>
              <a:pathLst>
                <a:path w="8554953" h="2970411">
                  <a:moveTo>
                    <a:pt x="8554953" y="2970411"/>
                  </a:moveTo>
                  <a:lnTo>
                    <a:pt x="8032819" y="2970411"/>
                  </a:lnTo>
                  <a:lnTo>
                    <a:pt x="8031578" y="2970371"/>
                  </a:lnTo>
                  <a:lnTo>
                    <a:pt x="8023463" y="2970085"/>
                  </a:lnTo>
                  <a:lnTo>
                    <a:pt x="8003158" y="2969292"/>
                  </a:lnTo>
                  <a:lnTo>
                    <a:pt x="7967247" y="2967736"/>
                  </a:lnTo>
                  <a:lnTo>
                    <a:pt x="7914517" y="2965186"/>
                  </a:lnTo>
                  <a:lnTo>
                    <a:pt x="7846021" y="2961470"/>
                  </a:lnTo>
                  <a:lnTo>
                    <a:pt x="7764718" y="2956486"/>
                  </a:lnTo>
                  <a:lnTo>
                    <a:pt x="7674732" y="2950201"/>
                  </a:lnTo>
                  <a:lnTo>
                    <a:pt x="7580485" y="2942629"/>
                  </a:lnTo>
                  <a:lnTo>
                    <a:pt x="7485955" y="2933801"/>
                  </a:lnTo>
                  <a:lnTo>
                    <a:pt x="7394229" y="2923734"/>
                  </a:lnTo>
                  <a:lnTo>
                    <a:pt x="7307363" y="2912412"/>
                  </a:lnTo>
                  <a:lnTo>
                    <a:pt x="7226451" y="2899770"/>
                  </a:lnTo>
                  <a:lnTo>
                    <a:pt x="7151820" y="2885688"/>
                  </a:lnTo>
                  <a:lnTo>
                    <a:pt x="7083242" y="2869993"/>
                  </a:lnTo>
                  <a:lnTo>
                    <a:pt x="7020122" y="2852462"/>
                  </a:lnTo>
                  <a:lnTo>
                    <a:pt x="6961658" y="2832830"/>
                  </a:lnTo>
                  <a:lnTo>
                    <a:pt x="6906945" y="2810814"/>
                  </a:lnTo>
                  <a:lnTo>
                    <a:pt x="6855067" y="2786140"/>
                  </a:lnTo>
                  <a:lnTo>
                    <a:pt x="6805171" y="2758607"/>
                  </a:lnTo>
                  <a:lnTo>
                    <a:pt x="6786527" y="2747348"/>
                  </a:lnTo>
                  <a:lnTo>
                    <a:pt x="6739593" y="2716735"/>
                  </a:lnTo>
                  <a:lnTo>
                    <a:pt x="6693118" y="2683308"/>
                  </a:lnTo>
                  <a:lnTo>
                    <a:pt x="6646695" y="2647017"/>
                  </a:lnTo>
                  <a:lnTo>
                    <a:pt x="6600030" y="2607890"/>
                  </a:lnTo>
                  <a:lnTo>
                    <a:pt x="6552933" y="2566037"/>
                  </a:lnTo>
                  <a:lnTo>
                    <a:pt x="6505298" y="2521663"/>
                  </a:lnTo>
                  <a:lnTo>
                    <a:pt x="6457103" y="2475065"/>
                  </a:lnTo>
                  <a:lnTo>
                    <a:pt x="6408395" y="2426627"/>
                  </a:lnTo>
                  <a:lnTo>
                    <a:pt x="6359275" y="2376815"/>
                  </a:lnTo>
                  <a:lnTo>
                    <a:pt x="6309893" y="2326154"/>
                  </a:lnTo>
                  <a:lnTo>
                    <a:pt x="6260421" y="2275210"/>
                  </a:lnTo>
                  <a:lnTo>
                    <a:pt x="6211042" y="2224562"/>
                  </a:lnTo>
                  <a:lnTo>
                    <a:pt x="6161930" y="2174774"/>
                  </a:lnTo>
                  <a:lnTo>
                    <a:pt x="6113231" y="2126370"/>
                  </a:lnTo>
                  <a:lnTo>
                    <a:pt x="6065048" y="2079815"/>
                  </a:lnTo>
                  <a:lnTo>
                    <a:pt x="6017426" y="2035492"/>
                  </a:lnTo>
                  <a:lnTo>
                    <a:pt x="5970338" y="1993695"/>
                  </a:lnTo>
                  <a:lnTo>
                    <a:pt x="5923681" y="1954627"/>
                  </a:lnTo>
                  <a:lnTo>
                    <a:pt x="5877260" y="1918398"/>
                  </a:lnTo>
                  <a:lnTo>
                    <a:pt x="5830780" y="1885031"/>
                  </a:lnTo>
                  <a:lnTo>
                    <a:pt x="5784835" y="1855095"/>
                  </a:lnTo>
                  <a:lnTo>
                    <a:pt x="5735497" y="1826450"/>
                  </a:lnTo>
                  <a:lnTo>
                    <a:pt x="5684469" y="1800704"/>
                  </a:lnTo>
                  <a:lnTo>
                    <a:pt x="5630943" y="1777705"/>
                  </a:lnTo>
                  <a:lnTo>
                    <a:pt x="5574017" y="1757199"/>
                  </a:lnTo>
                  <a:lnTo>
                    <a:pt x="5512774" y="1738900"/>
                  </a:lnTo>
                  <a:lnTo>
                    <a:pt x="5446359" y="1722534"/>
                  </a:lnTo>
                  <a:lnTo>
                    <a:pt x="5374085" y="1707861"/>
                  </a:lnTo>
                  <a:lnTo>
                    <a:pt x="5295563" y="1694687"/>
                  </a:lnTo>
                  <a:lnTo>
                    <a:pt x="5210883" y="1682873"/>
                  </a:lnTo>
                  <a:lnTo>
                    <a:pt x="5120822" y="1672332"/>
                  </a:lnTo>
                  <a:lnTo>
                    <a:pt x="5027051" y="1663032"/>
                  </a:lnTo>
                  <a:lnTo>
                    <a:pt x="4932269" y="1654978"/>
                  </a:lnTo>
                  <a:lnTo>
                    <a:pt x="4840149" y="1648199"/>
                  </a:lnTo>
                  <a:lnTo>
                    <a:pt x="4755017" y="1642720"/>
                  </a:lnTo>
                  <a:lnTo>
                    <a:pt x="4681210" y="1638529"/>
                  </a:lnTo>
                  <a:lnTo>
                    <a:pt x="4622232" y="1635551"/>
                  </a:lnTo>
                  <a:lnTo>
                    <a:pt x="4579930" y="1633641"/>
                  </a:lnTo>
                  <a:lnTo>
                    <a:pt x="4553967" y="1632587"/>
                  </a:lnTo>
                  <a:lnTo>
                    <a:pt x="4541739" y="1632138"/>
                  </a:lnTo>
                  <a:lnTo>
                    <a:pt x="4538614" y="1632034"/>
                  </a:lnTo>
                  <a:lnTo>
                    <a:pt x="4538543" y="1632032"/>
                  </a:lnTo>
                  <a:lnTo>
                    <a:pt x="4016409" y="1632032"/>
                  </a:lnTo>
                  <a:lnTo>
                    <a:pt x="4015182" y="1631984"/>
                  </a:lnTo>
                  <a:lnTo>
                    <a:pt x="4007154" y="1631638"/>
                  </a:lnTo>
                  <a:lnTo>
                    <a:pt x="3987059" y="1630683"/>
                  </a:lnTo>
                  <a:lnTo>
                    <a:pt x="3951499" y="1628806"/>
                  </a:lnTo>
                  <a:lnTo>
                    <a:pt x="3899245" y="1625731"/>
                  </a:lnTo>
                  <a:lnTo>
                    <a:pt x="3831304" y="1621247"/>
                  </a:lnTo>
                  <a:lnTo>
                    <a:pt x="3750568" y="1615230"/>
                  </a:lnTo>
                  <a:lnTo>
                    <a:pt x="3661101" y="1607639"/>
                  </a:lnTo>
                  <a:lnTo>
                    <a:pt x="3567276" y="1598490"/>
                  </a:lnTo>
                  <a:lnTo>
                    <a:pt x="3473049" y="1587819"/>
                  </a:lnTo>
                  <a:lnTo>
                    <a:pt x="3381511" y="1575648"/>
                  </a:lnTo>
                  <a:lnTo>
                    <a:pt x="3294732" y="1561961"/>
                  </a:lnTo>
                  <a:lnTo>
                    <a:pt x="3213833" y="1546680"/>
                  </a:lnTo>
                  <a:lnTo>
                    <a:pt x="3139168" y="1529666"/>
                  </a:lnTo>
                  <a:lnTo>
                    <a:pt x="3070531" y="1510712"/>
                  </a:lnTo>
                  <a:lnTo>
                    <a:pt x="3007353" y="1489552"/>
                  </a:lnTo>
                  <a:lnTo>
                    <a:pt x="2948847" y="1465871"/>
                  </a:lnTo>
                  <a:lnTo>
                    <a:pt x="2894123" y="1439325"/>
                  </a:lnTo>
                  <a:lnTo>
                    <a:pt x="2842273" y="1409583"/>
                  </a:lnTo>
                  <a:lnTo>
                    <a:pt x="2792445" y="1376392"/>
                  </a:lnTo>
                  <a:lnTo>
                    <a:pt x="2770117" y="1360027"/>
                  </a:lnTo>
                  <a:lnTo>
                    <a:pt x="2725404" y="1324550"/>
                  </a:lnTo>
                  <a:lnTo>
                    <a:pt x="2681126" y="1285966"/>
                  </a:lnTo>
                  <a:lnTo>
                    <a:pt x="2636924" y="1244215"/>
                  </a:lnTo>
                  <a:lnTo>
                    <a:pt x="2592535" y="1199317"/>
                  </a:lnTo>
                  <a:lnTo>
                    <a:pt x="2547779" y="1151372"/>
                  </a:lnTo>
                  <a:lnTo>
                    <a:pt x="2502551" y="1100575"/>
                  </a:lnTo>
                  <a:lnTo>
                    <a:pt x="2456814" y="1047211"/>
                  </a:lnTo>
                  <a:lnTo>
                    <a:pt x="2410590" y="991661"/>
                  </a:lnTo>
                  <a:lnTo>
                    <a:pt x="2363952" y="934385"/>
                  </a:lnTo>
                  <a:lnTo>
                    <a:pt x="2317014" y="875913"/>
                  </a:lnTo>
                  <a:lnTo>
                    <a:pt x="2269917" y="816827"/>
                  </a:lnTo>
                  <a:lnTo>
                    <a:pt x="2222818" y="757733"/>
                  </a:lnTo>
                  <a:lnTo>
                    <a:pt x="2175874" y="699237"/>
                  </a:lnTo>
                  <a:lnTo>
                    <a:pt x="2129226" y="641920"/>
                  </a:lnTo>
                  <a:lnTo>
                    <a:pt x="2082989" y="586316"/>
                  </a:lnTo>
                  <a:lnTo>
                    <a:pt x="2037238" y="532887"/>
                  </a:lnTo>
                  <a:lnTo>
                    <a:pt x="1991996" y="482015"/>
                  </a:lnTo>
                  <a:lnTo>
                    <a:pt x="1947229" y="433989"/>
                  </a:lnTo>
                  <a:lnTo>
                    <a:pt x="1902832" y="389005"/>
                  </a:lnTo>
                  <a:lnTo>
                    <a:pt x="1858628" y="347168"/>
                  </a:lnTo>
                  <a:lnTo>
                    <a:pt x="1814356" y="308497"/>
                  </a:lnTo>
                  <a:lnTo>
                    <a:pt x="1769660" y="272937"/>
                  </a:lnTo>
                  <a:lnTo>
                    <a:pt x="1768425" y="272005"/>
                  </a:lnTo>
                  <a:lnTo>
                    <a:pt x="1719275" y="237199"/>
                  </a:lnTo>
                  <a:lnTo>
                    <a:pt x="1668449" y="205902"/>
                  </a:lnTo>
                  <a:lnTo>
                    <a:pt x="1615151" y="177932"/>
                  </a:lnTo>
                  <a:lnTo>
                    <a:pt x="1558489" y="152983"/>
                  </a:lnTo>
                  <a:lnTo>
                    <a:pt x="1497555" y="130710"/>
                  </a:lnTo>
                  <a:lnTo>
                    <a:pt x="1431503" y="110783"/>
                  </a:lnTo>
                  <a:lnTo>
                    <a:pt x="1359648" y="92911"/>
                  </a:lnTo>
                  <a:lnTo>
                    <a:pt x="1281596" y="76859"/>
                  </a:lnTo>
                  <a:lnTo>
                    <a:pt x="1197420" y="62455"/>
                  </a:lnTo>
                  <a:lnTo>
                    <a:pt x="1107863" y="49596"/>
                  </a:lnTo>
                  <a:lnTo>
                    <a:pt x="1014545" y="38238"/>
                  </a:lnTo>
                  <a:lnTo>
                    <a:pt x="920091" y="28388"/>
                  </a:lnTo>
                  <a:lnTo>
                    <a:pt x="828097" y="20080"/>
                  </a:lnTo>
                  <a:lnTo>
                    <a:pt x="742823" y="13344"/>
                  </a:lnTo>
                  <a:lnTo>
                    <a:pt x="668578" y="8168"/>
                  </a:lnTo>
                  <a:lnTo>
                    <a:pt x="608894" y="4469"/>
                  </a:lnTo>
                  <a:lnTo>
                    <a:pt x="565710" y="2075"/>
                  </a:lnTo>
                  <a:lnTo>
                    <a:pt x="538835" y="736"/>
                  </a:lnTo>
                  <a:lnTo>
                    <a:pt x="525833" y="151"/>
                  </a:lnTo>
                  <a:lnTo>
                    <a:pt x="522254" y="4"/>
                  </a:lnTo>
                  <a:lnTo>
                    <a:pt x="522133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644" name="pg644"/>
            <p:cNvSpPr/>
            <p:nvPr/>
          </p:nvSpPr>
          <p:spPr>
            <a:xfrm>
              <a:off x="386606" y="2162505"/>
              <a:ext cx="8554953" cy="3902195"/>
            </a:xfrm>
            <a:custGeom>
              <a:avLst/>
              <a:pathLst>
                <a:path w="8554953" h="3902195">
                  <a:moveTo>
                    <a:pt x="0" y="11294"/>
                  </a:moveTo>
                  <a:lnTo>
                    <a:pt x="522133" y="11294"/>
                  </a:lnTo>
                  <a:lnTo>
                    <a:pt x="523360" y="11343"/>
                  </a:lnTo>
                  <a:lnTo>
                    <a:pt x="531384" y="11690"/>
                  </a:lnTo>
                  <a:lnTo>
                    <a:pt x="551471" y="12652"/>
                  </a:lnTo>
                  <a:lnTo>
                    <a:pt x="587015" y="14540"/>
                  </a:lnTo>
                  <a:lnTo>
                    <a:pt x="639249" y="17636"/>
                  </a:lnTo>
                  <a:lnTo>
                    <a:pt x="707167" y="22149"/>
                  </a:lnTo>
                  <a:lnTo>
                    <a:pt x="787879" y="28205"/>
                  </a:lnTo>
                  <a:lnTo>
                    <a:pt x="877325" y="35845"/>
                  </a:lnTo>
                  <a:lnTo>
                    <a:pt x="971132" y="45054"/>
                  </a:lnTo>
                  <a:lnTo>
                    <a:pt x="1065346" y="55795"/>
                  </a:lnTo>
                  <a:lnTo>
                    <a:pt x="1156876" y="68045"/>
                  </a:lnTo>
                  <a:lnTo>
                    <a:pt x="1243651" y="81822"/>
                  </a:lnTo>
                  <a:lnTo>
                    <a:pt x="1324549" y="97203"/>
                  </a:lnTo>
                  <a:lnTo>
                    <a:pt x="1399216" y="114328"/>
                  </a:lnTo>
                  <a:lnTo>
                    <a:pt x="1467855" y="133406"/>
                  </a:lnTo>
                  <a:lnTo>
                    <a:pt x="1531036" y="154703"/>
                  </a:lnTo>
                  <a:lnTo>
                    <a:pt x="1589544" y="178537"/>
                  </a:lnTo>
                  <a:lnTo>
                    <a:pt x="1644268" y="205254"/>
                  </a:lnTo>
                  <a:lnTo>
                    <a:pt x="1696118" y="235188"/>
                  </a:lnTo>
                  <a:lnTo>
                    <a:pt x="1745942" y="268592"/>
                  </a:lnTo>
                  <a:lnTo>
                    <a:pt x="1768425" y="285182"/>
                  </a:lnTo>
                  <a:lnTo>
                    <a:pt x="1813055" y="320834"/>
                  </a:lnTo>
                  <a:lnTo>
                    <a:pt x="1857251" y="359604"/>
                  </a:lnTo>
                  <a:lnTo>
                    <a:pt x="1901370" y="401549"/>
                  </a:lnTo>
                  <a:lnTo>
                    <a:pt x="1945674" y="446654"/>
                  </a:lnTo>
                  <a:lnTo>
                    <a:pt x="1990342" y="494815"/>
                  </a:lnTo>
                  <a:lnTo>
                    <a:pt x="2035480" y="545840"/>
                  </a:lnTo>
                  <a:lnTo>
                    <a:pt x="2081126" y="599443"/>
                  </a:lnTo>
                  <a:lnTo>
                    <a:pt x="2127257" y="655246"/>
                  </a:lnTo>
                  <a:lnTo>
                    <a:pt x="2173802" y="712787"/>
                  </a:lnTo>
                  <a:lnTo>
                    <a:pt x="2220648" y="771536"/>
                  </a:lnTo>
                  <a:lnTo>
                    <a:pt x="2267655" y="830914"/>
                  </a:lnTo>
                  <a:lnTo>
                    <a:pt x="2314668" y="890312"/>
                  </a:lnTo>
                  <a:lnTo>
                    <a:pt x="2361530" y="949124"/>
                  </a:lnTo>
                  <a:lnTo>
                    <a:pt x="2408100" y="1006766"/>
                  </a:lnTo>
                  <a:lnTo>
                    <a:pt x="2454262" y="1062704"/>
                  </a:lnTo>
                  <a:lnTo>
                    <a:pt x="2499942" y="1116471"/>
                  </a:lnTo>
                  <a:lnTo>
                    <a:pt x="2545115" y="1167683"/>
                  </a:lnTo>
                  <a:lnTo>
                    <a:pt x="2589813" y="1216048"/>
                  </a:lnTo>
                  <a:lnTo>
                    <a:pt x="2634137" y="1261367"/>
                  </a:lnTo>
                  <a:lnTo>
                    <a:pt x="2678261" y="1303531"/>
                  </a:lnTo>
                  <a:lnTo>
                    <a:pt x="2722441" y="1342518"/>
                  </a:lnTo>
                  <a:lnTo>
                    <a:pt x="2767028" y="1378381"/>
                  </a:lnTo>
                  <a:lnTo>
                    <a:pt x="2770117" y="1380733"/>
                  </a:lnTo>
                  <a:lnTo>
                    <a:pt x="2819260" y="1415774"/>
                  </a:lnTo>
                  <a:lnTo>
                    <a:pt x="2870076" y="1447284"/>
                  </a:lnTo>
                  <a:lnTo>
                    <a:pt x="2923365" y="1475444"/>
                  </a:lnTo>
                  <a:lnTo>
                    <a:pt x="2980016" y="1500564"/>
                  </a:lnTo>
                  <a:lnTo>
                    <a:pt x="3040937" y="1522988"/>
                  </a:lnTo>
                  <a:lnTo>
                    <a:pt x="3106974" y="1543052"/>
                  </a:lnTo>
                  <a:lnTo>
                    <a:pt x="3178811" y="1561047"/>
                  </a:lnTo>
                  <a:lnTo>
                    <a:pt x="3256844" y="1577210"/>
                  </a:lnTo>
                  <a:lnTo>
                    <a:pt x="3340999" y="1591713"/>
                  </a:lnTo>
                  <a:lnTo>
                    <a:pt x="3430534" y="1604662"/>
                  </a:lnTo>
                  <a:lnTo>
                    <a:pt x="3523834" y="1616099"/>
                  </a:lnTo>
                  <a:lnTo>
                    <a:pt x="3618274" y="1626019"/>
                  </a:lnTo>
                  <a:lnTo>
                    <a:pt x="3710262" y="1634386"/>
                  </a:lnTo>
                  <a:lnTo>
                    <a:pt x="3795541" y="1641171"/>
                  </a:lnTo>
                  <a:lnTo>
                    <a:pt x="3869804" y="1646385"/>
                  </a:lnTo>
                  <a:lnTo>
                    <a:pt x="3929518" y="1650112"/>
                  </a:lnTo>
                  <a:lnTo>
                    <a:pt x="3972739" y="1652526"/>
                  </a:lnTo>
                  <a:lnTo>
                    <a:pt x="3999653" y="1653877"/>
                  </a:lnTo>
                  <a:lnTo>
                    <a:pt x="4012687" y="1654468"/>
                  </a:lnTo>
                  <a:lnTo>
                    <a:pt x="4016409" y="1654621"/>
                  </a:lnTo>
                  <a:lnTo>
                    <a:pt x="4538543" y="1654621"/>
                  </a:lnTo>
                  <a:lnTo>
                    <a:pt x="4539734" y="1654685"/>
                  </a:lnTo>
                  <a:lnTo>
                    <a:pt x="4547536" y="1655147"/>
                  </a:lnTo>
                  <a:lnTo>
                    <a:pt x="4567082" y="1656423"/>
                  </a:lnTo>
                  <a:lnTo>
                    <a:pt x="4601721" y="1658931"/>
                  </a:lnTo>
                  <a:lnTo>
                    <a:pt x="4652723" y="1663044"/>
                  </a:lnTo>
                  <a:lnTo>
                    <a:pt x="4719202" y="1669048"/>
                  </a:lnTo>
                  <a:lnTo>
                    <a:pt x="4798433" y="1677113"/>
                  </a:lnTo>
                  <a:lnTo>
                    <a:pt x="4886521" y="1687303"/>
                  </a:lnTo>
                  <a:lnTo>
                    <a:pt x="4979214" y="1699600"/>
                  </a:lnTo>
                  <a:lnTo>
                    <a:pt x="5072615" y="1713956"/>
                  </a:lnTo>
                  <a:lnTo>
                    <a:pt x="5163636" y="1730337"/>
                  </a:lnTo>
                  <a:lnTo>
                    <a:pt x="5250164" y="1748759"/>
                  </a:lnTo>
                  <a:lnTo>
                    <a:pt x="5331015" y="1769315"/>
                  </a:lnTo>
                  <a:lnTo>
                    <a:pt x="5405765" y="1792182"/>
                  </a:lnTo>
                  <a:lnTo>
                    <a:pt x="5474551" y="1817623"/>
                  </a:lnTo>
                  <a:lnTo>
                    <a:pt x="5537886" y="1845984"/>
                  </a:lnTo>
                  <a:lnTo>
                    <a:pt x="5596510" y="1877677"/>
                  </a:lnTo>
                  <a:lnTo>
                    <a:pt x="5651275" y="1913159"/>
                  </a:lnTo>
                  <a:lnTo>
                    <a:pt x="5703067" y="1952879"/>
                  </a:lnTo>
                  <a:lnTo>
                    <a:pt x="5752726" y="1997204"/>
                  </a:lnTo>
                  <a:lnTo>
                    <a:pt x="5784835" y="2029216"/>
                  </a:lnTo>
                  <a:lnTo>
                    <a:pt x="5825363" y="2073292"/>
                  </a:lnTo>
                  <a:lnTo>
                    <a:pt x="5865503" y="2120871"/>
                  </a:lnTo>
                  <a:lnTo>
                    <a:pt x="5905532" y="2172022"/>
                  </a:lnTo>
                  <a:lnTo>
                    <a:pt x="5945662" y="2226747"/>
                  </a:lnTo>
                  <a:lnTo>
                    <a:pt x="5986047" y="2284971"/>
                  </a:lnTo>
                  <a:lnTo>
                    <a:pt x="6026786" y="2346537"/>
                  </a:lnTo>
                  <a:lnTo>
                    <a:pt x="6067933" y="2411199"/>
                  </a:lnTo>
                  <a:lnTo>
                    <a:pt x="6109497" y="2478628"/>
                  </a:lnTo>
                  <a:lnTo>
                    <a:pt x="6151451" y="2548410"/>
                  </a:lnTo>
                  <a:lnTo>
                    <a:pt x="6193732" y="2620055"/>
                  </a:lnTo>
                  <a:lnTo>
                    <a:pt x="6236253" y="2693016"/>
                  </a:lnTo>
                  <a:lnTo>
                    <a:pt x="6278910" y="2766695"/>
                  </a:lnTo>
                  <a:lnTo>
                    <a:pt x="6321585" y="2840473"/>
                  </a:lnTo>
                  <a:lnTo>
                    <a:pt x="6364161" y="2913728"/>
                  </a:lnTo>
                  <a:lnTo>
                    <a:pt x="6406529" y="2985853"/>
                  </a:lnTo>
                  <a:lnTo>
                    <a:pt x="6448595" y="3056282"/>
                  </a:lnTo>
                  <a:lnTo>
                    <a:pt x="6490287" y="3124506"/>
                  </a:lnTo>
                  <a:lnTo>
                    <a:pt x="6531568" y="3190086"/>
                  </a:lnTo>
                  <a:lnTo>
                    <a:pt x="6572433" y="3252664"/>
                  </a:lnTo>
                  <a:lnTo>
                    <a:pt x="6612921" y="3311970"/>
                  </a:lnTo>
                  <a:lnTo>
                    <a:pt x="6653118" y="3367817"/>
                  </a:lnTo>
                  <a:lnTo>
                    <a:pt x="6693159" y="3420105"/>
                  </a:lnTo>
                  <a:lnTo>
                    <a:pt x="6733237" y="3468813"/>
                  </a:lnTo>
                  <a:lnTo>
                    <a:pt x="6773608" y="3513989"/>
                  </a:lnTo>
                  <a:lnTo>
                    <a:pt x="6786527" y="3527599"/>
                  </a:lnTo>
                  <a:lnTo>
                    <a:pt x="6835182" y="3575080"/>
                  </a:lnTo>
                  <a:lnTo>
                    <a:pt x="6885471" y="3617822"/>
                  </a:lnTo>
                  <a:lnTo>
                    <a:pt x="6938167" y="3656067"/>
                  </a:lnTo>
                  <a:lnTo>
                    <a:pt x="6994134" y="3690219"/>
                  </a:lnTo>
                  <a:lnTo>
                    <a:pt x="7054254" y="3720740"/>
                  </a:lnTo>
                  <a:lnTo>
                    <a:pt x="7119353" y="3748074"/>
                  </a:lnTo>
                  <a:lnTo>
                    <a:pt x="7190106" y="3772613"/>
                  </a:lnTo>
                  <a:lnTo>
                    <a:pt x="7266921" y="3794675"/>
                  </a:lnTo>
                  <a:lnTo>
                    <a:pt x="7349766" y="3814497"/>
                  </a:lnTo>
                  <a:lnTo>
                    <a:pt x="7437985" y="3832225"/>
                  </a:lnTo>
                  <a:lnTo>
                    <a:pt x="7530093" y="3847924"/>
                  </a:lnTo>
                  <a:lnTo>
                    <a:pt x="7623647" y="3861592"/>
                  </a:lnTo>
                  <a:lnTo>
                    <a:pt x="7715253" y="3873184"/>
                  </a:lnTo>
                  <a:lnTo>
                    <a:pt x="7800830" y="3882657"/>
                  </a:lnTo>
                  <a:lnTo>
                    <a:pt x="7876157" y="3890015"/>
                  </a:lnTo>
                  <a:lnTo>
                    <a:pt x="7937644" y="3895357"/>
                  </a:lnTo>
                  <a:lnTo>
                    <a:pt x="7983125" y="3898892"/>
                  </a:lnTo>
                  <a:lnTo>
                    <a:pt x="8012427" y="3900940"/>
                  </a:lnTo>
                  <a:lnTo>
                    <a:pt x="8027546" y="3901894"/>
                  </a:lnTo>
                  <a:lnTo>
                    <a:pt x="8032465" y="3902176"/>
                  </a:lnTo>
                  <a:lnTo>
                    <a:pt x="8032819" y="3902195"/>
                  </a:lnTo>
                  <a:lnTo>
                    <a:pt x="8554953" y="3902195"/>
                  </a:lnTo>
                  <a:lnTo>
                    <a:pt x="8554953" y="3890900"/>
                  </a:lnTo>
                  <a:lnTo>
                    <a:pt x="8032819" y="3890900"/>
                  </a:lnTo>
                  <a:lnTo>
                    <a:pt x="8031628" y="3890836"/>
                  </a:lnTo>
                  <a:lnTo>
                    <a:pt x="8023826" y="3890374"/>
                  </a:lnTo>
                  <a:lnTo>
                    <a:pt x="8004280" y="3889098"/>
                  </a:lnTo>
                  <a:lnTo>
                    <a:pt x="7969641" y="3886590"/>
                  </a:lnTo>
                  <a:lnTo>
                    <a:pt x="7918639" y="3882477"/>
                  </a:lnTo>
                  <a:lnTo>
                    <a:pt x="7852160" y="3876474"/>
                  </a:lnTo>
                  <a:lnTo>
                    <a:pt x="7772929" y="3868408"/>
                  </a:lnTo>
                  <a:lnTo>
                    <a:pt x="7684841" y="3858218"/>
                  </a:lnTo>
                  <a:lnTo>
                    <a:pt x="7592148" y="3845921"/>
                  </a:lnTo>
                  <a:lnTo>
                    <a:pt x="7498747" y="3831565"/>
                  </a:lnTo>
                  <a:lnTo>
                    <a:pt x="7407726" y="3815184"/>
                  </a:lnTo>
                  <a:lnTo>
                    <a:pt x="7321198" y="3796762"/>
                  </a:lnTo>
                  <a:lnTo>
                    <a:pt x="7240347" y="3776206"/>
                  </a:lnTo>
                  <a:lnTo>
                    <a:pt x="7165597" y="3753339"/>
                  </a:lnTo>
                  <a:lnTo>
                    <a:pt x="7096811" y="3727898"/>
                  </a:lnTo>
                  <a:lnTo>
                    <a:pt x="7033476" y="3699537"/>
                  </a:lnTo>
                  <a:lnTo>
                    <a:pt x="6974852" y="3667844"/>
                  </a:lnTo>
                  <a:lnTo>
                    <a:pt x="6920086" y="3632363"/>
                  </a:lnTo>
                  <a:lnTo>
                    <a:pt x="6868295" y="3592642"/>
                  </a:lnTo>
                  <a:lnTo>
                    <a:pt x="6818636" y="3548317"/>
                  </a:lnTo>
                  <a:lnTo>
                    <a:pt x="6786527" y="3516305"/>
                  </a:lnTo>
                  <a:lnTo>
                    <a:pt x="6745999" y="3472229"/>
                  </a:lnTo>
                  <a:lnTo>
                    <a:pt x="6705859" y="3424650"/>
                  </a:lnTo>
                  <a:lnTo>
                    <a:pt x="6665830" y="3373499"/>
                  </a:lnTo>
                  <a:lnTo>
                    <a:pt x="6625700" y="3318774"/>
                  </a:lnTo>
                  <a:lnTo>
                    <a:pt x="6585315" y="3260550"/>
                  </a:lnTo>
                  <a:lnTo>
                    <a:pt x="6544576" y="3198984"/>
                  </a:lnTo>
                  <a:lnTo>
                    <a:pt x="6503429" y="3134322"/>
                  </a:lnTo>
                  <a:lnTo>
                    <a:pt x="6461865" y="3066893"/>
                  </a:lnTo>
                  <a:lnTo>
                    <a:pt x="6419911" y="2997111"/>
                  </a:lnTo>
                  <a:lnTo>
                    <a:pt x="6377630" y="2925466"/>
                  </a:lnTo>
                  <a:lnTo>
                    <a:pt x="6335108" y="2852506"/>
                  </a:lnTo>
                  <a:lnTo>
                    <a:pt x="6292452" y="2778826"/>
                  </a:lnTo>
                  <a:lnTo>
                    <a:pt x="6249777" y="2705048"/>
                  </a:lnTo>
                  <a:lnTo>
                    <a:pt x="6207201" y="2631793"/>
                  </a:lnTo>
                  <a:lnTo>
                    <a:pt x="6164833" y="2559668"/>
                  </a:lnTo>
                  <a:lnTo>
                    <a:pt x="6122767" y="2489239"/>
                  </a:lnTo>
                  <a:lnTo>
                    <a:pt x="6081075" y="2421015"/>
                  </a:lnTo>
                  <a:lnTo>
                    <a:pt x="6039794" y="2355435"/>
                  </a:lnTo>
                  <a:lnTo>
                    <a:pt x="5998929" y="2292857"/>
                  </a:lnTo>
                  <a:lnTo>
                    <a:pt x="5958441" y="2233552"/>
                  </a:lnTo>
                  <a:lnTo>
                    <a:pt x="5918244" y="2177704"/>
                  </a:lnTo>
                  <a:lnTo>
                    <a:pt x="5878203" y="2125416"/>
                  </a:lnTo>
                  <a:lnTo>
                    <a:pt x="5838125" y="2076708"/>
                  </a:lnTo>
                  <a:lnTo>
                    <a:pt x="5797754" y="2031532"/>
                  </a:lnTo>
                  <a:lnTo>
                    <a:pt x="5784835" y="2017922"/>
                  </a:lnTo>
                  <a:lnTo>
                    <a:pt x="5736180" y="1970441"/>
                  </a:lnTo>
                  <a:lnTo>
                    <a:pt x="5685891" y="1927699"/>
                  </a:lnTo>
                  <a:lnTo>
                    <a:pt x="5633195" y="1889455"/>
                  </a:lnTo>
                  <a:lnTo>
                    <a:pt x="5577227" y="1855302"/>
                  </a:lnTo>
                  <a:lnTo>
                    <a:pt x="5517108" y="1824781"/>
                  </a:lnTo>
                  <a:lnTo>
                    <a:pt x="5452009" y="1797447"/>
                  </a:lnTo>
                  <a:lnTo>
                    <a:pt x="5381256" y="1772909"/>
                  </a:lnTo>
                  <a:lnTo>
                    <a:pt x="5304441" y="1750846"/>
                  </a:lnTo>
                  <a:lnTo>
                    <a:pt x="5221596" y="1731024"/>
                  </a:lnTo>
                  <a:lnTo>
                    <a:pt x="5133377" y="1713296"/>
                  </a:lnTo>
                  <a:lnTo>
                    <a:pt x="5041269" y="1697597"/>
                  </a:lnTo>
                  <a:lnTo>
                    <a:pt x="4947715" y="1683929"/>
                  </a:lnTo>
                  <a:lnTo>
                    <a:pt x="4856109" y="1672337"/>
                  </a:lnTo>
                  <a:lnTo>
                    <a:pt x="4770532" y="1662864"/>
                  </a:lnTo>
                  <a:lnTo>
                    <a:pt x="4695205" y="1655506"/>
                  </a:lnTo>
                  <a:lnTo>
                    <a:pt x="4633718" y="1650164"/>
                  </a:lnTo>
                  <a:lnTo>
                    <a:pt x="4588237" y="1646629"/>
                  </a:lnTo>
                  <a:lnTo>
                    <a:pt x="4558935" y="1644581"/>
                  </a:lnTo>
                  <a:lnTo>
                    <a:pt x="4543816" y="1643627"/>
                  </a:lnTo>
                  <a:lnTo>
                    <a:pt x="4538897" y="1643345"/>
                  </a:lnTo>
                  <a:lnTo>
                    <a:pt x="4538543" y="1643326"/>
                  </a:lnTo>
                  <a:lnTo>
                    <a:pt x="4016409" y="1643326"/>
                  </a:lnTo>
                  <a:lnTo>
                    <a:pt x="4015183" y="1643278"/>
                  </a:lnTo>
                  <a:lnTo>
                    <a:pt x="4007158" y="1642930"/>
                  </a:lnTo>
                  <a:lnTo>
                    <a:pt x="3987072" y="1641968"/>
                  </a:lnTo>
                  <a:lnTo>
                    <a:pt x="3951527" y="1640080"/>
                  </a:lnTo>
                  <a:lnTo>
                    <a:pt x="3899293" y="1636984"/>
                  </a:lnTo>
                  <a:lnTo>
                    <a:pt x="3831375" y="1632471"/>
                  </a:lnTo>
                  <a:lnTo>
                    <a:pt x="3750663" y="1626416"/>
                  </a:lnTo>
                  <a:lnTo>
                    <a:pt x="3661217" y="1618775"/>
                  </a:lnTo>
                  <a:lnTo>
                    <a:pt x="3567410" y="1609566"/>
                  </a:lnTo>
                  <a:lnTo>
                    <a:pt x="3473197" y="1598825"/>
                  </a:lnTo>
                  <a:lnTo>
                    <a:pt x="3381666" y="1586575"/>
                  </a:lnTo>
                  <a:lnTo>
                    <a:pt x="3294891" y="1572798"/>
                  </a:lnTo>
                  <a:lnTo>
                    <a:pt x="3213993" y="1557417"/>
                  </a:lnTo>
                  <a:lnTo>
                    <a:pt x="3139326" y="1540292"/>
                  </a:lnTo>
                  <a:lnTo>
                    <a:pt x="3070687" y="1521215"/>
                  </a:lnTo>
                  <a:lnTo>
                    <a:pt x="3007506" y="1499917"/>
                  </a:lnTo>
                  <a:lnTo>
                    <a:pt x="2948999" y="1476083"/>
                  </a:lnTo>
                  <a:lnTo>
                    <a:pt x="2894274" y="1449366"/>
                  </a:lnTo>
                  <a:lnTo>
                    <a:pt x="2842425" y="1419432"/>
                  </a:lnTo>
                  <a:lnTo>
                    <a:pt x="2792600" y="1386029"/>
                  </a:lnTo>
                  <a:lnTo>
                    <a:pt x="2770117" y="1369438"/>
                  </a:lnTo>
                  <a:lnTo>
                    <a:pt x="2725487" y="1333786"/>
                  </a:lnTo>
                  <a:lnTo>
                    <a:pt x="2681291" y="1295016"/>
                  </a:lnTo>
                  <a:lnTo>
                    <a:pt x="2637172" y="1253071"/>
                  </a:lnTo>
                  <a:lnTo>
                    <a:pt x="2592868" y="1207966"/>
                  </a:lnTo>
                  <a:lnTo>
                    <a:pt x="2548200" y="1159805"/>
                  </a:lnTo>
                  <a:lnTo>
                    <a:pt x="2503062" y="1108780"/>
                  </a:lnTo>
                  <a:lnTo>
                    <a:pt x="2457416" y="1055177"/>
                  </a:lnTo>
                  <a:lnTo>
                    <a:pt x="2411285" y="999375"/>
                  </a:lnTo>
                  <a:lnTo>
                    <a:pt x="2364740" y="941833"/>
                  </a:lnTo>
                  <a:lnTo>
                    <a:pt x="2317894" y="883084"/>
                  </a:lnTo>
                  <a:lnTo>
                    <a:pt x="2270887" y="823706"/>
                  </a:lnTo>
                  <a:lnTo>
                    <a:pt x="2223874" y="764308"/>
                  </a:lnTo>
                  <a:lnTo>
                    <a:pt x="2177012" y="705496"/>
                  </a:lnTo>
                  <a:lnTo>
                    <a:pt x="2130443" y="647854"/>
                  </a:lnTo>
                  <a:lnTo>
                    <a:pt x="2084280" y="591917"/>
                  </a:lnTo>
                  <a:lnTo>
                    <a:pt x="2038600" y="538150"/>
                  </a:lnTo>
                  <a:lnTo>
                    <a:pt x="1993427" y="486937"/>
                  </a:lnTo>
                  <a:lnTo>
                    <a:pt x="1948729" y="438572"/>
                  </a:lnTo>
                  <a:lnTo>
                    <a:pt x="1904405" y="393253"/>
                  </a:lnTo>
                  <a:lnTo>
                    <a:pt x="1860281" y="351089"/>
                  </a:lnTo>
                  <a:lnTo>
                    <a:pt x="1816101" y="312102"/>
                  </a:lnTo>
                  <a:lnTo>
                    <a:pt x="1771514" y="276239"/>
                  </a:lnTo>
                  <a:lnTo>
                    <a:pt x="1768425" y="273887"/>
                  </a:lnTo>
                  <a:lnTo>
                    <a:pt x="1719283" y="238846"/>
                  </a:lnTo>
                  <a:lnTo>
                    <a:pt x="1668466" y="207337"/>
                  </a:lnTo>
                  <a:lnTo>
                    <a:pt x="1615177" y="179176"/>
                  </a:lnTo>
                  <a:lnTo>
                    <a:pt x="1558526" y="154056"/>
                  </a:lnTo>
                  <a:lnTo>
                    <a:pt x="1497605" y="131632"/>
                  </a:lnTo>
                  <a:lnTo>
                    <a:pt x="1431569" y="111568"/>
                  </a:lnTo>
                  <a:lnTo>
                    <a:pt x="1359731" y="93573"/>
                  </a:lnTo>
                  <a:lnTo>
                    <a:pt x="1281699" y="77410"/>
                  </a:lnTo>
                  <a:lnTo>
                    <a:pt x="1197544" y="62907"/>
                  </a:lnTo>
                  <a:lnTo>
                    <a:pt x="1108008" y="49959"/>
                  </a:lnTo>
                  <a:lnTo>
                    <a:pt x="1014709" y="38521"/>
                  </a:lnTo>
                  <a:lnTo>
                    <a:pt x="920268" y="28602"/>
                  </a:lnTo>
                  <a:lnTo>
                    <a:pt x="828280" y="20234"/>
                  </a:lnTo>
                  <a:lnTo>
                    <a:pt x="743001" y="13449"/>
                  </a:lnTo>
                  <a:lnTo>
                    <a:pt x="668738" y="8235"/>
                  </a:lnTo>
                  <a:lnTo>
                    <a:pt x="609024" y="4508"/>
                  </a:lnTo>
                  <a:lnTo>
                    <a:pt x="565803" y="2094"/>
                  </a:lnTo>
                  <a:lnTo>
                    <a:pt x="538890" y="743"/>
                  </a:lnTo>
                  <a:lnTo>
                    <a:pt x="525855" y="153"/>
                  </a:lnTo>
                  <a:lnTo>
                    <a:pt x="5221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645" name="pl645"/>
            <p:cNvSpPr/>
            <p:nvPr/>
          </p:nvSpPr>
          <p:spPr>
            <a:xfrm>
              <a:off x="386606" y="2173800"/>
              <a:ext cx="8554953" cy="3890900"/>
            </a:xfrm>
            <a:custGeom>
              <a:avLst/>
              <a:pathLst>
                <a:path w="8554953" h="3890900">
                  <a:moveTo>
                    <a:pt x="0" y="0"/>
                  </a:moveTo>
                  <a:lnTo>
                    <a:pt x="522133" y="0"/>
                  </a:lnTo>
                  <a:lnTo>
                    <a:pt x="523360" y="48"/>
                  </a:lnTo>
                  <a:lnTo>
                    <a:pt x="531384" y="396"/>
                  </a:lnTo>
                  <a:lnTo>
                    <a:pt x="551471" y="1357"/>
                  </a:lnTo>
                  <a:lnTo>
                    <a:pt x="587015" y="3246"/>
                  </a:lnTo>
                  <a:lnTo>
                    <a:pt x="639249" y="6341"/>
                  </a:lnTo>
                  <a:lnTo>
                    <a:pt x="707167" y="10855"/>
                  </a:lnTo>
                  <a:lnTo>
                    <a:pt x="787879" y="16910"/>
                  </a:lnTo>
                  <a:lnTo>
                    <a:pt x="877325" y="24550"/>
                  </a:lnTo>
                  <a:lnTo>
                    <a:pt x="971132" y="33760"/>
                  </a:lnTo>
                  <a:lnTo>
                    <a:pt x="1065346" y="44501"/>
                  </a:lnTo>
                  <a:lnTo>
                    <a:pt x="1156876" y="56751"/>
                  </a:lnTo>
                  <a:lnTo>
                    <a:pt x="1243651" y="70528"/>
                  </a:lnTo>
                  <a:lnTo>
                    <a:pt x="1324549" y="85909"/>
                  </a:lnTo>
                  <a:lnTo>
                    <a:pt x="1399216" y="103034"/>
                  </a:lnTo>
                  <a:lnTo>
                    <a:pt x="1467855" y="122111"/>
                  </a:lnTo>
                  <a:lnTo>
                    <a:pt x="1531036" y="143408"/>
                  </a:lnTo>
                  <a:lnTo>
                    <a:pt x="1589544" y="167243"/>
                  </a:lnTo>
                  <a:lnTo>
                    <a:pt x="1644268" y="193960"/>
                  </a:lnTo>
                  <a:lnTo>
                    <a:pt x="1696118" y="223893"/>
                  </a:lnTo>
                  <a:lnTo>
                    <a:pt x="1745942" y="257297"/>
                  </a:lnTo>
                  <a:lnTo>
                    <a:pt x="1768425" y="273887"/>
                  </a:lnTo>
                  <a:lnTo>
                    <a:pt x="1813055" y="309539"/>
                  </a:lnTo>
                  <a:lnTo>
                    <a:pt x="1857251" y="348309"/>
                  </a:lnTo>
                  <a:lnTo>
                    <a:pt x="1901370" y="390255"/>
                  </a:lnTo>
                  <a:lnTo>
                    <a:pt x="1945674" y="435359"/>
                  </a:lnTo>
                  <a:lnTo>
                    <a:pt x="1990342" y="483520"/>
                  </a:lnTo>
                  <a:lnTo>
                    <a:pt x="2035480" y="534546"/>
                  </a:lnTo>
                  <a:lnTo>
                    <a:pt x="2081126" y="588149"/>
                  </a:lnTo>
                  <a:lnTo>
                    <a:pt x="2127257" y="643951"/>
                  </a:lnTo>
                  <a:lnTo>
                    <a:pt x="2173802" y="701493"/>
                  </a:lnTo>
                  <a:lnTo>
                    <a:pt x="2220648" y="760242"/>
                  </a:lnTo>
                  <a:lnTo>
                    <a:pt x="2267655" y="819619"/>
                  </a:lnTo>
                  <a:lnTo>
                    <a:pt x="2314668" y="879018"/>
                  </a:lnTo>
                  <a:lnTo>
                    <a:pt x="2361530" y="937830"/>
                  </a:lnTo>
                  <a:lnTo>
                    <a:pt x="2408100" y="995471"/>
                  </a:lnTo>
                  <a:lnTo>
                    <a:pt x="2454262" y="1051409"/>
                  </a:lnTo>
                  <a:lnTo>
                    <a:pt x="2499942" y="1105176"/>
                  </a:lnTo>
                  <a:lnTo>
                    <a:pt x="2545115" y="1156389"/>
                  </a:lnTo>
                  <a:lnTo>
                    <a:pt x="2589813" y="1204754"/>
                  </a:lnTo>
                  <a:lnTo>
                    <a:pt x="2634137" y="1250072"/>
                  </a:lnTo>
                  <a:lnTo>
                    <a:pt x="2678261" y="1292237"/>
                  </a:lnTo>
                  <a:lnTo>
                    <a:pt x="2722441" y="1331224"/>
                  </a:lnTo>
                  <a:lnTo>
                    <a:pt x="2767028" y="1367087"/>
                  </a:lnTo>
                  <a:lnTo>
                    <a:pt x="2770117" y="1369438"/>
                  </a:lnTo>
                  <a:lnTo>
                    <a:pt x="2819260" y="1404480"/>
                  </a:lnTo>
                  <a:lnTo>
                    <a:pt x="2870076" y="1435989"/>
                  </a:lnTo>
                  <a:lnTo>
                    <a:pt x="2923365" y="1464150"/>
                  </a:lnTo>
                  <a:lnTo>
                    <a:pt x="2980016" y="1489269"/>
                  </a:lnTo>
                  <a:lnTo>
                    <a:pt x="3040937" y="1511694"/>
                  </a:lnTo>
                  <a:lnTo>
                    <a:pt x="3106974" y="1531758"/>
                  </a:lnTo>
                  <a:lnTo>
                    <a:pt x="3178811" y="1549753"/>
                  </a:lnTo>
                  <a:lnTo>
                    <a:pt x="3256844" y="1565916"/>
                  </a:lnTo>
                  <a:lnTo>
                    <a:pt x="3340999" y="1580419"/>
                  </a:lnTo>
                  <a:lnTo>
                    <a:pt x="3430534" y="1593367"/>
                  </a:lnTo>
                  <a:lnTo>
                    <a:pt x="3523834" y="1604805"/>
                  </a:lnTo>
                  <a:lnTo>
                    <a:pt x="3618274" y="1614724"/>
                  </a:lnTo>
                  <a:lnTo>
                    <a:pt x="3710262" y="1623092"/>
                  </a:lnTo>
                  <a:lnTo>
                    <a:pt x="3795541" y="1629876"/>
                  </a:lnTo>
                  <a:lnTo>
                    <a:pt x="3869804" y="1635090"/>
                  </a:lnTo>
                  <a:lnTo>
                    <a:pt x="3929518" y="1638818"/>
                  </a:lnTo>
                  <a:lnTo>
                    <a:pt x="3972739" y="1641231"/>
                  </a:lnTo>
                  <a:lnTo>
                    <a:pt x="3999653" y="1642582"/>
                  </a:lnTo>
                  <a:lnTo>
                    <a:pt x="4012687" y="1643173"/>
                  </a:lnTo>
                  <a:lnTo>
                    <a:pt x="4016285" y="1643322"/>
                  </a:lnTo>
                  <a:lnTo>
                    <a:pt x="4016409" y="1643326"/>
                  </a:lnTo>
                  <a:lnTo>
                    <a:pt x="4538543" y="1643326"/>
                  </a:lnTo>
                  <a:lnTo>
                    <a:pt x="4539734" y="1643391"/>
                  </a:lnTo>
                  <a:lnTo>
                    <a:pt x="4547536" y="1643853"/>
                  </a:lnTo>
                  <a:lnTo>
                    <a:pt x="4567082" y="1645129"/>
                  </a:lnTo>
                  <a:lnTo>
                    <a:pt x="4601721" y="1647637"/>
                  </a:lnTo>
                  <a:lnTo>
                    <a:pt x="4652723" y="1651750"/>
                  </a:lnTo>
                  <a:lnTo>
                    <a:pt x="4719202" y="1657753"/>
                  </a:lnTo>
                  <a:lnTo>
                    <a:pt x="4798433" y="1665819"/>
                  </a:lnTo>
                  <a:lnTo>
                    <a:pt x="4886521" y="1676009"/>
                  </a:lnTo>
                  <a:lnTo>
                    <a:pt x="4979214" y="1688306"/>
                  </a:lnTo>
                  <a:lnTo>
                    <a:pt x="5072615" y="1702662"/>
                  </a:lnTo>
                  <a:lnTo>
                    <a:pt x="5163636" y="1719043"/>
                  </a:lnTo>
                  <a:lnTo>
                    <a:pt x="5250164" y="1737465"/>
                  </a:lnTo>
                  <a:lnTo>
                    <a:pt x="5331015" y="1758021"/>
                  </a:lnTo>
                  <a:lnTo>
                    <a:pt x="5405765" y="1780888"/>
                  </a:lnTo>
                  <a:lnTo>
                    <a:pt x="5474551" y="1806329"/>
                  </a:lnTo>
                  <a:lnTo>
                    <a:pt x="5537886" y="1834689"/>
                  </a:lnTo>
                  <a:lnTo>
                    <a:pt x="5596510" y="1866383"/>
                  </a:lnTo>
                  <a:lnTo>
                    <a:pt x="5651275" y="1901864"/>
                  </a:lnTo>
                  <a:lnTo>
                    <a:pt x="5703067" y="1941584"/>
                  </a:lnTo>
                  <a:lnTo>
                    <a:pt x="5752726" y="1985910"/>
                  </a:lnTo>
                  <a:lnTo>
                    <a:pt x="5784835" y="2017922"/>
                  </a:lnTo>
                  <a:lnTo>
                    <a:pt x="5825363" y="2061998"/>
                  </a:lnTo>
                  <a:lnTo>
                    <a:pt x="5865503" y="2109576"/>
                  </a:lnTo>
                  <a:lnTo>
                    <a:pt x="5905532" y="2160728"/>
                  </a:lnTo>
                  <a:lnTo>
                    <a:pt x="5945662" y="2215453"/>
                  </a:lnTo>
                  <a:lnTo>
                    <a:pt x="5986047" y="2273677"/>
                  </a:lnTo>
                  <a:lnTo>
                    <a:pt x="6026786" y="2335242"/>
                  </a:lnTo>
                  <a:lnTo>
                    <a:pt x="6067933" y="2399905"/>
                  </a:lnTo>
                  <a:lnTo>
                    <a:pt x="6109497" y="2467334"/>
                  </a:lnTo>
                  <a:lnTo>
                    <a:pt x="6151451" y="2537115"/>
                  </a:lnTo>
                  <a:lnTo>
                    <a:pt x="6193732" y="2608761"/>
                  </a:lnTo>
                  <a:lnTo>
                    <a:pt x="6236253" y="2681721"/>
                  </a:lnTo>
                  <a:lnTo>
                    <a:pt x="6278910" y="2755401"/>
                  </a:lnTo>
                  <a:lnTo>
                    <a:pt x="6321585" y="2829179"/>
                  </a:lnTo>
                  <a:lnTo>
                    <a:pt x="6364161" y="2902433"/>
                  </a:lnTo>
                  <a:lnTo>
                    <a:pt x="6406529" y="2974558"/>
                  </a:lnTo>
                  <a:lnTo>
                    <a:pt x="6448595" y="3044987"/>
                  </a:lnTo>
                  <a:lnTo>
                    <a:pt x="6490287" y="3113211"/>
                  </a:lnTo>
                  <a:lnTo>
                    <a:pt x="6531568" y="3178791"/>
                  </a:lnTo>
                  <a:lnTo>
                    <a:pt x="6572433" y="3241370"/>
                  </a:lnTo>
                  <a:lnTo>
                    <a:pt x="6612921" y="3300675"/>
                  </a:lnTo>
                  <a:lnTo>
                    <a:pt x="6653118" y="3356522"/>
                  </a:lnTo>
                  <a:lnTo>
                    <a:pt x="6693159" y="3408811"/>
                  </a:lnTo>
                  <a:lnTo>
                    <a:pt x="6733237" y="3457519"/>
                  </a:lnTo>
                  <a:lnTo>
                    <a:pt x="6773608" y="3502694"/>
                  </a:lnTo>
                  <a:lnTo>
                    <a:pt x="6786527" y="3516305"/>
                  </a:lnTo>
                  <a:lnTo>
                    <a:pt x="6835182" y="3563785"/>
                  </a:lnTo>
                  <a:lnTo>
                    <a:pt x="6885471" y="3606528"/>
                  </a:lnTo>
                  <a:lnTo>
                    <a:pt x="6938167" y="3644772"/>
                  </a:lnTo>
                  <a:lnTo>
                    <a:pt x="6994134" y="3678925"/>
                  </a:lnTo>
                  <a:lnTo>
                    <a:pt x="7054254" y="3709446"/>
                  </a:lnTo>
                  <a:lnTo>
                    <a:pt x="7119353" y="3736779"/>
                  </a:lnTo>
                  <a:lnTo>
                    <a:pt x="7190106" y="3761318"/>
                  </a:lnTo>
                  <a:lnTo>
                    <a:pt x="7266921" y="3783381"/>
                  </a:lnTo>
                  <a:lnTo>
                    <a:pt x="7349766" y="3803202"/>
                  </a:lnTo>
                  <a:lnTo>
                    <a:pt x="7437985" y="3820931"/>
                  </a:lnTo>
                  <a:lnTo>
                    <a:pt x="7530093" y="3836630"/>
                  </a:lnTo>
                  <a:lnTo>
                    <a:pt x="7623647" y="3850298"/>
                  </a:lnTo>
                  <a:lnTo>
                    <a:pt x="7715253" y="3861890"/>
                  </a:lnTo>
                  <a:lnTo>
                    <a:pt x="7800830" y="3871362"/>
                  </a:lnTo>
                  <a:lnTo>
                    <a:pt x="7876157" y="3878721"/>
                  </a:lnTo>
                  <a:lnTo>
                    <a:pt x="7937644" y="3884062"/>
                  </a:lnTo>
                  <a:lnTo>
                    <a:pt x="7983125" y="3887597"/>
                  </a:lnTo>
                  <a:lnTo>
                    <a:pt x="8012427" y="3889645"/>
                  </a:lnTo>
                  <a:lnTo>
                    <a:pt x="8027546" y="3890600"/>
                  </a:lnTo>
                  <a:lnTo>
                    <a:pt x="8032465" y="3890882"/>
                  </a:lnTo>
                  <a:lnTo>
                    <a:pt x="8032819" y="3890900"/>
                  </a:lnTo>
                  <a:lnTo>
                    <a:pt x="8554953" y="3890900"/>
                  </a:lnTo>
                  <a:lnTo>
                    <a:pt x="8554953" y="389090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646" name="pl646"/>
            <p:cNvSpPr/>
            <p:nvPr/>
          </p:nvSpPr>
          <p:spPr>
            <a:xfrm>
              <a:off x="386606" y="2162505"/>
              <a:ext cx="8554953" cy="3890900"/>
            </a:xfrm>
            <a:custGeom>
              <a:avLst/>
              <a:pathLst>
                <a:path w="8554953" h="3890900">
                  <a:moveTo>
                    <a:pt x="8554953" y="3890900"/>
                  </a:moveTo>
                  <a:lnTo>
                    <a:pt x="8032819" y="3890900"/>
                  </a:lnTo>
                  <a:lnTo>
                    <a:pt x="8031628" y="3890836"/>
                  </a:lnTo>
                  <a:lnTo>
                    <a:pt x="8023826" y="3890374"/>
                  </a:lnTo>
                  <a:lnTo>
                    <a:pt x="8004280" y="3889098"/>
                  </a:lnTo>
                  <a:lnTo>
                    <a:pt x="7969641" y="3886590"/>
                  </a:lnTo>
                  <a:lnTo>
                    <a:pt x="7918639" y="3882477"/>
                  </a:lnTo>
                  <a:lnTo>
                    <a:pt x="7852160" y="3876474"/>
                  </a:lnTo>
                  <a:lnTo>
                    <a:pt x="7772929" y="3868408"/>
                  </a:lnTo>
                  <a:lnTo>
                    <a:pt x="7684841" y="3858218"/>
                  </a:lnTo>
                  <a:lnTo>
                    <a:pt x="7592148" y="3845921"/>
                  </a:lnTo>
                  <a:lnTo>
                    <a:pt x="7498747" y="3831565"/>
                  </a:lnTo>
                  <a:lnTo>
                    <a:pt x="7407726" y="3815184"/>
                  </a:lnTo>
                  <a:lnTo>
                    <a:pt x="7321198" y="3796762"/>
                  </a:lnTo>
                  <a:lnTo>
                    <a:pt x="7240347" y="3776206"/>
                  </a:lnTo>
                  <a:lnTo>
                    <a:pt x="7165597" y="3753339"/>
                  </a:lnTo>
                  <a:lnTo>
                    <a:pt x="7096811" y="3727898"/>
                  </a:lnTo>
                  <a:lnTo>
                    <a:pt x="7033476" y="3699537"/>
                  </a:lnTo>
                  <a:lnTo>
                    <a:pt x="6974852" y="3667844"/>
                  </a:lnTo>
                  <a:lnTo>
                    <a:pt x="6920086" y="3632363"/>
                  </a:lnTo>
                  <a:lnTo>
                    <a:pt x="6868295" y="3592642"/>
                  </a:lnTo>
                  <a:lnTo>
                    <a:pt x="6818636" y="3548317"/>
                  </a:lnTo>
                  <a:lnTo>
                    <a:pt x="6786527" y="3516305"/>
                  </a:lnTo>
                  <a:lnTo>
                    <a:pt x="6745999" y="3472229"/>
                  </a:lnTo>
                  <a:lnTo>
                    <a:pt x="6705859" y="3424650"/>
                  </a:lnTo>
                  <a:lnTo>
                    <a:pt x="6665830" y="3373499"/>
                  </a:lnTo>
                  <a:lnTo>
                    <a:pt x="6625700" y="3318774"/>
                  </a:lnTo>
                  <a:lnTo>
                    <a:pt x="6585315" y="3260550"/>
                  </a:lnTo>
                  <a:lnTo>
                    <a:pt x="6544576" y="3198984"/>
                  </a:lnTo>
                  <a:lnTo>
                    <a:pt x="6503429" y="3134322"/>
                  </a:lnTo>
                  <a:lnTo>
                    <a:pt x="6461865" y="3066893"/>
                  </a:lnTo>
                  <a:lnTo>
                    <a:pt x="6419911" y="2997111"/>
                  </a:lnTo>
                  <a:lnTo>
                    <a:pt x="6377630" y="2925466"/>
                  </a:lnTo>
                  <a:lnTo>
                    <a:pt x="6335108" y="2852506"/>
                  </a:lnTo>
                  <a:lnTo>
                    <a:pt x="6292452" y="2778826"/>
                  </a:lnTo>
                  <a:lnTo>
                    <a:pt x="6249777" y="2705048"/>
                  </a:lnTo>
                  <a:lnTo>
                    <a:pt x="6207201" y="2631793"/>
                  </a:lnTo>
                  <a:lnTo>
                    <a:pt x="6164833" y="2559668"/>
                  </a:lnTo>
                  <a:lnTo>
                    <a:pt x="6122767" y="2489239"/>
                  </a:lnTo>
                  <a:lnTo>
                    <a:pt x="6081075" y="2421015"/>
                  </a:lnTo>
                  <a:lnTo>
                    <a:pt x="6039794" y="2355435"/>
                  </a:lnTo>
                  <a:lnTo>
                    <a:pt x="5998929" y="2292857"/>
                  </a:lnTo>
                  <a:lnTo>
                    <a:pt x="5958441" y="2233552"/>
                  </a:lnTo>
                  <a:lnTo>
                    <a:pt x="5918244" y="2177704"/>
                  </a:lnTo>
                  <a:lnTo>
                    <a:pt x="5878203" y="2125416"/>
                  </a:lnTo>
                  <a:lnTo>
                    <a:pt x="5838125" y="2076708"/>
                  </a:lnTo>
                  <a:lnTo>
                    <a:pt x="5797754" y="2031532"/>
                  </a:lnTo>
                  <a:lnTo>
                    <a:pt x="5784835" y="2017922"/>
                  </a:lnTo>
                  <a:lnTo>
                    <a:pt x="5736180" y="1970441"/>
                  </a:lnTo>
                  <a:lnTo>
                    <a:pt x="5685891" y="1927699"/>
                  </a:lnTo>
                  <a:lnTo>
                    <a:pt x="5633195" y="1889455"/>
                  </a:lnTo>
                  <a:lnTo>
                    <a:pt x="5577227" y="1855302"/>
                  </a:lnTo>
                  <a:lnTo>
                    <a:pt x="5517108" y="1824781"/>
                  </a:lnTo>
                  <a:lnTo>
                    <a:pt x="5452009" y="1797447"/>
                  </a:lnTo>
                  <a:lnTo>
                    <a:pt x="5381256" y="1772909"/>
                  </a:lnTo>
                  <a:lnTo>
                    <a:pt x="5304441" y="1750846"/>
                  </a:lnTo>
                  <a:lnTo>
                    <a:pt x="5221596" y="1731024"/>
                  </a:lnTo>
                  <a:lnTo>
                    <a:pt x="5133377" y="1713296"/>
                  </a:lnTo>
                  <a:lnTo>
                    <a:pt x="5041269" y="1697597"/>
                  </a:lnTo>
                  <a:lnTo>
                    <a:pt x="4947715" y="1683929"/>
                  </a:lnTo>
                  <a:lnTo>
                    <a:pt x="4856109" y="1672337"/>
                  </a:lnTo>
                  <a:lnTo>
                    <a:pt x="4770532" y="1662864"/>
                  </a:lnTo>
                  <a:lnTo>
                    <a:pt x="4695205" y="1655506"/>
                  </a:lnTo>
                  <a:lnTo>
                    <a:pt x="4633718" y="1650164"/>
                  </a:lnTo>
                  <a:lnTo>
                    <a:pt x="4588237" y="1646629"/>
                  </a:lnTo>
                  <a:lnTo>
                    <a:pt x="4558935" y="1644581"/>
                  </a:lnTo>
                  <a:lnTo>
                    <a:pt x="4543816" y="1643627"/>
                  </a:lnTo>
                  <a:lnTo>
                    <a:pt x="4538897" y="1643345"/>
                  </a:lnTo>
                  <a:lnTo>
                    <a:pt x="4538543" y="1643326"/>
                  </a:lnTo>
                  <a:lnTo>
                    <a:pt x="4016409" y="1643326"/>
                  </a:lnTo>
                  <a:lnTo>
                    <a:pt x="4015183" y="1643278"/>
                  </a:lnTo>
                  <a:lnTo>
                    <a:pt x="4007158" y="1642930"/>
                  </a:lnTo>
                  <a:lnTo>
                    <a:pt x="3987072" y="1641968"/>
                  </a:lnTo>
                  <a:lnTo>
                    <a:pt x="3951527" y="1640080"/>
                  </a:lnTo>
                  <a:lnTo>
                    <a:pt x="3899293" y="1636984"/>
                  </a:lnTo>
                  <a:lnTo>
                    <a:pt x="3831375" y="1632471"/>
                  </a:lnTo>
                  <a:lnTo>
                    <a:pt x="3750663" y="1626416"/>
                  </a:lnTo>
                  <a:lnTo>
                    <a:pt x="3661217" y="1618775"/>
                  </a:lnTo>
                  <a:lnTo>
                    <a:pt x="3567410" y="1609566"/>
                  </a:lnTo>
                  <a:lnTo>
                    <a:pt x="3473197" y="1598825"/>
                  </a:lnTo>
                  <a:lnTo>
                    <a:pt x="3381666" y="1586575"/>
                  </a:lnTo>
                  <a:lnTo>
                    <a:pt x="3294891" y="1572798"/>
                  </a:lnTo>
                  <a:lnTo>
                    <a:pt x="3213993" y="1557417"/>
                  </a:lnTo>
                  <a:lnTo>
                    <a:pt x="3139326" y="1540292"/>
                  </a:lnTo>
                  <a:lnTo>
                    <a:pt x="3070687" y="1521215"/>
                  </a:lnTo>
                  <a:lnTo>
                    <a:pt x="3007506" y="1499917"/>
                  </a:lnTo>
                  <a:lnTo>
                    <a:pt x="2948999" y="1476083"/>
                  </a:lnTo>
                  <a:lnTo>
                    <a:pt x="2894274" y="1449366"/>
                  </a:lnTo>
                  <a:lnTo>
                    <a:pt x="2842425" y="1419432"/>
                  </a:lnTo>
                  <a:lnTo>
                    <a:pt x="2792600" y="1386029"/>
                  </a:lnTo>
                  <a:lnTo>
                    <a:pt x="2770117" y="1369438"/>
                  </a:lnTo>
                  <a:lnTo>
                    <a:pt x="2725487" y="1333786"/>
                  </a:lnTo>
                  <a:lnTo>
                    <a:pt x="2681291" y="1295016"/>
                  </a:lnTo>
                  <a:lnTo>
                    <a:pt x="2637172" y="1253071"/>
                  </a:lnTo>
                  <a:lnTo>
                    <a:pt x="2592868" y="1207966"/>
                  </a:lnTo>
                  <a:lnTo>
                    <a:pt x="2548200" y="1159805"/>
                  </a:lnTo>
                  <a:lnTo>
                    <a:pt x="2503062" y="1108780"/>
                  </a:lnTo>
                  <a:lnTo>
                    <a:pt x="2457416" y="1055177"/>
                  </a:lnTo>
                  <a:lnTo>
                    <a:pt x="2411285" y="999375"/>
                  </a:lnTo>
                  <a:lnTo>
                    <a:pt x="2364740" y="941833"/>
                  </a:lnTo>
                  <a:lnTo>
                    <a:pt x="2317894" y="883084"/>
                  </a:lnTo>
                  <a:lnTo>
                    <a:pt x="2270887" y="823706"/>
                  </a:lnTo>
                  <a:lnTo>
                    <a:pt x="2223874" y="764308"/>
                  </a:lnTo>
                  <a:lnTo>
                    <a:pt x="2177012" y="705496"/>
                  </a:lnTo>
                  <a:lnTo>
                    <a:pt x="2130443" y="647854"/>
                  </a:lnTo>
                  <a:lnTo>
                    <a:pt x="2084280" y="591917"/>
                  </a:lnTo>
                  <a:lnTo>
                    <a:pt x="2038600" y="538150"/>
                  </a:lnTo>
                  <a:lnTo>
                    <a:pt x="1993427" y="486937"/>
                  </a:lnTo>
                  <a:lnTo>
                    <a:pt x="1948729" y="438572"/>
                  </a:lnTo>
                  <a:lnTo>
                    <a:pt x="1904405" y="393253"/>
                  </a:lnTo>
                  <a:lnTo>
                    <a:pt x="1860281" y="351089"/>
                  </a:lnTo>
                  <a:lnTo>
                    <a:pt x="1816101" y="312102"/>
                  </a:lnTo>
                  <a:lnTo>
                    <a:pt x="1771514" y="276239"/>
                  </a:lnTo>
                  <a:lnTo>
                    <a:pt x="1768425" y="273887"/>
                  </a:lnTo>
                  <a:lnTo>
                    <a:pt x="1719283" y="238846"/>
                  </a:lnTo>
                  <a:lnTo>
                    <a:pt x="1668466" y="207337"/>
                  </a:lnTo>
                  <a:lnTo>
                    <a:pt x="1615177" y="179176"/>
                  </a:lnTo>
                  <a:lnTo>
                    <a:pt x="1558526" y="154056"/>
                  </a:lnTo>
                  <a:lnTo>
                    <a:pt x="1497605" y="131632"/>
                  </a:lnTo>
                  <a:lnTo>
                    <a:pt x="1431569" y="111568"/>
                  </a:lnTo>
                  <a:lnTo>
                    <a:pt x="1359731" y="93573"/>
                  </a:lnTo>
                  <a:lnTo>
                    <a:pt x="1281699" y="77410"/>
                  </a:lnTo>
                  <a:lnTo>
                    <a:pt x="1197544" y="62907"/>
                  </a:lnTo>
                  <a:lnTo>
                    <a:pt x="1108008" y="49959"/>
                  </a:lnTo>
                  <a:lnTo>
                    <a:pt x="1014709" y="38521"/>
                  </a:lnTo>
                  <a:lnTo>
                    <a:pt x="920268" y="28602"/>
                  </a:lnTo>
                  <a:lnTo>
                    <a:pt x="828280" y="20234"/>
                  </a:lnTo>
                  <a:lnTo>
                    <a:pt x="743001" y="13449"/>
                  </a:lnTo>
                  <a:lnTo>
                    <a:pt x="668738" y="8235"/>
                  </a:lnTo>
                  <a:lnTo>
                    <a:pt x="609024" y="4508"/>
                  </a:lnTo>
                  <a:lnTo>
                    <a:pt x="565803" y="2094"/>
                  </a:lnTo>
                  <a:lnTo>
                    <a:pt x="538890" y="743"/>
                  </a:lnTo>
                  <a:lnTo>
                    <a:pt x="525855" y="153"/>
                  </a:lnTo>
                  <a:lnTo>
                    <a:pt x="522257" y="4"/>
                  </a:lnTo>
                  <a:lnTo>
                    <a:pt x="522133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647" name="pg647"/>
            <p:cNvSpPr/>
            <p:nvPr/>
          </p:nvSpPr>
          <p:spPr>
            <a:xfrm>
              <a:off x="386606" y="496590"/>
              <a:ext cx="8554953" cy="4992099"/>
            </a:xfrm>
            <a:custGeom>
              <a:avLst/>
              <a:pathLst>
                <a:path w="8554953" h="4992099">
                  <a:moveTo>
                    <a:pt x="0" y="2535579"/>
                  </a:moveTo>
                  <a:lnTo>
                    <a:pt x="522133" y="2535579"/>
                  </a:lnTo>
                  <a:lnTo>
                    <a:pt x="523311" y="2535649"/>
                  </a:lnTo>
                  <a:lnTo>
                    <a:pt x="531023" y="2536148"/>
                  </a:lnTo>
                  <a:lnTo>
                    <a:pt x="550354" y="2537526"/>
                  </a:lnTo>
                  <a:lnTo>
                    <a:pt x="584631" y="2540234"/>
                  </a:lnTo>
                  <a:lnTo>
                    <a:pt x="635138" y="2544677"/>
                  </a:lnTo>
                  <a:lnTo>
                    <a:pt x="701038" y="2551164"/>
                  </a:lnTo>
                  <a:lnTo>
                    <a:pt x="779670" y="2559885"/>
                  </a:lnTo>
                  <a:lnTo>
                    <a:pt x="867206" y="2570909"/>
                  </a:lnTo>
                  <a:lnTo>
                    <a:pt x="959442" y="2584219"/>
                  </a:lnTo>
                  <a:lnTo>
                    <a:pt x="1052506" y="2599763"/>
                  </a:lnTo>
                  <a:lnTo>
                    <a:pt x="1143313" y="2617502"/>
                  </a:lnTo>
                  <a:lnTo>
                    <a:pt x="1229734" y="2637454"/>
                  </a:lnTo>
                  <a:lnTo>
                    <a:pt x="1310560" y="2659711"/>
                  </a:lnTo>
                  <a:lnTo>
                    <a:pt x="1385340" y="2684462"/>
                  </a:lnTo>
                  <a:lnTo>
                    <a:pt x="1454184" y="2711985"/>
                  </a:lnTo>
                  <a:lnTo>
                    <a:pt x="1517582" y="2742650"/>
                  </a:lnTo>
                  <a:lnTo>
                    <a:pt x="1576255" y="2776897"/>
                  </a:lnTo>
                  <a:lnTo>
                    <a:pt x="1631042" y="2815218"/>
                  </a:lnTo>
                  <a:lnTo>
                    <a:pt x="1682815" y="2858101"/>
                  </a:lnTo>
                  <a:lnTo>
                    <a:pt x="1732413" y="2905954"/>
                  </a:lnTo>
                  <a:lnTo>
                    <a:pt x="1768425" y="2944999"/>
                  </a:lnTo>
                  <a:lnTo>
                    <a:pt x="1807702" y="2991619"/>
                  </a:lnTo>
                  <a:lnTo>
                    <a:pt x="1846606" y="3041832"/>
                  </a:lnTo>
                  <a:lnTo>
                    <a:pt x="1885392" y="3095708"/>
                  </a:lnTo>
                  <a:lnTo>
                    <a:pt x="1924257" y="3153254"/>
                  </a:lnTo>
                  <a:lnTo>
                    <a:pt x="1963346" y="3214406"/>
                  </a:lnTo>
                  <a:lnTo>
                    <a:pt x="2002756" y="3279017"/>
                  </a:lnTo>
                  <a:lnTo>
                    <a:pt x="2042544" y="3346861"/>
                  </a:lnTo>
                  <a:lnTo>
                    <a:pt x="2082725" y="3417625"/>
                  </a:lnTo>
                  <a:lnTo>
                    <a:pt x="2123281" y="3490916"/>
                  </a:lnTo>
                  <a:lnTo>
                    <a:pt x="2164163" y="3566268"/>
                  </a:lnTo>
                  <a:lnTo>
                    <a:pt x="2205300" y="3643150"/>
                  </a:lnTo>
                  <a:lnTo>
                    <a:pt x="2246598" y="3720983"/>
                  </a:lnTo>
                  <a:lnTo>
                    <a:pt x="2287954" y="3799156"/>
                  </a:lnTo>
                  <a:lnTo>
                    <a:pt x="2329263" y="3877049"/>
                  </a:lnTo>
                  <a:lnTo>
                    <a:pt x="2370419" y="3954048"/>
                  </a:lnTo>
                  <a:lnTo>
                    <a:pt x="2411330" y="4029572"/>
                  </a:lnTo>
                  <a:lnTo>
                    <a:pt x="2451920" y="4103084"/>
                  </a:lnTo>
                  <a:lnTo>
                    <a:pt x="2492138" y="4174110"/>
                  </a:lnTo>
                  <a:lnTo>
                    <a:pt x="2531964" y="4242250"/>
                  </a:lnTo>
                  <a:lnTo>
                    <a:pt x="2571409" y="4307185"/>
                  </a:lnTo>
                  <a:lnTo>
                    <a:pt x="2610525" y="4368678"/>
                  </a:lnTo>
                  <a:lnTo>
                    <a:pt x="2649406" y="4426577"/>
                  </a:lnTo>
                  <a:lnTo>
                    <a:pt x="2688192" y="4480808"/>
                  </a:lnTo>
                  <a:lnTo>
                    <a:pt x="2727074" y="4531371"/>
                  </a:lnTo>
                  <a:lnTo>
                    <a:pt x="2766302" y="4578333"/>
                  </a:lnTo>
                  <a:lnTo>
                    <a:pt x="2770117" y="4582679"/>
                  </a:lnTo>
                  <a:lnTo>
                    <a:pt x="2818575" y="4634377"/>
                  </a:lnTo>
                  <a:lnTo>
                    <a:pt x="2868651" y="4680937"/>
                  </a:lnTo>
                  <a:lnTo>
                    <a:pt x="2921109" y="4722616"/>
                  </a:lnTo>
                  <a:lnTo>
                    <a:pt x="2976801" y="4759854"/>
                  </a:lnTo>
                  <a:lnTo>
                    <a:pt x="3036599" y="4793145"/>
                  </a:lnTo>
                  <a:lnTo>
                    <a:pt x="3101320" y="4822972"/>
                  </a:lnTo>
                  <a:lnTo>
                    <a:pt x="3171639" y="4849759"/>
                  </a:lnTo>
                  <a:lnTo>
                    <a:pt x="3247964" y="4873853"/>
                  </a:lnTo>
                  <a:lnTo>
                    <a:pt x="3330282" y="4895510"/>
                  </a:lnTo>
                  <a:lnTo>
                    <a:pt x="3417967" y="4914894"/>
                  </a:lnTo>
                  <a:lnTo>
                    <a:pt x="3509589" y="4932076"/>
                  </a:lnTo>
                  <a:lnTo>
                    <a:pt x="3602771" y="4947057"/>
                  </a:lnTo>
                  <a:lnTo>
                    <a:pt x="3694202" y="4959790"/>
                  </a:lnTo>
                  <a:lnTo>
                    <a:pt x="3779872" y="4970227"/>
                  </a:lnTo>
                  <a:lnTo>
                    <a:pt x="3855598" y="4978369"/>
                  </a:lnTo>
                  <a:lnTo>
                    <a:pt x="3917773" y="4984314"/>
                  </a:lnTo>
                  <a:lnTo>
                    <a:pt x="3964151" y="4988282"/>
                  </a:lnTo>
                  <a:lnTo>
                    <a:pt x="3994421" y="4990611"/>
                  </a:lnTo>
                  <a:lnTo>
                    <a:pt x="4010408" y="4991722"/>
                  </a:lnTo>
                  <a:lnTo>
                    <a:pt x="4015914" y="4992070"/>
                  </a:lnTo>
                  <a:lnTo>
                    <a:pt x="4016409" y="4992099"/>
                  </a:lnTo>
                  <a:lnTo>
                    <a:pt x="4538543" y="4992099"/>
                  </a:lnTo>
                  <a:lnTo>
                    <a:pt x="4539394" y="4991997"/>
                  </a:lnTo>
                  <a:lnTo>
                    <a:pt x="4545007" y="4991274"/>
                  </a:lnTo>
                  <a:lnTo>
                    <a:pt x="4559218" y="4989276"/>
                  </a:lnTo>
                  <a:lnTo>
                    <a:pt x="4584772" y="4985339"/>
                  </a:lnTo>
                  <a:lnTo>
                    <a:pt x="4623152" y="4978839"/>
                  </a:lnTo>
                  <a:lnTo>
                    <a:pt x="4674460" y="4969252"/>
                  </a:lnTo>
                  <a:lnTo>
                    <a:pt x="4737487" y="4956198"/>
                  </a:lnTo>
                  <a:lnTo>
                    <a:pt x="4809980" y="4939461"/>
                  </a:lnTo>
                  <a:lnTo>
                    <a:pt x="4889064" y="4918975"/>
                  </a:lnTo>
                  <a:lnTo>
                    <a:pt x="4971714" y="4894773"/>
                  </a:lnTo>
                  <a:lnTo>
                    <a:pt x="5055145" y="4866935"/>
                  </a:lnTo>
                  <a:lnTo>
                    <a:pt x="5137073" y="4835522"/>
                  </a:lnTo>
                  <a:lnTo>
                    <a:pt x="5215830" y="4800533"/>
                  </a:lnTo>
                  <a:lnTo>
                    <a:pt x="5290358" y="4761867"/>
                  </a:lnTo>
                  <a:lnTo>
                    <a:pt x="5360129" y="4719309"/>
                  </a:lnTo>
                  <a:lnTo>
                    <a:pt x="5425036" y="4672520"/>
                  </a:lnTo>
                  <a:lnTo>
                    <a:pt x="5485282" y="4621043"/>
                  </a:lnTo>
                  <a:lnTo>
                    <a:pt x="5541274" y="4564307"/>
                  </a:lnTo>
                  <a:lnTo>
                    <a:pt x="5593552" y="4501653"/>
                  </a:lnTo>
                  <a:lnTo>
                    <a:pt x="5642724" y="4432364"/>
                  </a:lnTo>
                  <a:lnTo>
                    <a:pt x="5689417" y="4355720"/>
                  </a:lnTo>
                  <a:lnTo>
                    <a:pt x="5734243" y="4271098"/>
                  </a:lnTo>
                  <a:lnTo>
                    <a:pt x="5777748" y="4178119"/>
                  </a:lnTo>
                  <a:lnTo>
                    <a:pt x="5784835" y="4161965"/>
                  </a:lnTo>
                  <a:lnTo>
                    <a:pt x="5814103" y="4092324"/>
                  </a:lnTo>
                  <a:lnTo>
                    <a:pt x="5843125" y="4018681"/>
                  </a:lnTo>
                  <a:lnTo>
                    <a:pt x="5872014" y="3940957"/>
                  </a:lnTo>
                  <a:lnTo>
                    <a:pt x="5900867" y="3859110"/>
                  </a:lnTo>
                  <a:lnTo>
                    <a:pt x="5929763" y="3773139"/>
                  </a:lnTo>
                  <a:lnTo>
                    <a:pt x="5958764" y="3683089"/>
                  </a:lnTo>
                  <a:lnTo>
                    <a:pt x="5987918" y="3589055"/>
                  </a:lnTo>
                  <a:lnTo>
                    <a:pt x="6017259" y="3491180"/>
                  </a:lnTo>
                  <a:lnTo>
                    <a:pt x="6046809" y="3389659"/>
                  </a:lnTo>
                  <a:lnTo>
                    <a:pt x="6076576" y="3284742"/>
                  </a:lnTo>
                  <a:lnTo>
                    <a:pt x="6106560" y="3176726"/>
                  </a:lnTo>
                  <a:lnTo>
                    <a:pt x="6136748" y="3065961"/>
                  </a:lnTo>
                  <a:lnTo>
                    <a:pt x="6167120" y="2952841"/>
                  </a:lnTo>
                  <a:lnTo>
                    <a:pt x="6197647" y="2837799"/>
                  </a:lnTo>
                  <a:lnTo>
                    <a:pt x="6228295" y="2721303"/>
                  </a:lnTo>
                  <a:lnTo>
                    <a:pt x="6259024" y="2603846"/>
                  </a:lnTo>
                  <a:lnTo>
                    <a:pt x="6289791" y="2485940"/>
                  </a:lnTo>
                  <a:lnTo>
                    <a:pt x="6320553" y="2368103"/>
                  </a:lnTo>
                  <a:lnTo>
                    <a:pt x="6351264" y="2250853"/>
                  </a:lnTo>
                  <a:lnTo>
                    <a:pt x="6381883" y="2134698"/>
                  </a:lnTo>
                  <a:lnTo>
                    <a:pt x="6412372" y="2020125"/>
                  </a:lnTo>
                  <a:lnTo>
                    <a:pt x="6442697" y="1907593"/>
                  </a:lnTo>
                  <a:lnTo>
                    <a:pt x="6472833" y="1797526"/>
                  </a:lnTo>
                  <a:lnTo>
                    <a:pt x="6502760" y="1690306"/>
                  </a:lnTo>
                  <a:lnTo>
                    <a:pt x="6532469" y="1586268"/>
                  </a:lnTo>
                  <a:lnTo>
                    <a:pt x="6561961" y="1485700"/>
                  </a:lnTo>
                  <a:lnTo>
                    <a:pt x="6591250" y="1388833"/>
                  </a:lnTo>
                  <a:lnTo>
                    <a:pt x="6620359" y="1295852"/>
                  </a:lnTo>
                  <a:lnTo>
                    <a:pt x="6649326" y="1206885"/>
                  </a:lnTo>
                  <a:lnTo>
                    <a:pt x="6678204" y="1122013"/>
                  </a:lnTo>
                  <a:lnTo>
                    <a:pt x="6707058" y="1041269"/>
                  </a:lnTo>
                  <a:lnTo>
                    <a:pt x="6735973" y="964641"/>
                  </a:lnTo>
                  <a:lnTo>
                    <a:pt x="6765048" y="892077"/>
                  </a:lnTo>
                  <a:lnTo>
                    <a:pt x="6786527" y="841428"/>
                  </a:lnTo>
                  <a:lnTo>
                    <a:pt x="6829860" y="747062"/>
                  </a:lnTo>
                  <a:lnTo>
                    <a:pt x="6874432" y="661078"/>
                  </a:lnTo>
                  <a:lnTo>
                    <a:pt x="6920777" y="583156"/>
                  </a:lnTo>
                  <a:lnTo>
                    <a:pt x="6969496" y="512700"/>
                  </a:lnTo>
                  <a:lnTo>
                    <a:pt x="7021218" y="449001"/>
                  </a:lnTo>
                  <a:lnTo>
                    <a:pt x="7076558" y="391336"/>
                  </a:lnTo>
                  <a:lnTo>
                    <a:pt x="7136068" y="339033"/>
                  </a:lnTo>
                  <a:lnTo>
                    <a:pt x="7200186" y="291505"/>
                  </a:lnTo>
                  <a:lnTo>
                    <a:pt x="7269152" y="248275"/>
                  </a:lnTo>
                  <a:lnTo>
                    <a:pt x="7342918" y="208985"/>
                  </a:lnTo>
                  <a:lnTo>
                    <a:pt x="7421034" y="173398"/>
                  </a:lnTo>
                  <a:lnTo>
                    <a:pt x="7502537" y="141398"/>
                  </a:lnTo>
                  <a:lnTo>
                    <a:pt x="7585861" y="112966"/>
                  </a:lnTo>
                  <a:lnTo>
                    <a:pt x="7668821" y="88159"/>
                  </a:lnTo>
                  <a:lnTo>
                    <a:pt x="7748700" y="67055"/>
                  </a:lnTo>
                  <a:lnTo>
                    <a:pt x="7822488" y="49700"/>
                  </a:lnTo>
                  <a:lnTo>
                    <a:pt x="7887256" y="36048"/>
                  </a:lnTo>
                  <a:lnTo>
                    <a:pt x="7940614" y="25911"/>
                  </a:lnTo>
                  <a:lnTo>
                    <a:pt x="7981158" y="18934"/>
                  </a:lnTo>
                  <a:lnTo>
                    <a:pt x="8008763" y="14616"/>
                  </a:lnTo>
                  <a:lnTo>
                    <a:pt x="8024689" y="12343"/>
                  </a:lnTo>
                  <a:lnTo>
                    <a:pt x="8031485" y="11455"/>
                  </a:lnTo>
                  <a:lnTo>
                    <a:pt x="8032819" y="11294"/>
                  </a:lnTo>
                  <a:lnTo>
                    <a:pt x="8554953" y="11294"/>
                  </a:lnTo>
                  <a:lnTo>
                    <a:pt x="8554953" y="0"/>
                  </a:lnTo>
                  <a:lnTo>
                    <a:pt x="8032819" y="0"/>
                  </a:lnTo>
                  <a:lnTo>
                    <a:pt x="8031968" y="101"/>
                  </a:lnTo>
                  <a:lnTo>
                    <a:pt x="8026355" y="824"/>
                  </a:lnTo>
                  <a:lnTo>
                    <a:pt x="8012144" y="2822"/>
                  </a:lnTo>
                  <a:lnTo>
                    <a:pt x="7986590" y="6759"/>
                  </a:lnTo>
                  <a:lnTo>
                    <a:pt x="7948210" y="13259"/>
                  </a:lnTo>
                  <a:lnTo>
                    <a:pt x="7896902" y="22846"/>
                  </a:lnTo>
                  <a:lnTo>
                    <a:pt x="7833875" y="35900"/>
                  </a:lnTo>
                  <a:lnTo>
                    <a:pt x="7761382" y="52637"/>
                  </a:lnTo>
                  <a:lnTo>
                    <a:pt x="7682298" y="73124"/>
                  </a:lnTo>
                  <a:lnTo>
                    <a:pt x="7599647" y="97325"/>
                  </a:lnTo>
                  <a:lnTo>
                    <a:pt x="7516217" y="125163"/>
                  </a:lnTo>
                  <a:lnTo>
                    <a:pt x="7434289" y="156576"/>
                  </a:lnTo>
                  <a:lnTo>
                    <a:pt x="7355532" y="191565"/>
                  </a:lnTo>
                  <a:lnTo>
                    <a:pt x="7281004" y="230231"/>
                  </a:lnTo>
                  <a:lnTo>
                    <a:pt x="7211233" y="272789"/>
                  </a:lnTo>
                  <a:lnTo>
                    <a:pt x="7146325" y="319578"/>
                  </a:lnTo>
                  <a:lnTo>
                    <a:pt x="7086080" y="371055"/>
                  </a:lnTo>
                  <a:lnTo>
                    <a:pt x="7030088" y="427791"/>
                  </a:lnTo>
                  <a:lnTo>
                    <a:pt x="6977810" y="490445"/>
                  </a:lnTo>
                  <a:lnTo>
                    <a:pt x="6928638" y="559735"/>
                  </a:lnTo>
                  <a:lnTo>
                    <a:pt x="6881945" y="636379"/>
                  </a:lnTo>
                  <a:lnTo>
                    <a:pt x="6837119" y="721000"/>
                  </a:lnTo>
                  <a:lnTo>
                    <a:pt x="6793614" y="813979"/>
                  </a:lnTo>
                  <a:lnTo>
                    <a:pt x="6786527" y="830134"/>
                  </a:lnTo>
                  <a:lnTo>
                    <a:pt x="6757259" y="899774"/>
                  </a:lnTo>
                  <a:lnTo>
                    <a:pt x="6728237" y="973417"/>
                  </a:lnTo>
                  <a:lnTo>
                    <a:pt x="6699348" y="1051141"/>
                  </a:lnTo>
                  <a:lnTo>
                    <a:pt x="6670495" y="1132989"/>
                  </a:lnTo>
                  <a:lnTo>
                    <a:pt x="6641599" y="1218960"/>
                  </a:lnTo>
                  <a:lnTo>
                    <a:pt x="6612598" y="1309009"/>
                  </a:lnTo>
                  <a:lnTo>
                    <a:pt x="6583444" y="1403043"/>
                  </a:lnTo>
                  <a:lnTo>
                    <a:pt x="6554103" y="1500918"/>
                  </a:lnTo>
                  <a:lnTo>
                    <a:pt x="6524553" y="1602439"/>
                  </a:lnTo>
                  <a:lnTo>
                    <a:pt x="6494786" y="1707357"/>
                  </a:lnTo>
                  <a:lnTo>
                    <a:pt x="6464802" y="1815372"/>
                  </a:lnTo>
                  <a:lnTo>
                    <a:pt x="6434614" y="1926137"/>
                  </a:lnTo>
                  <a:lnTo>
                    <a:pt x="6404242" y="2039257"/>
                  </a:lnTo>
                  <a:lnTo>
                    <a:pt x="6373715" y="2154299"/>
                  </a:lnTo>
                  <a:lnTo>
                    <a:pt x="6343067" y="2270795"/>
                  </a:lnTo>
                  <a:lnTo>
                    <a:pt x="6312338" y="2388252"/>
                  </a:lnTo>
                  <a:lnTo>
                    <a:pt x="6281571" y="2506158"/>
                  </a:lnTo>
                  <a:lnTo>
                    <a:pt x="6250809" y="2623995"/>
                  </a:lnTo>
                  <a:lnTo>
                    <a:pt x="6220098" y="2741245"/>
                  </a:lnTo>
                  <a:lnTo>
                    <a:pt x="6189479" y="2857400"/>
                  </a:lnTo>
                  <a:lnTo>
                    <a:pt x="6158990" y="2971973"/>
                  </a:lnTo>
                  <a:lnTo>
                    <a:pt x="6128664" y="3084505"/>
                  </a:lnTo>
                  <a:lnTo>
                    <a:pt x="6098529" y="3194572"/>
                  </a:lnTo>
                  <a:lnTo>
                    <a:pt x="6068602" y="3301792"/>
                  </a:lnTo>
                  <a:lnTo>
                    <a:pt x="6038893" y="3405830"/>
                  </a:lnTo>
                  <a:lnTo>
                    <a:pt x="6009401" y="3506399"/>
                  </a:lnTo>
                  <a:lnTo>
                    <a:pt x="5980112" y="3603265"/>
                  </a:lnTo>
                  <a:lnTo>
                    <a:pt x="5951003" y="3696246"/>
                  </a:lnTo>
                  <a:lnTo>
                    <a:pt x="5922036" y="3785213"/>
                  </a:lnTo>
                  <a:lnTo>
                    <a:pt x="5893158" y="3870085"/>
                  </a:lnTo>
                  <a:lnTo>
                    <a:pt x="5864304" y="3950829"/>
                  </a:lnTo>
                  <a:lnTo>
                    <a:pt x="5835389" y="4027457"/>
                  </a:lnTo>
                  <a:lnTo>
                    <a:pt x="5806314" y="4100022"/>
                  </a:lnTo>
                  <a:lnTo>
                    <a:pt x="5784835" y="4150670"/>
                  </a:lnTo>
                  <a:lnTo>
                    <a:pt x="5741502" y="4245036"/>
                  </a:lnTo>
                  <a:lnTo>
                    <a:pt x="5696930" y="4331020"/>
                  </a:lnTo>
                  <a:lnTo>
                    <a:pt x="5650585" y="4408943"/>
                  </a:lnTo>
                  <a:lnTo>
                    <a:pt x="5601866" y="4479398"/>
                  </a:lnTo>
                  <a:lnTo>
                    <a:pt x="5550144" y="4543097"/>
                  </a:lnTo>
                  <a:lnTo>
                    <a:pt x="5494804" y="4600762"/>
                  </a:lnTo>
                  <a:lnTo>
                    <a:pt x="5435294" y="4653066"/>
                  </a:lnTo>
                  <a:lnTo>
                    <a:pt x="5371176" y="4700593"/>
                  </a:lnTo>
                  <a:lnTo>
                    <a:pt x="5302210" y="4743823"/>
                  </a:lnTo>
                  <a:lnTo>
                    <a:pt x="5228444" y="4783114"/>
                  </a:lnTo>
                  <a:lnTo>
                    <a:pt x="5150328" y="4818700"/>
                  </a:lnTo>
                  <a:lnTo>
                    <a:pt x="5068825" y="4850701"/>
                  </a:lnTo>
                  <a:lnTo>
                    <a:pt x="4985501" y="4879132"/>
                  </a:lnTo>
                  <a:lnTo>
                    <a:pt x="4902541" y="4903939"/>
                  </a:lnTo>
                  <a:lnTo>
                    <a:pt x="4822661" y="4925044"/>
                  </a:lnTo>
                  <a:lnTo>
                    <a:pt x="4748873" y="4942398"/>
                  </a:lnTo>
                  <a:lnTo>
                    <a:pt x="4684106" y="4956050"/>
                  </a:lnTo>
                  <a:lnTo>
                    <a:pt x="4630748" y="4966187"/>
                  </a:lnTo>
                  <a:lnTo>
                    <a:pt x="4590204" y="4973164"/>
                  </a:lnTo>
                  <a:lnTo>
                    <a:pt x="4562598" y="4977483"/>
                  </a:lnTo>
                  <a:lnTo>
                    <a:pt x="4546673" y="4979756"/>
                  </a:lnTo>
                  <a:lnTo>
                    <a:pt x="4539877" y="4980643"/>
                  </a:lnTo>
                  <a:lnTo>
                    <a:pt x="4538543" y="4980804"/>
                  </a:lnTo>
                  <a:lnTo>
                    <a:pt x="4016409" y="4980804"/>
                  </a:lnTo>
                  <a:lnTo>
                    <a:pt x="4015232" y="4980735"/>
                  </a:lnTo>
                  <a:lnTo>
                    <a:pt x="4007519" y="4980236"/>
                  </a:lnTo>
                  <a:lnTo>
                    <a:pt x="3988188" y="4978858"/>
                  </a:lnTo>
                  <a:lnTo>
                    <a:pt x="3953912" y="4976150"/>
                  </a:lnTo>
                  <a:lnTo>
                    <a:pt x="3903404" y="4971707"/>
                  </a:lnTo>
                  <a:lnTo>
                    <a:pt x="3837505" y="4965219"/>
                  </a:lnTo>
                  <a:lnTo>
                    <a:pt x="3758872" y="4956499"/>
                  </a:lnTo>
                  <a:lnTo>
                    <a:pt x="3671336" y="4945475"/>
                  </a:lnTo>
                  <a:lnTo>
                    <a:pt x="3579101" y="4932165"/>
                  </a:lnTo>
                  <a:lnTo>
                    <a:pt x="3486036" y="4916621"/>
                  </a:lnTo>
                  <a:lnTo>
                    <a:pt x="3395229" y="4898881"/>
                  </a:lnTo>
                  <a:lnTo>
                    <a:pt x="3308808" y="4878930"/>
                  </a:lnTo>
                  <a:lnTo>
                    <a:pt x="3227982" y="4856673"/>
                  </a:lnTo>
                  <a:lnTo>
                    <a:pt x="3153202" y="4831922"/>
                  </a:lnTo>
                  <a:lnTo>
                    <a:pt x="3084358" y="4804398"/>
                  </a:lnTo>
                  <a:lnTo>
                    <a:pt x="3020960" y="4773734"/>
                  </a:lnTo>
                  <a:lnTo>
                    <a:pt x="2962287" y="4739486"/>
                  </a:lnTo>
                  <a:lnTo>
                    <a:pt x="2907501" y="4701166"/>
                  </a:lnTo>
                  <a:lnTo>
                    <a:pt x="2855727" y="4658282"/>
                  </a:lnTo>
                  <a:lnTo>
                    <a:pt x="2806129" y="4610430"/>
                  </a:lnTo>
                  <a:lnTo>
                    <a:pt x="2770117" y="4571385"/>
                  </a:lnTo>
                  <a:lnTo>
                    <a:pt x="2730840" y="4524764"/>
                  </a:lnTo>
                  <a:lnTo>
                    <a:pt x="2691936" y="4474552"/>
                  </a:lnTo>
                  <a:lnTo>
                    <a:pt x="2653150" y="4420676"/>
                  </a:lnTo>
                  <a:lnTo>
                    <a:pt x="2614285" y="4363129"/>
                  </a:lnTo>
                  <a:lnTo>
                    <a:pt x="2575197" y="4301978"/>
                  </a:lnTo>
                  <a:lnTo>
                    <a:pt x="2535786" y="4237366"/>
                  </a:lnTo>
                  <a:lnTo>
                    <a:pt x="2495999" y="4169523"/>
                  </a:lnTo>
                  <a:lnTo>
                    <a:pt x="2455818" y="4098759"/>
                  </a:lnTo>
                  <a:lnTo>
                    <a:pt x="2415261" y="4025467"/>
                  </a:lnTo>
                  <a:lnTo>
                    <a:pt x="2374379" y="3950115"/>
                  </a:lnTo>
                  <a:lnTo>
                    <a:pt x="2333243" y="3873233"/>
                  </a:lnTo>
                  <a:lnTo>
                    <a:pt x="2291945" y="3795401"/>
                  </a:lnTo>
                  <a:lnTo>
                    <a:pt x="2250588" y="3717227"/>
                  </a:lnTo>
                  <a:lnTo>
                    <a:pt x="2209279" y="3639335"/>
                  </a:lnTo>
                  <a:lnTo>
                    <a:pt x="2168123" y="3562335"/>
                  </a:lnTo>
                  <a:lnTo>
                    <a:pt x="2127213" y="3486812"/>
                  </a:lnTo>
                  <a:lnTo>
                    <a:pt x="2086622" y="3413300"/>
                  </a:lnTo>
                  <a:lnTo>
                    <a:pt x="2046404" y="3342274"/>
                  </a:lnTo>
                  <a:lnTo>
                    <a:pt x="2006579" y="3274133"/>
                  </a:lnTo>
                  <a:lnTo>
                    <a:pt x="1967134" y="3209199"/>
                  </a:lnTo>
                  <a:lnTo>
                    <a:pt x="1928017" y="3147706"/>
                  </a:lnTo>
                  <a:lnTo>
                    <a:pt x="1889136" y="3089807"/>
                  </a:lnTo>
                  <a:lnTo>
                    <a:pt x="1850350" y="3035576"/>
                  </a:lnTo>
                  <a:lnTo>
                    <a:pt x="1811468" y="2985012"/>
                  </a:lnTo>
                  <a:lnTo>
                    <a:pt x="1772240" y="2938050"/>
                  </a:lnTo>
                  <a:lnTo>
                    <a:pt x="1768425" y="2933705"/>
                  </a:lnTo>
                  <a:lnTo>
                    <a:pt x="1719967" y="2882007"/>
                  </a:lnTo>
                  <a:lnTo>
                    <a:pt x="1669891" y="2835447"/>
                  </a:lnTo>
                  <a:lnTo>
                    <a:pt x="1617433" y="2793767"/>
                  </a:lnTo>
                  <a:lnTo>
                    <a:pt x="1561741" y="2756530"/>
                  </a:lnTo>
                  <a:lnTo>
                    <a:pt x="1501943" y="2723238"/>
                  </a:lnTo>
                  <a:lnTo>
                    <a:pt x="1437222" y="2693412"/>
                  </a:lnTo>
                  <a:lnTo>
                    <a:pt x="1366903" y="2666625"/>
                  </a:lnTo>
                  <a:lnTo>
                    <a:pt x="1290578" y="2642531"/>
                  </a:lnTo>
                  <a:lnTo>
                    <a:pt x="1208260" y="2620873"/>
                  </a:lnTo>
                  <a:lnTo>
                    <a:pt x="1120575" y="2601490"/>
                  </a:lnTo>
                  <a:lnTo>
                    <a:pt x="1028954" y="2584307"/>
                  </a:lnTo>
                  <a:lnTo>
                    <a:pt x="935771" y="2569326"/>
                  </a:lnTo>
                  <a:lnTo>
                    <a:pt x="844340" y="2556593"/>
                  </a:lnTo>
                  <a:lnTo>
                    <a:pt x="758671" y="2546156"/>
                  </a:lnTo>
                  <a:lnTo>
                    <a:pt x="682945" y="2538014"/>
                  </a:lnTo>
                  <a:lnTo>
                    <a:pt x="620769" y="2532069"/>
                  </a:lnTo>
                  <a:lnTo>
                    <a:pt x="574391" y="2528101"/>
                  </a:lnTo>
                  <a:lnTo>
                    <a:pt x="544121" y="2525772"/>
                  </a:lnTo>
                  <a:lnTo>
                    <a:pt x="528134" y="2524661"/>
                  </a:lnTo>
                  <a:lnTo>
                    <a:pt x="522629" y="2524314"/>
                  </a:lnTo>
                  <a:lnTo>
                    <a:pt x="522133" y="2524285"/>
                  </a:lnTo>
                  <a:lnTo>
                    <a:pt x="0" y="2524285"/>
                  </a:lnTo>
                  <a:close/>
                </a:path>
              </a:pathLst>
            </a:custGeom>
            <a:solidFill>
              <a:srgbClr val="8FA8D6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648" name="pl648"/>
            <p:cNvSpPr/>
            <p:nvPr/>
          </p:nvSpPr>
          <p:spPr>
            <a:xfrm>
              <a:off x="386606" y="507884"/>
              <a:ext cx="8554953" cy="4980804"/>
            </a:xfrm>
            <a:custGeom>
              <a:avLst/>
              <a:pathLst>
                <a:path w="8554953" h="4980804">
                  <a:moveTo>
                    <a:pt x="0" y="2524285"/>
                  </a:moveTo>
                  <a:lnTo>
                    <a:pt x="522133" y="2524285"/>
                  </a:lnTo>
                  <a:lnTo>
                    <a:pt x="523311" y="2524355"/>
                  </a:lnTo>
                  <a:lnTo>
                    <a:pt x="531023" y="2524853"/>
                  </a:lnTo>
                  <a:lnTo>
                    <a:pt x="550354" y="2526231"/>
                  </a:lnTo>
                  <a:lnTo>
                    <a:pt x="584631" y="2528940"/>
                  </a:lnTo>
                  <a:lnTo>
                    <a:pt x="635138" y="2533383"/>
                  </a:lnTo>
                  <a:lnTo>
                    <a:pt x="701038" y="2539870"/>
                  </a:lnTo>
                  <a:lnTo>
                    <a:pt x="779670" y="2548591"/>
                  </a:lnTo>
                  <a:lnTo>
                    <a:pt x="867206" y="2559614"/>
                  </a:lnTo>
                  <a:lnTo>
                    <a:pt x="959442" y="2572924"/>
                  </a:lnTo>
                  <a:lnTo>
                    <a:pt x="1052506" y="2588468"/>
                  </a:lnTo>
                  <a:lnTo>
                    <a:pt x="1143313" y="2606208"/>
                  </a:lnTo>
                  <a:lnTo>
                    <a:pt x="1229734" y="2626159"/>
                  </a:lnTo>
                  <a:lnTo>
                    <a:pt x="1310560" y="2648417"/>
                  </a:lnTo>
                  <a:lnTo>
                    <a:pt x="1385340" y="2673167"/>
                  </a:lnTo>
                  <a:lnTo>
                    <a:pt x="1454184" y="2700691"/>
                  </a:lnTo>
                  <a:lnTo>
                    <a:pt x="1517582" y="2731355"/>
                  </a:lnTo>
                  <a:lnTo>
                    <a:pt x="1576255" y="2765603"/>
                  </a:lnTo>
                  <a:lnTo>
                    <a:pt x="1631042" y="2803924"/>
                  </a:lnTo>
                  <a:lnTo>
                    <a:pt x="1682815" y="2846807"/>
                  </a:lnTo>
                  <a:lnTo>
                    <a:pt x="1732413" y="2894660"/>
                  </a:lnTo>
                  <a:lnTo>
                    <a:pt x="1768425" y="2933705"/>
                  </a:lnTo>
                  <a:lnTo>
                    <a:pt x="1807702" y="2980325"/>
                  </a:lnTo>
                  <a:lnTo>
                    <a:pt x="1846606" y="3030537"/>
                  </a:lnTo>
                  <a:lnTo>
                    <a:pt x="1885392" y="3084413"/>
                  </a:lnTo>
                  <a:lnTo>
                    <a:pt x="1924257" y="3141960"/>
                  </a:lnTo>
                  <a:lnTo>
                    <a:pt x="1963346" y="3203111"/>
                  </a:lnTo>
                  <a:lnTo>
                    <a:pt x="2002756" y="3267723"/>
                  </a:lnTo>
                  <a:lnTo>
                    <a:pt x="2042544" y="3335567"/>
                  </a:lnTo>
                  <a:lnTo>
                    <a:pt x="2082725" y="3406331"/>
                  </a:lnTo>
                  <a:lnTo>
                    <a:pt x="2123281" y="3479622"/>
                  </a:lnTo>
                  <a:lnTo>
                    <a:pt x="2164163" y="3554974"/>
                  </a:lnTo>
                  <a:lnTo>
                    <a:pt x="2205300" y="3631856"/>
                  </a:lnTo>
                  <a:lnTo>
                    <a:pt x="2246598" y="3709689"/>
                  </a:lnTo>
                  <a:lnTo>
                    <a:pt x="2287954" y="3787862"/>
                  </a:lnTo>
                  <a:lnTo>
                    <a:pt x="2329263" y="3865754"/>
                  </a:lnTo>
                  <a:lnTo>
                    <a:pt x="2370419" y="3942754"/>
                  </a:lnTo>
                  <a:lnTo>
                    <a:pt x="2411330" y="4018278"/>
                  </a:lnTo>
                  <a:lnTo>
                    <a:pt x="2451920" y="4091789"/>
                  </a:lnTo>
                  <a:lnTo>
                    <a:pt x="2492138" y="4162816"/>
                  </a:lnTo>
                  <a:lnTo>
                    <a:pt x="2531964" y="4230956"/>
                  </a:lnTo>
                  <a:lnTo>
                    <a:pt x="2571409" y="4295891"/>
                  </a:lnTo>
                  <a:lnTo>
                    <a:pt x="2610525" y="4357384"/>
                  </a:lnTo>
                  <a:lnTo>
                    <a:pt x="2649406" y="4415282"/>
                  </a:lnTo>
                  <a:lnTo>
                    <a:pt x="2688192" y="4469513"/>
                  </a:lnTo>
                  <a:lnTo>
                    <a:pt x="2727074" y="4520077"/>
                  </a:lnTo>
                  <a:lnTo>
                    <a:pt x="2766302" y="4567039"/>
                  </a:lnTo>
                  <a:lnTo>
                    <a:pt x="2770117" y="4571385"/>
                  </a:lnTo>
                  <a:lnTo>
                    <a:pt x="2818575" y="4623082"/>
                  </a:lnTo>
                  <a:lnTo>
                    <a:pt x="2868651" y="4669642"/>
                  </a:lnTo>
                  <a:lnTo>
                    <a:pt x="2921109" y="4711322"/>
                  </a:lnTo>
                  <a:lnTo>
                    <a:pt x="2976801" y="4748560"/>
                  </a:lnTo>
                  <a:lnTo>
                    <a:pt x="3036599" y="4781851"/>
                  </a:lnTo>
                  <a:lnTo>
                    <a:pt x="3101320" y="4811678"/>
                  </a:lnTo>
                  <a:lnTo>
                    <a:pt x="3171639" y="4838465"/>
                  </a:lnTo>
                  <a:lnTo>
                    <a:pt x="3247964" y="4862559"/>
                  </a:lnTo>
                  <a:lnTo>
                    <a:pt x="3330282" y="4884216"/>
                  </a:lnTo>
                  <a:lnTo>
                    <a:pt x="3417967" y="4903599"/>
                  </a:lnTo>
                  <a:lnTo>
                    <a:pt x="3509589" y="4920782"/>
                  </a:lnTo>
                  <a:lnTo>
                    <a:pt x="3602771" y="4935763"/>
                  </a:lnTo>
                  <a:lnTo>
                    <a:pt x="3694202" y="4948496"/>
                  </a:lnTo>
                  <a:lnTo>
                    <a:pt x="3779872" y="4958933"/>
                  </a:lnTo>
                  <a:lnTo>
                    <a:pt x="3855598" y="4967075"/>
                  </a:lnTo>
                  <a:lnTo>
                    <a:pt x="3917773" y="4973020"/>
                  </a:lnTo>
                  <a:lnTo>
                    <a:pt x="3964151" y="4976988"/>
                  </a:lnTo>
                  <a:lnTo>
                    <a:pt x="3994421" y="4979317"/>
                  </a:lnTo>
                  <a:lnTo>
                    <a:pt x="4010408" y="4980428"/>
                  </a:lnTo>
                  <a:lnTo>
                    <a:pt x="4015914" y="4980776"/>
                  </a:lnTo>
                  <a:lnTo>
                    <a:pt x="4016409" y="4980804"/>
                  </a:lnTo>
                  <a:lnTo>
                    <a:pt x="4538543" y="4980804"/>
                  </a:lnTo>
                  <a:lnTo>
                    <a:pt x="4539394" y="4980703"/>
                  </a:lnTo>
                  <a:lnTo>
                    <a:pt x="4545007" y="4979980"/>
                  </a:lnTo>
                  <a:lnTo>
                    <a:pt x="4559218" y="4977981"/>
                  </a:lnTo>
                  <a:lnTo>
                    <a:pt x="4584772" y="4974045"/>
                  </a:lnTo>
                  <a:lnTo>
                    <a:pt x="4623152" y="4967545"/>
                  </a:lnTo>
                  <a:lnTo>
                    <a:pt x="4674460" y="4957958"/>
                  </a:lnTo>
                  <a:lnTo>
                    <a:pt x="4737487" y="4944904"/>
                  </a:lnTo>
                  <a:lnTo>
                    <a:pt x="4809980" y="4928167"/>
                  </a:lnTo>
                  <a:lnTo>
                    <a:pt x="4889064" y="4907680"/>
                  </a:lnTo>
                  <a:lnTo>
                    <a:pt x="4971714" y="4883479"/>
                  </a:lnTo>
                  <a:lnTo>
                    <a:pt x="5055145" y="4855641"/>
                  </a:lnTo>
                  <a:lnTo>
                    <a:pt x="5137073" y="4824228"/>
                  </a:lnTo>
                  <a:lnTo>
                    <a:pt x="5215830" y="4789239"/>
                  </a:lnTo>
                  <a:lnTo>
                    <a:pt x="5290358" y="4750573"/>
                  </a:lnTo>
                  <a:lnTo>
                    <a:pt x="5360129" y="4708015"/>
                  </a:lnTo>
                  <a:lnTo>
                    <a:pt x="5425036" y="4661226"/>
                  </a:lnTo>
                  <a:lnTo>
                    <a:pt x="5485282" y="4609748"/>
                  </a:lnTo>
                  <a:lnTo>
                    <a:pt x="5541274" y="4553013"/>
                  </a:lnTo>
                  <a:lnTo>
                    <a:pt x="5593552" y="4490359"/>
                  </a:lnTo>
                  <a:lnTo>
                    <a:pt x="5642724" y="4421069"/>
                  </a:lnTo>
                  <a:lnTo>
                    <a:pt x="5689417" y="4344425"/>
                  </a:lnTo>
                  <a:lnTo>
                    <a:pt x="5734243" y="4259804"/>
                  </a:lnTo>
                  <a:lnTo>
                    <a:pt x="5777748" y="4166825"/>
                  </a:lnTo>
                  <a:lnTo>
                    <a:pt x="5784835" y="4150670"/>
                  </a:lnTo>
                  <a:lnTo>
                    <a:pt x="5814103" y="4081030"/>
                  </a:lnTo>
                  <a:lnTo>
                    <a:pt x="5843125" y="4007387"/>
                  </a:lnTo>
                  <a:lnTo>
                    <a:pt x="5872014" y="3929663"/>
                  </a:lnTo>
                  <a:lnTo>
                    <a:pt x="5900867" y="3847815"/>
                  </a:lnTo>
                  <a:lnTo>
                    <a:pt x="5929763" y="3761844"/>
                  </a:lnTo>
                  <a:lnTo>
                    <a:pt x="5958764" y="3671795"/>
                  </a:lnTo>
                  <a:lnTo>
                    <a:pt x="5987918" y="3577761"/>
                  </a:lnTo>
                  <a:lnTo>
                    <a:pt x="6017259" y="3479886"/>
                  </a:lnTo>
                  <a:lnTo>
                    <a:pt x="6046809" y="3378365"/>
                  </a:lnTo>
                  <a:lnTo>
                    <a:pt x="6076576" y="3273447"/>
                  </a:lnTo>
                  <a:lnTo>
                    <a:pt x="6106560" y="3165432"/>
                  </a:lnTo>
                  <a:lnTo>
                    <a:pt x="6136748" y="3054667"/>
                  </a:lnTo>
                  <a:lnTo>
                    <a:pt x="6167120" y="2941547"/>
                  </a:lnTo>
                  <a:lnTo>
                    <a:pt x="6197647" y="2826505"/>
                  </a:lnTo>
                  <a:lnTo>
                    <a:pt x="6228295" y="2710009"/>
                  </a:lnTo>
                  <a:lnTo>
                    <a:pt x="6259024" y="2592552"/>
                  </a:lnTo>
                  <a:lnTo>
                    <a:pt x="6289791" y="2474645"/>
                  </a:lnTo>
                  <a:lnTo>
                    <a:pt x="6320553" y="2356809"/>
                  </a:lnTo>
                  <a:lnTo>
                    <a:pt x="6351264" y="2239559"/>
                  </a:lnTo>
                  <a:lnTo>
                    <a:pt x="6381883" y="2123404"/>
                  </a:lnTo>
                  <a:lnTo>
                    <a:pt x="6412372" y="2008831"/>
                  </a:lnTo>
                  <a:lnTo>
                    <a:pt x="6442697" y="1896299"/>
                  </a:lnTo>
                  <a:lnTo>
                    <a:pt x="6472833" y="1786232"/>
                  </a:lnTo>
                  <a:lnTo>
                    <a:pt x="6502760" y="1679012"/>
                  </a:lnTo>
                  <a:lnTo>
                    <a:pt x="6532469" y="1574974"/>
                  </a:lnTo>
                  <a:lnTo>
                    <a:pt x="6561961" y="1474405"/>
                  </a:lnTo>
                  <a:lnTo>
                    <a:pt x="6591250" y="1377539"/>
                  </a:lnTo>
                  <a:lnTo>
                    <a:pt x="6620359" y="1284558"/>
                  </a:lnTo>
                  <a:lnTo>
                    <a:pt x="6649326" y="1195591"/>
                  </a:lnTo>
                  <a:lnTo>
                    <a:pt x="6678204" y="1110719"/>
                  </a:lnTo>
                  <a:lnTo>
                    <a:pt x="6707058" y="1029975"/>
                  </a:lnTo>
                  <a:lnTo>
                    <a:pt x="6735973" y="953347"/>
                  </a:lnTo>
                  <a:lnTo>
                    <a:pt x="6765048" y="880782"/>
                  </a:lnTo>
                  <a:lnTo>
                    <a:pt x="6786527" y="830134"/>
                  </a:lnTo>
                  <a:lnTo>
                    <a:pt x="6829860" y="735768"/>
                  </a:lnTo>
                  <a:lnTo>
                    <a:pt x="6874432" y="649783"/>
                  </a:lnTo>
                  <a:lnTo>
                    <a:pt x="6920777" y="571861"/>
                  </a:lnTo>
                  <a:lnTo>
                    <a:pt x="6969496" y="501406"/>
                  </a:lnTo>
                  <a:lnTo>
                    <a:pt x="7021218" y="437707"/>
                  </a:lnTo>
                  <a:lnTo>
                    <a:pt x="7076558" y="380042"/>
                  </a:lnTo>
                  <a:lnTo>
                    <a:pt x="7136068" y="327738"/>
                  </a:lnTo>
                  <a:lnTo>
                    <a:pt x="7200186" y="280211"/>
                  </a:lnTo>
                  <a:lnTo>
                    <a:pt x="7269152" y="236981"/>
                  </a:lnTo>
                  <a:lnTo>
                    <a:pt x="7342918" y="197690"/>
                  </a:lnTo>
                  <a:lnTo>
                    <a:pt x="7421034" y="162104"/>
                  </a:lnTo>
                  <a:lnTo>
                    <a:pt x="7502537" y="130103"/>
                  </a:lnTo>
                  <a:lnTo>
                    <a:pt x="7585861" y="101672"/>
                  </a:lnTo>
                  <a:lnTo>
                    <a:pt x="7668821" y="76865"/>
                  </a:lnTo>
                  <a:lnTo>
                    <a:pt x="7748700" y="55760"/>
                  </a:lnTo>
                  <a:lnTo>
                    <a:pt x="7822488" y="38406"/>
                  </a:lnTo>
                  <a:lnTo>
                    <a:pt x="7887256" y="24754"/>
                  </a:lnTo>
                  <a:lnTo>
                    <a:pt x="7940614" y="14617"/>
                  </a:lnTo>
                  <a:lnTo>
                    <a:pt x="7981158" y="7640"/>
                  </a:lnTo>
                  <a:lnTo>
                    <a:pt x="8008763" y="3321"/>
                  </a:lnTo>
                  <a:lnTo>
                    <a:pt x="8024689" y="1048"/>
                  </a:lnTo>
                  <a:lnTo>
                    <a:pt x="8031485" y="160"/>
                  </a:lnTo>
                  <a:lnTo>
                    <a:pt x="8032815" y="0"/>
                  </a:lnTo>
                  <a:lnTo>
                    <a:pt x="8032819" y="0"/>
                  </a:lnTo>
                  <a:lnTo>
                    <a:pt x="8554953" y="0"/>
                  </a:lnTo>
                  <a:lnTo>
                    <a:pt x="8554953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649" name="pl649"/>
            <p:cNvSpPr/>
            <p:nvPr/>
          </p:nvSpPr>
          <p:spPr>
            <a:xfrm>
              <a:off x="386606" y="496590"/>
              <a:ext cx="8554953" cy="4980804"/>
            </a:xfrm>
            <a:custGeom>
              <a:avLst/>
              <a:pathLst>
                <a:path w="8554953" h="4980804">
                  <a:moveTo>
                    <a:pt x="8554953" y="0"/>
                  </a:moveTo>
                  <a:lnTo>
                    <a:pt x="8032819" y="0"/>
                  </a:lnTo>
                  <a:lnTo>
                    <a:pt x="8031968" y="101"/>
                  </a:lnTo>
                  <a:lnTo>
                    <a:pt x="8026355" y="824"/>
                  </a:lnTo>
                  <a:lnTo>
                    <a:pt x="8012144" y="2822"/>
                  </a:lnTo>
                  <a:lnTo>
                    <a:pt x="7986590" y="6759"/>
                  </a:lnTo>
                  <a:lnTo>
                    <a:pt x="7948210" y="13259"/>
                  </a:lnTo>
                  <a:lnTo>
                    <a:pt x="7896902" y="22846"/>
                  </a:lnTo>
                  <a:lnTo>
                    <a:pt x="7833875" y="35900"/>
                  </a:lnTo>
                  <a:lnTo>
                    <a:pt x="7761382" y="52637"/>
                  </a:lnTo>
                  <a:lnTo>
                    <a:pt x="7682298" y="73124"/>
                  </a:lnTo>
                  <a:lnTo>
                    <a:pt x="7599647" y="97325"/>
                  </a:lnTo>
                  <a:lnTo>
                    <a:pt x="7516217" y="125163"/>
                  </a:lnTo>
                  <a:lnTo>
                    <a:pt x="7434289" y="156576"/>
                  </a:lnTo>
                  <a:lnTo>
                    <a:pt x="7355532" y="191565"/>
                  </a:lnTo>
                  <a:lnTo>
                    <a:pt x="7281004" y="230231"/>
                  </a:lnTo>
                  <a:lnTo>
                    <a:pt x="7211233" y="272789"/>
                  </a:lnTo>
                  <a:lnTo>
                    <a:pt x="7146325" y="319578"/>
                  </a:lnTo>
                  <a:lnTo>
                    <a:pt x="7086080" y="371055"/>
                  </a:lnTo>
                  <a:lnTo>
                    <a:pt x="7030088" y="427791"/>
                  </a:lnTo>
                  <a:lnTo>
                    <a:pt x="6977810" y="490445"/>
                  </a:lnTo>
                  <a:lnTo>
                    <a:pt x="6928638" y="559735"/>
                  </a:lnTo>
                  <a:lnTo>
                    <a:pt x="6881945" y="636379"/>
                  </a:lnTo>
                  <a:lnTo>
                    <a:pt x="6837119" y="721000"/>
                  </a:lnTo>
                  <a:lnTo>
                    <a:pt x="6793614" y="813979"/>
                  </a:lnTo>
                  <a:lnTo>
                    <a:pt x="6786527" y="830134"/>
                  </a:lnTo>
                  <a:lnTo>
                    <a:pt x="6757259" y="899774"/>
                  </a:lnTo>
                  <a:lnTo>
                    <a:pt x="6728237" y="973417"/>
                  </a:lnTo>
                  <a:lnTo>
                    <a:pt x="6699348" y="1051141"/>
                  </a:lnTo>
                  <a:lnTo>
                    <a:pt x="6670495" y="1132989"/>
                  </a:lnTo>
                  <a:lnTo>
                    <a:pt x="6641599" y="1218960"/>
                  </a:lnTo>
                  <a:lnTo>
                    <a:pt x="6612598" y="1309009"/>
                  </a:lnTo>
                  <a:lnTo>
                    <a:pt x="6583444" y="1403043"/>
                  </a:lnTo>
                  <a:lnTo>
                    <a:pt x="6554103" y="1500918"/>
                  </a:lnTo>
                  <a:lnTo>
                    <a:pt x="6524553" y="1602439"/>
                  </a:lnTo>
                  <a:lnTo>
                    <a:pt x="6494786" y="1707357"/>
                  </a:lnTo>
                  <a:lnTo>
                    <a:pt x="6464802" y="1815372"/>
                  </a:lnTo>
                  <a:lnTo>
                    <a:pt x="6434614" y="1926137"/>
                  </a:lnTo>
                  <a:lnTo>
                    <a:pt x="6404242" y="2039257"/>
                  </a:lnTo>
                  <a:lnTo>
                    <a:pt x="6373715" y="2154299"/>
                  </a:lnTo>
                  <a:lnTo>
                    <a:pt x="6343067" y="2270795"/>
                  </a:lnTo>
                  <a:lnTo>
                    <a:pt x="6312338" y="2388252"/>
                  </a:lnTo>
                  <a:lnTo>
                    <a:pt x="6281571" y="2506158"/>
                  </a:lnTo>
                  <a:lnTo>
                    <a:pt x="6250809" y="2623995"/>
                  </a:lnTo>
                  <a:lnTo>
                    <a:pt x="6220098" y="2741245"/>
                  </a:lnTo>
                  <a:lnTo>
                    <a:pt x="6189479" y="2857400"/>
                  </a:lnTo>
                  <a:lnTo>
                    <a:pt x="6158990" y="2971973"/>
                  </a:lnTo>
                  <a:lnTo>
                    <a:pt x="6128664" y="3084505"/>
                  </a:lnTo>
                  <a:lnTo>
                    <a:pt x="6098529" y="3194572"/>
                  </a:lnTo>
                  <a:lnTo>
                    <a:pt x="6068602" y="3301792"/>
                  </a:lnTo>
                  <a:lnTo>
                    <a:pt x="6038893" y="3405830"/>
                  </a:lnTo>
                  <a:lnTo>
                    <a:pt x="6009401" y="3506399"/>
                  </a:lnTo>
                  <a:lnTo>
                    <a:pt x="5980112" y="3603265"/>
                  </a:lnTo>
                  <a:lnTo>
                    <a:pt x="5951003" y="3696246"/>
                  </a:lnTo>
                  <a:lnTo>
                    <a:pt x="5922036" y="3785213"/>
                  </a:lnTo>
                  <a:lnTo>
                    <a:pt x="5893158" y="3870085"/>
                  </a:lnTo>
                  <a:lnTo>
                    <a:pt x="5864304" y="3950829"/>
                  </a:lnTo>
                  <a:lnTo>
                    <a:pt x="5835389" y="4027457"/>
                  </a:lnTo>
                  <a:lnTo>
                    <a:pt x="5806314" y="4100022"/>
                  </a:lnTo>
                  <a:lnTo>
                    <a:pt x="5784835" y="4150670"/>
                  </a:lnTo>
                  <a:lnTo>
                    <a:pt x="5741502" y="4245036"/>
                  </a:lnTo>
                  <a:lnTo>
                    <a:pt x="5696930" y="4331020"/>
                  </a:lnTo>
                  <a:lnTo>
                    <a:pt x="5650585" y="4408943"/>
                  </a:lnTo>
                  <a:lnTo>
                    <a:pt x="5601866" y="4479398"/>
                  </a:lnTo>
                  <a:lnTo>
                    <a:pt x="5550144" y="4543097"/>
                  </a:lnTo>
                  <a:lnTo>
                    <a:pt x="5494804" y="4600762"/>
                  </a:lnTo>
                  <a:lnTo>
                    <a:pt x="5435294" y="4653066"/>
                  </a:lnTo>
                  <a:lnTo>
                    <a:pt x="5371176" y="4700593"/>
                  </a:lnTo>
                  <a:lnTo>
                    <a:pt x="5302210" y="4743823"/>
                  </a:lnTo>
                  <a:lnTo>
                    <a:pt x="5228444" y="4783114"/>
                  </a:lnTo>
                  <a:lnTo>
                    <a:pt x="5150328" y="4818700"/>
                  </a:lnTo>
                  <a:lnTo>
                    <a:pt x="5068825" y="4850701"/>
                  </a:lnTo>
                  <a:lnTo>
                    <a:pt x="4985501" y="4879132"/>
                  </a:lnTo>
                  <a:lnTo>
                    <a:pt x="4902541" y="4903939"/>
                  </a:lnTo>
                  <a:lnTo>
                    <a:pt x="4822661" y="4925044"/>
                  </a:lnTo>
                  <a:lnTo>
                    <a:pt x="4748873" y="4942398"/>
                  </a:lnTo>
                  <a:lnTo>
                    <a:pt x="4684106" y="4956050"/>
                  </a:lnTo>
                  <a:lnTo>
                    <a:pt x="4630748" y="4966187"/>
                  </a:lnTo>
                  <a:lnTo>
                    <a:pt x="4590204" y="4973164"/>
                  </a:lnTo>
                  <a:lnTo>
                    <a:pt x="4562598" y="4977483"/>
                  </a:lnTo>
                  <a:lnTo>
                    <a:pt x="4546673" y="4979756"/>
                  </a:lnTo>
                  <a:lnTo>
                    <a:pt x="4539877" y="4980643"/>
                  </a:lnTo>
                  <a:lnTo>
                    <a:pt x="4538547" y="4980804"/>
                  </a:lnTo>
                  <a:lnTo>
                    <a:pt x="4538543" y="4980804"/>
                  </a:lnTo>
                  <a:lnTo>
                    <a:pt x="4016409" y="4980804"/>
                  </a:lnTo>
                  <a:lnTo>
                    <a:pt x="4015232" y="4980735"/>
                  </a:lnTo>
                  <a:lnTo>
                    <a:pt x="4007519" y="4980236"/>
                  </a:lnTo>
                  <a:lnTo>
                    <a:pt x="3988188" y="4978858"/>
                  </a:lnTo>
                  <a:lnTo>
                    <a:pt x="3953912" y="4976150"/>
                  </a:lnTo>
                  <a:lnTo>
                    <a:pt x="3903404" y="4971707"/>
                  </a:lnTo>
                  <a:lnTo>
                    <a:pt x="3837505" y="4965219"/>
                  </a:lnTo>
                  <a:lnTo>
                    <a:pt x="3758872" y="4956499"/>
                  </a:lnTo>
                  <a:lnTo>
                    <a:pt x="3671336" y="4945475"/>
                  </a:lnTo>
                  <a:lnTo>
                    <a:pt x="3579101" y="4932165"/>
                  </a:lnTo>
                  <a:lnTo>
                    <a:pt x="3486036" y="4916621"/>
                  </a:lnTo>
                  <a:lnTo>
                    <a:pt x="3395229" y="4898881"/>
                  </a:lnTo>
                  <a:lnTo>
                    <a:pt x="3308808" y="4878930"/>
                  </a:lnTo>
                  <a:lnTo>
                    <a:pt x="3227982" y="4856673"/>
                  </a:lnTo>
                  <a:lnTo>
                    <a:pt x="3153202" y="4831922"/>
                  </a:lnTo>
                  <a:lnTo>
                    <a:pt x="3084358" y="4804398"/>
                  </a:lnTo>
                  <a:lnTo>
                    <a:pt x="3020960" y="4773734"/>
                  </a:lnTo>
                  <a:lnTo>
                    <a:pt x="2962287" y="4739486"/>
                  </a:lnTo>
                  <a:lnTo>
                    <a:pt x="2907501" y="4701166"/>
                  </a:lnTo>
                  <a:lnTo>
                    <a:pt x="2855727" y="4658282"/>
                  </a:lnTo>
                  <a:lnTo>
                    <a:pt x="2806129" y="4610430"/>
                  </a:lnTo>
                  <a:lnTo>
                    <a:pt x="2770117" y="4571385"/>
                  </a:lnTo>
                  <a:lnTo>
                    <a:pt x="2730840" y="4524764"/>
                  </a:lnTo>
                  <a:lnTo>
                    <a:pt x="2691936" y="4474552"/>
                  </a:lnTo>
                  <a:lnTo>
                    <a:pt x="2653150" y="4420676"/>
                  </a:lnTo>
                  <a:lnTo>
                    <a:pt x="2614285" y="4363129"/>
                  </a:lnTo>
                  <a:lnTo>
                    <a:pt x="2575197" y="4301978"/>
                  </a:lnTo>
                  <a:lnTo>
                    <a:pt x="2535786" y="4237366"/>
                  </a:lnTo>
                  <a:lnTo>
                    <a:pt x="2495999" y="4169523"/>
                  </a:lnTo>
                  <a:lnTo>
                    <a:pt x="2455818" y="4098759"/>
                  </a:lnTo>
                  <a:lnTo>
                    <a:pt x="2415261" y="4025467"/>
                  </a:lnTo>
                  <a:lnTo>
                    <a:pt x="2374379" y="3950115"/>
                  </a:lnTo>
                  <a:lnTo>
                    <a:pt x="2333243" y="3873233"/>
                  </a:lnTo>
                  <a:lnTo>
                    <a:pt x="2291945" y="3795401"/>
                  </a:lnTo>
                  <a:lnTo>
                    <a:pt x="2250588" y="3717227"/>
                  </a:lnTo>
                  <a:lnTo>
                    <a:pt x="2209279" y="3639335"/>
                  </a:lnTo>
                  <a:lnTo>
                    <a:pt x="2168123" y="3562335"/>
                  </a:lnTo>
                  <a:lnTo>
                    <a:pt x="2127213" y="3486812"/>
                  </a:lnTo>
                  <a:lnTo>
                    <a:pt x="2086622" y="3413300"/>
                  </a:lnTo>
                  <a:lnTo>
                    <a:pt x="2046404" y="3342274"/>
                  </a:lnTo>
                  <a:lnTo>
                    <a:pt x="2006579" y="3274133"/>
                  </a:lnTo>
                  <a:lnTo>
                    <a:pt x="1967134" y="3209199"/>
                  </a:lnTo>
                  <a:lnTo>
                    <a:pt x="1928017" y="3147706"/>
                  </a:lnTo>
                  <a:lnTo>
                    <a:pt x="1889136" y="3089807"/>
                  </a:lnTo>
                  <a:lnTo>
                    <a:pt x="1850350" y="3035576"/>
                  </a:lnTo>
                  <a:lnTo>
                    <a:pt x="1811468" y="2985012"/>
                  </a:lnTo>
                  <a:lnTo>
                    <a:pt x="1772240" y="2938050"/>
                  </a:lnTo>
                  <a:lnTo>
                    <a:pt x="1768425" y="2933705"/>
                  </a:lnTo>
                  <a:lnTo>
                    <a:pt x="1719967" y="2882007"/>
                  </a:lnTo>
                  <a:lnTo>
                    <a:pt x="1669891" y="2835447"/>
                  </a:lnTo>
                  <a:lnTo>
                    <a:pt x="1617433" y="2793767"/>
                  </a:lnTo>
                  <a:lnTo>
                    <a:pt x="1561741" y="2756530"/>
                  </a:lnTo>
                  <a:lnTo>
                    <a:pt x="1501943" y="2723238"/>
                  </a:lnTo>
                  <a:lnTo>
                    <a:pt x="1437222" y="2693412"/>
                  </a:lnTo>
                  <a:lnTo>
                    <a:pt x="1366903" y="2666625"/>
                  </a:lnTo>
                  <a:lnTo>
                    <a:pt x="1290578" y="2642531"/>
                  </a:lnTo>
                  <a:lnTo>
                    <a:pt x="1208260" y="2620873"/>
                  </a:lnTo>
                  <a:lnTo>
                    <a:pt x="1120575" y="2601490"/>
                  </a:lnTo>
                  <a:lnTo>
                    <a:pt x="1028954" y="2584307"/>
                  </a:lnTo>
                  <a:lnTo>
                    <a:pt x="935771" y="2569326"/>
                  </a:lnTo>
                  <a:lnTo>
                    <a:pt x="844340" y="2556593"/>
                  </a:lnTo>
                  <a:lnTo>
                    <a:pt x="758671" y="2546156"/>
                  </a:lnTo>
                  <a:lnTo>
                    <a:pt x="682945" y="2538014"/>
                  </a:lnTo>
                  <a:lnTo>
                    <a:pt x="620769" y="2532069"/>
                  </a:lnTo>
                  <a:lnTo>
                    <a:pt x="574391" y="2528101"/>
                  </a:lnTo>
                  <a:lnTo>
                    <a:pt x="544121" y="2525772"/>
                  </a:lnTo>
                  <a:lnTo>
                    <a:pt x="528134" y="2524661"/>
                  </a:lnTo>
                  <a:lnTo>
                    <a:pt x="522629" y="2524314"/>
                  </a:lnTo>
                  <a:lnTo>
                    <a:pt x="522133" y="2524285"/>
                  </a:lnTo>
                  <a:lnTo>
                    <a:pt x="0" y="2524285"/>
                  </a:lnTo>
                  <a:lnTo>
                    <a:pt x="0" y="2524285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650" name="pg650"/>
            <p:cNvSpPr/>
            <p:nvPr/>
          </p:nvSpPr>
          <p:spPr>
            <a:xfrm>
              <a:off x="386606" y="553062"/>
              <a:ext cx="8554953" cy="4963863"/>
            </a:xfrm>
            <a:custGeom>
              <a:avLst/>
              <a:pathLst>
                <a:path w="8554953" h="4963863">
                  <a:moveTo>
                    <a:pt x="0" y="2496049"/>
                  </a:moveTo>
                  <a:lnTo>
                    <a:pt x="522133" y="2496049"/>
                  </a:lnTo>
                  <a:lnTo>
                    <a:pt x="523310" y="2496119"/>
                  </a:lnTo>
                  <a:lnTo>
                    <a:pt x="531017" y="2496620"/>
                  </a:lnTo>
                  <a:lnTo>
                    <a:pt x="550336" y="2498003"/>
                  </a:lnTo>
                  <a:lnTo>
                    <a:pt x="584593" y="2500722"/>
                  </a:lnTo>
                  <a:lnTo>
                    <a:pt x="635072" y="2505182"/>
                  </a:lnTo>
                  <a:lnTo>
                    <a:pt x="700939" y="2511696"/>
                  </a:lnTo>
                  <a:lnTo>
                    <a:pt x="779539" y="2520451"/>
                  </a:lnTo>
                  <a:lnTo>
                    <a:pt x="867043" y="2531519"/>
                  </a:lnTo>
                  <a:lnTo>
                    <a:pt x="959253" y="2544883"/>
                  </a:lnTo>
                  <a:lnTo>
                    <a:pt x="1052299" y="2560490"/>
                  </a:lnTo>
                  <a:lnTo>
                    <a:pt x="1143094" y="2578302"/>
                  </a:lnTo>
                  <a:lnTo>
                    <a:pt x="1229509" y="2598335"/>
                  </a:lnTo>
                  <a:lnTo>
                    <a:pt x="1310333" y="2620683"/>
                  </a:lnTo>
                  <a:lnTo>
                    <a:pt x="1385114" y="2645534"/>
                  </a:lnTo>
                  <a:lnTo>
                    <a:pt x="1453962" y="2673168"/>
                  </a:lnTo>
                  <a:lnTo>
                    <a:pt x="1517364" y="2703955"/>
                  </a:lnTo>
                  <a:lnTo>
                    <a:pt x="1576039" y="2738338"/>
                  </a:lnTo>
                  <a:lnTo>
                    <a:pt x="1630827" y="2776809"/>
                  </a:lnTo>
                  <a:lnTo>
                    <a:pt x="1682600" y="2819860"/>
                  </a:lnTo>
                  <a:lnTo>
                    <a:pt x="1732194" y="2867899"/>
                  </a:lnTo>
                  <a:lnTo>
                    <a:pt x="1768425" y="2907351"/>
                  </a:lnTo>
                  <a:lnTo>
                    <a:pt x="1807637" y="2954105"/>
                  </a:lnTo>
                  <a:lnTo>
                    <a:pt x="1846476" y="3004454"/>
                  </a:lnTo>
                  <a:lnTo>
                    <a:pt x="1885198" y="3058472"/>
                  </a:lnTo>
                  <a:lnTo>
                    <a:pt x="1923997" y="3116166"/>
                  </a:lnTo>
                  <a:lnTo>
                    <a:pt x="1963018" y="3177469"/>
                  </a:lnTo>
                  <a:lnTo>
                    <a:pt x="2002359" y="3242238"/>
                  </a:lnTo>
                  <a:lnTo>
                    <a:pt x="2042076" y="3310246"/>
                  </a:lnTo>
                  <a:lnTo>
                    <a:pt x="2082185" y="3381183"/>
                  </a:lnTo>
                  <a:lnTo>
                    <a:pt x="2122669" y="3454656"/>
                  </a:lnTo>
                  <a:lnTo>
                    <a:pt x="2163478" y="3530199"/>
                  </a:lnTo>
                  <a:lnTo>
                    <a:pt x="2204542" y="3607283"/>
                  </a:lnTo>
                  <a:lnTo>
                    <a:pt x="2245769" y="3685331"/>
                  </a:lnTo>
                  <a:lnTo>
                    <a:pt x="2287057" y="3763732"/>
                  </a:lnTo>
                  <a:lnTo>
                    <a:pt x="2328298" y="3841865"/>
                  </a:lnTo>
                  <a:lnTo>
                    <a:pt x="2369391" y="3919118"/>
                  </a:lnTo>
                  <a:lnTo>
                    <a:pt x="2410240" y="3994908"/>
                  </a:lnTo>
                  <a:lnTo>
                    <a:pt x="2450772" y="4068696"/>
                  </a:lnTo>
                  <a:lnTo>
                    <a:pt x="2490935" y="4140009"/>
                  </a:lnTo>
                  <a:lnTo>
                    <a:pt x="2530706" y="4208443"/>
                  </a:lnTo>
                  <a:lnTo>
                    <a:pt x="2570097" y="4273676"/>
                  </a:lnTo>
                  <a:lnTo>
                    <a:pt x="2609158" y="4335470"/>
                  </a:lnTo>
                  <a:lnTo>
                    <a:pt x="2647980" y="4393669"/>
                  </a:lnTo>
                  <a:lnTo>
                    <a:pt x="2686702" y="4448197"/>
                  </a:lnTo>
                  <a:lnTo>
                    <a:pt x="2725511" y="4499052"/>
                  </a:lnTo>
                  <a:lnTo>
                    <a:pt x="2764654" y="4546297"/>
                  </a:lnTo>
                  <a:lnTo>
                    <a:pt x="2770117" y="4552561"/>
                  </a:lnTo>
                  <a:lnTo>
                    <a:pt x="2818564" y="4604485"/>
                  </a:lnTo>
                  <a:lnTo>
                    <a:pt x="2868628" y="4651250"/>
                  </a:lnTo>
                  <a:lnTo>
                    <a:pt x="2921073" y="4693115"/>
                  </a:lnTo>
                  <a:lnTo>
                    <a:pt x="2976749" y="4730518"/>
                  </a:lnTo>
                  <a:lnTo>
                    <a:pt x="3036529" y="4763959"/>
                  </a:lnTo>
                  <a:lnTo>
                    <a:pt x="3101230" y="4793920"/>
                  </a:lnTo>
                  <a:lnTo>
                    <a:pt x="3171524" y="4820829"/>
                  </a:lnTo>
                  <a:lnTo>
                    <a:pt x="3247822" y="4845032"/>
                  </a:lnTo>
                  <a:lnTo>
                    <a:pt x="3330110" y="4866789"/>
                  </a:lnTo>
                  <a:lnTo>
                    <a:pt x="3417766" y="4886262"/>
                  </a:lnTo>
                  <a:lnTo>
                    <a:pt x="3509359" y="4903525"/>
                  </a:lnTo>
                  <a:lnTo>
                    <a:pt x="3602521" y="4918577"/>
                  </a:lnTo>
                  <a:lnTo>
                    <a:pt x="3693942" y="4931372"/>
                  </a:lnTo>
                  <a:lnTo>
                    <a:pt x="3779616" y="4941862"/>
                  </a:lnTo>
                  <a:lnTo>
                    <a:pt x="3855364" y="4950047"/>
                  </a:lnTo>
                  <a:lnTo>
                    <a:pt x="3917577" y="4956025"/>
                  </a:lnTo>
                  <a:lnTo>
                    <a:pt x="3964005" y="4960017"/>
                  </a:lnTo>
                  <a:lnTo>
                    <a:pt x="3994330" y="4962362"/>
                  </a:lnTo>
                  <a:lnTo>
                    <a:pt x="4010365" y="4963482"/>
                  </a:lnTo>
                  <a:lnTo>
                    <a:pt x="4015905" y="4963833"/>
                  </a:lnTo>
                  <a:lnTo>
                    <a:pt x="4016409" y="4963863"/>
                  </a:lnTo>
                  <a:lnTo>
                    <a:pt x="4538543" y="4963863"/>
                  </a:lnTo>
                  <a:lnTo>
                    <a:pt x="4539396" y="4963762"/>
                  </a:lnTo>
                  <a:lnTo>
                    <a:pt x="4545026" y="4963041"/>
                  </a:lnTo>
                  <a:lnTo>
                    <a:pt x="4559277" y="4961051"/>
                  </a:lnTo>
                  <a:lnTo>
                    <a:pt x="4584900" y="4957129"/>
                  </a:lnTo>
                  <a:lnTo>
                    <a:pt x="4623377" y="4950654"/>
                  </a:lnTo>
                  <a:lnTo>
                    <a:pt x="4674805" y="4941105"/>
                  </a:lnTo>
                  <a:lnTo>
                    <a:pt x="4737965" y="4928103"/>
                  </a:lnTo>
                  <a:lnTo>
                    <a:pt x="4810590" y="4911436"/>
                  </a:lnTo>
                  <a:lnTo>
                    <a:pt x="4889796" y="4891036"/>
                  </a:lnTo>
                  <a:lnTo>
                    <a:pt x="4972549" y="4866941"/>
                  </a:lnTo>
                  <a:lnTo>
                    <a:pt x="5056058" y="4839227"/>
                  </a:lnTo>
                  <a:lnTo>
                    <a:pt x="5138039" y="4807956"/>
                  </a:lnTo>
                  <a:lnTo>
                    <a:pt x="5216827" y="4773125"/>
                  </a:lnTo>
                  <a:lnTo>
                    <a:pt x="5291367" y="4734633"/>
                  </a:lnTo>
                  <a:lnTo>
                    <a:pt x="5361137" y="4692264"/>
                  </a:lnTo>
                  <a:lnTo>
                    <a:pt x="5426036" y="4645679"/>
                  </a:lnTo>
                  <a:lnTo>
                    <a:pt x="5486267" y="4594419"/>
                  </a:lnTo>
                  <a:lnTo>
                    <a:pt x="5542245" y="4537916"/>
                  </a:lnTo>
                  <a:lnTo>
                    <a:pt x="5594512" y="4475511"/>
                  </a:lnTo>
                  <a:lnTo>
                    <a:pt x="5643679" y="4406488"/>
                  </a:lnTo>
                  <a:lnTo>
                    <a:pt x="5690375" y="4330132"/>
                  </a:lnTo>
                  <a:lnTo>
                    <a:pt x="5735211" y="4245826"/>
                  </a:lnTo>
                  <a:lnTo>
                    <a:pt x="5778736" y="4153200"/>
                  </a:lnTo>
                  <a:lnTo>
                    <a:pt x="5784835" y="4139376"/>
                  </a:lnTo>
                  <a:lnTo>
                    <a:pt x="5814194" y="4069986"/>
                  </a:lnTo>
                  <a:lnTo>
                    <a:pt x="5843306" y="3996597"/>
                  </a:lnTo>
                  <a:lnTo>
                    <a:pt x="5872285" y="3919127"/>
                  </a:lnTo>
                  <a:lnTo>
                    <a:pt x="5901229" y="3837537"/>
                  </a:lnTo>
                  <a:lnTo>
                    <a:pt x="5930216" y="3751826"/>
                  </a:lnTo>
                  <a:lnTo>
                    <a:pt x="5959310" y="3662040"/>
                  </a:lnTo>
                  <a:lnTo>
                    <a:pt x="5988559" y="3568273"/>
                  </a:lnTo>
                  <a:lnTo>
                    <a:pt x="6017997" y="3470672"/>
                  </a:lnTo>
                  <a:lnTo>
                    <a:pt x="6047645" y="3369433"/>
                  </a:lnTo>
                  <a:lnTo>
                    <a:pt x="6077512" y="3264806"/>
                  </a:lnTo>
                  <a:lnTo>
                    <a:pt x="6107596" y="3157094"/>
                  </a:lnTo>
                  <a:lnTo>
                    <a:pt x="6137886" y="3046646"/>
                  </a:lnTo>
                  <a:lnTo>
                    <a:pt x="6168360" y="2933861"/>
                  </a:lnTo>
                  <a:lnTo>
                    <a:pt x="6198989" y="2819173"/>
                  </a:lnTo>
                  <a:lnTo>
                    <a:pt x="6229737" y="2703053"/>
                  </a:lnTo>
                  <a:lnTo>
                    <a:pt x="6260565" y="2585996"/>
                  </a:lnTo>
                  <a:lnTo>
                    <a:pt x="6291429" y="2468516"/>
                  </a:lnTo>
                  <a:lnTo>
                    <a:pt x="6322285" y="2351133"/>
                  </a:lnTo>
                  <a:lnTo>
                    <a:pt x="6353089" y="2234366"/>
                  </a:lnTo>
                  <a:lnTo>
                    <a:pt x="6383797" y="2118723"/>
                  </a:lnTo>
                  <a:lnTo>
                    <a:pt x="6414372" y="2004690"/>
                  </a:lnTo>
                  <a:lnTo>
                    <a:pt x="6444780" y="1892726"/>
                  </a:lnTo>
                  <a:lnTo>
                    <a:pt x="6474995" y="1783254"/>
                  </a:lnTo>
                  <a:lnTo>
                    <a:pt x="6505000" y="1676652"/>
                  </a:lnTo>
                  <a:lnTo>
                    <a:pt x="6534785" y="1573254"/>
                  </a:lnTo>
                  <a:lnTo>
                    <a:pt x="6564353" y="1473344"/>
                  </a:lnTo>
                  <a:lnTo>
                    <a:pt x="6593717" y="1377150"/>
                  </a:lnTo>
                  <a:lnTo>
                    <a:pt x="6622904" y="1284852"/>
                  </a:lnTo>
                  <a:lnTo>
                    <a:pt x="6651951" y="1196575"/>
                  </a:lnTo>
                  <a:lnTo>
                    <a:pt x="6680914" y="1112396"/>
                  </a:lnTo>
                  <a:lnTo>
                    <a:pt x="6709861" y="1032343"/>
                  </a:lnTo>
                  <a:lnTo>
                    <a:pt x="6738877" y="956400"/>
                  </a:lnTo>
                  <a:lnTo>
                    <a:pt x="6768067" y="884512"/>
                  </a:lnTo>
                  <a:lnTo>
                    <a:pt x="6786527" y="841428"/>
                  </a:lnTo>
                  <a:lnTo>
                    <a:pt x="6829904" y="747615"/>
                  </a:lnTo>
                  <a:lnTo>
                    <a:pt x="6874523" y="662142"/>
                  </a:lnTo>
                  <a:lnTo>
                    <a:pt x="6920919" y="584692"/>
                  </a:lnTo>
                  <a:lnTo>
                    <a:pt x="6969696" y="514671"/>
                  </a:lnTo>
                  <a:lnTo>
                    <a:pt x="7021485" y="451370"/>
                  </a:lnTo>
                  <a:lnTo>
                    <a:pt x="7076902" y="394071"/>
                  </a:lnTo>
                  <a:lnTo>
                    <a:pt x="7136500" y="342104"/>
                  </a:lnTo>
                  <a:lnTo>
                    <a:pt x="7200718" y="294886"/>
                  </a:lnTo>
                  <a:lnTo>
                    <a:pt x="7269794" y="251942"/>
                  </a:lnTo>
                  <a:lnTo>
                    <a:pt x="7343678" y="212916"/>
                  </a:lnTo>
                  <a:lnTo>
                    <a:pt x="7421914" y="177574"/>
                  </a:lnTo>
                  <a:lnTo>
                    <a:pt x="7503529" y="145800"/>
                  </a:lnTo>
                  <a:lnTo>
                    <a:pt x="7586946" y="117579"/>
                  </a:lnTo>
                  <a:lnTo>
                    <a:pt x="7669967" y="92964"/>
                  </a:lnTo>
                  <a:lnTo>
                    <a:pt x="7749859" y="72036"/>
                  </a:lnTo>
                  <a:lnTo>
                    <a:pt x="7823602" y="54840"/>
                  </a:lnTo>
                  <a:lnTo>
                    <a:pt x="7888263" y="41328"/>
                  </a:lnTo>
                  <a:lnTo>
                    <a:pt x="7941459" y="31308"/>
                  </a:lnTo>
                  <a:lnTo>
                    <a:pt x="7981801" y="24425"/>
                  </a:lnTo>
                  <a:lnTo>
                    <a:pt x="8009190" y="20177"/>
                  </a:lnTo>
                  <a:lnTo>
                    <a:pt x="8024915" y="17952"/>
                  </a:lnTo>
                  <a:lnTo>
                    <a:pt x="8031557" y="17092"/>
                  </a:lnTo>
                  <a:lnTo>
                    <a:pt x="8032819" y="16941"/>
                  </a:lnTo>
                  <a:lnTo>
                    <a:pt x="8554953" y="16941"/>
                  </a:lnTo>
                  <a:lnTo>
                    <a:pt x="8554953" y="0"/>
                  </a:lnTo>
                  <a:lnTo>
                    <a:pt x="8032819" y="0"/>
                  </a:lnTo>
                  <a:lnTo>
                    <a:pt x="8031966" y="101"/>
                  </a:lnTo>
                  <a:lnTo>
                    <a:pt x="8026336" y="821"/>
                  </a:lnTo>
                  <a:lnTo>
                    <a:pt x="8012085" y="2812"/>
                  </a:lnTo>
                  <a:lnTo>
                    <a:pt x="7986462" y="6734"/>
                  </a:lnTo>
                  <a:lnTo>
                    <a:pt x="7947985" y="13208"/>
                  </a:lnTo>
                  <a:lnTo>
                    <a:pt x="7896557" y="22758"/>
                  </a:lnTo>
                  <a:lnTo>
                    <a:pt x="7833397" y="35759"/>
                  </a:lnTo>
                  <a:lnTo>
                    <a:pt x="7760772" y="52427"/>
                  </a:lnTo>
                  <a:lnTo>
                    <a:pt x="7681566" y="72826"/>
                  </a:lnTo>
                  <a:lnTo>
                    <a:pt x="7598813" y="96922"/>
                  </a:lnTo>
                  <a:lnTo>
                    <a:pt x="7515304" y="124636"/>
                  </a:lnTo>
                  <a:lnTo>
                    <a:pt x="7433323" y="155906"/>
                  </a:lnTo>
                  <a:lnTo>
                    <a:pt x="7354535" y="190737"/>
                  </a:lnTo>
                  <a:lnTo>
                    <a:pt x="7279995" y="229229"/>
                  </a:lnTo>
                  <a:lnTo>
                    <a:pt x="7210224" y="271598"/>
                  </a:lnTo>
                  <a:lnTo>
                    <a:pt x="7145326" y="318183"/>
                  </a:lnTo>
                  <a:lnTo>
                    <a:pt x="7085095" y="369443"/>
                  </a:lnTo>
                  <a:lnTo>
                    <a:pt x="7029117" y="425946"/>
                  </a:lnTo>
                  <a:lnTo>
                    <a:pt x="6976850" y="488351"/>
                  </a:lnTo>
                  <a:lnTo>
                    <a:pt x="6927683" y="557375"/>
                  </a:lnTo>
                  <a:lnTo>
                    <a:pt x="6880987" y="633730"/>
                  </a:lnTo>
                  <a:lnTo>
                    <a:pt x="6836151" y="718036"/>
                  </a:lnTo>
                  <a:lnTo>
                    <a:pt x="6792626" y="810662"/>
                  </a:lnTo>
                  <a:lnTo>
                    <a:pt x="6786527" y="824486"/>
                  </a:lnTo>
                  <a:lnTo>
                    <a:pt x="6757167" y="893876"/>
                  </a:lnTo>
                  <a:lnTo>
                    <a:pt x="6728056" y="967266"/>
                  </a:lnTo>
                  <a:lnTo>
                    <a:pt x="6699077" y="1044735"/>
                  </a:lnTo>
                  <a:lnTo>
                    <a:pt x="6670133" y="1126326"/>
                  </a:lnTo>
                  <a:lnTo>
                    <a:pt x="6641146" y="1212037"/>
                  </a:lnTo>
                  <a:lnTo>
                    <a:pt x="6612052" y="1301823"/>
                  </a:lnTo>
                  <a:lnTo>
                    <a:pt x="6582803" y="1395589"/>
                  </a:lnTo>
                  <a:lnTo>
                    <a:pt x="6553365" y="1493191"/>
                  </a:lnTo>
                  <a:lnTo>
                    <a:pt x="6523717" y="1594430"/>
                  </a:lnTo>
                  <a:lnTo>
                    <a:pt x="6493850" y="1699056"/>
                  </a:lnTo>
                  <a:lnTo>
                    <a:pt x="6463765" y="1806769"/>
                  </a:lnTo>
                  <a:lnTo>
                    <a:pt x="6433476" y="1917216"/>
                  </a:lnTo>
                  <a:lnTo>
                    <a:pt x="6403002" y="2030002"/>
                  </a:lnTo>
                  <a:lnTo>
                    <a:pt x="6372373" y="2144690"/>
                  </a:lnTo>
                  <a:lnTo>
                    <a:pt x="6341625" y="2260810"/>
                  </a:lnTo>
                  <a:lnTo>
                    <a:pt x="6310797" y="2377866"/>
                  </a:lnTo>
                  <a:lnTo>
                    <a:pt x="6279933" y="2495346"/>
                  </a:lnTo>
                  <a:lnTo>
                    <a:pt x="6249077" y="2612729"/>
                  </a:lnTo>
                  <a:lnTo>
                    <a:pt x="6218273" y="2729496"/>
                  </a:lnTo>
                  <a:lnTo>
                    <a:pt x="6187565" y="2845140"/>
                  </a:lnTo>
                  <a:lnTo>
                    <a:pt x="6156990" y="2959172"/>
                  </a:lnTo>
                  <a:lnTo>
                    <a:pt x="6126582" y="3071136"/>
                  </a:lnTo>
                  <a:lnTo>
                    <a:pt x="6096367" y="3180609"/>
                  </a:lnTo>
                  <a:lnTo>
                    <a:pt x="6066362" y="3287210"/>
                  </a:lnTo>
                  <a:lnTo>
                    <a:pt x="6036577" y="3390608"/>
                  </a:lnTo>
                  <a:lnTo>
                    <a:pt x="6007009" y="3490519"/>
                  </a:lnTo>
                  <a:lnTo>
                    <a:pt x="5977645" y="3586712"/>
                  </a:lnTo>
                  <a:lnTo>
                    <a:pt x="5948458" y="3679010"/>
                  </a:lnTo>
                  <a:lnTo>
                    <a:pt x="5919411" y="3767287"/>
                  </a:lnTo>
                  <a:lnTo>
                    <a:pt x="5890448" y="3851466"/>
                  </a:lnTo>
                  <a:lnTo>
                    <a:pt x="5861501" y="3931519"/>
                  </a:lnTo>
                  <a:lnTo>
                    <a:pt x="5832485" y="4007462"/>
                  </a:lnTo>
                  <a:lnTo>
                    <a:pt x="5803295" y="4079351"/>
                  </a:lnTo>
                  <a:lnTo>
                    <a:pt x="5784835" y="4122434"/>
                  </a:lnTo>
                  <a:lnTo>
                    <a:pt x="5741458" y="4216248"/>
                  </a:lnTo>
                  <a:lnTo>
                    <a:pt x="5696839" y="4301720"/>
                  </a:lnTo>
                  <a:lnTo>
                    <a:pt x="5650443" y="4379170"/>
                  </a:lnTo>
                  <a:lnTo>
                    <a:pt x="5601666" y="4449192"/>
                  </a:lnTo>
                  <a:lnTo>
                    <a:pt x="5549877" y="4512492"/>
                  </a:lnTo>
                  <a:lnTo>
                    <a:pt x="5494460" y="4569791"/>
                  </a:lnTo>
                  <a:lnTo>
                    <a:pt x="5434862" y="4621758"/>
                  </a:lnTo>
                  <a:lnTo>
                    <a:pt x="5370644" y="4668976"/>
                  </a:lnTo>
                  <a:lnTo>
                    <a:pt x="5301568" y="4711920"/>
                  </a:lnTo>
                  <a:lnTo>
                    <a:pt x="5227684" y="4750947"/>
                  </a:lnTo>
                  <a:lnTo>
                    <a:pt x="5149448" y="4786288"/>
                  </a:lnTo>
                  <a:lnTo>
                    <a:pt x="5067833" y="4818062"/>
                  </a:lnTo>
                  <a:lnTo>
                    <a:pt x="4984416" y="4846284"/>
                  </a:lnTo>
                  <a:lnTo>
                    <a:pt x="4901395" y="4870898"/>
                  </a:lnTo>
                  <a:lnTo>
                    <a:pt x="4821503" y="4891826"/>
                  </a:lnTo>
                  <a:lnTo>
                    <a:pt x="4747760" y="4909022"/>
                  </a:lnTo>
                  <a:lnTo>
                    <a:pt x="4683099" y="4922535"/>
                  </a:lnTo>
                  <a:lnTo>
                    <a:pt x="4629903" y="4932555"/>
                  </a:lnTo>
                  <a:lnTo>
                    <a:pt x="4589561" y="4939437"/>
                  </a:lnTo>
                  <a:lnTo>
                    <a:pt x="4562172" y="4943685"/>
                  </a:lnTo>
                  <a:lnTo>
                    <a:pt x="4546447" y="4945910"/>
                  </a:lnTo>
                  <a:lnTo>
                    <a:pt x="4539805" y="4946770"/>
                  </a:lnTo>
                  <a:lnTo>
                    <a:pt x="4538543" y="4946921"/>
                  </a:lnTo>
                  <a:lnTo>
                    <a:pt x="4016409" y="4946921"/>
                  </a:lnTo>
                  <a:lnTo>
                    <a:pt x="4015232" y="4946851"/>
                  </a:lnTo>
                  <a:lnTo>
                    <a:pt x="4007525" y="4946351"/>
                  </a:lnTo>
                  <a:lnTo>
                    <a:pt x="3988206" y="4944967"/>
                  </a:lnTo>
                  <a:lnTo>
                    <a:pt x="3953950" y="4942248"/>
                  </a:lnTo>
                  <a:lnTo>
                    <a:pt x="3903470" y="4937788"/>
                  </a:lnTo>
                  <a:lnTo>
                    <a:pt x="3837603" y="4931275"/>
                  </a:lnTo>
                  <a:lnTo>
                    <a:pt x="3759003" y="4922519"/>
                  </a:lnTo>
                  <a:lnTo>
                    <a:pt x="3671499" y="4911452"/>
                  </a:lnTo>
                  <a:lnTo>
                    <a:pt x="3579289" y="4898088"/>
                  </a:lnTo>
                  <a:lnTo>
                    <a:pt x="3486243" y="4882481"/>
                  </a:lnTo>
                  <a:lnTo>
                    <a:pt x="3395449" y="4864668"/>
                  </a:lnTo>
                  <a:lnTo>
                    <a:pt x="3309033" y="4844636"/>
                  </a:lnTo>
                  <a:lnTo>
                    <a:pt x="3228209" y="4822288"/>
                  </a:lnTo>
                  <a:lnTo>
                    <a:pt x="3153428" y="4797437"/>
                  </a:lnTo>
                  <a:lnTo>
                    <a:pt x="3084580" y="4769802"/>
                  </a:lnTo>
                  <a:lnTo>
                    <a:pt x="3021179" y="4739016"/>
                  </a:lnTo>
                  <a:lnTo>
                    <a:pt x="2962503" y="4704632"/>
                  </a:lnTo>
                  <a:lnTo>
                    <a:pt x="2907715" y="4666161"/>
                  </a:lnTo>
                  <a:lnTo>
                    <a:pt x="2855942" y="4623111"/>
                  </a:lnTo>
                  <a:lnTo>
                    <a:pt x="2806348" y="4575071"/>
                  </a:lnTo>
                  <a:lnTo>
                    <a:pt x="2770117" y="4535619"/>
                  </a:lnTo>
                  <a:lnTo>
                    <a:pt x="2730905" y="4488866"/>
                  </a:lnTo>
                  <a:lnTo>
                    <a:pt x="2692066" y="4438516"/>
                  </a:lnTo>
                  <a:lnTo>
                    <a:pt x="2653344" y="4384498"/>
                  </a:lnTo>
                  <a:lnTo>
                    <a:pt x="2614545" y="4326805"/>
                  </a:lnTo>
                  <a:lnTo>
                    <a:pt x="2575524" y="4265501"/>
                  </a:lnTo>
                  <a:lnTo>
                    <a:pt x="2536183" y="4200732"/>
                  </a:lnTo>
                  <a:lnTo>
                    <a:pt x="2496466" y="4132724"/>
                  </a:lnTo>
                  <a:lnTo>
                    <a:pt x="2456357" y="4061788"/>
                  </a:lnTo>
                  <a:lnTo>
                    <a:pt x="2415874" y="3988315"/>
                  </a:lnTo>
                  <a:lnTo>
                    <a:pt x="2375064" y="3912772"/>
                  </a:lnTo>
                  <a:lnTo>
                    <a:pt x="2334000" y="3835687"/>
                  </a:lnTo>
                  <a:lnTo>
                    <a:pt x="2292773" y="3757640"/>
                  </a:lnTo>
                  <a:lnTo>
                    <a:pt x="2251485" y="3679239"/>
                  </a:lnTo>
                  <a:lnTo>
                    <a:pt x="2210244" y="3601106"/>
                  </a:lnTo>
                  <a:lnTo>
                    <a:pt x="2169152" y="3523852"/>
                  </a:lnTo>
                  <a:lnTo>
                    <a:pt x="2128302" y="3448063"/>
                  </a:lnTo>
                  <a:lnTo>
                    <a:pt x="2087770" y="3374274"/>
                  </a:lnTo>
                  <a:lnTo>
                    <a:pt x="2047607" y="3302961"/>
                  </a:lnTo>
                  <a:lnTo>
                    <a:pt x="2007836" y="3234527"/>
                  </a:lnTo>
                  <a:lnTo>
                    <a:pt x="1968445" y="3169294"/>
                  </a:lnTo>
                  <a:lnTo>
                    <a:pt x="1929384" y="3107500"/>
                  </a:lnTo>
                  <a:lnTo>
                    <a:pt x="1890562" y="3049301"/>
                  </a:lnTo>
                  <a:lnTo>
                    <a:pt x="1851840" y="2994773"/>
                  </a:lnTo>
                  <a:lnTo>
                    <a:pt x="1813031" y="2943919"/>
                  </a:lnTo>
                  <a:lnTo>
                    <a:pt x="1773888" y="2896674"/>
                  </a:lnTo>
                  <a:lnTo>
                    <a:pt x="1768425" y="2890410"/>
                  </a:lnTo>
                  <a:lnTo>
                    <a:pt x="1719978" y="2838485"/>
                  </a:lnTo>
                  <a:lnTo>
                    <a:pt x="1669914" y="2791720"/>
                  </a:lnTo>
                  <a:lnTo>
                    <a:pt x="1617469" y="2749856"/>
                  </a:lnTo>
                  <a:lnTo>
                    <a:pt x="1561793" y="2712452"/>
                  </a:lnTo>
                  <a:lnTo>
                    <a:pt x="1502013" y="2679011"/>
                  </a:lnTo>
                  <a:lnTo>
                    <a:pt x="1437313" y="2649050"/>
                  </a:lnTo>
                  <a:lnTo>
                    <a:pt x="1367018" y="2622142"/>
                  </a:lnTo>
                  <a:lnTo>
                    <a:pt x="1290720" y="2597938"/>
                  </a:lnTo>
                  <a:lnTo>
                    <a:pt x="1208432" y="2576182"/>
                  </a:lnTo>
                  <a:lnTo>
                    <a:pt x="1120777" y="2556709"/>
                  </a:lnTo>
                  <a:lnTo>
                    <a:pt x="1029183" y="2539446"/>
                  </a:lnTo>
                  <a:lnTo>
                    <a:pt x="936021" y="2524394"/>
                  </a:lnTo>
                  <a:lnTo>
                    <a:pt x="844600" y="2511598"/>
                  </a:lnTo>
                  <a:lnTo>
                    <a:pt x="758926" y="2501109"/>
                  </a:lnTo>
                  <a:lnTo>
                    <a:pt x="683178" y="2492924"/>
                  </a:lnTo>
                  <a:lnTo>
                    <a:pt x="620965" y="2486946"/>
                  </a:lnTo>
                  <a:lnTo>
                    <a:pt x="574537" y="2482953"/>
                  </a:lnTo>
                  <a:lnTo>
                    <a:pt x="544213" y="2480608"/>
                  </a:lnTo>
                  <a:lnTo>
                    <a:pt x="528177" y="2479488"/>
                  </a:lnTo>
                  <a:lnTo>
                    <a:pt x="522637" y="2479137"/>
                  </a:lnTo>
                  <a:lnTo>
                    <a:pt x="522133" y="2479108"/>
                  </a:lnTo>
                  <a:lnTo>
                    <a:pt x="0" y="2479108"/>
                  </a:lnTo>
                  <a:close/>
                </a:path>
              </a:pathLst>
            </a:custGeom>
            <a:solidFill>
              <a:srgbClr val="8FA8D6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651" name="pl651"/>
            <p:cNvSpPr/>
            <p:nvPr/>
          </p:nvSpPr>
          <p:spPr>
            <a:xfrm>
              <a:off x="386606" y="570003"/>
              <a:ext cx="8554953" cy="4946921"/>
            </a:xfrm>
            <a:custGeom>
              <a:avLst/>
              <a:pathLst>
                <a:path w="8554953" h="4946921">
                  <a:moveTo>
                    <a:pt x="0" y="2479108"/>
                  </a:moveTo>
                  <a:lnTo>
                    <a:pt x="522133" y="2479108"/>
                  </a:lnTo>
                  <a:lnTo>
                    <a:pt x="523310" y="2479178"/>
                  </a:lnTo>
                  <a:lnTo>
                    <a:pt x="531017" y="2479678"/>
                  </a:lnTo>
                  <a:lnTo>
                    <a:pt x="550336" y="2481062"/>
                  </a:lnTo>
                  <a:lnTo>
                    <a:pt x="584593" y="2483781"/>
                  </a:lnTo>
                  <a:lnTo>
                    <a:pt x="635072" y="2488241"/>
                  </a:lnTo>
                  <a:lnTo>
                    <a:pt x="700939" y="2494754"/>
                  </a:lnTo>
                  <a:lnTo>
                    <a:pt x="779539" y="2503510"/>
                  </a:lnTo>
                  <a:lnTo>
                    <a:pt x="867043" y="2514577"/>
                  </a:lnTo>
                  <a:lnTo>
                    <a:pt x="959253" y="2527941"/>
                  </a:lnTo>
                  <a:lnTo>
                    <a:pt x="1052299" y="2543548"/>
                  </a:lnTo>
                  <a:lnTo>
                    <a:pt x="1143094" y="2561361"/>
                  </a:lnTo>
                  <a:lnTo>
                    <a:pt x="1229509" y="2581393"/>
                  </a:lnTo>
                  <a:lnTo>
                    <a:pt x="1310333" y="2603741"/>
                  </a:lnTo>
                  <a:lnTo>
                    <a:pt x="1385114" y="2628592"/>
                  </a:lnTo>
                  <a:lnTo>
                    <a:pt x="1453962" y="2656227"/>
                  </a:lnTo>
                  <a:lnTo>
                    <a:pt x="1517364" y="2687013"/>
                  </a:lnTo>
                  <a:lnTo>
                    <a:pt x="1576039" y="2721397"/>
                  </a:lnTo>
                  <a:lnTo>
                    <a:pt x="1630827" y="2759868"/>
                  </a:lnTo>
                  <a:lnTo>
                    <a:pt x="1682600" y="2802918"/>
                  </a:lnTo>
                  <a:lnTo>
                    <a:pt x="1732194" y="2850958"/>
                  </a:lnTo>
                  <a:lnTo>
                    <a:pt x="1768425" y="2890410"/>
                  </a:lnTo>
                  <a:lnTo>
                    <a:pt x="1807637" y="2937163"/>
                  </a:lnTo>
                  <a:lnTo>
                    <a:pt x="1846476" y="2987513"/>
                  </a:lnTo>
                  <a:lnTo>
                    <a:pt x="1885198" y="3041531"/>
                  </a:lnTo>
                  <a:lnTo>
                    <a:pt x="1923997" y="3099224"/>
                  </a:lnTo>
                  <a:lnTo>
                    <a:pt x="1963018" y="3160528"/>
                  </a:lnTo>
                  <a:lnTo>
                    <a:pt x="2002359" y="3225297"/>
                  </a:lnTo>
                  <a:lnTo>
                    <a:pt x="2042076" y="3293305"/>
                  </a:lnTo>
                  <a:lnTo>
                    <a:pt x="2082185" y="3364241"/>
                  </a:lnTo>
                  <a:lnTo>
                    <a:pt x="2122669" y="3437714"/>
                  </a:lnTo>
                  <a:lnTo>
                    <a:pt x="2163478" y="3513257"/>
                  </a:lnTo>
                  <a:lnTo>
                    <a:pt x="2204542" y="3590342"/>
                  </a:lnTo>
                  <a:lnTo>
                    <a:pt x="2245769" y="3668389"/>
                  </a:lnTo>
                  <a:lnTo>
                    <a:pt x="2287057" y="3746790"/>
                  </a:lnTo>
                  <a:lnTo>
                    <a:pt x="2328298" y="3824923"/>
                  </a:lnTo>
                  <a:lnTo>
                    <a:pt x="2369391" y="3902177"/>
                  </a:lnTo>
                  <a:lnTo>
                    <a:pt x="2410240" y="3977966"/>
                  </a:lnTo>
                  <a:lnTo>
                    <a:pt x="2450772" y="4051755"/>
                  </a:lnTo>
                  <a:lnTo>
                    <a:pt x="2490935" y="4123068"/>
                  </a:lnTo>
                  <a:lnTo>
                    <a:pt x="2530706" y="4191502"/>
                  </a:lnTo>
                  <a:lnTo>
                    <a:pt x="2570097" y="4256735"/>
                  </a:lnTo>
                  <a:lnTo>
                    <a:pt x="2609158" y="4318529"/>
                  </a:lnTo>
                  <a:lnTo>
                    <a:pt x="2647980" y="4376728"/>
                  </a:lnTo>
                  <a:lnTo>
                    <a:pt x="2686702" y="4431256"/>
                  </a:lnTo>
                  <a:lnTo>
                    <a:pt x="2725511" y="4482110"/>
                  </a:lnTo>
                  <a:lnTo>
                    <a:pt x="2764654" y="4529355"/>
                  </a:lnTo>
                  <a:lnTo>
                    <a:pt x="2770117" y="4535619"/>
                  </a:lnTo>
                  <a:lnTo>
                    <a:pt x="2818564" y="4587544"/>
                  </a:lnTo>
                  <a:lnTo>
                    <a:pt x="2868628" y="4634309"/>
                  </a:lnTo>
                  <a:lnTo>
                    <a:pt x="2921073" y="4676173"/>
                  </a:lnTo>
                  <a:lnTo>
                    <a:pt x="2976749" y="4713577"/>
                  </a:lnTo>
                  <a:lnTo>
                    <a:pt x="3036529" y="4747018"/>
                  </a:lnTo>
                  <a:lnTo>
                    <a:pt x="3101230" y="4776979"/>
                  </a:lnTo>
                  <a:lnTo>
                    <a:pt x="3171524" y="4803887"/>
                  </a:lnTo>
                  <a:lnTo>
                    <a:pt x="3247822" y="4828091"/>
                  </a:lnTo>
                  <a:lnTo>
                    <a:pt x="3330110" y="4849847"/>
                  </a:lnTo>
                  <a:lnTo>
                    <a:pt x="3417766" y="4869320"/>
                  </a:lnTo>
                  <a:lnTo>
                    <a:pt x="3509359" y="4886583"/>
                  </a:lnTo>
                  <a:lnTo>
                    <a:pt x="3602521" y="4901635"/>
                  </a:lnTo>
                  <a:lnTo>
                    <a:pt x="3693942" y="4914431"/>
                  </a:lnTo>
                  <a:lnTo>
                    <a:pt x="3779616" y="4924920"/>
                  </a:lnTo>
                  <a:lnTo>
                    <a:pt x="3855364" y="4933105"/>
                  </a:lnTo>
                  <a:lnTo>
                    <a:pt x="3917577" y="4939083"/>
                  </a:lnTo>
                  <a:lnTo>
                    <a:pt x="3964005" y="4943076"/>
                  </a:lnTo>
                  <a:lnTo>
                    <a:pt x="3994330" y="4945421"/>
                  </a:lnTo>
                  <a:lnTo>
                    <a:pt x="4010365" y="4946541"/>
                  </a:lnTo>
                  <a:lnTo>
                    <a:pt x="4015905" y="4946892"/>
                  </a:lnTo>
                  <a:lnTo>
                    <a:pt x="4016409" y="4946921"/>
                  </a:lnTo>
                  <a:lnTo>
                    <a:pt x="4538543" y="4946921"/>
                  </a:lnTo>
                  <a:lnTo>
                    <a:pt x="4539396" y="4946820"/>
                  </a:lnTo>
                  <a:lnTo>
                    <a:pt x="4545026" y="4946100"/>
                  </a:lnTo>
                  <a:lnTo>
                    <a:pt x="4559277" y="4944109"/>
                  </a:lnTo>
                  <a:lnTo>
                    <a:pt x="4584900" y="4940187"/>
                  </a:lnTo>
                  <a:lnTo>
                    <a:pt x="4623377" y="4933713"/>
                  </a:lnTo>
                  <a:lnTo>
                    <a:pt x="4674805" y="4924163"/>
                  </a:lnTo>
                  <a:lnTo>
                    <a:pt x="4737965" y="4911162"/>
                  </a:lnTo>
                  <a:lnTo>
                    <a:pt x="4810590" y="4894494"/>
                  </a:lnTo>
                  <a:lnTo>
                    <a:pt x="4889796" y="4874095"/>
                  </a:lnTo>
                  <a:lnTo>
                    <a:pt x="4972549" y="4849999"/>
                  </a:lnTo>
                  <a:lnTo>
                    <a:pt x="5056058" y="4822285"/>
                  </a:lnTo>
                  <a:lnTo>
                    <a:pt x="5138039" y="4791015"/>
                  </a:lnTo>
                  <a:lnTo>
                    <a:pt x="5216827" y="4756184"/>
                  </a:lnTo>
                  <a:lnTo>
                    <a:pt x="5291367" y="4717692"/>
                  </a:lnTo>
                  <a:lnTo>
                    <a:pt x="5361137" y="4675323"/>
                  </a:lnTo>
                  <a:lnTo>
                    <a:pt x="5426036" y="4628737"/>
                  </a:lnTo>
                  <a:lnTo>
                    <a:pt x="5486267" y="4577478"/>
                  </a:lnTo>
                  <a:lnTo>
                    <a:pt x="5542245" y="4520975"/>
                  </a:lnTo>
                  <a:lnTo>
                    <a:pt x="5594512" y="4458569"/>
                  </a:lnTo>
                  <a:lnTo>
                    <a:pt x="5643679" y="4389546"/>
                  </a:lnTo>
                  <a:lnTo>
                    <a:pt x="5690375" y="4313191"/>
                  </a:lnTo>
                  <a:lnTo>
                    <a:pt x="5735211" y="4228885"/>
                  </a:lnTo>
                  <a:lnTo>
                    <a:pt x="5778736" y="4136259"/>
                  </a:lnTo>
                  <a:lnTo>
                    <a:pt x="5784835" y="4122434"/>
                  </a:lnTo>
                  <a:lnTo>
                    <a:pt x="5814194" y="4053045"/>
                  </a:lnTo>
                  <a:lnTo>
                    <a:pt x="5843306" y="3979655"/>
                  </a:lnTo>
                  <a:lnTo>
                    <a:pt x="5872285" y="3902186"/>
                  </a:lnTo>
                  <a:lnTo>
                    <a:pt x="5901229" y="3820595"/>
                  </a:lnTo>
                  <a:lnTo>
                    <a:pt x="5930216" y="3734884"/>
                  </a:lnTo>
                  <a:lnTo>
                    <a:pt x="5959310" y="3645098"/>
                  </a:lnTo>
                  <a:lnTo>
                    <a:pt x="5988559" y="3551332"/>
                  </a:lnTo>
                  <a:lnTo>
                    <a:pt x="6017997" y="3453730"/>
                  </a:lnTo>
                  <a:lnTo>
                    <a:pt x="6047645" y="3352491"/>
                  </a:lnTo>
                  <a:lnTo>
                    <a:pt x="6077512" y="3247865"/>
                  </a:lnTo>
                  <a:lnTo>
                    <a:pt x="6107596" y="3140152"/>
                  </a:lnTo>
                  <a:lnTo>
                    <a:pt x="6137886" y="3029705"/>
                  </a:lnTo>
                  <a:lnTo>
                    <a:pt x="6168360" y="2916919"/>
                  </a:lnTo>
                  <a:lnTo>
                    <a:pt x="6198989" y="2802231"/>
                  </a:lnTo>
                  <a:lnTo>
                    <a:pt x="6229737" y="2686111"/>
                  </a:lnTo>
                  <a:lnTo>
                    <a:pt x="6260565" y="2569055"/>
                  </a:lnTo>
                  <a:lnTo>
                    <a:pt x="6291429" y="2451575"/>
                  </a:lnTo>
                  <a:lnTo>
                    <a:pt x="6322285" y="2334192"/>
                  </a:lnTo>
                  <a:lnTo>
                    <a:pt x="6353089" y="2217425"/>
                  </a:lnTo>
                  <a:lnTo>
                    <a:pt x="6383797" y="2101781"/>
                  </a:lnTo>
                  <a:lnTo>
                    <a:pt x="6414372" y="1987749"/>
                  </a:lnTo>
                  <a:lnTo>
                    <a:pt x="6444780" y="1875785"/>
                  </a:lnTo>
                  <a:lnTo>
                    <a:pt x="6474995" y="1766312"/>
                  </a:lnTo>
                  <a:lnTo>
                    <a:pt x="6505000" y="1659710"/>
                  </a:lnTo>
                  <a:lnTo>
                    <a:pt x="6534785" y="1556313"/>
                  </a:lnTo>
                  <a:lnTo>
                    <a:pt x="6564353" y="1456402"/>
                  </a:lnTo>
                  <a:lnTo>
                    <a:pt x="6593717" y="1360209"/>
                  </a:lnTo>
                  <a:lnTo>
                    <a:pt x="6622904" y="1267911"/>
                  </a:lnTo>
                  <a:lnTo>
                    <a:pt x="6651951" y="1179634"/>
                  </a:lnTo>
                  <a:lnTo>
                    <a:pt x="6680914" y="1095455"/>
                  </a:lnTo>
                  <a:lnTo>
                    <a:pt x="6709861" y="1015402"/>
                  </a:lnTo>
                  <a:lnTo>
                    <a:pt x="6738877" y="939459"/>
                  </a:lnTo>
                  <a:lnTo>
                    <a:pt x="6768067" y="867570"/>
                  </a:lnTo>
                  <a:lnTo>
                    <a:pt x="6786527" y="824486"/>
                  </a:lnTo>
                  <a:lnTo>
                    <a:pt x="6829904" y="730673"/>
                  </a:lnTo>
                  <a:lnTo>
                    <a:pt x="6874523" y="645201"/>
                  </a:lnTo>
                  <a:lnTo>
                    <a:pt x="6920919" y="567751"/>
                  </a:lnTo>
                  <a:lnTo>
                    <a:pt x="6969696" y="497729"/>
                  </a:lnTo>
                  <a:lnTo>
                    <a:pt x="7021485" y="434429"/>
                  </a:lnTo>
                  <a:lnTo>
                    <a:pt x="7076902" y="377130"/>
                  </a:lnTo>
                  <a:lnTo>
                    <a:pt x="7136500" y="325163"/>
                  </a:lnTo>
                  <a:lnTo>
                    <a:pt x="7200718" y="277945"/>
                  </a:lnTo>
                  <a:lnTo>
                    <a:pt x="7269794" y="235000"/>
                  </a:lnTo>
                  <a:lnTo>
                    <a:pt x="7343678" y="195974"/>
                  </a:lnTo>
                  <a:lnTo>
                    <a:pt x="7421914" y="160632"/>
                  </a:lnTo>
                  <a:lnTo>
                    <a:pt x="7503529" y="128859"/>
                  </a:lnTo>
                  <a:lnTo>
                    <a:pt x="7586946" y="100637"/>
                  </a:lnTo>
                  <a:lnTo>
                    <a:pt x="7669967" y="76023"/>
                  </a:lnTo>
                  <a:lnTo>
                    <a:pt x="7749859" y="55095"/>
                  </a:lnTo>
                  <a:lnTo>
                    <a:pt x="7823602" y="37899"/>
                  </a:lnTo>
                  <a:lnTo>
                    <a:pt x="7888263" y="24386"/>
                  </a:lnTo>
                  <a:lnTo>
                    <a:pt x="7941459" y="14366"/>
                  </a:lnTo>
                  <a:lnTo>
                    <a:pt x="7981801" y="7484"/>
                  </a:lnTo>
                  <a:lnTo>
                    <a:pt x="8009190" y="3236"/>
                  </a:lnTo>
                  <a:lnTo>
                    <a:pt x="8024915" y="1011"/>
                  </a:lnTo>
                  <a:lnTo>
                    <a:pt x="8031557" y="150"/>
                  </a:lnTo>
                  <a:lnTo>
                    <a:pt x="8032817" y="0"/>
                  </a:lnTo>
                  <a:lnTo>
                    <a:pt x="8032819" y="0"/>
                  </a:lnTo>
                  <a:lnTo>
                    <a:pt x="8554953" y="0"/>
                  </a:lnTo>
                  <a:lnTo>
                    <a:pt x="8554953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652" name="pl652"/>
            <p:cNvSpPr/>
            <p:nvPr/>
          </p:nvSpPr>
          <p:spPr>
            <a:xfrm>
              <a:off x="386606" y="553062"/>
              <a:ext cx="8554953" cy="4946921"/>
            </a:xfrm>
            <a:custGeom>
              <a:avLst/>
              <a:pathLst>
                <a:path w="8554953" h="4946921">
                  <a:moveTo>
                    <a:pt x="8554953" y="0"/>
                  </a:moveTo>
                  <a:lnTo>
                    <a:pt x="8032819" y="0"/>
                  </a:lnTo>
                  <a:lnTo>
                    <a:pt x="8031966" y="101"/>
                  </a:lnTo>
                  <a:lnTo>
                    <a:pt x="8026336" y="821"/>
                  </a:lnTo>
                  <a:lnTo>
                    <a:pt x="8012085" y="2812"/>
                  </a:lnTo>
                  <a:lnTo>
                    <a:pt x="7986462" y="6734"/>
                  </a:lnTo>
                  <a:lnTo>
                    <a:pt x="7947985" y="13208"/>
                  </a:lnTo>
                  <a:lnTo>
                    <a:pt x="7896557" y="22758"/>
                  </a:lnTo>
                  <a:lnTo>
                    <a:pt x="7833397" y="35759"/>
                  </a:lnTo>
                  <a:lnTo>
                    <a:pt x="7760772" y="52427"/>
                  </a:lnTo>
                  <a:lnTo>
                    <a:pt x="7681566" y="72826"/>
                  </a:lnTo>
                  <a:lnTo>
                    <a:pt x="7598813" y="96922"/>
                  </a:lnTo>
                  <a:lnTo>
                    <a:pt x="7515304" y="124636"/>
                  </a:lnTo>
                  <a:lnTo>
                    <a:pt x="7433323" y="155906"/>
                  </a:lnTo>
                  <a:lnTo>
                    <a:pt x="7354535" y="190737"/>
                  </a:lnTo>
                  <a:lnTo>
                    <a:pt x="7279995" y="229229"/>
                  </a:lnTo>
                  <a:lnTo>
                    <a:pt x="7210224" y="271598"/>
                  </a:lnTo>
                  <a:lnTo>
                    <a:pt x="7145326" y="318183"/>
                  </a:lnTo>
                  <a:lnTo>
                    <a:pt x="7085095" y="369443"/>
                  </a:lnTo>
                  <a:lnTo>
                    <a:pt x="7029117" y="425946"/>
                  </a:lnTo>
                  <a:lnTo>
                    <a:pt x="6976850" y="488351"/>
                  </a:lnTo>
                  <a:lnTo>
                    <a:pt x="6927683" y="557375"/>
                  </a:lnTo>
                  <a:lnTo>
                    <a:pt x="6880987" y="633730"/>
                  </a:lnTo>
                  <a:lnTo>
                    <a:pt x="6836151" y="718036"/>
                  </a:lnTo>
                  <a:lnTo>
                    <a:pt x="6792626" y="810662"/>
                  </a:lnTo>
                  <a:lnTo>
                    <a:pt x="6786527" y="824486"/>
                  </a:lnTo>
                  <a:lnTo>
                    <a:pt x="6757167" y="893876"/>
                  </a:lnTo>
                  <a:lnTo>
                    <a:pt x="6728056" y="967266"/>
                  </a:lnTo>
                  <a:lnTo>
                    <a:pt x="6699077" y="1044735"/>
                  </a:lnTo>
                  <a:lnTo>
                    <a:pt x="6670133" y="1126326"/>
                  </a:lnTo>
                  <a:lnTo>
                    <a:pt x="6641146" y="1212037"/>
                  </a:lnTo>
                  <a:lnTo>
                    <a:pt x="6612052" y="1301823"/>
                  </a:lnTo>
                  <a:lnTo>
                    <a:pt x="6582803" y="1395589"/>
                  </a:lnTo>
                  <a:lnTo>
                    <a:pt x="6553365" y="1493191"/>
                  </a:lnTo>
                  <a:lnTo>
                    <a:pt x="6523717" y="1594430"/>
                  </a:lnTo>
                  <a:lnTo>
                    <a:pt x="6493850" y="1699056"/>
                  </a:lnTo>
                  <a:lnTo>
                    <a:pt x="6463765" y="1806769"/>
                  </a:lnTo>
                  <a:lnTo>
                    <a:pt x="6433476" y="1917216"/>
                  </a:lnTo>
                  <a:lnTo>
                    <a:pt x="6403002" y="2030002"/>
                  </a:lnTo>
                  <a:lnTo>
                    <a:pt x="6372373" y="2144690"/>
                  </a:lnTo>
                  <a:lnTo>
                    <a:pt x="6341625" y="2260810"/>
                  </a:lnTo>
                  <a:lnTo>
                    <a:pt x="6310797" y="2377866"/>
                  </a:lnTo>
                  <a:lnTo>
                    <a:pt x="6279933" y="2495346"/>
                  </a:lnTo>
                  <a:lnTo>
                    <a:pt x="6249077" y="2612729"/>
                  </a:lnTo>
                  <a:lnTo>
                    <a:pt x="6218273" y="2729496"/>
                  </a:lnTo>
                  <a:lnTo>
                    <a:pt x="6187565" y="2845140"/>
                  </a:lnTo>
                  <a:lnTo>
                    <a:pt x="6156990" y="2959172"/>
                  </a:lnTo>
                  <a:lnTo>
                    <a:pt x="6126582" y="3071136"/>
                  </a:lnTo>
                  <a:lnTo>
                    <a:pt x="6096367" y="3180609"/>
                  </a:lnTo>
                  <a:lnTo>
                    <a:pt x="6066362" y="3287210"/>
                  </a:lnTo>
                  <a:lnTo>
                    <a:pt x="6036577" y="3390608"/>
                  </a:lnTo>
                  <a:lnTo>
                    <a:pt x="6007009" y="3490519"/>
                  </a:lnTo>
                  <a:lnTo>
                    <a:pt x="5977645" y="3586712"/>
                  </a:lnTo>
                  <a:lnTo>
                    <a:pt x="5948458" y="3679010"/>
                  </a:lnTo>
                  <a:lnTo>
                    <a:pt x="5919411" y="3767287"/>
                  </a:lnTo>
                  <a:lnTo>
                    <a:pt x="5890448" y="3851466"/>
                  </a:lnTo>
                  <a:lnTo>
                    <a:pt x="5861501" y="3931519"/>
                  </a:lnTo>
                  <a:lnTo>
                    <a:pt x="5832485" y="4007462"/>
                  </a:lnTo>
                  <a:lnTo>
                    <a:pt x="5803295" y="4079351"/>
                  </a:lnTo>
                  <a:lnTo>
                    <a:pt x="5784835" y="4122434"/>
                  </a:lnTo>
                  <a:lnTo>
                    <a:pt x="5741458" y="4216248"/>
                  </a:lnTo>
                  <a:lnTo>
                    <a:pt x="5696839" y="4301720"/>
                  </a:lnTo>
                  <a:lnTo>
                    <a:pt x="5650443" y="4379170"/>
                  </a:lnTo>
                  <a:lnTo>
                    <a:pt x="5601666" y="4449192"/>
                  </a:lnTo>
                  <a:lnTo>
                    <a:pt x="5549877" y="4512492"/>
                  </a:lnTo>
                  <a:lnTo>
                    <a:pt x="5494460" y="4569791"/>
                  </a:lnTo>
                  <a:lnTo>
                    <a:pt x="5434862" y="4621758"/>
                  </a:lnTo>
                  <a:lnTo>
                    <a:pt x="5370644" y="4668976"/>
                  </a:lnTo>
                  <a:lnTo>
                    <a:pt x="5301568" y="4711920"/>
                  </a:lnTo>
                  <a:lnTo>
                    <a:pt x="5227684" y="4750947"/>
                  </a:lnTo>
                  <a:lnTo>
                    <a:pt x="5149448" y="4786288"/>
                  </a:lnTo>
                  <a:lnTo>
                    <a:pt x="5067833" y="4818062"/>
                  </a:lnTo>
                  <a:lnTo>
                    <a:pt x="4984416" y="4846284"/>
                  </a:lnTo>
                  <a:lnTo>
                    <a:pt x="4901395" y="4870898"/>
                  </a:lnTo>
                  <a:lnTo>
                    <a:pt x="4821503" y="4891826"/>
                  </a:lnTo>
                  <a:lnTo>
                    <a:pt x="4747760" y="4909022"/>
                  </a:lnTo>
                  <a:lnTo>
                    <a:pt x="4683099" y="4922535"/>
                  </a:lnTo>
                  <a:lnTo>
                    <a:pt x="4629903" y="4932555"/>
                  </a:lnTo>
                  <a:lnTo>
                    <a:pt x="4589561" y="4939437"/>
                  </a:lnTo>
                  <a:lnTo>
                    <a:pt x="4562172" y="4943685"/>
                  </a:lnTo>
                  <a:lnTo>
                    <a:pt x="4546447" y="4945910"/>
                  </a:lnTo>
                  <a:lnTo>
                    <a:pt x="4539805" y="4946770"/>
                  </a:lnTo>
                  <a:lnTo>
                    <a:pt x="4538545" y="4946921"/>
                  </a:lnTo>
                  <a:lnTo>
                    <a:pt x="4538543" y="4946921"/>
                  </a:lnTo>
                  <a:lnTo>
                    <a:pt x="4016409" y="4946921"/>
                  </a:lnTo>
                  <a:lnTo>
                    <a:pt x="4015232" y="4946851"/>
                  </a:lnTo>
                  <a:lnTo>
                    <a:pt x="4007525" y="4946351"/>
                  </a:lnTo>
                  <a:lnTo>
                    <a:pt x="3988206" y="4944967"/>
                  </a:lnTo>
                  <a:lnTo>
                    <a:pt x="3953950" y="4942248"/>
                  </a:lnTo>
                  <a:lnTo>
                    <a:pt x="3903470" y="4937788"/>
                  </a:lnTo>
                  <a:lnTo>
                    <a:pt x="3837603" y="4931275"/>
                  </a:lnTo>
                  <a:lnTo>
                    <a:pt x="3759003" y="4922519"/>
                  </a:lnTo>
                  <a:lnTo>
                    <a:pt x="3671499" y="4911452"/>
                  </a:lnTo>
                  <a:lnTo>
                    <a:pt x="3579289" y="4898088"/>
                  </a:lnTo>
                  <a:lnTo>
                    <a:pt x="3486243" y="4882481"/>
                  </a:lnTo>
                  <a:lnTo>
                    <a:pt x="3395449" y="4864668"/>
                  </a:lnTo>
                  <a:lnTo>
                    <a:pt x="3309033" y="4844636"/>
                  </a:lnTo>
                  <a:lnTo>
                    <a:pt x="3228209" y="4822288"/>
                  </a:lnTo>
                  <a:lnTo>
                    <a:pt x="3153428" y="4797437"/>
                  </a:lnTo>
                  <a:lnTo>
                    <a:pt x="3084580" y="4769802"/>
                  </a:lnTo>
                  <a:lnTo>
                    <a:pt x="3021179" y="4739016"/>
                  </a:lnTo>
                  <a:lnTo>
                    <a:pt x="2962503" y="4704632"/>
                  </a:lnTo>
                  <a:lnTo>
                    <a:pt x="2907715" y="4666161"/>
                  </a:lnTo>
                  <a:lnTo>
                    <a:pt x="2855942" y="4623111"/>
                  </a:lnTo>
                  <a:lnTo>
                    <a:pt x="2806348" y="4575071"/>
                  </a:lnTo>
                  <a:lnTo>
                    <a:pt x="2770117" y="4535619"/>
                  </a:lnTo>
                  <a:lnTo>
                    <a:pt x="2730905" y="4488866"/>
                  </a:lnTo>
                  <a:lnTo>
                    <a:pt x="2692066" y="4438516"/>
                  </a:lnTo>
                  <a:lnTo>
                    <a:pt x="2653344" y="4384498"/>
                  </a:lnTo>
                  <a:lnTo>
                    <a:pt x="2614545" y="4326805"/>
                  </a:lnTo>
                  <a:lnTo>
                    <a:pt x="2575524" y="4265501"/>
                  </a:lnTo>
                  <a:lnTo>
                    <a:pt x="2536183" y="4200732"/>
                  </a:lnTo>
                  <a:lnTo>
                    <a:pt x="2496466" y="4132724"/>
                  </a:lnTo>
                  <a:lnTo>
                    <a:pt x="2456357" y="4061788"/>
                  </a:lnTo>
                  <a:lnTo>
                    <a:pt x="2415874" y="3988315"/>
                  </a:lnTo>
                  <a:lnTo>
                    <a:pt x="2375064" y="3912772"/>
                  </a:lnTo>
                  <a:lnTo>
                    <a:pt x="2334000" y="3835687"/>
                  </a:lnTo>
                  <a:lnTo>
                    <a:pt x="2292773" y="3757640"/>
                  </a:lnTo>
                  <a:lnTo>
                    <a:pt x="2251485" y="3679239"/>
                  </a:lnTo>
                  <a:lnTo>
                    <a:pt x="2210244" y="3601106"/>
                  </a:lnTo>
                  <a:lnTo>
                    <a:pt x="2169152" y="3523852"/>
                  </a:lnTo>
                  <a:lnTo>
                    <a:pt x="2128302" y="3448063"/>
                  </a:lnTo>
                  <a:lnTo>
                    <a:pt x="2087770" y="3374274"/>
                  </a:lnTo>
                  <a:lnTo>
                    <a:pt x="2047607" y="3302961"/>
                  </a:lnTo>
                  <a:lnTo>
                    <a:pt x="2007836" y="3234527"/>
                  </a:lnTo>
                  <a:lnTo>
                    <a:pt x="1968445" y="3169294"/>
                  </a:lnTo>
                  <a:lnTo>
                    <a:pt x="1929384" y="3107500"/>
                  </a:lnTo>
                  <a:lnTo>
                    <a:pt x="1890562" y="3049301"/>
                  </a:lnTo>
                  <a:lnTo>
                    <a:pt x="1851840" y="2994773"/>
                  </a:lnTo>
                  <a:lnTo>
                    <a:pt x="1813031" y="2943919"/>
                  </a:lnTo>
                  <a:lnTo>
                    <a:pt x="1773888" y="2896674"/>
                  </a:lnTo>
                  <a:lnTo>
                    <a:pt x="1768425" y="2890410"/>
                  </a:lnTo>
                  <a:lnTo>
                    <a:pt x="1719978" y="2838485"/>
                  </a:lnTo>
                  <a:lnTo>
                    <a:pt x="1669914" y="2791720"/>
                  </a:lnTo>
                  <a:lnTo>
                    <a:pt x="1617469" y="2749856"/>
                  </a:lnTo>
                  <a:lnTo>
                    <a:pt x="1561793" y="2712452"/>
                  </a:lnTo>
                  <a:lnTo>
                    <a:pt x="1502013" y="2679011"/>
                  </a:lnTo>
                  <a:lnTo>
                    <a:pt x="1437313" y="2649050"/>
                  </a:lnTo>
                  <a:lnTo>
                    <a:pt x="1367018" y="2622142"/>
                  </a:lnTo>
                  <a:lnTo>
                    <a:pt x="1290720" y="2597938"/>
                  </a:lnTo>
                  <a:lnTo>
                    <a:pt x="1208432" y="2576182"/>
                  </a:lnTo>
                  <a:lnTo>
                    <a:pt x="1120777" y="2556709"/>
                  </a:lnTo>
                  <a:lnTo>
                    <a:pt x="1029183" y="2539446"/>
                  </a:lnTo>
                  <a:lnTo>
                    <a:pt x="936021" y="2524394"/>
                  </a:lnTo>
                  <a:lnTo>
                    <a:pt x="844600" y="2511598"/>
                  </a:lnTo>
                  <a:lnTo>
                    <a:pt x="758926" y="2501109"/>
                  </a:lnTo>
                  <a:lnTo>
                    <a:pt x="683178" y="2492924"/>
                  </a:lnTo>
                  <a:lnTo>
                    <a:pt x="620965" y="2486946"/>
                  </a:lnTo>
                  <a:lnTo>
                    <a:pt x="574537" y="2482953"/>
                  </a:lnTo>
                  <a:lnTo>
                    <a:pt x="544213" y="2480608"/>
                  </a:lnTo>
                  <a:lnTo>
                    <a:pt x="528177" y="2479488"/>
                  </a:lnTo>
                  <a:lnTo>
                    <a:pt x="522637" y="2479137"/>
                  </a:lnTo>
                  <a:lnTo>
                    <a:pt x="522133" y="2479108"/>
                  </a:lnTo>
                  <a:lnTo>
                    <a:pt x="0" y="2479108"/>
                  </a:lnTo>
                  <a:lnTo>
                    <a:pt x="0" y="2479108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653" name="pg653"/>
            <p:cNvSpPr/>
            <p:nvPr/>
          </p:nvSpPr>
          <p:spPr>
            <a:xfrm>
              <a:off x="386606" y="3049111"/>
              <a:ext cx="8554953" cy="2524285"/>
            </a:xfrm>
            <a:custGeom>
              <a:avLst/>
              <a:pathLst>
                <a:path w="8554953" h="2524285">
                  <a:moveTo>
                    <a:pt x="0" y="5647"/>
                  </a:moveTo>
                  <a:lnTo>
                    <a:pt x="522133" y="5647"/>
                  </a:lnTo>
                  <a:lnTo>
                    <a:pt x="523306" y="5718"/>
                  </a:lnTo>
                  <a:lnTo>
                    <a:pt x="530991" y="6227"/>
                  </a:lnTo>
                  <a:lnTo>
                    <a:pt x="550256" y="7635"/>
                  </a:lnTo>
                  <a:lnTo>
                    <a:pt x="584420" y="10401"/>
                  </a:lnTo>
                  <a:lnTo>
                    <a:pt x="634774" y="14940"/>
                  </a:lnTo>
                  <a:lnTo>
                    <a:pt x="700495" y="21568"/>
                  </a:lnTo>
                  <a:lnTo>
                    <a:pt x="778941" y="30479"/>
                  </a:lnTo>
                  <a:lnTo>
                    <a:pt x="866305" y="41745"/>
                  </a:lnTo>
                  <a:lnTo>
                    <a:pt x="958398" y="55350"/>
                  </a:lnTo>
                  <a:lnTo>
                    <a:pt x="1051357" y="71241"/>
                  </a:lnTo>
                  <a:lnTo>
                    <a:pt x="1142097" y="89377"/>
                  </a:lnTo>
                  <a:lnTo>
                    <a:pt x="1228484" y="109775"/>
                  </a:lnTo>
                  <a:lnTo>
                    <a:pt x="1309302" y="132529"/>
                  </a:lnTo>
                  <a:lnTo>
                    <a:pt x="1384090" y="157829"/>
                  </a:lnTo>
                  <a:lnTo>
                    <a:pt x="1452952" y="185959"/>
                  </a:lnTo>
                  <a:lnTo>
                    <a:pt x="1516370" y="217294"/>
                  </a:lnTo>
                  <a:lnTo>
                    <a:pt x="1575058" y="252284"/>
                  </a:lnTo>
                  <a:lnTo>
                    <a:pt x="1629852" y="291428"/>
                  </a:lnTo>
                  <a:lnTo>
                    <a:pt x="1681621" y="335228"/>
                  </a:lnTo>
                  <a:lnTo>
                    <a:pt x="1731200" y="384103"/>
                  </a:lnTo>
                  <a:lnTo>
                    <a:pt x="1768425" y="425420"/>
                  </a:lnTo>
                  <a:lnTo>
                    <a:pt x="1807346" y="472767"/>
                  </a:lnTo>
                  <a:lnTo>
                    <a:pt x="1845899" y="523730"/>
                  </a:lnTo>
                  <a:lnTo>
                    <a:pt x="1884332" y="578380"/>
                  </a:lnTo>
                  <a:lnTo>
                    <a:pt x="1922838" y="636726"/>
                  </a:lnTo>
                  <a:lnTo>
                    <a:pt x="1961559" y="698706"/>
                  </a:lnTo>
                  <a:lnTo>
                    <a:pt x="2000593" y="764177"/>
                  </a:lnTo>
                  <a:lnTo>
                    <a:pt x="2039996" y="832916"/>
                  </a:lnTo>
                  <a:lnTo>
                    <a:pt x="2079784" y="904618"/>
                  </a:lnTo>
                  <a:lnTo>
                    <a:pt x="2119944" y="978897"/>
                  </a:lnTo>
                  <a:lnTo>
                    <a:pt x="2160429" y="1055290"/>
                  </a:lnTo>
                  <a:lnTo>
                    <a:pt x="2201170" y="1133275"/>
                  </a:lnTo>
                  <a:lnTo>
                    <a:pt x="2242080" y="1212277"/>
                  </a:lnTo>
                  <a:lnTo>
                    <a:pt x="2283059" y="1291690"/>
                  </a:lnTo>
                  <a:lnTo>
                    <a:pt x="2324003" y="1370895"/>
                  </a:lnTo>
                  <a:lnTo>
                    <a:pt x="2364810" y="1449277"/>
                  </a:lnTo>
                  <a:lnTo>
                    <a:pt x="2405387" y="1526252"/>
                  </a:lnTo>
                  <a:lnTo>
                    <a:pt x="2445659" y="1601276"/>
                  </a:lnTo>
                  <a:lnTo>
                    <a:pt x="2485572" y="1673868"/>
                  </a:lnTo>
                  <a:lnTo>
                    <a:pt x="2525101" y="1743614"/>
                  </a:lnTo>
                  <a:lnTo>
                    <a:pt x="2564251" y="1810183"/>
                  </a:lnTo>
                  <a:lnTo>
                    <a:pt x="2603066" y="1873324"/>
                  </a:lnTo>
                  <a:lnTo>
                    <a:pt x="2641629" y="1932870"/>
                  </a:lnTo>
                  <a:lnTo>
                    <a:pt x="2680067" y="1988731"/>
                  </a:lnTo>
                  <a:lnTo>
                    <a:pt x="2718556" y="2040895"/>
                  </a:lnTo>
                  <a:lnTo>
                    <a:pt x="2757326" y="2089414"/>
                  </a:lnTo>
                  <a:lnTo>
                    <a:pt x="2770117" y="2104512"/>
                  </a:lnTo>
                  <a:lnTo>
                    <a:pt x="2818514" y="2157455"/>
                  </a:lnTo>
                  <a:lnTo>
                    <a:pt x="2868524" y="2205142"/>
                  </a:lnTo>
                  <a:lnTo>
                    <a:pt x="2920908" y="2247837"/>
                  </a:lnTo>
                  <a:lnTo>
                    <a:pt x="2976515" y="2285988"/>
                  </a:lnTo>
                  <a:lnTo>
                    <a:pt x="3036213" y="2320100"/>
                  </a:lnTo>
                  <a:lnTo>
                    <a:pt x="3100817" y="2350665"/>
                  </a:lnTo>
                  <a:lnTo>
                    <a:pt x="3171001" y="2378119"/>
                  </a:lnTo>
                  <a:lnTo>
                    <a:pt x="3247175" y="2402816"/>
                  </a:lnTo>
                  <a:lnTo>
                    <a:pt x="3329330" y="2425019"/>
                  </a:lnTo>
                  <a:lnTo>
                    <a:pt x="3416849" y="2444894"/>
                  </a:lnTo>
                  <a:lnTo>
                    <a:pt x="3508319" y="2462519"/>
                  </a:lnTo>
                  <a:lnTo>
                    <a:pt x="3601385" y="2477892"/>
                  </a:lnTo>
                  <a:lnTo>
                    <a:pt x="3692759" y="2490967"/>
                  </a:lnTo>
                  <a:lnTo>
                    <a:pt x="3778454" y="2501695"/>
                  </a:lnTo>
                  <a:lnTo>
                    <a:pt x="3854300" y="2510074"/>
                  </a:lnTo>
                  <a:lnTo>
                    <a:pt x="3916686" y="2516203"/>
                  </a:lnTo>
                  <a:lnTo>
                    <a:pt x="3963340" y="2520305"/>
                  </a:lnTo>
                  <a:lnTo>
                    <a:pt x="3993911" y="2522722"/>
                  </a:lnTo>
                  <a:lnTo>
                    <a:pt x="4010170" y="2523883"/>
                  </a:lnTo>
                  <a:lnTo>
                    <a:pt x="4015863" y="2524252"/>
                  </a:lnTo>
                  <a:lnTo>
                    <a:pt x="4016409" y="2524285"/>
                  </a:lnTo>
                  <a:lnTo>
                    <a:pt x="4538543" y="2524285"/>
                  </a:lnTo>
                  <a:lnTo>
                    <a:pt x="4539748" y="2524226"/>
                  </a:lnTo>
                  <a:lnTo>
                    <a:pt x="4547635" y="2523803"/>
                  </a:lnTo>
                  <a:lnTo>
                    <a:pt x="4567388" y="2522636"/>
                  </a:lnTo>
                  <a:lnTo>
                    <a:pt x="4602374" y="2520341"/>
                  </a:lnTo>
                  <a:lnTo>
                    <a:pt x="4653848" y="2516579"/>
                  </a:lnTo>
                  <a:lnTo>
                    <a:pt x="4720881" y="2511090"/>
                  </a:lnTo>
                  <a:lnTo>
                    <a:pt x="4800682" y="2503720"/>
                  </a:lnTo>
                  <a:lnTo>
                    <a:pt x="4889294" y="2494413"/>
                  </a:lnTo>
                  <a:lnTo>
                    <a:pt x="4982419" y="2483186"/>
                  </a:lnTo>
                  <a:lnTo>
                    <a:pt x="5076136" y="2470085"/>
                  </a:lnTo>
                  <a:lnTo>
                    <a:pt x="5167356" y="2455138"/>
                  </a:lnTo>
                  <a:lnTo>
                    <a:pt x="5253983" y="2438329"/>
                  </a:lnTo>
                  <a:lnTo>
                    <a:pt x="5334854" y="2419569"/>
                  </a:lnTo>
                  <a:lnTo>
                    <a:pt x="5409574" y="2398694"/>
                  </a:lnTo>
                  <a:lnTo>
                    <a:pt x="5478304" y="2375457"/>
                  </a:lnTo>
                  <a:lnTo>
                    <a:pt x="5541579" y="2349539"/>
                  </a:lnTo>
                  <a:lnTo>
                    <a:pt x="5600157" y="2320559"/>
                  </a:lnTo>
                  <a:lnTo>
                    <a:pt x="5654905" y="2288099"/>
                  </a:lnTo>
                  <a:lnTo>
                    <a:pt x="5706717" y="2251750"/>
                  </a:lnTo>
                  <a:lnTo>
                    <a:pt x="5756437" y="2211185"/>
                  </a:lnTo>
                  <a:lnTo>
                    <a:pt x="5784835" y="2185455"/>
                  </a:lnTo>
                  <a:lnTo>
                    <a:pt x="5826738" y="2144171"/>
                  </a:lnTo>
                  <a:lnTo>
                    <a:pt x="5868237" y="2099495"/>
                  </a:lnTo>
                  <a:lnTo>
                    <a:pt x="5909635" y="2051361"/>
                  </a:lnTo>
                  <a:lnTo>
                    <a:pt x="5951160" y="1999775"/>
                  </a:lnTo>
                  <a:lnTo>
                    <a:pt x="5992975" y="1944820"/>
                  </a:lnTo>
                  <a:lnTo>
                    <a:pt x="6035181" y="1886668"/>
                  </a:lnTo>
                  <a:lnTo>
                    <a:pt x="6077830" y="1825579"/>
                  </a:lnTo>
                  <a:lnTo>
                    <a:pt x="6120921" y="1761904"/>
                  </a:lnTo>
                  <a:lnTo>
                    <a:pt x="6164413" y="1696075"/>
                  </a:lnTo>
                  <a:lnTo>
                    <a:pt x="6208229" y="1628601"/>
                  </a:lnTo>
                  <a:lnTo>
                    <a:pt x="6252265" y="1560048"/>
                  </a:lnTo>
                  <a:lnTo>
                    <a:pt x="6296400" y="1491023"/>
                  </a:lnTo>
                  <a:lnTo>
                    <a:pt x="6340503" y="1422150"/>
                  </a:lnTo>
                  <a:lnTo>
                    <a:pt x="6384447" y="1354048"/>
                  </a:lnTo>
                  <a:lnTo>
                    <a:pt x="6428117" y="1287305"/>
                  </a:lnTo>
                  <a:lnTo>
                    <a:pt x="6471422" y="1222463"/>
                  </a:lnTo>
                  <a:lnTo>
                    <a:pt x="6514301" y="1159994"/>
                  </a:lnTo>
                  <a:lnTo>
                    <a:pt x="6556732" y="1100294"/>
                  </a:lnTo>
                  <a:lnTo>
                    <a:pt x="6598739" y="1043667"/>
                  </a:lnTo>
                  <a:lnTo>
                    <a:pt x="6640396" y="990333"/>
                  </a:lnTo>
                  <a:lnTo>
                    <a:pt x="6681835" y="940418"/>
                  </a:lnTo>
                  <a:lnTo>
                    <a:pt x="6723249" y="893967"/>
                  </a:lnTo>
                  <a:lnTo>
                    <a:pt x="6764902" y="850951"/>
                  </a:lnTo>
                  <a:lnTo>
                    <a:pt x="6786527" y="830134"/>
                  </a:lnTo>
                  <a:lnTo>
                    <a:pt x="6835370" y="787031"/>
                  </a:lnTo>
                  <a:lnTo>
                    <a:pt x="6885862" y="748247"/>
                  </a:lnTo>
                  <a:lnTo>
                    <a:pt x="6938786" y="713559"/>
                  </a:lnTo>
                  <a:lnTo>
                    <a:pt x="6995016" y="682596"/>
                  </a:lnTo>
                  <a:lnTo>
                    <a:pt x="7055443" y="654937"/>
                  </a:lnTo>
                  <a:lnTo>
                    <a:pt x="7120902" y="630176"/>
                  </a:lnTo>
                  <a:lnTo>
                    <a:pt x="7192071" y="607954"/>
                  </a:lnTo>
                  <a:lnTo>
                    <a:pt x="7269354" y="587983"/>
                  </a:lnTo>
                  <a:lnTo>
                    <a:pt x="7352703" y="570049"/>
                  </a:lnTo>
                  <a:lnTo>
                    <a:pt x="7441428" y="554019"/>
                  </a:lnTo>
                  <a:lnTo>
                    <a:pt x="7533998" y="539838"/>
                  </a:lnTo>
                  <a:lnTo>
                    <a:pt x="7627898" y="527510"/>
                  </a:lnTo>
                  <a:lnTo>
                    <a:pt x="7719660" y="517076"/>
                  </a:lnTo>
                  <a:lnTo>
                    <a:pt x="7805134" y="508574"/>
                  </a:lnTo>
                  <a:lnTo>
                    <a:pt x="7880065" y="501997"/>
                  </a:lnTo>
                  <a:lnTo>
                    <a:pt x="7940880" y="497250"/>
                  </a:lnTo>
                  <a:lnTo>
                    <a:pt x="7985498" y="494134"/>
                  </a:lnTo>
                  <a:lnTo>
                    <a:pt x="8013879" y="492352"/>
                  </a:lnTo>
                  <a:lnTo>
                    <a:pt x="8028184" y="491541"/>
                  </a:lnTo>
                  <a:lnTo>
                    <a:pt x="8032572" y="491315"/>
                  </a:lnTo>
                  <a:lnTo>
                    <a:pt x="8032819" y="491303"/>
                  </a:lnTo>
                  <a:lnTo>
                    <a:pt x="8554953" y="491303"/>
                  </a:lnTo>
                  <a:lnTo>
                    <a:pt x="8554953" y="485656"/>
                  </a:lnTo>
                  <a:lnTo>
                    <a:pt x="8032819" y="485656"/>
                  </a:lnTo>
                  <a:lnTo>
                    <a:pt x="8031614" y="485715"/>
                  </a:lnTo>
                  <a:lnTo>
                    <a:pt x="8023727" y="486138"/>
                  </a:lnTo>
                  <a:lnTo>
                    <a:pt x="8003974" y="487306"/>
                  </a:lnTo>
                  <a:lnTo>
                    <a:pt x="7968988" y="489600"/>
                  </a:lnTo>
                  <a:lnTo>
                    <a:pt x="7917513" y="493362"/>
                  </a:lnTo>
                  <a:lnTo>
                    <a:pt x="7850481" y="498851"/>
                  </a:lnTo>
                  <a:lnTo>
                    <a:pt x="7770680" y="506222"/>
                  </a:lnTo>
                  <a:lnTo>
                    <a:pt x="7682068" y="515529"/>
                  </a:lnTo>
                  <a:lnTo>
                    <a:pt x="7588943" y="526755"/>
                  </a:lnTo>
                  <a:lnTo>
                    <a:pt x="7495226" y="539857"/>
                  </a:lnTo>
                  <a:lnTo>
                    <a:pt x="7404006" y="554803"/>
                  </a:lnTo>
                  <a:lnTo>
                    <a:pt x="7317379" y="571612"/>
                  </a:lnTo>
                  <a:lnTo>
                    <a:pt x="7236508" y="590372"/>
                  </a:lnTo>
                  <a:lnTo>
                    <a:pt x="7161788" y="611247"/>
                  </a:lnTo>
                  <a:lnTo>
                    <a:pt x="7093058" y="634484"/>
                  </a:lnTo>
                  <a:lnTo>
                    <a:pt x="7029783" y="660403"/>
                  </a:lnTo>
                  <a:lnTo>
                    <a:pt x="6971205" y="689382"/>
                  </a:lnTo>
                  <a:lnTo>
                    <a:pt x="6916457" y="721842"/>
                  </a:lnTo>
                  <a:lnTo>
                    <a:pt x="6864645" y="758191"/>
                  </a:lnTo>
                  <a:lnTo>
                    <a:pt x="6814925" y="798756"/>
                  </a:lnTo>
                  <a:lnTo>
                    <a:pt x="6786527" y="824486"/>
                  </a:lnTo>
                  <a:lnTo>
                    <a:pt x="6744624" y="865771"/>
                  </a:lnTo>
                  <a:lnTo>
                    <a:pt x="6703125" y="910446"/>
                  </a:lnTo>
                  <a:lnTo>
                    <a:pt x="6661727" y="958580"/>
                  </a:lnTo>
                  <a:lnTo>
                    <a:pt x="6620202" y="1010166"/>
                  </a:lnTo>
                  <a:lnTo>
                    <a:pt x="6578387" y="1065121"/>
                  </a:lnTo>
                  <a:lnTo>
                    <a:pt x="6536181" y="1123273"/>
                  </a:lnTo>
                  <a:lnTo>
                    <a:pt x="6493532" y="1184362"/>
                  </a:lnTo>
                  <a:lnTo>
                    <a:pt x="6450441" y="1248038"/>
                  </a:lnTo>
                  <a:lnTo>
                    <a:pt x="6406949" y="1313866"/>
                  </a:lnTo>
                  <a:lnTo>
                    <a:pt x="6363133" y="1381340"/>
                  </a:lnTo>
                  <a:lnTo>
                    <a:pt x="6319096" y="1449893"/>
                  </a:lnTo>
                  <a:lnTo>
                    <a:pt x="6274962" y="1518918"/>
                  </a:lnTo>
                  <a:lnTo>
                    <a:pt x="6230859" y="1587791"/>
                  </a:lnTo>
                  <a:lnTo>
                    <a:pt x="6186915" y="1655893"/>
                  </a:lnTo>
                  <a:lnTo>
                    <a:pt x="6143245" y="1722636"/>
                  </a:lnTo>
                  <a:lnTo>
                    <a:pt x="6099940" y="1787478"/>
                  </a:lnTo>
                  <a:lnTo>
                    <a:pt x="6057061" y="1849947"/>
                  </a:lnTo>
                  <a:lnTo>
                    <a:pt x="6014630" y="1909648"/>
                  </a:lnTo>
                  <a:lnTo>
                    <a:pt x="5972623" y="1966274"/>
                  </a:lnTo>
                  <a:lnTo>
                    <a:pt x="5930966" y="2019609"/>
                  </a:lnTo>
                  <a:lnTo>
                    <a:pt x="5889527" y="2069524"/>
                  </a:lnTo>
                  <a:lnTo>
                    <a:pt x="5848113" y="2115974"/>
                  </a:lnTo>
                  <a:lnTo>
                    <a:pt x="5806460" y="2158990"/>
                  </a:lnTo>
                  <a:lnTo>
                    <a:pt x="5784835" y="2179808"/>
                  </a:lnTo>
                  <a:lnTo>
                    <a:pt x="5735992" y="2222910"/>
                  </a:lnTo>
                  <a:lnTo>
                    <a:pt x="5685500" y="2261694"/>
                  </a:lnTo>
                  <a:lnTo>
                    <a:pt x="5632576" y="2296382"/>
                  </a:lnTo>
                  <a:lnTo>
                    <a:pt x="5576346" y="2327345"/>
                  </a:lnTo>
                  <a:lnTo>
                    <a:pt x="5515919" y="2355004"/>
                  </a:lnTo>
                  <a:lnTo>
                    <a:pt x="5450460" y="2379765"/>
                  </a:lnTo>
                  <a:lnTo>
                    <a:pt x="5379290" y="2401987"/>
                  </a:lnTo>
                  <a:lnTo>
                    <a:pt x="5302008" y="2421958"/>
                  </a:lnTo>
                  <a:lnTo>
                    <a:pt x="5218659" y="2439893"/>
                  </a:lnTo>
                  <a:lnTo>
                    <a:pt x="5129934" y="2455922"/>
                  </a:lnTo>
                  <a:lnTo>
                    <a:pt x="5037364" y="2470103"/>
                  </a:lnTo>
                  <a:lnTo>
                    <a:pt x="4943464" y="2482431"/>
                  </a:lnTo>
                  <a:lnTo>
                    <a:pt x="4851702" y="2492866"/>
                  </a:lnTo>
                  <a:lnTo>
                    <a:pt x="4766228" y="2501367"/>
                  </a:lnTo>
                  <a:lnTo>
                    <a:pt x="4691297" y="2507945"/>
                  </a:lnTo>
                  <a:lnTo>
                    <a:pt x="4630482" y="2512691"/>
                  </a:lnTo>
                  <a:lnTo>
                    <a:pt x="4585864" y="2515807"/>
                  </a:lnTo>
                  <a:lnTo>
                    <a:pt x="4557483" y="2517589"/>
                  </a:lnTo>
                  <a:lnTo>
                    <a:pt x="4543178" y="2518400"/>
                  </a:lnTo>
                  <a:lnTo>
                    <a:pt x="4538790" y="2518626"/>
                  </a:lnTo>
                  <a:lnTo>
                    <a:pt x="4538543" y="2518638"/>
                  </a:lnTo>
                  <a:lnTo>
                    <a:pt x="4016409" y="2518638"/>
                  </a:lnTo>
                  <a:lnTo>
                    <a:pt x="4015236" y="2518566"/>
                  </a:lnTo>
                  <a:lnTo>
                    <a:pt x="4007551" y="2518057"/>
                  </a:lnTo>
                  <a:lnTo>
                    <a:pt x="3988287" y="2516650"/>
                  </a:lnTo>
                  <a:lnTo>
                    <a:pt x="3954122" y="2513883"/>
                  </a:lnTo>
                  <a:lnTo>
                    <a:pt x="3903768" y="2509345"/>
                  </a:lnTo>
                  <a:lnTo>
                    <a:pt x="3838048" y="2502716"/>
                  </a:lnTo>
                  <a:lnTo>
                    <a:pt x="3759601" y="2493805"/>
                  </a:lnTo>
                  <a:lnTo>
                    <a:pt x="3672237" y="2482539"/>
                  </a:lnTo>
                  <a:lnTo>
                    <a:pt x="3580144" y="2468934"/>
                  </a:lnTo>
                  <a:lnTo>
                    <a:pt x="3487185" y="2453044"/>
                  </a:lnTo>
                  <a:lnTo>
                    <a:pt x="3396445" y="2434907"/>
                  </a:lnTo>
                  <a:lnTo>
                    <a:pt x="3310058" y="2414510"/>
                  </a:lnTo>
                  <a:lnTo>
                    <a:pt x="3229240" y="2391755"/>
                  </a:lnTo>
                  <a:lnTo>
                    <a:pt x="3154452" y="2366456"/>
                  </a:lnTo>
                  <a:lnTo>
                    <a:pt x="3085590" y="2338325"/>
                  </a:lnTo>
                  <a:lnTo>
                    <a:pt x="3022172" y="2306991"/>
                  </a:lnTo>
                  <a:lnTo>
                    <a:pt x="2963484" y="2272001"/>
                  </a:lnTo>
                  <a:lnTo>
                    <a:pt x="2908690" y="2232856"/>
                  </a:lnTo>
                  <a:lnTo>
                    <a:pt x="2856922" y="2189056"/>
                  </a:lnTo>
                  <a:lnTo>
                    <a:pt x="2807342" y="2140181"/>
                  </a:lnTo>
                  <a:lnTo>
                    <a:pt x="2770117" y="2098865"/>
                  </a:lnTo>
                  <a:lnTo>
                    <a:pt x="2731196" y="2051517"/>
                  </a:lnTo>
                  <a:lnTo>
                    <a:pt x="2692643" y="2000555"/>
                  </a:lnTo>
                  <a:lnTo>
                    <a:pt x="2654210" y="1945905"/>
                  </a:lnTo>
                  <a:lnTo>
                    <a:pt x="2615704" y="1887558"/>
                  </a:lnTo>
                  <a:lnTo>
                    <a:pt x="2576983" y="1825579"/>
                  </a:lnTo>
                  <a:lnTo>
                    <a:pt x="2537949" y="1760108"/>
                  </a:lnTo>
                  <a:lnTo>
                    <a:pt x="2498547" y="1691368"/>
                  </a:lnTo>
                  <a:lnTo>
                    <a:pt x="2458758" y="1619666"/>
                  </a:lnTo>
                  <a:lnTo>
                    <a:pt x="2418599" y="1545388"/>
                  </a:lnTo>
                  <a:lnTo>
                    <a:pt x="2378114" y="1468994"/>
                  </a:lnTo>
                  <a:lnTo>
                    <a:pt x="2337372" y="1391009"/>
                  </a:lnTo>
                  <a:lnTo>
                    <a:pt x="2296462" y="1312007"/>
                  </a:lnTo>
                  <a:lnTo>
                    <a:pt x="2255483" y="1232594"/>
                  </a:lnTo>
                  <a:lnTo>
                    <a:pt x="2214539" y="1153390"/>
                  </a:lnTo>
                  <a:lnTo>
                    <a:pt x="2173733" y="1075007"/>
                  </a:lnTo>
                  <a:lnTo>
                    <a:pt x="2133155" y="998032"/>
                  </a:lnTo>
                  <a:lnTo>
                    <a:pt x="2092883" y="923008"/>
                  </a:lnTo>
                  <a:lnTo>
                    <a:pt x="2052970" y="850417"/>
                  </a:lnTo>
                  <a:lnTo>
                    <a:pt x="2013441" y="780670"/>
                  </a:lnTo>
                  <a:lnTo>
                    <a:pt x="1974291" y="714102"/>
                  </a:lnTo>
                  <a:lnTo>
                    <a:pt x="1935476" y="650960"/>
                  </a:lnTo>
                  <a:lnTo>
                    <a:pt x="1896913" y="591415"/>
                  </a:lnTo>
                  <a:lnTo>
                    <a:pt x="1858475" y="535553"/>
                  </a:lnTo>
                  <a:lnTo>
                    <a:pt x="1819986" y="483389"/>
                  </a:lnTo>
                  <a:lnTo>
                    <a:pt x="1781216" y="434871"/>
                  </a:lnTo>
                  <a:lnTo>
                    <a:pt x="1768425" y="419773"/>
                  </a:lnTo>
                  <a:lnTo>
                    <a:pt x="1720028" y="366830"/>
                  </a:lnTo>
                  <a:lnTo>
                    <a:pt x="1670018" y="319142"/>
                  </a:lnTo>
                  <a:lnTo>
                    <a:pt x="1617634" y="276447"/>
                  </a:lnTo>
                  <a:lnTo>
                    <a:pt x="1562028" y="238297"/>
                  </a:lnTo>
                  <a:lnTo>
                    <a:pt x="1502329" y="204185"/>
                  </a:lnTo>
                  <a:lnTo>
                    <a:pt x="1437725" y="173619"/>
                  </a:lnTo>
                  <a:lnTo>
                    <a:pt x="1367541" y="146165"/>
                  </a:lnTo>
                  <a:lnTo>
                    <a:pt x="1291367" y="121469"/>
                  </a:lnTo>
                  <a:lnTo>
                    <a:pt x="1209213" y="99266"/>
                  </a:lnTo>
                  <a:lnTo>
                    <a:pt x="1121693" y="79390"/>
                  </a:lnTo>
                  <a:lnTo>
                    <a:pt x="1030224" y="61765"/>
                  </a:lnTo>
                  <a:lnTo>
                    <a:pt x="937158" y="46392"/>
                  </a:lnTo>
                  <a:lnTo>
                    <a:pt x="845783" y="33317"/>
                  </a:lnTo>
                  <a:lnTo>
                    <a:pt x="760088" y="22590"/>
                  </a:lnTo>
                  <a:lnTo>
                    <a:pt x="684242" y="14211"/>
                  </a:lnTo>
                  <a:lnTo>
                    <a:pt x="621857" y="8081"/>
                  </a:lnTo>
                  <a:lnTo>
                    <a:pt x="575202" y="3980"/>
                  </a:lnTo>
                  <a:lnTo>
                    <a:pt x="544632" y="1563"/>
                  </a:lnTo>
                  <a:lnTo>
                    <a:pt x="528373" y="401"/>
                  </a:lnTo>
                  <a:lnTo>
                    <a:pt x="522679" y="32"/>
                  </a:lnTo>
                  <a:lnTo>
                    <a:pt x="5221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654" name="pl654"/>
            <p:cNvSpPr/>
            <p:nvPr/>
          </p:nvSpPr>
          <p:spPr>
            <a:xfrm>
              <a:off x="386606" y="3054758"/>
              <a:ext cx="8554953" cy="2518638"/>
            </a:xfrm>
            <a:custGeom>
              <a:avLst/>
              <a:pathLst>
                <a:path w="8554953" h="2518638">
                  <a:moveTo>
                    <a:pt x="0" y="0"/>
                  </a:moveTo>
                  <a:lnTo>
                    <a:pt x="522133" y="0"/>
                  </a:lnTo>
                  <a:lnTo>
                    <a:pt x="523306" y="71"/>
                  </a:lnTo>
                  <a:lnTo>
                    <a:pt x="530991" y="580"/>
                  </a:lnTo>
                  <a:lnTo>
                    <a:pt x="550256" y="1988"/>
                  </a:lnTo>
                  <a:lnTo>
                    <a:pt x="584420" y="4754"/>
                  </a:lnTo>
                  <a:lnTo>
                    <a:pt x="634774" y="9293"/>
                  </a:lnTo>
                  <a:lnTo>
                    <a:pt x="700495" y="15921"/>
                  </a:lnTo>
                  <a:lnTo>
                    <a:pt x="778941" y="24832"/>
                  </a:lnTo>
                  <a:lnTo>
                    <a:pt x="866305" y="36098"/>
                  </a:lnTo>
                  <a:lnTo>
                    <a:pt x="958398" y="49703"/>
                  </a:lnTo>
                  <a:lnTo>
                    <a:pt x="1051357" y="65594"/>
                  </a:lnTo>
                  <a:lnTo>
                    <a:pt x="1142097" y="83730"/>
                  </a:lnTo>
                  <a:lnTo>
                    <a:pt x="1228484" y="104128"/>
                  </a:lnTo>
                  <a:lnTo>
                    <a:pt x="1309302" y="126882"/>
                  </a:lnTo>
                  <a:lnTo>
                    <a:pt x="1384090" y="152182"/>
                  </a:lnTo>
                  <a:lnTo>
                    <a:pt x="1452952" y="180312"/>
                  </a:lnTo>
                  <a:lnTo>
                    <a:pt x="1516370" y="211647"/>
                  </a:lnTo>
                  <a:lnTo>
                    <a:pt x="1575058" y="246636"/>
                  </a:lnTo>
                  <a:lnTo>
                    <a:pt x="1629852" y="285781"/>
                  </a:lnTo>
                  <a:lnTo>
                    <a:pt x="1681621" y="329581"/>
                  </a:lnTo>
                  <a:lnTo>
                    <a:pt x="1731200" y="378456"/>
                  </a:lnTo>
                  <a:lnTo>
                    <a:pt x="1768425" y="419773"/>
                  </a:lnTo>
                  <a:lnTo>
                    <a:pt x="1807346" y="467120"/>
                  </a:lnTo>
                  <a:lnTo>
                    <a:pt x="1845899" y="518082"/>
                  </a:lnTo>
                  <a:lnTo>
                    <a:pt x="1884332" y="572733"/>
                  </a:lnTo>
                  <a:lnTo>
                    <a:pt x="1922838" y="631079"/>
                  </a:lnTo>
                  <a:lnTo>
                    <a:pt x="1961559" y="693058"/>
                  </a:lnTo>
                  <a:lnTo>
                    <a:pt x="2000593" y="758529"/>
                  </a:lnTo>
                  <a:lnTo>
                    <a:pt x="2039996" y="827269"/>
                  </a:lnTo>
                  <a:lnTo>
                    <a:pt x="2079784" y="898971"/>
                  </a:lnTo>
                  <a:lnTo>
                    <a:pt x="2119944" y="973249"/>
                  </a:lnTo>
                  <a:lnTo>
                    <a:pt x="2160429" y="1049643"/>
                  </a:lnTo>
                  <a:lnTo>
                    <a:pt x="2201170" y="1127628"/>
                  </a:lnTo>
                  <a:lnTo>
                    <a:pt x="2242080" y="1206630"/>
                  </a:lnTo>
                  <a:lnTo>
                    <a:pt x="2283059" y="1286043"/>
                  </a:lnTo>
                  <a:lnTo>
                    <a:pt x="2324003" y="1365247"/>
                  </a:lnTo>
                  <a:lnTo>
                    <a:pt x="2364810" y="1443630"/>
                  </a:lnTo>
                  <a:lnTo>
                    <a:pt x="2405387" y="1520605"/>
                  </a:lnTo>
                  <a:lnTo>
                    <a:pt x="2445659" y="1595629"/>
                  </a:lnTo>
                  <a:lnTo>
                    <a:pt x="2485572" y="1668220"/>
                  </a:lnTo>
                  <a:lnTo>
                    <a:pt x="2525101" y="1737967"/>
                  </a:lnTo>
                  <a:lnTo>
                    <a:pt x="2564251" y="1804536"/>
                  </a:lnTo>
                  <a:lnTo>
                    <a:pt x="2603066" y="1867677"/>
                  </a:lnTo>
                  <a:lnTo>
                    <a:pt x="2641629" y="1927222"/>
                  </a:lnTo>
                  <a:lnTo>
                    <a:pt x="2680067" y="1983084"/>
                  </a:lnTo>
                  <a:lnTo>
                    <a:pt x="2718556" y="2035248"/>
                  </a:lnTo>
                  <a:lnTo>
                    <a:pt x="2757326" y="2083766"/>
                  </a:lnTo>
                  <a:lnTo>
                    <a:pt x="2770117" y="2098865"/>
                  </a:lnTo>
                  <a:lnTo>
                    <a:pt x="2818514" y="2151807"/>
                  </a:lnTo>
                  <a:lnTo>
                    <a:pt x="2868524" y="2199495"/>
                  </a:lnTo>
                  <a:lnTo>
                    <a:pt x="2920908" y="2242190"/>
                  </a:lnTo>
                  <a:lnTo>
                    <a:pt x="2976515" y="2280341"/>
                  </a:lnTo>
                  <a:lnTo>
                    <a:pt x="3036213" y="2314453"/>
                  </a:lnTo>
                  <a:lnTo>
                    <a:pt x="3100817" y="2345018"/>
                  </a:lnTo>
                  <a:lnTo>
                    <a:pt x="3171001" y="2372472"/>
                  </a:lnTo>
                  <a:lnTo>
                    <a:pt x="3247175" y="2397169"/>
                  </a:lnTo>
                  <a:lnTo>
                    <a:pt x="3329330" y="2419372"/>
                  </a:lnTo>
                  <a:lnTo>
                    <a:pt x="3416849" y="2439247"/>
                  </a:lnTo>
                  <a:lnTo>
                    <a:pt x="3508319" y="2456872"/>
                  </a:lnTo>
                  <a:lnTo>
                    <a:pt x="3601385" y="2472245"/>
                  </a:lnTo>
                  <a:lnTo>
                    <a:pt x="3692759" y="2485320"/>
                  </a:lnTo>
                  <a:lnTo>
                    <a:pt x="3778454" y="2496047"/>
                  </a:lnTo>
                  <a:lnTo>
                    <a:pt x="3854300" y="2504427"/>
                  </a:lnTo>
                  <a:lnTo>
                    <a:pt x="3916686" y="2510556"/>
                  </a:lnTo>
                  <a:lnTo>
                    <a:pt x="3963340" y="2514658"/>
                  </a:lnTo>
                  <a:lnTo>
                    <a:pt x="3993911" y="2517075"/>
                  </a:lnTo>
                  <a:lnTo>
                    <a:pt x="4010170" y="2518236"/>
                  </a:lnTo>
                  <a:lnTo>
                    <a:pt x="4015863" y="2518605"/>
                  </a:lnTo>
                  <a:lnTo>
                    <a:pt x="4016409" y="2518638"/>
                  </a:lnTo>
                  <a:lnTo>
                    <a:pt x="4538543" y="2518638"/>
                  </a:lnTo>
                  <a:lnTo>
                    <a:pt x="4539748" y="2518579"/>
                  </a:lnTo>
                  <a:lnTo>
                    <a:pt x="4547635" y="2518156"/>
                  </a:lnTo>
                  <a:lnTo>
                    <a:pt x="4567388" y="2516988"/>
                  </a:lnTo>
                  <a:lnTo>
                    <a:pt x="4602374" y="2514694"/>
                  </a:lnTo>
                  <a:lnTo>
                    <a:pt x="4653848" y="2510932"/>
                  </a:lnTo>
                  <a:lnTo>
                    <a:pt x="4720881" y="2505443"/>
                  </a:lnTo>
                  <a:lnTo>
                    <a:pt x="4800682" y="2498072"/>
                  </a:lnTo>
                  <a:lnTo>
                    <a:pt x="4889294" y="2488765"/>
                  </a:lnTo>
                  <a:lnTo>
                    <a:pt x="4982419" y="2477539"/>
                  </a:lnTo>
                  <a:lnTo>
                    <a:pt x="5076136" y="2464437"/>
                  </a:lnTo>
                  <a:lnTo>
                    <a:pt x="5167356" y="2449491"/>
                  </a:lnTo>
                  <a:lnTo>
                    <a:pt x="5253983" y="2432682"/>
                  </a:lnTo>
                  <a:lnTo>
                    <a:pt x="5334854" y="2413922"/>
                  </a:lnTo>
                  <a:lnTo>
                    <a:pt x="5409574" y="2393047"/>
                  </a:lnTo>
                  <a:lnTo>
                    <a:pt x="5478304" y="2369810"/>
                  </a:lnTo>
                  <a:lnTo>
                    <a:pt x="5541579" y="2343892"/>
                  </a:lnTo>
                  <a:lnTo>
                    <a:pt x="5600157" y="2314912"/>
                  </a:lnTo>
                  <a:lnTo>
                    <a:pt x="5654905" y="2282452"/>
                  </a:lnTo>
                  <a:lnTo>
                    <a:pt x="5706717" y="2246103"/>
                  </a:lnTo>
                  <a:lnTo>
                    <a:pt x="5756437" y="2205538"/>
                  </a:lnTo>
                  <a:lnTo>
                    <a:pt x="5784835" y="2179808"/>
                  </a:lnTo>
                  <a:lnTo>
                    <a:pt x="5826738" y="2138523"/>
                  </a:lnTo>
                  <a:lnTo>
                    <a:pt x="5868237" y="2093848"/>
                  </a:lnTo>
                  <a:lnTo>
                    <a:pt x="5909635" y="2045714"/>
                  </a:lnTo>
                  <a:lnTo>
                    <a:pt x="5951160" y="1994128"/>
                  </a:lnTo>
                  <a:lnTo>
                    <a:pt x="5992975" y="1939173"/>
                  </a:lnTo>
                  <a:lnTo>
                    <a:pt x="6035181" y="1881021"/>
                  </a:lnTo>
                  <a:lnTo>
                    <a:pt x="6077830" y="1819932"/>
                  </a:lnTo>
                  <a:lnTo>
                    <a:pt x="6120921" y="1756256"/>
                  </a:lnTo>
                  <a:lnTo>
                    <a:pt x="6164413" y="1690428"/>
                  </a:lnTo>
                  <a:lnTo>
                    <a:pt x="6208229" y="1622954"/>
                  </a:lnTo>
                  <a:lnTo>
                    <a:pt x="6252265" y="1554401"/>
                  </a:lnTo>
                  <a:lnTo>
                    <a:pt x="6296400" y="1485376"/>
                  </a:lnTo>
                  <a:lnTo>
                    <a:pt x="6340503" y="1416503"/>
                  </a:lnTo>
                  <a:lnTo>
                    <a:pt x="6384447" y="1348401"/>
                  </a:lnTo>
                  <a:lnTo>
                    <a:pt x="6428117" y="1281658"/>
                  </a:lnTo>
                  <a:lnTo>
                    <a:pt x="6471422" y="1216816"/>
                  </a:lnTo>
                  <a:lnTo>
                    <a:pt x="6514301" y="1154347"/>
                  </a:lnTo>
                  <a:lnTo>
                    <a:pt x="6556732" y="1094646"/>
                  </a:lnTo>
                  <a:lnTo>
                    <a:pt x="6598739" y="1038020"/>
                  </a:lnTo>
                  <a:lnTo>
                    <a:pt x="6640396" y="984685"/>
                  </a:lnTo>
                  <a:lnTo>
                    <a:pt x="6681835" y="934770"/>
                  </a:lnTo>
                  <a:lnTo>
                    <a:pt x="6723249" y="888320"/>
                  </a:lnTo>
                  <a:lnTo>
                    <a:pt x="6764902" y="845304"/>
                  </a:lnTo>
                  <a:lnTo>
                    <a:pt x="6786527" y="824486"/>
                  </a:lnTo>
                  <a:lnTo>
                    <a:pt x="6835370" y="781384"/>
                  </a:lnTo>
                  <a:lnTo>
                    <a:pt x="6885862" y="742600"/>
                  </a:lnTo>
                  <a:lnTo>
                    <a:pt x="6938786" y="707912"/>
                  </a:lnTo>
                  <a:lnTo>
                    <a:pt x="6995016" y="676949"/>
                  </a:lnTo>
                  <a:lnTo>
                    <a:pt x="7055443" y="649290"/>
                  </a:lnTo>
                  <a:lnTo>
                    <a:pt x="7120902" y="624529"/>
                  </a:lnTo>
                  <a:lnTo>
                    <a:pt x="7192071" y="602307"/>
                  </a:lnTo>
                  <a:lnTo>
                    <a:pt x="7269354" y="582336"/>
                  </a:lnTo>
                  <a:lnTo>
                    <a:pt x="7352703" y="564401"/>
                  </a:lnTo>
                  <a:lnTo>
                    <a:pt x="7441428" y="548372"/>
                  </a:lnTo>
                  <a:lnTo>
                    <a:pt x="7533998" y="534191"/>
                  </a:lnTo>
                  <a:lnTo>
                    <a:pt x="7627898" y="521863"/>
                  </a:lnTo>
                  <a:lnTo>
                    <a:pt x="7719660" y="511428"/>
                  </a:lnTo>
                  <a:lnTo>
                    <a:pt x="7805134" y="502927"/>
                  </a:lnTo>
                  <a:lnTo>
                    <a:pt x="7880065" y="496349"/>
                  </a:lnTo>
                  <a:lnTo>
                    <a:pt x="7940880" y="491603"/>
                  </a:lnTo>
                  <a:lnTo>
                    <a:pt x="7985498" y="488487"/>
                  </a:lnTo>
                  <a:lnTo>
                    <a:pt x="8013879" y="486705"/>
                  </a:lnTo>
                  <a:lnTo>
                    <a:pt x="8028184" y="485894"/>
                  </a:lnTo>
                  <a:lnTo>
                    <a:pt x="8032572" y="485668"/>
                  </a:lnTo>
                  <a:lnTo>
                    <a:pt x="8032819" y="485656"/>
                  </a:lnTo>
                  <a:lnTo>
                    <a:pt x="8554953" y="485656"/>
                  </a:lnTo>
                  <a:lnTo>
                    <a:pt x="8554953" y="485656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655" name="pl655"/>
            <p:cNvSpPr/>
            <p:nvPr/>
          </p:nvSpPr>
          <p:spPr>
            <a:xfrm>
              <a:off x="386606" y="3049111"/>
              <a:ext cx="8554953" cy="2518638"/>
            </a:xfrm>
            <a:custGeom>
              <a:avLst/>
              <a:pathLst>
                <a:path w="8554953" h="2518638">
                  <a:moveTo>
                    <a:pt x="8554953" y="485656"/>
                  </a:moveTo>
                  <a:lnTo>
                    <a:pt x="8032819" y="485656"/>
                  </a:lnTo>
                  <a:lnTo>
                    <a:pt x="8031614" y="485715"/>
                  </a:lnTo>
                  <a:lnTo>
                    <a:pt x="8023727" y="486138"/>
                  </a:lnTo>
                  <a:lnTo>
                    <a:pt x="8003974" y="487306"/>
                  </a:lnTo>
                  <a:lnTo>
                    <a:pt x="7968988" y="489600"/>
                  </a:lnTo>
                  <a:lnTo>
                    <a:pt x="7917513" y="493362"/>
                  </a:lnTo>
                  <a:lnTo>
                    <a:pt x="7850481" y="498851"/>
                  </a:lnTo>
                  <a:lnTo>
                    <a:pt x="7770680" y="506222"/>
                  </a:lnTo>
                  <a:lnTo>
                    <a:pt x="7682068" y="515529"/>
                  </a:lnTo>
                  <a:lnTo>
                    <a:pt x="7588943" y="526755"/>
                  </a:lnTo>
                  <a:lnTo>
                    <a:pt x="7495226" y="539857"/>
                  </a:lnTo>
                  <a:lnTo>
                    <a:pt x="7404006" y="554803"/>
                  </a:lnTo>
                  <a:lnTo>
                    <a:pt x="7317379" y="571612"/>
                  </a:lnTo>
                  <a:lnTo>
                    <a:pt x="7236508" y="590372"/>
                  </a:lnTo>
                  <a:lnTo>
                    <a:pt x="7161788" y="611247"/>
                  </a:lnTo>
                  <a:lnTo>
                    <a:pt x="7093058" y="634484"/>
                  </a:lnTo>
                  <a:lnTo>
                    <a:pt x="7029783" y="660403"/>
                  </a:lnTo>
                  <a:lnTo>
                    <a:pt x="6971205" y="689382"/>
                  </a:lnTo>
                  <a:lnTo>
                    <a:pt x="6916457" y="721842"/>
                  </a:lnTo>
                  <a:lnTo>
                    <a:pt x="6864645" y="758191"/>
                  </a:lnTo>
                  <a:lnTo>
                    <a:pt x="6814925" y="798756"/>
                  </a:lnTo>
                  <a:lnTo>
                    <a:pt x="6786527" y="824486"/>
                  </a:lnTo>
                  <a:lnTo>
                    <a:pt x="6744624" y="865771"/>
                  </a:lnTo>
                  <a:lnTo>
                    <a:pt x="6703125" y="910446"/>
                  </a:lnTo>
                  <a:lnTo>
                    <a:pt x="6661727" y="958580"/>
                  </a:lnTo>
                  <a:lnTo>
                    <a:pt x="6620202" y="1010166"/>
                  </a:lnTo>
                  <a:lnTo>
                    <a:pt x="6578387" y="1065121"/>
                  </a:lnTo>
                  <a:lnTo>
                    <a:pt x="6536181" y="1123273"/>
                  </a:lnTo>
                  <a:lnTo>
                    <a:pt x="6493532" y="1184362"/>
                  </a:lnTo>
                  <a:lnTo>
                    <a:pt x="6450441" y="1248038"/>
                  </a:lnTo>
                  <a:lnTo>
                    <a:pt x="6406949" y="1313866"/>
                  </a:lnTo>
                  <a:lnTo>
                    <a:pt x="6363133" y="1381340"/>
                  </a:lnTo>
                  <a:lnTo>
                    <a:pt x="6319096" y="1449893"/>
                  </a:lnTo>
                  <a:lnTo>
                    <a:pt x="6274962" y="1518918"/>
                  </a:lnTo>
                  <a:lnTo>
                    <a:pt x="6230859" y="1587791"/>
                  </a:lnTo>
                  <a:lnTo>
                    <a:pt x="6186915" y="1655893"/>
                  </a:lnTo>
                  <a:lnTo>
                    <a:pt x="6143245" y="1722636"/>
                  </a:lnTo>
                  <a:lnTo>
                    <a:pt x="6099940" y="1787478"/>
                  </a:lnTo>
                  <a:lnTo>
                    <a:pt x="6057061" y="1849947"/>
                  </a:lnTo>
                  <a:lnTo>
                    <a:pt x="6014630" y="1909648"/>
                  </a:lnTo>
                  <a:lnTo>
                    <a:pt x="5972623" y="1966274"/>
                  </a:lnTo>
                  <a:lnTo>
                    <a:pt x="5930966" y="2019609"/>
                  </a:lnTo>
                  <a:lnTo>
                    <a:pt x="5889527" y="2069524"/>
                  </a:lnTo>
                  <a:lnTo>
                    <a:pt x="5848113" y="2115974"/>
                  </a:lnTo>
                  <a:lnTo>
                    <a:pt x="5806460" y="2158990"/>
                  </a:lnTo>
                  <a:lnTo>
                    <a:pt x="5784835" y="2179808"/>
                  </a:lnTo>
                  <a:lnTo>
                    <a:pt x="5735992" y="2222910"/>
                  </a:lnTo>
                  <a:lnTo>
                    <a:pt x="5685500" y="2261694"/>
                  </a:lnTo>
                  <a:lnTo>
                    <a:pt x="5632576" y="2296382"/>
                  </a:lnTo>
                  <a:lnTo>
                    <a:pt x="5576346" y="2327345"/>
                  </a:lnTo>
                  <a:lnTo>
                    <a:pt x="5515919" y="2355004"/>
                  </a:lnTo>
                  <a:lnTo>
                    <a:pt x="5450460" y="2379765"/>
                  </a:lnTo>
                  <a:lnTo>
                    <a:pt x="5379290" y="2401987"/>
                  </a:lnTo>
                  <a:lnTo>
                    <a:pt x="5302008" y="2421958"/>
                  </a:lnTo>
                  <a:lnTo>
                    <a:pt x="5218659" y="2439893"/>
                  </a:lnTo>
                  <a:lnTo>
                    <a:pt x="5129934" y="2455922"/>
                  </a:lnTo>
                  <a:lnTo>
                    <a:pt x="5037364" y="2470103"/>
                  </a:lnTo>
                  <a:lnTo>
                    <a:pt x="4943464" y="2482431"/>
                  </a:lnTo>
                  <a:lnTo>
                    <a:pt x="4851702" y="2492866"/>
                  </a:lnTo>
                  <a:lnTo>
                    <a:pt x="4766228" y="2501367"/>
                  </a:lnTo>
                  <a:lnTo>
                    <a:pt x="4691297" y="2507945"/>
                  </a:lnTo>
                  <a:lnTo>
                    <a:pt x="4630482" y="2512691"/>
                  </a:lnTo>
                  <a:lnTo>
                    <a:pt x="4585864" y="2515807"/>
                  </a:lnTo>
                  <a:lnTo>
                    <a:pt x="4557483" y="2517589"/>
                  </a:lnTo>
                  <a:lnTo>
                    <a:pt x="4543178" y="2518400"/>
                  </a:lnTo>
                  <a:lnTo>
                    <a:pt x="4538790" y="2518626"/>
                  </a:lnTo>
                  <a:lnTo>
                    <a:pt x="4538543" y="2518638"/>
                  </a:lnTo>
                  <a:lnTo>
                    <a:pt x="4016409" y="2518638"/>
                  </a:lnTo>
                  <a:lnTo>
                    <a:pt x="4015236" y="2518566"/>
                  </a:lnTo>
                  <a:lnTo>
                    <a:pt x="4007551" y="2518057"/>
                  </a:lnTo>
                  <a:lnTo>
                    <a:pt x="3988287" y="2516650"/>
                  </a:lnTo>
                  <a:lnTo>
                    <a:pt x="3954122" y="2513883"/>
                  </a:lnTo>
                  <a:lnTo>
                    <a:pt x="3903768" y="2509345"/>
                  </a:lnTo>
                  <a:lnTo>
                    <a:pt x="3838048" y="2502716"/>
                  </a:lnTo>
                  <a:lnTo>
                    <a:pt x="3759601" y="2493805"/>
                  </a:lnTo>
                  <a:lnTo>
                    <a:pt x="3672237" y="2482539"/>
                  </a:lnTo>
                  <a:lnTo>
                    <a:pt x="3580144" y="2468934"/>
                  </a:lnTo>
                  <a:lnTo>
                    <a:pt x="3487185" y="2453044"/>
                  </a:lnTo>
                  <a:lnTo>
                    <a:pt x="3396445" y="2434907"/>
                  </a:lnTo>
                  <a:lnTo>
                    <a:pt x="3310058" y="2414510"/>
                  </a:lnTo>
                  <a:lnTo>
                    <a:pt x="3229240" y="2391755"/>
                  </a:lnTo>
                  <a:lnTo>
                    <a:pt x="3154452" y="2366456"/>
                  </a:lnTo>
                  <a:lnTo>
                    <a:pt x="3085590" y="2338325"/>
                  </a:lnTo>
                  <a:lnTo>
                    <a:pt x="3022172" y="2306991"/>
                  </a:lnTo>
                  <a:lnTo>
                    <a:pt x="2963484" y="2272001"/>
                  </a:lnTo>
                  <a:lnTo>
                    <a:pt x="2908690" y="2232856"/>
                  </a:lnTo>
                  <a:lnTo>
                    <a:pt x="2856922" y="2189056"/>
                  </a:lnTo>
                  <a:lnTo>
                    <a:pt x="2807342" y="2140181"/>
                  </a:lnTo>
                  <a:lnTo>
                    <a:pt x="2770117" y="2098865"/>
                  </a:lnTo>
                  <a:lnTo>
                    <a:pt x="2731196" y="2051517"/>
                  </a:lnTo>
                  <a:lnTo>
                    <a:pt x="2692643" y="2000555"/>
                  </a:lnTo>
                  <a:lnTo>
                    <a:pt x="2654210" y="1945905"/>
                  </a:lnTo>
                  <a:lnTo>
                    <a:pt x="2615704" y="1887558"/>
                  </a:lnTo>
                  <a:lnTo>
                    <a:pt x="2576983" y="1825579"/>
                  </a:lnTo>
                  <a:lnTo>
                    <a:pt x="2537949" y="1760108"/>
                  </a:lnTo>
                  <a:lnTo>
                    <a:pt x="2498547" y="1691368"/>
                  </a:lnTo>
                  <a:lnTo>
                    <a:pt x="2458758" y="1619666"/>
                  </a:lnTo>
                  <a:lnTo>
                    <a:pt x="2418599" y="1545388"/>
                  </a:lnTo>
                  <a:lnTo>
                    <a:pt x="2378114" y="1468994"/>
                  </a:lnTo>
                  <a:lnTo>
                    <a:pt x="2337372" y="1391009"/>
                  </a:lnTo>
                  <a:lnTo>
                    <a:pt x="2296462" y="1312007"/>
                  </a:lnTo>
                  <a:lnTo>
                    <a:pt x="2255483" y="1232594"/>
                  </a:lnTo>
                  <a:lnTo>
                    <a:pt x="2214539" y="1153390"/>
                  </a:lnTo>
                  <a:lnTo>
                    <a:pt x="2173733" y="1075007"/>
                  </a:lnTo>
                  <a:lnTo>
                    <a:pt x="2133155" y="998032"/>
                  </a:lnTo>
                  <a:lnTo>
                    <a:pt x="2092883" y="923008"/>
                  </a:lnTo>
                  <a:lnTo>
                    <a:pt x="2052970" y="850417"/>
                  </a:lnTo>
                  <a:lnTo>
                    <a:pt x="2013441" y="780670"/>
                  </a:lnTo>
                  <a:lnTo>
                    <a:pt x="1974291" y="714102"/>
                  </a:lnTo>
                  <a:lnTo>
                    <a:pt x="1935476" y="650960"/>
                  </a:lnTo>
                  <a:lnTo>
                    <a:pt x="1896913" y="591415"/>
                  </a:lnTo>
                  <a:lnTo>
                    <a:pt x="1858475" y="535553"/>
                  </a:lnTo>
                  <a:lnTo>
                    <a:pt x="1819986" y="483389"/>
                  </a:lnTo>
                  <a:lnTo>
                    <a:pt x="1781216" y="434871"/>
                  </a:lnTo>
                  <a:lnTo>
                    <a:pt x="1768425" y="419773"/>
                  </a:lnTo>
                  <a:lnTo>
                    <a:pt x="1720028" y="366830"/>
                  </a:lnTo>
                  <a:lnTo>
                    <a:pt x="1670018" y="319142"/>
                  </a:lnTo>
                  <a:lnTo>
                    <a:pt x="1617634" y="276447"/>
                  </a:lnTo>
                  <a:lnTo>
                    <a:pt x="1562028" y="238297"/>
                  </a:lnTo>
                  <a:lnTo>
                    <a:pt x="1502329" y="204185"/>
                  </a:lnTo>
                  <a:lnTo>
                    <a:pt x="1437725" y="173619"/>
                  </a:lnTo>
                  <a:lnTo>
                    <a:pt x="1367541" y="146165"/>
                  </a:lnTo>
                  <a:lnTo>
                    <a:pt x="1291367" y="121469"/>
                  </a:lnTo>
                  <a:lnTo>
                    <a:pt x="1209213" y="99266"/>
                  </a:lnTo>
                  <a:lnTo>
                    <a:pt x="1121693" y="79390"/>
                  </a:lnTo>
                  <a:lnTo>
                    <a:pt x="1030224" y="61765"/>
                  </a:lnTo>
                  <a:lnTo>
                    <a:pt x="937158" y="46392"/>
                  </a:lnTo>
                  <a:lnTo>
                    <a:pt x="845783" y="33317"/>
                  </a:lnTo>
                  <a:lnTo>
                    <a:pt x="760088" y="22590"/>
                  </a:lnTo>
                  <a:lnTo>
                    <a:pt x="684242" y="14211"/>
                  </a:lnTo>
                  <a:lnTo>
                    <a:pt x="621857" y="8081"/>
                  </a:lnTo>
                  <a:lnTo>
                    <a:pt x="575202" y="3980"/>
                  </a:lnTo>
                  <a:lnTo>
                    <a:pt x="544632" y="1563"/>
                  </a:lnTo>
                  <a:lnTo>
                    <a:pt x="528373" y="401"/>
                  </a:lnTo>
                  <a:lnTo>
                    <a:pt x="522679" y="32"/>
                  </a:lnTo>
                  <a:lnTo>
                    <a:pt x="522133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656" name="pg656"/>
            <p:cNvSpPr/>
            <p:nvPr/>
          </p:nvSpPr>
          <p:spPr>
            <a:xfrm>
              <a:off x="386606" y="3054758"/>
              <a:ext cx="8554953" cy="2524285"/>
            </a:xfrm>
            <a:custGeom>
              <a:avLst/>
              <a:pathLst>
                <a:path w="8554953" h="2524285">
                  <a:moveTo>
                    <a:pt x="0" y="5647"/>
                  </a:moveTo>
                  <a:lnTo>
                    <a:pt x="522133" y="5647"/>
                  </a:lnTo>
                  <a:lnTo>
                    <a:pt x="523306" y="5718"/>
                  </a:lnTo>
                  <a:lnTo>
                    <a:pt x="530991" y="6227"/>
                  </a:lnTo>
                  <a:lnTo>
                    <a:pt x="550256" y="7635"/>
                  </a:lnTo>
                  <a:lnTo>
                    <a:pt x="584420" y="10401"/>
                  </a:lnTo>
                  <a:lnTo>
                    <a:pt x="634774" y="14940"/>
                  </a:lnTo>
                  <a:lnTo>
                    <a:pt x="700495" y="21568"/>
                  </a:lnTo>
                  <a:lnTo>
                    <a:pt x="778941" y="30479"/>
                  </a:lnTo>
                  <a:lnTo>
                    <a:pt x="866305" y="41745"/>
                  </a:lnTo>
                  <a:lnTo>
                    <a:pt x="958398" y="55350"/>
                  </a:lnTo>
                  <a:lnTo>
                    <a:pt x="1051357" y="71241"/>
                  </a:lnTo>
                  <a:lnTo>
                    <a:pt x="1142097" y="89377"/>
                  </a:lnTo>
                  <a:lnTo>
                    <a:pt x="1228484" y="109775"/>
                  </a:lnTo>
                  <a:lnTo>
                    <a:pt x="1309302" y="132529"/>
                  </a:lnTo>
                  <a:lnTo>
                    <a:pt x="1384090" y="157829"/>
                  </a:lnTo>
                  <a:lnTo>
                    <a:pt x="1452952" y="185959"/>
                  </a:lnTo>
                  <a:lnTo>
                    <a:pt x="1516370" y="217294"/>
                  </a:lnTo>
                  <a:lnTo>
                    <a:pt x="1575058" y="252284"/>
                  </a:lnTo>
                  <a:lnTo>
                    <a:pt x="1629852" y="291428"/>
                  </a:lnTo>
                  <a:lnTo>
                    <a:pt x="1681621" y="335228"/>
                  </a:lnTo>
                  <a:lnTo>
                    <a:pt x="1731200" y="384103"/>
                  </a:lnTo>
                  <a:lnTo>
                    <a:pt x="1768425" y="425420"/>
                  </a:lnTo>
                  <a:lnTo>
                    <a:pt x="1807346" y="472767"/>
                  </a:lnTo>
                  <a:lnTo>
                    <a:pt x="1845899" y="523730"/>
                  </a:lnTo>
                  <a:lnTo>
                    <a:pt x="1884332" y="578380"/>
                  </a:lnTo>
                  <a:lnTo>
                    <a:pt x="1922838" y="636726"/>
                  </a:lnTo>
                  <a:lnTo>
                    <a:pt x="1961559" y="698706"/>
                  </a:lnTo>
                  <a:lnTo>
                    <a:pt x="2000593" y="764177"/>
                  </a:lnTo>
                  <a:lnTo>
                    <a:pt x="2039996" y="832916"/>
                  </a:lnTo>
                  <a:lnTo>
                    <a:pt x="2079784" y="904618"/>
                  </a:lnTo>
                  <a:lnTo>
                    <a:pt x="2119944" y="978897"/>
                  </a:lnTo>
                  <a:lnTo>
                    <a:pt x="2160429" y="1055290"/>
                  </a:lnTo>
                  <a:lnTo>
                    <a:pt x="2201170" y="1133275"/>
                  </a:lnTo>
                  <a:lnTo>
                    <a:pt x="2242080" y="1212277"/>
                  </a:lnTo>
                  <a:lnTo>
                    <a:pt x="2283059" y="1291690"/>
                  </a:lnTo>
                  <a:lnTo>
                    <a:pt x="2324003" y="1370895"/>
                  </a:lnTo>
                  <a:lnTo>
                    <a:pt x="2364810" y="1449277"/>
                  </a:lnTo>
                  <a:lnTo>
                    <a:pt x="2405387" y="1526252"/>
                  </a:lnTo>
                  <a:lnTo>
                    <a:pt x="2445659" y="1601276"/>
                  </a:lnTo>
                  <a:lnTo>
                    <a:pt x="2485572" y="1673868"/>
                  </a:lnTo>
                  <a:lnTo>
                    <a:pt x="2525101" y="1743614"/>
                  </a:lnTo>
                  <a:lnTo>
                    <a:pt x="2564251" y="1810183"/>
                  </a:lnTo>
                  <a:lnTo>
                    <a:pt x="2603066" y="1873324"/>
                  </a:lnTo>
                  <a:lnTo>
                    <a:pt x="2641629" y="1932870"/>
                  </a:lnTo>
                  <a:lnTo>
                    <a:pt x="2680067" y="1988731"/>
                  </a:lnTo>
                  <a:lnTo>
                    <a:pt x="2718556" y="2040895"/>
                  </a:lnTo>
                  <a:lnTo>
                    <a:pt x="2757326" y="2089414"/>
                  </a:lnTo>
                  <a:lnTo>
                    <a:pt x="2770117" y="2104512"/>
                  </a:lnTo>
                  <a:lnTo>
                    <a:pt x="2818514" y="2157455"/>
                  </a:lnTo>
                  <a:lnTo>
                    <a:pt x="2868524" y="2205142"/>
                  </a:lnTo>
                  <a:lnTo>
                    <a:pt x="2920908" y="2247837"/>
                  </a:lnTo>
                  <a:lnTo>
                    <a:pt x="2976515" y="2285988"/>
                  </a:lnTo>
                  <a:lnTo>
                    <a:pt x="3036213" y="2320100"/>
                  </a:lnTo>
                  <a:lnTo>
                    <a:pt x="3100817" y="2350665"/>
                  </a:lnTo>
                  <a:lnTo>
                    <a:pt x="3171001" y="2378119"/>
                  </a:lnTo>
                  <a:lnTo>
                    <a:pt x="3247175" y="2402816"/>
                  </a:lnTo>
                  <a:lnTo>
                    <a:pt x="3329330" y="2425019"/>
                  </a:lnTo>
                  <a:lnTo>
                    <a:pt x="3416849" y="2444894"/>
                  </a:lnTo>
                  <a:lnTo>
                    <a:pt x="3508319" y="2462519"/>
                  </a:lnTo>
                  <a:lnTo>
                    <a:pt x="3601385" y="2477892"/>
                  </a:lnTo>
                  <a:lnTo>
                    <a:pt x="3692759" y="2490967"/>
                  </a:lnTo>
                  <a:lnTo>
                    <a:pt x="3778454" y="2501695"/>
                  </a:lnTo>
                  <a:lnTo>
                    <a:pt x="3854300" y="2510074"/>
                  </a:lnTo>
                  <a:lnTo>
                    <a:pt x="3916686" y="2516203"/>
                  </a:lnTo>
                  <a:lnTo>
                    <a:pt x="3963340" y="2520305"/>
                  </a:lnTo>
                  <a:lnTo>
                    <a:pt x="3993911" y="2522722"/>
                  </a:lnTo>
                  <a:lnTo>
                    <a:pt x="4010170" y="2523883"/>
                  </a:lnTo>
                  <a:lnTo>
                    <a:pt x="4015863" y="2524252"/>
                  </a:lnTo>
                  <a:lnTo>
                    <a:pt x="4016409" y="2524285"/>
                  </a:lnTo>
                  <a:lnTo>
                    <a:pt x="4538543" y="2524285"/>
                  </a:lnTo>
                  <a:lnTo>
                    <a:pt x="4539770" y="2524237"/>
                  </a:lnTo>
                  <a:lnTo>
                    <a:pt x="4547799" y="2523891"/>
                  </a:lnTo>
                  <a:lnTo>
                    <a:pt x="4567893" y="2522936"/>
                  </a:lnTo>
                  <a:lnTo>
                    <a:pt x="4603453" y="2521059"/>
                  </a:lnTo>
                  <a:lnTo>
                    <a:pt x="4655707" y="2517984"/>
                  </a:lnTo>
                  <a:lnTo>
                    <a:pt x="4723648" y="2513500"/>
                  </a:lnTo>
                  <a:lnTo>
                    <a:pt x="4804384" y="2507483"/>
                  </a:lnTo>
                  <a:lnTo>
                    <a:pt x="4893851" y="2499892"/>
                  </a:lnTo>
                  <a:lnTo>
                    <a:pt x="4987676" y="2490743"/>
                  </a:lnTo>
                  <a:lnTo>
                    <a:pt x="5081903" y="2480072"/>
                  </a:lnTo>
                  <a:lnTo>
                    <a:pt x="5173441" y="2467901"/>
                  </a:lnTo>
                  <a:lnTo>
                    <a:pt x="5260220" y="2454214"/>
                  </a:lnTo>
                  <a:lnTo>
                    <a:pt x="5341119" y="2438933"/>
                  </a:lnTo>
                  <a:lnTo>
                    <a:pt x="5415784" y="2421919"/>
                  </a:lnTo>
                  <a:lnTo>
                    <a:pt x="5484421" y="2402965"/>
                  </a:lnTo>
                  <a:lnTo>
                    <a:pt x="5547599" y="2381805"/>
                  </a:lnTo>
                  <a:lnTo>
                    <a:pt x="5606105" y="2358124"/>
                  </a:lnTo>
                  <a:lnTo>
                    <a:pt x="5660829" y="2331578"/>
                  </a:lnTo>
                  <a:lnTo>
                    <a:pt x="5712679" y="2301836"/>
                  </a:lnTo>
                  <a:lnTo>
                    <a:pt x="5762507" y="2268645"/>
                  </a:lnTo>
                  <a:lnTo>
                    <a:pt x="5784835" y="2252280"/>
                  </a:lnTo>
                  <a:lnTo>
                    <a:pt x="5829548" y="2216803"/>
                  </a:lnTo>
                  <a:lnTo>
                    <a:pt x="5873826" y="2178219"/>
                  </a:lnTo>
                  <a:lnTo>
                    <a:pt x="5918028" y="2136468"/>
                  </a:lnTo>
                  <a:lnTo>
                    <a:pt x="5962417" y="2091570"/>
                  </a:lnTo>
                  <a:lnTo>
                    <a:pt x="6007173" y="2043625"/>
                  </a:lnTo>
                  <a:lnTo>
                    <a:pt x="6052401" y="1992828"/>
                  </a:lnTo>
                  <a:lnTo>
                    <a:pt x="6098138" y="1939464"/>
                  </a:lnTo>
                  <a:lnTo>
                    <a:pt x="6144362" y="1883914"/>
                  </a:lnTo>
                  <a:lnTo>
                    <a:pt x="6191000" y="1826638"/>
                  </a:lnTo>
                  <a:lnTo>
                    <a:pt x="6237938" y="1768166"/>
                  </a:lnTo>
                  <a:lnTo>
                    <a:pt x="6285035" y="1709080"/>
                  </a:lnTo>
                  <a:lnTo>
                    <a:pt x="6332134" y="1649986"/>
                  </a:lnTo>
                  <a:lnTo>
                    <a:pt x="6379078" y="1591490"/>
                  </a:lnTo>
                  <a:lnTo>
                    <a:pt x="6425726" y="1534173"/>
                  </a:lnTo>
                  <a:lnTo>
                    <a:pt x="6471963" y="1478569"/>
                  </a:lnTo>
                  <a:lnTo>
                    <a:pt x="6517714" y="1425140"/>
                  </a:lnTo>
                  <a:lnTo>
                    <a:pt x="6562956" y="1374268"/>
                  </a:lnTo>
                  <a:lnTo>
                    <a:pt x="6607723" y="1326242"/>
                  </a:lnTo>
                  <a:lnTo>
                    <a:pt x="6652120" y="1281258"/>
                  </a:lnTo>
                  <a:lnTo>
                    <a:pt x="6696324" y="1239421"/>
                  </a:lnTo>
                  <a:lnTo>
                    <a:pt x="6740596" y="1200750"/>
                  </a:lnTo>
                  <a:lnTo>
                    <a:pt x="6785292" y="1165190"/>
                  </a:lnTo>
                  <a:lnTo>
                    <a:pt x="6786527" y="1164258"/>
                  </a:lnTo>
                  <a:lnTo>
                    <a:pt x="6835677" y="1129452"/>
                  </a:lnTo>
                  <a:lnTo>
                    <a:pt x="6886503" y="1098155"/>
                  </a:lnTo>
                  <a:lnTo>
                    <a:pt x="6939801" y="1070185"/>
                  </a:lnTo>
                  <a:lnTo>
                    <a:pt x="6996463" y="1045236"/>
                  </a:lnTo>
                  <a:lnTo>
                    <a:pt x="7057397" y="1022963"/>
                  </a:lnTo>
                  <a:lnTo>
                    <a:pt x="7123449" y="1003036"/>
                  </a:lnTo>
                  <a:lnTo>
                    <a:pt x="7195304" y="985164"/>
                  </a:lnTo>
                  <a:lnTo>
                    <a:pt x="7273356" y="969112"/>
                  </a:lnTo>
                  <a:lnTo>
                    <a:pt x="7357532" y="954708"/>
                  </a:lnTo>
                  <a:lnTo>
                    <a:pt x="7447089" y="941849"/>
                  </a:lnTo>
                  <a:lnTo>
                    <a:pt x="7540407" y="930491"/>
                  </a:lnTo>
                  <a:lnTo>
                    <a:pt x="7634862" y="920641"/>
                  </a:lnTo>
                  <a:lnTo>
                    <a:pt x="7726855" y="912333"/>
                  </a:lnTo>
                  <a:lnTo>
                    <a:pt x="7812129" y="905597"/>
                  </a:lnTo>
                  <a:lnTo>
                    <a:pt x="7886374" y="900421"/>
                  </a:lnTo>
                  <a:lnTo>
                    <a:pt x="7946058" y="896722"/>
                  </a:lnTo>
                  <a:lnTo>
                    <a:pt x="7989243" y="894328"/>
                  </a:lnTo>
                  <a:lnTo>
                    <a:pt x="8016117" y="892989"/>
                  </a:lnTo>
                  <a:lnTo>
                    <a:pt x="8029119" y="892404"/>
                  </a:lnTo>
                  <a:lnTo>
                    <a:pt x="8032819" y="892253"/>
                  </a:lnTo>
                  <a:lnTo>
                    <a:pt x="8554953" y="892253"/>
                  </a:lnTo>
                  <a:lnTo>
                    <a:pt x="8554953" y="886605"/>
                  </a:lnTo>
                  <a:lnTo>
                    <a:pt x="8032819" y="886605"/>
                  </a:lnTo>
                  <a:lnTo>
                    <a:pt x="8031592" y="886654"/>
                  </a:lnTo>
                  <a:lnTo>
                    <a:pt x="8023563" y="886999"/>
                  </a:lnTo>
                  <a:lnTo>
                    <a:pt x="8003468" y="887955"/>
                  </a:lnTo>
                  <a:lnTo>
                    <a:pt x="7967909" y="889831"/>
                  </a:lnTo>
                  <a:lnTo>
                    <a:pt x="7915655" y="892907"/>
                  </a:lnTo>
                  <a:lnTo>
                    <a:pt x="7847714" y="897391"/>
                  </a:lnTo>
                  <a:lnTo>
                    <a:pt x="7766978" y="903407"/>
                  </a:lnTo>
                  <a:lnTo>
                    <a:pt x="7677511" y="910998"/>
                  </a:lnTo>
                  <a:lnTo>
                    <a:pt x="7583685" y="920147"/>
                  </a:lnTo>
                  <a:lnTo>
                    <a:pt x="7489459" y="930819"/>
                  </a:lnTo>
                  <a:lnTo>
                    <a:pt x="7397921" y="942989"/>
                  </a:lnTo>
                  <a:lnTo>
                    <a:pt x="7311142" y="956677"/>
                  </a:lnTo>
                  <a:lnTo>
                    <a:pt x="7230243" y="971957"/>
                  </a:lnTo>
                  <a:lnTo>
                    <a:pt x="7155578" y="988971"/>
                  </a:lnTo>
                  <a:lnTo>
                    <a:pt x="7086941" y="1007925"/>
                  </a:lnTo>
                  <a:lnTo>
                    <a:pt x="7023763" y="1029085"/>
                  </a:lnTo>
                  <a:lnTo>
                    <a:pt x="6965257" y="1052767"/>
                  </a:lnTo>
                  <a:lnTo>
                    <a:pt x="6910533" y="1079313"/>
                  </a:lnTo>
                  <a:lnTo>
                    <a:pt x="6858682" y="1109055"/>
                  </a:lnTo>
                  <a:lnTo>
                    <a:pt x="6808855" y="1142245"/>
                  </a:lnTo>
                  <a:lnTo>
                    <a:pt x="6786527" y="1158611"/>
                  </a:lnTo>
                  <a:lnTo>
                    <a:pt x="6741814" y="1194087"/>
                  </a:lnTo>
                  <a:lnTo>
                    <a:pt x="6697536" y="1232672"/>
                  </a:lnTo>
                  <a:lnTo>
                    <a:pt x="6653334" y="1274422"/>
                  </a:lnTo>
                  <a:lnTo>
                    <a:pt x="6608945" y="1319321"/>
                  </a:lnTo>
                  <a:lnTo>
                    <a:pt x="6564189" y="1367265"/>
                  </a:lnTo>
                  <a:lnTo>
                    <a:pt x="6518961" y="1418063"/>
                  </a:lnTo>
                  <a:lnTo>
                    <a:pt x="6473224" y="1471426"/>
                  </a:lnTo>
                  <a:lnTo>
                    <a:pt x="6427000" y="1526977"/>
                  </a:lnTo>
                  <a:lnTo>
                    <a:pt x="6380362" y="1584253"/>
                  </a:lnTo>
                  <a:lnTo>
                    <a:pt x="6333424" y="1642724"/>
                  </a:lnTo>
                  <a:lnTo>
                    <a:pt x="6286327" y="1701810"/>
                  </a:lnTo>
                  <a:lnTo>
                    <a:pt x="6239228" y="1760904"/>
                  </a:lnTo>
                  <a:lnTo>
                    <a:pt x="6192284" y="1819401"/>
                  </a:lnTo>
                  <a:lnTo>
                    <a:pt x="6145636" y="1876717"/>
                  </a:lnTo>
                  <a:lnTo>
                    <a:pt x="6099399" y="1932321"/>
                  </a:lnTo>
                  <a:lnTo>
                    <a:pt x="6053648" y="1985750"/>
                  </a:lnTo>
                  <a:lnTo>
                    <a:pt x="6008406" y="2036622"/>
                  </a:lnTo>
                  <a:lnTo>
                    <a:pt x="5963638" y="2084648"/>
                  </a:lnTo>
                  <a:lnTo>
                    <a:pt x="5919242" y="2129632"/>
                  </a:lnTo>
                  <a:lnTo>
                    <a:pt x="5875038" y="2171469"/>
                  </a:lnTo>
                  <a:lnTo>
                    <a:pt x="5830766" y="2210140"/>
                  </a:lnTo>
                  <a:lnTo>
                    <a:pt x="5786070" y="2245700"/>
                  </a:lnTo>
                  <a:lnTo>
                    <a:pt x="5784835" y="2246632"/>
                  </a:lnTo>
                  <a:lnTo>
                    <a:pt x="5735685" y="2281438"/>
                  </a:lnTo>
                  <a:lnTo>
                    <a:pt x="5684859" y="2312735"/>
                  </a:lnTo>
                  <a:lnTo>
                    <a:pt x="5631561" y="2340705"/>
                  </a:lnTo>
                  <a:lnTo>
                    <a:pt x="5574899" y="2365655"/>
                  </a:lnTo>
                  <a:lnTo>
                    <a:pt x="5513965" y="2387927"/>
                  </a:lnTo>
                  <a:lnTo>
                    <a:pt x="5447913" y="2407854"/>
                  </a:lnTo>
                  <a:lnTo>
                    <a:pt x="5376058" y="2425726"/>
                  </a:lnTo>
                  <a:lnTo>
                    <a:pt x="5298006" y="2441779"/>
                  </a:lnTo>
                  <a:lnTo>
                    <a:pt x="5213830" y="2456182"/>
                  </a:lnTo>
                  <a:lnTo>
                    <a:pt x="5124273" y="2469041"/>
                  </a:lnTo>
                  <a:lnTo>
                    <a:pt x="5030955" y="2480399"/>
                  </a:lnTo>
                  <a:lnTo>
                    <a:pt x="4936500" y="2490250"/>
                  </a:lnTo>
                  <a:lnTo>
                    <a:pt x="4844507" y="2498558"/>
                  </a:lnTo>
                  <a:lnTo>
                    <a:pt x="4759233" y="2505294"/>
                  </a:lnTo>
                  <a:lnTo>
                    <a:pt x="4684988" y="2510469"/>
                  </a:lnTo>
                  <a:lnTo>
                    <a:pt x="4625303" y="2514168"/>
                  </a:lnTo>
                  <a:lnTo>
                    <a:pt x="4582119" y="2516562"/>
                  </a:lnTo>
                  <a:lnTo>
                    <a:pt x="4555245" y="2517902"/>
                  </a:lnTo>
                  <a:lnTo>
                    <a:pt x="4542243" y="2518487"/>
                  </a:lnTo>
                  <a:lnTo>
                    <a:pt x="4538543" y="2518638"/>
                  </a:lnTo>
                  <a:lnTo>
                    <a:pt x="4016409" y="2518638"/>
                  </a:lnTo>
                  <a:lnTo>
                    <a:pt x="4015236" y="2518566"/>
                  </a:lnTo>
                  <a:lnTo>
                    <a:pt x="4007551" y="2518057"/>
                  </a:lnTo>
                  <a:lnTo>
                    <a:pt x="3988287" y="2516650"/>
                  </a:lnTo>
                  <a:lnTo>
                    <a:pt x="3954122" y="2513883"/>
                  </a:lnTo>
                  <a:lnTo>
                    <a:pt x="3903768" y="2509345"/>
                  </a:lnTo>
                  <a:lnTo>
                    <a:pt x="3838048" y="2502716"/>
                  </a:lnTo>
                  <a:lnTo>
                    <a:pt x="3759601" y="2493805"/>
                  </a:lnTo>
                  <a:lnTo>
                    <a:pt x="3672237" y="2482539"/>
                  </a:lnTo>
                  <a:lnTo>
                    <a:pt x="3580144" y="2468934"/>
                  </a:lnTo>
                  <a:lnTo>
                    <a:pt x="3487185" y="2453044"/>
                  </a:lnTo>
                  <a:lnTo>
                    <a:pt x="3396445" y="2434907"/>
                  </a:lnTo>
                  <a:lnTo>
                    <a:pt x="3310058" y="2414510"/>
                  </a:lnTo>
                  <a:lnTo>
                    <a:pt x="3229240" y="2391755"/>
                  </a:lnTo>
                  <a:lnTo>
                    <a:pt x="3154452" y="2366456"/>
                  </a:lnTo>
                  <a:lnTo>
                    <a:pt x="3085590" y="2338325"/>
                  </a:lnTo>
                  <a:lnTo>
                    <a:pt x="3022172" y="2306991"/>
                  </a:lnTo>
                  <a:lnTo>
                    <a:pt x="2963484" y="2272001"/>
                  </a:lnTo>
                  <a:lnTo>
                    <a:pt x="2908690" y="2232856"/>
                  </a:lnTo>
                  <a:lnTo>
                    <a:pt x="2856922" y="2189056"/>
                  </a:lnTo>
                  <a:lnTo>
                    <a:pt x="2807342" y="2140181"/>
                  </a:lnTo>
                  <a:lnTo>
                    <a:pt x="2770117" y="2098865"/>
                  </a:lnTo>
                  <a:lnTo>
                    <a:pt x="2731196" y="2051517"/>
                  </a:lnTo>
                  <a:lnTo>
                    <a:pt x="2692643" y="2000555"/>
                  </a:lnTo>
                  <a:lnTo>
                    <a:pt x="2654210" y="1945905"/>
                  </a:lnTo>
                  <a:lnTo>
                    <a:pt x="2615704" y="1887558"/>
                  </a:lnTo>
                  <a:lnTo>
                    <a:pt x="2576983" y="1825579"/>
                  </a:lnTo>
                  <a:lnTo>
                    <a:pt x="2537949" y="1760108"/>
                  </a:lnTo>
                  <a:lnTo>
                    <a:pt x="2498547" y="1691368"/>
                  </a:lnTo>
                  <a:lnTo>
                    <a:pt x="2458758" y="1619666"/>
                  </a:lnTo>
                  <a:lnTo>
                    <a:pt x="2418599" y="1545388"/>
                  </a:lnTo>
                  <a:lnTo>
                    <a:pt x="2378114" y="1468994"/>
                  </a:lnTo>
                  <a:lnTo>
                    <a:pt x="2337372" y="1391009"/>
                  </a:lnTo>
                  <a:lnTo>
                    <a:pt x="2296462" y="1312007"/>
                  </a:lnTo>
                  <a:lnTo>
                    <a:pt x="2255483" y="1232594"/>
                  </a:lnTo>
                  <a:lnTo>
                    <a:pt x="2214539" y="1153390"/>
                  </a:lnTo>
                  <a:lnTo>
                    <a:pt x="2173733" y="1075007"/>
                  </a:lnTo>
                  <a:lnTo>
                    <a:pt x="2133155" y="998032"/>
                  </a:lnTo>
                  <a:lnTo>
                    <a:pt x="2092883" y="923008"/>
                  </a:lnTo>
                  <a:lnTo>
                    <a:pt x="2052970" y="850417"/>
                  </a:lnTo>
                  <a:lnTo>
                    <a:pt x="2013441" y="780670"/>
                  </a:lnTo>
                  <a:lnTo>
                    <a:pt x="1974291" y="714102"/>
                  </a:lnTo>
                  <a:lnTo>
                    <a:pt x="1935476" y="650960"/>
                  </a:lnTo>
                  <a:lnTo>
                    <a:pt x="1896913" y="591415"/>
                  </a:lnTo>
                  <a:lnTo>
                    <a:pt x="1858475" y="535553"/>
                  </a:lnTo>
                  <a:lnTo>
                    <a:pt x="1819986" y="483389"/>
                  </a:lnTo>
                  <a:lnTo>
                    <a:pt x="1781216" y="434871"/>
                  </a:lnTo>
                  <a:lnTo>
                    <a:pt x="1768425" y="419773"/>
                  </a:lnTo>
                  <a:lnTo>
                    <a:pt x="1720028" y="366830"/>
                  </a:lnTo>
                  <a:lnTo>
                    <a:pt x="1670018" y="319142"/>
                  </a:lnTo>
                  <a:lnTo>
                    <a:pt x="1617634" y="276447"/>
                  </a:lnTo>
                  <a:lnTo>
                    <a:pt x="1562028" y="238297"/>
                  </a:lnTo>
                  <a:lnTo>
                    <a:pt x="1502329" y="204185"/>
                  </a:lnTo>
                  <a:lnTo>
                    <a:pt x="1437725" y="173619"/>
                  </a:lnTo>
                  <a:lnTo>
                    <a:pt x="1367541" y="146165"/>
                  </a:lnTo>
                  <a:lnTo>
                    <a:pt x="1291367" y="121469"/>
                  </a:lnTo>
                  <a:lnTo>
                    <a:pt x="1209213" y="99266"/>
                  </a:lnTo>
                  <a:lnTo>
                    <a:pt x="1121693" y="79390"/>
                  </a:lnTo>
                  <a:lnTo>
                    <a:pt x="1030224" y="61765"/>
                  </a:lnTo>
                  <a:lnTo>
                    <a:pt x="937158" y="46392"/>
                  </a:lnTo>
                  <a:lnTo>
                    <a:pt x="845783" y="33317"/>
                  </a:lnTo>
                  <a:lnTo>
                    <a:pt x="760088" y="22590"/>
                  </a:lnTo>
                  <a:lnTo>
                    <a:pt x="684242" y="14211"/>
                  </a:lnTo>
                  <a:lnTo>
                    <a:pt x="621857" y="8081"/>
                  </a:lnTo>
                  <a:lnTo>
                    <a:pt x="575202" y="3980"/>
                  </a:lnTo>
                  <a:lnTo>
                    <a:pt x="544632" y="1563"/>
                  </a:lnTo>
                  <a:lnTo>
                    <a:pt x="528373" y="401"/>
                  </a:lnTo>
                  <a:lnTo>
                    <a:pt x="522679" y="32"/>
                  </a:lnTo>
                  <a:lnTo>
                    <a:pt x="5221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657" name="pl657"/>
            <p:cNvSpPr/>
            <p:nvPr/>
          </p:nvSpPr>
          <p:spPr>
            <a:xfrm>
              <a:off x="386606" y="3060406"/>
              <a:ext cx="8554953" cy="2518638"/>
            </a:xfrm>
            <a:custGeom>
              <a:avLst/>
              <a:pathLst>
                <a:path w="8554953" h="2518638">
                  <a:moveTo>
                    <a:pt x="0" y="0"/>
                  </a:moveTo>
                  <a:lnTo>
                    <a:pt x="522133" y="0"/>
                  </a:lnTo>
                  <a:lnTo>
                    <a:pt x="523306" y="71"/>
                  </a:lnTo>
                  <a:lnTo>
                    <a:pt x="530991" y="580"/>
                  </a:lnTo>
                  <a:lnTo>
                    <a:pt x="550256" y="1988"/>
                  </a:lnTo>
                  <a:lnTo>
                    <a:pt x="584420" y="4754"/>
                  </a:lnTo>
                  <a:lnTo>
                    <a:pt x="634774" y="9293"/>
                  </a:lnTo>
                  <a:lnTo>
                    <a:pt x="700495" y="15921"/>
                  </a:lnTo>
                  <a:lnTo>
                    <a:pt x="778941" y="24832"/>
                  </a:lnTo>
                  <a:lnTo>
                    <a:pt x="866305" y="36098"/>
                  </a:lnTo>
                  <a:lnTo>
                    <a:pt x="958398" y="49703"/>
                  </a:lnTo>
                  <a:lnTo>
                    <a:pt x="1051357" y="65594"/>
                  </a:lnTo>
                  <a:lnTo>
                    <a:pt x="1142097" y="83730"/>
                  </a:lnTo>
                  <a:lnTo>
                    <a:pt x="1228484" y="104128"/>
                  </a:lnTo>
                  <a:lnTo>
                    <a:pt x="1309302" y="126882"/>
                  </a:lnTo>
                  <a:lnTo>
                    <a:pt x="1384090" y="152182"/>
                  </a:lnTo>
                  <a:lnTo>
                    <a:pt x="1452952" y="180312"/>
                  </a:lnTo>
                  <a:lnTo>
                    <a:pt x="1516370" y="211647"/>
                  </a:lnTo>
                  <a:lnTo>
                    <a:pt x="1575058" y="246636"/>
                  </a:lnTo>
                  <a:lnTo>
                    <a:pt x="1629852" y="285781"/>
                  </a:lnTo>
                  <a:lnTo>
                    <a:pt x="1681621" y="329581"/>
                  </a:lnTo>
                  <a:lnTo>
                    <a:pt x="1731200" y="378456"/>
                  </a:lnTo>
                  <a:lnTo>
                    <a:pt x="1768425" y="419773"/>
                  </a:lnTo>
                  <a:lnTo>
                    <a:pt x="1807346" y="467120"/>
                  </a:lnTo>
                  <a:lnTo>
                    <a:pt x="1845899" y="518082"/>
                  </a:lnTo>
                  <a:lnTo>
                    <a:pt x="1884332" y="572733"/>
                  </a:lnTo>
                  <a:lnTo>
                    <a:pt x="1922838" y="631079"/>
                  </a:lnTo>
                  <a:lnTo>
                    <a:pt x="1961559" y="693058"/>
                  </a:lnTo>
                  <a:lnTo>
                    <a:pt x="2000593" y="758529"/>
                  </a:lnTo>
                  <a:lnTo>
                    <a:pt x="2039996" y="827269"/>
                  </a:lnTo>
                  <a:lnTo>
                    <a:pt x="2079784" y="898971"/>
                  </a:lnTo>
                  <a:lnTo>
                    <a:pt x="2119944" y="973249"/>
                  </a:lnTo>
                  <a:lnTo>
                    <a:pt x="2160429" y="1049643"/>
                  </a:lnTo>
                  <a:lnTo>
                    <a:pt x="2201170" y="1127628"/>
                  </a:lnTo>
                  <a:lnTo>
                    <a:pt x="2242080" y="1206630"/>
                  </a:lnTo>
                  <a:lnTo>
                    <a:pt x="2283059" y="1286043"/>
                  </a:lnTo>
                  <a:lnTo>
                    <a:pt x="2324003" y="1365247"/>
                  </a:lnTo>
                  <a:lnTo>
                    <a:pt x="2364810" y="1443630"/>
                  </a:lnTo>
                  <a:lnTo>
                    <a:pt x="2405387" y="1520605"/>
                  </a:lnTo>
                  <a:lnTo>
                    <a:pt x="2445659" y="1595629"/>
                  </a:lnTo>
                  <a:lnTo>
                    <a:pt x="2485572" y="1668220"/>
                  </a:lnTo>
                  <a:lnTo>
                    <a:pt x="2525101" y="1737967"/>
                  </a:lnTo>
                  <a:lnTo>
                    <a:pt x="2564251" y="1804536"/>
                  </a:lnTo>
                  <a:lnTo>
                    <a:pt x="2603066" y="1867677"/>
                  </a:lnTo>
                  <a:lnTo>
                    <a:pt x="2641629" y="1927222"/>
                  </a:lnTo>
                  <a:lnTo>
                    <a:pt x="2680067" y="1983084"/>
                  </a:lnTo>
                  <a:lnTo>
                    <a:pt x="2718556" y="2035248"/>
                  </a:lnTo>
                  <a:lnTo>
                    <a:pt x="2757326" y="2083766"/>
                  </a:lnTo>
                  <a:lnTo>
                    <a:pt x="2770117" y="2098865"/>
                  </a:lnTo>
                  <a:lnTo>
                    <a:pt x="2818514" y="2151807"/>
                  </a:lnTo>
                  <a:lnTo>
                    <a:pt x="2868524" y="2199495"/>
                  </a:lnTo>
                  <a:lnTo>
                    <a:pt x="2920908" y="2242190"/>
                  </a:lnTo>
                  <a:lnTo>
                    <a:pt x="2976515" y="2280341"/>
                  </a:lnTo>
                  <a:lnTo>
                    <a:pt x="3036213" y="2314453"/>
                  </a:lnTo>
                  <a:lnTo>
                    <a:pt x="3100817" y="2345018"/>
                  </a:lnTo>
                  <a:lnTo>
                    <a:pt x="3171001" y="2372472"/>
                  </a:lnTo>
                  <a:lnTo>
                    <a:pt x="3247175" y="2397169"/>
                  </a:lnTo>
                  <a:lnTo>
                    <a:pt x="3329330" y="2419372"/>
                  </a:lnTo>
                  <a:lnTo>
                    <a:pt x="3416849" y="2439247"/>
                  </a:lnTo>
                  <a:lnTo>
                    <a:pt x="3508319" y="2456872"/>
                  </a:lnTo>
                  <a:lnTo>
                    <a:pt x="3601385" y="2472245"/>
                  </a:lnTo>
                  <a:lnTo>
                    <a:pt x="3692759" y="2485320"/>
                  </a:lnTo>
                  <a:lnTo>
                    <a:pt x="3778454" y="2496047"/>
                  </a:lnTo>
                  <a:lnTo>
                    <a:pt x="3854300" y="2504427"/>
                  </a:lnTo>
                  <a:lnTo>
                    <a:pt x="3916686" y="2510556"/>
                  </a:lnTo>
                  <a:lnTo>
                    <a:pt x="3963340" y="2514658"/>
                  </a:lnTo>
                  <a:lnTo>
                    <a:pt x="3993911" y="2517075"/>
                  </a:lnTo>
                  <a:lnTo>
                    <a:pt x="4010170" y="2518236"/>
                  </a:lnTo>
                  <a:lnTo>
                    <a:pt x="4015863" y="2518605"/>
                  </a:lnTo>
                  <a:lnTo>
                    <a:pt x="4016409" y="2518638"/>
                  </a:lnTo>
                  <a:lnTo>
                    <a:pt x="4538543" y="2518638"/>
                  </a:lnTo>
                  <a:lnTo>
                    <a:pt x="4539770" y="2518589"/>
                  </a:lnTo>
                  <a:lnTo>
                    <a:pt x="4547799" y="2518244"/>
                  </a:lnTo>
                  <a:lnTo>
                    <a:pt x="4567893" y="2517289"/>
                  </a:lnTo>
                  <a:lnTo>
                    <a:pt x="4603453" y="2515412"/>
                  </a:lnTo>
                  <a:lnTo>
                    <a:pt x="4655707" y="2512337"/>
                  </a:lnTo>
                  <a:lnTo>
                    <a:pt x="4723648" y="2507852"/>
                  </a:lnTo>
                  <a:lnTo>
                    <a:pt x="4804384" y="2501836"/>
                  </a:lnTo>
                  <a:lnTo>
                    <a:pt x="4893851" y="2494245"/>
                  </a:lnTo>
                  <a:lnTo>
                    <a:pt x="4987676" y="2485096"/>
                  </a:lnTo>
                  <a:lnTo>
                    <a:pt x="5081903" y="2474425"/>
                  </a:lnTo>
                  <a:lnTo>
                    <a:pt x="5173441" y="2462254"/>
                  </a:lnTo>
                  <a:lnTo>
                    <a:pt x="5260220" y="2448567"/>
                  </a:lnTo>
                  <a:lnTo>
                    <a:pt x="5341119" y="2433286"/>
                  </a:lnTo>
                  <a:lnTo>
                    <a:pt x="5415784" y="2416272"/>
                  </a:lnTo>
                  <a:lnTo>
                    <a:pt x="5484421" y="2397318"/>
                  </a:lnTo>
                  <a:lnTo>
                    <a:pt x="5547599" y="2376158"/>
                  </a:lnTo>
                  <a:lnTo>
                    <a:pt x="5606105" y="2352476"/>
                  </a:lnTo>
                  <a:lnTo>
                    <a:pt x="5660829" y="2325930"/>
                  </a:lnTo>
                  <a:lnTo>
                    <a:pt x="5712679" y="2296188"/>
                  </a:lnTo>
                  <a:lnTo>
                    <a:pt x="5762507" y="2262998"/>
                  </a:lnTo>
                  <a:lnTo>
                    <a:pt x="5784835" y="2246632"/>
                  </a:lnTo>
                  <a:lnTo>
                    <a:pt x="5829548" y="2211156"/>
                  </a:lnTo>
                  <a:lnTo>
                    <a:pt x="5873826" y="2172572"/>
                  </a:lnTo>
                  <a:lnTo>
                    <a:pt x="5918028" y="2130821"/>
                  </a:lnTo>
                  <a:lnTo>
                    <a:pt x="5962417" y="2085923"/>
                  </a:lnTo>
                  <a:lnTo>
                    <a:pt x="6007173" y="2037978"/>
                  </a:lnTo>
                  <a:lnTo>
                    <a:pt x="6052401" y="1987180"/>
                  </a:lnTo>
                  <a:lnTo>
                    <a:pt x="6098138" y="1933817"/>
                  </a:lnTo>
                  <a:lnTo>
                    <a:pt x="6144362" y="1878267"/>
                  </a:lnTo>
                  <a:lnTo>
                    <a:pt x="6191000" y="1820990"/>
                  </a:lnTo>
                  <a:lnTo>
                    <a:pt x="6237938" y="1762519"/>
                  </a:lnTo>
                  <a:lnTo>
                    <a:pt x="6285035" y="1703433"/>
                  </a:lnTo>
                  <a:lnTo>
                    <a:pt x="6332134" y="1644339"/>
                  </a:lnTo>
                  <a:lnTo>
                    <a:pt x="6379078" y="1585843"/>
                  </a:lnTo>
                  <a:lnTo>
                    <a:pt x="6425726" y="1528526"/>
                  </a:lnTo>
                  <a:lnTo>
                    <a:pt x="6471963" y="1472922"/>
                  </a:lnTo>
                  <a:lnTo>
                    <a:pt x="6517714" y="1419493"/>
                  </a:lnTo>
                  <a:lnTo>
                    <a:pt x="6562956" y="1368621"/>
                  </a:lnTo>
                  <a:lnTo>
                    <a:pt x="6607723" y="1320595"/>
                  </a:lnTo>
                  <a:lnTo>
                    <a:pt x="6652120" y="1275611"/>
                  </a:lnTo>
                  <a:lnTo>
                    <a:pt x="6696324" y="1233774"/>
                  </a:lnTo>
                  <a:lnTo>
                    <a:pt x="6740596" y="1195103"/>
                  </a:lnTo>
                  <a:lnTo>
                    <a:pt x="6785292" y="1159543"/>
                  </a:lnTo>
                  <a:lnTo>
                    <a:pt x="6786527" y="1158611"/>
                  </a:lnTo>
                  <a:lnTo>
                    <a:pt x="6835677" y="1123805"/>
                  </a:lnTo>
                  <a:lnTo>
                    <a:pt x="6886503" y="1092508"/>
                  </a:lnTo>
                  <a:lnTo>
                    <a:pt x="6939801" y="1064538"/>
                  </a:lnTo>
                  <a:lnTo>
                    <a:pt x="6996463" y="1039589"/>
                  </a:lnTo>
                  <a:lnTo>
                    <a:pt x="7057397" y="1017316"/>
                  </a:lnTo>
                  <a:lnTo>
                    <a:pt x="7123449" y="997389"/>
                  </a:lnTo>
                  <a:lnTo>
                    <a:pt x="7195304" y="979517"/>
                  </a:lnTo>
                  <a:lnTo>
                    <a:pt x="7273356" y="963464"/>
                  </a:lnTo>
                  <a:lnTo>
                    <a:pt x="7357532" y="949061"/>
                  </a:lnTo>
                  <a:lnTo>
                    <a:pt x="7447089" y="936202"/>
                  </a:lnTo>
                  <a:lnTo>
                    <a:pt x="7540407" y="924844"/>
                  </a:lnTo>
                  <a:lnTo>
                    <a:pt x="7634862" y="914994"/>
                  </a:lnTo>
                  <a:lnTo>
                    <a:pt x="7726855" y="906686"/>
                  </a:lnTo>
                  <a:lnTo>
                    <a:pt x="7812129" y="899950"/>
                  </a:lnTo>
                  <a:lnTo>
                    <a:pt x="7886374" y="894774"/>
                  </a:lnTo>
                  <a:lnTo>
                    <a:pt x="7946058" y="891075"/>
                  </a:lnTo>
                  <a:lnTo>
                    <a:pt x="7989243" y="888681"/>
                  </a:lnTo>
                  <a:lnTo>
                    <a:pt x="8016117" y="887342"/>
                  </a:lnTo>
                  <a:lnTo>
                    <a:pt x="8029119" y="886756"/>
                  </a:lnTo>
                  <a:lnTo>
                    <a:pt x="8032698" y="886610"/>
                  </a:lnTo>
                  <a:lnTo>
                    <a:pt x="8032819" y="886605"/>
                  </a:lnTo>
                  <a:lnTo>
                    <a:pt x="8554953" y="886605"/>
                  </a:lnTo>
                  <a:lnTo>
                    <a:pt x="8554953" y="886605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658" name="pl658"/>
            <p:cNvSpPr/>
            <p:nvPr/>
          </p:nvSpPr>
          <p:spPr>
            <a:xfrm>
              <a:off x="386606" y="3054758"/>
              <a:ext cx="8554953" cy="2518638"/>
            </a:xfrm>
            <a:custGeom>
              <a:avLst/>
              <a:pathLst>
                <a:path w="8554953" h="2518638">
                  <a:moveTo>
                    <a:pt x="8554953" y="886605"/>
                  </a:moveTo>
                  <a:lnTo>
                    <a:pt x="8032819" y="886605"/>
                  </a:lnTo>
                  <a:lnTo>
                    <a:pt x="8031592" y="886654"/>
                  </a:lnTo>
                  <a:lnTo>
                    <a:pt x="8023563" y="886999"/>
                  </a:lnTo>
                  <a:lnTo>
                    <a:pt x="8003468" y="887955"/>
                  </a:lnTo>
                  <a:lnTo>
                    <a:pt x="7967909" y="889831"/>
                  </a:lnTo>
                  <a:lnTo>
                    <a:pt x="7915655" y="892907"/>
                  </a:lnTo>
                  <a:lnTo>
                    <a:pt x="7847714" y="897391"/>
                  </a:lnTo>
                  <a:lnTo>
                    <a:pt x="7766978" y="903407"/>
                  </a:lnTo>
                  <a:lnTo>
                    <a:pt x="7677511" y="910998"/>
                  </a:lnTo>
                  <a:lnTo>
                    <a:pt x="7583685" y="920147"/>
                  </a:lnTo>
                  <a:lnTo>
                    <a:pt x="7489459" y="930819"/>
                  </a:lnTo>
                  <a:lnTo>
                    <a:pt x="7397921" y="942989"/>
                  </a:lnTo>
                  <a:lnTo>
                    <a:pt x="7311142" y="956677"/>
                  </a:lnTo>
                  <a:lnTo>
                    <a:pt x="7230243" y="971957"/>
                  </a:lnTo>
                  <a:lnTo>
                    <a:pt x="7155578" y="988971"/>
                  </a:lnTo>
                  <a:lnTo>
                    <a:pt x="7086941" y="1007925"/>
                  </a:lnTo>
                  <a:lnTo>
                    <a:pt x="7023763" y="1029085"/>
                  </a:lnTo>
                  <a:lnTo>
                    <a:pt x="6965257" y="1052767"/>
                  </a:lnTo>
                  <a:lnTo>
                    <a:pt x="6910533" y="1079313"/>
                  </a:lnTo>
                  <a:lnTo>
                    <a:pt x="6858682" y="1109055"/>
                  </a:lnTo>
                  <a:lnTo>
                    <a:pt x="6808855" y="1142245"/>
                  </a:lnTo>
                  <a:lnTo>
                    <a:pt x="6786527" y="1158611"/>
                  </a:lnTo>
                  <a:lnTo>
                    <a:pt x="6741814" y="1194087"/>
                  </a:lnTo>
                  <a:lnTo>
                    <a:pt x="6697536" y="1232672"/>
                  </a:lnTo>
                  <a:lnTo>
                    <a:pt x="6653334" y="1274422"/>
                  </a:lnTo>
                  <a:lnTo>
                    <a:pt x="6608945" y="1319321"/>
                  </a:lnTo>
                  <a:lnTo>
                    <a:pt x="6564189" y="1367265"/>
                  </a:lnTo>
                  <a:lnTo>
                    <a:pt x="6518961" y="1418063"/>
                  </a:lnTo>
                  <a:lnTo>
                    <a:pt x="6473224" y="1471426"/>
                  </a:lnTo>
                  <a:lnTo>
                    <a:pt x="6427000" y="1526977"/>
                  </a:lnTo>
                  <a:lnTo>
                    <a:pt x="6380362" y="1584253"/>
                  </a:lnTo>
                  <a:lnTo>
                    <a:pt x="6333424" y="1642724"/>
                  </a:lnTo>
                  <a:lnTo>
                    <a:pt x="6286327" y="1701810"/>
                  </a:lnTo>
                  <a:lnTo>
                    <a:pt x="6239228" y="1760904"/>
                  </a:lnTo>
                  <a:lnTo>
                    <a:pt x="6192284" y="1819401"/>
                  </a:lnTo>
                  <a:lnTo>
                    <a:pt x="6145636" y="1876717"/>
                  </a:lnTo>
                  <a:lnTo>
                    <a:pt x="6099399" y="1932321"/>
                  </a:lnTo>
                  <a:lnTo>
                    <a:pt x="6053648" y="1985750"/>
                  </a:lnTo>
                  <a:lnTo>
                    <a:pt x="6008406" y="2036622"/>
                  </a:lnTo>
                  <a:lnTo>
                    <a:pt x="5963638" y="2084648"/>
                  </a:lnTo>
                  <a:lnTo>
                    <a:pt x="5919242" y="2129632"/>
                  </a:lnTo>
                  <a:lnTo>
                    <a:pt x="5875038" y="2171469"/>
                  </a:lnTo>
                  <a:lnTo>
                    <a:pt x="5830766" y="2210140"/>
                  </a:lnTo>
                  <a:lnTo>
                    <a:pt x="5786070" y="2245700"/>
                  </a:lnTo>
                  <a:lnTo>
                    <a:pt x="5784835" y="2246632"/>
                  </a:lnTo>
                  <a:lnTo>
                    <a:pt x="5735685" y="2281438"/>
                  </a:lnTo>
                  <a:lnTo>
                    <a:pt x="5684859" y="2312735"/>
                  </a:lnTo>
                  <a:lnTo>
                    <a:pt x="5631561" y="2340705"/>
                  </a:lnTo>
                  <a:lnTo>
                    <a:pt x="5574899" y="2365655"/>
                  </a:lnTo>
                  <a:lnTo>
                    <a:pt x="5513965" y="2387927"/>
                  </a:lnTo>
                  <a:lnTo>
                    <a:pt x="5447913" y="2407854"/>
                  </a:lnTo>
                  <a:lnTo>
                    <a:pt x="5376058" y="2425726"/>
                  </a:lnTo>
                  <a:lnTo>
                    <a:pt x="5298006" y="2441779"/>
                  </a:lnTo>
                  <a:lnTo>
                    <a:pt x="5213830" y="2456182"/>
                  </a:lnTo>
                  <a:lnTo>
                    <a:pt x="5124273" y="2469041"/>
                  </a:lnTo>
                  <a:lnTo>
                    <a:pt x="5030955" y="2480399"/>
                  </a:lnTo>
                  <a:lnTo>
                    <a:pt x="4936500" y="2490250"/>
                  </a:lnTo>
                  <a:lnTo>
                    <a:pt x="4844507" y="2498558"/>
                  </a:lnTo>
                  <a:lnTo>
                    <a:pt x="4759233" y="2505294"/>
                  </a:lnTo>
                  <a:lnTo>
                    <a:pt x="4684988" y="2510469"/>
                  </a:lnTo>
                  <a:lnTo>
                    <a:pt x="4625303" y="2514168"/>
                  </a:lnTo>
                  <a:lnTo>
                    <a:pt x="4582119" y="2516562"/>
                  </a:lnTo>
                  <a:lnTo>
                    <a:pt x="4555245" y="2517902"/>
                  </a:lnTo>
                  <a:lnTo>
                    <a:pt x="4542243" y="2518487"/>
                  </a:lnTo>
                  <a:lnTo>
                    <a:pt x="4538664" y="2518633"/>
                  </a:lnTo>
                  <a:lnTo>
                    <a:pt x="4538543" y="2518638"/>
                  </a:lnTo>
                  <a:lnTo>
                    <a:pt x="4016409" y="2518638"/>
                  </a:lnTo>
                  <a:lnTo>
                    <a:pt x="4015236" y="2518566"/>
                  </a:lnTo>
                  <a:lnTo>
                    <a:pt x="4007551" y="2518057"/>
                  </a:lnTo>
                  <a:lnTo>
                    <a:pt x="3988287" y="2516650"/>
                  </a:lnTo>
                  <a:lnTo>
                    <a:pt x="3954122" y="2513883"/>
                  </a:lnTo>
                  <a:lnTo>
                    <a:pt x="3903768" y="2509345"/>
                  </a:lnTo>
                  <a:lnTo>
                    <a:pt x="3838048" y="2502716"/>
                  </a:lnTo>
                  <a:lnTo>
                    <a:pt x="3759601" y="2493805"/>
                  </a:lnTo>
                  <a:lnTo>
                    <a:pt x="3672237" y="2482539"/>
                  </a:lnTo>
                  <a:lnTo>
                    <a:pt x="3580144" y="2468934"/>
                  </a:lnTo>
                  <a:lnTo>
                    <a:pt x="3487185" y="2453044"/>
                  </a:lnTo>
                  <a:lnTo>
                    <a:pt x="3396445" y="2434907"/>
                  </a:lnTo>
                  <a:lnTo>
                    <a:pt x="3310058" y="2414510"/>
                  </a:lnTo>
                  <a:lnTo>
                    <a:pt x="3229240" y="2391755"/>
                  </a:lnTo>
                  <a:lnTo>
                    <a:pt x="3154452" y="2366456"/>
                  </a:lnTo>
                  <a:lnTo>
                    <a:pt x="3085590" y="2338325"/>
                  </a:lnTo>
                  <a:lnTo>
                    <a:pt x="3022172" y="2306991"/>
                  </a:lnTo>
                  <a:lnTo>
                    <a:pt x="2963484" y="2272001"/>
                  </a:lnTo>
                  <a:lnTo>
                    <a:pt x="2908690" y="2232856"/>
                  </a:lnTo>
                  <a:lnTo>
                    <a:pt x="2856922" y="2189056"/>
                  </a:lnTo>
                  <a:lnTo>
                    <a:pt x="2807342" y="2140181"/>
                  </a:lnTo>
                  <a:lnTo>
                    <a:pt x="2770117" y="2098865"/>
                  </a:lnTo>
                  <a:lnTo>
                    <a:pt x="2731196" y="2051517"/>
                  </a:lnTo>
                  <a:lnTo>
                    <a:pt x="2692643" y="2000555"/>
                  </a:lnTo>
                  <a:lnTo>
                    <a:pt x="2654210" y="1945905"/>
                  </a:lnTo>
                  <a:lnTo>
                    <a:pt x="2615704" y="1887558"/>
                  </a:lnTo>
                  <a:lnTo>
                    <a:pt x="2576983" y="1825579"/>
                  </a:lnTo>
                  <a:lnTo>
                    <a:pt x="2537949" y="1760108"/>
                  </a:lnTo>
                  <a:lnTo>
                    <a:pt x="2498547" y="1691368"/>
                  </a:lnTo>
                  <a:lnTo>
                    <a:pt x="2458758" y="1619666"/>
                  </a:lnTo>
                  <a:lnTo>
                    <a:pt x="2418599" y="1545388"/>
                  </a:lnTo>
                  <a:lnTo>
                    <a:pt x="2378114" y="1468994"/>
                  </a:lnTo>
                  <a:lnTo>
                    <a:pt x="2337372" y="1391009"/>
                  </a:lnTo>
                  <a:lnTo>
                    <a:pt x="2296462" y="1312007"/>
                  </a:lnTo>
                  <a:lnTo>
                    <a:pt x="2255483" y="1232594"/>
                  </a:lnTo>
                  <a:lnTo>
                    <a:pt x="2214539" y="1153390"/>
                  </a:lnTo>
                  <a:lnTo>
                    <a:pt x="2173733" y="1075007"/>
                  </a:lnTo>
                  <a:lnTo>
                    <a:pt x="2133155" y="998032"/>
                  </a:lnTo>
                  <a:lnTo>
                    <a:pt x="2092883" y="923008"/>
                  </a:lnTo>
                  <a:lnTo>
                    <a:pt x="2052970" y="850417"/>
                  </a:lnTo>
                  <a:lnTo>
                    <a:pt x="2013441" y="780670"/>
                  </a:lnTo>
                  <a:lnTo>
                    <a:pt x="1974291" y="714102"/>
                  </a:lnTo>
                  <a:lnTo>
                    <a:pt x="1935476" y="650960"/>
                  </a:lnTo>
                  <a:lnTo>
                    <a:pt x="1896913" y="591415"/>
                  </a:lnTo>
                  <a:lnTo>
                    <a:pt x="1858475" y="535553"/>
                  </a:lnTo>
                  <a:lnTo>
                    <a:pt x="1819986" y="483389"/>
                  </a:lnTo>
                  <a:lnTo>
                    <a:pt x="1781216" y="434871"/>
                  </a:lnTo>
                  <a:lnTo>
                    <a:pt x="1768425" y="419773"/>
                  </a:lnTo>
                  <a:lnTo>
                    <a:pt x="1720028" y="366830"/>
                  </a:lnTo>
                  <a:lnTo>
                    <a:pt x="1670018" y="319142"/>
                  </a:lnTo>
                  <a:lnTo>
                    <a:pt x="1617634" y="276447"/>
                  </a:lnTo>
                  <a:lnTo>
                    <a:pt x="1562028" y="238297"/>
                  </a:lnTo>
                  <a:lnTo>
                    <a:pt x="1502329" y="204185"/>
                  </a:lnTo>
                  <a:lnTo>
                    <a:pt x="1437725" y="173619"/>
                  </a:lnTo>
                  <a:lnTo>
                    <a:pt x="1367541" y="146165"/>
                  </a:lnTo>
                  <a:lnTo>
                    <a:pt x="1291367" y="121469"/>
                  </a:lnTo>
                  <a:lnTo>
                    <a:pt x="1209213" y="99266"/>
                  </a:lnTo>
                  <a:lnTo>
                    <a:pt x="1121693" y="79390"/>
                  </a:lnTo>
                  <a:lnTo>
                    <a:pt x="1030224" y="61765"/>
                  </a:lnTo>
                  <a:lnTo>
                    <a:pt x="937158" y="46392"/>
                  </a:lnTo>
                  <a:lnTo>
                    <a:pt x="845783" y="33317"/>
                  </a:lnTo>
                  <a:lnTo>
                    <a:pt x="760088" y="22590"/>
                  </a:lnTo>
                  <a:lnTo>
                    <a:pt x="684242" y="14211"/>
                  </a:lnTo>
                  <a:lnTo>
                    <a:pt x="621857" y="8081"/>
                  </a:lnTo>
                  <a:lnTo>
                    <a:pt x="575202" y="3980"/>
                  </a:lnTo>
                  <a:lnTo>
                    <a:pt x="544632" y="1563"/>
                  </a:lnTo>
                  <a:lnTo>
                    <a:pt x="528373" y="401"/>
                  </a:lnTo>
                  <a:lnTo>
                    <a:pt x="522679" y="32"/>
                  </a:lnTo>
                  <a:lnTo>
                    <a:pt x="522133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659" name="pg659"/>
            <p:cNvSpPr/>
            <p:nvPr/>
          </p:nvSpPr>
          <p:spPr>
            <a:xfrm>
              <a:off x="386606" y="3060406"/>
              <a:ext cx="8554953" cy="2529932"/>
            </a:xfrm>
            <a:custGeom>
              <a:avLst/>
              <a:pathLst>
                <a:path w="8554953" h="2529932">
                  <a:moveTo>
                    <a:pt x="0" y="5647"/>
                  </a:moveTo>
                  <a:lnTo>
                    <a:pt x="522133" y="5647"/>
                  </a:lnTo>
                  <a:lnTo>
                    <a:pt x="523306" y="5718"/>
                  </a:lnTo>
                  <a:lnTo>
                    <a:pt x="530988" y="6228"/>
                  </a:lnTo>
                  <a:lnTo>
                    <a:pt x="550247" y="7639"/>
                  </a:lnTo>
                  <a:lnTo>
                    <a:pt x="584401" y="10410"/>
                  </a:lnTo>
                  <a:lnTo>
                    <a:pt x="634741" y="14957"/>
                  </a:lnTo>
                  <a:lnTo>
                    <a:pt x="700445" y="21598"/>
                  </a:lnTo>
                  <a:lnTo>
                    <a:pt x="778875" y="30527"/>
                  </a:lnTo>
                  <a:lnTo>
                    <a:pt x="866223" y="41815"/>
                  </a:lnTo>
                  <a:lnTo>
                    <a:pt x="958303" y="55447"/>
                  </a:lnTo>
                  <a:lnTo>
                    <a:pt x="1051252" y="71368"/>
                  </a:lnTo>
                  <a:lnTo>
                    <a:pt x="1141985" y="89541"/>
                  </a:lnTo>
                  <a:lnTo>
                    <a:pt x="1228369" y="109979"/>
                  </a:lnTo>
                  <a:lnTo>
                    <a:pt x="1309186" y="132778"/>
                  </a:lnTo>
                  <a:lnTo>
                    <a:pt x="1383975" y="158127"/>
                  </a:lnTo>
                  <a:lnTo>
                    <a:pt x="1452839" y="186312"/>
                  </a:lnTo>
                  <a:lnTo>
                    <a:pt x="1516258" y="217708"/>
                  </a:lnTo>
                  <a:lnTo>
                    <a:pt x="1574948" y="252765"/>
                  </a:lnTo>
                  <a:lnTo>
                    <a:pt x="1629742" y="291983"/>
                  </a:lnTo>
                  <a:lnTo>
                    <a:pt x="1681511" y="335867"/>
                  </a:lnTo>
                  <a:lnTo>
                    <a:pt x="1731089" y="384834"/>
                  </a:lnTo>
                  <a:lnTo>
                    <a:pt x="1768425" y="426361"/>
                  </a:lnTo>
                  <a:lnTo>
                    <a:pt x="1807315" y="473774"/>
                  </a:lnTo>
                  <a:lnTo>
                    <a:pt x="1845836" y="524804"/>
                  </a:lnTo>
                  <a:lnTo>
                    <a:pt x="1884237" y="579524"/>
                  </a:lnTo>
                  <a:lnTo>
                    <a:pt x="1922711" y="637942"/>
                  </a:lnTo>
                  <a:lnTo>
                    <a:pt x="1961399" y="699996"/>
                  </a:lnTo>
                  <a:lnTo>
                    <a:pt x="2000399" y="765544"/>
                  </a:lnTo>
                  <a:lnTo>
                    <a:pt x="2039767" y="834364"/>
                  </a:lnTo>
                  <a:lnTo>
                    <a:pt x="2079520" y="906150"/>
                  </a:lnTo>
                  <a:lnTo>
                    <a:pt x="2119644" y="980517"/>
                  </a:lnTo>
                  <a:lnTo>
                    <a:pt x="2160093" y="1057004"/>
                  </a:lnTo>
                  <a:lnTo>
                    <a:pt x="2200799" y="1135088"/>
                  </a:lnTo>
                  <a:lnTo>
                    <a:pt x="2241674" y="1214195"/>
                  </a:lnTo>
                  <a:lnTo>
                    <a:pt x="2282619" y="1293719"/>
                  </a:lnTo>
                  <a:lnTo>
                    <a:pt x="2323530" y="1373041"/>
                  </a:lnTo>
                  <a:lnTo>
                    <a:pt x="2364305" y="1451548"/>
                  </a:lnTo>
                  <a:lnTo>
                    <a:pt x="2404853" y="1528653"/>
                  </a:lnTo>
                  <a:lnTo>
                    <a:pt x="2445096" y="1603814"/>
                  </a:lnTo>
                  <a:lnTo>
                    <a:pt x="2484982" y="1676546"/>
                  </a:lnTo>
                  <a:lnTo>
                    <a:pt x="2524483" y="1746438"/>
                  </a:lnTo>
                  <a:lnTo>
                    <a:pt x="2563607" y="1813154"/>
                  </a:lnTo>
                  <a:lnTo>
                    <a:pt x="2602395" y="1876444"/>
                  </a:lnTo>
                  <a:lnTo>
                    <a:pt x="2640930" y="1936139"/>
                  </a:lnTo>
                  <a:lnTo>
                    <a:pt x="2679337" y="1992149"/>
                  </a:lnTo>
                  <a:lnTo>
                    <a:pt x="2717791" y="2044458"/>
                  </a:lnTo>
                  <a:lnTo>
                    <a:pt x="2756521" y="2093118"/>
                  </a:lnTo>
                  <a:lnTo>
                    <a:pt x="2770117" y="2109218"/>
                  </a:lnTo>
                  <a:lnTo>
                    <a:pt x="2818508" y="2162274"/>
                  </a:lnTo>
                  <a:lnTo>
                    <a:pt x="2868513" y="2210063"/>
                  </a:lnTo>
                  <a:lnTo>
                    <a:pt x="2920889" y="2252851"/>
                  </a:lnTo>
                  <a:lnTo>
                    <a:pt x="2976488" y="2291084"/>
                  </a:lnTo>
                  <a:lnTo>
                    <a:pt x="3036177" y="2325271"/>
                  </a:lnTo>
                  <a:lnTo>
                    <a:pt x="3100771" y="2355903"/>
                  </a:lnTo>
                  <a:lnTo>
                    <a:pt x="3170943" y="2383418"/>
                  </a:lnTo>
                  <a:lnTo>
                    <a:pt x="3247103" y="2408169"/>
                  </a:lnTo>
                  <a:lnTo>
                    <a:pt x="3329242" y="2430422"/>
                  </a:lnTo>
                  <a:lnTo>
                    <a:pt x="3416746" y="2450342"/>
                  </a:lnTo>
                  <a:lnTo>
                    <a:pt x="3508202" y="2468007"/>
                  </a:lnTo>
                  <a:lnTo>
                    <a:pt x="3601257" y="2483416"/>
                  </a:lnTo>
                  <a:lnTo>
                    <a:pt x="3692626" y="2496522"/>
                  </a:lnTo>
                  <a:lnTo>
                    <a:pt x="3778323" y="2507276"/>
                  </a:lnTo>
                  <a:lnTo>
                    <a:pt x="3854180" y="2515677"/>
                  </a:lnTo>
                  <a:lnTo>
                    <a:pt x="3916585" y="2521823"/>
                  </a:lnTo>
                  <a:lnTo>
                    <a:pt x="3963265" y="2525937"/>
                  </a:lnTo>
                  <a:lnTo>
                    <a:pt x="3993863" y="2528362"/>
                  </a:lnTo>
                  <a:lnTo>
                    <a:pt x="4010147" y="2529528"/>
                  </a:lnTo>
                  <a:lnTo>
                    <a:pt x="4015858" y="2529899"/>
                  </a:lnTo>
                  <a:lnTo>
                    <a:pt x="4016409" y="2529932"/>
                  </a:lnTo>
                  <a:lnTo>
                    <a:pt x="4538543" y="2529932"/>
                  </a:lnTo>
                  <a:lnTo>
                    <a:pt x="4539780" y="2529890"/>
                  </a:lnTo>
                  <a:lnTo>
                    <a:pt x="4547874" y="2529587"/>
                  </a:lnTo>
                  <a:lnTo>
                    <a:pt x="4568125" y="2528750"/>
                  </a:lnTo>
                  <a:lnTo>
                    <a:pt x="4603948" y="2527107"/>
                  </a:lnTo>
                  <a:lnTo>
                    <a:pt x="4656558" y="2524413"/>
                  </a:lnTo>
                  <a:lnTo>
                    <a:pt x="4724915" y="2520488"/>
                  </a:lnTo>
                  <a:lnTo>
                    <a:pt x="4806075" y="2515223"/>
                  </a:lnTo>
                  <a:lnTo>
                    <a:pt x="4895930" y="2508583"/>
                  </a:lnTo>
                  <a:lnTo>
                    <a:pt x="4990072" y="2500582"/>
                  </a:lnTo>
                  <a:lnTo>
                    <a:pt x="5084526" y="2491253"/>
                  </a:lnTo>
                  <a:lnTo>
                    <a:pt x="5176205" y="2480614"/>
                  </a:lnTo>
                  <a:lnTo>
                    <a:pt x="5263050" y="2468650"/>
                  </a:lnTo>
                  <a:lnTo>
                    <a:pt x="5343958" y="2455290"/>
                  </a:lnTo>
                  <a:lnTo>
                    <a:pt x="5418598" y="2440411"/>
                  </a:lnTo>
                  <a:lnTo>
                    <a:pt x="5487191" y="2423830"/>
                  </a:lnTo>
                  <a:lnTo>
                    <a:pt x="5550326" y="2405310"/>
                  </a:lnTo>
                  <a:lnTo>
                    <a:pt x="5608800" y="2384576"/>
                  </a:lnTo>
                  <a:lnTo>
                    <a:pt x="5663516" y="2361325"/>
                  </a:lnTo>
                  <a:lnTo>
                    <a:pt x="5715386" y="2335269"/>
                  </a:lnTo>
                  <a:lnTo>
                    <a:pt x="5765265" y="2306193"/>
                  </a:lnTo>
                  <a:lnTo>
                    <a:pt x="5784835" y="2293692"/>
                  </a:lnTo>
                  <a:lnTo>
                    <a:pt x="5831161" y="2261711"/>
                  </a:lnTo>
                  <a:lnTo>
                    <a:pt x="5877036" y="2226829"/>
                  </a:lnTo>
                  <a:lnTo>
                    <a:pt x="5922851" y="2188992"/>
                  </a:lnTo>
                  <a:lnTo>
                    <a:pt x="5968892" y="2148226"/>
                  </a:lnTo>
                  <a:lnTo>
                    <a:pt x="6015348" y="2104640"/>
                  </a:lnTo>
                  <a:lnTo>
                    <a:pt x="6062323" y="2058436"/>
                  </a:lnTo>
                  <a:lnTo>
                    <a:pt x="6109844" y="2009909"/>
                  </a:lnTo>
                  <a:lnTo>
                    <a:pt x="6157873" y="1959445"/>
                  </a:lnTo>
                  <a:lnTo>
                    <a:pt x="6206315" y="1907509"/>
                  </a:lnTo>
                  <a:lnTo>
                    <a:pt x="6255032" y="1854632"/>
                  </a:lnTo>
                  <a:lnTo>
                    <a:pt x="6303858" y="1801385"/>
                  </a:lnTo>
                  <a:lnTo>
                    <a:pt x="6352620" y="1748358"/>
                  </a:lnTo>
                  <a:lnTo>
                    <a:pt x="6401146" y="1696130"/>
                  </a:lnTo>
                  <a:lnTo>
                    <a:pt x="6449291" y="1645242"/>
                  </a:lnTo>
                  <a:lnTo>
                    <a:pt x="6496948" y="1596180"/>
                  </a:lnTo>
                  <a:lnTo>
                    <a:pt x="6544063" y="1549351"/>
                  </a:lnTo>
                  <a:lnTo>
                    <a:pt x="6590645" y="1505073"/>
                  </a:lnTo>
                  <a:lnTo>
                    <a:pt x="6636778" y="1463572"/>
                  </a:lnTo>
                  <a:lnTo>
                    <a:pt x="6682628" y="1424982"/>
                  </a:lnTo>
                  <a:lnTo>
                    <a:pt x="6728454" y="1389347"/>
                  </a:lnTo>
                  <a:lnTo>
                    <a:pt x="6774621" y="1356633"/>
                  </a:lnTo>
                  <a:lnTo>
                    <a:pt x="6786527" y="1348732"/>
                  </a:lnTo>
                  <a:lnTo>
                    <a:pt x="6835818" y="1318422"/>
                  </a:lnTo>
                  <a:lnTo>
                    <a:pt x="6886795" y="1291177"/>
                  </a:lnTo>
                  <a:lnTo>
                    <a:pt x="6940263" y="1266835"/>
                  </a:lnTo>
                  <a:lnTo>
                    <a:pt x="6997123" y="1245130"/>
                  </a:lnTo>
                  <a:lnTo>
                    <a:pt x="7058288" y="1225759"/>
                  </a:lnTo>
                  <a:lnTo>
                    <a:pt x="7124611" y="1208433"/>
                  </a:lnTo>
                  <a:lnTo>
                    <a:pt x="7196780" y="1192898"/>
                  </a:lnTo>
                  <a:lnTo>
                    <a:pt x="7275184" y="1178948"/>
                  </a:lnTo>
                  <a:lnTo>
                    <a:pt x="7359737" y="1166437"/>
                  </a:lnTo>
                  <a:lnTo>
                    <a:pt x="7449672" y="1155272"/>
                  </a:lnTo>
                  <a:lnTo>
                    <a:pt x="7543329" y="1145418"/>
                  </a:lnTo>
                  <a:lnTo>
                    <a:pt x="7638029" y="1136882"/>
                  </a:lnTo>
                  <a:lnTo>
                    <a:pt x="7730118" y="1129694"/>
                  </a:lnTo>
                  <a:lnTo>
                    <a:pt x="7815288" y="1123879"/>
                  </a:lnTo>
                  <a:lnTo>
                    <a:pt x="7889206" y="1119426"/>
                  </a:lnTo>
                  <a:lnTo>
                    <a:pt x="7948363" y="1116258"/>
                  </a:lnTo>
                  <a:lnTo>
                    <a:pt x="7990888" y="1114220"/>
                  </a:lnTo>
                  <a:lnTo>
                    <a:pt x="8017079" y="1113092"/>
                  </a:lnTo>
                  <a:lnTo>
                    <a:pt x="8029501" y="1112609"/>
                  </a:lnTo>
                  <a:lnTo>
                    <a:pt x="8032819" y="1112492"/>
                  </a:lnTo>
                  <a:lnTo>
                    <a:pt x="8554953" y="1112492"/>
                  </a:lnTo>
                  <a:lnTo>
                    <a:pt x="8554953" y="1106845"/>
                  </a:lnTo>
                  <a:lnTo>
                    <a:pt x="8032819" y="1106845"/>
                  </a:lnTo>
                  <a:lnTo>
                    <a:pt x="8031582" y="1106887"/>
                  </a:lnTo>
                  <a:lnTo>
                    <a:pt x="8023488" y="1107190"/>
                  </a:lnTo>
                  <a:lnTo>
                    <a:pt x="8003236" y="1108027"/>
                  </a:lnTo>
                  <a:lnTo>
                    <a:pt x="7967414" y="1109671"/>
                  </a:lnTo>
                  <a:lnTo>
                    <a:pt x="7914803" y="1112364"/>
                  </a:lnTo>
                  <a:lnTo>
                    <a:pt x="7846447" y="1116289"/>
                  </a:lnTo>
                  <a:lnTo>
                    <a:pt x="7765287" y="1121554"/>
                  </a:lnTo>
                  <a:lnTo>
                    <a:pt x="7675432" y="1128194"/>
                  </a:lnTo>
                  <a:lnTo>
                    <a:pt x="7581290" y="1136195"/>
                  </a:lnTo>
                  <a:lnTo>
                    <a:pt x="7486836" y="1145524"/>
                  </a:lnTo>
                  <a:lnTo>
                    <a:pt x="7395157" y="1156163"/>
                  </a:lnTo>
                  <a:lnTo>
                    <a:pt x="7308312" y="1168127"/>
                  </a:lnTo>
                  <a:lnTo>
                    <a:pt x="7227403" y="1181487"/>
                  </a:lnTo>
                  <a:lnTo>
                    <a:pt x="7152764" y="1196366"/>
                  </a:lnTo>
                  <a:lnTo>
                    <a:pt x="7084170" y="1212947"/>
                  </a:lnTo>
                  <a:lnTo>
                    <a:pt x="7021036" y="1231467"/>
                  </a:lnTo>
                  <a:lnTo>
                    <a:pt x="6962562" y="1252201"/>
                  </a:lnTo>
                  <a:lnTo>
                    <a:pt x="6907846" y="1275452"/>
                  </a:lnTo>
                  <a:lnTo>
                    <a:pt x="6855976" y="1301508"/>
                  </a:lnTo>
                  <a:lnTo>
                    <a:pt x="6806097" y="1330584"/>
                  </a:lnTo>
                  <a:lnTo>
                    <a:pt x="6786527" y="1343085"/>
                  </a:lnTo>
                  <a:lnTo>
                    <a:pt x="6740201" y="1375066"/>
                  </a:lnTo>
                  <a:lnTo>
                    <a:pt x="6694326" y="1409949"/>
                  </a:lnTo>
                  <a:lnTo>
                    <a:pt x="6648511" y="1447785"/>
                  </a:lnTo>
                  <a:lnTo>
                    <a:pt x="6602470" y="1488551"/>
                  </a:lnTo>
                  <a:lnTo>
                    <a:pt x="6556014" y="1532137"/>
                  </a:lnTo>
                  <a:lnTo>
                    <a:pt x="6509039" y="1578341"/>
                  </a:lnTo>
                  <a:lnTo>
                    <a:pt x="6461517" y="1626868"/>
                  </a:lnTo>
                  <a:lnTo>
                    <a:pt x="6413489" y="1677332"/>
                  </a:lnTo>
                  <a:lnTo>
                    <a:pt x="6365047" y="1729268"/>
                  </a:lnTo>
                  <a:lnTo>
                    <a:pt x="6316330" y="1782145"/>
                  </a:lnTo>
                  <a:lnTo>
                    <a:pt x="6267504" y="1835392"/>
                  </a:lnTo>
                  <a:lnTo>
                    <a:pt x="6218742" y="1888419"/>
                  </a:lnTo>
                  <a:lnTo>
                    <a:pt x="6170216" y="1940648"/>
                  </a:lnTo>
                  <a:lnTo>
                    <a:pt x="6122071" y="1991535"/>
                  </a:lnTo>
                  <a:lnTo>
                    <a:pt x="6074413" y="2040597"/>
                  </a:lnTo>
                  <a:lnTo>
                    <a:pt x="6027299" y="2087427"/>
                  </a:lnTo>
                  <a:lnTo>
                    <a:pt x="5980717" y="2131704"/>
                  </a:lnTo>
                  <a:lnTo>
                    <a:pt x="5934584" y="2173205"/>
                  </a:lnTo>
                  <a:lnTo>
                    <a:pt x="5888734" y="2211795"/>
                  </a:lnTo>
                  <a:lnTo>
                    <a:pt x="5842908" y="2247431"/>
                  </a:lnTo>
                  <a:lnTo>
                    <a:pt x="5796741" y="2280144"/>
                  </a:lnTo>
                  <a:lnTo>
                    <a:pt x="5784835" y="2288045"/>
                  </a:lnTo>
                  <a:lnTo>
                    <a:pt x="5735544" y="2318355"/>
                  </a:lnTo>
                  <a:lnTo>
                    <a:pt x="5684567" y="2345600"/>
                  </a:lnTo>
                  <a:lnTo>
                    <a:pt x="5631098" y="2369942"/>
                  </a:lnTo>
                  <a:lnTo>
                    <a:pt x="5574239" y="2391647"/>
                  </a:lnTo>
                  <a:lnTo>
                    <a:pt x="5513074" y="2411018"/>
                  </a:lnTo>
                  <a:lnTo>
                    <a:pt x="5446751" y="2428344"/>
                  </a:lnTo>
                  <a:lnTo>
                    <a:pt x="5374582" y="2443879"/>
                  </a:lnTo>
                  <a:lnTo>
                    <a:pt x="5296178" y="2457829"/>
                  </a:lnTo>
                  <a:lnTo>
                    <a:pt x="5211625" y="2470340"/>
                  </a:lnTo>
                  <a:lnTo>
                    <a:pt x="5121690" y="2481505"/>
                  </a:lnTo>
                  <a:lnTo>
                    <a:pt x="5028033" y="2491359"/>
                  </a:lnTo>
                  <a:lnTo>
                    <a:pt x="4933333" y="2499895"/>
                  </a:lnTo>
                  <a:lnTo>
                    <a:pt x="4841244" y="2507083"/>
                  </a:lnTo>
                  <a:lnTo>
                    <a:pt x="4756074" y="2512898"/>
                  </a:lnTo>
                  <a:lnTo>
                    <a:pt x="4682156" y="2517351"/>
                  </a:lnTo>
                  <a:lnTo>
                    <a:pt x="4622999" y="2520519"/>
                  </a:lnTo>
                  <a:lnTo>
                    <a:pt x="4580474" y="2522557"/>
                  </a:lnTo>
                  <a:lnTo>
                    <a:pt x="4554283" y="2523685"/>
                  </a:lnTo>
                  <a:lnTo>
                    <a:pt x="4541861" y="2524168"/>
                  </a:lnTo>
                  <a:lnTo>
                    <a:pt x="4538543" y="2524285"/>
                  </a:lnTo>
                  <a:lnTo>
                    <a:pt x="4016409" y="2524285"/>
                  </a:lnTo>
                  <a:lnTo>
                    <a:pt x="4015236" y="2524214"/>
                  </a:lnTo>
                  <a:lnTo>
                    <a:pt x="4007554" y="2523703"/>
                  </a:lnTo>
                  <a:lnTo>
                    <a:pt x="3988296" y="2522293"/>
                  </a:lnTo>
                  <a:lnTo>
                    <a:pt x="3954141" y="2519521"/>
                  </a:lnTo>
                  <a:lnTo>
                    <a:pt x="3903801" y="2514974"/>
                  </a:lnTo>
                  <a:lnTo>
                    <a:pt x="3838097" y="2508333"/>
                  </a:lnTo>
                  <a:lnTo>
                    <a:pt x="3759668" y="2499405"/>
                  </a:lnTo>
                  <a:lnTo>
                    <a:pt x="3672320" y="2488117"/>
                  </a:lnTo>
                  <a:lnTo>
                    <a:pt x="3580240" y="2474485"/>
                  </a:lnTo>
                  <a:lnTo>
                    <a:pt x="3487290" y="2458563"/>
                  </a:lnTo>
                  <a:lnTo>
                    <a:pt x="3396557" y="2440391"/>
                  </a:lnTo>
                  <a:lnTo>
                    <a:pt x="3310173" y="2419953"/>
                  </a:lnTo>
                  <a:lnTo>
                    <a:pt x="3229356" y="2397154"/>
                  </a:lnTo>
                  <a:lnTo>
                    <a:pt x="3154567" y="2371804"/>
                  </a:lnTo>
                  <a:lnTo>
                    <a:pt x="3085704" y="2343619"/>
                  </a:lnTo>
                  <a:lnTo>
                    <a:pt x="3022284" y="2312224"/>
                  </a:lnTo>
                  <a:lnTo>
                    <a:pt x="2963594" y="2277167"/>
                  </a:lnTo>
                  <a:lnTo>
                    <a:pt x="2908800" y="2237948"/>
                  </a:lnTo>
                  <a:lnTo>
                    <a:pt x="2857031" y="2194065"/>
                  </a:lnTo>
                  <a:lnTo>
                    <a:pt x="2807453" y="2145098"/>
                  </a:lnTo>
                  <a:lnTo>
                    <a:pt x="2770117" y="2103571"/>
                  </a:lnTo>
                  <a:lnTo>
                    <a:pt x="2731228" y="2056158"/>
                  </a:lnTo>
                  <a:lnTo>
                    <a:pt x="2692707" y="2005128"/>
                  </a:lnTo>
                  <a:lnTo>
                    <a:pt x="2654305" y="1950408"/>
                  </a:lnTo>
                  <a:lnTo>
                    <a:pt x="2615832" y="1891990"/>
                  </a:lnTo>
                  <a:lnTo>
                    <a:pt x="2577143" y="1829936"/>
                  </a:lnTo>
                  <a:lnTo>
                    <a:pt x="2538143" y="1764388"/>
                  </a:lnTo>
                  <a:lnTo>
                    <a:pt x="2498776" y="1695568"/>
                  </a:lnTo>
                  <a:lnTo>
                    <a:pt x="2459022" y="1623781"/>
                  </a:lnTo>
                  <a:lnTo>
                    <a:pt x="2418898" y="1549415"/>
                  </a:lnTo>
                  <a:lnTo>
                    <a:pt x="2378449" y="1472928"/>
                  </a:lnTo>
                  <a:lnTo>
                    <a:pt x="2337743" y="1394844"/>
                  </a:lnTo>
                  <a:lnTo>
                    <a:pt x="2296868" y="1315737"/>
                  </a:lnTo>
                  <a:lnTo>
                    <a:pt x="2255923" y="1236213"/>
                  </a:lnTo>
                  <a:lnTo>
                    <a:pt x="2215012" y="1156890"/>
                  </a:lnTo>
                  <a:lnTo>
                    <a:pt x="2174237" y="1078383"/>
                  </a:lnTo>
                  <a:lnTo>
                    <a:pt x="2133690" y="1001278"/>
                  </a:lnTo>
                  <a:lnTo>
                    <a:pt x="2093446" y="926118"/>
                  </a:lnTo>
                  <a:lnTo>
                    <a:pt x="2053560" y="853386"/>
                  </a:lnTo>
                  <a:lnTo>
                    <a:pt x="2014059" y="783494"/>
                  </a:lnTo>
                  <a:lnTo>
                    <a:pt x="1974935" y="716778"/>
                  </a:lnTo>
                  <a:lnTo>
                    <a:pt x="1936147" y="653487"/>
                  </a:lnTo>
                  <a:lnTo>
                    <a:pt x="1897612" y="593793"/>
                  </a:lnTo>
                  <a:lnTo>
                    <a:pt x="1859205" y="537783"/>
                  </a:lnTo>
                  <a:lnTo>
                    <a:pt x="1820751" y="485474"/>
                  </a:lnTo>
                  <a:lnTo>
                    <a:pt x="1782021" y="436814"/>
                  </a:lnTo>
                  <a:lnTo>
                    <a:pt x="1768425" y="420714"/>
                  </a:lnTo>
                  <a:lnTo>
                    <a:pt x="1720034" y="367658"/>
                  </a:lnTo>
                  <a:lnTo>
                    <a:pt x="1670030" y="319868"/>
                  </a:lnTo>
                  <a:lnTo>
                    <a:pt x="1617653" y="277081"/>
                  </a:lnTo>
                  <a:lnTo>
                    <a:pt x="1562054" y="238848"/>
                  </a:lnTo>
                  <a:lnTo>
                    <a:pt x="1502365" y="204661"/>
                  </a:lnTo>
                  <a:lnTo>
                    <a:pt x="1437771" y="174028"/>
                  </a:lnTo>
                  <a:lnTo>
                    <a:pt x="1367599" y="146514"/>
                  </a:lnTo>
                  <a:lnTo>
                    <a:pt x="1291440" y="121762"/>
                  </a:lnTo>
                  <a:lnTo>
                    <a:pt x="1209300" y="99510"/>
                  </a:lnTo>
                  <a:lnTo>
                    <a:pt x="1121796" y="79590"/>
                  </a:lnTo>
                  <a:lnTo>
                    <a:pt x="1030340" y="61925"/>
                  </a:lnTo>
                  <a:lnTo>
                    <a:pt x="937285" y="46516"/>
                  </a:lnTo>
                  <a:lnTo>
                    <a:pt x="845916" y="33410"/>
                  </a:lnTo>
                  <a:lnTo>
                    <a:pt x="760219" y="22656"/>
                  </a:lnTo>
                  <a:lnTo>
                    <a:pt x="684362" y="14255"/>
                  </a:lnTo>
                  <a:lnTo>
                    <a:pt x="621957" y="8109"/>
                  </a:lnTo>
                  <a:lnTo>
                    <a:pt x="575277" y="3995"/>
                  </a:lnTo>
                  <a:lnTo>
                    <a:pt x="544679" y="1570"/>
                  </a:lnTo>
                  <a:lnTo>
                    <a:pt x="528395" y="404"/>
                  </a:lnTo>
                  <a:lnTo>
                    <a:pt x="522684" y="33"/>
                  </a:lnTo>
                  <a:lnTo>
                    <a:pt x="5221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660" name="pl660"/>
            <p:cNvSpPr/>
            <p:nvPr/>
          </p:nvSpPr>
          <p:spPr>
            <a:xfrm>
              <a:off x="386606" y="3066053"/>
              <a:ext cx="8554953" cy="2524285"/>
            </a:xfrm>
            <a:custGeom>
              <a:avLst/>
              <a:pathLst>
                <a:path w="8554953" h="2524285">
                  <a:moveTo>
                    <a:pt x="0" y="0"/>
                  </a:moveTo>
                  <a:lnTo>
                    <a:pt x="522133" y="0"/>
                  </a:lnTo>
                  <a:lnTo>
                    <a:pt x="523306" y="71"/>
                  </a:lnTo>
                  <a:lnTo>
                    <a:pt x="530988" y="581"/>
                  </a:lnTo>
                  <a:lnTo>
                    <a:pt x="550247" y="1991"/>
                  </a:lnTo>
                  <a:lnTo>
                    <a:pt x="584401" y="4763"/>
                  </a:lnTo>
                  <a:lnTo>
                    <a:pt x="634741" y="9310"/>
                  </a:lnTo>
                  <a:lnTo>
                    <a:pt x="700445" y="15951"/>
                  </a:lnTo>
                  <a:lnTo>
                    <a:pt x="778875" y="24880"/>
                  </a:lnTo>
                  <a:lnTo>
                    <a:pt x="866223" y="36168"/>
                  </a:lnTo>
                  <a:lnTo>
                    <a:pt x="958303" y="49799"/>
                  </a:lnTo>
                  <a:lnTo>
                    <a:pt x="1051252" y="65721"/>
                  </a:lnTo>
                  <a:lnTo>
                    <a:pt x="1141985" y="83894"/>
                  </a:lnTo>
                  <a:lnTo>
                    <a:pt x="1228369" y="104331"/>
                  </a:lnTo>
                  <a:lnTo>
                    <a:pt x="1309186" y="127131"/>
                  </a:lnTo>
                  <a:lnTo>
                    <a:pt x="1383975" y="152480"/>
                  </a:lnTo>
                  <a:lnTo>
                    <a:pt x="1452839" y="180665"/>
                  </a:lnTo>
                  <a:lnTo>
                    <a:pt x="1516258" y="212061"/>
                  </a:lnTo>
                  <a:lnTo>
                    <a:pt x="1574948" y="247117"/>
                  </a:lnTo>
                  <a:lnTo>
                    <a:pt x="1629742" y="286336"/>
                  </a:lnTo>
                  <a:lnTo>
                    <a:pt x="1681511" y="330219"/>
                  </a:lnTo>
                  <a:lnTo>
                    <a:pt x="1731089" y="379187"/>
                  </a:lnTo>
                  <a:lnTo>
                    <a:pt x="1768425" y="420714"/>
                  </a:lnTo>
                  <a:lnTo>
                    <a:pt x="1807315" y="468127"/>
                  </a:lnTo>
                  <a:lnTo>
                    <a:pt x="1845836" y="519157"/>
                  </a:lnTo>
                  <a:lnTo>
                    <a:pt x="1884237" y="573877"/>
                  </a:lnTo>
                  <a:lnTo>
                    <a:pt x="1922711" y="632295"/>
                  </a:lnTo>
                  <a:lnTo>
                    <a:pt x="1961399" y="694348"/>
                  </a:lnTo>
                  <a:lnTo>
                    <a:pt x="2000399" y="759897"/>
                  </a:lnTo>
                  <a:lnTo>
                    <a:pt x="2039767" y="828717"/>
                  </a:lnTo>
                  <a:lnTo>
                    <a:pt x="2079520" y="900503"/>
                  </a:lnTo>
                  <a:lnTo>
                    <a:pt x="2119644" y="974870"/>
                  </a:lnTo>
                  <a:lnTo>
                    <a:pt x="2160093" y="1051357"/>
                  </a:lnTo>
                  <a:lnTo>
                    <a:pt x="2200799" y="1129441"/>
                  </a:lnTo>
                  <a:lnTo>
                    <a:pt x="2241674" y="1208548"/>
                  </a:lnTo>
                  <a:lnTo>
                    <a:pt x="2282619" y="1288072"/>
                  </a:lnTo>
                  <a:lnTo>
                    <a:pt x="2323530" y="1367394"/>
                  </a:lnTo>
                  <a:lnTo>
                    <a:pt x="2364305" y="1445901"/>
                  </a:lnTo>
                  <a:lnTo>
                    <a:pt x="2404853" y="1523006"/>
                  </a:lnTo>
                  <a:lnTo>
                    <a:pt x="2445096" y="1598167"/>
                  </a:lnTo>
                  <a:lnTo>
                    <a:pt x="2484982" y="1670899"/>
                  </a:lnTo>
                  <a:lnTo>
                    <a:pt x="2524483" y="1740790"/>
                  </a:lnTo>
                  <a:lnTo>
                    <a:pt x="2563607" y="1807507"/>
                  </a:lnTo>
                  <a:lnTo>
                    <a:pt x="2602395" y="1870797"/>
                  </a:lnTo>
                  <a:lnTo>
                    <a:pt x="2640930" y="1930492"/>
                  </a:lnTo>
                  <a:lnTo>
                    <a:pt x="2679337" y="1986501"/>
                  </a:lnTo>
                  <a:lnTo>
                    <a:pt x="2717791" y="2038811"/>
                  </a:lnTo>
                  <a:lnTo>
                    <a:pt x="2756521" y="2087471"/>
                  </a:lnTo>
                  <a:lnTo>
                    <a:pt x="2770117" y="2103571"/>
                  </a:lnTo>
                  <a:lnTo>
                    <a:pt x="2818508" y="2156626"/>
                  </a:lnTo>
                  <a:lnTo>
                    <a:pt x="2868513" y="2204416"/>
                  </a:lnTo>
                  <a:lnTo>
                    <a:pt x="2920889" y="2247204"/>
                  </a:lnTo>
                  <a:lnTo>
                    <a:pt x="2976488" y="2285437"/>
                  </a:lnTo>
                  <a:lnTo>
                    <a:pt x="3036177" y="2319624"/>
                  </a:lnTo>
                  <a:lnTo>
                    <a:pt x="3100771" y="2350256"/>
                  </a:lnTo>
                  <a:lnTo>
                    <a:pt x="3170943" y="2377771"/>
                  </a:lnTo>
                  <a:lnTo>
                    <a:pt x="3247103" y="2402522"/>
                  </a:lnTo>
                  <a:lnTo>
                    <a:pt x="3329242" y="2424774"/>
                  </a:lnTo>
                  <a:lnTo>
                    <a:pt x="3416746" y="2444695"/>
                  </a:lnTo>
                  <a:lnTo>
                    <a:pt x="3508202" y="2462360"/>
                  </a:lnTo>
                  <a:lnTo>
                    <a:pt x="3601257" y="2477769"/>
                  </a:lnTo>
                  <a:lnTo>
                    <a:pt x="3692626" y="2490875"/>
                  </a:lnTo>
                  <a:lnTo>
                    <a:pt x="3778323" y="2501629"/>
                  </a:lnTo>
                  <a:lnTo>
                    <a:pt x="3854180" y="2510030"/>
                  </a:lnTo>
                  <a:lnTo>
                    <a:pt x="3916585" y="2516176"/>
                  </a:lnTo>
                  <a:lnTo>
                    <a:pt x="3963265" y="2520290"/>
                  </a:lnTo>
                  <a:lnTo>
                    <a:pt x="3993863" y="2522715"/>
                  </a:lnTo>
                  <a:lnTo>
                    <a:pt x="4010147" y="2523881"/>
                  </a:lnTo>
                  <a:lnTo>
                    <a:pt x="4015858" y="2524252"/>
                  </a:lnTo>
                  <a:lnTo>
                    <a:pt x="4016409" y="2524285"/>
                  </a:lnTo>
                  <a:lnTo>
                    <a:pt x="4538543" y="2524285"/>
                  </a:lnTo>
                  <a:lnTo>
                    <a:pt x="4539780" y="2524243"/>
                  </a:lnTo>
                  <a:lnTo>
                    <a:pt x="4547874" y="2523940"/>
                  </a:lnTo>
                  <a:lnTo>
                    <a:pt x="4568125" y="2523103"/>
                  </a:lnTo>
                  <a:lnTo>
                    <a:pt x="4603948" y="2521459"/>
                  </a:lnTo>
                  <a:lnTo>
                    <a:pt x="4656558" y="2518766"/>
                  </a:lnTo>
                  <a:lnTo>
                    <a:pt x="4724915" y="2514841"/>
                  </a:lnTo>
                  <a:lnTo>
                    <a:pt x="4806075" y="2509576"/>
                  </a:lnTo>
                  <a:lnTo>
                    <a:pt x="4895930" y="2502936"/>
                  </a:lnTo>
                  <a:lnTo>
                    <a:pt x="4990072" y="2494935"/>
                  </a:lnTo>
                  <a:lnTo>
                    <a:pt x="5084526" y="2485606"/>
                  </a:lnTo>
                  <a:lnTo>
                    <a:pt x="5176205" y="2474967"/>
                  </a:lnTo>
                  <a:lnTo>
                    <a:pt x="5263050" y="2463003"/>
                  </a:lnTo>
                  <a:lnTo>
                    <a:pt x="5343958" y="2449643"/>
                  </a:lnTo>
                  <a:lnTo>
                    <a:pt x="5418598" y="2434764"/>
                  </a:lnTo>
                  <a:lnTo>
                    <a:pt x="5487191" y="2418183"/>
                  </a:lnTo>
                  <a:lnTo>
                    <a:pt x="5550326" y="2399663"/>
                  </a:lnTo>
                  <a:lnTo>
                    <a:pt x="5608800" y="2378929"/>
                  </a:lnTo>
                  <a:lnTo>
                    <a:pt x="5663516" y="2355678"/>
                  </a:lnTo>
                  <a:lnTo>
                    <a:pt x="5715386" y="2329622"/>
                  </a:lnTo>
                  <a:lnTo>
                    <a:pt x="5765265" y="2300546"/>
                  </a:lnTo>
                  <a:lnTo>
                    <a:pt x="5784835" y="2288045"/>
                  </a:lnTo>
                  <a:lnTo>
                    <a:pt x="5831161" y="2256064"/>
                  </a:lnTo>
                  <a:lnTo>
                    <a:pt x="5877036" y="2221181"/>
                  </a:lnTo>
                  <a:lnTo>
                    <a:pt x="5922851" y="2183345"/>
                  </a:lnTo>
                  <a:lnTo>
                    <a:pt x="5968892" y="2142579"/>
                  </a:lnTo>
                  <a:lnTo>
                    <a:pt x="6015348" y="2098993"/>
                  </a:lnTo>
                  <a:lnTo>
                    <a:pt x="6062323" y="2052789"/>
                  </a:lnTo>
                  <a:lnTo>
                    <a:pt x="6109844" y="2004262"/>
                  </a:lnTo>
                  <a:lnTo>
                    <a:pt x="6157873" y="1953798"/>
                  </a:lnTo>
                  <a:lnTo>
                    <a:pt x="6206315" y="1901862"/>
                  </a:lnTo>
                  <a:lnTo>
                    <a:pt x="6255032" y="1848985"/>
                  </a:lnTo>
                  <a:lnTo>
                    <a:pt x="6303858" y="1795738"/>
                  </a:lnTo>
                  <a:lnTo>
                    <a:pt x="6352620" y="1742711"/>
                  </a:lnTo>
                  <a:lnTo>
                    <a:pt x="6401146" y="1690482"/>
                  </a:lnTo>
                  <a:lnTo>
                    <a:pt x="6449291" y="1639595"/>
                  </a:lnTo>
                  <a:lnTo>
                    <a:pt x="6496948" y="1590533"/>
                  </a:lnTo>
                  <a:lnTo>
                    <a:pt x="6544063" y="1543704"/>
                  </a:lnTo>
                  <a:lnTo>
                    <a:pt x="6590645" y="1499426"/>
                  </a:lnTo>
                  <a:lnTo>
                    <a:pt x="6636778" y="1457925"/>
                  </a:lnTo>
                  <a:lnTo>
                    <a:pt x="6682628" y="1419335"/>
                  </a:lnTo>
                  <a:lnTo>
                    <a:pt x="6728454" y="1383699"/>
                  </a:lnTo>
                  <a:lnTo>
                    <a:pt x="6774621" y="1350986"/>
                  </a:lnTo>
                  <a:lnTo>
                    <a:pt x="6786527" y="1343085"/>
                  </a:lnTo>
                  <a:lnTo>
                    <a:pt x="6835818" y="1312775"/>
                  </a:lnTo>
                  <a:lnTo>
                    <a:pt x="6886795" y="1285530"/>
                  </a:lnTo>
                  <a:lnTo>
                    <a:pt x="6940263" y="1261188"/>
                  </a:lnTo>
                  <a:lnTo>
                    <a:pt x="6997123" y="1239483"/>
                  </a:lnTo>
                  <a:lnTo>
                    <a:pt x="7058288" y="1220112"/>
                  </a:lnTo>
                  <a:lnTo>
                    <a:pt x="7124611" y="1202786"/>
                  </a:lnTo>
                  <a:lnTo>
                    <a:pt x="7196780" y="1187251"/>
                  </a:lnTo>
                  <a:lnTo>
                    <a:pt x="7275184" y="1173301"/>
                  </a:lnTo>
                  <a:lnTo>
                    <a:pt x="7359737" y="1160790"/>
                  </a:lnTo>
                  <a:lnTo>
                    <a:pt x="7449672" y="1149625"/>
                  </a:lnTo>
                  <a:lnTo>
                    <a:pt x="7543329" y="1139771"/>
                  </a:lnTo>
                  <a:lnTo>
                    <a:pt x="7638029" y="1131235"/>
                  </a:lnTo>
                  <a:lnTo>
                    <a:pt x="7730118" y="1124047"/>
                  </a:lnTo>
                  <a:lnTo>
                    <a:pt x="7815288" y="1118232"/>
                  </a:lnTo>
                  <a:lnTo>
                    <a:pt x="7889206" y="1113779"/>
                  </a:lnTo>
                  <a:lnTo>
                    <a:pt x="7948363" y="1110611"/>
                  </a:lnTo>
                  <a:lnTo>
                    <a:pt x="7990888" y="1108573"/>
                  </a:lnTo>
                  <a:lnTo>
                    <a:pt x="8017079" y="1107445"/>
                  </a:lnTo>
                  <a:lnTo>
                    <a:pt x="8029501" y="1106962"/>
                  </a:lnTo>
                  <a:lnTo>
                    <a:pt x="8032737" y="1106848"/>
                  </a:lnTo>
                  <a:lnTo>
                    <a:pt x="8032819" y="1106845"/>
                  </a:lnTo>
                  <a:lnTo>
                    <a:pt x="8554953" y="1106845"/>
                  </a:lnTo>
                  <a:lnTo>
                    <a:pt x="8554953" y="1106845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661" name="pl661"/>
            <p:cNvSpPr/>
            <p:nvPr/>
          </p:nvSpPr>
          <p:spPr>
            <a:xfrm>
              <a:off x="386606" y="3060406"/>
              <a:ext cx="8554953" cy="2524285"/>
            </a:xfrm>
            <a:custGeom>
              <a:avLst/>
              <a:pathLst>
                <a:path w="8554953" h="2524285">
                  <a:moveTo>
                    <a:pt x="8554953" y="1106845"/>
                  </a:moveTo>
                  <a:lnTo>
                    <a:pt x="8032819" y="1106845"/>
                  </a:lnTo>
                  <a:lnTo>
                    <a:pt x="8031582" y="1106887"/>
                  </a:lnTo>
                  <a:lnTo>
                    <a:pt x="8023488" y="1107190"/>
                  </a:lnTo>
                  <a:lnTo>
                    <a:pt x="8003236" y="1108027"/>
                  </a:lnTo>
                  <a:lnTo>
                    <a:pt x="7967414" y="1109671"/>
                  </a:lnTo>
                  <a:lnTo>
                    <a:pt x="7914803" y="1112364"/>
                  </a:lnTo>
                  <a:lnTo>
                    <a:pt x="7846447" y="1116289"/>
                  </a:lnTo>
                  <a:lnTo>
                    <a:pt x="7765287" y="1121554"/>
                  </a:lnTo>
                  <a:lnTo>
                    <a:pt x="7675432" y="1128194"/>
                  </a:lnTo>
                  <a:lnTo>
                    <a:pt x="7581290" y="1136195"/>
                  </a:lnTo>
                  <a:lnTo>
                    <a:pt x="7486836" y="1145524"/>
                  </a:lnTo>
                  <a:lnTo>
                    <a:pt x="7395157" y="1156163"/>
                  </a:lnTo>
                  <a:lnTo>
                    <a:pt x="7308312" y="1168127"/>
                  </a:lnTo>
                  <a:lnTo>
                    <a:pt x="7227403" y="1181487"/>
                  </a:lnTo>
                  <a:lnTo>
                    <a:pt x="7152764" y="1196366"/>
                  </a:lnTo>
                  <a:lnTo>
                    <a:pt x="7084170" y="1212947"/>
                  </a:lnTo>
                  <a:lnTo>
                    <a:pt x="7021036" y="1231467"/>
                  </a:lnTo>
                  <a:lnTo>
                    <a:pt x="6962562" y="1252201"/>
                  </a:lnTo>
                  <a:lnTo>
                    <a:pt x="6907846" y="1275452"/>
                  </a:lnTo>
                  <a:lnTo>
                    <a:pt x="6855976" y="1301508"/>
                  </a:lnTo>
                  <a:lnTo>
                    <a:pt x="6806097" y="1330584"/>
                  </a:lnTo>
                  <a:lnTo>
                    <a:pt x="6786527" y="1343085"/>
                  </a:lnTo>
                  <a:lnTo>
                    <a:pt x="6740201" y="1375066"/>
                  </a:lnTo>
                  <a:lnTo>
                    <a:pt x="6694326" y="1409949"/>
                  </a:lnTo>
                  <a:lnTo>
                    <a:pt x="6648511" y="1447785"/>
                  </a:lnTo>
                  <a:lnTo>
                    <a:pt x="6602470" y="1488551"/>
                  </a:lnTo>
                  <a:lnTo>
                    <a:pt x="6556014" y="1532137"/>
                  </a:lnTo>
                  <a:lnTo>
                    <a:pt x="6509039" y="1578341"/>
                  </a:lnTo>
                  <a:lnTo>
                    <a:pt x="6461517" y="1626868"/>
                  </a:lnTo>
                  <a:lnTo>
                    <a:pt x="6413489" y="1677332"/>
                  </a:lnTo>
                  <a:lnTo>
                    <a:pt x="6365047" y="1729268"/>
                  </a:lnTo>
                  <a:lnTo>
                    <a:pt x="6316330" y="1782145"/>
                  </a:lnTo>
                  <a:lnTo>
                    <a:pt x="6267504" y="1835392"/>
                  </a:lnTo>
                  <a:lnTo>
                    <a:pt x="6218742" y="1888419"/>
                  </a:lnTo>
                  <a:lnTo>
                    <a:pt x="6170216" y="1940648"/>
                  </a:lnTo>
                  <a:lnTo>
                    <a:pt x="6122071" y="1991535"/>
                  </a:lnTo>
                  <a:lnTo>
                    <a:pt x="6074413" y="2040597"/>
                  </a:lnTo>
                  <a:lnTo>
                    <a:pt x="6027299" y="2087427"/>
                  </a:lnTo>
                  <a:lnTo>
                    <a:pt x="5980717" y="2131704"/>
                  </a:lnTo>
                  <a:lnTo>
                    <a:pt x="5934584" y="2173205"/>
                  </a:lnTo>
                  <a:lnTo>
                    <a:pt x="5888734" y="2211795"/>
                  </a:lnTo>
                  <a:lnTo>
                    <a:pt x="5842908" y="2247431"/>
                  </a:lnTo>
                  <a:lnTo>
                    <a:pt x="5796741" y="2280144"/>
                  </a:lnTo>
                  <a:lnTo>
                    <a:pt x="5784835" y="2288045"/>
                  </a:lnTo>
                  <a:lnTo>
                    <a:pt x="5735544" y="2318355"/>
                  </a:lnTo>
                  <a:lnTo>
                    <a:pt x="5684567" y="2345600"/>
                  </a:lnTo>
                  <a:lnTo>
                    <a:pt x="5631098" y="2369942"/>
                  </a:lnTo>
                  <a:lnTo>
                    <a:pt x="5574239" y="2391647"/>
                  </a:lnTo>
                  <a:lnTo>
                    <a:pt x="5513074" y="2411018"/>
                  </a:lnTo>
                  <a:lnTo>
                    <a:pt x="5446751" y="2428344"/>
                  </a:lnTo>
                  <a:lnTo>
                    <a:pt x="5374582" y="2443879"/>
                  </a:lnTo>
                  <a:lnTo>
                    <a:pt x="5296178" y="2457829"/>
                  </a:lnTo>
                  <a:lnTo>
                    <a:pt x="5211625" y="2470340"/>
                  </a:lnTo>
                  <a:lnTo>
                    <a:pt x="5121690" y="2481505"/>
                  </a:lnTo>
                  <a:lnTo>
                    <a:pt x="5028033" y="2491359"/>
                  </a:lnTo>
                  <a:lnTo>
                    <a:pt x="4933333" y="2499895"/>
                  </a:lnTo>
                  <a:lnTo>
                    <a:pt x="4841244" y="2507083"/>
                  </a:lnTo>
                  <a:lnTo>
                    <a:pt x="4756074" y="2512898"/>
                  </a:lnTo>
                  <a:lnTo>
                    <a:pt x="4682156" y="2517351"/>
                  </a:lnTo>
                  <a:lnTo>
                    <a:pt x="4622999" y="2520519"/>
                  </a:lnTo>
                  <a:lnTo>
                    <a:pt x="4580474" y="2522557"/>
                  </a:lnTo>
                  <a:lnTo>
                    <a:pt x="4554283" y="2523685"/>
                  </a:lnTo>
                  <a:lnTo>
                    <a:pt x="4541861" y="2524168"/>
                  </a:lnTo>
                  <a:lnTo>
                    <a:pt x="4538625" y="2524282"/>
                  </a:lnTo>
                  <a:lnTo>
                    <a:pt x="4538543" y="2524285"/>
                  </a:lnTo>
                  <a:lnTo>
                    <a:pt x="4016409" y="2524285"/>
                  </a:lnTo>
                  <a:lnTo>
                    <a:pt x="4015236" y="2524214"/>
                  </a:lnTo>
                  <a:lnTo>
                    <a:pt x="4007554" y="2523703"/>
                  </a:lnTo>
                  <a:lnTo>
                    <a:pt x="3988296" y="2522293"/>
                  </a:lnTo>
                  <a:lnTo>
                    <a:pt x="3954141" y="2519521"/>
                  </a:lnTo>
                  <a:lnTo>
                    <a:pt x="3903801" y="2514974"/>
                  </a:lnTo>
                  <a:lnTo>
                    <a:pt x="3838097" y="2508333"/>
                  </a:lnTo>
                  <a:lnTo>
                    <a:pt x="3759668" y="2499405"/>
                  </a:lnTo>
                  <a:lnTo>
                    <a:pt x="3672320" y="2488117"/>
                  </a:lnTo>
                  <a:lnTo>
                    <a:pt x="3580240" y="2474485"/>
                  </a:lnTo>
                  <a:lnTo>
                    <a:pt x="3487290" y="2458563"/>
                  </a:lnTo>
                  <a:lnTo>
                    <a:pt x="3396557" y="2440391"/>
                  </a:lnTo>
                  <a:lnTo>
                    <a:pt x="3310173" y="2419953"/>
                  </a:lnTo>
                  <a:lnTo>
                    <a:pt x="3229356" y="2397154"/>
                  </a:lnTo>
                  <a:lnTo>
                    <a:pt x="3154567" y="2371804"/>
                  </a:lnTo>
                  <a:lnTo>
                    <a:pt x="3085704" y="2343619"/>
                  </a:lnTo>
                  <a:lnTo>
                    <a:pt x="3022284" y="2312224"/>
                  </a:lnTo>
                  <a:lnTo>
                    <a:pt x="2963594" y="2277167"/>
                  </a:lnTo>
                  <a:lnTo>
                    <a:pt x="2908800" y="2237948"/>
                  </a:lnTo>
                  <a:lnTo>
                    <a:pt x="2857031" y="2194065"/>
                  </a:lnTo>
                  <a:lnTo>
                    <a:pt x="2807453" y="2145098"/>
                  </a:lnTo>
                  <a:lnTo>
                    <a:pt x="2770117" y="2103571"/>
                  </a:lnTo>
                  <a:lnTo>
                    <a:pt x="2731228" y="2056158"/>
                  </a:lnTo>
                  <a:lnTo>
                    <a:pt x="2692707" y="2005128"/>
                  </a:lnTo>
                  <a:lnTo>
                    <a:pt x="2654305" y="1950408"/>
                  </a:lnTo>
                  <a:lnTo>
                    <a:pt x="2615832" y="1891990"/>
                  </a:lnTo>
                  <a:lnTo>
                    <a:pt x="2577143" y="1829936"/>
                  </a:lnTo>
                  <a:lnTo>
                    <a:pt x="2538143" y="1764388"/>
                  </a:lnTo>
                  <a:lnTo>
                    <a:pt x="2498776" y="1695568"/>
                  </a:lnTo>
                  <a:lnTo>
                    <a:pt x="2459022" y="1623781"/>
                  </a:lnTo>
                  <a:lnTo>
                    <a:pt x="2418898" y="1549415"/>
                  </a:lnTo>
                  <a:lnTo>
                    <a:pt x="2378449" y="1472928"/>
                  </a:lnTo>
                  <a:lnTo>
                    <a:pt x="2337743" y="1394844"/>
                  </a:lnTo>
                  <a:lnTo>
                    <a:pt x="2296868" y="1315737"/>
                  </a:lnTo>
                  <a:lnTo>
                    <a:pt x="2255923" y="1236213"/>
                  </a:lnTo>
                  <a:lnTo>
                    <a:pt x="2215012" y="1156890"/>
                  </a:lnTo>
                  <a:lnTo>
                    <a:pt x="2174237" y="1078383"/>
                  </a:lnTo>
                  <a:lnTo>
                    <a:pt x="2133690" y="1001278"/>
                  </a:lnTo>
                  <a:lnTo>
                    <a:pt x="2093446" y="926118"/>
                  </a:lnTo>
                  <a:lnTo>
                    <a:pt x="2053560" y="853386"/>
                  </a:lnTo>
                  <a:lnTo>
                    <a:pt x="2014059" y="783494"/>
                  </a:lnTo>
                  <a:lnTo>
                    <a:pt x="1974935" y="716778"/>
                  </a:lnTo>
                  <a:lnTo>
                    <a:pt x="1936147" y="653487"/>
                  </a:lnTo>
                  <a:lnTo>
                    <a:pt x="1897612" y="593793"/>
                  </a:lnTo>
                  <a:lnTo>
                    <a:pt x="1859205" y="537783"/>
                  </a:lnTo>
                  <a:lnTo>
                    <a:pt x="1820751" y="485474"/>
                  </a:lnTo>
                  <a:lnTo>
                    <a:pt x="1782021" y="436814"/>
                  </a:lnTo>
                  <a:lnTo>
                    <a:pt x="1768425" y="420714"/>
                  </a:lnTo>
                  <a:lnTo>
                    <a:pt x="1720034" y="367658"/>
                  </a:lnTo>
                  <a:lnTo>
                    <a:pt x="1670030" y="319868"/>
                  </a:lnTo>
                  <a:lnTo>
                    <a:pt x="1617653" y="277081"/>
                  </a:lnTo>
                  <a:lnTo>
                    <a:pt x="1562054" y="238848"/>
                  </a:lnTo>
                  <a:lnTo>
                    <a:pt x="1502365" y="204661"/>
                  </a:lnTo>
                  <a:lnTo>
                    <a:pt x="1437771" y="174028"/>
                  </a:lnTo>
                  <a:lnTo>
                    <a:pt x="1367599" y="146514"/>
                  </a:lnTo>
                  <a:lnTo>
                    <a:pt x="1291440" y="121762"/>
                  </a:lnTo>
                  <a:lnTo>
                    <a:pt x="1209300" y="99510"/>
                  </a:lnTo>
                  <a:lnTo>
                    <a:pt x="1121796" y="79590"/>
                  </a:lnTo>
                  <a:lnTo>
                    <a:pt x="1030340" y="61925"/>
                  </a:lnTo>
                  <a:lnTo>
                    <a:pt x="937285" y="46516"/>
                  </a:lnTo>
                  <a:lnTo>
                    <a:pt x="845916" y="33410"/>
                  </a:lnTo>
                  <a:lnTo>
                    <a:pt x="760219" y="22656"/>
                  </a:lnTo>
                  <a:lnTo>
                    <a:pt x="684362" y="14255"/>
                  </a:lnTo>
                  <a:lnTo>
                    <a:pt x="621957" y="8109"/>
                  </a:lnTo>
                  <a:lnTo>
                    <a:pt x="575277" y="3995"/>
                  </a:lnTo>
                  <a:lnTo>
                    <a:pt x="544679" y="1570"/>
                  </a:lnTo>
                  <a:lnTo>
                    <a:pt x="528395" y="404"/>
                  </a:lnTo>
                  <a:lnTo>
                    <a:pt x="522684" y="33"/>
                  </a:lnTo>
                  <a:lnTo>
                    <a:pt x="522133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662" name="pg662"/>
            <p:cNvSpPr/>
            <p:nvPr/>
          </p:nvSpPr>
          <p:spPr>
            <a:xfrm>
              <a:off x="386606" y="3066053"/>
              <a:ext cx="8554953" cy="2535579"/>
            </a:xfrm>
            <a:custGeom>
              <a:avLst/>
              <a:pathLst>
                <a:path w="8554953" h="2535579">
                  <a:moveTo>
                    <a:pt x="0" y="11294"/>
                  </a:moveTo>
                  <a:lnTo>
                    <a:pt x="522133" y="11294"/>
                  </a:lnTo>
                  <a:lnTo>
                    <a:pt x="523306" y="11365"/>
                  </a:lnTo>
                  <a:lnTo>
                    <a:pt x="530988" y="11875"/>
                  </a:lnTo>
                  <a:lnTo>
                    <a:pt x="550247" y="13286"/>
                  </a:lnTo>
                  <a:lnTo>
                    <a:pt x="584401" y="16057"/>
                  </a:lnTo>
                  <a:lnTo>
                    <a:pt x="634741" y="20605"/>
                  </a:lnTo>
                  <a:lnTo>
                    <a:pt x="700445" y="27246"/>
                  </a:lnTo>
                  <a:lnTo>
                    <a:pt x="778875" y="36174"/>
                  </a:lnTo>
                  <a:lnTo>
                    <a:pt x="866223" y="47462"/>
                  </a:lnTo>
                  <a:lnTo>
                    <a:pt x="958303" y="61094"/>
                  </a:lnTo>
                  <a:lnTo>
                    <a:pt x="1051252" y="77016"/>
                  </a:lnTo>
                  <a:lnTo>
                    <a:pt x="1141985" y="95188"/>
                  </a:lnTo>
                  <a:lnTo>
                    <a:pt x="1228369" y="115626"/>
                  </a:lnTo>
                  <a:lnTo>
                    <a:pt x="1309186" y="138425"/>
                  </a:lnTo>
                  <a:lnTo>
                    <a:pt x="1383975" y="163775"/>
                  </a:lnTo>
                  <a:lnTo>
                    <a:pt x="1452839" y="191960"/>
                  </a:lnTo>
                  <a:lnTo>
                    <a:pt x="1516258" y="223355"/>
                  </a:lnTo>
                  <a:lnTo>
                    <a:pt x="1574948" y="258412"/>
                  </a:lnTo>
                  <a:lnTo>
                    <a:pt x="1629742" y="297631"/>
                  </a:lnTo>
                  <a:lnTo>
                    <a:pt x="1681511" y="341514"/>
                  </a:lnTo>
                  <a:lnTo>
                    <a:pt x="1731089" y="390481"/>
                  </a:lnTo>
                  <a:lnTo>
                    <a:pt x="1768425" y="432008"/>
                  </a:lnTo>
                  <a:lnTo>
                    <a:pt x="1807315" y="479421"/>
                  </a:lnTo>
                  <a:lnTo>
                    <a:pt x="1845836" y="530451"/>
                  </a:lnTo>
                  <a:lnTo>
                    <a:pt x="1884237" y="585171"/>
                  </a:lnTo>
                  <a:lnTo>
                    <a:pt x="1922711" y="643589"/>
                  </a:lnTo>
                  <a:lnTo>
                    <a:pt x="1961399" y="705643"/>
                  </a:lnTo>
                  <a:lnTo>
                    <a:pt x="2000399" y="771191"/>
                  </a:lnTo>
                  <a:lnTo>
                    <a:pt x="2039767" y="840011"/>
                  </a:lnTo>
                  <a:lnTo>
                    <a:pt x="2079520" y="911797"/>
                  </a:lnTo>
                  <a:lnTo>
                    <a:pt x="2119644" y="986164"/>
                  </a:lnTo>
                  <a:lnTo>
                    <a:pt x="2160093" y="1062651"/>
                  </a:lnTo>
                  <a:lnTo>
                    <a:pt x="2200799" y="1140735"/>
                  </a:lnTo>
                  <a:lnTo>
                    <a:pt x="2241674" y="1219842"/>
                  </a:lnTo>
                  <a:lnTo>
                    <a:pt x="2282619" y="1299366"/>
                  </a:lnTo>
                  <a:lnTo>
                    <a:pt x="2323530" y="1378688"/>
                  </a:lnTo>
                  <a:lnTo>
                    <a:pt x="2364305" y="1457195"/>
                  </a:lnTo>
                  <a:lnTo>
                    <a:pt x="2404853" y="1534301"/>
                  </a:lnTo>
                  <a:lnTo>
                    <a:pt x="2445096" y="1609461"/>
                  </a:lnTo>
                  <a:lnTo>
                    <a:pt x="2484982" y="1682193"/>
                  </a:lnTo>
                  <a:lnTo>
                    <a:pt x="2524483" y="1752085"/>
                  </a:lnTo>
                  <a:lnTo>
                    <a:pt x="2563607" y="1818801"/>
                  </a:lnTo>
                  <a:lnTo>
                    <a:pt x="2602395" y="1882091"/>
                  </a:lnTo>
                  <a:lnTo>
                    <a:pt x="2640930" y="1941786"/>
                  </a:lnTo>
                  <a:lnTo>
                    <a:pt x="2679337" y="1997796"/>
                  </a:lnTo>
                  <a:lnTo>
                    <a:pt x="2717791" y="2050105"/>
                  </a:lnTo>
                  <a:lnTo>
                    <a:pt x="2756521" y="2098765"/>
                  </a:lnTo>
                  <a:lnTo>
                    <a:pt x="2770117" y="2114865"/>
                  </a:lnTo>
                  <a:lnTo>
                    <a:pt x="2818508" y="2167921"/>
                  </a:lnTo>
                  <a:lnTo>
                    <a:pt x="2868513" y="2215711"/>
                  </a:lnTo>
                  <a:lnTo>
                    <a:pt x="2920889" y="2258498"/>
                  </a:lnTo>
                  <a:lnTo>
                    <a:pt x="2976488" y="2296731"/>
                  </a:lnTo>
                  <a:lnTo>
                    <a:pt x="3036177" y="2330918"/>
                  </a:lnTo>
                  <a:lnTo>
                    <a:pt x="3100771" y="2361551"/>
                  </a:lnTo>
                  <a:lnTo>
                    <a:pt x="3170943" y="2389065"/>
                  </a:lnTo>
                  <a:lnTo>
                    <a:pt x="3247103" y="2413816"/>
                  </a:lnTo>
                  <a:lnTo>
                    <a:pt x="3329242" y="2436069"/>
                  </a:lnTo>
                  <a:lnTo>
                    <a:pt x="3416746" y="2455989"/>
                  </a:lnTo>
                  <a:lnTo>
                    <a:pt x="3508202" y="2473654"/>
                  </a:lnTo>
                  <a:lnTo>
                    <a:pt x="3601257" y="2489063"/>
                  </a:lnTo>
                  <a:lnTo>
                    <a:pt x="3692626" y="2502169"/>
                  </a:lnTo>
                  <a:lnTo>
                    <a:pt x="3778323" y="2512923"/>
                  </a:lnTo>
                  <a:lnTo>
                    <a:pt x="3854180" y="2521324"/>
                  </a:lnTo>
                  <a:lnTo>
                    <a:pt x="3916585" y="2527470"/>
                  </a:lnTo>
                  <a:lnTo>
                    <a:pt x="3963265" y="2531584"/>
                  </a:lnTo>
                  <a:lnTo>
                    <a:pt x="3993863" y="2534009"/>
                  </a:lnTo>
                  <a:lnTo>
                    <a:pt x="4010147" y="2535175"/>
                  </a:lnTo>
                  <a:lnTo>
                    <a:pt x="4015858" y="2535546"/>
                  </a:lnTo>
                  <a:lnTo>
                    <a:pt x="4016409" y="2535579"/>
                  </a:lnTo>
                  <a:lnTo>
                    <a:pt x="4538543" y="2535579"/>
                  </a:lnTo>
                  <a:lnTo>
                    <a:pt x="4539811" y="2535569"/>
                  </a:lnTo>
                  <a:lnTo>
                    <a:pt x="4548099" y="2535492"/>
                  </a:lnTo>
                  <a:lnTo>
                    <a:pt x="4568820" y="2535280"/>
                  </a:lnTo>
                  <a:lnTo>
                    <a:pt x="4605427" y="2534864"/>
                  </a:lnTo>
                  <a:lnTo>
                    <a:pt x="4659100" y="2534182"/>
                  </a:lnTo>
                  <a:lnTo>
                    <a:pt x="4728690" y="2533190"/>
                  </a:lnTo>
                  <a:lnTo>
                    <a:pt x="4811108" y="2531860"/>
                  </a:lnTo>
                  <a:lnTo>
                    <a:pt x="4902105" y="2530185"/>
                  </a:lnTo>
                  <a:lnTo>
                    <a:pt x="4997171" y="2528168"/>
                  </a:lnTo>
                  <a:lnTo>
                    <a:pt x="5092287" y="2525819"/>
                  </a:lnTo>
                  <a:lnTo>
                    <a:pt x="5184369" y="2523141"/>
                  </a:lnTo>
                  <a:lnTo>
                    <a:pt x="5271397" y="2520129"/>
                  </a:lnTo>
                  <a:lnTo>
                    <a:pt x="5352326" y="2516764"/>
                  </a:lnTo>
                  <a:lnTo>
                    <a:pt x="5426882" y="2513013"/>
                  </a:lnTo>
                  <a:lnTo>
                    <a:pt x="5495346" y="2508828"/>
                  </a:lnTo>
                  <a:lnTo>
                    <a:pt x="5558352" y="2504148"/>
                  </a:lnTo>
                  <a:lnTo>
                    <a:pt x="5616738" y="2498902"/>
                  </a:lnTo>
                  <a:lnTo>
                    <a:pt x="5671435" y="2493014"/>
                  </a:lnTo>
                  <a:lnTo>
                    <a:pt x="5723375" y="2486411"/>
                  </a:lnTo>
                  <a:lnTo>
                    <a:pt x="5773416" y="2479045"/>
                  </a:lnTo>
                  <a:lnTo>
                    <a:pt x="5784835" y="2477225"/>
                  </a:lnTo>
                  <a:lnTo>
                    <a:pt x="5838387" y="2468020"/>
                  </a:lnTo>
                  <a:lnTo>
                    <a:pt x="5891422" y="2457851"/>
                  </a:lnTo>
                  <a:lnTo>
                    <a:pt x="5944508" y="2446706"/>
                  </a:lnTo>
                  <a:lnTo>
                    <a:pt x="5998028" y="2434607"/>
                  </a:lnTo>
                  <a:lnTo>
                    <a:pt x="6052201" y="2421613"/>
                  </a:lnTo>
                  <a:lnTo>
                    <a:pt x="6107102" y="2407829"/>
                  </a:lnTo>
                  <a:lnTo>
                    <a:pt x="6162686" y="2393397"/>
                  </a:lnTo>
                  <a:lnTo>
                    <a:pt x="6218805" y="2378496"/>
                  </a:lnTo>
                  <a:lnTo>
                    <a:pt x="6275237" y="2363331"/>
                  </a:lnTo>
                  <a:lnTo>
                    <a:pt x="6331720" y="2348125"/>
                  </a:lnTo>
                  <a:lnTo>
                    <a:pt x="6387984" y="2333101"/>
                  </a:lnTo>
                  <a:lnTo>
                    <a:pt x="6443787" y="2318473"/>
                  </a:lnTo>
                  <a:lnTo>
                    <a:pt x="6498952" y="2304430"/>
                  </a:lnTo>
                  <a:lnTo>
                    <a:pt x="6553392" y="2291131"/>
                  </a:lnTo>
                  <a:lnTo>
                    <a:pt x="6607136" y="2278692"/>
                  </a:lnTo>
                  <a:lnTo>
                    <a:pt x="6660347" y="2267189"/>
                  </a:lnTo>
                  <a:lnTo>
                    <a:pt x="6713346" y="2256659"/>
                  </a:lnTo>
                  <a:lnTo>
                    <a:pt x="6766627" y="2247101"/>
                  </a:lnTo>
                  <a:lnTo>
                    <a:pt x="6786527" y="2243809"/>
                  </a:lnTo>
                  <a:lnTo>
                    <a:pt x="6836233" y="2236263"/>
                  </a:lnTo>
                  <a:lnTo>
                    <a:pt x="6887661" y="2229486"/>
                  </a:lnTo>
                  <a:lnTo>
                    <a:pt x="6941636" y="2223438"/>
                  </a:lnTo>
                  <a:lnTo>
                    <a:pt x="6999082" y="2218050"/>
                  </a:lnTo>
                  <a:lnTo>
                    <a:pt x="7060937" y="2213246"/>
                  </a:lnTo>
                  <a:lnTo>
                    <a:pt x="7128067" y="2208952"/>
                  </a:lnTo>
                  <a:lnTo>
                    <a:pt x="7201169" y="2205105"/>
                  </a:lnTo>
                  <a:lnTo>
                    <a:pt x="7280620" y="2201654"/>
                  </a:lnTo>
                  <a:lnTo>
                    <a:pt x="7366294" y="2198562"/>
                  </a:lnTo>
                  <a:lnTo>
                    <a:pt x="7457345" y="2195807"/>
                  </a:lnTo>
                  <a:lnTo>
                    <a:pt x="7551993" y="2193381"/>
                  </a:lnTo>
                  <a:lnTo>
                    <a:pt x="7647399" y="2191287"/>
                  </a:lnTo>
                  <a:lnTo>
                    <a:pt x="7739734" y="2189532"/>
                  </a:lnTo>
                  <a:lnTo>
                    <a:pt x="7824546" y="2188122"/>
                  </a:lnTo>
                  <a:lnTo>
                    <a:pt x="7897444" y="2187053"/>
                  </a:lnTo>
                  <a:lnTo>
                    <a:pt x="7954994" y="2186303"/>
                  </a:lnTo>
                  <a:lnTo>
                    <a:pt x="7995544" y="2185830"/>
                  </a:lnTo>
                  <a:lnTo>
                    <a:pt x="8019723" y="2185577"/>
                  </a:lnTo>
                  <a:lnTo>
                    <a:pt x="8030480" y="2185475"/>
                  </a:lnTo>
                  <a:lnTo>
                    <a:pt x="8032819" y="2185455"/>
                  </a:lnTo>
                  <a:lnTo>
                    <a:pt x="8554953" y="2185455"/>
                  </a:lnTo>
                  <a:lnTo>
                    <a:pt x="8554953" y="2174160"/>
                  </a:lnTo>
                  <a:lnTo>
                    <a:pt x="8032819" y="2174160"/>
                  </a:lnTo>
                  <a:lnTo>
                    <a:pt x="8031551" y="2174171"/>
                  </a:lnTo>
                  <a:lnTo>
                    <a:pt x="8023263" y="2174248"/>
                  </a:lnTo>
                  <a:lnTo>
                    <a:pt x="8002542" y="2174460"/>
                  </a:lnTo>
                  <a:lnTo>
                    <a:pt x="7965935" y="2174876"/>
                  </a:lnTo>
                  <a:lnTo>
                    <a:pt x="7912261" y="2175558"/>
                  </a:lnTo>
                  <a:lnTo>
                    <a:pt x="7842672" y="2176550"/>
                  </a:lnTo>
                  <a:lnTo>
                    <a:pt x="7760254" y="2177880"/>
                  </a:lnTo>
                  <a:lnTo>
                    <a:pt x="7669257" y="2179555"/>
                  </a:lnTo>
                  <a:lnTo>
                    <a:pt x="7574191" y="2181571"/>
                  </a:lnTo>
                  <a:lnTo>
                    <a:pt x="7479075" y="2183921"/>
                  </a:lnTo>
                  <a:lnTo>
                    <a:pt x="7386993" y="2186599"/>
                  </a:lnTo>
                  <a:lnTo>
                    <a:pt x="7299965" y="2189611"/>
                  </a:lnTo>
                  <a:lnTo>
                    <a:pt x="7219036" y="2192976"/>
                  </a:lnTo>
                  <a:lnTo>
                    <a:pt x="7144480" y="2196727"/>
                  </a:lnTo>
                  <a:lnTo>
                    <a:pt x="7076016" y="2200912"/>
                  </a:lnTo>
                  <a:lnTo>
                    <a:pt x="7013010" y="2205591"/>
                  </a:lnTo>
                  <a:lnTo>
                    <a:pt x="6954624" y="2210837"/>
                  </a:lnTo>
                  <a:lnTo>
                    <a:pt x="6899927" y="2216726"/>
                  </a:lnTo>
                  <a:lnTo>
                    <a:pt x="6847987" y="2223328"/>
                  </a:lnTo>
                  <a:lnTo>
                    <a:pt x="6797946" y="2230694"/>
                  </a:lnTo>
                  <a:lnTo>
                    <a:pt x="6786527" y="2232514"/>
                  </a:lnTo>
                  <a:lnTo>
                    <a:pt x="6732975" y="2241720"/>
                  </a:lnTo>
                  <a:lnTo>
                    <a:pt x="6679940" y="2251888"/>
                  </a:lnTo>
                  <a:lnTo>
                    <a:pt x="6626853" y="2263033"/>
                  </a:lnTo>
                  <a:lnTo>
                    <a:pt x="6573334" y="2275133"/>
                  </a:lnTo>
                  <a:lnTo>
                    <a:pt x="6519161" y="2288126"/>
                  </a:lnTo>
                  <a:lnTo>
                    <a:pt x="6464260" y="2301910"/>
                  </a:lnTo>
                  <a:lnTo>
                    <a:pt x="6408676" y="2316342"/>
                  </a:lnTo>
                  <a:lnTo>
                    <a:pt x="6352557" y="2331244"/>
                  </a:lnTo>
                  <a:lnTo>
                    <a:pt x="6296125" y="2346409"/>
                  </a:lnTo>
                  <a:lnTo>
                    <a:pt x="6239642" y="2361615"/>
                  </a:lnTo>
                  <a:lnTo>
                    <a:pt x="6183378" y="2376639"/>
                  </a:lnTo>
                  <a:lnTo>
                    <a:pt x="6127575" y="2391267"/>
                  </a:lnTo>
                  <a:lnTo>
                    <a:pt x="6072410" y="2405309"/>
                  </a:lnTo>
                  <a:lnTo>
                    <a:pt x="6017970" y="2418609"/>
                  </a:lnTo>
                  <a:lnTo>
                    <a:pt x="5964226" y="2431048"/>
                  </a:lnTo>
                  <a:lnTo>
                    <a:pt x="5911015" y="2442551"/>
                  </a:lnTo>
                  <a:lnTo>
                    <a:pt x="5858016" y="2453080"/>
                  </a:lnTo>
                  <a:lnTo>
                    <a:pt x="5804735" y="2462638"/>
                  </a:lnTo>
                  <a:lnTo>
                    <a:pt x="5784835" y="2465931"/>
                  </a:lnTo>
                  <a:lnTo>
                    <a:pt x="5735129" y="2473477"/>
                  </a:lnTo>
                  <a:lnTo>
                    <a:pt x="5683701" y="2480253"/>
                  </a:lnTo>
                  <a:lnTo>
                    <a:pt x="5629726" y="2486302"/>
                  </a:lnTo>
                  <a:lnTo>
                    <a:pt x="5572280" y="2491690"/>
                  </a:lnTo>
                  <a:lnTo>
                    <a:pt x="5510425" y="2496494"/>
                  </a:lnTo>
                  <a:lnTo>
                    <a:pt x="5443295" y="2500788"/>
                  </a:lnTo>
                  <a:lnTo>
                    <a:pt x="5370193" y="2504635"/>
                  </a:lnTo>
                  <a:lnTo>
                    <a:pt x="5290742" y="2508086"/>
                  </a:lnTo>
                  <a:lnTo>
                    <a:pt x="5205068" y="2511178"/>
                  </a:lnTo>
                  <a:lnTo>
                    <a:pt x="5114017" y="2513932"/>
                  </a:lnTo>
                  <a:lnTo>
                    <a:pt x="5019369" y="2516358"/>
                  </a:lnTo>
                  <a:lnTo>
                    <a:pt x="4923963" y="2518453"/>
                  </a:lnTo>
                  <a:lnTo>
                    <a:pt x="4831628" y="2520208"/>
                  </a:lnTo>
                  <a:lnTo>
                    <a:pt x="4746816" y="2521617"/>
                  </a:lnTo>
                  <a:lnTo>
                    <a:pt x="4673918" y="2522686"/>
                  </a:lnTo>
                  <a:lnTo>
                    <a:pt x="4616368" y="2523437"/>
                  </a:lnTo>
                  <a:lnTo>
                    <a:pt x="4575818" y="2523910"/>
                  </a:lnTo>
                  <a:lnTo>
                    <a:pt x="4551639" y="2524163"/>
                  </a:lnTo>
                  <a:lnTo>
                    <a:pt x="4540882" y="2524265"/>
                  </a:lnTo>
                  <a:lnTo>
                    <a:pt x="4538543" y="2524285"/>
                  </a:lnTo>
                  <a:lnTo>
                    <a:pt x="4016409" y="2524285"/>
                  </a:lnTo>
                  <a:lnTo>
                    <a:pt x="4015236" y="2524214"/>
                  </a:lnTo>
                  <a:lnTo>
                    <a:pt x="4007554" y="2523703"/>
                  </a:lnTo>
                  <a:lnTo>
                    <a:pt x="3988296" y="2522293"/>
                  </a:lnTo>
                  <a:lnTo>
                    <a:pt x="3954141" y="2519521"/>
                  </a:lnTo>
                  <a:lnTo>
                    <a:pt x="3903801" y="2514974"/>
                  </a:lnTo>
                  <a:lnTo>
                    <a:pt x="3838097" y="2508333"/>
                  </a:lnTo>
                  <a:lnTo>
                    <a:pt x="3759668" y="2499405"/>
                  </a:lnTo>
                  <a:lnTo>
                    <a:pt x="3672320" y="2488117"/>
                  </a:lnTo>
                  <a:lnTo>
                    <a:pt x="3580240" y="2474485"/>
                  </a:lnTo>
                  <a:lnTo>
                    <a:pt x="3487290" y="2458563"/>
                  </a:lnTo>
                  <a:lnTo>
                    <a:pt x="3396557" y="2440391"/>
                  </a:lnTo>
                  <a:lnTo>
                    <a:pt x="3310173" y="2419953"/>
                  </a:lnTo>
                  <a:lnTo>
                    <a:pt x="3229356" y="2397154"/>
                  </a:lnTo>
                  <a:lnTo>
                    <a:pt x="3154567" y="2371804"/>
                  </a:lnTo>
                  <a:lnTo>
                    <a:pt x="3085704" y="2343619"/>
                  </a:lnTo>
                  <a:lnTo>
                    <a:pt x="3022284" y="2312224"/>
                  </a:lnTo>
                  <a:lnTo>
                    <a:pt x="2963594" y="2277167"/>
                  </a:lnTo>
                  <a:lnTo>
                    <a:pt x="2908800" y="2237948"/>
                  </a:lnTo>
                  <a:lnTo>
                    <a:pt x="2857031" y="2194065"/>
                  </a:lnTo>
                  <a:lnTo>
                    <a:pt x="2807453" y="2145098"/>
                  </a:lnTo>
                  <a:lnTo>
                    <a:pt x="2770117" y="2103571"/>
                  </a:lnTo>
                  <a:lnTo>
                    <a:pt x="2731228" y="2056158"/>
                  </a:lnTo>
                  <a:lnTo>
                    <a:pt x="2692707" y="2005128"/>
                  </a:lnTo>
                  <a:lnTo>
                    <a:pt x="2654305" y="1950408"/>
                  </a:lnTo>
                  <a:lnTo>
                    <a:pt x="2615832" y="1891990"/>
                  </a:lnTo>
                  <a:lnTo>
                    <a:pt x="2577143" y="1829936"/>
                  </a:lnTo>
                  <a:lnTo>
                    <a:pt x="2538143" y="1764388"/>
                  </a:lnTo>
                  <a:lnTo>
                    <a:pt x="2498776" y="1695568"/>
                  </a:lnTo>
                  <a:lnTo>
                    <a:pt x="2459022" y="1623781"/>
                  </a:lnTo>
                  <a:lnTo>
                    <a:pt x="2418898" y="1549415"/>
                  </a:lnTo>
                  <a:lnTo>
                    <a:pt x="2378449" y="1472928"/>
                  </a:lnTo>
                  <a:lnTo>
                    <a:pt x="2337743" y="1394844"/>
                  </a:lnTo>
                  <a:lnTo>
                    <a:pt x="2296868" y="1315737"/>
                  </a:lnTo>
                  <a:lnTo>
                    <a:pt x="2255923" y="1236213"/>
                  </a:lnTo>
                  <a:lnTo>
                    <a:pt x="2215012" y="1156890"/>
                  </a:lnTo>
                  <a:lnTo>
                    <a:pt x="2174237" y="1078383"/>
                  </a:lnTo>
                  <a:lnTo>
                    <a:pt x="2133690" y="1001278"/>
                  </a:lnTo>
                  <a:lnTo>
                    <a:pt x="2093446" y="926118"/>
                  </a:lnTo>
                  <a:lnTo>
                    <a:pt x="2053560" y="853386"/>
                  </a:lnTo>
                  <a:lnTo>
                    <a:pt x="2014059" y="783494"/>
                  </a:lnTo>
                  <a:lnTo>
                    <a:pt x="1974935" y="716778"/>
                  </a:lnTo>
                  <a:lnTo>
                    <a:pt x="1936147" y="653487"/>
                  </a:lnTo>
                  <a:lnTo>
                    <a:pt x="1897612" y="593793"/>
                  </a:lnTo>
                  <a:lnTo>
                    <a:pt x="1859205" y="537783"/>
                  </a:lnTo>
                  <a:lnTo>
                    <a:pt x="1820751" y="485474"/>
                  </a:lnTo>
                  <a:lnTo>
                    <a:pt x="1782021" y="436814"/>
                  </a:lnTo>
                  <a:lnTo>
                    <a:pt x="1768425" y="420714"/>
                  </a:lnTo>
                  <a:lnTo>
                    <a:pt x="1720034" y="367658"/>
                  </a:lnTo>
                  <a:lnTo>
                    <a:pt x="1670030" y="319868"/>
                  </a:lnTo>
                  <a:lnTo>
                    <a:pt x="1617653" y="277081"/>
                  </a:lnTo>
                  <a:lnTo>
                    <a:pt x="1562054" y="238848"/>
                  </a:lnTo>
                  <a:lnTo>
                    <a:pt x="1502365" y="204661"/>
                  </a:lnTo>
                  <a:lnTo>
                    <a:pt x="1437771" y="174028"/>
                  </a:lnTo>
                  <a:lnTo>
                    <a:pt x="1367599" y="146514"/>
                  </a:lnTo>
                  <a:lnTo>
                    <a:pt x="1291440" y="121762"/>
                  </a:lnTo>
                  <a:lnTo>
                    <a:pt x="1209300" y="99510"/>
                  </a:lnTo>
                  <a:lnTo>
                    <a:pt x="1121796" y="79590"/>
                  </a:lnTo>
                  <a:lnTo>
                    <a:pt x="1030340" y="61925"/>
                  </a:lnTo>
                  <a:lnTo>
                    <a:pt x="937285" y="46516"/>
                  </a:lnTo>
                  <a:lnTo>
                    <a:pt x="845916" y="33410"/>
                  </a:lnTo>
                  <a:lnTo>
                    <a:pt x="760219" y="22656"/>
                  </a:lnTo>
                  <a:lnTo>
                    <a:pt x="684362" y="14255"/>
                  </a:lnTo>
                  <a:lnTo>
                    <a:pt x="621957" y="8109"/>
                  </a:lnTo>
                  <a:lnTo>
                    <a:pt x="575277" y="3995"/>
                  </a:lnTo>
                  <a:lnTo>
                    <a:pt x="544679" y="1570"/>
                  </a:lnTo>
                  <a:lnTo>
                    <a:pt x="528395" y="404"/>
                  </a:lnTo>
                  <a:lnTo>
                    <a:pt x="522684" y="33"/>
                  </a:lnTo>
                  <a:lnTo>
                    <a:pt x="5221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663" name="pl663"/>
            <p:cNvSpPr/>
            <p:nvPr/>
          </p:nvSpPr>
          <p:spPr>
            <a:xfrm>
              <a:off x="386606" y="3077347"/>
              <a:ext cx="8554953" cy="2524285"/>
            </a:xfrm>
            <a:custGeom>
              <a:avLst/>
              <a:pathLst>
                <a:path w="8554953" h="2524285">
                  <a:moveTo>
                    <a:pt x="0" y="0"/>
                  </a:moveTo>
                  <a:lnTo>
                    <a:pt x="522133" y="0"/>
                  </a:lnTo>
                  <a:lnTo>
                    <a:pt x="523306" y="71"/>
                  </a:lnTo>
                  <a:lnTo>
                    <a:pt x="530988" y="581"/>
                  </a:lnTo>
                  <a:lnTo>
                    <a:pt x="550247" y="1991"/>
                  </a:lnTo>
                  <a:lnTo>
                    <a:pt x="584401" y="4763"/>
                  </a:lnTo>
                  <a:lnTo>
                    <a:pt x="634741" y="9310"/>
                  </a:lnTo>
                  <a:lnTo>
                    <a:pt x="700445" y="15951"/>
                  </a:lnTo>
                  <a:lnTo>
                    <a:pt x="778875" y="24880"/>
                  </a:lnTo>
                  <a:lnTo>
                    <a:pt x="866223" y="36168"/>
                  </a:lnTo>
                  <a:lnTo>
                    <a:pt x="958303" y="49799"/>
                  </a:lnTo>
                  <a:lnTo>
                    <a:pt x="1051252" y="65721"/>
                  </a:lnTo>
                  <a:lnTo>
                    <a:pt x="1141985" y="83894"/>
                  </a:lnTo>
                  <a:lnTo>
                    <a:pt x="1228369" y="104331"/>
                  </a:lnTo>
                  <a:lnTo>
                    <a:pt x="1309186" y="127131"/>
                  </a:lnTo>
                  <a:lnTo>
                    <a:pt x="1383975" y="152480"/>
                  </a:lnTo>
                  <a:lnTo>
                    <a:pt x="1452839" y="180665"/>
                  </a:lnTo>
                  <a:lnTo>
                    <a:pt x="1516258" y="212061"/>
                  </a:lnTo>
                  <a:lnTo>
                    <a:pt x="1574948" y="247117"/>
                  </a:lnTo>
                  <a:lnTo>
                    <a:pt x="1629742" y="286336"/>
                  </a:lnTo>
                  <a:lnTo>
                    <a:pt x="1681511" y="330219"/>
                  </a:lnTo>
                  <a:lnTo>
                    <a:pt x="1731089" y="379187"/>
                  </a:lnTo>
                  <a:lnTo>
                    <a:pt x="1768425" y="420714"/>
                  </a:lnTo>
                  <a:lnTo>
                    <a:pt x="1807315" y="468127"/>
                  </a:lnTo>
                  <a:lnTo>
                    <a:pt x="1845836" y="519157"/>
                  </a:lnTo>
                  <a:lnTo>
                    <a:pt x="1884237" y="573877"/>
                  </a:lnTo>
                  <a:lnTo>
                    <a:pt x="1922711" y="632295"/>
                  </a:lnTo>
                  <a:lnTo>
                    <a:pt x="1961399" y="694348"/>
                  </a:lnTo>
                  <a:lnTo>
                    <a:pt x="2000399" y="759897"/>
                  </a:lnTo>
                  <a:lnTo>
                    <a:pt x="2039767" y="828717"/>
                  </a:lnTo>
                  <a:lnTo>
                    <a:pt x="2079520" y="900503"/>
                  </a:lnTo>
                  <a:lnTo>
                    <a:pt x="2119644" y="974870"/>
                  </a:lnTo>
                  <a:lnTo>
                    <a:pt x="2160093" y="1051357"/>
                  </a:lnTo>
                  <a:lnTo>
                    <a:pt x="2200799" y="1129441"/>
                  </a:lnTo>
                  <a:lnTo>
                    <a:pt x="2241674" y="1208548"/>
                  </a:lnTo>
                  <a:lnTo>
                    <a:pt x="2282619" y="1288072"/>
                  </a:lnTo>
                  <a:lnTo>
                    <a:pt x="2323530" y="1367394"/>
                  </a:lnTo>
                  <a:lnTo>
                    <a:pt x="2364305" y="1445901"/>
                  </a:lnTo>
                  <a:lnTo>
                    <a:pt x="2404853" y="1523006"/>
                  </a:lnTo>
                  <a:lnTo>
                    <a:pt x="2445096" y="1598167"/>
                  </a:lnTo>
                  <a:lnTo>
                    <a:pt x="2484982" y="1670899"/>
                  </a:lnTo>
                  <a:lnTo>
                    <a:pt x="2524483" y="1740790"/>
                  </a:lnTo>
                  <a:lnTo>
                    <a:pt x="2563607" y="1807507"/>
                  </a:lnTo>
                  <a:lnTo>
                    <a:pt x="2602395" y="1870797"/>
                  </a:lnTo>
                  <a:lnTo>
                    <a:pt x="2640930" y="1930492"/>
                  </a:lnTo>
                  <a:lnTo>
                    <a:pt x="2679337" y="1986501"/>
                  </a:lnTo>
                  <a:lnTo>
                    <a:pt x="2717791" y="2038811"/>
                  </a:lnTo>
                  <a:lnTo>
                    <a:pt x="2756521" y="2087471"/>
                  </a:lnTo>
                  <a:lnTo>
                    <a:pt x="2770117" y="2103571"/>
                  </a:lnTo>
                  <a:lnTo>
                    <a:pt x="2818508" y="2156626"/>
                  </a:lnTo>
                  <a:lnTo>
                    <a:pt x="2868513" y="2204416"/>
                  </a:lnTo>
                  <a:lnTo>
                    <a:pt x="2920889" y="2247204"/>
                  </a:lnTo>
                  <a:lnTo>
                    <a:pt x="2976488" y="2285437"/>
                  </a:lnTo>
                  <a:lnTo>
                    <a:pt x="3036177" y="2319624"/>
                  </a:lnTo>
                  <a:lnTo>
                    <a:pt x="3100771" y="2350256"/>
                  </a:lnTo>
                  <a:lnTo>
                    <a:pt x="3170943" y="2377771"/>
                  </a:lnTo>
                  <a:lnTo>
                    <a:pt x="3247103" y="2402522"/>
                  </a:lnTo>
                  <a:lnTo>
                    <a:pt x="3329242" y="2424774"/>
                  </a:lnTo>
                  <a:lnTo>
                    <a:pt x="3416746" y="2444695"/>
                  </a:lnTo>
                  <a:lnTo>
                    <a:pt x="3508202" y="2462360"/>
                  </a:lnTo>
                  <a:lnTo>
                    <a:pt x="3601257" y="2477769"/>
                  </a:lnTo>
                  <a:lnTo>
                    <a:pt x="3692626" y="2490875"/>
                  </a:lnTo>
                  <a:lnTo>
                    <a:pt x="3778323" y="2501629"/>
                  </a:lnTo>
                  <a:lnTo>
                    <a:pt x="3854180" y="2510030"/>
                  </a:lnTo>
                  <a:lnTo>
                    <a:pt x="3916585" y="2516176"/>
                  </a:lnTo>
                  <a:lnTo>
                    <a:pt x="3963265" y="2520290"/>
                  </a:lnTo>
                  <a:lnTo>
                    <a:pt x="3993863" y="2522715"/>
                  </a:lnTo>
                  <a:lnTo>
                    <a:pt x="4010147" y="2523881"/>
                  </a:lnTo>
                  <a:lnTo>
                    <a:pt x="4015858" y="2524252"/>
                  </a:lnTo>
                  <a:lnTo>
                    <a:pt x="4016409" y="2524285"/>
                  </a:lnTo>
                  <a:lnTo>
                    <a:pt x="4538543" y="2524285"/>
                  </a:lnTo>
                  <a:lnTo>
                    <a:pt x="4539811" y="2524274"/>
                  </a:lnTo>
                  <a:lnTo>
                    <a:pt x="4548099" y="2524198"/>
                  </a:lnTo>
                  <a:lnTo>
                    <a:pt x="4568820" y="2523986"/>
                  </a:lnTo>
                  <a:lnTo>
                    <a:pt x="4605427" y="2523569"/>
                  </a:lnTo>
                  <a:lnTo>
                    <a:pt x="4659100" y="2522888"/>
                  </a:lnTo>
                  <a:lnTo>
                    <a:pt x="4728690" y="2521895"/>
                  </a:lnTo>
                  <a:lnTo>
                    <a:pt x="4811108" y="2520565"/>
                  </a:lnTo>
                  <a:lnTo>
                    <a:pt x="4902105" y="2518890"/>
                  </a:lnTo>
                  <a:lnTo>
                    <a:pt x="4997171" y="2516874"/>
                  </a:lnTo>
                  <a:lnTo>
                    <a:pt x="5092287" y="2514525"/>
                  </a:lnTo>
                  <a:lnTo>
                    <a:pt x="5184369" y="2511846"/>
                  </a:lnTo>
                  <a:lnTo>
                    <a:pt x="5271397" y="2508834"/>
                  </a:lnTo>
                  <a:lnTo>
                    <a:pt x="5352326" y="2505469"/>
                  </a:lnTo>
                  <a:lnTo>
                    <a:pt x="5426882" y="2501718"/>
                  </a:lnTo>
                  <a:lnTo>
                    <a:pt x="5495346" y="2497534"/>
                  </a:lnTo>
                  <a:lnTo>
                    <a:pt x="5558352" y="2492854"/>
                  </a:lnTo>
                  <a:lnTo>
                    <a:pt x="5616738" y="2487608"/>
                  </a:lnTo>
                  <a:lnTo>
                    <a:pt x="5671435" y="2481720"/>
                  </a:lnTo>
                  <a:lnTo>
                    <a:pt x="5723375" y="2475117"/>
                  </a:lnTo>
                  <a:lnTo>
                    <a:pt x="5773416" y="2467751"/>
                  </a:lnTo>
                  <a:lnTo>
                    <a:pt x="5784835" y="2465931"/>
                  </a:lnTo>
                  <a:lnTo>
                    <a:pt x="5838387" y="2456726"/>
                  </a:lnTo>
                  <a:lnTo>
                    <a:pt x="5891422" y="2446557"/>
                  </a:lnTo>
                  <a:lnTo>
                    <a:pt x="5944508" y="2435412"/>
                  </a:lnTo>
                  <a:lnTo>
                    <a:pt x="5998028" y="2423312"/>
                  </a:lnTo>
                  <a:lnTo>
                    <a:pt x="6052201" y="2410319"/>
                  </a:lnTo>
                  <a:lnTo>
                    <a:pt x="6107102" y="2396535"/>
                  </a:lnTo>
                  <a:lnTo>
                    <a:pt x="6162686" y="2382103"/>
                  </a:lnTo>
                  <a:lnTo>
                    <a:pt x="6218805" y="2367202"/>
                  </a:lnTo>
                  <a:lnTo>
                    <a:pt x="6275237" y="2352037"/>
                  </a:lnTo>
                  <a:lnTo>
                    <a:pt x="6331720" y="2336830"/>
                  </a:lnTo>
                  <a:lnTo>
                    <a:pt x="6387984" y="2321806"/>
                  </a:lnTo>
                  <a:lnTo>
                    <a:pt x="6443787" y="2307178"/>
                  </a:lnTo>
                  <a:lnTo>
                    <a:pt x="6498952" y="2293136"/>
                  </a:lnTo>
                  <a:lnTo>
                    <a:pt x="6553392" y="2279836"/>
                  </a:lnTo>
                  <a:lnTo>
                    <a:pt x="6607136" y="2267397"/>
                  </a:lnTo>
                  <a:lnTo>
                    <a:pt x="6660347" y="2255895"/>
                  </a:lnTo>
                  <a:lnTo>
                    <a:pt x="6713346" y="2245365"/>
                  </a:lnTo>
                  <a:lnTo>
                    <a:pt x="6766627" y="2235807"/>
                  </a:lnTo>
                  <a:lnTo>
                    <a:pt x="6786527" y="2232514"/>
                  </a:lnTo>
                  <a:lnTo>
                    <a:pt x="6836233" y="2224969"/>
                  </a:lnTo>
                  <a:lnTo>
                    <a:pt x="6887661" y="2218192"/>
                  </a:lnTo>
                  <a:lnTo>
                    <a:pt x="6941636" y="2212144"/>
                  </a:lnTo>
                  <a:lnTo>
                    <a:pt x="6999082" y="2206756"/>
                  </a:lnTo>
                  <a:lnTo>
                    <a:pt x="7060937" y="2201951"/>
                  </a:lnTo>
                  <a:lnTo>
                    <a:pt x="7128067" y="2197658"/>
                  </a:lnTo>
                  <a:lnTo>
                    <a:pt x="7201169" y="2193811"/>
                  </a:lnTo>
                  <a:lnTo>
                    <a:pt x="7280620" y="2190360"/>
                  </a:lnTo>
                  <a:lnTo>
                    <a:pt x="7366294" y="2187268"/>
                  </a:lnTo>
                  <a:lnTo>
                    <a:pt x="7457345" y="2184513"/>
                  </a:lnTo>
                  <a:lnTo>
                    <a:pt x="7551993" y="2182087"/>
                  </a:lnTo>
                  <a:lnTo>
                    <a:pt x="7647399" y="2179993"/>
                  </a:lnTo>
                  <a:lnTo>
                    <a:pt x="7739734" y="2178238"/>
                  </a:lnTo>
                  <a:lnTo>
                    <a:pt x="7824546" y="2176828"/>
                  </a:lnTo>
                  <a:lnTo>
                    <a:pt x="7897444" y="2175759"/>
                  </a:lnTo>
                  <a:lnTo>
                    <a:pt x="7954994" y="2175009"/>
                  </a:lnTo>
                  <a:lnTo>
                    <a:pt x="7995544" y="2174536"/>
                  </a:lnTo>
                  <a:lnTo>
                    <a:pt x="8019723" y="2174282"/>
                  </a:lnTo>
                  <a:lnTo>
                    <a:pt x="8030480" y="2174181"/>
                  </a:lnTo>
                  <a:lnTo>
                    <a:pt x="8032803" y="2174161"/>
                  </a:lnTo>
                  <a:lnTo>
                    <a:pt x="8032819" y="2174160"/>
                  </a:lnTo>
                  <a:lnTo>
                    <a:pt x="8554953" y="2174160"/>
                  </a:lnTo>
                  <a:lnTo>
                    <a:pt x="8554953" y="217416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664" name="pl664"/>
            <p:cNvSpPr/>
            <p:nvPr/>
          </p:nvSpPr>
          <p:spPr>
            <a:xfrm>
              <a:off x="386606" y="3066053"/>
              <a:ext cx="8554953" cy="2524285"/>
            </a:xfrm>
            <a:custGeom>
              <a:avLst/>
              <a:pathLst>
                <a:path w="8554953" h="2524285">
                  <a:moveTo>
                    <a:pt x="8554953" y="2174160"/>
                  </a:moveTo>
                  <a:lnTo>
                    <a:pt x="8032819" y="2174160"/>
                  </a:lnTo>
                  <a:lnTo>
                    <a:pt x="8031551" y="2174171"/>
                  </a:lnTo>
                  <a:lnTo>
                    <a:pt x="8023263" y="2174248"/>
                  </a:lnTo>
                  <a:lnTo>
                    <a:pt x="8002542" y="2174460"/>
                  </a:lnTo>
                  <a:lnTo>
                    <a:pt x="7965935" y="2174876"/>
                  </a:lnTo>
                  <a:lnTo>
                    <a:pt x="7912261" y="2175558"/>
                  </a:lnTo>
                  <a:lnTo>
                    <a:pt x="7842672" y="2176550"/>
                  </a:lnTo>
                  <a:lnTo>
                    <a:pt x="7760254" y="2177880"/>
                  </a:lnTo>
                  <a:lnTo>
                    <a:pt x="7669257" y="2179555"/>
                  </a:lnTo>
                  <a:lnTo>
                    <a:pt x="7574191" y="2181571"/>
                  </a:lnTo>
                  <a:lnTo>
                    <a:pt x="7479075" y="2183921"/>
                  </a:lnTo>
                  <a:lnTo>
                    <a:pt x="7386993" y="2186599"/>
                  </a:lnTo>
                  <a:lnTo>
                    <a:pt x="7299965" y="2189611"/>
                  </a:lnTo>
                  <a:lnTo>
                    <a:pt x="7219036" y="2192976"/>
                  </a:lnTo>
                  <a:lnTo>
                    <a:pt x="7144480" y="2196727"/>
                  </a:lnTo>
                  <a:lnTo>
                    <a:pt x="7076016" y="2200912"/>
                  </a:lnTo>
                  <a:lnTo>
                    <a:pt x="7013010" y="2205591"/>
                  </a:lnTo>
                  <a:lnTo>
                    <a:pt x="6954624" y="2210837"/>
                  </a:lnTo>
                  <a:lnTo>
                    <a:pt x="6899927" y="2216726"/>
                  </a:lnTo>
                  <a:lnTo>
                    <a:pt x="6847987" y="2223328"/>
                  </a:lnTo>
                  <a:lnTo>
                    <a:pt x="6797946" y="2230694"/>
                  </a:lnTo>
                  <a:lnTo>
                    <a:pt x="6786527" y="2232514"/>
                  </a:lnTo>
                  <a:lnTo>
                    <a:pt x="6732975" y="2241720"/>
                  </a:lnTo>
                  <a:lnTo>
                    <a:pt x="6679940" y="2251888"/>
                  </a:lnTo>
                  <a:lnTo>
                    <a:pt x="6626853" y="2263033"/>
                  </a:lnTo>
                  <a:lnTo>
                    <a:pt x="6573334" y="2275133"/>
                  </a:lnTo>
                  <a:lnTo>
                    <a:pt x="6519161" y="2288126"/>
                  </a:lnTo>
                  <a:lnTo>
                    <a:pt x="6464260" y="2301910"/>
                  </a:lnTo>
                  <a:lnTo>
                    <a:pt x="6408676" y="2316342"/>
                  </a:lnTo>
                  <a:lnTo>
                    <a:pt x="6352557" y="2331244"/>
                  </a:lnTo>
                  <a:lnTo>
                    <a:pt x="6296125" y="2346409"/>
                  </a:lnTo>
                  <a:lnTo>
                    <a:pt x="6239642" y="2361615"/>
                  </a:lnTo>
                  <a:lnTo>
                    <a:pt x="6183378" y="2376639"/>
                  </a:lnTo>
                  <a:lnTo>
                    <a:pt x="6127575" y="2391267"/>
                  </a:lnTo>
                  <a:lnTo>
                    <a:pt x="6072410" y="2405309"/>
                  </a:lnTo>
                  <a:lnTo>
                    <a:pt x="6017970" y="2418609"/>
                  </a:lnTo>
                  <a:lnTo>
                    <a:pt x="5964226" y="2431048"/>
                  </a:lnTo>
                  <a:lnTo>
                    <a:pt x="5911015" y="2442551"/>
                  </a:lnTo>
                  <a:lnTo>
                    <a:pt x="5858016" y="2453080"/>
                  </a:lnTo>
                  <a:lnTo>
                    <a:pt x="5804735" y="2462638"/>
                  </a:lnTo>
                  <a:lnTo>
                    <a:pt x="5784835" y="2465931"/>
                  </a:lnTo>
                  <a:lnTo>
                    <a:pt x="5735129" y="2473477"/>
                  </a:lnTo>
                  <a:lnTo>
                    <a:pt x="5683701" y="2480253"/>
                  </a:lnTo>
                  <a:lnTo>
                    <a:pt x="5629726" y="2486302"/>
                  </a:lnTo>
                  <a:lnTo>
                    <a:pt x="5572280" y="2491690"/>
                  </a:lnTo>
                  <a:lnTo>
                    <a:pt x="5510425" y="2496494"/>
                  </a:lnTo>
                  <a:lnTo>
                    <a:pt x="5443295" y="2500788"/>
                  </a:lnTo>
                  <a:lnTo>
                    <a:pt x="5370193" y="2504635"/>
                  </a:lnTo>
                  <a:lnTo>
                    <a:pt x="5290742" y="2508086"/>
                  </a:lnTo>
                  <a:lnTo>
                    <a:pt x="5205068" y="2511178"/>
                  </a:lnTo>
                  <a:lnTo>
                    <a:pt x="5114017" y="2513932"/>
                  </a:lnTo>
                  <a:lnTo>
                    <a:pt x="5019369" y="2516358"/>
                  </a:lnTo>
                  <a:lnTo>
                    <a:pt x="4923963" y="2518453"/>
                  </a:lnTo>
                  <a:lnTo>
                    <a:pt x="4831628" y="2520208"/>
                  </a:lnTo>
                  <a:lnTo>
                    <a:pt x="4746816" y="2521617"/>
                  </a:lnTo>
                  <a:lnTo>
                    <a:pt x="4673918" y="2522686"/>
                  </a:lnTo>
                  <a:lnTo>
                    <a:pt x="4616368" y="2523437"/>
                  </a:lnTo>
                  <a:lnTo>
                    <a:pt x="4575818" y="2523910"/>
                  </a:lnTo>
                  <a:lnTo>
                    <a:pt x="4551639" y="2524163"/>
                  </a:lnTo>
                  <a:lnTo>
                    <a:pt x="4540882" y="2524265"/>
                  </a:lnTo>
                  <a:lnTo>
                    <a:pt x="4538559" y="2524285"/>
                  </a:lnTo>
                  <a:lnTo>
                    <a:pt x="4538543" y="2524285"/>
                  </a:lnTo>
                  <a:lnTo>
                    <a:pt x="4016409" y="2524285"/>
                  </a:lnTo>
                  <a:lnTo>
                    <a:pt x="4015236" y="2524214"/>
                  </a:lnTo>
                  <a:lnTo>
                    <a:pt x="4007554" y="2523703"/>
                  </a:lnTo>
                  <a:lnTo>
                    <a:pt x="3988296" y="2522293"/>
                  </a:lnTo>
                  <a:lnTo>
                    <a:pt x="3954141" y="2519521"/>
                  </a:lnTo>
                  <a:lnTo>
                    <a:pt x="3903801" y="2514974"/>
                  </a:lnTo>
                  <a:lnTo>
                    <a:pt x="3838097" y="2508333"/>
                  </a:lnTo>
                  <a:lnTo>
                    <a:pt x="3759668" y="2499405"/>
                  </a:lnTo>
                  <a:lnTo>
                    <a:pt x="3672320" y="2488117"/>
                  </a:lnTo>
                  <a:lnTo>
                    <a:pt x="3580240" y="2474485"/>
                  </a:lnTo>
                  <a:lnTo>
                    <a:pt x="3487290" y="2458563"/>
                  </a:lnTo>
                  <a:lnTo>
                    <a:pt x="3396557" y="2440391"/>
                  </a:lnTo>
                  <a:lnTo>
                    <a:pt x="3310173" y="2419953"/>
                  </a:lnTo>
                  <a:lnTo>
                    <a:pt x="3229356" y="2397154"/>
                  </a:lnTo>
                  <a:lnTo>
                    <a:pt x="3154567" y="2371804"/>
                  </a:lnTo>
                  <a:lnTo>
                    <a:pt x="3085704" y="2343619"/>
                  </a:lnTo>
                  <a:lnTo>
                    <a:pt x="3022284" y="2312224"/>
                  </a:lnTo>
                  <a:lnTo>
                    <a:pt x="2963594" y="2277167"/>
                  </a:lnTo>
                  <a:lnTo>
                    <a:pt x="2908800" y="2237948"/>
                  </a:lnTo>
                  <a:lnTo>
                    <a:pt x="2857031" y="2194065"/>
                  </a:lnTo>
                  <a:lnTo>
                    <a:pt x="2807453" y="2145098"/>
                  </a:lnTo>
                  <a:lnTo>
                    <a:pt x="2770117" y="2103571"/>
                  </a:lnTo>
                  <a:lnTo>
                    <a:pt x="2731228" y="2056158"/>
                  </a:lnTo>
                  <a:lnTo>
                    <a:pt x="2692707" y="2005128"/>
                  </a:lnTo>
                  <a:lnTo>
                    <a:pt x="2654305" y="1950408"/>
                  </a:lnTo>
                  <a:lnTo>
                    <a:pt x="2615832" y="1891990"/>
                  </a:lnTo>
                  <a:lnTo>
                    <a:pt x="2577143" y="1829936"/>
                  </a:lnTo>
                  <a:lnTo>
                    <a:pt x="2538143" y="1764388"/>
                  </a:lnTo>
                  <a:lnTo>
                    <a:pt x="2498776" y="1695568"/>
                  </a:lnTo>
                  <a:lnTo>
                    <a:pt x="2459022" y="1623781"/>
                  </a:lnTo>
                  <a:lnTo>
                    <a:pt x="2418898" y="1549415"/>
                  </a:lnTo>
                  <a:lnTo>
                    <a:pt x="2378449" y="1472928"/>
                  </a:lnTo>
                  <a:lnTo>
                    <a:pt x="2337743" y="1394844"/>
                  </a:lnTo>
                  <a:lnTo>
                    <a:pt x="2296868" y="1315737"/>
                  </a:lnTo>
                  <a:lnTo>
                    <a:pt x="2255923" y="1236213"/>
                  </a:lnTo>
                  <a:lnTo>
                    <a:pt x="2215012" y="1156890"/>
                  </a:lnTo>
                  <a:lnTo>
                    <a:pt x="2174237" y="1078383"/>
                  </a:lnTo>
                  <a:lnTo>
                    <a:pt x="2133690" y="1001278"/>
                  </a:lnTo>
                  <a:lnTo>
                    <a:pt x="2093446" y="926118"/>
                  </a:lnTo>
                  <a:lnTo>
                    <a:pt x="2053560" y="853386"/>
                  </a:lnTo>
                  <a:lnTo>
                    <a:pt x="2014059" y="783494"/>
                  </a:lnTo>
                  <a:lnTo>
                    <a:pt x="1974935" y="716778"/>
                  </a:lnTo>
                  <a:lnTo>
                    <a:pt x="1936147" y="653487"/>
                  </a:lnTo>
                  <a:lnTo>
                    <a:pt x="1897612" y="593793"/>
                  </a:lnTo>
                  <a:lnTo>
                    <a:pt x="1859205" y="537783"/>
                  </a:lnTo>
                  <a:lnTo>
                    <a:pt x="1820751" y="485474"/>
                  </a:lnTo>
                  <a:lnTo>
                    <a:pt x="1782021" y="436814"/>
                  </a:lnTo>
                  <a:lnTo>
                    <a:pt x="1768425" y="420714"/>
                  </a:lnTo>
                  <a:lnTo>
                    <a:pt x="1720034" y="367658"/>
                  </a:lnTo>
                  <a:lnTo>
                    <a:pt x="1670030" y="319868"/>
                  </a:lnTo>
                  <a:lnTo>
                    <a:pt x="1617653" y="277081"/>
                  </a:lnTo>
                  <a:lnTo>
                    <a:pt x="1562054" y="238848"/>
                  </a:lnTo>
                  <a:lnTo>
                    <a:pt x="1502365" y="204661"/>
                  </a:lnTo>
                  <a:lnTo>
                    <a:pt x="1437771" y="174028"/>
                  </a:lnTo>
                  <a:lnTo>
                    <a:pt x="1367599" y="146514"/>
                  </a:lnTo>
                  <a:lnTo>
                    <a:pt x="1291440" y="121762"/>
                  </a:lnTo>
                  <a:lnTo>
                    <a:pt x="1209300" y="99510"/>
                  </a:lnTo>
                  <a:lnTo>
                    <a:pt x="1121796" y="79590"/>
                  </a:lnTo>
                  <a:lnTo>
                    <a:pt x="1030340" y="61925"/>
                  </a:lnTo>
                  <a:lnTo>
                    <a:pt x="937285" y="46516"/>
                  </a:lnTo>
                  <a:lnTo>
                    <a:pt x="845916" y="33410"/>
                  </a:lnTo>
                  <a:lnTo>
                    <a:pt x="760219" y="22656"/>
                  </a:lnTo>
                  <a:lnTo>
                    <a:pt x="684362" y="14255"/>
                  </a:lnTo>
                  <a:lnTo>
                    <a:pt x="621957" y="8109"/>
                  </a:lnTo>
                  <a:lnTo>
                    <a:pt x="575277" y="3995"/>
                  </a:lnTo>
                  <a:lnTo>
                    <a:pt x="544679" y="1570"/>
                  </a:lnTo>
                  <a:lnTo>
                    <a:pt x="528395" y="404"/>
                  </a:lnTo>
                  <a:lnTo>
                    <a:pt x="522684" y="33"/>
                  </a:lnTo>
                  <a:lnTo>
                    <a:pt x="522133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665" name="pg665"/>
            <p:cNvSpPr/>
            <p:nvPr/>
          </p:nvSpPr>
          <p:spPr>
            <a:xfrm>
              <a:off x="386606" y="3077347"/>
              <a:ext cx="8554953" cy="3072061"/>
            </a:xfrm>
            <a:custGeom>
              <a:avLst/>
              <a:pathLst>
                <a:path w="8554953" h="3072061">
                  <a:moveTo>
                    <a:pt x="0" y="5647"/>
                  </a:moveTo>
                  <a:lnTo>
                    <a:pt x="522133" y="5647"/>
                  </a:lnTo>
                  <a:lnTo>
                    <a:pt x="523306" y="5718"/>
                  </a:lnTo>
                  <a:lnTo>
                    <a:pt x="530988" y="6228"/>
                  </a:lnTo>
                  <a:lnTo>
                    <a:pt x="550247" y="7639"/>
                  </a:lnTo>
                  <a:lnTo>
                    <a:pt x="584401" y="10410"/>
                  </a:lnTo>
                  <a:lnTo>
                    <a:pt x="634741" y="14957"/>
                  </a:lnTo>
                  <a:lnTo>
                    <a:pt x="700445" y="21598"/>
                  </a:lnTo>
                  <a:lnTo>
                    <a:pt x="778875" y="30527"/>
                  </a:lnTo>
                  <a:lnTo>
                    <a:pt x="866223" y="41815"/>
                  </a:lnTo>
                  <a:lnTo>
                    <a:pt x="958303" y="55447"/>
                  </a:lnTo>
                  <a:lnTo>
                    <a:pt x="1051252" y="71368"/>
                  </a:lnTo>
                  <a:lnTo>
                    <a:pt x="1141985" y="89541"/>
                  </a:lnTo>
                  <a:lnTo>
                    <a:pt x="1228369" y="109979"/>
                  </a:lnTo>
                  <a:lnTo>
                    <a:pt x="1309186" y="132778"/>
                  </a:lnTo>
                  <a:lnTo>
                    <a:pt x="1383975" y="158127"/>
                  </a:lnTo>
                  <a:lnTo>
                    <a:pt x="1452839" y="186312"/>
                  </a:lnTo>
                  <a:lnTo>
                    <a:pt x="1516258" y="217708"/>
                  </a:lnTo>
                  <a:lnTo>
                    <a:pt x="1574948" y="252765"/>
                  </a:lnTo>
                  <a:lnTo>
                    <a:pt x="1629742" y="291983"/>
                  </a:lnTo>
                  <a:lnTo>
                    <a:pt x="1681511" y="335867"/>
                  </a:lnTo>
                  <a:lnTo>
                    <a:pt x="1731089" y="384834"/>
                  </a:lnTo>
                  <a:lnTo>
                    <a:pt x="1768425" y="426361"/>
                  </a:lnTo>
                  <a:lnTo>
                    <a:pt x="1807315" y="473774"/>
                  </a:lnTo>
                  <a:lnTo>
                    <a:pt x="1845836" y="524804"/>
                  </a:lnTo>
                  <a:lnTo>
                    <a:pt x="1884237" y="579524"/>
                  </a:lnTo>
                  <a:lnTo>
                    <a:pt x="1922711" y="637942"/>
                  </a:lnTo>
                  <a:lnTo>
                    <a:pt x="1961399" y="699996"/>
                  </a:lnTo>
                  <a:lnTo>
                    <a:pt x="2000399" y="765544"/>
                  </a:lnTo>
                  <a:lnTo>
                    <a:pt x="2039767" y="834364"/>
                  </a:lnTo>
                  <a:lnTo>
                    <a:pt x="2079520" y="906150"/>
                  </a:lnTo>
                  <a:lnTo>
                    <a:pt x="2119644" y="980517"/>
                  </a:lnTo>
                  <a:lnTo>
                    <a:pt x="2160093" y="1057004"/>
                  </a:lnTo>
                  <a:lnTo>
                    <a:pt x="2200799" y="1135088"/>
                  </a:lnTo>
                  <a:lnTo>
                    <a:pt x="2241674" y="1214195"/>
                  </a:lnTo>
                  <a:lnTo>
                    <a:pt x="2282619" y="1293719"/>
                  </a:lnTo>
                  <a:lnTo>
                    <a:pt x="2323530" y="1373041"/>
                  </a:lnTo>
                  <a:lnTo>
                    <a:pt x="2364305" y="1451548"/>
                  </a:lnTo>
                  <a:lnTo>
                    <a:pt x="2404853" y="1528653"/>
                  </a:lnTo>
                  <a:lnTo>
                    <a:pt x="2445096" y="1603814"/>
                  </a:lnTo>
                  <a:lnTo>
                    <a:pt x="2484982" y="1676546"/>
                  </a:lnTo>
                  <a:lnTo>
                    <a:pt x="2524483" y="1746438"/>
                  </a:lnTo>
                  <a:lnTo>
                    <a:pt x="2563607" y="1813154"/>
                  </a:lnTo>
                  <a:lnTo>
                    <a:pt x="2602395" y="1876444"/>
                  </a:lnTo>
                  <a:lnTo>
                    <a:pt x="2640930" y="1936139"/>
                  </a:lnTo>
                  <a:lnTo>
                    <a:pt x="2679337" y="1992149"/>
                  </a:lnTo>
                  <a:lnTo>
                    <a:pt x="2717791" y="2044458"/>
                  </a:lnTo>
                  <a:lnTo>
                    <a:pt x="2756521" y="2093118"/>
                  </a:lnTo>
                  <a:lnTo>
                    <a:pt x="2770117" y="2109218"/>
                  </a:lnTo>
                  <a:lnTo>
                    <a:pt x="2818508" y="2162274"/>
                  </a:lnTo>
                  <a:lnTo>
                    <a:pt x="2868513" y="2210063"/>
                  </a:lnTo>
                  <a:lnTo>
                    <a:pt x="2920889" y="2252851"/>
                  </a:lnTo>
                  <a:lnTo>
                    <a:pt x="2976488" y="2291084"/>
                  </a:lnTo>
                  <a:lnTo>
                    <a:pt x="3036177" y="2325271"/>
                  </a:lnTo>
                  <a:lnTo>
                    <a:pt x="3100771" y="2355903"/>
                  </a:lnTo>
                  <a:lnTo>
                    <a:pt x="3170943" y="2383418"/>
                  </a:lnTo>
                  <a:lnTo>
                    <a:pt x="3247103" y="2408169"/>
                  </a:lnTo>
                  <a:lnTo>
                    <a:pt x="3329242" y="2430422"/>
                  </a:lnTo>
                  <a:lnTo>
                    <a:pt x="3416746" y="2450342"/>
                  </a:lnTo>
                  <a:lnTo>
                    <a:pt x="3508202" y="2468007"/>
                  </a:lnTo>
                  <a:lnTo>
                    <a:pt x="3601257" y="2483416"/>
                  </a:lnTo>
                  <a:lnTo>
                    <a:pt x="3692626" y="2496522"/>
                  </a:lnTo>
                  <a:lnTo>
                    <a:pt x="3778323" y="2507276"/>
                  </a:lnTo>
                  <a:lnTo>
                    <a:pt x="3854180" y="2515677"/>
                  </a:lnTo>
                  <a:lnTo>
                    <a:pt x="3916585" y="2521823"/>
                  </a:lnTo>
                  <a:lnTo>
                    <a:pt x="3963265" y="2525937"/>
                  </a:lnTo>
                  <a:lnTo>
                    <a:pt x="3993863" y="2528362"/>
                  </a:lnTo>
                  <a:lnTo>
                    <a:pt x="4010147" y="2529528"/>
                  </a:lnTo>
                  <a:lnTo>
                    <a:pt x="4015858" y="2529899"/>
                  </a:lnTo>
                  <a:lnTo>
                    <a:pt x="4016409" y="2529932"/>
                  </a:lnTo>
                  <a:lnTo>
                    <a:pt x="4538543" y="2529932"/>
                  </a:lnTo>
                  <a:lnTo>
                    <a:pt x="4539808" y="2529949"/>
                  </a:lnTo>
                  <a:lnTo>
                    <a:pt x="4548078" y="2530067"/>
                  </a:lnTo>
                  <a:lnTo>
                    <a:pt x="4568755" y="2530395"/>
                  </a:lnTo>
                  <a:lnTo>
                    <a:pt x="4605289" y="2531038"/>
                  </a:lnTo>
                  <a:lnTo>
                    <a:pt x="4658864" y="2532091"/>
                  </a:lnTo>
                  <a:lnTo>
                    <a:pt x="4728339" y="2533624"/>
                  </a:lnTo>
                  <a:lnTo>
                    <a:pt x="4810641" y="2535679"/>
                  </a:lnTo>
                  <a:lnTo>
                    <a:pt x="4901533" y="2538268"/>
                  </a:lnTo>
                  <a:lnTo>
                    <a:pt x="4996514" y="2541384"/>
                  </a:lnTo>
                  <a:lnTo>
                    <a:pt x="5091570" y="2545015"/>
                  </a:lnTo>
                  <a:lnTo>
                    <a:pt x="5183615" y="2549155"/>
                  </a:lnTo>
                  <a:lnTo>
                    <a:pt x="5270627" y="2553811"/>
                  </a:lnTo>
                  <a:lnTo>
                    <a:pt x="5351555" y="2559012"/>
                  </a:lnTo>
                  <a:lnTo>
                    <a:pt x="5426119" y="2564809"/>
                  </a:lnTo>
                  <a:lnTo>
                    <a:pt x="5494595" y="2571276"/>
                  </a:lnTo>
                  <a:lnTo>
                    <a:pt x="5557613" y="2578506"/>
                  </a:lnTo>
                  <a:lnTo>
                    <a:pt x="5616007" y="2586611"/>
                  </a:lnTo>
                  <a:lnTo>
                    <a:pt x="5670705" y="2595707"/>
                  </a:lnTo>
                  <a:lnTo>
                    <a:pt x="5722638" y="2605907"/>
                  </a:lnTo>
                  <a:lnTo>
                    <a:pt x="5772663" y="2617286"/>
                  </a:lnTo>
                  <a:lnTo>
                    <a:pt x="5784835" y="2620287"/>
                  </a:lnTo>
                  <a:lnTo>
                    <a:pt x="5837471" y="2634282"/>
                  </a:lnTo>
                  <a:lnTo>
                    <a:pt x="5889596" y="2649718"/>
                  </a:lnTo>
                  <a:lnTo>
                    <a:pt x="5941757" y="2666614"/>
                  </a:lnTo>
                  <a:lnTo>
                    <a:pt x="5994321" y="2684940"/>
                  </a:lnTo>
                  <a:lnTo>
                    <a:pt x="6047506" y="2704612"/>
                  </a:lnTo>
                  <a:lnTo>
                    <a:pt x="6101395" y="2725482"/>
                  </a:lnTo>
                  <a:lnTo>
                    <a:pt x="6155952" y="2747346"/>
                  </a:lnTo>
                  <a:lnTo>
                    <a:pt x="6211047" y="2769947"/>
                  </a:lnTo>
                  <a:lnTo>
                    <a:pt x="6266478" y="2792986"/>
                  </a:lnTo>
                  <a:lnTo>
                    <a:pt x="6321999" y="2816139"/>
                  </a:lnTo>
                  <a:lnTo>
                    <a:pt x="6377351" y="2839077"/>
                  </a:lnTo>
                  <a:lnTo>
                    <a:pt x="6432300" y="2861481"/>
                  </a:lnTo>
                  <a:lnTo>
                    <a:pt x="6486661" y="2883063"/>
                  </a:lnTo>
                  <a:lnTo>
                    <a:pt x="6540330" y="2903583"/>
                  </a:lnTo>
                  <a:lnTo>
                    <a:pt x="6593309" y="2922853"/>
                  </a:lnTo>
                  <a:lnTo>
                    <a:pt x="6645719" y="2940745"/>
                  </a:lnTo>
                  <a:lnTo>
                    <a:pt x="6697822" y="2957191"/>
                  </a:lnTo>
                  <a:lnTo>
                    <a:pt x="6750038" y="2972178"/>
                  </a:lnTo>
                  <a:lnTo>
                    <a:pt x="6786527" y="2981706"/>
                  </a:lnTo>
                  <a:lnTo>
                    <a:pt x="6836195" y="2993381"/>
                  </a:lnTo>
                  <a:lnTo>
                    <a:pt x="6887581" y="3003868"/>
                  </a:lnTo>
                  <a:lnTo>
                    <a:pt x="6941509" y="3013227"/>
                  </a:lnTo>
                  <a:lnTo>
                    <a:pt x="6998901" y="3021567"/>
                  </a:lnTo>
                  <a:lnTo>
                    <a:pt x="7060691" y="3029003"/>
                  </a:lnTo>
                  <a:lnTo>
                    <a:pt x="7127747" y="3035649"/>
                  </a:lnTo>
                  <a:lnTo>
                    <a:pt x="7200762" y="3041604"/>
                  </a:lnTo>
                  <a:lnTo>
                    <a:pt x="7280116" y="3046947"/>
                  </a:lnTo>
                  <a:lnTo>
                    <a:pt x="7365686" y="3051734"/>
                  </a:lnTo>
                  <a:lnTo>
                    <a:pt x="7456633" y="3056000"/>
                  </a:lnTo>
                  <a:lnTo>
                    <a:pt x="7551190" y="3059757"/>
                  </a:lnTo>
                  <a:lnTo>
                    <a:pt x="7646533" y="3063002"/>
                  </a:lnTo>
                  <a:lnTo>
                    <a:pt x="7738848" y="3065723"/>
                  </a:lnTo>
                  <a:lnTo>
                    <a:pt x="7823696" y="3067909"/>
                  </a:lnTo>
                  <a:lnTo>
                    <a:pt x="7896692" y="3069569"/>
                  </a:lnTo>
                  <a:lnTo>
                    <a:pt x="7954393" y="3070736"/>
                  </a:lnTo>
                  <a:lnTo>
                    <a:pt x="7995127" y="3071472"/>
                  </a:lnTo>
                  <a:lnTo>
                    <a:pt x="8019491" y="3071868"/>
                  </a:lnTo>
                  <a:lnTo>
                    <a:pt x="8030399" y="3072028"/>
                  </a:lnTo>
                  <a:lnTo>
                    <a:pt x="8032819" y="3072061"/>
                  </a:lnTo>
                  <a:lnTo>
                    <a:pt x="8554953" y="3072061"/>
                  </a:lnTo>
                  <a:lnTo>
                    <a:pt x="8554953" y="3066413"/>
                  </a:lnTo>
                  <a:lnTo>
                    <a:pt x="8032819" y="3066413"/>
                  </a:lnTo>
                  <a:lnTo>
                    <a:pt x="8031554" y="3066397"/>
                  </a:lnTo>
                  <a:lnTo>
                    <a:pt x="8023284" y="3066278"/>
                  </a:lnTo>
                  <a:lnTo>
                    <a:pt x="8002607" y="3065951"/>
                  </a:lnTo>
                  <a:lnTo>
                    <a:pt x="7966073" y="3065308"/>
                  </a:lnTo>
                  <a:lnTo>
                    <a:pt x="7912498" y="3064255"/>
                  </a:lnTo>
                  <a:lnTo>
                    <a:pt x="7843023" y="3062721"/>
                  </a:lnTo>
                  <a:lnTo>
                    <a:pt x="7760721" y="3060667"/>
                  </a:lnTo>
                  <a:lnTo>
                    <a:pt x="7669829" y="3058078"/>
                  </a:lnTo>
                  <a:lnTo>
                    <a:pt x="7574848" y="3054962"/>
                  </a:lnTo>
                  <a:lnTo>
                    <a:pt x="7479792" y="3051330"/>
                  </a:lnTo>
                  <a:lnTo>
                    <a:pt x="7387747" y="3047191"/>
                  </a:lnTo>
                  <a:lnTo>
                    <a:pt x="7300735" y="3042535"/>
                  </a:lnTo>
                  <a:lnTo>
                    <a:pt x="7219807" y="3037334"/>
                  </a:lnTo>
                  <a:lnTo>
                    <a:pt x="7145243" y="3031537"/>
                  </a:lnTo>
                  <a:lnTo>
                    <a:pt x="7076767" y="3025070"/>
                  </a:lnTo>
                  <a:lnTo>
                    <a:pt x="7013749" y="3017839"/>
                  </a:lnTo>
                  <a:lnTo>
                    <a:pt x="6955355" y="3009735"/>
                  </a:lnTo>
                  <a:lnTo>
                    <a:pt x="6900657" y="3000638"/>
                  </a:lnTo>
                  <a:lnTo>
                    <a:pt x="6848724" y="2990439"/>
                  </a:lnTo>
                  <a:lnTo>
                    <a:pt x="6798699" y="2979060"/>
                  </a:lnTo>
                  <a:lnTo>
                    <a:pt x="6786527" y="2976059"/>
                  </a:lnTo>
                  <a:lnTo>
                    <a:pt x="6733891" y="2962063"/>
                  </a:lnTo>
                  <a:lnTo>
                    <a:pt x="6681765" y="2946628"/>
                  </a:lnTo>
                  <a:lnTo>
                    <a:pt x="6629605" y="2929732"/>
                  </a:lnTo>
                  <a:lnTo>
                    <a:pt x="6577041" y="2911405"/>
                  </a:lnTo>
                  <a:lnTo>
                    <a:pt x="6523856" y="2891734"/>
                  </a:lnTo>
                  <a:lnTo>
                    <a:pt x="6469967" y="2870864"/>
                  </a:lnTo>
                  <a:lnTo>
                    <a:pt x="6415410" y="2849000"/>
                  </a:lnTo>
                  <a:lnTo>
                    <a:pt x="6360315" y="2826399"/>
                  </a:lnTo>
                  <a:lnTo>
                    <a:pt x="6304883" y="2803360"/>
                  </a:lnTo>
                  <a:lnTo>
                    <a:pt x="6249363" y="2780206"/>
                  </a:lnTo>
                  <a:lnTo>
                    <a:pt x="6194011" y="2757268"/>
                  </a:lnTo>
                  <a:lnTo>
                    <a:pt x="6139062" y="2734865"/>
                  </a:lnTo>
                  <a:lnTo>
                    <a:pt x="6084701" y="2713282"/>
                  </a:lnTo>
                  <a:lnTo>
                    <a:pt x="6031031" y="2692763"/>
                  </a:lnTo>
                  <a:lnTo>
                    <a:pt x="5978053" y="2673493"/>
                  </a:lnTo>
                  <a:lnTo>
                    <a:pt x="5925643" y="2655601"/>
                  </a:lnTo>
                  <a:lnTo>
                    <a:pt x="5873540" y="2639155"/>
                  </a:lnTo>
                  <a:lnTo>
                    <a:pt x="5821324" y="2624168"/>
                  </a:lnTo>
                  <a:lnTo>
                    <a:pt x="5784835" y="2614640"/>
                  </a:lnTo>
                  <a:lnTo>
                    <a:pt x="5735167" y="2602964"/>
                  </a:lnTo>
                  <a:lnTo>
                    <a:pt x="5683781" y="2592478"/>
                  </a:lnTo>
                  <a:lnTo>
                    <a:pt x="5629853" y="2583118"/>
                  </a:lnTo>
                  <a:lnTo>
                    <a:pt x="5572461" y="2574779"/>
                  </a:lnTo>
                  <a:lnTo>
                    <a:pt x="5510671" y="2567343"/>
                  </a:lnTo>
                  <a:lnTo>
                    <a:pt x="5443615" y="2560697"/>
                  </a:lnTo>
                  <a:lnTo>
                    <a:pt x="5370600" y="2554741"/>
                  </a:lnTo>
                  <a:lnTo>
                    <a:pt x="5291246" y="2549399"/>
                  </a:lnTo>
                  <a:lnTo>
                    <a:pt x="5205676" y="2544611"/>
                  </a:lnTo>
                  <a:lnTo>
                    <a:pt x="5114729" y="2540345"/>
                  </a:lnTo>
                  <a:lnTo>
                    <a:pt x="5020171" y="2536588"/>
                  </a:lnTo>
                  <a:lnTo>
                    <a:pt x="4924829" y="2533343"/>
                  </a:lnTo>
                  <a:lnTo>
                    <a:pt x="4832514" y="2530623"/>
                  </a:lnTo>
                  <a:lnTo>
                    <a:pt x="4747666" y="2528436"/>
                  </a:lnTo>
                  <a:lnTo>
                    <a:pt x="4674670" y="2526776"/>
                  </a:lnTo>
                  <a:lnTo>
                    <a:pt x="4616969" y="2525610"/>
                  </a:lnTo>
                  <a:lnTo>
                    <a:pt x="4576235" y="2524873"/>
                  </a:lnTo>
                  <a:lnTo>
                    <a:pt x="4551871" y="2524477"/>
                  </a:lnTo>
                  <a:lnTo>
                    <a:pt x="4540963" y="2524317"/>
                  </a:lnTo>
                  <a:lnTo>
                    <a:pt x="4538543" y="2524285"/>
                  </a:lnTo>
                  <a:lnTo>
                    <a:pt x="4016409" y="2524285"/>
                  </a:lnTo>
                  <a:lnTo>
                    <a:pt x="4015236" y="2524214"/>
                  </a:lnTo>
                  <a:lnTo>
                    <a:pt x="4007554" y="2523703"/>
                  </a:lnTo>
                  <a:lnTo>
                    <a:pt x="3988296" y="2522293"/>
                  </a:lnTo>
                  <a:lnTo>
                    <a:pt x="3954141" y="2519521"/>
                  </a:lnTo>
                  <a:lnTo>
                    <a:pt x="3903801" y="2514974"/>
                  </a:lnTo>
                  <a:lnTo>
                    <a:pt x="3838097" y="2508333"/>
                  </a:lnTo>
                  <a:lnTo>
                    <a:pt x="3759668" y="2499405"/>
                  </a:lnTo>
                  <a:lnTo>
                    <a:pt x="3672320" y="2488117"/>
                  </a:lnTo>
                  <a:lnTo>
                    <a:pt x="3580240" y="2474485"/>
                  </a:lnTo>
                  <a:lnTo>
                    <a:pt x="3487290" y="2458563"/>
                  </a:lnTo>
                  <a:lnTo>
                    <a:pt x="3396557" y="2440391"/>
                  </a:lnTo>
                  <a:lnTo>
                    <a:pt x="3310173" y="2419953"/>
                  </a:lnTo>
                  <a:lnTo>
                    <a:pt x="3229356" y="2397154"/>
                  </a:lnTo>
                  <a:lnTo>
                    <a:pt x="3154567" y="2371804"/>
                  </a:lnTo>
                  <a:lnTo>
                    <a:pt x="3085704" y="2343619"/>
                  </a:lnTo>
                  <a:lnTo>
                    <a:pt x="3022284" y="2312224"/>
                  </a:lnTo>
                  <a:lnTo>
                    <a:pt x="2963594" y="2277167"/>
                  </a:lnTo>
                  <a:lnTo>
                    <a:pt x="2908800" y="2237948"/>
                  </a:lnTo>
                  <a:lnTo>
                    <a:pt x="2857031" y="2194065"/>
                  </a:lnTo>
                  <a:lnTo>
                    <a:pt x="2807453" y="2145098"/>
                  </a:lnTo>
                  <a:lnTo>
                    <a:pt x="2770117" y="2103571"/>
                  </a:lnTo>
                  <a:lnTo>
                    <a:pt x="2731228" y="2056158"/>
                  </a:lnTo>
                  <a:lnTo>
                    <a:pt x="2692707" y="2005128"/>
                  </a:lnTo>
                  <a:lnTo>
                    <a:pt x="2654305" y="1950408"/>
                  </a:lnTo>
                  <a:lnTo>
                    <a:pt x="2615832" y="1891990"/>
                  </a:lnTo>
                  <a:lnTo>
                    <a:pt x="2577143" y="1829936"/>
                  </a:lnTo>
                  <a:lnTo>
                    <a:pt x="2538143" y="1764388"/>
                  </a:lnTo>
                  <a:lnTo>
                    <a:pt x="2498776" y="1695568"/>
                  </a:lnTo>
                  <a:lnTo>
                    <a:pt x="2459022" y="1623781"/>
                  </a:lnTo>
                  <a:lnTo>
                    <a:pt x="2418898" y="1549415"/>
                  </a:lnTo>
                  <a:lnTo>
                    <a:pt x="2378449" y="1472928"/>
                  </a:lnTo>
                  <a:lnTo>
                    <a:pt x="2337743" y="1394844"/>
                  </a:lnTo>
                  <a:lnTo>
                    <a:pt x="2296868" y="1315737"/>
                  </a:lnTo>
                  <a:lnTo>
                    <a:pt x="2255923" y="1236213"/>
                  </a:lnTo>
                  <a:lnTo>
                    <a:pt x="2215012" y="1156890"/>
                  </a:lnTo>
                  <a:lnTo>
                    <a:pt x="2174237" y="1078383"/>
                  </a:lnTo>
                  <a:lnTo>
                    <a:pt x="2133690" y="1001278"/>
                  </a:lnTo>
                  <a:lnTo>
                    <a:pt x="2093446" y="926118"/>
                  </a:lnTo>
                  <a:lnTo>
                    <a:pt x="2053560" y="853386"/>
                  </a:lnTo>
                  <a:lnTo>
                    <a:pt x="2014059" y="783494"/>
                  </a:lnTo>
                  <a:lnTo>
                    <a:pt x="1974935" y="716778"/>
                  </a:lnTo>
                  <a:lnTo>
                    <a:pt x="1936147" y="653487"/>
                  </a:lnTo>
                  <a:lnTo>
                    <a:pt x="1897612" y="593793"/>
                  </a:lnTo>
                  <a:lnTo>
                    <a:pt x="1859205" y="537783"/>
                  </a:lnTo>
                  <a:lnTo>
                    <a:pt x="1820751" y="485474"/>
                  </a:lnTo>
                  <a:lnTo>
                    <a:pt x="1782021" y="436814"/>
                  </a:lnTo>
                  <a:lnTo>
                    <a:pt x="1768425" y="420714"/>
                  </a:lnTo>
                  <a:lnTo>
                    <a:pt x="1720034" y="367658"/>
                  </a:lnTo>
                  <a:lnTo>
                    <a:pt x="1670030" y="319868"/>
                  </a:lnTo>
                  <a:lnTo>
                    <a:pt x="1617653" y="277081"/>
                  </a:lnTo>
                  <a:lnTo>
                    <a:pt x="1562054" y="238848"/>
                  </a:lnTo>
                  <a:lnTo>
                    <a:pt x="1502365" y="204661"/>
                  </a:lnTo>
                  <a:lnTo>
                    <a:pt x="1437771" y="174028"/>
                  </a:lnTo>
                  <a:lnTo>
                    <a:pt x="1367599" y="146514"/>
                  </a:lnTo>
                  <a:lnTo>
                    <a:pt x="1291440" y="121762"/>
                  </a:lnTo>
                  <a:lnTo>
                    <a:pt x="1209300" y="99510"/>
                  </a:lnTo>
                  <a:lnTo>
                    <a:pt x="1121796" y="79590"/>
                  </a:lnTo>
                  <a:lnTo>
                    <a:pt x="1030340" y="61925"/>
                  </a:lnTo>
                  <a:lnTo>
                    <a:pt x="937285" y="46516"/>
                  </a:lnTo>
                  <a:lnTo>
                    <a:pt x="845916" y="33410"/>
                  </a:lnTo>
                  <a:lnTo>
                    <a:pt x="760219" y="22656"/>
                  </a:lnTo>
                  <a:lnTo>
                    <a:pt x="684362" y="14255"/>
                  </a:lnTo>
                  <a:lnTo>
                    <a:pt x="621957" y="8109"/>
                  </a:lnTo>
                  <a:lnTo>
                    <a:pt x="575277" y="3995"/>
                  </a:lnTo>
                  <a:lnTo>
                    <a:pt x="544679" y="1570"/>
                  </a:lnTo>
                  <a:lnTo>
                    <a:pt x="528395" y="404"/>
                  </a:lnTo>
                  <a:lnTo>
                    <a:pt x="522684" y="33"/>
                  </a:lnTo>
                  <a:lnTo>
                    <a:pt x="5221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666" name="pl666"/>
            <p:cNvSpPr/>
            <p:nvPr/>
          </p:nvSpPr>
          <p:spPr>
            <a:xfrm>
              <a:off x="386606" y="3082994"/>
              <a:ext cx="8554953" cy="3066413"/>
            </a:xfrm>
            <a:custGeom>
              <a:avLst/>
              <a:pathLst>
                <a:path w="8554953" h="3066413">
                  <a:moveTo>
                    <a:pt x="0" y="0"/>
                  </a:moveTo>
                  <a:lnTo>
                    <a:pt x="522133" y="0"/>
                  </a:lnTo>
                  <a:lnTo>
                    <a:pt x="523306" y="71"/>
                  </a:lnTo>
                  <a:lnTo>
                    <a:pt x="530988" y="581"/>
                  </a:lnTo>
                  <a:lnTo>
                    <a:pt x="550247" y="1991"/>
                  </a:lnTo>
                  <a:lnTo>
                    <a:pt x="584401" y="4763"/>
                  </a:lnTo>
                  <a:lnTo>
                    <a:pt x="634741" y="9310"/>
                  </a:lnTo>
                  <a:lnTo>
                    <a:pt x="700445" y="15951"/>
                  </a:lnTo>
                  <a:lnTo>
                    <a:pt x="778875" y="24880"/>
                  </a:lnTo>
                  <a:lnTo>
                    <a:pt x="866223" y="36168"/>
                  </a:lnTo>
                  <a:lnTo>
                    <a:pt x="958303" y="49799"/>
                  </a:lnTo>
                  <a:lnTo>
                    <a:pt x="1051252" y="65721"/>
                  </a:lnTo>
                  <a:lnTo>
                    <a:pt x="1141985" y="83894"/>
                  </a:lnTo>
                  <a:lnTo>
                    <a:pt x="1228369" y="104331"/>
                  </a:lnTo>
                  <a:lnTo>
                    <a:pt x="1309186" y="127131"/>
                  </a:lnTo>
                  <a:lnTo>
                    <a:pt x="1383975" y="152480"/>
                  </a:lnTo>
                  <a:lnTo>
                    <a:pt x="1452839" y="180665"/>
                  </a:lnTo>
                  <a:lnTo>
                    <a:pt x="1516258" y="212061"/>
                  </a:lnTo>
                  <a:lnTo>
                    <a:pt x="1574948" y="247117"/>
                  </a:lnTo>
                  <a:lnTo>
                    <a:pt x="1629742" y="286336"/>
                  </a:lnTo>
                  <a:lnTo>
                    <a:pt x="1681511" y="330219"/>
                  </a:lnTo>
                  <a:lnTo>
                    <a:pt x="1731089" y="379187"/>
                  </a:lnTo>
                  <a:lnTo>
                    <a:pt x="1768425" y="420714"/>
                  </a:lnTo>
                  <a:lnTo>
                    <a:pt x="1807315" y="468127"/>
                  </a:lnTo>
                  <a:lnTo>
                    <a:pt x="1845836" y="519157"/>
                  </a:lnTo>
                  <a:lnTo>
                    <a:pt x="1884237" y="573877"/>
                  </a:lnTo>
                  <a:lnTo>
                    <a:pt x="1922711" y="632295"/>
                  </a:lnTo>
                  <a:lnTo>
                    <a:pt x="1961399" y="694348"/>
                  </a:lnTo>
                  <a:lnTo>
                    <a:pt x="2000399" y="759897"/>
                  </a:lnTo>
                  <a:lnTo>
                    <a:pt x="2039767" y="828717"/>
                  </a:lnTo>
                  <a:lnTo>
                    <a:pt x="2079520" y="900503"/>
                  </a:lnTo>
                  <a:lnTo>
                    <a:pt x="2119644" y="974870"/>
                  </a:lnTo>
                  <a:lnTo>
                    <a:pt x="2160093" y="1051357"/>
                  </a:lnTo>
                  <a:lnTo>
                    <a:pt x="2200799" y="1129441"/>
                  </a:lnTo>
                  <a:lnTo>
                    <a:pt x="2241674" y="1208548"/>
                  </a:lnTo>
                  <a:lnTo>
                    <a:pt x="2282619" y="1288072"/>
                  </a:lnTo>
                  <a:lnTo>
                    <a:pt x="2323530" y="1367394"/>
                  </a:lnTo>
                  <a:lnTo>
                    <a:pt x="2364305" y="1445901"/>
                  </a:lnTo>
                  <a:lnTo>
                    <a:pt x="2404853" y="1523006"/>
                  </a:lnTo>
                  <a:lnTo>
                    <a:pt x="2445096" y="1598167"/>
                  </a:lnTo>
                  <a:lnTo>
                    <a:pt x="2484982" y="1670899"/>
                  </a:lnTo>
                  <a:lnTo>
                    <a:pt x="2524483" y="1740790"/>
                  </a:lnTo>
                  <a:lnTo>
                    <a:pt x="2563607" y="1807507"/>
                  </a:lnTo>
                  <a:lnTo>
                    <a:pt x="2602395" y="1870797"/>
                  </a:lnTo>
                  <a:lnTo>
                    <a:pt x="2640930" y="1930492"/>
                  </a:lnTo>
                  <a:lnTo>
                    <a:pt x="2679337" y="1986501"/>
                  </a:lnTo>
                  <a:lnTo>
                    <a:pt x="2717791" y="2038811"/>
                  </a:lnTo>
                  <a:lnTo>
                    <a:pt x="2756521" y="2087471"/>
                  </a:lnTo>
                  <a:lnTo>
                    <a:pt x="2770117" y="2103571"/>
                  </a:lnTo>
                  <a:lnTo>
                    <a:pt x="2818508" y="2156626"/>
                  </a:lnTo>
                  <a:lnTo>
                    <a:pt x="2868513" y="2204416"/>
                  </a:lnTo>
                  <a:lnTo>
                    <a:pt x="2920889" y="2247204"/>
                  </a:lnTo>
                  <a:lnTo>
                    <a:pt x="2976488" y="2285437"/>
                  </a:lnTo>
                  <a:lnTo>
                    <a:pt x="3036177" y="2319624"/>
                  </a:lnTo>
                  <a:lnTo>
                    <a:pt x="3100771" y="2350256"/>
                  </a:lnTo>
                  <a:lnTo>
                    <a:pt x="3170943" y="2377771"/>
                  </a:lnTo>
                  <a:lnTo>
                    <a:pt x="3247103" y="2402522"/>
                  </a:lnTo>
                  <a:lnTo>
                    <a:pt x="3329242" y="2424774"/>
                  </a:lnTo>
                  <a:lnTo>
                    <a:pt x="3416746" y="2444695"/>
                  </a:lnTo>
                  <a:lnTo>
                    <a:pt x="3508202" y="2462360"/>
                  </a:lnTo>
                  <a:lnTo>
                    <a:pt x="3601257" y="2477769"/>
                  </a:lnTo>
                  <a:lnTo>
                    <a:pt x="3692626" y="2490875"/>
                  </a:lnTo>
                  <a:lnTo>
                    <a:pt x="3778323" y="2501629"/>
                  </a:lnTo>
                  <a:lnTo>
                    <a:pt x="3854180" y="2510030"/>
                  </a:lnTo>
                  <a:lnTo>
                    <a:pt x="3916585" y="2516176"/>
                  </a:lnTo>
                  <a:lnTo>
                    <a:pt x="3963265" y="2520290"/>
                  </a:lnTo>
                  <a:lnTo>
                    <a:pt x="3993863" y="2522715"/>
                  </a:lnTo>
                  <a:lnTo>
                    <a:pt x="4010147" y="2523881"/>
                  </a:lnTo>
                  <a:lnTo>
                    <a:pt x="4015858" y="2524252"/>
                  </a:lnTo>
                  <a:lnTo>
                    <a:pt x="4016409" y="2524285"/>
                  </a:lnTo>
                  <a:lnTo>
                    <a:pt x="4538543" y="2524285"/>
                  </a:lnTo>
                  <a:lnTo>
                    <a:pt x="4539808" y="2524302"/>
                  </a:lnTo>
                  <a:lnTo>
                    <a:pt x="4548078" y="2524420"/>
                  </a:lnTo>
                  <a:lnTo>
                    <a:pt x="4568755" y="2524747"/>
                  </a:lnTo>
                  <a:lnTo>
                    <a:pt x="4605289" y="2525390"/>
                  </a:lnTo>
                  <a:lnTo>
                    <a:pt x="4658864" y="2526443"/>
                  </a:lnTo>
                  <a:lnTo>
                    <a:pt x="4728339" y="2527977"/>
                  </a:lnTo>
                  <a:lnTo>
                    <a:pt x="4810641" y="2530032"/>
                  </a:lnTo>
                  <a:lnTo>
                    <a:pt x="4901533" y="2532620"/>
                  </a:lnTo>
                  <a:lnTo>
                    <a:pt x="4996514" y="2535737"/>
                  </a:lnTo>
                  <a:lnTo>
                    <a:pt x="5091570" y="2539368"/>
                  </a:lnTo>
                  <a:lnTo>
                    <a:pt x="5183615" y="2543508"/>
                  </a:lnTo>
                  <a:lnTo>
                    <a:pt x="5270627" y="2548164"/>
                  </a:lnTo>
                  <a:lnTo>
                    <a:pt x="5351555" y="2553365"/>
                  </a:lnTo>
                  <a:lnTo>
                    <a:pt x="5426119" y="2559162"/>
                  </a:lnTo>
                  <a:lnTo>
                    <a:pt x="5494595" y="2565628"/>
                  </a:lnTo>
                  <a:lnTo>
                    <a:pt x="5557613" y="2572859"/>
                  </a:lnTo>
                  <a:lnTo>
                    <a:pt x="5616007" y="2580964"/>
                  </a:lnTo>
                  <a:lnTo>
                    <a:pt x="5670705" y="2590060"/>
                  </a:lnTo>
                  <a:lnTo>
                    <a:pt x="5722638" y="2600259"/>
                  </a:lnTo>
                  <a:lnTo>
                    <a:pt x="5772663" y="2611639"/>
                  </a:lnTo>
                  <a:lnTo>
                    <a:pt x="5784835" y="2614640"/>
                  </a:lnTo>
                  <a:lnTo>
                    <a:pt x="5837471" y="2628635"/>
                  </a:lnTo>
                  <a:lnTo>
                    <a:pt x="5889596" y="2644070"/>
                  </a:lnTo>
                  <a:lnTo>
                    <a:pt x="5941757" y="2660966"/>
                  </a:lnTo>
                  <a:lnTo>
                    <a:pt x="5994321" y="2679293"/>
                  </a:lnTo>
                  <a:lnTo>
                    <a:pt x="6047506" y="2698965"/>
                  </a:lnTo>
                  <a:lnTo>
                    <a:pt x="6101395" y="2719835"/>
                  </a:lnTo>
                  <a:lnTo>
                    <a:pt x="6155952" y="2741699"/>
                  </a:lnTo>
                  <a:lnTo>
                    <a:pt x="6211047" y="2764299"/>
                  </a:lnTo>
                  <a:lnTo>
                    <a:pt x="6266478" y="2787339"/>
                  </a:lnTo>
                  <a:lnTo>
                    <a:pt x="6321999" y="2810492"/>
                  </a:lnTo>
                  <a:lnTo>
                    <a:pt x="6377351" y="2833430"/>
                  </a:lnTo>
                  <a:lnTo>
                    <a:pt x="6432300" y="2855834"/>
                  </a:lnTo>
                  <a:lnTo>
                    <a:pt x="6486661" y="2877416"/>
                  </a:lnTo>
                  <a:lnTo>
                    <a:pt x="6540330" y="2897936"/>
                  </a:lnTo>
                  <a:lnTo>
                    <a:pt x="6593309" y="2917205"/>
                  </a:lnTo>
                  <a:lnTo>
                    <a:pt x="6645719" y="2935097"/>
                  </a:lnTo>
                  <a:lnTo>
                    <a:pt x="6697822" y="2951544"/>
                  </a:lnTo>
                  <a:lnTo>
                    <a:pt x="6750038" y="2966531"/>
                  </a:lnTo>
                  <a:lnTo>
                    <a:pt x="6786527" y="2976059"/>
                  </a:lnTo>
                  <a:lnTo>
                    <a:pt x="6836195" y="2987734"/>
                  </a:lnTo>
                  <a:lnTo>
                    <a:pt x="6887581" y="2998220"/>
                  </a:lnTo>
                  <a:lnTo>
                    <a:pt x="6941509" y="3007580"/>
                  </a:lnTo>
                  <a:lnTo>
                    <a:pt x="6998901" y="3015919"/>
                  </a:lnTo>
                  <a:lnTo>
                    <a:pt x="7060691" y="3023356"/>
                  </a:lnTo>
                  <a:lnTo>
                    <a:pt x="7127747" y="3030002"/>
                  </a:lnTo>
                  <a:lnTo>
                    <a:pt x="7200762" y="3035957"/>
                  </a:lnTo>
                  <a:lnTo>
                    <a:pt x="7280116" y="3041300"/>
                  </a:lnTo>
                  <a:lnTo>
                    <a:pt x="7365686" y="3046087"/>
                  </a:lnTo>
                  <a:lnTo>
                    <a:pt x="7456633" y="3050353"/>
                  </a:lnTo>
                  <a:lnTo>
                    <a:pt x="7551190" y="3054110"/>
                  </a:lnTo>
                  <a:lnTo>
                    <a:pt x="7646533" y="3057355"/>
                  </a:lnTo>
                  <a:lnTo>
                    <a:pt x="7738848" y="3060076"/>
                  </a:lnTo>
                  <a:lnTo>
                    <a:pt x="7823696" y="3062262"/>
                  </a:lnTo>
                  <a:lnTo>
                    <a:pt x="7896692" y="3063922"/>
                  </a:lnTo>
                  <a:lnTo>
                    <a:pt x="7954393" y="3065089"/>
                  </a:lnTo>
                  <a:lnTo>
                    <a:pt x="7995127" y="3065825"/>
                  </a:lnTo>
                  <a:lnTo>
                    <a:pt x="8019491" y="3066221"/>
                  </a:lnTo>
                  <a:lnTo>
                    <a:pt x="8030399" y="3066381"/>
                  </a:lnTo>
                  <a:lnTo>
                    <a:pt x="8032799" y="3066413"/>
                  </a:lnTo>
                  <a:lnTo>
                    <a:pt x="8032819" y="3066413"/>
                  </a:lnTo>
                  <a:lnTo>
                    <a:pt x="8554953" y="3066413"/>
                  </a:lnTo>
                  <a:lnTo>
                    <a:pt x="8554953" y="3066413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667" name="pl667"/>
            <p:cNvSpPr/>
            <p:nvPr/>
          </p:nvSpPr>
          <p:spPr>
            <a:xfrm>
              <a:off x="386606" y="3077347"/>
              <a:ext cx="8554953" cy="3066413"/>
            </a:xfrm>
            <a:custGeom>
              <a:avLst/>
              <a:pathLst>
                <a:path w="8554953" h="3066413">
                  <a:moveTo>
                    <a:pt x="8554953" y="3066413"/>
                  </a:moveTo>
                  <a:lnTo>
                    <a:pt x="8032819" y="3066413"/>
                  </a:lnTo>
                  <a:lnTo>
                    <a:pt x="8031554" y="3066397"/>
                  </a:lnTo>
                  <a:lnTo>
                    <a:pt x="8023284" y="3066278"/>
                  </a:lnTo>
                  <a:lnTo>
                    <a:pt x="8002607" y="3065951"/>
                  </a:lnTo>
                  <a:lnTo>
                    <a:pt x="7966073" y="3065308"/>
                  </a:lnTo>
                  <a:lnTo>
                    <a:pt x="7912498" y="3064255"/>
                  </a:lnTo>
                  <a:lnTo>
                    <a:pt x="7843023" y="3062721"/>
                  </a:lnTo>
                  <a:lnTo>
                    <a:pt x="7760721" y="3060667"/>
                  </a:lnTo>
                  <a:lnTo>
                    <a:pt x="7669829" y="3058078"/>
                  </a:lnTo>
                  <a:lnTo>
                    <a:pt x="7574848" y="3054962"/>
                  </a:lnTo>
                  <a:lnTo>
                    <a:pt x="7479792" y="3051330"/>
                  </a:lnTo>
                  <a:lnTo>
                    <a:pt x="7387747" y="3047191"/>
                  </a:lnTo>
                  <a:lnTo>
                    <a:pt x="7300735" y="3042535"/>
                  </a:lnTo>
                  <a:lnTo>
                    <a:pt x="7219807" y="3037334"/>
                  </a:lnTo>
                  <a:lnTo>
                    <a:pt x="7145243" y="3031537"/>
                  </a:lnTo>
                  <a:lnTo>
                    <a:pt x="7076767" y="3025070"/>
                  </a:lnTo>
                  <a:lnTo>
                    <a:pt x="7013749" y="3017839"/>
                  </a:lnTo>
                  <a:lnTo>
                    <a:pt x="6955355" y="3009735"/>
                  </a:lnTo>
                  <a:lnTo>
                    <a:pt x="6900657" y="3000638"/>
                  </a:lnTo>
                  <a:lnTo>
                    <a:pt x="6848724" y="2990439"/>
                  </a:lnTo>
                  <a:lnTo>
                    <a:pt x="6798699" y="2979060"/>
                  </a:lnTo>
                  <a:lnTo>
                    <a:pt x="6786527" y="2976059"/>
                  </a:lnTo>
                  <a:lnTo>
                    <a:pt x="6733891" y="2962063"/>
                  </a:lnTo>
                  <a:lnTo>
                    <a:pt x="6681765" y="2946628"/>
                  </a:lnTo>
                  <a:lnTo>
                    <a:pt x="6629605" y="2929732"/>
                  </a:lnTo>
                  <a:lnTo>
                    <a:pt x="6577041" y="2911405"/>
                  </a:lnTo>
                  <a:lnTo>
                    <a:pt x="6523856" y="2891734"/>
                  </a:lnTo>
                  <a:lnTo>
                    <a:pt x="6469967" y="2870864"/>
                  </a:lnTo>
                  <a:lnTo>
                    <a:pt x="6415410" y="2849000"/>
                  </a:lnTo>
                  <a:lnTo>
                    <a:pt x="6360315" y="2826399"/>
                  </a:lnTo>
                  <a:lnTo>
                    <a:pt x="6304883" y="2803360"/>
                  </a:lnTo>
                  <a:lnTo>
                    <a:pt x="6249363" y="2780206"/>
                  </a:lnTo>
                  <a:lnTo>
                    <a:pt x="6194011" y="2757268"/>
                  </a:lnTo>
                  <a:lnTo>
                    <a:pt x="6139062" y="2734865"/>
                  </a:lnTo>
                  <a:lnTo>
                    <a:pt x="6084701" y="2713282"/>
                  </a:lnTo>
                  <a:lnTo>
                    <a:pt x="6031031" y="2692763"/>
                  </a:lnTo>
                  <a:lnTo>
                    <a:pt x="5978053" y="2673493"/>
                  </a:lnTo>
                  <a:lnTo>
                    <a:pt x="5925643" y="2655601"/>
                  </a:lnTo>
                  <a:lnTo>
                    <a:pt x="5873540" y="2639155"/>
                  </a:lnTo>
                  <a:lnTo>
                    <a:pt x="5821324" y="2624168"/>
                  </a:lnTo>
                  <a:lnTo>
                    <a:pt x="5784835" y="2614640"/>
                  </a:lnTo>
                  <a:lnTo>
                    <a:pt x="5735167" y="2602964"/>
                  </a:lnTo>
                  <a:lnTo>
                    <a:pt x="5683781" y="2592478"/>
                  </a:lnTo>
                  <a:lnTo>
                    <a:pt x="5629853" y="2583118"/>
                  </a:lnTo>
                  <a:lnTo>
                    <a:pt x="5572461" y="2574779"/>
                  </a:lnTo>
                  <a:lnTo>
                    <a:pt x="5510671" y="2567343"/>
                  </a:lnTo>
                  <a:lnTo>
                    <a:pt x="5443615" y="2560697"/>
                  </a:lnTo>
                  <a:lnTo>
                    <a:pt x="5370600" y="2554741"/>
                  </a:lnTo>
                  <a:lnTo>
                    <a:pt x="5291246" y="2549399"/>
                  </a:lnTo>
                  <a:lnTo>
                    <a:pt x="5205676" y="2544611"/>
                  </a:lnTo>
                  <a:lnTo>
                    <a:pt x="5114729" y="2540345"/>
                  </a:lnTo>
                  <a:lnTo>
                    <a:pt x="5020171" y="2536588"/>
                  </a:lnTo>
                  <a:lnTo>
                    <a:pt x="4924829" y="2533343"/>
                  </a:lnTo>
                  <a:lnTo>
                    <a:pt x="4832514" y="2530623"/>
                  </a:lnTo>
                  <a:lnTo>
                    <a:pt x="4747666" y="2528436"/>
                  </a:lnTo>
                  <a:lnTo>
                    <a:pt x="4674670" y="2526776"/>
                  </a:lnTo>
                  <a:lnTo>
                    <a:pt x="4616969" y="2525610"/>
                  </a:lnTo>
                  <a:lnTo>
                    <a:pt x="4576235" y="2524873"/>
                  </a:lnTo>
                  <a:lnTo>
                    <a:pt x="4551871" y="2524477"/>
                  </a:lnTo>
                  <a:lnTo>
                    <a:pt x="4540963" y="2524317"/>
                  </a:lnTo>
                  <a:lnTo>
                    <a:pt x="4538563" y="2524285"/>
                  </a:lnTo>
                  <a:lnTo>
                    <a:pt x="4538543" y="2524285"/>
                  </a:lnTo>
                  <a:lnTo>
                    <a:pt x="4016409" y="2524285"/>
                  </a:lnTo>
                  <a:lnTo>
                    <a:pt x="4015236" y="2524214"/>
                  </a:lnTo>
                  <a:lnTo>
                    <a:pt x="4007554" y="2523703"/>
                  </a:lnTo>
                  <a:lnTo>
                    <a:pt x="3988296" y="2522293"/>
                  </a:lnTo>
                  <a:lnTo>
                    <a:pt x="3954141" y="2519521"/>
                  </a:lnTo>
                  <a:lnTo>
                    <a:pt x="3903801" y="2514974"/>
                  </a:lnTo>
                  <a:lnTo>
                    <a:pt x="3838097" y="2508333"/>
                  </a:lnTo>
                  <a:lnTo>
                    <a:pt x="3759668" y="2499405"/>
                  </a:lnTo>
                  <a:lnTo>
                    <a:pt x="3672320" y="2488117"/>
                  </a:lnTo>
                  <a:lnTo>
                    <a:pt x="3580240" y="2474485"/>
                  </a:lnTo>
                  <a:lnTo>
                    <a:pt x="3487290" y="2458563"/>
                  </a:lnTo>
                  <a:lnTo>
                    <a:pt x="3396557" y="2440391"/>
                  </a:lnTo>
                  <a:lnTo>
                    <a:pt x="3310173" y="2419953"/>
                  </a:lnTo>
                  <a:lnTo>
                    <a:pt x="3229356" y="2397154"/>
                  </a:lnTo>
                  <a:lnTo>
                    <a:pt x="3154567" y="2371804"/>
                  </a:lnTo>
                  <a:lnTo>
                    <a:pt x="3085704" y="2343619"/>
                  </a:lnTo>
                  <a:lnTo>
                    <a:pt x="3022284" y="2312224"/>
                  </a:lnTo>
                  <a:lnTo>
                    <a:pt x="2963594" y="2277167"/>
                  </a:lnTo>
                  <a:lnTo>
                    <a:pt x="2908800" y="2237948"/>
                  </a:lnTo>
                  <a:lnTo>
                    <a:pt x="2857031" y="2194065"/>
                  </a:lnTo>
                  <a:lnTo>
                    <a:pt x="2807453" y="2145098"/>
                  </a:lnTo>
                  <a:lnTo>
                    <a:pt x="2770117" y="2103571"/>
                  </a:lnTo>
                  <a:lnTo>
                    <a:pt x="2731228" y="2056158"/>
                  </a:lnTo>
                  <a:lnTo>
                    <a:pt x="2692707" y="2005128"/>
                  </a:lnTo>
                  <a:lnTo>
                    <a:pt x="2654305" y="1950408"/>
                  </a:lnTo>
                  <a:lnTo>
                    <a:pt x="2615832" y="1891990"/>
                  </a:lnTo>
                  <a:lnTo>
                    <a:pt x="2577143" y="1829936"/>
                  </a:lnTo>
                  <a:lnTo>
                    <a:pt x="2538143" y="1764388"/>
                  </a:lnTo>
                  <a:lnTo>
                    <a:pt x="2498776" y="1695568"/>
                  </a:lnTo>
                  <a:lnTo>
                    <a:pt x="2459022" y="1623781"/>
                  </a:lnTo>
                  <a:lnTo>
                    <a:pt x="2418898" y="1549415"/>
                  </a:lnTo>
                  <a:lnTo>
                    <a:pt x="2378449" y="1472928"/>
                  </a:lnTo>
                  <a:lnTo>
                    <a:pt x="2337743" y="1394844"/>
                  </a:lnTo>
                  <a:lnTo>
                    <a:pt x="2296868" y="1315737"/>
                  </a:lnTo>
                  <a:lnTo>
                    <a:pt x="2255923" y="1236213"/>
                  </a:lnTo>
                  <a:lnTo>
                    <a:pt x="2215012" y="1156890"/>
                  </a:lnTo>
                  <a:lnTo>
                    <a:pt x="2174237" y="1078383"/>
                  </a:lnTo>
                  <a:lnTo>
                    <a:pt x="2133690" y="1001278"/>
                  </a:lnTo>
                  <a:lnTo>
                    <a:pt x="2093446" y="926118"/>
                  </a:lnTo>
                  <a:lnTo>
                    <a:pt x="2053560" y="853386"/>
                  </a:lnTo>
                  <a:lnTo>
                    <a:pt x="2014059" y="783494"/>
                  </a:lnTo>
                  <a:lnTo>
                    <a:pt x="1974935" y="716778"/>
                  </a:lnTo>
                  <a:lnTo>
                    <a:pt x="1936147" y="653487"/>
                  </a:lnTo>
                  <a:lnTo>
                    <a:pt x="1897612" y="593793"/>
                  </a:lnTo>
                  <a:lnTo>
                    <a:pt x="1859205" y="537783"/>
                  </a:lnTo>
                  <a:lnTo>
                    <a:pt x="1820751" y="485474"/>
                  </a:lnTo>
                  <a:lnTo>
                    <a:pt x="1782021" y="436814"/>
                  </a:lnTo>
                  <a:lnTo>
                    <a:pt x="1768425" y="420714"/>
                  </a:lnTo>
                  <a:lnTo>
                    <a:pt x="1720034" y="367658"/>
                  </a:lnTo>
                  <a:lnTo>
                    <a:pt x="1670030" y="319868"/>
                  </a:lnTo>
                  <a:lnTo>
                    <a:pt x="1617653" y="277081"/>
                  </a:lnTo>
                  <a:lnTo>
                    <a:pt x="1562054" y="238848"/>
                  </a:lnTo>
                  <a:lnTo>
                    <a:pt x="1502365" y="204661"/>
                  </a:lnTo>
                  <a:lnTo>
                    <a:pt x="1437771" y="174028"/>
                  </a:lnTo>
                  <a:lnTo>
                    <a:pt x="1367599" y="146514"/>
                  </a:lnTo>
                  <a:lnTo>
                    <a:pt x="1291440" y="121762"/>
                  </a:lnTo>
                  <a:lnTo>
                    <a:pt x="1209300" y="99510"/>
                  </a:lnTo>
                  <a:lnTo>
                    <a:pt x="1121796" y="79590"/>
                  </a:lnTo>
                  <a:lnTo>
                    <a:pt x="1030340" y="61925"/>
                  </a:lnTo>
                  <a:lnTo>
                    <a:pt x="937285" y="46516"/>
                  </a:lnTo>
                  <a:lnTo>
                    <a:pt x="845916" y="33410"/>
                  </a:lnTo>
                  <a:lnTo>
                    <a:pt x="760219" y="22656"/>
                  </a:lnTo>
                  <a:lnTo>
                    <a:pt x="684362" y="14255"/>
                  </a:lnTo>
                  <a:lnTo>
                    <a:pt x="621957" y="8109"/>
                  </a:lnTo>
                  <a:lnTo>
                    <a:pt x="575277" y="3995"/>
                  </a:lnTo>
                  <a:lnTo>
                    <a:pt x="544679" y="1570"/>
                  </a:lnTo>
                  <a:lnTo>
                    <a:pt x="528395" y="404"/>
                  </a:lnTo>
                  <a:lnTo>
                    <a:pt x="522684" y="33"/>
                  </a:lnTo>
                  <a:lnTo>
                    <a:pt x="522133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668" name="pg668"/>
            <p:cNvSpPr/>
            <p:nvPr/>
          </p:nvSpPr>
          <p:spPr>
            <a:xfrm>
              <a:off x="386606" y="445765"/>
              <a:ext cx="8554953" cy="3377008"/>
            </a:xfrm>
            <a:custGeom>
              <a:avLst/>
              <a:pathLst>
                <a:path w="8554953" h="3377008">
                  <a:moveTo>
                    <a:pt x="0" y="1733681"/>
                  </a:moveTo>
                  <a:lnTo>
                    <a:pt x="522133" y="1733681"/>
                  </a:lnTo>
                  <a:lnTo>
                    <a:pt x="523360" y="1733730"/>
                  </a:lnTo>
                  <a:lnTo>
                    <a:pt x="531384" y="1734077"/>
                  </a:lnTo>
                  <a:lnTo>
                    <a:pt x="551471" y="1735039"/>
                  </a:lnTo>
                  <a:lnTo>
                    <a:pt x="587015" y="1736928"/>
                  </a:lnTo>
                  <a:lnTo>
                    <a:pt x="639249" y="1740023"/>
                  </a:lnTo>
                  <a:lnTo>
                    <a:pt x="707167" y="1744536"/>
                  </a:lnTo>
                  <a:lnTo>
                    <a:pt x="787879" y="1750592"/>
                  </a:lnTo>
                  <a:lnTo>
                    <a:pt x="877325" y="1758232"/>
                  </a:lnTo>
                  <a:lnTo>
                    <a:pt x="971132" y="1767441"/>
                  </a:lnTo>
                  <a:lnTo>
                    <a:pt x="1065346" y="1778182"/>
                  </a:lnTo>
                  <a:lnTo>
                    <a:pt x="1156876" y="1790432"/>
                  </a:lnTo>
                  <a:lnTo>
                    <a:pt x="1243651" y="1804210"/>
                  </a:lnTo>
                  <a:lnTo>
                    <a:pt x="1324549" y="1819590"/>
                  </a:lnTo>
                  <a:lnTo>
                    <a:pt x="1399216" y="1836715"/>
                  </a:lnTo>
                  <a:lnTo>
                    <a:pt x="1467855" y="1855793"/>
                  </a:lnTo>
                  <a:lnTo>
                    <a:pt x="1531036" y="1877090"/>
                  </a:lnTo>
                  <a:lnTo>
                    <a:pt x="1589544" y="1900925"/>
                  </a:lnTo>
                  <a:lnTo>
                    <a:pt x="1644268" y="1927642"/>
                  </a:lnTo>
                  <a:lnTo>
                    <a:pt x="1696118" y="1957575"/>
                  </a:lnTo>
                  <a:lnTo>
                    <a:pt x="1745942" y="1990979"/>
                  </a:lnTo>
                  <a:lnTo>
                    <a:pt x="1768425" y="2007569"/>
                  </a:lnTo>
                  <a:lnTo>
                    <a:pt x="1813055" y="2043221"/>
                  </a:lnTo>
                  <a:lnTo>
                    <a:pt x="1857251" y="2081991"/>
                  </a:lnTo>
                  <a:lnTo>
                    <a:pt x="1901370" y="2123937"/>
                  </a:lnTo>
                  <a:lnTo>
                    <a:pt x="1945674" y="2169041"/>
                  </a:lnTo>
                  <a:lnTo>
                    <a:pt x="1990342" y="2217202"/>
                  </a:lnTo>
                  <a:lnTo>
                    <a:pt x="2035480" y="2268227"/>
                  </a:lnTo>
                  <a:lnTo>
                    <a:pt x="2081126" y="2321830"/>
                  </a:lnTo>
                  <a:lnTo>
                    <a:pt x="2127257" y="2377633"/>
                  </a:lnTo>
                  <a:lnTo>
                    <a:pt x="2173802" y="2435174"/>
                  </a:lnTo>
                  <a:lnTo>
                    <a:pt x="2220648" y="2493924"/>
                  </a:lnTo>
                  <a:lnTo>
                    <a:pt x="2267655" y="2553301"/>
                  </a:lnTo>
                  <a:lnTo>
                    <a:pt x="2314668" y="2612699"/>
                  </a:lnTo>
                  <a:lnTo>
                    <a:pt x="2361530" y="2671511"/>
                  </a:lnTo>
                  <a:lnTo>
                    <a:pt x="2408100" y="2729153"/>
                  </a:lnTo>
                  <a:lnTo>
                    <a:pt x="2454262" y="2785091"/>
                  </a:lnTo>
                  <a:lnTo>
                    <a:pt x="2499942" y="2838858"/>
                  </a:lnTo>
                  <a:lnTo>
                    <a:pt x="2545115" y="2890070"/>
                  </a:lnTo>
                  <a:lnTo>
                    <a:pt x="2589813" y="2938435"/>
                  </a:lnTo>
                  <a:lnTo>
                    <a:pt x="2634137" y="2983754"/>
                  </a:lnTo>
                  <a:lnTo>
                    <a:pt x="2678261" y="3025918"/>
                  </a:lnTo>
                  <a:lnTo>
                    <a:pt x="2722441" y="3064905"/>
                  </a:lnTo>
                  <a:lnTo>
                    <a:pt x="2767028" y="3100768"/>
                  </a:lnTo>
                  <a:lnTo>
                    <a:pt x="2770117" y="3103120"/>
                  </a:lnTo>
                  <a:lnTo>
                    <a:pt x="2819260" y="3138161"/>
                  </a:lnTo>
                  <a:lnTo>
                    <a:pt x="2870076" y="3169671"/>
                  </a:lnTo>
                  <a:lnTo>
                    <a:pt x="2923365" y="3197831"/>
                  </a:lnTo>
                  <a:lnTo>
                    <a:pt x="2980016" y="3222951"/>
                  </a:lnTo>
                  <a:lnTo>
                    <a:pt x="3040937" y="3245376"/>
                  </a:lnTo>
                  <a:lnTo>
                    <a:pt x="3106974" y="3265439"/>
                  </a:lnTo>
                  <a:lnTo>
                    <a:pt x="3178811" y="3283435"/>
                  </a:lnTo>
                  <a:lnTo>
                    <a:pt x="3256844" y="3299598"/>
                  </a:lnTo>
                  <a:lnTo>
                    <a:pt x="3340999" y="3314100"/>
                  </a:lnTo>
                  <a:lnTo>
                    <a:pt x="3430534" y="3327049"/>
                  </a:lnTo>
                  <a:lnTo>
                    <a:pt x="3523834" y="3338486"/>
                  </a:lnTo>
                  <a:lnTo>
                    <a:pt x="3618274" y="3348406"/>
                  </a:lnTo>
                  <a:lnTo>
                    <a:pt x="3710262" y="3356773"/>
                  </a:lnTo>
                  <a:lnTo>
                    <a:pt x="3795541" y="3363558"/>
                  </a:lnTo>
                  <a:lnTo>
                    <a:pt x="3869804" y="3368772"/>
                  </a:lnTo>
                  <a:lnTo>
                    <a:pt x="3929518" y="3372499"/>
                  </a:lnTo>
                  <a:lnTo>
                    <a:pt x="3972739" y="3374913"/>
                  </a:lnTo>
                  <a:lnTo>
                    <a:pt x="3999653" y="3376264"/>
                  </a:lnTo>
                  <a:lnTo>
                    <a:pt x="4012687" y="3376855"/>
                  </a:lnTo>
                  <a:lnTo>
                    <a:pt x="4016409" y="3377008"/>
                  </a:lnTo>
                  <a:lnTo>
                    <a:pt x="4538543" y="3377008"/>
                  </a:lnTo>
                  <a:lnTo>
                    <a:pt x="4539651" y="3376918"/>
                  </a:lnTo>
                  <a:lnTo>
                    <a:pt x="4546919" y="3376275"/>
                  </a:lnTo>
                  <a:lnTo>
                    <a:pt x="4565174" y="3374499"/>
                  </a:lnTo>
                  <a:lnTo>
                    <a:pt x="4597634" y="3371006"/>
                  </a:lnTo>
                  <a:lnTo>
                    <a:pt x="4645653" y="3365268"/>
                  </a:lnTo>
                  <a:lnTo>
                    <a:pt x="4708618" y="3356871"/>
                  </a:lnTo>
                  <a:lnTo>
                    <a:pt x="4784193" y="3345555"/>
                  </a:lnTo>
                  <a:lnTo>
                    <a:pt x="4868879" y="3331210"/>
                  </a:lnTo>
                  <a:lnTo>
                    <a:pt x="4958726" y="3313845"/>
                  </a:lnTo>
                  <a:lnTo>
                    <a:pt x="5050001" y="3293526"/>
                  </a:lnTo>
                  <a:lnTo>
                    <a:pt x="5139640" y="3270308"/>
                  </a:lnTo>
                  <a:lnTo>
                    <a:pt x="5225445" y="3244192"/>
                  </a:lnTo>
                  <a:lnTo>
                    <a:pt x="5306089" y="3215080"/>
                  </a:lnTo>
                  <a:lnTo>
                    <a:pt x="5380983" y="3182763"/>
                  </a:lnTo>
                  <a:lnTo>
                    <a:pt x="5450106" y="3146913"/>
                  </a:lnTo>
                  <a:lnTo>
                    <a:pt x="5513829" y="3107086"/>
                  </a:lnTo>
                  <a:lnTo>
                    <a:pt x="5572774" y="3062740"/>
                  </a:lnTo>
                  <a:lnTo>
                    <a:pt x="5627703" y="3013259"/>
                  </a:lnTo>
                  <a:lnTo>
                    <a:pt x="5679433" y="2958000"/>
                  </a:lnTo>
                  <a:lnTo>
                    <a:pt x="5728772" y="2896382"/>
                  </a:lnTo>
                  <a:lnTo>
                    <a:pt x="5776455" y="2828023"/>
                  </a:lnTo>
                  <a:lnTo>
                    <a:pt x="5784835" y="2815114"/>
                  </a:lnTo>
                  <a:lnTo>
                    <a:pt x="5819552" y="2758852"/>
                  </a:lnTo>
                  <a:lnTo>
                    <a:pt x="5853952" y="2698756"/>
                  </a:lnTo>
                  <a:lnTo>
                    <a:pt x="5888219" y="2634748"/>
                  </a:lnTo>
                  <a:lnTo>
                    <a:pt x="5922500" y="2566803"/>
                  </a:lnTo>
                  <a:lnTo>
                    <a:pt x="5956907" y="2494953"/>
                  </a:lnTo>
                  <a:lnTo>
                    <a:pt x="5991526" y="2419296"/>
                  </a:lnTo>
                  <a:lnTo>
                    <a:pt x="6026413" y="2339996"/>
                  </a:lnTo>
                  <a:lnTo>
                    <a:pt x="6061599" y="2257288"/>
                  </a:lnTo>
                  <a:lnTo>
                    <a:pt x="6097093" y="2171477"/>
                  </a:lnTo>
                  <a:lnTo>
                    <a:pt x="6132880" y="2082936"/>
                  </a:lnTo>
                  <a:lnTo>
                    <a:pt x="6168931" y="1992097"/>
                  </a:lnTo>
                  <a:lnTo>
                    <a:pt x="6205198" y="1899453"/>
                  </a:lnTo>
                  <a:lnTo>
                    <a:pt x="6241621" y="1805536"/>
                  </a:lnTo>
                  <a:lnTo>
                    <a:pt x="6278133" y="1710913"/>
                  </a:lnTo>
                  <a:lnTo>
                    <a:pt x="6314660" y="1616168"/>
                  </a:lnTo>
                  <a:lnTo>
                    <a:pt x="6351128" y="1521889"/>
                  </a:lnTo>
                  <a:lnTo>
                    <a:pt x="6387467" y="1428652"/>
                  </a:lnTo>
                  <a:lnTo>
                    <a:pt x="6423614" y="1337005"/>
                  </a:lnTo>
                  <a:lnTo>
                    <a:pt x="6459515" y="1247458"/>
                  </a:lnTo>
                  <a:lnTo>
                    <a:pt x="6495133" y="1160470"/>
                  </a:lnTo>
                  <a:lnTo>
                    <a:pt x="6530446" y="1076439"/>
                  </a:lnTo>
                  <a:lnTo>
                    <a:pt x="6565454" y="995698"/>
                  </a:lnTo>
                  <a:lnTo>
                    <a:pt x="6600178" y="918512"/>
                  </a:lnTo>
                  <a:lnTo>
                    <a:pt x="6634665" y="845073"/>
                  </a:lnTo>
                  <a:lnTo>
                    <a:pt x="6668986" y="775507"/>
                  </a:lnTo>
                  <a:lnTo>
                    <a:pt x="6703243" y="709871"/>
                  </a:lnTo>
                  <a:lnTo>
                    <a:pt x="6737568" y="648166"/>
                  </a:lnTo>
                  <a:lnTo>
                    <a:pt x="6772129" y="590332"/>
                  </a:lnTo>
                  <a:lnTo>
                    <a:pt x="6786527" y="567540"/>
                  </a:lnTo>
                  <a:lnTo>
                    <a:pt x="6833981" y="497967"/>
                  </a:lnTo>
                  <a:lnTo>
                    <a:pt x="6882974" y="435166"/>
                  </a:lnTo>
                  <a:lnTo>
                    <a:pt x="6934220" y="378811"/>
                  </a:lnTo>
                  <a:lnTo>
                    <a:pt x="6988518" y="328346"/>
                  </a:lnTo>
                  <a:lnTo>
                    <a:pt x="7046688" y="283131"/>
                  </a:lnTo>
                  <a:lnTo>
                    <a:pt x="7109508" y="242541"/>
                  </a:lnTo>
                  <a:lnTo>
                    <a:pt x="7177631" y="206016"/>
                  </a:lnTo>
                  <a:lnTo>
                    <a:pt x="7251484" y="173096"/>
                  </a:lnTo>
                  <a:lnTo>
                    <a:pt x="7331127" y="143432"/>
                  </a:lnTo>
                  <a:lnTo>
                    <a:pt x="7416085" y="116791"/>
                  </a:lnTo>
                  <a:lnTo>
                    <a:pt x="7505175" y="93059"/>
                  </a:lnTo>
                  <a:lnTo>
                    <a:pt x="7596359" y="72220"/>
                  </a:lnTo>
                  <a:lnTo>
                    <a:pt x="7686720" y="54323"/>
                  </a:lnTo>
                  <a:lnTo>
                    <a:pt x="7772617" y="39436"/>
                  </a:lnTo>
                  <a:lnTo>
                    <a:pt x="7850097" y="27583"/>
                  </a:lnTo>
                  <a:lnTo>
                    <a:pt x="7915525" y="18680"/>
                  </a:lnTo>
                  <a:lnTo>
                    <a:pt x="7966310" y="12494"/>
                  </a:lnTo>
                  <a:lnTo>
                    <a:pt x="8001503" y="8637"/>
                  </a:lnTo>
                  <a:lnTo>
                    <a:pt x="8022107" y="6596"/>
                  </a:lnTo>
                  <a:lnTo>
                    <a:pt x="8031024" y="5794"/>
                  </a:lnTo>
                  <a:lnTo>
                    <a:pt x="8032819" y="5647"/>
                  </a:lnTo>
                  <a:lnTo>
                    <a:pt x="8554953" y="5647"/>
                  </a:lnTo>
                  <a:lnTo>
                    <a:pt x="8554953" y="0"/>
                  </a:lnTo>
                  <a:lnTo>
                    <a:pt x="8032819" y="0"/>
                  </a:lnTo>
                  <a:lnTo>
                    <a:pt x="8031711" y="90"/>
                  </a:lnTo>
                  <a:lnTo>
                    <a:pt x="8024443" y="732"/>
                  </a:lnTo>
                  <a:lnTo>
                    <a:pt x="8006188" y="2508"/>
                  </a:lnTo>
                  <a:lnTo>
                    <a:pt x="7973728" y="6002"/>
                  </a:lnTo>
                  <a:lnTo>
                    <a:pt x="7925709" y="11740"/>
                  </a:lnTo>
                  <a:lnTo>
                    <a:pt x="7862744" y="20136"/>
                  </a:lnTo>
                  <a:lnTo>
                    <a:pt x="7787169" y="31453"/>
                  </a:lnTo>
                  <a:lnTo>
                    <a:pt x="7702483" y="45797"/>
                  </a:lnTo>
                  <a:lnTo>
                    <a:pt x="7612636" y="63162"/>
                  </a:lnTo>
                  <a:lnTo>
                    <a:pt x="7521361" y="83482"/>
                  </a:lnTo>
                  <a:lnTo>
                    <a:pt x="7431722" y="106699"/>
                  </a:lnTo>
                  <a:lnTo>
                    <a:pt x="7345917" y="132815"/>
                  </a:lnTo>
                  <a:lnTo>
                    <a:pt x="7265273" y="161927"/>
                  </a:lnTo>
                  <a:lnTo>
                    <a:pt x="7190379" y="194244"/>
                  </a:lnTo>
                  <a:lnTo>
                    <a:pt x="7121256" y="230095"/>
                  </a:lnTo>
                  <a:lnTo>
                    <a:pt x="7057533" y="269921"/>
                  </a:lnTo>
                  <a:lnTo>
                    <a:pt x="6998588" y="314267"/>
                  </a:lnTo>
                  <a:lnTo>
                    <a:pt x="6943659" y="363748"/>
                  </a:lnTo>
                  <a:lnTo>
                    <a:pt x="6891929" y="419007"/>
                  </a:lnTo>
                  <a:lnTo>
                    <a:pt x="6842589" y="480625"/>
                  </a:lnTo>
                  <a:lnTo>
                    <a:pt x="6794907" y="548984"/>
                  </a:lnTo>
                  <a:lnTo>
                    <a:pt x="6786527" y="561893"/>
                  </a:lnTo>
                  <a:lnTo>
                    <a:pt x="6751810" y="618155"/>
                  </a:lnTo>
                  <a:lnTo>
                    <a:pt x="6717410" y="678251"/>
                  </a:lnTo>
                  <a:lnTo>
                    <a:pt x="6683143" y="742259"/>
                  </a:lnTo>
                  <a:lnTo>
                    <a:pt x="6648862" y="810204"/>
                  </a:lnTo>
                  <a:lnTo>
                    <a:pt x="6614455" y="882054"/>
                  </a:lnTo>
                  <a:lnTo>
                    <a:pt x="6579836" y="957711"/>
                  </a:lnTo>
                  <a:lnTo>
                    <a:pt x="6544949" y="1037011"/>
                  </a:lnTo>
                  <a:lnTo>
                    <a:pt x="6509763" y="1119719"/>
                  </a:lnTo>
                  <a:lnTo>
                    <a:pt x="6474269" y="1205530"/>
                  </a:lnTo>
                  <a:lnTo>
                    <a:pt x="6438482" y="1294072"/>
                  </a:lnTo>
                  <a:lnTo>
                    <a:pt x="6402431" y="1384910"/>
                  </a:lnTo>
                  <a:lnTo>
                    <a:pt x="6366164" y="1477555"/>
                  </a:lnTo>
                  <a:lnTo>
                    <a:pt x="6329741" y="1571472"/>
                  </a:lnTo>
                  <a:lnTo>
                    <a:pt x="6293229" y="1666095"/>
                  </a:lnTo>
                  <a:lnTo>
                    <a:pt x="6256702" y="1760840"/>
                  </a:lnTo>
                  <a:lnTo>
                    <a:pt x="6220234" y="1855118"/>
                  </a:lnTo>
                  <a:lnTo>
                    <a:pt x="6183895" y="1948356"/>
                  </a:lnTo>
                  <a:lnTo>
                    <a:pt x="6147748" y="2040003"/>
                  </a:lnTo>
                  <a:lnTo>
                    <a:pt x="6111847" y="2129549"/>
                  </a:lnTo>
                  <a:lnTo>
                    <a:pt x="6076229" y="2216538"/>
                  </a:lnTo>
                  <a:lnTo>
                    <a:pt x="6040916" y="2300569"/>
                  </a:lnTo>
                  <a:lnTo>
                    <a:pt x="6005908" y="2381309"/>
                  </a:lnTo>
                  <a:lnTo>
                    <a:pt x="5971183" y="2458496"/>
                  </a:lnTo>
                  <a:lnTo>
                    <a:pt x="5936697" y="2531934"/>
                  </a:lnTo>
                  <a:lnTo>
                    <a:pt x="5902376" y="2601501"/>
                  </a:lnTo>
                  <a:lnTo>
                    <a:pt x="5868119" y="2667136"/>
                  </a:lnTo>
                  <a:lnTo>
                    <a:pt x="5833794" y="2728842"/>
                  </a:lnTo>
                  <a:lnTo>
                    <a:pt x="5799233" y="2786676"/>
                  </a:lnTo>
                  <a:lnTo>
                    <a:pt x="5784835" y="2809467"/>
                  </a:lnTo>
                  <a:lnTo>
                    <a:pt x="5737381" y="2879040"/>
                  </a:lnTo>
                  <a:lnTo>
                    <a:pt x="5688388" y="2941842"/>
                  </a:lnTo>
                  <a:lnTo>
                    <a:pt x="5637142" y="2998196"/>
                  </a:lnTo>
                  <a:lnTo>
                    <a:pt x="5582844" y="3048661"/>
                  </a:lnTo>
                  <a:lnTo>
                    <a:pt x="5524674" y="3093876"/>
                  </a:lnTo>
                  <a:lnTo>
                    <a:pt x="5461854" y="3134467"/>
                  </a:lnTo>
                  <a:lnTo>
                    <a:pt x="5393731" y="3170991"/>
                  </a:lnTo>
                  <a:lnTo>
                    <a:pt x="5319878" y="3203911"/>
                  </a:lnTo>
                  <a:lnTo>
                    <a:pt x="5240235" y="3233576"/>
                  </a:lnTo>
                  <a:lnTo>
                    <a:pt x="5155277" y="3260216"/>
                  </a:lnTo>
                  <a:lnTo>
                    <a:pt x="5066187" y="3283948"/>
                  </a:lnTo>
                  <a:lnTo>
                    <a:pt x="4975003" y="3304788"/>
                  </a:lnTo>
                  <a:lnTo>
                    <a:pt x="4884642" y="3322685"/>
                  </a:lnTo>
                  <a:lnTo>
                    <a:pt x="4798745" y="3337571"/>
                  </a:lnTo>
                  <a:lnTo>
                    <a:pt x="4721265" y="3349424"/>
                  </a:lnTo>
                  <a:lnTo>
                    <a:pt x="4655837" y="3358327"/>
                  </a:lnTo>
                  <a:lnTo>
                    <a:pt x="4605052" y="3364513"/>
                  </a:lnTo>
                  <a:lnTo>
                    <a:pt x="4569859" y="3368371"/>
                  </a:lnTo>
                  <a:lnTo>
                    <a:pt x="4549255" y="3370411"/>
                  </a:lnTo>
                  <a:lnTo>
                    <a:pt x="4540338" y="3371213"/>
                  </a:lnTo>
                  <a:lnTo>
                    <a:pt x="4538543" y="3371361"/>
                  </a:lnTo>
                  <a:lnTo>
                    <a:pt x="4016409" y="3371361"/>
                  </a:lnTo>
                  <a:lnTo>
                    <a:pt x="4015183" y="3371312"/>
                  </a:lnTo>
                  <a:lnTo>
                    <a:pt x="4007158" y="3370964"/>
                  </a:lnTo>
                  <a:lnTo>
                    <a:pt x="3987072" y="3370003"/>
                  </a:lnTo>
                  <a:lnTo>
                    <a:pt x="3951527" y="3368114"/>
                  </a:lnTo>
                  <a:lnTo>
                    <a:pt x="3899293" y="3365019"/>
                  </a:lnTo>
                  <a:lnTo>
                    <a:pt x="3831375" y="3360506"/>
                  </a:lnTo>
                  <a:lnTo>
                    <a:pt x="3750663" y="3354450"/>
                  </a:lnTo>
                  <a:lnTo>
                    <a:pt x="3661217" y="3346810"/>
                  </a:lnTo>
                  <a:lnTo>
                    <a:pt x="3567410" y="3337601"/>
                  </a:lnTo>
                  <a:lnTo>
                    <a:pt x="3473197" y="3326860"/>
                  </a:lnTo>
                  <a:lnTo>
                    <a:pt x="3381666" y="3314609"/>
                  </a:lnTo>
                  <a:lnTo>
                    <a:pt x="3294891" y="3300832"/>
                  </a:lnTo>
                  <a:lnTo>
                    <a:pt x="3213993" y="3285452"/>
                  </a:lnTo>
                  <a:lnTo>
                    <a:pt x="3139326" y="3268326"/>
                  </a:lnTo>
                  <a:lnTo>
                    <a:pt x="3070687" y="3249249"/>
                  </a:lnTo>
                  <a:lnTo>
                    <a:pt x="3007506" y="3227952"/>
                  </a:lnTo>
                  <a:lnTo>
                    <a:pt x="2948999" y="3204117"/>
                  </a:lnTo>
                  <a:lnTo>
                    <a:pt x="2894274" y="3177400"/>
                  </a:lnTo>
                  <a:lnTo>
                    <a:pt x="2842425" y="3147467"/>
                  </a:lnTo>
                  <a:lnTo>
                    <a:pt x="2792600" y="3114063"/>
                  </a:lnTo>
                  <a:lnTo>
                    <a:pt x="2770117" y="3097473"/>
                  </a:lnTo>
                  <a:lnTo>
                    <a:pt x="2725487" y="3061821"/>
                  </a:lnTo>
                  <a:lnTo>
                    <a:pt x="2681291" y="3023051"/>
                  </a:lnTo>
                  <a:lnTo>
                    <a:pt x="2637172" y="2981105"/>
                  </a:lnTo>
                  <a:lnTo>
                    <a:pt x="2592868" y="2936001"/>
                  </a:lnTo>
                  <a:lnTo>
                    <a:pt x="2548200" y="2887840"/>
                  </a:lnTo>
                  <a:lnTo>
                    <a:pt x="2503062" y="2836814"/>
                  </a:lnTo>
                  <a:lnTo>
                    <a:pt x="2457416" y="2783212"/>
                  </a:lnTo>
                  <a:lnTo>
                    <a:pt x="2411285" y="2727409"/>
                  </a:lnTo>
                  <a:lnTo>
                    <a:pt x="2364740" y="2669868"/>
                  </a:lnTo>
                  <a:lnTo>
                    <a:pt x="2317894" y="2611118"/>
                  </a:lnTo>
                  <a:lnTo>
                    <a:pt x="2270887" y="2551741"/>
                  </a:lnTo>
                  <a:lnTo>
                    <a:pt x="2223874" y="2492342"/>
                  </a:lnTo>
                  <a:lnTo>
                    <a:pt x="2177012" y="2433531"/>
                  </a:lnTo>
                  <a:lnTo>
                    <a:pt x="2130443" y="2375889"/>
                  </a:lnTo>
                  <a:lnTo>
                    <a:pt x="2084280" y="2319951"/>
                  </a:lnTo>
                  <a:lnTo>
                    <a:pt x="2038600" y="2266184"/>
                  </a:lnTo>
                  <a:lnTo>
                    <a:pt x="1993427" y="2214971"/>
                  </a:lnTo>
                  <a:lnTo>
                    <a:pt x="1948729" y="2166606"/>
                  </a:lnTo>
                  <a:lnTo>
                    <a:pt x="1904405" y="2121288"/>
                  </a:lnTo>
                  <a:lnTo>
                    <a:pt x="1860281" y="2079124"/>
                  </a:lnTo>
                  <a:lnTo>
                    <a:pt x="1816101" y="2040136"/>
                  </a:lnTo>
                  <a:lnTo>
                    <a:pt x="1771514" y="2004273"/>
                  </a:lnTo>
                  <a:lnTo>
                    <a:pt x="1768425" y="2001922"/>
                  </a:lnTo>
                  <a:lnTo>
                    <a:pt x="1719283" y="1966880"/>
                  </a:lnTo>
                  <a:lnTo>
                    <a:pt x="1668466" y="1935371"/>
                  </a:lnTo>
                  <a:lnTo>
                    <a:pt x="1615177" y="1907210"/>
                  </a:lnTo>
                  <a:lnTo>
                    <a:pt x="1558526" y="1882091"/>
                  </a:lnTo>
                  <a:lnTo>
                    <a:pt x="1497605" y="1859666"/>
                  </a:lnTo>
                  <a:lnTo>
                    <a:pt x="1431569" y="1839602"/>
                  </a:lnTo>
                  <a:lnTo>
                    <a:pt x="1359731" y="1821607"/>
                  </a:lnTo>
                  <a:lnTo>
                    <a:pt x="1281699" y="1805444"/>
                  </a:lnTo>
                  <a:lnTo>
                    <a:pt x="1197544" y="1790941"/>
                  </a:lnTo>
                  <a:lnTo>
                    <a:pt x="1108008" y="1777993"/>
                  </a:lnTo>
                  <a:lnTo>
                    <a:pt x="1014709" y="1766556"/>
                  </a:lnTo>
                  <a:lnTo>
                    <a:pt x="920268" y="1756636"/>
                  </a:lnTo>
                  <a:lnTo>
                    <a:pt x="828280" y="1748269"/>
                  </a:lnTo>
                  <a:lnTo>
                    <a:pt x="743001" y="1741484"/>
                  </a:lnTo>
                  <a:lnTo>
                    <a:pt x="668738" y="1736270"/>
                  </a:lnTo>
                  <a:lnTo>
                    <a:pt x="609024" y="1732542"/>
                  </a:lnTo>
                  <a:lnTo>
                    <a:pt x="565803" y="1730129"/>
                  </a:lnTo>
                  <a:lnTo>
                    <a:pt x="538890" y="1728778"/>
                  </a:lnTo>
                  <a:lnTo>
                    <a:pt x="525855" y="1728187"/>
                  </a:lnTo>
                  <a:lnTo>
                    <a:pt x="522133" y="1728034"/>
                  </a:lnTo>
                  <a:lnTo>
                    <a:pt x="0" y="1728034"/>
                  </a:lnTo>
                  <a:close/>
                </a:path>
              </a:pathLst>
            </a:custGeom>
            <a:solidFill>
              <a:srgbClr val="8FA8D6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669" name="pl669"/>
            <p:cNvSpPr/>
            <p:nvPr/>
          </p:nvSpPr>
          <p:spPr>
            <a:xfrm>
              <a:off x="386606" y="451413"/>
              <a:ext cx="8554953" cy="3371361"/>
            </a:xfrm>
            <a:custGeom>
              <a:avLst/>
              <a:pathLst>
                <a:path w="8554953" h="3371361">
                  <a:moveTo>
                    <a:pt x="0" y="1728034"/>
                  </a:moveTo>
                  <a:lnTo>
                    <a:pt x="522133" y="1728034"/>
                  </a:lnTo>
                  <a:lnTo>
                    <a:pt x="523360" y="1728083"/>
                  </a:lnTo>
                  <a:lnTo>
                    <a:pt x="531384" y="1728430"/>
                  </a:lnTo>
                  <a:lnTo>
                    <a:pt x="551471" y="1729392"/>
                  </a:lnTo>
                  <a:lnTo>
                    <a:pt x="587015" y="1731281"/>
                  </a:lnTo>
                  <a:lnTo>
                    <a:pt x="639249" y="1734376"/>
                  </a:lnTo>
                  <a:lnTo>
                    <a:pt x="707167" y="1738889"/>
                  </a:lnTo>
                  <a:lnTo>
                    <a:pt x="787879" y="1744945"/>
                  </a:lnTo>
                  <a:lnTo>
                    <a:pt x="877325" y="1752585"/>
                  </a:lnTo>
                  <a:lnTo>
                    <a:pt x="971132" y="1761794"/>
                  </a:lnTo>
                  <a:lnTo>
                    <a:pt x="1065346" y="1772535"/>
                  </a:lnTo>
                  <a:lnTo>
                    <a:pt x="1156876" y="1784785"/>
                  </a:lnTo>
                  <a:lnTo>
                    <a:pt x="1243651" y="1798562"/>
                  </a:lnTo>
                  <a:lnTo>
                    <a:pt x="1324549" y="1813943"/>
                  </a:lnTo>
                  <a:lnTo>
                    <a:pt x="1399216" y="1831068"/>
                  </a:lnTo>
                  <a:lnTo>
                    <a:pt x="1467855" y="1850146"/>
                  </a:lnTo>
                  <a:lnTo>
                    <a:pt x="1531036" y="1871443"/>
                  </a:lnTo>
                  <a:lnTo>
                    <a:pt x="1589544" y="1895277"/>
                  </a:lnTo>
                  <a:lnTo>
                    <a:pt x="1644268" y="1921994"/>
                  </a:lnTo>
                  <a:lnTo>
                    <a:pt x="1696118" y="1951928"/>
                  </a:lnTo>
                  <a:lnTo>
                    <a:pt x="1745942" y="1985332"/>
                  </a:lnTo>
                  <a:lnTo>
                    <a:pt x="1768425" y="2001922"/>
                  </a:lnTo>
                  <a:lnTo>
                    <a:pt x="1813055" y="2037574"/>
                  </a:lnTo>
                  <a:lnTo>
                    <a:pt x="1857251" y="2076344"/>
                  </a:lnTo>
                  <a:lnTo>
                    <a:pt x="1901370" y="2118289"/>
                  </a:lnTo>
                  <a:lnTo>
                    <a:pt x="1945674" y="2163394"/>
                  </a:lnTo>
                  <a:lnTo>
                    <a:pt x="1990342" y="2211555"/>
                  </a:lnTo>
                  <a:lnTo>
                    <a:pt x="2035480" y="2262580"/>
                  </a:lnTo>
                  <a:lnTo>
                    <a:pt x="2081126" y="2316183"/>
                  </a:lnTo>
                  <a:lnTo>
                    <a:pt x="2127257" y="2371986"/>
                  </a:lnTo>
                  <a:lnTo>
                    <a:pt x="2173802" y="2429527"/>
                  </a:lnTo>
                  <a:lnTo>
                    <a:pt x="2220648" y="2488276"/>
                  </a:lnTo>
                  <a:lnTo>
                    <a:pt x="2267655" y="2547654"/>
                  </a:lnTo>
                  <a:lnTo>
                    <a:pt x="2314668" y="2607052"/>
                  </a:lnTo>
                  <a:lnTo>
                    <a:pt x="2361530" y="2665864"/>
                  </a:lnTo>
                  <a:lnTo>
                    <a:pt x="2408100" y="2723506"/>
                  </a:lnTo>
                  <a:lnTo>
                    <a:pt x="2454262" y="2779444"/>
                  </a:lnTo>
                  <a:lnTo>
                    <a:pt x="2499942" y="2833211"/>
                  </a:lnTo>
                  <a:lnTo>
                    <a:pt x="2545115" y="2884423"/>
                  </a:lnTo>
                  <a:lnTo>
                    <a:pt x="2589813" y="2932788"/>
                  </a:lnTo>
                  <a:lnTo>
                    <a:pt x="2634137" y="2978107"/>
                  </a:lnTo>
                  <a:lnTo>
                    <a:pt x="2678261" y="3020271"/>
                  </a:lnTo>
                  <a:lnTo>
                    <a:pt x="2722441" y="3059258"/>
                  </a:lnTo>
                  <a:lnTo>
                    <a:pt x="2767028" y="3095121"/>
                  </a:lnTo>
                  <a:lnTo>
                    <a:pt x="2770117" y="3097473"/>
                  </a:lnTo>
                  <a:lnTo>
                    <a:pt x="2819260" y="3132514"/>
                  </a:lnTo>
                  <a:lnTo>
                    <a:pt x="2870076" y="3164024"/>
                  </a:lnTo>
                  <a:lnTo>
                    <a:pt x="2923365" y="3192184"/>
                  </a:lnTo>
                  <a:lnTo>
                    <a:pt x="2980016" y="3217304"/>
                  </a:lnTo>
                  <a:lnTo>
                    <a:pt x="3040937" y="3239729"/>
                  </a:lnTo>
                  <a:lnTo>
                    <a:pt x="3106974" y="3259792"/>
                  </a:lnTo>
                  <a:lnTo>
                    <a:pt x="3178811" y="3277787"/>
                  </a:lnTo>
                  <a:lnTo>
                    <a:pt x="3256844" y="3293950"/>
                  </a:lnTo>
                  <a:lnTo>
                    <a:pt x="3340999" y="3308453"/>
                  </a:lnTo>
                  <a:lnTo>
                    <a:pt x="3430534" y="3321402"/>
                  </a:lnTo>
                  <a:lnTo>
                    <a:pt x="3523834" y="3332839"/>
                  </a:lnTo>
                  <a:lnTo>
                    <a:pt x="3618274" y="3342759"/>
                  </a:lnTo>
                  <a:lnTo>
                    <a:pt x="3710262" y="3351126"/>
                  </a:lnTo>
                  <a:lnTo>
                    <a:pt x="3795541" y="3357911"/>
                  </a:lnTo>
                  <a:lnTo>
                    <a:pt x="3869804" y="3363125"/>
                  </a:lnTo>
                  <a:lnTo>
                    <a:pt x="3929518" y="3366852"/>
                  </a:lnTo>
                  <a:lnTo>
                    <a:pt x="3972739" y="3369266"/>
                  </a:lnTo>
                  <a:lnTo>
                    <a:pt x="3999653" y="3370617"/>
                  </a:lnTo>
                  <a:lnTo>
                    <a:pt x="4012687" y="3371208"/>
                  </a:lnTo>
                  <a:lnTo>
                    <a:pt x="4016285" y="3371356"/>
                  </a:lnTo>
                  <a:lnTo>
                    <a:pt x="4016409" y="3371361"/>
                  </a:lnTo>
                  <a:lnTo>
                    <a:pt x="4538543" y="3371361"/>
                  </a:lnTo>
                  <a:lnTo>
                    <a:pt x="4539651" y="3371271"/>
                  </a:lnTo>
                  <a:lnTo>
                    <a:pt x="4546919" y="3370628"/>
                  </a:lnTo>
                  <a:lnTo>
                    <a:pt x="4565174" y="3368852"/>
                  </a:lnTo>
                  <a:lnTo>
                    <a:pt x="4597634" y="3365359"/>
                  </a:lnTo>
                  <a:lnTo>
                    <a:pt x="4645653" y="3359621"/>
                  </a:lnTo>
                  <a:lnTo>
                    <a:pt x="4708618" y="3351224"/>
                  </a:lnTo>
                  <a:lnTo>
                    <a:pt x="4784193" y="3339907"/>
                  </a:lnTo>
                  <a:lnTo>
                    <a:pt x="4868879" y="3325563"/>
                  </a:lnTo>
                  <a:lnTo>
                    <a:pt x="4958726" y="3308198"/>
                  </a:lnTo>
                  <a:lnTo>
                    <a:pt x="5050001" y="3287878"/>
                  </a:lnTo>
                  <a:lnTo>
                    <a:pt x="5139640" y="3264661"/>
                  </a:lnTo>
                  <a:lnTo>
                    <a:pt x="5225445" y="3238545"/>
                  </a:lnTo>
                  <a:lnTo>
                    <a:pt x="5306089" y="3209433"/>
                  </a:lnTo>
                  <a:lnTo>
                    <a:pt x="5380983" y="3177116"/>
                  </a:lnTo>
                  <a:lnTo>
                    <a:pt x="5450106" y="3141266"/>
                  </a:lnTo>
                  <a:lnTo>
                    <a:pt x="5513829" y="3101439"/>
                  </a:lnTo>
                  <a:lnTo>
                    <a:pt x="5572774" y="3057093"/>
                  </a:lnTo>
                  <a:lnTo>
                    <a:pt x="5627703" y="3007612"/>
                  </a:lnTo>
                  <a:lnTo>
                    <a:pt x="5679433" y="2952353"/>
                  </a:lnTo>
                  <a:lnTo>
                    <a:pt x="5728772" y="2890735"/>
                  </a:lnTo>
                  <a:lnTo>
                    <a:pt x="5776455" y="2822376"/>
                  </a:lnTo>
                  <a:lnTo>
                    <a:pt x="5784835" y="2809467"/>
                  </a:lnTo>
                  <a:lnTo>
                    <a:pt x="5819552" y="2753205"/>
                  </a:lnTo>
                  <a:lnTo>
                    <a:pt x="5853952" y="2693109"/>
                  </a:lnTo>
                  <a:lnTo>
                    <a:pt x="5888219" y="2629101"/>
                  </a:lnTo>
                  <a:lnTo>
                    <a:pt x="5922500" y="2561156"/>
                  </a:lnTo>
                  <a:lnTo>
                    <a:pt x="5956907" y="2489306"/>
                  </a:lnTo>
                  <a:lnTo>
                    <a:pt x="5991526" y="2413649"/>
                  </a:lnTo>
                  <a:lnTo>
                    <a:pt x="6026413" y="2334349"/>
                  </a:lnTo>
                  <a:lnTo>
                    <a:pt x="6061599" y="2251641"/>
                  </a:lnTo>
                  <a:lnTo>
                    <a:pt x="6097093" y="2165830"/>
                  </a:lnTo>
                  <a:lnTo>
                    <a:pt x="6132880" y="2077288"/>
                  </a:lnTo>
                  <a:lnTo>
                    <a:pt x="6168931" y="1986450"/>
                  </a:lnTo>
                  <a:lnTo>
                    <a:pt x="6205198" y="1893806"/>
                  </a:lnTo>
                  <a:lnTo>
                    <a:pt x="6241621" y="1799888"/>
                  </a:lnTo>
                  <a:lnTo>
                    <a:pt x="6278133" y="1705265"/>
                  </a:lnTo>
                  <a:lnTo>
                    <a:pt x="6314660" y="1610521"/>
                  </a:lnTo>
                  <a:lnTo>
                    <a:pt x="6351128" y="1516242"/>
                  </a:lnTo>
                  <a:lnTo>
                    <a:pt x="6387467" y="1423004"/>
                  </a:lnTo>
                  <a:lnTo>
                    <a:pt x="6423614" y="1331358"/>
                  </a:lnTo>
                  <a:lnTo>
                    <a:pt x="6459515" y="1241811"/>
                  </a:lnTo>
                  <a:lnTo>
                    <a:pt x="6495133" y="1154822"/>
                  </a:lnTo>
                  <a:lnTo>
                    <a:pt x="6530446" y="1070791"/>
                  </a:lnTo>
                  <a:lnTo>
                    <a:pt x="6565454" y="990051"/>
                  </a:lnTo>
                  <a:lnTo>
                    <a:pt x="6600178" y="912865"/>
                  </a:lnTo>
                  <a:lnTo>
                    <a:pt x="6634665" y="839426"/>
                  </a:lnTo>
                  <a:lnTo>
                    <a:pt x="6668986" y="769859"/>
                  </a:lnTo>
                  <a:lnTo>
                    <a:pt x="6703243" y="704224"/>
                  </a:lnTo>
                  <a:lnTo>
                    <a:pt x="6737568" y="642518"/>
                  </a:lnTo>
                  <a:lnTo>
                    <a:pt x="6772129" y="584685"/>
                  </a:lnTo>
                  <a:lnTo>
                    <a:pt x="6786527" y="561893"/>
                  </a:lnTo>
                  <a:lnTo>
                    <a:pt x="6833981" y="492320"/>
                  </a:lnTo>
                  <a:lnTo>
                    <a:pt x="6882974" y="429518"/>
                  </a:lnTo>
                  <a:lnTo>
                    <a:pt x="6934220" y="373164"/>
                  </a:lnTo>
                  <a:lnTo>
                    <a:pt x="6988518" y="322699"/>
                  </a:lnTo>
                  <a:lnTo>
                    <a:pt x="7046688" y="277484"/>
                  </a:lnTo>
                  <a:lnTo>
                    <a:pt x="7109508" y="236893"/>
                  </a:lnTo>
                  <a:lnTo>
                    <a:pt x="7177631" y="200369"/>
                  </a:lnTo>
                  <a:lnTo>
                    <a:pt x="7251484" y="167449"/>
                  </a:lnTo>
                  <a:lnTo>
                    <a:pt x="7331127" y="137784"/>
                  </a:lnTo>
                  <a:lnTo>
                    <a:pt x="7416085" y="111144"/>
                  </a:lnTo>
                  <a:lnTo>
                    <a:pt x="7505175" y="87412"/>
                  </a:lnTo>
                  <a:lnTo>
                    <a:pt x="7596359" y="66572"/>
                  </a:lnTo>
                  <a:lnTo>
                    <a:pt x="7686720" y="48675"/>
                  </a:lnTo>
                  <a:lnTo>
                    <a:pt x="7772617" y="33789"/>
                  </a:lnTo>
                  <a:lnTo>
                    <a:pt x="7850097" y="21936"/>
                  </a:lnTo>
                  <a:lnTo>
                    <a:pt x="7915525" y="13033"/>
                  </a:lnTo>
                  <a:lnTo>
                    <a:pt x="7966310" y="6847"/>
                  </a:lnTo>
                  <a:lnTo>
                    <a:pt x="8001503" y="2989"/>
                  </a:lnTo>
                  <a:lnTo>
                    <a:pt x="8022107" y="949"/>
                  </a:lnTo>
                  <a:lnTo>
                    <a:pt x="8031024" y="147"/>
                  </a:lnTo>
                  <a:lnTo>
                    <a:pt x="8032813" y="0"/>
                  </a:lnTo>
                  <a:lnTo>
                    <a:pt x="8032819" y="0"/>
                  </a:lnTo>
                  <a:lnTo>
                    <a:pt x="8554953" y="0"/>
                  </a:lnTo>
                  <a:lnTo>
                    <a:pt x="8554953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670" name="pl670"/>
            <p:cNvSpPr/>
            <p:nvPr/>
          </p:nvSpPr>
          <p:spPr>
            <a:xfrm>
              <a:off x="386606" y="445765"/>
              <a:ext cx="8554953" cy="3371361"/>
            </a:xfrm>
            <a:custGeom>
              <a:avLst/>
              <a:pathLst>
                <a:path w="8554953" h="3371361">
                  <a:moveTo>
                    <a:pt x="8554953" y="0"/>
                  </a:moveTo>
                  <a:lnTo>
                    <a:pt x="8032819" y="0"/>
                  </a:lnTo>
                  <a:lnTo>
                    <a:pt x="8031711" y="90"/>
                  </a:lnTo>
                  <a:lnTo>
                    <a:pt x="8024443" y="732"/>
                  </a:lnTo>
                  <a:lnTo>
                    <a:pt x="8006188" y="2508"/>
                  </a:lnTo>
                  <a:lnTo>
                    <a:pt x="7973728" y="6002"/>
                  </a:lnTo>
                  <a:lnTo>
                    <a:pt x="7925709" y="11740"/>
                  </a:lnTo>
                  <a:lnTo>
                    <a:pt x="7862744" y="20136"/>
                  </a:lnTo>
                  <a:lnTo>
                    <a:pt x="7787169" y="31453"/>
                  </a:lnTo>
                  <a:lnTo>
                    <a:pt x="7702483" y="45797"/>
                  </a:lnTo>
                  <a:lnTo>
                    <a:pt x="7612636" y="63162"/>
                  </a:lnTo>
                  <a:lnTo>
                    <a:pt x="7521361" y="83482"/>
                  </a:lnTo>
                  <a:lnTo>
                    <a:pt x="7431722" y="106699"/>
                  </a:lnTo>
                  <a:lnTo>
                    <a:pt x="7345917" y="132815"/>
                  </a:lnTo>
                  <a:lnTo>
                    <a:pt x="7265273" y="161927"/>
                  </a:lnTo>
                  <a:lnTo>
                    <a:pt x="7190379" y="194244"/>
                  </a:lnTo>
                  <a:lnTo>
                    <a:pt x="7121256" y="230095"/>
                  </a:lnTo>
                  <a:lnTo>
                    <a:pt x="7057533" y="269921"/>
                  </a:lnTo>
                  <a:lnTo>
                    <a:pt x="6998588" y="314267"/>
                  </a:lnTo>
                  <a:lnTo>
                    <a:pt x="6943659" y="363748"/>
                  </a:lnTo>
                  <a:lnTo>
                    <a:pt x="6891929" y="419007"/>
                  </a:lnTo>
                  <a:lnTo>
                    <a:pt x="6842589" y="480625"/>
                  </a:lnTo>
                  <a:lnTo>
                    <a:pt x="6794907" y="548984"/>
                  </a:lnTo>
                  <a:lnTo>
                    <a:pt x="6786527" y="561893"/>
                  </a:lnTo>
                  <a:lnTo>
                    <a:pt x="6751810" y="618155"/>
                  </a:lnTo>
                  <a:lnTo>
                    <a:pt x="6717410" y="678251"/>
                  </a:lnTo>
                  <a:lnTo>
                    <a:pt x="6683143" y="742259"/>
                  </a:lnTo>
                  <a:lnTo>
                    <a:pt x="6648862" y="810204"/>
                  </a:lnTo>
                  <a:lnTo>
                    <a:pt x="6614455" y="882054"/>
                  </a:lnTo>
                  <a:lnTo>
                    <a:pt x="6579836" y="957711"/>
                  </a:lnTo>
                  <a:lnTo>
                    <a:pt x="6544949" y="1037011"/>
                  </a:lnTo>
                  <a:lnTo>
                    <a:pt x="6509763" y="1119719"/>
                  </a:lnTo>
                  <a:lnTo>
                    <a:pt x="6474269" y="1205530"/>
                  </a:lnTo>
                  <a:lnTo>
                    <a:pt x="6438482" y="1294072"/>
                  </a:lnTo>
                  <a:lnTo>
                    <a:pt x="6402431" y="1384910"/>
                  </a:lnTo>
                  <a:lnTo>
                    <a:pt x="6366164" y="1477555"/>
                  </a:lnTo>
                  <a:lnTo>
                    <a:pt x="6329741" y="1571472"/>
                  </a:lnTo>
                  <a:lnTo>
                    <a:pt x="6293229" y="1666095"/>
                  </a:lnTo>
                  <a:lnTo>
                    <a:pt x="6256702" y="1760840"/>
                  </a:lnTo>
                  <a:lnTo>
                    <a:pt x="6220234" y="1855118"/>
                  </a:lnTo>
                  <a:lnTo>
                    <a:pt x="6183895" y="1948356"/>
                  </a:lnTo>
                  <a:lnTo>
                    <a:pt x="6147748" y="2040003"/>
                  </a:lnTo>
                  <a:lnTo>
                    <a:pt x="6111847" y="2129549"/>
                  </a:lnTo>
                  <a:lnTo>
                    <a:pt x="6076229" y="2216538"/>
                  </a:lnTo>
                  <a:lnTo>
                    <a:pt x="6040916" y="2300569"/>
                  </a:lnTo>
                  <a:lnTo>
                    <a:pt x="6005908" y="2381309"/>
                  </a:lnTo>
                  <a:lnTo>
                    <a:pt x="5971183" y="2458496"/>
                  </a:lnTo>
                  <a:lnTo>
                    <a:pt x="5936697" y="2531934"/>
                  </a:lnTo>
                  <a:lnTo>
                    <a:pt x="5902376" y="2601501"/>
                  </a:lnTo>
                  <a:lnTo>
                    <a:pt x="5868119" y="2667136"/>
                  </a:lnTo>
                  <a:lnTo>
                    <a:pt x="5833794" y="2728842"/>
                  </a:lnTo>
                  <a:lnTo>
                    <a:pt x="5799233" y="2786676"/>
                  </a:lnTo>
                  <a:lnTo>
                    <a:pt x="5784835" y="2809467"/>
                  </a:lnTo>
                  <a:lnTo>
                    <a:pt x="5737381" y="2879040"/>
                  </a:lnTo>
                  <a:lnTo>
                    <a:pt x="5688388" y="2941842"/>
                  </a:lnTo>
                  <a:lnTo>
                    <a:pt x="5637142" y="2998196"/>
                  </a:lnTo>
                  <a:lnTo>
                    <a:pt x="5582844" y="3048661"/>
                  </a:lnTo>
                  <a:lnTo>
                    <a:pt x="5524674" y="3093876"/>
                  </a:lnTo>
                  <a:lnTo>
                    <a:pt x="5461854" y="3134467"/>
                  </a:lnTo>
                  <a:lnTo>
                    <a:pt x="5393731" y="3170991"/>
                  </a:lnTo>
                  <a:lnTo>
                    <a:pt x="5319878" y="3203911"/>
                  </a:lnTo>
                  <a:lnTo>
                    <a:pt x="5240235" y="3233576"/>
                  </a:lnTo>
                  <a:lnTo>
                    <a:pt x="5155277" y="3260216"/>
                  </a:lnTo>
                  <a:lnTo>
                    <a:pt x="5066187" y="3283948"/>
                  </a:lnTo>
                  <a:lnTo>
                    <a:pt x="4975003" y="3304788"/>
                  </a:lnTo>
                  <a:lnTo>
                    <a:pt x="4884642" y="3322685"/>
                  </a:lnTo>
                  <a:lnTo>
                    <a:pt x="4798745" y="3337571"/>
                  </a:lnTo>
                  <a:lnTo>
                    <a:pt x="4721265" y="3349424"/>
                  </a:lnTo>
                  <a:lnTo>
                    <a:pt x="4655837" y="3358327"/>
                  </a:lnTo>
                  <a:lnTo>
                    <a:pt x="4605052" y="3364513"/>
                  </a:lnTo>
                  <a:lnTo>
                    <a:pt x="4569859" y="3368371"/>
                  </a:lnTo>
                  <a:lnTo>
                    <a:pt x="4549255" y="3370411"/>
                  </a:lnTo>
                  <a:lnTo>
                    <a:pt x="4540338" y="3371213"/>
                  </a:lnTo>
                  <a:lnTo>
                    <a:pt x="4538549" y="3371360"/>
                  </a:lnTo>
                  <a:lnTo>
                    <a:pt x="4538543" y="3371361"/>
                  </a:lnTo>
                  <a:lnTo>
                    <a:pt x="4016409" y="3371361"/>
                  </a:lnTo>
                  <a:lnTo>
                    <a:pt x="4015183" y="3371312"/>
                  </a:lnTo>
                  <a:lnTo>
                    <a:pt x="4007158" y="3370964"/>
                  </a:lnTo>
                  <a:lnTo>
                    <a:pt x="3987072" y="3370003"/>
                  </a:lnTo>
                  <a:lnTo>
                    <a:pt x="3951527" y="3368114"/>
                  </a:lnTo>
                  <a:lnTo>
                    <a:pt x="3899293" y="3365019"/>
                  </a:lnTo>
                  <a:lnTo>
                    <a:pt x="3831375" y="3360506"/>
                  </a:lnTo>
                  <a:lnTo>
                    <a:pt x="3750663" y="3354450"/>
                  </a:lnTo>
                  <a:lnTo>
                    <a:pt x="3661217" y="3346810"/>
                  </a:lnTo>
                  <a:lnTo>
                    <a:pt x="3567410" y="3337601"/>
                  </a:lnTo>
                  <a:lnTo>
                    <a:pt x="3473197" y="3326860"/>
                  </a:lnTo>
                  <a:lnTo>
                    <a:pt x="3381666" y="3314609"/>
                  </a:lnTo>
                  <a:lnTo>
                    <a:pt x="3294891" y="3300832"/>
                  </a:lnTo>
                  <a:lnTo>
                    <a:pt x="3213993" y="3285452"/>
                  </a:lnTo>
                  <a:lnTo>
                    <a:pt x="3139326" y="3268326"/>
                  </a:lnTo>
                  <a:lnTo>
                    <a:pt x="3070687" y="3249249"/>
                  </a:lnTo>
                  <a:lnTo>
                    <a:pt x="3007506" y="3227952"/>
                  </a:lnTo>
                  <a:lnTo>
                    <a:pt x="2948999" y="3204117"/>
                  </a:lnTo>
                  <a:lnTo>
                    <a:pt x="2894274" y="3177400"/>
                  </a:lnTo>
                  <a:lnTo>
                    <a:pt x="2842425" y="3147467"/>
                  </a:lnTo>
                  <a:lnTo>
                    <a:pt x="2792600" y="3114063"/>
                  </a:lnTo>
                  <a:lnTo>
                    <a:pt x="2770117" y="3097473"/>
                  </a:lnTo>
                  <a:lnTo>
                    <a:pt x="2725487" y="3061821"/>
                  </a:lnTo>
                  <a:lnTo>
                    <a:pt x="2681291" y="3023051"/>
                  </a:lnTo>
                  <a:lnTo>
                    <a:pt x="2637172" y="2981105"/>
                  </a:lnTo>
                  <a:lnTo>
                    <a:pt x="2592868" y="2936001"/>
                  </a:lnTo>
                  <a:lnTo>
                    <a:pt x="2548200" y="2887840"/>
                  </a:lnTo>
                  <a:lnTo>
                    <a:pt x="2503062" y="2836814"/>
                  </a:lnTo>
                  <a:lnTo>
                    <a:pt x="2457416" y="2783212"/>
                  </a:lnTo>
                  <a:lnTo>
                    <a:pt x="2411285" y="2727409"/>
                  </a:lnTo>
                  <a:lnTo>
                    <a:pt x="2364740" y="2669868"/>
                  </a:lnTo>
                  <a:lnTo>
                    <a:pt x="2317894" y="2611118"/>
                  </a:lnTo>
                  <a:lnTo>
                    <a:pt x="2270887" y="2551741"/>
                  </a:lnTo>
                  <a:lnTo>
                    <a:pt x="2223874" y="2492342"/>
                  </a:lnTo>
                  <a:lnTo>
                    <a:pt x="2177012" y="2433531"/>
                  </a:lnTo>
                  <a:lnTo>
                    <a:pt x="2130443" y="2375889"/>
                  </a:lnTo>
                  <a:lnTo>
                    <a:pt x="2084280" y="2319951"/>
                  </a:lnTo>
                  <a:lnTo>
                    <a:pt x="2038600" y="2266184"/>
                  </a:lnTo>
                  <a:lnTo>
                    <a:pt x="1993427" y="2214971"/>
                  </a:lnTo>
                  <a:lnTo>
                    <a:pt x="1948729" y="2166606"/>
                  </a:lnTo>
                  <a:lnTo>
                    <a:pt x="1904405" y="2121288"/>
                  </a:lnTo>
                  <a:lnTo>
                    <a:pt x="1860281" y="2079124"/>
                  </a:lnTo>
                  <a:lnTo>
                    <a:pt x="1816101" y="2040136"/>
                  </a:lnTo>
                  <a:lnTo>
                    <a:pt x="1771514" y="2004273"/>
                  </a:lnTo>
                  <a:lnTo>
                    <a:pt x="1768425" y="2001922"/>
                  </a:lnTo>
                  <a:lnTo>
                    <a:pt x="1719283" y="1966880"/>
                  </a:lnTo>
                  <a:lnTo>
                    <a:pt x="1668466" y="1935371"/>
                  </a:lnTo>
                  <a:lnTo>
                    <a:pt x="1615177" y="1907210"/>
                  </a:lnTo>
                  <a:lnTo>
                    <a:pt x="1558526" y="1882091"/>
                  </a:lnTo>
                  <a:lnTo>
                    <a:pt x="1497605" y="1859666"/>
                  </a:lnTo>
                  <a:lnTo>
                    <a:pt x="1431569" y="1839602"/>
                  </a:lnTo>
                  <a:lnTo>
                    <a:pt x="1359731" y="1821607"/>
                  </a:lnTo>
                  <a:lnTo>
                    <a:pt x="1281699" y="1805444"/>
                  </a:lnTo>
                  <a:lnTo>
                    <a:pt x="1197544" y="1790941"/>
                  </a:lnTo>
                  <a:lnTo>
                    <a:pt x="1108008" y="1777993"/>
                  </a:lnTo>
                  <a:lnTo>
                    <a:pt x="1014709" y="1766556"/>
                  </a:lnTo>
                  <a:lnTo>
                    <a:pt x="920268" y="1756636"/>
                  </a:lnTo>
                  <a:lnTo>
                    <a:pt x="828280" y="1748269"/>
                  </a:lnTo>
                  <a:lnTo>
                    <a:pt x="743001" y="1741484"/>
                  </a:lnTo>
                  <a:lnTo>
                    <a:pt x="668738" y="1736270"/>
                  </a:lnTo>
                  <a:lnTo>
                    <a:pt x="609024" y="1732542"/>
                  </a:lnTo>
                  <a:lnTo>
                    <a:pt x="565803" y="1730129"/>
                  </a:lnTo>
                  <a:lnTo>
                    <a:pt x="538890" y="1728778"/>
                  </a:lnTo>
                  <a:lnTo>
                    <a:pt x="525855" y="1728187"/>
                  </a:lnTo>
                  <a:lnTo>
                    <a:pt x="522257" y="1728039"/>
                  </a:lnTo>
                  <a:lnTo>
                    <a:pt x="522133" y="1728034"/>
                  </a:lnTo>
                  <a:lnTo>
                    <a:pt x="0" y="1728034"/>
                  </a:lnTo>
                  <a:lnTo>
                    <a:pt x="0" y="1728034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671" name="pg671"/>
            <p:cNvSpPr/>
            <p:nvPr/>
          </p:nvSpPr>
          <p:spPr>
            <a:xfrm>
              <a:off x="386606" y="666005"/>
              <a:ext cx="8554953" cy="3179357"/>
            </a:xfrm>
            <a:custGeom>
              <a:avLst/>
              <a:pathLst>
                <a:path w="8554953" h="3179357">
                  <a:moveTo>
                    <a:pt x="0" y="1519089"/>
                  </a:moveTo>
                  <a:lnTo>
                    <a:pt x="522133" y="1519089"/>
                  </a:lnTo>
                  <a:lnTo>
                    <a:pt x="523359" y="1519138"/>
                  </a:lnTo>
                  <a:lnTo>
                    <a:pt x="531378" y="1519489"/>
                  </a:lnTo>
                  <a:lnTo>
                    <a:pt x="551451" y="1520459"/>
                  </a:lnTo>
                  <a:lnTo>
                    <a:pt x="586974" y="1522366"/>
                  </a:lnTo>
                  <a:lnTo>
                    <a:pt x="639177" y="1525491"/>
                  </a:lnTo>
                  <a:lnTo>
                    <a:pt x="707060" y="1530048"/>
                  </a:lnTo>
                  <a:lnTo>
                    <a:pt x="787736" y="1536162"/>
                  </a:lnTo>
                  <a:lnTo>
                    <a:pt x="877149" y="1543876"/>
                  </a:lnTo>
                  <a:lnTo>
                    <a:pt x="970929" y="1553175"/>
                  </a:lnTo>
                  <a:lnTo>
                    <a:pt x="1065123" y="1564021"/>
                  </a:lnTo>
                  <a:lnTo>
                    <a:pt x="1156641" y="1576390"/>
                  </a:lnTo>
                  <a:lnTo>
                    <a:pt x="1243411" y="1590302"/>
                  </a:lnTo>
                  <a:lnTo>
                    <a:pt x="1324308" y="1605832"/>
                  </a:lnTo>
                  <a:lnTo>
                    <a:pt x="1398977" y="1623124"/>
                  </a:lnTo>
                  <a:lnTo>
                    <a:pt x="1467620" y="1642386"/>
                  </a:lnTo>
                  <a:lnTo>
                    <a:pt x="1530804" y="1663889"/>
                  </a:lnTo>
                  <a:lnTo>
                    <a:pt x="1589315" y="1687953"/>
                  </a:lnTo>
                  <a:lnTo>
                    <a:pt x="1644040" y="1714926"/>
                  </a:lnTo>
                  <a:lnTo>
                    <a:pt x="1695888" y="1745146"/>
                  </a:lnTo>
                  <a:lnTo>
                    <a:pt x="1745708" y="1778869"/>
                  </a:lnTo>
                  <a:lnTo>
                    <a:pt x="1768425" y="1795800"/>
                  </a:lnTo>
                  <a:lnTo>
                    <a:pt x="1812931" y="1831714"/>
                  </a:lnTo>
                  <a:lnTo>
                    <a:pt x="1857004" y="1870761"/>
                  </a:lnTo>
                  <a:lnTo>
                    <a:pt x="1900998" y="1912998"/>
                  </a:lnTo>
                  <a:lnTo>
                    <a:pt x="1945175" y="1958408"/>
                  </a:lnTo>
                  <a:lnTo>
                    <a:pt x="1989713" y="2006892"/>
                  </a:lnTo>
                  <a:lnTo>
                    <a:pt x="2034717" y="2058256"/>
                  </a:lnTo>
                  <a:lnTo>
                    <a:pt x="2080226" y="2112216"/>
                  </a:lnTo>
                  <a:lnTo>
                    <a:pt x="2126218" y="2168394"/>
                  </a:lnTo>
                  <a:lnTo>
                    <a:pt x="2172624" y="2226330"/>
                  </a:lnTo>
                  <a:lnTo>
                    <a:pt x="2219333" y="2285494"/>
                  </a:lnTo>
                  <a:lnTo>
                    <a:pt x="2266206" y="2345305"/>
                  </a:lnTo>
                  <a:lnTo>
                    <a:pt x="2313089" y="2405157"/>
                  </a:lnTo>
                  <a:lnTo>
                    <a:pt x="2359827" y="2464440"/>
                  </a:lnTo>
                  <a:lnTo>
                    <a:pt x="2406280" y="2522568"/>
                  </a:lnTo>
                  <a:lnTo>
                    <a:pt x="2452331" y="2579003"/>
                  </a:lnTo>
                  <a:lnTo>
                    <a:pt x="2497905" y="2633276"/>
                  </a:lnTo>
                  <a:lnTo>
                    <a:pt x="2542974" y="2684998"/>
                  </a:lnTo>
                  <a:lnTo>
                    <a:pt x="2587569" y="2733871"/>
                  </a:lnTo>
                  <a:lnTo>
                    <a:pt x="2631784" y="2779691"/>
                  </a:lnTo>
                  <a:lnTo>
                    <a:pt x="2675789" y="2822345"/>
                  </a:lnTo>
                  <a:lnTo>
                    <a:pt x="2719834" y="2861807"/>
                  </a:lnTo>
                  <a:lnTo>
                    <a:pt x="2764260" y="2898125"/>
                  </a:lnTo>
                  <a:lnTo>
                    <a:pt x="2770117" y="2902645"/>
                  </a:lnTo>
                  <a:lnTo>
                    <a:pt x="2819248" y="2938040"/>
                  </a:lnTo>
                  <a:lnTo>
                    <a:pt x="2870052" y="2969868"/>
                  </a:lnTo>
                  <a:lnTo>
                    <a:pt x="2923326" y="2998314"/>
                  </a:lnTo>
                  <a:lnTo>
                    <a:pt x="2979960" y="3023689"/>
                  </a:lnTo>
                  <a:lnTo>
                    <a:pt x="3040861" y="3046342"/>
                  </a:lnTo>
                  <a:lnTo>
                    <a:pt x="3106875" y="3066611"/>
                  </a:lnTo>
                  <a:lnTo>
                    <a:pt x="3178686" y="3084790"/>
                  </a:lnTo>
                  <a:lnTo>
                    <a:pt x="3256689" y="3101119"/>
                  </a:lnTo>
                  <a:lnTo>
                    <a:pt x="3340812" y="3115771"/>
                  </a:lnTo>
                  <a:lnTo>
                    <a:pt x="3430315" y="3128853"/>
                  </a:lnTo>
                  <a:lnTo>
                    <a:pt x="3523586" y="3140410"/>
                  </a:lnTo>
                  <a:lnTo>
                    <a:pt x="3618005" y="3150433"/>
                  </a:lnTo>
                  <a:lnTo>
                    <a:pt x="3709985" y="3158890"/>
                  </a:lnTo>
                  <a:lnTo>
                    <a:pt x="3795273" y="3165748"/>
                  </a:lnTo>
                  <a:lnTo>
                    <a:pt x="3869563" y="3171020"/>
                  </a:lnTo>
                  <a:lnTo>
                    <a:pt x="3929321" y="3174790"/>
                  </a:lnTo>
                  <a:lnTo>
                    <a:pt x="3972598" y="3177233"/>
                  </a:lnTo>
                  <a:lnTo>
                    <a:pt x="3999569" y="3178601"/>
                  </a:lnTo>
                  <a:lnTo>
                    <a:pt x="4012653" y="3179201"/>
                  </a:lnTo>
                  <a:lnTo>
                    <a:pt x="4016282" y="3179352"/>
                  </a:lnTo>
                  <a:lnTo>
                    <a:pt x="4016409" y="3179357"/>
                  </a:lnTo>
                  <a:lnTo>
                    <a:pt x="4538543" y="3179357"/>
                  </a:lnTo>
                  <a:lnTo>
                    <a:pt x="4539667" y="3179271"/>
                  </a:lnTo>
                  <a:lnTo>
                    <a:pt x="4547037" y="3178657"/>
                  </a:lnTo>
                  <a:lnTo>
                    <a:pt x="4565540" y="3176960"/>
                  </a:lnTo>
                  <a:lnTo>
                    <a:pt x="4598419" y="3173623"/>
                  </a:lnTo>
                  <a:lnTo>
                    <a:pt x="4647013" y="3168144"/>
                  </a:lnTo>
                  <a:lnTo>
                    <a:pt x="4710660" y="3160129"/>
                  </a:lnTo>
                  <a:lnTo>
                    <a:pt x="4786950" y="3149335"/>
                  </a:lnTo>
                  <a:lnTo>
                    <a:pt x="4872305" y="3135660"/>
                  </a:lnTo>
                  <a:lnTo>
                    <a:pt x="4962718" y="3119117"/>
                  </a:lnTo>
                  <a:lnTo>
                    <a:pt x="5054422" y="3099768"/>
                  </a:lnTo>
                  <a:lnTo>
                    <a:pt x="5144344" y="3077667"/>
                  </a:lnTo>
                  <a:lnTo>
                    <a:pt x="5230304" y="3052807"/>
                  </a:lnTo>
                  <a:lnTo>
                    <a:pt x="5310999" y="3025090"/>
                  </a:lnTo>
                  <a:lnTo>
                    <a:pt x="5385872" y="2994311"/>
                  </a:lnTo>
                  <a:lnTo>
                    <a:pt x="5454933" y="2960148"/>
                  </a:lnTo>
                  <a:lnTo>
                    <a:pt x="5518580" y="2922170"/>
                  </a:lnTo>
                  <a:lnTo>
                    <a:pt x="5577459" y="2879853"/>
                  </a:lnTo>
                  <a:lnTo>
                    <a:pt x="5632349" y="2832604"/>
                  </a:lnTo>
                  <a:lnTo>
                    <a:pt x="5684082" y="2779811"/>
                  </a:lnTo>
                  <a:lnTo>
                    <a:pt x="5733474" y="2720928"/>
                  </a:lnTo>
                  <a:lnTo>
                    <a:pt x="5781258" y="2655622"/>
                  </a:lnTo>
                  <a:lnTo>
                    <a:pt x="5784835" y="2650405"/>
                  </a:lnTo>
                  <a:lnTo>
                    <a:pt x="5820424" y="2596057"/>
                  </a:lnTo>
                  <a:lnTo>
                    <a:pt x="5855685" y="2537914"/>
                  </a:lnTo>
                  <a:lnTo>
                    <a:pt x="5890814" y="2475897"/>
                  </a:lnTo>
                  <a:lnTo>
                    <a:pt x="5925968" y="2409984"/>
                  </a:lnTo>
                  <a:lnTo>
                    <a:pt x="5961266" y="2340215"/>
                  </a:lnTo>
                  <a:lnTo>
                    <a:pt x="5996795" y="2266695"/>
                  </a:lnTo>
                  <a:lnTo>
                    <a:pt x="6032611" y="2189603"/>
                  </a:lnTo>
                  <a:lnTo>
                    <a:pt x="6068746" y="2109186"/>
                  </a:lnTo>
                  <a:lnTo>
                    <a:pt x="6105202" y="2025768"/>
                  </a:lnTo>
                  <a:lnTo>
                    <a:pt x="6141962" y="1939741"/>
                  </a:lnTo>
                  <a:lnTo>
                    <a:pt x="6178987" y="1851559"/>
                  </a:lnTo>
                  <a:lnTo>
                    <a:pt x="6216223" y="1761733"/>
                  </a:lnTo>
                  <a:lnTo>
                    <a:pt x="6253603" y="1670815"/>
                  </a:lnTo>
                  <a:lnTo>
                    <a:pt x="6291050" y="1579387"/>
                  </a:lnTo>
                  <a:lnTo>
                    <a:pt x="6328486" y="1488044"/>
                  </a:lnTo>
                  <a:lnTo>
                    <a:pt x="6365832" y="1397381"/>
                  </a:lnTo>
                  <a:lnTo>
                    <a:pt x="6403014" y="1307971"/>
                  </a:lnTo>
                  <a:lnTo>
                    <a:pt x="6439968" y="1220357"/>
                  </a:lnTo>
                  <a:lnTo>
                    <a:pt x="6476644" y="1135034"/>
                  </a:lnTo>
                  <a:lnTo>
                    <a:pt x="6513009" y="1052439"/>
                  </a:lnTo>
                  <a:lnTo>
                    <a:pt x="6549051" y="972946"/>
                  </a:lnTo>
                  <a:lnTo>
                    <a:pt x="6584781" y="896855"/>
                  </a:lnTo>
                  <a:lnTo>
                    <a:pt x="6620236" y="824396"/>
                  </a:lnTo>
                  <a:lnTo>
                    <a:pt x="6655483" y="755725"/>
                  </a:lnTo>
                  <a:lnTo>
                    <a:pt x="6690616" y="690928"/>
                  </a:lnTo>
                  <a:lnTo>
                    <a:pt x="6725765" y="630026"/>
                  </a:lnTo>
                  <a:lnTo>
                    <a:pt x="6761099" y="572981"/>
                  </a:lnTo>
                  <a:lnTo>
                    <a:pt x="6786527" y="534598"/>
                  </a:lnTo>
                  <a:lnTo>
                    <a:pt x="6834215" y="468801"/>
                  </a:lnTo>
                  <a:lnTo>
                    <a:pt x="6883461" y="409440"/>
                  </a:lnTo>
                  <a:lnTo>
                    <a:pt x="6934989" y="356202"/>
                  </a:lnTo>
                  <a:lnTo>
                    <a:pt x="6989610" y="308554"/>
                  </a:lnTo>
                  <a:lnTo>
                    <a:pt x="7048158" y="265884"/>
                  </a:lnTo>
                  <a:lnTo>
                    <a:pt x="7111419" y="227597"/>
                  </a:lnTo>
                  <a:lnTo>
                    <a:pt x="7180051" y="193160"/>
                  </a:lnTo>
                  <a:lnTo>
                    <a:pt x="7254477" y="162137"/>
                  </a:lnTo>
                  <a:lnTo>
                    <a:pt x="7334742" y="134197"/>
                  </a:lnTo>
                  <a:lnTo>
                    <a:pt x="7420337" y="109125"/>
                  </a:lnTo>
                  <a:lnTo>
                    <a:pt x="7510024" y="86815"/>
                  </a:lnTo>
                  <a:lnTo>
                    <a:pt x="7601690" y="67256"/>
                  </a:lnTo>
                  <a:lnTo>
                    <a:pt x="7692326" y="50498"/>
                  </a:lnTo>
                  <a:lnTo>
                    <a:pt x="7778206" y="36605"/>
                  </a:lnTo>
                  <a:lnTo>
                    <a:pt x="7855318" y="25593"/>
                  </a:lnTo>
                  <a:lnTo>
                    <a:pt x="7920028" y="17375"/>
                  </a:lnTo>
                  <a:lnTo>
                    <a:pt x="7969811" y="11715"/>
                  </a:lnTo>
                  <a:lnTo>
                    <a:pt x="8003861" y="8232"/>
                  </a:lnTo>
                  <a:lnTo>
                    <a:pt x="8023363" y="6430"/>
                  </a:lnTo>
                  <a:lnTo>
                    <a:pt x="8031425" y="5754"/>
                  </a:lnTo>
                  <a:lnTo>
                    <a:pt x="8032819" y="5647"/>
                  </a:lnTo>
                  <a:lnTo>
                    <a:pt x="8554953" y="5647"/>
                  </a:lnTo>
                  <a:lnTo>
                    <a:pt x="8554953" y="0"/>
                  </a:lnTo>
                  <a:lnTo>
                    <a:pt x="8032819" y="0"/>
                  </a:lnTo>
                  <a:lnTo>
                    <a:pt x="8031695" y="86"/>
                  </a:lnTo>
                  <a:lnTo>
                    <a:pt x="8024325" y="699"/>
                  </a:lnTo>
                  <a:lnTo>
                    <a:pt x="8005822" y="2396"/>
                  </a:lnTo>
                  <a:lnTo>
                    <a:pt x="7972943" y="5733"/>
                  </a:lnTo>
                  <a:lnTo>
                    <a:pt x="7924349" y="11213"/>
                  </a:lnTo>
                  <a:lnTo>
                    <a:pt x="7860702" y="19227"/>
                  </a:lnTo>
                  <a:lnTo>
                    <a:pt x="7784412" y="30022"/>
                  </a:lnTo>
                  <a:lnTo>
                    <a:pt x="7699057" y="43696"/>
                  </a:lnTo>
                  <a:lnTo>
                    <a:pt x="7608644" y="60239"/>
                  </a:lnTo>
                  <a:lnTo>
                    <a:pt x="7516940" y="79588"/>
                  </a:lnTo>
                  <a:lnTo>
                    <a:pt x="7427018" y="101690"/>
                  </a:lnTo>
                  <a:lnTo>
                    <a:pt x="7341058" y="126550"/>
                  </a:lnTo>
                  <a:lnTo>
                    <a:pt x="7260363" y="154266"/>
                  </a:lnTo>
                  <a:lnTo>
                    <a:pt x="7185490" y="185045"/>
                  </a:lnTo>
                  <a:lnTo>
                    <a:pt x="7116429" y="219209"/>
                  </a:lnTo>
                  <a:lnTo>
                    <a:pt x="7052782" y="257186"/>
                  </a:lnTo>
                  <a:lnTo>
                    <a:pt x="6993903" y="299503"/>
                  </a:lnTo>
                  <a:lnTo>
                    <a:pt x="6939013" y="346753"/>
                  </a:lnTo>
                  <a:lnTo>
                    <a:pt x="6887279" y="399546"/>
                  </a:lnTo>
                  <a:lnTo>
                    <a:pt x="6837888" y="458428"/>
                  </a:lnTo>
                  <a:lnTo>
                    <a:pt x="6790104" y="523734"/>
                  </a:lnTo>
                  <a:lnTo>
                    <a:pt x="6786527" y="528951"/>
                  </a:lnTo>
                  <a:lnTo>
                    <a:pt x="6750938" y="583299"/>
                  </a:lnTo>
                  <a:lnTo>
                    <a:pt x="6715677" y="641442"/>
                  </a:lnTo>
                  <a:lnTo>
                    <a:pt x="6680547" y="703460"/>
                  </a:lnTo>
                  <a:lnTo>
                    <a:pt x="6645394" y="769372"/>
                  </a:lnTo>
                  <a:lnTo>
                    <a:pt x="6610096" y="839141"/>
                  </a:lnTo>
                  <a:lnTo>
                    <a:pt x="6574567" y="912661"/>
                  </a:lnTo>
                  <a:lnTo>
                    <a:pt x="6538750" y="989754"/>
                  </a:lnTo>
                  <a:lnTo>
                    <a:pt x="6502616" y="1070170"/>
                  </a:lnTo>
                  <a:lnTo>
                    <a:pt x="6466160" y="1153588"/>
                  </a:lnTo>
                  <a:lnTo>
                    <a:pt x="6429400" y="1239616"/>
                  </a:lnTo>
                  <a:lnTo>
                    <a:pt x="6392375" y="1327797"/>
                  </a:lnTo>
                  <a:lnTo>
                    <a:pt x="6355139" y="1417624"/>
                  </a:lnTo>
                  <a:lnTo>
                    <a:pt x="6317759" y="1508542"/>
                  </a:lnTo>
                  <a:lnTo>
                    <a:pt x="6280312" y="1599970"/>
                  </a:lnTo>
                  <a:lnTo>
                    <a:pt x="6242876" y="1691312"/>
                  </a:lnTo>
                  <a:lnTo>
                    <a:pt x="6205530" y="1781976"/>
                  </a:lnTo>
                  <a:lnTo>
                    <a:pt x="6168348" y="1871385"/>
                  </a:lnTo>
                  <a:lnTo>
                    <a:pt x="6131394" y="1958999"/>
                  </a:lnTo>
                  <a:lnTo>
                    <a:pt x="6094718" y="2044322"/>
                  </a:lnTo>
                  <a:lnTo>
                    <a:pt x="6058353" y="2126917"/>
                  </a:lnTo>
                  <a:lnTo>
                    <a:pt x="6022311" y="2206410"/>
                  </a:lnTo>
                  <a:lnTo>
                    <a:pt x="5986581" y="2282501"/>
                  </a:lnTo>
                  <a:lnTo>
                    <a:pt x="5951126" y="2354960"/>
                  </a:lnTo>
                  <a:lnTo>
                    <a:pt x="5915879" y="2423632"/>
                  </a:lnTo>
                  <a:lnTo>
                    <a:pt x="5880746" y="2488429"/>
                  </a:lnTo>
                  <a:lnTo>
                    <a:pt x="5845597" y="2549330"/>
                  </a:lnTo>
                  <a:lnTo>
                    <a:pt x="5810263" y="2606375"/>
                  </a:lnTo>
                  <a:lnTo>
                    <a:pt x="5784835" y="2644758"/>
                  </a:lnTo>
                  <a:lnTo>
                    <a:pt x="5737147" y="2710555"/>
                  </a:lnTo>
                  <a:lnTo>
                    <a:pt x="5687901" y="2769917"/>
                  </a:lnTo>
                  <a:lnTo>
                    <a:pt x="5636373" y="2823154"/>
                  </a:lnTo>
                  <a:lnTo>
                    <a:pt x="5581752" y="2870802"/>
                  </a:lnTo>
                  <a:lnTo>
                    <a:pt x="5523204" y="2913472"/>
                  </a:lnTo>
                  <a:lnTo>
                    <a:pt x="5459943" y="2951760"/>
                  </a:lnTo>
                  <a:lnTo>
                    <a:pt x="5391311" y="2986196"/>
                  </a:lnTo>
                  <a:lnTo>
                    <a:pt x="5316885" y="3017219"/>
                  </a:lnTo>
                  <a:lnTo>
                    <a:pt x="5236620" y="3045159"/>
                  </a:lnTo>
                  <a:lnTo>
                    <a:pt x="5151025" y="3070231"/>
                  </a:lnTo>
                  <a:lnTo>
                    <a:pt x="5061338" y="3092541"/>
                  </a:lnTo>
                  <a:lnTo>
                    <a:pt x="4969672" y="3112100"/>
                  </a:lnTo>
                  <a:lnTo>
                    <a:pt x="4879036" y="3128858"/>
                  </a:lnTo>
                  <a:lnTo>
                    <a:pt x="4793156" y="3142752"/>
                  </a:lnTo>
                  <a:lnTo>
                    <a:pt x="4716044" y="3153763"/>
                  </a:lnTo>
                  <a:lnTo>
                    <a:pt x="4651334" y="3161982"/>
                  </a:lnTo>
                  <a:lnTo>
                    <a:pt x="4601551" y="3167641"/>
                  </a:lnTo>
                  <a:lnTo>
                    <a:pt x="4567501" y="3171124"/>
                  </a:lnTo>
                  <a:lnTo>
                    <a:pt x="4547999" y="3172926"/>
                  </a:lnTo>
                  <a:lnTo>
                    <a:pt x="4539937" y="3173602"/>
                  </a:lnTo>
                  <a:lnTo>
                    <a:pt x="4538543" y="3173710"/>
                  </a:lnTo>
                  <a:lnTo>
                    <a:pt x="4016409" y="3173710"/>
                  </a:lnTo>
                  <a:lnTo>
                    <a:pt x="4015184" y="3173660"/>
                  </a:lnTo>
                  <a:lnTo>
                    <a:pt x="4007164" y="3173309"/>
                  </a:lnTo>
                  <a:lnTo>
                    <a:pt x="3987091" y="3172339"/>
                  </a:lnTo>
                  <a:lnTo>
                    <a:pt x="3951569" y="3170432"/>
                  </a:lnTo>
                  <a:lnTo>
                    <a:pt x="3899365" y="3167307"/>
                  </a:lnTo>
                  <a:lnTo>
                    <a:pt x="3831482" y="3162750"/>
                  </a:lnTo>
                  <a:lnTo>
                    <a:pt x="3750807" y="3156636"/>
                  </a:lnTo>
                  <a:lnTo>
                    <a:pt x="3661394" y="3148922"/>
                  </a:lnTo>
                  <a:lnTo>
                    <a:pt x="3567613" y="3139623"/>
                  </a:lnTo>
                  <a:lnTo>
                    <a:pt x="3473419" y="3128777"/>
                  </a:lnTo>
                  <a:lnTo>
                    <a:pt x="3381901" y="3116408"/>
                  </a:lnTo>
                  <a:lnTo>
                    <a:pt x="3295132" y="3102496"/>
                  </a:lnTo>
                  <a:lnTo>
                    <a:pt x="3214234" y="3086966"/>
                  </a:lnTo>
                  <a:lnTo>
                    <a:pt x="3139565" y="3069674"/>
                  </a:lnTo>
                  <a:lnTo>
                    <a:pt x="3070922" y="3050412"/>
                  </a:lnTo>
                  <a:lnTo>
                    <a:pt x="3007738" y="3028909"/>
                  </a:lnTo>
                  <a:lnTo>
                    <a:pt x="2949228" y="3004845"/>
                  </a:lnTo>
                  <a:lnTo>
                    <a:pt x="2894502" y="2977872"/>
                  </a:lnTo>
                  <a:lnTo>
                    <a:pt x="2842654" y="2947652"/>
                  </a:lnTo>
                  <a:lnTo>
                    <a:pt x="2792834" y="2913929"/>
                  </a:lnTo>
                  <a:lnTo>
                    <a:pt x="2770117" y="2896998"/>
                  </a:lnTo>
                  <a:lnTo>
                    <a:pt x="2725611" y="2861084"/>
                  </a:lnTo>
                  <a:lnTo>
                    <a:pt x="2681538" y="2822037"/>
                  </a:lnTo>
                  <a:lnTo>
                    <a:pt x="2637544" y="2779800"/>
                  </a:lnTo>
                  <a:lnTo>
                    <a:pt x="2593367" y="2734390"/>
                  </a:lnTo>
                  <a:lnTo>
                    <a:pt x="2548829" y="2685906"/>
                  </a:lnTo>
                  <a:lnTo>
                    <a:pt x="2503825" y="2634542"/>
                  </a:lnTo>
                  <a:lnTo>
                    <a:pt x="2458317" y="2580582"/>
                  </a:lnTo>
                  <a:lnTo>
                    <a:pt x="2412324" y="2524404"/>
                  </a:lnTo>
                  <a:lnTo>
                    <a:pt x="2365918" y="2466468"/>
                  </a:lnTo>
                  <a:lnTo>
                    <a:pt x="2319209" y="2407304"/>
                  </a:lnTo>
                  <a:lnTo>
                    <a:pt x="2272337" y="2347493"/>
                  </a:lnTo>
                  <a:lnTo>
                    <a:pt x="2225454" y="2287641"/>
                  </a:lnTo>
                  <a:lnTo>
                    <a:pt x="2178715" y="2228359"/>
                  </a:lnTo>
                  <a:lnTo>
                    <a:pt x="2132263" y="2170231"/>
                  </a:lnTo>
                  <a:lnTo>
                    <a:pt x="2086211" y="2113795"/>
                  </a:lnTo>
                  <a:lnTo>
                    <a:pt x="2040637" y="2059522"/>
                  </a:lnTo>
                  <a:lnTo>
                    <a:pt x="1995568" y="2007800"/>
                  </a:lnTo>
                  <a:lnTo>
                    <a:pt x="1950974" y="1958927"/>
                  </a:lnTo>
                  <a:lnTo>
                    <a:pt x="1906758" y="1913107"/>
                  </a:lnTo>
                  <a:lnTo>
                    <a:pt x="1862753" y="1870453"/>
                  </a:lnTo>
                  <a:lnTo>
                    <a:pt x="1818708" y="1830991"/>
                  </a:lnTo>
                  <a:lnTo>
                    <a:pt x="1774282" y="1794673"/>
                  </a:lnTo>
                  <a:lnTo>
                    <a:pt x="1768425" y="1790153"/>
                  </a:lnTo>
                  <a:lnTo>
                    <a:pt x="1719294" y="1754758"/>
                  </a:lnTo>
                  <a:lnTo>
                    <a:pt x="1668491" y="1722930"/>
                  </a:lnTo>
                  <a:lnTo>
                    <a:pt x="1615217" y="1694484"/>
                  </a:lnTo>
                  <a:lnTo>
                    <a:pt x="1558582" y="1669109"/>
                  </a:lnTo>
                  <a:lnTo>
                    <a:pt x="1497681" y="1646456"/>
                  </a:lnTo>
                  <a:lnTo>
                    <a:pt x="1431667" y="1626187"/>
                  </a:lnTo>
                  <a:lnTo>
                    <a:pt x="1359856" y="1608008"/>
                  </a:lnTo>
                  <a:lnTo>
                    <a:pt x="1281853" y="1591679"/>
                  </a:lnTo>
                  <a:lnTo>
                    <a:pt x="1197730" y="1577027"/>
                  </a:lnTo>
                  <a:lnTo>
                    <a:pt x="1108227" y="1563945"/>
                  </a:lnTo>
                  <a:lnTo>
                    <a:pt x="1014956" y="1552388"/>
                  </a:lnTo>
                  <a:lnTo>
                    <a:pt x="920537" y="1542365"/>
                  </a:lnTo>
                  <a:lnTo>
                    <a:pt x="828557" y="1533908"/>
                  </a:lnTo>
                  <a:lnTo>
                    <a:pt x="743270" y="1527050"/>
                  </a:lnTo>
                  <a:lnTo>
                    <a:pt x="668979" y="1521778"/>
                  </a:lnTo>
                  <a:lnTo>
                    <a:pt x="609221" y="1518008"/>
                  </a:lnTo>
                  <a:lnTo>
                    <a:pt x="565944" y="1515565"/>
                  </a:lnTo>
                  <a:lnTo>
                    <a:pt x="538973" y="1514197"/>
                  </a:lnTo>
                  <a:lnTo>
                    <a:pt x="525889" y="1513597"/>
                  </a:lnTo>
                  <a:lnTo>
                    <a:pt x="522261" y="1513446"/>
                  </a:lnTo>
                  <a:lnTo>
                    <a:pt x="522133" y="1513441"/>
                  </a:lnTo>
                  <a:lnTo>
                    <a:pt x="0" y="1513441"/>
                  </a:lnTo>
                  <a:close/>
                </a:path>
              </a:pathLst>
            </a:custGeom>
            <a:solidFill>
              <a:srgbClr val="8FA8D6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672" name="pl672"/>
            <p:cNvSpPr/>
            <p:nvPr/>
          </p:nvSpPr>
          <p:spPr>
            <a:xfrm>
              <a:off x="386606" y="671652"/>
              <a:ext cx="8554953" cy="3173710"/>
            </a:xfrm>
            <a:custGeom>
              <a:avLst/>
              <a:pathLst>
                <a:path w="8554953" h="3173710">
                  <a:moveTo>
                    <a:pt x="0" y="1513441"/>
                  </a:moveTo>
                  <a:lnTo>
                    <a:pt x="522133" y="1513441"/>
                  </a:lnTo>
                  <a:lnTo>
                    <a:pt x="523359" y="1513491"/>
                  </a:lnTo>
                  <a:lnTo>
                    <a:pt x="531378" y="1513842"/>
                  </a:lnTo>
                  <a:lnTo>
                    <a:pt x="551451" y="1514812"/>
                  </a:lnTo>
                  <a:lnTo>
                    <a:pt x="586974" y="1516719"/>
                  </a:lnTo>
                  <a:lnTo>
                    <a:pt x="639177" y="1519844"/>
                  </a:lnTo>
                  <a:lnTo>
                    <a:pt x="707060" y="1524401"/>
                  </a:lnTo>
                  <a:lnTo>
                    <a:pt x="787736" y="1530515"/>
                  </a:lnTo>
                  <a:lnTo>
                    <a:pt x="877149" y="1538229"/>
                  </a:lnTo>
                  <a:lnTo>
                    <a:pt x="970929" y="1547528"/>
                  </a:lnTo>
                  <a:lnTo>
                    <a:pt x="1065123" y="1558374"/>
                  </a:lnTo>
                  <a:lnTo>
                    <a:pt x="1156641" y="1570743"/>
                  </a:lnTo>
                  <a:lnTo>
                    <a:pt x="1243411" y="1584655"/>
                  </a:lnTo>
                  <a:lnTo>
                    <a:pt x="1324308" y="1600185"/>
                  </a:lnTo>
                  <a:lnTo>
                    <a:pt x="1398977" y="1617477"/>
                  </a:lnTo>
                  <a:lnTo>
                    <a:pt x="1467620" y="1636739"/>
                  </a:lnTo>
                  <a:lnTo>
                    <a:pt x="1530804" y="1658242"/>
                  </a:lnTo>
                  <a:lnTo>
                    <a:pt x="1589315" y="1682306"/>
                  </a:lnTo>
                  <a:lnTo>
                    <a:pt x="1644040" y="1709279"/>
                  </a:lnTo>
                  <a:lnTo>
                    <a:pt x="1695888" y="1739499"/>
                  </a:lnTo>
                  <a:lnTo>
                    <a:pt x="1745708" y="1773222"/>
                  </a:lnTo>
                  <a:lnTo>
                    <a:pt x="1768425" y="1790153"/>
                  </a:lnTo>
                  <a:lnTo>
                    <a:pt x="1812931" y="1826067"/>
                  </a:lnTo>
                  <a:lnTo>
                    <a:pt x="1857004" y="1865114"/>
                  </a:lnTo>
                  <a:lnTo>
                    <a:pt x="1900998" y="1907351"/>
                  </a:lnTo>
                  <a:lnTo>
                    <a:pt x="1945175" y="1952761"/>
                  </a:lnTo>
                  <a:lnTo>
                    <a:pt x="1989713" y="2001245"/>
                  </a:lnTo>
                  <a:lnTo>
                    <a:pt x="2034717" y="2052609"/>
                  </a:lnTo>
                  <a:lnTo>
                    <a:pt x="2080226" y="2106569"/>
                  </a:lnTo>
                  <a:lnTo>
                    <a:pt x="2126218" y="2162747"/>
                  </a:lnTo>
                  <a:lnTo>
                    <a:pt x="2172624" y="2220683"/>
                  </a:lnTo>
                  <a:lnTo>
                    <a:pt x="2219333" y="2279847"/>
                  </a:lnTo>
                  <a:lnTo>
                    <a:pt x="2266206" y="2339658"/>
                  </a:lnTo>
                  <a:lnTo>
                    <a:pt x="2313089" y="2399510"/>
                  </a:lnTo>
                  <a:lnTo>
                    <a:pt x="2359827" y="2458792"/>
                  </a:lnTo>
                  <a:lnTo>
                    <a:pt x="2406280" y="2516920"/>
                  </a:lnTo>
                  <a:lnTo>
                    <a:pt x="2452331" y="2573356"/>
                  </a:lnTo>
                  <a:lnTo>
                    <a:pt x="2497905" y="2627629"/>
                  </a:lnTo>
                  <a:lnTo>
                    <a:pt x="2542974" y="2679351"/>
                  </a:lnTo>
                  <a:lnTo>
                    <a:pt x="2587569" y="2728224"/>
                  </a:lnTo>
                  <a:lnTo>
                    <a:pt x="2631784" y="2774044"/>
                  </a:lnTo>
                  <a:lnTo>
                    <a:pt x="2675789" y="2816698"/>
                  </a:lnTo>
                  <a:lnTo>
                    <a:pt x="2719834" y="2856160"/>
                  </a:lnTo>
                  <a:lnTo>
                    <a:pt x="2764260" y="2892478"/>
                  </a:lnTo>
                  <a:lnTo>
                    <a:pt x="2770117" y="2896998"/>
                  </a:lnTo>
                  <a:lnTo>
                    <a:pt x="2819248" y="2932393"/>
                  </a:lnTo>
                  <a:lnTo>
                    <a:pt x="2870052" y="2964221"/>
                  </a:lnTo>
                  <a:lnTo>
                    <a:pt x="2923326" y="2992667"/>
                  </a:lnTo>
                  <a:lnTo>
                    <a:pt x="2979960" y="3018042"/>
                  </a:lnTo>
                  <a:lnTo>
                    <a:pt x="3040861" y="3040695"/>
                  </a:lnTo>
                  <a:lnTo>
                    <a:pt x="3106875" y="3060964"/>
                  </a:lnTo>
                  <a:lnTo>
                    <a:pt x="3178686" y="3079143"/>
                  </a:lnTo>
                  <a:lnTo>
                    <a:pt x="3256689" y="3095472"/>
                  </a:lnTo>
                  <a:lnTo>
                    <a:pt x="3340812" y="3110124"/>
                  </a:lnTo>
                  <a:lnTo>
                    <a:pt x="3430315" y="3123206"/>
                  </a:lnTo>
                  <a:lnTo>
                    <a:pt x="3523586" y="3134763"/>
                  </a:lnTo>
                  <a:lnTo>
                    <a:pt x="3618005" y="3144786"/>
                  </a:lnTo>
                  <a:lnTo>
                    <a:pt x="3709985" y="3153243"/>
                  </a:lnTo>
                  <a:lnTo>
                    <a:pt x="3795273" y="3160101"/>
                  </a:lnTo>
                  <a:lnTo>
                    <a:pt x="3869563" y="3165373"/>
                  </a:lnTo>
                  <a:lnTo>
                    <a:pt x="3929321" y="3169143"/>
                  </a:lnTo>
                  <a:lnTo>
                    <a:pt x="3972598" y="3171586"/>
                  </a:lnTo>
                  <a:lnTo>
                    <a:pt x="3999569" y="3172954"/>
                  </a:lnTo>
                  <a:lnTo>
                    <a:pt x="4012653" y="3173554"/>
                  </a:lnTo>
                  <a:lnTo>
                    <a:pt x="4016282" y="3173705"/>
                  </a:lnTo>
                  <a:lnTo>
                    <a:pt x="4016409" y="3173710"/>
                  </a:lnTo>
                  <a:lnTo>
                    <a:pt x="4538543" y="3173710"/>
                  </a:lnTo>
                  <a:lnTo>
                    <a:pt x="4539667" y="3173624"/>
                  </a:lnTo>
                  <a:lnTo>
                    <a:pt x="4547037" y="3173010"/>
                  </a:lnTo>
                  <a:lnTo>
                    <a:pt x="4565540" y="3171313"/>
                  </a:lnTo>
                  <a:lnTo>
                    <a:pt x="4598419" y="3167976"/>
                  </a:lnTo>
                  <a:lnTo>
                    <a:pt x="4647013" y="3162497"/>
                  </a:lnTo>
                  <a:lnTo>
                    <a:pt x="4710660" y="3154482"/>
                  </a:lnTo>
                  <a:lnTo>
                    <a:pt x="4786950" y="3143688"/>
                  </a:lnTo>
                  <a:lnTo>
                    <a:pt x="4872305" y="3130013"/>
                  </a:lnTo>
                  <a:lnTo>
                    <a:pt x="4962718" y="3113470"/>
                  </a:lnTo>
                  <a:lnTo>
                    <a:pt x="5054422" y="3094121"/>
                  </a:lnTo>
                  <a:lnTo>
                    <a:pt x="5144344" y="3072019"/>
                  </a:lnTo>
                  <a:lnTo>
                    <a:pt x="5230304" y="3047159"/>
                  </a:lnTo>
                  <a:lnTo>
                    <a:pt x="5310999" y="3019443"/>
                  </a:lnTo>
                  <a:lnTo>
                    <a:pt x="5385872" y="2988664"/>
                  </a:lnTo>
                  <a:lnTo>
                    <a:pt x="5454933" y="2954500"/>
                  </a:lnTo>
                  <a:lnTo>
                    <a:pt x="5518580" y="2916523"/>
                  </a:lnTo>
                  <a:lnTo>
                    <a:pt x="5577459" y="2874206"/>
                  </a:lnTo>
                  <a:lnTo>
                    <a:pt x="5632349" y="2826957"/>
                  </a:lnTo>
                  <a:lnTo>
                    <a:pt x="5684082" y="2774164"/>
                  </a:lnTo>
                  <a:lnTo>
                    <a:pt x="5733474" y="2715281"/>
                  </a:lnTo>
                  <a:lnTo>
                    <a:pt x="5781258" y="2649975"/>
                  </a:lnTo>
                  <a:lnTo>
                    <a:pt x="5784835" y="2644758"/>
                  </a:lnTo>
                  <a:lnTo>
                    <a:pt x="5820424" y="2590410"/>
                  </a:lnTo>
                  <a:lnTo>
                    <a:pt x="5855685" y="2532267"/>
                  </a:lnTo>
                  <a:lnTo>
                    <a:pt x="5890814" y="2470250"/>
                  </a:lnTo>
                  <a:lnTo>
                    <a:pt x="5925968" y="2404337"/>
                  </a:lnTo>
                  <a:lnTo>
                    <a:pt x="5961266" y="2334568"/>
                  </a:lnTo>
                  <a:lnTo>
                    <a:pt x="5996795" y="2261048"/>
                  </a:lnTo>
                  <a:lnTo>
                    <a:pt x="6032611" y="2183955"/>
                  </a:lnTo>
                  <a:lnTo>
                    <a:pt x="6068746" y="2103539"/>
                  </a:lnTo>
                  <a:lnTo>
                    <a:pt x="6105202" y="2020121"/>
                  </a:lnTo>
                  <a:lnTo>
                    <a:pt x="6141962" y="1934094"/>
                  </a:lnTo>
                  <a:lnTo>
                    <a:pt x="6178987" y="1845912"/>
                  </a:lnTo>
                  <a:lnTo>
                    <a:pt x="6216223" y="1756086"/>
                  </a:lnTo>
                  <a:lnTo>
                    <a:pt x="6253603" y="1665168"/>
                  </a:lnTo>
                  <a:lnTo>
                    <a:pt x="6291050" y="1573739"/>
                  </a:lnTo>
                  <a:lnTo>
                    <a:pt x="6328486" y="1482397"/>
                  </a:lnTo>
                  <a:lnTo>
                    <a:pt x="6365832" y="1391733"/>
                  </a:lnTo>
                  <a:lnTo>
                    <a:pt x="6403014" y="1302324"/>
                  </a:lnTo>
                  <a:lnTo>
                    <a:pt x="6439968" y="1214710"/>
                  </a:lnTo>
                  <a:lnTo>
                    <a:pt x="6476644" y="1129387"/>
                  </a:lnTo>
                  <a:lnTo>
                    <a:pt x="6513009" y="1046792"/>
                  </a:lnTo>
                  <a:lnTo>
                    <a:pt x="6549051" y="967299"/>
                  </a:lnTo>
                  <a:lnTo>
                    <a:pt x="6584781" y="891208"/>
                  </a:lnTo>
                  <a:lnTo>
                    <a:pt x="6620236" y="818749"/>
                  </a:lnTo>
                  <a:lnTo>
                    <a:pt x="6655483" y="750078"/>
                  </a:lnTo>
                  <a:lnTo>
                    <a:pt x="6690616" y="685281"/>
                  </a:lnTo>
                  <a:lnTo>
                    <a:pt x="6725765" y="624379"/>
                  </a:lnTo>
                  <a:lnTo>
                    <a:pt x="6761099" y="567334"/>
                  </a:lnTo>
                  <a:lnTo>
                    <a:pt x="6786527" y="528951"/>
                  </a:lnTo>
                  <a:lnTo>
                    <a:pt x="6834215" y="463154"/>
                  </a:lnTo>
                  <a:lnTo>
                    <a:pt x="6883461" y="403793"/>
                  </a:lnTo>
                  <a:lnTo>
                    <a:pt x="6934989" y="350555"/>
                  </a:lnTo>
                  <a:lnTo>
                    <a:pt x="6989610" y="302907"/>
                  </a:lnTo>
                  <a:lnTo>
                    <a:pt x="7048158" y="260237"/>
                  </a:lnTo>
                  <a:lnTo>
                    <a:pt x="7111419" y="221950"/>
                  </a:lnTo>
                  <a:lnTo>
                    <a:pt x="7180051" y="187513"/>
                  </a:lnTo>
                  <a:lnTo>
                    <a:pt x="7254477" y="156490"/>
                  </a:lnTo>
                  <a:lnTo>
                    <a:pt x="7334742" y="128550"/>
                  </a:lnTo>
                  <a:lnTo>
                    <a:pt x="7420337" y="103478"/>
                  </a:lnTo>
                  <a:lnTo>
                    <a:pt x="7510024" y="81168"/>
                  </a:lnTo>
                  <a:lnTo>
                    <a:pt x="7601690" y="61609"/>
                  </a:lnTo>
                  <a:lnTo>
                    <a:pt x="7692326" y="44851"/>
                  </a:lnTo>
                  <a:lnTo>
                    <a:pt x="7778206" y="30958"/>
                  </a:lnTo>
                  <a:lnTo>
                    <a:pt x="7855318" y="19946"/>
                  </a:lnTo>
                  <a:lnTo>
                    <a:pt x="7920028" y="11728"/>
                  </a:lnTo>
                  <a:lnTo>
                    <a:pt x="7969811" y="6068"/>
                  </a:lnTo>
                  <a:lnTo>
                    <a:pt x="8003861" y="2585"/>
                  </a:lnTo>
                  <a:lnTo>
                    <a:pt x="8023363" y="783"/>
                  </a:lnTo>
                  <a:lnTo>
                    <a:pt x="8031425" y="107"/>
                  </a:lnTo>
                  <a:lnTo>
                    <a:pt x="8032819" y="0"/>
                  </a:lnTo>
                  <a:lnTo>
                    <a:pt x="8032819" y="0"/>
                  </a:lnTo>
                  <a:lnTo>
                    <a:pt x="8554953" y="0"/>
                  </a:lnTo>
                  <a:lnTo>
                    <a:pt x="8554953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673" name="pl673"/>
            <p:cNvSpPr/>
            <p:nvPr/>
          </p:nvSpPr>
          <p:spPr>
            <a:xfrm>
              <a:off x="386606" y="666005"/>
              <a:ext cx="8554953" cy="3173710"/>
            </a:xfrm>
            <a:custGeom>
              <a:avLst/>
              <a:pathLst>
                <a:path w="8554953" h="3173710">
                  <a:moveTo>
                    <a:pt x="8554953" y="0"/>
                  </a:moveTo>
                  <a:lnTo>
                    <a:pt x="8032819" y="0"/>
                  </a:lnTo>
                  <a:lnTo>
                    <a:pt x="8031695" y="86"/>
                  </a:lnTo>
                  <a:lnTo>
                    <a:pt x="8024325" y="699"/>
                  </a:lnTo>
                  <a:lnTo>
                    <a:pt x="8005822" y="2396"/>
                  </a:lnTo>
                  <a:lnTo>
                    <a:pt x="7972943" y="5733"/>
                  </a:lnTo>
                  <a:lnTo>
                    <a:pt x="7924349" y="11213"/>
                  </a:lnTo>
                  <a:lnTo>
                    <a:pt x="7860702" y="19227"/>
                  </a:lnTo>
                  <a:lnTo>
                    <a:pt x="7784412" y="30022"/>
                  </a:lnTo>
                  <a:lnTo>
                    <a:pt x="7699057" y="43696"/>
                  </a:lnTo>
                  <a:lnTo>
                    <a:pt x="7608644" y="60239"/>
                  </a:lnTo>
                  <a:lnTo>
                    <a:pt x="7516940" y="79588"/>
                  </a:lnTo>
                  <a:lnTo>
                    <a:pt x="7427018" y="101690"/>
                  </a:lnTo>
                  <a:lnTo>
                    <a:pt x="7341058" y="126550"/>
                  </a:lnTo>
                  <a:lnTo>
                    <a:pt x="7260363" y="154266"/>
                  </a:lnTo>
                  <a:lnTo>
                    <a:pt x="7185490" y="185045"/>
                  </a:lnTo>
                  <a:lnTo>
                    <a:pt x="7116429" y="219209"/>
                  </a:lnTo>
                  <a:lnTo>
                    <a:pt x="7052782" y="257186"/>
                  </a:lnTo>
                  <a:lnTo>
                    <a:pt x="6993903" y="299503"/>
                  </a:lnTo>
                  <a:lnTo>
                    <a:pt x="6939013" y="346753"/>
                  </a:lnTo>
                  <a:lnTo>
                    <a:pt x="6887279" y="399546"/>
                  </a:lnTo>
                  <a:lnTo>
                    <a:pt x="6837888" y="458428"/>
                  </a:lnTo>
                  <a:lnTo>
                    <a:pt x="6790104" y="523734"/>
                  </a:lnTo>
                  <a:lnTo>
                    <a:pt x="6786527" y="528951"/>
                  </a:lnTo>
                  <a:lnTo>
                    <a:pt x="6750938" y="583299"/>
                  </a:lnTo>
                  <a:lnTo>
                    <a:pt x="6715677" y="641442"/>
                  </a:lnTo>
                  <a:lnTo>
                    <a:pt x="6680547" y="703460"/>
                  </a:lnTo>
                  <a:lnTo>
                    <a:pt x="6645394" y="769372"/>
                  </a:lnTo>
                  <a:lnTo>
                    <a:pt x="6610096" y="839141"/>
                  </a:lnTo>
                  <a:lnTo>
                    <a:pt x="6574567" y="912661"/>
                  </a:lnTo>
                  <a:lnTo>
                    <a:pt x="6538750" y="989754"/>
                  </a:lnTo>
                  <a:lnTo>
                    <a:pt x="6502616" y="1070170"/>
                  </a:lnTo>
                  <a:lnTo>
                    <a:pt x="6466160" y="1153588"/>
                  </a:lnTo>
                  <a:lnTo>
                    <a:pt x="6429400" y="1239616"/>
                  </a:lnTo>
                  <a:lnTo>
                    <a:pt x="6392375" y="1327797"/>
                  </a:lnTo>
                  <a:lnTo>
                    <a:pt x="6355139" y="1417624"/>
                  </a:lnTo>
                  <a:lnTo>
                    <a:pt x="6317759" y="1508542"/>
                  </a:lnTo>
                  <a:lnTo>
                    <a:pt x="6280312" y="1599970"/>
                  </a:lnTo>
                  <a:lnTo>
                    <a:pt x="6242876" y="1691312"/>
                  </a:lnTo>
                  <a:lnTo>
                    <a:pt x="6205530" y="1781976"/>
                  </a:lnTo>
                  <a:lnTo>
                    <a:pt x="6168348" y="1871385"/>
                  </a:lnTo>
                  <a:lnTo>
                    <a:pt x="6131394" y="1958999"/>
                  </a:lnTo>
                  <a:lnTo>
                    <a:pt x="6094718" y="2044322"/>
                  </a:lnTo>
                  <a:lnTo>
                    <a:pt x="6058353" y="2126917"/>
                  </a:lnTo>
                  <a:lnTo>
                    <a:pt x="6022311" y="2206410"/>
                  </a:lnTo>
                  <a:lnTo>
                    <a:pt x="5986581" y="2282501"/>
                  </a:lnTo>
                  <a:lnTo>
                    <a:pt x="5951126" y="2354960"/>
                  </a:lnTo>
                  <a:lnTo>
                    <a:pt x="5915879" y="2423632"/>
                  </a:lnTo>
                  <a:lnTo>
                    <a:pt x="5880746" y="2488429"/>
                  </a:lnTo>
                  <a:lnTo>
                    <a:pt x="5845597" y="2549330"/>
                  </a:lnTo>
                  <a:lnTo>
                    <a:pt x="5810263" y="2606375"/>
                  </a:lnTo>
                  <a:lnTo>
                    <a:pt x="5784835" y="2644758"/>
                  </a:lnTo>
                  <a:lnTo>
                    <a:pt x="5737147" y="2710555"/>
                  </a:lnTo>
                  <a:lnTo>
                    <a:pt x="5687901" y="2769917"/>
                  </a:lnTo>
                  <a:lnTo>
                    <a:pt x="5636373" y="2823154"/>
                  </a:lnTo>
                  <a:lnTo>
                    <a:pt x="5581752" y="2870802"/>
                  </a:lnTo>
                  <a:lnTo>
                    <a:pt x="5523204" y="2913472"/>
                  </a:lnTo>
                  <a:lnTo>
                    <a:pt x="5459943" y="2951760"/>
                  </a:lnTo>
                  <a:lnTo>
                    <a:pt x="5391311" y="2986196"/>
                  </a:lnTo>
                  <a:lnTo>
                    <a:pt x="5316885" y="3017219"/>
                  </a:lnTo>
                  <a:lnTo>
                    <a:pt x="5236620" y="3045159"/>
                  </a:lnTo>
                  <a:lnTo>
                    <a:pt x="5151025" y="3070231"/>
                  </a:lnTo>
                  <a:lnTo>
                    <a:pt x="5061338" y="3092541"/>
                  </a:lnTo>
                  <a:lnTo>
                    <a:pt x="4969672" y="3112100"/>
                  </a:lnTo>
                  <a:lnTo>
                    <a:pt x="4879036" y="3128858"/>
                  </a:lnTo>
                  <a:lnTo>
                    <a:pt x="4793156" y="3142752"/>
                  </a:lnTo>
                  <a:lnTo>
                    <a:pt x="4716044" y="3153763"/>
                  </a:lnTo>
                  <a:lnTo>
                    <a:pt x="4651334" y="3161982"/>
                  </a:lnTo>
                  <a:lnTo>
                    <a:pt x="4601551" y="3167641"/>
                  </a:lnTo>
                  <a:lnTo>
                    <a:pt x="4567501" y="3171124"/>
                  </a:lnTo>
                  <a:lnTo>
                    <a:pt x="4547999" y="3172926"/>
                  </a:lnTo>
                  <a:lnTo>
                    <a:pt x="4539937" y="3173602"/>
                  </a:lnTo>
                  <a:lnTo>
                    <a:pt x="4538543" y="3173710"/>
                  </a:lnTo>
                  <a:lnTo>
                    <a:pt x="4538543" y="3173710"/>
                  </a:lnTo>
                  <a:lnTo>
                    <a:pt x="4016409" y="3173710"/>
                  </a:lnTo>
                  <a:lnTo>
                    <a:pt x="4015184" y="3173660"/>
                  </a:lnTo>
                  <a:lnTo>
                    <a:pt x="4007164" y="3173309"/>
                  </a:lnTo>
                  <a:lnTo>
                    <a:pt x="3987091" y="3172339"/>
                  </a:lnTo>
                  <a:lnTo>
                    <a:pt x="3951569" y="3170432"/>
                  </a:lnTo>
                  <a:lnTo>
                    <a:pt x="3899365" y="3167307"/>
                  </a:lnTo>
                  <a:lnTo>
                    <a:pt x="3831482" y="3162750"/>
                  </a:lnTo>
                  <a:lnTo>
                    <a:pt x="3750807" y="3156636"/>
                  </a:lnTo>
                  <a:lnTo>
                    <a:pt x="3661394" y="3148922"/>
                  </a:lnTo>
                  <a:lnTo>
                    <a:pt x="3567613" y="3139623"/>
                  </a:lnTo>
                  <a:lnTo>
                    <a:pt x="3473419" y="3128777"/>
                  </a:lnTo>
                  <a:lnTo>
                    <a:pt x="3381901" y="3116408"/>
                  </a:lnTo>
                  <a:lnTo>
                    <a:pt x="3295132" y="3102496"/>
                  </a:lnTo>
                  <a:lnTo>
                    <a:pt x="3214234" y="3086966"/>
                  </a:lnTo>
                  <a:lnTo>
                    <a:pt x="3139565" y="3069674"/>
                  </a:lnTo>
                  <a:lnTo>
                    <a:pt x="3070922" y="3050412"/>
                  </a:lnTo>
                  <a:lnTo>
                    <a:pt x="3007738" y="3028909"/>
                  </a:lnTo>
                  <a:lnTo>
                    <a:pt x="2949228" y="3004845"/>
                  </a:lnTo>
                  <a:lnTo>
                    <a:pt x="2894502" y="2977872"/>
                  </a:lnTo>
                  <a:lnTo>
                    <a:pt x="2842654" y="2947652"/>
                  </a:lnTo>
                  <a:lnTo>
                    <a:pt x="2792834" y="2913929"/>
                  </a:lnTo>
                  <a:lnTo>
                    <a:pt x="2770117" y="2896998"/>
                  </a:lnTo>
                  <a:lnTo>
                    <a:pt x="2725611" y="2861084"/>
                  </a:lnTo>
                  <a:lnTo>
                    <a:pt x="2681538" y="2822037"/>
                  </a:lnTo>
                  <a:lnTo>
                    <a:pt x="2637544" y="2779800"/>
                  </a:lnTo>
                  <a:lnTo>
                    <a:pt x="2593367" y="2734390"/>
                  </a:lnTo>
                  <a:lnTo>
                    <a:pt x="2548829" y="2685906"/>
                  </a:lnTo>
                  <a:lnTo>
                    <a:pt x="2503825" y="2634542"/>
                  </a:lnTo>
                  <a:lnTo>
                    <a:pt x="2458317" y="2580582"/>
                  </a:lnTo>
                  <a:lnTo>
                    <a:pt x="2412324" y="2524404"/>
                  </a:lnTo>
                  <a:lnTo>
                    <a:pt x="2365918" y="2466468"/>
                  </a:lnTo>
                  <a:lnTo>
                    <a:pt x="2319209" y="2407304"/>
                  </a:lnTo>
                  <a:lnTo>
                    <a:pt x="2272337" y="2347493"/>
                  </a:lnTo>
                  <a:lnTo>
                    <a:pt x="2225454" y="2287641"/>
                  </a:lnTo>
                  <a:lnTo>
                    <a:pt x="2178715" y="2228359"/>
                  </a:lnTo>
                  <a:lnTo>
                    <a:pt x="2132263" y="2170231"/>
                  </a:lnTo>
                  <a:lnTo>
                    <a:pt x="2086211" y="2113795"/>
                  </a:lnTo>
                  <a:lnTo>
                    <a:pt x="2040637" y="2059522"/>
                  </a:lnTo>
                  <a:lnTo>
                    <a:pt x="1995568" y="2007800"/>
                  </a:lnTo>
                  <a:lnTo>
                    <a:pt x="1950974" y="1958927"/>
                  </a:lnTo>
                  <a:lnTo>
                    <a:pt x="1906758" y="1913107"/>
                  </a:lnTo>
                  <a:lnTo>
                    <a:pt x="1862753" y="1870453"/>
                  </a:lnTo>
                  <a:lnTo>
                    <a:pt x="1818708" y="1830991"/>
                  </a:lnTo>
                  <a:lnTo>
                    <a:pt x="1774282" y="1794673"/>
                  </a:lnTo>
                  <a:lnTo>
                    <a:pt x="1768425" y="1790153"/>
                  </a:lnTo>
                  <a:lnTo>
                    <a:pt x="1719294" y="1754758"/>
                  </a:lnTo>
                  <a:lnTo>
                    <a:pt x="1668491" y="1722930"/>
                  </a:lnTo>
                  <a:lnTo>
                    <a:pt x="1615217" y="1694484"/>
                  </a:lnTo>
                  <a:lnTo>
                    <a:pt x="1558582" y="1669109"/>
                  </a:lnTo>
                  <a:lnTo>
                    <a:pt x="1497681" y="1646456"/>
                  </a:lnTo>
                  <a:lnTo>
                    <a:pt x="1431667" y="1626187"/>
                  </a:lnTo>
                  <a:lnTo>
                    <a:pt x="1359856" y="1608008"/>
                  </a:lnTo>
                  <a:lnTo>
                    <a:pt x="1281853" y="1591679"/>
                  </a:lnTo>
                  <a:lnTo>
                    <a:pt x="1197730" y="1577027"/>
                  </a:lnTo>
                  <a:lnTo>
                    <a:pt x="1108227" y="1563945"/>
                  </a:lnTo>
                  <a:lnTo>
                    <a:pt x="1014956" y="1552388"/>
                  </a:lnTo>
                  <a:lnTo>
                    <a:pt x="920537" y="1542365"/>
                  </a:lnTo>
                  <a:lnTo>
                    <a:pt x="828557" y="1533908"/>
                  </a:lnTo>
                  <a:lnTo>
                    <a:pt x="743270" y="1527050"/>
                  </a:lnTo>
                  <a:lnTo>
                    <a:pt x="668979" y="1521778"/>
                  </a:lnTo>
                  <a:lnTo>
                    <a:pt x="609221" y="1518008"/>
                  </a:lnTo>
                  <a:lnTo>
                    <a:pt x="565944" y="1515565"/>
                  </a:lnTo>
                  <a:lnTo>
                    <a:pt x="538973" y="1514197"/>
                  </a:lnTo>
                  <a:lnTo>
                    <a:pt x="525889" y="1513597"/>
                  </a:lnTo>
                  <a:lnTo>
                    <a:pt x="522261" y="1513446"/>
                  </a:lnTo>
                  <a:lnTo>
                    <a:pt x="522133" y="1513441"/>
                  </a:lnTo>
                  <a:lnTo>
                    <a:pt x="0" y="1513441"/>
                  </a:lnTo>
                  <a:lnTo>
                    <a:pt x="0" y="1513441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674" name="pg674"/>
            <p:cNvSpPr/>
            <p:nvPr/>
          </p:nvSpPr>
          <p:spPr>
            <a:xfrm>
              <a:off x="386606" y="1196839"/>
              <a:ext cx="8554953" cy="2659817"/>
            </a:xfrm>
            <a:custGeom>
              <a:avLst/>
              <a:pathLst>
                <a:path w="8554953" h="2659817">
                  <a:moveTo>
                    <a:pt x="0" y="999549"/>
                  </a:moveTo>
                  <a:lnTo>
                    <a:pt x="522133" y="999549"/>
                  </a:lnTo>
                  <a:lnTo>
                    <a:pt x="523359" y="999598"/>
                  </a:lnTo>
                  <a:lnTo>
                    <a:pt x="531378" y="999949"/>
                  </a:lnTo>
                  <a:lnTo>
                    <a:pt x="551451" y="1000920"/>
                  </a:lnTo>
                  <a:lnTo>
                    <a:pt x="586974" y="1002827"/>
                  </a:lnTo>
                  <a:lnTo>
                    <a:pt x="639177" y="1005952"/>
                  </a:lnTo>
                  <a:lnTo>
                    <a:pt x="707060" y="1010508"/>
                  </a:lnTo>
                  <a:lnTo>
                    <a:pt x="787736" y="1016622"/>
                  </a:lnTo>
                  <a:lnTo>
                    <a:pt x="877149" y="1024337"/>
                  </a:lnTo>
                  <a:lnTo>
                    <a:pt x="970929" y="1033635"/>
                  </a:lnTo>
                  <a:lnTo>
                    <a:pt x="1065123" y="1044481"/>
                  </a:lnTo>
                  <a:lnTo>
                    <a:pt x="1156641" y="1056851"/>
                  </a:lnTo>
                  <a:lnTo>
                    <a:pt x="1243411" y="1070762"/>
                  </a:lnTo>
                  <a:lnTo>
                    <a:pt x="1324308" y="1086293"/>
                  </a:lnTo>
                  <a:lnTo>
                    <a:pt x="1398977" y="1103584"/>
                  </a:lnTo>
                  <a:lnTo>
                    <a:pt x="1467620" y="1122847"/>
                  </a:lnTo>
                  <a:lnTo>
                    <a:pt x="1530804" y="1144349"/>
                  </a:lnTo>
                  <a:lnTo>
                    <a:pt x="1589315" y="1168413"/>
                  </a:lnTo>
                  <a:lnTo>
                    <a:pt x="1644040" y="1195386"/>
                  </a:lnTo>
                  <a:lnTo>
                    <a:pt x="1695888" y="1225606"/>
                  </a:lnTo>
                  <a:lnTo>
                    <a:pt x="1745708" y="1259329"/>
                  </a:lnTo>
                  <a:lnTo>
                    <a:pt x="1768425" y="1276260"/>
                  </a:lnTo>
                  <a:lnTo>
                    <a:pt x="1812931" y="1312175"/>
                  </a:lnTo>
                  <a:lnTo>
                    <a:pt x="1857004" y="1351221"/>
                  </a:lnTo>
                  <a:lnTo>
                    <a:pt x="1900998" y="1393458"/>
                  </a:lnTo>
                  <a:lnTo>
                    <a:pt x="1945175" y="1438869"/>
                  </a:lnTo>
                  <a:lnTo>
                    <a:pt x="1989713" y="1487352"/>
                  </a:lnTo>
                  <a:lnTo>
                    <a:pt x="2034717" y="1538717"/>
                  </a:lnTo>
                  <a:lnTo>
                    <a:pt x="2080226" y="1592676"/>
                  </a:lnTo>
                  <a:lnTo>
                    <a:pt x="2126218" y="1648854"/>
                  </a:lnTo>
                  <a:lnTo>
                    <a:pt x="2172624" y="1706790"/>
                  </a:lnTo>
                  <a:lnTo>
                    <a:pt x="2219333" y="1765954"/>
                  </a:lnTo>
                  <a:lnTo>
                    <a:pt x="2266206" y="1825766"/>
                  </a:lnTo>
                  <a:lnTo>
                    <a:pt x="2313089" y="1885617"/>
                  </a:lnTo>
                  <a:lnTo>
                    <a:pt x="2359827" y="1944900"/>
                  </a:lnTo>
                  <a:lnTo>
                    <a:pt x="2406280" y="2003028"/>
                  </a:lnTo>
                  <a:lnTo>
                    <a:pt x="2452331" y="2059463"/>
                  </a:lnTo>
                  <a:lnTo>
                    <a:pt x="2497905" y="2113736"/>
                  </a:lnTo>
                  <a:lnTo>
                    <a:pt x="2542974" y="2165458"/>
                  </a:lnTo>
                  <a:lnTo>
                    <a:pt x="2587569" y="2214331"/>
                  </a:lnTo>
                  <a:lnTo>
                    <a:pt x="2631784" y="2260151"/>
                  </a:lnTo>
                  <a:lnTo>
                    <a:pt x="2675789" y="2302806"/>
                  </a:lnTo>
                  <a:lnTo>
                    <a:pt x="2719834" y="2342267"/>
                  </a:lnTo>
                  <a:lnTo>
                    <a:pt x="2764260" y="2378585"/>
                  </a:lnTo>
                  <a:lnTo>
                    <a:pt x="2770117" y="2383106"/>
                  </a:lnTo>
                  <a:lnTo>
                    <a:pt x="2819248" y="2418500"/>
                  </a:lnTo>
                  <a:lnTo>
                    <a:pt x="2870052" y="2450328"/>
                  </a:lnTo>
                  <a:lnTo>
                    <a:pt x="2923326" y="2478774"/>
                  </a:lnTo>
                  <a:lnTo>
                    <a:pt x="2979960" y="2504149"/>
                  </a:lnTo>
                  <a:lnTo>
                    <a:pt x="3040861" y="2526802"/>
                  </a:lnTo>
                  <a:lnTo>
                    <a:pt x="3106875" y="2547071"/>
                  </a:lnTo>
                  <a:lnTo>
                    <a:pt x="3178686" y="2565250"/>
                  </a:lnTo>
                  <a:lnTo>
                    <a:pt x="3256689" y="2581579"/>
                  </a:lnTo>
                  <a:lnTo>
                    <a:pt x="3340812" y="2596231"/>
                  </a:lnTo>
                  <a:lnTo>
                    <a:pt x="3430315" y="2609314"/>
                  </a:lnTo>
                  <a:lnTo>
                    <a:pt x="3523586" y="2620870"/>
                  </a:lnTo>
                  <a:lnTo>
                    <a:pt x="3618005" y="2630894"/>
                  </a:lnTo>
                  <a:lnTo>
                    <a:pt x="3709985" y="2639350"/>
                  </a:lnTo>
                  <a:lnTo>
                    <a:pt x="3795273" y="2646208"/>
                  </a:lnTo>
                  <a:lnTo>
                    <a:pt x="3869563" y="2651480"/>
                  </a:lnTo>
                  <a:lnTo>
                    <a:pt x="3929321" y="2655250"/>
                  </a:lnTo>
                  <a:lnTo>
                    <a:pt x="3972598" y="2657693"/>
                  </a:lnTo>
                  <a:lnTo>
                    <a:pt x="3999569" y="2659062"/>
                  </a:lnTo>
                  <a:lnTo>
                    <a:pt x="4012653" y="2659661"/>
                  </a:lnTo>
                  <a:lnTo>
                    <a:pt x="4016282" y="2659812"/>
                  </a:lnTo>
                  <a:lnTo>
                    <a:pt x="4016409" y="2659817"/>
                  </a:lnTo>
                  <a:lnTo>
                    <a:pt x="4538543" y="2659817"/>
                  </a:lnTo>
                  <a:lnTo>
                    <a:pt x="4539707" y="2659743"/>
                  </a:lnTo>
                  <a:lnTo>
                    <a:pt x="4547333" y="2659212"/>
                  </a:lnTo>
                  <a:lnTo>
                    <a:pt x="4566455" y="2657743"/>
                  </a:lnTo>
                  <a:lnTo>
                    <a:pt x="4600379" y="2654858"/>
                  </a:lnTo>
                  <a:lnTo>
                    <a:pt x="4650405" y="2650123"/>
                  </a:lnTo>
                  <a:lnTo>
                    <a:pt x="4715739" y="2643205"/>
                  </a:lnTo>
                  <a:lnTo>
                    <a:pt x="4793786" y="2633902"/>
                  </a:lnTo>
                  <a:lnTo>
                    <a:pt x="4880780" y="2622136"/>
                  </a:lnTo>
                  <a:lnTo>
                    <a:pt x="4972565" y="2607923"/>
                  </a:lnTo>
                  <a:lnTo>
                    <a:pt x="5065296" y="2591318"/>
                  </a:lnTo>
                  <a:lnTo>
                    <a:pt x="5155889" y="2572364"/>
                  </a:lnTo>
                  <a:lnTo>
                    <a:pt x="5242201" y="2551046"/>
                  </a:lnTo>
                  <a:lnTo>
                    <a:pt x="5323000" y="2527268"/>
                  </a:lnTo>
                  <a:lnTo>
                    <a:pt x="5397806" y="2500835"/>
                  </a:lnTo>
                  <a:lnTo>
                    <a:pt x="5466706" y="2471456"/>
                  </a:lnTo>
                  <a:lnTo>
                    <a:pt x="5530166" y="2438742"/>
                  </a:lnTo>
                  <a:lnTo>
                    <a:pt x="5588889" y="2402226"/>
                  </a:lnTo>
                  <a:lnTo>
                    <a:pt x="5643698" y="2361390"/>
                  </a:lnTo>
                  <a:lnTo>
                    <a:pt x="5695457" y="2315707"/>
                  </a:lnTo>
                  <a:lnTo>
                    <a:pt x="5744999" y="2264735"/>
                  </a:lnTo>
                  <a:lnTo>
                    <a:pt x="5784835" y="2218397"/>
                  </a:lnTo>
                  <a:lnTo>
                    <a:pt x="5823036" y="2169568"/>
                  </a:lnTo>
                  <a:lnTo>
                    <a:pt x="5860878" y="2117080"/>
                  </a:lnTo>
                  <a:lnTo>
                    <a:pt x="5898596" y="2060859"/>
                  </a:lnTo>
                  <a:lnTo>
                    <a:pt x="5936376" y="2000893"/>
                  </a:lnTo>
                  <a:lnTo>
                    <a:pt x="5974355" y="1937239"/>
                  </a:lnTo>
                  <a:lnTo>
                    <a:pt x="6012628" y="1870032"/>
                  </a:lnTo>
                  <a:lnTo>
                    <a:pt x="6051251" y="1799485"/>
                  </a:lnTo>
                  <a:lnTo>
                    <a:pt x="6090247" y="1725893"/>
                  </a:lnTo>
                  <a:lnTo>
                    <a:pt x="6129604" y="1649627"/>
                  </a:lnTo>
                  <a:lnTo>
                    <a:pt x="6169283" y="1571136"/>
                  </a:lnTo>
                  <a:lnTo>
                    <a:pt x="6209224" y="1490931"/>
                  </a:lnTo>
                  <a:lnTo>
                    <a:pt x="6249345" y="1409572"/>
                  </a:lnTo>
                  <a:lnTo>
                    <a:pt x="6289555" y="1327659"/>
                  </a:lnTo>
                  <a:lnTo>
                    <a:pt x="6329755" y="1245804"/>
                  </a:lnTo>
                  <a:lnTo>
                    <a:pt x="6369849" y="1164623"/>
                  </a:lnTo>
                  <a:lnTo>
                    <a:pt x="6409745" y="1084705"/>
                  </a:lnTo>
                  <a:lnTo>
                    <a:pt x="6449366" y="1006605"/>
                  </a:lnTo>
                  <a:lnTo>
                    <a:pt x="6488656" y="930822"/>
                  </a:lnTo>
                  <a:lnTo>
                    <a:pt x="6527580" y="857789"/>
                  </a:lnTo>
                  <a:lnTo>
                    <a:pt x="6566133" y="787865"/>
                  </a:lnTo>
                  <a:lnTo>
                    <a:pt x="6604344" y="721329"/>
                  </a:lnTo>
                  <a:lnTo>
                    <a:pt x="6642275" y="658377"/>
                  </a:lnTo>
                  <a:lnTo>
                    <a:pt x="6680031" y="599130"/>
                  </a:lnTo>
                  <a:lnTo>
                    <a:pt x="6717757" y="543631"/>
                  </a:lnTo>
                  <a:lnTo>
                    <a:pt x="6755648" y="491856"/>
                  </a:lnTo>
                  <a:lnTo>
                    <a:pt x="6786527" y="452714"/>
                  </a:lnTo>
                  <a:lnTo>
                    <a:pt x="6834792" y="397183"/>
                  </a:lnTo>
                  <a:lnTo>
                    <a:pt x="6884661" y="347149"/>
                  </a:lnTo>
                  <a:lnTo>
                    <a:pt x="6936886" y="302338"/>
                  </a:lnTo>
                  <a:lnTo>
                    <a:pt x="6992309" y="262286"/>
                  </a:lnTo>
                  <a:lnTo>
                    <a:pt x="7051793" y="226463"/>
                  </a:lnTo>
                  <a:lnTo>
                    <a:pt x="7116147" y="194356"/>
                  </a:lnTo>
                  <a:lnTo>
                    <a:pt x="7186042" y="165511"/>
                  </a:lnTo>
                  <a:lnTo>
                    <a:pt x="7261890" y="139555"/>
                  </a:lnTo>
                  <a:lnTo>
                    <a:pt x="7343693" y="116212"/>
                  </a:lnTo>
                  <a:lnTo>
                    <a:pt x="7430857" y="95307"/>
                  </a:lnTo>
                  <a:lnTo>
                    <a:pt x="7521998" y="76757"/>
                  </a:lnTo>
                  <a:lnTo>
                    <a:pt x="7614811" y="60561"/>
                  </a:lnTo>
                  <a:lnTo>
                    <a:pt x="7706060" y="46767"/>
                  </a:lnTo>
                  <a:lnTo>
                    <a:pt x="7791804" y="35427"/>
                  </a:lnTo>
                  <a:lnTo>
                    <a:pt x="7867903" y="26545"/>
                  </a:lnTo>
                  <a:lnTo>
                    <a:pt x="7930736" y="20023"/>
                  </a:lnTo>
                  <a:lnTo>
                    <a:pt x="7977981" y="15634"/>
                  </a:lnTo>
                  <a:lnTo>
                    <a:pt x="8009198" y="13026"/>
                  </a:lnTo>
                  <a:lnTo>
                    <a:pt x="8026047" y="11754"/>
                  </a:lnTo>
                  <a:lnTo>
                    <a:pt x="8032153" y="11336"/>
                  </a:lnTo>
                  <a:lnTo>
                    <a:pt x="8032819" y="11294"/>
                  </a:lnTo>
                  <a:lnTo>
                    <a:pt x="8554953" y="11294"/>
                  </a:lnTo>
                  <a:lnTo>
                    <a:pt x="8554953" y="0"/>
                  </a:lnTo>
                  <a:lnTo>
                    <a:pt x="8032819" y="0"/>
                  </a:lnTo>
                  <a:lnTo>
                    <a:pt x="8031655" y="74"/>
                  </a:lnTo>
                  <a:lnTo>
                    <a:pt x="8024029" y="605"/>
                  </a:lnTo>
                  <a:lnTo>
                    <a:pt x="8004907" y="2073"/>
                  </a:lnTo>
                  <a:lnTo>
                    <a:pt x="7970983" y="4959"/>
                  </a:lnTo>
                  <a:lnTo>
                    <a:pt x="7920957" y="9694"/>
                  </a:lnTo>
                  <a:lnTo>
                    <a:pt x="7855623" y="16611"/>
                  </a:lnTo>
                  <a:lnTo>
                    <a:pt x="7777575" y="25914"/>
                  </a:lnTo>
                  <a:lnTo>
                    <a:pt x="7690582" y="37680"/>
                  </a:lnTo>
                  <a:lnTo>
                    <a:pt x="7598797" y="51893"/>
                  </a:lnTo>
                  <a:lnTo>
                    <a:pt x="7506066" y="68498"/>
                  </a:lnTo>
                  <a:lnTo>
                    <a:pt x="7415473" y="87453"/>
                  </a:lnTo>
                  <a:lnTo>
                    <a:pt x="7329161" y="108771"/>
                  </a:lnTo>
                  <a:lnTo>
                    <a:pt x="7248362" y="132549"/>
                  </a:lnTo>
                  <a:lnTo>
                    <a:pt x="7173556" y="158981"/>
                  </a:lnTo>
                  <a:lnTo>
                    <a:pt x="7104656" y="188361"/>
                  </a:lnTo>
                  <a:lnTo>
                    <a:pt x="7041196" y="221075"/>
                  </a:lnTo>
                  <a:lnTo>
                    <a:pt x="6982473" y="257590"/>
                  </a:lnTo>
                  <a:lnTo>
                    <a:pt x="6927664" y="298427"/>
                  </a:lnTo>
                  <a:lnTo>
                    <a:pt x="6875905" y="344109"/>
                  </a:lnTo>
                  <a:lnTo>
                    <a:pt x="6826363" y="395081"/>
                  </a:lnTo>
                  <a:lnTo>
                    <a:pt x="6786527" y="441420"/>
                  </a:lnTo>
                  <a:lnTo>
                    <a:pt x="6748326" y="490248"/>
                  </a:lnTo>
                  <a:lnTo>
                    <a:pt x="6710484" y="542736"/>
                  </a:lnTo>
                  <a:lnTo>
                    <a:pt x="6672766" y="598957"/>
                  </a:lnTo>
                  <a:lnTo>
                    <a:pt x="6634986" y="658924"/>
                  </a:lnTo>
                  <a:lnTo>
                    <a:pt x="6597007" y="722577"/>
                  </a:lnTo>
                  <a:lnTo>
                    <a:pt x="6558734" y="789784"/>
                  </a:lnTo>
                  <a:lnTo>
                    <a:pt x="6520111" y="860331"/>
                  </a:lnTo>
                  <a:lnTo>
                    <a:pt x="6481115" y="933924"/>
                  </a:lnTo>
                  <a:lnTo>
                    <a:pt x="6441758" y="1010189"/>
                  </a:lnTo>
                  <a:lnTo>
                    <a:pt x="6402079" y="1088680"/>
                  </a:lnTo>
                  <a:lnTo>
                    <a:pt x="6362138" y="1168886"/>
                  </a:lnTo>
                  <a:lnTo>
                    <a:pt x="6322017" y="1250244"/>
                  </a:lnTo>
                  <a:lnTo>
                    <a:pt x="6281807" y="1332158"/>
                  </a:lnTo>
                  <a:lnTo>
                    <a:pt x="6241607" y="1414012"/>
                  </a:lnTo>
                  <a:lnTo>
                    <a:pt x="6201513" y="1495194"/>
                  </a:lnTo>
                  <a:lnTo>
                    <a:pt x="6161617" y="1575112"/>
                  </a:lnTo>
                  <a:lnTo>
                    <a:pt x="6121996" y="1653212"/>
                  </a:lnTo>
                  <a:lnTo>
                    <a:pt x="6082706" y="1728995"/>
                  </a:lnTo>
                  <a:lnTo>
                    <a:pt x="6043782" y="1802028"/>
                  </a:lnTo>
                  <a:lnTo>
                    <a:pt x="6005229" y="1871952"/>
                  </a:lnTo>
                  <a:lnTo>
                    <a:pt x="5967018" y="1938488"/>
                  </a:lnTo>
                  <a:lnTo>
                    <a:pt x="5929087" y="2001439"/>
                  </a:lnTo>
                  <a:lnTo>
                    <a:pt x="5891331" y="2060687"/>
                  </a:lnTo>
                  <a:lnTo>
                    <a:pt x="5853604" y="2116186"/>
                  </a:lnTo>
                  <a:lnTo>
                    <a:pt x="5815714" y="2167961"/>
                  </a:lnTo>
                  <a:lnTo>
                    <a:pt x="5784835" y="2207102"/>
                  </a:lnTo>
                  <a:lnTo>
                    <a:pt x="5736570" y="2262634"/>
                  </a:lnTo>
                  <a:lnTo>
                    <a:pt x="5686701" y="2312668"/>
                  </a:lnTo>
                  <a:lnTo>
                    <a:pt x="5634476" y="2357478"/>
                  </a:lnTo>
                  <a:lnTo>
                    <a:pt x="5579053" y="2397531"/>
                  </a:lnTo>
                  <a:lnTo>
                    <a:pt x="5519569" y="2433353"/>
                  </a:lnTo>
                  <a:lnTo>
                    <a:pt x="5455215" y="2465460"/>
                  </a:lnTo>
                  <a:lnTo>
                    <a:pt x="5385320" y="2494306"/>
                  </a:lnTo>
                  <a:lnTo>
                    <a:pt x="5309472" y="2520262"/>
                  </a:lnTo>
                  <a:lnTo>
                    <a:pt x="5227669" y="2543604"/>
                  </a:lnTo>
                  <a:lnTo>
                    <a:pt x="5140505" y="2564510"/>
                  </a:lnTo>
                  <a:lnTo>
                    <a:pt x="5049364" y="2583060"/>
                  </a:lnTo>
                  <a:lnTo>
                    <a:pt x="4956551" y="2599256"/>
                  </a:lnTo>
                  <a:lnTo>
                    <a:pt x="4865302" y="2613050"/>
                  </a:lnTo>
                  <a:lnTo>
                    <a:pt x="4779557" y="2624389"/>
                  </a:lnTo>
                  <a:lnTo>
                    <a:pt x="4703459" y="2633272"/>
                  </a:lnTo>
                  <a:lnTo>
                    <a:pt x="4640626" y="2639794"/>
                  </a:lnTo>
                  <a:lnTo>
                    <a:pt x="4593381" y="2644183"/>
                  </a:lnTo>
                  <a:lnTo>
                    <a:pt x="4562164" y="2646791"/>
                  </a:lnTo>
                  <a:lnTo>
                    <a:pt x="4545315" y="2648062"/>
                  </a:lnTo>
                  <a:lnTo>
                    <a:pt x="4539209" y="2648481"/>
                  </a:lnTo>
                  <a:lnTo>
                    <a:pt x="4538543" y="2648523"/>
                  </a:lnTo>
                  <a:lnTo>
                    <a:pt x="4016409" y="2648523"/>
                  </a:lnTo>
                  <a:lnTo>
                    <a:pt x="4015184" y="2648474"/>
                  </a:lnTo>
                  <a:lnTo>
                    <a:pt x="4007164" y="2648123"/>
                  </a:lnTo>
                  <a:lnTo>
                    <a:pt x="3987091" y="2647152"/>
                  </a:lnTo>
                  <a:lnTo>
                    <a:pt x="3951569" y="2645245"/>
                  </a:lnTo>
                  <a:lnTo>
                    <a:pt x="3899365" y="2642120"/>
                  </a:lnTo>
                  <a:lnTo>
                    <a:pt x="3831482" y="2637563"/>
                  </a:lnTo>
                  <a:lnTo>
                    <a:pt x="3750807" y="2631449"/>
                  </a:lnTo>
                  <a:lnTo>
                    <a:pt x="3661394" y="2623735"/>
                  </a:lnTo>
                  <a:lnTo>
                    <a:pt x="3567613" y="2614436"/>
                  </a:lnTo>
                  <a:lnTo>
                    <a:pt x="3473419" y="2603591"/>
                  </a:lnTo>
                  <a:lnTo>
                    <a:pt x="3381901" y="2591221"/>
                  </a:lnTo>
                  <a:lnTo>
                    <a:pt x="3295132" y="2577309"/>
                  </a:lnTo>
                  <a:lnTo>
                    <a:pt x="3214234" y="2561779"/>
                  </a:lnTo>
                  <a:lnTo>
                    <a:pt x="3139565" y="2544487"/>
                  </a:lnTo>
                  <a:lnTo>
                    <a:pt x="3070922" y="2525225"/>
                  </a:lnTo>
                  <a:lnTo>
                    <a:pt x="3007738" y="2503722"/>
                  </a:lnTo>
                  <a:lnTo>
                    <a:pt x="2949228" y="2479658"/>
                  </a:lnTo>
                  <a:lnTo>
                    <a:pt x="2894502" y="2452685"/>
                  </a:lnTo>
                  <a:lnTo>
                    <a:pt x="2842654" y="2422466"/>
                  </a:lnTo>
                  <a:lnTo>
                    <a:pt x="2792834" y="2388742"/>
                  </a:lnTo>
                  <a:lnTo>
                    <a:pt x="2770117" y="2371811"/>
                  </a:lnTo>
                  <a:lnTo>
                    <a:pt x="2725611" y="2335897"/>
                  </a:lnTo>
                  <a:lnTo>
                    <a:pt x="2681538" y="2296850"/>
                  </a:lnTo>
                  <a:lnTo>
                    <a:pt x="2637544" y="2254614"/>
                  </a:lnTo>
                  <a:lnTo>
                    <a:pt x="2593367" y="2209203"/>
                  </a:lnTo>
                  <a:lnTo>
                    <a:pt x="2548829" y="2160719"/>
                  </a:lnTo>
                  <a:lnTo>
                    <a:pt x="2503825" y="2109355"/>
                  </a:lnTo>
                  <a:lnTo>
                    <a:pt x="2458317" y="2055395"/>
                  </a:lnTo>
                  <a:lnTo>
                    <a:pt x="2412324" y="1999217"/>
                  </a:lnTo>
                  <a:lnTo>
                    <a:pt x="2365918" y="1941281"/>
                  </a:lnTo>
                  <a:lnTo>
                    <a:pt x="2319209" y="1882117"/>
                  </a:lnTo>
                  <a:lnTo>
                    <a:pt x="2272337" y="1822306"/>
                  </a:lnTo>
                  <a:lnTo>
                    <a:pt x="2225454" y="1762454"/>
                  </a:lnTo>
                  <a:lnTo>
                    <a:pt x="2178715" y="1703172"/>
                  </a:lnTo>
                  <a:lnTo>
                    <a:pt x="2132263" y="1645044"/>
                  </a:lnTo>
                  <a:lnTo>
                    <a:pt x="2086211" y="1588608"/>
                  </a:lnTo>
                  <a:lnTo>
                    <a:pt x="2040637" y="1534335"/>
                  </a:lnTo>
                  <a:lnTo>
                    <a:pt x="1995568" y="1482613"/>
                  </a:lnTo>
                  <a:lnTo>
                    <a:pt x="1950974" y="1433741"/>
                  </a:lnTo>
                  <a:lnTo>
                    <a:pt x="1906758" y="1387920"/>
                  </a:lnTo>
                  <a:lnTo>
                    <a:pt x="1862753" y="1345266"/>
                  </a:lnTo>
                  <a:lnTo>
                    <a:pt x="1818708" y="1305804"/>
                  </a:lnTo>
                  <a:lnTo>
                    <a:pt x="1774282" y="1269486"/>
                  </a:lnTo>
                  <a:lnTo>
                    <a:pt x="1768425" y="1264966"/>
                  </a:lnTo>
                  <a:lnTo>
                    <a:pt x="1719294" y="1229571"/>
                  </a:lnTo>
                  <a:lnTo>
                    <a:pt x="1668491" y="1197743"/>
                  </a:lnTo>
                  <a:lnTo>
                    <a:pt x="1615217" y="1169297"/>
                  </a:lnTo>
                  <a:lnTo>
                    <a:pt x="1558582" y="1143922"/>
                  </a:lnTo>
                  <a:lnTo>
                    <a:pt x="1497681" y="1121269"/>
                  </a:lnTo>
                  <a:lnTo>
                    <a:pt x="1431667" y="1101001"/>
                  </a:lnTo>
                  <a:lnTo>
                    <a:pt x="1359856" y="1082821"/>
                  </a:lnTo>
                  <a:lnTo>
                    <a:pt x="1281853" y="1066492"/>
                  </a:lnTo>
                  <a:lnTo>
                    <a:pt x="1197730" y="1051840"/>
                  </a:lnTo>
                  <a:lnTo>
                    <a:pt x="1108227" y="1038758"/>
                  </a:lnTo>
                  <a:lnTo>
                    <a:pt x="1014956" y="1027202"/>
                  </a:lnTo>
                  <a:lnTo>
                    <a:pt x="920537" y="1017178"/>
                  </a:lnTo>
                  <a:lnTo>
                    <a:pt x="828557" y="1008721"/>
                  </a:lnTo>
                  <a:lnTo>
                    <a:pt x="743270" y="1001863"/>
                  </a:lnTo>
                  <a:lnTo>
                    <a:pt x="668979" y="996591"/>
                  </a:lnTo>
                  <a:lnTo>
                    <a:pt x="609221" y="992821"/>
                  </a:lnTo>
                  <a:lnTo>
                    <a:pt x="565944" y="990379"/>
                  </a:lnTo>
                  <a:lnTo>
                    <a:pt x="538973" y="989010"/>
                  </a:lnTo>
                  <a:lnTo>
                    <a:pt x="525889" y="988411"/>
                  </a:lnTo>
                  <a:lnTo>
                    <a:pt x="522261" y="988259"/>
                  </a:lnTo>
                  <a:lnTo>
                    <a:pt x="522133" y="988254"/>
                  </a:lnTo>
                  <a:lnTo>
                    <a:pt x="0" y="988254"/>
                  </a:lnTo>
                  <a:close/>
                </a:path>
              </a:pathLst>
            </a:custGeom>
            <a:solidFill>
              <a:srgbClr val="8FA8D6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675" name="pl675"/>
            <p:cNvSpPr/>
            <p:nvPr/>
          </p:nvSpPr>
          <p:spPr>
            <a:xfrm>
              <a:off x="386606" y="1208133"/>
              <a:ext cx="8554953" cy="2648523"/>
            </a:xfrm>
            <a:custGeom>
              <a:avLst/>
              <a:pathLst>
                <a:path w="8554953" h="2648523">
                  <a:moveTo>
                    <a:pt x="0" y="988254"/>
                  </a:moveTo>
                  <a:lnTo>
                    <a:pt x="522133" y="988254"/>
                  </a:lnTo>
                  <a:lnTo>
                    <a:pt x="523359" y="988304"/>
                  </a:lnTo>
                  <a:lnTo>
                    <a:pt x="531378" y="988655"/>
                  </a:lnTo>
                  <a:lnTo>
                    <a:pt x="551451" y="989625"/>
                  </a:lnTo>
                  <a:lnTo>
                    <a:pt x="586974" y="991532"/>
                  </a:lnTo>
                  <a:lnTo>
                    <a:pt x="639177" y="994657"/>
                  </a:lnTo>
                  <a:lnTo>
                    <a:pt x="707060" y="999214"/>
                  </a:lnTo>
                  <a:lnTo>
                    <a:pt x="787736" y="1005328"/>
                  </a:lnTo>
                  <a:lnTo>
                    <a:pt x="877149" y="1013042"/>
                  </a:lnTo>
                  <a:lnTo>
                    <a:pt x="970929" y="1022341"/>
                  </a:lnTo>
                  <a:lnTo>
                    <a:pt x="1065123" y="1033187"/>
                  </a:lnTo>
                  <a:lnTo>
                    <a:pt x="1156641" y="1045556"/>
                  </a:lnTo>
                  <a:lnTo>
                    <a:pt x="1243411" y="1059468"/>
                  </a:lnTo>
                  <a:lnTo>
                    <a:pt x="1324308" y="1074998"/>
                  </a:lnTo>
                  <a:lnTo>
                    <a:pt x="1398977" y="1092290"/>
                  </a:lnTo>
                  <a:lnTo>
                    <a:pt x="1467620" y="1111552"/>
                  </a:lnTo>
                  <a:lnTo>
                    <a:pt x="1530804" y="1133055"/>
                  </a:lnTo>
                  <a:lnTo>
                    <a:pt x="1589315" y="1157119"/>
                  </a:lnTo>
                  <a:lnTo>
                    <a:pt x="1644040" y="1184092"/>
                  </a:lnTo>
                  <a:lnTo>
                    <a:pt x="1695888" y="1214312"/>
                  </a:lnTo>
                  <a:lnTo>
                    <a:pt x="1745708" y="1248035"/>
                  </a:lnTo>
                  <a:lnTo>
                    <a:pt x="1768425" y="1264966"/>
                  </a:lnTo>
                  <a:lnTo>
                    <a:pt x="1812931" y="1300880"/>
                  </a:lnTo>
                  <a:lnTo>
                    <a:pt x="1857004" y="1339927"/>
                  </a:lnTo>
                  <a:lnTo>
                    <a:pt x="1900998" y="1382164"/>
                  </a:lnTo>
                  <a:lnTo>
                    <a:pt x="1945175" y="1427574"/>
                  </a:lnTo>
                  <a:lnTo>
                    <a:pt x="1989713" y="1476058"/>
                  </a:lnTo>
                  <a:lnTo>
                    <a:pt x="2034717" y="1527422"/>
                  </a:lnTo>
                  <a:lnTo>
                    <a:pt x="2080226" y="1581382"/>
                  </a:lnTo>
                  <a:lnTo>
                    <a:pt x="2126218" y="1637560"/>
                  </a:lnTo>
                  <a:lnTo>
                    <a:pt x="2172624" y="1695496"/>
                  </a:lnTo>
                  <a:lnTo>
                    <a:pt x="2219333" y="1754660"/>
                  </a:lnTo>
                  <a:lnTo>
                    <a:pt x="2266206" y="1814471"/>
                  </a:lnTo>
                  <a:lnTo>
                    <a:pt x="2313089" y="1874323"/>
                  </a:lnTo>
                  <a:lnTo>
                    <a:pt x="2359827" y="1933606"/>
                  </a:lnTo>
                  <a:lnTo>
                    <a:pt x="2406280" y="1991733"/>
                  </a:lnTo>
                  <a:lnTo>
                    <a:pt x="2452331" y="2048169"/>
                  </a:lnTo>
                  <a:lnTo>
                    <a:pt x="2497905" y="2102442"/>
                  </a:lnTo>
                  <a:lnTo>
                    <a:pt x="2542974" y="2154164"/>
                  </a:lnTo>
                  <a:lnTo>
                    <a:pt x="2587569" y="2203037"/>
                  </a:lnTo>
                  <a:lnTo>
                    <a:pt x="2631784" y="2248857"/>
                  </a:lnTo>
                  <a:lnTo>
                    <a:pt x="2675789" y="2291511"/>
                  </a:lnTo>
                  <a:lnTo>
                    <a:pt x="2719834" y="2330973"/>
                  </a:lnTo>
                  <a:lnTo>
                    <a:pt x="2764260" y="2367291"/>
                  </a:lnTo>
                  <a:lnTo>
                    <a:pt x="2770117" y="2371811"/>
                  </a:lnTo>
                  <a:lnTo>
                    <a:pt x="2819248" y="2407206"/>
                  </a:lnTo>
                  <a:lnTo>
                    <a:pt x="2870052" y="2439034"/>
                  </a:lnTo>
                  <a:lnTo>
                    <a:pt x="2923326" y="2467480"/>
                  </a:lnTo>
                  <a:lnTo>
                    <a:pt x="2979960" y="2492855"/>
                  </a:lnTo>
                  <a:lnTo>
                    <a:pt x="3040861" y="2515508"/>
                  </a:lnTo>
                  <a:lnTo>
                    <a:pt x="3106875" y="2535777"/>
                  </a:lnTo>
                  <a:lnTo>
                    <a:pt x="3178686" y="2553956"/>
                  </a:lnTo>
                  <a:lnTo>
                    <a:pt x="3256689" y="2570285"/>
                  </a:lnTo>
                  <a:lnTo>
                    <a:pt x="3340812" y="2584937"/>
                  </a:lnTo>
                  <a:lnTo>
                    <a:pt x="3430315" y="2598019"/>
                  </a:lnTo>
                  <a:lnTo>
                    <a:pt x="3523586" y="2609576"/>
                  </a:lnTo>
                  <a:lnTo>
                    <a:pt x="3618005" y="2619599"/>
                  </a:lnTo>
                  <a:lnTo>
                    <a:pt x="3709985" y="2628056"/>
                  </a:lnTo>
                  <a:lnTo>
                    <a:pt x="3795273" y="2634914"/>
                  </a:lnTo>
                  <a:lnTo>
                    <a:pt x="3869563" y="2640186"/>
                  </a:lnTo>
                  <a:lnTo>
                    <a:pt x="3929321" y="2643956"/>
                  </a:lnTo>
                  <a:lnTo>
                    <a:pt x="3972598" y="2646399"/>
                  </a:lnTo>
                  <a:lnTo>
                    <a:pt x="3999569" y="2647767"/>
                  </a:lnTo>
                  <a:lnTo>
                    <a:pt x="4012653" y="2648367"/>
                  </a:lnTo>
                  <a:lnTo>
                    <a:pt x="4016282" y="2648518"/>
                  </a:lnTo>
                  <a:lnTo>
                    <a:pt x="4016409" y="2648523"/>
                  </a:lnTo>
                  <a:lnTo>
                    <a:pt x="4538543" y="2648523"/>
                  </a:lnTo>
                  <a:lnTo>
                    <a:pt x="4539707" y="2648448"/>
                  </a:lnTo>
                  <a:lnTo>
                    <a:pt x="4547333" y="2647917"/>
                  </a:lnTo>
                  <a:lnTo>
                    <a:pt x="4566455" y="2646449"/>
                  </a:lnTo>
                  <a:lnTo>
                    <a:pt x="4600379" y="2643563"/>
                  </a:lnTo>
                  <a:lnTo>
                    <a:pt x="4650405" y="2638828"/>
                  </a:lnTo>
                  <a:lnTo>
                    <a:pt x="4715739" y="2631911"/>
                  </a:lnTo>
                  <a:lnTo>
                    <a:pt x="4793786" y="2622608"/>
                  </a:lnTo>
                  <a:lnTo>
                    <a:pt x="4880780" y="2610842"/>
                  </a:lnTo>
                  <a:lnTo>
                    <a:pt x="4972565" y="2596629"/>
                  </a:lnTo>
                  <a:lnTo>
                    <a:pt x="5065296" y="2580024"/>
                  </a:lnTo>
                  <a:lnTo>
                    <a:pt x="5155889" y="2561069"/>
                  </a:lnTo>
                  <a:lnTo>
                    <a:pt x="5242201" y="2539752"/>
                  </a:lnTo>
                  <a:lnTo>
                    <a:pt x="5323000" y="2515973"/>
                  </a:lnTo>
                  <a:lnTo>
                    <a:pt x="5397806" y="2489541"/>
                  </a:lnTo>
                  <a:lnTo>
                    <a:pt x="5466706" y="2460162"/>
                  </a:lnTo>
                  <a:lnTo>
                    <a:pt x="5530166" y="2427448"/>
                  </a:lnTo>
                  <a:lnTo>
                    <a:pt x="5588889" y="2390932"/>
                  </a:lnTo>
                  <a:lnTo>
                    <a:pt x="5643698" y="2350095"/>
                  </a:lnTo>
                  <a:lnTo>
                    <a:pt x="5695457" y="2304413"/>
                  </a:lnTo>
                  <a:lnTo>
                    <a:pt x="5744999" y="2253441"/>
                  </a:lnTo>
                  <a:lnTo>
                    <a:pt x="5784835" y="2207102"/>
                  </a:lnTo>
                  <a:lnTo>
                    <a:pt x="5823036" y="2158274"/>
                  </a:lnTo>
                  <a:lnTo>
                    <a:pt x="5860878" y="2105786"/>
                  </a:lnTo>
                  <a:lnTo>
                    <a:pt x="5898596" y="2049565"/>
                  </a:lnTo>
                  <a:lnTo>
                    <a:pt x="5936376" y="1989598"/>
                  </a:lnTo>
                  <a:lnTo>
                    <a:pt x="5974355" y="1925945"/>
                  </a:lnTo>
                  <a:lnTo>
                    <a:pt x="6012628" y="1858738"/>
                  </a:lnTo>
                  <a:lnTo>
                    <a:pt x="6051251" y="1788191"/>
                  </a:lnTo>
                  <a:lnTo>
                    <a:pt x="6090247" y="1714598"/>
                  </a:lnTo>
                  <a:lnTo>
                    <a:pt x="6129604" y="1638333"/>
                  </a:lnTo>
                  <a:lnTo>
                    <a:pt x="6169283" y="1559842"/>
                  </a:lnTo>
                  <a:lnTo>
                    <a:pt x="6209224" y="1479636"/>
                  </a:lnTo>
                  <a:lnTo>
                    <a:pt x="6249345" y="1398278"/>
                  </a:lnTo>
                  <a:lnTo>
                    <a:pt x="6289555" y="1316364"/>
                  </a:lnTo>
                  <a:lnTo>
                    <a:pt x="6329755" y="1234510"/>
                  </a:lnTo>
                  <a:lnTo>
                    <a:pt x="6369849" y="1153328"/>
                  </a:lnTo>
                  <a:lnTo>
                    <a:pt x="6409745" y="1073410"/>
                  </a:lnTo>
                  <a:lnTo>
                    <a:pt x="6449366" y="995310"/>
                  </a:lnTo>
                  <a:lnTo>
                    <a:pt x="6488656" y="919527"/>
                  </a:lnTo>
                  <a:lnTo>
                    <a:pt x="6527580" y="846495"/>
                  </a:lnTo>
                  <a:lnTo>
                    <a:pt x="6566133" y="776571"/>
                  </a:lnTo>
                  <a:lnTo>
                    <a:pt x="6604344" y="710034"/>
                  </a:lnTo>
                  <a:lnTo>
                    <a:pt x="6642275" y="647083"/>
                  </a:lnTo>
                  <a:lnTo>
                    <a:pt x="6680031" y="587836"/>
                  </a:lnTo>
                  <a:lnTo>
                    <a:pt x="6717757" y="532336"/>
                  </a:lnTo>
                  <a:lnTo>
                    <a:pt x="6755648" y="480561"/>
                  </a:lnTo>
                  <a:lnTo>
                    <a:pt x="6786527" y="441420"/>
                  </a:lnTo>
                  <a:lnTo>
                    <a:pt x="6834792" y="385889"/>
                  </a:lnTo>
                  <a:lnTo>
                    <a:pt x="6884661" y="335854"/>
                  </a:lnTo>
                  <a:lnTo>
                    <a:pt x="6936886" y="291044"/>
                  </a:lnTo>
                  <a:lnTo>
                    <a:pt x="6992309" y="250992"/>
                  </a:lnTo>
                  <a:lnTo>
                    <a:pt x="7051793" y="215169"/>
                  </a:lnTo>
                  <a:lnTo>
                    <a:pt x="7116147" y="183062"/>
                  </a:lnTo>
                  <a:lnTo>
                    <a:pt x="7186042" y="154216"/>
                  </a:lnTo>
                  <a:lnTo>
                    <a:pt x="7261890" y="128261"/>
                  </a:lnTo>
                  <a:lnTo>
                    <a:pt x="7343693" y="104918"/>
                  </a:lnTo>
                  <a:lnTo>
                    <a:pt x="7430857" y="84013"/>
                  </a:lnTo>
                  <a:lnTo>
                    <a:pt x="7521998" y="65463"/>
                  </a:lnTo>
                  <a:lnTo>
                    <a:pt x="7614811" y="49267"/>
                  </a:lnTo>
                  <a:lnTo>
                    <a:pt x="7706060" y="35473"/>
                  </a:lnTo>
                  <a:lnTo>
                    <a:pt x="7791804" y="24133"/>
                  </a:lnTo>
                  <a:lnTo>
                    <a:pt x="7867903" y="15251"/>
                  </a:lnTo>
                  <a:lnTo>
                    <a:pt x="7930736" y="8728"/>
                  </a:lnTo>
                  <a:lnTo>
                    <a:pt x="7977981" y="4340"/>
                  </a:lnTo>
                  <a:lnTo>
                    <a:pt x="8009198" y="1731"/>
                  </a:lnTo>
                  <a:lnTo>
                    <a:pt x="8026047" y="460"/>
                  </a:lnTo>
                  <a:lnTo>
                    <a:pt x="8032153" y="42"/>
                  </a:lnTo>
                  <a:lnTo>
                    <a:pt x="8032819" y="0"/>
                  </a:lnTo>
                  <a:lnTo>
                    <a:pt x="8554953" y="0"/>
                  </a:lnTo>
                  <a:lnTo>
                    <a:pt x="8554953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676" name="pl676"/>
            <p:cNvSpPr/>
            <p:nvPr/>
          </p:nvSpPr>
          <p:spPr>
            <a:xfrm>
              <a:off x="386606" y="1196839"/>
              <a:ext cx="8554953" cy="2648523"/>
            </a:xfrm>
            <a:custGeom>
              <a:avLst/>
              <a:pathLst>
                <a:path w="8554953" h="2648523">
                  <a:moveTo>
                    <a:pt x="8554953" y="0"/>
                  </a:moveTo>
                  <a:lnTo>
                    <a:pt x="8032819" y="0"/>
                  </a:lnTo>
                  <a:lnTo>
                    <a:pt x="8031655" y="74"/>
                  </a:lnTo>
                  <a:lnTo>
                    <a:pt x="8024029" y="605"/>
                  </a:lnTo>
                  <a:lnTo>
                    <a:pt x="8004907" y="2073"/>
                  </a:lnTo>
                  <a:lnTo>
                    <a:pt x="7970983" y="4959"/>
                  </a:lnTo>
                  <a:lnTo>
                    <a:pt x="7920957" y="9694"/>
                  </a:lnTo>
                  <a:lnTo>
                    <a:pt x="7855623" y="16611"/>
                  </a:lnTo>
                  <a:lnTo>
                    <a:pt x="7777575" y="25914"/>
                  </a:lnTo>
                  <a:lnTo>
                    <a:pt x="7690582" y="37680"/>
                  </a:lnTo>
                  <a:lnTo>
                    <a:pt x="7598797" y="51893"/>
                  </a:lnTo>
                  <a:lnTo>
                    <a:pt x="7506066" y="68498"/>
                  </a:lnTo>
                  <a:lnTo>
                    <a:pt x="7415473" y="87453"/>
                  </a:lnTo>
                  <a:lnTo>
                    <a:pt x="7329161" y="108771"/>
                  </a:lnTo>
                  <a:lnTo>
                    <a:pt x="7248362" y="132549"/>
                  </a:lnTo>
                  <a:lnTo>
                    <a:pt x="7173556" y="158981"/>
                  </a:lnTo>
                  <a:lnTo>
                    <a:pt x="7104656" y="188361"/>
                  </a:lnTo>
                  <a:lnTo>
                    <a:pt x="7041196" y="221075"/>
                  </a:lnTo>
                  <a:lnTo>
                    <a:pt x="6982473" y="257590"/>
                  </a:lnTo>
                  <a:lnTo>
                    <a:pt x="6927664" y="298427"/>
                  </a:lnTo>
                  <a:lnTo>
                    <a:pt x="6875905" y="344109"/>
                  </a:lnTo>
                  <a:lnTo>
                    <a:pt x="6826363" y="395081"/>
                  </a:lnTo>
                  <a:lnTo>
                    <a:pt x="6786527" y="441420"/>
                  </a:lnTo>
                  <a:lnTo>
                    <a:pt x="6748326" y="490248"/>
                  </a:lnTo>
                  <a:lnTo>
                    <a:pt x="6710484" y="542736"/>
                  </a:lnTo>
                  <a:lnTo>
                    <a:pt x="6672766" y="598957"/>
                  </a:lnTo>
                  <a:lnTo>
                    <a:pt x="6634986" y="658924"/>
                  </a:lnTo>
                  <a:lnTo>
                    <a:pt x="6597007" y="722577"/>
                  </a:lnTo>
                  <a:lnTo>
                    <a:pt x="6558734" y="789784"/>
                  </a:lnTo>
                  <a:lnTo>
                    <a:pt x="6520111" y="860331"/>
                  </a:lnTo>
                  <a:lnTo>
                    <a:pt x="6481115" y="933924"/>
                  </a:lnTo>
                  <a:lnTo>
                    <a:pt x="6441758" y="1010189"/>
                  </a:lnTo>
                  <a:lnTo>
                    <a:pt x="6402079" y="1088680"/>
                  </a:lnTo>
                  <a:lnTo>
                    <a:pt x="6362138" y="1168886"/>
                  </a:lnTo>
                  <a:lnTo>
                    <a:pt x="6322017" y="1250244"/>
                  </a:lnTo>
                  <a:lnTo>
                    <a:pt x="6281807" y="1332158"/>
                  </a:lnTo>
                  <a:lnTo>
                    <a:pt x="6241607" y="1414012"/>
                  </a:lnTo>
                  <a:lnTo>
                    <a:pt x="6201513" y="1495194"/>
                  </a:lnTo>
                  <a:lnTo>
                    <a:pt x="6161617" y="1575112"/>
                  </a:lnTo>
                  <a:lnTo>
                    <a:pt x="6121996" y="1653212"/>
                  </a:lnTo>
                  <a:lnTo>
                    <a:pt x="6082706" y="1728995"/>
                  </a:lnTo>
                  <a:lnTo>
                    <a:pt x="6043782" y="1802028"/>
                  </a:lnTo>
                  <a:lnTo>
                    <a:pt x="6005229" y="1871952"/>
                  </a:lnTo>
                  <a:lnTo>
                    <a:pt x="5967018" y="1938488"/>
                  </a:lnTo>
                  <a:lnTo>
                    <a:pt x="5929087" y="2001439"/>
                  </a:lnTo>
                  <a:lnTo>
                    <a:pt x="5891331" y="2060687"/>
                  </a:lnTo>
                  <a:lnTo>
                    <a:pt x="5853604" y="2116186"/>
                  </a:lnTo>
                  <a:lnTo>
                    <a:pt x="5815714" y="2167961"/>
                  </a:lnTo>
                  <a:lnTo>
                    <a:pt x="5784835" y="2207102"/>
                  </a:lnTo>
                  <a:lnTo>
                    <a:pt x="5736570" y="2262634"/>
                  </a:lnTo>
                  <a:lnTo>
                    <a:pt x="5686701" y="2312668"/>
                  </a:lnTo>
                  <a:lnTo>
                    <a:pt x="5634476" y="2357478"/>
                  </a:lnTo>
                  <a:lnTo>
                    <a:pt x="5579053" y="2397531"/>
                  </a:lnTo>
                  <a:lnTo>
                    <a:pt x="5519569" y="2433353"/>
                  </a:lnTo>
                  <a:lnTo>
                    <a:pt x="5455215" y="2465460"/>
                  </a:lnTo>
                  <a:lnTo>
                    <a:pt x="5385320" y="2494306"/>
                  </a:lnTo>
                  <a:lnTo>
                    <a:pt x="5309472" y="2520262"/>
                  </a:lnTo>
                  <a:lnTo>
                    <a:pt x="5227669" y="2543604"/>
                  </a:lnTo>
                  <a:lnTo>
                    <a:pt x="5140505" y="2564510"/>
                  </a:lnTo>
                  <a:lnTo>
                    <a:pt x="5049364" y="2583060"/>
                  </a:lnTo>
                  <a:lnTo>
                    <a:pt x="4956551" y="2599256"/>
                  </a:lnTo>
                  <a:lnTo>
                    <a:pt x="4865302" y="2613050"/>
                  </a:lnTo>
                  <a:lnTo>
                    <a:pt x="4779557" y="2624389"/>
                  </a:lnTo>
                  <a:lnTo>
                    <a:pt x="4703459" y="2633272"/>
                  </a:lnTo>
                  <a:lnTo>
                    <a:pt x="4640626" y="2639794"/>
                  </a:lnTo>
                  <a:lnTo>
                    <a:pt x="4593381" y="2644183"/>
                  </a:lnTo>
                  <a:lnTo>
                    <a:pt x="4562164" y="2646791"/>
                  </a:lnTo>
                  <a:lnTo>
                    <a:pt x="4545315" y="2648062"/>
                  </a:lnTo>
                  <a:lnTo>
                    <a:pt x="4539209" y="2648481"/>
                  </a:lnTo>
                  <a:lnTo>
                    <a:pt x="4538543" y="2648523"/>
                  </a:lnTo>
                  <a:lnTo>
                    <a:pt x="4016409" y="2648523"/>
                  </a:lnTo>
                  <a:lnTo>
                    <a:pt x="4015184" y="2648474"/>
                  </a:lnTo>
                  <a:lnTo>
                    <a:pt x="4007164" y="2648123"/>
                  </a:lnTo>
                  <a:lnTo>
                    <a:pt x="3987091" y="2647152"/>
                  </a:lnTo>
                  <a:lnTo>
                    <a:pt x="3951569" y="2645245"/>
                  </a:lnTo>
                  <a:lnTo>
                    <a:pt x="3899365" y="2642120"/>
                  </a:lnTo>
                  <a:lnTo>
                    <a:pt x="3831482" y="2637563"/>
                  </a:lnTo>
                  <a:lnTo>
                    <a:pt x="3750807" y="2631449"/>
                  </a:lnTo>
                  <a:lnTo>
                    <a:pt x="3661394" y="2623735"/>
                  </a:lnTo>
                  <a:lnTo>
                    <a:pt x="3567613" y="2614436"/>
                  </a:lnTo>
                  <a:lnTo>
                    <a:pt x="3473419" y="2603591"/>
                  </a:lnTo>
                  <a:lnTo>
                    <a:pt x="3381901" y="2591221"/>
                  </a:lnTo>
                  <a:lnTo>
                    <a:pt x="3295132" y="2577309"/>
                  </a:lnTo>
                  <a:lnTo>
                    <a:pt x="3214234" y="2561779"/>
                  </a:lnTo>
                  <a:lnTo>
                    <a:pt x="3139565" y="2544487"/>
                  </a:lnTo>
                  <a:lnTo>
                    <a:pt x="3070922" y="2525225"/>
                  </a:lnTo>
                  <a:lnTo>
                    <a:pt x="3007738" y="2503722"/>
                  </a:lnTo>
                  <a:lnTo>
                    <a:pt x="2949228" y="2479658"/>
                  </a:lnTo>
                  <a:lnTo>
                    <a:pt x="2894502" y="2452685"/>
                  </a:lnTo>
                  <a:lnTo>
                    <a:pt x="2842654" y="2422466"/>
                  </a:lnTo>
                  <a:lnTo>
                    <a:pt x="2792834" y="2388742"/>
                  </a:lnTo>
                  <a:lnTo>
                    <a:pt x="2770117" y="2371811"/>
                  </a:lnTo>
                  <a:lnTo>
                    <a:pt x="2725611" y="2335897"/>
                  </a:lnTo>
                  <a:lnTo>
                    <a:pt x="2681538" y="2296850"/>
                  </a:lnTo>
                  <a:lnTo>
                    <a:pt x="2637544" y="2254614"/>
                  </a:lnTo>
                  <a:lnTo>
                    <a:pt x="2593367" y="2209203"/>
                  </a:lnTo>
                  <a:lnTo>
                    <a:pt x="2548829" y="2160719"/>
                  </a:lnTo>
                  <a:lnTo>
                    <a:pt x="2503825" y="2109355"/>
                  </a:lnTo>
                  <a:lnTo>
                    <a:pt x="2458317" y="2055395"/>
                  </a:lnTo>
                  <a:lnTo>
                    <a:pt x="2412324" y="1999217"/>
                  </a:lnTo>
                  <a:lnTo>
                    <a:pt x="2365918" y="1941281"/>
                  </a:lnTo>
                  <a:lnTo>
                    <a:pt x="2319209" y="1882117"/>
                  </a:lnTo>
                  <a:lnTo>
                    <a:pt x="2272337" y="1822306"/>
                  </a:lnTo>
                  <a:lnTo>
                    <a:pt x="2225454" y="1762454"/>
                  </a:lnTo>
                  <a:lnTo>
                    <a:pt x="2178715" y="1703172"/>
                  </a:lnTo>
                  <a:lnTo>
                    <a:pt x="2132263" y="1645044"/>
                  </a:lnTo>
                  <a:lnTo>
                    <a:pt x="2086211" y="1588608"/>
                  </a:lnTo>
                  <a:lnTo>
                    <a:pt x="2040637" y="1534335"/>
                  </a:lnTo>
                  <a:lnTo>
                    <a:pt x="1995568" y="1482613"/>
                  </a:lnTo>
                  <a:lnTo>
                    <a:pt x="1950974" y="1433741"/>
                  </a:lnTo>
                  <a:lnTo>
                    <a:pt x="1906758" y="1387920"/>
                  </a:lnTo>
                  <a:lnTo>
                    <a:pt x="1862753" y="1345266"/>
                  </a:lnTo>
                  <a:lnTo>
                    <a:pt x="1818708" y="1305804"/>
                  </a:lnTo>
                  <a:lnTo>
                    <a:pt x="1774282" y="1269486"/>
                  </a:lnTo>
                  <a:lnTo>
                    <a:pt x="1768425" y="1264966"/>
                  </a:lnTo>
                  <a:lnTo>
                    <a:pt x="1719294" y="1229571"/>
                  </a:lnTo>
                  <a:lnTo>
                    <a:pt x="1668491" y="1197743"/>
                  </a:lnTo>
                  <a:lnTo>
                    <a:pt x="1615217" y="1169297"/>
                  </a:lnTo>
                  <a:lnTo>
                    <a:pt x="1558582" y="1143922"/>
                  </a:lnTo>
                  <a:lnTo>
                    <a:pt x="1497681" y="1121269"/>
                  </a:lnTo>
                  <a:lnTo>
                    <a:pt x="1431667" y="1101001"/>
                  </a:lnTo>
                  <a:lnTo>
                    <a:pt x="1359856" y="1082821"/>
                  </a:lnTo>
                  <a:lnTo>
                    <a:pt x="1281853" y="1066492"/>
                  </a:lnTo>
                  <a:lnTo>
                    <a:pt x="1197730" y="1051840"/>
                  </a:lnTo>
                  <a:lnTo>
                    <a:pt x="1108227" y="1038758"/>
                  </a:lnTo>
                  <a:lnTo>
                    <a:pt x="1014956" y="1027202"/>
                  </a:lnTo>
                  <a:lnTo>
                    <a:pt x="920537" y="1017178"/>
                  </a:lnTo>
                  <a:lnTo>
                    <a:pt x="828557" y="1008721"/>
                  </a:lnTo>
                  <a:lnTo>
                    <a:pt x="743270" y="1001863"/>
                  </a:lnTo>
                  <a:lnTo>
                    <a:pt x="668979" y="996591"/>
                  </a:lnTo>
                  <a:lnTo>
                    <a:pt x="609221" y="992821"/>
                  </a:lnTo>
                  <a:lnTo>
                    <a:pt x="565944" y="990379"/>
                  </a:lnTo>
                  <a:lnTo>
                    <a:pt x="538973" y="989010"/>
                  </a:lnTo>
                  <a:lnTo>
                    <a:pt x="525889" y="988411"/>
                  </a:lnTo>
                  <a:lnTo>
                    <a:pt x="522261" y="988259"/>
                  </a:lnTo>
                  <a:lnTo>
                    <a:pt x="522133" y="988254"/>
                  </a:lnTo>
                  <a:lnTo>
                    <a:pt x="0" y="988254"/>
                  </a:lnTo>
                  <a:lnTo>
                    <a:pt x="0" y="988254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677" name="pg677"/>
            <p:cNvSpPr/>
            <p:nvPr/>
          </p:nvSpPr>
          <p:spPr>
            <a:xfrm>
              <a:off x="386606" y="1518728"/>
              <a:ext cx="8554953" cy="2360517"/>
            </a:xfrm>
            <a:custGeom>
              <a:avLst/>
              <a:pathLst>
                <a:path w="8554953" h="2360517">
                  <a:moveTo>
                    <a:pt x="0" y="700249"/>
                  </a:moveTo>
                  <a:lnTo>
                    <a:pt x="522133" y="700249"/>
                  </a:lnTo>
                  <a:lnTo>
                    <a:pt x="523359" y="700298"/>
                  </a:lnTo>
                  <a:lnTo>
                    <a:pt x="531378" y="700649"/>
                  </a:lnTo>
                  <a:lnTo>
                    <a:pt x="551451" y="701620"/>
                  </a:lnTo>
                  <a:lnTo>
                    <a:pt x="586974" y="703526"/>
                  </a:lnTo>
                  <a:lnTo>
                    <a:pt x="639177" y="706651"/>
                  </a:lnTo>
                  <a:lnTo>
                    <a:pt x="707060" y="711208"/>
                  </a:lnTo>
                  <a:lnTo>
                    <a:pt x="787736" y="717322"/>
                  </a:lnTo>
                  <a:lnTo>
                    <a:pt x="877149" y="725036"/>
                  </a:lnTo>
                  <a:lnTo>
                    <a:pt x="970929" y="734335"/>
                  </a:lnTo>
                  <a:lnTo>
                    <a:pt x="1065123" y="745181"/>
                  </a:lnTo>
                  <a:lnTo>
                    <a:pt x="1156641" y="757551"/>
                  </a:lnTo>
                  <a:lnTo>
                    <a:pt x="1243411" y="771462"/>
                  </a:lnTo>
                  <a:lnTo>
                    <a:pt x="1324308" y="786993"/>
                  </a:lnTo>
                  <a:lnTo>
                    <a:pt x="1398977" y="804284"/>
                  </a:lnTo>
                  <a:lnTo>
                    <a:pt x="1467620" y="823546"/>
                  </a:lnTo>
                  <a:lnTo>
                    <a:pt x="1530804" y="845049"/>
                  </a:lnTo>
                  <a:lnTo>
                    <a:pt x="1589315" y="869113"/>
                  </a:lnTo>
                  <a:lnTo>
                    <a:pt x="1644040" y="896086"/>
                  </a:lnTo>
                  <a:lnTo>
                    <a:pt x="1695888" y="926306"/>
                  </a:lnTo>
                  <a:lnTo>
                    <a:pt x="1745708" y="960029"/>
                  </a:lnTo>
                  <a:lnTo>
                    <a:pt x="1768425" y="976960"/>
                  </a:lnTo>
                  <a:lnTo>
                    <a:pt x="1812931" y="1012875"/>
                  </a:lnTo>
                  <a:lnTo>
                    <a:pt x="1857004" y="1051921"/>
                  </a:lnTo>
                  <a:lnTo>
                    <a:pt x="1900998" y="1094158"/>
                  </a:lnTo>
                  <a:lnTo>
                    <a:pt x="1945175" y="1139569"/>
                  </a:lnTo>
                  <a:lnTo>
                    <a:pt x="1989713" y="1188052"/>
                  </a:lnTo>
                  <a:lnTo>
                    <a:pt x="2034717" y="1239416"/>
                  </a:lnTo>
                  <a:lnTo>
                    <a:pt x="2080226" y="1293376"/>
                  </a:lnTo>
                  <a:lnTo>
                    <a:pt x="2126218" y="1349554"/>
                  </a:lnTo>
                  <a:lnTo>
                    <a:pt x="2172624" y="1407490"/>
                  </a:lnTo>
                  <a:lnTo>
                    <a:pt x="2219333" y="1466654"/>
                  </a:lnTo>
                  <a:lnTo>
                    <a:pt x="2266206" y="1526466"/>
                  </a:lnTo>
                  <a:lnTo>
                    <a:pt x="2313089" y="1586317"/>
                  </a:lnTo>
                  <a:lnTo>
                    <a:pt x="2359827" y="1645600"/>
                  </a:lnTo>
                  <a:lnTo>
                    <a:pt x="2406280" y="1703728"/>
                  </a:lnTo>
                  <a:lnTo>
                    <a:pt x="2452331" y="1760163"/>
                  </a:lnTo>
                  <a:lnTo>
                    <a:pt x="2497905" y="1814436"/>
                  </a:lnTo>
                  <a:lnTo>
                    <a:pt x="2542974" y="1866158"/>
                  </a:lnTo>
                  <a:lnTo>
                    <a:pt x="2587569" y="1915031"/>
                  </a:lnTo>
                  <a:lnTo>
                    <a:pt x="2631784" y="1960851"/>
                  </a:lnTo>
                  <a:lnTo>
                    <a:pt x="2675789" y="2003505"/>
                  </a:lnTo>
                  <a:lnTo>
                    <a:pt x="2719834" y="2042967"/>
                  </a:lnTo>
                  <a:lnTo>
                    <a:pt x="2764260" y="2079285"/>
                  </a:lnTo>
                  <a:lnTo>
                    <a:pt x="2770117" y="2083806"/>
                  </a:lnTo>
                  <a:lnTo>
                    <a:pt x="2819248" y="2119200"/>
                  </a:lnTo>
                  <a:lnTo>
                    <a:pt x="2870052" y="2151028"/>
                  </a:lnTo>
                  <a:lnTo>
                    <a:pt x="2923326" y="2179474"/>
                  </a:lnTo>
                  <a:lnTo>
                    <a:pt x="2979960" y="2204849"/>
                  </a:lnTo>
                  <a:lnTo>
                    <a:pt x="3040861" y="2227502"/>
                  </a:lnTo>
                  <a:lnTo>
                    <a:pt x="3106875" y="2247771"/>
                  </a:lnTo>
                  <a:lnTo>
                    <a:pt x="3178686" y="2265950"/>
                  </a:lnTo>
                  <a:lnTo>
                    <a:pt x="3256689" y="2282279"/>
                  </a:lnTo>
                  <a:lnTo>
                    <a:pt x="3340812" y="2296931"/>
                  </a:lnTo>
                  <a:lnTo>
                    <a:pt x="3430315" y="2310014"/>
                  </a:lnTo>
                  <a:lnTo>
                    <a:pt x="3523586" y="2321570"/>
                  </a:lnTo>
                  <a:lnTo>
                    <a:pt x="3618005" y="2331594"/>
                  </a:lnTo>
                  <a:lnTo>
                    <a:pt x="3709985" y="2340050"/>
                  </a:lnTo>
                  <a:lnTo>
                    <a:pt x="3795273" y="2346908"/>
                  </a:lnTo>
                  <a:lnTo>
                    <a:pt x="3869563" y="2352180"/>
                  </a:lnTo>
                  <a:lnTo>
                    <a:pt x="3929321" y="2355950"/>
                  </a:lnTo>
                  <a:lnTo>
                    <a:pt x="3972598" y="2358393"/>
                  </a:lnTo>
                  <a:lnTo>
                    <a:pt x="3999569" y="2359761"/>
                  </a:lnTo>
                  <a:lnTo>
                    <a:pt x="4012653" y="2360361"/>
                  </a:lnTo>
                  <a:lnTo>
                    <a:pt x="4016282" y="2360512"/>
                  </a:lnTo>
                  <a:lnTo>
                    <a:pt x="4016409" y="2360517"/>
                  </a:lnTo>
                  <a:lnTo>
                    <a:pt x="4538543" y="2360517"/>
                  </a:lnTo>
                  <a:lnTo>
                    <a:pt x="4539729" y="2360450"/>
                  </a:lnTo>
                  <a:lnTo>
                    <a:pt x="4547492" y="2359972"/>
                  </a:lnTo>
                  <a:lnTo>
                    <a:pt x="4566947" y="2358652"/>
                  </a:lnTo>
                  <a:lnTo>
                    <a:pt x="4601432" y="2356056"/>
                  </a:lnTo>
                  <a:lnTo>
                    <a:pt x="4652224" y="2351799"/>
                  </a:lnTo>
                  <a:lnTo>
                    <a:pt x="4718457" y="2345584"/>
                  </a:lnTo>
                  <a:lnTo>
                    <a:pt x="4797435" y="2337233"/>
                  </a:lnTo>
                  <a:lnTo>
                    <a:pt x="4885289" y="2326679"/>
                  </a:lnTo>
                  <a:lnTo>
                    <a:pt x="4977788" y="2313940"/>
                  </a:lnTo>
                  <a:lnTo>
                    <a:pt x="5071047" y="2299066"/>
                  </a:lnTo>
                  <a:lnTo>
                    <a:pt x="5161978" y="2282093"/>
                  </a:lnTo>
                  <a:lnTo>
                    <a:pt x="5248461" y="2263004"/>
                  </a:lnTo>
                  <a:lnTo>
                    <a:pt x="5329302" y="2241707"/>
                  </a:lnTo>
                  <a:lnTo>
                    <a:pt x="5404065" y="2218019"/>
                  </a:lnTo>
                  <a:lnTo>
                    <a:pt x="5472876" y="2191669"/>
                  </a:lnTo>
                  <a:lnTo>
                    <a:pt x="5536238" y="2162303"/>
                  </a:lnTo>
                  <a:lnTo>
                    <a:pt x="5594882" y="2129494"/>
                  </a:lnTo>
                  <a:lnTo>
                    <a:pt x="5649656" y="2092772"/>
                  </a:lnTo>
                  <a:lnTo>
                    <a:pt x="5701440" y="2051670"/>
                  </a:lnTo>
                  <a:lnTo>
                    <a:pt x="5751072" y="2005802"/>
                  </a:lnTo>
                  <a:lnTo>
                    <a:pt x="5784835" y="1970862"/>
                  </a:lnTo>
                  <a:lnTo>
                    <a:pt x="5824811" y="1925667"/>
                  </a:lnTo>
                  <a:lnTo>
                    <a:pt x="5864406" y="1876928"/>
                  </a:lnTo>
                  <a:lnTo>
                    <a:pt x="5903887" y="1824574"/>
                  </a:lnTo>
                  <a:lnTo>
                    <a:pt x="5943459" y="1768603"/>
                  </a:lnTo>
                  <a:lnTo>
                    <a:pt x="5983272" y="1709084"/>
                  </a:lnTo>
                  <a:lnTo>
                    <a:pt x="6023424" y="1646171"/>
                  </a:lnTo>
                  <a:lnTo>
                    <a:pt x="6063971" y="1580100"/>
                  </a:lnTo>
                  <a:lnTo>
                    <a:pt x="6104925" y="1511193"/>
                  </a:lnTo>
                  <a:lnTo>
                    <a:pt x="6146262" y="1439856"/>
                  </a:lnTo>
                  <a:lnTo>
                    <a:pt x="6187927" y="1366567"/>
                  </a:lnTo>
                  <a:lnTo>
                    <a:pt x="6229839" y="1291869"/>
                  </a:lnTo>
                  <a:lnTo>
                    <a:pt x="6271898" y="1216351"/>
                  </a:lnTo>
                  <a:lnTo>
                    <a:pt x="6313994" y="1140628"/>
                  </a:lnTo>
                  <a:lnTo>
                    <a:pt x="6356014" y="1065324"/>
                  </a:lnTo>
                  <a:lnTo>
                    <a:pt x="6397851" y="991049"/>
                  </a:lnTo>
                  <a:lnTo>
                    <a:pt x="6439411" y="918375"/>
                  </a:lnTo>
                  <a:lnTo>
                    <a:pt x="6480620" y="847827"/>
                  </a:lnTo>
                  <a:lnTo>
                    <a:pt x="6521435" y="779857"/>
                  </a:lnTo>
                  <a:lnTo>
                    <a:pt x="6561842" y="714844"/>
                  </a:lnTo>
                  <a:lnTo>
                    <a:pt x="6601869" y="653080"/>
                  </a:lnTo>
                  <a:lnTo>
                    <a:pt x="6641585" y="594773"/>
                  </a:lnTo>
                  <a:lnTo>
                    <a:pt x="6681106" y="540047"/>
                  </a:lnTo>
                  <a:lnTo>
                    <a:pt x="6720600" y="488945"/>
                  </a:lnTo>
                  <a:lnTo>
                    <a:pt x="6760293" y="441440"/>
                  </a:lnTo>
                  <a:lnTo>
                    <a:pt x="6786527" y="412243"/>
                  </a:lnTo>
                  <a:lnTo>
                    <a:pt x="6835098" y="362933"/>
                  </a:lnTo>
                  <a:lnTo>
                    <a:pt x="6885297" y="318535"/>
                  </a:lnTo>
                  <a:lnTo>
                    <a:pt x="6937892" y="278802"/>
                  </a:lnTo>
                  <a:lnTo>
                    <a:pt x="6993743" y="243312"/>
                  </a:lnTo>
                  <a:lnTo>
                    <a:pt x="7053726" y="211591"/>
                  </a:lnTo>
                  <a:lnTo>
                    <a:pt x="7118664" y="183178"/>
                  </a:lnTo>
                  <a:lnTo>
                    <a:pt x="7189233" y="157666"/>
                  </a:lnTo>
                  <a:lnTo>
                    <a:pt x="7265840" y="134725"/>
                  </a:lnTo>
                  <a:lnTo>
                    <a:pt x="7348462" y="114109"/>
                  </a:lnTo>
                  <a:lnTo>
                    <a:pt x="7436455" y="95665"/>
                  </a:lnTo>
                  <a:lnTo>
                    <a:pt x="7528357" y="79325"/>
                  </a:lnTo>
                  <a:lnTo>
                    <a:pt x="7621754" y="65090"/>
                  </a:lnTo>
                  <a:lnTo>
                    <a:pt x="7713287" y="53007"/>
                  </a:lnTo>
                  <a:lnTo>
                    <a:pt x="7798905" y="43119"/>
                  </a:lnTo>
                  <a:lnTo>
                    <a:pt x="7874404" y="35425"/>
                  </a:lnTo>
                  <a:lnTo>
                    <a:pt x="7936184" y="29826"/>
                  </a:lnTo>
                  <a:lnTo>
                    <a:pt x="7982047" y="26106"/>
                  </a:lnTo>
                  <a:lnTo>
                    <a:pt x="8011759" y="23940"/>
                  </a:lnTo>
                  <a:lnTo>
                    <a:pt x="8027244" y="22920"/>
                  </a:lnTo>
                  <a:lnTo>
                    <a:pt x="8032409" y="22611"/>
                  </a:lnTo>
                  <a:lnTo>
                    <a:pt x="8032819" y="22588"/>
                  </a:lnTo>
                  <a:lnTo>
                    <a:pt x="8554953" y="22588"/>
                  </a:lnTo>
                  <a:lnTo>
                    <a:pt x="8554953" y="0"/>
                  </a:lnTo>
                  <a:lnTo>
                    <a:pt x="8032819" y="0"/>
                  </a:lnTo>
                  <a:lnTo>
                    <a:pt x="8031633" y="66"/>
                  </a:lnTo>
                  <a:lnTo>
                    <a:pt x="8023870" y="544"/>
                  </a:lnTo>
                  <a:lnTo>
                    <a:pt x="8004415" y="1865"/>
                  </a:lnTo>
                  <a:lnTo>
                    <a:pt x="7969930" y="4460"/>
                  </a:lnTo>
                  <a:lnTo>
                    <a:pt x="7919138" y="8718"/>
                  </a:lnTo>
                  <a:lnTo>
                    <a:pt x="7852905" y="14932"/>
                  </a:lnTo>
                  <a:lnTo>
                    <a:pt x="7773927" y="23284"/>
                  </a:lnTo>
                  <a:lnTo>
                    <a:pt x="7686073" y="33838"/>
                  </a:lnTo>
                  <a:lnTo>
                    <a:pt x="7593574" y="46576"/>
                  </a:lnTo>
                  <a:lnTo>
                    <a:pt x="7500315" y="61450"/>
                  </a:lnTo>
                  <a:lnTo>
                    <a:pt x="7409384" y="78423"/>
                  </a:lnTo>
                  <a:lnTo>
                    <a:pt x="7322901" y="97512"/>
                  </a:lnTo>
                  <a:lnTo>
                    <a:pt x="7242060" y="118810"/>
                  </a:lnTo>
                  <a:lnTo>
                    <a:pt x="7167297" y="142498"/>
                  </a:lnTo>
                  <a:lnTo>
                    <a:pt x="7098486" y="168847"/>
                  </a:lnTo>
                  <a:lnTo>
                    <a:pt x="7035124" y="198214"/>
                  </a:lnTo>
                  <a:lnTo>
                    <a:pt x="6976480" y="231022"/>
                  </a:lnTo>
                  <a:lnTo>
                    <a:pt x="6921706" y="267744"/>
                  </a:lnTo>
                  <a:lnTo>
                    <a:pt x="6869922" y="308847"/>
                  </a:lnTo>
                  <a:lnTo>
                    <a:pt x="6820290" y="354714"/>
                  </a:lnTo>
                  <a:lnTo>
                    <a:pt x="6786527" y="389654"/>
                  </a:lnTo>
                  <a:lnTo>
                    <a:pt x="6746551" y="434850"/>
                  </a:lnTo>
                  <a:lnTo>
                    <a:pt x="6706956" y="483589"/>
                  </a:lnTo>
                  <a:lnTo>
                    <a:pt x="6667475" y="535942"/>
                  </a:lnTo>
                  <a:lnTo>
                    <a:pt x="6627903" y="591914"/>
                  </a:lnTo>
                  <a:lnTo>
                    <a:pt x="6588090" y="651432"/>
                  </a:lnTo>
                  <a:lnTo>
                    <a:pt x="6547937" y="714346"/>
                  </a:lnTo>
                  <a:lnTo>
                    <a:pt x="6507391" y="780417"/>
                  </a:lnTo>
                  <a:lnTo>
                    <a:pt x="6466437" y="849324"/>
                  </a:lnTo>
                  <a:lnTo>
                    <a:pt x="6425099" y="920661"/>
                  </a:lnTo>
                  <a:lnTo>
                    <a:pt x="6383435" y="993949"/>
                  </a:lnTo>
                  <a:lnTo>
                    <a:pt x="6341523" y="1068647"/>
                  </a:lnTo>
                  <a:lnTo>
                    <a:pt x="6299464" y="1144166"/>
                  </a:lnTo>
                  <a:lnTo>
                    <a:pt x="6257368" y="1219888"/>
                  </a:lnTo>
                  <a:lnTo>
                    <a:pt x="6215348" y="1295192"/>
                  </a:lnTo>
                  <a:lnTo>
                    <a:pt x="6173511" y="1369468"/>
                  </a:lnTo>
                  <a:lnTo>
                    <a:pt x="6131951" y="1442141"/>
                  </a:lnTo>
                  <a:lnTo>
                    <a:pt x="6090741" y="1512690"/>
                  </a:lnTo>
                  <a:lnTo>
                    <a:pt x="6049927" y="1580659"/>
                  </a:lnTo>
                  <a:lnTo>
                    <a:pt x="6009520" y="1645673"/>
                  </a:lnTo>
                  <a:lnTo>
                    <a:pt x="5969493" y="1707437"/>
                  </a:lnTo>
                  <a:lnTo>
                    <a:pt x="5929777" y="1765743"/>
                  </a:lnTo>
                  <a:lnTo>
                    <a:pt x="5890256" y="1820470"/>
                  </a:lnTo>
                  <a:lnTo>
                    <a:pt x="5850762" y="1871571"/>
                  </a:lnTo>
                  <a:lnTo>
                    <a:pt x="5811069" y="1919076"/>
                  </a:lnTo>
                  <a:lnTo>
                    <a:pt x="5784835" y="1948274"/>
                  </a:lnTo>
                  <a:lnTo>
                    <a:pt x="5736264" y="1997584"/>
                  </a:lnTo>
                  <a:lnTo>
                    <a:pt x="5686065" y="2041981"/>
                  </a:lnTo>
                  <a:lnTo>
                    <a:pt x="5633470" y="2081715"/>
                  </a:lnTo>
                  <a:lnTo>
                    <a:pt x="5577619" y="2117204"/>
                  </a:lnTo>
                  <a:lnTo>
                    <a:pt x="5517636" y="2148925"/>
                  </a:lnTo>
                  <a:lnTo>
                    <a:pt x="5452698" y="2177338"/>
                  </a:lnTo>
                  <a:lnTo>
                    <a:pt x="5382128" y="2202850"/>
                  </a:lnTo>
                  <a:lnTo>
                    <a:pt x="5305522" y="2225792"/>
                  </a:lnTo>
                  <a:lnTo>
                    <a:pt x="5222900" y="2246408"/>
                  </a:lnTo>
                  <a:lnTo>
                    <a:pt x="5134907" y="2264851"/>
                  </a:lnTo>
                  <a:lnTo>
                    <a:pt x="5043005" y="2281192"/>
                  </a:lnTo>
                  <a:lnTo>
                    <a:pt x="4949608" y="2295426"/>
                  </a:lnTo>
                  <a:lnTo>
                    <a:pt x="4858075" y="2307510"/>
                  </a:lnTo>
                  <a:lnTo>
                    <a:pt x="4772457" y="2317397"/>
                  </a:lnTo>
                  <a:lnTo>
                    <a:pt x="4696958" y="2325092"/>
                  </a:lnTo>
                  <a:lnTo>
                    <a:pt x="4635178" y="2330691"/>
                  </a:lnTo>
                  <a:lnTo>
                    <a:pt x="4589315" y="2334410"/>
                  </a:lnTo>
                  <a:lnTo>
                    <a:pt x="4559603" y="2336577"/>
                  </a:lnTo>
                  <a:lnTo>
                    <a:pt x="4544117" y="2337597"/>
                  </a:lnTo>
                  <a:lnTo>
                    <a:pt x="4538953" y="2337906"/>
                  </a:lnTo>
                  <a:lnTo>
                    <a:pt x="4538543" y="2337928"/>
                  </a:lnTo>
                  <a:lnTo>
                    <a:pt x="4016409" y="2337928"/>
                  </a:lnTo>
                  <a:lnTo>
                    <a:pt x="4015184" y="2337879"/>
                  </a:lnTo>
                  <a:lnTo>
                    <a:pt x="4007164" y="2337528"/>
                  </a:lnTo>
                  <a:lnTo>
                    <a:pt x="3987091" y="2336557"/>
                  </a:lnTo>
                  <a:lnTo>
                    <a:pt x="3951569" y="2334651"/>
                  </a:lnTo>
                  <a:lnTo>
                    <a:pt x="3899365" y="2331526"/>
                  </a:lnTo>
                  <a:lnTo>
                    <a:pt x="3831482" y="2326969"/>
                  </a:lnTo>
                  <a:lnTo>
                    <a:pt x="3750807" y="2320855"/>
                  </a:lnTo>
                  <a:lnTo>
                    <a:pt x="3661394" y="2313141"/>
                  </a:lnTo>
                  <a:lnTo>
                    <a:pt x="3567613" y="2303842"/>
                  </a:lnTo>
                  <a:lnTo>
                    <a:pt x="3473419" y="2292996"/>
                  </a:lnTo>
                  <a:lnTo>
                    <a:pt x="3381901" y="2280627"/>
                  </a:lnTo>
                  <a:lnTo>
                    <a:pt x="3295132" y="2266715"/>
                  </a:lnTo>
                  <a:lnTo>
                    <a:pt x="3214234" y="2251184"/>
                  </a:lnTo>
                  <a:lnTo>
                    <a:pt x="3139565" y="2233893"/>
                  </a:lnTo>
                  <a:lnTo>
                    <a:pt x="3070922" y="2214631"/>
                  </a:lnTo>
                  <a:lnTo>
                    <a:pt x="3007738" y="2193128"/>
                  </a:lnTo>
                  <a:lnTo>
                    <a:pt x="2949228" y="2169064"/>
                  </a:lnTo>
                  <a:lnTo>
                    <a:pt x="2894502" y="2142091"/>
                  </a:lnTo>
                  <a:lnTo>
                    <a:pt x="2842654" y="2111871"/>
                  </a:lnTo>
                  <a:lnTo>
                    <a:pt x="2792834" y="2078148"/>
                  </a:lnTo>
                  <a:lnTo>
                    <a:pt x="2770117" y="2061217"/>
                  </a:lnTo>
                  <a:lnTo>
                    <a:pt x="2725611" y="2025303"/>
                  </a:lnTo>
                  <a:lnTo>
                    <a:pt x="2681538" y="1986256"/>
                  </a:lnTo>
                  <a:lnTo>
                    <a:pt x="2637544" y="1944019"/>
                  </a:lnTo>
                  <a:lnTo>
                    <a:pt x="2593367" y="1898608"/>
                  </a:lnTo>
                  <a:lnTo>
                    <a:pt x="2548829" y="1850125"/>
                  </a:lnTo>
                  <a:lnTo>
                    <a:pt x="2503825" y="1798761"/>
                  </a:lnTo>
                  <a:lnTo>
                    <a:pt x="2458317" y="1744801"/>
                  </a:lnTo>
                  <a:lnTo>
                    <a:pt x="2412324" y="1688623"/>
                  </a:lnTo>
                  <a:lnTo>
                    <a:pt x="2365918" y="1630687"/>
                  </a:lnTo>
                  <a:lnTo>
                    <a:pt x="2319209" y="1571523"/>
                  </a:lnTo>
                  <a:lnTo>
                    <a:pt x="2272337" y="1511711"/>
                  </a:lnTo>
                  <a:lnTo>
                    <a:pt x="2225454" y="1451860"/>
                  </a:lnTo>
                  <a:lnTo>
                    <a:pt x="2178715" y="1392577"/>
                  </a:lnTo>
                  <a:lnTo>
                    <a:pt x="2132263" y="1334449"/>
                  </a:lnTo>
                  <a:lnTo>
                    <a:pt x="2086211" y="1278014"/>
                  </a:lnTo>
                  <a:lnTo>
                    <a:pt x="2040637" y="1223741"/>
                  </a:lnTo>
                  <a:lnTo>
                    <a:pt x="1995568" y="1172019"/>
                  </a:lnTo>
                  <a:lnTo>
                    <a:pt x="1950974" y="1123146"/>
                  </a:lnTo>
                  <a:lnTo>
                    <a:pt x="1906758" y="1077326"/>
                  </a:lnTo>
                  <a:lnTo>
                    <a:pt x="1862753" y="1034672"/>
                  </a:lnTo>
                  <a:lnTo>
                    <a:pt x="1818708" y="995210"/>
                  </a:lnTo>
                  <a:lnTo>
                    <a:pt x="1774282" y="958892"/>
                  </a:lnTo>
                  <a:lnTo>
                    <a:pt x="1768425" y="954371"/>
                  </a:lnTo>
                  <a:lnTo>
                    <a:pt x="1719294" y="918977"/>
                  </a:lnTo>
                  <a:lnTo>
                    <a:pt x="1668491" y="887149"/>
                  </a:lnTo>
                  <a:lnTo>
                    <a:pt x="1615217" y="858703"/>
                  </a:lnTo>
                  <a:lnTo>
                    <a:pt x="1558582" y="833328"/>
                  </a:lnTo>
                  <a:lnTo>
                    <a:pt x="1497681" y="810675"/>
                  </a:lnTo>
                  <a:lnTo>
                    <a:pt x="1431667" y="790406"/>
                  </a:lnTo>
                  <a:lnTo>
                    <a:pt x="1359856" y="772227"/>
                  </a:lnTo>
                  <a:lnTo>
                    <a:pt x="1281853" y="755898"/>
                  </a:lnTo>
                  <a:lnTo>
                    <a:pt x="1197730" y="741246"/>
                  </a:lnTo>
                  <a:lnTo>
                    <a:pt x="1108227" y="728163"/>
                  </a:lnTo>
                  <a:lnTo>
                    <a:pt x="1014956" y="716607"/>
                  </a:lnTo>
                  <a:lnTo>
                    <a:pt x="920537" y="706583"/>
                  </a:lnTo>
                  <a:lnTo>
                    <a:pt x="828557" y="698127"/>
                  </a:lnTo>
                  <a:lnTo>
                    <a:pt x="743270" y="691269"/>
                  </a:lnTo>
                  <a:lnTo>
                    <a:pt x="668979" y="685997"/>
                  </a:lnTo>
                  <a:lnTo>
                    <a:pt x="609221" y="682227"/>
                  </a:lnTo>
                  <a:lnTo>
                    <a:pt x="565944" y="679784"/>
                  </a:lnTo>
                  <a:lnTo>
                    <a:pt x="538973" y="678416"/>
                  </a:lnTo>
                  <a:lnTo>
                    <a:pt x="525889" y="677816"/>
                  </a:lnTo>
                  <a:lnTo>
                    <a:pt x="522261" y="677665"/>
                  </a:lnTo>
                  <a:lnTo>
                    <a:pt x="522133" y="677660"/>
                  </a:lnTo>
                  <a:lnTo>
                    <a:pt x="0" y="677660"/>
                  </a:lnTo>
                  <a:close/>
                </a:path>
              </a:pathLst>
            </a:custGeom>
            <a:solidFill>
              <a:srgbClr val="8FA8D6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678" name="pl678"/>
            <p:cNvSpPr/>
            <p:nvPr/>
          </p:nvSpPr>
          <p:spPr>
            <a:xfrm>
              <a:off x="386606" y="1541317"/>
              <a:ext cx="8554953" cy="2337928"/>
            </a:xfrm>
            <a:custGeom>
              <a:avLst/>
              <a:pathLst>
                <a:path w="8554953" h="2337928">
                  <a:moveTo>
                    <a:pt x="0" y="677660"/>
                  </a:moveTo>
                  <a:lnTo>
                    <a:pt x="522133" y="677660"/>
                  </a:lnTo>
                  <a:lnTo>
                    <a:pt x="523359" y="677709"/>
                  </a:lnTo>
                  <a:lnTo>
                    <a:pt x="531378" y="678060"/>
                  </a:lnTo>
                  <a:lnTo>
                    <a:pt x="551451" y="679031"/>
                  </a:lnTo>
                  <a:lnTo>
                    <a:pt x="586974" y="680938"/>
                  </a:lnTo>
                  <a:lnTo>
                    <a:pt x="639177" y="684063"/>
                  </a:lnTo>
                  <a:lnTo>
                    <a:pt x="707060" y="688619"/>
                  </a:lnTo>
                  <a:lnTo>
                    <a:pt x="787736" y="694734"/>
                  </a:lnTo>
                  <a:lnTo>
                    <a:pt x="877149" y="702448"/>
                  </a:lnTo>
                  <a:lnTo>
                    <a:pt x="970929" y="711746"/>
                  </a:lnTo>
                  <a:lnTo>
                    <a:pt x="1065123" y="722592"/>
                  </a:lnTo>
                  <a:lnTo>
                    <a:pt x="1156641" y="734962"/>
                  </a:lnTo>
                  <a:lnTo>
                    <a:pt x="1243411" y="748874"/>
                  </a:lnTo>
                  <a:lnTo>
                    <a:pt x="1324308" y="764404"/>
                  </a:lnTo>
                  <a:lnTo>
                    <a:pt x="1398977" y="781696"/>
                  </a:lnTo>
                  <a:lnTo>
                    <a:pt x="1467620" y="800958"/>
                  </a:lnTo>
                  <a:lnTo>
                    <a:pt x="1530804" y="822461"/>
                  </a:lnTo>
                  <a:lnTo>
                    <a:pt x="1589315" y="846524"/>
                  </a:lnTo>
                  <a:lnTo>
                    <a:pt x="1644040" y="873498"/>
                  </a:lnTo>
                  <a:lnTo>
                    <a:pt x="1695888" y="903717"/>
                  </a:lnTo>
                  <a:lnTo>
                    <a:pt x="1745708" y="937441"/>
                  </a:lnTo>
                  <a:lnTo>
                    <a:pt x="1768425" y="954371"/>
                  </a:lnTo>
                  <a:lnTo>
                    <a:pt x="1812931" y="990286"/>
                  </a:lnTo>
                  <a:lnTo>
                    <a:pt x="1857004" y="1029332"/>
                  </a:lnTo>
                  <a:lnTo>
                    <a:pt x="1900998" y="1071569"/>
                  </a:lnTo>
                  <a:lnTo>
                    <a:pt x="1945175" y="1116980"/>
                  </a:lnTo>
                  <a:lnTo>
                    <a:pt x="1989713" y="1165463"/>
                  </a:lnTo>
                  <a:lnTo>
                    <a:pt x="2034717" y="1216828"/>
                  </a:lnTo>
                  <a:lnTo>
                    <a:pt x="2080226" y="1270787"/>
                  </a:lnTo>
                  <a:lnTo>
                    <a:pt x="2126218" y="1326965"/>
                  </a:lnTo>
                  <a:lnTo>
                    <a:pt x="2172624" y="1384901"/>
                  </a:lnTo>
                  <a:lnTo>
                    <a:pt x="2219333" y="1444065"/>
                  </a:lnTo>
                  <a:lnTo>
                    <a:pt x="2266206" y="1503877"/>
                  </a:lnTo>
                  <a:lnTo>
                    <a:pt x="2313089" y="1563729"/>
                  </a:lnTo>
                  <a:lnTo>
                    <a:pt x="2359827" y="1623011"/>
                  </a:lnTo>
                  <a:lnTo>
                    <a:pt x="2406280" y="1681139"/>
                  </a:lnTo>
                  <a:lnTo>
                    <a:pt x="2452331" y="1737575"/>
                  </a:lnTo>
                  <a:lnTo>
                    <a:pt x="2497905" y="1791848"/>
                  </a:lnTo>
                  <a:lnTo>
                    <a:pt x="2542974" y="1843569"/>
                  </a:lnTo>
                  <a:lnTo>
                    <a:pt x="2587569" y="1892442"/>
                  </a:lnTo>
                  <a:lnTo>
                    <a:pt x="2631784" y="1938262"/>
                  </a:lnTo>
                  <a:lnTo>
                    <a:pt x="2675789" y="1980917"/>
                  </a:lnTo>
                  <a:lnTo>
                    <a:pt x="2719834" y="2020378"/>
                  </a:lnTo>
                  <a:lnTo>
                    <a:pt x="2764260" y="2056697"/>
                  </a:lnTo>
                  <a:lnTo>
                    <a:pt x="2770117" y="2061217"/>
                  </a:lnTo>
                  <a:lnTo>
                    <a:pt x="2819248" y="2096612"/>
                  </a:lnTo>
                  <a:lnTo>
                    <a:pt x="2870052" y="2128439"/>
                  </a:lnTo>
                  <a:lnTo>
                    <a:pt x="2923326" y="2156885"/>
                  </a:lnTo>
                  <a:lnTo>
                    <a:pt x="2979960" y="2182260"/>
                  </a:lnTo>
                  <a:lnTo>
                    <a:pt x="3040861" y="2204914"/>
                  </a:lnTo>
                  <a:lnTo>
                    <a:pt x="3106875" y="2225182"/>
                  </a:lnTo>
                  <a:lnTo>
                    <a:pt x="3178686" y="2243362"/>
                  </a:lnTo>
                  <a:lnTo>
                    <a:pt x="3256689" y="2259691"/>
                  </a:lnTo>
                  <a:lnTo>
                    <a:pt x="3340812" y="2274343"/>
                  </a:lnTo>
                  <a:lnTo>
                    <a:pt x="3430315" y="2287425"/>
                  </a:lnTo>
                  <a:lnTo>
                    <a:pt x="3523586" y="2298981"/>
                  </a:lnTo>
                  <a:lnTo>
                    <a:pt x="3618005" y="2309005"/>
                  </a:lnTo>
                  <a:lnTo>
                    <a:pt x="3709985" y="2317461"/>
                  </a:lnTo>
                  <a:lnTo>
                    <a:pt x="3795273" y="2324320"/>
                  </a:lnTo>
                  <a:lnTo>
                    <a:pt x="3869563" y="2329591"/>
                  </a:lnTo>
                  <a:lnTo>
                    <a:pt x="3929321" y="2333362"/>
                  </a:lnTo>
                  <a:lnTo>
                    <a:pt x="3972598" y="2335804"/>
                  </a:lnTo>
                  <a:lnTo>
                    <a:pt x="3999569" y="2337173"/>
                  </a:lnTo>
                  <a:lnTo>
                    <a:pt x="4012653" y="2337772"/>
                  </a:lnTo>
                  <a:lnTo>
                    <a:pt x="4016282" y="2337923"/>
                  </a:lnTo>
                  <a:lnTo>
                    <a:pt x="4016409" y="2337928"/>
                  </a:lnTo>
                  <a:lnTo>
                    <a:pt x="4538543" y="2337928"/>
                  </a:lnTo>
                  <a:lnTo>
                    <a:pt x="4539729" y="2337861"/>
                  </a:lnTo>
                  <a:lnTo>
                    <a:pt x="4547492" y="2337384"/>
                  </a:lnTo>
                  <a:lnTo>
                    <a:pt x="4566947" y="2336063"/>
                  </a:lnTo>
                  <a:lnTo>
                    <a:pt x="4601432" y="2333467"/>
                  </a:lnTo>
                  <a:lnTo>
                    <a:pt x="4652224" y="2329210"/>
                  </a:lnTo>
                  <a:lnTo>
                    <a:pt x="4718457" y="2322995"/>
                  </a:lnTo>
                  <a:lnTo>
                    <a:pt x="4797435" y="2314644"/>
                  </a:lnTo>
                  <a:lnTo>
                    <a:pt x="4885289" y="2304090"/>
                  </a:lnTo>
                  <a:lnTo>
                    <a:pt x="4977788" y="2291351"/>
                  </a:lnTo>
                  <a:lnTo>
                    <a:pt x="5071047" y="2276478"/>
                  </a:lnTo>
                  <a:lnTo>
                    <a:pt x="5161978" y="2259505"/>
                  </a:lnTo>
                  <a:lnTo>
                    <a:pt x="5248461" y="2240416"/>
                  </a:lnTo>
                  <a:lnTo>
                    <a:pt x="5329302" y="2219118"/>
                  </a:lnTo>
                  <a:lnTo>
                    <a:pt x="5404065" y="2195430"/>
                  </a:lnTo>
                  <a:lnTo>
                    <a:pt x="5472876" y="2169080"/>
                  </a:lnTo>
                  <a:lnTo>
                    <a:pt x="5536238" y="2139714"/>
                  </a:lnTo>
                  <a:lnTo>
                    <a:pt x="5594882" y="2106905"/>
                  </a:lnTo>
                  <a:lnTo>
                    <a:pt x="5649656" y="2070184"/>
                  </a:lnTo>
                  <a:lnTo>
                    <a:pt x="5701440" y="2029081"/>
                  </a:lnTo>
                  <a:lnTo>
                    <a:pt x="5751072" y="1983214"/>
                  </a:lnTo>
                  <a:lnTo>
                    <a:pt x="5784835" y="1948274"/>
                  </a:lnTo>
                  <a:lnTo>
                    <a:pt x="5824811" y="1903078"/>
                  </a:lnTo>
                  <a:lnTo>
                    <a:pt x="5864406" y="1854339"/>
                  </a:lnTo>
                  <a:lnTo>
                    <a:pt x="5903887" y="1801986"/>
                  </a:lnTo>
                  <a:lnTo>
                    <a:pt x="5943459" y="1746014"/>
                  </a:lnTo>
                  <a:lnTo>
                    <a:pt x="5983272" y="1686496"/>
                  </a:lnTo>
                  <a:lnTo>
                    <a:pt x="6023424" y="1623582"/>
                  </a:lnTo>
                  <a:lnTo>
                    <a:pt x="6063971" y="1557511"/>
                  </a:lnTo>
                  <a:lnTo>
                    <a:pt x="6104925" y="1488604"/>
                  </a:lnTo>
                  <a:lnTo>
                    <a:pt x="6146262" y="1417267"/>
                  </a:lnTo>
                  <a:lnTo>
                    <a:pt x="6187927" y="1343979"/>
                  </a:lnTo>
                  <a:lnTo>
                    <a:pt x="6229839" y="1269281"/>
                  </a:lnTo>
                  <a:lnTo>
                    <a:pt x="6271898" y="1193762"/>
                  </a:lnTo>
                  <a:lnTo>
                    <a:pt x="6313994" y="1118039"/>
                  </a:lnTo>
                  <a:lnTo>
                    <a:pt x="6356014" y="1042736"/>
                  </a:lnTo>
                  <a:lnTo>
                    <a:pt x="6397851" y="968460"/>
                  </a:lnTo>
                  <a:lnTo>
                    <a:pt x="6439411" y="895787"/>
                  </a:lnTo>
                  <a:lnTo>
                    <a:pt x="6480620" y="825238"/>
                  </a:lnTo>
                  <a:lnTo>
                    <a:pt x="6521435" y="757268"/>
                  </a:lnTo>
                  <a:lnTo>
                    <a:pt x="6561842" y="692255"/>
                  </a:lnTo>
                  <a:lnTo>
                    <a:pt x="6601869" y="630491"/>
                  </a:lnTo>
                  <a:lnTo>
                    <a:pt x="6641585" y="572184"/>
                  </a:lnTo>
                  <a:lnTo>
                    <a:pt x="6681106" y="517458"/>
                  </a:lnTo>
                  <a:lnTo>
                    <a:pt x="6720600" y="466356"/>
                  </a:lnTo>
                  <a:lnTo>
                    <a:pt x="6760293" y="418852"/>
                  </a:lnTo>
                  <a:lnTo>
                    <a:pt x="6786527" y="389654"/>
                  </a:lnTo>
                  <a:lnTo>
                    <a:pt x="6835098" y="340344"/>
                  </a:lnTo>
                  <a:lnTo>
                    <a:pt x="6885297" y="295946"/>
                  </a:lnTo>
                  <a:lnTo>
                    <a:pt x="6937892" y="256213"/>
                  </a:lnTo>
                  <a:lnTo>
                    <a:pt x="6993743" y="220724"/>
                  </a:lnTo>
                  <a:lnTo>
                    <a:pt x="7053726" y="189003"/>
                  </a:lnTo>
                  <a:lnTo>
                    <a:pt x="7118664" y="160590"/>
                  </a:lnTo>
                  <a:lnTo>
                    <a:pt x="7189233" y="135078"/>
                  </a:lnTo>
                  <a:lnTo>
                    <a:pt x="7265840" y="112136"/>
                  </a:lnTo>
                  <a:lnTo>
                    <a:pt x="7348462" y="91520"/>
                  </a:lnTo>
                  <a:lnTo>
                    <a:pt x="7436455" y="73077"/>
                  </a:lnTo>
                  <a:lnTo>
                    <a:pt x="7528357" y="56736"/>
                  </a:lnTo>
                  <a:lnTo>
                    <a:pt x="7621754" y="42502"/>
                  </a:lnTo>
                  <a:lnTo>
                    <a:pt x="7713287" y="30418"/>
                  </a:lnTo>
                  <a:lnTo>
                    <a:pt x="7798905" y="20531"/>
                  </a:lnTo>
                  <a:lnTo>
                    <a:pt x="7874404" y="12836"/>
                  </a:lnTo>
                  <a:lnTo>
                    <a:pt x="7936184" y="7237"/>
                  </a:lnTo>
                  <a:lnTo>
                    <a:pt x="7982047" y="3518"/>
                  </a:lnTo>
                  <a:lnTo>
                    <a:pt x="8011759" y="1351"/>
                  </a:lnTo>
                  <a:lnTo>
                    <a:pt x="8027244" y="331"/>
                  </a:lnTo>
                  <a:lnTo>
                    <a:pt x="8032409" y="22"/>
                  </a:lnTo>
                  <a:lnTo>
                    <a:pt x="8032819" y="0"/>
                  </a:lnTo>
                  <a:lnTo>
                    <a:pt x="8554953" y="0"/>
                  </a:lnTo>
                  <a:lnTo>
                    <a:pt x="8554953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679" name="pl679"/>
            <p:cNvSpPr/>
            <p:nvPr/>
          </p:nvSpPr>
          <p:spPr>
            <a:xfrm>
              <a:off x="386606" y="1518728"/>
              <a:ext cx="8554953" cy="2337928"/>
            </a:xfrm>
            <a:custGeom>
              <a:avLst/>
              <a:pathLst>
                <a:path w="8554953" h="2337928">
                  <a:moveTo>
                    <a:pt x="8554953" y="0"/>
                  </a:moveTo>
                  <a:lnTo>
                    <a:pt x="8032819" y="0"/>
                  </a:lnTo>
                  <a:lnTo>
                    <a:pt x="8031633" y="66"/>
                  </a:lnTo>
                  <a:lnTo>
                    <a:pt x="8023870" y="544"/>
                  </a:lnTo>
                  <a:lnTo>
                    <a:pt x="8004415" y="1865"/>
                  </a:lnTo>
                  <a:lnTo>
                    <a:pt x="7969930" y="4460"/>
                  </a:lnTo>
                  <a:lnTo>
                    <a:pt x="7919138" y="8718"/>
                  </a:lnTo>
                  <a:lnTo>
                    <a:pt x="7852905" y="14932"/>
                  </a:lnTo>
                  <a:lnTo>
                    <a:pt x="7773927" y="23284"/>
                  </a:lnTo>
                  <a:lnTo>
                    <a:pt x="7686073" y="33838"/>
                  </a:lnTo>
                  <a:lnTo>
                    <a:pt x="7593574" y="46576"/>
                  </a:lnTo>
                  <a:lnTo>
                    <a:pt x="7500315" y="61450"/>
                  </a:lnTo>
                  <a:lnTo>
                    <a:pt x="7409384" y="78423"/>
                  </a:lnTo>
                  <a:lnTo>
                    <a:pt x="7322901" y="97512"/>
                  </a:lnTo>
                  <a:lnTo>
                    <a:pt x="7242060" y="118810"/>
                  </a:lnTo>
                  <a:lnTo>
                    <a:pt x="7167297" y="142498"/>
                  </a:lnTo>
                  <a:lnTo>
                    <a:pt x="7098486" y="168847"/>
                  </a:lnTo>
                  <a:lnTo>
                    <a:pt x="7035124" y="198214"/>
                  </a:lnTo>
                  <a:lnTo>
                    <a:pt x="6976480" y="231022"/>
                  </a:lnTo>
                  <a:lnTo>
                    <a:pt x="6921706" y="267744"/>
                  </a:lnTo>
                  <a:lnTo>
                    <a:pt x="6869922" y="308847"/>
                  </a:lnTo>
                  <a:lnTo>
                    <a:pt x="6820290" y="354714"/>
                  </a:lnTo>
                  <a:lnTo>
                    <a:pt x="6786527" y="389654"/>
                  </a:lnTo>
                  <a:lnTo>
                    <a:pt x="6746551" y="434850"/>
                  </a:lnTo>
                  <a:lnTo>
                    <a:pt x="6706956" y="483589"/>
                  </a:lnTo>
                  <a:lnTo>
                    <a:pt x="6667475" y="535942"/>
                  </a:lnTo>
                  <a:lnTo>
                    <a:pt x="6627903" y="591914"/>
                  </a:lnTo>
                  <a:lnTo>
                    <a:pt x="6588090" y="651432"/>
                  </a:lnTo>
                  <a:lnTo>
                    <a:pt x="6547937" y="714346"/>
                  </a:lnTo>
                  <a:lnTo>
                    <a:pt x="6507391" y="780417"/>
                  </a:lnTo>
                  <a:lnTo>
                    <a:pt x="6466437" y="849324"/>
                  </a:lnTo>
                  <a:lnTo>
                    <a:pt x="6425099" y="920661"/>
                  </a:lnTo>
                  <a:lnTo>
                    <a:pt x="6383435" y="993949"/>
                  </a:lnTo>
                  <a:lnTo>
                    <a:pt x="6341523" y="1068647"/>
                  </a:lnTo>
                  <a:lnTo>
                    <a:pt x="6299464" y="1144166"/>
                  </a:lnTo>
                  <a:lnTo>
                    <a:pt x="6257368" y="1219888"/>
                  </a:lnTo>
                  <a:lnTo>
                    <a:pt x="6215348" y="1295192"/>
                  </a:lnTo>
                  <a:lnTo>
                    <a:pt x="6173511" y="1369468"/>
                  </a:lnTo>
                  <a:lnTo>
                    <a:pt x="6131951" y="1442141"/>
                  </a:lnTo>
                  <a:lnTo>
                    <a:pt x="6090741" y="1512690"/>
                  </a:lnTo>
                  <a:lnTo>
                    <a:pt x="6049927" y="1580659"/>
                  </a:lnTo>
                  <a:lnTo>
                    <a:pt x="6009520" y="1645673"/>
                  </a:lnTo>
                  <a:lnTo>
                    <a:pt x="5969493" y="1707437"/>
                  </a:lnTo>
                  <a:lnTo>
                    <a:pt x="5929777" y="1765743"/>
                  </a:lnTo>
                  <a:lnTo>
                    <a:pt x="5890256" y="1820470"/>
                  </a:lnTo>
                  <a:lnTo>
                    <a:pt x="5850762" y="1871571"/>
                  </a:lnTo>
                  <a:lnTo>
                    <a:pt x="5811069" y="1919076"/>
                  </a:lnTo>
                  <a:lnTo>
                    <a:pt x="5784835" y="1948274"/>
                  </a:lnTo>
                  <a:lnTo>
                    <a:pt x="5736264" y="1997584"/>
                  </a:lnTo>
                  <a:lnTo>
                    <a:pt x="5686065" y="2041981"/>
                  </a:lnTo>
                  <a:lnTo>
                    <a:pt x="5633470" y="2081715"/>
                  </a:lnTo>
                  <a:lnTo>
                    <a:pt x="5577619" y="2117204"/>
                  </a:lnTo>
                  <a:lnTo>
                    <a:pt x="5517636" y="2148925"/>
                  </a:lnTo>
                  <a:lnTo>
                    <a:pt x="5452698" y="2177338"/>
                  </a:lnTo>
                  <a:lnTo>
                    <a:pt x="5382128" y="2202850"/>
                  </a:lnTo>
                  <a:lnTo>
                    <a:pt x="5305522" y="2225792"/>
                  </a:lnTo>
                  <a:lnTo>
                    <a:pt x="5222900" y="2246408"/>
                  </a:lnTo>
                  <a:lnTo>
                    <a:pt x="5134907" y="2264851"/>
                  </a:lnTo>
                  <a:lnTo>
                    <a:pt x="5043005" y="2281192"/>
                  </a:lnTo>
                  <a:lnTo>
                    <a:pt x="4949608" y="2295426"/>
                  </a:lnTo>
                  <a:lnTo>
                    <a:pt x="4858075" y="2307510"/>
                  </a:lnTo>
                  <a:lnTo>
                    <a:pt x="4772457" y="2317397"/>
                  </a:lnTo>
                  <a:lnTo>
                    <a:pt x="4696958" y="2325092"/>
                  </a:lnTo>
                  <a:lnTo>
                    <a:pt x="4635178" y="2330691"/>
                  </a:lnTo>
                  <a:lnTo>
                    <a:pt x="4589315" y="2334410"/>
                  </a:lnTo>
                  <a:lnTo>
                    <a:pt x="4559603" y="2336577"/>
                  </a:lnTo>
                  <a:lnTo>
                    <a:pt x="4544117" y="2337597"/>
                  </a:lnTo>
                  <a:lnTo>
                    <a:pt x="4538953" y="2337906"/>
                  </a:lnTo>
                  <a:lnTo>
                    <a:pt x="4538543" y="2337928"/>
                  </a:lnTo>
                  <a:lnTo>
                    <a:pt x="4016409" y="2337928"/>
                  </a:lnTo>
                  <a:lnTo>
                    <a:pt x="4015184" y="2337879"/>
                  </a:lnTo>
                  <a:lnTo>
                    <a:pt x="4007164" y="2337528"/>
                  </a:lnTo>
                  <a:lnTo>
                    <a:pt x="3987091" y="2336557"/>
                  </a:lnTo>
                  <a:lnTo>
                    <a:pt x="3951569" y="2334651"/>
                  </a:lnTo>
                  <a:lnTo>
                    <a:pt x="3899365" y="2331526"/>
                  </a:lnTo>
                  <a:lnTo>
                    <a:pt x="3831482" y="2326969"/>
                  </a:lnTo>
                  <a:lnTo>
                    <a:pt x="3750807" y="2320855"/>
                  </a:lnTo>
                  <a:lnTo>
                    <a:pt x="3661394" y="2313141"/>
                  </a:lnTo>
                  <a:lnTo>
                    <a:pt x="3567613" y="2303842"/>
                  </a:lnTo>
                  <a:lnTo>
                    <a:pt x="3473419" y="2292996"/>
                  </a:lnTo>
                  <a:lnTo>
                    <a:pt x="3381901" y="2280627"/>
                  </a:lnTo>
                  <a:lnTo>
                    <a:pt x="3295132" y="2266715"/>
                  </a:lnTo>
                  <a:lnTo>
                    <a:pt x="3214234" y="2251184"/>
                  </a:lnTo>
                  <a:lnTo>
                    <a:pt x="3139565" y="2233893"/>
                  </a:lnTo>
                  <a:lnTo>
                    <a:pt x="3070922" y="2214631"/>
                  </a:lnTo>
                  <a:lnTo>
                    <a:pt x="3007738" y="2193128"/>
                  </a:lnTo>
                  <a:lnTo>
                    <a:pt x="2949228" y="2169064"/>
                  </a:lnTo>
                  <a:lnTo>
                    <a:pt x="2894502" y="2142091"/>
                  </a:lnTo>
                  <a:lnTo>
                    <a:pt x="2842654" y="2111871"/>
                  </a:lnTo>
                  <a:lnTo>
                    <a:pt x="2792834" y="2078148"/>
                  </a:lnTo>
                  <a:lnTo>
                    <a:pt x="2770117" y="2061217"/>
                  </a:lnTo>
                  <a:lnTo>
                    <a:pt x="2725611" y="2025303"/>
                  </a:lnTo>
                  <a:lnTo>
                    <a:pt x="2681538" y="1986256"/>
                  </a:lnTo>
                  <a:lnTo>
                    <a:pt x="2637544" y="1944019"/>
                  </a:lnTo>
                  <a:lnTo>
                    <a:pt x="2593367" y="1898608"/>
                  </a:lnTo>
                  <a:lnTo>
                    <a:pt x="2548829" y="1850125"/>
                  </a:lnTo>
                  <a:lnTo>
                    <a:pt x="2503825" y="1798761"/>
                  </a:lnTo>
                  <a:lnTo>
                    <a:pt x="2458317" y="1744801"/>
                  </a:lnTo>
                  <a:lnTo>
                    <a:pt x="2412324" y="1688623"/>
                  </a:lnTo>
                  <a:lnTo>
                    <a:pt x="2365918" y="1630687"/>
                  </a:lnTo>
                  <a:lnTo>
                    <a:pt x="2319209" y="1571523"/>
                  </a:lnTo>
                  <a:lnTo>
                    <a:pt x="2272337" y="1511711"/>
                  </a:lnTo>
                  <a:lnTo>
                    <a:pt x="2225454" y="1451860"/>
                  </a:lnTo>
                  <a:lnTo>
                    <a:pt x="2178715" y="1392577"/>
                  </a:lnTo>
                  <a:lnTo>
                    <a:pt x="2132263" y="1334449"/>
                  </a:lnTo>
                  <a:lnTo>
                    <a:pt x="2086211" y="1278014"/>
                  </a:lnTo>
                  <a:lnTo>
                    <a:pt x="2040637" y="1223741"/>
                  </a:lnTo>
                  <a:lnTo>
                    <a:pt x="1995568" y="1172019"/>
                  </a:lnTo>
                  <a:lnTo>
                    <a:pt x="1950974" y="1123146"/>
                  </a:lnTo>
                  <a:lnTo>
                    <a:pt x="1906758" y="1077326"/>
                  </a:lnTo>
                  <a:lnTo>
                    <a:pt x="1862753" y="1034672"/>
                  </a:lnTo>
                  <a:lnTo>
                    <a:pt x="1818708" y="995210"/>
                  </a:lnTo>
                  <a:lnTo>
                    <a:pt x="1774282" y="958892"/>
                  </a:lnTo>
                  <a:lnTo>
                    <a:pt x="1768425" y="954371"/>
                  </a:lnTo>
                  <a:lnTo>
                    <a:pt x="1719294" y="918977"/>
                  </a:lnTo>
                  <a:lnTo>
                    <a:pt x="1668491" y="887149"/>
                  </a:lnTo>
                  <a:lnTo>
                    <a:pt x="1615217" y="858703"/>
                  </a:lnTo>
                  <a:lnTo>
                    <a:pt x="1558582" y="833328"/>
                  </a:lnTo>
                  <a:lnTo>
                    <a:pt x="1497681" y="810675"/>
                  </a:lnTo>
                  <a:lnTo>
                    <a:pt x="1431667" y="790406"/>
                  </a:lnTo>
                  <a:lnTo>
                    <a:pt x="1359856" y="772227"/>
                  </a:lnTo>
                  <a:lnTo>
                    <a:pt x="1281853" y="755898"/>
                  </a:lnTo>
                  <a:lnTo>
                    <a:pt x="1197730" y="741246"/>
                  </a:lnTo>
                  <a:lnTo>
                    <a:pt x="1108227" y="728163"/>
                  </a:lnTo>
                  <a:lnTo>
                    <a:pt x="1014956" y="716607"/>
                  </a:lnTo>
                  <a:lnTo>
                    <a:pt x="920537" y="706583"/>
                  </a:lnTo>
                  <a:lnTo>
                    <a:pt x="828557" y="698127"/>
                  </a:lnTo>
                  <a:lnTo>
                    <a:pt x="743270" y="691269"/>
                  </a:lnTo>
                  <a:lnTo>
                    <a:pt x="668979" y="685997"/>
                  </a:lnTo>
                  <a:lnTo>
                    <a:pt x="609221" y="682227"/>
                  </a:lnTo>
                  <a:lnTo>
                    <a:pt x="565944" y="679784"/>
                  </a:lnTo>
                  <a:lnTo>
                    <a:pt x="538973" y="678416"/>
                  </a:lnTo>
                  <a:lnTo>
                    <a:pt x="525889" y="677816"/>
                  </a:lnTo>
                  <a:lnTo>
                    <a:pt x="522261" y="677665"/>
                  </a:lnTo>
                  <a:lnTo>
                    <a:pt x="522133" y="677660"/>
                  </a:lnTo>
                  <a:lnTo>
                    <a:pt x="0" y="677660"/>
                  </a:lnTo>
                  <a:lnTo>
                    <a:pt x="0" y="67766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680" name="pg680"/>
            <p:cNvSpPr/>
            <p:nvPr/>
          </p:nvSpPr>
          <p:spPr>
            <a:xfrm>
              <a:off x="386606" y="1727673"/>
              <a:ext cx="8554953" cy="2179808"/>
            </a:xfrm>
            <a:custGeom>
              <a:avLst/>
              <a:pathLst>
                <a:path w="8554953" h="2179808">
                  <a:moveTo>
                    <a:pt x="0" y="496951"/>
                  </a:moveTo>
                  <a:lnTo>
                    <a:pt x="522133" y="496951"/>
                  </a:lnTo>
                  <a:lnTo>
                    <a:pt x="523357" y="497000"/>
                  </a:lnTo>
                  <a:lnTo>
                    <a:pt x="531370" y="497356"/>
                  </a:lnTo>
                  <a:lnTo>
                    <a:pt x="551425" y="498339"/>
                  </a:lnTo>
                  <a:lnTo>
                    <a:pt x="586917" y="500270"/>
                  </a:lnTo>
                  <a:lnTo>
                    <a:pt x="639080" y="503434"/>
                  </a:lnTo>
                  <a:lnTo>
                    <a:pt x="706916" y="508049"/>
                  </a:lnTo>
                  <a:lnTo>
                    <a:pt x="787543" y="514241"/>
                  </a:lnTo>
                  <a:lnTo>
                    <a:pt x="876911" y="522053"/>
                  </a:lnTo>
                  <a:lnTo>
                    <a:pt x="970655" y="531471"/>
                  </a:lnTo>
                  <a:lnTo>
                    <a:pt x="1064823" y="542456"/>
                  </a:lnTo>
                  <a:lnTo>
                    <a:pt x="1156325" y="554985"/>
                  </a:lnTo>
                  <a:lnTo>
                    <a:pt x="1243087" y="569075"/>
                  </a:lnTo>
                  <a:lnTo>
                    <a:pt x="1323983" y="584805"/>
                  </a:lnTo>
                  <a:lnTo>
                    <a:pt x="1398655" y="602318"/>
                  </a:lnTo>
                  <a:lnTo>
                    <a:pt x="1467302" y="621826"/>
                  </a:lnTo>
                  <a:lnTo>
                    <a:pt x="1530492" y="643603"/>
                  </a:lnTo>
                  <a:lnTo>
                    <a:pt x="1589006" y="667971"/>
                  </a:lnTo>
                  <a:lnTo>
                    <a:pt x="1643733" y="695285"/>
                  </a:lnTo>
                  <a:lnTo>
                    <a:pt x="1695578" y="725886"/>
                  </a:lnTo>
                  <a:lnTo>
                    <a:pt x="1745392" y="760034"/>
                  </a:lnTo>
                  <a:lnTo>
                    <a:pt x="1768425" y="777427"/>
                  </a:lnTo>
                  <a:lnTo>
                    <a:pt x="1812766" y="813688"/>
                  </a:lnTo>
                  <a:lnTo>
                    <a:pt x="1856676" y="853100"/>
                  </a:lnTo>
                  <a:lnTo>
                    <a:pt x="1900506" y="895722"/>
                  </a:lnTo>
                  <a:lnTo>
                    <a:pt x="1944514" y="941538"/>
                  </a:lnTo>
                  <a:lnTo>
                    <a:pt x="1988879" y="990447"/>
                  </a:lnTo>
                  <a:lnTo>
                    <a:pt x="2033704" y="1042259"/>
                  </a:lnTo>
                  <a:lnTo>
                    <a:pt x="2079031" y="1096689"/>
                  </a:lnTo>
                  <a:lnTo>
                    <a:pt x="2124839" y="1153362"/>
                  </a:lnTo>
                  <a:lnTo>
                    <a:pt x="2171060" y="1211819"/>
                  </a:lnTo>
                  <a:lnTo>
                    <a:pt x="2217587" y="1271531"/>
                  </a:lnTo>
                  <a:lnTo>
                    <a:pt x="2264281" y="1331916"/>
                  </a:lnTo>
                  <a:lnTo>
                    <a:pt x="2310992" y="1392367"/>
                  </a:lnTo>
                  <a:lnTo>
                    <a:pt x="2357566" y="1452272"/>
                  </a:lnTo>
                  <a:lnTo>
                    <a:pt x="2403863" y="1511043"/>
                  </a:lnTo>
                  <a:lnTo>
                    <a:pt x="2449767" y="1568139"/>
                  </a:lnTo>
                  <a:lnTo>
                    <a:pt x="2495199" y="1623083"/>
                  </a:lnTo>
                  <a:lnTo>
                    <a:pt x="2540131" y="1675481"/>
                  </a:lnTo>
                  <a:lnTo>
                    <a:pt x="2584588" y="1725029"/>
                  </a:lnTo>
                  <a:lnTo>
                    <a:pt x="2628660" y="1771517"/>
                  </a:lnTo>
                  <a:lnTo>
                    <a:pt x="2672509" y="1814825"/>
                  </a:lnTo>
                  <a:lnTo>
                    <a:pt x="2716375" y="1854920"/>
                  </a:lnTo>
                  <a:lnTo>
                    <a:pt x="2760590" y="1891846"/>
                  </a:lnTo>
                  <a:lnTo>
                    <a:pt x="2770117" y="1899331"/>
                  </a:lnTo>
                  <a:lnTo>
                    <a:pt x="2819232" y="1935197"/>
                  </a:lnTo>
                  <a:lnTo>
                    <a:pt x="2870018" y="1967449"/>
                  </a:lnTo>
                  <a:lnTo>
                    <a:pt x="2923273" y="1996275"/>
                  </a:lnTo>
                  <a:lnTo>
                    <a:pt x="2979885" y="2021990"/>
                  </a:lnTo>
                  <a:lnTo>
                    <a:pt x="3040760" y="2044948"/>
                  </a:lnTo>
                  <a:lnTo>
                    <a:pt x="3106742" y="2065490"/>
                  </a:lnTo>
                  <a:lnTo>
                    <a:pt x="3178518" y="2083915"/>
                  </a:lnTo>
                  <a:lnTo>
                    <a:pt x="3256480" y="2100465"/>
                  </a:lnTo>
                  <a:lnTo>
                    <a:pt x="3340560" y="2115316"/>
                  </a:lnTo>
                  <a:lnTo>
                    <a:pt x="3430020" y="2128577"/>
                  </a:lnTo>
                  <a:lnTo>
                    <a:pt x="3523252" y="2140292"/>
                  </a:lnTo>
                  <a:lnTo>
                    <a:pt x="3617643" y="2150455"/>
                  </a:lnTo>
                  <a:lnTo>
                    <a:pt x="3709611" y="2159030"/>
                  </a:lnTo>
                  <a:lnTo>
                    <a:pt x="3794910" y="2165986"/>
                  </a:lnTo>
                  <a:lnTo>
                    <a:pt x="3869237" y="2171335"/>
                  </a:lnTo>
                  <a:lnTo>
                    <a:pt x="3929055" y="2175163"/>
                  </a:lnTo>
                  <a:lnTo>
                    <a:pt x="3972407" y="2177644"/>
                  </a:lnTo>
                  <a:lnTo>
                    <a:pt x="3999456" y="2179036"/>
                  </a:lnTo>
                  <a:lnTo>
                    <a:pt x="4012608" y="2179647"/>
                  </a:lnTo>
                  <a:lnTo>
                    <a:pt x="4016276" y="2179802"/>
                  </a:lnTo>
                  <a:lnTo>
                    <a:pt x="4016409" y="2179808"/>
                  </a:lnTo>
                  <a:lnTo>
                    <a:pt x="4538543" y="2179808"/>
                  </a:lnTo>
                  <a:lnTo>
                    <a:pt x="4539739" y="2179745"/>
                  </a:lnTo>
                  <a:lnTo>
                    <a:pt x="4547571" y="2179296"/>
                  </a:lnTo>
                  <a:lnTo>
                    <a:pt x="4567190" y="2178057"/>
                  </a:lnTo>
                  <a:lnTo>
                    <a:pt x="4601950" y="2175621"/>
                  </a:lnTo>
                  <a:lnTo>
                    <a:pt x="4653118" y="2171627"/>
                  </a:lnTo>
                  <a:lnTo>
                    <a:pt x="4719791" y="2165797"/>
                  </a:lnTo>
                  <a:lnTo>
                    <a:pt x="4799222" y="2157967"/>
                  </a:lnTo>
                  <a:lnTo>
                    <a:pt x="4887495" y="2148076"/>
                  </a:lnTo>
                  <a:lnTo>
                    <a:pt x="4980339" y="2136142"/>
                  </a:lnTo>
                  <a:lnTo>
                    <a:pt x="5073852" y="2122211"/>
                  </a:lnTo>
                  <a:lnTo>
                    <a:pt x="5164943" y="2106317"/>
                  </a:lnTo>
                  <a:lnTo>
                    <a:pt x="5251507" y="2088442"/>
                  </a:lnTo>
                  <a:lnTo>
                    <a:pt x="5332365" y="2068495"/>
                  </a:lnTo>
                  <a:lnTo>
                    <a:pt x="5407105" y="2046303"/>
                  </a:lnTo>
                  <a:lnTo>
                    <a:pt x="5475871" y="2021609"/>
                  </a:lnTo>
                  <a:lnTo>
                    <a:pt x="5539185" y="1994075"/>
                  </a:lnTo>
                  <a:lnTo>
                    <a:pt x="5597793" y="1963300"/>
                  </a:lnTo>
                  <a:lnTo>
                    <a:pt x="5652552" y="1928840"/>
                  </a:lnTo>
                  <a:lnTo>
                    <a:pt x="5704350" y="1890260"/>
                  </a:lnTo>
                  <a:lnTo>
                    <a:pt x="5754030" y="1847206"/>
                  </a:lnTo>
                  <a:lnTo>
                    <a:pt x="5784835" y="1817447"/>
                  </a:lnTo>
                  <a:lnTo>
                    <a:pt x="5825823" y="1774305"/>
                  </a:lnTo>
                  <a:lnTo>
                    <a:pt x="5866418" y="1727695"/>
                  </a:lnTo>
                  <a:lnTo>
                    <a:pt x="5906904" y="1677549"/>
                  </a:lnTo>
                  <a:lnTo>
                    <a:pt x="5947501" y="1623868"/>
                  </a:lnTo>
                  <a:lnTo>
                    <a:pt x="5988363" y="1566730"/>
                  </a:lnTo>
                  <a:lnTo>
                    <a:pt x="6029592" y="1506298"/>
                  </a:lnTo>
                  <a:lnTo>
                    <a:pt x="6071241" y="1442820"/>
                  </a:lnTo>
                  <a:lnTo>
                    <a:pt x="6113315" y="1376635"/>
                  </a:lnTo>
                  <a:lnTo>
                    <a:pt x="6155783" y="1308163"/>
                  </a:lnTo>
                  <a:lnTo>
                    <a:pt x="6198578" y="1237900"/>
                  </a:lnTo>
                  <a:lnTo>
                    <a:pt x="6241608" y="1166401"/>
                  </a:lnTo>
                  <a:lnTo>
                    <a:pt x="6284760" y="1094268"/>
                  </a:lnTo>
                  <a:lnTo>
                    <a:pt x="6327916" y="1022120"/>
                  </a:lnTo>
                  <a:lnTo>
                    <a:pt x="6370953" y="950582"/>
                  </a:lnTo>
                  <a:lnTo>
                    <a:pt x="6413760" y="880255"/>
                  </a:lnTo>
                  <a:lnTo>
                    <a:pt x="6456243" y="811696"/>
                  </a:lnTo>
                  <a:lnTo>
                    <a:pt x="6498336" y="745404"/>
                  </a:lnTo>
                  <a:lnTo>
                    <a:pt x="6540002" y="681803"/>
                  </a:lnTo>
                  <a:lnTo>
                    <a:pt x="6581249" y="621235"/>
                  </a:lnTo>
                  <a:lnTo>
                    <a:pt x="6622125" y="563953"/>
                  </a:lnTo>
                  <a:lnTo>
                    <a:pt x="6662730" y="510122"/>
                  </a:lnTo>
                  <a:lnTo>
                    <a:pt x="6703217" y="459825"/>
                  </a:lnTo>
                  <a:lnTo>
                    <a:pt x="6743802" y="413065"/>
                  </a:lnTo>
                  <a:lnTo>
                    <a:pt x="6784767" y="369777"/>
                  </a:lnTo>
                  <a:lnTo>
                    <a:pt x="6786527" y="368007"/>
                  </a:lnTo>
                  <a:lnTo>
                    <a:pt x="6835248" y="322019"/>
                  </a:lnTo>
                  <a:lnTo>
                    <a:pt x="6885608" y="280626"/>
                  </a:lnTo>
                  <a:lnTo>
                    <a:pt x="6938384" y="243596"/>
                  </a:lnTo>
                  <a:lnTo>
                    <a:pt x="6994444" y="210532"/>
                  </a:lnTo>
                  <a:lnTo>
                    <a:pt x="7054672" y="180988"/>
                  </a:lnTo>
                  <a:lnTo>
                    <a:pt x="7119896" y="154533"/>
                  </a:lnTo>
                  <a:lnTo>
                    <a:pt x="7190796" y="130786"/>
                  </a:lnTo>
                  <a:lnTo>
                    <a:pt x="7267775" y="109438"/>
                  </a:lnTo>
                  <a:lnTo>
                    <a:pt x="7350797" y="90262"/>
                  </a:lnTo>
                  <a:lnTo>
                    <a:pt x="7439194" y="73115"/>
                  </a:lnTo>
                  <a:lnTo>
                    <a:pt x="7531464" y="57936"/>
                  </a:lnTo>
                  <a:lnTo>
                    <a:pt x="7625140" y="44727"/>
                  </a:lnTo>
                  <a:lnTo>
                    <a:pt x="7716802" y="33533"/>
                  </a:lnTo>
                  <a:lnTo>
                    <a:pt x="7802345" y="24395"/>
                  </a:lnTo>
                  <a:lnTo>
                    <a:pt x="7877535" y="17306"/>
                  </a:lnTo>
                  <a:lnTo>
                    <a:pt x="7938787" y="12171"/>
                  </a:lnTo>
                  <a:lnTo>
                    <a:pt x="7983966" y="8782"/>
                  </a:lnTo>
                  <a:lnTo>
                    <a:pt x="8012945" y="6828"/>
                  </a:lnTo>
                  <a:lnTo>
                    <a:pt x="8027776" y="5924"/>
                  </a:lnTo>
                  <a:lnTo>
                    <a:pt x="8032506" y="5663"/>
                  </a:lnTo>
                  <a:lnTo>
                    <a:pt x="8032819" y="5647"/>
                  </a:lnTo>
                  <a:lnTo>
                    <a:pt x="8554953" y="5647"/>
                  </a:lnTo>
                  <a:lnTo>
                    <a:pt x="8554953" y="0"/>
                  </a:lnTo>
                  <a:lnTo>
                    <a:pt x="8032819" y="0"/>
                  </a:lnTo>
                  <a:lnTo>
                    <a:pt x="8031623" y="62"/>
                  </a:lnTo>
                  <a:lnTo>
                    <a:pt x="8023791" y="511"/>
                  </a:lnTo>
                  <a:lnTo>
                    <a:pt x="8004172" y="1750"/>
                  </a:lnTo>
                  <a:lnTo>
                    <a:pt x="7969412" y="4186"/>
                  </a:lnTo>
                  <a:lnTo>
                    <a:pt x="7918244" y="8180"/>
                  </a:lnTo>
                  <a:lnTo>
                    <a:pt x="7851571" y="14010"/>
                  </a:lnTo>
                  <a:lnTo>
                    <a:pt x="7772140" y="21840"/>
                  </a:lnTo>
                  <a:lnTo>
                    <a:pt x="7683867" y="31731"/>
                  </a:lnTo>
                  <a:lnTo>
                    <a:pt x="7591023" y="43665"/>
                  </a:lnTo>
                  <a:lnTo>
                    <a:pt x="7497510" y="57596"/>
                  </a:lnTo>
                  <a:lnTo>
                    <a:pt x="7406419" y="73490"/>
                  </a:lnTo>
                  <a:lnTo>
                    <a:pt x="7319855" y="91365"/>
                  </a:lnTo>
                  <a:lnTo>
                    <a:pt x="7238997" y="111312"/>
                  </a:lnTo>
                  <a:lnTo>
                    <a:pt x="7164257" y="133504"/>
                  </a:lnTo>
                  <a:lnTo>
                    <a:pt x="7095491" y="158198"/>
                  </a:lnTo>
                  <a:lnTo>
                    <a:pt x="7032177" y="185732"/>
                  </a:lnTo>
                  <a:lnTo>
                    <a:pt x="6973569" y="216507"/>
                  </a:lnTo>
                  <a:lnTo>
                    <a:pt x="6918810" y="250967"/>
                  </a:lnTo>
                  <a:lnTo>
                    <a:pt x="6867012" y="289547"/>
                  </a:lnTo>
                  <a:lnTo>
                    <a:pt x="6817332" y="332601"/>
                  </a:lnTo>
                  <a:lnTo>
                    <a:pt x="6786527" y="362360"/>
                  </a:lnTo>
                  <a:lnTo>
                    <a:pt x="6745539" y="405502"/>
                  </a:lnTo>
                  <a:lnTo>
                    <a:pt x="6704944" y="452112"/>
                  </a:lnTo>
                  <a:lnTo>
                    <a:pt x="6664457" y="502258"/>
                  </a:lnTo>
                  <a:lnTo>
                    <a:pt x="6623861" y="555939"/>
                  </a:lnTo>
                  <a:lnTo>
                    <a:pt x="6582999" y="613077"/>
                  </a:lnTo>
                  <a:lnTo>
                    <a:pt x="6541770" y="673509"/>
                  </a:lnTo>
                  <a:lnTo>
                    <a:pt x="6500121" y="736987"/>
                  </a:lnTo>
                  <a:lnTo>
                    <a:pt x="6458047" y="803172"/>
                  </a:lnTo>
                  <a:lnTo>
                    <a:pt x="6415579" y="871644"/>
                  </a:lnTo>
                  <a:lnTo>
                    <a:pt x="6372784" y="941907"/>
                  </a:lnTo>
                  <a:lnTo>
                    <a:pt x="6329754" y="1013406"/>
                  </a:lnTo>
                  <a:lnTo>
                    <a:pt x="6286602" y="1085539"/>
                  </a:lnTo>
                  <a:lnTo>
                    <a:pt x="6243446" y="1157687"/>
                  </a:lnTo>
                  <a:lnTo>
                    <a:pt x="6200409" y="1229225"/>
                  </a:lnTo>
                  <a:lnTo>
                    <a:pt x="6157602" y="1299552"/>
                  </a:lnTo>
                  <a:lnTo>
                    <a:pt x="6115119" y="1368111"/>
                  </a:lnTo>
                  <a:lnTo>
                    <a:pt x="6073026" y="1434403"/>
                  </a:lnTo>
                  <a:lnTo>
                    <a:pt x="6031359" y="1498004"/>
                  </a:lnTo>
                  <a:lnTo>
                    <a:pt x="5990113" y="1558572"/>
                  </a:lnTo>
                  <a:lnTo>
                    <a:pt x="5949237" y="1615854"/>
                  </a:lnTo>
                  <a:lnTo>
                    <a:pt x="5908632" y="1669685"/>
                  </a:lnTo>
                  <a:lnTo>
                    <a:pt x="5868145" y="1719982"/>
                  </a:lnTo>
                  <a:lnTo>
                    <a:pt x="5827560" y="1766742"/>
                  </a:lnTo>
                  <a:lnTo>
                    <a:pt x="5786595" y="1810030"/>
                  </a:lnTo>
                  <a:lnTo>
                    <a:pt x="5784835" y="1811800"/>
                  </a:lnTo>
                  <a:lnTo>
                    <a:pt x="5736114" y="1857788"/>
                  </a:lnTo>
                  <a:lnTo>
                    <a:pt x="5685754" y="1899181"/>
                  </a:lnTo>
                  <a:lnTo>
                    <a:pt x="5632977" y="1936211"/>
                  </a:lnTo>
                  <a:lnTo>
                    <a:pt x="5576918" y="1969275"/>
                  </a:lnTo>
                  <a:lnTo>
                    <a:pt x="5516690" y="1998819"/>
                  </a:lnTo>
                  <a:lnTo>
                    <a:pt x="5451466" y="2025274"/>
                  </a:lnTo>
                  <a:lnTo>
                    <a:pt x="5380566" y="2049021"/>
                  </a:lnTo>
                  <a:lnTo>
                    <a:pt x="5303587" y="2070369"/>
                  </a:lnTo>
                  <a:lnTo>
                    <a:pt x="5220565" y="2089545"/>
                  </a:lnTo>
                  <a:lnTo>
                    <a:pt x="5132168" y="2106692"/>
                  </a:lnTo>
                  <a:lnTo>
                    <a:pt x="5039898" y="2121871"/>
                  </a:lnTo>
                  <a:lnTo>
                    <a:pt x="4946222" y="2135080"/>
                  </a:lnTo>
                  <a:lnTo>
                    <a:pt x="4854560" y="2146274"/>
                  </a:lnTo>
                  <a:lnTo>
                    <a:pt x="4769017" y="2155412"/>
                  </a:lnTo>
                  <a:lnTo>
                    <a:pt x="4693827" y="2162501"/>
                  </a:lnTo>
                  <a:lnTo>
                    <a:pt x="4632575" y="2167636"/>
                  </a:lnTo>
                  <a:lnTo>
                    <a:pt x="4587396" y="2171025"/>
                  </a:lnTo>
                  <a:lnTo>
                    <a:pt x="4558417" y="2172979"/>
                  </a:lnTo>
                  <a:lnTo>
                    <a:pt x="4543586" y="2173883"/>
                  </a:lnTo>
                  <a:lnTo>
                    <a:pt x="4538856" y="2174144"/>
                  </a:lnTo>
                  <a:lnTo>
                    <a:pt x="4538543" y="2174160"/>
                  </a:lnTo>
                  <a:lnTo>
                    <a:pt x="4016409" y="2174160"/>
                  </a:lnTo>
                  <a:lnTo>
                    <a:pt x="4015185" y="2174111"/>
                  </a:lnTo>
                  <a:lnTo>
                    <a:pt x="4007173" y="2173755"/>
                  </a:lnTo>
                  <a:lnTo>
                    <a:pt x="3987118" y="2172772"/>
                  </a:lnTo>
                  <a:lnTo>
                    <a:pt x="3951625" y="2170841"/>
                  </a:lnTo>
                  <a:lnTo>
                    <a:pt x="3899462" y="2167677"/>
                  </a:lnTo>
                  <a:lnTo>
                    <a:pt x="3831626" y="2163062"/>
                  </a:lnTo>
                  <a:lnTo>
                    <a:pt x="3751000" y="2156870"/>
                  </a:lnTo>
                  <a:lnTo>
                    <a:pt x="3661631" y="2149058"/>
                  </a:lnTo>
                  <a:lnTo>
                    <a:pt x="3567887" y="2139640"/>
                  </a:lnTo>
                  <a:lnTo>
                    <a:pt x="3473719" y="2128655"/>
                  </a:lnTo>
                  <a:lnTo>
                    <a:pt x="3382217" y="2116126"/>
                  </a:lnTo>
                  <a:lnTo>
                    <a:pt x="3295456" y="2102035"/>
                  </a:lnTo>
                  <a:lnTo>
                    <a:pt x="3214559" y="2086306"/>
                  </a:lnTo>
                  <a:lnTo>
                    <a:pt x="3139887" y="2068792"/>
                  </a:lnTo>
                  <a:lnTo>
                    <a:pt x="3071240" y="2049284"/>
                  </a:lnTo>
                  <a:lnTo>
                    <a:pt x="3008050" y="2027508"/>
                  </a:lnTo>
                  <a:lnTo>
                    <a:pt x="2949536" y="2003139"/>
                  </a:lnTo>
                  <a:lnTo>
                    <a:pt x="2894810" y="1975826"/>
                  </a:lnTo>
                  <a:lnTo>
                    <a:pt x="2842964" y="1945225"/>
                  </a:lnTo>
                  <a:lnTo>
                    <a:pt x="2793150" y="1911077"/>
                  </a:lnTo>
                  <a:lnTo>
                    <a:pt x="2770117" y="1893684"/>
                  </a:lnTo>
                  <a:lnTo>
                    <a:pt x="2725776" y="1857423"/>
                  </a:lnTo>
                  <a:lnTo>
                    <a:pt x="2681866" y="1818011"/>
                  </a:lnTo>
                  <a:lnTo>
                    <a:pt x="2638037" y="1775389"/>
                  </a:lnTo>
                  <a:lnTo>
                    <a:pt x="2594028" y="1729573"/>
                  </a:lnTo>
                  <a:lnTo>
                    <a:pt x="2549664" y="1680664"/>
                  </a:lnTo>
                  <a:lnTo>
                    <a:pt x="2504838" y="1628852"/>
                  </a:lnTo>
                  <a:lnTo>
                    <a:pt x="2459511" y="1574422"/>
                  </a:lnTo>
                  <a:lnTo>
                    <a:pt x="2413703" y="1517748"/>
                  </a:lnTo>
                  <a:lnTo>
                    <a:pt x="2367482" y="1459292"/>
                  </a:lnTo>
                  <a:lnTo>
                    <a:pt x="2320956" y="1399580"/>
                  </a:lnTo>
                  <a:lnTo>
                    <a:pt x="2274261" y="1339195"/>
                  </a:lnTo>
                  <a:lnTo>
                    <a:pt x="2227550" y="1278744"/>
                  </a:lnTo>
                  <a:lnTo>
                    <a:pt x="2180976" y="1218839"/>
                  </a:lnTo>
                  <a:lnTo>
                    <a:pt x="2134679" y="1160068"/>
                  </a:lnTo>
                  <a:lnTo>
                    <a:pt x="2088776" y="1102972"/>
                  </a:lnTo>
                  <a:lnTo>
                    <a:pt x="2043343" y="1048028"/>
                  </a:lnTo>
                  <a:lnTo>
                    <a:pt x="1998411" y="995630"/>
                  </a:lnTo>
                  <a:lnTo>
                    <a:pt x="1953955" y="946081"/>
                  </a:lnTo>
                  <a:lnTo>
                    <a:pt x="1909882" y="899594"/>
                  </a:lnTo>
                  <a:lnTo>
                    <a:pt x="1866033" y="856286"/>
                  </a:lnTo>
                  <a:lnTo>
                    <a:pt x="1822167" y="816191"/>
                  </a:lnTo>
                  <a:lnTo>
                    <a:pt x="1777952" y="779265"/>
                  </a:lnTo>
                  <a:lnTo>
                    <a:pt x="1768425" y="771780"/>
                  </a:lnTo>
                  <a:lnTo>
                    <a:pt x="1719310" y="735914"/>
                  </a:lnTo>
                  <a:lnTo>
                    <a:pt x="1668524" y="703662"/>
                  </a:lnTo>
                  <a:lnTo>
                    <a:pt x="1615269" y="674836"/>
                  </a:lnTo>
                  <a:lnTo>
                    <a:pt x="1558658" y="649121"/>
                  </a:lnTo>
                  <a:lnTo>
                    <a:pt x="1497783" y="626163"/>
                  </a:lnTo>
                  <a:lnTo>
                    <a:pt x="1431800" y="605621"/>
                  </a:lnTo>
                  <a:lnTo>
                    <a:pt x="1360024" y="587196"/>
                  </a:lnTo>
                  <a:lnTo>
                    <a:pt x="1282062" y="570646"/>
                  </a:lnTo>
                  <a:lnTo>
                    <a:pt x="1197982" y="555795"/>
                  </a:lnTo>
                  <a:lnTo>
                    <a:pt x="1108522" y="542534"/>
                  </a:lnTo>
                  <a:lnTo>
                    <a:pt x="1015290" y="530819"/>
                  </a:lnTo>
                  <a:lnTo>
                    <a:pt x="920899" y="520656"/>
                  </a:lnTo>
                  <a:lnTo>
                    <a:pt x="828931" y="512081"/>
                  </a:lnTo>
                  <a:lnTo>
                    <a:pt x="743632" y="505125"/>
                  </a:lnTo>
                  <a:lnTo>
                    <a:pt x="669305" y="499776"/>
                  </a:lnTo>
                  <a:lnTo>
                    <a:pt x="609487" y="495948"/>
                  </a:lnTo>
                  <a:lnTo>
                    <a:pt x="566135" y="493467"/>
                  </a:lnTo>
                  <a:lnTo>
                    <a:pt x="539086" y="492075"/>
                  </a:lnTo>
                  <a:lnTo>
                    <a:pt x="525935" y="491464"/>
                  </a:lnTo>
                  <a:lnTo>
                    <a:pt x="522266" y="491309"/>
                  </a:lnTo>
                  <a:lnTo>
                    <a:pt x="522133" y="491303"/>
                  </a:lnTo>
                  <a:lnTo>
                    <a:pt x="0" y="491303"/>
                  </a:lnTo>
                  <a:close/>
                </a:path>
              </a:pathLst>
            </a:custGeom>
            <a:solidFill>
              <a:srgbClr val="8FA8D6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681" name="pl681"/>
            <p:cNvSpPr/>
            <p:nvPr/>
          </p:nvSpPr>
          <p:spPr>
            <a:xfrm>
              <a:off x="386606" y="1733320"/>
              <a:ext cx="8554953" cy="2174160"/>
            </a:xfrm>
            <a:custGeom>
              <a:avLst/>
              <a:pathLst>
                <a:path w="8554953" h="2174160">
                  <a:moveTo>
                    <a:pt x="0" y="491303"/>
                  </a:moveTo>
                  <a:lnTo>
                    <a:pt x="522133" y="491303"/>
                  </a:lnTo>
                  <a:lnTo>
                    <a:pt x="523357" y="491353"/>
                  </a:lnTo>
                  <a:lnTo>
                    <a:pt x="531370" y="491709"/>
                  </a:lnTo>
                  <a:lnTo>
                    <a:pt x="551425" y="492692"/>
                  </a:lnTo>
                  <a:lnTo>
                    <a:pt x="586917" y="494623"/>
                  </a:lnTo>
                  <a:lnTo>
                    <a:pt x="639080" y="497787"/>
                  </a:lnTo>
                  <a:lnTo>
                    <a:pt x="706916" y="502401"/>
                  </a:lnTo>
                  <a:lnTo>
                    <a:pt x="787543" y="508593"/>
                  </a:lnTo>
                  <a:lnTo>
                    <a:pt x="876911" y="516406"/>
                  </a:lnTo>
                  <a:lnTo>
                    <a:pt x="970655" y="525824"/>
                  </a:lnTo>
                  <a:lnTo>
                    <a:pt x="1064823" y="536809"/>
                  </a:lnTo>
                  <a:lnTo>
                    <a:pt x="1156325" y="549338"/>
                  </a:lnTo>
                  <a:lnTo>
                    <a:pt x="1243087" y="563428"/>
                  </a:lnTo>
                  <a:lnTo>
                    <a:pt x="1323983" y="579158"/>
                  </a:lnTo>
                  <a:lnTo>
                    <a:pt x="1398655" y="596671"/>
                  </a:lnTo>
                  <a:lnTo>
                    <a:pt x="1467302" y="616179"/>
                  </a:lnTo>
                  <a:lnTo>
                    <a:pt x="1530492" y="637956"/>
                  </a:lnTo>
                  <a:lnTo>
                    <a:pt x="1589006" y="662324"/>
                  </a:lnTo>
                  <a:lnTo>
                    <a:pt x="1643733" y="689638"/>
                  </a:lnTo>
                  <a:lnTo>
                    <a:pt x="1695578" y="720239"/>
                  </a:lnTo>
                  <a:lnTo>
                    <a:pt x="1745392" y="754387"/>
                  </a:lnTo>
                  <a:lnTo>
                    <a:pt x="1768425" y="771780"/>
                  </a:lnTo>
                  <a:lnTo>
                    <a:pt x="1812766" y="808041"/>
                  </a:lnTo>
                  <a:lnTo>
                    <a:pt x="1856676" y="847453"/>
                  </a:lnTo>
                  <a:lnTo>
                    <a:pt x="1900506" y="890075"/>
                  </a:lnTo>
                  <a:lnTo>
                    <a:pt x="1944514" y="935890"/>
                  </a:lnTo>
                  <a:lnTo>
                    <a:pt x="1988879" y="984800"/>
                  </a:lnTo>
                  <a:lnTo>
                    <a:pt x="2033704" y="1036612"/>
                  </a:lnTo>
                  <a:lnTo>
                    <a:pt x="2079031" y="1091042"/>
                  </a:lnTo>
                  <a:lnTo>
                    <a:pt x="2124839" y="1147715"/>
                  </a:lnTo>
                  <a:lnTo>
                    <a:pt x="2171060" y="1206172"/>
                  </a:lnTo>
                  <a:lnTo>
                    <a:pt x="2217587" y="1265884"/>
                  </a:lnTo>
                  <a:lnTo>
                    <a:pt x="2264281" y="1326269"/>
                  </a:lnTo>
                  <a:lnTo>
                    <a:pt x="2310992" y="1386720"/>
                  </a:lnTo>
                  <a:lnTo>
                    <a:pt x="2357566" y="1446625"/>
                  </a:lnTo>
                  <a:lnTo>
                    <a:pt x="2403863" y="1505396"/>
                  </a:lnTo>
                  <a:lnTo>
                    <a:pt x="2449767" y="1562492"/>
                  </a:lnTo>
                  <a:lnTo>
                    <a:pt x="2495199" y="1617436"/>
                  </a:lnTo>
                  <a:lnTo>
                    <a:pt x="2540131" y="1669834"/>
                  </a:lnTo>
                  <a:lnTo>
                    <a:pt x="2584588" y="1719382"/>
                  </a:lnTo>
                  <a:lnTo>
                    <a:pt x="2628660" y="1765870"/>
                  </a:lnTo>
                  <a:lnTo>
                    <a:pt x="2672509" y="1809178"/>
                  </a:lnTo>
                  <a:lnTo>
                    <a:pt x="2716375" y="1849273"/>
                  </a:lnTo>
                  <a:lnTo>
                    <a:pt x="2760590" y="1886199"/>
                  </a:lnTo>
                  <a:lnTo>
                    <a:pt x="2770117" y="1893684"/>
                  </a:lnTo>
                  <a:lnTo>
                    <a:pt x="2819232" y="1929549"/>
                  </a:lnTo>
                  <a:lnTo>
                    <a:pt x="2870018" y="1961802"/>
                  </a:lnTo>
                  <a:lnTo>
                    <a:pt x="2923273" y="1990628"/>
                  </a:lnTo>
                  <a:lnTo>
                    <a:pt x="2979885" y="2016343"/>
                  </a:lnTo>
                  <a:lnTo>
                    <a:pt x="3040760" y="2039301"/>
                  </a:lnTo>
                  <a:lnTo>
                    <a:pt x="3106742" y="2059843"/>
                  </a:lnTo>
                  <a:lnTo>
                    <a:pt x="3178518" y="2078268"/>
                  </a:lnTo>
                  <a:lnTo>
                    <a:pt x="3256480" y="2094818"/>
                  </a:lnTo>
                  <a:lnTo>
                    <a:pt x="3340560" y="2109669"/>
                  </a:lnTo>
                  <a:lnTo>
                    <a:pt x="3430020" y="2122930"/>
                  </a:lnTo>
                  <a:lnTo>
                    <a:pt x="3523252" y="2134645"/>
                  </a:lnTo>
                  <a:lnTo>
                    <a:pt x="3617643" y="2144807"/>
                  </a:lnTo>
                  <a:lnTo>
                    <a:pt x="3709611" y="2153382"/>
                  </a:lnTo>
                  <a:lnTo>
                    <a:pt x="3794910" y="2160339"/>
                  </a:lnTo>
                  <a:lnTo>
                    <a:pt x="3869237" y="2165688"/>
                  </a:lnTo>
                  <a:lnTo>
                    <a:pt x="3929055" y="2169516"/>
                  </a:lnTo>
                  <a:lnTo>
                    <a:pt x="3972407" y="2171997"/>
                  </a:lnTo>
                  <a:lnTo>
                    <a:pt x="3999456" y="2173389"/>
                  </a:lnTo>
                  <a:lnTo>
                    <a:pt x="4012608" y="2174000"/>
                  </a:lnTo>
                  <a:lnTo>
                    <a:pt x="4016276" y="2174155"/>
                  </a:lnTo>
                  <a:lnTo>
                    <a:pt x="4016409" y="2174160"/>
                  </a:lnTo>
                  <a:lnTo>
                    <a:pt x="4538543" y="2174160"/>
                  </a:lnTo>
                  <a:lnTo>
                    <a:pt x="4539739" y="2174098"/>
                  </a:lnTo>
                  <a:lnTo>
                    <a:pt x="4547571" y="2173649"/>
                  </a:lnTo>
                  <a:lnTo>
                    <a:pt x="4567190" y="2172410"/>
                  </a:lnTo>
                  <a:lnTo>
                    <a:pt x="4601950" y="2169974"/>
                  </a:lnTo>
                  <a:lnTo>
                    <a:pt x="4653118" y="2165980"/>
                  </a:lnTo>
                  <a:lnTo>
                    <a:pt x="4719791" y="2160150"/>
                  </a:lnTo>
                  <a:lnTo>
                    <a:pt x="4799222" y="2152320"/>
                  </a:lnTo>
                  <a:lnTo>
                    <a:pt x="4887495" y="2142429"/>
                  </a:lnTo>
                  <a:lnTo>
                    <a:pt x="4980339" y="2130495"/>
                  </a:lnTo>
                  <a:lnTo>
                    <a:pt x="5073852" y="2116564"/>
                  </a:lnTo>
                  <a:lnTo>
                    <a:pt x="5164943" y="2100670"/>
                  </a:lnTo>
                  <a:lnTo>
                    <a:pt x="5251507" y="2082794"/>
                  </a:lnTo>
                  <a:lnTo>
                    <a:pt x="5332365" y="2062848"/>
                  </a:lnTo>
                  <a:lnTo>
                    <a:pt x="5407105" y="2040656"/>
                  </a:lnTo>
                  <a:lnTo>
                    <a:pt x="5475871" y="2015962"/>
                  </a:lnTo>
                  <a:lnTo>
                    <a:pt x="5539185" y="1988428"/>
                  </a:lnTo>
                  <a:lnTo>
                    <a:pt x="5597793" y="1957653"/>
                  </a:lnTo>
                  <a:lnTo>
                    <a:pt x="5652552" y="1923193"/>
                  </a:lnTo>
                  <a:lnTo>
                    <a:pt x="5704350" y="1884613"/>
                  </a:lnTo>
                  <a:lnTo>
                    <a:pt x="5754030" y="1841558"/>
                  </a:lnTo>
                  <a:lnTo>
                    <a:pt x="5784835" y="1811800"/>
                  </a:lnTo>
                  <a:lnTo>
                    <a:pt x="5825823" y="1768658"/>
                  </a:lnTo>
                  <a:lnTo>
                    <a:pt x="5866418" y="1722048"/>
                  </a:lnTo>
                  <a:lnTo>
                    <a:pt x="5906904" y="1671902"/>
                  </a:lnTo>
                  <a:lnTo>
                    <a:pt x="5947501" y="1618221"/>
                  </a:lnTo>
                  <a:lnTo>
                    <a:pt x="5988363" y="1561083"/>
                  </a:lnTo>
                  <a:lnTo>
                    <a:pt x="6029592" y="1500651"/>
                  </a:lnTo>
                  <a:lnTo>
                    <a:pt x="6071241" y="1437173"/>
                  </a:lnTo>
                  <a:lnTo>
                    <a:pt x="6113315" y="1370988"/>
                  </a:lnTo>
                  <a:lnTo>
                    <a:pt x="6155783" y="1302516"/>
                  </a:lnTo>
                  <a:lnTo>
                    <a:pt x="6198578" y="1232253"/>
                  </a:lnTo>
                  <a:lnTo>
                    <a:pt x="6241608" y="1160754"/>
                  </a:lnTo>
                  <a:lnTo>
                    <a:pt x="6284760" y="1088620"/>
                  </a:lnTo>
                  <a:lnTo>
                    <a:pt x="6327916" y="1016473"/>
                  </a:lnTo>
                  <a:lnTo>
                    <a:pt x="6370953" y="944935"/>
                  </a:lnTo>
                  <a:lnTo>
                    <a:pt x="6413760" y="874608"/>
                  </a:lnTo>
                  <a:lnTo>
                    <a:pt x="6456243" y="806049"/>
                  </a:lnTo>
                  <a:lnTo>
                    <a:pt x="6498336" y="739757"/>
                  </a:lnTo>
                  <a:lnTo>
                    <a:pt x="6540002" y="676156"/>
                  </a:lnTo>
                  <a:lnTo>
                    <a:pt x="6581249" y="615588"/>
                  </a:lnTo>
                  <a:lnTo>
                    <a:pt x="6622125" y="558306"/>
                  </a:lnTo>
                  <a:lnTo>
                    <a:pt x="6662730" y="504475"/>
                  </a:lnTo>
                  <a:lnTo>
                    <a:pt x="6703217" y="454178"/>
                  </a:lnTo>
                  <a:lnTo>
                    <a:pt x="6743802" y="407418"/>
                  </a:lnTo>
                  <a:lnTo>
                    <a:pt x="6784767" y="364130"/>
                  </a:lnTo>
                  <a:lnTo>
                    <a:pt x="6786527" y="362360"/>
                  </a:lnTo>
                  <a:lnTo>
                    <a:pt x="6835248" y="316372"/>
                  </a:lnTo>
                  <a:lnTo>
                    <a:pt x="6885608" y="274979"/>
                  </a:lnTo>
                  <a:lnTo>
                    <a:pt x="6938384" y="237948"/>
                  </a:lnTo>
                  <a:lnTo>
                    <a:pt x="6994444" y="204884"/>
                  </a:lnTo>
                  <a:lnTo>
                    <a:pt x="7054672" y="175341"/>
                  </a:lnTo>
                  <a:lnTo>
                    <a:pt x="7119896" y="148886"/>
                  </a:lnTo>
                  <a:lnTo>
                    <a:pt x="7190796" y="125139"/>
                  </a:lnTo>
                  <a:lnTo>
                    <a:pt x="7267775" y="103791"/>
                  </a:lnTo>
                  <a:lnTo>
                    <a:pt x="7350797" y="84615"/>
                  </a:lnTo>
                  <a:lnTo>
                    <a:pt x="7439194" y="67468"/>
                  </a:lnTo>
                  <a:lnTo>
                    <a:pt x="7531464" y="52289"/>
                  </a:lnTo>
                  <a:lnTo>
                    <a:pt x="7625140" y="39080"/>
                  </a:lnTo>
                  <a:lnTo>
                    <a:pt x="7716802" y="27886"/>
                  </a:lnTo>
                  <a:lnTo>
                    <a:pt x="7802345" y="18748"/>
                  </a:lnTo>
                  <a:lnTo>
                    <a:pt x="7877535" y="11659"/>
                  </a:lnTo>
                  <a:lnTo>
                    <a:pt x="7938787" y="6524"/>
                  </a:lnTo>
                  <a:lnTo>
                    <a:pt x="7983966" y="3135"/>
                  </a:lnTo>
                  <a:lnTo>
                    <a:pt x="8012945" y="1181"/>
                  </a:lnTo>
                  <a:lnTo>
                    <a:pt x="8027776" y="277"/>
                  </a:lnTo>
                  <a:lnTo>
                    <a:pt x="8032506" y="16"/>
                  </a:lnTo>
                  <a:lnTo>
                    <a:pt x="8032819" y="0"/>
                  </a:lnTo>
                  <a:lnTo>
                    <a:pt x="8554953" y="0"/>
                  </a:lnTo>
                  <a:lnTo>
                    <a:pt x="8554953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682" name="pl682"/>
            <p:cNvSpPr/>
            <p:nvPr/>
          </p:nvSpPr>
          <p:spPr>
            <a:xfrm>
              <a:off x="386606" y="1727673"/>
              <a:ext cx="8554953" cy="2174160"/>
            </a:xfrm>
            <a:custGeom>
              <a:avLst/>
              <a:pathLst>
                <a:path w="8554953" h="2174160">
                  <a:moveTo>
                    <a:pt x="8554953" y="0"/>
                  </a:moveTo>
                  <a:lnTo>
                    <a:pt x="8032819" y="0"/>
                  </a:lnTo>
                  <a:lnTo>
                    <a:pt x="8031623" y="62"/>
                  </a:lnTo>
                  <a:lnTo>
                    <a:pt x="8023791" y="511"/>
                  </a:lnTo>
                  <a:lnTo>
                    <a:pt x="8004172" y="1750"/>
                  </a:lnTo>
                  <a:lnTo>
                    <a:pt x="7969412" y="4186"/>
                  </a:lnTo>
                  <a:lnTo>
                    <a:pt x="7918244" y="8180"/>
                  </a:lnTo>
                  <a:lnTo>
                    <a:pt x="7851571" y="14010"/>
                  </a:lnTo>
                  <a:lnTo>
                    <a:pt x="7772140" y="21840"/>
                  </a:lnTo>
                  <a:lnTo>
                    <a:pt x="7683867" y="31731"/>
                  </a:lnTo>
                  <a:lnTo>
                    <a:pt x="7591023" y="43665"/>
                  </a:lnTo>
                  <a:lnTo>
                    <a:pt x="7497510" y="57596"/>
                  </a:lnTo>
                  <a:lnTo>
                    <a:pt x="7406419" y="73490"/>
                  </a:lnTo>
                  <a:lnTo>
                    <a:pt x="7319855" y="91365"/>
                  </a:lnTo>
                  <a:lnTo>
                    <a:pt x="7238997" y="111312"/>
                  </a:lnTo>
                  <a:lnTo>
                    <a:pt x="7164257" y="133504"/>
                  </a:lnTo>
                  <a:lnTo>
                    <a:pt x="7095491" y="158198"/>
                  </a:lnTo>
                  <a:lnTo>
                    <a:pt x="7032177" y="185732"/>
                  </a:lnTo>
                  <a:lnTo>
                    <a:pt x="6973569" y="216507"/>
                  </a:lnTo>
                  <a:lnTo>
                    <a:pt x="6918810" y="250967"/>
                  </a:lnTo>
                  <a:lnTo>
                    <a:pt x="6867012" y="289547"/>
                  </a:lnTo>
                  <a:lnTo>
                    <a:pt x="6817332" y="332601"/>
                  </a:lnTo>
                  <a:lnTo>
                    <a:pt x="6786527" y="362360"/>
                  </a:lnTo>
                  <a:lnTo>
                    <a:pt x="6745539" y="405502"/>
                  </a:lnTo>
                  <a:lnTo>
                    <a:pt x="6704944" y="452112"/>
                  </a:lnTo>
                  <a:lnTo>
                    <a:pt x="6664457" y="502258"/>
                  </a:lnTo>
                  <a:lnTo>
                    <a:pt x="6623861" y="555939"/>
                  </a:lnTo>
                  <a:lnTo>
                    <a:pt x="6582999" y="613077"/>
                  </a:lnTo>
                  <a:lnTo>
                    <a:pt x="6541770" y="673509"/>
                  </a:lnTo>
                  <a:lnTo>
                    <a:pt x="6500121" y="736987"/>
                  </a:lnTo>
                  <a:lnTo>
                    <a:pt x="6458047" y="803172"/>
                  </a:lnTo>
                  <a:lnTo>
                    <a:pt x="6415579" y="871644"/>
                  </a:lnTo>
                  <a:lnTo>
                    <a:pt x="6372784" y="941907"/>
                  </a:lnTo>
                  <a:lnTo>
                    <a:pt x="6329754" y="1013406"/>
                  </a:lnTo>
                  <a:lnTo>
                    <a:pt x="6286602" y="1085539"/>
                  </a:lnTo>
                  <a:lnTo>
                    <a:pt x="6243446" y="1157687"/>
                  </a:lnTo>
                  <a:lnTo>
                    <a:pt x="6200409" y="1229225"/>
                  </a:lnTo>
                  <a:lnTo>
                    <a:pt x="6157602" y="1299552"/>
                  </a:lnTo>
                  <a:lnTo>
                    <a:pt x="6115119" y="1368111"/>
                  </a:lnTo>
                  <a:lnTo>
                    <a:pt x="6073026" y="1434403"/>
                  </a:lnTo>
                  <a:lnTo>
                    <a:pt x="6031359" y="1498004"/>
                  </a:lnTo>
                  <a:lnTo>
                    <a:pt x="5990113" y="1558572"/>
                  </a:lnTo>
                  <a:lnTo>
                    <a:pt x="5949237" y="1615854"/>
                  </a:lnTo>
                  <a:lnTo>
                    <a:pt x="5908632" y="1669685"/>
                  </a:lnTo>
                  <a:lnTo>
                    <a:pt x="5868145" y="1719982"/>
                  </a:lnTo>
                  <a:lnTo>
                    <a:pt x="5827560" y="1766742"/>
                  </a:lnTo>
                  <a:lnTo>
                    <a:pt x="5786595" y="1810030"/>
                  </a:lnTo>
                  <a:lnTo>
                    <a:pt x="5784835" y="1811800"/>
                  </a:lnTo>
                  <a:lnTo>
                    <a:pt x="5736114" y="1857788"/>
                  </a:lnTo>
                  <a:lnTo>
                    <a:pt x="5685754" y="1899181"/>
                  </a:lnTo>
                  <a:lnTo>
                    <a:pt x="5632977" y="1936211"/>
                  </a:lnTo>
                  <a:lnTo>
                    <a:pt x="5576918" y="1969275"/>
                  </a:lnTo>
                  <a:lnTo>
                    <a:pt x="5516690" y="1998819"/>
                  </a:lnTo>
                  <a:lnTo>
                    <a:pt x="5451466" y="2025274"/>
                  </a:lnTo>
                  <a:lnTo>
                    <a:pt x="5380566" y="2049021"/>
                  </a:lnTo>
                  <a:lnTo>
                    <a:pt x="5303587" y="2070369"/>
                  </a:lnTo>
                  <a:lnTo>
                    <a:pt x="5220565" y="2089545"/>
                  </a:lnTo>
                  <a:lnTo>
                    <a:pt x="5132168" y="2106692"/>
                  </a:lnTo>
                  <a:lnTo>
                    <a:pt x="5039898" y="2121871"/>
                  </a:lnTo>
                  <a:lnTo>
                    <a:pt x="4946222" y="2135080"/>
                  </a:lnTo>
                  <a:lnTo>
                    <a:pt x="4854560" y="2146274"/>
                  </a:lnTo>
                  <a:lnTo>
                    <a:pt x="4769017" y="2155412"/>
                  </a:lnTo>
                  <a:lnTo>
                    <a:pt x="4693827" y="2162501"/>
                  </a:lnTo>
                  <a:lnTo>
                    <a:pt x="4632575" y="2167636"/>
                  </a:lnTo>
                  <a:lnTo>
                    <a:pt x="4587396" y="2171025"/>
                  </a:lnTo>
                  <a:lnTo>
                    <a:pt x="4558417" y="2172979"/>
                  </a:lnTo>
                  <a:lnTo>
                    <a:pt x="4543586" y="2173883"/>
                  </a:lnTo>
                  <a:lnTo>
                    <a:pt x="4538856" y="2174144"/>
                  </a:lnTo>
                  <a:lnTo>
                    <a:pt x="4538543" y="2174160"/>
                  </a:lnTo>
                  <a:lnTo>
                    <a:pt x="4016409" y="2174160"/>
                  </a:lnTo>
                  <a:lnTo>
                    <a:pt x="4015185" y="2174111"/>
                  </a:lnTo>
                  <a:lnTo>
                    <a:pt x="4007173" y="2173755"/>
                  </a:lnTo>
                  <a:lnTo>
                    <a:pt x="3987118" y="2172772"/>
                  </a:lnTo>
                  <a:lnTo>
                    <a:pt x="3951625" y="2170841"/>
                  </a:lnTo>
                  <a:lnTo>
                    <a:pt x="3899462" y="2167677"/>
                  </a:lnTo>
                  <a:lnTo>
                    <a:pt x="3831626" y="2163062"/>
                  </a:lnTo>
                  <a:lnTo>
                    <a:pt x="3751000" y="2156870"/>
                  </a:lnTo>
                  <a:lnTo>
                    <a:pt x="3661631" y="2149058"/>
                  </a:lnTo>
                  <a:lnTo>
                    <a:pt x="3567887" y="2139640"/>
                  </a:lnTo>
                  <a:lnTo>
                    <a:pt x="3473719" y="2128655"/>
                  </a:lnTo>
                  <a:lnTo>
                    <a:pt x="3382217" y="2116126"/>
                  </a:lnTo>
                  <a:lnTo>
                    <a:pt x="3295456" y="2102035"/>
                  </a:lnTo>
                  <a:lnTo>
                    <a:pt x="3214559" y="2086306"/>
                  </a:lnTo>
                  <a:lnTo>
                    <a:pt x="3139887" y="2068792"/>
                  </a:lnTo>
                  <a:lnTo>
                    <a:pt x="3071240" y="2049284"/>
                  </a:lnTo>
                  <a:lnTo>
                    <a:pt x="3008050" y="2027508"/>
                  </a:lnTo>
                  <a:lnTo>
                    <a:pt x="2949536" y="2003139"/>
                  </a:lnTo>
                  <a:lnTo>
                    <a:pt x="2894810" y="1975826"/>
                  </a:lnTo>
                  <a:lnTo>
                    <a:pt x="2842964" y="1945225"/>
                  </a:lnTo>
                  <a:lnTo>
                    <a:pt x="2793150" y="1911077"/>
                  </a:lnTo>
                  <a:lnTo>
                    <a:pt x="2770117" y="1893684"/>
                  </a:lnTo>
                  <a:lnTo>
                    <a:pt x="2725776" y="1857423"/>
                  </a:lnTo>
                  <a:lnTo>
                    <a:pt x="2681866" y="1818011"/>
                  </a:lnTo>
                  <a:lnTo>
                    <a:pt x="2638037" y="1775389"/>
                  </a:lnTo>
                  <a:lnTo>
                    <a:pt x="2594028" y="1729573"/>
                  </a:lnTo>
                  <a:lnTo>
                    <a:pt x="2549664" y="1680664"/>
                  </a:lnTo>
                  <a:lnTo>
                    <a:pt x="2504838" y="1628852"/>
                  </a:lnTo>
                  <a:lnTo>
                    <a:pt x="2459511" y="1574422"/>
                  </a:lnTo>
                  <a:lnTo>
                    <a:pt x="2413703" y="1517748"/>
                  </a:lnTo>
                  <a:lnTo>
                    <a:pt x="2367482" y="1459292"/>
                  </a:lnTo>
                  <a:lnTo>
                    <a:pt x="2320956" y="1399580"/>
                  </a:lnTo>
                  <a:lnTo>
                    <a:pt x="2274261" y="1339195"/>
                  </a:lnTo>
                  <a:lnTo>
                    <a:pt x="2227550" y="1278744"/>
                  </a:lnTo>
                  <a:lnTo>
                    <a:pt x="2180976" y="1218839"/>
                  </a:lnTo>
                  <a:lnTo>
                    <a:pt x="2134679" y="1160068"/>
                  </a:lnTo>
                  <a:lnTo>
                    <a:pt x="2088776" y="1102972"/>
                  </a:lnTo>
                  <a:lnTo>
                    <a:pt x="2043343" y="1048028"/>
                  </a:lnTo>
                  <a:lnTo>
                    <a:pt x="1998411" y="995630"/>
                  </a:lnTo>
                  <a:lnTo>
                    <a:pt x="1953955" y="946081"/>
                  </a:lnTo>
                  <a:lnTo>
                    <a:pt x="1909882" y="899594"/>
                  </a:lnTo>
                  <a:lnTo>
                    <a:pt x="1866033" y="856286"/>
                  </a:lnTo>
                  <a:lnTo>
                    <a:pt x="1822167" y="816191"/>
                  </a:lnTo>
                  <a:lnTo>
                    <a:pt x="1777952" y="779265"/>
                  </a:lnTo>
                  <a:lnTo>
                    <a:pt x="1768425" y="771780"/>
                  </a:lnTo>
                  <a:lnTo>
                    <a:pt x="1719310" y="735914"/>
                  </a:lnTo>
                  <a:lnTo>
                    <a:pt x="1668524" y="703662"/>
                  </a:lnTo>
                  <a:lnTo>
                    <a:pt x="1615269" y="674836"/>
                  </a:lnTo>
                  <a:lnTo>
                    <a:pt x="1558658" y="649121"/>
                  </a:lnTo>
                  <a:lnTo>
                    <a:pt x="1497783" y="626163"/>
                  </a:lnTo>
                  <a:lnTo>
                    <a:pt x="1431800" y="605621"/>
                  </a:lnTo>
                  <a:lnTo>
                    <a:pt x="1360024" y="587196"/>
                  </a:lnTo>
                  <a:lnTo>
                    <a:pt x="1282062" y="570646"/>
                  </a:lnTo>
                  <a:lnTo>
                    <a:pt x="1197982" y="555795"/>
                  </a:lnTo>
                  <a:lnTo>
                    <a:pt x="1108522" y="542534"/>
                  </a:lnTo>
                  <a:lnTo>
                    <a:pt x="1015290" y="530819"/>
                  </a:lnTo>
                  <a:lnTo>
                    <a:pt x="920899" y="520656"/>
                  </a:lnTo>
                  <a:lnTo>
                    <a:pt x="828931" y="512081"/>
                  </a:lnTo>
                  <a:lnTo>
                    <a:pt x="743632" y="505125"/>
                  </a:lnTo>
                  <a:lnTo>
                    <a:pt x="669305" y="499776"/>
                  </a:lnTo>
                  <a:lnTo>
                    <a:pt x="609487" y="495948"/>
                  </a:lnTo>
                  <a:lnTo>
                    <a:pt x="566135" y="493467"/>
                  </a:lnTo>
                  <a:lnTo>
                    <a:pt x="539086" y="492075"/>
                  </a:lnTo>
                  <a:lnTo>
                    <a:pt x="525935" y="491464"/>
                  </a:lnTo>
                  <a:lnTo>
                    <a:pt x="522266" y="491309"/>
                  </a:lnTo>
                  <a:lnTo>
                    <a:pt x="522133" y="491303"/>
                  </a:lnTo>
                  <a:lnTo>
                    <a:pt x="0" y="491303"/>
                  </a:lnTo>
                  <a:lnTo>
                    <a:pt x="0" y="491303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683" name="pg683"/>
            <p:cNvSpPr/>
            <p:nvPr/>
          </p:nvSpPr>
          <p:spPr>
            <a:xfrm>
              <a:off x="386606" y="2117328"/>
              <a:ext cx="8554953" cy="1829683"/>
            </a:xfrm>
            <a:custGeom>
              <a:avLst/>
              <a:pathLst>
                <a:path w="8554953" h="1829683">
                  <a:moveTo>
                    <a:pt x="0" y="129884"/>
                  </a:moveTo>
                  <a:lnTo>
                    <a:pt x="522133" y="129884"/>
                  </a:lnTo>
                  <a:lnTo>
                    <a:pt x="523357" y="129935"/>
                  </a:lnTo>
                  <a:lnTo>
                    <a:pt x="531363" y="130293"/>
                  </a:lnTo>
                  <a:lnTo>
                    <a:pt x="551405" y="131286"/>
                  </a:lnTo>
                  <a:lnTo>
                    <a:pt x="586875" y="133235"/>
                  </a:lnTo>
                  <a:lnTo>
                    <a:pt x="639007" y="136429"/>
                  </a:lnTo>
                  <a:lnTo>
                    <a:pt x="706806" y="141086"/>
                  </a:lnTo>
                  <a:lnTo>
                    <a:pt x="787396" y="147336"/>
                  </a:lnTo>
                  <a:lnTo>
                    <a:pt x="876731" y="155223"/>
                  </a:lnTo>
                  <a:lnTo>
                    <a:pt x="970448" y="164730"/>
                  </a:lnTo>
                  <a:lnTo>
                    <a:pt x="1064596" y="175819"/>
                  </a:lnTo>
                  <a:lnTo>
                    <a:pt x="1156085" y="188467"/>
                  </a:lnTo>
                  <a:lnTo>
                    <a:pt x="1242841" y="202691"/>
                  </a:lnTo>
                  <a:lnTo>
                    <a:pt x="1323736" y="218571"/>
                  </a:lnTo>
                  <a:lnTo>
                    <a:pt x="1398411" y="236249"/>
                  </a:lnTo>
                  <a:lnTo>
                    <a:pt x="1467062" y="255941"/>
                  </a:lnTo>
                  <a:lnTo>
                    <a:pt x="1530255" y="277922"/>
                  </a:lnTo>
                  <a:lnTo>
                    <a:pt x="1588772" y="302519"/>
                  </a:lnTo>
                  <a:lnTo>
                    <a:pt x="1643499" y="330088"/>
                  </a:lnTo>
                  <a:lnTo>
                    <a:pt x="1695343" y="360973"/>
                  </a:lnTo>
                  <a:lnTo>
                    <a:pt x="1745153" y="395440"/>
                  </a:lnTo>
                  <a:lnTo>
                    <a:pt x="1768425" y="413184"/>
                  </a:lnTo>
                  <a:lnTo>
                    <a:pt x="1812643" y="449704"/>
                  </a:lnTo>
                  <a:lnTo>
                    <a:pt x="1856431" y="489388"/>
                  </a:lnTo>
                  <a:lnTo>
                    <a:pt x="1900138" y="532296"/>
                  </a:lnTo>
                  <a:lnTo>
                    <a:pt x="1944020" y="578412"/>
                  </a:lnTo>
                  <a:lnTo>
                    <a:pt x="1988255" y="627637"/>
                  </a:lnTo>
                  <a:lnTo>
                    <a:pt x="2032949" y="679782"/>
                  </a:lnTo>
                  <a:lnTo>
                    <a:pt x="2078139" y="734562"/>
                  </a:lnTo>
                  <a:lnTo>
                    <a:pt x="2123810" y="791603"/>
                  </a:lnTo>
                  <a:lnTo>
                    <a:pt x="2169893" y="850447"/>
                  </a:lnTo>
                  <a:lnTo>
                    <a:pt x="2216283" y="910564"/>
                  </a:lnTo>
                  <a:lnTo>
                    <a:pt x="2262844" y="971376"/>
                  </a:lnTo>
                  <a:lnTo>
                    <a:pt x="2309426" y="1032272"/>
                  </a:lnTo>
                  <a:lnTo>
                    <a:pt x="2355878" y="1092641"/>
                  </a:lnTo>
                  <a:lnTo>
                    <a:pt x="2402058" y="1151892"/>
                  </a:lnTo>
                  <a:lnTo>
                    <a:pt x="2447851" y="1209479"/>
                  </a:lnTo>
                  <a:lnTo>
                    <a:pt x="2493178" y="1264924"/>
                  </a:lnTo>
                  <a:lnTo>
                    <a:pt x="2538007" y="1317828"/>
                  </a:lnTo>
                  <a:lnTo>
                    <a:pt x="2582361" y="1367881"/>
                  </a:lnTo>
                  <a:lnTo>
                    <a:pt x="2626326" y="1414868"/>
                  </a:lnTo>
                  <a:lnTo>
                    <a:pt x="2670060" y="1458666"/>
                  </a:lnTo>
                  <a:lnTo>
                    <a:pt x="2713794" y="1499237"/>
                  </a:lnTo>
                  <a:lnTo>
                    <a:pt x="2757853" y="1536620"/>
                  </a:lnTo>
                  <a:lnTo>
                    <a:pt x="2770117" y="1546383"/>
                  </a:lnTo>
                  <a:lnTo>
                    <a:pt x="2819220" y="1582601"/>
                  </a:lnTo>
                  <a:lnTo>
                    <a:pt x="2869993" y="1615171"/>
                  </a:lnTo>
                  <a:lnTo>
                    <a:pt x="2923233" y="1644283"/>
                  </a:lnTo>
                  <a:lnTo>
                    <a:pt x="2979828" y="1670253"/>
                  </a:lnTo>
                  <a:lnTo>
                    <a:pt x="3040683" y="1693439"/>
                  </a:lnTo>
                  <a:lnTo>
                    <a:pt x="3106642" y="1714186"/>
                  </a:lnTo>
                  <a:lnTo>
                    <a:pt x="3178390" y="1732795"/>
                  </a:lnTo>
                  <a:lnTo>
                    <a:pt x="3256322" y="1749511"/>
                  </a:lnTo>
                  <a:lnTo>
                    <a:pt x="3340369" y="1764511"/>
                  </a:lnTo>
                  <a:lnTo>
                    <a:pt x="3429797" y="1777906"/>
                  </a:lnTo>
                  <a:lnTo>
                    <a:pt x="3522999" y="1789740"/>
                  </a:lnTo>
                  <a:lnTo>
                    <a:pt x="3617368" y="1800007"/>
                  </a:lnTo>
                  <a:lnTo>
                    <a:pt x="3709328" y="1808671"/>
                  </a:lnTo>
                  <a:lnTo>
                    <a:pt x="3794636" y="1815701"/>
                  </a:lnTo>
                  <a:lnTo>
                    <a:pt x="3868990" y="1821108"/>
                  </a:lnTo>
                  <a:lnTo>
                    <a:pt x="3928853" y="1824979"/>
                  </a:lnTo>
                  <a:lnTo>
                    <a:pt x="3972262" y="1827490"/>
                  </a:lnTo>
                  <a:lnTo>
                    <a:pt x="3999371" y="1828900"/>
                  </a:lnTo>
                  <a:lnTo>
                    <a:pt x="4012573" y="1829520"/>
                  </a:lnTo>
                  <a:lnTo>
                    <a:pt x="4016272" y="1829678"/>
                  </a:lnTo>
                  <a:lnTo>
                    <a:pt x="4016409" y="1829683"/>
                  </a:lnTo>
                  <a:lnTo>
                    <a:pt x="4538543" y="1829683"/>
                  </a:lnTo>
                  <a:lnTo>
                    <a:pt x="4539761" y="1829630"/>
                  </a:lnTo>
                  <a:lnTo>
                    <a:pt x="4547731" y="1829250"/>
                  </a:lnTo>
                  <a:lnTo>
                    <a:pt x="4567684" y="1828201"/>
                  </a:lnTo>
                  <a:lnTo>
                    <a:pt x="4603006" y="1826138"/>
                  </a:lnTo>
                  <a:lnTo>
                    <a:pt x="4654937" y="1822759"/>
                  </a:lnTo>
                  <a:lnTo>
                    <a:pt x="4722502" y="1817829"/>
                  </a:lnTo>
                  <a:lnTo>
                    <a:pt x="4802851" y="1811213"/>
                  </a:lnTo>
                  <a:lnTo>
                    <a:pt x="4891966" y="1802863"/>
                  </a:lnTo>
                  <a:lnTo>
                    <a:pt x="4985502" y="1792795"/>
                  </a:lnTo>
                  <a:lnTo>
                    <a:pt x="5079520" y="1781049"/>
                  </a:lnTo>
                  <a:lnTo>
                    <a:pt x="5170928" y="1767652"/>
                  </a:lnTo>
                  <a:lnTo>
                    <a:pt x="5257645" y="1752585"/>
                  </a:lnTo>
                  <a:lnTo>
                    <a:pt x="5338534" y="1735767"/>
                  </a:lnTo>
                  <a:lnTo>
                    <a:pt x="5413222" y="1717045"/>
                  </a:lnTo>
                  <a:lnTo>
                    <a:pt x="5481897" y="1696196"/>
                  </a:lnTo>
                  <a:lnTo>
                    <a:pt x="5545116" y="1672929"/>
                  </a:lnTo>
                  <a:lnTo>
                    <a:pt x="5603651" y="1646899"/>
                  </a:lnTo>
                  <a:lnTo>
                    <a:pt x="5658384" y="1617730"/>
                  </a:lnTo>
                  <a:lnTo>
                    <a:pt x="5710218" y="1585056"/>
                  </a:lnTo>
                  <a:lnTo>
                    <a:pt x="5759999" y="1548593"/>
                  </a:lnTo>
                  <a:lnTo>
                    <a:pt x="5784835" y="1528500"/>
                  </a:lnTo>
                  <a:lnTo>
                    <a:pt x="5828285" y="1490383"/>
                  </a:lnTo>
                  <a:lnTo>
                    <a:pt x="5871313" y="1449019"/>
                  </a:lnTo>
                  <a:lnTo>
                    <a:pt x="5914252" y="1404348"/>
                  </a:lnTo>
                  <a:lnTo>
                    <a:pt x="5957351" y="1356381"/>
                  </a:lnTo>
                  <a:lnTo>
                    <a:pt x="6000781" y="1305213"/>
                  </a:lnTo>
                  <a:lnTo>
                    <a:pt x="6044647" y="1251028"/>
                  </a:lnTo>
                  <a:lnTo>
                    <a:pt x="6088991" y="1194103"/>
                  </a:lnTo>
                  <a:lnTo>
                    <a:pt x="6133805" y="1134805"/>
                  </a:lnTo>
                  <a:lnTo>
                    <a:pt x="6179028" y="1073586"/>
                  </a:lnTo>
                  <a:lnTo>
                    <a:pt x="6224565" y="1010970"/>
                  </a:lnTo>
                  <a:lnTo>
                    <a:pt x="6270292" y="947536"/>
                  </a:lnTo>
                  <a:lnTo>
                    <a:pt x="6316068" y="883892"/>
                  </a:lnTo>
                  <a:lnTo>
                    <a:pt x="6361748" y="820660"/>
                  </a:lnTo>
                  <a:lnTo>
                    <a:pt x="6407195" y="758441"/>
                  </a:lnTo>
                  <a:lnTo>
                    <a:pt x="6452293" y="697797"/>
                  </a:lnTo>
                  <a:lnTo>
                    <a:pt x="6496957" y="639231"/>
                  </a:lnTo>
                  <a:lnTo>
                    <a:pt x="6541144" y="583168"/>
                  </a:lnTo>
                  <a:lnTo>
                    <a:pt x="6584859" y="529945"/>
                  </a:lnTo>
                  <a:lnTo>
                    <a:pt x="6628165" y="479811"/>
                  </a:lnTo>
                  <a:lnTo>
                    <a:pt x="6671190" y="432917"/>
                  </a:lnTo>
                  <a:lnTo>
                    <a:pt x="6714127" y="389332"/>
                  </a:lnTo>
                  <a:lnTo>
                    <a:pt x="6757252" y="349043"/>
                  </a:lnTo>
                  <a:lnTo>
                    <a:pt x="6786527" y="323771"/>
                  </a:lnTo>
                  <a:lnTo>
                    <a:pt x="6835550" y="285325"/>
                  </a:lnTo>
                  <a:lnTo>
                    <a:pt x="6886238" y="250745"/>
                  </a:lnTo>
                  <a:lnTo>
                    <a:pt x="6939381" y="219831"/>
                  </a:lnTo>
                  <a:lnTo>
                    <a:pt x="6995864" y="192248"/>
                  </a:lnTo>
                  <a:lnTo>
                    <a:pt x="7056588" y="167618"/>
                  </a:lnTo>
                  <a:lnTo>
                    <a:pt x="7122395" y="145575"/>
                  </a:lnTo>
                  <a:lnTo>
                    <a:pt x="7193966" y="125801"/>
                  </a:lnTo>
                  <a:lnTo>
                    <a:pt x="7271699" y="108036"/>
                  </a:lnTo>
                  <a:lnTo>
                    <a:pt x="7355533" y="92090"/>
                  </a:lnTo>
                  <a:lnTo>
                    <a:pt x="7444747" y="77848"/>
                  </a:lnTo>
                  <a:lnTo>
                    <a:pt x="7537756" y="65259"/>
                  </a:lnTo>
                  <a:lnTo>
                    <a:pt x="7631984" y="54331"/>
                  </a:lnTo>
                  <a:lnTo>
                    <a:pt x="7723885" y="45100"/>
                  </a:lnTo>
                  <a:lnTo>
                    <a:pt x="7809247" y="37600"/>
                  </a:lnTo>
                  <a:lnTo>
                    <a:pt x="7883780" y="31822"/>
                  </a:lnTo>
                  <a:lnTo>
                    <a:pt x="7943937" y="27675"/>
                  </a:lnTo>
                  <a:lnTo>
                    <a:pt x="7987716" y="24975"/>
                  </a:lnTo>
                  <a:lnTo>
                    <a:pt x="8015213" y="23451"/>
                  </a:lnTo>
                  <a:lnTo>
                    <a:pt x="8028749" y="22773"/>
                  </a:lnTo>
                  <a:lnTo>
                    <a:pt x="8032653" y="22595"/>
                  </a:lnTo>
                  <a:lnTo>
                    <a:pt x="8032819" y="22588"/>
                  </a:lnTo>
                  <a:lnTo>
                    <a:pt x="8554953" y="22588"/>
                  </a:lnTo>
                  <a:lnTo>
                    <a:pt x="8554953" y="0"/>
                  </a:lnTo>
                  <a:lnTo>
                    <a:pt x="8032819" y="0"/>
                  </a:lnTo>
                  <a:lnTo>
                    <a:pt x="8031601" y="53"/>
                  </a:lnTo>
                  <a:lnTo>
                    <a:pt x="8023631" y="432"/>
                  </a:lnTo>
                  <a:lnTo>
                    <a:pt x="8003678" y="1482"/>
                  </a:lnTo>
                  <a:lnTo>
                    <a:pt x="7968356" y="3544"/>
                  </a:lnTo>
                  <a:lnTo>
                    <a:pt x="7916425" y="6924"/>
                  </a:lnTo>
                  <a:lnTo>
                    <a:pt x="7848860" y="11853"/>
                  </a:lnTo>
                  <a:lnTo>
                    <a:pt x="7768511" y="18469"/>
                  </a:lnTo>
                  <a:lnTo>
                    <a:pt x="7679396" y="26820"/>
                  </a:lnTo>
                  <a:lnTo>
                    <a:pt x="7585860" y="36888"/>
                  </a:lnTo>
                  <a:lnTo>
                    <a:pt x="7491842" y="48633"/>
                  </a:lnTo>
                  <a:lnTo>
                    <a:pt x="7400434" y="62030"/>
                  </a:lnTo>
                  <a:lnTo>
                    <a:pt x="7313717" y="77097"/>
                  </a:lnTo>
                  <a:lnTo>
                    <a:pt x="7232828" y="93915"/>
                  </a:lnTo>
                  <a:lnTo>
                    <a:pt x="7158140" y="112637"/>
                  </a:lnTo>
                  <a:lnTo>
                    <a:pt x="7089464" y="133486"/>
                  </a:lnTo>
                  <a:lnTo>
                    <a:pt x="7026246" y="156753"/>
                  </a:lnTo>
                  <a:lnTo>
                    <a:pt x="6967711" y="182783"/>
                  </a:lnTo>
                  <a:lnTo>
                    <a:pt x="6912978" y="211952"/>
                  </a:lnTo>
                  <a:lnTo>
                    <a:pt x="6861144" y="244626"/>
                  </a:lnTo>
                  <a:lnTo>
                    <a:pt x="6811363" y="281089"/>
                  </a:lnTo>
                  <a:lnTo>
                    <a:pt x="6786527" y="301182"/>
                  </a:lnTo>
                  <a:lnTo>
                    <a:pt x="6743077" y="339299"/>
                  </a:lnTo>
                  <a:lnTo>
                    <a:pt x="6700049" y="380663"/>
                  </a:lnTo>
                  <a:lnTo>
                    <a:pt x="6657110" y="425334"/>
                  </a:lnTo>
                  <a:lnTo>
                    <a:pt x="6614011" y="473301"/>
                  </a:lnTo>
                  <a:lnTo>
                    <a:pt x="6570581" y="524470"/>
                  </a:lnTo>
                  <a:lnTo>
                    <a:pt x="6526715" y="578655"/>
                  </a:lnTo>
                  <a:lnTo>
                    <a:pt x="6482370" y="635580"/>
                  </a:lnTo>
                  <a:lnTo>
                    <a:pt x="6437557" y="694878"/>
                  </a:lnTo>
                  <a:lnTo>
                    <a:pt x="6392334" y="756096"/>
                  </a:lnTo>
                  <a:lnTo>
                    <a:pt x="6346797" y="818712"/>
                  </a:lnTo>
                  <a:lnTo>
                    <a:pt x="6301070" y="882147"/>
                  </a:lnTo>
                  <a:lnTo>
                    <a:pt x="6255294" y="945790"/>
                  </a:lnTo>
                  <a:lnTo>
                    <a:pt x="6209614" y="1009022"/>
                  </a:lnTo>
                  <a:lnTo>
                    <a:pt x="6164167" y="1071242"/>
                  </a:lnTo>
                  <a:lnTo>
                    <a:pt x="6119069" y="1131885"/>
                  </a:lnTo>
                  <a:lnTo>
                    <a:pt x="6074405" y="1190451"/>
                  </a:lnTo>
                  <a:lnTo>
                    <a:pt x="6030218" y="1246515"/>
                  </a:lnTo>
                  <a:lnTo>
                    <a:pt x="5986503" y="1299737"/>
                  </a:lnTo>
                  <a:lnTo>
                    <a:pt x="5943196" y="1349872"/>
                  </a:lnTo>
                  <a:lnTo>
                    <a:pt x="5900172" y="1396765"/>
                  </a:lnTo>
                  <a:lnTo>
                    <a:pt x="5857235" y="1440350"/>
                  </a:lnTo>
                  <a:lnTo>
                    <a:pt x="5814110" y="1480640"/>
                  </a:lnTo>
                  <a:lnTo>
                    <a:pt x="5784835" y="1505912"/>
                  </a:lnTo>
                  <a:lnTo>
                    <a:pt x="5735812" y="1544358"/>
                  </a:lnTo>
                  <a:lnTo>
                    <a:pt x="5685124" y="1578938"/>
                  </a:lnTo>
                  <a:lnTo>
                    <a:pt x="5631981" y="1609851"/>
                  </a:lnTo>
                  <a:lnTo>
                    <a:pt x="5575498" y="1637435"/>
                  </a:lnTo>
                  <a:lnTo>
                    <a:pt x="5514773" y="1662065"/>
                  </a:lnTo>
                  <a:lnTo>
                    <a:pt x="5448967" y="1684107"/>
                  </a:lnTo>
                  <a:lnTo>
                    <a:pt x="5377396" y="1703881"/>
                  </a:lnTo>
                  <a:lnTo>
                    <a:pt x="5299663" y="1721647"/>
                  </a:lnTo>
                  <a:lnTo>
                    <a:pt x="5215829" y="1737592"/>
                  </a:lnTo>
                  <a:lnTo>
                    <a:pt x="5126615" y="1751835"/>
                  </a:lnTo>
                  <a:lnTo>
                    <a:pt x="5033605" y="1764424"/>
                  </a:lnTo>
                  <a:lnTo>
                    <a:pt x="4939378" y="1775352"/>
                  </a:lnTo>
                  <a:lnTo>
                    <a:pt x="4847477" y="1784583"/>
                  </a:lnTo>
                  <a:lnTo>
                    <a:pt x="4762115" y="1792082"/>
                  </a:lnTo>
                  <a:lnTo>
                    <a:pt x="4687581" y="1797861"/>
                  </a:lnTo>
                  <a:lnTo>
                    <a:pt x="4627425" y="1802008"/>
                  </a:lnTo>
                  <a:lnTo>
                    <a:pt x="4583646" y="1804707"/>
                  </a:lnTo>
                  <a:lnTo>
                    <a:pt x="4556149" y="1806232"/>
                  </a:lnTo>
                  <a:lnTo>
                    <a:pt x="4542613" y="1806910"/>
                  </a:lnTo>
                  <a:lnTo>
                    <a:pt x="4538709" y="1807087"/>
                  </a:lnTo>
                  <a:lnTo>
                    <a:pt x="4538543" y="1807094"/>
                  </a:lnTo>
                  <a:lnTo>
                    <a:pt x="4016409" y="1807094"/>
                  </a:lnTo>
                  <a:lnTo>
                    <a:pt x="4015186" y="1807044"/>
                  </a:lnTo>
                  <a:lnTo>
                    <a:pt x="4007179" y="1806685"/>
                  </a:lnTo>
                  <a:lnTo>
                    <a:pt x="3987138" y="1805693"/>
                  </a:lnTo>
                  <a:lnTo>
                    <a:pt x="3951668" y="1803744"/>
                  </a:lnTo>
                  <a:lnTo>
                    <a:pt x="3899535" y="1800550"/>
                  </a:lnTo>
                  <a:lnTo>
                    <a:pt x="3831736" y="1795892"/>
                  </a:lnTo>
                  <a:lnTo>
                    <a:pt x="3751146" y="1789642"/>
                  </a:lnTo>
                  <a:lnTo>
                    <a:pt x="3661811" y="1781756"/>
                  </a:lnTo>
                  <a:lnTo>
                    <a:pt x="3568094" y="1772249"/>
                  </a:lnTo>
                  <a:lnTo>
                    <a:pt x="3473946" y="1761159"/>
                  </a:lnTo>
                  <a:lnTo>
                    <a:pt x="3382457" y="1748512"/>
                  </a:lnTo>
                  <a:lnTo>
                    <a:pt x="3295701" y="1734287"/>
                  </a:lnTo>
                  <a:lnTo>
                    <a:pt x="3214806" y="1718408"/>
                  </a:lnTo>
                  <a:lnTo>
                    <a:pt x="3140131" y="1700729"/>
                  </a:lnTo>
                  <a:lnTo>
                    <a:pt x="3071480" y="1681037"/>
                  </a:lnTo>
                  <a:lnTo>
                    <a:pt x="3008287" y="1659056"/>
                  </a:lnTo>
                  <a:lnTo>
                    <a:pt x="2949770" y="1634460"/>
                  </a:lnTo>
                  <a:lnTo>
                    <a:pt x="2895043" y="1606891"/>
                  </a:lnTo>
                  <a:lnTo>
                    <a:pt x="2843199" y="1576006"/>
                  </a:lnTo>
                  <a:lnTo>
                    <a:pt x="2793389" y="1541539"/>
                  </a:lnTo>
                  <a:lnTo>
                    <a:pt x="2770117" y="1523795"/>
                  </a:lnTo>
                  <a:lnTo>
                    <a:pt x="2725899" y="1487275"/>
                  </a:lnTo>
                  <a:lnTo>
                    <a:pt x="2682111" y="1447591"/>
                  </a:lnTo>
                  <a:lnTo>
                    <a:pt x="2638405" y="1404683"/>
                  </a:lnTo>
                  <a:lnTo>
                    <a:pt x="2594522" y="1358566"/>
                  </a:lnTo>
                  <a:lnTo>
                    <a:pt x="2550287" y="1309341"/>
                  </a:lnTo>
                  <a:lnTo>
                    <a:pt x="2505594" y="1257197"/>
                  </a:lnTo>
                  <a:lnTo>
                    <a:pt x="2460403" y="1202417"/>
                  </a:lnTo>
                  <a:lnTo>
                    <a:pt x="2414732" y="1145376"/>
                  </a:lnTo>
                  <a:lnTo>
                    <a:pt x="2368649" y="1086532"/>
                  </a:lnTo>
                  <a:lnTo>
                    <a:pt x="2322259" y="1026414"/>
                  </a:lnTo>
                  <a:lnTo>
                    <a:pt x="2275698" y="965603"/>
                  </a:lnTo>
                  <a:lnTo>
                    <a:pt x="2229116" y="904706"/>
                  </a:lnTo>
                  <a:lnTo>
                    <a:pt x="2182664" y="844338"/>
                  </a:lnTo>
                  <a:lnTo>
                    <a:pt x="2136484" y="785087"/>
                  </a:lnTo>
                  <a:lnTo>
                    <a:pt x="2090691" y="727500"/>
                  </a:lnTo>
                  <a:lnTo>
                    <a:pt x="2045364" y="672055"/>
                  </a:lnTo>
                  <a:lnTo>
                    <a:pt x="2000535" y="619151"/>
                  </a:lnTo>
                  <a:lnTo>
                    <a:pt x="1956181" y="569098"/>
                  </a:lnTo>
                  <a:lnTo>
                    <a:pt x="1912216" y="522110"/>
                  </a:lnTo>
                  <a:lnTo>
                    <a:pt x="1868483" y="478312"/>
                  </a:lnTo>
                  <a:lnTo>
                    <a:pt x="1824748" y="437742"/>
                  </a:lnTo>
                  <a:lnTo>
                    <a:pt x="1780689" y="400359"/>
                  </a:lnTo>
                  <a:lnTo>
                    <a:pt x="1768425" y="390596"/>
                  </a:lnTo>
                  <a:lnTo>
                    <a:pt x="1719323" y="354378"/>
                  </a:lnTo>
                  <a:lnTo>
                    <a:pt x="1668549" y="321807"/>
                  </a:lnTo>
                  <a:lnTo>
                    <a:pt x="1615309" y="292696"/>
                  </a:lnTo>
                  <a:lnTo>
                    <a:pt x="1558715" y="266726"/>
                  </a:lnTo>
                  <a:lnTo>
                    <a:pt x="1497860" y="243539"/>
                  </a:lnTo>
                  <a:lnTo>
                    <a:pt x="1431900" y="222793"/>
                  </a:lnTo>
                  <a:lnTo>
                    <a:pt x="1360152" y="204184"/>
                  </a:lnTo>
                  <a:lnTo>
                    <a:pt x="1282220" y="187468"/>
                  </a:lnTo>
                  <a:lnTo>
                    <a:pt x="1198173" y="172468"/>
                  </a:lnTo>
                  <a:lnTo>
                    <a:pt x="1108746" y="159073"/>
                  </a:lnTo>
                  <a:lnTo>
                    <a:pt x="1015543" y="147239"/>
                  </a:lnTo>
                  <a:lnTo>
                    <a:pt x="921174" y="136972"/>
                  </a:lnTo>
                  <a:lnTo>
                    <a:pt x="829214" y="128308"/>
                  </a:lnTo>
                  <a:lnTo>
                    <a:pt x="743907" y="121278"/>
                  </a:lnTo>
                  <a:lnTo>
                    <a:pt x="669552" y="115870"/>
                  </a:lnTo>
                  <a:lnTo>
                    <a:pt x="609689" y="112000"/>
                  </a:lnTo>
                  <a:lnTo>
                    <a:pt x="566281" y="109489"/>
                  </a:lnTo>
                  <a:lnTo>
                    <a:pt x="539172" y="108079"/>
                  </a:lnTo>
                  <a:lnTo>
                    <a:pt x="525969" y="107459"/>
                  </a:lnTo>
                  <a:lnTo>
                    <a:pt x="522270" y="107301"/>
                  </a:lnTo>
                  <a:lnTo>
                    <a:pt x="522133" y="107296"/>
                  </a:lnTo>
                  <a:lnTo>
                    <a:pt x="0" y="107296"/>
                  </a:lnTo>
                  <a:close/>
                </a:path>
              </a:pathLst>
            </a:custGeom>
            <a:solidFill>
              <a:srgbClr val="8FA8D6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684" name="pl684"/>
            <p:cNvSpPr/>
            <p:nvPr/>
          </p:nvSpPr>
          <p:spPr>
            <a:xfrm>
              <a:off x="386606" y="2139917"/>
              <a:ext cx="8554953" cy="1807094"/>
            </a:xfrm>
            <a:custGeom>
              <a:avLst/>
              <a:pathLst>
                <a:path w="8554953" h="1807094">
                  <a:moveTo>
                    <a:pt x="0" y="107296"/>
                  </a:moveTo>
                  <a:lnTo>
                    <a:pt x="522133" y="107296"/>
                  </a:lnTo>
                  <a:lnTo>
                    <a:pt x="523357" y="107346"/>
                  </a:lnTo>
                  <a:lnTo>
                    <a:pt x="531363" y="107705"/>
                  </a:lnTo>
                  <a:lnTo>
                    <a:pt x="551405" y="108697"/>
                  </a:lnTo>
                  <a:lnTo>
                    <a:pt x="586875" y="110646"/>
                  </a:lnTo>
                  <a:lnTo>
                    <a:pt x="639007" y="113840"/>
                  </a:lnTo>
                  <a:lnTo>
                    <a:pt x="706806" y="118498"/>
                  </a:lnTo>
                  <a:lnTo>
                    <a:pt x="787396" y="124748"/>
                  </a:lnTo>
                  <a:lnTo>
                    <a:pt x="876731" y="132634"/>
                  </a:lnTo>
                  <a:lnTo>
                    <a:pt x="970448" y="142141"/>
                  </a:lnTo>
                  <a:lnTo>
                    <a:pt x="1064596" y="153231"/>
                  </a:lnTo>
                  <a:lnTo>
                    <a:pt x="1156085" y="165878"/>
                  </a:lnTo>
                  <a:lnTo>
                    <a:pt x="1242841" y="180103"/>
                  </a:lnTo>
                  <a:lnTo>
                    <a:pt x="1323736" y="195982"/>
                  </a:lnTo>
                  <a:lnTo>
                    <a:pt x="1398411" y="213661"/>
                  </a:lnTo>
                  <a:lnTo>
                    <a:pt x="1467062" y="233353"/>
                  </a:lnTo>
                  <a:lnTo>
                    <a:pt x="1530255" y="255334"/>
                  </a:lnTo>
                  <a:lnTo>
                    <a:pt x="1588772" y="279930"/>
                  </a:lnTo>
                  <a:lnTo>
                    <a:pt x="1643499" y="307499"/>
                  </a:lnTo>
                  <a:lnTo>
                    <a:pt x="1695343" y="338384"/>
                  </a:lnTo>
                  <a:lnTo>
                    <a:pt x="1745153" y="372851"/>
                  </a:lnTo>
                  <a:lnTo>
                    <a:pt x="1768425" y="390596"/>
                  </a:lnTo>
                  <a:lnTo>
                    <a:pt x="1812643" y="427115"/>
                  </a:lnTo>
                  <a:lnTo>
                    <a:pt x="1856431" y="466799"/>
                  </a:lnTo>
                  <a:lnTo>
                    <a:pt x="1900138" y="509707"/>
                  </a:lnTo>
                  <a:lnTo>
                    <a:pt x="1944020" y="555824"/>
                  </a:lnTo>
                  <a:lnTo>
                    <a:pt x="1988255" y="605049"/>
                  </a:lnTo>
                  <a:lnTo>
                    <a:pt x="2032949" y="657193"/>
                  </a:lnTo>
                  <a:lnTo>
                    <a:pt x="2078139" y="711973"/>
                  </a:lnTo>
                  <a:lnTo>
                    <a:pt x="2123810" y="769014"/>
                  </a:lnTo>
                  <a:lnTo>
                    <a:pt x="2169893" y="827858"/>
                  </a:lnTo>
                  <a:lnTo>
                    <a:pt x="2216283" y="887976"/>
                  </a:lnTo>
                  <a:lnTo>
                    <a:pt x="2262844" y="948787"/>
                  </a:lnTo>
                  <a:lnTo>
                    <a:pt x="2309426" y="1009684"/>
                  </a:lnTo>
                  <a:lnTo>
                    <a:pt x="2355878" y="1070052"/>
                  </a:lnTo>
                  <a:lnTo>
                    <a:pt x="2402058" y="1129303"/>
                  </a:lnTo>
                  <a:lnTo>
                    <a:pt x="2447851" y="1186890"/>
                  </a:lnTo>
                  <a:lnTo>
                    <a:pt x="2493178" y="1242335"/>
                  </a:lnTo>
                  <a:lnTo>
                    <a:pt x="2538007" y="1295239"/>
                  </a:lnTo>
                  <a:lnTo>
                    <a:pt x="2582361" y="1345292"/>
                  </a:lnTo>
                  <a:lnTo>
                    <a:pt x="2626326" y="1392280"/>
                  </a:lnTo>
                  <a:lnTo>
                    <a:pt x="2670060" y="1436078"/>
                  </a:lnTo>
                  <a:lnTo>
                    <a:pt x="2713794" y="1476648"/>
                  </a:lnTo>
                  <a:lnTo>
                    <a:pt x="2757853" y="1514031"/>
                  </a:lnTo>
                  <a:lnTo>
                    <a:pt x="2770117" y="1523795"/>
                  </a:lnTo>
                  <a:lnTo>
                    <a:pt x="2819220" y="1560012"/>
                  </a:lnTo>
                  <a:lnTo>
                    <a:pt x="2869993" y="1592583"/>
                  </a:lnTo>
                  <a:lnTo>
                    <a:pt x="2923233" y="1621694"/>
                  </a:lnTo>
                  <a:lnTo>
                    <a:pt x="2979828" y="1647664"/>
                  </a:lnTo>
                  <a:lnTo>
                    <a:pt x="3040683" y="1670851"/>
                  </a:lnTo>
                  <a:lnTo>
                    <a:pt x="3106642" y="1691597"/>
                  </a:lnTo>
                  <a:lnTo>
                    <a:pt x="3178390" y="1710206"/>
                  </a:lnTo>
                  <a:lnTo>
                    <a:pt x="3256322" y="1726922"/>
                  </a:lnTo>
                  <a:lnTo>
                    <a:pt x="3340369" y="1741922"/>
                  </a:lnTo>
                  <a:lnTo>
                    <a:pt x="3429797" y="1755317"/>
                  </a:lnTo>
                  <a:lnTo>
                    <a:pt x="3522999" y="1767151"/>
                  </a:lnTo>
                  <a:lnTo>
                    <a:pt x="3617368" y="1777418"/>
                  </a:lnTo>
                  <a:lnTo>
                    <a:pt x="3709328" y="1786082"/>
                  </a:lnTo>
                  <a:lnTo>
                    <a:pt x="3794636" y="1793112"/>
                  </a:lnTo>
                  <a:lnTo>
                    <a:pt x="3868990" y="1798520"/>
                  </a:lnTo>
                  <a:lnTo>
                    <a:pt x="3928853" y="1802390"/>
                  </a:lnTo>
                  <a:lnTo>
                    <a:pt x="3972262" y="1804901"/>
                  </a:lnTo>
                  <a:lnTo>
                    <a:pt x="3999371" y="1806311"/>
                  </a:lnTo>
                  <a:lnTo>
                    <a:pt x="4012573" y="1806931"/>
                  </a:lnTo>
                  <a:lnTo>
                    <a:pt x="4016272" y="1807089"/>
                  </a:lnTo>
                  <a:lnTo>
                    <a:pt x="4016409" y="1807094"/>
                  </a:lnTo>
                  <a:lnTo>
                    <a:pt x="4538543" y="1807094"/>
                  </a:lnTo>
                  <a:lnTo>
                    <a:pt x="4539761" y="1807041"/>
                  </a:lnTo>
                  <a:lnTo>
                    <a:pt x="4547731" y="1806661"/>
                  </a:lnTo>
                  <a:lnTo>
                    <a:pt x="4567684" y="1805612"/>
                  </a:lnTo>
                  <a:lnTo>
                    <a:pt x="4603006" y="1803550"/>
                  </a:lnTo>
                  <a:lnTo>
                    <a:pt x="4654937" y="1800170"/>
                  </a:lnTo>
                  <a:lnTo>
                    <a:pt x="4722502" y="1795241"/>
                  </a:lnTo>
                  <a:lnTo>
                    <a:pt x="4802851" y="1788624"/>
                  </a:lnTo>
                  <a:lnTo>
                    <a:pt x="4891966" y="1780274"/>
                  </a:lnTo>
                  <a:lnTo>
                    <a:pt x="4985502" y="1770206"/>
                  </a:lnTo>
                  <a:lnTo>
                    <a:pt x="5079520" y="1758461"/>
                  </a:lnTo>
                  <a:lnTo>
                    <a:pt x="5170928" y="1745064"/>
                  </a:lnTo>
                  <a:lnTo>
                    <a:pt x="5257645" y="1729997"/>
                  </a:lnTo>
                  <a:lnTo>
                    <a:pt x="5338534" y="1713178"/>
                  </a:lnTo>
                  <a:lnTo>
                    <a:pt x="5413222" y="1694457"/>
                  </a:lnTo>
                  <a:lnTo>
                    <a:pt x="5481897" y="1673608"/>
                  </a:lnTo>
                  <a:lnTo>
                    <a:pt x="5545116" y="1650340"/>
                  </a:lnTo>
                  <a:lnTo>
                    <a:pt x="5603651" y="1624311"/>
                  </a:lnTo>
                  <a:lnTo>
                    <a:pt x="5658384" y="1595142"/>
                  </a:lnTo>
                  <a:lnTo>
                    <a:pt x="5710218" y="1562467"/>
                  </a:lnTo>
                  <a:lnTo>
                    <a:pt x="5759999" y="1526004"/>
                  </a:lnTo>
                  <a:lnTo>
                    <a:pt x="5784835" y="1505912"/>
                  </a:lnTo>
                  <a:lnTo>
                    <a:pt x="5828285" y="1467794"/>
                  </a:lnTo>
                  <a:lnTo>
                    <a:pt x="5871313" y="1426431"/>
                  </a:lnTo>
                  <a:lnTo>
                    <a:pt x="5914252" y="1381759"/>
                  </a:lnTo>
                  <a:lnTo>
                    <a:pt x="5957351" y="1333792"/>
                  </a:lnTo>
                  <a:lnTo>
                    <a:pt x="6000781" y="1282624"/>
                  </a:lnTo>
                  <a:lnTo>
                    <a:pt x="6044647" y="1228439"/>
                  </a:lnTo>
                  <a:lnTo>
                    <a:pt x="6088991" y="1171514"/>
                  </a:lnTo>
                  <a:lnTo>
                    <a:pt x="6133805" y="1112216"/>
                  </a:lnTo>
                  <a:lnTo>
                    <a:pt x="6179028" y="1050997"/>
                  </a:lnTo>
                  <a:lnTo>
                    <a:pt x="6224565" y="988382"/>
                  </a:lnTo>
                  <a:lnTo>
                    <a:pt x="6270292" y="924947"/>
                  </a:lnTo>
                  <a:lnTo>
                    <a:pt x="6316068" y="861304"/>
                  </a:lnTo>
                  <a:lnTo>
                    <a:pt x="6361748" y="798071"/>
                  </a:lnTo>
                  <a:lnTo>
                    <a:pt x="6407195" y="735852"/>
                  </a:lnTo>
                  <a:lnTo>
                    <a:pt x="6452293" y="675208"/>
                  </a:lnTo>
                  <a:lnTo>
                    <a:pt x="6496957" y="616642"/>
                  </a:lnTo>
                  <a:lnTo>
                    <a:pt x="6541144" y="560579"/>
                  </a:lnTo>
                  <a:lnTo>
                    <a:pt x="6584859" y="507357"/>
                  </a:lnTo>
                  <a:lnTo>
                    <a:pt x="6628165" y="457222"/>
                  </a:lnTo>
                  <a:lnTo>
                    <a:pt x="6671190" y="410329"/>
                  </a:lnTo>
                  <a:lnTo>
                    <a:pt x="6714127" y="366744"/>
                  </a:lnTo>
                  <a:lnTo>
                    <a:pt x="6757252" y="326454"/>
                  </a:lnTo>
                  <a:lnTo>
                    <a:pt x="6786527" y="301182"/>
                  </a:lnTo>
                  <a:lnTo>
                    <a:pt x="6835550" y="262736"/>
                  </a:lnTo>
                  <a:lnTo>
                    <a:pt x="6886238" y="228156"/>
                  </a:lnTo>
                  <a:lnTo>
                    <a:pt x="6939381" y="197242"/>
                  </a:lnTo>
                  <a:lnTo>
                    <a:pt x="6995864" y="169659"/>
                  </a:lnTo>
                  <a:lnTo>
                    <a:pt x="7056588" y="145029"/>
                  </a:lnTo>
                  <a:lnTo>
                    <a:pt x="7122395" y="122987"/>
                  </a:lnTo>
                  <a:lnTo>
                    <a:pt x="7193966" y="103212"/>
                  </a:lnTo>
                  <a:lnTo>
                    <a:pt x="7271699" y="85447"/>
                  </a:lnTo>
                  <a:lnTo>
                    <a:pt x="7355533" y="69502"/>
                  </a:lnTo>
                  <a:lnTo>
                    <a:pt x="7444747" y="55259"/>
                  </a:lnTo>
                  <a:lnTo>
                    <a:pt x="7537756" y="42670"/>
                  </a:lnTo>
                  <a:lnTo>
                    <a:pt x="7631984" y="31742"/>
                  </a:lnTo>
                  <a:lnTo>
                    <a:pt x="7723885" y="22511"/>
                  </a:lnTo>
                  <a:lnTo>
                    <a:pt x="7809247" y="15012"/>
                  </a:lnTo>
                  <a:lnTo>
                    <a:pt x="7883780" y="9233"/>
                  </a:lnTo>
                  <a:lnTo>
                    <a:pt x="7943937" y="5086"/>
                  </a:lnTo>
                  <a:lnTo>
                    <a:pt x="7987716" y="2386"/>
                  </a:lnTo>
                  <a:lnTo>
                    <a:pt x="8015213" y="862"/>
                  </a:lnTo>
                  <a:lnTo>
                    <a:pt x="8028749" y="184"/>
                  </a:lnTo>
                  <a:lnTo>
                    <a:pt x="8032653" y="6"/>
                  </a:lnTo>
                  <a:lnTo>
                    <a:pt x="8032819" y="0"/>
                  </a:lnTo>
                  <a:lnTo>
                    <a:pt x="8554953" y="0"/>
                  </a:lnTo>
                  <a:lnTo>
                    <a:pt x="8554953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685" name="pl685"/>
            <p:cNvSpPr/>
            <p:nvPr/>
          </p:nvSpPr>
          <p:spPr>
            <a:xfrm>
              <a:off x="386606" y="2117328"/>
              <a:ext cx="8554953" cy="1807094"/>
            </a:xfrm>
            <a:custGeom>
              <a:avLst/>
              <a:pathLst>
                <a:path w="8554953" h="1807094">
                  <a:moveTo>
                    <a:pt x="8554953" y="0"/>
                  </a:moveTo>
                  <a:lnTo>
                    <a:pt x="8032819" y="0"/>
                  </a:lnTo>
                  <a:lnTo>
                    <a:pt x="8031601" y="53"/>
                  </a:lnTo>
                  <a:lnTo>
                    <a:pt x="8023631" y="432"/>
                  </a:lnTo>
                  <a:lnTo>
                    <a:pt x="8003678" y="1482"/>
                  </a:lnTo>
                  <a:lnTo>
                    <a:pt x="7968356" y="3544"/>
                  </a:lnTo>
                  <a:lnTo>
                    <a:pt x="7916425" y="6924"/>
                  </a:lnTo>
                  <a:lnTo>
                    <a:pt x="7848860" y="11853"/>
                  </a:lnTo>
                  <a:lnTo>
                    <a:pt x="7768511" y="18469"/>
                  </a:lnTo>
                  <a:lnTo>
                    <a:pt x="7679396" y="26820"/>
                  </a:lnTo>
                  <a:lnTo>
                    <a:pt x="7585860" y="36888"/>
                  </a:lnTo>
                  <a:lnTo>
                    <a:pt x="7491842" y="48633"/>
                  </a:lnTo>
                  <a:lnTo>
                    <a:pt x="7400434" y="62030"/>
                  </a:lnTo>
                  <a:lnTo>
                    <a:pt x="7313717" y="77097"/>
                  </a:lnTo>
                  <a:lnTo>
                    <a:pt x="7232828" y="93915"/>
                  </a:lnTo>
                  <a:lnTo>
                    <a:pt x="7158140" y="112637"/>
                  </a:lnTo>
                  <a:lnTo>
                    <a:pt x="7089464" y="133486"/>
                  </a:lnTo>
                  <a:lnTo>
                    <a:pt x="7026246" y="156753"/>
                  </a:lnTo>
                  <a:lnTo>
                    <a:pt x="6967711" y="182783"/>
                  </a:lnTo>
                  <a:lnTo>
                    <a:pt x="6912978" y="211952"/>
                  </a:lnTo>
                  <a:lnTo>
                    <a:pt x="6861144" y="244626"/>
                  </a:lnTo>
                  <a:lnTo>
                    <a:pt x="6811363" y="281089"/>
                  </a:lnTo>
                  <a:lnTo>
                    <a:pt x="6786527" y="301182"/>
                  </a:lnTo>
                  <a:lnTo>
                    <a:pt x="6743077" y="339299"/>
                  </a:lnTo>
                  <a:lnTo>
                    <a:pt x="6700049" y="380663"/>
                  </a:lnTo>
                  <a:lnTo>
                    <a:pt x="6657110" y="425334"/>
                  </a:lnTo>
                  <a:lnTo>
                    <a:pt x="6614011" y="473301"/>
                  </a:lnTo>
                  <a:lnTo>
                    <a:pt x="6570581" y="524470"/>
                  </a:lnTo>
                  <a:lnTo>
                    <a:pt x="6526715" y="578655"/>
                  </a:lnTo>
                  <a:lnTo>
                    <a:pt x="6482370" y="635580"/>
                  </a:lnTo>
                  <a:lnTo>
                    <a:pt x="6437557" y="694878"/>
                  </a:lnTo>
                  <a:lnTo>
                    <a:pt x="6392334" y="756096"/>
                  </a:lnTo>
                  <a:lnTo>
                    <a:pt x="6346797" y="818712"/>
                  </a:lnTo>
                  <a:lnTo>
                    <a:pt x="6301070" y="882147"/>
                  </a:lnTo>
                  <a:lnTo>
                    <a:pt x="6255294" y="945790"/>
                  </a:lnTo>
                  <a:lnTo>
                    <a:pt x="6209614" y="1009022"/>
                  </a:lnTo>
                  <a:lnTo>
                    <a:pt x="6164167" y="1071242"/>
                  </a:lnTo>
                  <a:lnTo>
                    <a:pt x="6119069" y="1131885"/>
                  </a:lnTo>
                  <a:lnTo>
                    <a:pt x="6074405" y="1190451"/>
                  </a:lnTo>
                  <a:lnTo>
                    <a:pt x="6030218" y="1246515"/>
                  </a:lnTo>
                  <a:lnTo>
                    <a:pt x="5986503" y="1299737"/>
                  </a:lnTo>
                  <a:lnTo>
                    <a:pt x="5943196" y="1349872"/>
                  </a:lnTo>
                  <a:lnTo>
                    <a:pt x="5900172" y="1396765"/>
                  </a:lnTo>
                  <a:lnTo>
                    <a:pt x="5857235" y="1440350"/>
                  </a:lnTo>
                  <a:lnTo>
                    <a:pt x="5814110" y="1480640"/>
                  </a:lnTo>
                  <a:lnTo>
                    <a:pt x="5784835" y="1505912"/>
                  </a:lnTo>
                  <a:lnTo>
                    <a:pt x="5735812" y="1544358"/>
                  </a:lnTo>
                  <a:lnTo>
                    <a:pt x="5685124" y="1578938"/>
                  </a:lnTo>
                  <a:lnTo>
                    <a:pt x="5631981" y="1609851"/>
                  </a:lnTo>
                  <a:lnTo>
                    <a:pt x="5575498" y="1637435"/>
                  </a:lnTo>
                  <a:lnTo>
                    <a:pt x="5514773" y="1662065"/>
                  </a:lnTo>
                  <a:lnTo>
                    <a:pt x="5448967" y="1684107"/>
                  </a:lnTo>
                  <a:lnTo>
                    <a:pt x="5377396" y="1703881"/>
                  </a:lnTo>
                  <a:lnTo>
                    <a:pt x="5299663" y="1721647"/>
                  </a:lnTo>
                  <a:lnTo>
                    <a:pt x="5215829" y="1737592"/>
                  </a:lnTo>
                  <a:lnTo>
                    <a:pt x="5126615" y="1751835"/>
                  </a:lnTo>
                  <a:lnTo>
                    <a:pt x="5033605" y="1764424"/>
                  </a:lnTo>
                  <a:lnTo>
                    <a:pt x="4939378" y="1775352"/>
                  </a:lnTo>
                  <a:lnTo>
                    <a:pt x="4847477" y="1784583"/>
                  </a:lnTo>
                  <a:lnTo>
                    <a:pt x="4762115" y="1792082"/>
                  </a:lnTo>
                  <a:lnTo>
                    <a:pt x="4687581" y="1797861"/>
                  </a:lnTo>
                  <a:lnTo>
                    <a:pt x="4627425" y="1802008"/>
                  </a:lnTo>
                  <a:lnTo>
                    <a:pt x="4583646" y="1804707"/>
                  </a:lnTo>
                  <a:lnTo>
                    <a:pt x="4556149" y="1806232"/>
                  </a:lnTo>
                  <a:lnTo>
                    <a:pt x="4542613" y="1806910"/>
                  </a:lnTo>
                  <a:lnTo>
                    <a:pt x="4538709" y="1807087"/>
                  </a:lnTo>
                  <a:lnTo>
                    <a:pt x="4538543" y="1807094"/>
                  </a:lnTo>
                  <a:lnTo>
                    <a:pt x="4016409" y="1807094"/>
                  </a:lnTo>
                  <a:lnTo>
                    <a:pt x="4015186" y="1807044"/>
                  </a:lnTo>
                  <a:lnTo>
                    <a:pt x="4007179" y="1806685"/>
                  </a:lnTo>
                  <a:lnTo>
                    <a:pt x="3987138" y="1805693"/>
                  </a:lnTo>
                  <a:lnTo>
                    <a:pt x="3951668" y="1803744"/>
                  </a:lnTo>
                  <a:lnTo>
                    <a:pt x="3899535" y="1800550"/>
                  </a:lnTo>
                  <a:lnTo>
                    <a:pt x="3831736" y="1795892"/>
                  </a:lnTo>
                  <a:lnTo>
                    <a:pt x="3751146" y="1789642"/>
                  </a:lnTo>
                  <a:lnTo>
                    <a:pt x="3661811" y="1781756"/>
                  </a:lnTo>
                  <a:lnTo>
                    <a:pt x="3568094" y="1772249"/>
                  </a:lnTo>
                  <a:lnTo>
                    <a:pt x="3473946" y="1761159"/>
                  </a:lnTo>
                  <a:lnTo>
                    <a:pt x="3382457" y="1748512"/>
                  </a:lnTo>
                  <a:lnTo>
                    <a:pt x="3295701" y="1734287"/>
                  </a:lnTo>
                  <a:lnTo>
                    <a:pt x="3214806" y="1718408"/>
                  </a:lnTo>
                  <a:lnTo>
                    <a:pt x="3140131" y="1700729"/>
                  </a:lnTo>
                  <a:lnTo>
                    <a:pt x="3071480" y="1681037"/>
                  </a:lnTo>
                  <a:lnTo>
                    <a:pt x="3008287" y="1659056"/>
                  </a:lnTo>
                  <a:lnTo>
                    <a:pt x="2949770" y="1634460"/>
                  </a:lnTo>
                  <a:lnTo>
                    <a:pt x="2895043" y="1606891"/>
                  </a:lnTo>
                  <a:lnTo>
                    <a:pt x="2843199" y="1576006"/>
                  </a:lnTo>
                  <a:lnTo>
                    <a:pt x="2793389" y="1541539"/>
                  </a:lnTo>
                  <a:lnTo>
                    <a:pt x="2770117" y="1523795"/>
                  </a:lnTo>
                  <a:lnTo>
                    <a:pt x="2725899" y="1487275"/>
                  </a:lnTo>
                  <a:lnTo>
                    <a:pt x="2682111" y="1447591"/>
                  </a:lnTo>
                  <a:lnTo>
                    <a:pt x="2638405" y="1404683"/>
                  </a:lnTo>
                  <a:lnTo>
                    <a:pt x="2594522" y="1358566"/>
                  </a:lnTo>
                  <a:lnTo>
                    <a:pt x="2550287" y="1309341"/>
                  </a:lnTo>
                  <a:lnTo>
                    <a:pt x="2505594" y="1257197"/>
                  </a:lnTo>
                  <a:lnTo>
                    <a:pt x="2460403" y="1202417"/>
                  </a:lnTo>
                  <a:lnTo>
                    <a:pt x="2414732" y="1145376"/>
                  </a:lnTo>
                  <a:lnTo>
                    <a:pt x="2368649" y="1086532"/>
                  </a:lnTo>
                  <a:lnTo>
                    <a:pt x="2322259" y="1026414"/>
                  </a:lnTo>
                  <a:lnTo>
                    <a:pt x="2275698" y="965603"/>
                  </a:lnTo>
                  <a:lnTo>
                    <a:pt x="2229116" y="904706"/>
                  </a:lnTo>
                  <a:lnTo>
                    <a:pt x="2182664" y="844338"/>
                  </a:lnTo>
                  <a:lnTo>
                    <a:pt x="2136484" y="785087"/>
                  </a:lnTo>
                  <a:lnTo>
                    <a:pt x="2090691" y="727500"/>
                  </a:lnTo>
                  <a:lnTo>
                    <a:pt x="2045364" y="672055"/>
                  </a:lnTo>
                  <a:lnTo>
                    <a:pt x="2000535" y="619151"/>
                  </a:lnTo>
                  <a:lnTo>
                    <a:pt x="1956181" y="569098"/>
                  </a:lnTo>
                  <a:lnTo>
                    <a:pt x="1912216" y="522110"/>
                  </a:lnTo>
                  <a:lnTo>
                    <a:pt x="1868483" y="478312"/>
                  </a:lnTo>
                  <a:lnTo>
                    <a:pt x="1824748" y="437742"/>
                  </a:lnTo>
                  <a:lnTo>
                    <a:pt x="1780689" y="400359"/>
                  </a:lnTo>
                  <a:lnTo>
                    <a:pt x="1768425" y="390596"/>
                  </a:lnTo>
                  <a:lnTo>
                    <a:pt x="1719323" y="354378"/>
                  </a:lnTo>
                  <a:lnTo>
                    <a:pt x="1668549" y="321807"/>
                  </a:lnTo>
                  <a:lnTo>
                    <a:pt x="1615309" y="292696"/>
                  </a:lnTo>
                  <a:lnTo>
                    <a:pt x="1558715" y="266726"/>
                  </a:lnTo>
                  <a:lnTo>
                    <a:pt x="1497860" y="243539"/>
                  </a:lnTo>
                  <a:lnTo>
                    <a:pt x="1431900" y="222793"/>
                  </a:lnTo>
                  <a:lnTo>
                    <a:pt x="1360152" y="204184"/>
                  </a:lnTo>
                  <a:lnTo>
                    <a:pt x="1282220" y="187468"/>
                  </a:lnTo>
                  <a:lnTo>
                    <a:pt x="1198173" y="172468"/>
                  </a:lnTo>
                  <a:lnTo>
                    <a:pt x="1108746" y="159073"/>
                  </a:lnTo>
                  <a:lnTo>
                    <a:pt x="1015543" y="147239"/>
                  </a:lnTo>
                  <a:lnTo>
                    <a:pt x="921174" y="136972"/>
                  </a:lnTo>
                  <a:lnTo>
                    <a:pt x="829214" y="128308"/>
                  </a:lnTo>
                  <a:lnTo>
                    <a:pt x="743907" y="121278"/>
                  </a:lnTo>
                  <a:lnTo>
                    <a:pt x="669552" y="115870"/>
                  </a:lnTo>
                  <a:lnTo>
                    <a:pt x="609689" y="112000"/>
                  </a:lnTo>
                  <a:lnTo>
                    <a:pt x="566281" y="109489"/>
                  </a:lnTo>
                  <a:lnTo>
                    <a:pt x="539172" y="108079"/>
                  </a:lnTo>
                  <a:lnTo>
                    <a:pt x="525969" y="107459"/>
                  </a:lnTo>
                  <a:lnTo>
                    <a:pt x="522270" y="107301"/>
                  </a:lnTo>
                  <a:lnTo>
                    <a:pt x="522133" y="107296"/>
                  </a:lnTo>
                  <a:lnTo>
                    <a:pt x="0" y="107296"/>
                  </a:lnTo>
                  <a:lnTo>
                    <a:pt x="0" y="107296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686" name="pg686"/>
            <p:cNvSpPr/>
            <p:nvPr/>
          </p:nvSpPr>
          <p:spPr>
            <a:xfrm>
              <a:off x="386606" y="2247213"/>
              <a:ext cx="8554953" cy="1722387"/>
            </a:xfrm>
            <a:custGeom>
              <a:avLst/>
              <a:pathLst>
                <a:path w="8554953" h="1722387">
                  <a:moveTo>
                    <a:pt x="0" y="5647"/>
                  </a:moveTo>
                  <a:lnTo>
                    <a:pt x="522133" y="5647"/>
                  </a:lnTo>
                  <a:lnTo>
                    <a:pt x="523356" y="5697"/>
                  </a:lnTo>
                  <a:lnTo>
                    <a:pt x="531357" y="6059"/>
                  </a:lnTo>
                  <a:lnTo>
                    <a:pt x="551384" y="7061"/>
                  </a:lnTo>
                  <a:lnTo>
                    <a:pt x="586831" y="9028"/>
                  </a:lnTo>
                  <a:lnTo>
                    <a:pt x="638933" y="12251"/>
                  </a:lnTo>
                  <a:lnTo>
                    <a:pt x="706696" y="16952"/>
                  </a:lnTo>
                  <a:lnTo>
                    <a:pt x="787249" y="23260"/>
                  </a:lnTo>
                  <a:lnTo>
                    <a:pt x="876550" y="31220"/>
                  </a:lnTo>
                  <a:lnTo>
                    <a:pt x="970239" y="40816"/>
                  </a:lnTo>
                  <a:lnTo>
                    <a:pt x="1064366" y="52010"/>
                  </a:lnTo>
                  <a:lnTo>
                    <a:pt x="1155843" y="64776"/>
                  </a:lnTo>
                  <a:lnTo>
                    <a:pt x="1242593" y="79135"/>
                  </a:lnTo>
                  <a:lnTo>
                    <a:pt x="1323488" y="95163"/>
                  </a:lnTo>
                  <a:lnTo>
                    <a:pt x="1398164" y="113007"/>
                  </a:lnTo>
                  <a:lnTo>
                    <a:pt x="1466819" y="132883"/>
                  </a:lnTo>
                  <a:lnTo>
                    <a:pt x="1530016" y="155068"/>
                  </a:lnTo>
                  <a:lnTo>
                    <a:pt x="1588536" y="179892"/>
                  </a:lnTo>
                  <a:lnTo>
                    <a:pt x="1643264" y="207715"/>
                  </a:lnTo>
                  <a:lnTo>
                    <a:pt x="1695106" y="238885"/>
                  </a:lnTo>
                  <a:lnTo>
                    <a:pt x="1744912" y="273668"/>
                  </a:lnTo>
                  <a:lnTo>
                    <a:pt x="1768425" y="291770"/>
                  </a:lnTo>
                  <a:lnTo>
                    <a:pt x="1812520" y="328546"/>
                  </a:lnTo>
                  <a:lnTo>
                    <a:pt x="1856187" y="368501"/>
                  </a:lnTo>
                  <a:lnTo>
                    <a:pt x="1899771" y="411692"/>
                  </a:lnTo>
                  <a:lnTo>
                    <a:pt x="1943528" y="458107"/>
                  </a:lnTo>
                  <a:lnTo>
                    <a:pt x="1987635" y="507646"/>
                  </a:lnTo>
                  <a:lnTo>
                    <a:pt x="2032196" y="560120"/>
                  </a:lnTo>
                  <a:lnTo>
                    <a:pt x="2077251" y="615246"/>
                  </a:lnTo>
                  <a:lnTo>
                    <a:pt x="2122785" y="672652"/>
                  </a:lnTo>
                  <a:lnTo>
                    <a:pt x="2168731" y="731879"/>
                  </a:lnTo>
                  <a:lnTo>
                    <a:pt x="2214985" y="792400"/>
                  </a:lnTo>
                  <a:lnTo>
                    <a:pt x="2261413" y="853635"/>
                  </a:lnTo>
                  <a:lnTo>
                    <a:pt x="2307867" y="914973"/>
                  </a:lnTo>
                  <a:lnTo>
                    <a:pt x="2354196" y="975802"/>
                  </a:lnTo>
                  <a:lnTo>
                    <a:pt x="2400259" y="1035529"/>
                  </a:lnTo>
                  <a:lnTo>
                    <a:pt x="2445942" y="1093606"/>
                  </a:lnTo>
                  <a:lnTo>
                    <a:pt x="2491164" y="1149550"/>
                  </a:lnTo>
                  <a:lnTo>
                    <a:pt x="2535891" y="1202957"/>
                  </a:lnTo>
                  <a:lnTo>
                    <a:pt x="2580142" y="1253514"/>
                  </a:lnTo>
                  <a:lnTo>
                    <a:pt x="2624002" y="1301001"/>
                  </a:lnTo>
                  <a:lnTo>
                    <a:pt x="2667620" y="1345288"/>
                  </a:lnTo>
                  <a:lnTo>
                    <a:pt x="2711225" y="1386334"/>
                  </a:lnTo>
                  <a:lnTo>
                    <a:pt x="2755130" y="1424175"/>
                  </a:lnTo>
                  <a:lnTo>
                    <a:pt x="2770117" y="1436263"/>
                  </a:lnTo>
                  <a:lnTo>
                    <a:pt x="2819207" y="1472834"/>
                  </a:lnTo>
                  <a:lnTo>
                    <a:pt x="2869967" y="1505722"/>
                  </a:lnTo>
                  <a:lnTo>
                    <a:pt x="2923192" y="1535118"/>
                  </a:lnTo>
                  <a:lnTo>
                    <a:pt x="2979770" y="1561343"/>
                  </a:lnTo>
                  <a:lnTo>
                    <a:pt x="3040605" y="1584758"/>
                  </a:lnTo>
                  <a:lnTo>
                    <a:pt x="3106540" y="1605709"/>
                  </a:lnTo>
                  <a:lnTo>
                    <a:pt x="3178261" y="1624502"/>
                  </a:lnTo>
                  <a:lnTo>
                    <a:pt x="3256163" y="1641384"/>
                  </a:lnTo>
                  <a:lnTo>
                    <a:pt x="3340177" y="1656534"/>
                  </a:lnTo>
                  <a:lnTo>
                    <a:pt x="3429571" y="1670062"/>
                  </a:lnTo>
                  <a:lnTo>
                    <a:pt x="3522744" y="1682015"/>
                  </a:lnTo>
                  <a:lnTo>
                    <a:pt x="3617092" y="1692386"/>
                  </a:lnTo>
                  <a:lnTo>
                    <a:pt x="3709042" y="1701140"/>
                  </a:lnTo>
                  <a:lnTo>
                    <a:pt x="3794358" y="1708244"/>
                  </a:lnTo>
                  <a:lnTo>
                    <a:pt x="3868741" y="1713709"/>
                  </a:lnTo>
                  <a:lnTo>
                    <a:pt x="3928649" y="1717623"/>
                  </a:lnTo>
                  <a:lnTo>
                    <a:pt x="3972115" y="1720164"/>
                  </a:lnTo>
                  <a:lnTo>
                    <a:pt x="3999284" y="1721591"/>
                  </a:lnTo>
                  <a:lnTo>
                    <a:pt x="4012537" y="1722220"/>
                  </a:lnTo>
                  <a:lnTo>
                    <a:pt x="4016268" y="1722381"/>
                  </a:lnTo>
                  <a:lnTo>
                    <a:pt x="4016409" y="1722387"/>
                  </a:lnTo>
                  <a:lnTo>
                    <a:pt x="4538543" y="1722387"/>
                  </a:lnTo>
                  <a:lnTo>
                    <a:pt x="4539792" y="1722353"/>
                  </a:lnTo>
                  <a:lnTo>
                    <a:pt x="4547963" y="1722112"/>
                  </a:lnTo>
                  <a:lnTo>
                    <a:pt x="4568400" y="1721445"/>
                  </a:lnTo>
                  <a:lnTo>
                    <a:pt x="4604533" y="1720135"/>
                  </a:lnTo>
                  <a:lnTo>
                    <a:pt x="4657565" y="1717990"/>
                  </a:lnTo>
                  <a:lnTo>
                    <a:pt x="4726411" y="1714865"/>
                  </a:lnTo>
                  <a:lnTo>
                    <a:pt x="4808071" y="1710675"/>
                  </a:lnTo>
                  <a:lnTo>
                    <a:pt x="4898381" y="1705392"/>
                  </a:lnTo>
                  <a:lnTo>
                    <a:pt x="4992892" y="1699030"/>
                  </a:lnTo>
                  <a:lnTo>
                    <a:pt x="5087612" y="1691614"/>
                  </a:lnTo>
                  <a:lnTo>
                    <a:pt x="5179453" y="1683158"/>
                  </a:lnTo>
                  <a:lnTo>
                    <a:pt x="5266373" y="1673648"/>
                  </a:lnTo>
                  <a:lnTo>
                    <a:pt x="5347292" y="1663027"/>
                  </a:lnTo>
                  <a:lnTo>
                    <a:pt x="5421899" y="1651195"/>
                  </a:lnTo>
                  <a:lnTo>
                    <a:pt x="5490441" y="1638002"/>
                  </a:lnTo>
                  <a:lnTo>
                    <a:pt x="5553524" y="1623261"/>
                  </a:lnTo>
                  <a:lnTo>
                    <a:pt x="5611963" y="1606748"/>
                  </a:lnTo>
                  <a:lnTo>
                    <a:pt x="5666670" y="1588224"/>
                  </a:lnTo>
                  <a:lnTo>
                    <a:pt x="5718566" y="1567460"/>
                  </a:lnTo>
                  <a:lnTo>
                    <a:pt x="5768507" y="1544291"/>
                  </a:lnTo>
                  <a:lnTo>
                    <a:pt x="5784835" y="1536030"/>
                  </a:lnTo>
                  <a:lnTo>
                    <a:pt x="5833470" y="1509476"/>
                  </a:lnTo>
                  <a:lnTo>
                    <a:pt x="5881631" y="1480395"/>
                  </a:lnTo>
                  <a:lnTo>
                    <a:pt x="5929762" y="1448743"/>
                  </a:lnTo>
                  <a:lnTo>
                    <a:pt x="5978179" y="1414553"/>
                  </a:lnTo>
                  <a:lnTo>
                    <a:pt x="6027083" y="1377939"/>
                  </a:lnTo>
                  <a:lnTo>
                    <a:pt x="6076574" y="1339104"/>
                  </a:lnTo>
                  <a:lnTo>
                    <a:pt x="6126661" y="1298342"/>
                  </a:lnTo>
                  <a:lnTo>
                    <a:pt x="6177277" y="1256031"/>
                  </a:lnTo>
                  <a:lnTo>
                    <a:pt x="6228292" y="1212619"/>
                  </a:lnTo>
                  <a:lnTo>
                    <a:pt x="6279530" y="1168610"/>
                  </a:lnTo>
                  <a:lnTo>
                    <a:pt x="6330793" y="1124536"/>
                  </a:lnTo>
                  <a:lnTo>
                    <a:pt x="6381879" y="1080933"/>
                  </a:lnTo>
                  <a:lnTo>
                    <a:pt x="6432604" y="1038314"/>
                  </a:lnTo>
                  <a:lnTo>
                    <a:pt x="6482827" y="997144"/>
                  </a:lnTo>
                  <a:lnTo>
                    <a:pt x="6532463" y="957817"/>
                  </a:lnTo>
                  <a:lnTo>
                    <a:pt x="6581503" y="920648"/>
                  </a:lnTo>
                  <a:lnTo>
                    <a:pt x="6630022" y="885862"/>
                  </a:lnTo>
                  <a:lnTo>
                    <a:pt x="6678198" y="853596"/>
                  </a:lnTo>
                  <a:lnTo>
                    <a:pt x="6726316" y="823899"/>
                  </a:lnTo>
                  <a:lnTo>
                    <a:pt x="6774789" y="796747"/>
                  </a:lnTo>
                  <a:lnTo>
                    <a:pt x="6786527" y="790603"/>
                  </a:lnTo>
                  <a:lnTo>
                    <a:pt x="6835983" y="766619"/>
                  </a:lnTo>
                  <a:lnTo>
                    <a:pt x="6887139" y="745067"/>
                  </a:lnTo>
                  <a:lnTo>
                    <a:pt x="6940809" y="725820"/>
                  </a:lnTo>
                  <a:lnTo>
                    <a:pt x="6997901" y="708664"/>
                  </a:lnTo>
                  <a:lnTo>
                    <a:pt x="7059339" y="693359"/>
                  </a:lnTo>
                  <a:lnTo>
                    <a:pt x="7125983" y="679673"/>
                  </a:lnTo>
                  <a:lnTo>
                    <a:pt x="7198521" y="667406"/>
                  </a:lnTo>
                  <a:lnTo>
                    <a:pt x="7277340" y="656396"/>
                  </a:lnTo>
                  <a:lnTo>
                    <a:pt x="7362339" y="646524"/>
                  </a:lnTo>
                  <a:lnTo>
                    <a:pt x="7452717" y="637720"/>
                  </a:lnTo>
                  <a:lnTo>
                    <a:pt x="7546770" y="629958"/>
                  </a:lnTo>
                  <a:lnTo>
                    <a:pt x="7641755" y="623242"/>
                  </a:lnTo>
                  <a:lnTo>
                    <a:pt x="7733949" y="617597"/>
                  </a:lnTo>
                  <a:lnTo>
                    <a:pt x="7818985" y="613044"/>
                  </a:lnTo>
                  <a:lnTo>
                    <a:pt x="7892507" y="609570"/>
                  </a:lnTo>
                  <a:lnTo>
                    <a:pt x="7951033" y="607111"/>
                  </a:lnTo>
                  <a:lnTo>
                    <a:pt x="7992777" y="605543"/>
                  </a:lnTo>
                  <a:lnTo>
                    <a:pt x="8018166" y="604686"/>
                  </a:lnTo>
                  <a:lnTo>
                    <a:pt x="8029917" y="604327"/>
                  </a:lnTo>
                  <a:lnTo>
                    <a:pt x="8032819" y="604247"/>
                  </a:lnTo>
                  <a:lnTo>
                    <a:pt x="8554953" y="604247"/>
                  </a:lnTo>
                  <a:lnTo>
                    <a:pt x="8554953" y="598600"/>
                  </a:lnTo>
                  <a:lnTo>
                    <a:pt x="8032819" y="598600"/>
                  </a:lnTo>
                  <a:lnTo>
                    <a:pt x="8031570" y="598633"/>
                  </a:lnTo>
                  <a:lnTo>
                    <a:pt x="8023399" y="598875"/>
                  </a:lnTo>
                  <a:lnTo>
                    <a:pt x="8002962" y="599541"/>
                  </a:lnTo>
                  <a:lnTo>
                    <a:pt x="7966829" y="600851"/>
                  </a:lnTo>
                  <a:lnTo>
                    <a:pt x="7913797" y="602996"/>
                  </a:lnTo>
                  <a:lnTo>
                    <a:pt x="7844951" y="606121"/>
                  </a:lnTo>
                  <a:lnTo>
                    <a:pt x="7763291" y="610312"/>
                  </a:lnTo>
                  <a:lnTo>
                    <a:pt x="7672981" y="615594"/>
                  </a:lnTo>
                  <a:lnTo>
                    <a:pt x="7578470" y="621956"/>
                  </a:lnTo>
                  <a:lnTo>
                    <a:pt x="7483750" y="629372"/>
                  </a:lnTo>
                  <a:lnTo>
                    <a:pt x="7391908" y="637828"/>
                  </a:lnTo>
                  <a:lnTo>
                    <a:pt x="7304989" y="647338"/>
                  </a:lnTo>
                  <a:lnTo>
                    <a:pt x="7224070" y="657959"/>
                  </a:lnTo>
                  <a:lnTo>
                    <a:pt x="7149463" y="669792"/>
                  </a:lnTo>
                  <a:lnTo>
                    <a:pt x="7080921" y="682984"/>
                  </a:lnTo>
                  <a:lnTo>
                    <a:pt x="7017838" y="697725"/>
                  </a:lnTo>
                  <a:lnTo>
                    <a:pt x="6959399" y="714238"/>
                  </a:lnTo>
                  <a:lnTo>
                    <a:pt x="6904692" y="732763"/>
                  </a:lnTo>
                  <a:lnTo>
                    <a:pt x="6852796" y="753526"/>
                  </a:lnTo>
                  <a:lnTo>
                    <a:pt x="6802855" y="776695"/>
                  </a:lnTo>
                  <a:lnTo>
                    <a:pt x="6786527" y="784956"/>
                  </a:lnTo>
                  <a:lnTo>
                    <a:pt x="6737891" y="811510"/>
                  </a:lnTo>
                  <a:lnTo>
                    <a:pt x="6689731" y="840591"/>
                  </a:lnTo>
                  <a:lnTo>
                    <a:pt x="6641600" y="872243"/>
                  </a:lnTo>
                  <a:lnTo>
                    <a:pt x="6593183" y="906433"/>
                  </a:lnTo>
                  <a:lnTo>
                    <a:pt x="6544279" y="943048"/>
                  </a:lnTo>
                  <a:lnTo>
                    <a:pt x="6494788" y="981882"/>
                  </a:lnTo>
                  <a:lnTo>
                    <a:pt x="6444701" y="1022644"/>
                  </a:lnTo>
                  <a:lnTo>
                    <a:pt x="6394085" y="1064955"/>
                  </a:lnTo>
                  <a:lnTo>
                    <a:pt x="6343070" y="1108367"/>
                  </a:lnTo>
                  <a:lnTo>
                    <a:pt x="6291832" y="1152377"/>
                  </a:lnTo>
                  <a:lnTo>
                    <a:pt x="6240569" y="1196451"/>
                  </a:lnTo>
                  <a:lnTo>
                    <a:pt x="6189483" y="1240053"/>
                  </a:lnTo>
                  <a:lnTo>
                    <a:pt x="6138758" y="1282672"/>
                  </a:lnTo>
                  <a:lnTo>
                    <a:pt x="6088535" y="1323843"/>
                  </a:lnTo>
                  <a:lnTo>
                    <a:pt x="6038899" y="1363170"/>
                  </a:lnTo>
                  <a:lnTo>
                    <a:pt x="5989859" y="1400338"/>
                  </a:lnTo>
                  <a:lnTo>
                    <a:pt x="5941340" y="1435124"/>
                  </a:lnTo>
                  <a:lnTo>
                    <a:pt x="5893164" y="1467390"/>
                  </a:lnTo>
                  <a:lnTo>
                    <a:pt x="5845046" y="1497087"/>
                  </a:lnTo>
                  <a:lnTo>
                    <a:pt x="5796573" y="1524239"/>
                  </a:lnTo>
                  <a:lnTo>
                    <a:pt x="5784835" y="1530383"/>
                  </a:lnTo>
                  <a:lnTo>
                    <a:pt x="5735379" y="1554368"/>
                  </a:lnTo>
                  <a:lnTo>
                    <a:pt x="5684223" y="1575919"/>
                  </a:lnTo>
                  <a:lnTo>
                    <a:pt x="5630553" y="1595166"/>
                  </a:lnTo>
                  <a:lnTo>
                    <a:pt x="5573461" y="1612322"/>
                  </a:lnTo>
                  <a:lnTo>
                    <a:pt x="5512023" y="1627628"/>
                  </a:lnTo>
                  <a:lnTo>
                    <a:pt x="5445379" y="1641313"/>
                  </a:lnTo>
                  <a:lnTo>
                    <a:pt x="5372841" y="1653580"/>
                  </a:lnTo>
                  <a:lnTo>
                    <a:pt x="5294022" y="1664591"/>
                  </a:lnTo>
                  <a:lnTo>
                    <a:pt x="5209023" y="1674462"/>
                  </a:lnTo>
                  <a:lnTo>
                    <a:pt x="5118645" y="1683266"/>
                  </a:lnTo>
                  <a:lnTo>
                    <a:pt x="5024592" y="1691029"/>
                  </a:lnTo>
                  <a:lnTo>
                    <a:pt x="4929607" y="1697745"/>
                  </a:lnTo>
                  <a:lnTo>
                    <a:pt x="4837413" y="1703389"/>
                  </a:lnTo>
                  <a:lnTo>
                    <a:pt x="4752377" y="1707943"/>
                  </a:lnTo>
                  <a:lnTo>
                    <a:pt x="4678855" y="1711416"/>
                  </a:lnTo>
                  <a:lnTo>
                    <a:pt x="4620329" y="1713875"/>
                  </a:lnTo>
                  <a:lnTo>
                    <a:pt x="4578585" y="1715443"/>
                  </a:lnTo>
                  <a:lnTo>
                    <a:pt x="4553196" y="1716301"/>
                  </a:lnTo>
                  <a:lnTo>
                    <a:pt x="4541445" y="1716659"/>
                  </a:lnTo>
                  <a:lnTo>
                    <a:pt x="4538543" y="1716740"/>
                  </a:lnTo>
                  <a:lnTo>
                    <a:pt x="4016409" y="1716740"/>
                  </a:lnTo>
                  <a:lnTo>
                    <a:pt x="4015186" y="1716689"/>
                  </a:lnTo>
                  <a:lnTo>
                    <a:pt x="4007186" y="1716327"/>
                  </a:lnTo>
                  <a:lnTo>
                    <a:pt x="3987158" y="1715325"/>
                  </a:lnTo>
                  <a:lnTo>
                    <a:pt x="3951711" y="1713359"/>
                  </a:lnTo>
                  <a:lnTo>
                    <a:pt x="3899610" y="1710135"/>
                  </a:lnTo>
                  <a:lnTo>
                    <a:pt x="3831846" y="1705434"/>
                  </a:lnTo>
                  <a:lnTo>
                    <a:pt x="3751293" y="1699126"/>
                  </a:lnTo>
                  <a:lnTo>
                    <a:pt x="3661992" y="1691166"/>
                  </a:lnTo>
                  <a:lnTo>
                    <a:pt x="3568303" y="1681570"/>
                  </a:lnTo>
                  <a:lnTo>
                    <a:pt x="3474176" y="1670376"/>
                  </a:lnTo>
                  <a:lnTo>
                    <a:pt x="3382699" y="1657610"/>
                  </a:lnTo>
                  <a:lnTo>
                    <a:pt x="3295949" y="1643252"/>
                  </a:lnTo>
                  <a:lnTo>
                    <a:pt x="3215055" y="1627224"/>
                  </a:lnTo>
                  <a:lnTo>
                    <a:pt x="3140378" y="1609379"/>
                  </a:lnTo>
                  <a:lnTo>
                    <a:pt x="3071723" y="1589504"/>
                  </a:lnTo>
                  <a:lnTo>
                    <a:pt x="3008526" y="1567318"/>
                  </a:lnTo>
                  <a:lnTo>
                    <a:pt x="2950006" y="1542494"/>
                  </a:lnTo>
                  <a:lnTo>
                    <a:pt x="2895278" y="1514671"/>
                  </a:lnTo>
                  <a:lnTo>
                    <a:pt x="2843436" y="1483502"/>
                  </a:lnTo>
                  <a:lnTo>
                    <a:pt x="2793630" y="1448718"/>
                  </a:lnTo>
                  <a:lnTo>
                    <a:pt x="2770117" y="1430616"/>
                  </a:lnTo>
                  <a:lnTo>
                    <a:pt x="2726022" y="1393840"/>
                  </a:lnTo>
                  <a:lnTo>
                    <a:pt x="2682355" y="1353886"/>
                  </a:lnTo>
                  <a:lnTo>
                    <a:pt x="2638771" y="1310694"/>
                  </a:lnTo>
                  <a:lnTo>
                    <a:pt x="2595014" y="1264279"/>
                  </a:lnTo>
                  <a:lnTo>
                    <a:pt x="2550907" y="1214740"/>
                  </a:lnTo>
                  <a:lnTo>
                    <a:pt x="2506346" y="1162266"/>
                  </a:lnTo>
                  <a:lnTo>
                    <a:pt x="2461291" y="1107140"/>
                  </a:lnTo>
                  <a:lnTo>
                    <a:pt x="2415757" y="1049734"/>
                  </a:lnTo>
                  <a:lnTo>
                    <a:pt x="2369811" y="990507"/>
                  </a:lnTo>
                  <a:lnTo>
                    <a:pt x="2323557" y="929986"/>
                  </a:lnTo>
                  <a:lnTo>
                    <a:pt x="2277129" y="868752"/>
                  </a:lnTo>
                  <a:lnTo>
                    <a:pt x="2230675" y="807413"/>
                  </a:lnTo>
                  <a:lnTo>
                    <a:pt x="2184346" y="746584"/>
                  </a:lnTo>
                  <a:lnTo>
                    <a:pt x="2138283" y="686857"/>
                  </a:lnTo>
                  <a:lnTo>
                    <a:pt x="2092600" y="628780"/>
                  </a:lnTo>
                  <a:lnTo>
                    <a:pt x="2047378" y="572837"/>
                  </a:lnTo>
                  <a:lnTo>
                    <a:pt x="2002652" y="519429"/>
                  </a:lnTo>
                  <a:lnTo>
                    <a:pt x="1958400" y="468872"/>
                  </a:lnTo>
                  <a:lnTo>
                    <a:pt x="1914540" y="421385"/>
                  </a:lnTo>
                  <a:lnTo>
                    <a:pt x="1870922" y="377098"/>
                  </a:lnTo>
                  <a:lnTo>
                    <a:pt x="1827317" y="336052"/>
                  </a:lnTo>
                  <a:lnTo>
                    <a:pt x="1783412" y="298212"/>
                  </a:lnTo>
                  <a:lnTo>
                    <a:pt x="1768425" y="286123"/>
                  </a:lnTo>
                  <a:lnTo>
                    <a:pt x="1719335" y="249553"/>
                  </a:lnTo>
                  <a:lnTo>
                    <a:pt x="1668575" y="216664"/>
                  </a:lnTo>
                  <a:lnTo>
                    <a:pt x="1615350" y="187268"/>
                  </a:lnTo>
                  <a:lnTo>
                    <a:pt x="1558772" y="161043"/>
                  </a:lnTo>
                  <a:lnTo>
                    <a:pt x="1497937" y="137628"/>
                  </a:lnTo>
                  <a:lnTo>
                    <a:pt x="1432002" y="116677"/>
                  </a:lnTo>
                  <a:lnTo>
                    <a:pt x="1360281" y="97884"/>
                  </a:lnTo>
                  <a:lnTo>
                    <a:pt x="1282380" y="81002"/>
                  </a:lnTo>
                  <a:lnTo>
                    <a:pt x="1198365" y="65853"/>
                  </a:lnTo>
                  <a:lnTo>
                    <a:pt x="1108971" y="52324"/>
                  </a:lnTo>
                  <a:lnTo>
                    <a:pt x="1015798" y="40371"/>
                  </a:lnTo>
                  <a:lnTo>
                    <a:pt x="921451" y="30000"/>
                  </a:lnTo>
                  <a:lnTo>
                    <a:pt x="829500" y="21246"/>
                  </a:lnTo>
                  <a:lnTo>
                    <a:pt x="744184" y="14142"/>
                  </a:lnTo>
                  <a:lnTo>
                    <a:pt x="669801" y="8677"/>
                  </a:lnTo>
                  <a:lnTo>
                    <a:pt x="609893" y="4763"/>
                  </a:lnTo>
                  <a:lnTo>
                    <a:pt x="566427" y="2222"/>
                  </a:lnTo>
                  <a:lnTo>
                    <a:pt x="539258" y="795"/>
                  </a:lnTo>
                  <a:lnTo>
                    <a:pt x="526005" y="166"/>
                  </a:lnTo>
                  <a:lnTo>
                    <a:pt x="522274" y="5"/>
                  </a:lnTo>
                  <a:lnTo>
                    <a:pt x="5221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687" name="pl687"/>
            <p:cNvSpPr/>
            <p:nvPr/>
          </p:nvSpPr>
          <p:spPr>
            <a:xfrm>
              <a:off x="386606" y="2252860"/>
              <a:ext cx="8554953" cy="1716740"/>
            </a:xfrm>
            <a:custGeom>
              <a:avLst/>
              <a:pathLst>
                <a:path w="8554953" h="1716740">
                  <a:moveTo>
                    <a:pt x="0" y="0"/>
                  </a:moveTo>
                  <a:lnTo>
                    <a:pt x="522133" y="0"/>
                  </a:lnTo>
                  <a:lnTo>
                    <a:pt x="523356" y="50"/>
                  </a:lnTo>
                  <a:lnTo>
                    <a:pt x="531357" y="412"/>
                  </a:lnTo>
                  <a:lnTo>
                    <a:pt x="551384" y="1414"/>
                  </a:lnTo>
                  <a:lnTo>
                    <a:pt x="586831" y="3380"/>
                  </a:lnTo>
                  <a:lnTo>
                    <a:pt x="638933" y="6604"/>
                  </a:lnTo>
                  <a:lnTo>
                    <a:pt x="706696" y="11305"/>
                  </a:lnTo>
                  <a:lnTo>
                    <a:pt x="787249" y="17613"/>
                  </a:lnTo>
                  <a:lnTo>
                    <a:pt x="876550" y="25573"/>
                  </a:lnTo>
                  <a:lnTo>
                    <a:pt x="970239" y="35169"/>
                  </a:lnTo>
                  <a:lnTo>
                    <a:pt x="1064366" y="46363"/>
                  </a:lnTo>
                  <a:lnTo>
                    <a:pt x="1155843" y="59129"/>
                  </a:lnTo>
                  <a:lnTo>
                    <a:pt x="1242593" y="73487"/>
                  </a:lnTo>
                  <a:lnTo>
                    <a:pt x="1323488" y="89515"/>
                  </a:lnTo>
                  <a:lnTo>
                    <a:pt x="1398164" y="107360"/>
                  </a:lnTo>
                  <a:lnTo>
                    <a:pt x="1466819" y="127235"/>
                  </a:lnTo>
                  <a:lnTo>
                    <a:pt x="1530016" y="149421"/>
                  </a:lnTo>
                  <a:lnTo>
                    <a:pt x="1588536" y="174245"/>
                  </a:lnTo>
                  <a:lnTo>
                    <a:pt x="1643264" y="202068"/>
                  </a:lnTo>
                  <a:lnTo>
                    <a:pt x="1695106" y="233237"/>
                  </a:lnTo>
                  <a:lnTo>
                    <a:pt x="1744912" y="268021"/>
                  </a:lnTo>
                  <a:lnTo>
                    <a:pt x="1768425" y="286123"/>
                  </a:lnTo>
                  <a:lnTo>
                    <a:pt x="1812520" y="322899"/>
                  </a:lnTo>
                  <a:lnTo>
                    <a:pt x="1856187" y="362853"/>
                  </a:lnTo>
                  <a:lnTo>
                    <a:pt x="1899771" y="406045"/>
                  </a:lnTo>
                  <a:lnTo>
                    <a:pt x="1943528" y="452460"/>
                  </a:lnTo>
                  <a:lnTo>
                    <a:pt x="1987635" y="501999"/>
                  </a:lnTo>
                  <a:lnTo>
                    <a:pt x="2032196" y="554473"/>
                  </a:lnTo>
                  <a:lnTo>
                    <a:pt x="2077251" y="609599"/>
                  </a:lnTo>
                  <a:lnTo>
                    <a:pt x="2122785" y="667005"/>
                  </a:lnTo>
                  <a:lnTo>
                    <a:pt x="2168731" y="726232"/>
                  </a:lnTo>
                  <a:lnTo>
                    <a:pt x="2214985" y="786753"/>
                  </a:lnTo>
                  <a:lnTo>
                    <a:pt x="2261413" y="847987"/>
                  </a:lnTo>
                  <a:lnTo>
                    <a:pt x="2307867" y="909326"/>
                  </a:lnTo>
                  <a:lnTo>
                    <a:pt x="2354196" y="970155"/>
                  </a:lnTo>
                  <a:lnTo>
                    <a:pt x="2400259" y="1029882"/>
                  </a:lnTo>
                  <a:lnTo>
                    <a:pt x="2445942" y="1087959"/>
                  </a:lnTo>
                  <a:lnTo>
                    <a:pt x="2491164" y="1143902"/>
                  </a:lnTo>
                  <a:lnTo>
                    <a:pt x="2535891" y="1197310"/>
                  </a:lnTo>
                  <a:lnTo>
                    <a:pt x="2580142" y="1247867"/>
                  </a:lnTo>
                  <a:lnTo>
                    <a:pt x="2624002" y="1295354"/>
                  </a:lnTo>
                  <a:lnTo>
                    <a:pt x="2667620" y="1339641"/>
                  </a:lnTo>
                  <a:lnTo>
                    <a:pt x="2711225" y="1380687"/>
                  </a:lnTo>
                  <a:lnTo>
                    <a:pt x="2755130" y="1418527"/>
                  </a:lnTo>
                  <a:lnTo>
                    <a:pt x="2770117" y="1430616"/>
                  </a:lnTo>
                  <a:lnTo>
                    <a:pt x="2819207" y="1467186"/>
                  </a:lnTo>
                  <a:lnTo>
                    <a:pt x="2869967" y="1500075"/>
                  </a:lnTo>
                  <a:lnTo>
                    <a:pt x="2923192" y="1529471"/>
                  </a:lnTo>
                  <a:lnTo>
                    <a:pt x="2979770" y="1555696"/>
                  </a:lnTo>
                  <a:lnTo>
                    <a:pt x="3040605" y="1579111"/>
                  </a:lnTo>
                  <a:lnTo>
                    <a:pt x="3106540" y="1600062"/>
                  </a:lnTo>
                  <a:lnTo>
                    <a:pt x="3178261" y="1618855"/>
                  </a:lnTo>
                  <a:lnTo>
                    <a:pt x="3256163" y="1635737"/>
                  </a:lnTo>
                  <a:lnTo>
                    <a:pt x="3340177" y="1650886"/>
                  </a:lnTo>
                  <a:lnTo>
                    <a:pt x="3429571" y="1664415"/>
                  </a:lnTo>
                  <a:lnTo>
                    <a:pt x="3522744" y="1676368"/>
                  </a:lnTo>
                  <a:lnTo>
                    <a:pt x="3617092" y="1686739"/>
                  </a:lnTo>
                  <a:lnTo>
                    <a:pt x="3709042" y="1695493"/>
                  </a:lnTo>
                  <a:lnTo>
                    <a:pt x="3794358" y="1702597"/>
                  </a:lnTo>
                  <a:lnTo>
                    <a:pt x="3868741" y="1708062"/>
                  </a:lnTo>
                  <a:lnTo>
                    <a:pt x="3928649" y="1711976"/>
                  </a:lnTo>
                  <a:lnTo>
                    <a:pt x="3972115" y="1714517"/>
                  </a:lnTo>
                  <a:lnTo>
                    <a:pt x="3999284" y="1715944"/>
                  </a:lnTo>
                  <a:lnTo>
                    <a:pt x="4012537" y="1716573"/>
                  </a:lnTo>
                  <a:lnTo>
                    <a:pt x="4016268" y="1716734"/>
                  </a:lnTo>
                  <a:lnTo>
                    <a:pt x="4016409" y="1716740"/>
                  </a:lnTo>
                  <a:lnTo>
                    <a:pt x="4538543" y="1716740"/>
                  </a:lnTo>
                  <a:lnTo>
                    <a:pt x="4539792" y="1716706"/>
                  </a:lnTo>
                  <a:lnTo>
                    <a:pt x="4547963" y="1716465"/>
                  </a:lnTo>
                  <a:lnTo>
                    <a:pt x="4568400" y="1715798"/>
                  </a:lnTo>
                  <a:lnTo>
                    <a:pt x="4604533" y="1714488"/>
                  </a:lnTo>
                  <a:lnTo>
                    <a:pt x="4657565" y="1712343"/>
                  </a:lnTo>
                  <a:lnTo>
                    <a:pt x="4726411" y="1709218"/>
                  </a:lnTo>
                  <a:lnTo>
                    <a:pt x="4808071" y="1705027"/>
                  </a:lnTo>
                  <a:lnTo>
                    <a:pt x="4898381" y="1699745"/>
                  </a:lnTo>
                  <a:lnTo>
                    <a:pt x="4992892" y="1693383"/>
                  </a:lnTo>
                  <a:lnTo>
                    <a:pt x="5087612" y="1685967"/>
                  </a:lnTo>
                  <a:lnTo>
                    <a:pt x="5179453" y="1677511"/>
                  </a:lnTo>
                  <a:lnTo>
                    <a:pt x="5266373" y="1668001"/>
                  </a:lnTo>
                  <a:lnTo>
                    <a:pt x="5347292" y="1657380"/>
                  </a:lnTo>
                  <a:lnTo>
                    <a:pt x="5421899" y="1645548"/>
                  </a:lnTo>
                  <a:lnTo>
                    <a:pt x="5490441" y="1632355"/>
                  </a:lnTo>
                  <a:lnTo>
                    <a:pt x="5553524" y="1617614"/>
                  </a:lnTo>
                  <a:lnTo>
                    <a:pt x="5611963" y="1601101"/>
                  </a:lnTo>
                  <a:lnTo>
                    <a:pt x="5666670" y="1582577"/>
                  </a:lnTo>
                  <a:lnTo>
                    <a:pt x="5718566" y="1561813"/>
                  </a:lnTo>
                  <a:lnTo>
                    <a:pt x="5768507" y="1538644"/>
                  </a:lnTo>
                  <a:lnTo>
                    <a:pt x="5784835" y="1530383"/>
                  </a:lnTo>
                  <a:lnTo>
                    <a:pt x="5833470" y="1503829"/>
                  </a:lnTo>
                  <a:lnTo>
                    <a:pt x="5881631" y="1474748"/>
                  </a:lnTo>
                  <a:lnTo>
                    <a:pt x="5929762" y="1443096"/>
                  </a:lnTo>
                  <a:lnTo>
                    <a:pt x="5978179" y="1408906"/>
                  </a:lnTo>
                  <a:lnTo>
                    <a:pt x="6027083" y="1372292"/>
                  </a:lnTo>
                  <a:lnTo>
                    <a:pt x="6076574" y="1333457"/>
                  </a:lnTo>
                  <a:lnTo>
                    <a:pt x="6126661" y="1292695"/>
                  </a:lnTo>
                  <a:lnTo>
                    <a:pt x="6177277" y="1250384"/>
                  </a:lnTo>
                  <a:lnTo>
                    <a:pt x="6228292" y="1206972"/>
                  </a:lnTo>
                  <a:lnTo>
                    <a:pt x="6279530" y="1162963"/>
                  </a:lnTo>
                  <a:lnTo>
                    <a:pt x="6330793" y="1118889"/>
                  </a:lnTo>
                  <a:lnTo>
                    <a:pt x="6381879" y="1075286"/>
                  </a:lnTo>
                  <a:lnTo>
                    <a:pt x="6432604" y="1032667"/>
                  </a:lnTo>
                  <a:lnTo>
                    <a:pt x="6482827" y="991496"/>
                  </a:lnTo>
                  <a:lnTo>
                    <a:pt x="6532463" y="952170"/>
                  </a:lnTo>
                  <a:lnTo>
                    <a:pt x="6581503" y="915001"/>
                  </a:lnTo>
                  <a:lnTo>
                    <a:pt x="6630022" y="880215"/>
                  </a:lnTo>
                  <a:lnTo>
                    <a:pt x="6678198" y="847949"/>
                  </a:lnTo>
                  <a:lnTo>
                    <a:pt x="6726316" y="818252"/>
                  </a:lnTo>
                  <a:lnTo>
                    <a:pt x="6774789" y="791100"/>
                  </a:lnTo>
                  <a:lnTo>
                    <a:pt x="6786527" y="784956"/>
                  </a:lnTo>
                  <a:lnTo>
                    <a:pt x="6835983" y="760972"/>
                  </a:lnTo>
                  <a:lnTo>
                    <a:pt x="6887139" y="739420"/>
                  </a:lnTo>
                  <a:lnTo>
                    <a:pt x="6940809" y="720173"/>
                  </a:lnTo>
                  <a:lnTo>
                    <a:pt x="6997901" y="703017"/>
                  </a:lnTo>
                  <a:lnTo>
                    <a:pt x="7059339" y="687712"/>
                  </a:lnTo>
                  <a:lnTo>
                    <a:pt x="7125983" y="674026"/>
                  </a:lnTo>
                  <a:lnTo>
                    <a:pt x="7198521" y="661759"/>
                  </a:lnTo>
                  <a:lnTo>
                    <a:pt x="7277340" y="650748"/>
                  </a:lnTo>
                  <a:lnTo>
                    <a:pt x="7362339" y="640877"/>
                  </a:lnTo>
                  <a:lnTo>
                    <a:pt x="7452717" y="632073"/>
                  </a:lnTo>
                  <a:lnTo>
                    <a:pt x="7546770" y="624310"/>
                  </a:lnTo>
                  <a:lnTo>
                    <a:pt x="7641755" y="617594"/>
                  </a:lnTo>
                  <a:lnTo>
                    <a:pt x="7733949" y="611950"/>
                  </a:lnTo>
                  <a:lnTo>
                    <a:pt x="7818985" y="607397"/>
                  </a:lnTo>
                  <a:lnTo>
                    <a:pt x="7892507" y="603923"/>
                  </a:lnTo>
                  <a:lnTo>
                    <a:pt x="7951033" y="601464"/>
                  </a:lnTo>
                  <a:lnTo>
                    <a:pt x="7992777" y="599896"/>
                  </a:lnTo>
                  <a:lnTo>
                    <a:pt x="8018166" y="599038"/>
                  </a:lnTo>
                  <a:lnTo>
                    <a:pt x="8029917" y="598680"/>
                  </a:lnTo>
                  <a:lnTo>
                    <a:pt x="8032771" y="598601"/>
                  </a:lnTo>
                  <a:lnTo>
                    <a:pt x="8032819" y="598600"/>
                  </a:lnTo>
                  <a:lnTo>
                    <a:pt x="8554953" y="598600"/>
                  </a:lnTo>
                  <a:lnTo>
                    <a:pt x="8554953" y="59860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688" name="pl688"/>
            <p:cNvSpPr/>
            <p:nvPr/>
          </p:nvSpPr>
          <p:spPr>
            <a:xfrm>
              <a:off x="386606" y="2247213"/>
              <a:ext cx="8554953" cy="1716740"/>
            </a:xfrm>
            <a:custGeom>
              <a:avLst/>
              <a:pathLst>
                <a:path w="8554953" h="1716740">
                  <a:moveTo>
                    <a:pt x="8554953" y="598600"/>
                  </a:moveTo>
                  <a:lnTo>
                    <a:pt x="8032819" y="598600"/>
                  </a:lnTo>
                  <a:lnTo>
                    <a:pt x="8031570" y="598633"/>
                  </a:lnTo>
                  <a:lnTo>
                    <a:pt x="8023399" y="598875"/>
                  </a:lnTo>
                  <a:lnTo>
                    <a:pt x="8002962" y="599541"/>
                  </a:lnTo>
                  <a:lnTo>
                    <a:pt x="7966829" y="600851"/>
                  </a:lnTo>
                  <a:lnTo>
                    <a:pt x="7913797" y="602996"/>
                  </a:lnTo>
                  <a:lnTo>
                    <a:pt x="7844951" y="606121"/>
                  </a:lnTo>
                  <a:lnTo>
                    <a:pt x="7763291" y="610312"/>
                  </a:lnTo>
                  <a:lnTo>
                    <a:pt x="7672981" y="615594"/>
                  </a:lnTo>
                  <a:lnTo>
                    <a:pt x="7578470" y="621956"/>
                  </a:lnTo>
                  <a:lnTo>
                    <a:pt x="7483750" y="629372"/>
                  </a:lnTo>
                  <a:lnTo>
                    <a:pt x="7391908" y="637828"/>
                  </a:lnTo>
                  <a:lnTo>
                    <a:pt x="7304989" y="647338"/>
                  </a:lnTo>
                  <a:lnTo>
                    <a:pt x="7224070" y="657959"/>
                  </a:lnTo>
                  <a:lnTo>
                    <a:pt x="7149463" y="669792"/>
                  </a:lnTo>
                  <a:lnTo>
                    <a:pt x="7080921" y="682984"/>
                  </a:lnTo>
                  <a:lnTo>
                    <a:pt x="7017838" y="697725"/>
                  </a:lnTo>
                  <a:lnTo>
                    <a:pt x="6959399" y="714238"/>
                  </a:lnTo>
                  <a:lnTo>
                    <a:pt x="6904692" y="732763"/>
                  </a:lnTo>
                  <a:lnTo>
                    <a:pt x="6852796" y="753526"/>
                  </a:lnTo>
                  <a:lnTo>
                    <a:pt x="6802855" y="776695"/>
                  </a:lnTo>
                  <a:lnTo>
                    <a:pt x="6786527" y="784956"/>
                  </a:lnTo>
                  <a:lnTo>
                    <a:pt x="6737891" y="811510"/>
                  </a:lnTo>
                  <a:lnTo>
                    <a:pt x="6689731" y="840591"/>
                  </a:lnTo>
                  <a:lnTo>
                    <a:pt x="6641600" y="872243"/>
                  </a:lnTo>
                  <a:lnTo>
                    <a:pt x="6593183" y="906433"/>
                  </a:lnTo>
                  <a:lnTo>
                    <a:pt x="6544279" y="943048"/>
                  </a:lnTo>
                  <a:lnTo>
                    <a:pt x="6494788" y="981882"/>
                  </a:lnTo>
                  <a:lnTo>
                    <a:pt x="6444701" y="1022644"/>
                  </a:lnTo>
                  <a:lnTo>
                    <a:pt x="6394085" y="1064955"/>
                  </a:lnTo>
                  <a:lnTo>
                    <a:pt x="6343070" y="1108367"/>
                  </a:lnTo>
                  <a:lnTo>
                    <a:pt x="6291832" y="1152377"/>
                  </a:lnTo>
                  <a:lnTo>
                    <a:pt x="6240569" y="1196451"/>
                  </a:lnTo>
                  <a:lnTo>
                    <a:pt x="6189483" y="1240053"/>
                  </a:lnTo>
                  <a:lnTo>
                    <a:pt x="6138758" y="1282672"/>
                  </a:lnTo>
                  <a:lnTo>
                    <a:pt x="6088535" y="1323843"/>
                  </a:lnTo>
                  <a:lnTo>
                    <a:pt x="6038899" y="1363170"/>
                  </a:lnTo>
                  <a:lnTo>
                    <a:pt x="5989859" y="1400338"/>
                  </a:lnTo>
                  <a:lnTo>
                    <a:pt x="5941340" y="1435124"/>
                  </a:lnTo>
                  <a:lnTo>
                    <a:pt x="5893164" y="1467390"/>
                  </a:lnTo>
                  <a:lnTo>
                    <a:pt x="5845046" y="1497087"/>
                  </a:lnTo>
                  <a:lnTo>
                    <a:pt x="5796573" y="1524239"/>
                  </a:lnTo>
                  <a:lnTo>
                    <a:pt x="5784835" y="1530383"/>
                  </a:lnTo>
                  <a:lnTo>
                    <a:pt x="5735379" y="1554368"/>
                  </a:lnTo>
                  <a:lnTo>
                    <a:pt x="5684223" y="1575919"/>
                  </a:lnTo>
                  <a:lnTo>
                    <a:pt x="5630553" y="1595166"/>
                  </a:lnTo>
                  <a:lnTo>
                    <a:pt x="5573461" y="1612322"/>
                  </a:lnTo>
                  <a:lnTo>
                    <a:pt x="5512023" y="1627628"/>
                  </a:lnTo>
                  <a:lnTo>
                    <a:pt x="5445379" y="1641313"/>
                  </a:lnTo>
                  <a:lnTo>
                    <a:pt x="5372841" y="1653580"/>
                  </a:lnTo>
                  <a:lnTo>
                    <a:pt x="5294022" y="1664591"/>
                  </a:lnTo>
                  <a:lnTo>
                    <a:pt x="5209023" y="1674462"/>
                  </a:lnTo>
                  <a:lnTo>
                    <a:pt x="5118645" y="1683266"/>
                  </a:lnTo>
                  <a:lnTo>
                    <a:pt x="5024592" y="1691029"/>
                  </a:lnTo>
                  <a:lnTo>
                    <a:pt x="4929607" y="1697745"/>
                  </a:lnTo>
                  <a:lnTo>
                    <a:pt x="4837413" y="1703389"/>
                  </a:lnTo>
                  <a:lnTo>
                    <a:pt x="4752377" y="1707943"/>
                  </a:lnTo>
                  <a:lnTo>
                    <a:pt x="4678855" y="1711416"/>
                  </a:lnTo>
                  <a:lnTo>
                    <a:pt x="4620329" y="1713875"/>
                  </a:lnTo>
                  <a:lnTo>
                    <a:pt x="4578585" y="1715443"/>
                  </a:lnTo>
                  <a:lnTo>
                    <a:pt x="4553196" y="1716301"/>
                  </a:lnTo>
                  <a:lnTo>
                    <a:pt x="4541445" y="1716659"/>
                  </a:lnTo>
                  <a:lnTo>
                    <a:pt x="4538591" y="1716738"/>
                  </a:lnTo>
                  <a:lnTo>
                    <a:pt x="4538543" y="1716740"/>
                  </a:lnTo>
                  <a:lnTo>
                    <a:pt x="4016409" y="1716740"/>
                  </a:lnTo>
                  <a:lnTo>
                    <a:pt x="4015186" y="1716689"/>
                  </a:lnTo>
                  <a:lnTo>
                    <a:pt x="4007186" y="1716327"/>
                  </a:lnTo>
                  <a:lnTo>
                    <a:pt x="3987158" y="1715325"/>
                  </a:lnTo>
                  <a:lnTo>
                    <a:pt x="3951711" y="1713359"/>
                  </a:lnTo>
                  <a:lnTo>
                    <a:pt x="3899610" y="1710135"/>
                  </a:lnTo>
                  <a:lnTo>
                    <a:pt x="3831846" y="1705434"/>
                  </a:lnTo>
                  <a:lnTo>
                    <a:pt x="3751293" y="1699126"/>
                  </a:lnTo>
                  <a:lnTo>
                    <a:pt x="3661992" y="1691166"/>
                  </a:lnTo>
                  <a:lnTo>
                    <a:pt x="3568303" y="1681570"/>
                  </a:lnTo>
                  <a:lnTo>
                    <a:pt x="3474176" y="1670376"/>
                  </a:lnTo>
                  <a:lnTo>
                    <a:pt x="3382699" y="1657610"/>
                  </a:lnTo>
                  <a:lnTo>
                    <a:pt x="3295949" y="1643252"/>
                  </a:lnTo>
                  <a:lnTo>
                    <a:pt x="3215055" y="1627224"/>
                  </a:lnTo>
                  <a:lnTo>
                    <a:pt x="3140378" y="1609379"/>
                  </a:lnTo>
                  <a:lnTo>
                    <a:pt x="3071723" y="1589504"/>
                  </a:lnTo>
                  <a:lnTo>
                    <a:pt x="3008526" y="1567318"/>
                  </a:lnTo>
                  <a:lnTo>
                    <a:pt x="2950006" y="1542494"/>
                  </a:lnTo>
                  <a:lnTo>
                    <a:pt x="2895278" y="1514671"/>
                  </a:lnTo>
                  <a:lnTo>
                    <a:pt x="2843436" y="1483502"/>
                  </a:lnTo>
                  <a:lnTo>
                    <a:pt x="2793630" y="1448718"/>
                  </a:lnTo>
                  <a:lnTo>
                    <a:pt x="2770117" y="1430616"/>
                  </a:lnTo>
                  <a:lnTo>
                    <a:pt x="2726022" y="1393840"/>
                  </a:lnTo>
                  <a:lnTo>
                    <a:pt x="2682355" y="1353886"/>
                  </a:lnTo>
                  <a:lnTo>
                    <a:pt x="2638771" y="1310694"/>
                  </a:lnTo>
                  <a:lnTo>
                    <a:pt x="2595014" y="1264279"/>
                  </a:lnTo>
                  <a:lnTo>
                    <a:pt x="2550907" y="1214740"/>
                  </a:lnTo>
                  <a:lnTo>
                    <a:pt x="2506346" y="1162266"/>
                  </a:lnTo>
                  <a:lnTo>
                    <a:pt x="2461291" y="1107140"/>
                  </a:lnTo>
                  <a:lnTo>
                    <a:pt x="2415757" y="1049734"/>
                  </a:lnTo>
                  <a:lnTo>
                    <a:pt x="2369811" y="990507"/>
                  </a:lnTo>
                  <a:lnTo>
                    <a:pt x="2323557" y="929986"/>
                  </a:lnTo>
                  <a:lnTo>
                    <a:pt x="2277129" y="868752"/>
                  </a:lnTo>
                  <a:lnTo>
                    <a:pt x="2230675" y="807413"/>
                  </a:lnTo>
                  <a:lnTo>
                    <a:pt x="2184346" y="746584"/>
                  </a:lnTo>
                  <a:lnTo>
                    <a:pt x="2138283" y="686857"/>
                  </a:lnTo>
                  <a:lnTo>
                    <a:pt x="2092600" y="628780"/>
                  </a:lnTo>
                  <a:lnTo>
                    <a:pt x="2047378" y="572837"/>
                  </a:lnTo>
                  <a:lnTo>
                    <a:pt x="2002652" y="519429"/>
                  </a:lnTo>
                  <a:lnTo>
                    <a:pt x="1958400" y="468872"/>
                  </a:lnTo>
                  <a:lnTo>
                    <a:pt x="1914540" y="421385"/>
                  </a:lnTo>
                  <a:lnTo>
                    <a:pt x="1870922" y="377098"/>
                  </a:lnTo>
                  <a:lnTo>
                    <a:pt x="1827317" y="336052"/>
                  </a:lnTo>
                  <a:lnTo>
                    <a:pt x="1783412" y="298212"/>
                  </a:lnTo>
                  <a:lnTo>
                    <a:pt x="1768425" y="286123"/>
                  </a:lnTo>
                  <a:lnTo>
                    <a:pt x="1719335" y="249553"/>
                  </a:lnTo>
                  <a:lnTo>
                    <a:pt x="1668575" y="216664"/>
                  </a:lnTo>
                  <a:lnTo>
                    <a:pt x="1615350" y="187268"/>
                  </a:lnTo>
                  <a:lnTo>
                    <a:pt x="1558772" y="161043"/>
                  </a:lnTo>
                  <a:lnTo>
                    <a:pt x="1497937" y="137628"/>
                  </a:lnTo>
                  <a:lnTo>
                    <a:pt x="1432002" y="116677"/>
                  </a:lnTo>
                  <a:lnTo>
                    <a:pt x="1360281" y="97884"/>
                  </a:lnTo>
                  <a:lnTo>
                    <a:pt x="1282380" y="81002"/>
                  </a:lnTo>
                  <a:lnTo>
                    <a:pt x="1198365" y="65853"/>
                  </a:lnTo>
                  <a:lnTo>
                    <a:pt x="1108971" y="52324"/>
                  </a:lnTo>
                  <a:lnTo>
                    <a:pt x="1015798" y="40371"/>
                  </a:lnTo>
                  <a:lnTo>
                    <a:pt x="921451" y="30000"/>
                  </a:lnTo>
                  <a:lnTo>
                    <a:pt x="829500" y="21246"/>
                  </a:lnTo>
                  <a:lnTo>
                    <a:pt x="744184" y="14142"/>
                  </a:lnTo>
                  <a:lnTo>
                    <a:pt x="669801" y="8677"/>
                  </a:lnTo>
                  <a:lnTo>
                    <a:pt x="609893" y="4763"/>
                  </a:lnTo>
                  <a:lnTo>
                    <a:pt x="566427" y="2222"/>
                  </a:lnTo>
                  <a:lnTo>
                    <a:pt x="539258" y="795"/>
                  </a:lnTo>
                  <a:lnTo>
                    <a:pt x="526005" y="166"/>
                  </a:lnTo>
                  <a:lnTo>
                    <a:pt x="522274" y="5"/>
                  </a:lnTo>
                  <a:lnTo>
                    <a:pt x="522133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689" name="pg689"/>
            <p:cNvSpPr/>
            <p:nvPr/>
          </p:nvSpPr>
          <p:spPr>
            <a:xfrm>
              <a:off x="386606" y="2252860"/>
              <a:ext cx="8554953" cy="2896998"/>
            </a:xfrm>
            <a:custGeom>
              <a:avLst/>
              <a:pathLst>
                <a:path w="8554953" h="2896998">
                  <a:moveTo>
                    <a:pt x="0" y="11294"/>
                  </a:moveTo>
                  <a:lnTo>
                    <a:pt x="522133" y="11294"/>
                  </a:lnTo>
                  <a:lnTo>
                    <a:pt x="523355" y="11345"/>
                  </a:lnTo>
                  <a:lnTo>
                    <a:pt x="531354" y="11708"/>
                  </a:lnTo>
                  <a:lnTo>
                    <a:pt x="551378" y="12712"/>
                  </a:lnTo>
                  <a:lnTo>
                    <a:pt x="586817" y="14685"/>
                  </a:lnTo>
                  <a:lnTo>
                    <a:pt x="638908" y="17918"/>
                  </a:lnTo>
                  <a:lnTo>
                    <a:pt x="706659" y="22634"/>
                  </a:lnTo>
                  <a:lnTo>
                    <a:pt x="787199" y="28961"/>
                  </a:lnTo>
                  <a:lnTo>
                    <a:pt x="876489" y="36946"/>
                  </a:lnTo>
                  <a:lnTo>
                    <a:pt x="970169" y="46572"/>
                  </a:lnTo>
                  <a:lnTo>
                    <a:pt x="1064290" y="57800"/>
                  </a:lnTo>
                  <a:lnTo>
                    <a:pt x="1155762" y="70606"/>
                  </a:lnTo>
                  <a:lnTo>
                    <a:pt x="1242510" y="85008"/>
                  </a:lnTo>
                  <a:lnTo>
                    <a:pt x="1323404" y="101086"/>
                  </a:lnTo>
                  <a:lnTo>
                    <a:pt x="1398082" y="118986"/>
                  </a:lnTo>
                  <a:lnTo>
                    <a:pt x="1466738" y="138922"/>
                  </a:lnTo>
                  <a:lnTo>
                    <a:pt x="1529936" y="161175"/>
                  </a:lnTo>
                  <a:lnTo>
                    <a:pt x="1588457" y="186076"/>
                  </a:lnTo>
                  <a:lnTo>
                    <a:pt x="1643185" y="213983"/>
                  </a:lnTo>
                  <a:lnTo>
                    <a:pt x="1695027" y="245247"/>
                  </a:lnTo>
                  <a:lnTo>
                    <a:pt x="1744831" y="280136"/>
                  </a:lnTo>
                  <a:lnTo>
                    <a:pt x="1768425" y="298358"/>
                  </a:lnTo>
                  <a:lnTo>
                    <a:pt x="1812479" y="335220"/>
                  </a:lnTo>
                  <a:lnTo>
                    <a:pt x="1856106" y="375264"/>
                  </a:lnTo>
                  <a:lnTo>
                    <a:pt x="1899649" y="418550"/>
                  </a:lnTo>
                  <a:lnTo>
                    <a:pt x="1943365" y="465063"/>
                  </a:lnTo>
                  <a:lnTo>
                    <a:pt x="1987429" y="514706"/>
                  </a:lnTo>
                  <a:lnTo>
                    <a:pt x="2031946" y="567289"/>
                  </a:lnTo>
                  <a:lnTo>
                    <a:pt x="2076956" y="622531"/>
                  </a:lnTo>
                  <a:lnTo>
                    <a:pt x="2122444" y="680057"/>
                  </a:lnTo>
                  <a:lnTo>
                    <a:pt x="2168345" y="739411"/>
                  </a:lnTo>
                  <a:lnTo>
                    <a:pt x="2214553" y="800066"/>
                  </a:lnTo>
                  <a:lnTo>
                    <a:pt x="2260937" y="861441"/>
                  </a:lnTo>
                  <a:lnTo>
                    <a:pt x="2307349" y="922926"/>
                  </a:lnTo>
                  <a:lnTo>
                    <a:pt x="2353637" y="983908"/>
                  </a:lnTo>
                  <a:lnTo>
                    <a:pt x="2399662" y="1043793"/>
                  </a:lnTo>
                  <a:lnTo>
                    <a:pt x="2445307" y="1102032"/>
                  </a:lnTo>
                  <a:lnTo>
                    <a:pt x="2490494" y="1158142"/>
                  </a:lnTo>
                  <a:lnTo>
                    <a:pt x="2535187" y="1211716"/>
                  </a:lnTo>
                  <a:lnTo>
                    <a:pt x="2579405" y="1262441"/>
                  </a:lnTo>
                  <a:lnTo>
                    <a:pt x="2623229" y="1310094"/>
                  </a:lnTo>
                  <a:lnTo>
                    <a:pt x="2666809" y="1354545"/>
                  </a:lnTo>
                  <a:lnTo>
                    <a:pt x="2710371" y="1395749"/>
                  </a:lnTo>
                  <a:lnTo>
                    <a:pt x="2754226" y="1433742"/>
                  </a:lnTo>
                  <a:lnTo>
                    <a:pt x="2770117" y="1446616"/>
                  </a:lnTo>
                  <a:lnTo>
                    <a:pt x="2819203" y="1483304"/>
                  </a:lnTo>
                  <a:lnTo>
                    <a:pt x="2869959" y="1516298"/>
                  </a:lnTo>
                  <a:lnTo>
                    <a:pt x="2923179" y="1545790"/>
                  </a:lnTo>
                  <a:lnTo>
                    <a:pt x="2979751" y="1572100"/>
                  </a:lnTo>
                  <a:lnTo>
                    <a:pt x="3040579" y="1595590"/>
                  </a:lnTo>
                  <a:lnTo>
                    <a:pt x="3106506" y="1616610"/>
                  </a:lnTo>
                  <a:lnTo>
                    <a:pt x="3178218" y="1635464"/>
                  </a:lnTo>
                  <a:lnTo>
                    <a:pt x="3256109" y="1652401"/>
                  </a:lnTo>
                  <a:lnTo>
                    <a:pt x="3340112" y="1667601"/>
                  </a:lnTo>
                  <a:lnTo>
                    <a:pt x="3429496" y="1681174"/>
                  </a:lnTo>
                  <a:lnTo>
                    <a:pt x="3522659" y="1693167"/>
                  </a:lnTo>
                  <a:lnTo>
                    <a:pt x="3616999" y="1703573"/>
                  </a:lnTo>
                  <a:lnTo>
                    <a:pt x="3708946" y="1712356"/>
                  </a:lnTo>
                  <a:lnTo>
                    <a:pt x="3794265" y="1719484"/>
                  </a:lnTo>
                  <a:lnTo>
                    <a:pt x="3868657" y="1724969"/>
                  </a:lnTo>
                  <a:lnTo>
                    <a:pt x="3928581" y="1728898"/>
                  </a:lnTo>
                  <a:lnTo>
                    <a:pt x="3972066" y="1731448"/>
                  </a:lnTo>
                  <a:lnTo>
                    <a:pt x="3999255" y="1732882"/>
                  </a:lnTo>
                  <a:lnTo>
                    <a:pt x="4012525" y="1733513"/>
                  </a:lnTo>
                  <a:lnTo>
                    <a:pt x="4016266" y="1733675"/>
                  </a:lnTo>
                  <a:lnTo>
                    <a:pt x="4016409" y="1733681"/>
                  </a:lnTo>
                  <a:lnTo>
                    <a:pt x="4538543" y="1733681"/>
                  </a:lnTo>
                  <a:lnTo>
                    <a:pt x="4539791" y="1733716"/>
                  </a:lnTo>
                  <a:lnTo>
                    <a:pt x="4547950" y="1733967"/>
                  </a:lnTo>
                  <a:lnTo>
                    <a:pt x="4568362" y="1734659"/>
                  </a:lnTo>
                  <a:lnTo>
                    <a:pt x="4604453" y="1736020"/>
                  </a:lnTo>
                  <a:lnTo>
                    <a:pt x="4657427" y="1738249"/>
                  </a:lnTo>
                  <a:lnTo>
                    <a:pt x="4726206" y="1741497"/>
                  </a:lnTo>
                  <a:lnTo>
                    <a:pt x="4807798" y="1745851"/>
                  </a:lnTo>
                  <a:lnTo>
                    <a:pt x="4898046" y="1751340"/>
                  </a:lnTo>
                  <a:lnTo>
                    <a:pt x="4992506" y="1757952"/>
                  </a:lnTo>
                  <a:lnTo>
                    <a:pt x="5087190" y="1765660"/>
                  </a:lnTo>
                  <a:lnTo>
                    <a:pt x="5179009" y="1774448"/>
                  </a:lnTo>
                  <a:lnTo>
                    <a:pt x="5265919" y="1784332"/>
                  </a:lnTo>
                  <a:lnTo>
                    <a:pt x="5346836" y="1795370"/>
                  </a:lnTo>
                  <a:lnTo>
                    <a:pt x="5421449" y="1807668"/>
                  </a:lnTo>
                  <a:lnTo>
                    <a:pt x="5489998" y="1821377"/>
                  </a:lnTo>
                  <a:lnTo>
                    <a:pt x="5553087" y="1836695"/>
                  </a:lnTo>
                  <a:lnTo>
                    <a:pt x="5611531" y="1853853"/>
                  </a:lnTo>
                  <a:lnTo>
                    <a:pt x="5666239" y="1873099"/>
                  </a:lnTo>
                  <a:lnTo>
                    <a:pt x="5718132" y="1894672"/>
                  </a:lnTo>
                  <a:lnTo>
                    <a:pt x="5768064" y="1918744"/>
                  </a:lnTo>
                  <a:lnTo>
                    <a:pt x="5784835" y="1927567"/>
                  </a:lnTo>
                  <a:lnTo>
                    <a:pt x="5833122" y="1954985"/>
                  </a:lnTo>
                  <a:lnTo>
                    <a:pt x="5880937" y="1984995"/>
                  </a:lnTo>
                  <a:lnTo>
                    <a:pt x="5928718" y="2017640"/>
                  </a:lnTo>
                  <a:lnTo>
                    <a:pt x="5976776" y="2052890"/>
                  </a:lnTo>
                  <a:lnTo>
                    <a:pt x="6025309" y="2090630"/>
                  </a:lnTo>
                  <a:lnTo>
                    <a:pt x="6074419" y="2130657"/>
                  </a:lnTo>
                  <a:lnTo>
                    <a:pt x="6124119" y="2172675"/>
                  </a:lnTo>
                  <a:lnTo>
                    <a:pt x="6174344" y="2216303"/>
                  </a:lnTo>
                  <a:lnTo>
                    <a:pt x="6224971" y="2261088"/>
                  </a:lnTo>
                  <a:lnTo>
                    <a:pt x="6275831" y="2306521"/>
                  </a:lnTo>
                  <a:lnTo>
                    <a:pt x="6326729" y="2352060"/>
                  </a:lnTo>
                  <a:lnTo>
                    <a:pt x="6377468" y="2397158"/>
                  </a:lnTo>
                  <a:lnTo>
                    <a:pt x="6427867" y="2441291"/>
                  </a:lnTo>
                  <a:lnTo>
                    <a:pt x="6477781" y="2483982"/>
                  </a:lnTo>
                  <a:lnTo>
                    <a:pt x="6527122" y="2524819"/>
                  </a:lnTo>
                  <a:lnTo>
                    <a:pt x="6575871" y="2563473"/>
                  </a:lnTo>
                  <a:lnTo>
                    <a:pt x="6624095" y="2599705"/>
                  </a:lnTo>
                  <a:lnTo>
                    <a:pt x="6671953" y="2633366"/>
                  </a:lnTo>
                  <a:lnTo>
                    <a:pt x="6719710" y="2664394"/>
                  </a:lnTo>
                  <a:lnTo>
                    <a:pt x="6767754" y="2692805"/>
                  </a:lnTo>
                  <a:lnTo>
                    <a:pt x="6786527" y="2703112"/>
                  </a:lnTo>
                  <a:lnTo>
                    <a:pt x="6835960" y="2728055"/>
                  </a:lnTo>
                  <a:lnTo>
                    <a:pt x="6887092" y="2750469"/>
                  </a:lnTo>
                  <a:lnTo>
                    <a:pt x="6940734" y="2770487"/>
                  </a:lnTo>
                  <a:lnTo>
                    <a:pt x="6997794" y="2788332"/>
                  </a:lnTo>
                  <a:lnTo>
                    <a:pt x="7059196" y="2804252"/>
                  </a:lnTo>
                  <a:lnTo>
                    <a:pt x="7125795" y="2818488"/>
                  </a:lnTo>
                  <a:lnTo>
                    <a:pt x="7198283" y="2831249"/>
                  </a:lnTo>
                  <a:lnTo>
                    <a:pt x="7277045" y="2842703"/>
                  </a:lnTo>
                  <a:lnTo>
                    <a:pt x="7361983" y="2852974"/>
                  </a:lnTo>
                  <a:lnTo>
                    <a:pt x="7452300" y="2862133"/>
                  </a:lnTo>
                  <a:lnTo>
                    <a:pt x="7546299" y="2870211"/>
                  </a:lnTo>
                  <a:lnTo>
                    <a:pt x="7641246" y="2877201"/>
                  </a:lnTo>
                  <a:lnTo>
                    <a:pt x="7733426" y="2883077"/>
                  </a:lnTo>
                  <a:lnTo>
                    <a:pt x="7818480" y="2887820"/>
                  </a:lnTo>
                  <a:lnTo>
                    <a:pt x="7892058" y="2891439"/>
                  </a:lnTo>
                  <a:lnTo>
                    <a:pt x="7950671" y="2894003"/>
                  </a:lnTo>
                  <a:lnTo>
                    <a:pt x="7992522" y="2895640"/>
                  </a:lnTo>
                  <a:lnTo>
                    <a:pt x="8018020" y="2896537"/>
                  </a:lnTo>
                  <a:lnTo>
                    <a:pt x="8029862" y="2896913"/>
                  </a:lnTo>
                  <a:lnTo>
                    <a:pt x="8032819" y="2896998"/>
                  </a:lnTo>
                  <a:lnTo>
                    <a:pt x="8554953" y="2896998"/>
                  </a:lnTo>
                  <a:lnTo>
                    <a:pt x="8554953" y="2885704"/>
                  </a:lnTo>
                  <a:lnTo>
                    <a:pt x="8032819" y="2885704"/>
                  </a:lnTo>
                  <a:lnTo>
                    <a:pt x="8031571" y="2885669"/>
                  </a:lnTo>
                  <a:lnTo>
                    <a:pt x="8023411" y="2885418"/>
                  </a:lnTo>
                  <a:lnTo>
                    <a:pt x="8002999" y="2884726"/>
                  </a:lnTo>
                  <a:lnTo>
                    <a:pt x="7966909" y="2883365"/>
                  </a:lnTo>
                  <a:lnTo>
                    <a:pt x="7913935" y="2881136"/>
                  </a:lnTo>
                  <a:lnTo>
                    <a:pt x="7845156" y="2877888"/>
                  </a:lnTo>
                  <a:lnTo>
                    <a:pt x="7763564" y="2873534"/>
                  </a:lnTo>
                  <a:lnTo>
                    <a:pt x="7673316" y="2868045"/>
                  </a:lnTo>
                  <a:lnTo>
                    <a:pt x="7578856" y="2861433"/>
                  </a:lnTo>
                  <a:lnTo>
                    <a:pt x="7484172" y="2853725"/>
                  </a:lnTo>
                  <a:lnTo>
                    <a:pt x="7392352" y="2844937"/>
                  </a:lnTo>
                  <a:lnTo>
                    <a:pt x="7305443" y="2835053"/>
                  </a:lnTo>
                  <a:lnTo>
                    <a:pt x="7224525" y="2824015"/>
                  </a:lnTo>
                  <a:lnTo>
                    <a:pt x="7149913" y="2811717"/>
                  </a:lnTo>
                  <a:lnTo>
                    <a:pt x="7081364" y="2798008"/>
                  </a:lnTo>
                  <a:lnTo>
                    <a:pt x="7018275" y="2782690"/>
                  </a:lnTo>
                  <a:lnTo>
                    <a:pt x="6959831" y="2765532"/>
                  </a:lnTo>
                  <a:lnTo>
                    <a:pt x="6905123" y="2746286"/>
                  </a:lnTo>
                  <a:lnTo>
                    <a:pt x="6853230" y="2724713"/>
                  </a:lnTo>
                  <a:lnTo>
                    <a:pt x="6803298" y="2700641"/>
                  </a:lnTo>
                  <a:lnTo>
                    <a:pt x="6786527" y="2691818"/>
                  </a:lnTo>
                  <a:lnTo>
                    <a:pt x="6738240" y="2664400"/>
                  </a:lnTo>
                  <a:lnTo>
                    <a:pt x="6690425" y="2634390"/>
                  </a:lnTo>
                  <a:lnTo>
                    <a:pt x="6642644" y="2601745"/>
                  </a:lnTo>
                  <a:lnTo>
                    <a:pt x="6594586" y="2566495"/>
                  </a:lnTo>
                  <a:lnTo>
                    <a:pt x="6546052" y="2528755"/>
                  </a:lnTo>
                  <a:lnTo>
                    <a:pt x="6496943" y="2488728"/>
                  </a:lnTo>
                  <a:lnTo>
                    <a:pt x="6447243" y="2446710"/>
                  </a:lnTo>
                  <a:lnTo>
                    <a:pt x="6397018" y="2403082"/>
                  </a:lnTo>
                  <a:lnTo>
                    <a:pt x="6346391" y="2358297"/>
                  </a:lnTo>
                  <a:lnTo>
                    <a:pt x="6295531" y="2312864"/>
                  </a:lnTo>
                  <a:lnTo>
                    <a:pt x="6244633" y="2267325"/>
                  </a:lnTo>
                  <a:lnTo>
                    <a:pt x="6193893" y="2222227"/>
                  </a:lnTo>
                  <a:lnTo>
                    <a:pt x="6143495" y="2178094"/>
                  </a:lnTo>
                  <a:lnTo>
                    <a:pt x="6093581" y="2135403"/>
                  </a:lnTo>
                  <a:lnTo>
                    <a:pt x="6044240" y="2094566"/>
                  </a:lnTo>
                  <a:lnTo>
                    <a:pt x="5995491" y="2055912"/>
                  </a:lnTo>
                  <a:lnTo>
                    <a:pt x="5947267" y="2019680"/>
                  </a:lnTo>
                  <a:lnTo>
                    <a:pt x="5899409" y="1986019"/>
                  </a:lnTo>
                  <a:lnTo>
                    <a:pt x="5851652" y="1954991"/>
                  </a:lnTo>
                  <a:lnTo>
                    <a:pt x="5803608" y="1926580"/>
                  </a:lnTo>
                  <a:lnTo>
                    <a:pt x="5784835" y="1916273"/>
                  </a:lnTo>
                  <a:lnTo>
                    <a:pt x="5735402" y="1891330"/>
                  </a:lnTo>
                  <a:lnTo>
                    <a:pt x="5684270" y="1868916"/>
                  </a:lnTo>
                  <a:lnTo>
                    <a:pt x="5630628" y="1848898"/>
                  </a:lnTo>
                  <a:lnTo>
                    <a:pt x="5573568" y="1831053"/>
                  </a:lnTo>
                  <a:lnTo>
                    <a:pt x="5512166" y="1815133"/>
                  </a:lnTo>
                  <a:lnTo>
                    <a:pt x="5445567" y="1800897"/>
                  </a:lnTo>
                  <a:lnTo>
                    <a:pt x="5373079" y="1788136"/>
                  </a:lnTo>
                  <a:lnTo>
                    <a:pt x="5294317" y="1776681"/>
                  </a:lnTo>
                  <a:lnTo>
                    <a:pt x="5209379" y="1766411"/>
                  </a:lnTo>
                  <a:lnTo>
                    <a:pt x="5119062" y="1757252"/>
                  </a:lnTo>
                  <a:lnTo>
                    <a:pt x="5025063" y="1749174"/>
                  </a:lnTo>
                  <a:lnTo>
                    <a:pt x="4930116" y="1742184"/>
                  </a:lnTo>
                  <a:lnTo>
                    <a:pt x="4837936" y="1736308"/>
                  </a:lnTo>
                  <a:lnTo>
                    <a:pt x="4752882" y="1731565"/>
                  </a:lnTo>
                  <a:lnTo>
                    <a:pt x="4679304" y="1727946"/>
                  </a:lnTo>
                  <a:lnTo>
                    <a:pt x="4620691" y="1725382"/>
                  </a:lnTo>
                  <a:lnTo>
                    <a:pt x="4578840" y="1723745"/>
                  </a:lnTo>
                  <a:lnTo>
                    <a:pt x="4553341" y="1722848"/>
                  </a:lnTo>
                  <a:lnTo>
                    <a:pt x="4541500" y="1722472"/>
                  </a:lnTo>
                  <a:lnTo>
                    <a:pt x="4538543" y="1722387"/>
                  </a:lnTo>
                  <a:lnTo>
                    <a:pt x="4016409" y="1722387"/>
                  </a:lnTo>
                  <a:lnTo>
                    <a:pt x="4015187" y="1722336"/>
                  </a:lnTo>
                  <a:lnTo>
                    <a:pt x="4007188" y="1721973"/>
                  </a:lnTo>
                  <a:lnTo>
                    <a:pt x="3987165" y="1720968"/>
                  </a:lnTo>
                  <a:lnTo>
                    <a:pt x="3951725" y="1718995"/>
                  </a:lnTo>
                  <a:lnTo>
                    <a:pt x="3899634" y="1715762"/>
                  </a:lnTo>
                  <a:lnTo>
                    <a:pt x="3831883" y="1711047"/>
                  </a:lnTo>
                  <a:lnTo>
                    <a:pt x="3751343" y="1704719"/>
                  </a:lnTo>
                  <a:lnTo>
                    <a:pt x="3662053" y="1696735"/>
                  </a:lnTo>
                  <a:lnTo>
                    <a:pt x="3568374" y="1687109"/>
                  </a:lnTo>
                  <a:lnTo>
                    <a:pt x="3474253" y="1675881"/>
                  </a:lnTo>
                  <a:lnTo>
                    <a:pt x="3382780" y="1663075"/>
                  </a:lnTo>
                  <a:lnTo>
                    <a:pt x="3296032" y="1648672"/>
                  </a:lnTo>
                  <a:lnTo>
                    <a:pt x="3215138" y="1632594"/>
                  </a:lnTo>
                  <a:lnTo>
                    <a:pt x="3140461" y="1614695"/>
                  </a:lnTo>
                  <a:lnTo>
                    <a:pt x="3071804" y="1594758"/>
                  </a:lnTo>
                  <a:lnTo>
                    <a:pt x="3008606" y="1572505"/>
                  </a:lnTo>
                  <a:lnTo>
                    <a:pt x="2950086" y="1547605"/>
                  </a:lnTo>
                  <a:lnTo>
                    <a:pt x="2895357" y="1519698"/>
                  </a:lnTo>
                  <a:lnTo>
                    <a:pt x="2843515" y="1488433"/>
                  </a:lnTo>
                  <a:lnTo>
                    <a:pt x="2793711" y="1453544"/>
                  </a:lnTo>
                  <a:lnTo>
                    <a:pt x="2770117" y="1435322"/>
                  </a:lnTo>
                  <a:lnTo>
                    <a:pt x="2726063" y="1398461"/>
                  </a:lnTo>
                  <a:lnTo>
                    <a:pt x="2682436" y="1358417"/>
                  </a:lnTo>
                  <a:lnTo>
                    <a:pt x="2638893" y="1315131"/>
                  </a:lnTo>
                  <a:lnTo>
                    <a:pt x="2595177" y="1268617"/>
                  </a:lnTo>
                  <a:lnTo>
                    <a:pt x="2551113" y="1218974"/>
                  </a:lnTo>
                  <a:lnTo>
                    <a:pt x="2506597" y="1166391"/>
                  </a:lnTo>
                  <a:lnTo>
                    <a:pt x="2461586" y="1111150"/>
                  </a:lnTo>
                  <a:lnTo>
                    <a:pt x="2416098" y="1053624"/>
                  </a:lnTo>
                  <a:lnTo>
                    <a:pt x="2370197" y="994269"/>
                  </a:lnTo>
                  <a:lnTo>
                    <a:pt x="2323989" y="933615"/>
                  </a:lnTo>
                  <a:lnTo>
                    <a:pt x="2277605" y="872240"/>
                  </a:lnTo>
                  <a:lnTo>
                    <a:pt x="2231193" y="810755"/>
                  </a:lnTo>
                  <a:lnTo>
                    <a:pt x="2184906" y="749773"/>
                  </a:lnTo>
                  <a:lnTo>
                    <a:pt x="2138881" y="689888"/>
                  </a:lnTo>
                  <a:lnTo>
                    <a:pt x="2093235" y="631648"/>
                  </a:lnTo>
                  <a:lnTo>
                    <a:pt x="2048048" y="575539"/>
                  </a:lnTo>
                  <a:lnTo>
                    <a:pt x="2003355" y="521964"/>
                  </a:lnTo>
                  <a:lnTo>
                    <a:pt x="1959138" y="471239"/>
                  </a:lnTo>
                  <a:lnTo>
                    <a:pt x="1915313" y="423586"/>
                  </a:lnTo>
                  <a:lnTo>
                    <a:pt x="1871733" y="379136"/>
                  </a:lnTo>
                  <a:lnTo>
                    <a:pt x="1828171" y="337931"/>
                  </a:lnTo>
                  <a:lnTo>
                    <a:pt x="1784316" y="299938"/>
                  </a:lnTo>
                  <a:lnTo>
                    <a:pt x="1768425" y="287064"/>
                  </a:lnTo>
                  <a:lnTo>
                    <a:pt x="1719339" y="250376"/>
                  </a:lnTo>
                  <a:lnTo>
                    <a:pt x="1668583" y="217382"/>
                  </a:lnTo>
                  <a:lnTo>
                    <a:pt x="1615363" y="187891"/>
                  </a:lnTo>
                  <a:lnTo>
                    <a:pt x="1558792" y="161581"/>
                  </a:lnTo>
                  <a:lnTo>
                    <a:pt x="1497964" y="138090"/>
                  </a:lnTo>
                  <a:lnTo>
                    <a:pt x="1432036" y="117071"/>
                  </a:lnTo>
                  <a:lnTo>
                    <a:pt x="1360324" y="98216"/>
                  </a:lnTo>
                  <a:lnTo>
                    <a:pt x="1282433" y="81279"/>
                  </a:lnTo>
                  <a:lnTo>
                    <a:pt x="1198430" y="66080"/>
                  </a:lnTo>
                  <a:lnTo>
                    <a:pt x="1109046" y="52507"/>
                  </a:lnTo>
                  <a:lnTo>
                    <a:pt x="1015884" y="40514"/>
                  </a:lnTo>
                  <a:lnTo>
                    <a:pt x="921543" y="30108"/>
                  </a:lnTo>
                  <a:lnTo>
                    <a:pt x="829596" y="21325"/>
                  </a:lnTo>
                  <a:lnTo>
                    <a:pt x="744277" y="14196"/>
                  </a:lnTo>
                  <a:lnTo>
                    <a:pt x="669885" y="8711"/>
                  </a:lnTo>
                  <a:lnTo>
                    <a:pt x="609961" y="4783"/>
                  </a:lnTo>
                  <a:lnTo>
                    <a:pt x="566476" y="2232"/>
                  </a:lnTo>
                  <a:lnTo>
                    <a:pt x="539288" y="799"/>
                  </a:lnTo>
                  <a:lnTo>
                    <a:pt x="526017" y="167"/>
                  </a:lnTo>
                  <a:lnTo>
                    <a:pt x="522276" y="5"/>
                  </a:lnTo>
                  <a:lnTo>
                    <a:pt x="5221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690" name="pl690"/>
            <p:cNvSpPr/>
            <p:nvPr/>
          </p:nvSpPr>
          <p:spPr>
            <a:xfrm>
              <a:off x="386606" y="2264154"/>
              <a:ext cx="8554953" cy="2885704"/>
            </a:xfrm>
            <a:custGeom>
              <a:avLst/>
              <a:pathLst>
                <a:path w="8554953" h="2885704">
                  <a:moveTo>
                    <a:pt x="0" y="0"/>
                  </a:moveTo>
                  <a:lnTo>
                    <a:pt x="522133" y="0"/>
                  </a:lnTo>
                  <a:lnTo>
                    <a:pt x="523355" y="50"/>
                  </a:lnTo>
                  <a:lnTo>
                    <a:pt x="531354" y="414"/>
                  </a:lnTo>
                  <a:lnTo>
                    <a:pt x="551378" y="1418"/>
                  </a:lnTo>
                  <a:lnTo>
                    <a:pt x="586817" y="3391"/>
                  </a:lnTo>
                  <a:lnTo>
                    <a:pt x="638908" y="6624"/>
                  </a:lnTo>
                  <a:lnTo>
                    <a:pt x="706659" y="11339"/>
                  </a:lnTo>
                  <a:lnTo>
                    <a:pt x="787199" y="17667"/>
                  </a:lnTo>
                  <a:lnTo>
                    <a:pt x="876489" y="25652"/>
                  </a:lnTo>
                  <a:lnTo>
                    <a:pt x="970169" y="35277"/>
                  </a:lnTo>
                  <a:lnTo>
                    <a:pt x="1064290" y="46505"/>
                  </a:lnTo>
                  <a:lnTo>
                    <a:pt x="1155762" y="59311"/>
                  </a:lnTo>
                  <a:lnTo>
                    <a:pt x="1242510" y="73714"/>
                  </a:lnTo>
                  <a:lnTo>
                    <a:pt x="1323404" y="89792"/>
                  </a:lnTo>
                  <a:lnTo>
                    <a:pt x="1398082" y="107691"/>
                  </a:lnTo>
                  <a:lnTo>
                    <a:pt x="1466738" y="127628"/>
                  </a:lnTo>
                  <a:lnTo>
                    <a:pt x="1529936" y="149881"/>
                  </a:lnTo>
                  <a:lnTo>
                    <a:pt x="1588457" y="174781"/>
                  </a:lnTo>
                  <a:lnTo>
                    <a:pt x="1643185" y="202689"/>
                  </a:lnTo>
                  <a:lnTo>
                    <a:pt x="1695027" y="233953"/>
                  </a:lnTo>
                  <a:lnTo>
                    <a:pt x="1744831" y="268842"/>
                  </a:lnTo>
                  <a:lnTo>
                    <a:pt x="1768425" y="287064"/>
                  </a:lnTo>
                  <a:lnTo>
                    <a:pt x="1812479" y="323926"/>
                  </a:lnTo>
                  <a:lnTo>
                    <a:pt x="1856106" y="363969"/>
                  </a:lnTo>
                  <a:lnTo>
                    <a:pt x="1899649" y="407255"/>
                  </a:lnTo>
                  <a:lnTo>
                    <a:pt x="1943365" y="453769"/>
                  </a:lnTo>
                  <a:lnTo>
                    <a:pt x="1987429" y="503412"/>
                  </a:lnTo>
                  <a:lnTo>
                    <a:pt x="2031946" y="555995"/>
                  </a:lnTo>
                  <a:lnTo>
                    <a:pt x="2076956" y="611236"/>
                  </a:lnTo>
                  <a:lnTo>
                    <a:pt x="2122444" y="668763"/>
                  </a:lnTo>
                  <a:lnTo>
                    <a:pt x="2168345" y="728117"/>
                  </a:lnTo>
                  <a:lnTo>
                    <a:pt x="2214553" y="788772"/>
                  </a:lnTo>
                  <a:lnTo>
                    <a:pt x="2260937" y="850146"/>
                  </a:lnTo>
                  <a:lnTo>
                    <a:pt x="2307349" y="911632"/>
                  </a:lnTo>
                  <a:lnTo>
                    <a:pt x="2353637" y="972614"/>
                  </a:lnTo>
                  <a:lnTo>
                    <a:pt x="2399662" y="1032499"/>
                  </a:lnTo>
                  <a:lnTo>
                    <a:pt x="2445307" y="1090738"/>
                  </a:lnTo>
                  <a:lnTo>
                    <a:pt x="2490494" y="1146847"/>
                  </a:lnTo>
                  <a:lnTo>
                    <a:pt x="2535187" y="1200422"/>
                  </a:lnTo>
                  <a:lnTo>
                    <a:pt x="2579405" y="1251147"/>
                  </a:lnTo>
                  <a:lnTo>
                    <a:pt x="2623229" y="1298800"/>
                  </a:lnTo>
                  <a:lnTo>
                    <a:pt x="2666809" y="1343250"/>
                  </a:lnTo>
                  <a:lnTo>
                    <a:pt x="2710371" y="1384455"/>
                  </a:lnTo>
                  <a:lnTo>
                    <a:pt x="2754226" y="1422448"/>
                  </a:lnTo>
                  <a:lnTo>
                    <a:pt x="2770117" y="1435322"/>
                  </a:lnTo>
                  <a:lnTo>
                    <a:pt x="2819203" y="1472010"/>
                  </a:lnTo>
                  <a:lnTo>
                    <a:pt x="2869959" y="1505004"/>
                  </a:lnTo>
                  <a:lnTo>
                    <a:pt x="2923179" y="1534495"/>
                  </a:lnTo>
                  <a:lnTo>
                    <a:pt x="2979751" y="1560806"/>
                  </a:lnTo>
                  <a:lnTo>
                    <a:pt x="3040579" y="1584296"/>
                  </a:lnTo>
                  <a:lnTo>
                    <a:pt x="3106506" y="1605316"/>
                  </a:lnTo>
                  <a:lnTo>
                    <a:pt x="3178218" y="1624170"/>
                  </a:lnTo>
                  <a:lnTo>
                    <a:pt x="3256109" y="1641107"/>
                  </a:lnTo>
                  <a:lnTo>
                    <a:pt x="3340112" y="1656306"/>
                  </a:lnTo>
                  <a:lnTo>
                    <a:pt x="3429496" y="1669879"/>
                  </a:lnTo>
                  <a:lnTo>
                    <a:pt x="3522659" y="1681872"/>
                  </a:lnTo>
                  <a:lnTo>
                    <a:pt x="3616999" y="1692278"/>
                  </a:lnTo>
                  <a:lnTo>
                    <a:pt x="3708946" y="1701061"/>
                  </a:lnTo>
                  <a:lnTo>
                    <a:pt x="3794265" y="1708190"/>
                  </a:lnTo>
                  <a:lnTo>
                    <a:pt x="3868657" y="1713675"/>
                  </a:lnTo>
                  <a:lnTo>
                    <a:pt x="3928581" y="1717603"/>
                  </a:lnTo>
                  <a:lnTo>
                    <a:pt x="3972066" y="1720154"/>
                  </a:lnTo>
                  <a:lnTo>
                    <a:pt x="3999255" y="1721587"/>
                  </a:lnTo>
                  <a:lnTo>
                    <a:pt x="4012525" y="1722219"/>
                  </a:lnTo>
                  <a:lnTo>
                    <a:pt x="4016266" y="1722381"/>
                  </a:lnTo>
                  <a:lnTo>
                    <a:pt x="4016409" y="1722387"/>
                  </a:lnTo>
                  <a:lnTo>
                    <a:pt x="4538543" y="1722387"/>
                  </a:lnTo>
                  <a:lnTo>
                    <a:pt x="4539791" y="1722422"/>
                  </a:lnTo>
                  <a:lnTo>
                    <a:pt x="4547950" y="1722672"/>
                  </a:lnTo>
                  <a:lnTo>
                    <a:pt x="4568362" y="1723365"/>
                  </a:lnTo>
                  <a:lnTo>
                    <a:pt x="4604453" y="1724726"/>
                  </a:lnTo>
                  <a:lnTo>
                    <a:pt x="4657427" y="1726954"/>
                  </a:lnTo>
                  <a:lnTo>
                    <a:pt x="4726206" y="1730202"/>
                  </a:lnTo>
                  <a:lnTo>
                    <a:pt x="4807798" y="1734557"/>
                  </a:lnTo>
                  <a:lnTo>
                    <a:pt x="4898046" y="1740046"/>
                  </a:lnTo>
                  <a:lnTo>
                    <a:pt x="4992506" y="1746658"/>
                  </a:lnTo>
                  <a:lnTo>
                    <a:pt x="5087190" y="1754365"/>
                  </a:lnTo>
                  <a:lnTo>
                    <a:pt x="5179009" y="1763154"/>
                  </a:lnTo>
                  <a:lnTo>
                    <a:pt x="5265919" y="1773038"/>
                  </a:lnTo>
                  <a:lnTo>
                    <a:pt x="5346836" y="1784076"/>
                  </a:lnTo>
                  <a:lnTo>
                    <a:pt x="5421449" y="1796373"/>
                  </a:lnTo>
                  <a:lnTo>
                    <a:pt x="5489998" y="1810083"/>
                  </a:lnTo>
                  <a:lnTo>
                    <a:pt x="5553087" y="1825401"/>
                  </a:lnTo>
                  <a:lnTo>
                    <a:pt x="5611531" y="1842558"/>
                  </a:lnTo>
                  <a:lnTo>
                    <a:pt x="5666239" y="1861805"/>
                  </a:lnTo>
                  <a:lnTo>
                    <a:pt x="5718132" y="1883378"/>
                  </a:lnTo>
                  <a:lnTo>
                    <a:pt x="5768064" y="1907450"/>
                  </a:lnTo>
                  <a:lnTo>
                    <a:pt x="5784835" y="1916273"/>
                  </a:lnTo>
                  <a:lnTo>
                    <a:pt x="5833122" y="1943691"/>
                  </a:lnTo>
                  <a:lnTo>
                    <a:pt x="5880937" y="1973700"/>
                  </a:lnTo>
                  <a:lnTo>
                    <a:pt x="5928718" y="2006346"/>
                  </a:lnTo>
                  <a:lnTo>
                    <a:pt x="5976776" y="2041596"/>
                  </a:lnTo>
                  <a:lnTo>
                    <a:pt x="6025309" y="2079336"/>
                  </a:lnTo>
                  <a:lnTo>
                    <a:pt x="6074419" y="2119363"/>
                  </a:lnTo>
                  <a:lnTo>
                    <a:pt x="6124119" y="2161380"/>
                  </a:lnTo>
                  <a:lnTo>
                    <a:pt x="6174344" y="2205009"/>
                  </a:lnTo>
                  <a:lnTo>
                    <a:pt x="6224971" y="2249794"/>
                  </a:lnTo>
                  <a:lnTo>
                    <a:pt x="6275831" y="2295227"/>
                  </a:lnTo>
                  <a:lnTo>
                    <a:pt x="6326729" y="2340765"/>
                  </a:lnTo>
                  <a:lnTo>
                    <a:pt x="6377468" y="2385864"/>
                  </a:lnTo>
                  <a:lnTo>
                    <a:pt x="6427867" y="2429997"/>
                  </a:lnTo>
                  <a:lnTo>
                    <a:pt x="6477781" y="2472688"/>
                  </a:lnTo>
                  <a:lnTo>
                    <a:pt x="6527122" y="2513524"/>
                  </a:lnTo>
                  <a:lnTo>
                    <a:pt x="6575871" y="2552179"/>
                  </a:lnTo>
                  <a:lnTo>
                    <a:pt x="6624095" y="2588411"/>
                  </a:lnTo>
                  <a:lnTo>
                    <a:pt x="6671953" y="2622072"/>
                  </a:lnTo>
                  <a:lnTo>
                    <a:pt x="6719710" y="2653100"/>
                  </a:lnTo>
                  <a:lnTo>
                    <a:pt x="6767754" y="2681511"/>
                  </a:lnTo>
                  <a:lnTo>
                    <a:pt x="6786527" y="2691818"/>
                  </a:lnTo>
                  <a:lnTo>
                    <a:pt x="6835960" y="2716761"/>
                  </a:lnTo>
                  <a:lnTo>
                    <a:pt x="6887092" y="2739175"/>
                  </a:lnTo>
                  <a:lnTo>
                    <a:pt x="6940734" y="2759193"/>
                  </a:lnTo>
                  <a:lnTo>
                    <a:pt x="6997794" y="2777037"/>
                  </a:lnTo>
                  <a:lnTo>
                    <a:pt x="7059196" y="2792958"/>
                  </a:lnTo>
                  <a:lnTo>
                    <a:pt x="7125795" y="2807193"/>
                  </a:lnTo>
                  <a:lnTo>
                    <a:pt x="7198283" y="2819954"/>
                  </a:lnTo>
                  <a:lnTo>
                    <a:pt x="7277045" y="2831409"/>
                  </a:lnTo>
                  <a:lnTo>
                    <a:pt x="7361983" y="2841679"/>
                  </a:lnTo>
                  <a:lnTo>
                    <a:pt x="7452300" y="2850839"/>
                  </a:lnTo>
                  <a:lnTo>
                    <a:pt x="7546299" y="2858917"/>
                  </a:lnTo>
                  <a:lnTo>
                    <a:pt x="7641246" y="2865907"/>
                  </a:lnTo>
                  <a:lnTo>
                    <a:pt x="7733426" y="2871783"/>
                  </a:lnTo>
                  <a:lnTo>
                    <a:pt x="7818480" y="2876525"/>
                  </a:lnTo>
                  <a:lnTo>
                    <a:pt x="7892058" y="2880145"/>
                  </a:lnTo>
                  <a:lnTo>
                    <a:pt x="7950671" y="2882709"/>
                  </a:lnTo>
                  <a:lnTo>
                    <a:pt x="7992522" y="2884346"/>
                  </a:lnTo>
                  <a:lnTo>
                    <a:pt x="8018020" y="2885243"/>
                  </a:lnTo>
                  <a:lnTo>
                    <a:pt x="8029862" y="2885619"/>
                  </a:lnTo>
                  <a:lnTo>
                    <a:pt x="8032767" y="2885703"/>
                  </a:lnTo>
                  <a:lnTo>
                    <a:pt x="8032819" y="2885704"/>
                  </a:lnTo>
                  <a:lnTo>
                    <a:pt x="8554953" y="2885704"/>
                  </a:lnTo>
                  <a:lnTo>
                    <a:pt x="8554953" y="2885704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691" name="pl691"/>
            <p:cNvSpPr/>
            <p:nvPr/>
          </p:nvSpPr>
          <p:spPr>
            <a:xfrm>
              <a:off x="386606" y="2252860"/>
              <a:ext cx="8554953" cy="2885704"/>
            </a:xfrm>
            <a:custGeom>
              <a:avLst/>
              <a:pathLst>
                <a:path w="8554953" h="2885704">
                  <a:moveTo>
                    <a:pt x="8554953" y="2885704"/>
                  </a:moveTo>
                  <a:lnTo>
                    <a:pt x="8032819" y="2885704"/>
                  </a:lnTo>
                  <a:lnTo>
                    <a:pt x="8031571" y="2885669"/>
                  </a:lnTo>
                  <a:lnTo>
                    <a:pt x="8023411" y="2885418"/>
                  </a:lnTo>
                  <a:lnTo>
                    <a:pt x="8002999" y="2884726"/>
                  </a:lnTo>
                  <a:lnTo>
                    <a:pt x="7966909" y="2883365"/>
                  </a:lnTo>
                  <a:lnTo>
                    <a:pt x="7913935" y="2881136"/>
                  </a:lnTo>
                  <a:lnTo>
                    <a:pt x="7845156" y="2877888"/>
                  </a:lnTo>
                  <a:lnTo>
                    <a:pt x="7763564" y="2873534"/>
                  </a:lnTo>
                  <a:lnTo>
                    <a:pt x="7673316" y="2868045"/>
                  </a:lnTo>
                  <a:lnTo>
                    <a:pt x="7578856" y="2861433"/>
                  </a:lnTo>
                  <a:lnTo>
                    <a:pt x="7484172" y="2853725"/>
                  </a:lnTo>
                  <a:lnTo>
                    <a:pt x="7392352" y="2844937"/>
                  </a:lnTo>
                  <a:lnTo>
                    <a:pt x="7305443" y="2835053"/>
                  </a:lnTo>
                  <a:lnTo>
                    <a:pt x="7224525" y="2824015"/>
                  </a:lnTo>
                  <a:lnTo>
                    <a:pt x="7149913" y="2811717"/>
                  </a:lnTo>
                  <a:lnTo>
                    <a:pt x="7081364" y="2798008"/>
                  </a:lnTo>
                  <a:lnTo>
                    <a:pt x="7018275" y="2782690"/>
                  </a:lnTo>
                  <a:lnTo>
                    <a:pt x="6959831" y="2765532"/>
                  </a:lnTo>
                  <a:lnTo>
                    <a:pt x="6905123" y="2746286"/>
                  </a:lnTo>
                  <a:lnTo>
                    <a:pt x="6853230" y="2724713"/>
                  </a:lnTo>
                  <a:lnTo>
                    <a:pt x="6803298" y="2700641"/>
                  </a:lnTo>
                  <a:lnTo>
                    <a:pt x="6786527" y="2691818"/>
                  </a:lnTo>
                  <a:lnTo>
                    <a:pt x="6738240" y="2664400"/>
                  </a:lnTo>
                  <a:lnTo>
                    <a:pt x="6690425" y="2634390"/>
                  </a:lnTo>
                  <a:lnTo>
                    <a:pt x="6642644" y="2601745"/>
                  </a:lnTo>
                  <a:lnTo>
                    <a:pt x="6594586" y="2566495"/>
                  </a:lnTo>
                  <a:lnTo>
                    <a:pt x="6546052" y="2528755"/>
                  </a:lnTo>
                  <a:lnTo>
                    <a:pt x="6496943" y="2488728"/>
                  </a:lnTo>
                  <a:lnTo>
                    <a:pt x="6447243" y="2446710"/>
                  </a:lnTo>
                  <a:lnTo>
                    <a:pt x="6397018" y="2403082"/>
                  </a:lnTo>
                  <a:lnTo>
                    <a:pt x="6346391" y="2358297"/>
                  </a:lnTo>
                  <a:lnTo>
                    <a:pt x="6295531" y="2312864"/>
                  </a:lnTo>
                  <a:lnTo>
                    <a:pt x="6244633" y="2267325"/>
                  </a:lnTo>
                  <a:lnTo>
                    <a:pt x="6193893" y="2222227"/>
                  </a:lnTo>
                  <a:lnTo>
                    <a:pt x="6143495" y="2178094"/>
                  </a:lnTo>
                  <a:lnTo>
                    <a:pt x="6093581" y="2135403"/>
                  </a:lnTo>
                  <a:lnTo>
                    <a:pt x="6044240" y="2094566"/>
                  </a:lnTo>
                  <a:lnTo>
                    <a:pt x="5995491" y="2055912"/>
                  </a:lnTo>
                  <a:lnTo>
                    <a:pt x="5947267" y="2019680"/>
                  </a:lnTo>
                  <a:lnTo>
                    <a:pt x="5899409" y="1986019"/>
                  </a:lnTo>
                  <a:lnTo>
                    <a:pt x="5851652" y="1954991"/>
                  </a:lnTo>
                  <a:lnTo>
                    <a:pt x="5803608" y="1926580"/>
                  </a:lnTo>
                  <a:lnTo>
                    <a:pt x="5784835" y="1916273"/>
                  </a:lnTo>
                  <a:lnTo>
                    <a:pt x="5735402" y="1891330"/>
                  </a:lnTo>
                  <a:lnTo>
                    <a:pt x="5684270" y="1868916"/>
                  </a:lnTo>
                  <a:lnTo>
                    <a:pt x="5630628" y="1848898"/>
                  </a:lnTo>
                  <a:lnTo>
                    <a:pt x="5573568" y="1831053"/>
                  </a:lnTo>
                  <a:lnTo>
                    <a:pt x="5512166" y="1815133"/>
                  </a:lnTo>
                  <a:lnTo>
                    <a:pt x="5445567" y="1800897"/>
                  </a:lnTo>
                  <a:lnTo>
                    <a:pt x="5373079" y="1788136"/>
                  </a:lnTo>
                  <a:lnTo>
                    <a:pt x="5294317" y="1776681"/>
                  </a:lnTo>
                  <a:lnTo>
                    <a:pt x="5209379" y="1766411"/>
                  </a:lnTo>
                  <a:lnTo>
                    <a:pt x="5119062" y="1757252"/>
                  </a:lnTo>
                  <a:lnTo>
                    <a:pt x="5025063" y="1749174"/>
                  </a:lnTo>
                  <a:lnTo>
                    <a:pt x="4930116" y="1742184"/>
                  </a:lnTo>
                  <a:lnTo>
                    <a:pt x="4837936" y="1736308"/>
                  </a:lnTo>
                  <a:lnTo>
                    <a:pt x="4752882" y="1731565"/>
                  </a:lnTo>
                  <a:lnTo>
                    <a:pt x="4679304" y="1727946"/>
                  </a:lnTo>
                  <a:lnTo>
                    <a:pt x="4620691" y="1725382"/>
                  </a:lnTo>
                  <a:lnTo>
                    <a:pt x="4578840" y="1723745"/>
                  </a:lnTo>
                  <a:lnTo>
                    <a:pt x="4553341" y="1722848"/>
                  </a:lnTo>
                  <a:lnTo>
                    <a:pt x="4541500" y="1722472"/>
                  </a:lnTo>
                  <a:lnTo>
                    <a:pt x="4538595" y="1722388"/>
                  </a:lnTo>
                  <a:lnTo>
                    <a:pt x="4538543" y="1722387"/>
                  </a:lnTo>
                  <a:lnTo>
                    <a:pt x="4016409" y="1722387"/>
                  </a:lnTo>
                  <a:lnTo>
                    <a:pt x="4015187" y="1722336"/>
                  </a:lnTo>
                  <a:lnTo>
                    <a:pt x="4007188" y="1721973"/>
                  </a:lnTo>
                  <a:lnTo>
                    <a:pt x="3987165" y="1720968"/>
                  </a:lnTo>
                  <a:lnTo>
                    <a:pt x="3951725" y="1718995"/>
                  </a:lnTo>
                  <a:lnTo>
                    <a:pt x="3899634" y="1715762"/>
                  </a:lnTo>
                  <a:lnTo>
                    <a:pt x="3831883" y="1711047"/>
                  </a:lnTo>
                  <a:lnTo>
                    <a:pt x="3751343" y="1704719"/>
                  </a:lnTo>
                  <a:lnTo>
                    <a:pt x="3662053" y="1696735"/>
                  </a:lnTo>
                  <a:lnTo>
                    <a:pt x="3568374" y="1687109"/>
                  </a:lnTo>
                  <a:lnTo>
                    <a:pt x="3474253" y="1675881"/>
                  </a:lnTo>
                  <a:lnTo>
                    <a:pt x="3382780" y="1663075"/>
                  </a:lnTo>
                  <a:lnTo>
                    <a:pt x="3296032" y="1648672"/>
                  </a:lnTo>
                  <a:lnTo>
                    <a:pt x="3215138" y="1632594"/>
                  </a:lnTo>
                  <a:lnTo>
                    <a:pt x="3140461" y="1614695"/>
                  </a:lnTo>
                  <a:lnTo>
                    <a:pt x="3071804" y="1594758"/>
                  </a:lnTo>
                  <a:lnTo>
                    <a:pt x="3008606" y="1572505"/>
                  </a:lnTo>
                  <a:lnTo>
                    <a:pt x="2950086" y="1547605"/>
                  </a:lnTo>
                  <a:lnTo>
                    <a:pt x="2895357" y="1519698"/>
                  </a:lnTo>
                  <a:lnTo>
                    <a:pt x="2843515" y="1488433"/>
                  </a:lnTo>
                  <a:lnTo>
                    <a:pt x="2793711" y="1453544"/>
                  </a:lnTo>
                  <a:lnTo>
                    <a:pt x="2770117" y="1435322"/>
                  </a:lnTo>
                  <a:lnTo>
                    <a:pt x="2726063" y="1398461"/>
                  </a:lnTo>
                  <a:lnTo>
                    <a:pt x="2682436" y="1358417"/>
                  </a:lnTo>
                  <a:lnTo>
                    <a:pt x="2638893" y="1315131"/>
                  </a:lnTo>
                  <a:lnTo>
                    <a:pt x="2595177" y="1268617"/>
                  </a:lnTo>
                  <a:lnTo>
                    <a:pt x="2551113" y="1218974"/>
                  </a:lnTo>
                  <a:lnTo>
                    <a:pt x="2506597" y="1166391"/>
                  </a:lnTo>
                  <a:lnTo>
                    <a:pt x="2461586" y="1111150"/>
                  </a:lnTo>
                  <a:lnTo>
                    <a:pt x="2416098" y="1053624"/>
                  </a:lnTo>
                  <a:lnTo>
                    <a:pt x="2370197" y="994269"/>
                  </a:lnTo>
                  <a:lnTo>
                    <a:pt x="2323989" y="933615"/>
                  </a:lnTo>
                  <a:lnTo>
                    <a:pt x="2277605" y="872240"/>
                  </a:lnTo>
                  <a:lnTo>
                    <a:pt x="2231193" y="810755"/>
                  </a:lnTo>
                  <a:lnTo>
                    <a:pt x="2184906" y="749773"/>
                  </a:lnTo>
                  <a:lnTo>
                    <a:pt x="2138881" y="689888"/>
                  </a:lnTo>
                  <a:lnTo>
                    <a:pt x="2093235" y="631648"/>
                  </a:lnTo>
                  <a:lnTo>
                    <a:pt x="2048048" y="575539"/>
                  </a:lnTo>
                  <a:lnTo>
                    <a:pt x="2003355" y="521964"/>
                  </a:lnTo>
                  <a:lnTo>
                    <a:pt x="1959138" y="471239"/>
                  </a:lnTo>
                  <a:lnTo>
                    <a:pt x="1915313" y="423586"/>
                  </a:lnTo>
                  <a:lnTo>
                    <a:pt x="1871733" y="379136"/>
                  </a:lnTo>
                  <a:lnTo>
                    <a:pt x="1828171" y="337931"/>
                  </a:lnTo>
                  <a:lnTo>
                    <a:pt x="1784316" y="299938"/>
                  </a:lnTo>
                  <a:lnTo>
                    <a:pt x="1768425" y="287064"/>
                  </a:lnTo>
                  <a:lnTo>
                    <a:pt x="1719339" y="250376"/>
                  </a:lnTo>
                  <a:lnTo>
                    <a:pt x="1668583" y="217382"/>
                  </a:lnTo>
                  <a:lnTo>
                    <a:pt x="1615363" y="187891"/>
                  </a:lnTo>
                  <a:lnTo>
                    <a:pt x="1558792" y="161581"/>
                  </a:lnTo>
                  <a:lnTo>
                    <a:pt x="1497964" y="138090"/>
                  </a:lnTo>
                  <a:lnTo>
                    <a:pt x="1432036" y="117071"/>
                  </a:lnTo>
                  <a:lnTo>
                    <a:pt x="1360324" y="98216"/>
                  </a:lnTo>
                  <a:lnTo>
                    <a:pt x="1282433" y="81279"/>
                  </a:lnTo>
                  <a:lnTo>
                    <a:pt x="1198430" y="66080"/>
                  </a:lnTo>
                  <a:lnTo>
                    <a:pt x="1109046" y="52507"/>
                  </a:lnTo>
                  <a:lnTo>
                    <a:pt x="1015884" y="40514"/>
                  </a:lnTo>
                  <a:lnTo>
                    <a:pt x="921543" y="30108"/>
                  </a:lnTo>
                  <a:lnTo>
                    <a:pt x="829596" y="21325"/>
                  </a:lnTo>
                  <a:lnTo>
                    <a:pt x="744277" y="14196"/>
                  </a:lnTo>
                  <a:lnTo>
                    <a:pt x="669885" y="8711"/>
                  </a:lnTo>
                  <a:lnTo>
                    <a:pt x="609961" y="4783"/>
                  </a:lnTo>
                  <a:lnTo>
                    <a:pt x="566476" y="2232"/>
                  </a:lnTo>
                  <a:lnTo>
                    <a:pt x="539288" y="799"/>
                  </a:lnTo>
                  <a:lnTo>
                    <a:pt x="526017" y="167"/>
                  </a:lnTo>
                  <a:lnTo>
                    <a:pt x="522276" y="5"/>
                  </a:lnTo>
                  <a:lnTo>
                    <a:pt x="522133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692" name="pg692"/>
            <p:cNvSpPr/>
            <p:nvPr/>
          </p:nvSpPr>
          <p:spPr>
            <a:xfrm>
              <a:off x="386606" y="2264154"/>
              <a:ext cx="8554953" cy="3320536"/>
            </a:xfrm>
            <a:custGeom>
              <a:avLst/>
              <a:pathLst>
                <a:path w="8554953" h="3320536">
                  <a:moveTo>
                    <a:pt x="0" y="5647"/>
                  </a:moveTo>
                  <a:lnTo>
                    <a:pt x="522133" y="5647"/>
                  </a:lnTo>
                  <a:lnTo>
                    <a:pt x="523355" y="5698"/>
                  </a:lnTo>
                  <a:lnTo>
                    <a:pt x="531352" y="6062"/>
                  </a:lnTo>
                  <a:lnTo>
                    <a:pt x="551371" y="7069"/>
                  </a:lnTo>
                  <a:lnTo>
                    <a:pt x="586803" y="9048"/>
                  </a:lnTo>
                  <a:lnTo>
                    <a:pt x="638883" y="12291"/>
                  </a:lnTo>
                  <a:lnTo>
                    <a:pt x="706622" y="17021"/>
                  </a:lnTo>
                  <a:lnTo>
                    <a:pt x="787150" y="23368"/>
                  </a:lnTo>
                  <a:lnTo>
                    <a:pt x="876428" y="31377"/>
                  </a:lnTo>
                  <a:lnTo>
                    <a:pt x="970098" y="41032"/>
                  </a:lnTo>
                  <a:lnTo>
                    <a:pt x="1064212" y="52295"/>
                  </a:lnTo>
                  <a:lnTo>
                    <a:pt x="1155681" y="65141"/>
                  </a:lnTo>
                  <a:lnTo>
                    <a:pt x="1242427" y="79588"/>
                  </a:lnTo>
                  <a:lnTo>
                    <a:pt x="1323320" y="95715"/>
                  </a:lnTo>
                  <a:lnTo>
                    <a:pt x="1397999" y="113670"/>
                  </a:lnTo>
                  <a:lnTo>
                    <a:pt x="1466656" y="133667"/>
                  </a:lnTo>
                  <a:lnTo>
                    <a:pt x="1529856" y="155988"/>
                  </a:lnTo>
                  <a:lnTo>
                    <a:pt x="1588377" y="180964"/>
                  </a:lnTo>
                  <a:lnTo>
                    <a:pt x="1643106" y="208956"/>
                  </a:lnTo>
                  <a:lnTo>
                    <a:pt x="1694947" y="240315"/>
                  </a:lnTo>
                  <a:lnTo>
                    <a:pt x="1744750" y="275310"/>
                  </a:lnTo>
                  <a:lnTo>
                    <a:pt x="1768425" y="293652"/>
                  </a:lnTo>
                  <a:lnTo>
                    <a:pt x="1812439" y="330599"/>
                  </a:lnTo>
                  <a:lnTo>
                    <a:pt x="1856025" y="370732"/>
                  </a:lnTo>
                  <a:lnTo>
                    <a:pt x="1899528" y="414112"/>
                  </a:lnTo>
                  <a:lnTo>
                    <a:pt x="1943202" y="460724"/>
                  </a:lnTo>
                  <a:lnTo>
                    <a:pt x="1987223" y="510471"/>
                  </a:lnTo>
                  <a:lnTo>
                    <a:pt x="2031696" y="563163"/>
                  </a:lnTo>
                  <a:lnTo>
                    <a:pt x="2076662" y="618519"/>
                  </a:lnTo>
                  <a:lnTo>
                    <a:pt x="2122104" y="676166"/>
                  </a:lnTo>
                  <a:lnTo>
                    <a:pt x="2167959" y="735647"/>
                  </a:lnTo>
                  <a:lnTo>
                    <a:pt x="2214123" y="796434"/>
                  </a:lnTo>
                  <a:lnTo>
                    <a:pt x="2260462" y="857949"/>
                  </a:lnTo>
                  <a:lnTo>
                    <a:pt x="2306831" y="919581"/>
                  </a:lnTo>
                  <a:lnTo>
                    <a:pt x="2353078" y="980715"/>
                  </a:lnTo>
                  <a:lnTo>
                    <a:pt x="2399064" y="1040758"/>
                  </a:lnTo>
                  <a:lnTo>
                    <a:pt x="2444674" y="1099160"/>
                  </a:lnTo>
                  <a:lnTo>
                    <a:pt x="2489825" y="1155434"/>
                  </a:lnTo>
                  <a:lnTo>
                    <a:pt x="2534484" y="1209176"/>
                  </a:lnTo>
                  <a:lnTo>
                    <a:pt x="2578668" y="1260069"/>
                  </a:lnTo>
                  <a:lnTo>
                    <a:pt x="2622457" y="1307888"/>
                  </a:lnTo>
                  <a:lnTo>
                    <a:pt x="2665999" y="1352502"/>
                  </a:lnTo>
                  <a:lnTo>
                    <a:pt x="2709518" y="1393865"/>
                  </a:lnTo>
                  <a:lnTo>
                    <a:pt x="2753323" y="1432010"/>
                  </a:lnTo>
                  <a:lnTo>
                    <a:pt x="2770117" y="1445675"/>
                  </a:lnTo>
                  <a:lnTo>
                    <a:pt x="2819199" y="1482480"/>
                  </a:lnTo>
                  <a:lnTo>
                    <a:pt x="2869950" y="1515580"/>
                  </a:lnTo>
                  <a:lnTo>
                    <a:pt x="2923165" y="1545167"/>
                  </a:lnTo>
                  <a:lnTo>
                    <a:pt x="2979731" y="1571562"/>
                  </a:lnTo>
                  <a:lnTo>
                    <a:pt x="3040552" y="1595128"/>
                  </a:lnTo>
                  <a:lnTo>
                    <a:pt x="3106472" y="1616216"/>
                  </a:lnTo>
                  <a:lnTo>
                    <a:pt x="3178175" y="1635132"/>
                  </a:lnTo>
                  <a:lnTo>
                    <a:pt x="3256056" y="1652124"/>
                  </a:lnTo>
                  <a:lnTo>
                    <a:pt x="3340048" y="1667373"/>
                  </a:lnTo>
                  <a:lnTo>
                    <a:pt x="3429420" y="1680991"/>
                  </a:lnTo>
                  <a:lnTo>
                    <a:pt x="3522573" y="1693024"/>
                  </a:lnTo>
                  <a:lnTo>
                    <a:pt x="3616906" y="1703464"/>
                  </a:lnTo>
                  <a:lnTo>
                    <a:pt x="3708850" y="1712277"/>
                  </a:lnTo>
                  <a:lnTo>
                    <a:pt x="3794172" y="1719431"/>
                  </a:lnTo>
                  <a:lnTo>
                    <a:pt x="3868573" y="1724935"/>
                  </a:lnTo>
                  <a:lnTo>
                    <a:pt x="3928512" y="1728878"/>
                  </a:lnTo>
                  <a:lnTo>
                    <a:pt x="3972016" y="1731438"/>
                  </a:lnTo>
                  <a:lnTo>
                    <a:pt x="3999225" y="1732877"/>
                  </a:lnTo>
                  <a:lnTo>
                    <a:pt x="4012513" y="1733512"/>
                  </a:lnTo>
                  <a:lnTo>
                    <a:pt x="4016265" y="1733675"/>
                  </a:lnTo>
                  <a:lnTo>
                    <a:pt x="4016409" y="1733681"/>
                  </a:lnTo>
                  <a:lnTo>
                    <a:pt x="4538543" y="1733681"/>
                  </a:lnTo>
                  <a:lnTo>
                    <a:pt x="4539772" y="1733728"/>
                  </a:lnTo>
                  <a:lnTo>
                    <a:pt x="4547815" y="1734065"/>
                  </a:lnTo>
                  <a:lnTo>
                    <a:pt x="4567945" y="1734995"/>
                  </a:lnTo>
                  <a:lnTo>
                    <a:pt x="4603562" y="1736823"/>
                  </a:lnTo>
                  <a:lnTo>
                    <a:pt x="4655895" y="1739819"/>
                  </a:lnTo>
                  <a:lnTo>
                    <a:pt x="4723928" y="1744187"/>
                  </a:lnTo>
                  <a:lnTo>
                    <a:pt x="4804757" y="1750047"/>
                  </a:lnTo>
                  <a:lnTo>
                    <a:pt x="4894311" y="1757439"/>
                  </a:lnTo>
                  <a:lnTo>
                    <a:pt x="4988206" y="1766349"/>
                  </a:lnTo>
                  <a:lnTo>
                    <a:pt x="5082483" y="1776739"/>
                  </a:lnTo>
                  <a:lnTo>
                    <a:pt x="5174052" y="1788590"/>
                  </a:lnTo>
                  <a:lnTo>
                    <a:pt x="5260846" y="1801917"/>
                  </a:lnTo>
                  <a:lnTo>
                    <a:pt x="5341747" y="1816797"/>
                  </a:lnTo>
                  <a:lnTo>
                    <a:pt x="5416407" y="1833365"/>
                  </a:lnTo>
                  <a:lnTo>
                    <a:pt x="5485034" y="1851824"/>
                  </a:lnTo>
                  <a:lnTo>
                    <a:pt x="5548202" y="1872433"/>
                  </a:lnTo>
                  <a:lnTo>
                    <a:pt x="5606701" y="1895500"/>
                  </a:lnTo>
                  <a:lnTo>
                    <a:pt x="5661424" y="1921360"/>
                  </a:lnTo>
                  <a:lnTo>
                    <a:pt x="5713278" y="1950334"/>
                  </a:lnTo>
                  <a:lnTo>
                    <a:pt x="5763116" y="1982667"/>
                  </a:lnTo>
                  <a:lnTo>
                    <a:pt x="5784835" y="1998157"/>
                  </a:lnTo>
                  <a:lnTo>
                    <a:pt x="5829883" y="2032922"/>
                  </a:lnTo>
                  <a:lnTo>
                    <a:pt x="5874492" y="2070756"/>
                  </a:lnTo>
                  <a:lnTo>
                    <a:pt x="5919028" y="2111714"/>
                  </a:lnTo>
                  <a:lnTo>
                    <a:pt x="5963758" y="2155779"/>
                  </a:lnTo>
                  <a:lnTo>
                    <a:pt x="6008866" y="2202845"/>
                  </a:lnTo>
                  <a:lnTo>
                    <a:pt x="6054455" y="2252719"/>
                  </a:lnTo>
                  <a:lnTo>
                    <a:pt x="6100562" y="2305109"/>
                  </a:lnTo>
                  <a:lnTo>
                    <a:pt x="6147160" y="2359637"/>
                  </a:lnTo>
                  <a:lnTo>
                    <a:pt x="6194172" y="2415837"/>
                  </a:lnTo>
                  <a:lnTo>
                    <a:pt x="6241480" y="2473180"/>
                  </a:lnTo>
                  <a:lnTo>
                    <a:pt x="6288937" y="2531085"/>
                  </a:lnTo>
                  <a:lnTo>
                    <a:pt x="6336383" y="2588948"/>
                  </a:lnTo>
                  <a:lnTo>
                    <a:pt x="6383658" y="2646168"/>
                  </a:lnTo>
                  <a:lnTo>
                    <a:pt x="6430620" y="2702169"/>
                  </a:lnTo>
                  <a:lnTo>
                    <a:pt x="6477154" y="2756429"/>
                  </a:lnTo>
                  <a:lnTo>
                    <a:pt x="6523190" y="2808495"/>
                  </a:lnTo>
                  <a:lnTo>
                    <a:pt x="6568709" y="2857998"/>
                  </a:lnTo>
                  <a:lnTo>
                    <a:pt x="6613757" y="2904662"/>
                  </a:lnTo>
                  <a:lnTo>
                    <a:pt x="6658449" y="2948305"/>
                  </a:lnTo>
                  <a:lnTo>
                    <a:pt x="6702977" y="2988834"/>
                  </a:lnTo>
                  <a:lnTo>
                    <a:pt x="6747622" y="3026242"/>
                  </a:lnTo>
                  <a:lnTo>
                    <a:pt x="6786527" y="3056060"/>
                  </a:lnTo>
                  <a:lnTo>
                    <a:pt x="6835708" y="3089922"/>
                  </a:lnTo>
                  <a:lnTo>
                    <a:pt x="6886567" y="3120369"/>
                  </a:lnTo>
                  <a:lnTo>
                    <a:pt x="6939903" y="3147577"/>
                  </a:lnTo>
                  <a:lnTo>
                    <a:pt x="6996609" y="3171845"/>
                  </a:lnTo>
                  <a:lnTo>
                    <a:pt x="7057594" y="3193507"/>
                  </a:lnTo>
                  <a:lnTo>
                    <a:pt x="7123705" y="3212887"/>
                  </a:lnTo>
                  <a:lnTo>
                    <a:pt x="7195630" y="3230268"/>
                  </a:lnTo>
                  <a:lnTo>
                    <a:pt x="7273760" y="3245878"/>
                  </a:lnTo>
                  <a:lnTo>
                    <a:pt x="7358019" y="3259883"/>
                  </a:lnTo>
                  <a:lnTo>
                    <a:pt x="7447659" y="3272386"/>
                  </a:lnTo>
                  <a:lnTo>
                    <a:pt x="7541053" y="3283427"/>
                  </a:lnTo>
                  <a:lnTo>
                    <a:pt x="7635562" y="3293000"/>
                  </a:lnTo>
                  <a:lnTo>
                    <a:pt x="7727577" y="3301071"/>
                  </a:lnTo>
                  <a:lnTo>
                    <a:pt x="7812829" y="3307612"/>
                  </a:lnTo>
                  <a:lnTo>
                    <a:pt x="7887002" y="3312633"/>
                  </a:lnTo>
                  <a:lnTo>
                    <a:pt x="7946571" y="3316219"/>
                  </a:lnTo>
                  <a:lnTo>
                    <a:pt x="7989609" y="3318536"/>
                  </a:lnTo>
                  <a:lnTo>
                    <a:pt x="8016333" y="3319830"/>
                  </a:lnTo>
                  <a:lnTo>
                    <a:pt x="8029206" y="3320393"/>
                  </a:lnTo>
                  <a:lnTo>
                    <a:pt x="8032819" y="3320536"/>
                  </a:lnTo>
                  <a:lnTo>
                    <a:pt x="8554953" y="3320536"/>
                  </a:lnTo>
                  <a:lnTo>
                    <a:pt x="8554953" y="3314889"/>
                  </a:lnTo>
                  <a:lnTo>
                    <a:pt x="8032819" y="3314889"/>
                  </a:lnTo>
                  <a:lnTo>
                    <a:pt x="8031590" y="3314842"/>
                  </a:lnTo>
                  <a:lnTo>
                    <a:pt x="8023547" y="3314505"/>
                  </a:lnTo>
                  <a:lnTo>
                    <a:pt x="8003417" y="3313575"/>
                  </a:lnTo>
                  <a:lnTo>
                    <a:pt x="7967800" y="3311746"/>
                  </a:lnTo>
                  <a:lnTo>
                    <a:pt x="7915467" y="3308751"/>
                  </a:lnTo>
                  <a:lnTo>
                    <a:pt x="7847434" y="3304383"/>
                  </a:lnTo>
                  <a:lnTo>
                    <a:pt x="7766605" y="3298523"/>
                  </a:lnTo>
                  <a:lnTo>
                    <a:pt x="7677051" y="3291131"/>
                  </a:lnTo>
                  <a:lnTo>
                    <a:pt x="7583156" y="3282221"/>
                  </a:lnTo>
                  <a:lnTo>
                    <a:pt x="7488879" y="3271830"/>
                  </a:lnTo>
                  <a:lnTo>
                    <a:pt x="7397310" y="3259980"/>
                  </a:lnTo>
                  <a:lnTo>
                    <a:pt x="7310516" y="3246652"/>
                  </a:lnTo>
                  <a:lnTo>
                    <a:pt x="7229615" y="3231773"/>
                  </a:lnTo>
                  <a:lnTo>
                    <a:pt x="7154955" y="3215205"/>
                  </a:lnTo>
                  <a:lnTo>
                    <a:pt x="7086328" y="3196746"/>
                  </a:lnTo>
                  <a:lnTo>
                    <a:pt x="7023160" y="3176137"/>
                  </a:lnTo>
                  <a:lnTo>
                    <a:pt x="6964661" y="3153070"/>
                  </a:lnTo>
                  <a:lnTo>
                    <a:pt x="6909938" y="3127210"/>
                  </a:lnTo>
                  <a:lnTo>
                    <a:pt x="6858084" y="3098236"/>
                  </a:lnTo>
                  <a:lnTo>
                    <a:pt x="6808245" y="3065903"/>
                  </a:lnTo>
                  <a:lnTo>
                    <a:pt x="6786527" y="3050413"/>
                  </a:lnTo>
                  <a:lnTo>
                    <a:pt x="6741479" y="3015648"/>
                  </a:lnTo>
                  <a:lnTo>
                    <a:pt x="6696870" y="2977814"/>
                  </a:lnTo>
                  <a:lnTo>
                    <a:pt x="6652334" y="2936856"/>
                  </a:lnTo>
                  <a:lnTo>
                    <a:pt x="6607604" y="2892791"/>
                  </a:lnTo>
                  <a:lnTo>
                    <a:pt x="6562496" y="2845724"/>
                  </a:lnTo>
                  <a:lnTo>
                    <a:pt x="6516907" y="2795851"/>
                  </a:lnTo>
                  <a:lnTo>
                    <a:pt x="6470800" y="2743461"/>
                  </a:lnTo>
                  <a:lnTo>
                    <a:pt x="6424202" y="2688933"/>
                  </a:lnTo>
                  <a:lnTo>
                    <a:pt x="6377190" y="2632733"/>
                  </a:lnTo>
                  <a:lnTo>
                    <a:pt x="6329882" y="2575390"/>
                  </a:lnTo>
                  <a:lnTo>
                    <a:pt x="6282425" y="2517485"/>
                  </a:lnTo>
                  <a:lnTo>
                    <a:pt x="6234979" y="2459622"/>
                  </a:lnTo>
                  <a:lnTo>
                    <a:pt x="6187704" y="2402402"/>
                  </a:lnTo>
                  <a:lnTo>
                    <a:pt x="6140742" y="2346401"/>
                  </a:lnTo>
                  <a:lnTo>
                    <a:pt x="6094208" y="2292141"/>
                  </a:lnTo>
                  <a:lnTo>
                    <a:pt x="6048172" y="2240075"/>
                  </a:lnTo>
                  <a:lnTo>
                    <a:pt x="6002653" y="2190572"/>
                  </a:lnTo>
                  <a:lnTo>
                    <a:pt x="5957605" y="2143908"/>
                  </a:lnTo>
                  <a:lnTo>
                    <a:pt x="5912913" y="2100265"/>
                  </a:lnTo>
                  <a:lnTo>
                    <a:pt x="5868385" y="2059736"/>
                  </a:lnTo>
                  <a:lnTo>
                    <a:pt x="5823740" y="2022328"/>
                  </a:lnTo>
                  <a:lnTo>
                    <a:pt x="5784835" y="1992510"/>
                  </a:lnTo>
                  <a:lnTo>
                    <a:pt x="5735654" y="1958648"/>
                  </a:lnTo>
                  <a:lnTo>
                    <a:pt x="5684795" y="1928201"/>
                  </a:lnTo>
                  <a:lnTo>
                    <a:pt x="5631459" y="1900993"/>
                  </a:lnTo>
                  <a:lnTo>
                    <a:pt x="5574753" y="1876725"/>
                  </a:lnTo>
                  <a:lnTo>
                    <a:pt x="5513768" y="1855063"/>
                  </a:lnTo>
                  <a:lnTo>
                    <a:pt x="5447656" y="1835683"/>
                  </a:lnTo>
                  <a:lnTo>
                    <a:pt x="5375732" y="1818302"/>
                  </a:lnTo>
                  <a:lnTo>
                    <a:pt x="5297602" y="1802692"/>
                  </a:lnTo>
                  <a:lnTo>
                    <a:pt x="5213343" y="1788687"/>
                  </a:lnTo>
                  <a:lnTo>
                    <a:pt x="5123703" y="1776184"/>
                  </a:lnTo>
                  <a:lnTo>
                    <a:pt x="5030309" y="1765143"/>
                  </a:lnTo>
                  <a:lnTo>
                    <a:pt x="4935800" y="1755570"/>
                  </a:lnTo>
                  <a:lnTo>
                    <a:pt x="4843785" y="1747499"/>
                  </a:lnTo>
                  <a:lnTo>
                    <a:pt x="4758533" y="1740958"/>
                  </a:lnTo>
                  <a:lnTo>
                    <a:pt x="4684360" y="1735937"/>
                  </a:lnTo>
                  <a:lnTo>
                    <a:pt x="4624791" y="1732351"/>
                  </a:lnTo>
                  <a:lnTo>
                    <a:pt x="4581753" y="1730033"/>
                  </a:lnTo>
                  <a:lnTo>
                    <a:pt x="4555029" y="1728740"/>
                  </a:lnTo>
                  <a:lnTo>
                    <a:pt x="4542156" y="1728177"/>
                  </a:lnTo>
                  <a:lnTo>
                    <a:pt x="4538543" y="1728034"/>
                  </a:lnTo>
                  <a:lnTo>
                    <a:pt x="4016409" y="1728034"/>
                  </a:lnTo>
                  <a:lnTo>
                    <a:pt x="4015187" y="1727983"/>
                  </a:lnTo>
                  <a:lnTo>
                    <a:pt x="4007190" y="1727619"/>
                  </a:lnTo>
                  <a:lnTo>
                    <a:pt x="3987171" y="1726611"/>
                  </a:lnTo>
                  <a:lnTo>
                    <a:pt x="3951740" y="1724632"/>
                  </a:lnTo>
                  <a:lnTo>
                    <a:pt x="3899659" y="1721389"/>
                  </a:lnTo>
                  <a:lnTo>
                    <a:pt x="3831920" y="1716660"/>
                  </a:lnTo>
                  <a:lnTo>
                    <a:pt x="3751392" y="1710313"/>
                  </a:lnTo>
                  <a:lnTo>
                    <a:pt x="3662114" y="1702304"/>
                  </a:lnTo>
                  <a:lnTo>
                    <a:pt x="3568444" y="1692648"/>
                  </a:lnTo>
                  <a:lnTo>
                    <a:pt x="3474330" y="1681386"/>
                  </a:lnTo>
                  <a:lnTo>
                    <a:pt x="3382861" y="1668540"/>
                  </a:lnTo>
                  <a:lnTo>
                    <a:pt x="3296115" y="1654093"/>
                  </a:lnTo>
                  <a:lnTo>
                    <a:pt x="3215222" y="1637966"/>
                  </a:lnTo>
                  <a:lnTo>
                    <a:pt x="3140544" y="1620011"/>
                  </a:lnTo>
                  <a:lnTo>
                    <a:pt x="3071886" y="1600013"/>
                  </a:lnTo>
                  <a:lnTo>
                    <a:pt x="3008687" y="1577692"/>
                  </a:lnTo>
                  <a:lnTo>
                    <a:pt x="2950165" y="1552716"/>
                  </a:lnTo>
                  <a:lnTo>
                    <a:pt x="2895436" y="1524724"/>
                  </a:lnTo>
                  <a:lnTo>
                    <a:pt x="2843595" y="1493366"/>
                  </a:lnTo>
                  <a:lnTo>
                    <a:pt x="2793792" y="1458371"/>
                  </a:lnTo>
                  <a:lnTo>
                    <a:pt x="2770117" y="1440028"/>
                  </a:lnTo>
                  <a:lnTo>
                    <a:pt x="2726103" y="1403082"/>
                  </a:lnTo>
                  <a:lnTo>
                    <a:pt x="2682517" y="1362948"/>
                  </a:lnTo>
                  <a:lnTo>
                    <a:pt x="2639015" y="1319568"/>
                  </a:lnTo>
                  <a:lnTo>
                    <a:pt x="2595341" y="1272956"/>
                  </a:lnTo>
                  <a:lnTo>
                    <a:pt x="2551319" y="1223210"/>
                  </a:lnTo>
                  <a:lnTo>
                    <a:pt x="2506846" y="1170518"/>
                  </a:lnTo>
                  <a:lnTo>
                    <a:pt x="2461881" y="1115162"/>
                  </a:lnTo>
                  <a:lnTo>
                    <a:pt x="2416438" y="1057515"/>
                  </a:lnTo>
                  <a:lnTo>
                    <a:pt x="2370583" y="998034"/>
                  </a:lnTo>
                  <a:lnTo>
                    <a:pt x="2324420" y="937246"/>
                  </a:lnTo>
                  <a:lnTo>
                    <a:pt x="2278080" y="875731"/>
                  </a:lnTo>
                  <a:lnTo>
                    <a:pt x="2231711" y="814100"/>
                  </a:lnTo>
                  <a:lnTo>
                    <a:pt x="2185464" y="752965"/>
                  </a:lnTo>
                  <a:lnTo>
                    <a:pt x="2139478" y="692923"/>
                  </a:lnTo>
                  <a:lnTo>
                    <a:pt x="2093869" y="634521"/>
                  </a:lnTo>
                  <a:lnTo>
                    <a:pt x="2048717" y="578246"/>
                  </a:lnTo>
                  <a:lnTo>
                    <a:pt x="2004058" y="524504"/>
                  </a:lnTo>
                  <a:lnTo>
                    <a:pt x="1959874" y="473612"/>
                  </a:lnTo>
                  <a:lnTo>
                    <a:pt x="1916085" y="425793"/>
                  </a:lnTo>
                  <a:lnTo>
                    <a:pt x="1872543" y="381179"/>
                  </a:lnTo>
                  <a:lnTo>
                    <a:pt x="1829024" y="339816"/>
                  </a:lnTo>
                  <a:lnTo>
                    <a:pt x="1785219" y="301670"/>
                  </a:lnTo>
                  <a:lnTo>
                    <a:pt x="1768425" y="288005"/>
                  </a:lnTo>
                  <a:lnTo>
                    <a:pt x="1719343" y="251200"/>
                  </a:lnTo>
                  <a:lnTo>
                    <a:pt x="1668592" y="218100"/>
                  </a:lnTo>
                  <a:lnTo>
                    <a:pt x="1615377" y="188514"/>
                  </a:lnTo>
                  <a:lnTo>
                    <a:pt x="1558811" y="162119"/>
                  </a:lnTo>
                  <a:lnTo>
                    <a:pt x="1497990" y="138552"/>
                  </a:lnTo>
                  <a:lnTo>
                    <a:pt x="1432070" y="117464"/>
                  </a:lnTo>
                  <a:lnTo>
                    <a:pt x="1360367" y="98549"/>
                  </a:lnTo>
                  <a:lnTo>
                    <a:pt x="1282487" y="81556"/>
                  </a:lnTo>
                  <a:lnTo>
                    <a:pt x="1198494" y="66307"/>
                  </a:lnTo>
                  <a:lnTo>
                    <a:pt x="1109122" y="52690"/>
                  </a:lnTo>
                  <a:lnTo>
                    <a:pt x="1015969" y="40657"/>
                  </a:lnTo>
                  <a:lnTo>
                    <a:pt x="921637" y="30216"/>
                  </a:lnTo>
                  <a:lnTo>
                    <a:pt x="829692" y="21403"/>
                  </a:lnTo>
                  <a:lnTo>
                    <a:pt x="744370" y="14250"/>
                  </a:lnTo>
                  <a:lnTo>
                    <a:pt x="669969" y="8745"/>
                  </a:lnTo>
                  <a:lnTo>
                    <a:pt x="610030" y="4803"/>
                  </a:lnTo>
                  <a:lnTo>
                    <a:pt x="566526" y="2243"/>
                  </a:lnTo>
                  <a:lnTo>
                    <a:pt x="539317" y="803"/>
                  </a:lnTo>
                  <a:lnTo>
                    <a:pt x="526029" y="168"/>
                  </a:lnTo>
                  <a:lnTo>
                    <a:pt x="522277" y="5"/>
                  </a:lnTo>
                  <a:lnTo>
                    <a:pt x="5221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693" name="pl693"/>
            <p:cNvSpPr/>
            <p:nvPr/>
          </p:nvSpPr>
          <p:spPr>
            <a:xfrm>
              <a:off x="386606" y="2269802"/>
              <a:ext cx="8554953" cy="3314889"/>
            </a:xfrm>
            <a:custGeom>
              <a:avLst/>
              <a:pathLst>
                <a:path w="8554953" h="3314889">
                  <a:moveTo>
                    <a:pt x="0" y="0"/>
                  </a:moveTo>
                  <a:lnTo>
                    <a:pt x="522133" y="0"/>
                  </a:lnTo>
                  <a:lnTo>
                    <a:pt x="523355" y="51"/>
                  </a:lnTo>
                  <a:lnTo>
                    <a:pt x="531352" y="415"/>
                  </a:lnTo>
                  <a:lnTo>
                    <a:pt x="551371" y="1422"/>
                  </a:lnTo>
                  <a:lnTo>
                    <a:pt x="586803" y="3401"/>
                  </a:lnTo>
                  <a:lnTo>
                    <a:pt x="638883" y="6644"/>
                  </a:lnTo>
                  <a:lnTo>
                    <a:pt x="706622" y="11374"/>
                  </a:lnTo>
                  <a:lnTo>
                    <a:pt x="787150" y="17721"/>
                  </a:lnTo>
                  <a:lnTo>
                    <a:pt x="876428" y="25730"/>
                  </a:lnTo>
                  <a:lnTo>
                    <a:pt x="970098" y="35385"/>
                  </a:lnTo>
                  <a:lnTo>
                    <a:pt x="1064212" y="46648"/>
                  </a:lnTo>
                  <a:lnTo>
                    <a:pt x="1155681" y="59494"/>
                  </a:lnTo>
                  <a:lnTo>
                    <a:pt x="1242427" y="73941"/>
                  </a:lnTo>
                  <a:lnTo>
                    <a:pt x="1323320" y="90068"/>
                  </a:lnTo>
                  <a:lnTo>
                    <a:pt x="1397999" y="108022"/>
                  </a:lnTo>
                  <a:lnTo>
                    <a:pt x="1466656" y="128020"/>
                  </a:lnTo>
                  <a:lnTo>
                    <a:pt x="1529856" y="150341"/>
                  </a:lnTo>
                  <a:lnTo>
                    <a:pt x="1588377" y="175317"/>
                  </a:lnTo>
                  <a:lnTo>
                    <a:pt x="1643106" y="203309"/>
                  </a:lnTo>
                  <a:lnTo>
                    <a:pt x="1694947" y="234668"/>
                  </a:lnTo>
                  <a:lnTo>
                    <a:pt x="1744750" y="269663"/>
                  </a:lnTo>
                  <a:lnTo>
                    <a:pt x="1768425" y="288005"/>
                  </a:lnTo>
                  <a:lnTo>
                    <a:pt x="1812439" y="324952"/>
                  </a:lnTo>
                  <a:lnTo>
                    <a:pt x="1856025" y="365085"/>
                  </a:lnTo>
                  <a:lnTo>
                    <a:pt x="1899528" y="408465"/>
                  </a:lnTo>
                  <a:lnTo>
                    <a:pt x="1943202" y="455077"/>
                  </a:lnTo>
                  <a:lnTo>
                    <a:pt x="1987223" y="504824"/>
                  </a:lnTo>
                  <a:lnTo>
                    <a:pt x="2031696" y="557516"/>
                  </a:lnTo>
                  <a:lnTo>
                    <a:pt x="2076662" y="612871"/>
                  </a:lnTo>
                  <a:lnTo>
                    <a:pt x="2122104" y="670518"/>
                  </a:lnTo>
                  <a:lnTo>
                    <a:pt x="2167959" y="729999"/>
                  </a:lnTo>
                  <a:lnTo>
                    <a:pt x="2214123" y="790787"/>
                  </a:lnTo>
                  <a:lnTo>
                    <a:pt x="2260462" y="852302"/>
                  </a:lnTo>
                  <a:lnTo>
                    <a:pt x="2306831" y="913934"/>
                  </a:lnTo>
                  <a:lnTo>
                    <a:pt x="2353078" y="975068"/>
                  </a:lnTo>
                  <a:lnTo>
                    <a:pt x="2399064" y="1035111"/>
                  </a:lnTo>
                  <a:lnTo>
                    <a:pt x="2444674" y="1093512"/>
                  </a:lnTo>
                  <a:lnTo>
                    <a:pt x="2489825" y="1149787"/>
                  </a:lnTo>
                  <a:lnTo>
                    <a:pt x="2534484" y="1203529"/>
                  </a:lnTo>
                  <a:lnTo>
                    <a:pt x="2578668" y="1254422"/>
                  </a:lnTo>
                  <a:lnTo>
                    <a:pt x="2622457" y="1302241"/>
                  </a:lnTo>
                  <a:lnTo>
                    <a:pt x="2665999" y="1346855"/>
                  </a:lnTo>
                  <a:lnTo>
                    <a:pt x="2709518" y="1388218"/>
                  </a:lnTo>
                  <a:lnTo>
                    <a:pt x="2753323" y="1426363"/>
                  </a:lnTo>
                  <a:lnTo>
                    <a:pt x="2770117" y="1440028"/>
                  </a:lnTo>
                  <a:lnTo>
                    <a:pt x="2819199" y="1476833"/>
                  </a:lnTo>
                  <a:lnTo>
                    <a:pt x="2869950" y="1509933"/>
                  </a:lnTo>
                  <a:lnTo>
                    <a:pt x="2923165" y="1539520"/>
                  </a:lnTo>
                  <a:lnTo>
                    <a:pt x="2979731" y="1565915"/>
                  </a:lnTo>
                  <a:lnTo>
                    <a:pt x="3040552" y="1589481"/>
                  </a:lnTo>
                  <a:lnTo>
                    <a:pt x="3106472" y="1610569"/>
                  </a:lnTo>
                  <a:lnTo>
                    <a:pt x="3178175" y="1629485"/>
                  </a:lnTo>
                  <a:lnTo>
                    <a:pt x="3256056" y="1646477"/>
                  </a:lnTo>
                  <a:lnTo>
                    <a:pt x="3340048" y="1661726"/>
                  </a:lnTo>
                  <a:lnTo>
                    <a:pt x="3429420" y="1675344"/>
                  </a:lnTo>
                  <a:lnTo>
                    <a:pt x="3522573" y="1687376"/>
                  </a:lnTo>
                  <a:lnTo>
                    <a:pt x="3616906" y="1697817"/>
                  </a:lnTo>
                  <a:lnTo>
                    <a:pt x="3708850" y="1706630"/>
                  </a:lnTo>
                  <a:lnTo>
                    <a:pt x="3794172" y="1713783"/>
                  </a:lnTo>
                  <a:lnTo>
                    <a:pt x="3868573" y="1719288"/>
                  </a:lnTo>
                  <a:lnTo>
                    <a:pt x="3928512" y="1723231"/>
                  </a:lnTo>
                  <a:lnTo>
                    <a:pt x="3972016" y="1725791"/>
                  </a:lnTo>
                  <a:lnTo>
                    <a:pt x="3999225" y="1727230"/>
                  </a:lnTo>
                  <a:lnTo>
                    <a:pt x="4012513" y="1727865"/>
                  </a:lnTo>
                  <a:lnTo>
                    <a:pt x="4016265" y="1728028"/>
                  </a:lnTo>
                  <a:lnTo>
                    <a:pt x="4016409" y="1728034"/>
                  </a:lnTo>
                  <a:lnTo>
                    <a:pt x="4538543" y="1728034"/>
                  </a:lnTo>
                  <a:lnTo>
                    <a:pt x="4539772" y="1728081"/>
                  </a:lnTo>
                  <a:lnTo>
                    <a:pt x="4547815" y="1728418"/>
                  </a:lnTo>
                  <a:lnTo>
                    <a:pt x="4567945" y="1729348"/>
                  </a:lnTo>
                  <a:lnTo>
                    <a:pt x="4603562" y="1731176"/>
                  </a:lnTo>
                  <a:lnTo>
                    <a:pt x="4655895" y="1734172"/>
                  </a:lnTo>
                  <a:lnTo>
                    <a:pt x="4723928" y="1738540"/>
                  </a:lnTo>
                  <a:lnTo>
                    <a:pt x="4804757" y="1744400"/>
                  </a:lnTo>
                  <a:lnTo>
                    <a:pt x="4894311" y="1751792"/>
                  </a:lnTo>
                  <a:lnTo>
                    <a:pt x="4988206" y="1760701"/>
                  </a:lnTo>
                  <a:lnTo>
                    <a:pt x="5082483" y="1771092"/>
                  </a:lnTo>
                  <a:lnTo>
                    <a:pt x="5174052" y="1782943"/>
                  </a:lnTo>
                  <a:lnTo>
                    <a:pt x="5260846" y="1796270"/>
                  </a:lnTo>
                  <a:lnTo>
                    <a:pt x="5341747" y="1811150"/>
                  </a:lnTo>
                  <a:lnTo>
                    <a:pt x="5416407" y="1827718"/>
                  </a:lnTo>
                  <a:lnTo>
                    <a:pt x="5485034" y="1846177"/>
                  </a:lnTo>
                  <a:lnTo>
                    <a:pt x="5548202" y="1866786"/>
                  </a:lnTo>
                  <a:lnTo>
                    <a:pt x="5606701" y="1889853"/>
                  </a:lnTo>
                  <a:lnTo>
                    <a:pt x="5661424" y="1915713"/>
                  </a:lnTo>
                  <a:lnTo>
                    <a:pt x="5713278" y="1944687"/>
                  </a:lnTo>
                  <a:lnTo>
                    <a:pt x="5763116" y="1977020"/>
                  </a:lnTo>
                  <a:lnTo>
                    <a:pt x="5784835" y="1992510"/>
                  </a:lnTo>
                  <a:lnTo>
                    <a:pt x="5829883" y="2027275"/>
                  </a:lnTo>
                  <a:lnTo>
                    <a:pt x="5874492" y="2065109"/>
                  </a:lnTo>
                  <a:lnTo>
                    <a:pt x="5919028" y="2106067"/>
                  </a:lnTo>
                  <a:lnTo>
                    <a:pt x="5963758" y="2150132"/>
                  </a:lnTo>
                  <a:lnTo>
                    <a:pt x="6008866" y="2197198"/>
                  </a:lnTo>
                  <a:lnTo>
                    <a:pt x="6054455" y="2247072"/>
                  </a:lnTo>
                  <a:lnTo>
                    <a:pt x="6100562" y="2299462"/>
                  </a:lnTo>
                  <a:lnTo>
                    <a:pt x="6147160" y="2353989"/>
                  </a:lnTo>
                  <a:lnTo>
                    <a:pt x="6194172" y="2410190"/>
                  </a:lnTo>
                  <a:lnTo>
                    <a:pt x="6241480" y="2467533"/>
                  </a:lnTo>
                  <a:lnTo>
                    <a:pt x="6288937" y="2525438"/>
                  </a:lnTo>
                  <a:lnTo>
                    <a:pt x="6336383" y="2583301"/>
                  </a:lnTo>
                  <a:lnTo>
                    <a:pt x="6383658" y="2640520"/>
                  </a:lnTo>
                  <a:lnTo>
                    <a:pt x="6430620" y="2696522"/>
                  </a:lnTo>
                  <a:lnTo>
                    <a:pt x="6477154" y="2750782"/>
                  </a:lnTo>
                  <a:lnTo>
                    <a:pt x="6523190" y="2802848"/>
                  </a:lnTo>
                  <a:lnTo>
                    <a:pt x="6568709" y="2852351"/>
                  </a:lnTo>
                  <a:lnTo>
                    <a:pt x="6613757" y="2899015"/>
                  </a:lnTo>
                  <a:lnTo>
                    <a:pt x="6658449" y="2942658"/>
                  </a:lnTo>
                  <a:lnTo>
                    <a:pt x="6702977" y="2983187"/>
                  </a:lnTo>
                  <a:lnTo>
                    <a:pt x="6747622" y="3020595"/>
                  </a:lnTo>
                  <a:lnTo>
                    <a:pt x="6786527" y="3050413"/>
                  </a:lnTo>
                  <a:lnTo>
                    <a:pt x="6835708" y="3084275"/>
                  </a:lnTo>
                  <a:lnTo>
                    <a:pt x="6886567" y="3114722"/>
                  </a:lnTo>
                  <a:lnTo>
                    <a:pt x="6939903" y="3141930"/>
                  </a:lnTo>
                  <a:lnTo>
                    <a:pt x="6996609" y="3166197"/>
                  </a:lnTo>
                  <a:lnTo>
                    <a:pt x="7057594" y="3187860"/>
                  </a:lnTo>
                  <a:lnTo>
                    <a:pt x="7123705" y="3207240"/>
                  </a:lnTo>
                  <a:lnTo>
                    <a:pt x="7195630" y="3224621"/>
                  </a:lnTo>
                  <a:lnTo>
                    <a:pt x="7273760" y="3240231"/>
                  </a:lnTo>
                  <a:lnTo>
                    <a:pt x="7358019" y="3254236"/>
                  </a:lnTo>
                  <a:lnTo>
                    <a:pt x="7447659" y="3266738"/>
                  </a:lnTo>
                  <a:lnTo>
                    <a:pt x="7541053" y="3277779"/>
                  </a:lnTo>
                  <a:lnTo>
                    <a:pt x="7635562" y="3287352"/>
                  </a:lnTo>
                  <a:lnTo>
                    <a:pt x="7727577" y="3295424"/>
                  </a:lnTo>
                  <a:lnTo>
                    <a:pt x="7812829" y="3301964"/>
                  </a:lnTo>
                  <a:lnTo>
                    <a:pt x="7887002" y="3306986"/>
                  </a:lnTo>
                  <a:lnTo>
                    <a:pt x="7946571" y="3310572"/>
                  </a:lnTo>
                  <a:lnTo>
                    <a:pt x="7989609" y="3312889"/>
                  </a:lnTo>
                  <a:lnTo>
                    <a:pt x="8016333" y="3314183"/>
                  </a:lnTo>
                  <a:lnTo>
                    <a:pt x="8029206" y="3314746"/>
                  </a:lnTo>
                  <a:lnTo>
                    <a:pt x="8032707" y="3314885"/>
                  </a:lnTo>
                  <a:lnTo>
                    <a:pt x="8032819" y="3314889"/>
                  </a:lnTo>
                  <a:lnTo>
                    <a:pt x="8554953" y="3314889"/>
                  </a:lnTo>
                  <a:lnTo>
                    <a:pt x="8554953" y="3314889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694" name="pl694"/>
            <p:cNvSpPr/>
            <p:nvPr/>
          </p:nvSpPr>
          <p:spPr>
            <a:xfrm>
              <a:off x="386606" y="2264154"/>
              <a:ext cx="8554953" cy="3314889"/>
            </a:xfrm>
            <a:custGeom>
              <a:avLst/>
              <a:pathLst>
                <a:path w="8554953" h="3314889">
                  <a:moveTo>
                    <a:pt x="8554953" y="3314889"/>
                  </a:moveTo>
                  <a:lnTo>
                    <a:pt x="8032819" y="3314889"/>
                  </a:lnTo>
                  <a:lnTo>
                    <a:pt x="8031590" y="3314842"/>
                  </a:lnTo>
                  <a:lnTo>
                    <a:pt x="8023547" y="3314505"/>
                  </a:lnTo>
                  <a:lnTo>
                    <a:pt x="8003417" y="3313575"/>
                  </a:lnTo>
                  <a:lnTo>
                    <a:pt x="7967800" y="3311746"/>
                  </a:lnTo>
                  <a:lnTo>
                    <a:pt x="7915467" y="3308751"/>
                  </a:lnTo>
                  <a:lnTo>
                    <a:pt x="7847434" y="3304383"/>
                  </a:lnTo>
                  <a:lnTo>
                    <a:pt x="7766605" y="3298523"/>
                  </a:lnTo>
                  <a:lnTo>
                    <a:pt x="7677051" y="3291131"/>
                  </a:lnTo>
                  <a:lnTo>
                    <a:pt x="7583156" y="3282221"/>
                  </a:lnTo>
                  <a:lnTo>
                    <a:pt x="7488879" y="3271830"/>
                  </a:lnTo>
                  <a:lnTo>
                    <a:pt x="7397310" y="3259980"/>
                  </a:lnTo>
                  <a:lnTo>
                    <a:pt x="7310516" y="3246652"/>
                  </a:lnTo>
                  <a:lnTo>
                    <a:pt x="7229615" y="3231773"/>
                  </a:lnTo>
                  <a:lnTo>
                    <a:pt x="7154955" y="3215205"/>
                  </a:lnTo>
                  <a:lnTo>
                    <a:pt x="7086328" y="3196746"/>
                  </a:lnTo>
                  <a:lnTo>
                    <a:pt x="7023160" y="3176137"/>
                  </a:lnTo>
                  <a:lnTo>
                    <a:pt x="6964661" y="3153070"/>
                  </a:lnTo>
                  <a:lnTo>
                    <a:pt x="6909938" y="3127210"/>
                  </a:lnTo>
                  <a:lnTo>
                    <a:pt x="6858084" y="3098236"/>
                  </a:lnTo>
                  <a:lnTo>
                    <a:pt x="6808245" y="3065903"/>
                  </a:lnTo>
                  <a:lnTo>
                    <a:pt x="6786527" y="3050413"/>
                  </a:lnTo>
                  <a:lnTo>
                    <a:pt x="6741479" y="3015648"/>
                  </a:lnTo>
                  <a:lnTo>
                    <a:pt x="6696870" y="2977814"/>
                  </a:lnTo>
                  <a:lnTo>
                    <a:pt x="6652334" y="2936856"/>
                  </a:lnTo>
                  <a:lnTo>
                    <a:pt x="6607604" y="2892791"/>
                  </a:lnTo>
                  <a:lnTo>
                    <a:pt x="6562496" y="2845724"/>
                  </a:lnTo>
                  <a:lnTo>
                    <a:pt x="6516907" y="2795851"/>
                  </a:lnTo>
                  <a:lnTo>
                    <a:pt x="6470800" y="2743461"/>
                  </a:lnTo>
                  <a:lnTo>
                    <a:pt x="6424202" y="2688933"/>
                  </a:lnTo>
                  <a:lnTo>
                    <a:pt x="6377190" y="2632733"/>
                  </a:lnTo>
                  <a:lnTo>
                    <a:pt x="6329882" y="2575390"/>
                  </a:lnTo>
                  <a:lnTo>
                    <a:pt x="6282425" y="2517485"/>
                  </a:lnTo>
                  <a:lnTo>
                    <a:pt x="6234979" y="2459622"/>
                  </a:lnTo>
                  <a:lnTo>
                    <a:pt x="6187704" y="2402402"/>
                  </a:lnTo>
                  <a:lnTo>
                    <a:pt x="6140742" y="2346401"/>
                  </a:lnTo>
                  <a:lnTo>
                    <a:pt x="6094208" y="2292141"/>
                  </a:lnTo>
                  <a:lnTo>
                    <a:pt x="6048172" y="2240075"/>
                  </a:lnTo>
                  <a:lnTo>
                    <a:pt x="6002653" y="2190572"/>
                  </a:lnTo>
                  <a:lnTo>
                    <a:pt x="5957605" y="2143908"/>
                  </a:lnTo>
                  <a:lnTo>
                    <a:pt x="5912913" y="2100265"/>
                  </a:lnTo>
                  <a:lnTo>
                    <a:pt x="5868385" y="2059736"/>
                  </a:lnTo>
                  <a:lnTo>
                    <a:pt x="5823740" y="2022328"/>
                  </a:lnTo>
                  <a:lnTo>
                    <a:pt x="5784835" y="1992510"/>
                  </a:lnTo>
                  <a:lnTo>
                    <a:pt x="5735654" y="1958648"/>
                  </a:lnTo>
                  <a:lnTo>
                    <a:pt x="5684795" y="1928201"/>
                  </a:lnTo>
                  <a:lnTo>
                    <a:pt x="5631459" y="1900993"/>
                  </a:lnTo>
                  <a:lnTo>
                    <a:pt x="5574753" y="1876725"/>
                  </a:lnTo>
                  <a:lnTo>
                    <a:pt x="5513768" y="1855063"/>
                  </a:lnTo>
                  <a:lnTo>
                    <a:pt x="5447656" y="1835683"/>
                  </a:lnTo>
                  <a:lnTo>
                    <a:pt x="5375732" y="1818302"/>
                  </a:lnTo>
                  <a:lnTo>
                    <a:pt x="5297602" y="1802692"/>
                  </a:lnTo>
                  <a:lnTo>
                    <a:pt x="5213343" y="1788687"/>
                  </a:lnTo>
                  <a:lnTo>
                    <a:pt x="5123703" y="1776184"/>
                  </a:lnTo>
                  <a:lnTo>
                    <a:pt x="5030309" y="1765143"/>
                  </a:lnTo>
                  <a:lnTo>
                    <a:pt x="4935800" y="1755570"/>
                  </a:lnTo>
                  <a:lnTo>
                    <a:pt x="4843785" y="1747499"/>
                  </a:lnTo>
                  <a:lnTo>
                    <a:pt x="4758533" y="1740958"/>
                  </a:lnTo>
                  <a:lnTo>
                    <a:pt x="4684360" y="1735937"/>
                  </a:lnTo>
                  <a:lnTo>
                    <a:pt x="4624791" y="1732351"/>
                  </a:lnTo>
                  <a:lnTo>
                    <a:pt x="4581753" y="1730033"/>
                  </a:lnTo>
                  <a:lnTo>
                    <a:pt x="4555029" y="1728740"/>
                  </a:lnTo>
                  <a:lnTo>
                    <a:pt x="4542156" y="1728177"/>
                  </a:lnTo>
                  <a:lnTo>
                    <a:pt x="4538655" y="1728038"/>
                  </a:lnTo>
                  <a:lnTo>
                    <a:pt x="4538543" y="1728034"/>
                  </a:lnTo>
                  <a:lnTo>
                    <a:pt x="4016409" y="1728034"/>
                  </a:lnTo>
                  <a:lnTo>
                    <a:pt x="4015187" y="1727983"/>
                  </a:lnTo>
                  <a:lnTo>
                    <a:pt x="4007190" y="1727619"/>
                  </a:lnTo>
                  <a:lnTo>
                    <a:pt x="3987171" y="1726611"/>
                  </a:lnTo>
                  <a:lnTo>
                    <a:pt x="3951740" y="1724632"/>
                  </a:lnTo>
                  <a:lnTo>
                    <a:pt x="3899659" y="1721389"/>
                  </a:lnTo>
                  <a:lnTo>
                    <a:pt x="3831920" y="1716660"/>
                  </a:lnTo>
                  <a:lnTo>
                    <a:pt x="3751392" y="1710313"/>
                  </a:lnTo>
                  <a:lnTo>
                    <a:pt x="3662114" y="1702304"/>
                  </a:lnTo>
                  <a:lnTo>
                    <a:pt x="3568444" y="1692648"/>
                  </a:lnTo>
                  <a:lnTo>
                    <a:pt x="3474330" y="1681386"/>
                  </a:lnTo>
                  <a:lnTo>
                    <a:pt x="3382861" y="1668540"/>
                  </a:lnTo>
                  <a:lnTo>
                    <a:pt x="3296115" y="1654093"/>
                  </a:lnTo>
                  <a:lnTo>
                    <a:pt x="3215222" y="1637966"/>
                  </a:lnTo>
                  <a:lnTo>
                    <a:pt x="3140544" y="1620011"/>
                  </a:lnTo>
                  <a:lnTo>
                    <a:pt x="3071886" y="1600013"/>
                  </a:lnTo>
                  <a:lnTo>
                    <a:pt x="3008687" y="1577692"/>
                  </a:lnTo>
                  <a:lnTo>
                    <a:pt x="2950165" y="1552716"/>
                  </a:lnTo>
                  <a:lnTo>
                    <a:pt x="2895436" y="1524724"/>
                  </a:lnTo>
                  <a:lnTo>
                    <a:pt x="2843595" y="1493366"/>
                  </a:lnTo>
                  <a:lnTo>
                    <a:pt x="2793792" y="1458371"/>
                  </a:lnTo>
                  <a:lnTo>
                    <a:pt x="2770117" y="1440028"/>
                  </a:lnTo>
                  <a:lnTo>
                    <a:pt x="2726103" y="1403082"/>
                  </a:lnTo>
                  <a:lnTo>
                    <a:pt x="2682517" y="1362948"/>
                  </a:lnTo>
                  <a:lnTo>
                    <a:pt x="2639015" y="1319568"/>
                  </a:lnTo>
                  <a:lnTo>
                    <a:pt x="2595341" y="1272956"/>
                  </a:lnTo>
                  <a:lnTo>
                    <a:pt x="2551319" y="1223210"/>
                  </a:lnTo>
                  <a:lnTo>
                    <a:pt x="2506846" y="1170518"/>
                  </a:lnTo>
                  <a:lnTo>
                    <a:pt x="2461881" y="1115162"/>
                  </a:lnTo>
                  <a:lnTo>
                    <a:pt x="2416438" y="1057515"/>
                  </a:lnTo>
                  <a:lnTo>
                    <a:pt x="2370583" y="998034"/>
                  </a:lnTo>
                  <a:lnTo>
                    <a:pt x="2324420" y="937246"/>
                  </a:lnTo>
                  <a:lnTo>
                    <a:pt x="2278080" y="875731"/>
                  </a:lnTo>
                  <a:lnTo>
                    <a:pt x="2231711" y="814100"/>
                  </a:lnTo>
                  <a:lnTo>
                    <a:pt x="2185464" y="752965"/>
                  </a:lnTo>
                  <a:lnTo>
                    <a:pt x="2139478" y="692923"/>
                  </a:lnTo>
                  <a:lnTo>
                    <a:pt x="2093869" y="634521"/>
                  </a:lnTo>
                  <a:lnTo>
                    <a:pt x="2048717" y="578246"/>
                  </a:lnTo>
                  <a:lnTo>
                    <a:pt x="2004058" y="524504"/>
                  </a:lnTo>
                  <a:lnTo>
                    <a:pt x="1959874" y="473612"/>
                  </a:lnTo>
                  <a:lnTo>
                    <a:pt x="1916085" y="425793"/>
                  </a:lnTo>
                  <a:lnTo>
                    <a:pt x="1872543" y="381179"/>
                  </a:lnTo>
                  <a:lnTo>
                    <a:pt x="1829024" y="339816"/>
                  </a:lnTo>
                  <a:lnTo>
                    <a:pt x="1785219" y="301670"/>
                  </a:lnTo>
                  <a:lnTo>
                    <a:pt x="1768425" y="288005"/>
                  </a:lnTo>
                  <a:lnTo>
                    <a:pt x="1719343" y="251200"/>
                  </a:lnTo>
                  <a:lnTo>
                    <a:pt x="1668592" y="218100"/>
                  </a:lnTo>
                  <a:lnTo>
                    <a:pt x="1615377" y="188514"/>
                  </a:lnTo>
                  <a:lnTo>
                    <a:pt x="1558811" y="162119"/>
                  </a:lnTo>
                  <a:lnTo>
                    <a:pt x="1497990" y="138552"/>
                  </a:lnTo>
                  <a:lnTo>
                    <a:pt x="1432070" y="117464"/>
                  </a:lnTo>
                  <a:lnTo>
                    <a:pt x="1360367" y="98549"/>
                  </a:lnTo>
                  <a:lnTo>
                    <a:pt x="1282487" y="81556"/>
                  </a:lnTo>
                  <a:lnTo>
                    <a:pt x="1198494" y="66307"/>
                  </a:lnTo>
                  <a:lnTo>
                    <a:pt x="1109122" y="52690"/>
                  </a:lnTo>
                  <a:lnTo>
                    <a:pt x="1015969" y="40657"/>
                  </a:lnTo>
                  <a:lnTo>
                    <a:pt x="921637" y="30216"/>
                  </a:lnTo>
                  <a:lnTo>
                    <a:pt x="829692" y="21403"/>
                  </a:lnTo>
                  <a:lnTo>
                    <a:pt x="744370" y="14250"/>
                  </a:lnTo>
                  <a:lnTo>
                    <a:pt x="669969" y="8745"/>
                  </a:lnTo>
                  <a:lnTo>
                    <a:pt x="610030" y="4803"/>
                  </a:lnTo>
                  <a:lnTo>
                    <a:pt x="566526" y="2243"/>
                  </a:lnTo>
                  <a:lnTo>
                    <a:pt x="539317" y="803"/>
                  </a:lnTo>
                  <a:lnTo>
                    <a:pt x="526029" y="168"/>
                  </a:lnTo>
                  <a:lnTo>
                    <a:pt x="522277" y="5"/>
                  </a:lnTo>
                  <a:lnTo>
                    <a:pt x="522133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695" name="pg695"/>
            <p:cNvSpPr/>
            <p:nvPr/>
          </p:nvSpPr>
          <p:spPr>
            <a:xfrm>
              <a:off x="386606" y="440118"/>
              <a:ext cx="8554953" cy="282358"/>
            </a:xfrm>
            <a:custGeom>
              <a:avLst/>
              <a:pathLst>
                <a:path w="8554953" h="282358">
                  <a:moveTo>
                    <a:pt x="0" y="5647"/>
                  </a:moveTo>
                  <a:lnTo>
                    <a:pt x="522133" y="5647"/>
                  </a:lnTo>
                  <a:lnTo>
                    <a:pt x="523403" y="5647"/>
                  </a:lnTo>
                  <a:lnTo>
                    <a:pt x="531704" y="5647"/>
                  </a:lnTo>
                  <a:lnTo>
                    <a:pt x="552456" y="5647"/>
                  </a:lnTo>
                  <a:lnTo>
                    <a:pt x="589116" y="5647"/>
                  </a:lnTo>
                  <a:lnTo>
                    <a:pt x="642860" y="5647"/>
                  </a:lnTo>
                  <a:lnTo>
                    <a:pt x="712532" y="5647"/>
                  </a:lnTo>
                  <a:lnTo>
                    <a:pt x="795033" y="5647"/>
                  </a:lnTo>
                  <a:lnTo>
                    <a:pt x="886106" y="5647"/>
                  </a:lnTo>
                  <a:lnTo>
                    <a:pt x="981233" y="5647"/>
                  </a:lnTo>
                  <a:lnTo>
                    <a:pt x="1076392" y="5647"/>
                  </a:lnTo>
                  <a:lnTo>
                    <a:pt x="1168500" y="5647"/>
                  </a:lnTo>
                  <a:lnTo>
                    <a:pt x="1255540" y="5647"/>
                  </a:lnTo>
                  <a:lnTo>
                    <a:pt x="1336469" y="5647"/>
                  </a:lnTo>
                  <a:lnTo>
                    <a:pt x="1411020" y="5647"/>
                  </a:lnTo>
                  <a:lnTo>
                    <a:pt x="1479475" y="5647"/>
                  </a:lnTo>
                  <a:lnTo>
                    <a:pt x="1542472" y="5647"/>
                  </a:lnTo>
                  <a:lnTo>
                    <a:pt x="1600853" y="5647"/>
                  </a:lnTo>
                  <a:lnTo>
                    <a:pt x="1655549" y="5647"/>
                  </a:lnTo>
                  <a:lnTo>
                    <a:pt x="1707495" y="5647"/>
                  </a:lnTo>
                  <a:lnTo>
                    <a:pt x="1757546" y="5647"/>
                  </a:lnTo>
                  <a:lnTo>
                    <a:pt x="1768425" y="5647"/>
                  </a:lnTo>
                  <a:lnTo>
                    <a:pt x="1822685" y="5647"/>
                  </a:lnTo>
                  <a:lnTo>
                    <a:pt x="1876422" y="5647"/>
                  </a:lnTo>
                  <a:lnTo>
                    <a:pt x="1930225" y="5647"/>
                  </a:lnTo>
                  <a:lnTo>
                    <a:pt x="1984484" y="5647"/>
                  </a:lnTo>
                  <a:lnTo>
                    <a:pt x="2039421" y="5647"/>
                  </a:lnTo>
                  <a:lnTo>
                    <a:pt x="2095106" y="5647"/>
                  </a:lnTo>
                  <a:lnTo>
                    <a:pt x="2151484" y="5647"/>
                  </a:lnTo>
                  <a:lnTo>
                    <a:pt x="2208392" y="5647"/>
                  </a:lnTo>
                  <a:lnTo>
                    <a:pt x="2265595" y="5647"/>
                  </a:lnTo>
                  <a:lnTo>
                    <a:pt x="2322815" y="5647"/>
                  </a:lnTo>
                  <a:lnTo>
                    <a:pt x="2379776" y="5647"/>
                  </a:lnTo>
                  <a:lnTo>
                    <a:pt x="2436232" y="5647"/>
                  </a:lnTo>
                  <a:lnTo>
                    <a:pt x="2492013" y="5647"/>
                  </a:lnTo>
                  <a:lnTo>
                    <a:pt x="2547044" y="5647"/>
                  </a:lnTo>
                  <a:lnTo>
                    <a:pt x="2601382" y="5647"/>
                  </a:lnTo>
                  <a:lnTo>
                    <a:pt x="2655225" y="5647"/>
                  </a:lnTo>
                  <a:lnTo>
                    <a:pt x="2708942" y="5647"/>
                  </a:lnTo>
                  <a:lnTo>
                    <a:pt x="2763094" y="5647"/>
                  </a:lnTo>
                  <a:lnTo>
                    <a:pt x="2770117" y="5647"/>
                  </a:lnTo>
                  <a:lnTo>
                    <a:pt x="2819851" y="5647"/>
                  </a:lnTo>
                  <a:lnTo>
                    <a:pt x="2871308" y="5647"/>
                  </a:lnTo>
                  <a:lnTo>
                    <a:pt x="2925318" y="5647"/>
                  </a:lnTo>
                  <a:lnTo>
                    <a:pt x="2982803" y="5647"/>
                  </a:lnTo>
                  <a:lnTo>
                    <a:pt x="3044703" y="5647"/>
                  </a:lnTo>
                  <a:lnTo>
                    <a:pt x="3111888" y="5647"/>
                  </a:lnTo>
                  <a:lnTo>
                    <a:pt x="3185052" y="5647"/>
                  </a:lnTo>
                  <a:lnTo>
                    <a:pt x="3264572" y="5647"/>
                  </a:lnTo>
                  <a:lnTo>
                    <a:pt x="3350320" y="5647"/>
                  </a:lnTo>
                  <a:lnTo>
                    <a:pt x="3441445" y="5647"/>
                  </a:lnTo>
                  <a:lnTo>
                    <a:pt x="3536158" y="5647"/>
                  </a:lnTo>
                  <a:lnTo>
                    <a:pt x="3631610" y="5647"/>
                  </a:lnTo>
                  <a:lnTo>
                    <a:pt x="3723960" y="5647"/>
                  </a:lnTo>
                  <a:lnTo>
                    <a:pt x="3808745" y="5647"/>
                  </a:lnTo>
                  <a:lnTo>
                    <a:pt x="3881573" y="5647"/>
                  </a:lnTo>
                  <a:lnTo>
                    <a:pt x="3939014" y="5647"/>
                  </a:lnTo>
                  <a:lnTo>
                    <a:pt x="3979432" y="5647"/>
                  </a:lnTo>
                  <a:lnTo>
                    <a:pt x="4003478" y="5647"/>
                  </a:lnTo>
                  <a:lnTo>
                    <a:pt x="4014128" y="5647"/>
                  </a:lnTo>
                  <a:lnTo>
                    <a:pt x="4016409" y="5647"/>
                  </a:lnTo>
                  <a:lnTo>
                    <a:pt x="4538543" y="5647"/>
                  </a:lnTo>
                  <a:lnTo>
                    <a:pt x="4539811" y="5655"/>
                  </a:lnTo>
                  <a:lnTo>
                    <a:pt x="4548104" y="5716"/>
                  </a:lnTo>
                  <a:lnTo>
                    <a:pt x="4568837" y="5883"/>
                  </a:lnTo>
                  <a:lnTo>
                    <a:pt x="4605464" y="6213"/>
                  </a:lnTo>
                  <a:lnTo>
                    <a:pt x="4659164" y="6752"/>
                  </a:lnTo>
                  <a:lnTo>
                    <a:pt x="4728784" y="7536"/>
                  </a:lnTo>
                  <a:lnTo>
                    <a:pt x="4811234" y="8588"/>
                  </a:lnTo>
                  <a:lnTo>
                    <a:pt x="4902259" y="9913"/>
                  </a:lnTo>
                  <a:lnTo>
                    <a:pt x="4997348" y="11507"/>
                  </a:lnTo>
                  <a:lnTo>
                    <a:pt x="5092480" y="13365"/>
                  </a:lnTo>
                  <a:lnTo>
                    <a:pt x="5184572" y="15482"/>
                  </a:lnTo>
                  <a:lnTo>
                    <a:pt x="5271604" y="17864"/>
                  </a:lnTo>
                  <a:lnTo>
                    <a:pt x="5352533" y="20525"/>
                  </a:lnTo>
                  <a:lnTo>
                    <a:pt x="5427088" y="23491"/>
                  </a:lnTo>
                  <a:lnTo>
                    <a:pt x="5495548" y="26800"/>
                  </a:lnTo>
                  <a:lnTo>
                    <a:pt x="5558551" y="30500"/>
                  </a:lnTo>
                  <a:lnTo>
                    <a:pt x="5616935" y="34649"/>
                  </a:lnTo>
                  <a:lnTo>
                    <a:pt x="5671632" y="39305"/>
                  </a:lnTo>
                  <a:lnTo>
                    <a:pt x="5723574" y="44527"/>
                  </a:lnTo>
                  <a:lnTo>
                    <a:pt x="5773618" y="50352"/>
                  </a:lnTo>
                  <a:lnTo>
                    <a:pt x="5784835" y="51765"/>
                  </a:lnTo>
                  <a:lnTo>
                    <a:pt x="5838647" y="59078"/>
                  </a:lnTo>
                  <a:lnTo>
                    <a:pt x="5891940" y="67159"/>
                  </a:lnTo>
                  <a:lnTo>
                    <a:pt x="5945290" y="76020"/>
                  </a:lnTo>
                  <a:lnTo>
                    <a:pt x="5999082" y="85642"/>
                  </a:lnTo>
                  <a:lnTo>
                    <a:pt x="6053535" y="95976"/>
                  </a:lnTo>
                  <a:lnTo>
                    <a:pt x="6108725" y="106938"/>
                  </a:lnTo>
                  <a:lnTo>
                    <a:pt x="6164600" y="118414"/>
                  </a:lnTo>
                  <a:lnTo>
                    <a:pt x="6221010" y="130259"/>
                  </a:lnTo>
                  <a:lnTo>
                    <a:pt x="6277725" y="142308"/>
                  </a:lnTo>
                  <a:lnTo>
                    <a:pt x="6334480" y="154382"/>
                  </a:lnTo>
                  <a:lnTo>
                    <a:pt x="6391000" y="166302"/>
                  </a:lnTo>
                  <a:lnTo>
                    <a:pt x="6447045" y="177897"/>
                  </a:lnTo>
                  <a:lnTo>
                    <a:pt x="6502437" y="189016"/>
                  </a:lnTo>
                  <a:lnTo>
                    <a:pt x="6557095" y="199536"/>
                  </a:lnTo>
                  <a:lnTo>
                    <a:pt x="6611056" y="209364"/>
                  </a:lnTo>
                  <a:lnTo>
                    <a:pt x="6664498" y="218441"/>
                  </a:lnTo>
                  <a:lnTo>
                    <a:pt x="6717758" y="226741"/>
                  </a:lnTo>
                  <a:lnTo>
                    <a:pt x="6771355" y="234266"/>
                  </a:lnTo>
                  <a:lnTo>
                    <a:pt x="6786527" y="236239"/>
                  </a:lnTo>
                  <a:lnTo>
                    <a:pt x="6836244" y="242204"/>
                  </a:lnTo>
                  <a:lnTo>
                    <a:pt x="6887682" y="247561"/>
                  </a:lnTo>
                  <a:lnTo>
                    <a:pt x="6941670" y="252342"/>
                  </a:lnTo>
                  <a:lnTo>
                    <a:pt x="6999131" y="256601"/>
                  </a:lnTo>
                  <a:lnTo>
                    <a:pt x="7061003" y="260398"/>
                  </a:lnTo>
                  <a:lnTo>
                    <a:pt x="7128154" y="263792"/>
                  </a:lnTo>
                  <a:lnTo>
                    <a:pt x="7201279" y="266832"/>
                  </a:lnTo>
                  <a:lnTo>
                    <a:pt x="7280756" y="269560"/>
                  </a:lnTo>
                  <a:lnTo>
                    <a:pt x="7366457" y="272003"/>
                  </a:lnTo>
                  <a:lnTo>
                    <a:pt x="7457536" y="274180"/>
                  </a:lnTo>
                  <a:lnTo>
                    <a:pt x="7552209" y="276097"/>
                  </a:lnTo>
                  <a:lnTo>
                    <a:pt x="7647632" y="277752"/>
                  </a:lnTo>
                  <a:lnTo>
                    <a:pt x="7739973" y="279139"/>
                  </a:lnTo>
                  <a:lnTo>
                    <a:pt x="7824774" y="280253"/>
                  </a:lnTo>
                  <a:lnTo>
                    <a:pt x="7897646" y="281097"/>
                  </a:lnTo>
                  <a:lnTo>
                    <a:pt x="7955156" y="281689"/>
                  </a:lnTo>
                  <a:lnTo>
                    <a:pt x="7995656" y="282062"/>
                  </a:lnTo>
                  <a:lnTo>
                    <a:pt x="8019785" y="282262"/>
                  </a:lnTo>
                  <a:lnTo>
                    <a:pt x="8030502" y="282342"/>
                  </a:lnTo>
                  <a:lnTo>
                    <a:pt x="8032819" y="282358"/>
                  </a:lnTo>
                  <a:lnTo>
                    <a:pt x="8554953" y="282358"/>
                  </a:lnTo>
                  <a:lnTo>
                    <a:pt x="8554953" y="276711"/>
                  </a:lnTo>
                  <a:lnTo>
                    <a:pt x="8032819" y="276711"/>
                  </a:lnTo>
                  <a:lnTo>
                    <a:pt x="8031551" y="276702"/>
                  </a:lnTo>
                  <a:lnTo>
                    <a:pt x="8023258" y="276642"/>
                  </a:lnTo>
                  <a:lnTo>
                    <a:pt x="8002525" y="276474"/>
                  </a:lnTo>
                  <a:lnTo>
                    <a:pt x="7965898" y="276145"/>
                  </a:lnTo>
                  <a:lnTo>
                    <a:pt x="7912198" y="275606"/>
                  </a:lnTo>
                  <a:lnTo>
                    <a:pt x="7842578" y="274821"/>
                  </a:lnTo>
                  <a:lnTo>
                    <a:pt x="7760128" y="273770"/>
                  </a:lnTo>
                  <a:lnTo>
                    <a:pt x="7669103" y="272445"/>
                  </a:lnTo>
                  <a:lnTo>
                    <a:pt x="7574014" y="270851"/>
                  </a:lnTo>
                  <a:lnTo>
                    <a:pt x="7478882" y="268993"/>
                  </a:lnTo>
                  <a:lnTo>
                    <a:pt x="7386790" y="266875"/>
                  </a:lnTo>
                  <a:lnTo>
                    <a:pt x="7299758" y="264494"/>
                  </a:lnTo>
                  <a:lnTo>
                    <a:pt x="7218829" y="261833"/>
                  </a:lnTo>
                  <a:lnTo>
                    <a:pt x="7144274" y="258867"/>
                  </a:lnTo>
                  <a:lnTo>
                    <a:pt x="7075814" y="255558"/>
                  </a:lnTo>
                  <a:lnTo>
                    <a:pt x="7012811" y="251857"/>
                  </a:lnTo>
                  <a:lnTo>
                    <a:pt x="6954427" y="247709"/>
                  </a:lnTo>
                  <a:lnTo>
                    <a:pt x="6899730" y="243052"/>
                  </a:lnTo>
                  <a:lnTo>
                    <a:pt x="6847788" y="237831"/>
                  </a:lnTo>
                  <a:lnTo>
                    <a:pt x="6797744" y="232006"/>
                  </a:lnTo>
                  <a:lnTo>
                    <a:pt x="6786527" y="230592"/>
                  </a:lnTo>
                  <a:lnTo>
                    <a:pt x="6732715" y="223280"/>
                  </a:lnTo>
                  <a:lnTo>
                    <a:pt x="6679422" y="215198"/>
                  </a:lnTo>
                  <a:lnTo>
                    <a:pt x="6626072" y="206338"/>
                  </a:lnTo>
                  <a:lnTo>
                    <a:pt x="6572280" y="196715"/>
                  </a:lnTo>
                  <a:lnTo>
                    <a:pt x="6517827" y="186382"/>
                  </a:lnTo>
                  <a:lnTo>
                    <a:pt x="6462637" y="175419"/>
                  </a:lnTo>
                  <a:lnTo>
                    <a:pt x="6406761" y="163943"/>
                  </a:lnTo>
                  <a:lnTo>
                    <a:pt x="6350352" y="152098"/>
                  </a:lnTo>
                  <a:lnTo>
                    <a:pt x="6293636" y="140049"/>
                  </a:lnTo>
                  <a:lnTo>
                    <a:pt x="6236882" y="127975"/>
                  </a:lnTo>
                  <a:lnTo>
                    <a:pt x="6180361" y="116056"/>
                  </a:lnTo>
                  <a:lnTo>
                    <a:pt x="6124317" y="104461"/>
                  </a:lnTo>
                  <a:lnTo>
                    <a:pt x="6068925" y="93341"/>
                  </a:lnTo>
                  <a:lnTo>
                    <a:pt x="6014267" y="82822"/>
                  </a:lnTo>
                  <a:lnTo>
                    <a:pt x="5960306" y="72994"/>
                  </a:lnTo>
                  <a:lnTo>
                    <a:pt x="5906864" y="63917"/>
                  </a:lnTo>
                  <a:lnTo>
                    <a:pt x="5853604" y="55617"/>
                  </a:lnTo>
                  <a:lnTo>
                    <a:pt x="5800007" y="48091"/>
                  </a:lnTo>
                  <a:lnTo>
                    <a:pt x="5784835" y="46118"/>
                  </a:lnTo>
                  <a:lnTo>
                    <a:pt x="5735118" y="40153"/>
                  </a:lnTo>
                  <a:lnTo>
                    <a:pt x="5683680" y="34797"/>
                  </a:lnTo>
                  <a:lnTo>
                    <a:pt x="5629691" y="30016"/>
                  </a:lnTo>
                  <a:lnTo>
                    <a:pt x="5572231" y="25757"/>
                  </a:lnTo>
                  <a:lnTo>
                    <a:pt x="5510359" y="21960"/>
                  </a:lnTo>
                  <a:lnTo>
                    <a:pt x="5443208" y="18566"/>
                  </a:lnTo>
                  <a:lnTo>
                    <a:pt x="5370083" y="15525"/>
                  </a:lnTo>
                  <a:lnTo>
                    <a:pt x="5290606" y="12798"/>
                  </a:lnTo>
                  <a:lnTo>
                    <a:pt x="5204904" y="10354"/>
                  </a:lnTo>
                  <a:lnTo>
                    <a:pt x="5113826" y="8177"/>
                  </a:lnTo>
                  <a:lnTo>
                    <a:pt x="5019153" y="6260"/>
                  </a:lnTo>
                  <a:lnTo>
                    <a:pt x="4923730" y="4605"/>
                  </a:lnTo>
                  <a:lnTo>
                    <a:pt x="4831389" y="3219"/>
                  </a:lnTo>
                  <a:lnTo>
                    <a:pt x="4746588" y="2105"/>
                  </a:lnTo>
                  <a:lnTo>
                    <a:pt x="4673715" y="1261"/>
                  </a:lnTo>
                  <a:lnTo>
                    <a:pt x="4616206" y="668"/>
                  </a:lnTo>
                  <a:lnTo>
                    <a:pt x="4575706" y="295"/>
                  </a:lnTo>
                  <a:lnTo>
                    <a:pt x="4551577" y="95"/>
                  </a:lnTo>
                  <a:lnTo>
                    <a:pt x="4540860" y="15"/>
                  </a:lnTo>
                  <a:lnTo>
                    <a:pt x="4538543" y="0"/>
                  </a:lnTo>
                  <a:lnTo>
                    <a:pt x="4016409" y="0"/>
                  </a:lnTo>
                  <a:lnTo>
                    <a:pt x="4015139" y="0"/>
                  </a:lnTo>
                  <a:lnTo>
                    <a:pt x="4006838" y="0"/>
                  </a:lnTo>
                  <a:lnTo>
                    <a:pt x="3986086" y="0"/>
                  </a:lnTo>
                  <a:lnTo>
                    <a:pt x="3949426" y="0"/>
                  </a:lnTo>
                  <a:lnTo>
                    <a:pt x="3895682" y="0"/>
                  </a:lnTo>
                  <a:lnTo>
                    <a:pt x="3826010" y="0"/>
                  </a:lnTo>
                  <a:lnTo>
                    <a:pt x="3743509" y="0"/>
                  </a:lnTo>
                  <a:lnTo>
                    <a:pt x="3652436" y="0"/>
                  </a:lnTo>
                  <a:lnTo>
                    <a:pt x="3557309" y="0"/>
                  </a:lnTo>
                  <a:lnTo>
                    <a:pt x="3462150" y="0"/>
                  </a:lnTo>
                  <a:lnTo>
                    <a:pt x="3370042" y="0"/>
                  </a:lnTo>
                  <a:lnTo>
                    <a:pt x="3283002" y="0"/>
                  </a:lnTo>
                  <a:lnTo>
                    <a:pt x="3202073" y="0"/>
                  </a:lnTo>
                  <a:lnTo>
                    <a:pt x="3127522" y="0"/>
                  </a:lnTo>
                  <a:lnTo>
                    <a:pt x="3059067" y="0"/>
                  </a:lnTo>
                  <a:lnTo>
                    <a:pt x="2996070" y="0"/>
                  </a:lnTo>
                  <a:lnTo>
                    <a:pt x="2937689" y="0"/>
                  </a:lnTo>
                  <a:lnTo>
                    <a:pt x="2882993" y="0"/>
                  </a:lnTo>
                  <a:lnTo>
                    <a:pt x="2831048" y="0"/>
                  </a:lnTo>
                  <a:lnTo>
                    <a:pt x="2780996" y="0"/>
                  </a:lnTo>
                  <a:lnTo>
                    <a:pt x="2770117" y="0"/>
                  </a:lnTo>
                  <a:lnTo>
                    <a:pt x="2715858" y="0"/>
                  </a:lnTo>
                  <a:lnTo>
                    <a:pt x="2662120" y="0"/>
                  </a:lnTo>
                  <a:lnTo>
                    <a:pt x="2608317" y="0"/>
                  </a:lnTo>
                  <a:lnTo>
                    <a:pt x="2554058" y="0"/>
                  </a:lnTo>
                  <a:lnTo>
                    <a:pt x="2499121" y="0"/>
                  </a:lnTo>
                  <a:lnTo>
                    <a:pt x="2443436" y="0"/>
                  </a:lnTo>
                  <a:lnTo>
                    <a:pt x="2387058" y="0"/>
                  </a:lnTo>
                  <a:lnTo>
                    <a:pt x="2330150" y="0"/>
                  </a:lnTo>
                  <a:lnTo>
                    <a:pt x="2272947" y="0"/>
                  </a:lnTo>
                  <a:lnTo>
                    <a:pt x="2215727" y="0"/>
                  </a:lnTo>
                  <a:lnTo>
                    <a:pt x="2158766" y="0"/>
                  </a:lnTo>
                  <a:lnTo>
                    <a:pt x="2102310" y="0"/>
                  </a:lnTo>
                  <a:lnTo>
                    <a:pt x="2046530" y="0"/>
                  </a:lnTo>
                  <a:lnTo>
                    <a:pt x="1991498" y="0"/>
                  </a:lnTo>
                  <a:lnTo>
                    <a:pt x="1937161" y="0"/>
                  </a:lnTo>
                  <a:lnTo>
                    <a:pt x="1883317" y="0"/>
                  </a:lnTo>
                  <a:lnTo>
                    <a:pt x="1829600" y="0"/>
                  </a:lnTo>
                  <a:lnTo>
                    <a:pt x="1775448" y="0"/>
                  </a:lnTo>
                  <a:lnTo>
                    <a:pt x="1768425" y="0"/>
                  </a:lnTo>
                  <a:lnTo>
                    <a:pt x="1718691" y="0"/>
                  </a:lnTo>
                  <a:lnTo>
                    <a:pt x="1667234" y="0"/>
                  </a:lnTo>
                  <a:lnTo>
                    <a:pt x="1613225" y="0"/>
                  </a:lnTo>
                  <a:lnTo>
                    <a:pt x="1555739" y="0"/>
                  </a:lnTo>
                  <a:lnTo>
                    <a:pt x="1493839" y="0"/>
                  </a:lnTo>
                  <a:lnTo>
                    <a:pt x="1426655" y="0"/>
                  </a:lnTo>
                  <a:lnTo>
                    <a:pt x="1353490" y="0"/>
                  </a:lnTo>
                  <a:lnTo>
                    <a:pt x="1273970" y="0"/>
                  </a:lnTo>
                  <a:lnTo>
                    <a:pt x="1188222" y="0"/>
                  </a:lnTo>
                  <a:lnTo>
                    <a:pt x="1097097" y="0"/>
                  </a:lnTo>
                  <a:lnTo>
                    <a:pt x="1002384" y="0"/>
                  </a:lnTo>
                  <a:lnTo>
                    <a:pt x="906932" y="0"/>
                  </a:lnTo>
                  <a:lnTo>
                    <a:pt x="814582" y="0"/>
                  </a:lnTo>
                  <a:lnTo>
                    <a:pt x="729797" y="0"/>
                  </a:lnTo>
                  <a:lnTo>
                    <a:pt x="656969" y="0"/>
                  </a:lnTo>
                  <a:lnTo>
                    <a:pt x="599528" y="0"/>
                  </a:lnTo>
                  <a:lnTo>
                    <a:pt x="559110" y="0"/>
                  </a:lnTo>
                  <a:lnTo>
                    <a:pt x="535064" y="0"/>
                  </a:lnTo>
                  <a:lnTo>
                    <a:pt x="524414" y="0"/>
                  </a:lnTo>
                  <a:lnTo>
                    <a:pt x="5221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696" name="pl696"/>
            <p:cNvSpPr/>
            <p:nvPr/>
          </p:nvSpPr>
          <p:spPr>
            <a:xfrm>
              <a:off x="386606" y="445765"/>
              <a:ext cx="8554953" cy="276711"/>
            </a:xfrm>
            <a:custGeom>
              <a:avLst/>
              <a:pathLst>
                <a:path w="8554953" h="276711">
                  <a:moveTo>
                    <a:pt x="0" y="0"/>
                  </a:moveTo>
                  <a:lnTo>
                    <a:pt x="522133" y="0"/>
                  </a:lnTo>
                  <a:lnTo>
                    <a:pt x="523403" y="0"/>
                  </a:lnTo>
                  <a:lnTo>
                    <a:pt x="531704" y="0"/>
                  </a:lnTo>
                  <a:lnTo>
                    <a:pt x="552456" y="0"/>
                  </a:lnTo>
                  <a:lnTo>
                    <a:pt x="589116" y="0"/>
                  </a:lnTo>
                  <a:lnTo>
                    <a:pt x="642860" y="0"/>
                  </a:lnTo>
                  <a:lnTo>
                    <a:pt x="712532" y="0"/>
                  </a:lnTo>
                  <a:lnTo>
                    <a:pt x="795033" y="0"/>
                  </a:lnTo>
                  <a:lnTo>
                    <a:pt x="886106" y="0"/>
                  </a:lnTo>
                  <a:lnTo>
                    <a:pt x="981233" y="0"/>
                  </a:lnTo>
                  <a:lnTo>
                    <a:pt x="1076392" y="0"/>
                  </a:lnTo>
                  <a:lnTo>
                    <a:pt x="1168500" y="0"/>
                  </a:lnTo>
                  <a:lnTo>
                    <a:pt x="1255540" y="0"/>
                  </a:lnTo>
                  <a:lnTo>
                    <a:pt x="1336469" y="0"/>
                  </a:lnTo>
                  <a:lnTo>
                    <a:pt x="1411020" y="0"/>
                  </a:lnTo>
                  <a:lnTo>
                    <a:pt x="1479475" y="0"/>
                  </a:lnTo>
                  <a:lnTo>
                    <a:pt x="1542472" y="0"/>
                  </a:lnTo>
                  <a:lnTo>
                    <a:pt x="1600853" y="0"/>
                  </a:lnTo>
                  <a:lnTo>
                    <a:pt x="1655549" y="0"/>
                  </a:lnTo>
                  <a:lnTo>
                    <a:pt x="1707495" y="0"/>
                  </a:lnTo>
                  <a:lnTo>
                    <a:pt x="1757546" y="0"/>
                  </a:lnTo>
                  <a:lnTo>
                    <a:pt x="1768425" y="0"/>
                  </a:lnTo>
                  <a:lnTo>
                    <a:pt x="1822685" y="0"/>
                  </a:lnTo>
                  <a:lnTo>
                    <a:pt x="1876422" y="0"/>
                  </a:lnTo>
                  <a:lnTo>
                    <a:pt x="1930225" y="0"/>
                  </a:lnTo>
                  <a:lnTo>
                    <a:pt x="1984484" y="0"/>
                  </a:lnTo>
                  <a:lnTo>
                    <a:pt x="2039421" y="0"/>
                  </a:lnTo>
                  <a:lnTo>
                    <a:pt x="2095106" y="0"/>
                  </a:lnTo>
                  <a:lnTo>
                    <a:pt x="2151484" y="0"/>
                  </a:lnTo>
                  <a:lnTo>
                    <a:pt x="2208392" y="0"/>
                  </a:lnTo>
                  <a:lnTo>
                    <a:pt x="2265595" y="0"/>
                  </a:lnTo>
                  <a:lnTo>
                    <a:pt x="2322815" y="0"/>
                  </a:lnTo>
                  <a:lnTo>
                    <a:pt x="2379776" y="0"/>
                  </a:lnTo>
                  <a:lnTo>
                    <a:pt x="2436232" y="0"/>
                  </a:lnTo>
                  <a:lnTo>
                    <a:pt x="2492013" y="0"/>
                  </a:lnTo>
                  <a:lnTo>
                    <a:pt x="2547044" y="0"/>
                  </a:lnTo>
                  <a:lnTo>
                    <a:pt x="2601382" y="0"/>
                  </a:lnTo>
                  <a:lnTo>
                    <a:pt x="2655225" y="0"/>
                  </a:lnTo>
                  <a:lnTo>
                    <a:pt x="2708942" y="0"/>
                  </a:lnTo>
                  <a:lnTo>
                    <a:pt x="2763094" y="0"/>
                  </a:lnTo>
                  <a:lnTo>
                    <a:pt x="2770117" y="0"/>
                  </a:lnTo>
                  <a:lnTo>
                    <a:pt x="2819851" y="0"/>
                  </a:lnTo>
                  <a:lnTo>
                    <a:pt x="2871308" y="0"/>
                  </a:lnTo>
                  <a:lnTo>
                    <a:pt x="2925318" y="0"/>
                  </a:lnTo>
                  <a:lnTo>
                    <a:pt x="2982803" y="0"/>
                  </a:lnTo>
                  <a:lnTo>
                    <a:pt x="3044703" y="0"/>
                  </a:lnTo>
                  <a:lnTo>
                    <a:pt x="3111888" y="0"/>
                  </a:lnTo>
                  <a:lnTo>
                    <a:pt x="3185052" y="0"/>
                  </a:lnTo>
                  <a:lnTo>
                    <a:pt x="3264572" y="0"/>
                  </a:lnTo>
                  <a:lnTo>
                    <a:pt x="3350320" y="0"/>
                  </a:lnTo>
                  <a:lnTo>
                    <a:pt x="3441445" y="0"/>
                  </a:lnTo>
                  <a:lnTo>
                    <a:pt x="3536158" y="0"/>
                  </a:lnTo>
                  <a:lnTo>
                    <a:pt x="3631610" y="0"/>
                  </a:lnTo>
                  <a:lnTo>
                    <a:pt x="3723960" y="0"/>
                  </a:lnTo>
                  <a:lnTo>
                    <a:pt x="3808745" y="0"/>
                  </a:lnTo>
                  <a:lnTo>
                    <a:pt x="3881573" y="0"/>
                  </a:lnTo>
                  <a:lnTo>
                    <a:pt x="3939014" y="0"/>
                  </a:lnTo>
                  <a:lnTo>
                    <a:pt x="3979432" y="0"/>
                  </a:lnTo>
                  <a:lnTo>
                    <a:pt x="4003478" y="0"/>
                  </a:lnTo>
                  <a:lnTo>
                    <a:pt x="4014128" y="0"/>
                  </a:lnTo>
                  <a:lnTo>
                    <a:pt x="4016395" y="0"/>
                  </a:lnTo>
                  <a:lnTo>
                    <a:pt x="4016409" y="0"/>
                  </a:lnTo>
                  <a:lnTo>
                    <a:pt x="4538543" y="0"/>
                  </a:lnTo>
                  <a:lnTo>
                    <a:pt x="4539811" y="8"/>
                  </a:lnTo>
                  <a:lnTo>
                    <a:pt x="4548104" y="69"/>
                  </a:lnTo>
                  <a:lnTo>
                    <a:pt x="4568837" y="236"/>
                  </a:lnTo>
                  <a:lnTo>
                    <a:pt x="4605464" y="565"/>
                  </a:lnTo>
                  <a:lnTo>
                    <a:pt x="4659164" y="1104"/>
                  </a:lnTo>
                  <a:lnTo>
                    <a:pt x="4728784" y="1889"/>
                  </a:lnTo>
                  <a:lnTo>
                    <a:pt x="4811234" y="2941"/>
                  </a:lnTo>
                  <a:lnTo>
                    <a:pt x="4902259" y="4265"/>
                  </a:lnTo>
                  <a:lnTo>
                    <a:pt x="4997348" y="5860"/>
                  </a:lnTo>
                  <a:lnTo>
                    <a:pt x="5092480" y="7717"/>
                  </a:lnTo>
                  <a:lnTo>
                    <a:pt x="5184572" y="9835"/>
                  </a:lnTo>
                  <a:lnTo>
                    <a:pt x="5271604" y="12217"/>
                  </a:lnTo>
                  <a:lnTo>
                    <a:pt x="5352533" y="14878"/>
                  </a:lnTo>
                  <a:lnTo>
                    <a:pt x="5427088" y="17844"/>
                  </a:lnTo>
                  <a:lnTo>
                    <a:pt x="5495548" y="21153"/>
                  </a:lnTo>
                  <a:lnTo>
                    <a:pt x="5558551" y="24853"/>
                  </a:lnTo>
                  <a:lnTo>
                    <a:pt x="5616935" y="29001"/>
                  </a:lnTo>
                  <a:lnTo>
                    <a:pt x="5671632" y="33658"/>
                  </a:lnTo>
                  <a:lnTo>
                    <a:pt x="5723574" y="38879"/>
                  </a:lnTo>
                  <a:lnTo>
                    <a:pt x="5773618" y="44705"/>
                  </a:lnTo>
                  <a:lnTo>
                    <a:pt x="5784835" y="46118"/>
                  </a:lnTo>
                  <a:lnTo>
                    <a:pt x="5838647" y="53431"/>
                  </a:lnTo>
                  <a:lnTo>
                    <a:pt x="5891940" y="61512"/>
                  </a:lnTo>
                  <a:lnTo>
                    <a:pt x="5945290" y="70373"/>
                  </a:lnTo>
                  <a:lnTo>
                    <a:pt x="5999082" y="79995"/>
                  </a:lnTo>
                  <a:lnTo>
                    <a:pt x="6053535" y="90329"/>
                  </a:lnTo>
                  <a:lnTo>
                    <a:pt x="6108725" y="101291"/>
                  </a:lnTo>
                  <a:lnTo>
                    <a:pt x="6164600" y="112767"/>
                  </a:lnTo>
                  <a:lnTo>
                    <a:pt x="6221010" y="124612"/>
                  </a:lnTo>
                  <a:lnTo>
                    <a:pt x="6277725" y="136661"/>
                  </a:lnTo>
                  <a:lnTo>
                    <a:pt x="6334480" y="148735"/>
                  </a:lnTo>
                  <a:lnTo>
                    <a:pt x="6391000" y="160655"/>
                  </a:lnTo>
                  <a:lnTo>
                    <a:pt x="6447045" y="172250"/>
                  </a:lnTo>
                  <a:lnTo>
                    <a:pt x="6502437" y="183369"/>
                  </a:lnTo>
                  <a:lnTo>
                    <a:pt x="6557095" y="193889"/>
                  </a:lnTo>
                  <a:lnTo>
                    <a:pt x="6611056" y="203717"/>
                  </a:lnTo>
                  <a:lnTo>
                    <a:pt x="6664498" y="212794"/>
                  </a:lnTo>
                  <a:lnTo>
                    <a:pt x="6717758" y="221094"/>
                  </a:lnTo>
                  <a:lnTo>
                    <a:pt x="6771355" y="228619"/>
                  </a:lnTo>
                  <a:lnTo>
                    <a:pt x="6786527" y="230592"/>
                  </a:lnTo>
                  <a:lnTo>
                    <a:pt x="6836244" y="236557"/>
                  </a:lnTo>
                  <a:lnTo>
                    <a:pt x="6887682" y="241914"/>
                  </a:lnTo>
                  <a:lnTo>
                    <a:pt x="6941670" y="246695"/>
                  </a:lnTo>
                  <a:lnTo>
                    <a:pt x="6999131" y="250953"/>
                  </a:lnTo>
                  <a:lnTo>
                    <a:pt x="7061003" y="254751"/>
                  </a:lnTo>
                  <a:lnTo>
                    <a:pt x="7128154" y="258144"/>
                  </a:lnTo>
                  <a:lnTo>
                    <a:pt x="7201279" y="261185"/>
                  </a:lnTo>
                  <a:lnTo>
                    <a:pt x="7280756" y="263912"/>
                  </a:lnTo>
                  <a:lnTo>
                    <a:pt x="7366457" y="266356"/>
                  </a:lnTo>
                  <a:lnTo>
                    <a:pt x="7457536" y="268533"/>
                  </a:lnTo>
                  <a:lnTo>
                    <a:pt x="7552209" y="270450"/>
                  </a:lnTo>
                  <a:lnTo>
                    <a:pt x="7647632" y="272105"/>
                  </a:lnTo>
                  <a:lnTo>
                    <a:pt x="7739973" y="273492"/>
                  </a:lnTo>
                  <a:lnTo>
                    <a:pt x="7824774" y="274605"/>
                  </a:lnTo>
                  <a:lnTo>
                    <a:pt x="7897646" y="275450"/>
                  </a:lnTo>
                  <a:lnTo>
                    <a:pt x="7955156" y="276042"/>
                  </a:lnTo>
                  <a:lnTo>
                    <a:pt x="7995656" y="276415"/>
                  </a:lnTo>
                  <a:lnTo>
                    <a:pt x="8019785" y="276615"/>
                  </a:lnTo>
                  <a:lnTo>
                    <a:pt x="8030502" y="276695"/>
                  </a:lnTo>
                  <a:lnTo>
                    <a:pt x="8032804" y="276711"/>
                  </a:lnTo>
                  <a:lnTo>
                    <a:pt x="8032819" y="276711"/>
                  </a:lnTo>
                  <a:lnTo>
                    <a:pt x="8554953" y="276711"/>
                  </a:lnTo>
                  <a:lnTo>
                    <a:pt x="8554953" y="276711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697" name="pl697"/>
            <p:cNvSpPr/>
            <p:nvPr/>
          </p:nvSpPr>
          <p:spPr>
            <a:xfrm>
              <a:off x="386606" y="440118"/>
              <a:ext cx="8554953" cy="276711"/>
            </a:xfrm>
            <a:custGeom>
              <a:avLst/>
              <a:pathLst>
                <a:path w="8554953" h="276711">
                  <a:moveTo>
                    <a:pt x="8554953" y="276711"/>
                  </a:moveTo>
                  <a:lnTo>
                    <a:pt x="8032819" y="276711"/>
                  </a:lnTo>
                  <a:lnTo>
                    <a:pt x="8031551" y="276702"/>
                  </a:lnTo>
                  <a:lnTo>
                    <a:pt x="8023258" y="276642"/>
                  </a:lnTo>
                  <a:lnTo>
                    <a:pt x="8002525" y="276474"/>
                  </a:lnTo>
                  <a:lnTo>
                    <a:pt x="7965898" y="276145"/>
                  </a:lnTo>
                  <a:lnTo>
                    <a:pt x="7912198" y="275606"/>
                  </a:lnTo>
                  <a:lnTo>
                    <a:pt x="7842578" y="274821"/>
                  </a:lnTo>
                  <a:lnTo>
                    <a:pt x="7760128" y="273770"/>
                  </a:lnTo>
                  <a:lnTo>
                    <a:pt x="7669103" y="272445"/>
                  </a:lnTo>
                  <a:lnTo>
                    <a:pt x="7574014" y="270851"/>
                  </a:lnTo>
                  <a:lnTo>
                    <a:pt x="7478882" y="268993"/>
                  </a:lnTo>
                  <a:lnTo>
                    <a:pt x="7386790" y="266875"/>
                  </a:lnTo>
                  <a:lnTo>
                    <a:pt x="7299758" y="264494"/>
                  </a:lnTo>
                  <a:lnTo>
                    <a:pt x="7218829" y="261833"/>
                  </a:lnTo>
                  <a:lnTo>
                    <a:pt x="7144274" y="258867"/>
                  </a:lnTo>
                  <a:lnTo>
                    <a:pt x="7075814" y="255558"/>
                  </a:lnTo>
                  <a:lnTo>
                    <a:pt x="7012811" y="251857"/>
                  </a:lnTo>
                  <a:lnTo>
                    <a:pt x="6954427" y="247709"/>
                  </a:lnTo>
                  <a:lnTo>
                    <a:pt x="6899730" y="243052"/>
                  </a:lnTo>
                  <a:lnTo>
                    <a:pt x="6847788" y="237831"/>
                  </a:lnTo>
                  <a:lnTo>
                    <a:pt x="6797744" y="232006"/>
                  </a:lnTo>
                  <a:lnTo>
                    <a:pt x="6786527" y="230592"/>
                  </a:lnTo>
                  <a:lnTo>
                    <a:pt x="6732715" y="223280"/>
                  </a:lnTo>
                  <a:lnTo>
                    <a:pt x="6679422" y="215198"/>
                  </a:lnTo>
                  <a:lnTo>
                    <a:pt x="6626072" y="206338"/>
                  </a:lnTo>
                  <a:lnTo>
                    <a:pt x="6572280" y="196715"/>
                  </a:lnTo>
                  <a:lnTo>
                    <a:pt x="6517827" y="186382"/>
                  </a:lnTo>
                  <a:lnTo>
                    <a:pt x="6462637" y="175419"/>
                  </a:lnTo>
                  <a:lnTo>
                    <a:pt x="6406761" y="163943"/>
                  </a:lnTo>
                  <a:lnTo>
                    <a:pt x="6350352" y="152098"/>
                  </a:lnTo>
                  <a:lnTo>
                    <a:pt x="6293636" y="140049"/>
                  </a:lnTo>
                  <a:lnTo>
                    <a:pt x="6236882" y="127975"/>
                  </a:lnTo>
                  <a:lnTo>
                    <a:pt x="6180361" y="116056"/>
                  </a:lnTo>
                  <a:lnTo>
                    <a:pt x="6124317" y="104461"/>
                  </a:lnTo>
                  <a:lnTo>
                    <a:pt x="6068925" y="93341"/>
                  </a:lnTo>
                  <a:lnTo>
                    <a:pt x="6014267" y="82822"/>
                  </a:lnTo>
                  <a:lnTo>
                    <a:pt x="5960306" y="72994"/>
                  </a:lnTo>
                  <a:lnTo>
                    <a:pt x="5906864" y="63917"/>
                  </a:lnTo>
                  <a:lnTo>
                    <a:pt x="5853604" y="55617"/>
                  </a:lnTo>
                  <a:lnTo>
                    <a:pt x="5800007" y="48091"/>
                  </a:lnTo>
                  <a:lnTo>
                    <a:pt x="5784835" y="46118"/>
                  </a:lnTo>
                  <a:lnTo>
                    <a:pt x="5735118" y="40153"/>
                  </a:lnTo>
                  <a:lnTo>
                    <a:pt x="5683680" y="34797"/>
                  </a:lnTo>
                  <a:lnTo>
                    <a:pt x="5629691" y="30016"/>
                  </a:lnTo>
                  <a:lnTo>
                    <a:pt x="5572231" y="25757"/>
                  </a:lnTo>
                  <a:lnTo>
                    <a:pt x="5510359" y="21960"/>
                  </a:lnTo>
                  <a:lnTo>
                    <a:pt x="5443208" y="18566"/>
                  </a:lnTo>
                  <a:lnTo>
                    <a:pt x="5370083" y="15525"/>
                  </a:lnTo>
                  <a:lnTo>
                    <a:pt x="5290606" y="12798"/>
                  </a:lnTo>
                  <a:lnTo>
                    <a:pt x="5204904" y="10354"/>
                  </a:lnTo>
                  <a:lnTo>
                    <a:pt x="5113826" y="8177"/>
                  </a:lnTo>
                  <a:lnTo>
                    <a:pt x="5019153" y="6260"/>
                  </a:lnTo>
                  <a:lnTo>
                    <a:pt x="4923730" y="4605"/>
                  </a:lnTo>
                  <a:lnTo>
                    <a:pt x="4831389" y="3219"/>
                  </a:lnTo>
                  <a:lnTo>
                    <a:pt x="4746588" y="2105"/>
                  </a:lnTo>
                  <a:lnTo>
                    <a:pt x="4673715" y="1261"/>
                  </a:lnTo>
                  <a:lnTo>
                    <a:pt x="4616206" y="668"/>
                  </a:lnTo>
                  <a:lnTo>
                    <a:pt x="4575706" y="295"/>
                  </a:lnTo>
                  <a:lnTo>
                    <a:pt x="4551577" y="95"/>
                  </a:lnTo>
                  <a:lnTo>
                    <a:pt x="4540860" y="15"/>
                  </a:lnTo>
                  <a:lnTo>
                    <a:pt x="4538558" y="0"/>
                  </a:lnTo>
                  <a:lnTo>
                    <a:pt x="4538543" y="0"/>
                  </a:lnTo>
                  <a:lnTo>
                    <a:pt x="4016409" y="0"/>
                  </a:lnTo>
                  <a:lnTo>
                    <a:pt x="4015139" y="0"/>
                  </a:lnTo>
                  <a:lnTo>
                    <a:pt x="4006838" y="0"/>
                  </a:lnTo>
                  <a:lnTo>
                    <a:pt x="3986086" y="0"/>
                  </a:lnTo>
                  <a:lnTo>
                    <a:pt x="3949426" y="0"/>
                  </a:lnTo>
                  <a:lnTo>
                    <a:pt x="3895682" y="0"/>
                  </a:lnTo>
                  <a:lnTo>
                    <a:pt x="3826010" y="0"/>
                  </a:lnTo>
                  <a:lnTo>
                    <a:pt x="3743509" y="0"/>
                  </a:lnTo>
                  <a:lnTo>
                    <a:pt x="3652436" y="0"/>
                  </a:lnTo>
                  <a:lnTo>
                    <a:pt x="3557309" y="0"/>
                  </a:lnTo>
                  <a:lnTo>
                    <a:pt x="3462150" y="0"/>
                  </a:lnTo>
                  <a:lnTo>
                    <a:pt x="3370042" y="0"/>
                  </a:lnTo>
                  <a:lnTo>
                    <a:pt x="3283002" y="0"/>
                  </a:lnTo>
                  <a:lnTo>
                    <a:pt x="3202073" y="0"/>
                  </a:lnTo>
                  <a:lnTo>
                    <a:pt x="3127522" y="0"/>
                  </a:lnTo>
                  <a:lnTo>
                    <a:pt x="3059067" y="0"/>
                  </a:lnTo>
                  <a:lnTo>
                    <a:pt x="2996070" y="0"/>
                  </a:lnTo>
                  <a:lnTo>
                    <a:pt x="2937689" y="0"/>
                  </a:lnTo>
                  <a:lnTo>
                    <a:pt x="2882993" y="0"/>
                  </a:lnTo>
                  <a:lnTo>
                    <a:pt x="2831048" y="0"/>
                  </a:lnTo>
                  <a:lnTo>
                    <a:pt x="2780996" y="0"/>
                  </a:lnTo>
                  <a:lnTo>
                    <a:pt x="2770117" y="0"/>
                  </a:lnTo>
                  <a:lnTo>
                    <a:pt x="2715858" y="0"/>
                  </a:lnTo>
                  <a:lnTo>
                    <a:pt x="2662120" y="0"/>
                  </a:lnTo>
                  <a:lnTo>
                    <a:pt x="2608317" y="0"/>
                  </a:lnTo>
                  <a:lnTo>
                    <a:pt x="2554058" y="0"/>
                  </a:lnTo>
                  <a:lnTo>
                    <a:pt x="2499121" y="0"/>
                  </a:lnTo>
                  <a:lnTo>
                    <a:pt x="2443436" y="0"/>
                  </a:lnTo>
                  <a:lnTo>
                    <a:pt x="2387058" y="0"/>
                  </a:lnTo>
                  <a:lnTo>
                    <a:pt x="2330150" y="0"/>
                  </a:lnTo>
                  <a:lnTo>
                    <a:pt x="2272947" y="0"/>
                  </a:lnTo>
                  <a:lnTo>
                    <a:pt x="2215727" y="0"/>
                  </a:lnTo>
                  <a:lnTo>
                    <a:pt x="2158766" y="0"/>
                  </a:lnTo>
                  <a:lnTo>
                    <a:pt x="2102310" y="0"/>
                  </a:lnTo>
                  <a:lnTo>
                    <a:pt x="2046530" y="0"/>
                  </a:lnTo>
                  <a:lnTo>
                    <a:pt x="1991498" y="0"/>
                  </a:lnTo>
                  <a:lnTo>
                    <a:pt x="1937161" y="0"/>
                  </a:lnTo>
                  <a:lnTo>
                    <a:pt x="1883317" y="0"/>
                  </a:lnTo>
                  <a:lnTo>
                    <a:pt x="1829600" y="0"/>
                  </a:lnTo>
                  <a:lnTo>
                    <a:pt x="1775448" y="0"/>
                  </a:lnTo>
                  <a:lnTo>
                    <a:pt x="1768425" y="0"/>
                  </a:lnTo>
                  <a:lnTo>
                    <a:pt x="1718691" y="0"/>
                  </a:lnTo>
                  <a:lnTo>
                    <a:pt x="1667234" y="0"/>
                  </a:lnTo>
                  <a:lnTo>
                    <a:pt x="1613225" y="0"/>
                  </a:lnTo>
                  <a:lnTo>
                    <a:pt x="1555739" y="0"/>
                  </a:lnTo>
                  <a:lnTo>
                    <a:pt x="1493839" y="0"/>
                  </a:lnTo>
                  <a:lnTo>
                    <a:pt x="1426655" y="0"/>
                  </a:lnTo>
                  <a:lnTo>
                    <a:pt x="1353490" y="0"/>
                  </a:lnTo>
                  <a:lnTo>
                    <a:pt x="1273970" y="0"/>
                  </a:lnTo>
                  <a:lnTo>
                    <a:pt x="1188222" y="0"/>
                  </a:lnTo>
                  <a:lnTo>
                    <a:pt x="1097097" y="0"/>
                  </a:lnTo>
                  <a:lnTo>
                    <a:pt x="1002384" y="0"/>
                  </a:lnTo>
                  <a:lnTo>
                    <a:pt x="906932" y="0"/>
                  </a:lnTo>
                  <a:lnTo>
                    <a:pt x="814582" y="0"/>
                  </a:lnTo>
                  <a:lnTo>
                    <a:pt x="729797" y="0"/>
                  </a:lnTo>
                  <a:lnTo>
                    <a:pt x="656969" y="0"/>
                  </a:lnTo>
                  <a:lnTo>
                    <a:pt x="599528" y="0"/>
                  </a:lnTo>
                  <a:lnTo>
                    <a:pt x="559110" y="0"/>
                  </a:lnTo>
                  <a:lnTo>
                    <a:pt x="535064" y="0"/>
                  </a:lnTo>
                  <a:lnTo>
                    <a:pt x="524414" y="0"/>
                  </a:lnTo>
                  <a:lnTo>
                    <a:pt x="522147" y="0"/>
                  </a:lnTo>
                  <a:lnTo>
                    <a:pt x="522133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698" name="pg698"/>
            <p:cNvSpPr/>
            <p:nvPr/>
          </p:nvSpPr>
          <p:spPr>
            <a:xfrm>
              <a:off x="386606" y="445765"/>
              <a:ext cx="8554953" cy="943077"/>
            </a:xfrm>
            <a:custGeom>
              <a:avLst/>
              <a:pathLst>
                <a:path w="8554953" h="943077">
                  <a:moveTo>
                    <a:pt x="0" y="16941"/>
                  </a:moveTo>
                  <a:lnTo>
                    <a:pt x="522133" y="16941"/>
                  </a:lnTo>
                  <a:lnTo>
                    <a:pt x="523403" y="16941"/>
                  </a:lnTo>
                  <a:lnTo>
                    <a:pt x="531704" y="16941"/>
                  </a:lnTo>
                  <a:lnTo>
                    <a:pt x="552456" y="16941"/>
                  </a:lnTo>
                  <a:lnTo>
                    <a:pt x="589116" y="16941"/>
                  </a:lnTo>
                  <a:lnTo>
                    <a:pt x="642860" y="16941"/>
                  </a:lnTo>
                  <a:lnTo>
                    <a:pt x="712532" y="16941"/>
                  </a:lnTo>
                  <a:lnTo>
                    <a:pt x="795033" y="16941"/>
                  </a:lnTo>
                  <a:lnTo>
                    <a:pt x="886106" y="16941"/>
                  </a:lnTo>
                  <a:lnTo>
                    <a:pt x="981233" y="16941"/>
                  </a:lnTo>
                  <a:lnTo>
                    <a:pt x="1076392" y="16941"/>
                  </a:lnTo>
                  <a:lnTo>
                    <a:pt x="1168500" y="16941"/>
                  </a:lnTo>
                  <a:lnTo>
                    <a:pt x="1255540" y="16941"/>
                  </a:lnTo>
                  <a:lnTo>
                    <a:pt x="1336469" y="16941"/>
                  </a:lnTo>
                  <a:lnTo>
                    <a:pt x="1411020" y="16941"/>
                  </a:lnTo>
                  <a:lnTo>
                    <a:pt x="1479475" y="16941"/>
                  </a:lnTo>
                  <a:lnTo>
                    <a:pt x="1542472" y="16941"/>
                  </a:lnTo>
                  <a:lnTo>
                    <a:pt x="1600853" y="16941"/>
                  </a:lnTo>
                  <a:lnTo>
                    <a:pt x="1655549" y="16941"/>
                  </a:lnTo>
                  <a:lnTo>
                    <a:pt x="1707495" y="16941"/>
                  </a:lnTo>
                  <a:lnTo>
                    <a:pt x="1757546" y="16941"/>
                  </a:lnTo>
                  <a:lnTo>
                    <a:pt x="1768425" y="16941"/>
                  </a:lnTo>
                  <a:lnTo>
                    <a:pt x="1822685" y="16941"/>
                  </a:lnTo>
                  <a:lnTo>
                    <a:pt x="1876422" y="16941"/>
                  </a:lnTo>
                  <a:lnTo>
                    <a:pt x="1930225" y="16941"/>
                  </a:lnTo>
                  <a:lnTo>
                    <a:pt x="1984484" y="16941"/>
                  </a:lnTo>
                  <a:lnTo>
                    <a:pt x="2039421" y="16941"/>
                  </a:lnTo>
                  <a:lnTo>
                    <a:pt x="2095106" y="16941"/>
                  </a:lnTo>
                  <a:lnTo>
                    <a:pt x="2151484" y="16941"/>
                  </a:lnTo>
                  <a:lnTo>
                    <a:pt x="2208392" y="16941"/>
                  </a:lnTo>
                  <a:lnTo>
                    <a:pt x="2265595" y="16941"/>
                  </a:lnTo>
                  <a:lnTo>
                    <a:pt x="2322815" y="16941"/>
                  </a:lnTo>
                  <a:lnTo>
                    <a:pt x="2379776" y="16941"/>
                  </a:lnTo>
                  <a:lnTo>
                    <a:pt x="2436232" y="16941"/>
                  </a:lnTo>
                  <a:lnTo>
                    <a:pt x="2492013" y="16941"/>
                  </a:lnTo>
                  <a:lnTo>
                    <a:pt x="2547044" y="16941"/>
                  </a:lnTo>
                  <a:lnTo>
                    <a:pt x="2601382" y="16941"/>
                  </a:lnTo>
                  <a:lnTo>
                    <a:pt x="2655225" y="16941"/>
                  </a:lnTo>
                  <a:lnTo>
                    <a:pt x="2708942" y="16941"/>
                  </a:lnTo>
                  <a:lnTo>
                    <a:pt x="2763094" y="16941"/>
                  </a:lnTo>
                  <a:lnTo>
                    <a:pt x="2770117" y="16941"/>
                  </a:lnTo>
                  <a:lnTo>
                    <a:pt x="2819851" y="16941"/>
                  </a:lnTo>
                  <a:lnTo>
                    <a:pt x="2871308" y="16941"/>
                  </a:lnTo>
                  <a:lnTo>
                    <a:pt x="2925318" y="16941"/>
                  </a:lnTo>
                  <a:lnTo>
                    <a:pt x="2982803" y="16941"/>
                  </a:lnTo>
                  <a:lnTo>
                    <a:pt x="3044703" y="16941"/>
                  </a:lnTo>
                  <a:lnTo>
                    <a:pt x="3111888" y="16941"/>
                  </a:lnTo>
                  <a:lnTo>
                    <a:pt x="3185052" y="16941"/>
                  </a:lnTo>
                  <a:lnTo>
                    <a:pt x="3264572" y="16941"/>
                  </a:lnTo>
                  <a:lnTo>
                    <a:pt x="3350320" y="16941"/>
                  </a:lnTo>
                  <a:lnTo>
                    <a:pt x="3441445" y="16941"/>
                  </a:lnTo>
                  <a:lnTo>
                    <a:pt x="3536158" y="16941"/>
                  </a:lnTo>
                  <a:lnTo>
                    <a:pt x="3631610" y="16941"/>
                  </a:lnTo>
                  <a:lnTo>
                    <a:pt x="3723960" y="16941"/>
                  </a:lnTo>
                  <a:lnTo>
                    <a:pt x="3808745" y="16941"/>
                  </a:lnTo>
                  <a:lnTo>
                    <a:pt x="3881573" y="16941"/>
                  </a:lnTo>
                  <a:lnTo>
                    <a:pt x="3939014" y="16941"/>
                  </a:lnTo>
                  <a:lnTo>
                    <a:pt x="3979432" y="16941"/>
                  </a:lnTo>
                  <a:lnTo>
                    <a:pt x="4003478" y="16941"/>
                  </a:lnTo>
                  <a:lnTo>
                    <a:pt x="4014128" y="16941"/>
                  </a:lnTo>
                  <a:lnTo>
                    <a:pt x="4016409" y="16941"/>
                  </a:lnTo>
                  <a:lnTo>
                    <a:pt x="4538543" y="16941"/>
                  </a:lnTo>
                  <a:lnTo>
                    <a:pt x="4539799" y="16969"/>
                  </a:lnTo>
                  <a:lnTo>
                    <a:pt x="4548010" y="17170"/>
                  </a:lnTo>
                  <a:lnTo>
                    <a:pt x="4568545" y="17725"/>
                  </a:lnTo>
                  <a:lnTo>
                    <a:pt x="4604841" y="18815"/>
                  </a:lnTo>
                  <a:lnTo>
                    <a:pt x="4658094" y="20601"/>
                  </a:lnTo>
                  <a:lnTo>
                    <a:pt x="4727196" y="23203"/>
                  </a:lnTo>
                  <a:lnTo>
                    <a:pt x="4809118" y="26689"/>
                  </a:lnTo>
                  <a:lnTo>
                    <a:pt x="4899666" y="31084"/>
                  </a:lnTo>
                  <a:lnTo>
                    <a:pt x="4994369" y="36375"/>
                  </a:lnTo>
                  <a:lnTo>
                    <a:pt x="5089227" y="42543"/>
                  </a:lnTo>
                  <a:lnTo>
                    <a:pt x="5181152" y="49574"/>
                  </a:lnTo>
                  <a:lnTo>
                    <a:pt x="5268110" y="57483"/>
                  </a:lnTo>
                  <a:lnTo>
                    <a:pt x="5349033" y="66315"/>
                  </a:lnTo>
                  <a:lnTo>
                    <a:pt x="5423623" y="76158"/>
                  </a:lnTo>
                  <a:lnTo>
                    <a:pt x="5492138" y="87134"/>
                  </a:lnTo>
                  <a:lnTo>
                    <a:pt x="5555194" y="99402"/>
                  </a:lnTo>
                  <a:lnTo>
                    <a:pt x="5613615" y="113147"/>
                  </a:lnTo>
                  <a:lnTo>
                    <a:pt x="5668317" y="128571"/>
                  </a:lnTo>
                  <a:lnTo>
                    <a:pt x="5720228" y="145861"/>
                  </a:lnTo>
                  <a:lnTo>
                    <a:pt x="5770203" y="165153"/>
                  </a:lnTo>
                  <a:lnTo>
                    <a:pt x="5784835" y="171297"/>
                  </a:lnTo>
                  <a:lnTo>
                    <a:pt x="5834925" y="193985"/>
                  </a:lnTo>
                  <a:lnTo>
                    <a:pt x="5884527" y="218897"/>
                  </a:lnTo>
                  <a:lnTo>
                    <a:pt x="5934120" y="246068"/>
                  </a:lnTo>
                  <a:lnTo>
                    <a:pt x="5984041" y="275463"/>
                  </a:lnTo>
                  <a:lnTo>
                    <a:pt x="6034495" y="306972"/>
                  </a:lnTo>
                  <a:lnTo>
                    <a:pt x="6085580" y="340397"/>
                  </a:lnTo>
                  <a:lnTo>
                    <a:pt x="6137289" y="375461"/>
                  </a:lnTo>
                  <a:lnTo>
                    <a:pt x="6189535" y="411809"/>
                  </a:lnTo>
                  <a:lnTo>
                    <a:pt x="6242163" y="449020"/>
                  </a:lnTo>
                  <a:lnTo>
                    <a:pt x="6294973" y="486632"/>
                  </a:lnTo>
                  <a:lnTo>
                    <a:pt x="6347743" y="524157"/>
                  </a:lnTo>
                  <a:lnTo>
                    <a:pt x="6400257" y="561116"/>
                  </a:lnTo>
                  <a:lnTo>
                    <a:pt x="6452329" y="597057"/>
                  </a:lnTo>
                  <a:lnTo>
                    <a:pt x="6503825" y="631582"/>
                  </a:lnTo>
                  <a:lnTo>
                    <a:pt x="6554684" y="664360"/>
                  </a:lnTo>
                  <a:lnTo>
                    <a:pt x="6604934" y="695143"/>
                  </a:lnTo>
                  <a:lnTo>
                    <a:pt x="6654710" y="723765"/>
                  </a:lnTo>
                  <a:lnTo>
                    <a:pt x="6704261" y="750141"/>
                  </a:lnTo>
                  <a:lnTo>
                    <a:pt x="6753971" y="774263"/>
                  </a:lnTo>
                  <a:lnTo>
                    <a:pt x="6786527" y="788721"/>
                  </a:lnTo>
                  <a:lnTo>
                    <a:pt x="6836069" y="808620"/>
                  </a:lnTo>
                  <a:lnTo>
                    <a:pt x="6887319" y="826496"/>
                  </a:lnTo>
                  <a:lnTo>
                    <a:pt x="6941094" y="842458"/>
                  </a:lnTo>
                  <a:lnTo>
                    <a:pt x="6998309" y="856682"/>
                  </a:lnTo>
                  <a:lnTo>
                    <a:pt x="7059890" y="869370"/>
                  </a:lnTo>
                  <a:lnTo>
                    <a:pt x="7126702" y="880713"/>
                  </a:lnTo>
                  <a:lnTo>
                    <a:pt x="7199435" y="890879"/>
                  </a:lnTo>
                  <a:lnTo>
                    <a:pt x="7278471" y="900002"/>
                  </a:lnTo>
                  <a:lnTo>
                    <a:pt x="7363703" y="908180"/>
                  </a:lnTo>
                  <a:lnTo>
                    <a:pt x="7454314" y="915470"/>
                  </a:lnTo>
                  <a:lnTo>
                    <a:pt x="7548573" y="921895"/>
                  </a:lnTo>
                  <a:lnTo>
                    <a:pt x="7643705" y="927450"/>
                  </a:lnTo>
                  <a:lnTo>
                    <a:pt x="7735950" y="932114"/>
                  </a:lnTo>
                  <a:lnTo>
                    <a:pt x="7820911" y="935871"/>
                  </a:lnTo>
                  <a:lnTo>
                    <a:pt x="7894221" y="938731"/>
                  </a:lnTo>
                  <a:lnTo>
                    <a:pt x="7952413" y="940750"/>
                  </a:lnTo>
                  <a:lnTo>
                    <a:pt x="7993746" y="942032"/>
                  </a:lnTo>
                  <a:lnTo>
                    <a:pt x="8018716" y="942728"/>
                  </a:lnTo>
                  <a:lnTo>
                    <a:pt x="8030120" y="943015"/>
                  </a:lnTo>
                  <a:lnTo>
                    <a:pt x="8032819" y="943077"/>
                  </a:lnTo>
                  <a:lnTo>
                    <a:pt x="8554953" y="943077"/>
                  </a:lnTo>
                  <a:lnTo>
                    <a:pt x="8554953" y="926136"/>
                  </a:lnTo>
                  <a:lnTo>
                    <a:pt x="8032819" y="926136"/>
                  </a:lnTo>
                  <a:lnTo>
                    <a:pt x="8031563" y="926107"/>
                  </a:lnTo>
                  <a:lnTo>
                    <a:pt x="8023352" y="925907"/>
                  </a:lnTo>
                  <a:lnTo>
                    <a:pt x="8002817" y="925351"/>
                  </a:lnTo>
                  <a:lnTo>
                    <a:pt x="7966521" y="924261"/>
                  </a:lnTo>
                  <a:lnTo>
                    <a:pt x="7913268" y="922475"/>
                  </a:lnTo>
                  <a:lnTo>
                    <a:pt x="7844166" y="919874"/>
                  </a:lnTo>
                  <a:lnTo>
                    <a:pt x="7762244" y="916387"/>
                  </a:lnTo>
                  <a:lnTo>
                    <a:pt x="7671696" y="911993"/>
                  </a:lnTo>
                  <a:lnTo>
                    <a:pt x="7576993" y="906701"/>
                  </a:lnTo>
                  <a:lnTo>
                    <a:pt x="7482135" y="900534"/>
                  </a:lnTo>
                  <a:lnTo>
                    <a:pt x="7390210" y="893502"/>
                  </a:lnTo>
                  <a:lnTo>
                    <a:pt x="7303252" y="885594"/>
                  </a:lnTo>
                  <a:lnTo>
                    <a:pt x="7222329" y="876761"/>
                  </a:lnTo>
                  <a:lnTo>
                    <a:pt x="7147739" y="866919"/>
                  </a:lnTo>
                  <a:lnTo>
                    <a:pt x="7079224" y="855943"/>
                  </a:lnTo>
                  <a:lnTo>
                    <a:pt x="7016168" y="843675"/>
                  </a:lnTo>
                  <a:lnTo>
                    <a:pt x="6957747" y="829929"/>
                  </a:lnTo>
                  <a:lnTo>
                    <a:pt x="6903044" y="814506"/>
                  </a:lnTo>
                  <a:lnTo>
                    <a:pt x="6851133" y="797216"/>
                  </a:lnTo>
                  <a:lnTo>
                    <a:pt x="6801159" y="777924"/>
                  </a:lnTo>
                  <a:lnTo>
                    <a:pt x="6786527" y="771780"/>
                  </a:lnTo>
                  <a:lnTo>
                    <a:pt x="6736437" y="749091"/>
                  </a:lnTo>
                  <a:lnTo>
                    <a:pt x="6686835" y="724179"/>
                  </a:lnTo>
                  <a:lnTo>
                    <a:pt x="6637242" y="697009"/>
                  </a:lnTo>
                  <a:lnTo>
                    <a:pt x="6587321" y="667613"/>
                  </a:lnTo>
                  <a:lnTo>
                    <a:pt x="6536866" y="636105"/>
                  </a:lnTo>
                  <a:lnTo>
                    <a:pt x="6485782" y="602680"/>
                  </a:lnTo>
                  <a:lnTo>
                    <a:pt x="6434073" y="567615"/>
                  </a:lnTo>
                  <a:lnTo>
                    <a:pt x="6381827" y="531268"/>
                  </a:lnTo>
                  <a:lnTo>
                    <a:pt x="6329199" y="494056"/>
                  </a:lnTo>
                  <a:lnTo>
                    <a:pt x="6276389" y="456445"/>
                  </a:lnTo>
                  <a:lnTo>
                    <a:pt x="6223619" y="418919"/>
                  </a:lnTo>
                  <a:lnTo>
                    <a:pt x="6171105" y="381960"/>
                  </a:lnTo>
                  <a:lnTo>
                    <a:pt x="6119033" y="346019"/>
                  </a:lnTo>
                  <a:lnTo>
                    <a:pt x="6067537" y="311495"/>
                  </a:lnTo>
                  <a:lnTo>
                    <a:pt x="6016678" y="278716"/>
                  </a:lnTo>
                  <a:lnTo>
                    <a:pt x="5966428" y="247933"/>
                  </a:lnTo>
                  <a:lnTo>
                    <a:pt x="5916652" y="219312"/>
                  </a:lnTo>
                  <a:lnTo>
                    <a:pt x="5867101" y="192936"/>
                  </a:lnTo>
                  <a:lnTo>
                    <a:pt x="5817390" y="168813"/>
                  </a:lnTo>
                  <a:lnTo>
                    <a:pt x="5784835" y="154356"/>
                  </a:lnTo>
                  <a:lnTo>
                    <a:pt x="5735293" y="134457"/>
                  </a:lnTo>
                  <a:lnTo>
                    <a:pt x="5684043" y="116580"/>
                  </a:lnTo>
                  <a:lnTo>
                    <a:pt x="5630268" y="100619"/>
                  </a:lnTo>
                  <a:lnTo>
                    <a:pt x="5573053" y="86394"/>
                  </a:lnTo>
                  <a:lnTo>
                    <a:pt x="5511471" y="73706"/>
                  </a:lnTo>
                  <a:lnTo>
                    <a:pt x="5444660" y="62363"/>
                  </a:lnTo>
                  <a:lnTo>
                    <a:pt x="5371927" y="52197"/>
                  </a:lnTo>
                  <a:lnTo>
                    <a:pt x="5292890" y="43074"/>
                  </a:lnTo>
                  <a:lnTo>
                    <a:pt x="5207659" y="34897"/>
                  </a:lnTo>
                  <a:lnTo>
                    <a:pt x="5117048" y="27607"/>
                  </a:lnTo>
                  <a:lnTo>
                    <a:pt x="5022789" y="21182"/>
                  </a:lnTo>
                  <a:lnTo>
                    <a:pt x="4927657" y="15627"/>
                  </a:lnTo>
                  <a:lnTo>
                    <a:pt x="4835412" y="10963"/>
                  </a:lnTo>
                  <a:lnTo>
                    <a:pt x="4750451" y="7206"/>
                  </a:lnTo>
                  <a:lnTo>
                    <a:pt x="4677141" y="4346"/>
                  </a:lnTo>
                  <a:lnTo>
                    <a:pt x="4618949" y="2327"/>
                  </a:lnTo>
                  <a:lnTo>
                    <a:pt x="4577616" y="1045"/>
                  </a:lnTo>
                  <a:lnTo>
                    <a:pt x="4552646" y="348"/>
                  </a:lnTo>
                  <a:lnTo>
                    <a:pt x="4541242" y="61"/>
                  </a:lnTo>
                  <a:lnTo>
                    <a:pt x="4538543" y="0"/>
                  </a:lnTo>
                  <a:lnTo>
                    <a:pt x="4016409" y="0"/>
                  </a:lnTo>
                  <a:lnTo>
                    <a:pt x="4015139" y="0"/>
                  </a:lnTo>
                  <a:lnTo>
                    <a:pt x="4006838" y="0"/>
                  </a:lnTo>
                  <a:lnTo>
                    <a:pt x="3986086" y="0"/>
                  </a:lnTo>
                  <a:lnTo>
                    <a:pt x="3949426" y="0"/>
                  </a:lnTo>
                  <a:lnTo>
                    <a:pt x="3895682" y="0"/>
                  </a:lnTo>
                  <a:lnTo>
                    <a:pt x="3826010" y="0"/>
                  </a:lnTo>
                  <a:lnTo>
                    <a:pt x="3743509" y="0"/>
                  </a:lnTo>
                  <a:lnTo>
                    <a:pt x="3652436" y="0"/>
                  </a:lnTo>
                  <a:lnTo>
                    <a:pt x="3557309" y="0"/>
                  </a:lnTo>
                  <a:lnTo>
                    <a:pt x="3462150" y="0"/>
                  </a:lnTo>
                  <a:lnTo>
                    <a:pt x="3370042" y="0"/>
                  </a:lnTo>
                  <a:lnTo>
                    <a:pt x="3283002" y="0"/>
                  </a:lnTo>
                  <a:lnTo>
                    <a:pt x="3202073" y="0"/>
                  </a:lnTo>
                  <a:lnTo>
                    <a:pt x="3127522" y="0"/>
                  </a:lnTo>
                  <a:lnTo>
                    <a:pt x="3059067" y="0"/>
                  </a:lnTo>
                  <a:lnTo>
                    <a:pt x="2996070" y="0"/>
                  </a:lnTo>
                  <a:lnTo>
                    <a:pt x="2937689" y="0"/>
                  </a:lnTo>
                  <a:lnTo>
                    <a:pt x="2882993" y="0"/>
                  </a:lnTo>
                  <a:lnTo>
                    <a:pt x="2831048" y="0"/>
                  </a:lnTo>
                  <a:lnTo>
                    <a:pt x="2780996" y="0"/>
                  </a:lnTo>
                  <a:lnTo>
                    <a:pt x="2770117" y="0"/>
                  </a:lnTo>
                  <a:lnTo>
                    <a:pt x="2715858" y="0"/>
                  </a:lnTo>
                  <a:lnTo>
                    <a:pt x="2662120" y="0"/>
                  </a:lnTo>
                  <a:lnTo>
                    <a:pt x="2608317" y="0"/>
                  </a:lnTo>
                  <a:lnTo>
                    <a:pt x="2554058" y="0"/>
                  </a:lnTo>
                  <a:lnTo>
                    <a:pt x="2499121" y="0"/>
                  </a:lnTo>
                  <a:lnTo>
                    <a:pt x="2443436" y="0"/>
                  </a:lnTo>
                  <a:lnTo>
                    <a:pt x="2387058" y="0"/>
                  </a:lnTo>
                  <a:lnTo>
                    <a:pt x="2330150" y="0"/>
                  </a:lnTo>
                  <a:lnTo>
                    <a:pt x="2272947" y="0"/>
                  </a:lnTo>
                  <a:lnTo>
                    <a:pt x="2215727" y="0"/>
                  </a:lnTo>
                  <a:lnTo>
                    <a:pt x="2158766" y="0"/>
                  </a:lnTo>
                  <a:lnTo>
                    <a:pt x="2102310" y="0"/>
                  </a:lnTo>
                  <a:lnTo>
                    <a:pt x="2046530" y="0"/>
                  </a:lnTo>
                  <a:lnTo>
                    <a:pt x="1991498" y="0"/>
                  </a:lnTo>
                  <a:lnTo>
                    <a:pt x="1937161" y="0"/>
                  </a:lnTo>
                  <a:lnTo>
                    <a:pt x="1883317" y="0"/>
                  </a:lnTo>
                  <a:lnTo>
                    <a:pt x="1829600" y="0"/>
                  </a:lnTo>
                  <a:lnTo>
                    <a:pt x="1775448" y="0"/>
                  </a:lnTo>
                  <a:lnTo>
                    <a:pt x="1768425" y="0"/>
                  </a:lnTo>
                  <a:lnTo>
                    <a:pt x="1718691" y="0"/>
                  </a:lnTo>
                  <a:lnTo>
                    <a:pt x="1667234" y="0"/>
                  </a:lnTo>
                  <a:lnTo>
                    <a:pt x="1613225" y="0"/>
                  </a:lnTo>
                  <a:lnTo>
                    <a:pt x="1555739" y="0"/>
                  </a:lnTo>
                  <a:lnTo>
                    <a:pt x="1493839" y="0"/>
                  </a:lnTo>
                  <a:lnTo>
                    <a:pt x="1426655" y="0"/>
                  </a:lnTo>
                  <a:lnTo>
                    <a:pt x="1353490" y="0"/>
                  </a:lnTo>
                  <a:lnTo>
                    <a:pt x="1273970" y="0"/>
                  </a:lnTo>
                  <a:lnTo>
                    <a:pt x="1188222" y="0"/>
                  </a:lnTo>
                  <a:lnTo>
                    <a:pt x="1097097" y="0"/>
                  </a:lnTo>
                  <a:lnTo>
                    <a:pt x="1002384" y="0"/>
                  </a:lnTo>
                  <a:lnTo>
                    <a:pt x="906932" y="0"/>
                  </a:lnTo>
                  <a:lnTo>
                    <a:pt x="814582" y="0"/>
                  </a:lnTo>
                  <a:lnTo>
                    <a:pt x="729797" y="0"/>
                  </a:lnTo>
                  <a:lnTo>
                    <a:pt x="656969" y="0"/>
                  </a:lnTo>
                  <a:lnTo>
                    <a:pt x="599528" y="0"/>
                  </a:lnTo>
                  <a:lnTo>
                    <a:pt x="559110" y="0"/>
                  </a:lnTo>
                  <a:lnTo>
                    <a:pt x="535064" y="0"/>
                  </a:lnTo>
                  <a:lnTo>
                    <a:pt x="524414" y="0"/>
                  </a:lnTo>
                  <a:lnTo>
                    <a:pt x="5221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699" name="pl699"/>
            <p:cNvSpPr/>
            <p:nvPr/>
          </p:nvSpPr>
          <p:spPr>
            <a:xfrm>
              <a:off x="386606" y="462707"/>
              <a:ext cx="8554953" cy="926136"/>
            </a:xfrm>
            <a:custGeom>
              <a:avLst/>
              <a:pathLst>
                <a:path w="8554953" h="926136">
                  <a:moveTo>
                    <a:pt x="0" y="0"/>
                  </a:moveTo>
                  <a:lnTo>
                    <a:pt x="522133" y="0"/>
                  </a:lnTo>
                  <a:lnTo>
                    <a:pt x="523403" y="0"/>
                  </a:lnTo>
                  <a:lnTo>
                    <a:pt x="531704" y="0"/>
                  </a:lnTo>
                  <a:lnTo>
                    <a:pt x="552456" y="0"/>
                  </a:lnTo>
                  <a:lnTo>
                    <a:pt x="589116" y="0"/>
                  </a:lnTo>
                  <a:lnTo>
                    <a:pt x="642860" y="0"/>
                  </a:lnTo>
                  <a:lnTo>
                    <a:pt x="712532" y="0"/>
                  </a:lnTo>
                  <a:lnTo>
                    <a:pt x="795033" y="0"/>
                  </a:lnTo>
                  <a:lnTo>
                    <a:pt x="886106" y="0"/>
                  </a:lnTo>
                  <a:lnTo>
                    <a:pt x="981233" y="0"/>
                  </a:lnTo>
                  <a:lnTo>
                    <a:pt x="1076392" y="0"/>
                  </a:lnTo>
                  <a:lnTo>
                    <a:pt x="1168500" y="0"/>
                  </a:lnTo>
                  <a:lnTo>
                    <a:pt x="1255540" y="0"/>
                  </a:lnTo>
                  <a:lnTo>
                    <a:pt x="1336469" y="0"/>
                  </a:lnTo>
                  <a:lnTo>
                    <a:pt x="1411020" y="0"/>
                  </a:lnTo>
                  <a:lnTo>
                    <a:pt x="1479475" y="0"/>
                  </a:lnTo>
                  <a:lnTo>
                    <a:pt x="1542472" y="0"/>
                  </a:lnTo>
                  <a:lnTo>
                    <a:pt x="1600853" y="0"/>
                  </a:lnTo>
                  <a:lnTo>
                    <a:pt x="1655549" y="0"/>
                  </a:lnTo>
                  <a:lnTo>
                    <a:pt x="1707495" y="0"/>
                  </a:lnTo>
                  <a:lnTo>
                    <a:pt x="1757546" y="0"/>
                  </a:lnTo>
                  <a:lnTo>
                    <a:pt x="1768425" y="0"/>
                  </a:lnTo>
                  <a:lnTo>
                    <a:pt x="1822685" y="0"/>
                  </a:lnTo>
                  <a:lnTo>
                    <a:pt x="1876422" y="0"/>
                  </a:lnTo>
                  <a:lnTo>
                    <a:pt x="1930225" y="0"/>
                  </a:lnTo>
                  <a:lnTo>
                    <a:pt x="1984484" y="0"/>
                  </a:lnTo>
                  <a:lnTo>
                    <a:pt x="2039421" y="0"/>
                  </a:lnTo>
                  <a:lnTo>
                    <a:pt x="2095106" y="0"/>
                  </a:lnTo>
                  <a:lnTo>
                    <a:pt x="2151484" y="0"/>
                  </a:lnTo>
                  <a:lnTo>
                    <a:pt x="2208392" y="0"/>
                  </a:lnTo>
                  <a:lnTo>
                    <a:pt x="2265595" y="0"/>
                  </a:lnTo>
                  <a:lnTo>
                    <a:pt x="2322815" y="0"/>
                  </a:lnTo>
                  <a:lnTo>
                    <a:pt x="2379776" y="0"/>
                  </a:lnTo>
                  <a:lnTo>
                    <a:pt x="2436232" y="0"/>
                  </a:lnTo>
                  <a:lnTo>
                    <a:pt x="2492013" y="0"/>
                  </a:lnTo>
                  <a:lnTo>
                    <a:pt x="2547044" y="0"/>
                  </a:lnTo>
                  <a:lnTo>
                    <a:pt x="2601382" y="0"/>
                  </a:lnTo>
                  <a:lnTo>
                    <a:pt x="2655225" y="0"/>
                  </a:lnTo>
                  <a:lnTo>
                    <a:pt x="2708942" y="0"/>
                  </a:lnTo>
                  <a:lnTo>
                    <a:pt x="2763094" y="0"/>
                  </a:lnTo>
                  <a:lnTo>
                    <a:pt x="2770117" y="0"/>
                  </a:lnTo>
                  <a:lnTo>
                    <a:pt x="2819851" y="0"/>
                  </a:lnTo>
                  <a:lnTo>
                    <a:pt x="2871308" y="0"/>
                  </a:lnTo>
                  <a:lnTo>
                    <a:pt x="2925318" y="0"/>
                  </a:lnTo>
                  <a:lnTo>
                    <a:pt x="2982803" y="0"/>
                  </a:lnTo>
                  <a:lnTo>
                    <a:pt x="3044703" y="0"/>
                  </a:lnTo>
                  <a:lnTo>
                    <a:pt x="3111888" y="0"/>
                  </a:lnTo>
                  <a:lnTo>
                    <a:pt x="3185052" y="0"/>
                  </a:lnTo>
                  <a:lnTo>
                    <a:pt x="3264572" y="0"/>
                  </a:lnTo>
                  <a:lnTo>
                    <a:pt x="3350320" y="0"/>
                  </a:lnTo>
                  <a:lnTo>
                    <a:pt x="3441445" y="0"/>
                  </a:lnTo>
                  <a:lnTo>
                    <a:pt x="3536158" y="0"/>
                  </a:lnTo>
                  <a:lnTo>
                    <a:pt x="3631610" y="0"/>
                  </a:lnTo>
                  <a:lnTo>
                    <a:pt x="3723960" y="0"/>
                  </a:lnTo>
                  <a:lnTo>
                    <a:pt x="3808745" y="0"/>
                  </a:lnTo>
                  <a:lnTo>
                    <a:pt x="3881573" y="0"/>
                  </a:lnTo>
                  <a:lnTo>
                    <a:pt x="3939014" y="0"/>
                  </a:lnTo>
                  <a:lnTo>
                    <a:pt x="3979432" y="0"/>
                  </a:lnTo>
                  <a:lnTo>
                    <a:pt x="4003478" y="0"/>
                  </a:lnTo>
                  <a:lnTo>
                    <a:pt x="4014128" y="0"/>
                  </a:lnTo>
                  <a:lnTo>
                    <a:pt x="4016395" y="0"/>
                  </a:lnTo>
                  <a:lnTo>
                    <a:pt x="4016409" y="0"/>
                  </a:lnTo>
                  <a:lnTo>
                    <a:pt x="4538543" y="0"/>
                  </a:lnTo>
                  <a:lnTo>
                    <a:pt x="4539799" y="28"/>
                  </a:lnTo>
                  <a:lnTo>
                    <a:pt x="4548010" y="228"/>
                  </a:lnTo>
                  <a:lnTo>
                    <a:pt x="4568545" y="784"/>
                  </a:lnTo>
                  <a:lnTo>
                    <a:pt x="4604841" y="1874"/>
                  </a:lnTo>
                  <a:lnTo>
                    <a:pt x="4658094" y="3660"/>
                  </a:lnTo>
                  <a:lnTo>
                    <a:pt x="4727196" y="6261"/>
                  </a:lnTo>
                  <a:lnTo>
                    <a:pt x="4809118" y="9748"/>
                  </a:lnTo>
                  <a:lnTo>
                    <a:pt x="4899666" y="14142"/>
                  </a:lnTo>
                  <a:lnTo>
                    <a:pt x="4994369" y="19434"/>
                  </a:lnTo>
                  <a:lnTo>
                    <a:pt x="5089227" y="25601"/>
                  </a:lnTo>
                  <a:lnTo>
                    <a:pt x="5181152" y="32633"/>
                  </a:lnTo>
                  <a:lnTo>
                    <a:pt x="5268110" y="40541"/>
                  </a:lnTo>
                  <a:lnTo>
                    <a:pt x="5349033" y="49374"/>
                  </a:lnTo>
                  <a:lnTo>
                    <a:pt x="5423623" y="59216"/>
                  </a:lnTo>
                  <a:lnTo>
                    <a:pt x="5492138" y="70192"/>
                  </a:lnTo>
                  <a:lnTo>
                    <a:pt x="5555194" y="82460"/>
                  </a:lnTo>
                  <a:lnTo>
                    <a:pt x="5613615" y="96206"/>
                  </a:lnTo>
                  <a:lnTo>
                    <a:pt x="5668317" y="111629"/>
                  </a:lnTo>
                  <a:lnTo>
                    <a:pt x="5720228" y="128919"/>
                  </a:lnTo>
                  <a:lnTo>
                    <a:pt x="5770203" y="148211"/>
                  </a:lnTo>
                  <a:lnTo>
                    <a:pt x="5784835" y="154356"/>
                  </a:lnTo>
                  <a:lnTo>
                    <a:pt x="5834925" y="177044"/>
                  </a:lnTo>
                  <a:lnTo>
                    <a:pt x="5884527" y="201956"/>
                  </a:lnTo>
                  <a:lnTo>
                    <a:pt x="5934120" y="229126"/>
                  </a:lnTo>
                  <a:lnTo>
                    <a:pt x="5984041" y="258522"/>
                  </a:lnTo>
                  <a:lnTo>
                    <a:pt x="6034495" y="290030"/>
                  </a:lnTo>
                  <a:lnTo>
                    <a:pt x="6085580" y="323456"/>
                  </a:lnTo>
                  <a:lnTo>
                    <a:pt x="6137289" y="358520"/>
                  </a:lnTo>
                  <a:lnTo>
                    <a:pt x="6189535" y="394867"/>
                  </a:lnTo>
                  <a:lnTo>
                    <a:pt x="6242163" y="432079"/>
                  </a:lnTo>
                  <a:lnTo>
                    <a:pt x="6294973" y="469690"/>
                  </a:lnTo>
                  <a:lnTo>
                    <a:pt x="6347743" y="507216"/>
                  </a:lnTo>
                  <a:lnTo>
                    <a:pt x="6400257" y="544175"/>
                  </a:lnTo>
                  <a:lnTo>
                    <a:pt x="6452329" y="580116"/>
                  </a:lnTo>
                  <a:lnTo>
                    <a:pt x="6503825" y="614640"/>
                  </a:lnTo>
                  <a:lnTo>
                    <a:pt x="6554684" y="647419"/>
                  </a:lnTo>
                  <a:lnTo>
                    <a:pt x="6604934" y="678202"/>
                  </a:lnTo>
                  <a:lnTo>
                    <a:pt x="6654710" y="706823"/>
                  </a:lnTo>
                  <a:lnTo>
                    <a:pt x="6704261" y="733200"/>
                  </a:lnTo>
                  <a:lnTo>
                    <a:pt x="6753971" y="757322"/>
                  </a:lnTo>
                  <a:lnTo>
                    <a:pt x="6786527" y="771780"/>
                  </a:lnTo>
                  <a:lnTo>
                    <a:pt x="6836069" y="791678"/>
                  </a:lnTo>
                  <a:lnTo>
                    <a:pt x="6887319" y="809555"/>
                  </a:lnTo>
                  <a:lnTo>
                    <a:pt x="6941094" y="825516"/>
                  </a:lnTo>
                  <a:lnTo>
                    <a:pt x="6998309" y="839741"/>
                  </a:lnTo>
                  <a:lnTo>
                    <a:pt x="7059890" y="852429"/>
                  </a:lnTo>
                  <a:lnTo>
                    <a:pt x="7126702" y="863772"/>
                  </a:lnTo>
                  <a:lnTo>
                    <a:pt x="7199435" y="873938"/>
                  </a:lnTo>
                  <a:lnTo>
                    <a:pt x="7278471" y="883061"/>
                  </a:lnTo>
                  <a:lnTo>
                    <a:pt x="7363703" y="891238"/>
                  </a:lnTo>
                  <a:lnTo>
                    <a:pt x="7454314" y="898528"/>
                  </a:lnTo>
                  <a:lnTo>
                    <a:pt x="7548573" y="904953"/>
                  </a:lnTo>
                  <a:lnTo>
                    <a:pt x="7643705" y="910508"/>
                  </a:lnTo>
                  <a:lnTo>
                    <a:pt x="7735950" y="915172"/>
                  </a:lnTo>
                  <a:lnTo>
                    <a:pt x="7820911" y="918929"/>
                  </a:lnTo>
                  <a:lnTo>
                    <a:pt x="7894221" y="921790"/>
                  </a:lnTo>
                  <a:lnTo>
                    <a:pt x="7952413" y="923808"/>
                  </a:lnTo>
                  <a:lnTo>
                    <a:pt x="7993746" y="925090"/>
                  </a:lnTo>
                  <a:lnTo>
                    <a:pt x="8018716" y="925787"/>
                  </a:lnTo>
                  <a:lnTo>
                    <a:pt x="8030120" y="926074"/>
                  </a:lnTo>
                  <a:lnTo>
                    <a:pt x="8032785" y="926135"/>
                  </a:lnTo>
                  <a:lnTo>
                    <a:pt x="8032819" y="926136"/>
                  </a:lnTo>
                  <a:lnTo>
                    <a:pt x="8554953" y="926136"/>
                  </a:lnTo>
                  <a:lnTo>
                    <a:pt x="8554953" y="926136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700" name="pl700"/>
            <p:cNvSpPr/>
            <p:nvPr/>
          </p:nvSpPr>
          <p:spPr>
            <a:xfrm>
              <a:off x="386606" y="445765"/>
              <a:ext cx="8554953" cy="926136"/>
            </a:xfrm>
            <a:custGeom>
              <a:avLst/>
              <a:pathLst>
                <a:path w="8554953" h="926136">
                  <a:moveTo>
                    <a:pt x="8554953" y="926136"/>
                  </a:moveTo>
                  <a:lnTo>
                    <a:pt x="8032819" y="926136"/>
                  </a:lnTo>
                  <a:lnTo>
                    <a:pt x="8031563" y="926107"/>
                  </a:lnTo>
                  <a:lnTo>
                    <a:pt x="8023352" y="925907"/>
                  </a:lnTo>
                  <a:lnTo>
                    <a:pt x="8002817" y="925351"/>
                  </a:lnTo>
                  <a:lnTo>
                    <a:pt x="7966521" y="924261"/>
                  </a:lnTo>
                  <a:lnTo>
                    <a:pt x="7913268" y="922475"/>
                  </a:lnTo>
                  <a:lnTo>
                    <a:pt x="7844166" y="919874"/>
                  </a:lnTo>
                  <a:lnTo>
                    <a:pt x="7762244" y="916387"/>
                  </a:lnTo>
                  <a:lnTo>
                    <a:pt x="7671696" y="911993"/>
                  </a:lnTo>
                  <a:lnTo>
                    <a:pt x="7576993" y="906701"/>
                  </a:lnTo>
                  <a:lnTo>
                    <a:pt x="7482135" y="900534"/>
                  </a:lnTo>
                  <a:lnTo>
                    <a:pt x="7390210" y="893502"/>
                  </a:lnTo>
                  <a:lnTo>
                    <a:pt x="7303252" y="885594"/>
                  </a:lnTo>
                  <a:lnTo>
                    <a:pt x="7222329" y="876761"/>
                  </a:lnTo>
                  <a:lnTo>
                    <a:pt x="7147739" y="866919"/>
                  </a:lnTo>
                  <a:lnTo>
                    <a:pt x="7079224" y="855943"/>
                  </a:lnTo>
                  <a:lnTo>
                    <a:pt x="7016168" y="843675"/>
                  </a:lnTo>
                  <a:lnTo>
                    <a:pt x="6957747" y="829929"/>
                  </a:lnTo>
                  <a:lnTo>
                    <a:pt x="6903044" y="814506"/>
                  </a:lnTo>
                  <a:lnTo>
                    <a:pt x="6851133" y="797216"/>
                  </a:lnTo>
                  <a:lnTo>
                    <a:pt x="6801159" y="777924"/>
                  </a:lnTo>
                  <a:lnTo>
                    <a:pt x="6786527" y="771780"/>
                  </a:lnTo>
                  <a:lnTo>
                    <a:pt x="6736437" y="749091"/>
                  </a:lnTo>
                  <a:lnTo>
                    <a:pt x="6686835" y="724179"/>
                  </a:lnTo>
                  <a:lnTo>
                    <a:pt x="6637242" y="697009"/>
                  </a:lnTo>
                  <a:lnTo>
                    <a:pt x="6587321" y="667613"/>
                  </a:lnTo>
                  <a:lnTo>
                    <a:pt x="6536866" y="636105"/>
                  </a:lnTo>
                  <a:lnTo>
                    <a:pt x="6485782" y="602680"/>
                  </a:lnTo>
                  <a:lnTo>
                    <a:pt x="6434073" y="567615"/>
                  </a:lnTo>
                  <a:lnTo>
                    <a:pt x="6381827" y="531268"/>
                  </a:lnTo>
                  <a:lnTo>
                    <a:pt x="6329199" y="494056"/>
                  </a:lnTo>
                  <a:lnTo>
                    <a:pt x="6276389" y="456445"/>
                  </a:lnTo>
                  <a:lnTo>
                    <a:pt x="6223619" y="418919"/>
                  </a:lnTo>
                  <a:lnTo>
                    <a:pt x="6171105" y="381960"/>
                  </a:lnTo>
                  <a:lnTo>
                    <a:pt x="6119033" y="346019"/>
                  </a:lnTo>
                  <a:lnTo>
                    <a:pt x="6067537" y="311495"/>
                  </a:lnTo>
                  <a:lnTo>
                    <a:pt x="6016678" y="278716"/>
                  </a:lnTo>
                  <a:lnTo>
                    <a:pt x="5966428" y="247933"/>
                  </a:lnTo>
                  <a:lnTo>
                    <a:pt x="5916652" y="219312"/>
                  </a:lnTo>
                  <a:lnTo>
                    <a:pt x="5867101" y="192936"/>
                  </a:lnTo>
                  <a:lnTo>
                    <a:pt x="5817390" y="168813"/>
                  </a:lnTo>
                  <a:lnTo>
                    <a:pt x="5784835" y="154356"/>
                  </a:lnTo>
                  <a:lnTo>
                    <a:pt x="5735293" y="134457"/>
                  </a:lnTo>
                  <a:lnTo>
                    <a:pt x="5684043" y="116580"/>
                  </a:lnTo>
                  <a:lnTo>
                    <a:pt x="5630268" y="100619"/>
                  </a:lnTo>
                  <a:lnTo>
                    <a:pt x="5573053" y="86394"/>
                  </a:lnTo>
                  <a:lnTo>
                    <a:pt x="5511471" y="73706"/>
                  </a:lnTo>
                  <a:lnTo>
                    <a:pt x="5444660" y="62363"/>
                  </a:lnTo>
                  <a:lnTo>
                    <a:pt x="5371927" y="52197"/>
                  </a:lnTo>
                  <a:lnTo>
                    <a:pt x="5292890" y="43074"/>
                  </a:lnTo>
                  <a:lnTo>
                    <a:pt x="5207659" y="34897"/>
                  </a:lnTo>
                  <a:lnTo>
                    <a:pt x="5117048" y="27607"/>
                  </a:lnTo>
                  <a:lnTo>
                    <a:pt x="5022789" y="21182"/>
                  </a:lnTo>
                  <a:lnTo>
                    <a:pt x="4927657" y="15627"/>
                  </a:lnTo>
                  <a:lnTo>
                    <a:pt x="4835412" y="10963"/>
                  </a:lnTo>
                  <a:lnTo>
                    <a:pt x="4750451" y="7206"/>
                  </a:lnTo>
                  <a:lnTo>
                    <a:pt x="4677141" y="4346"/>
                  </a:lnTo>
                  <a:lnTo>
                    <a:pt x="4618949" y="2327"/>
                  </a:lnTo>
                  <a:lnTo>
                    <a:pt x="4577616" y="1045"/>
                  </a:lnTo>
                  <a:lnTo>
                    <a:pt x="4552646" y="348"/>
                  </a:lnTo>
                  <a:lnTo>
                    <a:pt x="4541242" y="61"/>
                  </a:lnTo>
                  <a:lnTo>
                    <a:pt x="4538577" y="0"/>
                  </a:lnTo>
                  <a:lnTo>
                    <a:pt x="4538543" y="0"/>
                  </a:lnTo>
                  <a:lnTo>
                    <a:pt x="4016409" y="0"/>
                  </a:lnTo>
                  <a:lnTo>
                    <a:pt x="4015139" y="0"/>
                  </a:lnTo>
                  <a:lnTo>
                    <a:pt x="4006838" y="0"/>
                  </a:lnTo>
                  <a:lnTo>
                    <a:pt x="3986086" y="0"/>
                  </a:lnTo>
                  <a:lnTo>
                    <a:pt x="3949426" y="0"/>
                  </a:lnTo>
                  <a:lnTo>
                    <a:pt x="3895682" y="0"/>
                  </a:lnTo>
                  <a:lnTo>
                    <a:pt x="3826010" y="0"/>
                  </a:lnTo>
                  <a:lnTo>
                    <a:pt x="3743509" y="0"/>
                  </a:lnTo>
                  <a:lnTo>
                    <a:pt x="3652436" y="0"/>
                  </a:lnTo>
                  <a:lnTo>
                    <a:pt x="3557309" y="0"/>
                  </a:lnTo>
                  <a:lnTo>
                    <a:pt x="3462150" y="0"/>
                  </a:lnTo>
                  <a:lnTo>
                    <a:pt x="3370042" y="0"/>
                  </a:lnTo>
                  <a:lnTo>
                    <a:pt x="3283002" y="0"/>
                  </a:lnTo>
                  <a:lnTo>
                    <a:pt x="3202073" y="0"/>
                  </a:lnTo>
                  <a:lnTo>
                    <a:pt x="3127522" y="0"/>
                  </a:lnTo>
                  <a:lnTo>
                    <a:pt x="3059067" y="0"/>
                  </a:lnTo>
                  <a:lnTo>
                    <a:pt x="2996070" y="0"/>
                  </a:lnTo>
                  <a:lnTo>
                    <a:pt x="2937689" y="0"/>
                  </a:lnTo>
                  <a:lnTo>
                    <a:pt x="2882993" y="0"/>
                  </a:lnTo>
                  <a:lnTo>
                    <a:pt x="2831048" y="0"/>
                  </a:lnTo>
                  <a:lnTo>
                    <a:pt x="2780996" y="0"/>
                  </a:lnTo>
                  <a:lnTo>
                    <a:pt x="2770117" y="0"/>
                  </a:lnTo>
                  <a:lnTo>
                    <a:pt x="2715858" y="0"/>
                  </a:lnTo>
                  <a:lnTo>
                    <a:pt x="2662120" y="0"/>
                  </a:lnTo>
                  <a:lnTo>
                    <a:pt x="2608317" y="0"/>
                  </a:lnTo>
                  <a:lnTo>
                    <a:pt x="2554058" y="0"/>
                  </a:lnTo>
                  <a:lnTo>
                    <a:pt x="2499121" y="0"/>
                  </a:lnTo>
                  <a:lnTo>
                    <a:pt x="2443436" y="0"/>
                  </a:lnTo>
                  <a:lnTo>
                    <a:pt x="2387058" y="0"/>
                  </a:lnTo>
                  <a:lnTo>
                    <a:pt x="2330150" y="0"/>
                  </a:lnTo>
                  <a:lnTo>
                    <a:pt x="2272947" y="0"/>
                  </a:lnTo>
                  <a:lnTo>
                    <a:pt x="2215727" y="0"/>
                  </a:lnTo>
                  <a:lnTo>
                    <a:pt x="2158766" y="0"/>
                  </a:lnTo>
                  <a:lnTo>
                    <a:pt x="2102310" y="0"/>
                  </a:lnTo>
                  <a:lnTo>
                    <a:pt x="2046530" y="0"/>
                  </a:lnTo>
                  <a:lnTo>
                    <a:pt x="1991498" y="0"/>
                  </a:lnTo>
                  <a:lnTo>
                    <a:pt x="1937161" y="0"/>
                  </a:lnTo>
                  <a:lnTo>
                    <a:pt x="1883317" y="0"/>
                  </a:lnTo>
                  <a:lnTo>
                    <a:pt x="1829600" y="0"/>
                  </a:lnTo>
                  <a:lnTo>
                    <a:pt x="1775448" y="0"/>
                  </a:lnTo>
                  <a:lnTo>
                    <a:pt x="1768425" y="0"/>
                  </a:lnTo>
                  <a:lnTo>
                    <a:pt x="1718691" y="0"/>
                  </a:lnTo>
                  <a:lnTo>
                    <a:pt x="1667234" y="0"/>
                  </a:lnTo>
                  <a:lnTo>
                    <a:pt x="1613225" y="0"/>
                  </a:lnTo>
                  <a:lnTo>
                    <a:pt x="1555739" y="0"/>
                  </a:lnTo>
                  <a:lnTo>
                    <a:pt x="1493839" y="0"/>
                  </a:lnTo>
                  <a:lnTo>
                    <a:pt x="1426655" y="0"/>
                  </a:lnTo>
                  <a:lnTo>
                    <a:pt x="1353490" y="0"/>
                  </a:lnTo>
                  <a:lnTo>
                    <a:pt x="1273970" y="0"/>
                  </a:lnTo>
                  <a:lnTo>
                    <a:pt x="1188222" y="0"/>
                  </a:lnTo>
                  <a:lnTo>
                    <a:pt x="1097097" y="0"/>
                  </a:lnTo>
                  <a:lnTo>
                    <a:pt x="1002384" y="0"/>
                  </a:lnTo>
                  <a:lnTo>
                    <a:pt x="906932" y="0"/>
                  </a:lnTo>
                  <a:lnTo>
                    <a:pt x="814582" y="0"/>
                  </a:lnTo>
                  <a:lnTo>
                    <a:pt x="729797" y="0"/>
                  </a:lnTo>
                  <a:lnTo>
                    <a:pt x="656969" y="0"/>
                  </a:lnTo>
                  <a:lnTo>
                    <a:pt x="599528" y="0"/>
                  </a:lnTo>
                  <a:lnTo>
                    <a:pt x="559110" y="0"/>
                  </a:lnTo>
                  <a:lnTo>
                    <a:pt x="535064" y="0"/>
                  </a:lnTo>
                  <a:lnTo>
                    <a:pt x="524414" y="0"/>
                  </a:lnTo>
                  <a:lnTo>
                    <a:pt x="522147" y="0"/>
                  </a:lnTo>
                  <a:lnTo>
                    <a:pt x="522133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701" name="pg701"/>
            <p:cNvSpPr/>
            <p:nvPr/>
          </p:nvSpPr>
          <p:spPr>
            <a:xfrm>
              <a:off x="386606" y="462707"/>
              <a:ext cx="8554953" cy="1778858"/>
            </a:xfrm>
            <a:custGeom>
              <a:avLst/>
              <a:pathLst>
                <a:path w="8554953" h="1778858">
                  <a:moveTo>
                    <a:pt x="0" y="16941"/>
                  </a:moveTo>
                  <a:lnTo>
                    <a:pt x="522133" y="16941"/>
                  </a:lnTo>
                  <a:lnTo>
                    <a:pt x="523403" y="16941"/>
                  </a:lnTo>
                  <a:lnTo>
                    <a:pt x="531704" y="16941"/>
                  </a:lnTo>
                  <a:lnTo>
                    <a:pt x="552456" y="16941"/>
                  </a:lnTo>
                  <a:lnTo>
                    <a:pt x="589116" y="16941"/>
                  </a:lnTo>
                  <a:lnTo>
                    <a:pt x="642860" y="16941"/>
                  </a:lnTo>
                  <a:lnTo>
                    <a:pt x="712532" y="16941"/>
                  </a:lnTo>
                  <a:lnTo>
                    <a:pt x="795033" y="16941"/>
                  </a:lnTo>
                  <a:lnTo>
                    <a:pt x="886106" y="16941"/>
                  </a:lnTo>
                  <a:lnTo>
                    <a:pt x="981233" y="16941"/>
                  </a:lnTo>
                  <a:lnTo>
                    <a:pt x="1076392" y="16941"/>
                  </a:lnTo>
                  <a:lnTo>
                    <a:pt x="1168500" y="16941"/>
                  </a:lnTo>
                  <a:lnTo>
                    <a:pt x="1255540" y="16941"/>
                  </a:lnTo>
                  <a:lnTo>
                    <a:pt x="1336469" y="16941"/>
                  </a:lnTo>
                  <a:lnTo>
                    <a:pt x="1411020" y="16941"/>
                  </a:lnTo>
                  <a:lnTo>
                    <a:pt x="1479475" y="16941"/>
                  </a:lnTo>
                  <a:lnTo>
                    <a:pt x="1542472" y="16941"/>
                  </a:lnTo>
                  <a:lnTo>
                    <a:pt x="1600853" y="16941"/>
                  </a:lnTo>
                  <a:lnTo>
                    <a:pt x="1655549" y="16941"/>
                  </a:lnTo>
                  <a:lnTo>
                    <a:pt x="1707495" y="16941"/>
                  </a:lnTo>
                  <a:lnTo>
                    <a:pt x="1757546" y="16941"/>
                  </a:lnTo>
                  <a:lnTo>
                    <a:pt x="1768425" y="16941"/>
                  </a:lnTo>
                  <a:lnTo>
                    <a:pt x="1822685" y="16941"/>
                  </a:lnTo>
                  <a:lnTo>
                    <a:pt x="1876422" y="16941"/>
                  </a:lnTo>
                  <a:lnTo>
                    <a:pt x="1930225" y="16941"/>
                  </a:lnTo>
                  <a:lnTo>
                    <a:pt x="1984484" y="16941"/>
                  </a:lnTo>
                  <a:lnTo>
                    <a:pt x="2039421" y="16941"/>
                  </a:lnTo>
                  <a:lnTo>
                    <a:pt x="2095106" y="16941"/>
                  </a:lnTo>
                  <a:lnTo>
                    <a:pt x="2151484" y="16941"/>
                  </a:lnTo>
                  <a:lnTo>
                    <a:pt x="2208392" y="16941"/>
                  </a:lnTo>
                  <a:lnTo>
                    <a:pt x="2265595" y="16941"/>
                  </a:lnTo>
                  <a:lnTo>
                    <a:pt x="2322815" y="16941"/>
                  </a:lnTo>
                  <a:lnTo>
                    <a:pt x="2379776" y="16941"/>
                  </a:lnTo>
                  <a:lnTo>
                    <a:pt x="2436232" y="16941"/>
                  </a:lnTo>
                  <a:lnTo>
                    <a:pt x="2492013" y="16941"/>
                  </a:lnTo>
                  <a:lnTo>
                    <a:pt x="2547044" y="16941"/>
                  </a:lnTo>
                  <a:lnTo>
                    <a:pt x="2601382" y="16941"/>
                  </a:lnTo>
                  <a:lnTo>
                    <a:pt x="2655225" y="16941"/>
                  </a:lnTo>
                  <a:lnTo>
                    <a:pt x="2708942" y="16941"/>
                  </a:lnTo>
                  <a:lnTo>
                    <a:pt x="2763094" y="16941"/>
                  </a:lnTo>
                  <a:lnTo>
                    <a:pt x="2770117" y="16941"/>
                  </a:lnTo>
                  <a:lnTo>
                    <a:pt x="2819851" y="16941"/>
                  </a:lnTo>
                  <a:lnTo>
                    <a:pt x="2871308" y="16941"/>
                  </a:lnTo>
                  <a:lnTo>
                    <a:pt x="2925318" y="16941"/>
                  </a:lnTo>
                  <a:lnTo>
                    <a:pt x="2982803" y="16941"/>
                  </a:lnTo>
                  <a:lnTo>
                    <a:pt x="3044703" y="16941"/>
                  </a:lnTo>
                  <a:lnTo>
                    <a:pt x="3111888" y="16941"/>
                  </a:lnTo>
                  <a:lnTo>
                    <a:pt x="3185052" y="16941"/>
                  </a:lnTo>
                  <a:lnTo>
                    <a:pt x="3264572" y="16941"/>
                  </a:lnTo>
                  <a:lnTo>
                    <a:pt x="3350320" y="16941"/>
                  </a:lnTo>
                  <a:lnTo>
                    <a:pt x="3441445" y="16941"/>
                  </a:lnTo>
                  <a:lnTo>
                    <a:pt x="3536158" y="16941"/>
                  </a:lnTo>
                  <a:lnTo>
                    <a:pt x="3631610" y="16941"/>
                  </a:lnTo>
                  <a:lnTo>
                    <a:pt x="3723960" y="16941"/>
                  </a:lnTo>
                  <a:lnTo>
                    <a:pt x="3808745" y="16941"/>
                  </a:lnTo>
                  <a:lnTo>
                    <a:pt x="3881573" y="16941"/>
                  </a:lnTo>
                  <a:lnTo>
                    <a:pt x="3939014" y="16941"/>
                  </a:lnTo>
                  <a:lnTo>
                    <a:pt x="3979432" y="16941"/>
                  </a:lnTo>
                  <a:lnTo>
                    <a:pt x="4003478" y="16941"/>
                  </a:lnTo>
                  <a:lnTo>
                    <a:pt x="4014128" y="16941"/>
                  </a:lnTo>
                  <a:lnTo>
                    <a:pt x="4016409" y="16941"/>
                  </a:lnTo>
                  <a:lnTo>
                    <a:pt x="4538543" y="16941"/>
                  </a:lnTo>
                  <a:lnTo>
                    <a:pt x="4539763" y="16993"/>
                  </a:lnTo>
                  <a:lnTo>
                    <a:pt x="4547749" y="17364"/>
                  </a:lnTo>
                  <a:lnTo>
                    <a:pt x="4567740" y="18389"/>
                  </a:lnTo>
                  <a:lnTo>
                    <a:pt x="4603125" y="20404"/>
                  </a:lnTo>
                  <a:lnTo>
                    <a:pt x="4655142" y="23706"/>
                  </a:lnTo>
                  <a:lnTo>
                    <a:pt x="4722807" y="28521"/>
                  </a:lnTo>
                  <a:lnTo>
                    <a:pt x="4803259" y="34984"/>
                  </a:lnTo>
                  <a:lnTo>
                    <a:pt x="4892468" y="43140"/>
                  </a:lnTo>
                  <a:lnTo>
                    <a:pt x="4986082" y="52972"/>
                  </a:lnTo>
                  <a:lnTo>
                    <a:pt x="5080155" y="64442"/>
                  </a:lnTo>
                  <a:lnTo>
                    <a:pt x="5171598" y="77525"/>
                  </a:lnTo>
                  <a:lnTo>
                    <a:pt x="5258332" y="92238"/>
                  </a:lnTo>
                  <a:lnTo>
                    <a:pt x="5339223" y="108662"/>
                  </a:lnTo>
                  <a:lnTo>
                    <a:pt x="5413906" y="126947"/>
                  </a:lnTo>
                  <a:lnTo>
                    <a:pt x="5482571" y="147310"/>
                  </a:lnTo>
                  <a:lnTo>
                    <a:pt x="5545778" y="170038"/>
                  </a:lnTo>
                  <a:lnTo>
                    <a:pt x="5604306" y="195467"/>
                  </a:lnTo>
                  <a:lnTo>
                    <a:pt x="5659037" y="223965"/>
                  </a:lnTo>
                  <a:lnTo>
                    <a:pt x="5710874" y="255889"/>
                  </a:lnTo>
                  <a:lnTo>
                    <a:pt x="5760668" y="291515"/>
                  </a:lnTo>
                  <a:lnTo>
                    <a:pt x="5784835" y="310594"/>
                  </a:lnTo>
                  <a:lnTo>
                    <a:pt x="5828605" y="348046"/>
                  </a:lnTo>
                  <a:lnTo>
                    <a:pt x="5871951" y="388712"/>
                  </a:lnTo>
                  <a:lnTo>
                    <a:pt x="5915211" y="432651"/>
                  </a:lnTo>
                  <a:lnTo>
                    <a:pt x="5958637" y="479850"/>
                  </a:lnTo>
                  <a:lnTo>
                    <a:pt x="6002403" y="530212"/>
                  </a:lnTo>
                  <a:lnTo>
                    <a:pt x="6046614" y="583551"/>
                  </a:lnTo>
                  <a:lnTo>
                    <a:pt x="6091312" y="639587"/>
                  </a:lnTo>
                  <a:lnTo>
                    <a:pt x="6136484" y="697950"/>
                  </a:lnTo>
                  <a:lnTo>
                    <a:pt x="6182066" y="758184"/>
                  </a:lnTo>
                  <a:lnTo>
                    <a:pt x="6227960" y="819764"/>
                  </a:lnTo>
                  <a:lnTo>
                    <a:pt x="6274036" y="882110"/>
                  </a:lnTo>
                  <a:lnTo>
                    <a:pt x="6320150" y="944612"/>
                  </a:lnTo>
                  <a:lnTo>
                    <a:pt x="6366153" y="1006654"/>
                  </a:lnTo>
                  <a:lnTo>
                    <a:pt x="6411907" y="1067637"/>
                  </a:lnTo>
                  <a:lnTo>
                    <a:pt x="6457297" y="1127006"/>
                  </a:lnTo>
                  <a:lnTo>
                    <a:pt x="6502238" y="1184269"/>
                  </a:lnTo>
                  <a:lnTo>
                    <a:pt x="6546694" y="1239010"/>
                  </a:lnTo>
                  <a:lnTo>
                    <a:pt x="6590676" y="1290905"/>
                  </a:lnTo>
                  <a:lnTo>
                    <a:pt x="6634256" y="1339719"/>
                  </a:lnTo>
                  <a:lnTo>
                    <a:pt x="6677574" y="1385311"/>
                  </a:lnTo>
                  <a:lnTo>
                    <a:pt x="6720839" y="1427626"/>
                  </a:lnTo>
                  <a:lnTo>
                    <a:pt x="6764347" y="1466689"/>
                  </a:lnTo>
                  <a:lnTo>
                    <a:pt x="6786527" y="1485205"/>
                  </a:lnTo>
                  <a:lnTo>
                    <a:pt x="6835584" y="1522714"/>
                  </a:lnTo>
                  <a:lnTo>
                    <a:pt x="6886308" y="1556449"/>
                  </a:lnTo>
                  <a:lnTo>
                    <a:pt x="6939493" y="1586605"/>
                  </a:lnTo>
                  <a:lnTo>
                    <a:pt x="6996024" y="1613509"/>
                  </a:lnTo>
                  <a:lnTo>
                    <a:pt x="7056804" y="1637532"/>
                  </a:lnTo>
                  <a:lnTo>
                    <a:pt x="7122675" y="1659029"/>
                  </a:lnTo>
                  <a:lnTo>
                    <a:pt x="7194322" y="1678313"/>
                  </a:lnTo>
                  <a:lnTo>
                    <a:pt x="7272141" y="1695636"/>
                  </a:lnTo>
                  <a:lnTo>
                    <a:pt x="7356066" y="1711184"/>
                  </a:lnTo>
                  <a:lnTo>
                    <a:pt x="7445371" y="1725070"/>
                  </a:lnTo>
                  <a:lnTo>
                    <a:pt x="7538463" y="1737340"/>
                  </a:lnTo>
                  <a:lnTo>
                    <a:pt x="7632751" y="1747990"/>
                  </a:lnTo>
                  <a:lnTo>
                    <a:pt x="7724678" y="1756982"/>
                  </a:lnTo>
                  <a:lnTo>
                    <a:pt x="7810016" y="1764283"/>
                  </a:lnTo>
                  <a:lnTo>
                    <a:pt x="7884474" y="1769905"/>
                  </a:lnTo>
                  <a:lnTo>
                    <a:pt x="7944505" y="1773935"/>
                  </a:lnTo>
                  <a:lnTo>
                    <a:pt x="7988126" y="1776554"/>
                  </a:lnTo>
                  <a:lnTo>
                    <a:pt x="8015457" y="1778030"/>
                  </a:lnTo>
                  <a:lnTo>
                    <a:pt x="8028850" y="1778683"/>
                  </a:lnTo>
                  <a:lnTo>
                    <a:pt x="8032666" y="1778852"/>
                  </a:lnTo>
                  <a:lnTo>
                    <a:pt x="8032819" y="1778858"/>
                  </a:lnTo>
                  <a:lnTo>
                    <a:pt x="8554953" y="1778858"/>
                  </a:lnTo>
                  <a:lnTo>
                    <a:pt x="8554953" y="1761917"/>
                  </a:lnTo>
                  <a:lnTo>
                    <a:pt x="8032819" y="1761917"/>
                  </a:lnTo>
                  <a:lnTo>
                    <a:pt x="8031599" y="1761865"/>
                  </a:lnTo>
                  <a:lnTo>
                    <a:pt x="8023613" y="1761494"/>
                  </a:lnTo>
                  <a:lnTo>
                    <a:pt x="8003622" y="1760469"/>
                  </a:lnTo>
                  <a:lnTo>
                    <a:pt x="7968237" y="1758454"/>
                  </a:lnTo>
                  <a:lnTo>
                    <a:pt x="7916220" y="1755152"/>
                  </a:lnTo>
                  <a:lnTo>
                    <a:pt x="7848555" y="1750337"/>
                  </a:lnTo>
                  <a:lnTo>
                    <a:pt x="7768103" y="1743874"/>
                  </a:lnTo>
                  <a:lnTo>
                    <a:pt x="7678894" y="1735718"/>
                  </a:lnTo>
                  <a:lnTo>
                    <a:pt x="7585280" y="1725886"/>
                  </a:lnTo>
                  <a:lnTo>
                    <a:pt x="7491207" y="1714415"/>
                  </a:lnTo>
                  <a:lnTo>
                    <a:pt x="7399764" y="1701333"/>
                  </a:lnTo>
                  <a:lnTo>
                    <a:pt x="7313030" y="1686620"/>
                  </a:lnTo>
                  <a:lnTo>
                    <a:pt x="7232139" y="1670196"/>
                  </a:lnTo>
                  <a:lnTo>
                    <a:pt x="7157456" y="1651911"/>
                  </a:lnTo>
                  <a:lnTo>
                    <a:pt x="7088791" y="1631548"/>
                  </a:lnTo>
                  <a:lnTo>
                    <a:pt x="7025584" y="1608820"/>
                  </a:lnTo>
                  <a:lnTo>
                    <a:pt x="6967056" y="1583391"/>
                  </a:lnTo>
                  <a:lnTo>
                    <a:pt x="6912325" y="1554893"/>
                  </a:lnTo>
                  <a:lnTo>
                    <a:pt x="6860488" y="1522969"/>
                  </a:lnTo>
                  <a:lnTo>
                    <a:pt x="6810694" y="1487343"/>
                  </a:lnTo>
                  <a:lnTo>
                    <a:pt x="6786527" y="1468264"/>
                  </a:lnTo>
                  <a:lnTo>
                    <a:pt x="6742756" y="1430811"/>
                  </a:lnTo>
                  <a:lnTo>
                    <a:pt x="6699411" y="1390146"/>
                  </a:lnTo>
                  <a:lnTo>
                    <a:pt x="6656151" y="1346207"/>
                  </a:lnTo>
                  <a:lnTo>
                    <a:pt x="6612725" y="1299008"/>
                  </a:lnTo>
                  <a:lnTo>
                    <a:pt x="6568959" y="1248646"/>
                  </a:lnTo>
                  <a:lnTo>
                    <a:pt x="6524748" y="1195307"/>
                  </a:lnTo>
                  <a:lnTo>
                    <a:pt x="6480050" y="1139271"/>
                  </a:lnTo>
                  <a:lnTo>
                    <a:pt x="6434878" y="1080908"/>
                  </a:lnTo>
                  <a:lnTo>
                    <a:pt x="6389296" y="1020674"/>
                  </a:lnTo>
                  <a:lnTo>
                    <a:pt x="6343402" y="959094"/>
                  </a:lnTo>
                  <a:lnTo>
                    <a:pt x="6297326" y="896748"/>
                  </a:lnTo>
                  <a:lnTo>
                    <a:pt x="6251212" y="834246"/>
                  </a:lnTo>
                  <a:lnTo>
                    <a:pt x="6205209" y="772204"/>
                  </a:lnTo>
                  <a:lnTo>
                    <a:pt x="6159455" y="711221"/>
                  </a:lnTo>
                  <a:lnTo>
                    <a:pt x="6114065" y="651852"/>
                  </a:lnTo>
                  <a:lnTo>
                    <a:pt x="6069123" y="594589"/>
                  </a:lnTo>
                  <a:lnTo>
                    <a:pt x="6024668" y="539847"/>
                  </a:lnTo>
                  <a:lnTo>
                    <a:pt x="5980686" y="487953"/>
                  </a:lnTo>
                  <a:lnTo>
                    <a:pt x="5937106" y="439139"/>
                  </a:lnTo>
                  <a:lnTo>
                    <a:pt x="5893788" y="393547"/>
                  </a:lnTo>
                  <a:lnTo>
                    <a:pt x="5850523" y="351232"/>
                  </a:lnTo>
                  <a:lnTo>
                    <a:pt x="5807015" y="312169"/>
                  </a:lnTo>
                  <a:lnTo>
                    <a:pt x="5784835" y="293652"/>
                  </a:lnTo>
                  <a:lnTo>
                    <a:pt x="5735778" y="256143"/>
                  </a:lnTo>
                  <a:lnTo>
                    <a:pt x="5685054" y="222409"/>
                  </a:lnTo>
                  <a:lnTo>
                    <a:pt x="5631869" y="192253"/>
                  </a:lnTo>
                  <a:lnTo>
                    <a:pt x="5575338" y="165348"/>
                  </a:lnTo>
                  <a:lnTo>
                    <a:pt x="5514558" y="141326"/>
                  </a:lnTo>
                  <a:lnTo>
                    <a:pt x="5448687" y="119829"/>
                  </a:lnTo>
                  <a:lnTo>
                    <a:pt x="5377039" y="100545"/>
                  </a:lnTo>
                  <a:lnTo>
                    <a:pt x="5299221" y="83221"/>
                  </a:lnTo>
                  <a:lnTo>
                    <a:pt x="5215296" y="67674"/>
                  </a:lnTo>
                  <a:lnTo>
                    <a:pt x="5125991" y="53788"/>
                  </a:lnTo>
                  <a:lnTo>
                    <a:pt x="5032899" y="41517"/>
                  </a:lnTo>
                  <a:lnTo>
                    <a:pt x="4938611" y="30868"/>
                  </a:lnTo>
                  <a:lnTo>
                    <a:pt x="4846684" y="21876"/>
                  </a:lnTo>
                  <a:lnTo>
                    <a:pt x="4761346" y="14575"/>
                  </a:lnTo>
                  <a:lnTo>
                    <a:pt x="4686888" y="8953"/>
                  </a:lnTo>
                  <a:lnTo>
                    <a:pt x="4626857" y="4923"/>
                  </a:lnTo>
                  <a:lnTo>
                    <a:pt x="4583236" y="2304"/>
                  </a:lnTo>
                  <a:lnTo>
                    <a:pt x="4555905" y="828"/>
                  </a:lnTo>
                  <a:lnTo>
                    <a:pt x="4542512" y="175"/>
                  </a:lnTo>
                  <a:lnTo>
                    <a:pt x="4538696" y="6"/>
                  </a:lnTo>
                  <a:lnTo>
                    <a:pt x="4538543" y="0"/>
                  </a:lnTo>
                  <a:lnTo>
                    <a:pt x="4016409" y="0"/>
                  </a:lnTo>
                  <a:lnTo>
                    <a:pt x="4015139" y="0"/>
                  </a:lnTo>
                  <a:lnTo>
                    <a:pt x="4006838" y="0"/>
                  </a:lnTo>
                  <a:lnTo>
                    <a:pt x="3986086" y="0"/>
                  </a:lnTo>
                  <a:lnTo>
                    <a:pt x="3949426" y="0"/>
                  </a:lnTo>
                  <a:lnTo>
                    <a:pt x="3895682" y="0"/>
                  </a:lnTo>
                  <a:lnTo>
                    <a:pt x="3826010" y="0"/>
                  </a:lnTo>
                  <a:lnTo>
                    <a:pt x="3743509" y="0"/>
                  </a:lnTo>
                  <a:lnTo>
                    <a:pt x="3652436" y="0"/>
                  </a:lnTo>
                  <a:lnTo>
                    <a:pt x="3557309" y="0"/>
                  </a:lnTo>
                  <a:lnTo>
                    <a:pt x="3462150" y="0"/>
                  </a:lnTo>
                  <a:lnTo>
                    <a:pt x="3370042" y="0"/>
                  </a:lnTo>
                  <a:lnTo>
                    <a:pt x="3283002" y="0"/>
                  </a:lnTo>
                  <a:lnTo>
                    <a:pt x="3202073" y="0"/>
                  </a:lnTo>
                  <a:lnTo>
                    <a:pt x="3127522" y="0"/>
                  </a:lnTo>
                  <a:lnTo>
                    <a:pt x="3059067" y="0"/>
                  </a:lnTo>
                  <a:lnTo>
                    <a:pt x="2996070" y="0"/>
                  </a:lnTo>
                  <a:lnTo>
                    <a:pt x="2937689" y="0"/>
                  </a:lnTo>
                  <a:lnTo>
                    <a:pt x="2882993" y="0"/>
                  </a:lnTo>
                  <a:lnTo>
                    <a:pt x="2831048" y="0"/>
                  </a:lnTo>
                  <a:lnTo>
                    <a:pt x="2780996" y="0"/>
                  </a:lnTo>
                  <a:lnTo>
                    <a:pt x="2770117" y="0"/>
                  </a:lnTo>
                  <a:lnTo>
                    <a:pt x="2715858" y="0"/>
                  </a:lnTo>
                  <a:lnTo>
                    <a:pt x="2662120" y="0"/>
                  </a:lnTo>
                  <a:lnTo>
                    <a:pt x="2608317" y="0"/>
                  </a:lnTo>
                  <a:lnTo>
                    <a:pt x="2554058" y="0"/>
                  </a:lnTo>
                  <a:lnTo>
                    <a:pt x="2499121" y="0"/>
                  </a:lnTo>
                  <a:lnTo>
                    <a:pt x="2443436" y="0"/>
                  </a:lnTo>
                  <a:lnTo>
                    <a:pt x="2387058" y="0"/>
                  </a:lnTo>
                  <a:lnTo>
                    <a:pt x="2330150" y="0"/>
                  </a:lnTo>
                  <a:lnTo>
                    <a:pt x="2272947" y="0"/>
                  </a:lnTo>
                  <a:lnTo>
                    <a:pt x="2215727" y="0"/>
                  </a:lnTo>
                  <a:lnTo>
                    <a:pt x="2158766" y="0"/>
                  </a:lnTo>
                  <a:lnTo>
                    <a:pt x="2102310" y="0"/>
                  </a:lnTo>
                  <a:lnTo>
                    <a:pt x="2046530" y="0"/>
                  </a:lnTo>
                  <a:lnTo>
                    <a:pt x="1991498" y="0"/>
                  </a:lnTo>
                  <a:lnTo>
                    <a:pt x="1937161" y="0"/>
                  </a:lnTo>
                  <a:lnTo>
                    <a:pt x="1883317" y="0"/>
                  </a:lnTo>
                  <a:lnTo>
                    <a:pt x="1829600" y="0"/>
                  </a:lnTo>
                  <a:lnTo>
                    <a:pt x="1775448" y="0"/>
                  </a:lnTo>
                  <a:lnTo>
                    <a:pt x="1768425" y="0"/>
                  </a:lnTo>
                  <a:lnTo>
                    <a:pt x="1718691" y="0"/>
                  </a:lnTo>
                  <a:lnTo>
                    <a:pt x="1667234" y="0"/>
                  </a:lnTo>
                  <a:lnTo>
                    <a:pt x="1613225" y="0"/>
                  </a:lnTo>
                  <a:lnTo>
                    <a:pt x="1555739" y="0"/>
                  </a:lnTo>
                  <a:lnTo>
                    <a:pt x="1493839" y="0"/>
                  </a:lnTo>
                  <a:lnTo>
                    <a:pt x="1426655" y="0"/>
                  </a:lnTo>
                  <a:lnTo>
                    <a:pt x="1353490" y="0"/>
                  </a:lnTo>
                  <a:lnTo>
                    <a:pt x="1273970" y="0"/>
                  </a:lnTo>
                  <a:lnTo>
                    <a:pt x="1188222" y="0"/>
                  </a:lnTo>
                  <a:lnTo>
                    <a:pt x="1097097" y="0"/>
                  </a:lnTo>
                  <a:lnTo>
                    <a:pt x="1002384" y="0"/>
                  </a:lnTo>
                  <a:lnTo>
                    <a:pt x="906932" y="0"/>
                  </a:lnTo>
                  <a:lnTo>
                    <a:pt x="814582" y="0"/>
                  </a:lnTo>
                  <a:lnTo>
                    <a:pt x="729797" y="0"/>
                  </a:lnTo>
                  <a:lnTo>
                    <a:pt x="656969" y="0"/>
                  </a:lnTo>
                  <a:lnTo>
                    <a:pt x="599528" y="0"/>
                  </a:lnTo>
                  <a:lnTo>
                    <a:pt x="559110" y="0"/>
                  </a:lnTo>
                  <a:lnTo>
                    <a:pt x="535064" y="0"/>
                  </a:lnTo>
                  <a:lnTo>
                    <a:pt x="524414" y="0"/>
                  </a:lnTo>
                  <a:lnTo>
                    <a:pt x="5221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702" name="pl702"/>
            <p:cNvSpPr/>
            <p:nvPr/>
          </p:nvSpPr>
          <p:spPr>
            <a:xfrm>
              <a:off x="386606" y="479648"/>
              <a:ext cx="8554953" cy="1761917"/>
            </a:xfrm>
            <a:custGeom>
              <a:avLst/>
              <a:pathLst>
                <a:path w="8554953" h="1761917">
                  <a:moveTo>
                    <a:pt x="0" y="0"/>
                  </a:moveTo>
                  <a:lnTo>
                    <a:pt x="522133" y="0"/>
                  </a:lnTo>
                  <a:lnTo>
                    <a:pt x="523403" y="0"/>
                  </a:lnTo>
                  <a:lnTo>
                    <a:pt x="531704" y="0"/>
                  </a:lnTo>
                  <a:lnTo>
                    <a:pt x="552456" y="0"/>
                  </a:lnTo>
                  <a:lnTo>
                    <a:pt x="589116" y="0"/>
                  </a:lnTo>
                  <a:lnTo>
                    <a:pt x="642860" y="0"/>
                  </a:lnTo>
                  <a:lnTo>
                    <a:pt x="712532" y="0"/>
                  </a:lnTo>
                  <a:lnTo>
                    <a:pt x="795033" y="0"/>
                  </a:lnTo>
                  <a:lnTo>
                    <a:pt x="886106" y="0"/>
                  </a:lnTo>
                  <a:lnTo>
                    <a:pt x="981233" y="0"/>
                  </a:lnTo>
                  <a:lnTo>
                    <a:pt x="1076392" y="0"/>
                  </a:lnTo>
                  <a:lnTo>
                    <a:pt x="1168500" y="0"/>
                  </a:lnTo>
                  <a:lnTo>
                    <a:pt x="1255540" y="0"/>
                  </a:lnTo>
                  <a:lnTo>
                    <a:pt x="1336469" y="0"/>
                  </a:lnTo>
                  <a:lnTo>
                    <a:pt x="1411020" y="0"/>
                  </a:lnTo>
                  <a:lnTo>
                    <a:pt x="1479475" y="0"/>
                  </a:lnTo>
                  <a:lnTo>
                    <a:pt x="1542472" y="0"/>
                  </a:lnTo>
                  <a:lnTo>
                    <a:pt x="1600853" y="0"/>
                  </a:lnTo>
                  <a:lnTo>
                    <a:pt x="1655549" y="0"/>
                  </a:lnTo>
                  <a:lnTo>
                    <a:pt x="1707495" y="0"/>
                  </a:lnTo>
                  <a:lnTo>
                    <a:pt x="1757546" y="0"/>
                  </a:lnTo>
                  <a:lnTo>
                    <a:pt x="1768425" y="0"/>
                  </a:lnTo>
                  <a:lnTo>
                    <a:pt x="1822685" y="0"/>
                  </a:lnTo>
                  <a:lnTo>
                    <a:pt x="1876422" y="0"/>
                  </a:lnTo>
                  <a:lnTo>
                    <a:pt x="1930225" y="0"/>
                  </a:lnTo>
                  <a:lnTo>
                    <a:pt x="1984484" y="0"/>
                  </a:lnTo>
                  <a:lnTo>
                    <a:pt x="2039421" y="0"/>
                  </a:lnTo>
                  <a:lnTo>
                    <a:pt x="2095106" y="0"/>
                  </a:lnTo>
                  <a:lnTo>
                    <a:pt x="2151484" y="0"/>
                  </a:lnTo>
                  <a:lnTo>
                    <a:pt x="2208392" y="0"/>
                  </a:lnTo>
                  <a:lnTo>
                    <a:pt x="2265595" y="0"/>
                  </a:lnTo>
                  <a:lnTo>
                    <a:pt x="2322815" y="0"/>
                  </a:lnTo>
                  <a:lnTo>
                    <a:pt x="2379776" y="0"/>
                  </a:lnTo>
                  <a:lnTo>
                    <a:pt x="2436232" y="0"/>
                  </a:lnTo>
                  <a:lnTo>
                    <a:pt x="2492013" y="0"/>
                  </a:lnTo>
                  <a:lnTo>
                    <a:pt x="2547044" y="0"/>
                  </a:lnTo>
                  <a:lnTo>
                    <a:pt x="2601382" y="0"/>
                  </a:lnTo>
                  <a:lnTo>
                    <a:pt x="2655225" y="0"/>
                  </a:lnTo>
                  <a:lnTo>
                    <a:pt x="2708942" y="0"/>
                  </a:lnTo>
                  <a:lnTo>
                    <a:pt x="2763094" y="0"/>
                  </a:lnTo>
                  <a:lnTo>
                    <a:pt x="2770117" y="0"/>
                  </a:lnTo>
                  <a:lnTo>
                    <a:pt x="2819851" y="0"/>
                  </a:lnTo>
                  <a:lnTo>
                    <a:pt x="2871308" y="0"/>
                  </a:lnTo>
                  <a:lnTo>
                    <a:pt x="2925318" y="0"/>
                  </a:lnTo>
                  <a:lnTo>
                    <a:pt x="2982803" y="0"/>
                  </a:lnTo>
                  <a:lnTo>
                    <a:pt x="3044703" y="0"/>
                  </a:lnTo>
                  <a:lnTo>
                    <a:pt x="3111888" y="0"/>
                  </a:lnTo>
                  <a:lnTo>
                    <a:pt x="3185052" y="0"/>
                  </a:lnTo>
                  <a:lnTo>
                    <a:pt x="3264572" y="0"/>
                  </a:lnTo>
                  <a:lnTo>
                    <a:pt x="3350320" y="0"/>
                  </a:lnTo>
                  <a:lnTo>
                    <a:pt x="3441445" y="0"/>
                  </a:lnTo>
                  <a:lnTo>
                    <a:pt x="3536158" y="0"/>
                  </a:lnTo>
                  <a:lnTo>
                    <a:pt x="3631610" y="0"/>
                  </a:lnTo>
                  <a:lnTo>
                    <a:pt x="3723960" y="0"/>
                  </a:lnTo>
                  <a:lnTo>
                    <a:pt x="3808745" y="0"/>
                  </a:lnTo>
                  <a:lnTo>
                    <a:pt x="3881573" y="0"/>
                  </a:lnTo>
                  <a:lnTo>
                    <a:pt x="3939014" y="0"/>
                  </a:lnTo>
                  <a:lnTo>
                    <a:pt x="3979432" y="0"/>
                  </a:lnTo>
                  <a:lnTo>
                    <a:pt x="4003478" y="0"/>
                  </a:lnTo>
                  <a:lnTo>
                    <a:pt x="4014128" y="0"/>
                  </a:lnTo>
                  <a:lnTo>
                    <a:pt x="4016395" y="0"/>
                  </a:lnTo>
                  <a:lnTo>
                    <a:pt x="4016409" y="0"/>
                  </a:lnTo>
                  <a:lnTo>
                    <a:pt x="4538543" y="0"/>
                  </a:lnTo>
                  <a:lnTo>
                    <a:pt x="4539763" y="51"/>
                  </a:lnTo>
                  <a:lnTo>
                    <a:pt x="4547749" y="422"/>
                  </a:lnTo>
                  <a:lnTo>
                    <a:pt x="4567740" y="1448"/>
                  </a:lnTo>
                  <a:lnTo>
                    <a:pt x="4603125" y="3462"/>
                  </a:lnTo>
                  <a:lnTo>
                    <a:pt x="4655142" y="6764"/>
                  </a:lnTo>
                  <a:lnTo>
                    <a:pt x="4722807" y="11580"/>
                  </a:lnTo>
                  <a:lnTo>
                    <a:pt x="4803259" y="18043"/>
                  </a:lnTo>
                  <a:lnTo>
                    <a:pt x="4892468" y="26198"/>
                  </a:lnTo>
                  <a:lnTo>
                    <a:pt x="4986082" y="36031"/>
                  </a:lnTo>
                  <a:lnTo>
                    <a:pt x="5080155" y="47501"/>
                  </a:lnTo>
                  <a:lnTo>
                    <a:pt x="5171598" y="60583"/>
                  </a:lnTo>
                  <a:lnTo>
                    <a:pt x="5258332" y="75297"/>
                  </a:lnTo>
                  <a:lnTo>
                    <a:pt x="5339223" y="91721"/>
                  </a:lnTo>
                  <a:lnTo>
                    <a:pt x="5413906" y="110005"/>
                  </a:lnTo>
                  <a:lnTo>
                    <a:pt x="5482571" y="130369"/>
                  </a:lnTo>
                  <a:lnTo>
                    <a:pt x="5545778" y="153096"/>
                  </a:lnTo>
                  <a:lnTo>
                    <a:pt x="5604306" y="178525"/>
                  </a:lnTo>
                  <a:lnTo>
                    <a:pt x="5659037" y="207023"/>
                  </a:lnTo>
                  <a:lnTo>
                    <a:pt x="5710874" y="238947"/>
                  </a:lnTo>
                  <a:lnTo>
                    <a:pt x="5760668" y="274573"/>
                  </a:lnTo>
                  <a:lnTo>
                    <a:pt x="5784835" y="293652"/>
                  </a:lnTo>
                  <a:lnTo>
                    <a:pt x="5828605" y="331105"/>
                  </a:lnTo>
                  <a:lnTo>
                    <a:pt x="5871951" y="371770"/>
                  </a:lnTo>
                  <a:lnTo>
                    <a:pt x="5915211" y="415709"/>
                  </a:lnTo>
                  <a:lnTo>
                    <a:pt x="5958637" y="462908"/>
                  </a:lnTo>
                  <a:lnTo>
                    <a:pt x="6002403" y="513270"/>
                  </a:lnTo>
                  <a:lnTo>
                    <a:pt x="6046614" y="566609"/>
                  </a:lnTo>
                  <a:lnTo>
                    <a:pt x="6091312" y="622646"/>
                  </a:lnTo>
                  <a:lnTo>
                    <a:pt x="6136484" y="681008"/>
                  </a:lnTo>
                  <a:lnTo>
                    <a:pt x="6182066" y="741242"/>
                  </a:lnTo>
                  <a:lnTo>
                    <a:pt x="6227960" y="802822"/>
                  </a:lnTo>
                  <a:lnTo>
                    <a:pt x="6274036" y="865168"/>
                  </a:lnTo>
                  <a:lnTo>
                    <a:pt x="6320150" y="927670"/>
                  </a:lnTo>
                  <a:lnTo>
                    <a:pt x="6366153" y="989712"/>
                  </a:lnTo>
                  <a:lnTo>
                    <a:pt x="6411907" y="1050695"/>
                  </a:lnTo>
                  <a:lnTo>
                    <a:pt x="6457297" y="1110065"/>
                  </a:lnTo>
                  <a:lnTo>
                    <a:pt x="6502238" y="1167327"/>
                  </a:lnTo>
                  <a:lnTo>
                    <a:pt x="6546694" y="1222069"/>
                  </a:lnTo>
                  <a:lnTo>
                    <a:pt x="6590676" y="1273963"/>
                  </a:lnTo>
                  <a:lnTo>
                    <a:pt x="6634256" y="1322777"/>
                  </a:lnTo>
                  <a:lnTo>
                    <a:pt x="6677574" y="1368369"/>
                  </a:lnTo>
                  <a:lnTo>
                    <a:pt x="6720839" y="1410684"/>
                  </a:lnTo>
                  <a:lnTo>
                    <a:pt x="6764347" y="1449747"/>
                  </a:lnTo>
                  <a:lnTo>
                    <a:pt x="6786527" y="1468264"/>
                  </a:lnTo>
                  <a:lnTo>
                    <a:pt x="6835584" y="1505773"/>
                  </a:lnTo>
                  <a:lnTo>
                    <a:pt x="6886308" y="1539508"/>
                  </a:lnTo>
                  <a:lnTo>
                    <a:pt x="6939493" y="1569663"/>
                  </a:lnTo>
                  <a:lnTo>
                    <a:pt x="6996024" y="1596568"/>
                  </a:lnTo>
                  <a:lnTo>
                    <a:pt x="7056804" y="1620591"/>
                  </a:lnTo>
                  <a:lnTo>
                    <a:pt x="7122675" y="1642088"/>
                  </a:lnTo>
                  <a:lnTo>
                    <a:pt x="7194322" y="1661371"/>
                  </a:lnTo>
                  <a:lnTo>
                    <a:pt x="7272141" y="1678695"/>
                  </a:lnTo>
                  <a:lnTo>
                    <a:pt x="7356066" y="1694243"/>
                  </a:lnTo>
                  <a:lnTo>
                    <a:pt x="7445371" y="1708128"/>
                  </a:lnTo>
                  <a:lnTo>
                    <a:pt x="7538463" y="1720399"/>
                  </a:lnTo>
                  <a:lnTo>
                    <a:pt x="7632751" y="1731049"/>
                  </a:lnTo>
                  <a:lnTo>
                    <a:pt x="7724678" y="1740040"/>
                  </a:lnTo>
                  <a:lnTo>
                    <a:pt x="7810016" y="1747342"/>
                  </a:lnTo>
                  <a:lnTo>
                    <a:pt x="7884474" y="1752963"/>
                  </a:lnTo>
                  <a:lnTo>
                    <a:pt x="7944505" y="1756993"/>
                  </a:lnTo>
                  <a:lnTo>
                    <a:pt x="7988126" y="1759613"/>
                  </a:lnTo>
                  <a:lnTo>
                    <a:pt x="8015457" y="1761088"/>
                  </a:lnTo>
                  <a:lnTo>
                    <a:pt x="8028850" y="1761741"/>
                  </a:lnTo>
                  <a:lnTo>
                    <a:pt x="8032666" y="1761911"/>
                  </a:lnTo>
                  <a:lnTo>
                    <a:pt x="8032819" y="1761917"/>
                  </a:lnTo>
                  <a:lnTo>
                    <a:pt x="8554953" y="1761917"/>
                  </a:lnTo>
                  <a:lnTo>
                    <a:pt x="8554953" y="1761917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703" name="pl703"/>
            <p:cNvSpPr/>
            <p:nvPr/>
          </p:nvSpPr>
          <p:spPr>
            <a:xfrm>
              <a:off x="386606" y="462707"/>
              <a:ext cx="8554953" cy="1761917"/>
            </a:xfrm>
            <a:custGeom>
              <a:avLst/>
              <a:pathLst>
                <a:path w="8554953" h="1761917">
                  <a:moveTo>
                    <a:pt x="8554953" y="1761917"/>
                  </a:moveTo>
                  <a:lnTo>
                    <a:pt x="8032819" y="1761917"/>
                  </a:lnTo>
                  <a:lnTo>
                    <a:pt x="8031599" y="1761865"/>
                  </a:lnTo>
                  <a:lnTo>
                    <a:pt x="8023613" y="1761494"/>
                  </a:lnTo>
                  <a:lnTo>
                    <a:pt x="8003622" y="1760469"/>
                  </a:lnTo>
                  <a:lnTo>
                    <a:pt x="7968237" y="1758454"/>
                  </a:lnTo>
                  <a:lnTo>
                    <a:pt x="7916220" y="1755152"/>
                  </a:lnTo>
                  <a:lnTo>
                    <a:pt x="7848555" y="1750337"/>
                  </a:lnTo>
                  <a:lnTo>
                    <a:pt x="7768103" y="1743874"/>
                  </a:lnTo>
                  <a:lnTo>
                    <a:pt x="7678894" y="1735718"/>
                  </a:lnTo>
                  <a:lnTo>
                    <a:pt x="7585280" y="1725886"/>
                  </a:lnTo>
                  <a:lnTo>
                    <a:pt x="7491207" y="1714415"/>
                  </a:lnTo>
                  <a:lnTo>
                    <a:pt x="7399764" y="1701333"/>
                  </a:lnTo>
                  <a:lnTo>
                    <a:pt x="7313030" y="1686620"/>
                  </a:lnTo>
                  <a:lnTo>
                    <a:pt x="7232139" y="1670196"/>
                  </a:lnTo>
                  <a:lnTo>
                    <a:pt x="7157456" y="1651911"/>
                  </a:lnTo>
                  <a:lnTo>
                    <a:pt x="7088791" y="1631548"/>
                  </a:lnTo>
                  <a:lnTo>
                    <a:pt x="7025584" y="1608820"/>
                  </a:lnTo>
                  <a:lnTo>
                    <a:pt x="6967056" y="1583391"/>
                  </a:lnTo>
                  <a:lnTo>
                    <a:pt x="6912325" y="1554893"/>
                  </a:lnTo>
                  <a:lnTo>
                    <a:pt x="6860488" y="1522969"/>
                  </a:lnTo>
                  <a:lnTo>
                    <a:pt x="6810694" y="1487343"/>
                  </a:lnTo>
                  <a:lnTo>
                    <a:pt x="6786527" y="1468264"/>
                  </a:lnTo>
                  <a:lnTo>
                    <a:pt x="6742756" y="1430811"/>
                  </a:lnTo>
                  <a:lnTo>
                    <a:pt x="6699411" y="1390146"/>
                  </a:lnTo>
                  <a:lnTo>
                    <a:pt x="6656151" y="1346207"/>
                  </a:lnTo>
                  <a:lnTo>
                    <a:pt x="6612725" y="1299008"/>
                  </a:lnTo>
                  <a:lnTo>
                    <a:pt x="6568959" y="1248646"/>
                  </a:lnTo>
                  <a:lnTo>
                    <a:pt x="6524748" y="1195307"/>
                  </a:lnTo>
                  <a:lnTo>
                    <a:pt x="6480050" y="1139271"/>
                  </a:lnTo>
                  <a:lnTo>
                    <a:pt x="6434878" y="1080908"/>
                  </a:lnTo>
                  <a:lnTo>
                    <a:pt x="6389296" y="1020674"/>
                  </a:lnTo>
                  <a:lnTo>
                    <a:pt x="6343402" y="959094"/>
                  </a:lnTo>
                  <a:lnTo>
                    <a:pt x="6297326" y="896748"/>
                  </a:lnTo>
                  <a:lnTo>
                    <a:pt x="6251212" y="834246"/>
                  </a:lnTo>
                  <a:lnTo>
                    <a:pt x="6205209" y="772204"/>
                  </a:lnTo>
                  <a:lnTo>
                    <a:pt x="6159455" y="711221"/>
                  </a:lnTo>
                  <a:lnTo>
                    <a:pt x="6114065" y="651852"/>
                  </a:lnTo>
                  <a:lnTo>
                    <a:pt x="6069123" y="594589"/>
                  </a:lnTo>
                  <a:lnTo>
                    <a:pt x="6024668" y="539847"/>
                  </a:lnTo>
                  <a:lnTo>
                    <a:pt x="5980686" y="487953"/>
                  </a:lnTo>
                  <a:lnTo>
                    <a:pt x="5937106" y="439139"/>
                  </a:lnTo>
                  <a:lnTo>
                    <a:pt x="5893788" y="393547"/>
                  </a:lnTo>
                  <a:lnTo>
                    <a:pt x="5850523" y="351232"/>
                  </a:lnTo>
                  <a:lnTo>
                    <a:pt x="5807015" y="312169"/>
                  </a:lnTo>
                  <a:lnTo>
                    <a:pt x="5784835" y="293652"/>
                  </a:lnTo>
                  <a:lnTo>
                    <a:pt x="5735778" y="256143"/>
                  </a:lnTo>
                  <a:lnTo>
                    <a:pt x="5685054" y="222409"/>
                  </a:lnTo>
                  <a:lnTo>
                    <a:pt x="5631869" y="192253"/>
                  </a:lnTo>
                  <a:lnTo>
                    <a:pt x="5575338" y="165348"/>
                  </a:lnTo>
                  <a:lnTo>
                    <a:pt x="5514558" y="141326"/>
                  </a:lnTo>
                  <a:lnTo>
                    <a:pt x="5448687" y="119829"/>
                  </a:lnTo>
                  <a:lnTo>
                    <a:pt x="5377039" y="100545"/>
                  </a:lnTo>
                  <a:lnTo>
                    <a:pt x="5299221" y="83221"/>
                  </a:lnTo>
                  <a:lnTo>
                    <a:pt x="5215296" y="67674"/>
                  </a:lnTo>
                  <a:lnTo>
                    <a:pt x="5125991" y="53788"/>
                  </a:lnTo>
                  <a:lnTo>
                    <a:pt x="5032899" y="41517"/>
                  </a:lnTo>
                  <a:lnTo>
                    <a:pt x="4938611" y="30868"/>
                  </a:lnTo>
                  <a:lnTo>
                    <a:pt x="4846684" y="21876"/>
                  </a:lnTo>
                  <a:lnTo>
                    <a:pt x="4761346" y="14575"/>
                  </a:lnTo>
                  <a:lnTo>
                    <a:pt x="4686888" y="8953"/>
                  </a:lnTo>
                  <a:lnTo>
                    <a:pt x="4626857" y="4923"/>
                  </a:lnTo>
                  <a:lnTo>
                    <a:pt x="4583236" y="2304"/>
                  </a:lnTo>
                  <a:lnTo>
                    <a:pt x="4555905" y="828"/>
                  </a:lnTo>
                  <a:lnTo>
                    <a:pt x="4542512" y="175"/>
                  </a:lnTo>
                  <a:lnTo>
                    <a:pt x="4538696" y="6"/>
                  </a:lnTo>
                  <a:lnTo>
                    <a:pt x="4538543" y="0"/>
                  </a:lnTo>
                  <a:lnTo>
                    <a:pt x="4016409" y="0"/>
                  </a:lnTo>
                  <a:lnTo>
                    <a:pt x="4015139" y="0"/>
                  </a:lnTo>
                  <a:lnTo>
                    <a:pt x="4006838" y="0"/>
                  </a:lnTo>
                  <a:lnTo>
                    <a:pt x="3986086" y="0"/>
                  </a:lnTo>
                  <a:lnTo>
                    <a:pt x="3949426" y="0"/>
                  </a:lnTo>
                  <a:lnTo>
                    <a:pt x="3895682" y="0"/>
                  </a:lnTo>
                  <a:lnTo>
                    <a:pt x="3826010" y="0"/>
                  </a:lnTo>
                  <a:lnTo>
                    <a:pt x="3743509" y="0"/>
                  </a:lnTo>
                  <a:lnTo>
                    <a:pt x="3652436" y="0"/>
                  </a:lnTo>
                  <a:lnTo>
                    <a:pt x="3557309" y="0"/>
                  </a:lnTo>
                  <a:lnTo>
                    <a:pt x="3462150" y="0"/>
                  </a:lnTo>
                  <a:lnTo>
                    <a:pt x="3370042" y="0"/>
                  </a:lnTo>
                  <a:lnTo>
                    <a:pt x="3283002" y="0"/>
                  </a:lnTo>
                  <a:lnTo>
                    <a:pt x="3202073" y="0"/>
                  </a:lnTo>
                  <a:lnTo>
                    <a:pt x="3127522" y="0"/>
                  </a:lnTo>
                  <a:lnTo>
                    <a:pt x="3059067" y="0"/>
                  </a:lnTo>
                  <a:lnTo>
                    <a:pt x="2996070" y="0"/>
                  </a:lnTo>
                  <a:lnTo>
                    <a:pt x="2937689" y="0"/>
                  </a:lnTo>
                  <a:lnTo>
                    <a:pt x="2882993" y="0"/>
                  </a:lnTo>
                  <a:lnTo>
                    <a:pt x="2831048" y="0"/>
                  </a:lnTo>
                  <a:lnTo>
                    <a:pt x="2780996" y="0"/>
                  </a:lnTo>
                  <a:lnTo>
                    <a:pt x="2770117" y="0"/>
                  </a:lnTo>
                  <a:lnTo>
                    <a:pt x="2715858" y="0"/>
                  </a:lnTo>
                  <a:lnTo>
                    <a:pt x="2662120" y="0"/>
                  </a:lnTo>
                  <a:lnTo>
                    <a:pt x="2608317" y="0"/>
                  </a:lnTo>
                  <a:lnTo>
                    <a:pt x="2554058" y="0"/>
                  </a:lnTo>
                  <a:lnTo>
                    <a:pt x="2499121" y="0"/>
                  </a:lnTo>
                  <a:lnTo>
                    <a:pt x="2443436" y="0"/>
                  </a:lnTo>
                  <a:lnTo>
                    <a:pt x="2387058" y="0"/>
                  </a:lnTo>
                  <a:lnTo>
                    <a:pt x="2330150" y="0"/>
                  </a:lnTo>
                  <a:lnTo>
                    <a:pt x="2272947" y="0"/>
                  </a:lnTo>
                  <a:lnTo>
                    <a:pt x="2215727" y="0"/>
                  </a:lnTo>
                  <a:lnTo>
                    <a:pt x="2158766" y="0"/>
                  </a:lnTo>
                  <a:lnTo>
                    <a:pt x="2102310" y="0"/>
                  </a:lnTo>
                  <a:lnTo>
                    <a:pt x="2046530" y="0"/>
                  </a:lnTo>
                  <a:lnTo>
                    <a:pt x="1991498" y="0"/>
                  </a:lnTo>
                  <a:lnTo>
                    <a:pt x="1937161" y="0"/>
                  </a:lnTo>
                  <a:lnTo>
                    <a:pt x="1883317" y="0"/>
                  </a:lnTo>
                  <a:lnTo>
                    <a:pt x="1829600" y="0"/>
                  </a:lnTo>
                  <a:lnTo>
                    <a:pt x="1775448" y="0"/>
                  </a:lnTo>
                  <a:lnTo>
                    <a:pt x="1768425" y="0"/>
                  </a:lnTo>
                  <a:lnTo>
                    <a:pt x="1718691" y="0"/>
                  </a:lnTo>
                  <a:lnTo>
                    <a:pt x="1667234" y="0"/>
                  </a:lnTo>
                  <a:lnTo>
                    <a:pt x="1613225" y="0"/>
                  </a:lnTo>
                  <a:lnTo>
                    <a:pt x="1555739" y="0"/>
                  </a:lnTo>
                  <a:lnTo>
                    <a:pt x="1493839" y="0"/>
                  </a:lnTo>
                  <a:lnTo>
                    <a:pt x="1426655" y="0"/>
                  </a:lnTo>
                  <a:lnTo>
                    <a:pt x="1353490" y="0"/>
                  </a:lnTo>
                  <a:lnTo>
                    <a:pt x="1273970" y="0"/>
                  </a:lnTo>
                  <a:lnTo>
                    <a:pt x="1188222" y="0"/>
                  </a:lnTo>
                  <a:lnTo>
                    <a:pt x="1097097" y="0"/>
                  </a:lnTo>
                  <a:lnTo>
                    <a:pt x="1002384" y="0"/>
                  </a:lnTo>
                  <a:lnTo>
                    <a:pt x="906932" y="0"/>
                  </a:lnTo>
                  <a:lnTo>
                    <a:pt x="814582" y="0"/>
                  </a:lnTo>
                  <a:lnTo>
                    <a:pt x="729797" y="0"/>
                  </a:lnTo>
                  <a:lnTo>
                    <a:pt x="656969" y="0"/>
                  </a:lnTo>
                  <a:lnTo>
                    <a:pt x="599528" y="0"/>
                  </a:lnTo>
                  <a:lnTo>
                    <a:pt x="559110" y="0"/>
                  </a:lnTo>
                  <a:lnTo>
                    <a:pt x="535064" y="0"/>
                  </a:lnTo>
                  <a:lnTo>
                    <a:pt x="524414" y="0"/>
                  </a:lnTo>
                  <a:lnTo>
                    <a:pt x="522147" y="0"/>
                  </a:lnTo>
                  <a:lnTo>
                    <a:pt x="522133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704" name="pg704"/>
            <p:cNvSpPr/>
            <p:nvPr/>
          </p:nvSpPr>
          <p:spPr>
            <a:xfrm>
              <a:off x="386606" y="479648"/>
              <a:ext cx="8554953" cy="2016040"/>
            </a:xfrm>
            <a:custGeom>
              <a:avLst/>
              <a:pathLst>
                <a:path w="8554953" h="2016040">
                  <a:moveTo>
                    <a:pt x="0" y="16941"/>
                  </a:moveTo>
                  <a:lnTo>
                    <a:pt x="522133" y="16941"/>
                  </a:lnTo>
                  <a:lnTo>
                    <a:pt x="523403" y="16942"/>
                  </a:lnTo>
                  <a:lnTo>
                    <a:pt x="531704" y="16947"/>
                  </a:lnTo>
                  <a:lnTo>
                    <a:pt x="552456" y="16960"/>
                  </a:lnTo>
                  <a:lnTo>
                    <a:pt x="589116" y="16987"/>
                  </a:lnTo>
                  <a:lnTo>
                    <a:pt x="642860" y="17031"/>
                  </a:lnTo>
                  <a:lnTo>
                    <a:pt x="712531" y="17095"/>
                  </a:lnTo>
                  <a:lnTo>
                    <a:pt x="795032" y="17181"/>
                  </a:lnTo>
                  <a:lnTo>
                    <a:pt x="886104" y="17290"/>
                  </a:lnTo>
                  <a:lnTo>
                    <a:pt x="981231" y="17420"/>
                  </a:lnTo>
                  <a:lnTo>
                    <a:pt x="1076390" y="17572"/>
                  </a:lnTo>
                  <a:lnTo>
                    <a:pt x="1168498" y="17745"/>
                  </a:lnTo>
                  <a:lnTo>
                    <a:pt x="1255537" y="17939"/>
                  </a:lnTo>
                  <a:lnTo>
                    <a:pt x="1336467" y="18157"/>
                  </a:lnTo>
                  <a:lnTo>
                    <a:pt x="1411018" y="18399"/>
                  </a:lnTo>
                  <a:lnTo>
                    <a:pt x="1479473" y="18669"/>
                  </a:lnTo>
                  <a:lnTo>
                    <a:pt x="1542470" y="18972"/>
                  </a:lnTo>
                  <a:lnTo>
                    <a:pt x="1600851" y="19311"/>
                  </a:lnTo>
                  <a:lnTo>
                    <a:pt x="1655547" y="19691"/>
                  </a:lnTo>
                  <a:lnTo>
                    <a:pt x="1707492" y="20118"/>
                  </a:lnTo>
                  <a:lnTo>
                    <a:pt x="1757544" y="20594"/>
                  </a:lnTo>
                  <a:lnTo>
                    <a:pt x="1768425" y="20706"/>
                  </a:lnTo>
                  <a:lnTo>
                    <a:pt x="1822681" y="21308"/>
                  </a:lnTo>
                  <a:lnTo>
                    <a:pt x="1876416" y="21974"/>
                  </a:lnTo>
                  <a:lnTo>
                    <a:pt x="1930216" y="22705"/>
                  </a:lnTo>
                  <a:lnTo>
                    <a:pt x="1984472" y="23498"/>
                  </a:lnTo>
                  <a:lnTo>
                    <a:pt x="2039405" y="24351"/>
                  </a:lnTo>
                  <a:lnTo>
                    <a:pt x="2095087" y="25256"/>
                  </a:lnTo>
                  <a:lnTo>
                    <a:pt x="2151462" y="26202"/>
                  </a:lnTo>
                  <a:lnTo>
                    <a:pt x="2208366" y="27179"/>
                  </a:lnTo>
                  <a:lnTo>
                    <a:pt x="2265566" y="28171"/>
                  </a:lnTo>
                  <a:lnTo>
                    <a:pt x="2322783" y="29164"/>
                  </a:lnTo>
                  <a:lnTo>
                    <a:pt x="2379740" y="30144"/>
                  </a:lnTo>
                  <a:lnTo>
                    <a:pt x="2436194" y="31095"/>
                  </a:lnTo>
                  <a:lnTo>
                    <a:pt x="2491972" y="32005"/>
                  </a:lnTo>
                  <a:lnTo>
                    <a:pt x="2547001" y="32865"/>
                  </a:lnTo>
                  <a:lnTo>
                    <a:pt x="2601336" y="33667"/>
                  </a:lnTo>
                  <a:lnTo>
                    <a:pt x="2655176" y="34406"/>
                  </a:lnTo>
                  <a:lnTo>
                    <a:pt x="2708891" y="35080"/>
                  </a:lnTo>
                  <a:lnTo>
                    <a:pt x="2763039" y="35690"/>
                  </a:lnTo>
                  <a:lnTo>
                    <a:pt x="2770117" y="35765"/>
                  </a:lnTo>
                  <a:lnTo>
                    <a:pt x="2819851" y="36252"/>
                  </a:lnTo>
                  <a:lnTo>
                    <a:pt x="2871308" y="36689"/>
                  </a:lnTo>
                  <a:lnTo>
                    <a:pt x="2925317" y="37080"/>
                  </a:lnTo>
                  <a:lnTo>
                    <a:pt x="2982802" y="37427"/>
                  </a:lnTo>
                  <a:lnTo>
                    <a:pt x="3044702" y="37738"/>
                  </a:lnTo>
                  <a:lnTo>
                    <a:pt x="3111887" y="38015"/>
                  </a:lnTo>
                  <a:lnTo>
                    <a:pt x="3185051" y="38263"/>
                  </a:lnTo>
                  <a:lnTo>
                    <a:pt x="3264570" y="38486"/>
                  </a:lnTo>
                  <a:lnTo>
                    <a:pt x="3350319" y="38685"/>
                  </a:lnTo>
                  <a:lnTo>
                    <a:pt x="3441443" y="38863"/>
                  </a:lnTo>
                  <a:lnTo>
                    <a:pt x="3536156" y="39019"/>
                  </a:lnTo>
                  <a:lnTo>
                    <a:pt x="3631608" y="39154"/>
                  </a:lnTo>
                  <a:lnTo>
                    <a:pt x="3723958" y="39267"/>
                  </a:lnTo>
                  <a:lnTo>
                    <a:pt x="3808743" y="39358"/>
                  </a:lnTo>
                  <a:lnTo>
                    <a:pt x="3881571" y="39427"/>
                  </a:lnTo>
                  <a:lnTo>
                    <a:pt x="3939013" y="39475"/>
                  </a:lnTo>
                  <a:lnTo>
                    <a:pt x="3979431" y="39506"/>
                  </a:lnTo>
                  <a:lnTo>
                    <a:pt x="4003477" y="39522"/>
                  </a:lnTo>
                  <a:lnTo>
                    <a:pt x="4014128" y="39528"/>
                  </a:lnTo>
                  <a:lnTo>
                    <a:pt x="4016409" y="39530"/>
                  </a:lnTo>
                  <a:lnTo>
                    <a:pt x="4538543" y="39530"/>
                  </a:lnTo>
                  <a:lnTo>
                    <a:pt x="4539751" y="39587"/>
                  </a:lnTo>
                  <a:lnTo>
                    <a:pt x="4547660" y="39999"/>
                  </a:lnTo>
                  <a:lnTo>
                    <a:pt x="4567465" y="41138"/>
                  </a:lnTo>
                  <a:lnTo>
                    <a:pt x="4602538" y="43375"/>
                  </a:lnTo>
                  <a:lnTo>
                    <a:pt x="4654130" y="47043"/>
                  </a:lnTo>
                  <a:lnTo>
                    <a:pt x="4721300" y="52393"/>
                  </a:lnTo>
                  <a:lnTo>
                    <a:pt x="4801244" y="59577"/>
                  </a:lnTo>
                  <a:lnTo>
                    <a:pt x="4889987" y="68648"/>
                  </a:lnTo>
                  <a:lnTo>
                    <a:pt x="4983218" y="79588"/>
                  </a:lnTo>
                  <a:lnTo>
                    <a:pt x="5077013" y="92353"/>
                  </a:lnTo>
                  <a:lnTo>
                    <a:pt x="5168283" y="106916"/>
                  </a:lnTo>
                  <a:lnTo>
                    <a:pt x="5254933" y="123294"/>
                  </a:lnTo>
                  <a:lnTo>
                    <a:pt x="5335810" y="141573"/>
                  </a:lnTo>
                  <a:lnTo>
                    <a:pt x="5410521" y="161916"/>
                  </a:lnTo>
                  <a:lnTo>
                    <a:pt x="5479237" y="184562"/>
                  </a:lnTo>
                  <a:lnTo>
                    <a:pt x="5542498" y="209825"/>
                  </a:lnTo>
                  <a:lnTo>
                    <a:pt x="5601064" y="238076"/>
                  </a:lnTo>
                  <a:lnTo>
                    <a:pt x="5655808" y="269723"/>
                  </a:lnTo>
                  <a:lnTo>
                    <a:pt x="5707625" y="305166"/>
                  </a:lnTo>
                  <a:lnTo>
                    <a:pt x="5757361" y="344718"/>
                  </a:lnTo>
                  <a:lnTo>
                    <a:pt x="5784835" y="368948"/>
                  </a:lnTo>
                  <a:lnTo>
                    <a:pt x="5827115" y="409464"/>
                  </a:lnTo>
                  <a:lnTo>
                    <a:pt x="5868987" y="453338"/>
                  </a:lnTo>
                  <a:lnTo>
                    <a:pt x="5910761" y="500636"/>
                  </a:lnTo>
                  <a:lnTo>
                    <a:pt x="5952670" y="551350"/>
                  </a:lnTo>
                  <a:lnTo>
                    <a:pt x="5994877" y="605394"/>
                  </a:lnTo>
                  <a:lnTo>
                    <a:pt x="6037488" y="662592"/>
                  </a:lnTo>
                  <a:lnTo>
                    <a:pt x="6080549" y="722682"/>
                  </a:lnTo>
                  <a:lnTo>
                    <a:pt x="6124060" y="785307"/>
                  </a:lnTo>
                  <a:lnTo>
                    <a:pt x="6167974" y="850030"/>
                  </a:lnTo>
                  <a:lnTo>
                    <a:pt x="6212211" y="916337"/>
                  </a:lnTo>
                  <a:lnTo>
                    <a:pt x="6256661" y="983659"/>
                  </a:lnTo>
                  <a:lnTo>
                    <a:pt x="6301198" y="1051387"/>
                  </a:lnTo>
                  <a:lnTo>
                    <a:pt x="6345689" y="1118897"/>
                  </a:lnTo>
                  <a:lnTo>
                    <a:pt x="6390003" y="1185575"/>
                  </a:lnTo>
                  <a:lnTo>
                    <a:pt x="6434025" y="1250835"/>
                  </a:lnTo>
                  <a:lnTo>
                    <a:pt x="6477664" y="1314146"/>
                  </a:lnTo>
                  <a:lnTo>
                    <a:pt x="6520864" y="1375046"/>
                  </a:lnTo>
                  <a:lnTo>
                    <a:pt x="6563609" y="1433154"/>
                  </a:lnTo>
                  <a:lnTo>
                    <a:pt x="6605931" y="1488177"/>
                  </a:lnTo>
                  <a:lnTo>
                    <a:pt x="6647915" y="1539914"/>
                  </a:lnTo>
                  <a:lnTo>
                    <a:pt x="6689709" y="1588252"/>
                  </a:lnTo>
                  <a:lnTo>
                    <a:pt x="6731522" y="1633160"/>
                  </a:lnTo>
                  <a:lnTo>
                    <a:pt x="6773641" y="1674683"/>
                  </a:lnTo>
                  <a:lnTo>
                    <a:pt x="6786527" y="1686621"/>
                  </a:lnTo>
                  <a:lnTo>
                    <a:pt x="6835416" y="1728564"/>
                  </a:lnTo>
                  <a:lnTo>
                    <a:pt x="6885959" y="1766301"/>
                  </a:lnTo>
                  <a:lnTo>
                    <a:pt x="6938940" y="1800048"/>
                  </a:lnTo>
                  <a:lnTo>
                    <a:pt x="6995236" y="1830168"/>
                  </a:lnTo>
                  <a:lnTo>
                    <a:pt x="7055740" y="1857071"/>
                  </a:lnTo>
                  <a:lnTo>
                    <a:pt x="7121288" y="1881154"/>
                  </a:lnTo>
                  <a:lnTo>
                    <a:pt x="7192562" y="1902764"/>
                  </a:lnTo>
                  <a:lnTo>
                    <a:pt x="7269961" y="1922185"/>
                  </a:lnTo>
                  <a:lnTo>
                    <a:pt x="7353436" y="1939622"/>
                  </a:lnTo>
                  <a:lnTo>
                    <a:pt x="7442288" y="1955204"/>
                  </a:lnTo>
                  <a:lnTo>
                    <a:pt x="7534972" y="1968987"/>
                  </a:lnTo>
                  <a:lnTo>
                    <a:pt x="7628958" y="1980964"/>
                  </a:lnTo>
                  <a:lnTo>
                    <a:pt x="7720757" y="1991096"/>
                  </a:lnTo>
                  <a:lnTo>
                    <a:pt x="7806203" y="1999346"/>
                  </a:lnTo>
                  <a:lnTo>
                    <a:pt x="7881032" y="2005721"/>
                  </a:lnTo>
                  <a:lnTo>
                    <a:pt x="7941678" y="2010315"/>
                  </a:lnTo>
                  <a:lnTo>
                    <a:pt x="7986079" y="2013324"/>
                  </a:lnTo>
                  <a:lnTo>
                    <a:pt x="8014231" y="2015040"/>
                  </a:lnTo>
                  <a:lnTo>
                    <a:pt x="8028335" y="2015816"/>
                  </a:lnTo>
                  <a:lnTo>
                    <a:pt x="8032595" y="2016029"/>
                  </a:lnTo>
                  <a:lnTo>
                    <a:pt x="8032819" y="2016040"/>
                  </a:lnTo>
                  <a:lnTo>
                    <a:pt x="8554953" y="2016040"/>
                  </a:lnTo>
                  <a:lnTo>
                    <a:pt x="8554953" y="1999098"/>
                  </a:lnTo>
                  <a:lnTo>
                    <a:pt x="8032819" y="1999098"/>
                  </a:lnTo>
                  <a:lnTo>
                    <a:pt x="8031611" y="1999040"/>
                  </a:lnTo>
                  <a:lnTo>
                    <a:pt x="8023702" y="1998629"/>
                  </a:lnTo>
                  <a:lnTo>
                    <a:pt x="8003897" y="1997490"/>
                  </a:lnTo>
                  <a:lnTo>
                    <a:pt x="7968824" y="1995253"/>
                  </a:lnTo>
                  <a:lnTo>
                    <a:pt x="7917232" y="1991585"/>
                  </a:lnTo>
                  <a:lnTo>
                    <a:pt x="7850062" y="1986235"/>
                  </a:lnTo>
                  <a:lnTo>
                    <a:pt x="7770118" y="1979050"/>
                  </a:lnTo>
                  <a:lnTo>
                    <a:pt x="7681375" y="1969980"/>
                  </a:lnTo>
                  <a:lnTo>
                    <a:pt x="7588144" y="1959040"/>
                  </a:lnTo>
                  <a:lnTo>
                    <a:pt x="7494349" y="1946274"/>
                  </a:lnTo>
                  <a:lnTo>
                    <a:pt x="7403079" y="1931712"/>
                  </a:lnTo>
                  <a:lnTo>
                    <a:pt x="7316429" y="1915334"/>
                  </a:lnTo>
                  <a:lnTo>
                    <a:pt x="7235552" y="1897055"/>
                  </a:lnTo>
                  <a:lnTo>
                    <a:pt x="7160841" y="1876712"/>
                  </a:lnTo>
                  <a:lnTo>
                    <a:pt x="7092125" y="1854066"/>
                  </a:lnTo>
                  <a:lnTo>
                    <a:pt x="7028864" y="1828803"/>
                  </a:lnTo>
                  <a:lnTo>
                    <a:pt x="6970298" y="1800552"/>
                  </a:lnTo>
                  <a:lnTo>
                    <a:pt x="6915554" y="1768905"/>
                  </a:lnTo>
                  <a:lnTo>
                    <a:pt x="6863737" y="1733462"/>
                  </a:lnTo>
                  <a:lnTo>
                    <a:pt x="6814001" y="1693910"/>
                  </a:lnTo>
                  <a:lnTo>
                    <a:pt x="6786527" y="1669680"/>
                  </a:lnTo>
                  <a:lnTo>
                    <a:pt x="6744247" y="1629164"/>
                  </a:lnTo>
                  <a:lnTo>
                    <a:pt x="6702375" y="1585290"/>
                  </a:lnTo>
                  <a:lnTo>
                    <a:pt x="6660601" y="1537992"/>
                  </a:lnTo>
                  <a:lnTo>
                    <a:pt x="6618692" y="1487278"/>
                  </a:lnTo>
                  <a:lnTo>
                    <a:pt x="6576485" y="1433234"/>
                  </a:lnTo>
                  <a:lnTo>
                    <a:pt x="6533874" y="1376035"/>
                  </a:lnTo>
                  <a:lnTo>
                    <a:pt x="6490813" y="1315946"/>
                  </a:lnTo>
                  <a:lnTo>
                    <a:pt x="6447302" y="1253321"/>
                  </a:lnTo>
                  <a:lnTo>
                    <a:pt x="6403388" y="1188598"/>
                  </a:lnTo>
                  <a:lnTo>
                    <a:pt x="6359151" y="1122291"/>
                  </a:lnTo>
                  <a:lnTo>
                    <a:pt x="6314701" y="1054969"/>
                  </a:lnTo>
                  <a:lnTo>
                    <a:pt x="6270164" y="987241"/>
                  </a:lnTo>
                  <a:lnTo>
                    <a:pt x="6225673" y="919730"/>
                  </a:lnTo>
                  <a:lnTo>
                    <a:pt x="6181359" y="853053"/>
                  </a:lnTo>
                  <a:lnTo>
                    <a:pt x="6137337" y="787793"/>
                  </a:lnTo>
                  <a:lnTo>
                    <a:pt x="6093697" y="724482"/>
                  </a:lnTo>
                  <a:lnTo>
                    <a:pt x="6050497" y="663582"/>
                  </a:lnTo>
                  <a:lnTo>
                    <a:pt x="6007753" y="605474"/>
                  </a:lnTo>
                  <a:lnTo>
                    <a:pt x="5965431" y="550451"/>
                  </a:lnTo>
                  <a:lnTo>
                    <a:pt x="5923447" y="498714"/>
                  </a:lnTo>
                  <a:lnTo>
                    <a:pt x="5881653" y="450376"/>
                  </a:lnTo>
                  <a:lnTo>
                    <a:pt x="5839840" y="405468"/>
                  </a:lnTo>
                  <a:lnTo>
                    <a:pt x="5797721" y="363944"/>
                  </a:lnTo>
                  <a:lnTo>
                    <a:pt x="5784835" y="352006"/>
                  </a:lnTo>
                  <a:lnTo>
                    <a:pt x="5735946" y="310064"/>
                  </a:lnTo>
                  <a:lnTo>
                    <a:pt x="5685403" y="272327"/>
                  </a:lnTo>
                  <a:lnTo>
                    <a:pt x="5632422" y="238580"/>
                  </a:lnTo>
                  <a:lnTo>
                    <a:pt x="5576126" y="208460"/>
                  </a:lnTo>
                  <a:lnTo>
                    <a:pt x="5515622" y="181557"/>
                  </a:lnTo>
                  <a:lnTo>
                    <a:pt x="5450074" y="157474"/>
                  </a:lnTo>
                  <a:lnTo>
                    <a:pt x="5378800" y="135864"/>
                  </a:lnTo>
                  <a:lnTo>
                    <a:pt x="5301401" y="116443"/>
                  </a:lnTo>
                  <a:lnTo>
                    <a:pt x="5217926" y="99006"/>
                  </a:lnTo>
                  <a:lnTo>
                    <a:pt x="5129074" y="83423"/>
                  </a:lnTo>
                  <a:lnTo>
                    <a:pt x="5036390" y="69641"/>
                  </a:lnTo>
                  <a:lnTo>
                    <a:pt x="4942404" y="57663"/>
                  </a:lnTo>
                  <a:lnTo>
                    <a:pt x="4850605" y="47531"/>
                  </a:lnTo>
                  <a:lnTo>
                    <a:pt x="4765159" y="39282"/>
                  </a:lnTo>
                  <a:lnTo>
                    <a:pt x="4690330" y="32907"/>
                  </a:lnTo>
                  <a:lnTo>
                    <a:pt x="4629684" y="28313"/>
                  </a:lnTo>
                  <a:lnTo>
                    <a:pt x="4585283" y="25303"/>
                  </a:lnTo>
                  <a:lnTo>
                    <a:pt x="4557131" y="23588"/>
                  </a:lnTo>
                  <a:lnTo>
                    <a:pt x="4543027" y="22812"/>
                  </a:lnTo>
                  <a:lnTo>
                    <a:pt x="4538767" y="22599"/>
                  </a:lnTo>
                  <a:lnTo>
                    <a:pt x="4538543" y="22588"/>
                  </a:lnTo>
                  <a:lnTo>
                    <a:pt x="4016409" y="22588"/>
                  </a:lnTo>
                  <a:lnTo>
                    <a:pt x="4015139" y="22587"/>
                  </a:lnTo>
                  <a:lnTo>
                    <a:pt x="4006838" y="22583"/>
                  </a:lnTo>
                  <a:lnTo>
                    <a:pt x="3986086" y="22569"/>
                  </a:lnTo>
                  <a:lnTo>
                    <a:pt x="3949427" y="22542"/>
                  </a:lnTo>
                  <a:lnTo>
                    <a:pt x="3895682" y="22498"/>
                  </a:lnTo>
                  <a:lnTo>
                    <a:pt x="3826011" y="22434"/>
                  </a:lnTo>
                  <a:lnTo>
                    <a:pt x="3743510" y="22348"/>
                  </a:lnTo>
                  <a:lnTo>
                    <a:pt x="3652438" y="22240"/>
                  </a:lnTo>
                  <a:lnTo>
                    <a:pt x="3557311" y="22109"/>
                  </a:lnTo>
                  <a:lnTo>
                    <a:pt x="3462152" y="21958"/>
                  </a:lnTo>
                  <a:lnTo>
                    <a:pt x="3370044" y="21785"/>
                  </a:lnTo>
                  <a:lnTo>
                    <a:pt x="3283005" y="21590"/>
                  </a:lnTo>
                  <a:lnTo>
                    <a:pt x="3202075" y="21373"/>
                  </a:lnTo>
                  <a:lnTo>
                    <a:pt x="3127524" y="21130"/>
                  </a:lnTo>
                  <a:lnTo>
                    <a:pt x="3059070" y="20860"/>
                  </a:lnTo>
                  <a:lnTo>
                    <a:pt x="2996072" y="20558"/>
                  </a:lnTo>
                  <a:lnTo>
                    <a:pt x="2937691" y="20219"/>
                  </a:lnTo>
                  <a:lnTo>
                    <a:pt x="2882995" y="19838"/>
                  </a:lnTo>
                  <a:lnTo>
                    <a:pt x="2831050" y="19411"/>
                  </a:lnTo>
                  <a:lnTo>
                    <a:pt x="2780998" y="18935"/>
                  </a:lnTo>
                  <a:lnTo>
                    <a:pt x="2770117" y="18823"/>
                  </a:lnTo>
                  <a:lnTo>
                    <a:pt x="2715861" y="18221"/>
                  </a:lnTo>
                  <a:lnTo>
                    <a:pt x="2662126" y="17555"/>
                  </a:lnTo>
                  <a:lnTo>
                    <a:pt x="2608326" y="16825"/>
                  </a:lnTo>
                  <a:lnTo>
                    <a:pt x="2554070" y="16031"/>
                  </a:lnTo>
                  <a:lnTo>
                    <a:pt x="2499137" y="15178"/>
                  </a:lnTo>
                  <a:lnTo>
                    <a:pt x="2443455" y="14274"/>
                  </a:lnTo>
                  <a:lnTo>
                    <a:pt x="2387081" y="13327"/>
                  </a:lnTo>
                  <a:lnTo>
                    <a:pt x="2330176" y="12351"/>
                  </a:lnTo>
                  <a:lnTo>
                    <a:pt x="2272977" y="11358"/>
                  </a:lnTo>
                  <a:lnTo>
                    <a:pt x="2215759" y="10365"/>
                  </a:lnTo>
                  <a:lnTo>
                    <a:pt x="2158802" y="9386"/>
                  </a:lnTo>
                  <a:lnTo>
                    <a:pt x="2102348" y="8434"/>
                  </a:lnTo>
                  <a:lnTo>
                    <a:pt x="2046570" y="7524"/>
                  </a:lnTo>
                  <a:lnTo>
                    <a:pt x="1991541" y="6664"/>
                  </a:lnTo>
                  <a:lnTo>
                    <a:pt x="1937206" y="5862"/>
                  </a:lnTo>
                  <a:lnTo>
                    <a:pt x="1883366" y="5123"/>
                  </a:lnTo>
                  <a:lnTo>
                    <a:pt x="1829651" y="4449"/>
                  </a:lnTo>
                  <a:lnTo>
                    <a:pt x="1775503" y="3839"/>
                  </a:lnTo>
                  <a:lnTo>
                    <a:pt x="1768425" y="3764"/>
                  </a:lnTo>
                  <a:lnTo>
                    <a:pt x="1718691" y="3277"/>
                  </a:lnTo>
                  <a:lnTo>
                    <a:pt x="1667234" y="2840"/>
                  </a:lnTo>
                  <a:lnTo>
                    <a:pt x="1613225" y="2449"/>
                  </a:lnTo>
                  <a:lnTo>
                    <a:pt x="1555740" y="2102"/>
                  </a:lnTo>
                  <a:lnTo>
                    <a:pt x="1493840" y="1792"/>
                  </a:lnTo>
                  <a:lnTo>
                    <a:pt x="1426655" y="1515"/>
                  </a:lnTo>
                  <a:lnTo>
                    <a:pt x="1353492" y="1266"/>
                  </a:lnTo>
                  <a:lnTo>
                    <a:pt x="1273972" y="1044"/>
                  </a:lnTo>
                  <a:lnTo>
                    <a:pt x="1188224" y="844"/>
                  </a:lnTo>
                  <a:lnTo>
                    <a:pt x="1097099" y="666"/>
                  </a:lnTo>
                  <a:lnTo>
                    <a:pt x="1002386" y="510"/>
                  </a:lnTo>
                  <a:lnTo>
                    <a:pt x="906934" y="375"/>
                  </a:lnTo>
                  <a:lnTo>
                    <a:pt x="814585" y="262"/>
                  </a:lnTo>
                  <a:lnTo>
                    <a:pt x="729799" y="171"/>
                  </a:lnTo>
                  <a:lnTo>
                    <a:pt x="656971" y="102"/>
                  </a:lnTo>
                  <a:lnTo>
                    <a:pt x="599530" y="54"/>
                  </a:lnTo>
                  <a:lnTo>
                    <a:pt x="559111" y="24"/>
                  </a:lnTo>
                  <a:lnTo>
                    <a:pt x="535065" y="7"/>
                  </a:lnTo>
                  <a:lnTo>
                    <a:pt x="524415" y="1"/>
                  </a:lnTo>
                  <a:lnTo>
                    <a:pt x="5221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705" name="pl705"/>
            <p:cNvSpPr/>
            <p:nvPr/>
          </p:nvSpPr>
          <p:spPr>
            <a:xfrm>
              <a:off x="386606" y="496590"/>
              <a:ext cx="8554953" cy="1999098"/>
            </a:xfrm>
            <a:custGeom>
              <a:avLst/>
              <a:pathLst>
                <a:path w="8554953" h="1999098">
                  <a:moveTo>
                    <a:pt x="0" y="0"/>
                  </a:moveTo>
                  <a:lnTo>
                    <a:pt x="522133" y="0"/>
                  </a:lnTo>
                  <a:lnTo>
                    <a:pt x="523403" y="0"/>
                  </a:lnTo>
                  <a:lnTo>
                    <a:pt x="531704" y="5"/>
                  </a:lnTo>
                  <a:lnTo>
                    <a:pt x="552456" y="19"/>
                  </a:lnTo>
                  <a:lnTo>
                    <a:pt x="589116" y="46"/>
                  </a:lnTo>
                  <a:lnTo>
                    <a:pt x="642860" y="90"/>
                  </a:lnTo>
                  <a:lnTo>
                    <a:pt x="712531" y="154"/>
                  </a:lnTo>
                  <a:lnTo>
                    <a:pt x="795032" y="240"/>
                  </a:lnTo>
                  <a:lnTo>
                    <a:pt x="886104" y="348"/>
                  </a:lnTo>
                  <a:lnTo>
                    <a:pt x="981231" y="478"/>
                  </a:lnTo>
                  <a:lnTo>
                    <a:pt x="1076390" y="630"/>
                  </a:lnTo>
                  <a:lnTo>
                    <a:pt x="1168498" y="803"/>
                  </a:lnTo>
                  <a:lnTo>
                    <a:pt x="1255537" y="998"/>
                  </a:lnTo>
                  <a:lnTo>
                    <a:pt x="1336467" y="1215"/>
                  </a:lnTo>
                  <a:lnTo>
                    <a:pt x="1411018" y="1457"/>
                  </a:lnTo>
                  <a:lnTo>
                    <a:pt x="1479473" y="1728"/>
                  </a:lnTo>
                  <a:lnTo>
                    <a:pt x="1542470" y="2030"/>
                  </a:lnTo>
                  <a:lnTo>
                    <a:pt x="1600851" y="2369"/>
                  </a:lnTo>
                  <a:lnTo>
                    <a:pt x="1655547" y="2750"/>
                  </a:lnTo>
                  <a:lnTo>
                    <a:pt x="1707492" y="3176"/>
                  </a:lnTo>
                  <a:lnTo>
                    <a:pt x="1757544" y="3652"/>
                  </a:lnTo>
                  <a:lnTo>
                    <a:pt x="1768425" y="3764"/>
                  </a:lnTo>
                  <a:lnTo>
                    <a:pt x="1822681" y="4366"/>
                  </a:lnTo>
                  <a:lnTo>
                    <a:pt x="1876416" y="5032"/>
                  </a:lnTo>
                  <a:lnTo>
                    <a:pt x="1930216" y="5763"/>
                  </a:lnTo>
                  <a:lnTo>
                    <a:pt x="1984472" y="6557"/>
                  </a:lnTo>
                  <a:lnTo>
                    <a:pt x="2039405" y="7410"/>
                  </a:lnTo>
                  <a:lnTo>
                    <a:pt x="2095087" y="8314"/>
                  </a:lnTo>
                  <a:lnTo>
                    <a:pt x="2151462" y="9261"/>
                  </a:lnTo>
                  <a:lnTo>
                    <a:pt x="2208366" y="10237"/>
                  </a:lnTo>
                  <a:lnTo>
                    <a:pt x="2265566" y="11229"/>
                  </a:lnTo>
                  <a:lnTo>
                    <a:pt x="2322783" y="12223"/>
                  </a:lnTo>
                  <a:lnTo>
                    <a:pt x="2379740" y="13202"/>
                  </a:lnTo>
                  <a:lnTo>
                    <a:pt x="2436194" y="14153"/>
                  </a:lnTo>
                  <a:lnTo>
                    <a:pt x="2491972" y="15064"/>
                  </a:lnTo>
                  <a:lnTo>
                    <a:pt x="2547001" y="15924"/>
                  </a:lnTo>
                  <a:lnTo>
                    <a:pt x="2601336" y="16725"/>
                  </a:lnTo>
                  <a:lnTo>
                    <a:pt x="2655176" y="17464"/>
                  </a:lnTo>
                  <a:lnTo>
                    <a:pt x="2708891" y="18139"/>
                  </a:lnTo>
                  <a:lnTo>
                    <a:pt x="2763039" y="18749"/>
                  </a:lnTo>
                  <a:lnTo>
                    <a:pt x="2770117" y="18823"/>
                  </a:lnTo>
                  <a:lnTo>
                    <a:pt x="2819851" y="19310"/>
                  </a:lnTo>
                  <a:lnTo>
                    <a:pt x="2871308" y="19748"/>
                  </a:lnTo>
                  <a:lnTo>
                    <a:pt x="2925317" y="20138"/>
                  </a:lnTo>
                  <a:lnTo>
                    <a:pt x="2982802" y="20486"/>
                  </a:lnTo>
                  <a:lnTo>
                    <a:pt x="3044702" y="20796"/>
                  </a:lnTo>
                  <a:lnTo>
                    <a:pt x="3111887" y="21073"/>
                  </a:lnTo>
                  <a:lnTo>
                    <a:pt x="3185051" y="21321"/>
                  </a:lnTo>
                  <a:lnTo>
                    <a:pt x="3264570" y="21544"/>
                  </a:lnTo>
                  <a:lnTo>
                    <a:pt x="3350319" y="21743"/>
                  </a:lnTo>
                  <a:lnTo>
                    <a:pt x="3441443" y="21921"/>
                  </a:lnTo>
                  <a:lnTo>
                    <a:pt x="3536156" y="22078"/>
                  </a:lnTo>
                  <a:lnTo>
                    <a:pt x="3631608" y="22213"/>
                  </a:lnTo>
                  <a:lnTo>
                    <a:pt x="3723958" y="22326"/>
                  </a:lnTo>
                  <a:lnTo>
                    <a:pt x="3808743" y="22417"/>
                  </a:lnTo>
                  <a:lnTo>
                    <a:pt x="3881571" y="22486"/>
                  </a:lnTo>
                  <a:lnTo>
                    <a:pt x="3939013" y="22534"/>
                  </a:lnTo>
                  <a:lnTo>
                    <a:pt x="3979431" y="22564"/>
                  </a:lnTo>
                  <a:lnTo>
                    <a:pt x="4003477" y="22580"/>
                  </a:lnTo>
                  <a:lnTo>
                    <a:pt x="4014128" y="22587"/>
                  </a:lnTo>
                  <a:lnTo>
                    <a:pt x="4016395" y="22588"/>
                  </a:lnTo>
                  <a:lnTo>
                    <a:pt x="4016409" y="22588"/>
                  </a:lnTo>
                  <a:lnTo>
                    <a:pt x="4538543" y="22588"/>
                  </a:lnTo>
                  <a:lnTo>
                    <a:pt x="4539751" y="22646"/>
                  </a:lnTo>
                  <a:lnTo>
                    <a:pt x="4547660" y="23058"/>
                  </a:lnTo>
                  <a:lnTo>
                    <a:pt x="4567465" y="24196"/>
                  </a:lnTo>
                  <a:lnTo>
                    <a:pt x="4602538" y="26434"/>
                  </a:lnTo>
                  <a:lnTo>
                    <a:pt x="4654130" y="30101"/>
                  </a:lnTo>
                  <a:lnTo>
                    <a:pt x="4721300" y="35452"/>
                  </a:lnTo>
                  <a:lnTo>
                    <a:pt x="4801244" y="42636"/>
                  </a:lnTo>
                  <a:lnTo>
                    <a:pt x="4889987" y="51706"/>
                  </a:lnTo>
                  <a:lnTo>
                    <a:pt x="4983218" y="62646"/>
                  </a:lnTo>
                  <a:lnTo>
                    <a:pt x="5077013" y="75412"/>
                  </a:lnTo>
                  <a:lnTo>
                    <a:pt x="5168283" y="89975"/>
                  </a:lnTo>
                  <a:lnTo>
                    <a:pt x="5254933" y="106353"/>
                  </a:lnTo>
                  <a:lnTo>
                    <a:pt x="5335810" y="124632"/>
                  </a:lnTo>
                  <a:lnTo>
                    <a:pt x="5410521" y="144974"/>
                  </a:lnTo>
                  <a:lnTo>
                    <a:pt x="5479237" y="167620"/>
                  </a:lnTo>
                  <a:lnTo>
                    <a:pt x="5542498" y="192883"/>
                  </a:lnTo>
                  <a:lnTo>
                    <a:pt x="5601064" y="221134"/>
                  </a:lnTo>
                  <a:lnTo>
                    <a:pt x="5655808" y="252782"/>
                  </a:lnTo>
                  <a:lnTo>
                    <a:pt x="5707625" y="288224"/>
                  </a:lnTo>
                  <a:lnTo>
                    <a:pt x="5757361" y="327777"/>
                  </a:lnTo>
                  <a:lnTo>
                    <a:pt x="5784835" y="352006"/>
                  </a:lnTo>
                  <a:lnTo>
                    <a:pt x="5827115" y="392522"/>
                  </a:lnTo>
                  <a:lnTo>
                    <a:pt x="5868987" y="436396"/>
                  </a:lnTo>
                  <a:lnTo>
                    <a:pt x="5910761" y="483694"/>
                  </a:lnTo>
                  <a:lnTo>
                    <a:pt x="5952670" y="534408"/>
                  </a:lnTo>
                  <a:lnTo>
                    <a:pt x="5994877" y="588452"/>
                  </a:lnTo>
                  <a:lnTo>
                    <a:pt x="6037488" y="645651"/>
                  </a:lnTo>
                  <a:lnTo>
                    <a:pt x="6080549" y="705740"/>
                  </a:lnTo>
                  <a:lnTo>
                    <a:pt x="6124060" y="768366"/>
                  </a:lnTo>
                  <a:lnTo>
                    <a:pt x="6167974" y="833088"/>
                  </a:lnTo>
                  <a:lnTo>
                    <a:pt x="6212211" y="899395"/>
                  </a:lnTo>
                  <a:lnTo>
                    <a:pt x="6256661" y="966717"/>
                  </a:lnTo>
                  <a:lnTo>
                    <a:pt x="6301198" y="1034445"/>
                  </a:lnTo>
                  <a:lnTo>
                    <a:pt x="6345689" y="1101956"/>
                  </a:lnTo>
                  <a:lnTo>
                    <a:pt x="6390003" y="1168633"/>
                  </a:lnTo>
                  <a:lnTo>
                    <a:pt x="6434025" y="1233893"/>
                  </a:lnTo>
                  <a:lnTo>
                    <a:pt x="6477664" y="1297205"/>
                  </a:lnTo>
                  <a:lnTo>
                    <a:pt x="6520864" y="1358105"/>
                  </a:lnTo>
                  <a:lnTo>
                    <a:pt x="6563609" y="1416212"/>
                  </a:lnTo>
                  <a:lnTo>
                    <a:pt x="6605931" y="1471235"/>
                  </a:lnTo>
                  <a:lnTo>
                    <a:pt x="6647915" y="1522972"/>
                  </a:lnTo>
                  <a:lnTo>
                    <a:pt x="6689709" y="1571310"/>
                  </a:lnTo>
                  <a:lnTo>
                    <a:pt x="6731522" y="1616219"/>
                  </a:lnTo>
                  <a:lnTo>
                    <a:pt x="6773641" y="1657742"/>
                  </a:lnTo>
                  <a:lnTo>
                    <a:pt x="6786527" y="1669680"/>
                  </a:lnTo>
                  <a:lnTo>
                    <a:pt x="6835416" y="1711622"/>
                  </a:lnTo>
                  <a:lnTo>
                    <a:pt x="6885959" y="1749359"/>
                  </a:lnTo>
                  <a:lnTo>
                    <a:pt x="6938940" y="1783106"/>
                  </a:lnTo>
                  <a:lnTo>
                    <a:pt x="6995236" y="1813226"/>
                  </a:lnTo>
                  <a:lnTo>
                    <a:pt x="7055740" y="1840129"/>
                  </a:lnTo>
                  <a:lnTo>
                    <a:pt x="7121288" y="1864212"/>
                  </a:lnTo>
                  <a:lnTo>
                    <a:pt x="7192562" y="1885823"/>
                  </a:lnTo>
                  <a:lnTo>
                    <a:pt x="7269961" y="1905243"/>
                  </a:lnTo>
                  <a:lnTo>
                    <a:pt x="7353436" y="1922680"/>
                  </a:lnTo>
                  <a:lnTo>
                    <a:pt x="7442288" y="1938263"/>
                  </a:lnTo>
                  <a:lnTo>
                    <a:pt x="7534972" y="1952046"/>
                  </a:lnTo>
                  <a:lnTo>
                    <a:pt x="7628958" y="1964023"/>
                  </a:lnTo>
                  <a:lnTo>
                    <a:pt x="7720757" y="1974155"/>
                  </a:lnTo>
                  <a:lnTo>
                    <a:pt x="7806203" y="1982404"/>
                  </a:lnTo>
                  <a:lnTo>
                    <a:pt x="7881032" y="1988779"/>
                  </a:lnTo>
                  <a:lnTo>
                    <a:pt x="7941678" y="1993374"/>
                  </a:lnTo>
                  <a:lnTo>
                    <a:pt x="7986079" y="1996383"/>
                  </a:lnTo>
                  <a:lnTo>
                    <a:pt x="8014231" y="1998098"/>
                  </a:lnTo>
                  <a:lnTo>
                    <a:pt x="8028335" y="1998875"/>
                  </a:lnTo>
                  <a:lnTo>
                    <a:pt x="8032595" y="1999088"/>
                  </a:lnTo>
                  <a:lnTo>
                    <a:pt x="8032819" y="1999098"/>
                  </a:lnTo>
                  <a:lnTo>
                    <a:pt x="8554953" y="1999098"/>
                  </a:lnTo>
                  <a:lnTo>
                    <a:pt x="8554953" y="1999098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706" name="pl706"/>
            <p:cNvSpPr/>
            <p:nvPr/>
          </p:nvSpPr>
          <p:spPr>
            <a:xfrm>
              <a:off x="386606" y="479648"/>
              <a:ext cx="8554953" cy="1999098"/>
            </a:xfrm>
            <a:custGeom>
              <a:avLst/>
              <a:pathLst>
                <a:path w="8554953" h="1999098">
                  <a:moveTo>
                    <a:pt x="8554953" y="1999098"/>
                  </a:moveTo>
                  <a:lnTo>
                    <a:pt x="8032819" y="1999098"/>
                  </a:lnTo>
                  <a:lnTo>
                    <a:pt x="8031611" y="1999040"/>
                  </a:lnTo>
                  <a:lnTo>
                    <a:pt x="8023702" y="1998629"/>
                  </a:lnTo>
                  <a:lnTo>
                    <a:pt x="8003897" y="1997490"/>
                  </a:lnTo>
                  <a:lnTo>
                    <a:pt x="7968824" y="1995253"/>
                  </a:lnTo>
                  <a:lnTo>
                    <a:pt x="7917232" y="1991585"/>
                  </a:lnTo>
                  <a:lnTo>
                    <a:pt x="7850062" y="1986235"/>
                  </a:lnTo>
                  <a:lnTo>
                    <a:pt x="7770118" y="1979050"/>
                  </a:lnTo>
                  <a:lnTo>
                    <a:pt x="7681375" y="1969980"/>
                  </a:lnTo>
                  <a:lnTo>
                    <a:pt x="7588144" y="1959040"/>
                  </a:lnTo>
                  <a:lnTo>
                    <a:pt x="7494349" y="1946274"/>
                  </a:lnTo>
                  <a:lnTo>
                    <a:pt x="7403079" y="1931712"/>
                  </a:lnTo>
                  <a:lnTo>
                    <a:pt x="7316429" y="1915334"/>
                  </a:lnTo>
                  <a:lnTo>
                    <a:pt x="7235552" y="1897055"/>
                  </a:lnTo>
                  <a:lnTo>
                    <a:pt x="7160841" y="1876712"/>
                  </a:lnTo>
                  <a:lnTo>
                    <a:pt x="7092125" y="1854066"/>
                  </a:lnTo>
                  <a:lnTo>
                    <a:pt x="7028864" y="1828803"/>
                  </a:lnTo>
                  <a:lnTo>
                    <a:pt x="6970298" y="1800552"/>
                  </a:lnTo>
                  <a:lnTo>
                    <a:pt x="6915554" y="1768905"/>
                  </a:lnTo>
                  <a:lnTo>
                    <a:pt x="6863737" y="1733462"/>
                  </a:lnTo>
                  <a:lnTo>
                    <a:pt x="6814001" y="1693910"/>
                  </a:lnTo>
                  <a:lnTo>
                    <a:pt x="6786527" y="1669680"/>
                  </a:lnTo>
                  <a:lnTo>
                    <a:pt x="6744247" y="1629164"/>
                  </a:lnTo>
                  <a:lnTo>
                    <a:pt x="6702375" y="1585290"/>
                  </a:lnTo>
                  <a:lnTo>
                    <a:pt x="6660601" y="1537992"/>
                  </a:lnTo>
                  <a:lnTo>
                    <a:pt x="6618692" y="1487278"/>
                  </a:lnTo>
                  <a:lnTo>
                    <a:pt x="6576485" y="1433234"/>
                  </a:lnTo>
                  <a:lnTo>
                    <a:pt x="6533874" y="1376035"/>
                  </a:lnTo>
                  <a:lnTo>
                    <a:pt x="6490813" y="1315946"/>
                  </a:lnTo>
                  <a:lnTo>
                    <a:pt x="6447302" y="1253321"/>
                  </a:lnTo>
                  <a:lnTo>
                    <a:pt x="6403388" y="1188598"/>
                  </a:lnTo>
                  <a:lnTo>
                    <a:pt x="6359151" y="1122291"/>
                  </a:lnTo>
                  <a:lnTo>
                    <a:pt x="6314701" y="1054969"/>
                  </a:lnTo>
                  <a:lnTo>
                    <a:pt x="6270164" y="987241"/>
                  </a:lnTo>
                  <a:lnTo>
                    <a:pt x="6225673" y="919730"/>
                  </a:lnTo>
                  <a:lnTo>
                    <a:pt x="6181359" y="853053"/>
                  </a:lnTo>
                  <a:lnTo>
                    <a:pt x="6137337" y="787793"/>
                  </a:lnTo>
                  <a:lnTo>
                    <a:pt x="6093697" y="724482"/>
                  </a:lnTo>
                  <a:lnTo>
                    <a:pt x="6050497" y="663582"/>
                  </a:lnTo>
                  <a:lnTo>
                    <a:pt x="6007753" y="605474"/>
                  </a:lnTo>
                  <a:lnTo>
                    <a:pt x="5965431" y="550451"/>
                  </a:lnTo>
                  <a:lnTo>
                    <a:pt x="5923447" y="498714"/>
                  </a:lnTo>
                  <a:lnTo>
                    <a:pt x="5881653" y="450376"/>
                  </a:lnTo>
                  <a:lnTo>
                    <a:pt x="5839840" y="405468"/>
                  </a:lnTo>
                  <a:lnTo>
                    <a:pt x="5797721" y="363944"/>
                  </a:lnTo>
                  <a:lnTo>
                    <a:pt x="5784835" y="352006"/>
                  </a:lnTo>
                  <a:lnTo>
                    <a:pt x="5735946" y="310064"/>
                  </a:lnTo>
                  <a:lnTo>
                    <a:pt x="5685403" y="272327"/>
                  </a:lnTo>
                  <a:lnTo>
                    <a:pt x="5632422" y="238580"/>
                  </a:lnTo>
                  <a:lnTo>
                    <a:pt x="5576126" y="208460"/>
                  </a:lnTo>
                  <a:lnTo>
                    <a:pt x="5515622" y="181557"/>
                  </a:lnTo>
                  <a:lnTo>
                    <a:pt x="5450074" y="157474"/>
                  </a:lnTo>
                  <a:lnTo>
                    <a:pt x="5378800" y="135864"/>
                  </a:lnTo>
                  <a:lnTo>
                    <a:pt x="5301401" y="116443"/>
                  </a:lnTo>
                  <a:lnTo>
                    <a:pt x="5217926" y="99006"/>
                  </a:lnTo>
                  <a:lnTo>
                    <a:pt x="5129074" y="83423"/>
                  </a:lnTo>
                  <a:lnTo>
                    <a:pt x="5036390" y="69641"/>
                  </a:lnTo>
                  <a:lnTo>
                    <a:pt x="4942404" y="57663"/>
                  </a:lnTo>
                  <a:lnTo>
                    <a:pt x="4850605" y="47531"/>
                  </a:lnTo>
                  <a:lnTo>
                    <a:pt x="4765159" y="39282"/>
                  </a:lnTo>
                  <a:lnTo>
                    <a:pt x="4690330" y="32907"/>
                  </a:lnTo>
                  <a:lnTo>
                    <a:pt x="4629684" y="28313"/>
                  </a:lnTo>
                  <a:lnTo>
                    <a:pt x="4585283" y="25303"/>
                  </a:lnTo>
                  <a:lnTo>
                    <a:pt x="4557131" y="23588"/>
                  </a:lnTo>
                  <a:lnTo>
                    <a:pt x="4543027" y="22812"/>
                  </a:lnTo>
                  <a:lnTo>
                    <a:pt x="4538767" y="22599"/>
                  </a:lnTo>
                  <a:lnTo>
                    <a:pt x="4538543" y="22588"/>
                  </a:lnTo>
                  <a:lnTo>
                    <a:pt x="4016409" y="22588"/>
                  </a:lnTo>
                  <a:lnTo>
                    <a:pt x="4015139" y="22587"/>
                  </a:lnTo>
                  <a:lnTo>
                    <a:pt x="4006838" y="22583"/>
                  </a:lnTo>
                  <a:lnTo>
                    <a:pt x="3986086" y="22569"/>
                  </a:lnTo>
                  <a:lnTo>
                    <a:pt x="3949427" y="22542"/>
                  </a:lnTo>
                  <a:lnTo>
                    <a:pt x="3895682" y="22498"/>
                  </a:lnTo>
                  <a:lnTo>
                    <a:pt x="3826011" y="22434"/>
                  </a:lnTo>
                  <a:lnTo>
                    <a:pt x="3743510" y="22348"/>
                  </a:lnTo>
                  <a:lnTo>
                    <a:pt x="3652438" y="22240"/>
                  </a:lnTo>
                  <a:lnTo>
                    <a:pt x="3557311" y="22109"/>
                  </a:lnTo>
                  <a:lnTo>
                    <a:pt x="3462152" y="21958"/>
                  </a:lnTo>
                  <a:lnTo>
                    <a:pt x="3370044" y="21785"/>
                  </a:lnTo>
                  <a:lnTo>
                    <a:pt x="3283005" y="21590"/>
                  </a:lnTo>
                  <a:lnTo>
                    <a:pt x="3202075" y="21373"/>
                  </a:lnTo>
                  <a:lnTo>
                    <a:pt x="3127524" y="21130"/>
                  </a:lnTo>
                  <a:lnTo>
                    <a:pt x="3059070" y="20860"/>
                  </a:lnTo>
                  <a:lnTo>
                    <a:pt x="2996072" y="20558"/>
                  </a:lnTo>
                  <a:lnTo>
                    <a:pt x="2937691" y="20219"/>
                  </a:lnTo>
                  <a:lnTo>
                    <a:pt x="2882995" y="19838"/>
                  </a:lnTo>
                  <a:lnTo>
                    <a:pt x="2831050" y="19411"/>
                  </a:lnTo>
                  <a:lnTo>
                    <a:pt x="2780998" y="18935"/>
                  </a:lnTo>
                  <a:lnTo>
                    <a:pt x="2770117" y="18823"/>
                  </a:lnTo>
                  <a:lnTo>
                    <a:pt x="2715861" y="18221"/>
                  </a:lnTo>
                  <a:lnTo>
                    <a:pt x="2662126" y="17555"/>
                  </a:lnTo>
                  <a:lnTo>
                    <a:pt x="2608326" y="16825"/>
                  </a:lnTo>
                  <a:lnTo>
                    <a:pt x="2554070" y="16031"/>
                  </a:lnTo>
                  <a:lnTo>
                    <a:pt x="2499137" y="15178"/>
                  </a:lnTo>
                  <a:lnTo>
                    <a:pt x="2443455" y="14274"/>
                  </a:lnTo>
                  <a:lnTo>
                    <a:pt x="2387081" y="13327"/>
                  </a:lnTo>
                  <a:lnTo>
                    <a:pt x="2330176" y="12351"/>
                  </a:lnTo>
                  <a:lnTo>
                    <a:pt x="2272977" y="11358"/>
                  </a:lnTo>
                  <a:lnTo>
                    <a:pt x="2215759" y="10365"/>
                  </a:lnTo>
                  <a:lnTo>
                    <a:pt x="2158802" y="9386"/>
                  </a:lnTo>
                  <a:lnTo>
                    <a:pt x="2102348" y="8434"/>
                  </a:lnTo>
                  <a:lnTo>
                    <a:pt x="2046570" y="7524"/>
                  </a:lnTo>
                  <a:lnTo>
                    <a:pt x="1991541" y="6664"/>
                  </a:lnTo>
                  <a:lnTo>
                    <a:pt x="1937206" y="5862"/>
                  </a:lnTo>
                  <a:lnTo>
                    <a:pt x="1883366" y="5123"/>
                  </a:lnTo>
                  <a:lnTo>
                    <a:pt x="1829651" y="4449"/>
                  </a:lnTo>
                  <a:lnTo>
                    <a:pt x="1775503" y="3839"/>
                  </a:lnTo>
                  <a:lnTo>
                    <a:pt x="1768425" y="3764"/>
                  </a:lnTo>
                  <a:lnTo>
                    <a:pt x="1718691" y="3277"/>
                  </a:lnTo>
                  <a:lnTo>
                    <a:pt x="1667234" y="2840"/>
                  </a:lnTo>
                  <a:lnTo>
                    <a:pt x="1613225" y="2449"/>
                  </a:lnTo>
                  <a:lnTo>
                    <a:pt x="1555740" y="2102"/>
                  </a:lnTo>
                  <a:lnTo>
                    <a:pt x="1493840" y="1792"/>
                  </a:lnTo>
                  <a:lnTo>
                    <a:pt x="1426655" y="1515"/>
                  </a:lnTo>
                  <a:lnTo>
                    <a:pt x="1353492" y="1266"/>
                  </a:lnTo>
                  <a:lnTo>
                    <a:pt x="1273972" y="1044"/>
                  </a:lnTo>
                  <a:lnTo>
                    <a:pt x="1188224" y="844"/>
                  </a:lnTo>
                  <a:lnTo>
                    <a:pt x="1097099" y="666"/>
                  </a:lnTo>
                  <a:lnTo>
                    <a:pt x="1002386" y="510"/>
                  </a:lnTo>
                  <a:lnTo>
                    <a:pt x="906934" y="375"/>
                  </a:lnTo>
                  <a:lnTo>
                    <a:pt x="814585" y="262"/>
                  </a:lnTo>
                  <a:lnTo>
                    <a:pt x="729799" y="171"/>
                  </a:lnTo>
                  <a:lnTo>
                    <a:pt x="656971" y="102"/>
                  </a:lnTo>
                  <a:lnTo>
                    <a:pt x="599530" y="54"/>
                  </a:lnTo>
                  <a:lnTo>
                    <a:pt x="559111" y="24"/>
                  </a:lnTo>
                  <a:lnTo>
                    <a:pt x="535065" y="7"/>
                  </a:lnTo>
                  <a:lnTo>
                    <a:pt x="524415" y="1"/>
                  </a:lnTo>
                  <a:lnTo>
                    <a:pt x="522147" y="0"/>
                  </a:lnTo>
                  <a:lnTo>
                    <a:pt x="522133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707" name="pg707"/>
            <p:cNvSpPr/>
            <p:nvPr/>
          </p:nvSpPr>
          <p:spPr>
            <a:xfrm>
              <a:off x="386606" y="496590"/>
              <a:ext cx="8554953" cy="2179808"/>
            </a:xfrm>
            <a:custGeom>
              <a:avLst/>
              <a:pathLst>
                <a:path w="8554953" h="2179808">
                  <a:moveTo>
                    <a:pt x="0" y="16941"/>
                  </a:moveTo>
                  <a:lnTo>
                    <a:pt x="522133" y="16941"/>
                  </a:lnTo>
                  <a:lnTo>
                    <a:pt x="523403" y="16942"/>
                  </a:lnTo>
                  <a:lnTo>
                    <a:pt x="531704" y="16949"/>
                  </a:lnTo>
                  <a:lnTo>
                    <a:pt x="552456" y="16970"/>
                  </a:lnTo>
                  <a:lnTo>
                    <a:pt x="589115" y="17010"/>
                  </a:lnTo>
                  <a:lnTo>
                    <a:pt x="642859" y="17076"/>
                  </a:lnTo>
                  <a:lnTo>
                    <a:pt x="712529" y="17173"/>
                  </a:lnTo>
                  <a:lnTo>
                    <a:pt x="795030" y="17302"/>
                  </a:lnTo>
                  <a:lnTo>
                    <a:pt x="886102" y="17464"/>
                  </a:lnTo>
                  <a:lnTo>
                    <a:pt x="981228" y="17659"/>
                  </a:lnTo>
                  <a:lnTo>
                    <a:pt x="1076387" y="17887"/>
                  </a:lnTo>
                  <a:lnTo>
                    <a:pt x="1168495" y="18146"/>
                  </a:lnTo>
                  <a:lnTo>
                    <a:pt x="1255535" y="18438"/>
                  </a:lnTo>
                  <a:lnTo>
                    <a:pt x="1336464" y="18764"/>
                  </a:lnTo>
                  <a:lnTo>
                    <a:pt x="1411015" y="19128"/>
                  </a:lnTo>
                  <a:lnTo>
                    <a:pt x="1479470" y="19533"/>
                  </a:lnTo>
                  <a:lnTo>
                    <a:pt x="1542467" y="19987"/>
                  </a:lnTo>
                  <a:lnTo>
                    <a:pt x="1600848" y="20495"/>
                  </a:lnTo>
                  <a:lnTo>
                    <a:pt x="1655544" y="21066"/>
                  </a:lnTo>
                  <a:lnTo>
                    <a:pt x="1707490" y="21706"/>
                  </a:lnTo>
                  <a:lnTo>
                    <a:pt x="1757541" y="22420"/>
                  </a:lnTo>
                  <a:lnTo>
                    <a:pt x="1768425" y="22588"/>
                  </a:lnTo>
                  <a:lnTo>
                    <a:pt x="1822678" y="23491"/>
                  </a:lnTo>
                  <a:lnTo>
                    <a:pt x="1876408" y="24490"/>
                  </a:lnTo>
                  <a:lnTo>
                    <a:pt x="1930204" y="25586"/>
                  </a:lnTo>
                  <a:lnTo>
                    <a:pt x="1984456" y="26777"/>
                  </a:lnTo>
                  <a:lnTo>
                    <a:pt x="2039386" y="28056"/>
                  </a:lnTo>
                  <a:lnTo>
                    <a:pt x="2095064" y="29412"/>
                  </a:lnTo>
                  <a:lnTo>
                    <a:pt x="2151434" y="30832"/>
                  </a:lnTo>
                  <a:lnTo>
                    <a:pt x="2208334" y="32297"/>
                  </a:lnTo>
                  <a:lnTo>
                    <a:pt x="2265529" y="33785"/>
                  </a:lnTo>
                  <a:lnTo>
                    <a:pt x="2322743" y="35275"/>
                  </a:lnTo>
                  <a:lnTo>
                    <a:pt x="2379696" y="36744"/>
                  </a:lnTo>
                  <a:lnTo>
                    <a:pt x="2436147" y="38170"/>
                  </a:lnTo>
                  <a:lnTo>
                    <a:pt x="2491921" y="39536"/>
                  </a:lnTo>
                  <a:lnTo>
                    <a:pt x="2546947" y="40826"/>
                  </a:lnTo>
                  <a:lnTo>
                    <a:pt x="2601279" y="42029"/>
                  </a:lnTo>
                  <a:lnTo>
                    <a:pt x="2655116" y="43137"/>
                  </a:lnTo>
                  <a:lnTo>
                    <a:pt x="2708826" y="44149"/>
                  </a:lnTo>
                  <a:lnTo>
                    <a:pt x="2762969" y="45064"/>
                  </a:lnTo>
                  <a:lnTo>
                    <a:pt x="2770117" y="45177"/>
                  </a:lnTo>
                  <a:lnTo>
                    <a:pt x="2819851" y="45907"/>
                  </a:lnTo>
                  <a:lnTo>
                    <a:pt x="2871308" y="46564"/>
                  </a:lnTo>
                  <a:lnTo>
                    <a:pt x="2925317" y="47149"/>
                  </a:lnTo>
                  <a:lnTo>
                    <a:pt x="2982802" y="47671"/>
                  </a:lnTo>
                  <a:lnTo>
                    <a:pt x="3044701" y="48136"/>
                  </a:lnTo>
                  <a:lnTo>
                    <a:pt x="3111885" y="48551"/>
                  </a:lnTo>
                  <a:lnTo>
                    <a:pt x="3185049" y="48924"/>
                  </a:lnTo>
                  <a:lnTo>
                    <a:pt x="3264569" y="49258"/>
                  </a:lnTo>
                  <a:lnTo>
                    <a:pt x="3350316" y="49557"/>
                  </a:lnTo>
                  <a:lnTo>
                    <a:pt x="3441440" y="49824"/>
                  </a:lnTo>
                  <a:lnTo>
                    <a:pt x="3536153" y="50058"/>
                  </a:lnTo>
                  <a:lnTo>
                    <a:pt x="3631605" y="50261"/>
                  </a:lnTo>
                  <a:lnTo>
                    <a:pt x="3723954" y="50431"/>
                  </a:lnTo>
                  <a:lnTo>
                    <a:pt x="3808740" y="50567"/>
                  </a:lnTo>
                  <a:lnTo>
                    <a:pt x="3881568" y="50670"/>
                  </a:lnTo>
                  <a:lnTo>
                    <a:pt x="3939010" y="50742"/>
                  </a:lnTo>
                  <a:lnTo>
                    <a:pt x="3979429" y="50788"/>
                  </a:lnTo>
                  <a:lnTo>
                    <a:pt x="4003477" y="50812"/>
                  </a:lnTo>
                  <a:lnTo>
                    <a:pt x="4014127" y="50822"/>
                  </a:lnTo>
                  <a:lnTo>
                    <a:pt x="4016409" y="50824"/>
                  </a:lnTo>
                  <a:lnTo>
                    <a:pt x="4538543" y="50824"/>
                  </a:lnTo>
                  <a:lnTo>
                    <a:pt x="4539742" y="50886"/>
                  </a:lnTo>
                  <a:lnTo>
                    <a:pt x="4547592" y="51326"/>
                  </a:lnTo>
                  <a:lnTo>
                    <a:pt x="4567254" y="52543"/>
                  </a:lnTo>
                  <a:lnTo>
                    <a:pt x="4602088" y="54934"/>
                  </a:lnTo>
                  <a:lnTo>
                    <a:pt x="4653356" y="58854"/>
                  </a:lnTo>
                  <a:lnTo>
                    <a:pt x="4720146" y="64575"/>
                  </a:lnTo>
                  <a:lnTo>
                    <a:pt x="4799698" y="72259"/>
                  </a:lnTo>
                  <a:lnTo>
                    <a:pt x="4888081" y="81965"/>
                  </a:lnTo>
                  <a:lnTo>
                    <a:pt x="4981017" y="93674"/>
                  </a:lnTo>
                  <a:lnTo>
                    <a:pt x="5074596" y="107341"/>
                  </a:lnTo>
                  <a:lnTo>
                    <a:pt x="5165730" y="122934"/>
                  </a:lnTo>
                  <a:lnTo>
                    <a:pt x="5252314" y="140470"/>
                  </a:lnTo>
                  <a:lnTo>
                    <a:pt x="5333177" y="160039"/>
                  </a:lnTo>
                  <a:lnTo>
                    <a:pt x="5407910" y="181812"/>
                  </a:lnTo>
                  <a:lnTo>
                    <a:pt x="5476665" y="206043"/>
                  </a:lnTo>
                  <a:lnTo>
                    <a:pt x="5539966" y="233063"/>
                  </a:lnTo>
                  <a:lnTo>
                    <a:pt x="5598564" y="263268"/>
                  </a:lnTo>
                  <a:lnTo>
                    <a:pt x="5653320" y="297093"/>
                  </a:lnTo>
                  <a:lnTo>
                    <a:pt x="5705122" y="334965"/>
                  </a:lnTo>
                  <a:lnTo>
                    <a:pt x="5754815" y="377229"/>
                  </a:lnTo>
                  <a:lnTo>
                    <a:pt x="5784835" y="405655"/>
                  </a:lnTo>
                  <a:lnTo>
                    <a:pt x="5826111" y="448212"/>
                  </a:lnTo>
                  <a:lnTo>
                    <a:pt x="5866991" y="494213"/>
                  </a:lnTo>
                  <a:lnTo>
                    <a:pt x="5907765" y="543727"/>
                  </a:lnTo>
                  <a:lnTo>
                    <a:pt x="5948654" y="596750"/>
                  </a:lnTo>
                  <a:lnTo>
                    <a:pt x="5989816" y="653203"/>
                  </a:lnTo>
                  <a:lnTo>
                    <a:pt x="6031353" y="712921"/>
                  </a:lnTo>
                  <a:lnTo>
                    <a:pt x="6073316" y="775651"/>
                  </a:lnTo>
                  <a:lnTo>
                    <a:pt x="6115711" y="841051"/>
                  </a:lnTo>
                  <a:lnTo>
                    <a:pt x="6158502" y="908695"/>
                  </a:lnTo>
                  <a:lnTo>
                    <a:pt x="6201619" y="978085"/>
                  </a:lnTo>
                  <a:lnTo>
                    <a:pt x="6244966" y="1048660"/>
                  </a:lnTo>
                  <a:lnTo>
                    <a:pt x="6288429" y="1119819"/>
                  </a:lnTo>
                  <a:lnTo>
                    <a:pt x="6331885" y="1190939"/>
                  </a:lnTo>
                  <a:lnTo>
                    <a:pt x="6375209" y="1261397"/>
                  </a:lnTo>
                  <a:lnTo>
                    <a:pt x="6418290" y="1330596"/>
                  </a:lnTo>
                  <a:lnTo>
                    <a:pt x="6461034" y="1397983"/>
                  </a:lnTo>
                  <a:lnTo>
                    <a:pt x="6503375" y="1463067"/>
                  </a:lnTo>
                  <a:lnTo>
                    <a:pt x="6545283" y="1525432"/>
                  </a:lnTo>
                  <a:lnTo>
                    <a:pt x="6586769" y="1584750"/>
                  </a:lnTo>
                  <a:lnTo>
                    <a:pt x="6627890" y="1640777"/>
                  </a:lnTo>
                  <a:lnTo>
                    <a:pt x="6668754" y="1693359"/>
                  </a:lnTo>
                  <a:lnTo>
                    <a:pt x="6709528" y="1742427"/>
                  </a:lnTo>
                  <a:lnTo>
                    <a:pt x="6750440" y="1787988"/>
                  </a:lnTo>
                  <a:lnTo>
                    <a:pt x="6786527" y="1824977"/>
                  </a:lnTo>
                  <a:lnTo>
                    <a:pt x="6835287" y="1870044"/>
                  </a:lnTo>
                  <a:lnTo>
                    <a:pt x="6885691" y="1910603"/>
                  </a:lnTo>
                  <a:lnTo>
                    <a:pt x="6938515" y="1946886"/>
                  </a:lnTo>
                  <a:lnTo>
                    <a:pt x="6994630" y="1979278"/>
                  </a:lnTo>
                  <a:lnTo>
                    <a:pt x="7054923" y="2008219"/>
                  </a:lnTo>
                  <a:lnTo>
                    <a:pt x="7120224" y="2034133"/>
                  </a:lnTo>
                  <a:lnTo>
                    <a:pt x="7191212" y="2057392"/>
                  </a:lnTo>
                  <a:lnTo>
                    <a:pt x="7268289" y="2078300"/>
                  </a:lnTo>
                  <a:lnTo>
                    <a:pt x="7351418" y="2097079"/>
                  </a:lnTo>
                  <a:lnTo>
                    <a:pt x="7439922" y="2113868"/>
                  </a:lnTo>
                  <a:lnTo>
                    <a:pt x="7532290" y="2128728"/>
                  </a:lnTo>
                  <a:lnTo>
                    <a:pt x="7626039" y="2141654"/>
                  </a:lnTo>
                  <a:lnTo>
                    <a:pt x="7717734" y="2152604"/>
                  </a:lnTo>
                  <a:lnTo>
                    <a:pt x="7803255" y="2161538"/>
                  </a:lnTo>
                  <a:lnTo>
                    <a:pt x="7878361" y="2168462"/>
                  </a:lnTo>
                  <a:lnTo>
                    <a:pt x="7939472" y="2173472"/>
                  </a:lnTo>
                  <a:lnTo>
                    <a:pt x="7984468" y="2176772"/>
                  </a:lnTo>
                  <a:lnTo>
                    <a:pt x="8013252" y="2178670"/>
                  </a:lnTo>
                  <a:lnTo>
                    <a:pt x="8027911" y="2179543"/>
                  </a:lnTo>
                  <a:lnTo>
                    <a:pt x="8032529" y="2179793"/>
                  </a:lnTo>
                  <a:lnTo>
                    <a:pt x="8032819" y="2179808"/>
                  </a:lnTo>
                  <a:lnTo>
                    <a:pt x="8554953" y="2179808"/>
                  </a:lnTo>
                  <a:lnTo>
                    <a:pt x="8554953" y="2162866"/>
                  </a:lnTo>
                  <a:lnTo>
                    <a:pt x="8032819" y="2162866"/>
                  </a:lnTo>
                  <a:lnTo>
                    <a:pt x="8031620" y="2162804"/>
                  </a:lnTo>
                  <a:lnTo>
                    <a:pt x="8023770" y="2162364"/>
                  </a:lnTo>
                  <a:lnTo>
                    <a:pt x="8004108" y="2161147"/>
                  </a:lnTo>
                  <a:lnTo>
                    <a:pt x="7969274" y="2158756"/>
                  </a:lnTo>
                  <a:lnTo>
                    <a:pt x="7918006" y="2154836"/>
                  </a:lnTo>
                  <a:lnTo>
                    <a:pt x="7851216" y="2149115"/>
                  </a:lnTo>
                  <a:lnTo>
                    <a:pt x="7771664" y="2141431"/>
                  </a:lnTo>
                  <a:lnTo>
                    <a:pt x="7683281" y="2131725"/>
                  </a:lnTo>
                  <a:lnTo>
                    <a:pt x="7590345" y="2120016"/>
                  </a:lnTo>
                  <a:lnTo>
                    <a:pt x="7496766" y="2106349"/>
                  </a:lnTo>
                  <a:lnTo>
                    <a:pt x="7405632" y="2090757"/>
                  </a:lnTo>
                  <a:lnTo>
                    <a:pt x="7319048" y="2073220"/>
                  </a:lnTo>
                  <a:lnTo>
                    <a:pt x="7238185" y="2053651"/>
                  </a:lnTo>
                  <a:lnTo>
                    <a:pt x="7163452" y="2031878"/>
                  </a:lnTo>
                  <a:lnTo>
                    <a:pt x="7094697" y="2007647"/>
                  </a:lnTo>
                  <a:lnTo>
                    <a:pt x="7031396" y="1980627"/>
                  </a:lnTo>
                  <a:lnTo>
                    <a:pt x="6972798" y="1950422"/>
                  </a:lnTo>
                  <a:lnTo>
                    <a:pt x="6918042" y="1916598"/>
                  </a:lnTo>
                  <a:lnTo>
                    <a:pt x="6866240" y="1878725"/>
                  </a:lnTo>
                  <a:lnTo>
                    <a:pt x="6816547" y="1836461"/>
                  </a:lnTo>
                  <a:lnTo>
                    <a:pt x="6786527" y="1808035"/>
                  </a:lnTo>
                  <a:lnTo>
                    <a:pt x="6745251" y="1765478"/>
                  </a:lnTo>
                  <a:lnTo>
                    <a:pt x="6704371" y="1719477"/>
                  </a:lnTo>
                  <a:lnTo>
                    <a:pt x="6663597" y="1669963"/>
                  </a:lnTo>
                  <a:lnTo>
                    <a:pt x="6622708" y="1616940"/>
                  </a:lnTo>
                  <a:lnTo>
                    <a:pt x="6581546" y="1560487"/>
                  </a:lnTo>
                  <a:lnTo>
                    <a:pt x="6540009" y="1500769"/>
                  </a:lnTo>
                  <a:lnTo>
                    <a:pt x="6498045" y="1438039"/>
                  </a:lnTo>
                  <a:lnTo>
                    <a:pt x="6455651" y="1372639"/>
                  </a:lnTo>
                  <a:lnTo>
                    <a:pt x="6412860" y="1304995"/>
                  </a:lnTo>
                  <a:lnTo>
                    <a:pt x="6369743" y="1235605"/>
                  </a:lnTo>
                  <a:lnTo>
                    <a:pt x="6326395" y="1165030"/>
                  </a:lnTo>
                  <a:lnTo>
                    <a:pt x="6282932" y="1093871"/>
                  </a:lnTo>
                  <a:lnTo>
                    <a:pt x="6239477" y="1022751"/>
                  </a:lnTo>
                  <a:lnTo>
                    <a:pt x="6196153" y="952293"/>
                  </a:lnTo>
                  <a:lnTo>
                    <a:pt x="6153072" y="883094"/>
                  </a:lnTo>
                  <a:lnTo>
                    <a:pt x="6110328" y="815707"/>
                  </a:lnTo>
                  <a:lnTo>
                    <a:pt x="6067987" y="750623"/>
                  </a:lnTo>
                  <a:lnTo>
                    <a:pt x="6026079" y="688258"/>
                  </a:lnTo>
                  <a:lnTo>
                    <a:pt x="5984593" y="628940"/>
                  </a:lnTo>
                  <a:lnTo>
                    <a:pt x="5943472" y="572913"/>
                  </a:lnTo>
                  <a:lnTo>
                    <a:pt x="5902608" y="520331"/>
                  </a:lnTo>
                  <a:lnTo>
                    <a:pt x="5861834" y="471263"/>
                  </a:lnTo>
                  <a:lnTo>
                    <a:pt x="5820922" y="425702"/>
                  </a:lnTo>
                  <a:lnTo>
                    <a:pt x="5784835" y="388713"/>
                  </a:lnTo>
                  <a:lnTo>
                    <a:pt x="5736075" y="343646"/>
                  </a:lnTo>
                  <a:lnTo>
                    <a:pt x="5685671" y="303087"/>
                  </a:lnTo>
                  <a:lnTo>
                    <a:pt x="5632847" y="266805"/>
                  </a:lnTo>
                  <a:lnTo>
                    <a:pt x="5576732" y="234412"/>
                  </a:lnTo>
                  <a:lnTo>
                    <a:pt x="5516439" y="205471"/>
                  </a:lnTo>
                  <a:lnTo>
                    <a:pt x="5451138" y="179557"/>
                  </a:lnTo>
                  <a:lnTo>
                    <a:pt x="5380150" y="156298"/>
                  </a:lnTo>
                  <a:lnTo>
                    <a:pt x="5303073" y="135390"/>
                  </a:lnTo>
                  <a:lnTo>
                    <a:pt x="5219944" y="116611"/>
                  </a:lnTo>
                  <a:lnTo>
                    <a:pt x="5131440" y="99822"/>
                  </a:lnTo>
                  <a:lnTo>
                    <a:pt x="5039072" y="84962"/>
                  </a:lnTo>
                  <a:lnTo>
                    <a:pt x="4945323" y="72036"/>
                  </a:lnTo>
                  <a:lnTo>
                    <a:pt x="4853628" y="61086"/>
                  </a:lnTo>
                  <a:lnTo>
                    <a:pt x="4768107" y="52152"/>
                  </a:lnTo>
                  <a:lnTo>
                    <a:pt x="4693001" y="45228"/>
                  </a:lnTo>
                  <a:lnTo>
                    <a:pt x="4631890" y="40218"/>
                  </a:lnTo>
                  <a:lnTo>
                    <a:pt x="4586894" y="36918"/>
                  </a:lnTo>
                  <a:lnTo>
                    <a:pt x="4558110" y="35020"/>
                  </a:lnTo>
                  <a:lnTo>
                    <a:pt x="4543450" y="34147"/>
                  </a:lnTo>
                  <a:lnTo>
                    <a:pt x="4538833" y="33897"/>
                  </a:lnTo>
                  <a:lnTo>
                    <a:pt x="4538543" y="33883"/>
                  </a:lnTo>
                  <a:lnTo>
                    <a:pt x="4016409" y="33883"/>
                  </a:lnTo>
                  <a:lnTo>
                    <a:pt x="4015139" y="33881"/>
                  </a:lnTo>
                  <a:lnTo>
                    <a:pt x="4006838" y="33874"/>
                  </a:lnTo>
                  <a:lnTo>
                    <a:pt x="3986086" y="33854"/>
                  </a:lnTo>
                  <a:lnTo>
                    <a:pt x="3949427" y="33813"/>
                  </a:lnTo>
                  <a:lnTo>
                    <a:pt x="3895683" y="33747"/>
                  </a:lnTo>
                  <a:lnTo>
                    <a:pt x="3826013" y="33651"/>
                  </a:lnTo>
                  <a:lnTo>
                    <a:pt x="3743512" y="33522"/>
                  </a:lnTo>
                  <a:lnTo>
                    <a:pt x="3652440" y="33360"/>
                  </a:lnTo>
                  <a:lnTo>
                    <a:pt x="3557314" y="33164"/>
                  </a:lnTo>
                  <a:lnTo>
                    <a:pt x="3462155" y="32937"/>
                  </a:lnTo>
                  <a:lnTo>
                    <a:pt x="3370047" y="32677"/>
                  </a:lnTo>
                  <a:lnTo>
                    <a:pt x="3283008" y="32385"/>
                  </a:lnTo>
                  <a:lnTo>
                    <a:pt x="3202078" y="32059"/>
                  </a:lnTo>
                  <a:lnTo>
                    <a:pt x="3127527" y="31696"/>
                  </a:lnTo>
                  <a:lnTo>
                    <a:pt x="3059072" y="31290"/>
                  </a:lnTo>
                  <a:lnTo>
                    <a:pt x="2996075" y="30837"/>
                  </a:lnTo>
                  <a:lnTo>
                    <a:pt x="2937694" y="30328"/>
                  </a:lnTo>
                  <a:lnTo>
                    <a:pt x="2882998" y="29757"/>
                  </a:lnTo>
                  <a:lnTo>
                    <a:pt x="2831053" y="29117"/>
                  </a:lnTo>
                  <a:lnTo>
                    <a:pt x="2781001" y="28403"/>
                  </a:lnTo>
                  <a:lnTo>
                    <a:pt x="2770117" y="28235"/>
                  </a:lnTo>
                  <a:lnTo>
                    <a:pt x="2715865" y="27332"/>
                  </a:lnTo>
                  <a:lnTo>
                    <a:pt x="2662134" y="26333"/>
                  </a:lnTo>
                  <a:lnTo>
                    <a:pt x="2608338" y="25237"/>
                  </a:lnTo>
                  <a:lnTo>
                    <a:pt x="2554086" y="24047"/>
                  </a:lnTo>
                  <a:lnTo>
                    <a:pt x="2499156" y="22768"/>
                  </a:lnTo>
                  <a:lnTo>
                    <a:pt x="2443478" y="21411"/>
                  </a:lnTo>
                  <a:lnTo>
                    <a:pt x="2387109" y="19992"/>
                  </a:lnTo>
                  <a:lnTo>
                    <a:pt x="2330208" y="18527"/>
                  </a:lnTo>
                  <a:lnTo>
                    <a:pt x="2273013" y="17039"/>
                  </a:lnTo>
                  <a:lnTo>
                    <a:pt x="2215799" y="15549"/>
                  </a:lnTo>
                  <a:lnTo>
                    <a:pt x="2158846" y="14080"/>
                  </a:lnTo>
                  <a:lnTo>
                    <a:pt x="2102395" y="12653"/>
                  </a:lnTo>
                  <a:lnTo>
                    <a:pt x="2046621" y="11287"/>
                  </a:lnTo>
                  <a:lnTo>
                    <a:pt x="1991595" y="9998"/>
                  </a:lnTo>
                  <a:lnTo>
                    <a:pt x="1937264" y="8795"/>
                  </a:lnTo>
                  <a:lnTo>
                    <a:pt x="1883426" y="7687"/>
                  </a:lnTo>
                  <a:lnTo>
                    <a:pt x="1829716" y="6675"/>
                  </a:lnTo>
                  <a:lnTo>
                    <a:pt x="1775573" y="5759"/>
                  </a:lnTo>
                  <a:lnTo>
                    <a:pt x="1768425" y="5647"/>
                  </a:lnTo>
                  <a:lnTo>
                    <a:pt x="1718691" y="4916"/>
                  </a:lnTo>
                  <a:lnTo>
                    <a:pt x="1667234" y="4260"/>
                  </a:lnTo>
                  <a:lnTo>
                    <a:pt x="1613225" y="3674"/>
                  </a:lnTo>
                  <a:lnTo>
                    <a:pt x="1555741" y="3153"/>
                  </a:lnTo>
                  <a:lnTo>
                    <a:pt x="1493841" y="2688"/>
                  </a:lnTo>
                  <a:lnTo>
                    <a:pt x="1426657" y="2272"/>
                  </a:lnTo>
                  <a:lnTo>
                    <a:pt x="1353493" y="1900"/>
                  </a:lnTo>
                  <a:lnTo>
                    <a:pt x="1273974" y="1566"/>
                  </a:lnTo>
                  <a:lnTo>
                    <a:pt x="1188226" y="1267"/>
                  </a:lnTo>
                  <a:lnTo>
                    <a:pt x="1097102" y="1000"/>
                  </a:lnTo>
                  <a:lnTo>
                    <a:pt x="1002389" y="765"/>
                  </a:lnTo>
                  <a:lnTo>
                    <a:pt x="906938" y="563"/>
                  </a:lnTo>
                  <a:lnTo>
                    <a:pt x="814588" y="393"/>
                  </a:lnTo>
                  <a:lnTo>
                    <a:pt x="729803" y="257"/>
                  </a:lnTo>
                  <a:lnTo>
                    <a:pt x="656974" y="153"/>
                  </a:lnTo>
                  <a:lnTo>
                    <a:pt x="599532" y="81"/>
                  </a:lnTo>
                  <a:lnTo>
                    <a:pt x="559113" y="36"/>
                  </a:lnTo>
                  <a:lnTo>
                    <a:pt x="535066" y="11"/>
                  </a:lnTo>
                  <a:lnTo>
                    <a:pt x="524415" y="1"/>
                  </a:lnTo>
                  <a:lnTo>
                    <a:pt x="5221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708" name="pl708"/>
            <p:cNvSpPr/>
            <p:nvPr/>
          </p:nvSpPr>
          <p:spPr>
            <a:xfrm>
              <a:off x="386606" y="513531"/>
              <a:ext cx="8554953" cy="2162866"/>
            </a:xfrm>
            <a:custGeom>
              <a:avLst/>
              <a:pathLst>
                <a:path w="8554953" h="2162866">
                  <a:moveTo>
                    <a:pt x="0" y="0"/>
                  </a:moveTo>
                  <a:lnTo>
                    <a:pt x="522133" y="0"/>
                  </a:lnTo>
                  <a:lnTo>
                    <a:pt x="523403" y="1"/>
                  </a:lnTo>
                  <a:lnTo>
                    <a:pt x="531704" y="8"/>
                  </a:lnTo>
                  <a:lnTo>
                    <a:pt x="552456" y="29"/>
                  </a:lnTo>
                  <a:lnTo>
                    <a:pt x="589115" y="69"/>
                  </a:lnTo>
                  <a:lnTo>
                    <a:pt x="642859" y="135"/>
                  </a:lnTo>
                  <a:lnTo>
                    <a:pt x="712529" y="231"/>
                  </a:lnTo>
                  <a:lnTo>
                    <a:pt x="795030" y="360"/>
                  </a:lnTo>
                  <a:lnTo>
                    <a:pt x="886102" y="522"/>
                  </a:lnTo>
                  <a:lnTo>
                    <a:pt x="981228" y="718"/>
                  </a:lnTo>
                  <a:lnTo>
                    <a:pt x="1076387" y="945"/>
                  </a:lnTo>
                  <a:lnTo>
                    <a:pt x="1168495" y="1205"/>
                  </a:lnTo>
                  <a:lnTo>
                    <a:pt x="1255535" y="1497"/>
                  </a:lnTo>
                  <a:lnTo>
                    <a:pt x="1336464" y="1823"/>
                  </a:lnTo>
                  <a:lnTo>
                    <a:pt x="1411015" y="2186"/>
                  </a:lnTo>
                  <a:lnTo>
                    <a:pt x="1479470" y="2592"/>
                  </a:lnTo>
                  <a:lnTo>
                    <a:pt x="1542467" y="3045"/>
                  </a:lnTo>
                  <a:lnTo>
                    <a:pt x="1600848" y="3554"/>
                  </a:lnTo>
                  <a:lnTo>
                    <a:pt x="1655544" y="4125"/>
                  </a:lnTo>
                  <a:lnTo>
                    <a:pt x="1707490" y="4765"/>
                  </a:lnTo>
                  <a:lnTo>
                    <a:pt x="1757541" y="5479"/>
                  </a:lnTo>
                  <a:lnTo>
                    <a:pt x="1768425" y="5647"/>
                  </a:lnTo>
                  <a:lnTo>
                    <a:pt x="1822678" y="6550"/>
                  </a:lnTo>
                  <a:lnTo>
                    <a:pt x="1876408" y="7549"/>
                  </a:lnTo>
                  <a:lnTo>
                    <a:pt x="1930204" y="8645"/>
                  </a:lnTo>
                  <a:lnTo>
                    <a:pt x="1984456" y="9835"/>
                  </a:lnTo>
                  <a:lnTo>
                    <a:pt x="2039386" y="11114"/>
                  </a:lnTo>
                  <a:lnTo>
                    <a:pt x="2095064" y="12471"/>
                  </a:lnTo>
                  <a:lnTo>
                    <a:pt x="2151434" y="13890"/>
                  </a:lnTo>
                  <a:lnTo>
                    <a:pt x="2208334" y="15355"/>
                  </a:lnTo>
                  <a:lnTo>
                    <a:pt x="2265529" y="16843"/>
                  </a:lnTo>
                  <a:lnTo>
                    <a:pt x="2322743" y="18333"/>
                  </a:lnTo>
                  <a:lnTo>
                    <a:pt x="2379696" y="19802"/>
                  </a:lnTo>
                  <a:lnTo>
                    <a:pt x="2436147" y="21229"/>
                  </a:lnTo>
                  <a:lnTo>
                    <a:pt x="2491921" y="22595"/>
                  </a:lnTo>
                  <a:lnTo>
                    <a:pt x="2546947" y="23884"/>
                  </a:lnTo>
                  <a:lnTo>
                    <a:pt x="2601279" y="25087"/>
                  </a:lnTo>
                  <a:lnTo>
                    <a:pt x="2655116" y="26195"/>
                  </a:lnTo>
                  <a:lnTo>
                    <a:pt x="2708826" y="27207"/>
                  </a:lnTo>
                  <a:lnTo>
                    <a:pt x="2762969" y="28123"/>
                  </a:lnTo>
                  <a:lnTo>
                    <a:pt x="2770117" y="28235"/>
                  </a:lnTo>
                  <a:lnTo>
                    <a:pt x="2819851" y="28966"/>
                  </a:lnTo>
                  <a:lnTo>
                    <a:pt x="2871308" y="29622"/>
                  </a:lnTo>
                  <a:lnTo>
                    <a:pt x="2925317" y="30208"/>
                  </a:lnTo>
                  <a:lnTo>
                    <a:pt x="2982802" y="30729"/>
                  </a:lnTo>
                  <a:lnTo>
                    <a:pt x="3044701" y="31194"/>
                  </a:lnTo>
                  <a:lnTo>
                    <a:pt x="3111885" y="31610"/>
                  </a:lnTo>
                  <a:lnTo>
                    <a:pt x="3185049" y="31982"/>
                  </a:lnTo>
                  <a:lnTo>
                    <a:pt x="3264569" y="32316"/>
                  </a:lnTo>
                  <a:lnTo>
                    <a:pt x="3350316" y="32615"/>
                  </a:lnTo>
                  <a:lnTo>
                    <a:pt x="3441440" y="32882"/>
                  </a:lnTo>
                  <a:lnTo>
                    <a:pt x="3536153" y="33117"/>
                  </a:lnTo>
                  <a:lnTo>
                    <a:pt x="3631605" y="33319"/>
                  </a:lnTo>
                  <a:lnTo>
                    <a:pt x="3723954" y="33489"/>
                  </a:lnTo>
                  <a:lnTo>
                    <a:pt x="3808740" y="33625"/>
                  </a:lnTo>
                  <a:lnTo>
                    <a:pt x="3881568" y="33729"/>
                  </a:lnTo>
                  <a:lnTo>
                    <a:pt x="3939010" y="33801"/>
                  </a:lnTo>
                  <a:lnTo>
                    <a:pt x="3979429" y="33847"/>
                  </a:lnTo>
                  <a:lnTo>
                    <a:pt x="4003477" y="33871"/>
                  </a:lnTo>
                  <a:lnTo>
                    <a:pt x="4014127" y="33881"/>
                  </a:lnTo>
                  <a:lnTo>
                    <a:pt x="4016395" y="33883"/>
                  </a:lnTo>
                  <a:lnTo>
                    <a:pt x="4016409" y="33883"/>
                  </a:lnTo>
                  <a:lnTo>
                    <a:pt x="4538543" y="33883"/>
                  </a:lnTo>
                  <a:lnTo>
                    <a:pt x="4539742" y="33944"/>
                  </a:lnTo>
                  <a:lnTo>
                    <a:pt x="4547592" y="34384"/>
                  </a:lnTo>
                  <a:lnTo>
                    <a:pt x="4567254" y="35601"/>
                  </a:lnTo>
                  <a:lnTo>
                    <a:pt x="4602088" y="37992"/>
                  </a:lnTo>
                  <a:lnTo>
                    <a:pt x="4653356" y="41913"/>
                  </a:lnTo>
                  <a:lnTo>
                    <a:pt x="4720146" y="47634"/>
                  </a:lnTo>
                  <a:lnTo>
                    <a:pt x="4799698" y="55318"/>
                  </a:lnTo>
                  <a:lnTo>
                    <a:pt x="4888081" y="65023"/>
                  </a:lnTo>
                  <a:lnTo>
                    <a:pt x="4981017" y="76732"/>
                  </a:lnTo>
                  <a:lnTo>
                    <a:pt x="5074596" y="90399"/>
                  </a:lnTo>
                  <a:lnTo>
                    <a:pt x="5165730" y="105992"/>
                  </a:lnTo>
                  <a:lnTo>
                    <a:pt x="5252314" y="123528"/>
                  </a:lnTo>
                  <a:lnTo>
                    <a:pt x="5333177" y="143097"/>
                  </a:lnTo>
                  <a:lnTo>
                    <a:pt x="5407910" y="164871"/>
                  </a:lnTo>
                  <a:lnTo>
                    <a:pt x="5476665" y="189102"/>
                  </a:lnTo>
                  <a:lnTo>
                    <a:pt x="5539966" y="216122"/>
                  </a:lnTo>
                  <a:lnTo>
                    <a:pt x="5598564" y="246327"/>
                  </a:lnTo>
                  <a:lnTo>
                    <a:pt x="5653320" y="280151"/>
                  </a:lnTo>
                  <a:lnTo>
                    <a:pt x="5705122" y="318023"/>
                  </a:lnTo>
                  <a:lnTo>
                    <a:pt x="5754815" y="360287"/>
                  </a:lnTo>
                  <a:lnTo>
                    <a:pt x="5784835" y="388713"/>
                  </a:lnTo>
                  <a:lnTo>
                    <a:pt x="5826111" y="431270"/>
                  </a:lnTo>
                  <a:lnTo>
                    <a:pt x="5866991" y="477272"/>
                  </a:lnTo>
                  <a:lnTo>
                    <a:pt x="5907765" y="526785"/>
                  </a:lnTo>
                  <a:lnTo>
                    <a:pt x="5948654" y="579809"/>
                  </a:lnTo>
                  <a:lnTo>
                    <a:pt x="5989816" y="636262"/>
                  </a:lnTo>
                  <a:lnTo>
                    <a:pt x="6031353" y="695980"/>
                  </a:lnTo>
                  <a:lnTo>
                    <a:pt x="6073316" y="758709"/>
                  </a:lnTo>
                  <a:lnTo>
                    <a:pt x="6115711" y="824109"/>
                  </a:lnTo>
                  <a:lnTo>
                    <a:pt x="6158502" y="891754"/>
                  </a:lnTo>
                  <a:lnTo>
                    <a:pt x="6201619" y="961143"/>
                  </a:lnTo>
                  <a:lnTo>
                    <a:pt x="6244966" y="1031719"/>
                  </a:lnTo>
                  <a:lnTo>
                    <a:pt x="6288429" y="1102878"/>
                  </a:lnTo>
                  <a:lnTo>
                    <a:pt x="6331885" y="1173997"/>
                  </a:lnTo>
                  <a:lnTo>
                    <a:pt x="6375209" y="1244455"/>
                  </a:lnTo>
                  <a:lnTo>
                    <a:pt x="6418290" y="1313654"/>
                  </a:lnTo>
                  <a:lnTo>
                    <a:pt x="6461034" y="1381041"/>
                  </a:lnTo>
                  <a:lnTo>
                    <a:pt x="6503375" y="1446125"/>
                  </a:lnTo>
                  <a:lnTo>
                    <a:pt x="6545283" y="1508491"/>
                  </a:lnTo>
                  <a:lnTo>
                    <a:pt x="6586769" y="1567808"/>
                  </a:lnTo>
                  <a:lnTo>
                    <a:pt x="6627890" y="1623835"/>
                  </a:lnTo>
                  <a:lnTo>
                    <a:pt x="6668754" y="1676418"/>
                  </a:lnTo>
                  <a:lnTo>
                    <a:pt x="6709528" y="1725486"/>
                  </a:lnTo>
                  <a:lnTo>
                    <a:pt x="6750440" y="1771047"/>
                  </a:lnTo>
                  <a:lnTo>
                    <a:pt x="6786527" y="1808035"/>
                  </a:lnTo>
                  <a:lnTo>
                    <a:pt x="6835287" y="1853102"/>
                  </a:lnTo>
                  <a:lnTo>
                    <a:pt x="6885691" y="1893662"/>
                  </a:lnTo>
                  <a:lnTo>
                    <a:pt x="6938515" y="1929944"/>
                  </a:lnTo>
                  <a:lnTo>
                    <a:pt x="6994630" y="1962337"/>
                  </a:lnTo>
                  <a:lnTo>
                    <a:pt x="7054923" y="1991278"/>
                  </a:lnTo>
                  <a:lnTo>
                    <a:pt x="7120224" y="2017192"/>
                  </a:lnTo>
                  <a:lnTo>
                    <a:pt x="7191212" y="2040451"/>
                  </a:lnTo>
                  <a:lnTo>
                    <a:pt x="7268289" y="2061358"/>
                  </a:lnTo>
                  <a:lnTo>
                    <a:pt x="7351418" y="2080137"/>
                  </a:lnTo>
                  <a:lnTo>
                    <a:pt x="7439922" y="2096926"/>
                  </a:lnTo>
                  <a:lnTo>
                    <a:pt x="7532290" y="2111786"/>
                  </a:lnTo>
                  <a:lnTo>
                    <a:pt x="7626039" y="2124712"/>
                  </a:lnTo>
                  <a:lnTo>
                    <a:pt x="7717734" y="2135663"/>
                  </a:lnTo>
                  <a:lnTo>
                    <a:pt x="7803255" y="2144597"/>
                  </a:lnTo>
                  <a:lnTo>
                    <a:pt x="7878361" y="2151521"/>
                  </a:lnTo>
                  <a:lnTo>
                    <a:pt x="7939472" y="2156530"/>
                  </a:lnTo>
                  <a:lnTo>
                    <a:pt x="7984468" y="2159830"/>
                  </a:lnTo>
                  <a:lnTo>
                    <a:pt x="8013252" y="2161729"/>
                  </a:lnTo>
                  <a:lnTo>
                    <a:pt x="8027911" y="2162602"/>
                  </a:lnTo>
                  <a:lnTo>
                    <a:pt x="8032529" y="2162852"/>
                  </a:lnTo>
                  <a:lnTo>
                    <a:pt x="8032819" y="2162866"/>
                  </a:lnTo>
                  <a:lnTo>
                    <a:pt x="8554953" y="2162866"/>
                  </a:lnTo>
                  <a:lnTo>
                    <a:pt x="8554953" y="2162866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709" name="pl709"/>
            <p:cNvSpPr/>
            <p:nvPr/>
          </p:nvSpPr>
          <p:spPr>
            <a:xfrm>
              <a:off x="386606" y="496590"/>
              <a:ext cx="8554953" cy="2162866"/>
            </a:xfrm>
            <a:custGeom>
              <a:avLst/>
              <a:pathLst>
                <a:path w="8554953" h="2162866">
                  <a:moveTo>
                    <a:pt x="8554953" y="2162866"/>
                  </a:moveTo>
                  <a:lnTo>
                    <a:pt x="8032819" y="2162866"/>
                  </a:lnTo>
                  <a:lnTo>
                    <a:pt x="8031620" y="2162804"/>
                  </a:lnTo>
                  <a:lnTo>
                    <a:pt x="8023770" y="2162364"/>
                  </a:lnTo>
                  <a:lnTo>
                    <a:pt x="8004108" y="2161147"/>
                  </a:lnTo>
                  <a:lnTo>
                    <a:pt x="7969274" y="2158756"/>
                  </a:lnTo>
                  <a:lnTo>
                    <a:pt x="7918006" y="2154836"/>
                  </a:lnTo>
                  <a:lnTo>
                    <a:pt x="7851216" y="2149115"/>
                  </a:lnTo>
                  <a:lnTo>
                    <a:pt x="7771664" y="2141431"/>
                  </a:lnTo>
                  <a:lnTo>
                    <a:pt x="7683281" y="2131725"/>
                  </a:lnTo>
                  <a:lnTo>
                    <a:pt x="7590345" y="2120016"/>
                  </a:lnTo>
                  <a:lnTo>
                    <a:pt x="7496766" y="2106349"/>
                  </a:lnTo>
                  <a:lnTo>
                    <a:pt x="7405632" y="2090757"/>
                  </a:lnTo>
                  <a:lnTo>
                    <a:pt x="7319048" y="2073220"/>
                  </a:lnTo>
                  <a:lnTo>
                    <a:pt x="7238185" y="2053651"/>
                  </a:lnTo>
                  <a:lnTo>
                    <a:pt x="7163452" y="2031878"/>
                  </a:lnTo>
                  <a:lnTo>
                    <a:pt x="7094697" y="2007647"/>
                  </a:lnTo>
                  <a:lnTo>
                    <a:pt x="7031396" y="1980627"/>
                  </a:lnTo>
                  <a:lnTo>
                    <a:pt x="6972798" y="1950422"/>
                  </a:lnTo>
                  <a:lnTo>
                    <a:pt x="6918042" y="1916598"/>
                  </a:lnTo>
                  <a:lnTo>
                    <a:pt x="6866240" y="1878725"/>
                  </a:lnTo>
                  <a:lnTo>
                    <a:pt x="6816547" y="1836461"/>
                  </a:lnTo>
                  <a:lnTo>
                    <a:pt x="6786527" y="1808035"/>
                  </a:lnTo>
                  <a:lnTo>
                    <a:pt x="6745251" y="1765478"/>
                  </a:lnTo>
                  <a:lnTo>
                    <a:pt x="6704371" y="1719477"/>
                  </a:lnTo>
                  <a:lnTo>
                    <a:pt x="6663597" y="1669963"/>
                  </a:lnTo>
                  <a:lnTo>
                    <a:pt x="6622708" y="1616940"/>
                  </a:lnTo>
                  <a:lnTo>
                    <a:pt x="6581546" y="1560487"/>
                  </a:lnTo>
                  <a:lnTo>
                    <a:pt x="6540009" y="1500769"/>
                  </a:lnTo>
                  <a:lnTo>
                    <a:pt x="6498045" y="1438039"/>
                  </a:lnTo>
                  <a:lnTo>
                    <a:pt x="6455651" y="1372639"/>
                  </a:lnTo>
                  <a:lnTo>
                    <a:pt x="6412860" y="1304995"/>
                  </a:lnTo>
                  <a:lnTo>
                    <a:pt x="6369743" y="1235605"/>
                  </a:lnTo>
                  <a:lnTo>
                    <a:pt x="6326395" y="1165030"/>
                  </a:lnTo>
                  <a:lnTo>
                    <a:pt x="6282932" y="1093871"/>
                  </a:lnTo>
                  <a:lnTo>
                    <a:pt x="6239477" y="1022751"/>
                  </a:lnTo>
                  <a:lnTo>
                    <a:pt x="6196153" y="952293"/>
                  </a:lnTo>
                  <a:lnTo>
                    <a:pt x="6153072" y="883094"/>
                  </a:lnTo>
                  <a:lnTo>
                    <a:pt x="6110328" y="815707"/>
                  </a:lnTo>
                  <a:lnTo>
                    <a:pt x="6067987" y="750623"/>
                  </a:lnTo>
                  <a:lnTo>
                    <a:pt x="6026079" y="688258"/>
                  </a:lnTo>
                  <a:lnTo>
                    <a:pt x="5984593" y="628940"/>
                  </a:lnTo>
                  <a:lnTo>
                    <a:pt x="5943472" y="572913"/>
                  </a:lnTo>
                  <a:lnTo>
                    <a:pt x="5902608" y="520331"/>
                  </a:lnTo>
                  <a:lnTo>
                    <a:pt x="5861834" y="471263"/>
                  </a:lnTo>
                  <a:lnTo>
                    <a:pt x="5820922" y="425702"/>
                  </a:lnTo>
                  <a:lnTo>
                    <a:pt x="5784835" y="388713"/>
                  </a:lnTo>
                  <a:lnTo>
                    <a:pt x="5736075" y="343646"/>
                  </a:lnTo>
                  <a:lnTo>
                    <a:pt x="5685671" y="303087"/>
                  </a:lnTo>
                  <a:lnTo>
                    <a:pt x="5632847" y="266805"/>
                  </a:lnTo>
                  <a:lnTo>
                    <a:pt x="5576732" y="234412"/>
                  </a:lnTo>
                  <a:lnTo>
                    <a:pt x="5516439" y="205471"/>
                  </a:lnTo>
                  <a:lnTo>
                    <a:pt x="5451138" y="179557"/>
                  </a:lnTo>
                  <a:lnTo>
                    <a:pt x="5380150" y="156298"/>
                  </a:lnTo>
                  <a:lnTo>
                    <a:pt x="5303073" y="135390"/>
                  </a:lnTo>
                  <a:lnTo>
                    <a:pt x="5219944" y="116611"/>
                  </a:lnTo>
                  <a:lnTo>
                    <a:pt x="5131440" y="99822"/>
                  </a:lnTo>
                  <a:lnTo>
                    <a:pt x="5039072" y="84962"/>
                  </a:lnTo>
                  <a:lnTo>
                    <a:pt x="4945323" y="72036"/>
                  </a:lnTo>
                  <a:lnTo>
                    <a:pt x="4853628" y="61086"/>
                  </a:lnTo>
                  <a:lnTo>
                    <a:pt x="4768107" y="52152"/>
                  </a:lnTo>
                  <a:lnTo>
                    <a:pt x="4693001" y="45228"/>
                  </a:lnTo>
                  <a:lnTo>
                    <a:pt x="4631890" y="40218"/>
                  </a:lnTo>
                  <a:lnTo>
                    <a:pt x="4586894" y="36918"/>
                  </a:lnTo>
                  <a:lnTo>
                    <a:pt x="4558110" y="35020"/>
                  </a:lnTo>
                  <a:lnTo>
                    <a:pt x="4543450" y="34147"/>
                  </a:lnTo>
                  <a:lnTo>
                    <a:pt x="4538833" y="33897"/>
                  </a:lnTo>
                  <a:lnTo>
                    <a:pt x="4538543" y="33883"/>
                  </a:lnTo>
                  <a:lnTo>
                    <a:pt x="4016409" y="33883"/>
                  </a:lnTo>
                  <a:lnTo>
                    <a:pt x="4015139" y="33881"/>
                  </a:lnTo>
                  <a:lnTo>
                    <a:pt x="4006838" y="33874"/>
                  </a:lnTo>
                  <a:lnTo>
                    <a:pt x="3986086" y="33854"/>
                  </a:lnTo>
                  <a:lnTo>
                    <a:pt x="3949427" y="33813"/>
                  </a:lnTo>
                  <a:lnTo>
                    <a:pt x="3895683" y="33747"/>
                  </a:lnTo>
                  <a:lnTo>
                    <a:pt x="3826013" y="33651"/>
                  </a:lnTo>
                  <a:lnTo>
                    <a:pt x="3743512" y="33522"/>
                  </a:lnTo>
                  <a:lnTo>
                    <a:pt x="3652440" y="33360"/>
                  </a:lnTo>
                  <a:lnTo>
                    <a:pt x="3557314" y="33164"/>
                  </a:lnTo>
                  <a:lnTo>
                    <a:pt x="3462155" y="32937"/>
                  </a:lnTo>
                  <a:lnTo>
                    <a:pt x="3370047" y="32677"/>
                  </a:lnTo>
                  <a:lnTo>
                    <a:pt x="3283008" y="32385"/>
                  </a:lnTo>
                  <a:lnTo>
                    <a:pt x="3202078" y="32059"/>
                  </a:lnTo>
                  <a:lnTo>
                    <a:pt x="3127527" y="31696"/>
                  </a:lnTo>
                  <a:lnTo>
                    <a:pt x="3059072" y="31290"/>
                  </a:lnTo>
                  <a:lnTo>
                    <a:pt x="2996075" y="30837"/>
                  </a:lnTo>
                  <a:lnTo>
                    <a:pt x="2937694" y="30328"/>
                  </a:lnTo>
                  <a:lnTo>
                    <a:pt x="2882998" y="29757"/>
                  </a:lnTo>
                  <a:lnTo>
                    <a:pt x="2831053" y="29117"/>
                  </a:lnTo>
                  <a:lnTo>
                    <a:pt x="2781001" y="28403"/>
                  </a:lnTo>
                  <a:lnTo>
                    <a:pt x="2770117" y="28235"/>
                  </a:lnTo>
                  <a:lnTo>
                    <a:pt x="2715865" y="27332"/>
                  </a:lnTo>
                  <a:lnTo>
                    <a:pt x="2662134" y="26333"/>
                  </a:lnTo>
                  <a:lnTo>
                    <a:pt x="2608338" y="25237"/>
                  </a:lnTo>
                  <a:lnTo>
                    <a:pt x="2554086" y="24047"/>
                  </a:lnTo>
                  <a:lnTo>
                    <a:pt x="2499156" y="22768"/>
                  </a:lnTo>
                  <a:lnTo>
                    <a:pt x="2443478" y="21411"/>
                  </a:lnTo>
                  <a:lnTo>
                    <a:pt x="2387109" y="19992"/>
                  </a:lnTo>
                  <a:lnTo>
                    <a:pt x="2330208" y="18527"/>
                  </a:lnTo>
                  <a:lnTo>
                    <a:pt x="2273013" y="17039"/>
                  </a:lnTo>
                  <a:lnTo>
                    <a:pt x="2215799" y="15549"/>
                  </a:lnTo>
                  <a:lnTo>
                    <a:pt x="2158846" y="14080"/>
                  </a:lnTo>
                  <a:lnTo>
                    <a:pt x="2102395" y="12653"/>
                  </a:lnTo>
                  <a:lnTo>
                    <a:pt x="2046621" y="11287"/>
                  </a:lnTo>
                  <a:lnTo>
                    <a:pt x="1991595" y="9998"/>
                  </a:lnTo>
                  <a:lnTo>
                    <a:pt x="1937264" y="8795"/>
                  </a:lnTo>
                  <a:lnTo>
                    <a:pt x="1883426" y="7687"/>
                  </a:lnTo>
                  <a:lnTo>
                    <a:pt x="1829716" y="6675"/>
                  </a:lnTo>
                  <a:lnTo>
                    <a:pt x="1775573" y="5759"/>
                  </a:lnTo>
                  <a:lnTo>
                    <a:pt x="1768425" y="5647"/>
                  </a:lnTo>
                  <a:lnTo>
                    <a:pt x="1718691" y="4916"/>
                  </a:lnTo>
                  <a:lnTo>
                    <a:pt x="1667234" y="4260"/>
                  </a:lnTo>
                  <a:lnTo>
                    <a:pt x="1613225" y="3674"/>
                  </a:lnTo>
                  <a:lnTo>
                    <a:pt x="1555741" y="3153"/>
                  </a:lnTo>
                  <a:lnTo>
                    <a:pt x="1493841" y="2688"/>
                  </a:lnTo>
                  <a:lnTo>
                    <a:pt x="1426657" y="2272"/>
                  </a:lnTo>
                  <a:lnTo>
                    <a:pt x="1353493" y="1900"/>
                  </a:lnTo>
                  <a:lnTo>
                    <a:pt x="1273974" y="1566"/>
                  </a:lnTo>
                  <a:lnTo>
                    <a:pt x="1188226" y="1267"/>
                  </a:lnTo>
                  <a:lnTo>
                    <a:pt x="1097102" y="1000"/>
                  </a:lnTo>
                  <a:lnTo>
                    <a:pt x="1002389" y="765"/>
                  </a:lnTo>
                  <a:lnTo>
                    <a:pt x="906938" y="563"/>
                  </a:lnTo>
                  <a:lnTo>
                    <a:pt x="814588" y="393"/>
                  </a:lnTo>
                  <a:lnTo>
                    <a:pt x="729803" y="257"/>
                  </a:lnTo>
                  <a:lnTo>
                    <a:pt x="656974" y="153"/>
                  </a:lnTo>
                  <a:lnTo>
                    <a:pt x="599532" y="81"/>
                  </a:lnTo>
                  <a:lnTo>
                    <a:pt x="559113" y="36"/>
                  </a:lnTo>
                  <a:lnTo>
                    <a:pt x="535066" y="11"/>
                  </a:lnTo>
                  <a:lnTo>
                    <a:pt x="524415" y="1"/>
                  </a:lnTo>
                  <a:lnTo>
                    <a:pt x="522147" y="0"/>
                  </a:lnTo>
                  <a:lnTo>
                    <a:pt x="522133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710" name="pg710"/>
            <p:cNvSpPr/>
            <p:nvPr/>
          </p:nvSpPr>
          <p:spPr>
            <a:xfrm>
              <a:off x="386606" y="513531"/>
              <a:ext cx="8554953" cy="2416989"/>
            </a:xfrm>
            <a:custGeom>
              <a:avLst/>
              <a:pathLst>
                <a:path w="8554953" h="2416989">
                  <a:moveTo>
                    <a:pt x="0" y="33883"/>
                  </a:moveTo>
                  <a:lnTo>
                    <a:pt x="522133" y="33883"/>
                  </a:lnTo>
                  <a:lnTo>
                    <a:pt x="523403" y="33884"/>
                  </a:lnTo>
                  <a:lnTo>
                    <a:pt x="531704" y="33895"/>
                  </a:lnTo>
                  <a:lnTo>
                    <a:pt x="552455" y="33926"/>
                  </a:lnTo>
                  <a:lnTo>
                    <a:pt x="589114" y="33987"/>
                  </a:lnTo>
                  <a:lnTo>
                    <a:pt x="642857" y="34086"/>
                  </a:lnTo>
                  <a:lnTo>
                    <a:pt x="712527" y="34230"/>
                  </a:lnTo>
                  <a:lnTo>
                    <a:pt x="795026" y="34423"/>
                  </a:lnTo>
                  <a:lnTo>
                    <a:pt x="886097" y="34667"/>
                  </a:lnTo>
                  <a:lnTo>
                    <a:pt x="981223" y="34960"/>
                  </a:lnTo>
                  <a:lnTo>
                    <a:pt x="1076381" y="35301"/>
                  </a:lnTo>
                  <a:lnTo>
                    <a:pt x="1168489" y="35691"/>
                  </a:lnTo>
                  <a:lnTo>
                    <a:pt x="1255528" y="36128"/>
                  </a:lnTo>
                  <a:lnTo>
                    <a:pt x="1336457" y="36617"/>
                  </a:lnTo>
                  <a:lnTo>
                    <a:pt x="1411008" y="37163"/>
                  </a:lnTo>
                  <a:lnTo>
                    <a:pt x="1479464" y="37771"/>
                  </a:lnTo>
                  <a:lnTo>
                    <a:pt x="1542461" y="38451"/>
                  </a:lnTo>
                  <a:lnTo>
                    <a:pt x="1600842" y="39214"/>
                  </a:lnTo>
                  <a:lnTo>
                    <a:pt x="1655538" y="40070"/>
                  </a:lnTo>
                  <a:lnTo>
                    <a:pt x="1707483" y="41030"/>
                  </a:lnTo>
                  <a:lnTo>
                    <a:pt x="1757535" y="42101"/>
                  </a:lnTo>
                  <a:lnTo>
                    <a:pt x="1768425" y="42353"/>
                  </a:lnTo>
                  <a:lnTo>
                    <a:pt x="1822669" y="43708"/>
                  </a:lnTo>
                  <a:lnTo>
                    <a:pt x="1876391" y="45206"/>
                  </a:lnTo>
                  <a:lnTo>
                    <a:pt x="1930179" y="46849"/>
                  </a:lnTo>
                  <a:lnTo>
                    <a:pt x="1984422" y="48635"/>
                  </a:lnTo>
                  <a:lnTo>
                    <a:pt x="2039342" y="50553"/>
                  </a:lnTo>
                  <a:lnTo>
                    <a:pt x="2095010" y="52587"/>
                  </a:lnTo>
                  <a:lnTo>
                    <a:pt x="2151371" y="54717"/>
                  </a:lnTo>
                  <a:lnTo>
                    <a:pt x="2208262" y="56913"/>
                  </a:lnTo>
                  <a:lnTo>
                    <a:pt x="2265447" y="59145"/>
                  </a:lnTo>
                  <a:lnTo>
                    <a:pt x="2322652" y="61380"/>
                  </a:lnTo>
                  <a:lnTo>
                    <a:pt x="2379597" y="63583"/>
                  </a:lnTo>
                  <a:lnTo>
                    <a:pt x="2436040" y="65723"/>
                  </a:lnTo>
                  <a:lnTo>
                    <a:pt x="2491807" y="67771"/>
                  </a:lnTo>
                  <a:lnTo>
                    <a:pt x="2546826" y="69706"/>
                  </a:lnTo>
                  <a:lnTo>
                    <a:pt x="2601150" y="71510"/>
                  </a:lnTo>
                  <a:lnTo>
                    <a:pt x="2654979" y="73172"/>
                  </a:lnTo>
                  <a:lnTo>
                    <a:pt x="2708681" y="74690"/>
                  </a:lnTo>
                  <a:lnTo>
                    <a:pt x="2762813" y="76063"/>
                  </a:lnTo>
                  <a:lnTo>
                    <a:pt x="2770117" y="76236"/>
                  </a:lnTo>
                  <a:lnTo>
                    <a:pt x="2819851" y="77332"/>
                  </a:lnTo>
                  <a:lnTo>
                    <a:pt x="2871307" y="78316"/>
                  </a:lnTo>
                  <a:lnTo>
                    <a:pt x="2925316" y="79195"/>
                  </a:lnTo>
                  <a:lnTo>
                    <a:pt x="2982800" y="79977"/>
                  </a:lnTo>
                  <a:lnTo>
                    <a:pt x="3044699" y="80675"/>
                  </a:lnTo>
                  <a:lnTo>
                    <a:pt x="3111883" y="81298"/>
                  </a:lnTo>
                  <a:lnTo>
                    <a:pt x="3185046" y="81857"/>
                  </a:lnTo>
                  <a:lnTo>
                    <a:pt x="3264564" y="82358"/>
                  </a:lnTo>
                  <a:lnTo>
                    <a:pt x="3350311" y="82806"/>
                  </a:lnTo>
                  <a:lnTo>
                    <a:pt x="3441434" y="83206"/>
                  </a:lnTo>
                  <a:lnTo>
                    <a:pt x="3536146" y="83558"/>
                  </a:lnTo>
                  <a:lnTo>
                    <a:pt x="3631597" y="83862"/>
                  </a:lnTo>
                  <a:lnTo>
                    <a:pt x="3723947" y="84117"/>
                  </a:lnTo>
                  <a:lnTo>
                    <a:pt x="3808732" y="84321"/>
                  </a:lnTo>
                  <a:lnTo>
                    <a:pt x="3881562" y="84476"/>
                  </a:lnTo>
                  <a:lnTo>
                    <a:pt x="3939005" y="84585"/>
                  </a:lnTo>
                  <a:lnTo>
                    <a:pt x="3979426" y="84653"/>
                  </a:lnTo>
                  <a:lnTo>
                    <a:pt x="4003475" y="84690"/>
                  </a:lnTo>
                  <a:lnTo>
                    <a:pt x="4014127" y="84704"/>
                  </a:lnTo>
                  <a:lnTo>
                    <a:pt x="4016409" y="84707"/>
                  </a:lnTo>
                  <a:lnTo>
                    <a:pt x="4538543" y="84707"/>
                  </a:lnTo>
                  <a:lnTo>
                    <a:pt x="4539729" y="84774"/>
                  </a:lnTo>
                  <a:lnTo>
                    <a:pt x="4547495" y="85251"/>
                  </a:lnTo>
                  <a:lnTo>
                    <a:pt x="4566956" y="86569"/>
                  </a:lnTo>
                  <a:lnTo>
                    <a:pt x="4601450" y="89159"/>
                  </a:lnTo>
                  <a:lnTo>
                    <a:pt x="4652255" y="93407"/>
                  </a:lnTo>
                  <a:lnTo>
                    <a:pt x="4718504" y="99609"/>
                  </a:lnTo>
                  <a:lnTo>
                    <a:pt x="4797498" y="107942"/>
                  </a:lnTo>
                  <a:lnTo>
                    <a:pt x="4885367" y="118473"/>
                  </a:lnTo>
                  <a:lnTo>
                    <a:pt x="4977879" y="131185"/>
                  </a:lnTo>
                  <a:lnTo>
                    <a:pt x="5071146" y="146027"/>
                  </a:lnTo>
                  <a:lnTo>
                    <a:pt x="5162083" y="162963"/>
                  </a:lnTo>
                  <a:lnTo>
                    <a:pt x="5248569" y="182010"/>
                  </a:lnTo>
                  <a:lnTo>
                    <a:pt x="5329411" y="203262"/>
                  </a:lnTo>
                  <a:lnTo>
                    <a:pt x="5404173" y="226899"/>
                  </a:lnTo>
                  <a:lnTo>
                    <a:pt x="5472982" y="253192"/>
                  </a:lnTo>
                  <a:lnTo>
                    <a:pt x="5536342" y="282496"/>
                  </a:lnTo>
                  <a:lnTo>
                    <a:pt x="5594985" y="315235"/>
                  </a:lnTo>
                  <a:lnTo>
                    <a:pt x="5649759" y="351880"/>
                  </a:lnTo>
                  <a:lnTo>
                    <a:pt x="5701543" y="392897"/>
                  </a:lnTo>
                  <a:lnTo>
                    <a:pt x="5751177" y="438669"/>
                  </a:lnTo>
                  <a:lnTo>
                    <a:pt x="5784835" y="473421"/>
                  </a:lnTo>
                  <a:lnTo>
                    <a:pt x="5824845" y="518547"/>
                  </a:lnTo>
                  <a:lnTo>
                    <a:pt x="5864474" y="567215"/>
                  </a:lnTo>
                  <a:lnTo>
                    <a:pt x="5903989" y="619494"/>
                  </a:lnTo>
                  <a:lnTo>
                    <a:pt x="5943595" y="675389"/>
                  </a:lnTo>
                  <a:lnTo>
                    <a:pt x="5983443" y="734828"/>
                  </a:lnTo>
                  <a:lnTo>
                    <a:pt x="6023632" y="797658"/>
                  </a:lnTo>
                  <a:lnTo>
                    <a:pt x="6064215" y="863643"/>
                  </a:lnTo>
                  <a:lnTo>
                    <a:pt x="6105207" y="932459"/>
                  </a:lnTo>
                  <a:lnTo>
                    <a:pt x="6146582" y="1003701"/>
                  </a:lnTo>
                  <a:lnTo>
                    <a:pt x="6188285" y="1076888"/>
                  </a:lnTo>
                  <a:lnTo>
                    <a:pt x="6230234" y="1151479"/>
                  </a:lnTo>
                  <a:lnTo>
                    <a:pt x="6272330" y="1226885"/>
                  </a:lnTo>
                  <a:lnTo>
                    <a:pt x="6314462" y="1302488"/>
                  </a:lnTo>
                  <a:lnTo>
                    <a:pt x="6356517" y="1377666"/>
                  </a:lnTo>
                  <a:lnTo>
                    <a:pt x="6398386" y="1451809"/>
                  </a:lnTo>
                  <a:lnTo>
                    <a:pt x="6439977" y="1524344"/>
                  </a:lnTo>
                  <a:lnTo>
                    <a:pt x="6481217" y="1594749"/>
                  </a:lnTo>
                  <a:lnTo>
                    <a:pt x="6522060" y="1662571"/>
                  </a:lnTo>
                  <a:lnTo>
                    <a:pt x="6562496" y="1727433"/>
                  </a:lnTo>
                  <a:lnTo>
                    <a:pt x="6602551" y="1789045"/>
                  </a:lnTo>
                  <a:lnTo>
                    <a:pt x="6642296" y="1847198"/>
                  </a:lnTo>
                  <a:lnTo>
                    <a:pt x="6681849" y="1901773"/>
                  </a:lnTo>
                  <a:lnTo>
                    <a:pt x="6721378" y="1952725"/>
                  </a:lnTo>
                  <a:lnTo>
                    <a:pt x="6761112" y="2000084"/>
                  </a:lnTo>
                  <a:lnTo>
                    <a:pt x="6786527" y="2028275"/>
                  </a:lnTo>
                  <a:lnTo>
                    <a:pt x="6835104" y="2077471"/>
                  </a:lnTo>
                  <a:lnTo>
                    <a:pt x="6885308" y="2121766"/>
                  </a:lnTo>
                  <a:lnTo>
                    <a:pt x="6937910" y="2161406"/>
                  </a:lnTo>
                  <a:lnTo>
                    <a:pt x="6993768" y="2196812"/>
                  </a:lnTo>
                  <a:lnTo>
                    <a:pt x="7053759" y="2228458"/>
                  </a:lnTo>
                  <a:lnTo>
                    <a:pt x="7118708" y="2256804"/>
                  </a:lnTo>
                  <a:lnTo>
                    <a:pt x="7189289" y="2282255"/>
                  </a:lnTo>
                  <a:lnTo>
                    <a:pt x="7265909" y="2305142"/>
                  </a:lnTo>
                  <a:lnTo>
                    <a:pt x="7348545" y="2325708"/>
                  </a:lnTo>
                  <a:lnTo>
                    <a:pt x="7436552" y="2344107"/>
                  </a:lnTo>
                  <a:lnTo>
                    <a:pt x="7528467" y="2360407"/>
                  </a:lnTo>
                  <a:lnTo>
                    <a:pt x="7621874" y="2374606"/>
                  </a:lnTo>
                  <a:lnTo>
                    <a:pt x="7713412" y="2386659"/>
                  </a:lnTo>
                  <a:lnTo>
                    <a:pt x="7799028" y="2396520"/>
                  </a:lnTo>
                  <a:lnTo>
                    <a:pt x="7874515" y="2404194"/>
                  </a:lnTo>
                  <a:lnTo>
                    <a:pt x="7936277" y="2409777"/>
                  </a:lnTo>
                  <a:lnTo>
                    <a:pt x="7982116" y="2413484"/>
                  </a:lnTo>
                  <a:lnTo>
                    <a:pt x="8011802" y="2415643"/>
                  </a:lnTo>
                  <a:lnTo>
                    <a:pt x="8027264" y="2416659"/>
                  </a:lnTo>
                  <a:lnTo>
                    <a:pt x="8032413" y="2416966"/>
                  </a:lnTo>
                  <a:lnTo>
                    <a:pt x="8032819" y="2416989"/>
                  </a:lnTo>
                  <a:lnTo>
                    <a:pt x="8554953" y="2416989"/>
                  </a:lnTo>
                  <a:lnTo>
                    <a:pt x="8554953" y="2383106"/>
                  </a:lnTo>
                  <a:lnTo>
                    <a:pt x="8032819" y="2383106"/>
                  </a:lnTo>
                  <a:lnTo>
                    <a:pt x="8031633" y="2383039"/>
                  </a:lnTo>
                  <a:lnTo>
                    <a:pt x="8023867" y="2382562"/>
                  </a:lnTo>
                  <a:lnTo>
                    <a:pt x="8004406" y="2381244"/>
                  </a:lnTo>
                  <a:lnTo>
                    <a:pt x="7969911" y="2378654"/>
                  </a:lnTo>
                  <a:lnTo>
                    <a:pt x="7919107" y="2374406"/>
                  </a:lnTo>
                  <a:lnTo>
                    <a:pt x="7852858" y="2368204"/>
                  </a:lnTo>
                  <a:lnTo>
                    <a:pt x="7773864" y="2359870"/>
                  </a:lnTo>
                  <a:lnTo>
                    <a:pt x="7685995" y="2349339"/>
                  </a:lnTo>
                  <a:lnTo>
                    <a:pt x="7593483" y="2336628"/>
                  </a:lnTo>
                  <a:lnTo>
                    <a:pt x="7500215" y="2321786"/>
                  </a:lnTo>
                  <a:lnTo>
                    <a:pt x="7409279" y="2304850"/>
                  </a:lnTo>
                  <a:lnTo>
                    <a:pt x="7322792" y="2285803"/>
                  </a:lnTo>
                  <a:lnTo>
                    <a:pt x="7241951" y="2264551"/>
                  </a:lnTo>
                  <a:lnTo>
                    <a:pt x="7167189" y="2240914"/>
                  </a:lnTo>
                  <a:lnTo>
                    <a:pt x="7098380" y="2214621"/>
                  </a:lnTo>
                  <a:lnTo>
                    <a:pt x="7035020" y="2185317"/>
                  </a:lnTo>
                  <a:lnTo>
                    <a:pt x="6976377" y="2152578"/>
                  </a:lnTo>
                  <a:lnTo>
                    <a:pt x="6921603" y="2115933"/>
                  </a:lnTo>
                  <a:lnTo>
                    <a:pt x="6869819" y="2074916"/>
                  </a:lnTo>
                  <a:lnTo>
                    <a:pt x="6820185" y="2029144"/>
                  </a:lnTo>
                  <a:lnTo>
                    <a:pt x="6786527" y="1994392"/>
                  </a:lnTo>
                  <a:lnTo>
                    <a:pt x="6746517" y="1949266"/>
                  </a:lnTo>
                  <a:lnTo>
                    <a:pt x="6706888" y="1900598"/>
                  </a:lnTo>
                  <a:lnTo>
                    <a:pt x="6667373" y="1848319"/>
                  </a:lnTo>
                  <a:lnTo>
                    <a:pt x="6627767" y="1792424"/>
                  </a:lnTo>
                  <a:lnTo>
                    <a:pt x="6587919" y="1732985"/>
                  </a:lnTo>
                  <a:lnTo>
                    <a:pt x="6547730" y="1670155"/>
                  </a:lnTo>
                  <a:lnTo>
                    <a:pt x="6507147" y="1604170"/>
                  </a:lnTo>
                  <a:lnTo>
                    <a:pt x="6466155" y="1535354"/>
                  </a:lnTo>
                  <a:lnTo>
                    <a:pt x="6424780" y="1464112"/>
                  </a:lnTo>
                  <a:lnTo>
                    <a:pt x="6383077" y="1390924"/>
                  </a:lnTo>
                  <a:lnTo>
                    <a:pt x="6341128" y="1316333"/>
                  </a:lnTo>
                  <a:lnTo>
                    <a:pt x="6299032" y="1240928"/>
                  </a:lnTo>
                  <a:lnTo>
                    <a:pt x="6256900" y="1165324"/>
                  </a:lnTo>
                  <a:lnTo>
                    <a:pt x="6214845" y="1090147"/>
                  </a:lnTo>
                  <a:lnTo>
                    <a:pt x="6172976" y="1016003"/>
                  </a:lnTo>
                  <a:lnTo>
                    <a:pt x="6131385" y="943469"/>
                  </a:lnTo>
                  <a:lnTo>
                    <a:pt x="6090145" y="873064"/>
                  </a:lnTo>
                  <a:lnTo>
                    <a:pt x="6049302" y="805242"/>
                  </a:lnTo>
                  <a:lnTo>
                    <a:pt x="6008866" y="740379"/>
                  </a:lnTo>
                  <a:lnTo>
                    <a:pt x="5968811" y="678768"/>
                  </a:lnTo>
                  <a:lnTo>
                    <a:pt x="5929066" y="620614"/>
                  </a:lnTo>
                  <a:lnTo>
                    <a:pt x="5889513" y="566040"/>
                  </a:lnTo>
                  <a:lnTo>
                    <a:pt x="5849984" y="515088"/>
                  </a:lnTo>
                  <a:lnTo>
                    <a:pt x="5810250" y="467729"/>
                  </a:lnTo>
                  <a:lnTo>
                    <a:pt x="5784835" y="439538"/>
                  </a:lnTo>
                  <a:lnTo>
                    <a:pt x="5736258" y="390342"/>
                  </a:lnTo>
                  <a:lnTo>
                    <a:pt x="5686054" y="346047"/>
                  </a:lnTo>
                  <a:lnTo>
                    <a:pt x="5633452" y="306407"/>
                  </a:lnTo>
                  <a:lnTo>
                    <a:pt x="5577594" y="271001"/>
                  </a:lnTo>
                  <a:lnTo>
                    <a:pt x="5517602" y="239355"/>
                  </a:lnTo>
                  <a:lnTo>
                    <a:pt x="5452654" y="211009"/>
                  </a:lnTo>
                  <a:lnTo>
                    <a:pt x="5382073" y="185558"/>
                  </a:lnTo>
                  <a:lnTo>
                    <a:pt x="5305453" y="162671"/>
                  </a:lnTo>
                  <a:lnTo>
                    <a:pt x="5222817" y="142105"/>
                  </a:lnTo>
                  <a:lnTo>
                    <a:pt x="5134810" y="123706"/>
                  </a:lnTo>
                  <a:lnTo>
                    <a:pt x="5042895" y="107406"/>
                  </a:lnTo>
                  <a:lnTo>
                    <a:pt x="4949488" y="93207"/>
                  </a:lnTo>
                  <a:lnTo>
                    <a:pt x="4857950" y="81154"/>
                  </a:lnTo>
                  <a:lnTo>
                    <a:pt x="4772334" y="71293"/>
                  </a:lnTo>
                  <a:lnTo>
                    <a:pt x="4696847" y="63619"/>
                  </a:lnTo>
                  <a:lnTo>
                    <a:pt x="4635085" y="58036"/>
                  </a:lnTo>
                  <a:lnTo>
                    <a:pt x="4589246" y="54329"/>
                  </a:lnTo>
                  <a:lnTo>
                    <a:pt x="4559560" y="52169"/>
                  </a:lnTo>
                  <a:lnTo>
                    <a:pt x="4544098" y="51154"/>
                  </a:lnTo>
                  <a:lnTo>
                    <a:pt x="4538949" y="50846"/>
                  </a:lnTo>
                  <a:lnTo>
                    <a:pt x="4538543" y="50824"/>
                  </a:lnTo>
                  <a:lnTo>
                    <a:pt x="4016409" y="50824"/>
                  </a:lnTo>
                  <a:lnTo>
                    <a:pt x="4015139" y="50822"/>
                  </a:lnTo>
                  <a:lnTo>
                    <a:pt x="4006839" y="50811"/>
                  </a:lnTo>
                  <a:lnTo>
                    <a:pt x="3986087" y="50781"/>
                  </a:lnTo>
                  <a:lnTo>
                    <a:pt x="3949428" y="50720"/>
                  </a:lnTo>
                  <a:lnTo>
                    <a:pt x="3895685" y="50621"/>
                  </a:lnTo>
                  <a:lnTo>
                    <a:pt x="3826016" y="50477"/>
                  </a:lnTo>
                  <a:lnTo>
                    <a:pt x="3743516" y="50283"/>
                  </a:lnTo>
                  <a:lnTo>
                    <a:pt x="3652445" y="50040"/>
                  </a:lnTo>
                  <a:lnTo>
                    <a:pt x="3557319" y="49747"/>
                  </a:lnTo>
                  <a:lnTo>
                    <a:pt x="3462161" y="49405"/>
                  </a:lnTo>
                  <a:lnTo>
                    <a:pt x="3370054" y="49016"/>
                  </a:lnTo>
                  <a:lnTo>
                    <a:pt x="3283014" y="48578"/>
                  </a:lnTo>
                  <a:lnTo>
                    <a:pt x="3202085" y="48089"/>
                  </a:lnTo>
                  <a:lnTo>
                    <a:pt x="3127534" y="47544"/>
                  </a:lnTo>
                  <a:lnTo>
                    <a:pt x="3059079" y="46936"/>
                  </a:lnTo>
                  <a:lnTo>
                    <a:pt x="2996081" y="46255"/>
                  </a:lnTo>
                  <a:lnTo>
                    <a:pt x="2937700" y="45493"/>
                  </a:lnTo>
                  <a:lnTo>
                    <a:pt x="2883004" y="44636"/>
                  </a:lnTo>
                  <a:lnTo>
                    <a:pt x="2831059" y="43676"/>
                  </a:lnTo>
                  <a:lnTo>
                    <a:pt x="2781007" y="42605"/>
                  </a:lnTo>
                  <a:lnTo>
                    <a:pt x="2770117" y="42353"/>
                  </a:lnTo>
                  <a:lnTo>
                    <a:pt x="2715873" y="40999"/>
                  </a:lnTo>
                  <a:lnTo>
                    <a:pt x="2662151" y="39501"/>
                  </a:lnTo>
                  <a:lnTo>
                    <a:pt x="2608364" y="37857"/>
                  </a:lnTo>
                  <a:lnTo>
                    <a:pt x="2554120" y="36072"/>
                  </a:lnTo>
                  <a:lnTo>
                    <a:pt x="2499200" y="34154"/>
                  </a:lnTo>
                  <a:lnTo>
                    <a:pt x="2443532" y="32119"/>
                  </a:lnTo>
                  <a:lnTo>
                    <a:pt x="2387171" y="29990"/>
                  </a:lnTo>
                  <a:lnTo>
                    <a:pt x="2330281" y="27794"/>
                  </a:lnTo>
                  <a:lnTo>
                    <a:pt x="2273095" y="25561"/>
                  </a:lnTo>
                  <a:lnTo>
                    <a:pt x="2215890" y="23327"/>
                  </a:lnTo>
                  <a:lnTo>
                    <a:pt x="2158945" y="21124"/>
                  </a:lnTo>
                  <a:lnTo>
                    <a:pt x="2102502" y="18984"/>
                  </a:lnTo>
                  <a:lnTo>
                    <a:pt x="2046736" y="16935"/>
                  </a:lnTo>
                  <a:lnTo>
                    <a:pt x="1991717" y="15001"/>
                  </a:lnTo>
                  <a:lnTo>
                    <a:pt x="1937392" y="13197"/>
                  </a:lnTo>
                  <a:lnTo>
                    <a:pt x="1883563" y="11534"/>
                  </a:lnTo>
                  <a:lnTo>
                    <a:pt x="1829861" y="10017"/>
                  </a:lnTo>
                  <a:lnTo>
                    <a:pt x="1775729" y="8643"/>
                  </a:lnTo>
                  <a:lnTo>
                    <a:pt x="1768425" y="8470"/>
                  </a:lnTo>
                  <a:lnTo>
                    <a:pt x="1718692" y="7374"/>
                  </a:lnTo>
                  <a:lnTo>
                    <a:pt x="1667235" y="6390"/>
                  </a:lnTo>
                  <a:lnTo>
                    <a:pt x="1613226" y="5512"/>
                  </a:lnTo>
                  <a:lnTo>
                    <a:pt x="1555742" y="4729"/>
                  </a:lnTo>
                  <a:lnTo>
                    <a:pt x="1493843" y="4032"/>
                  </a:lnTo>
                  <a:lnTo>
                    <a:pt x="1426659" y="3408"/>
                  </a:lnTo>
                  <a:lnTo>
                    <a:pt x="1353497" y="2850"/>
                  </a:lnTo>
                  <a:lnTo>
                    <a:pt x="1273978" y="2349"/>
                  </a:lnTo>
                  <a:lnTo>
                    <a:pt x="1188231" y="1900"/>
                  </a:lnTo>
                  <a:lnTo>
                    <a:pt x="1097108" y="1500"/>
                  </a:lnTo>
                  <a:lnTo>
                    <a:pt x="1002396" y="1148"/>
                  </a:lnTo>
                  <a:lnTo>
                    <a:pt x="906945" y="844"/>
                  </a:lnTo>
                  <a:lnTo>
                    <a:pt x="814595" y="590"/>
                  </a:lnTo>
                  <a:lnTo>
                    <a:pt x="729810" y="385"/>
                  </a:lnTo>
                  <a:lnTo>
                    <a:pt x="656980" y="230"/>
                  </a:lnTo>
                  <a:lnTo>
                    <a:pt x="599537" y="122"/>
                  </a:lnTo>
                  <a:lnTo>
                    <a:pt x="559116" y="54"/>
                  </a:lnTo>
                  <a:lnTo>
                    <a:pt x="535068" y="17"/>
                  </a:lnTo>
                  <a:lnTo>
                    <a:pt x="524416" y="2"/>
                  </a:lnTo>
                  <a:lnTo>
                    <a:pt x="5221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711" name="pl711"/>
            <p:cNvSpPr/>
            <p:nvPr/>
          </p:nvSpPr>
          <p:spPr>
            <a:xfrm>
              <a:off x="386606" y="547414"/>
              <a:ext cx="8554953" cy="2383106"/>
            </a:xfrm>
            <a:custGeom>
              <a:avLst/>
              <a:pathLst>
                <a:path w="8554953" h="2383106">
                  <a:moveTo>
                    <a:pt x="0" y="0"/>
                  </a:moveTo>
                  <a:lnTo>
                    <a:pt x="522133" y="0"/>
                  </a:lnTo>
                  <a:lnTo>
                    <a:pt x="523403" y="1"/>
                  </a:lnTo>
                  <a:lnTo>
                    <a:pt x="531704" y="12"/>
                  </a:lnTo>
                  <a:lnTo>
                    <a:pt x="552455" y="43"/>
                  </a:lnTo>
                  <a:lnTo>
                    <a:pt x="589114" y="104"/>
                  </a:lnTo>
                  <a:lnTo>
                    <a:pt x="642857" y="203"/>
                  </a:lnTo>
                  <a:lnTo>
                    <a:pt x="712527" y="347"/>
                  </a:lnTo>
                  <a:lnTo>
                    <a:pt x="795026" y="540"/>
                  </a:lnTo>
                  <a:lnTo>
                    <a:pt x="886097" y="784"/>
                  </a:lnTo>
                  <a:lnTo>
                    <a:pt x="981223" y="1077"/>
                  </a:lnTo>
                  <a:lnTo>
                    <a:pt x="1076381" y="1418"/>
                  </a:lnTo>
                  <a:lnTo>
                    <a:pt x="1168489" y="1808"/>
                  </a:lnTo>
                  <a:lnTo>
                    <a:pt x="1255528" y="2245"/>
                  </a:lnTo>
                  <a:lnTo>
                    <a:pt x="1336457" y="2734"/>
                  </a:lnTo>
                  <a:lnTo>
                    <a:pt x="1411008" y="3280"/>
                  </a:lnTo>
                  <a:lnTo>
                    <a:pt x="1479464" y="3888"/>
                  </a:lnTo>
                  <a:lnTo>
                    <a:pt x="1542461" y="4568"/>
                  </a:lnTo>
                  <a:lnTo>
                    <a:pt x="1600842" y="5331"/>
                  </a:lnTo>
                  <a:lnTo>
                    <a:pt x="1655538" y="6187"/>
                  </a:lnTo>
                  <a:lnTo>
                    <a:pt x="1707483" y="7147"/>
                  </a:lnTo>
                  <a:lnTo>
                    <a:pt x="1757535" y="8218"/>
                  </a:lnTo>
                  <a:lnTo>
                    <a:pt x="1768425" y="8470"/>
                  </a:lnTo>
                  <a:lnTo>
                    <a:pt x="1822669" y="9825"/>
                  </a:lnTo>
                  <a:lnTo>
                    <a:pt x="1876391" y="11323"/>
                  </a:lnTo>
                  <a:lnTo>
                    <a:pt x="1930179" y="12966"/>
                  </a:lnTo>
                  <a:lnTo>
                    <a:pt x="1984422" y="14752"/>
                  </a:lnTo>
                  <a:lnTo>
                    <a:pt x="2039342" y="16670"/>
                  </a:lnTo>
                  <a:lnTo>
                    <a:pt x="2095010" y="18704"/>
                  </a:lnTo>
                  <a:lnTo>
                    <a:pt x="2151371" y="20834"/>
                  </a:lnTo>
                  <a:lnTo>
                    <a:pt x="2208262" y="23030"/>
                  </a:lnTo>
                  <a:lnTo>
                    <a:pt x="2265447" y="25262"/>
                  </a:lnTo>
                  <a:lnTo>
                    <a:pt x="2322652" y="27497"/>
                  </a:lnTo>
                  <a:lnTo>
                    <a:pt x="2379597" y="29700"/>
                  </a:lnTo>
                  <a:lnTo>
                    <a:pt x="2436040" y="31840"/>
                  </a:lnTo>
                  <a:lnTo>
                    <a:pt x="2491807" y="33888"/>
                  </a:lnTo>
                  <a:lnTo>
                    <a:pt x="2546826" y="35823"/>
                  </a:lnTo>
                  <a:lnTo>
                    <a:pt x="2601150" y="37627"/>
                  </a:lnTo>
                  <a:lnTo>
                    <a:pt x="2654979" y="39289"/>
                  </a:lnTo>
                  <a:lnTo>
                    <a:pt x="2708681" y="40807"/>
                  </a:lnTo>
                  <a:lnTo>
                    <a:pt x="2762813" y="42180"/>
                  </a:lnTo>
                  <a:lnTo>
                    <a:pt x="2770117" y="42353"/>
                  </a:lnTo>
                  <a:lnTo>
                    <a:pt x="2819851" y="43449"/>
                  </a:lnTo>
                  <a:lnTo>
                    <a:pt x="2871307" y="44433"/>
                  </a:lnTo>
                  <a:lnTo>
                    <a:pt x="2925316" y="45312"/>
                  </a:lnTo>
                  <a:lnTo>
                    <a:pt x="2982800" y="46094"/>
                  </a:lnTo>
                  <a:lnTo>
                    <a:pt x="3044699" y="46792"/>
                  </a:lnTo>
                  <a:lnTo>
                    <a:pt x="3111883" y="47415"/>
                  </a:lnTo>
                  <a:lnTo>
                    <a:pt x="3185046" y="47974"/>
                  </a:lnTo>
                  <a:lnTo>
                    <a:pt x="3264564" y="48475"/>
                  </a:lnTo>
                  <a:lnTo>
                    <a:pt x="3350311" y="48923"/>
                  </a:lnTo>
                  <a:lnTo>
                    <a:pt x="3441434" y="49323"/>
                  </a:lnTo>
                  <a:lnTo>
                    <a:pt x="3536146" y="49675"/>
                  </a:lnTo>
                  <a:lnTo>
                    <a:pt x="3631597" y="49979"/>
                  </a:lnTo>
                  <a:lnTo>
                    <a:pt x="3723947" y="50234"/>
                  </a:lnTo>
                  <a:lnTo>
                    <a:pt x="3808732" y="50438"/>
                  </a:lnTo>
                  <a:lnTo>
                    <a:pt x="3881562" y="50593"/>
                  </a:lnTo>
                  <a:lnTo>
                    <a:pt x="3939005" y="50702"/>
                  </a:lnTo>
                  <a:lnTo>
                    <a:pt x="3979426" y="50770"/>
                  </a:lnTo>
                  <a:lnTo>
                    <a:pt x="4003475" y="50807"/>
                  </a:lnTo>
                  <a:lnTo>
                    <a:pt x="4014127" y="50821"/>
                  </a:lnTo>
                  <a:lnTo>
                    <a:pt x="4016395" y="50824"/>
                  </a:lnTo>
                  <a:lnTo>
                    <a:pt x="4016409" y="50824"/>
                  </a:lnTo>
                  <a:lnTo>
                    <a:pt x="4538543" y="50824"/>
                  </a:lnTo>
                  <a:lnTo>
                    <a:pt x="4539729" y="50891"/>
                  </a:lnTo>
                  <a:lnTo>
                    <a:pt x="4547495" y="51368"/>
                  </a:lnTo>
                  <a:lnTo>
                    <a:pt x="4566956" y="52686"/>
                  </a:lnTo>
                  <a:lnTo>
                    <a:pt x="4601450" y="55276"/>
                  </a:lnTo>
                  <a:lnTo>
                    <a:pt x="4652255" y="59524"/>
                  </a:lnTo>
                  <a:lnTo>
                    <a:pt x="4718504" y="65726"/>
                  </a:lnTo>
                  <a:lnTo>
                    <a:pt x="4797498" y="74059"/>
                  </a:lnTo>
                  <a:lnTo>
                    <a:pt x="4885367" y="84590"/>
                  </a:lnTo>
                  <a:lnTo>
                    <a:pt x="4977879" y="97302"/>
                  </a:lnTo>
                  <a:lnTo>
                    <a:pt x="5071146" y="112143"/>
                  </a:lnTo>
                  <a:lnTo>
                    <a:pt x="5162083" y="129080"/>
                  </a:lnTo>
                  <a:lnTo>
                    <a:pt x="5248569" y="148127"/>
                  </a:lnTo>
                  <a:lnTo>
                    <a:pt x="5329411" y="169379"/>
                  </a:lnTo>
                  <a:lnTo>
                    <a:pt x="5404173" y="193016"/>
                  </a:lnTo>
                  <a:lnTo>
                    <a:pt x="5472982" y="219309"/>
                  </a:lnTo>
                  <a:lnTo>
                    <a:pt x="5536342" y="248613"/>
                  </a:lnTo>
                  <a:lnTo>
                    <a:pt x="5594985" y="281352"/>
                  </a:lnTo>
                  <a:lnTo>
                    <a:pt x="5649759" y="317997"/>
                  </a:lnTo>
                  <a:lnTo>
                    <a:pt x="5701543" y="359014"/>
                  </a:lnTo>
                  <a:lnTo>
                    <a:pt x="5751177" y="404786"/>
                  </a:lnTo>
                  <a:lnTo>
                    <a:pt x="5784835" y="439538"/>
                  </a:lnTo>
                  <a:lnTo>
                    <a:pt x="5824845" y="484664"/>
                  </a:lnTo>
                  <a:lnTo>
                    <a:pt x="5864474" y="533332"/>
                  </a:lnTo>
                  <a:lnTo>
                    <a:pt x="5903989" y="585611"/>
                  </a:lnTo>
                  <a:lnTo>
                    <a:pt x="5943595" y="641506"/>
                  </a:lnTo>
                  <a:lnTo>
                    <a:pt x="5983443" y="700945"/>
                  </a:lnTo>
                  <a:lnTo>
                    <a:pt x="6023632" y="763775"/>
                  </a:lnTo>
                  <a:lnTo>
                    <a:pt x="6064215" y="829760"/>
                  </a:lnTo>
                  <a:lnTo>
                    <a:pt x="6105207" y="898576"/>
                  </a:lnTo>
                  <a:lnTo>
                    <a:pt x="6146582" y="969818"/>
                  </a:lnTo>
                  <a:lnTo>
                    <a:pt x="6188285" y="1043005"/>
                  </a:lnTo>
                  <a:lnTo>
                    <a:pt x="6230234" y="1117596"/>
                  </a:lnTo>
                  <a:lnTo>
                    <a:pt x="6272330" y="1193002"/>
                  </a:lnTo>
                  <a:lnTo>
                    <a:pt x="6314462" y="1268605"/>
                  </a:lnTo>
                  <a:lnTo>
                    <a:pt x="6356517" y="1343783"/>
                  </a:lnTo>
                  <a:lnTo>
                    <a:pt x="6398386" y="1417926"/>
                  </a:lnTo>
                  <a:lnTo>
                    <a:pt x="6439977" y="1490461"/>
                  </a:lnTo>
                  <a:lnTo>
                    <a:pt x="6481217" y="1560866"/>
                  </a:lnTo>
                  <a:lnTo>
                    <a:pt x="6522060" y="1628688"/>
                  </a:lnTo>
                  <a:lnTo>
                    <a:pt x="6562496" y="1693550"/>
                  </a:lnTo>
                  <a:lnTo>
                    <a:pt x="6602551" y="1755162"/>
                  </a:lnTo>
                  <a:lnTo>
                    <a:pt x="6642296" y="1813315"/>
                  </a:lnTo>
                  <a:lnTo>
                    <a:pt x="6681849" y="1867890"/>
                  </a:lnTo>
                  <a:lnTo>
                    <a:pt x="6721378" y="1918842"/>
                  </a:lnTo>
                  <a:lnTo>
                    <a:pt x="6761112" y="1966201"/>
                  </a:lnTo>
                  <a:lnTo>
                    <a:pt x="6786527" y="1994392"/>
                  </a:lnTo>
                  <a:lnTo>
                    <a:pt x="6835104" y="2043588"/>
                  </a:lnTo>
                  <a:lnTo>
                    <a:pt x="6885308" y="2087883"/>
                  </a:lnTo>
                  <a:lnTo>
                    <a:pt x="6937910" y="2127523"/>
                  </a:lnTo>
                  <a:lnTo>
                    <a:pt x="6993768" y="2162929"/>
                  </a:lnTo>
                  <a:lnTo>
                    <a:pt x="7053759" y="2194575"/>
                  </a:lnTo>
                  <a:lnTo>
                    <a:pt x="7118708" y="2222921"/>
                  </a:lnTo>
                  <a:lnTo>
                    <a:pt x="7189289" y="2248372"/>
                  </a:lnTo>
                  <a:lnTo>
                    <a:pt x="7265909" y="2271259"/>
                  </a:lnTo>
                  <a:lnTo>
                    <a:pt x="7348545" y="2291825"/>
                  </a:lnTo>
                  <a:lnTo>
                    <a:pt x="7436552" y="2310224"/>
                  </a:lnTo>
                  <a:lnTo>
                    <a:pt x="7528467" y="2326524"/>
                  </a:lnTo>
                  <a:lnTo>
                    <a:pt x="7621874" y="2340723"/>
                  </a:lnTo>
                  <a:lnTo>
                    <a:pt x="7713412" y="2352776"/>
                  </a:lnTo>
                  <a:lnTo>
                    <a:pt x="7799028" y="2362637"/>
                  </a:lnTo>
                  <a:lnTo>
                    <a:pt x="7874515" y="2370311"/>
                  </a:lnTo>
                  <a:lnTo>
                    <a:pt x="7936277" y="2375894"/>
                  </a:lnTo>
                  <a:lnTo>
                    <a:pt x="7982116" y="2379601"/>
                  </a:lnTo>
                  <a:lnTo>
                    <a:pt x="8011802" y="2381760"/>
                  </a:lnTo>
                  <a:lnTo>
                    <a:pt x="8027264" y="2382776"/>
                  </a:lnTo>
                  <a:lnTo>
                    <a:pt x="8032413" y="2383083"/>
                  </a:lnTo>
                  <a:lnTo>
                    <a:pt x="8032819" y="2383106"/>
                  </a:lnTo>
                  <a:lnTo>
                    <a:pt x="8554953" y="2383106"/>
                  </a:lnTo>
                  <a:lnTo>
                    <a:pt x="8554953" y="2383106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712" name="pl712"/>
            <p:cNvSpPr/>
            <p:nvPr/>
          </p:nvSpPr>
          <p:spPr>
            <a:xfrm>
              <a:off x="386606" y="513531"/>
              <a:ext cx="8554953" cy="2383106"/>
            </a:xfrm>
            <a:custGeom>
              <a:avLst/>
              <a:pathLst>
                <a:path w="8554953" h="2383106">
                  <a:moveTo>
                    <a:pt x="8554953" y="2383106"/>
                  </a:moveTo>
                  <a:lnTo>
                    <a:pt x="8032819" y="2383106"/>
                  </a:lnTo>
                  <a:lnTo>
                    <a:pt x="8031633" y="2383039"/>
                  </a:lnTo>
                  <a:lnTo>
                    <a:pt x="8023867" y="2382562"/>
                  </a:lnTo>
                  <a:lnTo>
                    <a:pt x="8004406" y="2381244"/>
                  </a:lnTo>
                  <a:lnTo>
                    <a:pt x="7969911" y="2378654"/>
                  </a:lnTo>
                  <a:lnTo>
                    <a:pt x="7919107" y="2374406"/>
                  </a:lnTo>
                  <a:lnTo>
                    <a:pt x="7852858" y="2368204"/>
                  </a:lnTo>
                  <a:lnTo>
                    <a:pt x="7773864" y="2359870"/>
                  </a:lnTo>
                  <a:lnTo>
                    <a:pt x="7685995" y="2349339"/>
                  </a:lnTo>
                  <a:lnTo>
                    <a:pt x="7593483" y="2336628"/>
                  </a:lnTo>
                  <a:lnTo>
                    <a:pt x="7500215" y="2321786"/>
                  </a:lnTo>
                  <a:lnTo>
                    <a:pt x="7409279" y="2304850"/>
                  </a:lnTo>
                  <a:lnTo>
                    <a:pt x="7322792" y="2285803"/>
                  </a:lnTo>
                  <a:lnTo>
                    <a:pt x="7241951" y="2264551"/>
                  </a:lnTo>
                  <a:lnTo>
                    <a:pt x="7167189" y="2240914"/>
                  </a:lnTo>
                  <a:lnTo>
                    <a:pt x="7098380" y="2214621"/>
                  </a:lnTo>
                  <a:lnTo>
                    <a:pt x="7035020" y="2185317"/>
                  </a:lnTo>
                  <a:lnTo>
                    <a:pt x="6976377" y="2152578"/>
                  </a:lnTo>
                  <a:lnTo>
                    <a:pt x="6921603" y="2115933"/>
                  </a:lnTo>
                  <a:lnTo>
                    <a:pt x="6869819" y="2074916"/>
                  </a:lnTo>
                  <a:lnTo>
                    <a:pt x="6820185" y="2029144"/>
                  </a:lnTo>
                  <a:lnTo>
                    <a:pt x="6786527" y="1994392"/>
                  </a:lnTo>
                  <a:lnTo>
                    <a:pt x="6746517" y="1949266"/>
                  </a:lnTo>
                  <a:lnTo>
                    <a:pt x="6706888" y="1900598"/>
                  </a:lnTo>
                  <a:lnTo>
                    <a:pt x="6667373" y="1848319"/>
                  </a:lnTo>
                  <a:lnTo>
                    <a:pt x="6627767" y="1792424"/>
                  </a:lnTo>
                  <a:lnTo>
                    <a:pt x="6587919" y="1732985"/>
                  </a:lnTo>
                  <a:lnTo>
                    <a:pt x="6547730" y="1670155"/>
                  </a:lnTo>
                  <a:lnTo>
                    <a:pt x="6507147" y="1604170"/>
                  </a:lnTo>
                  <a:lnTo>
                    <a:pt x="6466155" y="1535354"/>
                  </a:lnTo>
                  <a:lnTo>
                    <a:pt x="6424780" y="1464112"/>
                  </a:lnTo>
                  <a:lnTo>
                    <a:pt x="6383077" y="1390924"/>
                  </a:lnTo>
                  <a:lnTo>
                    <a:pt x="6341128" y="1316333"/>
                  </a:lnTo>
                  <a:lnTo>
                    <a:pt x="6299032" y="1240928"/>
                  </a:lnTo>
                  <a:lnTo>
                    <a:pt x="6256900" y="1165324"/>
                  </a:lnTo>
                  <a:lnTo>
                    <a:pt x="6214845" y="1090147"/>
                  </a:lnTo>
                  <a:lnTo>
                    <a:pt x="6172976" y="1016003"/>
                  </a:lnTo>
                  <a:lnTo>
                    <a:pt x="6131385" y="943469"/>
                  </a:lnTo>
                  <a:lnTo>
                    <a:pt x="6090145" y="873064"/>
                  </a:lnTo>
                  <a:lnTo>
                    <a:pt x="6049302" y="805242"/>
                  </a:lnTo>
                  <a:lnTo>
                    <a:pt x="6008866" y="740379"/>
                  </a:lnTo>
                  <a:lnTo>
                    <a:pt x="5968811" y="678768"/>
                  </a:lnTo>
                  <a:lnTo>
                    <a:pt x="5929066" y="620614"/>
                  </a:lnTo>
                  <a:lnTo>
                    <a:pt x="5889513" y="566040"/>
                  </a:lnTo>
                  <a:lnTo>
                    <a:pt x="5849984" y="515088"/>
                  </a:lnTo>
                  <a:lnTo>
                    <a:pt x="5810250" y="467729"/>
                  </a:lnTo>
                  <a:lnTo>
                    <a:pt x="5784835" y="439538"/>
                  </a:lnTo>
                  <a:lnTo>
                    <a:pt x="5736258" y="390342"/>
                  </a:lnTo>
                  <a:lnTo>
                    <a:pt x="5686054" y="346047"/>
                  </a:lnTo>
                  <a:lnTo>
                    <a:pt x="5633452" y="306407"/>
                  </a:lnTo>
                  <a:lnTo>
                    <a:pt x="5577594" y="271001"/>
                  </a:lnTo>
                  <a:lnTo>
                    <a:pt x="5517602" y="239355"/>
                  </a:lnTo>
                  <a:lnTo>
                    <a:pt x="5452654" y="211009"/>
                  </a:lnTo>
                  <a:lnTo>
                    <a:pt x="5382073" y="185558"/>
                  </a:lnTo>
                  <a:lnTo>
                    <a:pt x="5305453" y="162671"/>
                  </a:lnTo>
                  <a:lnTo>
                    <a:pt x="5222817" y="142105"/>
                  </a:lnTo>
                  <a:lnTo>
                    <a:pt x="5134810" y="123706"/>
                  </a:lnTo>
                  <a:lnTo>
                    <a:pt x="5042895" y="107406"/>
                  </a:lnTo>
                  <a:lnTo>
                    <a:pt x="4949488" y="93207"/>
                  </a:lnTo>
                  <a:lnTo>
                    <a:pt x="4857950" y="81154"/>
                  </a:lnTo>
                  <a:lnTo>
                    <a:pt x="4772334" y="71293"/>
                  </a:lnTo>
                  <a:lnTo>
                    <a:pt x="4696847" y="63619"/>
                  </a:lnTo>
                  <a:lnTo>
                    <a:pt x="4635085" y="58036"/>
                  </a:lnTo>
                  <a:lnTo>
                    <a:pt x="4589246" y="54329"/>
                  </a:lnTo>
                  <a:lnTo>
                    <a:pt x="4559560" y="52169"/>
                  </a:lnTo>
                  <a:lnTo>
                    <a:pt x="4544098" y="51154"/>
                  </a:lnTo>
                  <a:lnTo>
                    <a:pt x="4538949" y="50846"/>
                  </a:lnTo>
                  <a:lnTo>
                    <a:pt x="4538543" y="50824"/>
                  </a:lnTo>
                  <a:lnTo>
                    <a:pt x="4016409" y="50824"/>
                  </a:lnTo>
                  <a:lnTo>
                    <a:pt x="4015139" y="50822"/>
                  </a:lnTo>
                  <a:lnTo>
                    <a:pt x="4006839" y="50811"/>
                  </a:lnTo>
                  <a:lnTo>
                    <a:pt x="3986087" y="50781"/>
                  </a:lnTo>
                  <a:lnTo>
                    <a:pt x="3949428" y="50720"/>
                  </a:lnTo>
                  <a:lnTo>
                    <a:pt x="3895685" y="50621"/>
                  </a:lnTo>
                  <a:lnTo>
                    <a:pt x="3826016" y="50477"/>
                  </a:lnTo>
                  <a:lnTo>
                    <a:pt x="3743516" y="50283"/>
                  </a:lnTo>
                  <a:lnTo>
                    <a:pt x="3652445" y="50040"/>
                  </a:lnTo>
                  <a:lnTo>
                    <a:pt x="3557319" y="49747"/>
                  </a:lnTo>
                  <a:lnTo>
                    <a:pt x="3462161" y="49405"/>
                  </a:lnTo>
                  <a:lnTo>
                    <a:pt x="3370054" y="49016"/>
                  </a:lnTo>
                  <a:lnTo>
                    <a:pt x="3283014" y="48578"/>
                  </a:lnTo>
                  <a:lnTo>
                    <a:pt x="3202085" y="48089"/>
                  </a:lnTo>
                  <a:lnTo>
                    <a:pt x="3127534" y="47544"/>
                  </a:lnTo>
                  <a:lnTo>
                    <a:pt x="3059079" y="46936"/>
                  </a:lnTo>
                  <a:lnTo>
                    <a:pt x="2996081" y="46255"/>
                  </a:lnTo>
                  <a:lnTo>
                    <a:pt x="2937700" y="45493"/>
                  </a:lnTo>
                  <a:lnTo>
                    <a:pt x="2883004" y="44636"/>
                  </a:lnTo>
                  <a:lnTo>
                    <a:pt x="2831059" y="43676"/>
                  </a:lnTo>
                  <a:lnTo>
                    <a:pt x="2781007" y="42605"/>
                  </a:lnTo>
                  <a:lnTo>
                    <a:pt x="2770117" y="42353"/>
                  </a:lnTo>
                  <a:lnTo>
                    <a:pt x="2715873" y="40999"/>
                  </a:lnTo>
                  <a:lnTo>
                    <a:pt x="2662151" y="39501"/>
                  </a:lnTo>
                  <a:lnTo>
                    <a:pt x="2608364" y="37857"/>
                  </a:lnTo>
                  <a:lnTo>
                    <a:pt x="2554120" y="36072"/>
                  </a:lnTo>
                  <a:lnTo>
                    <a:pt x="2499200" y="34154"/>
                  </a:lnTo>
                  <a:lnTo>
                    <a:pt x="2443532" y="32119"/>
                  </a:lnTo>
                  <a:lnTo>
                    <a:pt x="2387171" y="29990"/>
                  </a:lnTo>
                  <a:lnTo>
                    <a:pt x="2330281" y="27794"/>
                  </a:lnTo>
                  <a:lnTo>
                    <a:pt x="2273095" y="25561"/>
                  </a:lnTo>
                  <a:lnTo>
                    <a:pt x="2215890" y="23327"/>
                  </a:lnTo>
                  <a:lnTo>
                    <a:pt x="2158945" y="21124"/>
                  </a:lnTo>
                  <a:lnTo>
                    <a:pt x="2102502" y="18984"/>
                  </a:lnTo>
                  <a:lnTo>
                    <a:pt x="2046736" y="16935"/>
                  </a:lnTo>
                  <a:lnTo>
                    <a:pt x="1991717" y="15001"/>
                  </a:lnTo>
                  <a:lnTo>
                    <a:pt x="1937392" y="13197"/>
                  </a:lnTo>
                  <a:lnTo>
                    <a:pt x="1883563" y="11534"/>
                  </a:lnTo>
                  <a:lnTo>
                    <a:pt x="1829861" y="10017"/>
                  </a:lnTo>
                  <a:lnTo>
                    <a:pt x="1775729" y="8643"/>
                  </a:lnTo>
                  <a:lnTo>
                    <a:pt x="1768425" y="8470"/>
                  </a:lnTo>
                  <a:lnTo>
                    <a:pt x="1718692" y="7374"/>
                  </a:lnTo>
                  <a:lnTo>
                    <a:pt x="1667235" y="6390"/>
                  </a:lnTo>
                  <a:lnTo>
                    <a:pt x="1613226" y="5512"/>
                  </a:lnTo>
                  <a:lnTo>
                    <a:pt x="1555742" y="4729"/>
                  </a:lnTo>
                  <a:lnTo>
                    <a:pt x="1493843" y="4032"/>
                  </a:lnTo>
                  <a:lnTo>
                    <a:pt x="1426659" y="3408"/>
                  </a:lnTo>
                  <a:lnTo>
                    <a:pt x="1353497" y="2850"/>
                  </a:lnTo>
                  <a:lnTo>
                    <a:pt x="1273978" y="2349"/>
                  </a:lnTo>
                  <a:lnTo>
                    <a:pt x="1188231" y="1900"/>
                  </a:lnTo>
                  <a:lnTo>
                    <a:pt x="1097108" y="1500"/>
                  </a:lnTo>
                  <a:lnTo>
                    <a:pt x="1002396" y="1148"/>
                  </a:lnTo>
                  <a:lnTo>
                    <a:pt x="906945" y="844"/>
                  </a:lnTo>
                  <a:lnTo>
                    <a:pt x="814595" y="590"/>
                  </a:lnTo>
                  <a:lnTo>
                    <a:pt x="729810" y="385"/>
                  </a:lnTo>
                  <a:lnTo>
                    <a:pt x="656980" y="230"/>
                  </a:lnTo>
                  <a:lnTo>
                    <a:pt x="599537" y="122"/>
                  </a:lnTo>
                  <a:lnTo>
                    <a:pt x="559116" y="54"/>
                  </a:lnTo>
                  <a:lnTo>
                    <a:pt x="535068" y="17"/>
                  </a:lnTo>
                  <a:lnTo>
                    <a:pt x="524416" y="2"/>
                  </a:lnTo>
                  <a:lnTo>
                    <a:pt x="522147" y="0"/>
                  </a:lnTo>
                  <a:lnTo>
                    <a:pt x="522133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713" name="pg713"/>
            <p:cNvSpPr/>
            <p:nvPr/>
          </p:nvSpPr>
          <p:spPr>
            <a:xfrm>
              <a:off x="386606" y="547414"/>
              <a:ext cx="8554953" cy="2716289"/>
            </a:xfrm>
            <a:custGeom>
              <a:avLst/>
              <a:pathLst>
                <a:path w="8554953" h="2716289">
                  <a:moveTo>
                    <a:pt x="0" y="5647"/>
                  </a:moveTo>
                  <a:lnTo>
                    <a:pt x="522133" y="5647"/>
                  </a:lnTo>
                  <a:lnTo>
                    <a:pt x="523403" y="5648"/>
                  </a:lnTo>
                  <a:lnTo>
                    <a:pt x="531704" y="5661"/>
                  </a:lnTo>
                  <a:lnTo>
                    <a:pt x="552455" y="5695"/>
                  </a:lnTo>
                  <a:lnTo>
                    <a:pt x="589113" y="5762"/>
                  </a:lnTo>
                  <a:lnTo>
                    <a:pt x="642856" y="5872"/>
                  </a:lnTo>
                  <a:lnTo>
                    <a:pt x="712525" y="6033"/>
                  </a:lnTo>
                  <a:lnTo>
                    <a:pt x="795025" y="6247"/>
                  </a:lnTo>
                  <a:lnTo>
                    <a:pt x="886095" y="6518"/>
                  </a:lnTo>
                  <a:lnTo>
                    <a:pt x="981220" y="6844"/>
                  </a:lnTo>
                  <a:lnTo>
                    <a:pt x="1076379" y="7223"/>
                  </a:lnTo>
                  <a:lnTo>
                    <a:pt x="1168486" y="7656"/>
                  </a:lnTo>
                  <a:lnTo>
                    <a:pt x="1255525" y="8142"/>
                  </a:lnTo>
                  <a:lnTo>
                    <a:pt x="1336455" y="8685"/>
                  </a:lnTo>
                  <a:lnTo>
                    <a:pt x="1411006" y="9291"/>
                  </a:lnTo>
                  <a:lnTo>
                    <a:pt x="1479461" y="9967"/>
                  </a:lnTo>
                  <a:lnTo>
                    <a:pt x="1542458" y="10723"/>
                  </a:lnTo>
                  <a:lnTo>
                    <a:pt x="1600840" y="11570"/>
                  </a:lnTo>
                  <a:lnTo>
                    <a:pt x="1655536" y="12522"/>
                  </a:lnTo>
                  <a:lnTo>
                    <a:pt x="1707481" y="13588"/>
                  </a:lnTo>
                  <a:lnTo>
                    <a:pt x="1757532" y="14778"/>
                  </a:lnTo>
                  <a:lnTo>
                    <a:pt x="1768425" y="15059"/>
                  </a:lnTo>
                  <a:lnTo>
                    <a:pt x="1822666" y="16564"/>
                  </a:lnTo>
                  <a:lnTo>
                    <a:pt x="1876384" y="18228"/>
                  </a:lnTo>
                  <a:lnTo>
                    <a:pt x="1930168" y="20054"/>
                  </a:lnTo>
                  <a:lnTo>
                    <a:pt x="1984407" y="22038"/>
                  </a:lnTo>
                  <a:lnTo>
                    <a:pt x="2039323" y="24169"/>
                  </a:lnTo>
                  <a:lnTo>
                    <a:pt x="2094988" y="26429"/>
                  </a:lnTo>
                  <a:lnTo>
                    <a:pt x="2151344" y="28794"/>
                  </a:lnTo>
                  <a:lnTo>
                    <a:pt x="2208231" y="31235"/>
                  </a:lnTo>
                  <a:lnTo>
                    <a:pt x="2265413" y="33715"/>
                  </a:lnTo>
                  <a:lnTo>
                    <a:pt x="2322614" y="36198"/>
                  </a:lnTo>
                  <a:lnTo>
                    <a:pt x="2379556" y="38645"/>
                  </a:lnTo>
                  <a:lnTo>
                    <a:pt x="2435995" y="41023"/>
                  </a:lnTo>
                  <a:lnTo>
                    <a:pt x="2491758" y="43299"/>
                  </a:lnTo>
                  <a:lnTo>
                    <a:pt x="2546774" y="45448"/>
                  </a:lnTo>
                  <a:lnTo>
                    <a:pt x="2601096" y="47453"/>
                  </a:lnTo>
                  <a:lnTo>
                    <a:pt x="2654922" y="49300"/>
                  </a:lnTo>
                  <a:lnTo>
                    <a:pt x="2708620" y="50986"/>
                  </a:lnTo>
                  <a:lnTo>
                    <a:pt x="2762748" y="52513"/>
                  </a:lnTo>
                  <a:lnTo>
                    <a:pt x="2770117" y="52706"/>
                  </a:lnTo>
                  <a:lnTo>
                    <a:pt x="2819850" y="53924"/>
                  </a:lnTo>
                  <a:lnTo>
                    <a:pt x="2871307" y="55018"/>
                  </a:lnTo>
                  <a:lnTo>
                    <a:pt x="2925315" y="55994"/>
                  </a:lnTo>
                  <a:lnTo>
                    <a:pt x="2982799" y="56863"/>
                  </a:lnTo>
                  <a:lnTo>
                    <a:pt x="3044698" y="57638"/>
                  </a:lnTo>
                  <a:lnTo>
                    <a:pt x="3111882" y="58331"/>
                  </a:lnTo>
                  <a:lnTo>
                    <a:pt x="3185044" y="58951"/>
                  </a:lnTo>
                  <a:lnTo>
                    <a:pt x="3264563" y="59508"/>
                  </a:lnTo>
                  <a:lnTo>
                    <a:pt x="3350309" y="60007"/>
                  </a:lnTo>
                  <a:lnTo>
                    <a:pt x="3441432" y="60451"/>
                  </a:lnTo>
                  <a:lnTo>
                    <a:pt x="3536143" y="60842"/>
                  </a:lnTo>
                  <a:lnTo>
                    <a:pt x="3631594" y="61180"/>
                  </a:lnTo>
                  <a:lnTo>
                    <a:pt x="3723944" y="61462"/>
                  </a:lnTo>
                  <a:lnTo>
                    <a:pt x="3808729" y="61690"/>
                  </a:lnTo>
                  <a:lnTo>
                    <a:pt x="3881559" y="61862"/>
                  </a:lnTo>
                  <a:lnTo>
                    <a:pt x="3939003" y="61982"/>
                  </a:lnTo>
                  <a:lnTo>
                    <a:pt x="3979424" y="62058"/>
                  </a:lnTo>
                  <a:lnTo>
                    <a:pt x="4003474" y="62099"/>
                  </a:lnTo>
                  <a:lnTo>
                    <a:pt x="4014126" y="62115"/>
                  </a:lnTo>
                  <a:lnTo>
                    <a:pt x="4016409" y="62118"/>
                  </a:lnTo>
                  <a:lnTo>
                    <a:pt x="4538543" y="62118"/>
                  </a:lnTo>
                  <a:lnTo>
                    <a:pt x="4539707" y="62193"/>
                  </a:lnTo>
                  <a:lnTo>
                    <a:pt x="4547330" y="62725"/>
                  </a:lnTo>
                  <a:lnTo>
                    <a:pt x="4566445" y="64196"/>
                  </a:lnTo>
                  <a:lnTo>
                    <a:pt x="4600359" y="67087"/>
                  </a:lnTo>
                  <a:lnTo>
                    <a:pt x="4650370" y="71830"/>
                  </a:lnTo>
                  <a:lnTo>
                    <a:pt x="4715688" y="78760"/>
                  </a:lnTo>
                  <a:lnTo>
                    <a:pt x="4793717" y="88080"/>
                  </a:lnTo>
                  <a:lnTo>
                    <a:pt x="4880694" y="99867"/>
                  </a:lnTo>
                  <a:lnTo>
                    <a:pt x="4972466" y="114106"/>
                  </a:lnTo>
                  <a:lnTo>
                    <a:pt x="5065187" y="130742"/>
                  </a:lnTo>
                  <a:lnTo>
                    <a:pt x="5155773" y="149732"/>
                  </a:lnTo>
                  <a:lnTo>
                    <a:pt x="5242082" y="171089"/>
                  </a:lnTo>
                  <a:lnTo>
                    <a:pt x="5322879" y="194912"/>
                  </a:lnTo>
                  <a:lnTo>
                    <a:pt x="5397686" y="221393"/>
                  </a:lnTo>
                  <a:lnTo>
                    <a:pt x="5466588" y="250826"/>
                  </a:lnTo>
                  <a:lnTo>
                    <a:pt x="5530050" y="283599"/>
                  </a:lnTo>
                  <a:lnTo>
                    <a:pt x="5588774" y="320180"/>
                  </a:lnTo>
                  <a:lnTo>
                    <a:pt x="5643584" y="361089"/>
                  </a:lnTo>
                  <a:lnTo>
                    <a:pt x="5695343" y="406853"/>
                  </a:lnTo>
                  <a:lnTo>
                    <a:pt x="5744883" y="457914"/>
                  </a:lnTo>
                  <a:lnTo>
                    <a:pt x="5784835" y="504480"/>
                  </a:lnTo>
                  <a:lnTo>
                    <a:pt x="5823006" y="553372"/>
                  </a:lnTo>
                  <a:lnTo>
                    <a:pt x="5860817" y="605924"/>
                  </a:lnTo>
                  <a:lnTo>
                    <a:pt x="5898505" y="662213"/>
                  </a:lnTo>
                  <a:lnTo>
                    <a:pt x="5936254" y="722248"/>
                  </a:lnTo>
                  <a:lnTo>
                    <a:pt x="5974201" y="785973"/>
                  </a:lnTo>
                  <a:lnTo>
                    <a:pt x="6012442" y="853253"/>
                  </a:lnTo>
                  <a:lnTo>
                    <a:pt x="6051032" y="923877"/>
                  </a:lnTo>
                  <a:lnTo>
                    <a:pt x="6089994" y="997550"/>
                  </a:lnTo>
                  <a:lnTo>
                    <a:pt x="6129317" y="1073899"/>
                  </a:lnTo>
                  <a:lnTo>
                    <a:pt x="6168962" y="1152479"/>
                  </a:lnTo>
                  <a:lnTo>
                    <a:pt x="6208869" y="1232779"/>
                  </a:lnTo>
                  <a:lnTo>
                    <a:pt x="6248957" y="1314237"/>
                  </a:lnTo>
                  <a:lnTo>
                    <a:pt x="6289134" y="1396257"/>
                  </a:lnTo>
                  <a:lnTo>
                    <a:pt x="6329302" y="1478223"/>
                  </a:lnTo>
                  <a:lnTo>
                    <a:pt x="6369365" y="1559524"/>
                  </a:lnTo>
                  <a:lnTo>
                    <a:pt x="6409232" y="1639567"/>
                  </a:lnTo>
                  <a:lnTo>
                    <a:pt x="6448826" y="1717798"/>
                  </a:lnTo>
                  <a:lnTo>
                    <a:pt x="6488088" y="1793718"/>
                  </a:lnTo>
                  <a:lnTo>
                    <a:pt x="6526986" y="1866891"/>
                  </a:lnTo>
                  <a:lnTo>
                    <a:pt x="6565514" y="1936959"/>
                  </a:lnTo>
                  <a:lnTo>
                    <a:pt x="6603700" y="2003641"/>
                  </a:lnTo>
                  <a:lnTo>
                    <a:pt x="6641605" y="2066739"/>
                  </a:lnTo>
                  <a:lnTo>
                    <a:pt x="6679332" y="2126133"/>
                  </a:lnTo>
                  <a:lnTo>
                    <a:pt x="6717027" y="2181777"/>
                  </a:lnTo>
                  <a:lnTo>
                    <a:pt x="6754882" y="2233694"/>
                  </a:lnTo>
                  <a:lnTo>
                    <a:pt x="6786527" y="2273927"/>
                  </a:lnTo>
                  <a:lnTo>
                    <a:pt x="6834787" y="2329570"/>
                  </a:lnTo>
                  <a:lnTo>
                    <a:pt x="6884649" y="2379706"/>
                  </a:lnTo>
                  <a:lnTo>
                    <a:pt x="6936866" y="2424608"/>
                  </a:lnTo>
                  <a:lnTo>
                    <a:pt x="6992282" y="2464743"/>
                  </a:lnTo>
                  <a:lnTo>
                    <a:pt x="7051756" y="2500641"/>
                  </a:lnTo>
                  <a:lnTo>
                    <a:pt x="7116099" y="2532814"/>
                  </a:lnTo>
                  <a:lnTo>
                    <a:pt x="7185981" y="2561720"/>
                  </a:lnTo>
                  <a:lnTo>
                    <a:pt x="7261815" y="2587731"/>
                  </a:lnTo>
                  <a:lnTo>
                    <a:pt x="7343603" y="2611123"/>
                  </a:lnTo>
                  <a:lnTo>
                    <a:pt x="7430750" y="2632073"/>
                  </a:lnTo>
                  <a:lnTo>
                    <a:pt x="7521877" y="2650663"/>
                  </a:lnTo>
                  <a:lnTo>
                    <a:pt x="7614679" y="2666895"/>
                  </a:lnTo>
                  <a:lnTo>
                    <a:pt x="7705922" y="2680721"/>
                  </a:lnTo>
                  <a:lnTo>
                    <a:pt x="7791669" y="2692087"/>
                  </a:lnTo>
                  <a:lnTo>
                    <a:pt x="7867778" y="2700992"/>
                  </a:lnTo>
                  <a:lnTo>
                    <a:pt x="7930631" y="2707531"/>
                  </a:lnTo>
                  <a:lnTo>
                    <a:pt x="7977902" y="2711932"/>
                  </a:lnTo>
                  <a:lnTo>
                    <a:pt x="8009148" y="2714549"/>
                  </a:lnTo>
                  <a:lnTo>
                    <a:pt x="8026022" y="2715826"/>
                  </a:lnTo>
                  <a:lnTo>
                    <a:pt x="8032148" y="2716246"/>
                  </a:lnTo>
                  <a:lnTo>
                    <a:pt x="8032819" y="2716289"/>
                  </a:lnTo>
                  <a:lnTo>
                    <a:pt x="8554953" y="2716289"/>
                  </a:lnTo>
                  <a:lnTo>
                    <a:pt x="8554953" y="2710642"/>
                  </a:lnTo>
                  <a:lnTo>
                    <a:pt x="8032819" y="2710642"/>
                  </a:lnTo>
                  <a:lnTo>
                    <a:pt x="8031655" y="2710567"/>
                  </a:lnTo>
                  <a:lnTo>
                    <a:pt x="8024032" y="2710035"/>
                  </a:lnTo>
                  <a:lnTo>
                    <a:pt x="8004917" y="2708564"/>
                  </a:lnTo>
                  <a:lnTo>
                    <a:pt x="7971003" y="2705673"/>
                  </a:lnTo>
                  <a:lnTo>
                    <a:pt x="7920992" y="2700930"/>
                  </a:lnTo>
                  <a:lnTo>
                    <a:pt x="7855674" y="2694000"/>
                  </a:lnTo>
                  <a:lnTo>
                    <a:pt x="7777645" y="2684680"/>
                  </a:lnTo>
                  <a:lnTo>
                    <a:pt x="7690668" y="2672893"/>
                  </a:lnTo>
                  <a:lnTo>
                    <a:pt x="7598896" y="2658654"/>
                  </a:lnTo>
                  <a:lnTo>
                    <a:pt x="7506175" y="2642018"/>
                  </a:lnTo>
                  <a:lnTo>
                    <a:pt x="7415589" y="2623028"/>
                  </a:lnTo>
                  <a:lnTo>
                    <a:pt x="7329280" y="2601671"/>
                  </a:lnTo>
                  <a:lnTo>
                    <a:pt x="7248483" y="2577848"/>
                  </a:lnTo>
                  <a:lnTo>
                    <a:pt x="7173676" y="2551367"/>
                  </a:lnTo>
                  <a:lnTo>
                    <a:pt x="7104774" y="2521934"/>
                  </a:lnTo>
                  <a:lnTo>
                    <a:pt x="7041312" y="2489161"/>
                  </a:lnTo>
                  <a:lnTo>
                    <a:pt x="6982588" y="2452580"/>
                  </a:lnTo>
                  <a:lnTo>
                    <a:pt x="6927778" y="2411671"/>
                  </a:lnTo>
                  <a:lnTo>
                    <a:pt x="6876019" y="2365907"/>
                  </a:lnTo>
                  <a:lnTo>
                    <a:pt x="6826479" y="2314846"/>
                  </a:lnTo>
                  <a:lnTo>
                    <a:pt x="6786527" y="2268280"/>
                  </a:lnTo>
                  <a:lnTo>
                    <a:pt x="6748356" y="2219388"/>
                  </a:lnTo>
                  <a:lnTo>
                    <a:pt x="6710545" y="2166836"/>
                  </a:lnTo>
                  <a:lnTo>
                    <a:pt x="6672857" y="2110547"/>
                  </a:lnTo>
                  <a:lnTo>
                    <a:pt x="6635108" y="2050512"/>
                  </a:lnTo>
                  <a:lnTo>
                    <a:pt x="6597161" y="1986787"/>
                  </a:lnTo>
                  <a:lnTo>
                    <a:pt x="6558920" y="1919507"/>
                  </a:lnTo>
                  <a:lnTo>
                    <a:pt x="6520330" y="1848883"/>
                  </a:lnTo>
                  <a:lnTo>
                    <a:pt x="6481368" y="1775210"/>
                  </a:lnTo>
                  <a:lnTo>
                    <a:pt x="6442045" y="1698861"/>
                  </a:lnTo>
                  <a:lnTo>
                    <a:pt x="6402400" y="1620281"/>
                  </a:lnTo>
                  <a:lnTo>
                    <a:pt x="6362493" y="1539981"/>
                  </a:lnTo>
                  <a:lnTo>
                    <a:pt x="6322405" y="1458523"/>
                  </a:lnTo>
                  <a:lnTo>
                    <a:pt x="6282228" y="1376503"/>
                  </a:lnTo>
                  <a:lnTo>
                    <a:pt x="6242060" y="1294537"/>
                  </a:lnTo>
                  <a:lnTo>
                    <a:pt x="6201997" y="1213236"/>
                  </a:lnTo>
                  <a:lnTo>
                    <a:pt x="6162130" y="1133193"/>
                  </a:lnTo>
                  <a:lnTo>
                    <a:pt x="6122536" y="1054962"/>
                  </a:lnTo>
                  <a:lnTo>
                    <a:pt x="6083273" y="979042"/>
                  </a:lnTo>
                  <a:lnTo>
                    <a:pt x="6044375" y="905869"/>
                  </a:lnTo>
                  <a:lnTo>
                    <a:pt x="6005847" y="835801"/>
                  </a:lnTo>
                  <a:lnTo>
                    <a:pt x="5967662" y="769119"/>
                  </a:lnTo>
                  <a:lnTo>
                    <a:pt x="5929757" y="706021"/>
                  </a:lnTo>
                  <a:lnTo>
                    <a:pt x="5892030" y="646627"/>
                  </a:lnTo>
                  <a:lnTo>
                    <a:pt x="5854335" y="590983"/>
                  </a:lnTo>
                  <a:lnTo>
                    <a:pt x="5816480" y="539066"/>
                  </a:lnTo>
                  <a:lnTo>
                    <a:pt x="5784835" y="498833"/>
                  </a:lnTo>
                  <a:lnTo>
                    <a:pt x="5736575" y="443190"/>
                  </a:lnTo>
                  <a:lnTo>
                    <a:pt x="5686713" y="393054"/>
                  </a:lnTo>
                  <a:lnTo>
                    <a:pt x="5634496" y="348152"/>
                  </a:lnTo>
                  <a:lnTo>
                    <a:pt x="5579080" y="308017"/>
                  </a:lnTo>
                  <a:lnTo>
                    <a:pt x="5519606" y="272119"/>
                  </a:lnTo>
                  <a:lnTo>
                    <a:pt x="5455263" y="239946"/>
                  </a:lnTo>
                  <a:lnTo>
                    <a:pt x="5385381" y="211040"/>
                  </a:lnTo>
                  <a:lnTo>
                    <a:pt x="5309547" y="185029"/>
                  </a:lnTo>
                  <a:lnTo>
                    <a:pt x="5227759" y="161637"/>
                  </a:lnTo>
                  <a:lnTo>
                    <a:pt x="5140612" y="140687"/>
                  </a:lnTo>
                  <a:lnTo>
                    <a:pt x="5049485" y="122097"/>
                  </a:lnTo>
                  <a:lnTo>
                    <a:pt x="4956683" y="105865"/>
                  </a:lnTo>
                  <a:lnTo>
                    <a:pt x="4865440" y="92039"/>
                  </a:lnTo>
                  <a:lnTo>
                    <a:pt x="4779693" y="80673"/>
                  </a:lnTo>
                  <a:lnTo>
                    <a:pt x="4703584" y="71769"/>
                  </a:lnTo>
                  <a:lnTo>
                    <a:pt x="4640731" y="65229"/>
                  </a:lnTo>
                  <a:lnTo>
                    <a:pt x="4593460" y="60828"/>
                  </a:lnTo>
                  <a:lnTo>
                    <a:pt x="4562214" y="58211"/>
                  </a:lnTo>
                  <a:lnTo>
                    <a:pt x="4545340" y="56934"/>
                  </a:lnTo>
                  <a:lnTo>
                    <a:pt x="4539214" y="56514"/>
                  </a:lnTo>
                  <a:lnTo>
                    <a:pt x="4538543" y="56471"/>
                  </a:lnTo>
                  <a:lnTo>
                    <a:pt x="4016409" y="56471"/>
                  </a:lnTo>
                  <a:lnTo>
                    <a:pt x="4015139" y="56469"/>
                  </a:lnTo>
                  <a:lnTo>
                    <a:pt x="4006839" y="56457"/>
                  </a:lnTo>
                  <a:lnTo>
                    <a:pt x="3986087" y="56423"/>
                  </a:lnTo>
                  <a:lnTo>
                    <a:pt x="3949429" y="56356"/>
                  </a:lnTo>
                  <a:lnTo>
                    <a:pt x="3895686" y="56246"/>
                  </a:lnTo>
                  <a:lnTo>
                    <a:pt x="3826017" y="56085"/>
                  </a:lnTo>
                  <a:lnTo>
                    <a:pt x="3743518" y="55870"/>
                  </a:lnTo>
                  <a:lnTo>
                    <a:pt x="3652447" y="55600"/>
                  </a:lnTo>
                  <a:lnTo>
                    <a:pt x="3557322" y="55274"/>
                  </a:lnTo>
                  <a:lnTo>
                    <a:pt x="3462163" y="54895"/>
                  </a:lnTo>
                  <a:lnTo>
                    <a:pt x="3370056" y="54462"/>
                  </a:lnTo>
                  <a:lnTo>
                    <a:pt x="3283017" y="53976"/>
                  </a:lnTo>
                  <a:lnTo>
                    <a:pt x="3202087" y="53432"/>
                  </a:lnTo>
                  <a:lnTo>
                    <a:pt x="3127536" y="52827"/>
                  </a:lnTo>
                  <a:lnTo>
                    <a:pt x="3059081" y="52151"/>
                  </a:lnTo>
                  <a:lnTo>
                    <a:pt x="2996084" y="51395"/>
                  </a:lnTo>
                  <a:lnTo>
                    <a:pt x="2937703" y="50547"/>
                  </a:lnTo>
                  <a:lnTo>
                    <a:pt x="2883006" y="49596"/>
                  </a:lnTo>
                  <a:lnTo>
                    <a:pt x="2831061" y="48530"/>
                  </a:lnTo>
                  <a:lnTo>
                    <a:pt x="2781010" y="47339"/>
                  </a:lnTo>
                  <a:lnTo>
                    <a:pt x="2770117" y="47059"/>
                  </a:lnTo>
                  <a:lnTo>
                    <a:pt x="2715877" y="45554"/>
                  </a:lnTo>
                  <a:lnTo>
                    <a:pt x="2662158" y="43890"/>
                  </a:lnTo>
                  <a:lnTo>
                    <a:pt x="2608374" y="42064"/>
                  </a:lnTo>
                  <a:lnTo>
                    <a:pt x="2554135" y="40080"/>
                  </a:lnTo>
                  <a:lnTo>
                    <a:pt x="2499219" y="37949"/>
                  </a:lnTo>
                  <a:lnTo>
                    <a:pt x="2443554" y="35689"/>
                  </a:lnTo>
                  <a:lnTo>
                    <a:pt x="2387198" y="33323"/>
                  </a:lnTo>
                  <a:lnTo>
                    <a:pt x="2330311" y="30883"/>
                  </a:lnTo>
                  <a:lnTo>
                    <a:pt x="2273129" y="28403"/>
                  </a:lnTo>
                  <a:lnTo>
                    <a:pt x="2215928" y="25920"/>
                  </a:lnTo>
                  <a:lnTo>
                    <a:pt x="2158987" y="23473"/>
                  </a:lnTo>
                  <a:lnTo>
                    <a:pt x="2102548" y="21095"/>
                  </a:lnTo>
                  <a:lnTo>
                    <a:pt x="2046784" y="18819"/>
                  </a:lnTo>
                  <a:lnTo>
                    <a:pt x="1991768" y="16670"/>
                  </a:lnTo>
                  <a:lnTo>
                    <a:pt x="1937447" y="14665"/>
                  </a:lnTo>
                  <a:lnTo>
                    <a:pt x="1883620" y="12818"/>
                  </a:lnTo>
                  <a:lnTo>
                    <a:pt x="1829923" y="11131"/>
                  </a:lnTo>
                  <a:lnTo>
                    <a:pt x="1775795" y="9605"/>
                  </a:lnTo>
                  <a:lnTo>
                    <a:pt x="1768425" y="9411"/>
                  </a:lnTo>
                  <a:lnTo>
                    <a:pt x="1718692" y="8194"/>
                  </a:lnTo>
                  <a:lnTo>
                    <a:pt x="1667235" y="7100"/>
                  </a:lnTo>
                  <a:lnTo>
                    <a:pt x="1613227" y="6124"/>
                  </a:lnTo>
                  <a:lnTo>
                    <a:pt x="1555743" y="5255"/>
                  </a:lnTo>
                  <a:lnTo>
                    <a:pt x="1493844" y="4480"/>
                  </a:lnTo>
                  <a:lnTo>
                    <a:pt x="1426661" y="3787"/>
                  </a:lnTo>
                  <a:lnTo>
                    <a:pt x="1353498" y="3167"/>
                  </a:lnTo>
                  <a:lnTo>
                    <a:pt x="1273980" y="2610"/>
                  </a:lnTo>
                  <a:lnTo>
                    <a:pt x="1188233" y="2111"/>
                  </a:lnTo>
                  <a:lnTo>
                    <a:pt x="1097110" y="1667"/>
                  </a:lnTo>
                  <a:lnTo>
                    <a:pt x="1002399" y="1276"/>
                  </a:lnTo>
                  <a:lnTo>
                    <a:pt x="906948" y="938"/>
                  </a:lnTo>
                  <a:lnTo>
                    <a:pt x="814598" y="655"/>
                  </a:lnTo>
                  <a:lnTo>
                    <a:pt x="729813" y="428"/>
                  </a:lnTo>
                  <a:lnTo>
                    <a:pt x="656983" y="256"/>
                  </a:lnTo>
                  <a:lnTo>
                    <a:pt x="599539" y="135"/>
                  </a:lnTo>
                  <a:lnTo>
                    <a:pt x="559118" y="60"/>
                  </a:lnTo>
                  <a:lnTo>
                    <a:pt x="535068" y="19"/>
                  </a:lnTo>
                  <a:lnTo>
                    <a:pt x="524416" y="3"/>
                  </a:lnTo>
                  <a:lnTo>
                    <a:pt x="5221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714" name="pl714"/>
            <p:cNvSpPr/>
            <p:nvPr/>
          </p:nvSpPr>
          <p:spPr>
            <a:xfrm>
              <a:off x="386606" y="553062"/>
              <a:ext cx="8554953" cy="2710642"/>
            </a:xfrm>
            <a:custGeom>
              <a:avLst/>
              <a:pathLst>
                <a:path w="8554953" h="2710642">
                  <a:moveTo>
                    <a:pt x="0" y="0"/>
                  </a:moveTo>
                  <a:lnTo>
                    <a:pt x="522133" y="0"/>
                  </a:lnTo>
                  <a:lnTo>
                    <a:pt x="523403" y="1"/>
                  </a:lnTo>
                  <a:lnTo>
                    <a:pt x="531704" y="14"/>
                  </a:lnTo>
                  <a:lnTo>
                    <a:pt x="552455" y="48"/>
                  </a:lnTo>
                  <a:lnTo>
                    <a:pt x="589113" y="115"/>
                  </a:lnTo>
                  <a:lnTo>
                    <a:pt x="642856" y="225"/>
                  </a:lnTo>
                  <a:lnTo>
                    <a:pt x="712525" y="386"/>
                  </a:lnTo>
                  <a:lnTo>
                    <a:pt x="795025" y="600"/>
                  </a:lnTo>
                  <a:lnTo>
                    <a:pt x="886095" y="871"/>
                  </a:lnTo>
                  <a:lnTo>
                    <a:pt x="981220" y="1197"/>
                  </a:lnTo>
                  <a:lnTo>
                    <a:pt x="1076379" y="1576"/>
                  </a:lnTo>
                  <a:lnTo>
                    <a:pt x="1168486" y="2008"/>
                  </a:lnTo>
                  <a:lnTo>
                    <a:pt x="1255525" y="2495"/>
                  </a:lnTo>
                  <a:lnTo>
                    <a:pt x="1336455" y="3038"/>
                  </a:lnTo>
                  <a:lnTo>
                    <a:pt x="1411006" y="3644"/>
                  </a:lnTo>
                  <a:lnTo>
                    <a:pt x="1479461" y="4320"/>
                  </a:lnTo>
                  <a:lnTo>
                    <a:pt x="1542458" y="5076"/>
                  </a:lnTo>
                  <a:lnTo>
                    <a:pt x="1600840" y="5923"/>
                  </a:lnTo>
                  <a:lnTo>
                    <a:pt x="1655536" y="6875"/>
                  </a:lnTo>
                  <a:lnTo>
                    <a:pt x="1707481" y="7941"/>
                  </a:lnTo>
                  <a:lnTo>
                    <a:pt x="1757532" y="9131"/>
                  </a:lnTo>
                  <a:lnTo>
                    <a:pt x="1768425" y="9411"/>
                  </a:lnTo>
                  <a:lnTo>
                    <a:pt x="1822666" y="10916"/>
                  </a:lnTo>
                  <a:lnTo>
                    <a:pt x="1876384" y="12581"/>
                  </a:lnTo>
                  <a:lnTo>
                    <a:pt x="1930168" y="14407"/>
                  </a:lnTo>
                  <a:lnTo>
                    <a:pt x="1984407" y="16391"/>
                  </a:lnTo>
                  <a:lnTo>
                    <a:pt x="2039323" y="18521"/>
                  </a:lnTo>
                  <a:lnTo>
                    <a:pt x="2094988" y="20782"/>
                  </a:lnTo>
                  <a:lnTo>
                    <a:pt x="2151344" y="23147"/>
                  </a:lnTo>
                  <a:lnTo>
                    <a:pt x="2208231" y="25588"/>
                  </a:lnTo>
                  <a:lnTo>
                    <a:pt x="2265413" y="28068"/>
                  </a:lnTo>
                  <a:lnTo>
                    <a:pt x="2322614" y="30550"/>
                  </a:lnTo>
                  <a:lnTo>
                    <a:pt x="2379556" y="32998"/>
                  </a:lnTo>
                  <a:lnTo>
                    <a:pt x="2435995" y="35376"/>
                  </a:lnTo>
                  <a:lnTo>
                    <a:pt x="2491758" y="37652"/>
                  </a:lnTo>
                  <a:lnTo>
                    <a:pt x="2546774" y="39801"/>
                  </a:lnTo>
                  <a:lnTo>
                    <a:pt x="2601096" y="41805"/>
                  </a:lnTo>
                  <a:lnTo>
                    <a:pt x="2654922" y="43653"/>
                  </a:lnTo>
                  <a:lnTo>
                    <a:pt x="2708620" y="45339"/>
                  </a:lnTo>
                  <a:lnTo>
                    <a:pt x="2762748" y="46865"/>
                  </a:lnTo>
                  <a:lnTo>
                    <a:pt x="2770117" y="47059"/>
                  </a:lnTo>
                  <a:lnTo>
                    <a:pt x="2819850" y="48277"/>
                  </a:lnTo>
                  <a:lnTo>
                    <a:pt x="2871307" y="49370"/>
                  </a:lnTo>
                  <a:lnTo>
                    <a:pt x="2925315" y="50346"/>
                  </a:lnTo>
                  <a:lnTo>
                    <a:pt x="2982799" y="51216"/>
                  </a:lnTo>
                  <a:lnTo>
                    <a:pt x="3044698" y="51991"/>
                  </a:lnTo>
                  <a:lnTo>
                    <a:pt x="3111882" y="52683"/>
                  </a:lnTo>
                  <a:lnTo>
                    <a:pt x="3185044" y="53304"/>
                  </a:lnTo>
                  <a:lnTo>
                    <a:pt x="3264563" y="53861"/>
                  </a:lnTo>
                  <a:lnTo>
                    <a:pt x="3350309" y="54359"/>
                  </a:lnTo>
                  <a:lnTo>
                    <a:pt x="3441432" y="54804"/>
                  </a:lnTo>
                  <a:lnTo>
                    <a:pt x="3536143" y="55195"/>
                  </a:lnTo>
                  <a:lnTo>
                    <a:pt x="3631594" y="55532"/>
                  </a:lnTo>
                  <a:lnTo>
                    <a:pt x="3723944" y="55815"/>
                  </a:lnTo>
                  <a:lnTo>
                    <a:pt x="3808729" y="56042"/>
                  </a:lnTo>
                  <a:lnTo>
                    <a:pt x="3881559" y="56215"/>
                  </a:lnTo>
                  <a:lnTo>
                    <a:pt x="3939003" y="56335"/>
                  </a:lnTo>
                  <a:lnTo>
                    <a:pt x="3979424" y="56411"/>
                  </a:lnTo>
                  <a:lnTo>
                    <a:pt x="4003474" y="56452"/>
                  </a:lnTo>
                  <a:lnTo>
                    <a:pt x="4014126" y="56468"/>
                  </a:lnTo>
                  <a:lnTo>
                    <a:pt x="4016395" y="56471"/>
                  </a:lnTo>
                  <a:lnTo>
                    <a:pt x="4016409" y="56471"/>
                  </a:lnTo>
                  <a:lnTo>
                    <a:pt x="4538543" y="56471"/>
                  </a:lnTo>
                  <a:lnTo>
                    <a:pt x="4539707" y="56546"/>
                  </a:lnTo>
                  <a:lnTo>
                    <a:pt x="4547330" y="57078"/>
                  </a:lnTo>
                  <a:lnTo>
                    <a:pt x="4566445" y="58549"/>
                  </a:lnTo>
                  <a:lnTo>
                    <a:pt x="4600359" y="61439"/>
                  </a:lnTo>
                  <a:lnTo>
                    <a:pt x="4650370" y="66183"/>
                  </a:lnTo>
                  <a:lnTo>
                    <a:pt x="4715688" y="73113"/>
                  </a:lnTo>
                  <a:lnTo>
                    <a:pt x="4793717" y="82433"/>
                  </a:lnTo>
                  <a:lnTo>
                    <a:pt x="4880694" y="94220"/>
                  </a:lnTo>
                  <a:lnTo>
                    <a:pt x="4972466" y="108459"/>
                  </a:lnTo>
                  <a:lnTo>
                    <a:pt x="5065187" y="125095"/>
                  </a:lnTo>
                  <a:lnTo>
                    <a:pt x="5155773" y="144085"/>
                  </a:lnTo>
                  <a:lnTo>
                    <a:pt x="5242082" y="165442"/>
                  </a:lnTo>
                  <a:lnTo>
                    <a:pt x="5322879" y="189264"/>
                  </a:lnTo>
                  <a:lnTo>
                    <a:pt x="5397686" y="215745"/>
                  </a:lnTo>
                  <a:lnTo>
                    <a:pt x="5466588" y="245179"/>
                  </a:lnTo>
                  <a:lnTo>
                    <a:pt x="5530050" y="277952"/>
                  </a:lnTo>
                  <a:lnTo>
                    <a:pt x="5588774" y="314533"/>
                  </a:lnTo>
                  <a:lnTo>
                    <a:pt x="5643584" y="355442"/>
                  </a:lnTo>
                  <a:lnTo>
                    <a:pt x="5695343" y="401205"/>
                  </a:lnTo>
                  <a:lnTo>
                    <a:pt x="5744883" y="452267"/>
                  </a:lnTo>
                  <a:lnTo>
                    <a:pt x="5784835" y="498833"/>
                  </a:lnTo>
                  <a:lnTo>
                    <a:pt x="5823006" y="547724"/>
                  </a:lnTo>
                  <a:lnTo>
                    <a:pt x="5860817" y="600277"/>
                  </a:lnTo>
                  <a:lnTo>
                    <a:pt x="5898505" y="656565"/>
                  </a:lnTo>
                  <a:lnTo>
                    <a:pt x="5936254" y="716601"/>
                  </a:lnTo>
                  <a:lnTo>
                    <a:pt x="5974201" y="780325"/>
                  </a:lnTo>
                  <a:lnTo>
                    <a:pt x="6012442" y="847606"/>
                  </a:lnTo>
                  <a:lnTo>
                    <a:pt x="6051032" y="918230"/>
                  </a:lnTo>
                  <a:lnTo>
                    <a:pt x="6089994" y="991903"/>
                  </a:lnTo>
                  <a:lnTo>
                    <a:pt x="6129317" y="1068252"/>
                  </a:lnTo>
                  <a:lnTo>
                    <a:pt x="6168962" y="1146832"/>
                  </a:lnTo>
                  <a:lnTo>
                    <a:pt x="6208869" y="1227131"/>
                  </a:lnTo>
                  <a:lnTo>
                    <a:pt x="6248957" y="1308590"/>
                  </a:lnTo>
                  <a:lnTo>
                    <a:pt x="6289134" y="1390609"/>
                  </a:lnTo>
                  <a:lnTo>
                    <a:pt x="6329302" y="1472576"/>
                  </a:lnTo>
                  <a:lnTo>
                    <a:pt x="6369365" y="1553877"/>
                  </a:lnTo>
                  <a:lnTo>
                    <a:pt x="6409232" y="1633920"/>
                  </a:lnTo>
                  <a:lnTo>
                    <a:pt x="6448826" y="1712151"/>
                  </a:lnTo>
                  <a:lnTo>
                    <a:pt x="6488088" y="1788070"/>
                  </a:lnTo>
                  <a:lnTo>
                    <a:pt x="6526986" y="1861244"/>
                  </a:lnTo>
                  <a:lnTo>
                    <a:pt x="6565514" y="1931312"/>
                  </a:lnTo>
                  <a:lnTo>
                    <a:pt x="6603700" y="1997994"/>
                  </a:lnTo>
                  <a:lnTo>
                    <a:pt x="6641605" y="2061092"/>
                  </a:lnTo>
                  <a:lnTo>
                    <a:pt x="6679332" y="2120486"/>
                  </a:lnTo>
                  <a:lnTo>
                    <a:pt x="6717027" y="2176130"/>
                  </a:lnTo>
                  <a:lnTo>
                    <a:pt x="6754882" y="2228046"/>
                  </a:lnTo>
                  <a:lnTo>
                    <a:pt x="6786527" y="2268280"/>
                  </a:lnTo>
                  <a:lnTo>
                    <a:pt x="6834787" y="2323923"/>
                  </a:lnTo>
                  <a:lnTo>
                    <a:pt x="6884649" y="2374059"/>
                  </a:lnTo>
                  <a:lnTo>
                    <a:pt x="6936866" y="2418961"/>
                  </a:lnTo>
                  <a:lnTo>
                    <a:pt x="6992282" y="2459096"/>
                  </a:lnTo>
                  <a:lnTo>
                    <a:pt x="7051756" y="2494993"/>
                  </a:lnTo>
                  <a:lnTo>
                    <a:pt x="7116099" y="2527167"/>
                  </a:lnTo>
                  <a:lnTo>
                    <a:pt x="7185981" y="2556073"/>
                  </a:lnTo>
                  <a:lnTo>
                    <a:pt x="7261815" y="2582084"/>
                  </a:lnTo>
                  <a:lnTo>
                    <a:pt x="7343603" y="2605476"/>
                  </a:lnTo>
                  <a:lnTo>
                    <a:pt x="7430750" y="2626426"/>
                  </a:lnTo>
                  <a:lnTo>
                    <a:pt x="7521877" y="2645016"/>
                  </a:lnTo>
                  <a:lnTo>
                    <a:pt x="7614679" y="2661248"/>
                  </a:lnTo>
                  <a:lnTo>
                    <a:pt x="7705922" y="2675073"/>
                  </a:lnTo>
                  <a:lnTo>
                    <a:pt x="7791669" y="2686440"/>
                  </a:lnTo>
                  <a:lnTo>
                    <a:pt x="7867778" y="2695344"/>
                  </a:lnTo>
                  <a:lnTo>
                    <a:pt x="7930631" y="2701884"/>
                  </a:lnTo>
                  <a:lnTo>
                    <a:pt x="7977902" y="2706285"/>
                  </a:lnTo>
                  <a:lnTo>
                    <a:pt x="8009148" y="2708902"/>
                  </a:lnTo>
                  <a:lnTo>
                    <a:pt x="8026022" y="2710178"/>
                  </a:lnTo>
                  <a:lnTo>
                    <a:pt x="8032148" y="2710599"/>
                  </a:lnTo>
                  <a:lnTo>
                    <a:pt x="8032819" y="2710642"/>
                  </a:lnTo>
                  <a:lnTo>
                    <a:pt x="8554953" y="2710642"/>
                  </a:lnTo>
                  <a:lnTo>
                    <a:pt x="8554953" y="2710642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715" name="pl715"/>
            <p:cNvSpPr/>
            <p:nvPr/>
          </p:nvSpPr>
          <p:spPr>
            <a:xfrm>
              <a:off x="386606" y="547414"/>
              <a:ext cx="8554953" cy="2710642"/>
            </a:xfrm>
            <a:custGeom>
              <a:avLst/>
              <a:pathLst>
                <a:path w="8554953" h="2710642">
                  <a:moveTo>
                    <a:pt x="8554953" y="2710642"/>
                  </a:moveTo>
                  <a:lnTo>
                    <a:pt x="8032819" y="2710642"/>
                  </a:lnTo>
                  <a:lnTo>
                    <a:pt x="8031655" y="2710567"/>
                  </a:lnTo>
                  <a:lnTo>
                    <a:pt x="8024032" y="2710035"/>
                  </a:lnTo>
                  <a:lnTo>
                    <a:pt x="8004917" y="2708564"/>
                  </a:lnTo>
                  <a:lnTo>
                    <a:pt x="7971003" y="2705673"/>
                  </a:lnTo>
                  <a:lnTo>
                    <a:pt x="7920992" y="2700930"/>
                  </a:lnTo>
                  <a:lnTo>
                    <a:pt x="7855674" y="2694000"/>
                  </a:lnTo>
                  <a:lnTo>
                    <a:pt x="7777645" y="2684680"/>
                  </a:lnTo>
                  <a:lnTo>
                    <a:pt x="7690668" y="2672893"/>
                  </a:lnTo>
                  <a:lnTo>
                    <a:pt x="7598896" y="2658654"/>
                  </a:lnTo>
                  <a:lnTo>
                    <a:pt x="7506175" y="2642018"/>
                  </a:lnTo>
                  <a:lnTo>
                    <a:pt x="7415589" y="2623028"/>
                  </a:lnTo>
                  <a:lnTo>
                    <a:pt x="7329280" y="2601671"/>
                  </a:lnTo>
                  <a:lnTo>
                    <a:pt x="7248483" y="2577848"/>
                  </a:lnTo>
                  <a:lnTo>
                    <a:pt x="7173676" y="2551367"/>
                  </a:lnTo>
                  <a:lnTo>
                    <a:pt x="7104774" y="2521934"/>
                  </a:lnTo>
                  <a:lnTo>
                    <a:pt x="7041312" y="2489161"/>
                  </a:lnTo>
                  <a:lnTo>
                    <a:pt x="6982588" y="2452580"/>
                  </a:lnTo>
                  <a:lnTo>
                    <a:pt x="6927778" y="2411671"/>
                  </a:lnTo>
                  <a:lnTo>
                    <a:pt x="6876019" y="2365907"/>
                  </a:lnTo>
                  <a:lnTo>
                    <a:pt x="6826479" y="2314846"/>
                  </a:lnTo>
                  <a:lnTo>
                    <a:pt x="6786527" y="2268280"/>
                  </a:lnTo>
                  <a:lnTo>
                    <a:pt x="6748356" y="2219388"/>
                  </a:lnTo>
                  <a:lnTo>
                    <a:pt x="6710545" y="2166836"/>
                  </a:lnTo>
                  <a:lnTo>
                    <a:pt x="6672857" y="2110547"/>
                  </a:lnTo>
                  <a:lnTo>
                    <a:pt x="6635108" y="2050512"/>
                  </a:lnTo>
                  <a:lnTo>
                    <a:pt x="6597161" y="1986787"/>
                  </a:lnTo>
                  <a:lnTo>
                    <a:pt x="6558920" y="1919507"/>
                  </a:lnTo>
                  <a:lnTo>
                    <a:pt x="6520330" y="1848883"/>
                  </a:lnTo>
                  <a:lnTo>
                    <a:pt x="6481368" y="1775210"/>
                  </a:lnTo>
                  <a:lnTo>
                    <a:pt x="6442045" y="1698861"/>
                  </a:lnTo>
                  <a:lnTo>
                    <a:pt x="6402400" y="1620281"/>
                  </a:lnTo>
                  <a:lnTo>
                    <a:pt x="6362493" y="1539981"/>
                  </a:lnTo>
                  <a:lnTo>
                    <a:pt x="6322405" y="1458523"/>
                  </a:lnTo>
                  <a:lnTo>
                    <a:pt x="6282228" y="1376503"/>
                  </a:lnTo>
                  <a:lnTo>
                    <a:pt x="6242060" y="1294537"/>
                  </a:lnTo>
                  <a:lnTo>
                    <a:pt x="6201997" y="1213236"/>
                  </a:lnTo>
                  <a:lnTo>
                    <a:pt x="6162130" y="1133193"/>
                  </a:lnTo>
                  <a:lnTo>
                    <a:pt x="6122536" y="1054962"/>
                  </a:lnTo>
                  <a:lnTo>
                    <a:pt x="6083273" y="979042"/>
                  </a:lnTo>
                  <a:lnTo>
                    <a:pt x="6044375" y="905869"/>
                  </a:lnTo>
                  <a:lnTo>
                    <a:pt x="6005847" y="835801"/>
                  </a:lnTo>
                  <a:lnTo>
                    <a:pt x="5967662" y="769119"/>
                  </a:lnTo>
                  <a:lnTo>
                    <a:pt x="5929757" y="706021"/>
                  </a:lnTo>
                  <a:lnTo>
                    <a:pt x="5892030" y="646627"/>
                  </a:lnTo>
                  <a:lnTo>
                    <a:pt x="5854335" y="590983"/>
                  </a:lnTo>
                  <a:lnTo>
                    <a:pt x="5816480" y="539066"/>
                  </a:lnTo>
                  <a:lnTo>
                    <a:pt x="5784835" y="498833"/>
                  </a:lnTo>
                  <a:lnTo>
                    <a:pt x="5736575" y="443190"/>
                  </a:lnTo>
                  <a:lnTo>
                    <a:pt x="5686713" y="393054"/>
                  </a:lnTo>
                  <a:lnTo>
                    <a:pt x="5634496" y="348152"/>
                  </a:lnTo>
                  <a:lnTo>
                    <a:pt x="5579080" y="308017"/>
                  </a:lnTo>
                  <a:lnTo>
                    <a:pt x="5519606" y="272119"/>
                  </a:lnTo>
                  <a:lnTo>
                    <a:pt x="5455263" y="239946"/>
                  </a:lnTo>
                  <a:lnTo>
                    <a:pt x="5385381" y="211040"/>
                  </a:lnTo>
                  <a:lnTo>
                    <a:pt x="5309547" y="185029"/>
                  </a:lnTo>
                  <a:lnTo>
                    <a:pt x="5227759" y="161637"/>
                  </a:lnTo>
                  <a:lnTo>
                    <a:pt x="5140612" y="140687"/>
                  </a:lnTo>
                  <a:lnTo>
                    <a:pt x="5049485" y="122097"/>
                  </a:lnTo>
                  <a:lnTo>
                    <a:pt x="4956683" y="105865"/>
                  </a:lnTo>
                  <a:lnTo>
                    <a:pt x="4865440" y="92039"/>
                  </a:lnTo>
                  <a:lnTo>
                    <a:pt x="4779693" y="80673"/>
                  </a:lnTo>
                  <a:lnTo>
                    <a:pt x="4703584" y="71769"/>
                  </a:lnTo>
                  <a:lnTo>
                    <a:pt x="4640731" y="65229"/>
                  </a:lnTo>
                  <a:lnTo>
                    <a:pt x="4593460" y="60828"/>
                  </a:lnTo>
                  <a:lnTo>
                    <a:pt x="4562214" y="58211"/>
                  </a:lnTo>
                  <a:lnTo>
                    <a:pt x="4545340" y="56934"/>
                  </a:lnTo>
                  <a:lnTo>
                    <a:pt x="4539214" y="56514"/>
                  </a:lnTo>
                  <a:lnTo>
                    <a:pt x="4538543" y="56471"/>
                  </a:lnTo>
                  <a:lnTo>
                    <a:pt x="4016409" y="56471"/>
                  </a:lnTo>
                  <a:lnTo>
                    <a:pt x="4015139" y="56469"/>
                  </a:lnTo>
                  <a:lnTo>
                    <a:pt x="4006839" y="56457"/>
                  </a:lnTo>
                  <a:lnTo>
                    <a:pt x="3986087" y="56423"/>
                  </a:lnTo>
                  <a:lnTo>
                    <a:pt x="3949429" y="56356"/>
                  </a:lnTo>
                  <a:lnTo>
                    <a:pt x="3895686" y="56246"/>
                  </a:lnTo>
                  <a:lnTo>
                    <a:pt x="3826017" y="56085"/>
                  </a:lnTo>
                  <a:lnTo>
                    <a:pt x="3743518" y="55870"/>
                  </a:lnTo>
                  <a:lnTo>
                    <a:pt x="3652447" y="55600"/>
                  </a:lnTo>
                  <a:lnTo>
                    <a:pt x="3557322" y="55274"/>
                  </a:lnTo>
                  <a:lnTo>
                    <a:pt x="3462163" y="54895"/>
                  </a:lnTo>
                  <a:lnTo>
                    <a:pt x="3370056" y="54462"/>
                  </a:lnTo>
                  <a:lnTo>
                    <a:pt x="3283017" y="53976"/>
                  </a:lnTo>
                  <a:lnTo>
                    <a:pt x="3202087" y="53432"/>
                  </a:lnTo>
                  <a:lnTo>
                    <a:pt x="3127536" y="52827"/>
                  </a:lnTo>
                  <a:lnTo>
                    <a:pt x="3059081" y="52151"/>
                  </a:lnTo>
                  <a:lnTo>
                    <a:pt x="2996084" y="51395"/>
                  </a:lnTo>
                  <a:lnTo>
                    <a:pt x="2937703" y="50547"/>
                  </a:lnTo>
                  <a:lnTo>
                    <a:pt x="2883006" y="49596"/>
                  </a:lnTo>
                  <a:lnTo>
                    <a:pt x="2831061" y="48530"/>
                  </a:lnTo>
                  <a:lnTo>
                    <a:pt x="2781010" y="47339"/>
                  </a:lnTo>
                  <a:lnTo>
                    <a:pt x="2770117" y="47059"/>
                  </a:lnTo>
                  <a:lnTo>
                    <a:pt x="2715877" y="45554"/>
                  </a:lnTo>
                  <a:lnTo>
                    <a:pt x="2662158" y="43890"/>
                  </a:lnTo>
                  <a:lnTo>
                    <a:pt x="2608374" y="42064"/>
                  </a:lnTo>
                  <a:lnTo>
                    <a:pt x="2554135" y="40080"/>
                  </a:lnTo>
                  <a:lnTo>
                    <a:pt x="2499219" y="37949"/>
                  </a:lnTo>
                  <a:lnTo>
                    <a:pt x="2443554" y="35689"/>
                  </a:lnTo>
                  <a:lnTo>
                    <a:pt x="2387198" y="33323"/>
                  </a:lnTo>
                  <a:lnTo>
                    <a:pt x="2330311" y="30883"/>
                  </a:lnTo>
                  <a:lnTo>
                    <a:pt x="2273129" y="28403"/>
                  </a:lnTo>
                  <a:lnTo>
                    <a:pt x="2215928" y="25920"/>
                  </a:lnTo>
                  <a:lnTo>
                    <a:pt x="2158987" y="23473"/>
                  </a:lnTo>
                  <a:lnTo>
                    <a:pt x="2102548" y="21095"/>
                  </a:lnTo>
                  <a:lnTo>
                    <a:pt x="2046784" y="18819"/>
                  </a:lnTo>
                  <a:lnTo>
                    <a:pt x="1991768" y="16670"/>
                  </a:lnTo>
                  <a:lnTo>
                    <a:pt x="1937447" y="14665"/>
                  </a:lnTo>
                  <a:lnTo>
                    <a:pt x="1883620" y="12818"/>
                  </a:lnTo>
                  <a:lnTo>
                    <a:pt x="1829923" y="11131"/>
                  </a:lnTo>
                  <a:lnTo>
                    <a:pt x="1775795" y="9605"/>
                  </a:lnTo>
                  <a:lnTo>
                    <a:pt x="1768425" y="9411"/>
                  </a:lnTo>
                  <a:lnTo>
                    <a:pt x="1718692" y="8194"/>
                  </a:lnTo>
                  <a:lnTo>
                    <a:pt x="1667235" y="7100"/>
                  </a:lnTo>
                  <a:lnTo>
                    <a:pt x="1613227" y="6124"/>
                  </a:lnTo>
                  <a:lnTo>
                    <a:pt x="1555743" y="5255"/>
                  </a:lnTo>
                  <a:lnTo>
                    <a:pt x="1493844" y="4480"/>
                  </a:lnTo>
                  <a:lnTo>
                    <a:pt x="1426661" y="3787"/>
                  </a:lnTo>
                  <a:lnTo>
                    <a:pt x="1353498" y="3167"/>
                  </a:lnTo>
                  <a:lnTo>
                    <a:pt x="1273980" y="2610"/>
                  </a:lnTo>
                  <a:lnTo>
                    <a:pt x="1188233" y="2111"/>
                  </a:lnTo>
                  <a:lnTo>
                    <a:pt x="1097110" y="1667"/>
                  </a:lnTo>
                  <a:lnTo>
                    <a:pt x="1002399" y="1276"/>
                  </a:lnTo>
                  <a:lnTo>
                    <a:pt x="906948" y="938"/>
                  </a:lnTo>
                  <a:lnTo>
                    <a:pt x="814598" y="655"/>
                  </a:lnTo>
                  <a:lnTo>
                    <a:pt x="729813" y="428"/>
                  </a:lnTo>
                  <a:lnTo>
                    <a:pt x="656983" y="256"/>
                  </a:lnTo>
                  <a:lnTo>
                    <a:pt x="599539" y="135"/>
                  </a:lnTo>
                  <a:lnTo>
                    <a:pt x="559118" y="60"/>
                  </a:lnTo>
                  <a:lnTo>
                    <a:pt x="535068" y="19"/>
                  </a:lnTo>
                  <a:lnTo>
                    <a:pt x="524416" y="3"/>
                  </a:lnTo>
                  <a:lnTo>
                    <a:pt x="522147" y="0"/>
                  </a:lnTo>
                  <a:lnTo>
                    <a:pt x="522133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716" name="pg716"/>
            <p:cNvSpPr/>
            <p:nvPr/>
          </p:nvSpPr>
          <p:spPr>
            <a:xfrm>
              <a:off x="386606" y="553062"/>
              <a:ext cx="8554953" cy="3038178"/>
            </a:xfrm>
            <a:custGeom>
              <a:avLst/>
              <a:pathLst>
                <a:path w="8554953" h="3038178">
                  <a:moveTo>
                    <a:pt x="0" y="33883"/>
                  </a:moveTo>
                  <a:lnTo>
                    <a:pt x="522133" y="33883"/>
                  </a:lnTo>
                  <a:lnTo>
                    <a:pt x="523403" y="33884"/>
                  </a:lnTo>
                  <a:lnTo>
                    <a:pt x="531703" y="33898"/>
                  </a:lnTo>
                  <a:lnTo>
                    <a:pt x="552455" y="33936"/>
                  </a:lnTo>
                  <a:lnTo>
                    <a:pt x="589113" y="34010"/>
                  </a:lnTo>
                  <a:lnTo>
                    <a:pt x="642855" y="34131"/>
                  </a:lnTo>
                  <a:lnTo>
                    <a:pt x="712524" y="34307"/>
                  </a:lnTo>
                  <a:lnTo>
                    <a:pt x="795023" y="34543"/>
                  </a:lnTo>
                  <a:lnTo>
                    <a:pt x="886093" y="34841"/>
                  </a:lnTo>
                  <a:lnTo>
                    <a:pt x="981218" y="35199"/>
                  </a:lnTo>
                  <a:lnTo>
                    <a:pt x="1076376" y="35617"/>
                  </a:lnTo>
                  <a:lnTo>
                    <a:pt x="1168483" y="36092"/>
                  </a:lnTo>
                  <a:lnTo>
                    <a:pt x="1255522" y="36627"/>
                  </a:lnTo>
                  <a:lnTo>
                    <a:pt x="1336452" y="37225"/>
                  </a:lnTo>
                  <a:lnTo>
                    <a:pt x="1411003" y="37892"/>
                  </a:lnTo>
                  <a:lnTo>
                    <a:pt x="1479458" y="38635"/>
                  </a:lnTo>
                  <a:lnTo>
                    <a:pt x="1542456" y="39466"/>
                  </a:lnTo>
                  <a:lnTo>
                    <a:pt x="1600837" y="40399"/>
                  </a:lnTo>
                  <a:lnTo>
                    <a:pt x="1655533" y="41445"/>
                  </a:lnTo>
                  <a:lnTo>
                    <a:pt x="1707478" y="42618"/>
                  </a:lnTo>
                  <a:lnTo>
                    <a:pt x="1757529" y="43927"/>
                  </a:lnTo>
                  <a:lnTo>
                    <a:pt x="1768425" y="44236"/>
                  </a:lnTo>
                  <a:lnTo>
                    <a:pt x="1822662" y="45891"/>
                  </a:lnTo>
                  <a:lnTo>
                    <a:pt x="1876376" y="47722"/>
                  </a:lnTo>
                  <a:lnTo>
                    <a:pt x="1930156" y="49730"/>
                  </a:lnTo>
                  <a:lnTo>
                    <a:pt x="1984391" y="51912"/>
                  </a:lnTo>
                  <a:lnTo>
                    <a:pt x="2039303" y="54256"/>
                  </a:lnTo>
                  <a:lnTo>
                    <a:pt x="2094963" y="56742"/>
                  </a:lnTo>
                  <a:lnTo>
                    <a:pt x="2151315" y="59344"/>
                  </a:lnTo>
                  <a:lnTo>
                    <a:pt x="2208197" y="62028"/>
                  </a:lnTo>
                  <a:lnTo>
                    <a:pt x="2265375" y="64756"/>
                  </a:lnTo>
                  <a:lnTo>
                    <a:pt x="2322572" y="67486"/>
                  </a:lnTo>
                  <a:lnTo>
                    <a:pt x="2379509" y="70179"/>
                  </a:lnTo>
                  <a:lnTo>
                    <a:pt x="2435945" y="72794"/>
                  </a:lnTo>
                  <a:lnTo>
                    <a:pt x="2491705" y="75298"/>
                  </a:lnTo>
                  <a:lnTo>
                    <a:pt x="2546718" y="77662"/>
                  </a:lnTo>
                  <a:lnTo>
                    <a:pt x="2601036" y="79867"/>
                  </a:lnTo>
                  <a:lnTo>
                    <a:pt x="2654858" y="81899"/>
                  </a:lnTo>
                  <a:lnTo>
                    <a:pt x="2708552" y="83754"/>
                  </a:lnTo>
                  <a:lnTo>
                    <a:pt x="2762675" y="85433"/>
                  </a:lnTo>
                  <a:lnTo>
                    <a:pt x="2770117" y="85648"/>
                  </a:lnTo>
                  <a:lnTo>
                    <a:pt x="2819850" y="86988"/>
                  </a:lnTo>
                  <a:lnTo>
                    <a:pt x="2871307" y="88191"/>
                  </a:lnTo>
                  <a:lnTo>
                    <a:pt x="2925315" y="89264"/>
                  </a:lnTo>
                  <a:lnTo>
                    <a:pt x="2982799" y="90220"/>
                  </a:lnTo>
                  <a:lnTo>
                    <a:pt x="3044697" y="91073"/>
                  </a:lnTo>
                  <a:lnTo>
                    <a:pt x="3111880" y="91835"/>
                  </a:lnTo>
                  <a:lnTo>
                    <a:pt x="3185043" y="92517"/>
                  </a:lnTo>
                  <a:lnTo>
                    <a:pt x="3264561" y="93130"/>
                  </a:lnTo>
                  <a:lnTo>
                    <a:pt x="3350307" y="93678"/>
                  </a:lnTo>
                  <a:lnTo>
                    <a:pt x="3441429" y="94167"/>
                  </a:lnTo>
                  <a:lnTo>
                    <a:pt x="3536140" y="94597"/>
                  </a:lnTo>
                  <a:lnTo>
                    <a:pt x="3631591" y="94969"/>
                  </a:lnTo>
                  <a:lnTo>
                    <a:pt x="3723940" y="95280"/>
                  </a:lnTo>
                  <a:lnTo>
                    <a:pt x="3808726" y="95530"/>
                  </a:lnTo>
                  <a:lnTo>
                    <a:pt x="3881556" y="95719"/>
                  </a:lnTo>
                  <a:lnTo>
                    <a:pt x="3939001" y="95852"/>
                  </a:lnTo>
                  <a:lnTo>
                    <a:pt x="3979423" y="95935"/>
                  </a:lnTo>
                  <a:lnTo>
                    <a:pt x="4003473" y="95980"/>
                  </a:lnTo>
                  <a:lnTo>
                    <a:pt x="4014126" y="95998"/>
                  </a:lnTo>
                  <a:lnTo>
                    <a:pt x="4016409" y="96001"/>
                  </a:lnTo>
                  <a:lnTo>
                    <a:pt x="4538543" y="96001"/>
                  </a:lnTo>
                  <a:lnTo>
                    <a:pt x="4539685" y="96082"/>
                  </a:lnTo>
                  <a:lnTo>
                    <a:pt x="4547171" y="96661"/>
                  </a:lnTo>
                  <a:lnTo>
                    <a:pt x="4565954" y="98260"/>
                  </a:lnTo>
                  <a:lnTo>
                    <a:pt x="4599308" y="101405"/>
                  </a:lnTo>
                  <a:lnTo>
                    <a:pt x="4648552" y="106566"/>
                  </a:lnTo>
                  <a:lnTo>
                    <a:pt x="4712967" y="114111"/>
                  </a:lnTo>
                  <a:lnTo>
                    <a:pt x="4790058" y="124267"/>
                  </a:lnTo>
                  <a:lnTo>
                    <a:pt x="4876162" y="137122"/>
                  </a:lnTo>
                  <a:lnTo>
                    <a:pt x="4967204" y="152664"/>
                  </a:lnTo>
                  <a:lnTo>
                    <a:pt x="5059381" y="170832"/>
                  </a:lnTo>
                  <a:lnTo>
                    <a:pt x="5149614" y="191579"/>
                  </a:lnTo>
                  <a:lnTo>
                    <a:pt x="5235740" y="214914"/>
                  </a:lnTo>
                  <a:lnTo>
                    <a:pt x="5316485" y="240934"/>
                  </a:lnTo>
                  <a:lnTo>
                    <a:pt x="5391331" y="269844"/>
                  </a:lnTo>
                  <a:lnTo>
                    <a:pt x="5460319" y="301952"/>
                  </a:lnTo>
                  <a:lnTo>
                    <a:pt x="5523881" y="337671"/>
                  </a:lnTo>
                  <a:lnTo>
                    <a:pt x="5582688" y="377504"/>
                  </a:lnTo>
                  <a:lnTo>
                    <a:pt x="5637539" y="422012"/>
                  </a:lnTo>
                  <a:lnTo>
                    <a:pt x="5689281" y="471770"/>
                  </a:lnTo>
                  <a:lnTo>
                    <a:pt x="5738737" y="527279"/>
                  </a:lnTo>
                  <a:lnTo>
                    <a:pt x="5784835" y="586364"/>
                  </a:lnTo>
                  <a:lnTo>
                    <a:pt x="5821519" y="638363"/>
                  </a:lnTo>
                  <a:lnTo>
                    <a:pt x="5857863" y="694105"/>
                  </a:lnTo>
                  <a:lnTo>
                    <a:pt x="5894077" y="753666"/>
                  </a:lnTo>
                  <a:lnTo>
                    <a:pt x="5930331" y="817065"/>
                  </a:lnTo>
                  <a:lnTo>
                    <a:pt x="5966750" y="884254"/>
                  </a:lnTo>
                  <a:lnTo>
                    <a:pt x="6003427" y="955116"/>
                  </a:lnTo>
                  <a:lnTo>
                    <a:pt x="6040417" y="1029458"/>
                  </a:lnTo>
                  <a:lnTo>
                    <a:pt x="6077748" y="1107011"/>
                  </a:lnTo>
                  <a:lnTo>
                    <a:pt x="6115418" y="1187433"/>
                  </a:lnTo>
                  <a:lnTo>
                    <a:pt x="6153402" y="1270306"/>
                  </a:lnTo>
                  <a:lnTo>
                    <a:pt x="6191651" y="1355152"/>
                  </a:lnTo>
                  <a:lnTo>
                    <a:pt x="6230101" y="1441436"/>
                  </a:lnTo>
                  <a:lnTo>
                    <a:pt x="6268675" y="1528586"/>
                  </a:lnTo>
                  <a:lnTo>
                    <a:pt x="6307287" y="1616002"/>
                  </a:lnTo>
                  <a:lnTo>
                    <a:pt x="6345850" y="1703080"/>
                  </a:lnTo>
                  <a:lnTo>
                    <a:pt x="6384280" y="1789222"/>
                  </a:lnTo>
                  <a:lnTo>
                    <a:pt x="6422500" y="1873860"/>
                  </a:lnTo>
                  <a:lnTo>
                    <a:pt x="6460449" y="1956465"/>
                  </a:lnTo>
                  <a:lnTo>
                    <a:pt x="6498080" y="2036565"/>
                  </a:lnTo>
                  <a:lnTo>
                    <a:pt x="6535370" y="2113753"/>
                  </a:lnTo>
                  <a:lnTo>
                    <a:pt x="6572321" y="2187693"/>
                  </a:lnTo>
                  <a:lnTo>
                    <a:pt x="6608963" y="2258126"/>
                  </a:lnTo>
                  <a:lnTo>
                    <a:pt x="6645357" y="2324868"/>
                  </a:lnTo>
                  <a:lnTo>
                    <a:pt x="6681599" y="2387811"/>
                  </a:lnTo>
                  <a:lnTo>
                    <a:pt x="6717819" y="2446915"/>
                  </a:lnTo>
                  <a:lnTo>
                    <a:pt x="6754191" y="2502206"/>
                  </a:lnTo>
                  <a:lnTo>
                    <a:pt x="6786527" y="2547815"/>
                  </a:lnTo>
                  <a:lnTo>
                    <a:pt x="6834478" y="2609127"/>
                  </a:lnTo>
                  <a:lnTo>
                    <a:pt x="6884008" y="2664409"/>
                  </a:lnTo>
                  <a:lnTo>
                    <a:pt x="6935853" y="2713957"/>
                  </a:lnTo>
                  <a:lnTo>
                    <a:pt x="6990839" y="2758276"/>
                  </a:lnTo>
                  <a:lnTo>
                    <a:pt x="7049813" y="2797942"/>
                  </a:lnTo>
                  <a:lnTo>
                    <a:pt x="7113570" y="2833515"/>
                  </a:lnTo>
                  <a:lnTo>
                    <a:pt x="7182776" y="2865494"/>
                  </a:lnTo>
                  <a:lnTo>
                    <a:pt x="7257849" y="2894288"/>
                  </a:lnTo>
                  <a:lnTo>
                    <a:pt x="7338814" y="2920203"/>
                  </a:lnTo>
                  <a:lnTo>
                    <a:pt x="7425124" y="2943438"/>
                  </a:lnTo>
                  <a:lnTo>
                    <a:pt x="7515477" y="2964087"/>
                  </a:lnTo>
                  <a:lnTo>
                    <a:pt x="7607673" y="2982156"/>
                  </a:lnTo>
                  <a:lnTo>
                    <a:pt x="7698600" y="2997597"/>
                  </a:lnTo>
                  <a:lnTo>
                    <a:pt x="7784435" y="3010349"/>
                  </a:lnTo>
                  <a:lnTo>
                    <a:pt x="7861104" y="3020402"/>
                  </a:lnTo>
                  <a:lnTo>
                    <a:pt x="7924977" y="3027852"/>
                  </a:lnTo>
                  <a:lnTo>
                    <a:pt x="7973616" y="3032929"/>
                  </a:lnTo>
                  <a:lnTo>
                    <a:pt x="8006376" y="3036005"/>
                  </a:lnTo>
                  <a:lnTo>
                    <a:pt x="8024657" y="3037555"/>
                  </a:lnTo>
                  <a:lnTo>
                    <a:pt x="8031800" y="3038105"/>
                  </a:lnTo>
                  <a:lnTo>
                    <a:pt x="8032819" y="3038178"/>
                  </a:lnTo>
                  <a:lnTo>
                    <a:pt x="8554953" y="3038178"/>
                  </a:lnTo>
                  <a:lnTo>
                    <a:pt x="8554953" y="3004295"/>
                  </a:lnTo>
                  <a:lnTo>
                    <a:pt x="8032819" y="3004295"/>
                  </a:lnTo>
                  <a:lnTo>
                    <a:pt x="8031677" y="3004213"/>
                  </a:lnTo>
                  <a:lnTo>
                    <a:pt x="8024191" y="3003635"/>
                  </a:lnTo>
                  <a:lnTo>
                    <a:pt x="8005408" y="3002036"/>
                  </a:lnTo>
                  <a:lnTo>
                    <a:pt x="7972054" y="2998891"/>
                  </a:lnTo>
                  <a:lnTo>
                    <a:pt x="7922810" y="2993730"/>
                  </a:lnTo>
                  <a:lnTo>
                    <a:pt x="7858395" y="2986185"/>
                  </a:lnTo>
                  <a:lnTo>
                    <a:pt x="7781304" y="2976029"/>
                  </a:lnTo>
                  <a:lnTo>
                    <a:pt x="7695200" y="2963174"/>
                  </a:lnTo>
                  <a:lnTo>
                    <a:pt x="7604158" y="2947632"/>
                  </a:lnTo>
                  <a:lnTo>
                    <a:pt x="7511981" y="2929464"/>
                  </a:lnTo>
                  <a:lnTo>
                    <a:pt x="7421747" y="2908717"/>
                  </a:lnTo>
                  <a:lnTo>
                    <a:pt x="7335622" y="2885382"/>
                  </a:lnTo>
                  <a:lnTo>
                    <a:pt x="7254876" y="2859362"/>
                  </a:lnTo>
                  <a:lnTo>
                    <a:pt x="7180031" y="2830452"/>
                  </a:lnTo>
                  <a:lnTo>
                    <a:pt x="7111043" y="2798344"/>
                  </a:lnTo>
                  <a:lnTo>
                    <a:pt x="7047481" y="2762624"/>
                  </a:lnTo>
                  <a:lnTo>
                    <a:pt x="6988674" y="2722792"/>
                  </a:lnTo>
                  <a:lnTo>
                    <a:pt x="6933823" y="2678284"/>
                  </a:lnTo>
                  <a:lnTo>
                    <a:pt x="6882081" y="2628526"/>
                  </a:lnTo>
                  <a:lnTo>
                    <a:pt x="6832625" y="2573017"/>
                  </a:lnTo>
                  <a:lnTo>
                    <a:pt x="6786527" y="2513932"/>
                  </a:lnTo>
                  <a:lnTo>
                    <a:pt x="6749843" y="2461933"/>
                  </a:lnTo>
                  <a:lnTo>
                    <a:pt x="6713499" y="2406191"/>
                  </a:lnTo>
                  <a:lnTo>
                    <a:pt x="6677285" y="2346630"/>
                  </a:lnTo>
                  <a:lnTo>
                    <a:pt x="6641031" y="2283231"/>
                  </a:lnTo>
                  <a:lnTo>
                    <a:pt x="6604612" y="2216042"/>
                  </a:lnTo>
                  <a:lnTo>
                    <a:pt x="6567935" y="2145180"/>
                  </a:lnTo>
                  <a:lnTo>
                    <a:pt x="6530945" y="2070838"/>
                  </a:lnTo>
                  <a:lnTo>
                    <a:pt x="6493614" y="1993284"/>
                  </a:lnTo>
                  <a:lnTo>
                    <a:pt x="6455943" y="1912863"/>
                  </a:lnTo>
                  <a:lnTo>
                    <a:pt x="6417960" y="1829990"/>
                  </a:lnTo>
                  <a:lnTo>
                    <a:pt x="6379711" y="1745144"/>
                  </a:lnTo>
                  <a:lnTo>
                    <a:pt x="6341261" y="1658860"/>
                  </a:lnTo>
                  <a:lnTo>
                    <a:pt x="6302687" y="1571710"/>
                  </a:lnTo>
                  <a:lnTo>
                    <a:pt x="6264075" y="1484294"/>
                  </a:lnTo>
                  <a:lnTo>
                    <a:pt x="6225512" y="1397216"/>
                  </a:lnTo>
                  <a:lnTo>
                    <a:pt x="6187082" y="1311074"/>
                  </a:lnTo>
                  <a:lnTo>
                    <a:pt x="6148861" y="1226436"/>
                  </a:lnTo>
                  <a:lnTo>
                    <a:pt x="6110913" y="1143831"/>
                  </a:lnTo>
                  <a:lnTo>
                    <a:pt x="6073282" y="1063731"/>
                  </a:lnTo>
                  <a:lnTo>
                    <a:pt x="6035992" y="986543"/>
                  </a:lnTo>
                  <a:lnTo>
                    <a:pt x="5999041" y="912603"/>
                  </a:lnTo>
                  <a:lnTo>
                    <a:pt x="5962399" y="842170"/>
                  </a:lnTo>
                  <a:lnTo>
                    <a:pt x="5926005" y="775428"/>
                  </a:lnTo>
                  <a:lnTo>
                    <a:pt x="5889763" y="712485"/>
                  </a:lnTo>
                  <a:lnTo>
                    <a:pt x="5853543" y="653381"/>
                  </a:lnTo>
                  <a:lnTo>
                    <a:pt x="5817171" y="598090"/>
                  </a:lnTo>
                  <a:lnTo>
                    <a:pt x="5784835" y="552481"/>
                  </a:lnTo>
                  <a:lnTo>
                    <a:pt x="5736884" y="491169"/>
                  </a:lnTo>
                  <a:lnTo>
                    <a:pt x="5687354" y="435887"/>
                  </a:lnTo>
                  <a:lnTo>
                    <a:pt x="5635509" y="386339"/>
                  </a:lnTo>
                  <a:lnTo>
                    <a:pt x="5580523" y="342020"/>
                  </a:lnTo>
                  <a:lnTo>
                    <a:pt x="5521549" y="302354"/>
                  </a:lnTo>
                  <a:lnTo>
                    <a:pt x="5457792" y="266781"/>
                  </a:lnTo>
                  <a:lnTo>
                    <a:pt x="5388586" y="234802"/>
                  </a:lnTo>
                  <a:lnTo>
                    <a:pt x="5313513" y="206008"/>
                  </a:lnTo>
                  <a:lnTo>
                    <a:pt x="5232548" y="180092"/>
                  </a:lnTo>
                  <a:lnTo>
                    <a:pt x="5146238" y="156858"/>
                  </a:lnTo>
                  <a:lnTo>
                    <a:pt x="5055885" y="136209"/>
                  </a:lnTo>
                  <a:lnTo>
                    <a:pt x="4963689" y="118140"/>
                  </a:lnTo>
                  <a:lnTo>
                    <a:pt x="4872762" y="102699"/>
                  </a:lnTo>
                  <a:lnTo>
                    <a:pt x="4786927" y="89947"/>
                  </a:lnTo>
                  <a:lnTo>
                    <a:pt x="4710258" y="79893"/>
                  </a:lnTo>
                  <a:lnTo>
                    <a:pt x="4646385" y="72444"/>
                  </a:lnTo>
                  <a:lnTo>
                    <a:pt x="4597746" y="67367"/>
                  </a:lnTo>
                  <a:lnTo>
                    <a:pt x="4564986" y="64291"/>
                  </a:lnTo>
                  <a:lnTo>
                    <a:pt x="4546705" y="62741"/>
                  </a:lnTo>
                  <a:lnTo>
                    <a:pt x="4539562" y="62190"/>
                  </a:lnTo>
                  <a:lnTo>
                    <a:pt x="4538543" y="62118"/>
                  </a:lnTo>
                  <a:lnTo>
                    <a:pt x="4016409" y="62118"/>
                  </a:lnTo>
                  <a:lnTo>
                    <a:pt x="4015139" y="62116"/>
                  </a:lnTo>
                  <a:lnTo>
                    <a:pt x="4006839" y="62103"/>
                  </a:lnTo>
                  <a:lnTo>
                    <a:pt x="3986087" y="62065"/>
                  </a:lnTo>
                  <a:lnTo>
                    <a:pt x="3949429" y="61991"/>
                  </a:lnTo>
                  <a:lnTo>
                    <a:pt x="3895687" y="61870"/>
                  </a:lnTo>
                  <a:lnTo>
                    <a:pt x="3826018" y="61694"/>
                  </a:lnTo>
                  <a:lnTo>
                    <a:pt x="3743519" y="61457"/>
                  </a:lnTo>
                  <a:lnTo>
                    <a:pt x="3652449" y="61160"/>
                  </a:lnTo>
                  <a:lnTo>
                    <a:pt x="3557324" y="60802"/>
                  </a:lnTo>
                  <a:lnTo>
                    <a:pt x="3462166" y="60384"/>
                  </a:lnTo>
                  <a:lnTo>
                    <a:pt x="3370059" y="59909"/>
                  </a:lnTo>
                  <a:lnTo>
                    <a:pt x="3283020" y="59374"/>
                  </a:lnTo>
                  <a:lnTo>
                    <a:pt x="3202090" y="58776"/>
                  </a:lnTo>
                  <a:lnTo>
                    <a:pt x="3127539" y="58109"/>
                  </a:lnTo>
                  <a:lnTo>
                    <a:pt x="3059084" y="57366"/>
                  </a:lnTo>
                  <a:lnTo>
                    <a:pt x="2996087" y="56534"/>
                  </a:lnTo>
                  <a:lnTo>
                    <a:pt x="2937705" y="55602"/>
                  </a:lnTo>
                  <a:lnTo>
                    <a:pt x="2883009" y="54556"/>
                  </a:lnTo>
                  <a:lnTo>
                    <a:pt x="2831064" y="53383"/>
                  </a:lnTo>
                  <a:lnTo>
                    <a:pt x="2781013" y="52074"/>
                  </a:lnTo>
                  <a:lnTo>
                    <a:pt x="2770117" y="51765"/>
                  </a:lnTo>
                  <a:lnTo>
                    <a:pt x="2715881" y="50110"/>
                  </a:lnTo>
                  <a:lnTo>
                    <a:pt x="2662166" y="48279"/>
                  </a:lnTo>
                  <a:lnTo>
                    <a:pt x="2608386" y="46271"/>
                  </a:lnTo>
                  <a:lnTo>
                    <a:pt x="2554151" y="44089"/>
                  </a:lnTo>
                  <a:lnTo>
                    <a:pt x="2499239" y="41745"/>
                  </a:lnTo>
                  <a:lnTo>
                    <a:pt x="2443579" y="39259"/>
                  </a:lnTo>
                  <a:lnTo>
                    <a:pt x="2387227" y="36657"/>
                  </a:lnTo>
                  <a:lnTo>
                    <a:pt x="2330345" y="33973"/>
                  </a:lnTo>
                  <a:lnTo>
                    <a:pt x="2273167" y="31245"/>
                  </a:lnTo>
                  <a:lnTo>
                    <a:pt x="2215971" y="28514"/>
                  </a:lnTo>
                  <a:lnTo>
                    <a:pt x="2159033" y="25822"/>
                  </a:lnTo>
                  <a:lnTo>
                    <a:pt x="2102597" y="23207"/>
                  </a:lnTo>
                  <a:lnTo>
                    <a:pt x="2046837" y="20703"/>
                  </a:lnTo>
                  <a:lnTo>
                    <a:pt x="1991825" y="18339"/>
                  </a:lnTo>
                  <a:lnTo>
                    <a:pt x="1937507" y="16134"/>
                  </a:lnTo>
                  <a:lnTo>
                    <a:pt x="1883684" y="14102"/>
                  </a:lnTo>
                  <a:lnTo>
                    <a:pt x="1829990" y="12247"/>
                  </a:lnTo>
                  <a:lnTo>
                    <a:pt x="1775867" y="10568"/>
                  </a:lnTo>
                  <a:lnTo>
                    <a:pt x="1768425" y="10353"/>
                  </a:lnTo>
                  <a:lnTo>
                    <a:pt x="1718692" y="9013"/>
                  </a:lnTo>
                  <a:lnTo>
                    <a:pt x="1667236" y="7810"/>
                  </a:lnTo>
                  <a:lnTo>
                    <a:pt x="1613227" y="6737"/>
                  </a:lnTo>
                  <a:lnTo>
                    <a:pt x="1555743" y="5781"/>
                  </a:lnTo>
                  <a:lnTo>
                    <a:pt x="1493845" y="4928"/>
                  </a:lnTo>
                  <a:lnTo>
                    <a:pt x="1426662" y="4166"/>
                  </a:lnTo>
                  <a:lnTo>
                    <a:pt x="1353500" y="3483"/>
                  </a:lnTo>
                  <a:lnTo>
                    <a:pt x="1273982" y="2871"/>
                  </a:lnTo>
                  <a:lnTo>
                    <a:pt x="1188235" y="2323"/>
                  </a:lnTo>
                  <a:lnTo>
                    <a:pt x="1097113" y="1834"/>
                  </a:lnTo>
                  <a:lnTo>
                    <a:pt x="1002402" y="1404"/>
                  </a:lnTo>
                  <a:lnTo>
                    <a:pt x="906951" y="1032"/>
                  </a:lnTo>
                  <a:lnTo>
                    <a:pt x="814602" y="721"/>
                  </a:lnTo>
                  <a:lnTo>
                    <a:pt x="729816" y="471"/>
                  </a:lnTo>
                  <a:lnTo>
                    <a:pt x="656986" y="282"/>
                  </a:lnTo>
                  <a:lnTo>
                    <a:pt x="599541" y="149"/>
                  </a:lnTo>
                  <a:lnTo>
                    <a:pt x="559119" y="66"/>
                  </a:lnTo>
                  <a:lnTo>
                    <a:pt x="535069" y="21"/>
                  </a:lnTo>
                  <a:lnTo>
                    <a:pt x="524416" y="3"/>
                  </a:lnTo>
                  <a:lnTo>
                    <a:pt x="5221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717" name="pl717"/>
            <p:cNvSpPr/>
            <p:nvPr/>
          </p:nvSpPr>
          <p:spPr>
            <a:xfrm>
              <a:off x="386606" y="586945"/>
              <a:ext cx="8554953" cy="3004295"/>
            </a:xfrm>
            <a:custGeom>
              <a:avLst/>
              <a:pathLst>
                <a:path w="8554953" h="3004295">
                  <a:moveTo>
                    <a:pt x="0" y="0"/>
                  </a:moveTo>
                  <a:lnTo>
                    <a:pt x="522133" y="0"/>
                  </a:lnTo>
                  <a:lnTo>
                    <a:pt x="523403" y="1"/>
                  </a:lnTo>
                  <a:lnTo>
                    <a:pt x="531703" y="15"/>
                  </a:lnTo>
                  <a:lnTo>
                    <a:pt x="552455" y="53"/>
                  </a:lnTo>
                  <a:lnTo>
                    <a:pt x="589113" y="127"/>
                  </a:lnTo>
                  <a:lnTo>
                    <a:pt x="642855" y="248"/>
                  </a:lnTo>
                  <a:lnTo>
                    <a:pt x="712524" y="424"/>
                  </a:lnTo>
                  <a:lnTo>
                    <a:pt x="795023" y="660"/>
                  </a:lnTo>
                  <a:lnTo>
                    <a:pt x="886093" y="958"/>
                  </a:lnTo>
                  <a:lnTo>
                    <a:pt x="981218" y="1316"/>
                  </a:lnTo>
                  <a:lnTo>
                    <a:pt x="1076376" y="1734"/>
                  </a:lnTo>
                  <a:lnTo>
                    <a:pt x="1168483" y="2209"/>
                  </a:lnTo>
                  <a:lnTo>
                    <a:pt x="1255522" y="2744"/>
                  </a:lnTo>
                  <a:lnTo>
                    <a:pt x="1336452" y="3342"/>
                  </a:lnTo>
                  <a:lnTo>
                    <a:pt x="1411003" y="4008"/>
                  </a:lnTo>
                  <a:lnTo>
                    <a:pt x="1479458" y="4752"/>
                  </a:lnTo>
                  <a:lnTo>
                    <a:pt x="1542456" y="5583"/>
                  </a:lnTo>
                  <a:lnTo>
                    <a:pt x="1600837" y="6516"/>
                  </a:lnTo>
                  <a:lnTo>
                    <a:pt x="1655533" y="7562"/>
                  </a:lnTo>
                  <a:lnTo>
                    <a:pt x="1707478" y="8735"/>
                  </a:lnTo>
                  <a:lnTo>
                    <a:pt x="1757529" y="10044"/>
                  </a:lnTo>
                  <a:lnTo>
                    <a:pt x="1768425" y="10353"/>
                  </a:lnTo>
                  <a:lnTo>
                    <a:pt x="1822662" y="12008"/>
                  </a:lnTo>
                  <a:lnTo>
                    <a:pt x="1876376" y="13839"/>
                  </a:lnTo>
                  <a:lnTo>
                    <a:pt x="1930156" y="15847"/>
                  </a:lnTo>
                  <a:lnTo>
                    <a:pt x="1984391" y="18029"/>
                  </a:lnTo>
                  <a:lnTo>
                    <a:pt x="2039303" y="20373"/>
                  </a:lnTo>
                  <a:lnTo>
                    <a:pt x="2094963" y="22859"/>
                  </a:lnTo>
                  <a:lnTo>
                    <a:pt x="2151315" y="25461"/>
                  </a:lnTo>
                  <a:lnTo>
                    <a:pt x="2208197" y="28145"/>
                  </a:lnTo>
                  <a:lnTo>
                    <a:pt x="2265375" y="30873"/>
                  </a:lnTo>
                  <a:lnTo>
                    <a:pt x="2322572" y="33603"/>
                  </a:lnTo>
                  <a:lnTo>
                    <a:pt x="2379509" y="36296"/>
                  </a:lnTo>
                  <a:lnTo>
                    <a:pt x="2435945" y="38911"/>
                  </a:lnTo>
                  <a:lnTo>
                    <a:pt x="2491705" y="41415"/>
                  </a:lnTo>
                  <a:lnTo>
                    <a:pt x="2546718" y="43779"/>
                  </a:lnTo>
                  <a:lnTo>
                    <a:pt x="2601036" y="45984"/>
                  </a:lnTo>
                  <a:lnTo>
                    <a:pt x="2654858" y="48016"/>
                  </a:lnTo>
                  <a:lnTo>
                    <a:pt x="2708552" y="49871"/>
                  </a:lnTo>
                  <a:lnTo>
                    <a:pt x="2762675" y="51550"/>
                  </a:lnTo>
                  <a:lnTo>
                    <a:pt x="2770117" y="51765"/>
                  </a:lnTo>
                  <a:lnTo>
                    <a:pt x="2819850" y="53105"/>
                  </a:lnTo>
                  <a:lnTo>
                    <a:pt x="2871307" y="54308"/>
                  </a:lnTo>
                  <a:lnTo>
                    <a:pt x="2925315" y="55381"/>
                  </a:lnTo>
                  <a:lnTo>
                    <a:pt x="2982799" y="56337"/>
                  </a:lnTo>
                  <a:lnTo>
                    <a:pt x="3044697" y="57190"/>
                  </a:lnTo>
                  <a:lnTo>
                    <a:pt x="3111880" y="57952"/>
                  </a:lnTo>
                  <a:lnTo>
                    <a:pt x="3185043" y="58634"/>
                  </a:lnTo>
                  <a:lnTo>
                    <a:pt x="3264561" y="59247"/>
                  </a:lnTo>
                  <a:lnTo>
                    <a:pt x="3350307" y="59795"/>
                  </a:lnTo>
                  <a:lnTo>
                    <a:pt x="3441429" y="60284"/>
                  </a:lnTo>
                  <a:lnTo>
                    <a:pt x="3536140" y="60714"/>
                  </a:lnTo>
                  <a:lnTo>
                    <a:pt x="3631591" y="61086"/>
                  </a:lnTo>
                  <a:lnTo>
                    <a:pt x="3723940" y="61397"/>
                  </a:lnTo>
                  <a:lnTo>
                    <a:pt x="3808726" y="61647"/>
                  </a:lnTo>
                  <a:lnTo>
                    <a:pt x="3881556" y="61836"/>
                  </a:lnTo>
                  <a:lnTo>
                    <a:pt x="3939001" y="61969"/>
                  </a:lnTo>
                  <a:lnTo>
                    <a:pt x="3979423" y="62052"/>
                  </a:lnTo>
                  <a:lnTo>
                    <a:pt x="4003473" y="62097"/>
                  </a:lnTo>
                  <a:lnTo>
                    <a:pt x="4014126" y="62115"/>
                  </a:lnTo>
                  <a:lnTo>
                    <a:pt x="4016395" y="62118"/>
                  </a:lnTo>
                  <a:lnTo>
                    <a:pt x="4016409" y="62118"/>
                  </a:lnTo>
                  <a:lnTo>
                    <a:pt x="4538543" y="62118"/>
                  </a:lnTo>
                  <a:lnTo>
                    <a:pt x="4539685" y="62199"/>
                  </a:lnTo>
                  <a:lnTo>
                    <a:pt x="4547171" y="62778"/>
                  </a:lnTo>
                  <a:lnTo>
                    <a:pt x="4565954" y="64377"/>
                  </a:lnTo>
                  <a:lnTo>
                    <a:pt x="4599308" y="67522"/>
                  </a:lnTo>
                  <a:lnTo>
                    <a:pt x="4648552" y="72683"/>
                  </a:lnTo>
                  <a:lnTo>
                    <a:pt x="4712967" y="80228"/>
                  </a:lnTo>
                  <a:lnTo>
                    <a:pt x="4790058" y="90384"/>
                  </a:lnTo>
                  <a:lnTo>
                    <a:pt x="4876162" y="103239"/>
                  </a:lnTo>
                  <a:lnTo>
                    <a:pt x="4967204" y="118781"/>
                  </a:lnTo>
                  <a:lnTo>
                    <a:pt x="5059381" y="136949"/>
                  </a:lnTo>
                  <a:lnTo>
                    <a:pt x="5149614" y="157696"/>
                  </a:lnTo>
                  <a:lnTo>
                    <a:pt x="5235740" y="181031"/>
                  </a:lnTo>
                  <a:lnTo>
                    <a:pt x="5316485" y="207051"/>
                  </a:lnTo>
                  <a:lnTo>
                    <a:pt x="5391331" y="235961"/>
                  </a:lnTo>
                  <a:lnTo>
                    <a:pt x="5460319" y="268069"/>
                  </a:lnTo>
                  <a:lnTo>
                    <a:pt x="5523881" y="303788"/>
                  </a:lnTo>
                  <a:lnTo>
                    <a:pt x="5582688" y="343621"/>
                  </a:lnTo>
                  <a:lnTo>
                    <a:pt x="5637539" y="388129"/>
                  </a:lnTo>
                  <a:lnTo>
                    <a:pt x="5689281" y="437887"/>
                  </a:lnTo>
                  <a:lnTo>
                    <a:pt x="5738737" y="493396"/>
                  </a:lnTo>
                  <a:lnTo>
                    <a:pt x="5784835" y="552481"/>
                  </a:lnTo>
                  <a:lnTo>
                    <a:pt x="5821519" y="604480"/>
                  </a:lnTo>
                  <a:lnTo>
                    <a:pt x="5857863" y="660222"/>
                  </a:lnTo>
                  <a:lnTo>
                    <a:pt x="5894077" y="719783"/>
                  </a:lnTo>
                  <a:lnTo>
                    <a:pt x="5930331" y="783182"/>
                  </a:lnTo>
                  <a:lnTo>
                    <a:pt x="5966750" y="850371"/>
                  </a:lnTo>
                  <a:lnTo>
                    <a:pt x="6003427" y="921232"/>
                  </a:lnTo>
                  <a:lnTo>
                    <a:pt x="6040417" y="995575"/>
                  </a:lnTo>
                  <a:lnTo>
                    <a:pt x="6077748" y="1073128"/>
                  </a:lnTo>
                  <a:lnTo>
                    <a:pt x="6115418" y="1153550"/>
                  </a:lnTo>
                  <a:lnTo>
                    <a:pt x="6153402" y="1236423"/>
                  </a:lnTo>
                  <a:lnTo>
                    <a:pt x="6191651" y="1321269"/>
                  </a:lnTo>
                  <a:lnTo>
                    <a:pt x="6230101" y="1407553"/>
                  </a:lnTo>
                  <a:lnTo>
                    <a:pt x="6268675" y="1494703"/>
                  </a:lnTo>
                  <a:lnTo>
                    <a:pt x="6307287" y="1582119"/>
                  </a:lnTo>
                  <a:lnTo>
                    <a:pt x="6345850" y="1669197"/>
                  </a:lnTo>
                  <a:lnTo>
                    <a:pt x="6384280" y="1755339"/>
                  </a:lnTo>
                  <a:lnTo>
                    <a:pt x="6422500" y="1839977"/>
                  </a:lnTo>
                  <a:lnTo>
                    <a:pt x="6460449" y="1922582"/>
                  </a:lnTo>
                  <a:lnTo>
                    <a:pt x="6498080" y="2002682"/>
                  </a:lnTo>
                  <a:lnTo>
                    <a:pt x="6535370" y="2079870"/>
                  </a:lnTo>
                  <a:lnTo>
                    <a:pt x="6572321" y="2153810"/>
                  </a:lnTo>
                  <a:lnTo>
                    <a:pt x="6608963" y="2224243"/>
                  </a:lnTo>
                  <a:lnTo>
                    <a:pt x="6645357" y="2290985"/>
                  </a:lnTo>
                  <a:lnTo>
                    <a:pt x="6681599" y="2353928"/>
                  </a:lnTo>
                  <a:lnTo>
                    <a:pt x="6717819" y="2413032"/>
                  </a:lnTo>
                  <a:lnTo>
                    <a:pt x="6754191" y="2468323"/>
                  </a:lnTo>
                  <a:lnTo>
                    <a:pt x="6786527" y="2513932"/>
                  </a:lnTo>
                  <a:lnTo>
                    <a:pt x="6834478" y="2575244"/>
                  </a:lnTo>
                  <a:lnTo>
                    <a:pt x="6884008" y="2630526"/>
                  </a:lnTo>
                  <a:lnTo>
                    <a:pt x="6935853" y="2680074"/>
                  </a:lnTo>
                  <a:lnTo>
                    <a:pt x="6990839" y="2724393"/>
                  </a:lnTo>
                  <a:lnTo>
                    <a:pt x="7049813" y="2764059"/>
                  </a:lnTo>
                  <a:lnTo>
                    <a:pt x="7113570" y="2799632"/>
                  </a:lnTo>
                  <a:lnTo>
                    <a:pt x="7182776" y="2831611"/>
                  </a:lnTo>
                  <a:lnTo>
                    <a:pt x="7257849" y="2860405"/>
                  </a:lnTo>
                  <a:lnTo>
                    <a:pt x="7338814" y="2886320"/>
                  </a:lnTo>
                  <a:lnTo>
                    <a:pt x="7425124" y="2909555"/>
                  </a:lnTo>
                  <a:lnTo>
                    <a:pt x="7515477" y="2930204"/>
                  </a:lnTo>
                  <a:lnTo>
                    <a:pt x="7607673" y="2948273"/>
                  </a:lnTo>
                  <a:lnTo>
                    <a:pt x="7698600" y="2963714"/>
                  </a:lnTo>
                  <a:lnTo>
                    <a:pt x="7784435" y="2976466"/>
                  </a:lnTo>
                  <a:lnTo>
                    <a:pt x="7861104" y="2986519"/>
                  </a:lnTo>
                  <a:lnTo>
                    <a:pt x="7924977" y="2993969"/>
                  </a:lnTo>
                  <a:lnTo>
                    <a:pt x="7973616" y="2999046"/>
                  </a:lnTo>
                  <a:lnTo>
                    <a:pt x="8006376" y="3002122"/>
                  </a:lnTo>
                  <a:lnTo>
                    <a:pt x="8024657" y="3003672"/>
                  </a:lnTo>
                  <a:lnTo>
                    <a:pt x="8031800" y="3004222"/>
                  </a:lnTo>
                  <a:lnTo>
                    <a:pt x="8032819" y="3004295"/>
                  </a:lnTo>
                  <a:lnTo>
                    <a:pt x="8554953" y="3004295"/>
                  </a:lnTo>
                  <a:lnTo>
                    <a:pt x="8554953" y="3004295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718" name="pl718"/>
            <p:cNvSpPr/>
            <p:nvPr/>
          </p:nvSpPr>
          <p:spPr>
            <a:xfrm>
              <a:off x="386606" y="553062"/>
              <a:ext cx="8554953" cy="3004295"/>
            </a:xfrm>
            <a:custGeom>
              <a:avLst/>
              <a:pathLst>
                <a:path w="8554953" h="3004295">
                  <a:moveTo>
                    <a:pt x="8554953" y="3004295"/>
                  </a:moveTo>
                  <a:lnTo>
                    <a:pt x="8032819" y="3004295"/>
                  </a:lnTo>
                  <a:lnTo>
                    <a:pt x="8031677" y="3004213"/>
                  </a:lnTo>
                  <a:lnTo>
                    <a:pt x="8024191" y="3003635"/>
                  </a:lnTo>
                  <a:lnTo>
                    <a:pt x="8005408" y="3002036"/>
                  </a:lnTo>
                  <a:lnTo>
                    <a:pt x="7972054" y="2998891"/>
                  </a:lnTo>
                  <a:lnTo>
                    <a:pt x="7922810" y="2993730"/>
                  </a:lnTo>
                  <a:lnTo>
                    <a:pt x="7858395" y="2986185"/>
                  </a:lnTo>
                  <a:lnTo>
                    <a:pt x="7781304" y="2976029"/>
                  </a:lnTo>
                  <a:lnTo>
                    <a:pt x="7695200" y="2963174"/>
                  </a:lnTo>
                  <a:lnTo>
                    <a:pt x="7604158" y="2947632"/>
                  </a:lnTo>
                  <a:lnTo>
                    <a:pt x="7511981" y="2929464"/>
                  </a:lnTo>
                  <a:lnTo>
                    <a:pt x="7421747" y="2908717"/>
                  </a:lnTo>
                  <a:lnTo>
                    <a:pt x="7335622" y="2885382"/>
                  </a:lnTo>
                  <a:lnTo>
                    <a:pt x="7254876" y="2859362"/>
                  </a:lnTo>
                  <a:lnTo>
                    <a:pt x="7180031" y="2830452"/>
                  </a:lnTo>
                  <a:lnTo>
                    <a:pt x="7111043" y="2798344"/>
                  </a:lnTo>
                  <a:lnTo>
                    <a:pt x="7047481" y="2762624"/>
                  </a:lnTo>
                  <a:lnTo>
                    <a:pt x="6988674" y="2722792"/>
                  </a:lnTo>
                  <a:lnTo>
                    <a:pt x="6933823" y="2678284"/>
                  </a:lnTo>
                  <a:lnTo>
                    <a:pt x="6882081" y="2628526"/>
                  </a:lnTo>
                  <a:lnTo>
                    <a:pt x="6832625" y="2573017"/>
                  </a:lnTo>
                  <a:lnTo>
                    <a:pt x="6786527" y="2513932"/>
                  </a:lnTo>
                  <a:lnTo>
                    <a:pt x="6749843" y="2461933"/>
                  </a:lnTo>
                  <a:lnTo>
                    <a:pt x="6713499" y="2406191"/>
                  </a:lnTo>
                  <a:lnTo>
                    <a:pt x="6677285" y="2346630"/>
                  </a:lnTo>
                  <a:lnTo>
                    <a:pt x="6641031" y="2283231"/>
                  </a:lnTo>
                  <a:lnTo>
                    <a:pt x="6604612" y="2216042"/>
                  </a:lnTo>
                  <a:lnTo>
                    <a:pt x="6567935" y="2145180"/>
                  </a:lnTo>
                  <a:lnTo>
                    <a:pt x="6530945" y="2070838"/>
                  </a:lnTo>
                  <a:lnTo>
                    <a:pt x="6493614" y="1993284"/>
                  </a:lnTo>
                  <a:lnTo>
                    <a:pt x="6455943" y="1912863"/>
                  </a:lnTo>
                  <a:lnTo>
                    <a:pt x="6417960" y="1829990"/>
                  </a:lnTo>
                  <a:lnTo>
                    <a:pt x="6379711" y="1745144"/>
                  </a:lnTo>
                  <a:lnTo>
                    <a:pt x="6341261" y="1658860"/>
                  </a:lnTo>
                  <a:lnTo>
                    <a:pt x="6302687" y="1571710"/>
                  </a:lnTo>
                  <a:lnTo>
                    <a:pt x="6264075" y="1484294"/>
                  </a:lnTo>
                  <a:lnTo>
                    <a:pt x="6225512" y="1397216"/>
                  </a:lnTo>
                  <a:lnTo>
                    <a:pt x="6187082" y="1311074"/>
                  </a:lnTo>
                  <a:lnTo>
                    <a:pt x="6148861" y="1226436"/>
                  </a:lnTo>
                  <a:lnTo>
                    <a:pt x="6110913" y="1143831"/>
                  </a:lnTo>
                  <a:lnTo>
                    <a:pt x="6073282" y="1063731"/>
                  </a:lnTo>
                  <a:lnTo>
                    <a:pt x="6035992" y="986543"/>
                  </a:lnTo>
                  <a:lnTo>
                    <a:pt x="5999041" y="912603"/>
                  </a:lnTo>
                  <a:lnTo>
                    <a:pt x="5962399" y="842170"/>
                  </a:lnTo>
                  <a:lnTo>
                    <a:pt x="5926005" y="775428"/>
                  </a:lnTo>
                  <a:lnTo>
                    <a:pt x="5889763" y="712485"/>
                  </a:lnTo>
                  <a:lnTo>
                    <a:pt x="5853543" y="653381"/>
                  </a:lnTo>
                  <a:lnTo>
                    <a:pt x="5817171" y="598090"/>
                  </a:lnTo>
                  <a:lnTo>
                    <a:pt x="5784835" y="552481"/>
                  </a:lnTo>
                  <a:lnTo>
                    <a:pt x="5736884" y="491169"/>
                  </a:lnTo>
                  <a:lnTo>
                    <a:pt x="5687354" y="435887"/>
                  </a:lnTo>
                  <a:lnTo>
                    <a:pt x="5635509" y="386339"/>
                  </a:lnTo>
                  <a:lnTo>
                    <a:pt x="5580523" y="342020"/>
                  </a:lnTo>
                  <a:lnTo>
                    <a:pt x="5521549" y="302354"/>
                  </a:lnTo>
                  <a:lnTo>
                    <a:pt x="5457792" y="266781"/>
                  </a:lnTo>
                  <a:lnTo>
                    <a:pt x="5388586" y="234802"/>
                  </a:lnTo>
                  <a:lnTo>
                    <a:pt x="5313513" y="206008"/>
                  </a:lnTo>
                  <a:lnTo>
                    <a:pt x="5232548" y="180092"/>
                  </a:lnTo>
                  <a:lnTo>
                    <a:pt x="5146238" y="156858"/>
                  </a:lnTo>
                  <a:lnTo>
                    <a:pt x="5055885" y="136209"/>
                  </a:lnTo>
                  <a:lnTo>
                    <a:pt x="4963689" y="118140"/>
                  </a:lnTo>
                  <a:lnTo>
                    <a:pt x="4872762" y="102699"/>
                  </a:lnTo>
                  <a:lnTo>
                    <a:pt x="4786927" y="89947"/>
                  </a:lnTo>
                  <a:lnTo>
                    <a:pt x="4710258" y="79893"/>
                  </a:lnTo>
                  <a:lnTo>
                    <a:pt x="4646385" y="72444"/>
                  </a:lnTo>
                  <a:lnTo>
                    <a:pt x="4597746" y="67367"/>
                  </a:lnTo>
                  <a:lnTo>
                    <a:pt x="4564986" y="64291"/>
                  </a:lnTo>
                  <a:lnTo>
                    <a:pt x="4546705" y="62741"/>
                  </a:lnTo>
                  <a:lnTo>
                    <a:pt x="4539562" y="62190"/>
                  </a:lnTo>
                  <a:lnTo>
                    <a:pt x="4538543" y="62118"/>
                  </a:lnTo>
                  <a:lnTo>
                    <a:pt x="4016409" y="62118"/>
                  </a:lnTo>
                  <a:lnTo>
                    <a:pt x="4015139" y="62116"/>
                  </a:lnTo>
                  <a:lnTo>
                    <a:pt x="4006839" y="62103"/>
                  </a:lnTo>
                  <a:lnTo>
                    <a:pt x="3986087" y="62065"/>
                  </a:lnTo>
                  <a:lnTo>
                    <a:pt x="3949429" y="61991"/>
                  </a:lnTo>
                  <a:lnTo>
                    <a:pt x="3895687" y="61870"/>
                  </a:lnTo>
                  <a:lnTo>
                    <a:pt x="3826018" y="61694"/>
                  </a:lnTo>
                  <a:lnTo>
                    <a:pt x="3743519" y="61457"/>
                  </a:lnTo>
                  <a:lnTo>
                    <a:pt x="3652449" y="61160"/>
                  </a:lnTo>
                  <a:lnTo>
                    <a:pt x="3557324" y="60802"/>
                  </a:lnTo>
                  <a:lnTo>
                    <a:pt x="3462166" y="60384"/>
                  </a:lnTo>
                  <a:lnTo>
                    <a:pt x="3370059" y="59909"/>
                  </a:lnTo>
                  <a:lnTo>
                    <a:pt x="3283020" y="59374"/>
                  </a:lnTo>
                  <a:lnTo>
                    <a:pt x="3202090" y="58776"/>
                  </a:lnTo>
                  <a:lnTo>
                    <a:pt x="3127539" y="58109"/>
                  </a:lnTo>
                  <a:lnTo>
                    <a:pt x="3059084" y="57366"/>
                  </a:lnTo>
                  <a:lnTo>
                    <a:pt x="2996087" y="56534"/>
                  </a:lnTo>
                  <a:lnTo>
                    <a:pt x="2937705" y="55602"/>
                  </a:lnTo>
                  <a:lnTo>
                    <a:pt x="2883009" y="54556"/>
                  </a:lnTo>
                  <a:lnTo>
                    <a:pt x="2831064" y="53383"/>
                  </a:lnTo>
                  <a:lnTo>
                    <a:pt x="2781013" y="52074"/>
                  </a:lnTo>
                  <a:lnTo>
                    <a:pt x="2770117" y="51765"/>
                  </a:lnTo>
                  <a:lnTo>
                    <a:pt x="2715881" y="50110"/>
                  </a:lnTo>
                  <a:lnTo>
                    <a:pt x="2662166" y="48279"/>
                  </a:lnTo>
                  <a:lnTo>
                    <a:pt x="2608386" y="46271"/>
                  </a:lnTo>
                  <a:lnTo>
                    <a:pt x="2554151" y="44089"/>
                  </a:lnTo>
                  <a:lnTo>
                    <a:pt x="2499239" y="41745"/>
                  </a:lnTo>
                  <a:lnTo>
                    <a:pt x="2443579" y="39259"/>
                  </a:lnTo>
                  <a:lnTo>
                    <a:pt x="2387227" y="36657"/>
                  </a:lnTo>
                  <a:lnTo>
                    <a:pt x="2330345" y="33973"/>
                  </a:lnTo>
                  <a:lnTo>
                    <a:pt x="2273167" y="31245"/>
                  </a:lnTo>
                  <a:lnTo>
                    <a:pt x="2215971" y="28514"/>
                  </a:lnTo>
                  <a:lnTo>
                    <a:pt x="2159033" y="25822"/>
                  </a:lnTo>
                  <a:lnTo>
                    <a:pt x="2102597" y="23207"/>
                  </a:lnTo>
                  <a:lnTo>
                    <a:pt x="2046837" y="20703"/>
                  </a:lnTo>
                  <a:lnTo>
                    <a:pt x="1991825" y="18339"/>
                  </a:lnTo>
                  <a:lnTo>
                    <a:pt x="1937507" y="16134"/>
                  </a:lnTo>
                  <a:lnTo>
                    <a:pt x="1883684" y="14102"/>
                  </a:lnTo>
                  <a:lnTo>
                    <a:pt x="1829990" y="12247"/>
                  </a:lnTo>
                  <a:lnTo>
                    <a:pt x="1775867" y="10568"/>
                  </a:lnTo>
                  <a:lnTo>
                    <a:pt x="1768425" y="10353"/>
                  </a:lnTo>
                  <a:lnTo>
                    <a:pt x="1718692" y="9013"/>
                  </a:lnTo>
                  <a:lnTo>
                    <a:pt x="1667236" y="7810"/>
                  </a:lnTo>
                  <a:lnTo>
                    <a:pt x="1613227" y="6737"/>
                  </a:lnTo>
                  <a:lnTo>
                    <a:pt x="1555743" y="5781"/>
                  </a:lnTo>
                  <a:lnTo>
                    <a:pt x="1493845" y="4928"/>
                  </a:lnTo>
                  <a:lnTo>
                    <a:pt x="1426662" y="4166"/>
                  </a:lnTo>
                  <a:lnTo>
                    <a:pt x="1353500" y="3483"/>
                  </a:lnTo>
                  <a:lnTo>
                    <a:pt x="1273982" y="2871"/>
                  </a:lnTo>
                  <a:lnTo>
                    <a:pt x="1188235" y="2323"/>
                  </a:lnTo>
                  <a:lnTo>
                    <a:pt x="1097113" y="1834"/>
                  </a:lnTo>
                  <a:lnTo>
                    <a:pt x="1002402" y="1404"/>
                  </a:lnTo>
                  <a:lnTo>
                    <a:pt x="906951" y="1032"/>
                  </a:lnTo>
                  <a:lnTo>
                    <a:pt x="814602" y="721"/>
                  </a:lnTo>
                  <a:lnTo>
                    <a:pt x="729816" y="471"/>
                  </a:lnTo>
                  <a:lnTo>
                    <a:pt x="656986" y="282"/>
                  </a:lnTo>
                  <a:lnTo>
                    <a:pt x="599541" y="149"/>
                  </a:lnTo>
                  <a:lnTo>
                    <a:pt x="559119" y="66"/>
                  </a:lnTo>
                  <a:lnTo>
                    <a:pt x="535069" y="21"/>
                  </a:lnTo>
                  <a:lnTo>
                    <a:pt x="524416" y="3"/>
                  </a:lnTo>
                  <a:lnTo>
                    <a:pt x="522147" y="0"/>
                  </a:lnTo>
                  <a:lnTo>
                    <a:pt x="522133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719" name="pg719"/>
            <p:cNvSpPr/>
            <p:nvPr/>
          </p:nvSpPr>
          <p:spPr>
            <a:xfrm>
              <a:off x="386606" y="586945"/>
              <a:ext cx="8554953" cy="3399597"/>
            </a:xfrm>
            <a:custGeom>
              <a:avLst/>
              <a:pathLst>
                <a:path w="8554953" h="3399597">
                  <a:moveTo>
                    <a:pt x="0" y="16941"/>
                  </a:moveTo>
                  <a:lnTo>
                    <a:pt x="522133" y="16941"/>
                  </a:lnTo>
                  <a:lnTo>
                    <a:pt x="523403" y="16944"/>
                  </a:lnTo>
                  <a:lnTo>
                    <a:pt x="531703" y="16964"/>
                  </a:lnTo>
                  <a:lnTo>
                    <a:pt x="552453" y="17018"/>
                  </a:lnTo>
                  <a:lnTo>
                    <a:pt x="589109" y="17126"/>
                  </a:lnTo>
                  <a:lnTo>
                    <a:pt x="642849" y="17302"/>
                  </a:lnTo>
                  <a:lnTo>
                    <a:pt x="712515" y="17559"/>
                  </a:lnTo>
                  <a:lnTo>
                    <a:pt x="795011" y="17902"/>
                  </a:lnTo>
                  <a:lnTo>
                    <a:pt x="886078" y="18335"/>
                  </a:lnTo>
                  <a:lnTo>
                    <a:pt x="981201" y="18856"/>
                  </a:lnTo>
                  <a:lnTo>
                    <a:pt x="1076358" y="19463"/>
                  </a:lnTo>
                  <a:lnTo>
                    <a:pt x="1168464" y="20155"/>
                  </a:lnTo>
                  <a:lnTo>
                    <a:pt x="1255503" y="20933"/>
                  </a:lnTo>
                  <a:lnTo>
                    <a:pt x="1336432" y="21803"/>
                  </a:lnTo>
                  <a:lnTo>
                    <a:pt x="1410983" y="22772"/>
                  </a:lnTo>
                  <a:lnTo>
                    <a:pt x="1479439" y="23853"/>
                  </a:lnTo>
                  <a:lnTo>
                    <a:pt x="1542437" y="25063"/>
                  </a:lnTo>
                  <a:lnTo>
                    <a:pt x="1600818" y="26418"/>
                  </a:lnTo>
                  <a:lnTo>
                    <a:pt x="1655514" y="27940"/>
                  </a:lnTo>
                  <a:lnTo>
                    <a:pt x="1707459" y="29647"/>
                  </a:lnTo>
                  <a:lnTo>
                    <a:pt x="1757510" y="31551"/>
                  </a:lnTo>
                  <a:lnTo>
                    <a:pt x="1768425" y="32000"/>
                  </a:lnTo>
                  <a:lnTo>
                    <a:pt x="1822636" y="34407"/>
                  </a:lnTo>
                  <a:lnTo>
                    <a:pt x="1876325" y="37068"/>
                  </a:lnTo>
                  <a:lnTo>
                    <a:pt x="1930079" y="39988"/>
                  </a:lnTo>
                  <a:lnTo>
                    <a:pt x="1984287" y="43159"/>
                  </a:lnTo>
                  <a:lnTo>
                    <a:pt x="2039171" y="46566"/>
                  </a:lnTo>
                  <a:lnTo>
                    <a:pt x="2094803" y="50180"/>
                  </a:lnTo>
                  <a:lnTo>
                    <a:pt x="2151126" y="53963"/>
                  </a:lnTo>
                  <a:lnTo>
                    <a:pt x="2207980" y="57865"/>
                  </a:lnTo>
                  <a:lnTo>
                    <a:pt x="2265130" y="61830"/>
                  </a:lnTo>
                  <a:lnTo>
                    <a:pt x="2322300" y="65801"/>
                  </a:lnTo>
                  <a:lnTo>
                    <a:pt x="2379213" y="69715"/>
                  </a:lnTo>
                  <a:lnTo>
                    <a:pt x="2435625" y="73518"/>
                  </a:lnTo>
                  <a:lnTo>
                    <a:pt x="2491363" y="77159"/>
                  </a:lnTo>
                  <a:lnTo>
                    <a:pt x="2546354" y="80598"/>
                  </a:lnTo>
                  <a:lnTo>
                    <a:pt x="2600650" y="83805"/>
                  </a:lnTo>
                  <a:lnTo>
                    <a:pt x="2654450" y="86762"/>
                  </a:lnTo>
                  <a:lnTo>
                    <a:pt x="2708117" y="89461"/>
                  </a:lnTo>
                  <a:lnTo>
                    <a:pt x="2762208" y="91904"/>
                  </a:lnTo>
                  <a:lnTo>
                    <a:pt x="2770117" y="92237"/>
                  </a:lnTo>
                  <a:lnTo>
                    <a:pt x="2819849" y="94185"/>
                  </a:lnTo>
                  <a:lnTo>
                    <a:pt x="2871305" y="95934"/>
                  </a:lnTo>
                  <a:lnTo>
                    <a:pt x="2925312" y="97496"/>
                  </a:lnTo>
                  <a:lnTo>
                    <a:pt x="2982794" y="98887"/>
                  </a:lnTo>
                  <a:lnTo>
                    <a:pt x="3044691" y="100127"/>
                  </a:lnTo>
                  <a:lnTo>
                    <a:pt x="3111872" y="101235"/>
                  </a:lnTo>
                  <a:lnTo>
                    <a:pt x="3185032" y="102228"/>
                  </a:lnTo>
                  <a:lnTo>
                    <a:pt x="3264548" y="103119"/>
                  </a:lnTo>
                  <a:lnTo>
                    <a:pt x="3350291" y="103917"/>
                  </a:lnTo>
                  <a:lnTo>
                    <a:pt x="3441411" y="104628"/>
                  </a:lnTo>
                  <a:lnTo>
                    <a:pt x="3536120" y="105253"/>
                  </a:lnTo>
                  <a:lnTo>
                    <a:pt x="3631569" y="105794"/>
                  </a:lnTo>
                  <a:lnTo>
                    <a:pt x="3723918" y="106246"/>
                  </a:lnTo>
                  <a:lnTo>
                    <a:pt x="3808705" y="106610"/>
                  </a:lnTo>
                  <a:lnTo>
                    <a:pt x="3881537" y="106885"/>
                  </a:lnTo>
                  <a:lnTo>
                    <a:pt x="3938986" y="107078"/>
                  </a:lnTo>
                  <a:lnTo>
                    <a:pt x="3979412" y="107200"/>
                  </a:lnTo>
                  <a:lnTo>
                    <a:pt x="4003467" y="107265"/>
                  </a:lnTo>
                  <a:lnTo>
                    <a:pt x="4014124" y="107291"/>
                  </a:lnTo>
                  <a:lnTo>
                    <a:pt x="4016409" y="107296"/>
                  </a:lnTo>
                  <a:lnTo>
                    <a:pt x="4538543" y="107296"/>
                  </a:lnTo>
                  <a:lnTo>
                    <a:pt x="4539658" y="107384"/>
                  </a:lnTo>
                  <a:lnTo>
                    <a:pt x="4546967" y="108015"/>
                  </a:lnTo>
                  <a:lnTo>
                    <a:pt x="4565321" y="109761"/>
                  </a:lnTo>
                  <a:lnTo>
                    <a:pt x="4597951" y="113192"/>
                  </a:lnTo>
                  <a:lnTo>
                    <a:pt x="4646202" y="118828"/>
                  </a:lnTo>
                  <a:lnTo>
                    <a:pt x="4709442" y="127074"/>
                  </a:lnTo>
                  <a:lnTo>
                    <a:pt x="4785307" y="138184"/>
                  </a:lnTo>
                  <a:lnTo>
                    <a:pt x="4870263" y="152264"/>
                  </a:lnTo>
                  <a:lnTo>
                    <a:pt x="4960340" y="169303"/>
                  </a:lnTo>
                  <a:lnTo>
                    <a:pt x="5051789" y="189239"/>
                  </a:lnTo>
                  <a:lnTo>
                    <a:pt x="5141543" y="212015"/>
                  </a:lnTo>
                  <a:lnTo>
                    <a:pt x="5227412" y="237634"/>
                  </a:lnTo>
                  <a:lnTo>
                    <a:pt x="5308077" y="266193"/>
                  </a:lnTo>
                  <a:lnTo>
                    <a:pt x="5382963" y="297901"/>
                  </a:lnTo>
                  <a:lnTo>
                    <a:pt x="5452061" y="333085"/>
                  </a:lnTo>
                  <a:lnTo>
                    <a:pt x="5515753" y="372180"/>
                  </a:lnTo>
                  <a:lnTo>
                    <a:pt x="5574671" y="415725"/>
                  </a:lnTo>
                  <a:lnTo>
                    <a:pt x="5629584" y="464325"/>
                  </a:lnTo>
                  <a:lnTo>
                    <a:pt x="5681315" y="518611"/>
                  </a:lnTo>
                  <a:lnTo>
                    <a:pt x="5730675" y="579151"/>
                  </a:lnTo>
                  <a:lnTo>
                    <a:pt x="5778398" y="646307"/>
                  </a:lnTo>
                  <a:lnTo>
                    <a:pt x="5784835" y="656013"/>
                  </a:lnTo>
                  <a:lnTo>
                    <a:pt x="5819894" y="711518"/>
                  </a:lnTo>
                  <a:lnTo>
                    <a:pt x="5854632" y="770843"/>
                  </a:lnTo>
                  <a:lnTo>
                    <a:pt x="5889237" y="834066"/>
                  </a:lnTo>
                  <a:lnTo>
                    <a:pt x="5923860" y="901210"/>
                  </a:lnTo>
                  <a:lnTo>
                    <a:pt x="5958617" y="972240"/>
                  </a:lnTo>
                  <a:lnTo>
                    <a:pt x="5993592" y="1047055"/>
                  </a:lnTo>
                  <a:lnTo>
                    <a:pt x="6028844" y="1125486"/>
                  </a:lnTo>
                  <a:lnTo>
                    <a:pt x="6064401" y="1207293"/>
                  </a:lnTo>
                  <a:lnTo>
                    <a:pt x="6100272" y="1292164"/>
                  </a:lnTo>
                  <a:lnTo>
                    <a:pt x="6136441" y="1379718"/>
                  </a:lnTo>
                  <a:lnTo>
                    <a:pt x="6172874" y="1469513"/>
                  </a:lnTo>
                  <a:lnTo>
                    <a:pt x="6209522" y="1561052"/>
                  </a:lnTo>
                  <a:lnTo>
                    <a:pt x="6246321" y="1653791"/>
                  </a:lnTo>
                  <a:lnTo>
                    <a:pt x="6283200" y="1747160"/>
                  </a:lnTo>
                  <a:lnTo>
                    <a:pt x="6320085" y="1840569"/>
                  </a:lnTo>
                  <a:lnTo>
                    <a:pt x="6356899" y="1933428"/>
                  </a:lnTo>
                  <a:lnTo>
                    <a:pt x="6393571" y="2025160"/>
                  </a:lnTo>
                  <a:lnTo>
                    <a:pt x="6430036" y="2115219"/>
                  </a:lnTo>
                  <a:lnTo>
                    <a:pt x="6466243" y="2203102"/>
                  </a:lnTo>
                  <a:lnTo>
                    <a:pt x="6502155" y="2288357"/>
                  </a:lnTo>
                  <a:lnTo>
                    <a:pt x="6537755" y="2370595"/>
                  </a:lnTo>
                  <a:lnTo>
                    <a:pt x="6573046" y="2449496"/>
                  </a:lnTo>
                  <a:lnTo>
                    <a:pt x="6608056" y="2524809"/>
                  </a:lnTo>
                  <a:lnTo>
                    <a:pt x="6642838" y="2596356"/>
                  </a:lnTo>
                  <a:lnTo>
                    <a:pt x="6677473" y="2664026"/>
                  </a:lnTo>
                  <a:lnTo>
                    <a:pt x="6712073" y="2727775"/>
                  </a:lnTo>
                  <a:lnTo>
                    <a:pt x="6746783" y="2787621"/>
                  </a:lnTo>
                  <a:lnTo>
                    <a:pt x="6781786" y="2843634"/>
                  </a:lnTo>
                  <a:lnTo>
                    <a:pt x="6786527" y="2850880"/>
                  </a:lnTo>
                  <a:lnTo>
                    <a:pt x="6834076" y="2918948"/>
                  </a:lnTo>
                  <a:lnTo>
                    <a:pt x="6883171" y="2980379"/>
                  </a:lnTo>
                  <a:lnTo>
                    <a:pt x="6934531" y="3035490"/>
                  </a:lnTo>
                  <a:lnTo>
                    <a:pt x="6988959" y="3084831"/>
                  </a:lnTo>
                  <a:lnTo>
                    <a:pt x="7047282" y="3129030"/>
                  </a:lnTo>
                  <a:lnTo>
                    <a:pt x="7110280" y="3168701"/>
                  </a:lnTo>
                  <a:lnTo>
                    <a:pt x="7178609" y="3204391"/>
                  </a:lnTo>
                  <a:lnTo>
                    <a:pt x="7252693" y="3236553"/>
                  </a:lnTo>
                  <a:lnTo>
                    <a:pt x="7332587" y="3265529"/>
                  </a:lnTo>
                  <a:lnTo>
                    <a:pt x="7417803" y="3291542"/>
                  </a:lnTo>
                  <a:lnTo>
                    <a:pt x="7507135" y="3314704"/>
                  </a:lnTo>
                  <a:lnTo>
                    <a:pt x="7598515" y="3335031"/>
                  </a:lnTo>
                  <a:lnTo>
                    <a:pt x="7688989" y="3352471"/>
                  </a:lnTo>
                  <a:lnTo>
                    <a:pt x="7774882" y="3366958"/>
                  </a:lnTo>
                  <a:lnTo>
                    <a:pt x="7852216" y="3378471"/>
                  </a:lnTo>
                  <a:lnTo>
                    <a:pt x="7917356" y="3387098"/>
                  </a:lnTo>
                  <a:lnTo>
                    <a:pt x="7967738" y="3393070"/>
                  </a:lnTo>
                  <a:lnTo>
                    <a:pt x="8002470" y="3396774"/>
                  </a:lnTo>
                  <a:lnTo>
                    <a:pt x="8022626" y="3398717"/>
                  </a:lnTo>
                  <a:lnTo>
                    <a:pt x="8031194" y="3399466"/>
                  </a:lnTo>
                  <a:lnTo>
                    <a:pt x="8032819" y="3399597"/>
                  </a:lnTo>
                  <a:lnTo>
                    <a:pt x="8554953" y="3399597"/>
                  </a:lnTo>
                  <a:lnTo>
                    <a:pt x="8554953" y="3382655"/>
                  </a:lnTo>
                  <a:lnTo>
                    <a:pt x="8032819" y="3382655"/>
                  </a:lnTo>
                  <a:lnTo>
                    <a:pt x="8031704" y="3382567"/>
                  </a:lnTo>
                  <a:lnTo>
                    <a:pt x="8024395" y="3381935"/>
                  </a:lnTo>
                  <a:lnTo>
                    <a:pt x="8006041" y="3380190"/>
                  </a:lnTo>
                  <a:lnTo>
                    <a:pt x="7973411" y="3376759"/>
                  </a:lnTo>
                  <a:lnTo>
                    <a:pt x="7925160" y="3371123"/>
                  </a:lnTo>
                  <a:lnTo>
                    <a:pt x="7861920" y="3362877"/>
                  </a:lnTo>
                  <a:lnTo>
                    <a:pt x="7786055" y="3351767"/>
                  </a:lnTo>
                  <a:lnTo>
                    <a:pt x="7701099" y="3337687"/>
                  </a:lnTo>
                  <a:lnTo>
                    <a:pt x="7611022" y="3320647"/>
                  </a:lnTo>
                  <a:lnTo>
                    <a:pt x="7519573" y="3300712"/>
                  </a:lnTo>
                  <a:lnTo>
                    <a:pt x="7429819" y="3277936"/>
                  </a:lnTo>
                  <a:lnTo>
                    <a:pt x="7343950" y="3252317"/>
                  </a:lnTo>
                  <a:lnTo>
                    <a:pt x="7263285" y="3223758"/>
                  </a:lnTo>
                  <a:lnTo>
                    <a:pt x="7188399" y="3192049"/>
                  </a:lnTo>
                  <a:lnTo>
                    <a:pt x="7119301" y="3156866"/>
                  </a:lnTo>
                  <a:lnTo>
                    <a:pt x="7055609" y="3117770"/>
                  </a:lnTo>
                  <a:lnTo>
                    <a:pt x="6996691" y="3074226"/>
                  </a:lnTo>
                  <a:lnTo>
                    <a:pt x="6941778" y="3025626"/>
                  </a:lnTo>
                  <a:lnTo>
                    <a:pt x="6890047" y="2971339"/>
                  </a:lnTo>
                  <a:lnTo>
                    <a:pt x="6840687" y="2910799"/>
                  </a:lnTo>
                  <a:lnTo>
                    <a:pt x="6792964" y="2843644"/>
                  </a:lnTo>
                  <a:lnTo>
                    <a:pt x="6786527" y="2833938"/>
                  </a:lnTo>
                  <a:lnTo>
                    <a:pt x="6751468" y="2778433"/>
                  </a:lnTo>
                  <a:lnTo>
                    <a:pt x="6716730" y="2719107"/>
                  </a:lnTo>
                  <a:lnTo>
                    <a:pt x="6682125" y="2655885"/>
                  </a:lnTo>
                  <a:lnTo>
                    <a:pt x="6647502" y="2588741"/>
                  </a:lnTo>
                  <a:lnTo>
                    <a:pt x="6612745" y="2517711"/>
                  </a:lnTo>
                  <a:lnTo>
                    <a:pt x="6577770" y="2442896"/>
                  </a:lnTo>
                  <a:lnTo>
                    <a:pt x="6542518" y="2364464"/>
                  </a:lnTo>
                  <a:lnTo>
                    <a:pt x="6506961" y="2282658"/>
                  </a:lnTo>
                  <a:lnTo>
                    <a:pt x="6471090" y="2197787"/>
                  </a:lnTo>
                  <a:lnTo>
                    <a:pt x="6434921" y="2110233"/>
                  </a:lnTo>
                  <a:lnTo>
                    <a:pt x="6398488" y="2020438"/>
                  </a:lnTo>
                  <a:lnTo>
                    <a:pt x="6361840" y="1928899"/>
                  </a:lnTo>
                  <a:lnTo>
                    <a:pt x="6325041" y="1836159"/>
                  </a:lnTo>
                  <a:lnTo>
                    <a:pt x="6288162" y="1742790"/>
                  </a:lnTo>
                  <a:lnTo>
                    <a:pt x="6251277" y="1649382"/>
                  </a:lnTo>
                  <a:lnTo>
                    <a:pt x="6214463" y="1556523"/>
                  </a:lnTo>
                  <a:lnTo>
                    <a:pt x="6177791" y="1464791"/>
                  </a:lnTo>
                  <a:lnTo>
                    <a:pt x="6141326" y="1374731"/>
                  </a:lnTo>
                  <a:lnTo>
                    <a:pt x="6105119" y="1286849"/>
                  </a:lnTo>
                  <a:lnTo>
                    <a:pt x="6069207" y="1201594"/>
                  </a:lnTo>
                  <a:lnTo>
                    <a:pt x="6033607" y="1119355"/>
                  </a:lnTo>
                  <a:lnTo>
                    <a:pt x="5998316" y="1040454"/>
                  </a:lnTo>
                  <a:lnTo>
                    <a:pt x="5963306" y="965141"/>
                  </a:lnTo>
                  <a:lnTo>
                    <a:pt x="5928524" y="893595"/>
                  </a:lnTo>
                  <a:lnTo>
                    <a:pt x="5893889" y="825925"/>
                  </a:lnTo>
                  <a:lnTo>
                    <a:pt x="5859289" y="762175"/>
                  </a:lnTo>
                  <a:lnTo>
                    <a:pt x="5824579" y="702330"/>
                  </a:lnTo>
                  <a:lnTo>
                    <a:pt x="5789576" y="646317"/>
                  </a:lnTo>
                  <a:lnTo>
                    <a:pt x="5784835" y="639071"/>
                  </a:lnTo>
                  <a:lnTo>
                    <a:pt x="5737286" y="571003"/>
                  </a:lnTo>
                  <a:lnTo>
                    <a:pt x="5688191" y="509572"/>
                  </a:lnTo>
                  <a:lnTo>
                    <a:pt x="5636831" y="454461"/>
                  </a:lnTo>
                  <a:lnTo>
                    <a:pt x="5582403" y="405120"/>
                  </a:lnTo>
                  <a:lnTo>
                    <a:pt x="5524080" y="360921"/>
                  </a:lnTo>
                  <a:lnTo>
                    <a:pt x="5461082" y="321250"/>
                  </a:lnTo>
                  <a:lnTo>
                    <a:pt x="5392753" y="285559"/>
                  </a:lnTo>
                  <a:lnTo>
                    <a:pt x="5318669" y="253397"/>
                  </a:lnTo>
                  <a:lnTo>
                    <a:pt x="5238775" y="224422"/>
                  </a:lnTo>
                  <a:lnTo>
                    <a:pt x="5153559" y="198409"/>
                  </a:lnTo>
                  <a:lnTo>
                    <a:pt x="5064227" y="175247"/>
                  </a:lnTo>
                  <a:lnTo>
                    <a:pt x="4972847" y="154920"/>
                  </a:lnTo>
                  <a:lnTo>
                    <a:pt x="4882373" y="137480"/>
                  </a:lnTo>
                  <a:lnTo>
                    <a:pt x="4796480" y="122993"/>
                  </a:lnTo>
                  <a:lnTo>
                    <a:pt x="4719146" y="111479"/>
                  </a:lnTo>
                  <a:lnTo>
                    <a:pt x="4654006" y="102853"/>
                  </a:lnTo>
                  <a:lnTo>
                    <a:pt x="4603624" y="96881"/>
                  </a:lnTo>
                  <a:lnTo>
                    <a:pt x="4568892" y="93176"/>
                  </a:lnTo>
                  <a:lnTo>
                    <a:pt x="4548735" y="91234"/>
                  </a:lnTo>
                  <a:lnTo>
                    <a:pt x="4540168" y="90484"/>
                  </a:lnTo>
                  <a:lnTo>
                    <a:pt x="4538543" y="90354"/>
                  </a:lnTo>
                  <a:lnTo>
                    <a:pt x="4016409" y="90354"/>
                  </a:lnTo>
                  <a:lnTo>
                    <a:pt x="4015140" y="90351"/>
                  </a:lnTo>
                  <a:lnTo>
                    <a:pt x="4006839" y="90332"/>
                  </a:lnTo>
                  <a:lnTo>
                    <a:pt x="3986089" y="90277"/>
                  </a:lnTo>
                  <a:lnTo>
                    <a:pt x="3949433" y="90169"/>
                  </a:lnTo>
                  <a:lnTo>
                    <a:pt x="3895693" y="89993"/>
                  </a:lnTo>
                  <a:lnTo>
                    <a:pt x="3826027" y="89737"/>
                  </a:lnTo>
                  <a:lnTo>
                    <a:pt x="3743531" y="89393"/>
                  </a:lnTo>
                  <a:lnTo>
                    <a:pt x="3652464" y="88960"/>
                  </a:lnTo>
                  <a:lnTo>
                    <a:pt x="3557341" y="88439"/>
                  </a:lnTo>
                  <a:lnTo>
                    <a:pt x="3462184" y="87832"/>
                  </a:lnTo>
                  <a:lnTo>
                    <a:pt x="3370078" y="87140"/>
                  </a:lnTo>
                  <a:lnTo>
                    <a:pt x="3283039" y="86362"/>
                  </a:lnTo>
                  <a:lnTo>
                    <a:pt x="3202110" y="85492"/>
                  </a:lnTo>
                  <a:lnTo>
                    <a:pt x="3127559" y="84523"/>
                  </a:lnTo>
                  <a:lnTo>
                    <a:pt x="3059103" y="83442"/>
                  </a:lnTo>
                  <a:lnTo>
                    <a:pt x="2996105" y="82233"/>
                  </a:lnTo>
                  <a:lnTo>
                    <a:pt x="2937724" y="80877"/>
                  </a:lnTo>
                  <a:lnTo>
                    <a:pt x="2883028" y="79355"/>
                  </a:lnTo>
                  <a:lnTo>
                    <a:pt x="2831083" y="77648"/>
                  </a:lnTo>
                  <a:lnTo>
                    <a:pt x="2781032" y="75744"/>
                  </a:lnTo>
                  <a:lnTo>
                    <a:pt x="2770117" y="75295"/>
                  </a:lnTo>
                  <a:lnTo>
                    <a:pt x="2715906" y="72889"/>
                  </a:lnTo>
                  <a:lnTo>
                    <a:pt x="2662217" y="70227"/>
                  </a:lnTo>
                  <a:lnTo>
                    <a:pt x="2608463" y="67308"/>
                  </a:lnTo>
                  <a:lnTo>
                    <a:pt x="2554255" y="64136"/>
                  </a:lnTo>
                  <a:lnTo>
                    <a:pt x="2499371" y="60729"/>
                  </a:lnTo>
                  <a:lnTo>
                    <a:pt x="2443739" y="57115"/>
                  </a:lnTo>
                  <a:lnTo>
                    <a:pt x="2387416" y="53333"/>
                  </a:lnTo>
                  <a:lnTo>
                    <a:pt x="2330562" y="49431"/>
                  </a:lnTo>
                  <a:lnTo>
                    <a:pt x="2273412" y="45465"/>
                  </a:lnTo>
                  <a:lnTo>
                    <a:pt x="2216242" y="41495"/>
                  </a:lnTo>
                  <a:lnTo>
                    <a:pt x="2159329" y="37580"/>
                  </a:lnTo>
                  <a:lnTo>
                    <a:pt x="2102918" y="33777"/>
                  </a:lnTo>
                  <a:lnTo>
                    <a:pt x="2047179" y="30136"/>
                  </a:lnTo>
                  <a:lnTo>
                    <a:pt x="1992188" y="26697"/>
                  </a:lnTo>
                  <a:lnTo>
                    <a:pt x="1937892" y="23490"/>
                  </a:lnTo>
                  <a:lnTo>
                    <a:pt x="1884092" y="20533"/>
                  </a:lnTo>
                  <a:lnTo>
                    <a:pt x="1830425" y="17835"/>
                  </a:lnTo>
                  <a:lnTo>
                    <a:pt x="1776334" y="15392"/>
                  </a:lnTo>
                  <a:lnTo>
                    <a:pt x="1768425" y="15059"/>
                  </a:lnTo>
                  <a:lnTo>
                    <a:pt x="1718693" y="13110"/>
                  </a:lnTo>
                  <a:lnTo>
                    <a:pt x="1667238" y="11361"/>
                  </a:lnTo>
                  <a:lnTo>
                    <a:pt x="1613231" y="9799"/>
                  </a:lnTo>
                  <a:lnTo>
                    <a:pt x="1555748" y="8408"/>
                  </a:lnTo>
                  <a:lnTo>
                    <a:pt x="1493851" y="7168"/>
                  </a:lnTo>
                  <a:lnTo>
                    <a:pt x="1426670" y="6060"/>
                  </a:lnTo>
                  <a:lnTo>
                    <a:pt x="1353510" y="5067"/>
                  </a:lnTo>
                  <a:lnTo>
                    <a:pt x="1273994" y="4177"/>
                  </a:lnTo>
                  <a:lnTo>
                    <a:pt x="1188251" y="3379"/>
                  </a:lnTo>
                  <a:lnTo>
                    <a:pt x="1097131" y="2668"/>
                  </a:lnTo>
                  <a:lnTo>
                    <a:pt x="1002422" y="2042"/>
                  </a:lnTo>
                  <a:lnTo>
                    <a:pt x="906973" y="1502"/>
                  </a:lnTo>
                  <a:lnTo>
                    <a:pt x="814624" y="1049"/>
                  </a:lnTo>
                  <a:lnTo>
                    <a:pt x="729838" y="686"/>
                  </a:lnTo>
                  <a:lnTo>
                    <a:pt x="657005" y="410"/>
                  </a:lnTo>
                  <a:lnTo>
                    <a:pt x="599556" y="217"/>
                  </a:lnTo>
                  <a:lnTo>
                    <a:pt x="559130" y="96"/>
                  </a:lnTo>
                  <a:lnTo>
                    <a:pt x="535075" y="31"/>
                  </a:lnTo>
                  <a:lnTo>
                    <a:pt x="524418" y="5"/>
                  </a:lnTo>
                  <a:lnTo>
                    <a:pt x="5221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720" name="pl720"/>
            <p:cNvSpPr/>
            <p:nvPr/>
          </p:nvSpPr>
          <p:spPr>
            <a:xfrm>
              <a:off x="386606" y="603886"/>
              <a:ext cx="8554953" cy="3382655"/>
            </a:xfrm>
            <a:custGeom>
              <a:avLst/>
              <a:pathLst>
                <a:path w="8554953" h="3382655">
                  <a:moveTo>
                    <a:pt x="0" y="0"/>
                  </a:moveTo>
                  <a:lnTo>
                    <a:pt x="522133" y="0"/>
                  </a:lnTo>
                  <a:lnTo>
                    <a:pt x="523403" y="2"/>
                  </a:lnTo>
                  <a:lnTo>
                    <a:pt x="531703" y="22"/>
                  </a:lnTo>
                  <a:lnTo>
                    <a:pt x="552453" y="77"/>
                  </a:lnTo>
                  <a:lnTo>
                    <a:pt x="589109" y="184"/>
                  </a:lnTo>
                  <a:lnTo>
                    <a:pt x="642849" y="361"/>
                  </a:lnTo>
                  <a:lnTo>
                    <a:pt x="712515" y="617"/>
                  </a:lnTo>
                  <a:lnTo>
                    <a:pt x="795011" y="961"/>
                  </a:lnTo>
                  <a:lnTo>
                    <a:pt x="886078" y="1394"/>
                  </a:lnTo>
                  <a:lnTo>
                    <a:pt x="981201" y="1915"/>
                  </a:lnTo>
                  <a:lnTo>
                    <a:pt x="1076358" y="2522"/>
                  </a:lnTo>
                  <a:lnTo>
                    <a:pt x="1168464" y="3214"/>
                  </a:lnTo>
                  <a:lnTo>
                    <a:pt x="1255503" y="3992"/>
                  </a:lnTo>
                  <a:lnTo>
                    <a:pt x="1336432" y="4861"/>
                  </a:lnTo>
                  <a:lnTo>
                    <a:pt x="1410983" y="5830"/>
                  </a:lnTo>
                  <a:lnTo>
                    <a:pt x="1479439" y="6912"/>
                  </a:lnTo>
                  <a:lnTo>
                    <a:pt x="1542437" y="8121"/>
                  </a:lnTo>
                  <a:lnTo>
                    <a:pt x="1600818" y="9477"/>
                  </a:lnTo>
                  <a:lnTo>
                    <a:pt x="1655514" y="10999"/>
                  </a:lnTo>
                  <a:lnTo>
                    <a:pt x="1707459" y="12705"/>
                  </a:lnTo>
                  <a:lnTo>
                    <a:pt x="1757510" y="14609"/>
                  </a:lnTo>
                  <a:lnTo>
                    <a:pt x="1768425" y="15059"/>
                  </a:lnTo>
                  <a:lnTo>
                    <a:pt x="1822636" y="17465"/>
                  </a:lnTo>
                  <a:lnTo>
                    <a:pt x="1876325" y="20127"/>
                  </a:lnTo>
                  <a:lnTo>
                    <a:pt x="1930079" y="23046"/>
                  </a:lnTo>
                  <a:lnTo>
                    <a:pt x="1984287" y="26218"/>
                  </a:lnTo>
                  <a:lnTo>
                    <a:pt x="2039171" y="29625"/>
                  </a:lnTo>
                  <a:lnTo>
                    <a:pt x="2094803" y="33239"/>
                  </a:lnTo>
                  <a:lnTo>
                    <a:pt x="2151126" y="37021"/>
                  </a:lnTo>
                  <a:lnTo>
                    <a:pt x="2207980" y="40923"/>
                  </a:lnTo>
                  <a:lnTo>
                    <a:pt x="2265130" y="44889"/>
                  </a:lnTo>
                  <a:lnTo>
                    <a:pt x="2322300" y="48859"/>
                  </a:lnTo>
                  <a:lnTo>
                    <a:pt x="2379213" y="52774"/>
                  </a:lnTo>
                  <a:lnTo>
                    <a:pt x="2435625" y="56577"/>
                  </a:lnTo>
                  <a:lnTo>
                    <a:pt x="2491363" y="60218"/>
                  </a:lnTo>
                  <a:lnTo>
                    <a:pt x="2546354" y="63657"/>
                  </a:lnTo>
                  <a:lnTo>
                    <a:pt x="2600650" y="66864"/>
                  </a:lnTo>
                  <a:lnTo>
                    <a:pt x="2654450" y="69820"/>
                  </a:lnTo>
                  <a:lnTo>
                    <a:pt x="2708117" y="72519"/>
                  </a:lnTo>
                  <a:lnTo>
                    <a:pt x="2762208" y="74962"/>
                  </a:lnTo>
                  <a:lnTo>
                    <a:pt x="2770117" y="75295"/>
                  </a:lnTo>
                  <a:lnTo>
                    <a:pt x="2819849" y="77243"/>
                  </a:lnTo>
                  <a:lnTo>
                    <a:pt x="2871305" y="78993"/>
                  </a:lnTo>
                  <a:lnTo>
                    <a:pt x="2925312" y="80554"/>
                  </a:lnTo>
                  <a:lnTo>
                    <a:pt x="2982794" y="81945"/>
                  </a:lnTo>
                  <a:lnTo>
                    <a:pt x="3044691" y="83185"/>
                  </a:lnTo>
                  <a:lnTo>
                    <a:pt x="3111872" y="84294"/>
                  </a:lnTo>
                  <a:lnTo>
                    <a:pt x="3185032" y="85287"/>
                  </a:lnTo>
                  <a:lnTo>
                    <a:pt x="3264548" y="86177"/>
                  </a:lnTo>
                  <a:lnTo>
                    <a:pt x="3350291" y="86975"/>
                  </a:lnTo>
                  <a:lnTo>
                    <a:pt x="3441411" y="87686"/>
                  </a:lnTo>
                  <a:lnTo>
                    <a:pt x="3536120" y="88312"/>
                  </a:lnTo>
                  <a:lnTo>
                    <a:pt x="3631569" y="88852"/>
                  </a:lnTo>
                  <a:lnTo>
                    <a:pt x="3723918" y="89305"/>
                  </a:lnTo>
                  <a:lnTo>
                    <a:pt x="3808705" y="89668"/>
                  </a:lnTo>
                  <a:lnTo>
                    <a:pt x="3881537" y="89944"/>
                  </a:lnTo>
                  <a:lnTo>
                    <a:pt x="3938986" y="90137"/>
                  </a:lnTo>
                  <a:lnTo>
                    <a:pt x="3979412" y="90258"/>
                  </a:lnTo>
                  <a:lnTo>
                    <a:pt x="4003467" y="90323"/>
                  </a:lnTo>
                  <a:lnTo>
                    <a:pt x="4014124" y="90349"/>
                  </a:lnTo>
                  <a:lnTo>
                    <a:pt x="4016395" y="90354"/>
                  </a:lnTo>
                  <a:lnTo>
                    <a:pt x="4016409" y="90354"/>
                  </a:lnTo>
                  <a:lnTo>
                    <a:pt x="4538543" y="90354"/>
                  </a:lnTo>
                  <a:lnTo>
                    <a:pt x="4539658" y="90443"/>
                  </a:lnTo>
                  <a:lnTo>
                    <a:pt x="4546967" y="91074"/>
                  </a:lnTo>
                  <a:lnTo>
                    <a:pt x="4565321" y="92819"/>
                  </a:lnTo>
                  <a:lnTo>
                    <a:pt x="4597951" y="96250"/>
                  </a:lnTo>
                  <a:lnTo>
                    <a:pt x="4646202" y="101886"/>
                  </a:lnTo>
                  <a:lnTo>
                    <a:pt x="4709442" y="110132"/>
                  </a:lnTo>
                  <a:lnTo>
                    <a:pt x="4785307" y="121243"/>
                  </a:lnTo>
                  <a:lnTo>
                    <a:pt x="4870263" y="135322"/>
                  </a:lnTo>
                  <a:lnTo>
                    <a:pt x="4960340" y="152362"/>
                  </a:lnTo>
                  <a:lnTo>
                    <a:pt x="5051789" y="172298"/>
                  </a:lnTo>
                  <a:lnTo>
                    <a:pt x="5141543" y="195073"/>
                  </a:lnTo>
                  <a:lnTo>
                    <a:pt x="5227412" y="220692"/>
                  </a:lnTo>
                  <a:lnTo>
                    <a:pt x="5308077" y="249251"/>
                  </a:lnTo>
                  <a:lnTo>
                    <a:pt x="5382963" y="280960"/>
                  </a:lnTo>
                  <a:lnTo>
                    <a:pt x="5452061" y="316143"/>
                  </a:lnTo>
                  <a:lnTo>
                    <a:pt x="5515753" y="355239"/>
                  </a:lnTo>
                  <a:lnTo>
                    <a:pt x="5574671" y="398783"/>
                  </a:lnTo>
                  <a:lnTo>
                    <a:pt x="5629584" y="447384"/>
                  </a:lnTo>
                  <a:lnTo>
                    <a:pt x="5681315" y="501670"/>
                  </a:lnTo>
                  <a:lnTo>
                    <a:pt x="5730675" y="562210"/>
                  </a:lnTo>
                  <a:lnTo>
                    <a:pt x="5778398" y="629365"/>
                  </a:lnTo>
                  <a:lnTo>
                    <a:pt x="5784835" y="639071"/>
                  </a:lnTo>
                  <a:lnTo>
                    <a:pt x="5819894" y="694577"/>
                  </a:lnTo>
                  <a:lnTo>
                    <a:pt x="5854632" y="753902"/>
                  </a:lnTo>
                  <a:lnTo>
                    <a:pt x="5889237" y="817124"/>
                  </a:lnTo>
                  <a:lnTo>
                    <a:pt x="5923860" y="884268"/>
                  </a:lnTo>
                  <a:lnTo>
                    <a:pt x="5958617" y="955298"/>
                  </a:lnTo>
                  <a:lnTo>
                    <a:pt x="5993592" y="1030114"/>
                  </a:lnTo>
                  <a:lnTo>
                    <a:pt x="6028844" y="1108545"/>
                  </a:lnTo>
                  <a:lnTo>
                    <a:pt x="6064401" y="1190352"/>
                  </a:lnTo>
                  <a:lnTo>
                    <a:pt x="6100272" y="1275222"/>
                  </a:lnTo>
                  <a:lnTo>
                    <a:pt x="6136441" y="1362776"/>
                  </a:lnTo>
                  <a:lnTo>
                    <a:pt x="6172874" y="1452572"/>
                  </a:lnTo>
                  <a:lnTo>
                    <a:pt x="6209522" y="1544110"/>
                  </a:lnTo>
                  <a:lnTo>
                    <a:pt x="6246321" y="1636850"/>
                  </a:lnTo>
                  <a:lnTo>
                    <a:pt x="6283200" y="1730219"/>
                  </a:lnTo>
                  <a:lnTo>
                    <a:pt x="6320085" y="1823628"/>
                  </a:lnTo>
                  <a:lnTo>
                    <a:pt x="6356899" y="1916486"/>
                  </a:lnTo>
                  <a:lnTo>
                    <a:pt x="6393571" y="2008218"/>
                  </a:lnTo>
                  <a:lnTo>
                    <a:pt x="6430036" y="2098278"/>
                  </a:lnTo>
                  <a:lnTo>
                    <a:pt x="6466243" y="2186161"/>
                  </a:lnTo>
                  <a:lnTo>
                    <a:pt x="6502155" y="2271416"/>
                  </a:lnTo>
                  <a:lnTo>
                    <a:pt x="6537755" y="2353654"/>
                  </a:lnTo>
                  <a:lnTo>
                    <a:pt x="6573046" y="2432555"/>
                  </a:lnTo>
                  <a:lnTo>
                    <a:pt x="6608056" y="2507868"/>
                  </a:lnTo>
                  <a:lnTo>
                    <a:pt x="6642838" y="2579414"/>
                  </a:lnTo>
                  <a:lnTo>
                    <a:pt x="6677473" y="2647084"/>
                  </a:lnTo>
                  <a:lnTo>
                    <a:pt x="6712073" y="2710834"/>
                  </a:lnTo>
                  <a:lnTo>
                    <a:pt x="6746783" y="2770680"/>
                  </a:lnTo>
                  <a:lnTo>
                    <a:pt x="6781786" y="2826692"/>
                  </a:lnTo>
                  <a:lnTo>
                    <a:pt x="6786527" y="2833938"/>
                  </a:lnTo>
                  <a:lnTo>
                    <a:pt x="6834076" y="2902007"/>
                  </a:lnTo>
                  <a:lnTo>
                    <a:pt x="6883171" y="2963437"/>
                  </a:lnTo>
                  <a:lnTo>
                    <a:pt x="6934531" y="3018548"/>
                  </a:lnTo>
                  <a:lnTo>
                    <a:pt x="6988959" y="3067890"/>
                  </a:lnTo>
                  <a:lnTo>
                    <a:pt x="7047282" y="3112089"/>
                  </a:lnTo>
                  <a:lnTo>
                    <a:pt x="7110280" y="3151759"/>
                  </a:lnTo>
                  <a:lnTo>
                    <a:pt x="7178609" y="3187450"/>
                  </a:lnTo>
                  <a:lnTo>
                    <a:pt x="7252693" y="3219612"/>
                  </a:lnTo>
                  <a:lnTo>
                    <a:pt x="7332587" y="3248587"/>
                  </a:lnTo>
                  <a:lnTo>
                    <a:pt x="7417803" y="3274600"/>
                  </a:lnTo>
                  <a:lnTo>
                    <a:pt x="7507135" y="3297763"/>
                  </a:lnTo>
                  <a:lnTo>
                    <a:pt x="7598515" y="3318089"/>
                  </a:lnTo>
                  <a:lnTo>
                    <a:pt x="7688989" y="3335529"/>
                  </a:lnTo>
                  <a:lnTo>
                    <a:pt x="7774882" y="3350016"/>
                  </a:lnTo>
                  <a:lnTo>
                    <a:pt x="7852216" y="3361530"/>
                  </a:lnTo>
                  <a:lnTo>
                    <a:pt x="7917356" y="3370156"/>
                  </a:lnTo>
                  <a:lnTo>
                    <a:pt x="7967738" y="3376128"/>
                  </a:lnTo>
                  <a:lnTo>
                    <a:pt x="8002470" y="3379833"/>
                  </a:lnTo>
                  <a:lnTo>
                    <a:pt x="8022626" y="3381775"/>
                  </a:lnTo>
                  <a:lnTo>
                    <a:pt x="8031194" y="3382525"/>
                  </a:lnTo>
                  <a:lnTo>
                    <a:pt x="8032816" y="3382655"/>
                  </a:lnTo>
                  <a:lnTo>
                    <a:pt x="8032819" y="3382655"/>
                  </a:lnTo>
                  <a:lnTo>
                    <a:pt x="8554953" y="3382655"/>
                  </a:lnTo>
                  <a:lnTo>
                    <a:pt x="8554953" y="3382655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721" name="pl721"/>
            <p:cNvSpPr/>
            <p:nvPr/>
          </p:nvSpPr>
          <p:spPr>
            <a:xfrm>
              <a:off x="386606" y="586945"/>
              <a:ext cx="8554953" cy="3382655"/>
            </a:xfrm>
            <a:custGeom>
              <a:avLst/>
              <a:pathLst>
                <a:path w="8554953" h="3382655">
                  <a:moveTo>
                    <a:pt x="8554953" y="3382655"/>
                  </a:moveTo>
                  <a:lnTo>
                    <a:pt x="8032819" y="3382655"/>
                  </a:lnTo>
                  <a:lnTo>
                    <a:pt x="8031704" y="3382567"/>
                  </a:lnTo>
                  <a:lnTo>
                    <a:pt x="8024395" y="3381935"/>
                  </a:lnTo>
                  <a:lnTo>
                    <a:pt x="8006041" y="3380190"/>
                  </a:lnTo>
                  <a:lnTo>
                    <a:pt x="7973411" y="3376759"/>
                  </a:lnTo>
                  <a:lnTo>
                    <a:pt x="7925160" y="3371123"/>
                  </a:lnTo>
                  <a:lnTo>
                    <a:pt x="7861920" y="3362877"/>
                  </a:lnTo>
                  <a:lnTo>
                    <a:pt x="7786055" y="3351767"/>
                  </a:lnTo>
                  <a:lnTo>
                    <a:pt x="7701099" y="3337687"/>
                  </a:lnTo>
                  <a:lnTo>
                    <a:pt x="7611022" y="3320647"/>
                  </a:lnTo>
                  <a:lnTo>
                    <a:pt x="7519573" y="3300712"/>
                  </a:lnTo>
                  <a:lnTo>
                    <a:pt x="7429819" y="3277936"/>
                  </a:lnTo>
                  <a:lnTo>
                    <a:pt x="7343950" y="3252317"/>
                  </a:lnTo>
                  <a:lnTo>
                    <a:pt x="7263285" y="3223758"/>
                  </a:lnTo>
                  <a:lnTo>
                    <a:pt x="7188399" y="3192049"/>
                  </a:lnTo>
                  <a:lnTo>
                    <a:pt x="7119301" y="3156866"/>
                  </a:lnTo>
                  <a:lnTo>
                    <a:pt x="7055609" y="3117770"/>
                  </a:lnTo>
                  <a:lnTo>
                    <a:pt x="6996691" y="3074226"/>
                  </a:lnTo>
                  <a:lnTo>
                    <a:pt x="6941778" y="3025626"/>
                  </a:lnTo>
                  <a:lnTo>
                    <a:pt x="6890047" y="2971339"/>
                  </a:lnTo>
                  <a:lnTo>
                    <a:pt x="6840687" y="2910799"/>
                  </a:lnTo>
                  <a:lnTo>
                    <a:pt x="6792964" y="2843644"/>
                  </a:lnTo>
                  <a:lnTo>
                    <a:pt x="6786527" y="2833938"/>
                  </a:lnTo>
                  <a:lnTo>
                    <a:pt x="6751468" y="2778433"/>
                  </a:lnTo>
                  <a:lnTo>
                    <a:pt x="6716730" y="2719107"/>
                  </a:lnTo>
                  <a:lnTo>
                    <a:pt x="6682125" y="2655885"/>
                  </a:lnTo>
                  <a:lnTo>
                    <a:pt x="6647502" y="2588741"/>
                  </a:lnTo>
                  <a:lnTo>
                    <a:pt x="6612745" y="2517711"/>
                  </a:lnTo>
                  <a:lnTo>
                    <a:pt x="6577770" y="2442896"/>
                  </a:lnTo>
                  <a:lnTo>
                    <a:pt x="6542518" y="2364464"/>
                  </a:lnTo>
                  <a:lnTo>
                    <a:pt x="6506961" y="2282658"/>
                  </a:lnTo>
                  <a:lnTo>
                    <a:pt x="6471090" y="2197787"/>
                  </a:lnTo>
                  <a:lnTo>
                    <a:pt x="6434921" y="2110233"/>
                  </a:lnTo>
                  <a:lnTo>
                    <a:pt x="6398488" y="2020438"/>
                  </a:lnTo>
                  <a:lnTo>
                    <a:pt x="6361840" y="1928899"/>
                  </a:lnTo>
                  <a:lnTo>
                    <a:pt x="6325041" y="1836159"/>
                  </a:lnTo>
                  <a:lnTo>
                    <a:pt x="6288162" y="1742790"/>
                  </a:lnTo>
                  <a:lnTo>
                    <a:pt x="6251277" y="1649382"/>
                  </a:lnTo>
                  <a:lnTo>
                    <a:pt x="6214463" y="1556523"/>
                  </a:lnTo>
                  <a:lnTo>
                    <a:pt x="6177791" y="1464791"/>
                  </a:lnTo>
                  <a:lnTo>
                    <a:pt x="6141326" y="1374731"/>
                  </a:lnTo>
                  <a:lnTo>
                    <a:pt x="6105119" y="1286849"/>
                  </a:lnTo>
                  <a:lnTo>
                    <a:pt x="6069207" y="1201594"/>
                  </a:lnTo>
                  <a:lnTo>
                    <a:pt x="6033607" y="1119355"/>
                  </a:lnTo>
                  <a:lnTo>
                    <a:pt x="5998316" y="1040454"/>
                  </a:lnTo>
                  <a:lnTo>
                    <a:pt x="5963306" y="965141"/>
                  </a:lnTo>
                  <a:lnTo>
                    <a:pt x="5928524" y="893595"/>
                  </a:lnTo>
                  <a:lnTo>
                    <a:pt x="5893889" y="825925"/>
                  </a:lnTo>
                  <a:lnTo>
                    <a:pt x="5859289" y="762175"/>
                  </a:lnTo>
                  <a:lnTo>
                    <a:pt x="5824579" y="702330"/>
                  </a:lnTo>
                  <a:lnTo>
                    <a:pt x="5789576" y="646317"/>
                  </a:lnTo>
                  <a:lnTo>
                    <a:pt x="5784835" y="639071"/>
                  </a:lnTo>
                  <a:lnTo>
                    <a:pt x="5737286" y="571003"/>
                  </a:lnTo>
                  <a:lnTo>
                    <a:pt x="5688191" y="509572"/>
                  </a:lnTo>
                  <a:lnTo>
                    <a:pt x="5636831" y="454461"/>
                  </a:lnTo>
                  <a:lnTo>
                    <a:pt x="5582403" y="405120"/>
                  </a:lnTo>
                  <a:lnTo>
                    <a:pt x="5524080" y="360921"/>
                  </a:lnTo>
                  <a:lnTo>
                    <a:pt x="5461082" y="321250"/>
                  </a:lnTo>
                  <a:lnTo>
                    <a:pt x="5392753" y="285559"/>
                  </a:lnTo>
                  <a:lnTo>
                    <a:pt x="5318669" y="253397"/>
                  </a:lnTo>
                  <a:lnTo>
                    <a:pt x="5238775" y="224422"/>
                  </a:lnTo>
                  <a:lnTo>
                    <a:pt x="5153559" y="198409"/>
                  </a:lnTo>
                  <a:lnTo>
                    <a:pt x="5064227" y="175247"/>
                  </a:lnTo>
                  <a:lnTo>
                    <a:pt x="4972847" y="154920"/>
                  </a:lnTo>
                  <a:lnTo>
                    <a:pt x="4882373" y="137480"/>
                  </a:lnTo>
                  <a:lnTo>
                    <a:pt x="4796480" y="122993"/>
                  </a:lnTo>
                  <a:lnTo>
                    <a:pt x="4719146" y="111479"/>
                  </a:lnTo>
                  <a:lnTo>
                    <a:pt x="4654006" y="102853"/>
                  </a:lnTo>
                  <a:lnTo>
                    <a:pt x="4603624" y="96881"/>
                  </a:lnTo>
                  <a:lnTo>
                    <a:pt x="4568892" y="93176"/>
                  </a:lnTo>
                  <a:lnTo>
                    <a:pt x="4548735" y="91234"/>
                  </a:lnTo>
                  <a:lnTo>
                    <a:pt x="4540168" y="90484"/>
                  </a:lnTo>
                  <a:lnTo>
                    <a:pt x="4538546" y="90354"/>
                  </a:lnTo>
                  <a:lnTo>
                    <a:pt x="4538543" y="90354"/>
                  </a:lnTo>
                  <a:lnTo>
                    <a:pt x="4016409" y="90354"/>
                  </a:lnTo>
                  <a:lnTo>
                    <a:pt x="4015140" y="90351"/>
                  </a:lnTo>
                  <a:lnTo>
                    <a:pt x="4006839" y="90332"/>
                  </a:lnTo>
                  <a:lnTo>
                    <a:pt x="3986089" y="90277"/>
                  </a:lnTo>
                  <a:lnTo>
                    <a:pt x="3949433" y="90169"/>
                  </a:lnTo>
                  <a:lnTo>
                    <a:pt x="3895693" y="89993"/>
                  </a:lnTo>
                  <a:lnTo>
                    <a:pt x="3826027" y="89737"/>
                  </a:lnTo>
                  <a:lnTo>
                    <a:pt x="3743531" y="89393"/>
                  </a:lnTo>
                  <a:lnTo>
                    <a:pt x="3652464" y="88960"/>
                  </a:lnTo>
                  <a:lnTo>
                    <a:pt x="3557341" y="88439"/>
                  </a:lnTo>
                  <a:lnTo>
                    <a:pt x="3462184" y="87832"/>
                  </a:lnTo>
                  <a:lnTo>
                    <a:pt x="3370078" y="87140"/>
                  </a:lnTo>
                  <a:lnTo>
                    <a:pt x="3283039" y="86362"/>
                  </a:lnTo>
                  <a:lnTo>
                    <a:pt x="3202110" y="85492"/>
                  </a:lnTo>
                  <a:lnTo>
                    <a:pt x="3127559" y="84523"/>
                  </a:lnTo>
                  <a:lnTo>
                    <a:pt x="3059103" y="83442"/>
                  </a:lnTo>
                  <a:lnTo>
                    <a:pt x="2996105" y="82233"/>
                  </a:lnTo>
                  <a:lnTo>
                    <a:pt x="2937724" y="80877"/>
                  </a:lnTo>
                  <a:lnTo>
                    <a:pt x="2883028" y="79355"/>
                  </a:lnTo>
                  <a:lnTo>
                    <a:pt x="2831083" y="77648"/>
                  </a:lnTo>
                  <a:lnTo>
                    <a:pt x="2781032" y="75744"/>
                  </a:lnTo>
                  <a:lnTo>
                    <a:pt x="2770117" y="75295"/>
                  </a:lnTo>
                  <a:lnTo>
                    <a:pt x="2715906" y="72889"/>
                  </a:lnTo>
                  <a:lnTo>
                    <a:pt x="2662217" y="70227"/>
                  </a:lnTo>
                  <a:lnTo>
                    <a:pt x="2608463" y="67308"/>
                  </a:lnTo>
                  <a:lnTo>
                    <a:pt x="2554255" y="64136"/>
                  </a:lnTo>
                  <a:lnTo>
                    <a:pt x="2499371" y="60729"/>
                  </a:lnTo>
                  <a:lnTo>
                    <a:pt x="2443739" y="57115"/>
                  </a:lnTo>
                  <a:lnTo>
                    <a:pt x="2387416" y="53333"/>
                  </a:lnTo>
                  <a:lnTo>
                    <a:pt x="2330562" y="49431"/>
                  </a:lnTo>
                  <a:lnTo>
                    <a:pt x="2273412" y="45465"/>
                  </a:lnTo>
                  <a:lnTo>
                    <a:pt x="2216242" y="41495"/>
                  </a:lnTo>
                  <a:lnTo>
                    <a:pt x="2159329" y="37580"/>
                  </a:lnTo>
                  <a:lnTo>
                    <a:pt x="2102918" y="33777"/>
                  </a:lnTo>
                  <a:lnTo>
                    <a:pt x="2047179" y="30136"/>
                  </a:lnTo>
                  <a:lnTo>
                    <a:pt x="1992188" y="26697"/>
                  </a:lnTo>
                  <a:lnTo>
                    <a:pt x="1937892" y="23490"/>
                  </a:lnTo>
                  <a:lnTo>
                    <a:pt x="1884092" y="20533"/>
                  </a:lnTo>
                  <a:lnTo>
                    <a:pt x="1830425" y="17835"/>
                  </a:lnTo>
                  <a:lnTo>
                    <a:pt x="1776334" y="15392"/>
                  </a:lnTo>
                  <a:lnTo>
                    <a:pt x="1768425" y="15059"/>
                  </a:lnTo>
                  <a:lnTo>
                    <a:pt x="1718693" y="13110"/>
                  </a:lnTo>
                  <a:lnTo>
                    <a:pt x="1667238" y="11361"/>
                  </a:lnTo>
                  <a:lnTo>
                    <a:pt x="1613231" y="9799"/>
                  </a:lnTo>
                  <a:lnTo>
                    <a:pt x="1555748" y="8408"/>
                  </a:lnTo>
                  <a:lnTo>
                    <a:pt x="1493851" y="7168"/>
                  </a:lnTo>
                  <a:lnTo>
                    <a:pt x="1426670" y="6060"/>
                  </a:lnTo>
                  <a:lnTo>
                    <a:pt x="1353510" y="5067"/>
                  </a:lnTo>
                  <a:lnTo>
                    <a:pt x="1273994" y="4177"/>
                  </a:lnTo>
                  <a:lnTo>
                    <a:pt x="1188251" y="3379"/>
                  </a:lnTo>
                  <a:lnTo>
                    <a:pt x="1097131" y="2668"/>
                  </a:lnTo>
                  <a:lnTo>
                    <a:pt x="1002422" y="2042"/>
                  </a:lnTo>
                  <a:lnTo>
                    <a:pt x="906973" y="1502"/>
                  </a:lnTo>
                  <a:lnTo>
                    <a:pt x="814624" y="1049"/>
                  </a:lnTo>
                  <a:lnTo>
                    <a:pt x="729838" y="686"/>
                  </a:lnTo>
                  <a:lnTo>
                    <a:pt x="657005" y="410"/>
                  </a:lnTo>
                  <a:lnTo>
                    <a:pt x="599556" y="217"/>
                  </a:lnTo>
                  <a:lnTo>
                    <a:pt x="559130" y="96"/>
                  </a:lnTo>
                  <a:lnTo>
                    <a:pt x="535075" y="31"/>
                  </a:lnTo>
                  <a:lnTo>
                    <a:pt x="524418" y="5"/>
                  </a:lnTo>
                  <a:lnTo>
                    <a:pt x="522147" y="0"/>
                  </a:lnTo>
                  <a:lnTo>
                    <a:pt x="522133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722" name="pg722"/>
            <p:cNvSpPr/>
            <p:nvPr/>
          </p:nvSpPr>
          <p:spPr>
            <a:xfrm>
              <a:off x="386606" y="603886"/>
              <a:ext cx="8554953" cy="3936078"/>
            </a:xfrm>
            <a:custGeom>
              <a:avLst/>
              <a:pathLst>
                <a:path w="8554953" h="3936078">
                  <a:moveTo>
                    <a:pt x="0" y="16941"/>
                  </a:moveTo>
                  <a:lnTo>
                    <a:pt x="522133" y="16941"/>
                  </a:lnTo>
                  <a:lnTo>
                    <a:pt x="523403" y="16944"/>
                  </a:lnTo>
                  <a:lnTo>
                    <a:pt x="531702" y="16969"/>
                  </a:lnTo>
                  <a:lnTo>
                    <a:pt x="552451" y="17038"/>
                  </a:lnTo>
                  <a:lnTo>
                    <a:pt x="589106" y="17172"/>
                  </a:lnTo>
                  <a:lnTo>
                    <a:pt x="642843" y="17392"/>
                  </a:lnTo>
                  <a:lnTo>
                    <a:pt x="712506" y="17713"/>
                  </a:lnTo>
                  <a:lnTo>
                    <a:pt x="794998" y="18143"/>
                  </a:lnTo>
                  <a:lnTo>
                    <a:pt x="886063" y="18684"/>
                  </a:lnTo>
                  <a:lnTo>
                    <a:pt x="981184" y="19335"/>
                  </a:lnTo>
                  <a:lnTo>
                    <a:pt x="1076338" y="20093"/>
                  </a:lnTo>
                  <a:lnTo>
                    <a:pt x="1168444" y="20958"/>
                  </a:lnTo>
                  <a:lnTo>
                    <a:pt x="1255482" y="21931"/>
                  </a:lnTo>
                  <a:lnTo>
                    <a:pt x="1336412" y="23018"/>
                  </a:lnTo>
                  <a:lnTo>
                    <a:pt x="1410963" y="24229"/>
                  </a:lnTo>
                  <a:lnTo>
                    <a:pt x="1479419" y="25581"/>
                  </a:lnTo>
                  <a:lnTo>
                    <a:pt x="1542417" y="27093"/>
                  </a:lnTo>
                  <a:lnTo>
                    <a:pt x="1600799" y="28787"/>
                  </a:lnTo>
                  <a:lnTo>
                    <a:pt x="1655495" y="30690"/>
                  </a:lnTo>
                  <a:lnTo>
                    <a:pt x="1707439" y="32823"/>
                  </a:lnTo>
                  <a:lnTo>
                    <a:pt x="1757490" y="35202"/>
                  </a:lnTo>
                  <a:lnTo>
                    <a:pt x="1768425" y="35765"/>
                  </a:lnTo>
                  <a:lnTo>
                    <a:pt x="1822609" y="38772"/>
                  </a:lnTo>
                  <a:lnTo>
                    <a:pt x="1876271" y="42096"/>
                  </a:lnTo>
                  <a:lnTo>
                    <a:pt x="1929997" y="45744"/>
                  </a:lnTo>
                  <a:lnTo>
                    <a:pt x="1984177" y="49706"/>
                  </a:lnTo>
                  <a:lnTo>
                    <a:pt x="2039032" y="53962"/>
                  </a:lnTo>
                  <a:lnTo>
                    <a:pt x="2094633" y="58476"/>
                  </a:lnTo>
                  <a:lnTo>
                    <a:pt x="2150926" y="63201"/>
                  </a:lnTo>
                  <a:lnTo>
                    <a:pt x="2207749" y="68075"/>
                  </a:lnTo>
                  <a:lnTo>
                    <a:pt x="2264869" y="73030"/>
                  </a:lnTo>
                  <a:lnTo>
                    <a:pt x="2322011" y="77991"/>
                  </a:lnTo>
                  <a:lnTo>
                    <a:pt x="2378897" y="82882"/>
                  </a:lnTo>
                  <a:lnTo>
                    <a:pt x="2435284" y="87634"/>
                  </a:lnTo>
                  <a:lnTo>
                    <a:pt x="2490999" y="92185"/>
                  </a:lnTo>
                  <a:lnTo>
                    <a:pt x="2545967" y="96483"/>
                  </a:lnTo>
                  <a:lnTo>
                    <a:pt x="2600240" y="100492"/>
                  </a:lnTo>
                  <a:lnTo>
                    <a:pt x="2654015" y="104189"/>
                  </a:lnTo>
                  <a:lnTo>
                    <a:pt x="2707655" y="107563"/>
                  </a:lnTo>
                  <a:lnTo>
                    <a:pt x="2761711" y="110618"/>
                  </a:lnTo>
                  <a:lnTo>
                    <a:pt x="2770117" y="111061"/>
                  </a:lnTo>
                  <a:lnTo>
                    <a:pt x="2819848" y="113496"/>
                  </a:lnTo>
                  <a:lnTo>
                    <a:pt x="2871302" y="115683"/>
                  </a:lnTo>
                  <a:lnTo>
                    <a:pt x="2925308" y="117634"/>
                  </a:lnTo>
                  <a:lnTo>
                    <a:pt x="2982789" y="119373"/>
                  </a:lnTo>
                  <a:lnTo>
                    <a:pt x="3044685" y="120923"/>
                  </a:lnTo>
                  <a:lnTo>
                    <a:pt x="3111864" y="122309"/>
                  </a:lnTo>
                  <a:lnTo>
                    <a:pt x="3185021" y="123550"/>
                  </a:lnTo>
                  <a:lnTo>
                    <a:pt x="3264534" y="124663"/>
                  </a:lnTo>
                  <a:lnTo>
                    <a:pt x="3350275" y="125660"/>
                  </a:lnTo>
                  <a:lnTo>
                    <a:pt x="3441392" y="126549"/>
                  </a:lnTo>
                  <a:lnTo>
                    <a:pt x="3536098" y="127331"/>
                  </a:lnTo>
                  <a:lnTo>
                    <a:pt x="3631546" y="128007"/>
                  </a:lnTo>
                  <a:lnTo>
                    <a:pt x="3723894" y="128572"/>
                  </a:lnTo>
                  <a:lnTo>
                    <a:pt x="3808682" y="129027"/>
                  </a:lnTo>
                  <a:lnTo>
                    <a:pt x="3881517" y="129371"/>
                  </a:lnTo>
                  <a:lnTo>
                    <a:pt x="3938970" y="129612"/>
                  </a:lnTo>
                  <a:lnTo>
                    <a:pt x="3979401" y="129764"/>
                  </a:lnTo>
                  <a:lnTo>
                    <a:pt x="4003461" y="129846"/>
                  </a:lnTo>
                  <a:lnTo>
                    <a:pt x="4014122" y="129878"/>
                  </a:lnTo>
                  <a:lnTo>
                    <a:pt x="4016409" y="129884"/>
                  </a:lnTo>
                  <a:lnTo>
                    <a:pt x="4538543" y="129884"/>
                  </a:lnTo>
                  <a:lnTo>
                    <a:pt x="4539480" y="129970"/>
                  </a:lnTo>
                  <a:lnTo>
                    <a:pt x="4545649" y="130580"/>
                  </a:lnTo>
                  <a:lnTo>
                    <a:pt x="4561222" y="132267"/>
                  </a:lnTo>
                  <a:lnTo>
                    <a:pt x="4589120" y="135588"/>
                  </a:lnTo>
                  <a:lnTo>
                    <a:pt x="4630801" y="141062"/>
                  </a:lnTo>
                  <a:lnTo>
                    <a:pt x="4686154" y="149114"/>
                  </a:lnTo>
                  <a:lnTo>
                    <a:pt x="4753609" y="160040"/>
                  </a:lnTo>
                  <a:lnTo>
                    <a:pt x="4830492" y="173992"/>
                  </a:lnTo>
                  <a:lnTo>
                    <a:pt x="4913550" y="191002"/>
                  </a:lnTo>
                  <a:lnTo>
                    <a:pt x="4999485" y="211024"/>
                  </a:lnTo>
                  <a:lnTo>
                    <a:pt x="5085378" y="233993"/>
                  </a:lnTo>
                  <a:lnTo>
                    <a:pt x="5168940" y="259871"/>
                  </a:lnTo>
                  <a:lnTo>
                    <a:pt x="5248596" y="288690"/>
                  </a:lnTo>
                  <a:lnTo>
                    <a:pt x="5323433" y="320572"/>
                  </a:lnTo>
                  <a:lnTo>
                    <a:pt x="5393093" y="355746"/>
                  </a:lnTo>
                  <a:lnTo>
                    <a:pt x="5457636" y="394547"/>
                  </a:lnTo>
                  <a:lnTo>
                    <a:pt x="5517412" y="437410"/>
                  </a:lnTo>
                  <a:lnTo>
                    <a:pt x="5572961" y="484860"/>
                  </a:lnTo>
                  <a:lnTo>
                    <a:pt x="5624929" y="537485"/>
                  </a:lnTo>
                  <a:lnTo>
                    <a:pt x="5674003" y="595898"/>
                  </a:lnTo>
                  <a:lnTo>
                    <a:pt x="5720870" y="660662"/>
                  </a:lnTo>
                  <a:lnTo>
                    <a:pt x="5766160" y="732180"/>
                  </a:lnTo>
                  <a:lnTo>
                    <a:pt x="5784835" y="764250"/>
                  </a:lnTo>
                  <a:lnTo>
                    <a:pt x="5817816" y="824474"/>
                  </a:lnTo>
                  <a:lnTo>
                    <a:pt x="5850503" y="888597"/>
                  </a:lnTo>
                  <a:lnTo>
                    <a:pt x="5883055" y="956698"/>
                  </a:lnTo>
                  <a:lnTo>
                    <a:pt x="5915601" y="1028810"/>
                  </a:lnTo>
                  <a:lnTo>
                    <a:pt x="5948243" y="1104910"/>
                  </a:lnTo>
                  <a:lnTo>
                    <a:pt x="5981060" y="1184919"/>
                  </a:lnTo>
                  <a:lnTo>
                    <a:pt x="6014106" y="1268696"/>
                  </a:lnTo>
                  <a:lnTo>
                    <a:pt x="6047414" y="1356036"/>
                  </a:lnTo>
                  <a:lnTo>
                    <a:pt x="6080999" y="1446670"/>
                  </a:lnTo>
                  <a:lnTo>
                    <a:pt x="6114858" y="1540266"/>
                  </a:lnTo>
                  <a:lnTo>
                    <a:pt x="6148970" y="1636430"/>
                  </a:lnTo>
                  <a:lnTo>
                    <a:pt x="6183301" y="1734716"/>
                  </a:lnTo>
                  <a:lnTo>
                    <a:pt x="6217808" y="1834632"/>
                  </a:lnTo>
                  <a:lnTo>
                    <a:pt x="6252435" y="1935646"/>
                  </a:lnTo>
                  <a:lnTo>
                    <a:pt x="6287123" y="2037205"/>
                  </a:lnTo>
                  <a:lnTo>
                    <a:pt x="6321808" y="2138740"/>
                  </a:lnTo>
                  <a:lnTo>
                    <a:pt x="6356427" y="2239684"/>
                  </a:lnTo>
                  <a:lnTo>
                    <a:pt x="6390921" y="2339484"/>
                  </a:lnTo>
                  <a:lnTo>
                    <a:pt x="6425236" y="2437612"/>
                  </a:lnTo>
                  <a:lnTo>
                    <a:pt x="6459328" y="2533579"/>
                  </a:lnTo>
                  <a:lnTo>
                    <a:pt x="6493164" y="2626943"/>
                  </a:lnTo>
                  <a:lnTo>
                    <a:pt x="6526726" y="2717315"/>
                  </a:lnTo>
                  <a:lnTo>
                    <a:pt x="6560012" y="2804368"/>
                  </a:lnTo>
                  <a:lnTo>
                    <a:pt x="6593037" y="2887839"/>
                  </a:lnTo>
                  <a:lnTo>
                    <a:pt x="6625837" y="2967527"/>
                  </a:lnTo>
                  <a:lnTo>
                    <a:pt x="6658469" y="3043298"/>
                  </a:lnTo>
                  <a:lnTo>
                    <a:pt x="6691011" y="3115076"/>
                  </a:lnTo>
                  <a:lnTo>
                    <a:pt x="6723569" y="3182845"/>
                  </a:lnTo>
                  <a:lnTo>
                    <a:pt x="6756273" y="3246641"/>
                  </a:lnTo>
                  <a:lnTo>
                    <a:pt x="6786527" y="3301712"/>
                  </a:lnTo>
                  <a:lnTo>
                    <a:pt x="6831319" y="3376110"/>
                  </a:lnTo>
                  <a:lnTo>
                    <a:pt x="6877452" y="3443676"/>
                  </a:lnTo>
                  <a:lnTo>
                    <a:pt x="6925518" y="3504693"/>
                  </a:lnTo>
                  <a:lnTo>
                    <a:pt x="6976186" y="3559674"/>
                  </a:lnTo>
                  <a:lnTo>
                    <a:pt x="7030149" y="3609223"/>
                  </a:lnTo>
                  <a:lnTo>
                    <a:pt x="7088078" y="3653943"/>
                  </a:lnTo>
                  <a:lnTo>
                    <a:pt x="7150563" y="3694391"/>
                  </a:lnTo>
                  <a:lnTo>
                    <a:pt x="7218048" y="3731041"/>
                  </a:lnTo>
                  <a:lnTo>
                    <a:pt x="7290728" y="3764271"/>
                  </a:lnTo>
                  <a:lnTo>
                    <a:pt x="7368437" y="3794355"/>
                  </a:lnTo>
                  <a:lnTo>
                    <a:pt x="7450511" y="3821459"/>
                  </a:lnTo>
                  <a:lnTo>
                    <a:pt x="7535664" y="3845651"/>
                  </a:lnTo>
                  <a:lnTo>
                    <a:pt x="7621903" y="3866918"/>
                  </a:lnTo>
                  <a:lnTo>
                    <a:pt x="7706557" y="3885200"/>
                  </a:lnTo>
                  <a:lnTo>
                    <a:pt x="7786443" y="3900438"/>
                  </a:lnTo>
                  <a:lnTo>
                    <a:pt x="7858228" y="3912623"/>
                  </a:lnTo>
                  <a:lnTo>
                    <a:pt x="7918927" y="3921854"/>
                  </a:lnTo>
                  <a:lnTo>
                    <a:pt x="7966451" y="3928366"/>
                  </a:lnTo>
                  <a:lnTo>
                    <a:pt x="8000048" y="3932531"/>
                  </a:lnTo>
                  <a:lnTo>
                    <a:pt x="8020519" y="3934837"/>
                  </a:lnTo>
                  <a:lnTo>
                    <a:pt x="8030196" y="3935831"/>
                  </a:lnTo>
                  <a:lnTo>
                    <a:pt x="8032819" y="3936078"/>
                  </a:lnTo>
                  <a:lnTo>
                    <a:pt x="8554953" y="3936078"/>
                  </a:lnTo>
                  <a:lnTo>
                    <a:pt x="8554953" y="3919136"/>
                  </a:lnTo>
                  <a:lnTo>
                    <a:pt x="8032819" y="3919136"/>
                  </a:lnTo>
                  <a:lnTo>
                    <a:pt x="8031882" y="3919051"/>
                  </a:lnTo>
                  <a:lnTo>
                    <a:pt x="8025713" y="3918440"/>
                  </a:lnTo>
                  <a:lnTo>
                    <a:pt x="8010140" y="3916754"/>
                  </a:lnTo>
                  <a:lnTo>
                    <a:pt x="7982242" y="3913433"/>
                  </a:lnTo>
                  <a:lnTo>
                    <a:pt x="7940561" y="3907959"/>
                  </a:lnTo>
                  <a:lnTo>
                    <a:pt x="7885208" y="3899907"/>
                  </a:lnTo>
                  <a:lnTo>
                    <a:pt x="7817753" y="3888981"/>
                  </a:lnTo>
                  <a:lnTo>
                    <a:pt x="7740870" y="3875029"/>
                  </a:lnTo>
                  <a:lnTo>
                    <a:pt x="7657812" y="3858019"/>
                  </a:lnTo>
                  <a:lnTo>
                    <a:pt x="7571877" y="3837997"/>
                  </a:lnTo>
                  <a:lnTo>
                    <a:pt x="7485984" y="3815028"/>
                  </a:lnTo>
                  <a:lnTo>
                    <a:pt x="7402422" y="3789150"/>
                  </a:lnTo>
                  <a:lnTo>
                    <a:pt x="7322766" y="3760331"/>
                  </a:lnTo>
                  <a:lnTo>
                    <a:pt x="7247929" y="3728449"/>
                  </a:lnTo>
                  <a:lnTo>
                    <a:pt x="7178269" y="3693274"/>
                  </a:lnTo>
                  <a:lnTo>
                    <a:pt x="7113726" y="3654474"/>
                  </a:lnTo>
                  <a:lnTo>
                    <a:pt x="7053950" y="3611611"/>
                  </a:lnTo>
                  <a:lnTo>
                    <a:pt x="6998401" y="3564161"/>
                  </a:lnTo>
                  <a:lnTo>
                    <a:pt x="6946433" y="3511536"/>
                  </a:lnTo>
                  <a:lnTo>
                    <a:pt x="6897359" y="3453123"/>
                  </a:lnTo>
                  <a:lnTo>
                    <a:pt x="6850492" y="3388358"/>
                  </a:lnTo>
                  <a:lnTo>
                    <a:pt x="6805202" y="3316840"/>
                  </a:lnTo>
                  <a:lnTo>
                    <a:pt x="6786527" y="3284771"/>
                  </a:lnTo>
                  <a:lnTo>
                    <a:pt x="6753546" y="3224547"/>
                  </a:lnTo>
                  <a:lnTo>
                    <a:pt x="6720859" y="3160424"/>
                  </a:lnTo>
                  <a:lnTo>
                    <a:pt x="6688307" y="3092322"/>
                  </a:lnTo>
                  <a:lnTo>
                    <a:pt x="6655761" y="3020211"/>
                  </a:lnTo>
                  <a:lnTo>
                    <a:pt x="6623119" y="2944111"/>
                  </a:lnTo>
                  <a:lnTo>
                    <a:pt x="6590302" y="2864102"/>
                  </a:lnTo>
                  <a:lnTo>
                    <a:pt x="6557256" y="2780325"/>
                  </a:lnTo>
                  <a:lnTo>
                    <a:pt x="6523948" y="2692985"/>
                  </a:lnTo>
                  <a:lnTo>
                    <a:pt x="6490363" y="2602351"/>
                  </a:lnTo>
                  <a:lnTo>
                    <a:pt x="6456504" y="2508755"/>
                  </a:lnTo>
                  <a:lnTo>
                    <a:pt x="6422392" y="2412591"/>
                  </a:lnTo>
                  <a:lnTo>
                    <a:pt x="6388061" y="2314304"/>
                  </a:lnTo>
                  <a:lnTo>
                    <a:pt x="6353554" y="2214389"/>
                  </a:lnTo>
                  <a:lnTo>
                    <a:pt x="6318927" y="2113374"/>
                  </a:lnTo>
                  <a:lnTo>
                    <a:pt x="6284239" y="2011816"/>
                  </a:lnTo>
                  <a:lnTo>
                    <a:pt x="6249554" y="1910281"/>
                  </a:lnTo>
                  <a:lnTo>
                    <a:pt x="6214935" y="1809337"/>
                  </a:lnTo>
                  <a:lnTo>
                    <a:pt x="6180441" y="1709537"/>
                  </a:lnTo>
                  <a:lnTo>
                    <a:pt x="6146126" y="1611409"/>
                  </a:lnTo>
                  <a:lnTo>
                    <a:pt x="6112034" y="1515442"/>
                  </a:lnTo>
                  <a:lnTo>
                    <a:pt x="6078198" y="1422078"/>
                  </a:lnTo>
                  <a:lnTo>
                    <a:pt x="6044635" y="1331706"/>
                  </a:lnTo>
                  <a:lnTo>
                    <a:pt x="6011350" y="1244652"/>
                  </a:lnTo>
                  <a:lnTo>
                    <a:pt x="5978325" y="1161182"/>
                  </a:lnTo>
                  <a:lnTo>
                    <a:pt x="5945525" y="1081493"/>
                  </a:lnTo>
                  <a:lnTo>
                    <a:pt x="5912893" y="1005723"/>
                  </a:lnTo>
                  <a:lnTo>
                    <a:pt x="5880351" y="933944"/>
                  </a:lnTo>
                  <a:lnTo>
                    <a:pt x="5847793" y="866175"/>
                  </a:lnTo>
                  <a:lnTo>
                    <a:pt x="5815089" y="802380"/>
                  </a:lnTo>
                  <a:lnTo>
                    <a:pt x="5784835" y="747308"/>
                  </a:lnTo>
                  <a:lnTo>
                    <a:pt x="5740043" y="672910"/>
                  </a:lnTo>
                  <a:lnTo>
                    <a:pt x="5693910" y="605344"/>
                  </a:lnTo>
                  <a:lnTo>
                    <a:pt x="5645844" y="544327"/>
                  </a:lnTo>
                  <a:lnTo>
                    <a:pt x="5595176" y="489346"/>
                  </a:lnTo>
                  <a:lnTo>
                    <a:pt x="5541213" y="439798"/>
                  </a:lnTo>
                  <a:lnTo>
                    <a:pt x="5483284" y="395078"/>
                  </a:lnTo>
                  <a:lnTo>
                    <a:pt x="5420799" y="354630"/>
                  </a:lnTo>
                  <a:lnTo>
                    <a:pt x="5353314" y="317980"/>
                  </a:lnTo>
                  <a:lnTo>
                    <a:pt x="5280634" y="284749"/>
                  </a:lnTo>
                  <a:lnTo>
                    <a:pt x="5202925" y="254665"/>
                  </a:lnTo>
                  <a:lnTo>
                    <a:pt x="5120851" y="227561"/>
                  </a:lnTo>
                  <a:lnTo>
                    <a:pt x="5035698" y="203370"/>
                  </a:lnTo>
                  <a:lnTo>
                    <a:pt x="4949459" y="182103"/>
                  </a:lnTo>
                  <a:lnTo>
                    <a:pt x="4864805" y="163821"/>
                  </a:lnTo>
                  <a:lnTo>
                    <a:pt x="4784919" y="148583"/>
                  </a:lnTo>
                  <a:lnTo>
                    <a:pt x="4713134" y="136398"/>
                  </a:lnTo>
                  <a:lnTo>
                    <a:pt x="4652435" y="127166"/>
                  </a:lnTo>
                  <a:lnTo>
                    <a:pt x="4604911" y="120655"/>
                  </a:lnTo>
                  <a:lnTo>
                    <a:pt x="4571314" y="116489"/>
                  </a:lnTo>
                  <a:lnTo>
                    <a:pt x="4550842" y="114183"/>
                  </a:lnTo>
                  <a:lnTo>
                    <a:pt x="4541166" y="113190"/>
                  </a:lnTo>
                  <a:lnTo>
                    <a:pt x="4538543" y="112943"/>
                  </a:lnTo>
                  <a:lnTo>
                    <a:pt x="4016409" y="112943"/>
                  </a:lnTo>
                  <a:lnTo>
                    <a:pt x="4015140" y="112939"/>
                  </a:lnTo>
                  <a:lnTo>
                    <a:pt x="4006840" y="112915"/>
                  </a:lnTo>
                  <a:lnTo>
                    <a:pt x="3986091" y="112846"/>
                  </a:lnTo>
                  <a:lnTo>
                    <a:pt x="3949436" y="112712"/>
                  </a:lnTo>
                  <a:lnTo>
                    <a:pt x="3895699" y="112492"/>
                  </a:lnTo>
                  <a:lnTo>
                    <a:pt x="3826037" y="112171"/>
                  </a:lnTo>
                  <a:lnTo>
                    <a:pt x="3743544" y="111741"/>
                  </a:lnTo>
                  <a:lnTo>
                    <a:pt x="3652479" y="111200"/>
                  </a:lnTo>
                  <a:lnTo>
                    <a:pt x="3557359" y="110549"/>
                  </a:lnTo>
                  <a:lnTo>
                    <a:pt x="3462204" y="109790"/>
                  </a:lnTo>
                  <a:lnTo>
                    <a:pt x="3370098" y="108926"/>
                  </a:lnTo>
                  <a:lnTo>
                    <a:pt x="3283060" y="107953"/>
                  </a:lnTo>
                  <a:lnTo>
                    <a:pt x="3202131" y="106866"/>
                  </a:lnTo>
                  <a:lnTo>
                    <a:pt x="3127579" y="105655"/>
                  </a:lnTo>
                  <a:lnTo>
                    <a:pt x="3059123" y="104303"/>
                  </a:lnTo>
                  <a:lnTo>
                    <a:pt x="2996125" y="102791"/>
                  </a:lnTo>
                  <a:lnTo>
                    <a:pt x="2937744" y="101097"/>
                  </a:lnTo>
                  <a:lnTo>
                    <a:pt x="2883047" y="99194"/>
                  </a:lnTo>
                  <a:lnTo>
                    <a:pt x="2831103" y="97061"/>
                  </a:lnTo>
                  <a:lnTo>
                    <a:pt x="2781052" y="94682"/>
                  </a:lnTo>
                  <a:lnTo>
                    <a:pt x="2770117" y="94119"/>
                  </a:lnTo>
                  <a:lnTo>
                    <a:pt x="2715933" y="91112"/>
                  </a:lnTo>
                  <a:lnTo>
                    <a:pt x="2662271" y="87788"/>
                  </a:lnTo>
                  <a:lnTo>
                    <a:pt x="2608545" y="84140"/>
                  </a:lnTo>
                  <a:lnTo>
                    <a:pt x="2554365" y="80178"/>
                  </a:lnTo>
                  <a:lnTo>
                    <a:pt x="2499511" y="75922"/>
                  </a:lnTo>
                  <a:lnTo>
                    <a:pt x="2443909" y="71408"/>
                  </a:lnTo>
                  <a:lnTo>
                    <a:pt x="2387617" y="66683"/>
                  </a:lnTo>
                  <a:lnTo>
                    <a:pt x="2330793" y="61808"/>
                  </a:lnTo>
                  <a:lnTo>
                    <a:pt x="2273673" y="56854"/>
                  </a:lnTo>
                  <a:lnTo>
                    <a:pt x="2216531" y="51893"/>
                  </a:lnTo>
                  <a:lnTo>
                    <a:pt x="2159645" y="47002"/>
                  </a:lnTo>
                  <a:lnTo>
                    <a:pt x="2103258" y="42250"/>
                  </a:lnTo>
                  <a:lnTo>
                    <a:pt x="2047544" y="37699"/>
                  </a:lnTo>
                  <a:lnTo>
                    <a:pt x="1992575" y="33401"/>
                  </a:lnTo>
                  <a:lnTo>
                    <a:pt x="1938302" y="29392"/>
                  </a:lnTo>
                  <a:lnTo>
                    <a:pt x="1884527" y="25695"/>
                  </a:lnTo>
                  <a:lnTo>
                    <a:pt x="1830888" y="22321"/>
                  </a:lnTo>
                  <a:lnTo>
                    <a:pt x="1776831" y="19266"/>
                  </a:lnTo>
                  <a:lnTo>
                    <a:pt x="1768425" y="18823"/>
                  </a:lnTo>
                  <a:lnTo>
                    <a:pt x="1718694" y="16388"/>
                  </a:lnTo>
                  <a:lnTo>
                    <a:pt x="1667240" y="14201"/>
                  </a:lnTo>
                  <a:lnTo>
                    <a:pt x="1613234" y="12249"/>
                  </a:lnTo>
                  <a:lnTo>
                    <a:pt x="1555753" y="10511"/>
                  </a:lnTo>
                  <a:lnTo>
                    <a:pt x="1493858" y="8961"/>
                  </a:lnTo>
                  <a:lnTo>
                    <a:pt x="1426679" y="7575"/>
                  </a:lnTo>
                  <a:lnTo>
                    <a:pt x="1353521" y="6334"/>
                  </a:lnTo>
                  <a:lnTo>
                    <a:pt x="1274008" y="5221"/>
                  </a:lnTo>
                  <a:lnTo>
                    <a:pt x="1188267" y="4224"/>
                  </a:lnTo>
                  <a:lnTo>
                    <a:pt x="1097150" y="3335"/>
                  </a:lnTo>
                  <a:lnTo>
                    <a:pt x="1002444" y="2553"/>
                  </a:lnTo>
                  <a:lnTo>
                    <a:pt x="906996" y="1877"/>
                  </a:lnTo>
                  <a:lnTo>
                    <a:pt x="814648" y="1312"/>
                  </a:lnTo>
                  <a:lnTo>
                    <a:pt x="729860" y="857"/>
                  </a:lnTo>
                  <a:lnTo>
                    <a:pt x="657025" y="513"/>
                  </a:lnTo>
                  <a:lnTo>
                    <a:pt x="599573" y="272"/>
                  </a:lnTo>
                  <a:lnTo>
                    <a:pt x="559141" y="120"/>
                  </a:lnTo>
                  <a:lnTo>
                    <a:pt x="535081" y="38"/>
                  </a:lnTo>
                  <a:lnTo>
                    <a:pt x="524420" y="6"/>
                  </a:lnTo>
                  <a:lnTo>
                    <a:pt x="5221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723" name="pl723"/>
            <p:cNvSpPr/>
            <p:nvPr/>
          </p:nvSpPr>
          <p:spPr>
            <a:xfrm>
              <a:off x="386606" y="620828"/>
              <a:ext cx="8554953" cy="3919136"/>
            </a:xfrm>
            <a:custGeom>
              <a:avLst/>
              <a:pathLst>
                <a:path w="8554953" h="3919136">
                  <a:moveTo>
                    <a:pt x="0" y="0"/>
                  </a:moveTo>
                  <a:lnTo>
                    <a:pt x="522133" y="0"/>
                  </a:lnTo>
                  <a:lnTo>
                    <a:pt x="523403" y="3"/>
                  </a:lnTo>
                  <a:lnTo>
                    <a:pt x="531702" y="28"/>
                  </a:lnTo>
                  <a:lnTo>
                    <a:pt x="552451" y="96"/>
                  </a:lnTo>
                  <a:lnTo>
                    <a:pt x="589106" y="231"/>
                  </a:lnTo>
                  <a:lnTo>
                    <a:pt x="642843" y="451"/>
                  </a:lnTo>
                  <a:lnTo>
                    <a:pt x="712506" y="771"/>
                  </a:lnTo>
                  <a:lnTo>
                    <a:pt x="794998" y="1201"/>
                  </a:lnTo>
                  <a:lnTo>
                    <a:pt x="886063" y="1742"/>
                  </a:lnTo>
                  <a:lnTo>
                    <a:pt x="981184" y="2393"/>
                  </a:lnTo>
                  <a:lnTo>
                    <a:pt x="1076338" y="3152"/>
                  </a:lnTo>
                  <a:lnTo>
                    <a:pt x="1168444" y="4017"/>
                  </a:lnTo>
                  <a:lnTo>
                    <a:pt x="1255482" y="4990"/>
                  </a:lnTo>
                  <a:lnTo>
                    <a:pt x="1336412" y="6076"/>
                  </a:lnTo>
                  <a:lnTo>
                    <a:pt x="1410963" y="7288"/>
                  </a:lnTo>
                  <a:lnTo>
                    <a:pt x="1479419" y="8640"/>
                  </a:lnTo>
                  <a:lnTo>
                    <a:pt x="1542417" y="10151"/>
                  </a:lnTo>
                  <a:lnTo>
                    <a:pt x="1600799" y="11846"/>
                  </a:lnTo>
                  <a:lnTo>
                    <a:pt x="1655495" y="13748"/>
                  </a:lnTo>
                  <a:lnTo>
                    <a:pt x="1707439" y="15881"/>
                  </a:lnTo>
                  <a:lnTo>
                    <a:pt x="1757490" y="18261"/>
                  </a:lnTo>
                  <a:lnTo>
                    <a:pt x="1768425" y="18823"/>
                  </a:lnTo>
                  <a:lnTo>
                    <a:pt x="1822609" y="21830"/>
                  </a:lnTo>
                  <a:lnTo>
                    <a:pt x="1876271" y="25155"/>
                  </a:lnTo>
                  <a:lnTo>
                    <a:pt x="1929997" y="28802"/>
                  </a:lnTo>
                  <a:lnTo>
                    <a:pt x="1984177" y="32764"/>
                  </a:lnTo>
                  <a:lnTo>
                    <a:pt x="2039032" y="37020"/>
                  </a:lnTo>
                  <a:lnTo>
                    <a:pt x="2094633" y="41535"/>
                  </a:lnTo>
                  <a:lnTo>
                    <a:pt x="2150926" y="46259"/>
                  </a:lnTo>
                  <a:lnTo>
                    <a:pt x="2207749" y="51134"/>
                  </a:lnTo>
                  <a:lnTo>
                    <a:pt x="2264869" y="56089"/>
                  </a:lnTo>
                  <a:lnTo>
                    <a:pt x="2322011" y="61049"/>
                  </a:lnTo>
                  <a:lnTo>
                    <a:pt x="2378897" y="65941"/>
                  </a:lnTo>
                  <a:lnTo>
                    <a:pt x="2435284" y="70693"/>
                  </a:lnTo>
                  <a:lnTo>
                    <a:pt x="2490999" y="75243"/>
                  </a:lnTo>
                  <a:lnTo>
                    <a:pt x="2545967" y="79541"/>
                  </a:lnTo>
                  <a:lnTo>
                    <a:pt x="2600240" y="83550"/>
                  </a:lnTo>
                  <a:lnTo>
                    <a:pt x="2654015" y="87247"/>
                  </a:lnTo>
                  <a:lnTo>
                    <a:pt x="2707655" y="90621"/>
                  </a:lnTo>
                  <a:lnTo>
                    <a:pt x="2761711" y="93676"/>
                  </a:lnTo>
                  <a:lnTo>
                    <a:pt x="2770117" y="94119"/>
                  </a:lnTo>
                  <a:lnTo>
                    <a:pt x="2819848" y="96554"/>
                  </a:lnTo>
                  <a:lnTo>
                    <a:pt x="2871302" y="98741"/>
                  </a:lnTo>
                  <a:lnTo>
                    <a:pt x="2925308" y="100693"/>
                  </a:lnTo>
                  <a:lnTo>
                    <a:pt x="2982789" y="102432"/>
                  </a:lnTo>
                  <a:lnTo>
                    <a:pt x="3044685" y="103982"/>
                  </a:lnTo>
                  <a:lnTo>
                    <a:pt x="3111864" y="105367"/>
                  </a:lnTo>
                  <a:lnTo>
                    <a:pt x="3185021" y="106608"/>
                  </a:lnTo>
                  <a:lnTo>
                    <a:pt x="3264534" y="107721"/>
                  </a:lnTo>
                  <a:lnTo>
                    <a:pt x="3350275" y="108719"/>
                  </a:lnTo>
                  <a:lnTo>
                    <a:pt x="3441392" y="109607"/>
                  </a:lnTo>
                  <a:lnTo>
                    <a:pt x="3536098" y="110390"/>
                  </a:lnTo>
                  <a:lnTo>
                    <a:pt x="3631546" y="111065"/>
                  </a:lnTo>
                  <a:lnTo>
                    <a:pt x="3723894" y="111631"/>
                  </a:lnTo>
                  <a:lnTo>
                    <a:pt x="3808682" y="112085"/>
                  </a:lnTo>
                  <a:lnTo>
                    <a:pt x="3881517" y="112429"/>
                  </a:lnTo>
                  <a:lnTo>
                    <a:pt x="3938970" y="112671"/>
                  </a:lnTo>
                  <a:lnTo>
                    <a:pt x="3979401" y="112823"/>
                  </a:lnTo>
                  <a:lnTo>
                    <a:pt x="4003461" y="112904"/>
                  </a:lnTo>
                  <a:lnTo>
                    <a:pt x="4014122" y="112937"/>
                  </a:lnTo>
                  <a:lnTo>
                    <a:pt x="4016395" y="112943"/>
                  </a:lnTo>
                  <a:lnTo>
                    <a:pt x="4016409" y="112943"/>
                  </a:lnTo>
                  <a:lnTo>
                    <a:pt x="4538543" y="112943"/>
                  </a:lnTo>
                  <a:lnTo>
                    <a:pt x="4539480" y="113029"/>
                  </a:lnTo>
                  <a:lnTo>
                    <a:pt x="4545649" y="113639"/>
                  </a:lnTo>
                  <a:lnTo>
                    <a:pt x="4561222" y="115325"/>
                  </a:lnTo>
                  <a:lnTo>
                    <a:pt x="4589120" y="118646"/>
                  </a:lnTo>
                  <a:lnTo>
                    <a:pt x="4630801" y="124120"/>
                  </a:lnTo>
                  <a:lnTo>
                    <a:pt x="4686154" y="132173"/>
                  </a:lnTo>
                  <a:lnTo>
                    <a:pt x="4753609" y="143098"/>
                  </a:lnTo>
                  <a:lnTo>
                    <a:pt x="4830492" y="157050"/>
                  </a:lnTo>
                  <a:lnTo>
                    <a:pt x="4913550" y="174060"/>
                  </a:lnTo>
                  <a:lnTo>
                    <a:pt x="4999485" y="194082"/>
                  </a:lnTo>
                  <a:lnTo>
                    <a:pt x="5085378" y="217051"/>
                  </a:lnTo>
                  <a:lnTo>
                    <a:pt x="5168940" y="242929"/>
                  </a:lnTo>
                  <a:lnTo>
                    <a:pt x="5248596" y="271748"/>
                  </a:lnTo>
                  <a:lnTo>
                    <a:pt x="5323433" y="303631"/>
                  </a:lnTo>
                  <a:lnTo>
                    <a:pt x="5393093" y="338805"/>
                  </a:lnTo>
                  <a:lnTo>
                    <a:pt x="5457636" y="377606"/>
                  </a:lnTo>
                  <a:lnTo>
                    <a:pt x="5517412" y="420469"/>
                  </a:lnTo>
                  <a:lnTo>
                    <a:pt x="5572961" y="467918"/>
                  </a:lnTo>
                  <a:lnTo>
                    <a:pt x="5624929" y="520543"/>
                  </a:lnTo>
                  <a:lnTo>
                    <a:pt x="5674003" y="578956"/>
                  </a:lnTo>
                  <a:lnTo>
                    <a:pt x="5720870" y="643721"/>
                  </a:lnTo>
                  <a:lnTo>
                    <a:pt x="5766160" y="715239"/>
                  </a:lnTo>
                  <a:lnTo>
                    <a:pt x="5784835" y="747308"/>
                  </a:lnTo>
                  <a:lnTo>
                    <a:pt x="5817816" y="807532"/>
                  </a:lnTo>
                  <a:lnTo>
                    <a:pt x="5850503" y="871655"/>
                  </a:lnTo>
                  <a:lnTo>
                    <a:pt x="5883055" y="939757"/>
                  </a:lnTo>
                  <a:lnTo>
                    <a:pt x="5915601" y="1011869"/>
                  </a:lnTo>
                  <a:lnTo>
                    <a:pt x="5948243" y="1087969"/>
                  </a:lnTo>
                  <a:lnTo>
                    <a:pt x="5981060" y="1167977"/>
                  </a:lnTo>
                  <a:lnTo>
                    <a:pt x="6014106" y="1251754"/>
                  </a:lnTo>
                  <a:lnTo>
                    <a:pt x="6047414" y="1339094"/>
                  </a:lnTo>
                  <a:lnTo>
                    <a:pt x="6080999" y="1429729"/>
                  </a:lnTo>
                  <a:lnTo>
                    <a:pt x="6114858" y="1523324"/>
                  </a:lnTo>
                  <a:lnTo>
                    <a:pt x="6148970" y="1619488"/>
                  </a:lnTo>
                  <a:lnTo>
                    <a:pt x="6183301" y="1717775"/>
                  </a:lnTo>
                  <a:lnTo>
                    <a:pt x="6217808" y="1817690"/>
                  </a:lnTo>
                  <a:lnTo>
                    <a:pt x="6252435" y="1918705"/>
                  </a:lnTo>
                  <a:lnTo>
                    <a:pt x="6287123" y="2020263"/>
                  </a:lnTo>
                  <a:lnTo>
                    <a:pt x="6321808" y="2121798"/>
                  </a:lnTo>
                  <a:lnTo>
                    <a:pt x="6356427" y="2222742"/>
                  </a:lnTo>
                  <a:lnTo>
                    <a:pt x="6390921" y="2322542"/>
                  </a:lnTo>
                  <a:lnTo>
                    <a:pt x="6425236" y="2420670"/>
                  </a:lnTo>
                  <a:lnTo>
                    <a:pt x="6459328" y="2516638"/>
                  </a:lnTo>
                  <a:lnTo>
                    <a:pt x="6493164" y="2610001"/>
                  </a:lnTo>
                  <a:lnTo>
                    <a:pt x="6526726" y="2700373"/>
                  </a:lnTo>
                  <a:lnTo>
                    <a:pt x="6560012" y="2787427"/>
                  </a:lnTo>
                  <a:lnTo>
                    <a:pt x="6593037" y="2870897"/>
                  </a:lnTo>
                  <a:lnTo>
                    <a:pt x="6625837" y="2950586"/>
                  </a:lnTo>
                  <a:lnTo>
                    <a:pt x="6658469" y="3026357"/>
                  </a:lnTo>
                  <a:lnTo>
                    <a:pt x="6691011" y="3098135"/>
                  </a:lnTo>
                  <a:lnTo>
                    <a:pt x="6723569" y="3165904"/>
                  </a:lnTo>
                  <a:lnTo>
                    <a:pt x="6756273" y="3229699"/>
                  </a:lnTo>
                  <a:lnTo>
                    <a:pt x="6786527" y="3284771"/>
                  </a:lnTo>
                  <a:lnTo>
                    <a:pt x="6831319" y="3359169"/>
                  </a:lnTo>
                  <a:lnTo>
                    <a:pt x="6877452" y="3426735"/>
                  </a:lnTo>
                  <a:lnTo>
                    <a:pt x="6925518" y="3487752"/>
                  </a:lnTo>
                  <a:lnTo>
                    <a:pt x="6976186" y="3542733"/>
                  </a:lnTo>
                  <a:lnTo>
                    <a:pt x="7030149" y="3592281"/>
                  </a:lnTo>
                  <a:lnTo>
                    <a:pt x="7088078" y="3637002"/>
                  </a:lnTo>
                  <a:lnTo>
                    <a:pt x="7150563" y="3677449"/>
                  </a:lnTo>
                  <a:lnTo>
                    <a:pt x="7218048" y="3714099"/>
                  </a:lnTo>
                  <a:lnTo>
                    <a:pt x="7290728" y="3747330"/>
                  </a:lnTo>
                  <a:lnTo>
                    <a:pt x="7368437" y="3777414"/>
                  </a:lnTo>
                  <a:lnTo>
                    <a:pt x="7450511" y="3804518"/>
                  </a:lnTo>
                  <a:lnTo>
                    <a:pt x="7535664" y="3828709"/>
                  </a:lnTo>
                  <a:lnTo>
                    <a:pt x="7621903" y="3849976"/>
                  </a:lnTo>
                  <a:lnTo>
                    <a:pt x="7706557" y="3868259"/>
                  </a:lnTo>
                  <a:lnTo>
                    <a:pt x="7786443" y="3883496"/>
                  </a:lnTo>
                  <a:lnTo>
                    <a:pt x="7858228" y="3895682"/>
                  </a:lnTo>
                  <a:lnTo>
                    <a:pt x="7918927" y="3904913"/>
                  </a:lnTo>
                  <a:lnTo>
                    <a:pt x="7966451" y="3911424"/>
                  </a:lnTo>
                  <a:lnTo>
                    <a:pt x="8000048" y="3915590"/>
                  </a:lnTo>
                  <a:lnTo>
                    <a:pt x="8020519" y="3917896"/>
                  </a:lnTo>
                  <a:lnTo>
                    <a:pt x="8030196" y="3918890"/>
                  </a:lnTo>
                  <a:lnTo>
                    <a:pt x="8032748" y="3919130"/>
                  </a:lnTo>
                  <a:lnTo>
                    <a:pt x="8032819" y="3919136"/>
                  </a:lnTo>
                  <a:lnTo>
                    <a:pt x="8554953" y="3919136"/>
                  </a:lnTo>
                  <a:lnTo>
                    <a:pt x="8554953" y="3919136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724" name="pl724"/>
            <p:cNvSpPr/>
            <p:nvPr/>
          </p:nvSpPr>
          <p:spPr>
            <a:xfrm>
              <a:off x="386606" y="603886"/>
              <a:ext cx="8554953" cy="3919136"/>
            </a:xfrm>
            <a:custGeom>
              <a:avLst/>
              <a:pathLst>
                <a:path w="8554953" h="3919136">
                  <a:moveTo>
                    <a:pt x="8554953" y="3919136"/>
                  </a:moveTo>
                  <a:lnTo>
                    <a:pt x="8032819" y="3919136"/>
                  </a:lnTo>
                  <a:lnTo>
                    <a:pt x="8031882" y="3919051"/>
                  </a:lnTo>
                  <a:lnTo>
                    <a:pt x="8025713" y="3918440"/>
                  </a:lnTo>
                  <a:lnTo>
                    <a:pt x="8010140" y="3916754"/>
                  </a:lnTo>
                  <a:lnTo>
                    <a:pt x="7982242" y="3913433"/>
                  </a:lnTo>
                  <a:lnTo>
                    <a:pt x="7940561" y="3907959"/>
                  </a:lnTo>
                  <a:lnTo>
                    <a:pt x="7885208" y="3899907"/>
                  </a:lnTo>
                  <a:lnTo>
                    <a:pt x="7817753" y="3888981"/>
                  </a:lnTo>
                  <a:lnTo>
                    <a:pt x="7740870" y="3875029"/>
                  </a:lnTo>
                  <a:lnTo>
                    <a:pt x="7657812" y="3858019"/>
                  </a:lnTo>
                  <a:lnTo>
                    <a:pt x="7571877" y="3837997"/>
                  </a:lnTo>
                  <a:lnTo>
                    <a:pt x="7485984" y="3815028"/>
                  </a:lnTo>
                  <a:lnTo>
                    <a:pt x="7402422" y="3789150"/>
                  </a:lnTo>
                  <a:lnTo>
                    <a:pt x="7322766" y="3760331"/>
                  </a:lnTo>
                  <a:lnTo>
                    <a:pt x="7247929" y="3728449"/>
                  </a:lnTo>
                  <a:lnTo>
                    <a:pt x="7178269" y="3693274"/>
                  </a:lnTo>
                  <a:lnTo>
                    <a:pt x="7113726" y="3654474"/>
                  </a:lnTo>
                  <a:lnTo>
                    <a:pt x="7053950" y="3611611"/>
                  </a:lnTo>
                  <a:lnTo>
                    <a:pt x="6998401" y="3564161"/>
                  </a:lnTo>
                  <a:lnTo>
                    <a:pt x="6946433" y="3511536"/>
                  </a:lnTo>
                  <a:lnTo>
                    <a:pt x="6897359" y="3453123"/>
                  </a:lnTo>
                  <a:lnTo>
                    <a:pt x="6850492" y="3388358"/>
                  </a:lnTo>
                  <a:lnTo>
                    <a:pt x="6805202" y="3316840"/>
                  </a:lnTo>
                  <a:lnTo>
                    <a:pt x="6786527" y="3284771"/>
                  </a:lnTo>
                  <a:lnTo>
                    <a:pt x="6753546" y="3224547"/>
                  </a:lnTo>
                  <a:lnTo>
                    <a:pt x="6720859" y="3160424"/>
                  </a:lnTo>
                  <a:lnTo>
                    <a:pt x="6688307" y="3092322"/>
                  </a:lnTo>
                  <a:lnTo>
                    <a:pt x="6655761" y="3020211"/>
                  </a:lnTo>
                  <a:lnTo>
                    <a:pt x="6623119" y="2944111"/>
                  </a:lnTo>
                  <a:lnTo>
                    <a:pt x="6590302" y="2864102"/>
                  </a:lnTo>
                  <a:lnTo>
                    <a:pt x="6557256" y="2780325"/>
                  </a:lnTo>
                  <a:lnTo>
                    <a:pt x="6523948" y="2692985"/>
                  </a:lnTo>
                  <a:lnTo>
                    <a:pt x="6490363" y="2602351"/>
                  </a:lnTo>
                  <a:lnTo>
                    <a:pt x="6456504" y="2508755"/>
                  </a:lnTo>
                  <a:lnTo>
                    <a:pt x="6422392" y="2412591"/>
                  </a:lnTo>
                  <a:lnTo>
                    <a:pt x="6388061" y="2314304"/>
                  </a:lnTo>
                  <a:lnTo>
                    <a:pt x="6353554" y="2214389"/>
                  </a:lnTo>
                  <a:lnTo>
                    <a:pt x="6318927" y="2113374"/>
                  </a:lnTo>
                  <a:lnTo>
                    <a:pt x="6284239" y="2011816"/>
                  </a:lnTo>
                  <a:lnTo>
                    <a:pt x="6249554" y="1910281"/>
                  </a:lnTo>
                  <a:lnTo>
                    <a:pt x="6214935" y="1809337"/>
                  </a:lnTo>
                  <a:lnTo>
                    <a:pt x="6180441" y="1709537"/>
                  </a:lnTo>
                  <a:lnTo>
                    <a:pt x="6146126" y="1611409"/>
                  </a:lnTo>
                  <a:lnTo>
                    <a:pt x="6112034" y="1515442"/>
                  </a:lnTo>
                  <a:lnTo>
                    <a:pt x="6078198" y="1422078"/>
                  </a:lnTo>
                  <a:lnTo>
                    <a:pt x="6044635" y="1331706"/>
                  </a:lnTo>
                  <a:lnTo>
                    <a:pt x="6011350" y="1244652"/>
                  </a:lnTo>
                  <a:lnTo>
                    <a:pt x="5978325" y="1161182"/>
                  </a:lnTo>
                  <a:lnTo>
                    <a:pt x="5945525" y="1081493"/>
                  </a:lnTo>
                  <a:lnTo>
                    <a:pt x="5912893" y="1005723"/>
                  </a:lnTo>
                  <a:lnTo>
                    <a:pt x="5880351" y="933944"/>
                  </a:lnTo>
                  <a:lnTo>
                    <a:pt x="5847793" y="866175"/>
                  </a:lnTo>
                  <a:lnTo>
                    <a:pt x="5815089" y="802380"/>
                  </a:lnTo>
                  <a:lnTo>
                    <a:pt x="5784835" y="747308"/>
                  </a:lnTo>
                  <a:lnTo>
                    <a:pt x="5740043" y="672910"/>
                  </a:lnTo>
                  <a:lnTo>
                    <a:pt x="5693910" y="605344"/>
                  </a:lnTo>
                  <a:lnTo>
                    <a:pt x="5645844" y="544327"/>
                  </a:lnTo>
                  <a:lnTo>
                    <a:pt x="5595176" y="489346"/>
                  </a:lnTo>
                  <a:lnTo>
                    <a:pt x="5541213" y="439798"/>
                  </a:lnTo>
                  <a:lnTo>
                    <a:pt x="5483284" y="395078"/>
                  </a:lnTo>
                  <a:lnTo>
                    <a:pt x="5420799" y="354630"/>
                  </a:lnTo>
                  <a:lnTo>
                    <a:pt x="5353314" y="317980"/>
                  </a:lnTo>
                  <a:lnTo>
                    <a:pt x="5280634" y="284749"/>
                  </a:lnTo>
                  <a:lnTo>
                    <a:pt x="5202925" y="254665"/>
                  </a:lnTo>
                  <a:lnTo>
                    <a:pt x="5120851" y="227561"/>
                  </a:lnTo>
                  <a:lnTo>
                    <a:pt x="5035698" y="203370"/>
                  </a:lnTo>
                  <a:lnTo>
                    <a:pt x="4949459" y="182103"/>
                  </a:lnTo>
                  <a:lnTo>
                    <a:pt x="4864805" y="163821"/>
                  </a:lnTo>
                  <a:lnTo>
                    <a:pt x="4784919" y="148583"/>
                  </a:lnTo>
                  <a:lnTo>
                    <a:pt x="4713134" y="136398"/>
                  </a:lnTo>
                  <a:lnTo>
                    <a:pt x="4652435" y="127166"/>
                  </a:lnTo>
                  <a:lnTo>
                    <a:pt x="4604911" y="120655"/>
                  </a:lnTo>
                  <a:lnTo>
                    <a:pt x="4571314" y="116489"/>
                  </a:lnTo>
                  <a:lnTo>
                    <a:pt x="4550842" y="114183"/>
                  </a:lnTo>
                  <a:lnTo>
                    <a:pt x="4541166" y="113190"/>
                  </a:lnTo>
                  <a:lnTo>
                    <a:pt x="4538614" y="112949"/>
                  </a:lnTo>
                  <a:lnTo>
                    <a:pt x="4538543" y="112943"/>
                  </a:lnTo>
                  <a:lnTo>
                    <a:pt x="4016409" y="112943"/>
                  </a:lnTo>
                  <a:lnTo>
                    <a:pt x="4015140" y="112939"/>
                  </a:lnTo>
                  <a:lnTo>
                    <a:pt x="4006840" y="112915"/>
                  </a:lnTo>
                  <a:lnTo>
                    <a:pt x="3986091" y="112846"/>
                  </a:lnTo>
                  <a:lnTo>
                    <a:pt x="3949436" y="112712"/>
                  </a:lnTo>
                  <a:lnTo>
                    <a:pt x="3895699" y="112492"/>
                  </a:lnTo>
                  <a:lnTo>
                    <a:pt x="3826037" y="112171"/>
                  </a:lnTo>
                  <a:lnTo>
                    <a:pt x="3743544" y="111741"/>
                  </a:lnTo>
                  <a:lnTo>
                    <a:pt x="3652479" y="111200"/>
                  </a:lnTo>
                  <a:lnTo>
                    <a:pt x="3557359" y="110549"/>
                  </a:lnTo>
                  <a:lnTo>
                    <a:pt x="3462204" y="109790"/>
                  </a:lnTo>
                  <a:lnTo>
                    <a:pt x="3370098" y="108926"/>
                  </a:lnTo>
                  <a:lnTo>
                    <a:pt x="3283060" y="107953"/>
                  </a:lnTo>
                  <a:lnTo>
                    <a:pt x="3202131" y="106866"/>
                  </a:lnTo>
                  <a:lnTo>
                    <a:pt x="3127579" y="105655"/>
                  </a:lnTo>
                  <a:lnTo>
                    <a:pt x="3059123" y="104303"/>
                  </a:lnTo>
                  <a:lnTo>
                    <a:pt x="2996125" y="102791"/>
                  </a:lnTo>
                  <a:lnTo>
                    <a:pt x="2937744" y="101097"/>
                  </a:lnTo>
                  <a:lnTo>
                    <a:pt x="2883047" y="99194"/>
                  </a:lnTo>
                  <a:lnTo>
                    <a:pt x="2831103" y="97061"/>
                  </a:lnTo>
                  <a:lnTo>
                    <a:pt x="2781052" y="94682"/>
                  </a:lnTo>
                  <a:lnTo>
                    <a:pt x="2770117" y="94119"/>
                  </a:lnTo>
                  <a:lnTo>
                    <a:pt x="2715933" y="91112"/>
                  </a:lnTo>
                  <a:lnTo>
                    <a:pt x="2662271" y="87788"/>
                  </a:lnTo>
                  <a:lnTo>
                    <a:pt x="2608545" y="84140"/>
                  </a:lnTo>
                  <a:lnTo>
                    <a:pt x="2554365" y="80178"/>
                  </a:lnTo>
                  <a:lnTo>
                    <a:pt x="2499511" y="75922"/>
                  </a:lnTo>
                  <a:lnTo>
                    <a:pt x="2443909" y="71408"/>
                  </a:lnTo>
                  <a:lnTo>
                    <a:pt x="2387617" y="66683"/>
                  </a:lnTo>
                  <a:lnTo>
                    <a:pt x="2330793" y="61808"/>
                  </a:lnTo>
                  <a:lnTo>
                    <a:pt x="2273673" y="56854"/>
                  </a:lnTo>
                  <a:lnTo>
                    <a:pt x="2216531" y="51893"/>
                  </a:lnTo>
                  <a:lnTo>
                    <a:pt x="2159645" y="47002"/>
                  </a:lnTo>
                  <a:lnTo>
                    <a:pt x="2103258" y="42250"/>
                  </a:lnTo>
                  <a:lnTo>
                    <a:pt x="2047544" y="37699"/>
                  </a:lnTo>
                  <a:lnTo>
                    <a:pt x="1992575" y="33401"/>
                  </a:lnTo>
                  <a:lnTo>
                    <a:pt x="1938302" y="29392"/>
                  </a:lnTo>
                  <a:lnTo>
                    <a:pt x="1884527" y="25695"/>
                  </a:lnTo>
                  <a:lnTo>
                    <a:pt x="1830888" y="22321"/>
                  </a:lnTo>
                  <a:lnTo>
                    <a:pt x="1776831" y="19266"/>
                  </a:lnTo>
                  <a:lnTo>
                    <a:pt x="1768425" y="18823"/>
                  </a:lnTo>
                  <a:lnTo>
                    <a:pt x="1718694" y="16388"/>
                  </a:lnTo>
                  <a:lnTo>
                    <a:pt x="1667240" y="14201"/>
                  </a:lnTo>
                  <a:lnTo>
                    <a:pt x="1613234" y="12249"/>
                  </a:lnTo>
                  <a:lnTo>
                    <a:pt x="1555753" y="10511"/>
                  </a:lnTo>
                  <a:lnTo>
                    <a:pt x="1493858" y="8961"/>
                  </a:lnTo>
                  <a:lnTo>
                    <a:pt x="1426679" y="7575"/>
                  </a:lnTo>
                  <a:lnTo>
                    <a:pt x="1353521" y="6334"/>
                  </a:lnTo>
                  <a:lnTo>
                    <a:pt x="1274008" y="5221"/>
                  </a:lnTo>
                  <a:lnTo>
                    <a:pt x="1188267" y="4224"/>
                  </a:lnTo>
                  <a:lnTo>
                    <a:pt x="1097150" y="3335"/>
                  </a:lnTo>
                  <a:lnTo>
                    <a:pt x="1002444" y="2553"/>
                  </a:lnTo>
                  <a:lnTo>
                    <a:pt x="906996" y="1877"/>
                  </a:lnTo>
                  <a:lnTo>
                    <a:pt x="814648" y="1312"/>
                  </a:lnTo>
                  <a:lnTo>
                    <a:pt x="729860" y="857"/>
                  </a:lnTo>
                  <a:lnTo>
                    <a:pt x="657025" y="513"/>
                  </a:lnTo>
                  <a:lnTo>
                    <a:pt x="599573" y="272"/>
                  </a:lnTo>
                  <a:lnTo>
                    <a:pt x="559141" y="120"/>
                  </a:lnTo>
                  <a:lnTo>
                    <a:pt x="535081" y="38"/>
                  </a:lnTo>
                  <a:lnTo>
                    <a:pt x="524420" y="6"/>
                  </a:lnTo>
                  <a:lnTo>
                    <a:pt x="522147" y="0"/>
                  </a:lnTo>
                  <a:lnTo>
                    <a:pt x="522133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725" name="pg725"/>
            <p:cNvSpPr/>
            <p:nvPr/>
          </p:nvSpPr>
          <p:spPr>
            <a:xfrm>
              <a:off x="386606" y="620828"/>
              <a:ext cx="8554953" cy="4257967"/>
            </a:xfrm>
            <a:custGeom>
              <a:avLst/>
              <a:pathLst>
                <a:path w="8554953" h="4257967">
                  <a:moveTo>
                    <a:pt x="0" y="5647"/>
                  </a:moveTo>
                  <a:lnTo>
                    <a:pt x="522133" y="5647"/>
                  </a:lnTo>
                  <a:lnTo>
                    <a:pt x="523403" y="5650"/>
                  </a:lnTo>
                  <a:lnTo>
                    <a:pt x="531702" y="5675"/>
                  </a:lnTo>
                  <a:lnTo>
                    <a:pt x="552451" y="5743"/>
                  </a:lnTo>
                  <a:lnTo>
                    <a:pt x="589106" y="5878"/>
                  </a:lnTo>
                  <a:lnTo>
                    <a:pt x="642843" y="6098"/>
                  </a:lnTo>
                  <a:lnTo>
                    <a:pt x="712506" y="6419"/>
                  </a:lnTo>
                  <a:lnTo>
                    <a:pt x="794998" y="6848"/>
                  </a:lnTo>
                  <a:lnTo>
                    <a:pt x="886063" y="7389"/>
                  </a:lnTo>
                  <a:lnTo>
                    <a:pt x="981184" y="8040"/>
                  </a:lnTo>
                  <a:lnTo>
                    <a:pt x="1076338" y="8799"/>
                  </a:lnTo>
                  <a:lnTo>
                    <a:pt x="1168444" y="9664"/>
                  </a:lnTo>
                  <a:lnTo>
                    <a:pt x="1255482" y="10637"/>
                  </a:lnTo>
                  <a:lnTo>
                    <a:pt x="1336412" y="11724"/>
                  </a:lnTo>
                  <a:lnTo>
                    <a:pt x="1410963" y="12935"/>
                  </a:lnTo>
                  <a:lnTo>
                    <a:pt x="1479419" y="14287"/>
                  </a:lnTo>
                  <a:lnTo>
                    <a:pt x="1542417" y="15798"/>
                  </a:lnTo>
                  <a:lnTo>
                    <a:pt x="1600799" y="17493"/>
                  </a:lnTo>
                  <a:lnTo>
                    <a:pt x="1655495" y="19395"/>
                  </a:lnTo>
                  <a:lnTo>
                    <a:pt x="1707439" y="21528"/>
                  </a:lnTo>
                  <a:lnTo>
                    <a:pt x="1757490" y="23908"/>
                  </a:lnTo>
                  <a:lnTo>
                    <a:pt x="1768425" y="24471"/>
                  </a:lnTo>
                  <a:lnTo>
                    <a:pt x="1822609" y="27477"/>
                  </a:lnTo>
                  <a:lnTo>
                    <a:pt x="1876271" y="30802"/>
                  </a:lnTo>
                  <a:lnTo>
                    <a:pt x="1929997" y="34449"/>
                  </a:lnTo>
                  <a:lnTo>
                    <a:pt x="1984177" y="38411"/>
                  </a:lnTo>
                  <a:lnTo>
                    <a:pt x="2039032" y="42667"/>
                  </a:lnTo>
                  <a:lnTo>
                    <a:pt x="2094633" y="47182"/>
                  </a:lnTo>
                  <a:lnTo>
                    <a:pt x="2150926" y="51907"/>
                  </a:lnTo>
                  <a:lnTo>
                    <a:pt x="2207749" y="56781"/>
                  </a:lnTo>
                  <a:lnTo>
                    <a:pt x="2264869" y="61736"/>
                  </a:lnTo>
                  <a:lnTo>
                    <a:pt x="2322011" y="66696"/>
                  </a:lnTo>
                  <a:lnTo>
                    <a:pt x="2378897" y="71588"/>
                  </a:lnTo>
                  <a:lnTo>
                    <a:pt x="2435284" y="76340"/>
                  </a:lnTo>
                  <a:lnTo>
                    <a:pt x="2490999" y="80890"/>
                  </a:lnTo>
                  <a:lnTo>
                    <a:pt x="2545967" y="85189"/>
                  </a:lnTo>
                  <a:lnTo>
                    <a:pt x="2600240" y="89198"/>
                  </a:lnTo>
                  <a:lnTo>
                    <a:pt x="2654015" y="92894"/>
                  </a:lnTo>
                  <a:lnTo>
                    <a:pt x="2707655" y="96269"/>
                  </a:lnTo>
                  <a:lnTo>
                    <a:pt x="2761711" y="99324"/>
                  </a:lnTo>
                  <a:lnTo>
                    <a:pt x="2770117" y="99766"/>
                  </a:lnTo>
                  <a:lnTo>
                    <a:pt x="2819848" y="102201"/>
                  </a:lnTo>
                  <a:lnTo>
                    <a:pt x="2871302" y="104388"/>
                  </a:lnTo>
                  <a:lnTo>
                    <a:pt x="2925308" y="106340"/>
                  </a:lnTo>
                  <a:lnTo>
                    <a:pt x="2982789" y="108079"/>
                  </a:lnTo>
                  <a:lnTo>
                    <a:pt x="3044685" y="109629"/>
                  </a:lnTo>
                  <a:lnTo>
                    <a:pt x="3111864" y="111014"/>
                  </a:lnTo>
                  <a:lnTo>
                    <a:pt x="3185021" y="112255"/>
                  </a:lnTo>
                  <a:lnTo>
                    <a:pt x="3264534" y="113369"/>
                  </a:lnTo>
                  <a:lnTo>
                    <a:pt x="3350275" y="114366"/>
                  </a:lnTo>
                  <a:lnTo>
                    <a:pt x="3441392" y="115255"/>
                  </a:lnTo>
                  <a:lnTo>
                    <a:pt x="3536098" y="116037"/>
                  </a:lnTo>
                  <a:lnTo>
                    <a:pt x="3631546" y="116712"/>
                  </a:lnTo>
                  <a:lnTo>
                    <a:pt x="3723894" y="117278"/>
                  </a:lnTo>
                  <a:lnTo>
                    <a:pt x="3808682" y="117732"/>
                  </a:lnTo>
                  <a:lnTo>
                    <a:pt x="3881517" y="118077"/>
                  </a:lnTo>
                  <a:lnTo>
                    <a:pt x="3938970" y="118318"/>
                  </a:lnTo>
                  <a:lnTo>
                    <a:pt x="3979401" y="118470"/>
                  </a:lnTo>
                  <a:lnTo>
                    <a:pt x="4003461" y="118551"/>
                  </a:lnTo>
                  <a:lnTo>
                    <a:pt x="4014122" y="118584"/>
                  </a:lnTo>
                  <a:lnTo>
                    <a:pt x="4016409" y="118590"/>
                  </a:lnTo>
                  <a:lnTo>
                    <a:pt x="4538543" y="118590"/>
                  </a:lnTo>
                  <a:lnTo>
                    <a:pt x="4539456" y="118681"/>
                  </a:lnTo>
                  <a:lnTo>
                    <a:pt x="4545470" y="119327"/>
                  </a:lnTo>
                  <a:lnTo>
                    <a:pt x="4560664" y="121113"/>
                  </a:lnTo>
                  <a:lnTo>
                    <a:pt x="4587910" y="124629"/>
                  </a:lnTo>
                  <a:lnTo>
                    <a:pt x="4628678" y="130428"/>
                  </a:lnTo>
                  <a:lnTo>
                    <a:pt x="4682917" y="138966"/>
                  </a:lnTo>
                  <a:lnTo>
                    <a:pt x="4749160" y="150561"/>
                  </a:lnTo>
                  <a:lnTo>
                    <a:pt x="4824851" y="165384"/>
                  </a:lnTo>
                  <a:lnTo>
                    <a:pt x="4906841" y="183475"/>
                  </a:lnTo>
                  <a:lnTo>
                    <a:pt x="4991904" y="204791"/>
                  </a:lnTo>
                  <a:lnTo>
                    <a:pt x="5077153" y="229261"/>
                  </a:lnTo>
                  <a:lnTo>
                    <a:pt x="5160299" y="256841"/>
                  </a:lnTo>
                  <a:lnTo>
                    <a:pt x="5239736" y="287554"/>
                  </a:lnTo>
                  <a:lnTo>
                    <a:pt x="5314511" y="321521"/>
                  </a:lnTo>
                  <a:lnTo>
                    <a:pt x="5384217" y="358969"/>
                  </a:lnTo>
                  <a:lnTo>
                    <a:pt x="5448868" y="400238"/>
                  </a:lnTo>
                  <a:lnTo>
                    <a:pt x="5508773" y="445776"/>
                  </a:lnTo>
                  <a:lnTo>
                    <a:pt x="5564439" y="496127"/>
                  </a:lnTo>
                  <a:lnTo>
                    <a:pt x="5616480" y="551904"/>
                  </a:lnTo>
                  <a:lnTo>
                    <a:pt x="5665565" y="613758"/>
                  </a:lnTo>
                  <a:lnTo>
                    <a:pt x="5712365" y="682302"/>
                  </a:lnTo>
                  <a:lnTo>
                    <a:pt x="5757508" y="758004"/>
                  </a:lnTo>
                  <a:lnTo>
                    <a:pt x="5784835" y="808486"/>
                  </a:lnTo>
                  <a:lnTo>
                    <a:pt x="5816634" y="871549"/>
                  </a:lnTo>
                  <a:lnTo>
                    <a:pt x="5848154" y="938549"/>
                  </a:lnTo>
                  <a:lnTo>
                    <a:pt x="5879538" y="1009565"/>
                  </a:lnTo>
                  <a:lnTo>
                    <a:pt x="5910906" y="1084634"/>
                  </a:lnTo>
                  <a:lnTo>
                    <a:pt x="5942352" y="1163740"/>
                  </a:lnTo>
                  <a:lnTo>
                    <a:pt x="5973948" y="1246815"/>
                  </a:lnTo>
                  <a:lnTo>
                    <a:pt x="6005748" y="1333735"/>
                  </a:lnTo>
                  <a:lnTo>
                    <a:pt x="6037785" y="1424315"/>
                  </a:lnTo>
                  <a:lnTo>
                    <a:pt x="6070078" y="1518309"/>
                  </a:lnTo>
                  <a:lnTo>
                    <a:pt x="6102628" y="1615412"/>
                  </a:lnTo>
                  <a:lnTo>
                    <a:pt x="6135422" y="1715261"/>
                  </a:lnTo>
                  <a:lnTo>
                    <a:pt x="6168433" y="1817440"/>
                  </a:lnTo>
                  <a:lnTo>
                    <a:pt x="6201627" y="1921486"/>
                  </a:lnTo>
                  <a:lnTo>
                    <a:pt x="6234957" y="2026897"/>
                  </a:lnTo>
                  <a:lnTo>
                    <a:pt x="6268372" y="2133144"/>
                  </a:lnTo>
                  <a:lnTo>
                    <a:pt x="6301817" y="2239677"/>
                  </a:lnTo>
                  <a:lnTo>
                    <a:pt x="6335234" y="2345943"/>
                  </a:lnTo>
                  <a:lnTo>
                    <a:pt x="6368568" y="2451393"/>
                  </a:lnTo>
                  <a:lnTo>
                    <a:pt x="6401767" y="2555496"/>
                  </a:lnTo>
                  <a:lnTo>
                    <a:pt x="6434786" y="2657748"/>
                  </a:lnTo>
                  <a:lnTo>
                    <a:pt x="6467587" y="2757686"/>
                  </a:lnTo>
                  <a:lnTo>
                    <a:pt x="6500146" y="2854892"/>
                  </a:lnTo>
                  <a:lnTo>
                    <a:pt x="6532448" y="2949000"/>
                  </a:lnTo>
                  <a:lnTo>
                    <a:pt x="6564495" y="3039704"/>
                  </a:lnTo>
                  <a:lnTo>
                    <a:pt x="6596302" y="3126756"/>
                  </a:lnTo>
                  <a:lnTo>
                    <a:pt x="6627905" y="3209969"/>
                  </a:lnTo>
                  <a:lnTo>
                    <a:pt x="6659354" y="3289216"/>
                  </a:lnTo>
                  <a:lnTo>
                    <a:pt x="6690723" y="3364426"/>
                  </a:lnTo>
                  <a:lnTo>
                    <a:pt x="6722106" y="3435585"/>
                  </a:lnTo>
                  <a:lnTo>
                    <a:pt x="6753618" y="3502724"/>
                  </a:lnTo>
                  <a:lnTo>
                    <a:pt x="6785405" y="3565924"/>
                  </a:lnTo>
                  <a:lnTo>
                    <a:pt x="6786527" y="3568070"/>
                  </a:lnTo>
                  <a:lnTo>
                    <a:pt x="6830921" y="3648303"/>
                  </a:lnTo>
                  <a:lnTo>
                    <a:pt x="6876627" y="3721234"/>
                  </a:lnTo>
                  <a:lnTo>
                    <a:pt x="6924222" y="3787159"/>
                  </a:lnTo>
                  <a:lnTo>
                    <a:pt x="6974355" y="3846618"/>
                  </a:lnTo>
                  <a:lnTo>
                    <a:pt x="7027702" y="3900249"/>
                  </a:lnTo>
                  <a:lnTo>
                    <a:pt x="7084917" y="3948693"/>
                  </a:lnTo>
                  <a:lnTo>
                    <a:pt x="7146582" y="3992543"/>
                  </a:lnTo>
                  <a:lnTo>
                    <a:pt x="7213139" y="4032307"/>
                  </a:lnTo>
                  <a:lnTo>
                    <a:pt x="7284797" y="4068393"/>
                  </a:lnTo>
                  <a:lnTo>
                    <a:pt x="7361426" y="4101097"/>
                  </a:lnTo>
                  <a:lnTo>
                    <a:pt x="7442425" y="4130606"/>
                  </a:lnTo>
                  <a:lnTo>
                    <a:pt x="7526601" y="4157001"/>
                  </a:lnTo>
                  <a:lnTo>
                    <a:pt x="7612085" y="4180275"/>
                  </a:lnTo>
                  <a:lnTo>
                    <a:pt x="7696342" y="4200369"/>
                  </a:lnTo>
                  <a:lnTo>
                    <a:pt x="7776315" y="4217215"/>
                  </a:lnTo>
                  <a:lnTo>
                    <a:pt x="7848752" y="4230795"/>
                  </a:lnTo>
                  <a:lnTo>
                    <a:pt x="7910666" y="4241195"/>
                  </a:lnTo>
                  <a:lnTo>
                    <a:pt x="7959866" y="4248642"/>
                  </a:lnTo>
                  <a:lnTo>
                    <a:pt x="7995397" y="4253510"/>
                  </a:lnTo>
                  <a:lnTo>
                    <a:pt x="8017791" y="4256298"/>
                  </a:lnTo>
                  <a:lnTo>
                    <a:pt x="8029073" y="4257578"/>
                  </a:lnTo>
                  <a:lnTo>
                    <a:pt x="8032599" y="4257945"/>
                  </a:lnTo>
                  <a:lnTo>
                    <a:pt x="8032819" y="4257967"/>
                  </a:lnTo>
                  <a:lnTo>
                    <a:pt x="8554953" y="4257967"/>
                  </a:lnTo>
                  <a:lnTo>
                    <a:pt x="8554953" y="4252319"/>
                  </a:lnTo>
                  <a:lnTo>
                    <a:pt x="8032819" y="4252319"/>
                  </a:lnTo>
                  <a:lnTo>
                    <a:pt x="8031906" y="4252229"/>
                  </a:lnTo>
                  <a:lnTo>
                    <a:pt x="8025892" y="4251583"/>
                  </a:lnTo>
                  <a:lnTo>
                    <a:pt x="8010698" y="4249797"/>
                  </a:lnTo>
                  <a:lnTo>
                    <a:pt x="7983452" y="4246280"/>
                  </a:lnTo>
                  <a:lnTo>
                    <a:pt x="7942684" y="4240481"/>
                  </a:lnTo>
                  <a:lnTo>
                    <a:pt x="7888445" y="4231944"/>
                  </a:lnTo>
                  <a:lnTo>
                    <a:pt x="7822202" y="4220348"/>
                  </a:lnTo>
                  <a:lnTo>
                    <a:pt x="7746511" y="4205525"/>
                  </a:lnTo>
                  <a:lnTo>
                    <a:pt x="7664521" y="4187434"/>
                  </a:lnTo>
                  <a:lnTo>
                    <a:pt x="7579458" y="4166118"/>
                  </a:lnTo>
                  <a:lnTo>
                    <a:pt x="7494209" y="4141648"/>
                  </a:lnTo>
                  <a:lnTo>
                    <a:pt x="7411063" y="4114069"/>
                  </a:lnTo>
                  <a:lnTo>
                    <a:pt x="7331625" y="4083355"/>
                  </a:lnTo>
                  <a:lnTo>
                    <a:pt x="7256851" y="4049388"/>
                  </a:lnTo>
                  <a:lnTo>
                    <a:pt x="7187145" y="4011940"/>
                  </a:lnTo>
                  <a:lnTo>
                    <a:pt x="7122494" y="3970671"/>
                  </a:lnTo>
                  <a:lnTo>
                    <a:pt x="7062589" y="3925133"/>
                  </a:lnTo>
                  <a:lnTo>
                    <a:pt x="7006923" y="3874783"/>
                  </a:lnTo>
                  <a:lnTo>
                    <a:pt x="6954882" y="3819005"/>
                  </a:lnTo>
                  <a:lnTo>
                    <a:pt x="6905797" y="3757151"/>
                  </a:lnTo>
                  <a:lnTo>
                    <a:pt x="6858997" y="3688608"/>
                  </a:lnTo>
                  <a:lnTo>
                    <a:pt x="6813854" y="3612905"/>
                  </a:lnTo>
                  <a:lnTo>
                    <a:pt x="6786527" y="3562423"/>
                  </a:lnTo>
                  <a:lnTo>
                    <a:pt x="6754728" y="3499360"/>
                  </a:lnTo>
                  <a:lnTo>
                    <a:pt x="6723208" y="3432361"/>
                  </a:lnTo>
                  <a:lnTo>
                    <a:pt x="6691824" y="3361344"/>
                  </a:lnTo>
                  <a:lnTo>
                    <a:pt x="6660456" y="3286276"/>
                  </a:lnTo>
                  <a:lnTo>
                    <a:pt x="6629010" y="3207170"/>
                  </a:lnTo>
                  <a:lnTo>
                    <a:pt x="6597414" y="3124094"/>
                  </a:lnTo>
                  <a:lnTo>
                    <a:pt x="6565614" y="3037174"/>
                  </a:lnTo>
                  <a:lnTo>
                    <a:pt x="6533577" y="2946594"/>
                  </a:lnTo>
                  <a:lnTo>
                    <a:pt x="6501284" y="2852600"/>
                  </a:lnTo>
                  <a:lnTo>
                    <a:pt x="6468734" y="2755498"/>
                  </a:lnTo>
                  <a:lnTo>
                    <a:pt x="6435940" y="2655649"/>
                  </a:lnTo>
                  <a:lnTo>
                    <a:pt x="6402929" y="2553470"/>
                  </a:lnTo>
                  <a:lnTo>
                    <a:pt x="6369735" y="2449424"/>
                  </a:lnTo>
                  <a:lnTo>
                    <a:pt x="6336405" y="2344012"/>
                  </a:lnTo>
                  <a:lnTo>
                    <a:pt x="6302990" y="2237766"/>
                  </a:lnTo>
                  <a:lnTo>
                    <a:pt x="6269545" y="2131232"/>
                  </a:lnTo>
                  <a:lnTo>
                    <a:pt x="6236128" y="2024966"/>
                  </a:lnTo>
                  <a:lnTo>
                    <a:pt x="6202794" y="1919516"/>
                  </a:lnTo>
                  <a:lnTo>
                    <a:pt x="6169595" y="1815414"/>
                  </a:lnTo>
                  <a:lnTo>
                    <a:pt x="6136576" y="1713161"/>
                  </a:lnTo>
                  <a:lnTo>
                    <a:pt x="6103774" y="1613223"/>
                  </a:lnTo>
                  <a:lnTo>
                    <a:pt x="6071216" y="1516018"/>
                  </a:lnTo>
                  <a:lnTo>
                    <a:pt x="6038914" y="1421909"/>
                  </a:lnTo>
                  <a:lnTo>
                    <a:pt x="6006867" y="1331205"/>
                  </a:lnTo>
                  <a:lnTo>
                    <a:pt x="5975060" y="1244153"/>
                  </a:lnTo>
                  <a:lnTo>
                    <a:pt x="5943457" y="1160940"/>
                  </a:lnTo>
                  <a:lnTo>
                    <a:pt x="5912008" y="1081694"/>
                  </a:lnTo>
                  <a:lnTo>
                    <a:pt x="5880639" y="1006483"/>
                  </a:lnTo>
                  <a:lnTo>
                    <a:pt x="5849256" y="935325"/>
                  </a:lnTo>
                  <a:lnTo>
                    <a:pt x="5817744" y="868185"/>
                  </a:lnTo>
                  <a:lnTo>
                    <a:pt x="5785957" y="804986"/>
                  </a:lnTo>
                  <a:lnTo>
                    <a:pt x="5784835" y="802839"/>
                  </a:lnTo>
                  <a:lnTo>
                    <a:pt x="5740441" y="722606"/>
                  </a:lnTo>
                  <a:lnTo>
                    <a:pt x="5694735" y="649675"/>
                  </a:lnTo>
                  <a:lnTo>
                    <a:pt x="5647140" y="583750"/>
                  </a:lnTo>
                  <a:lnTo>
                    <a:pt x="5597007" y="524291"/>
                  </a:lnTo>
                  <a:lnTo>
                    <a:pt x="5543660" y="470661"/>
                  </a:lnTo>
                  <a:lnTo>
                    <a:pt x="5486445" y="422216"/>
                  </a:lnTo>
                  <a:lnTo>
                    <a:pt x="5424779" y="378366"/>
                  </a:lnTo>
                  <a:lnTo>
                    <a:pt x="5358223" y="338602"/>
                  </a:lnTo>
                  <a:lnTo>
                    <a:pt x="5286564" y="302517"/>
                  </a:lnTo>
                  <a:lnTo>
                    <a:pt x="5209936" y="269812"/>
                  </a:lnTo>
                  <a:lnTo>
                    <a:pt x="5128937" y="240303"/>
                  </a:lnTo>
                  <a:lnTo>
                    <a:pt x="5044761" y="213908"/>
                  </a:lnTo>
                  <a:lnTo>
                    <a:pt x="4959277" y="190634"/>
                  </a:lnTo>
                  <a:lnTo>
                    <a:pt x="4875020" y="170541"/>
                  </a:lnTo>
                  <a:lnTo>
                    <a:pt x="4795047" y="153695"/>
                  </a:lnTo>
                  <a:lnTo>
                    <a:pt x="4722610" y="140114"/>
                  </a:lnTo>
                  <a:lnTo>
                    <a:pt x="4660696" y="129714"/>
                  </a:lnTo>
                  <a:lnTo>
                    <a:pt x="4611496" y="122267"/>
                  </a:lnTo>
                  <a:lnTo>
                    <a:pt x="4575965" y="117399"/>
                  </a:lnTo>
                  <a:lnTo>
                    <a:pt x="4553571" y="114612"/>
                  </a:lnTo>
                  <a:lnTo>
                    <a:pt x="4542289" y="113331"/>
                  </a:lnTo>
                  <a:lnTo>
                    <a:pt x="4538763" y="112964"/>
                  </a:lnTo>
                  <a:lnTo>
                    <a:pt x="4538543" y="112943"/>
                  </a:lnTo>
                  <a:lnTo>
                    <a:pt x="4016409" y="112943"/>
                  </a:lnTo>
                  <a:lnTo>
                    <a:pt x="4015140" y="112939"/>
                  </a:lnTo>
                  <a:lnTo>
                    <a:pt x="4006840" y="112915"/>
                  </a:lnTo>
                  <a:lnTo>
                    <a:pt x="3986091" y="112846"/>
                  </a:lnTo>
                  <a:lnTo>
                    <a:pt x="3949436" y="112712"/>
                  </a:lnTo>
                  <a:lnTo>
                    <a:pt x="3895699" y="112492"/>
                  </a:lnTo>
                  <a:lnTo>
                    <a:pt x="3826037" y="112171"/>
                  </a:lnTo>
                  <a:lnTo>
                    <a:pt x="3743544" y="111741"/>
                  </a:lnTo>
                  <a:lnTo>
                    <a:pt x="3652479" y="111200"/>
                  </a:lnTo>
                  <a:lnTo>
                    <a:pt x="3557359" y="110549"/>
                  </a:lnTo>
                  <a:lnTo>
                    <a:pt x="3462204" y="109790"/>
                  </a:lnTo>
                  <a:lnTo>
                    <a:pt x="3370098" y="108926"/>
                  </a:lnTo>
                  <a:lnTo>
                    <a:pt x="3283060" y="107953"/>
                  </a:lnTo>
                  <a:lnTo>
                    <a:pt x="3202131" y="106866"/>
                  </a:lnTo>
                  <a:lnTo>
                    <a:pt x="3127579" y="105655"/>
                  </a:lnTo>
                  <a:lnTo>
                    <a:pt x="3059123" y="104303"/>
                  </a:lnTo>
                  <a:lnTo>
                    <a:pt x="2996125" y="102791"/>
                  </a:lnTo>
                  <a:lnTo>
                    <a:pt x="2937744" y="101097"/>
                  </a:lnTo>
                  <a:lnTo>
                    <a:pt x="2883047" y="99194"/>
                  </a:lnTo>
                  <a:lnTo>
                    <a:pt x="2831103" y="97061"/>
                  </a:lnTo>
                  <a:lnTo>
                    <a:pt x="2781052" y="94682"/>
                  </a:lnTo>
                  <a:lnTo>
                    <a:pt x="2770117" y="94119"/>
                  </a:lnTo>
                  <a:lnTo>
                    <a:pt x="2715933" y="91112"/>
                  </a:lnTo>
                  <a:lnTo>
                    <a:pt x="2662271" y="87788"/>
                  </a:lnTo>
                  <a:lnTo>
                    <a:pt x="2608545" y="84140"/>
                  </a:lnTo>
                  <a:lnTo>
                    <a:pt x="2554365" y="80178"/>
                  </a:lnTo>
                  <a:lnTo>
                    <a:pt x="2499511" y="75922"/>
                  </a:lnTo>
                  <a:lnTo>
                    <a:pt x="2443909" y="71408"/>
                  </a:lnTo>
                  <a:lnTo>
                    <a:pt x="2387617" y="66683"/>
                  </a:lnTo>
                  <a:lnTo>
                    <a:pt x="2330793" y="61808"/>
                  </a:lnTo>
                  <a:lnTo>
                    <a:pt x="2273673" y="56854"/>
                  </a:lnTo>
                  <a:lnTo>
                    <a:pt x="2216531" y="51893"/>
                  </a:lnTo>
                  <a:lnTo>
                    <a:pt x="2159645" y="47002"/>
                  </a:lnTo>
                  <a:lnTo>
                    <a:pt x="2103258" y="42250"/>
                  </a:lnTo>
                  <a:lnTo>
                    <a:pt x="2047544" y="37699"/>
                  </a:lnTo>
                  <a:lnTo>
                    <a:pt x="1992575" y="33401"/>
                  </a:lnTo>
                  <a:lnTo>
                    <a:pt x="1938302" y="29392"/>
                  </a:lnTo>
                  <a:lnTo>
                    <a:pt x="1884527" y="25695"/>
                  </a:lnTo>
                  <a:lnTo>
                    <a:pt x="1830888" y="22321"/>
                  </a:lnTo>
                  <a:lnTo>
                    <a:pt x="1776831" y="19266"/>
                  </a:lnTo>
                  <a:lnTo>
                    <a:pt x="1768425" y="18823"/>
                  </a:lnTo>
                  <a:lnTo>
                    <a:pt x="1718694" y="16388"/>
                  </a:lnTo>
                  <a:lnTo>
                    <a:pt x="1667240" y="14201"/>
                  </a:lnTo>
                  <a:lnTo>
                    <a:pt x="1613234" y="12249"/>
                  </a:lnTo>
                  <a:lnTo>
                    <a:pt x="1555753" y="10511"/>
                  </a:lnTo>
                  <a:lnTo>
                    <a:pt x="1493858" y="8961"/>
                  </a:lnTo>
                  <a:lnTo>
                    <a:pt x="1426679" y="7575"/>
                  </a:lnTo>
                  <a:lnTo>
                    <a:pt x="1353521" y="6334"/>
                  </a:lnTo>
                  <a:lnTo>
                    <a:pt x="1274008" y="5221"/>
                  </a:lnTo>
                  <a:lnTo>
                    <a:pt x="1188267" y="4224"/>
                  </a:lnTo>
                  <a:lnTo>
                    <a:pt x="1097150" y="3335"/>
                  </a:lnTo>
                  <a:lnTo>
                    <a:pt x="1002444" y="2553"/>
                  </a:lnTo>
                  <a:lnTo>
                    <a:pt x="906996" y="1877"/>
                  </a:lnTo>
                  <a:lnTo>
                    <a:pt x="814648" y="1312"/>
                  </a:lnTo>
                  <a:lnTo>
                    <a:pt x="729860" y="857"/>
                  </a:lnTo>
                  <a:lnTo>
                    <a:pt x="657025" y="513"/>
                  </a:lnTo>
                  <a:lnTo>
                    <a:pt x="599573" y="272"/>
                  </a:lnTo>
                  <a:lnTo>
                    <a:pt x="559141" y="120"/>
                  </a:lnTo>
                  <a:lnTo>
                    <a:pt x="535081" y="38"/>
                  </a:lnTo>
                  <a:lnTo>
                    <a:pt x="524420" y="6"/>
                  </a:lnTo>
                  <a:lnTo>
                    <a:pt x="5221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726" name="pl726"/>
            <p:cNvSpPr/>
            <p:nvPr/>
          </p:nvSpPr>
          <p:spPr>
            <a:xfrm>
              <a:off x="386606" y="626475"/>
              <a:ext cx="8554953" cy="4252319"/>
            </a:xfrm>
            <a:custGeom>
              <a:avLst/>
              <a:pathLst>
                <a:path w="8554953" h="4252319">
                  <a:moveTo>
                    <a:pt x="0" y="0"/>
                  </a:moveTo>
                  <a:lnTo>
                    <a:pt x="522133" y="0"/>
                  </a:lnTo>
                  <a:lnTo>
                    <a:pt x="523403" y="3"/>
                  </a:lnTo>
                  <a:lnTo>
                    <a:pt x="531702" y="28"/>
                  </a:lnTo>
                  <a:lnTo>
                    <a:pt x="552451" y="96"/>
                  </a:lnTo>
                  <a:lnTo>
                    <a:pt x="589106" y="231"/>
                  </a:lnTo>
                  <a:lnTo>
                    <a:pt x="642843" y="451"/>
                  </a:lnTo>
                  <a:lnTo>
                    <a:pt x="712506" y="771"/>
                  </a:lnTo>
                  <a:lnTo>
                    <a:pt x="794998" y="1201"/>
                  </a:lnTo>
                  <a:lnTo>
                    <a:pt x="886063" y="1742"/>
                  </a:lnTo>
                  <a:lnTo>
                    <a:pt x="981184" y="2393"/>
                  </a:lnTo>
                  <a:lnTo>
                    <a:pt x="1076338" y="3152"/>
                  </a:lnTo>
                  <a:lnTo>
                    <a:pt x="1168444" y="4017"/>
                  </a:lnTo>
                  <a:lnTo>
                    <a:pt x="1255482" y="4990"/>
                  </a:lnTo>
                  <a:lnTo>
                    <a:pt x="1336412" y="6076"/>
                  </a:lnTo>
                  <a:lnTo>
                    <a:pt x="1410963" y="7288"/>
                  </a:lnTo>
                  <a:lnTo>
                    <a:pt x="1479419" y="8640"/>
                  </a:lnTo>
                  <a:lnTo>
                    <a:pt x="1542417" y="10151"/>
                  </a:lnTo>
                  <a:lnTo>
                    <a:pt x="1600799" y="11846"/>
                  </a:lnTo>
                  <a:lnTo>
                    <a:pt x="1655495" y="13748"/>
                  </a:lnTo>
                  <a:lnTo>
                    <a:pt x="1707439" y="15881"/>
                  </a:lnTo>
                  <a:lnTo>
                    <a:pt x="1757490" y="18261"/>
                  </a:lnTo>
                  <a:lnTo>
                    <a:pt x="1768425" y="18823"/>
                  </a:lnTo>
                  <a:lnTo>
                    <a:pt x="1822609" y="21830"/>
                  </a:lnTo>
                  <a:lnTo>
                    <a:pt x="1876271" y="25155"/>
                  </a:lnTo>
                  <a:lnTo>
                    <a:pt x="1929997" y="28802"/>
                  </a:lnTo>
                  <a:lnTo>
                    <a:pt x="1984177" y="32764"/>
                  </a:lnTo>
                  <a:lnTo>
                    <a:pt x="2039032" y="37020"/>
                  </a:lnTo>
                  <a:lnTo>
                    <a:pt x="2094633" y="41535"/>
                  </a:lnTo>
                  <a:lnTo>
                    <a:pt x="2150926" y="46259"/>
                  </a:lnTo>
                  <a:lnTo>
                    <a:pt x="2207749" y="51134"/>
                  </a:lnTo>
                  <a:lnTo>
                    <a:pt x="2264869" y="56089"/>
                  </a:lnTo>
                  <a:lnTo>
                    <a:pt x="2322011" y="61049"/>
                  </a:lnTo>
                  <a:lnTo>
                    <a:pt x="2378897" y="65941"/>
                  </a:lnTo>
                  <a:lnTo>
                    <a:pt x="2435284" y="70693"/>
                  </a:lnTo>
                  <a:lnTo>
                    <a:pt x="2490999" y="75243"/>
                  </a:lnTo>
                  <a:lnTo>
                    <a:pt x="2545967" y="79541"/>
                  </a:lnTo>
                  <a:lnTo>
                    <a:pt x="2600240" y="83550"/>
                  </a:lnTo>
                  <a:lnTo>
                    <a:pt x="2654015" y="87247"/>
                  </a:lnTo>
                  <a:lnTo>
                    <a:pt x="2707655" y="90621"/>
                  </a:lnTo>
                  <a:lnTo>
                    <a:pt x="2761711" y="93676"/>
                  </a:lnTo>
                  <a:lnTo>
                    <a:pt x="2770117" y="94119"/>
                  </a:lnTo>
                  <a:lnTo>
                    <a:pt x="2819848" y="96554"/>
                  </a:lnTo>
                  <a:lnTo>
                    <a:pt x="2871302" y="98741"/>
                  </a:lnTo>
                  <a:lnTo>
                    <a:pt x="2925308" y="100693"/>
                  </a:lnTo>
                  <a:lnTo>
                    <a:pt x="2982789" y="102432"/>
                  </a:lnTo>
                  <a:lnTo>
                    <a:pt x="3044685" y="103982"/>
                  </a:lnTo>
                  <a:lnTo>
                    <a:pt x="3111864" y="105367"/>
                  </a:lnTo>
                  <a:lnTo>
                    <a:pt x="3185021" y="106608"/>
                  </a:lnTo>
                  <a:lnTo>
                    <a:pt x="3264534" y="107721"/>
                  </a:lnTo>
                  <a:lnTo>
                    <a:pt x="3350275" y="108719"/>
                  </a:lnTo>
                  <a:lnTo>
                    <a:pt x="3441392" y="109607"/>
                  </a:lnTo>
                  <a:lnTo>
                    <a:pt x="3536098" y="110390"/>
                  </a:lnTo>
                  <a:lnTo>
                    <a:pt x="3631546" y="111065"/>
                  </a:lnTo>
                  <a:lnTo>
                    <a:pt x="3723894" y="111631"/>
                  </a:lnTo>
                  <a:lnTo>
                    <a:pt x="3808682" y="112085"/>
                  </a:lnTo>
                  <a:lnTo>
                    <a:pt x="3881517" y="112429"/>
                  </a:lnTo>
                  <a:lnTo>
                    <a:pt x="3938970" y="112671"/>
                  </a:lnTo>
                  <a:lnTo>
                    <a:pt x="3979401" y="112823"/>
                  </a:lnTo>
                  <a:lnTo>
                    <a:pt x="4003461" y="112904"/>
                  </a:lnTo>
                  <a:lnTo>
                    <a:pt x="4014122" y="112937"/>
                  </a:lnTo>
                  <a:lnTo>
                    <a:pt x="4016395" y="112943"/>
                  </a:lnTo>
                  <a:lnTo>
                    <a:pt x="4016409" y="112943"/>
                  </a:lnTo>
                  <a:lnTo>
                    <a:pt x="4538543" y="112943"/>
                  </a:lnTo>
                  <a:lnTo>
                    <a:pt x="4539456" y="113034"/>
                  </a:lnTo>
                  <a:lnTo>
                    <a:pt x="4545470" y="113680"/>
                  </a:lnTo>
                  <a:lnTo>
                    <a:pt x="4560664" y="115465"/>
                  </a:lnTo>
                  <a:lnTo>
                    <a:pt x="4587910" y="118982"/>
                  </a:lnTo>
                  <a:lnTo>
                    <a:pt x="4628678" y="124781"/>
                  </a:lnTo>
                  <a:lnTo>
                    <a:pt x="4682917" y="133319"/>
                  </a:lnTo>
                  <a:lnTo>
                    <a:pt x="4749160" y="144914"/>
                  </a:lnTo>
                  <a:lnTo>
                    <a:pt x="4824851" y="159737"/>
                  </a:lnTo>
                  <a:lnTo>
                    <a:pt x="4906841" y="177828"/>
                  </a:lnTo>
                  <a:lnTo>
                    <a:pt x="4991904" y="199144"/>
                  </a:lnTo>
                  <a:lnTo>
                    <a:pt x="5077153" y="223614"/>
                  </a:lnTo>
                  <a:lnTo>
                    <a:pt x="5160299" y="251194"/>
                  </a:lnTo>
                  <a:lnTo>
                    <a:pt x="5239736" y="281907"/>
                  </a:lnTo>
                  <a:lnTo>
                    <a:pt x="5314511" y="315874"/>
                  </a:lnTo>
                  <a:lnTo>
                    <a:pt x="5384217" y="353322"/>
                  </a:lnTo>
                  <a:lnTo>
                    <a:pt x="5448868" y="394591"/>
                  </a:lnTo>
                  <a:lnTo>
                    <a:pt x="5508773" y="440129"/>
                  </a:lnTo>
                  <a:lnTo>
                    <a:pt x="5564439" y="490479"/>
                  </a:lnTo>
                  <a:lnTo>
                    <a:pt x="5616480" y="546257"/>
                  </a:lnTo>
                  <a:lnTo>
                    <a:pt x="5665565" y="608111"/>
                  </a:lnTo>
                  <a:lnTo>
                    <a:pt x="5712365" y="676655"/>
                  </a:lnTo>
                  <a:lnTo>
                    <a:pt x="5757508" y="752357"/>
                  </a:lnTo>
                  <a:lnTo>
                    <a:pt x="5784835" y="802839"/>
                  </a:lnTo>
                  <a:lnTo>
                    <a:pt x="5816634" y="865902"/>
                  </a:lnTo>
                  <a:lnTo>
                    <a:pt x="5848154" y="932902"/>
                  </a:lnTo>
                  <a:lnTo>
                    <a:pt x="5879538" y="1003918"/>
                  </a:lnTo>
                  <a:lnTo>
                    <a:pt x="5910906" y="1078987"/>
                  </a:lnTo>
                  <a:lnTo>
                    <a:pt x="5942352" y="1158093"/>
                  </a:lnTo>
                  <a:lnTo>
                    <a:pt x="5973948" y="1241168"/>
                  </a:lnTo>
                  <a:lnTo>
                    <a:pt x="6005748" y="1328088"/>
                  </a:lnTo>
                  <a:lnTo>
                    <a:pt x="6037785" y="1418668"/>
                  </a:lnTo>
                  <a:lnTo>
                    <a:pt x="6070078" y="1512662"/>
                  </a:lnTo>
                  <a:lnTo>
                    <a:pt x="6102628" y="1609765"/>
                  </a:lnTo>
                  <a:lnTo>
                    <a:pt x="6135422" y="1709614"/>
                  </a:lnTo>
                  <a:lnTo>
                    <a:pt x="6168433" y="1811792"/>
                  </a:lnTo>
                  <a:lnTo>
                    <a:pt x="6201627" y="1915838"/>
                  </a:lnTo>
                  <a:lnTo>
                    <a:pt x="6234957" y="2021250"/>
                  </a:lnTo>
                  <a:lnTo>
                    <a:pt x="6268372" y="2127496"/>
                  </a:lnTo>
                  <a:lnTo>
                    <a:pt x="6301817" y="2234030"/>
                  </a:lnTo>
                  <a:lnTo>
                    <a:pt x="6335234" y="2340296"/>
                  </a:lnTo>
                  <a:lnTo>
                    <a:pt x="6368568" y="2445746"/>
                  </a:lnTo>
                  <a:lnTo>
                    <a:pt x="6401767" y="2549849"/>
                  </a:lnTo>
                  <a:lnTo>
                    <a:pt x="6434786" y="2652101"/>
                  </a:lnTo>
                  <a:lnTo>
                    <a:pt x="6467587" y="2752039"/>
                  </a:lnTo>
                  <a:lnTo>
                    <a:pt x="6500146" y="2849245"/>
                  </a:lnTo>
                  <a:lnTo>
                    <a:pt x="6532448" y="2943353"/>
                  </a:lnTo>
                  <a:lnTo>
                    <a:pt x="6564495" y="3034057"/>
                  </a:lnTo>
                  <a:lnTo>
                    <a:pt x="6596302" y="3121109"/>
                  </a:lnTo>
                  <a:lnTo>
                    <a:pt x="6627905" y="3204322"/>
                  </a:lnTo>
                  <a:lnTo>
                    <a:pt x="6659354" y="3283569"/>
                  </a:lnTo>
                  <a:lnTo>
                    <a:pt x="6690723" y="3358779"/>
                  </a:lnTo>
                  <a:lnTo>
                    <a:pt x="6722106" y="3429938"/>
                  </a:lnTo>
                  <a:lnTo>
                    <a:pt x="6753618" y="3497077"/>
                  </a:lnTo>
                  <a:lnTo>
                    <a:pt x="6785405" y="3560276"/>
                  </a:lnTo>
                  <a:lnTo>
                    <a:pt x="6786527" y="3562423"/>
                  </a:lnTo>
                  <a:lnTo>
                    <a:pt x="6830921" y="3642656"/>
                  </a:lnTo>
                  <a:lnTo>
                    <a:pt x="6876627" y="3715587"/>
                  </a:lnTo>
                  <a:lnTo>
                    <a:pt x="6924222" y="3781512"/>
                  </a:lnTo>
                  <a:lnTo>
                    <a:pt x="6974355" y="3840971"/>
                  </a:lnTo>
                  <a:lnTo>
                    <a:pt x="7027702" y="3894602"/>
                  </a:lnTo>
                  <a:lnTo>
                    <a:pt x="7084917" y="3943046"/>
                  </a:lnTo>
                  <a:lnTo>
                    <a:pt x="7146582" y="3986896"/>
                  </a:lnTo>
                  <a:lnTo>
                    <a:pt x="7213139" y="4026660"/>
                  </a:lnTo>
                  <a:lnTo>
                    <a:pt x="7284797" y="4062745"/>
                  </a:lnTo>
                  <a:lnTo>
                    <a:pt x="7361426" y="4095450"/>
                  </a:lnTo>
                  <a:lnTo>
                    <a:pt x="7442425" y="4124959"/>
                  </a:lnTo>
                  <a:lnTo>
                    <a:pt x="7526601" y="4151354"/>
                  </a:lnTo>
                  <a:lnTo>
                    <a:pt x="7612085" y="4174628"/>
                  </a:lnTo>
                  <a:lnTo>
                    <a:pt x="7696342" y="4194722"/>
                  </a:lnTo>
                  <a:lnTo>
                    <a:pt x="7776315" y="4211567"/>
                  </a:lnTo>
                  <a:lnTo>
                    <a:pt x="7848752" y="4225148"/>
                  </a:lnTo>
                  <a:lnTo>
                    <a:pt x="7910666" y="4235548"/>
                  </a:lnTo>
                  <a:lnTo>
                    <a:pt x="7959866" y="4242995"/>
                  </a:lnTo>
                  <a:lnTo>
                    <a:pt x="7995397" y="4247863"/>
                  </a:lnTo>
                  <a:lnTo>
                    <a:pt x="8017791" y="4250651"/>
                  </a:lnTo>
                  <a:lnTo>
                    <a:pt x="8029073" y="4251931"/>
                  </a:lnTo>
                  <a:lnTo>
                    <a:pt x="8032599" y="4252298"/>
                  </a:lnTo>
                  <a:lnTo>
                    <a:pt x="8032819" y="4252319"/>
                  </a:lnTo>
                  <a:lnTo>
                    <a:pt x="8554953" y="4252319"/>
                  </a:lnTo>
                  <a:lnTo>
                    <a:pt x="8554953" y="4252319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727" name="pl727"/>
            <p:cNvSpPr/>
            <p:nvPr/>
          </p:nvSpPr>
          <p:spPr>
            <a:xfrm>
              <a:off x="386606" y="620828"/>
              <a:ext cx="8554953" cy="4252319"/>
            </a:xfrm>
            <a:custGeom>
              <a:avLst/>
              <a:pathLst>
                <a:path w="8554953" h="4252319">
                  <a:moveTo>
                    <a:pt x="8554953" y="4252319"/>
                  </a:moveTo>
                  <a:lnTo>
                    <a:pt x="8032819" y="4252319"/>
                  </a:lnTo>
                  <a:lnTo>
                    <a:pt x="8031906" y="4252229"/>
                  </a:lnTo>
                  <a:lnTo>
                    <a:pt x="8025892" y="4251583"/>
                  </a:lnTo>
                  <a:lnTo>
                    <a:pt x="8010698" y="4249797"/>
                  </a:lnTo>
                  <a:lnTo>
                    <a:pt x="7983452" y="4246280"/>
                  </a:lnTo>
                  <a:lnTo>
                    <a:pt x="7942684" y="4240481"/>
                  </a:lnTo>
                  <a:lnTo>
                    <a:pt x="7888445" y="4231944"/>
                  </a:lnTo>
                  <a:lnTo>
                    <a:pt x="7822202" y="4220348"/>
                  </a:lnTo>
                  <a:lnTo>
                    <a:pt x="7746511" y="4205525"/>
                  </a:lnTo>
                  <a:lnTo>
                    <a:pt x="7664521" y="4187434"/>
                  </a:lnTo>
                  <a:lnTo>
                    <a:pt x="7579458" y="4166118"/>
                  </a:lnTo>
                  <a:lnTo>
                    <a:pt x="7494209" y="4141648"/>
                  </a:lnTo>
                  <a:lnTo>
                    <a:pt x="7411063" y="4114069"/>
                  </a:lnTo>
                  <a:lnTo>
                    <a:pt x="7331625" y="4083355"/>
                  </a:lnTo>
                  <a:lnTo>
                    <a:pt x="7256851" y="4049388"/>
                  </a:lnTo>
                  <a:lnTo>
                    <a:pt x="7187145" y="4011940"/>
                  </a:lnTo>
                  <a:lnTo>
                    <a:pt x="7122494" y="3970671"/>
                  </a:lnTo>
                  <a:lnTo>
                    <a:pt x="7062589" y="3925133"/>
                  </a:lnTo>
                  <a:lnTo>
                    <a:pt x="7006923" y="3874783"/>
                  </a:lnTo>
                  <a:lnTo>
                    <a:pt x="6954882" y="3819005"/>
                  </a:lnTo>
                  <a:lnTo>
                    <a:pt x="6905797" y="3757151"/>
                  </a:lnTo>
                  <a:lnTo>
                    <a:pt x="6858997" y="3688608"/>
                  </a:lnTo>
                  <a:lnTo>
                    <a:pt x="6813854" y="3612905"/>
                  </a:lnTo>
                  <a:lnTo>
                    <a:pt x="6786527" y="3562423"/>
                  </a:lnTo>
                  <a:lnTo>
                    <a:pt x="6754728" y="3499360"/>
                  </a:lnTo>
                  <a:lnTo>
                    <a:pt x="6723208" y="3432361"/>
                  </a:lnTo>
                  <a:lnTo>
                    <a:pt x="6691824" y="3361344"/>
                  </a:lnTo>
                  <a:lnTo>
                    <a:pt x="6660456" y="3286276"/>
                  </a:lnTo>
                  <a:lnTo>
                    <a:pt x="6629010" y="3207170"/>
                  </a:lnTo>
                  <a:lnTo>
                    <a:pt x="6597414" y="3124094"/>
                  </a:lnTo>
                  <a:lnTo>
                    <a:pt x="6565614" y="3037174"/>
                  </a:lnTo>
                  <a:lnTo>
                    <a:pt x="6533577" y="2946594"/>
                  </a:lnTo>
                  <a:lnTo>
                    <a:pt x="6501284" y="2852600"/>
                  </a:lnTo>
                  <a:lnTo>
                    <a:pt x="6468734" y="2755498"/>
                  </a:lnTo>
                  <a:lnTo>
                    <a:pt x="6435940" y="2655649"/>
                  </a:lnTo>
                  <a:lnTo>
                    <a:pt x="6402929" y="2553470"/>
                  </a:lnTo>
                  <a:lnTo>
                    <a:pt x="6369735" y="2449424"/>
                  </a:lnTo>
                  <a:lnTo>
                    <a:pt x="6336405" y="2344012"/>
                  </a:lnTo>
                  <a:lnTo>
                    <a:pt x="6302990" y="2237766"/>
                  </a:lnTo>
                  <a:lnTo>
                    <a:pt x="6269545" y="2131232"/>
                  </a:lnTo>
                  <a:lnTo>
                    <a:pt x="6236128" y="2024966"/>
                  </a:lnTo>
                  <a:lnTo>
                    <a:pt x="6202794" y="1919516"/>
                  </a:lnTo>
                  <a:lnTo>
                    <a:pt x="6169595" y="1815414"/>
                  </a:lnTo>
                  <a:lnTo>
                    <a:pt x="6136576" y="1713161"/>
                  </a:lnTo>
                  <a:lnTo>
                    <a:pt x="6103774" y="1613223"/>
                  </a:lnTo>
                  <a:lnTo>
                    <a:pt x="6071216" y="1516018"/>
                  </a:lnTo>
                  <a:lnTo>
                    <a:pt x="6038914" y="1421909"/>
                  </a:lnTo>
                  <a:lnTo>
                    <a:pt x="6006867" y="1331205"/>
                  </a:lnTo>
                  <a:lnTo>
                    <a:pt x="5975060" y="1244153"/>
                  </a:lnTo>
                  <a:lnTo>
                    <a:pt x="5943457" y="1160940"/>
                  </a:lnTo>
                  <a:lnTo>
                    <a:pt x="5912008" y="1081694"/>
                  </a:lnTo>
                  <a:lnTo>
                    <a:pt x="5880639" y="1006483"/>
                  </a:lnTo>
                  <a:lnTo>
                    <a:pt x="5849256" y="935325"/>
                  </a:lnTo>
                  <a:lnTo>
                    <a:pt x="5817744" y="868185"/>
                  </a:lnTo>
                  <a:lnTo>
                    <a:pt x="5785957" y="804986"/>
                  </a:lnTo>
                  <a:lnTo>
                    <a:pt x="5784835" y="802839"/>
                  </a:lnTo>
                  <a:lnTo>
                    <a:pt x="5740441" y="722606"/>
                  </a:lnTo>
                  <a:lnTo>
                    <a:pt x="5694735" y="649675"/>
                  </a:lnTo>
                  <a:lnTo>
                    <a:pt x="5647140" y="583750"/>
                  </a:lnTo>
                  <a:lnTo>
                    <a:pt x="5597007" y="524291"/>
                  </a:lnTo>
                  <a:lnTo>
                    <a:pt x="5543660" y="470661"/>
                  </a:lnTo>
                  <a:lnTo>
                    <a:pt x="5486445" y="422216"/>
                  </a:lnTo>
                  <a:lnTo>
                    <a:pt x="5424779" y="378366"/>
                  </a:lnTo>
                  <a:lnTo>
                    <a:pt x="5358223" y="338602"/>
                  </a:lnTo>
                  <a:lnTo>
                    <a:pt x="5286564" y="302517"/>
                  </a:lnTo>
                  <a:lnTo>
                    <a:pt x="5209936" y="269812"/>
                  </a:lnTo>
                  <a:lnTo>
                    <a:pt x="5128937" y="240303"/>
                  </a:lnTo>
                  <a:lnTo>
                    <a:pt x="5044761" y="213908"/>
                  </a:lnTo>
                  <a:lnTo>
                    <a:pt x="4959277" y="190634"/>
                  </a:lnTo>
                  <a:lnTo>
                    <a:pt x="4875020" y="170541"/>
                  </a:lnTo>
                  <a:lnTo>
                    <a:pt x="4795047" y="153695"/>
                  </a:lnTo>
                  <a:lnTo>
                    <a:pt x="4722610" y="140114"/>
                  </a:lnTo>
                  <a:lnTo>
                    <a:pt x="4660696" y="129714"/>
                  </a:lnTo>
                  <a:lnTo>
                    <a:pt x="4611496" y="122267"/>
                  </a:lnTo>
                  <a:lnTo>
                    <a:pt x="4575965" y="117399"/>
                  </a:lnTo>
                  <a:lnTo>
                    <a:pt x="4553571" y="114612"/>
                  </a:lnTo>
                  <a:lnTo>
                    <a:pt x="4542289" y="113331"/>
                  </a:lnTo>
                  <a:lnTo>
                    <a:pt x="4538763" y="112964"/>
                  </a:lnTo>
                  <a:lnTo>
                    <a:pt x="4538543" y="112943"/>
                  </a:lnTo>
                  <a:lnTo>
                    <a:pt x="4016409" y="112943"/>
                  </a:lnTo>
                  <a:lnTo>
                    <a:pt x="4015140" y="112939"/>
                  </a:lnTo>
                  <a:lnTo>
                    <a:pt x="4006840" y="112915"/>
                  </a:lnTo>
                  <a:lnTo>
                    <a:pt x="3986091" y="112846"/>
                  </a:lnTo>
                  <a:lnTo>
                    <a:pt x="3949436" y="112712"/>
                  </a:lnTo>
                  <a:lnTo>
                    <a:pt x="3895699" y="112492"/>
                  </a:lnTo>
                  <a:lnTo>
                    <a:pt x="3826037" y="112171"/>
                  </a:lnTo>
                  <a:lnTo>
                    <a:pt x="3743544" y="111741"/>
                  </a:lnTo>
                  <a:lnTo>
                    <a:pt x="3652479" y="111200"/>
                  </a:lnTo>
                  <a:lnTo>
                    <a:pt x="3557359" y="110549"/>
                  </a:lnTo>
                  <a:lnTo>
                    <a:pt x="3462204" y="109790"/>
                  </a:lnTo>
                  <a:lnTo>
                    <a:pt x="3370098" y="108926"/>
                  </a:lnTo>
                  <a:lnTo>
                    <a:pt x="3283060" y="107953"/>
                  </a:lnTo>
                  <a:lnTo>
                    <a:pt x="3202131" y="106866"/>
                  </a:lnTo>
                  <a:lnTo>
                    <a:pt x="3127579" y="105655"/>
                  </a:lnTo>
                  <a:lnTo>
                    <a:pt x="3059123" y="104303"/>
                  </a:lnTo>
                  <a:lnTo>
                    <a:pt x="2996125" y="102791"/>
                  </a:lnTo>
                  <a:lnTo>
                    <a:pt x="2937744" y="101097"/>
                  </a:lnTo>
                  <a:lnTo>
                    <a:pt x="2883047" y="99194"/>
                  </a:lnTo>
                  <a:lnTo>
                    <a:pt x="2831103" y="97061"/>
                  </a:lnTo>
                  <a:lnTo>
                    <a:pt x="2781052" y="94682"/>
                  </a:lnTo>
                  <a:lnTo>
                    <a:pt x="2770117" y="94119"/>
                  </a:lnTo>
                  <a:lnTo>
                    <a:pt x="2715933" y="91112"/>
                  </a:lnTo>
                  <a:lnTo>
                    <a:pt x="2662271" y="87788"/>
                  </a:lnTo>
                  <a:lnTo>
                    <a:pt x="2608545" y="84140"/>
                  </a:lnTo>
                  <a:lnTo>
                    <a:pt x="2554365" y="80178"/>
                  </a:lnTo>
                  <a:lnTo>
                    <a:pt x="2499511" y="75922"/>
                  </a:lnTo>
                  <a:lnTo>
                    <a:pt x="2443909" y="71408"/>
                  </a:lnTo>
                  <a:lnTo>
                    <a:pt x="2387617" y="66683"/>
                  </a:lnTo>
                  <a:lnTo>
                    <a:pt x="2330793" y="61808"/>
                  </a:lnTo>
                  <a:lnTo>
                    <a:pt x="2273673" y="56854"/>
                  </a:lnTo>
                  <a:lnTo>
                    <a:pt x="2216531" y="51893"/>
                  </a:lnTo>
                  <a:lnTo>
                    <a:pt x="2159645" y="47002"/>
                  </a:lnTo>
                  <a:lnTo>
                    <a:pt x="2103258" y="42250"/>
                  </a:lnTo>
                  <a:lnTo>
                    <a:pt x="2047544" y="37699"/>
                  </a:lnTo>
                  <a:lnTo>
                    <a:pt x="1992575" y="33401"/>
                  </a:lnTo>
                  <a:lnTo>
                    <a:pt x="1938302" y="29392"/>
                  </a:lnTo>
                  <a:lnTo>
                    <a:pt x="1884527" y="25695"/>
                  </a:lnTo>
                  <a:lnTo>
                    <a:pt x="1830888" y="22321"/>
                  </a:lnTo>
                  <a:lnTo>
                    <a:pt x="1776831" y="19266"/>
                  </a:lnTo>
                  <a:lnTo>
                    <a:pt x="1768425" y="18823"/>
                  </a:lnTo>
                  <a:lnTo>
                    <a:pt x="1718694" y="16388"/>
                  </a:lnTo>
                  <a:lnTo>
                    <a:pt x="1667240" y="14201"/>
                  </a:lnTo>
                  <a:lnTo>
                    <a:pt x="1613234" y="12249"/>
                  </a:lnTo>
                  <a:lnTo>
                    <a:pt x="1555753" y="10511"/>
                  </a:lnTo>
                  <a:lnTo>
                    <a:pt x="1493858" y="8961"/>
                  </a:lnTo>
                  <a:lnTo>
                    <a:pt x="1426679" y="7575"/>
                  </a:lnTo>
                  <a:lnTo>
                    <a:pt x="1353521" y="6334"/>
                  </a:lnTo>
                  <a:lnTo>
                    <a:pt x="1274008" y="5221"/>
                  </a:lnTo>
                  <a:lnTo>
                    <a:pt x="1188267" y="4224"/>
                  </a:lnTo>
                  <a:lnTo>
                    <a:pt x="1097150" y="3335"/>
                  </a:lnTo>
                  <a:lnTo>
                    <a:pt x="1002444" y="2553"/>
                  </a:lnTo>
                  <a:lnTo>
                    <a:pt x="906996" y="1877"/>
                  </a:lnTo>
                  <a:lnTo>
                    <a:pt x="814648" y="1312"/>
                  </a:lnTo>
                  <a:lnTo>
                    <a:pt x="729860" y="857"/>
                  </a:lnTo>
                  <a:lnTo>
                    <a:pt x="657025" y="513"/>
                  </a:lnTo>
                  <a:lnTo>
                    <a:pt x="599573" y="272"/>
                  </a:lnTo>
                  <a:lnTo>
                    <a:pt x="559141" y="120"/>
                  </a:lnTo>
                  <a:lnTo>
                    <a:pt x="535081" y="38"/>
                  </a:lnTo>
                  <a:lnTo>
                    <a:pt x="524420" y="6"/>
                  </a:lnTo>
                  <a:lnTo>
                    <a:pt x="522147" y="0"/>
                  </a:lnTo>
                  <a:lnTo>
                    <a:pt x="522133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728" name="pg728"/>
            <p:cNvSpPr/>
            <p:nvPr/>
          </p:nvSpPr>
          <p:spPr>
            <a:xfrm>
              <a:off x="386606" y="626475"/>
              <a:ext cx="8554953" cy="4687152"/>
            </a:xfrm>
            <a:custGeom>
              <a:avLst/>
              <a:pathLst>
                <a:path w="8554953" h="4687152">
                  <a:moveTo>
                    <a:pt x="0" y="28235"/>
                  </a:moveTo>
                  <a:lnTo>
                    <a:pt x="522133" y="28235"/>
                  </a:lnTo>
                  <a:lnTo>
                    <a:pt x="523403" y="28239"/>
                  </a:lnTo>
                  <a:lnTo>
                    <a:pt x="531702" y="28264"/>
                  </a:lnTo>
                  <a:lnTo>
                    <a:pt x="552451" y="28332"/>
                  </a:lnTo>
                  <a:lnTo>
                    <a:pt x="589106" y="28467"/>
                  </a:lnTo>
                  <a:lnTo>
                    <a:pt x="642843" y="28687"/>
                  </a:lnTo>
                  <a:lnTo>
                    <a:pt x="712506" y="29007"/>
                  </a:lnTo>
                  <a:lnTo>
                    <a:pt x="794998" y="29437"/>
                  </a:lnTo>
                  <a:lnTo>
                    <a:pt x="886063" y="29978"/>
                  </a:lnTo>
                  <a:lnTo>
                    <a:pt x="981184" y="30629"/>
                  </a:lnTo>
                  <a:lnTo>
                    <a:pt x="1076338" y="31388"/>
                  </a:lnTo>
                  <a:lnTo>
                    <a:pt x="1168444" y="32253"/>
                  </a:lnTo>
                  <a:lnTo>
                    <a:pt x="1255482" y="33226"/>
                  </a:lnTo>
                  <a:lnTo>
                    <a:pt x="1336412" y="34312"/>
                  </a:lnTo>
                  <a:lnTo>
                    <a:pt x="1410963" y="35524"/>
                  </a:lnTo>
                  <a:lnTo>
                    <a:pt x="1479419" y="36875"/>
                  </a:lnTo>
                  <a:lnTo>
                    <a:pt x="1542417" y="38387"/>
                  </a:lnTo>
                  <a:lnTo>
                    <a:pt x="1600799" y="40082"/>
                  </a:lnTo>
                  <a:lnTo>
                    <a:pt x="1655495" y="41984"/>
                  </a:lnTo>
                  <a:lnTo>
                    <a:pt x="1707439" y="44117"/>
                  </a:lnTo>
                  <a:lnTo>
                    <a:pt x="1757490" y="46497"/>
                  </a:lnTo>
                  <a:lnTo>
                    <a:pt x="1768425" y="47059"/>
                  </a:lnTo>
                  <a:lnTo>
                    <a:pt x="1822609" y="50066"/>
                  </a:lnTo>
                  <a:lnTo>
                    <a:pt x="1876271" y="53391"/>
                  </a:lnTo>
                  <a:lnTo>
                    <a:pt x="1929997" y="57038"/>
                  </a:lnTo>
                  <a:lnTo>
                    <a:pt x="1984177" y="61000"/>
                  </a:lnTo>
                  <a:lnTo>
                    <a:pt x="2039032" y="65256"/>
                  </a:lnTo>
                  <a:lnTo>
                    <a:pt x="2094633" y="69771"/>
                  </a:lnTo>
                  <a:lnTo>
                    <a:pt x="2150926" y="74495"/>
                  </a:lnTo>
                  <a:lnTo>
                    <a:pt x="2207749" y="79370"/>
                  </a:lnTo>
                  <a:lnTo>
                    <a:pt x="2264869" y="84324"/>
                  </a:lnTo>
                  <a:lnTo>
                    <a:pt x="2322011" y="89285"/>
                  </a:lnTo>
                  <a:lnTo>
                    <a:pt x="2378897" y="94176"/>
                  </a:lnTo>
                  <a:lnTo>
                    <a:pt x="2435284" y="98928"/>
                  </a:lnTo>
                  <a:lnTo>
                    <a:pt x="2490999" y="103479"/>
                  </a:lnTo>
                  <a:lnTo>
                    <a:pt x="2545967" y="107777"/>
                  </a:lnTo>
                  <a:lnTo>
                    <a:pt x="2600240" y="111786"/>
                  </a:lnTo>
                  <a:lnTo>
                    <a:pt x="2654015" y="115483"/>
                  </a:lnTo>
                  <a:lnTo>
                    <a:pt x="2707655" y="118857"/>
                  </a:lnTo>
                  <a:lnTo>
                    <a:pt x="2761711" y="121912"/>
                  </a:lnTo>
                  <a:lnTo>
                    <a:pt x="2770117" y="122355"/>
                  </a:lnTo>
                  <a:lnTo>
                    <a:pt x="2819848" y="124790"/>
                  </a:lnTo>
                  <a:lnTo>
                    <a:pt x="2871302" y="126977"/>
                  </a:lnTo>
                  <a:lnTo>
                    <a:pt x="2925308" y="128929"/>
                  </a:lnTo>
                  <a:lnTo>
                    <a:pt x="2982789" y="130667"/>
                  </a:lnTo>
                  <a:lnTo>
                    <a:pt x="3044685" y="132218"/>
                  </a:lnTo>
                  <a:lnTo>
                    <a:pt x="3111864" y="133603"/>
                  </a:lnTo>
                  <a:lnTo>
                    <a:pt x="3185021" y="134844"/>
                  </a:lnTo>
                  <a:lnTo>
                    <a:pt x="3264534" y="135957"/>
                  </a:lnTo>
                  <a:lnTo>
                    <a:pt x="3350275" y="136955"/>
                  </a:lnTo>
                  <a:lnTo>
                    <a:pt x="3441392" y="137843"/>
                  </a:lnTo>
                  <a:lnTo>
                    <a:pt x="3536098" y="138626"/>
                  </a:lnTo>
                  <a:lnTo>
                    <a:pt x="3631546" y="139301"/>
                  </a:lnTo>
                  <a:lnTo>
                    <a:pt x="3723894" y="139867"/>
                  </a:lnTo>
                  <a:lnTo>
                    <a:pt x="3808682" y="140321"/>
                  </a:lnTo>
                  <a:lnTo>
                    <a:pt x="3881517" y="140665"/>
                  </a:lnTo>
                  <a:lnTo>
                    <a:pt x="3938970" y="140907"/>
                  </a:lnTo>
                  <a:lnTo>
                    <a:pt x="3979401" y="141059"/>
                  </a:lnTo>
                  <a:lnTo>
                    <a:pt x="4003461" y="141140"/>
                  </a:lnTo>
                  <a:lnTo>
                    <a:pt x="4014122" y="141172"/>
                  </a:lnTo>
                  <a:lnTo>
                    <a:pt x="4016409" y="141179"/>
                  </a:lnTo>
                  <a:lnTo>
                    <a:pt x="4538543" y="141179"/>
                  </a:lnTo>
                  <a:lnTo>
                    <a:pt x="4539426" y="141275"/>
                  </a:lnTo>
                  <a:lnTo>
                    <a:pt x="4545247" y="141961"/>
                  </a:lnTo>
                  <a:lnTo>
                    <a:pt x="4559969" y="143856"/>
                  </a:lnTo>
                  <a:lnTo>
                    <a:pt x="4586403" y="147589"/>
                  </a:lnTo>
                  <a:lnTo>
                    <a:pt x="4626027" y="153747"/>
                  </a:lnTo>
                  <a:lnTo>
                    <a:pt x="4678866" y="162822"/>
                  </a:lnTo>
                  <a:lnTo>
                    <a:pt x="4743577" y="175163"/>
                  </a:lnTo>
                  <a:lnTo>
                    <a:pt x="4817751" y="190961"/>
                  </a:lnTo>
                  <a:lnTo>
                    <a:pt x="4898370" y="210269"/>
                  </a:lnTo>
                  <a:lnTo>
                    <a:pt x="4982301" y="233047"/>
                  </a:lnTo>
                  <a:lnTo>
                    <a:pt x="5066705" y="259219"/>
                  </a:lnTo>
                  <a:lnTo>
                    <a:pt x="5149292" y="288732"/>
                  </a:lnTo>
                  <a:lnTo>
                    <a:pt x="5228424" y="321602"/>
                  </a:lnTo>
                  <a:lnTo>
                    <a:pt x="5303096" y="357938"/>
                  </a:lnTo>
                  <a:lnTo>
                    <a:pt x="5372844" y="397966"/>
                  </a:lnTo>
                  <a:lnTo>
                    <a:pt x="5437623" y="442026"/>
                  </a:lnTo>
                  <a:lnTo>
                    <a:pt x="5497692" y="490576"/>
                  </a:lnTo>
                  <a:lnTo>
                    <a:pt x="5553509" y="544174"/>
                  </a:lnTo>
                  <a:lnTo>
                    <a:pt x="5605656" y="603462"/>
                  </a:lnTo>
                  <a:lnTo>
                    <a:pt x="5654773" y="669125"/>
                  </a:lnTo>
                  <a:lnTo>
                    <a:pt x="5701510" y="741832"/>
                  </a:lnTo>
                  <a:lnTo>
                    <a:pt x="5746488" y="822130"/>
                  </a:lnTo>
                  <a:lnTo>
                    <a:pt x="5784835" y="898841"/>
                  </a:lnTo>
                  <a:lnTo>
                    <a:pt x="5815338" y="965177"/>
                  </a:lnTo>
                  <a:lnTo>
                    <a:pt x="5845578" y="1035486"/>
                  </a:lnTo>
                  <a:lnTo>
                    <a:pt x="5875685" y="1109848"/>
                  </a:lnTo>
                  <a:lnTo>
                    <a:pt x="5905764" y="1188301"/>
                  </a:lnTo>
                  <a:lnTo>
                    <a:pt x="5935901" y="1270838"/>
                  </a:lnTo>
                  <a:lnTo>
                    <a:pt x="5966165" y="1357405"/>
                  </a:lnTo>
                  <a:lnTo>
                    <a:pt x="5996606" y="1447891"/>
                  </a:lnTo>
                  <a:lnTo>
                    <a:pt x="6027259" y="1542135"/>
                  </a:lnTo>
                  <a:lnTo>
                    <a:pt x="6058143" y="1639915"/>
                  </a:lnTo>
                  <a:lnTo>
                    <a:pt x="6089264" y="1740957"/>
                  </a:lnTo>
                  <a:lnTo>
                    <a:pt x="6120617" y="1844930"/>
                  </a:lnTo>
                  <a:lnTo>
                    <a:pt x="6152181" y="1951452"/>
                  </a:lnTo>
                  <a:lnTo>
                    <a:pt x="6183931" y="2060096"/>
                  </a:lnTo>
                  <a:lnTo>
                    <a:pt x="6215829" y="2170394"/>
                  </a:lnTo>
                  <a:lnTo>
                    <a:pt x="6247834" y="2281845"/>
                  </a:lnTo>
                  <a:lnTo>
                    <a:pt x="6279897" y="2393928"/>
                  </a:lnTo>
                  <a:lnTo>
                    <a:pt x="6311969" y="2506109"/>
                  </a:lnTo>
                  <a:lnTo>
                    <a:pt x="6344000" y="2617849"/>
                  </a:lnTo>
                  <a:lnTo>
                    <a:pt x="6375942" y="2728622"/>
                  </a:lnTo>
                  <a:lnTo>
                    <a:pt x="6407750" y="2837918"/>
                  </a:lnTo>
                  <a:lnTo>
                    <a:pt x="6439385" y="2945257"/>
                  </a:lnTo>
                  <a:lnTo>
                    <a:pt x="6470817" y="3050196"/>
                  </a:lnTo>
                  <a:lnTo>
                    <a:pt x="6502023" y="3152335"/>
                  </a:lnTo>
                  <a:lnTo>
                    <a:pt x="6532992" y="3251327"/>
                  </a:lnTo>
                  <a:lnTo>
                    <a:pt x="6563727" y="3346874"/>
                  </a:lnTo>
                  <a:lnTo>
                    <a:pt x="6594241" y="3438737"/>
                  </a:lnTo>
                  <a:lnTo>
                    <a:pt x="6624564" y="3526733"/>
                  </a:lnTo>
                  <a:lnTo>
                    <a:pt x="6654740" y="3610732"/>
                  </a:lnTo>
                  <a:lnTo>
                    <a:pt x="6684831" y="3690662"/>
                  </a:lnTo>
                  <a:lnTo>
                    <a:pt x="6714917" y="3766497"/>
                  </a:lnTo>
                  <a:lnTo>
                    <a:pt x="6745095" y="3838260"/>
                  </a:lnTo>
                  <a:lnTo>
                    <a:pt x="6775487" y="3906017"/>
                  </a:lnTo>
                  <a:lnTo>
                    <a:pt x="6786527" y="3929489"/>
                  </a:lnTo>
                  <a:lnTo>
                    <a:pt x="6830417" y="4016659"/>
                  </a:lnTo>
                  <a:lnTo>
                    <a:pt x="6875583" y="4095987"/>
                  </a:lnTo>
                  <a:lnTo>
                    <a:pt x="6922582" y="4167781"/>
                  </a:lnTo>
                  <a:lnTo>
                    <a:pt x="6972041" y="4232610"/>
                  </a:lnTo>
                  <a:lnTo>
                    <a:pt x="7024613" y="4291150"/>
                  </a:lnTo>
                  <a:lnTo>
                    <a:pt x="7080931" y="4344083"/>
                  </a:lnTo>
                  <a:lnTo>
                    <a:pt x="7141567" y="4392043"/>
                  </a:lnTo>
                  <a:lnTo>
                    <a:pt x="7206957" y="4435577"/>
                  </a:lnTo>
                  <a:lnTo>
                    <a:pt x="7277330" y="4475128"/>
                  </a:lnTo>
                  <a:lnTo>
                    <a:pt x="7352595" y="4511021"/>
                  </a:lnTo>
                  <a:lnTo>
                    <a:pt x="7432226" y="4543467"/>
                  </a:lnTo>
                  <a:lnTo>
                    <a:pt x="7515143" y="4572564"/>
                  </a:lnTo>
                  <a:lnTo>
                    <a:pt x="7599625" y="4598316"/>
                  </a:lnTo>
                  <a:lnTo>
                    <a:pt x="7683308" y="4620664"/>
                  </a:lnTo>
                  <a:lnTo>
                    <a:pt x="7763295" y="4639535"/>
                  </a:lnTo>
                  <a:lnTo>
                    <a:pt x="7836444" y="4654895"/>
                  </a:lnTo>
                  <a:lnTo>
                    <a:pt x="7899786" y="4666815"/>
                  </a:lnTo>
                  <a:lnTo>
                    <a:pt x="7951021" y="4675503"/>
                  </a:lnTo>
                  <a:lnTo>
                    <a:pt x="7988966" y="4681329"/>
                  </a:lnTo>
                  <a:lnTo>
                    <a:pt x="8013827" y="4684799"/>
                  </a:lnTo>
                  <a:lnTo>
                    <a:pt x="8027258" y="4686508"/>
                  </a:lnTo>
                  <a:lnTo>
                    <a:pt x="8032223" y="4687087"/>
                  </a:lnTo>
                  <a:lnTo>
                    <a:pt x="8032819" y="4687152"/>
                  </a:lnTo>
                  <a:lnTo>
                    <a:pt x="8554953" y="4687152"/>
                  </a:lnTo>
                  <a:lnTo>
                    <a:pt x="8554953" y="4658916"/>
                  </a:lnTo>
                  <a:lnTo>
                    <a:pt x="8032819" y="4658916"/>
                  </a:lnTo>
                  <a:lnTo>
                    <a:pt x="8031936" y="4658819"/>
                  </a:lnTo>
                  <a:lnTo>
                    <a:pt x="8026115" y="4658134"/>
                  </a:lnTo>
                  <a:lnTo>
                    <a:pt x="8011393" y="4656239"/>
                  </a:lnTo>
                  <a:lnTo>
                    <a:pt x="7984959" y="4652506"/>
                  </a:lnTo>
                  <a:lnTo>
                    <a:pt x="7945335" y="4646347"/>
                  </a:lnTo>
                  <a:lnTo>
                    <a:pt x="7892496" y="4637272"/>
                  </a:lnTo>
                  <a:lnTo>
                    <a:pt x="7827785" y="4624931"/>
                  </a:lnTo>
                  <a:lnTo>
                    <a:pt x="7753611" y="4609133"/>
                  </a:lnTo>
                  <a:lnTo>
                    <a:pt x="7672992" y="4589825"/>
                  </a:lnTo>
                  <a:lnTo>
                    <a:pt x="7589061" y="4567048"/>
                  </a:lnTo>
                  <a:lnTo>
                    <a:pt x="7504657" y="4540876"/>
                  </a:lnTo>
                  <a:lnTo>
                    <a:pt x="7422070" y="4511362"/>
                  </a:lnTo>
                  <a:lnTo>
                    <a:pt x="7342938" y="4478493"/>
                  </a:lnTo>
                  <a:lnTo>
                    <a:pt x="7268266" y="4442156"/>
                  </a:lnTo>
                  <a:lnTo>
                    <a:pt x="7198518" y="4402129"/>
                  </a:lnTo>
                  <a:lnTo>
                    <a:pt x="7133739" y="4358068"/>
                  </a:lnTo>
                  <a:lnTo>
                    <a:pt x="7073670" y="4309519"/>
                  </a:lnTo>
                  <a:lnTo>
                    <a:pt x="7017853" y="4255921"/>
                  </a:lnTo>
                  <a:lnTo>
                    <a:pt x="6965706" y="4196633"/>
                  </a:lnTo>
                  <a:lnTo>
                    <a:pt x="6916589" y="4130970"/>
                  </a:lnTo>
                  <a:lnTo>
                    <a:pt x="6869852" y="4058262"/>
                  </a:lnTo>
                  <a:lnTo>
                    <a:pt x="6824874" y="3977964"/>
                  </a:lnTo>
                  <a:lnTo>
                    <a:pt x="6786527" y="3901254"/>
                  </a:lnTo>
                  <a:lnTo>
                    <a:pt x="6756024" y="3834917"/>
                  </a:lnTo>
                  <a:lnTo>
                    <a:pt x="6725784" y="3764608"/>
                  </a:lnTo>
                  <a:lnTo>
                    <a:pt x="6695677" y="3690247"/>
                  </a:lnTo>
                  <a:lnTo>
                    <a:pt x="6665598" y="3611794"/>
                  </a:lnTo>
                  <a:lnTo>
                    <a:pt x="6635461" y="3529256"/>
                  </a:lnTo>
                  <a:lnTo>
                    <a:pt x="6605197" y="3442690"/>
                  </a:lnTo>
                  <a:lnTo>
                    <a:pt x="6574756" y="3352203"/>
                  </a:lnTo>
                  <a:lnTo>
                    <a:pt x="6544103" y="3257960"/>
                  </a:lnTo>
                  <a:lnTo>
                    <a:pt x="6513219" y="3160179"/>
                  </a:lnTo>
                  <a:lnTo>
                    <a:pt x="6482097" y="3059137"/>
                  </a:lnTo>
                  <a:lnTo>
                    <a:pt x="6450745" y="2955164"/>
                  </a:lnTo>
                  <a:lnTo>
                    <a:pt x="6419180" y="2848642"/>
                  </a:lnTo>
                  <a:lnTo>
                    <a:pt x="6387431" y="2739998"/>
                  </a:lnTo>
                  <a:lnTo>
                    <a:pt x="6355532" y="2629701"/>
                  </a:lnTo>
                  <a:lnTo>
                    <a:pt x="6323528" y="2518249"/>
                  </a:lnTo>
                  <a:lnTo>
                    <a:pt x="6291465" y="2406166"/>
                  </a:lnTo>
                  <a:lnTo>
                    <a:pt x="6259393" y="2293986"/>
                  </a:lnTo>
                  <a:lnTo>
                    <a:pt x="6227362" y="2182245"/>
                  </a:lnTo>
                  <a:lnTo>
                    <a:pt x="6195420" y="2071473"/>
                  </a:lnTo>
                  <a:lnTo>
                    <a:pt x="6163612" y="1962177"/>
                  </a:lnTo>
                  <a:lnTo>
                    <a:pt x="6131977" y="1854838"/>
                  </a:lnTo>
                  <a:lnTo>
                    <a:pt x="6100545" y="1749899"/>
                  </a:lnTo>
                  <a:lnTo>
                    <a:pt x="6069339" y="1647759"/>
                  </a:lnTo>
                  <a:lnTo>
                    <a:pt x="6038370" y="1548768"/>
                  </a:lnTo>
                  <a:lnTo>
                    <a:pt x="6007635" y="1453220"/>
                  </a:lnTo>
                  <a:lnTo>
                    <a:pt x="5977121" y="1361357"/>
                  </a:lnTo>
                  <a:lnTo>
                    <a:pt x="5946798" y="1273362"/>
                  </a:lnTo>
                  <a:lnTo>
                    <a:pt x="5916622" y="1189362"/>
                  </a:lnTo>
                  <a:lnTo>
                    <a:pt x="5886531" y="1109433"/>
                  </a:lnTo>
                  <a:lnTo>
                    <a:pt x="5856445" y="1033598"/>
                  </a:lnTo>
                  <a:lnTo>
                    <a:pt x="5826267" y="961834"/>
                  </a:lnTo>
                  <a:lnTo>
                    <a:pt x="5795875" y="894077"/>
                  </a:lnTo>
                  <a:lnTo>
                    <a:pt x="5784835" y="870605"/>
                  </a:lnTo>
                  <a:lnTo>
                    <a:pt x="5740945" y="783435"/>
                  </a:lnTo>
                  <a:lnTo>
                    <a:pt x="5695779" y="704107"/>
                  </a:lnTo>
                  <a:lnTo>
                    <a:pt x="5648780" y="632314"/>
                  </a:lnTo>
                  <a:lnTo>
                    <a:pt x="5599321" y="567485"/>
                  </a:lnTo>
                  <a:lnTo>
                    <a:pt x="5546749" y="508945"/>
                  </a:lnTo>
                  <a:lnTo>
                    <a:pt x="5490430" y="456011"/>
                  </a:lnTo>
                  <a:lnTo>
                    <a:pt x="5429795" y="408051"/>
                  </a:lnTo>
                  <a:lnTo>
                    <a:pt x="5364404" y="364517"/>
                  </a:lnTo>
                  <a:lnTo>
                    <a:pt x="5294032" y="324967"/>
                  </a:lnTo>
                  <a:lnTo>
                    <a:pt x="5218767" y="289073"/>
                  </a:lnTo>
                  <a:lnTo>
                    <a:pt x="5139136" y="256627"/>
                  </a:lnTo>
                  <a:lnTo>
                    <a:pt x="5056219" y="227530"/>
                  </a:lnTo>
                  <a:lnTo>
                    <a:pt x="4971736" y="201778"/>
                  </a:lnTo>
                  <a:lnTo>
                    <a:pt x="4888054" y="179430"/>
                  </a:lnTo>
                  <a:lnTo>
                    <a:pt x="4808067" y="160560"/>
                  </a:lnTo>
                  <a:lnTo>
                    <a:pt x="4734918" y="145199"/>
                  </a:lnTo>
                  <a:lnTo>
                    <a:pt x="4671576" y="133280"/>
                  </a:lnTo>
                  <a:lnTo>
                    <a:pt x="4620341" y="124591"/>
                  </a:lnTo>
                  <a:lnTo>
                    <a:pt x="4582396" y="118765"/>
                  </a:lnTo>
                  <a:lnTo>
                    <a:pt x="4557535" y="115295"/>
                  </a:lnTo>
                  <a:lnTo>
                    <a:pt x="4544104" y="113586"/>
                  </a:lnTo>
                  <a:lnTo>
                    <a:pt x="4539139" y="113007"/>
                  </a:lnTo>
                  <a:lnTo>
                    <a:pt x="4538543" y="112943"/>
                  </a:lnTo>
                  <a:lnTo>
                    <a:pt x="4016409" y="112943"/>
                  </a:lnTo>
                  <a:lnTo>
                    <a:pt x="4015140" y="112939"/>
                  </a:lnTo>
                  <a:lnTo>
                    <a:pt x="4006840" y="112915"/>
                  </a:lnTo>
                  <a:lnTo>
                    <a:pt x="3986091" y="112846"/>
                  </a:lnTo>
                  <a:lnTo>
                    <a:pt x="3949436" y="112712"/>
                  </a:lnTo>
                  <a:lnTo>
                    <a:pt x="3895699" y="112492"/>
                  </a:lnTo>
                  <a:lnTo>
                    <a:pt x="3826037" y="112171"/>
                  </a:lnTo>
                  <a:lnTo>
                    <a:pt x="3743544" y="111741"/>
                  </a:lnTo>
                  <a:lnTo>
                    <a:pt x="3652479" y="111200"/>
                  </a:lnTo>
                  <a:lnTo>
                    <a:pt x="3557359" y="110549"/>
                  </a:lnTo>
                  <a:lnTo>
                    <a:pt x="3462204" y="109790"/>
                  </a:lnTo>
                  <a:lnTo>
                    <a:pt x="3370098" y="108926"/>
                  </a:lnTo>
                  <a:lnTo>
                    <a:pt x="3283060" y="107953"/>
                  </a:lnTo>
                  <a:lnTo>
                    <a:pt x="3202131" y="106866"/>
                  </a:lnTo>
                  <a:lnTo>
                    <a:pt x="3127579" y="105655"/>
                  </a:lnTo>
                  <a:lnTo>
                    <a:pt x="3059123" y="104303"/>
                  </a:lnTo>
                  <a:lnTo>
                    <a:pt x="2996125" y="102791"/>
                  </a:lnTo>
                  <a:lnTo>
                    <a:pt x="2937744" y="101097"/>
                  </a:lnTo>
                  <a:lnTo>
                    <a:pt x="2883047" y="99194"/>
                  </a:lnTo>
                  <a:lnTo>
                    <a:pt x="2831103" y="97061"/>
                  </a:lnTo>
                  <a:lnTo>
                    <a:pt x="2781052" y="94682"/>
                  </a:lnTo>
                  <a:lnTo>
                    <a:pt x="2770117" y="94119"/>
                  </a:lnTo>
                  <a:lnTo>
                    <a:pt x="2715933" y="91112"/>
                  </a:lnTo>
                  <a:lnTo>
                    <a:pt x="2662271" y="87788"/>
                  </a:lnTo>
                  <a:lnTo>
                    <a:pt x="2608545" y="84140"/>
                  </a:lnTo>
                  <a:lnTo>
                    <a:pt x="2554365" y="80178"/>
                  </a:lnTo>
                  <a:lnTo>
                    <a:pt x="2499511" y="75922"/>
                  </a:lnTo>
                  <a:lnTo>
                    <a:pt x="2443909" y="71408"/>
                  </a:lnTo>
                  <a:lnTo>
                    <a:pt x="2387617" y="66683"/>
                  </a:lnTo>
                  <a:lnTo>
                    <a:pt x="2330793" y="61808"/>
                  </a:lnTo>
                  <a:lnTo>
                    <a:pt x="2273673" y="56854"/>
                  </a:lnTo>
                  <a:lnTo>
                    <a:pt x="2216531" y="51893"/>
                  </a:lnTo>
                  <a:lnTo>
                    <a:pt x="2159645" y="47002"/>
                  </a:lnTo>
                  <a:lnTo>
                    <a:pt x="2103258" y="42250"/>
                  </a:lnTo>
                  <a:lnTo>
                    <a:pt x="2047544" y="37699"/>
                  </a:lnTo>
                  <a:lnTo>
                    <a:pt x="1992575" y="33401"/>
                  </a:lnTo>
                  <a:lnTo>
                    <a:pt x="1938302" y="29392"/>
                  </a:lnTo>
                  <a:lnTo>
                    <a:pt x="1884527" y="25695"/>
                  </a:lnTo>
                  <a:lnTo>
                    <a:pt x="1830888" y="22321"/>
                  </a:lnTo>
                  <a:lnTo>
                    <a:pt x="1776831" y="19266"/>
                  </a:lnTo>
                  <a:lnTo>
                    <a:pt x="1768425" y="18823"/>
                  </a:lnTo>
                  <a:lnTo>
                    <a:pt x="1718694" y="16388"/>
                  </a:lnTo>
                  <a:lnTo>
                    <a:pt x="1667240" y="14201"/>
                  </a:lnTo>
                  <a:lnTo>
                    <a:pt x="1613234" y="12249"/>
                  </a:lnTo>
                  <a:lnTo>
                    <a:pt x="1555753" y="10511"/>
                  </a:lnTo>
                  <a:lnTo>
                    <a:pt x="1493858" y="8961"/>
                  </a:lnTo>
                  <a:lnTo>
                    <a:pt x="1426679" y="7575"/>
                  </a:lnTo>
                  <a:lnTo>
                    <a:pt x="1353521" y="6334"/>
                  </a:lnTo>
                  <a:lnTo>
                    <a:pt x="1274008" y="5221"/>
                  </a:lnTo>
                  <a:lnTo>
                    <a:pt x="1188267" y="4224"/>
                  </a:lnTo>
                  <a:lnTo>
                    <a:pt x="1097150" y="3335"/>
                  </a:lnTo>
                  <a:lnTo>
                    <a:pt x="1002444" y="2553"/>
                  </a:lnTo>
                  <a:lnTo>
                    <a:pt x="906996" y="1877"/>
                  </a:lnTo>
                  <a:lnTo>
                    <a:pt x="814648" y="1312"/>
                  </a:lnTo>
                  <a:lnTo>
                    <a:pt x="729860" y="857"/>
                  </a:lnTo>
                  <a:lnTo>
                    <a:pt x="657025" y="513"/>
                  </a:lnTo>
                  <a:lnTo>
                    <a:pt x="599573" y="272"/>
                  </a:lnTo>
                  <a:lnTo>
                    <a:pt x="559141" y="120"/>
                  </a:lnTo>
                  <a:lnTo>
                    <a:pt x="535081" y="38"/>
                  </a:lnTo>
                  <a:lnTo>
                    <a:pt x="524420" y="6"/>
                  </a:lnTo>
                  <a:lnTo>
                    <a:pt x="5221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729" name="pl729"/>
            <p:cNvSpPr/>
            <p:nvPr/>
          </p:nvSpPr>
          <p:spPr>
            <a:xfrm>
              <a:off x="386606" y="654711"/>
              <a:ext cx="8554953" cy="4658916"/>
            </a:xfrm>
            <a:custGeom>
              <a:avLst/>
              <a:pathLst>
                <a:path w="8554953" h="4658916">
                  <a:moveTo>
                    <a:pt x="0" y="0"/>
                  </a:moveTo>
                  <a:lnTo>
                    <a:pt x="522133" y="0"/>
                  </a:lnTo>
                  <a:lnTo>
                    <a:pt x="523403" y="3"/>
                  </a:lnTo>
                  <a:lnTo>
                    <a:pt x="531702" y="28"/>
                  </a:lnTo>
                  <a:lnTo>
                    <a:pt x="552451" y="96"/>
                  </a:lnTo>
                  <a:lnTo>
                    <a:pt x="589106" y="231"/>
                  </a:lnTo>
                  <a:lnTo>
                    <a:pt x="642843" y="451"/>
                  </a:lnTo>
                  <a:lnTo>
                    <a:pt x="712506" y="771"/>
                  </a:lnTo>
                  <a:lnTo>
                    <a:pt x="794998" y="1201"/>
                  </a:lnTo>
                  <a:lnTo>
                    <a:pt x="886063" y="1742"/>
                  </a:lnTo>
                  <a:lnTo>
                    <a:pt x="981184" y="2393"/>
                  </a:lnTo>
                  <a:lnTo>
                    <a:pt x="1076338" y="3152"/>
                  </a:lnTo>
                  <a:lnTo>
                    <a:pt x="1168444" y="4017"/>
                  </a:lnTo>
                  <a:lnTo>
                    <a:pt x="1255482" y="4990"/>
                  </a:lnTo>
                  <a:lnTo>
                    <a:pt x="1336412" y="6076"/>
                  </a:lnTo>
                  <a:lnTo>
                    <a:pt x="1410963" y="7288"/>
                  </a:lnTo>
                  <a:lnTo>
                    <a:pt x="1479419" y="8640"/>
                  </a:lnTo>
                  <a:lnTo>
                    <a:pt x="1542417" y="10151"/>
                  </a:lnTo>
                  <a:lnTo>
                    <a:pt x="1600799" y="11846"/>
                  </a:lnTo>
                  <a:lnTo>
                    <a:pt x="1655495" y="13748"/>
                  </a:lnTo>
                  <a:lnTo>
                    <a:pt x="1707439" y="15881"/>
                  </a:lnTo>
                  <a:lnTo>
                    <a:pt x="1757490" y="18261"/>
                  </a:lnTo>
                  <a:lnTo>
                    <a:pt x="1768425" y="18823"/>
                  </a:lnTo>
                  <a:lnTo>
                    <a:pt x="1822609" y="21830"/>
                  </a:lnTo>
                  <a:lnTo>
                    <a:pt x="1876271" y="25155"/>
                  </a:lnTo>
                  <a:lnTo>
                    <a:pt x="1929997" y="28802"/>
                  </a:lnTo>
                  <a:lnTo>
                    <a:pt x="1984177" y="32764"/>
                  </a:lnTo>
                  <a:lnTo>
                    <a:pt x="2039032" y="37020"/>
                  </a:lnTo>
                  <a:lnTo>
                    <a:pt x="2094633" y="41535"/>
                  </a:lnTo>
                  <a:lnTo>
                    <a:pt x="2150926" y="46259"/>
                  </a:lnTo>
                  <a:lnTo>
                    <a:pt x="2207749" y="51134"/>
                  </a:lnTo>
                  <a:lnTo>
                    <a:pt x="2264869" y="56089"/>
                  </a:lnTo>
                  <a:lnTo>
                    <a:pt x="2322011" y="61049"/>
                  </a:lnTo>
                  <a:lnTo>
                    <a:pt x="2378897" y="65941"/>
                  </a:lnTo>
                  <a:lnTo>
                    <a:pt x="2435284" y="70693"/>
                  </a:lnTo>
                  <a:lnTo>
                    <a:pt x="2490999" y="75243"/>
                  </a:lnTo>
                  <a:lnTo>
                    <a:pt x="2545967" y="79541"/>
                  </a:lnTo>
                  <a:lnTo>
                    <a:pt x="2600240" y="83550"/>
                  </a:lnTo>
                  <a:lnTo>
                    <a:pt x="2654015" y="87247"/>
                  </a:lnTo>
                  <a:lnTo>
                    <a:pt x="2707655" y="90621"/>
                  </a:lnTo>
                  <a:lnTo>
                    <a:pt x="2761711" y="93676"/>
                  </a:lnTo>
                  <a:lnTo>
                    <a:pt x="2770117" y="94119"/>
                  </a:lnTo>
                  <a:lnTo>
                    <a:pt x="2819848" y="96554"/>
                  </a:lnTo>
                  <a:lnTo>
                    <a:pt x="2871302" y="98741"/>
                  </a:lnTo>
                  <a:lnTo>
                    <a:pt x="2925308" y="100693"/>
                  </a:lnTo>
                  <a:lnTo>
                    <a:pt x="2982789" y="102432"/>
                  </a:lnTo>
                  <a:lnTo>
                    <a:pt x="3044685" y="103982"/>
                  </a:lnTo>
                  <a:lnTo>
                    <a:pt x="3111864" y="105367"/>
                  </a:lnTo>
                  <a:lnTo>
                    <a:pt x="3185021" y="106608"/>
                  </a:lnTo>
                  <a:lnTo>
                    <a:pt x="3264534" y="107721"/>
                  </a:lnTo>
                  <a:lnTo>
                    <a:pt x="3350275" y="108719"/>
                  </a:lnTo>
                  <a:lnTo>
                    <a:pt x="3441392" y="109607"/>
                  </a:lnTo>
                  <a:lnTo>
                    <a:pt x="3536098" y="110390"/>
                  </a:lnTo>
                  <a:lnTo>
                    <a:pt x="3631546" y="111065"/>
                  </a:lnTo>
                  <a:lnTo>
                    <a:pt x="3723894" y="111631"/>
                  </a:lnTo>
                  <a:lnTo>
                    <a:pt x="3808682" y="112085"/>
                  </a:lnTo>
                  <a:lnTo>
                    <a:pt x="3881517" y="112429"/>
                  </a:lnTo>
                  <a:lnTo>
                    <a:pt x="3938970" y="112671"/>
                  </a:lnTo>
                  <a:lnTo>
                    <a:pt x="3979401" y="112823"/>
                  </a:lnTo>
                  <a:lnTo>
                    <a:pt x="4003461" y="112904"/>
                  </a:lnTo>
                  <a:lnTo>
                    <a:pt x="4014122" y="112937"/>
                  </a:lnTo>
                  <a:lnTo>
                    <a:pt x="4016395" y="112943"/>
                  </a:lnTo>
                  <a:lnTo>
                    <a:pt x="4016409" y="112943"/>
                  </a:lnTo>
                  <a:lnTo>
                    <a:pt x="4538543" y="112943"/>
                  </a:lnTo>
                  <a:lnTo>
                    <a:pt x="4539426" y="113039"/>
                  </a:lnTo>
                  <a:lnTo>
                    <a:pt x="4545247" y="113725"/>
                  </a:lnTo>
                  <a:lnTo>
                    <a:pt x="4559969" y="115620"/>
                  </a:lnTo>
                  <a:lnTo>
                    <a:pt x="4586403" y="119353"/>
                  </a:lnTo>
                  <a:lnTo>
                    <a:pt x="4626027" y="125511"/>
                  </a:lnTo>
                  <a:lnTo>
                    <a:pt x="4678866" y="134586"/>
                  </a:lnTo>
                  <a:lnTo>
                    <a:pt x="4743577" y="146927"/>
                  </a:lnTo>
                  <a:lnTo>
                    <a:pt x="4817751" y="162725"/>
                  </a:lnTo>
                  <a:lnTo>
                    <a:pt x="4898370" y="182033"/>
                  </a:lnTo>
                  <a:lnTo>
                    <a:pt x="4982301" y="204811"/>
                  </a:lnTo>
                  <a:lnTo>
                    <a:pt x="5066705" y="230983"/>
                  </a:lnTo>
                  <a:lnTo>
                    <a:pt x="5149292" y="260496"/>
                  </a:lnTo>
                  <a:lnTo>
                    <a:pt x="5228424" y="293366"/>
                  </a:lnTo>
                  <a:lnTo>
                    <a:pt x="5303096" y="329702"/>
                  </a:lnTo>
                  <a:lnTo>
                    <a:pt x="5372844" y="369730"/>
                  </a:lnTo>
                  <a:lnTo>
                    <a:pt x="5437623" y="413790"/>
                  </a:lnTo>
                  <a:lnTo>
                    <a:pt x="5497692" y="462340"/>
                  </a:lnTo>
                  <a:lnTo>
                    <a:pt x="5553509" y="515938"/>
                  </a:lnTo>
                  <a:lnTo>
                    <a:pt x="5605656" y="575226"/>
                  </a:lnTo>
                  <a:lnTo>
                    <a:pt x="5654773" y="640889"/>
                  </a:lnTo>
                  <a:lnTo>
                    <a:pt x="5701510" y="713596"/>
                  </a:lnTo>
                  <a:lnTo>
                    <a:pt x="5746488" y="793894"/>
                  </a:lnTo>
                  <a:lnTo>
                    <a:pt x="5784835" y="870605"/>
                  </a:lnTo>
                  <a:lnTo>
                    <a:pt x="5815338" y="936941"/>
                  </a:lnTo>
                  <a:lnTo>
                    <a:pt x="5845578" y="1007250"/>
                  </a:lnTo>
                  <a:lnTo>
                    <a:pt x="5875685" y="1081612"/>
                  </a:lnTo>
                  <a:lnTo>
                    <a:pt x="5905764" y="1160065"/>
                  </a:lnTo>
                  <a:lnTo>
                    <a:pt x="5935901" y="1242603"/>
                  </a:lnTo>
                  <a:lnTo>
                    <a:pt x="5966165" y="1329169"/>
                  </a:lnTo>
                  <a:lnTo>
                    <a:pt x="5996606" y="1419655"/>
                  </a:lnTo>
                  <a:lnTo>
                    <a:pt x="6027259" y="1513899"/>
                  </a:lnTo>
                  <a:lnTo>
                    <a:pt x="6058143" y="1611679"/>
                  </a:lnTo>
                  <a:lnTo>
                    <a:pt x="6089264" y="1712721"/>
                  </a:lnTo>
                  <a:lnTo>
                    <a:pt x="6120617" y="1816694"/>
                  </a:lnTo>
                  <a:lnTo>
                    <a:pt x="6152181" y="1923217"/>
                  </a:lnTo>
                  <a:lnTo>
                    <a:pt x="6183931" y="2031860"/>
                  </a:lnTo>
                  <a:lnTo>
                    <a:pt x="6215829" y="2142158"/>
                  </a:lnTo>
                  <a:lnTo>
                    <a:pt x="6247834" y="2253609"/>
                  </a:lnTo>
                  <a:lnTo>
                    <a:pt x="6279897" y="2365693"/>
                  </a:lnTo>
                  <a:lnTo>
                    <a:pt x="6311969" y="2477873"/>
                  </a:lnTo>
                  <a:lnTo>
                    <a:pt x="6344000" y="2589613"/>
                  </a:lnTo>
                  <a:lnTo>
                    <a:pt x="6375942" y="2700386"/>
                  </a:lnTo>
                  <a:lnTo>
                    <a:pt x="6407750" y="2809682"/>
                  </a:lnTo>
                  <a:lnTo>
                    <a:pt x="6439385" y="2917021"/>
                  </a:lnTo>
                  <a:lnTo>
                    <a:pt x="6470817" y="3021960"/>
                  </a:lnTo>
                  <a:lnTo>
                    <a:pt x="6502023" y="3124100"/>
                  </a:lnTo>
                  <a:lnTo>
                    <a:pt x="6532992" y="3223091"/>
                  </a:lnTo>
                  <a:lnTo>
                    <a:pt x="6563727" y="3318638"/>
                  </a:lnTo>
                  <a:lnTo>
                    <a:pt x="6594241" y="3410501"/>
                  </a:lnTo>
                  <a:lnTo>
                    <a:pt x="6624564" y="3498497"/>
                  </a:lnTo>
                  <a:lnTo>
                    <a:pt x="6654740" y="3582497"/>
                  </a:lnTo>
                  <a:lnTo>
                    <a:pt x="6684831" y="3662426"/>
                  </a:lnTo>
                  <a:lnTo>
                    <a:pt x="6714917" y="3738261"/>
                  </a:lnTo>
                  <a:lnTo>
                    <a:pt x="6745095" y="3810024"/>
                  </a:lnTo>
                  <a:lnTo>
                    <a:pt x="6775487" y="3877782"/>
                  </a:lnTo>
                  <a:lnTo>
                    <a:pt x="6786527" y="3901254"/>
                  </a:lnTo>
                  <a:lnTo>
                    <a:pt x="6830417" y="3988424"/>
                  </a:lnTo>
                  <a:lnTo>
                    <a:pt x="6875583" y="4067751"/>
                  </a:lnTo>
                  <a:lnTo>
                    <a:pt x="6922582" y="4139545"/>
                  </a:lnTo>
                  <a:lnTo>
                    <a:pt x="6972041" y="4204374"/>
                  </a:lnTo>
                  <a:lnTo>
                    <a:pt x="7024613" y="4262914"/>
                  </a:lnTo>
                  <a:lnTo>
                    <a:pt x="7080931" y="4315847"/>
                  </a:lnTo>
                  <a:lnTo>
                    <a:pt x="7141567" y="4363808"/>
                  </a:lnTo>
                  <a:lnTo>
                    <a:pt x="7206957" y="4407342"/>
                  </a:lnTo>
                  <a:lnTo>
                    <a:pt x="7277330" y="4446892"/>
                  </a:lnTo>
                  <a:lnTo>
                    <a:pt x="7352595" y="4482785"/>
                  </a:lnTo>
                  <a:lnTo>
                    <a:pt x="7432226" y="4515231"/>
                  </a:lnTo>
                  <a:lnTo>
                    <a:pt x="7515143" y="4544329"/>
                  </a:lnTo>
                  <a:lnTo>
                    <a:pt x="7599625" y="4570080"/>
                  </a:lnTo>
                  <a:lnTo>
                    <a:pt x="7683308" y="4592428"/>
                  </a:lnTo>
                  <a:lnTo>
                    <a:pt x="7763295" y="4611299"/>
                  </a:lnTo>
                  <a:lnTo>
                    <a:pt x="7836444" y="4626660"/>
                  </a:lnTo>
                  <a:lnTo>
                    <a:pt x="7899786" y="4638579"/>
                  </a:lnTo>
                  <a:lnTo>
                    <a:pt x="7951021" y="4647267"/>
                  </a:lnTo>
                  <a:lnTo>
                    <a:pt x="7988966" y="4653093"/>
                  </a:lnTo>
                  <a:lnTo>
                    <a:pt x="8013827" y="4656563"/>
                  </a:lnTo>
                  <a:lnTo>
                    <a:pt x="8027258" y="4658273"/>
                  </a:lnTo>
                  <a:lnTo>
                    <a:pt x="8032223" y="4658851"/>
                  </a:lnTo>
                  <a:lnTo>
                    <a:pt x="8032819" y="4658916"/>
                  </a:lnTo>
                  <a:lnTo>
                    <a:pt x="8554953" y="4658916"/>
                  </a:lnTo>
                  <a:lnTo>
                    <a:pt x="8554953" y="4658916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730" name="pl730"/>
            <p:cNvSpPr/>
            <p:nvPr/>
          </p:nvSpPr>
          <p:spPr>
            <a:xfrm>
              <a:off x="386606" y="626475"/>
              <a:ext cx="8554953" cy="4658916"/>
            </a:xfrm>
            <a:custGeom>
              <a:avLst/>
              <a:pathLst>
                <a:path w="8554953" h="4658916">
                  <a:moveTo>
                    <a:pt x="8554953" y="4658916"/>
                  </a:moveTo>
                  <a:lnTo>
                    <a:pt x="8032819" y="4658916"/>
                  </a:lnTo>
                  <a:lnTo>
                    <a:pt x="8031936" y="4658819"/>
                  </a:lnTo>
                  <a:lnTo>
                    <a:pt x="8026115" y="4658134"/>
                  </a:lnTo>
                  <a:lnTo>
                    <a:pt x="8011393" y="4656239"/>
                  </a:lnTo>
                  <a:lnTo>
                    <a:pt x="7984959" y="4652506"/>
                  </a:lnTo>
                  <a:lnTo>
                    <a:pt x="7945335" y="4646347"/>
                  </a:lnTo>
                  <a:lnTo>
                    <a:pt x="7892496" y="4637272"/>
                  </a:lnTo>
                  <a:lnTo>
                    <a:pt x="7827785" y="4624931"/>
                  </a:lnTo>
                  <a:lnTo>
                    <a:pt x="7753611" y="4609133"/>
                  </a:lnTo>
                  <a:lnTo>
                    <a:pt x="7672992" y="4589825"/>
                  </a:lnTo>
                  <a:lnTo>
                    <a:pt x="7589061" y="4567048"/>
                  </a:lnTo>
                  <a:lnTo>
                    <a:pt x="7504657" y="4540876"/>
                  </a:lnTo>
                  <a:lnTo>
                    <a:pt x="7422070" y="4511362"/>
                  </a:lnTo>
                  <a:lnTo>
                    <a:pt x="7342938" y="4478493"/>
                  </a:lnTo>
                  <a:lnTo>
                    <a:pt x="7268266" y="4442156"/>
                  </a:lnTo>
                  <a:lnTo>
                    <a:pt x="7198518" y="4402129"/>
                  </a:lnTo>
                  <a:lnTo>
                    <a:pt x="7133739" y="4358068"/>
                  </a:lnTo>
                  <a:lnTo>
                    <a:pt x="7073670" y="4309519"/>
                  </a:lnTo>
                  <a:lnTo>
                    <a:pt x="7017853" y="4255921"/>
                  </a:lnTo>
                  <a:lnTo>
                    <a:pt x="6965706" y="4196633"/>
                  </a:lnTo>
                  <a:lnTo>
                    <a:pt x="6916589" y="4130970"/>
                  </a:lnTo>
                  <a:lnTo>
                    <a:pt x="6869852" y="4058262"/>
                  </a:lnTo>
                  <a:lnTo>
                    <a:pt x="6824874" y="3977964"/>
                  </a:lnTo>
                  <a:lnTo>
                    <a:pt x="6786527" y="3901254"/>
                  </a:lnTo>
                  <a:lnTo>
                    <a:pt x="6756024" y="3834917"/>
                  </a:lnTo>
                  <a:lnTo>
                    <a:pt x="6725784" y="3764608"/>
                  </a:lnTo>
                  <a:lnTo>
                    <a:pt x="6695677" y="3690247"/>
                  </a:lnTo>
                  <a:lnTo>
                    <a:pt x="6665598" y="3611794"/>
                  </a:lnTo>
                  <a:lnTo>
                    <a:pt x="6635461" y="3529256"/>
                  </a:lnTo>
                  <a:lnTo>
                    <a:pt x="6605197" y="3442690"/>
                  </a:lnTo>
                  <a:lnTo>
                    <a:pt x="6574756" y="3352203"/>
                  </a:lnTo>
                  <a:lnTo>
                    <a:pt x="6544103" y="3257960"/>
                  </a:lnTo>
                  <a:lnTo>
                    <a:pt x="6513219" y="3160179"/>
                  </a:lnTo>
                  <a:lnTo>
                    <a:pt x="6482097" y="3059137"/>
                  </a:lnTo>
                  <a:lnTo>
                    <a:pt x="6450745" y="2955164"/>
                  </a:lnTo>
                  <a:lnTo>
                    <a:pt x="6419180" y="2848642"/>
                  </a:lnTo>
                  <a:lnTo>
                    <a:pt x="6387431" y="2739998"/>
                  </a:lnTo>
                  <a:lnTo>
                    <a:pt x="6355532" y="2629701"/>
                  </a:lnTo>
                  <a:lnTo>
                    <a:pt x="6323528" y="2518249"/>
                  </a:lnTo>
                  <a:lnTo>
                    <a:pt x="6291465" y="2406166"/>
                  </a:lnTo>
                  <a:lnTo>
                    <a:pt x="6259393" y="2293986"/>
                  </a:lnTo>
                  <a:lnTo>
                    <a:pt x="6227362" y="2182245"/>
                  </a:lnTo>
                  <a:lnTo>
                    <a:pt x="6195420" y="2071473"/>
                  </a:lnTo>
                  <a:lnTo>
                    <a:pt x="6163612" y="1962177"/>
                  </a:lnTo>
                  <a:lnTo>
                    <a:pt x="6131977" y="1854838"/>
                  </a:lnTo>
                  <a:lnTo>
                    <a:pt x="6100545" y="1749899"/>
                  </a:lnTo>
                  <a:lnTo>
                    <a:pt x="6069339" y="1647759"/>
                  </a:lnTo>
                  <a:lnTo>
                    <a:pt x="6038370" y="1548768"/>
                  </a:lnTo>
                  <a:lnTo>
                    <a:pt x="6007635" y="1453220"/>
                  </a:lnTo>
                  <a:lnTo>
                    <a:pt x="5977121" y="1361357"/>
                  </a:lnTo>
                  <a:lnTo>
                    <a:pt x="5946798" y="1273362"/>
                  </a:lnTo>
                  <a:lnTo>
                    <a:pt x="5916622" y="1189362"/>
                  </a:lnTo>
                  <a:lnTo>
                    <a:pt x="5886531" y="1109433"/>
                  </a:lnTo>
                  <a:lnTo>
                    <a:pt x="5856445" y="1033598"/>
                  </a:lnTo>
                  <a:lnTo>
                    <a:pt x="5826267" y="961834"/>
                  </a:lnTo>
                  <a:lnTo>
                    <a:pt x="5795875" y="894077"/>
                  </a:lnTo>
                  <a:lnTo>
                    <a:pt x="5784835" y="870605"/>
                  </a:lnTo>
                  <a:lnTo>
                    <a:pt x="5740945" y="783435"/>
                  </a:lnTo>
                  <a:lnTo>
                    <a:pt x="5695779" y="704107"/>
                  </a:lnTo>
                  <a:lnTo>
                    <a:pt x="5648780" y="632314"/>
                  </a:lnTo>
                  <a:lnTo>
                    <a:pt x="5599321" y="567485"/>
                  </a:lnTo>
                  <a:lnTo>
                    <a:pt x="5546749" y="508945"/>
                  </a:lnTo>
                  <a:lnTo>
                    <a:pt x="5490430" y="456011"/>
                  </a:lnTo>
                  <a:lnTo>
                    <a:pt x="5429795" y="408051"/>
                  </a:lnTo>
                  <a:lnTo>
                    <a:pt x="5364404" y="364517"/>
                  </a:lnTo>
                  <a:lnTo>
                    <a:pt x="5294032" y="324967"/>
                  </a:lnTo>
                  <a:lnTo>
                    <a:pt x="5218767" y="289073"/>
                  </a:lnTo>
                  <a:lnTo>
                    <a:pt x="5139136" y="256627"/>
                  </a:lnTo>
                  <a:lnTo>
                    <a:pt x="5056219" y="227530"/>
                  </a:lnTo>
                  <a:lnTo>
                    <a:pt x="4971736" y="201778"/>
                  </a:lnTo>
                  <a:lnTo>
                    <a:pt x="4888054" y="179430"/>
                  </a:lnTo>
                  <a:lnTo>
                    <a:pt x="4808067" y="160560"/>
                  </a:lnTo>
                  <a:lnTo>
                    <a:pt x="4734918" y="145199"/>
                  </a:lnTo>
                  <a:lnTo>
                    <a:pt x="4671576" y="133280"/>
                  </a:lnTo>
                  <a:lnTo>
                    <a:pt x="4620341" y="124591"/>
                  </a:lnTo>
                  <a:lnTo>
                    <a:pt x="4582396" y="118765"/>
                  </a:lnTo>
                  <a:lnTo>
                    <a:pt x="4557535" y="115295"/>
                  </a:lnTo>
                  <a:lnTo>
                    <a:pt x="4544104" y="113586"/>
                  </a:lnTo>
                  <a:lnTo>
                    <a:pt x="4539139" y="113007"/>
                  </a:lnTo>
                  <a:lnTo>
                    <a:pt x="4538543" y="112943"/>
                  </a:lnTo>
                  <a:lnTo>
                    <a:pt x="4016409" y="112943"/>
                  </a:lnTo>
                  <a:lnTo>
                    <a:pt x="4015140" y="112939"/>
                  </a:lnTo>
                  <a:lnTo>
                    <a:pt x="4006840" y="112915"/>
                  </a:lnTo>
                  <a:lnTo>
                    <a:pt x="3986091" y="112846"/>
                  </a:lnTo>
                  <a:lnTo>
                    <a:pt x="3949436" y="112712"/>
                  </a:lnTo>
                  <a:lnTo>
                    <a:pt x="3895699" y="112492"/>
                  </a:lnTo>
                  <a:lnTo>
                    <a:pt x="3826037" y="112171"/>
                  </a:lnTo>
                  <a:lnTo>
                    <a:pt x="3743544" y="111741"/>
                  </a:lnTo>
                  <a:lnTo>
                    <a:pt x="3652479" y="111200"/>
                  </a:lnTo>
                  <a:lnTo>
                    <a:pt x="3557359" y="110549"/>
                  </a:lnTo>
                  <a:lnTo>
                    <a:pt x="3462204" y="109790"/>
                  </a:lnTo>
                  <a:lnTo>
                    <a:pt x="3370098" y="108926"/>
                  </a:lnTo>
                  <a:lnTo>
                    <a:pt x="3283060" y="107953"/>
                  </a:lnTo>
                  <a:lnTo>
                    <a:pt x="3202131" y="106866"/>
                  </a:lnTo>
                  <a:lnTo>
                    <a:pt x="3127579" y="105655"/>
                  </a:lnTo>
                  <a:lnTo>
                    <a:pt x="3059123" y="104303"/>
                  </a:lnTo>
                  <a:lnTo>
                    <a:pt x="2996125" y="102791"/>
                  </a:lnTo>
                  <a:lnTo>
                    <a:pt x="2937744" y="101097"/>
                  </a:lnTo>
                  <a:lnTo>
                    <a:pt x="2883047" y="99194"/>
                  </a:lnTo>
                  <a:lnTo>
                    <a:pt x="2831103" y="97061"/>
                  </a:lnTo>
                  <a:lnTo>
                    <a:pt x="2781052" y="94682"/>
                  </a:lnTo>
                  <a:lnTo>
                    <a:pt x="2770117" y="94119"/>
                  </a:lnTo>
                  <a:lnTo>
                    <a:pt x="2715933" y="91112"/>
                  </a:lnTo>
                  <a:lnTo>
                    <a:pt x="2662271" y="87788"/>
                  </a:lnTo>
                  <a:lnTo>
                    <a:pt x="2608545" y="84140"/>
                  </a:lnTo>
                  <a:lnTo>
                    <a:pt x="2554365" y="80178"/>
                  </a:lnTo>
                  <a:lnTo>
                    <a:pt x="2499511" y="75922"/>
                  </a:lnTo>
                  <a:lnTo>
                    <a:pt x="2443909" y="71408"/>
                  </a:lnTo>
                  <a:lnTo>
                    <a:pt x="2387617" y="66683"/>
                  </a:lnTo>
                  <a:lnTo>
                    <a:pt x="2330793" y="61808"/>
                  </a:lnTo>
                  <a:lnTo>
                    <a:pt x="2273673" y="56854"/>
                  </a:lnTo>
                  <a:lnTo>
                    <a:pt x="2216531" y="51893"/>
                  </a:lnTo>
                  <a:lnTo>
                    <a:pt x="2159645" y="47002"/>
                  </a:lnTo>
                  <a:lnTo>
                    <a:pt x="2103258" y="42250"/>
                  </a:lnTo>
                  <a:lnTo>
                    <a:pt x="2047544" y="37699"/>
                  </a:lnTo>
                  <a:lnTo>
                    <a:pt x="1992575" y="33401"/>
                  </a:lnTo>
                  <a:lnTo>
                    <a:pt x="1938302" y="29392"/>
                  </a:lnTo>
                  <a:lnTo>
                    <a:pt x="1884527" y="25695"/>
                  </a:lnTo>
                  <a:lnTo>
                    <a:pt x="1830888" y="22321"/>
                  </a:lnTo>
                  <a:lnTo>
                    <a:pt x="1776831" y="19266"/>
                  </a:lnTo>
                  <a:lnTo>
                    <a:pt x="1768425" y="18823"/>
                  </a:lnTo>
                  <a:lnTo>
                    <a:pt x="1718694" y="16388"/>
                  </a:lnTo>
                  <a:lnTo>
                    <a:pt x="1667240" y="14201"/>
                  </a:lnTo>
                  <a:lnTo>
                    <a:pt x="1613234" y="12249"/>
                  </a:lnTo>
                  <a:lnTo>
                    <a:pt x="1555753" y="10511"/>
                  </a:lnTo>
                  <a:lnTo>
                    <a:pt x="1493858" y="8961"/>
                  </a:lnTo>
                  <a:lnTo>
                    <a:pt x="1426679" y="7575"/>
                  </a:lnTo>
                  <a:lnTo>
                    <a:pt x="1353521" y="6334"/>
                  </a:lnTo>
                  <a:lnTo>
                    <a:pt x="1274008" y="5221"/>
                  </a:lnTo>
                  <a:lnTo>
                    <a:pt x="1188267" y="4224"/>
                  </a:lnTo>
                  <a:lnTo>
                    <a:pt x="1097150" y="3335"/>
                  </a:lnTo>
                  <a:lnTo>
                    <a:pt x="1002444" y="2553"/>
                  </a:lnTo>
                  <a:lnTo>
                    <a:pt x="906996" y="1877"/>
                  </a:lnTo>
                  <a:lnTo>
                    <a:pt x="814648" y="1312"/>
                  </a:lnTo>
                  <a:lnTo>
                    <a:pt x="729860" y="857"/>
                  </a:lnTo>
                  <a:lnTo>
                    <a:pt x="657025" y="513"/>
                  </a:lnTo>
                  <a:lnTo>
                    <a:pt x="599573" y="272"/>
                  </a:lnTo>
                  <a:lnTo>
                    <a:pt x="559141" y="120"/>
                  </a:lnTo>
                  <a:lnTo>
                    <a:pt x="535081" y="38"/>
                  </a:lnTo>
                  <a:lnTo>
                    <a:pt x="524420" y="6"/>
                  </a:lnTo>
                  <a:lnTo>
                    <a:pt x="522147" y="0"/>
                  </a:lnTo>
                  <a:lnTo>
                    <a:pt x="522133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731" name="pg731"/>
            <p:cNvSpPr/>
            <p:nvPr/>
          </p:nvSpPr>
          <p:spPr>
            <a:xfrm>
              <a:off x="386606" y="654711"/>
              <a:ext cx="8554953" cy="5144572"/>
            </a:xfrm>
            <a:custGeom>
              <a:avLst/>
              <a:pathLst>
                <a:path w="8554953" h="5144572">
                  <a:moveTo>
                    <a:pt x="0" y="5647"/>
                  </a:moveTo>
                  <a:lnTo>
                    <a:pt x="522133" y="5647"/>
                  </a:lnTo>
                  <a:lnTo>
                    <a:pt x="523403" y="5650"/>
                  </a:lnTo>
                  <a:lnTo>
                    <a:pt x="531702" y="5678"/>
                  </a:lnTo>
                  <a:lnTo>
                    <a:pt x="552450" y="5753"/>
                  </a:lnTo>
                  <a:lnTo>
                    <a:pt x="589104" y="5901"/>
                  </a:lnTo>
                  <a:lnTo>
                    <a:pt x="642839" y="6143"/>
                  </a:lnTo>
                  <a:lnTo>
                    <a:pt x="712500" y="6496"/>
                  </a:lnTo>
                  <a:lnTo>
                    <a:pt x="794991" y="6968"/>
                  </a:lnTo>
                  <a:lnTo>
                    <a:pt x="886054" y="7563"/>
                  </a:lnTo>
                  <a:lnTo>
                    <a:pt x="981173" y="8280"/>
                  </a:lnTo>
                  <a:lnTo>
                    <a:pt x="1076327" y="9114"/>
                  </a:lnTo>
                  <a:lnTo>
                    <a:pt x="1168432" y="10066"/>
                  </a:lnTo>
                  <a:lnTo>
                    <a:pt x="1255470" y="11136"/>
                  </a:lnTo>
                  <a:lnTo>
                    <a:pt x="1336399" y="12331"/>
                  </a:lnTo>
                  <a:lnTo>
                    <a:pt x="1410951" y="13664"/>
                  </a:lnTo>
                  <a:lnTo>
                    <a:pt x="1479407" y="15150"/>
                  </a:lnTo>
                  <a:lnTo>
                    <a:pt x="1542405" y="16813"/>
                  </a:lnTo>
                  <a:lnTo>
                    <a:pt x="1600787" y="18677"/>
                  </a:lnTo>
                  <a:lnTo>
                    <a:pt x="1655483" y="20770"/>
                  </a:lnTo>
                  <a:lnTo>
                    <a:pt x="1707428" y="23116"/>
                  </a:lnTo>
                  <a:lnTo>
                    <a:pt x="1757478" y="25733"/>
                  </a:lnTo>
                  <a:lnTo>
                    <a:pt x="1768425" y="26353"/>
                  </a:lnTo>
                  <a:lnTo>
                    <a:pt x="1822593" y="29659"/>
                  </a:lnTo>
                  <a:lnTo>
                    <a:pt x="1876239" y="33315"/>
                  </a:lnTo>
                  <a:lnTo>
                    <a:pt x="1929949" y="37326"/>
                  </a:lnTo>
                  <a:lnTo>
                    <a:pt x="1984113" y="41683"/>
                  </a:lnTo>
                  <a:lnTo>
                    <a:pt x="2038950" y="46362"/>
                  </a:lnTo>
                  <a:lnTo>
                    <a:pt x="2094534" y="51326"/>
                  </a:lnTo>
                  <a:lnTo>
                    <a:pt x="2150809" y="56522"/>
                  </a:lnTo>
                  <a:lnTo>
                    <a:pt x="2207615" y="61882"/>
                  </a:lnTo>
                  <a:lnTo>
                    <a:pt x="2264718" y="67330"/>
                  </a:lnTo>
                  <a:lnTo>
                    <a:pt x="2321843" y="72785"/>
                  </a:lnTo>
                  <a:lnTo>
                    <a:pt x="2378713" y="78165"/>
                  </a:lnTo>
                  <a:lnTo>
                    <a:pt x="2435086" y="83391"/>
                  </a:lnTo>
                  <a:lnTo>
                    <a:pt x="2490786" y="88396"/>
                  </a:lnTo>
                  <a:lnTo>
                    <a:pt x="2545742" y="93124"/>
                  </a:lnTo>
                  <a:lnTo>
                    <a:pt x="2600002" y="97534"/>
                  </a:lnTo>
                  <a:lnTo>
                    <a:pt x="2653763" y="101601"/>
                  </a:lnTo>
                  <a:lnTo>
                    <a:pt x="2707385" y="105313"/>
                  </a:lnTo>
                  <a:lnTo>
                    <a:pt x="2761422" y="108674"/>
                  </a:lnTo>
                  <a:lnTo>
                    <a:pt x="2770117" y="109178"/>
                  </a:lnTo>
                  <a:lnTo>
                    <a:pt x="2819848" y="111857"/>
                  </a:lnTo>
                  <a:lnTo>
                    <a:pt x="2871301" y="114263"/>
                  </a:lnTo>
                  <a:lnTo>
                    <a:pt x="2925306" y="116409"/>
                  </a:lnTo>
                  <a:lnTo>
                    <a:pt x="2982786" y="118322"/>
                  </a:lnTo>
                  <a:lnTo>
                    <a:pt x="3044681" y="120027"/>
                  </a:lnTo>
                  <a:lnTo>
                    <a:pt x="3111859" y="121551"/>
                  </a:lnTo>
                  <a:lnTo>
                    <a:pt x="3185015" y="122916"/>
                  </a:lnTo>
                  <a:lnTo>
                    <a:pt x="3264526" y="124141"/>
                  </a:lnTo>
                  <a:lnTo>
                    <a:pt x="3350265" y="125238"/>
                  </a:lnTo>
                  <a:lnTo>
                    <a:pt x="3441381" y="126215"/>
                  </a:lnTo>
                  <a:lnTo>
                    <a:pt x="3536086" y="127076"/>
                  </a:lnTo>
                  <a:lnTo>
                    <a:pt x="3631532" y="127819"/>
                  </a:lnTo>
                  <a:lnTo>
                    <a:pt x="3723880" y="128441"/>
                  </a:lnTo>
                  <a:lnTo>
                    <a:pt x="3808668" y="128941"/>
                  </a:lnTo>
                  <a:lnTo>
                    <a:pt x="3881505" y="129320"/>
                  </a:lnTo>
                  <a:lnTo>
                    <a:pt x="3938960" y="129585"/>
                  </a:lnTo>
                  <a:lnTo>
                    <a:pt x="3979395" y="129752"/>
                  </a:lnTo>
                  <a:lnTo>
                    <a:pt x="4003457" y="129842"/>
                  </a:lnTo>
                  <a:lnTo>
                    <a:pt x="4014121" y="129877"/>
                  </a:lnTo>
                  <a:lnTo>
                    <a:pt x="4016409" y="129884"/>
                  </a:lnTo>
                  <a:lnTo>
                    <a:pt x="4538543" y="129884"/>
                  </a:lnTo>
                  <a:lnTo>
                    <a:pt x="4539391" y="129986"/>
                  </a:lnTo>
                  <a:lnTo>
                    <a:pt x="4544988" y="130712"/>
                  </a:lnTo>
                  <a:lnTo>
                    <a:pt x="4559159" y="132718"/>
                  </a:lnTo>
                  <a:lnTo>
                    <a:pt x="4584645" y="136670"/>
                  </a:lnTo>
                  <a:lnTo>
                    <a:pt x="4622927" y="143194"/>
                  </a:lnTo>
                  <a:lnTo>
                    <a:pt x="4674115" y="152818"/>
                  </a:lnTo>
                  <a:lnTo>
                    <a:pt x="4737010" y="165924"/>
                  </a:lnTo>
                  <a:lnTo>
                    <a:pt x="4809369" y="182730"/>
                  </a:lnTo>
                  <a:lnTo>
                    <a:pt x="4888331" y="203303"/>
                  </a:lnTo>
                  <a:lnTo>
                    <a:pt x="4970879" y="227610"/>
                  </a:lnTo>
                  <a:lnTo>
                    <a:pt x="5054231" y="255571"/>
                  </a:lnTo>
                  <a:lnTo>
                    <a:pt x="5136105" y="287125"/>
                  </a:lnTo>
                  <a:lnTo>
                    <a:pt x="5214831" y="322271"/>
                  </a:lnTo>
                  <a:lnTo>
                    <a:pt x="5289345" y="361110"/>
                  </a:lnTo>
                  <a:lnTo>
                    <a:pt x="5359117" y="403856"/>
                  </a:lnTo>
                  <a:lnTo>
                    <a:pt x="5424035" y="450847"/>
                  </a:lnTo>
                  <a:lnTo>
                    <a:pt x="5484293" y="502540"/>
                  </a:lnTo>
                  <a:lnTo>
                    <a:pt x="5540299" y="559506"/>
                  </a:lnTo>
                  <a:lnTo>
                    <a:pt x="5592589" y="622406"/>
                  </a:lnTo>
                  <a:lnTo>
                    <a:pt x="5641766" y="691960"/>
                  </a:lnTo>
                  <a:lnTo>
                    <a:pt x="5688457" y="768890"/>
                  </a:lnTo>
                  <a:lnTo>
                    <a:pt x="5733272" y="853824"/>
                  </a:lnTo>
                  <a:lnTo>
                    <a:pt x="5776757" y="947151"/>
                  </a:lnTo>
                  <a:lnTo>
                    <a:pt x="5784835" y="965666"/>
                  </a:lnTo>
                  <a:lnTo>
                    <a:pt x="5814013" y="1035556"/>
                  </a:lnTo>
                  <a:lnTo>
                    <a:pt x="5842945" y="1109451"/>
                  </a:lnTo>
                  <a:lnTo>
                    <a:pt x="5871745" y="1187429"/>
                  </a:lnTo>
                  <a:lnTo>
                    <a:pt x="5900509" y="1269532"/>
                  </a:lnTo>
                  <a:lnTo>
                    <a:pt x="5929314" y="1355762"/>
                  </a:lnTo>
                  <a:lnTo>
                    <a:pt x="5958223" y="1446073"/>
                  </a:lnTo>
                  <a:lnTo>
                    <a:pt x="5987283" y="1540374"/>
                  </a:lnTo>
                  <a:lnTo>
                    <a:pt x="6016528" y="1638521"/>
                  </a:lnTo>
                  <a:lnTo>
                    <a:pt x="6045980" y="1740322"/>
                  </a:lnTo>
                  <a:lnTo>
                    <a:pt x="6075649" y="1845529"/>
                  </a:lnTo>
                  <a:lnTo>
                    <a:pt x="6105533" y="1953846"/>
                  </a:lnTo>
                  <a:lnTo>
                    <a:pt x="6135620" y="2064926"/>
                  </a:lnTo>
                  <a:lnTo>
                    <a:pt x="6165891" y="2178379"/>
                  </a:lnTo>
                  <a:lnTo>
                    <a:pt x="6196318" y="2293772"/>
                  </a:lnTo>
                  <a:lnTo>
                    <a:pt x="6226866" y="2410642"/>
                  </a:lnTo>
                  <a:lnTo>
                    <a:pt x="6257497" y="2528496"/>
                  </a:lnTo>
                  <a:lnTo>
                    <a:pt x="6288168" y="2646825"/>
                  </a:lnTo>
                  <a:lnTo>
                    <a:pt x="6318835" y="2765113"/>
                  </a:lnTo>
                  <a:lnTo>
                    <a:pt x="6349455" y="2882841"/>
                  </a:lnTo>
                  <a:lnTo>
                    <a:pt x="6379986" y="2999504"/>
                  </a:lnTo>
                  <a:lnTo>
                    <a:pt x="6410389" y="3114614"/>
                  </a:lnTo>
                  <a:lnTo>
                    <a:pt x="6440632" y="3227710"/>
                  </a:lnTo>
                  <a:lnTo>
                    <a:pt x="6470688" y="3338368"/>
                  </a:lnTo>
                  <a:lnTo>
                    <a:pt x="6500538" y="3446203"/>
                  </a:lnTo>
                  <a:lnTo>
                    <a:pt x="6530171" y="3550877"/>
                  </a:lnTo>
                  <a:lnTo>
                    <a:pt x="6559589" y="3652101"/>
                  </a:lnTo>
                  <a:lnTo>
                    <a:pt x="6588802" y="3749636"/>
                  </a:lnTo>
                  <a:lnTo>
                    <a:pt x="6617835" y="3843298"/>
                  </a:lnTo>
                  <a:lnTo>
                    <a:pt x="6646723" y="3932953"/>
                  </a:lnTo>
                  <a:lnTo>
                    <a:pt x="6675517" y="4018515"/>
                  </a:lnTo>
                  <a:lnTo>
                    <a:pt x="6704281" y="4099949"/>
                  </a:lnTo>
                  <a:lnTo>
                    <a:pt x="6733096" y="4177261"/>
                  </a:lnTo>
                  <a:lnTo>
                    <a:pt x="6762059" y="4250500"/>
                  </a:lnTo>
                  <a:lnTo>
                    <a:pt x="6786527" y="4308791"/>
                  </a:lnTo>
                  <a:lnTo>
                    <a:pt x="6829816" y="4403708"/>
                  </a:lnTo>
                  <a:lnTo>
                    <a:pt x="6874341" y="4490203"/>
                  </a:lnTo>
                  <a:lnTo>
                    <a:pt x="6920634" y="4568596"/>
                  </a:lnTo>
                  <a:lnTo>
                    <a:pt x="6969295" y="4639485"/>
                  </a:lnTo>
                  <a:lnTo>
                    <a:pt x="7020951" y="4703582"/>
                  </a:lnTo>
                  <a:lnTo>
                    <a:pt x="7076213" y="4761613"/>
                  </a:lnTo>
                  <a:lnTo>
                    <a:pt x="7135636" y="4814252"/>
                  </a:lnTo>
                  <a:lnTo>
                    <a:pt x="7199653" y="4862090"/>
                  </a:lnTo>
                  <a:lnTo>
                    <a:pt x="7268509" y="4905605"/>
                  </a:lnTo>
                  <a:lnTo>
                    <a:pt x="7342157" y="4945160"/>
                  </a:lnTo>
                  <a:lnTo>
                    <a:pt x="7420153" y="4980991"/>
                  </a:lnTo>
                  <a:lnTo>
                    <a:pt x="7501543" y="5013218"/>
                  </a:lnTo>
                  <a:lnTo>
                    <a:pt x="7584774" y="5041859"/>
                  </a:lnTo>
                  <a:lnTo>
                    <a:pt x="7667673" y="5066860"/>
                  </a:lnTo>
                  <a:lnTo>
                    <a:pt x="7747538" y="5088141"/>
                  </a:lnTo>
                  <a:lnTo>
                    <a:pt x="7821370" y="5105655"/>
                  </a:lnTo>
                  <a:lnTo>
                    <a:pt x="7886243" y="5119446"/>
                  </a:lnTo>
                  <a:lnTo>
                    <a:pt x="7939764" y="5129702"/>
                  </a:lnTo>
                  <a:lnTo>
                    <a:pt x="7980509" y="5136773"/>
                  </a:lnTo>
                  <a:lnTo>
                    <a:pt x="8008332" y="5141163"/>
                  </a:lnTo>
                  <a:lnTo>
                    <a:pt x="8024459" y="5143485"/>
                  </a:lnTo>
                  <a:lnTo>
                    <a:pt x="8031409" y="5144401"/>
                  </a:lnTo>
                  <a:lnTo>
                    <a:pt x="8032819" y="5144572"/>
                  </a:lnTo>
                  <a:lnTo>
                    <a:pt x="8554953" y="5144572"/>
                  </a:lnTo>
                  <a:lnTo>
                    <a:pt x="8554953" y="5138925"/>
                  </a:lnTo>
                  <a:lnTo>
                    <a:pt x="8032819" y="5138925"/>
                  </a:lnTo>
                  <a:lnTo>
                    <a:pt x="8031971" y="5138823"/>
                  </a:lnTo>
                  <a:lnTo>
                    <a:pt x="8026374" y="5138097"/>
                  </a:lnTo>
                  <a:lnTo>
                    <a:pt x="8012203" y="5136092"/>
                  </a:lnTo>
                  <a:lnTo>
                    <a:pt x="7986717" y="5132140"/>
                  </a:lnTo>
                  <a:lnTo>
                    <a:pt x="7948435" y="5125616"/>
                  </a:lnTo>
                  <a:lnTo>
                    <a:pt x="7897246" y="5115991"/>
                  </a:lnTo>
                  <a:lnTo>
                    <a:pt x="7834352" y="5102885"/>
                  </a:lnTo>
                  <a:lnTo>
                    <a:pt x="7761993" y="5086080"/>
                  </a:lnTo>
                  <a:lnTo>
                    <a:pt x="7683031" y="5065506"/>
                  </a:lnTo>
                  <a:lnTo>
                    <a:pt x="7600483" y="5041200"/>
                  </a:lnTo>
                  <a:lnTo>
                    <a:pt x="7517131" y="5013238"/>
                  </a:lnTo>
                  <a:lnTo>
                    <a:pt x="7435257" y="4981685"/>
                  </a:lnTo>
                  <a:lnTo>
                    <a:pt x="7356531" y="4946538"/>
                  </a:lnTo>
                  <a:lnTo>
                    <a:pt x="7282017" y="4907699"/>
                  </a:lnTo>
                  <a:lnTo>
                    <a:pt x="7212245" y="4864953"/>
                  </a:lnTo>
                  <a:lnTo>
                    <a:pt x="7147327" y="4817963"/>
                  </a:lnTo>
                  <a:lnTo>
                    <a:pt x="7087069" y="4766270"/>
                  </a:lnTo>
                  <a:lnTo>
                    <a:pt x="7031063" y="4709303"/>
                  </a:lnTo>
                  <a:lnTo>
                    <a:pt x="6978773" y="4646403"/>
                  </a:lnTo>
                  <a:lnTo>
                    <a:pt x="6929596" y="4576849"/>
                  </a:lnTo>
                  <a:lnTo>
                    <a:pt x="6882905" y="4499920"/>
                  </a:lnTo>
                  <a:lnTo>
                    <a:pt x="6838090" y="4414986"/>
                  </a:lnTo>
                  <a:lnTo>
                    <a:pt x="6794605" y="4321659"/>
                  </a:lnTo>
                  <a:lnTo>
                    <a:pt x="6786527" y="4303144"/>
                  </a:lnTo>
                  <a:lnTo>
                    <a:pt x="6757349" y="4233253"/>
                  </a:lnTo>
                  <a:lnTo>
                    <a:pt x="6728417" y="4159359"/>
                  </a:lnTo>
                  <a:lnTo>
                    <a:pt x="6699617" y="4081381"/>
                  </a:lnTo>
                  <a:lnTo>
                    <a:pt x="6670853" y="3999277"/>
                  </a:lnTo>
                  <a:lnTo>
                    <a:pt x="6642048" y="3913048"/>
                  </a:lnTo>
                  <a:lnTo>
                    <a:pt x="6613139" y="3822737"/>
                  </a:lnTo>
                  <a:lnTo>
                    <a:pt x="6584079" y="3728436"/>
                  </a:lnTo>
                  <a:lnTo>
                    <a:pt x="6554834" y="3630289"/>
                  </a:lnTo>
                  <a:lnTo>
                    <a:pt x="6525382" y="3528488"/>
                  </a:lnTo>
                  <a:lnTo>
                    <a:pt x="6495713" y="3423281"/>
                  </a:lnTo>
                  <a:lnTo>
                    <a:pt x="6465829" y="3314964"/>
                  </a:lnTo>
                  <a:lnTo>
                    <a:pt x="6435742" y="3203884"/>
                  </a:lnTo>
                  <a:lnTo>
                    <a:pt x="6405471" y="3090431"/>
                  </a:lnTo>
                  <a:lnTo>
                    <a:pt x="6375044" y="2975038"/>
                  </a:lnTo>
                  <a:lnTo>
                    <a:pt x="6344496" y="2858168"/>
                  </a:lnTo>
                  <a:lnTo>
                    <a:pt x="6313865" y="2740314"/>
                  </a:lnTo>
                  <a:lnTo>
                    <a:pt x="6283194" y="2621984"/>
                  </a:lnTo>
                  <a:lnTo>
                    <a:pt x="6252527" y="2503697"/>
                  </a:lnTo>
                  <a:lnTo>
                    <a:pt x="6221907" y="2385968"/>
                  </a:lnTo>
                  <a:lnTo>
                    <a:pt x="6191376" y="2269305"/>
                  </a:lnTo>
                  <a:lnTo>
                    <a:pt x="6160973" y="2154195"/>
                  </a:lnTo>
                  <a:lnTo>
                    <a:pt x="6130730" y="2041099"/>
                  </a:lnTo>
                  <a:lnTo>
                    <a:pt x="6100674" y="1930441"/>
                  </a:lnTo>
                  <a:lnTo>
                    <a:pt x="6070824" y="1822606"/>
                  </a:lnTo>
                  <a:lnTo>
                    <a:pt x="6041191" y="1717933"/>
                  </a:lnTo>
                  <a:lnTo>
                    <a:pt x="6011773" y="1616709"/>
                  </a:lnTo>
                  <a:lnTo>
                    <a:pt x="5982560" y="1519173"/>
                  </a:lnTo>
                  <a:lnTo>
                    <a:pt x="5953527" y="1425511"/>
                  </a:lnTo>
                  <a:lnTo>
                    <a:pt x="5924639" y="1335857"/>
                  </a:lnTo>
                  <a:lnTo>
                    <a:pt x="5895845" y="1250294"/>
                  </a:lnTo>
                  <a:lnTo>
                    <a:pt x="5867081" y="1168861"/>
                  </a:lnTo>
                  <a:lnTo>
                    <a:pt x="5838266" y="1091549"/>
                  </a:lnTo>
                  <a:lnTo>
                    <a:pt x="5809303" y="1018310"/>
                  </a:lnTo>
                  <a:lnTo>
                    <a:pt x="5784835" y="960019"/>
                  </a:lnTo>
                  <a:lnTo>
                    <a:pt x="5741546" y="865102"/>
                  </a:lnTo>
                  <a:lnTo>
                    <a:pt x="5697021" y="778607"/>
                  </a:lnTo>
                  <a:lnTo>
                    <a:pt x="5650728" y="700213"/>
                  </a:lnTo>
                  <a:lnTo>
                    <a:pt x="5602067" y="629324"/>
                  </a:lnTo>
                  <a:lnTo>
                    <a:pt x="5550411" y="565228"/>
                  </a:lnTo>
                  <a:lnTo>
                    <a:pt x="5495149" y="507197"/>
                  </a:lnTo>
                  <a:lnTo>
                    <a:pt x="5435726" y="454557"/>
                  </a:lnTo>
                  <a:lnTo>
                    <a:pt x="5371709" y="406720"/>
                  </a:lnTo>
                  <a:lnTo>
                    <a:pt x="5302853" y="363204"/>
                  </a:lnTo>
                  <a:lnTo>
                    <a:pt x="5229205" y="323650"/>
                  </a:lnTo>
                  <a:lnTo>
                    <a:pt x="5151209" y="287819"/>
                  </a:lnTo>
                  <a:lnTo>
                    <a:pt x="5069819" y="255592"/>
                  </a:lnTo>
                  <a:lnTo>
                    <a:pt x="4986588" y="226951"/>
                  </a:lnTo>
                  <a:lnTo>
                    <a:pt x="4903689" y="201950"/>
                  </a:lnTo>
                  <a:lnTo>
                    <a:pt x="4823823" y="180668"/>
                  </a:lnTo>
                  <a:lnTo>
                    <a:pt x="4749992" y="163155"/>
                  </a:lnTo>
                  <a:lnTo>
                    <a:pt x="4685119" y="149364"/>
                  </a:lnTo>
                  <a:lnTo>
                    <a:pt x="4631598" y="139108"/>
                  </a:lnTo>
                  <a:lnTo>
                    <a:pt x="4590853" y="132037"/>
                  </a:lnTo>
                  <a:lnTo>
                    <a:pt x="4563030" y="127646"/>
                  </a:lnTo>
                  <a:lnTo>
                    <a:pt x="4546903" y="125325"/>
                  </a:lnTo>
                  <a:lnTo>
                    <a:pt x="4539953" y="124409"/>
                  </a:lnTo>
                  <a:lnTo>
                    <a:pt x="4538543" y="124237"/>
                  </a:lnTo>
                  <a:lnTo>
                    <a:pt x="4016409" y="124237"/>
                  </a:lnTo>
                  <a:lnTo>
                    <a:pt x="4015140" y="124233"/>
                  </a:lnTo>
                  <a:lnTo>
                    <a:pt x="4006840" y="124206"/>
                  </a:lnTo>
                  <a:lnTo>
                    <a:pt x="3986092" y="124131"/>
                  </a:lnTo>
                  <a:lnTo>
                    <a:pt x="3949439" y="123983"/>
                  </a:lnTo>
                  <a:lnTo>
                    <a:pt x="3895703" y="123741"/>
                  </a:lnTo>
                  <a:lnTo>
                    <a:pt x="3826042" y="123388"/>
                  </a:lnTo>
                  <a:lnTo>
                    <a:pt x="3743551" y="122916"/>
                  </a:lnTo>
                  <a:lnTo>
                    <a:pt x="3652488" y="122321"/>
                  </a:lnTo>
                  <a:lnTo>
                    <a:pt x="3557369" y="121604"/>
                  </a:lnTo>
                  <a:lnTo>
                    <a:pt x="3462215" y="120770"/>
                  </a:lnTo>
                  <a:lnTo>
                    <a:pt x="3370110" y="119818"/>
                  </a:lnTo>
                  <a:lnTo>
                    <a:pt x="3283072" y="118748"/>
                  </a:lnTo>
                  <a:lnTo>
                    <a:pt x="3202143" y="117553"/>
                  </a:lnTo>
                  <a:lnTo>
                    <a:pt x="3127591" y="116220"/>
                  </a:lnTo>
                  <a:lnTo>
                    <a:pt x="3059135" y="114734"/>
                  </a:lnTo>
                  <a:lnTo>
                    <a:pt x="2996137" y="113071"/>
                  </a:lnTo>
                  <a:lnTo>
                    <a:pt x="2937755" y="111207"/>
                  </a:lnTo>
                  <a:lnTo>
                    <a:pt x="2883059" y="109114"/>
                  </a:lnTo>
                  <a:lnTo>
                    <a:pt x="2831114" y="106768"/>
                  </a:lnTo>
                  <a:lnTo>
                    <a:pt x="2781064" y="104150"/>
                  </a:lnTo>
                  <a:lnTo>
                    <a:pt x="2770117" y="103531"/>
                  </a:lnTo>
                  <a:lnTo>
                    <a:pt x="2715949" y="100225"/>
                  </a:lnTo>
                  <a:lnTo>
                    <a:pt x="2662303" y="96569"/>
                  </a:lnTo>
                  <a:lnTo>
                    <a:pt x="2608593" y="92558"/>
                  </a:lnTo>
                  <a:lnTo>
                    <a:pt x="2554430" y="88201"/>
                  </a:lnTo>
                  <a:lnTo>
                    <a:pt x="2499592" y="83522"/>
                  </a:lnTo>
                  <a:lnTo>
                    <a:pt x="2444008" y="78558"/>
                  </a:lnTo>
                  <a:lnTo>
                    <a:pt x="2387733" y="73362"/>
                  </a:lnTo>
                  <a:lnTo>
                    <a:pt x="2330927" y="68002"/>
                  </a:lnTo>
                  <a:lnTo>
                    <a:pt x="2273825" y="62554"/>
                  </a:lnTo>
                  <a:lnTo>
                    <a:pt x="2216699" y="57099"/>
                  </a:lnTo>
                  <a:lnTo>
                    <a:pt x="2159829" y="51719"/>
                  </a:lnTo>
                  <a:lnTo>
                    <a:pt x="2103457" y="46493"/>
                  </a:lnTo>
                  <a:lnTo>
                    <a:pt x="2047756" y="41488"/>
                  </a:lnTo>
                  <a:lnTo>
                    <a:pt x="1992801" y="36760"/>
                  </a:lnTo>
                  <a:lnTo>
                    <a:pt x="1938540" y="32350"/>
                  </a:lnTo>
                  <a:lnTo>
                    <a:pt x="1884780" y="28283"/>
                  </a:lnTo>
                  <a:lnTo>
                    <a:pt x="1831157" y="24571"/>
                  </a:lnTo>
                  <a:lnTo>
                    <a:pt x="1777120" y="21210"/>
                  </a:lnTo>
                  <a:lnTo>
                    <a:pt x="1768425" y="20706"/>
                  </a:lnTo>
                  <a:lnTo>
                    <a:pt x="1718695" y="18027"/>
                  </a:lnTo>
                  <a:lnTo>
                    <a:pt x="1667241" y="15621"/>
                  </a:lnTo>
                  <a:lnTo>
                    <a:pt x="1613236" y="13475"/>
                  </a:lnTo>
                  <a:lnTo>
                    <a:pt x="1555756" y="11562"/>
                  </a:lnTo>
                  <a:lnTo>
                    <a:pt x="1493861" y="9857"/>
                  </a:lnTo>
                  <a:lnTo>
                    <a:pt x="1426684" y="8333"/>
                  </a:lnTo>
                  <a:lnTo>
                    <a:pt x="1353527" y="6968"/>
                  </a:lnTo>
                  <a:lnTo>
                    <a:pt x="1274016" y="5743"/>
                  </a:lnTo>
                  <a:lnTo>
                    <a:pt x="1188277" y="4646"/>
                  </a:lnTo>
                  <a:lnTo>
                    <a:pt x="1097161" y="3669"/>
                  </a:lnTo>
                  <a:lnTo>
                    <a:pt x="1002456" y="2808"/>
                  </a:lnTo>
                  <a:lnTo>
                    <a:pt x="907010" y="2065"/>
                  </a:lnTo>
                  <a:lnTo>
                    <a:pt x="814662" y="1443"/>
                  </a:lnTo>
                  <a:lnTo>
                    <a:pt x="729874" y="943"/>
                  </a:lnTo>
                  <a:lnTo>
                    <a:pt x="657037" y="564"/>
                  </a:lnTo>
                  <a:lnTo>
                    <a:pt x="599582" y="299"/>
                  </a:lnTo>
                  <a:lnTo>
                    <a:pt x="559148" y="132"/>
                  </a:lnTo>
                  <a:lnTo>
                    <a:pt x="535085" y="42"/>
                  </a:lnTo>
                  <a:lnTo>
                    <a:pt x="524422" y="6"/>
                  </a:lnTo>
                  <a:lnTo>
                    <a:pt x="5221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732" name="pl732"/>
            <p:cNvSpPr/>
            <p:nvPr/>
          </p:nvSpPr>
          <p:spPr>
            <a:xfrm>
              <a:off x="386606" y="660358"/>
              <a:ext cx="8554953" cy="5138925"/>
            </a:xfrm>
            <a:custGeom>
              <a:avLst/>
              <a:pathLst>
                <a:path w="8554953" h="5138925">
                  <a:moveTo>
                    <a:pt x="0" y="0"/>
                  </a:moveTo>
                  <a:lnTo>
                    <a:pt x="522133" y="0"/>
                  </a:lnTo>
                  <a:lnTo>
                    <a:pt x="523403" y="3"/>
                  </a:lnTo>
                  <a:lnTo>
                    <a:pt x="531702" y="31"/>
                  </a:lnTo>
                  <a:lnTo>
                    <a:pt x="552450" y="106"/>
                  </a:lnTo>
                  <a:lnTo>
                    <a:pt x="589104" y="254"/>
                  </a:lnTo>
                  <a:lnTo>
                    <a:pt x="642839" y="496"/>
                  </a:lnTo>
                  <a:lnTo>
                    <a:pt x="712500" y="849"/>
                  </a:lnTo>
                  <a:lnTo>
                    <a:pt x="794991" y="1321"/>
                  </a:lnTo>
                  <a:lnTo>
                    <a:pt x="886054" y="1916"/>
                  </a:lnTo>
                  <a:lnTo>
                    <a:pt x="981173" y="2633"/>
                  </a:lnTo>
                  <a:lnTo>
                    <a:pt x="1076327" y="3467"/>
                  </a:lnTo>
                  <a:lnTo>
                    <a:pt x="1168432" y="4418"/>
                  </a:lnTo>
                  <a:lnTo>
                    <a:pt x="1255470" y="5489"/>
                  </a:lnTo>
                  <a:lnTo>
                    <a:pt x="1336399" y="6684"/>
                  </a:lnTo>
                  <a:lnTo>
                    <a:pt x="1410951" y="8016"/>
                  </a:lnTo>
                  <a:lnTo>
                    <a:pt x="1479407" y="9503"/>
                  </a:lnTo>
                  <a:lnTo>
                    <a:pt x="1542405" y="11166"/>
                  </a:lnTo>
                  <a:lnTo>
                    <a:pt x="1600787" y="13030"/>
                  </a:lnTo>
                  <a:lnTo>
                    <a:pt x="1655483" y="15122"/>
                  </a:lnTo>
                  <a:lnTo>
                    <a:pt x="1707428" y="17469"/>
                  </a:lnTo>
                  <a:lnTo>
                    <a:pt x="1757478" y="20086"/>
                  </a:lnTo>
                  <a:lnTo>
                    <a:pt x="1768425" y="20706"/>
                  </a:lnTo>
                  <a:lnTo>
                    <a:pt x="1822593" y="24012"/>
                  </a:lnTo>
                  <a:lnTo>
                    <a:pt x="1876239" y="27668"/>
                  </a:lnTo>
                  <a:lnTo>
                    <a:pt x="1929949" y="31679"/>
                  </a:lnTo>
                  <a:lnTo>
                    <a:pt x="1984113" y="36035"/>
                  </a:lnTo>
                  <a:lnTo>
                    <a:pt x="2038950" y="40715"/>
                  </a:lnTo>
                  <a:lnTo>
                    <a:pt x="2094534" y="45679"/>
                  </a:lnTo>
                  <a:lnTo>
                    <a:pt x="2150809" y="50875"/>
                  </a:lnTo>
                  <a:lnTo>
                    <a:pt x="2207615" y="56235"/>
                  </a:lnTo>
                  <a:lnTo>
                    <a:pt x="2264718" y="61683"/>
                  </a:lnTo>
                  <a:lnTo>
                    <a:pt x="2321843" y="67138"/>
                  </a:lnTo>
                  <a:lnTo>
                    <a:pt x="2378713" y="72517"/>
                  </a:lnTo>
                  <a:lnTo>
                    <a:pt x="2435086" y="77744"/>
                  </a:lnTo>
                  <a:lnTo>
                    <a:pt x="2490786" y="82749"/>
                  </a:lnTo>
                  <a:lnTo>
                    <a:pt x="2545742" y="87477"/>
                  </a:lnTo>
                  <a:lnTo>
                    <a:pt x="2600002" y="91887"/>
                  </a:lnTo>
                  <a:lnTo>
                    <a:pt x="2653763" y="95953"/>
                  </a:lnTo>
                  <a:lnTo>
                    <a:pt x="2707385" y="99666"/>
                  </a:lnTo>
                  <a:lnTo>
                    <a:pt x="2761422" y="103027"/>
                  </a:lnTo>
                  <a:lnTo>
                    <a:pt x="2770117" y="103531"/>
                  </a:lnTo>
                  <a:lnTo>
                    <a:pt x="2819848" y="106210"/>
                  </a:lnTo>
                  <a:lnTo>
                    <a:pt x="2871301" y="108615"/>
                  </a:lnTo>
                  <a:lnTo>
                    <a:pt x="2925306" y="110762"/>
                  </a:lnTo>
                  <a:lnTo>
                    <a:pt x="2982786" y="112675"/>
                  </a:lnTo>
                  <a:lnTo>
                    <a:pt x="3044681" y="114380"/>
                  </a:lnTo>
                  <a:lnTo>
                    <a:pt x="3111859" y="115904"/>
                  </a:lnTo>
                  <a:lnTo>
                    <a:pt x="3185015" y="117269"/>
                  </a:lnTo>
                  <a:lnTo>
                    <a:pt x="3264526" y="118494"/>
                  </a:lnTo>
                  <a:lnTo>
                    <a:pt x="3350265" y="119591"/>
                  </a:lnTo>
                  <a:lnTo>
                    <a:pt x="3441381" y="120568"/>
                  </a:lnTo>
                  <a:lnTo>
                    <a:pt x="3536086" y="121429"/>
                  </a:lnTo>
                  <a:lnTo>
                    <a:pt x="3631532" y="122172"/>
                  </a:lnTo>
                  <a:lnTo>
                    <a:pt x="3723880" y="122794"/>
                  </a:lnTo>
                  <a:lnTo>
                    <a:pt x="3808668" y="123294"/>
                  </a:lnTo>
                  <a:lnTo>
                    <a:pt x="3881505" y="123672"/>
                  </a:lnTo>
                  <a:lnTo>
                    <a:pt x="3938960" y="123938"/>
                  </a:lnTo>
                  <a:lnTo>
                    <a:pt x="3979395" y="124105"/>
                  </a:lnTo>
                  <a:lnTo>
                    <a:pt x="4003457" y="124194"/>
                  </a:lnTo>
                  <a:lnTo>
                    <a:pt x="4014121" y="124230"/>
                  </a:lnTo>
                  <a:lnTo>
                    <a:pt x="4016395" y="124237"/>
                  </a:lnTo>
                  <a:lnTo>
                    <a:pt x="4016409" y="124237"/>
                  </a:lnTo>
                  <a:lnTo>
                    <a:pt x="4538543" y="124237"/>
                  </a:lnTo>
                  <a:lnTo>
                    <a:pt x="4539391" y="124339"/>
                  </a:lnTo>
                  <a:lnTo>
                    <a:pt x="4544988" y="125065"/>
                  </a:lnTo>
                  <a:lnTo>
                    <a:pt x="4559159" y="127071"/>
                  </a:lnTo>
                  <a:lnTo>
                    <a:pt x="4584645" y="131023"/>
                  </a:lnTo>
                  <a:lnTo>
                    <a:pt x="4622927" y="137547"/>
                  </a:lnTo>
                  <a:lnTo>
                    <a:pt x="4674115" y="147171"/>
                  </a:lnTo>
                  <a:lnTo>
                    <a:pt x="4737010" y="160277"/>
                  </a:lnTo>
                  <a:lnTo>
                    <a:pt x="4809369" y="177083"/>
                  </a:lnTo>
                  <a:lnTo>
                    <a:pt x="4888331" y="197656"/>
                  </a:lnTo>
                  <a:lnTo>
                    <a:pt x="4970879" y="221963"/>
                  </a:lnTo>
                  <a:lnTo>
                    <a:pt x="5054231" y="249924"/>
                  </a:lnTo>
                  <a:lnTo>
                    <a:pt x="5136105" y="281478"/>
                  </a:lnTo>
                  <a:lnTo>
                    <a:pt x="5214831" y="316624"/>
                  </a:lnTo>
                  <a:lnTo>
                    <a:pt x="5289345" y="355463"/>
                  </a:lnTo>
                  <a:lnTo>
                    <a:pt x="5359117" y="398209"/>
                  </a:lnTo>
                  <a:lnTo>
                    <a:pt x="5424035" y="445199"/>
                  </a:lnTo>
                  <a:lnTo>
                    <a:pt x="5484293" y="496893"/>
                  </a:lnTo>
                  <a:lnTo>
                    <a:pt x="5540299" y="553859"/>
                  </a:lnTo>
                  <a:lnTo>
                    <a:pt x="5592589" y="616759"/>
                  </a:lnTo>
                  <a:lnTo>
                    <a:pt x="5641766" y="686313"/>
                  </a:lnTo>
                  <a:lnTo>
                    <a:pt x="5688457" y="763243"/>
                  </a:lnTo>
                  <a:lnTo>
                    <a:pt x="5733272" y="848177"/>
                  </a:lnTo>
                  <a:lnTo>
                    <a:pt x="5776757" y="941504"/>
                  </a:lnTo>
                  <a:lnTo>
                    <a:pt x="5784835" y="960019"/>
                  </a:lnTo>
                  <a:lnTo>
                    <a:pt x="5814013" y="1029909"/>
                  </a:lnTo>
                  <a:lnTo>
                    <a:pt x="5842945" y="1103804"/>
                  </a:lnTo>
                  <a:lnTo>
                    <a:pt x="5871745" y="1181782"/>
                  </a:lnTo>
                  <a:lnTo>
                    <a:pt x="5900509" y="1263885"/>
                  </a:lnTo>
                  <a:lnTo>
                    <a:pt x="5929314" y="1350115"/>
                  </a:lnTo>
                  <a:lnTo>
                    <a:pt x="5958223" y="1440426"/>
                  </a:lnTo>
                  <a:lnTo>
                    <a:pt x="5987283" y="1534726"/>
                  </a:lnTo>
                  <a:lnTo>
                    <a:pt x="6016528" y="1632874"/>
                  </a:lnTo>
                  <a:lnTo>
                    <a:pt x="6045980" y="1734674"/>
                  </a:lnTo>
                  <a:lnTo>
                    <a:pt x="6075649" y="1839882"/>
                  </a:lnTo>
                  <a:lnTo>
                    <a:pt x="6105533" y="1948198"/>
                  </a:lnTo>
                  <a:lnTo>
                    <a:pt x="6135620" y="2059279"/>
                  </a:lnTo>
                  <a:lnTo>
                    <a:pt x="6165891" y="2172731"/>
                  </a:lnTo>
                  <a:lnTo>
                    <a:pt x="6196318" y="2288125"/>
                  </a:lnTo>
                  <a:lnTo>
                    <a:pt x="6226866" y="2404994"/>
                  </a:lnTo>
                  <a:lnTo>
                    <a:pt x="6257497" y="2522848"/>
                  </a:lnTo>
                  <a:lnTo>
                    <a:pt x="6288168" y="2641178"/>
                  </a:lnTo>
                  <a:lnTo>
                    <a:pt x="6318835" y="2759466"/>
                  </a:lnTo>
                  <a:lnTo>
                    <a:pt x="6349455" y="2877194"/>
                  </a:lnTo>
                  <a:lnTo>
                    <a:pt x="6379986" y="2993857"/>
                  </a:lnTo>
                  <a:lnTo>
                    <a:pt x="6410389" y="3108967"/>
                  </a:lnTo>
                  <a:lnTo>
                    <a:pt x="6440632" y="3222063"/>
                  </a:lnTo>
                  <a:lnTo>
                    <a:pt x="6470688" y="3332721"/>
                  </a:lnTo>
                  <a:lnTo>
                    <a:pt x="6500538" y="3440556"/>
                  </a:lnTo>
                  <a:lnTo>
                    <a:pt x="6530171" y="3545230"/>
                  </a:lnTo>
                  <a:lnTo>
                    <a:pt x="6559589" y="3646453"/>
                  </a:lnTo>
                  <a:lnTo>
                    <a:pt x="6588802" y="3743989"/>
                  </a:lnTo>
                  <a:lnTo>
                    <a:pt x="6617835" y="3837651"/>
                  </a:lnTo>
                  <a:lnTo>
                    <a:pt x="6646723" y="3927306"/>
                  </a:lnTo>
                  <a:lnTo>
                    <a:pt x="6675517" y="4012868"/>
                  </a:lnTo>
                  <a:lnTo>
                    <a:pt x="6704281" y="4094302"/>
                  </a:lnTo>
                  <a:lnTo>
                    <a:pt x="6733096" y="4171614"/>
                  </a:lnTo>
                  <a:lnTo>
                    <a:pt x="6762059" y="4244853"/>
                  </a:lnTo>
                  <a:lnTo>
                    <a:pt x="6786527" y="4303144"/>
                  </a:lnTo>
                  <a:lnTo>
                    <a:pt x="6829816" y="4398061"/>
                  </a:lnTo>
                  <a:lnTo>
                    <a:pt x="6874341" y="4484556"/>
                  </a:lnTo>
                  <a:lnTo>
                    <a:pt x="6920634" y="4562949"/>
                  </a:lnTo>
                  <a:lnTo>
                    <a:pt x="6969295" y="4633838"/>
                  </a:lnTo>
                  <a:lnTo>
                    <a:pt x="7020951" y="4697935"/>
                  </a:lnTo>
                  <a:lnTo>
                    <a:pt x="7076213" y="4755966"/>
                  </a:lnTo>
                  <a:lnTo>
                    <a:pt x="7135636" y="4808605"/>
                  </a:lnTo>
                  <a:lnTo>
                    <a:pt x="7199653" y="4856443"/>
                  </a:lnTo>
                  <a:lnTo>
                    <a:pt x="7268509" y="4899958"/>
                  </a:lnTo>
                  <a:lnTo>
                    <a:pt x="7342157" y="4939512"/>
                  </a:lnTo>
                  <a:lnTo>
                    <a:pt x="7420153" y="4975343"/>
                  </a:lnTo>
                  <a:lnTo>
                    <a:pt x="7501543" y="5007571"/>
                  </a:lnTo>
                  <a:lnTo>
                    <a:pt x="7584774" y="5036212"/>
                  </a:lnTo>
                  <a:lnTo>
                    <a:pt x="7667673" y="5061213"/>
                  </a:lnTo>
                  <a:lnTo>
                    <a:pt x="7747538" y="5082494"/>
                  </a:lnTo>
                  <a:lnTo>
                    <a:pt x="7821370" y="5100008"/>
                  </a:lnTo>
                  <a:lnTo>
                    <a:pt x="7886243" y="5113799"/>
                  </a:lnTo>
                  <a:lnTo>
                    <a:pt x="7939764" y="5124054"/>
                  </a:lnTo>
                  <a:lnTo>
                    <a:pt x="7980509" y="5131126"/>
                  </a:lnTo>
                  <a:lnTo>
                    <a:pt x="8008332" y="5135516"/>
                  </a:lnTo>
                  <a:lnTo>
                    <a:pt x="8024459" y="5137838"/>
                  </a:lnTo>
                  <a:lnTo>
                    <a:pt x="8031409" y="5138754"/>
                  </a:lnTo>
                  <a:lnTo>
                    <a:pt x="8032813" y="5138925"/>
                  </a:lnTo>
                  <a:lnTo>
                    <a:pt x="8032819" y="5138925"/>
                  </a:lnTo>
                  <a:lnTo>
                    <a:pt x="8554953" y="5138925"/>
                  </a:lnTo>
                  <a:lnTo>
                    <a:pt x="8554953" y="5138925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733" name="pl733"/>
            <p:cNvSpPr/>
            <p:nvPr/>
          </p:nvSpPr>
          <p:spPr>
            <a:xfrm>
              <a:off x="386606" y="654711"/>
              <a:ext cx="8554953" cy="5138925"/>
            </a:xfrm>
            <a:custGeom>
              <a:avLst/>
              <a:pathLst>
                <a:path w="8554953" h="5138925">
                  <a:moveTo>
                    <a:pt x="8554953" y="5138925"/>
                  </a:moveTo>
                  <a:lnTo>
                    <a:pt x="8032819" y="5138925"/>
                  </a:lnTo>
                  <a:lnTo>
                    <a:pt x="8031971" y="5138823"/>
                  </a:lnTo>
                  <a:lnTo>
                    <a:pt x="8026374" y="5138097"/>
                  </a:lnTo>
                  <a:lnTo>
                    <a:pt x="8012203" y="5136092"/>
                  </a:lnTo>
                  <a:lnTo>
                    <a:pt x="7986717" y="5132140"/>
                  </a:lnTo>
                  <a:lnTo>
                    <a:pt x="7948435" y="5125616"/>
                  </a:lnTo>
                  <a:lnTo>
                    <a:pt x="7897246" y="5115991"/>
                  </a:lnTo>
                  <a:lnTo>
                    <a:pt x="7834352" y="5102885"/>
                  </a:lnTo>
                  <a:lnTo>
                    <a:pt x="7761993" y="5086080"/>
                  </a:lnTo>
                  <a:lnTo>
                    <a:pt x="7683031" y="5065506"/>
                  </a:lnTo>
                  <a:lnTo>
                    <a:pt x="7600483" y="5041200"/>
                  </a:lnTo>
                  <a:lnTo>
                    <a:pt x="7517131" y="5013238"/>
                  </a:lnTo>
                  <a:lnTo>
                    <a:pt x="7435257" y="4981685"/>
                  </a:lnTo>
                  <a:lnTo>
                    <a:pt x="7356531" y="4946538"/>
                  </a:lnTo>
                  <a:lnTo>
                    <a:pt x="7282017" y="4907699"/>
                  </a:lnTo>
                  <a:lnTo>
                    <a:pt x="7212245" y="4864953"/>
                  </a:lnTo>
                  <a:lnTo>
                    <a:pt x="7147327" y="4817963"/>
                  </a:lnTo>
                  <a:lnTo>
                    <a:pt x="7087069" y="4766270"/>
                  </a:lnTo>
                  <a:lnTo>
                    <a:pt x="7031063" y="4709303"/>
                  </a:lnTo>
                  <a:lnTo>
                    <a:pt x="6978773" y="4646403"/>
                  </a:lnTo>
                  <a:lnTo>
                    <a:pt x="6929596" y="4576849"/>
                  </a:lnTo>
                  <a:lnTo>
                    <a:pt x="6882905" y="4499920"/>
                  </a:lnTo>
                  <a:lnTo>
                    <a:pt x="6838090" y="4414986"/>
                  </a:lnTo>
                  <a:lnTo>
                    <a:pt x="6794605" y="4321659"/>
                  </a:lnTo>
                  <a:lnTo>
                    <a:pt x="6786527" y="4303144"/>
                  </a:lnTo>
                  <a:lnTo>
                    <a:pt x="6757349" y="4233253"/>
                  </a:lnTo>
                  <a:lnTo>
                    <a:pt x="6728417" y="4159359"/>
                  </a:lnTo>
                  <a:lnTo>
                    <a:pt x="6699617" y="4081381"/>
                  </a:lnTo>
                  <a:lnTo>
                    <a:pt x="6670853" y="3999277"/>
                  </a:lnTo>
                  <a:lnTo>
                    <a:pt x="6642048" y="3913048"/>
                  </a:lnTo>
                  <a:lnTo>
                    <a:pt x="6613139" y="3822737"/>
                  </a:lnTo>
                  <a:lnTo>
                    <a:pt x="6584079" y="3728436"/>
                  </a:lnTo>
                  <a:lnTo>
                    <a:pt x="6554834" y="3630289"/>
                  </a:lnTo>
                  <a:lnTo>
                    <a:pt x="6525382" y="3528488"/>
                  </a:lnTo>
                  <a:lnTo>
                    <a:pt x="6495713" y="3423281"/>
                  </a:lnTo>
                  <a:lnTo>
                    <a:pt x="6465829" y="3314964"/>
                  </a:lnTo>
                  <a:lnTo>
                    <a:pt x="6435742" y="3203884"/>
                  </a:lnTo>
                  <a:lnTo>
                    <a:pt x="6405471" y="3090431"/>
                  </a:lnTo>
                  <a:lnTo>
                    <a:pt x="6375044" y="2975038"/>
                  </a:lnTo>
                  <a:lnTo>
                    <a:pt x="6344496" y="2858168"/>
                  </a:lnTo>
                  <a:lnTo>
                    <a:pt x="6313865" y="2740314"/>
                  </a:lnTo>
                  <a:lnTo>
                    <a:pt x="6283194" y="2621984"/>
                  </a:lnTo>
                  <a:lnTo>
                    <a:pt x="6252527" y="2503697"/>
                  </a:lnTo>
                  <a:lnTo>
                    <a:pt x="6221907" y="2385968"/>
                  </a:lnTo>
                  <a:lnTo>
                    <a:pt x="6191376" y="2269305"/>
                  </a:lnTo>
                  <a:lnTo>
                    <a:pt x="6160973" y="2154195"/>
                  </a:lnTo>
                  <a:lnTo>
                    <a:pt x="6130730" y="2041099"/>
                  </a:lnTo>
                  <a:lnTo>
                    <a:pt x="6100674" y="1930441"/>
                  </a:lnTo>
                  <a:lnTo>
                    <a:pt x="6070824" y="1822606"/>
                  </a:lnTo>
                  <a:lnTo>
                    <a:pt x="6041191" y="1717933"/>
                  </a:lnTo>
                  <a:lnTo>
                    <a:pt x="6011773" y="1616709"/>
                  </a:lnTo>
                  <a:lnTo>
                    <a:pt x="5982560" y="1519173"/>
                  </a:lnTo>
                  <a:lnTo>
                    <a:pt x="5953527" y="1425511"/>
                  </a:lnTo>
                  <a:lnTo>
                    <a:pt x="5924639" y="1335857"/>
                  </a:lnTo>
                  <a:lnTo>
                    <a:pt x="5895845" y="1250294"/>
                  </a:lnTo>
                  <a:lnTo>
                    <a:pt x="5867081" y="1168861"/>
                  </a:lnTo>
                  <a:lnTo>
                    <a:pt x="5838266" y="1091549"/>
                  </a:lnTo>
                  <a:lnTo>
                    <a:pt x="5809303" y="1018310"/>
                  </a:lnTo>
                  <a:lnTo>
                    <a:pt x="5784835" y="960019"/>
                  </a:lnTo>
                  <a:lnTo>
                    <a:pt x="5741546" y="865102"/>
                  </a:lnTo>
                  <a:lnTo>
                    <a:pt x="5697021" y="778607"/>
                  </a:lnTo>
                  <a:lnTo>
                    <a:pt x="5650728" y="700213"/>
                  </a:lnTo>
                  <a:lnTo>
                    <a:pt x="5602067" y="629324"/>
                  </a:lnTo>
                  <a:lnTo>
                    <a:pt x="5550411" y="565228"/>
                  </a:lnTo>
                  <a:lnTo>
                    <a:pt x="5495149" y="507197"/>
                  </a:lnTo>
                  <a:lnTo>
                    <a:pt x="5435726" y="454557"/>
                  </a:lnTo>
                  <a:lnTo>
                    <a:pt x="5371709" y="406720"/>
                  </a:lnTo>
                  <a:lnTo>
                    <a:pt x="5302853" y="363204"/>
                  </a:lnTo>
                  <a:lnTo>
                    <a:pt x="5229205" y="323650"/>
                  </a:lnTo>
                  <a:lnTo>
                    <a:pt x="5151209" y="287819"/>
                  </a:lnTo>
                  <a:lnTo>
                    <a:pt x="5069819" y="255592"/>
                  </a:lnTo>
                  <a:lnTo>
                    <a:pt x="4986588" y="226951"/>
                  </a:lnTo>
                  <a:lnTo>
                    <a:pt x="4903689" y="201950"/>
                  </a:lnTo>
                  <a:lnTo>
                    <a:pt x="4823823" y="180668"/>
                  </a:lnTo>
                  <a:lnTo>
                    <a:pt x="4749992" y="163155"/>
                  </a:lnTo>
                  <a:lnTo>
                    <a:pt x="4685119" y="149364"/>
                  </a:lnTo>
                  <a:lnTo>
                    <a:pt x="4631598" y="139108"/>
                  </a:lnTo>
                  <a:lnTo>
                    <a:pt x="4590853" y="132037"/>
                  </a:lnTo>
                  <a:lnTo>
                    <a:pt x="4563030" y="127646"/>
                  </a:lnTo>
                  <a:lnTo>
                    <a:pt x="4546903" y="125325"/>
                  </a:lnTo>
                  <a:lnTo>
                    <a:pt x="4539953" y="124409"/>
                  </a:lnTo>
                  <a:lnTo>
                    <a:pt x="4538549" y="124238"/>
                  </a:lnTo>
                  <a:lnTo>
                    <a:pt x="4538543" y="124237"/>
                  </a:lnTo>
                  <a:lnTo>
                    <a:pt x="4016409" y="124237"/>
                  </a:lnTo>
                  <a:lnTo>
                    <a:pt x="4015140" y="124233"/>
                  </a:lnTo>
                  <a:lnTo>
                    <a:pt x="4006840" y="124206"/>
                  </a:lnTo>
                  <a:lnTo>
                    <a:pt x="3986092" y="124131"/>
                  </a:lnTo>
                  <a:lnTo>
                    <a:pt x="3949439" y="123983"/>
                  </a:lnTo>
                  <a:lnTo>
                    <a:pt x="3895703" y="123741"/>
                  </a:lnTo>
                  <a:lnTo>
                    <a:pt x="3826042" y="123388"/>
                  </a:lnTo>
                  <a:lnTo>
                    <a:pt x="3743551" y="122916"/>
                  </a:lnTo>
                  <a:lnTo>
                    <a:pt x="3652488" y="122321"/>
                  </a:lnTo>
                  <a:lnTo>
                    <a:pt x="3557369" y="121604"/>
                  </a:lnTo>
                  <a:lnTo>
                    <a:pt x="3462215" y="120770"/>
                  </a:lnTo>
                  <a:lnTo>
                    <a:pt x="3370110" y="119818"/>
                  </a:lnTo>
                  <a:lnTo>
                    <a:pt x="3283072" y="118748"/>
                  </a:lnTo>
                  <a:lnTo>
                    <a:pt x="3202143" y="117553"/>
                  </a:lnTo>
                  <a:lnTo>
                    <a:pt x="3127591" y="116220"/>
                  </a:lnTo>
                  <a:lnTo>
                    <a:pt x="3059135" y="114734"/>
                  </a:lnTo>
                  <a:lnTo>
                    <a:pt x="2996137" y="113071"/>
                  </a:lnTo>
                  <a:lnTo>
                    <a:pt x="2937755" y="111207"/>
                  </a:lnTo>
                  <a:lnTo>
                    <a:pt x="2883059" y="109114"/>
                  </a:lnTo>
                  <a:lnTo>
                    <a:pt x="2831114" y="106768"/>
                  </a:lnTo>
                  <a:lnTo>
                    <a:pt x="2781064" y="104150"/>
                  </a:lnTo>
                  <a:lnTo>
                    <a:pt x="2770117" y="103531"/>
                  </a:lnTo>
                  <a:lnTo>
                    <a:pt x="2715949" y="100225"/>
                  </a:lnTo>
                  <a:lnTo>
                    <a:pt x="2662303" y="96569"/>
                  </a:lnTo>
                  <a:lnTo>
                    <a:pt x="2608593" y="92558"/>
                  </a:lnTo>
                  <a:lnTo>
                    <a:pt x="2554430" y="88201"/>
                  </a:lnTo>
                  <a:lnTo>
                    <a:pt x="2499592" y="83522"/>
                  </a:lnTo>
                  <a:lnTo>
                    <a:pt x="2444008" y="78558"/>
                  </a:lnTo>
                  <a:lnTo>
                    <a:pt x="2387733" y="73362"/>
                  </a:lnTo>
                  <a:lnTo>
                    <a:pt x="2330927" y="68002"/>
                  </a:lnTo>
                  <a:lnTo>
                    <a:pt x="2273825" y="62554"/>
                  </a:lnTo>
                  <a:lnTo>
                    <a:pt x="2216699" y="57099"/>
                  </a:lnTo>
                  <a:lnTo>
                    <a:pt x="2159829" y="51719"/>
                  </a:lnTo>
                  <a:lnTo>
                    <a:pt x="2103457" y="46493"/>
                  </a:lnTo>
                  <a:lnTo>
                    <a:pt x="2047756" y="41488"/>
                  </a:lnTo>
                  <a:lnTo>
                    <a:pt x="1992801" y="36760"/>
                  </a:lnTo>
                  <a:lnTo>
                    <a:pt x="1938540" y="32350"/>
                  </a:lnTo>
                  <a:lnTo>
                    <a:pt x="1884780" y="28283"/>
                  </a:lnTo>
                  <a:lnTo>
                    <a:pt x="1831157" y="24571"/>
                  </a:lnTo>
                  <a:lnTo>
                    <a:pt x="1777120" y="21210"/>
                  </a:lnTo>
                  <a:lnTo>
                    <a:pt x="1768425" y="20706"/>
                  </a:lnTo>
                  <a:lnTo>
                    <a:pt x="1718695" y="18027"/>
                  </a:lnTo>
                  <a:lnTo>
                    <a:pt x="1667241" y="15621"/>
                  </a:lnTo>
                  <a:lnTo>
                    <a:pt x="1613236" y="13475"/>
                  </a:lnTo>
                  <a:lnTo>
                    <a:pt x="1555756" y="11562"/>
                  </a:lnTo>
                  <a:lnTo>
                    <a:pt x="1493861" y="9857"/>
                  </a:lnTo>
                  <a:lnTo>
                    <a:pt x="1426684" y="8333"/>
                  </a:lnTo>
                  <a:lnTo>
                    <a:pt x="1353527" y="6968"/>
                  </a:lnTo>
                  <a:lnTo>
                    <a:pt x="1274016" y="5743"/>
                  </a:lnTo>
                  <a:lnTo>
                    <a:pt x="1188277" y="4646"/>
                  </a:lnTo>
                  <a:lnTo>
                    <a:pt x="1097161" y="3669"/>
                  </a:lnTo>
                  <a:lnTo>
                    <a:pt x="1002456" y="2808"/>
                  </a:lnTo>
                  <a:lnTo>
                    <a:pt x="907010" y="2065"/>
                  </a:lnTo>
                  <a:lnTo>
                    <a:pt x="814662" y="1443"/>
                  </a:lnTo>
                  <a:lnTo>
                    <a:pt x="729874" y="943"/>
                  </a:lnTo>
                  <a:lnTo>
                    <a:pt x="657037" y="564"/>
                  </a:lnTo>
                  <a:lnTo>
                    <a:pt x="599582" y="299"/>
                  </a:lnTo>
                  <a:lnTo>
                    <a:pt x="559148" y="132"/>
                  </a:lnTo>
                  <a:lnTo>
                    <a:pt x="535085" y="42"/>
                  </a:lnTo>
                  <a:lnTo>
                    <a:pt x="524422" y="6"/>
                  </a:lnTo>
                  <a:lnTo>
                    <a:pt x="522147" y="0"/>
                  </a:lnTo>
                  <a:lnTo>
                    <a:pt x="522133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734" name="pg734"/>
            <p:cNvSpPr/>
            <p:nvPr/>
          </p:nvSpPr>
          <p:spPr>
            <a:xfrm>
              <a:off x="386606" y="440118"/>
              <a:ext cx="8554953" cy="378360"/>
            </a:xfrm>
            <a:custGeom>
              <a:avLst/>
              <a:pathLst>
                <a:path w="8554953" h="378360">
                  <a:moveTo>
                    <a:pt x="0" y="225886"/>
                  </a:moveTo>
                  <a:lnTo>
                    <a:pt x="522133" y="225886"/>
                  </a:lnTo>
                  <a:lnTo>
                    <a:pt x="523402" y="225891"/>
                  </a:lnTo>
                  <a:lnTo>
                    <a:pt x="531701" y="225924"/>
                  </a:lnTo>
                  <a:lnTo>
                    <a:pt x="552447" y="226017"/>
                  </a:lnTo>
                  <a:lnTo>
                    <a:pt x="589097" y="226198"/>
                  </a:lnTo>
                  <a:lnTo>
                    <a:pt x="642828" y="226496"/>
                  </a:lnTo>
                  <a:lnTo>
                    <a:pt x="712484" y="226928"/>
                  </a:lnTo>
                  <a:lnTo>
                    <a:pt x="794970" y="227508"/>
                  </a:lnTo>
                  <a:lnTo>
                    <a:pt x="886028" y="228238"/>
                  </a:lnTo>
                  <a:lnTo>
                    <a:pt x="981143" y="229117"/>
                  </a:lnTo>
                  <a:lnTo>
                    <a:pt x="1076294" y="230142"/>
                  </a:lnTo>
                  <a:lnTo>
                    <a:pt x="1168397" y="231309"/>
                  </a:lnTo>
                  <a:lnTo>
                    <a:pt x="1255435" y="232622"/>
                  </a:lnTo>
                  <a:lnTo>
                    <a:pt x="1336364" y="234089"/>
                  </a:lnTo>
                  <a:lnTo>
                    <a:pt x="1410916" y="235725"/>
                  </a:lnTo>
                  <a:lnTo>
                    <a:pt x="1479373" y="237549"/>
                  </a:lnTo>
                  <a:lnTo>
                    <a:pt x="1542372" y="239589"/>
                  </a:lnTo>
                  <a:lnTo>
                    <a:pt x="1600754" y="241877"/>
                  </a:lnTo>
                  <a:lnTo>
                    <a:pt x="1655450" y="244445"/>
                  </a:lnTo>
                  <a:lnTo>
                    <a:pt x="1707394" y="247324"/>
                  </a:lnTo>
                  <a:lnTo>
                    <a:pt x="1757444" y="250536"/>
                  </a:lnTo>
                  <a:lnTo>
                    <a:pt x="1768425" y="251299"/>
                  </a:lnTo>
                  <a:lnTo>
                    <a:pt x="1822547" y="255353"/>
                  </a:lnTo>
                  <a:lnTo>
                    <a:pt x="1876147" y="259835"/>
                  </a:lnTo>
                  <a:lnTo>
                    <a:pt x="1929811" y="264752"/>
                  </a:lnTo>
                  <a:lnTo>
                    <a:pt x="1983926" y="270093"/>
                  </a:lnTo>
                  <a:lnTo>
                    <a:pt x="2038713" y="275830"/>
                  </a:lnTo>
                  <a:lnTo>
                    <a:pt x="2094246" y="281916"/>
                  </a:lnTo>
                  <a:lnTo>
                    <a:pt x="2150469" y="288285"/>
                  </a:lnTo>
                  <a:lnTo>
                    <a:pt x="2207224" y="294857"/>
                  </a:lnTo>
                  <a:lnTo>
                    <a:pt x="2264276" y="301537"/>
                  </a:lnTo>
                  <a:lnTo>
                    <a:pt x="2321354" y="308226"/>
                  </a:lnTo>
                  <a:lnTo>
                    <a:pt x="2378179" y="314824"/>
                  </a:lnTo>
                  <a:lnTo>
                    <a:pt x="2434509" y="321235"/>
                  </a:lnTo>
                  <a:lnTo>
                    <a:pt x="2490170" y="327375"/>
                  </a:lnTo>
                  <a:lnTo>
                    <a:pt x="2545086" y="333177"/>
                  </a:lnTo>
                  <a:lnTo>
                    <a:pt x="2599308" y="338590"/>
                  </a:lnTo>
                  <a:lnTo>
                    <a:pt x="2653027" y="343582"/>
                  </a:lnTo>
                  <a:lnTo>
                    <a:pt x="2706602" y="348141"/>
                  </a:lnTo>
                  <a:lnTo>
                    <a:pt x="2760581" y="352269"/>
                  </a:lnTo>
                  <a:lnTo>
                    <a:pt x="2770117" y="352948"/>
                  </a:lnTo>
                  <a:lnTo>
                    <a:pt x="2819846" y="356235"/>
                  </a:lnTo>
                  <a:lnTo>
                    <a:pt x="2871298" y="359187"/>
                  </a:lnTo>
                  <a:lnTo>
                    <a:pt x="2925300" y="361822"/>
                  </a:lnTo>
                  <a:lnTo>
                    <a:pt x="2982778" y="364169"/>
                  </a:lnTo>
                  <a:lnTo>
                    <a:pt x="3044669" y="366262"/>
                  </a:lnTo>
                  <a:lnTo>
                    <a:pt x="3111844" y="368132"/>
                  </a:lnTo>
                  <a:lnTo>
                    <a:pt x="3184996" y="369807"/>
                  </a:lnTo>
                  <a:lnTo>
                    <a:pt x="3264503" y="371310"/>
                  </a:lnTo>
                  <a:lnTo>
                    <a:pt x="3350238" y="372657"/>
                  </a:lnTo>
                  <a:lnTo>
                    <a:pt x="3441348" y="373857"/>
                  </a:lnTo>
                  <a:lnTo>
                    <a:pt x="3536049" y="374913"/>
                  </a:lnTo>
                  <a:lnTo>
                    <a:pt x="3631493" y="375825"/>
                  </a:lnTo>
                  <a:lnTo>
                    <a:pt x="3723840" y="376588"/>
                  </a:lnTo>
                  <a:lnTo>
                    <a:pt x="3808630" y="377202"/>
                  </a:lnTo>
                  <a:lnTo>
                    <a:pt x="3881471" y="377666"/>
                  </a:lnTo>
                  <a:lnTo>
                    <a:pt x="3938933" y="377992"/>
                  </a:lnTo>
                  <a:lnTo>
                    <a:pt x="3979376" y="378198"/>
                  </a:lnTo>
                  <a:lnTo>
                    <a:pt x="4003447" y="378307"/>
                  </a:lnTo>
                  <a:lnTo>
                    <a:pt x="4014117" y="378351"/>
                  </a:lnTo>
                  <a:lnTo>
                    <a:pt x="4016409" y="378360"/>
                  </a:lnTo>
                  <a:lnTo>
                    <a:pt x="4538543" y="378360"/>
                  </a:lnTo>
                  <a:lnTo>
                    <a:pt x="4539810" y="378349"/>
                  </a:lnTo>
                  <a:lnTo>
                    <a:pt x="4548097" y="378267"/>
                  </a:lnTo>
                  <a:lnTo>
                    <a:pt x="4568814" y="378041"/>
                  </a:lnTo>
                  <a:lnTo>
                    <a:pt x="4605414" y="377598"/>
                  </a:lnTo>
                  <a:lnTo>
                    <a:pt x="4659078" y="376873"/>
                  </a:lnTo>
                  <a:lnTo>
                    <a:pt x="4728656" y="375817"/>
                  </a:lnTo>
                  <a:lnTo>
                    <a:pt x="4811063" y="374401"/>
                  </a:lnTo>
                  <a:lnTo>
                    <a:pt x="4902050" y="372618"/>
                  </a:lnTo>
                  <a:lnTo>
                    <a:pt x="4997108" y="370472"/>
                  </a:lnTo>
                  <a:lnTo>
                    <a:pt x="5092219" y="367972"/>
                  </a:lnTo>
                  <a:lnTo>
                    <a:pt x="5184297" y="365121"/>
                  </a:lnTo>
                  <a:lnTo>
                    <a:pt x="5271324" y="361915"/>
                  </a:lnTo>
                  <a:lnTo>
                    <a:pt x="5352252" y="358334"/>
                  </a:lnTo>
                  <a:lnTo>
                    <a:pt x="5426810" y="354342"/>
                  </a:lnTo>
                  <a:lnTo>
                    <a:pt x="5495274" y="349888"/>
                  </a:lnTo>
                  <a:lnTo>
                    <a:pt x="5558281" y="344907"/>
                  </a:lnTo>
                  <a:lnTo>
                    <a:pt x="5616669" y="339324"/>
                  </a:lnTo>
                  <a:lnTo>
                    <a:pt x="5671366" y="333057"/>
                  </a:lnTo>
                  <a:lnTo>
                    <a:pt x="5723305" y="326030"/>
                  </a:lnTo>
                  <a:lnTo>
                    <a:pt x="5773344" y="318191"/>
                  </a:lnTo>
                  <a:lnTo>
                    <a:pt x="5784835" y="316241"/>
                  </a:lnTo>
                  <a:lnTo>
                    <a:pt x="5838296" y="306459"/>
                  </a:lnTo>
                  <a:lnTo>
                    <a:pt x="5891241" y="295656"/>
                  </a:lnTo>
                  <a:lnTo>
                    <a:pt x="5944236" y="283817"/>
                  </a:lnTo>
                  <a:lnTo>
                    <a:pt x="5997661" y="270964"/>
                  </a:lnTo>
                  <a:lnTo>
                    <a:pt x="6051735" y="257163"/>
                  </a:lnTo>
                  <a:lnTo>
                    <a:pt x="6106536" y="242522"/>
                  </a:lnTo>
                  <a:lnTo>
                    <a:pt x="6162018" y="227192"/>
                  </a:lnTo>
                  <a:lnTo>
                    <a:pt x="6218036" y="211361"/>
                  </a:lnTo>
                  <a:lnTo>
                    <a:pt x="6274369" y="195248"/>
                  </a:lnTo>
                  <a:lnTo>
                    <a:pt x="6330757" y="179087"/>
                  </a:lnTo>
                  <a:lnTo>
                    <a:pt x="6386930" y="163115"/>
                  </a:lnTo>
                  <a:lnTo>
                    <a:pt x="6442649" y="147560"/>
                  </a:lnTo>
                  <a:lnTo>
                    <a:pt x="6497735" y="132622"/>
                  </a:lnTo>
                  <a:lnTo>
                    <a:pt x="6552099" y="118469"/>
                  </a:lnTo>
                  <a:lnTo>
                    <a:pt x="6605767" y="105226"/>
                  </a:lnTo>
                  <a:lnTo>
                    <a:pt x="6658898" y="92975"/>
                  </a:lnTo>
                  <a:lnTo>
                    <a:pt x="6711806" y="81756"/>
                  </a:lnTo>
                  <a:lnTo>
                    <a:pt x="6764979" y="71568"/>
                  </a:lnTo>
                  <a:lnTo>
                    <a:pt x="6786527" y="67766"/>
                  </a:lnTo>
                  <a:lnTo>
                    <a:pt x="6836230" y="59733"/>
                  </a:lnTo>
                  <a:lnTo>
                    <a:pt x="6887653" y="52520"/>
                  </a:lnTo>
                  <a:lnTo>
                    <a:pt x="6941624" y="46082"/>
                  </a:lnTo>
                  <a:lnTo>
                    <a:pt x="6999065" y="40346"/>
                  </a:lnTo>
                  <a:lnTo>
                    <a:pt x="7060913" y="35232"/>
                  </a:lnTo>
                  <a:lnTo>
                    <a:pt x="7128037" y="30662"/>
                  </a:lnTo>
                  <a:lnTo>
                    <a:pt x="7201130" y="26567"/>
                  </a:lnTo>
                  <a:lnTo>
                    <a:pt x="7280572" y="22893"/>
                  </a:lnTo>
                  <a:lnTo>
                    <a:pt x="7366236" y="19602"/>
                  </a:lnTo>
                  <a:lnTo>
                    <a:pt x="7457277" y="16669"/>
                  </a:lnTo>
                  <a:lnTo>
                    <a:pt x="7551916" y="14087"/>
                  </a:lnTo>
                  <a:lnTo>
                    <a:pt x="7647316" y="11857"/>
                  </a:lnTo>
                  <a:lnTo>
                    <a:pt x="7739650" y="9989"/>
                  </a:lnTo>
                  <a:lnTo>
                    <a:pt x="7824465" y="8488"/>
                  </a:lnTo>
                  <a:lnTo>
                    <a:pt x="7897372" y="7349"/>
                  </a:lnTo>
                  <a:lnTo>
                    <a:pt x="7954937" y="6550"/>
                  </a:lnTo>
                  <a:lnTo>
                    <a:pt x="7995505" y="6047"/>
                  </a:lnTo>
                  <a:lnTo>
                    <a:pt x="8019701" y="5777"/>
                  </a:lnTo>
                  <a:lnTo>
                    <a:pt x="8030473" y="5668"/>
                  </a:lnTo>
                  <a:lnTo>
                    <a:pt x="8032819" y="5647"/>
                  </a:lnTo>
                  <a:lnTo>
                    <a:pt x="8554953" y="5647"/>
                  </a:lnTo>
                  <a:lnTo>
                    <a:pt x="8554953" y="0"/>
                  </a:lnTo>
                  <a:lnTo>
                    <a:pt x="8032819" y="0"/>
                  </a:lnTo>
                  <a:lnTo>
                    <a:pt x="8031552" y="11"/>
                  </a:lnTo>
                  <a:lnTo>
                    <a:pt x="8023265" y="93"/>
                  </a:lnTo>
                  <a:lnTo>
                    <a:pt x="8002548" y="318"/>
                  </a:lnTo>
                  <a:lnTo>
                    <a:pt x="7965948" y="761"/>
                  </a:lnTo>
                  <a:lnTo>
                    <a:pt x="7912284" y="1486"/>
                  </a:lnTo>
                  <a:lnTo>
                    <a:pt x="7842706" y="2543"/>
                  </a:lnTo>
                  <a:lnTo>
                    <a:pt x="7760299" y="3958"/>
                  </a:lnTo>
                  <a:lnTo>
                    <a:pt x="7669312" y="5741"/>
                  </a:lnTo>
                  <a:lnTo>
                    <a:pt x="7574254" y="7887"/>
                  </a:lnTo>
                  <a:lnTo>
                    <a:pt x="7479143" y="10388"/>
                  </a:lnTo>
                  <a:lnTo>
                    <a:pt x="7387065" y="13238"/>
                  </a:lnTo>
                  <a:lnTo>
                    <a:pt x="7300038" y="16444"/>
                  </a:lnTo>
                  <a:lnTo>
                    <a:pt x="7219110" y="20026"/>
                  </a:lnTo>
                  <a:lnTo>
                    <a:pt x="7144552" y="24018"/>
                  </a:lnTo>
                  <a:lnTo>
                    <a:pt x="7076088" y="28472"/>
                  </a:lnTo>
                  <a:lnTo>
                    <a:pt x="7013081" y="33452"/>
                  </a:lnTo>
                  <a:lnTo>
                    <a:pt x="6954693" y="39035"/>
                  </a:lnTo>
                  <a:lnTo>
                    <a:pt x="6899996" y="45302"/>
                  </a:lnTo>
                  <a:lnTo>
                    <a:pt x="6848057" y="52329"/>
                  </a:lnTo>
                  <a:lnTo>
                    <a:pt x="6798018" y="60169"/>
                  </a:lnTo>
                  <a:lnTo>
                    <a:pt x="6786527" y="62118"/>
                  </a:lnTo>
                  <a:lnTo>
                    <a:pt x="6733066" y="71900"/>
                  </a:lnTo>
                  <a:lnTo>
                    <a:pt x="6680121" y="82703"/>
                  </a:lnTo>
                  <a:lnTo>
                    <a:pt x="6627126" y="94543"/>
                  </a:lnTo>
                  <a:lnTo>
                    <a:pt x="6573701" y="107395"/>
                  </a:lnTo>
                  <a:lnTo>
                    <a:pt x="6519627" y="121196"/>
                  </a:lnTo>
                  <a:lnTo>
                    <a:pt x="6464826" y="135837"/>
                  </a:lnTo>
                  <a:lnTo>
                    <a:pt x="6409344" y="151167"/>
                  </a:lnTo>
                  <a:lnTo>
                    <a:pt x="6353326" y="166998"/>
                  </a:lnTo>
                  <a:lnTo>
                    <a:pt x="6296993" y="183111"/>
                  </a:lnTo>
                  <a:lnTo>
                    <a:pt x="6240605" y="199273"/>
                  </a:lnTo>
                  <a:lnTo>
                    <a:pt x="6184432" y="215244"/>
                  </a:lnTo>
                  <a:lnTo>
                    <a:pt x="6128712" y="230800"/>
                  </a:lnTo>
                  <a:lnTo>
                    <a:pt x="6073627" y="245737"/>
                  </a:lnTo>
                  <a:lnTo>
                    <a:pt x="6019263" y="259891"/>
                  </a:lnTo>
                  <a:lnTo>
                    <a:pt x="5965595" y="273134"/>
                  </a:lnTo>
                  <a:lnTo>
                    <a:pt x="5912464" y="285384"/>
                  </a:lnTo>
                  <a:lnTo>
                    <a:pt x="5859556" y="296604"/>
                  </a:lnTo>
                  <a:lnTo>
                    <a:pt x="5806383" y="306791"/>
                  </a:lnTo>
                  <a:lnTo>
                    <a:pt x="5784835" y="310594"/>
                  </a:lnTo>
                  <a:lnTo>
                    <a:pt x="5735132" y="318626"/>
                  </a:lnTo>
                  <a:lnTo>
                    <a:pt x="5683709" y="325839"/>
                  </a:lnTo>
                  <a:lnTo>
                    <a:pt x="5629738" y="332278"/>
                  </a:lnTo>
                  <a:lnTo>
                    <a:pt x="5572297" y="338013"/>
                  </a:lnTo>
                  <a:lnTo>
                    <a:pt x="5510449" y="343127"/>
                  </a:lnTo>
                  <a:lnTo>
                    <a:pt x="5443325" y="347698"/>
                  </a:lnTo>
                  <a:lnTo>
                    <a:pt x="5370232" y="351793"/>
                  </a:lnTo>
                  <a:lnTo>
                    <a:pt x="5290790" y="355466"/>
                  </a:lnTo>
                  <a:lnTo>
                    <a:pt x="5205126" y="358758"/>
                  </a:lnTo>
                  <a:lnTo>
                    <a:pt x="5114085" y="361690"/>
                  </a:lnTo>
                  <a:lnTo>
                    <a:pt x="5019446" y="364273"/>
                  </a:lnTo>
                  <a:lnTo>
                    <a:pt x="4924046" y="366502"/>
                  </a:lnTo>
                  <a:lnTo>
                    <a:pt x="4831712" y="368371"/>
                  </a:lnTo>
                  <a:lnTo>
                    <a:pt x="4746897" y="369872"/>
                  </a:lnTo>
                  <a:lnTo>
                    <a:pt x="4673989" y="371010"/>
                  </a:lnTo>
                  <a:lnTo>
                    <a:pt x="4616425" y="371809"/>
                  </a:lnTo>
                  <a:lnTo>
                    <a:pt x="4575857" y="372313"/>
                  </a:lnTo>
                  <a:lnTo>
                    <a:pt x="4551661" y="372583"/>
                  </a:lnTo>
                  <a:lnTo>
                    <a:pt x="4540889" y="372691"/>
                  </a:lnTo>
                  <a:lnTo>
                    <a:pt x="4538543" y="372713"/>
                  </a:lnTo>
                  <a:lnTo>
                    <a:pt x="4016409" y="372713"/>
                  </a:lnTo>
                  <a:lnTo>
                    <a:pt x="4015140" y="372708"/>
                  </a:lnTo>
                  <a:lnTo>
                    <a:pt x="4006841" y="372675"/>
                  </a:lnTo>
                  <a:lnTo>
                    <a:pt x="3986095" y="372582"/>
                  </a:lnTo>
                  <a:lnTo>
                    <a:pt x="3949445" y="372401"/>
                  </a:lnTo>
                  <a:lnTo>
                    <a:pt x="3895714" y="372104"/>
                  </a:lnTo>
                  <a:lnTo>
                    <a:pt x="3826058" y="371671"/>
                  </a:lnTo>
                  <a:lnTo>
                    <a:pt x="3743573" y="371091"/>
                  </a:lnTo>
                  <a:lnTo>
                    <a:pt x="3652514" y="370361"/>
                  </a:lnTo>
                  <a:lnTo>
                    <a:pt x="3557399" y="369482"/>
                  </a:lnTo>
                  <a:lnTo>
                    <a:pt x="3462248" y="368457"/>
                  </a:lnTo>
                  <a:lnTo>
                    <a:pt x="3370145" y="367290"/>
                  </a:lnTo>
                  <a:lnTo>
                    <a:pt x="3283107" y="365977"/>
                  </a:lnTo>
                  <a:lnTo>
                    <a:pt x="3202178" y="364510"/>
                  </a:lnTo>
                  <a:lnTo>
                    <a:pt x="3127626" y="362875"/>
                  </a:lnTo>
                  <a:lnTo>
                    <a:pt x="3059170" y="361050"/>
                  </a:lnTo>
                  <a:lnTo>
                    <a:pt x="2996171" y="359010"/>
                  </a:lnTo>
                  <a:lnTo>
                    <a:pt x="2937788" y="356722"/>
                  </a:lnTo>
                  <a:lnTo>
                    <a:pt x="2883092" y="354155"/>
                  </a:lnTo>
                  <a:lnTo>
                    <a:pt x="2831148" y="351275"/>
                  </a:lnTo>
                  <a:lnTo>
                    <a:pt x="2781099" y="348063"/>
                  </a:lnTo>
                  <a:lnTo>
                    <a:pt x="2770117" y="347301"/>
                  </a:lnTo>
                  <a:lnTo>
                    <a:pt x="2715995" y="343247"/>
                  </a:lnTo>
                  <a:lnTo>
                    <a:pt x="2662395" y="338764"/>
                  </a:lnTo>
                  <a:lnTo>
                    <a:pt x="2608732" y="333847"/>
                  </a:lnTo>
                  <a:lnTo>
                    <a:pt x="2554616" y="328506"/>
                  </a:lnTo>
                  <a:lnTo>
                    <a:pt x="2499829" y="322769"/>
                  </a:lnTo>
                  <a:lnTo>
                    <a:pt x="2444296" y="316683"/>
                  </a:lnTo>
                  <a:lnTo>
                    <a:pt x="2388073" y="310314"/>
                  </a:lnTo>
                  <a:lnTo>
                    <a:pt x="2331318" y="303743"/>
                  </a:lnTo>
                  <a:lnTo>
                    <a:pt x="2274266" y="297062"/>
                  </a:lnTo>
                  <a:lnTo>
                    <a:pt x="2217188" y="290373"/>
                  </a:lnTo>
                  <a:lnTo>
                    <a:pt x="2160363" y="283775"/>
                  </a:lnTo>
                  <a:lnTo>
                    <a:pt x="2104033" y="277364"/>
                  </a:lnTo>
                  <a:lnTo>
                    <a:pt x="2048373" y="271224"/>
                  </a:lnTo>
                  <a:lnTo>
                    <a:pt x="1993456" y="265422"/>
                  </a:lnTo>
                  <a:lnTo>
                    <a:pt x="1939235" y="260009"/>
                  </a:lnTo>
                  <a:lnTo>
                    <a:pt x="1885515" y="255017"/>
                  </a:lnTo>
                  <a:lnTo>
                    <a:pt x="1831940" y="250458"/>
                  </a:lnTo>
                  <a:lnTo>
                    <a:pt x="1777961" y="246330"/>
                  </a:lnTo>
                  <a:lnTo>
                    <a:pt x="1768425" y="245651"/>
                  </a:lnTo>
                  <a:lnTo>
                    <a:pt x="1718696" y="242364"/>
                  </a:lnTo>
                  <a:lnTo>
                    <a:pt x="1667245" y="239412"/>
                  </a:lnTo>
                  <a:lnTo>
                    <a:pt x="1613242" y="236777"/>
                  </a:lnTo>
                  <a:lnTo>
                    <a:pt x="1555764" y="234430"/>
                  </a:lnTo>
                  <a:lnTo>
                    <a:pt x="1493873" y="232337"/>
                  </a:lnTo>
                  <a:lnTo>
                    <a:pt x="1426698" y="230467"/>
                  </a:lnTo>
                  <a:lnTo>
                    <a:pt x="1353546" y="228792"/>
                  </a:lnTo>
                  <a:lnTo>
                    <a:pt x="1274039" y="227289"/>
                  </a:lnTo>
                  <a:lnTo>
                    <a:pt x="1188305" y="225942"/>
                  </a:lnTo>
                  <a:lnTo>
                    <a:pt x="1097194" y="224743"/>
                  </a:lnTo>
                  <a:lnTo>
                    <a:pt x="1002493" y="223686"/>
                  </a:lnTo>
                  <a:lnTo>
                    <a:pt x="907050" y="222775"/>
                  </a:lnTo>
                  <a:lnTo>
                    <a:pt x="814703" y="222011"/>
                  </a:lnTo>
                  <a:lnTo>
                    <a:pt x="729913" y="221398"/>
                  </a:lnTo>
                  <a:lnTo>
                    <a:pt x="657071" y="220933"/>
                  </a:lnTo>
                  <a:lnTo>
                    <a:pt x="599609" y="220607"/>
                  </a:lnTo>
                  <a:lnTo>
                    <a:pt x="559166" y="220401"/>
                  </a:lnTo>
                  <a:lnTo>
                    <a:pt x="535095" y="220292"/>
                  </a:lnTo>
                  <a:lnTo>
                    <a:pt x="524425" y="220248"/>
                  </a:lnTo>
                  <a:lnTo>
                    <a:pt x="522133" y="220239"/>
                  </a:lnTo>
                  <a:lnTo>
                    <a:pt x="0" y="220239"/>
                  </a:lnTo>
                  <a:close/>
                </a:path>
              </a:pathLst>
            </a:custGeom>
            <a:solidFill>
              <a:srgbClr val="8FA8D6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735" name="pl735"/>
            <p:cNvSpPr/>
            <p:nvPr/>
          </p:nvSpPr>
          <p:spPr>
            <a:xfrm>
              <a:off x="386606" y="445765"/>
              <a:ext cx="8554953" cy="372713"/>
            </a:xfrm>
            <a:custGeom>
              <a:avLst/>
              <a:pathLst>
                <a:path w="8554953" h="372713">
                  <a:moveTo>
                    <a:pt x="0" y="220239"/>
                  </a:moveTo>
                  <a:lnTo>
                    <a:pt x="522133" y="220239"/>
                  </a:lnTo>
                  <a:lnTo>
                    <a:pt x="523402" y="220244"/>
                  </a:lnTo>
                  <a:lnTo>
                    <a:pt x="531701" y="220277"/>
                  </a:lnTo>
                  <a:lnTo>
                    <a:pt x="552447" y="220370"/>
                  </a:lnTo>
                  <a:lnTo>
                    <a:pt x="589097" y="220551"/>
                  </a:lnTo>
                  <a:lnTo>
                    <a:pt x="642828" y="220848"/>
                  </a:lnTo>
                  <a:lnTo>
                    <a:pt x="712484" y="221281"/>
                  </a:lnTo>
                  <a:lnTo>
                    <a:pt x="794970" y="221861"/>
                  </a:lnTo>
                  <a:lnTo>
                    <a:pt x="886028" y="222591"/>
                  </a:lnTo>
                  <a:lnTo>
                    <a:pt x="981143" y="223470"/>
                  </a:lnTo>
                  <a:lnTo>
                    <a:pt x="1076294" y="224495"/>
                  </a:lnTo>
                  <a:lnTo>
                    <a:pt x="1168397" y="225662"/>
                  </a:lnTo>
                  <a:lnTo>
                    <a:pt x="1255435" y="226975"/>
                  </a:lnTo>
                  <a:lnTo>
                    <a:pt x="1336364" y="228442"/>
                  </a:lnTo>
                  <a:lnTo>
                    <a:pt x="1410916" y="230077"/>
                  </a:lnTo>
                  <a:lnTo>
                    <a:pt x="1479373" y="231902"/>
                  </a:lnTo>
                  <a:lnTo>
                    <a:pt x="1542372" y="233942"/>
                  </a:lnTo>
                  <a:lnTo>
                    <a:pt x="1600754" y="236230"/>
                  </a:lnTo>
                  <a:lnTo>
                    <a:pt x="1655450" y="238797"/>
                  </a:lnTo>
                  <a:lnTo>
                    <a:pt x="1707394" y="241677"/>
                  </a:lnTo>
                  <a:lnTo>
                    <a:pt x="1757444" y="244889"/>
                  </a:lnTo>
                  <a:lnTo>
                    <a:pt x="1768425" y="245651"/>
                  </a:lnTo>
                  <a:lnTo>
                    <a:pt x="1822547" y="249705"/>
                  </a:lnTo>
                  <a:lnTo>
                    <a:pt x="1876147" y="254188"/>
                  </a:lnTo>
                  <a:lnTo>
                    <a:pt x="1929811" y="259105"/>
                  </a:lnTo>
                  <a:lnTo>
                    <a:pt x="1983926" y="264446"/>
                  </a:lnTo>
                  <a:lnTo>
                    <a:pt x="2038713" y="270183"/>
                  </a:lnTo>
                  <a:lnTo>
                    <a:pt x="2094246" y="276269"/>
                  </a:lnTo>
                  <a:lnTo>
                    <a:pt x="2150469" y="282638"/>
                  </a:lnTo>
                  <a:lnTo>
                    <a:pt x="2207224" y="289209"/>
                  </a:lnTo>
                  <a:lnTo>
                    <a:pt x="2264276" y="295890"/>
                  </a:lnTo>
                  <a:lnTo>
                    <a:pt x="2321354" y="302579"/>
                  </a:lnTo>
                  <a:lnTo>
                    <a:pt x="2378179" y="309177"/>
                  </a:lnTo>
                  <a:lnTo>
                    <a:pt x="2434509" y="315588"/>
                  </a:lnTo>
                  <a:lnTo>
                    <a:pt x="2490170" y="321728"/>
                  </a:lnTo>
                  <a:lnTo>
                    <a:pt x="2545086" y="327530"/>
                  </a:lnTo>
                  <a:lnTo>
                    <a:pt x="2599308" y="332943"/>
                  </a:lnTo>
                  <a:lnTo>
                    <a:pt x="2653027" y="337935"/>
                  </a:lnTo>
                  <a:lnTo>
                    <a:pt x="2706602" y="342494"/>
                  </a:lnTo>
                  <a:lnTo>
                    <a:pt x="2760581" y="346622"/>
                  </a:lnTo>
                  <a:lnTo>
                    <a:pt x="2770117" y="347301"/>
                  </a:lnTo>
                  <a:lnTo>
                    <a:pt x="2819846" y="350588"/>
                  </a:lnTo>
                  <a:lnTo>
                    <a:pt x="2871298" y="353540"/>
                  </a:lnTo>
                  <a:lnTo>
                    <a:pt x="2925300" y="356175"/>
                  </a:lnTo>
                  <a:lnTo>
                    <a:pt x="2982778" y="358522"/>
                  </a:lnTo>
                  <a:lnTo>
                    <a:pt x="3044669" y="360615"/>
                  </a:lnTo>
                  <a:lnTo>
                    <a:pt x="3111844" y="362485"/>
                  </a:lnTo>
                  <a:lnTo>
                    <a:pt x="3184996" y="364160"/>
                  </a:lnTo>
                  <a:lnTo>
                    <a:pt x="3264503" y="365663"/>
                  </a:lnTo>
                  <a:lnTo>
                    <a:pt x="3350238" y="367010"/>
                  </a:lnTo>
                  <a:lnTo>
                    <a:pt x="3441348" y="368209"/>
                  </a:lnTo>
                  <a:lnTo>
                    <a:pt x="3536049" y="369266"/>
                  </a:lnTo>
                  <a:lnTo>
                    <a:pt x="3631493" y="370177"/>
                  </a:lnTo>
                  <a:lnTo>
                    <a:pt x="3723840" y="370941"/>
                  </a:lnTo>
                  <a:lnTo>
                    <a:pt x="3808630" y="371554"/>
                  </a:lnTo>
                  <a:lnTo>
                    <a:pt x="3881471" y="372019"/>
                  </a:lnTo>
                  <a:lnTo>
                    <a:pt x="3938933" y="372345"/>
                  </a:lnTo>
                  <a:lnTo>
                    <a:pt x="3979376" y="372550"/>
                  </a:lnTo>
                  <a:lnTo>
                    <a:pt x="4003447" y="372660"/>
                  </a:lnTo>
                  <a:lnTo>
                    <a:pt x="4014117" y="372704"/>
                  </a:lnTo>
                  <a:lnTo>
                    <a:pt x="4016395" y="372713"/>
                  </a:lnTo>
                  <a:lnTo>
                    <a:pt x="4016409" y="372713"/>
                  </a:lnTo>
                  <a:lnTo>
                    <a:pt x="4538543" y="372713"/>
                  </a:lnTo>
                  <a:lnTo>
                    <a:pt x="4539810" y="372701"/>
                  </a:lnTo>
                  <a:lnTo>
                    <a:pt x="4548097" y="372620"/>
                  </a:lnTo>
                  <a:lnTo>
                    <a:pt x="4568814" y="372394"/>
                  </a:lnTo>
                  <a:lnTo>
                    <a:pt x="4605414" y="371951"/>
                  </a:lnTo>
                  <a:lnTo>
                    <a:pt x="4659078" y="371226"/>
                  </a:lnTo>
                  <a:lnTo>
                    <a:pt x="4728656" y="370169"/>
                  </a:lnTo>
                  <a:lnTo>
                    <a:pt x="4811063" y="368754"/>
                  </a:lnTo>
                  <a:lnTo>
                    <a:pt x="4902050" y="366971"/>
                  </a:lnTo>
                  <a:lnTo>
                    <a:pt x="4997108" y="364825"/>
                  </a:lnTo>
                  <a:lnTo>
                    <a:pt x="5092219" y="362325"/>
                  </a:lnTo>
                  <a:lnTo>
                    <a:pt x="5184297" y="359474"/>
                  </a:lnTo>
                  <a:lnTo>
                    <a:pt x="5271324" y="356268"/>
                  </a:lnTo>
                  <a:lnTo>
                    <a:pt x="5352252" y="352687"/>
                  </a:lnTo>
                  <a:lnTo>
                    <a:pt x="5426810" y="348694"/>
                  </a:lnTo>
                  <a:lnTo>
                    <a:pt x="5495274" y="344241"/>
                  </a:lnTo>
                  <a:lnTo>
                    <a:pt x="5558281" y="339260"/>
                  </a:lnTo>
                  <a:lnTo>
                    <a:pt x="5616669" y="333677"/>
                  </a:lnTo>
                  <a:lnTo>
                    <a:pt x="5671366" y="327410"/>
                  </a:lnTo>
                  <a:lnTo>
                    <a:pt x="5723305" y="320383"/>
                  </a:lnTo>
                  <a:lnTo>
                    <a:pt x="5773344" y="312543"/>
                  </a:lnTo>
                  <a:lnTo>
                    <a:pt x="5784835" y="310594"/>
                  </a:lnTo>
                  <a:lnTo>
                    <a:pt x="5838296" y="300812"/>
                  </a:lnTo>
                  <a:lnTo>
                    <a:pt x="5891241" y="290009"/>
                  </a:lnTo>
                  <a:lnTo>
                    <a:pt x="5944236" y="278169"/>
                  </a:lnTo>
                  <a:lnTo>
                    <a:pt x="5997661" y="265317"/>
                  </a:lnTo>
                  <a:lnTo>
                    <a:pt x="6051735" y="251516"/>
                  </a:lnTo>
                  <a:lnTo>
                    <a:pt x="6106536" y="236875"/>
                  </a:lnTo>
                  <a:lnTo>
                    <a:pt x="6162018" y="221545"/>
                  </a:lnTo>
                  <a:lnTo>
                    <a:pt x="6218036" y="205714"/>
                  </a:lnTo>
                  <a:lnTo>
                    <a:pt x="6274369" y="189601"/>
                  </a:lnTo>
                  <a:lnTo>
                    <a:pt x="6330757" y="173440"/>
                  </a:lnTo>
                  <a:lnTo>
                    <a:pt x="6386930" y="157468"/>
                  </a:lnTo>
                  <a:lnTo>
                    <a:pt x="6442649" y="141913"/>
                  </a:lnTo>
                  <a:lnTo>
                    <a:pt x="6497735" y="126975"/>
                  </a:lnTo>
                  <a:lnTo>
                    <a:pt x="6552099" y="112822"/>
                  </a:lnTo>
                  <a:lnTo>
                    <a:pt x="6605767" y="99579"/>
                  </a:lnTo>
                  <a:lnTo>
                    <a:pt x="6658898" y="87328"/>
                  </a:lnTo>
                  <a:lnTo>
                    <a:pt x="6711806" y="76109"/>
                  </a:lnTo>
                  <a:lnTo>
                    <a:pt x="6764979" y="65921"/>
                  </a:lnTo>
                  <a:lnTo>
                    <a:pt x="6786527" y="62118"/>
                  </a:lnTo>
                  <a:lnTo>
                    <a:pt x="6836230" y="54086"/>
                  </a:lnTo>
                  <a:lnTo>
                    <a:pt x="6887653" y="46873"/>
                  </a:lnTo>
                  <a:lnTo>
                    <a:pt x="6941624" y="40435"/>
                  </a:lnTo>
                  <a:lnTo>
                    <a:pt x="6999065" y="34699"/>
                  </a:lnTo>
                  <a:lnTo>
                    <a:pt x="7060913" y="29585"/>
                  </a:lnTo>
                  <a:lnTo>
                    <a:pt x="7128037" y="25015"/>
                  </a:lnTo>
                  <a:lnTo>
                    <a:pt x="7201130" y="20920"/>
                  </a:lnTo>
                  <a:lnTo>
                    <a:pt x="7280572" y="17246"/>
                  </a:lnTo>
                  <a:lnTo>
                    <a:pt x="7366236" y="13954"/>
                  </a:lnTo>
                  <a:lnTo>
                    <a:pt x="7457277" y="11022"/>
                  </a:lnTo>
                  <a:lnTo>
                    <a:pt x="7551916" y="8440"/>
                  </a:lnTo>
                  <a:lnTo>
                    <a:pt x="7647316" y="6210"/>
                  </a:lnTo>
                  <a:lnTo>
                    <a:pt x="7739650" y="4342"/>
                  </a:lnTo>
                  <a:lnTo>
                    <a:pt x="7824465" y="2841"/>
                  </a:lnTo>
                  <a:lnTo>
                    <a:pt x="7897372" y="1702"/>
                  </a:lnTo>
                  <a:lnTo>
                    <a:pt x="7954937" y="903"/>
                  </a:lnTo>
                  <a:lnTo>
                    <a:pt x="7995505" y="400"/>
                  </a:lnTo>
                  <a:lnTo>
                    <a:pt x="8019701" y="130"/>
                  </a:lnTo>
                  <a:lnTo>
                    <a:pt x="8030473" y="21"/>
                  </a:lnTo>
                  <a:lnTo>
                    <a:pt x="8032802" y="0"/>
                  </a:lnTo>
                  <a:lnTo>
                    <a:pt x="8032819" y="0"/>
                  </a:lnTo>
                  <a:lnTo>
                    <a:pt x="8554953" y="0"/>
                  </a:lnTo>
                  <a:lnTo>
                    <a:pt x="8554953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736" name="pl736"/>
            <p:cNvSpPr/>
            <p:nvPr/>
          </p:nvSpPr>
          <p:spPr>
            <a:xfrm>
              <a:off x="386606" y="440118"/>
              <a:ext cx="8554953" cy="372713"/>
            </a:xfrm>
            <a:custGeom>
              <a:avLst/>
              <a:pathLst>
                <a:path w="8554953" h="372713">
                  <a:moveTo>
                    <a:pt x="8554953" y="0"/>
                  </a:moveTo>
                  <a:lnTo>
                    <a:pt x="8032819" y="0"/>
                  </a:lnTo>
                  <a:lnTo>
                    <a:pt x="8031552" y="11"/>
                  </a:lnTo>
                  <a:lnTo>
                    <a:pt x="8023265" y="93"/>
                  </a:lnTo>
                  <a:lnTo>
                    <a:pt x="8002548" y="318"/>
                  </a:lnTo>
                  <a:lnTo>
                    <a:pt x="7965948" y="761"/>
                  </a:lnTo>
                  <a:lnTo>
                    <a:pt x="7912284" y="1486"/>
                  </a:lnTo>
                  <a:lnTo>
                    <a:pt x="7842706" y="2543"/>
                  </a:lnTo>
                  <a:lnTo>
                    <a:pt x="7760299" y="3958"/>
                  </a:lnTo>
                  <a:lnTo>
                    <a:pt x="7669312" y="5741"/>
                  </a:lnTo>
                  <a:lnTo>
                    <a:pt x="7574254" y="7887"/>
                  </a:lnTo>
                  <a:lnTo>
                    <a:pt x="7479143" y="10388"/>
                  </a:lnTo>
                  <a:lnTo>
                    <a:pt x="7387065" y="13238"/>
                  </a:lnTo>
                  <a:lnTo>
                    <a:pt x="7300038" y="16444"/>
                  </a:lnTo>
                  <a:lnTo>
                    <a:pt x="7219110" y="20026"/>
                  </a:lnTo>
                  <a:lnTo>
                    <a:pt x="7144552" y="24018"/>
                  </a:lnTo>
                  <a:lnTo>
                    <a:pt x="7076088" y="28472"/>
                  </a:lnTo>
                  <a:lnTo>
                    <a:pt x="7013081" y="33452"/>
                  </a:lnTo>
                  <a:lnTo>
                    <a:pt x="6954693" y="39035"/>
                  </a:lnTo>
                  <a:lnTo>
                    <a:pt x="6899996" y="45302"/>
                  </a:lnTo>
                  <a:lnTo>
                    <a:pt x="6848057" y="52329"/>
                  </a:lnTo>
                  <a:lnTo>
                    <a:pt x="6798018" y="60169"/>
                  </a:lnTo>
                  <a:lnTo>
                    <a:pt x="6786527" y="62118"/>
                  </a:lnTo>
                  <a:lnTo>
                    <a:pt x="6733066" y="71900"/>
                  </a:lnTo>
                  <a:lnTo>
                    <a:pt x="6680121" y="82703"/>
                  </a:lnTo>
                  <a:lnTo>
                    <a:pt x="6627126" y="94543"/>
                  </a:lnTo>
                  <a:lnTo>
                    <a:pt x="6573701" y="107395"/>
                  </a:lnTo>
                  <a:lnTo>
                    <a:pt x="6519627" y="121196"/>
                  </a:lnTo>
                  <a:lnTo>
                    <a:pt x="6464826" y="135837"/>
                  </a:lnTo>
                  <a:lnTo>
                    <a:pt x="6409344" y="151167"/>
                  </a:lnTo>
                  <a:lnTo>
                    <a:pt x="6353326" y="166998"/>
                  </a:lnTo>
                  <a:lnTo>
                    <a:pt x="6296993" y="183111"/>
                  </a:lnTo>
                  <a:lnTo>
                    <a:pt x="6240605" y="199273"/>
                  </a:lnTo>
                  <a:lnTo>
                    <a:pt x="6184432" y="215244"/>
                  </a:lnTo>
                  <a:lnTo>
                    <a:pt x="6128712" y="230800"/>
                  </a:lnTo>
                  <a:lnTo>
                    <a:pt x="6073627" y="245737"/>
                  </a:lnTo>
                  <a:lnTo>
                    <a:pt x="6019263" y="259891"/>
                  </a:lnTo>
                  <a:lnTo>
                    <a:pt x="5965595" y="273134"/>
                  </a:lnTo>
                  <a:lnTo>
                    <a:pt x="5912464" y="285384"/>
                  </a:lnTo>
                  <a:lnTo>
                    <a:pt x="5859556" y="296604"/>
                  </a:lnTo>
                  <a:lnTo>
                    <a:pt x="5806383" y="306791"/>
                  </a:lnTo>
                  <a:lnTo>
                    <a:pt x="5784835" y="310594"/>
                  </a:lnTo>
                  <a:lnTo>
                    <a:pt x="5735132" y="318626"/>
                  </a:lnTo>
                  <a:lnTo>
                    <a:pt x="5683709" y="325839"/>
                  </a:lnTo>
                  <a:lnTo>
                    <a:pt x="5629738" y="332278"/>
                  </a:lnTo>
                  <a:lnTo>
                    <a:pt x="5572297" y="338013"/>
                  </a:lnTo>
                  <a:lnTo>
                    <a:pt x="5510449" y="343127"/>
                  </a:lnTo>
                  <a:lnTo>
                    <a:pt x="5443325" y="347698"/>
                  </a:lnTo>
                  <a:lnTo>
                    <a:pt x="5370232" y="351793"/>
                  </a:lnTo>
                  <a:lnTo>
                    <a:pt x="5290790" y="355466"/>
                  </a:lnTo>
                  <a:lnTo>
                    <a:pt x="5205126" y="358758"/>
                  </a:lnTo>
                  <a:lnTo>
                    <a:pt x="5114085" y="361690"/>
                  </a:lnTo>
                  <a:lnTo>
                    <a:pt x="5019446" y="364273"/>
                  </a:lnTo>
                  <a:lnTo>
                    <a:pt x="4924046" y="366502"/>
                  </a:lnTo>
                  <a:lnTo>
                    <a:pt x="4831712" y="368371"/>
                  </a:lnTo>
                  <a:lnTo>
                    <a:pt x="4746897" y="369872"/>
                  </a:lnTo>
                  <a:lnTo>
                    <a:pt x="4673989" y="371010"/>
                  </a:lnTo>
                  <a:lnTo>
                    <a:pt x="4616425" y="371809"/>
                  </a:lnTo>
                  <a:lnTo>
                    <a:pt x="4575857" y="372313"/>
                  </a:lnTo>
                  <a:lnTo>
                    <a:pt x="4551661" y="372583"/>
                  </a:lnTo>
                  <a:lnTo>
                    <a:pt x="4540889" y="372691"/>
                  </a:lnTo>
                  <a:lnTo>
                    <a:pt x="4538560" y="372713"/>
                  </a:lnTo>
                  <a:lnTo>
                    <a:pt x="4538543" y="372713"/>
                  </a:lnTo>
                  <a:lnTo>
                    <a:pt x="4016409" y="372713"/>
                  </a:lnTo>
                  <a:lnTo>
                    <a:pt x="4015140" y="372708"/>
                  </a:lnTo>
                  <a:lnTo>
                    <a:pt x="4006841" y="372675"/>
                  </a:lnTo>
                  <a:lnTo>
                    <a:pt x="3986095" y="372582"/>
                  </a:lnTo>
                  <a:lnTo>
                    <a:pt x="3949445" y="372401"/>
                  </a:lnTo>
                  <a:lnTo>
                    <a:pt x="3895714" y="372104"/>
                  </a:lnTo>
                  <a:lnTo>
                    <a:pt x="3826058" y="371671"/>
                  </a:lnTo>
                  <a:lnTo>
                    <a:pt x="3743573" y="371091"/>
                  </a:lnTo>
                  <a:lnTo>
                    <a:pt x="3652514" y="370361"/>
                  </a:lnTo>
                  <a:lnTo>
                    <a:pt x="3557399" y="369482"/>
                  </a:lnTo>
                  <a:lnTo>
                    <a:pt x="3462248" y="368457"/>
                  </a:lnTo>
                  <a:lnTo>
                    <a:pt x="3370145" y="367290"/>
                  </a:lnTo>
                  <a:lnTo>
                    <a:pt x="3283107" y="365977"/>
                  </a:lnTo>
                  <a:lnTo>
                    <a:pt x="3202178" y="364510"/>
                  </a:lnTo>
                  <a:lnTo>
                    <a:pt x="3127626" y="362875"/>
                  </a:lnTo>
                  <a:lnTo>
                    <a:pt x="3059170" y="361050"/>
                  </a:lnTo>
                  <a:lnTo>
                    <a:pt x="2996171" y="359010"/>
                  </a:lnTo>
                  <a:lnTo>
                    <a:pt x="2937788" y="356722"/>
                  </a:lnTo>
                  <a:lnTo>
                    <a:pt x="2883092" y="354155"/>
                  </a:lnTo>
                  <a:lnTo>
                    <a:pt x="2831148" y="351275"/>
                  </a:lnTo>
                  <a:lnTo>
                    <a:pt x="2781099" y="348063"/>
                  </a:lnTo>
                  <a:lnTo>
                    <a:pt x="2770117" y="347301"/>
                  </a:lnTo>
                  <a:lnTo>
                    <a:pt x="2715995" y="343247"/>
                  </a:lnTo>
                  <a:lnTo>
                    <a:pt x="2662395" y="338764"/>
                  </a:lnTo>
                  <a:lnTo>
                    <a:pt x="2608732" y="333847"/>
                  </a:lnTo>
                  <a:lnTo>
                    <a:pt x="2554616" y="328506"/>
                  </a:lnTo>
                  <a:lnTo>
                    <a:pt x="2499829" y="322769"/>
                  </a:lnTo>
                  <a:lnTo>
                    <a:pt x="2444296" y="316683"/>
                  </a:lnTo>
                  <a:lnTo>
                    <a:pt x="2388073" y="310314"/>
                  </a:lnTo>
                  <a:lnTo>
                    <a:pt x="2331318" y="303743"/>
                  </a:lnTo>
                  <a:lnTo>
                    <a:pt x="2274266" y="297062"/>
                  </a:lnTo>
                  <a:lnTo>
                    <a:pt x="2217188" y="290373"/>
                  </a:lnTo>
                  <a:lnTo>
                    <a:pt x="2160363" y="283775"/>
                  </a:lnTo>
                  <a:lnTo>
                    <a:pt x="2104033" y="277364"/>
                  </a:lnTo>
                  <a:lnTo>
                    <a:pt x="2048373" y="271224"/>
                  </a:lnTo>
                  <a:lnTo>
                    <a:pt x="1993456" y="265422"/>
                  </a:lnTo>
                  <a:lnTo>
                    <a:pt x="1939235" y="260009"/>
                  </a:lnTo>
                  <a:lnTo>
                    <a:pt x="1885515" y="255017"/>
                  </a:lnTo>
                  <a:lnTo>
                    <a:pt x="1831940" y="250458"/>
                  </a:lnTo>
                  <a:lnTo>
                    <a:pt x="1777961" y="246330"/>
                  </a:lnTo>
                  <a:lnTo>
                    <a:pt x="1768425" y="245651"/>
                  </a:lnTo>
                  <a:lnTo>
                    <a:pt x="1718696" y="242364"/>
                  </a:lnTo>
                  <a:lnTo>
                    <a:pt x="1667245" y="239412"/>
                  </a:lnTo>
                  <a:lnTo>
                    <a:pt x="1613242" y="236777"/>
                  </a:lnTo>
                  <a:lnTo>
                    <a:pt x="1555764" y="234430"/>
                  </a:lnTo>
                  <a:lnTo>
                    <a:pt x="1493873" y="232337"/>
                  </a:lnTo>
                  <a:lnTo>
                    <a:pt x="1426698" y="230467"/>
                  </a:lnTo>
                  <a:lnTo>
                    <a:pt x="1353546" y="228792"/>
                  </a:lnTo>
                  <a:lnTo>
                    <a:pt x="1274039" y="227289"/>
                  </a:lnTo>
                  <a:lnTo>
                    <a:pt x="1188305" y="225942"/>
                  </a:lnTo>
                  <a:lnTo>
                    <a:pt x="1097194" y="224743"/>
                  </a:lnTo>
                  <a:lnTo>
                    <a:pt x="1002493" y="223686"/>
                  </a:lnTo>
                  <a:lnTo>
                    <a:pt x="907050" y="222775"/>
                  </a:lnTo>
                  <a:lnTo>
                    <a:pt x="814703" y="222011"/>
                  </a:lnTo>
                  <a:lnTo>
                    <a:pt x="729913" y="221398"/>
                  </a:lnTo>
                  <a:lnTo>
                    <a:pt x="657071" y="220933"/>
                  </a:lnTo>
                  <a:lnTo>
                    <a:pt x="599609" y="220607"/>
                  </a:lnTo>
                  <a:lnTo>
                    <a:pt x="559166" y="220401"/>
                  </a:lnTo>
                  <a:lnTo>
                    <a:pt x="535095" y="220292"/>
                  </a:lnTo>
                  <a:lnTo>
                    <a:pt x="524425" y="220248"/>
                  </a:lnTo>
                  <a:lnTo>
                    <a:pt x="522148" y="220239"/>
                  </a:lnTo>
                  <a:lnTo>
                    <a:pt x="522133" y="220239"/>
                  </a:lnTo>
                  <a:lnTo>
                    <a:pt x="0" y="220239"/>
                  </a:lnTo>
                  <a:lnTo>
                    <a:pt x="0" y="220239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737" name="pg737"/>
            <p:cNvSpPr/>
            <p:nvPr/>
          </p:nvSpPr>
          <p:spPr>
            <a:xfrm>
              <a:off x="386606" y="666005"/>
              <a:ext cx="8554953" cy="338830"/>
            </a:xfrm>
            <a:custGeom>
              <a:avLst/>
              <a:pathLst>
                <a:path w="8554953" h="338830">
                  <a:moveTo>
                    <a:pt x="0" y="11294"/>
                  </a:moveTo>
                  <a:lnTo>
                    <a:pt x="522133" y="11294"/>
                  </a:lnTo>
                  <a:lnTo>
                    <a:pt x="523402" y="11300"/>
                  </a:lnTo>
                  <a:lnTo>
                    <a:pt x="531700" y="11340"/>
                  </a:lnTo>
                  <a:lnTo>
                    <a:pt x="552443" y="11453"/>
                  </a:lnTo>
                  <a:lnTo>
                    <a:pt x="589088" y="11675"/>
                  </a:lnTo>
                  <a:lnTo>
                    <a:pt x="642812" y="12038"/>
                  </a:lnTo>
                  <a:lnTo>
                    <a:pt x="712460" y="12567"/>
                  </a:lnTo>
                  <a:lnTo>
                    <a:pt x="794938" y="13276"/>
                  </a:lnTo>
                  <a:lnTo>
                    <a:pt x="885989" y="14168"/>
                  </a:lnTo>
                  <a:lnTo>
                    <a:pt x="981099" y="15242"/>
                  </a:lnTo>
                  <a:lnTo>
                    <a:pt x="1076246" y="16494"/>
                  </a:lnTo>
                  <a:lnTo>
                    <a:pt x="1168347" y="17921"/>
                  </a:lnTo>
                  <a:lnTo>
                    <a:pt x="1255383" y="19526"/>
                  </a:lnTo>
                  <a:lnTo>
                    <a:pt x="1336312" y="21318"/>
                  </a:lnTo>
                  <a:lnTo>
                    <a:pt x="1410865" y="23317"/>
                  </a:lnTo>
                  <a:lnTo>
                    <a:pt x="1479322" y="25546"/>
                  </a:lnTo>
                  <a:lnTo>
                    <a:pt x="1542322" y="28040"/>
                  </a:lnTo>
                  <a:lnTo>
                    <a:pt x="1600705" y="30835"/>
                  </a:lnTo>
                  <a:lnTo>
                    <a:pt x="1655401" y="33973"/>
                  </a:lnTo>
                  <a:lnTo>
                    <a:pt x="1707345" y="37492"/>
                  </a:lnTo>
                  <a:lnTo>
                    <a:pt x="1757393" y="41417"/>
                  </a:lnTo>
                  <a:lnTo>
                    <a:pt x="1768425" y="42353"/>
                  </a:lnTo>
                  <a:lnTo>
                    <a:pt x="1822479" y="47302"/>
                  </a:lnTo>
                  <a:lnTo>
                    <a:pt x="1876013" y="52772"/>
                  </a:lnTo>
                  <a:lnTo>
                    <a:pt x="1929608" y="58773"/>
                  </a:lnTo>
                  <a:lnTo>
                    <a:pt x="1983653" y="65290"/>
                  </a:lnTo>
                  <a:lnTo>
                    <a:pt x="2038368" y="72291"/>
                  </a:lnTo>
                  <a:lnTo>
                    <a:pt x="2093826" y="79717"/>
                  </a:lnTo>
                  <a:lnTo>
                    <a:pt x="2149973" y="87489"/>
                  </a:lnTo>
                  <a:lnTo>
                    <a:pt x="2206652" y="95509"/>
                  </a:lnTo>
                  <a:lnTo>
                    <a:pt x="2263632" y="103663"/>
                  </a:lnTo>
                  <a:lnTo>
                    <a:pt x="2320639" y="111830"/>
                  </a:lnTo>
                  <a:lnTo>
                    <a:pt x="2377398" y="119886"/>
                  </a:lnTo>
                  <a:lnTo>
                    <a:pt x="2433666" y="127715"/>
                  </a:lnTo>
                  <a:lnTo>
                    <a:pt x="2489268" y="135217"/>
                  </a:lnTo>
                  <a:lnTo>
                    <a:pt x="2544128" y="142307"/>
                  </a:lnTo>
                  <a:lnTo>
                    <a:pt x="2598293" y="148923"/>
                  </a:lnTo>
                  <a:lnTo>
                    <a:pt x="2651952" y="155027"/>
                  </a:lnTo>
                  <a:lnTo>
                    <a:pt x="2705458" y="160603"/>
                  </a:lnTo>
                  <a:lnTo>
                    <a:pt x="2759353" y="165653"/>
                  </a:lnTo>
                  <a:lnTo>
                    <a:pt x="2770117" y="166591"/>
                  </a:lnTo>
                  <a:lnTo>
                    <a:pt x="2819843" y="170609"/>
                  </a:lnTo>
                  <a:lnTo>
                    <a:pt x="2871292" y="174217"/>
                  </a:lnTo>
                  <a:lnTo>
                    <a:pt x="2925292" y="177437"/>
                  </a:lnTo>
                  <a:lnTo>
                    <a:pt x="2982766" y="180306"/>
                  </a:lnTo>
                  <a:lnTo>
                    <a:pt x="3044653" y="182863"/>
                  </a:lnTo>
                  <a:lnTo>
                    <a:pt x="3111822" y="185149"/>
                  </a:lnTo>
                  <a:lnTo>
                    <a:pt x="3184969" y="187197"/>
                  </a:lnTo>
                  <a:lnTo>
                    <a:pt x="3264469" y="189034"/>
                  </a:lnTo>
                  <a:lnTo>
                    <a:pt x="3350197" y="190679"/>
                  </a:lnTo>
                  <a:lnTo>
                    <a:pt x="3441300" y="192146"/>
                  </a:lnTo>
                  <a:lnTo>
                    <a:pt x="3535995" y="193437"/>
                  </a:lnTo>
                  <a:lnTo>
                    <a:pt x="3631434" y="194551"/>
                  </a:lnTo>
                  <a:lnTo>
                    <a:pt x="3723780" y="195485"/>
                  </a:lnTo>
                  <a:lnTo>
                    <a:pt x="3808573" y="196234"/>
                  </a:lnTo>
                  <a:lnTo>
                    <a:pt x="3881421" y="196803"/>
                  </a:lnTo>
                  <a:lnTo>
                    <a:pt x="3938893" y="197201"/>
                  </a:lnTo>
                  <a:lnTo>
                    <a:pt x="3979348" y="197452"/>
                  </a:lnTo>
                  <a:lnTo>
                    <a:pt x="4003431" y="197586"/>
                  </a:lnTo>
                  <a:lnTo>
                    <a:pt x="4014112" y="197640"/>
                  </a:lnTo>
                  <a:lnTo>
                    <a:pt x="4016409" y="197650"/>
                  </a:lnTo>
                  <a:lnTo>
                    <a:pt x="4538543" y="197650"/>
                  </a:lnTo>
                  <a:lnTo>
                    <a:pt x="4539812" y="197655"/>
                  </a:lnTo>
                  <a:lnTo>
                    <a:pt x="4548111" y="197686"/>
                  </a:lnTo>
                  <a:lnTo>
                    <a:pt x="4568859" y="197771"/>
                  </a:lnTo>
                  <a:lnTo>
                    <a:pt x="4605510" y="197939"/>
                  </a:lnTo>
                  <a:lnTo>
                    <a:pt x="4659243" y="198215"/>
                  </a:lnTo>
                  <a:lnTo>
                    <a:pt x="4728901" y="198615"/>
                  </a:lnTo>
                  <a:lnTo>
                    <a:pt x="4811389" y="199152"/>
                  </a:lnTo>
                  <a:lnTo>
                    <a:pt x="4902449" y="199828"/>
                  </a:lnTo>
                  <a:lnTo>
                    <a:pt x="4997566" y="200642"/>
                  </a:lnTo>
                  <a:lnTo>
                    <a:pt x="5092718" y="201591"/>
                  </a:lnTo>
                  <a:lnTo>
                    <a:pt x="5184822" y="202672"/>
                  </a:lnTo>
                  <a:lnTo>
                    <a:pt x="5271860" y="203888"/>
                  </a:lnTo>
                  <a:lnTo>
                    <a:pt x="5352789" y="205246"/>
                  </a:lnTo>
                  <a:lnTo>
                    <a:pt x="5427341" y="206760"/>
                  </a:lnTo>
                  <a:lnTo>
                    <a:pt x="5495797" y="208450"/>
                  </a:lnTo>
                  <a:lnTo>
                    <a:pt x="5558796" y="210339"/>
                  </a:lnTo>
                  <a:lnTo>
                    <a:pt x="5617178" y="212457"/>
                  </a:lnTo>
                  <a:lnTo>
                    <a:pt x="5671874" y="214835"/>
                  </a:lnTo>
                  <a:lnTo>
                    <a:pt x="5723818" y="217501"/>
                  </a:lnTo>
                  <a:lnTo>
                    <a:pt x="5773868" y="220475"/>
                  </a:lnTo>
                  <a:lnTo>
                    <a:pt x="5784835" y="221180"/>
                  </a:lnTo>
                  <a:lnTo>
                    <a:pt x="5838976" y="224935"/>
                  </a:lnTo>
                  <a:lnTo>
                    <a:pt x="5892596" y="229088"/>
                  </a:lnTo>
                  <a:lnTo>
                    <a:pt x="5946279" y="233643"/>
                  </a:lnTo>
                  <a:lnTo>
                    <a:pt x="6000415" y="238590"/>
                  </a:lnTo>
                  <a:lnTo>
                    <a:pt x="6055224" y="243905"/>
                  </a:lnTo>
                  <a:lnTo>
                    <a:pt x="6110778" y="249542"/>
                  </a:lnTo>
                  <a:lnTo>
                    <a:pt x="6167023" y="255442"/>
                  </a:lnTo>
                  <a:lnTo>
                    <a:pt x="6223799" y="261530"/>
                  </a:lnTo>
                  <a:lnTo>
                    <a:pt x="6280873" y="267718"/>
                  </a:lnTo>
                  <a:lnTo>
                    <a:pt x="6337971" y="273914"/>
                  </a:lnTo>
                  <a:lnTo>
                    <a:pt x="6394815" y="280024"/>
                  </a:lnTo>
                  <a:lnTo>
                    <a:pt x="6451163" y="285962"/>
                  </a:lnTo>
                  <a:lnTo>
                    <a:pt x="6506841" y="291648"/>
                  </a:lnTo>
                  <a:lnTo>
                    <a:pt x="6561774" y="297020"/>
                  </a:lnTo>
                  <a:lnTo>
                    <a:pt x="6616012" y="302032"/>
                  </a:lnTo>
                  <a:lnTo>
                    <a:pt x="6669749" y="306654"/>
                  </a:lnTo>
                  <a:lnTo>
                    <a:pt x="6723344" y="310874"/>
                  </a:lnTo>
                  <a:lnTo>
                    <a:pt x="6777347" y="314695"/>
                  </a:lnTo>
                  <a:lnTo>
                    <a:pt x="6786527" y="315300"/>
                  </a:lnTo>
                  <a:lnTo>
                    <a:pt x="6836257" y="318344"/>
                  </a:lnTo>
                  <a:lnTo>
                    <a:pt x="6887709" y="321077"/>
                  </a:lnTo>
                  <a:lnTo>
                    <a:pt x="6941713" y="323517"/>
                  </a:lnTo>
                  <a:lnTo>
                    <a:pt x="6999191" y="325690"/>
                  </a:lnTo>
                  <a:lnTo>
                    <a:pt x="7061084" y="327628"/>
                  </a:lnTo>
                  <a:lnTo>
                    <a:pt x="7128260" y="329360"/>
                  </a:lnTo>
                  <a:lnTo>
                    <a:pt x="7201414" y="330911"/>
                  </a:lnTo>
                  <a:lnTo>
                    <a:pt x="7280923" y="332303"/>
                  </a:lnTo>
                  <a:lnTo>
                    <a:pt x="7366659" y="333549"/>
                  </a:lnTo>
                  <a:lnTo>
                    <a:pt x="7457772" y="334660"/>
                  </a:lnTo>
                  <a:lnTo>
                    <a:pt x="7552475" y="335638"/>
                  </a:lnTo>
                  <a:lnTo>
                    <a:pt x="7647919" y="336482"/>
                  </a:lnTo>
                  <a:lnTo>
                    <a:pt x="7740267" y="337189"/>
                  </a:lnTo>
                  <a:lnTo>
                    <a:pt x="7825056" y="337757"/>
                  </a:lnTo>
                  <a:lnTo>
                    <a:pt x="7897896" y="338188"/>
                  </a:lnTo>
                  <a:lnTo>
                    <a:pt x="7955354" y="338490"/>
                  </a:lnTo>
                  <a:lnTo>
                    <a:pt x="7995794" y="338680"/>
                  </a:lnTo>
                  <a:lnTo>
                    <a:pt x="8019861" y="338781"/>
                  </a:lnTo>
                  <a:lnTo>
                    <a:pt x="8030528" y="338822"/>
                  </a:lnTo>
                  <a:lnTo>
                    <a:pt x="8032819" y="338830"/>
                  </a:lnTo>
                  <a:lnTo>
                    <a:pt x="8554953" y="338830"/>
                  </a:lnTo>
                  <a:lnTo>
                    <a:pt x="8554953" y="327535"/>
                  </a:lnTo>
                  <a:lnTo>
                    <a:pt x="8032819" y="327535"/>
                  </a:lnTo>
                  <a:lnTo>
                    <a:pt x="8031550" y="327531"/>
                  </a:lnTo>
                  <a:lnTo>
                    <a:pt x="8023251" y="327500"/>
                  </a:lnTo>
                  <a:lnTo>
                    <a:pt x="8002503" y="327415"/>
                  </a:lnTo>
                  <a:lnTo>
                    <a:pt x="7965852" y="327246"/>
                  </a:lnTo>
                  <a:lnTo>
                    <a:pt x="7912119" y="326971"/>
                  </a:lnTo>
                  <a:lnTo>
                    <a:pt x="7842461" y="326571"/>
                  </a:lnTo>
                  <a:lnTo>
                    <a:pt x="7759973" y="326034"/>
                  </a:lnTo>
                  <a:lnTo>
                    <a:pt x="7668913" y="325357"/>
                  </a:lnTo>
                  <a:lnTo>
                    <a:pt x="7573796" y="324543"/>
                  </a:lnTo>
                  <a:lnTo>
                    <a:pt x="7478644" y="323595"/>
                  </a:lnTo>
                  <a:lnTo>
                    <a:pt x="7386540" y="322514"/>
                  </a:lnTo>
                  <a:lnTo>
                    <a:pt x="7299502" y="321298"/>
                  </a:lnTo>
                  <a:lnTo>
                    <a:pt x="7218573" y="319940"/>
                  </a:lnTo>
                  <a:lnTo>
                    <a:pt x="7144021" y="318426"/>
                  </a:lnTo>
                  <a:lnTo>
                    <a:pt x="7075565" y="316736"/>
                  </a:lnTo>
                  <a:lnTo>
                    <a:pt x="7012566" y="314847"/>
                  </a:lnTo>
                  <a:lnTo>
                    <a:pt x="6954184" y="312729"/>
                  </a:lnTo>
                  <a:lnTo>
                    <a:pt x="6899488" y="310351"/>
                  </a:lnTo>
                  <a:lnTo>
                    <a:pt x="6847544" y="307685"/>
                  </a:lnTo>
                  <a:lnTo>
                    <a:pt x="6797494" y="304711"/>
                  </a:lnTo>
                  <a:lnTo>
                    <a:pt x="6786527" y="304006"/>
                  </a:lnTo>
                  <a:lnTo>
                    <a:pt x="6732386" y="300250"/>
                  </a:lnTo>
                  <a:lnTo>
                    <a:pt x="6678766" y="296098"/>
                  </a:lnTo>
                  <a:lnTo>
                    <a:pt x="6625083" y="291543"/>
                  </a:lnTo>
                  <a:lnTo>
                    <a:pt x="6570947" y="286596"/>
                  </a:lnTo>
                  <a:lnTo>
                    <a:pt x="6516138" y="281281"/>
                  </a:lnTo>
                  <a:lnTo>
                    <a:pt x="6460584" y="275644"/>
                  </a:lnTo>
                  <a:lnTo>
                    <a:pt x="6404339" y="269744"/>
                  </a:lnTo>
                  <a:lnTo>
                    <a:pt x="6347563" y="263656"/>
                  </a:lnTo>
                  <a:lnTo>
                    <a:pt x="6290489" y="257468"/>
                  </a:lnTo>
                  <a:lnTo>
                    <a:pt x="6233391" y="251272"/>
                  </a:lnTo>
                  <a:lnTo>
                    <a:pt x="6176547" y="245162"/>
                  </a:lnTo>
                  <a:lnTo>
                    <a:pt x="6120199" y="239224"/>
                  </a:lnTo>
                  <a:lnTo>
                    <a:pt x="6064521" y="233538"/>
                  </a:lnTo>
                  <a:lnTo>
                    <a:pt x="6009588" y="228166"/>
                  </a:lnTo>
                  <a:lnTo>
                    <a:pt x="5955350" y="223154"/>
                  </a:lnTo>
                  <a:lnTo>
                    <a:pt x="5901613" y="218532"/>
                  </a:lnTo>
                  <a:lnTo>
                    <a:pt x="5848018" y="214312"/>
                  </a:lnTo>
                  <a:lnTo>
                    <a:pt x="5794014" y="210491"/>
                  </a:lnTo>
                  <a:lnTo>
                    <a:pt x="5784835" y="209886"/>
                  </a:lnTo>
                  <a:lnTo>
                    <a:pt x="5735105" y="206842"/>
                  </a:lnTo>
                  <a:lnTo>
                    <a:pt x="5683653" y="204108"/>
                  </a:lnTo>
                  <a:lnTo>
                    <a:pt x="5629649" y="201669"/>
                  </a:lnTo>
                  <a:lnTo>
                    <a:pt x="5572170" y="199496"/>
                  </a:lnTo>
                  <a:lnTo>
                    <a:pt x="5510278" y="197558"/>
                  </a:lnTo>
                  <a:lnTo>
                    <a:pt x="5443102" y="195826"/>
                  </a:lnTo>
                  <a:lnTo>
                    <a:pt x="5369948" y="194275"/>
                  </a:lnTo>
                  <a:lnTo>
                    <a:pt x="5290439" y="192883"/>
                  </a:lnTo>
                  <a:lnTo>
                    <a:pt x="5204703" y="191636"/>
                  </a:lnTo>
                  <a:lnTo>
                    <a:pt x="5113590" y="190526"/>
                  </a:lnTo>
                  <a:lnTo>
                    <a:pt x="5018887" y="189548"/>
                  </a:lnTo>
                  <a:lnTo>
                    <a:pt x="4923443" y="188704"/>
                  </a:lnTo>
                  <a:lnTo>
                    <a:pt x="4831095" y="187996"/>
                  </a:lnTo>
                  <a:lnTo>
                    <a:pt x="4746306" y="187429"/>
                  </a:lnTo>
                  <a:lnTo>
                    <a:pt x="4673466" y="186998"/>
                  </a:lnTo>
                  <a:lnTo>
                    <a:pt x="4616008" y="186696"/>
                  </a:lnTo>
                  <a:lnTo>
                    <a:pt x="4575568" y="186506"/>
                  </a:lnTo>
                  <a:lnTo>
                    <a:pt x="4551501" y="186405"/>
                  </a:lnTo>
                  <a:lnTo>
                    <a:pt x="4540834" y="186364"/>
                  </a:lnTo>
                  <a:lnTo>
                    <a:pt x="4538543" y="186356"/>
                  </a:lnTo>
                  <a:lnTo>
                    <a:pt x="4016409" y="186356"/>
                  </a:lnTo>
                  <a:lnTo>
                    <a:pt x="4015140" y="186350"/>
                  </a:lnTo>
                  <a:lnTo>
                    <a:pt x="4006843" y="186310"/>
                  </a:lnTo>
                  <a:lnTo>
                    <a:pt x="3986099" y="186197"/>
                  </a:lnTo>
                  <a:lnTo>
                    <a:pt x="3949454" y="185975"/>
                  </a:lnTo>
                  <a:lnTo>
                    <a:pt x="3895730" y="185612"/>
                  </a:lnTo>
                  <a:lnTo>
                    <a:pt x="3826082" y="185083"/>
                  </a:lnTo>
                  <a:lnTo>
                    <a:pt x="3743604" y="184374"/>
                  </a:lnTo>
                  <a:lnTo>
                    <a:pt x="3652553" y="183482"/>
                  </a:lnTo>
                  <a:lnTo>
                    <a:pt x="3557443" y="182407"/>
                  </a:lnTo>
                  <a:lnTo>
                    <a:pt x="3462296" y="181156"/>
                  </a:lnTo>
                  <a:lnTo>
                    <a:pt x="3370195" y="179729"/>
                  </a:lnTo>
                  <a:lnTo>
                    <a:pt x="3283159" y="178124"/>
                  </a:lnTo>
                  <a:lnTo>
                    <a:pt x="3202230" y="176332"/>
                  </a:lnTo>
                  <a:lnTo>
                    <a:pt x="3127677" y="174333"/>
                  </a:lnTo>
                  <a:lnTo>
                    <a:pt x="3059220" y="172104"/>
                  </a:lnTo>
                  <a:lnTo>
                    <a:pt x="2996220" y="169610"/>
                  </a:lnTo>
                  <a:lnTo>
                    <a:pt x="2937838" y="166815"/>
                  </a:lnTo>
                  <a:lnTo>
                    <a:pt x="2883141" y="163677"/>
                  </a:lnTo>
                  <a:lnTo>
                    <a:pt x="2831198" y="160158"/>
                  </a:lnTo>
                  <a:lnTo>
                    <a:pt x="2781149" y="156233"/>
                  </a:lnTo>
                  <a:lnTo>
                    <a:pt x="2770117" y="155297"/>
                  </a:lnTo>
                  <a:lnTo>
                    <a:pt x="2716063" y="150348"/>
                  </a:lnTo>
                  <a:lnTo>
                    <a:pt x="2662529" y="144878"/>
                  </a:lnTo>
                  <a:lnTo>
                    <a:pt x="2608934" y="138877"/>
                  </a:lnTo>
                  <a:lnTo>
                    <a:pt x="2554889" y="132360"/>
                  </a:lnTo>
                  <a:lnTo>
                    <a:pt x="2500175" y="125359"/>
                  </a:lnTo>
                  <a:lnTo>
                    <a:pt x="2444717" y="117933"/>
                  </a:lnTo>
                  <a:lnTo>
                    <a:pt x="2388569" y="110161"/>
                  </a:lnTo>
                  <a:lnTo>
                    <a:pt x="2331890" y="102141"/>
                  </a:lnTo>
                  <a:lnTo>
                    <a:pt x="2274910" y="93987"/>
                  </a:lnTo>
                  <a:lnTo>
                    <a:pt x="2217903" y="85820"/>
                  </a:lnTo>
                  <a:lnTo>
                    <a:pt x="2161145" y="77764"/>
                  </a:lnTo>
                  <a:lnTo>
                    <a:pt x="2104877" y="69935"/>
                  </a:lnTo>
                  <a:lnTo>
                    <a:pt x="2049274" y="62433"/>
                  </a:lnTo>
                  <a:lnTo>
                    <a:pt x="1994414" y="55343"/>
                  </a:lnTo>
                  <a:lnTo>
                    <a:pt x="1940249" y="48727"/>
                  </a:lnTo>
                  <a:lnTo>
                    <a:pt x="1886591" y="42623"/>
                  </a:lnTo>
                  <a:lnTo>
                    <a:pt x="1833084" y="37047"/>
                  </a:lnTo>
                  <a:lnTo>
                    <a:pt x="1779189" y="31997"/>
                  </a:lnTo>
                  <a:lnTo>
                    <a:pt x="1768425" y="31059"/>
                  </a:lnTo>
                  <a:lnTo>
                    <a:pt x="1718699" y="27041"/>
                  </a:lnTo>
                  <a:lnTo>
                    <a:pt x="1667250" y="23433"/>
                  </a:lnTo>
                  <a:lnTo>
                    <a:pt x="1613250" y="20213"/>
                  </a:lnTo>
                  <a:lnTo>
                    <a:pt x="1555776" y="17344"/>
                  </a:lnTo>
                  <a:lnTo>
                    <a:pt x="1493889" y="14787"/>
                  </a:lnTo>
                  <a:lnTo>
                    <a:pt x="1426720" y="12501"/>
                  </a:lnTo>
                  <a:lnTo>
                    <a:pt x="1353573" y="10453"/>
                  </a:lnTo>
                  <a:lnTo>
                    <a:pt x="1274073" y="8616"/>
                  </a:lnTo>
                  <a:lnTo>
                    <a:pt x="1188346" y="6970"/>
                  </a:lnTo>
                  <a:lnTo>
                    <a:pt x="1097242" y="5504"/>
                  </a:lnTo>
                  <a:lnTo>
                    <a:pt x="1002547" y="4213"/>
                  </a:lnTo>
                  <a:lnTo>
                    <a:pt x="907108" y="3099"/>
                  </a:lnTo>
                  <a:lnTo>
                    <a:pt x="814762" y="2165"/>
                  </a:lnTo>
                  <a:lnTo>
                    <a:pt x="729970" y="1416"/>
                  </a:lnTo>
                  <a:lnTo>
                    <a:pt x="657122" y="847"/>
                  </a:lnTo>
                  <a:lnTo>
                    <a:pt x="599650" y="449"/>
                  </a:lnTo>
                  <a:lnTo>
                    <a:pt x="559194" y="198"/>
                  </a:lnTo>
                  <a:lnTo>
                    <a:pt x="535111" y="64"/>
                  </a:lnTo>
                  <a:lnTo>
                    <a:pt x="524431" y="10"/>
                  </a:lnTo>
                  <a:lnTo>
                    <a:pt x="5221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738" name="pl738"/>
            <p:cNvSpPr/>
            <p:nvPr/>
          </p:nvSpPr>
          <p:spPr>
            <a:xfrm>
              <a:off x="386606" y="677299"/>
              <a:ext cx="8554953" cy="327535"/>
            </a:xfrm>
            <a:custGeom>
              <a:avLst/>
              <a:pathLst>
                <a:path w="8554953" h="327535">
                  <a:moveTo>
                    <a:pt x="0" y="0"/>
                  </a:moveTo>
                  <a:lnTo>
                    <a:pt x="522133" y="0"/>
                  </a:lnTo>
                  <a:lnTo>
                    <a:pt x="523402" y="5"/>
                  </a:lnTo>
                  <a:lnTo>
                    <a:pt x="531700" y="46"/>
                  </a:lnTo>
                  <a:lnTo>
                    <a:pt x="552443" y="159"/>
                  </a:lnTo>
                  <a:lnTo>
                    <a:pt x="589088" y="381"/>
                  </a:lnTo>
                  <a:lnTo>
                    <a:pt x="642812" y="744"/>
                  </a:lnTo>
                  <a:lnTo>
                    <a:pt x="712460" y="1273"/>
                  </a:lnTo>
                  <a:lnTo>
                    <a:pt x="794938" y="1981"/>
                  </a:lnTo>
                  <a:lnTo>
                    <a:pt x="885989" y="2874"/>
                  </a:lnTo>
                  <a:lnTo>
                    <a:pt x="981099" y="3948"/>
                  </a:lnTo>
                  <a:lnTo>
                    <a:pt x="1076246" y="5200"/>
                  </a:lnTo>
                  <a:lnTo>
                    <a:pt x="1168347" y="6627"/>
                  </a:lnTo>
                  <a:lnTo>
                    <a:pt x="1255383" y="8231"/>
                  </a:lnTo>
                  <a:lnTo>
                    <a:pt x="1336312" y="10024"/>
                  </a:lnTo>
                  <a:lnTo>
                    <a:pt x="1410865" y="12022"/>
                  </a:lnTo>
                  <a:lnTo>
                    <a:pt x="1479322" y="14252"/>
                  </a:lnTo>
                  <a:lnTo>
                    <a:pt x="1542322" y="16745"/>
                  </a:lnTo>
                  <a:lnTo>
                    <a:pt x="1600705" y="19541"/>
                  </a:lnTo>
                  <a:lnTo>
                    <a:pt x="1655401" y="22679"/>
                  </a:lnTo>
                  <a:lnTo>
                    <a:pt x="1707345" y="26197"/>
                  </a:lnTo>
                  <a:lnTo>
                    <a:pt x="1757393" y="30123"/>
                  </a:lnTo>
                  <a:lnTo>
                    <a:pt x="1768425" y="31059"/>
                  </a:lnTo>
                  <a:lnTo>
                    <a:pt x="1822479" y="36007"/>
                  </a:lnTo>
                  <a:lnTo>
                    <a:pt x="1876013" y="41478"/>
                  </a:lnTo>
                  <a:lnTo>
                    <a:pt x="1929608" y="47479"/>
                  </a:lnTo>
                  <a:lnTo>
                    <a:pt x="1983653" y="53996"/>
                  </a:lnTo>
                  <a:lnTo>
                    <a:pt x="2038368" y="60996"/>
                  </a:lnTo>
                  <a:lnTo>
                    <a:pt x="2093826" y="68422"/>
                  </a:lnTo>
                  <a:lnTo>
                    <a:pt x="2149973" y="76195"/>
                  </a:lnTo>
                  <a:lnTo>
                    <a:pt x="2206652" y="84215"/>
                  </a:lnTo>
                  <a:lnTo>
                    <a:pt x="2263632" y="92369"/>
                  </a:lnTo>
                  <a:lnTo>
                    <a:pt x="2320639" y="100535"/>
                  </a:lnTo>
                  <a:lnTo>
                    <a:pt x="2377398" y="108591"/>
                  </a:lnTo>
                  <a:lnTo>
                    <a:pt x="2433666" y="116421"/>
                  </a:lnTo>
                  <a:lnTo>
                    <a:pt x="2489268" y="123922"/>
                  </a:lnTo>
                  <a:lnTo>
                    <a:pt x="2544128" y="131012"/>
                  </a:lnTo>
                  <a:lnTo>
                    <a:pt x="2598293" y="137629"/>
                  </a:lnTo>
                  <a:lnTo>
                    <a:pt x="2651952" y="143733"/>
                  </a:lnTo>
                  <a:lnTo>
                    <a:pt x="2705458" y="149309"/>
                  </a:lnTo>
                  <a:lnTo>
                    <a:pt x="2759353" y="154359"/>
                  </a:lnTo>
                  <a:lnTo>
                    <a:pt x="2770117" y="155297"/>
                  </a:lnTo>
                  <a:lnTo>
                    <a:pt x="2819843" y="159315"/>
                  </a:lnTo>
                  <a:lnTo>
                    <a:pt x="2871292" y="162923"/>
                  </a:lnTo>
                  <a:lnTo>
                    <a:pt x="2925292" y="166143"/>
                  </a:lnTo>
                  <a:lnTo>
                    <a:pt x="2982766" y="169011"/>
                  </a:lnTo>
                  <a:lnTo>
                    <a:pt x="3044653" y="171569"/>
                  </a:lnTo>
                  <a:lnTo>
                    <a:pt x="3111822" y="173855"/>
                  </a:lnTo>
                  <a:lnTo>
                    <a:pt x="3184969" y="175902"/>
                  </a:lnTo>
                  <a:lnTo>
                    <a:pt x="3264469" y="177739"/>
                  </a:lnTo>
                  <a:lnTo>
                    <a:pt x="3350197" y="179385"/>
                  </a:lnTo>
                  <a:lnTo>
                    <a:pt x="3441300" y="180851"/>
                  </a:lnTo>
                  <a:lnTo>
                    <a:pt x="3535995" y="182142"/>
                  </a:lnTo>
                  <a:lnTo>
                    <a:pt x="3631434" y="183257"/>
                  </a:lnTo>
                  <a:lnTo>
                    <a:pt x="3723780" y="184190"/>
                  </a:lnTo>
                  <a:lnTo>
                    <a:pt x="3808573" y="184940"/>
                  </a:lnTo>
                  <a:lnTo>
                    <a:pt x="3881421" y="185508"/>
                  </a:lnTo>
                  <a:lnTo>
                    <a:pt x="3938893" y="185907"/>
                  </a:lnTo>
                  <a:lnTo>
                    <a:pt x="3979348" y="186158"/>
                  </a:lnTo>
                  <a:lnTo>
                    <a:pt x="4003431" y="186292"/>
                  </a:lnTo>
                  <a:lnTo>
                    <a:pt x="4014112" y="186346"/>
                  </a:lnTo>
                  <a:lnTo>
                    <a:pt x="4016394" y="186356"/>
                  </a:lnTo>
                  <a:lnTo>
                    <a:pt x="4016409" y="186356"/>
                  </a:lnTo>
                  <a:lnTo>
                    <a:pt x="4538543" y="186356"/>
                  </a:lnTo>
                  <a:lnTo>
                    <a:pt x="4539812" y="186360"/>
                  </a:lnTo>
                  <a:lnTo>
                    <a:pt x="4548111" y="186391"/>
                  </a:lnTo>
                  <a:lnTo>
                    <a:pt x="4568859" y="186477"/>
                  </a:lnTo>
                  <a:lnTo>
                    <a:pt x="4605510" y="186645"/>
                  </a:lnTo>
                  <a:lnTo>
                    <a:pt x="4659243" y="186920"/>
                  </a:lnTo>
                  <a:lnTo>
                    <a:pt x="4728901" y="187321"/>
                  </a:lnTo>
                  <a:lnTo>
                    <a:pt x="4811389" y="187858"/>
                  </a:lnTo>
                  <a:lnTo>
                    <a:pt x="4902449" y="188534"/>
                  </a:lnTo>
                  <a:lnTo>
                    <a:pt x="4997566" y="189348"/>
                  </a:lnTo>
                  <a:lnTo>
                    <a:pt x="5092718" y="190296"/>
                  </a:lnTo>
                  <a:lnTo>
                    <a:pt x="5184822" y="191377"/>
                  </a:lnTo>
                  <a:lnTo>
                    <a:pt x="5271860" y="192593"/>
                  </a:lnTo>
                  <a:lnTo>
                    <a:pt x="5352789" y="193952"/>
                  </a:lnTo>
                  <a:lnTo>
                    <a:pt x="5427341" y="195466"/>
                  </a:lnTo>
                  <a:lnTo>
                    <a:pt x="5495797" y="197155"/>
                  </a:lnTo>
                  <a:lnTo>
                    <a:pt x="5558796" y="199045"/>
                  </a:lnTo>
                  <a:lnTo>
                    <a:pt x="5617178" y="201163"/>
                  </a:lnTo>
                  <a:lnTo>
                    <a:pt x="5671874" y="203540"/>
                  </a:lnTo>
                  <a:lnTo>
                    <a:pt x="5723818" y="206206"/>
                  </a:lnTo>
                  <a:lnTo>
                    <a:pt x="5773868" y="209181"/>
                  </a:lnTo>
                  <a:lnTo>
                    <a:pt x="5784835" y="209886"/>
                  </a:lnTo>
                  <a:lnTo>
                    <a:pt x="5838976" y="213641"/>
                  </a:lnTo>
                  <a:lnTo>
                    <a:pt x="5892596" y="217793"/>
                  </a:lnTo>
                  <a:lnTo>
                    <a:pt x="5946279" y="222348"/>
                  </a:lnTo>
                  <a:lnTo>
                    <a:pt x="6000415" y="227296"/>
                  </a:lnTo>
                  <a:lnTo>
                    <a:pt x="6055224" y="232610"/>
                  </a:lnTo>
                  <a:lnTo>
                    <a:pt x="6110778" y="238248"/>
                  </a:lnTo>
                  <a:lnTo>
                    <a:pt x="6167023" y="244148"/>
                  </a:lnTo>
                  <a:lnTo>
                    <a:pt x="6223799" y="250235"/>
                  </a:lnTo>
                  <a:lnTo>
                    <a:pt x="6280873" y="256423"/>
                  </a:lnTo>
                  <a:lnTo>
                    <a:pt x="6337971" y="262619"/>
                  </a:lnTo>
                  <a:lnTo>
                    <a:pt x="6394815" y="268730"/>
                  </a:lnTo>
                  <a:lnTo>
                    <a:pt x="6451163" y="274667"/>
                  </a:lnTo>
                  <a:lnTo>
                    <a:pt x="6506841" y="280354"/>
                  </a:lnTo>
                  <a:lnTo>
                    <a:pt x="6561774" y="285726"/>
                  </a:lnTo>
                  <a:lnTo>
                    <a:pt x="6616012" y="290738"/>
                  </a:lnTo>
                  <a:lnTo>
                    <a:pt x="6669749" y="295360"/>
                  </a:lnTo>
                  <a:lnTo>
                    <a:pt x="6723344" y="299580"/>
                  </a:lnTo>
                  <a:lnTo>
                    <a:pt x="6777347" y="303401"/>
                  </a:lnTo>
                  <a:lnTo>
                    <a:pt x="6786527" y="304006"/>
                  </a:lnTo>
                  <a:lnTo>
                    <a:pt x="6836257" y="307050"/>
                  </a:lnTo>
                  <a:lnTo>
                    <a:pt x="6887709" y="309783"/>
                  </a:lnTo>
                  <a:lnTo>
                    <a:pt x="6941713" y="312223"/>
                  </a:lnTo>
                  <a:lnTo>
                    <a:pt x="6999191" y="314396"/>
                  </a:lnTo>
                  <a:lnTo>
                    <a:pt x="7061084" y="316334"/>
                  </a:lnTo>
                  <a:lnTo>
                    <a:pt x="7128260" y="318065"/>
                  </a:lnTo>
                  <a:lnTo>
                    <a:pt x="7201414" y="319617"/>
                  </a:lnTo>
                  <a:lnTo>
                    <a:pt x="7280923" y="321008"/>
                  </a:lnTo>
                  <a:lnTo>
                    <a:pt x="7366659" y="322255"/>
                  </a:lnTo>
                  <a:lnTo>
                    <a:pt x="7457772" y="323366"/>
                  </a:lnTo>
                  <a:lnTo>
                    <a:pt x="7552475" y="324344"/>
                  </a:lnTo>
                  <a:lnTo>
                    <a:pt x="7647919" y="325188"/>
                  </a:lnTo>
                  <a:lnTo>
                    <a:pt x="7740267" y="325895"/>
                  </a:lnTo>
                  <a:lnTo>
                    <a:pt x="7825056" y="326463"/>
                  </a:lnTo>
                  <a:lnTo>
                    <a:pt x="7897896" y="326893"/>
                  </a:lnTo>
                  <a:lnTo>
                    <a:pt x="7955354" y="327195"/>
                  </a:lnTo>
                  <a:lnTo>
                    <a:pt x="7995794" y="327385"/>
                  </a:lnTo>
                  <a:lnTo>
                    <a:pt x="8019861" y="327487"/>
                  </a:lnTo>
                  <a:lnTo>
                    <a:pt x="8030528" y="327527"/>
                  </a:lnTo>
                  <a:lnTo>
                    <a:pt x="8032805" y="327535"/>
                  </a:lnTo>
                  <a:lnTo>
                    <a:pt x="8032819" y="327535"/>
                  </a:lnTo>
                  <a:lnTo>
                    <a:pt x="8554953" y="327535"/>
                  </a:lnTo>
                  <a:lnTo>
                    <a:pt x="8554953" y="327535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739" name="pl739"/>
            <p:cNvSpPr/>
            <p:nvPr/>
          </p:nvSpPr>
          <p:spPr>
            <a:xfrm>
              <a:off x="386606" y="666005"/>
              <a:ext cx="8554953" cy="327535"/>
            </a:xfrm>
            <a:custGeom>
              <a:avLst/>
              <a:pathLst>
                <a:path w="8554953" h="327535">
                  <a:moveTo>
                    <a:pt x="8554953" y="327535"/>
                  </a:moveTo>
                  <a:lnTo>
                    <a:pt x="8032819" y="327535"/>
                  </a:lnTo>
                  <a:lnTo>
                    <a:pt x="8031550" y="327531"/>
                  </a:lnTo>
                  <a:lnTo>
                    <a:pt x="8023251" y="327500"/>
                  </a:lnTo>
                  <a:lnTo>
                    <a:pt x="8002503" y="327415"/>
                  </a:lnTo>
                  <a:lnTo>
                    <a:pt x="7965852" y="327246"/>
                  </a:lnTo>
                  <a:lnTo>
                    <a:pt x="7912119" y="326971"/>
                  </a:lnTo>
                  <a:lnTo>
                    <a:pt x="7842461" y="326571"/>
                  </a:lnTo>
                  <a:lnTo>
                    <a:pt x="7759973" y="326034"/>
                  </a:lnTo>
                  <a:lnTo>
                    <a:pt x="7668913" y="325357"/>
                  </a:lnTo>
                  <a:lnTo>
                    <a:pt x="7573796" y="324543"/>
                  </a:lnTo>
                  <a:lnTo>
                    <a:pt x="7478644" y="323595"/>
                  </a:lnTo>
                  <a:lnTo>
                    <a:pt x="7386540" y="322514"/>
                  </a:lnTo>
                  <a:lnTo>
                    <a:pt x="7299502" y="321298"/>
                  </a:lnTo>
                  <a:lnTo>
                    <a:pt x="7218573" y="319940"/>
                  </a:lnTo>
                  <a:lnTo>
                    <a:pt x="7144021" y="318426"/>
                  </a:lnTo>
                  <a:lnTo>
                    <a:pt x="7075565" y="316736"/>
                  </a:lnTo>
                  <a:lnTo>
                    <a:pt x="7012566" y="314847"/>
                  </a:lnTo>
                  <a:lnTo>
                    <a:pt x="6954184" y="312729"/>
                  </a:lnTo>
                  <a:lnTo>
                    <a:pt x="6899488" y="310351"/>
                  </a:lnTo>
                  <a:lnTo>
                    <a:pt x="6847544" y="307685"/>
                  </a:lnTo>
                  <a:lnTo>
                    <a:pt x="6797494" y="304711"/>
                  </a:lnTo>
                  <a:lnTo>
                    <a:pt x="6786527" y="304006"/>
                  </a:lnTo>
                  <a:lnTo>
                    <a:pt x="6732386" y="300250"/>
                  </a:lnTo>
                  <a:lnTo>
                    <a:pt x="6678766" y="296098"/>
                  </a:lnTo>
                  <a:lnTo>
                    <a:pt x="6625083" y="291543"/>
                  </a:lnTo>
                  <a:lnTo>
                    <a:pt x="6570947" y="286596"/>
                  </a:lnTo>
                  <a:lnTo>
                    <a:pt x="6516138" y="281281"/>
                  </a:lnTo>
                  <a:lnTo>
                    <a:pt x="6460584" y="275644"/>
                  </a:lnTo>
                  <a:lnTo>
                    <a:pt x="6404339" y="269744"/>
                  </a:lnTo>
                  <a:lnTo>
                    <a:pt x="6347563" y="263656"/>
                  </a:lnTo>
                  <a:lnTo>
                    <a:pt x="6290489" y="257468"/>
                  </a:lnTo>
                  <a:lnTo>
                    <a:pt x="6233391" y="251272"/>
                  </a:lnTo>
                  <a:lnTo>
                    <a:pt x="6176547" y="245162"/>
                  </a:lnTo>
                  <a:lnTo>
                    <a:pt x="6120199" y="239224"/>
                  </a:lnTo>
                  <a:lnTo>
                    <a:pt x="6064521" y="233538"/>
                  </a:lnTo>
                  <a:lnTo>
                    <a:pt x="6009588" y="228166"/>
                  </a:lnTo>
                  <a:lnTo>
                    <a:pt x="5955350" y="223154"/>
                  </a:lnTo>
                  <a:lnTo>
                    <a:pt x="5901613" y="218532"/>
                  </a:lnTo>
                  <a:lnTo>
                    <a:pt x="5848018" y="214312"/>
                  </a:lnTo>
                  <a:lnTo>
                    <a:pt x="5794014" y="210491"/>
                  </a:lnTo>
                  <a:lnTo>
                    <a:pt x="5784835" y="209886"/>
                  </a:lnTo>
                  <a:lnTo>
                    <a:pt x="5735105" y="206842"/>
                  </a:lnTo>
                  <a:lnTo>
                    <a:pt x="5683653" y="204108"/>
                  </a:lnTo>
                  <a:lnTo>
                    <a:pt x="5629649" y="201669"/>
                  </a:lnTo>
                  <a:lnTo>
                    <a:pt x="5572170" y="199496"/>
                  </a:lnTo>
                  <a:lnTo>
                    <a:pt x="5510278" y="197558"/>
                  </a:lnTo>
                  <a:lnTo>
                    <a:pt x="5443102" y="195826"/>
                  </a:lnTo>
                  <a:lnTo>
                    <a:pt x="5369948" y="194275"/>
                  </a:lnTo>
                  <a:lnTo>
                    <a:pt x="5290439" y="192883"/>
                  </a:lnTo>
                  <a:lnTo>
                    <a:pt x="5204703" y="191636"/>
                  </a:lnTo>
                  <a:lnTo>
                    <a:pt x="5113590" y="190526"/>
                  </a:lnTo>
                  <a:lnTo>
                    <a:pt x="5018887" y="189548"/>
                  </a:lnTo>
                  <a:lnTo>
                    <a:pt x="4923443" y="188704"/>
                  </a:lnTo>
                  <a:lnTo>
                    <a:pt x="4831095" y="187996"/>
                  </a:lnTo>
                  <a:lnTo>
                    <a:pt x="4746306" y="187429"/>
                  </a:lnTo>
                  <a:lnTo>
                    <a:pt x="4673466" y="186998"/>
                  </a:lnTo>
                  <a:lnTo>
                    <a:pt x="4616008" y="186696"/>
                  </a:lnTo>
                  <a:lnTo>
                    <a:pt x="4575568" y="186506"/>
                  </a:lnTo>
                  <a:lnTo>
                    <a:pt x="4551501" y="186405"/>
                  </a:lnTo>
                  <a:lnTo>
                    <a:pt x="4540834" y="186364"/>
                  </a:lnTo>
                  <a:lnTo>
                    <a:pt x="4538557" y="186356"/>
                  </a:lnTo>
                  <a:lnTo>
                    <a:pt x="4538543" y="186356"/>
                  </a:lnTo>
                  <a:lnTo>
                    <a:pt x="4016409" y="186356"/>
                  </a:lnTo>
                  <a:lnTo>
                    <a:pt x="4015140" y="186350"/>
                  </a:lnTo>
                  <a:lnTo>
                    <a:pt x="4006843" y="186310"/>
                  </a:lnTo>
                  <a:lnTo>
                    <a:pt x="3986099" y="186197"/>
                  </a:lnTo>
                  <a:lnTo>
                    <a:pt x="3949454" y="185975"/>
                  </a:lnTo>
                  <a:lnTo>
                    <a:pt x="3895730" y="185612"/>
                  </a:lnTo>
                  <a:lnTo>
                    <a:pt x="3826082" y="185083"/>
                  </a:lnTo>
                  <a:lnTo>
                    <a:pt x="3743604" y="184374"/>
                  </a:lnTo>
                  <a:lnTo>
                    <a:pt x="3652553" y="183482"/>
                  </a:lnTo>
                  <a:lnTo>
                    <a:pt x="3557443" y="182407"/>
                  </a:lnTo>
                  <a:lnTo>
                    <a:pt x="3462296" y="181156"/>
                  </a:lnTo>
                  <a:lnTo>
                    <a:pt x="3370195" y="179729"/>
                  </a:lnTo>
                  <a:lnTo>
                    <a:pt x="3283159" y="178124"/>
                  </a:lnTo>
                  <a:lnTo>
                    <a:pt x="3202230" y="176332"/>
                  </a:lnTo>
                  <a:lnTo>
                    <a:pt x="3127677" y="174333"/>
                  </a:lnTo>
                  <a:lnTo>
                    <a:pt x="3059220" y="172104"/>
                  </a:lnTo>
                  <a:lnTo>
                    <a:pt x="2996220" y="169610"/>
                  </a:lnTo>
                  <a:lnTo>
                    <a:pt x="2937838" y="166815"/>
                  </a:lnTo>
                  <a:lnTo>
                    <a:pt x="2883141" y="163677"/>
                  </a:lnTo>
                  <a:lnTo>
                    <a:pt x="2831198" y="160158"/>
                  </a:lnTo>
                  <a:lnTo>
                    <a:pt x="2781149" y="156233"/>
                  </a:lnTo>
                  <a:lnTo>
                    <a:pt x="2770117" y="155297"/>
                  </a:lnTo>
                  <a:lnTo>
                    <a:pt x="2716063" y="150348"/>
                  </a:lnTo>
                  <a:lnTo>
                    <a:pt x="2662529" y="144878"/>
                  </a:lnTo>
                  <a:lnTo>
                    <a:pt x="2608934" y="138877"/>
                  </a:lnTo>
                  <a:lnTo>
                    <a:pt x="2554889" y="132360"/>
                  </a:lnTo>
                  <a:lnTo>
                    <a:pt x="2500175" y="125359"/>
                  </a:lnTo>
                  <a:lnTo>
                    <a:pt x="2444717" y="117933"/>
                  </a:lnTo>
                  <a:lnTo>
                    <a:pt x="2388569" y="110161"/>
                  </a:lnTo>
                  <a:lnTo>
                    <a:pt x="2331890" y="102141"/>
                  </a:lnTo>
                  <a:lnTo>
                    <a:pt x="2274910" y="93987"/>
                  </a:lnTo>
                  <a:lnTo>
                    <a:pt x="2217903" y="85820"/>
                  </a:lnTo>
                  <a:lnTo>
                    <a:pt x="2161145" y="77764"/>
                  </a:lnTo>
                  <a:lnTo>
                    <a:pt x="2104877" y="69935"/>
                  </a:lnTo>
                  <a:lnTo>
                    <a:pt x="2049274" y="62433"/>
                  </a:lnTo>
                  <a:lnTo>
                    <a:pt x="1994414" y="55343"/>
                  </a:lnTo>
                  <a:lnTo>
                    <a:pt x="1940249" y="48727"/>
                  </a:lnTo>
                  <a:lnTo>
                    <a:pt x="1886591" y="42623"/>
                  </a:lnTo>
                  <a:lnTo>
                    <a:pt x="1833084" y="37047"/>
                  </a:lnTo>
                  <a:lnTo>
                    <a:pt x="1779189" y="31997"/>
                  </a:lnTo>
                  <a:lnTo>
                    <a:pt x="1768425" y="31059"/>
                  </a:lnTo>
                  <a:lnTo>
                    <a:pt x="1718699" y="27041"/>
                  </a:lnTo>
                  <a:lnTo>
                    <a:pt x="1667250" y="23433"/>
                  </a:lnTo>
                  <a:lnTo>
                    <a:pt x="1613250" y="20213"/>
                  </a:lnTo>
                  <a:lnTo>
                    <a:pt x="1555776" y="17344"/>
                  </a:lnTo>
                  <a:lnTo>
                    <a:pt x="1493889" y="14787"/>
                  </a:lnTo>
                  <a:lnTo>
                    <a:pt x="1426720" y="12501"/>
                  </a:lnTo>
                  <a:lnTo>
                    <a:pt x="1353573" y="10453"/>
                  </a:lnTo>
                  <a:lnTo>
                    <a:pt x="1274073" y="8616"/>
                  </a:lnTo>
                  <a:lnTo>
                    <a:pt x="1188346" y="6970"/>
                  </a:lnTo>
                  <a:lnTo>
                    <a:pt x="1097242" y="5504"/>
                  </a:lnTo>
                  <a:lnTo>
                    <a:pt x="1002547" y="4213"/>
                  </a:lnTo>
                  <a:lnTo>
                    <a:pt x="907108" y="3099"/>
                  </a:lnTo>
                  <a:lnTo>
                    <a:pt x="814762" y="2165"/>
                  </a:lnTo>
                  <a:lnTo>
                    <a:pt x="729970" y="1416"/>
                  </a:lnTo>
                  <a:lnTo>
                    <a:pt x="657122" y="847"/>
                  </a:lnTo>
                  <a:lnTo>
                    <a:pt x="599650" y="449"/>
                  </a:lnTo>
                  <a:lnTo>
                    <a:pt x="559194" y="198"/>
                  </a:lnTo>
                  <a:lnTo>
                    <a:pt x="535111" y="64"/>
                  </a:lnTo>
                  <a:lnTo>
                    <a:pt x="524431" y="10"/>
                  </a:lnTo>
                  <a:lnTo>
                    <a:pt x="522148" y="0"/>
                  </a:lnTo>
                  <a:lnTo>
                    <a:pt x="522133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740" name="pg740"/>
            <p:cNvSpPr/>
            <p:nvPr/>
          </p:nvSpPr>
          <p:spPr>
            <a:xfrm>
              <a:off x="386606" y="677299"/>
              <a:ext cx="8554953" cy="717190"/>
            </a:xfrm>
            <a:custGeom>
              <a:avLst/>
              <a:pathLst>
                <a:path w="8554953" h="717190">
                  <a:moveTo>
                    <a:pt x="0" y="5647"/>
                  </a:moveTo>
                  <a:lnTo>
                    <a:pt x="522133" y="5647"/>
                  </a:lnTo>
                  <a:lnTo>
                    <a:pt x="523402" y="5653"/>
                  </a:lnTo>
                  <a:lnTo>
                    <a:pt x="531699" y="5696"/>
                  </a:lnTo>
                  <a:lnTo>
                    <a:pt x="552441" y="5816"/>
                  </a:lnTo>
                  <a:lnTo>
                    <a:pt x="589085" y="6051"/>
                  </a:lnTo>
                  <a:lnTo>
                    <a:pt x="642806" y="6436"/>
                  </a:lnTo>
                  <a:lnTo>
                    <a:pt x="712451" y="6997"/>
                  </a:lnTo>
                  <a:lnTo>
                    <a:pt x="794926" y="7749"/>
                  </a:lnTo>
                  <a:lnTo>
                    <a:pt x="885975" y="8695"/>
                  </a:lnTo>
                  <a:lnTo>
                    <a:pt x="981082" y="9834"/>
                  </a:lnTo>
                  <a:lnTo>
                    <a:pt x="1076228" y="11162"/>
                  </a:lnTo>
                  <a:lnTo>
                    <a:pt x="1168328" y="12675"/>
                  </a:lnTo>
                  <a:lnTo>
                    <a:pt x="1255364" y="14377"/>
                  </a:lnTo>
                  <a:lnTo>
                    <a:pt x="1336293" y="16278"/>
                  </a:lnTo>
                  <a:lnTo>
                    <a:pt x="1410845" y="18398"/>
                  </a:lnTo>
                  <a:lnTo>
                    <a:pt x="1479303" y="20762"/>
                  </a:lnTo>
                  <a:lnTo>
                    <a:pt x="1542303" y="23407"/>
                  </a:lnTo>
                  <a:lnTo>
                    <a:pt x="1600686" y="26371"/>
                  </a:lnTo>
                  <a:lnTo>
                    <a:pt x="1655382" y="29699"/>
                  </a:lnTo>
                  <a:lnTo>
                    <a:pt x="1707326" y="33431"/>
                  </a:lnTo>
                  <a:lnTo>
                    <a:pt x="1757374" y="37594"/>
                  </a:lnTo>
                  <a:lnTo>
                    <a:pt x="1768425" y="38589"/>
                  </a:lnTo>
                  <a:lnTo>
                    <a:pt x="1822454" y="43834"/>
                  </a:lnTo>
                  <a:lnTo>
                    <a:pt x="1875962" y="49633"/>
                  </a:lnTo>
                  <a:lnTo>
                    <a:pt x="1929532" y="55994"/>
                  </a:lnTo>
                  <a:lnTo>
                    <a:pt x="1983550" y="62902"/>
                  </a:lnTo>
                  <a:lnTo>
                    <a:pt x="2038237" y="70322"/>
                  </a:lnTo>
                  <a:lnTo>
                    <a:pt x="2093667" y="78194"/>
                  </a:lnTo>
                  <a:lnTo>
                    <a:pt x="2149786" y="86432"/>
                  </a:lnTo>
                  <a:lnTo>
                    <a:pt x="2206437" y="94934"/>
                  </a:lnTo>
                  <a:lnTo>
                    <a:pt x="2263389" y="103577"/>
                  </a:lnTo>
                  <a:lnTo>
                    <a:pt x="2320370" y="112235"/>
                  </a:lnTo>
                  <a:lnTo>
                    <a:pt x="2377104" y="120776"/>
                  </a:lnTo>
                  <a:lnTo>
                    <a:pt x="2433348" y="129078"/>
                  </a:lnTo>
                  <a:lnTo>
                    <a:pt x="2488929" y="137033"/>
                  </a:lnTo>
                  <a:lnTo>
                    <a:pt x="2543768" y="144551"/>
                  </a:lnTo>
                  <a:lnTo>
                    <a:pt x="2597911" y="151569"/>
                  </a:lnTo>
                  <a:lnTo>
                    <a:pt x="2651547" y="158044"/>
                  </a:lnTo>
                  <a:lnTo>
                    <a:pt x="2705027" y="163960"/>
                  </a:lnTo>
                  <a:lnTo>
                    <a:pt x="2758891" y="169318"/>
                  </a:lnTo>
                  <a:lnTo>
                    <a:pt x="2770117" y="170356"/>
                  </a:lnTo>
                  <a:lnTo>
                    <a:pt x="2819842" y="174617"/>
                  </a:lnTo>
                  <a:lnTo>
                    <a:pt x="2871290" y="178444"/>
                  </a:lnTo>
                  <a:lnTo>
                    <a:pt x="2925289" y="181859"/>
                  </a:lnTo>
                  <a:lnTo>
                    <a:pt x="2982761" y="184901"/>
                  </a:lnTo>
                  <a:lnTo>
                    <a:pt x="3044647" y="187614"/>
                  </a:lnTo>
                  <a:lnTo>
                    <a:pt x="3111814" y="190038"/>
                  </a:lnTo>
                  <a:lnTo>
                    <a:pt x="3184958" y="192210"/>
                  </a:lnTo>
                  <a:lnTo>
                    <a:pt x="3264456" y="194158"/>
                  </a:lnTo>
                  <a:lnTo>
                    <a:pt x="3350181" y="195904"/>
                  </a:lnTo>
                  <a:lnTo>
                    <a:pt x="3441282" y="197459"/>
                  </a:lnTo>
                  <a:lnTo>
                    <a:pt x="3535975" y="198828"/>
                  </a:lnTo>
                  <a:lnTo>
                    <a:pt x="3631412" y="200010"/>
                  </a:lnTo>
                  <a:lnTo>
                    <a:pt x="3723758" y="201000"/>
                  </a:lnTo>
                  <a:lnTo>
                    <a:pt x="3808551" y="201795"/>
                  </a:lnTo>
                  <a:lnTo>
                    <a:pt x="3881401" y="202398"/>
                  </a:lnTo>
                  <a:lnTo>
                    <a:pt x="3938877" y="202821"/>
                  </a:lnTo>
                  <a:lnTo>
                    <a:pt x="3979337" y="203087"/>
                  </a:lnTo>
                  <a:lnTo>
                    <a:pt x="4003426" y="203229"/>
                  </a:lnTo>
                  <a:lnTo>
                    <a:pt x="4014110" y="203286"/>
                  </a:lnTo>
                  <a:lnTo>
                    <a:pt x="4016409" y="203298"/>
                  </a:lnTo>
                  <a:lnTo>
                    <a:pt x="4538543" y="203298"/>
                  </a:lnTo>
                  <a:lnTo>
                    <a:pt x="4539808" y="203313"/>
                  </a:lnTo>
                  <a:lnTo>
                    <a:pt x="4548081" y="203426"/>
                  </a:lnTo>
                  <a:lnTo>
                    <a:pt x="4568766" y="203736"/>
                  </a:lnTo>
                  <a:lnTo>
                    <a:pt x="4605313" y="204346"/>
                  </a:lnTo>
                  <a:lnTo>
                    <a:pt x="4658905" y="205344"/>
                  </a:lnTo>
                  <a:lnTo>
                    <a:pt x="4728400" y="206799"/>
                  </a:lnTo>
                  <a:lnTo>
                    <a:pt x="4810722" y="208747"/>
                  </a:lnTo>
                  <a:lnTo>
                    <a:pt x="4901632" y="211202"/>
                  </a:lnTo>
                  <a:lnTo>
                    <a:pt x="4996628" y="214157"/>
                  </a:lnTo>
                  <a:lnTo>
                    <a:pt x="5091695" y="217600"/>
                  </a:lnTo>
                  <a:lnTo>
                    <a:pt x="5183746" y="221525"/>
                  </a:lnTo>
                  <a:lnTo>
                    <a:pt x="5270761" y="225940"/>
                  </a:lnTo>
                  <a:lnTo>
                    <a:pt x="5351689" y="230872"/>
                  </a:lnTo>
                  <a:lnTo>
                    <a:pt x="5426252" y="236369"/>
                  </a:lnTo>
                  <a:lnTo>
                    <a:pt x="5494726" y="242501"/>
                  </a:lnTo>
                  <a:lnTo>
                    <a:pt x="5557741" y="249357"/>
                  </a:lnTo>
                  <a:lnTo>
                    <a:pt x="5616134" y="257043"/>
                  </a:lnTo>
                  <a:lnTo>
                    <a:pt x="5670832" y="265669"/>
                  </a:lnTo>
                  <a:lnTo>
                    <a:pt x="5722766" y="275341"/>
                  </a:lnTo>
                  <a:lnTo>
                    <a:pt x="5772794" y="286132"/>
                  </a:lnTo>
                  <a:lnTo>
                    <a:pt x="5784835" y="288946"/>
                  </a:lnTo>
                  <a:lnTo>
                    <a:pt x="5837624" y="302254"/>
                  </a:lnTo>
                  <a:lnTo>
                    <a:pt x="5889903" y="316934"/>
                  </a:lnTo>
                  <a:lnTo>
                    <a:pt x="5942219" y="333008"/>
                  </a:lnTo>
                  <a:lnTo>
                    <a:pt x="5994944" y="350445"/>
                  </a:lnTo>
                  <a:lnTo>
                    <a:pt x="6048294" y="369163"/>
                  </a:lnTo>
                  <a:lnTo>
                    <a:pt x="6102352" y="389021"/>
                  </a:lnTo>
                  <a:lnTo>
                    <a:pt x="6157082" y="409823"/>
                  </a:lnTo>
                  <a:lnTo>
                    <a:pt x="6212350" y="431322"/>
                  </a:lnTo>
                  <a:lnTo>
                    <a:pt x="6267949" y="453232"/>
                  </a:lnTo>
                  <a:lnTo>
                    <a:pt x="6323632" y="475243"/>
                  </a:lnTo>
                  <a:lnTo>
                    <a:pt x="6379138" y="497038"/>
                  </a:lnTo>
                  <a:lnTo>
                    <a:pt x="6434230" y="518315"/>
                  </a:lnTo>
                  <a:lnTo>
                    <a:pt x="6488727" y="538801"/>
                  </a:lnTo>
                  <a:lnTo>
                    <a:pt x="6542527" y="558265"/>
                  </a:lnTo>
                  <a:lnTo>
                    <a:pt x="6595634" y="576530"/>
                  </a:lnTo>
                  <a:lnTo>
                    <a:pt x="6648177" y="593479"/>
                  </a:lnTo>
                  <a:lnTo>
                    <a:pt x="6700428" y="609047"/>
                  </a:lnTo>
                  <a:lnTo>
                    <a:pt x="6752818" y="623224"/>
                  </a:lnTo>
                  <a:lnTo>
                    <a:pt x="6786527" y="631541"/>
                  </a:lnTo>
                  <a:lnTo>
                    <a:pt x="6836202" y="642610"/>
                  </a:lnTo>
                  <a:lnTo>
                    <a:pt x="6887595" y="652551"/>
                  </a:lnTo>
                  <a:lnTo>
                    <a:pt x="6941531" y="661425"/>
                  </a:lnTo>
                  <a:lnTo>
                    <a:pt x="6998932" y="669330"/>
                  </a:lnTo>
                  <a:lnTo>
                    <a:pt x="7060734" y="676379"/>
                  </a:lnTo>
                  <a:lnTo>
                    <a:pt x="7127803" y="682680"/>
                  </a:lnTo>
                  <a:lnTo>
                    <a:pt x="7200833" y="688325"/>
                  </a:lnTo>
                  <a:lnTo>
                    <a:pt x="7280203" y="693390"/>
                  </a:lnTo>
                  <a:lnTo>
                    <a:pt x="7365791" y="697928"/>
                  </a:lnTo>
                  <a:lnTo>
                    <a:pt x="7456757" y="701971"/>
                  </a:lnTo>
                  <a:lnTo>
                    <a:pt x="7551330" y="705533"/>
                  </a:lnTo>
                  <a:lnTo>
                    <a:pt x="7646684" y="708608"/>
                  </a:lnTo>
                  <a:lnTo>
                    <a:pt x="7739002" y="711187"/>
                  </a:lnTo>
                  <a:lnTo>
                    <a:pt x="7823843" y="713259"/>
                  </a:lnTo>
                  <a:lnTo>
                    <a:pt x="7896823" y="714831"/>
                  </a:lnTo>
                  <a:lnTo>
                    <a:pt x="7954498" y="715936"/>
                  </a:lnTo>
                  <a:lnTo>
                    <a:pt x="7995200" y="716634"/>
                  </a:lnTo>
                  <a:lnTo>
                    <a:pt x="8019532" y="717008"/>
                  </a:lnTo>
                  <a:lnTo>
                    <a:pt x="8030413" y="717160"/>
                  </a:lnTo>
                  <a:lnTo>
                    <a:pt x="8032819" y="717190"/>
                  </a:lnTo>
                  <a:lnTo>
                    <a:pt x="8554953" y="717190"/>
                  </a:lnTo>
                  <a:lnTo>
                    <a:pt x="8554953" y="711543"/>
                  </a:lnTo>
                  <a:lnTo>
                    <a:pt x="8032819" y="711543"/>
                  </a:lnTo>
                  <a:lnTo>
                    <a:pt x="8031554" y="711527"/>
                  </a:lnTo>
                  <a:lnTo>
                    <a:pt x="8023281" y="711415"/>
                  </a:lnTo>
                  <a:lnTo>
                    <a:pt x="8002596" y="711105"/>
                  </a:lnTo>
                  <a:lnTo>
                    <a:pt x="7966049" y="710495"/>
                  </a:lnTo>
                  <a:lnTo>
                    <a:pt x="7912457" y="709496"/>
                  </a:lnTo>
                  <a:lnTo>
                    <a:pt x="7842962" y="708042"/>
                  </a:lnTo>
                  <a:lnTo>
                    <a:pt x="7760640" y="706094"/>
                  </a:lnTo>
                  <a:lnTo>
                    <a:pt x="7669730" y="703639"/>
                  </a:lnTo>
                  <a:lnTo>
                    <a:pt x="7574734" y="700684"/>
                  </a:lnTo>
                  <a:lnTo>
                    <a:pt x="7479667" y="697241"/>
                  </a:lnTo>
                  <a:lnTo>
                    <a:pt x="7387616" y="693315"/>
                  </a:lnTo>
                  <a:lnTo>
                    <a:pt x="7300601" y="688901"/>
                  </a:lnTo>
                  <a:lnTo>
                    <a:pt x="7219673" y="683969"/>
                  </a:lnTo>
                  <a:lnTo>
                    <a:pt x="7145110" y="678472"/>
                  </a:lnTo>
                  <a:lnTo>
                    <a:pt x="7076636" y="672340"/>
                  </a:lnTo>
                  <a:lnTo>
                    <a:pt x="7013621" y="665484"/>
                  </a:lnTo>
                  <a:lnTo>
                    <a:pt x="6955228" y="657798"/>
                  </a:lnTo>
                  <a:lnTo>
                    <a:pt x="6900530" y="649172"/>
                  </a:lnTo>
                  <a:lnTo>
                    <a:pt x="6848596" y="639500"/>
                  </a:lnTo>
                  <a:lnTo>
                    <a:pt x="6798568" y="628709"/>
                  </a:lnTo>
                  <a:lnTo>
                    <a:pt x="6786527" y="625894"/>
                  </a:lnTo>
                  <a:lnTo>
                    <a:pt x="6733737" y="612587"/>
                  </a:lnTo>
                  <a:lnTo>
                    <a:pt x="6681459" y="597906"/>
                  </a:lnTo>
                  <a:lnTo>
                    <a:pt x="6629143" y="581833"/>
                  </a:lnTo>
                  <a:lnTo>
                    <a:pt x="6576418" y="564396"/>
                  </a:lnTo>
                  <a:lnTo>
                    <a:pt x="6523068" y="545678"/>
                  </a:lnTo>
                  <a:lnTo>
                    <a:pt x="6469010" y="525820"/>
                  </a:lnTo>
                  <a:lnTo>
                    <a:pt x="6414280" y="505018"/>
                  </a:lnTo>
                  <a:lnTo>
                    <a:pt x="6359012" y="483519"/>
                  </a:lnTo>
                  <a:lnTo>
                    <a:pt x="6303413" y="461609"/>
                  </a:lnTo>
                  <a:lnTo>
                    <a:pt x="6247730" y="439598"/>
                  </a:lnTo>
                  <a:lnTo>
                    <a:pt x="6192224" y="417802"/>
                  </a:lnTo>
                  <a:lnTo>
                    <a:pt x="6137132" y="396525"/>
                  </a:lnTo>
                  <a:lnTo>
                    <a:pt x="6082635" y="376040"/>
                  </a:lnTo>
                  <a:lnTo>
                    <a:pt x="6028835" y="356576"/>
                  </a:lnTo>
                  <a:lnTo>
                    <a:pt x="5975728" y="338310"/>
                  </a:lnTo>
                  <a:lnTo>
                    <a:pt x="5923185" y="321362"/>
                  </a:lnTo>
                  <a:lnTo>
                    <a:pt x="5870934" y="305794"/>
                  </a:lnTo>
                  <a:lnTo>
                    <a:pt x="5818544" y="291617"/>
                  </a:lnTo>
                  <a:lnTo>
                    <a:pt x="5784835" y="283299"/>
                  </a:lnTo>
                  <a:lnTo>
                    <a:pt x="5735160" y="272230"/>
                  </a:lnTo>
                  <a:lnTo>
                    <a:pt x="5683767" y="262289"/>
                  </a:lnTo>
                  <a:lnTo>
                    <a:pt x="5629831" y="253416"/>
                  </a:lnTo>
                  <a:lnTo>
                    <a:pt x="5572430" y="245511"/>
                  </a:lnTo>
                  <a:lnTo>
                    <a:pt x="5510628" y="238461"/>
                  </a:lnTo>
                  <a:lnTo>
                    <a:pt x="5443559" y="232161"/>
                  </a:lnTo>
                  <a:lnTo>
                    <a:pt x="5370529" y="226516"/>
                  </a:lnTo>
                  <a:lnTo>
                    <a:pt x="5291159" y="221451"/>
                  </a:lnTo>
                  <a:lnTo>
                    <a:pt x="5205571" y="216913"/>
                  </a:lnTo>
                  <a:lnTo>
                    <a:pt x="5114605" y="212869"/>
                  </a:lnTo>
                  <a:lnTo>
                    <a:pt x="5020032" y="209308"/>
                  </a:lnTo>
                  <a:lnTo>
                    <a:pt x="4924678" y="206232"/>
                  </a:lnTo>
                  <a:lnTo>
                    <a:pt x="4832360" y="203654"/>
                  </a:lnTo>
                  <a:lnTo>
                    <a:pt x="4747518" y="201582"/>
                  </a:lnTo>
                  <a:lnTo>
                    <a:pt x="4674539" y="200009"/>
                  </a:lnTo>
                  <a:lnTo>
                    <a:pt x="4616864" y="198904"/>
                  </a:lnTo>
                  <a:lnTo>
                    <a:pt x="4576162" y="198207"/>
                  </a:lnTo>
                  <a:lnTo>
                    <a:pt x="4551830" y="197832"/>
                  </a:lnTo>
                  <a:lnTo>
                    <a:pt x="4540949" y="197681"/>
                  </a:lnTo>
                  <a:lnTo>
                    <a:pt x="4538543" y="197650"/>
                  </a:lnTo>
                  <a:lnTo>
                    <a:pt x="4016409" y="197650"/>
                  </a:lnTo>
                  <a:lnTo>
                    <a:pt x="4015140" y="197644"/>
                  </a:lnTo>
                  <a:lnTo>
                    <a:pt x="4006843" y="197601"/>
                  </a:lnTo>
                  <a:lnTo>
                    <a:pt x="3986101" y="197481"/>
                  </a:lnTo>
                  <a:lnTo>
                    <a:pt x="3949458" y="197246"/>
                  </a:lnTo>
                  <a:lnTo>
                    <a:pt x="3895736" y="196861"/>
                  </a:lnTo>
                  <a:lnTo>
                    <a:pt x="3826091" y="196300"/>
                  </a:lnTo>
                  <a:lnTo>
                    <a:pt x="3743616" y="195549"/>
                  </a:lnTo>
                  <a:lnTo>
                    <a:pt x="3652567" y="194602"/>
                  </a:lnTo>
                  <a:lnTo>
                    <a:pt x="3557460" y="193463"/>
                  </a:lnTo>
                  <a:lnTo>
                    <a:pt x="3462314" y="192135"/>
                  </a:lnTo>
                  <a:lnTo>
                    <a:pt x="3370215" y="190622"/>
                  </a:lnTo>
                  <a:lnTo>
                    <a:pt x="3283179" y="188920"/>
                  </a:lnTo>
                  <a:lnTo>
                    <a:pt x="3202249" y="187019"/>
                  </a:lnTo>
                  <a:lnTo>
                    <a:pt x="3127697" y="184900"/>
                  </a:lnTo>
                  <a:lnTo>
                    <a:pt x="3059239" y="182535"/>
                  </a:lnTo>
                  <a:lnTo>
                    <a:pt x="2996239" y="179890"/>
                  </a:lnTo>
                  <a:lnTo>
                    <a:pt x="2937856" y="176926"/>
                  </a:lnTo>
                  <a:lnTo>
                    <a:pt x="2883160" y="173598"/>
                  </a:lnTo>
                  <a:lnTo>
                    <a:pt x="2831216" y="169867"/>
                  </a:lnTo>
                  <a:lnTo>
                    <a:pt x="2781168" y="165703"/>
                  </a:lnTo>
                  <a:lnTo>
                    <a:pt x="2770117" y="164709"/>
                  </a:lnTo>
                  <a:lnTo>
                    <a:pt x="2716088" y="159463"/>
                  </a:lnTo>
                  <a:lnTo>
                    <a:pt x="2662580" y="153664"/>
                  </a:lnTo>
                  <a:lnTo>
                    <a:pt x="2609010" y="147303"/>
                  </a:lnTo>
                  <a:lnTo>
                    <a:pt x="2554992" y="140395"/>
                  </a:lnTo>
                  <a:lnTo>
                    <a:pt x="2500305" y="132975"/>
                  </a:lnTo>
                  <a:lnTo>
                    <a:pt x="2444875" y="125104"/>
                  </a:lnTo>
                  <a:lnTo>
                    <a:pt x="2388756" y="116865"/>
                  </a:lnTo>
                  <a:lnTo>
                    <a:pt x="2332105" y="108364"/>
                  </a:lnTo>
                  <a:lnTo>
                    <a:pt x="2275153" y="99720"/>
                  </a:lnTo>
                  <a:lnTo>
                    <a:pt x="2218172" y="91062"/>
                  </a:lnTo>
                  <a:lnTo>
                    <a:pt x="2161438" y="82521"/>
                  </a:lnTo>
                  <a:lnTo>
                    <a:pt x="2105194" y="74219"/>
                  </a:lnTo>
                  <a:lnTo>
                    <a:pt x="2049614" y="66265"/>
                  </a:lnTo>
                  <a:lnTo>
                    <a:pt x="1994774" y="58746"/>
                  </a:lnTo>
                  <a:lnTo>
                    <a:pt x="1940631" y="51728"/>
                  </a:lnTo>
                  <a:lnTo>
                    <a:pt x="1886995" y="45253"/>
                  </a:lnTo>
                  <a:lnTo>
                    <a:pt x="1833515" y="39338"/>
                  </a:lnTo>
                  <a:lnTo>
                    <a:pt x="1779651" y="33979"/>
                  </a:lnTo>
                  <a:lnTo>
                    <a:pt x="1768425" y="32941"/>
                  </a:lnTo>
                  <a:lnTo>
                    <a:pt x="1718700" y="28680"/>
                  </a:lnTo>
                  <a:lnTo>
                    <a:pt x="1667252" y="24853"/>
                  </a:lnTo>
                  <a:lnTo>
                    <a:pt x="1613254" y="21438"/>
                  </a:lnTo>
                  <a:lnTo>
                    <a:pt x="1555781" y="18396"/>
                  </a:lnTo>
                  <a:lnTo>
                    <a:pt x="1493895" y="15683"/>
                  </a:lnTo>
                  <a:lnTo>
                    <a:pt x="1426728" y="13259"/>
                  </a:lnTo>
                  <a:lnTo>
                    <a:pt x="1353584" y="11087"/>
                  </a:lnTo>
                  <a:lnTo>
                    <a:pt x="1274086" y="9139"/>
                  </a:lnTo>
                  <a:lnTo>
                    <a:pt x="1188361" y="7393"/>
                  </a:lnTo>
                  <a:lnTo>
                    <a:pt x="1097260" y="5838"/>
                  </a:lnTo>
                  <a:lnTo>
                    <a:pt x="1002567" y="4469"/>
                  </a:lnTo>
                  <a:lnTo>
                    <a:pt x="907130" y="3287"/>
                  </a:lnTo>
                  <a:lnTo>
                    <a:pt x="814785" y="2297"/>
                  </a:lnTo>
                  <a:lnTo>
                    <a:pt x="729991" y="1502"/>
                  </a:lnTo>
                  <a:lnTo>
                    <a:pt x="657141" y="899"/>
                  </a:lnTo>
                  <a:lnTo>
                    <a:pt x="599665" y="476"/>
                  </a:lnTo>
                  <a:lnTo>
                    <a:pt x="559205" y="210"/>
                  </a:lnTo>
                  <a:lnTo>
                    <a:pt x="535117" y="68"/>
                  </a:lnTo>
                  <a:lnTo>
                    <a:pt x="524433" y="11"/>
                  </a:lnTo>
                  <a:lnTo>
                    <a:pt x="5221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741" name="pl741"/>
            <p:cNvSpPr/>
            <p:nvPr/>
          </p:nvSpPr>
          <p:spPr>
            <a:xfrm>
              <a:off x="386606" y="682947"/>
              <a:ext cx="8554953" cy="711543"/>
            </a:xfrm>
            <a:custGeom>
              <a:avLst/>
              <a:pathLst>
                <a:path w="8554953" h="711543">
                  <a:moveTo>
                    <a:pt x="0" y="0"/>
                  </a:moveTo>
                  <a:lnTo>
                    <a:pt x="522133" y="0"/>
                  </a:lnTo>
                  <a:lnTo>
                    <a:pt x="523402" y="6"/>
                  </a:lnTo>
                  <a:lnTo>
                    <a:pt x="531699" y="49"/>
                  </a:lnTo>
                  <a:lnTo>
                    <a:pt x="552441" y="169"/>
                  </a:lnTo>
                  <a:lnTo>
                    <a:pt x="589085" y="404"/>
                  </a:lnTo>
                  <a:lnTo>
                    <a:pt x="642806" y="789"/>
                  </a:lnTo>
                  <a:lnTo>
                    <a:pt x="712451" y="1350"/>
                  </a:lnTo>
                  <a:lnTo>
                    <a:pt x="794926" y="2101"/>
                  </a:lnTo>
                  <a:lnTo>
                    <a:pt x="885975" y="3048"/>
                  </a:lnTo>
                  <a:lnTo>
                    <a:pt x="981082" y="4187"/>
                  </a:lnTo>
                  <a:lnTo>
                    <a:pt x="1076228" y="5515"/>
                  </a:lnTo>
                  <a:lnTo>
                    <a:pt x="1168328" y="7028"/>
                  </a:lnTo>
                  <a:lnTo>
                    <a:pt x="1255364" y="8730"/>
                  </a:lnTo>
                  <a:lnTo>
                    <a:pt x="1336293" y="10631"/>
                  </a:lnTo>
                  <a:lnTo>
                    <a:pt x="1410845" y="12750"/>
                  </a:lnTo>
                  <a:lnTo>
                    <a:pt x="1479303" y="15115"/>
                  </a:lnTo>
                  <a:lnTo>
                    <a:pt x="1542303" y="17760"/>
                  </a:lnTo>
                  <a:lnTo>
                    <a:pt x="1600686" y="20724"/>
                  </a:lnTo>
                  <a:lnTo>
                    <a:pt x="1655382" y="24052"/>
                  </a:lnTo>
                  <a:lnTo>
                    <a:pt x="1707326" y="27783"/>
                  </a:lnTo>
                  <a:lnTo>
                    <a:pt x="1757374" y="31947"/>
                  </a:lnTo>
                  <a:lnTo>
                    <a:pt x="1768425" y="32941"/>
                  </a:lnTo>
                  <a:lnTo>
                    <a:pt x="1822454" y="38187"/>
                  </a:lnTo>
                  <a:lnTo>
                    <a:pt x="1875962" y="43986"/>
                  </a:lnTo>
                  <a:lnTo>
                    <a:pt x="1929532" y="50347"/>
                  </a:lnTo>
                  <a:lnTo>
                    <a:pt x="1983550" y="57255"/>
                  </a:lnTo>
                  <a:lnTo>
                    <a:pt x="2038237" y="64675"/>
                  </a:lnTo>
                  <a:lnTo>
                    <a:pt x="2093667" y="72546"/>
                  </a:lnTo>
                  <a:lnTo>
                    <a:pt x="2149786" y="80785"/>
                  </a:lnTo>
                  <a:lnTo>
                    <a:pt x="2206437" y="89286"/>
                  </a:lnTo>
                  <a:lnTo>
                    <a:pt x="2263389" y="97930"/>
                  </a:lnTo>
                  <a:lnTo>
                    <a:pt x="2320370" y="106588"/>
                  </a:lnTo>
                  <a:lnTo>
                    <a:pt x="2377104" y="115129"/>
                  </a:lnTo>
                  <a:lnTo>
                    <a:pt x="2433348" y="123431"/>
                  </a:lnTo>
                  <a:lnTo>
                    <a:pt x="2488929" y="131385"/>
                  </a:lnTo>
                  <a:lnTo>
                    <a:pt x="2543768" y="138904"/>
                  </a:lnTo>
                  <a:lnTo>
                    <a:pt x="2597911" y="145922"/>
                  </a:lnTo>
                  <a:lnTo>
                    <a:pt x="2651547" y="152397"/>
                  </a:lnTo>
                  <a:lnTo>
                    <a:pt x="2705027" y="158312"/>
                  </a:lnTo>
                  <a:lnTo>
                    <a:pt x="2758891" y="163671"/>
                  </a:lnTo>
                  <a:lnTo>
                    <a:pt x="2770117" y="164709"/>
                  </a:lnTo>
                  <a:lnTo>
                    <a:pt x="2819842" y="168970"/>
                  </a:lnTo>
                  <a:lnTo>
                    <a:pt x="2871290" y="172797"/>
                  </a:lnTo>
                  <a:lnTo>
                    <a:pt x="2925289" y="176212"/>
                  </a:lnTo>
                  <a:lnTo>
                    <a:pt x="2982761" y="179254"/>
                  </a:lnTo>
                  <a:lnTo>
                    <a:pt x="3044647" y="181967"/>
                  </a:lnTo>
                  <a:lnTo>
                    <a:pt x="3111814" y="184391"/>
                  </a:lnTo>
                  <a:lnTo>
                    <a:pt x="3184958" y="186563"/>
                  </a:lnTo>
                  <a:lnTo>
                    <a:pt x="3264456" y="188511"/>
                  </a:lnTo>
                  <a:lnTo>
                    <a:pt x="3350181" y="190257"/>
                  </a:lnTo>
                  <a:lnTo>
                    <a:pt x="3441282" y="191812"/>
                  </a:lnTo>
                  <a:lnTo>
                    <a:pt x="3535975" y="193181"/>
                  </a:lnTo>
                  <a:lnTo>
                    <a:pt x="3631412" y="194363"/>
                  </a:lnTo>
                  <a:lnTo>
                    <a:pt x="3723758" y="195353"/>
                  </a:lnTo>
                  <a:lnTo>
                    <a:pt x="3808551" y="196148"/>
                  </a:lnTo>
                  <a:lnTo>
                    <a:pt x="3881401" y="196751"/>
                  </a:lnTo>
                  <a:lnTo>
                    <a:pt x="3938877" y="197174"/>
                  </a:lnTo>
                  <a:lnTo>
                    <a:pt x="3979337" y="197440"/>
                  </a:lnTo>
                  <a:lnTo>
                    <a:pt x="4003426" y="197582"/>
                  </a:lnTo>
                  <a:lnTo>
                    <a:pt x="4014110" y="197639"/>
                  </a:lnTo>
                  <a:lnTo>
                    <a:pt x="4016394" y="197650"/>
                  </a:lnTo>
                  <a:lnTo>
                    <a:pt x="4016409" y="197650"/>
                  </a:lnTo>
                  <a:lnTo>
                    <a:pt x="4538543" y="197650"/>
                  </a:lnTo>
                  <a:lnTo>
                    <a:pt x="4539808" y="197666"/>
                  </a:lnTo>
                  <a:lnTo>
                    <a:pt x="4548081" y="197779"/>
                  </a:lnTo>
                  <a:lnTo>
                    <a:pt x="4568766" y="198089"/>
                  </a:lnTo>
                  <a:lnTo>
                    <a:pt x="4605313" y="198699"/>
                  </a:lnTo>
                  <a:lnTo>
                    <a:pt x="4658905" y="199697"/>
                  </a:lnTo>
                  <a:lnTo>
                    <a:pt x="4728400" y="201152"/>
                  </a:lnTo>
                  <a:lnTo>
                    <a:pt x="4810722" y="203100"/>
                  </a:lnTo>
                  <a:lnTo>
                    <a:pt x="4901632" y="205555"/>
                  </a:lnTo>
                  <a:lnTo>
                    <a:pt x="4996628" y="208510"/>
                  </a:lnTo>
                  <a:lnTo>
                    <a:pt x="5091695" y="211953"/>
                  </a:lnTo>
                  <a:lnTo>
                    <a:pt x="5183746" y="215878"/>
                  </a:lnTo>
                  <a:lnTo>
                    <a:pt x="5270761" y="220293"/>
                  </a:lnTo>
                  <a:lnTo>
                    <a:pt x="5351689" y="225225"/>
                  </a:lnTo>
                  <a:lnTo>
                    <a:pt x="5426252" y="230721"/>
                  </a:lnTo>
                  <a:lnTo>
                    <a:pt x="5494726" y="236853"/>
                  </a:lnTo>
                  <a:lnTo>
                    <a:pt x="5557741" y="243710"/>
                  </a:lnTo>
                  <a:lnTo>
                    <a:pt x="5616134" y="251395"/>
                  </a:lnTo>
                  <a:lnTo>
                    <a:pt x="5670832" y="260022"/>
                  </a:lnTo>
                  <a:lnTo>
                    <a:pt x="5722766" y="269694"/>
                  </a:lnTo>
                  <a:lnTo>
                    <a:pt x="5772794" y="280484"/>
                  </a:lnTo>
                  <a:lnTo>
                    <a:pt x="5784835" y="283299"/>
                  </a:lnTo>
                  <a:lnTo>
                    <a:pt x="5837624" y="296607"/>
                  </a:lnTo>
                  <a:lnTo>
                    <a:pt x="5889903" y="311287"/>
                  </a:lnTo>
                  <a:lnTo>
                    <a:pt x="5942219" y="327361"/>
                  </a:lnTo>
                  <a:lnTo>
                    <a:pt x="5994944" y="344798"/>
                  </a:lnTo>
                  <a:lnTo>
                    <a:pt x="6048294" y="363516"/>
                  </a:lnTo>
                  <a:lnTo>
                    <a:pt x="6102352" y="383374"/>
                  </a:lnTo>
                  <a:lnTo>
                    <a:pt x="6157082" y="404176"/>
                  </a:lnTo>
                  <a:lnTo>
                    <a:pt x="6212350" y="425675"/>
                  </a:lnTo>
                  <a:lnTo>
                    <a:pt x="6267949" y="447585"/>
                  </a:lnTo>
                  <a:lnTo>
                    <a:pt x="6323632" y="469596"/>
                  </a:lnTo>
                  <a:lnTo>
                    <a:pt x="6379138" y="491391"/>
                  </a:lnTo>
                  <a:lnTo>
                    <a:pt x="6434230" y="512668"/>
                  </a:lnTo>
                  <a:lnTo>
                    <a:pt x="6488727" y="533154"/>
                  </a:lnTo>
                  <a:lnTo>
                    <a:pt x="6542527" y="552617"/>
                  </a:lnTo>
                  <a:lnTo>
                    <a:pt x="6595634" y="570883"/>
                  </a:lnTo>
                  <a:lnTo>
                    <a:pt x="6648177" y="587832"/>
                  </a:lnTo>
                  <a:lnTo>
                    <a:pt x="6700428" y="603400"/>
                  </a:lnTo>
                  <a:lnTo>
                    <a:pt x="6752818" y="617577"/>
                  </a:lnTo>
                  <a:lnTo>
                    <a:pt x="6786527" y="625894"/>
                  </a:lnTo>
                  <a:lnTo>
                    <a:pt x="6836202" y="636963"/>
                  </a:lnTo>
                  <a:lnTo>
                    <a:pt x="6887595" y="646904"/>
                  </a:lnTo>
                  <a:lnTo>
                    <a:pt x="6941531" y="655778"/>
                  </a:lnTo>
                  <a:lnTo>
                    <a:pt x="6998932" y="663683"/>
                  </a:lnTo>
                  <a:lnTo>
                    <a:pt x="7060734" y="670732"/>
                  </a:lnTo>
                  <a:lnTo>
                    <a:pt x="7127803" y="677033"/>
                  </a:lnTo>
                  <a:lnTo>
                    <a:pt x="7200833" y="682678"/>
                  </a:lnTo>
                  <a:lnTo>
                    <a:pt x="7280203" y="687743"/>
                  </a:lnTo>
                  <a:lnTo>
                    <a:pt x="7365791" y="692281"/>
                  </a:lnTo>
                  <a:lnTo>
                    <a:pt x="7456757" y="696324"/>
                  </a:lnTo>
                  <a:lnTo>
                    <a:pt x="7551330" y="699886"/>
                  </a:lnTo>
                  <a:lnTo>
                    <a:pt x="7646684" y="702961"/>
                  </a:lnTo>
                  <a:lnTo>
                    <a:pt x="7739002" y="705539"/>
                  </a:lnTo>
                  <a:lnTo>
                    <a:pt x="7823843" y="707612"/>
                  </a:lnTo>
                  <a:lnTo>
                    <a:pt x="7896823" y="709184"/>
                  </a:lnTo>
                  <a:lnTo>
                    <a:pt x="7954498" y="710289"/>
                  </a:lnTo>
                  <a:lnTo>
                    <a:pt x="7995200" y="710987"/>
                  </a:lnTo>
                  <a:lnTo>
                    <a:pt x="8019532" y="711361"/>
                  </a:lnTo>
                  <a:lnTo>
                    <a:pt x="8030413" y="711513"/>
                  </a:lnTo>
                  <a:lnTo>
                    <a:pt x="8032800" y="711543"/>
                  </a:lnTo>
                  <a:lnTo>
                    <a:pt x="8032819" y="711543"/>
                  </a:lnTo>
                  <a:lnTo>
                    <a:pt x="8554953" y="711543"/>
                  </a:lnTo>
                  <a:lnTo>
                    <a:pt x="8554953" y="711543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742" name="pl742"/>
            <p:cNvSpPr/>
            <p:nvPr/>
          </p:nvSpPr>
          <p:spPr>
            <a:xfrm>
              <a:off x="386606" y="677299"/>
              <a:ext cx="8554953" cy="711543"/>
            </a:xfrm>
            <a:custGeom>
              <a:avLst/>
              <a:pathLst>
                <a:path w="8554953" h="711543">
                  <a:moveTo>
                    <a:pt x="8554953" y="711543"/>
                  </a:moveTo>
                  <a:lnTo>
                    <a:pt x="8032819" y="711543"/>
                  </a:lnTo>
                  <a:lnTo>
                    <a:pt x="8031554" y="711527"/>
                  </a:lnTo>
                  <a:lnTo>
                    <a:pt x="8023281" y="711415"/>
                  </a:lnTo>
                  <a:lnTo>
                    <a:pt x="8002596" y="711105"/>
                  </a:lnTo>
                  <a:lnTo>
                    <a:pt x="7966049" y="710495"/>
                  </a:lnTo>
                  <a:lnTo>
                    <a:pt x="7912457" y="709496"/>
                  </a:lnTo>
                  <a:lnTo>
                    <a:pt x="7842962" y="708042"/>
                  </a:lnTo>
                  <a:lnTo>
                    <a:pt x="7760640" y="706094"/>
                  </a:lnTo>
                  <a:lnTo>
                    <a:pt x="7669730" y="703639"/>
                  </a:lnTo>
                  <a:lnTo>
                    <a:pt x="7574734" y="700684"/>
                  </a:lnTo>
                  <a:lnTo>
                    <a:pt x="7479667" y="697241"/>
                  </a:lnTo>
                  <a:lnTo>
                    <a:pt x="7387616" y="693315"/>
                  </a:lnTo>
                  <a:lnTo>
                    <a:pt x="7300601" y="688901"/>
                  </a:lnTo>
                  <a:lnTo>
                    <a:pt x="7219673" y="683969"/>
                  </a:lnTo>
                  <a:lnTo>
                    <a:pt x="7145110" y="678472"/>
                  </a:lnTo>
                  <a:lnTo>
                    <a:pt x="7076636" y="672340"/>
                  </a:lnTo>
                  <a:lnTo>
                    <a:pt x="7013621" y="665484"/>
                  </a:lnTo>
                  <a:lnTo>
                    <a:pt x="6955228" y="657798"/>
                  </a:lnTo>
                  <a:lnTo>
                    <a:pt x="6900530" y="649172"/>
                  </a:lnTo>
                  <a:lnTo>
                    <a:pt x="6848596" y="639500"/>
                  </a:lnTo>
                  <a:lnTo>
                    <a:pt x="6798568" y="628709"/>
                  </a:lnTo>
                  <a:lnTo>
                    <a:pt x="6786527" y="625894"/>
                  </a:lnTo>
                  <a:lnTo>
                    <a:pt x="6733737" y="612587"/>
                  </a:lnTo>
                  <a:lnTo>
                    <a:pt x="6681459" y="597906"/>
                  </a:lnTo>
                  <a:lnTo>
                    <a:pt x="6629143" y="581833"/>
                  </a:lnTo>
                  <a:lnTo>
                    <a:pt x="6576418" y="564396"/>
                  </a:lnTo>
                  <a:lnTo>
                    <a:pt x="6523068" y="545678"/>
                  </a:lnTo>
                  <a:lnTo>
                    <a:pt x="6469010" y="525820"/>
                  </a:lnTo>
                  <a:lnTo>
                    <a:pt x="6414280" y="505018"/>
                  </a:lnTo>
                  <a:lnTo>
                    <a:pt x="6359012" y="483519"/>
                  </a:lnTo>
                  <a:lnTo>
                    <a:pt x="6303413" y="461609"/>
                  </a:lnTo>
                  <a:lnTo>
                    <a:pt x="6247730" y="439598"/>
                  </a:lnTo>
                  <a:lnTo>
                    <a:pt x="6192224" y="417802"/>
                  </a:lnTo>
                  <a:lnTo>
                    <a:pt x="6137132" y="396525"/>
                  </a:lnTo>
                  <a:lnTo>
                    <a:pt x="6082635" y="376040"/>
                  </a:lnTo>
                  <a:lnTo>
                    <a:pt x="6028835" y="356576"/>
                  </a:lnTo>
                  <a:lnTo>
                    <a:pt x="5975728" y="338310"/>
                  </a:lnTo>
                  <a:lnTo>
                    <a:pt x="5923185" y="321362"/>
                  </a:lnTo>
                  <a:lnTo>
                    <a:pt x="5870934" y="305794"/>
                  </a:lnTo>
                  <a:lnTo>
                    <a:pt x="5818544" y="291617"/>
                  </a:lnTo>
                  <a:lnTo>
                    <a:pt x="5784835" y="283299"/>
                  </a:lnTo>
                  <a:lnTo>
                    <a:pt x="5735160" y="272230"/>
                  </a:lnTo>
                  <a:lnTo>
                    <a:pt x="5683767" y="262289"/>
                  </a:lnTo>
                  <a:lnTo>
                    <a:pt x="5629831" y="253416"/>
                  </a:lnTo>
                  <a:lnTo>
                    <a:pt x="5572430" y="245511"/>
                  </a:lnTo>
                  <a:lnTo>
                    <a:pt x="5510628" y="238461"/>
                  </a:lnTo>
                  <a:lnTo>
                    <a:pt x="5443559" y="232161"/>
                  </a:lnTo>
                  <a:lnTo>
                    <a:pt x="5370529" y="226516"/>
                  </a:lnTo>
                  <a:lnTo>
                    <a:pt x="5291159" y="221451"/>
                  </a:lnTo>
                  <a:lnTo>
                    <a:pt x="5205571" y="216913"/>
                  </a:lnTo>
                  <a:lnTo>
                    <a:pt x="5114605" y="212869"/>
                  </a:lnTo>
                  <a:lnTo>
                    <a:pt x="5020032" y="209308"/>
                  </a:lnTo>
                  <a:lnTo>
                    <a:pt x="4924678" y="206232"/>
                  </a:lnTo>
                  <a:lnTo>
                    <a:pt x="4832360" y="203654"/>
                  </a:lnTo>
                  <a:lnTo>
                    <a:pt x="4747518" y="201582"/>
                  </a:lnTo>
                  <a:lnTo>
                    <a:pt x="4674539" y="200009"/>
                  </a:lnTo>
                  <a:lnTo>
                    <a:pt x="4616864" y="198904"/>
                  </a:lnTo>
                  <a:lnTo>
                    <a:pt x="4576162" y="198207"/>
                  </a:lnTo>
                  <a:lnTo>
                    <a:pt x="4551830" y="197832"/>
                  </a:lnTo>
                  <a:lnTo>
                    <a:pt x="4540949" y="197681"/>
                  </a:lnTo>
                  <a:lnTo>
                    <a:pt x="4538562" y="197651"/>
                  </a:lnTo>
                  <a:lnTo>
                    <a:pt x="4538543" y="197650"/>
                  </a:lnTo>
                  <a:lnTo>
                    <a:pt x="4016409" y="197650"/>
                  </a:lnTo>
                  <a:lnTo>
                    <a:pt x="4015140" y="197644"/>
                  </a:lnTo>
                  <a:lnTo>
                    <a:pt x="4006843" y="197601"/>
                  </a:lnTo>
                  <a:lnTo>
                    <a:pt x="3986101" y="197481"/>
                  </a:lnTo>
                  <a:lnTo>
                    <a:pt x="3949458" y="197246"/>
                  </a:lnTo>
                  <a:lnTo>
                    <a:pt x="3895736" y="196861"/>
                  </a:lnTo>
                  <a:lnTo>
                    <a:pt x="3826091" y="196300"/>
                  </a:lnTo>
                  <a:lnTo>
                    <a:pt x="3743616" y="195549"/>
                  </a:lnTo>
                  <a:lnTo>
                    <a:pt x="3652567" y="194602"/>
                  </a:lnTo>
                  <a:lnTo>
                    <a:pt x="3557460" y="193463"/>
                  </a:lnTo>
                  <a:lnTo>
                    <a:pt x="3462314" y="192135"/>
                  </a:lnTo>
                  <a:lnTo>
                    <a:pt x="3370215" y="190622"/>
                  </a:lnTo>
                  <a:lnTo>
                    <a:pt x="3283179" y="188920"/>
                  </a:lnTo>
                  <a:lnTo>
                    <a:pt x="3202249" y="187019"/>
                  </a:lnTo>
                  <a:lnTo>
                    <a:pt x="3127697" y="184900"/>
                  </a:lnTo>
                  <a:lnTo>
                    <a:pt x="3059239" y="182535"/>
                  </a:lnTo>
                  <a:lnTo>
                    <a:pt x="2996239" y="179890"/>
                  </a:lnTo>
                  <a:lnTo>
                    <a:pt x="2937856" y="176926"/>
                  </a:lnTo>
                  <a:lnTo>
                    <a:pt x="2883160" y="173598"/>
                  </a:lnTo>
                  <a:lnTo>
                    <a:pt x="2831216" y="169867"/>
                  </a:lnTo>
                  <a:lnTo>
                    <a:pt x="2781168" y="165703"/>
                  </a:lnTo>
                  <a:lnTo>
                    <a:pt x="2770117" y="164709"/>
                  </a:lnTo>
                  <a:lnTo>
                    <a:pt x="2716088" y="159463"/>
                  </a:lnTo>
                  <a:lnTo>
                    <a:pt x="2662580" y="153664"/>
                  </a:lnTo>
                  <a:lnTo>
                    <a:pt x="2609010" y="147303"/>
                  </a:lnTo>
                  <a:lnTo>
                    <a:pt x="2554992" y="140395"/>
                  </a:lnTo>
                  <a:lnTo>
                    <a:pt x="2500305" y="132975"/>
                  </a:lnTo>
                  <a:lnTo>
                    <a:pt x="2444875" y="125104"/>
                  </a:lnTo>
                  <a:lnTo>
                    <a:pt x="2388756" y="116865"/>
                  </a:lnTo>
                  <a:lnTo>
                    <a:pt x="2332105" y="108364"/>
                  </a:lnTo>
                  <a:lnTo>
                    <a:pt x="2275153" y="99720"/>
                  </a:lnTo>
                  <a:lnTo>
                    <a:pt x="2218172" y="91062"/>
                  </a:lnTo>
                  <a:lnTo>
                    <a:pt x="2161438" y="82521"/>
                  </a:lnTo>
                  <a:lnTo>
                    <a:pt x="2105194" y="74219"/>
                  </a:lnTo>
                  <a:lnTo>
                    <a:pt x="2049614" y="66265"/>
                  </a:lnTo>
                  <a:lnTo>
                    <a:pt x="1994774" y="58746"/>
                  </a:lnTo>
                  <a:lnTo>
                    <a:pt x="1940631" y="51728"/>
                  </a:lnTo>
                  <a:lnTo>
                    <a:pt x="1886995" y="45253"/>
                  </a:lnTo>
                  <a:lnTo>
                    <a:pt x="1833515" y="39338"/>
                  </a:lnTo>
                  <a:lnTo>
                    <a:pt x="1779651" y="33979"/>
                  </a:lnTo>
                  <a:lnTo>
                    <a:pt x="1768425" y="32941"/>
                  </a:lnTo>
                  <a:lnTo>
                    <a:pt x="1718700" y="28680"/>
                  </a:lnTo>
                  <a:lnTo>
                    <a:pt x="1667252" y="24853"/>
                  </a:lnTo>
                  <a:lnTo>
                    <a:pt x="1613254" y="21438"/>
                  </a:lnTo>
                  <a:lnTo>
                    <a:pt x="1555781" y="18396"/>
                  </a:lnTo>
                  <a:lnTo>
                    <a:pt x="1493895" y="15683"/>
                  </a:lnTo>
                  <a:lnTo>
                    <a:pt x="1426728" y="13259"/>
                  </a:lnTo>
                  <a:lnTo>
                    <a:pt x="1353584" y="11087"/>
                  </a:lnTo>
                  <a:lnTo>
                    <a:pt x="1274086" y="9139"/>
                  </a:lnTo>
                  <a:lnTo>
                    <a:pt x="1188361" y="7393"/>
                  </a:lnTo>
                  <a:lnTo>
                    <a:pt x="1097260" y="5838"/>
                  </a:lnTo>
                  <a:lnTo>
                    <a:pt x="1002567" y="4469"/>
                  </a:lnTo>
                  <a:lnTo>
                    <a:pt x="907130" y="3287"/>
                  </a:lnTo>
                  <a:lnTo>
                    <a:pt x="814785" y="2297"/>
                  </a:lnTo>
                  <a:lnTo>
                    <a:pt x="729991" y="1502"/>
                  </a:lnTo>
                  <a:lnTo>
                    <a:pt x="657141" y="899"/>
                  </a:lnTo>
                  <a:lnTo>
                    <a:pt x="599665" y="476"/>
                  </a:lnTo>
                  <a:lnTo>
                    <a:pt x="559205" y="210"/>
                  </a:lnTo>
                  <a:lnTo>
                    <a:pt x="535117" y="68"/>
                  </a:lnTo>
                  <a:lnTo>
                    <a:pt x="524433" y="11"/>
                  </a:lnTo>
                  <a:lnTo>
                    <a:pt x="522148" y="0"/>
                  </a:lnTo>
                  <a:lnTo>
                    <a:pt x="522133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743" name="pg743"/>
            <p:cNvSpPr/>
            <p:nvPr/>
          </p:nvSpPr>
          <p:spPr>
            <a:xfrm>
              <a:off x="386606" y="682947"/>
              <a:ext cx="8554953" cy="971313"/>
            </a:xfrm>
            <a:custGeom>
              <a:avLst/>
              <a:pathLst>
                <a:path w="8554953" h="971313">
                  <a:moveTo>
                    <a:pt x="0" y="5647"/>
                  </a:moveTo>
                  <a:lnTo>
                    <a:pt x="522133" y="5647"/>
                  </a:lnTo>
                  <a:lnTo>
                    <a:pt x="523402" y="5653"/>
                  </a:lnTo>
                  <a:lnTo>
                    <a:pt x="531699" y="5699"/>
                  </a:lnTo>
                  <a:lnTo>
                    <a:pt x="552440" y="5826"/>
                  </a:lnTo>
                  <a:lnTo>
                    <a:pt x="589081" y="6074"/>
                  </a:lnTo>
                  <a:lnTo>
                    <a:pt x="642800" y="6481"/>
                  </a:lnTo>
                  <a:lnTo>
                    <a:pt x="712442" y="7074"/>
                  </a:lnTo>
                  <a:lnTo>
                    <a:pt x="794914" y="7869"/>
                  </a:lnTo>
                  <a:lnTo>
                    <a:pt x="885959" y="8869"/>
                  </a:lnTo>
                  <a:lnTo>
                    <a:pt x="981065" y="10073"/>
                  </a:lnTo>
                  <a:lnTo>
                    <a:pt x="1076209" y="11477"/>
                  </a:lnTo>
                  <a:lnTo>
                    <a:pt x="1168307" y="13076"/>
                  </a:lnTo>
                  <a:lnTo>
                    <a:pt x="1255343" y="14875"/>
                  </a:lnTo>
                  <a:lnTo>
                    <a:pt x="1336272" y="16885"/>
                  </a:lnTo>
                  <a:lnTo>
                    <a:pt x="1410825" y="19126"/>
                  </a:lnTo>
                  <a:lnTo>
                    <a:pt x="1479283" y="21625"/>
                  </a:lnTo>
                  <a:lnTo>
                    <a:pt x="1542283" y="24421"/>
                  </a:lnTo>
                  <a:lnTo>
                    <a:pt x="1600666" y="27554"/>
                  </a:lnTo>
                  <a:lnTo>
                    <a:pt x="1655363" y="31072"/>
                  </a:lnTo>
                  <a:lnTo>
                    <a:pt x="1707306" y="35017"/>
                  </a:lnTo>
                  <a:lnTo>
                    <a:pt x="1757353" y="39417"/>
                  </a:lnTo>
                  <a:lnTo>
                    <a:pt x="1768425" y="40471"/>
                  </a:lnTo>
                  <a:lnTo>
                    <a:pt x="1822427" y="46013"/>
                  </a:lnTo>
                  <a:lnTo>
                    <a:pt x="1875909" y="52141"/>
                  </a:lnTo>
                  <a:lnTo>
                    <a:pt x="1929451" y="58860"/>
                  </a:lnTo>
                  <a:lnTo>
                    <a:pt x="1983441" y="66159"/>
                  </a:lnTo>
                  <a:lnTo>
                    <a:pt x="2038100" y="73998"/>
                  </a:lnTo>
                  <a:lnTo>
                    <a:pt x="2093500" y="82314"/>
                  </a:lnTo>
                  <a:lnTo>
                    <a:pt x="2149589" y="91018"/>
                  </a:lnTo>
                  <a:lnTo>
                    <a:pt x="2206210" y="99999"/>
                  </a:lnTo>
                  <a:lnTo>
                    <a:pt x="2263133" y="109132"/>
                  </a:lnTo>
                  <a:lnTo>
                    <a:pt x="2320086" y="118280"/>
                  </a:lnTo>
                  <a:lnTo>
                    <a:pt x="2376793" y="127306"/>
                  </a:lnTo>
                  <a:lnTo>
                    <a:pt x="2433013" y="136079"/>
                  </a:lnTo>
                  <a:lnTo>
                    <a:pt x="2488570" y="144487"/>
                  </a:lnTo>
                  <a:lnTo>
                    <a:pt x="2543387" y="152435"/>
                  </a:lnTo>
                  <a:lnTo>
                    <a:pt x="2597508" y="159854"/>
                  </a:lnTo>
                  <a:lnTo>
                    <a:pt x="2651120" y="166701"/>
                  </a:lnTo>
                  <a:lnTo>
                    <a:pt x="2704573" y="172955"/>
                  </a:lnTo>
                  <a:lnTo>
                    <a:pt x="2758403" y="178622"/>
                  </a:lnTo>
                  <a:lnTo>
                    <a:pt x="2770117" y="179768"/>
                  </a:lnTo>
                  <a:lnTo>
                    <a:pt x="2819841" y="184273"/>
                  </a:lnTo>
                  <a:lnTo>
                    <a:pt x="2871288" y="188318"/>
                  </a:lnTo>
                  <a:lnTo>
                    <a:pt x="2925285" y="191928"/>
                  </a:lnTo>
                  <a:lnTo>
                    <a:pt x="2982756" y="195144"/>
                  </a:lnTo>
                  <a:lnTo>
                    <a:pt x="3044640" y="198012"/>
                  </a:lnTo>
                  <a:lnTo>
                    <a:pt x="3111806" y="200575"/>
                  </a:lnTo>
                  <a:lnTo>
                    <a:pt x="3184948" y="202871"/>
                  </a:lnTo>
                  <a:lnTo>
                    <a:pt x="3264443" y="204930"/>
                  </a:lnTo>
                  <a:lnTo>
                    <a:pt x="3350165" y="206775"/>
                  </a:lnTo>
                  <a:lnTo>
                    <a:pt x="3441263" y="208419"/>
                  </a:lnTo>
                  <a:lnTo>
                    <a:pt x="3535953" y="209867"/>
                  </a:lnTo>
                  <a:lnTo>
                    <a:pt x="3631389" y="211116"/>
                  </a:lnTo>
                  <a:lnTo>
                    <a:pt x="3723734" y="212163"/>
                  </a:lnTo>
                  <a:lnTo>
                    <a:pt x="3808528" y="213004"/>
                  </a:lnTo>
                  <a:lnTo>
                    <a:pt x="3881381" y="213641"/>
                  </a:lnTo>
                  <a:lnTo>
                    <a:pt x="3938861" y="214088"/>
                  </a:lnTo>
                  <a:lnTo>
                    <a:pt x="3979326" y="214369"/>
                  </a:lnTo>
                  <a:lnTo>
                    <a:pt x="4003419" y="214520"/>
                  </a:lnTo>
                  <a:lnTo>
                    <a:pt x="4014107" y="214580"/>
                  </a:lnTo>
                  <a:lnTo>
                    <a:pt x="4016409" y="214592"/>
                  </a:lnTo>
                  <a:lnTo>
                    <a:pt x="4538543" y="214592"/>
                  </a:lnTo>
                  <a:lnTo>
                    <a:pt x="4539803" y="214615"/>
                  </a:lnTo>
                  <a:lnTo>
                    <a:pt x="4548044" y="214780"/>
                  </a:lnTo>
                  <a:lnTo>
                    <a:pt x="4568651" y="215235"/>
                  </a:lnTo>
                  <a:lnTo>
                    <a:pt x="4605067" y="216129"/>
                  </a:lnTo>
                  <a:lnTo>
                    <a:pt x="4658482" y="217594"/>
                  </a:lnTo>
                  <a:lnTo>
                    <a:pt x="4727772" y="219727"/>
                  </a:lnTo>
                  <a:lnTo>
                    <a:pt x="4809886" y="222586"/>
                  </a:lnTo>
                  <a:lnTo>
                    <a:pt x="4900607" y="226188"/>
                  </a:lnTo>
                  <a:lnTo>
                    <a:pt x="4995451" y="230524"/>
                  </a:lnTo>
                  <a:lnTo>
                    <a:pt x="5090408" y="235579"/>
                  </a:lnTo>
                  <a:lnTo>
                    <a:pt x="5182394" y="241340"/>
                  </a:lnTo>
                  <a:lnTo>
                    <a:pt x="5269380" y="247821"/>
                  </a:lnTo>
                  <a:lnTo>
                    <a:pt x="5350305" y="255059"/>
                  </a:lnTo>
                  <a:lnTo>
                    <a:pt x="5424882" y="263126"/>
                  </a:lnTo>
                  <a:lnTo>
                    <a:pt x="5493378" y="272124"/>
                  </a:lnTo>
                  <a:lnTo>
                    <a:pt x="5556414" y="282182"/>
                  </a:lnTo>
                  <a:lnTo>
                    <a:pt x="5614821" y="293454"/>
                  </a:lnTo>
                  <a:lnTo>
                    <a:pt x="5669522" y="306104"/>
                  </a:lnTo>
                  <a:lnTo>
                    <a:pt x="5721444" y="320287"/>
                  </a:lnTo>
                  <a:lnTo>
                    <a:pt x="5771443" y="336110"/>
                  </a:lnTo>
                  <a:lnTo>
                    <a:pt x="5784835" y="340712"/>
                  </a:lnTo>
                  <a:lnTo>
                    <a:pt x="5836133" y="359723"/>
                  </a:lnTo>
                  <a:lnTo>
                    <a:pt x="5886932" y="380641"/>
                  </a:lnTo>
                  <a:lnTo>
                    <a:pt x="5937743" y="403494"/>
                  </a:lnTo>
                  <a:lnTo>
                    <a:pt x="5988916" y="428251"/>
                  </a:lnTo>
                  <a:lnTo>
                    <a:pt x="6040664" y="454805"/>
                  </a:lnTo>
                  <a:lnTo>
                    <a:pt x="6093077" y="482977"/>
                  </a:lnTo>
                  <a:lnTo>
                    <a:pt x="6146136" y="512513"/>
                  </a:lnTo>
                  <a:lnTo>
                    <a:pt x="6199736" y="543091"/>
                  </a:lnTo>
                  <a:lnTo>
                    <a:pt x="6253697" y="574335"/>
                  </a:lnTo>
                  <a:lnTo>
                    <a:pt x="6307800" y="605831"/>
                  </a:lnTo>
                  <a:lnTo>
                    <a:pt x="6361804" y="637153"/>
                  </a:lnTo>
                  <a:lnTo>
                    <a:pt x="6415485" y="667882"/>
                  </a:lnTo>
                  <a:lnTo>
                    <a:pt x="6468653" y="697634"/>
                  </a:lnTo>
                  <a:lnTo>
                    <a:pt x="6521188" y="726076"/>
                  </a:lnTo>
                  <a:lnTo>
                    <a:pt x="6573054" y="752940"/>
                  </a:lnTo>
                  <a:lnTo>
                    <a:pt x="6624320" y="778035"/>
                  </a:lnTo>
                  <a:lnTo>
                    <a:pt x="6675175" y="801240"/>
                  </a:lnTo>
                  <a:lnTo>
                    <a:pt x="6725943" y="822510"/>
                  </a:lnTo>
                  <a:lnTo>
                    <a:pt x="6777104" y="841864"/>
                  </a:lnTo>
                  <a:lnTo>
                    <a:pt x="6786527" y="845193"/>
                  </a:lnTo>
                  <a:lnTo>
                    <a:pt x="6836133" y="861471"/>
                  </a:lnTo>
                  <a:lnTo>
                    <a:pt x="6887451" y="876093"/>
                  </a:lnTo>
                  <a:lnTo>
                    <a:pt x="6941303" y="889146"/>
                  </a:lnTo>
                  <a:lnTo>
                    <a:pt x="6998607" y="900777"/>
                  </a:lnTo>
                  <a:lnTo>
                    <a:pt x="7060294" y="911151"/>
                  </a:lnTo>
                  <a:lnTo>
                    <a:pt x="7127229" y="920423"/>
                  </a:lnTo>
                  <a:lnTo>
                    <a:pt x="7200104" y="928733"/>
                  </a:lnTo>
                  <a:lnTo>
                    <a:pt x="7279300" y="936189"/>
                  </a:lnTo>
                  <a:lnTo>
                    <a:pt x="7364702" y="942871"/>
                  </a:lnTo>
                  <a:lnTo>
                    <a:pt x="7455483" y="948826"/>
                  </a:lnTo>
                  <a:lnTo>
                    <a:pt x="7549892" y="954073"/>
                  </a:lnTo>
                  <a:lnTo>
                    <a:pt x="7645131" y="958607"/>
                  </a:lnTo>
                  <a:lnTo>
                    <a:pt x="7737412" y="962411"/>
                  </a:lnTo>
                  <a:lnTo>
                    <a:pt x="7822317" y="965472"/>
                  </a:lnTo>
                  <a:lnTo>
                    <a:pt x="7895469" y="967799"/>
                  </a:lnTo>
                  <a:lnTo>
                    <a:pt x="7953415" y="969438"/>
                  </a:lnTo>
                  <a:lnTo>
                    <a:pt x="7994446" y="970476"/>
                  </a:lnTo>
                  <a:lnTo>
                    <a:pt x="8019110" y="971036"/>
                  </a:lnTo>
                  <a:lnTo>
                    <a:pt x="8030263" y="971265"/>
                  </a:lnTo>
                  <a:lnTo>
                    <a:pt x="8032819" y="971313"/>
                  </a:lnTo>
                  <a:lnTo>
                    <a:pt x="8554953" y="971313"/>
                  </a:lnTo>
                  <a:lnTo>
                    <a:pt x="8554953" y="965666"/>
                  </a:lnTo>
                  <a:lnTo>
                    <a:pt x="8032819" y="965666"/>
                  </a:lnTo>
                  <a:lnTo>
                    <a:pt x="8031559" y="965643"/>
                  </a:lnTo>
                  <a:lnTo>
                    <a:pt x="8023318" y="965478"/>
                  </a:lnTo>
                  <a:lnTo>
                    <a:pt x="8002711" y="965023"/>
                  </a:lnTo>
                  <a:lnTo>
                    <a:pt x="7966295" y="964128"/>
                  </a:lnTo>
                  <a:lnTo>
                    <a:pt x="7912880" y="962664"/>
                  </a:lnTo>
                  <a:lnTo>
                    <a:pt x="7843590" y="960531"/>
                  </a:lnTo>
                  <a:lnTo>
                    <a:pt x="7761476" y="957672"/>
                  </a:lnTo>
                  <a:lnTo>
                    <a:pt x="7670755" y="954070"/>
                  </a:lnTo>
                  <a:lnTo>
                    <a:pt x="7575911" y="949733"/>
                  </a:lnTo>
                  <a:lnTo>
                    <a:pt x="7480954" y="944679"/>
                  </a:lnTo>
                  <a:lnTo>
                    <a:pt x="7388968" y="938917"/>
                  </a:lnTo>
                  <a:lnTo>
                    <a:pt x="7301982" y="932437"/>
                  </a:lnTo>
                  <a:lnTo>
                    <a:pt x="7221057" y="925198"/>
                  </a:lnTo>
                  <a:lnTo>
                    <a:pt x="7146480" y="917131"/>
                  </a:lnTo>
                  <a:lnTo>
                    <a:pt x="7077984" y="908134"/>
                  </a:lnTo>
                  <a:lnTo>
                    <a:pt x="7014948" y="898075"/>
                  </a:lnTo>
                  <a:lnTo>
                    <a:pt x="6956540" y="886803"/>
                  </a:lnTo>
                  <a:lnTo>
                    <a:pt x="6901840" y="874153"/>
                  </a:lnTo>
                  <a:lnTo>
                    <a:pt x="6849918" y="859971"/>
                  </a:lnTo>
                  <a:lnTo>
                    <a:pt x="6799919" y="844148"/>
                  </a:lnTo>
                  <a:lnTo>
                    <a:pt x="6786527" y="839546"/>
                  </a:lnTo>
                  <a:lnTo>
                    <a:pt x="6735229" y="820535"/>
                  </a:lnTo>
                  <a:lnTo>
                    <a:pt x="6684430" y="799617"/>
                  </a:lnTo>
                  <a:lnTo>
                    <a:pt x="6633619" y="776763"/>
                  </a:lnTo>
                  <a:lnTo>
                    <a:pt x="6582446" y="752007"/>
                  </a:lnTo>
                  <a:lnTo>
                    <a:pt x="6530698" y="725453"/>
                  </a:lnTo>
                  <a:lnTo>
                    <a:pt x="6478285" y="697281"/>
                  </a:lnTo>
                  <a:lnTo>
                    <a:pt x="6425226" y="667745"/>
                  </a:lnTo>
                  <a:lnTo>
                    <a:pt x="6371626" y="637167"/>
                  </a:lnTo>
                  <a:lnTo>
                    <a:pt x="6317665" y="605923"/>
                  </a:lnTo>
                  <a:lnTo>
                    <a:pt x="6263562" y="574427"/>
                  </a:lnTo>
                  <a:lnTo>
                    <a:pt x="6209558" y="543105"/>
                  </a:lnTo>
                  <a:lnTo>
                    <a:pt x="6155877" y="512376"/>
                  </a:lnTo>
                  <a:lnTo>
                    <a:pt x="6102709" y="482624"/>
                  </a:lnTo>
                  <a:lnTo>
                    <a:pt x="6050174" y="454182"/>
                  </a:lnTo>
                  <a:lnTo>
                    <a:pt x="5998308" y="427317"/>
                  </a:lnTo>
                  <a:lnTo>
                    <a:pt x="5947042" y="402223"/>
                  </a:lnTo>
                  <a:lnTo>
                    <a:pt x="5896187" y="379018"/>
                  </a:lnTo>
                  <a:lnTo>
                    <a:pt x="5845419" y="357747"/>
                  </a:lnTo>
                  <a:lnTo>
                    <a:pt x="5794258" y="338394"/>
                  </a:lnTo>
                  <a:lnTo>
                    <a:pt x="5784835" y="335065"/>
                  </a:lnTo>
                  <a:lnTo>
                    <a:pt x="5735229" y="318787"/>
                  </a:lnTo>
                  <a:lnTo>
                    <a:pt x="5683911" y="304165"/>
                  </a:lnTo>
                  <a:lnTo>
                    <a:pt x="5630059" y="291112"/>
                  </a:lnTo>
                  <a:lnTo>
                    <a:pt x="5572755" y="279480"/>
                  </a:lnTo>
                  <a:lnTo>
                    <a:pt x="5511068" y="269107"/>
                  </a:lnTo>
                  <a:lnTo>
                    <a:pt x="5444133" y="259834"/>
                  </a:lnTo>
                  <a:lnTo>
                    <a:pt x="5371258" y="251525"/>
                  </a:lnTo>
                  <a:lnTo>
                    <a:pt x="5292062" y="244069"/>
                  </a:lnTo>
                  <a:lnTo>
                    <a:pt x="5206660" y="237387"/>
                  </a:lnTo>
                  <a:lnTo>
                    <a:pt x="5115879" y="231432"/>
                  </a:lnTo>
                  <a:lnTo>
                    <a:pt x="5021470" y="226184"/>
                  </a:lnTo>
                  <a:lnTo>
                    <a:pt x="4926231" y="221650"/>
                  </a:lnTo>
                  <a:lnTo>
                    <a:pt x="4833950" y="217847"/>
                  </a:lnTo>
                  <a:lnTo>
                    <a:pt x="4749045" y="214786"/>
                  </a:lnTo>
                  <a:lnTo>
                    <a:pt x="4675893" y="212459"/>
                  </a:lnTo>
                  <a:lnTo>
                    <a:pt x="4617947" y="210820"/>
                  </a:lnTo>
                  <a:lnTo>
                    <a:pt x="4576916" y="209782"/>
                  </a:lnTo>
                  <a:lnTo>
                    <a:pt x="4552252" y="209222"/>
                  </a:lnTo>
                  <a:lnTo>
                    <a:pt x="4541099" y="208993"/>
                  </a:lnTo>
                  <a:lnTo>
                    <a:pt x="4538543" y="208945"/>
                  </a:lnTo>
                  <a:lnTo>
                    <a:pt x="4016409" y="208945"/>
                  </a:lnTo>
                  <a:lnTo>
                    <a:pt x="4015140" y="208938"/>
                  </a:lnTo>
                  <a:lnTo>
                    <a:pt x="4006844" y="208893"/>
                  </a:lnTo>
                  <a:lnTo>
                    <a:pt x="3986102" y="208766"/>
                  </a:lnTo>
                  <a:lnTo>
                    <a:pt x="3949461" y="208517"/>
                  </a:lnTo>
                  <a:lnTo>
                    <a:pt x="3895742" y="208110"/>
                  </a:lnTo>
                  <a:lnTo>
                    <a:pt x="3826100" y="207517"/>
                  </a:lnTo>
                  <a:lnTo>
                    <a:pt x="3743628" y="206723"/>
                  </a:lnTo>
                  <a:lnTo>
                    <a:pt x="3652583" y="205722"/>
                  </a:lnTo>
                  <a:lnTo>
                    <a:pt x="3557478" y="204518"/>
                  </a:lnTo>
                  <a:lnTo>
                    <a:pt x="3462334" y="203115"/>
                  </a:lnTo>
                  <a:lnTo>
                    <a:pt x="3370235" y="201515"/>
                  </a:lnTo>
                  <a:lnTo>
                    <a:pt x="3283199" y="199716"/>
                  </a:lnTo>
                  <a:lnTo>
                    <a:pt x="3202270" y="197706"/>
                  </a:lnTo>
                  <a:lnTo>
                    <a:pt x="3127717" y="195466"/>
                  </a:lnTo>
                  <a:lnTo>
                    <a:pt x="3059259" y="192966"/>
                  </a:lnTo>
                  <a:lnTo>
                    <a:pt x="2996259" y="190171"/>
                  </a:lnTo>
                  <a:lnTo>
                    <a:pt x="2937876" y="187037"/>
                  </a:lnTo>
                  <a:lnTo>
                    <a:pt x="2883180" y="183519"/>
                  </a:lnTo>
                  <a:lnTo>
                    <a:pt x="2831236" y="179575"/>
                  </a:lnTo>
                  <a:lnTo>
                    <a:pt x="2781189" y="175174"/>
                  </a:lnTo>
                  <a:lnTo>
                    <a:pt x="2770117" y="174121"/>
                  </a:lnTo>
                  <a:lnTo>
                    <a:pt x="2716115" y="168578"/>
                  </a:lnTo>
                  <a:lnTo>
                    <a:pt x="2662633" y="162451"/>
                  </a:lnTo>
                  <a:lnTo>
                    <a:pt x="2609091" y="155731"/>
                  </a:lnTo>
                  <a:lnTo>
                    <a:pt x="2555101" y="148433"/>
                  </a:lnTo>
                  <a:lnTo>
                    <a:pt x="2500442" y="140594"/>
                  </a:lnTo>
                  <a:lnTo>
                    <a:pt x="2445042" y="132278"/>
                  </a:lnTo>
                  <a:lnTo>
                    <a:pt x="2388953" y="123574"/>
                  </a:lnTo>
                  <a:lnTo>
                    <a:pt x="2332332" y="114592"/>
                  </a:lnTo>
                  <a:lnTo>
                    <a:pt x="2275409" y="105459"/>
                  </a:lnTo>
                  <a:lnTo>
                    <a:pt x="2218456" y="96311"/>
                  </a:lnTo>
                  <a:lnTo>
                    <a:pt x="2161749" y="87286"/>
                  </a:lnTo>
                  <a:lnTo>
                    <a:pt x="2105529" y="78512"/>
                  </a:lnTo>
                  <a:lnTo>
                    <a:pt x="2049972" y="70104"/>
                  </a:lnTo>
                  <a:lnTo>
                    <a:pt x="1995155" y="62156"/>
                  </a:lnTo>
                  <a:lnTo>
                    <a:pt x="1941034" y="54737"/>
                  </a:lnTo>
                  <a:lnTo>
                    <a:pt x="1887422" y="47891"/>
                  </a:lnTo>
                  <a:lnTo>
                    <a:pt x="1833969" y="41636"/>
                  </a:lnTo>
                  <a:lnTo>
                    <a:pt x="1780139" y="35969"/>
                  </a:lnTo>
                  <a:lnTo>
                    <a:pt x="1768425" y="34824"/>
                  </a:lnTo>
                  <a:lnTo>
                    <a:pt x="1718701" y="30319"/>
                  </a:lnTo>
                  <a:lnTo>
                    <a:pt x="1667254" y="26274"/>
                  </a:lnTo>
                  <a:lnTo>
                    <a:pt x="1613257" y="22663"/>
                  </a:lnTo>
                  <a:lnTo>
                    <a:pt x="1555786" y="19447"/>
                  </a:lnTo>
                  <a:lnTo>
                    <a:pt x="1493902" y="16580"/>
                  </a:lnTo>
                  <a:lnTo>
                    <a:pt x="1426737" y="14017"/>
                  </a:lnTo>
                  <a:lnTo>
                    <a:pt x="1353595" y="11721"/>
                  </a:lnTo>
                  <a:lnTo>
                    <a:pt x="1274099" y="9661"/>
                  </a:lnTo>
                  <a:lnTo>
                    <a:pt x="1188377" y="7816"/>
                  </a:lnTo>
                  <a:lnTo>
                    <a:pt x="1097279" y="6172"/>
                  </a:lnTo>
                  <a:lnTo>
                    <a:pt x="1002589" y="4725"/>
                  </a:lnTo>
                  <a:lnTo>
                    <a:pt x="907153" y="3475"/>
                  </a:lnTo>
                  <a:lnTo>
                    <a:pt x="814808" y="2429"/>
                  </a:lnTo>
                  <a:lnTo>
                    <a:pt x="730014" y="1588"/>
                  </a:lnTo>
                  <a:lnTo>
                    <a:pt x="657161" y="951"/>
                  </a:lnTo>
                  <a:lnTo>
                    <a:pt x="599681" y="504"/>
                  </a:lnTo>
                  <a:lnTo>
                    <a:pt x="559216" y="222"/>
                  </a:lnTo>
                  <a:lnTo>
                    <a:pt x="535123" y="72"/>
                  </a:lnTo>
                  <a:lnTo>
                    <a:pt x="524435" y="11"/>
                  </a:lnTo>
                  <a:lnTo>
                    <a:pt x="5221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744" name="pl744"/>
            <p:cNvSpPr/>
            <p:nvPr/>
          </p:nvSpPr>
          <p:spPr>
            <a:xfrm>
              <a:off x="386606" y="688594"/>
              <a:ext cx="8554953" cy="965666"/>
            </a:xfrm>
            <a:custGeom>
              <a:avLst/>
              <a:pathLst>
                <a:path w="8554953" h="965666">
                  <a:moveTo>
                    <a:pt x="0" y="0"/>
                  </a:moveTo>
                  <a:lnTo>
                    <a:pt x="522133" y="0"/>
                  </a:lnTo>
                  <a:lnTo>
                    <a:pt x="523402" y="6"/>
                  </a:lnTo>
                  <a:lnTo>
                    <a:pt x="531699" y="52"/>
                  </a:lnTo>
                  <a:lnTo>
                    <a:pt x="552440" y="178"/>
                  </a:lnTo>
                  <a:lnTo>
                    <a:pt x="589081" y="427"/>
                  </a:lnTo>
                  <a:lnTo>
                    <a:pt x="642800" y="834"/>
                  </a:lnTo>
                  <a:lnTo>
                    <a:pt x="712442" y="1427"/>
                  </a:lnTo>
                  <a:lnTo>
                    <a:pt x="794914" y="2221"/>
                  </a:lnTo>
                  <a:lnTo>
                    <a:pt x="885959" y="3222"/>
                  </a:lnTo>
                  <a:lnTo>
                    <a:pt x="981065" y="4426"/>
                  </a:lnTo>
                  <a:lnTo>
                    <a:pt x="1076209" y="5830"/>
                  </a:lnTo>
                  <a:lnTo>
                    <a:pt x="1168307" y="7429"/>
                  </a:lnTo>
                  <a:lnTo>
                    <a:pt x="1255343" y="9228"/>
                  </a:lnTo>
                  <a:lnTo>
                    <a:pt x="1336272" y="11238"/>
                  </a:lnTo>
                  <a:lnTo>
                    <a:pt x="1410825" y="13478"/>
                  </a:lnTo>
                  <a:lnTo>
                    <a:pt x="1479283" y="15978"/>
                  </a:lnTo>
                  <a:lnTo>
                    <a:pt x="1542283" y="18773"/>
                  </a:lnTo>
                  <a:lnTo>
                    <a:pt x="1600666" y="21907"/>
                  </a:lnTo>
                  <a:lnTo>
                    <a:pt x="1655363" y="25425"/>
                  </a:lnTo>
                  <a:lnTo>
                    <a:pt x="1707306" y="29369"/>
                  </a:lnTo>
                  <a:lnTo>
                    <a:pt x="1757353" y="33770"/>
                  </a:lnTo>
                  <a:lnTo>
                    <a:pt x="1768425" y="34824"/>
                  </a:lnTo>
                  <a:lnTo>
                    <a:pt x="1822427" y="40366"/>
                  </a:lnTo>
                  <a:lnTo>
                    <a:pt x="1875909" y="46493"/>
                  </a:lnTo>
                  <a:lnTo>
                    <a:pt x="1929451" y="53213"/>
                  </a:lnTo>
                  <a:lnTo>
                    <a:pt x="1983441" y="60512"/>
                  </a:lnTo>
                  <a:lnTo>
                    <a:pt x="2038100" y="68351"/>
                  </a:lnTo>
                  <a:lnTo>
                    <a:pt x="2093500" y="76666"/>
                  </a:lnTo>
                  <a:lnTo>
                    <a:pt x="2149589" y="85370"/>
                  </a:lnTo>
                  <a:lnTo>
                    <a:pt x="2206210" y="94352"/>
                  </a:lnTo>
                  <a:lnTo>
                    <a:pt x="2263133" y="103485"/>
                  </a:lnTo>
                  <a:lnTo>
                    <a:pt x="2320086" y="112633"/>
                  </a:lnTo>
                  <a:lnTo>
                    <a:pt x="2376793" y="121658"/>
                  </a:lnTo>
                  <a:lnTo>
                    <a:pt x="2433013" y="130432"/>
                  </a:lnTo>
                  <a:lnTo>
                    <a:pt x="2488570" y="138840"/>
                  </a:lnTo>
                  <a:lnTo>
                    <a:pt x="2543387" y="146788"/>
                  </a:lnTo>
                  <a:lnTo>
                    <a:pt x="2597508" y="154207"/>
                  </a:lnTo>
                  <a:lnTo>
                    <a:pt x="2651120" y="161053"/>
                  </a:lnTo>
                  <a:lnTo>
                    <a:pt x="2704573" y="167308"/>
                  </a:lnTo>
                  <a:lnTo>
                    <a:pt x="2758403" y="172975"/>
                  </a:lnTo>
                  <a:lnTo>
                    <a:pt x="2770117" y="174121"/>
                  </a:lnTo>
                  <a:lnTo>
                    <a:pt x="2819841" y="178625"/>
                  </a:lnTo>
                  <a:lnTo>
                    <a:pt x="2871288" y="182671"/>
                  </a:lnTo>
                  <a:lnTo>
                    <a:pt x="2925285" y="186281"/>
                  </a:lnTo>
                  <a:lnTo>
                    <a:pt x="2982756" y="189497"/>
                  </a:lnTo>
                  <a:lnTo>
                    <a:pt x="3044640" y="192365"/>
                  </a:lnTo>
                  <a:lnTo>
                    <a:pt x="3111806" y="194927"/>
                  </a:lnTo>
                  <a:lnTo>
                    <a:pt x="3184948" y="197223"/>
                  </a:lnTo>
                  <a:lnTo>
                    <a:pt x="3264443" y="199283"/>
                  </a:lnTo>
                  <a:lnTo>
                    <a:pt x="3350165" y="201128"/>
                  </a:lnTo>
                  <a:lnTo>
                    <a:pt x="3441263" y="202772"/>
                  </a:lnTo>
                  <a:lnTo>
                    <a:pt x="3535953" y="204220"/>
                  </a:lnTo>
                  <a:lnTo>
                    <a:pt x="3631389" y="205469"/>
                  </a:lnTo>
                  <a:lnTo>
                    <a:pt x="3723734" y="206516"/>
                  </a:lnTo>
                  <a:lnTo>
                    <a:pt x="3808528" y="207356"/>
                  </a:lnTo>
                  <a:lnTo>
                    <a:pt x="3881381" y="207994"/>
                  </a:lnTo>
                  <a:lnTo>
                    <a:pt x="3938861" y="208441"/>
                  </a:lnTo>
                  <a:lnTo>
                    <a:pt x="3979326" y="208722"/>
                  </a:lnTo>
                  <a:lnTo>
                    <a:pt x="4003419" y="208873"/>
                  </a:lnTo>
                  <a:lnTo>
                    <a:pt x="4014107" y="208933"/>
                  </a:lnTo>
                  <a:lnTo>
                    <a:pt x="4016394" y="208945"/>
                  </a:lnTo>
                  <a:lnTo>
                    <a:pt x="4016409" y="208945"/>
                  </a:lnTo>
                  <a:lnTo>
                    <a:pt x="4538543" y="208945"/>
                  </a:lnTo>
                  <a:lnTo>
                    <a:pt x="4539803" y="208968"/>
                  </a:lnTo>
                  <a:lnTo>
                    <a:pt x="4548044" y="209133"/>
                  </a:lnTo>
                  <a:lnTo>
                    <a:pt x="4568651" y="209588"/>
                  </a:lnTo>
                  <a:lnTo>
                    <a:pt x="4605067" y="210482"/>
                  </a:lnTo>
                  <a:lnTo>
                    <a:pt x="4658482" y="211947"/>
                  </a:lnTo>
                  <a:lnTo>
                    <a:pt x="4727772" y="214080"/>
                  </a:lnTo>
                  <a:lnTo>
                    <a:pt x="4809886" y="216938"/>
                  </a:lnTo>
                  <a:lnTo>
                    <a:pt x="4900607" y="220540"/>
                  </a:lnTo>
                  <a:lnTo>
                    <a:pt x="4995451" y="224877"/>
                  </a:lnTo>
                  <a:lnTo>
                    <a:pt x="5090408" y="229931"/>
                  </a:lnTo>
                  <a:lnTo>
                    <a:pt x="5182394" y="235693"/>
                  </a:lnTo>
                  <a:lnTo>
                    <a:pt x="5269380" y="242174"/>
                  </a:lnTo>
                  <a:lnTo>
                    <a:pt x="5350305" y="249412"/>
                  </a:lnTo>
                  <a:lnTo>
                    <a:pt x="5424882" y="257479"/>
                  </a:lnTo>
                  <a:lnTo>
                    <a:pt x="5493378" y="266477"/>
                  </a:lnTo>
                  <a:lnTo>
                    <a:pt x="5556414" y="276535"/>
                  </a:lnTo>
                  <a:lnTo>
                    <a:pt x="5614821" y="287807"/>
                  </a:lnTo>
                  <a:lnTo>
                    <a:pt x="5669522" y="300457"/>
                  </a:lnTo>
                  <a:lnTo>
                    <a:pt x="5721444" y="314639"/>
                  </a:lnTo>
                  <a:lnTo>
                    <a:pt x="5771443" y="330463"/>
                  </a:lnTo>
                  <a:lnTo>
                    <a:pt x="5784835" y="335065"/>
                  </a:lnTo>
                  <a:lnTo>
                    <a:pt x="5836133" y="354076"/>
                  </a:lnTo>
                  <a:lnTo>
                    <a:pt x="5886932" y="374993"/>
                  </a:lnTo>
                  <a:lnTo>
                    <a:pt x="5937743" y="397847"/>
                  </a:lnTo>
                  <a:lnTo>
                    <a:pt x="5988916" y="422604"/>
                  </a:lnTo>
                  <a:lnTo>
                    <a:pt x="6040664" y="449157"/>
                  </a:lnTo>
                  <a:lnTo>
                    <a:pt x="6093077" y="477329"/>
                  </a:lnTo>
                  <a:lnTo>
                    <a:pt x="6146136" y="506865"/>
                  </a:lnTo>
                  <a:lnTo>
                    <a:pt x="6199736" y="537444"/>
                  </a:lnTo>
                  <a:lnTo>
                    <a:pt x="6253697" y="568688"/>
                  </a:lnTo>
                  <a:lnTo>
                    <a:pt x="6307800" y="600184"/>
                  </a:lnTo>
                  <a:lnTo>
                    <a:pt x="6361804" y="631506"/>
                  </a:lnTo>
                  <a:lnTo>
                    <a:pt x="6415485" y="662235"/>
                  </a:lnTo>
                  <a:lnTo>
                    <a:pt x="6468653" y="691987"/>
                  </a:lnTo>
                  <a:lnTo>
                    <a:pt x="6521188" y="720429"/>
                  </a:lnTo>
                  <a:lnTo>
                    <a:pt x="6573054" y="747293"/>
                  </a:lnTo>
                  <a:lnTo>
                    <a:pt x="6624320" y="772387"/>
                  </a:lnTo>
                  <a:lnTo>
                    <a:pt x="6675175" y="795593"/>
                  </a:lnTo>
                  <a:lnTo>
                    <a:pt x="6725943" y="816863"/>
                  </a:lnTo>
                  <a:lnTo>
                    <a:pt x="6777104" y="836217"/>
                  </a:lnTo>
                  <a:lnTo>
                    <a:pt x="6786527" y="839546"/>
                  </a:lnTo>
                  <a:lnTo>
                    <a:pt x="6836133" y="855824"/>
                  </a:lnTo>
                  <a:lnTo>
                    <a:pt x="6887451" y="870445"/>
                  </a:lnTo>
                  <a:lnTo>
                    <a:pt x="6941303" y="883499"/>
                  </a:lnTo>
                  <a:lnTo>
                    <a:pt x="6998607" y="895130"/>
                  </a:lnTo>
                  <a:lnTo>
                    <a:pt x="7060294" y="905504"/>
                  </a:lnTo>
                  <a:lnTo>
                    <a:pt x="7127229" y="914776"/>
                  </a:lnTo>
                  <a:lnTo>
                    <a:pt x="7200104" y="923086"/>
                  </a:lnTo>
                  <a:lnTo>
                    <a:pt x="7279300" y="930541"/>
                  </a:lnTo>
                  <a:lnTo>
                    <a:pt x="7364702" y="937223"/>
                  </a:lnTo>
                  <a:lnTo>
                    <a:pt x="7455483" y="943179"/>
                  </a:lnTo>
                  <a:lnTo>
                    <a:pt x="7549892" y="948426"/>
                  </a:lnTo>
                  <a:lnTo>
                    <a:pt x="7645131" y="952960"/>
                  </a:lnTo>
                  <a:lnTo>
                    <a:pt x="7737412" y="956764"/>
                  </a:lnTo>
                  <a:lnTo>
                    <a:pt x="7822317" y="959825"/>
                  </a:lnTo>
                  <a:lnTo>
                    <a:pt x="7895469" y="962152"/>
                  </a:lnTo>
                  <a:lnTo>
                    <a:pt x="7953415" y="963791"/>
                  </a:lnTo>
                  <a:lnTo>
                    <a:pt x="7994446" y="964828"/>
                  </a:lnTo>
                  <a:lnTo>
                    <a:pt x="8019110" y="965389"/>
                  </a:lnTo>
                  <a:lnTo>
                    <a:pt x="8030263" y="965618"/>
                  </a:lnTo>
                  <a:lnTo>
                    <a:pt x="8032793" y="965665"/>
                  </a:lnTo>
                  <a:lnTo>
                    <a:pt x="8032819" y="965666"/>
                  </a:lnTo>
                  <a:lnTo>
                    <a:pt x="8554953" y="965666"/>
                  </a:lnTo>
                  <a:lnTo>
                    <a:pt x="8554953" y="965666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745" name="pl745"/>
            <p:cNvSpPr/>
            <p:nvPr/>
          </p:nvSpPr>
          <p:spPr>
            <a:xfrm>
              <a:off x="386606" y="682947"/>
              <a:ext cx="8554953" cy="965666"/>
            </a:xfrm>
            <a:custGeom>
              <a:avLst/>
              <a:pathLst>
                <a:path w="8554953" h="965666">
                  <a:moveTo>
                    <a:pt x="8554953" y="965666"/>
                  </a:moveTo>
                  <a:lnTo>
                    <a:pt x="8032819" y="965666"/>
                  </a:lnTo>
                  <a:lnTo>
                    <a:pt x="8031559" y="965643"/>
                  </a:lnTo>
                  <a:lnTo>
                    <a:pt x="8023318" y="965478"/>
                  </a:lnTo>
                  <a:lnTo>
                    <a:pt x="8002711" y="965023"/>
                  </a:lnTo>
                  <a:lnTo>
                    <a:pt x="7966295" y="964128"/>
                  </a:lnTo>
                  <a:lnTo>
                    <a:pt x="7912880" y="962664"/>
                  </a:lnTo>
                  <a:lnTo>
                    <a:pt x="7843590" y="960531"/>
                  </a:lnTo>
                  <a:lnTo>
                    <a:pt x="7761476" y="957672"/>
                  </a:lnTo>
                  <a:lnTo>
                    <a:pt x="7670755" y="954070"/>
                  </a:lnTo>
                  <a:lnTo>
                    <a:pt x="7575911" y="949733"/>
                  </a:lnTo>
                  <a:lnTo>
                    <a:pt x="7480954" y="944679"/>
                  </a:lnTo>
                  <a:lnTo>
                    <a:pt x="7388968" y="938917"/>
                  </a:lnTo>
                  <a:lnTo>
                    <a:pt x="7301982" y="932437"/>
                  </a:lnTo>
                  <a:lnTo>
                    <a:pt x="7221057" y="925198"/>
                  </a:lnTo>
                  <a:lnTo>
                    <a:pt x="7146480" y="917131"/>
                  </a:lnTo>
                  <a:lnTo>
                    <a:pt x="7077984" y="908134"/>
                  </a:lnTo>
                  <a:lnTo>
                    <a:pt x="7014948" y="898075"/>
                  </a:lnTo>
                  <a:lnTo>
                    <a:pt x="6956540" y="886803"/>
                  </a:lnTo>
                  <a:lnTo>
                    <a:pt x="6901840" y="874153"/>
                  </a:lnTo>
                  <a:lnTo>
                    <a:pt x="6849918" y="859971"/>
                  </a:lnTo>
                  <a:lnTo>
                    <a:pt x="6799919" y="844148"/>
                  </a:lnTo>
                  <a:lnTo>
                    <a:pt x="6786527" y="839546"/>
                  </a:lnTo>
                  <a:lnTo>
                    <a:pt x="6735229" y="820535"/>
                  </a:lnTo>
                  <a:lnTo>
                    <a:pt x="6684430" y="799617"/>
                  </a:lnTo>
                  <a:lnTo>
                    <a:pt x="6633619" y="776763"/>
                  </a:lnTo>
                  <a:lnTo>
                    <a:pt x="6582446" y="752007"/>
                  </a:lnTo>
                  <a:lnTo>
                    <a:pt x="6530698" y="725453"/>
                  </a:lnTo>
                  <a:lnTo>
                    <a:pt x="6478285" y="697281"/>
                  </a:lnTo>
                  <a:lnTo>
                    <a:pt x="6425226" y="667745"/>
                  </a:lnTo>
                  <a:lnTo>
                    <a:pt x="6371626" y="637167"/>
                  </a:lnTo>
                  <a:lnTo>
                    <a:pt x="6317665" y="605923"/>
                  </a:lnTo>
                  <a:lnTo>
                    <a:pt x="6263562" y="574427"/>
                  </a:lnTo>
                  <a:lnTo>
                    <a:pt x="6209558" y="543105"/>
                  </a:lnTo>
                  <a:lnTo>
                    <a:pt x="6155877" y="512376"/>
                  </a:lnTo>
                  <a:lnTo>
                    <a:pt x="6102709" y="482624"/>
                  </a:lnTo>
                  <a:lnTo>
                    <a:pt x="6050174" y="454182"/>
                  </a:lnTo>
                  <a:lnTo>
                    <a:pt x="5998308" y="427317"/>
                  </a:lnTo>
                  <a:lnTo>
                    <a:pt x="5947042" y="402223"/>
                  </a:lnTo>
                  <a:lnTo>
                    <a:pt x="5896187" y="379018"/>
                  </a:lnTo>
                  <a:lnTo>
                    <a:pt x="5845419" y="357747"/>
                  </a:lnTo>
                  <a:lnTo>
                    <a:pt x="5794258" y="338394"/>
                  </a:lnTo>
                  <a:lnTo>
                    <a:pt x="5784835" y="335065"/>
                  </a:lnTo>
                  <a:lnTo>
                    <a:pt x="5735229" y="318787"/>
                  </a:lnTo>
                  <a:lnTo>
                    <a:pt x="5683911" y="304165"/>
                  </a:lnTo>
                  <a:lnTo>
                    <a:pt x="5630059" y="291112"/>
                  </a:lnTo>
                  <a:lnTo>
                    <a:pt x="5572755" y="279480"/>
                  </a:lnTo>
                  <a:lnTo>
                    <a:pt x="5511068" y="269107"/>
                  </a:lnTo>
                  <a:lnTo>
                    <a:pt x="5444133" y="259834"/>
                  </a:lnTo>
                  <a:lnTo>
                    <a:pt x="5371258" y="251525"/>
                  </a:lnTo>
                  <a:lnTo>
                    <a:pt x="5292062" y="244069"/>
                  </a:lnTo>
                  <a:lnTo>
                    <a:pt x="5206660" y="237387"/>
                  </a:lnTo>
                  <a:lnTo>
                    <a:pt x="5115879" y="231432"/>
                  </a:lnTo>
                  <a:lnTo>
                    <a:pt x="5021470" y="226184"/>
                  </a:lnTo>
                  <a:lnTo>
                    <a:pt x="4926231" y="221650"/>
                  </a:lnTo>
                  <a:lnTo>
                    <a:pt x="4833950" y="217847"/>
                  </a:lnTo>
                  <a:lnTo>
                    <a:pt x="4749045" y="214786"/>
                  </a:lnTo>
                  <a:lnTo>
                    <a:pt x="4675893" y="212459"/>
                  </a:lnTo>
                  <a:lnTo>
                    <a:pt x="4617947" y="210820"/>
                  </a:lnTo>
                  <a:lnTo>
                    <a:pt x="4576916" y="209782"/>
                  </a:lnTo>
                  <a:lnTo>
                    <a:pt x="4552252" y="209222"/>
                  </a:lnTo>
                  <a:lnTo>
                    <a:pt x="4541099" y="208993"/>
                  </a:lnTo>
                  <a:lnTo>
                    <a:pt x="4538569" y="208945"/>
                  </a:lnTo>
                  <a:lnTo>
                    <a:pt x="4538543" y="208945"/>
                  </a:lnTo>
                  <a:lnTo>
                    <a:pt x="4016409" y="208945"/>
                  </a:lnTo>
                  <a:lnTo>
                    <a:pt x="4015140" y="208938"/>
                  </a:lnTo>
                  <a:lnTo>
                    <a:pt x="4006844" y="208893"/>
                  </a:lnTo>
                  <a:lnTo>
                    <a:pt x="3986102" y="208766"/>
                  </a:lnTo>
                  <a:lnTo>
                    <a:pt x="3949461" y="208517"/>
                  </a:lnTo>
                  <a:lnTo>
                    <a:pt x="3895742" y="208110"/>
                  </a:lnTo>
                  <a:lnTo>
                    <a:pt x="3826100" y="207517"/>
                  </a:lnTo>
                  <a:lnTo>
                    <a:pt x="3743628" y="206723"/>
                  </a:lnTo>
                  <a:lnTo>
                    <a:pt x="3652583" y="205722"/>
                  </a:lnTo>
                  <a:lnTo>
                    <a:pt x="3557478" y="204518"/>
                  </a:lnTo>
                  <a:lnTo>
                    <a:pt x="3462334" y="203115"/>
                  </a:lnTo>
                  <a:lnTo>
                    <a:pt x="3370235" y="201515"/>
                  </a:lnTo>
                  <a:lnTo>
                    <a:pt x="3283199" y="199716"/>
                  </a:lnTo>
                  <a:lnTo>
                    <a:pt x="3202270" y="197706"/>
                  </a:lnTo>
                  <a:lnTo>
                    <a:pt x="3127717" y="195466"/>
                  </a:lnTo>
                  <a:lnTo>
                    <a:pt x="3059259" y="192966"/>
                  </a:lnTo>
                  <a:lnTo>
                    <a:pt x="2996259" y="190171"/>
                  </a:lnTo>
                  <a:lnTo>
                    <a:pt x="2937876" y="187037"/>
                  </a:lnTo>
                  <a:lnTo>
                    <a:pt x="2883180" y="183519"/>
                  </a:lnTo>
                  <a:lnTo>
                    <a:pt x="2831236" y="179575"/>
                  </a:lnTo>
                  <a:lnTo>
                    <a:pt x="2781189" y="175174"/>
                  </a:lnTo>
                  <a:lnTo>
                    <a:pt x="2770117" y="174121"/>
                  </a:lnTo>
                  <a:lnTo>
                    <a:pt x="2716115" y="168578"/>
                  </a:lnTo>
                  <a:lnTo>
                    <a:pt x="2662633" y="162451"/>
                  </a:lnTo>
                  <a:lnTo>
                    <a:pt x="2609091" y="155731"/>
                  </a:lnTo>
                  <a:lnTo>
                    <a:pt x="2555101" y="148433"/>
                  </a:lnTo>
                  <a:lnTo>
                    <a:pt x="2500442" y="140594"/>
                  </a:lnTo>
                  <a:lnTo>
                    <a:pt x="2445042" y="132278"/>
                  </a:lnTo>
                  <a:lnTo>
                    <a:pt x="2388953" y="123574"/>
                  </a:lnTo>
                  <a:lnTo>
                    <a:pt x="2332332" y="114592"/>
                  </a:lnTo>
                  <a:lnTo>
                    <a:pt x="2275409" y="105459"/>
                  </a:lnTo>
                  <a:lnTo>
                    <a:pt x="2218456" y="96311"/>
                  </a:lnTo>
                  <a:lnTo>
                    <a:pt x="2161749" y="87286"/>
                  </a:lnTo>
                  <a:lnTo>
                    <a:pt x="2105529" y="78512"/>
                  </a:lnTo>
                  <a:lnTo>
                    <a:pt x="2049972" y="70104"/>
                  </a:lnTo>
                  <a:lnTo>
                    <a:pt x="1995155" y="62156"/>
                  </a:lnTo>
                  <a:lnTo>
                    <a:pt x="1941034" y="54737"/>
                  </a:lnTo>
                  <a:lnTo>
                    <a:pt x="1887422" y="47891"/>
                  </a:lnTo>
                  <a:lnTo>
                    <a:pt x="1833969" y="41636"/>
                  </a:lnTo>
                  <a:lnTo>
                    <a:pt x="1780139" y="35969"/>
                  </a:lnTo>
                  <a:lnTo>
                    <a:pt x="1768425" y="34824"/>
                  </a:lnTo>
                  <a:lnTo>
                    <a:pt x="1718701" y="30319"/>
                  </a:lnTo>
                  <a:lnTo>
                    <a:pt x="1667254" y="26274"/>
                  </a:lnTo>
                  <a:lnTo>
                    <a:pt x="1613257" y="22663"/>
                  </a:lnTo>
                  <a:lnTo>
                    <a:pt x="1555786" y="19447"/>
                  </a:lnTo>
                  <a:lnTo>
                    <a:pt x="1493902" y="16580"/>
                  </a:lnTo>
                  <a:lnTo>
                    <a:pt x="1426737" y="14017"/>
                  </a:lnTo>
                  <a:lnTo>
                    <a:pt x="1353595" y="11721"/>
                  </a:lnTo>
                  <a:lnTo>
                    <a:pt x="1274099" y="9661"/>
                  </a:lnTo>
                  <a:lnTo>
                    <a:pt x="1188377" y="7816"/>
                  </a:lnTo>
                  <a:lnTo>
                    <a:pt x="1097279" y="6172"/>
                  </a:lnTo>
                  <a:lnTo>
                    <a:pt x="1002589" y="4725"/>
                  </a:lnTo>
                  <a:lnTo>
                    <a:pt x="907153" y="3475"/>
                  </a:lnTo>
                  <a:lnTo>
                    <a:pt x="814808" y="2429"/>
                  </a:lnTo>
                  <a:lnTo>
                    <a:pt x="730014" y="1588"/>
                  </a:lnTo>
                  <a:lnTo>
                    <a:pt x="657161" y="951"/>
                  </a:lnTo>
                  <a:lnTo>
                    <a:pt x="599681" y="504"/>
                  </a:lnTo>
                  <a:lnTo>
                    <a:pt x="559216" y="222"/>
                  </a:lnTo>
                  <a:lnTo>
                    <a:pt x="535123" y="72"/>
                  </a:lnTo>
                  <a:lnTo>
                    <a:pt x="524435" y="11"/>
                  </a:lnTo>
                  <a:lnTo>
                    <a:pt x="522148" y="0"/>
                  </a:lnTo>
                  <a:lnTo>
                    <a:pt x="522133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746" name="pg746"/>
            <p:cNvSpPr/>
            <p:nvPr/>
          </p:nvSpPr>
          <p:spPr>
            <a:xfrm>
              <a:off x="386606" y="688594"/>
              <a:ext cx="8554953" cy="1824036"/>
            </a:xfrm>
            <a:custGeom>
              <a:avLst/>
              <a:pathLst>
                <a:path w="8554953" h="1824036">
                  <a:moveTo>
                    <a:pt x="0" y="5647"/>
                  </a:moveTo>
                  <a:lnTo>
                    <a:pt x="522133" y="5647"/>
                  </a:lnTo>
                  <a:lnTo>
                    <a:pt x="523401" y="5656"/>
                  </a:lnTo>
                  <a:lnTo>
                    <a:pt x="531694" y="5719"/>
                  </a:lnTo>
                  <a:lnTo>
                    <a:pt x="552425" y="5893"/>
                  </a:lnTo>
                  <a:lnTo>
                    <a:pt x="589049" y="6236"/>
                  </a:lnTo>
                  <a:lnTo>
                    <a:pt x="642745" y="6797"/>
                  </a:lnTo>
                  <a:lnTo>
                    <a:pt x="712361" y="7613"/>
                  </a:lnTo>
                  <a:lnTo>
                    <a:pt x="794806" y="8708"/>
                  </a:lnTo>
                  <a:lnTo>
                    <a:pt x="885828" y="10086"/>
                  </a:lnTo>
                  <a:lnTo>
                    <a:pt x="980913" y="11746"/>
                  </a:lnTo>
                  <a:lnTo>
                    <a:pt x="1076044" y="13679"/>
                  </a:lnTo>
                  <a:lnTo>
                    <a:pt x="1168134" y="15883"/>
                  </a:lnTo>
                  <a:lnTo>
                    <a:pt x="1255166" y="18362"/>
                  </a:lnTo>
                  <a:lnTo>
                    <a:pt x="1336095" y="21131"/>
                  </a:lnTo>
                  <a:lnTo>
                    <a:pt x="1410649" y="24218"/>
                  </a:lnTo>
                  <a:lnTo>
                    <a:pt x="1479110" y="27662"/>
                  </a:lnTo>
                  <a:lnTo>
                    <a:pt x="1542113" y="31513"/>
                  </a:lnTo>
                  <a:lnTo>
                    <a:pt x="1600498" y="35830"/>
                  </a:lnTo>
                  <a:lnTo>
                    <a:pt x="1655195" y="40676"/>
                  </a:lnTo>
                  <a:lnTo>
                    <a:pt x="1707136" y="46110"/>
                  </a:lnTo>
                  <a:lnTo>
                    <a:pt x="1757180" y="52173"/>
                  </a:lnTo>
                  <a:lnTo>
                    <a:pt x="1768425" y="53648"/>
                  </a:lnTo>
                  <a:lnTo>
                    <a:pt x="1822201" y="61253"/>
                  </a:lnTo>
                  <a:lnTo>
                    <a:pt x="1875458" y="69658"/>
                  </a:lnTo>
                  <a:lnTo>
                    <a:pt x="1928771" y="78873"/>
                  </a:lnTo>
                  <a:lnTo>
                    <a:pt x="1982524" y="88879"/>
                  </a:lnTo>
                  <a:lnTo>
                    <a:pt x="2036938" y="99625"/>
                  </a:lnTo>
                  <a:lnTo>
                    <a:pt x="2092088" y="111025"/>
                  </a:lnTo>
                  <a:lnTo>
                    <a:pt x="2147922" y="122959"/>
                  </a:lnTo>
                  <a:lnTo>
                    <a:pt x="2204291" y="135278"/>
                  </a:lnTo>
                  <a:lnTo>
                    <a:pt x="2260967" y="147809"/>
                  </a:lnTo>
                  <a:lnTo>
                    <a:pt x="2317684" y="160368"/>
                  </a:lnTo>
                  <a:lnTo>
                    <a:pt x="2374168" y="172767"/>
                  </a:lnTo>
                  <a:lnTo>
                    <a:pt x="2430179" y="184830"/>
                  </a:lnTo>
                  <a:lnTo>
                    <a:pt x="2485539" y="196400"/>
                  </a:lnTo>
                  <a:lnTo>
                    <a:pt x="2540166" y="207348"/>
                  </a:lnTo>
                  <a:lnTo>
                    <a:pt x="2594097" y="217578"/>
                  </a:lnTo>
                  <a:lnTo>
                    <a:pt x="2647507" y="227028"/>
                  </a:lnTo>
                  <a:lnTo>
                    <a:pt x="2700730" y="235670"/>
                  </a:lnTo>
                  <a:lnTo>
                    <a:pt x="2754282" y="243506"/>
                  </a:lnTo>
                  <a:lnTo>
                    <a:pt x="2770117" y="245651"/>
                  </a:lnTo>
                  <a:lnTo>
                    <a:pt x="2819832" y="251860"/>
                  </a:lnTo>
                  <a:lnTo>
                    <a:pt x="2871269" y="257435"/>
                  </a:lnTo>
                  <a:lnTo>
                    <a:pt x="2925256" y="262411"/>
                  </a:lnTo>
                  <a:lnTo>
                    <a:pt x="2982715" y="266843"/>
                  </a:lnTo>
                  <a:lnTo>
                    <a:pt x="3044584" y="270795"/>
                  </a:lnTo>
                  <a:lnTo>
                    <a:pt x="3111732" y="274328"/>
                  </a:lnTo>
                  <a:lnTo>
                    <a:pt x="3184854" y="277492"/>
                  </a:lnTo>
                  <a:lnTo>
                    <a:pt x="3264327" y="280331"/>
                  </a:lnTo>
                  <a:lnTo>
                    <a:pt x="3350025" y="282874"/>
                  </a:lnTo>
                  <a:lnTo>
                    <a:pt x="3441100" y="285140"/>
                  </a:lnTo>
                  <a:lnTo>
                    <a:pt x="3535769" y="287136"/>
                  </a:lnTo>
                  <a:lnTo>
                    <a:pt x="3631190" y="288858"/>
                  </a:lnTo>
                  <a:lnTo>
                    <a:pt x="3723530" y="290301"/>
                  </a:lnTo>
                  <a:lnTo>
                    <a:pt x="3808333" y="291461"/>
                  </a:lnTo>
                  <a:lnTo>
                    <a:pt x="3881209" y="292339"/>
                  </a:lnTo>
                  <a:lnTo>
                    <a:pt x="3938723" y="292956"/>
                  </a:lnTo>
                  <a:lnTo>
                    <a:pt x="3979231" y="293345"/>
                  </a:lnTo>
                  <a:lnTo>
                    <a:pt x="4003367" y="293553"/>
                  </a:lnTo>
                  <a:lnTo>
                    <a:pt x="4014089" y="293636"/>
                  </a:lnTo>
                  <a:lnTo>
                    <a:pt x="4016409" y="293652"/>
                  </a:lnTo>
                  <a:lnTo>
                    <a:pt x="4538543" y="293652"/>
                  </a:lnTo>
                  <a:lnTo>
                    <a:pt x="4539775" y="293698"/>
                  </a:lnTo>
                  <a:lnTo>
                    <a:pt x="4547835" y="294023"/>
                  </a:lnTo>
                  <a:lnTo>
                    <a:pt x="4568007" y="294923"/>
                  </a:lnTo>
                  <a:lnTo>
                    <a:pt x="4603695" y="296690"/>
                  </a:lnTo>
                  <a:lnTo>
                    <a:pt x="4656123" y="299585"/>
                  </a:lnTo>
                  <a:lnTo>
                    <a:pt x="4724268" y="303807"/>
                  </a:lnTo>
                  <a:lnTo>
                    <a:pt x="4805211" y="309469"/>
                  </a:lnTo>
                  <a:lnTo>
                    <a:pt x="4894869" y="316612"/>
                  </a:lnTo>
                  <a:lnTo>
                    <a:pt x="4988849" y="325221"/>
                  </a:lnTo>
                  <a:lnTo>
                    <a:pt x="5083187" y="335260"/>
                  </a:lnTo>
                  <a:lnTo>
                    <a:pt x="5174794" y="346708"/>
                  </a:lnTo>
                  <a:lnTo>
                    <a:pt x="5261606" y="359584"/>
                  </a:lnTo>
                  <a:lnTo>
                    <a:pt x="5342510" y="373959"/>
                  </a:lnTo>
                  <a:lnTo>
                    <a:pt x="5417163" y="389967"/>
                  </a:lnTo>
                  <a:lnTo>
                    <a:pt x="5485778" y="407804"/>
                  </a:lnTo>
                  <a:lnTo>
                    <a:pt x="5548935" y="427720"/>
                  </a:lnTo>
                  <a:lnTo>
                    <a:pt x="5607425" y="450015"/>
                  </a:lnTo>
                  <a:lnTo>
                    <a:pt x="5662145" y="475011"/>
                  </a:lnTo>
                  <a:lnTo>
                    <a:pt x="5714005" y="503019"/>
                  </a:lnTo>
                  <a:lnTo>
                    <a:pt x="5763857" y="534274"/>
                  </a:lnTo>
                  <a:lnTo>
                    <a:pt x="5784835" y="548716"/>
                  </a:lnTo>
                  <a:lnTo>
                    <a:pt x="5830305" y="582575"/>
                  </a:lnTo>
                  <a:lnTo>
                    <a:pt x="5875332" y="619449"/>
                  </a:lnTo>
                  <a:lnTo>
                    <a:pt x="5920290" y="659394"/>
                  </a:lnTo>
                  <a:lnTo>
                    <a:pt x="5965453" y="702390"/>
                  </a:lnTo>
                  <a:lnTo>
                    <a:pt x="6011005" y="748330"/>
                  </a:lnTo>
                  <a:lnTo>
                    <a:pt x="6057051" y="797017"/>
                  </a:lnTo>
                  <a:lnTo>
                    <a:pt x="6103624" y="848159"/>
                  </a:lnTo>
                  <a:lnTo>
                    <a:pt x="6150694" y="901372"/>
                  </a:lnTo>
                  <a:lnTo>
                    <a:pt x="6198179" y="956193"/>
                  </a:lnTo>
                  <a:lnTo>
                    <a:pt x="6245953" y="1012088"/>
                  </a:lnTo>
                  <a:lnTo>
                    <a:pt x="6293863" y="1068481"/>
                  </a:lnTo>
                  <a:lnTo>
                    <a:pt x="6341746" y="1124772"/>
                  </a:lnTo>
                  <a:lnTo>
                    <a:pt x="6389437" y="1180363"/>
                  </a:lnTo>
                  <a:lnTo>
                    <a:pt x="6436792" y="1234692"/>
                  </a:lnTo>
                  <a:lnTo>
                    <a:pt x="6483699" y="1287246"/>
                  </a:lnTo>
                  <a:lnTo>
                    <a:pt x="6530093" y="1337588"/>
                  </a:lnTo>
                  <a:lnTo>
                    <a:pt x="6575963" y="1385365"/>
                  </a:lnTo>
                  <a:lnTo>
                    <a:pt x="6621367" y="1430318"/>
                  </a:lnTo>
                  <a:lnTo>
                    <a:pt x="6666435" y="1472279"/>
                  </a:lnTo>
                  <a:lnTo>
                    <a:pt x="6711381" y="1511174"/>
                  </a:lnTo>
                  <a:lnTo>
                    <a:pt x="6756511" y="1547009"/>
                  </a:lnTo>
                  <a:lnTo>
                    <a:pt x="6786527" y="1568972"/>
                  </a:lnTo>
                  <a:lnTo>
                    <a:pt x="6835746" y="1601652"/>
                  </a:lnTo>
                  <a:lnTo>
                    <a:pt x="6886646" y="1631034"/>
                  </a:lnTo>
                  <a:lnTo>
                    <a:pt x="6940027" y="1657288"/>
                  </a:lnTo>
                  <a:lnTo>
                    <a:pt x="6996786" y="1680702"/>
                  </a:lnTo>
                  <a:lnTo>
                    <a:pt x="7057833" y="1701602"/>
                  </a:lnTo>
                  <a:lnTo>
                    <a:pt x="7124018" y="1720298"/>
                  </a:lnTo>
                  <a:lnTo>
                    <a:pt x="7196026" y="1737064"/>
                  </a:lnTo>
                  <a:lnTo>
                    <a:pt x="7274250" y="1752121"/>
                  </a:lnTo>
                  <a:lnTo>
                    <a:pt x="7358611" y="1765628"/>
                  </a:lnTo>
                  <a:lnTo>
                    <a:pt x="7448353" y="1777684"/>
                  </a:lnTo>
                  <a:lnTo>
                    <a:pt x="7541837" y="1788329"/>
                  </a:lnTo>
                  <a:lnTo>
                    <a:pt x="7636412" y="1797556"/>
                  </a:lnTo>
                  <a:lnTo>
                    <a:pt x="7728453" y="1805332"/>
                  </a:lnTo>
                  <a:lnTo>
                    <a:pt x="7813677" y="1811630"/>
                  </a:lnTo>
                  <a:lnTo>
                    <a:pt x="7887764" y="1816461"/>
                  </a:lnTo>
                  <a:lnTo>
                    <a:pt x="7947191" y="1819906"/>
                  </a:lnTo>
                  <a:lnTo>
                    <a:pt x="7990053" y="1822129"/>
                  </a:lnTo>
                  <a:lnTo>
                    <a:pt x="8016593" y="1823366"/>
                  </a:lnTo>
                  <a:lnTo>
                    <a:pt x="8029310" y="1823902"/>
                  </a:lnTo>
                  <a:lnTo>
                    <a:pt x="8032819" y="1824036"/>
                  </a:lnTo>
                  <a:lnTo>
                    <a:pt x="8554953" y="1824036"/>
                  </a:lnTo>
                  <a:lnTo>
                    <a:pt x="8554953" y="1818389"/>
                  </a:lnTo>
                  <a:lnTo>
                    <a:pt x="8032819" y="1818389"/>
                  </a:lnTo>
                  <a:lnTo>
                    <a:pt x="8031587" y="1818343"/>
                  </a:lnTo>
                  <a:lnTo>
                    <a:pt x="8023527" y="1818018"/>
                  </a:lnTo>
                  <a:lnTo>
                    <a:pt x="8003355" y="1817118"/>
                  </a:lnTo>
                  <a:lnTo>
                    <a:pt x="7967667" y="1815351"/>
                  </a:lnTo>
                  <a:lnTo>
                    <a:pt x="7915239" y="1812456"/>
                  </a:lnTo>
                  <a:lnTo>
                    <a:pt x="7847094" y="1808234"/>
                  </a:lnTo>
                  <a:lnTo>
                    <a:pt x="7766151" y="1802572"/>
                  </a:lnTo>
                  <a:lnTo>
                    <a:pt x="7676493" y="1795429"/>
                  </a:lnTo>
                  <a:lnTo>
                    <a:pt x="7582513" y="1786820"/>
                  </a:lnTo>
                  <a:lnTo>
                    <a:pt x="7488175" y="1776781"/>
                  </a:lnTo>
                  <a:lnTo>
                    <a:pt x="7396568" y="1765333"/>
                  </a:lnTo>
                  <a:lnTo>
                    <a:pt x="7309756" y="1752457"/>
                  </a:lnTo>
                  <a:lnTo>
                    <a:pt x="7228852" y="1738082"/>
                  </a:lnTo>
                  <a:lnTo>
                    <a:pt x="7154199" y="1722074"/>
                  </a:lnTo>
                  <a:lnTo>
                    <a:pt x="7085584" y="1704237"/>
                  </a:lnTo>
                  <a:lnTo>
                    <a:pt x="7022427" y="1684321"/>
                  </a:lnTo>
                  <a:lnTo>
                    <a:pt x="6963937" y="1662026"/>
                  </a:lnTo>
                  <a:lnTo>
                    <a:pt x="6909217" y="1637030"/>
                  </a:lnTo>
                  <a:lnTo>
                    <a:pt x="6857357" y="1609022"/>
                  </a:lnTo>
                  <a:lnTo>
                    <a:pt x="6807505" y="1577767"/>
                  </a:lnTo>
                  <a:lnTo>
                    <a:pt x="6786527" y="1563325"/>
                  </a:lnTo>
                  <a:lnTo>
                    <a:pt x="6741057" y="1529466"/>
                  </a:lnTo>
                  <a:lnTo>
                    <a:pt x="6696030" y="1492592"/>
                  </a:lnTo>
                  <a:lnTo>
                    <a:pt x="6651072" y="1452647"/>
                  </a:lnTo>
                  <a:lnTo>
                    <a:pt x="6605909" y="1409651"/>
                  </a:lnTo>
                  <a:lnTo>
                    <a:pt x="6560357" y="1363711"/>
                  </a:lnTo>
                  <a:lnTo>
                    <a:pt x="6514311" y="1315024"/>
                  </a:lnTo>
                  <a:lnTo>
                    <a:pt x="6467738" y="1263882"/>
                  </a:lnTo>
                  <a:lnTo>
                    <a:pt x="6420668" y="1210669"/>
                  </a:lnTo>
                  <a:lnTo>
                    <a:pt x="6373183" y="1155848"/>
                  </a:lnTo>
                  <a:lnTo>
                    <a:pt x="6325409" y="1099953"/>
                  </a:lnTo>
                  <a:lnTo>
                    <a:pt x="6277499" y="1043560"/>
                  </a:lnTo>
                  <a:lnTo>
                    <a:pt x="6229616" y="987269"/>
                  </a:lnTo>
                  <a:lnTo>
                    <a:pt x="6181925" y="931678"/>
                  </a:lnTo>
                  <a:lnTo>
                    <a:pt x="6134570" y="877349"/>
                  </a:lnTo>
                  <a:lnTo>
                    <a:pt x="6087663" y="824795"/>
                  </a:lnTo>
                  <a:lnTo>
                    <a:pt x="6041269" y="774453"/>
                  </a:lnTo>
                  <a:lnTo>
                    <a:pt x="5995399" y="726676"/>
                  </a:lnTo>
                  <a:lnTo>
                    <a:pt x="5949995" y="681723"/>
                  </a:lnTo>
                  <a:lnTo>
                    <a:pt x="5904927" y="639762"/>
                  </a:lnTo>
                  <a:lnTo>
                    <a:pt x="5859981" y="600867"/>
                  </a:lnTo>
                  <a:lnTo>
                    <a:pt x="5814851" y="565032"/>
                  </a:lnTo>
                  <a:lnTo>
                    <a:pt x="5784835" y="543069"/>
                  </a:lnTo>
                  <a:lnTo>
                    <a:pt x="5735616" y="510389"/>
                  </a:lnTo>
                  <a:lnTo>
                    <a:pt x="5684716" y="481007"/>
                  </a:lnTo>
                  <a:lnTo>
                    <a:pt x="5631335" y="454753"/>
                  </a:lnTo>
                  <a:lnTo>
                    <a:pt x="5574576" y="431339"/>
                  </a:lnTo>
                  <a:lnTo>
                    <a:pt x="5513529" y="410439"/>
                  </a:lnTo>
                  <a:lnTo>
                    <a:pt x="5447344" y="391743"/>
                  </a:lnTo>
                  <a:lnTo>
                    <a:pt x="5375336" y="374977"/>
                  </a:lnTo>
                  <a:lnTo>
                    <a:pt x="5297112" y="359920"/>
                  </a:lnTo>
                  <a:lnTo>
                    <a:pt x="5212751" y="346413"/>
                  </a:lnTo>
                  <a:lnTo>
                    <a:pt x="5123009" y="334357"/>
                  </a:lnTo>
                  <a:lnTo>
                    <a:pt x="5029525" y="323712"/>
                  </a:lnTo>
                  <a:lnTo>
                    <a:pt x="4934950" y="314485"/>
                  </a:lnTo>
                  <a:lnTo>
                    <a:pt x="4842908" y="306709"/>
                  </a:lnTo>
                  <a:lnTo>
                    <a:pt x="4757685" y="300411"/>
                  </a:lnTo>
                  <a:lnTo>
                    <a:pt x="4683598" y="295580"/>
                  </a:lnTo>
                  <a:lnTo>
                    <a:pt x="4624171" y="292135"/>
                  </a:lnTo>
                  <a:lnTo>
                    <a:pt x="4581309" y="289912"/>
                  </a:lnTo>
                  <a:lnTo>
                    <a:pt x="4554769" y="288675"/>
                  </a:lnTo>
                  <a:lnTo>
                    <a:pt x="4542052" y="288139"/>
                  </a:lnTo>
                  <a:lnTo>
                    <a:pt x="4538543" y="288005"/>
                  </a:lnTo>
                  <a:lnTo>
                    <a:pt x="4016409" y="288005"/>
                  </a:lnTo>
                  <a:lnTo>
                    <a:pt x="4015141" y="287996"/>
                  </a:lnTo>
                  <a:lnTo>
                    <a:pt x="4006848" y="287933"/>
                  </a:lnTo>
                  <a:lnTo>
                    <a:pt x="3986117" y="287759"/>
                  </a:lnTo>
                  <a:lnTo>
                    <a:pt x="3949493" y="287416"/>
                  </a:lnTo>
                  <a:lnTo>
                    <a:pt x="3895797" y="286855"/>
                  </a:lnTo>
                  <a:lnTo>
                    <a:pt x="3826181" y="286038"/>
                  </a:lnTo>
                  <a:lnTo>
                    <a:pt x="3743736" y="284944"/>
                  </a:lnTo>
                  <a:lnTo>
                    <a:pt x="3652714" y="283566"/>
                  </a:lnTo>
                  <a:lnTo>
                    <a:pt x="3557629" y="281906"/>
                  </a:lnTo>
                  <a:lnTo>
                    <a:pt x="3462499" y="279973"/>
                  </a:lnTo>
                  <a:lnTo>
                    <a:pt x="3370408" y="277769"/>
                  </a:lnTo>
                  <a:lnTo>
                    <a:pt x="3283376" y="275290"/>
                  </a:lnTo>
                  <a:lnTo>
                    <a:pt x="3202447" y="272521"/>
                  </a:lnTo>
                  <a:lnTo>
                    <a:pt x="3127893" y="269434"/>
                  </a:lnTo>
                  <a:lnTo>
                    <a:pt x="3059432" y="265990"/>
                  </a:lnTo>
                  <a:lnTo>
                    <a:pt x="2996429" y="262139"/>
                  </a:lnTo>
                  <a:lnTo>
                    <a:pt x="2938044" y="257822"/>
                  </a:lnTo>
                  <a:lnTo>
                    <a:pt x="2883347" y="252975"/>
                  </a:lnTo>
                  <a:lnTo>
                    <a:pt x="2831406" y="247541"/>
                  </a:lnTo>
                  <a:lnTo>
                    <a:pt x="2781362" y="241479"/>
                  </a:lnTo>
                  <a:lnTo>
                    <a:pt x="2770117" y="240004"/>
                  </a:lnTo>
                  <a:lnTo>
                    <a:pt x="2716342" y="232399"/>
                  </a:lnTo>
                  <a:lnTo>
                    <a:pt x="2663084" y="223994"/>
                  </a:lnTo>
                  <a:lnTo>
                    <a:pt x="2609771" y="214779"/>
                  </a:lnTo>
                  <a:lnTo>
                    <a:pt x="2556018" y="204773"/>
                  </a:lnTo>
                  <a:lnTo>
                    <a:pt x="2501604" y="194027"/>
                  </a:lnTo>
                  <a:lnTo>
                    <a:pt x="2446455" y="182627"/>
                  </a:lnTo>
                  <a:lnTo>
                    <a:pt x="2390620" y="170693"/>
                  </a:lnTo>
                  <a:lnTo>
                    <a:pt x="2334251" y="158374"/>
                  </a:lnTo>
                  <a:lnTo>
                    <a:pt x="2277575" y="145843"/>
                  </a:lnTo>
                  <a:lnTo>
                    <a:pt x="2220859" y="133284"/>
                  </a:lnTo>
                  <a:lnTo>
                    <a:pt x="2164374" y="120885"/>
                  </a:lnTo>
                  <a:lnTo>
                    <a:pt x="2108363" y="108822"/>
                  </a:lnTo>
                  <a:lnTo>
                    <a:pt x="2053003" y="97251"/>
                  </a:lnTo>
                  <a:lnTo>
                    <a:pt x="1998376" y="86303"/>
                  </a:lnTo>
                  <a:lnTo>
                    <a:pt x="1944445" y="76074"/>
                  </a:lnTo>
                  <a:lnTo>
                    <a:pt x="1891035" y="66624"/>
                  </a:lnTo>
                  <a:lnTo>
                    <a:pt x="1837812" y="57982"/>
                  </a:lnTo>
                  <a:lnTo>
                    <a:pt x="1784260" y="50145"/>
                  </a:lnTo>
                  <a:lnTo>
                    <a:pt x="1768425" y="48000"/>
                  </a:lnTo>
                  <a:lnTo>
                    <a:pt x="1718710" y="41792"/>
                  </a:lnTo>
                  <a:lnTo>
                    <a:pt x="1667273" y="36217"/>
                  </a:lnTo>
                  <a:lnTo>
                    <a:pt x="1613286" y="31241"/>
                  </a:lnTo>
                  <a:lnTo>
                    <a:pt x="1555828" y="26809"/>
                  </a:lnTo>
                  <a:lnTo>
                    <a:pt x="1493959" y="22856"/>
                  </a:lnTo>
                  <a:lnTo>
                    <a:pt x="1426810" y="19324"/>
                  </a:lnTo>
                  <a:lnTo>
                    <a:pt x="1353688" y="16160"/>
                  </a:lnTo>
                  <a:lnTo>
                    <a:pt x="1274215" y="13321"/>
                  </a:lnTo>
                  <a:lnTo>
                    <a:pt x="1188517" y="10778"/>
                  </a:lnTo>
                  <a:lnTo>
                    <a:pt x="1097443" y="8512"/>
                  </a:lnTo>
                  <a:lnTo>
                    <a:pt x="1002773" y="6516"/>
                  </a:lnTo>
                  <a:lnTo>
                    <a:pt x="907352" y="4794"/>
                  </a:lnTo>
                  <a:lnTo>
                    <a:pt x="815012" y="3351"/>
                  </a:lnTo>
                  <a:lnTo>
                    <a:pt x="730209" y="2191"/>
                  </a:lnTo>
                  <a:lnTo>
                    <a:pt x="657334" y="1312"/>
                  </a:lnTo>
                  <a:lnTo>
                    <a:pt x="599819" y="696"/>
                  </a:lnTo>
                  <a:lnTo>
                    <a:pt x="559311" y="307"/>
                  </a:lnTo>
                  <a:lnTo>
                    <a:pt x="535176" y="99"/>
                  </a:lnTo>
                  <a:lnTo>
                    <a:pt x="524453" y="16"/>
                  </a:lnTo>
                  <a:lnTo>
                    <a:pt x="5221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747" name="pl747"/>
            <p:cNvSpPr/>
            <p:nvPr/>
          </p:nvSpPr>
          <p:spPr>
            <a:xfrm>
              <a:off x="386606" y="694241"/>
              <a:ext cx="8554953" cy="1818389"/>
            </a:xfrm>
            <a:custGeom>
              <a:avLst/>
              <a:pathLst>
                <a:path w="8554953" h="1818389">
                  <a:moveTo>
                    <a:pt x="0" y="0"/>
                  </a:moveTo>
                  <a:lnTo>
                    <a:pt x="522133" y="0"/>
                  </a:lnTo>
                  <a:lnTo>
                    <a:pt x="523401" y="8"/>
                  </a:lnTo>
                  <a:lnTo>
                    <a:pt x="531694" y="71"/>
                  </a:lnTo>
                  <a:lnTo>
                    <a:pt x="552425" y="246"/>
                  </a:lnTo>
                  <a:lnTo>
                    <a:pt x="589049" y="588"/>
                  </a:lnTo>
                  <a:lnTo>
                    <a:pt x="642745" y="1149"/>
                  </a:lnTo>
                  <a:lnTo>
                    <a:pt x="712361" y="1966"/>
                  </a:lnTo>
                  <a:lnTo>
                    <a:pt x="794806" y="3061"/>
                  </a:lnTo>
                  <a:lnTo>
                    <a:pt x="885828" y="4439"/>
                  </a:lnTo>
                  <a:lnTo>
                    <a:pt x="980913" y="6098"/>
                  </a:lnTo>
                  <a:lnTo>
                    <a:pt x="1076044" y="8032"/>
                  </a:lnTo>
                  <a:lnTo>
                    <a:pt x="1168134" y="10236"/>
                  </a:lnTo>
                  <a:lnTo>
                    <a:pt x="1255166" y="12715"/>
                  </a:lnTo>
                  <a:lnTo>
                    <a:pt x="1336095" y="15484"/>
                  </a:lnTo>
                  <a:lnTo>
                    <a:pt x="1410649" y="18571"/>
                  </a:lnTo>
                  <a:lnTo>
                    <a:pt x="1479110" y="22014"/>
                  </a:lnTo>
                  <a:lnTo>
                    <a:pt x="1542113" y="25866"/>
                  </a:lnTo>
                  <a:lnTo>
                    <a:pt x="1600498" y="30183"/>
                  </a:lnTo>
                  <a:lnTo>
                    <a:pt x="1655195" y="35029"/>
                  </a:lnTo>
                  <a:lnTo>
                    <a:pt x="1707136" y="40463"/>
                  </a:lnTo>
                  <a:lnTo>
                    <a:pt x="1757180" y="46526"/>
                  </a:lnTo>
                  <a:lnTo>
                    <a:pt x="1768425" y="48000"/>
                  </a:lnTo>
                  <a:lnTo>
                    <a:pt x="1822201" y="55606"/>
                  </a:lnTo>
                  <a:lnTo>
                    <a:pt x="1875458" y="64011"/>
                  </a:lnTo>
                  <a:lnTo>
                    <a:pt x="1928771" y="73226"/>
                  </a:lnTo>
                  <a:lnTo>
                    <a:pt x="1982524" y="83232"/>
                  </a:lnTo>
                  <a:lnTo>
                    <a:pt x="2036938" y="93978"/>
                  </a:lnTo>
                  <a:lnTo>
                    <a:pt x="2092088" y="105378"/>
                  </a:lnTo>
                  <a:lnTo>
                    <a:pt x="2147922" y="117312"/>
                  </a:lnTo>
                  <a:lnTo>
                    <a:pt x="2204291" y="129631"/>
                  </a:lnTo>
                  <a:lnTo>
                    <a:pt x="2260967" y="142162"/>
                  </a:lnTo>
                  <a:lnTo>
                    <a:pt x="2317684" y="154720"/>
                  </a:lnTo>
                  <a:lnTo>
                    <a:pt x="2374168" y="167120"/>
                  </a:lnTo>
                  <a:lnTo>
                    <a:pt x="2430179" y="179183"/>
                  </a:lnTo>
                  <a:lnTo>
                    <a:pt x="2485539" y="190753"/>
                  </a:lnTo>
                  <a:lnTo>
                    <a:pt x="2540166" y="201701"/>
                  </a:lnTo>
                  <a:lnTo>
                    <a:pt x="2594097" y="211931"/>
                  </a:lnTo>
                  <a:lnTo>
                    <a:pt x="2647507" y="221381"/>
                  </a:lnTo>
                  <a:lnTo>
                    <a:pt x="2700730" y="230022"/>
                  </a:lnTo>
                  <a:lnTo>
                    <a:pt x="2754282" y="237859"/>
                  </a:lnTo>
                  <a:lnTo>
                    <a:pt x="2770117" y="240004"/>
                  </a:lnTo>
                  <a:lnTo>
                    <a:pt x="2819832" y="246212"/>
                  </a:lnTo>
                  <a:lnTo>
                    <a:pt x="2871269" y="251788"/>
                  </a:lnTo>
                  <a:lnTo>
                    <a:pt x="2925256" y="256763"/>
                  </a:lnTo>
                  <a:lnTo>
                    <a:pt x="2982715" y="261196"/>
                  </a:lnTo>
                  <a:lnTo>
                    <a:pt x="3044584" y="265148"/>
                  </a:lnTo>
                  <a:lnTo>
                    <a:pt x="3111732" y="268680"/>
                  </a:lnTo>
                  <a:lnTo>
                    <a:pt x="3184854" y="271845"/>
                  </a:lnTo>
                  <a:lnTo>
                    <a:pt x="3264327" y="274684"/>
                  </a:lnTo>
                  <a:lnTo>
                    <a:pt x="3350025" y="277227"/>
                  </a:lnTo>
                  <a:lnTo>
                    <a:pt x="3441100" y="279493"/>
                  </a:lnTo>
                  <a:lnTo>
                    <a:pt x="3535769" y="281488"/>
                  </a:lnTo>
                  <a:lnTo>
                    <a:pt x="3631190" y="283211"/>
                  </a:lnTo>
                  <a:lnTo>
                    <a:pt x="3723530" y="284654"/>
                  </a:lnTo>
                  <a:lnTo>
                    <a:pt x="3808333" y="285813"/>
                  </a:lnTo>
                  <a:lnTo>
                    <a:pt x="3881209" y="286692"/>
                  </a:lnTo>
                  <a:lnTo>
                    <a:pt x="3938723" y="287309"/>
                  </a:lnTo>
                  <a:lnTo>
                    <a:pt x="3979231" y="287697"/>
                  </a:lnTo>
                  <a:lnTo>
                    <a:pt x="4003367" y="287905"/>
                  </a:lnTo>
                  <a:lnTo>
                    <a:pt x="4014089" y="287989"/>
                  </a:lnTo>
                  <a:lnTo>
                    <a:pt x="4016394" y="288005"/>
                  </a:lnTo>
                  <a:lnTo>
                    <a:pt x="4016409" y="288005"/>
                  </a:lnTo>
                  <a:lnTo>
                    <a:pt x="4538543" y="288005"/>
                  </a:lnTo>
                  <a:lnTo>
                    <a:pt x="4539775" y="288051"/>
                  </a:lnTo>
                  <a:lnTo>
                    <a:pt x="4547835" y="288376"/>
                  </a:lnTo>
                  <a:lnTo>
                    <a:pt x="4568007" y="289276"/>
                  </a:lnTo>
                  <a:lnTo>
                    <a:pt x="4603695" y="291043"/>
                  </a:lnTo>
                  <a:lnTo>
                    <a:pt x="4656123" y="293938"/>
                  </a:lnTo>
                  <a:lnTo>
                    <a:pt x="4724268" y="298159"/>
                  </a:lnTo>
                  <a:lnTo>
                    <a:pt x="4805211" y="303822"/>
                  </a:lnTo>
                  <a:lnTo>
                    <a:pt x="4894869" y="310965"/>
                  </a:lnTo>
                  <a:lnTo>
                    <a:pt x="4988849" y="319573"/>
                  </a:lnTo>
                  <a:lnTo>
                    <a:pt x="5083187" y="329612"/>
                  </a:lnTo>
                  <a:lnTo>
                    <a:pt x="5174794" y="341061"/>
                  </a:lnTo>
                  <a:lnTo>
                    <a:pt x="5261606" y="353936"/>
                  </a:lnTo>
                  <a:lnTo>
                    <a:pt x="5342510" y="368312"/>
                  </a:lnTo>
                  <a:lnTo>
                    <a:pt x="5417163" y="384320"/>
                  </a:lnTo>
                  <a:lnTo>
                    <a:pt x="5485778" y="402157"/>
                  </a:lnTo>
                  <a:lnTo>
                    <a:pt x="5548935" y="422073"/>
                  </a:lnTo>
                  <a:lnTo>
                    <a:pt x="5607425" y="444368"/>
                  </a:lnTo>
                  <a:lnTo>
                    <a:pt x="5662145" y="469364"/>
                  </a:lnTo>
                  <a:lnTo>
                    <a:pt x="5714005" y="497372"/>
                  </a:lnTo>
                  <a:lnTo>
                    <a:pt x="5763857" y="528626"/>
                  </a:lnTo>
                  <a:lnTo>
                    <a:pt x="5784835" y="543069"/>
                  </a:lnTo>
                  <a:lnTo>
                    <a:pt x="5830305" y="576927"/>
                  </a:lnTo>
                  <a:lnTo>
                    <a:pt x="5875332" y="613802"/>
                  </a:lnTo>
                  <a:lnTo>
                    <a:pt x="5920290" y="653747"/>
                  </a:lnTo>
                  <a:lnTo>
                    <a:pt x="5965453" y="696743"/>
                  </a:lnTo>
                  <a:lnTo>
                    <a:pt x="6011005" y="742683"/>
                  </a:lnTo>
                  <a:lnTo>
                    <a:pt x="6057051" y="791370"/>
                  </a:lnTo>
                  <a:lnTo>
                    <a:pt x="6103624" y="842511"/>
                  </a:lnTo>
                  <a:lnTo>
                    <a:pt x="6150694" y="895725"/>
                  </a:lnTo>
                  <a:lnTo>
                    <a:pt x="6198179" y="950545"/>
                  </a:lnTo>
                  <a:lnTo>
                    <a:pt x="6245953" y="1006441"/>
                  </a:lnTo>
                  <a:lnTo>
                    <a:pt x="6293863" y="1062834"/>
                  </a:lnTo>
                  <a:lnTo>
                    <a:pt x="6341746" y="1119124"/>
                  </a:lnTo>
                  <a:lnTo>
                    <a:pt x="6389437" y="1174716"/>
                  </a:lnTo>
                  <a:lnTo>
                    <a:pt x="6436792" y="1229045"/>
                  </a:lnTo>
                  <a:lnTo>
                    <a:pt x="6483699" y="1281599"/>
                  </a:lnTo>
                  <a:lnTo>
                    <a:pt x="6530093" y="1331941"/>
                  </a:lnTo>
                  <a:lnTo>
                    <a:pt x="6575963" y="1379718"/>
                  </a:lnTo>
                  <a:lnTo>
                    <a:pt x="6621367" y="1424670"/>
                  </a:lnTo>
                  <a:lnTo>
                    <a:pt x="6666435" y="1466632"/>
                  </a:lnTo>
                  <a:lnTo>
                    <a:pt x="6711381" y="1505527"/>
                  </a:lnTo>
                  <a:lnTo>
                    <a:pt x="6756511" y="1541362"/>
                  </a:lnTo>
                  <a:lnTo>
                    <a:pt x="6786527" y="1563325"/>
                  </a:lnTo>
                  <a:lnTo>
                    <a:pt x="6835746" y="1596005"/>
                  </a:lnTo>
                  <a:lnTo>
                    <a:pt x="6886646" y="1625387"/>
                  </a:lnTo>
                  <a:lnTo>
                    <a:pt x="6940027" y="1651641"/>
                  </a:lnTo>
                  <a:lnTo>
                    <a:pt x="6996786" y="1675055"/>
                  </a:lnTo>
                  <a:lnTo>
                    <a:pt x="7057833" y="1695955"/>
                  </a:lnTo>
                  <a:lnTo>
                    <a:pt x="7124018" y="1714651"/>
                  </a:lnTo>
                  <a:lnTo>
                    <a:pt x="7196026" y="1731417"/>
                  </a:lnTo>
                  <a:lnTo>
                    <a:pt x="7274250" y="1746474"/>
                  </a:lnTo>
                  <a:lnTo>
                    <a:pt x="7358611" y="1759981"/>
                  </a:lnTo>
                  <a:lnTo>
                    <a:pt x="7448353" y="1772037"/>
                  </a:lnTo>
                  <a:lnTo>
                    <a:pt x="7541837" y="1782682"/>
                  </a:lnTo>
                  <a:lnTo>
                    <a:pt x="7636412" y="1791909"/>
                  </a:lnTo>
                  <a:lnTo>
                    <a:pt x="7728453" y="1799685"/>
                  </a:lnTo>
                  <a:lnTo>
                    <a:pt x="7813677" y="1805983"/>
                  </a:lnTo>
                  <a:lnTo>
                    <a:pt x="7887764" y="1810814"/>
                  </a:lnTo>
                  <a:lnTo>
                    <a:pt x="7947191" y="1814259"/>
                  </a:lnTo>
                  <a:lnTo>
                    <a:pt x="7990053" y="1816482"/>
                  </a:lnTo>
                  <a:lnTo>
                    <a:pt x="8016593" y="1817719"/>
                  </a:lnTo>
                  <a:lnTo>
                    <a:pt x="8029310" y="1818255"/>
                  </a:lnTo>
                  <a:lnTo>
                    <a:pt x="8032718" y="1818385"/>
                  </a:lnTo>
                  <a:lnTo>
                    <a:pt x="8032819" y="1818389"/>
                  </a:lnTo>
                  <a:lnTo>
                    <a:pt x="8554953" y="1818389"/>
                  </a:lnTo>
                  <a:lnTo>
                    <a:pt x="8554953" y="1818389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748" name="pl748"/>
            <p:cNvSpPr/>
            <p:nvPr/>
          </p:nvSpPr>
          <p:spPr>
            <a:xfrm>
              <a:off x="386606" y="688594"/>
              <a:ext cx="8554953" cy="1818389"/>
            </a:xfrm>
            <a:custGeom>
              <a:avLst/>
              <a:pathLst>
                <a:path w="8554953" h="1818389">
                  <a:moveTo>
                    <a:pt x="8554953" y="1818389"/>
                  </a:moveTo>
                  <a:lnTo>
                    <a:pt x="8032819" y="1818389"/>
                  </a:lnTo>
                  <a:lnTo>
                    <a:pt x="8031587" y="1818343"/>
                  </a:lnTo>
                  <a:lnTo>
                    <a:pt x="8023527" y="1818018"/>
                  </a:lnTo>
                  <a:lnTo>
                    <a:pt x="8003355" y="1817118"/>
                  </a:lnTo>
                  <a:lnTo>
                    <a:pt x="7967667" y="1815351"/>
                  </a:lnTo>
                  <a:lnTo>
                    <a:pt x="7915239" y="1812456"/>
                  </a:lnTo>
                  <a:lnTo>
                    <a:pt x="7847094" y="1808234"/>
                  </a:lnTo>
                  <a:lnTo>
                    <a:pt x="7766151" y="1802572"/>
                  </a:lnTo>
                  <a:lnTo>
                    <a:pt x="7676493" y="1795429"/>
                  </a:lnTo>
                  <a:lnTo>
                    <a:pt x="7582513" y="1786820"/>
                  </a:lnTo>
                  <a:lnTo>
                    <a:pt x="7488175" y="1776781"/>
                  </a:lnTo>
                  <a:lnTo>
                    <a:pt x="7396568" y="1765333"/>
                  </a:lnTo>
                  <a:lnTo>
                    <a:pt x="7309756" y="1752457"/>
                  </a:lnTo>
                  <a:lnTo>
                    <a:pt x="7228852" y="1738082"/>
                  </a:lnTo>
                  <a:lnTo>
                    <a:pt x="7154199" y="1722074"/>
                  </a:lnTo>
                  <a:lnTo>
                    <a:pt x="7085584" y="1704237"/>
                  </a:lnTo>
                  <a:lnTo>
                    <a:pt x="7022427" y="1684321"/>
                  </a:lnTo>
                  <a:lnTo>
                    <a:pt x="6963937" y="1662026"/>
                  </a:lnTo>
                  <a:lnTo>
                    <a:pt x="6909217" y="1637030"/>
                  </a:lnTo>
                  <a:lnTo>
                    <a:pt x="6857357" y="1609022"/>
                  </a:lnTo>
                  <a:lnTo>
                    <a:pt x="6807505" y="1577767"/>
                  </a:lnTo>
                  <a:lnTo>
                    <a:pt x="6786527" y="1563325"/>
                  </a:lnTo>
                  <a:lnTo>
                    <a:pt x="6741057" y="1529466"/>
                  </a:lnTo>
                  <a:lnTo>
                    <a:pt x="6696030" y="1492592"/>
                  </a:lnTo>
                  <a:lnTo>
                    <a:pt x="6651072" y="1452647"/>
                  </a:lnTo>
                  <a:lnTo>
                    <a:pt x="6605909" y="1409651"/>
                  </a:lnTo>
                  <a:lnTo>
                    <a:pt x="6560357" y="1363711"/>
                  </a:lnTo>
                  <a:lnTo>
                    <a:pt x="6514311" y="1315024"/>
                  </a:lnTo>
                  <a:lnTo>
                    <a:pt x="6467738" y="1263882"/>
                  </a:lnTo>
                  <a:lnTo>
                    <a:pt x="6420668" y="1210669"/>
                  </a:lnTo>
                  <a:lnTo>
                    <a:pt x="6373183" y="1155848"/>
                  </a:lnTo>
                  <a:lnTo>
                    <a:pt x="6325409" y="1099953"/>
                  </a:lnTo>
                  <a:lnTo>
                    <a:pt x="6277499" y="1043560"/>
                  </a:lnTo>
                  <a:lnTo>
                    <a:pt x="6229616" y="987269"/>
                  </a:lnTo>
                  <a:lnTo>
                    <a:pt x="6181925" y="931678"/>
                  </a:lnTo>
                  <a:lnTo>
                    <a:pt x="6134570" y="877349"/>
                  </a:lnTo>
                  <a:lnTo>
                    <a:pt x="6087663" y="824795"/>
                  </a:lnTo>
                  <a:lnTo>
                    <a:pt x="6041269" y="774453"/>
                  </a:lnTo>
                  <a:lnTo>
                    <a:pt x="5995399" y="726676"/>
                  </a:lnTo>
                  <a:lnTo>
                    <a:pt x="5949995" y="681723"/>
                  </a:lnTo>
                  <a:lnTo>
                    <a:pt x="5904927" y="639762"/>
                  </a:lnTo>
                  <a:lnTo>
                    <a:pt x="5859981" y="600867"/>
                  </a:lnTo>
                  <a:lnTo>
                    <a:pt x="5814851" y="565032"/>
                  </a:lnTo>
                  <a:lnTo>
                    <a:pt x="5784835" y="543069"/>
                  </a:lnTo>
                  <a:lnTo>
                    <a:pt x="5735616" y="510389"/>
                  </a:lnTo>
                  <a:lnTo>
                    <a:pt x="5684716" y="481007"/>
                  </a:lnTo>
                  <a:lnTo>
                    <a:pt x="5631335" y="454753"/>
                  </a:lnTo>
                  <a:lnTo>
                    <a:pt x="5574576" y="431339"/>
                  </a:lnTo>
                  <a:lnTo>
                    <a:pt x="5513529" y="410439"/>
                  </a:lnTo>
                  <a:lnTo>
                    <a:pt x="5447344" y="391743"/>
                  </a:lnTo>
                  <a:lnTo>
                    <a:pt x="5375336" y="374977"/>
                  </a:lnTo>
                  <a:lnTo>
                    <a:pt x="5297112" y="359920"/>
                  </a:lnTo>
                  <a:lnTo>
                    <a:pt x="5212751" y="346413"/>
                  </a:lnTo>
                  <a:lnTo>
                    <a:pt x="5123009" y="334357"/>
                  </a:lnTo>
                  <a:lnTo>
                    <a:pt x="5029525" y="323712"/>
                  </a:lnTo>
                  <a:lnTo>
                    <a:pt x="4934950" y="314485"/>
                  </a:lnTo>
                  <a:lnTo>
                    <a:pt x="4842908" y="306709"/>
                  </a:lnTo>
                  <a:lnTo>
                    <a:pt x="4757685" y="300411"/>
                  </a:lnTo>
                  <a:lnTo>
                    <a:pt x="4683598" y="295580"/>
                  </a:lnTo>
                  <a:lnTo>
                    <a:pt x="4624171" y="292135"/>
                  </a:lnTo>
                  <a:lnTo>
                    <a:pt x="4581309" y="289912"/>
                  </a:lnTo>
                  <a:lnTo>
                    <a:pt x="4554769" y="288675"/>
                  </a:lnTo>
                  <a:lnTo>
                    <a:pt x="4542052" y="288139"/>
                  </a:lnTo>
                  <a:lnTo>
                    <a:pt x="4538644" y="288009"/>
                  </a:lnTo>
                  <a:lnTo>
                    <a:pt x="4538543" y="288005"/>
                  </a:lnTo>
                  <a:lnTo>
                    <a:pt x="4016409" y="288005"/>
                  </a:lnTo>
                  <a:lnTo>
                    <a:pt x="4015141" y="287996"/>
                  </a:lnTo>
                  <a:lnTo>
                    <a:pt x="4006848" y="287933"/>
                  </a:lnTo>
                  <a:lnTo>
                    <a:pt x="3986117" y="287759"/>
                  </a:lnTo>
                  <a:lnTo>
                    <a:pt x="3949493" y="287416"/>
                  </a:lnTo>
                  <a:lnTo>
                    <a:pt x="3895797" y="286855"/>
                  </a:lnTo>
                  <a:lnTo>
                    <a:pt x="3826181" y="286038"/>
                  </a:lnTo>
                  <a:lnTo>
                    <a:pt x="3743736" y="284944"/>
                  </a:lnTo>
                  <a:lnTo>
                    <a:pt x="3652714" y="283566"/>
                  </a:lnTo>
                  <a:lnTo>
                    <a:pt x="3557629" y="281906"/>
                  </a:lnTo>
                  <a:lnTo>
                    <a:pt x="3462499" y="279973"/>
                  </a:lnTo>
                  <a:lnTo>
                    <a:pt x="3370408" y="277769"/>
                  </a:lnTo>
                  <a:lnTo>
                    <a:pt x="3283376" y="275290"/>
                  </a:lnTo>
                  <a:lnTo>
                    <a:pt x="3202447" y="272521"/>
                  </a:lnTo>
                  <a:lnTo>
                    <a:pt x="3127893" y="269434"/>
                  </a:lnTo>
                  <a:lnTo>
                    <a:pt x="3059432" y="265990"/>
                  </a:lnTo>
                  <a:lnTo>
                    <a:pt x="2996429" y="262139"/>
                  </a:lnTo>
                  <a:lnTo>
                    <a:pt x="2938044" y="257822"/>
                  </a:lnTo>
                  <a:lnTo>
                    <a:pt x="2883347" y="252975"/>
                  </a:lnTo>
                  <a:lnTo>
                    <a:pt x="2831406" y="247541"/>
                  </a:lnTo>
                  <a:lnTo>
                    <a:pt x="2781362" y="241479"/>
                  </a:lnTo>
                  <a:lnTo>
                    <a:pt x="2770117" y="240004"/>
                  </a:lnTo>
                  <a:lnTo>
                    <a:pt x="2716342" y="232399"/>
                  </a:lnTo>
                  <a:lnTo>
                    <a:pt x="2663084" y="223994"/>
                  </a:lnTo>
                  <a:lnTo>
                    <a:pt x="2609771" y="214779"/>
                  </a:lnTo>
                  <a:lnTo>
                    <a:pt x="2556018" y="204773"/>
                  </a:lnTo>
                  <a:lnTo>
                    <a:pt x="2501604" y="194027"/>
                  </a:lnTo>
                  <a:lnTo>
                    <a:pt x="2446455" y="182627"/>
                  </a:lnTo>
                  <a:lnTo>
                    <a:pt x="2390620" y="170693"/>
                  </a:lnTo>
                  <a:lnTo>
                    <a:pt x="2334251" y="158374"/>
                  </a:lnTo>
                  <a:lnTo>
                    <a:pt x="2277575" y="145843"/>
                  </a:lnTo>
                  <a:lnTo>
                    <a:pt x="2220859" y="133284"/>
                  </a:lnTo>
                  <a:lnTo>
                    <a:pt x="2164374" y="120885"/>
                  </a:lnTo>
                  <a:lnTo>
                    <a:pt x="2108363" y="108822"/>
                  </a:lnTo>
                  <a:lnTo>
                    <a:pt x="2053003" y="97251"/>
                  </a:lnTo>
                  <a:lnTo>
                    <a:pt x="1998376" y="86303"/>
                  </a:lnTo>
                  <a:lnTo>
                    <a:pt x="1944445" y="76074"/>
                  </a:lnTo>
                  <a:lnTo>
                    <a:pt x="1891035" y="66624"/>
                  </a:lnTo>
                  <a:lnTo>
                    <a:pt x="1837812" y="57982"/>
                  </a:lnTo>
                  <a:lnTo>
                    <a:pt x="1784260" y="50145"/>
                  </a:lnTo>
                  <a:lnTo>
                    <a:pt x="1768425" y="48000"/>
                  </a:lnTo>
                  <a:lnTo>
                    <a:pt x="1718710" y="41792"/>
                  </a:lnTo>
                  <a:lnTo>
                    <a:pt x="1667273" y="36217"/>
                  </a:lnTo>
                  <a:lnTo>
                    <a:pt x="1613286" y="31241"/>
                  </a:lnTo>
                  <a:lnTo>
                    <a:pt x="1555828" y="26809"/>
                  </a:lnTo>
                  <a:lnTo>
                    <a:pt x="1493959" y="22856"/>
                  </a:lnTo>
                  <a:lnTo>
                    <a:pt x="1426810" y="19324"/>
                  </a:lnTo>
                  <a:lnTo>
                    <a:pt x="1353688" y="16160"/>
                  </a:lnTo>
                  <a:lnTo>
                    <a:pt x="1274215" y="13321"/>
                  </a:lnTo>
                  <a:lnTo>
                    <a:pt x="1188517" y="10778"/>
                  </a:lnTo>
                  <a:lnTo>
                    <a:pt x="1097443" y="8512"/>
                  </a:lnTo>
                  <a:lnTo>
                    <a:pt x="1002773" y="6516"/>
                  </a:lnTo>
                  <a:lnTo>
                    <a:pt x="907352" y="4794"/>
                  </a:lnTo>
                  <a:lnTo>
                    <a:pt x="815012" y="3351"/>
                  </a:lnTo>
                  <a:lnTo>
                    <a:pt x="730209" y="2191"/>
                  </a:lnTo>
                  <a:lnTo>
                    <a:pt x="657334" y="1312"/>
                  </a:lnTo>
                  <a:lnTo>
                    <a:pt x="599819" y="696"/>
                  </a:lnTo>
                  <a:lnTo>
                    <a:pt x="559311" y="307"/>
                  </a:lnTo>
                  <a:lnTo>
                    <a:pt x="535176" y="99"/>
                  </a:lnTo>
                  <a:lnTo>
                    <a:pt x="524453" y="16"/>
                  </a:lnTo>
                  <a:lnTo>
                    <a:pt x="522149" y="0"/>
                  </a:lnTo>
                  <a:lnTo>
                    <a:pt x="522133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749" name="pg749"/>
            <p:cNvSpPr/>
            <p:nvPr/>
          </p:nvSpPr>
          <p:spPr>
            <a:xfrm>
              <a:off x="386606" y="694241"/>
              <a:ext cx="8554953" cy="2247574"/>
            </a:xfrm>
            <a:custGeom>
              <a:avLst/>
              <a:pathLst>
                <a:path w="8554953" h="2247574">
                  <a:moveTo>
                    <a:pt x="0" y="5647"/>
                  </a:moveTo>
                  <a:lnTo>
                    <a:pt x="522133" y="5647"/>
                  </a:lnTo>
                  <a:lnTo>
                    <a:pt x="523401" y="5656"/>
                  </a:lnTo>
                  <a:lnTo>
                    <a:pt x="531692" y="5723"/>
                  </a:lnTo>
                  <a:lnTo>
                    <a:pt x="552421" y="5908"/>
                  </a:lnTo>
                  <a:lnTo>
                    <a:pt x="589041" y="6270"/>
                  </a:lnTo>
                  <a:lnTo>
                    <a:pt x="642732" y="6864"/>
                  </a:lnTo>
                  <a:lnTo>
                    <a:pt x="712341" y="7729"/>
                  </a:lnTo>
                  <a:lnTo>
                    <a:pt x="794779" y="8887"/>
                  </a:lnTo>
                  <a:lnTo>
                    <a:pt x="885794" y="10347"/>
                  </a:lnTo>
                  <a:lnTo>
                    <a:pt x="980875" y="12104"/>
                  </a:lnTo>
                  <a:lnTo>
                    <a:pt x="1076001" y="14151"/>
                  </a:lnTo>
                  <a:lnTo>
                    <a:pt x="1168090" y="16484"/>
                  </a:lnTo>
                  <a:lnTo>
                    <a:pt x="1255121" y="19108"/>
                  </a:lnTo>
                  <a:lnTo>
                    <a:pt x="1336049" y="22040"/>
                  </a:lnTo>
                  <a:lnTo>
                    <a:pt x="1410605" y="25308"/>
                  </a:lnTo>
                  <a:lnTo>
                    <a:pt x="1479066" y="28954"/>
                  </a:lnTo>
                  <a:lnTo>
                    <a:pt x="1542070" y="33031"/>
                  </a:lnTo>
                  <a:lnTo>
                    <a:pt x="1600455" y="37602"/>
                  </a:lnTo>
                  <a:lnTo>
                    <a:pt x="1655152" y="42733"/>
                  </a:lnTo>
                  <a:lnTo>
                    <a:pt x="1707093" y="48486"/>
                  </a:lnTo>
                  <a:lnTo>
                    <a:pt x="1757136" y="54904"/>
                  </a:lnTo>
                  <a:lnTo>
                    <a:pt x="1768425" y="56471"/>
                  </a:lnTo>
                  <a:lnTo>
                    <a:pt x="1822143" y="64515"/>
                  </a:lnTo>
                  <a:lnTo>
                    <a:pt x="1875344" y="73403"/>
                  </a:lnTo>
                  <a:lnTo>
                    <a:pt x="1928599" y="83147"/>
                  </a:lnTo>
                  <a:lnTo>
                    <a:pt x="1982293" y="93728"/>
                  </a:lnTo>
                  <a:lnTo>
                    <a:pt x="2036645" y="105090"/>
                  </a:lnTo>
                  <a:lnTo>
                    <a:pt x="2091731" y="117144"/>
                  </a:lnTo>
                  <a:lnTo>
                    <a:pt x="2147502" y="129763"/>
                  </a:lnTo>
                  <a:lnTo>
                    <a:pt x="2203807" y="142790"/>
                  </a:lnTo>
                  <a:lnTo>
                    <a:pt x="2260421" y="156043"/>
                  </a:lnTo>
                  <a:lnTo>
                    <a:pt x="2317077" y="169327"/>
                  </a:lnTo>
                  <a:lnTo>
                    <a:pt x="2373506" y="182445"/>
                  </a:lnTo>
                  <a:lnTo>
                    <a:pt x="2429463" y="195210"/>
                  </a:lnTo>
                  <a:lnTo>
                    <a:pt x="2484774" y="207455"/>
                  </a:lnTo>
                  <a:lnTo>
                    <a:pt x="2539353" y="219045"/>
                  </a:lnTo>
                  <a:lnTo>
                    <a:pt x="2593236" y="229877"/>
                  </a:lnTo>
                  <a:lnTo>
                    <a:pt x="2646595" y="239886"/>
                  </a:lnTo>
                  <a:lnTo>
                    <a:pt x="2699761" y="249042"/>
                  </a:lnTo>
                  <a:lnTo>
                    <a:pt x="2753243" y="257346"/>
                  </a:lnTo>
                  <a:lnTo>
                    <a:pt x="2770117" y="259769"/>
                  </a:lnTo>
                  <a:lnTo>
                    <a:pt x="2819830" y="266342"/>
                  </a:lnTo>
                  <a:lnTo>
                    <a:pt x="2871265" y="272245"/>
                  </a:lnTo>
                  <a:lnTo>
                    <a:pt x="2925248" y="277514"/>
                  </a:lnTo>
                  <a:lnTo>
                    <a:pt x="2982704" y="282207"/>
                  </a:lnTo>
                  <a:lnTo>
                    <a:pt x="3044569" y="286392"/>
                  </a:lnTo>
                  <a:lnTo>
                    <a:pt x="3111713" y="290131"/>
                  </a:lnTo>
                  <a:lnTo>
                    <a:pt x="3184830" y="293482"/>
                  </a:lnTo>
                  <a:lnTo>
                    <a:pt x="3264297" y="296488"/>
                  </a:lnTo>
                  <a:lnTo>
                    <a:pt x="3349989" y="299181"/>
                  </a:lnTo>
                  <a:lnTo>
                    <a:pt x="3441058" y="301580"/>
                  </a:lnTo>
                  <a:lnTo>
                    <a:pt x="3535722" y="303693"/>
                  </a:lnTo>
                  <a:lnTo>
                    <a:pt x="3631139" y="305517"/>
                  </a:lnTo>
                  <a:lnTo>
                    <a:pt x="3723478" y="307045"/>
                  </a:lnTo>
                  <a:lnTo>
                    <a:pt x="3808283" y="308272"/>
                  </a:lnTo>
                  <a:lnTo>
                    <a:pt x="3881164" y="309203"/>
                  </a:lnTo>
                  <a:lnTo>
                    <a:pt x="3938688" y="309856"/>
                  </a:lnTo>
                  <a:lnTo>
                    <a:pt x="3979206" y="310268"/>
                  </a:lnTo>
                  <a:lnTo>
                    <a:pt x="4003353" y="310488"/>
                  </a:lnTo>
                  <a:lnTo>
                    <a:pt x="4014084" y="310576"/>
                  </a:lnTo>
                  <a:lnTo>
                    <a:pt x="4016409" y="310594"/>
                  </a:lnTo>
                  <a:lnTo>
                    <a:pt x="4538543" y="310594"/>
                  </a:lnTo>
                  <a:lnTo>
                    <a:pt x="4539753" y="310651"/>
                  </a:lnTo>
                  <a:lnTo>
                    <a:pt x="4547677" y="311055"/>
                  </a:lnTo>
                  <a:lnTo>
                    <a:pt x="4567517" y="312173"/>
                  </a:lnTo>
                  <a:lnTo>
                    <a:pt x="4602650" y="314370"/>
                  </a:lnTo>
                  <a:lnTo>
                    <a:pt x="4654324" y="317971"/>
                  </a:lnTo>
                  <a:lnTo>
                    <a:pt x="4721588" y="323224"/>
                  </a:lnTo>
                  <a:lnTo>
                    <a:pt x="4801629" y="330277"/>
                  </a:lnTo>
                  <a:lnTo>
                    <a:pt x="4890462" y="339181"/>
                  </a:lnTo>
                  <a:lnTo>
                    <a:pt x="4983767" y="349919"/>
                  </a:lnTo>
                  <a:lnTo>
                    <a:pt x="5077615" y="362448"/>
                  </a:lnTo>
                  <a:lnTo>
                    <a:pt x="5168918" y="376741"/>
                  </a:lnTo>
                  <a:lnTo>
                    <a:pt x="5255585" y="392815"/>
                  </a:lnTo>
                  <a:lnTo>
                    <a:pt x="5336464" y="410755"/>
                  </a:lnTo>
                  <a:lnTo>
                    <a:pt x="5411171" y="430723"/>
                  </a:lnTo>
                  <a:lnTo>
                    <a:pt x="5479877" y="452953"/>
                  </a:lnTo>
                  <a:lnTo>
                    <a:pt x="5543127" y="477754"/>
                  </a:lnTo>
                  <a:lnTo>
                    <a:pt x="5601686" y="505492"/>
                  </a:lnTo>
                  <a:lnTo>
                    <a:pt x="5656428" y="536566"/>
                  </a:lnTo>
                  <a:lnTo>
                    <a:pt x="5708248" y="571369"/>
                  </a:lnTo>
                  <a:lnTo>
                    <a:pt x="5757995" y="610208"/>
                  </a:lnTo>
                  <a:lnTo>
                    <a:pt x="5784835" y="633424"/>
                  </a:lnTo>
                  <a:lnTo>
                    <a:pt x="5827383" y="673393"/>
                  </a:lnTo>
                  <a:lnTo>
                    <a:pt x="5869520" y="716696"/>
                  </a:lnTo>
                  <a:lnTo>
                    <a:pt x="5911561" y="763397"/>
                  </a:lnTo>
                  <a:lnTo>
                    <a:pt x="5953742" y="813488"/>
                  </a:lnTo>
                  <a:lnTo>
                    <a:pt x="5996229" y="866880"/>
                  </a:lnTo>
                  <a:lnTo>
                    <a:pt x="6039126" y="923398"/>
                  </a:lnTo>
                  <a:lnTo>
                    <a:pt x="6082482" y="982772"/>
                  </a:lnTo>
                  <a:lnTo>
                    <a:pt x="6126290" y="1044645"/>
                  </a:lnTo>
                  <a:lnTo>
                    <a:pt x="6170504" y="1108575"/>
                  </a:lnTo>
                  <a:lnTo>
                    <a:pt x="6215039" y="1174047"/>
                  </a:lnTo>
                  <a:lnTo>
                    <a:pt x="6259783" y="1240489"/>
                  </a:lnTo>
                  <a:lnTo>
                    <a:pt x="6304605" y="1307290"/>
                  </a:lnTo>
                  <a:lnTo>
                    <a:pt x="6349369" y="1373828"/>
                  </a:lnTo>
                  <a:lnTo>
                    <a:pt x="6393945" y="1439490"/>
                  </a:lnTo>
                  <a:lnTo>
                    <a:pt x="6438215" y="1503696"/>
                  </a:lnTo>
                  <a:lnTo>
                    <a:pt x="6482091" y="1565920"/>
                  </a:lnTo>
                  <a:lnTo>
                    <a:pt x="6525518" y="1625709"/>
                  </a:lnTo>
                  <a:lnTo>
                    <a:pt x="6568485" y="1682691"/>
                  </a:lnTo>
                  <a:lnTo>
                    <a:pt x="6611031" y="1736583"/>
                  </a:lnTo>
                  <a:lnTo>
                    <a:pt x="6653251" y="1787196"/>
                  </a:lnTo>
                  <a:lnTo>
                    <a:pt x="6695299" y="1834427"/>
                  </a:lnTo>
                  <a:lnTo>
                    <a:pt x="6737403" y="1878257"/>
                  </a:lnTo>
                  <a:lnTo>
                    <a:pt x="6779863" y="1918738"/>
                  </a:lnTo>
                  <a:lnTo>
                    <a:pt x="6786527" y="1924744"/>
                  </a:lnTo>
                  <a:lnTo>
                    <a:pt x="6835448" y="1965873"/>
                  </a:lnTo>
                  <a:lnTo>
                    <a:pt x="6886026" y="2002875"/>
                  </a:lnTo>
                  <a:lnTo>
                    <a:pt x="6939046" y="2035962"/>
                  </a:lnTo>
                  <a:lnTo>
                    <a:pt x="6995386" y="2065491"/>
                  </a:lnTo>
                  <a:lnTo>
                    <a:pt x="7055944" y="2091865"/>
                  </a:lnTo>
                  <a:lnTo>
                    <a:pt x="7121554" y="2115472"/>
                  </a:lnTo>
                  <a:lnTo>
                    <a:pt x="7192899" y="2136655"/>
                  </a:lnTo>
                  <a:lnTo>
                    <a:pt x="7270378" y="2155689"/>
                  </a:lnTo>
                  <a:lnTo>
                    <a:pt x="7353939" y="2172778"/>
                  </a:lnTo>
                  <a:lnTo>
                    <a:pt x="7442878" y="2188048"/>
                  </a:lnTo>
                  <a:lnTo>
                    <a:pt x="7535641" y="2201552"/>
                  </a:lnTo>
                  <a:lnTo>
                    <a:pt x="7629685" y="2213284"/>
                  </a:lnTo>
                  <a:lnTo>
                    <a:pt x="7721509" y="2223205"/>
                  </a:lnTo>
                  <a:lnTo>
                    <a:pt x="7806935" y="2231278"/>
                  </a:lnTo>
                  <a:lnTo>
                    <a:pt x="7881694" y="2237513"/>
                  </a:lnTo>
                  <a:lnTo>
                    <a:pt x="7942223" y="2242002"/>
                  </a:lnTo>
                  <a:lnTo>
                    <a:pt x="7986475" y="2244938"/>
                  </a:lnTo>
                  <a:lnTo>
                    <a:pt x="8014470" y="2246607"/>
                  </a:lnTo>
                  <a:lnTo>
                    <a:pt x="8028437" y="2247360"/>
                  </a:lnTo>
                  <a:lnTo>
                    <a:pt x="8032610" y="2247564"/>
                  </a:lnTo>
                  <a:lnTo>
                    <a:pt x="8032819" y="2247574"/>
                  </a:lnTo>
                  <a:lnTo>
                    <a:pt x="8554953" y="2247574"/>
                  </a:lnTo>
                  <a:lnTo>
                    <a:pt x="8554953" y="2241926"/>
                  </a:lnTo>
                  <a:lnTo>
                    <a:pt x="8032819" y="2241926"/>
                  </a:lnTo>
                  <a:lnTo>
                    <a:pt x="8031608" y="2241870"/>
                  </a:lnTo>
                  <a:lnTo>
                    <a:pt x="8023685" y="2241465"/>
                  </a:lnTo>
                  <a:lnTo>
                    <a:pt x="8003845" y="2240347"/>
                  </a:lnTo>
                  <a:lnTo>
                    <a:pt x="7968712" y="2238151"/>
                  </a:lnTo>
                  <a:lnTo>
                    <a:pt x="7917038" y="2234550"/>
                  </a:lnTo>
                  <a:lnTo>
                    <a:pt x="7849773" y="2229296"/>
                  </a:lnTo>
                  <a:lnTo>
                    <a:pt x="7769733" y="2222243"/>
                  </a:lnTo>
                  <a:lnTo>
                    <a:pt x="7680900" y="2213340"/>
                  </a:lnTo>
                  <a:lnTo>
                    <a:pt x="7587595" y="2202602"/>
                  </a:lnTo>
                  <a:lnTo>
                    <a:pt x="7493747" y="2190072"/>
                  </a:lnTo>
                  <a:lnTo>
                    <a:pt x="7402444" y="2175780"/>
                  </a:lnTo>
                  <a:lnTo>
                    <a:pt x="7315777" y="2159706"/>
                  </a:lnTo>
                  <a:lnTo>
                    <a:pt x="7234898" y="2141765"/>
                  </a:lnTo>
                  <a:lnTo>
                    <a:pt x="7160191" y="2121798"/>
                  </a:lnTo>
                  <a:lnTo>
                    <a:pt x="7091485" y="2099567"/>
                  </a:lnTo>
                  <a:lnTo>
                    <a:pt x="7028235" y="2074766"/>
                  </a:lnTo>
                  <a:lnTo>
                    <a:pt x="6969676" y="2047029"/>
                  </a:lnTo>
                  <a:lnTo>
                    <a:pt x="6914934" y="2015954"/>
                  </a:lnTo>
                  <a:lnTo>
                    <a:pt x="6863114" y="1981151"/>
                  </a:lnTo>
                  <a:lnTo>
                    <a:pt x="6813367" y="1942313"/>
                  </a:lnTo>
                  <a:lnTo>
                    <a:pt x="6786527" y="1919096"/>
                  </a:lnTo>
                  <a:lnTo>
                    <a:pt x="6743979" y="1879127"/>
                  </a:lnTo>
                  <a:lnTo>
                    <a:pt x="6701842" y="1835825"/>
                  </a:lnTo>
                  <a:lnTo>
                    <a:pt x="6659801" y="1789124"/>
                  </a:lnTo>
                  <a:lnTo>
                    <a:pt x="6617620" y="1739032"/>
                  </a:lnTo>
                  <a:lnTo>
                    <a:pt x="6575133" y="1685640"/>
                  </a:lnTo>
                  <a:lnTo>
                    <a:pt x="6532235" y="1629123"/>
                  </a:lnTo>
                  <a:lnTo>
                    <a:pt x="6488880" y="1569749"/>
                  </a:lnTo>
                  <a:lnTo>
                    <a:pt x="6445072" y="1507876"/>
                  </a:lnTo>
                  <a:lnTo>
                    <a:pt x="6400858" y="1443945"/>
                  </a:lnTo>
                  <a:lnTo>
                    <a:pt x="6356323" y="1378473"/>
                  </a:lnTo>
                  <a:lnTo>
                    <a:pt x="6311579" y="1312032"/>
                  </a:lnTo>
                  <a:lnTo>
                    <a:pt x="6266757" y="1245230"/>
                  </a:lnTo>
                  <a:lnTo>
                    <a:pt x="6221992" y="1178692"/>
                  </a:lnTo>
                  <a:lnTo>
                    <a:pt x="6177417" y="1113030"/>
                  </a:lnTo>
                  <a:lnTo>
                    <a:pt x="6133147" y="1048825"/>
                  </a:lnTo>
                  <a:lnTo>
                    <a:pt x="6089271" y="986600"/>
                  </a:lnTo>
                  <a:lnTo>
                    <a:pt x="6045844" y="926811"/>
                  </a:lnTo>
                  <a:lnTo>
                    <a:pt x="6002876" y="869830"/>
                  </a:lnTo>
                  <a:lnTo>
                    <a:pt x="5960331" y="815937"/>
                  </a:lnTo>
                  <a:lnTo>
                    <a:pt x="5918111" y="765324"/>
                  </a:lnTo>
                  <a:lnTo>
                    <a:pt x="5876063" y="718093"/>
                  </a:lnTo>
                  <a:lnTo>
                    <a:pt x="5833959" y="674264"/>
                  </a:lnTo>
                  <a:lnTo>
                    <a:pt x="5791499" y="633783"/>
                  </a:lnTo>
                  <a:lnTo>
                    <a:pt x="5784835" y="627777"/>
                  </a:lnTo>
                  <a:lnTo>
                    <a:pt x="5735914" y="586648"/>
                  </a:lnTo>
                  <a:lnTo>
                    <a:pt x="5685336" y="549645"/>
                  </a:lnTo>
                  <a:lnTo>
                    <a:pt x="5632316" y="516558"/>
                  </a:lnTo>
                  <a:lnTo>
                    <a:pt x="5575976" y="487029"/>
                  </a:lnTo>
                  <a:lnTo>
                    <a:pt x="5515418" y="460655"/>
                  </a:lnTo>
                  <a:lnTo>
                    <a:pt x="5449808" y="437048"/>
                  </a:lnTo>
                  <a:lnTo>
                    <a:pt x="5378463" y="415866"/>
                  </a:lnTo>
                  <a:lnTo>
                    <a:pt x="5300984" y="396831"/>
                  </a:lnTo>
                  <a:lnTo>
                    <a:pt x="5217423" y="379742"/>
                  </a:lnTo>
                  <a:lnTo>
                    <a:pt x="5128484" y="364472"/>
                  </a:lnTo>
                  <a:lnTo>
                    <a:pt x="5035721" y="350968"/>
                  </a:lnTo>
                  <a:lnTo>
                    <a:pt x="4941677" y="339236"/>
                  </a:lnTo>
                  <a:lnTo>
                    <a:pt x="4849853" y="329315"/>
                  </a:lnTo>
                  <a:lnTo>
                    <a:pt x="4764427" y="321242"/>
                  </a:lnTo>
                  <a:lnTo>
                    <a:pt x="4689668" y="315007"/>
                  </a:lnTo>
                  <a:lnTo>
                    <a:pt x="4629139" y="310519"/>
                  </a:lnTo>
                  <a:lnTo>
                    <a:pt x="4584887" y="307583"/>
                  </a:lnTo>
                  <a:lnTo>
                    <a:pt x="4556892" y="305913"/>
                  </a:lnTo>
                  <a:lnTo>
                    <a:pt x="4542925" y="305160"/>
                  </a:lnTo>
                  <a:lnTo>
                    <a:pt x="4538752" y="304956"/>
                  </a:lnTo>
                  <a:lnTo>
                    <a:pt x="4538543" y="304947"/>
                  </a:lnTo>
                  <a:lnTo>
                    <a:pt x="4016409" y="304947"/>
                  </a:lnTo>
                  <a:lnTo>
                    <a:pt x="4015141" y="304937"/>
                  </a:lnTo>
                  <a:lnTo>
                    <a:pt x="4006850" y="304871"/>
                  </a:lnTo>
                  <a:lnTo>
                    <a:pt x="3986121" y="304686"/>
                  </a:lnTo>
                  <a:lnTo>
                    <a:pt x="3949501" y="304323"/>
                  </a:lnTo>
                  <a:lnTo>
                    <a:pt x="3895811" y="303729"/>
                  </a:lnTo>
                  <a:lnTo>
                    <a:pt x="3826202" y="302865"/>
                  </a:lnTo>
                  <a:lnTo>
                    <a:pt x="3743763" y="301706"/>
                  </a:lnTo>
                  <a:lnTo>
                    <a:pt x="3652748" y="300247"/>
                  </a:lnTo>
                  <a:lnTo>
                    <a:pt x="3557667" y="298490"/>
                  </a:lnTo>
                  <a:lnTo>
                    <a:pt x="3462541" y="296443"/>
                  </a:lnTo>
                  <a:lnTo>
                    <a:pt x="3370453" y="294110"/>
                  </a:lnTo>
                  <a:lnTo>
                    <a:pt x="3283422" y="291485"/>
                  </a:lnTo>
                  <a:lnTo>
                    <a:pt x="3202493" y="288553"/>
                  </a:lnTo>
                  <a:lnTo>
                    <a:pt x="3127938" y="285285"/>
                  </a:lnTo>
                  <a:lnTo>
                    <a:pt x="3059476" y="281639"/>
                  </a:lnTo>
                  <a:lnTo>
                    <a:pt x="2996472" y="277562"/>
                  </a:lnTo>
                  <a:lnTo>
                    <a:pt x="2938087" y="272992"/>
                  </a:lnTo>
                  <a:lnTo>
                    <a:pt x="2883390" y="267861"/>
                  </a:lnTo>
                  <a:lnTo>
                    <a:pt x="2831449" y="262108"/>
                  </a:lnTo>
                  <a:lnTo>
                    <a:pt x="2781406" y="255690"/>
                  </a:lnTo>
                  <a:lnTo>
                    <a:pt x="2770117" y="254122"/>
                  </a:lnTo>
                  <a:lnTo>
                    <a:pt x="2716399" y="246078"/>
                  </a:lnTo>
                  <a:lnTo>
                    <a:pt x="2663198" y="237190"/>
                  </a:lnTo>
                  <a:lnTo>
                    <a:pt x="2609943" y="227446"/>
                  </a:lnTo>
                  <a:lnTo>
                    <a:pt x="2556249" y="216866"/>
                  </a:lnTo>
                  <a:lnTo>
                    <a:pt x="2501897" y="205503"/>
                  </a:lnTo>
                  <a:lnTo>
                    <a:pt x="2446811" y="193449"/>
                  </a:lnTo>
                  <a:lnTo>
                    <a:pt x="2391040" y="180830"/>
                  </a:lnTo>
                  <a:lnTo>
                    <a:pt x="2334735" y="167803"/>
                  </a:lnTo>
                  <a:lnTo>
                    <a:pt x="2278122" y="154550"/>
                  </a:lnTo>
                  <a:lnTo>
                    <a:pt x="2221465" y="141266"/>
                  </a:lnTo>
                  <a:lnTo>
                    <a:pt x="2165037" y="128149"/>
                  </a:lnTo>
                  <a:lnTo>
                    <a:pt x="2109079" y="115384"/>
                  </a:lnTo>
                  <a:lnTo>
                    <a:pt x="2053768" y="103138"/>
                  </a:lnTo>
                  <a:lnTo>
                    <a:pt x="1999189" y="91548"/>
                  </a:lnTo>
                  <a:lnTo>
                    <a:pt x="1945306" y="80716"/>
                  </a:lnTo>
                  <a:lnTo>
                    <a:pt x="1891947" y="70707"/>
                  </a:lnTo>
                  <a:lnTo>
                    <a:pt x="1838781" y="61552"/>
                  </a:lnTo>
                  <a:lnTo>
                    <a:pt x="1785299" y="53247"/>
                  </a:lnTo>
                  <a:lnTo>
                    <a:pt x="1768425" y="50824"/>
                  </a:lnTo>
                  <a:lnTo>
                    <a:pt x="1718712" y="44251"/>
                  </a:lnTo>
                  <a:lnTo>
                    <a:pt x="1667277" y="38348"/>
                  </a:lnTo>
                  <a:lnTo>
                    <a:pt x="1613294" y="33080"/>
                  </a:lnTo>
                  <a:lnTo>
                    <a:pt x="1555838" y="28387"/>
                  </a:lnTo>
                  <a:lnTo>
                    <a:pt x="1493973" y="24202"/>
                  </a:lnTo>
                  <a:lnTo>
                    <a:pt x="1426829" y="20462"/>
                  </a:lnTo>
                  <a:lnTo>
                    <a:pt x="1353712" y="17111"/>
                  </a:lnTo>
                  <a:lnTo>
                    <a:pt x="1274245" y="14106"/>
                  </a:lnTo>
                  <a:lnTo>
                    <a:pt x="1188553" y="11413"/>
                  </a:lnTo>
                  <a:lnTo>
                    <a:pt x="1097484" y="9013"/>
                  </a:lnTo>
                  <a:lnTo>
                    <a:pt x="1002821" y="6901"/>
                  </a:lnTo>
                  <a:lnTo>
                    <a:pt x="907403" y="5077"/>
                  </a:lnTo>
                  <a:lnTo>
                    <a:pt x="815064" y="3548"/>
                  </a:lnTo>
                  <a:lnTo>
                    <a:pt x="730259" y="2321"/>
                  </a:lnTo>
                  <a:lnTo>
                    <a:pt x="657378" y="1390"/>
                  </a:lnTo>
                  <a:lnTo>
                    <a:pt x="599854" y="737"/>
                  </a:lnTo>
                  <a:lnTo>
                    <a:pt x="559336" y="326"/>
                  </a:lnTo>
                  <a:lnTo>
                    <a:pt x="535189" y="105"/>
                  </a:lnTo>
                  <a:lnTo>
                    <a:pt x="524458" y="17"/>
                  </a:lnTo>
                  <a:lnTo>
                    <a:pt x="5221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750" name="pl750"/>
            <p:cNvSpPr/>
            <p:nvPr/>
          </p:nvSpPr>
          <p:spPr>
            <a:xfrm>
              <a:off x="386606" y="699888"/>
              <a:ext cx="8554953" cy="2241926"/>
            </a:xfrm>
            <a:custGeom>
              <a:avLst/>
              <a:pathLst>
                <a:path w="8554953" h="2241926">
                  <a:moveTo>
                    <a:pt x="0" y="0"/>
                  </a:moveTo>
                  <a:lnTo>
                    <a:pt x="522133" y="0"/>
                  </a:lnTo>
                  <a:lnTo>
                    <a:pt x="523401" y="9"/>
                  </a:lnTo>
                  <a:lnTo>
                    <a:pt x="531692" y="76"/>
                  </a:lnTo>
                  <a:lnTo>
                    <a:pt x="552421" y="260"/>
                  </a:lnTo>
                  <a:lnTo>
                    <a:pt x="589041" y="623"/>
                  </a:lnTo>
                  <a:lnTo>
                    <a:pt x="642732" y="1217"/>
                  </a:lnTo>
                  <a:lnTo>
                    <a:pt x="712341" y="2082"/>
                  </a:lnTo>
                  <a:lnTo>
                    <a:pt x="794779" y="3240"/>
                  </a:lnTo>
                  <a:lnTo>
                    <a:pt x="885794" y="4700"/>
                  </a:lnTo>
                  <a:lnTo>
                    <a:pt x="980875" y="6456"/>
                  </a:lnTo>
                  <a:lnTo>
                    <a:pt x="1076001" y="8503"/>
                  </a:lnTo>
                  <a:lnTo>
                    <a:pt x="1168090" y="10837"/>
                  </a:lnTo>
                  <a:lnTo>
                    <a:pt x="1255121" y="13461"/>
                  </a:lnTo>
                  <a:lnTo>
                    <a:pt x="1336049" y="16393"/>
                  </a:lnTo>
                  <a:lnTo>
                    <a:pt x="1410605" y="19661"/>
                  </a:lnTo>
                  <a:lnTo>
                    <a:pt x="1479066" y="23307"/>
                  </a:lnTo>
                  <a:lnTo>
                    <a:pt x="1542070" y="27384"/>
                  </a:lnTo>
                  <a:lnTo>
                    <a:pt x="1600455" y="31955"/>
                  </a:lnTo>
                  <a:lnTo>
                    <a:pt x="1655152" y="37085"/>
                  </a:lnTo>
                  <a:lnTo>
                    <a:pt x="1707093" y="42838"/>
                  </a:lnTo>
                  <a:lnTo>
                    <a:pt x="1757136" y="49257"/>
                  </a:lnTo>
                  <a:lnTo>
                    <a:pt x="1768425" y="50824"/>
                  </a:lnTo>
                  <a:lnTo>
                    <a:pt x="1822143" y="58868"/>
                  </a:lnTo>
                  <a:lnTo>
                    <a:pt x="1875344" y="67756"/>
                  </a:lnTo>
                  <a:lnTo>
                    <a:pt x="1928599" y="77500"/>
                  </a:lnTo>
                  <a:lnTo>
                    <a:pt x="1982293" y="88081"/>
                  </a:lnTo>
                  <a:lnTo>
                    <a:pt x="2036645" y="99443"/>
                  </a:lnTo>
                  <a:lnTo>
                    <a:pt x="2091731" y="111497"/>
                  </a:lnTo>
                  <a:lnTo>
                    <a:pt x="2147502" y="124116"/>
                  </a:lnTo>
                  <a:lnTo>
                    <a:pt x="2203807" y="137143"/>
                  </a:lnTo>
                  <a:lnTo>
                    <a:pt x="2260421" y="150396"/>
                  </a:lnTo>
                  <a:lnTo>
                    <a:pt x="2317077" y="163680"/>
                  </a:lnTo>
                  <a:lnTo>
                    <a:pt x="2373506" y="176798"/>
                  </a:lnTo>
                  <a:lnTo>
                    <a:pt x="2429463" y="189562"/>
                  </a:lnTo>
                  <a:lnTo>
                    <a:pt x="2484774" y="201808"/>
                  </a:lnTo>
                  <a:lnTo>
                    <a:pt x="2539353" y="213398"/>
                  </a:lnTo>
                  <a:lnTo>
                    <a:pt x="2593236" y="224230"/>
                  </a:lnTo>
                  <a:lnTo>
                    <a:pt x="2646595" y="234239"/>
                  </a:lnTo>
                  <a:lnTo>
                    <a:pt x="2699761" y="243394"/>
                  </a:lnTo>
                  <a:lnTo>
                    <a:pt x="2753243" y="251699"/>
                  </a:lnTo>
                  <a:lnTo>
                    <a:pt x="2770117" y="254122"/>
                  </a:lnTo>
                  <a:lnTo>
                    <a:pt x="2819830" y="260695"/>
                  </a:lnTo>
                  <a:lnTo>
                    <a:pt x="2871265" y="266598"/>
                  </a:lnTo>
                  <a:lnTo>
                    <a:pt x="2925248" y="271866"/>
                  </a:lnTo>
                  <a:lnTo>
                    <a:pt x="2982704" y="276560"/>
                  </a:lnTo>
                  <a:lnTo>
                    <a:pt x="3044569" y="280744"/>
                  </a:lnTo>
                  <a:lnTo>
                    <a:pt x="3111713" y="284484"/>
                  </a:lnTo>
                  <a:lnTo>
                    <a:pt x="3184830" y="287835"/>
                  </a:lnTo>
                  <a:lnTo>
                    <a:pt x="3264297" y="290841"/>
                  </a:lnTo>
                  <a:lnTo>
                    <a:pt x="3349989" y="293534"/>
                  </a:lnTo>
                  <a:lnTo>
                    <a:pt x="3441058" y="295933"/>
                  </a:lnTo>
                  <a:lnTo>
                    <a:pt x="3535722" y="298046"/>
                  </a:lnTo>
                  <a:lnTo>
                    <a:pt x="3631139" y="299870"/>
                  </a:lnTo>
                  <a:lnTo>
                    <a:pt x="3723478" y="301398"/>
                  </a:lnTo>
                  <a:lnTo>
                    <a:pt x="3808283" y="302625"/>
                  </a:lnTo>
                  <a:lnTo>
                    <a:pt x="3881164" y="303556"/>
                  </a:lnTo>
                  <a:lnTo>
                    <a:pt x="3938688" y="304209"/>
                  </a:lnTo>
                  <a:lnTo>
                    <a:pt x="3979206" y="304621"/>
                  </a:lnTo>
                  <a:lnTo>
                    <a:pt x="4003353" y="304841"/>
                  </a:lnTo>
                  <a:lnTo>
                    <a:pt x="4014084" y="304929"/>
                  </a:lnTo>
                  <a:lnTo>
                    <a:pt x="4016393" y="304947"/>
                  </a:lnTo>
                  <a:lnTo>
                    <a:pt x="4016409" y="304947"/>
                  </a:lnTo>
                  <a:lnTo>
                    <a:pt x="4538543" y="304947"/>
                  </a:lnTo>
                  <a:lnTo>
                    <a:pt x="4539753" y="305003"/>
                  </a:lnTo>
                  <a:lnTo>
                    <a:pt x="4547677" y="305408"/>
                  </a:lnTo>
                  <a:lnTo>
                    <a:pt x="4567517" y="306526"/>
                  </a:lnTo>
                  <a:lnTo>
                    <a:pt x="4602650" y="308723"/>
                  </a:lnTo>
                  <a:lnTo>
                    <a:pt x="4654324" y="312324"/>
                  </a:lnTo>
                  <a:lnTo>
                    <a:pt x="4721588" y="317577"/>
                  </a:lnTo>
                  <a:lnTo>
                    <a:pt x="4801629" y="324630"/>
                  </a:lnTo>
                  <a:lnTo>
                    <a:pt x="4890462" y="333533"/>
                  </a:lnTo>
                  <a:lnTo>
                    <a:pt x="4983767" y="344271"/>
                  </a:lnTo>
                  <a:lnTo>
                    <a:pt x="5077615" y="356801"/>
                  </a:lnTo>
                  <a:lnTo>
                    <a:pt x="5168918" y="371093"/>
                  </a:lnTo>
                  <a:lnTo>
                    <a:pt x="5255585" y="387168"/>
                  </a:lnTo>
                  <a:lnTo>
                    <a:pt x="5336464" y="405108"/>
                  </a:lnTo>
                  <a:lnTo>
                    <a:pt x="5411171" y="425076"/>
                  </a:lnTo>
                  <a:lnTo>
                    <a:pt x="5479877" y="447306"/>
                  </a:lnTo>
                  <a:lnTo>
                    <a:pt x="5543127" y="472107"/>
                  </a:lnTo>
                  <a:lnTo>
                    <a:pt x="5601686" y="499845"/>
                  </a:lnTo>
                  <a:lnTo>
                    <a:pt x="5656428" y="530919"/>
                  </a:lnTo>
                  <a:lnTo>
                    <a:pt x="5708248" y="565722"/>
                  </a:lnTo>
                  <a:lnTo>
                    <a:pt x="5757995" y="604561"/>
                  </a:lnTo>
                  <a:lnTo>
                    <a:pt x="5784835" y="627777"/>
                  </a:lnTo>
                  <a:lnTo>
                    <a:pt x="5827383" y="667746"/>
                  </a:lnTo>
                  <a:lnTo>
                    <a:pt x="5869520" y="711049"/>
                  </a:lnTo>
                  <a:lnTo>
                    <a:pt x="5911561" y="757750"/>
                  </a:lnTo>
                  <a:lnTo>
                    <a:pt x="5953742" y="807841"/>
                  </a:lnTo>
                  <a:lnTo>
                    <a:pt x="5996229" y="861233"/>
                  </a:lnTo>
                  <a:lnTo>
                    <a:pt x="6039126" y="917750"/>
                  </a:lnTo>
                  <a:lnTo>
                    <a:pt x="6082482" y="977124"/>
                  </a:lnTo>
                  <a:lnTo>
                    <a:pt x="6126290" y="1038998"/>
                  </a:lnTo>
                  <a:lnTo>
                    <a:pt x="6170504" y="1102928"/>
                  </a:lnTo>
                  <a:lnTo>
                    <a:pt x="6215039" y="1168400"/>
                  </a:lnTo>
                  <a:lnTo>
                    <a:pt x="6259783" y="1234841"/>
                  </a:lnTo>
                  <a:lnTo>
                    <a:pt x="6304605" y="1301643"/>
                  </a:lnTo>
                  <a:lnTo>
                    <a:pt x="6349369" y="1368181"/>
                  </a:lnTo>
                  <a:lnTo>
                    <a:pt x="6393945" y="1433843"/>
                  </a:lnTo>
                  <a:lnTo>
                    <a:pt x="6438215" y="1498049"/>
                  </a:lnTo>
                  <a:lnTo>
                    <a:pt x="6482091" y="1560273"/>
                  </a:lnTo>
                  <a:lnTo>
                    <a:pt x="6525518" y="1620062"/>
                  </a:lnTo>
                  <a:lnTo>
                    <a:pt x="6568485" y="1677043"/>
                  </a:lnTo>
                  <a:lnTo>
                    <a:pt x="6611031" y="1730936"/>
                  </a:lnTo>
                  <a:lnTo>
                    <a:pt x="6653251" y="1781549"/>
                  </a:lnTo>
                  <a:lnTo>
                    <a:pt x="6695299" y="1828780"/>
                  </a:lnTo>
                  <a:lnTo>
                    <a:pt x="6737403" y="1872609"/>
                  </a:lnTo>
                  <a:lnTo>
                    <a:pt x="6779863" y="1913090"/>
                  </a:lnTo>
                  <a:lnTo>
                    <a:pt x="6786527" y="1919096"/>
                  </a:lnTo>
                  <a:lnTo>
                    <a:pt x="6835448" y="1960226"/>
                  </a:lnTo>
                  <a:lnTo>
                    <a:pt x="6886026" y="1997228"/>
                  </a:lnTo>
                  <a:lnTo>
                    <a:pt x="6939046" y="2030315"/>
                  </a:lnTo>
                  <a:lnTo>
                    <a:pt x="6995386" y="2059844"/>
                  </a:lnTo>
                  <a:lnTo>
                    <a:pt x="7055944" y="2086218"/>
                  </a:lnTo>
                  <a:lnTo>
                    <a:pt x="7121554" y="2109825"/>
                  </a:lnTo>
                  <a:lnTo>
                    <a:pt x="7192899" y="2131008"/>
                  </a:lnTo>
                  <a:lnTo>
                    <a:pt x="7270378" y="2150042"/>
                  </a:lnTo>
                  <a:lnTo>
                    <a:pt x="7353939" y="2167131"/>
                  </a:lnTo>
                  <a:lnTo>
                    <a:pt x="7442878" y="2182401"/>
                  </a:lnTo>
                  <a:lnTo>
                    <a:pt x="7535641" y="2195905"/>
                  </a:lnTo>
                  <a:lnTo>
                    <a:pt x="7629685" y="2207637"/>
                  </a:lnTo>
                  <a:lnTo>
                    <a:pt x="7721509" y="2217558"/>
                  </a:lnTo>
                  <a:lnTo>
                    <a:pt x="7806935" y="2225631"/>
                  </a:lnTo>
                  <a:lnTo>
                    <a:pt x="7881694" y="2231866"/>
                  </a:lnTo>
                  <a:lnTo>
                    <a:pt x="7942223" y="2236355"/>
                  </a:lnTo>
                  <a:lnTo>
                    <a:pt x="7986475" y="2239290"/>
                  </a:lnTo>
                  <a:lnTo>
                    <a:pt x="8014470" y="2240960"/>
                  </a:lnTo>
                  <a:lnTo>
                    <a:pt x="8028437" y="2241713"/>
                  </a:lnTo>
                  <a:lnTo>
                    <a:pt x="8032610" y="2241917"/>
                  </a:lnTo>
                  <a:lnTo>
                    <a:pt x="8032819" y="2241926"/>
                  </a:lnTo>
                  <a:lnTo>
                    <a:pt x="8554953" y="2241926"/>
                  </a:lnTo>
                  <a:lnTo>
                    <a:pt x="8554953" y="2241926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751" name="pl751"/>
            <p:cNvSpPr/>
            <p:nvPr/>
          </p:nvSpPr>
          <p:spPr>
            <a:xfrm>
              <a:off x="386606" y="694241"/>
              <a:ext cx="8554953" cy="2241926"/>
            </a:xfrm>
            <a:custGeom>
              <a:avLst/>
              <a:pathLst>
                <a:path w="8554953" h="2241926">
                  <a:moveTo>
                    <a:pt x="8554953" y="2241926"/>
                  </a:moveTo>
                  <a:lnTo>
                    <a:pt x="8032819" y="2241926"/>
                  </a:lnTo>
                  <a:lnTo>
                    <a:pt x="8031608" y="2241870"/>
                  </a:lnTo>
                  <a:lnTo>
                    <a:pt x="8023685" y="2241465"/>
                  </a:lnTo>
                  <a:lnTo>
                    <a:pt x="8003845" y="2240347"/>
                  </a:lnTo>
                  <a:lnTo>
                    <a:pt x="7968712" y="2238151"/>
                  </a:lnTo>
                  <a:lnTo>
                    <a:pt x="7917038" y="2234550"/>
                  </a:lnTo>
                  <a:lnTo>
                    <a:pt x="7849773" y="2229296"/>
                  </a:lnTo>
                  <a:lnTo>
                    <a:pt x="7769733" y="2222243"/>
                  </a:lnTo>
                  <a:lnTo>
                    <a:pt x="7680900" y="2213340"/>
                  </a:lnTo>
                  <a:lnTo>
                    <a:pt x="7587595" y="2202602"/>
                  </a:lnTo>
                  <a:lnTo>
                    <a:pt x="7493747" y="2190072"/>
                  </a:lnTo>
                  <a:lnTo>
                    <a:pt x="7402444" y="2175780"/>
                  </a:lnTo>
                  <a:lnTo>
                    <a:pt x="7315777" y="2159706"/>
                  </a:lnTo>
                  <a:lnTo>
                    <a:pt x="7234898" y="2141765"/>
                  </a:lnTo>
                  <a:lnTo>
                    <a:pt x="7160191" y="2121798"/>
                  </a:lnTo>
                  <a:lnTo>
                    <a:pt x="7091485" y="2099567"/>
                  </a:lnTo>
                  <a:lnTo>
                    <a:pt x="7028235" y="2074766"/>
                  </a:lnTo>
                  <a:lnTo>
                    <a:pt x="6969676" y="2047029"/>
                  </a:lnTo>
                  <a:lnTo>
                    <a:pt x="6914934" y="2015954"/>
                  </a:lnTo>
                  <a:lnTo>
                    <a:pt x="6863114" y="1981151"/>
                  </a:lnTo>
                  <a:lnTo>
                    <a:pt x="6813367" y="1942313"/>
                  </a:lnTo>
                  <a:lnTo>
                    <a:pt x="6786527" y="1919096"/>
                  </a:lnTo>
                  <a:lnTo>
                    <a:pt x="6743979" y="1879127"/>
                  </a:lnTo>
                  <a:lnTo>
                    <a:pt x="6701842" y="1835825"/>
                  </a:lnTo>
                  <a:lnTo>
                    <a:pt x="6659801" y="1789124"/>
                  </a:lnTo>
                  <a:lnTo>
                    <a:pt x="6617620" y="1739032"/>
                  </a:lnTo>
                  <a:lnTo>
                    <a:pt x="6575133" y="1685640"/>
                  </a:lnTo>
                  <a:lnTo>
                    <a:pt x="6532235" y="1629123"/>
                  </a:lnTo>
                  <a:lnTo>
                    <a:pt x="6488880" y="1569749"/>
                  </a:lnTo>
                  <a:lnTo>
                    <a:pt x="6445072" y="1507876"/>
                  </a:lnTo>
                  <a:lnTo>
                    <a:pt x="6400858" y="1443945"/>
                  </a:lnTo>
                  <a:lnTo>
                    <a:pt x="6356323" y="1378473"/>
                  </a:lnTo>
                  <a:lnTo>
                    <a:pt x="6311579" y="1312032"/>
                  </a:lnTo>
                  <a:lnTo>
                    <a:pt x="6266757" y="1245230"/>
                  </a:lnTo>
                  <a:lnTo>
                    <a:pt x="6221992" y="1178692"/>
                  </a:lnTo>
                  <a:lnTo>
                    <a:pt x="6177417" y="1113030"/>
                  </a:lnTo>
                  <a:lnTo>
                    <a:pt x="6133147" y="1048825"/>
                  </a:lnTo>
                  <a:lnTo>
                    <a:pt x="6089271" y="986600"/>
                  </a:lnTo>
                  <a:lnTo>
                    <a:pt x="6045844" y="926811"/>
                  </a:lnTo>
                  <a:lnTo>
                    <a:pt x="6002876" y="869830"/>
                  </a:lnTo>
                  <a:lnTo>
                    <a:pt x="5960331" y="815937"/>
                  </a:lnTo>
                  <a:lnTo>
                    <a:pt x="5918111" y="765324"/>
                  </a:lnTo>
                  <a:lnTo>
                    <a:pt x="5876063" y="718093"/>
                  </a:lnTo>
                  <a:lnTo>
                    <a:pt x="5833959" y="674264"/>
                  </a:lnTo>
                  <a:lnTo>
                    <a:pt x="5791499" y="633783"/>
                  </a:lnTo>
                  <a:lnTo>
                    <a:pt x="5784835" y="627777"/>
                  </a:lnTo>
                  <a:lnTo>
                    <a:pt x="5735914" y="586648"/>
                  </a:lnTo>
                  <a:lnTo>
                    <a:pt x="5685336" y="549645"/>
                  </a:lnTo>
                  <a:lnTo>
                    <a:pt x="5632316" y="516558"/>
                  </a:lnTo>
                  <a:lnTo>
                    <a:pt x="5575976" y="487029"/>
                  </a:lnTo>
                  <a:lnTo>
                    <a:pt x="5515418" y="460655"/>
                  </a:lnTo>
                  <a:lnTo>
                    <a:pt x="5449808" y="437048"/>
                  </a:lnTo>
                  <a:lnTo>
                    <a:pt x="5378463" y="415866"/>
                  </a:lnTo>
                  <a:lnTo>
                    <a:pt x="5300984" y="396831"/>
                  </a:lnTo>
                  <a:lnTo>
                    <a:pt x="5217423" y="379742"/>
                  </a:lnTo>
                  <a:lnTo>
                    <a:pt x="5128484" y="364472"/>
                  </a:lnTo>
                  <a:lnTo>
                    <a:pt x="5035721" y="350968"/>
                  </a:lnTo>
                  <a:lnTo>
                    <a:pt x="4941677" y="339236"/>
                  </a:lnTo>
                  <a:lnTo>
                    <a:pt x="4849853" y="329315"/>
                  </a:lnTo>
                  <a:lnTo>
                    <a:pt x="4764427" y="321242"/>
                  </a:lnTo>
                  <a:lnTo>
                    <a:pt x="4689668" y="315007"/>
                  </a:lnTo>
                  <a:lnTo>
                    <a:pt x="4629139" y="310519"/>
                  </a:lnTo>
                  <a:lnTo>
                    <a:pt x="4584887" y="307583"/>
                  </a:lnTo>
                  <a:lnTo>
                    <a:pt x="4556892" y="305913"/>
                  </a:lnTo>
                  <a:lnTo>
                    <a:pt x="4542925" y="305160"/>
                  </a:lnTo>
                  <a:lnTo>
                    <a:pt x="4538752" y="304956"/>
                  </a:lnTo>
                  <a:lnTo>
                    <a:pt x="4538543" y="304947"/>
                  </a:lnTo>
                  <a:lnTo>
                    <a:pt x="4016409" y="304947"/>
                  </a:lnTo>
                  <a:lnTo>
                    <a:pt x="4015141" y="304937"/>
                  </a:lnTo>
                  <a:lnTo>
                    <a:pt x="4006850" y="304871"/>
                  </a:lnTo>
                  <a:lnTo>
                    <a:pt x="3986121" y="304686"/>
                  </a:lnTo>
                  <a:lnTo>
                    <a:pt x="3949501" y="304323"/>
                  </a:lnTo>
                  <a:lnTo>
                    <a:pt x="3895811" y="303729"/>
                  </a:lnTo>
                  <a:lnTo>
                    <a:pt x="3826202" y="302865"/>
                  </a:lnTo>
                  <a:lnTo>
                    <a:pt x="3743763" y="301706"/>
                  </a:lnTo>
                  <a:lnTo>
                    <a:pt x="3652748" y="300247"/>
                  </a:lnTo>
                  <a:lnTo>
                    <a:pt x="3557667" y="298490"/>
                  </a:lnTo>
                  <a:lnTo>
                    <a:pt x="3462541" y="296443"/>
                  </a:lnTo>
                  <a:lnTo>
                    <a:pt x="3370453" y="294110"/>
                  </a:lnTo>
                  <a:lnTo>
                    <a:pt x="3283422" y="291485"/>
                  </a:lnTo>
                  <a:lnTo>
                    <a:pt x="3202493" y="288553"/>
                  </a:lnTo>
                  <a:lnTo>
                    <a:pt x="3127938" y="285285"/>
                  </a:lnTo>
                  <a:lnTo>
                    <a:pt x="3059476" y="281639"/>
                  </a:lnTo>
                  <a:lnTo>
                    <a:pt x="2996472" y="277562"/>
                  </a:lnTo>
                  <a:lnTo>
                    <a:pt x="2938087" y="272992"/>
                  </a:lnTo>
                  <a:lnTo>
                    <a:pt x="2883390" y="267861"/>
                  </a:lnTo>
                  <a:lnTo>
                    <a:pt x="2831449" y="262108"/>
                  </a:lnTo>
                  <a:lnTo>
                    <a:pt x="2781406" y="255690"/>
                  </a:lnTo>
                  <a:lnTo>
                    <a:pt x="2770117" y="254122"/>
                  </a:lnTo>
                  <a:lnTo>
                    <a:pt x="2716399" y="246078"/>
                  </a:lnTo>
                  <a:lnTo>
                    <a:pt x="2663198" y="237190"/>
                  </a:lnTo>
                  <a:lnTo>
                    <a:pt x="2609943" y="227446"/>
                  </a:lnTo>
                  <a:lnTo>
                    <a:pt x="2556249" y="216866"/>
                  </a:lnTo>
                  <a:lnTo>
                    <a:pt x="2501897" y="205503"/>
                  </a:lnTo>
                  <a:lnTo>
                    <a:pt x="2446811" y="193449"/>
                  </a:lnTo>
                  <a:lnTo>
                    <a:pt x="2391040" y="180830"/>
                  </a:lnTo>
                  <a:lnTo>
                    <a:pt x="2334735" y="167803"/>
                  </a:lnTo>
                  <a:lnTo>
                    <a:pt x="2278122" y="154550"/>
                  </a:lnTo>
                  <a:lnTo>
                    <a:pt x="2221465" y="141266"/>
                  </a:lnTo>
                  <a:lnTo>
                    <a:pt x="2165037" y="128149"/>
                  </a:lnTo>
                  <a:lnTo>
                    <a:pt x="2109079" y="115384"/>
                  </a:lnTo>
                  <a:lnTo>
                    <a:pt x="2053768" y="103138"/>
                  </a:lnTo>
                  <a:lnTo>
                    <a:pt x="1999189" y="91548"/>
                  </a:lnTo>
                  <a:lnTo>
                    <a:pt x="1945306" y="80716"/>
                  </a:lnTo>
                  <a:lnTo>
                    <a:pt x="1891947" y="70707"/>
                  </a:lnTo>
                  <a:lnTo>
                    <a:pt x="1838781" y="61552"/>
                  </a:lnTo>
                  <a:lnTo>
                    <a:pt x="1785299" y="53247"/>
                  </a:lnTo>
                  <a:lnTo>
                    <a:pt x="1768425" y="50824"/>
                  </a:lnTo>
                  <a:lnTo>
                    <a:pt x="1718712" y="44251"/>
                  </a:lnTo>
                  <a:lnTo>
                    <a:pt x="1667277" y="38348"/>
                  </a:lnTo>
                  <a:lnTo>
                    <a:pt x="1613294" y="33080"/>
                  </a:lnTo>
                  <a:lnTo>
                    <a:pt x="1555838" y="28387"/>
                  </a:lnTo>
                  <a:lnTo>
                    <a:pt x="1493973" y="24202"/>
                  </a:lnTo>
                  <a:lnTo>
                    <a:pt x="1426829" y="20462"/>
                  </a:lnTo>
                  <a:lnTo>
                    <a:pt x="1353712" y="17111"/>
                  </a:lnTo>
                  <a:lnTo>
                    <a:pt x="1274245" y="14106"/>
                  </a:lnTo>
                  <a:lnTo>
                    <a:pt x="1188553" y="11413"/>
                  </a:lnTo>
                  <a:lnTo>
                    <a:pt x="1097484" y="9013"/>
                  </a:lnTo>
                  <a:lnTo>
                    <a:pt x="1002821" y="6901"/>
                  </a:lnTo>
                  <a:lnTo>
                    <a:pt x="907403" y="5077"/>
                  </a:lnTo>
                  <a:lnTo>
                    <a:pt x="815064" y="3548"/>
                  </a:lnTo>
                  <a:lnTo>
                    <a:pt x="730259" y="2321"/>
                  </a:lnTo>
                  <a:lnTo>
                    <a:pt x="657378" y="1390"/>
                  </a:lnTo>
                  <a:lnTo>
                    <a:pt x="599854" y="737"/>
                  </a:lnTo>
                  <a:lnTo>
                    <a:pt x="559336" y="326"/>
                  </a:lnTo>
                  <a:lnTo>
                    <a:pt x="535189" y="105"/>
                  </a:lnTo>
                  <a:lnTo>
                    <a:pt x="524458" y="17"/>
                  </a:lnTo>
                  <a:lnTo>
                    <a:pt x="522149" y="0"/>
                  </a:lnTo>
                  <a:lnTo>
                    <a:pt x="522133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752" name="pg752"/>
            <p:cNvSpPr/>
            <p:nvPr/>
          </p:nvSpPr>
          <p:spPr>
            <a:xfrm>
              <a:off x="386606" y="699888"/>
              <a:ext cx="8554953" cy="2930881"/>
            </a:xfrm>
            <a:custGeom>
              <a:avLst/>
              <a:pathLst>
                <a:path w="8554953" h="2930881">
                  <a:moveTo>
                    <a:pt x="0" y="11294"/>
                  </a:moveTo>
                  <a:lnTo>
                    <a:pt x="522133" y="11294"/>
                  </a:lnTo>
                  <a:lnTo>
                    <a:pt x="523401" y="11304"/>
                  </a:lnTo>
                  <a:lnTo>
                    <a:pt x="531690" y="11378"/>
                  </a:lnTo>
                  <a:lnTo>
                    <a:pt x="552413" y="11584"/>
                  </a:lnTo>
                  <a:lnTo>
                    <a:pt x="589023" y="11986"/>
                  </a:lnTo>
                  <a:lnTo>
                    <a:pt x="642701" y="12646"/>
                  </a:lnTo>
                  <a:lnTo>
                    <a:pt x="712296" y="13607"/>
                  </a:lnTo>
                  <a:lnTo>
                    <a:pt x="794719" y="14894"/>
                  </a:lnTo>
                  <a:lnTo>
                    <a:pt x="885721" y="16515"/>
                  </a:lnTo>
                  <a:lnTo>
                    <a:pt x="980791" y="18466"/>
                  </a:lnTo>
                  <a:lnTo>
                    <a:pt x="1075910" y="20740"/>
                  </a:lnTo>
                  <a:lnTo>
                    <a:pt x="1167993" y="23332"/>
                  </a:lnTo>
                  <a:lnTo>
                    <a:pt x="1255022" y="26247"/>
                  </a:lnTo>
                  <a:lnTo>
                    <a:pt x="1335951" y="29504"/>
                  </a:lnTo>
                  <a:lnTo>
                    <a:pt x="1410507" y="33134"/>
                  </a:lnTo>
                  <a:lnTo>
                    <a:pt x="1478970" y="37185"/>
                  </a:lnTo>
                  <a:lnTo>
                    <a:pt x="1541976" y="41714"/>
                  </a:lnTo>
                  <a:lnTo>
                    <a:pt x="1600362" y="46791"/>
                  </a:lnTo>
                  <a:lnTo>
                    <a:pt x="1655059" y="52490"/>
                  </a:lnTo>
                  <a:lnTo>
                    <a:pt x="1706999" y="58880"/>
                  </a:lnTo>
                  <a:lnTo>
                    <a:pt x="1757040" y="66009"/>
                  </a:lnTo>
                  <a:lnTo>
                    <a:pt x="1768425" y="67766"/>
                  </a:lnTo>
                  <a:lnTo>
                    <a:pt x="1822020" y="76682"/>
                  </a:lnTo>
                  <a:lnTo>
                    <a:pt x="1875099" y="86531"/>
                  </a:lnTo>
                  <a:lnTo>
                    <a:pt x="1928229" y="97328"/>
                  </a:lnTo>
                  <a:lnTo>
                    <a:pt x="1981795" y="109049"/>
                  </a:lnTo>
                  <a:lnTo>
                    <a:pt x="2036014" y="121637"/>
                  </a:lnTo>
                  <a:lnTo>
                    <a:pt x="2090964" y="134990"/>
                  </a:lnTo>
                  <a:lnTo>
                    <a:pt x="2146597" y="148971"/>
                  </a:lnTo>
                  <a:lnTo>
                    <a:pt x="2202764" y="163406"/>
                  </a:lnTo>
                  <a:lnTo>
                    <a:pt x="2259244" y="178094"/>
                  </a:lnTo>
                  <a:lnTo>
                    <a:pt x="2315772" y="192822"/>
                  </a:lnTo>
                  <a:lnTo>
                    <a:pt x="2372079" y="207371"/>
                  </a:lnTo>
                  <a:lnTo>
                    <a:pt x="2427923" y="221534"/>
                  </a:lnTo>
                  <a:lnTo>
                    <a:pt x="2483126" y="235127"/>
                  </a:lnTo>
                  <a:lnTo>
                    <a:pt x="2537602" y="248000"/>
                  </a:lnTo>
                  <a:lnTo>
                    <a:pt x="2591382" y="260037"/>
                  </a:lnTo>
                  <a:lnTo>
                    <a:pt x="2644632" y="271166"/>
                  </a:lnTo>
                  <a:lnTo>
                    <a:pt x="2697674" y="281352"/>
                  </a:lnTo>
                  <a:lnTo>
                    <a:pt x="2751008" y="290595"/>
                  </a:lnTo>
                  <a:lnTo>
                    <a:pt x="2770117" y="293652"/>
                  </a:lnTo>
                  <a:lnTo>
                    <a:pt x="2819825" y="300955"/>
                  </a:lnTo>
                  <a:lnTo>
                    <a:pt x="2871255" y="307513"/>
                  </a:lnTo>
                  <a:lnTo>
                    <a:pt x="2925232" y="313367"/>
                  </a:lnTo>
                  <a:lnTo>
                    <a:pt x="2982681" y="318581"/>
                  </a:lnTo>
                  <a:lnTo>
                    <a:pt x="3044538" y="323230"/>
                  </a:lnTo>
                  <a:lnTo>
                    <a:pt x="3111672" y="327386"/>
                  </a:lnTo>
                  <a:lnTo>
                    <a:pt x="3184778" y="331109"/>
                  </a:lnTo>
                  <a:lnTo>
                    <a:pt x="3264233" y="334448"/>
                  </a:lnTo>
                  <a:lnTo>
                    <a:pt x="3349912" y="337440"/>
                  </a:lnTo>
                  <a:lnTo>
                    <a:pt x="3440967" y="340106"/>
                  </a:lnTo>
                  <a:lnTo>
                    <a:pt x="3535619" y="342454"/>
                  </a:lnTo>
                  <a:lnTo>
                    <a:pt x="3631028" y="344481"/>
                  </a:lnTo>
                  <a:lnTo>
                    <a:pt x="3723365" y="346179"/>
                  </a:lnTo>
                  <a:lnTo>
                    <a:pt x="3808174" y="347543"/>
                  </a:lnTo>
                  <a:lnTo>
                    <a:pt x="3881069" y="348578"/>
                  </a:lnTo>
                  <a:lnTo>
                    <a:pt x="3938612" y="349304"/>
                  </a:lnTo>
                  <a:lnTo>
                    <a:pt x="3979153" y="349761"/>
                  </a:lnTo>
                  <a:lnTo>
                    <a:pt x="4003324" y="350006"/>
                  </a:lnTo>
                  <a:lnTo>
                    <a:pt x="4014074" y="350105"/>
                  </a:lnTo>
                  <a:lnTo>
                    <a:pt x="4016409" y="350124"/>
                  </a:lnTo>
                  <a:lnTo>
                    <a:pt x="4538543" y="350124"/>
                  </a:lnTo>
                  <a:lnTo>
                    <a:pt x="4539712" y="350197"/>
                  </a:lnTo>
                  <a:lnTo>
                    <a:pt x="4547369" y="350717"/>
                  </a:lnTo>
                  <a:lnTo>
                    <a:pt x="4566565" y="352153"/>
                  </a:lnTo>
                  <a:lnTo>
                    <a:pt x="4600616" y="354977"/>
                  </a:lnTo>
                  <a:lnTo>
                    <a:pt x="4650815" y="359610"/>
                  </a:lnTo>
                  <a:lnTo>
                    <a:pt x="4716352" y="366378"/>
                  </a:lnTo>
                  <a:lnTo>
                    <a:pt x="4794610" y="375477"/>
                  </a:lnTo>
                  <a:lnTo>
                    <a:pt x="4881798" y="386984"/>
                  </a:lnTo>
                  <a:lnTo>
                    <a:pt x="4973746" y="400881"/>
                  </a:lnTo>
                  <a:lnTo>
                    <a:pt x="5066597" y="417115"/>
                  </a:lnTo>
                  <a:lnTo>
                    <a:pt x="5157267" y="435645"/>
                  </a:lnTo>
                  <a:lnTo>
                    <a:pt x="5243619" y="456485"/>
                  </a:lnTo>
                  <a:lnTo>
                    <a:pt x="5324428" y="479731"/>
                  </a:lnTo>
                  <a:lnTo>
                    <a:pt x="5399225" y="505575"/>
                  </a:lnTo>
                  <a:lnTo>
                    <a:pt x="5468105" y="534306"/>
                  </a:lnTo>
                  <a:lnTo>
                    <a:pt x="5531543" y="566304"/>
                  </a:lnTo>
                  <a:lnTo>
                    <a:pt x="5590247" y="602028"/>
                  </a:lnTo>
                  <a:lnTo>
                    <a:pt x="5645048" y="641987"/>
                  </a:lnTo>
                  <a:lnTo>
                    <a:pt x="5696812" y="686694"/>
                  </a:lnTo>
                  <a:lnTo>
                    <a:pt x="5746374" y="736578"/>
                  </a:lnTo>
                  <a:lnTo>
                    <a:pt x="5784835" y="780250"/>
                  </a:lnTo>
                  <a:lnTo>
                    <a:pt x="5823408" y="828312"/>
                  </a:lnTo>
                  <a:lnTo>
                    <a:pt x="5861617" y="880012"/>
                  </a:lnTo>
                  <a:lnTo>
                    <a:pt x="5899704" y="935421"/>
                  </a:lnTo>
                  <a:lnTo>
                    <a:pt x="5937859" y="994551"/>
                  </a:lnTo>
                  <a:lnTo>
                    <a:pt x="5976221" y="1057340"/>
                  </a:lnTo>
                  <a:lnTo>
                    <a:pt x="6014886" y="1123651"/>
                  </a:lnTo>
                  <a:lnTo>
                    <a:pt x="6053912" y="1193266"/>
                  </a:lnTo>
                  <a:lnTo>
                    <a:pt x="6093316" y="1265884"/>
                  </a:lnTo>
                  <a:lnTo>
                    <a:pt x="6133087" y="1341125"/>
                  </a:lnTo>
                  <a:lnTo>
                    <a:pt x="6173183" y="1418535"/>
                  </a:lnTo>
                  <a:lnTo>
                    <a:pt x="6213537" y="1497596"/>
                  </a:lnTo>
                  <a:lnTo>
                    <a:pt x="6254066" y="1577740"/>
                  </a:lnTo>
                  <a:lnTo>
                    <a:pt x="6294674" y="1658364"/>
                  </a:lnTo>
                  <a:lnTo>
                    <a:pt x="6335259" y="1738851"/>
                  </a:lnTo>
                  <a:lnTo>
                    <a:pt x="6375721" y="1818588"/>
                  </a:lnTo>
                  <a:lnTo>
                    <a:pt x="6415970" y="1896985"/>
                  </a:lnTo>
                  <a:lnTo>
                    <a:pt x="6455929" y="1973495"/>
                  </a:lnTo>
                  <a:lnTo>
                    <a:pt x="6495542" y="2047626"/>
                  </a:lnTo>
                  <a:lnTo>
                    <a:pt x="6534778" y="2118956"/>
                  </a:lnTo>
                  <a:lnTo>
                    <a:pt x="6573640" y="2187141"/>
                  </a:lnTo>
                  <a:lnTo>
                    <a:pt x="6612162" y="2251914"/>
                  </a:lnTo>
                  <a:lnTo>
                    <a:pt x="6650417" y="2313095"/>
                  </a:lnTo>
                  <a:lnTo>
                    <a:pt x="6688522" y="2370581"/>
                  </a:lnTo>
                  <a:lnTo>
                    <a:pt x="6726637" y="2424342"/>
                  </a:lnTo>
                  <a:lnTo>
                    <a:pt x="6764973" y="2474418"/>
                  </a:lnTo>
                  <a:lnTo>
                    <a:pt x="6786527" y="2500755"/>
                  </a:lnTo>
                  <a:lnTo>
                    <a:pt x="6834862" y="2554938"/>
                  </a:lnTo>
                  <a:lnTo>
                    <a:pt x="6884805" y="2603750"/>
                  </a:lnTo>
                  <a:lnTo>
                    <a:pt x="6937113" y="2647458"/>
                  </a:lnTo>
                  <a:lnTo>
                    <a:pt x="6992633" y="2686519"/>
                  </a:lnTo>
                  <a:lnTo>
                    <a:pt x="7052229" y="2721451"/>
                  </a:lnTo>
                  <a:lnTo>
                    <a:pt x="7116716" y="2752754"/>
                  </a:lnTo>
                  <a:lnTo>
                    <a:pt x="7186762" y="2780874"/>
                  </a:lnTo>
                  <a:lnTo>
                    <a:pt x="7262782" y="2806173"/>
                  </a:lnTo>
                  <a:lnTo>
                    <a:pt x="7344770" y="2828921"/>
                  </a:lnTo>
                  <a:lnTo>
                    <a:pt x="7432121" y="2849289"/>
                  </a:lnTo>
                  <a:lnTo>
                    <a:pt x="7523435" y="2867356"/>
                  </a:lnTo>
                  <a:lnTo>
                    <a:pt x="7616382" y="2883122"/>
                  </a:lnTo>
                  <a:lnTo>
                    <a:pt x="7707697" y="2896540"/>
                  </a:lnTo>
                  <a:lnTo>
                    <a:pt x="7793416" y="2907560"/>
                  </a:lnTo>
                  <a:lnTo>
                    <a:pt x="7869383" y="2916178"/>
                  </a:lnTo>
                  <a:lnTo>
                    <a:pt x="7931981" y="2922494"/>
                  </a:lnTo>
                  <a:lnTo>
                    <a:pt x="7978916" y="2926732"/>
                  </a:lnTo>
                  <a:lnTo>
                    <a:pt x="8009793" y="2929239"/>
                  </a:lnTo>
                  <a:lnTo>
                    <a:pt x="8026331" y="2930452"/>
                  </a:lnTo>
                  <a:lnTo>
                    <a:pt x="8032218" y="2930844"/>
                  </a:lnTo>
                  <a:lnTo>
                    <a:pt x="8032819" y="2930881"/>
                  </a:lnTo>
                  <a:lnTo>
                    <a:pt x="8554953" y="2930881"/>
                  </a:lnTo>
                  <a:lnTo>
                    <a:pt x="8554953" y="2919587"/>
                  </a:lnTo>
                  <a:lnTo>
                    <a:pt x="8032819" y="2919587"/>
                  </a:lnTo>
                  <a:lnTo>
                    <a:pt x="8031650" y="2919514"/>
                  </a:lnTo>
                  <a:lnTo>
                    <a:pt x="8023993" y="2918995"/>
                  </a:lnTo>
                  <a:lnTo>
                    <a:pt x="8004796" y="2917558"/>
                  </a:lnTo>
                  <a:lnTo>
                    <a:pt x="7970746" y="2914734"/>
                  </a:lnTo>
                  <a:lnTo>
                    <a:pt x="7920547" y="2910101"/>
                  </a:lnTo>
                  <a:lnTo>
                    <a:pt x="7855010" y="2903333"/>
                  </a:lnTo>
                  <a:lnTo>
                    <a:pt x="7776752" y="2894234"/>
                  </a:lnTo>
                  <a:lnTo>
                    <a:pt x="7689564" y="2882727"/>
                  </a:lnTo>
                  <a:lnTo>
                    <a:pt x="7597616" y="2868830"/>
                  </a:lnTo>
                  <a:lnTo>
                    <a:pt x="7504765" y="2852596"/>
                  </a:lnTo>
                  <a:lnTo>
                    <a:pt x="7414095" y="2834066"/>
                  </a:lnTo>
                  <a:lnTo>
                    <a:pt x="7327743" y="2813226"/>
                  </a:lnTo>
                  <a:lnTo>
                    <a:pt x="7246934" y="2789980"/>
                  </a:lnTo>
                  <a:lnTo>
                    <a:pt x="7172137" y="2764136"/>
                  </a:lnTo>
                  <a:lnTo>
                    <a:pt x="7103257" y="2735405"/>
                  </a:lnTo>
                  <a:lnTo>
                    <a:pt x="7039819" y="2703407"/>
                  </a:lnTo>
                  <a:lnTo>
                    <a:pt x="6981115" y="2667683"/>
                  </a:lnTo>
                  <a:lnTo>
                    <a:pt x="6926314" y="2627724"/>
                  </a:lnTo>
                  <a:lnTo>
                    <a:pt x="6874550" y="2583017"/>
                  </a:lnTo>
                  <a:lnTo>
                    <a:pt x="6824988" y="2533133"/>
                  </a:lnTo>
                  <a:lnTo>
                    <a:pt x="6786527" y="2489461"/>
                  </a:lnTo>
                  <a:lnTo>
                    <a:pt x="6747954" y="2441399"/>
                  </a:lnTo>
                  <a:lnTo>
                    <a:pt x="6709745" y="2389699"/>
                  </a:lnTo>
                  <a:lnTo>
                    <a:pt x="6671658" y="2334290"/>
                  </a:lnTo>
                  <a:lnTo>
                    <a:pt x="6633503" y="2275160"/>
                  </a:lnTo>
                  <a:lnTo>
                    <a:pt x="6595141" y="2212371"/>
                  </a:lnTo>
                  <a:lnTo>
                    <a:pt x="6556476" y="2146060"/>
                  </a:lnTo>
                  <a:lnTo>
                    <a:pt x="6517450" y="2076445"/>
                  </a:lnTo>
                  <a:lnTo>
                    <a:pt x="6478046" y="2003827"/>
                  </a:lnTo>
                  <a:lnTo>
                    <a:pt x="6438275" y="1928586"/>
                  </a:lnTo>
                  <a:lnTo>
                    <a:pt x="6398179" y="1851176"/>
                  </a:lnTo>
                  <a:lnTo>
                    <a:pt x="6357825" y="1772115"/>
                  </a:lnTo>
                  <a:lnTo>
                    <a:pt x="6317296" y="1691972"/>
                  </a:lnTo>
                  <a:lnTo>
                    <a:pt x="6276688" y="1611347"/>
                  </a:lnTo>
                  <a:lnTo>
                    <a:pt x="6236103" y="1530860"/>
                  </a:lnTo>
                  <a:lnTo>
                    <a:pt x="6195640" y="1451123"/>
                  </a:lnTo>
                  <a:lnTo>
                    <a:pt x="6155391" y="1372726"/>
                  </a:lnTo>
                  <a:lnTo>
                    <a:pt x="6115433" y="1296216"/>
                  </a:lnTo>
                  <a:lnTo>
                    <a:pt x="6075820" y="1222085"/>
                  </a:lnTo>
                  <a:lnTo>
                    <a:pt x="6036584" y="1150755"/>
                  </a:lnTo>
                  <a:lnTo>
                    <a:pt x="5997722" y="1082570"/>
                  </a:lnTo>
                  <a:lnTo>
                    <a:pt x="5959200" y="1017797"/>
                  </a:lnTo>
                  <a:lnTo>
                    <a:pt x="5920945" y="956616"/>
                  </a:lnTo>
                  <a:lnTo>
                    <a:pt x="5882840" y="899130"/>
                  </a:lnTo>
                  <a:lnTo>
                    <a:pt x="5844725" y="845369"/>
                  </a:lnTo>
                  <a:lnTo>
                    <a:pt x="5806389" y="795293"/>
                  </a:lnTo>
                  <a:lnTo>
                    <a:pt x="5784835" y="768956"/>
                  </a:lnTo>
                  <a:lnTo>
                    <a:pt x="5736500" y="714773"/>
                  </a:lnTo>
                  <a:lnTo>
                    <a:pt x="5686557" y="665961"/>
                  </a:lnTo>
                  <a:lnTo>
                    <a:pt x="5634249" y="622253"/>
                  </a:lnTo>
                  <a:lnTo>
                    <a:pt x="5578729" y="583192"/>
                  </a:lnTo>
                  <a:lnTo>
                    <a:pt x="5519132" y="548261"/>
                  </a:lnTo>
                  <a:lnTo>
                    <a:pt x="5454646" y="516957"/>
                  </a:lnTo>
                  <a:lnTo>
                    <a:pt x="5384600" y="488837"/>
                  </a:lnTo>
                  <a:lnTo>
                    <a:pt x="5308580" y="463538"/>
                  </a:lnTo>
                  <a:lnTo>
                    <a:pt x="5226592" y="440790"/>
                  </a:lnTo>
                  <a:lnTo>
                    <a:pt x="5139241" y="420422"/>
                  </a:lnTo>
                  <a:lnTo>
                    <a:pt x="5047927" y="402355"/>
                  </a:lnTo>
                  <a:lnTo>
                    <a:pt x="4954980" y="386589"/>
                  </a:lnTo>
                  <a:lnTo>
                    <a:pt x="4863665" y="373171"/>
                  </a:lnTo>
                  <a:lnTo>
                    <a:pt x="4777946" y="362151"/>
                  </a:lnTo>
                  <a:lnTo>
                    <a:pt x="4701979" y="353533"/>
                  </a:lnTo>
                  <a:lnTo>
                    <a:pt x="4639381" y="347217"/>
                  </a:lnTo>
                  <a:lnTo>
                    <a:pt x="4592446" y="342979"/>
                  </a:lnTo>
                  <a:lnTo>
                    <a:pt x="4561569" y="340472"/>
                  </a:lnTo>
                  <a:lnTo>
                    <a:pt x="4545031" y="339259"/>
                  </a:lnTo>
                  <a:lnTo>
                    <a:pt x="4539144" y="338867"/>
                  </a:lnTo>
                  <a:lnTo>
                    <a:pt x="4538543" y="338830"/>
                  </a:lnTo>
                  <a:lnTo>
                    <a:pt x="4016409" y="338830"/>
                  </a:lnTo>
                  <a:lnTo>
                    <a:pt x="4015141" y="338819"/>
                  </a:lnTo>
                  <a:lnTo>
                    <a:pt x="4006852" y="338745"/>
                  </a:lnTo>
                  <a:lnTo>
                    <a:pt x="3986129" y="338540"/>
                  </a:lnTo>
                  <a:lnTo>
                    <a:pt x="3949519" y="338137"/>
                  </a:lnTo>
                  <a:lnTo>
                    <a:pt x="3895841" y="337478"/>
                  </a:lnTo>
                  <a:lnTo>
                    <a:pt x="3826246" y="336517"/>
                  </a:lnTo>
                  <a:lnTo>
                    <a:pt x="3743823" y="335230"/>
                  </a:lnTo>
                  <a:lnTo>
                    <a:pt x="3652821" y="333609"/>
                  </a:lnTo>
                  <a:lnTo>
                    <a:pt x="3557751" y="331657"/>
                  </a:lnTo>
                  <a:lnTo>
                    <a:pt x="3462632" y="329383"/>
                  </a:lnTo>
                  <a:lnTo>
                    <a:pt x="3370549" y="326791"/>
                  </a:lnTo>
                  <a:lnTo>
                    <a:pt x="3283520" y="323876"/>
                  </a:lnTo>
                  <a:lnTo>
                    <a:pt x="3202591" y="320619"/>
                  </a:lnTo>
                  <a:lnTo>
                    <a:pt x="3128035" y="316989"/>
                  </a:lnTo>
                  <a:lnTo>
                    <a:pt x="3059572" y="312939"/>
                  </a:lnTo>
                  <a:lnTo>
                    <a:pt x="2996567" y="308410"/>
                  </a:lnTo>
                  <a:lnTo>
                    <a:pt x="2938180" y="303333"/>
                  </a:lnTo>
                  <a:lnTo>
                    <a:pt x="2883484" y="297634"/>
                  </a:lnTo>
                  <a:lnTo>
                    <a:pt x="2831543" y="291244"/>
                  </a:lnTo>
                  <a:lnTo>
                    <a:pt x="2781502" y="284114"/>
                  </a:lnTo>
                  <a:lnTo>
                    <a:pt x="2770117" y="282358"/>
                  </a:lnTo>
                  <a:lnTo>
                    <a:pt x="2716522" y="273442"/>
                  </a:lnTo>
                  <a:lnTo>
                    <a:pt x="2663444" y="263592"/>
                  </a:lnTo>
                  <a:lnTo>
                    <a:pt x="2610313" y="252796"/>
                  </a:lnTo>
                  <a:lnTo>
                    <a:pt x="2556747" y="241074"/>
                  </a:lnTo>
                  <a:lnTo>
                    <a:pt x="2502528" y="228487"/>
                  </a:lnTo>
                  <a:lnTo>
                    <a:pt x="2447578" y="215134"/>
                  </a:lnTo>
                  <a:lnTo>
                    <a:pt x="2391945" y="201153"/>
                  </a:lnTo>
                  <a:lnTo>
                    <a:pt x="2335778" y="186718"/>
                  </a:lnTo>
                  <a:lnTo>
                    <a:pt x="2279298" y="172029"/>
                  </a:lnTo>
                  <a:lnTo>
                    <a:pt x="2222770" y="157302"/>
                  </a:lnTo>
                  <a:lnTo>
                    <a:pt x="2166463" y="142753"/>
                  </a:lnTo>
                  <a:lnTo>
                    <a:pt x="2110620" y="128590"/>
                  </a:lnTo>
                  <a:lnTo>
                    <a:pt x="2055416" y="114996"/>
                  </a:lnTo>
                  <a:lnTo>
                    <a:pt x="2000940" y="102124"/>
                  </a:lnTo>
                  <a:lnTo>
                    <a:pt x="1947160" y="90086"/>
                  </a:lnTo>
                  <a:lnTo>
                    <a:pt x="1893910" y="78958"/>
                  </a:lnTo>
                  <a:lnTo>
                    <a:pt x="1840868" y="68772"/>
                  </a:lnTo>
                  <a:lnTo>
                    <a:pt x="1787534" y="59528"/>
                  </a:lnTo>
                  <a:lnTo>
                    <a:pt x="1768425" y="56471"/>
                  </a:lnTo>
                  <a:lnTo>
                    <a:pt x="1718717" y="49168"/>
                  </a:lnTo>
                  <a:lnTo>
                    <a:pt x="1667288" y="42610"/>
                  </a:lnTo>
                  <a:lnTo>
                    <a:pt x="1613310" y="36757"/>
                  </a:lnTo>
                  <a:lnTo>
                    <a:pt x="1555861" y="31543"/>
                  </a:lnTo>
                  <a:lnTo>
                    <a:pt x="1494004" y="26893"/>
                  </a:lnTo>
                  <a:lnTo>
                    <a:pt x="1426870" y="22738"/>
                  </a:lnTo>
                  <a:lnTo>
                    <a:pt x="1353764" y="19015"/>
                  </a:lnTo>
                  <a:lnTo>
                    <a:pt x="1274309" y="15675"/>
                  </a:lnTo>
                  <a:lnTo>
                    <a:pt x="1188631" y="12683"/>
                  </a:lnTo>
                  <a:lnTo>
                    <a:pt x="1097575" y="10017"/>
                  </a:lnTo>
                  <a:lnTo>
                    <a:pt x="1002923" y="7670"/>
                  </a:lnTo>
                  <a:lnTo>
                    <a:pt x="907514" y="5643"/>
                  </a:lnTo>
                  <a:lnTo>
                    <a:pt x="815177" y="3945"/>
                  </a:lnTo>
                  <a:lnTo>
                    <a:pt x="730368" y="2581"/>
                  </a:lnTo>
                  <a:lnTo>
                    <a:pt x="657474" y="1546"/>
                  </a:lnTo>
                  <a:lnTo>
                    <a:pt x="599930" y="820"/>
                  </a:lnTo>
                  <a:lnTo>
                    <a:pt x="559389" y="363"/>
                  </a:lnTo>
                  <a:lnTo>
                    <a:pt x="535219" y="117"/>
                  </a:lnTo>
                  <a:lnTo>
                    <a:pt x="524468" y="19"/>
                  </a:lnTo>
                  <a:lnTo>
                    <a:pt x="5221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753" name="pl753"/>
            <p:cNvSpPr/>
            <p:nvPr/>
          </p:nvSpPr>
          <p:spPr>
            <a:xfrm>
              <a:off x="386606" y="711182"/>
              <a:ext cx="8554953" cy="2919587"/>
            </a:xfrm>
            <a:custGeom>
              <a:avLst/>
              <a:pathLst>
                <a:path w="8554953" h="2919587">
                  <a:moveTo>
                    <a:pt x="0" y="0"/>
                  </a:moveTo>
                  <a:lnTo>
                    <a:pt x="522133" y="0"/>
                  </a:lnTo>
                  <a:lnTo>
                    <a:pt x="523401" y="10"/>
                  </a:lnTo>
                  <a:lnTo>
                    <a:pt x="531690" y="84"/>
                  </a:lnTo>
                  <a:lnTo>
                    <a:pt x="552413" y="289"/>
                  </a:lnTo>
                  <a:lnTo>
                    <a:pt x="589023" y="692"/>
                  </a:lnTo>
                  <a:lnTo>
                    <a:pt x="642701" y="1352"/>
                  </a:lnTo>
                  <a:lnTo>
                    <a:pt x="712296" y="2312"/>
                  </a:lnTo>
                  <a:lnTo>
                    <a:pt x="794719" y="3599"/>
                  </a:lnTo>
                  <a:lnTo>
                    <a:pt x="885721" y="5221"/>
                  </a:lnTo>
                  <a:lnTo>
                    <a:pt x="980791" y="7172"/>
                  </a:lnTo>
                  <a:lnTo>
                    <a:pt x="1075910" y="9446"/>
                  </a:lnTo>
                  <a:lnTo>
                    <a:pt x="1167993" y="12038"/>
                  </a:lnTo>
                  <a:lnTo>
                    <a:pt x="1255022" y="14953"/>
                  </a:lnTo>
                  <a:lnTo>
                    <a:pt x="1335951" y="18210"/>
                  </a:lnTo>
                  <a:lnTo>
                    <a:pt x="1410507" y="21840"/>
                  </a:lnTo>
                  <a:lnTo>
                    <a:pt x="1478970" y="25890"/>
                  </a:lnTo>
                  <a:lnTo>
                    <a:pt x="1541976" y="30419"/>
                  </a:lnTo>
                  <a:lnTo>
                    <a:pt x="1600362" y="35496"/>
                  </a:lnTo>
                  <a:lnTo>
                    <a:pt x="1655059" y="41196"/>
                  </a:lnTo>
                  <a:lnTo>
                    <a:pt x="1706999" y="47586"/>
                  </a:lnTo>
                  <a:lnTo>
                    <a:pt x="1757040" y="54715"/>
                  </a:lnTo>
                  <a:lnTo>
                    <a:pt x="1768425" y="56471"/>
                  </a:lnTo>
                  <a:lnTo>
                    <a:pt x="1822020" y="65387"/>
                  </a:lnTo>
                  <a:lnTo>
                    <a:pt x="1875099" y="75237"/>
                  </a:lnTo>
                  <a:lnTo>
                    <a:pt x="1928229" y="86033"/>
                  </a:lnTo>
                  <a:lnTo>
                    <a:pt x="1981795" y="97755"/>
                  </a:lnTo>
                  <a:lnTo>
                    <a:pt x="2036014" y="110342"/>
                  </a:lnTo>
                  <a:lnTo>
                    <a:pt x="2090964" y="123696"/>
                  </a:lnTo>
                  <a:lnTo>
                    <a:pt x="2146597" y="137676"/>
                  </a:lnTo>
                  <a:lnTo>
                    <a:pt x="2202764" y="152111"/>
                  </a:lnTo>
                  <a:lnTo>
                    <a:pt x="2259244" y="166800"/>
                  </a:lnTo>
                  <a:lnTo>
                    <a:pt x="2315772" y="181527"/>
                  </a:lnTo>
                  <a:lnTo>
                    <a:pt x="2372079" y="196076"/>
                  </a:lnTo>
                  <a:lnTo>
                    <a:pt x="2427923" y="210239"/>
                  </a:lnTo>
                  <a:lnTo>
                    <a:pt x="2483126" y="223833"/>
                  </a:lnTo>
                  <a:lnTo>
                    <a:pt x="2537602" y="236706"/>
                  </a:lnTo>
                  <a:lnTo>
                    <a:pt x="2591382" y="248743"/>
                  </a:lnTo>
                  <a:lnTo>
                    <a:pt x="2644632" y="259872"/>
                  </a:lnTo>
                  <a:lnTo>
                    <a:pt x="2697674" y="270057"/>
                  </a:lnTo>
                  <a:lnTo>
                    <a:pt x="2751008" y="279301"/>
                  </a:lnTo>
                  <a:lnTo>
                    <a:pt x="2770117" y="282358"/>
                  </a:lnTo>
                  <a:lnTo>
                    <a:pt x="2819825" y="289661"/>
                  </a:lnTo>
                  <a:lnTo>
                    <a:pt x="2871255" y="296219"/>
                  </a:lnTo>
                  <a:lnTo>
                    <a:pt x="2925232" y="302072"/>
                  </a:lnTo>
                  <a:lnTo>
                    <a:pt x="2982681" y="307287"/>
                  </a:lnTo>
                  <a:lnTo>
                    <a:pt x="3044538" y="311936"/>
                  </a:lnTo>
                  <a:lnTo>
                    <a:pt x="3111672" y="316091"/>
                  </a:lnTo>
                  <a:lnTo>
                    <a:pt x="3184778" y="319814"/>
                  </a:lnTo>
                  <a:lnTo>
                    <a:pt x="3264233" y="323154"/>
                  </a:lnTo>
                  <a:lnTo>
                    <a:pt x="3349912" y="326146"/>
                  </a:lnTo>
                  <a:lnTo>
                    <a:pt x="3440967" y="328812"/>
                  </a:lnTo>
                  <a:lnTo>
                    <a:pt x="3535619" y="331160"/>
                  </a:lnTo>
                  <a:lnTo>
                    <a:pt x="3631028" y="333186"/>
                  </a:lnTo>
                  <a:lnTo>
                    <a:pt x="3723365" y="334885"/>
                  </a:lnTo>
                  <a:lnTo>
                    <a:pt x="3808174" y="336249"/>
                  </a:lnTo>
                  <a:lnTo>
                    <a:pt x="3881069" y="337283"/>
                  </a:lnTo>
                  <a:lnTo>
                    <a:pt x="3938612" y="338009"/>
                  </a:lnTo>
                  <a:lnTo>
                    <a:pt x="3979153" y="338467"/>
                  </a:lnTo>
                  <a:lnTo>
                    <a:pt x="4003324" y="338712"/>
                  </a:lnTo>
                  <a:lnTo>
                    <a:pt x="4014074" y="338810"/>
                  </a:lnTo>
                  <a:lnTo>
                    <a:pt x="4016393" y="338830"/>
                  </a:lnTo>
                  <a:lnTo>
                    <a:pt x="4016409" y="338830"/>
                  </a:lnTo>
                  <a:lnTo>
                    <a:pt x="4538543" y="338830"/>
                  </a:lnTo>
                  <a:lnTo>
                    <a:pt x="4539712" y="338903"/>
                  </a:lnTo>
                  <a:lnTo>
                    <a:pt x="4547369" y="339422"/>
                  </a:lnTo>
                  <a:lnTo>
                    <a:pt x="4566565" y="340859"/>
                  </a:lnTo>
                  <a:lnTo>
                    <a:pt x="4600616" y="343683"/>
                  </a:lnTo>
                  <a:lnTo>
                    <a:pt x="4650815" y="348316"/>
                  </a:lnTo>
                  <a:lnTo>
                    <a:pt x="4716352" y="355083"/>
                  </a:lnTo>
                  <a:lnTo>
                    <a:pt x="4794610" y="364183"/>
                  </a:lnTo>
                  <a:lnTo>
                    <a:pt x="4881798" y="375690"/>
                  </a:lnTo>
                  <a:lnTo>
                    <a:pt x="4973746" y="389587"/>
                  </a:lnTo>
                  <a:lnTo>
                    <a:pt x="5066597" y="405821"/>
                  </a:lnTo>
                  <a:lnTo>
                    <a:pt x="5157267" y="424351"/>
                  </a:lnTo>
                  <a:lnTo>
                    <a:pt x="5243619" y="445190"/>
                  </a:lnTo>
                  <a:lnTo>
                    <a:pt x="5324428" y="468437"/>
                  </a:lnTo>
                  <a:lnTo>
                    <a:pt x="5399225" y="494281"/>
                  </a:lnTo>
                  <a:lnTo>
                    <a:pt x="5468105" y="523012"/>
                  </a:lnTo>
                  <a:lnTo>
                    <a:pt x="5531543" y="555010"/>
                  </a:lnTo>
                  <a:lnTo>
                    <a:pt x="5590247" y="590734"/>
                  </a:lnTo>
                  <a:lnTo>
                    <a:pt x="5645048" y="630693"/>
                  </a:lnTo>
                  <a:lnTo>
                    <a:pt x="5696812" y="675399"/>
                  </a:lnTo>
                  <a:lnTo>
                    <a:pt x="5746374" y="725284"/>
                  </a:lnTo>
                  <a:lnTo>
                    <a:pt x="5784835" y="768956"/>
                  </a:lnTo>
                  <a:lnTo>
                    <a:pt x="5823408" y="817018"/>
                  </a:lnTo>
                  <a:lnTo>
                    <a:pt x="5861617" y="868717"/>
                  </a:lnTo>
                  <a:lnTo>
                    <a:pt x="5899704" y="924127"/>
                  </a:lnTo>
                  <a:lnTo>
                    <a:pt x="5937859" y="983256"/>
                  </a:lnTo>
                  <a:lnTo>
                    <a:pt x="5976221" y="1046046"/>
                  </a:lnTo>
                  <a:lnTo>
                    <a:pt x="6014886" y="1112357"/>
                  </a:lnTo>
                  <a:lnTo>
                    <a:pt x="6053912" y="1181972"/>
                  </a:lnTo>
                  <a:lnTo>
                    <a:pt x="6093316" y="1254590"/>
                  </a:lnTo>
                  <a:lnTo>
                    <a:pt x="6133087" y="1329831"/>
                  </a:lnTo>
                  <a:lnTo>
                    <a:pt x="6173183" y="1407241"/>
                  </a:lnTo>
                  <a:lnTo>
                    <a:pt x="6213537" y="1486302"/>
                  </a:lnTo>
                  <a:lnTo>
                    <a:pt x="6254066" y="1566445"/>
                  </a:lnTo>
                  <a:lnTo>
                    <a:pt x="6294674" y="1647069"/>
                  </a:lnTo>
                  <a:lnTo>
                    <a:pt x="6335259" y="1727556"/>
                  </a:lnTo>
                  <a:lnTo>
                    <a:pt x="6375721" y="1807293"/>
                  </a:lnTo>
                  <a:lnTo>
                    <a:pt x="6415970" y="1885691"/>
                  </a:lnTo>
                  <a:lnTo>
                    <a:pt x="6455929" y="1962201"/>
                  </a:lnTo>
                  <a:lnTo>
                    <a:pt x="6495542" y="2036332"/>
                  </a:lnTo>
                  <a:lnTo>
                    <a:pt x="6534778" y="2107662"/>
                  </a:lnTo>
                  <a:lnTo>
                    <a:pt x="6573640" y="2175846"/>
                  </a:lnTo>
                  <a:lnTo>
                    <a:pt x="6612162" y="2240620"/>
                  </a:lnTo>
                  <a:lnTo>
                    <a:pt x="6650417" y="2301801"/>
                  </a:lnTo>
                  <a:lnTo>
                    <a:pt x="6688522" y="2359286"/>
                  </a:lnTo>
                  <a:lnTo>
                    <a:pt x="6726637" y="2413048"/>
                  </a:lnTo>
                  <a:lnTo>
                    <a:pt x="6764973" y="2463124"/>
                  </a:lnTo>
                  <a:lnTo>
                    <a:pt x="6786527" y="2489461"/>
                  </a:lnTo>
                  <a:lnTo>
                    <a:pt x="6834862" y="2543644"/>
                  </a:lnTo>
                  <a:lnTo>
                    <a:pt x="6884805" y="2592456"/>
                  </a:lnTo>
                  <a:lnTo>
                    <a:pt x="6937113" y="2636164"/>
                  </a:lnTo>
                  <a:lnTo>
                    <a:pt x="6992633" y="2675225"/>
                  </a:lnTo>
                  <a:lnTo>
                    <a:pt x="7052229" y="2710156"/>
                  </a:lnTo>
                  <a:lnTo>
                    <a:pt x="7116716" y="2741460"/>
                  </a:lnTo>
                  <a:lnTo>
                    <a:pt x="7186762" y="2769579"/>
                  </a:lnTo>
                  <a:lnTo>
                    <a:pt x="7262782" y="2794879"/>
                  </a:lnTo>
                  <a:lnTo>
                    <a:pt x="7344770" y="2817626"/>
                  </a:lnTo>
                  <a:lnTo>
                    <a:pt x="7432121" y="2837995"/>
                  </a:lnTo>
                  <a:lnTo>
                    <a:pt x="7523435" y="2856062"/>
                  </a:lnTo>
                  <a:lnTo>
                    <a:pt x="7616382" y="2871828"/>
                  </a:lnTo>
                  <a:lnTo>
                    <a:pt x="7707697" y="2885246"/>
                  </a:lnTo>
                  <a:lnTo>
                    <a:pt x="7793416" y="2896265"/>
                  </a:lnTo>
                  <a:lnTo>
                    <a:pt x="7869383" y="2904884"/>
                  </a:lnTo>
                  <a:lnTo>
                    <a:pt x="7931981" y="2911200"/>
                  </a:lnTo>
                  <a:lnTo>
                    <a:pt x="7978916" y="2915438"/>
                  </a:lnTo>
                  <a:lnTo>
                    <a:pt x="8009793" y="2917945"/>
                  </a:lnTo>
                  <a:lnTo>
                    <a:pt x="8026331" y="2919158"/>
                  </a:lnTo>
                  <a:lnTo>
                    <a:pt x="8032218" y="2919550"/>
                  </a:lnTo>
                  <a:lnTo>
                    <a:pt x="8032819" y="2919587"/>
                  </a:lnTo>
                  <a:lnTo>
                    <a:pt x="8554953" y="2919587"/>
                  </a:lnTo>
                  <a:lnTo>
                    <a:pt x="8554953" y="2919587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754" name="pl754"/>
            <p:cNvSpPr/>
            <p:nvPr/>
          </p:nvSpPr>
          <p:spPr>
            <a:xfrm>
              <a:off x="386606" y="699888"/>
              <a:ext cx="8554953" cy="2919587"/>
            </a:xfrm>
            <a:custGeom>
              <a:avLst/>
              <a:pathLst>
                <a:path w="8554953" h="2919587">
                  <a:moveTo>
                    <a:pt x="8554953" y="2919587"/>
                  </a:moveTo>
                  <a:lnTo>
                    <a:pt x="8032819" y="2919587"/>
                  </a:lnTo>
                  <a:lnTo>
                    <a:pt x="8031650" y="2919514"/>
                  </a:lnTo>
                  <a:lnTo>
                    <a:pt x="8023993" y="2918995"/>
                  </a:lnTo>
                  <a:lnTo>
                    <a:pt x="8004796" y="2917558"/>
                  </a:lnTo>
                  <a:lnTo>
                    <a:pt x="7970746" y="2914734"/>
                  </a:lnTo>
                  <a:lnTo>
                    <a:pt x="7920547" y="2910101"/>
                  </a:lnTo>
                  <a:lnTo>
                    <a:pt x="7855010" y="2903333"/>
                  </a:lnTo>
                  <a:lnTo>
                    <a:pt x="7776752" y="2894234"/>
                  </a:lnTo>
                  <a:lnTo>
                    <a:pt x="7689564" y="2882727"/>
                  </a:lnTo>
                  <a:lnTo>
                    <a:pt x="7597616" y="2868830"/>
                  </a:lnTo>
                  <a:lnTo>
                    <a:pt x="7504765" y="2852596"/>
                  </a:lnTo>
                  <a:lnTo>
                    <a:pt x="7414095" y="2834066"/>
                  </a:lnTo>
                  <a:lnTo>
                    <a:pt x="7327743" y="2813226"/>
                  </a:lnTo>
                  <a:lnTo>
                    <a:pt x="7246934" y="2789980"/>
                  </a:lnTo>
                  <a:lnTo>
                    <a:pt x="7172137" y="2764136"/>
                  </a:lnTo>
                  <a:lnTo>
                    <a:pt x="7103257" y="2735405"/>
                  </a:lnTo>
                  <a:lnTo>
                    <a:pt x="7039819" y="2703407"/>
                  </a:lnTo>
                  <a:lnTo>
                    <a:pt x="6981115" y="2667683"/>
                  </a:lnTo>
                  <a:lnTo>
                    <a:pt x="6926314" y="2627724"/>
                  </a:lnTo>
                  <a:lnTo>
                    <a:pt x="6874550" y="2583017"/>
                  </a:lnTo>
                  <a:lnTo>
                    <a:pt x="6824988" y="2533133"/>
                  </a:lnTo>
                  <a:lnTo>
                    <a:pt x="6786527" y="2489461"/>
                  </a:lnTo>
                  <a:lnTo>
                    <a:pt x="6747954" y="2441399"/>
                  </a:lnTo>
                  <a:lnTo>
                    <a:pt x="6709745" y="2389699"/>
                  </a:lnTo>
                  <a:lnTo>
                    <a:pt x="6671658" y="2334290"/>
                  </a:lnTo>
                  <a:lnTo>
                    <a:pt x="6633503" y="2275160"/>
                  </a:lnTo>
                  <a:lnTo>
                    <a:pt x="6595141" y="2212371"/>
                  </a:lnTo>
                  <a:lnTo>
                    <a:pt x="6556476" y="2146060"/>
                  </a:lnTo>
                  <a:lnTo>
                    <a:pt x="6517450" y="2076445"/>
                  </a:lnTo>
                  <a:lnTo>
                    <a:pt x="6478046" y="2003827"/>
                  </a:lnTo>
                  <a:lnTo>
                    <a:pt x="6438275" y="1928586"/>
                  </a:lnTo>
                  <a:lnTo>
                    <a:pt x="6398179" y="1851176"/>
                  </a:lnTo>
                  <a:lnTo>
                    <a:pt x="6357825" y="1772115"/>
                  </a:lnTo>
                  <a:lnTo>
                    <a:pt x="6317296" y="1691972"/>
                  </a:lnTo>
                  <a:lnTo>
                    <a:pt x="6276688" y="1611347"/>
                  </a:lnTo>
                  <a:lnTo>
                    <a:pt x="6236103" y="1530860"/>
                  </a:lnTo>
                  <a:lnTo>
                    <a:pt x="6195640" y="1451123"/>
                  </a:lnTo>
                  <a:lnTo>
                    <a:pt x="6155391" y="1372726"/>
                  </a:lnTo>
                  <a:lnTo>
                    <a:pt x="6115433" y="1296216"/>
                  </a:lnTo>
                  <a:lnTo>
                    <a:pt x="6075820" y="1222085"/>
                  </a:lnTo>
                  <a:lnTo>
                    <a:pt x="6036584" y="1150755"/>
                  </a:lnTo>
                  <a:lnTo>
                    <a:pt x="5997722" y="1082570"/>
                  </a:lnTo>
                  <a:lnTo>
                    <a:pt x="5959200" y="1017797"/>
                  </a:lnTo>
                  <a:lnTo>
                    <a:pt x="5920945" y="956616"/>
                  </a:lnTo>
                  <a:lnTo>
                    <a:pt x="5882840" y="899130"/>
                  </a:lnTo>
                  <a:lnTo>
                    <a:pt x="5844725" y="845369"/>
                  </a:lnTo>
                  <a:lnTo>
                    <a:pt x="5806389" y="795293"/>
                  </a:lnTo>
                  <a:lnTo>
                    <a:pt x="5784835" y="768956"/>
                  </a:lnTo>
                  <a:lnTo>
                    <a:pt x="5736500" y="714773"/>
                  </a:lnTo>
                  <a:lnTo>
                    <a:pt x="5686557" y="665961"/>
                  </a:lnTo>
                  <a:lnTo>
                    <a:pt x="5634249" y="622253"/>
                  </a:lnTo>
                  <a:lnTo>
                    <a:pt x="5578729" y="583192"/>
                  </a:lnTo>
                  <a:lnTo>
                    <a:pt x="5519132" y="548261"/>
                  </a:lnTo>
                  <a:lnTo>
                    <a:pt x="5454646" y="516957"/>
                  </a:lnTo>
                  <a:lnTo>
                    <a:pt x="5384600" y="488837"/>
                  </a:lnTo>
                  <a:lnTo>
                    <a:pt x="5308580" y="463538"/>
                  </a:lnTo>
                  <a:lnTo>
                    <a:pt x="5226592" y="440790"/>
                  </a:lnTo>
                  <a:lnTo>
                    <a:pt x="5139241" y="420422"/>
                  </a:lnTo>
                  <a:lnTo>
                    <a:pt x="5047927" y="402355"/>
                  </a:lnTo>
                  <a:lnTo>
                    <a:pt x="4954980" y="386589"/>
                  </a:lnTo>
                  <a:lnTo>
                    <a:pt x="4863665" y="373171"/>
                  </a:lnTo>
                  <a:lnTo>
                    <a:pt x="4777946" y="362151"/>
                  </a:lnTo>
                  <a:lnTo>
                    <a:pt x="4701979" y="353533"/>
                  </a:lnTo>
                  <a:lnTo>
                    <a:pt x="4639381" y="347217"/>
                  </a:lnTo>
                  <a:lnTo>
                    <a:pt x="4592446" y="342979"/>
                  </a:lnTo>
                  <a:lnTo>
                    <a:pt x="4561569" y="340472"/>
                  </a:lnTo>
                  <a:lnTo>
                    <a:pt x="4545031" y="339259"/>
                  </a:lnTo>
                  <a:lnTo>
                    <a:pt x="4539144" y="338867"/>
                  </a:lnTo>
                  <a:lnTo>
                    <a:pt x="4538543" y="338830"/>
                  </a:lnTo>
                  <a:lnTo>
                    <a:pt x="4016409" y="338830"/>
                  </a:lnTo>
                  <a:lnTo>
                    <a:pt x="4015141" y="338819"/>
                  </a:lnTo>
                  <a:lnTo>
                    <a:pt x="4006852" y="338745"/>
                  </a:lnTo>
                  <a:lnTo>
                    <a:pt x="3986129" y="338540"/>
                  </a:lnTo>
                  <a:lnTo>
                    <a:pt x="3949519" y="338137"/>
                  </a:lnTo>
                  <a:lnTo>
                    <a:pt x="3895841" y="337478"/>
                  </a:lnTo>
                  <a:lnTo>
                    <a:pt x="3826246" y="336517"/>
                  </a:lnTo>
                  <a:lnTo>
                    <a:pt x="3743823" y="335230"/>
                  </a:lnTo>
                  <a:lnTo>
                    <a:pt x="3652821" y="333609"/>
                  </a:lnTo>
                  <a:lnTo>
                    <a:pt x="3557751" y="331657"/>
                  </a:lnTo>
                  <a:lnTo>
                    <a:pt x="3462632" y="329383"/>
                  </a:lnTo>
                  <a:lnTo>
                    <a:pt x="3370549" y="326791"/>
                  </a:lnTo>
                  <a:lnTo>
                    <a:pt x="3283520" y="323876"/>
                  </a:lnTo>
                  <a:lnTo>
                    <a:pt x="3202591" y="320619"/>
                  </a:lnTo>
                  <a:lnTo>
                    <a:pt x="3128035" y="316989"/>
                  </a:lnTo>
                  <a:lnTo>
                    <a:pt x="3059572" y="312939"/>
                  </a:lnTo>
                  <a:lnTo>
                    <a:pt x="2996567" y="308410"/>
                  </a:lnTo>
                  <a:lnTo>
                    <a:pt x="2938180" y="303333"/>
                  </a:lnTo>
                  <a:lnTo>
                    <a:pt x="2883484" y="297634"/>
                  </a:lnTo>
                  <a:lnTo>
                    <a:pt x="2831543" y="291244"/>
                  </a:lnTo>
                  <a:lnTo>
                    <a:pt x="2781502" y="284114"/>
                  </a:lnTo>
                  <a:lnTo>
                    <a:pt x="2770117" y="282358"/>
                  </a:lnTo>
                  <a:lnTo>
                    <a:pt x="2716522" y="273442"/>
                  </a:lnTo>
                  <a:lnTo>
                    <a:pt x="2663444" y="263592"/>
                  </a:lnTo>
                  <a:lnTo>
                    <a:pt x="2610313" y="252796"/>
                  </a:lnTo>
                  <a:lnTo>
                    <a:pt x="2556747" y="241074"/>
                  </a:lnTo>
                  <a:lnTo>
                    <a:pt x="2502528" y="228487"/>
                  </a:lnTo>
                  <a:lnTo>
                    <a:pt x="2447578" y="215134"/>
                  </a:lnTo>
                  <a:lnTo>
                    <a:pt x="2391945" y="201153"/>
                  </a:lnTo>
                  <a:lnTo>
                    <a:pt x="2335778" y="186718"/>
                  </a:lnTo>
                  <a:lnTo>
                    <a:pt x="2279298" y="172029"/>
                  </a:lnTo>
                  <a:lnTo>
                    <a:pt x="2222770" y="157302"/>
                  </a:lnTo>
                  <a:lnTo>
                    <a:pt x="2166463" y="142753"/>
                  </a:lnTo>
                  <a:lnTo>
                    <a:pt x="2110620" y="128590"/>
                  </a:lnTo>
                  <a:lnTo>
                    <a:pt x="2055416" y="114996"/>
                  </a:lnTo>
                  <a:lnTo>
                    <a:pt x="2000940" y="102124"/>
                  </a:lnTo>
                  <a:lnTo>
                    <a:pt x="1947160" y="90086"/>
                  </a:lnTo>
                  <a:lnTo>
                    <a:pt x="1893910" y="78958"/>
                  </a:lnTo>
                  <a:lnTo>
                    <a:pt x="1840868" y="68772"/>
                  </a:lnTo>
                  <a:lnTo>
                    <a:pt x="1787534" y="59528"/>
                  </a:lnTo>
                  <a:lnTo>
                    <a:pt x="1768425" y="56471"/>
                  </a:lnTo>
                  <a:lnTo>
                    <a:pt x="1718717" y="49168"/>
                  </a:lnTo>
                  <a:lnTo>
                    <a:pt x="1667288" y="42610"/>
                  </a:lnTo>
                  <a:lnTo>
                    <a:pt x="1613310" y="36757"/>
                  </a:lnTo>
                  <a:lnTo>
                    <a:pt x="1555861" y="31543"/>
                  </a:lnTo>
                  <a:lnTo>
                    <a:pt x="1494004" y="26893"/>
                  </a:lnTo>
                  <a:lnTo>
                    <a:pt x="1426870" y="22738"/>
                  </a:lnTo>
                  <a:lnTo>
                    <a:pt x="1353764" y="19015"/>
                  </a:lnTo>
                  <a:lnTo>
                    <a:pt x="1274309" y="15675"/>
                  </a:lnTo>
                  <a:lnTo>
                    <a:pt x="1188631" y="12683"/>
                  </a:lnTo>
                  <a:lnTo>
                    <a:pt x="1097575" y="10017"/>
                  </a:lnTo>
                  <a:lnTo>
                    <a:pt x="1002923" y="7670"/>
                  </a:lnTo>
                  <a:lnTo>
                    <a:pt x="907514" y="5643"/>
                  </a:lnTo>
                  <a:lnTo>
                    <a:pt x="815177" y="3945"/>
                  </a:lnTo>
                  <a:lnTo>
                    <a:pt x="730368" y="2581"/>
                  </a:lnTo>
                  <a:lnTo>
                    <a:pt x="657474" y="1546"/>
                  </a:lnTo>
                  <a:lnTo>
                    <a:pt x="599930" y="820"/>
                  </a:lnTo>
                  <a:lnTo>
                    <a:pt x="559389" y="363"/>
                  </a:lnTo>
                  <a:lnTo>
                    <a:pt x="535219" y="117"/>
                  </a:lnTo>
                  <a:lnTo>
                    <a:pt x="524468" y="19"/>
                  </a:lnTo>
                  <a:lnTo>
                    <a:pt x="522149" y="0"/>
                  </a:lnTo>
                  <a:lnTo>
                    <a:pt x="522133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755" name="pg755"/>
            <p:cNvSpPr/>
            <p:nvPr/>
          </p:nvSpPr>
          <p:spPr>
            <a:xfrm>
              <a:off x="386606" y="711182"/>
              <a:ext cx="8554953" cy="3286653"/>
            </a:xfrm>
            <a:custGeom>
              <a:avLst/>
              <a:pathLst>
                <a:path w="8554953" h="3286653">
                  <a:moveTo>
                    <a:pt x="0" y="5647"/>
                  </a:moveTo>
                  <a:lnTo>
                    <a:pt x="522133" y="5647"/>
                  </a:lnTo>
                  <a:lnTo>
                    <a:pt x="523401" y="5657"/>
                  </a:lnTo>
                  <a:lnTo>
                    <a:pt x="531689" y="5733"/>
                  </a:lnTo>
                  <a:lnTo>
                    <a:pt x="552411" y="5941"/>
                  </a:lnTo>
                  <a:lnTo>
                    <a:pt x="589020" y="6351"/>
                  </a:lnTo>
                  <a:lnTo>
                    <a:pt x="642696" y="7021"/>
                  </a:lnTo>
                  <a:lnTo>
                    <a:pt x="712288" y="7998"/>
                  </a:lnTo>
                  <a:lnTo>
                    <a:pt x="794709" y="9306"/>
                  </a:lnTo>
                  <a:lnTo>
                    <a:pt x="885708" y="10955"/>
                  </a:lnTo>
                  <a:lnTo>
                    <a:pt x="980776" y="12938"/>
                  </a:lnTo>
                  <a:lnTo>
                    <a:pt x="1075894" y="15250"/>
                  </a:lnTo>
                  <a:lnTo>
                    <a:pt x="1167976" y="17885"/>
                  </a:lnTo>
                  <a:lnTo>
                    <a:pt x="1255005" y="20849"/>
                  </a:lnTo>
                  <a:lnTo>
                    <a:pt x="1335934" y="24160"/>
                  </a:lnTo>
                  <a:lnTo>
                    <a:pt x="1410490" y="27850"/>
                  </a:lnTo>
                  <a:lnTo>
                    <a:pt x="1478953" y="31968"/>
                  </a:lnTo>
                  <a:lnTo>
                    <a:pt x="1541959" y="36572"/>
                  </a:lnTo>
                  <a:lnTo>
                    <a:pt x="1600345" y="41734"/>
                  </a:lnTo>
                  <a:lnTo>
                    <a:pt x="1655042" y="47527"/>
                  </a:lnTo>
                  <a:lnTo>
                    <a:pt x="1706982" y="54024"/>
                  </a:lnTo>
                  <a:lnTo>
                    <a:pt x="1757023" y="61272"/>
                  </a:lnTo>
                  <a:lnTo>
                    <a:pt x="1768425" y="63060"/>
                  </a:lnTo>
                  <a:lnTo>
                    <a:pt x="1821999" y="72120"/>
                  </a:lnTo>
                  <a:lnTo>
                    <a:pt x="1875056" y="82130"/>
                  </a:lnTo>
                  <a:lnTo>
                    <a:pt x="1928164" y="93100"/>
                  </a:lnTo>
                  <a:lnTo>
                    <a:pt x="1981707" y="105011"/>
                  </a:lnTo>
                  <a:lnTo>
                    <a:pt x="2035903" y="117802"/>
                  </a:lnTo>
                  <a:lnTo>
                    <a:pt x="2090829" y="131371"/>
                  </a:lnTo>
                  <a:lnTo>
                    <a:pt x="2146438" y="145577"/>
                  </a:lnTo>
                  <a:lnTo>
                    <a:pt x="2202581" y="160245"/>
                  </a:lnTo>
                  <a:lnTo>
                    <a:pt x="2259037" y="175172"/>
                  </a:lnTo>
                  <a:lnTo>
                    <a:pt x="2315543" y="190139"/>
                  </a:lnTo>
                  <a:lnTo>
                    <a:pt x="2371828" y="204926"/>
                  </a:lnTo>
                  <a:lnTo>
                    <a:pt x="2427652" y="219322"/>
                  </a:lnTo>
                  <a:lnTo>
                    <a:pt x="2482836" y="233140"/>
                  </a:lnTo>
                  <a:lnTo>
                    <a:pt x="2537295" y="246226"/>
                  </a:lnTo>
                  <a:lnTo>
                    <a:pt x="2591056" y="258464"/>
                  </a:lnTo>
                  <a:lnTo>
                    <a:pt x="2644287" y="269780"/>
                  </a:lnTo>
                  <a:lnTo>
                    <a:pt x="2697308" y="280137"/>
                  </a:lnTo>
                  <a:lnTo>
                    <a:pt x="2750615" y="289538"/>
                  </a:lnTo>
                  <a:lnTo>
                    <a:pt x="2770117" y="292711"/>
                  </a:lnTo>
                  <a:lnTo>
                    <a:pt x="2819824" y="300136"/>
                  </a:lnTo>
                  <a:lnTo>
                    <a:pt x="2871253" y="306803"/>
                  </a:lnTo>
                  <a:lnTo>
                    <a:pt x="2925229" y="312754"/>
                  </a:lnTo>
                  <a:lnTo>
                    <a:pt x="2982677" y="318055"/>
                  </a:lnTo>
                  <a:lnTo>
                    <a:pt x="3044532" y="322782"/>
                  </a:lnTo>
                  <a:lnTo>
                    <a:pt x="3111665" y="327006"/>
                  </a:lnTo>
                  <a:lnTo>
                    <a:pt x="3184769" y="330791"/>
                  </a:lnTo>
                  <a:lnTo>
                    <a:pt x="3264221" y="334187"/>
                  </a:lnTo>
                  <a:lnTo>
                    <a:pt x="3349898" y="337229"/>
                  </a:lnTo>
                  <a:lnTo>
                    <a:pt x="3440951" y="339939"/>
                  </a:lnTo>
                  <a:lnTo>
                    <a:pt x="3535601" y="342326"/>
                  </a:lnTo>
                  <a:lnTo>
                    <a:pt x="3631009" y="344386"/>
                  </a:lnTo>
                  <a:lnTo>
                    <a:pt x="3723345" y="346113"/>
                  </a:lnTo>
                  <a:lnTo>
                    <a:pt x="3808155" y="347500"/>
                  </a:lnTo>
                  <a:lnTo>
                    <a:pt x="3881052" y="348552"/>
                  </a:lnTo>
                  <a:lnTo>
                    <a:pt x="3938598" y="349290"/>
                  </a:lnTo>
                  <a:lnTo>
                    <a:pt x="3979144" y="349755"/>
                  </a:lnTo>
                  <a:lnTo>
                    <a:pt x="4003318" y="350004"/>
                  </a:lnTo>
                  <a:lnTo>
                    <a:pt x="4014072" y="350104"/>
                  </a:lnTo>
                  <a:lnTo>
                    <a:pt x="4016409" y="350124"/>
                  </a:lnTo>
                  <a:lnTo>
                    <a:pt x="4538543" y="350124"/>
                  </a:lnTo>
                  <a:lnTo>
                    <a:pt x="4539686" y="350205"/>
                  </a:lnTo>
                  <a:lnTo>
                    <a:pt x="4547175" y="350783"/>
                  </a:lnTo>
                  <a:lnTo>
                    <a:pt x="4565964" y="352380"/>
                  </a:lnTo>
                  <a:lnTo>
                    <a:pt x="4599329" y="355519"/>
                  </a:lnTo>
                  <a:lnTo>
                    <a:pt x="4648589" y="360672"/>
                  </a:lnTo>
                  <a:lnTo>
                    <a:pt x="4713022" y="368206"/>
                  </a:lnTo>
                  <a:lnTo>
                    <a:pt x="4790132" y="378346"/>
                  </a:lnTo>
                  <a:lnTo>
                    <a:pt x="4876253" y="391180"/>
                  </a:lnTo>
                  <a:lnTo>
                    <a:pt x="4967311" y="406697"/>
                  </a:lnTo>
                  <a:lnTo>
                    <a:pt x="5059499" y="424836"/>
                  </a:lnTo>
                  <a:lnTo>
                    <a:pt x="5149740" y="445549"/>
                  </a:lnTo>
                  <a:lnTo>
                    <a:pt x="5235869" y="468846"/>
                  </a:lnTo>
                  <a:lnTo>
                    <a:pt x="5316616" y="494825"/>
                  </a:lnTo>
                  <a:lnTo>
                    <a:pt x="5391460" y="523687"/>
                  </a:lnTo>
                  <a:lnTo>
                    <a:pt x="5460447" y="555744"/>
                  </a:lnTo>
                  <a:lnTo>
                    <a:pt x="5524007" y="591408"/>
                  </a:lnTo>
                  <a:lnTo>
                    <a:pt x="5582811" y="631178"/>
                  </a:lnTo>
                  <a:lnTo>
                    <a:pt x="5637662" y="675618"/>
                  </a:lnTo>
                  <a:lnTo>
                    <a:pt x="5689404" y="725300"/>
                  </a:lnTo>
                  <a:lnTo>
                    <a:pt x="5738862" y="780724"/>
                  </a:lnTo>
                  <a:lnTo>
                    <a:pt x="5784835" y="839546"/>
                  </a:lnTo>
                  <a:lnTo>
                    <a:pt x="5821547" y="891485"/>
                  </a:lnTo>
                  <a:lnTo>
                    <a:pt x="5857918" y="947167"/>
                  </a:lnTo>
                  <a:lnTo>
                    <a:pt x="5894160" y="1006667"/>
                  </a:lnTo>
                  <a:lnTo>
                    <a:pt x="5930441" y="1070002"/>
                  </a:lnTo>
                  <a:lnTo>
                    <a:pt x="5966889" y="1137126"/>
                  </a:lnTo>
                  <a:lnTo>
                    <a:pt x="6003595" y="1207921"/>
                  </a:lnTo>
                  <a:lnTo>
                    <a:pt x="6040615" y="1282193"/>
                  </a:lnTo>
                  <a:lnTo>
                    <a:pt x="6077977" y="1359675"/>
                  </a:lnTo>
                  <a:lnTo>
                    <a:pt x="6115678" y="1440020"/>
                  </a:lnTo>
                  <a:lnTo>
                    <a:pt x="6153692" y="1522813"/>
                  </a:lnTo>
                  <a:lnTo>
                    <a:pt x="6191973" y="1607574"/>
                  </a:lnTo>
                  <a:lnTo>
                    <a:pt x="6230453" y="1693769"/>
                  </a:lnTo>
                  <a:lnTo>
                    <a:pt x="6269057" y="1780823"/>
                  </a:lnTo>
                  <a:lnTo>
                    <a:pt x="6307698" y="1868137"/>
                  </a:lnTo>
                  <a:lnTo>
                    <a:pt x="6346290" y="1955107"/>
                  </a:lnTo>
                  <a:lnTo>
                    <a:pt x="6384747" y="2041135"/>
                  </a:lnTo>
                  <a:lnTo>
                    <a:pt x="6422994" y="2125652"/>
                  </a:lnTo>
                  <a:lnTo>
                    <a:pt x="6460967" y="2208131"/>
                  </a:lnTo>
                  <a:lnTo>
                    <a:pt x="6498622" y="2288100"/>
                  </a:lnTo>
                  <a:lnTo>
                    <a:pt x="6535935" y="2365153"/>
                  </a:lnTo>
                  <a:lnTo>
                    <a:pt x="6572909" y="2438954"/>
                  </a:lnTo>
                  <a:lnTo>
                    <a:pt x="6609575" y="2509246"/>
                  </a:lnTo>
                  <a:lnTo>
                    <a:pt x="6645993" y="2575846"/>
                  </a:lnTo>
                  <a:lnTo>
                    <a:pt x="6682261" y="2638648"/>
                  </a:lnTo>
                  <a:lnTo>
                    <a:pt x="6718510" y="2697612"/>
                  </a:lnTo>
                  <a:lnTo>
                    <a:pt x="6754914" y="2752765"/>
                  </a:lnTo>
                  <a:lnTo>
                    <a:pt x="6786527" y="2797232"/>
                  </a:lnTo>
                  <a:lnTo>
                    <a:pt x="6834485" y="2858433"/>
                  </a:lnTo>
                  <a:lnTo>
                    <a:pt x="6884021" y="2913616"/>
                  </a:lnTo>
                  <a:lnTo>
                    <a:pt x="6935873" y="2963073"/>
                  </a:lnTo>
                  <a:lnTo>
                    <a:pt x="6990868" y="3007310"/>
                  </a:lnTo>
                  <a:lnTo>
                    <a:pt x="7049852" y="3046902"/>
                  </a:lnTo>
                  <a:lnTo>
                    <a:pt x="7113621" y="3082409"/>
                  </a:lnTo>
                  <a:lnTo>
                    <a:pt x="7182841" y="3114328"/>
                  </a:lnTo>
                  <a:lnTo>
                    <a:pt x="7257929" y="3143068"/>
                  </a:lnTo>
                  <a:lnTo>
                    <a:pt x="7338910" y="3168934"/>
                  </a:lnTo>
                  <a:lnTo>
                    <a:pt x="7425238" y="3192124"/>
                  </a:lnTo>
                  <a:lnTo>
                    <a:pt x="7515607" y="3212732"/>
                  </a:lnTo>
                  <a:lnTo>
                    <a:pt x="7607815" y="3230765"/>
                  </a:lnTo>
                  <a:lnTo>
                    <a:pt x="7698749" y="3246174"/>
                  </a:lnTo>
                  <a:lnTo>
                    <a:pt x="7784582" y="3258898"/>
                  </a:lnTo>
                  <a:lnTo>
                    <a:pt x="7861241" y="3268929"/>
                  </a:lnTo>
                  <a:lnTo>
                    <a:pt x="7925093" y="3276360"/>
                  </a:lnTo>
                  <a:lnTo>
                    <a:pt x="7973704" y="3281423"/>
                  </a:lnTo>
                  <a:lnTo>
                    <a:pt x="8006434" y="3284490"/>
                  </a:lnTo>
                  <a:lnTo>
                    <a:pt x="8024686" y="3286034"/>
                  </a:lnTo>
                  <a:lnTo>
                    <a:pt x="8031808" y="3286582"/>
                  </a:lnTo>
                  <a:lnTo>
                    <a:pt x="8032819" y="3286653"/>
                  </a:lnTo>
                  <a:lnTo>
                    <a:pt x="8554953" y="3286653"/>
                  </a:lnTo>
                  <a:lnTo>
                    <a:pt x="8554953" y="3281006"/>
                  </a:lnTo>
                  <a:lnTo>
                    <a:pt x="8032819" y="3281006"/>
                  </a:lnTo>
                  <a:lnTo>
                    <a:pt x="8031676" y="3280925"/>
                  </a:lnTo>
                  <a:lnTo>
                    <a:pt x="8024187" y="3280347"/>
                  </a:lnTo>
                  <a:lnTo>
                    <a:pt x="8005398" y="3278750"/>
                  </a:lnTo>
                  <a:lnTo>
                    <a:pt x="7972033" y="3275611"/>
                  </a:lnTo>
                  <a:lnTo>
                    <a:pt x="7922773" y="3270458"/>
                  </a:lnTo>
                  <a:lnTo>
                    <a:pt x="7858340" y="3262924"/>
                  </a:lnTo>
                  <a:lnTo>
                    <a:pt x="7781230" y="3252784"/>
                  </a:lnTo>
                  <a:lnTo>
                    <a:pt x="7695108" y="3239950"/>
                  </a:lnTo>
                  <a:lnTo>
                    <a:pt x="7604051" y="3224433"/>
                  </a:lnTo>
                  <a:lnTo>
                    <a:pt x="7511863" y="3206294"/>
                  </a:lnTo>
                  <a:lnTo>
                    <a:pt x="7421622" y="3185581"/>
                  </a:lnTo>
                  <a:lnTo>
                    <a:pt x="7335493" y="3162284"/>
                  </a:lnTo>
                  <a:lnTo>
                    <a:pt x="7254746" y="3136305"/>
                  </a:lnTo>
                  <a:lnTo>
                    <a:pt x="7179902" y="3107443"/>
                  </a:lnTo>
                  <a:lnTo>
                    <a:pt x="7110915" y="3075386"/>
                  </a:lnTo>
                  <a:lnTo>
                    <a:pt x="7047355" y="3039722"/>
                  </a:lnTo>
                  <a:lnTo>
                    <a:pt x="6988550" y="2999952"/>
                  </a:lnTo>
                  <a:lnTo>
                    <a:pt x="6933700" y="2955512"/>
                  </a:lnTo>
                  <a:lnTo>
                    <a:pt x="6881958" y="2905830"/>
                  </a:lnTo>
                  <a:lnTo>
                    <a:pt x="6832500" y="2850406"/>
                  </a:lnTo>
                  <a:lnTo>
                    <a:pt x="6786527" y="2791584"/>
                  </a:lnTo>
                  <a:lnTo>
                    <a:pt x="6749815" y="2739645"/>
                  </a:lnTo>
                  <a:lnTo>
                    <a:pt x="6713444" y="2683963"/>
                  </a:lnTo>
                  <a:lnTo>
                    <a:pt x="6677202" y="2624463"/>
                  </a:lnTo>
                  <a:lnTo>
                    <a:pt x="6640921" y="2561128"/>
                  </a:lnTo>
                  <a:lnTo>
                    <a:pt x="6604473" y="2494004"/>
                  </a:lnTo>
                  <a:lnTo>
                    <a:pt x="6567767" y="2423209"/>
                  </a:lnTo>
                  <a:lnTo>
                    <a:pt x="6530747" y="2348937"/>
                  </a:lnTo>
                  <a:lnTo>
                    <a:pt x="6493385" y="2271455"/>
                  </a:lnTo>
                  <a:lnTo>
                    <a:pt x="6455684" y="2191110"/>
                  </a:lnTo>
                  <a:lnTo>
                    <a:pt x="6417669" y="2108317"/>
                  </a:lnTo>
                  <a:lnTo>
                    <a:pt x="6379389" y="2023556"/>
                  </a:lnTo>
                  <a:lnTo>
                    <a:pt x="6340909" y="1937361"/>
                  </a:lnTo>
                  <a:lnTo>
                    <a:pt x="6302305" y="1850307"/>
                  </a:lnTo>
                  <a:lnTo>
                    <a:pt x="6263663" y="1762993"/>
                  </a:lnTo>
                  <a:lnTo>
                    <a:pt x="6225072" y="1676023"/>
                  </a:lnTo>
                  <a:lnTo>
                    <a:pt x="6186615" y="1589995"/>
                  </a:lnTo>
                  <a:lnTo>
                    <a:pt x="6148368" y="1505478"/>
                  </a:lnTo>
                  <a:lnTo>
                    <a:pt x="6110395" y="1422999"/>
                  </a:lnTo>
                  <a:lnTo>
                    <a:pt x="6072740" y="1343030"/>
                  </a:lnTo>
                  <a:lnTo>
                    <a:pt x="6035427" y="1265977"/>
                  </a:lnTo>
                  <a:lnTo>
                    <a:pt x="5998453" y="1192176"/>
                  </a:lnTo>
                  <a:lnTo>
                    <a:pt x="5961787" y="1121884"/>
                  </a:lnTo>
                  <a:lnTo>
                    <a:pt x="5925369" y="1055284"/>
                  </a:lnTo>
                  <a:lnTo>
                    <a:pt x="5889101" y="992482"/>
                  </a:lnTo>
                  <a:lnTo>
                    <a:pt x="5852852" y="933518"/>
                  </a:lnTo>
                  <a:lnTo>
                    <a:pt x="5816448" y="878365"/>
                  </a:lnTo>
                  <a:lnTo>
                    <a:pt x="5784835" y="833898"/>
                  </a:lnTo>
                  <a:lnTo>
                    <a:pt x="5736877" y="772697"/>
                  </a:lnTo>
                  <a:lnTo>
                    <a:pt x="5687341" y="717514"/>
                  </a:lnTo>
                  <a:lnTo>
                    <a:pt x="5635489" y="668057"/>
                  </a:lnTo>
                  <a:lnTo>
                    <a:pt x="5580494" y="623820"/>
                  </a:lnTo>
                  <a:lnTo>
                    <a:pt x="5521510" y="584228"/>
                  </a:lnTo>
                  <a:lnTo>
                    <a:pt x="5457740" y="548721"/>
                  </a:lnTo>
                  <a:lnTo>
                    <a:pt x="5388521" y="516802"/>
                  </a:lnTo>
                  <a:lnTo>
                    <a:pt x="5313433" y="488062"/>
                  </a:lnTo>
                  <a:lnTo>
                    <a:pt x="5232451" y="462196"/>
                  </a:lnTo>
                  <a:lnTo>
                    <a:pt x="5146124" y="439006"/>
                  </a:lnTo>
                  <a:lnTo>
                    <a:pt x="5055755" y="418398"/>
                  </a:lnTo>
                  <a:lnTo>
                    <a:pt x="4963547" y="400365"/>
                  </a:lnTo>
                  <a:lnTo>
                    <a:pt x="4872613" y="384956"/>
                  </a:lnTo>
                  <a:lnTo>
                    <a:pt x="4786780" y="372232"/>
                  </a:lnTo>
                  <a:lnTo>
                    <a:pt x="4710121" y="362201"/>
                  </a:lnTo>
                  <a:lnTo>
                    <a:pt x="4646269" y="354770"/>
                  </a:lnTo>
                  <a:lnTo>
                    <a:pt x="4597657" y="349707"/>
                  </a:lnTo>
                  <a:lnTo>
                    <a:pt x="4564928" y="346640"/>
                  </a:lnTo>
                  <a:lnTo>
                    <a:pt x="4546676" y="345096"/>
                  </a:lnTo>
                  <a:lnTo>
                    <a:pt x="4539554" y="344548"/>
                  </a:lnTo>
                  <a:lnTo>
                    <a:pt x="4538543" y="344477"/>
                  </a:lnTo>
                  <a:lnTo>
                    <a:pt x="4016409" y="344477"/>
                  </a:lnTo>
                  <a:lnTo>
                    <a:pt x="4015141" y="344466"/>
                  </a:lnTo>
                  <a:lnTo>
                    <a:pt x="4006853" y="344391"/>
                  </a:lnTo>
                  <a:lnTo>
                    <a:pt x="3986131" y="344182"/>
                  </a:lnTo>
                  <a:lnTo>
                    <a:pt x="3949522" y="343773"/>
                  </a:lnTo>
                  <a:lnTo>
                    <a:pt x="3895846" y="343102"/>
                  </a:lnTo>
                  <a:lnTo>
                    <a:pt x="3826254" y="342126"/>
                  </a:lnTo>
                  <a:lnTo>
                    <a:pt x="3743834" y="340817"/>
                  </a:lnTo>
                  <a:lnTo>
                    <a:pt x="3652834" y="339169"/>
                  </a:lnTo>
                  <a:lnTo>
                    <a:pt x="3557766" y="337185"/>
                  </a:lnTo>
                  <a:lnTo>
                    <a:pt x="3462648" y="334874"/>
                  </a:lnTo>
                  <a:lnTo>
                    <a:pt x="3370566" y="332239"/>
                  </a:lnTo>
                  <a:lnTo>
                    <a:pt x="3283537" y="329275"/>
                  </a:lnTo>
                  <a:lnTo>
                    <a:pt x="3202609" y="325964"/>
                  </a:lnTo>
                  <a:lnTo>
                    <a:pt x="3128052" y="322273"/>
                  </a:lnTo>
                  <a:lnTo>
                    <a:pt x="3059589" y="318156"/>
                  </a:lnTo>
                  <a:lnTo>
                    <a:pt x="2996583" y="313551"/>
                  </a:lnTo>
                  <a:lnTo>
                    <a:pt x="2938197" y="308390"/>
                  </a:lnTo>
                  <a:lnTo>
                    <a:pt x="2883500" y="302596"/>
                  </a:lnTo>
                  <a:lnTo>
                    <a:pt x="2831560" y="296100"/>
                  </a:lnTo>
                  <a:lnTo>
                    <a:pt x="2781519" y="288852"/>
                  </a:lnTo>
                  <a:lnTo>
                    <a:pt x="2770117" y="287064"/>
                  </a:lnTo>
                  <a:lnTo>
                    <a:pt x="2716543" y="278003"/>
                  </a:lnTo>
                  <a:lnTo>
                    <a:pt x="2663487" y="267994"/>
                  </a:lnTo>
                  <a:lnTo>
                    <a:pt x="2610378" y="257023"/>
                  </a:lnTo>
                  <a:lnTo>
                    <a:pt x="2556835" y="245112"/>
                  </a:lnTo>
                  <a:lnTo>
                    <a:pt x="2502639" y="232322"/>
                  </a:lnTo>
                  <a:lnTo>
                    <a:pt x="2447713" y="218753"/>
                  </a:lnTo>
                  <a:lnTo>
                    <a:pt x="2392104" y="204547"/>
                  </a:lnTo>
                  <a:lnTo>
                    <a:pt x="2335961" y="189878"/>
                  </a:lnTo>
                  <a:lnTo>
                    <a:pt x="2279505" y="174951"/>
                  </a:lnTo>
                  <a:lnTo>
                    <a:pt x="2222999" y="159984"/>
                  </a:lnTo>
                  <a:lnTo>
                    <a:pt x="2166714" y="145198"/>
                  </a:lnTo>
                  <a:lnTo>
                    <a:pt x="2110890" y="130802"/>
                  </a:lnTo>
                  <a:lnTo>
                    <a:pt x="2055706" y="116984"/>
                  </a:lnTo>
                  <a:lnTo>
                    <a:pt x="2001248" y="103898"/>
                  </a:lnTo>
                  <a:lnTo>
                    <a:pt x="1947486" y="91660"/>
                  </a:lnTo>
                  <a:lnTo>
                    <a:pt x="1894255" y="80344"/>
                  </a:lnTo>
                  <a:lnTo>
                    <a:pt x="1841235" y="69986"/>
                  </a:lnTo>
                  <a:lnTo>
                    <a:pt x="1787927" y="60586"/>
                  </a:lnTo>
                  <a:lnTo>
                    <a:pt x="1768425" y="57412"/>
                  </a:lnTo>
                  <a:lnTo>
                    <a:pt x="1718718" y="49988"/>
                  </a:lnTo>
                  <a:lnTo>
                    <a:pt x="1667289" y="43321"/>
                  </a:lnTo>
                  <a:lnTo>
                    <a:pt x="1613313" y="37370"/>
                  </a:lnTo>
                  <a:lnTo>
                    <a:pt x="1555866" y="32069"/>
                  </a:lnTo>
                  <a:lnTo>
                    <a:pt x="1494010" y="27342"/>
                  </a:lnTo>
                  <a:lnTo>
                    <a:pt x="1426877" y="23117"/>
                  </a:lnTo>
                  <a:lnTo>
                    <a:pt x="1353773" y="19332"/>
                  </a:lnTo>
                  <a:lnTo>
                    <a:pt x="1274321" y="15937"/>
                  </a:lnTo>
                  <a:lnTo>
                    <a:pt x="1188644" y="12895"/>
                  </a:lnTo>
                  <a:lnTo>
                    <a:pt x="1097591" y="10185"/>
                  </a:lnTo>
                  <a:lnTo>
                    <a:pt x="1002941" y="7798"/>
                  </a:lnTo>
                  <a:lnTo>
                    <a:pt x="907533" y="5737"/>
                  </a:lnTo>
                  <a:lnTo>
                    <a:pt x="815197" y="4011"/>
                  </a:lnTo>
                  <a:lnTo>
                    <a:pt x="730387" y="2624"/>
                  </a:lnTo>
                  <a:lnTo>
                    <a:pt x="657491" y="1572"/>
                  </a:lnTo>
                  <a:lnTo>
                    <a:pt x="599944" y="834"/>
                  </a:lnTo>
                  <a:lnTo>
                    <a:pt x="559398" y="369"/>
                  </a:lnTo>
                  <a:lnTo>
                    <a:pt x="535224" y="119"/>
                  </a:lnTo>
                  <a:lnTo>
                    <a:pt x="524470" y="19"/>
                  </a:lnTo>
                  <a:lnTo>
                    <a:pt x="5221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756" name="pl756"/>
            <p:cNvSpPr/>
            <p:nvPr/>
          </p:nvSpPr>
          <p:spPr>
            <a:xfrm>
              <a:off x="386606" y="716830"/>
              <a:ext cx="8554953" cy="3281006"/>
            </a:xfrm>
            <a:custGeom>
              <a:avLst/>
              <a:pathLst>
                <a:path w="8554953" h="3281006">
                  <a:moveTo>
                    <a:pt x="0" y="0"/>
                  </a:moveTo>
                  <a:lnTo>
                    <a:pt x="522133" y="0"/>
                  </a:lnTo>
                  <a:lnTo>
                    <a:pt x="523401" y="10"/>
                  </a:lnTo>
                  <a:lnTo>
                    <a:pt x="531689" y="85"/>
                  </a:lnTo>
                  <a:lnTo>
                    <a:pt x="552411" y="294"/>
                  </a:lnTo>
                  <a:lnTo>
                    <a:pt x="589020" y="704"/>
                  </a:lnTo>
                  <a:lnTo>
                    <a:pt x="642696" y="1374"/>
                  </a:lnTo>
                  <a:lnTo>
                    <a:pt x="712288" y="2351"/>
                  </a:lnTo>
                  <a:lnTo>
                    <a:pt x="794709" y="3659"/>
                  </a:lnTo>
                  <a:lnTo>
                    <a:pt x="885708" y="5307"/>
                  </a:lnTo>
                  <a:lnTo>
                    <a:pt x="980776" y="7291"/>
                  </a:lnTo>
                  <a:lnTo>
                    <a:pt x="1075894" y="9603"/>
                  </a:lnTo>
                  <a:lnTo>
                    <a:pt x="1167976" y="12238"/>
                  </a:lnTo>
                  <a:lnTo>
                    <a:pt x="1255005" y="15202"/>
                  </a:lnTo>
                  <a:lnTo>
                    <a:pt x="1335934" y="18513"/>
                  </a:lnTo>
                  <a:lnTo>
                    <a:pt x="1410490" y="22203"/>
                  </a:lnTo>
                  <a:lnTo>
                    <a:pt x="1478953" y="26321"/>
                  </a:lnTo>
                  <a:lnTo>
                    <a:pt x="1541959" y="30925"/>
                  </a:lnTo>
                  <a:lnTo>
                    <a:pt x="1600345" y="36086"/>
                  </a:lnTo>
                  <a:lnTo>
                    <a:pt x="1655042" y="41880"/>
                  </a:lnTo>
                  <a:lnTo>
                    <a:pt x="1706982" y="48377"/>
                  </a:lnTo>
                  <a:lnTo>
                    <a:pt x="1757023" y="55624"/>
                  </a:lnTo>
                  <a:lnTo>
                    <a:pt x="1768425" y="57412"/>
                  </a:lnTo>
                  <a:lnTo>
                    <a:pt x="1821999" y="66473"/>
                  </a:lnTo>
                  <a:lnTo>
                    <a:pt x="1875056" y="76482"/>
                  </a:lnTo>
                  <a:lnTo>
                    <a:pt x="1928164" y="87453"/>
                  </a:lnTo>
                  <a:lnTo>
                    <a:pt x="1981707" y="99364"/>
                  </a:lnTo>
                  <a:lnTo>
                    <a:pt x="2035903" y="112154"/>
                  </a:lnTo>
                  <a:lnTo>
                    <a:pt x="2090829" y="125723"/>
                  </a:lnTo>
                  <a:lnTo>
                    <a:pt x="2146438" y="139930"/>
                  </a:lnTo>
                  <a:lnTo>
                    <a:pt x="2202581" y="154598"/>
                  </a:lnTo>
                  <a:lnTo>
                    <a:pt x="2259037" y="169525"/>
                  </a:lnTo>
                  <a:lnTo>
                    <a:pt x="2315543" y="184492"/>
                  </a:lnTo>
                  <a:lnTo>
                    <a:pt x="2371828" y="199279"/>
                  </a:lnTo>
                  <a:lnTo>
                    <a:pt x="2427652" y="213674"/>
                  </a:lnTo>
                  <a:lnTo>
                    <a:pt x="2482836" y="227492"/>
                  </a:lnTo>
                  <a:lnTo>
                    <a:pt x="2537295" y="240579"/>
                  </a:lnTo>
                  <a:lnTo>
                    <a:pt x="2591056" y="252817"/>
                  </a:lnTo>
                  <a:lnTo>
                    <a:pt x="2644287" y="264132"/>
                  </a:lnTo>
                  <a:lnTo>
                    <a:pt x="2697308" y="274490"/>
                  </a:lnTo>
                  <a:lnTo>
                    <a:pt x="2750615" y="283891"/>
                  </a:lnTo>
                  <a:lnTo>
                    <a:pt x="2770117" y="287064"/>
                  </a:lnTo>
                  <a:lnTo>
                    <a:pt x="2819824" y="294488"/>
                  </a:lnTo>
                  <a:lnTo>
                    <a:pt x="2871253" y="301156"/>
                  </a:lnTo>
                  <a:lnTo>
                    <a:pt x="2925229" y="307107"/>
                  </a:lnTo>
                  <a:lnTo>
                    <a:pt x="2982677" y="312408"/>
                  </a:lnTo>
                  <a:lnTo>
                    <a:pt x="3044532" y="317135"/>
                  </a:lnTo>
                  <a:lnTo>
                    <a:pt x="3111665" y="321359"/>
                  </a:lnTo>
                  <a:lnTo>
                    <a:pt x="3184769" y="325144"/>
                  </a:lnTo>
                  <a:lnTo>
                    <a:pt x="3264221" y="328539"/>
                  </a:lnTo>
                  <a:lnTo>
                    <a:pt x="3349898" y="331581"/>
                  </a:lnTo>
                  <a:lnTo>
                    <a:pt x="3440951" y="334292"/>
                  </a:lnTo>
                  <a:lnTo>
                    <a:pt x="3535601" y="336678"/>
                  </a:lnTo>
                  <a:lnTo>
                    <a:pt x="3631009" y="338739"/>
                  </a:lnTo>
                  <a:lnTo>
                    <a:pt x="3723345" y="340466"/>
                  </a:lnTo>
                  <a:lnTo>
                    <a:pt x="3808155" y="341853"/>
                  </a:lnTo>
                  <a:lnTo>
                    <a:pt x="3881052" y="342904"/>
                  </a:lnTo>
                  <a:lnTo>
                    <a:pt x="3938598" y="343643"/>
                  </a:lnTo>
                  <a:lnTo>
                    <a:pt x="3979144" y="344108"/>
                  </a:lnTo>
                  <a:lnTo>
                    <a:pt x="4003318" y="344357"/>
                  </a:lnTo>
                  <a:lnTo>
                    <a:pt x="4014072" y="344457"/>
                  </a:lnTo>
                  <a:lnTo>
                    <a:pt x="4016393" y="344477"/>
                  </a:lnTo>
                  <a:lnTo>
                    <a:pt x="4016409" y="344477"/>
                  </a:lnTo>
                  <a:lnTo>
                    <a:pt x="4538543" y="344477"/>
                  </a:lnTo>
                  <a:lnTo>
                    <a:pt x="4539686" y="344558"/>
                  </a:lnTo>
                  <a:lnTo>
                    <a:pt x="4547175" y="345135"/>
                  </a:lnTo>
                  <a:lnTo>
                    <a:pt x="4565964" y="346732"/>
                  </a:lnTo>
                  <a:lnTo>
                    <a:pt x="4599329" y="349872"/>
                  </a:lnTo>
                  <a:lnTo>
                    <a:pt x="4648589" y="355025"/>
                  </a:lnTo>
                  <a:lnTo>
                    <a:pt x="4713022" y="362559"/>
                  </a:lnTo>
                  <a:lnTo>
                    <a:pt x="4790132" y="372698"/>
                  </a:lnTo>
                  <a:lnTo>
                    <a:pt x="4876253" y="385533"/>
                  </a:lnTo>
                  <a:lnTo>
                    <a:pt x="4967311" y="401050"/>
                  </a:lnTo>
                  <a:lnTo>
                    <a:pt x="5059499" y="419189"/>
                  </a:lnTo>
                  <a:lnTo>
                    <a:pt x="5149740" y="439902"/>
                  </a:lnTo>
                  <a:lnTo>
                    <a:pt x="5235869" y="463199"/>
                  </a:lnTo>
                  <a:lnTo>
                    <a:pt x="5316616" y="489177"/>
                  </a:lnTo>
                  <a:lnTo>
                    <a:pt x="5391460" y="518040"/>
                  </a:lnTo>
                  <a:lnTo>
                    <a:pt x="5460447" y="550097"/>
                  </a:lnTo>
                  <a:lnTo>
                    <a:pt x="5524007" y="585761"/>
                  </a:lnTo>
                  <a:lnTo>
                    <a:pt x="5582811" y="625531"/>
                  </a:lnTo>
                  <a:lnTo>
                    <a:pt x="5637662" y="669970"/>
                  </a:lnTo>
                  <a:lnTo>
                    <a:pt x="5689404" y="719652"/>
                  </a:lnTo>
                  <a:lnTo>
                    <a:pt x="5738862" y="775077"/>
                  </a:lnTo>
                  <a:lnTo>
                    <a:pt x="5784835" y="833898"/>
                  </a:lnTo>
                  <a:lnTo>
                    <a:pt x="5821547" y="885838"/>
                  </a:lnTo>
                  <a:lnTo>
                    <a:pt x="5857918" y="941520"/>
                  </a:lnTo>
                  <a:lnTo>
                    <a:pt x="5894160" y="1001020"/>
                  </a:lnTo>
                  <a:lnTo>
                    <a:pt x="5930441" y="1064355"/>
                  </a:lnTo>
                  <a:lnTo>
                    <a:pt x="5966889" y="1131479"/>
                  </a:lnTo>
                  <a:lnTo>
                    <a:pt x="6003595" y="1202274"/>
                  </a:lnTo>
                  <a:lnTo>
                    <a:pt x="6040615" y="1276546"/>
                  </a:lnTo>
                  <a:lnTo>
                    <a:pt x="6077977" y="1354027"/>
                  </a:lnTo>
                  <a:lnTo>
                    <a:pt x="6115678" y="1434373"/>
                  </a:lnTo>
                  <a:lnTo>
                    <a:pt x="6153692" y="1517166"/>
                  </a:lnTo>
                  <a:lnTo>
                    <a:pt x="6191973" y="1601927"/>
                  </a:lnTo>
                  <a:lnTo>
                    <a:pt x="6230453" y="1688121"/>
                  </a:lnTo>
                  <a:lnTo>
                    <a:pt x="6269057" y="1775175"/>
                  </a:lnTo>
                  <a:lnTo>
                    <a:pt x="6307698" y="1862490"/>
                  </a:lnTo>
                  <a:lnTo>
                    <a:pt x="6346290" y="1949460"/>
                  </a:lnTo>
                  <a:lnTo>
                    <a:pt x="6384747" y="2035488"/>
                  </a:lnTo>
                  <a:lnTo>
                    <a:pt x="6422994" y="2120005"/>
                  </a:lnTo>
                  <a:lnTo>
                    <a:pt x="6460967" y="2202484"/>
                  </a:lnTo>
                  <a:lnTo>
                    <a:pt x="6498622" y="2282453"/>
                  </a:lnTo>
                  <a:lnTo>
                    <a:pt x="6535935" y="2359505"/>
                  </a:lnTo>
                  <a:lnTo>
                    <a:pt x="6572909" y="2433307"/>
                  </a:lnTo>
                  <a:lnTo>
                    <a:pt x="6609575" y="2503599"/>
                  </a:lnTo>
                  <a:lnTo>
                    <a:pt x="6645993" y="2570199"/>
                  </a:lnTo>
                  <a:lnTo>
                    <a:pt x="6682261" y="2633000"/>
                  </a:lnTo>
                  <a:lnTo>
                    <a:pt x="6718510" y="2691965"/>
                  </a:lnTo>
                  <a:lnTo>
                    <a:pt x="6754914" y="2747118"/>
                  </a:lnTo>
                  <a:lnTo>
                    <a:pt x="6786527" y="2791584"/>
                  </a:lnTo>
                  <a:lnTo>
                    <a:pt x="6834485" y="2852786"/>
                  </a:lnTo>
                  <a:lnTo>
                    <a:pt x="6884021" y="2907968"/>
                  </a:lnTo>
                  <a:lnTo>
                    <a:pt x="6935873" y="2957426"/>
                  </a:lnTo>
                  <a:lnTo>
                    <a:pt x="6990868" y="3001663"/>
                  </a:lnTo>
                  <a:lnTo>
                    <a:pt x="7049852" y="3041255"/>
                  </a:lnTo>
                  <a:lnTo>
                    <a:pt x="7113621" y="3076762"/>
                  </a:lnTo>
                  <a:lnTo>
                    <a:pt x="7182841" y="3108681"/>
                  </a:lnTo>
                  <a:lnTo>
                    <a:pt x="7257929" y="3137421"/>
                  </a:lnTo>
                  <a:lnTo>
                    <a:pt x="7338910" y="3163287"/>
                  </a:lnTo>
                  <a:lnTo>
                    <a:pt x="7425238" y="3186477"/>
                  </a:lnTo>
                  <a:lnTo>
                    <a:pt x="7515607" y="3207085"/>
                  </a:lnTo>
                  <a:lnTo>
                    <a:pt x="7607815" y="3225118"/>
                  </a:lnTo>
                  <a:lnTo>
                    <a:pt x="7698749" y="3240526"/>
                  </a:lnTo>
                  <a:lnTo>
                    <a:pt x="7784582" y="3253251"/>
                  </a:lnTo>
                  <a:lnTo>
                    <a:pt x="7861241" y="3263282"/>
                  </a:lnTo>
                  <a:lnTo>
                    <a:pt x="7925093" y="3270713"/>
                  </a:lnTo>
                  <a:lnTo>
                    <a:pt x="7973704" y="3275776"/>
                  </a:lnTo>
                  <a:lnTo>
                    <a:pt x="8006434" y="3278842"/>
                  </a:lnTo>
                  <a:lnTo>
                    <a:pt x="8024686" y="3280387"/>
                  </a:lnTo>
                  <a:lnTo>
                    <a:pt x="8031808" y="3280935"/>
                  </a:lnTo>
                  <a:lnTo>
                    <a:pt x="8032819" y="3281006"/>
                  </a:lnTo>
                  <a:lnTo>
                    <a:pt x="8554953" y="3281006"/>
                  </a:lnTo>
                  <a:lnTo>
                    <a:pt x="8554953" y="3281006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757" name="pl757"/>
            <p:cNvSpPr/>
            <p:nvPr/>
          </p:nvSpPr>
          <p:spPr>
            <a:xfrm>
              <a:off x="386606" y="711182"/>
              <a:ext cx="8554953" cy="3281006"/>
            </a:xfrm>
            <a:custGeom>
              <a:avLst/>
              <a:pathLst>
                <a:path w="8554953" h="3281006">
                  <a:moveTo>
                    <a:pt x="8554953" y="3281006"/>
                  </a:moveTo>
                  <a:lnTo>
                    <a:pt x="8032819" y="3281006"/>
                  </a:lnTo>
                  <a:lnTo>
                    <a:pt x="8031676" y="3280925"/>
                  </a:lnTo>
                  <a:lnTo>
                    <a:pt x="8024187" y="3280347"/>
                  </a:lnTo>
                  <a:lnTo>
                    <a:pt x="8005398" y="3278750"/>
                  </a:lnTo>
                  <a:lnTo>
                    <a:pt x="7972033" y="3275611"/>
                  </a:lnTo>
                  <a:lnTo>
                    <a:pt x="7922773" y="3270458"/>
                  </a:lnTo>
                  <a:lnTo>
                    <a:pt x="7858340" y="3262924"/>
                  </a:lnTo>
                  <a:lnTo>
                    <a:pt x="7781230" y="3252784"/>
                  </a:lnTo>
                  <a:lnTo>
                    <a:pt x="7695108" y="3239950"/>
                  </a:lnTo>
                  <a:lnTo>
                    <a:pt x="7604051" y="3224433"/>
                  </a:lnTo>
                  <a:lnTo>
                    <a:pt x="7511863" y="3206294"/>
                  </a:lnTo>
                  <a:lnTo>
                    <a:pt x="7421622" y="3185581"/>
                  </a:lnTo>
                  <a:lnTo>
                    <a:pt x="7335493" y="3162284"/>
                  </a:lnTo>
                  <a:lnTo>
                    <a:pt x="7254746" y="3136305"/>
                  </a:lnTo>
                  <a:lnTo>
                    <a:pt x="7179902" y="3107443"/>
                  </a:lnTo>
                  <a:lnTo>
                    <a:pt x="7110915" y="3075386"/>
                  </a:lnTo>
                  <a:lnTo>
                    <a:pt x="7047355" y="3039722"/>
                  </a:lnTo>
                  <a:lnTo>
                    <a:pt x="6988550" y="2999952"/>
                  </a:lnTo>
                  <a:lnTo>
                    <a:pt x="6933700" y="2955512"/>
                  </a:lnTo>
                  <a:lnTo>
                    <a:pt x="6881958" y="2905830"/>
                  </a:lnTo>
                  <a:lnTo>
                    <a:pt x="6832500" y="2850406"/>
                  </a:lnTo>
                  <a:lnTo>
                    <a:pt x="6786527" y="2791584"/>
                  </a:lnTo>
                  <a:lnTo>
                    <a:pt x="6749815" y="2739645"/>
                  </a:lnTo>
                  <a:lnTo>
                    <a:pt x="6713444" y="2683963"/>
                  </a:lnTo>
                  <a:lnTo>
                    <a:pt x="6677202" y="2624463"/>
                  </a:lnTo>
                  <a:lnTo>
                    <a:pt x="6640921" y="2561128"/>
                  </a:lnTo>
                  <a:lnTo>
                    <a:pt x="6604473" y="2494004"/>
                  </a:lnTo>
                  <a:lnTo>
                    <a:pt x="6567767" y="2423209"/>
                  </a:lnTo>
                  <a:lnTo>
                    <a:pt x="6530747" y="2348937"/>
                  </a:lnTo>
                  <a:lnTo>
                    <a:pt x="6493385" y="2271455"/>
                  </a:lnTo>
                  <a:lnTo>
                    <a:pt x="6455684" y="2191110"/>
                  </a:lnTo>
                  <a:lnTo>
                    <a:pt x="6417669" y="2108317"/>
                  </a:lnTo>
                  <a:lnTo>
                    <a:pt x="6379389" y="2023556"/>
                  </a:lnTo>
                  <a:lnTo>
                    <a:pt x="6340909" y="1937361"/>
                  </a:lnTo>
                  <a:lnTo>
                    <a:pt x="6302305" y="1850307"/>
                  </a:lnTo>
                  <a:lnTo>
                    <a:pt x="6263663" y="1762993"/>
                  </a:lnTo>
                  <a:lnTo>
                    <a:pt x="6225072" y="1676023"/>
                  </a:lnTo>
                  <a:lnTo>
                    <a:pt x="6186615" y="1589995"/>
                  </a:lnTo>
                  <a:lnTo>
                    <a:pt x="6148368" y="1505478"/>
                  </a:lnTo>
                  <a:lnTo>
                    <a:pt x="6110395" y="1422999"/>
                  </a:lnTo>
                  <a:lnTo>
                    <a:pt x="6072740" y="1343030"/>
                  </a:lnTo>
                  <a:lnTo>
                    <a:pt x="6035427" y="1265977"/>
                  </a:lnTo>
                  <a:lnTo>
                    <a:pt x="5998453" y="1192176"/>
                  </a:lnTo>
                  <a:lnTo>
                    <a:pt x="5961787" y="1121884"/>
                  </a:lnTo>
                  <a:lnTo>
                    <a:pt x="5925369" y="1055284"/>
                  </a:lnTo>
                  <a:lnTo>
                    <a:pt x="5889101" y="992482"/>
                  </a:lnTo>
                  <a:lnTo>
                    <a:pt x="5852852" y="933518"/>
                  </a:lnTo>
                  <a:lnTo>
                    <a:pt x="5816448" y="878365"/>
                  </a:lnTo>
                  <a:lnTo>
                    <a:pt x="5784835" y="833898"/>
                  </a:lnTo>
                  <a:lnTo>
                    <a:pt x="5736877" y="772697"/>
                  </a:lnTo>
                  <a:lnTo>
                    <a:pt x="5687341" y="717514"/>
                  </a:lnTo>
                  <a:lnTo>
                    <a:pt x="5635489" y="668057"/>
                  </a:lnTo>
                  <a:lnTo>
                    <a:pt x="5580494" y="623820"/>
                  </a:lnTo>
                  <a:lnTo>
                    <a:pt x="5521510" y="584228"/>
                  </a:lnTo>
                  <a:lnTo>
                    <a:pt x="5457740" y="548721"/>
                  </a:lnTo>
                  <a:lnTo>
                    <a:pt x="5388521" y="516802"/>
                  </a:lnTo>
                  <a:lnTo>
                    <a:pt x="5313433" y="488062"/>
                  </a:lnTo>
                  <a:lnTo>
                    <a:pt x="5232451" y="462196"/>
                  </a:lnTo>
                  <a:lnTo>
                    <a:pt x="5146124" y="439006"/>
                  </a:lnTo>
                  <a:lnTo>
                    <a:pt x="5055755" y="418398"/>
                  </a:lnTo>
                  <a:lnTo>
                    <a:pt x="4963547" y="400365"/>
                  </a:lnTo>
                  <a:lnTo>
                    <a:pt x="4872613" y="384956"/>
                  </a:lnTo>
                  <a:lnTo>
                    <a:pt x="4786780" y="372232"/>
                  </a:lnTo>
                  <a:lnTo>
                    <a:pt x="4710121" y="362201"/>
                  </a:lnTo>
                  <a:lnTo>
                    <a:pt x="4646269" y="354770"/>
                  </a:lnTo>
                  <a:lnTo>
                    <a:pt x="4597657" y="349707"/>
                  </a:lnTo>
                  <a:lnTo>
                    <a:pt x="4564928" y="346640"/>
                  </a:lnTo>
                  <a:lnTo>
                    <a:pt x="4546676" y="345096"/>
                  </a:lnTo>
                  <a:lnTo>
                    <a:pt x="4539554" y="344548"/>
                  </a:lnTo>
                  <a:lnTo>
                    <a:pt x="4538543" y="344477"/>
                  </a:lnTo>
                  <a:lnTo>
                    <a:pt x="4016409" y="344477"/>
                  </a:lnTo>
                  <a:lnTo>
                    <a:pt x="4015141" y="344466"/>
                  </a:lnTo>
                  <a:lnTo>
                    <a:pt x="4006853" y="344391"/>
                  </a:lnTo>
                  <a:lnTo>
                    <a:pt x="3986131" y="344182"/>
                  </a:lnTo>
                  <a:lnTo>
                    <a:pt x="3949522" y="343773"/>
                  </a:lnTo>
                  <a:lnTo>
                    <a:pt x="3895846" y="343102"/>
                  </a:lnTo>
                  <a:lnTo>
                    <a:pt x="3826254" y="342126"/>
                  </a:lnTo>
                  <a:lnTo>
                    <a:pt x="3743834" y="340817"/>
                  </a:lnTo>
                  <a:lnTo>
                    <a:pt x="3652834" y="339169"/>
                  </a:lnTo>
                  <a:lnTo>
                    <a:pt x="3557766" y="337185"/>
                  </a:lnTo>
                  <a:lnTo>
                    <a:pt x="3462648" y="334874"/>
                  </a:lnTo>
                  <a:lnTo>
                    <a:pt x="3370566" y="332239"/>
                  </a:lnTo>
                  <a:lnTo>
                    <a:pt x="3283537" y="329275"/>
                  </a:lnTo>
                  <a:lnTo>
                    <a:pt x="3202609" y="325964"/>
                  </a:lnTo>
                  <a:lnTo>
                    <a:pt x="3128052" y="322273"/>
                  </a:lnTo>
                  <a:lnTo>
                    <a:pt x="3059589" y="318156"/>
                  </a:lnTo>
                  <a:lnTo>
                    <a:pt x="2996583" y="313551"/>
                  </a:lnTo>
                  <a:lnTo>
                    <a:pt x="2938197" y="308390"/>
                  </a:lnTo>
                  <a:lnTo>
                    <a:pt x="2883500" y="302596"/>
                  </a:lnTo>
                  <a:lnTo>
                    <a:pt x="2831560" y="296100"/>
                  </a:lnTo>
                  <a:lnTo>
                    <a:pt x="2781519" y="288852"/>
                  </a:lnTo>
                  <a:lnTo>
                    <a:pt x="2770117" y="287064"/>
                  </a:lnTo>
                  <a:lnTo>
                    <a:pt x="2716543" y="278003"/>
                  </a:lnTo>
                  <a:lnTo>
                    <a:pt x="2663487" y="267994"/>
                  </a:lnTo>
                  <a:lnTo>
                    <a:pt x="2610378" y="257023"/>
                  </a:lnTo>
                  <a:lnTo>
                    <a:pt x="2556835" y="245112"/>
                  </a:lnTo>
                  <a:lnTo>
                    <a:pt x="2502639" y="232322"/>
                  </a:lnTo>
                  <a:lnTo>
                    <a:pt x="2447713" y="218753"/>
                  </a:lnTo>
                  <a:lnTo>
                    <a:pt x="2392104" y="204547"/>
                  </a:lnTo>
                  <a:lnTo>
                    <a:pt x="2335961" y="189878"/>
                  </a:lnTo>
                  <a:lnTo>
                    <a:pt x="2279505" y="174951"/>
                  </a:lnTo>
                  <a:lnTo>
                    <a:pt x="2222999" y="159984"/>
                  </a:lnTo>
                  <a:lnTo>
                    <a:pt x="2166714" y="145198"/>
                  </a:lnTo>
                  <a:lnTo>
                    <a:pt x="2110890" y="130802"/>
                  </a:lnTo>
                  <a:lnTo>
                    <a:pt x="2055706" y="116984"/>
                  </a:lnTo>
                  <a:lnTo>
                    <a:pt x="2001248" y="103898"/>
                  </a:lnTo>
                  <a:lnTo>
                    <a:pt x="1947486" y="91660"/>
                  </a:lnTo>
                  <a:lnTo>
                    <a:pt x="1894255" y="80344"/>
                  </a:lnTo>
                  <a:lnTo>
                    <a:pt x="1841235" y="69986"/>
                  </a:lnTo>
                  <a:lnTo>
                    <a:pt x="1787927" y="60586"/>
                  </a:lnTo>
                  <a:lnTo>
                    <a:pt x="1768425" y="57412"/>
                  </a:lnTo>
                  <a:lnTo>
                    <a:pt x="1718718" y="49988"/>
                  </a:lnTo>
                  <a:lnTo>
                    <a:pt x="1667289" y="43321"/>
                  </a:lnTo>
                  <a:lnTo>
                    <a:pt x="1613313" y="37370"/>
                  </a:lnTo>
                  <a:lnTo>
                    <a:pt x="1555866" y="32069"/>
                  </a:lnTo>
                  <a:lnTo>
                    <a:pt x="1494010" y="27342"/>
                  </a:lnTo>
                  <a:lnTo>
                    <a:pt x="1426877" y="23117"/>
                  </a:lnTo>
                  <a:lnTo>
                    <a:pt x="1353773" y="19332"/>
                  </a:lnTo>
                  <a:lnTo>
                    <a:pt x="1274321" y="15937"/>
                  </a:lnTo>
                  <a:lnTo>
                    <a:pt x="1188644" y="12895"/>
                  </a:lnTo>
                  <a:lnTo>
                    <a:pt x="1097591" y="10185"/>
                  </a:lnTo>
                  <a:lnTo>
                    <a:pt x="1002941" y="7798"/>
                  </a:lnTo>
                  <a:lnTo>
                    <a:pt x="907533" y="5737"/>
                  </a:lnTo>
                  <a:lnTo>
                    <a:pt x="815197" y="4011"/>
                  </a:lnTo>
                  <a:lnTo>
                    <a:pt x="730387" y="2624"/>
                  </a:lnTo>
                  <a:lnTo>
                    <a:pt x="657491" y="1572"/>
                  </a:lnTo>
                  <a:lnTo>
                    <a:pt x="599944" y="834"/>
                  </a:lnTo>
                  <a:lnTo>
                    <a:pt x="559398" y="369"/>
                  </a:lnTo>
                  <a:lnTo>
                    <a:pt x="535224" y="119"/>
                  </a:lnTo>
                  <a:lnTo>
                    <a:pt x="524470" y="19"/>
                  </a:lnTo>
                  <a:lnTo>
                    <a:pt x="522149" y="0"/>
                  </a:lnTo>
                  <a:lnTo>
                    <a:pt x="522133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758" name="pg758"/>
            <p:cNvSpPr/>
            <p:nvPr/>
          </p:nvSpPr>
          <p:spPr>
            <a:xfrm>
              <a:off x="386606" y="716830"/>
              <a:ext cx="8554953" cy="4167612"/>
            </a:xfrm>
            <a:custGeom>
              <a:avLst/>
              <a:pathLst>
                <a:path w="8554953" h="4167612">
                  <a:moveTo>
                    <a:pt x="0" y="5647"/>
                  </a:moveTo>
                  <a:lnTo>
                    <a:pt x="522133" y="5647"/>
                  </a:lnTo>
                  <a:lnTo>
                    <a:pt x="523400" y="5658"/>
                  </a:lnTo>
                  <a:lnTo>
                    <a:pt x="531686" y="5742"/>
                  </a:lnTo>
                  <a:lnTo>
                    <a:pt x="552400" y="5975"/>
                  </a:lnTo>
                  <a:lnTo>
                    <a:pt x="588997" y="6431"/>
                  </a:lnTo>
                  <a:lnTo>
                    <a:pt x="642656" y="7179"/>
                  </a:lnTo>
                  <a:lnTo>
                    <a:pt x="712229" y="8267"/>
                  </a:lnTo>
                  <a:lnTo>
                    <a:pt x="794630" y="9725"/>
                  </a:lnTo>
                  <a:lnTo>
                    <a:pt x="885612" y="11562"/>
                  </a:lnTo>
                  <a:lnTo>
                    <a:pt x="980666" y="13772"/>
                  </a:lnTo>
                  <a:lnTo>
                    <a:pt x="1075773" y="16349"/>
                  </a:lnTo>
                  <a:lnTo>
                    <a:pt x="1167850" y="19285"/>
                  </a:lnTo>
                  <a:lnTo>
                    <a:pt x="1254875" y="22588"/>
                  </a:lnTo>
                  <a:lnTo>
                    <a:pt x="1335804" y="26278"/>
                  </a:lnTo>
                  <a:lnTo>
                    <a:pt x="1410362" y="30391"/>
                  </a:lnTo>
                  <a:lnTo>
                    <a:pt x="1478827" y="34979"/>
                  </a:lnTo>
                  <a:lnTo>
                    <a:pt x="1541834" y="40110"/>
                  </a:lnTo>
                  <a:lnTo>
                    <a:pt x="1600222" y="45861"/>
                  </a:lnTo>
                  <a:lnTo>
                    <a:pt x="1654919" y="52318"/>
                  </a:lnTo>
                  <a:lnTo>
                    <a:pt x="1706858" y="59557"/>
                  </a:lnTo>
                  <a:lnTo>
                    <a:pt x="1756896" y="67633"/>
                  </a:lnTo>
                  <a:lnTo>
                    <a:pt x="1768425" y="69648"/>
                  </a:lnTo>
                  <a:lnTo>
                    <a:pt x="1821839" y="79717"/>
                  </a:lnTo>
                  <a:lnTo>
                    <a:pt x="1874737" y="90836"/>
                  </a:lnTo>
                  <a:lnTo>
                    <a:pt x="1927684" y="103021"/>
                  </a:lnTo>
                  <a:lnTo>
                    <a:pt x="1981060" y="116248"/>
                  </a:lnTo>
                  <a:lnTo>
                    <a:pt x="2035083" y="130451"/>
                  </a:lnTo>
                  <a:lnTo>
                    <a:pt x="2089832" y="145518"/>
                  </a:lnTo>
                  <a:lnTo>
                    <a:pt x="2145261" y="161295"/>
                  </a:lnTo>
                  <a:lnTo>
                    <a:pt x="2201226" y="177588"/>
                  </a:lnTo>
                  <a:lnTo>
                    <a:pt x="2257508" y="194174"/>
                  </a:lnTo>
                  <a:lnTo>
                    <a:pt x="2313846" y="210811"/>
                  </a:lnTo>
                  <a:lnTo>
                    <a:pt x="2369973" y="227255"/>
                  </a:lnTo>
                  <a:lnTo>
                    <a:pt x="2425648" y="243273"/>
                  </a:lnTo>
                  <a:lnTo>
                    <a:pt x="2480692" y="258658"/>
                  </a:lnTo>
                  <a:lnTo>
                    <a:pt x="2535017" y="273237"/>
                  </a:lnTo>
                  <a:lnTo>
                    <a:pt x="2588645" y="286882"/>
                  </a:lnTo>
                  <a:lnTo>
                    <a:pt x="2641734" y="299507"/>
                  </a:lnTo>
                  <a:lnTo>
                    <a:pt x="2694595" y="311072"/>
                  </a:lnTo>
                  <a:lnTo>
                    <a:pt x="2747712" y="321575"/>
                  </a:lnTo>
                  <a:lnTo>
                    <a:pt x="2770117" y="325653"/>
                  </a:lnTo>
                  <a:lnTo>
                    <a:pt x="2819818" y="333928"/>
                  </a:lnTo>
                  <a:lnTo>
                    <a:pt x="2871239" y="341360"/>
                  </a:lnTo>
                  <a:lnTo>
                    <a:pt x="2925208" y="347993"/>
                  </a:lnTo>
                  <a:lnTo>
                    <a:pt x="2982646" y="353902"/>
                  </a:lnTo>
                  <a:lnTo>
                    <a:pt x="3044491" y="359171"/>
                  </a:lnTo>
                  <a:lnTo>
                    <a:pt x="3111611" y="363880"/>
                  </a:lnTo>
                  <a:lnTo>
                    <a:pt x="3184700" y="368099"/>
                  </a:lnTo>
                  <a:lnTo>
                    <a:pt x="3264137" y="371884"/>
                  </a:lnTo>
                  <a:lnTo>
                    <a:pt x="3349795" y="375275"/>
                  </a:lnTo>
                  <a:lnTo>
                    <a:pt x="3440831" y="378297"/>
                  </a:lnTo>
                  <a:lnTo>
                    <a:pt x="3535466" y="380957"/>
                  </a:lnTo>
                  <a:lnTo>
                    <a:pt x="3630863" y="383255"/>
                  </a:lnTo>
                  <a:lnTo>
                    <a:pt x="3723196" y="385180"/>
                  </a:lnTo>
                  <a:lnTo>
                    <a:pt x="3808012" y="386726"/>
                  </a:lnTo>
                  <a:lnTo>
                    <a:pt x="3880925" y="387899"/>
                  </a:lnTo>
                  <a:lnTo>
                    <a:pt x="3938497" y="388723"/>
                  </a:lnTo>
                  <a:lnTo>
                    <a:pt x="3979074" y="389242"/>
                  </a:lnTo>
                  <a:lnTo>
                    <a:pt x="4003280" y="389520"/>
                  </a:lnTo>
                  <a:lnTo>
                    <a:pt x="4014059" y="389632"/>
                  </a:lnTo>
                  <a:lnTo>
                    <a:pt x="4016409" y="389654"/>
                  </a:lnTo>
                  <a:lnTo>
                    <a:pt x="4538543" y="389654"/>
                  </a:lnTo>
                  <a:lnTo>
                    <a:pt x="4539482" y="389739"/>
                  </a:lnTo>
                  <a:lnTo>
                    <a:pt x="4545664" y="390347"/>
                  </a:lnTo>
                  <a:lnTo>
                    <a:pt x="4561269" y="392024"/>
                  </a:lnTo>
                  <a:lnTo>
                    <a:pt x="4589221" y="395328"/>
                  </a:lnTo>
                  <a:lnTo>
                    <a:pt x="4630978" y="400773"/>
                  </a:lnTo>
                  <a:lnTo>
                    <a:pt x="4686424" y="408782"/>
                  </a:lnTo>
                  <a:lnTo>
                    <a:pt x="4753979" y="419649"/>
                  </a:lnTo>
                  <a:lnTo>
                    <a:pt x="4830961" y="433524"/>
                  </a:lnTo>
                  <a:lnTo>
                    <a:pt x="4914107" y="450439"/>
                  </a:lnTo>
                  <a:lnTo>
                    <a:pt x="5000114" y="470347"/>
                  </a:lnTo>
                  <a:lnTo>
                    <a:pt x="5086058" y="493184"/>
                  </a:lnTo>
                  <a:lnTo>
                    <a:pt x="5169655" y="518914"/>
                  </a:lnTo>
                  <a:lnTo>
                    <a:pt x="5249328" y="547566"/>
                  </a:lnTo>
                  <a:lnTo>
                    <a:pt x="5324169" y="579266"/>
                  </a:lnTo>
                  <a:lnTo>
                    <a:pt x="5393825" y="614241"/>
                  </a:lnTo>
                  <a:lnTo>
                    <a:pt x="5458358" y="652825"/>
                  </a:lnTo>
                  <a:lnTo>
                    <a:pt x="5518124" y="695452"/>
                  </a:lnTo>
                  <a:lnTo>
                    <a:pt x="5573664" y="742646"/>
                  </a:lnTo>
                  <a:lnTo>
                    <a:pt x="5625625" y="794992"/>
                  </a:lnTo>
                  <a:lnTo>
                    <a:pt x="5674700" y="853100"/>
                  </a:lnTo>
                  <a:lnTo>
                    <a:pt x="5721573" y="917529"/>
                  </a:lnTo>
                  <a:lnTo>
                    <a:pt x="5766875" y="988674"/>
                  </a:lnTo>
                  <a:lnTo>
                    <a:pt x="5784835" y="1019314"/>
                  </a:lnTo>
                  <a:lnTo>
                    <a:pt x="5817922" y="1079290"/>
                  </a:lnTo>
                  <a:lnTo>
                    <a:pt x="5850713" y="1143161"/>
                  </a:lnTo>
                  <a:lnTo>
                    <a:pt x="5883369" y="1211008"/>
                  </a:lnTo>
                  <a:lnTo>
                    <a:pt x="5916021" y="1282860"/>
                  </a:lnTo>
                  <a:lnTo>
                    <a:pt x="5948771" y="1358696"/>
                  </a:lnTo>
                  <a:lnTo>
                    <a:pt x="5981697" y="1438435"/>
                  </a:lnTo>
                  <a:lnTo>
                    <a:pt x="6014854" y="1521935"/>
                  </a:lnTo>
                  <a:lnTo>
                    <a:pt x="6048277" y="1608990"/>
                  </a:lnTo>
                  <a:lnTo>
                    <a:pt x="6081978" y="1699327"/>
                  </a:lnTo>
                  <a:lnTo>
                    <a:pt x="6115953" y="1792612"/>
                  </a:lnTo>
                  <a:lnTo>
                    <a:pt x="6150183" y="1888449"/>
                  </a:lnTo>
                  <a:lnTo>
                    <a:pt x="6184633" y="1986390"/>
                  </a:lnTo>
                  <a:lnTo>
                    <a:pt x="6219257" y="2085938"/>
                  </a:lnTo>
                  <a:lnTo>
                    <a:pt x="6253999" y="2186561"/>
                  </a:lnTo>
                  <a:lnTo>
                    <a:pt x="6288800" y="2287703"/>
                  </a:lnTo>
                  <a:lnTo>
                    <a:pt x="6323595" y="2388793"/>
                  </a:lnTo>
                  <a:lnTo>
                    <a:pt x="6358321" y="2489264"/>
                  </a:lnTo>
                  <a:lnTo>
                    <a:pt x="6392917" y="2588563"/>
                  </a:lnTo>
                  <a:lnTo>
                    <a:pt x="6427331" y="2686162"/>
                  </a:lnTo>
                  <a:lnTo>
                    <a:pt x="6461517" y="2781573"/>
                  </a:lnTo>
                  <a:lnTo>
                    <a:pt x="6495445" y="2874357"/>
                  </a:lnTo>
                  <a:lnTo>
                    <a:pt x="6529096" y="2964129"/>
                  </a:lnTo>
                  <a:lnTo>
                    <a:pt x="6562469" y="3050564"/>
                  </a:lnTo>
                  <a:lnTo>
                    <a:pt x="6595582" y="3133404"/>
                  </a:lnTo>
                  <a:lnTo>
                    <a:pt x="6628472" y="3212452"/>
                  </a:lnTo>
                  <a:lnTo>
                    <a:pt x="6661198" y="3287578"/>
                  </a:lnTo>
                  <a:lnTo>
                    <a:pt x="6693842" y="3358712"/>
                  </a:lnTo>
                  <a:lnTo>
                    <a:pt x="6726512" y="3425843"/>
                  </a:lnTo>
                  <a:lnTo>
                    <a:pt x="6759343" y="3489009"/>
                  </a:lnTo>
                  <a:lnTo>
                    <a:pt x="6786527" y="3537952"/>
                  </a:lnTo>
                  <a:lnTo>
                    <a:pt x="6831352" y="3611850"/>
                  </a:lnTo>
                  <a:lnTo>
                    <a:pt x="6877520" y="3678956"/>
                  </a:lnTo>
                  <a:lnTo>
                    <a:pt x="6925626" y="3739553"/>
                  </a:lnTo>
                  <a:lnTo>
                    <a:pt x="6976338" y="3794152"/>
                  </a:lnTo>
                  <a:lnTo>
                    <a:pt x="7030352" y="3843351"/>
                  </a:lnTo>
                  <a:lnTo>
                    <a:pt x="7088340" y="3887754"/>
                  </a:lnTo>
                  <a:lnTo>
                    <a:pt x="7150894" y="3927912"/>
                  </a:lnTo>
                  <a:lnTo>
                    <a:pt x="7218456" y="3964297"/>
                  </a:lnTo>
                  <a:lnTo>
                    <a:pt x="7291221" y="3997285"/>
                  </a:lnTo>
                  <a:lnTo>
                    <a:pt x="7369020" y="4027147"/>
                  </a:lnTo>
                  <a:lnTo>
                    <a:pt x="7451183" y="4054047"/>
                  </a:lnTo>
                  <a:lnTo>
                    <a:pt x="7536416" y="4078053"/>
                  </a:lnTo>
                  <a:lnTo>
                    <a:pt x="7622717" y="4099150"/>
                  </a:lnTo>
                  <a:lnTo>
                    <a:pt x="7707401" y="4117281"/>
                  </a:lnTo>
                  <a:lnTo>
                    <a:pt x="7787276" y="4132384"/>
                  </a:lnTo>
                  <a:lnTo>
                    <a:pt x="7859003" y="4144454"/>
                  </a:lnTo>
                  <a:lnTo>
                    <a:pt x="7919598" y="4153590"/>
                  </a:lnTo>
                  <a:lnTo>
                    <a:pt x="7966981" y="4160025"/>
                  </a:lnTo>
                  <a:lnTo>
                    <a:pt x="8000417" y="4164135"/>
                  </a:lnTo>
                  <a:lnTo>
                    <a:pt x="8020730" y="4166403"/>
                  </a:lnTo>
                  <a:lnTo>
                    <a:pt x="8030278" y="4167375"/>
                  </a:lnTo>
                  <a:lnTo>
                    <a:pt x="8032819" y="4167612"/>
                  </a:lnTo>
                  <a:lnTo>
                    <a:pt x="8554953" y="4167612"/>
                  </a:lnTo>
                  <a:lnTo>
                    <a:pt x="8554953" y="4161965"/>
                  </a:lnTo>
                  <a:lnTo>
                    <a:pt x="8032819" y="4161965"/>
                  </a:lnTo>
                  <a:lnTo>
                    <a:pt x="8031880" y="4161879"/>
                  </a:lnTo>
                  <a:lnTo>
                    <a:pt x="8025698" y="4161272"/>
                  </a:lnTo>
                  <a:lnTo>
                    <a:pt x="8010093" y="4159595"/>
                  </a:lnTo>
                  <a:lnTo>
                    <a:pt x="7982141" y="4156291"/>
                  </a:lnTo>
                  <a:lnTo>
                    <a:pt x="7940384" y="4150846"/>
                  </a:lnTo>
                  <a:lnTo>
                    <a:pt x="7884938" y="4142837"/>
                  </a:lnTo>
                  <a:lnTo>
                    <a:pt x="7817383" y="4131970"/>
                  </a:lnTo>
                  <a:lnTo>
                    <a:pt x="7740401" y="4118095"/>
                  </a:lnTo>
                  <a:lnTo>
                    <a:pt x="7657255" y="4101180"/>
                  </a:lnTo>
                  <a:lnTo>
                    <a:pt x="7571248" y="4081272"/>
                  </a:lnTo>
                  <a:lnTo>
                    <a:pt x="7485304" y="4058434"/>
                  </a:lnTo>
                  <a:lnTo>
                    <a:pt x="7401707" y="4032705"/>
                  </a:lnTo>
                  <a:lnTo>
                    <a:pt x="7322034" y="4004053"/>
                  </a:lnTo>
                  <a:lnTo>
                    <a:pt x="7247192" y="3972353"/>
                  </a:lnTo>
                  <a:lnTo>
                    <a:pt x="7177537" y="3937378"/>
                  </a:lnTo>
                  <a:lnTo>
                    <a:pt x="7113004" y="3898794"/>
                  </a:lnTo>
                  <a:lnTo>
                    <a:pt x="7053238" y="3856167"/>
                  </a:lnTo>
                  <a:lnTo>
                    <a:pt x="6997698" y="3808973"/>
                  </a:lnTo>
                  <a:lnTo>
                    <a:pt x="6945737" y="3756627"/>
                  </a:lnTo>
                  <a:lnTo>
                    <a:pt x="6896662" y="3698519"/>
                  </a:lnTo>
                  <a:lnTo>
                    <a:pt x="6849789" y="3634090"/>
                  </a:lnTo>
                  <a:lnTo>
                    <a:pt x="6804487" y="3562945"/>
                  </a:lnTo>
                  <a:lnTo>
                    <a:pt x="6786527" y="3532305"/>
                  </a:lnTo>
                  <a:lnTo>
                    <a:pt x="6753440" y="3472329"/>
                  </a:lnTo>
                  <a:lnTo>
                    <a:pt x="6720649" y="3408458"/>
                  </a:lnTo>
                  <a:lnTo>
                    <a:pt x="6687993" y="3340611"/>
                  </a:lnTo>
                  <a:lnTo>
                    <a:pt x="6655341" y="3268759"/>
                  </a:lnTo>
                  <a:lnTo>
                    <a:pt x="6622591" y="3192923"/>
                  </a:lnTo>
                  <a:lnTo>
                    <a:pt x="6589665" y="3113184"/>
                  </a:lnTo>
                  <a:lnTo>
                    <a:pt x="6556508" y="3029684"/>
                  </a:lnTo>
                  <a:lnTo>
                    <a:pt x="6523085" y="2942629"/>
                  </a:lnTo>
                  <a:lnTo>
                    <a:pt x="6489384" y="2852292"/>
                  </a:lnTo>
                  <a:lnTo>
                    <a:pt x="6455409" y="2759007"/>
                  </a:lnTo>
                  <a:lnTo>
                    <a:pt x="6421179" y="2663170"/>
                  </a:lnTo>
                  <a:lnTo>
                    <a:pt x="6386729" y="2565229"/>
                  </a:lnTo>
                  <a:lnTo>
                    <a:pt x="6352105" y="2465681"/>
                  </a:lnTo>
                  <a:lnTo>
                    <a:pt x="6317362" y="2365057"/>
                  </a:lnTo>
                  <a:lnTo>
                    <a:pt x="6282562" y="2263916"/>
                  </a:lnTo>
                  <a:lnTo>
                    <a:pt x="6247767" y="2162826"/>
                  </a:lnTo>
                  <a:lnTo>
                    <a:pt x="6213041" y="2062355"/>
                  </a:lnTo>
                  <a:lnTo>
                    <a:pt x="6178445" y="1963056"/>
                  </a:lnTo>
                  <a:lnTo>
                    <a:pt x="6144031" y="1865457"/>
                  </a:lnTo>
                  <a:lnTo>
                    <a:pt x="6109845" y="1770046"/>
                  </a:lnTo>
                  <a:lnTo>
                    <a:pt x="6075917" y="1677262"/>
                  </a:lnTo>
                  <a:lnTo>
                    <a:pt x="6042266" y="1587490"/>
                  </a:lnTo>
                  <a:lnTo>
                    <a:pt x="6008893" y="1501055"/>
                  </a:lnTo>
                  <a:lnTo>
                    <a:pt x="5975780" y="1418215"/>
                  </a:lnTo>
                  <a:lnTo>
                    <a:pt x="5942890" y="1339167"/>
                  </a:lnTo>
                  <a:lnTo>
                    <a:pt x="5910164" y="1264041"/>
                  </a:lnTo>
                  <a:lnTo>
                    <a:pt x="5877520" y="1192906"/>
                  </a:lnTo>
                  <a:lnTo>
                    <a:pt x="5844850" y="1125776"/>
                  </a:lnTo>
                  <a:lnTo>
                    <a:pt x="5812019" y="1062610"/>
                  </a:lnTo>
                  <a:lnTo>
                    <a:pt x="5784835" y="1013667"/>
                  </a:lnTo>
                  <a:lnTo>
                    <a:pt x="5740010" y="939769"/>
                  </a:lnTo>
                  <a:lnTo>
                    <a:pt x="5693842" y="872663"/>
                  </a:lnTo>
                  <a:lnTo>
                    <a:pt x="5645736" y="812066"/>
                  </a:lnTo>
                  <a:lnTo>
                    <a:pt x="5595024" y="757467"/>
                  </a:lnTo>
                  <a:lnTo>
                    <a:pt x="5541009" y="708268"/>
                  </a:lnTo>
                  <a:lnTo>
                    <a:pt x="5483022" y="663865"/>
                  </a:lnTo>
                  <a:lnTo>
                    <a:pt x="5420468" y="623707"/>
                  </a:lnTo>
                  <a:lnTo>
                    <a:pt x="5352906" y="587322"/>
                  </a:lnTo>
                  <a:lnTo>
                    <a:pt x="5280141" y="554334"/>
                  </a:lnTo>
                  <a:lnTo>
                    <a:pt x="5202342" y="524472"/>
                  </a:lnTo>
                  <a:lnTo>
                    <a:pt x="5120179" y="497572"/>
                  </a:lnTo>
                  <a:lnTo>
                    <a:pt x="5034946" y="473566"/>
                  </a:lnTo>
                  <a:lnTo>
                    <a:pt x="4948645" y="452469"/>
                  </a:lnTo>
                  <a:lnTo>
                    <a:pt x="4863961" y="434338"/>
                  </a:lnTo>
                  <a:lnTo>
                    <a:pt x="4784086" y="419235"/>
                  </a:lnTo>
                  <a:lnTo>
                    <a:pt x="4712359" y="407165"/>
                  </a:lnTo>
                  <a:lnTo>
                    <a:pt x="4651764" y="398029"/>
                  </a:lnTo>
                  <a:lnTo>
                    <a:pt x="4604380" y="391594"/>
                  </a:lnTo>
                  <a:lnTo>
                    <a:pt x="4570945" y="387484"/>
                  </a:lnTo>
                  <a:lnTo>
                    <a:pt x="4550632" y="385216"/>
                  </a:lnTo>
                  <a:lnTo>
                    <a:pt x="4541084" y="384244"/>
                  </a:lnTo>
                  <a:lnTo>
                    <a:pt x="4538543" y="384007"/>
                  </a:lnTo>
                  <a:lnTo>
                    <a:pt x="4016409" y="384007"/>
                  </a:lnTo>
                  <a:lnTo>
                    <a:pt x="4015142" y="383995"/>
                  </a:lnTo>
                  <a:lnTo>
                    <a:pt x="4006856" y="383911"/>
                  </a:lnTo>
                  <a:lnTo>
                    <a:pt x="3986142" y="383679"/>
                  </a:lnTo>
                  <a:lnTo>
                    <a:pt x="3949545" y="383223"/>
                  </a:lnTo>
                  <a:lnTo>
                    <a:pt x="3895886" y="382475"/>
                  </a:lnTo>
                  <a:lnTo>
                    <a:pt x="3826313" y="381387"/>
                  </a:lnTo>
                  <a:lnTo>
                    <a:pt x="3743912" y="379929"/>
                  </a:lnTo>
                  <a:lnTo>
                    <a:pt x="3652930" y="378092"/>
                  </a:lnTo>
                  <a:lnTo>
                    <a:pt x="3557877" y="375881"/>
                  </a:lnTo>
                  <a:lnTo>
                    <a:pt x="3462769" y="373305"/>
                  </a:lnTo>
                  <a:lnTo>
                    <a:pt x="3370693" y="370369"/>
                  </a:lnTo>
                  <a:lnTo>
                    <a:pt x="3283667" y="367066"/>
                  </a:lnTo>
                  <a:lnTo>
                    <a:pt x="3202738" y="363376"/>
                  </a:lnTo>
                  <a:lnTo>
                    <a:pt x="3128181" y="359263"/>
                  </a:lnTo>
                  <a:lnTo>
                    <a:pt x="3059715" y="354675"/>
                  </a:lnTo>
                  <a:lnTo>
                    <a:pt x="2996708" y="349544"/>
                  </a:lnTo>
                  <a:lnTo>
                    <a:pt x="2938320" y="343792"/>
                  </a:lnTo>
                  <a:lnTo>
                    <a:pt x="2883623" y="337336"/>
                  </a:lnTo>
                  <a:lnTo>
                    <a:pt x="2831684" y="330097"/>
                  </a:lnTo>
                  <a:lnTo>
                    <a:pt x="2781646" y="322021"/>
                  </a:lnTo>
                  <a:lnTo>
                    <a:pt x="2770117" y="320006"/>
                  </a:lnTo>
                  <a:lnTo>
                    <a:pt x="2716703" y="309937"/>
                  </a:lnTo>
                  <a:lnTo>
                    <a:pt x="2663805" y="298818"/>
                  </a:lnTo>
                  <a:lnTo>
                    <a:pt x="2610858" y="286633"/>
                  </a:lnTo>
                  <a:lnTo>
                    <a:pt x="2557483" y="273406"/>
                  </a:lnTo>
                  <a:lnTo>
                    <a:pt x="2503459" y="259203"/>
                  </a:lnTo>
                  <a:lnTo>
                    <a:pt x="2448710" y="244136"/>
                  </a:lnTo>
                  <a:lnTo>
                    <a:pt x="2393281" y="228359"/>
                  </a:lnTo>
                  <a:lnTo>
                    <a:pt x="2337316" y="212065"/>
                  </a:lnTo>
                  <a:lnTo>
                    <a:pt x="2281035" y="195480"/>
                  </a:lnTo>
                  <a:lnTo>
                    <a:pt x="2224696" y="178843"/>
                  </a:lnTo>
                  <a:lnTo>
                    <a:pt x="2168570" y="162399"/>
                  </a:lnTo>
                  <a:lnTo>
                    <a:pt x="2112894" y="146381"/>
                  </a:lnTo>
                  <a:lnTo>
                    <a:pt x="2057850" y="130996"/>
                  </a:lnTo>
                  <a:lnTo>
                    <a:pt x="2003525" y="116416"/>
                  </a:lnTo>
                  <a:lnTo>
                    <a:pt x="1949897" y="102772"/>
                  </a:lnTo>
                  <a:lnTo>
                    <a:pt x="1896808" y="90146"/>
                  </a:lnTo>
                  <a:lnTo>
                    <a:pt x="1843947" y="78582"/>
                  </a:lnTo>
                  <a:lnTo>
                    <a:pt x="1790830" y="68078"/>
                  </a:lnTo>
                  <a:lnTo>
                    <a:pt x="1768425" y="64001"/>
                  </a:lnTo>
                  <a:lnTo>
                    <a:pt x="1718724" y="55725"/>
                  </a:lnTo>
                  <a:lnTo>
                    <a:pt x="1667303" y="48294"/>
                  </a:lnTo>
                  <a:lnTo>
                    <a:pt x="1613334" y="41661"/>
                  </a:lnTo>
                  <a:lnTo>
                    <a:pt x="1555896" y="35752"/>
                  </a:lnTo>
                  <a:lnTo>
                    <a:pt x="1494051" y="30483"/>
                  </a:lnTo>
                  <a:lnTo>
                    <a:pt x="1426931" y="25774"/>
                  </a:lnTo>
                  <a:lnTo>
                    <a:pt x="1353842" y="21555"/>
                  </a:lnTo>
                  <a:lnTo>
                    <a:pt x="1274406" y="17770"/>
                  </a:lnTo>
                  <a:lnTo>
                    <a:pt x="1188747" y="14378"/>
                  </a:lnTo>
                  <a:lnTo>
                    <a:pt x="1097711" y="11357"/>
                  </a:lnTo>
                  <a:lnTo>
                    <a:pt x="1003076" y="8696"/>
                  </a:lnTo>
                  <a:lnTo>
                    <a:pt x="907679" y="6399"/>
                  </a:lnTo>
                  <a:lnTo>
                    <a:pt x="815347" y="4474"/>
                  </a:lnTo>
                  <a:lnTo>
                    <a:pt x="730530" y="2927"/>
                  </a:lnTo>
                  <a:lnTo>
                    <a:pt x="657617" y="1754"/>
                  </a:lnTo>
                  <a:lnTo>
                    <a:pt x="600045" y="931"/>
                  </a:lnTo>
                  <a:lnTo>
                    <a:pt x="559468" y="412"/>
                  </a:lnTo>
                  <a:lnTo>
                    <a:pt x="535263" y="134"/>
                  </a:lnTo>
                  <a:lnTo>
                    <a:pt x="524483" y="22"/>
                  </a:lnTo>
                  <a:lnTo>
                    <a:pt x="5221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759" name="pl759"/>
            <p:cNvSpPr/>
            <p:nvPr/>
          </p:nvSpPr>
          <p:spPr>
            <a:xfrm>
              <a:off x="386606" y="722477"/>
              <a:ext cx="8554953" cy="4161965"/>
            </a:xfrm>
            <a:custGeom>
              <a:avLst/>
              <a:pathLst>
                <a:path w="8554953" h="4161965">
                  <a:moveTo>
                    <a:pt x="0" y="0"/>
                  </a:moveTo>
                  <a:lnTo>
                    <a:pt x="522133" y="0"/>
                  </a:lnTo>
                  <a:lnTo>
                    <a:pt x="523400" y="11"/>
                  </a:lnTo>
                  <a:lnTo>
                    <a:pt x="531686" y="95"/>
                  </a:lnTo>
                  <a:lnTo>
                    <a:pt x="552400" y="328"/>
                  </a:lnTo>
                  <a:lnTo>
                    <a:pt x="588997" y="784"/>
                  </a:lnTo>
                  <a:lnTo>
                    <a:pt x="642656" y="1531"/>
                  </a:lnTo>
                  <a:lnTo>
                    <a:pt x="712229" y="2620"/>
                  </a:lnTo>
                  <a:lnTo>
                    <a:pt x="794630" y="4078"/>
                  </a:lnTo>
                  <a:lnTo>
                    <a:pt x="885612" y="5914"/>
                  </a:lnTo>
                  <a:lnTo>
                    <a:pt x="980666" y="8125"/>
                  </a:lnTo>
                  <a:lnTo>
                    <a:pt x="1075773" y="10701"/>
                  </a:lnTo>
                  <a:lnTo>
                    <a:pt x="1167850" y="13638"/>
                  </a:lnTo>
                  <a:lnTo>
                    <a:pt x="1254875" y="16941"/>
                  </a:lnTo>
                  <a:lnTo>
                    <a:pt x="1335804" y="20631"/>
                  </a:lnTo>
                  <a:lnTo>
                    <a:pt x="1410362" y="24743"/>
                  </a:lnTo>
                  <a:lnTo>
                    <a:pt x="1478827" y="29332"/>
                  </a:lnTo>
                  <a:lnTo>
                    <a:pt x="1541834" y="34463"/>
                  </a:lnTo>
                  <a:lnTo>
                    <a:pt x="1600222" y="40214"/>
                  </a:lnTo>
                  <a:lnTo>
                    <a:pt x="1654919" y="46670"/>
                  </a:lnTo>
                  <a:lnTo>
                    <a:pt x="1706858" y="53909"/>
                  </a:lnTo>
                  <a:lnTo>
                    <a:pt x="1756896" y="61986"/>
                  </a:lnTo>
                  <a:lnTo>
                    <a:pt x="1768425" y="64001"/>
                  </a:lnTo>
                  <a:lnTo>
                    <a:pt x="1821839" y="74069"/>
                  </a:lnTo>
                  <a:lnTo>
                    <a:pt x="1874737" y="85189"/>
                  </a:lnTo>
                  <a:lnTo>
                    <a:pt x="1927684" y="97374"/>
                  </a:lnTo>
                  <a:lnTo>
                    <a:pt x="1981060" y="110601"/>
                  </a:lnTo>
                  <a:lnTo>
                    <a:pt x="2035083" y="124804"/>
                  </a:lnTo>
                  <a:lnTo>
                    <a:pt x="2089832" y="139871"/>
                  </a:lnTo>
                  <a:lnTo>
                    <a:pt x="2145261" y="155648"/>
                  </a:lnTo>
                  <a:lnTo>
                    <a:pt x="2201226" y="171941"/>
                  </a:lnTo>
                  <a:lnTo>
                    <a:pt x="2257508" y="188527"/>
                  </a:lnTo>
                  <a:lnTo>
                    <a:pt x="2313846" y="205164"/>
                  </a:lnTo>
                  <a:lnTo>
                    <a:pt x="2369973" y="221607"/>
                  </a:lnTo>
                  <a:lnTo>
                    <a:pt x="2425648" y="237625"/>
                  </a:lnTo>
                  <a:lnTo>
                    <a:pt x="2480692" y="253010"/>
                  </a:lnTo>
                  <a:lnTo>
                    <a:pt x="2535017" y="267590"/>
                  </a:lnTo>
                  <a:lnTo>
                    <a:pt x="2588645" y="281235"/>
                  </a:lnTo>
                  <a:lnTo>
                    <a:pt x="2641734" y="293860"/>
                  </a:lnTo>
                  <a:lnTo>
                    <a:pt x="2694595" y="305425"/>
                  </a:lnTo>
                  <a:lnTo>
                    <a:pt x="2747712" y="315928"/>
                  </a:lnTo>
                  <a:lnTo>
                    <a:pt x="2770117" y="320006"/>
                  </a:lnTo>
                  <a:lnTo>
                    <a:pt x="2819818" y="328281"/>
                  </a:lnTo>
                  <a:lnTo>
                    <a:pt x="2871239" y="335713"/>
                  </a:lnTo>
                  <a:lnTo>
                    <a:pt x="2925208" y="342346"/>
                  </a:lnTo>
                  <a:lnTo>
                    <a:pt x="2982646" y="348255"/>
                  </a:lnTo>
                  <a:lnTo>
                    <a:pt x="3044491" y="353524"/>
                  </a:lnTo>
                  <a:lnTo>
                    <a:pt x="3111611" y="358233"/>
                  </a:lnTo>
                  <a:lnTo>
                    <a:pt x="3184700" y="362452"/>
                  </a:lnTo>
                  <a:lnTo>
                    <a:pt x="3264137" y="366237"/>
                  </a:lnTo>
                  <a:lnTo>
                    <a:pt x="3349795" y="369628"/>
                  </a:lnTo>
                  <a:lnTo>
                    <a:pt x="3440831" y="372650"/>
                  </a:lnTo>
                  <a:lnTo>
                    <a:pt x="3535466" y="375310"/>
                  </a:lnTo>
                  <a:lnTo>
                    <a:pt x="3630863" y="377607"/>
                  </a:lnTo>
                  <a:lnTo>
                    <a:pt x="3723196" y="379533"/>
                  </a:lnTo>
                  <a:lnTo>
                    <a:pt x="3808012" y="381079"/>
                  </a:lnTo>
                  <a:lnTo>
                    <a:pt x="3880925" y="382252"/>
                  </a:lnTo>
                  <a:lnTo>
                    <a:pt x="3938497" y="383076"/>
                  </a:lnTo>
                  <a:lnTo>
                    <a:pt x="3979074" y="383595"/>
                  </a:lnTo>
                  <a:lnTo>
                    <a:pt x="4003280" y="383873"/>
                  </a:lnTo>
                  <a:lnTo>
                    <a:pt x="4014059" y="383985"/>
                  </a:lnTo>
                  <a:lnTo>
                    <a:pt x="4016392" y="384007"/>
                  </a:lnTo>
                  <a:lnTo>
                    <a:pt x="4016409" y="384007"/>
                  </a:lnTo>
                  <a:lnTo>
                    <a:pt x="4538543" y="384007"/>
                  </a:lnTo>
                  <a:lnTo>
                    <a:pt x="4539482" y="384092"/>
                  </a:lnTo>
                  <a:lnTo>
                    <a:pt x="4545664" y="384699"/>
                  </a:lnTo>
                  <a:lnTo>
                    <a:pt x="4561269" y="386377"/>
                  </a:lnTo>
                  <a:lnTo>
                    <a:pt x="4589221" y="389681"/>
                  </a:lnTo>
                  <a:lnTo>
                    <a:pt x="4630978" y="395126"/>
                  </a:lnTo>
                  <a:lnTo>
                    <a:pt x="4686424" y="403135"/>
                  </a:lnTo>
                  <a:lnTo>
                    <a:pt x="4753979" y="414002"/>
                  </a:lnTo>
                  <a:lnTo>
                    <a:pt x="4830961" y="427877"/>
                  </a:lnTo>
                  <a:lnTo>
                    <a:pt x="4914107" y="444791"/>
                  </a:lnTo>
                  <a:lnTo>
                    <a:pt x="5000114" y="464700"/>
                  </a:lnTo>
                  <a:lnTo>
                    <a:pt x="5086058" y="487537"/>
                  </a:lnTo>
                  <a:lnTo>
                    <a:pt x="5169655" y="513266"/>
                  </a:lnTo>
                  <a:lnTo>
                    <a:pt x="5249328" y="541919"/>
                  </a:lnTo>
                  <a:lnTo>
                    <a:pt x="5324169" y="573619"/>
                  </a:lnTo>
                  <a:lnTo>
                    <a:pt x="5393825" y="608594"/>
                  </a:lnTo>
                  <a:lnTo>
                    <a:pt x="5458358" y="647178"/>
                  </a:lnTo>
                  <a:lnTo>
                    <a:pt x="5518124" y="689805"/>
                  </a:lnTo>
                  <a:lnTo>
                    <a:pt x="5573664" y="736999"/>
                  </a:lnTo>
                  <a:lnTo>
                    <a:pt x="5625625" y="789345"/>
                  </a:lnTo>
                  <a:lnTo>
                    <a:pt x="5674700" y="847453"/>
                  </a:lnTo>
                  <a:lnTo>
                    <a:pt x="5721573" y="911881"/>
                  </a:lnTo>
                  <a:lnTo>
                    <a:pt x="5766875" y="983027"/>
                  </a:lnTo>
                  <a:lnTo>
                    <a:pt x="5784835" y="1013667"/>
                  </a:lnTo>
                  <a:lnTo>
                    <a:pt x="5817922" y="1073643"/>
                  </a:lnTo>
                  <a:lnTo>
                    <a:pt x="5850713" y="1137514"/>
                  </a:lnTo>
                  <a:lnTo>
                    <a:pt x="5883369" y="1205361"/>
                  </a:lnTo>
                  <a:lnTo>
                    <a:pt x="5916021" y="1277213"/>
                  </a:lnTo>
                  <a:lnTo>
                    <a:pt x="5948771" y="1353049"/>
                  </a:lnTo>
                  <a:lnTo>
                    <a:pt x="5981697" y="1432788"/>
                  </a:lnTo>
                  <a:lnTo>
                    <a:pt x="6014854" y="1516288"/>
                  </a:lnTo>
                  <a:lnTo>
                    <a:pt x="6048277" y="1603342"/>
                  </a:lnTo>
                  <a:lnTo>
                    <a:pt x="6081978" y="1693679"/>
                  </a:lnTo>
                  <a:lnTo>
                    <a:pt x="6115953" y="1786964"/>
                  </a:lnTo>
                  <a:lnTo>
                    <a:pt x="6150183" y="1882802"/>
                  </a:lnTo>
                  <a:lnTo>
                    <a:pt x="6184633" y="1980743"/>
                  </a:lnTo>
                  <a:lnTo>
                    <a:pt x="6219257" y="2080291"/>
                  </a:lnTo>
                  <a:lnTo>
                    <a:pt x="6253999" y="2180914"/>
                  </a:lnTo>
                  <a:lnTo>
                    <a:pt x="6288800" y="2282056"/>
                  </a:lnTo>
                  <a:lnTo>
                    <a:pt x="6323595" y="2383146"/>
                  </a:lnTo>
                  <a:lnTo>
                    <a:pt x="6358321" y="2483617"/>
                  </a:lnTo>
                  <a:lnTo>
                    <a:pt x="6392917" y="2582915"/>
                  </a:lnTo>
                  <a:lnTo>
                    <a:pt x="6427331" y="2680514"/>
                  </a:lnTo>
                  <a:lnTo>
                    <a:pt x="6461517" y="2775926"/>
                  </a:lnTo>
                  <a:lnTo>
                    <a:pt x="6495445" y="2868710"/>
                  </a:lnTo>
                  <a:lnTo>
                    <a:pt x="6529096" y="2958482"/>
                  </a:lnTo>
                  <a:lnTo>
                    <a:pt x="6562469" y="3044917"/>
                  </a:lnTo>
                  <a:lnTo>
                    <a:pt x="6595582" y="3127756"/>
                  </a:lnTo>
                  <a:lnTo>
                    <a:pt x="6628472" y="3206805"/>
                  </a:lnTo>
                  <a:lnTo>
                    <a:pt x="6661198" y="3281931"/>
                  </a:lnTo>
                  <a:lnTo>
                    <a:pt x="6693842" y="3353065"/>
                  </a:lnTo>
                  <a:lnTo>
                    <a:pt x="6726512" y="3420196"/>
                  </a:lnTo>
                  <a:lnTo>
                    <a:pt x="6759343" y="3483362"/>
                  </a:lnTo>
                  <a:lnTo>
                    <a:pt x="6786527" y="3532305"/>
                  </a:lnTo>
                  <a:lnTo>
                    <a:pt x="6831352" y="3606203"/>
                  </a:lnTo>
                  <a:lnTo>
                    <a:pt x="6877520" y="3673309"/>
                  </a:lnTo>
                  <a:lnTo>
                    <a:pt x="6925626" y="3733906"/>
                  </a:lnTo>
                  <a:lnTo>
                    <a:pt x="6976338" y="3788504"/>
                  </a:lnTo>
                  <a:lnTo>
                    <a:pt x="7030352" y="3837704"/>
                  </a:lnTo>
                  <a:lnTo>
                    <a:pt x="7088340" y="3882107"/>
                  </a:lnTo>
                  <a:lnTo>
                    <a:pt x="7150894" y="3922265"/>
                  </a:lnTo>
                  <a:lnTo>
                    <a:pt x="7218456" y="3958650"/>
                  </a:lnTo>
                  <a:lnTo>
                    <a:pt x="7291221" y="3991638"/>
                  </a:lnTo>
                  <a:lnTo>
                    <a:pt x="7369020" y="4021500"/>
                  </a:lnTo>
                  <a:lnTo>
                    <a:pt x="7451183" y="4048400"/>
                  </a:lnTo>
                  <a:lnTo>
                    <a:pt x="7536416" y="4072405"/>
                  </a:lnTo>
                  <a:lnTo>
                    <a:pt x="7622717" y="4093503"/>
                  </a:lnTo>
                  <a:lnTo>
                    <a:pt x="7707401" y="4111634"/>
                  </a:lnTo>
                  <a:lnTo>
                    <a:pt x="7787276" y="4126737"/>
                  </a:lnTo>
                  <a:lnTo>
                    <a:pt x="7859003" y="4138807"/>
                  </a:lnTo>
                  <a:lnTo>
                    <a:pt x="7919598" y="4147942"/>
                  </a:lnTo>
                  <a:lnTo>
                    <a:pt x="7966981" y="4154378"/>
                  </a:lnTo>
                  <a:lnTo>
                    <a:pt x="8000417" y="4158488"/>
                  </a:lnTo>
                  <a:lnTo>
                    <a:pt x="8020730" y="4160756"/>
                  </a:lnTo>
                  <a:lnTo>
                    <a:pt x="8030278" y="4161728"/>
                  </a:lnTo>
                  <a:lnTo>
                    <a:pt x="8032756" y="4161959"/>
                  </a:lnTo>
                  <a:lnTo>
                    <a:pt x="8032819" y="4161965"/>
                  </a:lnTo>
                  <a:lnTo>
                    <a:pt x="8554953" y="4161965"/>
                  </a:lnTo>
                  <a:lnTo>
                    <a:pt x="8554953" y="4161965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760" name="pl760"/>
            <p:cNvSpPr/>
            <p:nvPr/>
          </p:nvSpPr>
          <p:spPr>
            <a:xfrm>
              <a:off x="386606" y="716830"/>
              <a:ext cx="8554953" cy="4161965"/>
            </a:xfrm>
            <a:custGeom>
              <a:avLst/>
              <a:pathLst>
                <a:path w="8554953" h="4161965">
                  <a:moveTo>
                    <a:pt x="8554953" y="4161965"/>
                  </a:moveTo>
                  <a:lnTo>
                    <a:pt x="8032819" y="4161965"/>
                  </a:lnTo>
                  <a:lnTo>
                    <a:pt x="8031880" y="4161879"/>
                  </a:lnTo>
                  <a:lnTo>
                    <a:pt x="8025698" y="4161272"/>
                  </a:lnTo>
                  <a:lnTo>
                    <a:pt x="8010093" y="4159595"/>
                  </a:lnTo>
                  <a:lnTo>
                    <a:pt x="7982141" y="4156291"/>
                  </a:lnTo>
                  <a:lnTo>
                    <a:pt x="7940384" y="4150846"/>
                  </a:lnTo>
                  <a:lnTo>
                    <a:pt x="7884938" y="4142837"/>
                  </a:lnTo>
                  <a:lnTo>
                    <a:pt x="7817383" y="4131970"/>
                  </a:lnTo>
                  <a:lnTo>
                    <a:pt x="7740401" y="4118095"/>
                  </a:lnTo>
                  <a:lnTo>
                    <a:pt x="7657255" y="4101180"/>
                  </a:lnTo>
                  <a:lnTo>
                    <a:pt x="7571248" y="4081272"/>
                  </a:lnTo>
                  <a:lnTo>
                    <a:pt x="7485304" y="4058434"/>
                  </a:lnTo>
                  <a:lnTo>
                    <a:pt x="7401707" y="4032705"/>
                  </a:lnTo>
                  <a:lnTo>
                    <a:pt x="7322034" y="4004053"/>
                  </a:lnTo>
                  <a:lnTo>
                    <a:pt x="7247192" y="3972353"/>
                  </a:lnTo>
                  <a:lnTo>
                    <a:pt x="7177537" y="3937378"/>
                  </a:lnTo>
                  <a:lnTo>
                    <a:pt x="7113004" y="3898794"/>
                  </a:lnTo>
                  <a:lnTo>
                    <a:pt x="7053238" y="3856167"/>
                  </a:lnTo>
                  <a:lnTo>
                    <a:pt x="6997698" y="3808973"/>
                  </a:lnTo>
                  <a:lnTo>
                    <a:pt x="6945737" y="3756627"/>
                  </a:lnTo>
                  <a:lnTo>
                    <a:pt x="6896662" y="3698519"/>
                  </a:lnTo>
                  <a:lnTo>
                    <a:pt x="6849789" y="3634090"/>
                  </a:lnTo>
                  <a:lnTo>
                    <a:pt x="6804487" y="3562945"/>
                  </a:lnTo>
                  <a:lnTo>
                    <a:pt x="6786527" y="3532305"/>
                  </a:lnTo>
                  <a:lnTo>
                    <a:pt x="6753440" y="3472329"/>
                  </a:lnTo>
                  <a:lnTo>
                    <a:pt x="6720649" y="3408458"/>
                  </a:lnTo>
                  <a:lnTo>
                    <a:pt x="6687993" y="3340611"/>
                  </a:lnTo>
                  <a:lnTo>
                    <a:pt x="6655341" y="3268759"/>
                  </a:lnTo>
                  <a:lnTo>
                    <a:pt x="6622591" y="3192923"/>
                  </a:lnTo>
                  <a:lnTo>
                    <a:pt x="6589665" y="3113184"/>
                  </a:lnTo>
                  <a:lnTo>
                    <a:pt x="6556508" y="3029684"/>
                  </a:lnTo>
                  <a:lnTo>
                    <a:pt x="6523085" y="2942629"/>
                  </a:lnTo>
                  <a:lnTo>
                    <a:pt x="6489384" y="2852292"/>
                  </a:lnTo>
                  <a:lnTo>
                    <a:pt x="6455409" y="2759007"/>
                  </a:lnTo>
                  <a:lnTo>
                    <a:pt x="6421179" y="2663170"/>
                  </a:lnTo>
                  <a:lnTo>
                    <a:pt x="6386729" y="2565229"/>
                  </a:lnTo>
                  <a:lnTo>
                    <a:pt x="6352105" y="2465681"/>
                  </a:lnTo>
                  <a:lnTo>
                    <a:pt x="6317362" y="2365057"/>
                  </a:lnTo>
                  <a:lnTo>
                    <a:pt x="6282562" y="2263916"/>
                  </a:lnTo>
                  <a:lnTo>
                    <a:pt x="6247767" y="2162826"/>
                  </a:lnTo>
                  <a:lnTo>
                    <a:pt x="6213041" y="2062355"/>
                  </a:lnTo>
                  <a:lnTo>
                    <a:pt x="6178445" y="1963056"/>
                  </a:lnTo>
                  <a:lnTo>
                    <a:pt x="6144031" y="1865457"/>
                  </a:lnTo>
                  <a:lnTo>
                    <a:pt x="6109845" y="1770046"/>
                  </a:lnTo>
                  <a:lnTo>
                    <a:pt x="6075917" y="1677262"/>
                  </a:lnTo>
                  <a:lnTo>
                    <a:pt x="6042266" y="1587490"/>
                  </a:lnTo>
                  <a:lnTo>
                    <a:pt x="6008893" y="1501055"/>
                  </a:lnTo>
                  <a:lnTo>
                    <a:pt x="5975780" y="1418215"/>
                  </a:lnTo>
                  <a:lnTo>
                    <a:pt x="5942890" y="1339167"/>
                  </a:lnTo>
                  <a:lnTo>
                    <a:pt x="5910164" y="1264041"/>
                  </a:lnTo>
                  <a:lnTo>
                    <a:pt x="5877520" y="1192906"/>
                  </a:lnTo>
                  <a:lnTo>
                    <a:pt x="5844850" y="1125776"/>
                  </a:lnTo>
                  <a:lnTo>
                    <a:pt x="5812019" y="1062610"/>
                  </a:lnTo>
                  <a:lnTo>
                    <a:pt x="5784835" y="1013667"/>
                  </a:lnTo>
                  <a:lnTo>
                    <a:pt x="5740010" y="939769"/>
                  </a:lnTo>
                  <a:lnTo>
                    <a:pt x="5693842" y="872663"/>
                  </a:lnTo>
                  <a:lnTo>
                    <a:pt x="5645736" y="812066"/>
                  </a:lnTo>
                  <a:lnTo>
                    <a:pt x="5595024" y="757467"/>
                  </a:lnTo>
                  <a:lnTo>
                    <a:pt x="5541009" y="708268"/>
                  </a:lnTo>
                  <a:lnTo>
                    <a:pt x="5483022" y="663865"/>
                  </a:lnTo>
                  <a:lnTo>
                    <a:pt x="5420468" y="623707"/>
                  </a:lnTo>
                  <a:lnTo>
                    <a:pt x="5352906" y="587322"/>
                  </a:lnTo>
                  <a:lnTo>
                    <a:pt x="5280141" y="554334"/>
                  </a:lnTo>
                  <a:lnTo>
                    <a:pt x="5202342" y="524472"/>
                  </a:lnTo>
                  <a:lnTo>
                    <a:pt x="5120179" y="497572"/>
                  </a:lnTo>
                  <a:lnTo>
                    <a:pt x="5034946" y="473566"/>
                  </a:lnTo>
                  <a:lnTo>
                    <a:pt x="4948645" y="452469"/>
                  </a:lnTo>
                  <a:lnTo>
                    <a:pt x="4863961" y="434338"/>
                  </a:lnTo>
                  <a:lnTo>
                    <a:pt x="4784086" y="419235"/>
                  </a:lnTo>
                  <a:lnTo>
                    <a:pt x="4712359" y="407165"/>
                  </a:lnTo>
                  <a:lnTo>
                    <a:pt x="4651764" y="398029"/>
                  </a:lnTo>
                  <a:lnTo>
                    <a:pt x="4604380" y="391594"/>
                  </a:lnTo>
                  <a:lnTo>
                    <a:pt x="4570945" y="387484"/>
                  </a:lnTo>
                  <a:lnTo>
                    <a:pt x="4550632" y="385216"/>
                  </a:lnTo>
                  <a:lnTo>
                    <a:pt x="4541084" y="384244"/>
                  </a:lnTo>
                  <a:lnTo>
                    <a:pt x="4538606" y="384013"/>
                  </a:lnTo>
                  <a:lnTo>
                    <a:pt x="4538543" y="384007"/>
                  </a:lnTo>
                  <a:lnTo>
                    <a:pt x="4016409" y="384007"/>
                  </a:lnTo>
                  <a:lnTo>
                    <a:pt x="4015142" y="383995"/>
                  </a:lnTo>
                  <a:lnTo>
                    <a:pt x="4006856" y="383911"/>
                  </a:lnTo>
                  <a:lnTo>
                    <a:pt x="3986142" y="383679"/>
                  </a:lnTo>
                  <a:lnTo>
                    <a:pt x="3949545" y="383223"/>
                  </a:lnTo>
                  <a:lnTo>
                    <a:pt x="3895886" y="382475"/>
                  </a:lnTo>
                  <a:lnTo>
                    <a:pt x="3826313" y="381387"/>
                  </a:lnTo>
                  <a:lnTo>
                    <a:pt x="3743912" y="379929"/>
                  </a:lnTo>
                  <a:lnTo>
                    <a:pt x="3652930" y="378092"/>
                  </a:lnTo>
                  <a:lnTo>
                    <a:pt x="3557877" y="375881"/>
                  </a:lnTo>
                  <a:lnTo>
                    <a:pt x="3462769" y="373305"/>
                  </a:lnTo>
                  <a:lnTo>
                    <a:pt x="3370693" y="370369"/>
                  </a:lnTo>
                  <a:lnTo>
                    <a:pt x="3283667" y="367066"/>
                  </a:lnTo>
                  <a:lnTo>
                    <a:pt x="3202738" y="363376"/>
                  </a:lnTo>
                  <a:lnTo>
                    <a:pt x="3128181" y="359263"/>
                  </a:lnTo>
                  <a:lnTo>
                    <a:pt x="3059715" y="354675"/>
                  </a:lnTo>
                  <a:lnTo>
                    <a:pt x="2996708" y="349544"/>
                  </a:lnTo>
                  <a:lnTo>
                    <a:pt x="2938320" y="343792"/>
                  </a:lnTo>
                  <a:lnTo>
                    <a:pt x="2883623" y="337336"/>
                  </a:lnTo>
                  <a:lnTo>
                    <a:pt x="2831684" y="330097"/>
                  </a:lnTo>
                  <a:lnTo>
                    <a:pt x="2781646" y="322021"/>
                  </a:lnTo>
                  <a:lnTo>
                    <a:pt x="2770117" y="320006"/>
                  </a:lnTo>
                  <a:lnTo>
                    <a:pt x="2716703" y="309937"/>
                  </a:lnTo>
                  <a:lnTo>
                    <a:pt x="2663805" y="298818"/>
                  </a:lnTo>
                  <a:lnTo>
                    <a:pt x="2610858" y="286633"/>
                  </a:lnTo>
                  <a:lnTo>
                    <a:pt x="2557483" y="273406"/>
                  </a:lnTo>
                  <a:lnTo>
                    <a:pt x="2503459" y="259203"/>
                  </a:lnTo>
                  <a:lnTo>
                    <a:pt x="2448710" y="244136"/>
                  </a:lnTo>
                  <a:lnTo>
                    <a:pt x="2393281" y="228359"/>
                  </a:lnTo>
                  <a:lnTo>
                    <a:pt x="2337316" y="212065"/>
                  </a:lnTo>
                  <a:lnTo>
                    <a:pt x="2281035" y="195480"/>
                  </a:lnTo>
                  <a:lnTo>
                    <a:pt x="2224696" y="178843"/>
                  </a:lnTo>
                  <a:lnTo>
                    <a:pt x="2168570" y="162399"/>
                  </a:lnTo>
                  <a:lnTo>
                    <a:pt x="2112894" y="146381"/>
                  </a:lnTo>
                  <a:lnTo>
                    <a:pt x="2057850" y="130996"/>
                  </a:lnTo>
                  <a:lnTo>
                    <a:pt x="2003525" y="116416"/>
                  </a:lnTo>
                  <a:lnTo>
                    <a:pt x="1949897" y="102772"/>
                  </a:lnTo>
                  <a:lnTo>
                    <a:pt x="1896808" y="90146"/>
                  </a:lnTo>
                  <a:lnTo>
                    <a:pt x="1843947" y="78582"/>
                  </a:lnTo>
                  <a:lnTo>
                    <a:pt x="1790830" y="68078"/>
                  </a:lnTo>
                  <a:lnTo>
                    <a:pt x="1768425" y="64001"/>
                  </a:lnTo>
                  <a:lnTo>
                    <a:pt x="1718724" y="55725"/>
                  </a:lnTo>
                  <a:lnTo>
                    <a:pt x="1667303" y="48294"/>
                  </a:lnTo>
                  <a:lnTo>
                    <a:pt x="1613334" y="41661"/>
                  </a:lnTo>
                  <a:lnTo>
                    <a:pt x="1555896" y="35752"/>
                  </a:lnTo>
                  <a:lnTo>
                    <a:pt x="1494051" y="30483"/>
                  </a:lnTo>
                  <a:lnTo>
                    <a:pt x="1426931" y="25774"/>
                  </a:lnTo>
                  <a:lnTo>
                    <a:pt x="1353842" y="21555"/>
                  </a:lnTo>
                  <a:lnTo>
                    <a:pt x="1274406" y="17770"/>
                  </a:lnTo>
                  <a:lnTo>
                    <a:pt x="1188747" y="14378"/>
                  </a:lnTo>
                  <a:lnTo>
                    <a:pt x="1097711" y="11357"/>
                  </a:lnTo>
                  <a:lnTo>
                    <a:pt x="1003076" y="8696"/>
                  </a:lnTo>
                  <a:lnTo>
                    <a:pt x="907679" y="6399"/>
                  </a:lnTo>
                  <a:lnTo>
                    <a:pt x="815347" y="4474"/>
                  </a:lnTo>
                  <a:lnTo>
                    <a:pt x="730530" y="2927"/>
                  </a:lnTo>
                  <a:lnTo>
                    <a:pt x="657617" y="1754"/>
                  </a:lnTo>
                  <a:lnTo>
                    <a:pt x="600045" y="931"/>
                  </a:lnTo>
                  <a:lnTo>
                    <a:pt x="559468" y="412"/>
                  </a:lnTo>
                  <a:lnTo>
                    <a:pt x="535263" y="134"/>
                  </a:lnTo>
                  <a:lnTo>
                    <a:pt x="524483" y="22"/>
                  </a:lnTo>
                  <a:lnTo>
                    <a:pt x="522150" y="0"/>
                  </a:lnTo>
                  <a:lnTo>
                    <a:pt x="522133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761" name="pg761"/>
            <p:cNvSpPr/>
            <p:nvPr/>
          </p:nvSpPr>
          <p:spPr>
            <a:xfrm>
              <a:off x="386606" y="722477"/>
              <a:ext cx="8554953" cy="5110689"/>
            </a:xfrm>
            <a:custGeom>
              <a:avLst/>
              <a:pathLst>
                <a:path w="8554953" h="5110689">
                  <a:moveTo>
                    <a:pt x="0" y="5647"/>
                  </a:moveTo>
                  <a:lnTo>
                    <a:pt x="522133" y="5647"/>
                  </a:lnTo>
                  <a:lnTo>
                    <a:pt x="523400" y="5659"/>
                  </a:lnTo>
                  <a:lnTo>
                    <a:pt x="531683" y="5750"/>
                  </a:lnTo>
                  <a:lnTo>
                    <a:pt x="552392" y="5999"/>
                  </a:lnTo>
                  <a:lnTo>
                    <a:pt x="588979" y="6489"/>
                  </a:lnTo>
                  <a:lnTo>
                    <a:pt x="642625" y="7291"/>
                  </a:lnTo>
                  <a:lnTo>
                    <a:pt x="712183" y="8459"/>
                  </a:lnTo>
                  <a:lnTo>
                    <a:pt x="794569" y="10023"/>
                  </a:lnTo>
                  <a:lnTo>
                    <a:pt x="885537" y="11995"/>
                  </a:lnTo>
                  <a:lnTo>
                    <a:pt x="980579" y="14368"/>
                  </a:lnTo>
                  <a:lnTo>
                    <a:pt x="1075679" y="17132"/>
                  </a:lnTo>
                  <a:lnTo>
                    <a:pt x="1167751" y="20284"/>
                  </a:lnTo>
                  <a:lnTo>
                    <a:pt x="1254774" y="23829"/>
                  </a:lnTo>
                  <a:lnTo>
                    <a:pt x="1335703" y="27789"/>
                  </a:lnTo>
                  <a:lnTo>
                    <a:pt x="1410261" y="32203"/>
                  </a:lnTo>
                  <a:lnTo>
                    <a:pt x="1478728" y="37128"/>
                  </a:lnTo>
                  <a:lnTo>
                    <a:pt x="1541737" y="42635"/>
                  </a:lnTo>
                  <a:lnTo>
                    <a:pt x="1600126" y="48807"/>
                  </a:lnTo>
                  <a:lnTo>
                    <a:pt x="1654823" y="55736"/>
                  </a:lnTo>
                  <a:lnTo>
                    <a:pt x="1706761" y="63505"/>
                  </a:lnTo>
                  <a:lnTo>
                    <a:pt x="1756797" y="72172"/>
                  </a:lnTo>
                  <a:lnTo>
                    <a:pt x="1768425" y="74354"/>
                  </a:lnTo>
                  <a:lnTo>
                    <a:pt x="1821716" y="85136"/>
                  </a:lnTo>
                  <a:lnTo>
                    <a:pt x="1874491" y="97042"/>
                  </a:lnTo>
                  <a:lnTo>
                    <a:pt x="1927314" y="110086"/>
                  </a:lnTo>
                  <a:lnTo>
                    <a:pt x="1980561" y="124244"/>
                  </a:lnTo>
                  <a:lnTo>
                    <a:pt x="2034451" y="139445"/>
                  </a:lnTo>
                  <a:lnTo>
                    <a:pt x="2089064" y="155572"/>
                  </a:lnTo>
                  <a:lnTo>
                    <a:pt x="2144355" y="172460"/>
                  </a:lnTo>
                  <a:lnTo>
                    <a:pt x="2200182" y="189902"/>
                  </a:lnTo>
                  <a:lnTo>
                    <a:pt x="2256329" y="207663"/>
                  </a:lnTo>
                  <a:lnTo>
                    <a:pt x="2312538" y="225483"/>
                  </a:lnTo>
                  <a:lnTo>
                    <a:pt x="2368543" y="243103"/>
                  </a:lnTo>
                  <a:lnTo>
                    <a:pt x="2424103" y="260274"/>
                  </a:lnTo>
                  <a:lnTo>
                    <a:pt x="2479040" y="276774"/>
                  </a:lnTo>
                  <a:lnTo>
                    <a:pt x="2533261" y="292419"/>
                  </a:lnTo>
                  <a:lnTo>
                    <a:pt x="2586786" y="307069"/>
                  </a:lnTo>
                  <a:lnTo>
                    <a:pt x="2639767" y="320631"/>
                  </a:lnTo>
                  <a:lnTo>
                    <a:pt x="2692506" y="333061"/>
                  </a:lnTo>
                  <a:lnTo>
                    <a:pt x="2745477" y="344356"/>
                  </a:lnTo>
                  <a:lnTo>
                    <a:pt x="2770117" y="349183"/>
                  </a:lnTo>
                  <a:lnTo>
                    <a:pt x="2819813" y="358066"/>
                  </a:lnTo>
                  <a:lnTo>
                    <a:pt x="2871229" y="366043"/>
                  </a:lnTo>
                  <a:lnTo>
                    <a:pt x="2925191" y="373164"/>
                  </a:lnTo>
                  <a:lnTo>
                    <a:pt x="2982622" y="379507"/>
                  </a:lnTo>
                  <a:lnTo>
                    <a:pt x="3044459" y="385163"/>
                  </a:lnTo>
                  <a:lnTo>
                    <a:pt x="3111569" y="390218"/>
                  </a:lnTo>
                  <a:lnTo>
                    <a:pt x="3184647" y="394747"/>
                  </a:lnTo>
                  <a:lnTo>
                    <a:pt x="3264070" y="398810"/>
                  </a:lnTo>
                  <a:lnTo>
                    <a:pt x="3349716" y="402451"/>
                  </a:lnTo>
                  <a:lnTo>
                    <a:pt x="3440738" y="405694"/>
                  </a:lnTo>
                  <a:lnTo>
                    <a:pt x="3535361" y="408551"/>
                  </a:lnTo>
                  <a:lnTo>
                    <a:pt x="3630749" y="411017"/>
                  </a:lnTo>
                  <a:lnTo>
                    <a:pt x="3723079" y="413084"/>
                  </a:lnTo>
                  <a:lnTo>
                    <a:pt x="3807901" y="414745"/>
                  </a:lnTo>
                  <a:lnTo>
                    <a:pt x="3880826" y="416005"/>
                  </a:lnTo>
                  <a:lnTo>
                    <a:pt x="3938418" y="416889"/>
                  </a:lnTo>
                  <a:lnTo>
                    <a:pt x="3979019" y="417447"/>
                  </a:lnTo>
                  <a:lnTo>
                    <a:pt x="4003249" y="417746"/>
                  </a:lnTo>
                  <a:lnTo>
                    <a:pt x="4014048" y="417866"/>
                  </a:lnTo>
                  <a:lnTo>
                    <a:pt x="4016409" y="417890"/>
                  </a:lnTo>
                  <a:lnTo>
                    <a:pt x="4538543" y="417890"/>
                  </a:lnTo>
                  <a:lnTo>
                    <a:pt x="4539415" y="417988"/>
                  </a:lnTo>
                  <a:lnTo>
                    <a:pt x="4545166" y="418687"/>
                  </a:lnTo>
                  <a:lnTo>
                    <a:pt x="4559716" y="420619"/>
                  </a:lnTo>
                  <a:lnTo>
                    <a:pt x="4585854" y="424423"/>
                  </a:lnTo>
                  <a:lnTo>
                    <a:pt x="4625059" y="430702"/>
                  </a:lnTo>
                  <a:lnTo>
                    <a:pt x="4677384" y="439957"/>
                  </a:lnTo>
                  <a:lnTo>
                    <a:pt x="4741531" y="452548"/>
                  </a:lnTo>
                  <a:lnTo>
                    <a:pt x="4815143" y="468675"/>
                  </a:lnTo>
                  <a:lnTo>
                    <a:pt x="4895251" y="488395"/>
                  </a:lnTo>
                  <a:lnTo>
                    <a:pt x="4978758" y="511669"/>
                  </a:lnTo>
                  <a:lnTo>
                    <a:pt x="5062841" y="538422"/>
                  </a:lnTo>
                  <a:lnTo>
                    <a:pt x="5145212" y="568596"/>
                  </a:lnTo>
                  <a:lnTo>
                    <a:pt x="5224223" y="602202"/>
                  </a:lnTo>
                  <a:lnTo>
                    <a:pt x="5298850" y="639348"/>
                  </a:lnTo>
                  <a:lnTo>
                    <a:pt x="5368609" y="680256"/>
                  </a:lnTo>
                  <a:lnTo>
                    <a:pt x="5433432" y="725267"/>
                  </a:lnTo>
                  <a:lnTo>
                    <a:pt x="5493561" y="774838"/>
                  </a:lnTo>
                  <a:lnTo>
                    <a:pt x="5549436" y="829533"/>
                  </a:lnTo>
                  <a:lnTo>
                    <a:pt x="5601625" y="890001"/>
                  </a:lnTo>
                  <a:lnTo>
                    <a:pt x="5650758" y="956939"/>
                  </a:lnTo>
                  <a:lnTo>
                    <a:pt x="5697477" y="1031033"/>
                  </a:lnTo>
                  <a:lnTo>
                    <a:pt x="5742401" y="1112858"/>
                  </a:lnTo>
                  <a:lnTo>
                    <a:pt x="5784835" y="1200023"/>
                  </a:lnTo>
                  <a:lnTo>
                    <a:pt x="5814905" y="1267496"/>
                  </a:lnTo>
                  <a:lnTo>
                    <a:pt x="5844718" y="1338953"/>
                  </a:lnTo>
                  <a:lnTo>
                    <a:pt x="5874397" y="1414473"/>
                  </a:lnTo>
                  <a:lnTo>
                    <a:pt x="5904046" y="1494096"/>
                  </a:lnTo>
                  <a:lnTo>
                    <a:pt x="5933748" y="1577818"/>
                  </a:lnTo>
                  <a:lnTo>
                    <a:pt x="5963568" y="1665586"/>
                  </a:lnTo>
                  <a:lnTo>
                    <a:pt x="5993557" y="1757299"/>
                  </a:lnTo>
                  <a:lnTo>
                    <a:pt x="6023748" y="1852799"/>
                  </a:lnTo>
                  <a:lnTo>
                    <a:pt x="6054163" y="1951875"/>
                  </a:lnTo>
                  <a:lnTo>
                    <a:pt x="6084809" y="2054261"/>
                  </a:lnTo>
                  <a:lnTo>
                    <a:pt x="6115681" y="2159637"/>
                  </a:lnTo>
                  <a:lnTo>
                    <a:pt x="6146762" y="2267634"/>
                  </a:lnTo>
                  <a:lnTo>
                    <a:pt x="6178029" y="2377836"/>
                  </a:lnTo>
                  <a:lnTo>
                    <a:pt x="6209447" y="2489786"/>
                  </a:lnTo>
                  <a:lnTo>
                    <a:pt x="6240977" y="2602996"/>
                  </a:lnTo>
                  <a:lnTo>
                    <a:pt x="6272574" y="2716954"/>
                  </a:lnTo>
                  <a:lnTo>
                    <a:pt x="6304191" y="2831131"/>
                  </a:lnTo>
                  <a:lnTo>
                    <a:pt x="6335780" y="2944998"/>
                  </a:lnTo>
                  <a:lnTo>
                    <a:pt x="6367293" y="3058028"/>
                  </a:lnTo>
                  <a:lnTo>
                    <a:pt x="6398688" y="3169714"/>
                  </a:lnTo>
                  <a:lnTo>
                    <a:pt x="6429925" y="3279570"/>
                  </a:lnTo>
                  <a:lnTo>
                    <a:pt x="6460973" y="3387147"/>
                  </a:lnTo>
                  <a:lnTo>
                    <a:pt x="6491806" y="3492038"/>
                  </a:lnTo>
                  <a:lnTo>
                    <a:pt x="6522413" y="3593879"/>
                  </a:lnTo>
                  <a:lnTo>
                    <a:pt x="6552789" y="3692361"/>
                  </a:lnTo>
                  <a:lnTo>
                    <a:pt x="6582944" y="3787227"/>
                  </a:lnTo>
                  <a:lnTo>
                    <a:pt x="6612901" y="3878275"/>
                  </a:lnTo>
                  <a:lnTo>
                    <a:pt x="6642697" y="3965358"/>
                  </a:lnTo>
                  <a:lnTo>
                    <a:pt x="6672385" y="4048382"/>
                  </a:lnTo>
                  <a:lnTo>
                    <a:pt x="6702032" y="4127303"/>
                  </a:lnTo>
                  <a:lnTo>
                    <a:pt x="6731727" y="4202125"/>
                  </a:lnTo>
                  <a:lnTo>
                    <a:pt x="6761574" y="4272894"/>
                  </a:lnTo>
                  <a:lnTo>
                    <a:pt x="6786527" y="4328556"/>
                  </a:lnTo>
                  <a:lnTo>
                    <a:pt x="6830230" y="4418182"/>
                  </a:lnTo>
                  <a:lnTo>
                    <a:pt x="6875198" y="4499778"/>
                  </a:lnTo>
                  <a:lnTo>
                    <a:pt x="6921978" y="4573658"/>
                  </a:lnTo>
                  <a:lnTo>
                    <a:pt x="6971189" y="4640401"/>
                  </a:lnTo>
                  <a:lnTo>
                    <a:pt x="7023475" y="4700693"/>
                  </a:lnTo>
                  <a:lnTo>
                    <a:pt x="7079465" y="4755233"/>
                  </a:lnTo>
                  <a:lnTo>
                    <a:pt x="7139723" y="4804666"/>
                  </a:lnTo>
                  <a:lnTo>
                    <a:pt x="7204686" y="4849553"/>
                  </a:lnTo>
                  <a:lnTo>
                    <a:pt x="7274587" y="4890348"/>
                  </a:lnTo>
                  <a:lnTo>
                    <a:pt x="7349349" y="4927390"/>
                  </a:lnTo>
                  <a:lnTo>
                    <a:pt x="7428474" y="4960897"/>
                  </a:lnTo>
                  <a:lnTo>
                    <a:pt x="7510920" y="4990974"/>
                  </a:lnTo>
                  <a:lnTo>
                    <a:pt x="7595021" y="5017627"/>
                  </a:lnTo>
                  <a:lnTo>
                    <a:pt x="7678472" y="5040800"/>
                  </a:lnTo>
                  <a:lnTo>
                    <a:pt x="7758437" y="5060417"/>
                  </a:lnTo>
                  <a:lnTo>
                    <a:pt x="7831817" y="5076441"/>
                  </a:lnTo>
                  <a:lnTo>
                    <a:pt x="7895653" y="5088933"/>
                  </a:lnTo>
                  <a:lnTo>
                    <a:pt x="7947614" y="5098097"/>
                  </a:lnTo>
                  <a:lnTo>
                    <a:pt x="7986437" y="5104297"/>
                  </a:lnTo>
                  <a:lnTo>
                    <a:pt x="8012215" y="5108039"/>
                  </a:lnTo>
                  <a:lnTo>
                    <a:pt x="8026467" y="5109926"/>
                  </a:lnTo>
                  <a:lnTo>
                    <a:pt x="8032019" y="5110600"/>
                  </a:lnTo>
                  <a:lnTo>
                    <a:pt x="8032819" y="5110689"/>
                  </a:lnTo>
                  <a:lnTo>
                    <a:pt x="8554953" y="5110689"/>
                  </a:lnTo>
                  <a:lnTo>
                    <a:pt x="8554953" y="5105042"/>
                  </a:lnTo>
                  <a:lnTo>
                    <a:pt x="8032819" y="5105042"/>
                  </a:lnTo>
                  <a:lnTo>
                    <a:pt x="8031947" y="5104944"/>
                  </a:lnTo>
                  <a:lnTo>
                    <a:pt x="8026196" y="5104245"/>
                  </a:lnTo>
                  <a:lnTo>
                    <a:pt x="8011646" y="5102314"/>
                  </a:lnTo>
                  <a:lnTo>
                    <a:pt x="7985508" y="5098509"/>
                  </a:lnTo>
                  <a:lnTo>
                    <a:pt x="7946303" y="5092230"/>
                  </a:lnTo>
                  <a:lnTo>
                    <a:pt x="7893978" y="5082975"/>
                  </a:lnTo>
                  <a:lnTo>
                    <a:pt x="7829831" y="5070384"/>
                  </a:lnTo>
                  <a:lnTo>
                    <a:pt x="7756219" y="5054257"/>
                  </a:lnTo>
                  <a:lnTo>
                    <a:pt x="7676111" y="5034537"/>
                  </a:lnTo>
                  <a:lnTo>
                    <a:pt x="7592604" y="5011263"/>
                  </a:lnTo>
                  <a:lnTo>
                    <a:pt x="7508521" y="4984511"/>
                  </a:lnTo>
                  <a:lnTo>
                    <a:pt x="7426150" y="4954337"/>
                  </a:lnTo>
                  <a:lnTo>
                    <a:pt x="7347139" y="4920730"/>
                  </a:lnTo>
                  <a:lnTo>
                    <a:pt x="7272511" y="4883584"/>
                  </a:lnTo>
                  <a:lnTo>
                    <a:pt x="7202753" y="4842676"/>
                  </a:lnTo>
                  <a:lnTo>
                    <a:pt x="7137930" y="4797666"/>
                  </a:lnTo>
                  <a:lnTo>
                    <a:pt x="7077801" y="4748094"/>
                  </a:lnTo>
                  <a:lnTo>
                    <a:pt x="7021926" y="4693399"/>
                  </a:lnTo>
                  <a:lnTo>
                    <a:pt x="6969737" y="4632932"/>
                  </a:lnTo>
                  <a:lnTo>
                    <a:pt x="6920604" y="4565994"/>
                  </a:lnTo>
                  <a:lnTo>
                    <a:pt x="6873885" y="4491899"/>
                  </a:lnTo>
                  <a:lnTo>
                    <a:pt x="6828961" y="4410075"/>
                  </a:lnTo>
                  <a:lnTo>
                    <a:pt x="6786527" y="4322909"/>
                  </a:lnTo>
                  <a:lnTo>
                    <a:pt x="6756457" y="4255436"/>
                  </a:lnTo>
                  <a:lnTo>
                    <a:pt x="6726644" y="4183979"/>
                  </a:lnTo>
                  <a:lnTo>
                    <a:pt x="6696965" y="4108460"/>
                  </a:lnTo>
                  <a:lnTo>
                    <a:pt x="6667316" y="4028837"/>
                  </a:lnTo>
                  <a:lnTo>
                    <a:pt x="6637614" y="3945115"/>
                  </a:lnTo>
                  <a:lnTo>
                    <a:pt x="6607794" y="3857346"/>
                  </a:lnTo>
                  <a:lnTo>
                    <a:pt x="6577805" y="3765633"/>
                  </a:lnTo>
                  <a:lnTo>
                    <a:pt x="6547614" y="3670134"/>
                  </a:lnTo>
                  <a:lnTo>
                    <a:pt x="6517199" y="3571058"/>
                  </a:lnTo>
                  <a:lnTo>
                    <a:pt x="6486553" y="3468672"/>
                  </a:lnTo>
                  <a:lnTo>
                    <a:pt x="6455681" y="3363295"/>
                  </a:lnTo>
                  <a:lnTo>
                    <a:pt x="6424600" y="3255298"/>
                  </a:lnTo>
                  <a:lnTo>
                    <a:pt x="6393333" y="3145096"/>
                  </a:lnTo>
                  <a:lnTo>
                    <a:pt x="6361915" y="3033146"/>
                  </a:lnTo>
                  <a:lnTo>
                    <a:pt x="6330385" y="2919936"/>
                  </a:lnTo>
                  <a:lnTo>
                    <a:pt x="6298788" y="2805979"/>
                  </a:lnTo>
                  <a:lnTo>
                    <a:pt x="6267171" y="2691801"/>
                  </a:lnTo>
                  <a:lnTo>
                    <a:pt x="6235582" y="2577935"/>
                  </a:lnTo>
                  <a:lnTo>
                    <a:pt x="6204069" y="2464904"/>
                  </a:lnTo>
                  <a:lnTo>
                    <a:pt x="6172674" y="2353219"/>
                  </a:lnTo>
                  <a:lnTo>
                    <a:pt x="6141437" y="2243363"/>
                  </a:lnTo>
                  <a:lnTo>
                    <a:pt x="6110389" y="2135785"/>
                  </a:lnTo>
                  <a:lnTo>
                    <a:pt x="6079556" y="2030895"/>
                  </a:lnTo>
                  <a:lnTo>
                    <a:pt x="6048949" y="1929053"/>
                  </a:lnTo>
                  <a:lnTo>
                    <a:pt x="6018573" y="1830571"/>
                  </a:lnTo>
                  <a:lnTo>
                    <a:pt x="5988418" y="1735705"/>
                  </a:lnTo>
                  <a:lnTo>
                    <a:pt x="5958461" y="1644657"/>
                  </a:lnTo>
                  <a:lnTo>
                    <a:pt x="5928665" y="1557574"/>
                  </a:lnTo>
                  <a:lnTo>
                    <a:pt x="5898977" y="1474550"/>
                  </a:lnTo>
                  <a:lnTo>
                    <a:pt x="5869330" y="1395629"/>
                  </a:lnTo>
                  <a:lnTo>
                    <a:pt x="5839635" y="1320808"/>
                  </a:lnTo>
                  <a:lnTo>
                    <a:pt x="5809788" y="1250039"/>
                  </a:lnTo>
                  <a:lnTo>
                    <a:pt x="5784835" y="1194376"/>
                  </a:lnTo>
                  <a:lnTo>
                    <a:pt x="5741132" y="1104751"/>
                  </a:lnTo>
                  <a:lnTo>
                    <a:pt x="5696164" y="1023154"/>
                  </a:lnTo>
                  <a:lnTo>
                    <a:pt x="5649384" y="949274"/>
                  </a:lnTo>
                  <a:lnTo>
                    <a:pt x="5600173" y="882532"/>
                  </a:lnTo>
                  <a:lnTo>
                    <a:pt x="5547887" y="822239"/>
                  </a:lnTo>
                  <a:lnTo>
                    <a:pt x="5491897" y="767700"/>
                  </a:lnTo>
                  <a:lnTo>
                    <a:pt x="5431639" y="718267"/>
                  </a:lnTo>
                  <a:lnTo>
                    <a:pt x="5366676" y="673380"/>
                  </a:lnTo>
                  <a:lnTo>
                    <a:pt x="5296775" y="632584"/>
                  </a:lnTo>
                  <a:lnTo>
                    <a:pt x="5222013" y="595542"/>
                  </a:lnTo>
                  <a:lnTo>
                    <a:pt x="5142888" y="562035"/>
                  </a:lnTo>
                  <a:lnTo>
                    <a:pt x="5060442" y="531959"/>
                  </a:lnTo>
                  <a:lnTo>
                    <a:pt x="4976341" y="505305"/>
                  </a:lnTo>
                  <a:lnTo>
                    <a:pt x="4892890" y="482132"/>
                  </a:lnTo>
                  <a:lnTo>
                    <a:pt x="4812925" y="462515"/>
                  </a:lnTo>
                  <a:lnTo>
                    <a:pt x="4739545" y="446491"/>
                  </a:lnTo>
                  <a:lnTo>
                    <a:pt x="4675709" y="433999"/>
                  </a:lnTo>
                  <a:lnTo>
                    <a:pt x="4623748" y="424835"/>
                  </a:lnTo>
                  <a:lnTo>
                    <a:pt x="4584925" y="418635"/>
                  </a:lnTo>
                  <a:lnTo>
                    <a:pt x="4559147" y="414893"/>
                  </a:lnTo>
                  <a:lnTo>
                    <a:pt x="4544895" y="413006"/>
                  </a:lnTo>
                  <a:lnTo>
                    <a:pt x="4539343" y="412333"/>
                  </a:lnTo>
                  <a:lnTo>
                    <a:pt x="4538543" y="412243"/>
                  </a:lnTo>
                  <a:lnTo>
                    <a:pt x="4016409" y="412243"/>
                  </a:lnTo>
                  <a:lnTo>
                    <a:pt x="4015142" y="412230"/>
                  </a:lnTo>
                  <a:lnTo>
                    <a:pt x="4006859" y="412140"/>
                  </a:lnTo>
                  <a:lnTo>
                    <a:pt x="3986150" y="411891"/>
                  </a:lnTo>
                  <a:lnTo>
                    <a:pt x="3949563" y="411401"/>
                  </a:lnTo>
                  <a:lnTo>
                    <a:pt x="3895917" y="410599"/>
                  </a:lnTo>
                  <a:lnTo>
                    <a:pt x="3826359" y="409431"/>
                  </a:lnTo>
                  <a:lnTo>
                    <a:pt x="3743974" y="407866"/>
                  </a:lnTo>
                  <a:lnTo>
                    <a:pt x="3653006" y="405895"/>
                  </a:lnTo>
                  <a:lnTo>
                    <a:pt x="3557963" y="403522"/>
                  </a:lnTo>
                  <a:lnTo>
                    <a:pt x="3462863" y="400757"/>
                  </a:lnTo>
                  <a:lnTo>
                    <a:pt x="3370792" y="397605"/>
                  </a:lnTo>
                  <a:lnTo>
                    <a:pt x="3283768" y="394060"/>
                  </a:lnTo>
                  <a:lnTo>
                    <a:pt x="3202840" y="390100"/>
                  </a:lnTo>
                  <a:lnTo>
                    <a:pt x="3128281" y="385686"/>
                  </a:lnTo>
                  <a:lnTo>
                    <a:pt x="3059814" y="380762"/>
                  </a:lnTo>
                  <a:lnTo>
                    <a:pt x="2996805" y="375255"/>
                  </a:lnTo>
                  <a:lnTo>
                    <a:pt x="2938416" y="369082"/>
                  </a:lnTo>
                  <a:lnTo>
                    <a:pt x="2883719" y="362154"/>
                  </a:lnTo>
                  <a:lnTo>
                    <a:pt x="2831781" y="354385"/>
                  </a:lnTo>
                  <a:lnTo>
                    <a:pt x="2781745" y="345717"/>
                  </a:lnTo>
                  <a:lnTo>
                    <a:pt x="2770117" y="343536"/>
                  </a:lnTo>
                  <a:lnTo>
                    <a:pt x="2716827" y="332753"/>
                  </a:lnTo>
                  <a:lnTo>
                    <a:pt x="2664051" y="320848"/>
                  </a:lnTo>
                  <a:lnTo>
                    <a:pt x="2611228" y="307804"/>
                  </a:lnTo>
                  <a:lnTo>
                    <a:pt x="2557981" y="293646"/>
                  </a:lnTo>
                  <a:lnTo>
                    <a:pt x="2504091" y="278445"/>
                  </a:lnTo>
                  <a:lnTo>
                    <a:pt x="2449479" y="262318"/>
                  </a:lnTo>
                  <a:lnTo>
                    <a:pt x="2394187" y="245430"/>
                  </a:lnTo>
                  <a:lnTo>
                    <a:pt x="2338360" y="227987"/>
                  </a:lnTo>
                  <a:lnTo>
                    <a:pt x="2282213" y="210227"/>
                  </a:lnTo>
                  <a:lnTo>
                    <a:pt x="2226004" y="192407"/>
                  </a:lnTo>
                  <a:lnTo>
                    <a:pt x="2169999" y="174787"/>
                  </a:lnTo>
                  <a:lnTo>
                    <a:pt x="2114439" y="157616"/>
                  </a:lnTo>
                  <a:lnTo>
                    <a:pt x="2059502" y="141115"/>
                  </a:lnTo>
                  <a:lnTo>
                    <a:pt x="2005281" y="125471"/>
                  </a:lnTo>
                  <a:lnTo>
                    <a:pt x="1951756" y="110821"/>
                  </a:lnTo>
                  <a:lnTo>
                    <a:pt x="1898775" y="97258"/>
                  </a:lnTo>
                  <a:lnTo>
                    <a:pt x="1846036" y="84829"/>
                  </a:lnTo>
                  <a:lnTo>
                    <a:pt x="1793065" y="73533"/>
                  </a:lnTo>
                  <a:lnTo>
                    <a:pt x="1768425" y="68707"/>
                  </a:lnTo>
                  <a:lnTo>
                    <a:pt x="1718729" y="59824"/>
                  </a:lnTo>
                  <a:lnTo>
                    <a:pt x="1667313" y="51846"/>
                  </a:lnTo>
                  <a:lnTo>
                    <a:pt x="1613351" y="44726"/>
                  </a:lnTo>
                  <a:lnTo>
                    <a:pt x="1555920" y="38383"/>
                  </a:lnTo>
                  <a:lnTo>
                    <a:pt x="1494083" y="32727"/>
                  </a:lnTo>
                  <a:lnTo>
                    <a:pt x="1426973" y="27672"/>
                  </a:lnTo>
                  <a:lnTo>
                    <a:pt x="1353895" y="23143"/>
                  </a:lnTo>
                  <a:lnTo>
                    <a:pt x="1274472" y="19079"/>
                  </a:lnTo>
                  <a:lnTo>
                    <a:pt x="1188827" y="15439"/>
                  </a:lnTo>
                  <a:lnTo>
                    <a:pt x="1097804" y="12195"/>
                  </a:lnTo>
                  <a:lnTo>
                    <a:pt x="1003182" y="9339"/>
                  </a:lnTo>
                  <a:lnTo>
                    <a:pt x="907793" y="6872"/>
                  </a:lnTo>
                  <a:lnTo>
                    <a:pt x="815463" y="4806"/>
                  </a:lnTo>
                  <a:lnTo>
                    <a:pt x="730642" y="3145"/>
                  </a:lnTo>
                  <a:lnTo>
                    <a:pt x="657716" y="1885"/>
                  </a:lnTo>
                  <a:lnTo>
                    <a:pt x="600124" y="1001"/>
                  </a:lnTo>
                  <a:lnTo>
                    <a:pt x="559523" y="443"/>
                  </a:lnTo>
                  <a:lnTo>
                    <a:pt x="535293" y="144"/>
                  </a:lnTo>
                  <a:lnTo>
                    <a:pt x="524494" y="23"/>
                  </a:lnTo>
                  <a:lnTo>
                    <a:pt x="5221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762" name="pl762"/>
            <p:cNvSpPr/>
            <p:nvPr/>
          </p:nvSpPr>
          <p:spPr>
            <a:xfrm>
              <a:off x="386606" y="728124"/>
              <a:ext cx="8554953" cy="5105042"/>
            </a:xfrm>
            <a:custGeom>
              <a:avLst/>
              <a:pathLst>
                <a:path w="8554953" h="5105042">
                  <a:moveTo>
                    <a:pt x="0" y="0"/>
                  </a:moveTo>
                  <a:lnTo>
                    <a:pt x="522133" y="0"/>
                  </a:lnTo>
                  <a:lnTo>
                    <a:pt x="523400" y="12"/>
                  </a:lnTo>
                  <a:lnTo>
                    <a:pt x="531683" y="102"/>
                  </a:lnTo>
                  <a:lnTo>
                    <a:pt x="552392" y="352"/>
                  </a:lnTo>
                  <a:lnTo>
                    <a:pt x="588979" y="842"/>
                  </a:lnTo>
                  <a:lnTo>
                    <a:pt x="642625" y="1644"/>
                  </a:lnTo>
                  <a:lnTo>
                    <a:pt x="712183" y="2811"/>
                  </a:lnTo>
                  <a:lnTo>
                    <a:pt x="794569" y="4376"/>
                  </a:lnTo>
                  <a:lnTo>
                    <a:pt x="885537" y="6348"/>
                  </a:lnTo>
                  <a:lnTo>
                    <a:pt x="980579" y="8720"/>
                  </a:lnTo>
                  <a:lnTo>
                    <a:pt x="1075679" y="11485"/>
                  </a:lnTo>
                  <a:lnTo>
                    <a:pt x="1167751" y="14637"/>
                  </a:lnTo>
                  <a:lnTo>
                    <a:pt x="1254774" y="18182"/>
                  </a:lnTo>
                  <a:lnTo>
                    <a:pt x="1335703" y="22142"/>
                  </a:lnTo>
                  <a:lnTo>
                    <a:pt x="1410261" y="26556"/>
                  </a:lnTo>
                  <a:lnTo>
                    <a:pt x="1478728" y="31481"/>
                  </a:lnTo>
                  <a:lnTo>
                    <a:pt x="1541737" y="36987"/>
                  </a:lnTo>
                  <a:lnTo>
                    <a:pt x="1600126" y="43160"/>
                  </a:lnTo>
                  <a:lnTo>
                    <a:pt x="1654823" y="50089"/>
                  </a:lnTo>
                  <a:lnTo>
                    <a:pt x="1706761" y="57858"/>
                  </a:lnTo>
                  <a:lnTo>
                    <a:pt x="1756797" y="66525"/>
                  </a:lnTo>
                  <a:lnTo>
                    <a:pt x="1768425" y="68707"/>
                  </a:lnTo>
                  <a:lnTo>
                    <a:pt x="1821716" y="79489"/>
                  </a:lnTo>
                  <a:lnTo>
                    <a:pt x="1874491" y="91395"/>
                  </a:lnTo>
                  <a:lnTo>
                    <a:pt x="1927314" y="104439"/>
                  </a:lnTo>
                  <a:lnTo>
                    <a:pt x="1980561" y="118596"/>
                  </a:lnTo>
                  <a:lnTo>
                    <a:pt x="2034451" y="133798"/>
                  </a:lnTo>
                  <a:lnTo>
                    <a:pt x="2089064" y="149924"/>
                  </a:lnTo>
                  <a:lnTo>
                    <a:pt x="2144355" y="166812"/>
                  </a:lnTo>
                  <a:lnTo>
                    <a:pt x="2200182" y="184255"/>
                  </a:lnTo>
                  <a:lnTo>
                    <a:pt x="2256329" y="202015"/>
                  </a:lnTo>
                  <a:lnTo>
                    <a:pt x="2312538" y="219836"/>
                  </a:lnTo>
                  <a:lnTo>
                    <a:pt x="2368543" y="237456"/>
                  </a:lnTo>
                  <a:lnTo>
                    <a:pt x="2424103" y="254627"/>
                  </a:lnTo>
                  <a:lnTo>
                    <a:pt x="2479040" y="271127"/>
                  </a:lnTo>
                  <a:lnTo>
                    <a:pt x="2533261" y="286772"/>
                  </a:lnTo>
                  <a:lnTo>
                    <a:pt x="2586786" y="301422"/>
                  </a:lnTo>
                  <a:lnTo>
                    <a:pt x="2639767" y="314984"/>
                  </a:lnTo>
                  <a:lnTo>
                    <a:pt x="2692506" y="327414"/>
                  </a:lnTo>
                  <a:lnTo>
                    <a:pt x="2745477" y="338709"/>
                  </a:lnTo>
                  <a:lnTo>
                    <a:pt x="2770117" y="343536"/>
                  </a:lnTo>
                  <a:lnTo>
                    <a:pt x="2819813" y="352419"/>
                  </a:lnTo>
                  <a:lnTo>
                    <a:pt x="2871229" y="360396"/>
                  </a:lnTo>
                  <a:lnTo>
                    <a:pt x="2925191" y="367516"/>
                  </a:lnTo>
                  <a:lnTo>
                    <a:pt x="2982622" y="373860"/>
                  </a:lnTo>
                  <a:lnTo>
                    <a:pt x="3044459" y="379516"/>
                  </a:lnTo>
                  <a:lnTo>
                    <a:pt x="3111569" y="384571"/>
                  </a:lnTo>
                  <a:lnTo>
                    <a:pt x="3184647" y="389100"/>
                  </a:lnTo>
                  <a:lnTo>
                    <a:pt x="3264070" y="393163"/>
                  </a:lnTo>
                  <a:lnTo>
                    <a:pt x="3349716" y="396804"/>
                  </a:lnTo>
                  <a:lnTo>
                    <a:pt x="3440738" y="400047"/>
                  </a:lnTo>
                  <a:lnTo>
                    <a:pt x="3535361" y="402904"/>
                  </a:lnTo>
                  <a:lnTo>
                    <a:pt x="3630749" y="405370"/>
                  </a:lnTo>
                  <a:lnTo>
                    <a:pt x="3723079" y="407437"/>
                  </a:lnTo>
                  <a:lnTo>
                    <a:pt x="3807901" y="409098"/>
                  </a:lnTo>
                  <a:lnTo>
                    <a:pt x="3880826" y="410358"/>
                  </a:lnTo>
                  <a:lnTo>
                    <a:pt x="3938418" y="411242"/>
                  </a:lnTo>
                  <a:lnTo>
                    <a:pt x="3979019" y="411800"/>
                  </a:lnTo>
                  <a:lnTo>
                    <a:pt x="4003249" y="412099"/>
                  </a:lnTo>
                  <a:lnTo>
                    <a:pt x="4014048" y="412219"/>
                  </a:lnTo>
                  <a:lnTo>
                    <a:pt x="4016392" y="412243"/>
                  </a:lnTo>
                  <a:lnTo>
                    <a:pt x="4016409" y="412243"/>
                  </a:lnTo>
                  <a:lnTo>
                    <a:pt x="4538543" y="412243"/>
                  </a:lnTo>
                  <a:lnTo>
                    <a:pt x="4539415" y="412341"/>
                  </a:lnTo>
                  <a:lnTo>
                    <a:pt x="4545166" y="413040"/>
                  </a:lnTo>
                  <a:lnTo>
                    <a:pt x="4559716" y="414971"/>
                  </a:lnTo>
                  <a:lnTo>
                    <a:pt x="4585854" y="418776"/>
                  </a:lnTo>
                  <a:lnTo>
                    <a:pt x="4625059" y="425055"/>
                  </a:lnTo>
                  <a:lnTo>
                    <a:pt x="4677384" y="434310"/>
                  </a:lnTo>
                  <a:lnTo>
                    <a:pt x="4741531" y="446901"/>
                  </a:lnTo>
                  <a:lnTo>
                    <a:pt x="4815143" y="463028"/>
                  </a:lnTo>
                  <a:lnTo>
                    <a:pt x="4895251" y="482748"/>
                  </a:lnTo>
                  <a:lnTo>
                    <a:pt x="4978758" y="506022"/>
                  </a:lnTo>
                  <a:lnTo>
                    <a:pt x="5062841" y="532774"/>
                  </a:lnTo>
                  <a:lnTo>
                    <a:pt x="5145212" y="562948"/>
                  </a:lnTo>
                  <a:lnTo>
                    <a:pt x="5224223" y="596555"/>
                  </a:lnTo>
                  <a:lnTo>
                    <a:pt x="5298850" y="633701"/>
                  </a:lnTo>
                  <a:lnTo>
                    <a:pt x="5368609" y="674609"/>
                  </a:lnTo>
                  <a:lnTo>
                    <a:pt x="5433432" y="719620"/>
                  </a:lnTo>
                  <a:lnTo>
                    <a:pt x="5493561" y="769191"/>
                  </a:lnTo>
                  <a:lnTo>
                    <a:pt x="5549436" y="823886"/>
                  </a:lnTo>
                  <a:lnTo>
                    <a:pt x="5601625" y="884354"/>
                  </a:lnTo>
                  <a:lnTo>
                    <a:pt x="5650758" y="951292"/>
                  </a:lnTo>
                  <a:lnTo>
                    <a:pt x="5697477" y="1025386"/>
                  </a:lnTo>
                  <a:lnTo>
                    <a:pt x="5742401" y="1107210"/>
                  </a:lnTo>
                  <a:lnTo>
                    <a:pt x="5784835" y="1194376"/>
                  </a:lnTo>
                  <a:lnTo>
                    <a:pt x="5814905" y="1261849"/>
                  </a:lnTo>
                  <a:lnTo>
                    <a:pt x="5844718" y="1333306"/>
                  </a:lnTo>
                  <a:lnTo>
                    <a:pt x="5874397" y="1408826"/>
                  </a:lnTo>
                  <a:lnTo>
                    <a:pt x="5904046" y="1488449"/>
                  </a:lnTo>
                  <a:lnTo>
                    <a:pt x="5933748" y="1572171"/>
                  </a:lnTo>
                  <a:lnTo>
                    <a:pt x="5963568" y="1659939"/>
                  </a:lnTo>
                  <a:lnTo>
                    <a:pt x="5993557" y="1751652"/>
                  </a:lnTo>
                  <a:lnTo>
                    <a:pt x="6023748" y="1847152"/>
                  </a:lnTo>
                  <a:lnTo>
                    <a:pt x="6054163" y="1946227"/>
                  </a:lnTo>
                  <a:lnTo>
                    <a:pt x="6084809" y="2048613"/>
                  </a:lnTo>
                  <a:lnTo>
                    <a:pt x="6115681" y="2153990"/>
                  </a:lnTo>
                  <a:lnTo>
                    <a:pt x="6146762" y="2261987"/>
                  </a:lnTo>
                  <a:lnTo>
                    <a:pt x="6178029" y="2372189"/>
                  </a:lnTo>
                  <a:lnTo>
                    <a:pt x="6209447" y="2484139"/>
                  </a:lnTo>
                  <a:lnTo>
                    <a:pt x="6240977" y="2597349"/>
                  </a:lnTo>
                  <a:lnTo>
                    <a:pt x="6272574" y="2711306"/>
                  </a:lnTo>
                  <a:lnTo>
                    <a:pt x="6304191" y="2825484"/>
                  </a:lnTo>
                  <a:lnTo>
                    <a:pt x="6335780" y="2939351"/>
                  </a:lnTo>
                  <a:lnTo>
                    <a:pt x="6367293" y="3052381"/>
                  </a:lnTo>
                  <a:lnTo>
                    <a:pt x="6398688" y="3164066"/>
                  </a:lnTo>
                  <a:lnTo>
                    <a:pt x="6429925" y="3273923"/>
                  </a:lnTo>
                  <a:lnTo>
                    <a:pt x="6460973" y="3381500"/>
                  </a:lnTo>
                  <a:lnTo>
                    <a:pt x="6491806" y="3486391"/>
                  </a:lnTo>
                  <a:lnTo>
                    <a:pt x="6522413" y="3588232"/>
                  </a:lnTo>
                  <a:lnTo>
                    <a:pt x="6552789" y="3686714"/>
                  </a:lnTo>
                  <a:lnTo>
                    <a:pt x="6582944" y="3781580"/>
                  </a:lnTo>
                  <a:lnTo>
                    <a:pt x="6612901" y="3872628"/>
                  </a:lnTo>
                  <a:lnTo>
                    <a:pt x="6642697" y="3959711"/>
                  </a:lnTo>
                  <a:lnTo>
                    <a:pt x="6672385" y="4042735"/>
                  </a:lnTo>
                  <a:lnTo>
                    <a:pt x="6702032" y="4121656"/>
                  </a:lnTo>
                  <a:lnTo>
                    <a:pt x="6731727" y="4196477"/>
                  </a:lnTo>
                  <a:lnTo>
                    <a:pt x="6761574" y="4267246"/>
                  </a:lnTo>
                  <a:lnTo>
                    <a:pt x="6786527" y="4322909"/>
                  </a:lnTo>
                  <a:lnTo>
                    <a:pt x="6830230" y="4412534"/>
                  </a:lnTo>
                  <a:lnTo>
                    <a:pt x="6875198" y="4494131"/>
                  </a:lnTo>
                  <a:lnTo>
                    <a:pt x="6921978" y="4568011"/>
                  </a:lnTo>
                  <a:lnTo>
                    <a:pt x="6971189" y="4634754"/>
                  </a:lnTo>
                  <a:lnTo>
                    <a:pt x="7023475" y="4695046"/>
                  </a:lnTo>
                  <a:lnTo>
                    <a:pt x="7079465" y="4749585"/>
                  </a:lnTo>
                  <a:lnTo>
                    <a:pt x="7139723" y="4799018"/>
                  </a:lnTo>
                  <a:lnTo>
                    <a:pt x="7204686" y="4843905"/>
                  </a:lnTo>
                  <a:lnTo>
                    <a:pt x="7274587" y="4884701"/>
                  </a:lnTo>
                  <a:lnTo>
                    <a:pt x="7349349" y="4921743"/>
                  </a:lnTo>
                  <a:lnTo>
                    <a:pt x="7428474" y="4955250"/>
                  </a:lnTo>
                  <a:lnTo>
                    <a:pt x="7510920" y="4985326"/>
                  </a:lnTo>
                  <a:lnTo>
                    <a:pt x="7595021" y="5011980"/>
                  </a:lnTo>
                  <a:lnTo>
                    <a:pt x="7678472" y="5035153"/>
                  </a:lnTo>
                  <a:lnTo>
                    <a:pt x="7758437" y="5054770"/>
                  </a:lnTo>
                  <a:lnTo>
                    <a:pt x="7831817" y="5070794"/>
                  </a:lnTo>
                  <a:lnTo>
                    <a:pt x="7895653" y="5083286"/>
                  </a:lnTo>
                  <a:lnTo>
                    <a:pt x="7947614" y="5092450"/>
                  </a:lnTo>
                  <a:lnTo>
                    <a:pt x="7986437" y="5098650"/>
                  </a:lnTo>
                  <a:lnTo>
                    <a:pt x="8012215" y="5102392"/>
                  </a:lnTo>
                  <a:lnTo>
                    <a:pt x="8026467" y="5104279"/>
                  </a:lnTo>
                  <a:lnTo>
                    <a:pt x="8032019" y="5104952"/>
                  </a:lnTo>
                  <a:lnTo>
                    <a:pt x="8032819" y="5105042"/>
                  </a:lnTo>
                  <a:lnTo>
                    <a:pt x="8554953" y="5105042"/>
                  </a:lnTo>
                  <a:lnTo>
                    <a:pt x="8554953" y="5105042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763" name="pl763"/>
            <p:cNvSpPr/>
            <p:nvPr/>
          </p:nvSpPr>
          <p:spPr>
            <a:xfrm>
              <a:off x="386606" y="722477"/>
              <a:ext cx="8554953" cy="5105042"/>
            </a:xfrm>
            <a:custGeom>
              <a:avLst/>
              <a:pathLst>
                <a:path w="8554953" h="5105042">
                  <a:moveTo>
                    <a:pt x="8554953" y="5105042"/>
                  </a:moveTo>
                  <a:lnTo>
                    <a:pt x="8032819" y="5105042"/>
                  </a:lnTo>
                  <a:lnTo>
                    <a:pt x="8031947" y="5104944"/>
                  </a:lnTo>
                  <a:lnTo>
                    <a:pt x="8026196" y="5104245"/>
                  </a:lnTo>
                  <a:lnTo>
                    <a:pt x="8011646" y="5102314"/>
                  </a:lnTo>
                  <a:lnTo>
                    <a:pt x="7985508" y="5098509"/>
                  </a:lnTo>
                  <a:lnTo>
                    <a:pt x="7946303" y="5092230"/>
                  </a:lnTo>
                  <a:lnTo>
                    <a:pt x="7893978" y="5082975"/>
                  </a:lnTo>
                  <a:lnTo>
                    <a:pt x="7829831" y="5070384"/>
                  </a:lnTo>
                  <a:lnTo>
                    <a:pt x="7756219" y="5054257"/>
                  </a:lnTo>
                  <a:lnTo>
                    <a:pt x="7676111" y="5034537"/>
                  </a:lnTo>
                  <a:lnTo>
                    <a:pt x="7592604" y="5011263"/>
                  </a:lnTo>
                  <a:lnTo>
                    <a:pt x="7508521" y="4984511"/>
                  </a:lnTo>
                  <a:lnTo>
                    <a:pt x="7426150" y="4954337"/>
                  </a:lnTo>
                  <a:lnTo>
                    <a:pt x="7347139" y="4920730"/>
                  </a:lnTo>
                  <a:lnTo>
                    <a:pt x="7272511" y="4883584"/>
                  </a:lnTo>
                  <a:lnTo>
                    <a:pt x="7202753" y="4842676"/>
                  </a:lnTo>
                  <a:lnTo>
                    <a:pt x="7137930" y="4797666"/>
                  </a:lnTo>
                  <a:lnTo>
                    <a:pt x="7077801" y="4748094"/>
                  </a:lnTo>
                  <a:lnTo>
                    <a:pt x="7021926" y="4693399"/>
                  </a:lnTo>
                  <a:lnTo>
                    <a:pt x="6969737" y="4632932"/>
                  </a:lnTo>
                  <a:lnTo>
                    <a:pt x="6920604" y="4565994"/>
                  </a:lnTo>
                  <a:lnTo>
                    <a:pt x="6873885" y="4491899"/>
                  </a:lnTo>
                  <a:lnTo>
                    <a:pt x="6828961" y="4410075"/>
                  </a:lnTo>
                  <a:lnTo>
                    <a:pt x="6786527" y="4322909"/>
                  </a:lnTo>
                  <a:lnTo>
                    <a:pt x="6756457" y="4255436"/>
                  </a:lnTo>
                  <a:lnTo>
                    <a:pt x="6726644" y="4183979"/>
                  </a:lnTo>
                  <a:lnTo>
                    <a:pt x="6696965" y="4108460"/>
                  </a:lnTo>
                  <a:lnTo>
                    <a:pt x="6667316" y="4028837"/>
                  </a:lnTo>
                  <a:lnTo>
                    <a:pt x="6637614" y="3945115"/>
                  </a:lnTo>
                  <a:lnTo>
                    <a:pt x="6607794" y="3857346"/>
                  </a:lnTo>
                  <a:lnTo>
                    <a:pt x="6577805" y="3765633"/>
                  </a:lnTo>
                  <a:lnTo>
                    <a:pt x="6547614" y="3670134"/>
                  </a:lnTo>
                  <a:lnTo>
                    <a:pt x="6517199" y="3571058"/>
                  </a:lnTo>
                  <a:lnTo>
                    <a:pt x="6486553" y="3468672"/>
                  </a:lnTo>
                  <a:lnTo>
                    <a:pt x="6455681" y="3363295"/>
                  </a:lnTo>
                  <a:lnTo>
                    <a:pt x="6424600" y="3255298"/>
                  </a:lnTo>
                  <a:lnTo>
                    <a:pt x="6393333" y="3145096"/>
                  </a:lnTo>
                  <a:lnTo>
                    <a:pt x="6361915" y="3033146"/>
                  </a:lnTo>
                  <a:lnTo>
                    <a:pt x="6330385" y="2919936"/>
                  </a:lnTo>
                  <a:lnTo>
                    <a:pt x="6298788" y="2805979"/>
                  </a:lnTo>
                  <a:lnTo>
                    <a:pt x="6267171" y="2691801"/>
                  </a:lnTo>
                  <a:lnTo>
                    <a:pt x="6235582" y="2577935"/>
                  </a:lnTo>
                  <a:lnTo>
                    <a:pt x="6204069" y="2464904"/>
                  </a:lnTo>
                  <a:lnTo>
                    <a:pt x="6172674" y="2353219"/>
                  </a:lnTo>
                  <a:lnTo>
                    <a:pt x="6141437" y="2243363"/>
                  </a:lnTo>
                  <a:lnTo>
                    <a:pt x="6110389" y="2135785"/>
                  </a:lnTo>
                  <a:lnTo>
                    <a:pt x="6079556" y="2030895"/>
                  </a:lnTo>
                  <a:lnTo>
                    <a:pt x="6048949" y="1929053"/>
                  </a:lnTo>
                  <a:lnTo>
                    <a:pt x="6018573" y="1830571"/>
                  </a:lnTo>
                  <a:lnTo>
                    <a:pt x="5988418" y="1735705"/>
                  </a:lnTo>
                  <a:lnTo>
                    <a:pt x="5958461" y="1644657"/>
                  </a:lnTo>
                  <a:lnTo>
                    <a:pt x="5928665" y="1557574"/>
                  </a:lnTo>
                  <a:lnTo>
                    <a:pt x="5898977" y="1474550"/>
                  </a:lnTo>
                  <a:lnTo>
                    <a:pt x="5869330" y="1395629"/>
                  </a:lnTo>
                  <a:lnTo>
                    <a:pt x="5839635" y="1320808"/>
                  </a:lnTo>
                  <a:lnTo>
                    <a:pt x="5809788" y="1250039"/>
                  </a:lnTo>
                  <a:lnTo>
                    <a:pt x="5784835" y="1194376"/>
                  </a:lnTo>
                  <a:lnTo>
                    <a:pt x="5741132" y="1104751"/>
                  </a:lnTo>
                  <a:lnTo>
                    <a:pt x="5696164" y="1023154"/>
                  </a:lnTo>
                  <a:lnTo>
                    <a:pt x="5649384" y="949274"/>
                  </a:lnTo>
                  <a:lnTo>
                    <a:pt x="5600173" y="882532"/>
                  </a:lnTo>
                  <a:lnTo>
                    <a:pt x="5547887" y="822239"/>
                  </a:lnTo>
                  <a:lnTo>
                    <a:pt x="5491897" y="767700"/>
                  </a:lnTo>
                  <a:lnTo>
                    <a:pt x="5431639" y="718267"/>
                  </a:lnTo>
                  <a:lnTo>
                    <a:pt x="5366676" y="673380"/>
                  </a:lnTo>
                  <a:lnTo>
                    <a:pt x="5296775" y="632584"/>
                  </a:lnTo>
                  <a:lnTo>
                    <a:pt x="5222013" y="595542"/>
                  </a:lnTo>
                  <a:lnTo>
                    <a:pt x="5142888" y="562035"/>
                  </a:lnTo>
                  <a:lnTo>
                    <a:pt x="5060442" y="531959"/>
                  </a:lnTo>
                  <a:lnTo>
                    <a:pt x="4976341" y="505305"/>
                  </a:lnTo>
                  <a:lnTo>
                    <a:pt x="4892890" y="482132"/>
                  </a:lnTo>
                  <a:lnTo>
                    <a:pt x="4812925" y="462515"/>
                  </a:lnTo>
                  <a:lnTo>
                    <a:pt x="4739545" y="446491"/>
                  </a:lnTo>
                  <a:lnTo>
                    <a:pt x="4675709" y="433999"/>
                  </a:lnTo>
                  <a:lnTo>
                    <a:pt x="4623748" y="424835"/>
                  </a:lnTo>
                  <a:lnTo>
                    <a:pt x="4584925" y="418635"/>
                  </a:lnTo>
                  <a:lnTo>
                    <a:pt x="4559147" y="414893"/>
                  </a:lnTo>
                  <a:lnTo>
                    <a:pt x="4544895" y="413006"/>
                  </a:lnTo>
                  <a:lnTo>
                    <a:pt x="4539343" y="412333"/>
                  </a:lnTo>
                  <a:lnTo>
                    <a:pt x="4538543" y="412243"/>
                  </a:lnTo>
                  <a:lnTo>
                    <a:pt x="4016409" y="412243"/>
                  </a:lnTo>
                  <a:lnTo>
                    <a:pt x="4015142" y="412230"/>
                  </a:lnTo>
                  <a:lnTo>
                    <a:pt x="4006859" y="412140"/>
                  </a:lnTo>
                  <a:lnTo>
                    <a:pt x="3986150" y="411891"/>
                  </a:lnTo>
                  <a:lnTo>
                    <a:pt x="3949563" y="411401"/>
                  </a:lnTo>
                  <a:lnTo>
                    <a:pt x="3895917" y="410599"/>
                  </a:lnTo>
                  <a:lnTo>
                    <a:pt x="3826359" y="409431"/>
                  </a:lnTo>
                  <a:lnTo>
                    <a:pt x="3743974" y="407866"/>
                  </a:lnTo>
                  <a:lnTo>
                    <a:pt x="3653006" y="405895"/>
                  </a:lnTo>
                  <a:lnTo>
                    <a:pt x="3557963" y="403522"/>
                  </a:lnTo>
                  <a:lnTo>
                    <a:pt x="3462863" y="400757"/>
                  </a:lnTo>
                  <a:lnTo>
                    <a:pt x="3370792" y="397605"/>
                  </a:lnTo>
                  <a:lnTo>
                    <a:pt x="3283768" y="394060"/>
                  </a:lnTo>
                  <a:lnTo>
                    <a:pt x="3202840" y="390100"/>
                  </a:lnTo>
                  <a:lnTo>
                    <a:pt x="3128281" y="385686"/>
                  </a:lnTo>
                  <a:lnTo>
                    <a:pt x="3059814" y="380762"/>
                  </a:lnTo>
                  <a:lnTo>
                    <a:pt x="2996805" y="375255"/>
                  </a:lnTo>
                  <a:lnTo>
                    <a:pt x="2938416" y="369082"/>
                  </a:lnTo>
                  <a:lnTo>
                    <a:pt x="2883719" y="362154"/>
                  </a:lnTo>
                  <a:lnTo>
                    <a:pt x="2831781" y="354385"/>
                  </a:lnTo>
                  <a:lnTo>
                    <a:pt x="2781745" y="345717"/>
                  </a:lnTo>
                  <a:lnTo>
                    <a:pt x="2770117" y="343536"/>
                  </a:lnTo>
                  <a:lnTo>
                    <a:pt x="2716827" y="332753"/>
                  </a:lnTo>
                  <a:lnTo>
                    <a:pt x="2664051" y="320848"/>
                  </a:lnTo>
                  <a:lnTo>
                    <a:pt x="2611228" y="307804"/>
                  </a:lnTo>
                  <a:lnTo>
                    <a:pt x="2557981" y="293646"/>
                  </a:lnTo>
                  <a:lnTo>
                    <a:pt x="2504091" y="278445"/>
                  </a:lnTo>
                  <a:lnTo>
                    <a:pt x="2449479" y="262318"/>
                  </a:lnTo>
                  <a:lnTo>
                    <a:pt x="2394187" y="245430"/>
                  </a:lnTo>
                  <a:lnTo>
                    <a:pt x="2338360" y="227987"/>
                  </a:lnTo>
                  <a:lnTo>
                    <a:pt x="2282213" y="210227"/>
                  </a:lnTo>
                  <a:lnTo>
                    <a:pt x="2226004" y="192407"/>
                  </a:lnTo>
                  <a:lnTo>
                    <a:pt x="2169999" y="174787"/>
                  </a:lnTo>
                  <a:lnTo>
                    <a:pt x="2114439" y="157616"/>
                  </a:lnTo>
                  <a:lnTo>
                    <a:pt x="2059502" y="141115"/>
                  </a:lnTo>
                  <a:lnTo>
                    <a:pt x="2005281" y="125471"/>
                  </a:lnTo>
                  <a:lnTo>
                    <a:pt x="1951756" y="110821"/>
                  </a:lnTo>
                  <a:lnTo>
                    <a:pt x="1898775" y="97258"/>
                  </a:lnTo>
                  <a:lnTo>
                    <a:pt x="1846036" y="84829"/>
                  </a:lnTo>
                  <a:lnTo>
                    <a:pt x="1793065" y="73533"/>
                  </a:lnTo>
                  <a:lnTo>
                    <a:pt x="1768425" y="68707"/>
                  </a:lnTo>
                  <a:lnTo>
                    <a:pt x="1718729" y="59824"/>
                  </a:lnTo>
                  <a:lnTo>
                    <a:pt x="1667313" y="51846"/>
                  </a:lnTo>
                  <a:lnTo>
                    <a:pt x="1613351" y="44726"/>
                  </a:lnTo>
                  <a:lnTo>
                    <a:pt x="1555920" y="38383"/>
                  </a:lnTo>
                  <a:lnTo>
                    <a:pt x="1494083" y="32727"/>
                  </a:lnTo>
                  <a:lnTo>
                    <a:pt x="1426973" y="27672"/>
                  </a:lnTo>
                  <a:lnTo>
                    <a:pt x="1353895" y="23143"/>
                  </a:lnTo>
                  <a:lnTo>
                    <a:pt x="1274472" y="19079"/>
                  </a:lnTo>
                  <a:lnTo>
                    <a:pt x="1188827" y="15439"/>
                  </a:lnTo>
                  <a:lnTo>
                    <a:pt x="1097804" y="12195"/>
                  </a:lnTo>
                  <a:lnTo>
                    <a:pt x="1003182" y="9339"/>
                  </a:lnTo>
                  <a:lnTo>
                    <a:pt x="907793" y="6872"/>
                  </a:lnTo>
                  <a:lnTo>
                    <a:pt x="815463" y="4806"/>
                  </a:lnTo>
                  <a:lnTo>
                    <a:pt x="730642" y="3145"/>
                  </a:lnTo>
                  <a:lnTo>
                    <a:pt x="657716" y="1885"/>
                  </a:lnTo>
                  <a:lnTo>
                    <a:pt x="600124" y="1001"/>
                  </a:lnTo>
                  <a:lnTo>
                    <a:pt x="559523" y="443"/>
                  </a:lnTo>
                  <a:lnTo>
                    <a:pt x="535293" y="144"/>
                  </a:lnTo>
                  <a:lnTo>
                    <a:pt x="524494" y="23"/>
                  </a:lnTo>
                  <a:lnTo>
                    <a:pt x="522150" y="0"/>
                  </a:lnTo>
                  <a:lnTo>
                    <a:pt x="522133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764" name="pg764"/>
            <p:cNvSpPr/>
            <p:nvPr/>
          </p:nvSpPr>
          <p:spPr>
            <a:xfrm>
              <a:off x="386606" y="795890"/>
              <a:ext cx="8554953" cy="2648523"/>
            </a:xfrm>
            <a:custGeom>
              <a:avLst/>
              <a:pathLst>
                <a:path w="8554953" h="2648523">
                  <a:moveTo>
                    <a:pt x="0" y="1208494"/>
                  </a:moveTo>
                  <a:lnTo>
                    <a:pt x="522133" y="1208494"/>
                  </a:lnTo>
                  <a:lnTo>
                    <a:pt x="523369" y="1208537"/>
                  </a:lnTo>
                  <a:lnTo>
                    <a:pt x="531456" y="1208844"/>
                  </a:lnTo>
                  <a:lnTo>
                    <a:pt x="551693" y="1209694"/>
                  </a:lnTo>
                  <a:lnTo>
                    <a:pt x="587489" y="1211362"/>
                  </a:lnTo>
                  <a:lnTo>
                    <a:pt x="640064" y="1214096"/>
                  </a:lnTo>
                  <a:lnTo>
                    <a:pt x="708379" y="1218081"/>
                  </a:lnTo>
                  <a:lnTo>
                    <a:pt x="789497" y="1223426"/>
                  </a:lnTo>
                  <a:lnTo>
                    <a:pt x="879314" y="1230167"/>
                  </a:lnTo>
                  <a:lnTo>
                    <a:pt x="973424" y="1238290"/>
                  </a:lnTo>
                  <a:lnTo>
                    <a:pt x="1067856" y="1247762"/>
                  </a:lnTo>
                  <a:lnTo>
                    <a:pt x="1159521" y="1258563"/>
                  </a:lnTo>
                  <a:lnTo>
                    <a:pt x="1246359" y="1270710"/>
                  </a:lnTo>
                  <a:lnTo>
                    <a:pt x="1327267" y="1284274"/>
                  </a:lnTo>
                  <a:lnTo>
                    <a:pt x="1401909" y="1299380"/>
                  </a:lnTo>
                  <a:lnTo>
                    <a:pt x="1470507" y="1316213"/>
                  </a:lnTo>
                  <a:lnTo>
                    <a:pt x="1533645" y="1335013"/>
                  </a:lnTo>
                  <a:lnTo>
                    <a:pt x="1592123" y="1356061"/>
                  </a:lnTo>
                  <a:lnTo>
                    <a:pt x="1646839" y="1379663"/>
                  </a:lnTo>
                  <a:lnTo>
                    <a:pt x="1698708" y="1406112"/>
                  </a:lnTo>
                  <a:lnTo>
                    <a:pt x="1748581" y="1435625"/>
                  </a:lnTo>
                  <a:lnTo>
                    <a:pt x="1768425" y="1448499"/>
                  </a:lnTo>
                  <a:lnTo>
                    <a:pt x="1814579" y="1480862"/>
                  </a:lnTo>
                  <a:lnTo>
                    <a:pt x="1860283" y="1516151"/>
                  </a:lnTo>
                  <a:lnTo>
                    <a:pt x="1905925" y="1554419"/>
                  </a:lnTo>
                  <a:lnTo>
                    <a:pt x="1951790" y="1595641"/>
                  </a:lnTo>
                  <a:lnTo>
                    <a:pt x="1998063" y="1639709"/>
                  </a:lnTo>
                  <a:lnTo>
                    <a:pt x="2044851" y="1686422"/>
                  </a:lnTo>
                  <a:lnTo>
                    <a:pt x="2092181" y="1735485"/>
                  </a:lnTo>
                  <a:lnTo>
                    <a:pt x="2140017" y="1786512"/>
                  </a:lnTo>
                  <a:lnTo>
                    <a:pt x="2188266" y="1839038"/>
                  </a:lnTo>
                  <a:lnTo>
                    <a:pt x="2236793" y="1892533"/>
                  </a:lnTo>
                  <a:lnTo>
                    <a:pt x="2285436" y="1946422"/>
                  </a:lnTo>
                  <a:lnTo>
                    <a:pt x="2334021" y="2000114"/>
                  </a:lnTo>
                  <a:lnTo>
                    <a:pt x="2382380" y="2053027"/>
                  </a:lnTo>
                  <a:lnTo>
                    <a:pt x="2430367" y="2104613"/>
                  </a:lnTo>
                  <a:lnTo>
                    <a:pt x="2477874" y="2154382"/>
                  </a:lnTo>
                  <a:lnTo>
                    <a:pt x="2524844" y="2201921"/>
                  </a:lnTo>
                  <a:lnTo>
                    <a:pt x="2571283" y="2246903"/>
                  </a:lnTo>
                  <a:lnTo>
                    <a:pt x="2617268" y="2289096"/>
                  </a:lnTo>
                  <a:lnTo>
                    <a:pt x="2662958" y="2328362"/>
                  </a:lnTo>
                  <a:lnTo>
                    <a:pt x="2708604" y="2364647"/>
                  </a:lnTo>
                  <a:lnTo>
                    <a:pt x="2754556" y="2397982"/>
                  </a:lnTo>
                  <a:lnTo>
                    <a:pt x="2770117" y="2408518"/>
                  </a:lnTo>
                  <a:lnTo>
                    <a:pt x="2819394" y="2439303"/>
                  </a:lnTo>
                  <a:lnTo>
                    <a:pt x="2870356" y="2466976"/>
                  </a:lnTo>
                  <a:lnTo>
                    <a:pt x="2923808" y="2491700"/>
                  </a:lnTo>
                  <a:lnTo>
                    <a:pt x="2980647" y="2513748"/>
                  </a:lnTo>
                  <a:lnTo>
                    <a:pt x="3041790" y="2533425"/>
                  </a:lnTo>
                  <a:lnTo>
                    <a:pt x="3108086" y="2551025"/>
                  </a:lnTo>
                  <a:lnTo>
                    <a:pt x="3180224" y="2566807"/>
                  </a:lnTo>
                  <a:lnTo>
                    <a:pt x="3258592" y="2580978"/>
                  </a:lnTo>
                  <a:lnTo>
                    <a:pt x="3343108" y="2593688"/>
                  </a:lnTo>
                  <a:lnTo>
                    <a:pt x="3433005" y="2605031"/>
                  </a:lnTo>
                  <a:lnTo>
                    <a:pt x="3526629" y="2615043"/>
                  </a:lnTo>
                  <a:lnTo>
                    <a:pt x="3621305" y="2623717"/>
                  </a:lnTo>
                  <a:lnTo>
                    <a:pt x="3713385" y="2631023"/>
                  </a:lnTo>
                  <a:lnTo>
                    <a:pt x="3798565" y="2636934"/>
                  </a:lnTo>
                  <a:lnTo>
                    <a:pt x="3872516" y="2641462"/>
                  </a:lnTo>
                  <a:lnTo>
                    <a:pt x="3931726" y="2644685"/>
                  </a:lnTo>
                  <a:lnTo>
                    <a:pt x="3974316" y="2646760"/>
                  </a:lnTo>
                  <a:lnTo>
                    <a:pt x="4000575" y="2647909"/>
                  </a:lnTo>
                  <a:lnTo>
                    <a:pt x="4013054" y="2648402"/>
                  </a:lnTo>
                  <a:lnTo>
                    <a:pt x="4016409" y="2648523"/>
                  </a:lnTo>
                  <a:lnTo>
                    <a:pt x="4538543" y="2648523"/>
                  </a:lnTo>
                  <a:lnTo>
                    <a:pt x="4539708" y="2648449"/>
                  </a:lnTo>
                  <a:lnTo>
                    <a:pt x="4547339" y="2647919"/>
                  </a:lnTo>
                  <a:lnTo>
                    <a:pt x="4566473" y="2646456"/>
                  </a:lnTo>
                  <a:lnTo>
                    <a:pt x="4600419" y="2643581"/>
                  </a:lnTo>
                  <a:lnTo>
                    <a:pt x="4650474" y="2638863"/>
                  </a:lnTo>
                  <a:lnTo>
                    <a:pt x="4715842" y="2631970"/>
                  </a:lnTo>
                  <a:lnTo>
                    <a:pt x="4793925" y="2622701"/>
                  </a:lnTo>
                  <a:lnTo>
                    <a:pt x="4880951" y="2610978"/>
                  </a:lnTo>
                  <a:lnTo>
                    <a:pt x="4972763" y="2596818"/>
                  </a:lnTo>
                  <a:lnTo>
                    <a:pt x="5065515" y="2580274"/>
                  </a:lnTo>
                  <a:lnTo>
                    <a:pt x="5156121" y="2561390"/>
                  </a:lnTo>
                  <a:lnTo>
                    <a:pt x="5242440" y="2540152"/>
                  </a:lnTo>
                  <a:lnTo>
                    <a:pt x="5323240" y="2516462"/>
                  </a:lnTo>
                  <a:lnTo>
                    <a:pt x="5398044" y="2490127"/>
                  </a:lnTo>
                  <a:lnTo>
                    <a:pt x="5466941" y="2460855"/>
                  </a:lnTo>
                  <a:lnTo>
                    <a:pt x="5530397" y="2428260"/>
                  </a:lnTo>
                  <a:lnTo>
                    <a:pt x="5589117" y="2391876"/>
                  </a:lnTo>
                  <a:lnTo>
                    <a:pt x="5643925" y="2351184"/>
                  </a:lnTo>
                  <a:lnTo>
                    <a:pt x="5695685" y="2305664"/>
                  </a:lnTo>
                  <a:lnTo>
                    <a:pt x="5745230" y="2254872"/>
                  </a:lnTo>
                  <a:lnTo>
                    <a:pt x="5784835" y="2208985"/>
                  </a:lnTo>
                  <a:lnTo>
                    <a:pt x="5823098" y="2160283"/>
                  </a:lnTo>
                  <a:lnTo>
                    <a:pt x="5861000" y="2107926"/>
                  </a:lnTo>
                  <a:lnTo>
                    <a:pt x="5898779" y="2051839"/>
                  </a:lnTo>
                  <a:lnTo>
                    <a:pt x="5936621" y="1992010"/>
                  </a:lnTo>
                  <a:lnTo>
                    <a:pt x="5974663" y="1928499"/>
                  </a:lnTo>
                  <a:lnTo>
                    <a:pt x="6013000" y="1861440"/>
                  </a:lnTo>
                  <a:lnTo>
                    <a:pt x="6051690" y="1791047"/>
                  </a:lnTo>
                  <a:lnTo>
                    <a:pt x="6090753" y="1717615"/>
                  </a:lnTo>
                  <a:lnTo>
                    <a:pt x="6130179" y="1641519"/>
                  </a:lnTo>
                  <a:lnTo>
                    <a:pt x="6169927" y="1563206"/>
                  </a:lnTo>
                  <a:lnTo>
                    <a:pt x="6209936" y="1483189"/>
                  </a:lnTo>
                  <a:lnTo>
                    <a:pt x="6250124" y="1402031"/>
                  </a:lnTo>
                  <a:lnTo>
                    <a:pt x="6290400" y="1320330"/>
                  </a:lnTo>
                  <a:lnTo>
                    <a:pt x="6330664" y="1238701"/>
                  </a:lnTo>
                  <a:lnTo>
                    <a:pt x="6370819" y="1157758"/>
                  </a:lnTo>
                  <a:lnTo>
                    <a:pt x="6410773" y="1078091"/>
                  </a:lnTo>
                  <a:lnTo>
                    <a:pt x="6450450" y="1000254"/>
                  </a:lnTo>
                  <a:lnTo>
                    <a:pt x="6489793" y="924744"/>
                  </a:lnTo>
                  <a:lnTo>
                    <a:pt x="6528769" y="851994"/>
                  </a:lnTo>
                  <a:lnTo>
                    <a:pt x="6567373" y="782358"/>
                  </a:lnTo>
                  <a:lnTo>
                    <a:pt x="6605635" y="716114"/>
                  </a:lnTo>
                  <a:lnTo>
                    <a:pt x="6643620" y="653457"/>
                  </a:lnTo>
                  <a:lnTo>
                    <a:pt x="6681433" y="594502"/>
                  </a:lnTo>
                  <a:lnTo>
                    <a:pt x="6719223" y="539292"/>
                  </a:lnTo>
                  <a:lnTo>
                    <a:pt x="6757186" y="487800"/>
                  </a:lnTo>
                  <a:lnTo>
                    <a:pt x="6786527" y="450832"/>
                  </a:lnTo>
                  <a:lnTo>
                    <a:pt x="6834804" y="395525"/>
                  </a:lnTo>
                  <a:lnTo>
                    <a:pt x="6884685" y="345694"/>
                  </a:lnTo>
                  <a:lnTo>
                    <a:pt x="6936924" y="301067"/>
                  </a:lnTo>
                  <a:lnTo>
                    <a:pt x="6992363" y="261180"/>
                  </a:lnTo>
                  <a:lnTo>
                    <a:pt x="7051866" y="225506"/>
                  </a:lnTo>
                  <a:lnTo>
                    <a:pt x="7116243" y="193532"/>
                  </a:lnTo>
                  <a:lnTo>
                    <a:pt x="7186163" y="164808"/>
                  </a:lnTo>
                  <a:lnTo>
                    <a:pt x="7262040" y="138961"/>
                  </a:lnTo>
                  <a:lnTo>
                    <a:pt x="7343874" y="115718"/>
                  </a:lnTo>
                  <a:lnTo>
                    <a:pt x="7431069" y="94902"/>
                  </a:lnTo>
                  <a:lnTo>
                    <a:pt x="7522240" y="76433"/>
                  </a:lnTo>
                  <a:lnTo>
                    <a:pt x="7615075" y="60308"/>
                  </a:lnTo>
                  <a:lnTo>
                    <a:pt x="7706335" y="46577"/>
                  </a:lnTo>
                  <a:lnTo>
                    <a:pt x="7792075" y="35291"/>
                  </a:lnTo>
                  <a:lnTo>
                    <a:pt x="7868152" y="26453"/>
                  </a:lnTo>
                  <a:lnTo>
                    <a:pt x="7930946" y="19965"/>
                  </a:lnTo>
                  <a:lnTo>
                    <a:pt x="7978139" y="15602"/>
                  </a:lnTo>
                  <a:lnTo>
                    <a:pt x="8009299" y="13011"/>
                  </a:lnTo>
                  <a:lnTo>
                    <a:pt x="8026095" y="11749"/>
                  </a:lnTo>
                  <a:lnTo>
                    <a:pt x="8032164" y="11335"/>
                  </a:lnTo>
                  <a:lnTo>
                    <a:pt x="8032819" y="11294"/>
                  </a:lnTo>
                  <a:lnTo>
                    <a:pt x="8554953" y="11294"/>
                  </a:lnTo>
                  <a:lnTo>
                    <a:pt x="8554953" y="0"/>
                  </a:lnTo>
                  <a:lnTo>
                    <a:pt x="8032819" y="0"/>
                  </a:lnTo>
                  <a:lnTo>
                    <a:pt x="8031654" y="74"/>
                  </a:lnTo>
                  <a:lnTo>
                    <a:pt x="8024023" y="603"/>
                  </a:lnTo>
                  <a:lnTo>
                    <a:pt x="8004889" y="2066"/>
                  </a:lnTo>
                  <a:lnTo>
                    <a:pt x="7970943" y="4941"/>
                  </a:lnTo>
                  <a:lnTo>
                    <a:pt x="7920888" y="9660"/>
                  </a:lnTo>
                  <a:lnTo>
                    <a:pt x="7855520" y="16552"/>
                  </a:lnTo>
                  <a:lnTo>
                    <a:pt x="7777437" y="25821"/>
                  </a:lnTo>
                  <a:lnTo>
                    <a:pt x="7690411" y="37544"/>
                  </a:lnTo>
                  <a:lnTo>
                    <a:pt x="7598599" y="51705"/>
                  </a:lnTo>
                  <a:lnTo>
                    <a:pt x="7505847" y="68248"/>
                  </a:lnTo>
                  <a:lnTo>
                    <a:pt x="7415241" y="87132"/>
                  </a:lnTo>
                  <a:lnTo>
                    <a:pt x="7328922" y="108371"/>
                  </a:lnTo>
                  <a:lnTo>
                    <a:pt x="7248122" y="132061"/>
                  </a:lnTo>
                  <a:lnTo>
                    <a:pt x="7173317" y="158395"/>
                  </a:lnTo>
                  <a:lnTo>
                    <a:pt x="7104421" y="187667"/>
                  </a:lnTo>
                  <a:lnTo>
                    <a:pt x="7040965" y="220263"/>
                  </a:lnTo>
                  <a:lnTo>
                    <a:pt x="6982245" y="256647"/>
                  </a:lnTo>
                  <a:lnTo>
                    <a:pt x="6927437" y="297338"/>
                  </a:lnTo>
                  <a:lnTo>
                    <a:pt x="6875677" y="342859"/>
                  </a:lnTo>
                  <a:lnTo>
                    <a:pt x="6826132" y="393650"/>
                  </a:lnTo>
                  <a:lnTo>
                    <a:pt x="6786527" y="439538"/>
                  </a:lnTo>
                  <a:lnTo>
                    <a:pt x="6748264" y="488239"/>
                  </a:lnTo>
                  <a:lnTo>
                    <a:pt x="6710362" y="540597"/>
                  </a:lnTo>
                  <a:lnTo>
                    <a:pt x="6672583" y="596684"/>
                  </a:lnTo>
                  <a:lnTo>
                    <a:pt x="6634741" y="656512"/>
                  </a:lnTo>
                  <a:lnTo>
                    <a:pt x="6596699" y="720023"/>
                  </a:lnTo>
                  <a:lnTo>
                    <a:pt x="6558362" y="787082"/>
                  </a:lnTo>
                  <a:lnTo>
                    <a:pt x="6519672" y="857475"/>
                  </a:lnTo>
                  <a:lnTo>
                    <a:pt x="6480609" y="930907"/>
                  </a:lnTo>
                  <a:lnTo>
                    <a:pt x="6441183" y="1007003"/>
                  </a:lnTo>
                  <a:lnTo>
                    <a:pt x="6401435" y="1085316"/>
                  </a:lnTo>
                  <a:lnTo>
                    <a:pt x="6361426" y="1165333"/>
                  </a:lnTo>
                  <a:lnTo>
                    <a:pt x="6321238" y="1246491"/>
                  </a:lnTo>
                  <a:lnTo>
                    <a:pt x="6280962" y="1328192"/>
                  </a:lnTo>
                  <a:lnTo>
                    <a:pt x="6240698" y="1409821"/>
                  </a:lnTo>
                  <a:lnTo>
                    <a:pt x="6200543" y="1490764"/>
                  </a:lnTo>
                  <a:lnTo>
                    <a:pt x="6160589" y="1570431"/>
                  </a:lnTo>
                  <a:lnTo>
                    <a:pt x="6120912" y="1648268"/>
                  </a:lnTo>
                  <a:lnTo>
                    <a:pt x="6081569" y="1723778"/>
                  </a:lnTo>
                  <a:lnTo>
                    <a:pt x="6042593" y="1796529"/>
                  </a:lnTo>
                  <a:lnTo>
                    <a:pt x="6003989" y="1866164"/>
                  </a:lnTo>
                  <a:lnTo>
                    <a:pt x="5965727" y="1932408"/>
                  </a:lnTo>
                  <a:lnTo>
                    <a:pt x="5927742" y="1995066"/>
                  </a:lnTo>
                  <a:lnTo>
                    <a:pt x="5889929" y="2054020"/>
                  </a:lnTo>
                  <a:lnTo>
                    <a:pt x="5852139" y="2109230"/>
                  </a:lnTo>
                  <a:lnTo>
                    <a:pt x="5814176" y="2160722"/>
                  </a:lnTo>
                  <a:lnTo>
                    <a:pt x="5784835" y="2197690"/>
                  </a:lnTo>
                  <a:lnTo>
                    <a:pt x="5736558" y="2252997"/>
                  </a:lnTo>
                  <a:lnTo>
                    <a:pt x="5686677" y="2302828"/>
                  </a:lnTo>
                  <a:lnTo>
                    <a:pt x="5634438" y="2347455"/>
                  </a:lnTo>
                  <a:lnTo>
                    <a:pt x="5578999" y="2387342"/>
                  </a:lnTo>
                  <a:lnTo>
                    <a:pt x="5519496" y="2423017"/>
                  </a:lnTo>
                  <a:lnTo>
                    <a:pt x="5455119" y="2454990"/>
                  </a:lnTo>
                  <a:lnTo>
                    <a:pt x="5385199" y="2483714"/>
                  </a:lnTo>
                  <a:lnTo>
                    <a:pt x="5309322" y="2509561"/>
                  </a:lnTo>
                  <a:lnTo>
                    <a:pt x="5227488" y="2532804"/>
                  </a:lnTo>
                  <a:lnTo>
                    <a:pt x="5140293" y="2553620"/>
                  </a:lnTo>
                  <a:lnTo>
                    <a:pt x="5049122" y="2572090"/>
                  </a:lnTo>
                  <a:lnTo>
                    <a:pt x="4956287" y="2588214"/>
                  </a:lnTo>
                  <a:lnTo>
                    <a:pt x="4865027" y="2601945"/>
                  </a:lnTo>
                  <a:lnTo>
                    <a:pt x="4779286" y="2613231"/>
                  </a:lnTo>
                  <a:lnTo>
                    <a:pt x="4703210" y="2622070"/>
                  </a:lnTo>
                  <a:lnTo>
                    <a:pt x="4640416" y="2628557"/>
                  </a:lnTo>
                  <a:lnTo>
                    <a:pt x="4593223" y="2632921"/>
                  </a:lnTo>
                  <a:lnTo>
                    <a:pt x="4562063" y="2635512"/>
                  </a:lnTo>
                  <a:lnTo>
                    <a:pt x="4545267" y="2636773"/>
                  </a:lnTo>
                  <a:lnTo>
                    <a:pt x="4539197" y="2637187"/>
                  </a:lnTo>
                  <a:lnTo>
                    <a:pt x="4538543" y="2637228"/>
                  </a:lnTo>
                  <a:lnTo>
                    <a:pt x="4016409" y="2637228"/>
                  </a:lnTo>
                  <a:lnTo>
                    <a:pt x="4015173" y="2637185"/>
                  </a:lnTo>
                  <a:lnTo>
                    <a:pt x="4007086" y="2636878"/>
                  </a:lnTo>
                  <a:lnTo>
                    <a:pt x="3986850" y="2636029"/>
                  </a:lnTo>
                  <a:lnTo>
                    <a:pt x="3951053" y="2634360"/>
                  </a:lnTo>
                  <a:lnTo>
                    <a:pt x="3898478" y="2631626"/>
                  </a:lnTo>
                  <a:lnTo>
                    <a:pt x="3830163" y="2627641"/>
                  </a:lnTo>
                  <a:lnTo>
                    <a:pt x="3749045" y="2622296"/>
                  </a:lnTo>
                  <a:lnTo>
                    <a:pt x="3659228" y="2615555"/>
                  </a:lnTo>
                  <a:lnTo>
                    <a:pt x="3565118" y="2607433"/>
                  </a:lnTo>
                  <a:lnTo>
                    <a:pt x="3470686" y="2597961"/>
                  </a:lnTo>
                  <a:lnTo>
                    <a:pt x="3379021" y="2587160"/>
                  </a:lnTo>
                  <a:lnTo>
                    <a:pt x="3292183" y="2575012"/>
                  </a:lnTo>
                  <a:lnTo>
                    <a:pt x="3211275" y="2561449"/>
                  </a:lnTo>
                  <a:lnTo>
                    <a:pt x="3136633" y="2546343"/>
                  </a:lnTo>
                  <a:lnTo>
                    <a:pt x="3068035" y="2529509"/>
                  </a:lnTo>
                  <a:lnTo>
                    <a:pt x="3004897" y="2510709"/>
                  </a:lnTo>
                  <a:lnTo>
                    <a:pt x="2946419" y="2489661"/>
                  </a:lnTo>
                  <a:lnTo>
                    <a:pt x="2891703" y="2466059"/>
                  </a:lnTo>
                  <a:lnTo>
                    <a:pt x="2839834" y="2439611"/>
                  </a:lnTo>
                  <a:lnTo>
                    <a:pt x="2789961" y="2410097"/>
                  </a:lnTo>
                  <a:lnTo>
                    <a:pt x="2770117" y="2397224"/>
                  </a:lnTo>
                  <a:lnTo>
                    <a:pt x="2723963" y="2364860"/>
                  </a:lnTo>
                  <a:lnTo>
                    <a:pt x="2678259" y="2329571"/>
                  </a:lnTo>
                  <a:lnTo>
                    <a:pt x="2632617" y="2291304"/>
                  </a:lnTo>
                  <a:lnTo>
                    <a:pt x="2586753" y="2250082"/>
                  </a:lnTo>
                  <a:lnTo>
                    <a:pt x="2540479" y="2206014"/>
                  </a:lnTo>
                  <a:lnTo>
                    <a:pt x="2493691" y="2159301"/>
                  </a:lnTo>
                  <a:lnTo>
                    <a:pt x="2446361" y="2110238"/>
                  </a:lnTo>
                  <a:lnTo>
                    <a:pt x="2398525" y="2059210"/>
                  </a:lnTo>
                  <a:lnTo>
                    <a:pt x="2350276" y="2006684"/>
                  </a:lnTo>
                  <a:lnTo>
                    <a:pt x="2301749" y="1953190"/>
                  </a:lnTo>
                  <a:lnTo>
                    <a:pt x="2253106" y="1899300"/>
                  </a:lnTo>
                  <a:lnTo>
                    <a:pt x="2204521" y="1845608"/>
                  </a:lnTo>
                  <a:lnTo>
                    <a:pt x="2156162" y="1792695"/>
                  </a:lnTo>
                  <a:lnTo>
                    <a:pt x="2108175" y="1741109"/>
                  </a:lnTo>
                  <a:lnTo>
                    <a:pt x="2060668" y="1691340"/>
                  </a:lnTo>
                  <a:lnTo>
                    <a:pt x="2013698" y="1643802"/>
                  </a:lnTo>
                  <a:lnTo>
                    <a:pt x="1967259" y="1598820"/>
                  </a:lnTo>
                  <a:lnTo>
                    <a:pt x="1921274" y="1556626"/>
                  </a:lnTo>
                  <a:lnTo>
                    <a:pt x="1875584" y="1517361"/>
                  </a:lnTo>
                  <a:lnTo>
                    <a:pt x="1829938" y="1481075"/>
                  </a:lnTo>
                  <a:lnTo>
                    <a:pt x="1783986" y="1447741"/>
                  </a:lnTo>
                  <a:lnTo>
                    <a:pt x="1768425" y="1437205"/>
                  </a:lnTo>
                  <a:lnTo>
                    <a:pt x="1719148" y="1406420"/>
                  </a:lnTo>
                  <a:lnTo>
                    <a:pt x="1668186" y="1378746"/>
                  </a:lnTo>
                  <a:lnTo>
                    <a:pt x="1614735" y="1354022"/>
                  </a:lnTo>
                  <a:lnTo>
                    <a:pt x="1557895" y="1331975"/>
                  </a:lnTo>
                  <a:lnTo>
                    <a:pt x="1496752" y="1312298"/>
                  </a:lnTo>
                  <a:lnTo>
                    <a:pt x="1430456" y="1294698"/>
                  </a:lnTo>
                  <a:lnTo>
                    <a:pt x="1358319" y="1278916"/>
                  </a:lnTo>
                  <a:lnTo>
                    <a:pt x="1279950" y="1264745"/>
                  </a:lnTo>
                  <a:lnTo>
                    <a:pt x="1195434" y="1252034"/>
                  </a:lnTo>
                  <a:lnTo>
                    <a:pt x="1105537" y="1240691"/>
                  </a:lnTo>
                  <a:lnTo>
                    <a:pt x="1011914" y="1230679"/>
                  </a:lnTo>
                  <a:lnTo>
                    <a:pt x="917237" y="1222005"/>
                  </a:lnTo>
                  <a:lnTo>
                    <a:pt x="825157" y="1214700"/>
                  </a:lnTo>
                  <a:lnTo>
                    <a:pt x="739977" y="1208789"/>
                  </a:lnTo>
                  <a:lnTo>
                    <a:pt x="666026" y="1204260"/>
                  </a:lnTo>
                  <a:lnTo>
                    <a:pt x="606816" y="1201037"/>
                  </a:lnTo>
                  <a:lnTo>
                    <a:pt x="564226" y="1198963"/>
                  </a:lnTo>
                  <a:lnTo>
                    <a:pt x="537967" y="1197813"/>
                  </a:lnTo>
                  <a:lnTo>
                    <a:pt x="525488" y="1197320"/>
                  </a:lnTo>
                  <a:lnTo>
                    <a:pt x="522133" y="1197200"/>
                  </a:lnTo>
                  <a:lnTo>
                    <a:pt x="0" y="1197200"/>
                  </a:lnTo>
                  <a:close/>
                </a:path>
              </a:pathLst>
            </a:custGeom>
            <a:solidFill>
              <a:srgbClr val="8FA8D6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765" name="pl765"/>
            <p:cNvSpPr/>
            <p:nvPr/>
          </p:nvSpPr>
          <p:spPr>
            <a:xfrm>
              <a:off x="386606" y="807184"/>
              <a:ext cx="8554953" cy="2637228"/>
            </a:xfrm>
            <a:custGeom>
              <a:avLst/>
              <a:pathLst>
                <a:path w="8554953" h="2637228">
                  <a:moveTo>
                    <a:pt x="0" y="1197200"/>
                  </a:moveTo>
                  <a:lnTo>
                    <a:pt x="522133" y="1197200"/>
                  </a:lnTo>
                  <a:lnTo>
                    <a:pt x="523369" y="1197243"/>
                  </a:lnTo>
                  <a:lnTo>
                    <a:pt x="531456" y="1197550"/>
                  </a:lnTo>
                  <a:lnTo>
                    <a:pt x="551693" y="1198399"/>
                  </a:lnTo>
                  <a:lnTo>
                    <a:pt x="587489" y="1200068"/>
                  </a:lnTo>
                  <a:lnTo>
                    <a:pt x="640064" y="1202802"/>
                  </a:lnTo>
                  <a:lnTo>
                    <a:pt x="708379" y="1206787"/>
                  </a:lnTo>
                  <a:lnTo>
                    <a:pt x="789497" y="1212132"/>
                  </a:lnTo>
                  <a:lnTo>
                    <a:pt x="879314" y="1218873"/>
                  </a:lnTo>
                  <a:lnTo>
                    <a:pt x="973424" y="1226996"/>
                  </a:lnTo>
                  <a:lnTo>
                    <a:pt x="1067856" y="1236467"/>
                  </a:lnTo>
                  <a:lnTo>
                    <a:pt x="1159521" y="1247268"/>
                  </a:lnTo>
                  <a:lnTo>
                    <a:pt x="1246359" y="1259416"/>
                  </a:lnTo>
                  <a:lnTo>
                    <a:pt x="1327267" y="1272979"/>
                  </a:lnTo>
                  <a:lnTo>
                    <a:pt x="1401909" y="1288085"/>
                  </a:lnTo>
                  <a:lnTo>
                    <a:pt x="1470507" y="1304919"/>
                  </a:lnTo>
                  <a:lnTo>
                    <a:pt x="1533645" y="1323719"/>
                  </a:lnTo>
                  <a:lnTo>
                    <a:pt x="1592123" y="1344767"/>
                  </a:lnTo>
                  <a:lnTo>
                    <a:pt x="1646839" y="1368369"/>
                  </a:lnTo>
                  <a:lnTo>
                    <a:pt x="1698708" y="1394817"/>
                  </a:lnTo>
                  <a:lnTo>
                    <a:pt x="1748581" y="1424331"/>
                  </a:lnTo>
                  <a:lnTo>
                    <a:pt x="1768425" y="1437205"/>
                  </a:lnTo>
                  <a:lnTo>
                    <a:pt x="1814579" y="1469568"/>
                  </a:lnTo>
                  <a:lnTo>
                    <a:pt x="1860283" y="1504857"/>
                  </a:lnTo>
                  <a:lnTo>
                    <a:pt x="1905925" y="1543124"/>
                  </a:lnTo>
                  <a:lnTo>
                    <a:pt x="1951790" y="1584347"/>
                  </a:lnTo>
                  <a:lnTo>
                    <a:pt x="1998063" y="1628415"/>
                  </a:lnTo>
                  <a:lnTo>
                    <a:pt x="2044851" y="1675127"/>
                  </a:lnTo>
                  <a:lnTo>
                    <a:pt x="2092181" y="1724190"/>
                  </a:lnTo>
                  <a:lnTo>
                    <a:pt x="2140017" y="1775218"/>
                  </a:lnTo>
                  <a:lnTo>
                    <a:pt x="2188266" y="1827744"/>
                  </a:lnTo>
                  <a:lnTo>
                    <a:pt x="2236793" y="1881239"/>
                  </a:lnTo>
                  <a:lnTo>
                    <a:pt x="2285436" y="1935128"/>
                  </a:lnTo>
                  <a:lnTo>
                    <a:pt x="2334021" y="1988820"/>
                  </a:lnTo>
                  <a:lnTo>
                    <a:pt x="2382380" y="2041733"/>
                  </a:lnTo>
                  <a:lnTo>
                    <a:pt x="2430367" y="2093319"/>
                  </a:lnTo>
                  <a:lnTo>
                    <a:pt x="2477874" y="2143088"/>
                  </a:lnTo>
                  <a:lnTo>
                    <a:pt x="2524844" y="2190626"/>
                  </a:lnTo>
                  <a:lnTo>
                    <a:pt x="2571283" y="2235609"/>
                  </a:lnTo>
                  <a:lnTo>
                    <a:pt x="2617268" y="2277802"/>
                  </a:lnTo>
                  <a:lnTo>
                    <a:pt x="2662958" y="2317067"/>
                  </a:lnTo>
                  <a:lnTo>
                    <a:pt x="2708604" y="2353353"/>
                  </a:lnTo>
                  <a:lnTo>
                    <a:pt x="2754556" y="2386688"/>
                  </a:lnTo>
                  <a:lnTo>
                    <a:pt x="2770117" y="2397224"/>
                  </a:lnTo>
                  <a:lnTo>
                    <a:pt x="2819394" y="2428008"/>
                  </a:lnTo>
                  <a:lnTo>
                    <a:pt x="2870356" y="2455682"/>
                  </a:lnTo>
                  <a:lnTo>
                    <a:pt x="2923808" y="2480406"/>
                  </a:lnTo>
                  <a:lnTo>
                    <a:pt x="2980647" y="2502454"/>
                  </a:lnTo>
                  <a:lnTo>
                    <a:pt x="3041790" y="2522130"/>
                  </a:lnTo>
                  <a:lnTo>
                    <a:pt x="3108086" y="2539731"/>
                  </a:lnTo>
                  <a:lnTo>
                    <a:pt x="3180224" y="2555512"/>
                  </a:lnTo>
                  <a:lnTo>
                    <a:pt x="3258592" y="2569683"/>
                  </a:lnTo>
                  <a:lnTo>
                    <a:pt x="3343108" y="2582394"/>
                  </a:lnTo>
                  <a:lnTo>
                    <a:pt x="3433005" y="2593737"/>
                  </a:lnTo>
                  <a:lnTo>
                    <a:pt x="3526629" y="2603749"/>
                  </a:lnTo>
                  <a:lnTo>
                    <a:pt x="3621305" y="2612423"/>
                  </a:lnTo>
                  <a:lnTo>
                    <a:pt x="3713385" y="2619728"/>
                  </a:lnTo>
                  <a:lnTo>
                    <a:pt x="3798565" y="2625639"/>
                  </a:lnTo>
                  <a:lnTo>
                    <a:pt x="3872516" y="2630168"/>
                  </a:lnTo>
                  <a:lnTo>
                    <a:pt x="3931726" y="2633391"/>
                  </a:lnTo>
                  <a:lnTo>
                    <a:pt x="3974316" y="2635465"/>
                  </a:lnTo>
                  <a:lnTo>
                    <a:pt x="4000575" y="2636615"/>
                  </a:lnTo>
                  <a:lnTo>
                    <a:pt x="4013054" y="2637108"/>
                  </a:lnTo>
                  <a:lnTo>
                    <a:pt x="4016324" y="2637226"/>
                  </a:lnTo>
                  <a:lnTo>
                    <a:pt x="4016409" y="2637228"/>
                  </a:lnTo>
                  <a:lnTo>
                    <a:pt x="4538543" y="2637228"/>
                  </a:lnTo>
                  <a:lnTo>
                    <a:pt x="4539708" y="2637154"/>
                  </a:lnTo>
                  <a:lnTo>
                    <a:pt x="4547339" y="2636625"/>
                  </a:lnTo>
                  <a:lnTo>
                    <a:pt x="4566473" y="2635162"/>
                  </a:lnTo>
                  <a:lnTo>
                    <a:pt x="4600419" y="2632287"/>
                  </a:lnTo>
                  <a:lnTo>
                    <a:pt x="4650474" y="2627568"/>
                  </a:lnTo>
                  <a:lnTo>
                    <a:pt x="4715842" y="2620676"/>
                  </a:lnTo>
                  <a:lnTo>
                    <a:pt x="4793925" y="2611407"/>
                  </a:lnTo>
                  <a:lnTo>
                    <a:pt x="4880951" y="2599684"/>
                  </a:lnTo>
                  <a:lnTo>
                    <a:pt x="4972763" y="2585523"/>
                  </a:lnTo>
                  <a:lnTo>
                    <a:pt x="5065515" y="2568980"/>
                  </a:lnTo>
                  <a:lnTo>
                    <a:pt x="5156121" y="2550096"/>
                  </a:lnTo>
                  <a:lnTo>
                    <a:pt x="5242440" y="2528857"/>
                  </a:lnTo>
                  <a:lnTo>
                    <a:pt x="5323240" y="2505167"/>
                  </a:lnTo>
                  <a:lnTo>
                    <a:pt x="5398044" y="2478833"/>
                  </a:lnTo>
                  <a:lnTo>
                    <a:pt x="5466941" y="2449561"/>
                  </a:lnTo>
                  <a:lnTo>
                    <a:pt x="5530397" y="2416965"/>
                  </a:lnTo>
                  <a:lnTo>
                    <a:pt x="5589117" y="2380581"/>
                  </a:lnTo>
                  <a:lnTo>
                    <a:pt x="5643925" y="2339890"/>
                  </a:lnTo>
                  <a:lnTo>
                    <a:pt x="5695685" y="2294369"/>
                  </a:lnTo>
                  <a:lnTo>
                    <a:pt x="5745230" y="2243578"/>
                  </a:lnTo>
                  <a:lnTo>
                    <a:pt x="5784835" y="2197690"/>
                  </a:lnTo>
                  <a:lnTo>
                    <a:pt x="5823098" y="2148989"/>
                  </a:lnTo>
                  <a:lnTo>
                    <a:pt x="5861000" y="2096631"/>
                  </a:lnTo>
                  <a:lnTo>
                    <a:pt x="5898779" y="2040544"/>
                  </a:lnTo>
                  <a:lnTo>
                    <a:pt x="5936621" y="1980716"/>
                  </a:lnTo>
                  <a:lnTo>
                    <a:pt x="5974663" y="1917205"/>
                  </a:lnTo>
                  <a:lnTo>
                    <a:pt x="6013000" y="1850146"/>
                  </a:lnTo>
                  <a:lnTo>
                    <a:pt x="6051690" y="1779753"/>
                  </a:lnTo>
                  <a:lnTo>
                    <a:pt x="6090753" y="1706321"/>
                  </a:lnTo>
                  <a:lnTo>
                    <a:pt x="6130179" y="1630225"/>
                  </a:lnTo>
                  <a:lnTo>
                    <a:pt x="6169927" y="1551912"/>
                  </a:lnTo>
                  <a:lnTo>
                    <a:pt x="6209936" y="1471895"/>
                  </a:lnTo>
                  <a:lnTo>
                    <a:pt x="6250124" y="1390737"/>
                  </a:lnTo>
                  <a:lnTo>
                    <a:pt x="6290400" y="1309036"/>
                  </a:lnTo>
                  <a:lnTo>
                    <a:pt x="6330664" y="1227407"/>
                  </a:lnTo>
                  <a:lnTo>
                    <a:pt x="6370819" y="1146464"/>
                  </a:lnTo>
                  <a:lnTo>
                    <a:pt x="6410773" y="1066797"/>
                  </a:lnTo>
                  <a:lnTo>
                    <a:pt x="6450450" y="988960"/>
                  </a:lnTo>
                  <a:lnTo>
                    <a:pt x="6489793" y="913450"/>
                  </a:lnTo>
                  <a:lnTo>
                    <a:pt x="6528769" y="840699"/>
                  </a:lnTo>
                  <a:lnTo>
                    <a:pt x="6567373" y="771064"/>
                  </a:lnTo>
                  <a:lnTo>
                    <a:pt x="6605635" y="704820"/>
                  </a:lnTo>
                  <a:lnTo>
                    <a:pt x="6643620" y="642162"/>
                  </a:lnTo>
                  <a:lnTo>
                    <a:pt x="6681433" y="583208"/>
                  </a:lnTo>
                  <a:lnTo>
                    <a:pt x="6719223" y="527998"/>
                  </a:lnTo>
                  <a:lnTo>
                    <a:pt x="6757186" y="476506"/>
                  </a:lnTo>
                  <a:lnTo>
                    <a:pt x="6786527" y="439538"/>
                  </a:lnTo>
                  <a:lnTo>
                    <a:pt x="6834804" y="384231"/>
                  </a:lnTo>
                  <a:lnTo>
                    <a:pt x="6884685" y="334400"/>
                  </a:lnTo>
                  <a:lnTo>
                    <a:pt x="6936924" y="289773"/>
                  </a:lnTo>
                  <a:lnTo>
                    <a:pt x="6992363" y="249886"/>
                  </a:lnTo>
                  <a:lnTo>
                    <a:pt x="7051866" y="214211"/>
                  </a:lnTo>
                  <a:lnTo>
                    <a:pt x="7116243" y="182238"/>
                  </a:lnTo>
                  <a:lnTo>
                    <a:pt x="7186163" y="153513"/>
                  </a:lnTo>
                  <a:lnTo>
                    <a:pt x="7262040" y="127667"/>
                  </a:lnTo>
                  <a:lnTo>
                    <a:pt x="7343874" y="104424"/>
                  </a:lnTo>
                  <a:lnTo>
                    <a:pt x="7431069" y="83608"/>
                  </a:lnTo>
                  <a:lnTo>
                    <a:pt x="7522240" y="65138"/>
                  </a:lnTo>
                  <a:lnTo>
                    <a:pt x="7615075" y="49014"/>
                  </a:lnTo>
                  <a:lnTo>
                    <a:pt x="7706335" y="35283"/>
                  </a:lnTo>
                  <a:lnTo>
                    <a:pt x="7792075" y="23997"/>
                  </a:lnTo>
                  <a:lnTo>
                    <a:pt x="7868152" y="15158"/>
                  </a:lnTo>
                  <a:lnTo>
                    <a:pt x="7930946" y="8671"/>
                  </a:lnTo>
                  <a:lnTo>
                    <a:pt x="7978139" y="4307"/>
                  </a:lnTo>
                  <a:lnTo>
                    <a:pt x="8009299" y="1716"/>
                  </a:lnTo>
                  <a:lnTo>
                    <a:pt x="8026095" y="455"/>
                  </a:lnTo>
                  <a:lnTo>
                    <a:pt x="8032164" y="41"/>
                  </a:lnTo>
                  <a:lnTo>
                    <a:pt x="8032819" y="0"/>
                  </a:lnTo>
                  <a:lnTo>
                    <a:pt x="8554953" y="0"/>
                  </a:lnTo>
                  <a:lnTo>
                    <a:pt x="8554953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766" name="pl766"/>
            <p:cNvSpPr/>
            <p:nvPr/>
          </p:nvSpPr>
          <p:spPr>
            <a:xfrm>
              <a:off x="386606" y="795890"/>
              <a:ext cx="8554953" cy="2637228"/>
            </a:xfrm>
            <a:custGeom>
              <a:avLst/>
              <a:pathLst>
                <a:path w="8554953" h="2637228">
                  <a:moveTo>
                    <a:pt x="8554953" y="0"/>
                  </a:moveTo>
                  <a:lnTo>
                    <a:pt x="8032819" y="0"/>
                  </a:lnTo>
                  <a:lnTo>
                    <a:pt x="8031654" y="74"/>
                  </a:lnTo>
                  <a:lnTo>
                    <a:pt x="8024023" y="603"/>
                  </a:lnTo>
                  <a:lnTo>
                    <a:pt x="8004889" y="2066"/>
                  </a:lnTo>
                  <a:lnTo>
                    <a:pt x="7970943" y="4941"/>
                  </a:lnTo>
                  <a:lnTo>
                    <a:pt x="7920888" y="9660"/>
                  </a:lnTo>
                  <a:lnTo>
                    <a:pt x="7855520" y="16552"/>
                  </a:lnTo>
                  <a:lnTo>
                    <a:pt x="7777437" y="25821"/>
                  </a:lnTo>
                  <a:lnTo>
                    <a:pt x="7690411" y="37544"/>
                  </a:lnTo>
                  <a:lnTo>
                    <a:pt x="7598599" y="51705"/>
                  </a:lnTo>
                  <a:lnTo>
                    <a:pt x="7505847" y="68248"/>
                  </a:lnTo>
                  <a:lnTo>
                    <a:pt x="7415241" y="87132"/>
                  </a:lnTo>
                  <a:lnTo>
                    <a:pt x="7328922" y="108371"/>
                  </a:lnTo>
                  <a:lnTo>
                    <a:pt x="7248122" y="132061"/>
                  </a:lnTo>
                  <a:lnTo>
                    <a:pt x="7173317" y="158395"/>
                  </a:lnTo>
                  <a:lnTo>
                    <a:pt x="7104421" y="187667"/>
                  </a:lnTo>
                  <a:lnTo>
                    <a:pt x="7040965" y="220263"/>
                  </a:lnTo>
                  <a:lnTo>
                    <a:pt x="6982245" y="256647"/>
                  </a:lnTo>
                  <a:lnTo>
                    <a:pt x="6927437" y="297338"/>
                  </a:lnTo>
                  <a:lnTo>
                    <a:pt x="6875677" y="342859"/>
                  </a:lnTo>
                  <a:lnTo>
                    <a:pt x="6826132" y="393650"/>
                  </a:lnTo>
                  <a:lnTo>
                    <a:pt x="6786527" y="439538"/>
                  </a:lnTo>
                  <a:lnTo>
                    <a:pt x="6748264" y="488239"/>
                  </a:lnTo>
                  <a:lnTo>
                    <a:pt x="6710362" y="540597"/>
                  </a:lnTo>
                  <a:lnTo>
                    <a:pt x="6672583" y="596684"/>
                  </a:lnTo>
                  <a:lnTo>
                    <a:pt x="6634741" y="656512"/>
                  </a:lnTo>
                  <a:lnTo>
                    <a:pt x="6596699" y="720023"/>
                  </a:lnTo>
                  <a:lnTo>
                    <a:pt x="6558362" y="787082"/>
                  </a:lnTo>
                  <a:lnTo>
                    <a:pt x="6519672" y="857475"/>
                  </a:lnTo>
                  <a:lnTo>
                    <a:pt x="6480609" y="930907"/>
                  </a:lnTo>
                  <a:lnTo>
                    <a:pt x="6441183" y="1007003"/>
                  </a:lnTo>
                  <a:lnTo>
                    <a:pt x="6401435" y="1085316"/>
                  </a:lnTo>
                  <a:lnTo>
                    <a:pt x="6361426" y="1165333"/>
                  </a:lnTo>
                  <a:lnTo>
                    <a:pt x="6321238" y="1246491"/>
                  </a:lnTo>
                  <a:lnTo>
                    <a:pt x="6280962" y="1328192"/>
                  </a:lnTo>
                  <a:lnTo>
                    <a:pt x="6240698" y="1409821"/>
                  </a:lnTo>
                  <a:lnTo>
                    <a:pt x="6200543" y="1490764"/>
                  </a:lnTo>
                  <a:lnTo>
                    <a:pt x="6160589" y="1570431"/>
                  </a:lnTo>
                  <a:lnTo>
                    <a:pt x="6120912" y="1648268"/>
                  </a:lnTo>
                  <a:lnTo>
                    <a:pt x="6081569" y="1723778"/>
                  </a:lnTo>
                  <a:lnTo>
                    <a:pt x="6042593" y="1796529"/>
                  </a:lnTo>
                  <a:lnTo>
                    <a:pt x="6003989" y="1866164"/>
                  </a:lnTo>
                  <a:lnTo>
                    <a:pt x="5965727" y="1932408"/>
                  </a:lnTo>
                  <a:lnTo>
                    <a:pt x="5927742" y="1995066"/>
                  </a:lnTo>
                  <a:lnTo>
                    <a:pt x="5889929" y="2054020"/>
                  </a:lnTo>
                  <a:lnTo>
                    <a:pt x="5852139" y="2109230"/>
                  </a:lnTo>
                  <a:lnTo>
                    <a:pt x="5814176" y="2160722"/>
                  </a:lnTo>
                  <a:lnTo>
                    <a:pt x="5784835" y="2197690"/>
                  </a:lnTo>
                  <a:lnTo>
                    <a:pt x="5736558" y="2252997"/>
                  </a:lnTo>
                  <a:lnTo>
                    <a:pt x="5686677" y="2302828"/>
                  </a:lnTo>
                  <a:lnTo>
                    <a:pt x="5634438" y="2347455"/>
                  </a:lnTo>
                  <a:lnTo>
                    <a:pt x="5578999" y="2387342"/>
                  </a:lnTo>
                  <a:lnTo>
                    <a:pt x="5519496" y="2423017"/>
                  </a:lnTo>
                  <a:lnTo>
                    <a:pt x="5455119" y="2454990"/>
                  </a:lnTo>
                  <a:lnTo>
                    <a:pt x="5385199" y="2483714"/>
                  </a:lnTo>
                  <a:lnTo>
                    <a:pt x="5309322" y="2509561"/>
                  </a:lnTo>
                  <a:lnTo>
                    <a:pt x="5227488" y="2532804"/>
                  </a:lnTo>
                  <a:lnTo>
                    <a:pt x="5140293" y="2553620"/>
                  </a:lnTo>
                  <a:lnTo>
                    <a:pt x="5049122" y="2572090"/>
                  </a:lnTo>
                  <a:lnTo>
                    <a:pt x="4956287" y="2588214"/>
                  </a:lnTo>
                  <a:lnTo>
                    <a:pt x="4865027" y="2601945"/>
                  </a:lnTo>
                  <a:lnTo>
                    <a:pt x="4779286" y="2613231"/>
                  </a:lnTo>
                  <a:lnTo>
                    <a:pt x="4703210" y="2622070"/>
                  </a:lnTo>
                  <a:lnTo>
                    <a:pt x="4640416" y="2628557"/>
                  </a:lnTo>
                  <a:lnTo>
                    <a:pt x="4593223" y="2632921"/>
                  </a:lnTo>
                  <a:lnTo>
                    <a:pt x="4562063" y="2635512"/>
                  </a:lnTo>
                  <a:lnTo>
                    <a:pt x="4545267" y="2636773"/>
                  </a:lnTo>
                  <a:lnTo>
                    <a:pt x="4539197" y="2637187"/>
                  </a:lnTo>
                  <a:lnTo>
                    <a:pt x="4538543" y="2637228"/>
                  </a:lnTo>
                  <a:lnTo>
                    <a:pt x="4016409" y="2637228"/>
                  </a:lnTo>
                  <a:lnTo>
                    <a:pt x="4015173" y="2637185"/>
                  </a:lnTo>
                  <a:lnTo>
                    <a:pt x="4007086" y="2636878"/>
                  </a:lnTo>
                  <a:lnTo>
                    <a:pt x="3986850" y="2636029"/>
                  </a:lnTo>
                  <a:lnTo>
                    <a:pt x="3951053" y="2634360"/>
                  </a:lnTo>
                  <a:lnTo>
                    <a:pt x="3898478" y="2631626"/>
                  </a:lnTo>
                  <a:lnTo>
                    <a:pt x="3830163" y="2627641"/>
                  </a:lnTo>
                  <a:lnTo>
                    <a:pt x="3749045" y="2622296"/>
                  </a:lnTo>
                  <a:lnTo>
                    <a:pt x="3659228" y="2615555"/>
                  </a:lnTo>
                  <a:lnTo>
                    <a:pt x="3565118" y="2607433"/>
                  </a:lnTo>
                  <a:lnTo>
                    <a:pt x="3470686" y="2597961"/>
                  </a:lnTo>
                  <a:lnTo>
                    <a:pt x="3379021" y="2587160"/>
                  </a:lnTo>
                  <a:lnTo>
                    <a:pt x="3292183" y="2575012"/>
                  </a:lnTo>
                  <a:lnTo>
                    <a:pt x="3211275" y="2561449"/>
                  </a:lnTo>
                  <a:lnTo>
                    <a:pt x="3136633" y="2546343"/>
                  </a:lnTo>
                  <a:lnTo>
                    <a:pt x="3068035" y="2529509"/>
                  </a:lnTo>
                  <a:lnTo>
                    <a:pt x="3004897" y="2510709"/>
                  </a:lnTo>
                  <a:lnTo>
                    <a:pt x="2946419" y="2489661"/>
                  </a:lnTo>
                  <a:lnTo>
                    <a:pt x="2891703" y="2466059"/>
                  </a:lnTo>
                  <a:lnTo>
                    <a:pt x="2839834" y="2439611"/>
                  </a:lnTo>
                  <a:lnTo>
                    <a:pt x="2789961" y="2410097"/>
                  </a:lnTo>
                  <a:lnTo>
                    <a:pt x="2770117" y="2397224"/>
                  </a:lnTo>
                  <a:lnTo>
                    <a:pt x="2723963" y="2364860"/>
                  </a:lnTo>
                  <a:lnTo>
                    <a:pt x="2678259" y="2329571"/>
                  </a:lnTo>
                  <a:lnTo>
                    <a:pt x="2632617" y="2291304"/>
                  </a:lnTo>
                  <a:lnTo>
                    <a:pt x="2586753" y="2250082"/>
                  </a:lnTo>
                  <a:lnTo>
                    <a:pt x="2540479" y="2206014"/>
                  </a:lnTo>
                  <a:lnTo>
                    <a:pt x="2493691" y="2159301"/>
                  </a:lnTo>
                  <a:lnTo>
                    <a:pt x="2446361" y="2110238"/>
                  </a:lnTo>
                  <a:lnTo>
                    <a:pt x="2398525" y="2059210"/>
                  </a:lnTo>
                  <a:lnTo>
                    <a:pt x="2350276" y="2006684"/>
                  </a:lnTo>
                  <a:lnTo>
                    <a:pt x="2301749" y="1953190"/>
                  </a:lnTo>
                  <a:lnTo>
                    <a:pt x="2253106" y="1899300"/>
                  </a:lnTo>
                  <a:lnTo>
                    <a:pt x="2204521" y="1845608"/>
                  </a:lnTo>
                  <a:lnTo>
                    <a:pt x="2156162" y="1792695"/>
                  </a:lnTo>
                  <a:lnTo>
                    <a:pt x="2108175" y="1741109"/>
                  </a:lnTo>
                  <a:lnTo>
                    <a:pt x="2060668" y="1691340"/>
                  </a:lnTo>
                  <a:lnTo>
                    <a:pt x="2013698" y="1643802"/>
                  </a:lnTo>
                  <a:lnTo>
                    <a:pt x="1967259" y="1598820"/>
                  </a:lnTo>
                  <a:lnTo>
                    <a:pt x="1921274" y="1556626"/>
                  </a:lnTo>
                  <a:lnTo>
                    <a:pt x="1875584" y="1517361"/>
                  </a:lnTo>
                  <a:lnTo>
                    <a:pt x="1829938" y="1481075"/>
                  </a:lnTo>
                  <a:lnTo>
                    <a:pt x="1783986" y="1447741"/>
                  </a:lnTo>
                  <a:lnTo>
                    <a:pt x="1768425" y="1437205"/>
                  </a:lnTo>
                  <a:lnTo>
                    <a:pt x="1719148" y="1406420"/>
                  </a:lnTo>
                  <a:lnTo>
                    <a:pt x="1668186" y="1378746"/>
                  </a:lnTo>
                  <a:lnTo>
                    <a:pt x="1614735" y="1354022"/>
                  </a:lnTo>
                  <a:lnTo>
                    <a:pt x="1557895" y="1331975"/>
                  </a:lnTo>
                  <a:lnTo>
                    <a:pt x="1496752" y="1312298"/>
                  </a:lnTo>
                  <a:lnTo>
                    <a:pt x="1430456" y="1294698"/>
                  </a:lnTo>
                  <a:lnTo>
                    <a:pt x="1358319" y="1278916"/>
                  </a:lnTo>
                  <a:lnTo>
                    <a:pt x="1279950" y="1264745"/>
                  </a:lnTo>
                  <a:lnTo>
                    <a:pt x="1195434" y="1252034"/>
                  </a:lnTo>
                  <a:lnTo>
                    <a:pt x="1105537" y="1240691"/>
                  </a:lnTo>
                  <a:lnTo>
                    <a:pt x="1011914" y="1230679"/>
                  </a:lnTo>
                  <a:lnTo>
                    <a:pt x="917237" y="1222005"/>
                  </a:lnTo>
                  <a:lnTo>
                    <a:pt x="825157" y="1214700"/>
                  </a:lnTo>
                  <a:lnTo>
                    <a:pt x="739977" y="1208789"/>
                  </a:lnTo>
                  <a:lnTo>
                    <a:pt x="666026" y="1204260"/>
                  </a:lnTo>
                  <a:lnTo>
                    <a:pt x="606816" y="1201037"/>
                  </a:lnTo>
                  <a:lnTo>
                    <a:pt x="564226" y="1198963"/>
                  </a:lnTo>
                  <a:lnTo>
                    <a:pt x="537967" y="1197813"/>
                  </a:lnTo>
                  <a:lnTo>
                    <a:pt x="525488" y="1197320"/>
                  </a:lnTo>
                  <a:lnTo>
                    <a:pt x="522218" y="1197203"/>
                  </a:lnTo>
                  <a:lnTo>
                    <a:pt x="522133" y="1197200"/>
                  </a:lnTo>
                  <a:lnTo>
                    <a:pt x="0" y="1197200"/>
                  </a:lnTo>
                  <a:lnTo>
                    <a:pt x="0" y="119720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767" name="pg767"/>
            <p:cNvSpPr/>
            <p:nvPr/>
          </p:nvSpPr>
          <p:spPr>
            <a:xfrm>
              <a:off x="386606" y="1513081"/>
              <a:ext cx="8554953" cy="1936979"/>
            </a:xfrm>
            <a:custGeom>
              <a:avLst/>
              <a:pathLst>
                <a:path w="8554953" h="1936979">
                  <a:moveTo>
                    <a:pt x="0" y="496951"/>
                  </a:moveTo>
                  <a:lnTo>
                    <a:pt x="522133" y="496951"/>
                  </a:lnTo>
                  <a:lnTo>
                    <a:pt x="523369" y="496994"/>
                  </a:lnTo>
                  <a:lnTo>
                    <a:pt x="531456" y="497301"/>
                  </a:lnTo>
                  <a:lnTo>
                    <a:pt x="551693" y="498150"/>
                  </a:lnTo>
                  <a:lnTo>
                    <a:pt x="587489" y="499819"/>
                  </a:lnTo>
                  <a:lnTo>
                    <a:pt x="640064" y="502553"/>
                  </a:lnTo>
                  <a:lnTo>
                    <a:pt x="708379" y="506537"/>
                  </a:lnTo>
                  <a:lnTo>
                    <a:pt x="789497" y="511882"/>
                  </a:lnTo>
                  <a:lnTo>
                    <a:pt x="879314" y="518624"/>
                  </a:lnTo>
                  <a:lnTo>
                    <a:pt x="973424" y="526746"/>
                  </a:lnTo>
                  <a:lnTo>
                    <a:pt x="1067856" y="536218"/>
                  </a:lnTo>
                  <a:lnTo>
                    <a:pt x="1159521" y="547019"/>
                  </a:lnTo>
                  <a:lnTo>
                    <a:pt x="1246359" y="559167"/>
                  </a:lnTo>
                  <a:lnTo>
                    <a:pt x="1327267" y="572730"/>
                  </a:lnTo>
                  <a:lnTo>
                    <a:pt x="1401909" y="587836"/>
                  </a:lnTo>
                  <a:lnTo>
                    <a:pt x="1470507" y="604670"/>
                  </a:lnTo>
                  <a:lnTo>
                    <a:pt x="1533645" y="623470"/>
                  </a:lnTo>
                  <a:lnTo>
                    <a:pt x="1592123" y="644518"/>
                  </a:lnTo>
                  <a:lnTo>
                    <a:pt x="1646839" y="668120"/>
                  </a:lnTo>
                  <a:lnTo>
                    <a:pt x="1698708" y="694568"/>
                  </a:lnTo>
                  <a:lnTo>
                    <a:pt x="1748581" y="724082"/>
                  </a:lnTo>
                  <a:lnTo>
                    <a:pt x="1768425" y="736955"/>
                  </a:lnTo>
                  <a:lnTo>
                    <a:pt x="1814579" y="769319"/>
                  </a:lnTo>
                  <a:lnTo>
                    <a:pt x="1860283" y="804608"/>
                  </a:lnTo>
                  <a:lnTo>
                    <a:pt x="1905925" y="842875"/>
                  </a:lnTo>
                  <a:lnTo>
                    <a:pt x="1951790" y="884097"/>
                  </a:lnTo>
                  <a:lnTo>
                    <a:pt x="1998063" y="928165"/>
                  </a:lnTo>
                  <a:lnTo>
                    <a:pt x="2044851" y="974878"/>
                  </a:lnTo>
                  <a:lnTo>
                    <a:pt x="2092181" y="1023941"/>
                  </a:lnTo>
                  <a:lnTo>
                    <a:pt x="2140017" y="1074968"/>
                  </a:lnTo>
                  <a:lnTo>
                    <a:pt x="2188266" y="1127495"/>
                  </a:lnTo>
                  <a:lnTo>
                    <a:pt x="2236793" y="1180989"/>
                  </a:lnTo>
                  <a:lnTo>
                    <a:pt x="2285436" y="1234879"/>
                  </a:lnTo>
                  <a:lnTo>
                    <a:pt x="2334021" y="1288571"/>
                  </a:lnTo>
                  <a:lnTo>
                    <a:pt x="2382380" y="1341484"/>
                  </a:lnTo>
                  <a:lnTo>
                    <a:pt x="2430367" y="1393070"/>
                  </a:lnTo>
                  <a:lnTo>
                    <a:pt x="2477874" y="1442839"/>
                  </a:lnTo>
                  <a:lnTo>
                    <a:pt x="2524844" y="1490377"/>
                  </a:lnTo>
                  <a:lnTo>
                    <a:pt x="2571283" y="1535359"/>
                  </a:lnTo>
                  <a:lnTo>
                    <a:pt x="2617268" y="1577553"/>
                  </a:lnTo>
                  <a:lnTo>
                    <a:pt x="2662958" y="1616818"/>
                  </a:lnTo>
                  <a:lnTo>
                    <a:pt x="2708604" y="1653104"/>
                  </a:lnTo>
                  <a:lnTo>
                    <a:pt x="2754556" y="1686438"/>
                  </a:lnTo>
                  <a:lnTo>
                    <a:pt x="2770117" y="1696974"/>
                  </a:lnTo>
                  <a:lnTo>
                    <a:pt x="2819394" y="1727759"/>
                  </a:lnTo>
                  <a:lnTo>
                    <a:pt x="2870356" y="1755433"/>
                  </a:lnTo>
                  <a:lnTo>
                    <a:pt x="2923808" y="1780157"/>
                  </a:lnTo>
                  <a:lnTo>
                    <a:pt x="2980647" y="1802204"/>
                  </a:lnTo>
                  <a:lnTo>
                    <a:pt x="3041790" y="1821881"/>
                  </a:lnTo>
                  <a:lnTo>
                    <a:pt x="3108086" y="1839481"/>
                  </a:lnTo>
                  <a:lnTo>
                    <a:pt x="3180224" y="1855263"/>
                  </a:lnTo>
                  <a:lnTo>
                    <a:pt x="3258592" y="1869434"/>
                  </a:lnTo>
                  <a:lnTo>
                    <a:pt x="3343108" y="1882145"/>
                  </a:lnTo>
                  <a:lnTo>
                    <a:pt x="3433005" y="1893488"/>
                  </a:lnTo>
                  <a:lnTo>
                    <a:pt x="3526629" y="1903500"/>
                  </a:lnTo>
                  <a:lnTo>
                    <a:pt x="3621305" y="1912174"/>
                  </a:lnTo>
                  <a:lnTo>
                    <a:pt x="3713385" y="1919479"/>
                  </a:lnTo>
                  <a:lnTo>
                    <a:pt x="3798565" y="1925390"/>
                  </a:lnTo>
                  <a:lnTo>
                    <a:pt x="3872516" y="1929918"/>
                  </a:lnTo>
                  <a:lnTo>
                    <a:pt x="3931726" y="1933142"/>
                  </a:lnTo>
                  <a:lnTo>
                    <a:pt x="3974316" y="1935216"/>
                  </a:lnTo>
                  <a:lnTo>
                    <a:pt x="4000575" y="1936365"/>
                  </a:lnTo>
                  <a:lnTo>
                    <a:pt x="4013054" y="1936859"/>
                  </a:lnTo>
                  <a:lnTo>
                    <a:pt x="4016409" y="1936979"/>
                  </a:lnTo>
                  <a:lnTo>
                    <a:pt x="4538543" y="1936979"/>
                  </a:lnTo>
                  <a:lnTo>
                    <a:pt x="4539754" y="1936923"/>
                  </a:lnTo>
                  <a:lnTo>
                    <a:pt x="4547679" y="1936519"/>
                  </a:lnTo>
                  <a:lnTo>
                    <a:pt x="4567525" y="1935404"/>
                  </a:lnTo>
                  <a:lnTo>
                    <a:pt x="4602666" y="1933213"/>
                  </a:lnTo>
                  <a:lnTo>
                    <a:pt x="4654351" y="1929622"/>
                  </a:lnTo>
                  <a:lnTo>
                    <a:pt x="4721629" y="1924383"/>
                  </a:lnTo>
                  <a:lnTo>
                    <a:pt x="4801684" y="1917349"/>
                  </a:lnTo>
                  <a:lnTo>
                    <a:pt x="4890529" y="1908469"/>
                  </a:lnTo>
                  <a:lnTo>
                    <a:pt x="4983844" y="1897760"/>
                  </a:lnTo>
                  <a:lnTo>
                    <a:pt x="5077701" y="1885264"/>
                  </a:lnTo>
                  <a:lnTo>
                    <a:pt x="5169008" y="1871010"/>
                  </a:lnTo>
                  <a:lnTo>
                    <a:pt x="5255677" y="1854979"/>
                  </a:lnTo>
                  <a:lnTo>
                    <a:pt x="5336557" y="1837087"/>
                  </a:lnTo>
                  <a:lnTo>
                    <a:pt x="5411262" y="1817174"/>
                  </a:lnTo>
                  <a:lnTo>
                    <a:pt x="5479967" y="1795003"/>
                  </a:lnTo>
                  <a:lnTo>
                    <a:pt x="5543216" y="1770268"/>
                  </a:lnTo>
                  <a:lnTo>
                    <a:pt x="5601774" y="1742604"/>
                  </a:lnTo>
                  <a:lnTo>
                    <a:pt x="5656515" y="1711612"/>
                  </a:lnTo>
                  <a:lnTo>
                    <a:pt x="5708336" y="1676901"/>
                  </a:lnTo>
                  <a:lnTo>
                    <a:pt x="5758085" y="1638164"/>
                  </a:lnTo>
                  <a:lnTo>
                    <a:pt x="5784835" y="1615090"/>
                  </a:lnTo>
                  <a:lnTo>
                    <a:pt x="5827422" y="1575200"/>
                  </a:lnTo>
                  <a:lnTo>
                    <a:pt x="5869597" y="1531980"/>
                  </a:lnTo>
                  <a:lnTo>
                    <a:pt x="5911676" y="1485365"/>
                  </a:lnTo>
                  <a:lnTo>
                    <a:pt x="5953896" y="1435363"/>
                  </a:lnTo>
                  <a:lnTo>
                    <a:pt x="5996423" y="1382065"/>
                  </a:lnTo>
                  <a:lnTo>
                    <a:pt x="6039362" y="1325646"/>
                  </a:lnTo>
                  <a:lnTo>
                    <a:pt x="6082759" y="1266375"/>
                  </a:lnTo>
                  <a:lnTo>
                    <a:pt x="6126611" y="1204611"/>
                  </a:lnTo>
                  <a:lnTo>
                    <a:pt x="6170868" y="1140795"/>
                  </a:lnTo>
                  <a:lnTo>
                    <a:pt x="6215446" y="1075443"/>
                  </a:lnTo>
                  <a:lnTo>
                    <a:pt x="6260232" y="1009129"/>
                  </a:lnTo>
                  <a:lnTo>
                    <a:pt x="6305095" y="942461"/>
                  </a:lnTo>
                  <a:lnTo>
                    <a:pt x="6349899" y="876063"/>
                  </a:lnTo>
                  <a:lnTo>
                    <a:pt x="6394512" y="810548"/>
                  </a:lnTo>
                  <a:lnTo>
                    <a:pt x="6438818" y="746494"/>
                  </a:lnTo>
                  <a:lnTo>
                    <a:pt x="6482727" y="684425"/>
                  </a:lnTo>
                  <a:lnTo>
                    <a:pt x="6526187" y="624796"/>
                  </a:lnTo>
                  <a:lnTo>
                    <a:pt x="6569186" y="567976"/>
                  </a:lnTo>
                  <a:lnTo>
                    <a:pt x="6611764" y="514246"/>
                  </a:lnTo>
                  <a:lnTo>
                    <a:pt x="6654017" y="463794"/>
                  </a:lnTo>
                  <a:lnTo>
                    <a:pt x="6696103" y="416721"/>
                  </a:lnTo>
                  <a:lnTo>
                    <a:pt x="6738249" y="373046"/>
                  </a:lnTo>
                  <a:lnTo>
                    <a:pt x="6780759" y="332713"/>
                  </a:lnTo>
                  <a:lnTo>
                    <a:pt x="6786527" y="327535"/>
                  </a:lnTo>
                  <a:lnTo>
                    <a:pt x="6835453" y="286523"/>
                  </a:lnTo>
                  <a:lnTo>
                    <a:pt x="6886035" y="249625"/>
                  </a:lnTo>
                  <a:lnTo>
                    <a:pt x="6939061" y="216633"/>
                  </a:lnTo>
                  <a:lnTo>
                    <a:pt x="6995408" y="187188"/>
                  </a:lnTo>
                  <a:lnTo>
                    <a:pt x="7055972" y="160890"/>
                  </a:lnTo>
                  <a:lnTo>
                    <a:pt x="7121591" y="137351"/>
                  </a:lnTo>
                  <a:lnTo>
                    <a:pt x="7192947" y="116229"/>
                  </a:lnTo>
                  <a:lnTo>
                    <a:pt x="7270437" y="97250"/>
                  </a:lnTo>
                  <a:lnTo>
                    <a:pt x="7354010" y="80210"/>
                  </a:lnTo>
                  <a:lnTo>
                    <a:pt x="7442962" y="64985"/>
                  </a:lnTo>
                  <a:lnTo>
                    <a:pt x="7535735" y="51521"/>
                  </a:lnTo>
                  <a:lnTo>
                    <a:pt x="7629787" y="39824"/>
                  </a:lnTo>
                  <a:lnTo>
                    <a:pt x="7721615" y="29934"/>
                  </a:lnTo>
                  <a:lnTo>
                    <a:pt x="7807039" y="21885"/>
                  </a:lnTo>
                  <a:lnTo>
                    <a:pt x="7881788" y="15670"/>
                  </a:lnTo>
                  <a:lnTo>
                    <a:pt x="7942300" y="11197"/>
                  </a:lnTo>
                  <a:lnTo>
                    <a:pt x="7986531" y="8271"/>
                  </a:lnTo>
                  <a:lnTo>
                    <a:pt x="8014503" y="6608"/>
                  </a:lnTo>
                  <a:lnTo>
                    <a:pt x="8028451" y="5859"/>
                  </a:lnTo>
                  <a:lnTo>
                    <a:pt x="8032612" y="5656"/>
                  </a:lnTo>
                  <a:lnTo>
                    <a:pt x="8032819" y="5647"/>
                  </a:lnTo>
                  <a:lnTo>
                    <a:pt x="8554953" y="5647"/>
                  </a:lnTo>
                  <a:lnTo>
                    <a:pt x="8554953" y="0"/>
                  </a:lnTo>
                  <a:lnTo>
                    <a:pt x="8032819" y="0"/>
                  </a:lnTo>
                  <a:lnTo>
                    <a:pt x="8031608" y="56"/>
                  </a:lnTo>
                  <a:lnTo>
                    <a:pt x="8023683" y="459"/>
                  </a:lnTo>
                  <a:lnTo>
                    <a:pt x="8003837" y="1574"/>
                  </a:lnTo>
                  <a:lnTo>
                    <a:pt x="7968696" y="3765"/>
                  </a:lnTo>
                  <a:lnTo>
                    <a:pt x="7917011" y="7357"/>
                  </a:lnTo>
                  <a:lnTo>
                    <a:pt x="7849733" y="12596"/>
                  </a:lnTo>
                  <a:lnTo>
                    <a:pt x="7769678" y="19630"/>
                  </a:lnTo>
                  <a:lnTo>
                    <a:pt x="7680833" y="28510"/>
                  </a:lnTo>
                  <a:lnTo>
                    <a:pt x="7587518" y="39219"/>
                  </a:lnTo>
                  <a:lnTo>
                    <a:pt x="7493661" y="51715"/>
                  </a:lnTo>
                  <a:lnTo>
                    <a:pt x="7402354" y="65969"/>
                  </a:lnTo>
                  <a:lnTo>
                    <a:pt x="7315685" y="81999"/>
                  </a:lnTo>
                  <a:lnTo>
                    <a:pt x="7234805" y="99891"/>
                  </a:lnTo>
                  <a:lnTo>
                    <a:pt x="7160100" y="119805"/>
                  </a:lnTo>
                  <a:lnTo>
                    <a:pt x="7091395" y="141976"/>
                  </a:lnTo>
                  <a:lnTo>
                    <a:pt x="7028146" y="166711"/>
                  </a:lnTo>
                  <a:lnTo>
                    <a:pt x="6969588" y="194375"/>
                  </a:lnTo>
                  <a:lnTo>
                    <a:pt x="6914847" y="225367"/>
                  </a:lnTo>
                  <a:lnTo>
                    <a:pt x="6863026" y="260078"/>
                  </a:lnTo>
                  <a:lnTo>
                    <a:pt x="6813277" y="298815"/>
                  </a:lnTo>
                  <a:lnTo>
                    <a:pt x="6786527" y="321888"/>
                  </a:lnTo>
                  <a:lnTo>
                    <a:pt x="6743940" y="361779"/>
                  </a:lnTo>
                  <a:lnTo>
                    <a:pt x="6701765" y="404999"/>
                  </a:lnTo>
                  <a:lnTo>
                    <a:pt x="6659686" y="451614"/>
                  </a:lnTo>
                  <a:lnTo>
                    <a:pt x="6617466" y="501616"/>
                  </a:lnTo>
                  <a:lnTo>
                    <a:pt x="6574939" y="554914"/>
                  </a:lnTo>
                  <a:lnTo>
                    <a:pt x="6532000" y="611333"/>
                  </a:lnTo>
                  <a:lnTo>
                    <a:pt x="6488602" y="670603"/>
                  </a:lnTo>
                  <a:lnTo>
                    <a:pt x="6444751" y="732368"/>
                  </a:lnTo>
                  <a:lnTo>
                    <a:pt x="6400494" y="796184"/>
                  </a:lnTo>
                  <a:lnTo>
                    <a:pt x="6355916" y="861535"/>
                  </a:lnTo>
                  <a:lnTo>
                    <a:pt x="6311130" y="927850"/>
                  </a:lnTo>
                  <a:lnTo>
                    <a:pt x="6266267" y="994518"/>
                  </a:lnTo>
                  <a:lnTo>
                    <a:pt x="6221463" y="1060916"/>
                  </a:lnTo>
                  <a:lnTo>
                    <a:pt x="6176850" y="1126431"/>
                  </a:lnTo>
                  <a:lnTo>
                    <a:pt x="6132544" y="1190485"/>
                  </a:lnTo>
                  <a:lnTo>
                    <a:pt x="6088634" y="1252553"/>
                  </a:lnTo>
                  <a:lnTo>
                    <a:pt x="6045175" y="1312182"/>
                  </a:lnTo>
                  <a:lnTo>
                    <a:pt x="6002176" y="1369002"/>
                  </a:lnTo>
                  <a:lnTo>
                    <a:pt x="5959598" y="1422733"/>
                  </a:lnTo>
                  <a:lnTo>
                    <a:pt x="5917344" y="1473185"/>
                  </a:lnTo>
                  <a:lnTo>
                    <a:pt x="5875259" y="1520258"/>
                  </a:lnTo>
                  <a:lnTo>
                    <a:pt x="5833113" y="1563933"/>
                  </a:lnTo>
                  <a:lnTo>
                    <a:pt x="5790603" y="1604265"/>
                  </a:lnTo>
                  <a:lnTo>
                    <a:pt x="5784835" y="1609443"/>
                  </a:lnTo>
                  <a:lnTo>
                    <a:pt x="5735909" y="1650456"/>
                  </a:lnTo>
                  <a:lnTo>
                    <a:pt x="5685327" y="1687353"/>
                  </a:lnTo>
                  <a:lnTo>
                    <a:pt x="5632301" y="1720346"/>
                  </a:lnTo>
                  <a:lnTo>
                    <a:pt x="5575954" y="1749791"/>
                  </a:lnTo>
                  <a:lnTo>
                    <a:pt x="5515390" y="1776089"/>
                  </a:lnTo>
                  <a:lnTo>
                    <a:pt x="5449771" y="1799628"/>
                  </a:lnTo>
                  <a:lnTo>
                    <a:pt x="5378415" y="1820749"/>
                  </a:lnTo>
                  <a:lnTo>
                    <a:pt x="5300925" y="1839729"/>
                  </a:lnTo>
                  <a:lnTo>
                    <a:pt x="5217352" y="1856768"/>
                  </a:lnTo>
                  <a:lnTo>
                    <a:pt x="5128400" y="1871993"/>
                  </a:lnTo>
                  <a:lnTo>
                    <a:pt x="5035627" y="1885457"/>
                  </a:lnTo>
                  <a:lnTo>
                    <a:pt x="4941575" y="1897154"/>
                  </a:lnTo>
                  <a:lnTo>
                    <a:pt x="4849747" y="1907045"/>
                  </a:lnTo>
                  <a:lnTo>
                    <a:pt x="4764323" y="1915093"/>
                  </a:lnTo>
                  <a:lnTo>
                    <a:pt x="4689574" y="1921308"/>
                  </a:lnTo>
                  <a:lnTo>
                    <a:pt x="4629062" y="1925782"/>
                  </a:lnTo>
                  <a:lnTo>
                    <a:pt x="4584831" y="1928707"/>
                  </a:lnTo>
                  <a:lnTo>
                    <a:pt x="4556859" y="1930371"/>
                  </a:lnTo>
                  <a:lnTo>
                    <a:pt x="4542911" y="1931120"/>
                  </a:lnTo>
                  <a:lnTo>
                    <a:pt x="4538750" y="1931323"/>
                  </a:lnTo>
                  <a:lnTo>
                    <a:pt x="4538543" y="1931332"/>
                  </a:lnTo>
                  <a:lnTo>
                    <a:pt x="4016409" y="1931332"/>
                  </a:lnTo>
                  <a:lnTo>
                    <a:pt x="4015173" y="1931289"/>
                  </a:lnTo>
                  <a:lnTo>
                    <a:pt x="4007086" y="1930982"/>
                  </a:lnTo>
                  <a:lnTo>
                    <a:pt x="3986850" y="1930132"/>
                  </a:lnTo>
                  <a:lnTo>
                    <a:pt x="3951053" y="1928464"/>
                  </a:lnTo>
                  <a:lnTo>
                    <a:pt x="3898478" y="1925730"/>
                  </a:lnTo>
                  <a:lnTo>
                    <a:pt x="3830163" y="1921745"/>
                  </a:lnTo>
                  <a:lnTo>
                    <a:pt x="3749045" y="1916400"/>
                  </a:lnTo>
                  <a:lnTo>
                    <a:pt x="3659228" y="1909659"/>
                  </a:lnTo>
                  <a:lnTo>
                    <a:pt x="3565118" y="1901536"/>
                  </a:lnTo>
                  <a:lnTo>
                    <a:pt x="3470686" y="1892065"/>
                  </a:lnTo>
                  <a:lnTo>
                    <a:pt x="3379021" y="1881264"/>
                  </a:lnTo>
                  <a:lnTo>
                    <a:pt x="3292183" y="1869116"/>
                  </a:lnTo>
                  <a:lnTo>
                    <a:pt x="3211275" y="1855552"/>
                  </a:lnTo>
                  <a:lnTo>
                    <a:pt x="3136633" y="1840447"/>
                  </a:lnTo>
                  <a:lnTo>
                    <a:pt x="3068035" y="1823613"/>
                  </a:lnTo>
                  <a:lnTo>
                    <a:pt x="3004897" y="1804813"/>
                  </a:lnTo>
                  <a:lnTo>
                    <a:pt x="2946419" y="1783765"/>
                  </a:lnTo>
                  <a:lnTo>
                    <a:pt x="2891703" y="1760163"/>
                  </a:lnTo>
                  <a:lnTo>
                    <a:pt x="2839834" y="1733715"/>
                  </a:lnTo>
                  <a:lnTo>
                    <a:pt x="2789961" y="1704201"/>
                  </a:lnTo>
                  <a:lnTo>
                    <a:pt x="2770117" y="1691327"/>
                  </a:lnTo>
                  <a:lnTo>
                    <a:pt x="2723963" y="1658964"/>
                  </a:lnTo>
                  <a:lnTo>
                    <a:pt x="2678259" y="1623675"/>
                  </a:lnTo>
                  <a:lnTo>
                    <a:pt x="2632617" y="1585407"/>
                  </a:lnTo>
                  <a:lnTo>
                    <a:pt x="2586753" y="1544185"/>
                  </a:lnTo>
                  <a:lnTo>
                    <a:pt x="2540479" y="1500117"/>
                  </a:lnTo>
                  <a:lnTo>
                    <a:pt x="2493691" y="1453404"/>
                  </a:lnTo>
                  <a:lnTo>
                    <a:pt x="2446361" y="1404342"/>
                  </a:lnTo>
                  <a:lnTo>
                    <a:pt x="2398525" y="1353314"/>
                  </a:lnTo>
                  <a:lnTo>
                    <a:pt x="2350276" y="1300788"/>
                  </a:lnTo>
                  <a:lnTo>
                    <a:pt x="2301749" y="1247293"/>
                  </a:lnTo>
                  <a:lnTo>
                    <a:pt x="2253106" y="1193404"/>
                  </a:lnTo>
                  <a:lnTo>
                    <a:pt x="2204521" y="1139712"/>
                  </a:lnTo>
                  <a:lnTo>
                    <a:pt x="2156162" y="1086799"/>
                  </a:lnTo>
                  <a:lnTo>
                    <a:pt x="2108175" y="1035213"/>
                  </a:lnTo>
                  <a:lnTo>
                    <a:pt x="2060668" y="985444"/>
                  </a:lnTo>
                  <a:lnTo>
                    <a:pt x="2013698" y="937905"/>
                  </a:lnTo>
                  <a:lnTo>
                    <a:pt x="1967259" y="892923"/>
                  </a:lnTo>
                  <a:lnTo>
                    <a:pt x="1921274" y="850730"/>
                  </a:lnTo>
                  <a:lnTo>
                    <a:pt x="1875584" y="811465"/>
                  </a:lnTo>
                  <a:lnTo>
                    <a:pt x="1829938" y="775179"/>
                  </a:lnTo>
                  <a:lnTo>
                    <a:pt x="1783986" y="741844"/>
                  </a:lnTo>
                  <a:lnTo>
                    <a:pt x="1768425" y="731308"/>
                  </a:lnTo>
                  <a:lnTo>
                    <a:pt x="1719148" y="700523"/>
                  </a:lnTo>
                  <a:lnTo>
                    <a:pt x="1668186" y="672850"/>
                  </a:lnTo>
                  <a:lnTo>
                    <a:pt x="1614735" y="648126"/>
                  </a:lnTo>
                  <a:lnTo>
                    <a:pt x="1557895" y="626078"/>
                  </a:lnTo>
                  <a:lnTo>
                    <a:pt x="1496752" y="606401"/>
                  </a:lnTo>
                  <a:lnTo>
                    <a:pt x="1430456" y="588801"/>
                  </a:lnTo>
                  <a:lnTo>
                    <a:pt x="1358319" y="573019"/>
                  </a:lnTo>
                  <a:lnTo>
                    <a:pt x="1279950" y="558849"/>
                  </a:lnTo>
                  <a:lnTo>
                    <a:pt x="1195434" y="546138"/>
                  </a:lnTo>
                  <a:lnTo>
                    <a:pt x="1105537" y="534795"/>
                  </a:lnTo>
                  <a:lnTo>
                    <a:pt x="1011914" y="524783"/>
                  </a:lnTo>
                  <a:lnTo>
                    <a:pt x="917237" y="516109"/>
                  </a:lnTo>
                  <a:lnTo>
                    <a:pt x="825157" y="508803"/>
                  </a:lnTo>
                  <a:lnTo>
                    <a:pt x="739977" y="502892"/>
                  </a:lnTo>
                  <a:lnTo>
                    <a:pt x="666026" y="498364"/>
                  </a:lnTo>
                  <a:lnTo>
                    <a:pt x="606816" y="495141"/>
                  </a:lnTo>
                  <a:lnTo>
                    <a:pt x="564226" y="493067"/>
                  </a:lnTo>
                  <a:lnTo>
                    <a:pt x="537967" y="491917"/>
                  </a:lnTo>
                  <a:lnTo>
                    <a:pt x="525488" y="491424"/>
                  </a:lnTo>
                  <a:lnTo>
                    <a:pt x="522133" y="491303"/>
                  </a:lnTo>
                  <a:lnTo>
                    <a:pt x="0" y="491303"/>
                  </a:lnTo>
                  <a:close/>
                </a:path>
              </a:pathLst>
            </a:custGeom>
            <a:solidFill>
              <a:srgbClr val="8FA8D6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768" name="pl768"/>
            <p:cNvSpPr/>
            <p:nvPr/>
          </p:nvSpPr>
          <p:spPr>
            <a:xfrm>
              <a:off x="386606" y="1518728"/>
              <a:ext cx="8554953" cy="1931332"/>
            </a:xfrm>
            <a:custGeom>
              <a:avLst/>
              <a:pathLst>
                <a:path w="8554953" h="1931332">
                  <a:moveTo>
                    <a:pt x="0" y="491303"/>
                  </a:moveTo>
                  <a:lnTo>
                    <a:pt x="522133" y="491303"/>
                  </a:lnTo>
                  <a:lnTo>
                    <a:pt x="523369" y="491346"/>
                  </a:lnTo>
                  <a:lnTo>
                    <a:pt x="531456" y="491654"/>
                  </a:lnTo>
                  <a:lnTo>
                    <a:pt x="551693" y="492503"/>
                  </a:lnTo>
                  <a:lnTo>
                    <a:pt x="587489" y="494172"/>
                  </a:lnTo>
                  <a:lnTo>
                    <a:pt x="640064" y="496905"/>
                  </a:lnTo>
                  <a:lnTo>
                    <a:pt x="708379" y="500890"/>
                  </a:lnTo>
                  <a:lnTo>
                    <a:pt x="789497" y="506235"/>
                  </a:lnTo>
                  <a:lnTo>
                    <a:pt x="879314" y="512976"/>
                  </a:lnTo>
                  <a:lnTo>
                    <a:pt x="973424" y="521099"/>
                  </a:lnTo>
                  <a:lnTo>
                    <a:pt x="1067856" y="530571"/>
                  </a:lnTo>
                  <a:lnTo>
                    <a:pt x="1159521" y="541372"/>
                  </a:lnTo>
                  <a:lnTo>
                    <a:pt x="1246359" y="553520"/>
                  </a:lnTo>
                  <a:lnTo>
                    <a:pt x="1327267" y="567083"/>
                  </a:lnTo>
                  <a:lnTo>
                    <a:pt x="1401909" y="582189"/>
                  </a:lnTo>
                  <a:lnTo>
                    <a:pt x="1470507" y="599022"/>
                  </a:lnTo>
                  <a:lnTo>
                    <a:pt x="1533645" y="617823"/>
                  </a:lnTo>
                  <a:lnTo>
                    <a:pt x="1592123" y="638871"/>
                  </a:lnTo>
                  <a:lnTo>
                    <a:pt x="1646839" y="662472"/>
                  </a:lnTo>
                  <a:lnTo>
                    <a:pt x="1698708" y="688921"/>
                  </a:lnTo>
                  <a:lnTo>
                    <a:pt x="1748581" y="718435"/>
                  </a:lnTo>
                  <a:lnTo>
                    <a:pt x="1768425" y="731308"/>
                  </a:lnTo>
                  <a:lnTo>
                    <a:pt x="1814579" y="763672"/>
                  </a:lnTo>
                  <a:lnTo>
                    <a:pt x="1860283" y="798961"/>
                  </a:lnTo>
                  <a:lnTo>
                    <a:pt x="1905925" y="837228"/>
                  </a:lnTo>
                  <a:lnTo>
                    <a:pt x="1951790" y="878450"/>
                  </a:lnTo>
                  <a:lnTo>
                    <a:pt x="1998063" y="922518"/>
                  </a:lnTo>
                  <a:lnTo>
                    <a:pt x="2044851" y="969231"/>
                  </a:lnTo>
                  <a:lnTo>
                    <a:pt x="2092181" y="1018294"/>
                  </a:lnTo>
                  <a:lnTo>
                    <a:pt x="2140017" y="1069321"/>
                  </a:lnTo>
                  <a:lnTo>
                    <a:pt x="2188266" y="1121848"/>
                  </a:lnTo>
                  <a:lnTo>
                    <a:pt x="2236793" y="1175342"/>
                  </a:lnTo>
                  <a:lnTo>
                    <a:pt x="2285436" y="1229231"/>
                  </a:lnTo>
                  <a:lnTo>
                    <a:pt x="2334021" y="1282924"/>
                  </a:lnTo>
                  <a:lnTo>
                    <a:pt x="2382380" y="1335837"/>
                  </a:lnTo>
                  <a:lnTo>
                    <a:pt x="2430367" y="1387422"/>
                  </a:lnTo>
                  <a:lnTo>
                    <a:pt x="2477874" y="1437191"/>
                  </a:lnTo>
                  <a:lnTo>
                    <a:pt x="2524844" y="1484730"/>
                  </a:lnTo>
                  <a:lnTo>
                    <a:pt x="2571283" y="1529712"/>
                  </a:lnTo>
                  <a:lnTo>
                    <a:pt x="2617268" y="1571906"/>
                  </a:lnTo>
                  <a:lnTo>
                    <a:pt x="2662958" y="1611171"/>
                  </a:lnTo>
                  <a:lnTo>
                    <a:pt x="2708604" y="1647457"/>
                  </a:lnTo>
                  <a:lnTo>
                    <a:pt x="2754556" y="1680791"/>
                  </a:lnTo>
                  <a:lnTo>
                    <a:pt x="2770117" y="1691327"/>
                  </a:lnTo>
                  <a:lnTo>
                    <a:pt x="2819394" y="1722112"/>
                  </a:lnTo>
                  <a:lnTo>
                    <a:pt x="2870356" y="1749785"/>
                  </a:lnTo>
                  <a:lnTo>
                    <a:pt x="2923808" y="1774510"/>
                  </a:lnTo>
                  <a:lnTo>
                    <a:pt x="2980647" y="1796557"/>
                  </a:lnTo>
                  <a:lnTo>
                    <a:pt x="3041790" y="1816234"/>
                  </a:lnTo>
                  <a:lnTo>
                    <a:pt x="3108086" y="1833834"/>
                  </a:lnTo>
                  <a:lnTo>
                    <a:pt x="3180224" y="1849616"/>
                  </a:lnTo>
                  <a:lnTo>
                    <a:pt x="3258592" y="1863787"/>
                  </a:lnTo>
                  <a:lnTo>
                    <a:pt x="3343108" y="1876498"/>
                  </a:lnTo>
                  <a:lnTo>
                    <a:pt x="3433005" y="1887841"/>
                  </a:lnTo>
                  <a:lnTo>
                    <a:pt x="3526629" y="1897853"/>
                  </a:lnTo>
                  <a:lnTo>
                    <a:pt x="3621305" y="1906527"/>
                  </a:lnTo>
                  <a:lnTo>
                    <a:pt x="3713385" y="1913832"/>
                  </a:lnTo>
                  <a:lnTo>
                    <a:pt x="3798565" y="1919743"/>
                  </a:lnTo>
                  <a:lnTo>
                    <a:pt x="3872516" y="1924271"/>
                  </a:lnTo>
                  <a:lnTo>
                    <a:pt x="3931726" y="1927495"/>
                  </a:lnTo>
                  <a:lnTo>
                    <a:pt x="3974316" y="1929569"/>
                  </a:lnTo>
                  <a:lnTo>
                    <a:pt x="4000575" y="1930718"/>
                  </a:lnTo>
                  <a:lnTo>
                    <a:pt x="4013054" y="1931212"/>
                  </a:lnTo>
                  <a:lnTo>
                    <a:pt x="4016324" y="1931329"/>
                  </a:lnTo>
                  <a:lnTo>
                    <a:pt x="4016409" y="1931332"/>
                  </a:lnTo>
                  <a:lnTo>
                    <a:pt x="4538543" y="1931332"/>
                  </a:lnTo>
                  <a:lnTo>
                    <a:pt x="4539754" y="1931276"/>
                  </a:lnTo>
                  <a:lnTo>
                    <a:pt x="4547679" y="1930872"/>
                  </a:lnTo>
                  <a:lnTo>
                    <a:pt x="4567525" y="1929757"/>
                  </a:lnTo>
                  <a:lnTo>
                    <a:pt x="4602666" y="1927566"/>
                  </a:lnTo>
                  <a:lnTo>
                    <a:pt x="4654351" y="1923975"/>
                  </a:lnTo>
                  <a:lnTo>
                    <a:pt x="4721629" y="1918735"/>
                  </a:lnTo>
                  <a:lnTo>
                    <a:pt x="4801684" y="1911701"/>
                  </a:lnTo>
                  <a:lnTo>
                    <a:pt x="4890529" y="1902822"/>
                  </a:lnTo>
                  <a:lnTo>
                    <a:pt x="4983844" y="1892112"/>
                  </a:lnTo>
                  <a:lnTo>
                    <a:pt x="5077701" y="1879617"/>
                  </a:lnTo>
                  <a:lnTo>
                    <a:pt x="5169008" y="1865363"/>
                  </a:lnTo>
                  <a:lnTo>
                    <a:pt x="5255677" y="1849332"/>
                  </a:lnTo>
                  <a:lnTo>
                    <a:pt x="5336557" y="1831440"/>
                  </a:lnTo>
                  <a:lnTo>
                    <a:pt x="5411262" y="1811527"/>
                  </a:lnTo>
                  <a:lnTo>
                    <a:pt x="5479967" y="1789356"/>
                  </a:lnTo>
                  <a:lnTo>
                    <a:pt x="5543216" y="1764621"/>
                  </a:lnTo>
                  <a:lnTo>
                    <a:pt x="5601774" y="1736957"/>
                  </a:lnTo>
                  <a:lnTo>
                    <a:pt x="5656515" y="1705965"/>
                  </a:lnTo>
                  <a:lnTo>
                    <a:pt x="5708336" y="1671253"/>
                  </a:lnTo>
                  <a:lnTo>
                    <a:pt x="5758085" y="1632517"/>
                  </a:lnTo>
                  <a:lnTo>
                    <a:pt x="5784835" y="1609443"/>
                  </a:lnTo>
                  <a:lnTo>
                    <a:pt x="5827422" y="1569553"/>
                  </a:lnTo>
                  <a:lnTo>
                    <a:pt x="5869597" y="1526332"/>
                  </a:lnTo>
                  <a:lnTo>
                    <a:pt x="5911676" y="1479717"/>
                  </a:lnTo>
                  <a:lnTo>
                    <a:pt x="5953896" y="1429716"/>
                  </a:lnTo>
                  <a:lnTo>
                    <a:pt x="5996423" y="1376418"/>
                  </a:lnTo>
                  <a:lnTo>
                    <a:pt x="6039362" y="1319999"/>
                  </a:lnTo>
                  <a:lnTo>
                    <a:pt x="6082759" y="1260728"/>
                  </a:lnTo>
                  <a:lnTo>
                    <a:pt x="6126611" y="1198964"/>
                  </a:lnTo>
                  <a:lnTo>
                    <a:pt x="6170868" y="1135148"/>
                  </a:lnTo>
                  <a:lnTo>
                    <a:pt x="6215446" y="1069796"/>
                  </a:lnTo>
                  <a:lnTo>
                    <a:pt x="6260232" y="1003482"/>
                  </a:lnTo>
                  <a:lnTo>
                    <a:pt x="6305095" y="936814"/>
                  </a:lnTo>
                  <a:lnTo>
                    <a:pt x="6349899" y="870416"/>
                  </a:lnTo>
                  <a:lnTo>
                    <a:pt x="6394512" y="804900"/>
                  </a:lnTo>
                  <a:lnTo>
                    <a:pt x="6438818" y="740846"/>
                  </a:lnTo>
                  <a:lnTo>
                    <a:pt x="6482727" y="678778"/>
                  </a:lnTo>
                  <a:lnTo>
                    <a:pt x="6526187" y="619149"/>
                  </a:lnTo>
                  <a:lnTo>
                    <a:pt x="6569186" y="562329"/>
                  </a:lnTo>
                  <a:lnTo>
                    <a:pt x="6611764" y="508599"/>
                  </a:lnTo>
                  <a:lnTo>
                    <a:pt x="6654017" y="458147"/>
                  </a:lnTo>
                  <a:lnTo>
                    <a:pt x="6696103" y="411074"/>
                  </a:lnTo>
                  <a:lnTo>
                    <a:pt x="6738249" y="367399"/>
                  </a:lnTo>
                  <a:lnTo>
                    <a:pt x="6780759" y="327066"/>
                  </a:lnTo>
                  <a:lnTo>
                    <a:pt x="6786527" y="321888"/>
                  </a:lnTo>
                  <a:lnTo>
                    <a:pt x="6835453" y="280875"/>
                  </a:lnTo>
                  <a:lnTo>
                    <a:pt x="6886035" y="243978"/>
                  </a:lnTo>
                  <a:lnTo>
                    <a:pt x="6939061" y="210986"/>
                  </a:lnTo>
                  <a:lnTo>
                    <a:pt x="6995408" y="181541"/>
                  </a:lnTo>
                  <a:lnTo>
                    <a:pt x="7055972" y="155243"/>
                  </a:lnTo>
                  <a:lnTo>
                    <a:pt x="7121591" y="131703"/>
                  </a:lnTo>
                  <a:lnTo>
                    <a:pt x="7192947" y="110582"/>
                  </a:lnTo>
                  <a:lnTo>
                    <a:pt x="7270437" y="91603"/>
                  </a:lnTo>
                  <a:lnTo>
                    <a:pt x="7354010" y="74563"/>
                  </a:lnTo>
                  <a:lnTo>
                    <a:pt x="7442962" y="59338"/>
                  </a:lnTo>
                  <a:lnTo>
                    <a:pt x="7535735" y="45874"/>
                  </a:lnTo>
                  <a:lnTo>
                    <a:pt x="7629787" y="34177"/>
                  </a:lnTo>
                  <a:lnTo>
                    <a:pt x="7721615" y="24286"/>
                  </a:lnTo>
                  <a:lnTo>
                    <a:pt x="7807039" y="16238"/>
                  </a:lnTo>
                  <a:lnTo>
                    <a:pt x="7881788" y="10023"/>
                  </a:lnTo>
                  <a:lnTo>
                    <a:pt x="7942300" y="5550"/>
                  </a:lnTo>
                  <a:lnTo>
                    <a:pt x="7986531" y="2624"/>
                  </a:lnTo>
                  <a:lnTo>
                    <a:pt x="8014503" y="961"/>
                  </a:lnTo>
                  <a:lnTo>
                    <a:pt x="8028451" y="212"/>
                  </a:lnTo>
                  <a:lnTo>
                    <a:pt x="8032612" y="9"/>
                  </a:lnTo>
                  <a:lnTo>
                    <a:pt x="8032819" y="0"/>
                  </a:lnTo>
                  <a:lnTo>
                    <a:pt x="8554953" y="0"/>
                  </a:lnTo>
                  <a:lnTo>
                    <a:pt x="8554953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769" name="pl769"/>
            <p:cNvSpPr/>
            <p:nvPr/>
          </p:nvSpPr>
          <p:spPr>
            <a:xfrm>
              <a:off x="386606" y="1513081"/>
              <a:ext cx="8554953" cy="1931332"/>
            </a:xfrm>
            <a:custGeom>
              <a:avLst/>
              <a:pathLst>
                <a:path w="8554953" h="1931332">
                  <a:moveTo>
                    <a:pt x="8554953" y="0"/>
                  </a:moveTo>
                  <a:lnTo>
                    <a:pt x="8032819" y="0"/>
                  </a:lnTo>
                  <a:lnTo>
                    <a:pt x="8031608" y="56"/>
                  </a:lnTo>
                  <a:lnTo>
                    <a:pt x="8023683" y="459"/>
                  </a:lnTo>
                  <a:lnTo>
                    <a:pt x="8003837" y="1574"/>
                  </a:lnTo>
                  <a:lnTo>
                    <a:pt x="7968696" y="3765"/>
                  </a:lnTo>
                  <a:lnTo>
                    <a:pt x="7917011" y="7357"/>
                  </a:lnTo>
                  <a:lnTo>
                    <a:pt x="7849733" y="12596"/>
                  </a:lnTo>
                  <a:lnTo>
                    <a:pt x="7769678" y="19630"/>
                  </a:lnTo>
                  <a:lnTo>
                    <a:pt x="7680833" y="28510"/>
                  </a:lnTo>
                  <a:lnTo>
                    <a:pt x="7587518" y="39219"/>
                  </a:lnTo>
                  <a:lnTo>
                    <a:pt x="7493661" y="51715"/>
                  </a:lnTo>
                  <a:lnTo>
                    <a:pt x="7402354" y="65969"/>
                  </a:lnTo>
                  <a:lnTo>
                    <a:pt x="7315685" y="81999"/>
                  </a:lnTo>
                  <a:lnTo>
                    <a:pt x="7234805" y="99891"/>
                  </a:lnTo>
                  <a:lnTo>
                    <a:pt x="7160100" y="119805"/>
                  </a:lnTo>
                  <a:lnTo>
                    <a:pt x="7091395" y="141976"/>
                  </a:lnTo>
                  <a:lnTo>
                    <a:pt x="7028146" y="166711"/>
                  </a:lnTo>
                  <a:lnTo>
                    <a:pt x="6969588" y="194375"/>
                  </a:lnTo>
                  <a:lnTo>
                    <a:pt x="6914847" y="225367"/>
                  </a:lnTo>
                  <a:lnTo>
                    <a:pt x="6863026" y="260078"/>
                  </a:lnTo>
                  <a:lnTo>
                    <a:pt x="6813277" y="298815"/>
                  </a:lnTo>
                  <a:lnTo>
                    <a:pt x="6786527" y="321888"/>
                  </a:lnTo>
                  <a:lnTo>
                    <a:pt x="6743940" y="361779"/>
                  </a:lnTo>
                  <a:lnTo>
                    <a:pt x="6701765" y="404999"/>
                  </a:lnTo>
                  <a:lnTo>
                    <a:pt x="6659686" y="451614"/>
                  </a:lnTo>
                  <a:lnTo>
                    <a:pt x="6617466" y="501616"/>
                  </a:lnTo>
                  <a:lnTo>
                    <a:pt x="6574939" y="554914"/>
                  </a:lnTo>
                  <a:lnTo>
                    <a:pt x="6532000" y="611333"/>
                  </a:lnTo>
                  <a:lnTo>
                    <a:pt x="6488602" y="670603"/>
                  </a:lnTo>
                  <a:lnTo>
                    <a:pt x="6444751" y="732368"/>
                  </a:lnTo>
                  <a:lnTo>
                    <a:pt x="6400494" y="796184"/>
                  </a:lnTo>
                  <a:lnTo>
                    <a:pt x="6355916" y="861535"/>
                  </a:lnTo>
                  <a:lnTo>
                    <a:pt x="6311130" y="927850"/>
                  </a:lnTo>
                  <a:lnTo>
                    <a:pt x="6266267" y="994518"/>
                  </a:lnTo>
                  <a:lnTo>
                    <a:pt x="6221463" y="1060916"/>
                  </a:lnTo>
                  <a:lnTo>
                    <a:pt x="6176850" y="1126431"/>
                  </a:lnTo>
                  <a:lnTo>
                    <a:pt x="6132544" y="1190485"/>
                  </a:lnTo>
                  <a:lnTo>
                    <a:pt x="6088634" y="1252553"/>
                  </a:lnTo>
                  <a:lnTo>
                    <a:pt x="6045175" y="1312182"/>
                  </a:lnTo>
                  <a:lnTo>
                    <a:pt x="6002176" y="1369002"/>
                  </a:lnTo>
                  <a:lnTo>
                    <a:pt x="5959598" y="1422733"/>
                  </a:lnTo>
                  <a:lnTo>
                    <a:pt x="5917344" y="1473185"/>
                  </a:lnTo>
                  <a:lnTo>
                    <a:pt x="5875259" y="1520258"/>
                  </a:lnTo>
                  <a:lnTo>
                    <a:pt x="5833113" y="1563933"/>
                  </a:lnTo>
                  <a:lnTo>
                    <a:pt x="5790603" y="1604265"/>
                  </a:lnTo>
                  <a:lnTo>
                    <a:pt x="5784835" y="1609443"/>
                  </a:lnTo>
                  <a:lnTo>
                    <a:pt x="5735909" y="1650456"/>
                  </a:lnTo>
                  <a:lnTo>
                    <a:pt x="5685327" y="1687353"/>
                  </a:lnTo>
                  <a:lnTo>
                    <a:pt x="5632301" y="1720346"/>
                  </a:lnTo>
                  <a:lnTo>
                    <a:pt x="5575954" y="1749791"/>
                  </a:lnTo>
                  <a:lnTo>
                    <a:pt x="5515390" y="1776089"/>
                  </a:lnTo>
                  <a:lnTo>
                    <a:pt x="5449771" y="1799628"/>
                  </a:lnTo>
                  <a:lnTo>
                    <a:pt x="5378415" y="1820749"/>
                  </a:lnTo>
                  <a:lnTo>
                    <a:pt x="5300925" y="1839729"/>
                  </a:lnTo>
                  <a:lnTo>
                    <a:pt x="5217352" y="1856768"/>
                  </a:lnTo>
                  <a:lnTo>
                    <a:pt x="5128400" y="1871993"/>
                  </a:lnTo>
                  <a:lnTo>
                    <a:pt x="5035627" y="1885457"/>
                  </a:lnTo>
                  <a:lnTo>
                    <a:pt x="4941575" y="1897154"/>
                  </a:lnTo>
                  <a:lnTo>
                    <a:pt x="4849747" y="1907045"/>
                  </a:lnTo>
                  <a:lnTo>
                    <a:pt x="4764323" y="1915093"/>
                  </a:lnTo>
                  <a:lnTo>
                    <a:pt x="4689574" y="1921308"/>
                  </a:lnTo>
                  <a:lnTo>
                    <a:pt x="4629062" y="1925782"/>
                  </a:lnTo>
                  <a:lnTo>
                    <a:pt x="4584831" y="1928707"/>
                  </a:lnTo>
                  <a:lnTo>
                    <a:pt x="4556859" y="1930371"/>
                  </a:lnTo>
                  <a:lnTo>
                    <a:pt x="4542911" y="1931120"/>
                  </a:lnTo>
                  <a:lnTo>
                    <a:pt x="4538750" y="1931323"/>
                  </a:lnTo>
                  <a:lnTo>
                    <a:pt x="4538543" y="1931332"/>
                  </a:lnTo>
                  <a:lnTo>
                    <a:pt x="4016409" y="1931332"/>
                  </a:lnTo>
                  <a:lnTo>
                    <a:pt x="4015173" y="1931289"/>
                  </a:lnTo>
                  <a:lnTo>
                    <a:pt x="4007086" y="1930982"/>
                  </a:lnTo>
                  <a:lnTo>
                    <a:pt x="3986850" y="1930132"/>
                  </a:lnTo>
                  <a:lnTo>
                    <a:pt x="3951053" y="1928464"/>
                  </a:lnTo>
                  <a:lnTo>
                    <a:pt x="3898478" y="1925730"/>
                  </a:lnTo>
                  <a:lnTo>
                    <a:pt x="3830163" y="1921745"/>
                  </a:lnTo>
                  <a:lnTo>
                    <a:pt x="3749045" y="1916400"/>
                  </a:lnTo>
                  <a:lnTo>
                    <a:pt x="3659228" y="1909659"/>
                  </a:lnTo>
                  <a:lnTo>
                    <a:pt x="3565118" y="1901536"/>
                  </a:lnTo>
                  <a:lnTo>
                    <a:pt x="3470686" y="1892065"/>
                  </a:lnTo>
                  <a:lnTo>
                    <a:pt x="3379021" y="1881264"/>
                  </a:lnTo>
                  <a:lnTo>
                    <a:pt x="3292183" y="1869116"/>
                  </a:lnTo>
                  <a:lnTo>
                    <a:pt x="3211275" y="1855552"/>
                  </a:lnTo>
                  <a:lnTo>
                    <a:pt x="3136633" y="1840447"/>
                  </a:lnTo>
                  <a:lnTo>
                    <a:pt x="3068035" y="1823613"/>
                  </a:lnTo>
                  <a:lnTo>
                    <a:pt x="3004897" y="1804813"/>
                  </a:lnTo>
                  <a:lnTo>
                    <a:pt x="2946419" y="1783765"/>
                  </a:lnTo>
                  <a:lnTo>
                    <a:pt x="2891703" y="1760163"/>
                  </a:lnTo>
                  <a:lnTo>
                    <a:pt x="2839834" y="1733715"/>
                  </a:lnTo>
                  <a:lnTo>
                    <a:pt x="2789961" y="1704201"/>
                  </a:lnTo>
                  <a:lnTo>
                    <a:pt x="2770117" y="1691327"/>
                  </a:lnTo>
                  <a:lnTo>
                    <a:pt x="2723963" y="1658964"/>
                  </a:lnTo>
                  <a:lnTo>
                    <a:pt x="2678259" y="1623675"/>
                  </a:lnTo>
                  <a:lnTo>
                    <a:pt x="2632617" y="1585407"/>
                  </a:lnTo>
                  <a:lnTo>
                    <a:pt x="2586753" y="1544185"/>
                  </a:lnTo>
                  <a:lnTo>
                    <a:pt x="2540479" y="1500117"/>
                  </a:lnTo>
                  <a:lnTo>
                    <a:pt x="2493691" y="1453404"/>
                  </a:lnTo>
                  <a:lnTo>
                    <a:pt x="2446361" y="1404342"/>
                  </a:lnTo>
                  <a:lnTo>
                    <a:pt x="2398525" y="1353314"/>
                  </a:lnTo>
                  <a:lnTo>
                    <a:pt x="2350276" y="1300788"/>
                  </a:lnTo>
                  <a:lnTo>
                    <a:pt x="2301749" y="1247293"/>
                  </a:lnTo>
                  <a:lnTo>
                    <a:pt x="2253106" y="1193404"/>
                  </a:lnTo>
                  <a:lnTo>
                    <a:pt x="2204521" y="1139712"/>
                  </a:lnTo>
                  <a:lnTo>
                    <a:pt x="2156162" y="1086799"/>
                  </a:lnTo>
                  <a:lnTo>
                    <a:pt x="2108175" y="1035213"/>
                  </a:lnTo>
                  <a:lnTo>
                    <a:pt x="2060668" y="985444"/>
                  </a:lnTo>
                  <a:lnTo>
                    <a:pt x="2013698" y="937905"/>
                  </a:lnTo>
                  <a:lnTo>
                    <a:pt x="1967259" y="892923"/>
                  </a:lnTo>
                  <a:lnTo>
                    <a:pt x="1921274" y="850730"/>
                  </a:lnTo>
                  <a:lnTo>
                    <a:pt x="1875584" y="811465"/>
                  </a:lnTo>
                  <a:lnTo>
                    <a:pt x="1829938" y="775179"/>
                  </a:lnTo>
                  <a:lnTo>
                    <a:pt x="1783986" y="741844"/>
                  </a:lnTo>
                  <a:lnTo>
                    <a:pt x="1768425" y="731308"/>
                  </a:lnTo>
                  <a:lnTo>
                    <a:pt x="1719148" y="700523"/>
                  </a:lnTo>
                  <a:lnTo>
                    <a:pt x="1668186" y="672850"/>
                  </a:lnTo>
                  <a:lnTo>
                    <a:pt x="1614735" y="648126"/>
                  </a:lnTo>
                  <a:lnTo>
                    <a:pt x="1557895" y="626078"/>
                  </a:lnTo>
                  <a:lnTo>
                    <a:pt x="1496752" y="606401"/>
                  </a:lnTo>
                  <a:lnTo>
                    <a:pt x="1430456" y="588801"/>
                  </a:lnTo>
                  <a:lnTo>
                    <a:pt x="1358319" y="573019"/>
                  </a:lnTo>
                  <a:lnTo>
                    <a:pt x="1279950" y="558849"/>
                  </a:lnTo>
                  <a:lnTo>
                    <a:pt x="1195434" y="546138"/>
                  </a:lnTo>
                  <a:lnTo>
                    <a:pt x="1105537" y="534795"/>
                  </a:lnTo>
                  <a:lnTo>
                    <a:pt x="1011914" y="524783"/>
                  </a:lnTo>
                  <a:lnTo>
                    <a:pt x="917237" y="516109"/>
                  </a:lnTo>
                  <a:lnTo>
                    <a:pt x="825157" y="508803"/>
                  </a:lnTo>
                  <a:lnTo>
                    <a:pt x="739977" y="502892"/>
                  </a:lnTo>
                  <a:lnTo>
                    <a:pt x="666026" y="498364"/>
                  </a:lnTo>
                  <a:lnTo>
                    <a:pt x="606816" y="495141"/>
                  </a:lnTo>
                  <a:lnTo>
                    <a:pt x="564226" y="493067"/>
                  </a:lnTo>
                  <a:lnTo>
                    <a:pt x="537967" y="491917"/>
                  </a:lnTo>
                  <a:lnTo>
                    <a:pt x="525488" y="491424"/>
                  </a:lnTo>
                  <a:lnTo>
                    <a:pt x="522218" y="491306"/>
                  </a:lnTo>
                  <a:lnTo>
                    <a:pt x="522133" y="491303"/>
                  </a:lnTo>
                  <a:lnTo>
                    <a:pt x="0" y="491303"/>
                  </a:lnTo>
                  <a:lnTo>
                    <a:pt x="0" y="491303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770" name="pg770"/>
            <p:cNvSpPr/>
            <p:nvPr/>
          </p:nvSpPr>
          <p:spPr>
            <a:xfrm>
              <a:off x="386606" y="2010032"/>
              <a:ext cx="8554953" cy="1445675"/>
            </a:xfrm>
            <a:custGeom>
              <a:avLst/>
              <a:pathLst>
                <a:path w="8554953" h="1445675">
                  <a:moveTo>
                    <a:pt x="0" y="5647"/>
                  </a:moveTo>
                  <a:lnTo>
                    <a:pt x="522133" y="5647"/>
                  </a:lnTo>
                  <a:lnTo>
                    <a:pt x="523369" y="5690"/>
                  </a:lnTo>
                  <a:lnTo>
                    <a:pt x="531456" y="5997"/>
                  </a:lnTo>
                  <a:lnTo>
                    <a:pt x="551693" y="6846"/>
                  </a:lnTo>
                  <a:lnTo>
                    <a:pt x="587489" y="8515"/>
                  </a:lnTo>
                  <a:lnTo>
                    <a:pt x="640064" y="11249"/>
                  </a:lnTo>
                  <a:lnTo>
                    <a:pt x="708379" y="15234"/>
                  </a:lnTo>
                  <a:lnTo>
                    <a:pt x="789497" y="20579"/>
                  </a:lnTo>
                  <a:lnTo>
                    <a:pt x="879314" y="27320"/>
                  </a:lnTo>
                  <a:lnTo>
                    <a:pt x="973424" y="35442"/>
                  </a:lnTo>
                  <a:lnTo>
                    <a:pt x="1067856" y="44914"/>
                  </a:lnTo>
                  <a:lnTo>
                    <a:pt x="1159521" y="55715"/>
                  </a:lnTo>
                  <a:lnTo>
                    <a:pt x="1246359" y="67863"/>
                  </a:lnTo>
                  <a:lnTo>
                    <a:pt x="1327267" y="81426"/>
                  </a:lnTo>
                  <a:lnTo>
                    <a:pt x="1401909" y="96532"/>
                  </a:lnTo>
                  <a:lnTo>
                    <a:pt x="1470507" y="113366"/>
                  </a:lnTo>
                  <a:lnTo>
                    <a:pt x="1533645" y="132166"/>
                  </a:lnTo>
                  <a:lnTo>
                    <a:pt x="1592123" y="153214"/>
                  </a:lnTo>
                  <a:lnTo>
                    <a:pt x="1646839" y="176816"/>
                  </a:lnTo>
                  <a:lnTo>
                    <a:pt x="1698708" y="203264"/>
                  </a:lnTo>
                  <a:lnTo>
                    <a:pt x="1748581" y="232778"/>
                  </a:lnTo>
                  <a:lnTo>
                    <a:pt x="1768425" y="245651"/>
                  </a:lnTo>
                  <a:lnTo>
                    <a:pt x="1814579" y="278015"/>
                  </a:lnTo>
                  <a:lnTo>
                    <a:pt x="1860283" y="313304"/>
                  </a:lnTo>
                  <a:lnTo>
                    <a:pt x="1905925" y="351571"/>
                  </a:lnTo>
                  <a:lnTo>
                    <a:pt x="1951790" y="392793"/>
                  </a:lnTo>
                  <a:lnTo>
                    <a:pt x="1998063" y="436861"/>
                  </a:lnTo>
                  <a:lnTo>
                    <a:pt x="2044851" y="483574"/>
                  </a:lnTo>
                  <a:lnTo>
                    <a:pt x="2092181" y="532637"/>
                  </a:lnTo>
                  <a:lnTo>
                    <a:pt x="2140017" y="583665"/>
                  </a:lnTo>
                  <a:lnTo>
                    <a:pt x="2188266" y="636191"/>
                  </a:lnTo>
                  <a:lnTo>
                    <a:pt x="2236793" y="689685"/>
                  </a:lnTo>
                  <a:lnTo>
                    <a:pt x="2285436" y="743575"/>
                  </a:lnTo>
                  <a:lnTo>
                    <a:pt x="2334021" y="797267"/>
                  </a:lnTo>
                  <a:lnTo>
                    <a:pt x="2382380" y="850180"/>
                  </a:lnTo>
                  <a:lnTo>
                    <a:pt x="2430367" y="901766"/>
                  </a:lnTo>
                  <a:lnTo>
                    <a:pt x="2477874" y="951535"/>
                  </a:lnTo>
                  <a:lnTo>
                    <a:pt x="2524844" y="999073"/>
                  </a:lnTo>
                  <a:lnTo>
                    <a:pt x="2571283" y="1044055"/>
                  </a:lnTo>
                  <a:lnTo>
                    <a:pt x="2617268" y="1086249"/>
                  </a:lnTo>
                  <a:lnTo>
                    <a:pt x="2662958" y="1125514"/>
                  </a:lnTo>
                  <a:lnTo>
                    <a:pt x="2708604" y="1161800"/>
                  </a:lnTo>
                  <a:lnTo>
                    <a:pt x="2754556" y="1195135"/>
                  </a:lnTo>
                  <a:lnTo>
                    <a:pt x="2770117" y="1205671"/>
                  </a:lnTo>
                  <a:lnTo>
                    <a:pt x="2819394" y="1236455"/>
                  </a:lnTo>
                  <a:lnTo>
                    <a:pt x="2870356" y="1264129"/>
                  </a:lnTo>
                  <a:lnTo>
                    <a:pt x="2923808" y="1288853"/>
                  </a:lnTo>
                  <a:lnTo>
                    <a:pt x="2980647" y="1310901"/>
                  </a:lnTo>
                  <a:lnTo>
                    <a:pt x="3041790" y="1330577"/>
                  </a:lnTo>
                  <a:lnTo>
                    <a:pt x="3108086" y="1348178"/>
                  </a:lnTo>
                  <a:lnTo>
                    <a:pt x="3180224" y="1363959"/>
                  </a:lnTo>
                  <a:lnTo>
                    <a:pt x="3258592" y="1378130"/>
                  </a:lnTo>
                  <a:lnTo>
                    <a:pt x="3343108" y="1390841"/>
                  </a:lnTo>
                  <a:lnTo>
                    <a:pt x="3433005" y="1402184"/>
                  </a:lnTo>
                  <a:lnTo>
                    <a:pt x="3526629" y="1412196"/>
                  </a:lnTo>
                  <a:lnTo>
                    <a:pt x="3621305" y="1420870"/>
                  </a:lnTo>
                  <a:lnTo>
                    <a:pt x="3713385" y="1428175"/>
                  </a:lnTo>
                  <a:lnTo>
                    <a:pt x="3798565" y="1434086"/>
                  </a:lnTo>
                  <a:lnTo>
                    <a:pt x="3872516" y="1438615"/>
                  </a:lnTo>
                  <a:lnTo>
                    <a:pt x="3931726" y="1441838"/>
                  </a:lnTo>
                  <a:lnTo>
                    <a:pt x="3974316" y="1443912"/>
                  </a:lnTo>
                  <a:lnTo>
                    <a:pt x="4000575" y="1445062"/>
                  </a:lnTo>
                  <a:lnTo>
                    <a:pt x="4013054" y="1445555"/>
                  </a:lnTo>
                  <a:lnTo>
                    <a:pt x="4016409" y="1445675"/>
                  </a:lnTo>
                  <a:lnTo>
                    <a:pt x="4538543" y="1445675"/>
                  </a:lnTo>
                  <a:lnTo>
                    <a:pt x="4539783" y="1445635"/>
                  </a:lnTo>
                  <a:lnTo>
                    <a:pt x="4547897" y="1445347"/>
                  </a:lnTo>
                  <a:lnTo>
                    <a:pt x="4568198" y="1444552"/>
                  </a:lnTo>
                  <a:lnTo>
                    <a:pt x="4604103" y="1442989"/>
                  </a:lnTo>
                  <a:lnTo>
                    <a:pt x="4656825" y="1440429"/>
                  </a:lnTo>
                  <a:lnTo>
                    <a:pt x="4725312" y="1436697"/>
                  </a:lnTo>
                  <a:lnTo>
                    <a:pt x="4806605" y="1431693"/>
                  </a:lnTo>
                  <a:lnTo>
                    <a:pt x="4896581" y="1425383"/>
                  </a:lnTo>
                  <a:lnTo>
                    <a:pt x="4990821" y="1417780"/>
                  </a:lnTo>
                  <a:lnTo>
                    <a:pt x="5085346" y="1408916"/>
                  </a:lnTo>
                  <a:lnTo>
                    <a:pt x="5177068" y="1398809"/>
                  </a:lnTo>
                  <a:lnTo>
                    <a:pt x="5263933" y="1387441"/>
                  </a:lnTo>
                  <a:lnTo>
                    <a:pt x="5344845" y="1374747"/>
                  </a:lnTo>
                  <a:lnTo>
                    <a:pt x="5419476" y="1360608"/>
                  </a:lnTo>
                  <a:lnTo>
                    <a:pt x="5488056" y="1344850"/>
                  </a:lnTo>
                  <a:lnTo>
                    <a:pt x="5551176" y="1327247"/>
                  </a:lnTo>
                  <a:lnTo>
                    <a:pt x="5609641" y="1307537"/>
                  </a:lnTo>
                  <a:lnTo>
                    <a:pt x="5664354" y="1285432"/>
                  </a:lnTo>
                  <a:lnTo>
                    <a:pt x="5716231" y="1260659"/>
                  </a:lnTo>
                  <a:lnTo>
                    <a:pt x="5766126" y="1233015"/>
                  </a:lnTo>
                  <a:lnTo>
                    <a:pt x="5784835" y="1221671"/>
                  </a:lnTo>
                  <a:lnTo>
                    <a:pt x="5831725" y="1190958"/>
                  </a:lnTo>
                  <a:lnTo>
                    <a:pt x="5878157" y="1157425"/>
                  </a:lnTo>
                  <a:lnTo>
                    <a:pt x="5924537" y="1121022"/>
                  </a:lnTo>
                  <a:lnTo>
                    <a:pt x="5971157" y="1081776"/>
                  </a:lnTo>
                  <a:lnTo>
                    <a:pt x="6018208" y="1039797"/>
                  </a:lnTo>
                  <a:lnTo>
                    <a:pt x="6065796" y="995290"/>
                  </a:lnTo>
                  <a:lnTo>
                    <a:pt x="6113942" y="948551"/>
                  </a:lnTo>
                  <a:lnTo>
                    <a:pt x="6162602" y="899965"/>
                  </a:lnTo>
                  <a:lnTo>
                    <a:pt x="6211673" y="849998"/>
                  </a:lnTo>
                  <a:lnTo>
                    <a:pt x="6261008" y="799177"/>
                  </a:lnTo>
                  <a:lnTo>
                    <a:pt x="6310434" y="748065"/>
                  </a:lnTo>
                  <a:lnTo>
                    <a:pt x="6359768" y="697245"/>
                  </a:lnTo>
                  <a:lnTo>
                    <a:pt x="6408838" y="647280"/>
                  </a:lnTo>
                  <a:lnTo>
                    <a:pt x="6457497" y="598697"/>
                  </a:lnTo>
                  <a:lnTo>
                    <a:pt x="6505643" y="551961"/>
                  </a:lnTo>
                  <a:lnTo>
                    <a:pt x="6553229" y="507457"/>
                  </a:lnTo>
                  <a:lnTo>
                    <a:pt x="6600280" y="465483"/>
                  </a:lnTo>
                  <a:lnTo>
                    <a:pt x="6646900" y="426241"/>
                  </a:lnTo>
                  <a:lnTo>
                    <a:pt x="6693279" y="389843"/>
                  </a:lnTo>
                  <a:lnTo>
                    <a:pt x="6739712" y="356314"/>
                  </a:lnTo>
                  <a:lnTo>
                    <a:pt x="6786527" y="325653"/>
                  </a:lnTo>
                  <a:lnTo>
                    <a:pt x="6835861" y="296889"/>
                  </a:lnTo>
                  <a:lnTo>
                    <a:pt x="6886886" y="271036"/>
                  </a:lnTo>
                  <a:lnTo>
                    <a:pt x="6940408" y="247941"/>
                  </a:lnTo>
                  <a:lnTo>
                    <a:pt x="6997329" y="227349"/>
                  </a:lnTo>
                  <a:lnTo>
                    <a:pt x="7058567" y="208973"/>
                  </a:lnTo>
                  <a:lnTo>
                    <a:pt x="7124975" y="192539"/>
                  </a:lnTo>
                  <a:lnTo>
                    <a:pt x="7197242" y="177804"/>
                  </a:lnTo>
                  <a:lnTo>
                    <a:pt x="7275756" y="164575"/>
                  </a:lnTo>
                  <a:lnTo>
                    <a:pt x="7360428" y="152711"/>
                  </a:lnTo>
                  <a:lnTo>
                    <a:pt x="7450480" y="142126"/>
                  </a:lnTo>
                  <a:lnTo>
                    <a:pt x="7544242" y="132785"/>
                  </a:lnTo>
                  <a:lnTo>
                    <a:pt x="7639019" y="124697"/>
                  </a:lnTo>
                  <a:lnTo>
                    <a:pt x="7731137" y="117889"/>
                  </a:lnTo>
                  <a:lnTo>
                    <a:pt x="7816272" y="112386"/>
                  </a:lnTo>
                  <a:lnTo>
                    <a:pt x="7890086" y="108176"/>
                  </a:lnTo>
                  <a:lnTo>
                    <a:pt x="7949077" y="105185"/>
                  </a:lnTo>
                  <a:lnTo>
                    <a:pt x="7991395" y="103266"/>
                  </a:lnTo>
                  <a:lnTo>
                    <a:pt x="8017373" y="102206"/>
                  </a:lnTo>
                  <a:lnTo>
                    <a:pt x="8029615" y="101756"/>
                  </a:lnTo>
                  <a:lnTo>
                    <a:pt x="8032819" y="101649"/>
                  </a:lnTo>
                  <a:lnTo>
                    <a:pt x="8554953" y="101649"/>
                  </a:lnTo>
                  <a:lnTo>
                    <a:pt x="8554953" y="96001"/>
                  </a:lnTo>
                  <a:lnTo>
                    <a:pt x="8032819" y="96001"/>
                  </a:lnTo>
                  <a:lnTo>
                    <a:pt x="8031579" y="96042"/>
                  </a:lnTo>
                  <a:lnTo>
                    <a:pt x="8023465" y="96329"/>
                  </a:lnTo>
                  <a:lnTo>
                    <a:pt x="8003164" y="97125"/>
                  </a:lnTo>
                  <a:lnTo>
                    <a:pt x="7967259" y="98688"/>
                  </a:lnTo>
                  <a:lnTo>
                    <a:pt x="7914537" y="101248"/>
                  </a:lnTo>
                  <a:lnTo>
                    <a:pt x="7846050" y="104979"/>
                  </a:lnTo>
                  <a:lnTo>
                    <a:pt x="7764757" y="109984"/>
                  </a:lnTo>
                  <a:lnTo>
                    <a:pt x="7674781" y="116294"/>
                  </a:lnTo>
                  <a:lnTo>
                    <a:pt x="7580541" y="123896"/>
                  </a:lnTo>
                  <a:lnTo>
                    <a:pt x="7486016" y="132760"/>
                  </a:lnTo>
                  <a:lnTo>
                    <a:pt x="7394294" y="142868"/>
                  </a:lnTo>
                  <a:lnTo>
                    <a:pt x="7307429" y="154236"/>
                  </a:lnTo>
                  <a:lnTo>
                    <a:pt x="7226517" y="166930"/>
                  </a:lnTo>
                  <a:lnTo>
                    <a:pt x="7151886" y="181069"/>
                  </a:lnTo>
                  <a:lnTo>
                    <a:pt x="7083306" y="196827"/>
                  </a:lnTo>
                  <a:lnTo>
                    <a:pt x="7020186" y="214429"/>
                  </a:lnTo>
                  <a:lnTo>
                    <a:pt x="6961721" y="234140"/>
                  </a:lnTo>
                  <a:lnTo>
                    <a:pt x="6907008" y="256245"/>
                  </a:lnTo>
                  <a:lnTo>
                    <a:pt x="6855131" y="281018"/>
                  </a:lnTo>
                  <a:lnTo>
                    <a:pt x="6805236" y="308662"/>
                  </a:lnTo>
                  <a:lnTo>
                    <a:pt x="6786527" y="320006"/>
                  </a:lnTo>
                  <a:lnTo>
                    <a:pt x="6739637" y="350719"/>
                  </a:lnTo>
                  <a:lnTo>
                    <a:pt x="6693205" y="384251"/>
                  </a:lnTo>
                  <a:lnTo>
                    <a:pt x="6646825" y="420654"/>
                  </a:lnTo>
                  <a:lnTo>
                    <a:pt x="6600205" y="459901"/>
                  </a:lnTo>
                  <a:lnTo>
                    <a:pt x="6553153" y="501880"/>
                  </a:lnTo>
                  <a:lnTo>
                    <a:pt x="6505566" y="546387"/>
                  </a:lnTo>
                  <a:lnTo>
                    <a:pt x="6457420" y="593126"/>
                  </a:lnTo>
                  <a:lnTo>
                    <a:pt x="6408760" y="641712"/>
                  </a:lnTo>
                  <a:lnTo>
                    <a:pt x="6359689" y="691678"/>
                  </a:lnTo>
                  <a:lnTo>
                    <a:pt x="6310354" y="742500"/>
                  </a:lnTo>
                  <a:lnTo>
                    <a:pt x="6260928" y="793611"/>
                  </a:lnTo>
                  <a:lnTo>
                    <a:pt x="6211594" y="844432"/>
                  </a:lnTo>
                  <a:lnTo>
                    <a:pt x="6162524" y="894397"/>
                  </a:lnTo>
                  <a:lnTo>
                    <a:pt x="6113864" y="942980"/>
                  </a:lnTo>
                  <a:lnTo>
                    <a:pt x="6065719" y="989716"/>
                  </a:lnTo>
                  <a:lnTo>
                    <a:pt x="6018133" y="1034219"/>
                  </a:lnTo>
                  <a:lnTo>
                    <a:pt x="5971082" y="1076194"/>
                  </a:lnTo>
                  <a:lnTo>
                    <a:pt x="5924462" y="1115436"/>
                  </a:lnTo>
                  <a:lnTo>
                    <a:pt x="5878083" y="1151834"/>
                  </a:lnTo>
                  <a:lnTo>
                    <a:pt x="5831650" y="1185362"/>
                  </a:lnTo>
                  <a:lnTo>
                    <a:pt x="5784835" y="1216024"/>
                  </a:lnTo>
                  <a:lnTo>
                    <a:pt x="5735500" y="1244788"/>
                  </a:lnTo>
                  <a:lnTo>
                    <a:pt x="5684476" y="1270641"/>
                  </a:lnTo>
                  <a:lnTo>
                    <a:pt x="5630954" y="1293736"/>
                  </a:lnTo>
                  <a:lnTo>
                    <a:pt x="5574033" y="1314328"/>
                  </a:lnTo>
                  <a:lnTo>
                    <a:pt x="5512795" y="1332704"/>
                  </a:lnTo>
                  <a:lnTo>
                    <a:pt x="5446387" y="1349138"/>
                  </a:lnTo>
                  <a:lnTo>
                    <a:pt x="5374120" y="1363873"/>
                  </a:lnTo>
                  <a:lnTo>
                    <a:pt x="5295606" y="1377102"/>
                  </a:lnTo>
                  <a:lnTo>
                    <a:pt x="5210934" y="1388966"/>
                  </a:lnTo>
                  <a:lnTo>
                    <a:pt x="5120882" y="1399551"/>
                  </a:lnTo>
                  <a:lnTo>
                    <a:pt x="5027120" y="1408891"/>
                  </a:lnTo>
                  <a:lnTo>
                    <a:pt x="4932343" y="1416980"/>
                  </a:lnTo>
                  <a:lnTo>
                    <a:pt x="4840225" y="1423787"/>
                  </a:lnTo>
                  <a:lnTo>
                    <a:pt x="4755090" y="1429290"/>
                  </a:lnTo>
                  <a:lnTo>
                    <a:pt x="4681276" y="1433500"/>
                  </a:lnTo>
                  <a:lnTo>
                    <a:pt x="4622285" y="1436492"/>
                  </a:lnTo>
                  <a:lnTo>
                    <a:pt x="4579967" y="1438411"/>
                  </a:lnTo>
                  <a:lnTo>
                    <a:pt x="4553989" y="1439470"/>
                  </a:lnTo>
                  <a:lnTo>
                    <a:pt x="4541747" y="1439921"/>
                  </a:lnTo>
                  <a:lnTo>
                    <a:pt x="4538543" y="1440028"/>
                  </a:lnTo>
                  <a:lnTo>
                    <a:pt x="4016409" y="1440028"/>
                  </a:lnTo>
                  <a:lnTo>
                    <a:pt x="4015173" y="1439985"/>
                  </a:lnTo>
                  <a:lnTo>
                    <a:pt x="4007086" y="1439678"/>
                  </a:lnTo>
                  <a:lnTo>
                    <a:pt x="3986850" y="1438828"/>
                  </a:lnTo>
                  <a:lnTo>
                    <a:pt x="3951053" y="1437160"/>
                  </a:lnTo>
                  <a:lnTo>
                    <a:pt x="3898478" y="1434426"/>
                  </a:lnTo>
                  <a:lnTo>
                    <a:pt x="3830163" y="1430441"/>
                  </a:lnTo>
                  <a:lnTo>
                    <a:pt x="3749045" y="1425096"/>
                  </a:lnTo>
                  <a:lnTo>
                    <a:pt x="3659228" y="1418355"/>
                  </a:lnTo>
                  <a:lnTo>
                    <a:pt x="3565118" y="1410232"/>
                  </a:lnTo>
                  <a:lnTo>
                    <a:pt x="3470686" y="1400761"/>
                  </a:lnTo>
                  <a:lnTo>
                    <a:pt x="3379021" y="1389960"/>
                  </a:lnTo>
                  <a:lnTo>
                    <a:pt x="3292183" y="1377812"/>
                  </a:lnTo>
                  <a:lnTo>
                    <a:pt x="3211275" y="1364249"/>
                  </a:lnTo>
                  <a:lnTo>
                    <a:pt x="3136633" y="1349143"/>
                  </a:lnTo>
                  <a:lnTo>
                    <a:pt x="3068035" y="1332309"/>
                  </a:lnTo>
                  <a:lnTo>
                    <a:pt x="3004897" y="1313509"/>
                  </a:lnTo>
                  <a:lnTo>
                    <a:pt x="2946419" y="1292461"/>
                  </a:lnTo>
                  <a:lnTo>
                    <a:pt x="2891703" y="1268859"/>
                  </a:lnTo>
                  <a:lnTo>
                    <a:pt x="2839834" y="1242411"/>
                  </a:lnTo>
                  <a:lnTo>
                    <a:pt x="2789961" y="1212897"/>
                  </a:lnTo>
                  <a:lnTo>
                    <a:pt x="2770117" y="1200023"/>
                  </a:lnTo>
                  <a:lnTo>
                    <a:pt x="2723963" y="1167660"/>
                  </a:lnTo>
                  <a:lnTo>
                    <a:pt x="2678259" y="1132371"/>
                  </a:lnTo>
                  <a:lnTo>
                    <a:pt x="2632617" y="1094104"/>
                  </a:lnTo>
                  <a:lnTo>
                    <a:pt x="2586753" y="1052881"/>
                  </a:lnTo>
                  <a:lnTo>
                    <a:pt x="2540479" y="1008813"/>
                  </a:lnTo>
                  <a:lnTo>
                    <a:pt x="2493691" y="962101"/>
                  </a:lnTo>
                  <a:lnTo>
                    <a:pt x="2446361" y="913038"/>
                  </a:lnTo>
                  <a:lnTo>
                    <a:pt x="2398525" y="862010"/>
                  </a:lnTo>
                  <a:lnTo>
                    <a:pt x="2350276" y="809484"/>
                  </a:lnTo>
                  <a:lnTo>
                    <a:pt x="2301749" y="755989"/>
                  </a:lnTo>
                  <a:lnTo>
                    <a:pt x="2253106" y="702100"/>
                  </a:lnTo>
                  <a:lnTo>
                    <a:pt x="2204521" y="648408"/>
                  </a:lnTo>
                  <a:lnTo>
                    <a:pt x="2156162" y="595495"/>
                  </a:lnTo>
                  <a:lnTo>
                    <a:pt x="2108175" y="543909"/>
                  </a:lnTo>
                  <a:lnTo>
                    <a:pt x="2060668" y="494140"/>
                  </a:lnTo>
                  <a:lnTo>
                    <a:pt x="2013698" y="446602"/>
                  </a:lnTo>
                  <a:lnTo>
                    <a:pt x="1967259" y="401619"/>
                  </a:lnTo>
                  <a:lnTo>
                    <a:pt x="1921274" y="359426"/>
                  </a:lnTo>
                  <a:lnTo>
                    <a:pt x="1875584" y="320161"/>
                  </a:lnTo>
                  <a:lnTo>
                    <a:pt x="1829938" y="283875"/>
                  </a:lnTo>
                  <a:lnTo>
                    <a:pt x="1783986" y="250540"/>
                  </a:lnTo>
                  <a:lnTo>
                    <a:pt x="1768425" y="240004"/>
                  </a:lnTo>
                  <a:lnTo>
                    <a:pt x="1719148" y="209220"/>
                  </a:lnTo>
                  <a:lnTo>
                    <a:pt x="1668186" y="181546"/>
                  </a:lnTo>
                  <a:lnTo>
                    <a:pt x="1614735" y="156822"/>
                  </a:lnTo>
                  <a:lnTo>
                    <a:pt x="1557895" y="134774"/>
                  </a:lnTo>
                  <a:lnTo>
                    <a:pt x="1496752" y="115098"/>
                  </a:lnTo>
                  <a:lnTo>
                    <a:pt x="1430456" y="97497"/>
                  </a:lnTo>
                  <a:lnTo>
                    <a:pt x="1358319" y="81716"/>
                  </a:lnTo>
                  <a:lnTo>
                    <a:pt x="1279950" y="67545"/>
                  </a:lnTo>
                  <a:lnTo>
                    <a:pt x="1195434" y="54834"/>
                  </a:lnTo>
                  <a:lnTo>
                    <a:pt x="1105537" y="43491"/>
                  </a:lnTo>
                  <a:lnTo>
                    <a:pt x="1011914" y="33479"/>
                  </a:lnTo>
                  <a:lnTo>
                    <a:pt x="917237" y="24805"/>
                  </a:lnTo>
                  <a:lnTo>
                    <a:pt x="825157" y="17499"/>
                  </a:lnTo>
                  <a:lnTo>
                    <a:pt x="739977" y="11589"/>
                  </a:lnTo>
                  <a:lnTo>
                    <a:pt x="666026" y="7060"/>
                  </a:lnTo>
                  <a:lnTo>
                    <a:pt x="606816" y="3837"/>
                  </a:lnTo>
                  <a:lnTo>
                    <a:pt x="564226" y="1763"/>
                  </a:lnTo>
                  <a:lnTo>
                    <a:pt x="537967" y="613"/>
                  </a:lnTo>
                  <a:lnTo>
                    <a:pt x="525488" y="120"/>
                  </a:lnTo>
                  <a:lnTo>
                    <a:pt x="5221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771" name="pl771"/>
            <p:cNvSpPr/>
            <p:nvPr/>
          </p:nvSpPr>
          <p:spPr>
            <a:xfrm>
              <a:off x="386606" y="2015679"/>
              <a:ext cx="8554953" cy="1440028"/>
            </a:xfrm>
            <a:custGeom>
              <a:avLst/>
              <a:pathLst>
                <a:path w="8554953" h="1440028">
                  <a:moveTo>
                    <a:pt x="0" y="0"/>
                  </a:moveTo>
                  <a:lnTo>
                    <a:pt x="522133" y="0"/>
                  </a:lnTo>
                  <a:lnTo>
                    <a:pt x="523369" y="43"/>
                  </a:lnTo>
                  <a:lnTo>
                    <a:pt x="531456" y="350"/>
                  </a:lnTo>
                  <a:lnTo>
                    <a:pt x="551693" y="1199"/>
                  </a:lnTo>
                  <a:lnTo>
                    <a:pt x="587489" y="2868"/>
                  </a:lnTo>
                  <a:lnTo>
                    <a:pt x="640064" y="5601"/>
                  </a:lnTo>
                  <a:lnTo>
                    <a:pt x="708379" y="9586"/>
                  </a:lnTo>
                  <a:lnTo>
                    <a:pt x="789497" y="14931"/>
                  </a:lnTo>
                  <a:lnTo>
                    <a:pt x="879314" y="21673"/>
                  </a:lnTo>
                  <a:lnTo>
                    <a:pt x="973424" y="29795"/>
                  </a:lnTo>
                  <a:lnTo>
                    <a:pt x="1067856" y="39267"/>
                  </a:lnTo>
                  <a:lnTo>
                    <a:pt x="1159521" y="50068"/>
                  </a:lnTo>
                  <a:lnTo>
                    <a:pt x="1246359" y="62216"/>
                  </a:lnTo>
                  <a:lnTo>
                    <a:pt x="1327267" y="75779"/>
                  </a:lnTo>
                  <a:lnTo>
                    <a:pt x="1401909" y="90885"/>
                  </a:lnTo>
                  <a:lnTo>
                    <a:pt x="1470507" y="107719"/>
                  </a:lnTo>
                  <a:lnTo>
                    <a:pt x="1533645" y="126519"/>
                  </a:lnTo>
                  <a:lnTo>
                    <a:pt x="1592123" y="147567"/>
                  </a:lnTo>
                  <a:lnTo>
                    <a:pt x="1646839" y="171169"/>
                  </a:lnTo>
                  <a:lnTo>
                    <a:pt x="1698708" y="197617"/>
                  </a:lnTo>
                  <a:lnTo>
                    <a:pt x="1748581" y="227131"/>
                  </a:lnTo>
                  <a:lnTo>
                    <a:pt x="1768425" y="240004"/>
                  </a:lnTo>
                  <a:lnTo>
                    <a:pt x="1814579" y="272368"/>
                  </a:lnTo>
                  <a:lnTo>
                    <a:pt x="1860283" y="307657"/>
                  </a:lnTo>
                  <a:lnTo>
                    <a:pt x="1905925" y="345924"/>
                  </a:lnTo>
                  <a:lnTo>
                    <a:pt x="1951790" y="387146"/>
                  </a:lnTo>
                  <a:lnTo>
                    <a:pt x="1998063" y="431214"/>
                  </a:lnTo>
                  <a:lnTo>
                    <a:pt x="2044851" y="477927"/>
                  </a:lnTo>
                  <a:lnTo>
                    <a:pt x="2092181" y="526990"/>
                  </a:lnTo>
                  <a:lnTo>
                    <a:pt x="2140017" y="578017"/>
                  </a:lnTo>
                  <a:lnTo>
                    <a:pt x="2188266" y="630544"/>
                  </a:lnTo>
                  <a:lnTo>
                    <a:pt x="2236793" y="684038"/>
                  </a:lnTo>
                  <a:lnTo>
                    <a:pt x="2285436" y="737928"/>
                  </a:lnTo>
                  <a:lnTo>
                    <a:pt x="2334021" y="791620"/>
                  </a:lnTo>
                  <a:lnTo>
                    <a:pt x="2382380" y="844533"/>
                  </a:lnTo>
                  <a:lnTo>
                    <a:pt x="2430367" y="896118"/>
                  </a:lnTo>
                  <a:lnTo>
                    <a:pt x="2477874" y="945888"/>
                  </a:lnTo>
                  <a:lnTo>
                    <a:pt x="2524844" y="993426"/>
                  </a:lnTo>
                  <a:lnTo>
                    <a:pt x="2571283" y="1038408"/>
                  </a:lnTo>
                  <a:lnTo>
                    <a:pt x="2617268" y="1080602"/>
                  </a:lnTo>
                  <a:lnTo>
                    <a:pt x="2662958" y="1119867"/>
                  </a:lnTo>
                  <a:lnTo>
                    <a:pt x="2708604" y="1156153"/>
                  </a:lnTo>
                  <a:lnTo>
                    <a:pt x="2754556" y="1189487"/>
                  </a:lnTo>
                  <a:lnTo>
                    <a:pt x="2770117" y="1200023"/>
                  </a:lnTo>
                  <a:lnTo>
                    <a:pt x="2819394" y="1230808"/>
                  </a:lnTo>
                  <a:lnTo>
                    <a:pt x="2870356" y="1258481"/>
                  </a:lnTo>
                  <a:lnTo>
                    <a:pt x="2923808" y="1283206"/>
                  </a:lnTo>
                  <a:lnTo>
                    <a:pt x="2980647" y="1305253"/>
                  </a:lnTo>
                  <a:lnTo>
                    <a:pt x="3041790" y="1324930"/>
                  </a:lnTo>
                  <a:lnTo>
                    <a:pt x="3108086" y="1342530"/>
                  </a:lnTo>
                  <a:lnTo>
                    <a:pt x="3180224" y="1358312"/>
                  </a:lnTo>
                  <a:lnTo>
                    <a:pt x="3258592" y="1372483"/>
                  </a:lnTo>
                  <a:lnTo>
                    <a:pt x="3343108" y="1385194"/>
                  </a:lnTo>
                  <a:lnTo>
                    <a:pt x="3433005" y="1396537"/>
                  </a:lnTo>
                  <a:lnTo>
                    <a:pt x="3526629" y="1406549"/>
                  </a:lnTo>
                  <a:lnTo>
                    <a:pt x="3621305" y="1415223"/>
                  </a:lnTo>
                  <a:lnTo>
                    <a:pt x="3713385" y="1422528"/>
                  </a:lnTo>
                  <a:lnTo>
                    <a:pt x="3798565" y="1428439"/>
                  </a:lnTo>
                  <a:lnTo>
                    <a:pt x="3872516" y="1432967"/>
                  </a:lnTo>
                  <a:lnTo>
                    <a:pt x="3931726" y="1436191"/>
                  </a:lnTo>
                  <a:lnTo>
                    <a:pt x="3974316" y="1438265"/>
                  </a:lnTo>
                  <a:lnTo>
                    <a:pt x="4000575" y="1439414"/>
                  </a:lnTo>
                  <a:lnTo>
                    <a:pt x="4013054" y="1439908"/>
                  </a:lnTo>
                  <a:lnTo>
                    <a:pt x="4016324" y="1440025"/>
                  </a:lnTo>
                  <a:lnTo>
                    <a:pt x="4016409" y="1440028"/>
                  </a:lnTo>
                  <a:lnTo>
                    <a:pt x="4538543" y="1440028"/>
                  </a:lnTo>
                  <a:lnTo>
                    <a:pt x="4539783" y="1439988"/>
                  </a:lnTo>
                  <a:lnTo>
                    <a:pt x="4547897" y="1439700"/>
                  </a:lnTo>
                  <a:lnTo>
                    <a:pt x="4568198" y="1438905"/>
                  </a:lnTo>
                  <a:lnTo>
                    <a:pt x="4604103" y="1437342"/>
                  </a:lnTo>
                  <a:lnTo>
                    <a:pt x="4656825" y="1434782"/>
                  </a:lnTo>
                  <a:lnTo>
                    <a:pt x="4725312" y="1431050"/>
                  </a:lnTo>
                  <a:lnTo>
                    <a:pt x="4806605" y="1426046"/>
                  </a:lnTo>
                  <a:lnTo>
                    <a:pt x="4896581" y="1419736"/>
                  </a:lnTo>
                  <a:lnTo>
                    <a:pt x="4990821" y="1412133"/>
                  </a:lnTo>
                  <a:lnTo>
                    <a:pt x="5085346" y="1403269"/>
                  </a:lnTo>
                  <a:lnTo>
                    <a:pt x="5177068" y="1393161"/>
                  </a:lnTo>
                  <a:lnTo>
                    <a:pt x="5263933" y="1381793"/>
                  </a:lnTo>
                  <a:lnTo>
                    <a:pt x="5344845" y="1369100"/>
                  </a:lnTo>
                  <a:lnTo>
                    <a:pt x="5419476" y="1354961"/>
                  </a:lnTo>
                  <a:lnTo>
                    <a:pt x="5488056" y="1339203"/>
                  </a:lnTo>
                  <a:lnTo>
                    <a:pt x="5551176" y="1321600"/>
                  </a:lnTo>
                  <a:lnTo>
                    <a:pt x="5609641" y="1301890"/>
                  </a:lnTo>
                  <a:lnTo>
                    <a:pt x="5664354" y="1279785"/>
                  </a:lnTo>
                  <a:lnTo>
                    <a:pt x="5716231" y="1255012"/>
                  </a:lnTo>
                  <a:lnTo>
                    <a:pt x="5766126" y="1227368"/>
                  </a:lnTo>
                  <a:lnTo>
                    <a:pt x="5784835" y="1216024"/>
                  </a:lnTo>
                  <a:lnTo>
                    <a:pt x="5831725" y="1185311"/>
                  </a:lnTo>
                  <a:lnTo>
                    <a:pt x="5878157" y="1151778"/>
                  </a:lnTo>
                  <a:lnTo>
                    <a:pt x="5924537" y="1115375"/>
                  </a:lnTo>
                  <a:lnTo>
                    <a:pt x="5971157" y="1076129"/>
                  </a:lnTo>
                  <a:lnTo>
                    <a:pt x="6018208" y="1034150"/>
                  </a:lnTo>
                  <a:lnTo>
                    <a:pt x="6065796" y="989643"/>
                  </a:lnTo>
                  <a:lnTo>
                    <a:pt x="6113942" y="942903"/>
                  </a:lnTo>
                  <a:lnTo>
                    <a:pt x="6162602" y="894318"/>
                  </a:lnTo>
                  <a:lnTo>
                    <a:pt x="6211673" y="844351"/>
                  </a:lnTo>
                  <a:lnTo>
                    <a:pt x="6261008" y="793529"/>
                  </a:lnTo>
                  <a:lnTo>
                    <a:pt x="6310434" y="742418"/>
                  </a:lnTo>
                  <a:lnTo>
                    <a:pt x="6359768" y="691597"/>
                  </a:lnTo>
                  <a:lnTo>
                    <a:pt x="6408838" y="641632"/>
                  </a:lnTo>
                  <a:lnTo>
                    <a:pt x="6457497" y="593050"/>
                  </a:lnTo>
                  <a:lnTo>
                    <a:pt x="6505643" y="546314"/>
                  </a:lnTo>
                  <a:lnTo>
                    <a:pt x="6553229" y="501810"/>
                  </a:lnTo>
                  <a:lnTo>
                    <a:pt x="6600280" y="459836"/>
                  </a:lnTo>
                  <a:lnTo>
                    <a:pt x="6646900" y="420594"/>
                  </a:lnTo>
                  <a:lnTo>
                    <a:pt x="6693279" y="384195"/>
                  </a:lnTo>
                  <a:lnTo>
                    <a:pt x="6739712" y="350667"/>
                  </a:lnTo>
                  <a:lnTo>
                    <a:pt x="6786527" y="320006"/>
                  </a:lnTo>
                  <a:lnTo>
                    <a:pt x="6835861" y="291242"/>
                  </a:lnTo>
                  <a:lnTo>
                    <a:pt x="6886886" y="265389"/>
                  </a:lnTo>
                  <a:lnTo>
                    <a:pt x="6940408" y="242293"/>
                  </a:lnTo>
                  <a:lnTo>
                    <a:pt x="6997329" y="221701"/>
                  </a:lnTo>
                  <a:lnTo>
                    <a:pt x="7058567" y="203326"/>
                  </a:lnTo>
                  <a:lnTo>
                    <a:pt x="7124975" y="186892"/>
                  </a:lnTo>
                  <a:lnTo>
                    <a:pt x="7197242" y="172157"/>
                  </a:lnTo>
                  <a:lnTo>
                    <a:pt x="7275756" y="158928"/>
                  </a:lnTo>
                  <a:lnTo>
                    <a:pt x="7360428" y="147064"/>
                  </a:lnTo>
                  <a:lnTo>
                    <a:pt x="7450480" y="136478"/>
                  </a:lnTo>
                  <a:lnTo>
                    <a:pt x="7544242" y="127138"/>
                  </a:lnTo>
                  <a:lnTo>
                    <a:pt x="7639019" y="119050"/>
                  </a:lnTo>
                  <a:lnTo>
                    <a:pt x="7731137" y="112242"/>
                  </a:lnTo>
                  <a:lnTo>
                    <a:pt x="7816272" y="106739"/>
                  </a:lnTo>
                  <a:lnTo>
                    <a:pt x="7890086" y="102529"/>
                  </a:lnTo>
                  <a:lnTo>
                    <a:pt x="7949077" y="99538"/>
                  </a:lnTo>
                  <a:lnTo>
                    <a:pt x="7991395" y="97618"/>
                  </a:lnTo>
                  <a:lnTo>
                    <a:pt x="8017373" y="96559"/>
                  </a:lnTo>
                  <a:lnTo>
                    <a:pt x="8029615" y="96109"/>
                  </a:lnTo>
                  <a:lnTo>
                    <a:pt x="8032747" y="96004"/>
                  </a:lnTo>
                  <a:lnTo>
                    <a:pt x="8032819" y="96001"/>
                  </a:lnTo>
                  <a:lnTo>
                    <a:pt x="8554953" y="96001"/>
                  </a:lnTo>
                  <a:lnTo>
                    <a:pt x="8554953" y="96001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772" name="pl772"/>
            <p:cNvSpPr/>
            <p:nvPr/>
          </p:nvSpPr>
          <p:spPr>
            <a:xfrm>
              <a:off x="386606" y="2010032"/>
              <a:ext cx="8554953" cy="1440028"/>
            </a:xfrm>
            <a:custGeom>
              <a:avLst/>
              <a:pathLst>
                <a:path w="8554953" h="1440028">
                  <a:moveTo>
                    <a:pt x="8554953" y="96001"/>
                  </a:moveTo>
                  <a:lnTo>
                    <a:pt x="8032819" y="96001"/>
                  </a:lnTo>
                  <a:lnTo>
                    <a:pt x="8031579" y="96042"/>
                  </a:lnTo>
                  <a:lnTo>
                    <a:pt x="8023465" y="96329"/>
                  </a:lnTo>
                  <a:lnTo>
                    <a:pt x="8003164" y="97125"/>
                  </a:lnTo>
                  <a:lnTo>
                    <a:pt x="7967259" y="98688"/>
                  </a:lnTo>
                  <a:lnTo>
                    <a:pt x="7914537" y="101248"/>
                  </a:lnTo>
                  <a:lnTo>
                    <a:pt x="7846050" y="104979"/>
                  </a:lnTo>
                  <a:lnTo>
                    <a:pt x="7764757" y="109984"/>
                  </a:lnTo>
                  <a:lnTo>
                    <a:pt x="7674781" y="116294"/>
                  </a:lnTo>
                  <a:lnTo>
                    <a:pt x="7580541" y="123896"/>
                  </a:lnTo>
                  <a:lnTo>
                    <a:pt x="7486016" y="132760"/>
                  </a:lnTo>
                  <a:lnTo>
                    <a:pt x="7394294" y="142868"/>
                  </a:lnTo>
                  <a:lnTo>
                    <a:pt x="7307429" y="154236"/>
                  </a:lnTo>
                  <a:lnTo>
                    <a:pt x="7226517" y="166930"/>
                  </a:lnTo>
                  <a:lnTo>
                    <a:pt x="7151886" y="181069"/>
                  </a:lnTo>
                  <a:lnTo>
                    <a:pt x="7083306" y="196827"/>
                  </a:lnTo>
                  <a:lnTo>
                    <a:pt x="7020186" y="214429"/>
                  </a:lnTo>
                  <a:lnTo>
                    <a:pt x="6961721" y="234140"/>
                  </a:lnTo>
                  <a:lnTo>
                    <a:pt x="6907008" y="256245"/>
                  </a:lnTo>
                  <a:lnTo>
                    <a:pt x="6855131" y="281018"/>
                  </a:lnTo>
                  <a:lnTo>
                    <a:pt x="6805236" y="308662"/>
                  </a:lnTo>
                  <a:lnTo>
                    <a:pt x="6786527" y="320006"/>
                  </a:lnTo>
                  <a:lnTo>
                    <a:pt x="6739637" y="350719"/>
                  </a:lnTo>
                  <a:lnTo>
                    <a:pt x="6693205" y="384251"/>
                  </a:lnTo>
                  <a:lnTo>
                    <a:pt x="6646825" y="420654"/>
                  </a:lnTo>
                  <a:lnTo>
                    <a:pt x="6600205" y="459901"/>
                  </a:lnTo>
                  <a:lnTo>
                    <a:pt x="6553153" y="501880"/>
                  </a:lnTo>
                  <a:lnTo>
                    <a:pt x="6505566" y="546387"/>
                  </a:lnTo>
                  <a:lnTo>
                    <a:pt x="6457420" y="593126"/>
                  </a:lnTo>
                  <a:lnTo>
                    <a:pt x="6408760" y="641712"/>
                  </a:lnTo>
                  <a:lnTo>
                    <a:pt x="6359689" y="691678"/>
                  </a:lnTo>
                  <a:lnTo>
                    <a:pt x="6310354" y="742500"/>
                  </a:lnTo>
                  <a:lnTo>
                    <a:pt x="6260928" y="793611"/>
                  </a:lnTo>
                  <a:lnTo>
                    <a:pt x="6211594" y="844432"/>
                  </a:lnTo>
                  <a:lnTo>
                    <a:pt x="6162524" y="894397"/>
                  </a:lnTo>
                  <a:lnTo>
                    <a:pt x="6113864" y="942980"/>
                  </a:lnTo>
                  <a:lnTo>
                    <a:pt x="6065719" y="989716"/>
                  </a:lnTo>
                  <a:lnTo>
                    <a:pt x="6018133" y="1034219"/>
                  </a:lnTo>
                  <a:lnTo>
                    <a:pt x="5971082" y="1076194"/>
                  </a:lnTo>
                  <a:lnTo>
                    <a:pt x="5924462" y="1115436"/>
                  </a:lnTo>
                  <a:lnTo>
                    <a:pt x="5878083" y="1151834"/>
                  </a:lnTo>
                  <a:lnTo>
                    <a:pt x="5831650" y="1185362"/>
                  </a:lnTo>
                  <a:lnTo>
                    <a:pt x="5784835" y="1216024"/>
                  </a:lnTo>
                  <a:lnTo>
                    <a:pt x="5735500" y="1244788"/>
                  </a:lnTo>
                  <a:lnTo>
                    <a:pt x="5684476" y="1270641"/>
                  </a:lnTo>
                  <a:lnTo>
                    <a:pt x="5630954" y="1293736"/>
                  </a:lnTo>
                  <a:lnTo>
                    <a:pt x="5574033" y="1314328"/>
                  </a:lnTo>
                  <a:lnTo>
                    <a:pt x="5512795" y="1332704"/>
                  </a:lnTo>
                  <a:lnTo>
                    <a:pt x="5446387" y="1349138"/>
                  </a:lnTo>
                  <a:lnTo>
                    <a:pt x="5374120" y="1363873"/>
                  </a:lnTo>
                  <a:lnTo>
                    <a:pt x="5295606" y="1377102"/>
                  </a:lnTo>
                  <a:lnTo>
                    <a:pt x="5210934" y="1388966"/>
                  </a:lnTo>
                  <a:lnTo>
                    <a:pt x="5120882" y="1399551"/>
                  </a:lnTo>
                  <a:lnTo>
                    <a:pt x="5027120" y="1408891"/>
                  </a:lnTo>
                  <a:lnTo>
                    <a:pt x="4932343" y="1416980"/>
                  </a:lnTo>
                  <a:lnTo>
                    <a:pt x="4840225" y="1423787"/>
                  </a:lnTo>
                  <a:lnTo>
                    <a:pt x="4755090" y="1429290"/>
                  </a:lnTo>
                  <a:lnTo>
                    <a:pt x="4681276" y="1433500"/>
                  </a:lnTo>
                  <a:lnTo>
                    <a:pt x="4622285" y="1436492"/>
                  </a:lnTo>
                  <a:lnTo>
                    <a:pt x="4579967" y="1438411"/>
                  </a:lnTo>
                  <a:lnTo>
                    <a:pt x="4553989" y="1439470"/>
                  </a:lnTo>
                  <a:lnTo>
                    <a:pt x="4541747" y="1439921"/>
                  </a:lnTo>
                  <a:lnTo>
                    <a:pt x="4538615" y="1440026"/>
                  </a:lnTo>
                  <a:lnTo>
                    <a:pt x="4538543" y="1440028"/>
                  </a:lnTo>
                  <a:lnTo>
                    <a:pt x="4016409" y="1440028"/>
                  </a:lnTo>
                  <a:lnTo>
                    <a:pt x="4015173" y="1439985"/>
                  </a:lnTo>
                  <a:lnTo>
                    <a:pt x="4007086" y="1439678"/>
                  </a:lnTo>
                  <a:lnTo>
                    <a:pt x="3986850" y="1438828"/>
                  </a:lnTo>
                  <a:lnTo>
                    <a:pt x="3951053" y="1437160"/>
                  </a:lnTo>
                  <a:lnTo>
                    <a:pt x="3898478" y="1434426"/>
                  </a:lnTo>
                  <a:lnTo>
                    <a:pt x="3830163" y="1430441"/>
                  </a:lnTo>
                  <a:lnTo>
                    <a:pt x="3749045" y="1425096"/>
                  </a:lnTo>
                  <a:lnTo>
                    <a:pt x="3659228" y="1418355"/>
                  </a:lnTo>
                  <a:lnTo>
                    <a:pt x="3565118" y="1410232"/>
                  </a:lnTo>
                  <a:lnTo>
                    <a:pt x="3470686" y="1400761"/>
                  </a:lnTo>
                  <a:lnTo>
                    <a:pt x="3379021" y="1389960"/>
                  </a:lnTo>
                  <a:lnTo>
                    <a:pt x="3292183" y="1377812"/>
                  </a:lnTo>
                  <a:lnTo>
                    <a:pt x="3211275" y="1364249"/>
                  </a:lnTo>
                  <a:lnTo>
                    <a:pt x="3136633" y="1349143"/>
                  </a:lnTo>
                  <a:lnTo>
                    <a:pt x="3068035" y="1332309"/>
                  </a:lnTo>
                  <a:lnTo>
                    <a:pt x="3004897" y="1313509"/>
                  </a:lnTo>
                  <a:lnTo>
                    <a:pt x="2946419" y="1292461"/>
                  </a:lnTo>
                  <a:lnTo>
                    <a:pt x="2891703" y="1268859"/>
                  </a:lnTo>
                  <a:lnTo>
                    <a:pt x="2839834" y="1242411"/>
                  </a:lnTo>
                  <a:lnTo>
                    <a:pt x="2789961" y="1212897"/>
                  </a:lnTo>
                  <a:lnTo>
                    <a:pt x="2770117" y="1200023"/>
                  </a:lnTo>
                  <a:lnTo>
                    <a:pt x="2723963" y="1167660"/>
                  </a:lnTo>
                  <a:lnTo>
                    <a:pt x="2678259" y="1132371"/>
                  </a:lnTo>
                  <a:lnTo>
                    <a:pt x="2632617" y="1094104"/>
                  </a:lnTo>
                  <a:lnTo>
                    <a:pt x="2586753" y="1052881"/>
                  </a:lnTo>
                  <a:lnTo>
                    <a:pt x="2540479" y="1008813"/>
                  </a:lnTo>
                  <a:lnTo>
                    <a:pt x="2493691" y="962101"/>
                  </a:lnTo>
                  <a:lnTo>
                    <a:pt x="2446361" y="913038"/>
                  </a:lnTo>
                  <a:lnTo>
                    <a:pt x="2398525" y="862010"/>
                  </a:lnTo>
                  <a:lnTo>
                    <a:pt x="2350276" y="809484"/>
                  </a:lnTo>
                  <a:lnTo>
                    <a:pt x="2301749" y="755989"/>
                  </a:lnTo>
                  <a:lnTo>
                    <a:pt x="2253106" y="702100"/>
                  </a:lnTo>
                  <a:lnTo>
                    <a:pt x="2204521" y="648408"/>
                  </a:lnTo>
                  <a:lnTo>
                    <a:pt x="2156162" y="595495"/>
                  </a:lnTo>
                  <a:lnTo>
                    <a:pt x="2108175" y="543909"/>
                  </a:lnTo>
                  <a:lnTo>
                    <a:pt x="2060668" y="494140"/>
                  </a:lnTo>
                  <a:lnTo>
                    <a:pt x="2013698" y="446602"/>
                  </a:lnTo>
                  <a:lnTo>
                    <a:pt x="1967259" y="401619"/>
                  </a:lnTo>
                  <a:lnTo>
                    <a:pt x="1921274" y="359426"/>
                  </a:lnTo>
                  <a:lnTo>
                    <a:pt x="1875584" y="320161"/>
                  </a:lnTo>
                  <a:lnTo>
                    <a:pt x="1829938" y="283875"/>
                  </a:lnTo>
                  <a:lnTo>
                    <a:pt x="1783986" y="250540"/>
                  </a:lnTo>
                  <a:lnTo>
                    <a:pt x="1768425" y="240004"/>
                  </a:lnTo>
                  <a:lnTo>
                    <a:pt x="1719148" y="209220"/>
                  </a:lnTo>
                  <a:lnTo>
                    <a:pt x="1668186" y="181546"/>
                  </a:lnTo>
                  <a:lnTo>
                    <a:pt x="1614735" y="156822"/>
                  </a:lnTo>
                  <a:lnTo>
                    <a:pt x="1557895" y="134774"/>
                  </a:lnTo>
                  <a:lnTo>
                    <a:pt x="1496752" y="115098"/>
                  </a:lnTo>
                  <a:lnTo>
                    <a:pt x="1430456" y="97497"/>
                  </a:lnTo>
                  <a:lnTo>
                    <a:pt x="1358319" y="81716"/>
                  </a:lnTo>
                  <a:lnTo>
                    <a:pt x="1279950" y="67545"/>
                  </a:lnTo>
                  <a:lnTo>
                    <a:pt x="1195434" y="54834"/>
                  </a:lnTo>
                  <a:lnTo>
                    <a:pt x="1105537" y="43491"/>
                  </a:lnTo>
                  <a:lnTo>
                    <a:pt x="1011914" y="33479"/>
                  </a:lnTo>
                  <a:lnTo>
                    <a:pt x="917237" y="24805"/>
                  </a:lnTo>
                  <a:lnTo>
                    <a:pt x="825157" y="17499"/>
                  </a:lnTo>
                  <a:lnTo>
                    <a:pt x="739977" y="11589"/>
                  </a:lnTo>
                  <a:lnTo>
                    <a:pt x="666026" y="7060"/>
                  </a:lnTo>
                  <a:lnTo>
                    <a:pt x="606816" y="3837"/>
                  </a:lnTo>
                  <a:lnTo>
                    <a:pt x="564226" y="1763"/>
                  </a:lnTo>
                  <a:lnTo>
                    <a:pt x="537967" y="613"/>
                  </a:lnTo>
                  <a:lnTo>
                    <a:pt x="525488" y="120"/>
                  </a:lnTo>
                  <a:lnTo>
                    <a:pt x="522218" y="2"/>
                  </a:lnTo>
                  <a:lnTo>
                    <a:pt x="522133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773" name="pg773"/>
            <p:cNvSpPr/>
            <p:nvPr/>
          </p:nvSpPr>
          <p:spPr>
            <a:xfrm>
              <a:off x="386606" y="2015679"/>
              <a:ext cx="8554953" cy="1456970"/>
            </a:xfrm>
            <a:custGeom>
              <a:avLst/>
              <a:pathLst>
                <a:path w="8554953" h="1456970">
                  <a:moveTo>
                    <a:pt x="0" y="5647"/>
                  </a:moveTo>
                  <a:lnTo>
                    <a:pt x="522133" y="5647"/>
                  </a:lnTo>
                  <a:lnTo>
                    <a:pt x="523369" y="5690"/>
                  </a:lnTo>
                  <a:lnTo>
                    <a:pt x="531453" y="5999"/>
                  </a:lnTo>
                  <a:lnTo>
                    <a:pt x="551681" y="6855"/>
                  </a:lnTo>
                  <a:lnTo>
                    <a:pt x="587464" y="8536"/>
                  </a:lnTo>
                  <a:lnTo>
                    <a:pt x="640021" y="11290"/>
                  </a:lnTo>
                  <a:lnTo>
                    <a:pt x="708315" y="15305"/>
                  </a:lnTo>
                  <a:lnTo>
                    <a:pt x="789412" y="20690"/>
                  </a:lnTo>
                  <a:lnTo>
                    <a:pt x="879210" y="27481"/>
                  </a:lnTo>
                  <a:lnTo>
                    <a:pt x="973304" y="35665"/>
                  </a:lnTo>
                  <a:lnTo>
                    <a:pt x="1067724" y="45208"/>
                  </a:lnTo>
                  <a:lnTo>
                    <a:pt x="1159382" y="56090"/>
                  </a:lnTo>
                  <a:lnTo>
                    <a:pt x="1246217" y="68329"/>
                  </a:lnTo>
                  <a:lnTo>
                    <a:pt x="1327125" y="81994"/>
                  </a:lnTo>
                  <a:lnTo>
                    <a:pt x="1401768" y="97213"/>
                  </a:lnTo>
                  <a:lnTo>
                    <a:pt x="1470368" y="114173"/>
                  </a:lnTo>
                  <a:lnTo>
                    <a:pt x="1533509" y="133113"/>
                  </a:lnTo>
                  <a:lnTo>
                    <a:pt x="1591988" y="154318"/>
                  </a:lnTo>
                  <a:lnTo>
                    <a:pt x="1646705" y="178095"/>
                  </a:lnTo>
                  <a:lnTo>
                    <a:pt x="1698572" y="204739"/>
                  </a:lnTo>
                  <a:lnTo>
                    <a:pt x="1748443" y="234471"/>
                  </a:lnTo>
                  <a:lnTo>
                    <a:pt x="1768425" y="247534"/>
                  </a:lnTo>
                  <a:lnTo>
                    <a:pt x="1814493" y="280087"/>
                  </a:lnTo>
                  <a:lnTo>
                    <a:pt x="1860112" y="315578"/>
                  </a:lnTo>
                  <a:lnTo>
                    <a:pt x="1905668" y="354059"/>
                  </a:lnTo>
                  <a:lnTo>
                    <a:pt x="1951444" y="395507"/>
                  </a:lnTo>
                  <a:lnTo>
                    <a:pt x="1997627" y="439814"/>
                  </a:lnTo>
                  <a:lnTo>
                    <a:pt x="2044321" y="486779"/>
                  </a:lnTo>
                  <a:lnTo>
                    <a:pt x="2091557" y="536107"/>
                  </a:lnTo>
                  <a:lnTo>
                    <a:pt x="2139296" y="587414"/>
                  </a:lnTo>
                  <a:lnTo>
                    <a:pt x="2187449" y="640233"/>
                  </a:lnTo>
                  <a:lnTo>
                    <a:pt x="2235881" y="694033"/>
                  </a:lnTo>
                  <a:lnTo>
                    <a:pt x="2284433" y="748241"/>
                  </a:lnTo>
                  <a:lnTo>
                    <a:pt x="2332929" y="802264"/>
                  </a:lnTo>
                  <a:lnTo>
                    <a:pt x="2381205" y="855517"/>
                  </a:lnTo>
                  <a:lnTo>
                    <a:pt x="2429113" y="907450"/>
                  </a:lnTo>
                  <a:lnTo>
                    <a:pt x="2476545" y="957571"/>
                  </a:lnTo>
                  <a:lnTo>
                    <a:pt x="2523442" y="1005463"/>
                  </a:lnTo>
                  <a:lnTo>
                    <a:pt x="2569809" y="1050796"/>
                  </a:lnTo>
                  <a:lnTo>
                    <a:pt x="2615721" y="1093336"/>
                  </a:lnTo>
                  <a:lnTo>
                    <a:pt x="2661332" y="1132938"/>
                  </a:lnTo>
                  <a:lnTo>
                    <a:pt x="2706888" y="1169550"/>
                  </a:lnTo>
                  <a:lnTo>
                    <a:pt x="2752734" y="1203196"/>
                  </a:lnTo>
                  <a:lnTo>
                    <a:pt x="2770117" y="1215082"/>
                  </a:lnTo>
                  <a:lnTo>
                    <a:pt x="2819387" y="1246105"/>
                  </a:lnTo>
                  <a:lnTo>
                    <a:pt x="2870341" y="1273992"/>
                  </a:lnTo>
                  <a:lnTo>
                    <a:pt x="2923784" y="1298907"/>
                  </a:lnTo>
                  <a:lnTo>
                    <a:pt x="2980614" y="1321126"/>
                  </a:lnTo>
                  <a:lnTo>
                    <a:pt x="3041745" y="1340956"/>
                  </a:lnTo>
                  <a:lnTo>
                    <a:pt x="3108028" y="1358693"/>
                  </a:lnTo>
                  <a:lnTo>
                    <a:pt x="3180149" y="1374598"/>
                  </a:lnTo>
                  <a:lnTo>
                    <a:pt x="3258501" y="1388879"/>
                  </a:lnTo>
                  <a:lnTo>
                    <a:pt x="3342998" y="1401690"/>
                  </a:lnTo>
                  <a:lnTo>
                    <a:pt x="3432876" y="1413122"/>
                  </a:lnTo>
                  <a:lnTo>
                    <a:pt x="3526482" y="1423213"/>
                  </a:lnTo>
                  <a:lnTo>
                    <a:pt x="3621146" y="1431956"/>
                  </a:lnTo>
                  <a:lnTo>
                    <a:pt x="3713221" y="1439320"/>
                  </a:lnTo>
                  <a:lnTo>
                    <a:pt x="3798407" y="1445279"/>
                  </a:lnTo>
                  <a:lnTo>
                    <a:pt x="3872375" y="1449845"/>
                  </a:lnTo>
                  <a:lnTo>
                    <a:pt x="3931611" y="1453096"/>
                  </a:lnTo>
                  <a:lnTo>
                    <a:pt x="3974235" y="1455189"/>
                  </a:lnTo>
                  <a:lnTo>
                    <a:pt x="4000528" y="1456349"/>
                  </a:lnTo>
                  <a:lnTo>
                    <a:pt x="4013036" y="1456848"/>
                  </a:lnTo>
                  <a:lnTo>
                    <a:pt x="4016409" y="1456970"/>
                  </a:lnTo>
                  <a:lnTo>
                    <a:pt x="4538543" y="1456970"/>
                  </a:lnTo>
                  <a:lnTo>
                    <a:pt x="4539811" y="1456959"/>
                  </a:lnTo>
                  <a:lnTo>
                    <a:pt x="4548098" y="1456881"/>
                  </a:lnTo>
                  <a:lnTo>
                    <a:pt x="4568818" y="1456665"/>
                  </a:lnTo>
                  <a:lnTo>
                    <a:pt x="4605424" y="1456243"/>
                  </a:lnTo>
                  <a:lnTo>
                    <a:pt x="4659095" y="1455550"/>
                  </a:lnTo>
                  <a:lnTo>
                    <a:pt x="4728682" y="1454542"/>
                  </a:lnTo>
                  <a:lnTo>
                    <a:pt x="4811097" y="1453190"/>
                  </a:lnTo>
                  <a:lnTo>
                    <a:pt x="4902092" y="1451488"/>
                  </a:lnTo>
                  <a:lnTo>
                    <a:pt x="4997156" y="1449440"/>
                  </a:lnTo>
                  <a:lnTo>
                    <a:pt x="5092270" y="1447052"/>
                  </a:lnTo>
                  <a:lnTo>
                    <a:pt x="5184351" y="1444331"/>
                  </a:lnTo>
                  <a:lnTo>
                    <a:pt x="5271379" y="1441270"/>
                  </a:lnTo>
                  <a:lnTo>
                    <a:pt x="5352308" y="1437851"/>
                  </a:lnTo>
                  <a:lnTo>
                    <a:pt x="5426865" y="1434040"/>
                  </a:lnTo>
                  <a:lnTo>
                    <a:pt x="5495329" y="1429788"/>
                  </a:lnTo>
                  <a:lnTo>
                    <a:pt x="5558335" y="1425033"/>
                  </a:lnTo>
                  <a:lnTo>
                    <a:pt x="5616721" y="1419703"/>
                  </a:lnTo>
                  <a:lnTo>
                    <a:pt x="5671418" y="1413720"/>
                  </a:lnTo>
                  <a:lnTo>
                    <a:pt x="5723358" y="1407011"/>
                  </a:lnTo>
                  <a:lnTo>
                    <a:pt x="5773398" y="1399527"/>
                  </a:lnTo>
                  <a:lnTo>
                    <a:pt x="5784835" y="1397674"/>
                  </a:lnTo>
                  <a:lnTo>
                    <a:pt x="5838365" y="1388325"/>
                  </a:lnTo>
                  <a:lnTo>
                    <a:pt x="5891377" y="1377997"/>
                  </a:lnTo>
                  <a:lnTo>
                    <a:pt x="5944442" y="1366678"/>
                  </a:lnTo>
                  <a:lnTo>
                    <a:pt x="5997938" y="1354390"/>
                  </a:lnTo>
                  <a:lnTo>
                    <a:pt x="6052087" y="1341194"/>
                  </a:lnTo>
                  <a:lnTo>
                    <a:pt x="6106964" y="1327195"/>
                  </a:lnTo>
                  <a:lnTo>
                    <a:pt x="6162523" y="1312538"/>
                  </a:lnTo>
                  <a:lnTo>
                    <a:pt x="6218617" y="1297404"/>
                  </a:lnTo>
                  <a:lnTo>
                    <a:pt x="6275025" y="1282001"/>
                  </a:lnTo>
                  <a:lnTo>
                    <a:pt x="6331484" y="1266556"/>
                  </a:lnTo>
                  <a:lnTo>
                    <a:pt x="6387726" y="1251295"/>
                  </a:lnTo>
                  <a:lnTo>
                    <a:pt x="6443508" y="1236434"/>
                  </a:lnTo>
                  <a:lnTo>
                    <a:pt x="6498654" y="1222168"/>
                  </a:lnTo>
                  <a:lnTo>
                    <a:pt x="6553076" y="1208655"/>
                  </a:lnTo>
                  <a:lnTo>
                    <a:pt x="6606800" y="1196015"/>
                  </a:lnTo>
                  <a:lnTo>
                    <a:pt x="6659992" y="1184325"/>
                  </a:lnTo>
                  <a:lnTo>
                    <a:pt x="6712968" y="1173623"/>
                  </a:lnTo>
                  <a:lnTo>
                    <a:pt x="6766223" y="1163908"/>
                  </a:lnTo>
                  <a:lnTo>
                    <a:pt x="6786527" y="1160493"/>
                  </a:lnTo>
                  <a:lnTo>
                    <a:pt x="6836232" y="1152826"/>
                  </a:lnTo>
                  <a:lnTo>
                    <a:pt x="6887659" y="1145940"/>
                  </a:lnTo>
                  <a:lnTo>
                    <a:pt x="6941633" y="1139794"/>
                  </a:lnTo>
                  <a:lnTo>
                    <a:pt x="6999078" y="1134319"/>
                  </a:lnTo>
                  <a:lnTo>
                    <a:pt x="7060931" y="1129437"/>
                  </a:lnTo>
                  <a:lnTo>
                    <a:pt x="7128060" y="1125074"/>
                  </a:lnTo>
                  <a:lnTo>
                    <a:pt x="7201160" y="1121166"/>
                  </a:lnTo>
                  <a:lnTo>
                    <a:pt x="7280608" y="1117659"/>
                  </a:lnTo>
                  <a:lnTo>
                    <a:pt x="7366280" y="1114517"/>
                  </a:lnTo>
                  <a:lnTo>
                    <a:pt x="7457328" y="1111718"/>
                  </a:lnTo>
                  <a:lnTo>
                    <a:pt x="7551974" y="1109253"/>
                  </a:lnTo>
                  <a:lnTo>
                    <a:pt x="7647379" y="1107125"/>
                  </a:lnTo>
                  <a:lnTo>
                    <a:pt x="7739714" y="1105341"/>
                  </a:lnTo>
                  <a:lnTo>
                    <a:pt x="7824526" y="1103909"/>
                  </a:lnTo>
                  <a:lnTo>
                    <a:pt x="7897427" y="1102822"/>
                  </a:lnTo>
                  <a:lnTo>
                    <a:pt x="7954980" y="1102060"/>
                  </a:lnTo>
                  <a:lnTo>
                    <a:pt x="7995535" y="1101579"/>
                  </a:lnTo>
                  <a:lnTo>
                    <a:pt x="8019718" y="1101322"/>
                  </a:lnTo>
                  <a:lnTo>
                    <a:pt x="8030478" y="1101218"/>
                  </a:lnTo>
                  <a:lnTo>
                    <a:pt x="8032819" y="1101198"/>
                  </a:lnTo>
                  <a:lnTo>
                    <a:pt x="8554953" y="1101198"/>
                  </a:lnTo>
                  <a:lnTo>
                    <a:pt x="8554953" y="1095551"/>
                  </a:lnTo>
                  <a:lnTo>
                    <a:pt x="8032819" y="1095551"/>
                  </a:lnTo>
                  <a:lnTo>
                    <a:pt x="8031551" y="1095562"/>
                  </a:lnTo>
                  <a:lnTo>
                    <a:pt x="8023264" y="1095639"/>
                  </a:lnTo>
                  <a:lnTo>
                    <a:pt x="8002544" y="1095855"/>
                  </a:lnTo>
                  <a:lnTo>
                    <a:pt x="7965938" y="1096278"/>
                  </a:lnTo>
                  <a:lnTo>
                    <a:pt x="7912267" y="1096970"/>
                  </a:lnTo>
                  <a:lnTo>
                    <a:pt x="7842680" y="1097979"/>
                  </a:lnTo>
                  <a:lnTo>
                    <a:pt x="7760265" y="1099330"/>
                  </a:lnTo>
                  <a:lnTo>
                    <a:pt x="7669270" y="1101032"/>
                  </a:lnTo>
                  <a:lnTo>
                    <a:pt x="7574206" y="1103081"/>
                  </a:lnTo>
                  <a:lnTo>
                    <a:pt x="7479092" y="1105468"/>
                  </a:lnTo>
                  <a:lnTo>
                    <a:pt x="7387010" y="1108189"/>
                  </a:lnTo>
                  <a:lnTo>
                    <a:pt x="7299983" y="1111250"/>
                  </a:lnTo>
                  <a:lnTo>
                    <a:pt x="7219054" y="1114669"/>
                  </a:lnTo>
                  <a:lnTo>
                    <a:pt x="7144497" y="1118480"/>
                  </a:lnTo>
                  <a:lnTo>
                    <a:pt x="7076033" y="1122732"/>
                  </a:lnTo>
                  <a:lnTo>
                    <a:pt x="7013027" y="1127487"/>
                  </a:lnTo>
                  <a:lnTo>
                    <a:pt x="6954641" y="1132817"/>
                  </a:lnTo>
                  <a:lnTo>
                    <a:pt x="6899944" y="1138801"/>
                  </a:lnTo>
                  <a:lnTo>
                    <a:pt x="6848004" y="1145509"/>
                  </a:lnTo>
                  <a:lnTo>
                    <a:pt x="6797964" y="1152994"/>
                  </a:lnTo>
                  <a:lnTo>
                    <a:pt x="6786527" y="1154846"/>
                  </a:lnTo>
                  <a:lnTo>
                    <a:pt x="6732997" y="1164196"/>
                  </a:lnTo>
                  <a:lnTo>
                    <a:pt x="6679985" y="1174523"/>
                  </a:lnTo>
                  <a:lnTo>
                    <a:pt x="6626920" y="1185842"/>
                  </a:lnTo>
                  <a:lnTo>
                    <a:pt x="6573424" y="1198131"/>
                  </a:lnTo>
                  <a:lnTo>
                    <a:pt x="6519275" y="1211326"/>
                  </a:lnTo>
                  <a:lnTo>
                    <a:pt x="6464398" y="1225325"/>
                  </a:lnTo>
                  <a:lnTo>
                    <a:pt x="6408839" y="1239982"/>
                  </a:lnTo>
                  <a:lnTo>
                    <a:pt x="6352745" y="1255116"/>
                  </a:lnTo>
                  <a:lnTo>
                    <a:pt x="6296337" y="1270519"/>
                  </a:lnTo>
                  <a:lnTo>
                    <a:pt x="6239878" y="1285965"/>
                  </a:lnTo>
                  <a:lnTo>
                    <a:pt x="6183636" y="1301226"/>
                  </a:lnTo>
                  <a:lnTo>
                    <a:pt x="6127853" y="1316086"/>
                  </a:lnTo>
                  <a:lnTo>
                    <a:pt x="6072708" y="1330352"/>
                  </a:lnTo>
                  <a:lnTo>
                    <a:pt x="6018286" y="1343865"/>
                  </a:lnTo>
                  <a:lnTo>
                    <a:pt x="5964562" y="1356505"/>
                  </a:lnTo>
                  <a:lnTo>
                    <a:pt x="5911370" y="1368195"/>
                  </a:lnTo>
                  <a:lnTo>
                    <a:pt x="5858394" y="1378897"/>
                  </a:lnTo>
                  <a:lnTo>
                    <a:pt x="5805139" y="1388612"/>
                  </a:lnTo>
                  <a:lnTo>
                    <a:pt x="5784835" y="1392027"/>
                  </a:lnTo>
                  <a:lnTo>
                    <a:pt x="5735129" y="1399695"/>
                  </a:lnTo>
                  <a:lnTo>
                    <a:pt x="5683703" y="1406581"/>
                  </a:lnTo>
                  <a:lnTo>
                    <a:pt x="5629729" y="1412726"/>
                  </a:lnTo>
                  <a:lnTo>
                    <a:pt x="5572284" y="1418201"/>
                  </a:lnTo>
                  <a:lnTo>
                    <a:pt x="5510431" y="1423083"/>
                  </a:lnTo>
                  <a:lnTo>
                    <a:pt x="5443302" y="1427446"/>
                  </a:lnTo>
                  <a:lnTo>
                    <a:pt x="5370202" y="1431355"/>
                  </a:lnTo>
                  <a:lnTo>
                    <a:pt x="5290754" y="1434861"/>
                  </a:lnTo>
                  <a:lnTo>
                    <a:pt x="5205082" y="1438003"/>
                  </a:lnTo>
                  <a:lnTo>
                    <a:pt x="5114034" y="1440802"/>
                  </a:lnTo>
                  <a:lnTo>
                    <a:pt x="5019388" y="1443267"/>
                  </a:lnTo>
                  <a:lnTo>
                    <a:pt x="4923983" y="1445396"/>
                  </a:lnTo>
                  <a:lnTo>
                    <a:pt x="4831648" y="1447179"/>
                  </a:lnTo>
                  <a:lnTo>
                    <a:pt x="4746836" y="1448611"/>
                  </a:lnTo>
                  <a:lnTo>
                    <a:pt x="4673935" y="1449698"/>
                  </a:lnTo>
                  <a:lnTo>
                    <a:pt x="4616382" y="1450460"/>
                  </a:lnTo>
                  <a:lnTo>
                    <a:pt x="4575827" y="1450941"/>
                  </a:lnTo>
                  <a:lnTo>
                    <a:pt x="4551644" y="1451199"/>
                  </a:lnTo>
                  <a:lnTo>
                    <a:pt x="4540884" y="1451302"/>
                  </a:lnTo>
                  <a:lnTo>
                    <a:pt x="4538543" y="1451322"/>
                  </a:lnTo>
                  <a:lnTo>
                    <a:pt x="4016409" y="1451322"/>
                  </a:lnTo>
                  <a:lnTo>
                    <a:pt x="4015173" y="1451279"/>
                  </a:lnTo>
                  <a:lnTo>
                    <a:pt x="4007090" y="1450970"/>
                  </a:lnTo>
                  <a:lnTo>
                    <a:pt x="3986861" y="1450114"/>
                  </a:lnTo>
                  <a:lnTo>
                    <a:pt x="3951078" y="1448433"/>
                  </a:lnTo>
                  <a:lnTo>
                    <a:pt x="3898521" y="1445679"/>
                  </a:lnTo>
                  <a:lnTo>
                    <a:pt x="3830227" y="1441664"/>
                  </a:lnTo>
                  <a:lnTo>
                    <a:pt x="3749130" y="1436279"/>
                  </a:lnTo>
                  <a:lnTo>
                    <a:pt x="3659332" y="1429488"/>
                  </a:lnTo>
                  <a:lnTo>
                    <a:pt x="3565238" y="1421304"/>
                  </a:lnTo>
                  <a:lnTo>
                    <a:pt x="3470818" y="1411761"/>
                  </a:lnTo>
                  <a:lnTo>
                    <a:pt x="3379160" y="1400879"/>
                  </a:lnTo>
                  <a:lnTo>
                    <a:pt x="3292325" y="1388640"/>
                  </a:lnTo>
                  <a:lnTo>
                    <a:pt x="3211417" y="1374975"/>
                  </a:lnTo>
                  <a:lnTo>
                    <a:pt x="3136774" y="1359756"/>
                  </a:lnTo>
                  <a:lnTo>
                    <a:pt x="3068174" y="1342796"/>
                  </a:lnTo>
                  <a:lnTo>
                    <a:pt x="3005033" y="1323856"/>
                  </a:lnTo>
                  <a:lnTo>
                    <a:pt x="2946554" y="1302651"/>
                  </a:lnTo>
                  <a:lnTo>
                    <a:pt x="2891837" y="1278875"/>
                  </a:lnTo>
                  <a:lnTo>
                    <a:pt x="2839970" y="1252230"/>
                  </a:lnTo>
                  <a:lnTo>
                    <a:pt x="2790099" y="1222498"/>
                  </a:lnTo>
                  <a:lnTo>
                    <a:pt x="2770117" y="1209435"/>
                  </a:lnTo>
                  <a:lnTo>
                    <a:pt x="2724049" y="1176882"/>
                  </a:lnTo>
                  <a:lnTo>
                    <a:pt x="2678431" y="1141391"/>
                  </a:lnTo>
                  <a:lnTo>
                    <a:pt x="2632874" y="1102910"/>
                  </a:lnTo>
                  <a:lnTo>
                    <a:pt x="2587098" y="1061462"/>
                  </a:lnTo>
                  <a:lnTo>
                    <a:pt x="2540915" y="1017155"/>
                  </a:lnTo>
                  <a:lnTo>
                    <a:pt x="2494221" y="970190"/>
                  </a:lnTo>
                  <a:lnTo>
                    <a:pt x="2446986" y="920862"/>
                  </a:lnTo>
                  <a:lnTo>
                    <a:pt x="2399246" y="869555"/>
                  </a:lnTo>
                  <a:lnTo>
                    <a:pt x="2351093" y="816736"/>
                  </a:lnTo>
                  <a:lnTo>
                    <a:pt x="2302661" y="762936"/>
                  </a:lnTo>
                  <a:lnTo>
                    <a:pt x="2254110" y="708728"/>
                  </a:lnTo>
                  <a:lnTo>
                    <a:pt x="2205613" y="654705"/>
                  </a:lnTo>
                  <a:lnTo>
                    <a:pt x="2157337" y="601452"/>
                  </a:lnTo>
                  <a:lnTo>
                    <a:pt x="2109429" y="549519"/>
                  </a:lnTo>
                  <a:lnTo>
                    <a:pt x="2061997" y="499398"/>
                  </a:lnTo>
                  <a:lnTo>
                    <a:pt x="2015100" y="451506"/>
                  </a:lnTo>
                  <a:lnTo>
                    <a:pt x="1968733" y="406173"/>
                  </a:lnTo>
                  <a:lnTo>
                    <a:pt x="1922821" y="363633"/>
                  </a:lnTo>
                  <a:lnTo>
                    <a:pt x="1877210" y="324031"/>
                  </a:lnTo>
                  <a:lnTo>
                    <a:pt x="1831654" y="287419"/>
                  </a:lnTo>
                  <a:lnTo>
                    <a:pt x="1785808" y="253774"/>
                  </a:lnTo>
                  <a:lnTo>
                    <a:pt x="1768425" y="241887"/>
                  </a:lnTo>
                  <a:lnTo>
                    <a:pt x="1719155" y="210865"/>
                  </a:lnTo>
                  <a:lnTo>
                    <a:pt x="1668201" y="182977"/>
                  </a:lnTo>
                  <a:lnTo>
                    <a:pt x="1614758" y="158062"/>
                  </a:lnTo>
                  <a:lnTo>
                    <a:pt x="1557928" y="135843"/>
                  </a:lnTo>
                  <a:lnTo>
                    <a:pt x="1496797" y="116013"/>
                  </a:lnTo>
                  <a:lnTo>
                    <a:pt x="1430514" y="98276"/>
                  </a:lnTo>
                  <a:lnTo>
                    <a:pt x="1358393" y="82371"/>
                  </a:lnTo>
                  <a:lnTo>
                    <a:pt x="1280042" y="68090"/>
                  </a:lnTo>
                  <a:lnTo>
                    <a:pt x="1195544" y="55279"/>
                  </a:lnTo>
                  <a:lnTo>
                    <a:pt x="1105667" y="43847"/>
                  </a:lnTo>
                  <a:lnTo>
                    <a:pt x="1012060" y="33756"/>
                  </a:lnTo>
                  <a:lnTo>
                    <a:pt x="917396" y="25013"/>
                  </a:lnTo>
                  <a:lnTo>
                    <a:pt x="825321" y="17649"/>
                  </a:lnTo>
                  <a:lnTo>
                    <a:pt x="740135" y="11690"/>
                  </a:lnTo>
                  <a:lnTo>
                    <a:pt x="666167" y="7124"/>
                  </a:lnTo>
                  <a:lnTo>
                    <a:pt x="606931" y="3873"/>
                  </a:lnTo>
                  <a:lnTo>
                    <a:pt x="564308" y="1780"/>
                  </a:lnTo>
                  <a:lnTo>
                    <a:pt x="538014" y="620"/>
                  </a:lnTo>
                  <a:lnTo>
                    <a:pt x="525506" y="122"/>
                  </a:lnTo>
                  <a:lnTo>
                    <a:pt x="5221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774" name="pl774"/>
            <p:cNvSpPr/>
            <p:nvPr/>
          </p:nvSpPr>
          <p:spPr>
            <a:xfrm>
              <a:off x="386606" y="2021326"/>
              <a:ext cx="8554953" cy="1451322"/>
            </a:xfrm>
            <a:custGeom>
              <a:avLst/>
              <a:pathLst>
                <a:path w="8554953" h="1451322">
                  <a:moveTo>
                    <a:pt x="0" y="0"/>
                  </a:moveTo>
                  <a:lnTo>
                    <a:pt x="522133" y="0"/>
                  </a:lnTo>
                  <a:lnTo>
                    <a:pt x="523369" y="43"/>
                  </a:lnTo>
                  <a:lnTo>
                    <a:pt x="531453" y="352"/>
                  </a:lnTo>
                  <a:lnTo>
                    <a:pt x="551681" y="1208"/>
                  </a:lnTo>
                  <a:lnTo>
                    <a:pt x="587464" y="2889"/>
                  </a:lnTo>
                  <a:lnTo>
                    <a:pt x="640021" y="5643"/>
                  </a:lnTo>
                  <a:lnTo>
                    <a:pt x="708315" y="9658"/>
                  </a:lnTo>
                  <a:lnTo>
                    <a:pt x="789412" y="15043"/>
                  </a:lnTo>
                  <a:lnTo>
                    <a:pt x="879210" y="21834"/>
                  </a:lnTo>
                  <a:lnTo>
                    <a:pt x="973304" y="30018"/>
                  </a:lnTo>
                  <a:lnTo>
                    <a:pt x="1067724" y="39561"/>
                  </a:lnTo>
                  <a:lnTo>
                    <a:pt x="1159382" y="50443"/>
                  </a:lnTo>
                  <a:lnTo>
                    <a:pt x="1246217" y="62682"/>
                  </a:lnTo>
                  <a:lnTo>
                    <a:pt x="1327125" y="76347"/>
                  </a:lnTo>
                  <a:lnTo>
                    <a:pt x="1401768" y="91566"/>
                  </a:lnTo>
                  <a:lnTo>
                    <a:pt x="1470368" y="108526"/>
                  </a:lnTo>
                  <a:lnTo>
                    <a:pt x="1533509" y="127466"/>
                  </a:lnTo>
                  <a:lnTo>
                    <a:pt x="1591988" y="148671"/>
                  </a:lnTo>
                  <a:lnTo>
                    <a:pt x="1646705" y="172447"/>
                  </a:lnTo>
                  <a:lnTo>
                    <a:pt x="1698572" y="199092"/>
                  </a:lnTo>
                  <a:lnTo>
                    <a:pt x="1748443" y="228824"/>
                  </a:lnTo>
                  <a:lnTo>
                    <a:pt x="1768425" y="241887"/>
                  </a:lnTo>
                  <a:lnTo>
                    <a:pt x="1814493" y="274440"/>
                  </a:lnTo>
                  <a:lnTo>
                    <a:pt x="1860112" y="309931"/>
                  </a:lnTo>
                  <a:lnTo>
                    <a:pt x="1905668" y="348412"/>
                  </a:lnTo>
                  <a:lnTo>
                    <a:pt x="1951444" y="389860"/>
                  </a:lnTo>
                  <a:lnTo>
                    <a:pt x="1997627" y="434167"/>
                  </a:lnTo>
                  <a:lnTo>
                    <a:pt x="2044321" y="481132"/>
                  </a:lnTo>
                  <a:lnTo>
                    <a:pt x="2091557" y="530460"/>
                  </a:lnTo>
                  <a:lnTo>
                    <a:pt x="2139296" y="581767"/>
                  </a:lnTo>
                  <a:lnTo>
                    <a:pt x="2187449" y="634586"/>
                  </a:lnTo>
                  <a:lnTo>
                    <a:pt x="2235881" y="688386"/>
                  </a:lnTo>
                  <a:lnTo>
                    <a:pt x="2284433" y="742594"/>
                  </a:lnTo>
                  <a:lnTo>
                    <a:pt x="2332929" y="796617"/>
                  </a:lnTo>
                  <a:lnTo>
                    <a:pt x="2381205" y="849870"/>
                  </a:lnTo>
                  <a:lnTo>
                    <a:pt x="2429113" y="901803"/>
                  </a:lnTo>
                  <a:lnTo>
                    <a:pt x="2476545" y="951924"/>
                  </a:lnTo>
                  <a:lnTo>
                    <a:pt x="2523442" y="999816"/>
                  </a:lnTo>
                  <a:lnTo>
                    <a:pt x="2569809" y="1045149"/>
                  </a:lnTo>
                  <a:lnTo>
                    <a:pt x="2615721" y="1087689"/>
                  </a:lnTo>
                  <a:lnTo>
                    <a:pt x="2661332" y="1127291"/>
                  </a:lnTo>
                  <a:lnTo>
                    <a:pt x="2706888" y="1163903"/>
                  </a:lnTo>
                  <a:lnTo>
                    <a:pt x="2752734" y="1197548"/>
                  </a:lnTo>
                  <a:lnTo>
                    <a:pt x="2770117" y="1209435"/>
                  </a:lnTo>
                  <a:lnTo>
                    <a:pt x="2819387" y="1240457"/>
                  </a:lnTo>
                  <a:lnTo>
                    <a:pt x="2870341" y="1268345"/>
                  </a:lnTo>
                  <a:lnTo>
                    <a:pt x="2923784" y="1293260"/>
                  </a:lnTo>
                  <a:lnTo>
                    <a:pt x="2980614" y="1315479"/>
                  </a:lnTo>
                  <a:lnTo>
                    <a:pt x="3041745" y="1335309"/>
                  </a:lnTo>
                  <a:lnTo>
                    <a:pt x="3108028" y="1353046"/>
                  </a:lnTo>
                  <a:lnTo>
                    <a:pt x="3180149" y="1368951"/>
                  </a:lnTo>
                  <a:lnTo>
                    <a:pt x="3258501" y="1383232"/>
                  </a:lnTo>
                  <a:lnTo>
                    <a:pt x="3342998" y="1396043"/>
                  </a:lnTo>
                  <a:lnTo>
                    <a:pt x="3432876" y="1407475"/>
                  </a:lnTo>
                  <a:lnTo>
                    <a:pt x="3526482" y="1417566"/>
                  </a:lnTo>
                  <a:lnTo>
                    <a:pt x="3621146" y="1426309"/>
                  </a:lnTo>
                  <a:lnTo>
                    <a:pt x="3713221" y="1433673"/>
                  </a:lnTo>
                  <a:lnTo>
                    <a:pt x="3798407" y="1439632"/>
                  </a:lnTo>
                  <a:lnTo>
                    <a:pt x="3872375" y="1444198"/>
                  </a:lnTo>
                  <a:lnTo>
                    <a:pt x="3931611" y="1447449"/>
                  </a:lnTo>
                  <a:lnTo>
                    <a:pt x="3974235" y="1449542"/>
                  </a:lnTo>
                  <a:lnTo>
                    <a:pt x="4000528" y="1450702"/>
                  </a:lnTo>
                  <a:lnTo>
                    <a:pt x="4013036" y="1451200"/>
                  </a:lnTo>
                  <a:lnTo>
                    <a:pt x="4016322" y="1451320"/>
                  </a:lnTo>
                  <a:lnTo>
                    <a:pt x="4016409" y="1451322"/>
                  </a:lnTo>
                  <a:lnTo>
                    <a:pt x="4538543" y="1451322"/>
                  </a:lnTo>
                  <a:lnTo>
                    <a:pt x="4539811" y="1451312"/>
                  </a:lnTo>
                  <a:lnTo>
                    <a:pt x="4548098" y="1451234"/>
                  </a:lnTo>
                  <a:lnTo>
                    <a:pt x="4568818" y="1451018"/>
                  </a:lnTo>
                  <a:lnTo>
                    <a:pt x="4605424" y="1450595"/>
                  </a:lnTo>
                  <a:lnTo>
                    <a:pt x="4659095" y="1449903"/>
                  </a:lnTo>
                  <a:lnTo>
                    <a:pt x="4728682" y="1448894"/>
                  </a:lnTo>
                  <a:lnTo>
                    <a:pt x="4811097" y="1447543"/>
                  </a:lnTo>
                  <a:lnTo>
                    <a:pt x="4902092" y="1445841"/>
                  </a:lnTo>
                  <a:lnTo>
                    <a:pt x="4997156" y="1443792"/>
                  </a:lnTo>
                  <a:lnTo>
                    <a:pt x="5092270" y="1441405"/>
                  </a:lnTo>
                  <a:lnTo>
                    <a:pt x="5184351" y="1438684"/>
                  </a:lnTo>
                  <a:lnTo>
                    <a:pt x="5271379" y="1435623"/>
                  </a:lnTo>
                  <a:lnTo>
                    <a:pt x="5352308" y="1432204"/>
                  </a:lnTo>
                  <a:lnTo>
                    <a:pt x="5426865" y="1428393"/>
                  </a:lnTo>
                  <a:lnTo>
                    <a:pt x="5495329" y="1424141"/>
                  </a:lnTo>
                  <a:lnTo>
                    <a:pt x="5558335" y="1419386"/>
                  </a:lnTo>
                  <a:lnTo>
                    <a:pt x="5616721" y="1414056"/>
                  </a:lnTo>
                  <a:lnTo>
                    <a:pt x="5671418" y="1408073"/>
                  </a:lnTo>
                  <a:lnTo>
                    <a:pt x="5723358" y="1401364"/>
                  </a:lnTo>
                  <a:lnTo>
                    <a:pt x="5773398" y="1393879"/>
                  </a:lnTo>
                  <a:lnTo>
                    <a:pt x="5784835" y="1392027"/>
                  </a:lnTo>
                  <a:lnTo>
                    <a:pt x="5838365" y="1382678"/>
                  </a:lnTo>
                  <a:lnTo>
                    <a:pt x="5891377" y="1372350"/>
                  </a:lnTo>
                  <a:lnTo>
                    <a:pt x="5944442" y="1361031"/>
                  </a:lnTo>
                  <a:lnTo>
                    <a:pt x="5997938" y="1348742"/>
                  </a:lnTo>
                  <a:lnTo>
                    <a:pt x="6052087" y="1335547"/>
                  </a:lnTo>
                  <a:lnTo>
                    <a:pt x="6106964" y="1321548"/>
                  </a:lnTo>
                  <a:lnTo>
                    <a:pt x="6162523" y="1306891"/>
                  </a:lnTo>
                  <a:lnTo>
                    <a:pt x="6218617" y="1291757"/>
                  </a:lnTo>
                  <a:lnTo>
                    <a:pt x="6275025" y="1276354"/>
                  </a:lnTo>
                  <a:lnTo>
                    <a:pt x="6331484" y="1260909"/>
                  </a:lnTo>
                  <a:lnTo>
                    <a:pt x="6387726" y="1245647"/>
                  </a:lnTo>
                  <a:lnTo>
                    <a:pt x="6443508" y="1230787"/>
                  </a:lnTo>
                  <a:lnTo>
                    <a:pt x="6498654" y="1216521"/>
                  </a:lnTo>
                  <a:lnTo>
                    <a:pt x="6553076" y="1203008"/>
                  </a:lnTo>
                  <a:lnTo>
                    <a:pt x="6606800" y="1190368"/>
                  </a:lnTo>
                  <a:lnTo>
                    <a:pt x="6659992" y="1178678"/>
                  </a:lnTo>
                  <a:lnTo>
                    <a:pt x="6712968" y="1167976"/>
                  </a:lnTo>
                  <a:lnTo>
                    <a:pt x="6766223" y="1158261"/>
                  </a:lnTo>
                  <a:lnTo>
                    <a:pt x="6786527" y="1154846"/>
                  </a:lnTo>
                  <a:lnTo>
                    <a:pt x="6836232" y="1147178"/>
                  </a:lnTo>
                  <a:lnTo>
                    <a:pt x="6887659" y="1140293"/>
                  </a:lnTo>
                  <a:lnTo>
                    <a:pt x="6941633" y="1134147"/>
                  </a:lnTo>
                  <a:lnTo>
                    <a:pt x="6999078" y="1128672"/>
                  </a:lnTo>
                  <a:lnTo>
                    <a:pt x="7060931" y="1123790"/>
                  </a:lnTo>
                  <a:lnTo>
                    <a:pt x="7128060" y="1119427"/>
                  </a:lnTo>
                  <a:lnTo>
                    <a:pt x="7201160" y="1115518"/>
                  </a:lnTo>
                  <a:lnTo>
                    <a:pt x="7280608" y="1112012"/>
                  </a:lnTo>
                  <a:lnTo>
                    <a:pt x="7366280" y="1108870"/>
                  </a:lnTo>
                  <a:lnTo>
                    <a:pt x="7457328" y="1106071"/>
                  </a:lnTo>
                  <a:lnTo>
                    <a:pt x="7551974" y="1103606"/>
                  </a:lnTo>
                  <a:lnTo>
                    <a:pt x="7647379" y="1101478"/>
                  </a:lnTo>
                  <a:lnTo>
                    <a:pt x="7739714" y="1099694"/>
                  </a:lnTo>
                  <a:lnTo>
                    <a:pt x="7824526" y="1098262"/>
                  </a:lnTo>
                  <a:lnTo>
                    <a:pt x="7897427" y="1097175"/>
                  </a:lnTo>
                  <a:lnTo>
                    <a:pt x="7954980" y="1096413"/>
                  </a:lnTo>
                  <a:lnTo>
                    <a:pt x="7995535" y="1095932"/>
                  </a:lnTo>
                  <a:lnTo>
                    <a:pt x="8019718" y="1095675"/>
                  </a:lnTo>
                  <a:lnTo>
                    <a:pt x="8030478" y="1095571"/>
                  </a:lnTo>
                  <a:lnTo>
                    <a:pt x="8032803" y="1095551"/>
                  </a:lnTo>
                  <a:lnTo>
                    <a:pt x="8032819" y="1095551"/>
                  </a:lnTo>
                  <a:lnTo>
                    <a:pt x="8554953" y="1095551"/>
                  </a:lnTo>
                  <a:lnTo>
                    <a:pt x="8554953" y="1095551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775" name="pl775"/>
            <p:cNvSpPr/>
            <p:nvPr/>
          </p:nvSpPr>
          <p:spPr>
            <a:xfrm>
              <a:off x="386606" y="2015679"/>
              <a:ext cx="8554953" cy="1451322"/>
            </a:xfrm>
            <a:custGeom>
              <a:avLst/>
              <a:pathLst>
                <a:path w="8554953" h="1451322">
                  <a:moveTo>
                    <a:pt x="8554953" y="1095551"/>
                  </a:moveTo>
                  <a:lnTo>
                    <a:pt x="8032819" y="1095551"/>
                  </a:lnTo>
                  <a:lnTo>
                    <a:pt x="8031551" y="1095562"/>
                  </a:lnTo>
                  <a:lnTo>
                    <a:pt x="8023264" y="1095639"/>
                  </a:lnTo>
                  <a:lnTo>
                    <a:pt x="8002544" y="1095855"/>
                  </a:lnTo>
                  <a:lnTo>
                    <a:pt x="7965938" y="1096278"/>
                  </a:lnTo>
                  <a:lnTo>
                    <a:pt x="7912267" y="1096970"/>
                  </a:lnTo>
                  <a:lnTo>
                    <a:pt x="7842680" y="1097979"/>
                  </a:lnTo>
                  <a:lnTo>
                    <a:pt x="7760265" y="1099330"/>
                  </a:lnTo>
                  <a:lnTo>
                    <a:pt x="7669270" y="1101032"/>
                  </a:lnTo>
                  <a:lnTo>
                    <a:pt x="7574206" y="1103081"/>
                  </a:lnTo>
                  <a:lnTo>
                    <a:pt x="7479092" y="1105468"/>
                  </a:lnTo>
                  <a:lnTo>
                    <a:pt x="7387010" y="1108189"/>
                  </a:lnTo>
                  <a:lnTo>
                    <a:pt x="7299983" y="1111250"/>
                  </a:lnTo>
                  <a:lnTo>
                    <a:pt x="7219054" y="1114669"/>
                  </a:lnTo>
                  <a:lnTo>
                    <a:pt x="7144497" y="1118480"/>
                  </a:lnTo>
                  <a:lnTo>
                    <a:pt x="7076033" y="1122732"/>
                  </a:lnTo>
                  <a:lnTo>
                    <a:pt x="7013027" y="1127487"/>
                  </a:lnTo>
                  <a:lnTo>
                    <a:pt x="6954641" y="1132817"/>
                  </a:lnTo>
                  <a:lnTo>
                    <a:pt x="6899944" y="1138801"/>
                  </a:lnTo>
                  <a:lnTo>
                    <a:pt x="6848004" y="1145509"/>
                  </a:lnTo>
                  <a:lnTo>
                    <a:pt x="6797964" y="1152994"/>
                  </a:lnTo>
                  <a:lnTo>
                    <a:pt x="6786527" y="1154846"/>
                  </a:lnTo>
                  <a:lnTo>
                    <a:pt x="6732997" y="1164196"/>
                  </a:lnTo>
                  <a:lnTo>
                    <a:pt x="6679985" y="1174523"/>
                  </a:lnTo>
                  <a:lnTo>
                    <a:pt x="6626920" y="1185842"/>
                  </a:lnTo>
                  <a:lnTo>
                    <a:pt x="6573424" y="1198131"/>
                  </a:lnTo>
                  <a:lnTo>
                    <a:pt x="6519275" y="1211326"/>
                  </a:lnTo>
                  <a:lnTo>
                    <a:pt x="6464398" y="1225325"/>
                  </a:lnTo>
                  <a:lnTo>
                    <a:pt x="6408839" y="1239982"/>
                  </a:lnTo>
                  <a:lnTo>
                    <a:pt x="6352745" y="1255116"/>
                  </a:lnTo>
                  <a:lnTo>
                    <a:pt x="6296337" y="1270519"/>
                  </a:lnTo>
                  <a:lnTo>
                    <a:pt x="6239878" y="1285965"/>
                  </a:lnTo>
                  <a:lnTo>
                    <a:pt x="6183636" y="1301226"/>
                  </a:lnTo>
                  <a:lnTo>
                    <a:pt x="6127853" y="1316086"/>
                  </a:lnTo>
                  <a:lnTo>
                    <a:pt x="6072708" y="1330352"/>
                  </a:lnTo>
                  <a:lnTo>
                    <a:pt x="6018286" y="1343865"/>
                  </a:lnTo>
                  <a:lnTo>
                    <a:pt x="5964562" y="1356505"/>
                  </a:lnTo>
                  <a:lnTo>
                    <a:pt x="5911370" y="1368195"/>
                  </a:lnTo>
                  <a:lnTo>
                    <a:pt x="5858394" y="1378897"/>
                  </a:lnTo>
                  <a:lnTo>
                    <a:pt x="5805139" y="1388612"/>
                  </a:lnTo>
                  <a:lnTo>
                    <a:pt x="5784835" y="1392027"/>
                  </a:lnTo>
                  <a:lnTo>
                    <a:pt x="5735129" y="1399695"/>
                  </a:lnTo>
                  <a:lnTo>
                    <a:pt x="5683703" y="1406581"/>
                  </a:lnTo>
                  <a:lnTo>
                    <a:pt x="5629729" y="1412726"/>
                  </a:lnTo>
                  <a:lnTo>
                    <a:pt x="5572284" y="1418201"/>
                  </a:lnTo>
                  <a:lnTo>
                    <a:pt x="5510431" y="1423083"/>
                  </a:lnTo>
                  <a:lnTo>
                    <a:pt x="5443302" y="1427446"/>
                  </a:lnTo>
                  <a:lnTo>
                    <a:pt x="5370202" y="1431355"/>
                  </a:lnTo>
                  <a:lnTo>
                    <a:pt x="5290754" y="1434861"/>
                  </a:lnTo>
                  <a:lnTo>
                    <a:pt x="5205082" y="1438003"/>
                  </a:lnTo>
                  <a:lnTo>
                    <a:pt x="5114034" y="1440802"/>
                  </a:lnTo>
                  <a:lnTo>
                    <a:pt x="5019388" y="1443267"/>
                  </a:lnTo>
                  <a:lnTo>
                    <a:pt x="4923983" y="1445396"/>
                  </a:lnTo>
                  <a:lnTo>
                    <a:pt x="4831648" y="1447179"/>
                  </a:lnTo>
                  <a:lnTo>
                    <a:pt x="4746836" y="1448611"/>
                  </a:lnTo>
                  <a:lnTo>
                    <a:pt x="4673935" y="1449698"/>
                  </a:lnTo>
                  <a:lnTo>
                    <a:pt x="4616382" y="1450460"/>
                  </a:lnTo>
                  <a:lnTo>
                    <a:pt x="4575827" y="1450941"/>
                  </a:lnTo>
                  <a:lnTo>
                    <a:pt x="4551644" y="1451199"/>
                  </a:lnTo>
                  <a:lnTo>
                    <a:pt x="4540884" y="1451302"/>
                  </a:lnTo>
                  <a:lnTo>
                    <a:pt x="4538559" y="1451322"/>
                  </a:lnTo>
                  <a:lnTo>
                    <a:pt x="4538543" y="1451322"/>
                  </a:lnTo>
                  <a:lnTo>
                    <a:pt x="4016409" y="1451322"/>
                  </a:lnTo>
                  <a:lnTo>
                    <a:pt x="4015173" y="1451279"/>
                  </a:lnTo>
                  <a:lnTo>
                    <a:pt x="4007090" y="1450970"/>
                  </a:lnTo>
                  <a:lnTo>
                    <a:pt x="3986861" y="1450114"/>
                  </a:lnTo>
                  <a:lnTo>
                    <a:pt x="3951078" y="1448433"/>
                  </a:lnTo>
                  <a:lnTo>
                    <a:pt x="3898521" y="1445679"/>
                  </a:lnTo>
                  <a:lnTo>
                    <a:pt x="3830227" y="1441664"/>
                  </a:lnTo>
                  <a:lnTo>
                    <a:pt x="3749130" y="1436279"/>
                  </a:lnTo>
                  <a:lnTo>
                    <a:pt x="3659332" y="1429488"/>
                  </a:lnTo>
                  <a:lnTo>
                    <a:pt x="3565238" y="1421304"/>
                  </a:lnTo>
                  <a:lnTo>
                    <a:pt x="3470818" y="1411761"/>
                  </a:lnTo>
                  <a:lnTo>
                    <a:pt x="3379160" y="1400879"/>
                  </a:lnTo>
                  <a:lnTo>
                    <a:pt x="3292325" y="1388640"/>
                  </a:lnTo>
                  <a:lnTo>
                    <a:pt x="3211417" y="1374975"/>
                  </a:lnTo>
                  <a:lnTo>
                    <a:pt x="3136774" y="1359756"/>
                  </a:lnTo>
                  <a:lnTo>
                    <a:pt x="3068174" y="1342796"/>
                  </a:lnTo>
                  <a:lnTo>
                    <a:pt x="3005033" y="1323856"/>
                  </a:lnTo>
                  <a:lnTo>
                    <a:pt x="2946554" y="1302651"/>
                  </a:lnTo>
                  <a:lnTo>
                    <a:pt x="2891837" y="1278875"/>
                  </a:lnTo>
                  <a:lnTo>
                    <a:pt x="2839970" y="1252230"/>
                  </a:lnTo>
                  <a:lnTo>
                    <a:pt x="2790099" y="1222498"/>
                  </a:lnTo>
                  <a:lnTo>
                    <a:pt x="2770117" y="1209435"/>
                  </a:lnTo>
                  <a:lnTo>
                    <a:pt x="2724049" y="1176882"/>
                  </a:lnTo>
                  <a:lnTo>
                    <a:pt x="2678431" y="1141391"/>
                  </a:lnTo>
                  <a:lnTo>
                    <a:pt x="2632874" y="1102910"/>
                  </a:lnTo>
                  <a:lnTo>
                    <a:pt x="2587098" y="1061462"/>
                  </a:lnTo>
                  <a:lnTo>
                    <a:pt x="2540915" y="1017155"/>
                  </a:lnTo>
                  <a:lnTo>
                    <a:pt x="2494221" y="970190"/>
                  </a:lnTo>
                  <a:lnTo>
                    <a:pt x="2446986" y="920862"/>
                  </a:lnTo>
                  <a:lnTo>
                    <a:pt x="2399246" y="869555"/>
                  </a:lnTo>
                  <a:lnTo>
                    <a:pt x="2351093" y="816736"/>
                  </a:lnTo>
                  <a:lnTo>
                    <a:pt x="2302661" y="762936"/>
                  </a:lnTo>
                  <a:lnTo>
                    <a:pt x="2254110" y="708728"/>
                  </a:lnTo>
                  <a:lnTo>
                    <a:pt x="2205613" y="654705"/>
                  </a:lnTo>
                  <a:lnTo>
                    <a:pt x="2157337" y="601452"/>
                  </a:lnTo>
                  <a:lnTo>
                    <a:pt x="2109429" y="549519"/>
                  </a:lnTo>
                  <a:lnTo>
                    <a:pt x="2061997" y="499398"/>
                  </a:lnTo>
                  <a:lnTo>
                    <a:pt x="2015100" y="451506"/>
                  </a:lnTo>
                  <a:lnTo>
                    <a:pt x="1968733" y="406173"/>
                  </a:lnTo>
                  <a:lnTo>
                    <a:pt x="1922821" y="363633"/>
                  </a:lnTo>
                  <a:lnTo>
                    <a:pt x="1877210" y="324031"/>
                  </a:lnTo>
                  <a:lnTo>
                    <a:pt x="1831654" y="287419"/>
                  </a:lnTo>
                  <a:lnTo>
                    <a:pt x="1785808" y="253774"/>
                  </a:lnTo>
                  <a:lnTo>
                    <a:pt x="1768425" y="241887"/>
                  </a:lnTo>
                  <a:lnTo>
                    <a:pt x="1719155" y="210865"/>
                  </a:lnTo>
                  <a:lnTo>
                    <a:pt x="1668201" y="182977"/>
                  </a:lnTo>
                  <a:lnTo>
                    <a:pt x="1614758" y="158062"/>
                  </a:lnTo>
                  <a:lnTo>
                    <a:pt x="1557928" y="135843"/>
                  </a:lnTo>
                  <a:lnTo>
                    <a:pt x="1496797" y="116013"/>
                  </a:lnTo>
                  <a:lnTo>
                    <a:pt x="1430514" y="98276"/>
                  </a:lnTo>
                  <a:lnTo>
                    <a:pt x="1358393" y="82371"/>
                  </a:lnTo>
                  <a:lnTo>
                    <a:pt x="1280042" y="68090"/>
                  </a:lnTo>
                  <a:lnTo>
                    <a:pt x="1195544" y="55279"/>
                  </a:lnTo>
                  <a:lnTo>
                    <a:pt x="1105667" y="43847"/>
                  </a:lnTo>
                  <a:lnTo>
                    <a:pt x="1012060" y="33756"/>
                  </a:lnTo>
                  <a:lnTo>
                    <a:pt x="917396" y="25013"/>
                  </a:lnTo>
                  <a:lnTo>
                    <a:pt x="825321" y="17649"/>
                  </a:lnTo>
                  <a:lnTo>
                    <a:pt x="740135" y="11690"/>
                  </a:lnTo>
                  <a:lnTo>
                    <a:pt x="666167" y="7124"/>
                  </a:lnTo>
                  <a:lnTo>
                    <a:pt x="606931" y="3873"/>
                  </a:lnTo>
                  <a:lnTo>
                    <a:pt x="564308" y="1780"/>
                  </a:lnTo>
                  <a:lnTo>
                    <a:pt x="538014" y="620"/>
                  </a:lnTo>
                  <a:lnTo>
                    <a:pt x="525506" y="122"/>
                  </a:lnTo>
                  <a:lnTo>
                    <a:pt x="522220" y="2"/>
                  </a:lnTo>
                  <a:lnTo>
                    <a:pt x="522133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776" name="pg776"/>
            <p:cNvSpPr/>
            <p:nvPr/>
          </p:nvSpPr>
          <p:spPr>
            <a:xfrm>
              <a:off x="386606" y="2021326"/>
              <a:ext cx="8554953" cy="1479558"/>
            </a:xfrm>
            <a:custGeom>
              <a:avLst/>
              <a:pathLst>
                <a:path w="8554953" h="1479558">
                  <a:moveTo>
                    <a:pt x="0" y="16941"/>
                  </a:moveTo>
                  <a:lnTo>
                    <a:pt x="522133" y="16941"/>
                  </a:lnTo>
                  <a:lnTo>
                    <a:pt x="523368" y="16985"/>
                  </a:lnTo>
                  <a:lnTo>
                    <a:pt x="531449" y="17296"/>
                  </a:lnTo>
                  <a:lnTo>
                    <a:pt x="551669" y="18158"/>
                  </a:lnTo>
                  <a:lnTo>
                    <a:pt x="587439" y="19852"/>
                  </a:lnTo>
                  <a:lnTo>
                    <a:pt x="639978" y="22626"/>
                  </a:lnTo>
                  <a:lnTo>
                    <a:pt x="708251" y="26670"/>
                  </a:lnTo>
                  <a:lnTo>
                    <a:pt x="789327" y="32095"/>
                  </a:lnTo>
                  <a:lnTo>
                    <a:pt x="879105" y="38937"/>
                  </a:lnTo>
                  <a:lnTo>
                    <a:pt x="973183" y="47181"/>
                  </a:lnTo>
                  <a:lnTo>
                    <a:pt x="1067592" y="56795"/>
                  </a:lnTo>
                  <a:lnTo>
                    <a:pt x="1159243" y="67759"/>
                  </a:lnTo>
                  <a:lnTo>
                    <a:pt x="1246075" y="80089"/>
                  </a:lnTo>
                  <a:lnTo>
                    <a:pt x="1326981" y="93856"/>
                  </a:lnTo>
                  <a:lnTo>
                    <a:pt x="1401626" y="109188"/>
                  </a:lnTo>
                  <a:lnTo>
                    <a:pt x="1470228" y="126273"/>
                  </a:lnTo>
                  <a:lnTo>
                    <a:pt x="1533371" y="145354"/>
                  </a:lnTo>
                  <a:lnTo>
                    <a:pt x="1591852" y="166715"/>
                  </a:lnTo>
                  <a:lnTo>
                    <a:pt x="1646569" y="190666"/>
                  </a:lnTo>
                  <a:lnTo>
                    <a:pt x="1698435" y="217506"/>
                  </a:lnTo>
                  <a:lnTo>
                    <a:pt x="1748304" y="247457"/>
                  </a:lnTo>
                  <a:lnTo>
                    <a:pt x="1768425" y="260711"/>
                  </a:lnTo>
                  <a:lnTo>
                    <a:pt x="1814407" y="293453"/>
                  </a:lnTo>
                  <a:lnTo>
                    <a:pt x="1859941" y="329144"/>
                  </a:lnTo>
                  <a:lnTo>
                    <a:pt x="1905411" y="367838"/>
                  </a:lnTo>
                  <a:lnTo>
                    <a:pt x="1951099" y="409511"/>
                  </a:lnTo>
                  <a:lnTo>
                    <a:pt x="1997192" y="454055"/>
                  </a:lnTo>
                  <a:lnTo>
                    <a:pt x="2043793" y="501271"/>
                  </a:lnTo>
                  <a:lnTo>
                    <a:pt x="2090933" y="550863"/>
                  </a:lnTo>
                  <a:lnTo>
                    <a:pt x="2138576" y="602447"/>
                  </a:lnTo>
                  <a:lnTo>
                    <a:pt x="2186633" y="655557"/>
                  </a:lnTo>
                  <a:lnTo>
                    <a:pt x="2234971" y="709662"/>
                  </a:lnTo>
                  <a:lnTo>
                    <a:pt x="2283430" y="764187"/>
                  </a:lnTo>
                  <a:lnTo>
                    <a:pt x="2331839" y="818538"/>
                  </a:lnTo>
                  <a:lnTo>
                    <a:pt x="2380031" y="872129"/>
                  </a:lnTo>
                  <a:lnTo>
                    <a:pt x="2427860" y="924409"/>
                  </a:lnTo>
                  <a:lnTo>
                    <a:pt x="2475217" y="974880"/>
                  </a:lnTo>
                  <a:lnTo>
                    <a:pt x="2522042" y="1023125"/>
                  </a:lnTo>
                  <a:lnTo>
                    <a:pt x="2568338" y="1068809"/>
                  </a:lnTo>
                  <a:lnTo>
                    <a:pt x="2614176" y="1111694"/>
                  </a:lnTo>
                  <a:lnTo>
                    <a:pt x="2659709" y="1151634"/>
                  </a:lnTo>
                  <a:lnTo>
                    <a:pt x="2705176" y="1188571"/>
                  </a:lnTo>
                  <a:lnTo>
                    <a:pt x="2750917" y="1222529"/>
                  </a:lnTo>
                  <a:lnTo>
                    <a:pt x="2770117" y="1235789"/>
                  </a:lnTo>
                  <a:lnTo>
                    <a:pt x="2819380" y="1267048"/>
                  </a:lnTo>
                  <a:lnTo>
                    <a:pt x="2870326" y="1295149"/>
                  </a:lnTo>
                  <a:lnTo>
                    <a:pt x="2923761" y="1320256"/>
                  </a:lnTo>
                  <a:lnTo>
                    <a:pt x="2980581" y="1342646"/>
                  </a:lnTo>
                  <a:lnTo>
                    <a:pt x="3041700" y="1362628"/>
                  </a:lnTo>
                  <a:lnTo>
                    <a:pt x="3107969" y="1380503"/>
                  </a:lnTo>
                  <a:lnTo>
                    <a:pt x="3180075" y="1396530"/>
                  </a:lnTo>
                  <a:lnTo>
                    <a:pt x="3258408" y="1410923"/>
                  </a:lnTo>
                  <a:lnTo>
                    <a:pt x="3342886" y="1423833"/>
                  </a:lnTo>
                  <a:lnTo>
                    <a:pt x="3432745" y="1435354"/>
                  </a:lnTo>
                  <a:lnTo>
                    <a:pt x="3526334" y="1445524"/>
                  </a:lnTo>
                  <a:lnTo>
                    <a:pt x="3620986" y="1454336"/>
                  </a:lnTo>
                  <a:lnTo>
                    <a:pt x="3713057" y="1461759"/>
                  </a:lnTo>
                  <a:lnTo>
                    <a:pt x="3798248" y="1467767"/>
                  </a:lnTo>
                  <a:lnTo>
                    <a:pt x="3872232" y="1472370"/>
                  </a:lnTo>
                  <a:lnTo>
                    <a:pt x="3931495" y="1475649"/>
                  </a:lnTo>
                  <a:lnTo>
                    <a:pt x="3974152" y="1477760"/>
                  </a:lnTo>
                  <a:lnTo>
                    <a:pt x="4000480" y="1478931"/>
                  </a:lnTo>
                  <a:lnTo>
                    <a:pt x="4013017" y="1479435"/>
                  </a:lnTo>
                  <a:lnTo>
                    <a:pt x="4016409" y="1479558"/>
                  </a:lnTo>
                  <a:lnTo>
                    <a:pt x="4538543" y="1479558"/>
                  </a:lnTo>
                  <a:lnTo>
                    <a:pt x="4539812" y="1479555"/>
                  </a:lnTo>
                  <a:lnTo>
                    <a:pt x="4548112" y="1479527"/>
                  </a:lnTo>
                  <a:lnTo>
                    <a:pt x="4568860" y="1479452"/>
                  </a:lnTo>
                  <a:lnTo>
                    <a:pt x="4605513" y="1479304"/>
                  </a:lnTo>
                  <a:lnTo>
                    <a:pt x="4659249" y="1479062"/>
                  </a:lnTo>
                  <a:lnTo>
                    <a:pt x="4728910" y="1478709"/>
                  </a:lnTo>
                  <a:lnTo>
                    <a:pt x="4811401" y="1478237"/>
                  </a:lnTo>
                  <a:lnTo>
                    <a:pt x="4902464" y="1477642"/>
                  </a:lnTo>
                  <a:lnTo>
                    <a:pt x="4997583" y="1476925"/>
                  </a:lnTo>
                  <a:lnTo>
                    <a:pt x="5092737" y="1476091"/>
                  </a:lnTo>
                  <a:lnTo>
                    <a:pt x="5184842" y="1475139"/>
                  </a:lnTo>
                  <a:lnTo>
                    <a:pt x="5271880" y="1474069"/>
                  </a:lnTo>
                  <a:lnTo>
                    <a:pt x="5352809" y="1472874"/>
                  </a:lnTo>
                  <a:lnTo>
                    <a:pt x="5427361" y="1471541"/>
                  </a:lnTo>
                  <a:lnTo>
                    <a:pt x="5495817" y="1470055"/>
                  </a:lnTo>
                  <a:lnTo>
                    <a:pt x="5558815" y="1468392"/>
                  </a:lnTo>
                  <a:lnTo>
                    <a:pt x="5617197" y="1466528"/>
                  </a:lnTo>
                  <a:lnTo>
                    <a:pt x="5671893" y="1464435"/>
                  </a:lnTo>
                  <a:lnTo>
                    <a:pt x="5723838" y="1462089"/>
                  </a:lnTo>
                  <a:lnTo>
                    <a:pt x="5773888" y="1459472"/>
                  </a:lnTo>
                  <a:lnTo>
                    <a:pt x="5784835" y="1458852"/>
                  </a:lnTo>
                  <a:lnTo>
                    <a:pt x="5839003" y="1455546"/>
                  </a:lnTo>
                  <a:lnTo>
                    <a:pt x="5892649" y="1451890"/>
                  </a:lnTo>
                  <a:lnTo>
                    <a:pt x="5946359" y="1447879"/>
                  </a:lnTo>
                  <a:lnTo>
                    <a:pt x="6000523" y="1443522"/>
                  </a:lnTo>
                  <a:lnTo>
                    <a:pt x="6055360" y="1438843"/>
                  </a:lnTo>
                  <a:lnTo>
                    <a:pt x="6110944" y="1433879"/>
                  </a:lnTo>
                  <a:lnTo>
                    <a:pt x="6167219" y="1428683"/>
                  </a:lnTo>
                  <a:lnTo>
                    <a:pt x="6224025" y="1423323"/>
                  </a:lnTo>
                  <a:lnTo>
                    <a:pt x="6281128" y="1417875"/>
                  </a:lnTo>
                  <a:lnTo>
                    <a:pt x="6338253" y="1412420"/>
                  </a:lnTo>
                  <a:lnTo>
                    <a:pt x="6395123" y="1407040"/>
                  </a:lnTo>
                  <a:lnTo>
                    <a:pt x="6451496" y="1401814"/>
                  </a:lnTo>
                  <a:lnTo>
                    <a:pt x="6507196" y="1396809"/>
                  </a:lnTo>
                  <a:lnTo>
                    <a:pt x="6562152" y="1392081"/>
                  </a:lnTo>
                  <a:lnTo>
                    <a:pt x="6616412" y="1387671"/>
                  </a:lnTo>
                  <a:lnTo>
                    <a:pt x="6670172" y="1383604"/>
                  </a:lnTo>
                  <a:lnTo>
                    <a:pt x="6723795" y="1379892"/>
                  </a:lnTo>
                  <a:lnTo>
                    <a:pt x="6777832" y="1376531"/>
                  </a:lnTo>
                  <a:lnTo>
                    <a:pt x="6786527" y="1376027"/>
                  </a:lnTo>
                  <a:lnTo>
                    <a:pt x="6836258" y="1373348"/>
                  </a:lnTo>
                  <a:lnTo>
                    <a:pt x="6887711" y="1370942"/>
                  </a:lnTo>
                  <a:lnTo>
                    <a:pt x="6941716" y="1368796"/>
                  </a:lnTo>
                  <a:lnTo>
                    <a:pt x="6999196" y="1366883"/>
                  </a:lnTo>
                  <a:lnTo>
                    <a:pt x="7061091" y="1365178"/>
                  </a:lnTo>
                  <a:lnTo>
                    <a:pt x="7128269" y="1363654"/>
                  </a:lnTo>
                  <a:lnTo>
                    <a:pt x="7201425" y="1362289"/>
                  </a:lnTo>
                  <a:lnTo>
                    <a:pt x="7280936" y="1361064"/>
                  </a:lnTo>
                  <a:lnTo>
                    <a:pt x="7366675" y="1359967"/>
                  </a:lnTo>
                  <a:lnTo>
                    <a:pt x="7457791" y="1358990"/>
                  </a:lnTo>
                  <a:lnTo>
                    <a:pt x="7552496" y="1358129"/>
                  </a:lnTo>
                  <a:lnTo>
                    <a:pt x="7647942" y="1357386"/>
                  </a:lnTo>
                  <a:lnTo>
                    <a:pt x="7740290" y="1356764"/>
                  </a:lnTo>
                  <a:lnTo>
                    <a:pt x="7825078" y="1356264"/>
                  </a:lnTo>
                  <a:lnTo>
                    <a:pt x="7897915" y="1355885"/>
                  </a:lnTo>
                  <a:lnTo>
                    <a:pt x="7955370" y="1355620"/>
                  </a:lnTo>
                  <a:lnTo>
                    <a:pt x="7995805" y="1355453"/>
                  </a:lnTo>
                  <a:lnTo>
                    <a:pt x="8019867" y="1355363"/>
                  </a:lnTo>
                  <a:lnTo>
                    <a:pt x="8030530" y="1355328"/>
                  </a:lnTo>
                  <a:lnTo>
                    <a:pt x="8032819" y="1355321"/>
                  </a:lnTo>
                  <a:lnTo>
                    <a:pt x="8554953" y="1355321"/>
                  </a:lnTo>
                  <a:lnTo>
                    <a:pt x="8554953" y="1338379"/>
                  </a:lnTo>
                  <a:lnTo>
                    <a:pt x="8032819" y="1338379"/>
                  </a:lnTo>
                  <a:lnTo>
                    <a:pt x="8031550" y="1338383"/>
                  </a:lnTo>
                  <a:lnTo>
                    <a:pt x="8023250" y="1338410"/>
                  </a:lnTo>
                  <a:lnTo>
                    <a:pt x="8002502" y="1338485"/>
                  </a:lnTo>
                  <a:lnTo>
                    <a:pt x="7965848" y="1338633"/>
                  </a:lnTo>
                  <a:lnTo>
                    <a:pt x="7912113" y="1338876"/>
                  </a:lnTo>
                  <a:lnTo>
                    <a:pt x="7842452" y="1339228"/>
                  </a:lnTo>
                  <a:lnTo>
                    <a:pt x="7759961" y="1339701"/>
                  </a:lnTo>
                  <a:lnTo>
                    <a:pt x="7668898" y="1340296"/>
                  </a:lnTo>
                  <a:lnTo>
                    <a:pt x="7573779" y="1341012"/>
                  </a:lnTo>
                  <a:lnTo>
                    <a:pt x="7478625" y="1341847"/>
                  </a:lnTo>
                  <a:lnTo>
                    <a:pt x="7386520" y="1342798"/>
                  </a:lnTo>
                  <a:lnTo>
                    <a:pt x="7299482" y="1343868"/>
                  </a:lnTo>
                  <a:lnTo>
                    <a:pt x="7218553" y="1345063"/>
                  </a:lnTo>
                  <a:lnTo>
                    <a:pt x="7144001" y="1346396"/>
                  </a:lnTo>
                  <a:lnTo>
                    <a:pt x="7075545" y="1347883"/>
                  </a:lnTo>
                  <a:lnTo>
                    <a:pt x="7012547" y="1349545"/>
                  </a:lnTo>
                  <a:lnTo>
                    <a:pt x="6954165" y="1351409"/>
                  </a:lnTo>
                  <a:lnTo>
                    <a:pt x="6899469" y="1353502"/>
                  </a:lnTo>
                  <a:lnTo>
                    <a:pt x="6847524" y="1355848"/>
                  </a:lnTo>
                  <a:lnTo>
                    <a:pt x="6797474" y="1358466"/>
                  </a:lnTo>
                  <a:lnTo>
                    <a:pt x="6786527" y="1359085"/>
                  </a:lnTo>
                  <a:lnTo>
                    <a:pt x="6732359" y="1362392"/>
                  </a:lnTo>
                  <a:lnTo>
                    <a:pt x="6678713" y="1366048"/>
                  </a:lnTo>
                  <a:lnTo>
                    <a:pt x="6625003" y="1370058"/>
                  </a:lnTo>
                  <a:lnTo>
                    <a:pt x="6570839" y="1374415"/>
                  </a:lnTo>
                  <a:lnTo>
                    <a:pt x="6516002" y="1379095"/>
                  </a:lnTo>
                  <a:lnTo>
                    <a:pt x="6460418" y="1384059"/>
                  </a:lnTo>
                  <a:lnTo>
                    <a:pt x="6404143" y="1389254"/>
                  </a:lnTo>
                  <a:lnTo>
                    <a:pt x="6347337" y="1394614"/>
                  </a:lnTo>
                  <a:lnTo>
                    <a:pt x="6290234" y="1400063"/>
                  </a:lnTo>
                  <a:lnTo>
                    <a:pt x="6233109" y="1405518"/>
                  </a:lnTo>
                  <a:lnTo>
                    <a:pt x="6176239" y="1410897"/>
                  </a:lnTo>
                  <a:lnTo>
                    <a:pt x="6119866" y="1416123"/>
                  </a:lnTo>
                  <a:lnTo>
                    <a:pt x="6064166" y="1421128"/>
                  </a:lnTo>
                  <a:lnTo>
                    <a:pt x="6009210" y="1425856"/>
                  </a:lnTo>
                  <a:lnTo>
                    <a:pt x="5954950" y="1430266"/>
                  </a:lnTo>
                  <a:lnTo>
                    <a:pt x="5901190" y="1434333"/>
                  </a:lnTo>
                  <a:lnTo>
                    <a:pt x="5847567" y="1438046"/>
                  </a:lnTo>
                  <a:lnTo>
                    <a:pt x="5793530" y="1441407"/>
                  </a:lnTo>
                  <a:lnTo>
                    <a:pt x="5784835" y="1441911"/>
                  </a:lnTo>
                  <a:lnTo>
                    <a:pt x="5735104" y="1444589"/>
                  </a:lnTo>
                  <a:lnTo>
                    <a:pt x="5683651" y="1446995"/>
                  </a:lnTo>
                  <a:lnTo>
                    <a:pt x="5629646" y="1449142"/>
                  </a:lnTo>
                  <a:lnTo>
                    <a:pt x="5572166" y="1451054"/>
                  </a:lnTo>
                  <a:lnTo>
                    <a:pt x="5510271" y="1452759"/>
                  </a:lnTo>
                  <a:lnTo>
                    <a:pt x="5443093" y="1454283"/>
                  </a:lnTo>
                  <a:lnTo>
                    <a:pt x="5369937" y="1455648"/>
                  </a:lnTo>
                  <a:lnTo>
                    <a:pt x="5290426" y="1456873"/>
                  </a:lnTo>
                  <a:lnTo>
                    <a:pt x="5204687" y="1457970"/>
                  </a:lnTo>
                  <a:lnTo>
                    <a:pt x="5113571" y="1458948"/>
                  </a:lnTo>
                  <a:lnTo>
                    <a:pt x="5018866" y="1459808"/>
                  </a:lnTo>
                  <a:lnTo>
                    <a:pt x="4923420" y="1460551"/>
                  </a:lnTo>
                  <a:lnTo>
                    <a:pt x="4831072" y="1461173"/>
                  </a:lnTo>
                  <a:lnTo>
                    <a:pt x="4746284" y="1461673"/>
                  </a:lnTo>
                  <a:lnTo>
                    <a:pt x="4673447" y="1462052"/>
                  </a:lnTo>
                  <a:lnTo>
                    <a:pt x="4615992" y="1462317"/>
                  </a:lnTo>
                  <a:lnTo>
                    <a:pt x="4575557" y="1462485"/>
                  </a:lnTo>
                  <a:lnTo>
                    <a:pt x="4551495" y="1462574"/>
                  </a:lnTo>
                  <a:lnTo>
                    <a:pt x="4540831" y="1462610"/>
                  </a:lnTo>
                  <a:lnTo>
                    <a:pt x="4538543" y="1462617"/>
                  </a:lnTo>
                  <a:lnTo>
                    <a:pt x="4016409" y="1462617"/>
                  </a:lnTo>
                  <a:lnTo>
                    <a:pt x="4015174" y="1462573"/>
                  </a:lnTo>
                  <a:lnTo>
                    <a:pt x="4007093" y="1462261"/>
                  </a:lnTo>
                  <a:lnTo>
                    <a:pt x="3986873" y="1461399"/>
                  </a:lnTo>
                  <a:lnTo>
                    <a:pt x="3951103" y="1459706"/>
                  </a:lnTo>
                  <a:lnTo>
                    <a:pt x="3898564" y="1456932"/>
                  </a:lnTo>
                  <a:lnTo>
                    <a:pt x="3830291" y="1452888"/>
                  </a:lnTo>
                  <a:lnTo>
                    <a:pt x="3749215" y="1447463"/>
                  </a:lnTo>
                  <a:lnTo>
                    <a:pt x="3659438" y="1440621"/>
                  </a:lnTo>
                  <a:lnTo>
                    <a:pt x="3565359" y="1432376"/>
                  </a:lnTo>
                  <a:lnTo>
                    <a:pt x="3470950" y="1422762"/>
                  </a:lnTo>
                  <a:lnTo>
                    <a:pt x="3379300" y="1411799"/>
                  </a:lnTo>
                  <a:lnTo>
                    <a:pt x="3292468" y="1399469"/>
                  </a:lnTo>
                  <a:lnTo>
                    <a:pt x="3211561" y="1385702"/>
                  </a:lnTo>
                  <a:lnTo>
                    <a:pt x="3136916" y="1370370"/>
                  </a:lnTo>
                  <a:lnTo>
                    <a:pt x="3068314" y="1353284"/>
                  </a:lnTo>
                  <a:lnTo>
                    <a:pt x="3005171" y="1334204"/>
                  </a:lnTo>
                  <a:lnTo>
                    <a:pt x="2946690" y="1312843"/>
                  </a:lnTo>
                  <a:lnTo>
                    <a:pt x="2891973" y="1288892"/>
                  </a:lnTo>
                  <a:lnTo>
                    <a:pt x="2840107" y="1262052"/>
                  </a:lnTo>
                  <a:lnTo>
                    <a:pt x="2790239" y="1232101"/>
                  </a:lnTo>
                  <a:lnTo>
                    <a:pt x="2770117" y="1218847"/>
                  </a:lnTo>
                  <a:lnTo>
                    <a:pt x="2724135" y="1186105"/>
                  </a:lnTo>
                  <a:lnTo>
                    <a:pt x="2678601" y="1150414"/>
                  </a:lnTo>
                  <a:lnTo>
                    <a:pt x="2633131" y="1111720"/>
                  </a:lnTo>
                  <a:lnTo>
                    <a:pt x="2587443" y="1070047"/>
                  </a:lnTo>
                  <a:lnTo>
                    <a:pt x="2541351" y="1025502"/>
                  </a:lnTo>
                  <a:lnTo>
                    <a:pt x="2494749" y="978287"/>
                  </a:lnTo>
                  <a:lnTo>
                    <a:pt x="2447610" y="928695"/>
                  </a:lnTo>
                  <a:lnTo>
                    <a:pt x="2399966" y="877111"/>
                  </a:lnTo>
                  <a:lnTo>
                    <a:pt x="2351909" y="824001"/>
                  </a:lnTo>
                  <a:lnTo>
                    <a:pt x="2303571" y="769896"/>
                  </a:lnTo>
                  <a:lnTo>
                    <a:pt x="2255112" y="715371"/>
                  </a:lnTo>
                  <a:lnTo>
                    <a:pt x="2206703" y="661020"/>
                  </a:lnTo>
                  <a:lnTo>
                    <a:pt x="2158511" y="607428"/>
                  </a:lnTo>
                  <a:lnTo>
                    <a:pt x="2110682" y="555149"/>
                  </a:lnTo>
                  <a:lnTo>
                    <a:pt x="2063325" y="504677"/>
                  </a:lnTo>
                  <a:lnTo>
                    <a:pt x="2016500" y="456433"/>
                  </a:lnTo>
                  <a:lnTo>
                    <a:pt x="1970204" y="410749"/>
                  </a:lnTo>
                  <a:lnTo>
                    <a:pt x="1924366" y="367863"/>
                  </a:lnTo>
                  <a:lnTo>
                    <a:pt x="1878833" y="327924"/>
                  </a:lnTo>
                  <a:lnTo>
                    <a:pt x="1833367" y="290986"/>
                  </a:lnTo>
                  <a:lnTo>
                    <a:pt x="1787625" y="257029"/>
                  </a:lnTo>
                  <a:lnTo>
                    <a:pt x="1768425" y="243769"/>
                  </a:lnTo>
                  <a:lnTo>
                    <a:pt x="1719162" y="212510"/>
                  </a:lnTo>
                  <a:lnTo>
                    <a:pt x="1668216" y="184409"/>
                  </a:lnTo>
                  <a:lnTo>
                    <a:pt x="1614781" y="159302"/>
                  </a:lnTo>
                  <a:lnTo>
                    <a:pt x="1557961" y="136912"/>
                  </a:lnTo>
                  <a:lnTo>
                    <a:pt x="1496842" y="116930"/>
                  </a:lnTo>
                  <a:lnTo>
                    <a:pt x="1430573" y="99055"/>
                  </a:lnTo>
                  <a:lnTo>
                    <a:pt x="1358467" y="83027"/>
                  </a:lnTo>
                  <a:lnTo>
                    <a:pt x="1280134" y="68635"/>
                  </a:lnTo>
                  <a:lnTo>
                    <a:pt x="1195656" y="55725"/>
                  </a:lnTo>
                  <a:lnTo>
                    <a:pt x="1105797" y="44204"/>
                  </a:lnTo>
                  <a:lnTo>
                    <a:pt x="1012208" y="34034"/>
                  </a:lnTo>
                  <a:lnTo>
                    <a:pt x="917556" y="25222"/>
                  </a:lnTo>
                  <a:lnTo>
                    <a:pt x="825486" y="17799"/>
                  </a:lnTo>
                  <a:lnTo>
                    <a:pt x="740295" y="11791"/>
                  </a:lnTo>
                  <a:lnTo>
                    <a:pt x="666310" y="7188"/>
                  </a:lnTo>
                  <a:lnTo>
                    <a:pt x="607047" y="3909"/>
                  </a:lnTo>
                  <a:lnTo>
                    <a:pt x="564390" y="1798"/>
                  </a:lnTo>
                  <a:lnTo>
                    <a:pt x="538062" y="627"/>
                  </a:lnTo>
                  <a:lnTo>
                    <a:pt x="525525" y="123"/>
                  </a:lnTo>
                  <a:lnTo>
                    <a:pt x="5221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777" name="pl777"/>
            <p:cNvSpPr/>
            <p:nvPr/>
          </p:nvSpPr>
          <p:spPr>
            <a:xfrm>
              <a:off x="386606" y="2038268"/>
              <a:ext cx="8554953" cy="1462617"/>
            </a:xfrm>
            <a:custGeom>
              <a:avLst/>
              <a:pathLst>
                <a:path w="8554953" h="1462617">
                  <a:moveTo>
                    <a:pt x="0" y="0"/>
                  </a:moveTo>
                  <a:lnTo>
                    <a:pt x="522133" y="0"/>
                  </a:lnTo>
                  <a:lnTo>
                    <a:pt x="523368" y="43"/>
                  </a:lnTo>
                  <a:lnTo>
                    <a:pt x="531449" y="355"/>
                  </a:lnTo>
                  <a:lnTo>
                    <a:pt x="551669" y="1217"/>
                  </a:lnTo>
                  <a:lnTo>
                    <a:pt x="587439" y="2910"/>
                  </a:lnTo>
                  <a:lnTo>
                    <a:pt x="639978" y="5685"/>
                  </a:lnTo>
                  <a:lnTo>
                    <a:pt x="708251" y="9729"/>
                  </a:lnTo>
                  <a:lnTo>
                    <a:pt x="789327" y="15154"/>
                  </a:lnTo>
                  <a:lnTo>
                    <a:pt x="879105" y="21995"/>
                  </a:lnTo>
                  <a:lnTo>
                    <a:pt x="973183" y="30240"/>
                  </a:lnTo>
                  <a:lnTo>
                    <a:pt x="1067592" y="39854"/>
                  </a:lnTo>
                  <a:lnTo>
                    <a:pt x="1159243" y="50817"/>
                  </a:lnTo>
                  <a:lnTo>
                    <a:pt x="1246075" y="63147"/>
                  </a:lnTo>
                  <a:lnTo>
                    <a:pt x="1326981" y="76914"/>
                  </a:lnTo>
                  <a:lnTo>
                    <a:pt x="1401626" y="92247"/>
                  </a:lnTo>
                  <a:lnTo>
                    <a:pt x="1470228" y="109332"/>
                  </a:lnTo>
                  <a:lnTo>
                    <a:pt x="1533371" y="128412"/>
                  </a:lnTo>
                  <a:lnTo>
                    <a:pt x="1591852" y="149773"/>
                  </a:lnTo>
                  <a:lnTo>
                    <a:pt x="1646569" y="173725"/>
                  </a:lnTo>
                  <a:lnTo>
                    <a:pt x="1698435" y="200564"/>
                  </a:lnTo>
                  <a:lnTo>
                    <a:pt x="1748304" y="230515"/>
                  </a:lnTo>
                  <a:lnTo>
                    <a:pt x="1768425" y="243769"/>
                  </a:lnTo>
                  <a:lnTo>
                    <a:pt x="1814407" y="276511"/>
                  </a:lnTo>
                  <a:lnTo>
                    <a:pt x="1859941" y="312203"/>
                  </a:lnTo>
                  <a:lnTo>
                    <a:pt x="1905411" y="350896"/>
                  </a:lnTo>
                  <a:lnTo>
                    <a:pt x="1951099" y="392570"/>
                  </a:lnTo>
                  <a:lnTo>
                    <a:pt x="1997192" y="437114"/>
                  </a:lnTo>
                  <a:lnTo>
                    <a:pt x="2043793" y="484329"/>
                  </a:lnTo>
                  <a:lnTo>
                    <a:pt x="2090933" y="533921"/>
                  </a:lnTo>
                  <a:lnTo>
                    <a:pt x="2138576" y="585505"/>
                  </a:lnTo>
                  <a:lnTo>
                    <a:pt x="2186633" y="638615"/>
                  </a:lnTo>
                  <a:lnTo>
                    <a:pt x="2234971" y="692720"/>
                  </a:lnTo>
                  <a:lnTo>
                    <a:pt x="2283430" y="747245"/>
                  </a:lnTo>
                  <a:lnTo>
                    <a:pt x="2331839" y="801597"/>
                  </a:lnTo>
                  <a:lnTo>
                    <a:pt x="2380031" y="855188"/>
                  </a:lnTo>
                  <a:lnTo>
                    <a:pt x="2427860" y="907467"/>
                  </a:lnTo>
                  <a:lnTo>
                    <a:pt x="2475217" y="957939"/>
                  </a:lnTo>
                  <a:lnTo>
                    <a:pt x="2522042" y="1006183"/>
                  </a:lnTo>
                  <a:lnTo>
                    <a:pt x="2568338" y="1051868"/>
                  </a:lnTo>
                  <a:lnTo>
                    <a:pt x="2614176" y="1094753"/>
                  </a:lnTo>
                  <a:lnTo>
                    <a:pt x="2659709" y="1134693"/>
                  </a:lnTo>
                  <a:lnTo>
                    <a:pt x="2705176" y="1171630"/>
                  </a:lnTo>
                  <a:lnTo>
                    <a:pt x="2750917" y="1205587"/>
                  </a:lnTo>
                  <a:lnTo>
                    <a:pt x="2770117" y="1218847"/>
                  </a:lnTo>
                  <a:lnTo>
                    <a:pt x="2819380" y="1250107"/>
                  </a:lnTo>
                  <a:lnTo>
                    <a:pt x="2870326" y="1278207"/>
                  </a:lnTo>
                  <a:lnTo>
                    <a:pt x="2923761" y="1303314"/>
                  </a:lnTo>
                  <a:lnTo>
                    <a:pt x="2980581" y="1325704"/>
                  </a:lnTo>
                  <a:lnTo>
                    <a:pt x="3041700" y="1345687"/>
                  </a:lnTo>
                  <a:lnTo>
                    <a:pt x="3107969" y="1363561"/>
                  </a:lnTo>
                  <a:lnTo>
                    <a:pt x="3180075" y="1379589"/>
                  </a:lnTo>
                  <a:lnTo>
                    <a:pt x="3258408" y="1393981"/>
                  </a:lnTo>
                  <a:lnTo>
                    <a:pt x="3342886" y="1406891"/>
                  </a:lnTo>
                  <a:lnTo>
                    <a:pt x="3432745" y="1418412"/>
                  </a:lnTo>
                  <a:lnTo>
                    <a:pt x="3526334" y="1428583"/>
                  </a:lnTo>
                  <a:lnTo>
                    <a:pt x="3620986" y="1437395"/>
                  </a:lnTo>
                  <a:lnTo>
                    <a:pt x="3713057" y="1444818"/>
                  </a:lnTo>
                  <a:lnTo>
                    <a:pt x="3798248" y="1450825"/>
                  </a:lnTo>
                  <a:lnTo>
                    <a:pt x="3872232" y="1455429"/>
                  </a:lnTo>
                  <a:lnTo>
                    <a:pt x="3931495" y="1458707"/>
                  </a:lnTo>
                  <a:lnTo>
                    <a:pt x="3974152" y="1460818"/>
                  </a:lnTo>
                  <a:lnTo>
                    <a:pt x="4000480" y="1461989"/>
                  </a:lnTo>
                  <a:lnTo>
                    <a:pt x="4013017" y="1462493"/>
                  </a:lnTo>
                  <a:lnTo>
                    <a:pt x="4016320" y="1462614"/>
                  </a:lnTo>
                  <a:lnTo>
                    <a:pt x="4016409" y="1462617"/>
                  </a:lnTo>
                  <a:lnTo>
                    <a:pt x="4538543" y="1462617"/>
                  </a:lnTo>
                  <a:lnTo>
                    <a:pt x="4539812" y="1462613"/>
                  </a:lnTo>
                  <a:lnTo>
                    <a:pt x="4548112" y="1462586"/>
                  </a:lnTo>
                  <a:lnTo>
                    <a:pt x="4568860" y="1462510"/>
                  </a:lnTo>
                  <a:lnTo>
                    <a:pt x="4605513" y="1462363"/>
                  </a:lnTo>
                  <a:lnTo>
                    <a:pt x="4659249" y="1462120"/>
                  </a:lnTo>
                  <a:lnTo>
                    <a:pt x="4728910" y="1461768"/>
                  </a:lnTo>
                  <a:lnTo>
                    <a:pt x="4811401" y="1461295"/>
                  </a:lnTo>
                  <a:lnTo>
                    <a:pt x="4902464" y="1460700"/>
                  </a:lnTo>
                  <a:lnTo>
                    <a:pt x="4997583" y="1459984"/>
                  </a:lnTo>
                  <a:lnTo>
                    <a:pt x="5092737" y="1459149"/>
                  </a:lnTo>
                  <a:lnTo>
                    <a:pt x="5184842" y="1458198"/>
                  </a:lnTo>
                  <a:lnTo>
                    <a:pt x="5271880" y="1457128"/>
                  </a:lnTo>
                  <a:lnTo>
                    <a:pt x="5352809" y="1455932"/>
                  </a:lnTo>
                  <a:lnTo>
                    <a:pt x="5427361" y="1454600"/>
                  </a:lnTo>
                  <a:lnTo>
                    <a:pt x="5495817" y="1453113"/>
                  </a:lnTo>
                  <a:lnTo>
                    <a:pt x="5558815" y="1451450"/>
                  </a:lnTo>
                  <a:lnTo>
                    <a:pt x="5617197" y="1449586"/>
                  </a:lnTo>
                  <a:lnTo>
                    <a:pt x="5671893" y="1447494"/>
                  </a:lnTo>
                  <a:lnTo>
                    <a:pt x="5723838" y="1445148"/>
                  </a:lnTo>
                  <a:lnTo>
                    <a:pt x="5773888" y="1442530"/>
                  </a:lnTo>
                  <a:lnTo>
                    <a:pt x="5784835" y="1441911"/>
                  </a:lnTo>
                  <a:lnTo>
                    <a:pt x="5839003" y="1438604"/>
                  </a:lnTo>
                  <a:lnTo>
                    <a:pt x="5892649" y="1434948"/>
                  </a:lnTo>
                  <a:lnTo>
                    <a:pt x="5946359" y="1430938"/>
                  </a:lnTo>
                  <a:lnTo>
                    <a:pt x="6000523" y="1426581"/>
                  </a:lnTo>
                  <a:lnTo>
                    <a:pt x="6055360" y="1421901"/>
                  </a:lnTo>
                  <a:lnTo>
                    <a:pt x="6110944" y="1416937"/>
                  </a:lnTo>
                  <a:lnTo>
                    <a:pt x="6167219" y="1411742"/>
                  </a:lnTo>
                  <a:lnTo>
                    <a:pt x="6224025" y="1406382"/>
                  </a:lnTo>
                  <a:lnTo>
                    <a:pt x="6281128" y="1400933"/>
                  </a:lnTo>
                  <a:lnTo>
                    <a:pt x="6338253" y="1395478"/>
                  </a:lnTo>
                  <a:lnTo>
                    <a:pt x="6395123" y="1390099"/>
                  </a:lnTo>
                  <a:lnTo>
                    <a:pt x="6451496" y="1384873"/>
                  </a:lnTo>
                  <a:lnTo>
                    <a:pt x="6507196" y="1379868"/>
                  </a:lnTo>
                  <a:lnTo>
                    <a:pt x="6562152" y="1375140"/>
                  </a:lnTo>
                  <a:lnTo>
                    <a:pt x="6616412" y="1370730"/>
                  </a:lnTo>
                  <a:lnTo>
                    <a:pt x="6670172" y="1366663"/>
                  </a:lnTo>
                  <a:lnTo>
                    <a:pt x="6723795" y="1362950"/>
                  </a:lnTo>
                  <a:lnTo>
                    <a:pt x="6777832" y="1359589"/>
                  </a:lnTo>
                  <a:lnTo>
                    <a:pt x="6786527" y="1359085"/>
                  </a:lnTo>
                  <a:lnTo>
                    <a:pt x="6836258" y="1356407"/>
                  </a:lnTo>
                  <a:lnTo>
                    <a:pt x="6887711" y="1354001"/>
                  </a:lnTo>
                  <a:lnTo>
                    <a:pt x="6941716" y="1351854"/>
                  </a:lnTo>
                  <a:lnTo>
                    <a:pt x="6999196" y="1349942"/>
                  </a:lnTo>
                  <a:lnTo>
                    <a:pt x="7061091" y="1348236"/>
                  </a:lnTo>
                  <a:lnTo>
                    <a:pt x="7128269" y="1346713"/>
                  </a:lnTo>
                  <a:lnTo>
                    <a:pt x="7201425" y="1345347"/>
                  </a:lnTo>
                  <a:lnTo>
                    <a:pt x="7280936" y="1344123"/>
                  </a:lnTo>
                  <a:lnTo>
                    <a:pt x="7366675" y="1343026"/>
                  </a:lnTo>
                  <a:lnTo>
                    <a:pt x="7457791" y="1342048"/>
                  </a:lnTo>
                  <a:lnTo>
                    <a:pt x="7552496" y="1341188"/>
                  </a:lnTo>
                  <a:lnTo>
                    <a:pt x="7647942" y="1340445"/>
                  </a:lnTo>
                  <a:lnTo>
                    <a:pt x="7740290" y="1339822"/>
                  </a:lnTo>
                  <a:lnTo>
                    <a:pt x="7825078" y="1339323"/>
                  </a:lnTo>
                  <a:lnTo>
                    <a:pt x="7897915" y="1338944"/>
                  </a:lnTo>
                  <a:lnTo>
                    <a:pt x="7955370" y="1338678"/>
                  </a:lnTo>
                  <a:lnTo>
                    <a:pt x="7995805" y="1338511"/>
                  </a:lnTo>
                  <a:lnTo>
                    <a:pt x="8019867" y="1338422"/>
                  </a:lnTo>
                  <a:lnTo>
                    <a:pt x="8030530" y="1338386"/>
                  </a:lnTo>
                  <a:lnTo>
                    <a:pt x="8032805" y="1338379"/>
                  </a:lnTo>
                  <a:lnTo>
                    <a:pt x="8032819" y="1338379"/>
                  </a:lnTo>
                  <a:lnTo>
                    <a:pt x="8554953" y="1338379"/>
                  </a:lnTo>
                  <a:lnTo>
                    <a:pt x="8554953" y="1338379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778" name="pl778"/>
            <p:cNvSpPr/>
            <p:nvPr/>
          </p:nvSpPr>
          <p:spPr>
            <a:xfrm>
              <a:off x="386606" y="2021326"/>
              <a:ext cx="8554953" cy="1462617"/>
            </a:xfrm>
            <a:custGeom>
              <a:avLst/>
              <a:pathLst>
                <a:path w="8554953" h="1462617">
                  <a:moveTo>
                    <a:pt x="8554953" y="1338379"/>
                  </a:moveTo>
                  <a:lnTo>
                    <a:pt x="8032819" y="1338379"/>
                  </a:lnTo>
                  <a:lnTo>
                    <a:pt x="8031550" y="1338383"/>
                  </a:lnTo>
                  <a:lnTo>
                    <a:pt x="8023250" y="1338410"/>
                  </a:lnTo>
                  <a:lnTo>
                    <a:pt x="8002502" y="1338485"/>
                  </a:lnTo>
                  <a:lnTo>
                    <a:pt x="7965848" y="1338633"/>
                  </a:lnTo>
                  <a:lnTo>
                    <a:pt x="7912113" y="1338876"/>
                  </a:lnTo>
                  <a:lnTo>
                    <a:pt x="7842452" y="1339228"/>
                  </a:lnTo>
                  <a:lnTo>
                    <a:pt x="7759961" y="1339701"/>
                  </a:lnTo>
                  <a:lnTo>
                    <a:pt x="7668898" y="1340296"/>
                  </a:lnTo>
                  <a:lnTo>
                    <a:pt x="7573779" y="1341012"/>
                  </a:lnTo>
                  <a:lnTo>
                    <a:pt x="7478625" y="1341847"/>
                  </a:lnTo>
                  <a:lnTo>
                    <a:pt x="7386520" y="1342798"/>
                  </a:lnTo>
                  <a:lnTo>
                    <a:pt x="7299482" y="1343868"/>
                  </a:lnTo>
                  <a:lnTo>
                    <a:pt x="7218553" y="1345063"/>
                  </a:lnTo>
                  <a:lnTo>
                    <a:pt x="7144001" y="1346396"/>
                  </a:lnTo>
                  <a:lnTo>
                    <a:pt x="7075545" y="1347883"/>
                  </a:lnTo>
                  <a:lnTo>
                    <a:pt x="7012547" y="1349545"/>
                  </a:lnTo>
                  <a:lnTo>
                    <a:pt x="6954165" y="1351409"/>
                  </a:lnTo>
                  <a:lnTo>
                    <a:pt x="6899469" y="1353502"/>
                  </a:lnTo>
                  <a:lnTo>
                    <a:pt x="6847524" y="1355848"/>
                  </a:lnTo>
                  <a:lnTo>
                    <a:pt x="6797474" y="1358466"/>
                  </a:lnTo>
                  <a:lnTo>
                    <a:pt x="6786527" y="1359085"/>
                  </a:lnTo>
                  <a:lnTo>
                    <a:pt x="6732359" y="1362392"/>
                  </a:lnTo>
                  <a:lnTo>
                    <a:pt x="6678713" y="1366048"/>
                  </a:lnTo>
                  <a:lnTo>
                    <a:pt x="6625003" y="1370058"/>
                  </a:lnTo>
                  <a:lnTo>
                    <a:pt x="6570839" y="1374415"/>
                  </a:lnTo>
                  <a:lnTo>
                    <a:pt x="6516002" y="1379095"/>
                  </a:lnTo>
                  <a:lnTo>
                    <a:pt x="6460418" y="1384059"/>
                  </a:lnTo>
                  <a:lnTo>
                    <a:pt x="6404143" y="1389254"/>
                  </a:lnTo>
                  <a:lnTo>
                    <a:pt x="6347337" y="1394614"/>
                  </a:lnTo>
                  <a:lnTo>
                    <a:pt x="6290234" y="1400063"/>
                  </a:lnTo>
                  <a:lnTo>
                    <a:pt x="6233109" y="1405518"/>
                  </a:lnTo>
                  <a:lnTo>
                    <a:pt x="6176239" y="1410897"/>
                  </a:lnTo>
                  <a:lnTo>
                    <a:pt x="6119866" y="1416123"/>
                  </a:lnTo>
                  <a:lnTo>
                    <a:pt x="6064166" y="1421128"/>
                  </a:lnTo>
                  <a:lnTo>
                    <a:pt x="6009210" y="1425856"/>
                  </a:lnTo>
                  <a:lnTo>
                    <a:pt x="5954950" y="1430266"/>
                  </a:lnTo>
                  <a:lnTo>
                    <a:pt x="5901190" y="1434333"/>
                  </a:lnTo>
                  <a:lnTo>
                    <a:pt x="5847567" y="1438046"/>
                  </a:lnTo>
                  <a:lnTo>
                    <a:pt x="5793530" y="1441407"/>
                  </a:lnTo>
                  <a:lnTo>
                    <a:pt x="5784835" y="1441911"/>
                  </a:lnTo>
                  <a:lnTo>
                    <a:pt x="5735104" y="1444589"/>
                  </a:lnTo>
                  <a:lnTo>
                    <a:pt x="5683651" y="1446995"/>
                  </a:lnTo>
                  <a:lnTo>
                    <a:pt x="5629646" y="1449142"/>
                  </a:lnTo>
                  <a:lnTo>
                    <a:pt x="5572166" y="1451054"/>
                  </a:lnTo>
                  <a:lnTo>
                    <a:pt x="5510271" y="1452759"/>
                  </a:lnTo>
                  <a:lnTo>
                    <a:pt x="5443093" y="1454283"/>
                  </a:lnTo>
                  <a:lnTo>
                    <a:pt x="5369937" y="1455648"/>
                  </a:lnTo>
                  <a:lnTo>
                    <a:pt x="5290426" y="1456873"/>
                  </a:lnTo>
                  <a:lnTo>
                    <a:pt x="5204687" y="1457970"/>
                  </a:lnTo>
                  <a:lnTo>
                    <a:pt x="5113571" y="1458948"/>
                  </a:lnTo>
                  <a:lnTo>
                    <a:pt x="5018866" y="1459808"/>
                  </a:lnTo>
                  <a:lnTo>
                    <a:pt x="4923420" y="1460551"/>
                  </a:lnTo>
                  <a:lnTo>
                    <a:pt x="4831072" y="1461173"/>
                  </a:lnTo>
                  <a:lnTo>
                    <a:pt x="4746284" y="1461673"/>
                  </a:lnTo>
                  <a:lnTo>
                    <a:pt x="4673447" y="1462052"/>
                  </a:lnTo>
                  <a:lnTo>
                    <a:pt x="4615992" y="1462317"/>
                  </a:lnTo>
                  <a:lnTo>
                    <a:pt x="4575557" y="1462485"/>
                  </a:lnTo>
                  <a:lnTo>
                    <a:pt x="4551495" y="1462574"/>
                  </a:lnTo>
                  <a:lnTo>
                    <a:pt x="4540831" y="1462610"/>
                  </a:lnTo>
                  <a:lnTo>
                    <a:pt x="4538557" y="1462617"/>
                  </a:lnTo>
                  <a:lnTo>
                    <a:pt x="4538543" y="1462617"/>
                  </a:lnTo>
                  <a:lnTo>
                    <a:pt x="4016409" y="1462617"/>
                  </a:lnTo>
                  <a:lnTo>
                    <a:pt x="4015174" y="1462573"/>
                  </a:lnTo>
                  <a:lnTo>
                    <a:pt x="4007093" y="1462261"/>
                  </a:lnTo>
                  <a:lnTo>
                    <a:pt x="3986873" y="1461399"/>
                  </a:lnTo>
                  <a:lnTo>
                    <a:pt x="3951103" y="1459706"/>
                  </a:lnTo>
                  <a:lnTo>
                    <a:pt x="3898564" y="1456932"/>
                  </a:lnTo>
                  <a:lnTo>
                    <a:pt x="3830291" y="1452888"/>
                  </a:lnTo>
                  <a:lnTo>
                    <a:pt x="3749215" y="1447463"/>
                  </a:lnTo>
                  <a:lnTo>
                    <a:pt x="3659438" y="1440621"/>
                  </a:lnTo>
                  <a:lnTo>
                    <a:pt x="3565359" y="1432376"/>
                  </a:lnTo>
                  <a:lnTo>
                    <a:pt x="3470950" y="1422762"/>
                  </a:lnTo>
                  <a:lnTo>
                    <a:pt x="3379300" y="1411799"/>
                  </a:lnTo>
                  <a:lnTo>
                    <a:pt x="3292468" y="1399469"/>
                  </a:lnTo>
                  <a:lnTo>
                    <a:pt x="3211561" y="1385702"/>
                  </a:lnTo>
                  <a:lnTo>
                    <a:pt x="3136916" y="1370370"/>
                  </a:lnTo>
                  <a:lnTo>
                    <a:pt x="3068314" y="1353284"/>
                  </a:lnTo>
                  <a:lnTo>
                    <a:pt x="3005171" y="1334204"/>
                  </a:lnTo>
                  <a:lnTo>
                    <a:pt x="2946690" y="1312843"/>
                  </a:lnTo>
                  <a:lnTo>
                    <a:pt x="2891973" y="1288892"/>
                  </a:lnTo>
                  <a:lnTo>
                    <a:pt x="2840107" y="1262052"/>
                  </a:lnTo>
                  <a:lnTo>
                    <a:pt x="2790239" y="1232101"/>
                  </a:lnTo>
                  <a:lnTo>
                    <a:pt x="2770117" y="1218847"/>
                  </a:lnTo>
                  <a:lnTo>
                    <a:pt x="2724135" y="1186105"/>
                  </a:lnTo>
                  <a:lnTo>
                    <a:pt x="2678601" y="1150414"/>
                  </a:lnTo>
                  <a:lnTo>
                    <a:pt x="2633131" y="1111720"/>
                  </a:lnTo>
                  <a:lnTo>
                    <a:pt x="2587443" y="1070047"/>
                  </a:lnTo>
                  <a:lnTo>
                    <a:pt x="2541351" y="1025502"/>
                  </a:lnTo>
                  <a:lnTo>
                    <a:pt x="2494749" y="978287"/>
                  </a:lnTo>
                  <a:lnTo>
                    <a:pt x="2447610" y="928695"/>
                  </a:lnTo>
                  <a:lnTo>
                    <a:pt x="2399966" y="877111"/>
                  </a:lnTo>
                  <a:lnTo>
                    <a:pt x="2351909" y="824001"/>
                  </a:lnTo>
                  <a:lnTo>
                    <a:pt x="2303571" y="769896"/>
                  </a:lnTo>
                  <a:lnTo>
                    <a:pt x="2255112" y="715371"/>
                  </a:lnTo>
                  <a:lnTo>
                    <a:pt x="2206703" y="661020"/>
                  </a:lnTo>
                  <a:lnTo>
                    <a:pt x="2158511" y="607428"/>
                  </a:lnTo>
                  <a:lnTo>
                    <a:pt x="2110682" y="555149"/>
                  </a:lnTo>
                  <a:lnTo>
                    <a:pt x="2063325" y="504677"/>
                  </a:lnTo>
                  <a:lnTo>
                    <a:pt x="2016500" y="456433"/>
                  </a:lnTo>
                  <a:lnTo>
                    <a:pt x="1970204" y="410749"/>
                  </a:lnTo>
                  <a:lnTo>
                    <a:pt x="1924366" y="367863"/>
                  </a:lnTo>
                  <a:lnTo>
                    <a:pt x="1878833" y="327924"/>
                  </a:lnTo>
                  <a:lnTo>
                    <a:pt x="1833367" y="290986"/>
                  </a:lnTo>
                  <a:lnTo>
                    <a:pt x="1787625" y="257029"/>
                  </a:lnTo>
                  <a:lnTo>
                    <a:pt x="1768425" y="243769"/>
                  </a:lnTo>
                  <a:lnTo>
                    <a:pt x="1719162" y="212510"/>
                  </a:lnTo>
                  <a:lnTo>
                    <a:pt x="1668216" y="184409"/>
                  </a:lnTo>
                  <a:lnTo>
                    <a:pt x="1614781" y="159302"/>
                  </a:lnTo>
                  <a:lnTo>
                    <a:pt x="1557961" y="136912"/>
                  </a:lnTo>
                  <a:lnTo>
                    <a:pt x="1496842" y="116930"/>
                  </a:lnTo>
                  <a:lnTo>
                    <a:pt x="1430573" y="99055"/>
                  </a:lnTo>
                  <a:lnTo>
                    <a:pt x="1358467" y="83027"/>
                  </a:lnTo>
                  <a:lnTo>
                    <a:pt x="1280134" y="68635"/>
                  </a:lnTo>
                  <a:lnTo>
                    <a:pt x="1195656" y="55725"/>
                  </a:lnTo>
                  <a:lnTo>
                    <a:pt x="1105797" y="44204"/>
                  </a:lnTo>
                  <a:lnTo>
                    <a:pt x="1012208" y="34034"/>
                  </a:lnTo>
                  <a:lnTo>
                    <a:pt x="917556" y="25222"/>
                  </a:lnTo>
                  <a:lnTo>
                    <a:pt x="825486" y="17799"/>
                  </a:lnTo>
                  <a:lnTo>
                    <a:pt x="740295" y="11791"/>
                  </a:lnTo>
                  <a:lnTo>
                    <a:pt x="666310" y="7188"/>
                  </a:lnTo>
                  <a:lnTo>
                    <a:pt x="607047" y="3909"/>
                  </a:lnTo>
                  <a:lnTo>
                    <a:pt x="564390" y="1798"/>
                  </a:lnTo>
                  <a:lnTo>
                    <a:pt x="538062" y="627"/>
                  </a:lnTo>
                  <a:lnTo>
                    <a:pt x="525525" y="123"/>
                  </a:lnTo>
                  <a:lnTo>
                    <a:pt x="522222" y="3"/>
                  </a:lnTo>
                  <a:lnTo>
                    <a:pt x="522133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779" name="pg779"/>
            <p:cNvSpPr/>
            <p:nvPr/>
          </p:nvSpPr>
          <p:spPr>
            <a:xfrm>
              <a:off x="386606" y="2038268"/>
              <a:ext cx="8554953" cy="2100747"/>
            </a:xfrm>
            <a:custGeom>
              <a:avLst/>
              <a:pathLst>
                <a:path w="8554953" h="2100747">
                  <a:moveTo>
                    <a:pt x="0" y="11294"/>
                  </a:moveTo>
                  <a:lnTo>
                    <a:pt x="522133" y="11294"/>
                  </a:lnTo>
                  <a:lnTo>
                    <a:pt x="523367" y="11338"/>
                  </a:lnTo>
                  <a:lnTo>
                    <a:pt x="531439" y="11656"/>
                  </a:lnTo>
                  <a:lnTo>
                    <a:pt x="551639" y="12533"/>
                  </a:lnTo>
                  <a:lnTo>
                    <a:pt x="587376" y="14258"/>
                  </a:lnTo>
                  <a:lnTo>
                    <a:pt x="639869" y="17082"/>
                  </a:lnTo>
                  <a:lnTo>
                    <a:pt x="708089" y="21201"/>
                  </a:lnTo>
                  <a:lnTo>
                    <a:pt x="789110" y="26725"/>
                  </a:lnTo>
                  <a:lnTo>
                    <a:pt x="878839" y="33692"/>
                  </a:lnTo>
                  <a:lnTo>
                    <a:pt x="972877" y="42089"/>
                  </a:lnTo>
                  <a:lnTo>
                    <a:pt x="1067256" y="51880"/>
                  </a:lnTo>
                  <a:lnTo>
                    <a:pt x="1158889" y="63046"/>
                  </a:lnTo>
                  <a:lnTo>
                    <a:pt x="1245713" y="75604"/>
                  </a:lnTo>
                  <a:lnTo>
                    <a:pt x="1326619" y="89625"/>
                  </a:lnTo>
                  <a:lnTo>
                    <a:pt x="1401267" y="105239"/>
                  </a:lnTo>
                  <a:lnTo>
                    <a:pt x="1469874" y="122638"/>
                  </a:lnTo>
                  <a:lnTo>
                    <a:pt x="1533023" y="142067"/>
                  </a:lnTo>
                  <a:lnTo>
                    <a:pt x="1591508" y="163818"/>
                  </a:lnTo>
                  <a:lnTo>
                    <a:pt x="1646226" y="188206"/>
                  </a:lnTo>
                  <a:lnTo>
                    <a:pt x="1698090" y="215534"/>
                  </a:lnTo>
                  <a:lnTo>
                    <a:pt x="1747951" y="246029"/>
                  </a:lnTo>
                  <a:lnTo>
                    <a:pt x="1768425" y="259769"/>
                  </a:lnTo>
                  <a:lnTo>
                    <a:pt x="1814193" y="292980"/>
                  </a:lnTo>
                  <a:lnTo>
                    <a:pt x="1859515" y="329169"/>
                  </a:lnTo>
                  <a:lnTo>
                    <a:pt x="1904771" y="368389"/>
                  </a:lnTo>
                  <a:lnTo>
                    <a:pt x="1950240" y="410619"/>
                  </a:lnTo>
                  <a:lnTo>
                    <a:pt x="1996106" y="455751"/>
                  </a:lnTo>
                  <a:lnTo>
                    <a:pt x="2042475" y="503586"/>
                  </a:lnTo>
                  <a:lnTo>
                    <a:pt x="2089378" y="553830"/>
                  </a:lnTo>
                  <a:lnTo>
                    <a:pt x="2136782" y="606100"/>
                  </a:lnTo>
                  <a:lnTo>
                    <a:pt x="2184599" y="659930"/>
                  </a:lnTo>
                  <a:lnTo>
                    <a:pt x="2232702" y="714789"/>
                  </a:lnTo>
                  <a:lnTo>
                    <a:pt x="2280932" y="770100"/>
                  </a:lnTo>
                  <a:lnTo>
                    <a:pt x="2329121" y="825265"/>
                  </a:lnTo>
                  <a:lnTo>
                    <a:pt x="2377104" y="879697"/>
                  </a:lnTo>
                  <a:lnTo>
                    <a:pt x="2424736" y="932835"/>
                  </a:lnTo>
                  <a:lnTo>
                    <a:pt x="2471905" y="984180"/>
                  </a:lnTo>
                  <a:lnTo>
                    <a:pt x="2518550" y="1033302"/>
                  </a:lnTo>
                  <a:lnTo>
                    <a:pt x="2564668" y="1079861"/>
                  </a:lnTo>
                  <a:lnTo>
                    <a:pt x="2610324" y="1123609"/>
                  </a:lnTo>
                  <a:lnTo>
                    <a:pt x="2655661" y="1164391"/>
                  </a:lnTo>
                  <a:lnTo>
                    <a:pt x="2700909" y="1202144"/>
                  </a:lnTo>
                  <a:lnTo>
                    <a:pt x="2746391" y="1236882"/>
                  </a:lnTo>
                  <a:lnTo>
                    <a:pt x="2770117" y="1253671"/>
                  </a:lnTo>
                  <a:lnTo>
                    <a:pt x="2819362" y="1285523"/>
                  </a:lnTo>
                  <a:lnTo>
                    <a:pt x="2870289" y="1314158"/>
                  </a:lnTo>
                  <a:lnTo>
                    <a:pt x="2923702" y="1339743"/>
                  </a:lnTo>
                  <a:lnTo>
                    <a:pt x="2980497" y="1362560"/>
                  </a:lnTo>
                  <a:lnTo>
                    <a:pt x="3041586" y="1382925"/>
                  </a:lnTo>
                  <a:lnTo>
                    <a:pt x="3107820" y="1401142"/>
                  </a:lnTo>
                  <a:lnTo>
                    <a:pt x="3179886" y="1417477"/>
                  </a:lnTo>
                  <a:lnTo>
                    <a:pt x="3258174" y="1432147"/>
                  </a:lnTo>
                  <a:lnTo>
                    <a:pt x="3342604" y="1445306"/>
                  </a:lnTo>
                  <a:lnTo>
                    <a:pt x="3432415" y="1457050"/>
                  </a:lnTo>
                  <a:lnTo>
                    <a:pt x="3525961" y="1467418"/>
                  </a:lnTo>
                  <a:lnTo>
                    <a:pt x="3620581" y="1476402"/>
                  </a:lnTo>
                  <a:lnTo>
                    <a:pt x="3712640" y="1483972"/>
                  </a:lnTo>
                  <a:lnTo>
                    <a:pt x="3797844" y="1490100"/>
                  </a:lnTo>
                  <a:lnTo>
                    <a:pt x="3871871" y="1494799"/>
                  </a:lnTo>
                  <a:lnTo>
                    <a:pt x="3931201" y="1498146"/>
                  </a:lnTo>
                  <a:lnTo>
                    <a:pt x="3973943" y="1500304"/>
                  </a:lnTo>
                  <a:lnTo>
                    <a:pt x="4000358" y="1501502"/>
                  </a:lnTo>
                  <a:lnTo>
                    <a:pt x="4012969" y="1502019"/>
                  </a:lnTo>
                  <a:lnTo>
                    <a:pt x="4016409" y="1502147"/>
                  </a:lnTo>
                  <a:lnTo>
                    <a:pt x="4538543" y="1502147"/>
                  </a:lnTo>
                  <a:lnTo>
                    <a:pt x="4539807" y="1502165"/>
                  </a:lnTo>
                  <a:lnTo>
                    <a:pt x="4548070" y="1502296"/>
                  </a:lnTo>
                  <a:lnTo>
                    <a:pt x="4568731" y="1502657"/>
                  </a:lnTo>
                  <a:lnTo>
                    <a:pt x="4605238" y="1503367"/>
                  </a:lnTo>
                  <a:lnTo>
                    <a:pt x="4658775" y="1504528"/>
                  </a:lnTo>
                  <a:lnTo>
                    <a:pt x="4728208" y="1506220"/>
                  </a:lnTo>
                  <a:lnTo>
                    <a:pt x="4810466" y="1508487"/>
                  </a:lnTo>
                  <a:lnTo>
                    <a:pt x="4901318" y="1511344"/>
                  </a:lnTo>
                  <a:lnTo>
                    <a:pt x="4996268" y="1514782"/>
                  </a:lnTo>
                  <a:lnTo>
                    <a:pt x="5091301" y="1518789"/>
                  </a:lnTo>
                  <a:lnTo>
                    <a:pt x="5183333" y="1523357"/>
                  </a:lnTo>
                  <a:lnTo>
                    <a:pt x="5270338" y="1528494"/>
                  </a:lnTo>
                  <a:lnTo>
                    <a:pt x="5351265" y="1534233"/>
                  </a:lnTo>
                  <a:lnTo>
                    <a:pt x="5425833" y="1540630"/>
                  </a:lnTo>
                  <a:lnTo>
                    <a:pt x="5494313" y="1547765"/>
                  </a:lnTo>
                  <a:lnTo>
                    <a:pt x="5557335" y="1555742"/>
                  </a:lnTo>
                  <a:lnTo>
                    <a:pt x="5615732" y="1564683"/>
                  </a:lnTo>
                  <a:lnTo>
                    <a:pt x="5670431" y="1574719"/>
                  </a:lnTo>
                  <a:lnTo>
                    <a:pt x="5722361" y="1585971"/>
                  </a:lnTo>
                  <a:lnTo>
                    <a:pt x="5772380" y="1598524"/>
                  </a:lnTo>
                  <a:lnTo>
                    <a:pt x="5784835" y="1601914"/>
                  </a:lnTo>
                  <a:lnTo>
                    <a:pt x="5837146" y="1617266"/>
                  </a:lnTo>
                  <a:lnTo>
                    <a:pt x="5888949" y="1634188"/>
                  </a:lnTo>
                  <a:lnTo>
                    <a:pt x="5940782" y="1652704"/>
                  </a:lnTo>
                  <a:lnTo>
                    <a:pt x="5993008" y="1672780"/>
                  </a:lnTo>
                  <a:lnTo>
                    <a:pt x="6045843" y="1694327"/>
                  </a:lnTo>
                  <a:lnTo>
                    <a:pt x="6099373" y="1717186"/>
                  </a:lnTo>
                  <a:lnTo>
                    <a:pt x="6153566" y="1741139"/>
                  </a:lnTo>
                  <a:lnTo>
                    <a:pt x="6208299" y="1765908"/>
                  </a:lnTo>
                  <a:lnTo>
                    <a:pt x="6263374" y="1791173"/>
                  </a:lnTo>
                  <a:lnTo>
                    <a:pt x="6318551" y="1816582"/>
                  </a:lnTo>
                  <a:lnTo>
                    <a:pt x="6373578" y="1841778"/>
                  </a:lnTo>
                  <a:lnTo>
                    <a:pt x="6428221" y="1866415"/>
                  </a:lnTo>
                  <a:lnTo>
                    <a:pt x="6482294" y="1890178"/>
                  </a:lnTo>
                  <a:lnTo>
                    <a:pt x="6535690" y="1912801"/>
                  </a:lnTo>
                  <a:lnTo>
                    <a:pt x="6588398" y="1934076"/>
                  </a:lnTo>
                  <a:lnTo>
                    <a:pt x="6640528" y="1953859"/>
                  </a:lnTo>
                  <a:lnTo>
                    <a:pt x="6692321" y="1972070"/>
                  </a:lnTo>
                  <a:lnTo>
                    <a:pt x="6744175" y="1988688"/>
                  </a:lnTo>
                  <a:lnTo>
                    <a:pt x="6786527" y="2000980"/>
                  </a:lnTo>
                  <a:lnTo>
                    <a:pt x="6836180" y="2013869"/>
                  </a:lnTo>
                  <a:lnTo>
                    <a:pt x="6887551" y="2025444"/>
                  </a:lnTo>
                  <a:lnTo>
                    <a:pt x="6941461" y="2035777"/>
                  </a:lnTo>
                  <a:lnTo>
                    <a:pt x="6998833" y="2044983"/>
                  </a:lnTo>
                  <a:lnTo>
                    <a:pt x="7060599" y="2053193"/>
                  </a:lnTo>
                  <a:lnTo>
                    <a:pt x="7127627" y="2060531"/>
                  </a:lnTo>
                  <a:lnTo>
                    <a:pt x="7200610" y="2067106"/>
                  </a:lnTo>
                  <a:lnTo>
                    <a:pt x="7279927" y="2073005"/>
                  </a:lnTo>
                  <a:lnTo>
                    <a:pt x="7365458" y="2078291"/>
                  </a:lnTo>
                  <a:lnTo>
                    <a:pt x="7456367" y="2083001"/>
                  </a:lnTo>
                  <a:lnTo>
                    <a:pt x="7550890" y="2087150"/>
                  </a:lnTo>
                  <a:lnTo>
                    <a:pt x="7646208" y="2090734"/>
                  </a:lnTo>
                  <a:lnTo>
                    <a:pt x="7738515" y="2093739"/>
                  </a:lnTo>
                  <a:lnTo>
                    <a:pt x="7823376" y="2096155"/>
                  </a:lnTo>
                  <a:lnTo>
                    <a:pt x="7896409" y="2097990"/>
                  </a:lnTo>
                  <a:lnTo>
                    <a:pt x="7954167" y="2099280"/>
                  </a:lnTo>
                  <a:lnTo>
                    <a:pt x="7994970" y="2100095"/>
                  </a:lnTo>
                  <a:lnTo>
                    <a:pt x="8019404" y="2100533"/>
                  </a:lnTo>
                  <a:lnTo>
                    <a:pt x="8030368" y="2100711"/>
                  </a:lnTo>
                  <a:lnTo>
                    <a:pt x="8032819" y="2100747"/>
                  </a:lnTo>
                  <a:lnTo>
                    <a:pt x="8554953" y="2100747"/>
                  </a:lnTo>
                  <a:lnTo>
                    <a:pt x="8554953" y="2089453"/>
                  </a:lnTo>
                  <a:lnTo>
                    <a:pt x="8032819" y="2089453"/>
                  </a:lnTo>
                  <a:lnTo>
                    <a:pt x="8031555" y="2089435"/>
                  </a:lnTo>
                  <a:lnTo>
                    <a:pt x="8023292" y="2089304"/>
                  </a:lnTo>
                  <a:lnTo>
                    <a:pt x="8002631" y="2088943"/>
                  </a:lnTo>
                  <a:lnTo>
                    <a:pt x="7966124" y="2088233"/>
                  </a:lnTo>
                  <a:lnTo>
                    <a:pt x="7912586" y="2087072"/>
                  </a:lnTo>
                  <a:lnTo>
                    <a:pt x="7843154" y="2085380"/>
                  </a:lnTo>
                  <a:lnTo>
                    <a:pt x="7760896" y="2083113"/>
                  </a:lnTo>
                  <a:lnTo>
                    <a:pt x="7670044" y="2080256"/>
                  </a:lnTo>
                  <a:lnTo>
                    <a:pt x="7575094" y="2076818"/>
                  </a:lnTo>
                  <a:lnTo>
                    <a:pt x="7480061" y="2072811"/>
                  </a:lnTo>
                  <a:lnTo>
                    <a:pt x="7388029" y="2068243"/>
                  </a:lnTo>
                  <a:lnTo>
                    <a:pt x="7301024" y="2063105"/>
                  </a:lnTo>
                  <a:lnTo>
                    <a:pt x="7220097" y="2057367"/>
                  </a:lnTo>
                  <a:lnTo>
                    <a:pt x="7145529" y="2050970"/>
                  </a:lnTo>
                  <a:lnTo>
                    <a:pt x="7077049" y="2043835"/>
                  </a:lnTo>
                  <a:lnTo>
                    <a:pt x="7014027" y="2035858"/>
                  </a:lnTo>
                  <a:lnTo>
                    <a:pt x="6955630" y="2026916"/>
                  </a:lnTo>
                  <a:lnTo>
                    <a:pt x="6900931" y="2016881"/>
                  </a:lnTo>
                  <a:lnTo>
                    <a:pt x="6849000" y="2005629"/>
                  </a:lnTo>
                  <a:lnTo>
                    <a:pt x="6798982" y="1993076"/>
                  </a:lnTo>
                  <a:lnTo>
                    <a:pt x="6786527" y="1989686"/>
                  </a:lnTo>
                  <a:lnTo>
                    <a:pt x="6734216" y="1974334"/>
                  </a:lnTo>
                  <a:lnTo>
                    <a:pt x="6682413" y="1957411"/>
                  </a:lnTo>
                  <a:lnTo>
                    <a:pt x="6630580" y="1938896"/>
                  </a:lnTo>
                  <a:lnTo>
                    <a:pt x="6578354" y="1918819"/>
                  </a:lnTo>
                  <a:lnTo>
                    <a:pt x="6525519" y="1897273"/>
                  </a:lnTo>
                  <a:lnTo>
                    <a:pt x="6471989" y="1874414"/>
                  </a:lnTo>
                  <a:lnTo>
                    <a:pt x="6417796" y="1850461"/>
                  </a:lnTo>
                  <a:lnTo>
                    <a:pt x="6363063" y="1825692"/>
                  </a:lnTo>
                  <a:lnTo>
                    <a:pt x="6307988" y="1800427"/>
                  </a:lnTo>
                  <a:lnTo>
                    <a:pt x="6252811" y="1775018"/>
                  </a:lnTo>
                  <a:lnTo>
                    <a:pt x="6197784" y="1749822"/>
                  </a:lnTo>
                  <a:lnTo>
                    <a:pt x="6143141" y="1725185"/>
                  </a:lnTo>
                  <a:lnTo>
                    <a:pt x="6089068" y="1701422"/>
                  </a:lnTo>
                  <a:lnTo>
                    <a:pt x="6035672" y="1678799"/>
                  </a:lnTo>
                  <a:lnTo>
                    <a:pt x="5982964" y="1657524"/>
                  </a:lnTo>
                  <a:lnTo>
                    <a:pt x="5930834" y="1637741"/>
                  </a:lnTo>
                  <a:lnTo>
                    <a:pt x="5879040" y="1619530"/>
                  </a:lnTo>
                  <a:lnTo>
                    <a:pt x="5827187" y="1602912"/>
                  </a:lnTo>
                  <a:lnTo>
                    <a:pt x="5784835" y="1590619"/>
                  </a:lnTo>
                  <a:lnTo>
                    <a:pt x="5735181" y="1577731"/>
                  </a:lnTo>
                  <a:lnTo>
                    <a:pt x="5683811" y="1566155"/>
                  </a:lnTo>
                  <a:lnTo>
                    <a:pt x="5629900" y="1555823"/>
                  </a:lnTo>
                  <a:lnTo>
                    <a:pt x="5572529" y="1546616"/>
                  </a:lnTo>
                  <a:lnTo>
                    <a:pt x="5510763" y="1538407"/>
                  </a:lnTo>
                  <a:lnTo>
                    <a:pt x="5443735" y="1531069"/>
                  </a:lnTo>
                  <a:lnTo>
                    <a:pt x="5370752" y="1524494"/>
                  </a:lnTo>
                  <a:lnTo>
                    <a:pt x="5291435" y="1518595"/>
                  </a:lnTo>
                  <a:lnTo>
                    <a:pt x="5205904" y="1513309"/>
                  </a:lnTo>
                  <a:lnTo>
                    <a:pt x="5114995" y="1508599"/>
                  </a:lnTo>
                  <a:lnTo>
                    <a:pt x="5020472" y="1504450"/>
                  </a:lnTo>
                  <a:lnTo>
                    <a:pt x="4925154" y="1500866"/>
                  </a:lnTo>
                  <a:lnTo>
                    <a:pt x="4832846" y="1497861"/>
                  </a:lnTo>
                  <a:lnTo>
                    <a:pt x="4747985" y="1495445"/>
                  </a:lnTo>
                  <a:lnTo>
                    <a:pt x="4674953" y="1493610"/>
                  </a:lnTo>
                  <a:lnTo>
                    <a:pt x="4617195" y="1492320"/>
                  </a:lnTo>
                  <a:lnTo>
                    <a:pt x="4576392" y="1491505"/>
                  </a:lnTo>
                  <a:lnTo>
                    <a:pt x="4551958" y="1491067"/>
                  </a:lnTo>
                  <a:lnTo>
                    <a:pt x="4540994" y="1490889"/>
                  </a:lnTo>
                  <a:lnTo>
                    <a:pt x="4538543" y="1490853"/>
                  </a:lnTo>
                  <a:lnTo>
                    <a:pt x="4016409" y="1490853"/>
                  </a:lnTo>
                  <a:lnTo>
                    <a:pt x="4015175" y="1490808"/>
                  </a:lnTo>
                  <a:lnTo>
                    <a:pt x="4007103" y="1490491"/>
                  </a:lnTo>
                  <a:lnTo>
                    <a:pt x="3986903" y="1489613"/>
                  </a:lnTo>
                  <a:lnTo>
                    <a:pt x="3951167" y="1487889"/>
                  </a:lnTo>
                  <a:lnTo>
                    <a:pt x="3898673" y="1485064"/>
                  </a:lnTo>
                  <a:lnTo>
                    <a:pt x="3830453" y="1480946"/>
                  </a:lnTo>
                  <a:lnTo>
                    <a:pt x="3749432" y="1475422"/>
                  </a:lnTo>
                  <a:lnTo>
                    <a:pt x="3659703" y="1468454"/>
                  </a:lnTo>
                  <a:lnTo>
                    <a:pt x="3565666" y="1460058"/>
                  </a:lnTo>
                  <a:lnTo>
                    <a:pt x="3471286" y="1450267"/>
                  </a:lnTo>
                  <a:lnTo>
                    <a:pt x="3379653" y="1439101"/>
                  </a:lnTo>
                  <a:lnTo>
                    <a:pt x="3292829" y="1426543"/>
                  </a:lnTo>
                  <a:lnTo>
                    <a:pt x="3211924" y="1412522"/>
                  </a:lnTo>
                  <a:lnTo>
                    <a:pt x="3137275" y="1396908"/>
                  </a:lnTo>
                  <a:lnTo>
                    <a:pt x="3068668" y="1379509"/>
                  </a:lnTo>
                  <a:lnTo>
                    <a:pt x="3005519" y="1360079"/>
                  </a:lnTo>
                  <a:lnTo>
                    <a:pt x="2947034" y="1338328"/>
                  </a:lnTo>
                  <a:lnTo>
                    <a:pt x="2892316" y="1313941"/>
                  </a:lnTo>
                  <a:lnTo>
                    <a:pt x="2840453" y="1286613"/>
                  </a:lnTo>
                  <a:lnTo>
                    <a:pt x="2790591" y="1256117"/>
                  </a:lnTo>
                  <a:lnTo>
                    <a:pt x="2770117" y="1242377"/>
                  </a:lnTo>
                  <a:lnTo>
                    <a:pt x="2724349" y="1209166"/>
                  </a:lnTo>
                  <a:lnTo>
                    <a:pt x="2679027" y="1172977"/>
                  </a:lnTo>
                  <a:lnTo>
                    <a:pt x="2633771" y="1133757"/>
                  </a:lnTo>
                  <a:lnTo>
                    <a:pt x="2588303" y="1091528"/>
                  </a:lnTo>
                  <a:lnTo>
                    <a:pt x="2542436" y="1046396"/>
                  </a:lnTo>
                  <a:lnTo>
                    <a:pt x="2496067" y="998561"/>
                  </a:lnTo>
                  <a:lnTo>
                    <a:pt x="2449164" y="948316"/>
                  </a:lnTo>
                  <a:lnTo>
                    <a:pt x="2401760" y="896046"/>
                  </a:lnTo>
                  <a:lnTo>
                    <a:pt x="2353943" y="842216"/>
                  </a:lnTo>
                  <a:lnTo>
                    <a:pt x="2305841" y="787358"/>
                  </a:lnTo>
                  <a:lnTo>
                    <a:pt x="2257610" y="732047"/>
                  </a:lnTo>
                  <a:lnTo>
                    <a:pt x="2209421" y="676881"/>
                  </a:lnTo>
                  <a:lnTo>
                    <a:pt x="2161438" y="622450"/>
                  </a:lnTo>
                  <a:lnTo>
                    <a:pt x="2113807" y="569311"/>
                  </a:lnTo>
                  <a:lnTo>
                    <a:pt x="2066637" y="517967"/>
                  </a:lnTo>
                  <a:lnTo>
                    <a:pt x="2019992" y="468845"/>
                  </a:lnTo>
                  <a:lnTo>
                    <a:pt x="1973874" y="422286"/>
                  </a:lnTo>
                  <a:lnTo>
                    <a:pt x="1928218" y="378538"/>
                  </a:lnTo>
                  <a:lnTo>
                    <a:pt x="1882881" y="337755"/>
                  </a:lnTo>
                  <a:lnTo>
                    <a:pt x="1837634" y="300003"/>
                  </a:lnTo>
                  <a:lnTo>
                    <a:pt x="1792151" y="265265"/>
                  </a:lnTo>
                  <a:lnTo>
                    <a:pt x="1768425" y="248475"/>
                  </a:lnTo>
                  <a:lnTo>
                    <a:pt x="1719180" y="216623"/>
                  </a:lnTo>
                  <a:lnTo>
                    <a:pt x="1668253" y="187988"/>
                  </a:lnTo>
                  <a:lnTo>
                    <a:pt x="1614840" y="162403"/>
                  </a:lnTo>
                  <a:lnTo>
                    <a:pt x="1558046" y="139586"/>
                  </a:lnTo>
                  <a:lnTo>
                    <a:pt x="1496956" y="119222"/>
                  </a:lnTo>
                  <a:lnTo>
                    <a:pt x="1430722" y="101005"/>
                  </a:lnTo>
                  <a:lnTo>
                    <a:pt x="1358656" y="84669"/>
                  </a:lnTo>
                  <a:lnTo>
                    <a:pt x="1280368" y="70000"/>
                  </a:lnTo>
                  <a:lnTo>
                    <a:pt x="1195938" y="56841"/>
                  </a:lnTo>
                  <a:lnTo>
                    <a:pt x="1106127" y="45097"/>
                  </a:lnTo>
                  <a:lnTo>
                    <a:pt x="1012581" y="34729"/>
                  </a:lnTo>
                  <a:lnTo>
                    <a:pt x="917961" y="25744"/>
                  </a:lnTo>
                  <a:lnTo>
                    <a:pt x="825903" y="18174"/>
                  </a:lnTo>
                  <a:lnTo>
                    <a:pt x="740698" y="12046"/>
                  </a:lnTo>
                  <a:lnTo>
                    <a:pt x="666671" y="7348"/>
                  </a:lnTo>
                  <a:lnTo>
                    <a:pt x="607341" y="4000"/>
                  </a:lnTo>
                  <a:lnTo>
                    <a:pt x="564599" y="1843"/>
                  </a:lnTo>
                  <a:lnTo>
                    <a:pt x="538184" y="644"/>
                  </a:lnTo>
                  <a:lnTo>
                    <a:pt x="525573" y="127"/>
                  </a:lnTo>
                  <a:lnTo>
                    <a:pt x="5221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780" name="pl780"/>
            <p:cNvSpPr/>
            <p:nvPr/>
          </p:nvSpPr>
          <p:spPr>
            <a:xfrm>
              <a:off x="386606" y="2049562"/>
              <a:ext cx="8554953" cy="2089453"/>
            </a:xfrm>
            <a:custGeom>
              <a:avLst/>
              <a:pathLst>
                <a:path w="8554953" h="2089453">
                  <a:moveTo>
                    <a:pt x="0" y="0"/>
                  </a:moveTo>
                  <a:lnTo>
                    <a:pt x="522133" y="0"/>
                  </a:lnTo>
                  <a:lnTo>
                    <a:pt x="523367" y="44"/>
                  </a:lnTo>
                  <a:lnTo>
                    <a:pt x="531439" y="361"/>
                  </a:lnTo>
                  <a:lnTo>
                    <a:pt x="551639" y="1239"/>
                  </a:lnTo>
                  <a:lnTo>
                    <a:pt x="587376" y="2963"/>
                  </a:lnTo>
                  <a:lnTo>
                    <a:pt x="639869" y="5788"/>
                  </a:lnTo>
                  <a:lnTo>
                    <a:pt x="708089" y="9906"/>
                  </a:lnTo>
                  <a:lnTo>
                    <a:pt x="789110" y="15430"/>
                  </a:lnTo>
                  <a:lnTo>
                    <a:pt x="878839" y="22398"/>
                  </a:lnTo>
                  <a:lnTo>
                    <a:pt x="972877" y="30794"/>
                  </a:lnTo>
                  <a:lnTo>
                    <a:pt x="1067256" y="40586"/>
                  </a:lnTo>
                  <a:lnTo>
                    <a:pt x="1158889" y="51751"/>
                  </a:lnTo>
                  <a:lnTo>
                    <a:pt x="1245713" y="64309"/>
                  </a:lnTo>
                  <a:lnTo>
                    <a:pt x="1326619" y="78330"/>
                  </a:lnTo>
                  <a:lnTo>
                    <a:pt x="1401267" y="93945"/>
                  </a:lnTo>
                  <a:lnTo>
                    <a:pt x="1469874" y="111344"/>
                  </a:lnTo>
                  <a:lnTo>
                    <a:pt x="1533023" y="130773"/>
                  </a:lnTo>
                  <a:lnTo>
                    <a:pt x="1591508" y="152524"/>
                  </a:lnTo>
                  <a:lnTo>
                    <a:pt x="1646226" y="176912"/>
                  </a:lnTo>
                  <a:lnTo>
                    <a:pt x="1698090" y="204239"/>
                  </a:lnTo>
                  <a:lnTo>
                    <a:pt x="1747951" y="234735"/>
                  </a:lnTo>
                  <a:lnTo>
                    <a:pt x="1768425" y="248475"/>
                  </a:lnTo>
                  <a:lnTo>
                    <a:pt x="1814193" y="281686"/>
                  </a:lnTo>
                  <a:lnTo>
                    <a:pt x="1859515" y="317875"/>
                  </a:lnTo>
                  <a:lnTo>
                    <a:pt x="1904771" y="357095"/>
                  </a:lnTo>
                  <a:lnTo>
                    <a:pt x="1950240" y="399325"/>
                  </a:lnTo>
                  <a:lnTo>
                    <a:pt x="1996106" y="444456"/>
                  </a:lnTo>
                  <a:lnTo>
                    <a:pt x="2042475" y="492291"/>
                  </a:lnTo>
                  <a:lnTo>
                    <a:pt x="2089378" y="542536"/>
                  </a:lnTo>
                  <a:lnTo>
                    <a:pt x="2136782" y="594806"/>
                  </a:lnTo>
                  <a:lnTo>
                    <a:pt x="2184599" y="648636"/>
                  </a:lnTo>
                  <a:lnTo>
                    <a:pt x="2232702" y="703495"/>
                  </a:lnTo>
                  <a:lnTo>
                    <a:pt x="2280932" y="758805"/>
                  </a:lnTo>
                  <a:lnTo>
                    <a:pt x="2329121" y="813971"/>
                  </a:lnTo>
                  <a:lnTo>
                    <a:pt x="2377104" y="868402"/>
                  </a:lnTo>
                  <a:lnTo>
                    <a:pt x="2424736" y="921541"/>
                  </a:lnTo>
                  <a:lnTo>
                    <a:pt x="2471905" y="972885"/>
                  </a:lnTo>
                  <a:lnTo>
                    <a:pt x="2518550" y="1022007"/>
                  </a:lnTo>
                  <a:lnTo>
                    <a:pt x="2564668" y="1068566"/>
                  </a:lnTo>
                  <a:lnTo>
                    <a:pt x="2610324" y="1112314"/>
                  </a:lnTo>
                  <a:lnTo>
                    <a:pt x="2655661" y="1153097"/>
                  </a:lnTo>
                  <a:lnTo>
                    <a:pt x="2700909" y="1190849"/>
                  </a:lnTo>
                  <a:lnTo>
                    <a:pt x="2746391" y="1225587"/>
                  </a:lnTo>
                  <a:lnTo>
                    <a:pt x="2770117" y="1242377"/>
                  </a:lnTo>
                  <a:lnTo>
                    <a:pt x="2819362" y="1274229"/>
                  </a:lnTo>
                  <a:lnTo>
                    <a:pt x="2870289" y="1302864"/>
                  </a:lnTo>
                  <a:lnTo>
                    <a:pt x="2923702" y="1328449"/>
                  </a:lnTo>
                  <a:lnTo>
                    <a:pt x="2980497" y="1351266"/>
                  </a:lnTo>
                  <a:lnTo>
                    <a:pt x="3041586" y="1371631"/>
                  </a:lnTo>
                  <a:lnTo>
                    <a:pt x="3107820" y="1389847"/>
                  </a:lnTo>
                  <a:lnTo>
                    <a:pt x="3179886" y="1406183"/>
                  </a:lnTo>
                  <a:lnTo>
                    <a:pt x="3258174" y="1420852"/>
                  </a:lnTo>
                  <a:lnTo>
                    <a:pt x="3342604" y="1434011"/>
                  </a:lnTo>
                  <a:lnTo>
                    <a:pt x="3432415" y="1445755"/>
                  </a:lnTo>
                  <a:lnTo>
                    <a:pt x="3525961" y="1456123"/>
                  </a:lnTo>
                  <a:lnTo>
                    <a:pt x="3620581" y="1465108"/>
                  </a:lnTo>
                  <a:lnTo>
                    <a:pt x="3712640" y="1472678"/>
                  </a:lnTo>
                  <a:lnTo>
                    <a:pt x="3797844" y="1478806"/>
                  </a:lnTo>
                  <a:lnTo>
                    <a:pt x="3871871" y="1483504"/>
                  </a:lnTo>
                  <a:lnTo>
                    <a:pt x="3931201" y="1486852"/>
                  </a:lnTo>
                  <a:lnTo>
                    <a:pt x="3973943" y="1489009"/>
                  </a:lnTo>
                  <a:lnTo>
                    <a:pt x="4000358" y="1490208"/>
                  </a:lnTo>
                  <a:lnTo>
                    <a:pt x="4012969" y="1490725"/>
                  </a:lnTo>
                  <a:lnTo>
                    <a:pt x="4016315" y="1490849"/>
                  </a:lnTo>
                  <a:lnTo>
                    <a:pt x="4016409" y="1490853"/>
                  </a:lnTo>
                  <a:lnTo>
                    <a:pt x="4538543" y="1490853"/>
                  </a:lnTo>
                  <a:lnTo>
                    <a:pt x="4539807" y="1490871"/>
                  </a:lnTo>
                  <a:lnTo>
                    <a:pt x="4548070" y="1491002"/>
                  </a:lnTo>
                  <a:lnTo>
                    <a:pt x="4568731" y="1491363"/>
                  </a:lnTo>
                  <a:lnTo>
                    <a:pt x="4605238" y="1492072"/>
                  </a:lnTo>
                  <a:lnTo>
                    <a:pt x="4658775" y="1493234"/>
                  </a:lnTo>
                  <a:lnTo>
                    <a:pt x="4728208" y="1494926"/>
                  </a:lnTo>
                  <a:lnTo>
                    <a:pt x="4810466" y="1497193"/>
                  </a:lnTo>
                  <a:lnTo>
                    <a:pt x="4901318" y="1500049"/>
                  </a:lnTo>
                  <a:lnTo>
                    <a:pt x="4996268" y="1503488"/>
                  </a:lnTo>
                  <a:lnTo>
                    <a:pt x="5091301" y="1507495"/>
                  </a:lnTo>
                  <a:lnTo>
                    <a:pt x="5183333" y="1512062"/>
                  </a:lnTo>
                  <a:lnTo>
                    <a:pt x="5270338" y="1517200"/>
                  </a:lnTo>
                  <a:lnTo>
                    <a:pt x="5351265" y="1522939"/>
                  </a:lnTo>
                  <a:lnTo>
                    <a:pt x="5425833" y="1529335"/>
                  </a:lnTo>
                  <a:lnTo>
                    <a:pt x="5494313" y="1536470"/>
                  </a:lnTo>
                  <a:lnTo>
                    <a:pt x="5557335" y="1544448"/>
                  </a:lnTo>
                  <a:lnTo>
                    <a:pt x="5615732" y="1553389"/>
                  </a:lnTo>
                  <a:lnTo>
                    <a:pt x="5670431" y="1563425"/>
                  </a:lnTo>
                  <a:lnTo>
                    <a:pt x="5722361" y="1574676"/>
                  </a:lnTo>
                  <a:lnTo>
                    <a:pt x="5772380" y="1587230"/>
                  </a:lnTo>
                  <a:lnTo>
                    <a:pt x="5784835" y="1590619"/>
                  </a:lnTo>
                  <a:lnTo>
                    <a:pt x="5837146" y="1605972"/>
                  </a:lnTo>
                  <a:lnTo>
                    <a:pt x="5888949" y="1622894"/>
                  </a:lnTo>
                  <a:lnTo>
                    <a:pt x="5940782" y="1641409"/>
                  </a:lnTo>
                  <a:lnTo>
                    <a:pt x="5993008" y="1661486"/>
                  </a:lnTo>
                  <a:lnTo>
                    <a:pt x="6045843" y="1683032"/>
                  </a:lnTo>
                  <a:lnTo>
                    <a:pt x="6099373" y="1705892"/>
                  </a:lnTo>
                  <a:lnTo>
                    <a:pt x="6153566" y="1729844"/>
                  </a:lnTo>
                  <a:lnTo>
                    <a:pt x="6208299" y="1754614"/>
                  </a:lnTo>
                  <a:lnTo>
                    <a:pt x="6263374" y="1779878"/>
                  </a:lnTo>
                  <a:lnTo>
                    <a:pt x="6318551" y="1805288"/>
                  </a:lnTo>
                  <a:lnTo>
                    <a:pt x="6373578" y="1830484"/>
                  </a:lnTo>
                  <a:lnTo>
                    <a:pt x="6428221" y="1855121"/>
                  </a:lnTo>
                  <a:lnTo>
                    <a:pt x="6482294" y="1878884"/>
                  </a:lnTo>
                  <a:lnTo>
                    <a:pt x="6535690" y="1901507"/>
                  </a:lnTo>
                  <a:lnTo>
                    <a:pt x="6588398" y="1922782"/>
                  </a:lnTo>
                  <a:lnTo>
                    <a:pt x="6640528" y="1942565"/>
                  </a:lnTo>
                  <a:lnTo>
                    <a:pt x="6692321" y="1960775"/>
                  </a:lnTo>
                  <a:lnTo>
                    <a:pt x="6744175" y="1977394"/>
                  </a:lnTo>
                  <a:lnTo>
                    <a:pt x="6786527" y="1989686"/>
                  </a:lnTo>
                  <a:lnTo>
                    <a:pt x="6836180" y="2002574"/>
                  </a:lnTo>
                  <a:lnTo>
                    <a:pt x="6887551" y="2014150"/>
                  </a:lnTo>
                  <a:lnTo>
                    <a:pt x="6941461" y="2024483"/>
                  </a:lnTo>
                  <a:lnTo>
                    <a:pt x="6998833" y="2033689"/>
                  </a:lnTo>
                  <a:lnTo>
                    <a:pt x="7060599" y="2041899"/>
                  </a:lnTo>
                  <a:lnTo>
                    <a:pt x="7127627" y="2049236"/>
                  </a:lnTo>
                  <a:lnTo>
                    <a:pt x="7200610" y="2055811"/>
                  </a:lnTo>
                  <a:lnTo>
                    <a:pt x="7279927" y="2061710"/>
                  </a:lnTo>
                  <a:lnTo>
                    <a:pt x="7365458" y="2066996"/>
                  </a:lnTo>
                  <a:lnTo>
                    <a:pt x="7456367" y="2071707"/>
                  </a:lnTo>
                  <a:lnTo>
                    <a:pt x="7550890" y="2075856"/>
                  </a:lnTo>
                  <a:lnTo>
                    <a:pt x="7646208" y="2079440"/>
                  </a:lnTo>
                  <a:lnTo>
                    <a:pt x="7738515" y="2082445"/>
                  </a:lnTo>
                  <a:lnTo>
                    <a:pt x="7823376" y="2084861"/>
                  </a:lnTo>
                  <a:lnTo>
                    <a:pt x="7896409" y="2086695"/>
                  </a:lnTo>
                  <a:lnTo>
                    <a:pt x="7954167" y="2087985"/>
                  </a:lnTo>
                  <a:lnTo>
                    <a:pt x="7994970" y="2088800"/>
                  </a:lnTo>
                  <a:lnTo>
                    <a:pt x="8019404" y="2089239"/>
                  </a:lnTo>
                  <a:lnTo>
                    <a:pt x="8030368" y="2089417"/>
                  </a:lnTo>
                  <a:lnTo>
                    <a:pt x="8032798" y="2089453"/>
                  </a:lnTo>
                  <a:lnTo>
                    <a:pt x="8032819" y="2089453"/>
                  </a:lnTo>
                  <a:lnTo>
                    <a:pt x="8554953" y="2089453"/>
                  </a:lnTo>
                  <a:lnTo>
                    <a:pt x="8554953" y="2089453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781" name="pl781"/>
            <p:cNvSpPr/>
            <p:nvPr/>
          </p:nvSpPr>
          <p:spPr>
            <a:xfrm>
              <a:off x="386606" y="2038268"/>
              <a:ext cx="8554953" cy="2089453"/>
            </a:xfrm>
            <a:custGeom>
              <a:avLst/>
              <a:pathLst>
                <a:path w="8554953" h="2089453">
                  <a:moveTo>
                    <a:pt x="8554953" y="2089453"/>
                  </a:moveTo>
                  <a:lnTo>
                    <a:pt x="8032819" y="2089453"/>
                  </a:lnTo>
                  <a:lnTo>
                    <a:pt x="8031555" y="2089435"/>
                  </a:lnTo>
                  <a:lnTo>
                    <a:pt x="8023292" y="2089304"/>
                  </a:lnTo>
                  <a:lnTo>
                    <a:pt x="8002631" y="2088943"/>
                  </a:lnTo>
                  <a:lnTo>
                    <a:pt x="7966124" y="2088233"/>
                  </a:lnTo>
                  <a:lnTo>
                    <a:pt x="7912586" y="2087072"/>
                  </a:lnTo>
                  <a:lnTo>
                    <a:pt x="7843154" y="2085380"/>
                  </a:lnTo>
                  <a:lnTo>
                    <a:pt x="7760896" y="2083113"/>
                  </a:lnTo>
                  <a:lnTo>
                    <a:pt x="7670044" y="2080256"/>
                  </a:lnTo>
                  <a:lnTo>
                    <a:pt x="7575094" y="2076818"/>
                  </a:lnTo>
                  <a:lnTo>
                    <a:pt x="7480061" y="2072811"/>
                  </a:lnTo>
                  <a:lnTo>
                    <a:pt x="7388029" y="2068243"/>
                  </a:lnTo>
                  <a:lnTo>
                    <a:pt x="7301024" y="2063105"/>
                  </a:lnTo>
                  <a:lnTo>
                    <a:pt x="7220097" y="2057367"/>
                  </a:lnTo>
                  <a:lnTo>
                    <a:pt x="7145529" y="2050970"/>
                  </a:lnTo>
                  <a:lnTo>
                    <a:pt x="7077049" y="2043835"/>
                  </a:lnTo>
                  <a:lnTo>
                    <a:pt x="7014027" y="2035858"/>
                  </a:lnTo>
                  <a:lnTo>
                    <a:pt x="6955630" y="2026916"/>
                  </a:lnTo>
                  <a:lnTo>
                    <a:pt x="6900931" y="2016881"/>
                  </a:lnTo>
                  <a:lnTo>
                    <a:pt x="6849000" y="2005629"/>
                  </a:lnTo>
                  <a:lnTo>
                    <a:pt x="6798982" y="1993076"/>
                  </a:lnTo>
                  <a:lnTo>
                    <a:pt x="6786527" y="1989686"/>
                  </a:lnTo>
                  <a:lnTo>
                    <a:pt x="6734216" y="1974334"/>
                  </a:lnTo>
                  <a:lnTo>
                    <a:pt x="6682413" y="1957411"/>
                  </a:lnTo>
                  <a:lnTo>
                    <a:pt x="6630580" y="1938896"/>
                  </a:lnTo>
                  <a:lnTo>
                    <a:pt x="6578354" y="1918819"/>
                  </a:lnTo>
                  <a:lnTo>
                    <a:pt x="6525519" y="1897273"/>
                  </a:lnTo>
                  <a:lnTo>
                    <a:pt x="6471989" y="1874414"/>
                  </a:lnTo>
                  <a:lnTo>
                    <a:pt x="6417796" y="1850461"/>
                  </a:lnTo>
                  <a:lnTo>
                    <a:pt x="6363063" y="1825692"/>
                  </a:lnTo>
                  <a:lnTo>
                    <a:pt x="6307988" y="1800427"/>
                  </a:lnTo>
                  <a:lnTo>
                    <a:pt x="6252811" y="1775018"/>
                  </a:lnTo>
                  <a:lnTo>
                    <a:pt x="6197784" y="1749822"/>
                  </a:lnTo>
                  <a:lnTo>
                    <a:pt x="6143141" y="1725185"/>
                  </a:lnTo>
                  <a:lnTo>
                    <a:pt x="6089068" y="1701422"/>
                  </a:lnTo>
                  <a:lnTo>
                    <a:pt x="6035672" y="1678799"/>
                  </a:lnTo>
                  <a:lnTo>
                    <a:pt x="5982964" y="1657524"/>
                  </a:lnTo>
                  <a:lnTo>
                    <a:pt x="5930834" y="1637741"/>
                  </a:lnTo>
                  <a:lnTo>
                    <a:pt x="5879040" y="1619530"/>
                  </a:lnTo>
                  <a:lnTo>
                    <a:pt x="5827187" y="1602912"/>
                  </a:lnTo>
                  <a:lnTo>
                    <a:pt x="5784835" y="1590619"/>
                  </a:lnTo>
                  <a:lnTo>
                    <a:pt x="5735181" y="1577731"/>
                  </a:lnTo>
                  <a:lnTo>
                    <a:pt x="5683811" y="1566155"/>
                  </a:lnTo>
                  <a:lnTo>
                    <a:pt x="5629900" y="1555823"/>
                  </a:lnTo>
                  <a:lnTo>
                    <a:pt x="5572529" y="1546616"/>
                  </a:lnTo>
                  <a:lnTo>
                    <a:pt x="5510763" y="1538407"/>
                  </a:lnTo>
                  <a:lnTo>
                    <a:pt x="5443735" y="1531069"/>
                  </a:lnTo>
                  <a:lnTo>
                    <a:pt x="5370752" y="1524494"/>
                  </a:lnTo>
                  <a:lnTo>
                    <a:pt x="5291435" y="1518595"/>
                  </a:lnTo>
                  <a:lnTo>
                    <a:pt x="5205904" y="1513309"/>
                  </a:lnTo>
                  <a:lnTo>
                    <a:pt x="5114995" y="1508599"/>
                  </a:lnTo>
                  <a:lnTo>
                    <a:pt x="5020472" y="1504450"/>
                  </a:lnTo>
                  <a:lnTo>
                    <a:pt x="4925154" y="1500866"/>
                  </a:lnTo>
                  <a:lnTo>
                    <a:pt x="4832846" y="1497861"/>
                  </a:lnTo>
                  <a:lnTo>
                    <a:pt x="4747985" y="1495445"/>
                  </a:lnTo>
                  <a:lnTo>
                    <a:pt x="4674953" y="1493610"/>
                  </a:lnTo>
                  <a:lnTo>
                    <a:pt x="4617195" y="1492320"/>
                  </a:lnTo>
                  <a:lnTo>
                    <a:pt x="4576392" y="1491505"/>
                  </a:lnTo>
                  <a:lnTo>
                    <a:pt x="4551958" y="1491067"/>
                  </a:lnTo>
                  <a:lnTo>
                    <a:pt x="4540994" y="1490889"/>
                  </a:lnTo>
                  <a:lnTo>
                    <a:pt x="4538564" y="1490853"/>
                  </a:lnTo>
                  <a:lnTo>
                    <a:pt x="4538543" y="1490853"/>
                  </a:lnTo>
                  <a:lnTo>
                    <a:pt x="4016409" y="1490853"/>
                  </a:lnTo>
                  <a:lnTo>
                    <a:pt x="4015175" y="1490808"/>
                  </a:lnTo>
                  <a:lnTo>
                    <a:pt x="4007103" y="1490491"/>
                  </a:lnTo>
                  <a:lnTo>
                    <a:pt x="3986903" y="1489613"/>
                  </a:lnTo>
                  <a:lnTo>
                    <a:pt x="3951167" y="1487889"/>
                  </a:lnTo>
                  <a:lnTo>
                    <a:pt x="3898673" y="1485064"/>
                  </a:lnTo>
                  <a:lnTo>
                    <a:pt x="3830453" y="1480946"/>
                  </a:lnTo>
                  <a:lnTo>
                    <a:pt x="3749432" y="1475422"/>
                  </a:lnTo>
                  <a:lnTo>
                    <a:pt x="3659703" y="1468454"/>
                  </a:lnTo>
                  <a:lnTo>
                    <a:pt x="3565666" y="1460058"/>
                  </a:lnTo>
                  <a:lnTo>
                    <a:pt x="3471286" y="1450267"/>
                  </a:lnTo>
                  <a:lnTo>
                    <a:pt x="3379653" y="1439101"/>
                  </a:lnTo>
                  <a:lnTo>
                    <a:pt x="3292829" y="1426543"/>
                  </a:lnTo>
                  <a:lnTo>
                    <a:pt x="3211924" y="1412522"/>
                  </a:lnTo>
                  <a:lnTo>
                    <a:pt x="3137275" y="1396908"/>
                  </a:lnTo>
                  <a:lnTo>
                    <a:pt x="3068668" y="1379509"/>
                  </a:lnTo>
                  <a:lnTo>
                    <a:pt x="3005519" y="1360079"/>
                  </a:lnTo>
                  <a:lnTo>
                    <a:pt x="2947034" y="1338328"/>
                  </a:lnTo>
                  <a:lnTo>
                    <a:pt x="2892316" y="1313941"/>
                  </a:lnTo>
                  <a:lnTo>
                    <a:pt x="2840453" y="1286613"/>
                  </a:lnTo>
                  <a:lnTo>
                    <a:pt x="2790591" y="1256117"/>
                  </a:lnTo>
                  <a:lnTo>
                    <a:pt x="2770117" y="1242377"/>
                  </a:lnTo>
                  <a:lnTo>
                    <a:pt x="2724349" y="1209166"/>
                  </a:lnTo>
                  <a:lnTo>
                    <a:pt x="2679027" y="1172977"/>
                  </a:lnTo>
                  <a:lnTo>
                    <a:pt x="2633771" y="1133757"/>
                  </a:lnTo>
                  <a:lnTo>
                    <a:pt x="2588303" y="1091528"/>
                  </a:lnTo>
                  <a:lnTo>
                    <a:pt x="2542436" y="1046396"/>
                  </a:lnTo>
                  <a:lnTo>
                    <a:pt x="2496067" y="998561"/>
                  </a:lnTo>
                  <a:lnTo>
                    <a:pt x="2449164" y="948316"/>
                  </a:lnTo>
                  <a:lnTo>
                    <a:pt x="2401760" y="896046"/>
                  </a:lnTo>
                  <a:lnTo>
                    <a:pt x="2353943" y="842216"/>
                  </a:lnTo>
                  <a:lnTo>
                    <a:pt x="2305841" y="787358"/>
                  </a:lnTo>
                  <a:lnTo>
                    <a:pt x="2257610" y="732047"/>
                  </a:lnTo>
                  <a:lnTo>
                    <a:pt x="2209421" y="676881"/>
                  </a:lnTo>
                  <a:lnTo>
                    <a:pt x="2161438" y="622450"/>
                  </a:lnTo>
                  <a:lnTo>
                    <a:pt x="2113807" y="569311"/>
                  </a:lnTo>
                  <a:lnTo>
                    <a:pt x="2066637" y="517967"/>
                  </a:lnTo>
                  <a:lnTo>
                    <a:pt x="2019992" y="468845"/>
                  </a:lnTo>
                  <a:lnTo>
                    <a:pt x="1973874" y="422286"/>
                  </a:lnTo>
                  <a:lnTo>
                    <a:pt x="1928218" y="378538"/>
                  </a:lnTo>
                  <a:lnTo>
                    <a:pt x="1882881" y="337755"/>
                  </a:lnTo>
                  <a:lnTo>
                    <a:pt x="1837634" y="300003"/>
                  </a:lnTo>
                  <a:lnTo>
                    <a:pt x="1792151" y="265265"/>
                  </a:lnTo>
                  <a:lnTo>
                    <a:pt x="1768425" y="248475"/>
                  </a:lnTo>
                  <a:lnTo>
                    <a:pt x="1719180" y="216623"/>
                  </a:lnTo>
                  <a:lnTo>
                    <a:pt x="1668253" y="187988"/>
                  </a:lnTo>
                  <a:lnTo>
                    <a:pt x="1614840" y="162403"/>
                  </a:lnTo>
                  <a:lnTo>
                    <a:pt x="1558046" y="139586"/>
                  </a:lnTo>
                  <a:lnTo>
                    <a:pt x="1496956" y="119222"/>
                  </a:lnTo>
                  <a:lnTo>
                    <a:pt x="1430722" y="101005"/>
                  </a:lnTo>
                  <a:lnTo>
                    <a:pt x="1358656" y="84669"/>
                  </a:lnTo>
                  <a:lnTo>
                    <a:pt x="1280368" y="70000"/>
                  </a:lnTo>
                  <a:lnTo>
                    <a:pt x="1195938" y="56841"/>
                  </a:lnTo>
                  <a:lnTo>
                    <a:pt x="1106127" y="45097"/>
                  </a:lnTo>
                  <a:lnTo>
                    <a:pt x="1012581" y="34729"/>
                  </a:lnTo>
                  <a:lnTo>
                    <a:pt x="917961" y="25744"/>
                  </a:lnTo>
                  <a:lnTo>
                    <a:pt x="825903" y="18174"/>
                  </a:lnTo>
                  <a:lnTo>
                    <a:pt x="740698" y="12046"/>
                  </a:lnTo>
                  <a:lnTo>
                    <a:pt x="666671" y="7348"/>
                  </a:lnTo>
                  <a:lnTo>
                    <a:pt x="607341" y="4000"/>
                  </a:lnTo>
                  <a:lnTo>
                    <a:pt x="564599" y="1843"/>
                  </a:lnTo>
                  <a:lnTo>
                    <a:pt x="538184" y="644"/>
                  </a:lnTo>
                  <a:lnTo>
                    <a:pt x="525573" y="127"/>
                  </a:lnTo>
                  <a:lnTo>
                    <a:pt x="522227" y="3"/>
                  </a:lnTo>
                  <a:lnTo>
                    <a:pt x="522133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782" name="pg782"/>
            <p:cNvSpPr/>
            <p:nvPr/>
          </p:nvSpPr>
          <p:spPr>
            <a:xfrm>
              <a:off x="386606" y="2049562"/>
              <a:ext cx="8554953" cy="2354870"/>
            </a:xfrm>
            <a:custGeom>
              <a:avLst/>
              <a:pathLst>
                <a:path w="8554953" h="2354870">
                  <a:moveTo>
                    <a:pt x="0" y="5647"/>
                  </a:moveTo>
                  <a:lnTo>
                    <a:pt x="522133" y="5647"/>
                  </a:lnTo>
                  <a:lnTo>
                    <a:pt x="523367" y="5691"/>
                  </a:lnTo>
                  <a:lnTo>
                    <a:pt x="531439" y="6009"/>
                  </a:lnTo>
                  <a:lnTo>
                    <a:pt x="551639" y="6886"/>
                  </a:lnTo>
                  <a:lnTo>
                    <a:pt x="587376" y="8610"/>
                  </a:lnTo>
                  <a:lnTo>
                    <a:pt x="639869" y="11435"/>
                  </a:lnTo>
                  <a:lnTo>
                    <a:pt x="708089" y="15553"/>
                  </a:lnTo>
                  <a:lnTo>
                    <a:pt x="789110" y="21078"/>
                  </a:lnTo>
                  <a:lnTo>
                    <a:pt x="878839" y="28045"/>
                  </a:lnTo>
                  <a:lnTo>
                    <a:pt x="972877" y="36442"/>
                  </a:lnTo>
                  <a:lnTo>
                    <a:pt x="1067256" y="46233"/>
                  </a:lnTo>
                  <a:lnTo>
                    <a:pt x="1158889" y="57399"/>
                  </a:lnTo>
                  <a:lnTo>
                    <a:pt x="1245713" y="69956"/>
                  </a:lnTo>
                  <a:lnTo>
                    <a:pt x="1326619" y="83977"/>
                  </a:lnTo>
                  <a:lnTo>
                    <a:pt x="1401267" y="99592"/>
                  </a:lnTo>
                  <a:lnTo>
                    <a:pt x="1469874" y="116991"/>
                  </a:lnTo>
                  <a:lnTo>
                    <a:pt x="1533023" y="136420"/>
                  </a:lnTo>
                  <a:lnTo>
                    <a:pt x="1591508" y="158171"/>
                  </a:lnTo>
                  <a:lnTo>
                    <a:pt x="1646226" y="182559"/>
                  </a:lnTo>
                  <a:lnTo>
                    <a:pt x="1698090" y="209886"/>
                  </a:lnTo>
                  <a:lnTo>
                    <a:pt x="1747951" y="240382"/>
                  </a:lnTo>
                  <a:lnTo>
                    <a:pt x="1768425" y="254122"/>
                  </a:lnTo>
                  <a:lnTo>
                    <a:pt x="1814193" y="287333"/>
                  </a:lnTo>
                  <a:lnTo>
                    <a:pt x="1859515" y="323522"/>
                  </a:lnTo>
                  <a:lnTo>
                    <a:pt x="1904771" y="362742"/>
                  </a:lnTo>
                  <a:lnTo>
                    <a:pt x="1950240" y="404972"/>
                  </a:lnTo>
                  <a:lnTo>
                    <a:pt x="1996106" y="450104"/>
                  </a:lnTo>
                  <a:lnTo>
                    <a:pt x="2042475" y="497938"/>
                  </a:lnTo>
                  <a:lnTo>
                    <a:pt x="2089378" y="548183"/>
                  </a:lnTo>
                  <a:lnTo>
                    <a:pt x="2136782" y="600453"/>
                  </a:lnTo>
                  <a:lnTo>
                    <a:pt x="2184599" y="654283"/>
                  </a:lnTo>
                  <a:lnTo>
                    <a:pt x="2232702" y="709142"/>
                  </a:lnTo>
                  <a:lnTo>
                    <a:pt x="2280932" y="764452"/>
                  </a:lnTo>
                  <a:lnTo>
                    <a:pt x="2329121" y="819618"/>
                  </a:lnTo>
                  <a:lnTo>
                    <a:pt x="2377104" y="874049"/>
                  </a:lnTo>
                  <a:lnTo>
                    <a:pt x="2424736" y="927188"/>
                  </a:lnTo>
                  <a:lnTo>
                    <a:pt x="2471905" y="978532"/>
                  </a:lnTo>
                  <a:lnTo>
                    <a:pt x="2518550" y="1027654"/>
                  </a:lnTo>
                  <a:lnTo>
                    <a:pt x="2564668" y="1074213"/>
                  </a:lnTo>
                  <a:lnTo>
                    <a:pt x="2610324" y="1117961"/>
                  </a:lnTo>
                  <a:lnTo>
                    <a:pt x="2655661" y="1158744"/>
                  </a:lnTo>
                  <a:lnTo>
                    <a:pt x="2700909" y="1196496"/>
                  </a:lnTo>
                  <a:lnTo>
                    <a:pt x="2746391" y="1231235"/>
                  </a:lnTo>
                  <a:lnTo>
                    <a:pt x="2770117" y="1248024"/>
                  </a:lnTo>
                  <a:lnTo>
                    <a:pt x="2819362" y="1279876"/>
                  </a:lnTo>
                  <a:lnTo>
                    <a:pt x="2870289" y="1308511"/>
                  </a:lnTo>
                  <a:lnTo>
                    <a:pt x="2923702" y="1334096"/>
                  </a:lnTo>
                  <a:lnTo>
                    <a:pt x="2980497" y="1356913"/>
                  </a:lnTo>
                  <a:lnTo>
                    <a:pt x="3041586" y="1377278"/>
                  </a:lnTo>
                  <a:lnTo>
                    <a:pt x="3107820" y="1395495"/>
                  </a:lnTo>
                  <a:lnTo>
                    <a:pt x="3179886" y="1411830"/>
                  </a:lnTo>
                  <a:lnTo>
                    <a:pt x="3258174" y="1426499"/>
                  </a:lnTo>
                  <a:lnTo>
                    <a:pt x="3342604" y="1439658"/>
                  </a:lnTo>
                  <a:lnTo>
                    <a:pt x="3432415" y="1451402"/>
                  </a:lnTo>
                  <a:lnTo>
                    <a:pt x="3525961" y="1461770"/>
                  </a:lnTo>
                  <a:lnTo>
                    <a:pt x="3620581" y="1470755"/>
                  </a:lnTo>
                  <a:lnTo>
                    <a:pt x="3712640" y="1478325"/>
                  </a:lnTo>
                  <a:lnTo>
                    <a:pt x="3797844" y="1484453"/>
                  </a:lnTo>
                  <a:lnTo>
                    <a:pt x="3871871" y="1489151"/>
                  </a:lnTo>
                  <a:lnTo>
                    <a:pt x="3931201" y="1492499"/>
                  </a:lnTo>
                  <a:lnTo>
                    <a:pt x="3973943" y="1494657"/>
                  </a:lnTo>
                  <a:lnTo>
                    <a:pt x="4000358" y="1495855"/>
                  </a:lnTo>
                  <a:lnTo>
                    <a:pt x="4012969" y="1496372"/>
                  </a:lnTo>
                  <a:lnTo>
                    <a:pt x="4016409" y="1496500"/>
                  </a:lnTo>
                  <a:lnTo>
                    <a:pt x="4538543" y="1496500"/>
                  </a:lnTo>
                  <a:lnTo>
                    <a:pt x="4539801" y="1496526"/>
                  </a:lnTo>
                  <a:lnTo>
                    <a:pt x="4548024" y="1496712"/>
                  </a:lnTo>
                  <a:lnTo>
                    <a:pt x="4568589" y="1497228"/>
                  </a:lnTo>
                  <a:lnTo>
                    <a:pt x="4604937" y="1498240"/>
                  </a:lnTo>
                  <a:lnTo>
                    <a:pt x="4658258" y="1499897"/>
                  </a:lnTo>
                  <a:lnTo>
                    <a:pt x="4727440" y="1502312"/>
                  </a:lnTo>
                  <a:lnTo>
                    <a:pt x="4809443" y="1505549"/>
                  </a:lnTo>
                  <a:lnTo>
                    <a:pt x="4900064" y="1509627"/>
                  </a:lnTo>
                  <a:lnTo>
                    <a:pt x="4994827" y="1514538"/>
                  </a:lnTo>
                  <a:lnTo>
                    <a:pt x="5089727" y="1520261"/>
                  </a:lnTo>
                  <a:lnTo>
                    <a:pt x="5181678" y="1526786"/>
                  </a:lnTo>
                  <a:lnTo>
                    <a:pt x="5268648" y="1534125"/>
                  </a:lnTo>
                  <a:lnTo>
                    <a:pt x="5349572" y="1542321"/>
                  </a:lnTo>
                  <a:lnTo>
                    <a:pt x="5424157" y="1551456"/>
                  </a:lnTo>
                  <a:lnTo>
                    <a:pt x="5492663" y="1561643"/>
                  </a:lnTo>
                  <a:lnTo>
                    <a:pt x="5555711" y="1573029"/>
                  </a:lnTo>
                  <a:lnTo>
                    <a:pt x="5614126" y="1585789"/>
                  </a:lnTo>
                  <a:lnTo>
                    <a:pt x="5668828" y="1600107"/>
                  </a:lnTo>
                  <a:lnTo>
                    <a:pt x="5720743" y="1616158"/>
                  </a:lnTo>
                  <a:lnTo>
                    <a:pt x="5770728" y="1634068"/>
                  </a:lnTo>
                  <a:lnTo>
                    <a:pt x="5784835" y="1639562"/>
                  </a:lnTo>
                  <a:lnTo>
                    <a:pt x="5835420" y="1660809"/>
                  </a:lnTo>
                  <a:lnTo>
                    <a:pt x="5885512" y="1684159"/>
                  </a:lnTo>
                  <a:lnTo>
                    <a:pt x="5935604" y="1709645"/>
                  </a:lnTo>
                  <a:lnTo>
                    <a:pt x="5986037" y="1737231"/>
                  </a:lnTo>
                  <a:lnTo>
                    <a:pt x="6037021" y="1766809"/>
                  </a:lnTo>
                  <a:lnTo>
                    <a:pt x="6088649" y="1798188"/>
                  </a:lnTo>
                  <a:lnTo>
                    <a:pt x="6140911" y="1831098"/>
                  </a:lnTo>
                  <a:lnTo>
                    <a:pt x="6193712" y="1865195"/>
                  </a:lnTo>
                  <a:lnTo>
                    <a:pt x="6246887" y="1900076"/>
                  </a:lnTo>
                  <a:lnTo>
                    <a:pt x="6300227" y="1935293"/>
                  </a:lnTo>
                  <a:lnTo>
                    <a:pt x="6353505" y="1970384"/>
                  </a:lnTo>
                  <a:lnTo>
                    <a:pt x="6406499" y="2004891"/>
                  </a:lnTo>
                  <a:lnTo>
                    <a:pt x="6459023" y="2038387"/>
                  </a:lnTo>
                  <a:lnTo>
                    <a:pt x="6510946" y="2070500"/>
                  </a:lnTo>
                  <a:lnTo>
                    <a:pt x="6562218" y="2100926"/>
                  </a:lnTo>
                  <a:lnTo>
                    <a:pt x="6612883" y="2129436"/>
                  </a:lnTo>
                  <a:lnTo>
                    <a:pt x="6663096" y="2155886"/>
                  </a:lnTo>
                  <a:lnTo>
                    <a:pt x="6713136" y="2180207"/>
                  </a:lnTo>
                  <a:lnTo>
                    <a:pt x="6763425" y="2202402"/>
                  </a:lnTo>
                  <a:lnTo>
                    <a:pt x="6786527" y="2211808"/>
                  </a:lnTo>
                  <a:lnTo>
                    <a:pt x="6836096" y="2230260"/>
                  </a:lnTo>
                  <a:lnTo>
                    <a:pt x="6887375" y="2246836"/>
                  </a:lnTo>
                  <a:lnTo>
                    <a:pt x="6941183" y="2261635"/>
                  </a:lnTo>
                  <a:lnTo>
                    <a:pt x="6998435" y="2274823"/>
                  </a:lnTo>
                  <a:lnTo>
                    <a:pt x="7060061" y="2286586"/>
                  </a:lnTo>
                  <a:lnTo>
                    <a:pt x="7126925" y="2297101"/>
                  </a:lnTo>
                  <a:lnTo>
                    <a:pt x="7199718" y="2306525"/>
                  </a:lnTo>
                  <a:lnTo>
                    <a:pt x="7278822" y="2314981"/>
                  </a:lnTo>
                  <a:lnTo>
                    <a:pt x="7364126" y="2322560"/>
                  </a:lnTo>
                  <a:lnTo>
                    <a:pt x="7454809" y="2329316"/>
                  </a:lnTo>
                  <a:lnTo>
                    <a:pt x="7549131" y="2335270"/>
                  </a:lnTo>
                  <a:lnTo>
                    <a:pt x="7644309" y="2340416"/>
                  </a:lnTo>
                  <a:lnTo>
                    <a:pt x="7736569" y="2344736"/>
                  </a:lnTo>
                  <a:lnTo>
                    <a:pt x="7821507" y="2348213"/>
                  </a:lnTo>
                  <a:lnTo>
                    <a:pt x="7894750" y="2350860"/>
                  </a:lnTo>
                  <a:lnTo>
                    <a:pt x="7952838" y="2352725"/>
                  </a:lnTo>
                  <a:lnTo>
                    <a:pt x="7994043" y="2353909"/>
                  </a:lnTo>
                  <a:lnTo>
                    <a:pt x="8018884" y="2354551"/>
                  </a:lnTo>
                  <a:lnTo>
                    <a:pt x="8030181" y="2354814"/>
                  </a:lnTo>
                  <a:lnTo>
                    <a:pt x="8032819" y="2354870"/>
                  </a:lnTo>
                  <a:lnTo>
                    <a:pt x="8554953" y="2354870"/>
                  </a:lnTo>
                  <a:lnTo>
                    <a:pt x="8554953" y="2349223"/>
                  </a:lnTo>
                  <a:lnTo>
                    <a:pt x="8032819" y="2349223"/>
                  </a:lnTo>
                  <a:lnTo>
                    <a:pt x="8031561" y="2349197"/>
                  </a:lnTo>
                  <a:lnTo>
                    <a:pt x="8023338" y="2349010"/>
                  </a:lnTo>
                  <a:lnTo>
                    <a:pt x="8002773" y="2348495"/>
                  </a:lnTo>
                  <a:lnTo>
                    <a:pt x="7966425" y="2347483"/>
                  </a:lnTo>
                  <a:lnTo>
                    <a:pt x="7913104" y="2345825"/>
                  </a:lnTo>
                  <a:lnTo>
                    <a:pt x="7843922" y="2343410"/>
                  </a:lnTo>
                  <a:lnTo>
                    <a:pt x="7761919" y="2340174"/>
                  </a:lnTo>
                  <a:lnTo>
                    <a:pt x="7671298" y="2336096"/>
                  </a:lnTo>
                  <a:lnTo>
                    <a:pt x="7576535" y="2331185"/>
                  </a:lnTo>
                  <a:lnTo>
                    <a:pt x="7481635" y="2325461"/>
                  </a:lnTo>
                  <a:lnTo>
                    <a:pt x="7389684" y="2318937"/>
                  </a:lnTo>
                  <a:lnTo>
                    <a:pt x="7302714" y="2311598"/>
                  </a:lnTo>
                  <a:lnTo>
                    <a:pt x="7221790" y="2303401"/>
                  </a:lnTo>
                  <a:lnTo>
                    <a:pt x="7147205" y="2294267"/>
                  </a:lnTo>
                  <a:lnTo>
                    <a:pt x="7078699" y="2284080"/>
                  </a:lnTo>
                  <a:lnTo>
                    <a:pt x="7015651" y="2272693"/>
                  </a:lnTo>
                  <a:lnTo>
                    <a:pt x="6957236" y="2259933"/>
                  </a:lnTo>
                  <a:lnTo>
                    <a:pt x="6902534" y="2245616"/>
                  </a:lnTo>
                  <a:lnTo>
                    <a:pt x="6850619" y="2229564"/>
                  </a:lnTo>
                  <a:lnTo>
                    <a:pt x="6800634" y="2211655"/>
                  </a:lnTo>
                  <a:lnTo>
                    <a:pt x="6786527" y="2206161"/>
                  </a:lnTo>
                  <a:lnTo>
                    <a:pt x="6735942" y="2184913"/>
                  </a:lnTo>
                  <a:lnTo>
                    <a:pt x="6685850" y="2161563"/>
                  </a:lnTo>
                  <a:lnTo>
                    <a:pt x="6635758" y="2136078"/>
                  </a:lnTo>
                  <a:lnTo>
                    <a:pt x="6585325" y="2108491"/>
                  </a:lnTo>
                  <a:lnTo>
                    <a:pt x="6534341" y="2078913"/>
                  </a:lnTo>
                  <a:lnTo>
                    <a:pt x="6482713" y="2047534"/>
                  </a:lnTo>
                  <a:lnTo>
                    <a:pt x="6430451" y="2014624"/>
                  </a:lnTo>
                  <a:lnTo>
                    <a:pt x="6377650" y="1980527"/>
                  </a:lnTo>
                  <a:lnTo>
                    <a:pt x="6324475" y="1945647"/>
                  </a:lnTo>
                  <a:lnTo>
                    <a:pt x="6271135" y="1910429"/>
                  </a:lnTo>
                  <a:lnTo>
                    <a:pt x="6217857" y="1875338"/>
                  </a:lnTo>
                  <a:lnTo>
                    <a:pt x="6164863" y="1840832"/>
                  </a:lnTo>
                  <a:lnTo>
                    <a:pt x="6112339" y="1807335"/>
                  </a:lnTo>
                  <a:lnTo>
                    <a:pt x="6060416" y="1775222"/>
                  </a:lnTo>
                  <a:lnTo>
                    <a:pt x="6009144" y="1744797"/>
                  </a:lnTo>
                  <a:lnTo>
                    <a:pt x="5958479" y="1716286"/>
                  </a:lnTo>
                  <a:lnTo>
                    <a:pt x="5908266" y="1689837"/>
                  </a:lnTo>
                  <a:lnTo>
                    <a:pt x="5858226" y="1665516"/>
                  </a:lnTo>
                  <a:lnTo>
                    <a:pt x="5807937" y="1643320"/>
                  </a:lnTo>
                  <a:lnTo>
                    <a:pt x="5784835" y="1633914"/>
                  </a:lnTo>
                  <a:lnTo>
                    <a:pt x="5735266" y="1615462"/>
                  </a:lnTo>
                  <a:lnTo>
                    <a:pt x="5683987" y="1598886"/>
                  </a:lnTo>
                  <a:lnTo>
                    <a:pt x="5630179" y="1584087"/>
                  </a:lnTo>
                  <a:lnTo>
                    <a:pt x="5572927" y="1570899"/>
                  </a:lnTo>
                  <a:lnTo>
                    <a:pt x="5511301" y="1559137"/>
                  </a:lnTo>
                  <a:lnTo>
                    <a:pt x="5444437" y="1548621"/>
                  </a:lnTo>
                  <a:lnTo>
                    <a:pt x="5371644" y="1539198"/>
                  </a:lnTo>
                  <a:lnTo>
                    <a:pt x="5292540" y="1530742"/>
                  </a:lnTo>
                  <a:lnTo>
                    <a:pt x="5207236" y="1523162"/>
                  </a:lnTo>
                  <a:lnTo>
                    <a:pt x="5116553" y="1516406"/>
                  </a:lnTo>
                  <a:lnTo>
                    <a:pt x="5022231" y="1510452"/>
                  </a:lnTo>
                  <a:lnTo>
                    <a:pt x="4927053" y="1505306"/>
                  </a:lnTo>
                  <a:lnTo>
                    <a:pt x="4834793" y="1500987"/>
                  </a:lnTo>
                  <a:lnTo>
                    <a:pt x="4749855" y="1497509"/>
                  </a:lnTo>
                  <a:lnTo>
                    <a:pt x="4676611" y="1494863"/>
                  </a:lnTo>
                  <a:lnTo>
                    <a:pt x="4618524" y="1492997"/>
                  </a:lnTo>
                  <a:lnTo>
                    <a:pt x="4577319" y="1491813"/>
                  </a:lnTo>
                  <a:lnTo>
                    <a:pt x="4552478" y="1491172"/>
                  </a:lnTo>
                  <a:lnTo>
                    <a:pt x="4541181" y="1490909"/>
                  </a:lnTo>
                  <a:lnTo>
                    <a:pt x="4538543" y="1490853"/>
                  </a:lnTo>
                  <a:lnTo>
                    <a:pt x="4016409" y="1490853"/>
                  </a:lnTo>
                  <a:lnTo>
                    <a:pt x="4015175" y="1490808"/>
                  </a:lnTo>
                  <a:lnTo>
                    <a:pt x="4007103" y="1490491"/>
                  </a:lnTo>
                  <a:lnTo>
                    <a:pt x="3986903" y="1489613"/>
                  </a:lnTo>
                  <a:lnTo>
                    <a:pt x="3951167" y="1487889"/>
                  </a:lnTo>
                  <a:lnTo>
                    <a:pt x="3898673" y="1485064"/>
                  </a:lnTo>
                  <a:lnTo>
                    <a:pt x="3830453" y="1480946"/>
                  </a:lnTo>
                  <a:lnTo>
                    <a:pt x="3749432" y="1475422"/>
                  </a:lnTo>
                  <a:lnTo>
                    <a:pt x="3659703" y="1468454"/>
                  </a:lnTo>
                  <a:lnTo>
                    <a:pt x="3565666" y="1460058"/>
                  </a:lnTo>
                  <a:lnTo>
                    <a:pt x="3471286" y="1450267"/>
                  </a:lnTo>
                  <a:lnTo>
                    <a:pt x="3379653" y="1439101"/>
                  </a:lnTo>
                  <a:lnTo>
                    <a:pt x="3292829" y="1426543"/>
                  </a:lnTo>
                  <a:lnTo>
                    <a:pt x="3211924" y="1412522"/>
                  </a:lnTo>
                  <a:lnTo>
                    <a:pt x="3137275" y="1396908"/>
                  </a:lnTo>
                  <a:lnTo>
                    <a:pt x="3068668" y="1379509"/>
                  </a:lnTo>
                  <a:lnTo>
                    <a:pt x="3005519" y="1360079"/>
                  </a:lnTo>
                  <a:lnTo>
                    <a:pt x="2947034" y="1338328"/>
                  </a:lnTo>
                  <a:lnTo>
                    <a:pt x="2892316" y="1313941"/>
                  </a:lnTo>
                  <a:lnTo>
                    <a:pt x="2840453" y="1286613"/>
                  </a:lnTo>
                  <a:lnTo>
                    <a:pt x="2790591" y="1256117"/>
                  </a:lnTo>
                  <a:lnTo>
                    <a:pt x="2770117" y="1242377"/>
                  </a:lnTo>
                  <a:lnTo>
                    <a:pt x="2724349" y="1209166"/>
                  </a:lnTo>
                  <a:lnTo>
                    <a:pt x="2679027" y="1172977"/>
                  </a:lnTo>
                  <a:lnTo>
                    <a:pt x="2633771" y="1133757"/>
                  </a:lnTo>
                  <a:lnTo>
                    <a:pt x="2588303" y="1091528"/>
                  </a:lnTo>
                  <a:lnTo>
                    <a:pt x="2542436" y="1046396"/>
                  </a:lnTo>
                  <a:lnTo>
                    <a:pt x="2496067" y="998561"/>
                  </a:lnTo>
                  <a:lnTo>
                    <a:pt x="2449164" y="948316"/>
                  </a:lnTo>
                  <a:lnTo>
                    <a:pt x="2401760" y="896046"/>
                  </a:lnTo>
                  <a:lnTo>
                    <a:pt x="2353943" y="842216"/>
                  </a:lnTo>
                  <a:lnTo>
                    <a:pt x="2305841" y="787358"/>
                  </a:lnTo>
                  <a:lnTo>
                    <a:pt x="2257610" y="732047"/>
                  </a:lnTo>
                  <a:lnTo>
                    <a:pt x="2209421" y="676881"/>
                  </a:lnTo>
                  <a:lnTo>
                    <a:pt x="2161438" y="622450"/>
                  </a:lnTo>
                  <a:lnTo>
                    <a:pt x="2113807" y="569311"/>
                  </a:lnTo>
                  <a:lnTo>
                    <a:pt x="2066637" y="517967"/>
                  </a:lnTo>
                  <a:lnTo>
                    <a:pt x="2019992" y="468845"/>
                  </a:lnTo>
                  <a:lnTo>
                    <a:pt x="1973874" y="422286"/>
                  </a:lnTo>
                  <a:lnTo>
                    <a:pt x="1928218" y="378538"/>
                  </a:lnTo>
                  <a:lnTo>
                    <a:pt x="1882881" y="337755"/>
                  </a:lnTo>
                  <a:lnTo>
                    <a:pt x="1837634" y="300003"/>
                  </a:lnTo>
                  <a:lnTo>
                    <a:pt x="1792151" y="265265"/>
                  </a:lnTo>
                  <a:lnTo>
                    <a:pt x="1768425" y="248475"/>
                  </a:lnTo>
                  <a:lnTo>
                    <a:pt x="1719180" y="216623"/>
                  </a:lnTo>
                  <a:lnTo>
                    <a:pt x="1668253" y="187988"/>
                  </a:lnTo>
                  <a:lnTo>
                    <a:pt x="1614840" y="162403"/>
                  </a:lnTo>
                  <a:lnTo>
                    <a:pt x="1558046" y="139586"/>
                  </a:lnTo>
                  <a:lnTo>
                    <a:pt x="1496956" y="119222"/>
                  </a:lnTo>
                  <a:lnTo>
                    <a:pt x="1430722" y="101005"/>
                  </a:lnTo>
                  <a:lnTo>
                    <a:pt x="1358656" y="84669"/>
                  </a:lnTo>
                  <a:lnTo>
                    <a:pt x="1280368" y="70000"/>
                  </a:lnTo>
                  <a:lnTo>
                    <a:pt x="1195938" y="56841"/>
                  </a:lnTo>
                  <a:lnTo>
                    <a:pt x="1106127" y="45097"/>
                  </a:lnTo>
                  <a:lnTo>
                    <a:pt x="1012581" y="34729"/>
                  </a:lnTo>
                  <a:lnTo>
                    <a:pt x="917961" y="25744"/>
                  </a:lnTo>
                  <a:lnTo>
                    <a:pt x="825903" y="18174"/>
                  </a:lnTo>
                  <a:lnTo>
                    <a:pt x="740698" y="12046"/>
                  </a:lnTo>
                  <a:lnTo>
                    <a:pt x="666671" y="7348"/>
                  </a:lnTo>
                  <a:lnTo>
                    <a:pt x="607341" y="4000"/>
                  </a:lnTo>
                  <a:lnTo>
                    <a:pt x="564599" y="1843"/>
                  </a:lnTo>
                  <a:lnTo>
                    <a:pt x="538184" y="644"/>
                  </a:lnTo>
                  <a:lnTo>
                    <a:pt x="525573" y="127"/>
                  </a:lnTo>
                  <a:lnTo>
                    <a:pt x="5221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783" name="pl783"/>
            <p:cNvSpPr/>
            <p:nvPr/>
          </p:nvSpPr>
          <p:spPr>
            <a:xfrm>
              <a:off x="386606" y="2055209"/>
              <a:ext cx="8554953" cy="2349223"/>
            </a:xfrm>
            <a:custGeom>
              <a:avLst/>
              <a:pathLst>
                <a:path w="8554953" h="2349223">
                  <a:moveTo>
                    <a:pt x="0" y="0"/>
                  </a:moveTo>
                  <a:lnTo>
                    <a:pt x="522133" y="0"/>
                  </a:lnTo>
                  <a:lnTo>
                    <a:pt x="523367" y="44"/>
                  </a:lnTo>
                  <a:lnTo>
                    <a:pt x="531439" y="361"/>
                  </a:lnTo>
                  <a:lnTo>
                    <a:pt x="551639" y="1239"/>
                  </a:lnTo>
                  <a:lnTo>
                    <a:pt x="587376" y="2963"/>
                  </a:lnTo>
                  <a:lnTo>
                    <a:pt x="639869" y="5788"/>
                  </a:lnTo>
                  <a:lnTo>
                    <a:pt x="708089" y="9906"/>
                  </a:lnTo>
                  <a:lnTo>
                    <a:pt x="789110" y="15430"/>
                  </a:lnTo>
                  <a:lnTo>
                    <a:pt x="878839" y="22398"/>
                  </a:lnTo>
                  <a:lnTo>
                    <a:pt x="972877" y="30794"/>
                  </a:lnTo>
                  <a:lnTo>
                    <a:pt x="1067256" y="40586"/>
                  </a:lnTo>
                  <a:lnTo>
                    <a:pt x="1158889" y="51751"/>
                  </a:lnTo>
                  <a:lnTo>
                    <a:pt x="1245713" y="64309"/>
                  </a:lnTo>
                  <a:lnTo>
                    <a:pt x="1326619" y="78330"/>
                  </a:lnTo>
                  <a:lnTo>
                    <a:pt x="1401267" y="93945"/>
                  </a:lnTo>
                  <a:lnTo>
                    <a:pt x="1469874" y="111344"/>
                  </a:lnTo>
                  <a:lnTo>
                    <a:pt x="1533023" y="130773"/>
                  </a:lnTo>
                  <a:lnTo>
                    <a:pt x="1591508" y="152524"/>
                  </a:lnTo>
                  <a:lnTo>
                    <a:pt x="1646226" y="176912"/>
                  </a:lnTo>
                  <a:lnTo>
                    <a:pt x="1698090" y="204239"/>
                  </a:lnTo>
                  <a:lnTo>
                    <a:pt x="1747951" y="234735"/>
                  </a:lnTo>
                  <a:lnTo>
                    <a:pt x="1768425" y="248475"/>
                  </a:lnTo>
                  <a:lnTo>
                    <a:pt x="1814193" y="281686"/>
                  </a:lnTo>
                  <a:lnTo>
                    <a:pt x="1859515" y="317875"/>
                  </a:lnTo>
                  <a:lnTo>
                    <a:pt x="1904771" y="357095"/>
                  </a:lnTo>
                  <a:lnTo>
                    <a:pt x="1950240" y="399325"/>
                  </a:lnTo>
                  <a:lnTo>
                    <a:pt x="1996106" y="444456"/>
                  </a:lnTo>
                  <a:lnTo>
                    <a:pt x="2042475" y="492291"/>
                  </a:lnTo>
                  <a:lnTo>
                    <a:pt x="2089378" y="542536"/>
                  </a:lnTo>
                  <a:lnTo>
                    <a:pt x="2136782" y="594806"/>
                  </a:lnTo>
                  <a:lnTo>
                    <a:pt x="2184599" y="648636"/>
                  </a:lnTo>
                  <a:lnTo>
                    <a:pt x="2232702" y="703495"/>
                  </a:lnTo>
                  <a:lnTo>
                    <a:pt x="2280932" y="758805"/>
                  </a:lnTo>
                  <a:lnTo>
                    <a:pt x="2329121" y="813971"/>
                  </a:lnTo>
                  <a:lnTo>
                    <a:pt x="2377104" y="868402"/>
                  </a:lnTo>
                  <a:lnTo>
                    <a:pt x="2424736" y="921541"/>
                  </a:lnTo>
                  <a:lnTo>
                    <a:pt x="2471905" y="972885"/>
                  </a:lnTo>
                  <a:lnTo>
                    <a:pt x="2518550" y="1022007"/>
                  </a:lnTo>
                  <a:lnTo>
                    <a:pt x="2564668" y="1068566"/>
                  </a:lnTo>
                  <a:lnTo>
                    <a:pt x="2610324" y="1112314"/>
                  </a:lnTo>
                  <a:lnTo>
                    <a:pt x="2655661" y="1153097"/>
                  </a:lnTo>
                  <a:lnTo>
                    <a:pt x="2700909" y="1190849"/>
                  </a:lnTo>
                  <a:lnTo>
                    <a:pt x="2746391" y="1225587"/>
                  </a:lnTo>
                  <a:lnTo>
                    <a:pt x="2770117" y="1242377"/>
                  </a:lnTo>
                  <a:lnTo>
                    <a:pt x="2819362" y="1274229"/>
                  </a:lnTo>
                  <a:lnTo>
                    <a:pt x="2870289" y="1302864"/>
                  </a:lnTo>
                  <a:lnTo>
                    <a:pt x="2923702" y="1328449"/>
                  </a:lnTo>
                  <a:lnTo>
                    <a:pt x="2980497" y="1351266"/>
                  </a:lnTo>
                  <a:lnTo>
                    <a:pt x="3041586" y="1371631"/>
                  </a:lnTo>
                  <a:lnTo>
                    <a:pt x="3107820" y="1389847"/>
                  </a:lnTo>
                  <a:lnTo>
                    <a:pt x="3179886" y="1406183"/>
                  </a:lnTo>
                  <a:lnTo>
                    <a:pt x="3258174" y="1420852"/>
                  </a:lnTo>
                  <a:lnTo>
                    <a:pt x="3342604" y="1434011"/>
                  </a:lnTo>
                  <a:lnTo>
                    <a:pt x="3432415" y="1445755"/>
                  </a:lnTo>
                  <a:lnTo>
                    <a:pt x="3525961" y="1456123"/>
                  </a:lnTo>
                  <a:lnTo>
                    <a:pt x="3620581" y="1465108"/>
                  </a:lnTo>
                  <a:lnTo>
                    <a:pt x="3712640" y="1472678"/>
                  </a:lnTo>
                  <a:lnTo>
                    <a:pt x="3797844" y="1478806"/>
                  </a:lnTo>
                  <a:lnTo>
                    <a:pt x="3871871" y="1483504"/>
                  </a:lnTo>
                  <a:lnTo>
                    <a:pt x="3931201" y="1486852"/>
                  </a:lnTo>
                  <a:lnTo>
                    <a:pt x="3973943" y="1489009"/>
                  </a:lnTo>
                  <a:lnTo>
                    <a:pt x="4000358" y="1490208"/>
                  </a:lnTo>
                  <a:lnTo>
                    <a:pt x="4012969" y="1490725"/>
                  </a:lnTo>
                  <a:lnTo>
                    <a:pt x="4016315" y="1490849"/>
                  </a:lnTo>
                  <a:lnTo>
                    <a:pt x="4016409" y="1490853"/>
                  </a:lnTo>
                  <a:lnTo>
                    <a:pt x="4538543" y="1490853"/>
                  </a:lnTo>
                  <a:lnTo>
                    <a:pt x="4539801" y="1490879"/>
                  </a:lnTo>
                  <a:lnTo>
                    <a:pt x="4548024" y="1491065"/>
                  </a:lnTo>
                  <a:lnTo>
                    <a:pt x="4568589" y="1491581"/>
                  </a:lnTo>
                  <a:lnTo>
                    <a:pt x="4604937" y="1492593"/>
                  </a:lnTo>
                  <a:lnTo>
                    <a:pt x="4658258" y="1494250"/>
                  </a:lnTo>
                  <a:lnTo>
                    <a:pt x="4727440" y="1496665"/>
                  </a:lnTo>
                  <a:lnTo>
                    <a:pt x="4809443" y="1499901"/>
                  </a:lnTo>
                  <a:lnTo>
                    <a:pt x="4900064" y="1503980"/>
                  </a:lnTo>
                  <a:lnTo>
                    <a:pt x="4994827" y="1508891"/>
                  </a:lnTo>
                  <a:lnTo>
                    <a:pt x="5089727" y="1514614"/>
                  </a:lnTo>
                  <a:lnTo>
                    <a:pt x="5181678" y="1521139"/>
                  </a:lnTo>
                  <a:lnTo>
                    <a:pt x="5268648" y="1528478"/>
                  </a:lnTo>
                  <a:lnTo>
                    <a:pt x="5349572" y="1536674"/>
                  </a:lnTo>
                  <a:lnTo>
                    <a:pt x="5424157" y="1545809"/>
                  </a:lnTo>
                  <a:lnTo>
                    <a:pt x="5492663" y="1555996"/>
                  </a:lnTo>
                  <a:lnTo>
                    <a:pt x="5555711" y="1567382"/>
                  </a:lnTo>
                  <a:lnTo>
                    <a:pt x="5614126" y="1580142"/>
                  </a:lnTo>
                  <a:lnTo>
                    <a:pt x="5668828" y="1594460"/>
                  </a:lnTo>
                  <a:lnTo>
                    <a:pt x="5720743" y="1610511"/>
                  </a:lnTo>
                  <a:lnTo>
                    <a:pt x="5770728" y="1628420"/>
                  </a:lnTo>
                  <a:lnTo>
                    <a:pt x="5784835" y="1633914"/>
                  </a:lnTo>
                  <a:lnTo>
                    <a:pt x="5835420" y="1655162"/>
                  </a:lnTo>
                  <a:lnTo>
                    <a:pt x="5885512" y="1678512"/>
                  </a:lnTo>
                  <a:lnTo>
                    <a:pt x="5935604" y="1703998"/>
                  </a:lnTo>
                  <a:lnTo>
                    <a:pt x="5986037" y="1731584"/>
                  </a:lnTo>
                  <a:lnTo>
                    <a:pt x="6037021" y="1761162"/>
                  </a:lnTo>
                  <a:lnTo>
                    <a:pt x="6088649" y="1792541"/>
                  </a:lnTo>
                  <a:lnTo>
                    <a:pt x="6140911" y="1825451"/>
                  </a:lnTo>
                  <a:lnTo>
                    <a:pt x="6193712" y="1859548"/>
                  </a:lnTo>
                  <a:lnTo>
                    <a:pt x="6246887" y="1894429"/>
                  </a:lnTo>
                  <a:lnTo>
                    <a:pt x="6300227" y="1929646"/>
                  </a:lnTo>
                  <a:lnTo>
                    <a:pt x="6353505" y="1964737"/>
                  </a:lnTo>
                  <a:lnTo>
                    <a:pt x="6406499" y="1999243"/>
                  </a:lnTo>
                  <a:lnTo>
                    <a:pt x="6459023" y="2032740"/>
                  </a:lnTo>
                  <a:lnTo>
                    <a:pt x="6510946" y="2064853"/>
                  </a:lnTo>
                  <a:lnTo>
                    <a:pt x="6562218" y="2095279"/>
                  </a:lnTo>
                  <a:lnTo>
                    <a:pt x="6612883" y="2123789"/>
                  </a:lnTo>
                  <a:lnTo>
                    <a:pt x="6663096" y="2150239"/>
                  </a:lnTo>
                  <a:lnTo>
                    <a:pt x="6713136" y="2174560"/>
                  </a:lnTo>
                  <a:lnTo>
                    <a:pt x="6763425" y="2196755"/>
                  </a:lnTo>
                  <a:lnTo>
                    <a:pt x="6786527" y="2206161"/>
                  </a:lnTo>
                  <a:lnTo>
                    <a:pt x="6836096" y="2224613"/>
                  </a:lnTo>
                  <a:lnTo>
                    <a:pt x="6887375" y="2241189"/>
                  </a:lnTo>
                  <a:lnTo>
                    <a:pt x="6941183" y="2255988"/>
                  </a:lnTo>
                  <a:lnTo>
                    <a:pt x="6998435" y="2269176"/>
                  </a:lnTo>
                  <a:lnTo>
                    <a:pt x="7060061" y="2280939"/>
                  </a:lnTo>
                  <a:lnTo>
                    <a:pt x="7126925" y="2291454"/>
                  </a:lnTo>
                  <a:lnTo>
                    <a:pt x="7199718" y="2300877"/>
                  </a:lnTo>
                  <a:lnTo>
                    <a:pt x="7278822" y="2309334"/>
                  </a:lnTo>
                  <a:lnTo>
                    <a:pt x="7364126" y="2316913"/>
                  </a:lnTo>
                  <a:lnTo>
                    <a:pt x="7454809" y="2323669"/>
                  </a:lnTo>
                  <a:lnTo>
                    <a:pt x="7549131" y="2329623"/>
                  </a:lnTo>
                  <a:lnTo>
                    <a:pt x="7644309" y="2334769"/>
                  </a:lnTo>
                  <a:lnTo>
                    <a:pt x="7736569" y="2339089"/>
                  </a:lnTo>
                  <a:lnTo>
                    <a:pt x="7821507" y="2342566"/>
                  </a:lnTo>
                  <a:lnTo>
                    <a:pt x="7894750" y="2345213"/>
                  </a:lnTo>
                  <a:lnTo>
                    <a:pt x="7952838" y="2347078"/>
                  </a:lnTo>
                  <a:lnTo>
                    <a:pt x="7994043" y="2348262"/>
                  </a:lnTo>
                  <a:lnTo>
                    <a:pt x="8018884" y="2348903"/>
                  </a:lnTo>
                  <a:lnTo>
                    <a:pt x="8030181" y="2349167"/>
                  </a:lnTo>
                  <a:lnTo>
                    <a:pt x="8032788" y="2349222"/>
                  </a:lnTo>
                  <a:lnTo>
                    <a:pt x="8032819" y="2349223"/>
                  </a:lnTo>
                  <a:lnTo>
                    <a:pt x="8554953" y="2349223"/>
                  </a:lnTo>
                  <a:lnTo>
                    <a:pt x="8554953" y="2349223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784" name="pl784"/>
            <p:cNvSpPr/>
            <p:nvPr/>
          </p:nvSpPr>
          <p:spPr>
            <a:xfrm>
              <a:off x="386606" y="2049562"/>
              <a:ext cx="8554953" cy="2349223"/>
            </a:xfrm>
            <a:custGeom>
              <a:avLst/>
              <a:pathLst>
                <a:path w="8554953" h="2349223">
                  <a:moveTo>
                    <a:pt x="8554953" y="2349223"/>
                  </a:moveTo>
                  <a:lnTo>
                    <a:pt x="8032819" y="2349223"/>
                  </a:lnTo>
                  <a:lnTo>
                    <a:pt x="8031561" y="2349197"/>
                  </a:lnTo>
                  <a:lnTo>
                    <a:pt x="8023338" y="2349010"/>
                  </a:lnTo>
                  <a:lnTo>
                    <a:pt x="8002773" y="2348495"/>
                  </a:lnTo>
                  <a:lnTo>
                    <a:pt x="7966425" y="2347483"/>
                  </a:lnTo>
                  <a:lnTo>
                    <a:pt x="7913104" y="2345825"/>
                  </a:lnTo>
                  <a:lnTo>
                    <a:pt x="7843922" y="2343410"/>
                  </a:lnTo>
                  <a:lnTo>
                    <a:pt x="7761919" y="2340174"/>
                  </a:lnTo>
                  <a:lnTo>
                    <a:pt x="7671298" y="2336096"/>
                  </a:lnTo>
                  <a:lnTo>
                    <a:pt x="7576535" y="2331185"/>
                  </a:lnTo>
                  <a:lnTo>
                    <a:pt x="7481635" y="2325461"/>
                  </a:lnTo>
                  <a:lnTo>
                    <a:pt x="7389684" y="2318937"/>
                  </a:lnTo>
                  <a:lnTo>
                    <a:pt x="7302714" y="2311598"/>
                  </a:lnTo>
                  <a:lnTo>
                    <a:pt x="7221790" y="2303401"/>
                  </a:lnTo>
                  <a:lnTo>
                    <a:pt x="7147205" y="2294267"/>
                  </a:lnTo>
                  <a:lnTo>
                    <a:pt x="7078699" y="2284080"/>
                  </a:lnTo>
                  <a:lnTo>
                    <a:pt x="7015651" y="2272693"/>
                  </a:lnTo>
                  <a:lnTo>
                    <a:pt x="6957236" y="2259933"/>
                  </a:lnTo>
                  <a:lnTo>
                    <a:pt x="6902534" y="2245616"/>
                  </a:lnTo>
                  <a:lnTo>
                    <a:pt x="6850619" y="2229564"/>
                  </a:lnTo>
                  <a:lnTo>
                    <a:pt x="6800634" y="2211655"/>
                  </a:lnTo>
                  <a:lnTo>
                    <a:pt x="6786527" y="2206161"/>
                  </a:lnTo>
                  <a:lnTo>
                    <a:pt x="6735942" y="2184913"/>
                  </a:lnTo>
                  <a:lnTo>
                    <a:pt x="6685850" y="2161563"/>
                  </a:lnTo>
                  <a:lnTo>
                    <a:pt x="6635758" y="2136078"/>
                  </a:lnTo>
                  <a:lnTo>
                    <a:pt x="6585325" y="2108491"/>
                  </a:lnTo>
                  <a:lnTo>
                    <a:pt x="6534341" y="2078913"/>
                  </a:lnTo>
                  <a:lnTo>
                    <a:pt x="6482713" y="2047534"/>
                  </a:lnTo>
                  <a:lnTo>
                    <a:pt x="6430451" y="2014624"/>
                  </a:lnTo>
                  <a:lnTo>
                    <a:pt x="6377650" y="1980527"/>
                  </a:lnTo>
                  <a:lnTo>
                    <a:pt x="6324475" y="1945647"/>
                  </a:lnTo>
                  <a:lnTo>
                    <a:pt x="6271135" y="1910429"/>
                  </a:lnTo>
                  <a:lnTo>
                    <a:pt x="6217857" y="1875338"/>
                  </a:lnTo>
                  <a:lnTo>
                    <a:pt x="6164863" y="1840832"/>
                  </a:lnTo>
                  <a:lnTo>
                    <a:pt x="6112339" y="1807335"/>
                  </a:lnTo>
                  <a:lnTo>
                    <a:pt x="6060416" y="1775222"/>
                  </a:lnTo>
                  <a:lnTo>
                    <a:pt x="6009144" y="1744797"/>
                  </a:lnTo>
                  <a:lnTo>
                    <a:pt x="5958479" y="1716286"/>
                  </a:lnTo>
                  <a:lnTo>
                    <a:pt x="5908266" y="1689837"/>
                  </a:lnTo>
                  <a:lnTo>
                    <a:pt x="5858226" y="1665516"/>
                  </a:lnTo>
                  <a:lnTo>
                    <a:pt x="5807937" y="1643320"/>
                  </a:lnTo>
                  <a:lnTo>
                    <a:pt x="5784835" y="1633914"/>
                  </a:lnTo>
                  <a:lnTo>
                    <a:pt x="5735266" y="1615462"/>
                  </a:lnTo>
                  <a:lnTo>
                    <a:pt x="5683987" y="1598886"/>
                  </a:lnTo>
                  <a:lnTo>
                    <a:pt x="5630179" y="1584087"/>
                  </a:lnTo>
                  <a:lnTo>
                    <a:pt x="5572927" y="1570899"/>
                  </a:lnTo>
                  <a:lnTo>
                    <a:pt x="5511301" y="1559137"/>
                  </a:lnTo>
                  <a:lnTo>
                    <a:pt x="5444437" y="1548621"/>
                  </a:lnTo>
                  <a:lnTo>
                    <a:pt x="5371644" y="1539198"/>
                  </a:lnTo>
                  <a:lnTo>
                    <a:pt x="5292540" y="1530742"/>
                  </a:lnTo>
                  <a:lnTo>
                    <a:pt x="5207236" y="1523162"/>
                  </a:lnTo>
                  <a:lnTo>
                    <a:pt x="5116553" y="1516406"/>
                  </a:lnTo>
                  <a:lnTo>
                    <a:pt x="5022231" y="1510452"/>
                  </a:lnTo>
                  <a:lnTo>
                    <a:pt x="4927053" y="1505306"/>
                  </a:lnTo>
                  <a:lnTo>
                    <a:pt x="4834793" y="1500987"/>
                  </a:lnTo>
                  <a:lnTo>
                    <a:pt x="4749855" y="1497509"/>
                  </a:lnTo>
                  <a:lnTo>
                    <a:pt x="4676611" y="1494863"/>
                  </a:lnTo>
                  <a:lnTo>
                    <a:pt x="4618524" y="1492997"/>
                  </a:lnTo>
                  <a:lnTo>
                    <a:pt x="4577319" y="1491813"/>
                  </a:lnTo>
                  <a:lnTo>
                    <a:pt x="4552478" y="1491172"/>
                  </a:lnTo>
                  <a:lnTo>
                    <a:pt x="4541181" y="1490909"/>
                  </a:lnTo>
                  <a:lnTo>
                    <a:pt x="4538574" y="1490853"/>
                  </a:lnTo>
                  <a:lnTo>
                    <a:pt x="4538543" y="1490853"/>
                  </a:lnTo>
                  <a:lnTo>
                    <a:pt x="4016409" y="1490853"/>
                  </a:lnTo>
                  <a:lnTo>
                    <a:pt x="4015175" y="1490808"/>
                  </a:lnTo>
                  <a:lnTo>
                    <a:pt x="4007103" y="1490491"/>
                  </a:lnTo>
                  <a:lnTo>
                    <a:pt x="3986903" y="1489613"/>
                  </a:lnTo>
                  <a:lnTo>
                    <a:pt x="3951167" y="1487889"/>
                  </a:lnTo>
                  <a:lnTo>
                    <a:pt x="3898673" y="1485064"/>
                  </a:lnTo>
                  <a:lnTo>
                    <a:pt x="3830453" y="1480946"/>
                  </a:lnTo>
                  <a:lnTo>
                    <a:pt x="3749432" y="1475422"/>
                  </a:lnTo>
                  <a:lnTo>
                    <a:pt x="3659703" y="1468454"/>
                  </a:lnTo>
                  <a:lnTo>
                    <a:pt x="3565666" y="1460058"/>
                  </a:lnTo>
                  <a:lnTo>
                    <a:pt x="3471286" y="1450267"/>
                  </a:lnTo>
                  <a:lnTo>
                    <a:pt x="3379653" y="1439101"/>
                  </a:lnTo>
                  <a:lnTo>
                    <a:pt x="3292829" y="1426543"/>
                  </a:lnTo>
                  <a:lnTo>
                    <a:pt x="3211924" y="1412522"/>
                  </a:lnTo>
                  <a:lnTo>
                    <a:pt x="3137275" y="1396908"/>
                  </a:lnTo>
                  <a:lnTo>
                    <a:pt x="3068668" y="1379509"/>
                  </a:lnTo>
                  <a:lnTo>
                    <a:pt x="3005519" y="1360079"/>
                  </a:lnTo>
                  <a:lnTo>
                    <a:pt x="2947034" y="1338328"/>
                  </a:lnTo>
                  <a:lnTo>
                    <a:pt x="2892316" y="1313941"/>
                  </a:lnTo>
                  <a:lnTo>
                    <a:pt x="2840453" y="1286613"/>
                  </a:lnTo>
                  <a:lnTo>
                    <a:pt x="2790591" y="1256117"/>
                  </a:lnTo>
                  <a:lnTo>
                    <a:pt x="2770117" y="1242377"/>
                  </a:lnTo>
                  <a:lnTo>
                    <a:pt x="2724349" y="1209166"/>
                  </a:lnTo>
                  <a:lnTo>
                    <a:pt x="2679027" y="1172977"/>
                  </a:lnTo>
                  <a:lnTo>
                    <a:pt x="2633771" y="1133757"/>
                  </a:lnTo>
                  <a:lnTo>
                    <a:pt x="2588303" y="1091528"/>
                  </a:lnTo>
                  <a:lnTo>
                    <a:pt x="2542436" y="1046396"/>
                  </a:lnTo>
                  <a:lnTo>
                    <a:pt x="2496067" y="998561"/>
                  </a:lnTo>
                  <a:lnTo>
                    <a:pt x="2449164" y="948316"/>
                  </a:lnTo>
                  <a:lnTo>
                    <a:pt x="2401760" y="896046"/>
                  </a:lnTo>
                  <a:lnTo>
                    <a:pt x="2353943" y="842216"/>
                  </a:lnTo>
                  <a:lnTo>
                    <a:pt x="2305841" y="787358"/>
                  </a:lnTo>
                  <a:lnTo>
                    <a:pt x="2257610" y="732047"/>
                  </a:lnTo>
                  <a:lnTo>
                    <a:pt x="2209421" y="676881"/>
                  </a:lnTo>
                  <a:lnTo>
                    <a:pt x="2161438" y="622450"/>
                  </a:lnTo>
                  <a:lnTo>
                    <a:pt x="2113807" y="569311"/>
                  </a:lnTo>
                  <a:lnTo>
                    <a:pt x="2066637" y="517967"/>
                  </a:lnTo>
                  <a:lnTo>
                    <a:pt x="2019992" y="468845"/>
                  </a:lnTo>
                  <a:lnTo>
                    <a:pt x="1973874" y="422286"/>
                  </a:lnTo>
                  <a:lnTo>
                    <a:pt x="1928218" y="378538"/>
                  </a:lnTo>
                  <a:lnTo>
                    <a:pt x="1882881" y="337755"/>
                  </a:lnTo>
                  <a:lnTo>
                    <a:pt x="1837634" y="300003"/>
                  </a:lnTo>
                  <a:lnTo>
                    <a:pt x="1792151" y="265265"/>
                  </a:lnTo>
                  <a:lnTo>
                    <a:pt x="1768425" y="248475"/>
                  </a:lnTo>
                  <a:lnTo>
                    <a:pt x="1719180" y="216623"/>
                  </a:lnTo>
                  <a:lnTo>
                    <a:pt x="1668253" y="187988"/>
                  </a:lnTo>
                  <a:lnTo>
                    <a:pt x="1614840" y="162403"/>
                  </a:lnTo>
                  <a:lnTo>
                    <a:pt x="1558046" y="139586"/>
                  </a:lnTo>
                  <a:lnTo>
                    <a:pt x="1496956" y="119222"/>
                  </a:lnTo>
                  <a:lnTo>
                    <a:pt x="1430722" y="101005"/>
                  </a:lnTo>
                  <a:lnTo>
                    <a:pt x="1358656" y="84669"/>
                  </a:lnTo>
                  <a:lnTo>
                    <a:pt x="1280368" y="70000"/>
                  </a:lnTo>
                  <a:lnTo>
                    <a:pt x="1195938" y="56841"/>
                  </a:lnTo>
                  <a:lnTo>
                    <a:pt x="1106127" y="45097"/>
                  </a:lnTo>
                  <a:lnTo>
                    <a:pt x="1012581" y="34729"/>
                  </a:lnTo>
                  <a:lnTo>
                    <a:pt x="917961" y="25744"/>
                  </a:lnTo>
                  <a:lnTo>
                    <a:pt x="825903" y="18174"/>
                  </a:lnTo>
                  <a:lnTo>
                    <a:pt x="740698" y="12046"/>
                  </a:lnTo>
                  <a:lnTo>
                    <a:pt x="666671" y="7348"/>
                  </a:lnTo>
                  <a:lnTo>
                    <a:pt x="607341" y="4000"/>
                  </a:lnTo>
                  <a:lnTo>
                    <a:pt x="564599" y="1843"/>
                  </a:lnTo>
                  <a:lnTo>
                    <a:pt x="538184" y="644"/>
                  </a:lnTo>
                  <a:lnTo>
                    <a:pt x="525573" y="127"/>
                  </a:lnTo>
                  <a:lnTo>
                    <a:pt x="522227" y="3"/>
                  </a:lnTo>
                  <a:lnTo>
                    <a:pt x="522133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785" name="pg785"/>
            <p:cNvSpPr/>
            <p:nvPr/>
          </p:nvSpPr>
          <p:spPr>
            <a:xfrm>
              <a:off x="386606" y="2055209"/>
              <a:ext cx="8554953" cy="2654170"/>
            </a:xfrm>
            <a:custGeom>
              <a:avLst/>
              <a:pathLst>
                <a:path w="8554953" h="2654170">
                  <a:moveTo>
                    <a:pt x="0" y="22588"/>
                  </a:moveTo>
                  <a:lnTo>
                    <a:pt x="522133" y="22588"/>
                  </a:lnTo>
                  <a:lnTo>
                    <a:pt x="523366" y="22633"/>
                  </a:lnTo>
                  <a:lnTo>
                    <a:pt x="531435" y="22953"/>
                  </a:lnTo>
                  <a:lnTo>
                    <a:pt x="551627" y="23837"/>
                  </a:lnTo>
                  <a:lnTo>
                    <a:pt x="587350" y="25573"/>
                  </a:lnTo>
                  <a:lnTo>
                    <a:pt x="639825" y="28418"/>
                  </a:lnTo>
                  <a:lnTo>
                    <a:pt x="708024" y="32566"/>
                  </a:lnTo>
                  <a:lnTo>
                    <a:pt x="789023" y="38130"/>
                  </a:lnTo>
                  <a:lnTo>
                    <a:pt x="878731" y="45147"/>
                  </a:lnTo>
                  <a:lnTo>
                    <a:pt x="972753" y="53604"/>
                  </a:lnTo>
                  <a:lnTo>
                    <a:pt x="1067121" y="63466"/>
                  </a:lnTo>
                  <a:lnTo>
                    <a:pt x="1158746" y="74713"/>
                  </a:lnTo>
                  <a:lnTo>
                    <a:pt x="1245566" y="87362"/>
                  </a:lnTo>
                  <a:lnTo>
                    <a:pt x="1326472" y="101484"/>
                  </a:lnTo>
                  <a:lnTo>
                    <a:pt x="1401121" y="117211"/>
                  </a:lnTo>
                  <a:lnTo>
                    <a:pt x="1469731" y="134735"/>
                  </a:lnTo>
                  <a:lnTo>
                    <a:pt x="1532882" y="154304"/>
                  </a:lnTo>
                  <a:lnTo>
                    <a:pt x="1591368" y="176211"/>
                  </a:lnTo>
                  <a:lnTo>
                    <a:pt x="1646087" y="200773"/>
                  </a:lnTo>
                  <a:lnTo>
                    <a:pt x="1697950" y="228295"/>
                  </a:lnTo>
                  <a:lnTo>
                    <a:pt x="1747808" y="259008"/>
                  </a:lnTo>
                  <a:lnTo>
                    <a:pt x="1768425" y="272946"/>
                  </a:lnTo>
                  <a:lnTo>
                    <a:pt x="1814108" y="306343"/>
                  </a:lnTo>
                  <a:lnTo>
                    <a:pt x="1859345" y="342729"/>
                  </a:lnTo>
                  <a:lnTo>
                    <a:pt x="1904516" y="382158"/>
                  </a:lnTo>
                  <a:lnTo>
                    <a:pt x="1949897" y="424608"/>
                  </a:lnTo>
                  <a:lnTo>
                    <a:pt x="1995673" y="469972"/>
                  </a:lnTo>
                  <a:lnTo>
                    <a:pt x="2041950" y="518052"/>
                  </a:lnTo>
                  <a:lnTo>
                    <a:pt x="2088758" y="568555"/>
                  </a:lnTo>
                  <a:lnTo>
                    <a:pt x="2136066" y="621097"/>
                  </a:lnTo>
                  <a:lnTo>
                    <a:pt x="2183789" y="675212"/>
                  </a:lnTo>
                  <a:lnTo>
                    <a:pt x="2231797" y="730369"/>
                  </a:lnTo>
                  <a:lnTo>
                    <a:pt x="2279936" y="785991"/>
                  </a:lnTo>
                  <a:lnTo>
                    <a:pt x="2328037" y="841480"/>
                  </a:lnTo>
                  <a:lnTo>
                    <a:pt x="2375937" y="896245"/>
                  </a:lnTo>
                  <a:lnTo>
                    <a:pt x="2423489" y="949725"/>
                  </a:lnTo>
                  <a:lnTo>
                    <a:pt x="2470584" y="1001416"/>
                  </a:lnTo>
                  <a:lnTo>
                    <a:pt x="2517157" y="1050888"/>
                  </a:lnTo>
                  <a:lnTo>
                    <a:pt x="2563204" y="1097796"/>
                  </a:lnTo>
                  <a:lnTo>
                    <a:pt x="2608787" y="1141888"/>
                  </a:lnTo>
                  <a:lnTo>
                    <a:pt x="2654047" y="1183008"/>
                  </a:lnTo>
                  <a:lnTo>
                    <a:pt x="2699208" y="1221087"/>
                  </a:lnTo>
                  <a:lnTo>
                    <a:pt x="2744589" y="1256138"/>
                  </a:lnTo>
                  <a:lnTo>
                    <a:pt x="2770117" y="1274378"/>
                  </a:lnTo>
                  <a:lnTo>
                    <a:pt x="2819355" y="1306467"/>
                  </a:lnTo>
                  <a:lnTo>
                    <a:pt x="2870274" y="1335315"/>
                  </a:lnTo>
                  <a:lnTo>
                    <a:pt x="2923678" y="1361091"/>
                  </a:lnTo>
                  <a:lnTo>
                    <a:pt x="2980462" y="1384079"/>
                  </a:lnTo>
                  <a:lnTo>
                    <a:pt x="3041540" y="1404596"/>
                  </a:lnTo>
                  <a:lnTo>
                    <a:pt x="3107760" y="1422950"/>
                  </a:lnTo>
                  <a:lnTo>
                    <a:pt x="3179810" y="1439409"/>
                  </a:lnTo>
                  <a:lnTo>
                    <a:pt x="3258080" y="1454189"/>
                  </a:lnTo>
                  <a:lnTo>
                    <a:pt x="3342490" y="1467447"/>
                  </a:lnTo>
                  <a:lnTo>
                    <a:pt x="3432281" y="1479280"/>
                  </a:lnTo>
                  <a:lnTo>
                    <a:pt x="3525810" y="1489728"/>
                  </a:lnTo>
                  <a:lnTo>
                    <a:pt x="3620417" y="1498782"/>
                  </a:lnTo>
                  <a:lnTo>
                    <a:pt x="3712471" y="1506410"/>
                  </a:lnTo>
                  <a:lnTo>
                    <a:pt x="3797681" y="1512587"/>
                  </a:lnTo>
                  <a:lnTo>
                    <a:pt x="3871724" y="1517323"/>
                  </a:lnTo>
                  <a:lnTo>
                    <a:pt x="3931082" y="1520698"/>
                  </a:lnTo>
                  <a:lnTo>
                    <a:pt x="3973858" y="1522874"/>
                  </a:lnTo>
                  <a:lnTo>
                    <a:pt x="4000308" y="1524084"/>
                  </a:lnTo>
                  <a:lnTo>
                    <a:pt x="4012949" y="1524606"/>
                  </a:lnTo>
                  <a:lnTo>
                    <a:pt x="4016409" y="1524736"/>
                  </a:lnTo>
                  <a:lnTo>
                    <a:pt x="4538543" y="1524736"/>
                  </a:lnTo>
                  <a:lnTo>
                    <a:pt x="4539792" y="1524770"/>
                  </a:lnTo>
                  <a:lnTo>
                    <a:pt x="4547960" y="1525013"/>
                  </a:lnTo>
                  <a:lnTo>
                    <a:pt x="4568391" y="1525687"/>
                  </a:lnTo>
                  <a:lnTo>
                    <a:pt x="4604514" y="1527009"/>
                  </a:lnTo>
                  <a:lnTo>
                    <a:pt x="4657531" y="1529175"/>
                  </a:lnTo>
                  <a:lnTo>
                    <a:pt x="4726360" y="1532331"/>
                  </a:lnTo>
                  <a:lnTo>
                    <a:pt x="4808004" y="1536562"/>
                  </a:lnTo>
                  <a:lnTo>
                    <a:pt x="4898299" y="1541897"/>
                  </a:lnTo>
                  <a:lnTo>
                    <a:pt x="4992797" y="1548321"/>
                  </a:lnTo>
                  <a:lnTo>
                    <a:pt x="5087508" y="1555810"/>
                  </a:lnTo>
                  <a:lnTo>
                    <a:pt x="5179344" y="1564349"/>
                  </a:lnTo>
                  <a:lnTo>
                    <a:pt x="5266262" y="1573953"/>
                  </a:lnTo>
                  <a:lnTo>
                    <a:pt x="5347179" y="1584678"/>
                  </a:lnTo>
                  <a:lnTo>
                    <a:pt x="5421788" y="1596627"/>
                  </a:lnTo>
                  <a:lnTo>
                    <a:pt x="5490332" y="1609949"/>
                  </a:lnTo>
                  <a:lnTo>
                    <a:pt x="5553417" y="1624835"/>
                  </a:lnTo>
                  <a:lnTo>
                    <a:pt x="5611856" y="1641509"/>
                  </a:lnTo>
                  <a:lnTo>
                    <a:pt x="5666563" y="1660214"/>
                  </a:lnTo>
                  <a:lnTo>
                    <a:pt x="5718459" y="1681181"/>
                  </a:lnTo>
                  <a:lnTo>
                    <a:pt x="5768398" y="1704576"/>
                  </a:lnTo>
                  <a:lnTo>
                    <a:pt x="5784835" y="1712975"/>
                  </a:lnTo>
                  <a:lnTo>
                    <a:pt x="5833383" y="1739746"/>
                  </a:lnTo>
                  <a:lnTo>
                    <a:pt x="5881458" y="1769061"/>
                  </a:lnTo>
                  <a:lnTo>
                    <a:pt x="5929502" y="1800963"/>
                  </a:lnTo>
                  <a:lnTo>
                    <a:pt x="5977829" y="1835421"/>
                  </a:lnTo>
                  <a:lnTo>
                    <a:pt x="6026640" y="1872319"/>
                  </a:lnTo>
                  <a:lnTo>
                    <a:pt x="6076036" y="1911455"/>
                  </a:lnTo>
                  <a:lnTo>
                    <a:pt x="6126026" y="1952534"/>
                  </a:lnTo>
                  <a:lnTo>
                    <a:pt x="6176545" y="1995177"/>
                  </a:lnTo>
                  <a:lnTo>
                    <a:pt x="6227463" y="2038936"/>
                  </a:lnTo>
                  <a:lnTo>
                    <a:pt x="6278607" y="2083304"/>
                  </a:lnTo>
                  <a:lnTo>
                    <a:pt x="6329779" y="2127746"/>
                  </a:lnTo>
                  <a:lnTo>
                    <a:pt x="6380778" y="2171725"/>
                  </a:lnTo>
                  <a:lnTo>
                    <a:pt x="6431422" y="2214725"/>
                  </a:lnTo>
                  <a:lnTo>
                    <a:pt x="6481568" y="2256277"/>
                  </a:lnTo>
                  <a:lnTo>
                    <a:pt x="6531130" y="2295983"/>
                  </a:lnTo>
                  <a:lnTo>
                    <a:pt x="6580097" y="2333524"/>
                  </a:lnTo>
                  <a:lnTo>
                    <a:pt x="6628543" y="2368671"/>
                  </a:lnTo>
                  <a:lnTo>
                    <a:pt x="6676639" y="2401286"/>
                  </a:lnTo>
                  <a:lnTo>
                    <a:pt x="6724666" y="2431315"/>
                  </a:lnTo>
                  <a:lnTo>
                    <a:pt x="6773031" y="2458781"/>
                  </a:lnTo>
                  <a:lnTo>
                    <a:pt x="6786527" y="2465931"/>
                  </a:lnTo>
                  <a:lnTo>
                    <a:pt x="6835977" y="2490155"/>
                  </a:lnTo>
                  <a:lnTo>
                    <a:pt x="6887127" y="2511923"/>
                  </a:lnTo>
                  <a:lnTo>
                    <a:pt x="6940790" y="2531362"/>
                  </a:lnTo>
                  <a:lnTo>
                    <a:pt x="6997875" y="2548691"/>
                  </a:lnTo>
                  <a:lnTo>
                    <a:pt x="7059304" y="2564150"/>
                  </a:lnTo>
                  <a:lnTo>
                    <a:pt x="7125936" y="2577973"/>
                  </a:lnTo>
                  <a:lnTo>
                    <a:pt x="7198463" y="2590363"/>
                  </a:lnTo>
                  <a:lnTo>
                    <a:pt x="7277268" y="2601485"/>
                  </a:lnTo>
                  <a:lnTo>
                    <a:pt x="7362251" y="2611456"/>
                  </a:lnTo>
                  <a:lnTo>
                    <a:pt x="7452614" y="2620349"/>
                  </a:lnTo>
                  <a:lnTo>
                    <a:pt x="7546654" y="2628191"/>
                  </a:lnTo>
                  <a:lnTo>
                    <a:pt x="7641629" y="2634975"/>
                  </a:lnTo>
                  <a:lnTo>
                    <a:pt x="7733820" y="2640677"/>
                  </a:lnTo>
                  <a:lnTo>
                    <a:pt x="7818860" y="2645278"/>
                  </a:lnTo>
                  <a:lnTo>
                    <a:pt x="7892397" y="2648788"/>
                  </a:lnTo>
                  <a:lnTo>
                    <a:pt x="7950944" y="2651273"/>
                  </a:lnTo>
                  <a:lnTo>
                    <a:pt x="7992714" y="2652858"/>
                  </a:lnTo>
                  <a:lnTo>
                    <a:pt x="8018130" y="2653726"/>
                  </a:lnTo>
                  <a:lnTo>
                    <a:pt x="8029903" y="2654088"/>
                  </a:lnTo>
                  <a:lnTo>
                    <a:pt x="8032819" y="2654170"/>
                  </a:lnTo>
                  <a:lnTo>
                    <a:pt x="8554953" y="2654170"/>
                  </a:lnTo>
                  <a:lnTo>
                    <a:pt x="8554953" y="2631581"/>
                  </a:lnTo>
                  <a:lnTo>
                    <a:pt x="8032819" y="2631581"/>
                  </a:lnTo>
                  <a:lnTo>
                    <a:pt x="8031570" y="2631547"/>
                  </a:lnTo>
                  <a:lnTo>
                    <a:pt x="8023402" y="2631304"/>
                  </a:lnTo>
                  <a:lnTo>
                    <a:pt x="8002971" y="2630630"/>
                  </a:lnTo>
                  <a:lnTo>
                    <a:pt x="7966848" y="2629308"/>
                  </a:lnTo>
                  <a:lnTo>
                    <a:pt x="7913831" y="2627142"/>
                  </a:lnTo>
                  <a:lnTo>
                    <a:pt x="7845002" y="2623986"/>
                  </a:lnTo>
                  <a:lnTo>
                    <a:pt x="7763358" y="2619754"/>
                  </a:lnTo>
                  <a:lnTo>
                    <a:pt x="7673063" y="2614420"/>
                  </a:lnTo>
                  <a:lnTo>
                    <a:pt x="7578565" y="2607996"/>
                  </a:lnTo>
                  <a:lnTo>
                    <a:pt x="7483854" y="2600507"/>
                  </a:lnTo>
                  <a:lnTo>
                    <a:pt x="7392018" y="2591968"/>
                  </a:lnTo>
                  <a:lnTo>
                    <a:pt x="7305100" y="2582364"/>
                  </a:lnTo>
                  <a:lnTo>
                    <a:pt x="7224182" y="2571639"/>
                  </a:lnTo>
                  <a:lnTo>
                    <a:pt x="7149574" y="2559690"/>
                  </a:lnTo>
                  <a:lnTo>
                    <a:pt x="7081030" y="2546368"/>
                  </a:lnTo>
                  <a:lnTo>
                    <a:pt x="7017945" y="2531482"/>
                  </a:lnTo>
                  <a:lnTo>
                    <a:pt x="6959505" y="2514808"/>
                  </a:lnTo>
                  <a:lnTo>
                    <a:pt x="6904799" y="2496103"/>
                  </a:lnTo>
                  <a:lnTo>
                    <a:pt x="6852903" y="2475136"/>
                  </a:lnTo>
                  <a:lnTo>
                    <a:pt x="6802964" y="2451741"/>
                  </a:lnTo>
                  <a:lnTo>
                    <a:pt x="6786527" y="2443342"/>
                  </a:lnTo>
                  <a:lnTo>
                    <a:pt x="6737979" y="2416571"/>
                  </a:lnTo>
                  <a:lnTo>
                    <a:pt x="6689904" y="2387256"/>
                  </a:lnTo>
                  <a:lnTo>
                    <a:pt x="6641860" y="2355353"/>
                  </a:lnTo>
                  <a:lnTo>
                    <a:pt x="6593533" y="2320896"/>
                  </a:lnTo>
                  <a:lnTo>
                    <a:pt x="6544722" y="2283997"/>
                  </a:lnTo>
                  <a:lnTo>
                    <a:pt x="6495326" y="2244862"/>
                  </a:lnTo>
                  <a:lnTo>
                    <a:pt x="6445336" y="2203783"/>
                  </a:lnTo>
                  <a:lnTo>
                    <a:pt x="6394817" y="2161140"/>
                  </a:lnTo>
                  <a:lnTo>
                    <a:pt x="6343899" y="2117381"/>
                  </a:lnTo>
                  <a:lnTo>
                    <a:pt x="6292755" y="2073013"/>
                  </a:lnTo>
                  <a:lnTo>
                    <a:pt x="6241583" y="2028571"/>
                  </a:lnTo>
                  <a:lnTo>
                    <a:pt x="6190584" y="1984592"/>
                  </a:lnTo>
                  <a:lnTo>
                    <a:pt x="6139940" y="1941592"/>
                  </a:lnTo>
                  <a:lnTo>
                    <a:pt x="6089794" y="1900040"/>
                  </a:lnTo>
                  <a:lnTo>
                    <a:pt x="6040232" y="1860334"/>
                  </a:lnTo>
                  <a:lnTo>
                    <a:pt x="5991265" y="1822793"/>
                  </a:lnTo>
                  <a:lnTo>
                    <a:pt x="5942819" y="1787646"/>
                  </a:lnTo>
                  <a:lnTo>
                    <a:pt x="5894723" y="1755031"/>
                  </a:lnTo>
                  <a:lnTo>
                    <a:pt x="5846696" y="1725002"/>
                  </a:lnTo>
                  <a:lnTo>
                    <a:pt x="5798331" y="1697536"/>
                  </a:lnTo>
                  <a:lnTo>
                    <a:pt x="5784835" y="1690386"/>
                  </a:lnTo>
                  <a:lnTo>
                    <a:pt x="5735385" y="1666162"/>
                  </a:lnTo>
                  <a:lnTo>
                    <a:pt x="5684235" y="1644394"/>
                  </a:lnTo>
                  <a:lnTo>
                    <a:pt x="5630572" y="1624955"/>
                  </a:lnTo>
                  <a:lnTo>
                    <a:pt x="5573487" y="1607626"/>
                  </a:lnTo>
                  <a:lnTo>
                    <a:pt x="5512058" y="1592167"/>
                  </a:lnTo>
                  <a:lnTo>
                    <a:pt x="5445425" y="1578344"/>
                  </a:lnTo>
                  <a:lnTo>
                    <a:pt x="5372899" y="1565954"/>
                  </a:lnTo>
                  <a:lnTo>
                    <a:pt x="5294094" y="1554832"/>
                  </a:lnTo>
                  <a:lnTo>
                    <a:pt x="5209111" y="1544861"/>
                  </a:lnTo>
                  <a:lnTo>
                    <a:pt x="5118748" y="1535968"/>
                  </a:lnTo>
                  <a:lnTo>
                    <a:pt x="5024708" y="1528126"/>
                  </a:lnTo>
                  <a:lnTo>
                    <a:pt x="4929733" y="1521342"/>
                  </a:lnTo>
                  <a:lnTo>
                    <a:pt x="4837542" y="1515640"/>
                  </a:lnTo>
                  <a:lnTo>
                    <a:pt x="4752502" y="1511039"/>
                  </a:lnTo>
                  <a:lnTo>
                    <a:pt x="4678965" y="1507529"/>
                  </a:lnTo>
                  <a:lnTo>
                    <a:pt x="4620418" y="1505044"/>
                  </a:lnTo>
                  <a:lnTo>
                    <a:pt x="4578648" y="1503459"/>
                  </a:lnTo>
                  <a:lnTo>
                    <a:pt x="4553232" y="1502591"/>
                  </a:lnTo>
                  <a:lnTo>
                    <a:pt x="4541459" y="1502229"/>
                  </a:lnTo>
                  <a:lnTo>
                    <a:pt x="4538543" y="1502147"/>
                  </a:lnTo>
                  <a:lnTo>
                    <a:pt x="4016409" y="1502147"/>
                  </a:lnTo>
                  <a:lnTo>
                    <a:pt x="4015176" y="1502102"/>
                  </a:lnTo>
                  <a:lnTo>
                    <a:pt x="4007107" y="1501783"/>
                  </a:lnTo>
                  <a:lnTo>
                    <a:pt x="3986915" y="1500899"/>
                  </a:lnTo>
                  <a:lnTo>
                    <a:pt x="3951192" y="1499162"/>
                  </a:lnTo>
                  <a:lnTo>
                    <a:pt x="3898717" y="1496317"/>
                  </a:lnTo>
                  <a:lnTo>
                    <a:pt x="3830518" y="1492169"/>
                  </a:lnTo>
                  <a:lnTo>
                    <a:pt x="3749519" y="1486606"/>
                  </a:lnTo>
                  <a:lnTo>
                    <a:pt x="3659811" y="1479588"/>
                  </a:lnTo>
                  <a:lnTo>
                    <a:pt x="3565790" y="1471131"/>
                  </a:lnTo>
                  <a:lnTo>
                    <a:pt x="3471422" y="1461269"/>
                  </a:lnTo>
                  <a:lnTo>
                    <a:pt x="3379796" y="1450022"/>
                  </a:lnTo>
                  <a:lnTo>
                    <a:pt x="3292976" y="1437373"/>
                  </a:lnTo>
                  <a:lnTo>
                    <a:pt x="3212070" y="1423251"/>
                  </a:lnTo>
                  <a:lnTo>
                    <a:pt x="3137421" y="1407524"/>
                  </a:lnTo>
                  <a:lnTo>
                    <a:pt x="3068811" y="1390000"/>
                  </a:lnTo>
                  <a:lnTo>
                    <a:pt x="3005660" y="1370431"/>
                  </a:lnTo>
                  <a:lnTo>
                    <a:pt x="2947174" y="1348524"/>
                  </a:lnTo>
                  <a:lnTo>
                    <a:pt x="2892455" y="1323963"/>
                  </a:lnTo>
                  <a:lnTo>
                    <a:pt x="2840593" y="1296440"/>
                  </a:lnTo>
                  <a:lnTo>
                    <a:pt x="2790734" y="1265728"/>
                  </a:lnTo>
                  <a:lnTo>
                    <a:pt x="2770117" y="1251789"/>
                  </a:lnTo>
                  <a:lnTo>
                    <a:pt x="2724434" y="1218392"/>
                  </a:lnTo>
                  <a:lnTo>
                    <a:pt x="2679197" y="1182006"/>
                  </a:lnTo>
                  <a:lnTo>
                    <a:pt x="2634026" y="1142578"/>
                  </a:lnTo>
                  <a:lnTo>
                    <a:pt x="2588645" y="1100127"/>
                  </a:lnTo>
                  <a:lnTo>
                    <a:pt x="2542869" y="1054763"/>
                  </a:lnTo>
                  <a:lnTo>
                    <a:pt x="2496592" y="1006683"/>
                  </a:lnTo>
                  <a:lnTo>
                    <a:pt x="2449784" y="956180"/>
                  </a:lnTo>
                  <a:lnTo>
                    <a:pt x="2402476" y="903638"/>
                  </a:lnTo>
                  <a:lnTo>
                    <a:pt x="2354754" y="849523"/>
                  </a:lnTo>
                  <a:lnTo>
                    <a:pt x="2306745" y="794366"/>
                  </a:lnTo>
                  <a:lnTo>
                    <a:pt x="2258606" y="738744"/>
                  </a:lnTo>
                  <a:lnTo>
                    <a:pt x="2210505" y="683255"/>
                  </a:lnTo>
                  <a:lnTo>
                    <a:pt x="2162605" y="628491"/>
                  </a:lnTo>
                  <a:lnTo>
                    <a:pt x="2115053" y="575010"/>
                  </a:lnTo>
                  <a:lnTo>
                    <a:pt x="2067959" y="523319"/>
                  </a:lnTo>
                  <a:lnTo>
                    <a:pt x="2021385" y="473847"/>
                  </a:lnTo>
                  <a:lnTo>
                    <a:pt x="1975338" y="426940"/>
                  </a:lnTo>
                  <a:lnTo>
                    <a:pt x="1929755" y="382847"/>
                  </a:lnTo>
                  <a:lnTo>
                    <a:pt x="1884495" y="341727"/>
                  </a:lnTo>
                  <a:lnTo>
                    <a:pt x="1839334" y="303649"/>
                  </a:lnTo>
                  <a:lnTo>
                    <a:pt x="1793953" y="268598"/>
                  </a:lnTo>
                  <a:lnTo>
                    <a:pt x="1768425" y="250357"/>
                  </a:lnTo>
                  <a:lnTo>
                    <a:pt x="1719188" y="218269"/>
                  </a:lnTo>
                  <a:lnTo>
                    <a:pt x="1668268" y="189420"/>
                  </a:lnTo>
                  <a:lnTo>
                    <a:pt x="1614864" y="163644"/>
                  </a:lnTo>
                  <a:lnTo>
                    <a:pt x="1558080" y="140656"/>
                  </a:lnTo>
                  <a:lnTo>
                    <a:pt x="1497002" y="120139"/>
                  </a:lnTo>
                  <a:lnTo>
                    <a:pt x="1430782" y="101785"/>
                  </a:lnTo>
                  <a:lnTo>
                    <a:pt x="1358733" y="85326"/>
                  </a:lnTo>
                  <a:lnTo>
                    <a:pt x="1280462" y="70546"/>
                  </a:lnTo>
                  <a:lnTo>
                    <a:pt x="1196052" y="57288"/>
                  </a:lnTo>
                  <a:lnTo>
                    <a:pt x="1106261" y="45455"/>
                  </a:lnTo>
                  <a:lnTo>
                    <a:pt x="1012732" y="35008"/>
                  </a:lnTo>
                  <a:lnTo>
                    <a:pt x="918125" y="25954"/>
                  </a:lnTo>
                  <a:lnTo>
                    <a:pt x="826071" y="18325"/>
                  </a:lnTo>
                  <a:lnTo>
                    <a:pt x="740861" y="12148"/>
                  </a:lnTo>
                  <a:lnTo>
                    <a:pt x="666818" y="7412"/>
                  </a:lnTo>
                  <a:lnTo>
                    <a:pt x="607460" y="4037"/>
                  </a:lnTo>
                  <a:lnTo>
                    <a:pt x="564684" y="1861"/>
                  </a:lnTo>
                  <a:lnTo>
                    <a:pt x="538234" y="651"/>
                  </a:lnTo>
                  <a:lnTo>
                    <a:pt x="525593" y="129"/>
                  </a:lnTo>
                  <a:lnTo>
                    <a:pt x="5221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786" name="pl786"/>
            <p:cNvSpPr/>
            <p:nvPr/>
          </p:nvSpPr>
          <p:spPr>
            <a:xfrm>
              <a:off x="386606" y="2077798"/>
              <a:ext cx="8554953" cy="2631581"/>
            </a:xfrm>
            <a:custGeom>
              <a:avLst/>
              <a:pathLst>
                <a:path w="8554953" h="2631581">
                  <a:moveTo>
                    <a:pt x="0" y="0"/>
                  </a:moveTo>
                  <a:lnTo>
                    <a:pt x="522133" y="0"/>
                  </a:lnTo>
                  <a:lnTo>
                    <a:pt x="523366" y="44"/>
                  </a:lnTo>
                  <a:lnTo>
                    <a:pt x="531435" y="364"/>
                  </a:lnTo>
                  <a:lnTo>
                    <a:pt x="551627" y="1248"/>
                  </a:lnTo>
                  <a:lnTo>
                    <a:pt x="587350" y="2984"/>
                  </a:lnTo>
                  <a:lnTo>
                    <a:pt x="639825" y="5829"/>
                  </a:lnTo>
                  <a:lnTo>
                    <a:pt x="708024" y="9977"/>
                  </a:lnTo>
                  <a:lnTo>
                    <a:pt x="789023" y="15541"/>
                  </a:lnTo>
                  <a:lnTo>
                    <a:pt x="878731" y="22559"/>
                  </a:lnTo>
                  <a:lnTo>
                    <a:pt x="972753" y="31016"/>
                  </a:lnTo>
                  <a:lnTo>
                    <a:pt x="1067121" y="40878"/>
                  </a:lnTo>
                  <a:lnTo>
                    <a:pt x="1158746" y="52124"/>
                  </a:lnTo>
                  <a:lnTo>
                    <a:pt x="1245566" y="64773"/>
                  </a:lnTo>
                  <a:lnTo>
                    <a:pt x="1326472" y="78895"/>
                  </a:lnTo>
                  <a:lnTo>
                    <a:pt x="1401121" y="94623"/>
                  </a:lnTo>
                  <a:lnTo>
                    <a:pt x="1469731" y="112147"/>
                  </a:lnTo>
                  <a:lnTo>
                    <a:pt x="1532882" y="131716"/>
                  </a:lnTo>
                  <a:lnTo>
                    <a:pt x="1591368" y="153622"/>
                  </a:lnTo>
                  <a:lnTo>
                    <a:pt x="1646087" y="178184"/>
                  </a:lnTo>
                  <a:lnTo>
                    <a:pt x="1697950" y="205706"/>
                  </a:lnTo>
                  <a:lnTo>
                    <a:pt x="1747808" y="236419"/>
                  </a:lnTo>
                  <a:lnTo>
                    <a:pt x="1768425" y="250357"/>
                  </a:lnTo>
                  <a:lnTo>
                    <a:pt x="1814108" y="283754"/>
                  </a:lnTo>
                  <a:lnTo>
                    <a:pt x="1859345" y="320140"/>
                  </a:lnTo>
                  <a:lnTo>
                    <a:pt x="1904516" y="359569"/>
                  </a:lnTo>
                  <a:lnTo>
                    <a:pt x="1949897" y="402019"/>
                  </a:lnTo>
                  <a:lnTo>
                    <a:pt x="1995673" y="447384"/>
                  </a:lnTo>
                  <a:lnTo>
                    <a:pt x="2041950" y="495464"/>
                  </a:lnTo>
                  <a:lnTo>
                    <a:pt x="2088758" y="545966"/>
                  </a:lnTo>
                  <a:lnTo>
                    <a:pt x="2136066" y="598508"/>
                  </a:lnTo>
                  <a:lnTo>
                    <a:pt x="2183789" y="652623"/>
                  </a:lnTo>
                  <a:lnTo>
                    <a:pt x="2231797" y="707780"/>
                  </a:lnTo>
                  <a:lnTo>
                    <a:pt x="2279936" y="763402"/>
                  </a:lnTo>
                  <a:lnTo>
                    <a:pt x="2328037" y="818891"/>
                  </a:lnTo>
                  <a:lnTo>
                    <a:pt x="2375937" y="873656"/>
                  </a:lnTo>
                  <a:lnTo>
                    <a:pt x="2423489" y="927136"/>
                  </a:lnTo>
                  <a:lnTo>
                    <a:pt x="2470584" y="978827"/>
                  </a:lnTo>
                  <a:lnTo>
                    <a:pt x="2517157" y="1028299"/>
                  </a:lnTo>
                  <a:lnTo>
                    <a:pt x="2563204" y="1075207"/>
                  </a:lnTo>
                  <a:lnTo>
                    <a:pt x="2608787" y="1119299"/>
                  </a:lnTo>
                  <a:lnTo>
                    <a:pt x="2654047" y="1160419"/>
                  </a:lnTo>
                  <a:lnTo>
                    <a:pt x="2699208" y="1198498"/>
                  </a:lnTo>
                  <a:lnTo>
                    <a:pt x="2744589" y="1233549"/>
                  </a:lnTo>
                  <a:lnTo>
                    <a:pt x="2770117" y="1251789"/>
                  </a:lnTo>
                  <a:lnTo>
                    <a:pt x="2819355" y="1283878"/>
                  </a:lnTo>
                  <a:lnTo>
                    <a:pt x="2870274" y="1312726"/>
                  </a:lnTo>
                  <a:lnTo>
                    <a:pt x="2923678" y="1338502"/>
                  </a:lnTo>
                  <a:lnTo>
                    <a:pt x="2980462" y="1361490"/>
                  </a:lnTo>
                  <a:lnTo>
                    <a:pt x="3041540" y="1382008"/>
                  </a:lnTo>
                  <a:lnTo>
                    <a:pt x="3107760" y="1400361"/>
                  </a:lnTo>
                  <a:lnTo>
                    <a:pt x="3179810" y="1416820"/>
                  </a:lnTo>
                  <a:lnTo>
                    <a:pt x="3258080" y="1431600"/>
                  </a:lnTo>
                  <a:lnTo>
                    <a:pt x="3342490" y="1444859"/>
                  </a:lnTo>
                  <a:lnTo>
                    <a:pt x="3432281" y="1456692"/>
                  </a:lnTo>
                  <a:lnTo>
                    <a:pt x="3525810" y="1467139"/>
                  </a:lnTo>
                  <a:lnTo>
                    <a:pt x="3620417" y="1476193"/>
                  </a:lnTo>
                  <a:lnTo>
                    <a:pt x="3712471" y="1483822"/>
                  </a:lnTo>
                  <a:lnTo>
                    <a:pt x="3797681" y="1489998"/>
                  </a:lnTo>
                  <a:lnTo>
                    <a:pt x="3871724" y="1494734"/>
                  </a:lnTo>
                  <a:lnTo>
                    <a:pt x="3931082" y="1498110"/>
                  </a:lnTo>
                  <a:lnTo>
                    <a:pt x="3973858" y="1500286"/>
                  </a:lnTo>
                  <a:lnTo>
                    <a:pt x="4000308" y="1501495"/>
                  </a:lnTo>
                  <a:lnTo>
                    <a:pt x="4012949" y="1502017"/>
                  </a:lnTo>
                  <a:lnTo>
                    <a:pt x="4016313" y="1502144"/>
                  </a:lnTo>
                  <a:lnTo>
                    <a:pt x="4016409" y="1502147"/>
                  </a:lnTo>
                  <a:lnTo>
                    <a:pt x="4538543" y="1502147"/>
                  </a:lnTo>
                  <a:lnTo>
                    <a:pt x="4539792" y="1502181"/>
                  </a:lnTo>
                  <a:lnTo>
                    <a:pt x="4547960" y="1502425"/>
                  </a:lnTo>
                  <a:lnTo>
                    <a:pt x="4568391" y="1503098"/>
                  </a:lnTo>
                  <a:lnTo>
                    <a:pt x="4604514" y="1504420"/>
                  </a:lnTo>
                  <a:lnTo>
                    <a:pt x="4657531" y="1506586"/>
                  </a:lnTo>
                  <a:lnTo>
                    <a:pt x="4726360" y="1509742"/>
                  </a:lnTo>
                  <a:lnTo>
                    <a:pt x="4808004" y="1513974"/>
                  </a:lnTo>
                  <a:lnTo>
                    <a:pt x="4898299" y="1519308"/>
                  </a:lnTo>
                  <a:lnTo>
                    <a:pt x="4992797" y="1525732"/>
                  </a:lnTo>
                  <a:lnTo>
                    <a:pt x="5087508" y="1533222"/>
                  </a:lnTo>
                  <a:lnTo>
                    <a:pt x="5179344" y="1541761"/>
                  </a:lnTo>
                  <a:lnTo>
                    <a:pt x="5266262" y="1551364"/>
                  </a:lnTo>
                  <a:lnTo>
                    <a:pt x="5347179" y="1562089"/>
                  </a:lnTo>
                  <a:lnTo>
                    <a:pt x="5421788" y="1574039"/>
                  </a:lnTo>
                  <a:lnTo>
                    <a:pt x="5490332" y="1587360"/>
                  </a:lnTo>
                  <a:lnTo>
                    <a:pt x="5553417" y="1602246"/>
                  </a:lnTo>
                  <a:lnTo>
                    <a:pt x="5611856" y="1618920"/>
                  </a:lnTo>
                  <a:lnTo>
                    <a:pt x="5666563" y="1637626"/>
                  </a:lnTo>
                  <a:lnTo>
                    <a:pt x="5718459" y="1658592"/>
                  </a:lnTo>
                  <a:lnTo>
                    <a:pt x="5768398" y="1681987"/>
                  </a:lnTo>
                  <a:lnTo>
                    <a:pt x="5784835" y="1690386"/>
                  </a:lnTo>
                  <a:lnTo>
                    <a:pt x="5833383" y="1717157"/>
                  </a:lnTo>
                  <a:lnTo>
                    <a:pt x="5881458" y="1746473"/>
                  </a:lnTo>
                  <a:lnTo>
                    <a:pt x="5929502" y="1778375"/>
                  </a:lnTo>
                  <a:lnTo>
                    <a:pt x="5977829" y="1812832"/>
                  </a:lnTo>
                  <a:lnTo>
                    <a:pt x="6026640" y="1849731"/>
                  </a:lnTo>
                  <a:lnTo>
                    <a:pt x="6076036" y="1888866"/>
                  </a:lnTo>
                  <a:lnTo>
                    <a:pt x="6126026" y="1929945"/>
                  </a:lnTo>
                  <a:lnTo>
                    <a:pt x="6176545" y="1972589"/>
                  </a:lnTo>
                  <a:lnTo>
                    <a:pt x="6227463" y="2016347"/>
                  </a:lnTo>
                  <a:lnTo>
                    <a:pt x="6278607" y="2060715"/>
                  </a:lnTo>
                  <a:lnTo>
                    <a:pt x="6329779" y="2105158"/>
                  </a:lnTo>
                  <a:lnTo>
                    <a:pt x="6380778" y="2149137"/>
                  </a:lnTo>
                  <a:lnTo>
                    <a:pt x="6431422" y="2192136"/>
                  </a:lnTo>
                  <a:lnTo>
                    <a:pt x="6481568" y="2233689"/>
                  </a:lnTo>
                  <a:lnTo>
                    <a:pt x="6531130" y="2273394"/>
                  </a:lnTo>
                  <a:lnTo>
                    <a:pt x="6580097" y="2310935"/>
                  </a:lnTo>
                  <a:lnTo>
                    <a:pt x="6628543" y="2346082"/>
                  </a:lnTo>
                  <a:lnTo>
                    <a:pt x="6676639" y="2378697"/>
                  </a:lnTo>
                  <a:lnTo>
                    <a:pt x="6724666" y="2408726"/>
                  </a:lnTo>
                  <a:lnTo>
                    <a:pt x="6773031" y="2436193"/>
                  </a:lnTo>
                  <a:lnTo>
                    <a:pt x="6786527" y="2443342"/>
                  </a:lnTo>
                  <a:lnTo>
                    <a:pt x="6835977" y="2467567"/>
                  </a:lnTo>
                  <a:lnTo>
                    <a:pt x="6887127" y="2489334"/>
                  </a:lnTo>
                  <a:lnTo>
                    <a:pt x="6940790" y="2508774"/>
                  </a:lnTo>
                  <a:lnTo>
                    <a:pt x="6997875" y="2526102"/>
                  </a:lnTo>
                  <a:lnTo>
                    <a:pt x="7059304" y="2541561"/>
                  </a:lnTo>
                  <a:lnTo>
                    <a:pt x="7125936" y="2555384"/>
                  </a:lnTo>
                  <a:lnTo>
                    <a:pt x="7198463" y="2567775"/>
                  </a:lnTo>
                  <a:lnTo>
                    <a:pt x="7277268" y="2578896"/>
                  </a:lnTo>
                  <a:lnTo>
                    <a:pt x="7362251" y="2588868"/>
                  </a:lnTo>
                  <a:lnTo>
                    <a:pt x="7452614" y="2597760"/>
                  </a:lnTo>
                  <a:lnTo>
                    <a:pt x="7546654" y="2605602"/>
                  </a:lnTo>
                  <a:lnTo>
                    <a:pt x="7641629" y="2612386"/>
                  </a:lnTo>
                  <a:lnTo>
                    <a:pt x="7733820" y="2618089"/>
                  </a:lnTo>
                  <a:lnTo>
                    <a:pt x="7818860" y="2622689"/>
                  </a:lnTo>
                  <a:lnTo>
                    <a:pt x="7892397" y="2626199"/>
                  </a:lnTo>
                  <a:lnTo>
                    <a:pt x="7950944" y="2628684"/>
                  </a:lnTo>
                  <a:lnTo>
                    <a:pt x="7992714" y="2630270"/>
                  </a:lnTo>
                  <a:lnTo>
                    <a:pt x="8018130" y="2631137"/>
                  </a:lnTo>
                  <a:lnTo>
                    <a:pt x="8029903" y="2631500"/>
                  </a:lnTo>
                  <a:lnTo>
                    <a:pt x="8032770" y="2631580"/>
                  </a:lnTo>
                  <a:lnTo>
                    <a:pt x="8032819" y="2631581"/>
                  </a:lnTo>
                  <a:lnTo>
                    <a:pt x="8554953" y="2631581"/>
                  </a:lnTo>
                  <a:lnTo>
                    <a:pt x="8554953" y="2631581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787" name="pl787"/>
            <p:cNvSpPr/>
            <p:nvPr/>
          </p:nvSpPr>
          <p:spPr>
            <a:xfrm>
              <a:off x="386606" y="2055209"/>
              <a:ext cx="8554953" cy="2631581"/>
            </a:xfrm>
            <a:custGeom>
              <a:avLst/>
              <a:pathLst>
                <a:path w="8554953" h="2631581">
                  <a:moveTo>
                    <a:pt x="8554953" y="2631581"/>
                  </a:moveTo>
                  <a:lnTo>
                    <a:pt x="8032819" y="2631581"/>
                  </a:lnTo>
                  <a:lnTo>
                    <a:pt x="8031570" y="2631547"/>
                  </a:lnTo>
                  <a:lnTo>
                    <a:pt x="8023402" y="2631304"/>
                  </a:lnTo>
                  <a:lnTo>
                    <a:pt x="8002971" y="2630630"/>
                  </a:lnTo>
                  <a:lnTo>
                    <a:pt x="7966848" y="2629308"/>
                  </a:lnTo>
                  <a:lnTo>
                    <a:pt x="7913831" y="2627142"/>
                  </a:lnTo>
                  <a:lnTo>
                    <a:pt x="7845002" y="2623986"/>
                  </a:lnTo>
                  <a:lnTo>
                    <a:pt x="7763358" y="2619754"/>
                  </a:lnTo>
                  <a:lnTo>
                    <a:pt x="7673063" y="2614420"/>
                  </a:lnTo>
                  <a:lnTo>
                    <a:pt x="7578565" y="2607996"/>
                  </a:lnTo>
                  <a:lnTo>
                    <a:pt x="7483854" y="2600507"/>
                  </a:lnTo>
                  <a:lnTo>
                    <a:pt x="7392018" y="2591968"/>
                  </a:lnTo>
                  <a:lnTo>
                    <a:pt x="7305100" y="2582364"/>
                  </a:lnTo>
                  <a:lnTo>
                    <a:pt x="7224182" y="2571639"/>
                  </a:lnTo>
                  <a:lnTo>
                    <a:pt x="7149574" y="2559690"/>
                  </a:lnTo>
                  <a:lnTo>
                    <a:pt x="7081030" y="2546368"/>
                  </a:lnTo>
                  <a:lnTo>
                    <a:pt x="7017945" y="2531482"/>
                  </a:lnTo>
                  <a:lnTo>
                    <a:pt x="6959505" y="2514808"/>
                  </a:lnTo>
                  <a:lnTo>
                    <a:pt x="6904799" y="2496103"/>
                  </a:lnTo>
                  <a:lnTo>
                    <a:pt x="6852903" y="2475136"/>
                  </a:lnTo>
                  <a:lnTo>
                    <a:pt x="6802964" y="2451741"/>
                  </a:lnTo>
                  <a:lnTo>
                    <a:pt x="6786527" y="2443342"/>
                  </a:lnTo>
                  <a:lnTo>
                    <a:pt x="6737979" y="2416571"/>
                  </a:lnTo>
                  <a:lnTo>
                    <a:pt x="6689904" y="2387256"/>
                  </a:lnTo>
                  <a:lnTo>
                    <a:pt x="6641860" y="2355353"/>
                  </a:lnTo>
                  <a:lnTo>
                    <a:pt x="6593533" y="2320896"/>
                  </a:lnTo>
                  <a:lnTo>
                    <a:pt x="6544722" y="2283997"/>
                  </a:lnTo>
                  <a:lnTo>
                    <a:pt x="6495326" y="2244862"/>
                  </a:lnTo>
                  <a:lnTo>
                    <a:pt x="6445336" y="2203783"/>
                  </a:lnTo>
                  <a:lnTo>
                    <a:pt x="6394817" y="2161140"/>
                  </a:lnTo>
                  <a:lnTo>
                    <a:pt x="6343899" y="2117381"/>
                  </a:lnTo>
                  <a:lnTo>
                    <a:pt x="6292755" y="2073013"/>
                  </a:lnTo>
                  <a:lnTo>
                    <a:pt x="6241583" y="2028571"/>
                  </a:lnTo>
                  <a:lnTo>
                    <a:pt x="6190584" y="1984592"/>
                  </a:lnTo>
                  <a:lnTo>
                    <a:pt x="6139940" y="1941592"/>
                  </a:lnTo>
                  <a:lnTo>
                    <a:pt x="6089794" y="1900040"/>
                  </a:lnTo>
                  <a:lnTo>
                    <a:pt x="6040232" y="1860334"/>
                  </a:lnTo>
                  <a:lnTo>
                    <a:pt x="5991265" y="1822793"/>
                  </a:lnTo>
                  <a:lnTo>
                    <a:pt x="5942819" y="1787646"/>
                  </a:lnTo>
                  <a:lnTo>
                    <a:pt x="5894723" y="1755031"/>
                  </a:lnTo>
                  <a:lnTo>
                    <a:pt x="5846696" y="1725002"/>
                  </a:lnTo>
                  <a:lnTo>
                    <a:pt x="5798331" y="1697536"/>
                  </a:lnTo>
                  <a:lnTo>
                    <a:pt x="5784835" y="1690386"/>
                  </a:lnTo>
                  <a:lnTo>
                    <a:pt x="5735385" y="1666162"/>
                  </a:lnTo>
                  <a:lnTo>
                    <a:pt x="5684235" y="1644394"/>
                  </a:lnTo>
                  <a:lnTo>
                    <a:pt x="5630572" y="1624955"/>
                  </a:lnTo>
                  <a:lnTo>
                    <a:pt x="5573487" y="1607626"/>
                  </a:lnTo>
                  <a:lnTo>
                    <a:pt x="5512058" y="1592167"/>
                  </a:lnTo>
                  <a:lnTo>
                    <a:pt x="5445425" y="1578344"/>
                  </a:lnTo>
                  <a:lnTo>
                    <a:pt x="5372899" y="1565954"/>
                  </a:lnTo>
                  <a:lnTo>
                    <a:pt x="5294094" y="1554832"/>
                  </a:lnTo>
                  <a:lnTo>
                    <a:pt x="5209111" y="1544861"/>
                  </a:lnTo>
                  <a:lnTo>
                    <a:pt x="5118748" y="1535968"/>
                  </a:lnTo>
                  <a:lnTo>
                    <a:pt x="5024708" y="1528126"/>
                  </a:lnTo>
                  <a:lnTo>
                    <a:pt x="4929733" y="1521342"/>
                  </a:lnTo>
                  <a:lnTo>
                    <a:pt x="4837542" y="1515640"/>
                  </a:lnTo>
                  <a:lnTo>
                    <a:pt x="4752502" y="1511039"/>
                  </a:lnTo>
                  <a:lnTo>
                    <a:pt x="4678965" y="1507529"/>
                  </a:lnTo>
                  <a:lnTo>
                    <a:pt x="4620418" y="1505044"/>
                  </a:lnTo>
                  <a:lnTo>
                    <a:pt x="4578648" y="1503459"/>
                  </a:lnTo>
                  <a:lnTo>
                    <a:pt x="4553232" y="1502591"/>
                  </a:lnTo>
                  <a:lnTo>
                    <a:pt x="4541459" y="1502229"/>
                  </a:lnTo>
                  <a:lnTo>
                    <a:pt x="4538592" y="1502148"/>
                  </a:lnTo>
                  <a:lnTo>
                    <a:pt x="4538543" y="1502147"/>
                  </a:lnTo>
                  <a:lnTo>
                    <a:pt x="4016409" y="1502147"/>
                  </a:lnTo>
                  <a:lnTo>
                    <a:pt x="4015176" y="1502102"/>
                  </a:lnTo>
                  <a:lnTo>
                    <a:pt x="4007107" y="1501783"/>
                  </a:lnTo>
                  <a:lnTo>
                    <a:pt x="3986915" y="1500899"/>
                  </a:lnTo>
                  <a:lnTo>
                    <a:pt x="3951192" y="1499162"/>
                  </a:lnTo>
                  <a:lnTo>
                    <a:pt x="3898717" y="1496317"/>
                  </a:lnTo>
                  <a:lnTo>
                    <a:pt x="3830518" y="1492169"/>
                  </a:lnTo>
                  <a:lnTo>
                    <a:pt x="3749519" y="1486606"/>
                  </a:lnTo>
                  <a:lnTo>
                    <a:pt x="3659811" y="1479588"/>
                  </a:lnTo>
                  <a:lnTo>
                    <a:pt x="3565790" y="1471131"/>
                  </a:lnTo>
                  <a:lnTo>
                    <a:pt x="3471422" y="1461269"/>
                  </a:lnTo>
                  <a:lnTo>
                    <a:pt x="3379796" y="1450022"/>
                  </a:lnTo>
                  <a:lnTo>
                    <a:pt x="3292976" y="1437373"/>
                  </a:lnTo>
                  <a:lnTo>
                    <a:pt x="3212070" y="1423251"/>
                  </a:lnTo>
                  <a:lnTo>
                    <a:pt x="3137421" y="1407524"/>
                  </a:lnTo>
                  <a:lnTo>
                    <a:pt x="3068811" y="1390000"/>
                  </a:lnTo>
                  <a:lnTo>
                    <a:pt x="3005660" y="1370431"/>
                  </a:lnTo>
                  <a:lnTo>
                    <a:pt x="2947174" y="1348524"/>
                  </a:lnTo>
                  <a:lnTo>
                    <a:pt x="2892455" y="1323963"/>
                  </a:lnTo>
                  <a:lnTo>
                    <a:pt x="2840593" y="1296440"/>
                  </a:lnTo>
                  <a:lnTo>
                    <a:pt x="2790734" y="1265728"/>
                  </a:lnTo>
                  <a:lnTo>
                    <a:pt x="2770117" y="1251789"/>
                  </a:lnTo>
                  <a:lnTo>
                    <a:pt x="2724434" y="1218392"/>
                  </a:lnTo>
                  <a:lnTo>
                    <a:pt x="2679197" y="1182006"/>
                  </a:lnTo>
                  <a:lnTo>
                    <a:pt x="2634026" y="1142578"/>
                  </a:lnTo>
                  <a:lnTo>
                    <a:pt x="2588645" y="1100127"/>
                  </a:lnTo>
                  <a:lnTo>
                    <a:pt x="2542869" y="1054763"/>
                  </a:lnTo>
                  <a:lnTo>
                    <a:pt x="2496592" y="1006683"/>
                  </a:lnTo>
                  <a:lnTo>
                    <a:pt x="2449784" y="956180"/>
                  </a:lnTo>
                  <a:lnTo>
                    <a:pt x="2402476" y="903638"/>
                  </a:lnTo>
                  <a:lnTo>
                    <a:pt x="2354754" y="849523"/>
                  </a:lnTo>
                  <a:lnTo>
                    <a:pt x="2306745" y="794366"/>
                  </a:lnTo>
                  <a:lnTo>
                    <a:pt x="2258606" y="738744"/>
                  </a:lnTo>
                  <a:lnTo>
                    <a:pt x="2210505" y="683255"/>
                  </a:lnTo>
                  <a:lnTo>
                    <a:pt x="2162605" y="628491"/>
                  </a:lnTo>
                  <a:lnTo>
                    <a:pt x="2115053" y="575010"/>
                  </a:lnTo>
                  <a:lnTo>
                    <a:pt x="2067959" y="523319"/>
                  </a:lnTo>
                  <a:lnTo>
                    <a:pt x="2021385" y="473847"/>
                  </a:lnTo>
                  <a:lnTo>
                    <a:pt x="1975338" y="426940"/>
                  </a:lnTo>
                  <a:lnTo>
                    <a:pt x="1929755" y="382847"/>
                  </a:lnTo>
                  <a:lnTo>
                    <a:pt x="1884495" y="341727"/>
                  </a:lnTo>
                  <a:lnTo>
                    <a:pt x="1839334" y="303649"/>
                  </a:lnTo>
                  <a:lnTo>
                    <a:pt x="1793953" y="268598"/>
                  </a:lnTo>
                  <a:lnTo>
                    <a:pt x="1768425" y="250357"/>
                  </a:lnTo>
                  <a:lnTo>
                    <a:pt x="1719188" y="218269"/>
                  </a:lnTo>
                  <a:lnTo>
                    <a:pt x="1668268" y="189420"/>
                  </a:lnTo>
                  <a:lnTo>
                    <a:pt x="1614864" y="163644"/>
                  </a:lnTo>
                  <a:lnTo>
                    <a:pt x="1558080" y="140656"/>
                  </a:lnTo>
                  <a:lnTo>
                    <a:pt x="1497002" y="120139"/>
                  </a:lnTo>
                  <a:lnTo>
                    <a:pt x="1430782" y="101785"/>
                  </a:lnTo>
                  <a:lnTo>
                    <a:pt x="1358733" y="85326"/>
                  </a:lnTo>
                  <a:lnTo>
                    <a:pt x="1280462" y="70546"/>
                  </a:lnTo>
                  <a:lnTo>
                    <a:pt x="1196052" y="57288"/>
                  </a:lnTo>
                  <a:lnTo>
                    <a:pt x="1106261" y="45455"/>
                  </a:lnTo>
                  <a:lnTo>
                    <a:pt x="1012732" y="35008"/>
                  </a:lnTo>
                  <a:lnTo>
                    <a:pt x="918125" y="25954"/>
                  </a:lnTo>
                  <a:lnTo>
                    <a:pt x="826071" y="18325"/>
                  </a:lnTo>
                  <a:lnTo>
                    <a:pt x="740861" y="12148"/>
                  </a:lnTo>
                  <a:lnTo>
                    <a:pt x="666818" y="7412"/>
                  </a:lnTo>
                  <a:lnTo>
                    <a:pt x="607460" y="4037"/>
                  </a:lnTo>
                  <a:lnTo>
                    <a:pt x="564684" y="1861"/>
                  </a:lnTo>
                  <a:lnTo>
                    <a:pt x="538234" y="651"/>
                  </a:lnTo>
                  <a:lnTo>
                    <a:pt x="525593" y="129"/>
                  </a:lnTo>
                  <a:lnTo>
                    <a:pt x="522229" y="3"/>
                  </a:lnTo>
                  <a:lnTo>
                    <a:pt x="522133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788" name="pg788"/>
            <p:cNvSpPr/>
            <p:nvPr/>
          </p:nvSpPr>
          <p:spPr>
            <a:xfrm>
              <a:off x="386606" y="2077798"/>
              <a:ext cx="8554953" cy="3495598"/>
            </a:xfrm>
            <a:custGeom>
              <a:avLst/>
              <a:pathLst>
                <a:path w="8554953" h="3495598">
                  <a:moveTo>
                    <a:pt x="0" y="5647"/>
                  </a:moveTo>
                  <a:lnTo>
                    <a:pt x="522133" y="5647"/>
                  </a:lnTo>
                  <a:lnTo>
                    <a:pt x="523365" y="5692"/>
                  </a:lnTo>
                  <a:lnTo>
                    <a:pt x="531423" y="6019"/>
                  </a:lnTo>
                  <a:lnTo>
                    <a:pt x="551591" y="6922"/>
                  </a:lnTo>
                  <a:lnTo>
                    <a:pt x="587272" y="8695"/>
                  </a:lnTo>
                  <a:lnTo>
                    <a:pt x="639691" y="11600"/>
                  </a:lnTo>
                  <a:lnTo>
                    <a:pt x="707824" y="15836"/>
                  </a:lnTo>
                  <a:lnTo>
                    <a:pt x="788756" y="21519"/>
                  </a:lnTo>
                  <a:lnTo>
                    <a:pt x="878404" y="28687"/>
                  </a:lnTo>
                  <a:lnTo>
                    <a:pt x="972376" y="37325"/>
                  </a:lnTo>
                  <a:lnTo>
                    <a:pt x="1066708" y="47399"/>
                  </a:lnTo>
                  <a:lnTo>
                    <a:pt x="1158311" y="58888"/>
                  </a:lnTo>
                  <a:lnTo>
                    <a:pt x="1245121" y="71809"/>
                  </a:lnTo>
                  <a:lnTo>
                    <a:pt x="1326025" y="86235"/>
                  </a:lnTo>
                  <a:lnTo>
                    <a:pt x="1400679" y="102299"/>
                  </a:lnTo>
                  <a:lnTo>
                    <a:pt x="1469295" y="120198"/>
                  </a:lnTo>
                  <a:lnTo>
                    <a:pt x="1532453" y="140184"/>
                  </a:lnTo>
                  <a:lnTo>
                    <a:pt x="1590944" y="162557"/>
                  </a:lnTo>
                  <a:lnTo>
                    <a:pt x="1645664" y="187639"/>
                  </a:lnTo>
                  <a:lnTo>
                    <a:pt x="1697524" y="215744"/>
                  </a:lnTo>
                  <a:lnTo>
                    <a:pt x="1747374" y="247107"/>
                  </a:lnTo>
                  <a:lnTo>
                    <a:pt x="1768425" y="261652"/>
                  </a:lnTo>
                  <a:lnTo>
                    <a:pt x="1813853" y="295602"/>
                  </a:lnTo>
                  <a:lnTo>
                    <a:pt x="1858837" y="332573"/>
                  </a:lnTo>
                  <a:lnTo>
                    <a:pt x="1903753" y="372621"/>
                  </a:lnTo>
                  <a:lnTo>
                    <a:pt x="1948873" y="415725"/>
                  </a:lnTo>
                  <a:lnTo>
                    <a:pt x="1994380" y="461779"/>
                  </a:lnTo>
                  <a:lnTo>
                    <a:pt x="2040380" y="510586"/>
                  </a:lnTo>
                  <a:lnTo>
                    <a:pt x="2086906" y="561854"/>
                  </a:lnTo>
                  <a:lnTo>
                    <a:pt x="2133929" y="615201"/>
                  </a:lnTo>
                  <a:lnTo>
                    <a:pt x="2181366" y="670161"/>
                  </a:lnTo>
                  <a:lnTo>
                    <a:pt x="2229093" y="726204"/>
                  </a:lnTo>
                  <a:lnTo>
                    <a:pt x="2276959" y="782750"/>
                  </a:lnTo>
                  <a:lnTo>
                    <a:pt x="2324797" y="839199"/>
                  </a:lnTo>
                  <a:lnTo>
                    <a:pt x="2372447" y="894955"/>
                  </a:lnTo>
                  <a:lnTo>
                    <a:pt x="2419762" y="949452"/>
                  </a:lnTo>
                  <a:lnTo>
                    <a:pt x="2466632" y="1002179"/>
                  </a:lnTo>
                  <a:lnTo>
                    <a:pt x="2512990" y="1052694"/>
                  </a:lnTo>
                  <a:lnTo>
                    <a:pt x="2558825" y="1100644"/>
                  </a:lnTo>
                  <a:lnTo>
                    <a:pt x="2604193" y="1145768"/>
                  </a:lnTo>
                  <a:lnTo>
                    <a:pt x="2649223" y="1187898"/>
                  </a:lnTo>
                  <a:lnTo>
                    <a:pt x="2694126" y="1226957"/>
                  </a:lnTo>
                  <a:lnTo>
                    <a:pt x="2739207" y="1262948"/>
                  </a:lnTo>
                  <a:lnTo>
                    <a:pt x="2770117" y="1285672"/>
                  </a:lnTo>
                  <a:lnTo>
                    <a:pt x="2819332" y="1318471"/>
                  </a:lnTo>
                  <a:lnTo>
                    <a:pt x="2870228" y="1347959"/>
                  </a:lnTo>
                  <a:lnTo>
                    <a:pt x="2923605" y="1374308"/>
                  </a:lnTo>
                  <a:lnTo>
                    <a:pt x="2980359" y="1397808"/>
                  </a:lnTo>
                  <a:lnTo>
                    <a:pt x="3041400" y="1418784"/>
                  </a:lnTo>
                  <a:lnTo>
                    <a:pt x="3107577" y="1437549"/>
                  </a:lnTo>
                  <a:lnTo>
                    <a:pt x="3179577" y="1454376"/>
                  </a:lnTo>
                  <a:lnTo>
                    <a:pt x="3257792" y="1469488"/>
                  </a:lnTo>
                  <a:lnTo>
                    <a:pt x="3342143" y="1483045"/>
                  </a:lnTo>
                  <a:lnTo>
                    <a:pt x="3431874" y="1495146"/>
                  </a:lnTo>
                  <a:lnTo>
                    <a:pt x="3525350" y="1505831"/>
                  </a:lnTo>
                  <a:lnTo>
                    <a:pt x="3619919" y="1515092"/>
                  </a:lnTo>
                  <a:lnTo>
                    <a:pt x="3711957" y="1522898"/>
                  </a:lnTo>
                  <a:lnTo>
                    <a:pt x="3797184" y="1529220"/>
                  </a:lnTo>
                  <a:lnTo>
                    <a:pt x="3871279" y="1534070"/>
                  </a:lnTo>
                  <a:lnTo>
                    <a:pt x="3930720" y="1537529"/>
                  </a:lnTo>
                  <a:lnTo>
                    <a:pt x="3973599" y="1539761"/>
                  </a:lnTo>
                  <a:lnTo>
                    <a:pt x="4000157" y="1541004"/>
                  </a:lnTo>
                  <a:lnTo>
                    <a:pt x="4012890" y="1541542"/>
                  </a:lnTo>
                  <a:lnTo>
                    <a:pt x="4016409" y="1541677"/>
                  </a:lnTo>
                  <a:lnTo>
                    <a:pt x="4538543" y="1541677"/>
                  </a:lnTo>
                  <a:lnTo>
                    <a:pt x="4539752" y="1541734"/>
                  </a:lnTo>
                  <a:lnTo>
                    <a:pt x="4547669" y="1542142"/>
                  </a:lnTo>
                  <a:lnTo>
                    <a:pt x="4567495" y="1543269"/>
                  </a:lnTo>
                  <a:lnTo>
                    <a:pt x="4602602" y="1545483"/>
                  </a:lnTo>
                  <a:lnTo>
                    <a:pt x="4654241" y="1549113"/>
                  </a:lnTo>
                  <a:lnTo>
                    <a:pt x="4721466" y="1554408"/>
                  </a:lnTo>
                  <a:lnTo>
                    <a:pt x="4801465" y="1561517"/>
                  </a:lnTo>
                  <a:lnTo>
                    <a:pt x="4890259" y="1570492"/>
                  </a:lnTo>
                  <a:lnTo>
                    <a:pt x="4983533" y="1581317"/>
                  </a:lnTo>
                  <a:lnTo>
                    <a:pt x="5077359" y="1593947"/>
                  </a:lnTo>
                  <a:lnTo>
                    <a:pt x="5168647" y="1608356"/>
                  </a:lnTo>
                  <a:lnTo>
                    <a:pt x="5255307" y="1624561"/>
                  </a:lnTo>
                  <a:lnTo>
                    <a:pt x="5336185" y="1642646"/>
                  </a:lnTo>
                  <a:lnTo>
                    <a:pt x="5410894" y="1662775"/>
                  </a:lnTo>
                  <a:lnTo>
                    <a:pt x="5479604" y="1685184"/>
                  </a:lnTo>
                  <a:lnTo>
                    <a:pt x="5542859" y="1710183"/>
                  </a:lnTo>
                  <a:lnTo>
                    <a:pt x="5601421" y="1738141"/>
                  </a:lnTo>
                  <a:lnTo>
                    <a:pt x="5656164" y="1769461"/>
                  </a:lnTo>
                  <a:lnTo>
                    <a:pt x="5707983" y="1804539"/>
                  </a:lnTo>
                  <a:lnTo>
                    <a:pt x="5757725" y="1843684"/>
                  </a:lnTo>
                  <a:lnTo>
                    <a:pt x="5784835" y="1867331"/>
                  </a:lnTo>
                  <a:lnTo>
                    <a:pt x="5827268" y="1907535"/>
                  </a:lnTo>
                  <a:lnTo>
                    <a:pt x="5869291" y="1951084"/>
                  </a:lnTo>
                  <a:lnTo>
                    <a:pt x="5911217" y="1998042"/>
                  </a:lnTo>
                  <a:lnTo>
                    <a:pt x="5953281" y="2048401"/>
                  </a:lnTo>
                  <a:lnTo>
                    <a:pt x="5995648" y="2102074"/>
                  </a:lnTo>
                  <a:lnTo>
                    <a:pt x="6038422" y="2158885"/>
                  </a:lnTo>
                  <a:lnTo>
                    <a:pt x="6081651" y="2218567"/>
                  </a:lnTo>
                  <a:lnTo>
                    <a:pt x="6125331" y="2280764"/>
                  </a:lnTo>
                  <a:lnTo>
                    <a:pt x="6169416" y="2345036"/>
                  </a:lnTo>
                  <a:lnTo>
                    <a:pt x="6213823" y="2410868"/>
                  </a:lnTo>
                  <a:lnTo>
                    <a:pt x="6258440" y="2477689"/>
                  </a:lnTo>
                  <a:lnTo>
                    <a:pt x="6303140" y="2544889"/>
                  </a:lnTo>
                  <a:lnTo>
                    <a:pt x="6347787" y="2611846"/>
                  </a:lnTo>
                  <a:lnTo>
                    <a:pt x="6392250" y="2677945"/>
                  </a:lnTo>
                  <a:lnTo>
                    <a:pt x="6436414" y="2742604"/>
                  </a:lnTo>
                  <a:lnTo>
                    <a:pt x="6480188" y="2805296"/>
                  </a:lnTo>
                  <a:lnTo>
                    <a:pt x="6523518" y="2865562"/>
                  </a:lnTo>
                  <a:lnTo>
                    <a:pt x="6566389" y="2923027"/>
                  </a:lnTo>
                  <a:lnTo>
                    <a:pt x="6608839" y="2977405"/>
                  </a:lnTo>
                  <a:lnTo>
                    <a:pt x="6650957" y="3028501"/>
                  </a:lnTo>
                  <a:lnTo>
                    <a:pt x="6692895" y="3076206"/>
                  </a:lnTo>
                  <a:lnTo>
                    <a:pt x="6734873" y="3120498"/>
                  </a:lnTo>
                  <a:lnTo>
                    <a:pt x="6777186" y="3161425"/>
                  </a:lnTo>
                  <a:lnTo>
                    <a:pt x="6786527" y="3169945"/>
                  </a:lnTo>
                  <a:lnTo>
                    <a:pt x="6835435" y="3211423"/>
                  </a:lnTo>
                  <a:lnTo>
                    <a:pt x="6885997" y="3248740"/>
                  </a:lnTo>
                  <a:lnTo>
                    <a:pt x="6939001" y="3282110"/>
                  </a:lnTo>
                  <a:lnTo>
                    <a:pt x="6995322" y="3311892"/>
                  </a:lnTo>
                  <a:lnTo>
                    <a:pt x="7055857" y="3338493"/>
                  </a:lnTo>
                  <a:lnTo>
                    <a:pt x="7121441" y="3362304"/>
                  </a:lnTo>
                  <a:lnTo>
                    <a:pt x="7192755" y="3383670"/>
                  </a:lnTo>
                  <a:lnTo>
                    <a:pt x="7270200" y="3402870"/>
                  </a:lnTo>
                  <a:lnTo>
                    <a:pt x="7353725" y="3420109"/>
                  </a:lnTo>
                  <a:lnTo>
                    <a:pt x="7442627" y="3435512"/>
                  </a:lnTo>
                  <a:lnTo>
                    <a:pt x="7535355" y="3449136"/>
                  </a:lnTo>
                  <a:lnTo>
                    <a:pt x="7629375" y="3460973"/>
                  </a:lnTo>
                  <a:lnTo>
                    <a:pt x="7721188" y="3470984"/>
                  </a:lnTo>
                  <a:lnTo>
                    <a:pt x="7806623" y="3479133"/>
                  </a:lnTo>
                  <a:lnTo>
                    <a:pt x="7881412" y="3485428"/>
                  </a:lnTo>
                  <a:lnTo>
                    <a:pt x="7941991" y="3489961"/>
                  </a:lnTo>
                  <a:lnTo>
                    <a:pt x="7986306" y="3492929"/>
                  </a:lnTo>
                  <a:lnTo>
                    <a:pt x="8014368" y="3494618"/>
                  </a:lnTo>
                  <a:lnTo>
                    <a:pt x="8028394" y="3495381"/>
                  </a:lnTo>
                  <a:lnTo>
                    <a:pt x="8032604" y="3495589"/>
                  </a:lnTo>
                  <a:lnTo>
                    <a:pt x="8032819" y="3495598"/>
                  </a:lnTo>
                  <a:lnTo>
                    <a:pt x="8554953" y="3495598"/>
                  </a:lnTo>
                  <a:lnTo>
                    <a:pt x="8554953" y="3489951"/>
                  </a:lnTo>
                  <a:lnTo>
                    <a:pt x="8032819" y="3489951"/>
                  </a:lnTo>
                  <a:lnTo>
                    <a:pt x="8031609" y="3489894"/>
                  </a:lnTo>
                  <a:lnTo>
                    <a:pt x="8023693" y="3489487"/>
                  </a:lnTo>
                  <a:lnTo>
                    <a:pt x="8003867" y="3488360"/>
                  </a:lnTo>
                  <a:lnTo>
                    <a:pt x="7968760" y="3486146"/>
                  </a:lnTo>
                  <a:lnTo>
                    <a:pt x="7917121" y="3482516"/>
                  </a:lnTo>
                  <a:lnTo>
                    <a:pt x="7849896" y="3477221"/>
                  </a:lnTo>
                  <a:lnTo>
                    <a:pt x="7769897" y="3470112"/>
                  </a:lnTo>
                  <a:lnTo>
                    <a:pt x="7681103" y="3461136"/>
                  </a:lnTo>
                  <a:lnTo>
                    <a:pt x="7587829" y="3450312"/>
                  </a:lnTo>
                  <a:lnTo>
                    <a:pt x="7494003" y="3437681"/>
                  </a:lnTo>
                  <a:lnTo>
                    <a:pt x="7402715" y="3423272"/>
                  </a:lnTo>
                  <a:lnTo>
                    <a:pt x="7316055" y="3407068"/>
                  </a:lnTo>
                  <a:lnTo>
                    <a:pt x="7235177" y="3388982"/>
                  </a:lnTo>
                  <a:lnTo>
                    <a:pt x="7160468" y="3368854"/>
                  </a:lnTo>
                  <a:lnTo>
                    <a:pt x="7091758" y="3346445"/>
                  </a:lnTo>
                  <a:lnTo>
                    <a:pt x="7028503" y="3321446"/>
                  </a:lnTo>
                  <a:lnTo>
                    <a:pt x="6969941" y="3293488"/>
                  </a:lnTo>
                  <a:lnTo>
                    <a:pt x="6915198" y="3262167"/>
                  </a:lnTo>
                  <a:lnTo>
                    <a:pt x="6863379" y="3227090"/>
                  </a:lnTo>
                  <a:lnTo>
                    <a:pt x="6813637" y="3187945"/>
                  </a:lnTo>
                  <a:lnTo>
                    <a:pt x="6786527" y="3164298"/>
                  </a:lnTo>
                  <a:lnTo>
                    <a:pt x="6744094" y="3124093"/>
                  </a:lnTo>
                  <a:lnTo>
                    <a:pt x="6702071" y="3080545"/>
                  </a:lnTo>
                  <a:lnTo>
                    <a:pt x="6660145" y="3033587"/>
                  </a:lnTo>
                  <a:lnTo>
                    <a:pt x="6618081" y="2983227"/>
                  </a:lnTo>
                  <a:lnTo>
                    <a:pt x="6575714" y="2929554"/>
                  </a:lnTo>
                  <a:lnTo>
                    <a:pt x="6532940" y="2872744"/>
                  </a:lnTo>
                  <a:lnTo>
                    <a:pt x="6489711" y="2813061"/>
                  </a:lnTo>
                  <a:lnTo>
                    <a:pt x="6446031" y="2750864"/>
                  </a:lnTo>
                  <a:lnTo>
                    <a:pt x="6401946" y="2686592"/>
                  </a:lnTo>
                  <a:lnTo>
                    <a:pt x="6357539" y="2620760"/>
                  </a:lnTo>
                  <a:lnTo>
                    <a:pt x="6312921" y="2553940"/>
                  </a:lnTo>
                  <a:lnTo>
                    <a:pt x="6268222" y="2486739"/>
                  </a:lnTo>
                  <a:lnTo>
                    <a:pt x="6223575" y="2419782"/>
                  </a:lnTo>
                  <a:lnTo>
                    <a:pt x="6179112" y="2353684"/>
                  </a:lnTo>
                  <a:lnTo>
                    <a:pt x="6134948" y="2289024"/>
                  </a:lnTo>
                  <a:lnTo>
                    <a:pt x="6091174" y="2226333"/>
                  </a:lnTo>
                  <a:lnTo>
                    <a:pt x="6047844" y="2166066"/>
                  </a:lnTo>
                  <a:lnTo>
                    <a:pt x="6004973" y="2108601"/>
                  </a:lnTo>
                  <a:lnTo>
                    <a:pt x="5962523" y="2054223"/>
                  </a:lnTo>
                  <a:lnTo>
                    <a:pt x="5920405" y="2003128"/>
                  </a:lnTo>
                  <a:lnTo>
                    <a:pt x="5878467" y="1955422"/>
                  </a:lnTo>
                  <a:lnTo>
                    <a:pt x="5836489" y="1911130"/>
                  </a:lnTo>
                  <a:lnTo>
                    <a:pt x="5794176" y="1870203"/>
                  </a:lnTo>
                  <a:lnTo>
                    <a:pt x="5784835" y="1861684"/>
                  </a:lnTo>
                  <a:lnTo>
                    <a:pt x="5735927" y="1820206"/>
                  </a:lnTo>
                  <a:lnTo>
                    <a:pt x="5685364" y="1782888"/>
                  </a:lnTo>
                  <a:lnTo>
                    <a:pt x="5632361" y="1749518"/>
                  </a:lnTo>
                  <a:lnTo>
                    <a:pt x="5576040" y="1719736"/>
                  </a:lnTo>
                  <a:lnTo>
                    <a:pt x="5515505" y="1693135"/>
                  </a:lnTo>
                  <a:lnTo>
                    <a:pt x="5449921" y="1669324"/>
                  </a:lnTo>
                  <a:lnTo>
                    <a:pt x="5378606" y="1647958"/>
                  </a:lnTo>
                  <a:lnTo>
                    <a:pt x="5301161" y="1628758"/>
                  </a:lnTo>
                  <a:lnTo>
                    <a:pt x="5217637" y="1611520"/>
                  </a:lnTo>
                  <a:lnTo>
                    <a:pt x="5128735" y="1596116"/>
                  </a:lnTo>
                  <a:lnTo>
                    <a:pt x="5036006" y="1582493"/>
                  </a:lnTo>
                  <a:lnTo>
                    <a:pt x="4941987" y="1570656"/>
                  </a:lnTo>
                  <a:lnTo>
                    <a:pt x="4850174" y="1560644"/>
                  </a:lnTo>
                  <a:lnTo>
                    <a:pt x="4764739" y="1552496"/>
                  </a:lnTo>
                  <a:lnTo>
                    <a:pt x="4689950" y="1546201"/>
                  </a:lnTo>
                  <a:lnTo>
                    <a:pt x="4629371" y="1541667"/>
                  </a:lnTo>
                  <a:lnTo>
                    <a:pt x="4585055" y="1538700"/>
                  </a:lnTo>
                  <a:lnTo>
                    <a:pt x="4556994" y="1537010"/>
                  </a:lnTo>
                  <a:lnTo>
                    <a:pt x="4542968" y="1536248"/>
                  </a:lnTo>
                  <a:lnTo>
                    <a:pt x="4538758" y="1536040"/>
                  </a:lnTo>
                  <a:lnTo>
                    <a:pt x="4538543" y="1536030"/>
                  </a:lnTo>
                  <a:lnTo>
                    <a:pt x="4016409" y="1536030"/>
                  </a:lnTo>
                  <a:lnTo>
                    <a:pt x="4015177" y="1535984"/>
                  </a:lnTo>
                  <a:lnTo>
                    <a:pt x="4007119" y="1535658"/>
                  </a:lnTo>
                  <a:lnTo>
                    <a:pt x="3986951" y="1534755"/>
                  </a:lnTo>
                  <a:lnTo>
                    <a:pt x="3951270" y="1532982"/>
                  </a:lnTo>
                  <a:lnTo>
                    <a:pt x="3898851" y="1530076"/>
                  </a:lnTo>
                  <a:lnTo>
                    <a:pt x="3830718" y="1525841"/>
                  </a:lnTo>
                  <a:lnTo>
                    <a:pt x="3749786" y="1520158"/>
                  </a:lnTo>
                  <a:lnTo>
                    <a:pt x="3660138" y="1512990"/>
                  </a:lnTo>
                  <a:lnTo>
                    <a:pt x="3566167" y="1504352"/>
                  </a:lnTo>
                  <a:lnTo>
                    <a:pt x="3471834" y="1494277"/>
                  </a:lnTo>
                  <a:lnTo>
                    <a:pt x="3380231" y="1482789"/>
                  </a:lnTo>
                  <a:lnTo>
                    <a:pt x="3293421" y="1469868"/>
                  </a:lnTo>
                  <a:lnTo>
                    <a:pt x="3212517" y="1455442"/>
                  </a:lnTo>
                  <a:lnTo>
                    <a:pt x="3137864" y="1439377"/>
                  </a:lnTo>
                  <a:lnTo>
                    <a:pt x="3069247" y="1421479"/>
                  </a:lnTo>
                  <a:lnTo>
                    <a:pt x="3006089" y="1401492"/>
                  </a:lnTo>
                  <a:lnTo>
                    <a:pt x="2947598" y="1379120"/>
                  </a:lnTo>
                  <a:lnTo>
                    <a:pt x="2892878" y="1354038"/>
                  </a:lnTo>
                  <a:lnTo>
                    <a:pt x="2841019" y="1325933"/>
                  </a:lnTo>
                  <a:lnTo>
                    <a:pt x="2791168" y="1294570"/>
                  </a:lnTo>
                  <a:lnTo>
                    <a:pt x="2770117" y="1280025"/>
                  </a:lnTo>
                  <a:lnTo>
                    <a:pt x="2724690" y="1246075"/>
                  </a:lnTo>
                  <a:lnTo>
                    <a:pt x="2679705" y="1209104"/>
                  </a:lnTo>
                  <a:lnTo>
                    <a:pt x="2634789" y="1169056"/>
                  </a:lnTo>
                  <a:lnTo>
                    <a:pt x="2589670" y="1125952"/>
                  </a:lnTo>
                  <a:lnTo>
                    <a:pt x="2544162" y="1079897"/>
                  </a:lnTo>
                  <a:lnTo>
                    <a:pt x="2498162" y="1031091"/>
                  </a:lnTo>
                  <a:lnTo>
                    <a:pt x="2451636" y="979822"/>
                  </a:lnTo>
                  <a:lnTo>
                    <a:pt x="2404613" y="926476"/>
                  </a:lnTo>
                  <a:lnTo>
                    <a:pt x="2357176" y="871515"/>
                  </a:lnTo>
                  <a:lnTo>
                    <a:pt x="2309449" y="815473"/>
                  </a:lnTo>
                  <a:lnTo>
                    <a:pt x="2261584" y="758927"/>
                  </a:lnTo>
                  <a:lnTo>
                    <a:pt x="2213745" y="702478"/>
                  </a:lnTo>
                  <a:lnTo>
                    <a:pt x="2166096" y="646722"/>
                  </a:lnTo>
                  <a:lnTo>
                    <a:pt x="2118780" y="592224"/>
                  </a:lnTo>
                  <a:lnTo>
                    <a:pt x="2071910" y="539498"/>
                  </a:lnTo>
                  <a:lnTo>
                    <a:pt x="2025552" y="488983"/>
                  </a:lnTo>
                  <a:lnTo>
                    <a:pt x="1979717" y="441032"/>
                  </a:lnTo>
                  <a:lnTo>
                    <a:pt x="1934349" y="395909"/>
                  </a:lnTo>
                  <a:lnTo>
                    <a:pt x="1889319" y="353779"/>
                  </a:lnTo>
                  <a:lnTo>
                    <a:pt x="1844416" y="314720"/>
                  </a:lnTo>
                  <a:lnTo>
                    <a:pt x="1799335" y="278728"/>
                  </a:lnTo>
                  <a:lnTo>
                    <a:pt x="1768425" y="256005"/>
                  </a:lnTo>
                  <a:lnTo>
                    <a:pt x="1719210" y="223206"/>
                  </a:lnTo>
                  <a:lnTo>
                    <a:pt x="1668314" y="193718"/>
                  </a:lnTo>
                  <a:lnTo>
                    <a:pt x="1614937" y="167368"/>
                  </a:lnTo>
                  <a:lnTo>
                    <a:pt x="1558184" y="143868"/>
                  </a:lnTo>
                  <a:lnTo>
                    <a:pt x="1497143" y="122893"/>
                  </a:lnTo>
                  <a:lnTo>
                    <a:pt x="1430965" y="104128"/>
                  </a:lnTo>
                  <a:lnTo>
                    <a:pt x="1358965" y="87300"/>
                  </a:lnTo>
                  <a:lnTo>
                    <a:pt x="1280750" y="72188"/>
                  </a:lnTo>
                  <a:lnTo>
                    <a:pt x="1196399" y="58631"/>
                  </a:lnTo>
                  <a:lnTo>
                    <a:pt x="1106668" y="46530"/>
                  </a:lnTo>
                  <a:lnTo>
                    <a:pt x="1013192" y="35846"/>
                  </a:lnTo>
                  <a:lnTo>
                    <a:pt x="918624" y="26584"/>
                  </a:lnTo>
                  <a:lnTo>
                    <a:pt x="826585" y="18779"/>
                  </a:lnTo>
                  <a:lnTo>
                    <a:pt x="741358" y="12457"/>
                  </a:lnTo>
                  <a:lnTo>
                    <a:pt x="667263" y="7607"/>
                  </a:lnTo>
                  <a:lnTo>
                    <a:pt x="607822" y="4148"/>
                  </a:lnTo>
                  <a:lnTo>
                    <a:pt x="564943" y="1915"/>
                  </a:lnTo>
                  <a:lnTo>
                    <a:pt x="538385" y="673"/>
                  </a:lnTo>
                  <a:lnTo>
                    <a:pt x="525653" y="134"/>
                  </a:lnTo>
                  <a:lnTo>
                    <a:pt x="5221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789" name="pl789"/>
            <p:cNvSpPr/>
            <p:nvPr/>
          </p:nvSpPr>
          <p:spPr>
            <a:xfrm>
              <a:off x="386606" y="2083445"/>
              <a:ext cx="8554953" cy="3489951"/>
            </a:xfrm>
            <a:custGeom>
              <a:avLst/>
              <a:pathLst>
                <a:path w="8554953" h="3489951">
                  <a:moveTo>
                    <a:pt x="0" y="0"/>
                  </a:moveTo>
                  <a:lnTo>
                    <a:pt x="522133" y="0"/>
                  </a:lnTo>
                  <a:lnTo>
                    <a:pt x="523365" y="45"/>
                  </a:lnTo>
                  <a:lnTo>
                    <a:pt x="531423" y="372"/>
                  </a:lnTo>
                  <a:lnTo>
                    <a:pt x="551591" y="1274"/>
                  </a:lnTo>
                  <a:lnTo>
                    <a:pt x="587272" y="3048"/>
                  </a:lnTo>
                  <a:lnTo>
                    <a:pt x="639691" y="5953"/>
                  </a:lnTo>
                  <a:lnTo>
                    <a:pt x="707824" y="10189"/>
                  </a:lnTo>
                  <a:lnTo>
                    <a:pt x="788756" y="15872"/>
                  </a:lnTo>
                  <a:lnTo>
                    <a:pt x="878404" y="23040"/>
                  </a:lnTo>
                  <a:lnTo>
                    <a:pt x="972376" y="31678"/>
                  </a:lnTo>
                  <a:lnTo>
                    <a:pt x="1066708" y="41752"/>
                  </a:lnTo>
                  <a:lnTo>
                    <a:pt x="1158311" y="53241"/>
                  </a:lnTo>
                  <a:lnTo>
                    <a:pt x="1245121" y="66162"/>
                  </a:lnTo>
                  <a:lnTo>
                    <a:pt x="1326025" y="80588"/>
                  </a:lnTo>
                  <a:lnTo>
                    <a:pt x="1400679" y="96652"/>
                  </a:lnTo>
                  <a:lnTo>
                    <a:pt x="1469295" y="114551"/>
                  </a:lnTo>
                  <a:lnTo>
                    <a:pt x="1532453" y="134537"/>
                  </a:lnTo>
                  <a:lnTo>
                    <a:pt x="1590944" y="156909"/>
                  </a:lnTo>
                  <a:lnTo>
                    <a:pt x="1645664" y="181992"/>
                  </a:lnTo>
                  <a:lnTo>
                    <a:pt x="1697524" y="210097"/>
                  </a:lnTo>
                  <a:lnTo>
                    <a:pt x="1747374" y="241460"/>
                  </a:lnTo>
                  <a:lnTo>
                    <a:pt x="1768425" y="256005"/>
                  </a:lnTo>
                  <a:lnTo>
                    <a:pt x="1813853" y="289955"/>
                  </a:lnTo>
                  <a:lnTo>
                    <a:pt x="1858837" y="326926"/>
                  </a:lnTo>
                  <a:lnTo>
                    <a:pt x="1903753" y="366974"/>
                  </a:lnTo>
                  <a:lnTo>
                    <a:pt x="1948873" y="410078"/>
                  </a:lnTo>
                  <a:lnTo>
                    <a:pt x="1994380" y="456132"/>
                  </a:lnTo>
                  <a:lnTo>
                    <a:pt x="2040380" y="504939"/>
                  </a:lnTo>
                  <a:lnTo>
                    <a:pt x="2086906" y="556207"/>
                  </a:lnTo>
                  <a:lnTo>
                    <a:pt x="2133929" y="609554"/>
                  </a:lnTo>
                  <a:lnTo>
                    <a:pt x="2181366" y="664514"/>
                  </a:lnTo>
                  <a:lnTo>
                    <a:pt x="2229093" y="720557"/>
                  </a:lnTo>
                  <a:lnTo>
                    <a:pt x="2276959" y="777103"/>
                  </a:lnTo>
                  <a:lnTo>
                    <a:pt x="2324797" y="833552"/>
                  </a:lnTo>
                  <a:lnTo>
                    <a:pt x="2372447" y="889308"/>
                  </a:lnTo>
                  <a:lnTo>
                    <a:pt x="2419762" y="943805"/>
                  </a:lnTo>
                  <a:lnTo>
                    <a:pt x="2466632" y="996531"/>
                  </a:lnTo>
                  <a:lnTo>
                    <a:pt x="2512990" y="1047047"/>
                  </a:lnTo>
                  <a:lnTo>
                    <a:pt x="2558825" y="1094997"/>
                  </a:lnTo>
                  <a:lnTo>
                    <a:pt x="2604193" y="1140121"/>
                  </a:lnTo>
                  <a:lnTo>
                    <a:pt x="2649223" y="1182251"/>
                  </a:lnTo>
                  <a:lnTo>
                    <a:pt x="2694126" y="1221309"/>
                  </a:lnTo>
                  <a:lnTo>
                    <a:pt x="2739207" y="1257301"/>
                  </a:lnTo>
                  <a:lnTo>
                    <a:pt x="2770117" y="1280025"/>
                  </a:lnTo>
                  <a:lnTo>
                    <a:pt x="2819332" y="1312824"/>
                  </a:lnTo>
                  <a:lnTo>
                    <a:pt x="2870228" y="1342312"/>
                  </a:lnTo>
                  <a:lnTo>
                    <a:pt x="2923605" y="1368661"/>
                  </a:lnTo>
                  <a:lnTo>
                    <a:pt x="2980359" y="1392161"/>
                  </a:lnTo>
                  <a:lnTo>
                    <a:pt x="3041400" y="1413137"/>
                  </a:lnTo>
                  <a:lnTo>
                    <a:pt x="3107577" y="1431902"/>
                  </a:lnTo>
                  <a:lnTo>
                    <a:pt x="3179577" y="1448729"/>
                  </a:lnTo>
                  <a:lnTo>
                    <a:pt x="3257792" y="1463841"/>
                  </a:lnTo>
                  <a:lnTo>
                    <a:pt x="3342143" y="1477398"/>
                  </a:lnTo>
                  <a:lnTo>
                    <a:pt x="3431874" y="1489499"/>
                  </a:lnTo>
                  <a:lnTo>
                    <a:pt x="3525350" y="1500184"/>
                  </a:lnTo>
                  <a:lnTo>
                    <a:pt x="3619919" y="1509445"/>
                  </a:lnTo>
                  <a:lnTo>
                    <a:pt x="3711957" y="1517251"/>
                  </a:lnTo>
                  <a:lnTo>
                    <a:pt x="3797184" y="1523573"/>
                  </a:lnTo>
                  <a:lnTo>
                    <a:pt x="3871279" y="1528423"/>
                  </a:lnTo>
                  <a:lnTo>
                    <a:pt x="3930720" y="1531882"/>
                  </a:lnTo>
                  <a:lnTo>
                    <a:pt x="3973599" y="1534114"/>
                  </a:lnTo>
                  <a:lnTo>
                    <a:pt x="4000157" y="1535357"/>
                  </a:lnTo>
                  <a:lnTo>
                    <a:pt x="4012890" y="1535895"/>
                  </a:lnTo>
                  <a:lnTo>
                    <a:pt x="4016307" y="1536026"/>
                  </a:lnTo>
                  <a:lnTo>
                    <a:pt x="4016409" y="1536030"/>
                  </a:lnTo>
                  <a:lnTo>
                    <a:pt x="4538543" y="1536030"/>
                  </a:lnTo>
                  <a:lnTo>
                    <a:pt x="4539752" y="1536087"/>
                  </a:lnTo>
                  <a:lnTo>
                    <a:pt x="4547669" y="1536495"/>
                  </a:lnTo>
                  <a:lnTo>
                    <a:pt x="4567495" y="1537622"/>
                  </a:lnTo>
                  <a:lnTo>
                    <a:pt x="4602602" y="1539836"/>
                  </a:lnTo>
                  <a:lnTo>
                    <a:pt x="4654241" y="1543465"/>
                  </a:lnTo>
                  <a:lnTo>
                    <a:pt x="4721466" y="1548760"/>
                  </a:lnTo>
                  <a:lnTo>
                    <a:pt x="4801465" y="1555870"/>
                  </a:lnTo>
                  <a:lnTo>
                    <a:pt x="4890259" y="1564845"/>
                  </a:lnTo>
                  <a:lnTo>
                    <a:pt x="4983533" y="1575669"/>
                  </a:lnTo>
                  <a:lnTo>
                    <a:pt x="5077359" y="1588300"/>
                  </a:lnTo>
                  <a:lnTo>
                    <a:pt x="5168647" y="1602709"/>
                  </a:lnTo>
                  <a:lnTo>
                    <a:pt x="5255307" y="1618913"/>
                  </a:lnTo>
                  <a:lnTo>
                    <a:pt x="5336185" y="1636999"/>
                  </a:lnTo>
                  <a:lnTo>
                    <a:pt x="5410894" y="1657127"/>
                  </a:lnTo>
                  <a:lnTo>
                    <a:pt x="5479604" y="1679536"/>
                  </a:lnTo>
                  <a:lnTo>
                    <a:pt x="5542859" y="1704536"/>
                  </a:lnTo>
                  <a:lnTo>
                    <a:pt x="5601421" y="1732494"/>
                  </a:lnTo>
                  <a:lnTo>
                    <a:pt x="5656164" y="1763814"/>
                  </a:lnTo>
                  <a:lnTo>
                    <a:pt x="5707983" y="1798891"/>
                  </a:lnTo>
                  <a:lnTo>
                    <a:pt x="5757725" y="1838037"/>
                  </a:lnTo>
                  <a:lnTo>
                    <a:pt x="5784835" y="1861684"/>
                  </a:lnTo>
                  <a:lnTo>
                    <a:pt x="5827268" y="1901888"/>
                  </a:lnTo>
                  <a:lnTo>
                    <a:pt x="5869291" y="1945437"/>
                  </a:lnTo>
                  <a:lnTo>
                    <a:pt x="5911217" y="1992394"/>
                  </a:lnTo>
                  <a:lnTo>
                    <a:pt x="5953281" y="2042754"/>
                  </a:lnTo>
                  <a:lnTo>
                    <a:pt x="5995648" y="2096427"/>
                  </a:lnTo>
                  <a:lnTo>
                    <a:pt x="6038422" y="2153238"/>
                  </a:lnTo>
                  <a:lnTo>
                    <a:pt x="6081651" y="2212920"/>
                  </a:lnTo>
                  <a:lnTo>
                    <a:pt x="6125331" y="2275117"/>
                  </a:lnTo>
                  <a:lnTo>
                    <a:pt x="6169416" y="2339389"/>
                  </a:lnTo>
                  <a:lnTo>
                    <a:pt x="6213823" y="2405221"/>
                  </a:lnTo>
                  <a:lnTo>
                    <a:pt x="6258440" y="2472042"/>
                  </a:lnTo>
                  <a:lnTo>
                    <a:pt x="6303140" y="2539242"/>
                  </a:lnTo>
                  <a:lnTo>
                    <a:pt x="6347787" y="2606199"/>
                  </a:lnTo>
                  <a:lnTo>
                    <a:pt x="6392250" y="2672298"/>
                  </a:lnTo>
                  <a:lnTo>
                    <a:pt x="6436414" y="2736957"/>
                  </a:lnTo>
                  <a:lnTo>
                    <a:pt x="6480188" y="2799649"/>
                  </a:lnTo>
                  <a:lnTo>
                    <a:pt x="6523518" y="2859915"/>
                  </a:lnTo>
                  <a:lnTo>
                    <a:pt x="6566389" y="2917380"/>
                  </a:lnTo>
                  <a:lnTo>
                    <a:pt x="6608839" y="2971758"/>
                  </a:lnTo>
                  <a:lnTo>
                    <a:pt x="6650957" y="3022853"/>
                  </a:lnTo>
                  <a:lnTo>
                    <a:pt x="6692895" y="3070559"/>
                  </a:lnTo>
                  <a:lnTo>
                    <a:pt x="6734873" y="3114851"/>
                  </a:lnTo>
                  <a:lnTo>
                    <a:pt x="6777186" y="3155778"/>
                  </a:lnTo>
                  <a:lnTo>
                    <a:pt x="6786527" y="3164298"/>
                  </a:lnTo>
                  <a:lnTo>
                    <a:pt x="6835435" y="3205776"/>
                  </a:lnTo>
                  <a:lnTo>
                    <a:pt x="6885997" y="3243093"/>
                  </a:lnTo>
                  <a:lnTo>
                    <a:pt x="6939001" y="3276463"/>
                  </a:lnTo>
                  <a:lnTo>
                    <a:pt x="6995322" y="3306245"/>
                  </a:lnTo>
                  <a:lnTo>
                    <a:pt x="7055857" y="3332846"/>
                  </a:lnTo>
                  <a:lnTo>
                    <a:pt x="7121441" y="3356657"/>
                  </a:lnTo>
                  <a:lnTo>
                    <a:pt x="7192755" y="3378023"/>
                  </a:lnTo>
                  <a:lnTo>
                    <a:pt x="7270200" y="3397223"/>
                  </a:lnTo>
                  <a:lnTo>
                    <a:pt x="7353725" y="3414461"/>
                  </a:lnTo>
                  <a:lnTo>
                    <a:pt x="7442627" y="3429865"/>
                  </a:lnTo>
                  <a:lnTo>
                    <a:pt x="7535355" y="3443488"/>
                  </a:lnTo>
                  <a:lnTo>
                    <a:pt x="7629375" y="3455326"/>
                  </a:lnTo>
                  <a:lnTo>
                    <a:pt x="7721188" y="3465337"/>
                  </a:lnTo>
                  <a:lnTo>
                    <a:pt x="7806623" y="3473486"/>
                  </a:lnTo>
                  <a:lnTo>
                    <a:pt x="7881412" y="3479781"/>
                  </a:lnTo>
                  <a:lnTo>
                    <a:pt x="7941991" y="3484314"/>
                  </a:lnTo>
                  <a:lnTo>
                    <a:pt x="7986306" y="3487282"/>
                  </a:lnTo>
                  <a:lnTo>
                    <a:pt x="8014368" y="3488971"/>
                  </a:lnTo>
                  <a:lnTo>
                    <a:pt x="8028394" y="3489733"/>
                  </a:lnTo>
                  <a:lnTo>
                    <a:pt x="8032604" y="3489941"/>
                  </a:lnTo>
                  <a:lnTo>
                    <a:pt x="8032819" y="3489951"/>
                  </a:lnTo>
                  <a:lnTo>
                    <a:pt x="8554953" y="3489951"/>
                  </a:lnTo>
                  <a:lnTo>
                    <a:pt x="8554953" y="3489951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790" name="pl790"/>
            <p:cNvSpPr/>
            <p:nvPr/>
          </p:nvSpPr>
          <p:spPr>
            <a:xfrm>
              <a:off x="386606" y="2077798"/>
              <a:ext cx="8554953" cy="3489951"/>
            </a:xfrm>
            <a:custGeom>
              <a:avLst/>
              <a:pathLst>
                <a:path w="8554953" h="3489951">
                  <a:moveTo>
                    <a:pt x="8554953" y="3489951"/>
                  </a:moveTo>
                  <a:lnTo>
                    <a:pt x="8032819" y="3489951"/>
                  </a:lnTo>
                  <a:lnTo>
                    <a:pt x="8031609" y="3489894"/>
                  </a:lnTo>
                  <a:lnTo>
                    <a:pt x="8023693" y="3489487"/>
                  </a:lnTo>
                  <a:lnTo>
                    <a:pt x="8003867" y="3488360"/>
                  </a:lnTo>
                  <a:lnTo>
                    <a:pt x="7968760" y="3486146"/>
                  </a:lnTo>
                  <a:lnTo>
                    <a:pt x="7917121" y="3482516"/>
                  </a:lnTo>
                  <a:lnTo>
                    <a:pt x="7849896" y="3477221"/>
                  </a:lnTo>
                  <a:lnTo>
                    <a:pt x="7769897" y="3470112"/>
                  </a:lnTo>
                  <a:lnTo>
                    <a:pt x="7681103" y="3461136"/>
                  </a:lnTo>
                  <a:lnTo>
                    <a:pt x="7587829" y="3450312"/>
                  </a:lnTo>
                  <a:lnTo>
                    <a:pt x="7494003" y="3437681"/>
                  </a:lnTo>
                  <a:lnTo>
                    <a:pt x="7402715" y="3423272"/>
                  </a:lnTo>
                  <a:lnTo>
                    <a:pt x="7316055" y="3407068"/>
                  </a:lnTo>
                  <a:lnTo>
                    <a:pt x="7235177" y="3388982"/>
                  </a:lnTo>
                  <a:lnTo>
                    <a:pt x="7160468" y="3368854"/>
                  </a:lnTo>
                  <a:lnTo>
                    <a:pt x="7091758" y="3346445"/>
                  </a:lnTo>
                  <a:lnTo>
                    <a:pt x="7028503" y="3321446"/>
                  </a:lnTo>
                  <a:lnTo>
                    <a:pt x="6969941" y="3293488"/>
                  </a:lnTo>
                  <a:lnTo>
                    <a:pt x="6915198" y="3262167"/>
                  </a:lnTo>
                  <a:lnTo>
                    <a:pt x="6863379" y="3227090"/>
                  </a:lnTo>
                  <a:lnTo>
                    <a:pt x="6813637" y="3187945"/>
                  </a:lnTo>
                  <a:lnTo>
                    <a:pt x="6786527" y="3164298"/>
                  </a:lnTo>
                  <a:lnTo>
                    <a:pt x="6744094" y="3124093"/>
                  </a:lnTo>
                  <a:lnTo>
                    <a:pt x="6702071" y="3080545"/>
                  </a:lnTo>
                  <a:lnTo>
                    <a:pt x="6660145" y="3033587"/>
                  </a:lnTo>
                  <a:lnTo>
                    <a:pt x="6618081" y="2983227"/>
                  </a:lnTo>
                  <a:lnTo>
                    <a:pt x="6575714" y="2929554"/>
                  </a:lnTo>
                  <a:lnTo>
                    <a:pt x="6532940" y="2872744"/>
                  </a:lnTo>
                  <a:lnTo>
                    <a:pt x="6489711" y="2813061"/>
                  </a:lnTo>
                  <a:lnTo>
                    <a:pt x="6446031" y="2750864"/>
                  </a:lnTo>
                  <a:lnTo>
                    <a:pt x="6401946" y="2686592"/>
                  </a:lnTo>
                  <a:lnTo>
                    <a:pt x="6357539" y="2620760"/>
                  </a:lnTo>
                  <a:lnTo>
                    <a:pt x="6312921" y="2553940"/>
                  </a:lnTo>
                  <a:lnTo>
                    <a:pt x="6268222" y="2486739"/>
                  </a:lnTo>
                  <a:lnTo>
                    <a:pt x="6223575" y="2419782"/>
                  </a:lnTo>
                  <a:lnTo>
                    <a:pt x="6179112" y="2353684"/>
                  </a:lnTo>
                  <a:lnTo>
                    <a:pt x="6134948" y="2289024"/>
                  </a:lnTo>
                  <a:lnTo>
                    <a:pt x="6091174" y="2226333"/>
                  </a:lnTo>
                  <a:lnTo>
                    <a:pt x="6047844" y="2166066"/>
                  </a:lnTo>
                  <a:lnTo>
                    <a:pt x="6004973" y="2108601"/>
                  </a:lnTo>
                  <a:lnTo>
                    <a:pt x="5962523" y="2054223"/>
                  </a:lnTo>
                  <a:lnTo>
                    <a:pt x="5920405" y="2003128"/>
                  </a:lnTo>
                  <a:lnTo>
                    <a:pt x="5878467" y="1955422"/>
                  </a:lnTo>
                  <a:lnTo>
                    <a:pt x="5836489" y="1911130"/>
                  </a:lnTo>
                  <a:lnTo>
                    <a:pt x="5794176" y="1870203"/>
                  </a:lnTo>
                  <a:lnTo>
                    <a:pt x="5784835" y="1861684"/>
                  </a:lnTo>
                  <a:lnTo>
                    <a:pt x="5735927" y="1820206"/>
                  </a:lnTo>
                  <a:lnTo>
                    <a:pt x="5685364" y="1782888"/>
                  </a:lnTo>
                  <a:lnTo>
                    <a:pt x="5632361" y="1749518"/>
                  </a:lnTo>
                  <a:lnTo>
                    <a:pt x="5576040" y="1719736"/>
                  </a:lnTo>
                  <a:lnTo>
                    <a:pt x="5515505" y="1693135"/>
                  </a:lnTo>
                  <a:lnTo>
                    <a:pt x="5449921" y="1669324"/>
                  </a:lnTo>
                  <a:lnTo>
                    <a:pt x="5378606" y="1647958"/>
                  </a:lnTo>
                  <a:lnTo>
                    <a:pt x="5301161" y="1628758"/>
                  </a:lnTo>
                  <a:lnTo>
                    <a:pt x="5217637" y="1611520"/>
                  </a:lnTo>
                  <a:lnTo>
                    <a:pt x="5128735" y="1596116"/>
                  </a:lnTo>
                  <a:lnTo>
                    <a:pt x="5036006" y="1582493"/>
                  </a:lnTo>
                  <a:lnTo>
                    <a:pt x="4941987" y="1570656"/>
                  </a:lnTo>
                  <a:lnTo>
                    <a:pt x="4850174" y="1560644"/>
                  </a:lnTo>
                  <a:lnTo>
                    <a:pt x="4764739" y="1552496"/>
                  </a:lnTo>
                  <a:lnTo>
                    <a:pt x="4689950" y="1546201"/>
                  </a:lnTo>
                  <a:lnTo>
                    <a:pt x="4629371" y="1541667"/>
                  </a:lnTo>
                  <a:lnTo>
                    <a:pt x="4585055" y="1538700"/>
                  </a:lnTo>
                  <a:lnTo>
                    <a:pt x="4556994" y="1537010"/>
                  </a:lnTo>
                  <a:lnTo>
                    <a:pt x="4542968" y="1536248"/>
                  </a:lnTo>
                  <a:lnTo>
                    <a:pt x="4538758" y="1536040"/>
                  </a:lnTo>
                  <a:lnTo>
                    <a:pt x="4538543" y="1536030"/>
                  </a:lnTo>
                  <a:lnTo>
                    <a:pt x="4016409" y="1536030"/>
                  </a:lnTo>
                  <a:lnTo>
                    <a:pt x="4015177" y="1535984"/>
                  </a:lnTo>
                  <a:lnTo>
                    <a:pt x="4007119" y="1535658"/>
                  </a:lnTo>
                  <a:lnTo>
                    <a:pt x="3986951" y="1534755"/>
                  </a:lnTo>
                  <a:lnTo>
                    <a:pt x="3951270" y="1532982"/>
                  </a:lnTo>
                  <a:lnTo>
                    <a:pt x="3898851" y="1530076"/>
                  </a:lnTo>
                  <a:lnTo>
                    <a:pt x="3830718" y="1525841"/>
                  </a:lnTo>
                  <a:lnTo>
                    <a:pt x="3749786" y="1520158"/>
                  </a:lnTo>
                  <a:lnTo>
                    <a:pt x="3660138" y="1512990"/>
                  </a:lnTo>
                  <a:lnTo>
                    <a:pt x="3566167" y="1504352"/>
                  </a:lnTo>
                  <a:lnTo>
                    <a:pt x="3471834" y="1494277"/>
                  </a:lnTo>
                  <a:lnTo>
                    <a:pt x="3380231" y="1482789"/>
                  </a:lnTo>
                  <a:lnTo>
                    <a:pt x="3293421" y="1469868"/>
                  </a:lnTo>
                  <a:lnTo>
                    <a:pt x="3212517" y="1455442"/>
                  </a:lnTo>
                  <a:lnTo>
                    <a:pt x="3137864" y="1439377"/>
                  </a:lnTo>
                  <a:lnTo>
                    <a:pt x="3069247" y="1421479"/>
                  </a:lnTo>
                  <a:lnTo>
                    <a:pt x="3006089" y="1401492"/>
                  </a:lnTo>
                  <a:lnTo>
                    <a:pt x="2947598" y="1379120"/>
                  </a:lnTo>
                  <a:lnTo>
                    <a:pt x="2892878" y="1354038"/>
                  </a:lnTo>
                  <a:lnTo>
                    <a:pt x="2841019" y="1325933"/>
                  </a:lnTo>
                  <a:lnTo>
                    <a:pt x="2791168" y="1294570"/>
                  </a:lnTo>
                  <a:lnTo>
                    <a:pt x="2770117" y="1280025"/>
                  </a:lnTo>
                  <a:lnTo>
                    <a:pt x="2724690" y="1246075"/>
                  </a:lnTo>
                  <a:lnTo>
                    <a:pt x="2679705" y="1209104"/>
                  </a:lnTo>
                  <a:lnTo>
                    <a:pt x="2634789" y="1169056"/>
                  </a:lnTo>
                  <a:lnTo>
                    <a:pt x="2589670" y="1125952"/>
                  </a:lnTo>
                  <a:lnTo>
                    <a:pt x="2544162" y="1079897"/>
                  </a:lnTo>
                  <a:lnTo>
                    <a:pt x="2498162" y="1031091"/>
                  </a:lnTo>
                  <a:lnTo>
                    <a:pt x="2451636" y="979822"/>
                  </a:lnTo>
                  <a:lnTo>
                    <a:pt x="2404613" y="926476"/>
                  </a:lnTo>
                  <a:lnTo>
                    <a:pt x="2357176" y="871515"/>
                  </a:lnTo>
                  <a:lnTo>
                    <a:pt x="2309449" y="815473"/>
                  </a:lnTo>
                  <a:lnTo>
                    <a:pt x="2261584" y="758927"/>
                  </a:lnTo>
                  <a:lnTo>
                    <a:pt x="2213745" y="702478"/>
                  </a:lnTo>
                  <a:lnTo>
                    <a:pt x="2166096" y="646722"/>
                  </a:lnTo>
                  <a:lnTo>
                    <a:pt x="2118780" y="592224"/>
                  </a:lnTo>
                  <a:lnTo>
                    <a:pt x="2071910" y="539498"/>
                  </a:lnTo>
                  <a:lnTo>
                    <a:pt x="2025552" y="488983"/>
                  </a:lnTo>
                  <a:lnTo>
                    <a:pt x="1979717" y="441032"/>
                  </a:lnTo>
                  <a:lnTo>
                    <a:pt x="1934349" y="395909"/>
                  </a:lnTo>
                  <a:lnTo>
                    <a:pt x="1889319" y="353779"/>
                  </a:lnTo>
                  <a:lnTo>
                    <a:pt x="1844416" y="314720"/>
                  </a:lnTo>
                  <a:lnTo>
                    <a:pt x="1799335" y="278728"/>
                  </a:lnTo>
                  <a:lnTo>
                    <a:pt x="1768425" y="256005"/>
                  </a:lnTo>
                  <a:lnTo>
                    <a:pt x="1719210" y="223206"/>
                  </a:lnTo>
                  <a:lnTo>
                    <a:pt x="1668314" y="193718"/>
                  </a:lnTo>
                  <a:lnTo>
                    <a:pt x="1614937" y="167368"/>
                  </a:lnTo>
                  <a:lnTo>
                    <a:pt x="1558184" y="143868"/>
                  </a:lnTo>
                  <a:lnTo>
                    <a:pt x="1497143" y="122893"/>
                  </a:lnTo>
                  <a:lnTo>
                    <a:pt x="1430965" y="104128"/>
                  </a:lnTo>
                  <a:lnTo>
                    <a:pt x="1358965" y="87300"/>
                  </a:lnTo>
                  <a:lnTo>
                    <a:pt x="1280750" y="72188"/>
                  </a:lnTo>
                  <a:lnTo>
                    <a:pt x="1196399" y="58631"/>
                  </a:lnTo>
                  <a:lnTo>
                    <a:pt x="1106668" y="46530"/>
                  </a:lnTo>
                  <a:lnTo>
                    <a:pt x="1013192" y="35846"/>
                  </a:lnTo>
                  <a:lnTo>
                    <a:pt x="918624" y="26584"/>
                  </a:lnTo>
                  <a:lnTo>
                    <a:pt x="826585" y="18779"/>
                  </a:lnTo>
                  <a:lnTo>
                    <a:pt x="741358" y="12457"/>
                  </a:lnTo>
                  <a:lnTo>
                    <a:pt x="667263" y="7607"/>
                  </a:lnTo>
                  <a:lnTo>
                    <a:pt x="607822" y="4148"/>
                  </a:lnTo>
                  <a:lnTo>
                    <a:pt x="564943" y="1915"/>
                  </a:lnTo>
                  <a:lnTo>
                    <a:pt x="538385" y="673"/>
                  </a:lnTo>
                  <a:lnTo>
                    <a:pt x="525653" y="134"/>
                  </a:lnTo>
                  <a:lnTo>
                    <a:pt x="522235" y="3"/>
                  </a:lnTo>
                  <a:lnTo>
                    <a:pt x="522133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791" name="pg791"/>
            <p:cNvSpPr/>
            <p:nvPr/>
          </p:nvSpPr>
          <p:spPr>
            <a:xfrm>
              <a:off x="386606" y="2540866"/>
              <a:ext cx="8554953" cy="2445225"/>
            </a:xfrm>
            <a:custGeom>
              <a:avLst/>
              <a:pathLst>
                <a:path w="8554953" h="2445225">
                  <a:moveTo>
                    <a:pt x="0" y="1078609"/>
                  </a:moveTo>
                  <a:lnTo>
                    <a:pt x="522133" y="1078609"/>
                  </a:lnTo>
                  <a:lnTo>
                    <a:pt x="523384" y="1078577"/>
                  </a:lnTo>
                  <a:lnTo>
                    <a:pt x="531565" y="1078345"/>
                  </a:lnTo>
                  <a:lnTo>
                    <a:pt x="552027" y="1077704"/>
                  </a:lnTo>
                  <a:lnTo>
                    <a:pt x="588201" y="1076446"/>
                  </a:lnTo>
                  <a:lnTo>
                    <a:pt x="641288" y="1074385"/>
                  </a:lnTo>
                  <a:lnTo>
                    <a:pt x="710198" y="1071382"/>
                  </a:lnTo>
                  <a:lnTo>
                    <a:pt x="791924" y="1067356"/>
                  </a:lnTo>
                  <a:lnTo>
                    <a:pt x="882294" y="1062282"/>
                  </a:lnTo>
                  <a:lnTo>
                    <a:pt x="976854" y="1056171"/>
                  </a:lnTo>
                  <a:lnTo>
                    <a:pt x="1071608" y="1049047"/>
                  </a:lnTo>
                  <a:lnTo>
                    <a:pt x="1163471" y="1040925"/>
                  </a:lnTo>
                  <a:lnTo>
                    <a:pt x="1250400" y="1031790"/>
                  </a:lnTo>
                  <a:lnTo>
                    <a:pt x="1331320" y="1021588"/>
                  </a:lnTo>
                  <a:lnTo>
                    <a:pt x="1405923" y="1010221"/>
                  </a:lnTo>
                  <a:lnTo>
                    <a:pt x="1474458" y="997547"/>
                  </a:lnTo>
                  <a:lnTo>
                    <a:pt x="1537534" y="983385"/>
                  </a:lnTo>
                  <a:lnTo>
                    <a:pt x="1595969" y="967519"/>
                  </a:lnTo>
                  <a:lnTo>
                    <a:pt x="1650674" y="949720"/>
                  </a:lnTo>
                  <a:lnTo>
                    <a:pt x="1702574" y="929769"/>
                  </a:lnTo>
                  <a:lnTo>
                    <a:pt x="1752524" y="907506"/>
                  </a:lnTo>
                  <a:lnTo>
                    <a:pt x="1768425" y="899782"/>
                  </a:lnTo>
                  <a:lnTo>
                    <a:pt x="1817408" y="874110"/>
                  </a:lnTo>
                  <a:lnTo>
                    <a:pt x="1865912" y="845976"/>
                  </a:lnTo>
                  <a:lnTo>
                    <a:pt x="1914391" y="815341"/>
                  </a:lnTo>
                  <a:lnTo>
                    <a:pt x="1963167" y="782236"/>
                  </a:lnTo>
                  <a:lnTo>
                    <a:pt x="2012440" y="746776"/>
                  </a:lnTo>
                  <a:lnTo>
                    <a:pt x="2062310" y="709163"/>
                  </a:lnTo>
                  <a:lnTo>
                    <a:pt x="2112784" y="669689"/>
                  </a:lnTo>
                  <a:lnTo>
                    <a:pt x="2163789" y="628727"/>
                  </a:lnTo>
                  <a:lnTo>
                    <a:pt x="2215189" y="586720"/>
                  </a:lnTo>
                  <a:lnTo>
                    <a:pt x="2266804" y="544165"/>
                  </a:lnTo>
                  <a:lnTo>
                    <a:pt x="2318428" y="501585"/>
                  </a:lnTo>
                  <a:lnTo>
                    <a:pt x="2369857" y="459504"/>
                  </a:lnTo>
                  <a:lnTo>
                    <a:pt x="2420906" y="418422"/>
                  </a:lnTo>
                  <a:lnTo>
                    <a:pt x="2471435" y="378789"/>
                  </a:lnTo>
                  <a:lnTo>
                    <a:pt x="2521364" y="340984"/>
                  </a:lnTo>
                  <a:lnTo>
                    <a:pt x="2570692" y="305309"/>
                  </a:lnTo>
                  <a:lnTo>
                    <a:pt x="2619508" y="271972"/>
                  </a:lnTo>
                  <a:lnTo>
                    <a:pt x="2668004" y="241098"/>
                  </a:lnTo>
                  <a:lnTo>
                    <a:pt x="2716488" y="212726"/>
                  </a:lnTo>
                  <a:lnTo>
                    <a:pt x="2765402" y="186822"/>
                  </a:lnTo>
                  <a:lnTo>
                    <a:pt x="2770117" y="184474"/>
                  </a:lnTo>
                  <a:lnTo>
                    <a:pt x="2819595" y="161449"/>
                  </a:lnTo>
                  <a:lnTo>
                    <a:pt x="2870774" y="140760"/>
                  </a:lnTo>
                  <a:lnTo>
                    <a:pt x="2924471" y="122285"/>
                  </a:lnTo>
                  <a:lnTo>
                    <a:pt x="2981593" y="105818"/>
                  </a:lnTo>
                  <a:lnTo>
                    <a:pt x="3043068" y="91128"/>
                  </a:lnTo>
                  <a:lnTo>
                    <a:pt x="3109754" y="77993"/>
                  </a:lnTo>
                  <a:lnTo>
                    <a:pt x="3182341" y="66220"/>
                  </a:lnTo>
                  <a:lnTo>
                    <a:pt x="3261215" y="55654"/>
                  </a:lnTo>
                  <a:lnTo>
                    <a:pt x="3346272" y="46181"/>
                  </a:lnTo>
                  <a:lnTo>
                    <a:pt x="3436708" y="37733"/>
                  </a:lnTo>
                  <a:lnTo>
                    <a:pt x="3530813" y="30285"/>
                  </a:lnTo>
                  <a:lnTo>
                    <a:pt x="3625835" y="23843"/>
                  </a:lnTo>
                  <a:lnTo>
                    <a:pt x="3718042" y="18430"/>
                  </a:lnTo>
                  <a:lnTo>
                    <a:pt x="3803060" y="14065"/>
                  </a:lnTo>
                  <a:lnTo>
                    <a:pt x="3876529" y="10736"/>
                  </a:lnTo>
                  <a:lnTo>
                    <a:pt x="3934972" y="8382"/>
                  </a:lnTo>
                  <a:lnTo>
                    <a:pt x="3976612" y="6882"/>
                  </a:lnTo>
                  <a:lnTo>
                    <a:pt x="4001896" y="6063"/>
                  </a:lnTo>
                  <a:lnTo>
                    <a:pt x="4013559" y="5722"/>
                  </a:lnTo>
                  <a:lnTo>
                    <a:pt x="4016409" y="5647"/>
                  </a:lnTo>
                  <a:lnTo>
                    <a:pt x="4538543" y="5647"/>
                  </a:lnTo>
                  <a:lnTo>
                    <a:pt x="4539722" y="5716"/>
                  </a:lnTo>
                  <a:lnTo>
                    <a:pt x="4547442" y="6212"/>
                  </a:lnTo>
                  <a:lnTo>
                    <a:pt x="4566790" y="7582"/>
                  </a:lnTo>
                  <a:lnTo>
                    <a:pt x="4601097" y="10274"/>
                  </a:lnTo>
                  <a:lnTo>
                    <a:pt x="4651646" y="14691"/>
                  </a:lnTo>
                  <a:lnTo>
                    <a:pt x="4717594" y="21139"/>
                  </a:lnTo>
                  <a:lnTo>
                    <a:pt x="4796277" y="29808"/>
                  </a:lnTo>
                  <a:lnTo>
                    <a:pt x="4883859" y="40765"/>
                  </a:lnTo>
                  <a:lnTo>
                    <a:pt x="4976133" y="53994"/>
                  </a:lnTo>
                  <a:lnTo>
                    <a:pt x="5069225" y="69443"/>
                  </a:lnTo>
                  <a:lnTo>
                    <a:pt x="5160050" y="87074"/>
                  </a:lnTo>
                  <a:lnTo>
                    <a:pt x="5246481" y="106902"/>
                  </a:lnTo>
                  <a:lnTo>
                    <a:pt x="5327309" y="129024"/>
                  </a:lnTo>
                  <a:lnTo>
                    <a:pt x="5402086" y="153624"/>
                  </a:lnTo>
                  <a:lnTo>
                    <a:pt x="5470925" y="180981"/>
                  </a:lnTo>
                  <a:lnTo>
                    <a:pt x="5534318" y="211462"/>
                  </a:lnTo>
                  <a:lnTo>
                    <a:pt x="5592987" y="245505"/>
                  </a:lnTo>
                  <a:lnTo>
                    <a:pt x="5647772" y="283600"/>
                  </a:lnTo>
                  <a:lnTo>
                    <a:pt x="5699547" y="326231"/>
                  </a:lnTo>
                  <a:lnTo>
                    <a:pt x="5749150" y="373803"/>
                  </a:lnTo>
                  <a:lnTo>
                    <a:pt x="5784835" y="412243"/>
                  </a:lnTo>
                  <a:lnTo>
                    <a:pt x="5824210" y="458663"/>
                  </a:lnTo>
                  <a:lnTo>
                    <a:pt x="5863211" y="508668"/>
                  </a:lnTo>
                  <a:lnTo>
                    <a:pt x="5902095" y="562330"/>
                  </a:lnTo>
                  <a:lnTo>
                    <a:pt x="5941059" y="619655"/>
                  </a:lnTo>
                  <a:lnTo>
                    <a:pt x="5980249" y="680578"/>
                  </a:lnTo>
                  <a:lnTo>
                    <a:pt x="6019764" y="744952"/>
                  </a:lnTo>
                  <a:lnTo>
                    <a:pt x="6059658" y="812547"/>
                  </a:lnTo>
                  <a:lnTo>
                    <a:pt x="6099947" y="883051"/>
                  </a:lnTo>
                  <a:lnTo>
                    <a:pt x="6140613" y="956069"/>
                  </a:lnTo>
                  <a:lnTo>
                    <a:pt x="6181606" y="1031133"/>
                  </a:lnTo>
                  <a:lnTo>
                    <a:pt x="6222851" y="1107709"/>
                  </a:lnTo>
                  <a:lnTo>
                    <a:pt x="6264256" y="1185218"/>
                  </a:lnTo>
                  <a:lnTo>
                    <a:pt x="6305717" y="1263048"/>
                  </a:lnTo>
                  <a:lnTo>
                    <a:pt x="6347126" y="1340577"/>
                  </a:lnTo>
                  <a:lnTo>
                    <a:pt x="6388378" y="1417194"/>
                  </a:lnTo>
                  <a:lnTo>
                    <a:pt x="6429380" y="1492317"/>
                  </a:lnTo>
                  <a:lnTo>
                    <a:pt x="6470058" y="1565412"/>
                  </a:lnTo>
                  <a:lnTo>
                    <a:pt x="6510361" y="1636007"/>
                  </a:lnTo>
                  <a:lnTo>
                    <a:pt x="6550268" y="1703706"/>
                  </a:lnTo>
                  <a:lnTo>
                    <a:pt x="6589794" y="1768191"/>
                  </a:lnTo>
                  <a:lnTo>
                    <a:pt x="6628994" y="1829232"/>
                  </a:lnTo>
                  <a:lnTo>
                    <a:pt x="6667964" y="1886680"/>
                  </a:lnTo>
                  <a:lnTo>
                    <a:pt x="6706847" y="1940465"/>
                  </a:lnTo>
                  <a:lnTo>
                    <a:pt x="6745841" y="1990592"/>
                  </a:lnTo>
                  <a:lnTo>
                    <a:pt x="6785199" y="2037130"/>
                  </a:lnTo>
                  <a:lnTo>
                    <a:pt x="6786527" y="2038628"/>
                  </a:lnTo>
                  <a:lnTo>
                    <a:pt x="6835001" y="2089986"/>
                  </a:lnTo>
                  <a:lnTo>
                    <a:pt x="6885096" y="2136238"/>
                  </a:lnTo>
                  <a:lnTo>
                    <a:pt x="6937573" y="2177640"/>
                  </a:lnTo>
                  <a:lnTo>
                    <a:pt x="6993288" y="2214628"/>
                  </a:lnTo>
                  <a:lnTo>
                    <a:pt x="7053113" y="2247696"/>
                  </a:lnTo>
                  <a:lnTo>
                    <a:pt x="7117866" y="2277321"/>
                  </a:lnTo>
                  <a:lnTo>
                    <a:pt x="7188221" y="2303926"/>
                  </a:lnTo>
                  <a:lnTo>
                    <a:pt x="7264587" y="2327855"/>
                  </a:lnTo>
                  <a:lnTo>
                    <a:pt x="7346949" y="2349364"/>
                  </a:lnTo>
                  <a:lnTo>
                    <a:pt x="7434679" y="2368613"/>
                  </a:lnTo>
                  <a:lnTo>
                    <a:pt x="7526341" y="2385675"/>
                  </a:lnTo>
                  <a:lnTo>
                    <a:pt x="7619555" y="2400549"/>
                  </a:lnTo>
                  <a:lnTo>
                    <a:pt x="7711001" y="2413189"/>
                  </a:lnTo>
                  <a:lnTo>
                    <a:pt x="7796663" y="2423547"/>
                  </a:lnTo>
                  <a:lnTo>
                    <a:pt x="7872356" y="2431625"/>
                  </a:lnTo>
                  <a:lnTo>
                    <a:pt x="7934475" y="2437520"/>
                  </a:lnTo>
                  <a:lnTo>
                    <a:pt x="7980778" y="2441452"/>
                  </a:lnTo>
                  <a:lnTo>
                    <a:pt x="8010967" y="2443757"/>
                  </a:lnTo>
                  <a:lnTo>
                    <a:pt x="8026881" y="2444855"/>
                  </a:lnTo>
                  <a:lnTo>
                    <a:pt x="8032337" y="2445197"/>
                  </a:lnTo>
                  <a:lnTo>
                    <a:pt x="8032819" y="2445225"/>
                  </a:lnTo>
                  <a:lnTo>
                    <a:pt x="8554953" y="2445225"/>
                  </a:lnTo>
                  <a:lnTo>
                    <a:pt x="8554953" y="2439577"/>
                  </a:lnTo>
                  <a:lnTo>
                    <a:pt x="8032819" y="2439577"/>
                  </a:lnTo>
                  <a:lnTo>
                    <a:pt x="8031640" y="2439508"/>
                  </a:lnTo>
                  <a:lnTo>
                    <a:pt x="8023920" y="2439013"/>
                  </a:lnTo>
                  <a:lnTo>
                    <a:pt x="8004572" y="2437643"/>
                  </a:lnTo>
                  <a:lnTo>
                    <a:pt x="7970265" y="2434950"/>
                  </a:lnTo>
                  <a:lnTo>
                    <a:pt x="7919716" y="2430534"/>
                  </a:lnTo>
                  <a:lnTo>
                    <a:pt x="7853768" y="2424085"/>
                  </a:lnTo>
                  <a:lnTo>
                    <a:pt x="7775085" y="2415416"/>
                  </a:lnTo>
                  <a:lnTo>
                    <a:pt x="7687503" y="2404459"/>
                  </a:lnTo>
                  <a:lnTo>
                    <a:pt x="7595229" y="2391230"/>
                  </a:lnTo>
                  <a:lnTo>
                    <a:pt x="7502137" y="2375781"/>
                  </a:lnTo>
                  <a:lnTo>
                    <a:pt x="7411312" y="2358151"/>
                  </a:lnTo>
                  <a:lnTo>
                    <a:pt x="7324881" y="2338322"/>
                  </a:lnTo>
                  <a:lnTo>
                    <a:pt x="7244053" y="2316200"/>
                  </a:lnTo>
                  <a:lnTo>
                    <a:pt x="7169276" y="2291600"/>
                  </a:lnTo>
                  <a:lnTo>
                    <a:pt x="7100437" y="2264243"/>
                  </a:lnTo>
                  <a:lnTo>
                    <a:pt x="7037044" y="2233763"/>
                  </a:lnTo>
                  <a:lnTo>
                    <a:pt x="6978375" y="2199719"/>
                  </a:lnTo>
                  <a:lnTo>
                    <a:pt x="6923590" y="2161625"/>
                  </a:lnTo>
                  <a:lnTo>
                    <a:pt x="6871815" y="2118993"/>
                  </a:lnTo>
                  <a:lnTo>
                    <a:pt x="6822212" y="2071421"/>
                  </a:lnTo>
                  <a:lnTo>
                    <a:pt x="6786527" y="2032981"/>
                  </a:lnTo>
                  <a:lnTo>
                    <a:pt x="6747152" y="1986561"/>
                  </a:lnTo>
                  <a:lnTo>
                    <a:pt x="6708151" y="1936556"/>
                  </a:lnTo>
                  <a:lnTo>
                    <a:pt x="6669267" y="1882894"/>
                  </a:lnTo>
                  <a:lnTo>
                    <a:pt x="6630303" y="1825569"/>
                  </a:lnTo>
                  <a:lnTo>
                    <a:pt x="6591113" y="1764646"/>
                  </a:lnTo>
                  <a:lnTo>
                    <a:pt x="6551598" y="1700272"/>
                  </a:lnTo>
                  <a:lnTo>
                    <a:pt x="6511704" y="1632677"/>
                  </a:lnTo>
                  <a:lnTo>
                    <a:pt x="6471415" y="1562173"/>
                  </a:lnTo>
                  <a:lnTo>
                    <a:pt x="6430749" y="1489155"/>
                  </a:lnTo>
                  <a:lnTo>
                    <a:pt x="6389756" y="1414091"/>
                  </a:lnTo>
                  <a:lnTo>
                    <a:pt x="6348511" y="1337515"/>
                  </a:lnTo>
                  <a:lnTo>
                    <a:pt x="6307106" y="1260006"/>
                  </a:lnTo>
                  <a:lnTo>
                    <a:pt x="6265645" y="1182176"/>
                  </a:lnTo>
                  <a:lnTo>
                    <a:pt x="6224236" y="1104647"/>
                  </a:lnTo>
                  <a:lnTo>
                    <a:pt x="6182984" y="1028030"/>
                  </a:lnTo>
                  <a:lnTo>
                    <a:pt x="6141982" y="952907"/>
                  </a:lnTo>
                  <a:lnTo>
                    <a:pt x="6101304" y="879812"/>
                  </a:lnTo>
                  <a:lnTo>
                    <a:pt x="6061001" y="809217"/>
                  </a:lnTo>
                  <a:lnTo>
                    <a:pt x="6021094" y="741518"/>
                  </a:lnTo>
                  <a:lnTo>
                    <a:pt x="5981567" y="677033"/>
                  </a:lnTo>
                  <a:lnTo>
                    <a:pt x="5942368" y="615992"/>
                  </a:lnTo>
                  <a:lnTo>
                    <a:pt x="5903398" y="558544"/>
                  </a:lnTo>
                  <a:lnTo>
                    <a:pt x="5864515" y="504759"/>
                  </a:lnTo>
                  <a:lnTo>
                    <a:pt x="5825521" y="454632"/>
                  </a:lnTo>
                  <a:lnTo>
                    <a:pt x="5786163" y="408094"/>
                  </a:lnTo>
                  <a:lnTo>
                    <a:pt x="5784835" y="406596"/>
                  </a:lnTo>
                  <a:lnTo>
                    <a:pt x="5736361" y="355238"/>
                  </a:lnTo>
                  <a:lnTo>
                    <a:pt x="5686266" y="308986"/>
                  </a:lnTo>
                  <a:lnTo>
                    <a:pt x="5633789" y="267584"/>
                  </a:lnTo>
                  <a:lnTo>
                    <a:pt x="5578074" y="230596"/>
                  </a:lnTo>
                  <a:lnTo>
                    <a:pt x="5518249" y="197528"/>
                  </a:lnTo>
                  <a:lnTo>
                    <a:pt x="5453496" y="167904"/>
                  </a:lnTo>
                  <a:lnTo>
                    <a:pt x="5383141" y="141299"/>
                  </a:lnTo>
                  <a:lnTo>
                    <a:pt x="5306775" y="117369"/>
                  </a:lnTo>
                  <a:lnTo>
                    <a:pt x="5224413" y="95860"/>
                  </a:lnTo>
                  <a:lnTo>
                    <a:pt x="5136683" y="76611"/>
                  </a:lnTo>
                  <a:lnTo>
                    <a:pt x="5045021" y="59549"/>
                  </a:lnTo>
                  <a:lnTo>
                    <a:pt x="4951807" y="44675"/>
                  </a:lnTo>
                  <a:lnTo>
                    <a:pt x="4860361" y="32035"/>
                  </a:lnTo>
                  <a:lnTo>
                    <a:pt x="4774699" y="21677"/>
                  </a:lnTo>
                  <a:lnTo>
                    <a:pt x="4699006" y="13599"/>
                  </a:lnTo>
                  <a:lnTo>
                    <a:pt x="4636887" y="7704"/>
                  </a:lnTo>
                  <a:lnTo>
                    <a:pt x="4590584" y="3772"/>
                  </a:lnTo>
                  <a:lnTo>
                    <a:pt x="4560395" y="1467"/>
                  </a:lnTo>
                  <a:lnTo>
                    <a:pt x="4544481" y="369"/>
                  </a:lnTo>
                  <a:lnTo>
                    <a:pt x="4539025" y="27"/>
                  </a:lnTo>
                  <a:lnTo>
                    <a:pt x="4538543" y="0"/>
                  </a:lnTo>
                  <a:lnTo>
                    <a:pt x="4016409" y="0"/>
                  </a:lnTo>
                  <a:lnTo>
                    <a:pt x="4015158" y="32"/>
                  </a:lnTo>
                  <a:lnTo>
                    <a:pt x="4006978" y="264"/>
                  </a:lnTo>
                  <a:lnTo>
                    <a:pt x="3986516" y="904"/>
                  </a:lnTo>
                  <a:lnTo>
                    <a:pt x="3950341" y="2163"/>
                  </a:lnTo>
                  <a:lnTo>
                    <a:pt x="3897254" y="4224"/>
                  </a:lnTo>
                  <a:lnTo>
                    <a:pt x="3828344" y="7227"/>
                  </a:lnTo>
                  <a:lnTo>
                    <a:pt x="3746618" y="11252"/>
                  </a:lnTo>
                  <a:lnTo>
                    <a:pt x="3656248" y="16327"/>
                  </a:lnTo>
                  <a:lnTo>
                    <a:pt x="3561689" y="22438"/>
                  </a:lnTo>
                  <a:lnTo>
                    <a:pt x="3466934" y="29562"/>
                  </a:lnTo>
                  <a:lnTo>
                    <a:pt x="3375071" y="37684"/>
                  </a:lnTo>
                  <a:lnTo>
                    <a:pt x="3288142" y="46819"/>
                  </a:lnTo>
                  <a:lnTo>
                    <a:pt x="3207222" y="57021"/>
                  </a:lnTo>
                  <a:lnTo>
                    <a:pt x="3132619" y="68388"/>
                  </a:lnTo>
                  <a:lnTo>
                    <a:pt x="3064084" y="81061"/>
                  </a:lnTo>
                  <a:lnTo>
                    <a:pt x="3001008" y="95224"/>
                  </a:lnTo>
                  <a:lnTo>
                    <a:pt x="2942574" y="111089"/>
                  </a:lnTo>
                  <a:lnTo>
                    <a:pt x="2887868" y="128888"/>
                  </a:lnTo>
                  <a:lnTo>
                    <a:pt x="2835968" y="148840"/>
                  </a:lnTo>
                  <a:lnTo>
                    <a:pt x="2786018" y="171102"/>
                  </a:lnTo>
                  <a:lnTo>
                    <a:pt x="2770117" y="178827"/>
                  </a:lnTo>
                  <a:lnTo>
                    <a:pt x="2721135" y="204499"/>
                  </a:lnTo>
                  <a:lnTo>
                    <a:pt x="2672630" y="232633"/>
                  </a:lnTo>
                  <a:lnTo>
                    <a:pt x="2624151" y="263268"/>
                  </a:lnTo>
                  <a:lnTo>
                    <a:pt x="2575375" y="296373"/>
                  </a:lnTo>
                  <a:lnTo>
                    <a:pt x="2526102" y="331833"/>
                  </a:lnTo>
                  <a:lnTo>
                    <a:pt x="2476232" y="369446"/>
                  </a:lnTo>
                  <a:lnTo>
                    <a:pt x="2425758" y="408920"/>
                  </a:lnTo>
                  <a:lnTo>
                    <a:pt x="2374753" y="449882"/>
                  </a:lnTo>
                  <a:lnTo>
                    <a:pt x="2323353" y="491888"/>
                  </a:lnTo>
                  <a:lnTo>
                    <a:pt x="2271738" y="534443"/>
                  </a:lnTo>
                  <a:lnTo>
                    <a:pt x="2220114" y="577023"/>
                  </a:lnTo>
                  <a:lnTo>
                    <a:pt x="2168685" y="619104"/>
                  </a:lnTo>
                  <a:lnTo>
                    <a:pt x="2117636" y="660186"/>
                  </a:lnTo>
                  <a:lnTo>
                    <a:pt x="2067107" y="699820"/>
                  </a:lnTo>
                  <a:lnTo>
                    <a:pt x="2017178" y="737624"/>
                  </a:lnTo>
                  <a:lnTo>
                    <a:pt x="1967850" y="773300"/>
                  </a:lnTo>
                  <a:lnTo>
                    <a:pt x="1919034" y="806636"/>
                  </a:lnTo>
                  <a:lnTo>
                    <a:pt x="1870538" y="837510"/>
                  </a:lnTo>
                  <a:lnTo>
                    <a:pt x="1822054" y="865882"/>
                  </a:lnTo>
                  <a:lnTo>
                    <a:pt x="1773140" y="891786"/>
                  </a:lnTo>
                  <a:lnTo>
                    <a:pt x="1768425" y="894135"/>
                  </a:lnTo>
                  <a:lnTo>
                    <a:pt x="1718948" y="917160"/>
                  </a:lnTo>
                  <a:lnTo>
                    <a:pt x="1667768" y="937848"/>
                  </a:lnTo>
                  <a:lnTo>
                    <a:pt x="1614072" y="956323"/>
                  </a:lnTo>
                  <a:lnTo>
                    <a:pt x="1556949" y="972790"/>
                  </a:lnTo>
                  <a:lnTo>
                    <a:pt x="1495474" y="987481"/>
                  </a:lnTo>
                  <a:lnTo>
                    <a:pt x="1428789" y="1000615"/>
                  </a:lnTo>
                  <a:lnTo>
                    <a:pt x="1356201" y="1012388"/>
                  </a:lnTo>
                  <a:lnTo>
                    <a:pt x="1277328" y="1022955"/>
                  </a:lnTo>
                  <a:lnTo>
                    <a:pt x="1192271" y="1032428"/>
                  </a:lnTo>
                  <a:lnTo>
                    <a:pt x="1101834" y="1040875"/>
                  </a:lnTo>
                  <a:lnTo>
                    <a:pt x="1007729" y="1048323"/>
                  </a:lnTo>
                  <a:lnTo>
                    <a:pt x="912707" y="1054766"/>
                  </a:lnTo>
                  <a:lnTo>
                    <a:pt x="820500" y="1060179"/>
                  </a:lnTo>
                  <a:lnTo>
                    <a:pt x="735483" y="1064544"/>
                  </a:lnTo>
                  <a:lnTo>
                    <a:pt x="662013" y="1067872"/>
                  </a:lnTo>
                  <a:lnTo>
                    <a:pt x="603571" y="1070226"/>
                  </a:lnTo>
                  <a:lnTo>
                    <a:pt x="561930" y="1071726"/>
                  </a:lnTo>
                  <a:lnTo>
                    <a:pt x="536646" y="1072545"/>
                  </a:lnTo>
                  <a:lnTo>
                    <a:pt x="524983" y="1072886"/>
                  </a:lnTo>
                  <a:lnTo>
                    <a:pt x="522133" y="1072962"/>
                  </a:lnTo>
                  <a:lnTo>
                    <a:pt x="0" y="1072962"/>
                  </a:lnTo>
                  <a:close/>
                </a:path>
              </a:pathLst>
            </a:custGeom>
            <a:solidFill>
              <a:srgbClr val="F28E5B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792" name="pl792"/>
            <p:cNvSpPr/>
            <p:nvPr/>
          </p:nvSpPr>
          <p:spPr>
            <a:xfrm>
              <a:off x="386606" y="2546513"/>
              <a:ext cx="8554953" cy="2439577"/>
            </a:xfrm>
            <a:custGeom>
              <a:avLst/>
              <a:pathLst>
                <a:path w="8554953" h="2439577">
                  <a:moveTo>
                    <a:pt x="0" y="1072962"/>
                  </a:moveTo>
                  <a:lnTo>
                    <a:pt x="522133" y="1072962"/>
                  </a:lnTo>
                  <a:lnTo>
                    <a:pt x="523384" y="1072930"/>
                  </a:lnTo>
                  <a:lnTo>
                    <a:pt x="531565" y="1072698"/>
                  </a:lnTo>
                  <a:lnTo>
                    <a:pt x="552027" y="1072057"/>
                  </a:lnTo>
                  <a:lnTo>
                    <a:pt x="588201" y="1070799"/>
                  </a:lnTo>
                  <a:lnTo>
                    <a:pt x="641288" y="1068738"/>
                  </a:lnTo>
                  <a:lnTo>
                    <a:pt x="710198" y="1065735"/>
                  </a:lnTo>
                  <a:lnTo>
                    <a:pt x="791924" y="1061709"/>
                  </a:lnTo>
                  <a:lnTo>
                    <a:pt x="882294" y="1056635"/>
                  </a:lnTo>
                  <a:lnTo>
                    <a:pt x="976854" y="1050523"/>
                  </a:lnTo>
                  <a:lnTo>
                    <a:pt x="1071608" y="1043400"/>
                  </a:lnTo>
                  <a:lnTo>
                    <a:pt x="1163471" y="1035278"/>
                  </a:lnTo>
                  <a:lnTo>
                    <a:pt x="1250400" y="1026143"/>
                  </a:lnTo>
                  <a:lnTo>
                    <a:pt x="1331320" y="1015941"/>
                  </a:lnTo>
                  <a:lnTo>
                    <a:pt x="1405923" y="1004574"/>
                  </a:lnTo>
                  <a:lnTo>
                    <a:pt x="1474458" y="991900"/>
                  </a:lnTo>
                  <a:lnTo>
                    <a:pt x="1537534" y="977738"/>
                  </a:lnTo>
                  <a:lnTo>
                    <a:pt x="1595969" y="961872"/>
                  </a:lnTo>
                  <a:lnTo>
                    <a:pt x="1650674" y="944073"/>
                  </a:lnTo>
                  <a:lnTo>
                    <a:pt x="1702574" y="924121"/>
                  </a:lnTo>
                  <a:lnTo>
                    <a:pt x="1752524" y="901859"/>
                  </a:lnTo>
                  <a:lnTo>
                    <a:pt x="1768425" y="894135"/>
                  </a:lnTo>
                  <a:lnTo>
                    <a:pt x="1817408" y="868462"/>
                  </a:lnTo>
                  <a:lnTo>
                    <a:pt x="1865912" y="840329"/>
                  </a:lnTo>
                  <a:lnTo>
                    <a:pt x="1914391" y="809693"/>
                  </a:lnTo>
                  <a:lnTo>
                    <a:pt x="1963167" y="776588"/>
                  </a:lnTo>
                  <a:lnTo>
                    <a:pt x="2012440" y="741128"/>
                  </a:lnTo>
                  <a:lnTo>
                    <a:pt x="2062310" y="703516"/>
                  </a:lnTo>
                  <a:lnTo>
                    <a:pt x="2112784" y="664042"/>
                  </a:lnTo>
                  <a:lnTo>
                    <a:pt x="2163789" y="623080"/>
                  </a:lnTo>
                  <a:lnTo>
                    <a:pt x="2215189" y="581073"/>
                  </a:lnTo>
                  <a:lnTo>
                    <a:pt x="2266804" y="538518"/>
                  </a:lnTo>
                  <a:lnTo>
                    <a:pt x="2318428" y="495938"/>
                  </a:lnTo>
                  <a:lnTo>
                    <a:pt x="2369857" y="453857"/>
                  </a:lnTo>
                  <a:lnTo>
                    <a:pt x="2420906" y="412775"/>
                  </a:lnTo>
                  <a:lnTo>
                    <a:pt x="2471435" y="373142"/>
                  </a:lnTo>
                  <a:lnTo>
                    <a:pt x="2521364" y="335337"/>
                  </a:lnTo>
                  <a:lnTo>
                    <a:pt x="2570692" y="299662"/>
                  </a:lnTo>
                  <a:lnTo>
                    <a:pt x="2619508" y="266325"/>
                  </a:lnTo>
                  <a:lnTo>
                    <a:pt x="2668004" y="235451"/>
                  </a:lnTo>
                  <a:lnTo>
                    <a:pt x="2716488" y="207079"/>
                  </a:lnTo>
                  <a:lnTo>
                    <a:pt x="2765402" y="181175"/>
                  </a:lnTo>
                  <a:lnTo>
                    <a:pt x="2770117" y="178827"/>
                  </a:lnTo>
                  <a:lnTo>
                    <a:pt x="2819595" y="155802"/>
                  </a:lnTo>
                  <a:lnTo>
                    <a:pt x="2870774" y="135113"/>
                  </a:lnTo>
                  <a:lnTo>
                    <a:pt x="2924471" y="116638"/>
                  </a:lnTo>
                  <a:lnTo>
                    <a:pt x="2981593" y="100171"/>
                  </a:lnTo>
                  <a:lnTo>
                    <a:pt x="3043068" y="85481"/>
                  </a:lnTo>
                  <a:lnTo>
                    <a:pt x="3109754" y="72346"/>
                  </a:lnTo>
                  <a:lnTo>
                    <a:pt x="3182341" y="60573"/>
                  </a:lnTo>
                  <a:lnTo>
                    <a:pt x="3261215" y="50007"/>
                  </a:lnTo>
                  <a:lnTo>
                    <a:pt x="3346272" y="40533"/>
                  </a:lnTo>
                  <a:lnTo>
                    <a:pt x="3436708" y="32086"/>
                  </a:lnTo>
                  <a:lnTo>
                    <a:pt x="3530813" y="24638"/>
                  </a:lnTo>
                  <a:lnTo>
                    <a:pt x="3625835" y="18196"/>
                  </a:lnTo>
                  <a:lnTo>
                    <a:pt x="3718042" y="12783"/>
                  </a:lnTo>
                  <a:lnTo>
                    <a:pt x="3803060" y="8418"/>
                  </a:lnTo>
                  <a:lnTo>
                    <a:pt x="3876529" y="5089"/>
                  </a:lnTo>
                  <a:lnTo>
                    <a:pt x="3934972" y="2735"/>
                  </a:lnTo>
                  <a:lnTo>
                    <a:pt x="3976612" y="1235"/>
                  </a:lnTo>
                  <a:lnTo>
                    <a:pt x="4001896" y="416"/>
                  </a:lnTo>
                  <a:lnTo>
                    <a:pt x="4013559" y="75"/>
                  </a:lnTo>
                  <a:lnTo>
                    <a:pt x="4016365" y="1"/>
                  </a:lnTo>
                  <a:lnTo>
                    <a:pt x="4016409" y="0"/>
                  </a:lnTo>
                  <a:lnTo>
                    <a:pt x="4538543" y="0"/>
                  </a:lnTo>
                  <a:lnTo>
                    <a:pt x="4539722" y="69"/>
                  </a:lnTo>
                  <a:lnTo>
                    <a:pt x="4547442" y="564"/>
                  </a:lnTo>
                  <a:lnTo>
                    <a:pt x="4566790" y="1934"/>
                  </a:lnTo>
                  <a:lnTo>
                    <a:pt x="4601097" y="4627"/>
                  </a:lnTo>
                  <a:lnTo>
                    <a:pt x="4651646" y="9043"/>
                  </a:lnTo>
                  <a:lnTo>
                    <a:pt x="4717594" y="15492"/>
                  </a:lnTo>
                  <a:lnTo>
                    <a:pt x="4796277" y="24161"/>
                  </a:lnTo>
                  <a:lnTo>
                    <a:pt x="4883859" y="35118"/>
                  </a:lnTo>
                  <a:lnTo>
                    <a:pt x="4976133" y="48346"/>
                  </a:lnTo>
                  <a:lnTo>
                    <a:pt x="5069225" y="63795"/>
                  </a:lnTo>
                  <a:lnTo>
                    <a:pt x="5160050" y="81426"/>
                  </a:lnTo>
                  <a:lnTo>
                    <a:pt x="5246481" y="101255"/>
                  </a:lnTo>
                  <a:lnTo>
                    <a:pt x="5327309" y="123377"/>
                  </a:lnTo>
                  <a:lnTo>
                    <a:pt x="5402086" y="147977"/>
                  </a:lnTo>
                  <a:lnTo>
                    <a:pt x="5470925" y="175334"/>
                  </a:lnTo>
                  <a:lnTo>
                    <a:pt x="5534318" y="205814"/>
                  </a:lnTo>
                  <a:lnTo>
                    <a:pt x="5592987" y="239858"/>
                  </a:lnTo>
                  <a:lnTo>
                    <a:pt x="5647772" y="277952"/>
                  </a:lnTo>
                  <a:lnTo>
                    <a:pt x="5699547" y="320584"/>
                  </a:lnTo>
                  <a:lnTo>
                    <a:pt x="5749150" y="368155"/>
                  </a:lnTo>
                  <a:lnTo>
                    <a:pt x="5784835" y="406596"/>
                  </a:lnTo>
                  <a:lnTo>
                    <a:pt x="5824210" y="453016"/>
                  </a:lnTo>
                  <a:lnTo>
                    <a:pt x="5863211" y="503021"/>
                  </a:lnTo>
                  <a:lnTo>
                    <a:pt x="5902095" y="556683"/>
                  </a:lnTo>
                  <a:lnTo>
                    <a:pt x="5941059" y="614008"/>
                  </a:lnTo>
                  <a:lnTo>
                    <a:pt x="5980249" y="674931"/>
                  </a:lnTo>
                  <a:lnTo>
                    <a:pt x="6019764" y="739304"/>
                  </a:lnTo>
                  <a:lnTo>
                    <a:pt x="6059658" y="806900"/>
                  </a:lnTo>
                  <a:lnTo>
                    <a:pt x="6099947" y="877404"/>
                  </a:lnTo>
                  <a:lnTo>
                    <a:pt x="6140613" y="950422"/>
                  </a:lnTo>
                  <a:lnTo>
                    <a:pt x="6181606" y="1025486"/>
                  </a:lnTo>
                  <a:lnTo>
                    <a:pt x="6222851" y="1102062"/>
                  </a:lnTo>
                  <a:lnTo>
                    <a:pt x="6264256" y="1179571"/>
                  </a:lnTo>
                  <a:lnTo>
                    <a:pt x="6305717" y="1257401"/>
                  </a:lnTo>
                  <a:lnTo>
                    <a:pt x="6347126" y="1334930"/>
                  </a:lnTo>
                  <a:lnTo>
                    <a:pt x="6388378" y="1411547"/>
                  </a:lnTo>
                  <a:lnTo>
                    <a:pt x="6429380" y="1486670"/>
                  </a:lnTo>
                  <a:lnTo>
                    <a:pt x="6470058" y="1559765"/>
                  </a:lnTo>
                  <a:lnTo>
                    <a:pt x="6510361" y="1630360"/>
                  </a:lnTo>
                  <a:lnTo>
                    <a:pt x="6550268" y="1698058"/>
                  </a:lnTo>
                  <a:lnTo>
                    <a:pt x="6589794" y="1762544"/>
                  </a:lnTo>
                  <a:lnTo>
                    <a:pt x="6628994" y="1823585"/>
                  </a:lnTo>
                  <a:lnTo>
                    <a:pt x="6667964" y="1881033"/>
                  </a:lnTo>
                  <a:lnTo>
                    <a:pt x="6706847" y="1934818"/>
                  </a:lnTo>
                  <a:lnTo>
                    <a:pt x="6745841" y="1984945"/>
                  </a:lnTo>
                  <a:lnTo>
                    <a:pt x="6785199" y="2031483"/>
                  </a:lnTo>
                  <a:lnTo>
                    <a:pt x="6786527" y="2032981"/>
                  </a:lnTo>
                  <a:lnTo>
                    <a:pt x="6835001" y="2084339"/>
                  </a:lnTo>
                  <a:lnTo>
                    <a:pt x="6885096" y="2130591"/>
                  </a:lnTo>
                  <a:lnTo>
                    <a:pt x="6937573" y="2171993"/>
                  </a:lnTo>
                  <a:lnTo>
                    <a:pt x="6993288" y="2208981"/>
                  </a:lnTo>
                  <a:lnTo>
                    <a:pt x="7053113" y="2242048"/>
                  </a:lnTo>
                  <a:lnTo>
                    <a:pt x="7117866" y="2271673"/>
                  </a:lnTo>
                  <a:lnTo>
                    <a:pt x="7188221" y="2298278"/>
                  </a:lnTo>
                  <a:lnTo>
                    <a:pt x="7264587" y="2322208"/>
                  </a:lnTo>
                  <a:lnTo>
                    <a:pt x="7346949" y="2343716"/>
                  </a:lnTo>
                  <a:lnTo>
                    <a:pt x="7434679" y="2362966"/>
                  </a:lnTo>
                  <a:lnTo>
                    <a:pt x="7526341" y="2380028"/>
                  </a:lnTo>
                  <a:lnTo>
                    <a:pt x="7619555" y="2394902"/>
                  </a:lnTo>
                  <a:lnTo>
                    <a:pt x="7711001" y="2407542"/>
                  </a:lnTo>
                  <a:lnTo>
                    <a:pt x="7796663" y="2417900"/>
                  </a:lnTo>
                  <a:lnTo>
                    <a:pt x="7872356" y="2425978"/>
                  </a:lnTo>
                  <a:lnTo>
                    <a:pt x="7934475" y="2431873"/>
                  </a:lnTo>
                  <a:lnTo>
                    <a:pt x="7980778" y="2435805"/>
                  </a:lnTo>
                  <a:lnTo>
                    <a:pt x="8010967" y="2438110"/>
                  </a:lnTo>
                  <a:lnTo>
                    <a:pt x="8026881" y="2439208"/>
                  </a:lnTo>
                  <a:lnTo>
                    <a:pt x="8032337" y="2439550"/>
                  </a:lnTo>
                  <a:lnTo>
                    <a:pt x="8032819" y="2439577"/>
                  </a:lnTo>
                  <a:lnTo>
                    <a:pt x="8554953" y="2439577"/>
                  </a:lnTo>
                  <a:lnTo>
                    <a:pt x="8554953" y="2439577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793" name="pl793"/>
            <p:cNvSpPr/>
            <p:nvPr/>
          </p:nvSpPr>
          <p:spPr>
            <a:xfrm>
              <a:off x="386606" y="2540866"/>
              <a:ext cx="8554953" cy="2439577"/>
            </a:xfrm>
            <a:custGeom>
              <a:avLst/>
              <a:pathLst>
                <a:path w="8554953" h="2439577">
                  <a:moveTo>
                    <a:pt x="8554953" y="2439577"/>
                  </a:moveTo>
                  <a:lnTo>
                    <a:pt x="8032819" y="2439577"/>
                  </a:lnTo>
                  <a:lnTo>
                    <a:pt x="8031640" y="2439508"/>
                  </a:lnTo>
                  <a:lnTo>
                    <a:pt x="8023920" y="2439013"/>
                  </a:lnTo>
                  <a:lnTo>
                    <a:pt x="8004572" y="2437643"/>
                  </a:lnTo>
                  <a:lnTo>
                    <a:pt x="7970265" y="2434950"/>
                  </a:lnTo>
                  <a:lnTo>
                    <a:pt x="7919716" y="2430534"/>
                  </a:lnTo>
                  <a:lnTo>
                    <a:pt x="7853768" y="2424085"/>
                  </a:lnTo>
                  <a:lnTo>
                    <a:pt x="7775085" y="2415416"/>
                  </a:lnTo>
                  <a:lnTo>
                    <a:pt x="7687503" y="2404459"/>
                  </a:lnTo>
                  <a:lnTo>
                    <a:pt x="7595229" y="2391230"/>
                  </a:lnTo>
                  <a:lnTo>
                    <a:pt x="7502137" y="2375781"/>
                  </a:lnTo>
                  <a:lnTo>
                    <a:pt x="7411312" y="2358151"/>
                  </a:lnTo>
                  <a:lnTo>
                    <a:pt x="7324881" y="2338322"/>
                  </a:lnTo>
                  <a:lnTo>
                    <a:pt x="7244053" y="2316200"/>
                  </a:lnTo>
                  <a:lnTo>
                    <a:pt x="7169276" y="2291600"/>
                  </a:lnTo>
                  <a:lnTo>
                    <a:pt x="7100437" y="2264243"/>
                  </a:lnTo>
                  <a:lnTo>
                    <a:pt x="7037044" y="2233763"/>
                  </a:lnTo>
                  <a:lnTo>
                    <a:pt x="6978375" y="2199719"/>
                  </a:lnTo>
                  <a:lnTo>
                    <a:pt x="6923590" y="2161625"/>
                  </a:lnTo>
                  <a:lnTo>
                    <a:pt x="6871815" y="2118993"/>
                  </a:lnTo>
                  <a:lnTo>
                    <a:pt x="6822212" y="2071421"/>
                  </a:lnTo>
                  <a:lnTo>
                    <a:pt x="6786527" y="2032981"/>
                  </a:lnTo>
                  <a:lnTo>
                    <a:pt x="6747152" y="1986561"/>
                  </a:lnTo>
                  <a:lnTo>
                    <a:pt x="6708151" y="1936556"/>
                  </a:lnTo>
                  <a:lnTo>
                    <a:pt x="6669267" y="1882894"/>
                  </a:lnTo>
                  <a:lnTo>
                    <a:pt x="6630303" y="1825569"/>
                  </a:lnTo>
                  <a:lnTo>
                    <a:pt x="6591113" y="1764646"/>
                  </a:lnTo>
                  <a:lnTo>
                    <a:pt x="6551598" y="1700272"/>
                  </a:lnTo>
                  <a:lnTo>
                    <a:pt x="6511704" y="1632677"/>
                  </a:lnTo>
                  <a:lnTo>
                    <a:pt x="6471415" y="1562173"/>
                  </a:lnTo>
                  <a:lnTo>
                    <a:pt x="6430749" y="1489155"/>
                  </a:lnTo>
                  <a:lnTo>
                    <a:pt x="6389756" y="1414091"/>
                  </a:lnTo>
                  <a:lnTo>
                    <a:pt x="6348511" y="1337515"/>
                  </a:lnTo>
                  <a:lnTo>
                    <a:pt x="6307106" y="1260006"/>
                  </a:lnTo>
                  <a:lnTo>
                    <a:pt x="6265645" y="1182176"/>
                  </a:lnTo>
                  <a:lnTo>
                    <a:pt x="6224236" y="1104647"/>
                  </a:lnTo>
                  <a:lnTo>
                    <a:pt x="6182984" y="1028030"/>
                  </a:lnTo>
                  <a:lnTo>
                    <a:pt x="6141982" y="952907"/>
                  </a:lnTo>
                  <a:lnTo>
                    <a:pt x="6101304" y="879812"/>
                  </a:lnTo>
                  <a:lnTo>
                    <a:pt x="6061001" y="809217"/>
                  </a:lnTo>
                  <a:lnTo>
                    <a:pt x="6021094" y="741518"/>
                  </a:lnTo>
                  <a:lnTo>
                    <a:pt x="5981567" y="677033"/>
                  </a:lnTo>
                  <a:lnTo>
                    <a:pt x="5942368" y="615992"/>
                  </a:lnTo>
                  <a:lnTo>
                    <a:pt x="5903398" y="558544"/>
                  </a:lnTo>
                  <a:lnTo>
                    <a:pt x="5864515" y="504759"/>
                  </a:lnTo>
                  <a:lnTo>
                    <a:pt x="5825521" y="454632"/>
                  </a:lnTo>
                  <a:lnTo>
                    <a:pt x="5786163" y="408094"/>
                  </a:lnTo>
                  <a:lnTo>
                    <a:pt x="5784835" y="406596"/>
                  </a:lnTo>
                  <a:lnTo>
                    <a:pt x="5736361" y="355238"/>
                  </a:lnTo>
                  <a:lnTo>
                    <a:pt x="5686266" y="308986"/>
                  </a:lnTo>
                  <a:lnTo>
                    <a:pt x="5633789" y="267584"/>
                  </a:lnTo>
                  <a:lnTo>
                    <a:pt x="5578074" y="230596"/>
                  </a:lnTo>
                  <a:lnTo>
                    <a:pt x="5518249" y="197528"/>
                  </a:lnTo>
                  <a:lnTo>
                    <a:pt x="5453496" y="167904"/>
                  </a:lnTo>
                  <a:lnTo>
                    <a:pt x="5383141" y="141299"/>
                  </a:lnTo>
                  <a:lnTo>
                    <a:pt x="5306775" y="117369"/>
                  </a:lnTo>
                  <a:lnTo>
                    <a:pt x="5224413" y="95860"/>
                  </a:lnTo>
                  <a:lnTo>
                    <a:pt x="5136683" y="76611"/>
                  </a:lnTo>
                  <a:lnTo>
                    <a:pt x="5045021" y="59549"/>
                  </a:lnTo>
                  <a:lnTo>
                    <a:pt x="4951807" y="44675"/>
                  </a:lnTo>
                  <a:lnTo>
                    <a:pt x="4860361" y="32035"/>
                  </a:lnTo>
                  <a:lnTo>
                    <a:pt x="4774699" y="21677"/>
                  </a:lnTo>
                  <a:lnTo>
                    <a:pt x="4699006" y="13599"/>
                  </a:lnTo>
                  <a:lnTo>
                    <a:pt x="4636887" y="7704"/>
                  </a:lnTo>
                  <a:lnTo>
                    <a:pt x="4590584" y="3772"/>
                  </a:lnTo>
                  <a:lnTo>
                    <a:pt x="4560395" y="1467"/>
                  </a:lnTo>
                  <a:lnTo>
                    <a:pt x="4544481" y="369"/>
                  </a:lnTo>
                  <a:lnTo>
                    <a:pt x="4539025" y="27"/>
                  </a:lnTo>
                  <a:lnTo>
                    <a:pt x="4538543" y="0"/>
                  </a:lnTo>
                  <a:lnTo>
                    <a:pt x="4016409" y="0"/>
                  </a:lnTo>
                  <a:lnTo>
                    <a:pt x="4015158" y="32"/>
                  </a:lnTo>
                  <a:lnTo>
                    <a:pt x="4006978" y="264"/>
                  </a:lnTo>
                  <a:lnTo>
                    <a:pt x="3986516" y="904"/>
                  </a:lnTo>
                  <a:lnTo>
                    <a:pt x="3950341" y="2163"/>
                  </a:lnTo>
                  <a:lnTo>
                    <a:pt x="3897254" y="4224"/>
                  </a:lnTo>
                  <a:lnTo>
                    <a:pt x="3828344" y="7227"/>
                  </a:lnTo>
                  <a:lnTo>
                    <a:pt x="3746618" y="11252"/>
                  </a:lnTo>
                  <a:lnTo>
                    <a:pt x="3656248" y="16327"/>
                  </a:lnTo>
                  <a:lnTo>
                    <a:pt x="3561689" y="22438"/>
                  </a:lnTo>
                  <a:lnTo>
                    <a:pt x="3466934" y="29562"/>
                  </a:lnTo>
                  <a:lnTo>
                    <a:pt x="3375071" y="37684"/>
                  </a:lnTo>
                  <a:lnTo>
                    <a:pt x="3288142" y="46819"/>
                  </a:lnTo>
                  <a:lnTo>
                    <a:pt x="3207222" y="57021"/>
                  </a:lnTo>
                  <a:lnTo>
                    <a:pt x="3132619" y="68388"/>
                  </a:lnTo>
                  <a:lnTo>
                    <a:pt x="3064084" y="81061"/>
                  </a:lnTo>
                  <a:lnTo>
                    <a:pt x="3001008" y="95224"/>
                  </a:lnTo>
                  <a:lnTo>
                    <a:pt x="2942574" y="111089"/>
                  </a:lnTo>
                  <a:lnTo>
                    <a:pt x="2887868" y="128888"/>
                  </a:lnTo>
                  <a:lnTo>
                    <a:pt x="2835968" y="148840"/>
                  </a:lnTo>
                  <a:lnTo>
                    <a:pt x="2786018" y="171102"/>
                  </a:lnTo>
                  <a:lnTo>
                    <a:pt x="2770117" y="178827"/>
                  </a:lnTo>
                  <a:lnTo>
                    <a:pt x="2721135" y="204499"/>
                  </a:lnTo>
                  <a:lnTo>
                    <a:pt x="2672630" y="232633"/>
                  </a:lnTo>
                  <a:lnTo>
                    <a:pt x="2624151" y="263268"/>
                  </a:lnTo>
                  <a:lnTo>
                    <a:pt x="2575375" y="296373"/>
                  </a:lnTo>
                  <a:lnTo>
                    <a:pt x="2526102" y="331833"/>
                  </a:lnTo>
                  <a:lnTo>
                    <a:pt x="2476232" y="369446"/>
                  </a:lnTo>
                  <a:lnTo>
                    <a:pt x="2425758" y="408920"/>
                  </a:lnTo>
                  <a:lnTo>
                    <a:pt x="2374753" y="449882"/>
                  </a:lnTo>
                  <a:lnTo>
                    <a:pt x="2323353" y="491888"/>
                  </a:lnTo>
                  <a:lnTo>
                    <a:pt x="2271738" y="534443"/>
                  </a:lnTo>
                  <a:lnTo>
                    <a:pt x="2220114" y="577023"/>
                  </a:lnTo>
                  <a:lnTo>
                    <a:pt x="2168685" y="619104"/>
                  </a:lnTo>
                  <a:lnTo>
                    <a:pt x="2117636" y="660186"/>
                  </a:lnTo>
                  <a:lnTo>
                    <a:pt x="2067107" y="699820"/>
                  </a:lnTo>
                  <a:lnTo>
                    <a:pt x="2017178" y="737624"/>
                  </a:lnTo>
                  <a:lnTo>
                    <a:pt x="1967850" y="773300"/>
                  </a:lnTo>
                  <a:lnTo>
                    <a:pt x="1919034" y="806636"/>
                  </a:lnTo>
                  <a:lnTo>
                    <a:pt x="1870538" y="837510"/>
                  </a:lnTo>
                  <a:lnTo>
                    <a:pt x="1822054" y="865882"/>
                  </a:lnTo>
                  <a:lnTo>
                    <a:pt x="1773140" y="891786"/>
                  </a:lnTo>
                  <a:lnTo>
                    <a:pt x="1768425" y="894135"/>
                  </a:lnTo>
                  <a:lnTo>
                    <a:pt x="1718948" y="917160"/>
                  </a:lnTo>
                  <a:lnTo>
                    <a:pt x="1667768" y="937848"/>
                  </a:lnTo>
                  <a:lnTo>
                    <a:pt x="1614072" y="956323"/>
                  </a:lnTo>
                  <a:lnTo>
                    <a:pt x="1556949" y="972790"/>
                  </a:lnTo>
                  <a:lnTo>
                    <a:pt x="1495474" y="987481"/>
                  </a:lnTo>
                  <a:lnTo>
                    <a:pt x="1428789" y="1000615"/>
                  </a:lnTo>
                  <a:lnTo>
                    <a:pt x="1356201" y="1012388"/>
                  </a:lnTo>
                  <a:lnTo>
                    <a:pt x="1277328" y="1022955"/>
                  </a:lnTo>
                  <a:lnTo>
                    <a:pt x="1192271" y="1032428"/>
                  </a:lnTo>
                  <a:lnTo>
                    <a:pt x="1101834" y="1040875"/>
                  </a:lnTo>
                  <a:lnTo>
                    <a:pt x="1007729" y="1048323"/>
                  </a:lnTo>
                  <a:lnTo>
                    <a:pt x="912707" y="1054766"/>
                  </a:lnTo>
                  <a:lnTo>
                    <a:pt x="820500" y="1060179"/>
                  </a:lnTo>
                  <a:lnTo>
                    <a:pt x="735483" y="1064544"/>
                  </a:lnTo>
                  <a:lnTo>
                    <a:pt x="662013" y="1067872"/>
                  </a:lnTo>
                  <a:lnTo>
                    <a:pt x="603571" y="1070226"/>
                  </a:lnTo>
                  <a:lnTo>
                    <a:pt x="561930" y="1071726"/>
                  </a:lnTo>
                  <a:lnTo>
                    <a:pt x="536646" y="1072545"/>
                  </a:lnTo>
                  <a:lnTo>
                    <a:pt x="524983" y="1072886"/>
                  </a:lnTo>
                  <a:lnTo>
                    <a:pt x="522177" y="1072961"/>
                  </a:lnTo>
                  <a:lnTo>
                    <a:pt x="522133" y="1072962"/>
                  </a:lnTo>
                  <a:lnTo>
                    <a:pt x="0" y="1072962"/>
                  </a:lnTo>
                  <a:lnTo>
                    <a:pt x="0" y="1072962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794" name="pg794"/>
            <p:cNvSpPr/>
            <p:nvPr/>
          </p:nvSpPr>
          <p:spPr>
            <a:xfrm>
              <a:off x="386606" y="2580396"/>
              <a:ext cx="8554953" cy="2930881"/>
            </a:xfrm>
            <a:custGeom>
              <a:avLst/>
              <a:pathLst>
                <a:path w="8554953" h="2930881">
                  <a:moveTo>
                    <a:pt x="0" y="1044726"/>
                  </a:moveTo>
                  <a:lnTo>
                    <a:pt x="522133" y="1044726"/>
                  </a:lnTo>
                  <a:lnTo>
                    <a:pt x="523385" y="1044695"/>
                  </a:lnTo>
                  <a:lnTo>
                    <a:pt x="531573" y="1044470"/>
                  </a:lnTo>
                  <a:lnTo>
                    <a:pt x="552053" y="1043849"/>
                  </a:lnTo>
                  <a:lnTo>
                    <a:pt x="588257" y="1042629"/>
                  </a:lnTo>
                  <a:lnTo>
                    <a:pt x="641384" y="1040632"/>
                  </a:lnTo>
                  <a:lnTo>
                    <a:pt x="710341" y="1037721"/>
                  </a:lnTo>
                  <a:lnTo>
                    <a:pt x="792115" y="1033819"/>
                  </a:lnTo>
                  <a:lnTo>
                    <a:pt x="882528" y="1028901"/>
                  </a:lnTo>
                  <a:lnTo>
                    <a:pt x="977123" y="1022978"/>
                  </a:lnTo>
                  <a:lnTo>
                    <a:pt x="1071902" y="1016074"/>
                  </a:lnTo>
                  <a:lnTo>
                    <a:pt x="1163780" y="1008203"/>
                  </a:lnTo>
                  <a:lnTo>
                    <a:pt x="1250717" y="999350"/>
                  </a:lnTo>
                  <a:lnTo>
                    <a:pt x="1331637" y="989463"/>
                  </a:lnTo>
                  <a:lnTo>
                    <a:pt x="1406237" y="978447"/>
                  </a:lnTo>
                  <a:lnTo>
                    <a:pt x="1474767" y="966163"/>
                  </a:lnTo>
                  <a:lnTo>
                    <a:pt x="1537839" y="952436"/>
                  </a:lnTo>
                  <a:lnTo>
                    <a:pt x="1596269" y="937058"/>
                  </a:lnTo>
                  <a:lnTo>
                    <a:pt x="1650974" y="919804"/>
                  </a:lnTo>
                  <a:lnTo>
                    <a:pt x="1702877" y="900464"/>
                  </a:lnTo>
                  <a:lnTo>
                    <a:pt x="1752833" y="878884"/>
                  </a:lnTo>
                  <a:lnTo>
                    <a:pt x="1768425" y="871546"/>
                  </a:lnTo>
                  <a:lnTo>
                    <a:pt x="1817666" y="846546"/>
                  </a:lnTo>
                  <a:lnTo>
                    <a:pt x="1866427" y="819137"/>
                  </a:lnTo>
                  <a:lnTo>
                    <a:pt x="1915167" y="789278"/>
                  </a:lnTo>
                  <a:lnTo>
                    <a:pt x="1964209" y="757004"/>
                  </a:lnTo>
                  <a:lnTo>
                    <a:pt x="2013758" y="722429"/>
                  </a:lnTo>
                  <a:lnTo>
                    <a:pt x="2063912" y="685753"/>
                  </a:lnTo>
                  <a:lnTo>
                    <a:pt x="2114674" y="647266"/>
                  </a:lnTo>
                  <a:lnTo>
                    <a:pt x="2165969" y="607337"/>
                  </a:lnTo>
                  <a:lnTo>
                    <a:pt x="2217656" y="566406"/>
                  </a:lnTo>
                  <a:lnTo>
                    <a:pt x="2269551" y="524963"/>
                  </a:lnTo>
                  <a:lnTo>
                    <a:pt x="2321444" y="483522"/>
                  </a:lnTo>
                  <a:lnTo>
                    <a:pt x="2373128" y="442599"/>
                  </a:lnTo>
                  <a:lnTo>
                    <a:pt x="2424418" y="402684"/>
                  </a:lnTo>
                  <a:lnTo>
                    <a:pt x="2475174" y="364214"/>
                  </a:lnTo>
                  <a:lnTo>
                    <a:pt x="2525321" y="327560"/>
                  </a:lnTo>
                  <a:lnTo>
                    <a:pt x="2574864" y="293008"/>
                  </a:lnTo>
                  <a:lnTo>
                    <a:pt x="2623902" y="260760"/>
                  </a:lnTo>
                  <a:lnTo>
                    <a:pt x="2672640" y="230928"/>
                  </a:lnTo>
                  <a:lnTo>
                    <a:pt x="2721403" y="203545"/>
                  </a:lnTo>
                  <a:lnTo>
                    <a:pt x="2770117" y="178827"/>
                  </a:lnTo>
                  <a:lnTo>
                    <a:pt x="2819610" y="156522"/>
                  </a:lnTo>
                  <a:lnTo>
                    <a:pt x="2870807" y="136482"/>
                  </a:lnTo>
                  <a:lnTo>
                    <a:pt x="2924523" y="118586"/>
                  </a:lnTo>
                  <a:lnTo>
                    <a:pt x="2981668" y="102636"/>
                  </a:lnTo>
                  <a:lnTo>
                    <a:pt x="3043168" y="88408"/>
                  </a:lnTo>
                  <a:lnTo>
                    <a:pt x="3109885" y="75686"/>
                  </a:lnTo>
                  <a:lnTo>
                    <a:pt x="3182507" y="64284"/>
                  </a:lnTo>
                  <a:lnTo>
                    <a:pt x="3261421" y="54050"/>
                  </a:lnTo>
                  <a:lnTo>
                    <a:pt x="3346520" y="44876"/>
                  </a:lnTo>
                  <a:lnTo>
                    <a:pt x="3436999" y="36696"/>
                  </a:lnTo>
                  <a:lnTo>
                    <a:pt x="3531141" y="29484"/>
                  </a:lnTo>
                  <a:lnTo>
                    <a:pt x="3626190" y="23247"/>
                  </a:lnTo>
                  <a:lnTo>
                    <a:pt x="3718407" y="18007"/>
                  </a:lnTo>
                  <a:lnTo>
                    <a:pt x="3803411" y="13783"/>
                  </a:lnTo>
                  <a:lnTo>
                    <a:pt x="3876842" y="10563"/>
                  </a:lnTo>
                  <a:lnTo>
                    <a:pt x="3935223" y="8287"/>
                  </a:lnTo>
                  <a:lnTo>
                    <a:pt x="3976789" y="6837"/>
                  </a:lnTo>
                  <a:lnTo>
                    <a:pt x="4001996" y="6047"/>
                  </a:lnTo>
                  <a:lnTo>
                    <a:pt x="4013596" y="5719"/>
                  </a:lnTo>
                  <a:lnTo>
                    <a:pt x="4016409" y="5647"/>
                  </a:lnTo>
                  <a:lnTo>
                    <a:pt x="4538543" y="5647"/>
                  </a:lnTo>
                  <a:lnTo>
                    <a:pt x="4539686" y="5727"/>
                  </a:lnTo>
                  <a:lnTo>
                    <a:pt x="4547181" y="6303"/>
                  </a:lnTo>
                  <a:lnTo>
                    <a:pt x="4565984" y="7895"/>
                  </a:lnTo>
                  <a:lnTo>
                    <a:pt x="4599371" y="11025"/>
                  </a:lnTo>
                  <a:lnTo>
                    <a:pt x="4648662" y="16163"/>
                  </a:lnTo>
                  <a:lnTo>
                    <a:pt x="4713132" y="23672"/>
                  </a:lnTo>
                  <a:lnTo>
                    <a:pt x="4790280" y="33780"/>
                  </a:lnTo>
                  <a:lnTo>
                    <a:pt x="4876437" y="46574"/>
                  </a:lnTo>
                  <a:lnTo>
                    <a:pt x="4967524" y="62041"/>
                  </a:lnTo>
                  <a:lnTo>
                    <a:pt x="5059734" y="80121"/>
                  </a:lnTo>
                  <a:lnTo>
                    <a:pt x="5149989" y="100767"/>
                  </a:lnTo>
                  <a:lnTo>
                    <a:pt x="5236126" y="123988"/>
                  </a:lnTo>
                  <a:lnTo>
                    <a:pt x="5316875" y="149882"/>
                  </a:lnTo>
                  <a:lnTo>
                    <a:pt x="5391718" y="178651"/>
                  </a:lnTo>
                  <a:lnTo>
                    <a:pt x="5460702" y="210606"/>
                  </a:lnTo>
                  <a:lnTo>
                    <a:pt x="5524257" y="246156"/>
                  </a:lnTo>
                  <a:lnTo>
                    <a:pt x="5583059" y="285802"/>
                  </a:lnTo>
                  <a:lnTo>
                    <a:pt x="5637907" y="330104"/>
                  </a:lnTo>
                  <a:lnTo>
                    <a:pt x="5689650" y="379634"/>
                  </a:lnTo>
                  <a:lnTo>
                    <a:pt x="5739111" y="434889"/>
                  </a:lnTo>
                  <a:lnTo>
                    <a:pt x="5784835" y="493186"/>
                  </a:lnTo>
                  <a:lnTo>
                    <a:pt x="5821603" y="545008"/>
                  </a:lnTo>
                  <a:lnTo>
                    <a:pt x="5858029" y="600569"/>
                  </a:lnTo>
                  <a:lnTo>
                    <a:pt x="5894326" y="659944"/>
                  </a:lnTo>
                  <a:lnTo>
                    <a:pt x="5930663" y="723153"/>
                  </a:lnTo>
                  <a:lnTo>
                    <a:pt x="5967169" y="790147"/>
                  </a:lnTo>
                  <a:lnTo>
                    <a:pt x="6003933" y="860807"/>
                  </a:lnTo>
                  <a:lnTo>
                    <a:pt x="6041013" y="934940"/>
                  </a:lnTo>
                  <a:lnTo>
                    <a:pt x="6078435" y="1012276"/>
                  </a:lnTo>
                  <a:lnTo>
                    <a:pt x="6116198" y="1092469"/>
                  </a:lnTo>
                  <a:lnTo>
                    <a:pt x="6154275" y="1175101"/>
                  </a:lnTo>
                  <a:lnTo>
                    <a:pt x="6192618" y="1259692"/>
                  </a:lnTo>
                  <a:lnTo>
                    <a:pt x="6231160" y="1345706"/>
                  </a:lnTo>
                  <a:lnTo>
                    <a:pt x="6269824" y="1432569"/>
                  </a:lnTo>
                  <a:lnTo>
                    <a:pt x="6308524" y="1519679"/>
                  </a:lnTo>
                  <a:lnTo>
                    <a:pt x="6347173" y="1606432"/>
                  </a:lnTo>
                  <a:lnTo>
                    <a:pt x="6385684" y="1692231"/>
                  </a:lnTo>
                  <a:lnTo>
                    <a:pt x="6423983" y="1776506"/>
                  </a:lnTo>
                  <a:lnTo>
                    <a:pt x="6462006" y="1858733"/>
                  </a:lnTo>
                  <a:lnTo>
                    <a:pt x="6499709" y="1938439"/>
                  </a:lnTo>
                  <a:lnTo>
                    <a:pt x="6537069" y="2015220"/>
                  </a:lnTo>
                  <a:lnTo>
                    <a:pt x="6574090" y="2088743"/>
                  </a:lnTo>
                  <a:lnTo>
                    <a:pt x="6610802" y="2158753"/>
                  </a:lnTo>
                  <a:lnTo>
                    <a:pt x="6647269" y="2225070"/>
                  </a:lnTo>
                  <a:lnTo>
                    <a:pt x="6683588" y="2287588"/>
                  </a:lnTo>
                  <a:lnTo>
                    <a:pt x="6719895" y="2346272"/>
                  </a:lnTo>
                  <a:lnTo>
                    <a:pt x="6756365" y="2401151"/>
                  </a:lnTo>
                  <a:lnTo>
                    <a:pt x="6786527" y="2443342"/>
                  </a:lnTo>
                  <a:lnTo>
                    <a:pt x="6834497" y="2504324"/>
                  </a:lnTo>
                  <a:lnTo>
                    <a:pt x="6884047" y="2559305"/>
                  </a:lnTo>
                  <a:lnTo>
                    <a:pt x="6935914" y="2608581"/>
                  </a:lnTo>
                  <a:lnTo>
                    <a:pt x="6990927" y="2652656"/>
                  </a:lnTo>
                  <a:lnTo>
                    <a:pt x="7049931" y="2692101"/>
                  </a:lnTo>
                  <a:lnTo>
                    <a:pt x="7113724" y="2727475"/>
                  </a:lnTo>
                  <a:lnTo>
                    <a:pt x="7182971" y="2759274"/>
                  </a:lnTo>
                  <a:lnTo>
                    <a:pt x="7258089" y="2787904"/>
                  </a:lnTo>
                  <a:lnTo>
                    <a:pt x="7339104" y="2813671"/>
                  </a:lnTo>
                  <a:lnTo>
                    <a:pt x="7425465" y="2836771"/>
                  </a:lnTo>
                  <a:lnTo>
                    <a:pt x="7515866" y="2857299"/>
                  </a:lnTo>
                  <a:lnTo>
                    <a:pt x="7608099" y="2875260"/>
                  </a:lnTo>
                  <a:lnTo>
                    <a:pt x="7699046" y="2890604"/>
                  </a:lnTo>
                  <a:lnTo>
                    <a:pt x="7784877" y="2903274"/>
                  </a:lnTo>
                  <a:lnTo>
                    <a:pt x="7861513" y="2913259"/>
                  </a:lnTo>
                  <a:lnTo>
                    <a:pt x="7925325" y="2920653"/>
                  </a:lnTo>
                  <a:lnTo>
                    <a:pt x="7973881" y="2925689"/>
                  </a:lnTo>
                  <a:lnTo>
                    <a:pt x="8006550" y="2928736"/>
                  </a:lnTo>
                  <a:lnTo>
                    <a:pt x="8024744" y="2930270"/>
                  </a:lnTo>
                  <a:lnTo>
                    <a:pt x="8031824" y="2930811"/>
                  </a:lnTo>
                  <a:lnTo>
                    <a:pt x="8032819" y="2930881"/>
                  </a:lnTo>
                  <a:lnTo>
                    <a:pt x="8554953" y="2930881"/>
                  </a:lnTo>
                  <a:lnTo>
                    <a:pt x="8554953" y="2925234"/>
                  </a:lnTo>
                  <a:lnTo>
                    <a:pt x="8032819" y="2925234"/>
                  </a:lnTo>
                  <a:lnTo>
                    <a:pt x="8031676" y="2925153"/>
                  </a:lnTo>
                  <a:lnTo>
                    <a:pt x="8024181" y="2924578"/>
                  </a:lnTo>
                  <a:lnTo>
                    <a:pt x="8005378" y="2922986"/>
                  </a:lnTo>
                  <a:lnTo>
                    <a:pt x="7971991" y="2919856"/>
                  </a:lnTo>
                  <a:lnTo>
                    <a:pt x="7922700" y="2914718"/>
                  </a:lnTo>
                  <a:lnTo>
                    <a:pt x="7858230" y="2907208"/>
                  </a:lnTo>
                  <a:lnTo>
                    <a:pt x="7781082" y="2897101"/>
                  </a:lnTo>
                  <a:lnTo>
                    <a:pt x="7694925" y="2884307"/>
                  </a:lnTo>
                  <a:lnTo>
                    <a:pt x="7603838" y="2868840"/>
                  </a:lnTo>
                  <a:lnTo>
                    <a:pt x="7511628" y="2850759"/>
                  </a:lnTo>
                  <a:lnTo>
                    <a:pt x="7421373" y="2830114"/>
                  </a:lnTo>
                  <a:lnTo>
                    <a:pt x="7335236" y="2806893"/>
                  </a:lnTo>
                  <a:lnTo>
                    <a:pt x="7254487" y="2780999"/>
                  </a:lnTo>
                  <a:lnTo>
                    <a:pt x="7179644" y="2752230"/>
                  </a:lnTo>
                  <a:lnTo>
                    <a:pt x="7110660" y="2720275"/>
                  </a:lnTo>
                  <a:lnTo>
                    <a:pt x="7047104" y="2684725"/>
                  </a:lnTo>
                  <a:lnTo>
                    <a:pt x="6988303" y="2645078"/>
                  </a:lnTo>
                  <a:lnTo>
                    <a:pt x="6933455" y="2600776"/>
                  </a:lnTo>
                  <a:lnTo>
                    <a:pt x="6881712" y="2551247"/>
                  </a:lnTo>
                  <a:lnTo>
                    <a:pt x="6832251" y="2495992"/>
                  </a:lnTo>
                  <a:lnTo>
                    <a:pt x="6786527" y="2437695"/>
                  </a:lnTo>
                  <a:lnTo>
                    <a:pt x="6749759" y="2385873"/>
                  </a:lnTo>
                  <a:lnTo>
                    <a:pt x="6713333" y="2330312"/>
                  </a:lnTo>
                  <a:lnTo>
                    <a:pt x="6677036" y="2270936"/>
                  </a:lnTo>
                  <a:lnTo>
                    <a:pt x="6640699" y="2207728"/>
                  </a:lnTo>
                  <a:lnTo>
                    <a:pt x="6604193" y="2140734"/>
                  </a:lnTo>
                  <a:lnTo>
                    <a:pt x="6567429" y="2070074"/>
                  </a:lnTo>
                  <a:lnTo>
                    <a:pt x="6530349" y="1995941"/>
                  </a:lnTo>
                  <a:lnTo>
                    <a:pt x="6492927" y="1918605"/>
                  </a:lnTo>
                  <a:lnTo>
                    <a:pt x="6455164" y="1838412"/>
                  </a:lnTo>
                  <a:lnTo>
                    <a:pt x="6417087" y="1755779"/>
                  </a:lnTo>
                  <a:lnTo>
                    <a:pt x="6378744" y="1671188"/>
                  </a:lnTo>
                  <a:lnTo>
                    <a:pt x="6340202" y="1585174"/>
                  </a:lnTo>
                  <a:lnTo>
                    <a:pt x="6301538" y="1498312"/>
                  </a:lnTo>
                  <a:lnTo>
                    <a:pt x="6262838" y="1411202"/>
                  </a:lnTo>
                  <a:lnTo>
                    <a:pt x="6224189" y="1324449"/>
                  </a:lnTo>
                  <a:lnTo>
                    <a:pt x="6185678" y="1238650"/>
                  </a:lnTo>
                  <a:lnTo>
                    <a:pt x="6147379" y="1154374"/>
                  </a:lnTo>
                  <a:lnTo>
                    <a:pt x="6109356" y="1072148"/>
                  </a:lnTo>
                  <a:lnTo>
                    <a:pt x="6071653" y="992442"/>
                  </a:lnTo>
                  <a:lnTo>
                    <a:pt x="6034293" y="915661"/>
                  </a:lnTo>
                  <a:lnTo>
                    <a:pt x="5997272" y="842137"/>
                  </a:lnTo>
                  <a:lnTo>
                    <a:pt x="5960560" y="772127"/>
                  </a:lnTo>
                  <a:lnTo>
                    <a:pt x="5924093" y="705811"/>
                  </a:lnTo>
                  <a:lnTo>
                    <a:pt x="5887774" y="643293"/>
                  </a:lnTo>
                  <a:lnTo>
                    <a:pt x="5851467" y="584609"/>
                  </a:lnTo>
                  <a:lnTo>
                    <a:pt x="5814996" y="529730"/>
                  </a:lnTo>
                  <a:lnTo>
                    <a:pt x="5784835" y="487539"/>
                  </a:lnTo>
                  <a:lnTo>
                    <a:pt x="5736865" y="426557"/>
                  </a:lnTo>
                  <a:lnTo>
                    <a:pt x="5687315" y="371575"/>
                  </a:lnTo>
                  <a:lnTo>
                    <a:pt x="5635448" y="322299"/>
                  </a:lnTo>
                  <a:lnTo>
                    <a:pt x="5580435" y="278225"/>
                  </a:lnTo>
                  <a:lnTo>
                    <a:pt x="5521431" y="238780"/>
                  </a:lnTo>
                  <a:lnTo>
                    <a:pt x="5457638" y="203406"/>
                  </a:lnTo>
                  <a:lnTo>
                    <a:pt x="5388391" y="171607"/>
                  </a:lnTo>
                  <a:lnTo>
                    <a:pt x="5313273" y="142977"/>
                  </a:lnTo>
                  <a:lnTo>
                    <a:pt x="5232258" y="117210"/>
                  </a:lnTo>
                  <a:lnTo>
                    <a:pt x="5145897" y="94109"/>
                  </a:lnTo>
                  <a:lnTo>
                    <a:pt x="5055496" y="73582"/>
                  </a:lnTo>
                  <a:lnTo>
                    <a:pt x="4963263" y="55621"/>
                  </a:lnTo>
                  <a:lnTo>
                    <a:pt x="4872316" y="40277"/>
                  </a:lnTo>
                  <a:lnTo>
                    <a:pt x="4786485" y="27607"/>
                  </a:lnTo>
                  <a:lnTo>
                    <a:pt x="4709849" y="17622"/>
                  </a:lnTo>
                  <a:lnTo>
                    <a:pt x="4646037" y="10228"/>
                  </a:lnTo>
                  <a:lnTo>
                    <a:pt x="4597480" y="5192"/>
                  </a:lnTo>
                  <a:lnTo>
                    <a:pt x="4564812" y="2145"/>
                  </a:lnTo>
                  <a:lnTo>
                    <a:pt x="4546618" y="611"/>
                  </a:lnTo>
                  <a:lnTo>
                    <a:pt x="4539538" y="69"/>
                  </a:lnTo>
                  <a:lnTo>
                    <a:pt x="4538543" y="0"/>
                  </a:lnTo>
                  <a:lnTo>
                    <a:pt x="4016409" y="0"/>
                  </a:lnTo>
                  <a:lnTo>
                    <a:pt x="4015157" y="31"/>
                  </a:lnTo>
                  <a:lnTo>
                    <a:pt x="4006969" y="256"/>
                  </a:lnTo>
                  <a:lnTo>
                    <a:pt x="3986489" y="877"/>
                  </a:lnTo>
                  <a:lnTo>
                    <a:pt x="3950285" y="2096"/>
                  </a:lnTo>
                  <a:lnTo>
                    <a:pt x="3897158" y="4094"/>
                  </a:lnTo>
                  <a:lnTo>
                    <a:pt x="3828201" y="7005"/>
                  </a:lnTo>
                  <a:lnTo>
                    <a:pt x="3746427" y="10907"/>
                  </a:lnTo>
                  <a:lnTo>
                    <a:pt x="3656014" y="15825"/>
                  </a:lnTo>
                  <a:lnTo>
                    <a:pt x="3561420" y="21748"/>
                  </a:lnTo>
                  <a:lnTo>
                    <a:pt x="3466640" y="28651"/>
                  </a:lnTo>
                  <a:lnTo>
                    <a:pt x="3374762" y="36523"/>
                  </a:lnTo>
                  <a:lnTo>
                    <a:pt x="3287825" y="45376"/>
                  </a:lnTo>
                  <a:lnTo>
                    <a:pt x="3206905" y="55263"/>
                  </a:lnTo>
                  <a:lnTo>
                    <a:pt x="3132305" y="66279"/>
                  </a:lnTo>
                  <a:lnTo>
                    <a:pt x="3063775" y="78562"/>
                  </a:lnTo>
                  <a:lnTo>
                    <a:pt x="3000704" y="92290"/>
                  </a:lnTo>
                  <a:lnTo>
                    <a:pt x="2942273" y="107668"/>
                  </a:lnTo>
                  <a:lnTo>
                    <a:pt x="2887568" y="124921"/>
                  </a:lnTo>
                  <a:lnTo>
                    <a:pt x="2835665" y="144262"/>
                  </a:lnTo>
                  <a:lnTo>
                    <a:pt x="2785710" y="165842"/>
                  </a:lnTo>
                  <a:lnTo>
                    <a:pt x="2770117" y="173179"/>
                  </a:lnTo>
                  <a:lnTo>
                    <a:pt x="2720876" y="198180"/>
                  </a:lnTo>
                  <a:lnTo>
                    <a:pt x="2672115" y="225589"/>
                  </a:lnTo>
                  <a:lnTo>
                    <a:pt x="2623375" y="255447"/>
                  </a:lnTo>
                  <a:lnTo>
                    <a:pt x="2574333" y="287721"/>
                  </a:lnTo>
                  <a:lnTo>
                    <a:pt x="2524784" y="322297"/>
                  </a:lnTo>
                  <a:lnTo>
                    <a:pt x="2474630" y="358973"/>
                  </a:lnTo>
                  <a:lnTo>
                    <a:pt x="2423868" y="397460"/>
                  </a:lnTo>
                  <a:lnTo>
                    <a:pt x="2372573" y="437388"/>
                  </a:lnTo>
                  <a:lnTo>
                    <a:pt x="2320886" y="478319"/>
                  </a:lnTo>
                  <a:lnTo>
                    <a:pt x="2268991" y="519763"/>
                  </a:lnTo>
                  <a:lnTo>
                    <a:pt x="2217098" y="561204"/>
                  </a:lnTo>
                  <a:lnTo>
                    <a:pt x="2165414" y="602126"/>
                  </a:lnTo>
                  <a:lnTo>
                    <a:pt x="2114124" y="642042"/>
                  </a:lnTo>
                  <a:lnTo>
                    <a:pt x="2063368" y="680511"/>
                  </a:lnTo>
                  <a:lnTo>
                    <a:pt x="2013221" y="717166"/>
                  </a:lnTo>
                  <a:lnTo>
                    <a:pt x="1963678" y="751717"/>
                  </a:lnTo>
                  <a:lnTo>
                    <a:pt x="1914640" y="783966"/>
                  </a:lnTo>
                  <a:lnTo>
                    <a:pt x="1865902" y="813798"/>
                  </a:lnTo>
                  <a:lnTo>
                    <a:pt x="1817139" y="841181"/>
                  </a:lnTo>
                  <a:lnTo>
                    <a:pt x="1768425" y="865899"/>
                  </a:lnTo>
                  <a:lnTo>
                    <a:pt x="1718932" y="888204"/>
                  </a:lnTo>
                  <a:lnTo>
                    <a:pt x="1667735" y="908244"/>
                  </a:lnTo>
                  <a:lnTo>
                    <a:pt x="1614020" y="926140"/>
                  </a:lnTo>
                  <a:lnTo>
                    <a:pt x="1556875" y="942090"/>
                  </a:lnTo>
                  <a:lnTo>
                    <a:pt x="1495374" y="956318"/>
                  </a:lnTo>
                  <a:lnTo>
                    <a:pt x="1428658" y="969040"/>
                  </a:lnTo>
                  <a:lnTo>
                    <a:pt x="1356035" y="980442"/>
                  </a:lnTo>
                  <a:lnTo>
                    <a:pt x="1277122" y="990675"/>
                  </a:lnTo>
                  <a:lnTo>
                    <a:pt x="1192022" y="999850"/>
                  </a:lnTo>
                  <a:lnTo>
                    <a:pt x="1101543" y="1008030"/>
                  </a:lnTo>
                  <a:lnTo>
                    <a:pt x="1007401" y="1015241"/>
                  </a:lnTo>
                  <a:lnTo>
                    <a:pt x="912352" y="1021479"/>
                  </a:lnTo>
                  <a:lnTo>
                    <a:pt x="820136" y="1026719"/>
                  </a:lnTo>
                  <a:lnTo>
                    <a:pt x="735132" y="1030943"/>
                  </a:lnTo>
                  <a:lnTo>
                    <a:pt x="661701" y="1034163"/>
                  </a:lnTo>
                  <a:lnTo>
                    <a:pt x="603319" y="1036439"/>
                  </a:lnTo>
                  <a:lnTo>
                    <a:pt x="561753" y="1037888"/>
                  </a:lnTo>
                  <a:lnTo>
                    <a:pt x="536546" y="1038678"/>
                  </a:lnTo>
                  <a:lnTo>
                    <a:pt x="524946" y="1039007"/>
                  </a:lnTo>
                  <a:lnTo>
                    <a:pt x="522133" y="1039079"/>
                  </a:lnTo>
                  <a:lnTo>
                    <a:pt x="0" y="1039079"/>
                  </a:lnTo>
                  <a:close/>
                </a:path>
              </a:pathLst>
            </a:custGeom>
            <a:solidFill>
              <a:srgbClr val="F28E5B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795" name="pl795"/>
            <p:cNvSpPr/>
            <p:nvPr/>
          </p:nvSpPr>
          <p:spPr>
            <a:xfrm>
              <a:off x="386606" y="2586043"/>
              <a:ext cx="8554953" cy="2925234"/>
            </a:xfrm>
            <a:custGeom>
              <a:avLst/>
              <a:pathLst>
                <a:path w="8554953" h="2925234">
                  <a:moveTo>
                    <a:pt x="0" y="1039079"/>
                  </a:moveTo>
                  <a:lnTo>
                    <a:pt x="522133" y="1039079"/>
                  </a:lnTo>
                  <a:lnTo>
                    <a:pt x="523385" y="1039048"/>
                  </a:lnTo>
                  <a:lnTo>
                    <a:pt x="531573" y="1038823"/>
                  </a:lnTo>
                  <a:lnTo>
                    <a:pt x="552053" y="1038202"/>
                  </a:lnTo>
                  <a:lnTo>
                    <a:pt x="588257" y="1036982"/>
                  </a:lnTo>
                  <a:lnTo>
                    <a:pt x="641384" y="1034984"/>
                  </a:lnTo>
                  <a:lnTo>
                    <a:pt x="710341" y="1032074"/>
                  </a:lnTo>
                  <a:lnTo>
                    <a:pt x="792115" y="1028172"/>
                  </a:lnTo>
                  <a:lnTo>
                    <a:pt x="882528" y="1023254"/>
                  </a:lnTo>
                  <a:lnTo>
                    <a:pt x="977123" y="1017331"/>
                  </a:lnTo>
                  <a:lnTo>
                    <a:pt x="1071902" y="1010427"/>
                  </a:lnTo>
                  <a:lnTo>
                    <a:pt x="1163780" y="1002556"/>
                  </a:lnTo>
                  <a:lnTo>
                    <a:pt x="1250717" y="993703"/>
                  </a:lnTo>
                  <a:lnTo>
                    <a:pt x="1331637" y="983816"/>
                  </a:lnTo>
                  <a:lnTo>
                    <a:pt x="1406237" y="972799"/>
                  </a:lnTo>
                  <a:lnTo>
                    <a:pt x="1474767" y="960516"/>
                  </a:lnTo>
                  <a:lnTo>
                    <a:pt x="1537839" y="946789"/>
                  </a:lnTo>
                  <a:lnTo>
                    <a:pt x="1596269" y="931410"/>
                  </a:lnTo>
                  <a:lnTo>
                    <a:pt x="1650974" y="914157"/>
                  </a:lnTo>
                  <a:lnTo>
                    <a:pt x="1702877" y="894817"/>
                  </a:lnTo>
                  <a:lnTo>
                    <a:pt x="1752833" y="873237"/>
                  </a:lnTo>
                  <a:lnTo>
                    <a:pt x="1768425" y="865899"/>
                  </a:lnTo>
                  <a:lnTo>
                    <a:pt x="1817666" y="840899"/>
                  </a:lnTo>
                  <a:lnTo>
                    <a:pt x="1866427" y="813489"/>
                  </a:lnTo>
                  <a:lnTo>
                    <a:pt x="1915167" y="783631"/>
                  </a:lnTo>
                  <a:lnTo>
                    <a:pt x="1964209" y="751357"/>
                  </a:lnTo>
                  <a:lnTo>
                    <a:pt x="2013758" y="716782"/>
                  </a:lnTo>
                  <a:lnTo>
                    <a:pt x="2063912" y="680106"/>
                  </a:lnTo>
                  <a:lnTo>
                    <a:pt x="2114674" y="641619"/>
                  </a:lnTo>
                  <a:lnTo>
                    <a:pt x="2165969" y="601690"/>
                  </a:lnTo>
                  <a:lnTo>
                    <a:pt x="2217656" y="560759"/>
                  </a:lnTo>
                  <a:lnTo>
                    <a:pt x="2269551" y="519316"/>
                  </a:lnTo>
                  <a:lnTo>
                    <a:pt x="2321444" y="477875"/>
                  </a:lnTo>
                  <a:lnTo>
                    <a:pt x="2373128" y="436952"/>
                  </a:lnTo>
                  <a:lnTo>
                    <a:pt x="2424418" y="397037"/>
                  </a:lnTo>
                  <a:lnTo>
                    <a:pt x="2475174" y="358567"/>
                  </a:lnTo>
                  <a:lnTo>
                    <a:pt x="2525321" y="321913"/>
                  </a:lnTo>
                  <a:lnTo>
                    <a:pt x="2574864" y="287361"/>
                  </a:lnTo>
                  <a:lnTo>
                    <a:pt x="2623902" y="255113"/>
                  </a:lnTo>
                  <a:lnTo>
                    <a:pt x="2672640" y="225281"/>
                  </a:lnTo>
                  <a:lnTo>
                    <a:pt x="2721403" y="197898"/>
                  </a:lnTo>
                  <a:lnTo>
                    <a:pt x="2770117" y="173179"/>
                  </a:lnTo>
                  <a:lnTo>
                    <a:pt x="2819610" y="150875"/>
                  </a:lnTo>
                  <a:lnTo>
                    <a:pt x="2870807" y="130834"/>
                  </a:lnTo>
                  <a:lnTo>
                    <a:pt x="2924523" y="112939"/>
                  </a:lnTo>
                  <a:lnTo>
                    <a:pt x="2981668" y="96989"/>
                  </a:lnTo>
                  <a:lnTo>
                    <a:pt x="3043168" y="82760"/>
                  </a:lnTo>
                  <a:lnTo>
                    <a:pt x="3109885" y="70039"/>
                  </a:lnTo>
                  <a:lnTo>
                    <a:pt x="3182507" y="58637"/>
                  </a:lnTo>
                  <a:lnTo>
                    <a:pt x="3261421" y="48403"/>
                  </a:lnTo>
                  <a:lnTo>
                    <a:pt x="3346520" y="39229"/>
                  </a:lnTo>
                  <a:lnTo>
                    <a:pt x="3436999" y="31049"/>
                  </a:lnTo>
                  <a:lnTo>
                    <a:pt x="3531141" y="23837"/>
                  </a:lnTo>
                  <a:lnTo>
                    <a:pt x="3626190" y="17600"/>
                  </a:lnTo>
                  <a:lnTo>
                    <a:pt x="3718407" y="12360"/>
                  </a:lnTo>
                  <a:lnTo>
                    <a:pt x="3803411" y="8136"/>
                  </a:lnTo>
                  <a:lnTo>
                    <a:pt x="3876842" y="4915"/>
                  </a:lnTo>
                  <a:lnTo>
                    <a:pt x="3935223" y="2640"/>
                  </a:lnTo>
                  <a:lnTo>
                    <a:pt x="3976789" y="1190"/>
                  </a:lnTo>
                  <a:lnTo>
                    <a:pt x="4001996" y="400"/>
                  </a:lnTo>
                  <a:lnTo>
                    <a:pt x="4013596" y="72"/>
                  </a:lnTo>
                  <a:lnTo>
                    <a:pt x="4016367" y="0"/>
                  </a:lnTo>
                  <a:lnTo>
                    <a:pt x="4016409" y="0"/>
                  </a:lnTo>
                  <a:lnTo>
                    <a:pt x="4538543" y="0"/>
                  </a:lnTo>
                  <a:lnTo>
                    <a:pt x="4539686" y="80"/>
                  </a:lnTo>
                  <a:lnTo>
                    <a:pt x="4547181" y="656"/>
                  </a:lnTo>
                  <a:lnTo>
                    <a:pt x="4565984" y="2248"/>
                  </a:lnTo>
                  <a:lnTo>
                    <a:pt x="4599371" y="5378"/>
                  </a:lnTo>
                  <a:lnTo>
                    <a:pt x="4648662" y="10515"/>
                  </a:lnTo>
                  <a:lnTo>
                    <a:pt x="4713132" y="18025"/>
                  </a:lnTo>
                  <a:lnTo>
                    <a:pt x="4790280" y="28133"/>
                  </a:lnTo>
                  <a:lnTo>
                    <a:pt x="4876437" y="40927"/>
                  </a:lnTo>
                  <a:lnTo>
                    <a:pt x="4967524" y="56394"/>
                  </a:lnTo>
                  <a:lnTo>
                    <a:pt x="5059734" y="74474"/>
                  </a:lnTo>
                  <a:lnTo>
                    <a:pt x="5149989" y="95120"/>
                  </a:lnTo>
                  <a:lnTo>
                    <a:pt x="5236126" y="118340"/>
                  </a:lnTo>
                  <a:lnTo>
                    <a:pt x="5316875" y="144234"/>
                  </a:lnTo>
                  <a:lnTo>
                    <a:pt x="5391718" y="173004"/>
                  </a:lnTo>
                  <a:lnTo>
                    <a:pt x="5460702" y="204958"/>
                  </a:lnTo>
                  <a:lnTo>
                    <a:pt x="5524257" y="240509"/>
                  </a:lnTo>
                  <a:lnTo>
                    <a:pt x="5583059" y="280155"/>
                  </a:lnTo>
                  <a:lnTo>
                    <a:pt x="5637907" y="324457"/>
                  </a:lnTo>
                  <a:lnTo>
                    <a:pt x="5689650" y="373987"/>
                  </a:lnTo>
                  <a:lnTo>
                    <a:pt x="5739111" y="429242"/>
                  </a:lnTo>
                  <a:lnTo>
                    <a:pt x="5784835" y="487539"/>
                  </a:lnTo>
                  <a:lnTo>
                    <a:pt x="5821603" y="539361"/>
                  </a:lnTo>
                  <a:lnTo>
                    <a:pt x="5858029" y="594921"/>
                  </a:lnTo>
                  <a:lnTo>
                    <a:pt x="5894326" y="654297"/>
                  </a:lnTo>
                  <a:lnTo>
                    <a:pt x="5930663" y="717506"/>
                  </a:lnTo>
                  <a:lnTo>
                    <a:pt x="5967169" y="784499"/>
                  </a:lnTo>
                  <a:lnTo>
                    <a:pt x="6003933" y="855159"/>
                  </a:lnTo>
                  <a:lnTo>
                    <a:pt x="6041013" y="929292"/>
                  </a:lnTo>
                  <a:lnTo>
                    <a:pt x="6078435" y="1006628"/>
                  </a:lnTo>
                  <a:lnTo>
                    <a:pt x="6116198" y="1086821"/>
                  </a:lnTo>
                  <a:lnTo>
                    <a:pt x="6154275" y="1169454"/>
                  </a:lnTo>
                  <a:lnTo>
                    <a:pt x="6192618" y="1254045"/>
                  </a:lnTo>
                  <a:lnTo>
                    <a:pt x="6231160" y="1340059"/>
                  </a:lnTo>
                  <a:lnTo>
                    <a:pt x="6269824" y="1426921"/>
                  </a:lnTo>
                  <a:lnTo>
                    <a:pt x="6308524" y="1514032"/>
                  </a:lnTo>
                  <a:lnTo>
                    <a:pt x="6347173" y="1600785"/>
                  </a:lnTo>
                  <a:lnTo>
                    <a:pt x="6385684" y="1686584"/>
                  </a:lnTo>
                  <a:lnTo>
                    <a:pt x="6423983" y="1770859"/>
                  </a:lnTo>
                  <a:lnTo>
                    <a:pt x="6462006" y="1853085"/>
                  </a:lnTo>
                  <a:lnTo>
                    <a:pt x="6499709" y="1932791"/>
                  </a:lnTo>
                  <a:lnTo>
                    <a:pt x="6537069" y="2009573"/>
                  </a:lnTo>
                  <a:lnTo>
                    <a:pt x="6574090" y="2083096"/>
                  </a:lnTo>
                  <a:lnTo>
                    <a:pt x="6610802" y="2153106"/>
                  </a:lnTo>
                  <a:lnTo>
                    <a:pt x="6647269" y="2219423"/>
                  </a:lnTo>
                  <a:lnTo>
                    <a:pt x="6683588" y="2281941"/>
                  </a:lnTo>
                  <a:lnTo>
                    <a:pt x="6719895" y="2340625"/>
                  </a:lnTo>
                  <a:lnTo>
                    <a:pt x="6756365" y="2395504"/>
                  </a:lnTo>
                  <a:lnTo>
                    <a:pt x="6786527" y="2437695"/>
                  </a:lnTo>
                  <a:lnTo>
                    <a:pt x="6834497" y="2498676"/>
                  </a:lnTo>
                  <a:lnTo>
                    <a:pt x="6884047" y="2553658"/>
                  </a:lnTo>
                  <a:lnTo>
                    <a:pt x="6935914" y="2602934"/>
                  </a:lnTo>
                  <a:lnTo>
                    <a:pt x="6990927" y="2647008"/>
                  </a:lnTo>
                  <a:lnTo>
                    <a:pt x="7049931" y="2686453"/>
                  </a:lnTo>
                  <a:lnTo>
                    <a:pt x="7113724" y="2721827"/>
                  </a:lnTo>
                  <a:lnTo>
                    <a:pt x="7182971" y="2753626"/>
                  </a:lnTo>
                  <a:lnTo>
                    <a:pt x="7258089" y="2782257"/>
                  </a:lnTo>
                  <a:lnTo>
                    <a:pt x="7339104" y="2808024"/>
                  </a:lnTo>
                  <a:lnTo>
                    <a:pt x="7425465" y="2831124"/>
                  </a:lnTo>
                  <a:lnTo>
                    <a:pt x="7515866" y="2851652"/>
                  </a:lnTo>
                  <a:lnTo>
                    <a:pt x="7608099" y="2869612"/>
                  </a:lnTo>
                  <a:lnTo>
                    <a:pt x="7699046" y="2884957"/>
                  </a:lnTo>
                  <a:lnTo>
                    <a:pt x="7784877" y="2897627"/>
                  </a:lnTo>
                  <a:lnTo>
                    <a:pt x="7861513" y="2907612"/>
                  </a:lnTo>
                  <a:lnTo>
                    <a:pt x="7925325" y="2915006"/>
                  </a:lnTo>
                  <a:lnTo>
                    <a:pt x="7973881" y="2920041"/>
                  </a:lnTo>
                  <a:lnTo>
                    <a:pt x="8006550" y="2923089"/>
                  </a:lnTo>
                  <a:lnTo>
                    <a:pt x="8024744" y="2924623"/>
                  </a:lnTo>
                  <a:lnTo>
                    <a:pt x="8031824" y="2925164"/>
                  </a:lnTo>
                  <a:lnTo>
                    <a:pt x="8032819" y="2925234"/>
                  </a:lnTo>
                  <a:lnTo>
                    <a:pt x="8554953" y="2925234"/>
                  </a:lnTo>
                  <a:lnTo>
                    <a:pt x="8554953" y="2925234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796" name="pl796"/>
            <p:cNvSpPr/>
            <p:nvPr/>
          </p:nvSpPr>
          <p:spPr>
            <a:xfrm>
              <a:off x="386606" y="2580396"/>
              <a:ext cx="8554953" cy="2925234"/>
            </a:xfrm>
            <a:custGeom>
              <a:avLst/>
              <a:pathLst>
                <a:path w="8554953" h="2925234">
                  <a:moveTo>
                    <a:pt x="8554953" y="2925234"/>
                  </a:moveTo>
                  <a:lnTo>
                    <a:pt x="8032819" y="2925234"/>
                  </a:lnTo>
                  <a:lnTo>
                    <a:pt x="8031676" y="2925153"/>
                  </a:lnTo>
                  <a:lnTo>
                    <a:pt x="8024181" y="2924578"/>
                  </a:lnTo>
                  <a:lnTo>
                    <a:pt x="8005378" y="2922986"/>
                  </a:lnTo>
                  <a:lnTo>
                    <a:pt x="7971991" y="2919856"/>
                  </a:lnTo>
                  <a:lnTo>
                    <a:pt x="7922700" y="2914718"/>
                  </a:lnTo>
                  <a:lnTo>
                    <a:pt x="7858230" y="2907208"/>
                  </a:lnTo>
                  <a:lnTo>
                    <a:pt x="7781082" y="2897101"/>
                  </a:lnTo>
                  <a:lnTo>
                    <a:pt x="7694925" y="2884307"/>
                  </a:lnTo>
                  <a:lnTo>
                    <a:pt x="7603838" y="2868840"/>
                  </a:lnTo>
                  <a:lnTo>
                    <a:pt x="7511628" y="2850759"/>
                  </a:lnTo>
                  <a:lnTo>
                    <a:pt x="7421373" y="2830114"/>
                  </a:lnTo>
                  <a:lnTo>
                    <a:pt x="7335236" y="2806893"/>
                  </a:lnTo>
                  <a:lnTo>
                    <a:pt x="7254487" y="2780999"/>
                  </a:lnTo>
                  <a:lnTo>
                    <a:pt x="7179644" y="2752230"/>
                  </a:lnTo>
                  <a:lnTo>
                    <a:pt x="7110660" y="2720275"/>
                  </a:lnTo>
                  <a:lnTo>
                    <a:pt x="7047104" y="2684725"/>
                  </a:lnTo>
                  <a:lnTo>
                    <a:pt x="6988303" y="2645078"/>
                  </a:lnTo>
                  <a:lnTo>
                    <a:pt x="6933455" y="2600776"/>
                  </a:lnTo>
                  <a:lnTo>
                    <a:pt x="6881712" y="2551247"/>
                  </a:lnTo>
                  <a:lnTo>
                    <a:pt x="6832251" y="2495992"/>
                  </a:lnTo>
                  <a:lnTo>
                    <a:pt x="6786527" y="2437695"/>
                  </a:lnTo>
                  <a:lnTo>
                    <a:pt x="6749759" y="2385873"/>
                  </a:lnTo>
                  <a:lnTo>
                    <a:pt x="6713333" y="2330312"/>
                  </a:lnTo>
                  <a:lnTo>
                    <a:pt x="6677036" y="2270936"/>
                  </a:lnTo>
                  <a:lnTo>
                    <a:pt x="6640699" y="2207728"/>
                  </a:lnTo>
                  <a:lnTo>
                    <a:pt x="6604193" y="2140734"/>
                  </a:lnTo>
                  <a:lnTo>
                    <a:pt x="6567429" y="2070074"/>
                  </a:lnTo>
                  <a:lnTo>
                    <a:pt x="6530349" y="1995941"/>
                  </a:lnTo>
                  <a:lnTo>
                    <a:pt x="6492927" y="1918605"/>
                  </a:lnTo>
                  <a:lnTo>
                    <a:pt x="6455164" y="1838412"/>
                  </a:lnTo>
                  <a:lnTo>
                    <a:pt x="6417087" y="1755779"/>
                  </a:lnTo>
                  <a:lnTo>
                    <a:pt x="6378744" y="1671188"/>
                  </a:lnTo>
                  <a:lnTo>
                    <a:pt x="6340202" y="1585174"/>
                  </a:lnTo>
                  <a:lnTo>
                    <a:pt x="6301538" y="1498312"/>
                  </a:lnTo>
                  <a:lnTo>
                    <a:pt x="6262838" y="1411202"/>
                  </a:lnTo>
                  <a:lnTo>
                    <a:pt x="6224189" y="1324449"/>
                  </a:lnTo>
                  <a:lnTo>
                    <a:pt x="6185678" y="1238650"/>
                  </a:lnTo>
                  <a:lnTo>
                    <a:pt x="6147379" y="1154374"/>
                  </a:lnTo>
                  <a:lnTo>
                    <a:pt x="6109356" y="1072148"/>
                  </a:lnTo>
                  <a:lnTo>
                    <a:pt x="6071653" y="992442"/>
                  </a:lnTo>
                  <a:lnTo>
                    <a:pt x="6034293" y="915661"/>
                  </a:lnTo>
                  <a:lnTo>
                    <a:pt x="5997272" y="842137"/>
                  </a:lnTo>
                  <a:lnTo>
                    <a:pt x="5960560" y="772127"/>
                  </a:lnTo>
                  <a:lnTo>
                    <a:pt x="5924093" y="705811"/>
                  </a:lnTo>
                  <a:lnTo>
                    <a:pt x="5887774" y="643293"/>
                  </a:lnTo>
                  <a:lnTo>
                    <a:pt x="5851467" y="584609"/>
                  </a:lnTo>
                  <a:lnTo>
                    <a:pt x="5814996" y="529730"/>
                  </a:lnTo>
                  <a:lnTo>
                    <a:pt x="5784835" y="487539"/>
                  </a:lnTo>
                  <a:lnTo>
                    <a:pt x="5736865" y="426557"/>
                  </a:lnTo>
                  <a:lnTo>
                    <a:pt x="5687315" y="371575"/>
                  </a:lnTo>
                  <a:lnTo>
                    <a:pt x="5635448" y="322299"/>
                  </a:lnTo>
                  <a:lnTo>
                    <a:pt x="5580435" y="278225"/>
                  </a:lnTo>
                  <a:lnTo>
                    <a:pt x="5521431" y="238780"/>
                  </a:lnTo>
                  <a:lnTo>
                    <a:pt x="5457638" y="203406"/>
                  </a:lnTo>
                  <a:lnTo>
                    <a:pt x="5388391" y="171607"/>
                  </a:lnTo>
                  <a:lnTo>
                    <a:pt x="5313273" y="142977"/>
                  </a:lnTo>
                  <a:lnTo>
                    <a:pt x="5232258" y="117210"/>
                  </a:lnTo>
                  <a:lnTo>
                    <a:pt x="5145897" y="94109"/>
                  </a:lnTo>
                  <a:lnTo>
                    <a:pt x="5055496" y="73582"/>
                  </a:lnTo>
                  <a:lnTo>
                    <a:pt x="4963263" y="55621"/>
                  </a:lnTo>
                  <a:lnTo>
                    <a:pt x="4872316" y="40277"/>
                  </a:lnTo>
                  <a:lnTo>
                    <a:pt x="4786485" y="27607"/>
                  </a:lnTo>
                  <a:lnTo>
                    <a:pt x="4709849" y="17622"/>
                  </a:lnTo>
                  <a:lnTo>
                    <a:pt x="4646037" y="10228"/>
                  </a:lnTo>
                  <a:lnTo>
                    <a:pt x="4597480" y="5192"/>
                  </a:lnTo>
                  <a:lnTo>
                    <a:pt x="4564812" y="2145"/>
                  </a:lnTo>
                  <a:lnTo>
                    <a:pt x="4546618" y="611"/>
                  </a:lnTo>
                  <a:lnTo>
                    <a:pt x="4539538" y="69"/>
                  </a:lnTo>
                  <a:lnTo>
                    <a:pt x="4538543" y="0"/>
                  </a:lnTo>
                  <a:lnTo>
                    <a:pt x="4016409" y="0"/>
                  </a:lnTo>
                  <a:lnTo>
                    <a:pt x="4015157" y="31"/>
                  </a:lnTo>
                  <a:lnTo>
                    <a:pt x="4006969" y="256"/>
                  </a:lnTo>
                  <a:lnTo>
                    <a:pt x="3986489" y="877"/>
                  </a:lnTo>
                  <a:lnTo>
                    <a:pt x="3950285" y="2096"/>
                  </a:lnTo>
                  <a:lnTo>
                    <a:pt x="3897158" y="4094"/>
                  </a:lnTo>
                  <a:lnTo>
                    <a:pt x="3828201" y="7005"/>
                  </a:lnTo>
                  <a:lnTo>
                    <a:pt x="3746427" y="10907"/>
                  </a:lnTo>
                  <a:lnTo>
                    <a:pt x="3656014" y="15825"/>
                  </a:lnTo>
                  <a:lnTo>
                    <a:pt x="3561420" y="21748"/>
                  </a:lnTo>
                  <a:lnTo>
                    <a:pt x="3466640" y="28651"/>
                  </a:lnTo>
                  <a:lnTo>
                    <a:pt x="3374762" y="36523"/>
                  </a:lnTo>
                  <a:lnTo>
                    <a:pt x="3287825" y="45376"/>
                  </a:lnTo>
                  <a:lnTo>
                    <a:pt x="3206905" y="55263"/>
                  </a:lnTo>
                  <a:lnTo>
                    <a:pt x="3132305" y="66279"/>
                  </a:lnTo>
                  <a:lnTo>
                    <a:pt x="3063775" y="78562"/>
                  </a:lnTo>
                  <a:lnTo>
                    <a:pt x="3000704" y="92290"/>
                  </a:lnTo>
                  <a:lnTo>
                    <a:pt x="2942273" y="107668"/>
                  </a:lnTo>
                  <a:lnTo>
                    <a:pt x="2887568" y="124921"/>
                  </a:lnTo>
                  <a:lnTo>
                    <a:pt x="2835665" y="144262"/>
                  </a:lnTo>
                  <a:lnTo>
                    <a:pt x="2785710" y="165842"/>
                  </a:lnTo>
                  <a:lnTo>
                    <a:pt x="2770117" y="173179"/>
                  </a:lnTo>
                  <a:lnTo>
                    <a:pt x="2720876" y="198180"/>
                  </a:lnTo>
                  <a:lnTo>
                    <a:pt x="2672115" y="225589"/>
                  </a:lnTo>
                  <a:lnTo>
                    <a:pt x="2623375" y="255447"/>
                  </a:lnTo>
                  <a:lnTo>
                    <a:pt x="2574333" y="287721"/>
                  </a:lnTo>
                  <a:lnTo>
                    <a:pt x="2524784" y="322297"/>
                  </a:lnTo>
                  <a:lnTo>
                    <a:pt x="2474630" y="358973"/>
                  </a:lnTo>
                  <a:lnTo>
                    <a:pt x="2423868" y="397460"/>
                  </a:lnTo>
                  <a:lnTo>
                    <a:pt x="2372573" y="437388"/>
                  </a:lnTo>
                  <a:lnTo>
                    <a:pt x="2320886" y="478319"/>
                  </a:lnTo>
                  <a:lnTo>
                    <a:pt x="2268991" y="519763"/>
                  </a:lnTo>
                  <a:lnTo>
                    <a:pt x="2217098" y="561204"/>
                  </a:lnTo>
                  <a:lnTo>
                    <a:pt x="2165414" y="602126"/>
                  </a:lnTo>
                  <a:lnTo>
                    <a:pt x="2114124" y="642042"/>
                  </a:lnTo>
                  <a:lnTo>
                    <a:pt x="2063368" y="680511"/>
                  </a:lnTo>
                  <a:lnTo>
                    <a:pt x="2013221" y="717166"/>
                  </a:lnTo>
                  <a:lnTo>
                    <a:pt x="1963678" y="751717"/>
                  </a:lnTo>
                  <a:lnTo>
                    <a:pt x="1914640" y="783966"/>
                  </a:lnTo>
                  <a:lnTo>
                    <a:pt x="1865902" y="813798"/>
                  </a:lnTo>
                  <a:lnTo>
                    <a:pt x="1817139" y="841181"/>
                  </a:lnTo>
                  <a:lnTo>
                    <a:pt x="1768425" y="865899"/>
                  </a:lnTo>
                  <a:lnTo>
                    <a:pt x="1718932" y="888204"/>
                  </a:lnTo>
                  <a:lnTo>
                    <a:pt x="1667735" y="908244"/>
                  </a:lnTo>
                  <a:lnTo>
                    <a:pt x="1614020" y="926140"/>
                  </a:lnTo>
                  <a:lnTo>
                    <a:pt x="1556875" y="942090"/>
                  </a:lnTo>
                  <a:lnTo>
                    <a:pt x="1495374" y="956318"/>
                  </a:lnTo>
                  <a:lnTo>
                    <a:pt x="1428658" y="969040"/>
                  </a:lnTo>
                  <a:lnTo>
                    <a:pt x="1356035" y="980442"/>
                  </a:lnTo>
                  <a:lnTo>
                    <a:pt x="1277122" y="990675"/>
                  </a:lnTo>
                  <a:lnTo>
                    <a:pt x="1192022" y="999850"/>
                  </a:lnTo>
                  <a:lnTo>
                    <a:pt x="1101543" y="1008030"/>
                  </a:lnTo>
                  <a:lnTo>
                    <a:pt x="1007401" y="1015241"/>
                  </a:lnTo>
                  <a:lnTo>
                    <a:pt x="912352" y="1021479"/>
                  </a:lnTo>
                  <a:lnTo>
                    <a:pt x="820136" y="1026719"/>
                  </a:lnTo>
                  <a:lnTo>
                    <a:pt x="735132" y="1030943"/>
                  </a:lnTo>
                  <a:lnTo>
                    <a:pt x="661701" y="1034163"/>
                  </a:lnTo>
                  <a:lnTo>
                    <a:pt x="603319" y="1036439"/>
                  </a:lnTo>
                  <a:lnTo>
                    <a:pt x="561753" y="1037888"/>
                  </a:lnTo>
                  <a:lnTo>
                    <a:pt x="536546" y="1038678"/>
                  </a:lnTo>
                  <a:lnTo>
                    <a:pt x="524946" y="1039007"/>
                  </a:lnTo>
                  <a:lnTo>
                    <a:pt x="522175" y="1039078"/>
                  </a:lnTo>
                  <a:lnTo>
                    <a:pt x="522133" y="1039079"/>
                  </a:lnTo>
                  <a:lnTo>
                    <a:pt x="0" y="1039079"/>
                  </a:lnTo>
                  <a:lnTo>
                    <a:pt x="0" y="1039079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797" name="pg797"/>
            <p:cNvSpPr/>
            <p:nvPr/>
          </p:nvSpPr>
          <p:spPr>
            <a:xfrm>
              <a:off x="386606" y="2586043"/>
              <a:ext cx="8554953" cy="3422185"/>
            </a:xfrm>
            <a:custGeom>
              <a:avLst/>
              <a:pathLst>
                <a:path w="8554953" h="3422185">
                  <a:moveTo>
                    <a:pt x="0" y="1056020"/>
                  </a:moveTo>
                  <a:lnTo>
                    <a:pt x="522133" y="1056020"/>
                  </a:lnTo>
                  <a:lnTo>
                    <a:pt x="523385" y="1055989"/>
                  </a:lnTo>
                  <a:lnTo>
                    <a:pt x="531573" y="1055764"/>
                  </a:lnTo>
                  <a:lnTo>
                    <a:pt x="552053" y="1055143"/>
                  </a:lnTo>
                  <a:lnTo>
                    <a:pt x="588257" y="1053924"/>
                  </a:lnTo>
                  <a:lnTo>
                    <a:pt x="641384" y="1051926"/>
                  </a:lnTo>
                  <a:lnTo>
                    <a:pt x="710341" y="1049015"/>
                  </a:lnTo>
                  <a:lnTo>
                    <a:pt x="792115" y="1045113"/>
                  </a:lnTo>
                  <a:lnTo>
                    <a:pt x="882528" y="1040195"/>
                  </a:lnTo>
                  <a:lnTo>
                    <a:pt x="977123" y="1034272"/>
                  </a:lnTo>
                  <a:lnTo>
                    <a:pt x="1071902" y="1027369"/>
                  </a:lnTo>
                  <a:lnTo>
                    <a:pt x="1163780" y="1019497"/>
                  </a:lnTo>
                  <a:lnTo>
                    <a:pt x="1250717" y="1010644"/>
                  </a:lnTo>
                  <a:lnTo>
                    <a:pt x="1331637" y="1000757"/>
                  </a:lnTo>
                  <a:lnTo>
                    <a:pt x="1406237" y="989741"/>
                  </a:lnTo>
                  <a:lnTo>
                    <a:pt x="1474767" y="977458"/>
                  </a:lnTo>
                  <a:lnTo>
                    <a:pt x="1537839" y="963730"/>
                  </a:lnTo>
                  <a:lnTo>
                    <a:pt x="1596269" y="948352"/>
                  </a:lnTo>
                  <a:lnTo>
                    <a:pt x="1650974" y="931099"/>
                  </a:lnTo>
                  <a:lnTo>
                    <a:pt x="1702877" y="911758"/>
                  </a:lnTo>
                  <a:lnTo>
                    <a:pt x="1752833" y="890178"/>
                  </a:lnTo>
                  <a:lnTo>
                    <a:pt x="1768425" y="882841"/>
                  </a:lnTo>
                  <a:lnTo>
                    <a:pt x="1817666" y="857840"/>
                  </a:lnTo>
                  <a:lnTo>
                    <a:pt x="1866427" y="830431"/>
                  </a:lnTo>
                  <a:lnTo>
                    <a:pt x="1915167" y="800573"/>
                  </a:lnTo>
                  <a:lnTo>
                    <a:pt x="1964209" y="768299"/>
                  </a:lnTo>
                  <a:lnTo>
                    <a:pt x="2013758" y="733723"/>
                  </a:lnTo>
                  <a:lnTo>
                    <a:pt x="2063912" y="697047"/>
                  </a:lnTo>
                  <a:lnTo>
                    <a:pt x="2114674" y="658560"/>
                  </a:lnTo>
                  <a:lnTo>
                    <a:pt x="2165969" y="618632"/>
                  </a:lnTo>
                  <a:lnTo>
                    <a:pt x="2217656" y="577701"/>
                  </a:lnTo>
                  <a:lnTo>
                    <a:pt x="2269551" y="536257"/>
                  </a:lnTo>
                  <a:lnTo>
                    <a:pt x="2321444" y="494816"/>
                  </a:lnTo>
                  <a:lnTo>
                    <a:pt x="2373128" y="453894"/>
                  </a:lnTo>
                  <a:lnTo>
                    <a:pt x="2424418" y="413978"/>
                  </a:lnTo>
                  <a:lnTo>
                    <a:pt x="2475174" y="375509"/>
                  </a:lnTo>
                  <a:lnTo>
                    <a:pt x="2525321" y="338854"/>
                  </a:lnTo>
                  <a:lnTo>
                    <a:pt x="2574864" y="304303"/>
                  </a:lnTo>
                  <a:lnTo>
                    <a:pt x="2623902" y="272054"/>
                  </a:lnTo>
                  <a:lnTo>
                    <a:pt x="2672640" y="242222"/>
                  </a:lnTo>
                  <a:lnTo>
                    <a:pt x="2721403" y="214839"/>
                  </a:lnTo>
                  <a:lnTo>
                    <a:pt x="2770117" y="190121"/>
                  </a:lnTo>
                  <a:lnTo>
                    <a:pt x="2819610" y="167816"/>
                  </a:lnTo>
                  <a:lnTo>
                    <a:pt x="2870807" y="147776"/>
                  </a:lnTo>
                  <a:lnTo>
                    <a:pt x="2924523" y="129880"/>
                  </a:lnTo>
                  <a:lnTo>
                    <a:pt x="2981668" y="113930"/>
                  </a:lnTo>
                  <a:lnTo>
                    <a:pt x="3043168" y="99702"/>
                  </a:lnTo>
                  <a:lnTo>
                    <a:pt x="3109885" y="86980"/>
                  </a:lnTo>
                  <a:lnTo>
                    <a:pt x="3182507" y="75578"/>
                  </a:lnTo>
                  <a:lnTo>
                    <a:pt x="3261421" y="65345"/>
                  </a:lnTo>
                  <a:lnTo>
                    <a:pt x="3346520" y="56170"/>
                  </a:lnTo>
                  <a:lnTo>
                    <a:pt x="3436999" y="47990"/>
                  </a:lnTo>
                  <a:lnTo>
                    <a:pt x="3531141" y="40779"/>
                  </a:lnTo>
                  <a:lnTo>
                    <a:pt x="3626190" y="34541"/>
                  </a:lnTo>
                  <a:lnTo>
                    <a:pt x="3718407" y="29301"/>
                  </a:lnTo>
                  <a:lnTo>
                    <a:pt x="3803411" y="25077"/>
                  </a:lnTo>
                  <a:lnTo>
                    <a:pt x="3876842" y="21857"/>
                  </a:lnTo>
                  <a:lnTo>
                    <a:pt x="3935223" y="19581"/>
                  </a:lnTo>
                  <a:lnTo>
                    <a:pt x="3976789" y="18132"/>
                  </a:lnTo>
                  <a:lnTo>
                    <a:pt x="4001996" y="17342"/>
                  </a:lnTo>
                  <a:lnTo>
                    <a:pt x="4013596" y="17013"/>
                  </a:lnTo>
                  <a:lnTo>
                    <a:pt x="4016409" y="16941"/>
                  </a:lnTo>
                  <a:lnTo>
                    <a:pt x="4538543" y="16941"/>
                  </a:lnTo>
                  <a:lnTo>
                    <a:pt x="4539648" y="17032"/>
                  </a:lnTo>
                  <a:lnTo>
                    <a:pt x="4546899" y="17679"/>
                  </a:lnTo>
                  <a:lnTo>
                    <a:pt x="4565110" y="19469"/>
                  </a:lnTo>
                  <a:lnTo>
                    <a:pt x="4597497" y="22988"/>
                  </a:lnTo>
                  <a:lnTo>
                    <a:pt x="4645416" y="28769"/>
                  </a:lnTo>
                  <a:lnTo>
                    <a:pt x="4708262" y="37229"/>
                  </a:lnTo>
                  <a:lnTo>
                    <a:pt x="4783712" y="48633"/>
                  </a:lnTo>
                  <a:lnTo>
                    <a:pt x="4868280" y="63090"/>
                  </a:lnTo>
                  <a:lnTo>
                    <a:pt x="4958028" y="80592"/>
                  </a:lnTo>
                  <a:lnTo>
                    <a:pt x="5049228" y="101075"/>
                  </a:lnTo>
                  <a:lnTo>
                    <a:pt x="5138815" y="124480"/>
                  </a:lnTo>
                  <a:lnTo>
                    <a:pt x="5224593" y="150807"/>
                  </a:lnTo>
                  <a:lnTo>
                    <a:pt x="5305227" y="180153"/>
                  </a:lnTo>
                  <a:lnTo>
                    <a:pt x="5380125" y="212728"/>
                  </a:lnTo>
                  <a:lnTo>
                    <a:pt x="5449258" y="248862"/>
                  </a:lnTo>
                  <a:lnTo>
                    <a:pt x="5512995" y="288998"/>
                  </a:lnTo>
                  <a:lnTo>
                    <a:pt x="5571952" y="333683"/>
                  </a:lnTo>
                  <a:lnTo>
                    <a:pt x="5626887" y="383537"/>
                  </a:lnTo>
                  <a:lnTo>
                    <a:pt x="5678618" y="439207"/>
                  </a:lnTo>
                  <a:lnTo>
                    <a:pt x="5727948" y="501281"/>
                  </a:lnTo>
                  <a:lnTo>
                    <a:pt x="5775613" y="570148"/>
                  </a:lnTo>
                  <a:lnTo>
                    <a:pt x="5784835" y="584482"/>
                  </a:lnTo>
                  <a:lnTo>
                    <a:pt x="5819408" y="641064"/>
                  </a:lnTo>
                  <a:lnTo>
                    <a:pt x="5853666" y="701487"/>
                  </a:lnTo>
                  <a:lnTo>
                    <a:pt x="5887791" y="765827"/>
                  </a:lnTo>
                  <a:lnTo>
                    <a:pt x="5921927" y="834112"/>
                  </a:lnTo>
                  <a:lnTo>
                    <a:pt x="5956188" y="906308"/>
                  </a:lnTo>
                  <a:lnTo>
                    <a:pt x="5990657" y="982321"/>
                  </a:lnTo>
                  <a:lnTo>
                    <a:pt x="6025391" y="1061987"/>
                  </a:lnTo>
                  <a:lnTo>
                    <a:pt x="6060420" y="1145075"/>
                  </a:lnTo>
                  <a:lnTo>
                    <a:pt x="6095755" y="1231282"/>
                  </a:lnTo>
                  <a:lnTo>
                    <a:pt x="6131383" y="1320240"/>
                  </a:lnTo>
                  <a:lnTo>
                    <a:pt x="6167272" y="1411518"/>
                  </a:lnTo>
                  <a:lnTo>
                    <a:pt x="6203379" y="1504629"/>
                  </a:lnTo>
                  <a:lnTo>
                    <a:pt x="6239644" y="1599041"/>
                  </a:lnTo>
                  <a:lnTo>
                    <a:pt x="6276000" y="1694193"/>
                  </a:lnTo>
                  <a:lnTo>
                    <a:pt x="6312376" y="1789500"/>
                  </a:lnTo>
                  <a:lnTo>
                    <a:pt x="6348698" y="1884378"/>
                  </a:lnTo>
                  <a:lnTo>
                    <a:pt x="6384897" y="1978250"/>
                  </a:lnTo>
                  <a:lnTo>
                    <a:pt x="6420909" y="2070567"/>
                  </a:lnTo>
                  <a:lnTo>
                    <a:pt x="6456681" y="2160817"/>
                  </a:lnTo>
                  <a:lnTo>
                    <a:pt x="6492174" y="2248538"/>
                  </a:lnTo>
                  <a:lnTo>
                    <a:pt x="6527366" y="2333328"/>
                  </a:lnTo>
                  <a:lnTo>
                    <a:pt x="6562255" y="2414849"/>
                  </a:lnTo>
                  <a:lnTo>
                    <a:pt x="6596860" y="2492830"/>
                  </a:lnTo>
                  <a:lnTo>
                    <a:pt x="6631223" y="2567074"/>
                  </a:lnTo>
                  <a:lnTo>
                    <a:pt x="6665413" y="2637448"/>
                  </a:lnTo>
                  <a:lnTo>
                    <a:pt x="6699528" y="2703888"/>
                  </a:lnTo>
                  <a:lnTo>
                    <a:pt x="6733695" y="2766389"/>
                  </a:lnTo>
                  <a:lnTo>
                    <a:pt x="6768076" y="2825002"/>
                  </a:lnTo>
                  <a:lnTo>
                    <a:pt x="6786527" y="2854644"/>
                  </a:lnTo>
                  <a:lnTo>
                    <a:pt x="6833940" y="2924860"/>
                  </a:lnTo>
                  <a:lnTo>
                    <a:pt x="6882889" y="2988247"/>
                  </a:lnTo>
                  <a:lnTo>
                    <a:pt x="6934086" y="3045132"/>
                  </a:lnTo>
                  <a:lnTo>
                    <a:pt x="6988327" y="3096078"/>
                  </a:lnTo>
                  <a:lnTo>
                    <a:pt x="7046431" y="3141728"/>
                  </a:lnTo>
                  <a:lnTo>
                    <a:pt x="7109174" y="3182712"/>
                  </a:lnTo>
                  <a:lnTo>
                    <a:pt x="7177209" y="3219593"/>
                  </a:lnTo>
                  <a:lnTo>
                    <a:pt x="7250962" y="3252837"/>
                  </a:lnTo>
                  <a:lnTo>
                    <a:pt x="7330495" y="3282798"/>
                  </a:lnTo>
                  <a:lnTo>
                    <a:pt x="7415342" y="3309707"/>
                  </a:lnTo>
                  <a:lnTo>
                    <a:pt x="7504327" y="3333683"/>
                  </a:lnTo>
                  <a:lnTo>
                    <a:pt x="7595426" y="3354743"/>
                  </a:lnTo>
                  <a:lnTo>
                    <a:pt x="7685737" y="3372837"/>
                  </a:lnTo>
                  <a:lnTo>
                    <a:pt x="7771635" y="3387895"/>
                  </a:lnTo>
                  <a:lnTo>
                    <a:pt x="7849176" y="3399894"/>
                  </a:lnTo>
                  <a:lnTo>
                    <a:pt x="7914728" y="3408917"/>
                  </a:lnTo>
                  <a:lnTo>
                    <a:pt x="7965686" y="3415196"/>
                  </a:lnTo>
                  <a:lnTo>
                    <a:pt x="8001079" y="3419121"/>
                  </a:lnTo>
                  <a:lnTo>
                    <a:pt x="8021877" y="3421205"/>
                  </a:lnTo>
                  <a:lnTo>
                    <a:pt x="8030947" y="3422029"/>
                  </a:lnTo>
                  <a:lnTo>
                    <a:pt x="8032819" y="3422185"/>
                  </a:lnTo>
                  <a:lnTo>
                    <a:pt x="8554953" y="3422185"/>
                  </a:lnTo>
                  <a:lnTo>
                    <a:pt x="8554953" y="3405244"/>
                  </a:lnTo>
                  <a:lnTo>
                    <a:pt x="8032819" y="3405244"/>
                  </a:lnTo>
                  <a:lnTo>
                    <a:pt x="8031714" y="3405153"/>
                  </a:lnTo>
                  <a:lnTo>
                    <a:pt x="8024463" y="3404506"/>
                  </a:lnTo>
                  <a:lnTo>
                    <a:pt x="8006252" y="3402716"/>
                  </a:lnTo>
                  <a:lnTo>
                    <a:pt x="7973865" y="3399197"/>
                  </a:lnTo>
                  <a:lnTo>
                    <a:pt x="7925946" y="3393416"/>
                  </a:lnTo>
                  <a:lnTo>
                    <a:pt x="7863100" y="3384955"/>
                  </a:lnTo>
                  <a:lnTo>
                    <a:pt x="7787650" y="3373551"/>
                  </a:lnTo>
                  <a:lnTo>
                    <a:pt x="7703082" y="3359094"/>
                  </a:lnTo>
                  <a:lnTo>
                    <a:pt x="7613334" y="3341592"/>
                  </a:lnTo>
                  <a:lnTo>
                    <a:pt x="7522134" y="3321110"/>
                  </a:lnTo>
                  <a:lnTo>
                    <a:pt x="7432547" y="3297705"/>
                  </a:lnTo>
                  <a:lnTo>
                    <a:pt x="7346769" y="3271378"/>
                  </a:lnTo>
                  <a:lnTo>
                    <a:pt x="7266135" y="3242031"/>
                  </a:lnTo>
                  <a:lnTo>
                    <a:pt x="7191237" y="3209456"/>
                  </a:lnTo>
                  <a:lnTo>
                    <a:pt x="7122104" y="3173323"/>
                  </a:lnTo>
                  <a:lnTo>
                    <a:pt x="7058367" y="3133187"/>
                  </a:lnTo>
                  <a:lnTo>
                    <a:pt x="6999410" y="3088502"/>
                  </a:lnTo>
                  <a:lnTo>
                    <a:pt x="6944475" y="3038648"/>
                  </a:lnTo>
                  <a:lnTo>
                    <a:pt x="6892744" y="2982978"/>
                  </a:lnTo>
                  <a:lnTo>
                    <a:pt x="6843414" y="2920903"/>
                  </a:lnTo>
                  <a:lnTo>
                    <a:pt x="6795749" y="2852037"/>
                  </a:lnTo>
                  <a:lnTo>
                    <a:pt x="6786527" y="2837703"/>
                  </a:lnTo>
                  <a:lnTo>
                    <a:pt x="6751954" y="2781120"/>
                  </a:lnTo>
                  <a:lnTo>
                    <a:pt x="6717696" y="2720698"/>
                  </a:lnTo>
                  <a:lnTo>
                    <a:pt x="6683571" y="2656358"/>
                  </a:lnTo>
                  <a:lnTo>
                    <a:pt x="6649435" y="2588073"/>
                  </a:lnTo>
                  <a:lnTo>
                    <a:pt x="6615174" y="2515877"/>
                  </a:lnTo>
                  <a:lnTo>
                    <a:pt x="6580705" y="2439864"/>
                  </a:lnTo>
                  <a:lnTo>
                    <a:pt x="6545971" y="2360198"/>
                  </a:lnTo>
                  <a:lnTo>
                    <a:pt x="6510941" y="2277110"/>
                  </a:lnTo>
                  <a:lnTo>
                    <a:pt x="6475607" y="2190902"/>
                  </a:lnTo>
                  <a:lnTo>
                    <a:pt x="6439979" y="2101944"/>
                  </a:lnTo>
                  <a:lnTo>
                    <a:pt x="6404089" y="2010667"/>
                  </a:lnTo>
                  <a:lnTo>
                    <a:pt x="6367983" y="1917556"/>
                  </a:lnTo>
                  <a:lnTo>
                    <a:pt x="6331718" y="1823143"/>
                  </a:lnTo>
                  <a:lnTo>
                    <a:pt x="6295362" y="1727992"/>
                  </a:lnTo>
                  <a:lnTo>
                    <a:pt x="6258986" y="1632684"/>
                  </a:lnTo>
                  <a:lnTo>
                    <a:pt x="6222664" y="1537807"/>
                  </a:lnTo>
                  <a:lnTo>
                    <a:pt x="6186465" y="1443935"/>
                  </a:lnTo>
                  <a:lnTo>
                    <a:pt x="6150453" y="1351618"/>
                  </a:lnTo>
                  <a:lnTo>
                    <a:pt x="6114681" y="1261368"/>
                  </a:lnTo>
                  <a:lnTo>
                    <a:pt x="6079188" y="1173647"/>
                  </a:lnTo>
                  <a:lnTo>
                    <a:pt x="6043996" y="1088857"/>
                  </a:lnTo>
                  <a:lnTo>
                    <a:pt x="6009107" y="1007336"/>
                  </a:lnTo>
                  <a:lnTo>
                    <a:pt x="5974502" y="929354"/>
                  </a:lnTo>
                  <a:lnTo>
                    <a:pt x="5940139" y="855111"/>
                  </a:lnTo>
                  <a:lnTo>
                    <a:pt x="5905949" y="784736"/>
                  </a:lnTo>
                  <a:lnTo>
                    <a:pt x="5871834" y="718297"/>
                  </a:lnTo>
                  <a:lnTo>
                    <a:pt x="5837667" y="655796"/>
                  </a:lnTo>
                  <a:lnTo>
                    <a:pt x="5803286" y="597182"/>
                  </a:lnTo>
                  <a:lnTo>
                    <a:pt x="5784835" y="567540"/>
                  </a:lnTo>
                  <a:lnTo>
                    <a:pt x="5737422" y="497325"/>
                  </a:lnTo>
                  <a:lnTo>
                    <a:pt x="5688473" y="433938"/>
                  </a:lnTo>
                  <a:lnTo>
                    <a:pt x="5637276" y="377052"/>
                  </a:lnTo>
                  <a:lnTo>
                    <a:pt x="5583035" y="326106"/>
                  </a:lnTo>
                  <a:lnTo>
                    <a:pt x="5524931" y="280457"/>
                  </a:lnTo>
                  <a:lnTo>
                    <a:pt x="5462188" y="239473"/>
                  </a:lnTo>
                  <a:lnTo>
                    <a:pt x="5394153" y="202592"/>
                  </a:lnTo>
                  <a:lnTo>
                    <a:pt x="5320400" y="169347"/>
                  </a:lnTo>
                  <a:lnTo>
                    <a:pt x="5240866" y="139387"/>
                  </a:lnTo>
                  <a:lnTo>
                    <a:pt x="5156020" y="112478"/>
                  </a:lnTo>
                  <a:lnTo>
                    <a:pt x="5067035" y="88502"/>
                  </a:lnTo>
                  <a:lnTo>
                    <a:pt x="4975936" y="67442"/>
                  </a:lnTo>
                  <a:lnTo>
                    <a:pt x="4885625" y="49348"/>
                  </a:lnTo>
                  <a:lnTo>
                    <a:pt x="4799727" y="34290"/>
                  </a:lnTo>
                  <a:lnTo>
                    <a:pt x="4722186" y="22290"/>
                  </a:lnTo>
                  <a:lnTo>
                    <a:pt x="4656634" y="13267"/>
                  </a:lnTo>
                  <a:lnTo>
                    <a:pt x="4605676" y="6988"/>
                  </a:lnTo>
                  <a:lnTo>
                    <a:pt x="4570283" y="3064"/>
                  </a:lnTo>
                  <a:lnTo>
                    <a:pt x="4549485" y="980"/>
                  </a:lnTo>
                  <a:lnTo>
                    <a:pt x="4540415" y="155"/>
                  </a:lnTo>
                  <a:lnTo>
                    <a:pt x="4538543" y="0"/>
                  </a:lnTo>
                  <a:lnTo>
                    <a:pt x="4016409" y="0"/>
                  </a:lnTo>
                  <a:lnTo>
                    <a:pt x="4015157" y="31"/>
                  </a:lnTo>
                  <a:lnTo>
                    <a:pt x="4006969" y="256"/>
                  </a:lnTo>
                  <a:lnTo>
                    <a:pt x="3986489" y="877"/>
                  </a:lnTo>
                  <a:lnTo>
                    <a:pt x="3950285" y="2096"/>
                  </a:lnTo>
                  <a:lnTo>
                    <a:pt x="3897158" y="4094"/>
                  </a:lnTo>
                  <a:lnTo>
                    <a:pt x="3828201" y="7005"/>
                  </a:lnTo>
                  <a:lnTo>
                    <a:pt x="3746427" y="10907"/>
                  </a:lnTo>
                  <a:lnTo>
                    <a:pt x="3656014" y="15825"/>
                  </a:lnTo>
                  <a:lnTo>
                    <a:pt x="3561420" y="21748"/>
                  </a:lnTo>
                  <a:lnTo>
                    <a:pt x="3466640" y="28651"/>
                  </a:lnTo>
                  <a:lnTo>
                    <a:pt x="3374762" y="36523"/>
                  </a:lnTo>
                  <a:lnTo>
                    <a:pt x="3287825" y="45376"/>
                  </a:lnTo>
                  <a:lnTo>
                    <a:pt x="3206905" y="55263"/>
                  </a:lnTo>
                  <a:lnTo>
                    <a:pt x="3132305" y="66279"/>
                  </a:lnTo>
                  <a:lnTo>
                    <a:pt x="3063775" y="78562"/>
                  </a:lnTo>
                  <a:lnTo>
                    <a:pt x="3000704" y="92290"/>
                  </a:lnTo>
                  <a:lnTo>
                    <a:pt x="2942273" y="107668"/>
                  </a:lnTo>
                  <a:lnTo>
                    <a:pt x="2887568" y="124921"/>
                  </a:lnTo>
                  <a:lnTo>
                    <a:pt x="2835665" y="144262"/>
                  </a:lnTo>
                  <a:lnTo>
                    <a:pt x="2785710" y="165842"/>
                  </a:lnTo>
                  <a:lnTo>
                    <a:pt x="2770117" y="173179"/>
                  </a:lnTo>
                  <a:lnTo>
                    <a:pt x="2720876" y="198180"/>
                  </a:lnTo>
                  <a:lnTo>
                    <a:pt x="2672115" y="225589"/>
                  </a:lnTo>
                  <a:lnTo>
                    <a:pt x="2623375" y="255447"/>
                  </a:lnTo>
                  <a:lnTo>
                    <a:pt x="2574333" y="287721"/>
                  </a:lnTo>
                  <a:lnTo>
                    <a:pt x="2524784" y="322297"/>
                  </a:lnTo>
                  <a:lnTo>
                    <a:pt x="2474630" y="358973"/>
                  </a:lnTo>
                  <a:lnTo>
                    <a:pt x="2423868" y="397460"/>
                  </a:lnTo>
                  <a:lnTo>
                    <a:pt x="2372573" y="437388"/>
                  </a:lnTo>
                  <a:lnTo>
                    <a:pt x="2320886" y="478319"/>
                  </a:lnTo>
                  <a:lnTo>
                    <a:pt x="2268991" y="519763"/>
                  </a:lnTo>
                  <a:lnTo>
                    <a:pt x="2217098" y="561204"/>
                  </a:lnTo>
                  <a:lnTo>
                    <a:pt x="2165414" y="602126"/>
                  </a:lnTo>
                  <a:lnTo>
                    <a:pt x="2114124" y="642042"/>
                  </a:lnTo>
                  <a:lnTo>
                    <a:pt x="2063368" y="680511"/>
                  </a:lnTo>
                  <a:lnTo>
                    <a:pt x="2013221" y="717166"/>
                  </a:lnTo>
                  <a:lnTo>
                    <a:pt x="1963678" y="751717"/>
                  </a:lnTo>
                  <a:lnTo>
                    <a:pt x="1914640" y="783966"/>
                  </a:lnTo>
                  <a:lnTo>
                    <a:pt x="1865902" y="813798"/>
                  </a:lnTo>
                  <a:lnTo>
                    <a:pt x="1817139" y="841181"/>
                  </a:lnTo>
                  <a:lnTo>
                    <a:pt x="1768425" y="865899"/>
                  </a:lnTo>
                  <a:lnTo>
                    <a:pt x="1718932" y="888204"/>
                  </a:lnTo>
                  <a:lnTo>
                    <a:pt x="1667735" y="908244"/>
                  </a:lnTo>
                  <a:lnTo>
                    <a:pt x="1614020" y="926140"/>
                  </a:lnTo>
                  <a:lnTo>
                    <a:pt x="1556875" y="942090"/>
                  </a:lnTo>
                  <a:lnTo>
                    <a:pt x="1495374" y="956318"/>
                  </a:lnTo>
                  <a:lnTo>
                    <a:pt x="1428658" y="969040"/>
                  </a:lnTo>
                  <a:lnTo>
                    <a:pt x="1356035" y="980442"/>
                  </a:lnTo>
                  <a:lnTo>
                    <a:pt x="1277122" y="990675"/>
                  </a:lnTo>
                  <a:lnTo>
                    <a:pt x="1192022" y="999850"/>
                  </a:lnTo>
                  <a:lnTo>
                    <a:pt x="1101543" y="1008030"/>
                  </a:lnTo>
                  <a:lnTo>
                    <a:pt x="1007401" y="1015241"/>
                  </a:lnTo>
                  <a:lnTo>
                    <a:pt x="912352" y="1021479"/>
                  </a:lnTo>
                  <a:lnTo>
                    <a:pt x="820136" y="1026719"/>
                  </a:lnTo>
                  <a:lnTo>
                    <a:pt x="735132" y="1030943"/>
                  </a:lnTo>
                  <a:lnTo>
                    <a:pt x="661701" y="1034163"/>
                  </a:lnTo>
                  <a:lnTo>
                    <a:pt x="603319" y="1036439"/>
                  </a:lnTo>
                  <a:lnTo>
                    <a:pt x="561753" y="1037888"/>
                  </a:lnTo>
                  <a:lnTo>
                    <a:pt x="536546" y="1038678"/>
                  </a:lnTo>
                  <a:lnTo>
                    <a:pt x="524946" y="1039007"/>
                  </a:lnTo>
                  <a:lnTo>
                    <a:pt x="522133" y="1039079"/>
                  </a:lnTo>
                  <a:lnTo>
                    <a:pt x="0" y="1039079"/>
                  </a:lnTo>
                  <a:close/>
                </a:path>
              </a:pathLst>
            </a:custGeom>
            <a:solidFill>
              <a:srgbClr val="F28E5B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798" name="pl798"/>
            <p:cNvSpPr/>
            <p:nvPr/>
          </p:nvSpPr>
          <p:spPr>
            <a:xfrm>
              <a:off x="386606" y="2602985"/>
              <a:ext cx="8554953" cy="3405244"/>
            </a:xfrm>
            <a:custGeom>
              <a:avLst/>
              <a:pathLst>
                <a:path w="8554953" h="3405244">
                  <a:moveTo>
                    <a:pt x="0" y="1039079"/>
                  </a:moveTo>
                  <a:lnTo>
                    <a:pt x="522133" y="1039079"/>
                  </a:lnTo>
                  <a:lnTo>
                    <a:pt x="523385" y="1039048"/>
                  </a:lnTo>
                  <a:lnTo>
                    <a:pt x="531573" y="1038823"/>
                  </a:lnTo>
                  <a:lnTo>
                    <a:pt x="552053" y="1038202"/>
                  </a:lnTo>
                  <a:lnTo>
                    <a:pt x="588257" y="1036982"/>
                  </a:lnTo>
                  <a:lnTo>
                    <a:pt x="641384" y="1034984"/>
                  </a:lnTo>
                  <a:lnTo>
                    <a:pt x="710341" y="1032074"/>
                  </a:lnTo>
                  <a:lnTo>
                    <a:pt x="792115" y="1028172"/>
                  </a:lnTo>
                  <a:lnTo>
                    <a:pt x="882528" y="1023254"/>
                  </a:lnTo>
                  <a:lnTo>
                    <a:pt x="977123" y="1017331"/>
                  </a:lnTo>
                  <a:lnTo>
                    <a:pt x="1071902" y="1010427"/>
                  </a:lnTo>
                  <a:lnTo>
                    <a:pt x="1163780" y="1002556"/>
                  </a:lnTo>
                  <a:lnTo>
                    <a:pt x="1250717" y="993703"/>
                  </a:lnTo>
                  <a:lnTo>
                    <a:pt x="1331637" y="983816"/>
                  </a:lnTo>
                  <a:lnTo>
                    <a:pt x="1406237" y="972799"/>
                  </a:lnTo>
                  <a:lnTo>
                    <a:pt x="1474767" y="960516"/>
                  </a:lnTo>
                  <a:lnTo>
                    <a:pt x="1537839" y="946789"/>
                  </a:lnTo>
                  <a:lnTo>
                    <a:pt x="1596269" y="931410"/>
                  </a:lnTo>
                  <a:lnTo>
                    <a:pt x="1650974" y="914157"/>
                  </a:lnTo>
                  <a:lnTo>
                    <a:pt x="1702877" y="894817"/>
                  </a:lnTo>
                  <a:lnTo>
                    <a:pt x="1752833" y="873237"/>
                  </a:lnTo>
                  <a:lnTo>
                    <a:pt x="1768425" y="865899"/>
                  </a:lnTo>
                  <a:lnTo>
                    <a:pt x="1817666" y="840899"/>
                  </a:lnTo>
                  <a:lnTo>
                    <a:pt x="1866427" y="813489"/>
                  </a:lnTo>
                  <a:lnTo>
                    <a:pt x="1915167" y="783631"/>
                  </a:lnTo>
                  <a:lnTo>
                    <a:pt x="1964209" y="751357"/>
                  </a:lnTo>
                  <a:lnTo>
                    <a:pt x="2013758" y="716782"/>
                  </a:lnTo>
                  <a:lnTo>
                    <a:pt x="2063912" y="680106"/>
                  </a:lnTo>
                  <a:lnTo>
                    <a:pt x="2114674" y="641619"/>
                  </a:lnTo>
                  <a:lnTo>
                    <a:pt x="2165969" y="601690"/>
                  </a:lnTo>
                  <a:lnTo>
                    <a:pt x="2217656" y="560759"/>
                  </a:lnTo>
                  <a:lnTo>
                    <a:pt x="2269551" y="519316"/>
                  </a:lnTo>
                  <a:lnTo>
                    <a:pt x="2321444" y="477875"/>
                  </a:lnTo>
                  <a:lnTo>
                    <a:pt x="2373128" y="436952"/>
                  </a:lnTo>
                  <a:lnTo>
                    <a:pt x="2424418" y="397037"/>
                  </a:lnTo>
                  <a:lnTo>
                    <a:pt x="2475174" y="358567"/>
                  </a:lnTo>
                  <a:lnTo>
                    <a:pt x="2525321" y="321913"/>
                  </a:lnTo>
                  <a:lnTo>
                    <a:pt x="2574864" y="287361"/>
                  </a:lnTo>
                  <a:lnTo>
                    <a:pt x="2623902" y="255113"/>
                  </a:lnTo>
                  <a:lnTo>
                    <a:pt x="2672640" y="225281"/>
                  </a:lnTo>
                  <a:lnTo>
                    <a:pt x="2721403" y="197898"/>
                  </a:lnTo>
                  <a:lnTo>
                    <a:pt x="2770117" y="173179"/>
                  </a:lnTo>
                  <a:lnTo>
                    <a:pt x="2819610" y="150875"/>
                  </a:lnTo>
                  <a:lnTo>
                    <a:pt x="2870807" y="130834"/>
                  </a:lnTo>
                  <a:lnTo>
                    <a:pt x="2924523" y="112939"/>
                  </a:lnTo>
                  <a:lnTo>
                    <a:pt x="2981668" y="96989"/>
                  </a:lnTo>
                  <a:lnTo>
                    <a:pt x="3043168" y="82760"/>
                  </a:lnTo>
                  <a:lnTo>
                    <a:pt x="3109885" y="70039"/>
                  </a:lnTo>
                  <a:lnTo>
                    <a:pt x="3182507" y="58637"/>
                  </a:lnTo>
                  <a:lnTo>
                    <a:pt x="3261421" y="48403"/>
                  </a:lnTo>
                  <a:lnTo>
                    <a:pt x="3346520" y="39229"/>
                  </a:lnTo>
                  <a:lnTo>
                    <a:pt x="3436999" y="31049"/>
                  </a:lnTo>
                  <a:lnTo>
                    <a:pt x="3531141" y="23837"/>
                  </a:lnTo>
                  <a:lnTo>
                    <a:pt x="3626190" y="17600"/>
                  </a:lnTo>
                  <a:lnTo>
                    <a:pt x="3718407" y="12360"/>
                  </a:lnTo>
                  <a:lnTo>
                    <a:pt x="3803411" y="8136"/>
                  </a:lnTo>
                  <a:lnTo>
                    <a:pt x="3876842" y="4915"/>
                  </a:lnTo>
                  <a:lnTo>
                    <a:pt x="3935223" y="2640"/>
                  </a:lnTo>
                  <a:lnTo>
                    <a:pt x="3976789" y="1190"/>
                  </a:lnTo>
                  <a:lnTo>
                    <a:pt x="4001996" y="400"/>
                  </a:lnTo>
                  <a:lnTo>
                    <a:pt x="4013596" y="72"/>
                  </a:lnTo>
                  <a:lnTo>
                    <a:pt x="4016367" y="0"/>
                  </a:lnTo>
                  <a:lnTo>
                    <a:pt x="4016409" y="0"/>
                  </a:lnTo>
                  <a:lnTo>
                    <a:pt x="4538543" y="0"/>
                  </a:lnTo>
                  <a:lnTo>
                    <a:pt x="4539648" y="90"/>
                  </a:lnTo>
                  <a:lnTo>
                    <a:pt x="4546899" y="738"/>
                  </a:lnTo>
                  <a:lnTo>
                    <a:pt x="4565110" y="2527"/>
                  </a:lnTo>
                  <a:lnTo>
                    <a:pt x="4597497" y="6046"/>
                  </a:lnTo>
                  <a:lnTo>
                    <a:pt x="4645416" y="11827"/>
                  </a:lnTo>
                  <a:lnTo>
                    <a:pt x="4708262" y="20288"/>
                  </a:lnTo>
                  <a:lnTo>
                    <a:pt x="4783712" y="31692"/>
                  </a:lnTo>
                  <a:lnTo>
                    <a:pt x="4868280" y="46149"/>
                  </a:lnTo>
                  <a:lnTo>
                    <a:pt x="4958028" y="63651"/>
                  </a:lnTo>
                  <a:lnTo>
                    <a:pt x="5049228" y="84134"/>
                  </a:lnTo>
                  <a:lnTo>
                    <a:pt x="5138815" y="107538"/>
                  </a:lnTo>
                  <a:lnTo>
                    <a:pt x="5224593" y="133865"/>
                  </a:lnTo>
                  <a:lnTo>
                    <a:pt x="5305227" y="163212"/>
                  </a:lnTo>
                  <a:lnTo>
                    <a:pt x="5380125" y="195787"/>
                  </a:lnTo>
                  <a:lnTo>
                    <a:pt x="5449258" y="231920"/>
                  </a:lnTo>
                  <a:lnTo>
                    <a:pt x="5512995" y="272057"/>
                  </a:lnTo>
                  <a:lnTo>
                    <a:pt x="5571952" y="316742"/>
                  </a:lnTo>
                  <a:lnTo>
                    <a:pt x="5626887" y="366596"/>
                  </a:lnTo>
                  <a:lnTo>
                    <a:pt x="5678618" y="422265"/>
                  </a:lnTo>
                  <a:lnTo>
                    <a:pt x="5727948" y="484340"/>
                  </a:lnTo>
                  <a:lnTo>
                    <a:pt x="5775613" y="553207"/>
                  </a:lnTo>
                  <a:lnTo>
                    <a:pt x="5784835" y="567540"/>
                  </a:lnTo>
                  <a:lnTo>
                    <a:pt x="5819408" y="624123"/>
                  </a:lnTo>
                  <a:lnTo>
                    <a:pt x="5853666" y="684545"/>
                  </a:lnTo>
                  <a:lnTo>
                    <a:pt x="5887791" y="748886"/>
                  </a:lnTo>
                  <a:lnTo>
                    <a:pt x="5921927" y="817170"/>
                  </a:lnTo>
                  <a:lnTo>
                    <a:pt x="5956188" y="889366"/>
                  </a:lnTo>
                  <a:lnTo>
                    <a:pt x="5990657" y="965379"/>
                  </a:lnTo>
                  <a:lnTo>
                    <a:pt x="6025391" y="1045046"/>
                  </a:lnTo>
                  <a:lnTo>
                    <a:pt x="6060420" y="1128133"/>
                  </a:lnTo>
                  <a:lnTo>
                    <a:pt x="6095755" y="1214341"/>
                  </a:lnTo>
                  <a:lnTo>
                    <a:pt x="6131383" y="1303299"/>
                  </a:lnTo>
                  <a:lnTo>
                    <a:pt x="6167272" y="1394576"/>
                  </a:lnTo>
                  <a:lnTo>
                    <a:pt x="6203379" y="1487687"/>
                  </a:lnTo>
                  <a:lnTo>
                    <a:pt x="6239644" y="1582100"/>
                  </a:lnTo>
                  <a:lnTo>
                    <a:pt x="6276000" y="1677251"/>
                  </a:lnTo>
                  <a:lnTo>
                    <a:pt x="6312376" y="1772559"/>
                  </a:lnTo>
                  <a:lnTo>
                    <a:pt x="6348698" y="1867436"/>
                  </a:lnTo>
                  <a:lnTo>
                    <a:pt x="6384897" y="1961308"/>
                  </a:lnTo>
                  <a:lnTo>
                    <a:pt x="6420909" y="2053625"/>
                  </a:lnTo>
                  <a:lnTo>
                    <a:pt x="6456681" y="2143875"/>
                  </a:lnTo>
                  <a:lnTo>
                    <a:pt x="6492174" y="2231596"/>
                  </a:lnTo>
                  <a:lnTo>
                    <a:pt x="6527366" y="2316386"/>
                  </a:lnTo>
                  <a:lnTo>
                    <a:pt x="6562255" y="2397907"/>
                  </a:lnTo>
                  <a:lnTo>
                    <a:pt x="6596860" y="2475889"/>
                  </a:lnTo>
                  <a:lnTo>
                    <a:pt x="6631223" y="2550132"/>
                  </a:lnTo>
                  <a:lnTo>
                    <a:pt x="6665413" y="2620507"/>
                  </a:lnTo>
                  <a:lnTo>
                    <a:pt x="6699528" y="2686947"/>
                  </a:lnTo>
                  <a:lnTo>
                    <a:pt x="6733695" y="2749448"/>
                  </a:lnTo>
                  <a:lnTo>
                    <a:pt x="6768076" y="2808061"/>
                  </a:lnTo>
                  <a:lnTo>
                    <a:pt x="6786527" y="2837703"/>
                  </a:lnTo>
                  <a:lnTo>
                    <a:pt x="6833940" y="2907918"/>
                  </a:lnTo>
                  <a:lnTo>
                    <a:pt x="6882889" y="2971306"/>
                  </a:lnTo>
                  <a:lnTo>
                    <a:pt x="6934086" y="3028191"/>
                  </a:lnTo>
                  <a:lnTo>
                    <a:pt x="6988327" y="3079137"/>
                  </a:lnTo>
                  <a:lnTo>
                    <a:pt x="7046431" y="3124786"/>
                  </a:lnTo>
                  <a:lnTo>
                    <a:pt x="7109174" y="3165770"/>
                  </a:lnTo>
                  <a:lnTo>
                    <a:pt x="7177209" y="3202652"/>
                  </a:lnTo>
                  <a:lnTo>
                    <a:pt x="7250962" y="3235896"/>
                  </a:lnTo>
                  <a:lnTo>
                    <a:pt x="7330495" y="3265856"/>
                  </a:lnTo>
                  <a:lnTo>
                    <a:pt x="7415342" y="3292766"/>
                  </a:lnTo>
                  <a:lnTo>
                    <a:pt x="7504327" y="3316742"/>
                  </a:lnTo>
                  <a:lnTo>
                    <a:pt x="7595426" y="3337802"/>
                  </a:lnTo>
                  <a:lnTo>
                    <a:pt x="7685737" y="3355895"/>
                  </a:lnTo>
                  <a:lnTo>
                    <a:pt x="7771635" y="3370954"/>
                  </a:lnTo>
                  <a:lnTo>
                    <a:pt x="7849176" y="3382953"/>
                  </a:lnTo>
                  <a:lnTo>
                    <a:pt x="7914728" y="3391976"/>
                  </a:lnTo>
                  <a:lnTo>
                    <a:pt x="7965686" y="3398255"/>
                  </a:lnTo>
                  <a:lnTo>
                    <a:pt x="8001079" y="3402179"/>
                  </a:lnTo>
                  <a:lnTo>
                    <a:pt x="8021877" y="3404263"/>
                  </a:lnTo>
                  <a:lnTo>
                    <a:pt x="8030947" y="3405088"/>
                  </a:lnTo>
                  <a:lnTo>
                    <a:pt x="8032810" y="3405243"/>
                  </a:lnTo>
                  <a:lnTo>
                    <a:pt x="8032819" y="3405244"/>
                  </a:lnTo>
                  <a:lnTo>
                    <a:pt x="8554953" y="3405244"/>
                  </a:lnTo>
                  <a:lnTo>
                    <a:pt x="8554953" y="3405244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799" name="pl799"/>
            <p:cNvSpPr/>
            <p:nvPr/>
          </p:nvSpPr>
          <p:spPr>
            <a:xfrm>
              <a:off x="386606" y="2586043"/>
              <a:ext cx="8554953" cy="3405244"/>
            </a:xfrm>
            <a:custGeom>
              <a:avLst/>
              <a:pathLst>
                <a:path w="8554953" h="3405244">
                  <a:moveTo>
                    <a:pt x="8554953" y="3405244"/>
                  </a:moveTo>
                  <a:lnTo>
                    <a:pt x="8032819" y="3405244"/>
                  </a:lnTo>
                  <a:lnTo>
                    <a:pt x="8031714" y="3405153"/>
                  </a:lnTo>
                  <a:lnTo>
                    <a:pt x="8024463" y="3404506"/>
                  </a:lnTo>
                  <a:lnTo>
                    <a:pt x="8006252" y="3402716"/>
                  </a:lnTo>
                  <a:lnTo>
                    <a:pt x="7973865" y="3399197"/>
                  </a:lnTo>
                  <a:lnTo>
                    <a:pt x="7925946" y="3393416"/>
                  </a:lnTo>
                  <a:lnTo>
                    <a:pt x="7863100" y="3384955"/>
                  </a:lnTo>
                  <a:lnTo>
                    <a:pt x="7787650" y="3373551"/>
                  </a:lnTo>
                  <a:lnTo>
                    <a:pt x="7703082" y="3359094"/>
                  </a:lnTo>
                  <a:lnTo>
                    <a:pt x="7613334" y="3341592"/>
                  </a:lnTo>
                  <a:lnTo>
                    <a:pt x="7522134" y="3321110"/>
                  </a:lnTo>
                  <a:lnTo>
                    <a:pt x="7432547" y="3297705"/>
                  </a:lnTo>
                  <a:lnTo>
                    <a:pt x="7346769" y="3271378"/>
                  </a:lnTo>
                  <a:lnTo>
                    <a:pt x="7266135" y="3242031"/>
                  </a:lnTo>
                  <a:lnTo>
                    <a:pt x="7191237" y="3209456"/>
                  </a:lnTo>
                  <a:lnTo>
                    <a:pt x="7122104" y="3173323"/>
                  </a:lnTo>
                  <a:lnTo>
                    <a:pt x="7058367" y="3133187"/>
                  </a:lnTo>
                  <a:lnTo>
                    <a:pt x="6999410" y="3088502"/>
                  </a:lnTo>
                  <a:lnTo>
                    <a:pt x="6944475" y="3038648"/>
                  </a:lnTo>
                  <a:lnTo>
                    <a:pt x="6892744" y="2982978"/>
                  </a:lnTo>
                  <a:lnTo>
                    <a:pt x="6843414" y="2920903"/>
                  </a:lnTo>
                  <a:lnTo>
                    <a:pt x="6795749" y="2852037"/>
                  </a:lnTo>
                  <a:lnTo>
                    <a:pt x="6786527" y="2837703"/>
                  </a:lnTo>
                  <a:lnTo>
                    <a:pt x="6751954" y="2781120"/>
                  </a:lnTo>
                  <a:lnTo>
                    <a:pt x="6717696" y="2720698"/>
                  </a:lnTo>
                  <a:lnTo>
                    <a:pt x="6683571" y="2656358"/>
                  </a:lnTo>
                  <a:lnTo>
                    <a:pt x="6649435" y="2588073"/>
                  </a:lnTo>
                  <a:lnTo>
                    <a:pt x="6615174" y="2515877"/>
                  </a:lnTo>
                  <a:lnTo>
                    <a:pt x="6580705" y="2439864"/>
                  </a:lnTo>
                  <a:lnTo>
                    <a:pt x="6545971" y="2360198"/>
                  </a:lnTo>
                  <a:lnTo>
                    <a:pt x="6510941" y="2277110"/>
                  </a:lnTo>
                  <a:lnTo>
                    <a:pt x="6475607" y="2190902"/>
                  </a:lnTo>
                  <a:lnTo>
                    <a:pt x="6439979" y="2101944"/>
                  </a:lnTo>
                  <a:lnTo>
                    <a:pt x="6404089" y="2010667"/>
                  </a:lnTo>
                  <a:lnTo>
                    <a:pt x="6367983" y="1917556"/>
                  </a:lnTo>
                  <a:lnTo>
                    <a:pt x="6331718" y="1823143"/>
                  </a:lnTo>
                  <a:lnTo>
                    <a:pt x="6295362" y="1727992"/>
                  </a:lnTo>
                  <a:lnTo>
                    <a:pt x="6258986" y="1632684"/>
                  </a:lnTo>
                  <a:lnTo>
                    <a:pt x="6222664" y="1537807"/>
                  </a:lnTo>
                  <a:lnTo>
                    <a:pt x="6186465" y="1443935"/>
                  </a:lnTo>
                  <a:lnTo>
                    <a:pt x="6150453" y="1351618"/>
                  </a:lnTo>
                  <a:lnTo>
                    <a:pt x="6114681" y="1261368"/>
                  </a:lnTo>
                  <a:lnTo>
                    <a:pt x="6079188" y="1173647"/>
                  </a:lnTo>
                  <a:lnTo>
                    <a:pt x="6043996" y="1088857"/>
                  </a:lnTo>
                  <a:lnTo>
                    <a:pt x="6009107" y="1007336"/>
                  </a:lnTo>
                  <a:lnTo>
                    <a:pt x="5974502" y="929354"/>
                  </a:lnTo>
                  <a:lnTo>
                    <a:pt x="5940139" y="855111"/>
                  </a:lnTo>
                  <a:lnTo>
                    <a:pt x="5905949" y="784736"/>
                  </a:lnTo>
                  <a:lnTo>
                    <a:pt x="5871834" y="718297"/>
                  </a:lnTo>
                  <a:lnTo>
                    <a:pt x="5837667" y="655796"/>
                  </a:lnTo>
                  <a:lnTo>
                    <a:pt x="5803286" y="597182"/>
                  </a:lnTo>
                  <a:lnTo>
                    <a:pt x="5784835" y="567540"/>
                  </a:lnTo>
                  <a:lnTo>
                    <a:pt x="5737422" y="497325"/>
                  </a:lnTo>
                  <a:lnTo>
                    <a:pt x="5688473" y="433938"/>
                  </a:lnTo>
                  <a:lnTo>
                    <a:pt x="5637276" y="377052"/>
                  </a:lnTo>
                  <a:lnTo>
                    <a:pt x="5583035" y="326106"/>
                  </a:lnTo>
                  <a:lnTo>
                    <a:pt x="5524931" y="280457"/>
                  </a:lnTo>
                  <a:lnTo>
                    <a:pt x="5462188" y="239473"/>
                  </a:lnTo>
                  <a:lnTo>
                    <a:pt x="5394153" y="202592"/>
                  </a:lnTo>
                  <a:lnTo>
                    <a:pt x="5320400" y="169347"/>
                  </a:lnTo>
                  <a:lnTo>
                    <a:pt x="5240866" y="139387"/>
                  </a:lnTo>
                  <a:lnTo>
                    <a:pt x="5156020" y="112478"/>
                  </a:lnTo>
                  <a:lnTo>
                    <a:pt x="5067035" y="88502"/>
                  </a:lnTo>
                  <a:lnTo>
                    <a:pt x="4975936" y="67442"/>
                  </a:lnTo>
                  <a:lnTo>
                    <a:pt x="4885625" y="49348"/>
                  </a:lnTo>
                  <a:lnTo>
                    <a:pt x="4799727" y="34290"/>
                  </a:lnTo>
                  <a:lnTo>
                    <a:pt x="4722186" y="22290"/>
                  </a:lnTo>
                  <a:lnTo>
                    <a:pt x="4656634" y="13267"/>
                  </a:lnTo>
                  <a:lnTo>
                    <a:pt x="4605676" y="6988"/>
                  </a:lnTo>
                  <a:lnTo>
                    <a:pt x="4570283" y="3064"/>
                  </a:lnTo>
                  <a:lnTo>
                    <a:pt x="4549485" y="980"/>
                  </a:lnTo>
                  <a:lnTo>
                    <a:pt x="4540415" y="155"/>
                  </a:lnTo>
                  <a:lnTo>
                    <a:pt x="4538551" y="0"/>
                  </a:lnTo>
                  <a:lnTo>
                    <a:pt x="4538543" y="0"/>
                  </a:lnTo>
                  <a:lnTo>
                    <a:pt x="4016409" y="0"/>
                  </a:lnTo>
                  <a:lnTo>
                    <a:pt x="4015157" y="31"/>
                  </a:lnTo>
                  <a:lnTo>
                    <a:pt x="4006969" y="256"/>
                  </a:lnTo>
                  <a:lnTo>
                    <a:pt x="3986489" y="877"/>
                  </a:lnTo>
                  <a:lnTo>
                    <a:pt x="3950285" y="2096"/>
                  </a:lnTo>
                  <a:lnTo>
                    <a:pt x="3897158" y="4094"/>
                  </a:lnTo>
                  <a:lnTo>
                    <a:pt x="3828201" y="7005"/>
                  </a:lnTo>
                  <a:lnTo>
                    <a:pt x="3746427" y="10907"/>
                  </a:lnTo>
                  <a:lnTo>
                    <a:pt x="3656014" y="15825"/>
                  </a:lnTo>
                  <a:lnTo>
                    <a:pt x="3561420" y="21748"/>
                  </a:lnTo>
                  <a:lnTo>
                    <a:pt x="3466640" y="28651"/>
                  </a:lnTo>
                  <a:lnTo>
                    <a:pt x="3374762" y="36523"/>
                  </a:lnTo>
                  <a:lnTo>
                    <a:pt x="3287825" y="45376"/>
                  </a:lnTo>
                  <a:lnTo>
                    <a:pt x="3206905" y="55263"/>
                  </a:lnTo>
                  <a:lnTo>
                    <a:pt x="3132305" y="66279"/>
                  </a:lnTo>
                  <a:lnTo>
                    <a:pt x="3063775" y="78562"/>
                  </a:lnTo>
                  <a:lnTo>
                    <a:pt x="3000704" y="92290"/>
                  </a:lnTo>
                  <a:lnTo>
                    <a:pt x="2942273" y="107668"/>
                  </a:lnTo>
                  <a:lnTo>
                    <a:pt x="2887568" y="124921"/>
                  </a:lnTo>
                  <a:lnTo>
                    <a:pt x="2835665" y="144262"/>
                  </a:lnTo>
                  <a:lnTo>
                    <a:pt x="2785710" y="165842"/>
                  </a:lnTo>
                  <a:lnTo>
                    <a:pt x="2770117" y="173179"/>
                  </a:lnTo>
                  <a:lnTo>
                    <a:pt x="2720876" y="198180"/>
                  </a:lnTo>
                  <a:lnTo>
                    <a:pt x="2672115" y="225589"/>
                  </a:lnTo>
                  <a:lnTo>
                    <a:pt x="2623375" y="255447"/>
                  </a:lnTo>
                  <a:lnTo>
                    <a:pt x="2574333" y="287721"/>
                  </a:lnTo>
                  <a:lnTo>
                    <a:pt x="2524784" y="322297"/>
                  </a:lnTo>
                  <a:lnTo>
                    <a:pt x="2474630" y="358973"/>
                  </a:lnTo>
                  <a:lnTo>
                    <a:pt x="2423868" y="397460"/>
                  </a:lnTo>
                  <a:lnTo>
                    <a:pt x="2372573" y="437388"/>
                  </a:lnTo>
                  <a:lnTo>
                    <a:pt x="2320886" y="478319"/>
                  </a:lnTo>
                  <a:lnTo>
                    <a:pt x="2268991" y="519763"/>
                  </a:lnTo>
                  <a:lnTo>
                    <a:pt x="2217098" y="561204"/>
                  </a:lnTo>
                  <a:lnTo>
                    <a:pt x="2165414" y="602126"/>
                  </a:lnTo>
                  <a:lnTo>
                    <a:pt x="2114124" y="642042"/>
                  </a:lnTo>
                  <a:lnTo>
                    <a:pt x="2063368" y="680511"/>
                  </a:lnTo>
                  <a:lnTo>
                    <a:pt x="2013221" y="717166"/>
                  </a:lnTo>
                  <a:lnTo>
                    <a:pt x="1963678" y="751717"/>
                  </a:lnTo>
                  <a:lnTo>
                    <a:pt x="1914640" y="783966"/>
                  </a:lnTo>
                  <a:lnTo>
                    <a:pt x="1865902" y="813798"/>
                  </a:lnTo>
                  <a:lnTo>
                    <a:pt x="1817139" y="841181"/>
                  </a:lnTo>
                  <a:lnTo>
                    <a:pt x="1768425" y="865899"/>
                  </a:lnTo>
                  <a:lnTo>
                    <a:pt x="1718932" y="888204"/>
                  </a:lnTo>
                  <a:lnTo>
                    <a:pt x="1667735" y="908244"/>
                  </a:lnTo>
                  <a:lnTo>
                    <a:pt x="1614020" y="926140"/>
                  </a:lnTo>
                  <a:lnTo>
                    <a:pt x="1556875" y="942090"/>
                  </a:lnTo>
                  <a:lnTo>
                    <a:pt x="1495374" y="956318"/>
                  </a:lnTo>
                  <a:lnTo>
                    <a:pt x="1428658" y="969040"/>
                  </a:lnTo>
                  <a:lnTo>
                    <a:pt x="1356035" y="980442"/>
                  </a:lnTo>
                  <a:lnTo>
                    <a:pt x="1277122" y="990675"/>
                  </a:lnTo>
                  <a:lnTo>
                    <a:pt x="1192022" y="999850"/>
                  </a:lnTo>
                  <a:lnTo>
                    <a:pt x="1101543" y="1008030"/>
                  </a:lnTo>
                  <a:lnTo>
                    <a:pt x="1007401" y="1015241"/>
                  </a:lnTo>
                  <a:lnTo>
                    <a:pt x="912352" y="1021479"/>
                  </a:lnTo>
                  <a:lnTo>
                    <a:pt x="820136" y="1026719"/>
                  </a:lnTo>
                  <a:lnTo>
                    <a:pt x="735132" y="1030943"/>
                  </a:lnTo>
                  <a:lnTo>
                    <a:pt x="661701" y="1034163"/>
                  </a:lnTo>
                  <a:lnTo>
                    <a:pt x="603319" y="1036439"/>
                  </a:lnTo>
                  <a:lnTo>
                    <a:pt x="561753" y="1037888"/>
                  </a:lnTo>
                  <a:lnTo>
                    <a:pt x="536546" y="1038678"/>
                  </a:lnTo>
                  <a:lnTo>
                    <a:pt x="524946" y="1039007"/>
                  </a:lnTo>
                  <a:lnTo>
                    <a:pt x="522175" y="1039078"/>
                  </a:lnTo>
                  <a:lnTo>
                    <a:pt x="522133" y="1039079"/>
                  </a:lnTo>
                  <a:lnTo>
                    <a:pt x="0" y="1039079"/>
                  </a:lnTo>
                  <a:lnTo>
                    <a:pt x="0" y="1039079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800" name="pg800"/>
            <p:cNvSpPr/>
            <p:nvPr/>
          </p:nvSpPr>
          <p:spPr>
            <a:xfrm>
              <a:off x="386606" y="1840617"/>
              <a:ext cx="8554953" cy="3930431"/>
            </a:xfrm>
            <a:custGeom>
              <a:avLst/>
              <a:pathLst>
                <a:path w="8554953" h="3930431">
                  <a:moveTo>
                    <a:pt x="0" y="2281457"/>
                  </a:moveTo>
                  <a:lnTo>
                    <a:pt x="522133" y="2281457"/>
                  </a:lnTo>
                  <a:lnTo>
                    <a:pt x="523359" y="2281505"/>
                  </a:lnTo>
                  <a:lnTo>
                    <a:pt x="531382" y="2281854"/>
                  </a:lnTo>
                  <a:lnTo>
                    <a:pt x="551464" y="2282819"/>
                  </a:lnTo>
                  <a:lnTo>
                    <a:pt x="587002" y="2284714"/>
                  </a:lnTo>
                  <a:lnTo>
                    <a:pt x="639225" y="2287819"/>
                  </a:lnTo>
                  <a:lnTo>
                    <a:pt x="707132" y="2292346"/>
                  </a:lnTo>
                  <a:lnTo>
                    <a:pt x="787831" y="2298422"/>
                  </a:lnTo>
                  <a:lnTo>
                    <a:pt x="877266" y="2306087"/>
                  </a:lnTo>
                  <a:lnTo>
                    <a:pt x="971065" y="2315326"/>
                  </a:lnTo>
                  <a:lnTo>
                    <a:pt x="1065272" y="2326102"/>
                  </a:lnTo>
                  <a:lnTo>
                    <a:pt x="1156798" y="2338391"/>
                  </a:lnTo>
                  <a:lnTo>
                    <a:pt x="1243571" y="2352214"/>
                  </a:lnTo>
                  <a:lnTo>
                    <a:pt x="1324469" y="2367644"/>
                  </a:lnTo>
                  <a:lnTo>
                    <a:pt x="1399137" y="2384825"/>
                  </a:lnTo>
                  <a:lnTo>
                    <a:pt x="1467777" y="2403964"/>
                  </a:lnTo>
                  <a:lnTo>
                    <a:pt x="1530959" y="2425330"/>
                  </a:lnTo>
                  <a:lnTo>
                    <a:pt x="1589467" y="2449241"/>
                  </a:lnTo>
                  <a:lnTo>
                    <a:pt x="1644193" y="2476043"/>
                  </a:lnTo>
                  <a:lnTo>
                    <a:pt x="1696041" y="2506072"/>
                  </a:lnTo>
                  <a:lnTo>
                    <a:pt x="1745864" y="2539583"/>
                  </a:lnTo>
                  <a:lnTo>
                    <a:pt x="1768425" y="2556286"/>
                  </a:lnTo>
                  <a:lnTo>
                    <a:pt x="1813014" y="2592025"/>
                  </a:lnTo>
                  <a:lnTo>
                    <a:pt x="1857169" y="2630888"/>
                  </a:lnTo>
                  <a:lnTo>
                    <a:pt x="1901246" y="2672931"/>
                  </a:lnTo>
                  <a:lnTo>
                    <a:pt x="1945507" y="2718137"/>
                  </a:lnTo>
                  <a:lnTo>
                    <a:pt x="1990132" y="2766406"/>
                  </a:lnTo>
                  <a:lnTo>
                    <a:pt x="2035226" y="2817545"/>
                  </a:lnTo>
                  <a:lnTo>
                    <a:pt x="2080825" y="2871267"/>
                  </a:lnTo>
                  <a:lnTo>
                    <a:pt x="2126910" y="2927195"/>
                  </a:lnTo>
                  <a:lnTo>
                    <a:pt x="2173409" y="2984868"/>
                  </a:lnTo>
                  <a:lnTo>
                    <a:pt x="2220209" y="3043756"/>
                  </a:lnTo>
                  <a:lnTo>
                    <a:pt x="2267172" y="3103279"/>
                  </a:lnTo>
                  <a:lnTo>
                    <a:pt x="2314141" y="3162829"/>
                  </a:lnTo>
                  <a:lnTo>
                    <a:pt x="2360962" y="3221798"/>
                  </a:lnTo>
                  <a:lnTo>
                    <a:pt x="2407492" y="3279602"/>
                  </a:lnTo>
                  <a:lnTo>
                    <a:pt x="2453618" y="3335706"/>
                  </a:lnTo>
                  <a:lnTo>
                    <a:pt x="2499263" y="3389642"/>
                  </a:lnTo>
                  <a:lnTo>
                    <a:pt x="2544401" y="3441024"/>
                  </a:lnTo>
                  <a:lnTo>
                    <a:pt x="2589064" y="3489559"/>
                  </a:lnTo>
                  <a:lnTo>
                    <a:pt x="2633352" y="3535045"/>
                  </a:lnTo>
                  <a:lnTo>
                    <a:pt x="2677436" y="3577372"/>
                  </a:lnTo>
                  <a:lnTo>
                    <a:pt x="2721571" y="3616518"/>
                  </a:lnTo>
                  <a:lnTo>
                    <a:pt x="2766104" y="3652532"/>
                  </a:lnTo>
                  <a:lnTo>
                    <a:pt x="2770117" y="3655602"/>
                  </a:lnTo>
                  <a:lnTo>
                    <a:pt x="2819256" y="3690761"/>
                  </a:lnTo>
                  <a:lnTo>
                    <a:pt x="2870068" y="3722376"/>
                  </a:lnTo>
                  <a:lnTo>
                    <a:pt x="2923352" y="3750632"/>
                  </a:lnTo>
                  <a:lnTo>
                    <a:pt x="2979997" y="3775837"/>
                  </a:lnTo>
                  <a:lnTo>
                    <a:pt x="3040912" y="3798338"/>
                  </a:lnTo>
                  <a:lnTo>
                    <a:pt x="3106941" y="3818470"/>
                  </a:lnTo>
                  <a:lnTo>
                    <a:pt x="3178770" y="3836526"/>
                  </a:lnTo>
                  <a:lnTo>
                    <a:pt x="3256792" y="3852745"/>
                  </a:lnTo>
                  <a:lnTo>
                    <a:pt x="3340936" y="3867297"/>
                  </a:lnTo>
                  <a:lnTo>
                    <a:pt x="3430461" y="3880290"/>
                  </a:lnTo>
                  <a:lnTo>
                    <a:pt x="3523751" y="3891767"/>
                  </a:lnTo>
                  <a:lnTo>
                    <a:pt x="3618185" y="3901722"/>
                  </a:lnTo>
                  <a:lnTo>
                    <a:pt x="3710170" y="3910119"/>
                  </a:lnTo>
                  <a:lnTo>
                    <a:pt x="3795452" y="3916928"/>
                  </a:lnTo>
                  <a:lnTo>
                    <a:pt x="3869724" y="3922161"/>
                  </a:lnTo>
                  <a:lnTo>
                    <a:pt x="3929453" y="3925903"/>
                  </a:lnTo>
                  <a:lnTo>
                    <a:pt x="3972692" y="3928326"/>
                  </a:lnTo>
                  <a:lnTo>
                    <a:pt x="3999625" y="3929683"/>
                  </a:lnTo>
                  <a:lnTo>
                    <a:pt x="4012676" y="3930277"/>
                  </a:lnTo>
                  <a:lnTo>
                    <a:pt x="4016409" y="3930431"/>
                  </a:lnTo>
                  <a:lnTo>
                    <a:pt x="4538543" y="3930431"/>
                  </a:lnTo>
                  <a:lnTo>
                    <a:pt x="4539471" y="3930343"/>
                  </a:lnTo>
                  <a:lnTo>
                    <a:pt x="4545585" y="3929720"/>
                  </a:lnTo>
                  <a:lnTo>
                    <a:pt x="4561025" y="3927997"/>
                  </a:lnTo>
                  <a:lnTo>
                    <a:pt x="4588693" y="3924604"/>
                  </a:lnTo>
                  <a:lnTo>
                    <a:pt x="4630052" y="3919011"/>
                  </a:lnTo>
                  <a:lnTo>
                    <a:pt x="4685013" y="3910782"/>
                  </a:lnTo>
                  <a:lnTo>
                    <a:pt x="4752041" y="3899612"/>
                  </a:lnTo>
                  <a:lnTo>
                    <a:pt x="4828506" y="3885342"/>
                  </a:lnTo>
                  <a:lnTo>
                    <a:pt x="4911190" y="3867939"/>
                  </a:lnTo>
                  <a:lnTo>
                    <a:pt x="4996820" y="3847446"/>
                  </a:lnTo>
                  <a:lnTo>
                    <a:pt x="5082489" y="3823932"/>
                  </a:lnTo>
                  <a:lnTo>
                    <a:pt x="5165908" y="3797436"/>
                  </a:lnTo>
                  <a:lnTo>
                    <a:pt x="5245489" y="3767929"/>
                  </a:lnTo>
                  <a:lnTo>
                    <a:pt x="5320306" y="3735290"/>
                  </a:lnTo>
                  <a:lnTo>
                    <a:pt x="5389984" y="3699290"/>
                  </a:lnTo>
                  <a:lnTo>
                    <a:pt x="5454565" y="3659591"/>
                  </a:lnTo>
                  <a:lnTo>
                    <a:pt x="5514387" y="3615754"/>
                  </a:lnTo>
                  <a:lnTo>
                    <a:pt x="5569976" y="3567247"/>
                  </a:lnTo>
                  <a:lnTo>
                    <a:pt x="5621968" y="3513471"/>
                  </a:lnTo>
                  <a:lnTo>
                    <a:pt x="5671046" y="3453799"/>
                  </a:lnTo>
                  <a:lnTo>
                    <a:pt x="5717887" y="3387651"/>
                  </a:lnTo>
                  <a:lnTo>
                    <a:pt x="5763123" y="3314599"/>
                  </a:lnTo>
                  <a:lnTo>
                    <a:pt x="5784835" y="3276300"/>
                  </a:lnTo>
                  <a:lnTo>
                    <a:pt x="5817382" y="3215048"/>
                  </a:lnTo>
                  <a:lnTo>
                    <a:pt x="5849640" y="3149882"/>
                  </a:lnTo>
                  <a:lnTo>
                    <a:pt x="5881763" y="3080723"/>
                  </a:lnTo>
                  <a:lnTo>
                    <a:pt x="5913876" y="3007538"/>
                  </a:lnTo>
                  <a:lnTo>
                    <a:pt x="5946078" y="2930346"/>
                  </a:lnTo>
                  <a:lnTo>
                    <a:pt x="5978446" y="2849222"/>
                  </a:lnTo>
                  <a:lnTo>
                    <a:pt x="6011033" y="2764300"/>
                  </a:lnTo>
                  <a:lnTo>
                    <a:pt x="6043874" y="2675780"/>
                  </a:lnTo>
                  <a:lnTo>
                    <a:pt x="6076983" y="2583920"/>
                  </a:lnTo>
                  <a:lnTo>
                    <a:pt x="6110360" y="2489044"/>
                  </a:lnTo>
                  <a:lnTo>
                    <a:pt x="6143988" y="2391533"/>
                  </a:lnTo>
                  <a:lnTo>
                    <a:pt x="6177835" y="2291822"/>
                  </a:lnTo>
                  <a:lnTo>
                    <a:pt x="6211859" y="2190395"/>
                  </a:lnTo>
                  <a:lnTo>
                    <a:pt x="6246011" y="2087771"/>
                  </a:lnTo>
                  <a:lnTo>
                    <a:pt x="6280233" y="1984495"/>
                  </a:lnTo>
                  <a:lnTo>
                    <a:pt x="6314465" y="1881130"/>
                  </a:lnTo>
                  <a:lnTo>
                    <a:pt x="6348645" y="1778238"/>
                  </a:lnTo>
                  <a:lnTo>
                    <a:pt x="6382716" y="1676372"/>
                  </a:lnTo>
                  <a:lnTo>
                    <a:pt x="6416625" y="1576061"/>
                  </a:lnTo>
                  <a:lnTo>
                    <a:pt x="6450326" y="1477800"/>
                  </a:lnTo>
                  <a:lnTo>
                    <a:pt x="6483785" y="1382041"/>
                  </a:lnTo>
                  <a:lnTo>
                    <a:pt x="6516981" y="1289184"/>
                  </a:lnTo>
                  <a:lnTo>
                    <a:pt x="6549906" y="1199569"/>
                  </a:lnTo>
                  <a:lnTo>
                    <a:pt x="6582571" y="1113478"/>
                  </a:lnTo>
                  <a:lnTo>
                    <a:pt x="6615004" y="1031128"/>
                  </a:lnTo>
                  <a:lnTo>
                    <a:pt x="6647252" y="952673"/>
                  </a:lnTo>
                  <a:lnTo>
                    <a:pt x="6679384" y="878208"/>
                  </a:lnTo>
                  <a:lnTo>
                    <a:pt x="6711491" y="807769"/>
                  </a:lnTo>
                  <a:lnTo>
                    <a:pt x="6743691" y="741339"/>
                  </a:lnTo>
                  <a:lnTo>
                    <a:pt x="6776127" y="678853"/>
                  </a:lnTo>
                  <a:lnTo>
                    <a:pt x="6786527" y="659777"/>
                  </a:lnTo>
                  <a:lnTo>
                    <a:pt x="6831179" y="583287"/>
                  </a:lnTo>
                  <a:lnTo>
                    <a:pt x="6877162" y="513799"/>
                  </a:lnTo>
                  <a:lnTo>
                    <a:pt x="6925062" y="451025"/>
                  </a:lnTo>
                  <a:lnTo>
                    <a:pt x="6975542" y="394442"/>
                  </a:lnTo>
                  <a:lnTo>
                    <a:pt x="7029288" y="343435"/>
                  </a:lnTo>
                  <a:lnTo>
                    <a:pt x="7086965" y="297384"/>
                  </a:lnTo>
                  <a:lnTo>
                    <a:pt x="7149162" y="255722"/>
                  </a:lnTo>
                  <a:lnTo>
                    <a:pt x="7216320" y="217961"/>
                  </a:lnTo>
                  <a:lnTo>
                    <a:pt x="7288640" y="183713"/>
                  </a:lnTo>
                  <a:lnTo>
                    <a:pt x="7365969" y="152696"/>
                  </a:lnTo>
                  <a:lnTo>
                    <a:pt x="7447666" y="124736"/>
                  </a:lnTo>
                  <a:lnTo>
                    <a:pt x="7532477" y="99761"/>
                  </a:lnTo>
                  <a:lnTo>
                    <a:pt x="7618455" y="77783"/>
                  </a:lnTo>
                  <a:lnTo>
                    <a:pt x="7702974" y="58859"/>
                  </a:lnTo>
                  <a:lnTo>
                    <a:pt x="7782899" y="43055"/>
                  </a:lnTo>
                  <a:lnTo>
                    <a:pt x="7854922" y="30380"/>
                  </a:lnTo>
                  <a:lnTo>
                    <a:pt x="7916057" y="20740"/>
                  </a:lnTo>
                  <a:lnTo>
                    <a:pt x="7964177" y="13905"/>
                  </a:lnTo>
                  <a:lnTo>
                    <a:pt x="7998456" y="9497"/>
                  </a:lnTo>
                  <a:lnTo>
                    <a:pt x="8019600" y="7027"/>
                  </a:lnTo>
                  <a:lnTo>
                    <a:pt x="8029831" y="5938"/>
                  </a:lnTo>
                  <a:lnTo>
                    <a:pt x="8032819" y="5647"/>
                  </a:lnTo>
                  <a:lnTo>
                    <a:pt x="8554953" y="5647"/>
                  </a:lnTo>
                  <a:lnTo>
                    <a:pt x="8554953" y="0"/>
                  </a:lnTo>
                  <a:lnTo>
                    <a:pt x="8032819" y="0"/>
                  </a:lnTo>
                  <a:lnTo>
                    <a:pt x="8031891" y="87"/>
                  </a:lnTo>
                  <a:lnTo>
                    <a:pt x="8025777" y="710"/>
                  </a:lnTo>
                  <a:lnTo>
                    <a:pt x="8010337" y="2433"/>
                  </a:lnTo>
                  <a:lnTo>
                    <a:pt x="7982669" y="5826"/>
                  </a:lnTo>
                  <a:lnTo>
                    <a:pt x="7941310" y="11419"/>
                  </a:lnTo>
                  <a:lnTo>
                    <a:pt x="7886349" y="19648"/>
                  </a:lnTo>
                  <a:lnTo>
                    <a:pt x="7819321" y="30818"/>
                  </a:lnTo>
                  <a:lnTo>
                    <a:pt x="7742856" y="45088"/>
                  </a:lnTo>
                  <a:lnTo>
                    <a:pt x="7660172" y="62491"/>
                  </a:lnTo>
                  <a:lnTo>
                    <a:pt x="7574542" y="82984"/>
                  </a:lnTo>
                  <a:lnTo>
                    <a:pt x="7488873" y="106498"/>
                  </a:lnTo>
                  <a:lnTo>
                    <a:pt x="7405454" y="132994"/>
                  </a:lnTo>
                  <a:lnTo>
                    <a:pt x="7325873" y="162501"/>
                  </a:lnTo>
                  <a:lnTo>
                    <a:pt x="7251056" y="195140"/>
                  </a:lnTo>
                  <a:lnTo>
                    <a:pt x="7181378" y="231140"/>
                  </a:lnTo>
                  <a:lnTo>
                    <a:pt x="7116797" y="270839"/>
                  </a:lnTo>
                  <a:lnTo>
                    <a:pt x="7056975" y="314676"/>
                  </a:lnTo>
                  <a:lnTo>
                    <a:pt x="7001386" y="363183"/>
                  </a:lnTo>
                  <a:lnTo>
                    <a:pt x="6949394" y="416960"/>
                  </a:lnTo>
                  <a:lnTo>
                    <a:pt x="6900316" y="476631"/>
                  </a:lnTo>
                  <a:lnTo>
                    <a:pt x="6853475" y="542780"/>
                  </a:lnTo>
                  <a:lnTo>
                    <a:pt x="6808238" y="615831"/>
                  </a:lnTo>
                  <a:lnTo>
                    <a:pt x="6786527" y="654130"/>
                  </a:lnTo>
                  <a:lnTo>
                    <a:pt x="6753980" y="715382"/>
                  </a:lnTo>
                  <a:lnTo>
                    <a:pt x="6721722" y="780548"/>
                  </a:lnTo>
                  <a:lnTo>
                    <a:pt x="6689599" y="849707"/>
                  </a:lnTo>
                  <a:lnTo>
                    <a:pt x="6657486" y="922892"/>
                  </a:lnTo>
                  <a:lnTo>
                    <a:pt x="6625284" y="1000084"/>
                  </a:lnTo>
                  <a:lnTo>
                    <a:pt x="6592916" y="1081209"/>
                  </a:lnTo>
                  <a:lnTo>
                    <a:pt x="6560329" y="1166130"/>
                  </a:lnTo>
                  <a:lnTo>
                    <a:pt x="6527488" y="1254650"/>
                  </a:lnTo>
                  <a:lnTo>
                    <a:pt x="6494379" y="1346510"/>
                  </a:lnTo>
                  <a:lnTo>
                    <a:pt x="6461002" y="1441386"/>
                  </a:lnTo>
                  <a:lnTo>
                    <a:pt x="6427374" y="1538897"/>
                  </a:lnTo>
                  <a:lnTo>
                    <a:pt x="6393527" y="1638608"/>
                  </a:lnTo>
                  <a:lnTo>
                    <a:pt x="6359503" y="1740035"/>
                  </a:lnTo>
                  <a:lnTo>
                    <a:pt x="6325351" y="1842660"/>
                  </a:lnTo>
                  <a:lnTo>
                    <a:pt x="6291129" y="1945935"/>
                  </a:lnTo>
                  <a:lnTo>
                    <a:pt x="6256897" y="2049300"/>
                  </a:lnTo>
                  <a:lnTo>
                    <a:pt x="6222717" y="2152192"/>
                  </a:lnTo>
                  <a:lnTo>
                    <a:pt x="6188646" y="2254058"/>
                  </a:lnTo>
                  <a:lnTo>
                    <a:pt x="6154737" y="2354369"/>
                  </a:lnTo>
                  <a:lnTo>
                    <a:pt x="6121036" y="2452630"/>
                  </a:lnTo>
                  <a:lnTo>
                    <a:pt x="6087577" y="2548389"/>
                  </a:lnTo>
                  <a:lnTo>
                    <a:pt x="6054381" y="2641246"/>
                  </a:lnTo>
                  <a:lnTo>
                    <a:pt x="6021456" y="2730861"/>
                  </a:lnTo>
                  <a:lnTo>
                    <a:pt x="5988791" y="2816952"/>
                  </a:lnTo>
                  <a:lnTo>
                    <a:pt x="5956358" y="2899302"/>
                  </a:lnTo>
                  <a:lnTo>
                    <a:pt x="5924110" y="2977757"/>
                  </a:lnTo>
                  <a:lnTo>
                    <a:pt x="5891978" y="3052222"/>
                  </a:lnTo>
                  <a:lnTo>
                    <a:pt x="5859871" y="3122661"/>
                  </a:lnTo>
                  <a:lnTo>
                    <a:pt x="5827671" y="3189091"/>
                  </a:lnTo>
                  <a:lnTo>
                    <a:pt x="5795235" y="3251577"/>
                  </a:lnTo>
                  <a:lnTo>
                    <a:pt x="5784835" y="3270653"/>
                  </a:lnTo>
                  <a:lnTo>
                    <a:pt x="5740183" y="3347143"/>
                  </a:lnTo>
                  <a:lnTo>
                    <a:pt x="5694200" y="3416631"/>
                  </a:lnTo>
                  <a:lnTo>
                    <a:pt x="5646300" y="3479405"/>
                  </a:lnTo>
                  <a:lnTo>
                    <a:pt x="5595820" y="3535988"/>
                  </a:lnTo>
                  <a:lnTo>
                    <a:pt x="5542074" y="3586996"/>
                  </a:lnTo>
                  <a:lnTo>
                    <a:pt x="5484397" y="3633046"/>
                  </a:lnTo>
                  <a:lnTo>
                    <a:pt x="5422200" y="3674708"/>
                  </a:lnTo>
                  <a:lnTo>
                    <a:pt x="5355042" y="3712469"/>
                  </a:lnTo>
                  <a:lnTo>
                    <a:pt x="5282722" y="3746717"/>
                  </a:lnTo>
                  <a:lnTo>
                    <a:pt x="5205393" y="3777735"/>
                  </a:lnTo>
                  <a:lnTo>
                    <a:pt x="5123696" y="3805694"/>
                  </a:lnTo>
                  <a:lnTo>
                    <a:pt x="5038885" y="3830669"/>
                  </a:lnTo>
                  <a:lnTo>
                    <a:pt x="4952907" y="3852647"/>
                  </a:lnTo>
                  <a:lnTo>
                    <a:pt x="4868388" y="3871571"/>
                  </a:lnTo>
                  <a:lnTo>
                    <a:pt x="4788463" y="3887375"/>
                  </a:lnTo>
                  <a:lnTo>
                    <a:pt x="4716440" y="3900050"/>
                  </a:lnTo>
                  <a:lnTo>
                    <a:pt x="4655305" y="3909690"/>
                  </a:lnTo>
                  <a:lnTo>
                    <a:pt x="4607185" y="3916526"/>
                  </a:lnTo>
                  <a:lnTo>
                    <a:pt x="4572906" y="3920933"/>
                  </a:lnTo>
                  <a:lnTo>
                    <a:pt x="4551762" y="3923403"/>
                  </a:lnTo>
                  <a:lnTo>
                    <a:pt x="4541531" y="3924492"/>
                  </a:lnTo>
                  <a:lnTo>
                    <a:pt x="4538543" y="3924783"/>
                  </a:lnTo>
                  <a:lnTo>
                    <a:pt x="4016409" y="3924783"/>
                  </a:lnTo>
                  <a:lnTo>
                    <a:pt x="4015183" y="3924735"/>
                  </a:lnTo>
                  <a:lnTo>
                    <a:pt x="4007160" y="3924386"/>
                  </a:lnTo>
                  <a:lnTo>
                    <a:pt x="3987078" y="3923421"/>
                  </a:lnTo>
                  <a:lnTo>
                    <a:pt x="3951541" y="3921526"/>
                  </a:lnTo>
                  <a:lnTo>
                    <a:pt x="3899317" y="3918421"/>
                  </a:lnTo>
                  <a:lnTo>
                    <a:pt x="3831410" y="3913894"/>
                  </a:lnTo>
                  <a:lnTo>
                    <a:pt x="3750711" y="3907818"/>
                  </a:lnTo>
                  <a:lnTo>
                    <a:pt x="3661276" y="3900154"/>
                  </a:lnTo>
                  <a:lnTo>
                    <a:pt x="3567477" y="3890915"/>
                  </a:lnTo>
                  <a:lnTo>
                    <a:pt x="3473271" y="3880139"/>
                  </a:lnTo>
                  <a:lnTo>
                    <a:pt x="3381744" y="3867849"/>
                  </a:lnTo>
                  <a:lnTo>
                    <a:pt x="3294971" y="3854026"/>
                  </a:lnTo>
                  <a:lnTo>
                    <a:pt x="3214073" y="3838596"/>
                  </a:lnTo>
                  <a:lnTo>
                    <a:pt x="3139405" y="3821415"/>
                  </a:lnTo>
                  <a:lnTo>
                    <a:pt x="3070765" y="3802276"/>
                  </a:lnTo>
                  <a:lnTo>
                    <a:pt x="3007583" y="3780910"/>
                  </a:lnTo>
                  <a:lnTo>
                    <a:pt x="2949075" y="3756999"/>
                  </a:lnTo>
                  <a:lnTo>
                    <a:pt x="2894350" y="3730197"/>
                  </a:lnTo>
                  <a:lnTo>
                    <a:pt x="2842501" y="3700168"/>
                  </a:lnTo>
                  <a:lnTo>
                    <a:pt x="2792678" y="3666658"/>
                  </a:lnTo>
                  <a:lnTo>
                    <a:pt x="2770117" y="3649954"/>
                  </a:lnTo>
                  <a:lnTo>
                    <a:pt x="2725528" y="3614215"/>
                  </a:lnTo>
                  <a:lnTo>
                    <a:pt x="2681373" y="3575352"/>
                  </a:lnTo>
                  <a:lnTo>
                    <a:pt x="2637296" y="3533309"/>
                  </a:lnTo>
                  <a:lnTo>
                    <a:pt x="2593035" y="3488103"/>
                  </a:lnTo>
                  <a:lnTo>
                    <a:pt x="2548410" y="3439834"/>
                  </a:lnTo>
                  <a:lnTo>
                    <a:pt x="2503317" y="3388695"/>
                  </a:lnTo>
                  <a:lnTo>
                    <a:pt x="2457717" y="3334973"/>
                  </a:lnTo>
                  <a:lnTo>
                    <a:pt x="2411632" y="3279045"/>
                  </a:lnTo>
                  <a:lnTo>
                    <a:pt x="2365133" y="3221372"/>
                  </a:lnTo>
                  <a:lnTo>
                    <a:pt x="2318333" y="3162484"/>
                  </a:lnTo>
                  <a:lnTo>
                    <a:pt x="2271371" y="3102961"/>
                  </a:lnTo>
                  <a:lnTo>
                    <a:pt x="2224401" y="3043411"/>
                  </a:lnTo>
                  <a:lnTo>
                    <a:pt x="2177581" y="2984442"/>
                  </a:lnTo>
                  <a:lnTo>
                    <a:pt x="2131050" y="2926638"/>
                  </a:lnTo>
                  <a:lnTo>
                    <a:pt x="2084924" y="2870534"/>
                  </a:lnTo>
                  <a:lnTo>
                    <a:pt x="2039280" y="2816598"/>
                  </a:lnTo>
                  <a:lnTo>
                    <a:pt x="1994142" y="2765216"/>
                  </a:lnTo>
                  <a:lnTo>
                    <a:pt x="1949478" y="2716681"/>
                  </a:lnTo>
                  <a:lnTo>
                    <a:pt x="1905190" y="2671195"/>
                  </a:lnTo>
                  <a:lnTo>
                    <a:pt x="1861106" y="2628868"/>
                  </a:lnTo>
                  <a:lnTo>
                    <a:pt x="1816971" y="2589722"/>
                  </a:lnTo>
                  <a:lnTo>
                    <a:pt x="1772438" y="2553708"/>
                  </a:lnTo>
                  <a:lnTo>
                    <a:pt x="1768425" y="2550638"/>
                  </a:lnTo>
                  <a:lnTo>
                    <a:pt x="1719286" y="2515479"/>
                  </a:lnTo>
                  <a:lnTo>
                    <a:pt x="1668474" y="2483864"/>
                  </a:lnTo>
                  <a:lnTo>
                    <a:pt x="1615190" y="2455608"/>
                  </a:lnTo>
                  <a:lnTo>
                    <a:pt x="1558545" y="2430403"/>
                  </a:lnTo>
                  <a:lnTo>
                    <a:pt x="1497630" y="2407902"/>
                  </a:lnTo>
                  <a:lnTo>
                    <a:pt x="1431601" y="2387770"/>
                  </a:lnTo>
                  <a:lnTo>
                    <a:pt x="1359772" y="2369714"/>
                  </a:lnTo>
                  <a:lnTo>
                    <a:pt x="1281750" y="2353495"/>
                  </a:lnTo>
                  <a:lnTo>
                    <a:pt x="1197606" y="2338943"/>
                  </a:lnTo>
                  <a:lnTo>
                    <a:pt x="1108081" y="2325950"/>
                  </a:lnTo>
                  <a:lnTo>
                    <a:pt x="1014791" y="2314473"/>
                  </a:lnTo>
                  <a:lnTo>
                    <a:pt x="920358" y="2304518"/>
                  </a:lnTo>
                  <a:lnTo>
                    <a:pt x="828372" y="2296122"/>
                  </a:lnTo>
                  <a:lnTo>
                    <a:pt x="743090" y="2289312"/>
                  </a:lnTo>
                  <a:lnTo>
                    <a:pt x="668818" y="2284079"/>
                  </a:lnTo>
                  <a:lnTo>
                    <a:pt x="609089" y="2280337"/>
                  </a:lnTo>
                  <a:lnTo>
                    <a:pt x="565850" y="2277914"/>
                  </a:lnTo>
                  <a:lnTo>
                    <a:pt x="538917" y="2276557"/>
                  </a:lnTo>
                  <a:lnTo>
                    <a:pt x="525866" y="2275964"/>
                  </a:lnTo>
                  <a:lnTo>
                    <a:pt x="522133" y="2275809"/>
                  </a:lnTo>
                  <a:lnTo>
                    <a:pt x="0" y="2275809"/>
                  </a:lnTo>
                  <a:close/>
                </a:path>
              </a:pathLst>
            </a:custGeom>
            <a:solidFill>
              <a:srgbClr val="F28E5B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801" name="pl801"/>
            <p:cNvSpPr/>
            <p:nvPr/>
          </p:nvSpPr>
          <p:spPr>
            <a:xfrm>
              <a:off x="386606" y="1846264"/>
              <a:ext cx="8554953" cy="3924783"/>
            </a:xfrm>
            <a:custGeom>
              <a:avLst/>
              <a:pathLst>
                <a:path w="8554953" h="3924783">
                  <a:moveTo>
                    <a:pt x="0" y="2275809"/>
                  </a:moveTo>
                  <a:lnTo>
                    <a:pt x="522133" y="2275809"/>
                  </a:lnTo>
                  <a:lnTo>
                    <a:pt x="523359" y="2275858"/>
                  </a:lnTo>
                  <a:lnTo>
                    <a:pt x="531382" y="2276207"/>
                  </a:lnTo>
                  <a:lnTo>
                    <a:pt x="551464" y="2277172"/>
                  </a:lnTo>
                  <a:lnTo>
                    <a:pt x="587002" y="2279066"/>
                  </a:lnTo>
                  <a:lnTo>
                    <a:pt x="639225" y="2282172"/>
                  </a:lnTo>
                  <a:lnTo>
                    <a:pt x="707132" y="2286699"/>
                  </a:lnTo>
                  <a:lnTo>
                    <a:pt x="787831" y="2292774"/>
                  </a:lnTo>
                  <a:lnTo>
                    <a:pt x="877266" y="2300439"/>
                  </a:lnTo>
                  <a:lnTo>
                    <a:pt x="971065" y="2309678"/>
                  </a:lnTo>
                  <a:lnTo>
                    <a:pt x="1065272" y="2320454"/>
                  </a:lnTo>
                  <a:lnTo>
                    <a:pt x="1156798" y="2332744"/>
                  </a:lnTo>
                  <a:lnTo>
                    <a:pt x="1243571" y="2346566"/>
                  </a:lnTo>
                  <a:lnTo>
                    <a:pt x="1324469" y="2361997"/>
                  </a:lnTo>
                  <a:lnTo>
                    <a:pt x="1399137" y="2379178"/>
                  </a:lnTo>
                  <a:lnTo>
                    <a:pt x="1467777" y="2398317"/>
                  </a:lnTo>
                  <a:lnTo>
                    <a:pt x="1530959" y="2419683"/>
                  </a:lnTo>
                  <a:lnTo>
                    <a:pt x="1589467" y="2443594"/>
                  </a:lnTo>
                  <a:lnTo>
                    <a:pt x="1644193" y="2470396"/>
                  </a:lnTo>
                  <a:lnTo>
                    <a:pt x="1696041" y="2500425"/>
                  </a:lnTo>
                  <a:lnTo>
                    <a:pt x="1745864" y="2533935"/>
                  </a:lnTo>
                  <a:lnTo>
                    <a:pt x="1768425" y="2550638"/>
                  </a:lnTo>
                  <a:lnTo>
                    <a:pt x="1813014" y="2586378"/>
                  </a:lnTo>
                  <a:lnTo>
                    <a:pt x="1857169" y="2625241"/>
                  </a:lnTo>
                  <a:lnTo>
                    <a:pt x="1901246" y="2667284"/>
                  </a:lnTo>
                  <a:lnTo>
                    <a:pt x="1945507" y="2712490"/>
                  </a:lnTo>
                  <a:lnTo>
                    <a:pt x="1990132" y="2760759"/>
                  </a:lnTo>
                  <a:lnTo>
                    <a:pt x="2035226" y="2811898"/>
                  </a:lnTo>
                  <a:lnTo>
                    <a:pt x="2080825" y="2865620"/>
                  </a:lnTo>
                  <a:lnTo>
                    <a:pt x="2126910" y="2921548"/>
                  </a:lnTo>
                  <a:lnTo>
                    <a:pt x="2173409" y="2979221"/>
                  </a:lnTo>
                  <a:lnTo>
                    <a:pt x="2220209" y="3038109"/>
                  </a:lnTo>
                  <a:lnTo>
                    <a:pt x="2267172" y="3097632"/>
                  </a:lnTo>
                  <a:lnTo>
                    <a:pt x="2314141" y="3157182"/>
                  </a:lnTo>
                  <a:lnTo>
                    <a:pt x="2360962" y="3216151"/>
                  </a:lnTo>
                  <a:lnTo>
                    <a:pt x="2407492" y="3273955"/>
                  </a:lnTo>
                  <a:lnTo>
                    <a:pt x="2453618" y="3330059"/>
                  </a:lnTo>
                  <a:lnTo>
                    <a:pt x="2499263" y="3383995"/>
                  </a:lnTo>
                  <a:lnTo>
                    <a:pt x="2544401" y="3435377"/>
                  </a:lnTo>
                  <a:lnTo>
                    <a:pt x="2589064" y="3483912"/>
                  </a:lnTo>
                  <a:lnTo>
                    <a:pt x="2633352" y="3529398"/>
                  </a:lnTo>
                  <a:lnTo>
                    <a:pt x="2677436" y="3571725"/>
                  </a:lnTo>
                  <a:lnTo>
                    <a:pt x="2721571" y="3610870"/>
                  </a:lnTo>
                  <a:lnTo>
                    <a:pt x="2766104" y="3646885"/>
                  </a:lnTo>
                  <a:lnTo>
                    <a:pt x="2770117" y="3649954"/>
                  </a:lnTo>
                  <a:lnTo>
                    <a:pt x="2819256" y="3685114"/>
                  </a:lnTo>
                  <a:lnTo>
                    <a:pt x="2870068" y="3716729"/>
                  </a:lnTo>
                  <a:lnTo>
                    <a:pt x="2923352" y="3744985"/>
                  </a:lnTo>
                  <a:lnTo>
                    <a:pt x="2979997" y="3770190"/>
                  </a:lnTo>
                  <a:lnTo>
                    <a:pt x="3040912" y="3792690"/>
                  </a:lnTo>
                  <a:lnTo>
                    <a:pt x="3106941" y="3812822"/>
                  </a:lnTo>
                  <a:lnTo>
                    <a:pt x="3178770" y="3830879"/>
                  </a:lnTo>
                  <a:lnTo>
                    <a:pt x="3256792" y="3847097"/>
                  </a:lnTo>
                  <a:lnTo>
                    <a:pt x="3340936" y="3861650"/>
                  </a:lnTo>
                  <a:lnTo>
                    <a:pt x="3430461" y="3874643"/>
                  </a:lnTo>
                  <a:lnTo>
                    <a:pt x="3523751" y="3886120"/>
                  </a:lnTo>
                  <a:lnTo>
                    <a:pt x="3618185" y="3896074"/>
                  </a:lnTo>
                  <a:lnTo>
                    <a:pt x="3710170" y="3904471"/>
                  </a:lnTo>
                  <a:lnTo>
                    <a:pt x="3795452" y="3911281"/>
                  </a:lnTo>
                  <a:lnTo>
                    <a:pt x="3869724" y="3916514"/>
                  </a:lnTo>
                  <a:lnTo>
                    <a:pt x="3929453" y="3920256"/>
                  </a:lnTo>
                  <a:lnTo>
                    <a:pt x="3972692" y="3922679"/>
                  </a:lnTo>
                  <a:lnTo>
                    <a:pt x="3999625" y="3924036"/>
                  </a:lnTo>
                  <a:lnTo>
                    <a:pt x="4012676" y="3924629"/>
                  </a:lnTo>
                  <a:lnTo>
                    <a:pt x="4016284" y="3924779"/>
                  </a:lnTo>
                  <a:lnTo>
                    <a:pt x="4016409" y="3924783"/>
                  </a:lnTo>
                  <a:lnTo>
                    <a:pt x="4538543" y="3924783"/>
                  </a:lnTo>
                  <a:lnTo>
                    <a:pt x="4539471" y="3924696"/>
                  </a:lnTo>
                  <a:lnTo>
                    <a:pt x="4545585" y="3924073"/>
                  </a:lnTo>
                  <a:lnTo>
                    <a:pt x="4561025" y="3922350"/>
                  </a:lnTo>
                  <a:lnTo>
                    <a:pt x="4588693" y="3918957"/>
                  </a:lnTo>
                  <a:lnTo>
                    <a:pt x="4630052" y="3913364"/>
                  </a:lnTo>
                  <a:lnTo>
                    <a:pt x="4685013" y="3905135"/>
                  </a:lnTo>
                  <a:lnTo>
                    <a:pt x="4752041" y="3893964"/>
                  </a:lnTo>
                  <a:lnTo>
                    <a:pt x="4828506" y="3879695"/>
                  </a:lnTo>
                  <a:lnTo>
                    <a:pt x="4911190" y="3862291"/>
                  </a:lnTo>
                  <a:lnTo>
                    <a:pt x="4996820" y="3841799"/>
                  </a:lnTo>
                  <a:lnTo>
                    <a:pt x="5082489" y="3818285"/>
                  </a:lnTo>
                  <a:lnTo>
                    <a:pt x="5165908" y="3791789"/>
                  </a:lnTo>
                  <a:lnTo>
                    <a:pt x="5245489" y="3762282"/>
                  </a:lnTo>
                  <a:lnTo>
                    <a:pt x="5320306" y="3729643"/>
                  </a:lnTo>
                  <a:lnTo>
                    <a:pt x="5389984" y="3693643"/>
                  </a:lnTo>
                  <a:lnTo>
                    <a:pt x="5454565" y="3653944"/>
                  </a:lnTo>
                  <a:lnTo>
                    <a:pt x="5514387" y="3610107"/>
                  </a:lnTo>
                  <a:lnTo>
                    <a:pt x="5569976" y="3561600"/>
                  </a:lnTo>
                  <a:lnTo>
                    <a:pt x="5621968" y="3507823"/>
                  </a:lnTo>
                  <a:lnTo>
                    <a:pt x="5671046" y="3448152"/>
                  </a:lnTo>
                  <a:lnTo>
                    <a:pt x="5717887" y="3382003"/>
                  </a:lnTo>
                  <a:lnTo>
                    <a:pt x="5763123" y="3308952"/>
                  </a:lnTo>
                  <a:lnTo>
                    <a:pt x="5784835" y="3270653"/>
                  </a:lnTo>
                  <a:lnTo>
                    <a:pt x="5817382" y="3209401"/>
                  </a:lnTo>
                  <a:lnTo>
                    <a:pt x="5849640" y="3144235"/>
                  </a:lnTo>
                  <a:lnTo>
                    <a:pt x="5881763" y="3075076"/>
                  </a:lnTo>
                  <a:lnTo>
                    <a:pt x="5913876" y="3001891"/>
                  </a:lnTo>
                  <a:lnTo>
                    <a:pt x="5946078" y="2924699"/>
                  </a:lnTo>
                  <a:lnTo>
                    <a:pt x="5978446" y="2843574"/>
                  </a:lnTo>
                  <a:lnTo>
                    <a:pt x="6011033" y="2758653"/>
                  </a:lnTo>
                  <a:lnTo>
                    <a:pt x="6043874" y="2670133"/>
                  </a:lnTo>
                  <a:lnTo>
                    <a:pt x="6076983" y="2578273"/>
                  </a:lnTo>
                  <a:lnTo>
                    <a:pt x="6110360" y="2483397"/>
                  </a:lnTo>
                  <a:lnTo>
                    <a:pt x="6143988" y="2385885"/>
                  </a:lnTo>
                  <a:lnTo>
                    <a:pt x="6177835" y="2286175"/>
                  </a:lnTo>
                  <a:lnTo>
                    <a:pt x="6211859" y="2184748"/>
                  </a:lnTo>
                  <a:lnTo>
                    <a:pt x="6246011" y="2082123"/>
                  </a:lnTo>
                  <a:lnTo>
                    <a:pt x="6280233" y="1978848"/>
                  </a:lnTo>
                  <a:lnTo>
                    <a:pt x="6314465" y="1875483"/>
                  </a:lnTo>
                  <a:lnTo>
                    <a:pt x="6348645" y="1772591"/>
                  </a:lnTo>
                  <a:lnTo>
                    <a:pt x="6382716" y="1670725"/>
                  </a:lnTo>
                  <a:lnTo>
                    <a:pt x="6416625" y="1570414"/>
                  </a:lnTo>
                  <a:lnTo>
                    <a:pt x="6450326" y="1472153"/>
                  </a:lnTo>
                  <a:lnTo>
                    <a:pt x="6483785" y="1376394"/>
                  </a:lnTo>
                  <a:lnTo>
                    <a:pt x="6516981" y="1283536"/>
                  </a:lnTo>
                  <a:lnTo>
                    <a:pt x="6549906" y="1193922"/>
                  </a:lnTo>
                  <a:lnTo>
                    <a:pt x="6582571" y="1107831"/>
                  </a:lnTo>
                  <a:lnTo>
                    <a:pt x="6615004" y="1025481"/>
                  </a:lnTo>
                  <a:lnTo>
                    <a:pt x="6647252" y="947026"/>
                  </a:lnTo>
                  <a:lnTo>
                    <a:pt x="6679384" y="872561"/>
                  </a:lnTo>
                  <a:lnTo>
                    <a:pt x="6711491" y="802122"/>
                  </a:lnTo>
                  <a:lnTo>
                    <a:pt x="6743691" y="735692"/>
                  </a:lnTo>
                  <a:lnTo>
                    <a:pt x="6776127" y="673206"/>
                  </a:lnTo>
                  <a:lnTo>
                    <a:pt x="6786527" y="654130"/>
                  </a:lnTo>
                  <a:lnTo>
                    <a:pt x="6831179" y="577640"/>
                  </a:lnTo>
                  <a:lnTo>
                    <a:pt x="6877162" y="508152"/>
                  </a:lnTo>
                  <a:lnTo>
                    <a:pt x="6925062" y="445378"/>
                  </a:lnTo>
                  <a:lnTo>
                    <a:pt x="6975542" y="388795"/>
                  </a:lnTo>
                  <a:lnTo>
                    <a:pt x="7029288" y="337787"/>
                  </a:lnTo>
                  <a:lnTo>
                    <a:pt x="7086965" y="291737"/>
                  </a:lnTo>
                  <a:lnTo>
                    <a:pt x="7149162" y="250075"/>
                  </a:lnTo>
                  <a:lnTo>
                    <a:pt x="7216320" y="212314"/>
                  </a:lnTo>
                  <a:lnTo>
                    <a:pt x="7288640" y="178066"/>
                  </a:lnTo>
                  <a:lnTo>
                    <a:pt x="7365969" y="147048"/>
                  </a:lnTo>
                  <a:lnTo>
                    <a:pt x="7447666" y="119089"/>
                  </a:lnTo>
                  <a:lnTo>
                    <a:pt x="7532477" y="94114"/>
                  </a:lnTo>
                  <a:lnTo>
                    <a:pt x="7618455" y="72135"/>
                  </a:lnTo>
                  <a:lnTo>
                    <a:pt x="7702974" y="53212"/>
                  </a:lnTo>
                  <a:lnTo>
                    <a:pt x="7782899" y="37408"/>
                  </a:lnTo>
                  <a:lnTo>
                    <a:pt x="7854922" y="24732"/>
                  </a:lnTo>
                  <a:lnTo>
                    <a:pt x="7916057" y="15093"/>
                  </a:lnTo>
                  <a:lnTo>
                    <a:pt x="7964177" y="8257"/>
                  </a:lnTo>
                  <a:lnTo>
                    <a:pt x="7998456" y="3850"/>
                  </a:lnTo>
                  <a:lnTo>
                    <a:pt x="8019600" y="1380"/>
                  </a:lnTo>
                  <a:lnTo>
                    <a:pt x="8029831" y="291"/>
                  </a:lnTo>
                  <a:lnTo>
                    <a:pt x="8032707" y="10"/>
                  </a:lnTo>
                  <a:lnTo>
                    <a:pt x="8032819" y="0"/>
                  </a:lnTo>
                  <a:lnTo>
                    <a:pt x="8554953" y="0"/>
                  </a:lnTo>
                  <a:lnTo>
                    <a:pt x="8554953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802" name="pl802"/>
            <p:cNvSpPr/>
            <p:nvPr/>
          </p:nvSpPr>
          <p:spPr>
            <a:xfrm>
              <a:off x="386606" y="1840617"/>
              <a:ext cx="8554953" cy="3924783"/>
            </a:xfrm>
            <a:custGeom>
              <a:avLst/>
              <a:pathLst>
                <a:path w="8554953" h="3924783">
                  <a:moveTo>
                    <a:pt x="8554953" y="0"/>
                  </a:moveTo>
                  <a:lnTo>
                    <a:pt x="8032819" y="0"/>
                  </a:lnTo>
                  <a:lnTo>
                    <a:pt x="8031891" y="87"/>
                  </a:lnTo>
                  <a:lnTo>
                    <a:pt x="8025777" y="710"/>
                  </a:lnTo>
                  <a:lnTo>
                    <a:pt x="8010337" y="2433"/>
                  </a:lnTo>
                  <a:lnTo>
                    <a:pt x="7982669" y="5826"/>
                  </a:lnTo>
                  <a:lnTo>
                    <a:pt x="7941310" y="11419"/>
                  </a:lnTo>
                  <a:lnTo>
                    <a:pt x="7886349" y="19648"/>
                  </a:lnTo>
                  <a:lnTo>
                    <a:pt x="7819321" y="30818"/>
                  </a:lnTo>
                  <a:lnTo>
                    <a:pt x="7742856" y="45088"/>
                  </a:lnTo>
                  <a:lnTo>
                    <a:pt x="7660172" y="62491"/>
                  </a:lnTo>
                  <a:lnTo>
                    <a:pt x="7574542" y="82984"/>
                  </a:lnTo>
                  <a:lnTo>
                    <a:pt x="7488873" y="106498"/>
                  </a:lnTo>
                  <a:lnTo>
                    <a:pt x="7405454" y="132994"/>
                  </a:lnTo>
                  <a:lnTo>
                    <a:pt x="7325873" y="162501"/>
                  </a:lnTo>
                  <a:lnTo>
                    <a:pt x="7251056" y="195140"/>
                  </a:lnTo>
                  <a:lnTo>
                    <a:pt x="7181378" y="231140"/>
                  </a:lnTo>
                  <a:lnTo>
                    <a:pt x="7116797" y="270839"/>
                  </a:lnTo>
                  <a:lnTo>
                    <a:pt x="7056975" y="314676"/>
                  </a:lnTo>
                  <a:lnTo>
                    <a:pt x="7001386" y="363183"/>
                  </a:lnTo>
                  <a:lnTo>
                    <a:pt x="6949394" y="416960"/>
                  </a:lnTo>
                  <a:lnTo>
                    <a:pt x="6900316" y="476631"/>
                  </a:lnTo>
                  <a:lnTo>
                    <a:pt x="6853475" y="542780"/>
                  </a:lnTo>
                  <a:lnTo>
                    <a:pt x="6808238" y="615831"/>
                  </a:lnTo>
                  <a:lnTo>
                    <a:pt x="6786527" y="654130"/>
                  </a:lnTo>
                  <a:lnTo>
                    <a:pt x="6753980" y="715382"/>
                  </a:lnTo>
                  <a:lnTo>
                    <a:pt x="6721722" y="780548"/>
                  </a:lnTo>
                  <a:lnTo>
                    <a:pt x="6689599" y="849707"/>
                  </a:lnTo>
                  <a:lnTo>
                    <a:pt x="6657486" y="922892"/>
                  </a:lnTo>
                  <a:lnTo>
                    <a:pt x="6625284" y="1000084"/>
                  </a:lnTo>
                  <a:lnTo>
                    <a:pt x="6592916" y="1081209"/>
                  </a:lnTo>
                  <a:lnTo>
                    <a:pt x="6560329" y="1166130"/>
                  </a:lnTo>
                  <a:lnTo>
                    <a:pt x="6527488" y="1254650"/>
                  </a:lnTo>
                  <a:lnTo>
                    <a:pt x="6494379" y="1346510"/>
                  </a:lnTo>
                  <a:lnTo>
                    <a:pt x="6461002" y="1441386"/>
                  </a:lnTo>
                  <a:lnTo>
                    <a:pt x="6427374" y="1538897"/>
                  </a:lnTo>
                  <a:lnTo>
                    <a:pt x="6393527" y="1638608"/>
                  </a:lnTo>
                  <a:lnTo>
                    <a:pt x="6359503" y="1740035"/>
                  </a:lnTo>
                  <a:lnTo>
                    <a:pt x="6325351" y="1842660"/>
                  </a:lnTo>
                  <a:lnTo>
                    <a:pt x="6291129" y="1945935"/>
                  </a:lnTo>
                  <a:lnTo>
                    <a:pt x="6256897" y="2049300"/>
                  </a:lnTo>
                  <a:lnTo>
                    <a:pt x="6222717" y="2152192"/>
                  </a:lnTo>
                  <a:lnTo>
                    <a:pt x="6188646" y="2254058"/>
                  </a:lnTo>
                  <a:lnTo>
                    <a:pt x="6154737" y="2354369"/>
                  </a:lnTo>
                  <a:lnTo>
                    <a:pt x="6121036" y="2452630"/>
                  </a:lnTo>
                  <a:lnTo>
                    <a:pt x="6087577" y="2548389"/>
                  </a:lnTo>
                  <a:lnTo>
                    <a:pt x="6054381" y="2641246"/>
                  </a:lnTo>
                  <a:lnTo>
                    <a:pt x="6021456" y="2730861"/>
                  </a:lnTo>
                  <a:lnTo>
                    <a:pt x="5988791" y="2816952"/>
                  </a:lnTo>
                  <a:lnTo>
                    <a:pt x="5956358" y="2899302"/>
                  </a:lnTo>
                  <a:lnTo>
                    <a:pt x="5924110" y="2977757"/>
                  </a:lnTo>
                  <a:lnTo>
                    <a:pt x="5891978" y="3052222"/>
                  </a:lnTo>
                  <a:lnTo>
                    <a:pt x="5859871" y="3122661"/>
                  </a:lnTo>
                  <a:lnTo>
                    <a:pt x="5827671" y="3189091"/>
                  </a:lnTo>
                  <a:lnTo>
                    <a:pt x="5795235" y="3251577"/>
                  </a:lnTo>
                  <a:lnTo>
                    <a:pt x="5784835" y="3270653"/>
                  </a:lnTo>
                  <a:lnTo>
                    <a:pt x="5740183" y="3347143"/>
                  </a:lnTo>
                  <a:lnTo>
                    <a:pt x="5694200" y="3416631"/>
                  </a:lnTo>
                  <a:lnTo>
                    <a:pt x="5646300" y="3479405"/>
                  </a:lnTo>
                  <a:lnTo>
                    <a:pt x="5595820" y="3535988"/>
                  </a:lnTo>
                  <a:lnTo>
                    <a:pt x="5542074" y="3586996"/>
                  </a:lnTo>
                  <a:lnTo>
                    <a:pt x="5484397" y="3633046"/>
                  </a:lnTo>
                  <a:lnTo>
                    <a:pt x="5422200" y="3674708"/>
                  </a:lnTo>
                  <a:lnTo>
                    <a:pt x="5355042" y="3712469"/>
                  </a:lnTo>
                  <a:lnTo>
                    <a:pt x="5282722" y="3746717"/>
                  </a:lnTo>
                  <a:lnTo>
                    <a:pt x="5205393" y="3777735"/>
                  </a:lnTo>
                  <a:lnTo>
                    <a:pt x="5123696" y="3805694"/>
                  </a:lnTo>
                  <a:lnTo>
                    <a:pt x="5038885" y="3830669"/>
                  </a:lnTo>
                  <a:lnTo>
                    <a:pt x="4952907" y="3852647"/>
                  </a:lnTo>
                  <a:lnTo>
                    <a:pt x="4868388" y="3871571"/>
                  </a:lnTo>
                  <a:lnTo>
                    <a:pt x="4788463" y="3887375"/>
                  </a:lnTo>
                  <a:lnTo>
                    <a:pt x="4716440" y="3900050"/>
                  </a:lnTo>
                  <a:lnTo>
                    <a:pt x="4655305" y="3909690"/>
                  </a:lnTo>
                  <a:lnTo>
                    <a:pt x="4607185" y="3916526"/>
                  </a:lnTo>
                  <a:lnTo>
                    <a:pt x="4572906" y="3920933"/>
                  </a:lnTo>
                  <a:lnTo>
                    <a:pt x="4551762" y="3923403"/>
                  </a:lnTo>
                  <a:lnTo>
                    <a:pt x="4541531" y="3924492"/>
                  </a:lnTo>
                  <a:lnTo>
                    <a:pt x="4538654" y="3924773"/>
                  </a:lnTo>
                  <a:lnTo>
                    <a:pt x="4538543" y="3924783"/>
                  </a:lnTo>
                  <a:lnTo>
                    <a:pt x="4016409" y="3924783"/>
                  </a:lnTo>
                  <a:lnTo>
                    <a:pt x="4015183" y="3924735"/>
                  </a:lnTo>
                  <a:lnTo>
                    <a:pt x="4007160" y="3924386"/>
                  </a:lnTo>
                  <a:lnTo>
                    <a:pt x="3987078" y="3923421"/>
                  </a:lnTo>
                  <a:lnTo>
                    <a:pt x="3951541" y="3921526"/>
                  </a:lnTo>
                  <a:lnTo>
                    <a:pt x="3899317" y="3918421"/>
                  </a:lnTo>
                  <a:lnTo>
                    <a:pt x="3831410" y="3913894"/>
                  </a:lnTo>
                  <a:lnTo>
                    <a:pt x="3750711" y="3907818"/>
                  </a:lnTo>
                  <a:lnTo>
                    <a:pt x="3661276" y="3900154"/>
                  </a:lnTo>
                  <a:lnTo>
                    <a:pt x="3567477" y="3890915"/>
                  </a:lnTo>
                  <a:lnTo>
                    <a:pt x="3473271" y="3880139"/>
                  </a:lnTo>
                  <a:lnTo>
                    <a:pt x="3381744" y="3867849"/>
                  </a:lnTo>
                  <a:lnTo>
                    <a:pt x="3294971" y="3854026"/>
                  </a:lnTo>
                  <a:lnTo>
                    <a:pt x="3214073" y="3838596"/>
                  </a:lnTo>
                  <a:lnTo>
                    <a:pt x="3139405" y="3821415"/>
                  </a:lnTo>
                  <a:lnTo>
                    <a:pt x="3070765" y="3802276"/>
                  </a:lnTo>
                  <a:lnTo>
                    <a:pt x="3007583" y="3780910"/>
                  </a:lnTo>
                  <a:lnTo>
                    <a:pt x="2949075" y="3756999"/>
                  </a:lnTo>
                  <a:lnTo>
                    <a:pt x="2894350" y="3730197"/>
                  </a:lnTo>
                  <a:lnTo>
                    <a:pt x="2842501" y="3700168"/>
                  </a:lnTo>
                  <a:lnTo>
                    <a:pt x="2792678" y="3666658"/>
                  </a:lnTo>
                  <a:lnTo>
                    <a:pt x="2770117" y="3649954"/>
                  </a:lnTo>
                  <a:lnTo>
                    <a:pt x="2725528" y="3614215"/>
                  </a:lnTo>
                  <a:lnTo>
                    <a:pt x="2681373" y="3575352"/>
                  </a:lnTo>
                  <a:lnTo>
                    <a:pt x="2637296" y="3533309"/>
                  </a:lnTo>
                  <a:lnTo>
                    <a:pt x="2593035" y="3488103"/>
                  </a:lnTo>
                  <a:lnTo>
                    <a:pt x="2548410" y="3439834"/>
                  </a:lnTo>
                  <a:lnTo>
                    <a:pt x="2503317" y="3388695"/>
                  </a:lnTo>
                  <a:lnTo>
                    <a:pt x="2457717" y="3334973"/>
                  </a:lnTo>
                  <a:lnTo>
                    <a:pt x="2411632" y="3279045"/>
                  </a:lnTo>
                  <a:lnTo>
                    <a:pt x="2365133" y="3221372"/>
                  </a:lnTo>
                  <a:lnTo>
                    <a:pt x="2318333" y="3162484"/>
                  </a:lnTo>
                  <a:lnTo>
                    <a:pt x="2271371" y="3102961"/>
                  </a:lnTo>
                  <a:lnTo>
                    <a:pt x="2224401" y="3043411"/>
                  </a:lnTo>
                  <a:lnTo>
                    <a:pt x="2177581" y="2984442"/>
                  </a:lnTo>
                  <a:lnTo>
                    <a:pt x="2131050" y="2926638"/>
                  </a:lnTo>
                  <a:lnTo>
                    <a:pt x="2084924" y="2870534"/>
                  </a:lnTo>
                  <a:lnTo>
                    <a:pt x="2039280" y="2816598"/>
                  </a:lnTo>
                  <a:lnTo>
                    <a:pt x="1994142" y="2765216"/>
                  </a:lnTo>
                  <a:lnTo>
                    <a:pt x="1949478" y="2716681"/>
                  </a:lnTo>
                  <a:lnTo>
                    <a:pt x="1905190" y="2671195"/>
                  </a:lnTo>
                  <a:lnTo>
                    <a:pt x="1861106" y="2628868"/>
                  </a:lnTo>
                  <a:lnTo>
                    <a:pt x="1816971" y="2589722"/>
                  </a:lnTo>
                  <a:lnTo>
                    <a:pt x="1772438" y="2553708"/>
                  </a:lnTo>
                  <a:lnTo>
                    <a:pt x="1768425" y="2550638"/>
                  </a:lnTo>
                  <a:lnTo>
                    <a:pt x="1719286" y="2515479"/>
                  </a:lnTo>
                  <a:lnTo>
                    <a:pt x="1668474" y="2483864"/>
                  </a:lnTo>
                  <a:lnTo>
                    <a:pt x="1615190" y="2455608"/>
                  </a:lnTo>
                  <a:lnTo>
                    <a:pt x="1558545" y="2430403"/>
                  </a:lnTo>
                  <a:lnTo>
                    <a:pt x="1497630" y="2407902"/>
                  </a:lnTo>
                  <a:lnTo>
                    <a:pt x="1431601" y="2387770"/>
                  </a:lnTo>
                  <a:lnTo>
                    <a:pt x="1359772" y="2369714"/>
                  </a:lnTo>
                  <a:lnTo>
                    <a:pt x="1281750" y="2353495"/>
                  </a:lnTo>
                  <a:lnTo>
                    <a:pt x="1197606" y="2338943"/>
                  </a:lnTo>
                  <a:lnTo>
                    <a:pt x="1108081" y="2325950"/>
                  </a:lnTo>
                  <a:lnTo>
                    <a:pt x="1014791" y="2314473"/>
                  </a:lnTo>
                  <a:lnTo>
                    <a:pt x="920358" y="2304518"/>
                  </a:lnTo>
                  <a:lnTo>
                    <a:pt x="828372" y="2296122"/>
                  </a:lnTo>
                  <a:lnTo>
                    <a:pt x="743090" y="2289312"/>
                  </a:lnTo>
                  <a:lnTo>
                    <a:pt x="668818" y="2284079"/>
                  </a:lnTo>
                  <a:lnTo>
                    <a:pt x="609089" y="2280337"/>
                  </a:lnTo>
                  <a:lnTo>
                    <a:pt x="565850" y="2277914"/>
                  </a:lnTo>
                  <a:lnTo>
                    <a:pt x="538917" y="2276557"/>
                  </a:lnTo>
                  <a:lnTo>
                    <a:pt x="525866" y="2275964"/>
                  </a:lnTo>
                  <a:lnTo>
                    <a:pt x="522258" y="2275814"/>
                  </a:lnTo>
                  <a:lnTo>
                    <a:pt x="522133" y="2275809"/>
                  </a:lnTo>
                  <a:lnTo>
                    <a:pt x="0" y="2275809"/>
                  </a:lnTo>
                  <a:lnTo>
                    <a:pt x="0" y="2275809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803" name="pg803"/>
            <p:cNvSpPr/>
            <p:nvPr/>
          </p:nvSpPr>
          <p:spPr>
            <a:xfrm>
              <a:off x="386606" y="1857558"/>
              <a:ext cx="8554953" cy="4257967"/>
            </a:xfrm>
            <a:custGeom>
              <a:avLst/>
              <a:pathLst>
                <a:path w="8554953" h="4257967">
                  <a:moveTo>
                    <a:pt x="0" y="2304045"/>
                  </a:moveTo>
                  <a:lnTo>
                    <a:pt x="522133" y="2304045"/>
                  </a:lnTo>
                  <a:lnTo>
                    <a:pt x="523343" y="2304102"/>
                  </a:lnTo>
                  <a:lnTo>
                    <a:pt x="531259" y="2304510"/>
                  </a:lnTo>
                  <a:lnTo>
                    <a:pt x="551085" y="2305637"/>
                  </a:lnTo>
                  <a:lnTo>
                    <a:pt x="586192" y="2307851"/>
                  </a:lnTo>
                  <a:lnTo>
                    <a:pt x="637831" y="2311481"/>
                  </a:lnTo>
                  <a:lnTo>
                    <a:pt x="705056" y="2316776"/>
                  </a:lnTo>
                  <a:lnTo>
                    <a:pt x="785055" y="2323885"/>
                  </a:lnTo>
                  <a:lnTo>
                    <a:pt x="873849" y="2332860"/>
                  </a:lnTo>
                  <a:lnTo>
                    <a:pt x="967123" y="2343685"/>
                  </a:lnTo>
                  <a:lnTo>
                    <a:pt x="1060949" y="2356316"/>
                  </a:lnTo>
                  <a:lnTo>
                    <a:pt x="1152237" y="2370724"/>
                  </a:lnTo>
                  <a:lnTo>
                    <a:pt x="1238897" y="2386929"/>
                  </a:lnTo>
                  <a:lnTo>
                    <a:pt x="1319775" y="2405014"/>
                  </a:lnTo>
                  <a:lnTo>
                    <a:pt x="1394484" y="2425143"/>
                  </a:lnTo>
                  <a:lnTo>
                    <a:pt x="1463194" y="2447552"/>
                  </a:lnTo>
                  <a:lnTo>
                    <a:pt x="1526449" y="2472551"/>
                  </a:lnTo>
                  <a:lnTo>
                    <a:pt x="1585011" y="2500509"/>
                  </a:lnTo>
                  <a:lnTo>
                    <a:pt x="1639754" y="2531829"/>
                  </a:lnTo>
                  <a:lnTo>
                    <a:pt x="1691573" y="2566907"/>
                  </a:lnTo>
                  <a:lnTo>
                    <a:pt x="1741315" y="2606052"/>
                  </a:lnTo>
                  <a:lnTo>
                    <a:pt x="1768425" y="2629699"/>
                  </a:lnTo>
                  <a:lnTo>
                    <a:pt x="1810858" y="2669903"/>
                  </a:lnTo>
                  <a:lnTo>
                    <a:pt x="1852881" y="2713452"/>
                  </a:lnTo>
                  <a:lnTo>
                    <a:pt x="1894807" y="2760410"/>
                  </a:lnTo>
                  <a:lnTo>
                    <a:pt x="1936871" y="2810769"/>
                  </a:lnTo>
                  <a:lnTo>
                    <a:pt x="1979238" y="2864442"/>
                  </a:lnTo>
                  <a:lnTo>
                    <a:pt x="2022012" y="2921253"/>
                  </a:lnTo>
                  <a:lnTo>
                    <a:pt x="2065241" y="2980935"/>
                  </a:lnTo>
                  <a:lnTo>
                    <a:pt x="2108921" y="3043133"/>
                  </a:lnTo>
                  <a:lnTo>
                    <a:pt x="2153006" y="3107404"/>
                  </a:lnTo>
                  <a:lnTo>
                    <a:pt x="2197413" y="3173236"/>
                  </a:lnTo>
                  <a:lnTo>
                    <a:pt x="2242031" y="3240057"/>
                  </a:lnTo>
                  <a:lnTo>
                    <a:pt x="2286730" y="3307257"/>
                  </a:lnTo>
                  <a:lnTo>
                    <a:pt x="2331377" y="3374214"/>
                  </a:lnTo>
                  <a:lnTo>
                    <a:pt x="2375840" y="3440313"/>
                  </a:lnTo>
                  <a:lnTo>
                    <a:pt x="2420004" y="3504972"/>
                  </a:lnTo>
                  <a:lnTo>
                    <a:pt x="2463778" y="3567664"/>
                  </a:lnTo>
                  <a:lnTo>
                    <a:pt x="2507108" y="3627930"/>
                  </a:lnTo>
                  <a:lnTo>
                    <a:pt x="2549979" y="3685396"/>
                  </a:lnTo>
                  <a:lnTo>
                    <a:pt x="2592429" y="3739773"/>
                  </a:lnTo>
                  <a:lnTo>
                    <a:pt x="2634547" y="3790869"/>
                  </a:lnTo>
                  <a:lnTo>
                    <a:pt x="2676486" y="3838574"/>
                  </a:lnTo>
                  <a:lnTo>
                    <a:pt x="2718463" y="3882866"/>
                  </a:lnTo>
                  <a:lnTo>
                    <a:pt x="2760776" y="3923794"/>
                  </a:lnTo>
                  <a:lnTo>
                    <a:pt x="2770117" y="3932313"/>
                  </a:lnTo>
                  <a:lnTo>
                    <a:pt x="2819025" y="3973791"/>
                  </a:lnTo>
                  <a:lnTo>
                    <a:pt x="2869588" y="4011108"/>
                  </a:lnTo>
                  <a:lnTo>
                    <a:pt x="2922591" y="4044478"/>
                  </a:lnTo>
                  <a:lnTo>
                    <a:pt x="2978912" y="4074261"/>
                  </a:lnTo>
                  <a:lnTo>
                    <a:pt x="3039447" y="4100861"/>
                  </a:lnTo>
                  <a:lnTo>
                    <a:pt x="3105031" y="4124672"/>
                  </a:lnTo>
                  <a:lnTo>
                    <a:pt x="3176346" y="4146038"/>
                  </a:lnTo>
                  <a:lnTo>
                    <a:pt x="3253791" y="4165238"/>
                  </a:lnTo>
                  <a:lnTo>
                    <a:pt x="3337315" y="4182477"/>
                  </a:lnTo>
                  <a:lnTo>
                    <a:pt x="3426217" y="4197880"/>
                  </a:lnTo>
                  <a:lnTo>
                    <a:pt x="3518946" y="4211504"/>
                  </a:lnTo>
                  <a:lnTo>
                    <a:pt x="3612965" y="4223341"/>
                  </a:lnTo>
                  <a:lnTo>
                    <a:pt x="3704778" y="4233352"/>
                  </a:lnTo>
                  <a:lnTo>
                    <a:pt x="3790213" y="4241501"/>
                  </a:lnTo>
                  <a:lnTo>
                    <a:pt x="3865002" y="4247796"/>
                  </a:lnTo>
                  <a:lnTo>
                    <a:pt x="3925581" y="4252330"/>
                  </a:lnTo>
                  <a:lnTo>
                    <a:pt x="3969897" y="4255297"/>
                  </a:lnTo>
                  <a:lnTo>
                    <a:pt x="3997958" y="4256986"/>
                  </a:lnTo>
                  <a:lnTo>
                    <a:pt x="4011984" y="4257749"/>
                  </a:lnTo>
                  <a:lnTo>
                    <a:pt x="4016194" y="4257957"/>
                  </a:lnTo>
                  <a:lnTo>
                    <a:pt x="4016409" y="4257967"/>
                  </a:lnTo>
                  <a:lnTo>
                    <a:pt x="4538543" y="4257967"/>
                  </a:lnTo>
                  <a:lnTo>
                    <a:pt x="4539448" y="4257874"/>
                  </a:lnTo>
                  <a:lnTo>
                    <a:pt x="4545408" y="4257217"/>
                  </a:lnTo>
                  <a:lnTo>
                    <a:pt x="4560472" y="4255399"/>
                  </a:lnTo>
                  <a:lnTo>
                    <a:pt x="4587495" y="4251820"/>
                  </a:lnTo>
                  <a:lnTo>
                    <a:pt x="4627947" y="4245917"/>
                  </a:lnTo>
                  <a:lnTo>
                    <a:pt x="4681801" y="4237224"/>
                  </a:lnTo>
                  <a:lnTo>
                    <a:pt x="4747624" y="4225414"/>
                  </a:lnTo>
                  <a:lnTo>
                    <a:pt x="4822900" y="4210311"/>
                  </a:lnTo>
                  <a:lnTo>
                    <a:pt x="4904516" y="4191870"/>
                  </a:lnTo>
                  <a:lnTo>
                    <a:pt x="4989271" y="4170135"/>
                  </a:lnTo>
                  <a:lnTo>
                    <a:pt x="5074292" y="4145179"/>
                  </a:lnTo>
                  <a:lnTo>
                    <a:pt x="5157288" y="4117046"/>
                  </a:lnTo>
                  <a:lnTo>
                    <a:pt x="5236645" y="4085716"/>
                  </a:lnTo>
                  <a:lnTo>
                    <a:pt x="5311395" y="4051072"/>
                  </a:lnTo>
                  <a:lnTo>
                    <a:pt x="5381114" y="4012887"/>
                  </a:lnTo>
                  <a:lnTo>
                    <a:pt x="5445800" y="3970818"/>
                  </a:lnTo>
                  <a:lnTo>
                    <a:pt x="5505751" y="3924416"/>
                  </a:lnTo>
                  <a:lnTo>
                    <a:pt x="5561458" y="3873132"/>
                  </a:lnTo>
                  <a:lnTo>
                    <a:pt x="5613526" y="3816343"/>
                  </a:lnTo>
                  <a:lnTo>
                    <a:pt x="5662618" y="3753389"/>
                  </a:lnTo>
                  <a:lnTo>
                    <a:pt x="5709399" y="3683640"/>
                  </a:lnTo>
                  <a:lnTo>
                    <a:pt x="5754494" y="3606606"/>
                  </a:lnTo>
                  <a:lnTo>
                    <a:pt x="5784835" y="3549247"/>
                  </a:lnTo>
                  <a:lnTo>
                    <a:pt x="5816259" y="3485255"/>
                  </a:lnTo>
                  <a:lnTo>
                    <a:pt x="5847408" y="3417315"/>
                  </a:lnTo>
                  <a:lnTo>
                    <a:pt x="5878423" y="3345348"/>
                  </a:lnTo>
                  <a:lnTo>
                    <a:pt x="5909417" y="3269316"/>
                  </a:lnTo>
                  <a:lnTo>
                    <a:pt x="5940484" y="3189233"/>
                  </a:lnTo>
                  <a:lnTo>
                    <a:pt x="5971694" y="3105162"/>
                  </a:lnTo>
                  <a:lnTo>
                    <a:pt x="6003099" y="3017224"/>
                  </a:lnTo>
                  <a:lnTo>
                    <a:pt x="6034735" y="2925597"/>
                  </a:lnTo>
                  <a:lnTo>
                    <a:pt x="6066619" y="2830520"/>
                  </a:lnTo>
                  <a:lnTo>
                    <a:pt x="6098755" y="2732288"/>
                  </a:lnTo>
                  <a:lnTo>
                    <a:pt x="6131131" y="2631256"/>
                  </a:lnTo>
                  <a:lnTo>
                    <a:pt x="6163724" y="2527829"/>
                  </a:lnTo>
                  <a:lnTo>
                    <a:pt x="6196500" y="2422461"/>
                  </a:lnTo>
                  <a:lnTo>
                    <a:pt x="6229416" y="2315644"/>
                  </a:lnTo>
                  <a:lnTo>
                    <a:pt x="6262425" y="2207898"/>
                  </a:lnTo>
                  <a:lnTo>
                    <a:pt x="6295471" y="2099766"/>
                  </a:lnTo>
                  <a:lnTo>
                    <a:pt x="6328502" y="1991798"/>
                  </a:lnTo>
                  <a:lnTo>
                    <a:pt x="6361462" y="1884537"/>
                  </a:lnTo>
                  <a:lnTo>
                    <a:pt x="6394301" y="1778517"/>
                  </a:lnTo>
                  <a:lnTo>
                    <a:pt x="6426973" y="1674242"/>
                  </a:lnTo>
                  <a:lnTo>
                    <a:pt x="6459441" y="1572183"/>
                  </a:lnTo>
                  <a:lnTo>
                    <a:pt x="6491676" y="1472764"/>
                  </a:lnTo>
                  <a:lnTo>
                    <a:pt x="6523663" y="1376362"/>
                  </a:lnTo>
                  <a:lnTo>
                    <a:pt x="6555399" y="1283297"/>
                  </a:lnTo>
                  <a:lnTo>
                    <a:pt x="6586896" y="1193831"/>
                  </a:lnTo>
                  <a:lnTo>
                    <a:pt x="6618180" y="1108166"/>
                  </a:lnTo>
                  <a:lnTo>
                    <a:pt x="6649297" y="1026447"/>
                  </a:lnTo>
                  <a:lnTo>
                    <a:pt x="6680311" y="948760"/>
                  </a:lnTo>
                  <a:lnTo>
                    <a:pt x="6711305" y="875138"/>
                  </a:lnTo>
                  <a:lnTo>
                    <a:pt x="6742384" y="805564"/>
                  </a:lnTo>
                  <a:lnTo>
                    <a:pt x="6773678" y="739976"/>
                  </a:lnTo>
                  <a:lnTo>
                    <a:pt x="6786527" y="714367"/>
                  </a:lnTo>
                  <a:lnTo>
                    <a:pt x="6830783" y="632187"/>
                  </a:lnTo>
                  <a:lnTo>
                    <a:pt x="6876341" y="557462"/>
                  </a:lnTo>
                  <a:lnTo>
                    <a:pt x="6923772" y="489894"/>
                  </a:lnTo>
                  <a:lnTo>
                    <a:pt x="6973720" y="428932"/>
                  </a:lnTo>
                  <a:lnTo>
                    <a:pt x="7026854" y="373930"/>
                  </a:lnTo>
                  <a:lnTo>
                    <a:pt x="7083823" y="324232"/>
                  </a:lnTo>
                  <a:lnTo>
                    <a:pt x="7145205" y="279236"/>
                  </a:lnTo>
                  <a:lnTo>
                    <a:pt x="7211440" y="238421"/>
                  </a:lnTo>
                  <a:lnTo>
                    <a:pt x="7282745" y="201371"/>
                  </a:lnTo>
                  <a:lnTo>
                    <a:pt x="7359000" y="167780"/>
                  </a:lnTo>
                  <a:lnTo>
                    <a:pt x="7439624" y="137455"/>
                  </a:lnTo>
                  <a:lnTo>
                    <a:pt x="7523457" y="110311"/>
                  </a:lnTo>
                  <a:lnTo>
                    <a:pt x="7608672" y="86352"/>
                  </a:lnTo>
                  <a:lnTo>
                    <a:pt x="7692779" y="65637"/>
                  </a:lnTo>
                  <a:lnTo>
                    <a:pt x="7772766" y="48235"/>
                  </a:lnTo>
                  <a:lnTo>
                    <a:pt x="7845411" y="34168"/>
                  </a:lnTo>
                  <a:lnTo>
                    <a:pt x="7907730" y="23356"/>
                  </a:lnTo>
                  <a:lnTo>
                    <a:pt x="7957497" y="15576"/>
                  </a:lnTo>
                  <a:lnTo>
                    <a:pt x="7993694" y="10453"/>
                  </a:lnTo>
                  <a:lnTo>
                    <a:pt x="8016762" y="7486"/>
                  </a:lnTo>
                  <a:lnTo>
                    <a:pt x="8028621" y="6095"/>
                  </a:lnTo>
                  <a:lnTo>
                    <a:pt x="8032519" y="5677"/>
                  </a:lnTo>
                  <a:lnTo>
                    <a:pt x="8032819" y="5647"/>
                  </a:lnTo>
                  <a:lnTo>
                    <a:pt x="8554953" y="5647"/>
                  </a:lnTo>
                  <a:lnTo>
                    <a:pt x="8554953" y="0"/>
                  </a:lnTo>
                  <a:lnTo>
                    <a:pt x="8032819" y="0"/>
                  </a:lnTo>
                  <a:lnTo>
                    <a:pt x="8031914" y="92"/>
                  </a:lnTo>
                  <a:lnTo>
                    <a:pt x="8025954" y="749"/>
                  </a:lnTo>
                  <a:lnTo>
                    <a:pt x="8010890" y="2567"/>
                  </a:lnTo>
                  <a:lnTo>
                    <a:pt x="7983867" y="6146"/>
                  </a:lnTo>
                  <a:lnTo>
                    <a:pt x="7943415" y="12049"/>
                  </a:lnTo>
                  <a:lnTo>
                    <a:pt x="7889561" y="20742"/>
                  </a:lnTo>
                  <a:lnTo>
                    <a:pt x="7823738" y="32552"/>
                  </a:lnTo>
                  <a:lnTo>
                    <a:pt x="7748462" y="47655"/>
                  </a:lnTo>
                  <a:lnTo>
                    <a:pt x="7666846" y="66096"/>
                  </a:lnTo>
                  <a:lnTo>
                    <a:pt x="7582091" y="87831"/>
                  </a:lnTo>
                  <a:lnTo>
                    <a:pt x="7497070" y="112787"/>
                  </a:lnTo>
                  <a:lnTo>
                    <a:pt x="7414074" y="140920"/>
                  </a:lnTo>
                  <a:lnTo>
                    <a:pt x="7334717" y="172250"/>
                  </a:lnTo>
                  <a:lnTo>
                    <a:pt x="7259967" y="206894"/>
                  </a:lnTo>
                  <a:lnTo>
                    <a:pt x="7190248" y="245079"/>
                  </a:lnTo>
                  <a:lnTo>
                    <a:pt x="7125561" y="287148"/>
                  </a:lnTo>
                  <a:lnTo>
                    <a:pt x="7065611" y="333550"/>
                  </a:lnTo>
                  <a:lnTo>
                    <a:pt x="7009904" y="384834"/>
                  </a:lnTo>
                  <a:lnTo>
                    <a:pt x="6957836" y="441623"/>
                  </a:lnTo>
                  <a:lnTo>
                    <a:pt x="6908744" y="504577"/>
                  </a:lnTo>
                  <a:lnTo>
                    <a:pt x="6861963" y="574326"/>
                  </a:lnTo>
                  <a:lnTo>
                    <a:pt x="6816868" y="651360"/>
                  </a:lnTo>
                  <a:lnTo>
                    <a:pt x="6786527" y="708719"/>
                  </a:lnTo>
                  <a:lnTo>
                    <a:pt x="6755103" y="772711"/>
                  </a:lnTo>
                  <a:lnTo>
                    <a:pt x="6723954" y="840651"/>
                  </a:lnTo>
                  <a:lnTo>
                    <a:pt x="6692939" y="912618"/>
                  </a:lnTo>
                  <a:lnTo>
                    <a:pt x="6661945" y="988650"/>
                  </a:lnTo>
                  <a:lnTo>
                    <a:pt x="6630878" y="1068733"/>
                  </a:lnTo>
                  <a:lnTo>
                    <a:pt x="6599668" y="1152804"/>
                  </a:lnTo>
                  <a:lnTo>
                    <a:pt x="6568263" y="1240742"/>
                  </a:lnTo>
                  <a:lnTo>
                    <a:pt x="6536627" y="1332369"/>
                  </a:lnTo>
                  <a:lnTo>
                    <a:pt x="6504743" y="1427446"/>
                  </a:lnTo>
                  <a:lnTo>
                    <a:pt x="6472607" y="1525678"/>
                  </a:lnTo>
                  <a:lnTo>
                    <a:pt x="6440231" y="1626710"/>
                  </a:lnTo>
                  <a:lnTo>
                    <a:pt x="6407638" y="1730137"/>
                  </a:lnTo>
                  <a:lnTo>
                    <a:pt x="6374862" y="1835505"/>
                  </a:lnTo>
                  <a:lnTo>
                    <a:pt x="6341946" y="1942322"/>
                  </a:lnTo>
                  <a:lnTo>
                    <a:pt x="6308937" y="2050068"/>
                  </a:lnTo>
                  <a:lnTo>
                    <a:pt x="6275891" y="2158200"/>
                  </a:lnTo>
                  <a:lnTo>
                    <a:pt x="6242860" y="2266168"/>
                  </a:lnTo>
                  <a:lnTo>
                    <a:pt x="6209900" y="2373429"/>
                  </a:lnTo>
                  <a:lnTo>
                    <a:pt x="6177061" y="2479449"/>
                  </a:lnTo>
                  <a:lnTo>
                    <a:pt x="6144389" y="2583724"/>
                  </a:lnTo>
                  <a:lnTo>
                    <a:pt x="6111921" y="2685783"/>
                  </a:lnTo>
                  <a:lnTo>
                    <a:pt x="6079686" y="2785202"/>
                  </a:lnTo>
                  <a:lnTo>
                    <a:pt x="6047698" y="2881604"/>
                  </a:lnTo>
                  <a:lnTo>
                    <a:pt x="6015963" y="2974669"/>
                  </a:lnTo>
                  <a:lnTo>
                    <a:pt x="5984466" y="3064135"/>
                  </a:lnTo>
                  <a:lnTo>
                    <a:pt x="5953182" y="3149800"/>
                  </a:lnTo>
                  <a:lnTo>
                    <a:pt x="5922065" y="3231519"/>
                  </a:lnTo>
                  <a:lnTo>
                    <a:pt x="5891051" y="3309206"/>
                  </a:lnTo>
                  <a:lnTo>
                    <a:pt x="5860057" y="3382828"/>
                  </a:lnTo>
                  <a:lnTo>
                    <a:pt x="5828978" y="3452402"/>
                  </a:lnTo>
                  <a:lnTo>
                    <a:pt x="5797684" y="3517990"/>
                  </a:lnTo>
                  <a:lnTo>
                    <a:pt x="5784835" y="3543599"/>
                  </a:lnTo>
                  <a:lnTo>
                    <a:pt x="5740579" y="3625779"/>
                  </a:lnTo>
                  <a:lnTo>
                    <a:pt x="5695021" y="3700504"/>
                  </a:lnTo>
                  <a:lnTo>
                    <a:pt x="5647590" y="3768072"/>
                  </a:lnTo>
                  <a:lnTo>
                    <a:pt x="5597642" y="3829034"/>
                  </a:lnTo>
                  <a:lnTo>
                    <a:pt x="5544508" y="3884036"/>
                  </a:lnTo>
                  <a:lnTo>
                    <a:pt x="5487539" y="3933734"/>
                  </a:lnTo>
                  <a:lnTo>
                    <a:pt x="5426157" y="3978730"/>
                  </a:lnTo>
                  <a:lnTo>
                    <a:pt x="5359922" y="4019545"/>
                  </a:lnTo>
                  <a:lnTo>
                    <a:pt x="5288617" y="4056595"/>
                  </a:lnTo>
                  <a:lnTo>
                    <a:pt x="5212362" y="4090186"/>
                  </a:lnTo>
                  <a:lnTo>
                    <a:pt x="5131738" y="4120511"/>
                  </a:lnTo>
                  <a:lnTo>
                    <a:pt x="5047905" y="4147655"/>
                  </a:lnTo>
                  <a:lnTo>
                    <a:pt x="4962690" y="4171614"/>
                  </a:lnTo>
                  <a:lnTo>
                    <a:pt x="4878583" y="4192329"/>
                  </a:lnTo>
                  <a:lnTo>
                    <a:pt x="4798595" y="4209731"/>
                  </a:lnTo>
                  <a:lnTo>
                    <a:pt x="4725951" y="4223798"/>
                  </a:lnTo>
                  <a:lnTo>
                    <a:pt x="4663632" y="4234610"/>
                  </a:lnTo>
                  <a:lnTo>
                    <a:pt x="4613865" y="4242390"/>
                  </a:lnTo>
                  <a:lnTo>
                    <a:pt x="4577667" y="4247513"/>
                  </a:lnTo>
                  <a:lnTo>
                    <a:pt x="4554600" y="4250480"/>
                  </a:lnTo>
                  <a:lnTo>
                    <a:pt x="4542741" y="4251871"/>
                  </a:lnTo>
                  <a:lnTo>
                    <a:pt x="4538843" y="4252289"/>
                  </a:lnTo>
                  <a:lnTo>
                    <a:pt x="4538543" y="4252319"/>
                  </a:lnTo>
                  <a:lnTo>
                    <a:pt x="4016409" y="4252319"/>
                  </a:lnTo>
                  <a:lnTo>
                    <a:pt x="4015200" y="4252262"/>
                  </a:lnTo>
                  <a:lnTo>
                    <a:pt x="4007283" y="4251855"/>
                  </a:lnTo>
                  <a:lnTo>
                    <a:pt x="3987457" y="4250728"/>
                  </a:lnTo>
                  <a:lnTo>
                    <a:pt x="3952350" y="4248514"/>
                  </a:lnTo>
                  <a:lnTo>
                    <a:pt x="3900711" y="4244884"/>
                  </a:lnTo>
                  <a:lnTo>
                    <a:pt x="3833487" y="4239589"/>
                  </a:lnTo>
                  <a:lnTo>
                    <a:pt x="3753487" y="4232480"/>
                  </a:lnTo>
                  <a:lnTo>
                    <a:pt x="3664693" y="4223505"/>
                  </a:lnTo>
                  <a:lnTo>
                    <a:pt x="3571419" y="4212680"/>
                  </a:lnTo>
                  <a:lnTo>
                    <a:pt x="3477593" y="4200049"/>
                  </a:lnTo>
                  <a:lnTo>
                    <a:pt x="3386305" y="4185641"/>
                  </a:lnTo>
                  <a:lnTo>
                    <a:pt x="3299645" y="4169436"/>
                  </a:lnTo>
                  <a:lnTo>
                    <a:pt x="3218767" y="4151350"/>
                  </a:lnTo>
                  <a:lnTo>
                    <a:pt x="3144058" y="4131222"/>
                  </a:lnTo>
                  <a:lnTo>
                    <a:pt x="3075348" y="4108813"/>
                  </a:lnTo>
                  <a:lnTo>
                    <a:pt x="3012093" y="4083814"/>
                  </a:lnTo>
                  <a:lnTo>
                    <a:pt x="2953531" y="4055856"/>
                  </a:lnTo>
                  <a:lnTo>
                    <a:pt x="2898789" y="4024535"/>
                  </a:lnTo>
                  <a:lnTo>
                    <a:pt x="2846969" y="3989458"/>
                  </a:lnTo>
                  <a:lnTo>
                    <a:pt x="2797227" y="3950313"/>
                  </a:lnTo>
                  <a:lnTo>
                    <a:pt x="2770117" y="3926666"/>
                  </a:lnTo>
                  <a:lnTo>
                    <a:pt x="2727684" y="3886461"/>
                  </a:lnTo>
                  <a:lnTo>
                    <a:pt x="2685661" y="3842913"/>
                  </a:lnTo>
                  <a:lnTo>
                    <a:pt x="2643735" y="3795955"/>
                  </a:lnTo>
                  <a:lnTo>
                    <a:pt x="2601671" y="3745595"/>
                  </a:lnTo>
                  <a:lnTo>
                    <a:pt x="2559304" y="3691922"/>
                  </a:lnTo>
                  <a:lnTo>
                    <a:pt x="2516530" y="3635112"/>
                  </a:lnTo>
                  <a:lnTo>
                    <a:pt x="2473301" y="3575429"/>
                  </a:lnTo>
                  <a:lnTo>
                    <a:pt x="2429621" y="3513232"/>
                  </a:lnTo>
                  <a:lnTo>
                    <a:pt x="2385536" y="3448960"/>
                  </a:lnTo>
                  <a:lnTo>
                    <a:pt x="2341129" y="3383128"/>
                  </a:lnTo>
                  <a:lnTo>
                    <a:pt x="2296512" y="3316308"/>
                  </a:lnTo>
                  <a:lnTo>
                    <a:pt x="2251812" y="3249107"/>
                  </a:lnTo>
                  <a:lnTo>
                    <a:pt x="2207165" y="3182151"/>
                  </a:lnTo>
                  <a:lnTo>
                    <a:pt x="2162702" y="3116052"/>
                  </a:lnTo>
                  <a:lnTo>
                    <a:pt x="2118538" y="3051392"/>
                  </a:lnTo>
                  <a:lnTo>
                    <a:pt x="2074764" y="2988701"/>
                  </a:lnTo>
                  <a:lnTo>
                    <a:pt x="2031434" y="2928434"/>
                  </a:lnTo>
                  <a:lnTo>
                    <a:pt x="1988563" y="2870969"/>
                  </a:lnTo>
                  <a:lnTo>
                    <a:pt x="1946113" y="2816591"/>
                  </a:lnTo>
                  <a:lnTo>
                    <a:pt x="1903995" y="2765496"/>
                  </a:lnTo>
                  <a:lnTo>
                    <a:pt x="1862057" y="2717790"/>
                  </a:lnTo>
                  <a:lnTo>
                    <a:pt x="1820079" y="2673499"/>
                  </a:lnTo>
                  <a:lnTo>
                    <a:pt x="1777766" y="2632571"/>
                  </a:lnTo>
                  <a:lnTo>
                    <a:pt x="1768425" y="2624052"/>
                  </a:lnTo>
                  <a:lnTo>
                    <a:pt x="1719517" y="2582574"/>
                  </a:lnTo>
                  <a:lnTo>
                    <a:pt x="1668955" y="2545256"/>
                  </a:lnTo>
                  <a:lnTo>
                    <a:pt x="1615951" y="2511887"/>
                  </a:lnTo>
                  <a:lnTo>
                    <a:pt x="1559630" y="2482104"/>
                  </a:lnTo>
                  <a:lnTo>
                    <a:pt x="1499095" y="2455503"/>
                  </a:lnTo>
                  <a:lnTo>
                    <a:pt x="1433511" y="2431692"/>
                  </a:lnTo>
                  <a:lnTo>
                    <a:pt x="1362197" y="2410326"/>
                  </a:lnTo>
                  <a:lnTo>
                    <a:pt x="1284752" y="2391126"/>
                  </a:lnTo>
                  <a:lnTo>
                    <a:pt x="1201228" y="2373888"/>
                  </a:lnTo>
                  <a:lnTo>
                    <a:pt x="1112325" y="2358484"/>
                  </a:lnTo>
                  <a:lnTo>
                    <a:pt x="1019597" y="2344861"/>
                  </a:lnTo>
                  <a:lnTo>
                    <a:pt x="925577" y="2333024"/>
                  </a:lnTo>
                  <a:lnTo>
                    <a:pt x="833764" y="2323012"/>
                  </a:lnTo>
                  <a:lnTo>
                    <a:pt x="748329" y="2314864"/>
                  </a:lnTo>
                  <a:lnTo>
                    <a:pt x="673540" y="2308569"/>
                  </a:lnTo>
                  <a:lnTo>
                    <a:pt x="612961" y="2304035"/>
                  </a:lnTo>
                  <a:lnTo>
                    <a:pt x="568646" y="2301068"/>
                  </a:lnTo>
                  <a:lnTo>
                    <a:pt x="540584" y="2299379"/>
                  </a:lnTo>
                  <a:lnTo>
                    <a:pt x="526558" y="2298616"/>
                  </a:lnTo>
                  <a:lnTo>
                    <a:pt x="522348" y="2298408"/>
                  </a:lnTo>
                  <a:lnTo>
                    <a:pt x="522133" y="2298398"/>
                  </a:lnTo>
                  <a:lnTo>
                    <a:pt x="0" y="2298398"/>
                  </a:lnTo>
                  <a:close/>
                </a:path>
              </a:pathLst>
            </a:custGeom>
            <a:solidFill>
              <a:srgbClr val="F28E5B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804" name="pl804"/>
            <p:cNvSpPr/>
            <p:nvPr/>
          </p:nvSpPr>
          <p:spPr>
            <a:xfrm>
              <a:off x="386606" y="1863205"/>
              <a:ext cx="8554953" cy="4252319"/>
            </a:xfrm>
            <a:custGeom>
              <a:avLst/>
              <a:pathLst>
                <a:path w="8554953" h="4252319">
                  <a:moveTo>
                    <a:pt x="0" y="2298398"/>
                  </a:moveTo>
                  <a:lnTo>
                    <a:pt x="522133" y="2298398"/>
                  </a:lnTo>
                  <a:lnTo>
                    <a:pt x="523343" y="2298455"/>
                  </a:lnTo>
                  <a:lnTo>
                    <a:pt x="531259" y="2298863"/>
                  </a:lnTo>
                  <a:lnTo>
                    <a:pt x="551085" y="2299990"/>
                  </a:lnTo>
                  <a:lnTo>
                    <a:pt x="586192" y="2302204"/>
                  </a:lnTo>
                  <a:lnTo>
                    <a:pt x="637831" y="2305833"/>
                  </a:lnTo>
                  <a:lnTo>
                    <a:pt x="705056" y="2311128"/>
                  </a:lnTo>
                  <a:lnTo>
                    <a:pt x="785055" y="2318238"/>
                  </a:lnTo>
                  <a:lnTo>
                    <a:pt x="873849" y="2327213"/>
                  </a:lnTo>
                  <a:lnTo>
                    <a:pt x="967123" y="2338038"/>
                  </a:lnTo>
                  <a:lnTo>
                    <a:pt x="1060949" y="2350668"/>
                  </a:lnTo>
                  <a:lnTo>
                    <a:pt x="1152237" y="2365077"/>
                  </a:lnTo>
                  <a:lnTo>
                    <a:pt x="1238897" y="2381281"/>
                  </a:lnTo>
                  <a:lnTo>
                    <a:pt x="1319775" y="2399367"/>
                  </a:lnTo>
                  <a:lnTo>
                    <a:pt x="1394484" y="2419496"/>
                  </a:lnTo>
                  <a:lnTo>
                    <a:pt x="1463194" y="2441905"/>
                  </a:lnTo>
                  <a:lnTo>
                    <a:pt x="1526449" y="2466904"/>
                  </a:lnTo>
                  <a:lnTo>
                    <a:pt x="1585011" y="2494862"/>
                  </a:lnTo>
                  <a:lnTo>
                    <a:pt x="1639754" y="2526182"/>
                  </a:lnTo>
                  <a:lnTo>
                    <a:pt x="1691573" y="2561260"/>
                  </a:lnTo>
                  <a:lnTo>
                    <a:pt x="1741315" y="2600405"/>
                  </a:lnTo>
                  <a:lnTo>
                    <a:pt x="1768425" y="2624052"/>
                  </a:lnTo>
                  <a:lnTo>
                    <a:pt x="1810858" y="2664256"/>
                  </a:lnTo>
                  <a:lnTo>
                    <a:pt x="1852881" y="2707805"/>
                  </a:lnTo>
                  <a:lnTo>
                    <a:pt x="1894807" y="2754763"/>
                  </a:lnTo>
                  <a:lnTo>
                    <a:pt x="1936871" y="2805122"/>
                  </a:lnTo>
                  <a:lnTo>
                    <a:pt x="1979238" y="2858795"/>
                  </a:lnTo>
                  <a:lnTo>
                    <a:pt x="2022012" y="2915606"/>
                  </a:lnTo>
                  <a:lnTo>
                    <a:pt x="2065241" y="2975288"/>
                  </a:lnTo>
                  <a:lnTo>
                    <a:pt x="2108921" y="3037485"/>
                  </a:lnTo>
                  <a:lnTo>
                    <a:pt x="2153006" y="3101757"/>
                  </a:lnTo>
                  <a:lnTo>
                    <a:pt x="2197413" y="3167589"/>
                  </a:lnTo>
                  <a:lnTo>
                    <a:pt x="2242031" y="3234410"/>
                  </a:lnTo>
                  <a:lnTo>
                    <a:pt x="2286730" y="3301610"/>
                  </a:lnTo>
                  <a:lnTo>
                    <a:pt x="2331377" y="3368567"/>
                  </a:lnTo>
                  <a:lnTo>
                    <a:pt x="2375840" y="3434666"/>
                  </a:lnTo>
                  <a:lnTo>
                    <a:pt x="2420004" y="3499325"/>
                  </a:lnTo>
                  <a:lnTo>
                    <a:pt x="2463778" y="3562017"/>
                  </a:lnTo>
                  <a:lnTo>
                    <a:pt x="2507108" y="3622283"/>
                  </a:lnTo>
                  <a:lnTo>
                    <a:pt x="2549979" y="3679748"/>
                  </a:lnTo>
                  <a:lnTo>
                    <a:pt x="2592429" y="3734126"/>
                  </a:lnTo>
                  <a:lnTo>
                    <a:pt x="2634547" y="3785221"/>
                  </a:lnTo>
                  <a:lnTo>
                    <a:pt x="2676486" y="3832927"/>
                  </a:lnTo>
                  <a:lnTo>
                    <a:pt x="2718463" y="3877219"/>
                  </a:lnTo>
                  <a:lnTo>
                    <a:pt x="2760776" y="3918146"/>
                  </a:lnTo>
                  <a:lnTo>
                    <a:pt x="2770117" y="3926666"/>
                  </a:lnTo>
                  <a:lnTo>
                    <a:pt x="2819025" y="3968144"/>
                  </a:lnTo>
                  <a:lnTo>
                    <a:pt x="2869588" y="4005461"/>
                  </a:lnTo>
                  <a:lnTo>
                    <a:pt x="2922591" y="4038831"/>
                  </a:lnTo>
                  <a:lnTo>
                    <a:pt x="2978912" y="4068613"/>
                  </a:lnTo>
                  <a:lnTo>
                    <a:pt x="3039447" y="4095214"/>
                  </a:lnTo>
                  <a:lnTo>
                    <a:pt x="3105031" y="4119025"/>
                  </a:lnTo>
                  <a:lnTo>
                    <a:pt x="3176346" y="4140391"/>
                  </a:lnTo>
                  <a:lnTo>
                    <a:pt x="3253791" y="4159591"/>
                  </a:lnTo>
                  <a:lnTo>
                    <a:pt x="3337315" y="4176829"/>
                  </a:lnTo>
                  <a:lnTo>
                    <a:pt x="3426217" y="4192233"/>
                  </a:lnTo>
                  <a:lnTo>
                    <a:pt x="3518946" y="4205857"/>
                  </a:lnTo>
                  <a:lnTo>
                    <a:pt x="3612965" y="4217694"/>
                  </a:lnTo>
                  <a:lnTo>
                    <a:pt x="3704778" y="4227705"/>
                  </a:lnTo>
                  <a:lnTo>
                    <a:pt x="3790213" y="4235854"/>
                  </a:lnTo>
                  <a:lnTo>
                    <a:pt x="3865002" y="4242149"/>
                  </a:lnTo>
                  <a:lnTo>
                    <a:pt x="3925581" y="4246682"/>
                  </a:lnTo>
                  <a:lnTo>
                    <a:pt x="3969897" y="4249650"/>
                  </a:lnTo>
                  <a:lnTo>
                    <a:pt x="3997958" y="4251339"/>
                  </a:lnTo>
                  <a:lnTo>
                    <a:pt x="4011984" y="4252101"/>
                  </a:lnTo>
                  <a:lnTo>
                    <a:pt x="4016194" y="4252310"/>
                  </a:lnTo>
                  <a:lnTo>
                    <a:pt x="4016409" y="4252319"/>
                  </a:lnTo>
                  <a:lnTo>
                    <a:pt x="4538543" y="4252319"/>
                  </a:lnTo>
                  <a:lnTo>
                    <a:pt x="4539448" y="4252227"/>
                  </a:lnTo>
                  <a:lnTo>
                    <a:pt x="4545408" y="4251569"/>
                  </a:lnTo>
                  <a:lnTo>
                    <a:pt x="4560472" y="4249752"/>
                  </a:lnTo>
                  <a:lnTo>
                    <a:pt x="4587495" y="4246173"/>
                  </a:lnTo>
                  <a:lnTo>
                    <a:pt x="4627947" y="4240270"/>
                  </a:lnTo>
                  <a:lnTo>
                    <a:pt x="4681801" y="4231577"/>
                  </a:lnTo>
                  <a:lnTo>
                    <a:pt x="4747624" y="4219767"/>
                  </a:lnTo>
                  <a:lnTo>
                    <a:pt x="4822900" y="4204664"/>
                  </a:lnTo>
                  <a:lnTo>
                    <a:pt x="4904516" y="4186223"/>
                  </a:lnTo>
                  <a:lnTo>
                    <a:pt x="4989271" y="4164488"/>
                  </a:lnTo>
                  <a:lnTo>
                    <a:pt x="5074292" y="4139531"/>
                  </a:lnTo>
                  <a:lnTo>
                    <a:pt x="5157288" y="4111399"/>
                  </a:lnTo>
                  <a:lnTo>
                    <a:pt x="5236645" y="4080069"/>
                  </a:lnTo>
                  <a:lnTo>
                    <a:pt x="5311395" y="4045425"/>
                  </a:lnTo>
                  <a:lnTo>
                    <a:pt x="5381114" y="4007240"/>
                  </a:lnTo>
                  <a:lnTo>
                    <a:pt x="5445800" y="3965171"/>
                  </a:lnTo>
                  <a:lnTo>
                    <a:pt x="5505751" y="3918769"/>
                  </a:lnTo>
                  <a:lnTo>
                    <a:pt x="5561458" y="3867485"/>
                  </a:lnTo>
                  <a:lnTo>
                    <a:pt x="5613526" y="3810696"/>
                  </a:lnTo>
                  <a:lnTo>
                    <a:pt x="5662618" y="3747742"/>
                  </a:lnTo>
                  <a:lnTo>
                    <a:pt x="5709399" y="3677993"/>
                  </a:lnTo>
                  <a:lnTo>
                    <a:pt x="5754494" y="3600959"/>
                  </a:lnTo>
                  <a:lnTo>
                    <a:pt x="5784835" y="3543599"/>
                  </a:lnTo>
                  <a:lnTo>
                    <a:pt x="5816259" y="3479608"/>
                  </a:lnTo>
                  <a:lnTo>
                    <a:pt x="5847408" y="3411668"/>
                  </a:lnTo>
                  <a:lnTo>
                    <a:pt x="5878423" y="3339700"/>
                  </a:lnTo>
                  <a:lnTo>
                    <a:pt x="5909417" y="3263669"/>
                  </a:lnTo>
                  <a:lnTo>
                    <a:pt x="5940484" y="3183586"/>
                  </a:lnTo>
                  <a:lnTo>
                    <a:pt x="5971694" y="3099515"/>
                  </a:lnTo>
                  <a:lnTo>
                    <a:pt x="6003099" y="3011577"/>
                  </a:lnTo>
                  <a:lnTo>
                    <a:pt x="6034735" y="2919950"/>
                  </a:lnTo>
                  <a:lnTo>
                    <a:pt x="6066619" y="2824873"/>
                  </a:lnTo>
                  <a:lnTo>
                    <a:pt x="6098755" y="2726641"/>
                  </a:lnTo>
                  <a:lnTo>
                    <a:pt x="6131131" y="2625609"/>
                  </a:lnTo>
                  <a:lnTo>
                    <a:pt x="6163724" y="2522182"/>
                  </a:lnTo>
                  <a:lnTo>
                    <a:pt x="6196500" y="2416814"/>
                  </a:lnTo>
                  <a:lnTo>
                    <a:pt x="6229416" y="2309996"/>
                  </a:lnTo>
                  <a:lnTo>
                    <a:pt x="6262425" y="2202251"/>
                  </a:lnTo>
                  <a:lnTo>
                    <a:pt x="6295471" y="2094119"/>
                  </a:lnTo>
                  <a:lnTo>
                    <a:pt x="6328502" y="1986150"/>
                  </a:lnTo>
                  <a:lnTo>
                    <a:pt x="6361462" y="1878890"/>
                  </a:lnTo>
                  <a:lnTo>
                    <a:pt x="6394301" y="1772870"/>
                  </a:lnTo>
                  <a:lnTo>
                    <a:pt x="6426973" y="1668595"/>
                  </a:lnTo>
                  <a:lnTo>
                    <a:pt x="6459441" y="1566535"/>
                  </a:lnTo>
                  <a:lnTo>
                    <a:pt x="6491676" y="1467117"/>
                  </a:lnTo>
                  <a:lnTo>
                    <a:pt x="6523663" y="1370715"/>
                  </a:lnTo>
                  <a:lnTo>
                    <a:pt x="6555399" y="1277650"/>
                  </a:lnTo>
                  <a:lnTo>
                    <a:pt x="6586896" y="1188183"/>
                  </a:lnTo>
                  <a:lnTo>
                    <a:pt x="6618180" y="1102519"/>
                  </a:lnTo>
                  <a:lnTo>
                    <a:pt x="6649297" y="1020800"/>
                  </a:lnTo>
                  <a:lnTo>
                    <a:pt x="6680311" y="943113"/>
                  </a:lnTo>
                  <a:lnTo>
                    <a:pt x="6711305" y="869491"/>
                  </a:lnTo>
                  <a:lnTo>
                    <a:pt x="6742384" y="799917"/>
                  </a:lnTo>
                  <a:lnTo>
                    <a:pt x="6773678" y="734328"/>
                  </a:lnTo>
                  <a:lnTo>
                    <a:pt x="6786527" y="708719"/>
                  </a:lnTo>
                  <a:lnTo>
                    <a:pt x="6830783" y="626539"/>
                  </a:lnTo>
                  <a:lnTo>
                    <a:pt x="6876341" y="551815"/>
                  </a:lnTo>
                  <a:lnTo>
                    <a:pt x="6923772" y="484247"/>
                  </a:lnTo>
                  <a:lnTo>
                    <a:pt x="6973720" y="423285"/>
                  </a:lnTo>
                  <a:lnTo>
                    <a:pt x="7026854" y="368283"/>
                  </a:lnTo>
                  <a:lnTo>
                    <a:pt x="7083823" y="318585"/>
                  </a:lnTo>
                  <a:lnTo>
                    <a:pt x="7145205" y="273589"/>
                  </a:lnTo>
                  <a:lnTo>
                    <a:pt x="7211440" y="232774"/>
                  </a:lnTo>
                  <a:lnTo>
                    <a:pt x="7282745" y="195724"/>
                  </a:lnTo>
                  <a:lnTo>
                    <a:pt x="7359000" y="162133"/>
                  </a:lnTo>
                  <a:lnTo>
                    <a:pt x="7439624" y="131808"/>
                  </a:lnTo>
                  <a:lnTo>
                    <a:pt x="7523457" y="104664"/>
                  </a:lnTo>
                  <a:lnTo>
                    <a:pt x="7608672" y="80704"/>
                  </a:lnTo>
                  <a:lnTo>
                    <a:pt x="7692779" y="59989"/>
                  </a:lnTo>
                  <a:lnTo>
                    <a:pt x="7772766" y="42588"/>
                  </a:lnTo>
                  <a:lnTo>
                    <a:pt x="7845411" y="28521"/>
                  </a:lnTo>
                  <a:lnTo>
                    <a:pt x="7907730" y="17709"/>
                  </a:lnTo>
                  <a:lnTo>
                    <a:pt x="7957497" y="9929"/>
                  </a:lnTo>
                  <a:lnTo>
                    <a:pt x="7993694" y="4806"/>
                  </a:lnTo>
                  <a:lnTo>
                    <a:pt x="8016762" y="1839"/>
                  </a:lnTo>
                  <a:lnTo>
                    <a:pt x="8028621" y="448"/>
                  </a:lnTo>
                  <a:lnTo>
                    <a:pt x="8032519" y="29"/>
                  </a:lnTo>
                  <a:lnTo>
                    <a:pt x="8032819" y="0"/>
                  </a:lnTo>
                  <a:lnTo>
                    <a:pt x="8554953" y="0"/>
                  </a:lnTo>
                  <a:lnTo>
                    <a:pt x="8554953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805" name="pl805"/>
            <p:cNvSpPr/>
            <p:nvPr/>
          </p:nvSpPr>
          <p:spPr>
            <a:xfrm>
              <a:off x="386606" y="1857558"/>
              <a:ext cx="8554953" cy="4252319"/>
            </a:xfrm>
            <a:custGeom>
              <a:avLst/>
              <a:pathLst>
                <a:path w="8554953" h="4252319">
                  <a:moveTo>
                    <a:pt x="8554953" y="0"/>
                  </a:moveTo>
                  <a:lnTo>
                    <a:pt x="8032819" y="0"/>
                  </a:lnTo>
                  <a:lnTo>
                    <a:pt x="8031914" y="92"/>
                  </a:lnTo>
                  <a:lnTo>
                    <a:pt x="8025954" y="749"/>
                  </a:lnTo>
                  <a:lnTo>
                    <a:pt x="8010890" y="2567"/>
                  </a:lnTo>
                  <a:lnTo>
                    <a:pt x="7983867" y="6146"/>
                  </a:lnTo>
                  <a:lnTo>
                    <a:pt x="7943415" y="12049"/>
                  </a:lnTo>
                  <a:lnTo>
                    <a:pt x="7889561" y="20742"/>
                  </a:lnTo>
                  <a:lnTo>
                    <a:pt x="7823738" y="32552"/>
                  </a:lnTo>
                  <a:lnTo>
                    <a:pt x="7748462" y="47655"/>
                  </a:lnTo>
                  <a:lnTo>
                    <a:pt x="7666846" y="66096"/>
                  </a:lnTo>
                  <a:lnTo>
                    <a:pt x="7582091" y="87831"/>
                  </a:lnTo>
                  <a:lnTo>
                    <a:pt x="7497070" y="112787"/>
                  </a:lnTo>
                  <a:lnTo>
                    <a:pt x="7414074" y="140920"/>
                  </a:lnTo>
                  <a:lnTo>
                    <a:pt x="7334717" y="172250"/>
                  </a:lnTo>
                  <a:lnTo>
                    <a:pt x="7259967" y="206894"/>
                  </a:lnTo>
                  <a:lnTo>
                    <a:pt x="7190248" y="245079"/>
                  </a:lnTo>
                  <a:lnTo>
                    <a:pt x="7125561" y="287148"/>
                  </a:lnTo>
                  <a:lnTo>
                    <a:pt x="7065611" y="333550"/>
                  </a:lnTo>
                  <a:lnTo>
                    <a:pt x="7009904" y="384834"/>
                  </a:lnTo>
                  <a:lnTo>
                    <a:pt x="6957836" y="441623"/>
                  </a:lnTo>
                  <a:lnTo>
                    <a:pt x="6908744" y="504577"/>
                  </a:lnTo>
                  <a:lnTo>
                    <a:pt x="6861963" y="574326"/>
                  </a:lnTo>
                  <a:lnTo>
                    <a:pt x="6816868" y="651360"/>
                  </a:lnTo>
                  <a:lnTo>
                    <a:pt x="6786527" y="708719"/>
                  </a:lnTo>
                  <a:lnTo>
                    <a:pt x="6755103" y="772711"/>
                  </a:lnTo>
                  <a:lnTo>
                    <a:pt x="6723954" y="840651"/>
                  </a:lnTo>
                  <a:lnTo>
                    <a:pt x="6692939" y="912618"/>
                  </a:lnTo>
                  <a:lnTo>
                    <a:pt x="6661945" y="988650"/>
                  </a:lnTo>
                  <a:lnTo>
                    <a:pt x="6630878" y="1068733"/>
                  </a:lnTo>
                  <a:lnTo>
                    <a:pt x="6599668" y="1152804"/>
                  </a:lnTo>
                  <a:lnTo>
                    <a:pt x="6568263" y="1240742"/>
                  </a:lnTo>
                  <a:lnTo>
                    <a:pt x="6536627" y="1332369"/>
                  </a:lnTo>
                  <a:lnTo>
                    <a:pt x="6504743" y="1427446"/>
                  </a:lnTo>
                  <a:lnTo>
                    <a:pt x="6472607" y="1525678"/>
                  </a:lnTo>
                  <a:lnTo>
                    <a:pt x="6440231" y="1626710"/>
                  </a:lnTo>
                  <a:lnTo>
                    <a:pt x="6407638" y="1730137"/>
                  </a:lnTo>
                  <a:lnTo>
                    <a:pt x="6374862" y="1835505"/>
                  </a:lnTo>
                  <a:lnTo>
                    <a:pt x="6341946" y="1942322"/>
                  </a:lnTo>
                  <a:lnTo>
                    <a:pt x="6308937" y="2050068"/>
                  </a:lnTo>
                  <a:lnTo>
                    <a:pt x="6275891" y="2158200"/>
                  </a:lnTo>
                  <a:lnTo>
                    <a:pt x="6242860" y="2266168"/>
                  </a:lnTo>
                  <a:lnTo>
                    <a:pt x="6209900" y="2373429"/>
                  </a:lnTo>
                  <a:lnTo>
                    <a:pt x="6177061" y="2479449"/>
                  </a:lnTo>
                  <a:lnTo>
                    <a:pt x="6144389" y="2583724"/>
                  </a:lnTo>
                  <a:lnTo>
                    <a:pt x="6111921" y="2685783"/>
                  </a:lnTo>
                  <a:lnTo>
                    <a:pt x="6079686" y="2785202"/>
                  </a:lnTo>
                  <a:lnTo>
                    <a:pt x="6047698" y="2881604"/>
                  </a:lnTo>
                  <a:lnTo>
                    <a:pt x="6015963" y="2974669"/>
                  </a:lnTo>
                  <a:lnTo>
                    <a:pt x="5984466" y="3064135"/>
                  </a:lnTo>
                  <a:lnTo>
                    <a:pt x="5953182" y="3149800"/>
                  </a:lnTo>
                  <a:lnTo>
                    <a:pt x="5922065" y="3231519"/>
                  </a:lnTo>
                  <a:lnTo>
                    <a:pt x="5891051" y="3309206"/>
                  </a:lnTo>
                  <a:lnTo>
                    <a:pt x="5860057" y="3382828"/>
                  </a:lnTo>
                  <a:lnTo>
                    <a:pt x="5828978" y="3452402"/>
                  </a:lnTo>
                  <a:lnTo>
                    <a:pt x="5797684" y="3517990"/>
                  </a:lnTo>
                  <a:lnTo>
                    <a:pt x="5784835" y="3543599"/>
                  </a:lnTo>
                  <a:lnTo>
                    <a:pt x="5740579" y="3625779"/>
                  </a:lnTo>
                  <a:lnTo>
                    <a:pt x="5695021" y="3700504"/>
                  </a:lnTo>
                  <a:lnTo>
                    <a:pt x="5647590" y="3768072"/>
                  </a:lnTo>
                  <a:lnTo>
                    <a:pt x="5597642" y="3829034"/>
                  </a:lnTo>
                  <a:lnTo>
                    <a:pt x="5544508" y="3884036"/>
                  </a:lnTo>
                  <a:lnTo>
                    <a:pt x="5487539" y="3933734"/>
                  </a:lnTo>
                  <a:lnTo>
                    <a:pt x="5426157" y="3978730"/>
                  </a:lnTo>
                  <a:lnTo>
                    <a:pt x="5359922" y="4019545"/>
                  </a:lnTo>
                  <a:lnTo>
                    <a:pt x="5288617" y="4056595"/>
                  </a:lnTo>
                  <a:lnTo>
                    <a:pt x="5212362" y="4090186"/>
                  </a:lnTo>
                  <a:lnTo>
                    <a:pt x="5131738" y="4120511"/>
                  </a:lnTo>
                  <a:lnTo>
                    <a:pt x="5047905" y="4147655"/>
                  </a:lnTo>
                  <a:lnTo>
                    <a:pt x="4962690" y="4171614"/>
                  </a:lnTo>
                  <a:lnTo>
                    <a:pt x="4878583" y="4192329"/>
                  </a:lnTo>
                  <a:lnTo>
                    <a:pt x="4798595" y="4209731"/>
                  </a:lnTo>
                  <a:lnTo>
                    <a:pt x="4725951" y="4223798"/>
                  </a:lnTo>
                  <a:lnTo>
                    <a:pt x="4663632" y="4234610"/>
                  </a:lnTo>
                  <a:lnTo>
                    <a:pt x="4613865" y="4242390"/>
                  </a:lnTo>
                  <a:lnTo>
                    <a:pt x="4577667" y="4247513"/>
                  </a:lnTo>
                  <a:lnTo>
                    <a:pt x="4554600" y="4250480"/>
                  </a:lnTo>
                  <a:lnTo>
                    <a:pt x="4542741" y="4251871"/>
                  </a:lnTo>
                  <a:lnTo>
                    <a:pt x="4538843" y="4252289"/>
                  </a:lnTo>
                  <a:lnTo>
                    <a:pt x="4538543" y="4252319"/>
                  </a:lnTo>
                  <a:lnTo>
                    <a:pt x="4016409" y="4252319"/>
                  </a:lnTo>
                  <a:lnTo>
                    <a:pt x="4015200" y="4252262"/>
                  </a:lnTo>
                  <a:lnTo>
                    <a:pt x="4007283" y="4251855"/>
                  </a:lnTo>
                  <a:lnTo>
                    <a:pt x="3987457" y="4250728"/>
                  </a:lnTo>
                  <a:lnTo>
                    <a:pt x="3952350" y="4248514"/>
                  </a:lnTo>
                  <a:lnTo>
                    <a:pt x="3900711" y="4244884"/>
                  </a:lnTo>
                  <a:lnTo>
                    <a:pt x="3833487" y="4239589"/>
                  </a:lnTo>
                  <a:lnTo>
                    <a:pt x="3753487" y="4232480"/>
                  </a:lnTo>
                  <a:lnTo>
                    <a:pt x="3664693" y="4223505"/>
                  </a:lnTo>
                  <a:lnTo>
                    <a:pt x="3571419" y="4212680"/>
                  </a:lnTo>
                  <a:lnTo>
                    <a:pt x="3477593" y="4200049"/>
                  </a:lnTo>
                  <a:lnTo>
                    <a:pt x="3386305" y="4185641"/>
                  </a:lnTo>
                  <a:lnTo>
                    <a:pt x="3299645" y="4169436"/>
                  </a:lnTo>
                  <a:lnTo>
                    <a:pt x="3218767" y="4151350"/>
                  </a:lnTo>
                  <a:lnTo>
                    <a:pt x="3144058" y="4131222"/>
                  </a:lnTo>
                  <a:lnTo>
                    <a:pt x="3075348" y="4108813"/>
                  </a:lnTo>
                  <a:lnTo>
                    <a:pt x="3012093" y="4083814"/>
                  </a:lnTo>
                  <a:lnTo>
                    <a:pt x="2953531" y="4055856"/>
                  </a:lnTo>
                  <a:lnTo>
                    <a:pt x="2898789" y="4024535"/>
                  </a:lnTo>
                  <a:lnTo>
                    <a:pt x="2846969" y="3989458"/>
                  </a:lnTo>
                  <a:lnTo>
                    <a:pt x="2797227" y="3950313"/>
                  </a:lnTo>
                  <a:lnTo>
                    <a:pt x="2770117" y="3926666"/>
                  </a:lnTo>
                  <a:lnTo>
                    <a:pt x="2727684" y="3886461"/>
                  </a:lnTo>
                  <a:lnTo>
                    <a:pt x="2685661" y="3842913"/>
                  </a:lnTo>
                  <a:lnTo>
                    <a:pt x="2643735" y="3795955"/>
                  </a:lnTo>
                  <a:lnTo>
                    <a:pt x="2601671" y="3745595"/>
                  </a:lnTo>
                  <a:lnTo>
                    <a:pt x="2559304" y="3691922"/>
                  </a:lnTo>
                  <a:lnTo>
                    <a:pt x="2516530" y="3635112"/>
                  </a:lnTo>
                  <a:lnTo>
                    <a:pt x="2473301" y="3575429"/>
                  </a:lnTo>
                  <a:lnTo>
                    <a:pt x="2429621" y="3513232"/>
                  </a:lnTo>
                  <a:lnTo>
                    <a:pt x="2385536" y="3448960"/>
                  </a:lnTo>
                  <a:lnTo>
                    <a:pt x="2341129" y="3383128"/>
                  </a:lnTo>
                  <a:lnTo>
                    <a:pt x="2296512" y="3316308"/>
                  </a:lnTo>
                  <a:lnTo>
                    <a:pt x="2251812" y="3249107"/>
                  </a:lnTo>
                  <a:lnTo>
                    <a:pt x="2207165" y="3182151"/>
                  </a:lnTo>
                  <a:lnTo>
                    <a:pt x="2162702" y="3116052"/>
                  </a:lnTo>
                  <a:lnTo>
                    <a:pt x="2118538" y="3051392"/>
                  </a:lnTo>
                  <a:lnTo>
                    <a:pt x="2074764" y="2988701"/>
                  </a:lnTo>
                  <a:lnTo>
                    <a:pt x="2031434" y="2928434"/>
                  </a:lnTo>
                  <a:lnTo>
                    <a:pt x="1988563" y="2870969"/>
                  </a:lnTo>
                  <a:lnTo>
                    <a:pt x="1946113" y="2816591"/>
                  </a:lnTo>
                  <a:lnTo>
                    <a:pt x="1903995" y="2765496"/>
                  </a:lnTo>
                  <a:lnTo>
                    <a:pt x="1862057" y="2717790"/>
                  </a:lnTo>
                  <a:lnTo>
                    <a:pt x="1820079" y="2673499"/>
                  </a:lnTo>
                  <a:lnTo>
                    <a:pt x="1777766" y="2632571"/>
                  </a:lnTo>
                  <a:lnTo>
                    <a:pt x="1768425" y="2624052"/>
                  </a:lnTo>
                  <a:lnTo>
                    <a:pt x="1719517" y="2582574"/>
                  </a:lnTo>
                  <a:lnTo>
                    <a:pt x="1668955" y="2545256"/>
                  </a:lnTo>
                  <a:lnTo>
                    <a:pt x="1615951" y="2511887"/>
                  </a:lnTo>
                  <a:lnTo>
                    <a:pt x="1559630" y="2482104"/>
                  </a:lnTo>
                  <a:lnTo>
                    <a:pt x="1499095" y="2455503"/>
                  </a:lnTo>
                  <a:lnTo>
                    <a:pt x="1433511" y="2431692"/>
                  </a:lnTo>
                  <a:lnTo>
                    <a:pt x="1362197" y="2410326"/>
                  </a:lnTo>
                  <a:lnTo>
                    <a:pt x="1284752" y="2391126"/>
                  </a:lnTo>
                  <a:lnTo>
                    <a:pt x="1201228" y="2373888"/>
                  </a:lnTo>
                  <a:lnTo>
                    <a:pt x="1112325" y="2358484"/>
                  </a:lnTo>
                  <a:lnTo>
                    <a:pt x="1019597" y="2344861"/>
                  </a:lnTo>
                  <a:lnTo>
                    <a:pt x="925577" y="2333024"/>
                  </a:lnTo>
                  <a:lnTo>
                    <a:pt x="833764" y="2323012"/>
                  </a:lnTo>
                  <a:lnTo>
                    <a:pt x="748329" y="2314864"/>
                  </a:lnTo>
                  <a:lnTo>
                    <a:pt x="673540" y="2308569"/>
                  </a:lnTo>
                  <a:lnTo>
                    <a:pt x="612961" y="2304035"/>
                  </a:lnTo>
                  <a:lnTo>
                    <a:pt x="568646" y="2301068"/>
                  </a:lnTo>
                  <a:lnTo>
                    <a:pt x="540584" y="2299379"/>
                  </a:lnTo>
                  <a:lnTo>
                    <a:pt x="526558" y="2298616"/>
                  </a:lnTo>
                  <a:lnTo>
                    <a:pt x="522348" y="2298408"/>
                  </a:lnTo>
                  <a:lnTo>
                    <a:pt x="522133" y="2298398"/>
                  </a:lnTo>
                  <a:lnTo>
                    <a:pt x="0" y="2298398"/>
                  </a:lnTo>
                  <a:lnTo>
                    <a:pt x="0" y="2298398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806" name="pg806"/>
            <p:cNvSpPr/>
            <p:nvPr/>
          </p:nvSpPr>
          <p:spPr>
            <a:xfrm>
              <a:off x="386606" y="3952659"/>
              <a:ext cx="8554953" cy="2168513"/>
            </a:xfrm>
            <a:custGeom>
              <a:avLst/>
              <a:pathLst>
                <a:path w="8554953" h="2168513">
                  <a:moveTo>
                    <a:pt x="0" y="214592"/>
                  </a:moveTo>
                  <a:lnTo>
                    <a:pt x="522133" y="214592"/>
                  </a:lnTo>
                  <a:lnTo>
                    <a:pt x="523343" y="214649"/>
                  </a:lnTo>
                  <a:lnTo>
                    <a:pt x="531259" y="215057"/>
                  </a:lnTo>
                  <a:lnTo>
                    <a:pt x="551085" y="216184"/>
                  </a:lnTo>
                  <a:lnTo>
                    <a:pt x="586192" y="218398"/>
                  </a:lnTo>
                  <a:lnTo>
                    <a:pt x="637831" y="222027"/>
                  </a:lnTo>
                  <a:lnTo>
                    <a:pt x="705056" y="227322"/>
                  </a:lnTo>
                  <a:lnTo>
                    <a:pt x="785055" y="234432"/>
                  </a:lnTo>
                  <a:lnTo>
                    <a:pt x="873849" y="243407"/>
                  </a:lnTo>
                  <a:lnTo>
                    <a:pt x="967123" y="254231"/>
                  </a:lnTo>
                  <a:lnTo>
                    <a:pt x="1060949" y="266862"/>
                  </a:lnTo>
                  <a:lnTo>
                    <a:pt x="1152237" y="281271"/>
                  </a:lnTo>
                  <a:lnTo>
                    <a:pt x="1238897" y="297475"/>
                  </a:lnTo>
                  <a:lnTo>
                    <a:pt x="1319775" y="315561"/>
                  </a:lnTo>
                  <a:lnTo>
                    <a:pt x="1394484" y="335689"/>
                  </a:lnTo>
                  <a:lnTo>
                    <a:pt x="1463194" y="358098"/>
                  </a:lnTo>
                  <a:lnTo>
                    <a:pt x="1526449" y="383098"/>
                  </a:lnTo>
                  <a:lnTo>
                    <a:pt x="1585011" y="411056"/>
                  </a:lnTo>
                  <a:lnTo>
                    <a:pt x="1639754" y="442376"/>
                  </a:lnTo>
                  <a:lnTo>
                    <a:pt x="1691573" y="477453"/>
                  </a:lnTo>
                  <a:lnTo>
                    <a:pt x="1741315" y="516599"/>
                  </a:lnTo>
                  <a:lnTo>
                    <a:pt x="1768425" y="540246"/>
                  </a:lnTo>
                  <a:lnTo>
                    <a:pt x="1810858" y="580450"/>
                  </a:lnTo>
                  <a:lnTo>
                    <a:pt x="1852881" y="623999"/>
                  </a:lnTo>
                  <a:lnTo>
                    <a:pt x="1894807" y="670956"/>
                  </a:lnTo>
                  <a:lnTo>
                    <a:pt x="1936871" y="721316"/>
                  </a:lnTo>
                  <a:lnTo>
                    <a:pt x="1979238" y="774989"/>
                  </a:lnTo>
                  <a:lnTo>
                    <a:pt x="2022012" y="831800"/>
                  </a:lnTo>
                  <a:lnTo>
                    <a:pt x="2065241" y="891482"/>
                  </a:lnTo>
                  <a:lnTo>
                    <a:pt x="2108921" y="953679"/>
                  </a:lnTo>
                  <a:lnTo>
                    <a:pt x="2153006" y="1017951"/>
                  </a:lnTo>
                  <a:lnTo>
                    <a:pt x="2197413" y="1083783"/>
                  </a:lnTo>
                  <a:lnTo>
                    <a:pt x="2242031" y="1150604"/>
                  </a:lnTo>
                  <a:lnTo>
                    <a:pt x="2286730" y="1217804"/>
                  </a:lnTo>
                  <a:lnTo>
                    <a:pt x="2331377" y="1284761"/>
                  </a:lnTo>
                  <a:lnTo>
                    <a:pt x="2375840" y="1350860"/>
                  </a:lnTo>
                  <a:lnTo>
                    <a:pt x="2420004" y="1415519"/>
                  </a:lnTo>
                  <a:lnTo>
                    <a:pt x="2463778" y="1478211"/>
                  </a:lnTo>
                  <a:lnTo>
                    <a:pt x="2507108" y="1538477"/>
                  </a:lnTo>
                  <a:lnTo>
                    <a:pt x="2549979" y="1595942"/>
                  </a:lnTo>
                  <a:lnTo>
                    <a:pt x="2592429" y="1650320"/>
                  </a:lnTo>
                  <a:lnTo>
                    <a:pt x="2634547" y="1701415"/>
                  </a:lnTo>
                  <a:lnTo>
                    <a:pt x="2676486" y="1749121"/>
                  </a:lnTo>
                  <a:lnTo>
                    <a:pt x="2718463" y="1793413"/>
                  </a:lnTo>
                  <a:lnTo>
                    <a:pt x="2760776" y="1834340"/>
                  </a:lnTo>
                  <a:lnTo>
                    <a:pt x="2770117" y="1842860"/>
                  </a:lnTo>
                  <a:lnTo>
                    <a:pt x="2819025" y="1884338"/>
                  </a:lnTo>
                  <a:lnTo>
                    <a:pt x="2869588" y="1921655"/>
                  </a:lnTo>
                  <a:lnTo>
                    <a:pt x="2922591" y="1955025"/>
                  </a:lnTo>
                  <a:lnTo>
                    <a:pt x="2978912" y="1984807"/>
                  </a:lnTo>
                  <a:lnTo>
                    <a:pt x="3039447" y="2011408"/>
                  </a:lnTo>
                  <a:lnTo>
                    <a:pt x="3105031" y="2035219"/>
                  </a:lnTo>
                  <a:lnTo>
                    <a:pt x="3176346" y="2056585"/>
                  </a:lnTo>
                  <a:lnTo>
                    <a:pt x="3253791" y="2075785"/>
                  </a:lnTo>
                  <a:lnTo>
                    <a:pt x="3337315" y="2093023"/>
                  </a:lnTo>
                  <a:lnTo>
                    <a:pt x="3426217" y="2108427"/>
                  </a:lnTo>
                  <a:lnTo>
                    <a:pt x="3518946" y="2122050"/>
                  </a:lnTo>
                  <a:lnTo>
                    <a:pt x="3612965" y="2133888"/>
                  </a:lnTo>
                  <a:lnTo>
                    <a:pt x="3704778" y="2143899"/>
                  </a:lnTo>
                  <a:lnTo>
                    <a:pt x="3790213" y="2152048"/>
                  </a:lnTo>
                  <a:lnTo>
                    <a:pt x="3865002" y="2158343"/>
                  </a:lnTo>
                  <a:lnTo>
                    <a:pt x="3925581" y="2162876"/>
                  </a:lnTo>
                  <a:lnTo>
                    <a:pt x="3969897" y="2165843"/>
                  </a:lnTo>
                  <a:lnTo>
                    <a:pt x="3997958" y="2167533"/>
                  </a:lnTo>
                  <a:lnTo>
                    <a:pt x="4011984" y="2168295"/>
                  </a:lnTo>
                  <a:lnTo>
                    <a:pt x="4016194" y="2168503"/>
                  </a:lnTo>
                  <a:lnTo>
                    <a:pt x="4016409" y="2168513"/>
                  </a:lnTo>
                  <a:lnTo>
                    <a:pt x="4538543" y="2168513"/>
                  </a:lnTo>
                  <a:lnTo>
                    <a:pt x="4539740" y="2168451"/>
                  </a:lnTo>
                  <a:lnTo>
                    <a:pt x="4547576" y="2168004"/>
                  </a:lnTo>
                  <a:lnTo>
                    <a:pt x="4567206" y="2166770"/>
                  </a:lnTo>
                  <a:lnTo>
                    <a:pt x="4601985" y="2164346"/>
                  </a:lnTo>
                  <a:lnTo>
                    <a:pt x="4653177" y="2160370"/>
                  </a:lnTo>
                  <a:lnTo>
                    <a:pt x="4719880" y="2154568"/>
                  </a:lnTo>
                  <a:lnTo>
                    <a:pt x="4799342" y="2146774"/>
                  </a:lnTo>
                  <a:lnTo>
                    <a:pt x="4887642" y="2136929"/>
                  </a:lnTo>
                  <a:lnTo>
                    <a:pt x="4980510" y="2125051"/>
                  </a:lnTo>
                  <a:lnTo>
                    <a:pt x="5074039" y="2111186"/>
                  </a:lnTo>
                  <a:lnTo>
                    <a:pt x="5165141" y="2095367"/>
                  </a:lnTo>
                  <a:lnTo>
                    <a:pt x="5251710" y="2077576"/>
                  </a:lnTo>
                  <a:lnTo>
                    <a:pt x="5332570" y="2057724"/>
                  </a:lnTo>
                  <a:lnTo>
                    <a:pt x="5407307" y="2035636"/>
                  </a:lnTo>
                  <a:lnTo>
                    <a:pt x="5476071" y="2011058"/>
                  </a:lnTo>
                  <a:lnTo>
                    <a:pt x="5539382" y="1983652"/>
                  </a:lnTo>
                  <a:lnTo>
                    <a:pt x="5597987" y="1953019"/>
                  </a:lnTo>
                  <a:lnTo>
                    <a:pt x="5652745" y="1918718"/>
                  </a:lnTo>
                  <a:lnTo>
                    <a:pt x="5704544" y="1880314"/>
                  </a:lnTo>
                  <a:lnTo>
                    <a:pt x="5754228" y="1837457"/>
                  </a:lnTo>
                  <a:lnTo>
                    <a:pt x="5784835" y="1808035"/>
                  </a:lnTo>
                  <a:lnTo>
                    <a:pt x="5825895" y="1765039"/>
                  </a:lnTo>
                  <a:lnTo>
                    <a:pt x="5866560" y="1718580"/>
                  </a:lnTo>
                  <a:lnTo>
                    <a:pt x="5907118" y="1668591"/>
                  </a:lnTo>
                  <a:lnTo>
                    <a:pt x="5947788" y="1615073"/>
                  </a:lnTo>
                  <a:lnTo>
                    <a:pt x="5988724" y="1558106"/>
                  </a:lnTo>
                  <a:lnTo>
                    <a:pt x="6030030" y="1497850"/>
                  </a:lnTo>
                  <a:lnTo>
                    <a:pt x="6071757" y="1434558"/>
                  </a:lnTo>
                  <a:lnTo>
                    <a:pt x="6113911" y="1368568"/>
                  </a:lnTo>
                  <a:lnTo>
                    <a:pt x="6156459" y="1300301"/>
                  </a:lnTo>
                  <a:lnTo>
                    <a:pt x="6199334" y="1230255"/>
                  </a:lnTo>
                  <a:lnTo>
                    <a:pt x="6242443" y="1158986"/>
                  </a:lnTo>
                  <a:lnTo>
                    <a:pt x="6285673" y="1087094"/>
                  </a:lnTo>
                  <a:lnTo>
                    <a:pt x="6328903" y="1015202"/>
                  </a:lnTo>
                  <a:lnTo>
                    <a:pt x="6372011" y="943932"/>
                  </a:lnTo>
                  <a:lnTo>
                    <a:pt x="6414887" y="873885"/>
                  </a:lnTo>
                  <a:lnTo>
                    <a:pt x="6457435" y="805618"/>
                  </a:lnTo>
                  <a:lnTo>
                    <a:pt x="6499589" y="739626"/>
                  </a:lnTo>
                  <a:lnTo>
                    <a:pt x="6541316" y="676333"/>
                  </a:lnTo>
                  <a:lnTo>
                    <a:pt x="6582622" y="616077"/>
                  </a:lnTo>
                  <a:lnTo>
                    <a:pt x="6623559" y="559107"/>
                  </a:lnTo>
                  <a:lnTo>
                    <a:pt x="6664228" y="505588"/>
                  </a:lnTo>
                  <a:lnTo>
                    <a:pt x="6704786" y="455598"/>
                  </a:lnTo>
                  <a:lnTo>
                    <a:pt x="6745452" y="409138"/>
                  </a:lnTo>
                  <a:lnTo>
                    <a:pt x="6786527" y="366124"/>
                  </a:lnTo>
                  <a:lnTo>
                    <a:pt x="6835258" y="320367"/>
                  </a:lnTo>
                  <a:lnTo>
                    <a:pt x="6885629" y="279182"/>
                  </a:lnTo>
                  <a:lnTo>
                    <a:pt x="6938417" y="242338"/>
                  </a:lnTo>
                  <a:lnTo>
                    <a:pt x="6994491" y="209442"/>
                  </a:lnTo>
                  <a:lnTo>
                    <a:pt x="7054735" y="180049"/>
                  </a:lnTo>
                  <a:lnTo>
                    <a:pt x="7119979" y="153729"/>
                  </a:lnTo>
                  <a:lnTo>
                    <a:pt x="7190901" y="130104"/>
                  </a:lnTo>
                  <a:lnTo>
                    <a:pt x="7267904" y="108867"/>
                  </a:lnTo>
                  <a:lnTo>
                    <a:pt x="7350953" y="89790"/>
                  </a:lnTo>
                  <a:lnTo>
                    <a:pt x="7439377" y="72732"/>
                  </a:lnTo>
                  <a:lnTo>
                    <a:pt x="7531672" y="57633"/>
                  </a:lnTo>
                  <a:lnTo>
                    <a:pt x="7625366" y="44495"/>
                  </a:lnTo>
                  <a:lnTo>
                    <a:pt x="7717037" y="33362"/>
                  </a:lnTo>
                  <a:lnTo>
                    <a:pt x="7802574" y="24275"/>
                  </a:lnTo>
                  <a:lnTo>
                    <a:pt x="7877743" y="17227"/>
                  </a:lnTo>
                  <a:lnTo>
                    <a:pt x="7938960" y="12124"/>
                  </a:lnTo>
                  <a:lnTo>
                    <a:pt x="7984093" y="8757"/>
                  </a:lnTo>
                  <a:lnTo>
                    <a:pt x="8013022" y="6817"/>
                  </a:lnTo>
                  <a:lnTo>
                    <a:pt x="8027810" y="5921"/>
                  </a:lnTo>
                  <a:lnTo>
                    <a:pt x="8032512" y="5662"/>
                  </a:lnTo>
                  <a:lnTo>
                    <a:pt x="8032819" y="5647"/>
                  </a:lnTo>
                  <a:lnTo>
                    <a:pt x="8554953" y="5647"/>
                  </a:lnTo>
                  <a:lnTo>
                    <a:pt x="8554953" y="0"/>
                  </a:lnTo>
                  <a:lnTo>
                    <a:pt x="8032819" y="0"/>
                  </a:lnTo>
                  <a:lnTo>
                    <a:pt x="8031622" y="62"/>
                  </a:lnTo>
                  <a:lnTo>
                    <a:pt x="8023786" y="508"/>
                  </a:lnTo>
                  <a:lnTo>
                    <a:pt x="8004156" y="1742"/>
                  </a:lnTo>
                  <a:lnTo>
                    <a:pt x="7969377" y="4167"/>
                  </a:lnTo>
                  <a:lnTo>
                    <a:pt x="7918185" y="8143"/>
                  </a:lnTo>
                  <a:lnTo>
                    <a:pt x="7851482" y="13945"/>
                  </a:lnTo>
                  <a:lnTo>
                    <a:pt x="7772020" y="21739"/>
                  </a:lnTo>
                  <a:lnTo>
                    <a:pt x="7683720" y="31583"/>
                  </a:lnTo>
                  <a:lnTo>
                    <a:pt x="7590852" y="43462"/>
                  </a:lnTo>
                  <a:lnTo>
                    <a:pt x="7497323" y="57327"/>
                  </a:lnTo>
                  <a:lnTo>
                    <a:pt x="7406221" y="73146"/>
                  </a:lnTo>
                  <a:lnTo>
                    <a:pt x="7319652" y="90936"/>
                  </a:lnTo>
                  <a:lnTo>
                    <a:pt x="7238792" y="110789"/>
                  </a:lnTo>
                  <a:lnTo>
                    <a:pt x="7164055" y="132876"/>
                  </a:lnTo>
                  <a:lnTo>
                    <a:pt x="7095291" y="157455"/>
                  </a:lnTo>
                  <a:lnTo>
                    <a:pt x="7031980" y="184861"/>
                  </a:lnTo>
                  <a:lnTo>
                    <a:pt x="6973375" y="215494"/>
                  </a:lnTo>
                  <a:lnTo>
                    <a:pt x="6918617" y="249795"/>
                  </a:lnTo>
                  <a:lnTo>
                    <a:pt x="6866818" y="288199"/>
                  </a:lnTo>
                  <a:lnTo>
                    <a:pt x="6817134" y="331056"/>
                  </a:lnTo>
                  <a:lnTo>
                    <a:pt x="6786527" y="360477"/>
                  </a:lnTo>
                  <a:lnTo>
                    <a:pt x="6745467" y="403474"/>
                  </a:lnTo>
                  <a:lnTo>
                    <a:pt x="6704802" y="449933"/>
                  </a:lnTo>
                  <a:lnTo>
                    <a:pt x="6664243" y="499922"/>
                  </a:lnTo>
                  <a:lnTo>
                    <a:pt x="6623574" y="553439"/>
                  </a:lnTo>
                  <a:lnTo>
                    <a:pt x="6582638" y="610407"/>
                  </a:lnTo>
                  <a:lnTo>
                    <a:pt x="6541332" y="670662"/>
                  </a:lnTo>
                  <a:lnTo>
                    <a:pt x="6499605" y="733955"/>
                  </a:lnTo>
                  <a:lnTo>
                    <a:pt x="6457451" y="799945"/>
                  </a:lnTo>
                  <a:lnTo>
                    <a:pt x="6414903" y="868211"/>
                  </a:lnTo>
                  <a:lnTo>
                    <a:pt x="6372028" y="938258"/>
                  </a:lnTo>
                  <a:lnTo>
                    <a:pt x="6328919" y="1009527"/>
                  </a:lnTo>
                  <a:lnTo>
                    <a:pt x="6285689" y="1081419"/>
                  </a:lnTo>
                  <a:lnTo>
                    <a:pt x="6242459" y="1153311"/>
                  </a:lnTo>
                  <a:lnTo>
                    <a:pt x="6199351" y="1224581"/>
                  </a:lnTo>
                  <a:lnTo>
                    <a:pt x="6156475" y="1294628"/>
                  </a:lnTo>
                  <a:lnTo>
                    <a:pt x="6113927" y="1362895"/>
                  </a:lnTo>
                  <a:lnTo>
                    <a:pt x="6071773" y="1428886"/>
                  </a:lnTo>
                  <a:lnTo>
                    <a:pt x="6030046" y="1492180"/>
                  </a:lnTo>
                  <a:lnTo>
                    <a:pt x="5988740" y="1552436"/>
                  </a:lnTo>
                  <a:lnTo>
                    <a:pt x="5947803" y="1609405"/>
                  </a:lnTo>
                  <a:lnTo>
                    <a:pt x="5907134" y="1662924"/>
                  </a:lnTo>
                  <a:lnTo>
                    <a:pt x="5866576" y="1712914"/>
                  </a:lnTo>
                  <a:lnTo>
                    <a:pt x="5825910" y="1759374"/>
                  </a:lnTo>
                  <a:lnTo>
                    <a:pt x="5784835" y="1802388"/>
                  </a:lnTo>
                  <a:lnTo>
                    <a:pt x="5736104" y="1848146"/>
                  </a:lnTo>
                  <a:lnTo>
                    <a:pt x="5685733" y="1889331"/>
                  </a:lnTo>
                  <a:lnTo>
                    <a:pt x="5632945" y="1926174"/>
                  </a:lnTo>
                  <a:lnTo>
                    <a:pt x="5576871" y="1959071"/>
                  </a:lnTo>
                  <a:lnTo>
                    <a:pt x="5516627" y="1988464"/>
                  </a:lnTo>
                  <a:lnTo>
                    <a:pt x="5451383" y="2014783"/>
                  </a:lnTo>
                  <a:lnTo>
                    <a:pt x="5380461" y="2038408"/>
                  </a:lnTo>
                  <a:lnTo>
                    <a:pt x="5303458" y="2059646"/>
                  </a:lnTo>
                  <a:lnTo>
                    <a:pt x="5220409" y="2078723"/>
                  </a:lnTo>
                  <a:lnTo>
                    <a:pt x="5131985" y="2095780"/>
                  </a:lnTo>
                  <a:lnTo>
                    <a:pt x="5039690" y="2110880"/>
                  </a:lnTo>
                  <a:lnTo>
                    <a:pt x="4945995" y="2124018"/>
                  </a:lnTo>
                  <a:lnTo>
                    <a:pt x="4854325" y="2135151"/>
                  </a:lnTo>
                  <a:lnTo>
                    <a:pt x="4768788" y="2144238"/>
                  </a:lnTo>
                  <a:lnTo>
                    <a:pt x="4693619" y="2151286"/>
                  </a:lnTo>
                  <a:lnTo>
                    <a:pt x="4632402" y="2156389"/>
                  </a:lnTo>
                  <a:lnTo>
                    <a:pt x="4587269" y="2159756"/>
                  </a:lnTo>
                  <a:lnTo>
                    <a:pt x="4558340" y="2161696"/>
                  </a:lnTo>
                  <a:lnTo>
                    <a:pt x="4543552" y="2162592"/>
                  </a:lnTo>
                  <a:lnTo>
                    <a:pt x="4538850" y="2162850"/>
                  </a:lnTo>
                  <a:lnTo>
                    <a:pt x="4538543" y="2162866"/>
                  </a:lnTo>
                  <a:lnTo>
                    <a:pt x="4016409" y="2162866"/>
                  </a:lnTo>
                  <a:lnTo>
                    <a:pt x="4015200" y="2162809"/>
                  </a:lnTo>
                  <a:lnTo>
                    <a:pt x="4007283" y="2162401"/>
                  </a:lnTo>
                  <a:lnTo>
                    <a:pt x="3987457" y="2161274"/>
                  </a:lnTo>
                  <a:lnTo>
                    <a:pt x="3952350" y="2159060"/>
                  </a:lnTo>
                  <a:lnTo>
                    <a:pt x="3900711" y="2155431"/>
                  </a:lnTo>
                  <a:lnTo>
                    <a:pt x="3833487" y="2150136"/>
                  </a:lnTo>
                  <a:lnTo>
                    <a:pt x="3753487" y="2143026"/>
                  </a:lnTo>
                  <a:lnTo>
                    <a:pt x="3664693" y="2134051"/>
                  </a:lnTo>
                  <a:lnTo>
                    <a:pt x="3571419" y="2123227"/>
                  </a:lnTo>
                  <a:lnTo>
                    <a:pt x="3477593" y="2110596"/>
                  </a:lnTo>
                  <a:lnTo>
                    <a:pt x="3386305" y="2096187"/>
                  </a:lnTo>
                  <a:lnTo>
                    <a:pt x="3299645" y="2079983"/>
                  </a:lnTo>
                  <a:lnTo>
                    <a:pt x="3218767" y="2061897"/>
                  </a:lnTo>
                  <a:lnTo>
                    <a:pt x="3144058" y="2041769"/>
                  </a:lnTo>
                  <a:lnTo>
                    <a:pt x="3075348" y="2019360"/>
                  </a:lnTo>
                  <a:lnTo>
                    <a:pt x="3012093" y="1994360"/>
                  </a:lnTo>
                  <a:lnTo>
                    <a:pt x="2953531" y="1966402"/>
                  </a:lnTo>
                  <a:lnTo>
                    <a:pt x="2898789" y="1935082"/>
                  </a:lnTo>
                  <a:lnTo>
                    <a:pt x="2846969" y="1900005"/>
                  </a:lnTo>
                  <a:lnTo>
                    <a:pt x="2797227" y="1860859"/>
                  </a:lnTo>
                  <a:lnTo>
                    <a:pt x="2770117" y="1837212"/>
                  </a:lnTo>
                  <a:lnTo>
                    <a:pt x="2727684" y="1797008"/>
                  </a:lnTo>
                  <a:lnTo>
                    <a:pt x="2685661" y="1753459"/>
                  </a:lnTo>
                  <a:lnTo>
                    <a:pt x="2643735" y="1706502"/>
                  </a:lnTo>
                  <a:lnTo>
                    <a:pt x="2601671" y="1656142"/>
                  </a:lnTo>
                  <a:lnTo>
                    <a:pt x="2559304" y="1602469"/>
                  </a:lnTo>
                  <a:lnTo>
                    <a:pt x="2516530" y="1545658"/>
                  </a:lnTo>
                  <a:lnTo>
                    <a:pt x="2473301" y="1485976"/>
                  </a:lnTo>
                  <a:lnTo>
                    <a:pt x="2429621" y="1423779"/>
                  </a:lnTo>
                  <a:lnTo>
                    <a:pt x="2385536" y="1359507"/>
                  </a:lnTo>
                  <a:lnTo>
                    <a:pt x="2341129" y="1293675"/>
                  </a:lnTo>
                  <a:lnTo>
                    <a:pt x="2296512" y="1226854"/>
                  </a:lnTo>
                  <a:lnTo>
                    <a:pt x="2251812" y="1159654"/>
                  </a:lnTo>
                  <a:lnTo>
                    <a:pt x="2207165" y="1092697"/>
                  </a:lnTo>
                  <a:lnTo>
                    <a:pt x="2162702" y="1026598"/>
                  </a:lnTo>
                  <a:lnTo>
                    <a:pt x="2118538" y="961939"/>
                  </a:lnTo>
                  <a:lnTo>
                    <a:pt x="2074764" y="899247"/>
                  </a:lnTo>
                  <a:lnTo>
                    <a:pt x="2031434" y="838981"/>
                  </a:lnTo>
                  <a:lnTo>
                    <a:pt x="1988563" y="781516"/>
                  </a:lnTo>
                  <a:lnTo>
                    <a:pt x="1946113" y="727138"/>
                  </a:lnTo>
                  <a:lnTo>
                    <a:pt x="1903995" y="676043"/>
                  </a:lnTo>
                  <a:lnTo>
                    <a:pt x="1862057" y="628337"/>
                  </a:lnTo>
                  <a:lnTo>
                    <a:pt x="1820079" y="584045"/>
                  </a:lnTo>
                  <a:lnTo>
                    <a:pt x="1777766" y="543118"/>
                  </a:lnTo>
                  <a:lnTo>
                    <a:pt x="1768425" y="534598"/>
                  </a:lnTo>
                  <a:lnTo>
                    <a:pt x="1719517" y="493120"/>
                  </a:lnTo>
                  <a:lnTo>
                    <a:pt x="1668955" y="455803"/>
                  </a:lnTo>
                  <a:lnTo>
                    <a:pt x="1615951" y="422433"/>
                  </a:lnTo>
                  <a:lnTo>
                    <a:pt x="1559630" y="392651"/>
                  </a:lnTo>
                  <a:lnTo>
                    <a:pt x="1499095" y="366050"/>
                  </a:lnTo>
                  <a:lnTo>
                    <a:pt x="1433511" y="342239"/>
                  </a:lnTo>
                  <a:lnTo>
                    <a:pt x="1362197" y="320873"/>
                  </a:lnTo>
                  <a:lnTo>
                    <a:pt x="1284752" y="301673"/>
                  </a:lnTo>
                  <a:lnTo>
                    <a:pt x="1201228" y="284435"/>
                  </a:lnTo>
                  <a:lnTo>
                    <a:pt x="1112325" y="269031"/>
                  </a:lnTo>
                  <a:lnTo>
                    <a:pt x="1019597" y="255408"/>
                  </a:lnTo>
                  <a:lnTo>
                    <a:pt x="925577" y="243570"/>
                  </a:lnTo>
                  <a:lnTo>
                    <a:pt x="833764" y="233559"/>
                  </a:lnTo>
                  <a:lnTo>
                    <a:pt x="748329" y="225411"/>
                  </a:lnTo>
                  <a:lnTo>
                    <a:pt x="673540" y="219116"/>
                  </a:lnTo>
                  <a:lnTo>
                    <a:pt x="612961" y="214582"/>
                  </a:lnTo>
                  <a:lnTo>
                    <a:pt x="568646" y="211615"/>
                  </a:lnTo>
                  <a:lnTo>
                    <a:pt x="540584" y="209925"/>
                  </a:lnTo>
                  <a:lnTo>
                    <a:pt x="526558" y="209163"/>
                  </a:lnTo>
                  <a:lnTo>
                    <a:pt x="522348" y="208955"/>
                  </a:lnTo>
                  <a:lnTo>
                    <a:pt x="522133" y="208945"/>
                  </a:lnTo>
                  <a:lnTo>
                    <a:pt x="0" y="208945"/>
                  </a:lnTo>
                  <a:close/>
                </a:path>
              </a:pathLst>
            </a:custGeom>
            <a:solidFill>
              <a:srgbClr val="F28E5B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807" name="pl807"/>
            <p:cNvSpPr/>
            <p:nvPr/>
          </p:nvSpPr>
          <p:spPr>
            <a:xfrm>
              <a:off x="386606" y="3958306"/>
              <a:ext cx="8554953" cy="2162866"/>
            </a:xfrm>
            <a:custGeom>
              <a:avLst/>
              <a:pathLst>
                <a:path w="8554953" h="2162866">
                  <a:moveTo>
                    <a:pt x="0" y="208945"/>
                  </a:moveTo>
                  <a:lnTo>
                    <a:pt x="522133" y="208945"/>
                  </a:lnTo>
                  <a:lnTo>
                    <a:pt x="523343" y="209002"/>
                  </a:lnTo>
                  <a:lnTo>
                    <a:pt x="531259" y="209409"/>
                  </a:lnTo>
                  <a:lnTo>
                    <a:pt x="551085" y="210536"/>
                  </a:lnTo>
                  <a:lnTo>
                    <a:pt x="586192" y="212750"/>
                  </a:lnTo>
                  <a:lnTo>
                    <a:pt x="637831" y="216380"/>
                  </a:lnTo>
                  <a:lnTo>
                    <a:pt x="705056" y="221675"/>
                  </a:lnTo>
                  <a:lnTo>
                    <a:pt x="785055" y="228784"/>
                  </a:lnTo>
                  <a:lnTo>
                    <a:pt x="873849" y="237760"/>
                  </a:lnTo>
                  <a:lnTo>
                    <a:pt x="967123" y="248584"/>
                  </a:lnTo>
                  <a:lnTo>
                    <a:pt x="1060949" y="261215"/>
                  </a:lnTo>
                  <a:lnTo>
                    <a:pt x="1152237" y="275624"/>
                  </a:lnTo>
                  <a:lnTo>
                    <a:pt x="1238897" y="291828"/>
                  </a:lnTo>
                  <a:lnTo>
                    <a:pt x="1319775" y="309914"/>
                  </a:lnTo>
                  <a:lnTo>
                    <a:pt x="1394484" y="330042"/>
                  </a:lnTo>
                  <a:lnTo>
                    <a:pt x="1463194" y="352451"/>
                  </a:lnTo>
                  <a:lnTo>
                    <a:pt x="1526449" y="377450"/>
                  </a:lnTo>
                  <a:lnTo>
                    <a:pt x="1585011" y="405409"/>
                  </a:lnTo>
                  <a:lnTo>
                    <a:pt x="1639754" y="436729"/>
                  </a:lnTo>
                  <a:lnTo>
                    <a:pt x="1691573" y="471806"/>
                  </a:lnTo>
                  <a:lnTo>
                    <a:pt x="1741315" y="510951"/>
                  </a:lnTo>
                  <a:lnTo>
                    <a:pt x="1768425" y="534598"/>
                  </a:lnTo>
                  <a:lnTo>
                    <a:pt x="1810858" y="574803"/>
                  </a:lnTo>
                  <a:lnTo>
                    <a:pt x="1852881" y="618351"/>
                  </a:lnTo>
                  <a:lnTo>
                    <a:pt x="1894807" y="665309"/>
                  </a:lnTo>
                  <a:lnTo>
                    <a:pt x="1936871" y="715669"/>
                  </a:lnTo>
                  <a:lnTo>
                    <a:pt x="1979238" y="769342"/>
                  </a:lnTo>
                  <a:lnTo>
                    <a:pt x="2022012" y="826153"/>
                  </a:lnTo>
                  <a:lnTo>
                    <a:pt x="2065241" y="885835"/>
                  </a:lnTo>
                  <a:lnTo>
                    <a:pt x="2108921" y="948032"/>
                  </a:lnTo>
                  <a:lnTo>
                    <a:pt x="2153006" y="1012304"/>
                  </a:lnTo>
                  <a:lnTo>
                    <a:pt x="2197413" y="1078136"/>
                  </a:lnTo>
                  <a:lnTo>
                    <a:pt x="2242031" y="1144956"/>
                  </a:lnTo>
                  <a:lnTo>
                    <a:pt x="2286730" y="1212157"/>
                  </a:lnTo>
                  <a:lnTo>
                    <a:pt x="2331377" y="1279114"/>
                  </a:lnTo>
                  <a:lnTo>
                    <a:pt x="2375840" y="1345212"/>
                  </a:lnTo>
                  <a:lnTo>
                    <a:pt x="2420004" y="1409872"/>
                  </a:lnTo>
                  <a:lnTo>
                    <a:pt x="2463778" y="1472564"/>
                  </a:lnTo>
                  <a:lnTo>
                    <a:pt x="2507108" y="1532830"/>
                  </a:lnTo>
                  <a:lnTo>
                    <a:pt x="2549979" y="1590295"/>
                  </a:lnTo>
                  <a:lnTo>
                    <a:pt x="2592429" y="1644673"/>
                  </a:lnTo>
                  <a:lnTo>
                    <a:pt x="2634547" y="1695768"/>
                  </a:lnTo>
                  <a:lnTo>
                    <a:pt x="2676486" y="1743474"/>
                  </a:lnTo>
                  <a:lnTo>
                    <a:pt x="2718463" y="1787766"/>
                  </a:lnTo>
                  <a:lnTo>
                    <a:pt x="2760776" y="1828693"/>
                  </a:lnTo>
                  <a:lnTo>
                    <a:pt x="2770117" y="1837212"/>
                  </a:lnTo>
                  <a:lnTo>
                    <a:pt x="2819025" y="1878690"/>
                  </a:lnTo>
                  <a:lnTo>
                    <a:pt x="2869588" y="1916008"/>
                  </a:lnTo>
                  <a:lnTo>
                    <a:pt x="2922591" y="1949378"/>
                  </a:lnTo>
                  <a:lnTo>
                    <a:pt x="2978912" y="1979160"/>
                  </a:lnTo>
                  <a:lnTo>
                    <a:pt x="3039447" y="2005761"/>
                  </a:lnTo>
                  <a:lnTo>
                    <a:pt x="3105031" y="2029572"/>
                  </a:lnTo>
                  <a:lnTo>
                    <a:pt x="3176346" y="2050938"/>
                  </a:lnTo>
                  <a:lnTo>
                    <a:pt x="3253791" y="2070138"/>
                  </a:lnTo>
                  <a:lnTo>
                    <a:pt x="3337315" y="2087376"/>
                  </a:lnTo>
                  <a:lnTo>
                    <a:pt x="3426217" y="2102780"/>
                  </a:lnTo>
                  <a:lnTo>
                    <a:pt x="3518946" y="2116403"/>
                  </a:lnTo>
                  <a:lnTo>
                    <a:pt x="3612965" y="2128240"/>
                  </a:lnTo>
                  <a:lnTo>
                    <a:pt x="3704778" y="2138252"/>
                  </a:lnTo>
                  <a:lnTo>
                    <a:pt x="3790213" y="2146400"/>
                  </a:lnTo>
                  <a:lnTo>
                    <a:pt x="3865002" y="2152695"/>
                  </a:lnTo>
                  <a:lnTo>
                    <a:pt x="3925581" y="2157229"/>
                  </a:lnTo>
                  <a:lnTo>
                    <a:pt x="3969897" y="2160196"/>
                  </a:lnTo>
                  <a:lnTo>
                    <a:pt x="3997958" y="2161886"/>
                  </a:lnTo>
                  <a:lnTo>
                    <a:pt x="4011984" y="2162648"/>
                  </a:lnTo>
                  <a:lnTo>
                    <a:pt x="4016194" y="2162856"/>
                  </a:lnTo>
                  <a:lnTo>
                    <a:pt x="4016409" y="2162866"/>
                  </a:lnTo>
                  <a:lnTo>
                    <a:pt x="4538543" y="2162866"/>
                  </a:lnTo>
                  <a:lnTo>
                    <a:pt x="4539740" y="2162804"/>
                  </a:lnTo>
                  <a:lnTo>
                    <a:pt x="4547576" y="2162357"/>
                  </a:lnTo>
                  <a:lnTo>
                    <a:pt x="4567206" y="2161123"/>
                  </a:lnTo>
                  <a:lnTo>
                    <a:pt x="4601985" y="2158699"/>
                  </a:lnTo>
                  <a:lnTo>
                    <a:pt x="4653177" y="2154723"/>
                  </a:lnTo>
                  <a:lnTo>
                    <a:pt x="4719880" y="2148920"/>
                  </a:lnTo>
                  <a:lnTo>
                    <a:pt x="4799342" y="2141127"/>
                  </a:lnTo>
                  <a:lnTo>
                    <a:pt x="4887642" y="2131282"/>
                  </a:lnTo>
                  <a:lnTo>
                    <a:pt x="4980510" y="2119404"/>
                  </a:lnTo>
                  <a:lnTo>
                    <a:pt x="5074039" y="2105539"/>
                  </a:lnTo>
                  <a:lnTo>
                    <a:pt x="5165141" y="2089720"/>
                  </a:lnTo>
                  <a:lnTo>
                    <a:pt x="5251710" y="2071929"/>
                  </a:lnTo>
                  <a:lnTo>
                    <a:pt x="5332570" y="2052077"/>
                  </a:lnTo>
                  <a:lnTo>
                    <a:pt x="5407307" y="2029989"/>
                  </a:lnTo>
                  <a:lnTo>
                    <a:pt x="5476071" y="2005410"/>
                  </a:lnTo>
                  <a:lnTo>
                    <a:pt x="5539382" y="1978005"/>
                  </a:lnTo>
                  <a:lnTo>
                    <a:pt x="5597987" y="1947372"/>
                  </a:lnTo>
                  <a:lnTo>
                    <a:pt x="5652745" y="1913071"/>
                  </a:lnTo>
                  <a:lnTo>
                    <a:pt x="5704544" y="1874667"/>
                  </a:lnTo>
                  <a:lnTo>
                    <a:pt x="5754228" y="1831810"/>
                  </a:lnTo>
                  <a:lnTo>
                    <a:pt x="5784835" y="1802388"/>
                  </a:lnTo>
                  <a:lnTo>
                    <a:pt x="5825895" y="1759392"/>
                  </a:lnTo>
                  <a:lnTo>
                    <a:pt x="5866560" y="1712933"/>
                  </a:lnTo>
                  <a:lnTo>
                    <a:pt x="5907118" y="1662944"/>
                  </a:lnTo>
                  <a:lnTo>
                    <a:pt x="5947788" y="1609426"/>
                  </a:lnTo>
                  <a:lnTo>
                    <a:pt x="5988724" y="1552458"/>
                  </a:lnTo>
                  <a:lnTo>
                    <a:pt x="6030030" y="1492203"/>
                  </a:lnTo>
                  <a:lnTo>
                    <a:pt x="6071757" y="1428911"/>
                  </a:lnTo>
                  <a:lnTo>
                    <a:pt x="6113911" y="1362921"/>
                  </a:lnTo>
                  <a:lnTo>
                    <a:pt x="6156459" y="1294654"/>
                  </a:lnTo>
                  <a:lnTo>
                    <a:pt x="6199334" y="1224608"/>
                  </a:lnTo>
                  <a:lnTo>
                    <a:pt x="6242443" y="1153338"/>
                  </a:lnTo>
                  <a:lnTo>
                    <a:pt x="6285673" y="1081446"/>
                  </a:lnTo>
                  <a:lnTo>
                    <a:pt x="6328903" y="1009554"/>
                  </a:lnTo>
                  <a:lnTo>
                    <a:pt x="6372011" y="938285"/>
                  </a:lnTo>
                  <a:lnTo>
                    <a:pt x="6414887" y="868238"/>
                  </a:lnTo>
                  <a:lnTo>
                    <a:pt x="6457435" y="799970"/>
                  </a:lnTo>
                  <a:lnTo>
                    <a:pt x="6499589" y="733979"/>
                  </a:lnTo>
                  <a:lnTo>
                    <a:pt x="6541316" y="670686"/>
                  </a:lnTo>
                  <a:lnTo>
                    <a:pt x="6582622" y="610430"/>
                  </a:lnTo>
                  <a:lnTo>
                    <a:pt x="6623559" y="553460"/>
                  </a:lnTo>
                  <a:lnTo>
                    <a:pt x="6664228" y="499941"/>
                  </a:lnTo>
                  <a:lnTo>
                    <a:pt x="6704786" y="449951"/>
                  </a:lnTo>
                  <a:lnTo>
                    <a:pt x="6745452" y="403491"/>
                  </a:lnTo>
                  <a:lnTo>
                    <a:pt x="6786512" y="360493"/>
                  </a:lnTo>
                  <a:lnTo>
                    <a:pt x="6786527" y="360477"/>
                  </a:lnTo>
                  <a:lnTo>
                    <a:pt x="6835258" y="314719"/>
                  </a:lnTo>
                  <a:lnTo>
                    <a:pt x="6885629" y="273535"/>
                  </a:lnTo>
                  <a:lnTo>
                    <a:pt x="6938417" y="236691"/>
                  </a:lnTo>
                  <a:lnTo>
                    <a:pt x="6994491" y="203795"/>
                  </a:lnTo>
                  <a:lnTo>
                    <a:pt x="7054735" y="174402"/>
                  </a:lnTo>
                  <a:lnTo>
                    <a:pt x="7119979" y="148082"/>
                  </a:lnTo>
                  <a:lnTo>
                    <a:pt x="7190901" y="124457"/>
                  </a:lnTo>
                  <a:lnTo>
                    <a:pt x="7267904" y="103219"/>
                  </a:lnTo>
                  <a:lnTo>
                    <a:pt x="7350953" y="84143"/>
                  </a:lnTo>
                  <a:lnTo>
                    <a:pt x="7439377" y="67085"/>
                  </a:lnTo>
                  <a:lnTo>
                    <a:pt x="7531672" y="51986"/>
                  </a:lnTo>
                  <a:lnTo>
                    <a:pt x="7625366" y="38848"/>
                  </a:lnTo>
                  <a:lnTo>
                    <a:pt x="7717037" y="27715"/>
                  </a:lnTo>
                  <a:lnTo>
                    <a:pt x="7802574" y="18627"/>
                  </a:lnTo>
                  <a:lnTo>
                    <a:pt x="7877743" y="11580"/>
                  </a:lnTo>
                  <a:lnTo>
                    <a:pt x="7938960" y="6476"/>
                  </a:lnTo>
                  <a:lnTo>
                    <a:pt x="7984093" y="3110"/>
                  </a:lnTo>
                  <a:lnTo>
                    <a:pt x="8013022" y="1170"/>
                  </a:lnTo>
                  <a:lnTo>
                    <a:pt x="8027810" y="274"/>
                  </a:lnTo>
                  <a:lnTo>
                    <a:pt x="8032512" y="15"/>
                  </a:lnTo>
                  <a:lnTo>
                    <a:pt x="8032819" y="0"/>
                  </a:lnTo>
                  <a:lnTo>
                    <a:pt x="8554953" y="0"/>
                  </a:lnTo>
                  <a:lnTo>
                    <a:pt x="8554953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808" name="pl808"/>
            <p:cNvSpPr/>
            <p:nvPr/>
          </p:nvSpPr>
          <p:spPr>
            <a:xfrm>
              <a:off x="386606" y="3952659"/>
              <a:ext cx="8554953" cy="2162866"/>
            </a:xfrm>
            <a:custGeom>
              <a:avLst/>
              <a:pathLst>
                <a:path w="8554953" h="2162866">
                  <a:moveTo>
                    <a:pt x="8554953" y="0"/>
                  </a:moveTo>
                  <a:lnTo>
                    <a:pt x="8032819" y="0"/>
                  </a:lnTo>
                  <a:lnTo>
                    <a:pt x="8031622" y="62"/>
                  </a:lnTo>
                  <a:lnTo>
                    <a:pt x="8023786" y="508"/>
                  </a:lnTo>
                  <a:lnTo>
                    <a:pt x="8004156" y="1742"/>
                  </a:lnTo>
                  <a:lnTo>
                    <a:pt x="7969377" y="4167"/>
                  </a:lnTo>
                  <a:lnTo>
                    <a:pt x="7918185" y="8143"/>
                  </a:lnTo>
                  <a:lnTo>
                    <a:pt x="7851482" y="13945"/>
                  </a:lnTo>
                  <a:lnTo>
                    <a:pt x="7772020" y="21739"/>
                  </a:lnTo>
                  <a:lnTo>
                    <a:pt x="7683720" y="31583"/>
                  </a:lnTo>
                  <a:lnTo>
                    <a:pt x="7590852" y="43462"/>
                  </a:lnTo>
                  <a:lnTo>
                    <a:pt x="7497323" y="57327"/>
                  </a:lnTo>
                  <a:lnTo>
                    <a:pt x="7406221" y="73146"/>
                  </a:lnTo>
                  <a:lnTo>
                    <a:pt x="7319652" y="90936"/>
                  </a:lnTo>
                  <a:lnTo>
                    <a:pt x="7238792" y="110789"/>
                  </a:lnTo>
                  <a:lnTo>
                    <a:pt x="7164055" y="132876"/>
                  </a:lnTo>
                  <a:lnTo>
                    <a:pt x="7095291" y="157455"/>
                  </a:lnTo>
                  <a:lnTo>
                    <a:pt x="7031980" y="184861"/>
                  </a:lnTo>
                  <a:lnTo>
                    <a:pt x="6973375" y="215494"/>
                  </a:lnTo>
                  <a:lnTo>
                    <a:pt x="6918617" y="249795"/>
                  </a:lnTo>
                  <a:lnTo>
                    <a:pt x="6866818" y="288199"/>
                  </a:lnTo>
                  <a:lnTo>
                    <a:pt x="6817134" y="331056"/>
                  </a:lnTo>
                  <a:lnTo>
                    <a:pt x="6786527" y="360477"/>
                  </a:lnTo>
                  <a:lnTo>
                    <a:pt x="6745467" y="403474"/>
                  </a:lnTo>
                  <a:lnTo>
                    <a:pt x="6704802" y="449933"/>
                  </a:lnTo>
                  <a:lnTo>
                    <a:pt x="6664243" y="499922"/>
                  </a:lnTo>
                  <a:lnTo>
                    <a:pt x="6623574" y="553439"/>
                  </a:lnTo>
                  <a:lnTo>
                    <a:pt x="6582638" y="610407"/>
                  </a:lnTo>
                  <a:lnTo>
                    <a:pt x="6541332" y="670662"/>
                  </a:lnTo>
                  <a:lnTo>
                    <a:pt x="6499605" y="733955"/>
                  </a:lnTo>
                  <a:lnTo>
                    <a:pt x="6457451" y="799945"/>
                  </a:lnTo>
                  <a:lnTo>
                    <a:pt x="6414903" y="868211"/>
                  </a:lnTo>
                  <a:lnTo>
                    <a:pt x="6372028" y="938258"/>
                  </a:lnTo>
                  <a:lnTo>
                    <a:pt x="6328919" y="1009527"/>
                  </a:lnTo>
                  <a:lnTo>
                    <a:pt x="6285689" y="1081419"/>
                  </a:lnTo>
                  <a:lnTo>
                    <a:pt x="6242459" y="1153311"/>
                  </a:lnTo>
                  <a:lnTo>
                    <a:pt x="6199351" y="1224581"/>
                  </a:lnTo>
                  <a:lnTo>
                    <a:pt x="6156475" y="1294628"/>
                  </a:lnTo>
                  <a:lnTo>
                    <a:pt x="6113927" y="1362895"/>
                  </a:lnTo>
                  <a:lnTo>
                    <a:pt x="6071773" y="1428886"/>
                  </a:lnTo>
                  <a:lnTo>
                    <a:pt x="6030046" y="1492180"/>
                  </a:lnTo>
                  <a:lnTo>
                    <a:pt x="5988740" y="1552436"/>
                  </a:lnTo>
                  <a:lnTo>
                    <a:pt x="5947803" y="1609405"/>
                  </a:lnTo>
                  <a:lnTo>
                    <a:pt x="5907134" y="1662924"/>
                  </a:lnTo>
                  <a:lnTo>
                    <a:pt x="5866576" y="1712914"/>
                  </a:lnTo>
                  <a:lnTo>
                    <a:pt x="5825910" y="1759374"/>
                  </a:lnTo>
                  <a:lnTo>
                    <a:pt x="5784850" y="1802373"/>
                  </a:lnTo>
                  <a:lnTo>
                    <a:pt x="5784835" y="1802388"/>
                  </a:lnTo>
                  <a:lnTo>
                    <a:pt x="5736104" y="1848146"/>
                  </a:lnTo>
                  <a:lnTo>
                    <a:pt x="5685733" y="1889331"/>
                  </a:lnTo>
                  <a:lnTo>
                    <a:pt x="5632945" y="1926174"/>
                  </a:lnTo>
                  <a:lnTo>
                    <a:pt x="5576871" y="1959071"/>
                  </a:lnTo>
                  <a:lnTo>
                    <a:pt x="5516627" y="1988464"/>
                  </a:lnTo>
                  <a:lnTo>
                    <a:pt x="5451383" y="2014783"/>
                  </a:lnTo>
                  <a:lnTo>
                    <a:pt x="5380461" y="2038408"/>
                  </a:lnTo>
                  <a:lnTo>
                    <a:pt x="5303458" y="2059646"/>
                  </a:lnTo>
                  <a:lnTo>
                    <a:pt x="5220409" y="2078723"/>
                  </a:lnTo>
                  <a:lnTo>
                    <a:pt x="5131985" y="2095780"/>
                  </a:lnTo>
                  <a:lnTo>
                    <a:pt x="5039690" y="2110880"/>
                  </a:lnTo>
                  <a:lnTo>
                    <a:pt x="4945995" y="2124018"/>
                  </a:lnTo>
                  <a:lnTo>
                    <a:pt x="4854325" y="2135151"/>
                  </a:lnTo>
                  <a:lnTo>
                    <a:pt x="4768788" y="2144238"/>
                  </a:lnTo>
                  <a:lnTo>
                    <a:pt x="4693619" y="2151286"/>
                  </a:lnTo>
                  <a:lnTo>
                    <a:pt x="4632402" y="2156389"/>
                  </a:lnTo>
                  <a:lnTo>
                    <a:pt x="4587269" y="2159756"/>
                  </a:lnTo>
                  <a:lnTo>
                    <a:pt x="4558340" y="2161696"/>
                  </a:lnTo>
                  <a:lnTo>
                    <a:pt x="4543552" y="2162592"/>
                  </a:lnTo>
                  <a:lnTo>
                    <a:pt x="4538850" y="2162850"/>
                  </a:lnTo>
                  <a:lnTo>
                    <a:pt x="4538543" y="2162866"/>
                  </a:lnTo>
                  <a:lnTo>
                    <a:pt x="4016409" y="2162866"/>
                  </a:lnTo>
                  <a:lnTo>
                    <a:pt x="4015200" y="2162809"/>
                  </a:lnTo>
                  <a:lnTo>
                    <a:pt x="4007283" y="2162401"/>
                  </a:lnTo>
                  <a:lnTo>
                    <a:pt x="3987457" y="2161274"/>
                  </a:lnTo>
                  <a:lnTo>
                    <a:pt x="3952350" y="2159060"/>
                  </a:lnTo>
                  <a:lnTo>
                    <a:pt x="3900711" y="2155431"/>
                  </a:lnTo>
                  <a:lnTo>
                    <a:pt x="3833487" y="2150136"/>
                  </a:lnTo>
                  <a:lnTo>
                    <a:pt x="3753487" y="2143026"/>
                  </a:lnTo>
                  <a:lnTo>
                    <a:pt x="3664693" y="2134051"/>
                  </a:lnTo>
                  <a:lnTo>
                    <a:pt x="3571419" y="2123227"/>
                  </a:lnTo>
                  <a:lnTo>
                    <a:pt x="3477593" y="2110596"/>
                  </a:lnTo>
                  <a:lnTo>
                    <a:pt x="3386305" y="2096187"/>
                  </a:lnTo>
                  <a:lnTo>
                    <a:pt x="3299645" y="2079983"/>
                  </a:lnTo>
                  <a:lnTo>
                    <a:pt x="3218767" y="2061897"/>
                  </a:lnTo>
                  <a:lnTo>
                    <a:pt x="3144058" y="2041769"/>
                  </a:lnTo>
                  <a:lnTo>
                    <a:pt x="3075348" y="2019360"/>
                  </a:lnTo>
                  <a:lnTo>
                    <a:pt x="3012093" y="1994360"/>
                  </a:lnTo>
                  <a:lnTo>
                    <a:pt x="2953531" y="1966402"/>
                  </a:lnTo>
                  <a:lnTo>
                    <a:pt x="2898789" y="1935082"/>
                  </a:lnTo>
                  <a:lnTo>
                    <a:pt x="2846969" y="1900005"/>
                  </a:lnTo>
                  <a:lnTo>
                    <a:pt x="2797227" y="1860859"/>
                  </a:lnTo>
                  <a:lnTo>
                    <a:pt x="2770117" y="1837212"/>
                  </a:lnTo>
                  <a:lnTo>
                    <a:pt x="2727684" y="1797008"/>
                  </a:lnTo>
                  <a:lnTo>
                    <a:pt x="2685661" y="1753459"/>
                  </a:lnTo>
                  <a:lnTo>
                    <a:pt x="2643735" y="1706502"/>
                  </a:lnTo>
                  <a:lnTo>
                    <a:pt x="2601671" y="1656142"/>
                  </a:lnTo>
                  <a:lnTo>
                    <a:pt x="2559304" y="1602469"/>
                  </a:lnTo>
                  <a:lnTo>
                    <a:pt x="2516530" y="1545658"/>
                  </a:lnTo>
                  <a:lnTo>
                    <a:pt x="2473301" y="1485976"/>
                  </a:lnTo>
                  <a:lnTo>
                    <a:pt x="2429621" y="1423779"/>
                  </a:lnTo>
                  <a:lnTo>
                    <a:pt x="2385536" y="1359507"/>
                  </a:lnTo>
                  <a:lnTo>
                    <a:pt x="2341129" y="1293675"/>
                  </a:lnTo>
                  <a:lnTo>
                    <a:pt x="2296512" y="1226854"/>
                  </a:lnTo>
                  <a:lnTo>
                    <a:pt x="2251812" y="1159654"/>
                  </a:lnTo>
                  <a:lnTo>
                    <a:pt x="2207165" y="1092697"/>
                  </a:lnTo>
                  <a:lnTo>
                    <a:pt x="2162702" y="1026598"/>
                  </a:lnTo>
                  <a:lnTo>
                    <a:pt x="2118538" y="961939"/>
                  </a:lnTo>
                  <a:lnTo>
                    <a:pt x="2074764" y="899247"/>
                  </a:lnTo>
                  <a:lnTo>
                    <a:pt x="2031434" y="838981"/>
                  </a:lnTo>
                  <a:lnTo>
                    <a:pt x="1988563" y="781516"/>
                  </a:lnTo>
                  <a:lnTo>
                    <a:pt x="1946113" y="727138"/>
                  </a:lnTo>
                  <a:lnTo>
                    <a:pt x="1903995" y="676043"/>
                  </a:lnTo>
                  <a:lnTo>
                    <a:pt x="1862057" y="628337"/>
                  </a:lnTo>
                  <a:lnTo>
                    <a:pt x="1820079" y="584045"/>
                  </a:lnTo>
                  <a:lnTo>
                    <a:pt x="1777766" y="543118"/>
                  </a:lnTo>
                  <a:lnTo>
                    <a:pt x="1768425" y="534598"/>
                  </a:lnTo>
                  <a:lnTo>
                    <a:pt x="1719517" y="493120"/>
                  </a:lnTo>
                  <a:lnTo>
                    <a:pt x="1668955" y="455803"/>
                  </a:lnTo>
                  <a:lnTo>
                    <a:pt x="1615951" y="422433"/>
                  </a:lnTo>
                  <a:lnTo>
                    <a:pt x="1559630" y="392651"/>
                  </a:lnTo>
                  <a:lnTo>
                    <a:pt x="1499095" y="366050"/>
                  </a:lnTo>
                  <a:lnTo>
                    <a:pt x="1433511" y="342239"/>
                  </a:lnTo>
                  <a:lnTo>
                    <a:pt x="1362197" y="320873"/>
                  </a:lnTo>
                  <a:lnTo>
                    <a:pt x="1284752" y="301673"/>
                  </a:lnTo>
                  <a:lnTo>
                    <a:pt x="1201228" y="284435"/>
                  </a:lnTo>
                  <a:lnTo>
                    <a:pt x="1112325" y="269031"/>
                  </a:lnTo>
                  <a:lnTo>
                    <a:pt x="1019597" y="255408"/>
                  </a:lnTo>
                  <a:lnTo>
                    <a:pt x="925577" y="243570"/>
                  </a:lnTo>
                  <a:lnTo>
                    <a:pt x="833764" y="233559"/>
                  </a:lnTo>
                  <a:lnTo>
                    <a:pt x="748329" y="225411"/>
                  </a:lnTo>
                  <a:lnTo>
                    <a:pt x="673540" y="219116"/>
                  </a:lnTo>
                  <a:lnTo>
                    <a:pt x="612961" y="214582"/>
                  </a:lnTo>
                  <a:lnTo>
                    <a:pt x="568646" y="211615"/>
                  </a:lnTo>
                  <a:lnTo>
                    <a:pt x="540584" y="209925"/>
                  </a:lnTo>
                  <a:lnTo>
                    <a:pt x="526558" y="209163"/>
                  </a:lnTo>
                  <a:lnTo>
                    <a:pt x="522348" y="208955"/>
                  </a:lnTo>
                  <a:lnTo>
                    <a:pt x="522133" y="208945"/>
                  </a:lnTo>
                  <a:lnTo>
                    <a:pt x="0" y="208945"/>
                  </a:lnTo>
                  <a:lnTo>
                    <a:pt x="0" y="208945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809" name="pg809"/>
            <p:cNvSpPr/>
            <p:nvPr/>
          </p:nvSpPr>
          <p:spPr>
            <a:xfrm>
              <a:off x="386606" y="954011"/>
              <a:ext cx="8554953" cy="4901744"/>
            </a:xfrm>
            <a:custGeom>
              <a:avLst/>
              <a:pathLst>
                <a:path w="8554953" h="4901744">
                  <a:moveTo>
                    <a:pt x="0" y="3179357"/>
                  </a:moveTo>
                  <a:lnTo>
                    <a:pt x="522133" y="3179357"/>
                  </a:lnTo>
                  <a:lnTo>
                    <a:pt x="523355" y="3179408"/>
                  </a:lnTo>
                  <a:lnTo>
                    <a:pt x="531354" y="3179771"/>
                  </a:lnTo>
                  <a:lnTo>
                    <a:pt x="551378" y="3180775"/>
                  </a:lnTo>
                  <a:lnTo>
                    <a:pt x="586817" y="3182748"/>
                  </a:lnTo>
                  <a:lnTo>
                    <a:pt x="638908" y="3185981"/>
                  </a:lnTo>
                  <a:lnTo>
                    <a:pt x="706659" y="3190697"/>
                  </a:lnTo>
                  <a:lnTo>
                    <a:pt x="787199" y="3197024"/>
                  </a:lnTo>
                  <a:lnTo>
                    <a:pt x="876489" y="3205009"/>
                  </a:lnTo>
                  <a:lnTo>
                    <a:pt x="970169" y="3214635"/>
                  </a:lnTo>
                  <a:lnTo>
                    <a:pt x="1064290" y="3225863"/>
                  </a:lnTo>
                  <a:lnTo>
                    <a:pt x="1155762" y="3238669"/>
                  </a:lnTo>
                  <a:lnTo>
                    <a:pt x="1242510" y="3253071"/>
                  </a:lnTo>
                  <a:lnTo>
                    <a:pt x="1323404" y="3269149"/>
                  </a:lnTo>
                  <a:lnTo>
                    <a:pt x="1398082" y="3287049"/>
                  </a:lnTo>
                  <a:lnTo>
                    <a:pt x="1466738" y="3306985"/>
                  </a:lnTo>
                  <a:lnTo>
                    <a:pt x="1529936" y="3329238"/>
                  </a:lnTo>
                  <a:lnTo>
                    <a:pt x="1588457" y="3354139"/>
                  </a:lnTo>
                  <a:lnTo>
                    <a:pt x="1643185" y="3382046"/>
                  </a:lnTo>
                  <a:lnTo>
                    <a:pt x="1695027" y="3413310"/>
                  </a:lnTo>
                  <a:lnTo>
                    <a:pt x="1744831" y="3448199"/>
                  </a:lnTo>
                  <a:lnTo>
                    <a:pt x="1768425" y="3466421"/>
                  </a:lnTo>
                  <a:lnTo>
                    <a:pt x="1812479" y="3503283"/>
                  </a:lnTo>
                  <a:lnTo>
                    <a:pt x="1856106" y="3543327"/>
                  </a:lnTo>
                  <a:lnTo>
                    <a:pt x="1899649" y="3586613"/>
                  </a:lnTo>
                  <a:lnTo>
                    <a:pt x="1943365" y="3633126"/>
                  </a:lnTo>
                  <a:lnTo>
                    <a:pt x="1987429" y="3682769"/>
                  </a:lnTo>
                  <a:lnTo>
                    <a:pt x="2031946" y="3735352"/>
                  </a:lnTo>
                  <a:lnTo>
                    <a:pt x="2076956" y="3790593"/>
                  </a:lnTo>
                  <a:lnTo>
                    <a:pt x="2122444" y="3848120"/>
                  </a:lnTo>
                  <a:lnTo>
                    <a:pt x="2168345" y="3907474"/>
                  </a:lnTo>
                  <a:lnTo>
                    <a:pt x="2214553" y="3968129"/>
                  </a:lnTo>
                  <a:lnTo>
                    <a:pt x="2260937" y="4029504"/>
                  </a:lnTo>
                  <a:lnTo>
                    <a:pt x="2307349" y="4090989"/>
                  </a:lnTo>
                  <a:lnTo>
                    <a:pt x="2353637" y="4151971"/>
                  </a:lnTo>
                  <a:lnTo>
                    <a:pt x="2399662" y="4211856"/>
                  </a:lnTo>
                  <a:lnTo>
                    <a:pt x="2445307" y="4270095"/>
                  </a:lnTo>
                  <a:lnTo>
                    <a:pt x="2490494" y="4326205"/>
                  </a:lnTo>
                  <a:lnTo>
                    <a:pt x="2535187" y="4379779"/>
                  </a:lnTo>
                  <a:lnTo>
                    <a:pt x="2579405" y="4430504"/>
                  </a:lnTo>
                  <a:lnTo>
                    <a:pt x="2623229" y="4478157"/>
                  </a:lnTo>
                  <a:lnTo>
                    <a:pt x="2666809" y="4522608"/>
                  </a:lnTo>
                  <a:lnTo>
                    <a:pt x="2710371" y="4563812"/>
                  </a:lnTo>
                  <a:lnTo>
                    <a:pt x="2754226" y="4601805"/>
                  </a:lnTo>
                  <a:lnTo>
                    <a:pt x="2770117" y="4614679"/>
                  </a:lnTo>
                  <a:lnTo>
                    <a:pt x="2819203" y="4651367"/>
                  </a:lnTo>
                  <a:lnTo>
                    <a:pt x="2869959" y="4684361"/>
                  </a:lnTo>
                  <a:lnTo>
                    <a:pt x="2923179" y="4713853"/>
                  </a:lnTo>
                  <a:lnTo>
                    <a:pt x="2979751" y="4740163"/>
                  </a:lnTo>
                  <a:lnTo>
                    <a:pt x="3040579" y="4763653"/>
                  </a:lnTo>
                  <a:lnTo>
                    <a:pt x="3106506" y="4784673"/>
                  </a:lnTo>
                  <a:lnTo>
                    <a:pt x="3178218" y="4803527"/>
                  </a:lnTo>
                  <a:lnTo>
                    <a:pt x="3256109" y="4820464"/>
                  </a:lnTo>
                  <a:lnTo>
                    <a:pt x="3340112" y="4835664"/>
                  </a:lnTo>
                  <a:lnTo>
                    <a:pt x="3429496" y="4849237"/>
                  </a:lnTo>
                  <a:lnTo>
                    <a:pt x="3522659" y="4861230"/>
                  </a:lnTo>
                  <a:lnTo>
                    <a:pt x="3616999" y="4871636"/>
                  </a:lnTo>
                  <a:lnTo>
                    <a:pt x="3708946" y="4880419"/>
                  </a:lnTo>
                  <a:lnTo>
                    <a:pt x="3794265" y="4887547"/>
                  </a:lnTo>
                  <a:lnTo>
                    <a:pt x="3868657" y="4893032"/>
                  </a:lnTo>
                  <a:lnTo>
                    <a:pt x="3928581" y="4896961"/>
                  </a:lnTo>
                  <a:lnTo>
                    <a:pt x="3972066" y="4899511"/>
                  </a:lnTo>
                  <a:lnTo>
                    <a:pt x="3999255" y="4900945"/>
                  </a:lnTo>
                  <a:lnTo>
                    <a:pt x="4012525" y="4901576"/>
                  </a:lnTo>
                  <a:lnTo>
                    <a:pt x="4016266" y="4901738"/>
                  </a:lnTo>
                  <a:lnTo>
                    <a:pt x="4016409" y="4901744"/>
                  </a:lnTo>
                  <a:lnTo>
                    <a:pt x="4538543" y="4901744"/>
                  </a:lnTo>
                  <a:lnTo>
                    <a:pt x="4539401" y="4901644"/>
                  </a:lnTo>
                  <a:lnTo>
                    <a:pt x="4545057" y="4900928"/>
                  </a:lnTo>
                  <a:lnTo>
                    <a:pt x="4559374" y="4898950"/>
                  </a:lnTo>
                  <a:lnTo>
                    <a:pt x="4585112" y="4895053"/>
                  </a:lnTo>
                  <a:lnTo>
                    <a:pt x="4623751" y="4888621"/>
                  </a:lnTo>
                  <a:lnTo>
                    <a:pt x="4675379" y="4879135"/>
                  </a:lnTo>
                  <a:lnTo>
                    <a:pt x="4738760" y="4866222"/>
                  </a:lnTo>
                  <a:lnTo>
                    <a:pt x="4811605" y="4849672"/>
                  </a:lnTo>
                  <a:lnTo>
                    <a:pt x="4891014" y="4829420"/>
                  </a:lnTo>
                  <a:lnTo>
                    <a:pt x="4973936" y="4805502"/>
                  </a:lnTo>
                  <a:lnTo>
                    <a:pt x="5057574" y="4777998"/>
                  </a:lnTo>
                  <a:lnTo>
                    <a:pt x="5139644" y="4746966"/>
                  </a:lnTo>
                  <a:lnTo>
                    <a:pt x="5218483" y="4712401"/>
                  </a:lnTo>
                  <a:lnTo>
                    <a:pt x="5293044" y="4674202"/>
                  </a:lnTo>
                  <a:lnTo>
                    <a:pt x="5362812" y="4632151"/>
                  </a:lnTo>
                  <a:lnTo>
                    <a:pt x="5427694" y="4585908"/>
                  </a:lnTo>
                  <a:lnTo>
                    <a:pt x="5487903" y="4535015"/>
                  </a:lnTo>
                  <a:lnTo>
                    <a:pt x="5543858" y="4478904"/>
                  </a:lnTo>
                  <a:lnTo>
                    <a:pt x="5596107" y="4416918"/>
                  </a:lnTo>
                  <a:lnTo>
                    <a:pt x="5645265" y="4348346"/>
                  </a:lnTo>
                  <a:lnTo>
                    <a:pt x="5691966" y="4272478"/>
                  </a:lnTo>
                  <a:lnTo>
                    <a:pt x="5736821" y="4188706"/>
                  </a:lnTo>
                  <a:lnTo>
                    <a:pt x="5780378" y="4096676"/>
                  </a:lnTo>
                  <a:lnTo>
                    <a:pt x="5784835" y="4086669"/>
                  </a:lnTo>
                  <a:lnTo>
                    <a:pt x="5814348" y="4017700"/>
                  </a:lnTo>
                  <a:lnTo>
                    <a:pt x="5843612" y="3944734"/>
                  </a:lnTo>
                  <a:lnTo>
                    <a:pt x="5872742" y="3867692"/>
                  </a:lnTo>
                  <a:lnTo>
                    <a:pt x="5901839" y="3786533"/>
                  </a:lnTo>
                  <a:lnTo>
                    <a:pt x="5930980" y="3701258"/>
                  </a:lnTo>
                  <a:lnTo>
                    <a:pt x="5960232" y="3611914"/>
                  </a:lnTo>
                  <a:lnTo>
                    <a:pt x="5989640" y="3518597"/>
                  </a:lnTo>
                  <a:lnTo>
                    <a:pt x="6019241" y="3421455"/>
                  </a:lnTo>
                  <a:lnTo>
                    <a:pt x="6049055" y="3320688"/>
                  </a:lnTo>
                  <a:lnTo>
                    <a:pt x="6079090" y="3216550"/>
                  </a:lnTo>
                  <a:lnTo>
                    <a:pt x="6109345" y="3109347"/>
                  </a:lnTo>
                  <a:lnTo>
                    <a:pt x="6139806" y="2999434"/>
                  </a:lnTo>
                  <a:lnTo>
                    <a:pt x="6170452" y="2887211"/>
                  </a:lnTo>
                  <a:lnTo>
                    <a:pt x="6201251" y="2773118"/>
                  </a:lnTo>
                  <a:lnTo>
                    <a:pt x="6232169" y="2657631"/>
                  </a:lnTo>
                  <a:lnTo>
                    <a:pt x="6263164" y="2541248"/>
                  </a:lnTo>
                  <a:lnTo>
                    <a:pt x="6294192" y="2424486"/>
                  </a:lnTo>
                  <a:lnTo>
                    <a:pt x="6325207" y="2307867"/>
                  </a:lnTo>
                  <a:lnTo>
                    <a:pt x="6356165" y="2191913"/>
                  </a:lnTo>
                  <a:lnTo>
                    <a:pt x="6387023" y="2077130"/>
                  </a:lnTo>
                  <a:lnTo>
                    <a:pt x="6417742" y="1964007"/>
                  </a:lnTo>
                  <a:lnTo>
                    <a:pt x="6448290" y="1852998"/>
                  </a:lnTo>
                  <a:lnTo>
                    <a:pt x="6478640" y="1744525"/>
                  </a:lnTo>
                  <a:lnTo>
                    <a:pt x="6508775" y="1638962"/>
                  </a:lnTo>
                  <a:lnTo>
                    <a:pt x="6538689" y="1536640"/>
                  </a:lnTo>
                  <a:lnTo>
                    <a:pt x="6568384" y="1437833"/>
                  </a:lnTo>
                  <a:lnTo>
                    <a:pt x="6597876" y="1342768"/>
                  </a:lnTo>
                  <a:lnTo>
                    <a:pt x="6627193" y="1251615"/>
                  </a:lnTo>
                  <a:lnTo>
                    <a:pt x="6656377" y="1164494"/>
                  </a:lnTo>
                  <a:lnTo>
                    <a:pt x="6685485" y="1081474"/>
                  </a:lnTo>
                  <a:lnTo>
                    <a:pt x="6714589" y="1002576"/>
                  </a:lnTo>
                  <a:lnTo>
                    <a:pt x="6743779" y="927778"/>
                  </a:lnTo>
                  <a:lnTo>
                    <a:pt x="6773164" y="857017"/>
                  </a:lnTo>
                  <a:lnTo>
                    <a:pt x="6786527" y="826369"/>
                  </a:lnTo>
                  <a:lnTo>
                    <a:pt x="6829977" y="733480"/>
                  </a:lnTo>
                  <a:lnTo>
                    <a:pt x="6874673" y="648863"/>
                  </a:lnTo>
                  <a:lnTo>
                    <a:pt x="6921155" y="572201"/>
                  </a:lnTo>
                  <a:lnTo>
                    <a:pt x="6970030" y="502905"/>
                  </a:lnTo>
                  <a:lnTo>
                    <a:pt x="7021930" y="440270"/>
                  </a:lnTo>
                  <a:lnTo>
                    <a:pt x="7077474" y="383582"/>
                  </a:lnTo>
                  <a:lnTo>
                    <a:pt x="7137219" y="332177"/>
                  </a:lnTo>
                  <a:lnTo>
                    <a:pt x="7201603" y="285476"/>
                  </a:lnTo>
                  <a:lnTo>
                    <a:pt x="7270863" y="243008"/>
                  </a:lnTo>
                  <a:lnTo>
                    <a:pt x="7344943" y="204422"/>
                  </a:lnTo>
                  <a:lnTo>
                    <a:pt x="7423378" y="169488"/>
                  </a:lnTo>
                  <a:lnTo>
                    <a:pt x="7505179" y="138092"/>
                  </a:lnTo>
                  <a:lnTo>
                    <a:pt x="7588751" y="110220"/>
                  </a:lnTo>
                  <a:lnTo>
                    <a:pt x="7671870" y="85927"/>
                  </a:lnTo>
                  <a:lnTo>
                    <a:pt x="7751783" y="65292"/>
                  </a:lnTo>
                  <a:lnTo>
                    <a:pt x="7825449" y="48359"/>
                  </a:lnTo>
                  <a:lnTo>
                    <a:pt x="7889931" y="35077"/>
                  </a:lnTo>
                  <a:lnTo>
                    <a:pt x="7942855" y="25250"/>
                  </a:lnTo>
                  <a:lnTo>
                    <a:pt x="7982859" y="18524"/>
                  </a:lnTo>
                  <a:lnTo>
                    <a:pt x="8009888" y="14392"/>
                  </a:lnTo>
                  <a:lnTo>
                    <a:pt x="8025281" y="12245"/>
                  </a:lnTo>
                  <a:lnTo>
                    <a:pt x="8031672" y="11429"/>
                  </a:lnTo>
                  <a:lnTo>
                    <a:pt x="8032819" y="11294"/>
                  </a:lnTo>
                  <a:lnTo>
                    <a:pt x="8554953" y="11294"/>
                  </a:lnTo>
                  <a:lnTo>
                    <a:pt x="8554953" y="0"/>
                  </a:lnTo>
                  <a:lnTo>
                    <a:pt x="8032819" y="0"/>
                  </a:lnTo>
                  <a:lnTo>
                    <a:pt x="8031961" y="100"/>
                  </a:lnTo>
                  <a:lnTo>
                    <a:pt x="8026305" y="816"/>
                  </a:lnTo>
                  <a:lnTo>
                    <a:pt x="8011988" y="2794"/>
                  </a:lnTo>
                  <a:lnTo>
                    <a:pt x="7986250" y="6690"/>
                  </a:lnTo>
                  <a:lnTo>
                    <a:pt x="7947611" y="13123"/>
                  </a:lnTo>
                  <a:lnTo>
                    <a:pt x="7895982" y="22609"/>
                  </a:lnTo>
                  <a:lnTo>
                    <a:pt x="7832602" y="35521"/>
                  </a:lnTo>
                  <a:lnTo>
                    <a:pt x="7759757" y="52072"/>
                  </a:lnTo>
                  <a:lnTo>
                    <a:pt x="7680348" y="72324"/>
                  </a:lnTo>
                  <a:lnTo>
                    <a:pt x="7597426" y="96241"/>
                  </a:lnTo>
                  <a:lnTo>
                    <a:pt x="7513788" y="123746"/>
                  </a:lnTo>
                  <a:lnTo>
                    <a:pt x="7431718" y="154778"/>
                  </a:lnTo>
                  <a:lnTo>
                    <a:pt x="7352879" y="189342"/>
                  </a:lnTo>
                  <a:lnTo>
                    <a:pt x="7278318" y="227541"/>
                  </a:lnTo>
                  <a:lnTo>
                    <a:pt x="7208550" y="269592"/>
                  </a:lnTo>
                  <a:lnTo>
                    <a:pt x="7143668" y="315835"/>
                  </a:lnTo>
                  <a:lnTo>
                    <a:pt x="7083459" y="366728"/>
                  </a:lnTo>
                  <a:lnTo>
                    <a:pt x="7027504" y="422839"/>
                  </a:lnTo>
                  <a:lnTo>
                    <a:pt x="6975255" y="484825"/>
                  </a:lnTo>
                  <a:lnTo>
                    <a:pt x="6926096" y="553398"/>
                  </a:lnTo>
                  <a:lnTo>
                    <a:pt x="6879396" y="629266"/>
                  </a:lnTo>
                  <a:lnTo>
                    <a:pt x="6834541" y="713038"/>
                  </a:lnTo>
                  <a:lnTo>
                    <a:pt x="6790984" y="805068"/>
                  </a:lnTo>
                  <a:lnTo>
                    <a:pt x="6786527" y="815075"/>
                  </a:lnTo>
                  <a:lnTo>
                    <a:pt x="6757014" y="884044"/>
                  </a:lnTo>
                  <a:lnTo>
                    <a:pt x="6727750" y="957009"/>
                  </a:lnTo>
                  <a:lnTo>
                    <a:pt x="6698620" y="1034051"/>
                  </a:lnTo>
                  <a:lnTo>
                    <a:pt x="6669523" y="1115210"/>
                  </a:lnTo>
                  <a:lnTo>
                    <a:pt x="6640381" y="1200486"/>
                  </a:lnTo>
                  <a:lnTo>
                    <a:pt x="6611130" y="1289830"/>
                  </a:lnTo>
                  <a:lnTo>
                    <a:pt x="6581722" y="1383147"/>
                  </a:lnTo>
                  <a:lnTo>
                    <a:pt x="6552121" y="1480289"/>
                  </a:lnTo>
                  <a:lnTo>
                    <a:pt x="6522307" y="1581056"/>
                  </a:lnTo>
                  <a:lnTo>
                    <a:pt x="6492272" y="1685193"/>
                  </a:lnTo>
                  <a:lnTo>
                    <a:pt x="6462017" y="1792396"/>
                  </a:lnTo>
                  <a:lnTo>
                    <a:pt x="6431556" y="1902310"/>
                  </a:lnTo>
                  <a:lnTo>
                    <a:pt x="6400910" y="2014533"/>
                  </a:lnTo>
                  <a:lnTo>
                    <a:pt x="6370111" y="2128625"/>
                  </a:lnTo>
                  <a:lnTo>
                    <a:pt x="6339193" y="2244112"/>
                  </a:lnTo>
                  <a:lnTo>
                    <a:pt x="6308198" y="2360495"/>
                  </a:lnTo>
                  <a:lnTo>
                    <a:pt x="6277170" y="2477257"/>
                  </a:lnTo>
                  <a:lnTo>
                    <a:pt x="6246155" y="2593876"/>
                  </a:lnTo>
                  <a:lnTo>
                    <a:pt x="6215197" y="2709831"/>
                  </a:lnTo>
                  <a:lnTo>
                    <a:pt x="6184339" y="2824613"/>
                  </a:lnTo>
                  <a:lnTo>
                    <a:pt x="6153620" y="2937737"/>
                  </a:lnTo>
                  <a:lnTo>
                    <a:pt x="6123072" y="3048745"/>
                  </a:lnTo>
                  <a:lnTo>
                    <a:pt x="6092722" y="3157219"/>
                  </a:lnTo>
                  <a:lnTo>
                    <a:pt x="6062587" y="3262781"/>
                  </a:lnTo>
                  <a:lnTo>
                    <a:pt x="6032673" y="3365104"/>
                  </a:lnTo>
                  <a:lnTo>
                    <a:pt x="6002978" y="3463910"/>
                  </a:lnTo>
                  <a:lnTo>
                    <a:pt x="5973486" y="3558976"/>
                  </a:lnTo>
                  <a:lnTo>
                    <a:pt x="5944169" y="3650128"/>
                  </a:lnTo>
                  <a:lnTo>
                    <a:pt x="5914985" y="3737249"/>
                  </a:lnTo>
                  <a:lnTo>
                    <a:pt x="5885877" y="3820270"/>
                  </a:lnTo>
                  <a:lnTo>
                    <a:pt x="5856773" y="3899168"/>
                  </a:lnTo>
                  <a:lnTo>
                    <a:pt x="5827583" y="3973966"/>
                  </a:lnTo>
                  <a:lnTo>
                    <a:pt x="5798198" y="4044727"/>
                  </a:lnTo>
                  <a:lnTo>
                    <a:pt x="5784835" y="4075375"/>
                  </a:lnTo>
                  <a:lnTo>
                    <a:pt x="5741385" y="4168264"/>
                  </a:lnTo>
                  <a:lnTo>
                    <a:pt x="5696688" y="4252881"/>
                  </a:lnTo>
                  <a:lnTo>
                    <a:pt x="5650207" y="4329542"/>
                  </a:lnTo>
                  <a:lnTo>
                    <a:pt x="5601332" y="4398839"/>
                  </a:lnTo>
                  <a:lnTo>
                    <a:pt x="5549432" y="4461473"/>
                  </a:lnTo>
                  <a:lnTo>
                    <a:pt x="5493888" y="4518161"/>
                  </a:lnTo>
                  <a:lnTo>
                    <a:pt x="5434143" y="4569567"/>
                  </a:lnTo>
                  <a:lnTo>
                    <a:pt x="5369759" y="4616268"/>
                  </a:lnTo>
                  <a:lnTo>
                    <a:pt x="5300499" y="4658736"/>
                  </a:lnTo>
                  <a:lnTo>
                    <a:pt x="5226419" y="4697321"/>
                  </a:lnTo>
                  <a:lnTo>
                    <a:pt x="5147984" y="4732255"/>
                  </a:lnTo>
                  <a:lnTo>
                    <a:pt x="5066183" y="4763652"/>
                  </a:lnTo>
                  <a:lnTo>
                    <a:pt x="4982611" y="4791524"/>
                  </a:lnTo>
                  <a:lnTo>
                    <a:pt x="4899492" y="4815817"/>
                  </a:lnTo>
                  <a:lnTo>
                    <a:pt x="4819579" y="4836451"/>
                  </a:lnTo>
                  <a:lnTo>
                    <a:pt x="4745913" y="4853384"/>
                  </a:lnTo>
                  <a:lnTo>
                    <a:pt x="4681431" y="4866667"/>
                  </a:lnTo>
                  <a:lnTo>
                    <a:pt x="4628507" y="4876493"/>
                  </a:lnTo>
                  <a:lnTo>
                    <a:pt x="4588503" y="4883220"/>
                  </a:lnTo>
                  <a:lnTo>
                    <a:pt x="4561474" y="4887352"/>
                  </a:lnTo>
                  <a:lnTo>
                    <a:pt x="4546081" y="4889498"/>
                  </a:lnTo>
                  <a:lnTo>
                    <a:pt x="4539689" y="4890314"/>
                  </a:lnTo>
                  <a:lnTo>
                    <a:pt x="4538543" y="4890450"/>
                  </a:lnTo>
                  <a:lnTo>
                    <a:pt x="4016409" y="4890450"/>
                  </a:lnTo>
                  <a:lnTo>
                    <a:pt x="4015187" y="4890399"/>
                  </a:lnTo>
                  <a:lnTo>
                    <a:pt x="4007188" y="4890036"/>
                  </a:lnTo>
                  <a:lnTo>
                    <a:pt x="3987165" y="4889031"/>
                  </a:lnTo>
                  <a:lnTo>
                    <a:pt x="3951725" y="4887058"/>
                  </a:lnTo>
                  <a:lnTo>
                    <a:pt x="3899634" y="4883825"/>
                  </a:lnTo>
                  <a:lnTo>
                    <a:pt x="3831883" y="4879110"/>
                  </a:lnTo>
                  <a:lnTo>
                    <a:pt x="3751343" y="4872782"/>
                  </a:lnTo>
                  <a:lnTo>
                    <a:pt x="3662053" y="4864798"/>
                  </a:lnTo>
                  <a:lnTo>
                    <a:pt x="3568374" y="4855172"/>
                  </a:lnTo>
                  <a:lnTo>
                    <a:pt x="3474253" y="4843944"/>
                  </a:lnTo>
                  <a:lnTo>
                    <a:pt x="3382780" y="4831138"/>
                  </a:lnTo>
                  <a:lnTo>
                    <a:pt x="3296032" y="4816735"/>
                  </a:lnTo>
                  <a:lnTo>
                    <a:pt x="3215138" y="4800657"/>
                  </a:lnTo>
                  <a:lnTo>
                    <a:pt x="3140461" y="4782758"/>
                  </a:lnTo>
                  <a:lnTo>
                    <a:pt x="3071804" y="4762821"/>
                  </a:lnTo>
                  <a:lnTo>
                    <a:pt x="3008606" y="4740568"/>
                  </a:lnTo>
                  <a:lnTo>
                    <a:pt x="2950086" y="4715668"/>
                  </a:lnTo>
                  <a:lnTo>
                    <a:pt x="2895357" y="4687761"/>
                  </a:lnTo>
                  <a:lnTo>
                    <a:pt x="2843515" y="4656496"/>
                  </a:lnTo>
                  <a:lnTo>
                    <a:pt x="2793711" y="4621607"/>
                  </a:lnTo>
                  <a:lnTo>
                    <a:pt x="2770117" y="4603385"/>
                  </a:lnTo>
                  <a:lnTo>
                    <a:pt x="2726063" y="4566524"/>
                  </a:lnTo>
                  <a:lnTo>
                    <a:pt x="2682436" y="4526480"/>
                  </a:lnTo>
                  <a:lnTo>
                    <a:pt x="2638893" y="4483194"/>
                  </a:lnTo>
                  <a:lnTo>
                    <a:pt x="2595177" y="4436680"/>
                  </a:lnTo>
                  <a:lnTo>
                    <a:pt x="2551113" y="4387037"/>
                  </a:lnTo>
                  <a:lnTo>
                    <a:pt x="2506597" y="4334454"/>
                  </a:lnTo>
                  <a:lnTo>
                    <a:pt x="2461586" y="4279213"/>
                  </a:lnTo>
                  <a:lnTo>
                    <a:pt x="2416098" y="4221687"/>
                  </a:lnTo>
                  <a:lnTo>
                    <a:pt x="2370197" y="4162332"/>
                  </a:lnTo>
                  <a:lnTo>
                    <a:pt x="2323989" y="4101678"/>
                  </a:lnTo>
                  <a:lnTo>
                    <a:pt x="2277605" y="4040303"/>
                  </a:lnTo>
                  <a:lnTo>
                    <a:pt x="2231193" y="3978818"/>
                  </a:lnTo>
                  <a:lnTo>
                    <a:pt x="2184906" y="3917836"/>
                  </a:lnTo>
                  <a:lnTo>
                    <a:pt x="2138881" y="3857951"/>
                  </a:lnTo>
                  <a:lnTo>
                    <a:pt x="2093235" y="3799711"/>
                  </a:lnTo>
                  <a:lnTo>
                    <a:pt x="2048048" y="3743602"/>
                  </a:lnTo>
                  <a:lnTo>
                    <a:pt x="2003355" y="3690027"/>
                  </a:lnTo>
                  <a:lnTo>
                    <a:pt x="1959138" y="3639302"/>
                  </a:lnTo>
                  <a:lnTo>
                    <a:pt x="1915313" y="3591649"/>
                  </a:lnTo>
                  <a:lnTo>
                    <a:pt x="1871733" y="3547199"/>
                  </a:lnTo>
                  <a:lnTo>
                    <a:pt x="1828171" y="3505994"/>
                  </a:lnTo>
                  <a:lnTo>
                    <a:pt x="1784316" y="3468001"/>
                  </a:lnTo>
                  <a:lnTo>
                    <a:pt x="1768425" y="3455127"/>
                  </a:lnTo>
                  <a:lnTo>
                    <a:pt x="1719339" y="3418439"/>
                  </a:lnTo>
                  <a:lnTo>
                    <a:pt x="1668583" y="3385445"/>
                  </a:lnTo>
                  <a:lnTo>
                    <a:pt x="1615363" y="3355954"/>
                  </a:lnTo>
                  <a:lnTo>
                    <a:pt x="1558792" y="3329644"/>
                  </a:lnTo>
                  <a:lnTo>
                    <a:pt x="1497964" y="3306153"/>
                  </a:lnTo>
                  <a:lnTo>
                    <a:pt x="1432036" y="3285134"/>
                  </a:lnTo>
                  <a:lnTo>
                    <a:pt x="1360324" y="3266279"/>
                  </a:lnTo>
                  <a:lnTo>
                    <a:pt x="1282433" y="3249342"/>
                  </a:lnTo>
                  <a:lnTo>
                    <a:pt x="1198430" y="3234143"/>
                  </a:lnTo>
                  <a:lnTo>
                    <a:pt x="1109046" y="3220570"/>
                  </a:lnTo>
                  <a:lnTo>
                    <a:pt x="1015884" y="3208577"/>
                  </a:lnTo>
                  <a:lnTo>
                    <a:pt x="921543" y="3198171"/>
                  </a:lnTo>
                  <a:lnTo>
                    <a:pt x="829596" y="3189388"/>
                  </a:lnTo>
                  <a:lnTo>
                    <a:pt x="744277" y="3182259"/>
                  </a:lnTo>
                  <a:lnTo>
                    <a:pt x="669885" y="3176774"/>
                  </a:lnTo>
                  <a:lnTo>
                    <a:pt x="609961" y="3172846"/>
                  </a:lnTo>
                  <a:lnTo>
                    <a:pt x="566476" y="3170295"/>
                  </a:lnTo>
                  <a:lnTo>
                    <a:pt x="539288" y="3168862"/>
                  </a:lnTo>
                  <a:lnTo>
                    <a:pt x="526017" y="3168230"/>
                  </a:lnTo>
                  <a:lnTo>
                    <a:pt x="522276" y="3168068"/>
                  </a:lnTo>
                  <a:lnTo>
                    <a:pt x="522133" y="3168062"/>
                  </a:lnTo>
                  <a:lnTo>
                    <a:pt x="0" y="3168062"/>
                  </a:lnTo>
                  <a:close/>
                </a:path>
              </a:pathLst>
            </a:custGeom>
            <a:solidFill>
              <a:srgbClr val="F28E5B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810" name="pl810"/>
            <p:cNvSpPr/>
            <p:nvPr/>
          </p:nvSpPr>
          <p:spPr>
            <a:xfrm>
              <a:off x="386606" y="965305"/>
              <a:ext cx="8554953" cy="4890450"/>
            </a:xfrm>
            <a:custGeom>
              <a:avLst/>
              <a:pathLst>
                <a:path w="8554953" h="4890450">
                  <a:moveTo>
                    <a:pt x="0" y="3168062"/>
                  </a:moveTo>
                  <a:lnTo>
                    <a:pt x="522133" y="3168062"/>
                  </a:lnTo>
                  <a:lnTo>
                    <a:pt x="523355" y="3168113"/>
                  </a:lnTo>
                  <a:lnTo>
                    <a:pt x="531354" y="3168477"/>
                  </a:lnTo>
                  <a:lnTo>
                    <a:pt x="551378" y="3169481"/>
                  </a:lnTo>
                  <a:lnTo>
                    <a:pt x="586817" y="3171454"/>
                  </a:lnTo>
                  <a:lnTo>
                    <a:pt x="638908" y="3174687"/>
                  </a:lnTo>
                  <a:lnTo>
                    <a:pt x="706659" y="3179402"/>
                  </a:lnTo>
                  <a:lnTo>
                    <a:pt x="787199" y="3185730"/>
                  </a:lnTo>
                  <a:lnTo>
                    <a:pt x="876489" y="3193715"/>
                  </a:lnTo>
                  <a:lnTo>
                    <a:pt x="970169" y="3203340"/>
                  </a:lnTo>
                  <a:lnTo>
                    <a:pt x="1064290" y="3214568"/>
                  </a:lnTo>
                  <a:lnTo>
                    <a:pt x="1155762" y="3227374"/>
                  </a:lnTo>
                  <a:lnTo>
                    <a:pt x="1242510" y="3241777"/>
                  </a:lnTo>
                  <a:lnTo>
                    <a:pt x="1323404" y="3257855"/>
                  </a:lnTo>
                  <a:lnTo>
                    <a:pt x="1398082" y="3275754"/>
                  </a:lnTo>
                  <a:lnTo>
                    <a:pt x="1466738" y="3295691"/>
                  </a:lnTo>
                  <a:lnTo>
                    <a:pt x="1529936" y="3317944"/>
                  </a:lnTo>
                  <a:lnTo>
                    <a:pt x="1588457" y="3342844"/>
                  </a:lnTo>
                  <a:lnTo>
                    <a:pt x="1643185" y="3370752"/>
                  </a:lnTo>
                  <a:lnTo>
                    <a:pt x="1695027" y="3402016"/>
                  </a:lnTo>
                  <a:lnTo>
                    <a:pt x="1744831" y="3436905"/>
                  </a:lnTo>
                  <a:lnTo>
                    <a:pt x="1768425" y="3455127"/>
                  </a:lnTo>
                  <a:lnTo>
                    <a:pt x="1812479" y="3491988"/>
                  </a:lnTo>
                  <a:lnTo>
                    <a:pt x="1856106" y="3532032"/>
                  </a:lnTo>
                  <a:lnTo>
                    <a:pt x="1899649" y="3575318"/>
                  </a:lnTo>
                  <a:lnTo>
                    <a:pt x="1943365" y="3621832"/>
                  </a:lnTo>
                  <a:lnTo>
                    <a:pt x="1987429" y="3671475"/>
                  </a:lnTo>
                  <a:lnTo>
                    <a:pt x="2031946" y="3724058"/>
                  </a:lnTo>
                  <a:lnTo>
                    <a:pt x="2076956" y="3779299"/>
                  </a:lnTo>
                  <a:lnTo>
                    <a:pt x="2122444" y="3836826"/>
                  </a:lnTo>
                  <a:lnTo>
                    <a:pt x="2168345" y="3896180"/>
                  </a:lnTo>
                  <a:lnTo>
                    <a:pt x="2214553" y="3956835"/>
                  </a:lnTo>
                  <a:lnTo>
                    <a:pt x="2260937" y="4018209"/>
                  </a:lnTo>
                  <a:lnTo>
                    <a:pt x="2307349" y="4079695"/>
                  </a:lnTo>
                  <a:lnTo>
                    <a:pt x="2353637" y="4140677"/>
                  </a:lnTo>
                  <a:lnTo>
                    <a:pt x="2399662" y="4200562"/>
                  </a:lnTo>
                  <a:lnTo>
                    <a:pt x="2445307" y="4258801"/>
                  </a:lnTo>
                  <a:lnTo>
                    <a:pt x="2490494" y="4314910"/>
                  </a:lnTo>
                  <a:lnTo>
                    <a:pt x="2535187" y="4368485"/>
                  </a:lnTo>
                  <a:lnTo>
                    <a:pt x="2579405" y="4419210"/>
                  </a:lnTo>
                  <a:lnTo>
                    <a:pt x="2623229" y="4466863"/>
                  </a:lnTo>
                  <a:lnTo>
                    <a:pt x="2666809" y="4511313"/>
                  </a:lnTo>
                  <a:lnTo>
                    <a:pt x="2710371" y="4552518"/>
                  </a:lnTo>
                  <a:lnTo>
                    <a:pt x="2754226" y="4590511"/>
                  </a:lnTo>
                  <a:lnTo>
                    <a:pt x="2770117" y="4603385"/>
                  </a:lnTo>
                  <a:lnTo>
                    <a:pt x="2819203" y="4640073"/>
                  </a:lnTo>
                  <a:lnTo>
                    <a:pt x="2869959" y="4673067"/>
                  </a:lnTo>
                  <a:lnTo>
                    <a:pt x="2923179" y="4702558"/>
                  </a:lnTo>
                  <a:lnTo>
                    <a:pt x="2979751" y="4728868"/>
                  </a:lnTo>
                  <a:lnTo>
                    <a:pt x="3040579" y="4752359"/>
                  </a:lnTo>
                  <a:lnTo>
                    <a:pt x="3106506" y="4773378"/>
                  </a:lnTo>
                  <a:lnTo>
                    <a:pt x="3178218" y="4792233"/>
                  </a:lnTo>
                  <a:lnTo>
                    <a:pt x="3256109" y="4809170"/>
                  </a:lnTo>
                  <a:lnTo>
                    <a:pt x="3340112" y="4824369"/>
                  </a:lnTo>
                  <a:lnTo>
                    <a:pt x="3429496" y="4837942"/>
                  </a:lnTo>
                  <a:lnTo>
                    <a:pt x="3522659" y="4849935"/>
                  </a:lnTo>
                  <a:lnTo>
                    <a:pt x="3616999" y="4860341"/>
                  </a:lnTo>
                  <a:lnTo>
                    <a:pt x="3708946" y="4869124"/>
                  </a:lnTo>
                  <a:lnTo>
                    <a:pt x="3794265" y="4876253"/>
                  </a:lnTo>
                  <a:lnTo>
                    <a:pt x="3868657" y="4881738"/>
                  </a:lnTo>
                  <a:lnTo>
                    <a:pt x="3928581" y="4885666"/>
                  </a:lnTo>
                  <a:lnTo>
                    <a:pt x="3972066" y="4888217"/>
                  </a:lnTo>
                  <a:lnTo>
                    <a:pt x="3999255" y="4889650"/>
                  </a:lnTo>
                  <a:lnTo>
                    <a:pt x="4012525" y="4890282"/>
                  </a:lnTo>
                  <a:lnTo>
                    <a:pt x="4016266" y="4890444"/>
                  </a:lnTo>
                  <a:lnTo>
                    <a:pt x="4016409" y="4890450"/>
                  </a:lnTo>
                  <a:lnTo>
                    <a:pt x="4538543" y="4890450"/>
                  </a:lnTo>
                  <a:lnTo>
                    <a:pt x="4539401" y="4890349"/>
                  </a:lnTo>
                  <a:lnTo>
                    <a:pt x="4545057" y="4889633"/>
                  </a:lnTo>
                  <a:lnTo>
                    <a:pt x="4559374" y="4887656"/>
                  </a:lnTo>
                  <a:lnTo>
                    <a:pt x="4585112" y="4883759"/>
                  </a:lnTo>
                  <a:lnTo>
                    <a:pt x="4623751" y="4877327"/>
                  </a:lnTo>
                  <a:lnTo>
                    <a:pt x="4675379" y="4867841"/>
                  </a:lnTo>
                  <a:lnTo>
                    <a:pt x="4738760" y="4854928"/>
                  </a:lnTo>
                  <a:lnTo>
                    <a:pt x="4811605" y="4838377"/>
                  </a:lnTo>
                  <a:lnTo>
                    <a:pt x="4891014" y="4818125"/>
                  </a:lnTo>
                  <a:lnTo>
                    <a:pt x="4973936" y="4794208"/>
                  </a:lnTo>
                  <a:lnTo>
                    <a:pt x="5057574" y="4766703"/>
                  </a:lnTo>
                  <a:lnTo>
                    <a:pt x="5139644" y="4735671"/>
                  </a:lnTo>
                  <a:lnTo>
                    <a:pt x="5218483" y="4701107"/>
                  </a:lnTo>
                  <a:lnTo>
                    <a:pt x="5293044" y="4662908"/>
                  </a:lnTo>
                  <a:lnTo>
                    <a:pt x="5362812" y="4620857"/>
                  </a:lnTo>
                  <a:lnTo>
                    <a:pt x="5427694" y="4574614"/>
                  </a:lnTo>
                  <a:lnTo>
                    <a:pt x="5487903" y="4523721"/>
                  </a:lnTo>
                  <a:lnTo>
                    <a:pt x="5543858" y="4467610"/>
                  </a:lnTo>
                  <a:lnTo>
                    <a:pt x="5596107" y="4405624"/>
                  </a:lnTo>
                  <a:lnTo>
                    <a:pt x="5645265" y="4337051"/>
                  </a:lnTo>
                  <a:lnTo>
                    <a:pt x="5691966" y="4261183"/>
                  </a:lnTo>
                  <a:lnTo>
                    <a:pt x="5736821" y="4177412"/>
                  </a:lnTo>
                  <a:lnTo>
                    <a:pt x="5780378" y="4085381"/>
                  </a:lnTo>
                  <a:lnTo>
                    <a:pt x="5784835" y="4075375"/>
                  </a:lnTo>
                  <a:lnTo>
                    <a:pt x="5814348" y="4006406"/>
                  </a:lnTo>
                  <a:lnTo>
                    <a:pt x="5843612" y="3933440"/>
                  </a:lnTo>
                  <a:lnTo>
                    <a:pt x="5872742" y="3856398"/>
                  </a:lnTo>
                  <a:lnTo>
                    <a:pt x="5901839" y="3775239"/>
                  </a:lnTo>
                  <a:lnTo>
                    <a:pt x="5930980" y="3689964"/>
                  </a:lnTo>
                  <a:lnTo>
                    <a:pt x="5960232" y="3600619"/>
                  </a:lnTo>
                  <a:lnTo>
                    <a:pt x="5989640" y="3507302"/>
                  </a:lnTo>
                  <a:lnTo>
                    <a:pt x="6019241" y="3410160"/>
                  </a:lnTo>
                  <a:lnTo>
                    <a:pt x="6049055" y="3309394"/>
                  </a:lnTo>
                  <a:lnTo>
                    <a:pt x="6079090" y="3205256"/>
                  </a:lnTo>
                  <a:lnTo>
                    <a:pt x="6109345" y="3098053"/>
                  </a:lnTo>
                  <a:lnTo>
                    <a:pt x="6139806" y="2988140"/>
                  </a:lnTo>
                  <a:lnTo>
                    <a:pt x="6170452" y="2875916"/>
                  </a:lnTo>
                  <a:lnTo>
                    <a:pt x="6201251" y="2761824"/>
                  </a:lnTo>
                  <a:lnTo>
                    <a:pt x="6232169" y="2646337"/>
                  </a:lnTo>
                  <a:lnTo>
                    <a:pt x="6263164" y="2529954"/>
                  </a:lnTo>
                  <a:lnTo>
                    <a:pt x="6294192" y="2413192"/>
                  </a:lnTo>
                  <a:lnTo>
                    <a:pt x="6325207" y="2296573"/>
                  </a:lnTo>
                  <a:lnTo>
                    <a:pt x="6356165" y="2180618"/>
                  </a:lnTo>
                  <a:lnTo>
                    <a:pt x="6387023" y="2065836"/>
                  </a:lnTo>
                  <a:lnTo>
                    <a:pt x="6417742" y="1952712"/>
                  </a:lnTo>
                  <a:lnTo>
                    <a:pt x="6448290" y="1841704"/>
                  </a:lnTo>
                  <a:lnTo>
                    <a:pt x="6478640" y="1733230"/>
                  </a:lnTo>
                  <a:lnTo>
                    <a:pt x="6508775" y="1627668"/>
                  </a:lnTo>
                  <a:lnTo>
                    <a:pt x="6538689" y="1525345"/>
                  </a:lnTo>
                  <a:lnTo>
                    <a:pt x="6568384" y="1426539"/>
                  </a:lnTo>
                  <a:lnTo>
                    <a:pt x="6597876" y="1331474"/>
                  </a:lnTo>
                  <a:lnTo>
                    <a:pt x="6627193" y="1240321"/>
                  </a:lnTo>
                  <a:lnTo>
                    <a:pt x="6656377" y="1153200"/>
                  </a:lnTo>
                  <a:lnTo>
                    <a:pt x="6685485" y="1070180"/>
                  </a:lnTo>
                  <a:lnTo>
                    <a:pt x="6714589" y="991282"/>
                  </a:lnTo>
                  <a:lnTo>
                    <a:pt x="6743779" y="916483"/>
                  </a:lnTo>
                  <a:lnTo>
                    <a:pt x="6773164" y="845722"/>
                  </a:lnTo>
                  <a:lnTo>
                    <a:pt x="6786527" y="815075"/>
                  </a:lnTo>
                  <a:lnTo>
                    <a:pt x="6829977" y="722185"/>
                  </a:lnTo>
                  <a:lnTo>
                    <a:pt x="6874673" y="637568"/>
                  </a:lnTo>
                  <a:lnTo>
                    <a:pt x="6921155" y="560907"/>
                  </a:lnTo>
                  <a:lnTo>
                    <a:pt x="6970030" y="491611"/>
                  </a:lnTo>
                  <a:lnTo>
                    <a:pt x="7021930" y="428976"/>
                  </a:lnTo>
                  <a:lnTo>
                    <a:pt x="7077474" y="372288"/>
                  </a:lnTo>
                  <a:lnTo>
                    <a:pt x="7137219" y="320883"/>
                  </a:lnTo>
                  <a:lnTo>
                    <a:pt x="7201603" y="274181"/>
                  </a:lnTo>
                  <a:lnTo>
                    <a:pt x="7270863" y="231714"/>
                  </a:lnTo>
                  <a:lnTo>
                    <a:pt x="7344943" y="193128"/>
                  </a:lnTo>
                  <a:lnTo>
                    <a:pt x="7423378" y="158194"/>
                  </a:lnTo>
                  <a:lnTo>
                    <a:pt x="7505179" y="126797"/>
                  </a:lnTo>
                  <a:lnTo>
                    <a:pt x="7588751" y="98925"/>
                  </a:lnTo>
                  <a:lnTo>
                    <a:pt x="7671870" y="74633"/>
                  </a:lnTo>
                  <a:lnTo>
                    <a:pt x="7751783" y="53998"/>
                  </a:lnTo>
                  <a:lnTo>
                    <a:pt x="7825449" y="37065"/>
                  </a:lnTo>
                  <a:lnTo>
                    <a:pt x="7889931" y="23782"/>
                  </a:lnTo>
                  <a:lnTo>
                    <a:pt x="7942855" y="13956"/>
                  </a:lnTo>
                  <a:lnTo>
                    <a:pt x="7982859" y="7229"/>
                  </a:lnTo>
                  <a:lnTo>
                    <a:pt x="8009888" y="3097"/>
                  </a:lnTo>
                  <a:lnTo>
                    <a:pt x="8025281" y="951"/>
                  </a:lnTo>
                  <a:lnTo>
                    <a:pt x="8031672" y="135"/>
                  </a:lnTo>
                  <a:lnTo>
                    <a:pt x="8032818" y="0"/>
                  </a:lnTo>
                  <a:lnTo>
                    <a:pt x="8032819" y="0"/>
                  </a:lnTo>
                  <a:lnTo>
                    <a:pt x="8554953" y="0"/>
                  </a:lnTo>
                  <a:lnTo>
                    <a:pt x="8554953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811" name="pl811"/>
            <p:cNvSpPr/>
            <p:nvPr/>
          </p:nvSpPr>
          <p:spPr>
            <a:xfrm>
              <a:off x="386606" y="954011"/>
              <a:ext cx="8554953" cy="4890450"/>
            </a:xfrm>
            <a:custGeom>
              <a:avLst/>
              <a:pathLst>
                <a:path w="8554953" h="4890450">
                  <a:moveTo>
                    <a:pt x="8554953" y="0"/>
                  </a:moveTo>
                  <a:lnTo>
                    <a:pt x="8032819" y="0"/>
                  </a:lnTo>
                  <a:lnTo>
                    <a:pt x="8031961" y="100"/>
                  </a:lnTo>
                  <a:lnTo>
                    <a:pt x="8026305" y="816"/>
                  </a:lnTo>
                  <a:lnTo>
                    <a:pt x="8011988" y="2794"/>
                  </a:lnTo>
                  <a:lnTo>
                    <a:pt x="7986250" y="6690"/>
                  </a:lnTo>
                  <a:lnTo>
                    <a:pt x="7947611" y="13123"/>
                  </a:lnTo>
                  <a:lnTo>
                    <a:pt x="7895982" y="22609"/>
                  </a:lnTo>
                  <a:lnTo>
                    <a:pt x="7832602" y="35521"/>
                  </a:lnTo>
                  <a:lnTo>
                    <a:pt x="7759757" y="52072"/>
                  </a:lnTo>
                  <a:lnTo>
                    <a:pt x="7680348" y="72324"/>
                  </a:lnTo>
                  <a:lnTo>
                    <a:pt x="7597426" y="96241"/>
                  </a:lnTo>
                  <a:lnTo>
                    <a:pt x="7513788" y="123746"/>
                  </a:lnTo>
                  <a:lnTo>
                    <a:pt x="7431718" y="154778"/>
                  </a:lnTo>
                  <a:lnTo>
                    <a:pt x="7352879" y="189342"/>
                  </a:lnTo>
                  <a:lnTo>
                    <a:pt x="7278318" y="227541"/>
                  </a:lnTo>
                  <a:lnTo>
                    <a:pt x="7208550" y="269592"/>
                  </a:lnTo>
                  <a:lnTo>
                    <a:pt x="7143668" y="315835"/>
                  </a:lnTo>
                  <a:lnTo>
                    <a:pt x="7083459" y="366728"/>
                  </a:lnTo>
                  <a:lnTo>
                    <a:pt x="7027504" y="422839"/>
                  </a:lnTo>
                  <a:lnTo>
                    <a:pt x="6975255" y="484825"/>
                  </a:lnTo>
                  <a:lnTo>
                    <a:pt x="6926096" y="553398"/>
                  </a:lnTo>
                  <a:lnTo>
                    <a:pt x="6879396" y="629266"/>
                  </a:lnTo>
                  <a:lnTo>
                    <a:pt x="6834541" y="713038"/>
                  </a:lnTo>
                  <a:lnTo>
                    <a:pt x="6790984" y="805068"/>
                  </a:lnTo>
                  <a:lnTo>
                    <a:pt x="6786527" y="815075"/>
                  </a:lnTo>
                  <a:lnTo>
                    <a:pt x="6757014" y="884044"/>
                  </a:lnTo>
                  <a:lnTo>
                    <a:pt x="6727750" y="957009"/>
                  </a:lnTo>
                  <a:lnTo>
                    <a:pt x="6698620" y="1034051"/>
                  </a:lnTo>
                  <a:lnTo>
                    <a:pt x="6669523" y="1115210"/>
                  </a:lnTo>
                  <a:lnTo>
                    <a:pt x="6640381" y="1200486"/>
                  </a:lnTo>
                  <a:lnTo>
                    <a:pt x="6611130" y="1289830"/>
                  </a:lnTo>
                  <a:lnTo>
                    <a:pt x="6581722" y="1383147"/>
                  </a:lnTo>
                  <a:lnTo>
                    <a:pt x="6552121" y="1480289"/>
                  </a:lnTo>
                  <a:lnTo>
                    <a:pt x="6522307" y="1581056"/>
                  </a:lnTo>
                  <a:lnTo>
                    <a:pt x="6492272" y="1685193"/>
                  </a:lnTo>
                  <a:lnTo>
                    <a:pt x="6462017" y="1792396"/>
                  </a:lnTo>
                  <a:lnTo>
                    <a:pt x="6431556" y="1902310"/>
                  </a:lnTo>
                  <a:lnTo>
                    <a:pt x="6400910" y="2014533"/>
                  </a:lnTo>
                  <a:lnTo>
                    <a:pt x="6370111" y="2128625"/>
                  </a:lnTo>
                  <a:lnTo>
                    <a:pt x="6339193" y="2244112"/>
                  </a:lnTo>
                  <a:lnTo>
                    <a:pt x="6308198" y="2360495"/>
                  </a:lnTo>
                  <a:lnTo>
                    <a:pt x="6277170" y="2477257"/>
                  </a:lnTo>
                  <a:lnTo>
                    <a:pt x="6246155" y="2593876"/>
                  </a:lnTo>
                  <a:lnTo>
                    <a:pt x="6215197" y="2709831"/>
                  </a:lnTo>
                  <a:lnTo>
                    <a:pt x="6184339" y="2824613"/>
                  </a:lnTo>
                  <a:lnTo>
                    <a:pt x="6153620" y="2937737"/>
                  </a:lnTo>
                  <a:lnTo>
                    <a:pt x="6123072" y="3048745"/>
                  </a:lnTo>
                  <a:lnTo>
                    <a:pt x="6092722" y="3157219"/>
                  </a:lnTo>
                  <a:lnTo>
                    <a:pt x="6062587" y="3262781"/>
                  </a:lnTo>
                  <a:lnTo>
                    <a:pt x="6032673" y="3365104"/>
                  </a:lnTo>
                  <a:lnTo>
                    <a:pt x="6002978" y="3463910"/>
                  </a:lnTo>
                  <a:lnTo>
                    <a:pt x="5973486" y="3558976"/>
                  </a:lnTo>
                  <a:lnTo>
                    <a:pt x="5944169" y="3650128"/>
                  </a:lnTo>
                  <a:lnTo>
                    <a:pt x="5914985" y="3737249"/>
                  </a:lnTo>
                  <a:lnTo>
                    <a:pt x="5885877" y="3820270"/>
                  </a:lnTo>
                  <a:lnTo>
                    <a:pt x="5856773" y="3899168"/>
                  </a:lnTo>
                  <a:lnTo>
                    <a:pt x="5827583" y="3973966"/>
                  </a:lnTo>
                  <a:lnTo>
                    <a:pt x="5798198" y="4044727"/>
                  </a:lnTo>
                  <a:lnTo>
                    <a:pt x="5784835" y="4075375"/>
                  </a:lnTo>
                  <a:lnTo>
                    <a:pt x="5741385" y="4168264"/>
                  </a:lnTo>
                  <a:lnTo>
                    <a:pt x="5696688" y="4252881"/>
                  </a:lnTo>
                  <a:lnTo>
                    <a:pt x="5650207" y="4329542"/>
                  </a:lnTo>
                  <a:lnTo>
                    <a:pt x="5601332" y="4398839"/>
                  </a:lnTo>
                  <a:lnTo>
                    <a:pt x="5549432" y="4461473"/>
                  </a:lnTo>
                  <a:lnTo>
                    <a:pt x="5493888" y="4518161"/>
                  </a:lnTo>
                  <a:lnTo>
                    <a:pt x="5434143" y="4569567"/>
                  </a:lnTo>
                  <a:lnTo>
                    <a:pt x="5369759" y="4616268"/>
                  </a:lnTo>
                  <a:lnTo>
                    <a:pt x="5300499" y="4658736"/>
                  </a:lnTo>
                  <a:lnTo>
                    <a:pt x="5226419" y="4697321"/>
                  </a:lnTo>
                  <a:lnTo>
                    <a:pt x="5147984" y="4732255"/>
                  </a:lnTo>
                  <a:lnTo>
                    <a:pt x="5066183" y="4763652"/>
                  </a:lnTo>
                  <a:lnTo>
                    <a:pt x="4982611" y="4791524"/>
                  </a:lnTo>
                  <a:lnTo>
                    <a:pt x="4899492" y="4815817"/>
                  </a:lnTo>
                  <a:lnTo>
                    <a:pt x="4819579" y="4836451"/>
                  </a:lnTo>
                  <a:lnTo>
                    <a:pt x="4745913" y="4853384"/>
                  </a:lnTo>
                  <a:lnTo>
                    <a:pt x="4681431" y="4866667"/>
                  </a:lnTo>
                  <a:lnTo>
                    <a:pt x="4628507" y="4876493"/>
                  </a:lnTo>
                  <a:lnTo>
                    <a:pt x="4588503" y="4883220"/>
                  </a:lnTo>
                  <a:lnTo>
                    <a:pt x="4561474" y="4887352"/>
                  </a:lnTo>
                  <a:lnTo>
                    <a:pt x="4546081" y="4889498"/>
                  </a:lnTo>
                  <a:lnTo>
                    <a:pt x="4539689" y="4890314"/>
                  </a:lnTo>
                  <a:lnTo>
                    <a:pt x="4538544" y="4890450"/>
                  </a:lnTo>
                  <a:lnTo>
                    <a:pt x="4538543" y="4890450"/>
                  </a:lnTo>
                  <a:lnTo>
                    <a:pt x="4016409" y="4890450"/>
                  </a:lnTo>
                  <a:lnTo>
                    <a:pt x="4015187" y="4890399"/>
                  </a:lnTo>
                  <a:lnTo>
                    <a:pt x="4007188" y="4890036"/>
                  </a:lnTo>
                  <a:lnTo>
                    <a:pt x="3987165" y="4889031"/>
                  </a:lnTo>
                  <a:lnTo>
                    <a:pt x="3951725" y="4887058"/>
                  </a:lnTo>
                  <a:lnTo>
                    <a:pt x="3899634" y="4883825"/>
                  </a:lnTo>
                  <a:lnTo>
                    <a:pt x="3831883" y="4879110"/>
                  </a:lnTo>
                  <a:lnTo>
                    <a:pt x="3751343" y="4872782"/>
                  </a:lnTo>
                  <a:lnTo>
                    <a:pt x="3662053" y="4864798"/>
                  </a:lnTo>
                  <a:lnTo>
                    <a:pt x="3568374" y="4855172"/>
                  </a:lnTo>
                  <a:lnTo>
                    <a:pt x="3474253" y="4843944"/>
                  </a:lnTo>
                  <a:lnTo>
                    <a:pt x="3382780" y="4831138"/>
                  </a:lnTo>
                  <a:lnTo>
                    <a:pt x="3296032" y="4816735"/>
                  </a:lnTo>
                  <a:lnTo>
                    <a:pt x="3215138" y="4800657"/>
                  </a:lnTo>
                  <a:lnTo>
                    <a:pt x="3140461" y="4782758"/>
                  </a:lnTo>
                  <a:lnTo>
                    <a:pt x="3071804" y="4762821"/>
                  </a:lnTo>
                  <a:lnTo>
                    <a:pt x="3008606" y="4740568"/>
                  </a:lnTo>
                  <a:lnTo>
                    <a:pt x="2950086" y="4715668"/>
                  </a:lnTo>
                  <a:lnTo>
                    <a:pt x="2895357" y="4687761"/>
                  </a:lnTo>
                  <a:lnTo>
                    <a:pt x="2843515" y="4656496"/>
                  </a:lnTo>
                  <a:lnTo>
                    <a:pt x="2793711" y="4621607"/>
                  </a:lnTo>
                  <a:lnTo>
                    <a:pt x="2770117" y="4603385"/>
                  </a:lnTo>
                  <a:lnTo>
                    <a:pt x="2726063" y="4566524"/>
                  </a:lnTo>
                  <a:lnTo>
                    <a:pt x="2682436" y="4526480"/>
                  </a:lnTo>
                  <a:lnTo>
                    <a:pt x="2638893" y="4483194"/>
                  </a:lnTo>
                  <a:lnTo>
                    <a:pt x="2595177" y="4436680"/>
                  </a:lnTo>
                  <a:lnTo>
                    <a:pt x="2551113" y="4387037"/>
                  </a:lnTo>
                  <a:lnTo>
                    <a:pt x="2506597" y="4334454"/>
                  </a:lnTo>
                  <a:lnTo>
                    <a:pt x="2461586" y="4279213"/>
                  </a:lnTo>
                  <a:lnTo>
                    <a:pt x="2416098" y="4221687"/>
                  </a:lnTo>
                  <a:lnTo>
                    <a:pt x="2370197" y="4162332"/>
                  </a:lnTo>
                  <a:lnTo>
                    <a:pt x="2323989" y="4101678"/>
                  </a:lnTo>
                  <a:lnTo>
                    <a:pt x="2277605" y="4040303"/>
                  </a:lnTo>
                  <a:lnTo>
                    <a:pt x="2231193" y="3978818"/>
                  </a:lnTo>
                  <a:lnTo>
                    <a:pt x="2184906" y="3917836"/>
                  </a:lnTo>
                  <a:lnTo>
                    <a:pt x="2138881" y="3857951"/>
                  </a:lnTo>
                  <a:lnTo>
                    <a:pt x="2093235" y="3799711"/>
                  </a:lnTo>
                  <a:lnTo>
                    <a:pt x="2048048" y="3743602"/>
                  </a:lnTo>
                  <a:lnTo>
                    <a:pt x="2003355" y="3690027"/>
                  </a:lnTo>
                  <a:lnTo>
                    <a:pt x="1959138" y="3639302"/>
                  </a:lnTo>
                  <a:lnTo>
                    <a:pt x="1915313" y="3591649"/>
                  </a:lnTo>
                  <a:lnTo>
                    <a:pt x="1871733" y="3547199"/>
                  </a:lnTo>
                  <a:lnTo>
                    <a:pt x="1828171" y="3505994"/>
                  </a:lnTo>
                  <a:lnTo>
                    <a:pt x="1784316" y="3468001"/>
                  </a:lnTo>
                  <a:lnTo>
                    <a:pt x="1768425" y="3455127"/>
                  </a:lnTo>
                  <a:lnTo>
                    <a:pt x="1719339" y="3418439"/>
                  </a:lnTo>
                  <a:lnTo>
                    <a:pt x="1668583" y="3385445"/>
                  </a:lnTo>
                  <a:lnTo>
                    <a:pt x="1615363" y="3355954"/>
                  </a:lnTo>
                  <a:lnTo>
                    <a:pt x="1558792" y="3329644"/>
                  </a:lnTo>
                  <a:lnTo>
                    <a:pt x="1497964" y="3306153"/>
                  </a:lnTo>
                  <a:lnTo>
                    <a:pt x="1432036" y="3285134"/>
                  </a:lnTo>
                  <a:lnTo>
                    <a:pt x="1360324" y="3266279"/>
                  </a:lnTo>
                  <a:lnTo>
                    <a:pt x="1282433" y="3249342"/>
                  </a:lnTo>
                  <a:lnTo>
                    <a:pt x="1198430" y="3234143"/>
                  </a:lnTo>
                  <a:lnTo>
                    <a:pt x="1109046" y="3220570"/>
                  </a:lnTo>
                  <a:lnTo>
                    <a:pt x="1015884" y="3208577"/>
                  </a:lnTo>
                  <a:lnTo>
                    <a:pt x="921543" y="3198171"/>
                  </a:lnTo>
                  <a:lnTo>
                    <a:pt x="829596" y="3189388"/>
                  </a:lnTo>
                  <a:lnTo>
                    <a:pt x="744277" y="3182259"/>
                  </a:lnTo>
                  <a:lnTo>
                    <a:pt x="669885" y="3176774"/>
                  </a:lnTo>
                  <a:lnTo>
                    <a:pt x="609961" y="3172846"/>
                  </a:lnTo>
                  <a:lnTo>
                    <a:pt x="566476" y="3170295"/>
                  </a:lnTo>
                  <a:lnTo>
                    <a:pt x="539288" y="3168862"/>
                  </a:lnTo>
                  <a:lnTo>
                    <a:pt x="526017" y="3168230"/>
                  </a:lnTo>
                  <a:lnTo>
                    <a:pt x="522276" y="3168068"/>
                  </a:lnTo>
                  <a:lnTo>
                    <a:pt x="522133" y="3168062"/>
                  </a:lnTo>
                  <a:lnTo>
                    <a:pt x="0" y="3168062"/>
                  </a:lnTo>
                  <a:lnTo>
                    <a:pt x="0" y="3168062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812" name="pg812"/>
            <p:cNvSpPr/>
            <p:nvPr/>
          </p:nvSpPr>
          <p:spPr>
            <a:xfrm>
              <a:off x="386606" y="1343666"/>
              <a:ext cx="8554953" cy="4540325"/>
            </a:xfrm>
            <a:custGeom>
              <a:avLst/>
              <a:pathLst>
                <a:path w="8554953" h="4540325">
                  <a:moveTo>
                    <a:pt x="0" y="2795349"/>
                  </a:moveTo>
                  <a:lnTo>
                    <a:pt x="522133" y="2795349"/>
                  </a:lnTo>
                  <a:lnTo>
                    <a:pt x="523354" y="2795401"/>
                  </a:lnTo>
                  <a:lnTo>
                    <a:pt x="531345" y="2795768"/>
                  </a:lnTo>
                  <a:lnTo>
                    <a:pt x="551350" y="2796785"/>
                  </a:lnTo>
                  <a:lnTo>
                    <a:pt x="586759" y="2798781"/>
                  </a:lnTo>
                  <a:lnTo>
                    <a:pt x="638808" y="2802054"/>
                  </a:lnTo>
                  <a:lnTo>
                    <a:pt x="706510" y="2806827"/>
                  </a:lnTo>
                  <a:lnTo>
                    <a:pt x="787000" y="2813232"/>
                  </a:lnTo>
                  <a:lnTo>
                    <a:pt x="876244" y="2821314"/>
                  </a:lnTo>
                  <a:lnTo>
                    <a:pt x="969886" y="2831058"/>
                  </a:lnTo>
                  <a:lnTo>
                    <a:pt x="1063980" y="2842424"/>
                  </a:lnTo>
                  <a:lnTo>
                    <a:pt x="1155436" y="2855389"/>
                  </a:lnTo>
                  <a:lnTo>
                    <a:pt x="1242176" y="2869969"/>
                  </a:lnTo>
                  <a:lnTo>
                    <a:pt x="1323068" y="2886245"/>
                  </a:lnTo>
                  <a:lnTo>
                    <a:pt x="1397748" y="2904364"/>
                  </a:lnTo>
                  <a:lnTo>
                    <a:pt x="1466410" y="2924545"/>
                  </a:lnTo>
                  <a:lnTo>
                    <a:pt x="1529613" y="2947070"/>
                  </a:lnTo>
                  <a:lnTo>
                    <a:pt x="1588138" y="2972272"/>
                  </a:lnTo>
                  <a:lnTo>
                    <a:pt x="1642867" y="3000518"/>
                  </a:lnTo>
                  <a:lnTo>
                    <a:pt x="1694707" y="3032159"/>
                  </a:lnTo>
                  <a:lnTo>
                    <a:pt x="1744505" y="3067470"/>
                  </a:lnTo>
                  <a:lnTo>
                    <a:pt x="1768425" y="3086179"/>
                  </a:lnTo>
                  <a:lnTo>
                    <a:pt x="1812317" y="3123379"/>
                  </a:lnTo>
                  <a:lnTo>
                    <a:pt x="1855782" y="3163779"/>
                  </a:lnTo>
                  <a:lnTo>
                    <a:pt x="1899164" y="3207440"/>
                  </a:lnTo>
                  <a:lnTo>
                    <a:pt x="1942713" y="3254346"/>
                  </a:lnTo>
                  <a:lnTo>
                    <a:pt x="1986607" y="3304402"/>
                  </a:lnTo>
                  <a:lnTo>
                    <a:pt x="2030948" y="3357419"/>
                  </a:lnTo>
                  <a:lnTo>
                    <a:pt x="2075780" y="3413116"/>
                  </a:lnTo>
                  <a:lnTo>
                    <a:pt x="2121087" y="3471122"/>
                  </a:lnTo>
                  <a:lnTo>
                    <a:pt x="2166805" y="3530982"/>
                  </a:lnTo>
                  <a:lnTo>
                    <a:pt x="2212834" y="3592167"/>
                  </a:lnTo>
                  <a:lnTo>
                    <a:pt x="2259041" y="3654099"/>
                  </a:lnTo>
                  <a:lnTo>
                    <a:pt x="2305282" y="3716168"/>
                  </a:lnTo>
                  <a:lnTo>
                    <a:pt x="2351407" y="3777757"/>
                  </a:lnTo>
                  <a:lnTo>
                    <a:pt x="2397277" y="3838272"/>
                  </a:lnTo>
                  <a:lnTo>
                    <a:pt x="2442777" y="3897158"/>
                  </a:lnTo>
                  <a:lnTo>
                    <a:pt x="2487823" y="3953928"/>
                  </a:lnTo>
                  <a:lnTo>
                    <a:pt x="2532380" y="4008171"/>
                  </a:lnTo>
                  <a:lnTo>
                    <a:pt x="2576463" y="4059565"/>
                  </a:lnTo>
                  <a:lnTo>
                    <a:pt x="2620147" y="4107882"/>
                  </a:lnTo>
                  <a:lnTo>
                    <a:pt x="2663576" y="4152985"/>
                  </a:lnTo>
                  <a:lnTo>
                    <a:pt x="2706968" y="4194824"/>
                  </a:lnTo>
                  <a:lnTo>
                    <a:pt x="2750623" y="4233428"/>
                  </a:lnTo>
                  <a:lnTo>
                    <a:pt x="2770117" y="4249496"/>
                  </a:lnTo>
                  <a:lnTo>
                    <a:pt x="2819187" y="4286653"/>
                  </a:lnTo>
                  <a:lnTo>
                    <a:pt x="2869924" y="4320070"/>
                  </a:lnTo>
                  <a:lnTo>
                    <a:pt x="2923124" y="4349941"/>
                  </a:lnTo>
                  <a:lnTo>
                    <a:pt x="2979673" y="4376591"/>
                  </a:lnTo>
                  <a:lnTo>
                    <a:pt x="3040474" y="4400386"/>
                  </a:lnTo>
                  <a:lnTo>
                    <a:pt x="3106369" y="4421678"/>
                  </a:lnTo>
                  <a:lnTo>
                    <a:pt x="3178044" y="4440778"/>
                  </a:lnTo>
                  <a:lnTo>
                    <a:pt x="3255894" y="4457936"/>
                  </a:lnTo>
                  <a:lnTo>
                    <a:pt x="3339853" y="4473335"/>
                  </a:lnTo>
                  <a:lnTo>
                    <a:pt x="3429191" y="4487086"/>
                  </a:lnTo>
                  <a:lnTo>
                    <a:pt x="3522314" y="4499238"/>
                  </a:lnTo>
                  <a:lnTo>
                    <a:pt x="3616625" y="4509783"/>
                  </a:lnTo>
                  <a:lnTo>
                    <a:pt x="3708560" y="4518685"/>
                  </a:lnTo>
                  <a:lnTo>
                    <a:pt x="3793891" y="4525913"/>
                  </a:lnTo>
                  <a:lnTo>
                    <a:pt x="3868320" y="4531476"/>
                  </a:lnTo>
                  <a:lnTo>
                    <a:pt x="3928305" y="4535462"/>
                  </a:lnTo>
                  <a:lnTo>
                    <a:pt x="3971867" y="4538052"/>
                  </a:lnTo>
                  <a:lnTo>
                    <a:pt x="3999137" y="4539509"/>
                  </a:lnTo>
                  <a:lnTo>
                    <a:pt x="4012477" y="4540153"/>
                  </a:lnTo>
                  <a:lnTo>
                    <a:pt x="4016261" y="4540319"/>
                  </a:lnTo>
                  <a:lnTo>
                    <a:pt x="4016409" y="4540325"/>
                  </a:lnTo>
                  <a:lnTo>
                    <a:pt x="4538543" y="4540325"/>
                  </a:lnTo>
                  <a:lnTo>
                    <a:pt x="4539427" y="4540229"/>
                  </a:lnTo>
                  <a:lnTo>
                    <a:pt x="4545253" y="4539544"/>
                  </a:lnTo>
                  <a:lnTo>
                    <a:pt x="4559988" y="4537652"/>
                  </a:lnTo>
                  <a:lnTo>
                    <a:pt x="4586445" y="4533925"/>
                  </a:lnTo>
                  <a:lnTo>
                    <a:pt x="4626101" y="4527776"/>
                  </a:lnTo>
                  <a:lnTo>
                    <a:pt x="4678979" y="4518715"/>
                  </a:lnTo>
                  <a:lnTo>
                    <a:pt x="4743734" y="4506394"/>
                  </a:lnTo>
                  <a:lnTo>
                    <a:pt x="4817951" y="4490621"/>
                  </a:lnTo>
                  <a:lnTo>
                    <a:pt x="4898609" y="4471346"/>
                  </a:lnTo>
                  <a:lnTo>
                    <a:pt x="4982572" y="4448607"/>
                  </a:lnTo>
                  <a:lnTo>
                    <a:pt x="5067001" y="4422480"/>
                  </a:lnTo>
                  <a:lnTo>
                    <a:pt x="5149604" y="4393018"/>
                  </a:lnTo>
                  <a:lnTo>
                    <a:pt x="5228745" y="4360207"/>
                  </a:lnTo>
                  <a:lnTo>
                    <a:pt x="5303420" y="4323933"/>
                  </a:lnTo>
                  <a:lnTo>
                    <a:pt x="5373167" y="4283975"/>
                  </a:lnTo>
                  <a:lnTo>
                    <a:pt x="5437943" y="4239989"/>
                  </a:lnTo>
                  <a:lnTo>
                    <a:pt x="5498007" y="4191519"/>
                  </a:lnTo>
                  <a:lnTo>
                    <a:pt x="5553820" y="4138007"/>
                  </a:lnTo>
                  <a:lnTo>
                    <a:pt x="5605964" y="4078812"/>
                  </a:lnTo>
                  <a:lnTo>
                    <a:pt x="5655079" y="4013249"/>
                  </a:lnTo>
                  <a:lnTo>
                    <a:pt x="5701818" y="3940651"/>
                  </a:lnTo>
                  <a:lnTo>
                    <a:pt x="5746800" y="3860473"/>
                  </a:lnTo>
                  <a:lnTo>
                    <a:pt x="5784835" y="3784545"/>
                  </a:lnTo>
                  <a:lnTo>
                    <a:pt x="5815372" y="3718297"/>
                  </a:lnTo>
                  <a:lnTo>
                    <a:pt x="5845646" y="3648078"/>
                  </a:lnTo>
                  <a:lnTo>
                    <a:pt x="5875786" y="3573806"/>
                  </a:lnTo>
                  <a:lnTo>
                    <a:pt x="5905899" y="3495444"/>
                  </a:lnTo>
                  <a:lnTo>
                    <a:pt x="5936071" y="3412999"/>
                  </a:lnTo>
                  <a:lnTo>
                    <a:pt x="5966370" y="3326526"/>
                  </a:lnTo>
                  <a:lnTo>
                    <a:pt x="5996846" y="3236135"/>
                  </a:lnTo>
                  <a:lnTo>
                    <a:pt x="6027535" y="3141990"/>
                  </a:lnTo>
                  <a:lnTo>
                    <a:pt x="6058456" y="3044310"/>
                  </a:lnTo>
                  <a:lnTo>
                    <a:pt x="6089615" y="2943374"/>
                  </a:lnTo>
                  <a:lnTo>
                    <a:pt x="6121005" y="2839510"/>
                  </a:lnTo>
                  <a:lnTo>
                    <a:pt x="6152608" y="2733103"/>
                  </a:lnTo>
                  <a:lnTo>
                    <a:pt x="6184395" y="2624581"/>
                  </a:lnTo>
                  <a:lnTo>
                    <a:pt x="6216331" y="2514413"/>
                  </a:lnTo>
                  <a:lnTo>
                    <a:pt x="6248373" y="2403100"/>
                  </a:lnTo>
                  <a:lnTo>
                    <a:pt x="6280473" y="2291163"/>
                  </a:lnTo>
                  <a:lnTo>
                    <a:pt x="6312580" y="2179140"/>
                  </a:lnTo>
                  <a:lnTo>
                    <a:pt x="6344646" y="2067566"/>
                  </a:lnTo>
                  <a:lnTo>
                    <a:pt x="6376621" y="1956970"/>
                  </a:lnTo>
                  <a:lnTo>
                    <a:pt x="6408462" y="1847861"/>
                  </a:lnTo>
                  <a:lnTo>
                    <a:pt x="6440128" y="1740719"/>
                  </a:lnTo>
                  <a:lnTo>
                    <a:pt x="6471589" y="1635986"/>
                  </a:lnTo>
                  <a:lnTo>
                    <a:pt x="6502825" y="1534061"/>
                  </a:lnTo>
                  <a:lnTo>
                    <a:pt x="6533823" y="1435292"/>
                  </a:lnTo>
                  <a:lnTo>
                    <a:pt x="6564585" y="1339974"/>
                  </a:lnTo>
                  <a:lnTo>
                    <a:pt x="6595128" y="1248344"/>
                  </a:lnTo>
                  <a:lnTo>
                    <a:pt x="6625480" y="1160586"/>
                  </a:lnTo>
                  <a:lnTo>
                    <a:pt x="6655686" y="1076825"/>
                  </a:lnTo>
                  <a:lnTo>
                    <a:pt x="6685810" y="997136"/>
                  </a:lnTo>
                  <a:lnTo>
                    <a:pt x="6715930" y="921540"/>
                  </a:lnTo>
                  <a:lnTo>
                    <a:pt x="6746147" y="850012"/>
                  </a:lnTo>
                  <a:lnTo>
                    <a:pt x="6776584" y="782487"/>
                  </a:lnTo>
                  <a:lnTo>
                    <a:pt x="6786527" y="761426"/>
                  </a:lnTo>
                  <a:lnTo>
                    <a:pt x="6830431" y="674446"/>
                  </a:lnTo>
                  <a:lnTo>
                    <a:pt x="6875612" y="595294"/>
                  </a:lnTo>
                  <a:lnTo>
                    <a:pt x="6922628" y="523662"/>
                  </a:lnTo>
                  <a:lnTo>
                    <a:pt x="6972106" y="458980"/>
                  </a:lnTo>
                  <a:lnTo>
                    <a:pt x="7024700" y="400576"/>
                  </a:lnTo>
                  <a:lnTo>
                    <a:pt x="7081044" y="347766"/>
                  </a:lnTo>
                  <a:lnTo>
                    <a:pt x="7141708" y="299919"/>
                  </a:lnTo>
                  <a:lnTo>
                    <a:pt x="7207131" y="256490"/>
                  </a:lnTo>
                  <a:lnTo>
                    <a:pt x="7277540" y="217035"/>
                  </a:lnTo>
                  <a:lnTo>
                    <a:pt x="7352844" y="181230"/>
                  </a:lnTo>
                  <a:lnTo>
                    <a:pt x="7432513" y="148866"/>
                  </a:lnTo>
                  <a:lnTo>
                    <a:pt x="7515466" y="119844"/>
                  </a:lnTo>
                  <a:lnTo>
                    <a:pt x="7599978" y="94161"/>
                  </a:lnTo>
                  <a:lnTo>
                    <a:pt x="7683677" y="71876"/>
                  </a:lnTo>
                  <a:lnTo>
                    <a:pt x="7763665" y="53063"/>
                  </a:lnTo>
                  <a:lnTo>
                    <a:pt x="7836796" y="37753"/>
                  </a:lnTo>
                  <a:lnTo>
                    <a:pt x="7900099" y="25877"/>
                  </a:lnTo>
                  <a:lnTo>
                    <a:pt x="7951278" y="17225"/>
                  </a:lnTo>
                  <a:lnTo>
                    <a:pt x="7989156" y="11427"/>
                  </a:lnTo>
                  <a:lnTo>
                    <a:pt x="8013947" y="7977"/>
                  </a:lnTo>
                  <a:lnTo>
                    <a:pt x="8027315" y="6281"/>
                  </a:lnTo>
                  <a:lnTo>
                    <a:pt x="8032237" y="5709"/>
                  </a:lnTo>
                  <a:lnTo>
                    <a:pt x="8032819" y="5647"/>
                  </a:lnTo>
                  <a:lnTo>
                    <a:pt x="8554953" y="5647"/>
                  </a:lnTo>
                  <a:lnTo>
                    <a:pt x="8554953" y="0"/>
                  </a:lnTo>
                  <a:lnTo>
                    <a:pt x="8032819" y="0"/>
                  </a:lnTo>
                  <a:lnTo>
                    <a:pt x="8031935" y="96"/>
                  </a:lnTo>
                  <a:lnTo>
                    <a:pt x="8026109" y="780"/>
                  </a:lnTo>
                  <a:lnTo>
                    <a:pt x="8011374" y="2672"/>
                  </a:lnTo>
                  <a:lnTo>
                    <a:pt x="7984917" y="6400"/>
                  </a:lnTo>
                  <a:lnTo>
                    <a:pt x="7945261" y="12549"/>
                  </a:lnTo>
                  <a:lnTo>
                    <a:pt x="7892382" y="21610"/>
                  </a:lnTo>
                  <a:lnTo>
                    <a:pt x="7827628" y="33931"/>
                  </a:lnTo>
                  <a:lnTo>
                    <a:pt x="7753411" y="49703"/>
                  </a:lnTo>
                  <a:lnTo>
                    <a:pt x="7672753" y="68979"/>
                  </a:lnTo>
                  <a:lnTo>
                    <a:pt x="7588789" y="91717"/>
                  </a:lnTo>
                  <a:lnTo>
                    <a:pt x="7504361" y="117844"/>
                  </a:lnTo>
                  <a:lnTo>
                    <a:pt x="7421758" y="147306"/>
                  </a:lnTo>
                  <a:lnTo>
                    <a:pt x="7342617" y="180118"/>
                  </a:lnTo>
                  <a:lnTo>
                    <a:pt x="7267942" y="216391"/>
                  </a:lnTo>
                  <a:lnTo>
                    <a:pt x="7198195" y="256350"/>
                  </a:lnTo>
                  <a:lnTo>
                    <a:pt x="7133419" y="300336"/>
                  </a:lnTo>
                  <a:lnTo>
                    <a:pt x="7073355" y="348806"/>
                  </a:lnTo>
                  <a:lnTo>
                    <a:pt x="7017542" y="402318"/>
                  </a:lnTo>
                  <a:lnTo>
                    <a:pt x="6965398" y="461513"/>
                  </a:lnTo>
                  <a:lnTo>
                    <a:pt x="6916283" y="527076"/>
                  </a:lnTo>
                  <a:lnTo>
                    <a:pt x="6869544" y="599674"/>
                  </a:lnTo>
                  <a:lnTo>
                    <a:pt x="6824562" y="679852"/>
                  </a:lnTo>
                  <a:lnTo>
                    <a:pt x="6786527" y="755779"/>
                  </a:lnTo>
                  <a:lnTo>
                    <a:pt x="6755990" y="822027"/>
                  </a:lnTo>
                  <a:lnTo>
                    <a:pt x="6725716" y="892247"/>
                  </a:lnTo>
                  <a:lnTo>
                    <a:pt x="6695576" y="966518"/>
                  </a:lnTo>
                  <a:lnTo>
                    <a:pt x="6665463" y="1044880"/>
                  </a:lnTo>
                  <a:lnTo>
                    <a:pt x="6635291" y="1127326"/>
                  </a:lnTo>
                  <a:lnTo>
                    <a:pt x="6604992" y="1213798"/>
                  </a:lnTo>
                  <a:lnTo>
                    <a:pt x="6574516" y="1304189"/>
                  </a:lnTo>
                  <a:lnTo>
                    <a:pt x="6543827" y="1398335"/>
                  </a:lnTo>
                  <a:lnTo>
                    <a:pt x="6512906" y="1496014"/>
                  </a:lnTo>
                  <a:lnTo>
                    <a:pt x="6481747" y="1596951"/>
                  </a:lnTo>
                  <a:lnTo>
                    <a:pt x="6450357" y="1700814"/>
                  </a:lnTo>
                  <a:lnTo>
                    <a:pt x="6418754" y="1807221"/>
                  </a:lnTo>
                  <a:lnTo>
                    <a:pt x="6386967" y="1915743"/>
                  </a:lnTo>
                  <a:lnTo>
                    <a:pt x="6355031" y="2025911"/>
                  </a:lnTo>
                  <a:lnTo>
                    <a:pt x="6322989" y="2137225"/>
                  </a:lnTo>
                  <a:lnTo>
                    <a:pt x="6290889" y="2249161"/>
                  </a:lnTo>
                  <a:lnTo>
                    <a:pt x="6258781" y="2361185"/>
                  </a:lnTo>
                  <a:lnTo>
                    <a:pt x="6226716" y="2472759"/>
                  </a:lnTo>
                  <a:lnTo>
                    <a:pt x="6194740" y="2583354"/>
                  </a:lnTo>
                  <a:lnTo>
                    <a:pt x="6162900" y="2692463"/>
                  </a:lnTo>
                  <a:lnTo>
                    <a:pt x="6131234" y="2799606"/>
                  </a:lnTo>
                  <a:lnTo>
                    <a:pt x="6099773" y="2904338"/>
                  </a:lnTo>
                  <a:lnTo>
                    <a:pt x="6068537" y="3006263"/>
                  </a:lnTo>
                  <a:lnTo>
                    <a:pt x="6037539" y="3105032"/>
                  </a:lnTo>
                  <a:lnTo>
                    <a:pt x="6006777" y="3200351"/>
                  </a:lnTo>
                  <a:lnTo>
                    <a:pt x="5976234" y="3291980"/>
                  </a:lnTo>
                  <a:lnTo>
                    <a:pt x="5945882" y="3379739"/>
                  </a:lnTo>
                  <a:lnTo>
                    <a:pt x="5915676" y="3463499"/>
                  </a:lnTo>
                  <a:lnTo>
                    <a:pt x="5885552" y="3543189"/>
                  </a:lnTo>
                  <a:lnTo>
                    <a:pt x="5855432" y="3618785"/>
                  </a:lnTo>
                  <a:lnTo>
                    <a:pt x="5825214" y="3690312"/>
                  </a:lnTo>
                  <a:lnTo>
                    <a:pt x="5794778" y="3757837"/>
                  </a:lnTo>
                  <a:lnTo>
                    <a:pt x="5784835" y="3778898"/>
                  </a:lnTo>
                  <a:lnTo>
                    <a:pt x="5740931" y="3865878"/>
                  </a:lnTo>
                  <a:lnTo>
                    <a:pt x="5695750" y="3945030"/>
                  </a:lnTo>
                  <a:lnTo>
                    <a:pt x="5648734" y="4016663"/>
                  </a:lnTo>
                  <a:lnTo>
                    <a:pt x="5599256" y="4081344"/>
                  </a:lnTo>
                  <a:lnTo>
                    <a:pt x="5546662" y="4139749"/>
                  </a:lnTo>
                  <a:lnTo>
                    <a:pt x="5490318" y="4192559"/>
                  </a:lnTo>
                  <a:lnTo>
                    <a:pt x="5429654" y="4240405"/>
                  </a:lnTo>
                  <a:lnTo>
                    <a:pt x="5364230" y="4283835"/>
                  </a:lnTo>
                  <a:lnTo>
                    <a:pt x="5293822" y="4323289"/>
                  </a:lnTo>
                  <a:lnTo>
                    <a:pt x="5218518" y="4359094"/>
                  </a:lnTo>
                  <a:lnTo>
                    <a:pt x="5138849" y="4391459"/>
                  </a:lnTo>
                  <a:lnTo>
                    <a:pt x="5055896" y="4420481"/>
                  </a:lnTo>
                  <a:lnTo>
                    <a:pt x="4971384" y="4446163"/>
                  </a:lnTo>
                  <a:lnTo>
                    <a:pt x="4887685" y="4468448"/>
                  </a:lnTo>
                  <a:lnTo>
                    <a:pt x="4807697" y="4487261"/>
                  </a:lnTo>
                  <a:lnTo>
                    <a:pt x="4734566" y="4502572"/>
                  </a:lnTo>
                  <a:lnTo>
                    <a:pt x="4671263" y="4514447"/>
                  </a:lnTo>
                  <a:lnTo>
                    <a:pt x="4620083" y="4523100"/>
                  </a:lnTo>
                  <a:lnTo>
                    <a:pt x="4582206" y="4528898"/>
                  </a:lnTo>
                  <a:lnTo>
                    <a:pt x="4557415" y="4532347"/>
                  </a:lnTo>
                  <a:lnTo>
                    <a:pt x="4544047" y="4534043"/>
                  </a:lnTo>
                  <a:lnTo>
                    <a:pt x="4539124" y="4534615"/>
                  </a:lnTo>
                  <a:lnTo>
                    <a:pt x="4538543" y="4534678"/>
                  </a:lnTo>
                  <a:lnTo>
                    <a:pt x="4016409" y="4534678"/>
                  </a:lnTo>
                  <a:lnTo>
                    <a:pt x="4015188" y="4534626"/>
                  </a:lnTo>
                  <a:lnTo>
                    <a:pt x="4007197" y="4534259"/>
                  </a:lnTo>
                  <a:lnTo>
                    <a:pt x="3987192" y="4533242"/>
                  </a:lnTo>
                  <a:lnTo>
                    <a:pt x="3951783" y="4531246"/>
                  </a:lnTo>
                  <a:lnTo>
                    <a:pt x="3899734" y="4527973"/>
                  </a:lnTo>
                  <a:lnTo>
                    <a:pt x="3832032" y="4523200"/>
                  </a:lnTo>
                  <a:lnTo>
                    <a:pt x="3751542" y="4516796"/>
                  </a:lnTo>
                  <a:lnTo>
                    <a:pt x="3662298" y="4508713"/>
                  </a:lnTo>
                  <a:lnTo>
                    <a:pt x="3568656" y="4498969"/>
                  </a:lnTo>
                  <a:lnTo>
                    <a:pt x="3474562" y="4487603"/>
                  </a:lnTo>
                  <a:lnTo>
                    <a:pt x="3383107" y="4474638"/>
                  </a:lnTo>
                  <a:lnTo>
                    <a:pt x="3296367" y="4460058"/>
                  </a:lnTo>
                  <a:lnTo>
                    <a:pt x="3215474" y="4443782"/>
                  </a:lnTo>
                  <a:lnTo>
                    <a:pt x="3140794" y="4425663"/>
                  </a:lnTo>
                  <a:lnTo>
                    <a:pt x="3072133" y="4405482"/>
                  </a:lnTo>
                  <a:lnTo>
                    <a:pt x="3008929" y="4382957"/>
                  </a:lnTo>
                  <a:lnTo>
                    <a:pt x="2950405" y="4357755"/>
                  </a:lnTo>
                  <a:lnTo>
                    <a:pt x="2895675" y="4329509"/>
                  </a:lnTo>
                  <a:lnTo>
                    <a:pt x="2843835" y="4297868"/>
                  </a:lnTo>
                  <a:lnTo>
                    <a:pt x="2794037" y="4262557"/>
                  </a:lnTo>
                  <a:lnTo>
                    <a:pt x="2770117" y="4243849"/>
                  </a:lnTo>
                  <a:lnTo>
                    <a:pt x="2726225" y="4206648"/>
                  </a:lnTo>
                  <a:lnTo>
                    <a:pt x="2682760" y="4166248"/>
                  </a:lnTo>
                  <a:lnTo>
                    <a:pt x="2639379" y="4122588"/>
                  </a:lnTo>
                  <a:lnTo>
                    <a:pt x="2595829" y="4075681"/>
                  </a:lnTo>
                  <a:lnTo>
                    <a:pt x="2551935" y="4025625"/>
                  </a:lnTo>
                  <a:lnTo>
                    <a:pt x="2507594" y="3972608"/>
                  </a:lnTo>
                  <a:lnTo>
                    <a:pt x="2462762" y="3916911"/>
                  </a:lnTo>
                  <a:lnTo>
                    <a:pt x="2417455" y="3858905"/>
                  </a:lnTo>
                  <a:lnTo>
                    <a:pt x="2371737" y="3799045"/>
                  </a:lnTo>
                  <a:lnTo>
                    <a:pt x="2325709" y="3737860"/>
                  </a:lnTo>
                  <a:lnTo>
                    <a:pt x="2279501" y="3675928"/>
                  </a:lnTo>
                  <a:lnTo>
                    <a:pt x="2233260" y="3613859"/>
                  </a:lnTo>
                  <a:lnTo>
                    <a:pt x="2187135" y="3552270"/>
                  </a:lnTo>
                  <a:lnTo>
                    <a:pt x="2141265" y="3491755"/>
                  </a:lnTo>
                  <a:lnTo>
                    <a:pt x="2095766" y="3432869"/>
                  </a:lnTo>
                  <a:lnTo>
                    <a:pt x="2050719" y="3376099"/>
                  </a:lnTo>
                  <a:lnTo>
                    <a:pt x="2006162" y="3321856"/>
                  </a:lnTo>
                  <a:lnTo>
                    <a:pt x="1962080" y="3270462"/>
                  </a:lnTo>
                  <a:lnTo>
                    <a:pt x="1918395" y="3222145"/>
                  </a:lnTo>
                  <a:lnTo>
                    <a:pt x="1874966" y="3177042"/>
                  </a:lnTo>
                  <a:lnTo>
                    <a:pt x="1831574" y="3135203"/>
                  </a:lnTo>
                  <a:lnTo>
                    <a:pt x="1787919" y="3096599"/>
                  </a:lnTo>
                  <a:lnTo>
                    <a:pt x="1768425" y="3080531"/>
                  </a:lnTo>
                  <a:lnTo>
                    <a:pt x="1719356" y="3043374"/>
                  </a:lnTo>
                  <a:lnTo>
                    <a:pt x="1668618" y="3009957"/>
                  </a:lnTo>
                  <a:lnTo>
                    <a:pt x="1615418" y="2980086"/>
                  </a:lnTo>
                  <a:lnTo>
                    <a:pt x="1558869" y="2953436"/>
                  </a:lnTo>
                  <a:lnTo>
                    <a:pt x="1498069" y="2929641"/>
                  </a:lnTo>
                  <a:lnTo>
                    <a:pt x="1432173" y="2908349"/>
                  </a:lnTo>
                  <a:lnTo>
                    <a:pt x="1360498" y="2889249"/>
                  </a:lnTo>
                  <a:lnTo>
                    <a:pt x="1282648" y="2872091"/>
                  </a:lnTo>
                  <a:lnTo>
                    <a:pt x="1198690" y="2856693"/>
                  </a:lnTo>
                  <a:lnTo>
                    <a:pt x="1109351" y="2842941"/>
                  </a:lnTo>
                  <a:lnTo>
                    <a:pt x="1016228" y="2830789"/>
                  </a:lnTo>
                  <a:lnTo>
                    <a:pt x="921918" y="2820244"/>
                  </a:lnTo>
                  <a:lnTo>
                    <a:pt x="829982" y="2811342"/>
                  </a:lnTo>
                  <a:lnTo>
                    <a:pt x="744652" y="2804115"/>
                  </a:lnTo>
                  <a:lnTo>
                    <a:pt x="670222" y="2798551"/>
                  </a:lnTo>
                  <a:lnTo>
                    <a:pt x="610237" y="2794565"/>
                  </a:lnTo>
                  <a:lnTo>
                    <a:pt x="566675" y="2791975"/>
                  </a:lnTo>
                  <a:lnTo>
                    <a:pt x="539405" y="2790518"/>
                  </a:lnTo>
                  <a:lnTo>
                    <a:pt x="526065" y="2789874"/>
                  </a:lnTo>
                  <a:lnTo>
                    <a:pt x="522282" y="2789708"/>
                  </a:lnTo>
                  <a:lnTo>
                    <a:pt x="522133" y="2789702"/>
                  </a:lnTo>
                  <a:lnTo>
                    <a:pt x="0" y="2789702"/>
                  </a:lnTo>
                  <a:close/>
                </a:path>
              </a:pathLst>
            </a:custGeom>
            <a:solidFill>
              <a:srgbClr val="F28E5B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813" name="pl813"/>
            <p:cNvSpPr/>
            <p:nvPr/>
          </p:nvSpPr>
          <p:spPr>
            <a:xfrm>
              <a:off x="386606" y="1349313"/>
              <a:ext cx="8554953" cy="4534678"/>
            </a:xfrm>
            <a:custGeom>
              <a:avLst/>
              <a:pathLst>
                <a:path w="8554953" h="4534678">
                  <a:moveTo>
                    <a:pt x="0" y="2789702"/>
                  </a:moveTo>
                  <a:lnTo>
                    <a:pt x="522133" y="2789702"/>
                  </a:lnTo>
                  <a:lnTo>
                    <a:pt x="523354" y="2789754"/>
                  </a:lnTo>
                  <a:lnTo>
                    <a:pt x="531345" y="2790121"/>
                  </a:lnTo>
                  <a:lnTo>
                    <a:pt x="551350" y="2791138"/>
                  </a:lnTo>
                  <a:lnTo>
                    <a:pt x="586759" y="2793134"/>
                  </a:lnTo>
                  <a:lnTo>
                    <a:pt x="638808" y="2796407"/>
                  </a:lnTo>
                  <a:lnTo>
                    <a:pt x="706510" y="2801179"/>
                  </a:lnTo>
                  <a:lnTo>
                    <a:pt x="787000" y="2807584"/>
                  </a:lnTo>
                  <a:lnTo>
                    <a:pt x="876244" y="2815667"/>
                  </a:lnTo>
                  <a:lnTo>
                    <a:pt x="969886" y="2825411"/>
                  </a:lnTo>
                  <a:lnTo>
                    <a:pt x="1063980" y="2836777"/>
                  </a:lnTo>
                  <a:lnTo>
                    <a:pt x="1155436" y="2849742"/>
                  </a:lnTo>
                  <a:lnTo>
                    <a:pt x="1242176" y="2864322"/>
                  </a:lnTo>
                  <a:lnTo>
                    <a:pt x="1323068" y="2880598"/>
                  </a:lnTo>
                  <a:lnTo>
                    <a:pt x="1397748" y="2898717"/>
                  </a:lnTo>
                  <a:lnTo>
                    <a:pt x="1466410" y="2918898"/>
                  </a:lnTo>
                  <a:lnTo>
                    <a:pt x="1529613" y="2941423"/>
                  </a:lnTo>
                  <a:lnTo>
                    <a:pt x="1588138" y="2966625"/>
                  </a:lnTo>
                  <a:lnTo>
                    <a:pt x="1642867" y="2994870"/>
                  </a:lnTo>
                  <a:lnTo>
                    <a:pt x="1694707" y="3026512"/>
                  </a:lnTo>
                  <a:lnTo>
                    <a:pt x="1744505" y="3061823"/>
                  </a:lnTo>
                  <a:lnTo>
                    <a:pt x="1768425" y="3080531"/>
                  </a:lnTo>
                  <a:lnTo>
                    <a:pt x="1812317" y="3117732"/>
                  </a:lnTo>
                  <a:lnTo>
                    <a:pt x="1855782" y="3158132"/>
                  </a:lnTo>
                  <a:lnTo>
                    <a:pt x="1899164" y="3201792"/>
                  </a:lnTo>
                  <a:lnTo>
                    <a:pt x="1942713" y="3248699"/>
                  </a:lnTo>
                  <a:lnTo>
                    <a:pt x="1986607" y="3298755"/>
                  </a:lnTo>
                  <a:lnTo>
                    <a:pt x="2030948" y="3351772"/>
                  </a:lnTo>
                  <a:lnTo>
                    <a:pt x="2075780" y="3407469"/>
                  </a:lnTo>
                  <a:lnTo>
                    <a:pt x="2121087" y="3465475"/>
                  </a:lnTo>
                  <a:lnTo>
                    <a:pt x="2166805" y="3525335"/>
                  </a:lnTo>
                  <a:lnTo>
                    <a:pt x="2212834" y="3586520"/>
                  </a:lnTo>
                  <a:lnTo>
                    <a:pt x="2259041" y="3648452"/>
                  </a:lnTo>
                  <a:lnTo>
                    <a:pt x="2305282" y="3710521"/>
                  </a:lnTo>
                  <a:lnTo>
                    <a:pt x="2351407" y="3772110"/>
                  </a:lnTo>
                  <a:lnTo>
                    <a:pt x="2397277" y="3832625"/>
                  </a:lnTo>
                  <a:lnTo>
                    <a:pt x="2442777" y="3891511"/>
                  </a:lnTo>
                  <a:lnTo>
                    <a:pt x="2487823" y="3948281"/>
                  </a:lnTo>
                  <a:lnTo>
                    <a:pt x="2532380" y="4002524"/>
                  </a:lnTo>
                  <a:lnTo>
                    <a:pt x="2576463" y="4053918"/>
                  </a:lnTo>
                  <a:lnTo>
                    <a:pt x="2620147" y="4102235"/>
                  </a:lnTo>
                  <a:lnTo>
                    <a:pt x="2663576" y="4147338"/>
                  </a:lnTo>
                  <a:lnTo>
                    <a:pt x="2706968" y="4189177"/>
                  </a:lnTo>
                  <a:lnTo>
                    <a:pt x="2750623" y="4227781"/>
                  </a:lnTo>
                  <a:lnTo>
                    <a:pt x="2770117" y="4243849"/>
                  </a:lnTo>
                  <a:lnTo>
                    <a:pt x="2819187" y="4281006"/>
                  </a:lnTo>
                  <a:lnTo>
                    <a:pt x="2869924" y="4314423"/>
                  </a:lnTo>
                  <a:lnTo>
                    <a:pt x="2923124" y="4344294"/>
                  </a:lnTo>
                  <a:lnTo>
                    <a:pt x="2979673" y="4370944"/>
                  </a:lnTo>
                  <a:lnTo>
                    <a:pt x="3040474" y="4394739"/>
                  </a:lnTo>
                  <a:lnTo>
                    <a:pt x="3106369" y="4416031"/>
                  </a:lnTo>
                  <a:lnTo>
                    <a:pt x="3178044" y="4435131"/>
                  </a:lnTo>
                  <a:lnTo>
                    <a:pt x="3255894" y="4452289"/>
                  </a:lnTo>
                  <a:lnTo>
                    <a:pt x="3339853" y="4467687"/>
                  </a:lnTo>
                  <a:lnTo>
                    <a:pt x="3429191" y="4481439"/>
                  </a:lnTo>
                  <a:lnTo>
                    <a:pt x="3522314" y="4493591"/>
                  </a:lnTo>
                  <a:lnTo>
                    <a:pt x="3616625" y="4504136"/>
                  </a:lnTo>
                  <a:lnTo>
                    <a:pt x="3708560" y="4513038"/>
                  </a:lnTo>
                  <a:lnTo>
                    <a:pt x="3793891" y="4520265"/>
                  </a:lnTo>
                  <a:lnTo>
                    <a:pt x="3868320" y="4525828"/>
                  </a:lnTo>
                  <a:lnTo>
                    <a:pt x="3928305" y="4529815"/>
                  </a:lnTo>
                  <a:lnTo>
                    <a:pt x="3971867" y="4532404"/>
                  </a:lnTo>
                  <a:lnTo>
                    <a:pt x="3999137" y="4533862"/>
                  </a:lnTo>
                  <a:lnTo>
                    <a:pt x="4012477" y="4534506"/>
                  </a:lnTo>
                  <a:lnTo>
                    <a:pt x="4016261" y="4534672"/>
                  </a:lnTo>
                  <a:lnTo>
                    <a:pt x="4016409" y="4534678"/>
                  </a:lnTo>
                  <a:lnTo>
                    <a:pt x="4538543" y="4534678"/>
                  </a:lnTo>
                  <a:lnTo>
                    <a:pt x="4539427" y="4534582"/>
                  </a:lnTo>
                  <a:lnTo>
                    <a:pt x="4545253" y="4533897"/>
                  </a:lnTo>
                  <a:lnTo>
                    <a:pt x="4559988" y="4532005"/>
                  </a:lnTo>
                  <a:lnTo>
                    <a:pt x="4586445" y="4528278"/>
                  </a:lnTo>
                  <a:lnTo>
                    <a:pt x="4626101" y="4522129"/>
                  </a:lnTo>
                  <a:lnTo>
                    <a:pt x="4678979" y="4513068"/>
                  </a:lnTo>
                  <a:lnTo>
                    <a:pt x="4743734" y="4500747"/>
                  </a:lnTo>
                  <a:lnTo>
                    <a:pt x="4817951" y="4484974"/>
                  </a:lnTo>
                  <a:lnTo>
                    <a:pt x="4898609" y="4465699"/>
                  </a:lnTo>
                  <a:lnTo>
                    <a:pt x="4982572" y="4442960"/>
                  </a:lnTo>
                  <a:lnTo>
                    <a:pt x="5067001" y="4416833"/>
                  </a:lnTo>
                  <a:lnTo>
                    <a:pt x="5149604" y="4387371"/>
                  </a:lnTo>
                  <a:lnTo>
                    <a:pt x="5228745" y="4354559"/>
                  </a:lnTo>
                  <a:lnTo>
                    <a:pt x="5303420" y="4318286"/>
                  </a:lnTo>
                  <a:lnTo>
                    <a:pt x="5373167" y="4278328"/>
                  </a:lnTo>
                  <a:lnTo>
                    <a:pt x="5437943" y="4234341"/>
                  </a:lnTo>
                  <a:lnTo>
                    <a:pt x="5498007" y="4185872"/>
                  </a:lnTo>
                  <a:lnTo>
                    <a:pt x="5553820" y="4132360"/>
                  </a:lnTo>
                  <a:lnTo>
                    <a:pt x="5605964" y="4073165"/>
                  </a:lnTo>
                  <a:lnTo>
                    <a:pt x="5655079" y="4007602"/>
                  </a:lnTo>
                  <a:lnTo>
                    <a:pt x="5701818" y="3935004"/>
                  </a:lnTo>
                  <a:lnTo>
                    <a:pt x="5746800" y="3854826"/>
                  </a:lnTo>
                  <a:lnTo>
                    <a:pt x="5784835" y="3778898"/>
                  </a:lnTo>
                  <a:lnTo>
                    <a:pt x="5815372" y="3712650"/>
                  </a:lnTo>
                  <a:lnTo>
                    <a:pt x="5845646" y="3642431"/>
                  </a:lnTo>
                  <a:lnTo>
                    <a:pt x="5875786" y="3568159"/>
                  </a:lnTo>
                  <a:lnTo>
                    <a:pt x="5905899" y="3489797"/>
                  </a:lnTo>
                  <a:lnTo>
                    <a:pt x="5936071" y="3407352"/>
                  </a:lnTo>
                  <a:lnTo>
                    <a:pt x="5966370" y="3320879"/>
                  </a:lnTo>
                  <a:lnTo>
                    <a:pt x="5996846" y="3230488"/>
                  </a:lnTo>
                  <a:lnTo>
                    <a:pt x="6027535" y="3136343"/>
                  </a:lnTo>
                  <a:lnTo>
                    <a:pt x="6058456" y="3038663"/>
                  </a:lnTo>
                  <a:lnTo>
                    <a:pt x="6089615" y="2937726"/>
                  </a:lnTo>
                  <a:lnTo>
                    <a:pt x="6121005" y="2833863"/>
                  </a:lnTo>
                  <a:lnTo>
                    <a:pt x="6152608" y="2727456"/>
                  </a:lnTo>
                  <a:lnTo>
                    <a:pt x="6184395" y="2618934"/>
                  </a:lnTo>
                  <a:lnTo>
                    <a:pt x="6216331" y="2508766"/>
                  </a:lnTo>
                  <a:lnTo>
                    <a:pt x="6248373" y="2397453"/>
                  </a:lnTo>
                  <a:lnTo>
                    <a:pt x="6280473" y="2285516"/>
                  </a:lnTo>
                  <a:lnTo>
                    <a:pt x="6312580" y="2173493"/>
                  </a:lnTo>
                  <a:lnTo>
                    <a:pt x="6344646" y="2061919"/>
                  </a:lnTo>
                  <a:lnTo>
                    <a:pt x="6376621" y="1951323"/>
                  </a:lnTo>
                  <a:lnTo>
                    <a:pt x="6408462" y="1842214"/>
                  </a:lnTo>
                  <a:lnTo>
                    <a:pt x="6440128" y="1735072"/>
                  </a:lnTo>
                  <a:lnTo>
                    <a:pt x="6471589" y="1630339"/>
                  </a:lnTo>
                  <a:lnTo>
                    <a:pt x="6502825" y="1528414"/>
                  </a:lnTo>
                  <a:lnTo>
                    <a:pt x="6533823" y="1429645"/>
                  </a:lnTo>
                  <a:lnTo>
                    <a:pt x="6564585" y="1334326"/>
                  </a:lnTo>
                  <a:lnTo>
                    <a:pt x="6595128" y="1242697"/>
                  </a:lnTo>
                  <a:lnTo>
                    <a:pt x="6625480" y="1154939"/>
                  </a:lnTo>
                  <a:lnTo>
                    <a:pt x="6655686" y="1071178"/>
                  </a:lnTo>
                  <a:lnTo>
                    <a:pt x="6685810" y="991489"/>
                  </a:lnTo>
                  <a:lnTo>
                    <a:pt x="6715930" y="915892"/>
                  </a:lnTo>
                  <a:lnTo>
                    <a:pt x="6746147" y="844365"/>
                  </a:lnTo>
                  <a:lnTo>
                    <a:pt x="6776584" y="776840"/>
                  </a:lnTo>
                  <a:lnTo>
                    <a:pt x="6786527" y="755779"/>
                  </a:lnTo>
                  <a:lnTo>
                    <a:pt x="6830431" y="668799"/>
                  </a:lnTo>
                  <a:lnTo>
                    <a:pt x="6875612" y="589647"/>
                  </a:lnTo>
                  <a:lnTo>
                    <a:pt x="6922628" y="518015"/>
                  </a:lnTo>
                  <a:lnTo>
                    <a:pt x="6972106" y="453333"/>
                  </a:lnTo>
                  <a:lnTo>
                    <a:pt x="7024700" y="394929"/>
                  </a:lnTo>
                  <a:lnTo>
                    <a:pt x="7081044" y="342119"/>
                  </a:lnTo>
                  <a:lnTo>
                    <a:pt x="7141708" y="294272"/>
                  </a:lnTo>
                  <a:lnTo>
                    <a:pt x="7207131" y="250843"/>
                  </a:lnTo>
                  <a:lnTo>
                    <a:pt x="7277540" y="211388"/>
                  </a:lnTo>
                  <a:lnTo>
                    <a:pt x="7352844" y="175583"/>
                  </a:lnTo>
                  <a:lnTo>
                    <a:pt x="7432513" y="143219"/>
                  </a:lnTo>
                  <a:lnTo>
                    <a:pt x="7515466" y="114197"/>
                  </a:lnTo>
                  <a:lnTo>
                    <a:pt x="7599978" y="88514"/>
                  </a:lnTo>
                  <a:lnTo>
                    <a:pt x="7683677" y="66229"/>
                  </a:lnTo>
                  <a:lnTo>
                    <a:pt x="7763665" y="47416"/>
                  </a:lnTo>
                  <a:lnTo>
                    <a:pt x="7836796" y="32106"/>
                  </a:lnTo>
                  <a:lnTo>
                    <a:pt x="7900099" y="20230"/>
                  </a:lnTo>
                  <a:lnTo>
                    <a:pt x="7951278" y="11578"/>
                  </a:lnTo>
                  <a:lnTo>
                    <a:pt x="7989156" y="5780"/>
                  </a:lnTo>
                  <a:lnTo>
                    <a:pt x="8013947" y="2330"/>
                  </a:lnTo>
                  <a:lnTo>
                    <a:pt x="8027315" y="634"/>
                  </a:lnTo>
                  <a:lnTo>
                    <a:pt x="8032237" y="62"/>
                  </a:lnTo>
                  <a:lnTo>
                    <a:pt x="8032819" y="0"/>
                  </a:lnTo>
                  <a:lnTo>
                    <a:pt x="8554953" y="0"/>
                  </a:lnTo>
                  <a:lnTo>
                    <a:pt x="8554953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814" name="pl814"/>
            <p:cNvSpPr/>
            <p:nvPr/>
          </p:nvSpPr>
          <p:spPr>
            <a:xfrm>
              <a:off x="386606" y="1343666"/>
              <a:ext cx="8554953" cy="4534678"/>
            </a:xfrm>
            <a:custGeom>
              <a:avLst/>
              <a:pathLst>
                <a:path w="8554953" h="4534678">
                  <a:moveTo>
                    <a:pt x="8554953" y="0"/>
                  </a:moveTo>
                  <a:lnTo>
                    <a:pt x="8032819" y="0"/>
                  </a:lnTo>
                  <a:lnTo>
                    <a:pt x="8031935" y="96"/>
                  </a:lnTo>
                  <a:lnTo>
                    <a:pt x="8026109" y="780"/>
                  </a:lnTo>
                  <a:lnTo>
                    <a:pt x="8011374" y="2672"/>
                  </a:lnTo>
                  <a:lnTo>
                    <a:pt x="7984917" y="6400"/>
                  </a:lnTo>
                  <a:lnTo>
                    <a:pt x="7945261" y="12549"/>
                  </a:lnTo>
                  <a:lnTo>
                    <a:pt x="7892382" y="21610"/>
                  </a:lnTo>
                  <a:lnTo>
                    <a:pt x="7827628" y="33931"/>
                  </a:lnTo>
                  <a:lnTo>
                    <a:pt x="7753411" y="49703"/>
                  </a:lnTo>
                  <a:lnTo>
                    <a:pt x="7672753" y="68979"/>
                  </a:lnTo>
                  <a:lnTo>
                    <a:pt x="7588789" y="91717"/>
                  </a:lnTo>
                  <a:lnTo>
                    <a:pt x="7504361" y="117844"/>
                  </a:lnTo>
                  <a:lnTo>
                    <a:pt x="7421758" y="147306"/>
                  </a:lnTo>
                  <a:lnTo>
                    <a:pt x="7342617" y="180118"/>
                  </a:lnTo>
                  <a:lnTo>
                    <a:pt x="7267942" y="216391"/>
                  </a:lnTo>
                  <a:lnTo>
                    <a:pt x="7198195" y="256350"/>
                  </a:lnTo>
                  <a:lnTo>
                    <a:pt x="7133419" y="300336"/>
                  </a:lnTo>
                  <a:lnTo>
                    <a:pt x="7073355" y="348806"/>
                  </a:lnTo>
                  <a:lnTo>
                    <a:pt x="7017542" y="402318"/>
                  </a:lnTo>
                  <a:lnTo>
                    <a:pt x="6965398" y="461513"/>
                  </a:lnTo>
                  <a:lnTo>
                    <a:pt x="6916283" y="527076"/>
                  </a:lnTo>
                  <a:lnTo>
                    <a:pt x="6869544" y="599674"/>
                  </a:lnTo>
                  <a:lnTo>
                    <a:pt x="6824562" y="679852"/>
                  </a:lnTo>
                  <a:lnTo>
                    <a:pt x="6786527" y="755779"/>
                  </a:lnTo>
                  <a:lnTo>
                    <a:pt x="6755990" y="822027"/>
                  </a:lnTo>
                  <a:lnTo>
                    <a:pt x="6725716" y="892247"/>
                  </a:lnTo>
                  <a:lnTo>
                    <a:pt x="6695576" y="966518"/>
                  </a:lnTo>
                  <a:lnTo>
                    <a:pt x="6665463" y="1044880"/>
                  </a:lnTo>
                  <a:lnTo>
                    <a:pt x="6635291" y="1127326"/>
                  </a:lnTo>
                  <a:lnTo>
                    <a:pt x="6604992" y="1213798"/>
                  </a:lnTo>
                  <a:lnTo>
                    <a:pt x="6574516" y="1304189"/>
                  </a:lnTo>
                  <a:lnTo>
                    <a:pt x="6543827" y="1398335"/>
                  </a:lnTo>
                  <a:lnTo>
                    <a:pt x="6512906" y="1496014"/>
                  </a:lnTo>
                  <a:lnTo>
                    <a:pt x="6481747" y="1596951"/>
                  </a:lnTo>
                  <a:lnTo>
                    <a:pt x="6450357" y="1700814"/>
                  </a:lnTo>
                  <a:lnTo>
                    <a:pt x="6418754" y="1807221"/>
                  </a:lnTo>
                  <a:lnTo>
                    <a:pt x="6386967" y="1915743"/>
                  </a:lnTo>
                  <a:lnTo>
                    <a:pt x="6355031" y="2025911"/>
                  </a:lnTo>
                  <a:lnTo>
                    <a:pt x="6322989" y="2137225"/>
                  </a:lnTo>
                  <a:lnTo>
                    <a:pt x="6290889" y="2249161"/>
                  </a:lnTo>
                  <a:lnTo>
                    <a:pt x="6258781" y="2361185"/>
                  </a:lnTo>
                  <a:lnTo>
                    <a:pt x="6226716" y="2472759"/>
                  </a:lnTo>
                  <a:lnTo>
                    <a:pt x="6194740" y="2583354"/>
                  </a:lnTo>
                  <a:lnTo>
                    <a:pt x="6162900" y="2692463"/>
                  </a:lnTo>
                  <a:lnTo>
                    <a:pt x="6131234" y="2799606"/>
                  </a:lnTo>
                  <a:lnTo>
                    <a:pt x="6099773" y="2904338"/>
                  </a:lnTo>
                  <a:lnTo>
                    <a:pt x="6068537" y="3006263"/>
                  </a:lnTo>
                  <a:lnTo>
                    <a:pt x="6037539" y="3105032"/>
                  </a:lnTo>
                  <a:lnTo>
                    <a:pt x="6006777" y="3200351"/>
                  </a:lnTo>
                  <a:lnTo>
                    <a:pt x="5976234" y="3291980"/>
                  </a:lnTo>
                  <a:lnTo>
                    <a:pt x="5945882" y="3379739"/>
                  </a:lnTo>
                  <a:lnTo>
                    <a:pt x="5915676" y="3463499"/>
                  </a:lnTo>
                  <a:lnTo>
                    <a:pt x="5885552" y="3543189"/>
                  </a:lnTo>
                  <a:lnTo>
                    <a:pt x="5855432" y="3618785"/>
                  </a:lnTo>
                  <a:lnTo>
                    <a:pt x="5825214" y="3690312"/>
                  </a:lnTo>
                  <a:lnTo>
                    <a:pt x="5794778" y="3757837"/>
                  </a:lnTo>
                  <a:lnTo>
                    <a:pt x="5784835" y="3778898"/>
                  </a:lnTo>
                  <a:lnTo>
                    <a:pt x="5740931" y="3865878"/>
                  </a:lnTo>
                  <a:lnTo>
                    <a:pt x="5695750" y="3945030"/>
                  </a:lnTo>
                  <a:lnTo>
                    <a:pt x="5648734" y="4016663"/>
                  </a:lnTo>
                  <a:lnTo>
                    <a:pt x="5599256" y="4081344"/>
                  </a:lnTo>
                  <a:lnTo>
                    <a:pt x="5546662" y="4139749"/>
                  </a:lnTo>
                  <a:lnTo>
                    <a:pt x="5490318" y="4192559"/>
                  </a:lnTo>
                  <a:lnTo>
                    <a:pt x="5429654" y="4240405"/>
                  </a:lnTo>
                  <a:lnTo>
                    <a:pt x="5364230" y="4283835"/>
                  </a:lnTo>
                  <a:lnTo>
                    <a:pt x="5293822" y="4323289"/>
                  </a:lnTo>
                  <a:lnTo>
                    <a:pt x="5218518" y="4359094"/>
                  </a:lnTo>
                  <a:lnTo>
                    <a:pt x="5138849" y="4391459"/>
                  </a:lnTo>
                  <a:lnTo>
                    <a:pt x="5055896" y="4420481"/>
                  </a:lnTo>
                  <a:lnTo>
                    <a:pt x="4971384" y="4446163"/>
                  </a:lnTo>
                  <a:lnTo>
                    <a:pt x="4887685" y="4468448"/>
                  </a:lnTo>
                  <a:lnTo>
                    <a:pt x="4807697" y="4487261"/>
                  </a:lnTo>
                  <a:lnTo>
                    <a:pt x="4734566" y="4502572"/>
                  </a:lnTo>
                  <a:lnTo>
                    <a:pt x="4671263" y="4514447"/>
                  </a:lnTo>
                  <a:lnTo>
                    <a:pt x="4620083" y="4523100"/>
                  </a:lnTo>
                  <a:lnTo>
                    <a:pt x="4582206" y="4528898"/>
                  </a:lnTo>
                  <a:lnTo>
                    <a:pt x="4557415" y="4532347"/>
                  </a:lnTo>
                  <a:lnTo>
                    <a:pt x="4544047" y="4534043"/>
                  </a:lnTo>
                  <a:lnTo>
                    <a:pt x="4539124" y="4534615"/>
                  </a:lnTo>
                  <a:lnTo>
                    <a:pt x="4538543" y="4534678"/>
                  </a:lnTo>
                  <a:lnTo>
                    <a:pt x="4016409" y="4534678"/>
                  </a:lnTo>
                  <a:lnTo>
                    <a:pt x="4015188" y="4534626"/>
                  </a:lnTo>
                  <a:lnTo>
                    <a:pt x="4007197" y="4534259"/>
                  </a:lnTo>
                  <a:lnTo>
                    <a:pt x="3987192" y="4533242"/>
                  </a:lnTo>
                  <a:lnTo>
                    <a:pt x="3951783" y="4531246"/>
                  </a:lnTo>
                  <a:lnTo>
                    <a:pt x="3899734" y="4527973"/>
                  </a:lnTo>
                  <a:lnTo>
                    <a:pt x="3832032" y="4523200"/>
                  </a:lnTo>
                  <a:lnTo>
                    <a:pt x="3751542" y="4516796"/>
                  </a:lnTo>
                  <a:lnTo>
                    <a:pt x="3662298" y="4508713"/>
                  </a:lnTo>
                  <a:lnTo>
                    <a:pt x="3568656" y="4498969"/>
                  </a:lnTo>
                  <a:lnTo>
                    <a:pt x="3474562" y="4487603"/>
                  </a:lnTo>
                  <a:lnTo>
                    <a:pt x="3383107" y="4474638"/>
                  </a:lnTo>
                  <a:lnTo>
                    <a:pt x="3296367" y="4460058"/>
                  </a:lnTo>
                  <a:lnTo>
                    <a:pt x="3215474" y="4443782"/>
                  </a:lnTo>
                  <a:lnTo>
                    <a:pt x="3140794" y="4425663"/>
                  </a:lnTo>
                  <a:lnTo>
                    <a:pt x="3072133" y="4405482"/>
                  </a:lnTo>
                  <a:lnTo>
                    <a:pt x="3008929" y="4382957"/>
                  </a:lnTo>
                  <a:lnTo>
                    <a:pt x="2950405" y="4357755"/>
                  </a:lnTo>
                  <a:lnTo>
                    <a:pt x="2895675" y="4329509"/>
                  </a:lnTo>
                  <a:lnTo>
                    <a:pt x="2843835" y="4297868"/>
                  </a:lnTo>
                  <a:lnTo>
                    <a:pt x="2794037" y="4262557"/>
                  </a:lnTo>
                  <a:lnTo>
                    <a:pt x="2770117" y="4243849"/>
                  </a:lnTo>
                  <a:lnTo>
                    <a:pt x="2726225" y="4206648"/>
                  </a:lnTo>
                  <a:lnTo>
                    <a:pt x="2682760" y="4166248"/>
                  </a:lnTo>
                  <a:lnTo>
                    <a:pt x="2639379" y="4122588"/>
                  </a:lnTo>
                  <a:lnTo>
                    <a:pt x="2595829" y="4075681"/>
                  </a:lnTo>
                  <a:lnTo>
                    <a:pt x="2551935" y="4025625"/>
                  </a:lnTo>
                  <a:lnTo>
                    <a:pt x="2507594" y="3972608"/>
                  </a:lnTo>
                  <a:lnTo>
                    <a:pt x="2462762" y="3916911"/>
                  </a:lnTo>
                  <a:lnTo>
                    <a:pt x="2417455" y="3858905"/>
                  </a:lnTo>
                  <a:lnTo>
                    <a:pt x="2371737" y="3799045"/>
                  </a:lnTo>
                  <a:lnTo>
                    <a:pt x="2325709" y="3737860"/>
                  </a:lnTo>
                  <a:lnTo>
                    <a:pt x="2279501" y="3675928"/>
                  </a:lnTo>
                  <a:lnTo>
                    <a:pt x="2233260" y="3613859"/>
                  </a:lnTo>
                  <a:lnTo>
                    <a:pt x="2187135" y="3552270"/>
                  </a:lnTo>
                  <a:lnTo>
                    <a:pt x="2141265" y="3491755"/>
                  </a:lnTo>
                  <a:lnTo>
                    <a:pt x="2095766" y="3432869"/>
                  </a:lnTo>
                  <a:lnTo>
                    <a:pt x="2050719" y="3376099"/>
                  </a:lnTo>
                  <a:lnTo>
                    <a:pt x="2006162" y="3321856"/>
                  </a:lnTo>
                  <a:lnTo>
                    <a:pt x="1962080" y="3270462"/>
                  </a:lnTo>
                  <a:lnTo>
                    <a:pt x="1918395" y="3222145"/>
                  </a:lnTo>
                  <a:lnTo>
                    <a:pt x="1874966" y="3177042"/>
                  </a:lnTo>
                  <a:lnTo>
                    <a:pt x="1831574" y="3135203"/>
                  </a:lnTo>
                  <a:lnTo>
                    <a:pt x="1787919" y="3096599"/>
                  </a:lnTo>
                  <a:lnTo>
                    <a:pt x="1768425" y="3080531"/>
                  </a:lnTo>
                  <a:lnTo>
                    <a:pt x="1719356" y="3043374"/>
                  </a:lnTo>
                  <a:lnTo>
                    <a:pt x="1668618" y="3009957"/>
                  </a:lnTo>
                  <a:lnTo>
                    <a:pt x="1615418" y="2980086"/>
                  </a:lnTo>
                  <a:lnTo>
                    <a:pt x="1558869" y="2953436"/>
                  </a:lnTo>
                  <a:lnTo>
                    <a:pt x="1498069" y="2929641"/>
                  </a:lnTo>
                  <a:lnTo>
                    <a:pt x="1432173" y="2908349"/>
                  </a:lnTo>
                  <a:lnTo>
                    <a:pt x="1360498" y="2889249"/>
                  </a:lnTo>
                  <a:lnTo>
                    <a:pt x="1282648" y="2872091"/>
                  </a:lnTo>
                  <a:lnTo>
                    <a:pt x="1198690" y="2856693"/>
                  </a:lnTo>
                  <a:lnTo>
                    <a:pt x="1109351" y="2842941"/>
                  </a:lnTo>
                  <a:lnTo>
                    <a:pt x="1016228" y="2830789"/>
                  </a:lnTo>
                  <a:lnTo>
                    <a:pt x="921918" y="2820244"/>
                  </a:lnTo>
                  <a:lnTo>
                    <a:pt x="829982" y="2811342"/>
                  </a:lnTo>
                  <a:lnTo>
                    <a:pt x="744652" y="2804115"/>
                  </a:lnTo>
                  <a:lnTo>
                    <a:pt x="670222" y="2798551"/>
                  </a:lnTo>
                  <a:lnTo>
                    <a:pt x="610237" y="2794565"/>
                  </a:lnTo>
                  <a:lnTo>
                    <a:pt x="566675" y="2791975"/>
                  </a:lnTo>
                  <a:lnTo>
                    <a:pt x="539405" y="2790518"/>
                  </a:lnTo>
                  <a:lnTo>
                    <a:pt x="526065" y="2789874"/>
                  </a:lnTo>
                  <a:lnTo>
                    <a:pt x="522282" y="2789708"/>
                  </a:lnTo>
                  <a:lnTo>
                    <a:pt x="522133" y="2789702"/>
                  </a:lnTo>
                  <a:lnTo>
                    <a:pt x="0" y="2789702"/>
                  </a:lnTo>
                  <a:lnTo>
                    <a:pt x="0" y="2789702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815" name="pg815"/>
            <p:cNvSpPr/>
            <p:nvPr/>
          </p:nvSpPr>
          <p:spPr>
            <a:xfrm>
              <a:off x="386606" y="4139015"/>
              <a:ext cx="8554953" cy="1767564"/>
            </a:xfrm>
            <a:custGeom>
              <a:avLst/>
              <a:pathLst>
                <a:path w="8554953" h="1767564">
                  <a:moveTo>
                    <a:pt x="0" y="11294"/>
                  </a:moveTo>
                  <a:lnTo>
                    <a:pt x="522133" y="11294"/>
                  </a:lnTo>
                  <a:lnTo>
                    <a:pt x="523354" y="11346"/>
                  </a:lnTo>
                  <a:lnTo>
                    <a:pt x="531341" y="11715"/>
                  </a:lnTo>
                  <a:lnTo>
                    <a:pt x="551337" y="12738"/>
                  </a:lnTo>
                  <a:lnTo>
                    <a:pt x="586730" y="14747"/>
                  </a:lnTo>
                  <a:lnTo>
                    <a:pt x="638757" y="18039"/>
                  </a:lnTo>
                  <a:lnTo>
                    <a:pt x="706435" y="22840"/>
                  </a:lnTo>
                  <a:lnTo>
                    <a:pt x="786900" y="29283"/>
                  </a:lnTo>
                  <a:lnTo>
                    <a:pt x="876120" y="37415"/>
                  </a:lnTo>
                  <a:lnTo>
                    <a:pt x="969744" y="47218"/>
                  </a:lnTo>
                  <a:lnTo>
                    <a:pt x="1063824" y="58653"/>
                  </a:lnTo>
                  <a:lnTo>
                    <a:pt x="1155271" y="71696"/>
                  </a:lnTo>
                  <a:lnTo>
                    <a:pt x="1242007" y="86365"/>
                  </a:lnTo>
                  <a:lnTo>
                    <a:pt x="1322899" y="102740"/>
                  </a:lnTo>
                  <a:lnTo>
                    <a:pt x="1397580" y="120969"/>
                  </a:lnTo>
                  <a:lnTo>
                    <a:pt x="1466244" y="141272"/>
                  </a:lnTo>
                  <a:lnTo>
                    <a:pt x="1529450" y="163932"/>
                  </a:lnTo>
                  <a:lnTo>
                    <a:pt x="1587977" y="189286"/>
                  </a:lnTo>
                  <a:lnTo>
                    <a:pt x="1642707" y="217700"/>
                  </a:lnTo>
                  <a:lnTo>
                    <a:pt x="1694545" y="249530"/>
                  </a:lnTo>
                  <a:lnTo>
                    <a:pt x="1744341" y="285051"/>
                  </a:lnTo>
                  <a:lnTo>
                    <a:pt x="1768425" y="304006"/>
                  </a:lnTo>
                  <a:lnTo>
                    <a:pt x="1812236" y="341374"/>
                  </a:lnTo>
                  <a:lnTo>
                    <a:pt x="1855621" y="381951"/>
                  </a:lnTo>
                  <a:lnTo>
                    <a:pt x="1898922" y="425798"/>
                  </a:lnTo>
                  <a:lnTo>
                    <a:pt x="1942389" y="472900"/>
                  </a:lnTo>
                  <a:lnTo>
                    <a:pt x="1986198" y="523160"/>
                  </a:lnTo>
                  <a:lnTo>
                    <a:pt x="2030452" y="576392"/>
                  </a:lnTo>
                  <a:lnTo>
                    <a:pt x="2075195" y="632315"/>
                  </a:lnTo>
                  <a:lnTo>
                    <a:pt x="2120411" y="690559"/>
                  </a:lnTo>
                  <a:lnTo>
                    <a:pt x="2166039" y="750669"/>
                  </a:lnTo>
                  <a:lnTo>
                    <a:pt x="2211977" y="812118"/>
                  </a:lnTo>
                  <a:lnTo>
                    <a:pt x="2258097" y="874326"/>
                  </a:lnTo>
                  <a:lnTo>
                    <a:pt x="2304253" y="936684"/>
                  </a:lnTo>
                  <a:lnTo>
                    <a:pt x="2350297" y="998575"/>
                  </a:lnTo>
                  <a:lnTo>
                    <a:pt x="2396090" y="1059403"/>
                  </a:lnTo>
                  <a:lnTo>
                    <a:pt x="2441516" y="1118611"/>
                  </a:lnTo>
                  <a:lnTo>
                    <a:pt x="2486493" y="1175710"/>
                  </a:lnTo>
                  <a:lnTo>
                    <a:pt x="2530982" y="1230286"/>
                  </a:lnTo>
                  <a:lnTo>
                    <a:pt x="2574997" y="1282014"/>
                  </a:lnTo>
                  <a:lnTo>
                    <a:pt x="2618612" y="1330662"/>
                  </a:lnTo>
                  <a:lnTo>
                    <a:pt x="2661967" y="1376091"/>
                  </a:lnTo>
                  <a:lnTo>
                    <a:pt x="2705274" y="1418247"/>
                  </a:lnTo>
                  <a:lnTo>
                    <a:pt x="2748831" y="1457157"/>
                  </a:lnTo>
                  <a:lnTo>
                    <a:pt x="2770117" y="1474852"/>
                  </a:lnTo>
                  <a:lnTo>
                    <a:pt x="2819178" y="1512244"/>
                  </a:lnTo>
                  <a:lnTo>
                    <a:pt x="2869907" y="1545873"/>
                  </a:lnTo>
                  <a:lnTo>
                    <a:pt x="2923097" y="1575934"/>
                  </a:lnTo>
                  <a:lnTo>
                    <a:pt x="2979634" y="1602754"/>
                  </a:lnTo>
                  <a:lnTo>
                    <a:pt x="3040421" y="1626700"/>
                  </a:lnTo>
                  <a:lnTo>
                    <a:pt x="3106300" y="1648129"/>
                  </a:lnTo>
                  <a:lnTo>
                    <a:pt x="3177957" y="1667352"/>
                  </a:lnTo>
                  <a:lnTo>
                    <a:pt x="3255785" y="1684620"/>
                  </a:lnTo>
                  <a:lnTo>
                    <a:pt x="3339722" y="1700118"/>
                  </a:lnTo>
                  <a:lnTo>
                    <a:pt x="3429038" y="1713959"/>
                  </a:lnTo>
                  <a:lnTo>
                    <a:pt x="3522140" y="1726190"/>
                  </a:lnTo>
                  <a:lnTo>
                    <a:pt x="3616436" y="1736805"/>
                  </a:lnTo>
                  <a:lnTo>
                    <a:pt x="3708366" y="1745767"/>
                  </a:lnTo>
                  <a:lnTo>
                    <a:pt x="3793701" y="1753043"/>
                  </a:lnTo>
                  <a:lnTo>
                    <a:pt x="3868150" y="1758645"/>
                  </a:lnTo>
                  <a:lnTo>
                    <a:pt x="3928165" y="1762661"/>
                  </a:lnTo>
                  <a:lnTo>
                    <a:pt x="3971767" y="1765270"/>
                  </a:lnTo>
                  <a:lnTo>
                    <a:pt x="3999077" y="1766740"/>
                  </a:lnTo>
                  <a:lnTo>
                    <a:pt x="4012452" y="1767390"/>
                  </a:lnTo>
                  <a:lnTo>
                    <a:pt x="4016257" y="1767558"/>
                  </a:lnTo>
                  <a:lnTo>
                    <a:pt x="4016409" y="1767564"/>
                  </a:lnTo>
                  <a:lnTo>
                    <a:pt x="4538543" y="1767564"/>
                  </a:lnTo>
                  <a:lnTo>
                    <a:pt x="4539812" y="1767560"/>
                  </a:lnTo>
                  <a:lnTo>
                    <a:pt x="4548111" y="1767529"/>
                  </a:lnTo>
                  <a:lnTo>
                    <a:pt x="4568859" y="1767443"/>
                  </a:lnTo>
                  <a:lnTo>
                    <a:pt x="4605510" y="1767275"/>
                  </a:lnTo>
                  <a:lnTo>
                    <a:pt x="4659243" y="1767000"/>
                  </a:lnTo>
                  <a:lnTo>
                    <a:pt x="4728901" y="1766599"/>
                  </a:lnTo>
                  <a:lnTo>
                    <a:pt x="4811389" y="1766062"/>
                  </a:lnTo>
                  <a:lnTo>
                    <a:pt x="4902449" y="1765386"/>
                  </a:lnTo>
                  <a:lnTo>
                    <a:pt x="4997566" y="1764572"/>
                  </a:lnTo>
                  <a:lnTo>
                    <a:pt x="5092718" y="1763624"/>
                  </a:lnTo>
                  <a:lnTo>
                    <a:pt x="5184822" y="1762543"/>
                  </a:lnTo>
                  <a:lnTo>
                    <a:pt x="5271860" y="1761327"/>
                  </a:lnTo>
                  <a:lnTo>
                    <a:pt x="5352789" y="1759969"/>
                  </a:lnTo>
                  <a:lnTo>
                    <a:pt x="5427341" y="1758454"/>
                  </a:lnTo>
                  <a:lnTo>
                    <a:pt x="5495797" y="1756765"/>
                  </a:lnTo>
                  <a:lnTo>
                    <a:pt x="5558796" y="1754876"/>
                  </a:lnTo>
                  <a:lnTo>
                    <a:pt x="5617178" y="1752758"/>
                  </a:lnTo>
                  <a:lnTo>
                    <a:pt x="5671874" y="1750380"/>
                  </a:lnTo>
                  <a:lnTo>
                    <a:pt x="5723818" y="1747714"/>
                  </a:lnTo>
                  <a:lnTo>
                    <a:pt x="5773868" y="1744739"/>
                  </a:lnTo>
                  <a:lnTo>
                    <a:pt x="5784835" y="1744034"/>
                  </a:lnTo>
                  <a:lnTo>
                    <a:pt x="5838976" y="1740279"/>
                  </a:lnTo>
                  <a:lnTo>
                    <a:pt x="5892596" y="1736127"/>
                  </a:lnTo>
                  <a:lnTo>
                    <a:pt x="5946279" y="1731572"/>
                  </a:lnTo>
                  <a:lnTo>
                    <a:pt x="6000415" y="1726624"/>
                  </a:lnTo>
                  <a:lnTo>
                    <a:pt x="6055224" y="1721310"/>
                  </a:lnTo>
                  <a:lnTo>
                    <a:pt x="6110778" y="1715672"/>
                  </a:lnTo>
                  <a:lnTo>
                    <a:pt x="6167023" y="1709772"/>
                  </a:lnTo>
                  <a:lnTo>
                    <a:pt x="6223799" y="1703685"/>
                  </a:lnTo>
                  <a:lnTo>
                    <a:pt x="6280873" y="1697497"/>
                  </a:lnTo>
                  <a:lnTo>
                    <a:pt x="6337971" y="1691301"/>
                  </a:lnTo>
                  <a:lnTo>
                    <a:pt x="6394815" y="1685190"/>
                  </a:lnTo>
                  <a:lnTo>
                    <a:pt x="6451163" y="1679253"/>
                  </a:lnTo>
                  <a:lnTo>
                    <a:pt x="6506841" y="1673566"/>
                  </a:lnTo>
                  <a:lnTo>
                    <a:pt x="6561774" y="1668194"/>
                  </a:lnTo>
                  <a:lnTo>
                    <a:pt x="6616012" y="1663182"/>
                  </a:lnTo>
                  <a:lnTo>
                    <a:pt x="6669749" y="1658560"/>
                  </a:lnTo>
                  <a:lnTo>
                    <a:pt x="6723344" y="1654340"/>
                  </a:lnTo>
                  <a:lnTo>
                    <a:pt x="6777347" y="1650519"/>
                  </a:lnTo>
                  <a:lnTo>
                    <a:pt x="6786527" y="1649915"/>
                  </a:lnTo>
                  <a:lnTo>
                    <a:pt x="6836257" y="1646871"/>
                  </a:lnTo>
                  <a:lnTo>
                    <a:pt x="6887709" y="1644137"/>
                  </a:lnTo>
                  <a:lnTo>
                    <a:pt x="6941713" y="1641697"/>
                  </a:lnTo>
                  <a:lnTo>
                    <a:pt x="6999191" y="1639524"/>
                  </a:lnTo>
                  <a:lnTo>
                    <a:pt x="7061084" y="1637587"/>
                  </a:lnTo>
                  <a:lnTo>
                    <a:pt x="7128260" y="1635855"/>
                  </a:lnTo>
                  <a:lnTo>
                    <a:pt x="7201414" y="1634304"/>
                  </a:lnTo>
                  <a:lnTo>
                    <a:pt x="7280923" y="1632912"/>
                  </a:lnTo>
                  <a:lnTo>
                    <a:pt x="7366659" y="1631665"/>
                  </a:lnTo>
                  <a:lnTo>
                    <a:pt x="7457772" y="1630554"/>
                  </a:lnTo>
                  <a:lnTo>
                    <a:pt x="7552475" y="1629576"/>
                  </a:lnTo>
                  <a:lnTo>
                    <a:pt x="7647919" y="1628732"/>
                  </a:lnTo>
                  <a:lnTo>
                    <a:pt x="7740267" y="1628025"/>
                  </a:lnTo>
                  <a:lnTo>
                    <a:pt x="7825056" y="1627457"/>
                  </a:lnTo>
                  <a:lnTo>
                    <a:pt x="7897896" y="1627027"/>
                  </a:lnTo>
                  <a:lnTo>
                    <a:pt x="7955354" y="1626725"/>
                  </a:lnTo>
                  <a:lnTo>
                    <a:pt x="7995794" y="1626535"/>
                  </a:lnTo>
                  <a:lnTo>
                    <a:pt x="8019861" y="1626433"/>
                  </a:lnTo>
                  <a:lnTo>
                    <a:pt x="8030528" y="1626393"/>
                  </a:lnTo>
                  <a:lnTo>
                    <a:pt x="8032819" y="1626385"/>
                  </a:lnTo>
                  <a:lnTo>
                    <a:pt x="8554953" y="1626385"/>
                  </a:lnTo>
                  <a:lnTo>
                    <a:pt x="8554953" y="1615090"/>
                  </a:lnTo>
                  <a:lnTo>
                    <a:pt x="8032819" y="1615090"/>
                  </a:lnTo>
                  <a:lnTo>
                    <a:pt x="8031550" y="1615095"/>
                  </a:lnTo>
                  <a:lnTo>
                    <a:pt x="8023251" y="1615126"/>
                  </a:lnTo>
                  <a:lnTo>
                    <a:pt x="8002503" y="1615211"/>
                  </a:lnTo>
                  <a:lnTo>
                    <a:pt x="7965852" y="1615379"/>
                  </a:lnTo>
                  <a:lnTo>
                    <a:pt x="7912119" y="1615655"/>
                  </a:lnTo>
                  <a:lnTo>
                    <a:pt x="7842461" y="1616055"/>
                  </a:lnTo>
                  <a:lnTo>
                    <a:pt x="7759973" y="1616592"/>
                  </a:lnTo>
                  <a:lnTo>
                    <a:pt x="7668913" y="1617268"/>
                  </a:lnTo>
                  <a:lnTo>
                    <a:pt x="7573796" y="1618082"/>
                  </a:lnTo>
                  <a:lnTo>
                    <a:pt x="7478644" y="1619031"/>
                  </a:lnTo>
                  <a:lnTo>
                    <a:pt x="7386540" y="1620112"/>
                  </a:lnTo>
                  <a:lnTo>
                    <a:pt x="7299502" y="1621328"/>
                  </a:lnTo>
                  <a:lnTo>
                    <a:pt x="7218573" y="1622686"/>
                  </a:lnTo>
                  <a:lnTo>
                    <a:pt x="7144021" y="1624200"/>
                  </a:lnTo>
                  <a:lnTo>
                    <a:pt x="7075565" y="1625890"/>
                  </a:lnTo>
                  <a:lnTo>
                    <a:pt x="7012566" y="1627779"/>
                  </a:lnTo>
                  <a:lnTo>
                    <a:pt x="6954184" y="1629897"/>
                  </a:lnTo>
                  <a:lnTo>
                    <a:pt x="6899488" y="1632275"/>
                  </a:lnTo>
                  <a:lnTo>
                    <a:pt x="6847544" y="1634941"/>
                  </a:lnTo>
                  <a:lnTo>
                    <a:pt x="6797494" y="1637915"/>
                  </a:lnTo>
                  <a:lnTo>
                    <a:pt x="6786527" y="1638620"/>
                  </a:lnTo>
                  <a:lnTo>
                    <a:pt x="6732386" y="1642375"/>
                  </a:lnTo>
                  <a:lnTo>
                    <a:pt x="6678766" y="1646528"/>
                  </a:lnTo>
                  <a:lnTo>
                    <a:pt x="6625083" y="1651082"/>
                  </a:lnTo>
                  <a:lnTo>
                    <a:pt x="6570947" y="1656030"/>
                  </a:lnTo>
                  <a:lnTo>
                    <a:pt x="6516138" y="1661345"/>
                  </a:lnTo>
                  <a:lnTo>
                    <a:pt x="6460584" y="1666982"/>
                  </a:lnTo>
                  <a:lnTo>
                    <a:pt x="6404339" y="1672882"/>
                  </a:lnTo>
                  <a:lnTo>
                    <a:pt x="6347563" y="1678970"/>
                  </a:lnTo>
                  <a:lnTo>
                    <a:pt x="6290489" y="1685158"/>
                  </a:lnTo>
                  <a:lnTo>
                    <a:pt x="6233391" y="1691354"/>
                  </a:lnTo>
                  <a:lnTo>
                    <a:pt x="6176547" y="1697464"/>
                  </a:lnTo>
                  <a:lnTo>
                    <a:pt x="6120199" y="1703402"/>
                  </a:lnTo>
                  <a:lnTo>
                    <a:pt x="6064521" y="1709088"/>
                  </a:lnTo>
                  <a:lnTo>
                    <a:pt x="6009588" y="1714460"/>
                  </a:lnTo>
                  <a:lnTo>
                    <a:pt x="5955350" y="1719472"/>
                  </a:lnTo>
                  <a:lnTo>
                    <a:pt x="5901613" y="1724094"/>
                  </a:lnTo>
                  <a:lnTo>
                    <a:pt x="5848018" y="1728314"/>
                  </a:lnTo>
                  <a:lnTo>
                    <a:pt x="5794014" y="1732135"/>
                  </a:lnTo>
                  <a:lnTo>
                    <a:pt x="5784835" y="1732740"/>
                  </a:lnTo>
                  <a:lnTo>
                    <a:pt x="5735105" y="1735784"/>
                  </a:lnTo>
                  <a:lnTo>
                    <a:pt x="5683653" y="1738517"/>
                  </a:lnTo>
                  <a:lnTo>
                    <a:pt x="5629649" y="1740957"/>
                  </a:lnTo>
                  <a:lnTo>
                    <a:pt x="5572170" y="1743130"/>
                  </a:lnTo>
                  <a:lnTo>
                    <a:pt x="5510278" y="1745068"/>
                  </a:lnTo>
                  <a:lnTo>
                    <a:pt x="5443102" y="1746800"/>
                  </a:lnTo>
                  <a:lnTo>
                    <a:pt x="5369948" y="1748351"/>
                  </a:lnTo>
                  <a:lnTo>
                    <a:pt x="5290439" y="1749743"/>
                  </a:lnTo>
                  <a:lnTo>
                    <a:pt x="5204703" y="1750989"/>
                  </a:lnTo>
                  <a:lnTo>
                    <a:pt x="5113590" y="1752100"/>
                  </a:lnTo>
                  <a:lnTo>
                    <a:pt x="5018887" y="1753078"/>
                  </a:lnTo>
                  <a:lnTo>
                    <a:pt x="4923443" y="1753922"/>
                  </a:lnTo>
                  <a:lnTo>
                    <a:pt x="4831095" y="1754629"/>
                  </a:lnTo>
                  <a:lnTo>
                    <a:pt x="4746306" y="1755197"/>
                  </a:lnTo>
                  <a:lnTo>
                    <a:pt x="4673466" y="1755628"/>
                  </a:lnTo>
                  <a:lnTo>
                    <a:pt x="4616008" y="1755929"/>
                  </a:lnTo>
                  <a:lnTo>
                    <a:pt x="4575568" y="1756119"/>
                  </a:lnTo>
                  <a:lnTo>
                    <a:pt x="4551501" y="1756221"/>
                  </a:lnTo>
                  <a:lnTo>
                    <a:pt x="4540834" y="1756262"/>
                  </a:lnTo>
                  <a:lnTo>
                    <a:pt x="4538543" y="1756270"/>
                  </a:lnTo>
                  <a:lnTo>
                    <a:pt x="4016409" y="1756270"/>
                  </a:lnTo>
                  <a:lnTo>
                    <a:pt x="4015189" y="1756218"/>
                  </a:lnTo>
                  <a:lnTo>
                    <a:pt x="4007201" y="1755848"/>
                  </a:lnTo>
                  <a:lnTo>
                    <a:pt x="3987206" y="1754826"/>
                  </a:lnTo>
                  <a:lnTo>
                    <a:pt x="3951813" y="1752817"/>
                  </a:lnTo>
                  <a:lnTo>
                    <a:pt x="3899785" y="1749525"/>
                  </a:lnTo>
                  <a:lnTo>
                    <a:pt x="3832107" y="1744724"/>
                  </a:lnTo>
                  <a:lnTo>
                    <a:pt x="3751642" y="1738280"/>
                  </a:lnTo>
                  <a:lnTo>
                    <a:pt x="3662422" y="1730149"/>
                  </a:lnTo>
                  <a:lnTo>
                    <a:pt x="3568799" y="1720346"/>
                  </a:lnTo>
                  <a:lnTo>
                    <a:pt x="3474719" y="1708910"/>
                  </a:lnTo>
                  <a:lnTo>
                    <a:pt x="3383271" y="1695867"/>
                  </a:lnTo>
                  <a:lnTo>
                    <a:pt x="3296535" y="1681198"/>
                  </a:lnTo>
                  <a:lnTo>
                    <a:pt x="3215644" y="1664823"/>
                  </a:lnTo>
                  <a:lnTo>
                    <a:pt x="3140962" y="1646594"/>
                  </a:lnTo>
                  <a:lnTo>
                    <a:pt x="3072298" y="1626291"/>
                  </a:lnTo>
                  <a:lnTo>
                    <a:pt x="3009092" y="1603631"/>
                  </a:lnTo>
                  <a:lnTo>
                    <a:pt x="2950566" y="1578278"/>
                  </a:lnTo>
                  <a:lnTo>
                    <a:pt x="2895835" y="1549864"/>
                  </a:lnTo>
                  <a:lnTo>
                    <a:pt x="2843997" y="1518034"/>
                  </a:lnTo>
                  <a:lnTo>
                    <a:pt x="2794201" y="1482513"/>
                  </a:lnTo>
                  <a:lnTo>
                    <a:pt x="2770117" y="1463558"/>
                  </a:lnTo>
                  <a:lnTo>
                    <a:pt x="2726306" y="1426189"/>
                  </a:lnTo>
                  <a:lnTo>
                    <a:pt x="2682921" y="1385612"/>
                  </a:lnTo>
                  <a:lnTo>
                    <a:pt x="2639620" y="1341766"/>
                  </a:lnTo>
                  <a:lnTo>
                    <a:pt x="2596153" y="1294664"/>
                  </a:lnTo>
                  <a:lnTo>
                    <a:pt x="2552345" y="1244404"/>
                  </a:lnTo>
                  <a:lnTo>
                    <a:pt x="2508090" y="1191172"/>
                  </a:lnTo>
                  <a:lnTo>
                    <a:pt x="2463348" y="1135248"/>
                  </a:lnTo>
                  <a:lnTo>
                    <a:pt x="2418131" y="1077004"/>
                  </a:lnTo>
                  <a:lnTo>
                    <a:pt x="2372503" y="1016895"/>
                  </a:lnTo>
                  <a:lnTo>
                    <a:pt x="2326565" y="955446"/>
                  </a:lnTo>
                  <a:lnTo>
                    <a:pt x="2280445" y="893237"/>
                  </a:lnTo>
                  <a:lnTo>
                    <a:pt x="2234289" y="830879"/>
                  </a:lnTo>
                  <a:lnTo>
                    <a:pt x="2188245" y="768988"/>
                  </a:lnTo>
                  <a:lnTo>
                    <a:pt x="2142452" y="708161"/>
                  </a:lnTo>
                  <a:lnTo>
                    <a:pt x="2097026" y="648952"/>
                  </a:lnTo>
                  <a:lnTo>
                    <a:pt x="2052050" y="591853"/>
                  </a:lnTo>
                  <a:lnTo>
                    <a:pt x="2007560" y="537278"/>
                  </a:lnTo>
                  <a:lnTo>
                    <a:pt x="1963545" y="485550"/>
                  </a:lnTo>
                  <a:lnTo>
                    <a:pt x="1919930" y="436902"/>
                  </a:lnTo>
                  <a:lnTo>
                    <a:pt x="1876575" y="391473"/>
                  </a:lnTo>
                  <a:lnTo>
                    <a:pt x="1833268" y="349316"/>
                  </a:lnTo>
                  <a:lnTo>
                    <a:pt x="1789711" y="310406"/>
                  </a:lnTo>
                  <a:lnTo>
                    <a:pt x="1768425" y="292711"/>
                  </a:lnTo>
                  <a:lnTo>
                    <a:pt x="1719364" y="255320"/>
                  </a:lnTo>
                  <a:lnTo>
                    <a:pt x="1668635" y="221690"/>
                  </a:lnTo>
                  <a:lnTo>
                    <a:pt x="1615445" y="191630"/>
                  </a:lnTo>
                  <a:lnTo>
                    <a:pt x="1558909" y="164810"/>
                  </a:lnTo>
                  <a:lnTo>
                    <a:pt x="1498122" y="140863"/>
                  </a:lnTo>
                  <a:lnTo>
                    <a:pt x="1432242" y="119435"/>
                  </a:lnTo>
                  <a:lnTo>
                    <a:pt x="1360586" y="100212"/>
                  </a:lnTo>
                  <a:lnTo>
                    <a:pt x="1282757" y="82944"/>
                  </a:lnTo>
                  <a:lnTo>
                    <a:pt x="1198821" y="67446"/>
                  </a:lnTo>
                  <a:lnTo>
                    <a:pt x="1109504" y="53605"/>
                  </a:lnTo>
                  <a:lnTo>
                    <a:pt x="1016402" y="41374"/>
                  </a:lnTo>
                  <a:lnTo>
                    <a:pt x="922106" y="30759"/>
                  </a:lnTo>
                  <a:lnTo>
                    <a:pt x="830177" y="21797"/>
                  </a:lnTo>
                  <a:lnTo>
                    <a:pt x="744841" y="14520"/>
                  </a:lnTo>
                  <a:lnTo>
                    <a:pt x="670393" y="8918"/>
                  </a:lnTo>
                  <a:lnTo>
                    <a:pt x="610377" y="4903"/>
                  </a:lnTo>
                  <a:lnTo>
                    <a:pt x="566775" y="2293"/>
                  </a:lnTo>
                  <a:lnTo>
                    <a:pt x="539465" y="824"/>
                  </a:lnTo>
                  <a:lnTo>
                    <a:pt x="526090" y="174"/>
                  </a:lnTo>
                  <a:lnTo>
                    <a:pt x="522285" y="6"/>
                  </a:lnTo>
                  <a:lnTo>
                    <a:pt x="5221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28E5B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816" name="pl816"/>
            <p:cNvSpPr/>
            <p:nvPr/>
          </p:nvSpPr>
          <p:spPr>
            <a:xfrm>
              <a:off x="386606" y="4150310"/>
              <a:ext cx="8554953" cy="1756270"/>
            </a:xfrm>
            <a:custGeom>
              <a:avLst/>
              <a:pathLst>
                <a:path w="8554953" h="1756270">
                  <a:moveTo>
                    <a:pt x="0" y="0"/>
                  </a:moveTo>
                  <a:lnTo>
                    <a:pt x="522133" y="0"/>
                  </a:lnTo>
                  <a:lnTo>
                    <a:pt x="523354" y="51"/>
                  </a:lnTo>
                  <a:lnTo>
                    <a:pt x="531341" y="421"/>
                  </a:lnTo>
                  <a:lnTo>
                    <a:pt x="551337" y="1444"/>
                  </a:lnTo>
                  <a:lnTo>
                    <a:pt x="586730" y="3452"/>
                  </a:lnTo>
                  <a:lnTo>
                    <a:pt x="638757" y="6744"/>
                  </a:lnTo>
                  <a:lnTo>
                    <a:pt x="706435" y="11546"/>
                  </a:lnTo>
                  <a:lnTo>
                    <a:pt x="786900" y="17989"/>
                  </a:lnTo>
                  <a:lnTo>
                    <a:pt x="876120" y="26120"/>
                  </a:lnTo>
                  <a:lnTo>
                    <a:pt x="969744" y="35923"/>
                  </a:lnTo>
                  <a:lnTo>
                    <a:pt x="1063824" y="47359"/>
                  </a:lnTo>
                  <a:lnTo>
                    <a:pt x="1155271" y="60402"/>
                  </a:lnTo>
                  <a:lnTo>
                    <a:pt x="1242007" y="75071"/>
                  </a:lnTo>
                  <a:lnTo>
                    <a:pt x="1322899" y="91446"/>
                  </a:lnTo>
                  <a:lnTo>
                    <a:pt x="1397580" y="109675"/>
                  </a:lnTo>
                  <a:lnTo>
                    <a:pt x="1466244" y="129978"/>
                  </a:lnTo>
                  <a:lnTo>
                    <a:pt x="1529450" y="152638"/>
                  </a:lnTo>
                  <a:lnTo>
                    <a:pt x="1587977" y="177991"/>
                  </a:lnTo>
                  <a:lnTo>
                    <a:pt x="1642707" y="206405"/>
                  </a:lnTo>
                  <a:lnTo>
                    <a:pt x="1694545" y="238235"/>
                  </a:lnTo>
                  <a:lnTo>
                    <a:pt x="1744341" y="273756"/>
                  </a:lnTo>
                  <a:lnTo>
                    <a:pt x="1768425" y="292711"/>
                  </a:lnTo>
                  <a:lnTo>
                    <a:pt x="1812236" y="330080"/>
                  </a:lnTo>
                  <a:lnTo>
                    <a:pt x="1855621" y="370657"/>
                  </a:lnTo>
                  <a:lnTo>
                    <a:pt x="1898922" y="414503"/>
                  </a:lnTo>
                  <a:lnTo>
                    <a:pt x="1942389" y="461605"/>
                  </a:lnTo>
                  <a:lnTo>
                    <a:pt x="1986198" y="511866"/>
                  </a:lnTo>
                  <a:lnTo>
                    <a:pt x="2030452" y="565097"/>
                  </a:lnTo>
                  <a:lnTo>
                    <a:pt x="2075195" y="621021"/>
                  </a:lnTo>
                  <a:lnTo>
                    <a:pt x="2120411" y="679265"/>
                  </a:lnTo>
                  <a:lnTo>
                    <a:pt x="2166039" y="739375"/>
                  </a:lnTo>
                  <a:lnTo>
                    <a:pt x="2211977" y="800823"/>
                  </a:lnTo>
                  <a:lnTo>
                    <a:pt x="2258097" y="863032"/>
                  </a:lnTo>
                  <a:lnTo>
                    <a:pt x="2304253" y="925390"/>
                  </a:lnTo>
                  <a:lnTo>
                    <a:pt x="2350297" y="987281"/>
                  </a:lnTo>
                  <a:lnTo>
                    <a:pt x="2396090" y="1048108"/>
                  </a:lnTo>
                  <a:lnTo>
                    <a:pt x="2441516" y="1107317"/>
                  </a:lnTo>
                  <a:lnTo>
                    <a:pt x="2486493" y="1164416"/>
                  </a:lnTo>
                  <a:lnTo>
                    <a:pt x="2530982" y="1218991"/>
                  </a:lnTo>
                  <a:lnTo>
                    <a:pt x="2574997" y="1270719"/>
                  </a:lnTo>
                  <a:lnTo>
                    <a:pt x="2618612" y="1319368"/>
                  </a:lnTo>
                  <a:lnTo>
                    <a:pt x="2661967" y="1364796"/>
                  </a:lnTo>
                  <a:lnTo>
                    <a:pt x="2705274" y="1406953"/>
                  </a:lnTo>
                  <a:lnTo>
                    <a:pt x="2748831" y="1445863"/>
                  </a:lnTo>
                  <a:lnTo>
                    <a:pt x="2770117" y="1463558"/>
                  </a:lnTo>
                  <a:lnTo>
                    <a:pt x="2819178" y="1500950"/>
                  </a:lnTo>
                  <a:lnTo>
                    <a:pt x="2869907" y="1534579"/>
                  </a:lnTo>
                  <a:lnTo>
                    <a:pt x="2923097" y="1564640"/>
                  </a:lnTo>
                  <a:lnTo>
                    <a:pt x="2979634" y="1591459"/>
                  </a:lnTo>
                  <a:lnTo>
                    <a:pt x="3040421" y="1615406"/>
                  </a:lnTo>
                  <a:lnTo>
                    <a:pt x="3106300" y="1636835"/>
                  </a:lnTo>
                  <a:lnTo>
                    <a:pt x="3177957" y="1656057"/>
                  </a:lnTo>
                  <a:lnTo>
                    <a:pt x="3255785" y="1673326"/>
                  </a:lnTo>
                  <a:lnTo>
                    <a:pt x="3339722" y="1688823"/>
                  </a:lnTo>
                  <a:lnTo>
                    <a:pt x="3429038" y="1702664"/>
                  </a:lnTo>
                  <a:lnTo>
                    <a:pt x="3522140" y="1714895"/>
                  </a:lnTo>
                  <a:lnTo>
                    <a:pt x="3616436" y="1725510"/>
                  </a:lnTo>
                  <a:lnTo>
                    <a:pt x="3708366" y="1734472"/>
                  </a:lnTo>
                  <a:lnTo>
                    <a:pt x="3793701" y="1741749"/>
                  </a:lnTo>
                  <a:lnTo>
                    <a:pt x="3868150" y="1747351"/>
                  </a:lnTo>
                  <a:lnTo>
                    <a:pt x="3928165" y="1751366"/>
                  </a:lnTo>
                  <a:lnTo>
                    <a:pt x="3971767" y="1753976"/>
                  </a:lnTo>
                  <a:lnTo>
                    <a:pt x="3999077" y="1755445"/>
                  </a:lnTo>
                  <a:lnTo>
                    <a:pt x="4012452" y="1756095"/>
                  </a:lnTo>
                  <a:lnTo>
                    <a:pt x="4016257" y="1756264"/>
                  </a:lnTo>
                  <a:lnTo>
                    <a:pt x="4016409" y="1756270"/>
                  </a:lnTo>
                  <a:lnTo>
                    <a:pt x="4538543" y="1756270"/>
                  </a:lnTo>
                  <a:lnTo>
                    <a:pt x="4539812" y="1756265"/>
                  </a:lnTo>
                  <a:lnTo>
                    <a:pt x="4548111" y="1756234"/>
                  </a:lnTo>
                  <a:lnTo>
                    <a:pt x="4568859" y="1756149"/>
                  </a:lnTo>
                  <a:lnTo>
                    <a:pt x="4605510" y="1755981"/>
                  </a:lnTo>
                  <a:lnTo>
                    <a:pt x="4659243" y="1755706"/>
                  </a:lnTo>
                  <a:lnTo>
                    <a:pt x="4728901" y="1755305"/>
                  </a:lnTo>
                  <a:lnTo>
                    <a:pt x="4811389" y="1754768"/>
                  </a:lnTo>
                  <a:lnTo>
                    <a:pt x="4902449" y="1754092"/>
                  </a:lnTo>
                  <a:lnTo>
                    <a:pt x="4997566" y="1753278"/>
                  </a:lnTo>
                  <a:lnTo>
                    <a:pt x="5092718" y="1752329"/>
                  </a:lnTo>
                  <a:lnTo>
                    <a:pt x="5184822" y="1751248"/>
                  </a:lnTo>
                  <a:lnTo>
                    <a:pt x="5271860" y="1750032"/>
                  </a:lnTo>
                  <a:lnTo>
                    <a:pt x="5352789" y="1748674"/>
                  </a:lnTo>
                  <a:lnTo>
                    <a:pt x="5427341" y="1747160"/>
                  </a:lnTo>
                  <a:lnTo>
                    <a:pt x="5495797" y="1745471"/>
                  </a:lnTo>
                  <a:lnTo>
                    <a:pt x="5558796" y="1743581"/>
                  </a:lnTo>
                  <a:lnTo>
                    <a:pt x="5617178" y="1741463"/>
                  </a:lnTo>
                  <a:lnTo>
                    <a:pt x="5671874" y="1739086"/>
                  </a:lnTo>
                  <a:lnTo>
                    <a:pt x="5723818" y="1736419"/>
                  </a:lnTo>
                  <a:lnTo>
                    <a:pt x="5773868" y="1733445"/>
                  </a:lnTo>
                  <a:lnTo>
                    <a:pt x="5784835" y="1732740"/>
                  </a:lnTo>
                  <a:lnTo>
                    <a:pt x="5838976" y="1728985"/>
                  </a:lnTo>
                  <a:lnTo>
                    <a:pt x="5892596" y="1724832"/>
                  </a:lnTo>
                  <a:lnTo>
                    <a:pt x="5946279" y="1720278"/>
                  </a:lnTo>
                  <a:lnTo>
                    <a:pt x="6000415" y="1715330"/>
                  </a:lnTo>
                  <a:lnTo>
                    <a:pt x="6055224" y="1710016"/>
                  </a:lnTo>
                  <a:lnTo>
                    <a:pt x="6110778" y="1704378"/>
                  </a:lnTo>
                  <a:lnTo>
                    <a:pt x="6167023" y="1698478"/>
                  </a:lnTo>
                  <a:lnTo>
                    <a:pt x="6223799" y="1692391"/>
                  </a:lnTo>
                  <a:lnTo>
                    <a:pt x="6280873" y="1686202"/>
                  </a:lnTo>
                  <a:lnTo>
                    <a:pt x="6337971" y="1680006"/>
                  </a:lnTo>
                  <a:lnTo>
                    <a:pt x="6394815" y="1673896"/>
                  </a:lnTo>
                  <a:lnTo>
                    <a:pt x="6451163" y="1667959"/>
                  </a:lnTo>
                  <a:lnTo>
                    <a:pt x="6506841" y="1662272"/>
                  </a:lnTo>
                  <a:lnTo>
                    <a:pt x="6561774" y="1656900"/>
                  </a:lnTo>
                  <a:lnTo>
                    <a:pt x="6616012" y="1651888"/>
                  </a:lnTo>
                  <a:lnTo>
                    <a:pt x="6669749" y="1647266"/>
                  </a:lnTo>
                  <a:lnTo>
                    <a:pt x="6723344" y="1643046"/>
                  </a:lnTo>
                  <a:lnTo>
                    <a:pt x="6777347" y="1639225"/>
                  </a:lnTo>
                  <a:lnTo>
                    <a:pt x="6786527" y="1638620"/>
                  </a:lnTo>
                  <a:lnTo>
                    <a:pt x="6836257" y="1635576"/>
                  </a:lnTo>
                  <a:lnTo>
                    <a:pt x="6887709" y="1632843"/>
                  </a:lnTo>
                  <a:lnTo>
                    <a:pt x="6941713" y="1630403"/>
                  </a:lnTo>
                  <a:lnTo>
                    <a:pt x="6999191" y="1628230"/>
                  </a:lnTo>
                  <a:lnTo>
                    <a:pt x="7061084" y="1626292"/>
                  </a:lnTo>
                  <a:lnTo>
                    <a:pt x="7128260" y="1624561"/>
                  </a:lnTo>
                  <a:lnTo>
                    <a:pt x="7201414" y="1623009"/>
                  </a:lnTo>
                  <a:lnTo>
                    <a:pt x="7280923" y="1621618"/>
                  </a:lnTo>
                  <a:lnTo>
                    <a:pt x="7366659" y="1620371"/>
                  </a:lnTo>
                  <a:lnTo>
                    <a:pt x="7457772" y="1619260"/>
                  </a:lnTo>
                  <a:lnTo>
                    <a:pt x="7552475" y="1618282"/>
                  </a:lnTo>
                  <a:lnTo>
                    <a:pt x="7647919" y="1617438"/>
                  </a:lnTo>
                  <a:lnTo>
                    <a:pt x="7740267" y="1616731"/>
                  </a:lnTo>
                  <a:lnTo>
                    <a:pt x="7825056" y="1616163"/>
                  </a:lnTo>
                  <a:lnTo>
                    <a:pt x="7897896" y="1615732"/>
                  </a:lnTo>
                  <a:lnTo>
                    <a:pt x="7955354" y="1615431"/>
                  </a:lnTo>
                  <a:lnTo>
                    <a:pt x="7995794" y="1615241"/>
                  </a:lnTo>
                  <a:lnTo>
                    <a:pt x="8019861" y="1615139"/>
                  </a:lnTo>
                  <a:lnTo>
                    <a:pt x="8030528" y="1615098"/>
                  </a:lnTo>
                  <a:lnTo>
                    <a:pt x="8032805" y="1615090"/>
                  </a:lnTo>
                  <a:lnTo>
                    <a:pt x="8032819" y="1615090"/>
                  </a:lnTo>
                  <a:lnTo>
                    <a:pt x="8554953" y="1615090"/>
                  </a:lnTo>
                  <a:lnTo>
                    <a:pt x="8554953" y="161509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817" name="pl817"/>
            <p:cNvSpPr/>
            <p:nvPr/>
          </p:nvSpPr>
          <p:spPr>
            <a:xfrm>
              <a:off x="386606" y="4139015"/>
              <a:ext cx="8554953" cy="1756270"/>
            </a:xfrm>
            <a:custGeom>
              <a:avLst/>
              <a:pathLst>
                <a:path w="8554953" h="1756270">
                  <a:moveTo>
                    <a:pt x="8554953" y="1615090"/>
                  </a:moveTo>
                  <a:lnTo>
                    <a:pt x="8032819" y="1615090"/>
                  </a:lnTo>
                  <a:lnTo>
                    <a:pt x="8031550" y="1615095"/>
                  </a:lnTo>
                  <a:lnTo>
                    <a:pt x="8023251" y="1615126"/>
                  </a:lnTo>
                  <a:lnTo>
                    <a:pt x="8002503" y="1615211"/>
                  </a:lnTo>
                  <a:lnTo>
                    <a:pt x="7965852" y="1615379"/>
                  </a:lnTo>
                  <a:lnTo>
                    <a:pt x="7912119" y="1615655"/>
                  </a:lnTo>
                  <a:lnTo>
                    <a:pt x="7842461" y="1616055"/>
                  </a:lnTo>
                  <a:lnTo>
                    <a:pt x="7759973" y="1616592"/>
                  </a:lnTo>
                  <a:lnTo>
                    <a:pt x="7668913" y="1617268"/>
                  </a:lnTo>
                  <a:lnTo>
                    <a:pt x="7573796" y="1618082"/>
                  </a:lnTo>
                  <a:lnTo>
                    <a:pt x="7478644" y="1619031"/>
                  </a:lnTo>
                  <a:lnTo>
                    <a:pt x="7386540" y="1620112"/>
                  </a:lnTo>
                  <a:lnTo>
                    <a:pt x="7299502" y="1621328"/>
                  </a:lnTo>
                  <a:lnTo>
                    <a:pt x="7218573" y="1622686"/>
                  </a:lnTo>
                  <a:lnTo>
                    <a:pt x="7144021" y="1624200"/>
                  </a:lnTo>
                  <a:lnTo>
                    <a:pt x="7075565" y="1625890"/>
                  </a:lnTo>
                  <a:lnTo>
                    <a:pt x="7012566" y="1627779"/>
                  </a:lnTo>
                  <a:lnTo>
                    <a:pt x="6954184" y="1629897"/>
                  </a:lnTo>
                  <a:lnTo>
                    <a:pt x="6899488" y="1632275"/>
                  </a:lnTo>
                  <a:lnTo>
                    <a:pt x="6847544" y="1634941"/>
                  </a:lnTo>
                  <a:lnTo>
                    <a:pt x="6797494" y="1637915"/>
                  </a:lnTo>
                  <a:lnTo>
                    <a:pt x="6786527" y="1638620"/>
                  </a:lnTo>
                  <a:lnTo>
                    <a:pt x="6732386" y="1642375"/>
                  </a:lnTo>
                  <a:lnTo>
                    <a:pt x="6678766" y="1646528"/>
                  </a:lnTo>
                  <a:lnTo>
                    <a:pt x="6625083" y="1651082"/>
                  </a:lnTo>
                  <a:lnTo>
                    <a:pt x="6570947" y="1656030"/>
                  </a:lnTo>
                  <a:lnTo>
                    <a:pt x="6516138" y="1661345"/>
                  </a:lnTo>
                  <a:lnTo>
                    <a:pt x="6460584" y="1666982"/>
                  </a:lnTo>
                  <a:lnTo>
                    <a:pt x="6404339" y="1672882"/>
                  </a:lnTo>
                  <a:lnTo>
                    <a:pt x="6347563" y="1678970"/>
                  </a:lnTo>
                  <a:lnTo>
                    <a:pt x="6290489" y="1685158"/>
                  </a:lnTo>
                  <a:lnTo>
                    <a:pt x="6233391" y="1691354"/>
                  </a:lnTo>
                  <a:lnTo>
                    <a:pt x="6176547" y="1697464"/>
                  </a:lnTo>
                  <a:lnTo>
                    <a:pt x="6120199" y="1703402"/>
                  </a:lnTo>
                  <a:lnTo>
                    <a:pt x="6064521" y="1709088"/>
                  </a:lnTo>
                  <a:lnTo>
                    <a:pt x="6009588" y="1714460"/>
                  </a:lnTo>
                  <a:lnTo>
                    <a:pt x="5955350" y="1719472"/>
                  </a:lnTo>
                  <a:lnTo>
                    <a:pt x="5901613" y="1724094"/>
                  </a:lnTo>
                  <a:lnTo>
                    <a:pt x="5848018" y="1728314"/>
                  </a:lnTo>
                  <a:lnTo>
                    <a:pt x="5794014" y="1732135"/>
                  </a:lnTo>
                  <a:lnTo>
                    <a:pt x="5784835" y="1732740"/>
                  </a:lnTo>
                  <a:lnTo>
                    <a:pt x="5735105" y="1735784"/>
                  </a:lnTo>
                  <a:lnTo>
                    <a:pt x="5683653" y="1738517"/>
                  </a:lnTo>
                  <a:lnTo>
                    <a:pt x="5629649" y="1740957"/>
                  </a:lnTo>
                  <a:lnTo>
                    <a:pt x="5572170" y="1743130"/>
                  </a:lnTo>
                  <a:lnTo>
                    <a:pt x="5510278" y="1745068"/>
                  </a:lnTo>
                  <a:lnTo>
                    <a:pt x="5443102" y="1746800"/>
                  </a:lnTo>
                  <a:lnTo>
                    <a:pt x="5369948" y="1748351"/>
                  </a:lnTo>
                  <a:lnTo>
                    <a:pt x="5290439" y="1749743"/>
                  </a:lnTo>
                  <a:lnTo>
                    <a:pt x="5204703" y="1750989"/>
                  </a:lnTo>
                  <a:lnTo>
                    <a:pt x="5113590" y="1752100"/>
                  </a:lnTo>
                  <a:lnTo>
                    <a:pt x="5018887" y="1753078"/>
                  </a:lnTo>
                  <a:lnTo>
                    <a:pt x="4923443" y="1753922"/>
                  </a:lnTo>
                  <a:lnTo>
                    <a:pt x="4831095" y="1754629"/>
                  </a:lnTo>
                  <a:lnTo>
                    <a:pt x="4746306" y="1755197"/>
                  </a:lnTo>
                  <a:lnTo>
                    <a:pt x="4673466" y="1755628"/>
                  </a:lnTo>
                  <a:lnTo>
                    <a:pt x="4616008" y="1755929"/>
                  </a:lnTo>
                  <a:lnTo>
                    <a:pt x="4575568" y="1756119"/>
                  </a:lnTo>
                  <a:lnTo>
                    <a:pt x="4551501" y="1756221"/>
                  </a:lnTo>
                  <a:lnTo>
                    <a:pt x="4540834" y="1756262"/>
                  </a:lnTo>
                  <a:lnTo>
                    <a:pt x="4538557" y="1756270"/>
                  </a:lnTo>
                  <a:lnTo>
                    <a:pt x="4538543" y="1756270"/>
                  </a:lnTo>
                  <a:lnTo>
                    <a:pt x="4016409" y="1756270"/>
                  </a:lnTo>
                  <a:lnTo>
                    <a:pt x="4015189" y="1756218"/>
                  </a:lnTo>
                  <a:lnTo>
                    <a:pt x="4007201" y="1755848"/>
                  </a:lnTo>
                  <a:lnTo>
                    <a:pt x="3987206" y="1754826"/>
                  </a:lnTo>
                  <a:lnTo>
                    <a:pt x="3951813" y="1752817"/>
                  </a:lnTo>
                  <a:lnTo>
                    <a:pt x="3899785" y="1749525"/>
                  </a:lnTo>
                  <a:lnTo>
                    <a:pt x="3832107" y="1744724"/>
                  </a:lnTo>
                  <a:lnTo>
                    <a:pt x="3751642" y="1738280"/>
                  </a:lnTo>
                  <a:lnTo>
                    <a:pt x="3662422" y="1730149"/>
                  </a:lnTo>
                  <a:lnTo>
                    <a:pt x="3568799" y="1720346"/>
                  </a:lnTo>
                  <a:lnTo>
                    <a:pt x="3474719" y="1708910"/>
                  </a:lnTo>
                  <a:lnTo>
                    <a:pt x="3383271" y="1695867"/>
                  </a:lnTo>
                  <a:lnTo>
                    <a:pt x="3296535" y="1681198"/>
                  </a:lnTo>
                  <a:lnTo>
                    <a:pt x="3215644" y="1664823"/>
                  </a:lnTo>
                  <a:lnTo>
                    <a:pt x="3140962" y="1646594"/>
                  </a:lnTo>
                  <a:lnTo>
                    <a:pt x="3072298" y="1626291"/>
                  </a:lnTo>
                  <a:lnTo>
                    <a:pt x="3009092" y="1603631"/>
                  </a:lnTo>
                  <a:lnTo>
                    <a:pt x="2950566" y="1578278"/>
                  </a:lnTo>
                  <a:lnTo>
                    <a:pt x="2895835" y="1549864"/>
                  </a:lnTo>
                  <a:lnTo>
                    <a:pt x="2843997" y="1518034"/>
                  </a:lnTo>
                  <a:lnTo>
                    <a:pt x="2794201" y="1482513"/>
                  </a:lnTo>
                  <a:lnTo>
                    <a:pt x="2770117" y="1463558"/>
                  </a:lnTo>
                  <a:lnTo>
                    <a:pt x="2726306" y="1426189"/>
                  </a:lnTo>
                  <a:lnTo>
                    <a:pt x="2682921" y="1385612"/>
                  </a:lnTo>
                  <a:lnTo>
                    <a:pt x="2639620" y="1341766"/>
                  </a:lnTo>
                  <a:lnTo>
                    <a:pt x="2596153" y="1294664"/>
                  </a:lnTo>
                  <a:lnTo>
                    <a:pt x="2552345" y="1244404"/>
                  </a:lnTo>
                  <a:lnTo>
                    <a:pt x="2508090" y="1191172"/>
                  </a:lnTo>
                  <a:lnTo>
                    <a:pt x="2463348" y="1135248"/>
                  </a:lnTo>
                  <a:lnTo>
                    <a:pt x="2418131" y="1077004"/>
                  </a:lnTo>
                  <a:lnTo>
                    <a:pt x="2372503" y="1016895"/>
                  </a:lnTo>
                  <a:lnTo>
                    <a:pt x="2326565" y="955446"/>
                  </a:lnTo>
                  <a:lnTo>
                    <a:pt x="2280445" y="893237"/>
                  </a:lnTo>
                  <a:lnTo>
                    <a:pt x="2234289" y="830879"/>
                  </a:lnTo>
                  <a:lnTo>
                    <a:pt x="2188245" y="768988"/>
                  </a:lnTo>
                  <a:lnTo>
                    <a:pt x="2142452" y="708161"/>
                  </a:lnTo>
                  <a:lnTo>
                    <a:pt x="2097026" y="648952"/>
                  </a:lnTo>
                  <a:lnTo>
                    <a:pt x="2052050" y="591853"/>
                  </a:lnTo>
                  <a:lnTo>
                    <a:pt x="2007560" y="537278"/>
                  </a:lnTo>
                  <a:lnTo>
                    <a:pt x="1963545" y="485550"/>
                  </a:lnTo>
                  <a:lnTo>
                    <a:pt x="1919930" y="436902"/>
                  </a:lnTo>
                  <a:lnTo>
                    <a:pt x="1876575" y="391473"/>
                  </a:lnTo>
                  <a:lnTo>
                    <a:pt x="1833268" y="349316"/>
                  </a:lnTo>
                  <a:lnTo>
                    <a:pt x="1789711" y="310406"/>
                  </a:lnTo>
                  <a:lnTo>
                    <a:pt x="1768425" y="292711"/>
                  </a:lnTo>
                  <a:lnTo>
                    <a:pt x="1719364" y="255320"/>
                  </a:lnTo>
                  <a:lnTo>
                    <a:pt x="1668635" y="221690"/>
                  </a:lnTo>
                  <a:lnTo>
                    <a:pt x="1615445" y="191630"/>
                  </a:lnTo>
                  <a:lnTo>
                    <a:pt x="1558909" y="164810"/>
                  </a:lnTo>
                  <a:lnTo>
                    <a:pt x="1498122" y="140863"/>
                  </a:lnTo>
                  <a:lnTo>
                    <a:pt x="1432242" y="119435"/>
                  </a:lnTo>
                  <a:lnTo>
                    <a:pt x="1360586" y="100212"/>
                  </a:lnTo>
                  <a:lnTo>
                    <a:pt x="1282757" y="82944"/>
                  </a:lnTo>
                  <a:lnTo>
                    <a:pt x="1198821" y="67446"/>
                  </a:lnTo>
                  <a:lnTo>
                    <a:pt x="1109504" y="53605"/>
                  </a:lnTo>
                  <a:lnTo>
                    <a:pt x="1016402" y="41374"/>
                  </a:lnTo>
                  <a:lnTo>
                    <a:pt x="922106" y="30759"/>
                  </a:lnTo>
                  <a:lnTo>
                    <a:pt x="830177" y="21797"/>
                  </a:lnTo>
                  <a:lnTo>
                    <a:pt x="744841" y="14520"/>
                  </a:lnTo>
                  <a:lnTo>
                    <a:pt x="670393" y="8918"/>
                  </a:lnTo>
                  <a:lnTo>
                    <a:pt x="610377" y="4903"/>
                  </a:lnTo>
                  <a:lnTo>
                    <a:pt x="566775" y="2293"/>
                  </a:lnTo>
                  <a:lnTo>
                    <a:pt x="539465" y="824"/>
                  </a:lnTo>
                  <a:lnTo>
                    <a:pt x="526090" y="174"/>
                  </a:lnTo>
                  <a:lnTo>
                    <a:pt x="522285" y="6"/>
                  </a:lnTo>
                  <a:lnTo>
                    <a:pt x="522133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818" name="pg818"/>
            <p:cNvSpPr/>
            <p:nvPr/>
          </p:nvSpPr>
          <p:spPr>
            <a:xfrm>
              <a:off x="386606" y="1146015"/>
              <a:ext cx="8554953" cy="2411342"/>
            </a:xfrm>
            <a:custGeom>
              <a:avLst/>
              <a:pathLst>
                <a:path w="8554953" h="2411342">
                  <a:moveTo>
                    <a:pt x="0" y="2411342"/>
                  </a:moveTo>
                  <a:lnTo>
                    <a:pt x="522133" y="2411342"/>
                  </a:lnTo>
                  <a:lnTo>
                    <a:pt x="523355" y="2411290"/>
                  </a:lnTo>
                  <a:lnTo>
                    <a:pt x="531348" y="2410924"/>
                  </a:lnTo>
                  <a:lnTo>
                    <a:pt x="551357" y="2409910"/>
                  </a:lnTo>
                  <a:lnTo>
                    <a:pt x="586773" y="2407920"/>
                  </a:lnTo>
                  <a:lnTo>
                    <a:pt x="638833" y="2404657"/>
                  </a:lnTo>
                  <a:lnTo>
                    <a:pt x="706547" y="2399899"/>
                  </a:lnTo>
                  <a:lnTo>
                    <a:pt x="787050" y="2393513"/>
                  </a:lnTo>
                  <a:lnTo>
                    <a:pt x="876305" y="2385455"/>
                  </a:lnTo>
                  <a:lnTo>
                    <a:pt x="969957" y="2375740"/>
                  </a:lnTo>
                  <a:lnTo>
                    <a:pt x="1064058" y="2364409"/>
                  </a:lnTo>
                  <a:lnTo>
                    <a:pt x="1155518" y="2351484"/>
                  </a:lnTo>
                  <a:lnTo>
                    <a:pt x="1242260" y="2336948"/>
                  </a:lnTo>
                  <a:lnTo>
                    <a:pt x="1323152" y="2320722"/>
                  </a:lnTo>
                  <a:lnTo>
                    <a:pt x="1397832" y="2302657"/>
                  </a:lnTo>
                  <a:lnTo>
                    <a:pt x="1466492" y="2282537"/>
                  </a:lnTo>
                  <a:lnTo>
                    <a:pt x="1529694" y="2260080"/>
                  </a:lnTo>
                  <a:lnTo>
                    <a:pt x="1588218" y="2234953"/>
                  </a:lnTo>
                  <a:lnTo>
                    <a:pt x="1642947" y="2206792"/>
                  </a:lnTo>
                  <a:lnTo>
                    <a:pt x="1694787" y="2175245"/>
                  </a:lnTo>
                  <a:lnTo>
                    <a:pt x="1744587" y="2140039"/>
                  </a:lnTo>
                  <a:lnTo>
                    <a:pt x="1768425" y="2121453"/>
                  </a:lnTo>
                  <a:lnTo>
                    <a:pt x="1812357" y="2084338"/>
                  </a:lnTo>
                  <a:lnTo>
                    <a:pt x="1855863" y="2044026"/>
                  </a:lnTo>
                  <a:lnTo>
                    <a:pt x="1899285" y="2000459"/>
                  </a:lnTo>
                  <a:lnTo>
                    <a:pt x="1942876" y="1953650"/>
                  </a:lnTo>
                  <a:lnTo>
                    <a:pt x="1986812" y="1903697"/>
                  </a:lnTo>
                  <a:lnTo>
                    <a:pt x="2031197" y="1850788"/>
                  </a:lnTo>
                  <a:lnTo>
                    <a:pt x="2076073" y="1795204"/>
                  </a:lnTo>
                  <a:lnTo>
                    <a:pt x="2121425" y="1737318"/>
                  </a:lnTo>
                  <a:lnTo>
                    <a:pt x="2167189" y="1677584"/>
                  </a:lnTo>
                  <a:lnTo>
                    <a:pt x="2213263" y="1616531"/>
                  </a:lnTo>
                  <a:lnTo>
                    <a:pt x="2259514" y="1554738"/>
                  </a:lnTo>
                  <a:lnTo>
                    <a:pt x="2305798" y="1492814"/>
                  </a:lnTo>
                  <a:lnTo>
                    <a:pt x="2351963" y="1431376"/>
                  </a:lnTo>
                  <a:lnTo>
                    <a:pt x="2397872" y="1371019"/>
                  </a:lnTo>
                  <a:lnTo>
                    <a:pt x="2443408" y="1312293"/>
                  </a:lnTo>
                  <a:lnTo>
                    <a:pt x="2488490" y="1255688"/>
                  </a:lnTo>
                  <a:lnTo>
                    <a:pt x="2533080" y="1201612"/>
                  </a:lnTo>
                  <a:lnTo>
                    <a:pt x="2577197" y="1150385"/>
                  </a:lnTo>
                  <a:lnTo>
                    <a:pt x="2620916" y="1102234"/>
                  </a:lnTo>
                  <a:lnTo>
                    <a:pt x="2664383" y="1057294"/>
                  </a:lnTo>
                  <a:lnTo>
                    <a:pt x="2707817" y="1015614"/>
                  </a:lnTo>
                  <a:lnTo>
                    <a:pt x="2751521" y="977163"/>
                  </a:lnTo>
                  <a:lnTo>
                    <a:pt x="2770117" y="961901"/>
                  </a:lnTo>
                  <a:lnTo>
                    <a:pt x="2819191" y="924861"/>
                  </a:lnTo>
                  <a:lnTo>
                    <a:pt x="2869933" y="891549"/>
                  </a:lnTo>
                  <a:lnTo>
                    <a:pt x="2923138" y="861773"/>
                  </a:lnTo>
                  <a:lnTo>
                    <a:pt x="2979692" y="835208"/>
                  </a:lnTo>
                  <a:lnTo>
                    <a:pt x="3040500" y="811490"/>
                  </a:lnTo>
                  <a:lnTo>
                    <a:pt x="3106404" y="790266"/>
                  </a:lnTo>
                  <a:lnTo>
                    <a:pt x="3178088" y="771227"/>
                  </a:lnTo>
                  <a:lnTo>
                    <a:pt x="3255948" y="754124"/>
                  </a:lnTo>
                  <a:lnTo>
                    <a:pt x="3339918" y="738776"/>
                  </a:lnTo>
                  <a:lnTo>
                    <a:pt x="3429268" y="725069"/>
                  </a:lnTo>
                  <a:lnTo>
                    <a:pt x="3522401" y="712957"/>
                  </a:lnTo>
                  <a:lnTo>
                    <a:pt x="3616719" y="702446"/>
                  </a:lnTo>
                  <a:lnTo>
                    <a:pt x="3708657" y="693574"/>
                  </a:lnTo>
                  <a:lnTo>
                    <a:pt x="3793985" y="686371"/>
                  </a:lnTo>
                  <a:lnTo>
                    <a:pt x="3868404" y="680828"/>
                  </a:lnTo>
                  <a:lnTo>
                    <a:pt x="3928374" y="676856"/>
                  </a:lnTo>
                  <a:lnTo>
                    <a:pt x="3971917" y="674276"/>
                  </a:lnTo>
                  <a:lnTo>
                    <a:pt x="3999166" y="672825"/>
                  </a:lnTo>
                  <a:lnTo>
                    <a:pt x="4012489" y="672184"/>
                  </a:lnTo>
                  <a:lnTo>
                    <a:pt x="4016262" y="672019"/>
                  </a:lnTo>
                  <a:lnTo>
                    <a:pt x="4016409" y="672013"/>
                  </a:lnTo>
                  <a:lnTo>
                    <a:pt x="4538543" y="672013"/>
                  </a:lnTo>
                  <a:lnTo>
                    <a:pt x="4539805" y="671993"/>
                  </a:lnTo>
                  <a:lnTo>
                    <a:pt x="4548059" y="671847"/>
                  </a:lnTo>
                  <a:lnTo>
                    <a:pt x="4568699" y="671446"/>
                  </a:lnTo>
                  <a:lnTo>
                    <a:pt x="4605169" y="670657"/>
                  </a:lnTo>
                  <a:lnTo>
                    <a:pt x="4658658" y="669365"/>
                  </a:lnTo>
                  <a:lnTo>
                    <a:pt x="4728033" y="667484"/>
                  </a:lnTo>
                  <a:lnTo>
                    <a:pt x="4810233" y="664962"/>
                  </a:lnTo>
                  <a:lnTo>
                    <a:pt x="4901033" y="661786"/>
                  </a:lnTo>
                  <a:lnTo>
                    <a:pt x="4995940" y="657962"/>
                  </a:lnTo>
                  <a:lnTo>
                    <a:pt x="5090943" y="653505"/>
                  </a:lnTo>
                  <a:lnTo>
                    <a:pt x="5182957" y="648425"/>
                  </a:lnTo>
                  <a:lnTo>
                    <a:pt x="5269955" y="642710"/>
                  </a:lnTo>
                  <a:lnTo>
                    <a:pt x="5350881" y="636328"/>
                  </a:lnTo>
                  <a:lnTo>
                    <a:pt x="5425452" y="629214"/>
                  </a:lnTo>
                  <a:lnTo>
                    <a:pt x="5493939" y="621279"/>
                  </a:lnTo>
                  <a:lnTo>
                    <a:pt x="5556966" y="612408"/>
                  </a:lnTo>
                  <a:lnTo>
                    <a:pt x="5615368" y="602465"/>
                  </a:lnTo>
                  <a:lnTo>
                    <a:pt x="5670067" y="591306"/>
                  </a:lnTo>
                  <a:lnTo>
                    <a:pt x="5721994" y="578795"/>
                  </a:lnTo>
                  <a:lnTo>
                    <a:pt x="5772005" y="564837"/>
                  </a:lnTo>
                  <a:lnTo>
                    <a:pt x="5784835" y="560952"/>
                  </a:lnTo>
                  <a:lnTo>
                    <a:pt x="5836729" y="544006"/>
                  </a:lnTo>
                  <a:lnTo>
                    <a:pt x="5888119" y="525340"/>
                  </a:lnTo>
                  <a:lnTo>
                    <a:pt x="5939530" y="504929"/>
                  </a:lnTo>
                  <a:lnTo>
                    <a:pt x="5991322" y="482806"/>
                  </a:lnTo>
                  <a:lnTo>
                    <a:pt x="6043709" y="459069"/>
                  </a:lnTo>
                  <a:lnTo>
                    <a:pt x="6096778" y="433886"/>
                  </a:lnTo>
                  <a:lnTo>
                    <a:pt x="6150505" y="407491"/>
                  </a:lnTo>
                  <a:lnTo>
                    <a:pt x="6204771" y="380184"/>
                  </a:lnTo>
                  <a:lnTo>
                    <a:pt x="6259388" y="352310"/>
                  </a:lnTo>
                  <a:lnTo>
                    <a:pt x="6314123" y="324249"/>
                  </a:lnTo>
                  <a:lnTo>
                    <a:pt x="6368731" y="296390"/>
                  </a:lnTo>
                  <a:lnTo>
                    <a:pt x="6422979" y="269112"/>
                  </a:lnTo>
                  <a:lnTo>
                    <a:pt x="6476681" y="242760"/>
                  </a:lnTo>
                  <a:lnTo>
                    <a:pt x="6529723" y="217629"/>
                  </a:lnTo>
                  <a:lnTo>
                    <a:pt x="6582084" y="193953"/>
                  </a:lnTo>
                  <a:lnTo>
                    <a:pt x="6633857" y="171896"/>
                  </a:lnTo>
                  <a:lnTo>
                    <a:pt x="6685259" y="151554"/>
                  </a:lnTo>
                  <a:lnTo>
                    <a:pt x="6736658" y="132956"/>
                  </a:lnTo>
                  <a:lnTo>
                    <a:pt x="6786527" y="116708"/>
                  </a:lnTo>
                  <a:lnTo>
                    <a:pt x="6836161" y="102366"/>
                  </a:lnTo>
                  <a:lnTo>
                    <a:pt x="6887511" y="89483"/>
                  </a:lnTo>
                  <a:lnTo>
                    <a:pt x="6941398" y="77984"/>
                  </a:lnTo>
                  <a:lnTo>
                    <a:pt x="6998742" y="67738"/>
                  </a:lnTo>
                  <a:lnTo>
                    <a:pt x="7060477" y="58601"/>
                  </a:lnTo>
                  <a:lnTo>
                    <a:pt x="7127467" y="50433"/>
                  </a:lnTo>
                  <a:lnTo>
                    <a:pt x="7200407" y="43115"/>
                  </a:lnTo>
                  <a:lnTo>
                    <a:pt x="7279676" y="36549"/>
                  </a:lnTo>
                  <a:lnTo>
                    <a:pt x="7365155" y="30664"/>
                  </a:lnTo>
                  <a:lnTo>
                    <a:pt x="7456013" y="25420"/>
                  </a:lnTo>
                  <a:lnTo>
                    <a:pt x="7550490" y="20801"/>
                  </a:lnTo>
                  <a:lnTo>
                    <a:pt x="7645777" y="16810"/>
                  </a:lnTo>
                  <a:lnTo>
                    <a:pt x="7738073" y="13463"/>
                  </a:lnTo>
                  <a:lnTo>
                    <a:pt x="7822952" y="10771"/>
                  </a:lnTo>
                  <a:lnTo>
                    <a:pt x="7896033" y="8726"/>
                  </a:lnTo>
                  <a:lnTo>
                    <a:pt x="7953866" y="7287"/>
                  </a:lnTo>
                  <a:lnTo>
                    <a:pt x="7994761" y="6377"/>
                  </a:lnTo>
                  <a:lnTo>
                    <a:pt x="8019287" y="5887"/>
                  </a:lnTo>
                  <a:lnTo>
                    <a:pt x="8030326" y="5688"/>
                  </a:lnTo>
                  <a:lnTo>
                    <a:pt x="8032819" y="5647"/>
                  </a:lnTo>
                  <a:lnTo>
                    <a:pt x="8554953" y="5647"/>
                  </a:lnTo>
                  <a:lnTo>
                    <a:pt x="8554953" y="0"/>
                  </a:lnTo>
                  <a:lnTo>
                    <a:pt x="8032819" y="0"/>
                  </a:lnTo>
                  <a:lnTo>
                    <a:pt x="8031557" y="20"/>
                  </a:lnTo>
                  <a:lnTo>
                    <a:pt x="8023302" y="165"/>
                  </a:lnTo>
                  <a:lnTo>
                    <a:pt x="8002663" y="567"/>
                  </a:lnTo>
                  <a:lnTo>
                    <a:pt x="7966193" y="1356"/>
                  </a:lnTo>
                  <a:lnTo>
                    <a:pt x="7912704" y="2647"/>
                  </a:lnTo>
                  <a:lnTo>
                    <a:pt x="7843329" y="4529"/>
                  </a:lnTo>
                  <a:lnTo>
                    <a:pt x="7761129" y="7050"/>
                  </a:lnTo>
                  <a:lnTo>
                    <a:pt x="7670329" y="10227"/>
                  </a:lnTo>
                  <a:lnTo>
                    <a:pt x="7575422" y="14051"/>
                  </a:lnTo>
                  <a:lnTo>
                    <a:pt x="7480419" y="18507"/>
                  </a:lnTo>
                  <a:lnTo>
                    <a:pt x="7388405" y="23588"/>
                  </a:lnTo>
                  <a:lnTo>
                    <a:pt x="7301407" y="29302"/>
                  </a:lnTo>
                  <a:lnTo>
                    <a:pt x="7220481" y="35685"/>
                  </a:lnTo>
                  <a:lnTo>
                    <a:pt x="7145910" y="42799"/>
                  </a:lnTo>
                  <a:lnTo>
                    <a:pt x="7077423" y="50733"/>
                  </a:lnTo>
                  <a:lnTo>
                    <a:pt x="7014396" y="59605"/>
                  </a:lnTo>
                  <a:lnTo>
                    <a:pt x="6955994" y="69547"/>
                  </a:lnTo>
                  <a:lnTo>
                    <a:pt x="6901295" y="80706"/>
                  </a:lnTo>
                  <a:lnTo>
                    <a:pt x="6849368" y="93217"/>
                  </a:lnTo>
                  <a:lnTo>
                    <a:pt x="6799357" y="107175"/>
                  </a:lnTo>
                  <a:lnTo>
                    <a:pt x="6786527" y="111061"/>
                  </a:lnTo>
                  <a:lnTo>
                    <a:pt x="6734633" y="128007"/>
                  </a:lnTo>
                  <a:lnTo>
                    <a:pt x="6683243" y="146672"/>
                  </a:lnTo>
                  <a:lnTo>
                    <a:pt x="6631832" y="167083"/>
                  </a:lnTo>
                  <a:lnTo>
                    <a:pt x="6580040" y="189206"/>
                  </a:lnTo>
                  <a:lnTo>
                    <a:pt x="6527653" y="212943"/>
                  </a:lnTo>
                  <a:lnTo>
                    <a:pt x="6474584" y="238127"/>
                  </a:lnTo>
                  <a:lnTo>
                    <a:pt x="6420857" y="264521"/>
                  </a:lnTo>
                  <a:lnTo>
                    <a:pt x="6366591" y="291829"/>
                  </a:lnTo>
                  <a:lnTo>
                    <a:pt x="6311974" y="319703"/>
                  </a:lnTo>
                  <a:lnTo>
                    <a:pt x="6257239" y="347764"/>
                  </a:lnTo>
                  <a:lnTo>
                    <a:pt x="6202631" y="375622"/>
                  </a:lnTo>
                  <a:lnTo>
                    <a:pt x="6148383" y="402900"/>
                  </a:lnTo>
                  <a:lnTo>
                    <a:pt x="6094681" y="429252"/>
                  </a:lnTo>
                  <a:lnTo>
                    <a:pt x="6041639" y="454383"/>
                  </a:lnTo>
                  <a:lnTo>
                    <a:pt x="5989277" y="478059"/>
                  </a:lnTo>
                  <a:lnTo>
                    <a:pt x="5937505" y="500117"/>
                  </a:lnTo>
                  <a:lnTo>
                    <a:pt x="5886102" y="520459"/>
                  </a:lnTo>
                  <a:lnTo>
                    <a:pt x="5834704" y="539056"/>
                  </a:lnTo>
                  <a:lnTo>
                    <a:pt x="5784835" y="555305"/>
                  </a:lnTo>
                  <a:lnTo>
                    <a:pt x="5735201" y="569647"/>
                  </a:lnTo>
                  <a:lnTo>
                    <a:pt x="5683851" y="582529"/>
                  </a:lnTo>
                  <a:lnTo>
                    <a:pt x="5629964" y="594028"/>
                  </a:lnTo>
                  <a:lnTo>
                    <a:pt x="5572620" y="604274"/>
                  </a:lnTo>
                  <a:lnTo>
                    <a:pt x="5510885" y="613412"/>
                  </a:lnTo>
                  <a:lnTo>
                    <a:pt x="5443895" y="621579"/>
                  </a:lnTo>
                  <a:lnTo>
                    <a:pt x="5370955" y="628897"/>
                  </a:lnTo>
                  <a:lnTo>
                    <a:pt x="5291686" y="635464"/>
                  </a:lnTo>
                  <a:lnTo>
                    <a:pt x="5206207" y="641348"/>
                  </a:lnTo>
                  <a:lnTo>
                    <a:pt x="5115349" y="646592"/>
                  </a:lnTo>
                  <a:lnTo>
                    <a:pt x="5020872" y="651212"/>
                  </a:lnTo>
                  <a:lnTo>
                    <a:pt x="4925585" y="655202"/>
                  </a:lnTo>
                  <a:lnTo>
                    <a:pt x="4833288" y="658549"/>
                  </a:lnTo>
                  <a:lnTo>
                    <a:pt x="4748410" y="661241"/>
                  </a:lnTo>
                  <a:lnTo>
                    <a:pt x="4675329" y="663286"/>
                  </a:lnTo>
                  <a:lnTo>
                    <a:pt x="4617496" y="664725"/>
                  </a:lnTo>
                  <a:lnTo>
                    <a:pt x="4576601" y="665635"/>
                  </a:lnTo>
                  <a:lnTo>
                    <a:pt x="4552075" y="666125"/>
                  </a:lnTo>
                  <a:lnTo>
                    <a:pt x="4541036" y="666325"/>
                  </a:lnTo>
                  <a:lnTo>
                    <a:pt x="4538543" y="666366"/>
                  </a:lnTo>
                  <a:lnTo>
                    <a:pt x="4016409" y="666366"/>
                  </a:lnTo>
                  <a:lnTo>
                    <a:pt x="4015188" y="666417"/>
                  </a:lnTo>
                  <a:lnTo>
                    <a:pt x="4007194" y="666784"/>
                  </a:lnTo>
                  <a:lnTo>
                    <a:pt x="3987185" y="667797"/>
                  </a:lnTo>
                  <a:lnTo>
                    <a:pt x="3951769" y="669788"/>
                  </a:lnTo>
                  <a:lnTo>
                    <a:pt x="3899709" y="673051"/>
                  </a:lnTo>
                  <a:lnTo>
                    <a:pt x="3831995" y="677809"/>
                  </a:lnTo>
                  <a:lnTo>
                    <a:pt x="3751492" y="684194"/>
                  </a:lnTo>
                  <a:lnTo>
                    <a:pt x="3662237" y="692252"/>
                  </a:lnTo>
                  <a:lnTo>
                    <a:pt x="3568585" y="701967"/>
                  </a:lnTo>
                  <a:lnTo>
                    <a:pt x="3474485" y="713299"/>
                  </a:lnTo>
                  <a:lnTo>
                    <a:pt x="3383025" y="726223"/>
                  </a:lnTo>
                  <a:lnTo>
                    <a:pt x="3296283" y="740759"/>
                  </a:lnTo>
                  <a:lnTo>
                    <a:pt x="3215390" y="756986"/>
                  </a:lnTo>
                  <a:lnTo>
                    <a:pt x="3140710" y="775050"/>
                  </a:lnTo>
                  <a:lnTo>
                    <a:pt x="3072050" y="795170"/>
                  </a:lnTo>
                  <a:lnTo>
                    <a:pt x="3008848" y="817627"/>
                  </a:lnTo>
                  <a:lnTo>
                    <a:pt x="2950324" y="842754"/>
                  </a:lnTo>
                  <a:lnTo>
                    <a:pt x="2895595" y="870915"/>
                  </a:lnTo>
                  <a:lnTo>
                    <a:pt x="2843755" y="902462"/>
                  </a:lnTo>
                  <a:lnTo>
                    <a:pt x="2793955" y="937668"/>
                  </a:lnTo>
                  <a:lnTo>
                    <a:pt x="2770117" y="956254"/>
                  </a:lnTo>
                  <a:lnTo>
                    <a:pt x="2726185" y="993370"/>
                  </a:lnTo>
                  <a:lnTo>
                    <a:pt x="2682679" y="1033681"/>
                  </a:lnTo>
                  <a:lnTo>
                    <a:pt x="2639257" y="1077248"/>
                  </a:lnTo>
                  <a:lnTo>
                    <a:pt x="2595666" y="1124057"/>
                  </a:lnTo>
                  <a:lnTo>
                    <a:pt x="2551730" y="1174010"/>
                  </a:lnTo>
                  <a:lnTo>
                    <a:pt x="2507345" y="1226919"/>
                  </a:lnTo>
                  <a:lnTo>
                    <a:pt x="2462469" y="1282503"/>
                  </a:lnTo>
                  <a:lnTo>
                    <a:pt x="2417117" y="1340390"/>
                  </a:lnTo>
                  <a:lnTo>
                    <a:pt x="2371353" y="1400123"/>
                  </a:lnTo>
                  <a:lnTo>
                    <a:pt x="2325280" y="1461176"/>
                  </a:lnTo>
                  <a:lnTo>
                    <a:pt x="2279028" y="1522970"/>
                  </a:lnTo>
                  <a:lnTo>
                    <a:pt x="2232744" y="1584893"/>
                  </a:lnTo>
                  <a:lnTo>
                    <a:pt x="2186579" y="1646331"/>
                  </a:lnTo>
                  <a:lnTo>
                    <a:pt x="2140670" y="1706689"/>
                  </a:lnTo>
                  <a:lnTo>
                    <a:pt x="2095134" y="1765414"/>
                  </a:lnTo>
                  <a:lnTo>
                    <a:pt x="2050053" y="1822019"/>
                  </a:lnTo>
                  <a:lnTo>
                    <a:pt x="2005462" y="1876095"/>
                  </a:lnTo>
                  <a:lnTo>
                    <a:pt x="1961345" y="1927322"/>
                  </a:lnTo>
                  <a:lnTo>
                    <a:pt x="1917626" y="1975473"/>
                  </a:lnTo>
                  <a:lnTo>
                    <a:pt x="1874159" y="2020413"/>
                  </a:lnTo>
                  <a:lnTo>
                    <a:pt x="1830725" y="2062094"/>
                  </a:lnTo>
                  <a:lnTo>
                    <a:pt x="1787021" y="2100545"/>
                  </a:lnTo>
                  <a:lnTo>
                    <a:pt x="1768425" y="2115806"/>
                  </a:lnTo>
                  <a:lnTo>
                    <a:pt x="1719351" y="2152846"/>
                  </a:lnTo>
                  <a:lnTo>
                    <a:pt x="1668609" y="2186158"/>
                  </a:lnTo>
                  <a:lnTo>
                    <a:pt x="1615404" y="2215934"/>
                  </a:lnTo>
                  <a:lnTo>
                    <a:pt x="1558850" y="2242499"/>
                  </a:lnTo>
                  <a:lnTo>
                    <a:pt x="1498042" y="2266218"/>
                  </a:lnTo>
                  <a:lnTo>
                    <a:pt x="1432139" y="2287442"/>
                  </a:lnTo>
                  <a:lnTo>
                    <a:pt x="1360454" y="2306480"/>
                  </a:lnTo>
                  <a:lnTo>
                    <a:pt x="1282594" y="2323583"/>
                  </a:lnTo>
                  <a:lnTo>
                    <a:pt x="1198624" y="2338932"/>
                  </a:lnTo>
                  <a:lnTo>
                    <a:pt x="1109274" y="2352639"/>
                  </a:lnTo>
                  <a:lnTo>
                    <a:pt x="1016142" y="2364750"/>
                  </a:lnTo>
                  <a:lnTo>
                    <a:pt x="921824" y="2375261"/>
                  </a:lnTo>
                  <a:lnTo>
                    <a:pt x="829885" y="2384133"/>
                  </a:lnTo>
                  <a:lnTo>
                    <a:pt x="744558" y="2391336"/>
                  </a:lnTo>
                  <a:lnTo>
                    <a:pt x="670138" y="2396879"/>
                  </a:lnTo>
                  <a:lnTo>
                    <a:pt x="610168" y="2400851"/>
                  </a:lnTo>
                  <a:lnTo>
                    <a:pt x="566625" y="2403431"/>
                  </a:lnTo>
                  <a:lnTo>
                    <a:pt x="539376" y="2404883"/>
                  </a:lnTo>
                  <a:lnTo>
                    <a:pt x="526053" y="2405523"/>
                  </a:lnTo>
                  <a:lnTo>
                    <a:pt x="522280" y="2405688"/>
                  </a:lnTo>
                  <a:lnTo>
                    <a:pt x="522133" y="2405694"/>
                  </a:lnTo>
                  <a:lnTo>
                    <a:pt x="0" y="2405694"/>
                  </a:lnTo>
                  <a:close/>
                </a:path>
              </a:pathLst>
            </a:custGeom>
            <a:solidFill>
              <a:srgbClr val="F28E5B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819" name="pl819"/>
            <p:cNvSpPr/>
            <p:nvPr/>
          </p:nvSpPr>
          <p:spPr>
            <a:xfrm>
              <a:off x="386606" y="1151662"/>
              <a:ext cx="8554953" cy="2405694"/>
            </a:xfrm>
            <a:custGeom>
              <a:avLst/>
              <a:pathLst>
                <a:path w="8554953" h="2405694">
                  <a:moveTo>
                    <a:pt x="0" y="2405694"/>
                  </a:moveTo>
                  <a:lnTo>
                    <a:pt x="522133" y="2405694"/>
                  </a:lnTo>
                  <a:lnTo>
                    <a:pt x="523355" y="2405643"/>
                  </a:lnTo>
                  <a:lnTo>
                    <a:pt x="531348" y="2405277"/>
                  </a:lnTo>
                  <a:lnTo>
                    <a:pt x="551357" y="2404263"/>
                  </a:lnTo>
                  <a:lnTo>
                    <a:pt x="586773" y="2402272"/>
                  </a:lnTo>
                  <a:lnTo>
                    <a:pt x="638833" y="2399010"/>
                  </a:lnTo>
                  <a:lnTo>
                    <a:pt x="706547" y="2394251"/>
                  </a:lnTo>
                  <a:lnTo>
                    <a:pt x="787050" y="2387866"/>
                  </a:lnTo>
                  <a:lnTo>
                    <a:pt x="876305" y="2379808"/>
                  </a:lnTo>
                  <a:lnTo>
                    <a:pt x="969957" y="2370093"/>
                  </a:lnTo>
                  <a:lnTo>
                    <a:pt x="1064058" y="2358761"/>
                  </a:lnTo>
                  <a:lnTo>
                    <a:pt x="1155518" y="2345837"/>
                  </a:lnTo>
                  <a:lnTo>
                    <a:pt x="1242260" y="2331301"/>
                  </a:lnTo>
                  <a:lnTo>
                    <a:pt x="1323152" y="2315074"/>
                  </a:lnTo>
                  <a:lnTo>
                    <a:pt x="1397832" y="2297010"/>
                  </a:lnTo>
                  <a:lnTo>
                    <a:pt x="1466492" y="2276890"/>
                  </a:lnTo>
                  <a:lnTo>
                    <a:pt x="1529694" y="2254433"/>
                  </a:lnTo>
                  <a:lnTo>
                    <a:pt x="1588218" y="2229306"/>
                  </a:lnTo>
                  <a:lnTo>
                    <a:pt x="1642947" y="2201145"/>
                  </a:lnTo>
                  <a:lnTo>
                    <a:pt x="1694787" y="2169598"/>
                  </a:lnTo>
                  <a:lnTo>
                    <a:pt x="1744587" y="2134392"/>
                  </a:lnTo>
                  <a:lnTo>
                    <a:pt x="1768425" y="2115806"/>
                  </a:lnTo>
                  <a:lnTo>
                    <a:pt x="1812357" y="2078690"/>
                  </a:lnTo>
                  <a:lnTo>
                    <a:pt x="1855863" y="2038379"/>
                  </a:lnTo>
                  <a:lnTo>
                    <a:pt x="1899285" y="1994812"/>
                  </a:lnTo>
                  <a:lnTo>
                    <a:pt x="1942876" y="1948003"/>
                  </a:lnTo>
                  <a:lnTo>
                    <a:pt x="1986812" y="1898050"/>
                  </a:lnTo>
                  <a:lnTo>
                    <a:pt x="2031197" y="1845141"/>
                  </a:lnTo>
                  <a:lnTo>
                    <a:pt x="2076073" y="1789557"/>
                  </a:lnTo>
                  <a:lnTo>
                    <a:pt x="2121425" y="1731670"/>
                  </a:lnTo>
                  <a:lnTo>
                    <a:pt x="2167189" y="1671937"/>
                  </a:lnTo>
                  <a:lnTo>
                    <a:pt x="2213263" y="1610884"/>
                  </a:lnTo>
                  <a:lnTo>
                    <a:pt x="2259514" y="1549090"/>
                  </a:lnTo>
                  <a:lnTo>
                    <a:pt x="2305798" y="1487167"/>
                  </a:lnTo>
                  <a:lnTo>
                    <a:pt x="2351963" y="1425729"/>
                  </a:lnTo>
                  <a:lnTo>
                    <a:pt x="2397872" y="1365371"/>
                  </a:lnTo>
                  <a:lnTo>
                    <a:pt x="2443408" y="1306646"/>
                  </a:lnTo>
                  <a:lnTo>
                    <a:pt x="2488490" y="1250041"/>
                  </a:lnTo>
                  <a:lnTo>
                    <a:pt x="2533080" y="1195965"/>
                  </a:lnTo>
                  <a:lnTo>
                    <a:pt x="2577197" y="1144738"/>
                  </a:lnTo>
                  <a:lnTo>
                    <a:pt x="2620916" y="1096587"/>
                  </a:lnTo>
                  <a:lnTo>
                    <a:pt x="2664383" y="1051647"/>
                  </a:lnTo>
                  <a:lnTo>
                    <a:pt x="2707817" y="1009966"/>
                  </a:lnTo>
                  <a:lnTo>
                    <a:pt x="2751521" y="971515"/>
                  </a:lnTo>
                  <a:lnTo>
                    <a:pt x="2770117" y="956254"/>
                  </a:lnTo>
                  <a:lnTo>
                    <a:pt x="2819191" y="919214"/>
                  </a:lnTo>
                  <a:lnTo>
                    <a:pt x="2869933" y="885902"/>
                  </a:lnTo>
                  <a:lnTo>
                    <a:pt x="2923138" y="856126"/>
                  </a:lnTo>
                  <a:lnTo>
                    <a:pt x="2979692" y="829561"/>
                  </a:lnTo>
                  <a:lnTo>
                    <a:pt x="3040500" y="805843"/>
                  </a:lnTo>
                  <a:lnTo>
                    <a:pt x="3106404" y="784618"/>
                  </a:lnTo>
                  <a:lnTo>
                    <a:pt x="3178088" y="765580"/>
                  </a:lnTo>
                  <a:lnTo>
                    <a:pt x="3255948" y="748477"/>
                  </a:lnTo>
                  <a:lnTo>
                    <a:pt x="3339918" y="733129"/>
                  </a:lnTo>
                  <a:lnTo>
                    <a:pt x="3429268" y="719422"/>
                  </a:lnTo>
                  <a:lnTo>
                    <a:pt x="3522401" y="707310"/>
                  </a:lnTo>
                  <a:lnTo>
                    <a:pt x="3616719" y="696799"/>
                  </a:lnTo>
                  <a:lnTo>
                    <a:pt x="3708657" y="687927"/>
                  </a:lnTo>
                  <a:lnTo>
                    <a:pt x="3793985" y="680724"/>
                  </a:lnTo>
                  <a:lnTo>
                    <a:pt x="3868404" y="675181"/>
                  </a:lnTo>
                  <a:lnTo>
                    <a:pt x="3928374" y="671209"/>
                  </a:lnTo>
                  <a:lnTo>
                    <a:pt x="3971917" y="668629"/>
                  </a:lnTo>
                  <a:lnTo>
                    <a:pt x="3999166" y="667177"/>
                  </a:lnTo>
                  <a:lnTo>
                    <a:pt x="4012489" y="666537"/>
                  </a:lnTo>
                  <a:lnTo>
                    <a:pt x="4016262" y="666372"/>
                  </a:lnTo>
                  <a:lnTo>
                    <a:pt x="4016409" y="666366"/>
                  </a:lnTo>
                  <a:lnTo>
                    <a:pt x="4538543" y="666366"/>
                  </a:lnTo>
                  <a:lnTo>
                    <a:pt x="4539805" y="666345"/>
                  </a:lnTo>
                  <a:lnTo>
                    <a:pt x="4548059" y="666200"/>
                  </a:lnTo>
                  <a:lnTo>
                    <a:pt x="4568699" y="665798"/>
                  </a:lnTo>
                  <a:lnTo>
                    <a:pt x="4605169" y="665010"/>
                  </a:lnTo>
                  <a:lnTo>
                    <a:pt x="4658658" y="663718"/>
                  </a:lnTo>
                  <a:lnTo>
                    <a:pt x="4728033" y="661836"/>
                  </a:lnTo>
                  <a:lnTo>
                    <a:pt x="4810233" y="659315"/>
                  </a:lnTo>
                  <a:lnTo>
                    <a:pt x="4901033" y="656139"/>
                  </a:lnTo>
                  <a:lnTo>
                    <a:pt x="4995940" y="652314"/>
                  </a:lnTo>
                  <a:lnTo>
                    <a:pt x="5090943" y="647858"/>
                  </a:lnTo>
                  <a:lnTo>
                    <a:pt x="5182957" y="642777"/>
                  </a:lnTo>
                  <a:lnTo>
                    <a:pt x="5269955" y="637063"/>
                  </a:lnTo>
                  <a:lnTo>
                    <a:pt x="5350881" y="630680"/>
                  </a:lnTo>
                  <a:lnTo>
                    <a:pt x="5425452" y="623567"/>
                  </a:lnTo>
                  <a:lnTo>
                    <a:pt x="5493939" y="615632"/>
                  </a:lnTo>
                  <a:lnTo>
                    <a:pt x="5556966" y="606760"/>
                  </a:lnTo>
                  <a:lnTo>
                    <a:pt x="5615368" y="596818"/>
                  </a:lnTo>
                  <a:lnTo>
                    <a:pt x="5670067" y="585659"/>
                  </a:lnTo>
                  <a:lnTo>
                    <a:pt x="5721994" y="573148"/>
                  </a:lnTo>
                  <a:lnTo>
                    <a:pt x="5772005" y="559190"/>
                  </a:lnTo>
                  <a:lnTo>
                    <a:pt x="5784835" y="555305"/>
                  </a:lnTo>
                  <a:lnTo>
                    <a:pt x="5836729" y="538358"/>
                  </a:lnTo>
                  <a:lnTo>
                    <a:pt x="5888119" y="519693"/>
                  </a:lnTo>
                  <a:lnTo>
                    <a:pt x="5939530" y="499282"/>
                  </a:lnTo>
                  <a:lnTo>
                    <a:pt x="5991322" y="477159"/>
                  </a:lnTo>
                  <a:lnTo>
                    <a:pt x="6043709" y="453422"/>
                  </a:lnTo>
                  <a:lnTo>
                    <a:pt x="6096778" y="428239"/>
                  </a:lnTo>
                  <a:lnTo>
                    <a:pt x="6150505" y="401844"/>
                  </a:lnTo>
                  <a:lnTo>
                    <a:pt x="6204771" y="374536"/>
                  </a:lnTo>
                  <a:lnTo>
                    <a:pt x="6259388" y="346663"/>
                  </a:lnTo>
                  <a:lnTo>
                    <a:pt x="6314123" y="318602"/>
                  </a:lnTo>
                  <a:lnTo>
                    <a:pt x="6368731" y="290743"/>
                  </a:lnTo>
                  <a:lnTo>
                    <a:pt x="6422979" y="263465"/>
                  </a:lnTo>
                  <a:lnTo>
                    <a:pt x="6476681" y="237113"/>
                  </a:lnTo>
                  <a:lnTo>
                    <a:pt x="6529723" y="211982"/>
                  </a:lnTo>
                  <a:lnTo>
                    <a:pt x="6582084" y="188306"/>
                  </a:lnTo>
                  <a:lnTo>
                    <a:pt x="6633857" y="166249"/>
                  </a:lnTo>
                  <a:lnTo>
                    <a:pt x="6685259" y="145906"/>
                  </a:lnTo>
                  <a:lnTo>
                    <a:pt x="6736658" y="127309"/>
                  </a:lnTo>
                  <a:lnTo>
                    <a:pt x="6786527" y="111061"/>
                  </a:lnTo>
                  <a:lnTo>
                    <a:pt x="6836161" y="96718"/>
                  </a:lnTo>
                  <a:lnTo>
                    <a:pt x="6887511" y="83836"/>
                  </a:lnTo>
                  <a:lnTo>
                    <a:pt x="6941398" y="72337"/>
                  </a:lnTo>
                  <a:lnTo>
                    <a:pt x="6998742" y="62091"/>
                  </a:lnTo>
                  <a:lnTo>
                    <a:pt x="7060477" y="52954"/>
                  </a:lnTo>
                  <a:lnTo>
                    <a:pt x="7127467" y="44786"/>
                  </a:lnTo>
                  <a:lnTo>
                    <a:pt x="7200407" y="37468"/>
                  </a:lnTo>
                  <a:lnTo>
                    <a:pt x="7279676" y="30901"/>
                  </a:lnTo>
                  <a:lnTo>
                    <a:pt x="7365155" y="25017"/>
                  </a:lnTo>
                  <a:lnTo>
                    <a:pt x="7456013" y="19773"/>
                  </a:lnTo>
                  <a:lnTo>
                    <a:pt x="7550490" y="15154"/>
                  </a:lnTo>
                  <a:lnTo>
                    <a:pt x="7645777" y="11163"/>
                  </a:lnTo>
                  <a:lnTo>
                    <a:pt x="7738073" y="7816"/>
                  </a:lnTo>
                  <a:lnTo>
                    <a:pt x="7822952" y="5124"/>
                  </a:lnTo>
                  <a:lnTo>
                    <a:pt x="7896033" y="3079"/>
                  </a:lnTo>
                  <a:lnTo>
                    <a:pt x="7953866" y="1640"/>
                  </a:lnTo>
                  <a:lnTo>
                    <a:pt x="7994761" y="730"/>
                  </a:lnTo>
                  <a:lnTo>
                    <a:pt x="8019287" y="240"/>
                  </a:lnTo>
                  <a:lnTo>
                    <a:pt x="8030326" y="40"/>
                  </a:lnTo>
                  <a:lnTo>
                    <a:pt x="8032796" y="0"/>
                  </a:lnTo>
                  <a:lnTo>
                    <a:pt x="8032819" y="0"/>
                  </a:lnTo>
                  <a:lnTo>
                    <a:pt x="8554953" y="0"/>
                  </a:lnTo>
                  <a:lnTo>
                    <a:pt x="8554953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820" name="pl820"/>
            <p:cNvSpPr/>
            <p:nvPr/>
          </p:nvSpPr>
          <p:spPr>
            <a:xfrm>
              <a:off x="386606" y="1146015"/>
              <a:ext cx="8554953" cy="2405694"/>
            </a:xfrm>
            <a:custGeom>
              <a:avLst/>
              <a:pathLst>
                <a:path w="8554953" h="2405694">
                  <a:moveTo>
                    <a:pt x="8554953" y="0"/>
                  </a:moveTo>
                  <a:lnTo>
                    <a:pt x="8032819" y="0"/>
                  </a:lnTo>
                  <a:lnTo>
                    <a:pt x="8031557" y="20"/>
                  </a:lnTo>
                  <a:lnTo>
                    <a:pt x="8023302" y="165"/>
                  </a:lnTo>
                  <a:lnTo>
                    <a:pt x="8002663" y="567"/>
                  </a:lnTo>
                  <a:lnTo>
                    <a:pt x="7966193" y="1356"/>
                  </a:lnTo>
                  <a:lnTo>
                    <a:pt x="7912704" y="2647"/>
                  </a:lnTo>
                  <a:lnTo>
                    <a:pt x="7843329" y="4529"/>
                  </a:lnTo>
                  <a:lnTo>
                    <a:pt x="7761129" y="7050"/>
                  </a:lnTo>
                  <a:lnTo>
                    <a:pt x="7670329" y="10227"/>
                  </a:lnTo>
                  <a:lnTo>
                    <a:pt x="7575422" y="14051"/>
                  </a:lnTo>
                  <a:lnTo>
                    <a:pt x="7480419" y="18507"/>
                  </a:lnTo>
                  <a:lnTo>
                    <a:pt x="7388405" y="23588"/>
                  </a:lnTo>
                  <a:lnTo>
                    <a:pt x="7301407" y="29302"/>
                  </a:lnTo>
                  <a:lnTo>
                    <a:pt x="7220481" y="35685"/>
                  </a:lnTo>
                  <a:lnTo>
                    <a:pt x="7145910" y="42799"/>
                  </a:lnTo>
                  <a:lnTo>
                    <a:pt x="7077423" y="50733"/>
                  </a:lnTo>
                  <a:lnTo>
                    <a:pt x="7014396" y="59605"/>
                  </a:lnTo>
                  <a:lnTo>
                    <a:pt x="6955994" y="69547"/>
                  </a:lnTo>
                  <a:lnTo>
                    <a:pt x="6901295" y="80706"/>
                  </a:lnTo>
                  <a:lnTo>
                    <a:pt x="6849368" y="93217"/>
                  </a:lnTo>
                  <a:lnTo>
                    <a:pt x="6799357" y="107175"/>
                  </a:lnTo>
                  <a:lnTo>
                    <a:pt x="6786527" y="111061"/>
                  </a:lnTo>
                  <a:lnTo>
                    <a:pt x="6734633" y="128007"/>
                  </a:lnTo>
                  <a:lnTo>
                    <a:pt x="6683243" y="146672"/>
                  </a:lnTo>
                  <a:lnTo>
                    <a:pt x="6631832" y="167083"/>
                  </a:lnTo>
                  <a:lnTo>
                    <a:pt x="6580040" y="189206"/>
                  </a:lnTo>
                  <a:lnTo>
                    <a:pt x="6527653" y="212943"/>
                  </a:lnTo>
                  <a:lnTo>
                    <a:pt x="6474584" y="238127"/>
                  </a:lnTo>
                  <a:lnTo>
                    <a:pt x="6420857" y="264521"/>
                  </a:lnTo>
                  <a:lnTo>
                    <a:pt x="6366591" y="291829"/>
                  </a:lnTo>
                  <a:lnTo>
                    <a:pt x="6311974" y="319703"/>
                  </a:lnTo>
                  <a:lnTo>
                    <a:pt x="6257239" y="347764"/>
                  </a:lnTo>
                  <a:lnTo>
                    <a:pt x="6202631" y="375622"/>
                  </a:lnTo>
                  <a:lnTo>
                    <a:pt x="6148383" y="402900"/>
                  </a:lnTo>
                  <a:lnTo>
                    <a:pt x="6094681" y="429252"/>
                  </a:lnTo>
                  <a:lnTo>
                    <a:pt x="6041639" y="454383"/>
                  </a:lnTo>
                  <a:lnTo>
                    <a:pt x="5989277" y="478059"/>
                  </a:lnTo>
                  <a:lnTo>
                    <a:pt x="5937505" y="500117"/>
                  </a:lnTo>
                  <a:lnTo>
                    <a:pt x="5886102" y="520459"/>
                  </a:lnTo>
                  <a:lnTo>
                    <a:pt x="5834704" y="539056"/>
                  </a:lnTo>
                  <a:lnTo>
                    <a:pt x="5784835" y="555305"/>
                  </a:lnTo>
                  <a:lnTo>
                    <a:pt x="5735201" y="569647"/>
                  </a:lnTo>
                  <a:lnTo>
                    <a:pt x="5683851" y="582529"/>
                  </a:lnTo>
                  <a:lnTo>
                    <a:pt x="5629964" y="594028"/>
                  </a:lnTo>
                  <a:lnTo>
                    <a:pt x="5572620" y="604274"/>
                  </a:lnTo>
                  <a:lnTo>
                    <a:pt x="5510885" y="613412"/>
                  </a:lnTo>
                  <a:lnTo>
                    <a:pt x="5443895" y="621579"/>
                  </a:lnTo>
                  <a:lnTo>
                    <a:pt x="5370955" y="628897"/>
                  </a:lnTo>
                  <a:lnTo>
                    <a:pt x="5291686" y="635464"/>
                  </a:lnTo>
                  <a:lnTo>
                    <a:pt x="5206207" y="641348"/>
                  </a:lnTo>
                  <a:lnTo>
                    <a:pt x="5115349" y="646592"/>
                  </a:lnTo>
                  <a:lnTo>
                    <a:pt x="5020872" y="651212"/>
                  </a:lnTo>
                  <a:lnTo>
                    <a:pt x="4925585" y="655202"/>
                  </a:lnTo>
                  <a:lnTo>
                    <a:pt x="4833288" y="658549"/>
                  </a:lnTo>
                  <a:lnTo>
                    <a:pt x="4748410" y="661241"/>
                  </a:lnTo>
                  <a:lnTo>
                    <a:pt x="4675329" y="663286"/>
                  </a:lnTo>
                  <a:lnTo>
                    <a:pt x="4617496" y="664725"/>
                  </a:lnTo>
                  <a:lnTo>
                    <a:pt x="4576601" y="665635"/>
                  </a:lnTo>
                  <a:lnTo>
                    <a:pt x="4552075" y="666125"/>
                  </a:lnTo>
                  <a:lnTo>
                    <a:pt x="4541036" y="666325"/>
                  </a:lnTo>
                  <a:lnTo>
                    <a:pt x="4538566" y="666365"/>
                  </a:lnTo>
                  <a:lnTo>
                    <a:pt x="4538543" y="666366"/>
                  </a:lnTo>
                  <a:lnTo>
                    <a:pt x="4016409" y="666366"/>
                  </a:lnTo>
                  <a:lnTo>
                    <a:pt x="4015188" y="666417"/>
                  </a:lnTo>
                  <a:lnTo>
                    <a:pt x="4007194" y="666784"/>
                  </a:lnTo>
                  <a:lnTo>
                    <a:pt x="3987185" y="667797"/>
                  </a:lnTo>
                  <a:lnTo>
                    <a:pt x="3951769" y="669788"/>
                  </a:lnTo>
                  <a:lnTo>
                    <a:pt x="3899709" y="673051"/>
                  </a:lnTo>
                  <a:lnTo>
                    <a:pt x="3831995" y="677809"/>
                  </a:lnTo>
                  <a:lnTo>
                    <a:pt x="3751492" y="684194"/>
                  </a:lnTo>
                  <a:lnTo>
                    <a:pt x="3662237" y="692252"/>
                  </a:lnTo>
                  <a:lnTo>
                    <a:pt x="3568585" y="701967"/>
                  </a:lnTo>
                  <a:lnTo>
                    <a:pt x="3474485" y="713299"/>
                  </a:lnTo>
                  <a:lnTo>
                    <a:pt x="3383025" y="726223"/>
                  </a:lnTo>
                  <a:lnTo>
                    <a:pt x="3296283" y="740759"/>
                  </a:lnTo>
                  <a:lnTo>
                    <a:pt x="3215390" y="756986"/>
                  </a:lnTo>
                  <a:lnTo>
                    <a:pt x="3140710" y="775050"/>
                  </a:lnTo>
                  <a:lnTo>
                    <a:pt x="3072050" y="795170"/>
                  </a:lnTo>
                  <a:lnTo>
                    <a:pt x="3008848" y="817627"/>
                  </a:lnTo>
                  <a:lnTo>
                    <a:pt x="2950324" y="842754"/>
                  </a:lnTo>
                  <a:lnTo>
                    <a:pt x="2895595" y="870915"/>
                  </a:lnTo>
                  <a:lnTo>
                    <a:pt x="2843755" y="902462"/>
                  </a:lnTo>
                  <a:lnTo>
                    <a:pt x="2793955" y="937668"/>
                  </a:lnTo>
                  <a:lnTo>
                    <a:pt x="2770117" y="956254"/>
                  </a:lnTo>
                  <a:lnTo>
                    <a:pt x="2726185" y="993370"/>
                  </a:lnTo>
                  <a:lnTo>
                    <a:pt x="2682679" y="1033681"/>
                  </a:lnTo>
                  <a:lnTo>
                    <a:pt x="2639257" y="1077248"/>
                  </a:lnTo>
                  <a:lnTo>
                    <a:pt x="2595666" y="1124057"/>
                  </a:lnTo>
                  <a:lnTo>
                    <a:pt x="2551730" y="1174010"/>
                  </a:lnTo>
                  <a:lnTo>
                    <a:pt x="2507345" y="1226919"/>
                  </a:lnTo>
                  <a:lnTo>
                    <a:pt x="2462469" y="1282503"/>
                  </a:lnTo>
                  <a:lnTo>
                    <a:pt x="2417117" y="1340390"/>
                  </a:lnTo>
                  <a:lnTo>
                    <a:pt x="2371353" y="1400123"/>
                  </a:lnTo>
                  <a:lnTo>
                    <a:pt x="2325280" y="1461176"/>
                  </a:lnTo>
                  <a:lnTo>
                    <a:pt x="2279028" y="1522970"/>
                  </a:lnTo>
                  <a:lnTo>
                    <a:pt x="2232744" y="1584893"/>
                  </a:lnTo>
                  <a:lnTo>
                    <a:pt x="2186579" y="1646331"/>
                  </a:lnTo>
                  <a:lnTo>
                    <a:pt x="2140670" y="1706689"/>
                  </a:lnTo>
                  <a:lnTo>
                    <a:pt x="2095134" y="1765414"/>
                  </a:lnTo>
                  <a:lnTo>
                    <a:pt x="2050053" y="1822019"/>
                  </a:lnTo>
                  <a:lnTo>
                    <a:pt x="2005462" y="1876095"/>
                  </a:lnTo>
                  <a:lnTo>
                    <a:pt x="1961345" y="1927322"/>
                  </a:lnTo>
                  <a:lnTo>
                    <a:pt x="1917626" y="1975473"/>
                  </a:lnTo>
                  <a:lnTo>
                    <a:pt x="1874159" y="2020413"/>
                  </a:lnTo>
                  <a:lnTo>
                    <a:pt x="1830725" y="2062094"/>
                  </a:lnTo>
                  <a:lnTo>
                    <a:pt x="1787021" y="2100545"/>
                  </a:lnTo>
                  <a:lnTo>
                    <a:pt x="1768425" y="2115806"/>
                  </a:lnTo>
                  <a:lnTo>
                    <a:pt x="1719351" y="2152846"/>
                  </a:lnTo>
                  <a:lnTo>
                    <a:pt x="1668609" y="2186158"/>
                  </a:lnTo>
                  <a:lnTo>
                    <a:pt x="1615404" y="2215934"/>
                  </a:lnTo>
                  <a:lnTo>
                    <a:pt x="1558850" y="2242499"/>
                  </a:lnTo>
                  <a:lnTo>
                    <a:pt x="1498042" y="2266218"/>
                  </a:lnTo>
                  <a:lnTo>
                    <a:pt x="1432139" y="2287442"/>
                  </a:lnTo>
                  <a:lnTo>
                    <a:pt x="1360454" y="2306480"/>
                  </a:lnTo>
                  <a:lnTo>
                    <a:pt x="1282594" y="2323583"/>
                  </a:lnTo>
                  <a:lnTo>
                    <a:pt x="1198624" y="2338932"/>
                  </a:lnTo>
                  <a:lnTo>
                    <a:pt x="1109274" y="2352639"/>
                  </a:lnTo>
                  <a:lnTo>
                    <a:pt x="1016142" y="2364750"/>
                  </a:lnTo>
                  <a:lnTo>
                    <a:pt x="921824" y="2375261"/>
                  </a:lnTo>
                  <a:lnTo>
                    <a:pt x="829885" y="2384133"/>
                  </a:lnTo>
                  <a:lnTo>
                    <a:pt x="744558" y="2391336"/>
                  </a:lnTo>
                  <a:lnTo>
                    <a:pt x="670138" y="2396879"/>
                  </a:lnTo>
                  <a:lnTo>
                    <a:pt x="610168" y="2400851"/>
                  </a:lnTo>
                  <a:lnTo>
                    <a:pt x="566625" y="2403431"/>
                  </a:lnTo>
                  <a:lnTo>
                    <a:pt x="539376" y="2404883"/>
                  </a:lnTo>
                  <a:lnTo>
                    <a:pt x="526053" y="2405523"/>
                  </a:lnTo>
                  <a:lnTo>
                    <a:pt x="522280" y="2405688"/>
                  </a:lnTo>
                  <a:lnTo>
                    <a:pt x="522133" y="2405694"/>
                  </a:lnTo>
                  <a:lnTo>
                    <a:pt x="0" y="2405694"/>
                  </a:lnTo>
                  <a:lnTo>
                    <a:pt x="0" y="2405694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821" name="pg821"/>
            <p:cNvSpPr/>
            <p:nvPr/>
          </p:nvSpPr>
          <p:spPr>
            <a:xfrm>
              <a:off x="386606" y="1976149"/>
              <a:ext cx="8554953" cy="2637228"/>
            </a:xfrm>
            <a:custGeom>
              <a:avLst/>
              <a:pathLst>
                <a:path w="8554953" h="2637228">
                  <a:moveTo>
                    <a:pt x="0" y="1586855"/>
                  </a:moveTo>
                  <a:lnTo>
                    <a:pt x="522133" y="1586855"/>
                  </a:lnTo>
                  <a:lnTo>
                    <a:pt x="523363" y="1586808"/>
                  </a:lnTo>
                  <a:lnTo>
                    <a:pt x="531407" y="1586472"/>
                  </a:lnTo>
                  <a:lnTo>
                    <a:pt x="551541" y="1585545"/>
                  </a:lnTo>
                  <a:lnTo>
                    <a:pt x="587166" y="1583723"/>
                  </a:lnTo>
                  <a:lnTo>
                    <a:pt x="639508" y="1580737"/>
                  </a:lnTo>
                  <a:lnTo>
                    <a:pt x="707552" y="1576384"/>
                  </a:lnTo>
                  <a:lnTo>
                    <a:pt x="788393" y="1570544"/>
                  </a:lnTo>
                  <a:lnTo>
                    <a:pt x="877957" y="1563176"/>
                  </a:lnTo>
                  <a:lnTo>
                    <a:pt x="971861" y="1554297"/>
                  </a:lnTo>
                  <a:lnTo>
                    <a:pt x="1066144" y="1543941"/>
                  </a:lnTo>
                  <a:lnTo>
                    <a:pt x="1157718" y="1532131"/>
                  </a:lnTo>
                  <a:lnTo>
                    <a:pt x="1244513" y="1518848"/>
                  </a:lnTo>
                  <a:lnTo>
                    <a:pt x="1325415" y="1504019"/>
                  </a:lnTo>
                  <a:lnTo>
                    <a:pt x="1400074" y="1487507"/>
                  </a:lnTo>
                  <a:lnTo>
                    <a:pt x="1468700" y="1469110"/>
                  </a:lnTo>
                  <a:lnTo>
                    <a:pt x="1531867" y="1448570"/>
                  </a:lnTo>
                  <a:lnTo>
                    <a:pt x="1590365" y="1425580"/>
                  </a:lnTo>
                  <a:lnTo>
                    <a:pt x="1645087" y="1399806"/>
                  </a:lnTo>
                  <a:lnTo>
                    <a:pt x="1696942" y="1370928"/>
                  </a:lnTo>
                  <a:lnTo>
                    <a:pt x="1746782" y="1338703"/>
                  </a:lnTo>
                  <a:lnTo>
                    <a:pt x="1768425" y="1323320"/>
                  </a:lnTo>
                  <a:lnTo>
                    <a:pt x="1813515" y="1288644"/>
                  </a:lnTo>
                  <a:lnTo>
                    <a:pt x="1858165" y="1250906"/>
                  </a:lnTo>
                  <a:lnTo>
                    <a:pt x="1902743" y="1210047"/>
                  </a:lnTo>
                  <a:lnTo>
                    <a:pt x="1947517" y="1166088"/>
                  </a:lnTo>
                  <a:lnTo>
                    <a:pt x="1992669" y="1119133"/>
                  </a:lnTo>
                  <a:lnTo>
                    <a:pt x="2038304" y="1069377"/>
                  </a:lnTo>
                  <a:lnTo>
                    <a:pt x="2084456" y="1017109"/>
                  </a:lnTo>
                  <a:lnTo>
                    <a:pt x="2131101" y="962712"/>
                  </a:lnTo>
                  <a:lnTo>
                    <a:pt x="2178161" y="906647"/>
                  </a:lnTo>
                  <a:lnTo>
                    <a:pt x="2225515" y="849447"/>
                  </a:lnTo>
                  <a:lnTo>
                    <a:pt x="2273017" y="791692"/>
                  </a:lnTo>
                  <a:lnTo>
                    <a:pt x="2320507" y="733984"/>
                  </a:lnTo>
                  <a:lnTo>
                    <a:pt x="2367824" y="676926"/>
                  </a:lnTo>
                  <a:lnTo>
                    <a:pt x="2414824" y="621090"/>
                  </a:lnTo>
                  <a:lnTo>
                    <a:pt x="2461396" y="567000"/>
                  </a:lnTo>
                  <a:lnTo>
                    <a:pt x="2507467" y="515105"/>
                  </a:lnTo>
                  <a:lnTo>
                    <a:pt x="2553022" y="465774"/>
                  </a:lnTo>
                  <a:lnTo>
                    <a:pt x="2598105" y="419280"/>
                  </a:lnTo>
                  <a:lnTo>
                    <a:pt x="2642834" y="375805"/>
                  </a:lnTo>
                  <a:lnTo>
                    <a:pt x="2687403" y="335440"/>
                  </a:lnTo>
                  <a:lnTo>
                    <a:pt x="2732096" y="298189"/>
                  </a:lnTo>
                  <a:lnTo>
                    <a:pt x="2770117" y="269181"/>
                  </a:lnTo>
                  <a:lnTo>
                    <a:pt x="2819302" y="235437"/>
                  </a:lnTo>
                  <a:lnTo>
                    <a:pt x="2870165" y="205097"/>
                  </a:lnTo>
                  <a:lnTo>
                    <a:pt x="2923506" y="177985"/>
                  </a:lnTo>
                  <a:lnTo>
                    <a:pt x="2980217" y="153802"/>
                  </a:lnTo>
                  <a:lnTo>
                    <a:pt x="3041208" y="132216"/>
                  </a:lnTo>
                  <a:lnTo>
                    <a:pt x="3107327" y="112904"/>
                  </a:lnTo>
                  <a:lnTo>
                    <a:pt x="3179260" y="95585"/>
                  </a:lnTo>
                  <a:lnTo>
                    <a:pt x="3257400" y="80030"/>
                  </a:lnTo>
                  <a:lnTo>
                    <a:pt x="3341669" y="66075"/>
                  </a:lnTo>
                  <a:lnTo>
                    <a:pt x="3431320" y="53617"/>
                  </a:lnTo>
                  <a:lnTo>
                    <a:pt x="3524723" y="42615"/>
                  </a:lnTo>
                  <a:lnTo>
                    <a:pt x="3619238" y="33077"/>
                  </a:lnTo>
                  <a:lnTo>
                    <a:pt x="3711256" y="25035"/>
                  </a:lnTo>
                  <a:lnTo>
                    <a:pt x="3796505" y="18519"/>
                  </a:lnTo>
                  <a:lnTo>
                    <a:pt x="3870670" y="13516"/>
                  </a:lnTo>
                  <a:lnTo>
                    <a:pt x="3930224" y="9945"/>
                  </a:lnTo>
                  <a:lnTo>
                    <a:pt x="3973245" y="7637"/>
                  </a:lnTo>
                  <a:lnTo>
                    <a:pt x="3999950" y="6349"/>
                  </a:lnTo>
                  <a:lnTo>
                    <a:pt x="4012807" y="5789"/>
                  </a:lnTo>
                  <a:lnTo>
                    <a:pt x="4016409" y="5647"/>
                  </a:lnTo>
                  <a:lnTo>
                    <a:pt x="4538543" y="5647"/>
                  </a:lnTo>
                  <a:lnTo>
                    <a:pt x="4539708" y="5721"/>
                  </a:lnTo>
                  <a:lnTo>
                    <a:pt x="4547342" y="6249"/>
                  </a:lnTo>
                  <a:lnTo>
                    <a:pt x="4566482" y="7709"/>
                  </a:lnTo>
                  <a:lnTo>
                    <a:pt x="4600439" y="10580"/>
                  </a:lnTo>
                  <a:lnTo>
                    <a:pt x="4650508" y="15289"/>
                  </a:lnTo>
                  <a:lnTo>
                    <a:pt x="4715894" y="22169"/>
                  </a:lnTo>
                  <a:lnTo>
                    <a:pt x="4793994" y="31422"/>
                  </a:lnTo>
                  <a:lnTo>
                    <a:pt x="4881036" y="43123"/>
                  </a:lnTo>
                  <a:lnTo>
                    <a:pt x="4972862" y="57258"/>
                  </a:lnTo>
                  <a:lnTo>
                    <a:pt x="5065624" y="73770"/>
                  </a:lnTo>
                  <a:lnTo>
                    <a:pt x="5156236" y="92619"/>
                  </a:lnTo>
                  <a:lnTo>
                    <a:pt x="5242558" y="113818"/>
                  </a:lnTo>
                  <a:lnTo>
                    <a:pt x="5323359" y="137463"/>
                  </a:lnTo>
                  <a:lnTo>
                    <a:pt x="5398163" y="163749"/>
                  </a:lnTo>
                  <a:lnTo>
                    <a:pt x="5467058" y="192967"/>
                  </a:lnTo>
                  <a:lnTo>
                    <a:pt x="5530513" y="225503"/>
                  </a:lnTo>
                  <a:lnTo>
                    <a:pt x="5589231" y="261822"/>
                  </a:lnTo>
                  <a:lnTo>
                    <a:pt x="5644038" y="302440"/>
                  </a:lnTo>
                  <a:lnTo>
                    <a:pt x="5695798" y="347879"/>
                  </a:lnTo>
                  <a:lnTo>
                    <a:pt x="5745345" y="398581"/>
                  </a:lnTo>
                  <a:lnTo>
                    <a:pt x="5784835" y="444244"/>
                  </a:lnTo>
                  <a:lnTo>
                    <a:pt x="5823128" y="492882"/>
                  </a:lnTo>
                  <a:lnTo>
                    <a:pt x="5861061" y="545174"/>
                  </a:lnTo>
                  <a:lnTo>
                    <a:pt x="5898871" y="601194"/>
                  </a:lnTo>
                  <a:lnTo>
                    <a:pt x="5936743" y="660953"/>
                  </a:lnTo>
                  <a:lnTo>
                    <a:pt x="5974817" y="724392"/>
                  </a:lnTo>
                  <a:lnTo>
                    <a:pt x="6013187" y="791377"/>
                  </a:lnTo>
                  <a:lnTo>
                    <a:pt x="6051910" y="861693"/>
                  </a:lnTo>
                  <a:lnTo>
                    <a:pt x="6091007" y="935044"/>
                  </a:lnTo>
                  <a:lnTo>
                    <a:pt x="6130467" y="1011056"/>
                  </a:lnTo>
                  <a:lnTo>
                    <a:pt x="6170250" y="1089279"/>
                  </a:lnTo>
                  <a:lnTo>
                    <a:pt x="6210293" y="1169201"/>
                  </a:lnTo>
                  <a:lnTo>
                    <a:pt x="6250515" y="1250259"/>
                  </a:lnTo>
                  <a:lnTo>
                    <a:pt x="6290824" y="1331853"/>
                  </a:lnTo>
                  <a:lnTo>
                    <a:pt x="6331120" y="1413369"/>
                  </a:lnTo>
                  <a:lnTo>
                    <a:pt x="6371305" y="1494193"/>
                  </a:lnTo>
                  <a:lnTo>
                    <a:pt x="6411288" y="1573733"/>
                  </a:lnTo>
                  <a:lnTo>
                    <a:pt x="6450994" y="1651439"/>
                  </a:lnTo>
                  <a:lnTo>
                    <a:pt x="6490364" y="1726812"/>
                  </a:lnTo>
                  <a:lnTo>
                    <a:pt x="6529365" y="1799421"/>
                  </a:lnTo>
                  <a:lnTo>
                    <a:pt x="6567995" y="1868913"/>
                  </a:lnTo>
                  <a:lnTo>
                    <a:pt x="6606283" y="1935010"/>
                  </a:lnTo>
                  <a:lnTo>
                    <a:pt x="6644294" y="1997520"/>
                  </a:lnTo>
                  <a:lnTo>
                    <a:pt x="6682136" y="2056328"/>
                  </a:lnTo>
                  <a:lnTo>
                    <a:pt x="6719957" y="2111393"/>
                  </a:lnTo>
                  <a:lnTo>
                    <a:pt x="6757957" y="2162744"/>
                  </a:lnTo>
                  <a:lnTo>
                    <a:pt x="6786527" y="2198631"/>
                  </a:lnTo>
                  <a:lnTo>
                    <a:pt x="6834810" y="2253826"/>
                  </a:lnTo>
                  <a:lnTo>
                    <a:pt x="6884697" y="2303555"/>
                  </a:lnTo>
                  <a:lnTo>
                    <a:pt x="6936943" y="2348090"/>
                  </a:lnTo>
                  <a:lnTo>
                    <a:pt x="6992390" y="2387895"/>
                  </a:lnTo>
                  <a:lnTo>
                    <a:pt x="7051903" y="2423495"/>
                  </a:lnTo>
                  <a:lnTo>
                    <a:pt x="7116290" y="2455401"/>
                  </a:lnTo>
                  <a:lnTo>
                    <a:pt x="7186223" y="2484066"/>
                  </a:lnTo>
                  <a:lnTo>
                    <a:pt x="7262114" y="2509857"/>
                  </a:lnTo>
                  <a:lnTo>
                    <a:pt x="7343964" y="2533051"/>
                  </a:lnTo>
                  <a:lnTo>
                    <a:pt x="7431175" y="2553822"/>
                  </a:lnTo>
                  <a:lnTo>
                    <a:pt x="7522360" y="2572251"/>
                  </a:lnTo>
                  <a:lnTo>
                    <a:pt x="7615207" y="2588340"/>
                  </a:lnTo>
                  <a:lnTo>
                    <a:pt x="7706472" y="2602040"/>
                  </a:lnTo>
                  <a:lnTo>
                    <a:pt x="7792211" y="2613299"/>
                  </a:lnTo>
                  <a:lnTo>
                    <a:pt x="7868276" y="2622116"/>
                  </a:lnTo>
                  <a:lnTo>
                    <a:pt x="7931050" y="2628586"/>
                  </a:lnTo>
                  <a:lnTo>
                    <a:pt x="7978218" y="2632937"/>
                  </a:lnTo>
                  <a:lnTo>
                    <a:pt x="8009349" y="2635519"/>
                  </a:lnTo>
                  <a:lnTo>
                    <a:pt x="8026119" y="2636776"/>
                  </a:lnTo>
                  <a:lnTo>
                    <a:pt x="8032170" y="2637188"/>
                  </a:lnTo>
                  <a:lnTo>
                    <a:pt x="8032819" y="2637228"/>
                  </a:lnTo>
                  <a:lnTo>
                    <a:pt x="8554953" y="2637228"/>
                  </a:lnTo>
                  <a:lnTo>
                    <a:pt x="8554953" y="2631581"/>
                  </a:lnTo>
                  <a:lnTo>
                    <a:pt x="8032819" y="2631581"/>
                  </a:lnTo>
                  <a:lnTo>
                    <a:pt x="8031654" y="2631507"/>
                  </a:lnTo>
                  <a:lnTo>
                    <a:pt x="8024020" y="2630979"/>
                  </a:lnTo>
                  <a:lnTo>
                    <a:pt x="8004879" y="2629519"/>
                  </a:lnTo>
                  <a:lnTo>
                    <a:pt x="7970923" y="2626648"/>
                  </a:lnTo>
                  <a:lnTo>
                    <a:pt x="7920854" y="2621938"/>
                  </a:lnTo>
                  <a:lnTo>
                    <a:pt x="7855468" y="2615059"/>
                  </a:lnTo>
                  <a:lnTo>
                    <a:pt x="7777368" y="2605806"/>
                  </a:lnTo>
                  <a:lnTo>
                    <a:pt x="7690326" y="2594105"/>
                  </a:lnTo>
                  <a:lnTo>
                    <a:pt x="7598500" y="2579970"/>
                  </a:lnTo>
                  <a:lnTo>
                    <a:pt x="7505738" y="2563458"/>
                  </a:lnTo>
                  <a:lnTo>
                    <a:pt x="7415126" y="2544609"/>
                  </a:lnTo>
                  <a:lnTo>
                    <a:pt x="7328803" y="2523410"/>
                  </a:lnTo>
                  <a:lnTo>
                    <a:pt x="7248003" y="2499765"/>
                  </a:lnTo>
                  <a:lnTo>
                    <a:pt x="7173198" y="2473479"/>
                  </a:lnTo>
                  <a:lnTo>
                    <a:pt x="7104304" y="2444261"/>
                  </a:lnTo>
                  <a:lnTo>
                    <a:pt x="7040849" y="2411725"/>
                  </a:lnTo>
                  <a:lnTo>
                    <a:pt x="6982131" y="2375406"/>
                  </a:lnTo>
                  <a:lnTo>
                    <a:pt x="6927324" y="2334788"/>
                  </a:lnTo>
                  <a:lnTo>
                    <a:pt x="6875564" y="2289348"/>
                  </a:lnTo>
                  <a:lnTo>
                    <a:pt x="6826017" y="2238647"/>
                  </a:lnTo>
                  <a:lnTo>
                    <a:pt x="6786527" y="2192984"/>
                  </a:lnTo>
                  <a:lnTo>
                    <a:pt x="6748233" y="2144346"/>
                  </a:lnTo>
                  <a:lnTo>
                    <a:pt x="6710301" y="2092054"/>
                  </a:lnTo>
                  <a:lnTo>
                    <a:pt x="6672491" y="2036034"/>
                  </a:lnTo>
                  <a:lnTo>
                    <a:pt x="6634619" y="1976275"/>
                  </a:lnTo>
                  <a:lnTo>
                    <a:pt x="6596545" y="1912836"/>
                  </a:lnTo>
                  <a:lnTo>
                    <a:pt x="6558175" y="1845851"/>
                  </a:lnTo>
                  <a:lnTo>
                    <a:pt x="6519452" y="1775535"/>
                  </a:lnTo>
                  <a:lnTo>
                    <a:pt x="6480355" y="1702184"/>
                  </a:lnTo>
                  <a:lnTo>
                    <a:pt x="6440895" y="1626172"/>
                  </a:lnTo>
                  <a:lnTo>
                    <a:pt x="6401112" y="1547949"/>
                  </a:lnTo>
                  <a:lnTo>
                    <a:pt x="6361069" y="1468026"/>
                  </a:lnTo>
                  <a:lnTo>
                    <a:pt x="6320847" y="1386969"/>
                  </a:lnTo>
                  <a:lnTo>
                    <a:pt x="6280538" y="1305374"/>
                  </a:lnTo>
                  <a:lnTo>
                    <a:pt x="6240242" y="1223859"/>
                  </a:lnTo>
                  <a:lnTo>
                    <a:pt x="6200057" y="1143035"/>
                  </a:lnTo>
                  <a:lnTo>
                    <a:pt x="6160073" y="1063494"/>
                  </a:lnTo>
                  <a:lnTo>
                    <a:pt x="6120368" y="985789"/>
                  </a:lnTo>
                  <a:lnTo>
                    <a:pt x="6080998" y="910416"/>
                  </a:lnTo>
                  <a:lnTo>
                    <a:pt x="6041997" y="837806"/>
                  </a:lnTo>
                  <a:lnTo>
                    <a:pt x="6003367" y="768315"/>
                  </a:lnTo>
                  <a:lnTo>
                    <a:pt x="5965079" y="702218"/>
                  </a:lnTo>
                  <a:lnTo>
                    <a:pt x="5927068" y="639708"/>
                  </a:lnTo>
                  <a:lnTo>
                    <a:pt x="5889226" y="580900"/>
                  </a:lnTo>
                  <a:lnTo>
                    <a:pt x="5851405" y="525835"/>
                  </a:lnTo>
                  <a:lnTo>
                    <a:pt x="5813405" y="474484"/>
                  </a:lnTo>
                  <a:lnTo>
                    <a:pt x="5784835" y="438596"/>
                  </a:lnTo>
                  <a:lnTo>
                    <a:pt x="5736552" y="383402"/>
                  </a:lnTo>
                  <a:lnTo>
                    <a:pt x="5686665" y="333673"/>
                  </a:lnTo>
                  <a:lnTo>
                    <a:pt x="5634419" y="289138"/>
                  </a:lnTo>
                  <a:lnTo>
                    <a:pt x="5578971" y="249333"/>
                  </a:lnTo>
                  <a:lnTo>
                    <a:pt x="5519459" y="213733"/>
                  </a:lnTo>
                  <a:lnTo>
                    <a:pt x="5455072" y="181826"/>
                  </a:lnTo>
                  <a:lnTo>
                    <a:pt x="5385139" y="153162"/>
                  </a:lnTo>
                  <a:lnTo>
                    <a:pt x="5309247" y="127370"/>
                  </a:lnTo>
                  <a:lnTo>
                    <a:pt x="5227398" y="104177"/>
                  </a:lnTo>
                  <a:lnTo>
                    <a:pt x="5140187" y="83406"/>
                  </a:lnTo>
                  <a:lnTo>
                    <a:pt x="5049002" y="64976"/>
                  </a:lnTo>
                  <a:lnTo>
                    <a:pt x="4956155" y="48888"/>
                  </a:lnTo>
                  <a:lnTo>
                    <a:pt x="4864890" y="35188"/>
                  </a:lnTo>
                  <a:lnTo>
                    <a:pt x="4779151" y="23929"/>
                  </a:lnTo>
                  <a:lnTo>
                    <a:pt x="4703086" y="15112"/>
                  </a:lnTo>
                  <a:lnTo>
                    <a:pt x="4640312" y="8642"/>
                  </a:lnTo>
                  <a:lnTo>
                    <a:pt x="4593144" y="4291"/>
                  </a:lnTo>
                  <a:lnTo>
                    <a:pt x="4562013" y="1709"/>
                  </a:lnTo>
                  <a:lnTo>
                    <a:pt x="4545243" y="452"/>
                  </a:lnTo>
                  <a:lnTo>
                    <a:pt x="4539192" y="40"/>
                  </a:lnTo>
                  <a:lnTo>
                    <a:pt x="4538543" y="0"/>
                  </a:lnTo>
                  <a:lnTo>
                    <a:pt x="4016409" y="0"/>
                  </a:lnTo>
                  <a:lnTo>
                    <a:pt x="4015180" y="46"/>
                  </a:lnTo>
                  <a:lnTo>
                    <a:pt x="4007135" y="382"/>
                  </a:lnTo>
                  <a:lnTo>
                    <a:pt x="3987001" y="1309"/>
                  </a:lnTo>
                  <a:lnTo>
                    <a:pt x="3951376" y="3132"/>
                  </a:lnTo>
                  <a:lnTo>
                    <a:pt x="3899034" y="6117"/>
                  </a:lnTo>
                  <a:lnTo>
                    <a:pt x="3830990" y="10470"/>
                  </a:lnTo>
                  <a:lnTo>
                    <a:pt x="3750149" y="16310"/>
                  </a:lnTo>
                  <a:lnTo>
                    <a:pt x="3660585" y="23678"/>
                  </a:lnTo>
                  <a:lnTo>
                    <a:pt x="3566681" y="32557"/>
                  </a:lnTo>
                  <a:lnTo>
                    <a:pt x="3472398" y="42913"/>
                  </a:lnTo>
                  <a:lnTo>
                    <a:pt x="3380825" y="54723"/>
                  </a:lnTo>
                  <a:lnTo>
                    <a:pt x="3294029" y="68006"/>
                  </a:lnTo>
                  <a:lnTo>
                    <a:pt x="3213128" y="82835"/>
                  </a:lnTo>
                  <a:lnTo>
                    <a:pt x="3138468" y="99348"/>
                  </a:lnTo>
                  <a:lnTo>
                    <a:pt x="3069842" y="117744"/>
                  </a:lnTo>
                  <a:lnTo>
                    <a:pt x="3006675" y="138284"/>
                  </a:lnTo>
                  <a:lnTo>
                    <a:pt x="2948177" y="161275"/>
                  </a:lnTo>
                  <a:lnTo>
                    <a:pt x="2893455" y="187048"/>
                  </a:lnTo>
                  <a:lnTo>
                    <a:pt x="2841600" y="215926"/>
                  </a:lnTo>
                  <a:lnTo>
                    <a:pt x="2791760" y="248151"/>
                  </a:lnTo>
                  <a:lnTo>
                    <a:pt x="2770117" y="263534"/>
                  </a:lnTo>
                  <a:lnTo>
                    <a:pt x="2725027" y="298210"/>
                  </a:lnTo>
                  <a:lnTo>
                    <a:pt x="2680377" y="335948"/>
                  </a:lnTo>
                  <a:lnTo>
                    <a:pt x="2635799" y="376807"/>
                  </a:lnTo>
                  <a:lnTo>
                    <a:pt x="2591025" y="420766"/>
                  </a:lnTo>
                  <a:lnTo>
                    <a:pt x="2545873" y="467721"/>
                  </a:lnTo>
                  <a:lnTo>
                    <a:pt x="2500239" y="517477"/>
                  </a:lnTo>
                  <a:lnTo>
                    <a:pt x="2454086" y="569745"/>
                  </a:lnTo>
                  <a:lnTo>
                    <a:pt x="2407441" y="624142"/>
                  </a:lnTo>
                  <a:lnTo>
                    <a:pt x="2360382" y="680207"/>
                  </a:lnTo>
                  <a:lnTo>
                    <a:pt x="2313027" y="737407"/>
                  </a:lnTo>
                  <a:lnTo>
                    <a:pt x="2265525" y="795162"/>
                  </a:lnTo>
                  <a:lnTo>
                    <a:pt x="2218036" y="852870"/>
                  </a:lnTo>
                  <a:lnTo>
                    <a:pt x="2170719" y="909928"/>
                  </a:lnTo>
                  <a:lnTo>
                    <a:pt x="2123718" y="965764"/>
                  </a:lnTo>
                  <a:lnTo>
                    <a:pt x="2077146" y="1019854"/>
                  </a:lnTo>
                  <a:lnTo>
                    <a:pt x="2031075" y="1071749"/>
                  </a:lnTo>
                  <a:lnTo>
                    <a:pt x="1985520" y="1121080"/>
                  </a:lnTo>
                  <a:lnTo>
                    <a:pt x="1940437" y="1167574"/>
                  </a:lnTo>
                  <a:lnTo>
                    <a:pt x="1895708" y="1211049"/>
                  </a:lnTo>
                  <a:lnTo>
                    <a:pt x="1851139" y="1251414"/>
                  </a:lnTo>
                  <a:lnTo>
                    <a:pt x="1806447" y="1288665"/>
                  </a:lnTo>
                  <a:lnTo>
                    <a:pt x="1768425" y="1317673"/>
                  </a:lnTo>
                  <a:lnTo>
                    <a:pt x="1719240" y="1351417"/>
                  </a:lnTo>
                  <a:lnTo>
                    <a:pt x="1668377" y="1381757"/>
                  </a:lnTo>
                  <a:lnTo>
                    <a:pt x="1615036" y="1408870"/>
                  </a:lnTo>
                  <a:lnTo>
                    <a:pt x="1558325" y="1433052"/>
                  </a:lnTo>
                  <a:lnTo>
                    <a:pt x="1497334" y="1454638"/>
                  </a:lnTo>
                  <a:lnTo>
                    <a:pt x="1431215" y="1473950"/>
                  </a:lnTo>
                  <a:lnTo>
                    <a:pt x="1359282" y="1491270"/>
                  </a:lnTo>
                  <a:lnTo>
                    <a:pt x="1281143" y="1506824"/>
                  </a:lnTo>
                  <a:lnTo>
                    <a:pt x="1196873" y="1520780"/>
                  </a:lnTo>
                  <a:lnTo>
                    <a:pt x="1107222" y="1533237"/>
                  </a:lnTo>
                  <a:lnTo>
                    <a:pt x="1013820" y="1544239"/>
                  </a:lnTo>
                  <a:lnTo>
                    <a:pt x="919304" y="1553777"/>
                  </a:lnTo>
                  <a:lnTo>
                    <a:pt x="827286" y="1561819"/>
                  </a:lnTo>
                  <a:lnTo>
                    <a:pt x="742037" y="1568335"/>
                  </a:lnTo>
                  <a:lnTo>
                    <a:pt x="667873" y="1573338"/>
                  </a:lnTo>
                  <a:lnTo>
                    <a:pt x="608318" y="1576909"/>
                  </a:lnTo>
                  <a:lnTo>
                    <a:pt x="565298" y="1579217"/>
                  </a:lnTo>
                  <a:lnTo>
                    <a:pt x="538593" y="1580505"/>
                  </a:lnTo>
                  <a:lnTo>
                    <a:pt x="525735" y="1581065"/>
                  </a:lnTo>
                  <a:lnTo>
                    <a:pt x="522133" y="1581207"/>
                  </a:lnTo>
                  <a:lnTo>
                    <a:pt x="0" y="1581207"/>
                  </a:lnTo>
                  <a:close/>
                </a:path>
              </a:pathLst>
            </a:custGeom>
            <a:solidFill>
              <a:srgbClr val="F28E5B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822" name="pl822"/>
            <p:cNvSpPr/>
            <p:nvPr/>
          </p:nvSpPr>
          <p:spPr>
            <a:xfrm>
              <a:off x="386606" y="1981796"/>
              <a:ext cx="8554953" cy="2631581"/>
            </a:xfrm>
            <a:custGeom>
              <a:avLst/>
              <a:pathLst>
                <a:path w="8554953" h="2631581">
                  <a:moveTo>
                    <a:pt x="0" y="1581207"/>
                  </a:moveTo>
                  <a:lnTo>
                    <a:pt x="522133" y="1581207"/>
                  </a:lnTo>
                  <a:lnTo>
                    <a:pt x="523363" y="1581160"/>
                  </a:lnTo>
                  <a:lnTo>
                    <a:pt x="531407" y="1580825"/>
                  </a:lnTo>
                  <a:lnTo>
                    <a:pt x="551541" y="1579897"/>
                  </a:lnTo>
                  <a:lnTo>
                    <a:pt x="587166" y="1578075"/>
                  </a:lnTo>
                  <a:lnTo>
                    <a:pt x="639508" y="1575090"/>
                  </a:lnTo>
                  <a:lnTo>
                    <a:pt x="707552" y="1570737"/>
                  </a:lnTo>
                  <a:lnTo>
                    <a:pt x="788393" y="1564896"/>
                  </a:lnTo>
                  <a:lnTo>
                    <a:pt x="877957" y="1557529"/>
                  </a:lnTo>
                  <a:lnTo>
                    <a:pt x="971861" y="1548650"/>
                  </a:lnTo>
                  <a:lnTo>
                    <a:pt x="1066144" y="1538294"/>
                  </a:lnTo>
                  <a:lnTo>
                    <a:pt x="1157718" y="1526484"/>
                  </a:lnTo>
                  <a:lnTo>
                    <a:pt x="1244513" y="1513201"/>
                  </a:lnTo>
                  <a:lnTo>
                    <a:pt x="1325415" y="1498372"/>
                  </a:lnTo>
                  <a:lnTo>
                    <a:pt x="1400074" y="1481859"/>
                  </a:lnTo>
                  <a:lnTo>
                    <a:pt x="1468700" y="1463463"/>
                  </a:lnTo>
                  <a:lnTo>
                    <a:pt x="1531867" y="1442923"/>
                  </a:lnTo>
                  <a:lnTo>
                    <a:pt x="1590365" y="1419932"/>
                  </a:lnTo>
                  <a:lnTo>
                    <a:pt x="1645087" y="1394159"/>
                  </a:lnTo>
                  <a:lnTo>
                    <a:pt x="1696942" y="1365281"/>
                  </a:lnTo>
                  <a:lnTo>
                    <a:pt x="1746782" y="1333056"/>
                  </a:lnTo>
                  <a:lnTo>
                    <a:pt x="1768425" y="1317673"/>
                  </a:lnTo>
                  <a:lnTo>
                    <a:pt x="1813515" y="1282997"/>
                  </a:lnTo>
                  <a:lnTo>
                    <a:pt x="1858165" y="1245258"/>
                  </a:lnTo>
                  <a:lnTo>
                    <a:pt x="1902743" y="1204400"/>
                  </a:lnTo>
                  <a:lnTo>
                    <a:pt x="1947517" y="1160441"/>
                  </a:lnTo>
                  <a:lnTo>
                    <a:pt x="1992669" y="1113486"/>
                  </a:lnTo>
                  <a:lnTo>
                    <a:pt x="2038304" y="1063730"/>
                  </a:lnTo>
                  <a:lnTo>
                    <a:pt x="2084456" y="1011462"/>
                  </a:lnTo>
                  <a:lnTo>
                    <a:pt x="2131101" y="957065"/>
                  </a:lnTo>
                  <a:lnTo>
                    <a:pt x="2178161" y="901000"/>
                  </a:lnTo>
                  <a:lnTo>
                    <a:pt x="2225515" y="843800"/>
                  </a:lnTo>
                  <a:lnTo>
                    <a:pt x="2273017" y="786045"/>
                  </a:lnTo>
                  <a:lnTo>
                    <a:pt x="2320507" y="728337"/>
                  </a:lnTo>
                  <a:lnTo>
                    <a:pt x="2367824" y="671279"/>
                  </a:lnTo>
                  <a:lnTo>
                    <a:pt x="2414824" y="615443"/>
                  </a:lnTo>
                  <a:lnTo>
                    <a:pt x="2461396" y="561353"/>
                  </a:lnTo>
                  <a:lnTo>
                    <a:pt x="2507467" y="509458"/>
                  </a:lnTo>
                  <a:lnTo>
                    <a:pt x="2553022" y="460127"/>
                  </a:lnTo>
                  <a:lnTo>
                    <a:pt x="2598105" y="413633"/>
                  </a:lnTo>
                  <a:lnTo>
                    <a:pt x="2642834" y="370158"/>
                  </a:lnTo>
                  <a:lnTo>
                    <a:pt x="2687403" y="329792"/>
                  </a:lnTo>
                  <a:lnTo>
                    <a:pt x="2732096" y="292542"/>
                  </a:lnTo>
                  <a:lnTo>
                    <a:pt x="2770117" y="263534"/>
                  </a:lnTo>
                  <a:lnTo>
                    <a:pt x="2819302" y="229790"/>
                  </a:lnTo>
                  <a:lnTo>
                    <a:pt x="2870165" y="199450"/>
                  </a:lnTo>
                  <a:lnTo>
                    <a:pt x="2923506" y="172337"/>
                  </a:lnTo>
                  <a:lnTo>
                    <a:pt x="2980217" y="148155"/>
                  </a:lnTo>
                  <a:lnTo>
                    <a:pt x="3041208" y="126569"/>
                  </a:lnTo>
                  <a:lnTo>
                    <a:pt x="3107327" y="107257"/>
                  </a:lnTo>
                  <a:lnTo>
                    <a:pt x="3179260" y="89937"/>
                  </a:lnTo>
                  <a:lnTo>
                    <a:pt x="3257400" y="74383"/>
                  </a:lnTo>
                  <a:lnTo>
                    <a:pt x="3341669" y="60427"/>
                  </a:lnTo>
                  <a:lnTo>
                    <a:pt x="3431320" y="47970"/>
                  </a:lnTo>
                  <a:lnTo>
                    <a:pt x="3524723" y="36968"/>
                  </a:lnTo>
                  <a:lnTo>
                    <a:pt x="3619238" y="27430"/>
                  </a:lnTo>
                  <a:lnTo>
                    <a:pt x="3711256" y="19388"/>
                  </a:lnTo>
                  <a:lnTo>
                    <a:pt x="3796505" y="12872"/>
                  </a:lnTo>
                  <a:lnTo>
                    <a:pt x="3870670" y="7869"/>
                  </a:lnTo>
                  <a:lnTo>
                    <a:pt x="3930224" y="4298"/>
                  </a:lnTo>
                  <a:lnTo>
                    <a:pt x="3973245" y="1990"/>
                  </a:lnTo>
                  <a:lnTo>
                    <a:pt x="3999950" y="702"/>
                  </a:lnTo>
                  <a:lnTo>
                    <a:pt x="4012807" y="142"/>
                  </a:lnTo>
                  <a:lnTo>
                    <a:pt x="4016299" y="4"/>
                  </a:lnTo>
                  <a:lnTo>
                    <a:pt x="4016409" y="0"/>
                  </a:lnTo>
                  <a:lnTo>
                    <a:pt x="4538543" y="0"/>
                  </a:lnTo>
                  <a:lnTo>
                    <a:pt x="4539708" y="73"/>
                  </a:lnTo>
                  <a:lnTo>
                    <a:pt x="4547342" y="602"/>
                  </a:lnTo>
                  <a:lnTo>
                    <a:pt x="4566482" y="2062"/>
                  </a:lnTo>
                  <a:lnTo>
                    <a:pt x="4600439" y="4933"/>
                  </a:lnTo>
                  <a:lnTo>
                    <a:pt x="4650508" y="9642"/>
                  </a:lnTo>
                  <a:lnTo>
                    <a:pt x="4715894" y="16522"/>
                  </a:lnTo>
                  <a:lnTo>
                    <a:pt x="4793994" y="25775"/>
                  </a:lnTo>
                  <a:lnTo>
                    <a:pt x="4881036" y="37476"/>
                  </a:lnTo>
                  <a:lnTo>
                    <a:pt x="4972862" y="51610"/>
                  </a:lnTo>
                  <a:lnTo>
                    <a:pt x="5065624" y="68123"/>
                  </a:lnTo>
                  <a:lnTo>
                    <a:pt x="5156236" y="86972"/>
                  </a:lnTo>
                  <a:lnTo>
                    <a:pt x="5242558" y="108170"/>
                  </a:lnTo>
                  <a:lnTo>
                    <a:pt x="5323359" y="131816"/>
                  </a:lnTo>
                  <a:lnTo>
                    <a:pt x="5398163" y="158102"/>
                  </a:lnTo>
                  <a:lnTo>
                    <a:pt x="5467058" y="187320"/>
                  </a:lnTo>
                  <a:lnTo>
                    <a:pt x="5530513" y="219856"/>
                  </a:lnTo>
                  <a:lnTo>
                    <a:pt x="5589231" y="256174"/>
                  </a:lnTo>
                  <a:lnTo>
                    <a:pt x="5644038" y="296793"/>
                  </a:lnTo>
                  <a:lnTo>
                    <a:pt x="5695798" y="342232"/>
                  </a:lnTo>
                  <a:lnTo>
                    <a:pt x="5745345" y="392934"/>
                  </a:lnTo>
                  <a:lnTo>
                    <a:pt x="5784835" y="438596"/>
                  </a:lnTo>
                  <a:lnTo>
                    <a:pt x="5823128" y="487234"/>
                  </a:lnTo>
                  <a:lnTo>
                    <a:pt x="5861061" y="539527"/>
                  </a:lnTo>
                  <a:lnTo>
                    <a:pt x="5898871" y="595546"/>
                  </a:lnTo>
                  <a:lnTo>
                    <a:pt x="5936743" y="655305"/>
                  </a:lnTo>
                  <a:lnTo>
                    <a:pt x="5974817" y="718745"/>
                  </a:lnTo>
                  <a:lnTo>
                    <a:pt x="6013187" y="785730"/>
                  </a:lnTo>
                  <a:lnTo>
                    <a:pt x="6051910" y="856046"/>
                  </a:lnTo>
                  <a:lnTo>
                    <a:pt x="6091007" y="929397"/>
                  </a:lnTo>
                  <a:lnTo>
                    <a:pt x="6130467" y="1005409"/>
                  </a:lnTo>
                  <a:lnTo>
                    <a:pt x="6170250" y="1083632"/>
                  </a:lnTo>
                  <a:lnTo>
                    <a:pt x="6210293" y="1163554"/>
                  </a:lnTo>
                  <a:lnTo>
                    <a:pt x="6250515" y="1244612"/>
                  </a:lnTo>
                  <a:lnTo>
                    <a:pt x="6290824" y="1326206"/>
                  </a:lnTo>
                  <a:lnTo>
                    <a:pt x="6331120" y="1407722"/>
                  </a:lnTo>
                  <a:lnTo>
                    <a:pt x="6371305" y="1488546"/>
                  </a:lnTo>
                  <a:lnTo>
                    <a:pt x="6411288" y="1568086"/>
                  </a:lnTo>
                  <a:lnTo>
                    <a:pt x="6450994" y="1645792"/>
                  </a:lnTo>
                  <a:lnTo>
                    <a:pt x="6490364" y="1721165"/>
                  </a:lnTo>
                  <a:lnTo>
                    <a:pt x="6529365" y="1793774"/>
                  </a:lnTo>
                  <a:lnTo>
                    <a:pt x="6567995" y="1863265"/>
                  </a:lnTo>
                  <a:lnTo>
                    <a:pt x="6606283" y="1929363"/>
                  </a:lnTo>
                  <a:lnTo>
                    <a:pt x="6644294" y="1991873"/>
                  </a:lnTo>
                  <a:lnTo>
                    <a:pt x="6682136" y="2050681"/>
                  </a:lnTo>
                  <a:lnTo>
                    <a:pt x="6719957" y="2105746"/>
                  </a:lnTo>
                  <a:lnTo>
                    <a:pt x="6757957" y="2157097"/>
                  </a:lnTo>
                  <a:lnTo>
                    <a:pt x="6786527" y="2192984"/>
                  </a:lnTo>
                  <a:lnTo>
                    <a:pt x="6834810" y="2248179"/>
                  </a:lnTo>
                  <a:lnTo>
                    <a:pt x="6884697" y="2297908"/>
                  </a:lnTo>
                  <a:lnTo>
                    <a:pt x="6936943" y="2342443"/>
                  </a:lnTo>
                  <a:lnTo>
                    <a:pt x="6992390" y="2382248"/>
                  </a:lnTo>
                  <a:lnTo>
                    <a:pt x="7051903" y="2417848"/>
                  </a:lnTo>
                  <a:lnTo>
                    <a:pt x="7116290" y="2449754"/>
                  </a:lnTo>
                  <a:lnTo>
                    <a:pt x="7186223" y="2478419"/>
                  </a:lnTo>
                  <a:lnTo>
                    <a:pt x="7262114" y="2504210"/>
                  </a:lnTo>
                  <a:lnTo>
                    <a:pt x="7343964" y="2527404"/>
                  </a:lnTo>
                  <a:lnTo>
                    <a:pt x="7431175" y="2548175"/>
                  </a:lnTo>
                  <a:lnTo>
                    <a:pt x="7522360" y="2566604"/>
                  </a:lnTo>
                  <a:lnTo>
                    <a:pt x="7615207" y="2582693"/>
                  </a:lnTo>
                  <a:lnTo>
                    <a:pt x="7706472" y="2596393"/>
                  </a:lnTo>
                  <a:lnTo>
                    <a:pt x="7792211" y="2607652"/>
                  </a:lnTo>
                  <a:lnTo>
                    <a:pt x="7868276" y="2616468"/>
                  </a:lnTo>
                  <a:lnTo>
                    <a:pt x="7931050" y="2622939"/>
                  </a:lnTo>
                  <a:lnTo>
                    <a:pt x="7978218" y="2627289"/>
                  </a:lnTo>
                  <a:lnTo>
                    <a:pt x="8009349" y="2629872"/>
                  </a:lnTo>
                  <a:lnTo>
                    <a:pt x="8026119" y="2631129"/>
                  </a:lnTo>
                  <a:lnTo>
                    <a:pt x="8032170" y="2631541"/>
                  </a:lnTo>
                  <a:lnTo>
                    <a:pt x="8032819" y="2631581"/>
                  </a:lnTo>
                  <a:lnTo>
                    <a:pt x="8554953" y="2631581"/>
                  </a:lnTo>
                  <a:lnTo>
                    <a:pt x="8554953" y="2631581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823" name="pl823"/>
            <p:cNvSpPr/>
            <p:nvPr/>
          </p:nvSpPr>
          <p:spPr>
            <a:xfrm>
              <a:off x="386606" y="1976149"/>
              <a:ext cx="8554953" cy="2631581"/>
            </a:xfrm>
            <a:custGeom>
              <a:avLst/>
              <a:pathLst>
                <a:path w="8554953" h="2631581">
                  <a:moveTo>
                    <a:pt x="8554953" y="2631581"/>
                  </a:moveTo>
                  <a:lnTo>
                    <a:pt x="8032819" y="2631581"/>
                  </a:lnTo>
                  <a:lnTo>
                    <a:pt x="8031654" y="2631507"/>
                  </a:lnTo>
                  <a:lnTo>
                    <a:pt x="8024020" y="2630979"/>
                  </a:lnTo>
                  <a:lnTo>
                    <a:pt x="8004879" y="2629519"/>
                  </a:lnTo>
                  <a:lnTo>
                    <a:pt x="7970923" y="2626648"/>
                  </a:lnTo>
                  <a:lnTo>
                    <a:pt x="7920854" y="2621938"/>
                  </a:lnTo>
                  <a:lnTo>
                    <a:pt x="7855468" y="2615059"/>
                  </a:lnTo>
                  <a:lnTo>
                    <a:pt x="7777368" y="2605806"/>
                  </a:lnTo>
                  <a:lnTo>
                    <a:pt x="7690326" y="2594105"/>
                  </a:lnTo>
                  <a:lnTo>
                    <a:pt x="7598500" y="2579970"/>
                  </a:lnTo>
                  <a:lnTo>
                    <a:pt x="7505738" y="2563458"/>
                  </a:lnTo>
                  <a:lnTo>
                    <a:pt x="7415126" y="2544609"/>
                  </a:lnTo>
                  <a:lnTo>
                    <a:pt x="7328803" y="2523410"/>
                  </a:lnTo>
                  <a:lnTo>
                    <a:pt x="7248003" y="2499765"/>
                  </a:lnTo>
                  <a:lnTo>
                    <a:pt x="7173198" y="2473479"/>
                  </a:lnTo>
                  <a:lnTo>
                    <a:pt x="7104304" y="2444261"/>
                  </a:lnTo>
                  <a:lnTo>
                    <a:pt x="7040849" y="2411725"/>
                  </a:lnTo>
                  <a:lnTo>
                    <a:pt x="6982131" y="2375406"/>
                  </a:lnTo>
                  <a:lnTo>
                    <a:pt x="6927324" y="2334788"/>
                  </a:lnTo>
                  <a:lnTo>
                    <a:pt x="6875564" y="2289348"/>
                  </a:lnTo>
                  <a:lnTo>
                    <a:pt x="6826017" y="2238647"/>
                  </a:lnTo>
                  <a:lnTo>
                    <a:pt x="6786527" y="2192984"/>
                  </a:lnTo>
                  <a:lnTo>
                    <a:pt x="6748233" y="2144346"/>
                  </a:lnTo>
                  <a:lnTo>
                    <a:pt x="6710301" y="2092054"/>
                  </a:lnTo>
                  <a:lnTo>
                    <a:pt x="6672491" y="2036034"/>
                  </a:lnTo>
                  <a:lnTo>
                    <a:pt x="6634619" y="1976275"/>
                  </a:lnTo>
                  <a:lnTo>
                    <a:pt x="6596545" y="1912836"/>
                  </a:lnTo>
                  <a:lnTo>
                    <a:pt x="6558175" y="1845851"/>
                  </a:lnTo>
                  <a:lnTo>
                    <a:pt x="6519452" y="1775535"/>
                  </a:lnTo>
                  <a:lnTo>
                    <a:pt x="6480355" y="1702184"/>
                  </a:lnTo>
                  <a:lnTo>
                    <a:pt x="6440895" y="1626172"/>
                  </a:lnTo>
                  <a:lnTo>
                    <a:pt x="6401112" y="1547949"/>
                  </a:lnTo>
                  <a:lnTo>
                    <a:pt x="6361069" y="1468026"/>
                  </a:lnTo>
                  <a:lnTo>
                    <a:pt x="6320847" y="1386969"/>
                  </a:lnTo>
                  <a:lnTo>
                    <a:pt x="6280538" y="1305374"/>
                  </a:lnTo>
                  <a:lnTo>
                    <a:pt x="6240242" y="1223859"/>
                  </a:lnTo>
                  <a:lnTo>
                    <a:pt x="6200057" y="1143035"/>
                  </a:lnTo>
                  <a:lnTo>
                    <a:pt x="6160073" y="1063494"/>
                  </a:lnTo>
                  <a:lnTo>
                    <a:pt x="6120368" y="985789"/>
                  </a:lnTo>
                  <a:lnTo>
                    <a:pt x="6080998" y="910416"/>
                  </a:lnTo>
                  <a:lnTo>
                    <a:pt x="6041997" y="837806"/>
                  </a:lnTo>
                  <a:lnTo>
                    <a:pt x="6003367" y="768315"/>
                  </a:lnTo>
                  <a:lnTo>
                    <a:pt x="5965079" y="702218"/>
                  </a:lnTo>
                  <a:lnTo>
                    <a:pt x="5927068" y="639708"/>
                  </a:lnTo>
                  <a:lnTo>
                    <a:pt x="5889226" y="580900"/>
                  </a:lnTo>
                  <a:lnTo>
                    <a:pt x="5851405" y="525835"/>
                  </a:lnTo>
                  <a:lnTo>
                    <a:pt x="5813405" y="474484"/>
                  </a:lnTo>
                  <a:lnTo>
                    <a:pt x="5784835" y="438596"/>
                  </a:lnTo>
                  <a:lnTo>
                    <a:pt x="5736552" y="383402"/>
                  </a:lnTo>
                  <a:lnTo>
                    <a:pt x="5686665" y="333673"/>
                  </a:lnTo>
                  <a:lnTo>
                    <a:pt x="5634419" y="289138"/>
                  </a:lnTo>
                  <a:lnTo>
                    <a:pt x="5578971" y="249333"/>
                  </a:lnTo>
                  <a:lnTo>
                    <a:pt x="5519459" y="213733"/>
                  </a:lnTo>
                  <a:lnTo>
                    <a:pt x="5455072" y="181826"/>
                  </a:lnTo>
                  <a:lnTo>
                    <a:pt x="5385139" y="153162"/>
                  </a:lnTo>
                  <a:lnTo>
                    <a:pt x="5309247" y="127370"/>
                  </a:lnTo>
                  <a:lnTo>
                    <a:pt x="5227398" y="104177"/>
                  </a:lnTo>
                  <a:lnTo>
                    <a:pt x="5140187" y="83406"/>
                  </a:lnTo>
                  <a:lnTo>
                    <a:pt x="5049002" y="64976"/>
                  </a:lnTo>
                  <a:lnTo>
                    <a:pt x="4956155" y="48888"/>
                  </a:lnTo>
                  <a:lnTo>
                    <a:pt x="4864890" y="35188"/>
                  </a:lnTo>
                  <a:lnTo>
                    <a:pt x="4779151" y="23929"/>
                  </a:lnTo>
                  <a:lnTo>
                    <a:pt x="4703086" y="15112"/>
                  </a:lnTo>
                  <a:lnTo>
                    <a:pt x="4640312" y="8642"/>
                  </a:lnTo>
                  <a:lnTo>
                    <a:pt x="4593144" y="4291"/>
                  </a:lnTo>
                  <a:lnTo>
                    <a:pt x="4562013" y="1709"/>
                  </a:lnTo>
                  <a:lnTo>
                    <a:pt x="4545243" y="452"/>
                  </a:lnTo>
                  <a:lnTo>
                    <a:pt x="4539192" y="40"/>
                  </a:lnTo>
                  <a:lnTo>
                    <a:pt x="4538543" y="0"/>
                  </a:lnTo>
                  <a:lnTo>
                    <a:pt x="4016409" y="0"/>
                  </a:lnTo>
                  <a:lnTo>
                    <a:pt x="4015180" y="46"/>
                  </a:lnTo>
                  <a:lnTo>
                    <a:pt x="4007135" y="382"/>
                  </a:lnTo>
                  <a:lnTo>
                    <a:pt x="3987001" y="1309"/>
                  </a:lnTo>
                  <a:lnTo>
                    <a:pt x="3951376" y="3132"/>
                  </a:lnTo>
                  <a:lnTo>
                    <a:pt x="3899034" y="6117"/>
                  </a:lnTo>
                  <a:lnTo>
                    <a:pt x="3830990" y="10470"/>
                  </a:lnTo>
                  <a:lnTo>
                    <a:pt x="3750149" y="16310"/>
                  </a:lnTo>
                  <a:lnTo>
                    <a:pt x="3660585" y="23678"/>
                  </a:lnTo>
                  <a:lnTo>
                    <a:pt x="3566681" y="32557"/>
                  </a:lnTo>
                  <a:lnTo>
                    <a:pt x="3472398" y="42913"/>
                  </a:lnTo>
                  <a:lnTo>
                    <a:pt x="3380825" y="54723"/>
                  </a:lnTo>
                  <a:lnTo>
                    <a:pt x="3294029" y="68006"/>
                  </a:lnTo>
                  <a:lnTo>
                    <a:pt x="3213128" y="82835"/>
                  </a:lnTo>
                  <a:lnTo>
                    <a:pt x="3138468" y="99348"/>
                  </a:lnTo>
                  <a:lnTo>
                    <a:pt x="3069842" y="117744"/>
                  </a:lnTo>
                  <a:lnTo>
                    <a:pt x="3006675" y="138284"/>
                  </a:lnTo>
                  <a:lnTo>
                    <a:pt x="2948177" y="161275"/>
                  </a:lnTo>
                  <a:lnTo>
                    <a:pt x="2893455" y="187048"/>
                  </a:lnTo>
                  <a:lnTo>
                    <a:pt x="2841600" y="215926"/>
                  </a:lnTo>
                  <a:lnTo>
                    <a:pt x="2791760" y="248151"/>
                  </a:lnTo>
                  <a:lnTo>
                    <a:pt x="2770117" y="263534"/>
                  </a:lnTo>
                  <a:lnTo>
                    <a:pt x="2725027" y="298210"/>
                  </a:lnTo>
                  <a:lnTo>
                    <a:pt x="2680377" y="335948"/>
                  </a:lnTo>
                  <a:lnTo>
                    <a:pt x="2635799" y="376807"/>
                  </a:lnTo>
                  <a:lnTo>
                    <a:pt x="2591025" y="420766"/>
                  </a:lnTo>
                  <a:lnTo>
                    <a:pt x="2545873" y="467721"/>
                  </a:lnTo>
                  <a:lnTo>
                    <a:pt x="2500239" y="517477"/>
                  </a:lnTo>
                  <a:lnTo>
                    <a:pt x="2454086" y="569745"/>
                  </a:lnTo>
                  <a:lnTo>
                    <a:pt x="2407441" y="624142"/>
                  </a:lnTo>
                  <a:lnTo>
                    <a:pt x="2360382" y="680207"/>
                  </a:lnTo>
                  <a:lnTo>
                    <a:pt x="2313027" y="737407"/>
                  </a:lnTo>
                  <a:lnTo>
                    <a:pt x="2265525" y="795162"/>
                  </a:lnTo>
                  <a:lnTo>
                    <a:pt x="2218036" y="852870"/>
                  </a:lnTo>
                  <a:lnTo>
                    <a:pt x="2170719" y="909928"/>
                  </a:lnTo>
                  <a:lnTo>
                    <a:pt x="2123718" y="965764"/>
                  </a:lnTo>
                  <a:lnTo>
                    <a:pt x="2077146" y="1019854"/>
                  </a:lnTo>
                  <a:lnTo>
                    <a:pt x="2031075" y="1071749"/>
                  </a:lnTo>
                  <a:lnTo>
                    <a:pt x="1985520" y="1121080"/>
                  </a:lnTo>
                  <a:lnTo>
                    <a:pt x="1940437" y="1167574"/>
                  </a:lnTo>
                  <a:lnTo>
                    <a:pt x="1895708" y="1211049"/>
                  </a:lnTo>
                  <a:lnTo>
                    <a:pt x="1851139" y="1251414"/>
                  </a:lnTo>
                  <a:lnTo>
                    <a:pt x="1806447" y="1288665"/>
                  </a:lnTo>
                  <a:lnTo>
                    <a:pt x="1768425" y="1317673"/>
                  </a:lnTo>
                  <a:lnTo>
                    <a:pt x="1719240" y="1351417"/>
                  </a:lnTo>
                  <a:lnTo>
                    <a:pt x="1668377" y="1381757"/>
                  </a:lnTo>
                  <a:lnTo>
                    <a:pt x="1615036" y="1408870"/>
                  </a:lnTo>
                  <a:lnTo>
                    <a:pt x="1558325" y="1433052"/>
                  </a:lnTo>
                  <a:lnTo>
                    <a:pt x="1497334" y="1454638"/>
                  </a:lnTo>
                  <a:lnTo>
                    <a:pt x="1431215" y="1473950"/>
                  </a:lnTo>
                  <a:lnTo>
                    <a:pt x="1359282" y="1491270"/>
                  </a:lnTo>
                  <a:lnTo>
                    <a:pt x="1281143" y="1506824"/>
                  </a:lnTo>
                  <a:lnTo>
                    <a:pt x="1196873" y="1520780"/>
                  </a:lnTo>
                  <a:lnTo>
                    <a:pt x="1107222" y="1533237"/>
                  </a:lnTo>
                  <a:lnTo>
                    <a:pt x="1013820" y="1544239"/>
                  </a:lnTo>
                  <a:lnTo>
                    <a:pt x="919304" y="1553777"/>
                  </a:lnTo>
                  <a:lnTo>
                    <a:pt x="827286" y="1561819"/>
                  </a:lnTo>
                  <a:lnTo>
                    <a:pt x="742037" y="1568335"/>
                  </a:lnTo>
                  <a:lnTo>
                    <a:pt x="667873" y="1573338"/>
                  </a:lnTo>
                  <a:lnTo>
                    <a:pt x="608318" y="1576909"/>
                  </a:lnTo>
                  <a:lnTo>
                    <a:pt x="565298" y="1579217"/>
                  </a:lnTo>
                  <a:lnTo>
                    <a:pt x="538593" y="1580505"/>
                  </a:lnTo>
                  <a:lnTo>
                    <a:pt x="525735" y="1581065"/>
                  </a:lnTo>
                  <a:lnTo>
                    <a:pt x="522244" y="1581203"/>
                  </a:lnTo>
                  <a:lnTo>
                    <a:pt x="522133" y="1581207"/>
                  </a:lnTo>
                  <a:lnTo>
                    <a:pt x="0" y="1581207"/>
                  </a:lnTo>
                  <a:lnTo>
                    <a:pt x="0" y="1581207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824" name="pg824"/>
            <p:cNvSpPr/>
            <p:nvPr/>
          </p:nvSpPr>
          <p:spPr>
            <a:xfrm>
              <a:off x="386606" y="1998737"/>
              <a:ext cx="8554953" cy="2953470"/>
            </a:xfrm>
            <a:custGeom>
              <a:avLst/>
              <a:pathLst>
                <a:path w="8554953" h="2953470">
                  <a:moveTo>
                    <a:pt x="0" y="1569913"/>
                  </a:moveTo>
                  <a:lnTo>
                    <a:pt x="522133" y="1569913"/>
                  </a:lnTo>
                  <a:lnTo>
                    <a:pt x="523363" y="1569867"/>
                  </a:lnTo>
                  <a:lnTo>
                    <a:pt x="531413" y="1569534"/>
                  </a:lnTo>
                  <a:lnTo>
                    <a:pt x="551560" y="1568616"/>
                  </a:lnTo>
                  <a:lnTo>
                    <a:pt x="587206" y="1566812"/>
                  </a:lnTo>
                  <a:lnTo>
                    <a:pt x="639577" y="1563857"/>
                  </a:lnTo>
                  <a:lnTo>
                    <a:pt x="707655" y="1559548"/>
                  </a:lnTo>
                  <a:lnTo>
                    <a:pt x="788531" y="1553766"/>
                  </a:lnTo>
                  <a:lnTo>
                    <a:pt x="878126" y="1546474"/>
                  </a:lnTo>
                  <a:lnTo>
                    <a:pt x="972056" y="1537684"/>
                  </a:lnTo>
                  <a:lnTo>
                    <a:pt x="1066357" y="1527434"/>
                  </a:lnTo>
                  <a:lnTo>
                    <a:pt x="1157942" y="1515744"/>
                  </a:lnTo>
                  <a:lnTo>
                    <a:pt x="1244743" y="1502597"/>
                  </a:lnTo>
                  <a:lnTo>
                    <a:pt x="1325645" y="1487919"/>
                  </a:lnTo>
                  <a:lnTo>
                    <a:pt x="1400303" y="1471574"/>
                  </a:lnTo>
                  <a:lnTo>
                    <a:pt x="1468925" y="1453364"/>
                  </a:lnTo>
                  <a:lnTo>
                    <a:pt x="1532088" y="1433031"/>
                  </a:lnTo>
                  <a:lnTo>
                    <a:pt x="1590584" y="1410273"/>
                  </a:lnTo>
                  <a:lnTo>
                    <a:pt x="1645305" y="1384758"/>
                  </a:lnTo>
                  <a:lnTo>
                    <a:pt x="1697162" y="1356169"/>
                  </a:lnTo>
                  <a:lnTo>
                    <a:pt x="1747006" y="1324267"/>
                  </a:lnTo>
                  <a:lnTo>
                    <a:pt x="1768425" y="1309202"/>
                  </a:lnTo>
                  <a:lnTo>
                    <a:pt x="1813641" y="1274797"/>
                  </a:lnTo>
                  <a:lnTo>
                    <a:pt x="1858417" y="1237344"/>
                  </a:lnTo>
                  <a:lnTo>
                    <a:pt x="1903121" y="1196788"/>
                  </a:lnTo>
                  <a:lnTo>
                    <a:pt x="1948024" y="1153147"/>
                  </a:lnTo>
                  <a:lnTo>
                    <a:pt x="1993309" y="1106527"/>
                  </a:lnTo>
                  <a:lnTo>
                    <a:pt x="2039080" y="1057124"/>
                  </a:lnTo>
                  <a:lnTo>
                    <a:pt x="2085373" y="1005229"/>
                  </a:lnTo>
                  <a:lnTo>
                    <a:pt x="2132159" y="951223"/>
                  </a:lnTo>
                  <a:lnTo>
                    <a:pt x="2179359" y="895569"/>
                  </a:lnTo>
                  <a:lnTo>
                    <a:pt x="2226853" y="838800"/>
                  </a:lnTo>
                  <a:lnTo>
                    <a:pt x="2274491" y="781495"/>
                  </a:lnTo>
                  <a:lnTo>
                    <a:pt x="2322111" y="724257"/>
                  </a:lnTo>
                  <a:lnTo>
                    <a:pt x="2369553" y="667684"/>
                  </a:lnTo>
                  <a:lnTo>
                    <a:pt x="2416672" y="612348"/>
                  </a:lnTo>
                  <a:lnTo>
                    <a:pt x="2463355" y="558767"/>
                  </a:lnTo>
                  <a:lnTo>
                    <a:pt x="2509533" y="507388"/>
                  </a:lnTo>
                  <a:lnTo>
                    <a:pt x="2555193" y="458573"/>
                  </a:lnTo>
                  <a:lnTo>
                    <a:pt x="2600383" y="412592"/>
                  </a:lnTo>
                  <a:lnTo>
                    <a:pt x="2645224" y="369622"/>
                  </a:lnTo>
                  <a:lnTo>
                    <a:pt x="2689917" y="329746"/>
                  </a:lnTo>
                  <a:lnTo>
                    <a:pt x="2734754" y="292968"/>
                  </a:lnTo>
                  <a:lnTo>
                    <a:pt x="2770117" y="266358"/>
                  </a:lnTo>
                  <a:lnTo>
                    <a:pt x="2819314" y="232968"/>
                  </a:lnTo>
                  <a:lnTo>
                    <a:pt x="2870189" y="202947"/>
                  </a:lnTo>
                  <a:lnTo>
                    <a:pt x="2923543" y="176121"/>
                  </a:lnTo>
                  <a:lnTo>
                    <a:pt x="2980270" y="152194"/>
                  </a:lnTo>
                  <a:lnTo>
                    <a:pt x="3041281" y="130837"/>
                  </a:lnTo>
                  <a:lnTo>
                    <a:pt x="3107422" y="111730"/>
                  </a:lnTo>
                  <a:lnTo>
                    <a:pt x="3179380" y="94595"/>
                  </a:lnTo>
                  <a:lnTo>
                    <a:pt x="3257548" y="79206"/>
                  </a:lnTo>
                  <a:lnTo>
                    <a:pt x="3341848" y="65400"/>
                  </a:lnTo>
                  <a:lnTo>
                    <a:pt x="3431529" y="53076"/>
                  </a:lnTo>
                  <a:lnTo>
                    <a:pt x="3524960" y="42194"/>
                  </a:lnTo>
                  <a:lnTo>
                    <a:pt x="3619495" y="32759"/>
                  </a:lnTo>
                  <a:lnTo>
                    <a:pt x="3711521" y="24806"/>
                  </a:lnTo>
                  <a:lnTo>
                    <a:pt x="3796762" y="18363"/>
                  </a:lnTo>
                  <a:lnTo>
                    <a:pt x="3870900" y="13418"/>
                  </a:lnTo>
                  <a:lnTo>
                    <a:pt x="3930412" y="9888"/>
                  </a:lnTo>
                  <a:lnTo>
                    <a:pt x="3973379" y="7609"/>
                  </a:lnTo>
                  <a:lnTo>
                    <a:pt x="4000028" y="6338"/>
                  </a:lnTo>
                  <a:lnTo>
                    <a:pt x="4012838" y="5786"/>
                  </a:lnTo>
                  <a:lnTo>
                    <a:pt x="4016409" y="5647"/>
                  </a:lnTo>
                  <a:lnTo>
                    <a:pt x="4538543" y="5647"/>
                  </a:lnTo>
                  <a:lnTo>
                    <a:pt x="4539685" y="5728"/>
                  </a:lnTo>
                  <a:lnTo>
                    <a:pt x="4547168" y="6307"/>
                  </a:lnTo>
                  <a:lnTo>
                    <a:pt x="4565944" y="7909"/>
                  </a:lnTo>
                  <a:lnTo>
                    <a:pt x="4599286" y="11058"/>
                  </a:lnTo>
                  <a:lnTo>
                    <a:pt x="4648516" y="16227"/>
                  </a:lnTo>
                  <a:lnTo>
                    <a:pt x="4712912" y="23784"/>
                  </a:lnTo>
                  <a:lnTo>
                    <a:pt x="4789984" y="33956"/>
                  </a:lnTo>
                  <a:lnTo>
                    <a:pt x="4876070" y="46832"/>
                  </a:lnTo>
                  <a:lnTo>
                    <a:pt x="4967097" y="62398"/>
                  </a:lnTo>
                  <a:lnTo>
                    <a:pt x="5059263" y="80596"/>
                  </a:lnTo>
                  <a:lnTo>
                    <a:pt x="5149489" y="101377"/>
                  </a:lnTo>
                  <a:lnTo>
                    <a:pt x="5235611" y="124749"/>
                  </a:lnTo>
                  <a:lnTo>
                    <a:pt x="5316355" y="150812"/>
                  </a:lnTo>
                  <a:lnTo>
                    <a:pt x="5391201" y="179768"/>
                  </a:lnTo>
                  <a:lnTo>
                    <a:pt x="5460192" y="211927"/>
                  </a:lnTo>
                  <a:lnTo>
                    <a:pt x="5523755" y="247703"/>
                  </a:lnTo>
                  <a:lnTo>
                    <a:pt x="5582563" y="287597"/>
                  </a:lnTo>
                  <a:lnTo>
                    <a:pt x="5637415" y="332174"/>
                  </a:lnTo>
                  <a:lnTo>
                    <a:pt x="5689157" y="382008"/>
                  </a:lnTo>
                  <a:lnTo>
                    <a:pt x="5738612" y="437601"/>
                  </a:lnTo>
                  <a:lnTo>
                    <a:pt x="5784835" y="496951"/>
                  </a:lnTo>
                  <a:lnTo>
                    <a:pt x="5821492" y="549008"/>
                  </a:lnTo>
                  <a:lnTo>
                    <a:pt x="5857808" y="604810"/>
                  </a:lnTo>
                  <a:lnTo>
                    <a:pt x="5893995" y="664433"/>
                  </a:lnTo>
                  <a:lnTo>
                    <a:pt x="5930220" y="727895"/>
                  </a:lnTo>
                  <a:lnTo>
                    <a:pt x="5966611" y="795149"/>
                  </a:lnTo>
                  <a:lnTo>
                    <a:pt x="6003259" y="866078"/>
                  </a:lnTo>
                  <a:lnTo>
                    <a:pt x="6040219" y="940489"/>
                  </a:lnTo>
                  <a:lnTo>
                    <a:pt x="6077520" y="1018115"/>
                  </a:lnTo>
                  <a:lnTo>
                    <a:pt x="6115160" y="1098613"/>
                  </a:lnTo>
                  <a:lnTo>
                    <a:pt x="6153112" y="1181566"/>
                  </a:lnTo>
                  <a:lnTo>
                    <a:pt x="6191330" y="1266496"/>
                  </a:lnTo>
                  <a:lnTo>
                    <a:pt x="6229750" y="1352870"/>
                  </a:lnTo>
                  <a:lnTo>
                    <a:pt x="6268293" y="1440115"/>
                  </a:lnTo>
                  <a:lnTo>
                    <a:pt x="6306876" y="1527633"/>
                  </a:lnTo>
                  <a:lnTo>
                    <a:pt x="6345411" y="1614819"/>
                  </a:lnTo>
                  <a:lnTo>
                    <a:pt x="6383813" y="1701075"/>
                  </a:lnTo>
                  <a:lnTo>
                    <a:pt x="6422008" y="1785833"/>
                  </a:lnTo>
                  <a:lnTo>
                    <a:pt x="6459931" y="1868564"/>
                  </a:lnTo>
                  <a:lnTo>
                    <a:pt x="6497538" y="1948796"/>
                  </a:lnTo>
                  <a:lnTo>
                    <a:pt x="6534805" y="2026119"/>
                  </a:lnTo>
                  <a:lnTo>
                    <a:pt x="6571733" y="2100197"/>
                  </a:lnTo>
                  <a:lnTo>
                    <a:pt x="6608352" y="2170771"/>
                  </a:lnTo>
                  <a:lnTo>
                    <a:pt x="6644722" y="2237654"/>
                  </a:lnTo>
                  <a:lnTo>
                    <a:pt x="6680938" y="2300738"/>
                  </a:lnTo>
                  <a:lnTo>
                    <a:pt x="6717129" y="2359982"/>
                  </a:lnTo>
                  <a:lnTo>
                    <a:pt x="6753469" y="2415411"/>
                  </a:lnTo>
                  <a:lnTo>
                    <a:pt x="6786527" y="2462166"/>
                  </a:lnTo>
                  <a:lnTo>
                    <a:pt x="6834472" y="2523588"/>
                  </a:lnTo>
                  <a:lnTo>
                    <a:pt x="6883995" y="2578971"/>
                  </a:lnTo>
                  <a:lnTo>
                    <a:pt x="6935832" y="2628609"/>
                  </a:lnTo>
                  <a:lnTo>
                    <a:pt x="6990810" y="2673010"/>
                  </a:lnTo>
                  <a:lnTo>
                    <a:pt x="7049773" y="2712749"/>
                  </a:lnTo>
                  <a:lnTo>
                    <a:pt x="7113519" y="2748388"/>
                  </a:lnTo>
                  <a:lnTo>
                    <a:pt x="7182711" y="2780428"/>
                  </a:lnTo>
                  <a:lnTo>
                    <a:pt x="7257768" y="2809276"/>
                  </a:lnTo>
                  <a:lnTo>
                    <a:pt x="7338716" y="2835241"/>
                  </a:lnTo>
                  <a:lnTo>
                    <a:pt x="7425010" y="2858520"/>
                  </a:lnTo>
                  <a:lnTo>
                    <a:pt x="7515347" y="2879210"/>
                  </a:lnTo>
                  <a:lnTo>
                    <a:pt x="7607530" y="2897315"/>
                  </a:lnTo>
                  <a:lnTo>
                    <a:pt x="7698451" y="2912788"/>
                  </a:lnTo>
                  <a:lnTo>
                    <a:pt x="7784287" y="2925567"/>
                  </a:lnTo>
                  <a:lnTo>
                    <a:pt x="7860968" y="2935644"/>
                  </a:lnTo>
                  <a:lnTo>
                    <a:pt x="7924860" y="2943111"/>
                  </a:lnTo>
                  <a:lnTo>
                    <a:pt x="7973527" y="2948202"/>
                  </a:lnTo>
                  <a:lnTo>
                    <a:pt x="8006318" y="2951288"/>
                  </a:lnTo>
                  <a:lnTo>
                    <a:pt x="8024627" y="2952844"/>
                  </a:lnTo>
                  <a:lnTo>
                    <a:pt x="8031792" y="2953397"/>
                  </a:lnTo>
                  <a:lnTo>
                    <a:pt x="8032819" y="2953470"/>
                  </a:lnTo>
                  <a:lnTo>
                    <a:pt x="8554953" y="2953470"/>
                  </a:lnTo>
                  <a:lnTo>
                    <a:pt x="8554953" y="2947823"/>
                  </a:lnTo>
                  <a:lnTo>
                    <a:pt x="8032819" y="2947823"/>
                  </a:lnTo>
                  <a:lnTo>
                    <a:pt x="8031677" y="2947742"/>
                  </a:lnTo>
                  <a:lnTo>
                    <a:pt x="8024194" y="2947162"/>
                  </a:lnTo>
                  <a:lnTo>
                    <a:pt x="8005418" y="2945560"/>
                  </a:lnTo>
                  <a:lnTo>
                    <a:pt x="7972076" y="2942411"/>
                  </a:lnTo>
                  <a:lnTo>
                    <a:pt x="7922846" y="2937242"/>
                  </a:lnTo>
                  <a:lnTo>
                    <a:pt x="7858450" y="2929685"/>
                  </a:lnTo>
                  <a:lnTo>
                    <a:pt x="7781378" y="2919514"/>
                  </a:lnTo>
                  <a:lnTo>
                    <a:pt x="7695292" y="2906638"/>
                  </a:lnTo>
                  <a:lnTo>
                    <a:pt x="7604265" y="2891071"/>
                  </a:lnTo>
                  <a:lnTo>
                    <a:pt x="7512099" y="2872873"/>
                  </a:lnTo>
                  <a:lnTo>
                    <a:pt x="7421873" y="2852093"/>
                  </a:lnTo>
                  <a:lnTo>
                    <a:pt x="7335751" y="2828720"/>
                  </a:lnTo>
                  <a:lnTo>
                    <a:pt x="7255007" y="2802658"/>
                  </a:lnTo>
                  <a:lnTo>
                    <a:pt x="7180161" y="2773702"/>
                  </a:lnTo>
                  <a:lnTo>
                    <a:pt x="7111170" y="2741543"/>
                  </a:lnTo>
                  <a:lnTo>
                    <a:pt x="7047606" y="2705767"/>
                  </a:lnTo>
                  <a:lnTo>
                    <a:pt x="6988798" y="2665872"/>
                  </a:lnTo>
                  <a:lnTo>
                    <a:pt x="6933946" y="2621296"/>
                  </a:lnTo>
                  <a:lnTo>
                    <a:pt x="6882205" y="2571462"/>
                  </a:lnTo>
                  <a:lnTo>
                    <a:pt x="6832750" y="2515869"/>
                  </a:lnTo>
                  <a:lnTo>
                    <a:pt x="6786527" y="2456519"/>
                  </a:lnTo>
                  <a:lnTo>
                    <a:pt x="6749870" y="2404461"/>
                  </a:lnTo>
                  <a:lnTo>
                    <a:pt x="6713554" y="2348659"/>
                  </a:lnTo>
                  <a:lnTo>
                    <a:pt x="6677367" y="2289036"/>
                  </a:lnTo>
                  <a:lnTo>
                    <a:pt x="6641142" y="2225574"/>
                  </a:lnTo>
                  <a:lnTo>
                    <a:pt x="6604751" y="2158320"/>
                  </a:lnTo>
                  <a:lnTo>
                    <a:pt x="6568103" y="2087392"/>
                  </a:lnTo>
                  <a:lnTo>
                    <a:pt x="6531143" y="2012980"/>
                  </a:lnTo>
                  <a:lnTo>
                    <a:pt x="6493842" y="1935354"/>
                  </a:lnTo>
                  <a:lnTo>
                    <a:pt x="6456202" y="1854857"/>
                  </a:lnTo>
                  <a:lnTo>
                    <a:pt x="6418250" y="1771904"/>
                  </a:lnTo>
                  <a:lnTo>
                    <a:pt x="6380032" y="1686974"/>
                  </a:lnTo>
                  <a:lnTo>
                    <a:pt x="6341612" y="1600599"/>
                  </a:lnTo>
                  <a:lnTo>
                    <a:pt x="6303069" y="1513354"/>
                  </a:lnTo>
                  <a:lnTo>
                    <a:pt x="6264486" y="1425836"/>
                  </a:lnTo>
                  <a:lnTo>
                    <a:pt x="6225951" y="1338651"/>
                  </a:lnTo>
                  <a:lnTo>
                    <a:pt x="6187549" y="1252394"/>
                  </a:lnTo>
                  <a:lnTo>
                    <a:pt x="6149354" y="1167636"/>
                  </a:lnTo>
                  <a:lnTo>
                    <a:pt x="6111431" y="1084905"/>
                  </a:lnTo>
                  <a:lnTo>
                    <a:pt x="6073824" y="1004674"/>
                  </a:lnTo>
                  <a:lnTo>
                    <a:pt x="6036557" y="927351"/>
                  </a:lnTo>
                  <a:lnTo>
                    <a:pt x="5999629" y="853272"/>
                  </a:lnTo>
                  <a:lnTo>
                    <a:pt x="5963010" y="782699"/>
                  </a:lnTo>
                  <a:lnTo>
                    <a:pt x="5926640" y="715815"/>
                  </a:lnTo>
                  <a:lnTo>
                    <a:pt x="5890424" y="652731"/>
                  </a:lnTo>
                  <a:lnTo>
                    <a:pt x="5854232" y="593487"/>
                  </a:lnTo>
                  <a:lnTo>
                    <a:pt x="5817893" y="538059"/>
                  </a:lnTo>
                  <a:lnTo>
                    <a:pt x="5784835" y="491303"/>
                  </a:lnTo>
                  <a:lnTo>
                    <a:pt x="5736890" y="429881"/>
                  </a:lnTo>
                  <a:lnTo>
                    <a:pt x="5687367" y="374499"/>
                  </a:lnTo>
                  <a:lnTo>
                    <a:pt x="5635530" y="324861"/>
                  </a:lnTo>
                  <a:lnTo>
                    <a:pt x="5580552" y="280460"/>
                  </a:lnTo>
                  <a:lnTo>
                    <a:pt x="5521589" y="240721"/>
                  </a:lnTo>
                  <a:lnTo>
                    <a:pt x="5457843" y="205081"/>
                  </a:lnTo>
                  <a:lnTo>
                    <a:pt x="5388651" y="173042"/>
                  </a:lnTo>
                  <a:lnTo>
                    <a:pt x="5313594" y="144193"/>
                  </a:lnTo>
                  <a:lnTo>
                    <a:pt x="5232646" y="118229"/>
                  </a:lnTo>
                  <a:lnTo>
                    <a:pt x="5146352" y="94949"/>
                  </a:lnTo>
                  <a:lnTo>
                    <a:pt x="5056015" y="74260"/>
                  </a:lnTo>
                  <a:lnTo>
                    <a:pt x="4963831" y="56154"/>
                  </a:lnTo>
                  <a:lnTo>
                    <a:pt x="4872911" y="40682"/>
                  </a:lnTo>
                  <a:lnTo>
                    <a:pt x="4787075" y="27902"/>
                  </a:lnTo>
                  <a:lnTo>
                    <a:pt x="4710394" y="17826"/>
                  </a:lnTo>
                  <a:lnTo>
                    <a:pt x="4646502" y="10358"/>
                  </a:lnTo>
                  <a:lnTo>
                    <a:pt x="4597835" y="5267"/>
                  </a:lnTo>
                  <a:lnTo>
                    <a:pt x="4565044" y="2182"/>
                  </a:lnTo>
                  <a:lnTo>
                    <a:pt x="4546735" y="625"/>
                  </a:lnTo>
                  <a:lnTo>
                    <a:pt x="4539570" y="72"/>
                  </a:lnTo>
                  <a:lnTo>
                    <a:pt x="4538543" y="0"/>
                  </a:lnTo>
                  <a:lnTo>
                    <a:pt x="4016409" y="0"/>
                  </a:lnTo>
                  <a:lnTo>
                    <a:pt x="4015179" y="46"/>
                  </a:lnTo>
                  <a:lnTo>
                    <a:pt x="4007129" y="378"/>
                  </a:lnTo>
                  <a:lnTo>
                    <a:pt x="3986982" y="1296"/>
                  </a:lnTo>
                  <a:lnTo>
                    <a:pt x="3951336" y="3100"/>
                  </a:lnTo>
                  <a:lnTo>
                    <a:pt x="3898965" y="6056"/>
                  </a:lnTo>
                  <a:lnTo>
                    <a:pt x="3830887" y="10365"/>
                  </a:lnTo>
                  <a:lnTo>
                    <a:pt x="3750012" y="16146"/>
                  </a:lnTo>
                  <a:lnTo>
                    <a:pt x="3660416" y="23439"/>
                  </a:lnTo>
                  <a:lnTo>
                    <a:pt x="3566487" y="32228"/>
                  </a:lnTo>
                  <a:lnTo>
                    <a:pt x="3472185" y="42478"/>
                  </a:lnTo>
                  <a:lnTo>
                    <a:pt x="3380600" y="54168"/>
                  </a:lnTo>
                  <a:lnTo>
                    <a:pt x="3293799" y="67315"/>
                  </a:lnTo>
                  <a:lnTo>
                    <a:pt x="3212897" y="81993"/>
                  </a:lnTo>
                  <a:lnTo>
                    <a:pt x="3138240" y="98338"/>
                  </a:lnTo>
                  <a:lnTo>
                    <a:pt x="3069617" y="116548"/>
                  </a:lnTo>
                  <a:lnTo>
                    <a:pt x="3006454" y="136881"/>
                  </a:lnTo>
                  <a:lnTo>
                    <a:pt x="2947958" y="159640"/>
                  </a:lnTo>
                  <a:lnTo>
                    <a:pt x="2893237" y="185155"/>
                  </a:lnTo>
                  <a:lnTo>
                    <a:pt x="2841380" y="213743"/>
                  </a:lnTo>
                  <a:lnTo>
                    <a:pt x="2791536" y="245646"/>
                  </a:lnTo>
                  <a:lnTo>
                    <a:pt x="2770117" y="260711"/>
                  </a:lnTo>
                  <a:lnTo>
                    <a:pt x="2724901" y="295116"/>
                  </a:lnTo>
                  <a:lnTo>
                    <a:pt x="2680126" y="332568"/>
                  </a:lnTo>
                  <a:lnTo>
                    <a:pt x="2635421" y="373125"/>
                  </a:lnTo>
                  <a:lnTo>
                    <a:pt x="2590518" y="416765"/>
                  </a:lnTo>
                  <a:lnTo>
                    <a:pt x="2545233" y="463385"/>
                  </a:lnTo>
                  <a:lnTo>
                    <a:pt x="2499462" y="512788"/>
                  </a:lnTo>
                  <a:lnTo>
                    <a:pt x="2453170" y="564684"/>
                  </a:lnTo>
                  <a:lnTo>
                    <a:pt x="2406383" y="618690"/>
                  </a:lnTo>
                  <a:lnTo>
                    <a:pt x="2359183" y="674344"/>
                  </a:lnTo>
                  <a:lnTo>
                    <a:pt x="2311689" y="731112"/>
                  </a:lnTo>
                  <a:lnTo>
                    <a:pt x="2264051" y="788417"/>
                  </a:lnTo>
                  <a:lnTo>
                    <a:pt x="2216431" y="845656"/>
                  </a:lnTo>
                  <a:lnTo>
                    <a:pt x="2168989" y="902229"/>
                  </a:lnTo>
                  <a:lnTo>
                    <a:pt x="2121871" y="957565"/>
                  </a:lnTo>
                  <a:lnTo>
                    <a:pt x="2075187" y="1011146"/>
                  </a:lnTo>
                  <a:lnTo>
                    <a:pt x="2029009" y="1062525"/>
                  </a:lnTo>
                  <a:lnTo>
                    <a:pt x="1983349" y="1111339"/>
                  </a:lnTo>
                  <a:lnTo>
                    <a:pt x="1938160" y="1157320"/>
                  </a:lnTo>
                  <a:lnTo>
                    <a:pt x="1893319" y="1200291"/>
                  </a:lnTo>
                  <a:lnTo>
                    <a:pt x="1848625" y="1240166"/>
                  </a:lnTo>
                  <a:lnTo>
                    <a:pt x="1803788" y="1276944"/>
                  </a:lnTo>
                  <a:lnTo>
                    <a:pt x="1768425" y="1303555"/>
                  </a:lnTo>
                  <a:lnTo>
                    <a:pt x="1719228" y="1336945"/>
                  </a:lnTo>
                  <a:lnTo>
                    <a:pt x="1668353" y="1366965"/>
                  </a:lnTo>
                  <a:lnTo>
                    <a:pt x="1614999" y="1393792"/>
                  </a:lnTo>
                  <a:lnTo>
                    <a:pt x="1558272" y="1417719"/>
                  </a:lnTo>
                  <a:lnTo>
                    <a:pt x="1497262" y="1439076"/>
                  </a:lnTo>
                  <a:lnTo>
                    <a:pt x="1431121" y="1458183"/>
                  </a:lnTo>
                  <a:lnTo>
                    <a:pt x="1359162" y="1475318"/>
                  </a:lnTo>
                  <a:lnTo>
                    <a:pt x="1280994" y="1490706"/>
                  </a:lnTo>
                  <a:lnTo>
                    <a:pt x="1196694" y="1504512"/>
                  </a:lnTo>
                  <a:lnTo>
                    <a:pt x="1107013" y="1516836"/>
                  </a:lnTo>
                  <a:lnTo>
                    <a:pt x="1013583" y="1527719"/>
                  </a:lnTo>
                  <a:lnTo>
                    <a:pt x="919047" y="1537153"/>
                  </a:lnTo>
                  <a:lnTo>
                    <a:pt x="827021" y="1545106"/>
                  </a:lnTo>
                  <a:lnTo>
                    <a:pt x="741781" y="1551550"/>
                  </a:lnTo>
                  <a:lnTo>
                    <a:pt x="667642" y="1556495"/>
                  </a:lnTo>
                  <a:lnTo>
                    <a:pt x="608131" y="1560024"/>
                  </a:lnTo>
                  <a:lnTo>
                    <a:pt x="565163" y="1562304"/>
                  </a:lnTo>
                  <a:lnTo>
                    <a:pt x="538514" y="1563575"/>
                  </a:lnTo>
                  <a:lnTo>
                    <a:pt x="525704" y="1564126"/>
                  </a:lnTo>
                  <a:lnTo>
                    <a:pt x="522133" y="1564266"/>
                  </a:lnTo>
                  <a:lnTo>
                    <a:pt x="0" y="1564266"/>
                  </a:lnTo>
                  <a:close/>
                </a:path>
              </a:pathLst>
            </a:custGeom>
            <a:solidFill>
              <a:srgbClr val="F28E5B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825" name="pl825"/>
            <p:cNvSpPr/>
            <p:nvPr/>
          </p:nvSpPr>
          <p:spPr>
            <a:xfrm>
              <a:off x="386606" y="2004385"/>
              <a:ext cx="8554953" cy="2947823"/>
            </a:xfrm>
            <a:custGeom>
              <a:avLst/>
              <a:pathLst>
                <a:path w="8554953" h="2947823">
                  <a:moveTo>
                    <a:pt x="0" y="1564266"/>
                  </a:moveTo>
                  <a:lnTo>
                    <a:pt x="522133" y="1564266"/>
                  </a:lnTo>
                  <a:lnTo>
                    <a:pt x="523363" y="1564219"/>
                  </a:lnTo>
                  <a:lnTo>
                    <a:pt x="531413" y="1563887"/>
                  </a:lnTo>
                  <a:lnTo>
                    <a:pt x="551560" y="1562969"/>
                  </a:lnTo>
                  <a:lnTo>
                    <a:pt x="587206" y="1561165"/>
                  </a:lnTo>
                  <a:lnTo>
                    <a:pt x="639577" y="1558210"/>
                  </a:lnTo>
                  <a:lnTo>
                    <a:pt x="707655" y="1553900"/>
                  </a:lnTo>
                  <a:lnTo>
                    <a:pt x="788531" y="1548119"/>
                  </a:lnTo>
                  <a:lnTo>
                    <a:pt x="878126" y="1540826"/>
                  </a:lnTo>
                  <a:lnTo>
                    <a:pt x="972056" y="1532037"/>
                  </a:lnTo>
                  <a:lnTo>
                    <a:pt x="1066357" y="1521787"/>
                  </a:lnTo>
                  <a:lnTo>
                    <a:pt x="1157942" y="1510097"/>
                  </a:lnTo>
                  <a:lnTo>
                    <a:pt x="1244743" y="1496950"/>
                  </a:lnTo>
                  <a:lnTo>
                    <a:pt x="1325645" y="1482272"/>
                  </a:lnTo>
                  <a:lnTo>
                    <a:pt x="1400303" y="1465927"/>
                  </a:lnTo>
                  <a:lnTo>
                    <a:pt x="1468925" y="1447717"/>
                  </a:lnTo>
                  <a:lnTo>
                    <a:pt x="1532088" y="1427384"/>
                  </a:lnTo>
                  <a:lnTo>
                    <a:pt x="1590584" y="1404625"/>
                  </a:lnTo>
                  <a:lnTo>
                    <a:pt x="1645305" y="1379111"/>
                  </a:lnTo>
                  <a:lnTo>
                    <a:pt x="1697162" y="1350522"/>
                  </a:lnTo>
                  <a:lnTo>
                    <a:pt x="1747006" y="1318620"/>
                  </a:lnTo>
                  <a:lnTo>
                    <a:pt x="1768425" y="1303555"/>
                  </a:lnTo>
                  <a:lnTo>
                    <a:pt x="1813641" y="1269150"/>
                  </a:lnTo>
                  <a:lnTo>
                    <a:pt x="1858417" y="1231697"/>
                  </a:lnTo>
                  <a:lnTo>
                    <a:pt x="1903121" y="1191141"/>
                  </a:lnTo>
                  <a:lnTo>
                    <a:pt x="1948024" y="1147500"/>
                  </a:lnTo>
                  <a:lnTo>
                    <a:pt x="1993309" y="1100880"/>
                  </a:lnTo>
                  <a:lnTo>
                    <a:pt x="2039080" y="1051477"/>
                  </a:lnTo>
                  <a:lnTo>
                    <a:pt x="2085373" y="999582"/>
                  </a:lnTo>
                  <a:lnTo>
                    <a:pt x="2132159" y="945575"/>
                  </a:lnTo>
                  <a:lnTo>
                    <a:pt x="2179359" y="889922"/>
                  </a:lnTo>
                  <a:lnTo>
                    <a:pt x="2226853" y="833153"/>
                  </a:lnTo>
                  <a:lnTo>
                    <a:pt x="2274491" y="775848"/>
                  </a:lnTo>
                  <a:lnTo>
                    <a:pt x="2322111" y="718610"/>
                  </a:lnTo>
                  <a:lnTo>
                    <a:pt x="2369553" y="662037"/>
                  </a:lnTo>
                  <a:lnTo>
                    <a:pt x="2416672" y="606701"/>
                  </a:lnTo>
                  <a:lnTo>
                    <a:pt x="2463355" y="553120"/>
                  </a:lnTo>
                  <a:lnTo>
                    <a:pt x="2509533" y="501741"/>
                  </a:lnTo>
                  <a:lnTo>
                    <a:pt x="2555193" y="452926"/>
                  </a:lnTo>
                  <a:lnTo>
                    <a:pt x="2600383" y="406945"/>
                  </a:lnTo>
                  <a:lnTo>
                    <a:pt x="2645224" y="363974"/>
                  </a:lnTo>
                  <a:lnTo>
                    <a:pt x="2689917" y="324099"/>
                  </a:lnTo>
                  <a:lnTo>
                    <a:pt x="2734754" y="287321"/>
                  </a:lnTo>
                  <a:lnTo>
                    <a:pt x="2770117" y="260711"/>
                  </a:lnTo>
                  <a:lnTo>
                    <a:pt x="2819314" y="227321"/>
                  </a:lnTo>
                  <a:lnTo>
                    <a:pt x="2870189" y="197300"/>
                  </a:lnTo>
                  <a:lnTo>
                    <a:pt x="2923543" y="170474"/>
                  </a:lnTo>
                  <a:lnTo>
                    <a:pt x="2980270" y="146547"/>
                  </a:lnTo>
                  <a:lnTo>
                    <a:pt x="3041281" y="125189"/>
                  </a:lnTo>
                  <a:lnTo>
                    <a:pt x="3107422" y="106083"/>
                  </a:lnTo>
                  <a:lnTo>
                    <a:pt x="3179380" y="88948"/>
                  </a:lnTo>
                  <a:lnTo>
                    <a:pt x="3257548" y="73559"/>
                  </a:lnTo>
                  <a:lnTo>
                    <a:pt x="3341848" y="59753"/>
                  </a:lnTo>
                  <a:lnTo>
                    <a:pt x="3431529" y="47429"/>
                  </a:lnTo>
                  <a:lnTo>
                    <a:pt x="3524960" y="36547"/>
                  </a:lnTo>
                  <a:lnTo>
                    <a:pt x="3619495" y="27112"/>
                  </a:lnTo>
                  <a:lnTo>
                    <a:pt x="3711521" y="19159"/>
                  </a:lnTo>
                  <a:lnTo>
                    <a:pt x="3796762" y="12716"/>
                  </a:lnTo>
                  <a:lnTo>
                    <a:pt x="3870900" y="7770"/>
                  </a:lnTo>
                  <a:lnTo>
                    <a:pt x="3930412" y="4241"/>
                  </a:lnTo>
                  <a:lnTo>
                    <a:pt x="3973379" y="1962"/>
                  </a:lnTo>
                  <a:lnTo>
                    <a:pt x="4000028" y="691"/>
                  </a:lnTo>
                  <a:lnTo>
                    <a:pt x="4012838" y="139"/>
                  </a:lnTo>
                  <a:lnTo>
                    <a:pt x="4016302" y="3"/>
                  </a:lnTo>
                  <a:lnTo>
                    <a:pt x="4016409" y="0"/>
                  </a:lnTo>
                  <a:lnTo>
                    <a:pt x="4538543" y="0"/>
                  </a:lnTo>
                  <a:lnTo>
                    <a:pt x="4539685" y="81"/>
                  </a:lnTo>
                  <a:lnTo>
                    <a:pt x="4547168" y="660"/>
                  </a:lnTo>
                  <a:lnTo>
                    <a:pt x="4565944" y="2262"/>
                  </a:lnTo>
                  <a:lnTo>
                    <a:pt x="4599286" y="5411"/>
                  </a:lnTo>
                  <a:lnTo>
                    <a:pt x="4648516" y="10580"/>
                  </a:lnTo>
                  <a:lnTo>
                    <a:pt x="4712912" y="18137"/>
                  </a:lnTo>
                  <a:lnTo>
                    <a:pt x="4789984" y="28309"/>
                  </a:lnTo>
                  <a:lnTo>
                    <a:pt x="4876070" y="41184"/>
                  </a:lnTo>
                  <a:lnTo>
                    <a:pt x="4967097" y="56751"/>
                  </a:lnTo>
                  <a:lnTo>
                    <a:pt x="5059263" y="74949"/>
                  </a:lnTo>
                  <a:lnTo>
                    <a:pt x="5149489" y="95729"/>
                  </a:lnTo>
                  <a:lnTo>
                    <a:pt x="5235611" y="119102"/>
                  </a:lnTo>
                  <a:lnTo>
                    <a:pt x="5316355" y="145165"/>
                  </a:lnTo>
                  <a:lnTo>
                    <a:pt x="5391201" y="174120"/>
                  </a:lnTo>
                  <a:lnTo>
                    <a:pt x="5460192" y="206280"/>
                  </a:lnTo>
                  <a:lnTo>
                    <a:pt x="5523755" y="242056"/>
                  </a:lnTo>
                  <a:lnTo>
                    <a:pt x="5582563" y="281950"/>
                  </a:lnTo>
                  <a:lnTo>
                    <a:pt x="5637415" y="326527"/>
                  </a:lnTo>
                  <a:lnTo>
                    <a:pt x="5689157" y="376360"/>
                  </a:lnTo>
                  <a:lnTo>
                    <a:pt x="5738612" y="431954"/>
                  </a:lnTo>
                  <a:lnTo>
                    <a:pt x="5784835" y="491303"/>
                  </a:lnTo>
                  <a:lnTo>
                    <a:pt x="5821492" y="543361"/>
                  </a:lnTo>
                  <a:lnTo>
                    <a:pt x="5857808" y="599163"/>
                  </a:lnTo>
                  <a:lnTo>
                    <a:pt x="5893995" y="658786"/>
                  </a:lnTo>
                  <a:lnTo>
                    <a:pt x="5930220" y="722248"/>
                  </a:lnTo>
                  <a:lnTo>
                    <a:pt x="5966611" y="789502"/>
                  </a:lnTo>
                  <a:lnTo>
                    <a:pt x="6003259" y="860431"/>
                  </a:lnTo>
                  <a:lnTo>
                    <a:pt x="6040219" y="934842"/>
                  </a:lnTo>
                  <a:lnTo>
                    <a:pt x="6077520" y="1012468"/>
                  </a:lnTo>
                  <a:lnTo>
                    <a:pt x="6115160" y="1092965"/>
                  </a:lnTo>
                  <a:lnTo>
                    <a:pt x="6153112" y="1175919"/>
                  </a:lnTo>
                  <a:lnTo>
                    <a:pt x="6191330" y="1260849"/>
                  </a:lnTo>
                  <a:lnTo>
                    <a:pt x="6229750" y="1347223"/>
                  </a:lnTo>
                  <a:lnTo>
                    <a:pt x="6268293" y="1434468"/>
                  </a:lnTo>
                  <a:lnTo>
                    <a:pt x="6306876" y="1521986"/>
                  </a:lnTo>
                  <a:lnTo>
                    <a:pt x="6345411" y="1609172"/>
                  </a:lnTo>
                  <a:lnTo>
                    <a:pt x="6383813" y="1695428"/>
                  </a:lnTo>
                  <a:lnTo>
                    <a:pt x="6422008" y="1780186"/>
                  </a:lnTo>
                  <a:lnTo>
                    <a:pt x="6459931" y="1862917"/>
                  </a:lnTo>
                  <a:lnTo>
                    <a:pt x="6497538" y="1943148"/>
                  </a:lnTo>
                  <a:lnTo>
                    <a:pt x="6534805" y="2020472"/>
                  </a:lnTo>
                  <a:lnTo>
                    <a:pt x="6571733" y="2094550"/>
                  </a:lnTo>
                  <a:lnTo>
                    <a:pt x="6608352" y="2165123"/>
                  </a:lnTo>
                  <a:lnTo>
                    <a:pt x="6644722" y="2232007"/>
                  </a:lnTo>
                  <a:lnTo>
                    <a:pt x="6680938" y="2295091"/>
                  </a:lnTo>
                  <a:lnTo>
                    <a:pt x="6717129" y="2354335"/>
                  </a:lnTo>
                  <a:lnTo>
                    <a:pt x="6753469" y="2409764"/>
                  </a:lnTo>
                  <a:lnTo>
                    <a:pt x="6786527" y="2456519"/>
                  </a:lnTo>
                  <a:lnTo>
                    <a:pt x="6834472" y="2517941"/>
                  </a:lnTo>
                  <a:lnTo>
                    <a:pt x="6883995" y="2573324"/>
                  </a:lnTo>
                  <a:lnTo>
                    <a:pt x="6935832" y="2622962"/>
                  </a:lnTo>
                  <a:lnTo>
                    <a:pt x="6990810" y="2667362"/>
                  </a:lnTo>
                  <a:lnTo>
                    <a:pt x="7049773" y="2707102"/>
                  </a:lnTo>
                  <a:lnTo>
                    <a:pt x="7113519" y="2742741"/>
                  </a:lnTo>
                  <a:lnTo>
                    <a:pt x="7182711" y="2774781"/>
                  </a:lnTo>
                  <a:lnTo>
                    <a:pt x="7257768" y="2803629"/>
                  </a:lnTo>
                  <a:lnTo>
                    <a:pt x="7338716" y="2829594"/>
                  </a:lnTo>
                  <a:lnTo>
                    <a:pt x="7425010" y="2852873"/>
                  </a:lnTo>
                  <a:lnTo>
                    <a:pt x="7515347" y="2873562"/>
                  </a:lnTo>
                  <a:lnTo>
                    <a:pt x="7607530" y="2891668"/>
                  </a:lnTo>
                  <a:lnTo>
                    <a:pt x="7698451" y="2907140"/>
                  </a:lnTo>
                  <a:lnTo>
                    <a:pt x="7784287" y="2919920"/>
                  </a:lnTo>
                  <a:lnTo>
                    <a:pt x="7860968" y="2929997"/>
                  </a:lnTo>
                  <a:lnTo>
                    <a:pt x="7924860" y="2937464"/>
                  </a:lnTo>
                  <a:lnTo>
                    <a:pt x="7973527" y="2942555"/>
                  </a:lnTo>
                  <a:lnTo>
                    <a:pt x="8006318" y="2945641"/>
                  </a:lnTo>
                  <a:lnTo>
                    <a:pt x="8024627" y="2947197"/>
                  </a:lnTo>
                  <a:lnTo>
                    <a:pt x="8031792" y="2947750"/>
                  </a:lnTo>
                  <a:lnTo>
                    <a:pt x="8032819" y="2947823"/>
                  </a:lnTo>
                  <a:lnTo>
                    <a:pt x="8554953" y="2947823"/>
                  </a:lnTo>
                  <a:lnTo>
                    <a:pt x="8554953" y="2947823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826" name="pl826"/>
            <p:cNvSpPr/>
            <p:nvPr/>
          </p:nvSpPr>
          <p:spPr>
            <a:xfrm>
              <a:off x="386606" y="1998737"/>
              <a:ext cx="8554953" cy="2947823"/>
            </a:xfrm>
            <a:custGeom>
              <a:avLst/>
              <a:pathLst>
                <a:path w="8554953" h="2947823">
                  <a:moveTo>
                    <a:pt x="8554953" y="2947823"/>
                  </a:moveTo>
                  <a:lnTo>
                    <a:pt x="8032819" y="2947823"/>
                  </a:lnTo>
                  <a:lnTo>
                    <a:pt x="8031677" y="2947742"/>
                  </a:lnTo>
                  <a:lnTo>
                    <a:pt x="8024194" y="2947162"/>
                  </a:lnTo>
                  <a:lnTo>
                    <a:pt x="8005418" y="2945560"/>
                  </a:lnTo>
                  <a:lnTo>
                    <a:pt x="7972076" y="2942411"/>
                  </a:lnTo>
                  <a:lnTo>
                    <a:pt x="7922846" y="2937242"/>
                  </a:lnTo>
                  <a:lnTo>
                    <a:pt x="7858450" y="2929685"/>
                  </a:lnTo>
                  <a:lnTo>
                    <a:pt x="7781378" y="2919514"/>
                  </a:lnTo>
                  <a:lnTo>
                    <a:pt x="7695292" y="2906638"/>
                  </a:lnTo>
                  <a:lnTo>
                    <a:pt x="7604265" y="2891071"/>
                  </a:lnTo>
                  <a:lnTo>
                    <a:pt x="7512099" y="2872873"/>
                  </a:lnTo>
                  <a:lnTo>
                    <a:pt x="7421873" y="2852093"/>
                  </a:lnTo>
                  <a:lnTo>
                    <a:pt x="7335751" y="2828720"/>
                  </a:lnTo>
                  <a:lnTo>
                    <a:pt x="7255007" y="2802658"/>
                  </a:lnTo>
                  <a:lnTo>
                    <a:pt x="7180161" y="2773702"/>
                  </a:lnTo>
                  <a:lnTo>
                    <a:pt x="7111170" y="2741543"/>
                  </a:lnTo>
                  <a:lnTo>
                    <a:pt x="7047606" y="2705767"/>
                  </a:lnTo>
                  <a:lnTo>
                    <a:pt x="6988798" y="2665872"/>
                  </a:lnTo>
                  <a:lnTo>
                    <a:pt x="6933946" y="2621296"/>
                  </a:lnTo>
                  <a:lnTo>
                    <a:pt x="6882205" y="2571462"/>
                  </a:lnTo>
                  <a:lnTo>
                    <a:pt x="6832750" y="2515869"/>
                  </a:lnTo>
                  <a:lnTo>
                    <a:pt x="6786527" y="2456519"/>
                  </a:lnTo>
                  <a:lnTo>
                    <a:pt x="6749870" y="2404461"/>
                  </a:lnTo>
                  <a:lnTo>
                    <a:pt x="6713554" y="2348659"/>
                  </a:lnTo>
                  <a:lnTo>
                    <a:pt x="6677367" y="2289036"/>
                  </a:lnTo>
                  <a:lnTo>
                    <a:pt x="6641142" y="2225574"/>
                  </a:lnTo>
                  <a:lnTo>
                    <a:pt x="6604751" y="2158320"/>
                  </a:lnTo>
                  <a:lnTo>
                    <a:pt x="6568103" y="2087392"/>
                  </a:lnTo>
                  <a:lnTo>
                    <a:pt x="6531143" y="2012980"/>
                  </a:lnTo>
                  <a:lnTo>
                    <a:pt x="6493842" y="1935354"/>
                  </a:lnTo>
                  <a:lnTo>
                    <a:pt x="6456202" y="1854857"/>
                  </a:lnTo>
                  <a:lnTo>
                    <a:pt x="6418250" y="1771904"/>
                  </a:lnTo>
                  <a:lnTo>
                    <a:pt x="6380032" y="1686974"/>
                  </a:lnTo>
                  <a:lnTo>
                    <a:pt x="6341612" y="1600599"/>
                  </a:lnTo>
                  <a:lnTo>
                    <a:pt x="6303069" y="1513354"/>
                  </a:lnTo>
                  <a:lnTo>
                    <a:pt x="6264486" y="1425836"/>
                  </a:lnTo>
                  <a:lnTo>
                    <a:pt x="6225951" y="1338651"/>
                  </a:lnTo>
                  <a:lnTo>
                    <a:pt x="6187549" y="1252394"/>
                  </a:lnTo>
                  <a:lnTo>
                    <a:pt x="6149354" y="1167636"/>
                  </a:lnTo>
                  <a:lnTo>
                    <a:pt x="6111431" y="1084905"/>
                  </a:lnTo>
                  <a:lnTo>
                    <a:pt x="6073824" y="1004674"/>
                  </a:lnTo>
                  <a:lnTo>
                    <a:pt x="6036557" y="927351"/>
                  </a:lnTo>
                  <a:lnTo>
                    <a:pt x="5999629" y="853272"/>
                  </a:lnTo>
                  <a:lnTo>
                    <a:pt x="5963010" y="782699"/>
                  </a:lnTo>
                  <a:lnTo>
                    <a:pt x="5926640" y="715815"/>
                  </a:lnTo>
                  <a:lnTo>
                    <a:pt x="5890424" y="652731"/>
                  </a:lnTo>
                  <a:lnTo>
                    <a:pt x="5854232" y="593487"/>
                  </a:lnTo>
                  <a:lnTo>
                    <a:pt x="5817893" y="538059"/>
                  </a:lnTo>
                  <a:lnTo>
                    <a:pt x="5784835" y="491303"/>
                  </a:lnTo>
                  <a:lnTo>
                    <a:pt x="5736890" y="429881"/>
                  </a:lnTo>
                  <a:lnTo>
                    <a:pt x="5687367" y="374499"/>
                  </a:lnTo>
                  <a:lnTo>
                    <a:pt x="5635530" y="324861"/>
                  </a:lnTo>
                  <a:lnTo>
                    <a:pt x="5580552" y="280460"/>
                  </a:lnTo>
                  <a:lnTo>
                    <a:pt x="5521589" y="240721"/>
                  </a:lnTo>
                  <a:lnTo>
                    <a:pt x="5457843" y="205081"/>
                  </a:lnTo>
                  <a:lnTo>
                    <a:pt x="5388651" y="173042"/>
                  </a:lnTo>
                  <a:lnTo>
                    <a:pt x="5313594" y="144193"/>
                  </a:lnTo>
                  <a:lnTo>
                    <a:pt x="5232646" y="118229"/>
                  </a:lnTo>
                  <a:lnTo>
                    <a:pt x="5146352" y="94949"/>
                  </a:lnTo>
                  <a:lnTo>
                    <a:pt x="5056015" y="74260"/>
                  </a:lnTo>
                  <a:lnTo>
                    <a:pt x="4963831" y="56154"/>
                  </a:lnTo>
                  <a:lnTo>
                    <a:pt x="4872911" y="40682"/>
                  </a:lnTo>
                  <a:lnTo>
                    <a:pt x="4787075" y="27902"/>
                  </a:lnTo>
                  <a:lnTo>
                    <a:pt x="4710394" y="17826"/>
                  </a:lnTo>
                  <a:lnTo>
                    <a:pt x="4646502" y="10358"/>
                  </a:lnTo>
                  <a:lnTo>
                    <a:pt x="4597835" y="5267"/>
                  </a:lnTo>
                  <a:lnTo>
                    <a:pt x="4565044" y="2182"/>
                  </a:lnTo>
                  <a:lnTo>
                    <a:pt x="4546735" y="625"/>
                  </a:lnTo>
                  <a:lnTo>
                    <a:pt x="4539570" y="72"/>
                  </a:lnTo>
                  <a:lnTo>
                    <a:pt x="4538543" y="0"/>
                  </a:lnTo>
                  <a:lnTo>
                    <a:pt x="4016409" y="0"/>
                  </a:lnTo>
                  <a:lnTo>
                    <a:pt x="4015179" y="46"/>
                  </a:lnTo>
                  <a:lnTo>
                    <a:pt x="4007129" y="378"/>
                  </a:lnTo>
                  <a:lnTo>
                    <a:pt x="3986982" y="1296"/>
                  </a:lnTo>
                  <a:lnTo>
                    <a:pt x="3951336" y="3100"/>
                  </a:lnTo>
                  <a:lnTo>
                    <a:pt x="3898965" y="6056"/>
                  </a:lnTo>
                  <a:lnTo>
                    <a:pt x="3830887" y="10365"/>
                  </a:lnTo>
                  <a:lnTo>
                    <a:pt x="3750012" y="16146"/>
                  </a:lnTo>
                  <a:lnTo>
                    <a:pt x="3660416" y="23439"/>
                  </a:lnTo>
                  <a:lnTo>
                    <a:pt x="3566487" y="32228"/>
                  </a:lnTo>
                  <a:lnTo>
                    <a:pt x="3472185" y="42478"/>
                  </a:lnTo>
                  <a:lnTo>
                    <a:pt x="3380600" y="54168"/>
                  </a:lnTo>
                  <a:lnTo>
                    <a:pt x="3293799" y="67315"/>
                  </a:lnTo>
                  <a:lnTo>
                    <a:pt x="3212897" y="81993"/>
                  </a:lnTo>
                  <a:lnTo>
                    <a:pt x="3138240" y="98338"/>
                  </a:lnTo>
                  <a:lnTo>
                    <a:pt x="3069617" y="116548"/>
                  </a:lnTo>
                  <a:lnTo>
                    <a:pt x="3006454" y="136881"/>
                  </a:lnTo>
                  <a:lnTo>
                    <a:pt x="2947958" y="159640"/>
                  </a:lnTo>
                  <a:lnTo>
                    <a:pt x="2893237" y="185155"/>
                  </a:lnTo>
                  <a:lnTo>
                    <a:pt x="2841380" y="213743"/>
                  </a:lnTo>
                  <a:lnTo>
                    <a:pt x="2791536" y="245646"/>
                  </a:lnTo>
                  <a:lnTo>
                    <a:pt x="2770117" y="260711"/>
                  </a:lnTo>
                  <a:lnTo>
                    <a:pt x="2724901" y="295116"/>
                  </a:lnTo>
                  <a:lnTo>
                    <a:pt x="2680126" y="332568"/>
                  </a:lnTo>
                  <a:lnTo>
                    <a:pt x="2635421" y="373125"/>
                  </a:lnTo>
                  <a:lnTo>
                    <a:pt x="2590518" y="416765"/>
                  </a:lnTo>
                  <a:lnTo>
                    <a:pt x="2545233" y="463385"/>
                  </a:lnTo>
                  <a:lnTo>
                    <a:pt x="2499462" y="512788"/>
                  </a:lnTo>
                  <a:lnTo>
                    <a:pt x="2453170" y="564684"/>
                  </a:lnTo>
                  <a:lnTo>
                    <a:pt x="2406383" y="618690"/>
                  </a:lnTo>
                  <a:lnTo>
                    <a:pt x="2359183" y="674344"/>
                  </a:lnTo>
                  <a:lnTo>
                    <a:pt x="2311689" y="731112"/>
                  </a:lnTo>
                  <a:lnTo>
                    <a:pt x="2264051" y="788417"/>
                  </a:lnTo>
                  <a:lnTo>
                    <a:pt x="2216431" y="845656"/>
                  </a:lnTo>
                  <a:lnTo>
                    <a:pt x="2168989" y="902229"/>
                  </a:lnTo>
                  <a:lnTo>
                    <a:pt x="2121871" y="957565"/>
                  </a:lnTo>
                  <a:lnTo>
                    <a:pt x="2075187" y="1011146"/>
                  </a:lnTo>
                  <a:lnTo>
                    <a:pt x="2029009" y="1062525"/>
                  </a:lnTo>
                  <a:lnTo>
                    <a:pt x="1983349" y="1111339"/>
                  </a:lnTo>
                  <a:lnTo>
                    <a:pt x="1938160" y="1157320"/>
                  </a:lnTo>
                  <a:lnTo>
                    <a:pt x="1893319" y="1200291"/>
                  </a:lnTo>
                  <a:lnTo>
                    <a:pt x="1848625" y="1240166"/>
                  </a:lnTo>
                  <a:lnTo>
                    <a:pt x="1803788" y="1276944"/>
                  </a:lnTo>
                  <a:lnTo>
                    <a:pt x="1768425" y="1303555"/>
                  </a:lnTo>
                  <a:lnTo>
                    <a:pt x="1719228" y="1336945"/>
                  </a:lnTo>
                  <a:lnTo>
                    <a:pt x="1668353" y="1366965"/>
                  </a:lnTo>
                  <a:lnTo>
                    <a:pt x="1614999" y="1393792"/>
                  </a:lnTo>
                  <a:lnTo>
                    <a:pt x="1558272" y="1417719"/>
                  </a:lnTo>
                  <a:lnTo>
                    <a:pt x="1497262" y="1439076"/>
                  </a:lnTo>
                  <a:lnTo>
                    <a:pt x="1431121" y="1458183"/>
                  </a:lnTo>
                  <a:lnTo>
                    <a:pt x="1359162" y="1475318"/>
                  </a:lnTo>
                  <a:lnTo>
                    <a:pt x="1280994" y="1490706"/>
                  </a:lnTo>
                  <a:lnTo>
                    <a:pt x="1196694" y="1504512"/>
                  </a:lnTo>
                  <a:lnTo>
                    <a:pt x="1107013" y="1516836"/>
                  </a:lnTo>
                  <a:lnTo>
                    <a:pt x="1013583" y="1527719"/>
                  </a:lnTo>
                  <a:lnTo>
                    <a:pt x="919047" y="1537153"/>
                  </a:lnTo>
                  <a:lnTo>
                    <a:pt x="827021" y="1545106"/>
                  </a:lnTo>
                  <a:lnTo>
                    <a:pt x="741781" y="1551550"/>
                  </a:lnTo>
                  <a:lnTo>
                    <a:pt x="667642" y="1556495"/>
                  </a:lnTo>
                  <a:lnTo>
                    <a:pt x="608131" y="1560024"/>
                  </a:lnTo>
                  <a:lnTo>
                    <a:pt x="565163" y="1562304"/>
                  </a:lnTo>
                  <a:lnTo>
                    <a:pt x="538514" y="1563575"/>
                  </a:lnTo>
                  <a:lnTo>
                    <a:pt x="525704" y="1564126"/>
                  </a:lnTo>
                  <a:lnTo>
                    <a:pt x="522240" y="1564262"/>
                  </a:lnTo>
                  <a:lnTo>
                    <a:pt x="522133" y="1564266"/>
                  </a:lnTo>
                  <a:lnTo>
                    <a:pt x="0" y="1564266"/>
                  </a:lnTo>
                  <a:lnTo>
                    <a:pt x="0" y="1564266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827" name="pg827"/>
            <p:cNvSpPr/>
            <p:nvPr/>
          </p:nvSpPr>
          <p:spPr>
            <a:xfrm>
              <a:off x="386606" y="2066503"/>
              <a:ext cx="8554953" cy="3868312"/>
            </a:xfrm>
            <a:custGeom>
              <a:avLst/>
              <a:pathLst>
                <a:path w="8554953" h="3868312">
                  <a:moveTo>
                    <a:pt x="0" y="1513441"/>
                  </a:moveTo>
                  <a:lnTo>
                    <a:pt x="522133" y="1513441"/>
                  </a:lnTo>
                  <a:lnTo>
                    <a:pt x="523366" y="1513397"/>
                  </a:lnTo>
                  <a:lnTo>
                    <a:pt x="531435" y="1513077"/>
                  </a:lnTo>
                  <a:lnTo>
                    <a:pt x="551627" y="1512193"/>
                  </a:lnTo>
                  <a:lnTo>
                    <a:pt x="587350" y="1510457"/>
                  </a:lnTo>
                  <a:lnTo>
                    <a:pt x="639825" y="1507611"/>
                  </a:lnTo>
                  <a:lnTo>
                    <a:pt x="708024" y="1503464"/>
                  </a:lnTo>
                  <a:lnTo>
                    <a:pt x="789023" y="1497900"/>
                  </a:lnTo>
                  <a:lnTo>
                    <a:pt x="878731" y="1490882"/>
                  </a:lnTo>
                  <a:lnTo>
                    <a:pt x="972753" y="1482425"/>
                  </a:lnTo>
                  <a:lnTo>
                    <a:pt x="1067121" y="1472563"/>
                  </a:lnTo>
                  <a:lnTo>
                    <a:pt x="1158746" y="1461316"/>
                  </a:lnTo>
                  <a:lnTo>
                    <a:pt x="1245566" y="1448668"/>
                  </a:lnTo>
                  <a:lnTo>
                    <a:pt x="1326472" y="1434545"/>
                  </a:lnTo>
                  <a:lnTo>
                    <a:pt x="1401121" y="1418818"/>
                  </a:lnTo>
                  <a:lnTo>
                    <a:pt x="1469731" y="1401294"/>
                  </a:lnTo>
                  <a:lnTo>
                    <a:pt x="1532882" y="1381725"/>
                  </a:lnTo>
                  <a:lnTo>
                    <a:pt x="1591368" y="1359819"/>
                  </a:lnTo>
                  <a:lnTo>
                    <a:pt x="1646087" y="1335257"/>
                  </a:lnTo>
                  <a:lnTo>
                    <a:pt x="1697950" y="1307735"/>
                  </a:lnTo>
                  <a:lnTo>
                    <a:pt x="1747808" y="1277022"/>
                  </a:lnTo>
                  <a:lnTo>
                    <a:pt x="1768425" y="1263083"/>
                  </a:lnTo>
                  <a:lnTo>
                    <a:pt x="1814108" y="1229686"/>
                  </a:lnTo>
                  <a:lnTo>
                    <a:pt x="1859345" y="1193301"/>
                  </a:lnTo>
                  <a:lnTo>
                    <a:pt x="1904516" y="1153872"/>
                  </a:lnTo>
                  <a:lnTo>
                    <a:pt x="1949897" y="1111422"/>
                  </a:lnTo>
                  <a:lnTo>
                    <a:pt x="1995673" y="1066057"/>
                  </a:lnTo>
                  <a:lnTo>
                    <a:pt x="2041950" y="1017977"/>
                  </a:lnTo>
                  <a:lnTo>
                    <a:pt x="2088758" y="967474"/>
                  </a:lnTo>
                  <a:lnTo>
                    <a:pt x="2136066" y="914933"/>
                  </a:lnTo>
                  <a:lnTo>
                    <a:pt x="2183789" y="860818"/>
                  </a:lnTo>
                  <a:lnTo>
                    <a:pt x="2231797" y="805660"/>
                  </a:lnTo>
                  <a:lnTo>
                    <a:pt x="2279936" y="750039"/>
                  </a:lnTo>
                  <a:lnTo>
                    <a:pt x="2328037" y="694550"/>
                  </a:lnTo>
                  <a:lnTo>
                    <a:pt x="2375937" y="639785"/>
                  </a:lnTo>
                  <a:lnTo>
                    <a:pt x="2423489" y="586305"/>
                  </a:lnTo>
                  <a:lnTo>
                    <a:pt x="2470584" y="534613"/>
                  </a:lnTo>
                  <a:lnTo>
                    <a:pt x="2517157" y="485142"/>
                  </a:lnTo>
                  <a:lnTo>
                    <a:pt x="2563204" y="438234"/>
                  </a:lnTo>
                  <a:lnTo>
                    <a:pt x="2608787" y="394141"/>
                  </a:lnTo>
                  <a:lnTo>
                    <a:pt x="2654047" y="353022"/>
                  </a:lnTo>
                  <a:lnTo>
                    <a:pt x="2699208" y="314943"/>
                  </a:lnTo>
                  <a:lnTo>
                    <a:pt x="2744589" y="279892"/>
                  </a:lnTo>
                  <a:lnTo>
                    <a:pt x="2770117" y="261652"/>
                  </a:lnTo>
                  <a:lnTo>
                    <a:pt x="2819355" y="229563"/>
                  </a:lnTo>
                  <a:lnTo>
                    <a:pt x="2870274" y="200715"/>
                  </a:lnTo>
                  <a:lnTo>
                    <a:pt x="2923678" y="174939"/>
                  </a:lnTo>
                  <a:lnTo>
                    <a:pt x="2980462" y="151951"/>
                  </a:lnTo>
                  <a:lnTo>
                    <a:pt x="3041540" y="131433"/>
                  </a:lnTo>
                  <a:lnTo>
                    <a:pt x="3107760" y="113079"/>
                  </a:lnTo>
                  <a:lnTo>
                    <a:pt x="3179810" y="96621"/>
                  </a:lnTo>
                  <a:lnTo>
                    <a:pt x="3258080" y="81841"/>
                  </a:lnTo>
                  <a:lnTo>
                    <a:pt x="3342490" y="68582"/>
                  </a:lnTo>
                  <a:lnTo>
                    <a:pt x="3432281" y="56749"/>
                  </a:lnTo>
                  <a:lnTo>
                    <a:pt x="3525810" y="46302"/>
                  </a:lnTo>
                  <a:lnTo>
                    <a:pt x="3620417" y="37248"/>
                  </a:lnTo>
                  <a:lnTo>
                    <a:pt x="3712471" y="29619"/>
                  </a:lnTo>
                  <a:lnTo>
                    <a:pt x="3797681" y="23443"/>
                  </a:lnTo>
                  <a:lnTo>
                    <a:pt x="3871724" y="18707"/>
                  </a:lnTo>
                  <a:lnTo>
                    <a:pt x="3931082" y="15331"/>
                  </a:lnTo>
                  <a:lnTo>
                    <a:pt x="3973858" y="13155"/>
                  </a:lnTo>
                  <a:lnTo>
                    <a:pt x="4000308" y="11946"/>
                  </a:lnTo>
                  <a:lnTo>
                    <a:pt x="4012949" y="11424"/>
                  </a:lnTo>
                  <a:lnTo>
                    <a:pt x="4016409" y="11294"/>
                  </a:lnTo>
                  <a:lnTo>
                    <a:pt x="4538543" y="11294"/>
                  </a:lnTo>
                  <a:lnTo>
                    <a:pt x="4539476" y="11380"/>
                  </a:lnTo>
                  <a:lnTo>
                    <a:pt x="4545622" y="11996"/>
                  </a:lnTo>
                  <a:lnTo>
                    <a:pt x="4561138" y="13698"/>
                  </a:lnTo>
                  <a:lnTo>
                    <a:pt x="4588937" y="17051"/>
                  </a:lnTo>
                  <a:lnTo>
                    <a:pt x="4630481" y="22576"/>
                  </a:lnTo>
                  <a:lnTo>
                    <a:pt x="4685667" y="30705"/>
                  </a:lnTo>
                  <a:lnTo>
                    <a:pt x="4752939" y="41736"/>
                  </a:lnTo>
                  <a:lnTo>
                    <a:pt x="4829644" y="55825"/>
                  </a:lnTo>
                  <a:lnTo>
                    <a:pt x="4912543" y="73005"/>
                  </a:lnTo>
                  <a:lnTo>
                    <a:pt x="4998348" y="93230"/>
                  </a:lnTo>
                  <a:lnTo>
                    <a:pt x="5084145" y="116434"/>
                  </a:lnTo>
                  <a:lnTo>
                    <a:pt x="5167647" y="142579"/>
                  </a:lnTo>
                  <a:lnTo>
                    <a:pt x="5247271" y="171694"/>
                  </a:lnTo>
                  <a:lnTo>
                    <a:pt x="5322100" y="203903"/>
                  </a:lnTo>
                  <a:lnTo>
                    <a:pt x="5391768" y="239433"/>
                  </a:lnTo>
                  <a:lnTo>
                    <a:pt x="5456327" y="278621"/>
                  </a:lnTo>
                  <a:lnTo>
                    <a:pt x="5516122" y="321905"/>
                  </a:lnTo>
                  <a:lnTo>
                    <a:pt x="5571689" y="369811"/>
                  </a:lnTo>
                  <a:lnTo>
                    <a:pt x="5623667" y="422934"/>
                  </a:lnTo>
                  <a:lnTo>
                    <a:pt x="5672742" y="481890"/>
                  </a:lnTo>
                  <a:lnTo>
                    <a:pt x="5719598" y="547254"/>
                  </a:lnTo>
                  <a:lnTo>
                    <a:pt x="5764864" y="619435"/>
                  </a:lnTo>
                  <a:lnTo>
                    <a:pt x="5784835" y="654130"/>
                  </a:lnTo>
                  <a:lnTo>
                    <a:pt x="5817628" y="714797"/>
                  </a:lnTo>
                  <a:lnTo>
                    <a:pt x="5850129" y="779370"/>
                  </a:lnTo>
                  <a:lnTo>
                    <a:pt x="5882495" y="847927"/>
                  </a:lnTo>
                  <a:lnTo>
                    <a:pt x="5914854" y="920502"/>
                  </a:lnTo>
                  <a:lnTo>
                    <a:pt x="5947306" y="997073"/>
                  </a:lnTo>
                  <a:lnTo>
                    <a:pt x="5979928" y="1077564"/>
                  </a:lnTo>
                  <a:lnTo>
                    <a:pt x="6012775" y="1161834"/>
                  </a:lnTo>
                  <a:lnTo>
                    <a:pt x="6045881" y="1249684"/>
                  </a:lnTo>
                  <a:lnTo>
                    <a:pt x="6079260" y="1340848"/>
                  </a:lnTo>
                  <a:lnTo>
                    <a:pt x="6112910" y="1434997"/>
                  </a:lnTo>
                  <a:lnTo>
                    <a:pt x="6146812" y="1531744"/>
                  </a:lnTo>
                  <a:lnTo>
                    <a:pt x="6180934" y="1630646"/>
                  </a:lnTo>
                  <a:lnTo>
                    <a:pt x="6215232" y="1731215"/>
                  </a:lnTo>
                  <a:lnTo>
                    <a:pt x="6249653" y="1832926"/>
                  </a:lnTo>
                  <a:lnTo>
                    <a:pt x="6284140" y="1935227"/>
                  </a:lnTo>
                  <a:lnTo>
                    <a:pt x="6318629" y="2037554"/>
                  </a:lnTo>
                  <a:lnTo>
                    <a:pt x="6353058" y="2139340"/>
                  </a:lnTo>
                  <a:lnTo>
                    <a:pt x="6387370" y="2240033"/>
                  </a:lnTo>
                  <a:lnTo>
                    <a:pt x="6421509" y="2339105"/>
                  </a:lnTo>
                  <a:lnTo>
                    <a:pt x="6455432" y="2436063"/>
                  </a:lnTo>
                  <a:lnTo>
                    <a:pt x="6489106" y="2530461"/>
                  </a:lnTo>
                  <a:lnTo>
                    <a:pt x="6522510" y="2621905"/>
                  </a:lnTo>
                  <a:lnTo>
                    <a:pt x="6555640" y="2710063"/>
                  </a:lnTo>
                  <a:lnTo>
                    <a:pt x="6588509" y="2794663"/>
                  </a:lnTo>
                  <a:lnTo>
                    <a:pt x="6621149" y="2875498"/>
                  </a:lnTo>
                  <a:lnTo>
                    <a:pt x="6653613" y="2952423"/>
                  </a:lnTo>
                  <a:lnTo>
                    <a:pt x="6685977" y="3025357"/>
                  </a:lnTo>
                  <a:lnTo>
                    <a:pt x="6718337" y="3094273"/>
                  </a:lnTo>
                  <a:lnTo>
                    <a:pt x="6750820" y="3159199"/>
                  </a:lnTo>
                  <a:lnTo>
                    <a:pt x="6783580" y="3220210"/>
                  </a:lnTo>
                  <a:lnTo>
                    <a:pt x="6786527" y="3225475"/>
                  </a:lnTo>
                  <a:lnTo>
                    <a:pt x="6831259" y="3300772"/>
                  </a:lnTo>
                  <a:lnTo>
                    <a:pt x="6877328" y="3369164"/>
                  </a:lnTo>
                  <a:lnTo>
                    <a:pt x="6925323" y="3430935"/>
                  </a:lnTo>
                  <a:lnTo>
                    <a:pt x="6975911" y="3486604"/>
                  </a:lnTo>
                  <a:lnTo>
                    <a:pt x="7029782" y="3536778"/>
                  </a:lnTo>
                  <a:lnTo>
                    <a:pt x="7087603" y="3582069"/>
                  </a:lnTo>
                  <a:lnTo>
                    <a:pt x="7149965" y="3623038"/>
                  </a:lnTo>
                  <a:lnTo>
                    <a:pt x="7217310" y="3660164"/>
                  </a:lnTo>
                  <a:lnTo>
                    <a:pt x="7289837" y="3693831"/>
                  </a:lnTo>
                  <a:lnTo>
                    <a:pt x="7367383" y="3724315"/>
                  </a:lnTo>
                  <a:lnTo>
                    <a:pt x="7449297" y="3751786"/>
                  </a:lnTo>
                  <a:lnTo>
                    <a:pt x="7534303" y="3776313"/>
                  </a:lnTo>
                  <a:lnTo>
                    <a:pt x="7620432" y="3797884"/>
                  </a:lnTo>
                  <a:lnTo>
                    <a:pt x="7705029" y="3816441"/>
                  </a:lnTo>
                  <a:lnTo>
                    <a:pt x="7784933" y="3831921"/>
                  </a:lnTo>
                  <a:lnTo>
                    <a:pt x="7856820" y="3844315"/>
                  </a:lnTo>
                  <a:lnTo>
                    <a:pt x="7917707" y="3853720"/>
                  </a:lnTo>
                  <a:lnTo>
                    <a:pt x="7965486" y="3860369"/>
                  </a:lnTo>
                  <a:lnTo>
                    <a:pt x="7999374" y="3864638"/>
                  </a:lnTo>
                  <a:lnTo>
                    <a:pt x="8020132" y="3867013"/>
                  </a:lnTo>
                  <a:lnTo>
                    <a:pt x="8030044" y="3868047"/>
                  </a:lnTo>
                  <a:lnTo>
                    <a:pt x="8032819" y="3868312"/>
                  </a:lnTo>
                  <a:lnTo>
                    <a:pt x="8554953" y="3868312"/>
                  </a:lnTo>
                  <a:lnTo>
                    <a:pt x="8554953" y="3857017"/>
                  </a:lnTo>
                  <a:lnTo>
                    <a:pt x="8032819" y="3857017"/>
                  </a:lnTo>
                  <a:lnTo>
                    <a:pt x="8031886" y="3856931"/>
                  </a:lnTo>
                  <a:lnTo>
                    <a:pt x="8025740" y="3856315"/>
                  </a:lnTo>
                  <a:lnTo>
                    <a:pt x="8010224" y="3854613"/>
                  </a:lnTo>
                  <a:lnTo>
                    <a:pt x="7982425" y="3851261"/>
                  </a:lnTo>
                  <a:lnTo>
                    <a:pt x="7940881" y="3845736"/>
                  </a:lnTo>
                  <a:lnTo>
                    <a:pt x="7885695" y="3837607"/>
                  </a:lnTo>
                  <a:lnTo>
                    <a:pt x="7818423" y="3826575"/>
                  </a:lnTo>
                  <a:lnTo>
                    <a:pt x="7741718" y="3812486"/>
                  </a:lnTo>
                  <a:lnTo>
                    <a:pt x="7658819" y="3795306"/>
                  </a:lnTo>
                  <a:lnTo>
                    <a:pt x="7573014" y="3775081"/>
                  </a:lnTo>
                  <a:lnTo>
                    <a:pt x="7487217" y="3751877"/>
                  </a:lnTo>
                  <a:lnTo>
                    <a:pt x="7403715" y="3725733"/>
                  </a:lnTo>
                  <a:lnTo>
                    <a:pt x="7324091" y="3696617"/>
                  </a:lnTo>
                  <a:lnTo>
                    <a:pt x="7249262" y="3664408"/>
                  </a:lnTo>
                  <a:lnTo>
                    <a:pt x="7179594" y="3628878"/>
                  </a:lnTo>
                  <a:lnTo>
                    <a:pt x="7115035" y="3589690"/>
                  </a:lnTo>
                  <a:lnTo>
                    <a:pt x="7055240" y="3546406"/>
                  </a:lnTo>
                  <a:lnTo>
                    <a:pt x="6999673" y="3498500"/>
                  </a:lnTo>
                  <a:lnTo>
                    <a:pt x="6947695" y="3445377"/>
                  </a:lnTo>
                  <a:lnTo>
                    <a:pt x="6898620" y="3386421"/>
                  </a:lnTo>
                  <a:lnTo>
                    <a:pt x="6851764" y="3321058"/>
                  </a:lnTo>
                  <a:lnTo>
                    <a:pt x="6806497" y="3248876"/>
                  </a:lnTo>
                  <a:lnTo>
                    <a:pt x="6786527" y="3214181"/>
                  </a:lnTo>
                  <a:lnTo>
                    <a:pt x="6753734" y="3153514"/>
                  </a:lnTo>
                  <a:lnTo>
                    <a:pt x="6721233" y="3088941"/>
                  </a:lnTo>
                  <a:lnTo>
                    <a:pt x="6688867" y="3020384"/>
                  </a:lnTo>
                  <a:lnTo>
                    <a:pt x="6656508" y="2947809"/>
                  </a:lnTo>
                  <a:lnTo>
                    <a:pt x="6624056" y="2871238"/>
                  </a:lnTo>
                  <a:lnTo>
                    <a:pt x="6591434" y="2790748"/>
                  </a:lnTo>
                  <a:lnTo>
                    <a:pt x="6558587" y="2706477"/>
                  </a:lnTo>
                  <a:lnTo>
                    <a:pt x="6525481" y="2618627"/>
                  </a:lnTo>
                  <a:lnTo>
                    <a:pt x="6492102" y="2527463"/>
                  </a:lnTo>
                  <a:lnTo>
                    <a:pt x="6458452" y="2433314"/>
                  </a:lnTo>
                  <a:lnTo>
                    <a:pt x="6424550" y="2336567"/>
                  </a:lnTo>
                  <a:lnTo>
                    <a:pt x="6390428" y="2237665"/>
                  </a:lnTo>
                  <a:lnTo>
                    <a:pt x="6356130" y="2137096"/>
                  </a:lnTo>
                  <a:lnTo>
                    <a:pt x="6321709" y="2035385"/>
                  </a:lnTo>
                  <a:lnTo>
                    <a:pt x="6287222" y="1933084"/>
                  </a:lnTo>
                  <a:lnTo>
                    <a:pt x="6252733" y="1830757"/>
                  </a:lnTo>
                  <a:lnTo>
                    <a:pt x="6218303" y="1728971"/>
                  </a:lnTo>
                  <a:lnTo>
                    <a:pt x="6183992" y="1628278"/>
                  </a:lnTo>
                  <a:lnTo>
                    <a:pt x="6149853" y="1529206"/>
                  </a:lnTo>
                  <a:lnTo>
                    <a:pt x="6115929" y="1432248"/>
                  </a:lnTo>
                  <a:lnTo>
                    <a:pt x="6082256" y="1337851"/>
                  </a:lnTo>
                  <a:lnTo>
                    <a:pt x="6048852" y="1246406"/>
                  </a:lnTo>
                  <a:lnTo>
                    <a:pt x="6015722" y="1158248"/>
                  </a:lnTo>
                  <a:lnTo>
                    <a:pt x="5982853" y="1073648"/>
                  </a:lnTo>
                  <a:lnTo>
                    <a:pt x="5950213" y="992813"/>
                  </a:lnTo>
                  <a:lnTo>
                    <a:pt x="5917748" y="915888"/>
                  </a:lnTo>
                  <a:lnTo>
                    <a:pt x="5885385" y="842955"/>
                  </a:lnTo>
                  <a:lnTo>
                    <a:pt x="5853025" y="774039"/>
                  </a:lnTo>
                  <a:lnTo>
                    <a:pt x="5820542" y="709113"/>
                  </a:lnTo>
                  <a:lnTo>
                    <a:pt x="5787782" y="648101"/>
                  </a:lnTo>
                  <a:lnTo>
                    <a:pt x="5784835" y="642836"/>
                  </a:lnTo>
                  <a:lnTo>
                    <a:pt x="5740102" y="567539"/>
                  </a:lnTo>
                  <a:lnTo>
                    <a:pt x="5694034" y="499147"/>
                  </a:lnTo>
                  <a:lnTo>
                    <a:pt x="5646038" y="437376"/>
                  </a:lnTo>
                  <a:lnTo>
                    <a:pt x="5595451" y="381707"/>
                  </a:lnTo>
                  <a:lnTo>
                    <a:pt x="5541580" y="331533"/>
                  </a:lnTo>
                  <a:lnTo>
                    <a:pt x="5483759" y="286242"/>
                  </a:lnTo>
                  <a:lnTo>
                    <a:pt x="5421397" y="245273"/>
                  </a:lnTo>
                  <a:lnTo>
                    <a:pt x="5354052" y="208147"/>
                  </a:lnTo>
                  <a:lnTo>
                    <a:pt x="5281525" y="174480"/>
                  </a:lnTo>
                  <a:lnTo>
                    <a:pt x="5203978" y="143996"/>
                  </a:lnTo>
                  <a:lnTo>
                    <a:pt x="5122065" y="116525"/>
                  </a:lnTo>
                  <a:lnTo>
                    <a:pt x="5037059" y="91998"/>
                  </a:lnTo>
                  <a:lnTo>
                    <a:pt x="4950930" y="70427"/>
                  </a:lnTo>
                  <a:lnTo>
                    <a:pt x="4866333" y="51870"/>
                  </a:lnTo>
                  <a:lnTo>
                    <a:pt x="4786429" y="36391"/>
                  </a:lnTo>
                  <a:lnTo>
                    <a:pt x="4714542" y="23996"/>
                  </a:lnTo>
                  <a:lnTo>
                    <a:pt x="4653655" y="14591"/>
                  </a:lnTo>
                  <a:lnTo>
                    <a:pt x="4605876" y="7942"/>
                  </a:lnTo>
                  <a:lnTo>
                    <a:pt x="4571988" y="3674"/>
                  </a:lnTo>
                  <a:lnTo>
                    <a:pt x="4551230" y="1298"/>
                  </a:lnTo>
                  <a:lnTo>
                    <a:pt x="4541318" y="264"/>
                  </a:lnTo>
                  <a:lnTo>
                    <a:pt x="4538543" y="0"/>
                  </a:lnTo>
                  <a:lnTo>
                    <a:pt x="4016409" y="0"/>
                  </a:lnTo>
                  <a:lnTo>
                    <a:pt x="4015176" y="44"/>
                  </a:lnTo>
                  <a:lnTo>
                    <a:pt x="4007107" y="364"/>
                  </a:lnTo>
                  <a:lnTo>
                    <a:pt x="3986915" y="1248"/>
                  </a:lnTo>
                  <a:lnTo>
                    <a:pt x="3951192" y="2984"/>
                  </a:lnTo>
                  <a:lnTo>
                    <a:pt x="3898717" y="5829"/>
                  </a:lnTo>
                  <a:lnTo>
                    <a:pt x="3830518" y="9977"/>
                  </a:lnTo>
                  <a:lnTo>
                    <a:pt x="3749519" y="15541"/>
                  </a:lnTo>
                  <a:lnTo>
                    <a:pt x="3659811" y="22559"/>
                  </a:lnTo>
                  <a:lnTo>
                    <a:pt x="3565790" y="31016"/>
                  </a:lnTo>
                  <a:lnTo>
                    <a:pt x="3471422" y="40878"/>
                  </a:lnTo>
                  <a:lnTo>
                    <a:pt x="3379796" y="52124"/>
                  </a:lnTo>
                  <a:lnTo>
                    <a:pt x="3292976" y="64773"/>
                  </a:lnTo>
                  <a:lnTo>
                    <a:pt x="3212070" y="78895"/>
                  </a:lnTo>
                  <a:lnTo>
                    <a:pt x="3137421" y="94623"/>
                  </a:lnTo>
                  <a:lnTo>
                    <a:pt x="3068811" y="112147"/>
                  </a:lnTo>
                  <a:lnTo>
                    <a:pt x="3005660" y="131716"/>
                  </a:lnTo>
                  <a:lnTo>
                    <a:pt x="2947174" y="153622"/>
                  </a:lnTo>
                  <a:lnTo>
                    <a:pt x="2892455" y="178184"/>
                  </a:lnTo>
                  <a:lnTo>
                    <a:pt x="2840593" y="205706"/>
                  </a:lnTo>
                  <a:lnTo>
                    <a:pt x="2790734" y="236419"/>
                  </a:lnTo>
                  <a:lnTo>
                    <a:pt x="2770117" y="250357"/>
                  </a:lnTo>
                  <a:lnTo>
                    <a:pt x="2724434" y="283754"/>
                  </a:lnTo>
                  <a:lnTo>
                    <a:pt x="2679197" y="320140"/>
                  </a:lnTo>
                  <a:lnTo>
                    <a:pt x="2634026" y="359569"/>
                  </a:lnTo>
                  <a:lnTo>
                    <a:pt x="2588645" y="402019"/>
                  </a:lnTo>
                  <a:lnTo>
                    <a:pt x="2542869" y="447384"/>
                  </a:lnTo>
                  <a:lnTo>
                    <a:pt x="2496592" y="495464"/>
                  </a:lnTo>
                  <a:lnTo>
                    <a:pt x="2449784" y="545966"/>
                  </a:lnTo>
                  <a:lnTo>
                    <a:pt x="2402476" y="598508"/>
                  </a:lnTo>
                  <a:lnTo>
                    <a:pt x="2354754" y="652623"/>
                  </a:lnTo>
                  <a:lnTo>
                    <a:pt x="2306745" y="707780"/>
                  </a:lnTo>
                  <a:lnTo>
                    <a:pt x="2258606" y="763402"/>
                  </a:lnTo>
                  <a:lnTo>
                    <a:pt x="2210505" y="818891"/>
                  </a:lnTo>
                  <a:lnTo>
                    <a:pt x="2162605" y="873656"/>
                  </a:lnTo>
                  <a:lnTo>
                    <a:pt x="2115053" y="927136"/>
                  </a:lnTo>
                  <a:lnTo>
                    <a:pt x="2067959" y="978827"/>
                  </a:lnTo>
                  <a:lnTo>
                    <a:pt x="2021385" y="1028299"/>
                  </a:lnTo>
                  <a:lnTo>
                    <a:pt x="1975338" y="1075207"/>
                  </a:lnTo>
                  <a:lnTo>
                    <a:pt x="1929755" y="1119299"/>
                  </a:lnTo>
                  <a:lnTo>
                    <a:pt x="1884495" y="1160419"/>
                  </a:lnTo>
                  <a:lnTo>
                    <a:pt x="1839334" y="1198498"/>
                  </a:lnTo>
                  <a:lnTo>
                    <a:pt x="1793953" y="1233549"/>
                  </a:lnTo>
                  <a:lnTo>
                    <a:pt x="1768425" y="1251789"/>
                  </a:lnTo>
                  <a:lnTo>
                    <a:pt x="1719188" y="1283878"/>
                  </a:lnTo>
                  <a:lnTo>
                    <a:pt x="1668268" y="1312726"/>
                  </a:lnTo>
                  <a:lnTo>
                    <a:pt x="1614864" y="1338502"/>
                  </a:lnTo>
                  <a:lnTo>
                    <a:pt x="1558080" y="1361490"/>
                  </a:lnTo>
                  <a:lnTo>
                    <a:pt x="1497002" y="1382008"/>
                  </a:lnTo>
                  <a:lnTo>
                    <a:pt x="1430782" y="1400361"/>
                  </a:lnTo>
                  <a:lnTo>
                    <a:pt x="1358733" y="1416820"/>
                  </a:lnTo>
                  <a:lnTo>
                    <a:pt x="1280462" y="1431600"/>
                  </a:lnTo>
                  <a:lnTo>
                    <a:pt x="1196052" y="1444859"/>
                  </a:lnTo>
                  <a:lnTo>
                    <a:pt x="1106261" y="1456692"/>
                  </a:lnTo>
                  <a:lnTo>
                    <a:pt x="1012732" y="1467139"/>
                  </a:lnTo>
                  <a:lnTo>
                    <a:pt x="918125" y="1476193"/>
                  </a:lnTo>
                  <a:lnTo>
                    <a:pt x="826071" y="1483822"/>
                  </a:lnTo>
                  <a:lnTo>
                    <a:pt x="740861" y="1489998"/>
                  </a:lnTo>
                  <a:lnTo>
                    <a:pt x="666818" y="1494734"/>
                  </a:lnTo>
                  <a:lnTo>
                    <a:pt x="607460" y="1498110"/>
                  </a:lnTo>
                  <a:lnTo>
                    <a:pt x="564684" y="1500286"/>
                  </a:lnTo>
                  <a:lnTo>
                    <a:pt x="538234" y="1501495"/>
                  </a:lnTo>
                  <a:lnTo>
                    <a:pt x="525593" y="1502017"/>
                  </a:lnTo>
                  <a:lnTo>
                    <a:pt x="522133" y="1502147"/>
                  </a:lnTo>
                  <a:lnTo>
                    <a:pt x="0" y="1502147"/>
                  </a:lnTo>
                  <a:close/>
                </a:path>
              </a:pathLst>
            </a:custGeom>
            <a:solidFill>
              <a:srgbClr val="F28E5B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828" name="pl828"/>
            <p:cNvSpPr/>
            <p:nvPr/>
          </p:nvSpPr>
          <p:spPr>
            <a:xfrm>
              <a:off x="386606" y="2077798"/>
              <a:ext cx="8554953" cy="3857017"/>
            </a:xfrm>
            <a:custGeom>
              <a:avLst/>
              <a:pathLst>
                <a:path w="8554953" h="3857017">
                  <a:moveTo>
                    <a:pt x="0" y="1502147"/>
                  </a:moveTo>
                  <a:lnTo>
                    <a:pt x="522133" y="1502147"/>
                  </a:lnTo>
                  <a:lnTo>
                    <a:pt x="523366" y="1502102"/>
                  </a:lnTo>
                  <a:lnTo>
                    <a:pt x="531435" y="1501783"/>
                  </a:lnTo>
                  <a:lnTo>
                    <a:pt x="551627" y="1500899"/>
                  </a:lnTo>
                  <a:lnTo>
                    <a:pt x="587350" y="1499162"/>
                  </a:lnTo>
                  <a:lnTo>
                    <a:pt x="639825" y="1496317"/>
                  </a:lnTo>
                  <a:lnTo>
                    <a:pt x="708024" y="1492169"/>
                  </a:lnTo>
                  <a:lnTo>
                    <a:pt x="789023" y="1486606"/>
                  </a:lnTo>
                  <a:lnTo>
                    <a:pt x="878731" y="1479588"/>
                  </a:lnTo>
                  <a:lnTo>
                    <a:pt x="972753" y="1471131"/>
                  </a:lnTo>
                  <a:lnTo>
                    <a:pt x="1067121" y="1461269"/>
                  </a:lnTo>
                  <a:lnTo>
                    <a:pt x="1158746" y="1450022"/>
                  </a:lnTo>
                  <a:lnTo>
                    <a:pt x="1245566" y="1437373"/>
                  </a:lnTo>
                  <a:lnTo>
                    <a:pt x="1326472" y="1423251"/>
                  </a:lnTo>
                  <a:lnTo>
                    <a:pt x="1401121" y="1407524"/>
                  </a:lnTo>
                  <a:lnTo>
                    <a:pt x="1469731" y="1390000"/>
                  </a:lnTo>
                  <a:lnTo>
                    <a:pt x="1532882" y="1370431"/>
                  </a:lnTo>
                  <a:lnTo>
                    <a:pt x="1591368" y="1348524"/>
                  </a:lnTo>
                  <a:lnTo>
                    <a:pt x="1646087" y="1323963"/>
                  </a:lnTo>
                  <a:lnTo>
                    <a:pt x="1697950" y="1296440"/>
                  </a:lnTo>
                  <a:lnTo>
                    <a:pt x="1747808" y="1265728"/>
                  </a:lnTo>
                  <a:lnTo>
                    <a:pt x="1768425" y="1251789"/>
                  </a:lnTo>
                  <a:lnTo>
                    <a:pt x="1814108" y="1218392"/>
                  </a:lnTo>
                  <a:lnTo>
                    <a:pt x="1859345" y="1182006"/>
                  </a:lnTo>
                  <a:lnTo>
                    <a:pt x="1904516" y="1142578"/>
                  </a:lnTo>
                  <a:lnTo>
                    <a:pt x="1949897" y="1100127"/>
                  </a:lnTo>
                  <a:lnTo>
                    <a:pt x="1995673" y="1054763"/>
                  </a:lnTo>
                  <a:lnTo>
                    <a:pt x="2041950" y="1006683"/>
                  </a:lnTo>
                  <a:lnTo>
                    <a:pt x="2088758" y="956180"/>
                  </a:lnTo>
                  <a:lnTo>
                    <a:pt x="2136066" y="903638"/>
                  </a:lnTo>
                  <a:lnTo>
                    <a:pt x="2183789" y="849523"/>
                  </a:lnTo>
                  <a:lnTo>
                    <a:pt x="2231797" y="794366"/>
                  </a:lnTo>
                  <a:lnTo>
                    <a:pt x="2279936" y="738744"/>
                  </a:lnTo>
                  <a:lnTo>
                    <a:pt x="2328037" y="683255"/>
                  </a:lnTo>
                  <a:lnTo>
                    <a:pt x="2375937" y="628491"/>
                  </a:lnTo>
                  <a:lnTo>
                    <a:pt x="2423489" y="575010"/>
                  </a:lnTo>
                  <a:lnTo>
                    <a:pt x="2470584" y="523319"/>
                  </a:lnTo>
                  <a:lnTo>
                    <a:pt x="2517157" y="473847"/>
                  </a:lnTo>
                  <a:lnTo>
                    <a:pt x="2563204" y="426940"/>
                  </a:lnTo>
                  <a:lnTo>
                    <a:pt x="2608787" y="382847"/>
                  </a:lnTo>
                  <a:lnTo>
                    <a:pt x="2654047" y="341727"/>
                  </a:lnTo>
                  <a:lnTo>
                    <a:pt x="2699208" y="303649"/>
                  </a:lnTo>
                  <a:lnTo>
                    <a:pt x="2744589" y="268598"/>
                  </a:lnTo>
                  <a:lnTo>
                    <a:pt x="2770117" y="250357"/>
                  </a:lnTo>
                  <a:lnTo>
                    <a:pt x="2819355" y="218269"/>
                  </a:lnTo>
                  <a:lnTo>
                    <a:pt x="2870274" y="189420"/>
                  </a:lnTo>
                  <a:lnTo>
                    <a:pt x="2923678" y="163644"/>
                  </a:lnTo>
                  <a:lnTo>
                    <a:pt x="2980462" y="140656"/>
                  </a:lnTo>
                  <a:lnTo>
                    <a:pt x="3041540" y="120139"/>
                  </a:lnTo>
                  <a:lnTo>
                    <a:pt x="3107760" y="101785"/>
                  </a:lnTo>
                  <a:lnTo>
                    <a:pt x="3179810" y="85326"/>
                  </a:lnTo>
                  <a:lnTo>
                    <a:pt x="3258080" y="70546"/>
                  </a:lnTo>
                  <a:lnTo>
                    <a:pt x="3342490" y="57288"/>
                  </a:lnTo>
                  <a:lnTo>
                    <a:pt x="3432281" y="45455"/>
                  </a:lnTo>
                  <a:lnTo>
                    <a:pt x="3525810" y="35008"/>
                  </a:lnTo>
                  <a:lnTo>
                    <a:pt x="3620417" y="25954"/>
                  </a:lnTo>
                  <a:lnTo>
                    <a:pt x="3712471" y="18325"/>
                  </a:lnTo>
                  <a:lnTo>
                    <a:pt x="3797681" y="12148"/>
                  </a:lnTo>
                  <a:lnTo>
                    <a:pt x="3871724" y="7412"/>
                  </a:lnTo>
                  <a:lnTo>
                    <a:pt x="3931082" y="4037"/>
                  </a:lnTo>
                  <a:lnTo>
                    <a:pt x="3973858" y="1861"/>
                  </a:lnTo>
                  <a:lnTo>
                    <a:pt x="4000308" y="651"/>
                  </a:lnTo>
                  <a:lnTo>
                    <a:pt x="4012949" y="129"/>
                  </a:lnTo>
                  <a:lnTo>
                    <a:pt x="4016313" y="3"/>
                  </a:lnTo>
                  <a:lnTo>
                    <a:pt x="4016409" y="0"/>
                  </a:lnTo>
                  <a:lnTo>
                    <a:pt x="4538543" y="0"/>
                  </a:lnTo>
                  <a:lnTo>
                    <a:pt x="4539476" y="86"/>
                  </a:lnTo>
                  <a:lnTo>
                    <a:pt x="4545622" y="702"/>
                  </a:lnTo>
                  <a:lnTo>
                    <a:pt x="4561138" y="2404"/>
                  </a:lnTo>
                  <a:lnTo>
                    <a:pt x="4588937" y="5756"/>
                  </a:lnTo>
                  <a:lnTo>
                    <a:pt x="4630481" y="11281"/>
                  </a:lnTo>
                  <a:lnTo>
                    <a:pt x="4685667" y="19410"/>
                  </a:lnTo>
                  <a:lnTo>
                    <a:pt x="4752939" y="30442"/>
                  </a:lnTo>
                  <a:lnTo>
                    <a:pt x="4829644" y="44531"/>
                  </a:lnTo>
                  <a:lnTo>
                    <a:pt x="4912543" y="61710"/>
                  </a:lnTo>
                  <a:lnTo>
                    <a:pt x="4998348" y="81936"/>
                  </a:lnTo>
                  <a:lnTo>
                    <a:pt x="5084145" y="105140"/>
                  </a:lnTo>
                  <a:lnTo>
                    <a:pt x="5167647" y="131284"/>
                  </a:lnTo>
                  <a:lnTo>
                    <a:pt x="5247271" y="160400"/>
                  </a:lnTo>
                  <a:lnTo>
                    <a:pt x="5322100" y="192608"/>
                  </a:lnTo>
                  <a:lnTo>
                    <a:pt x="5391768" y="228139"/>
                  </a:lnTo>
                  <a:lnTo>
                    <a:pt x="5456327" y="267327"/>
                  </a:lnTo>
                  <a:lnTo>
                    <a:pt x="5516122" y="310610"/>
                  </a:lnTo>
                  <a:lnTo>
                    <a:pt x="5571689" y="358517"/>
                  </a:lnTo>
                  <a:lnTo>
                    <a:pt x="5623667" y="411639"/>
                  </a:lnTo>
                  <a:lnTo>
                    <a:pt x="5672742" y="470596"/>
                  </a:lnTo>
                  <a:lnTo>
                    <a:pt x="5719598" y="535959"/>
                  </a:lnTo>
                  <a:lnTo>
                    <a:pt x="5764864" y="608140"/>
                  </a:lnTo>
                  <a:lnTo>
                    <a:pt x="5784835" y="642836"/>
                  </a:lnTo>
                  <a:lnTo>
                    <a:pt x="5817628" y="703503"/>
                  </a:lnTo>
                  <a:lnTo>
                    <a:pt x="5850129" y="768075"/>
                  </a:lnTo>
                  <a:lnTo>
                    <a:pt x="5882495" y="836633"/>
                  </a:lnTo>
                  <a:lnTo>
                    <a:pt x="5914854" y="909208"/>
                  </a:lnTo>
                  <a:lnTo>
                    <a:pt x="5947306" y="985779"/>
                  </a:lnTo>
                  <a:lnTo>
                    <a:pt x="5979928" y="1066269"/>
                  </a:lnTo>
                  <a:lnTo>
                    <a:pt x="6012775" y="1150540"/>
                  </a:lnTo>
                  <a:lnTo>
                    <a:pt x="6045881" y="1238390"/>
                  </a:lnTo>
                  <a:lnTo>
                    <a:pt x="6079260" y="1329554"/>
                  </a:lnTo>
                  <a:lnTo>
                    <a:pt x="6112910" y="1423703"/>
                  </a:lnTo>
                  <a:lnTo>
                    <a:pt x="6146812" y="1520449"/>
                  </a:lnTo>
                  <a:lnTo>
                    <a:pt x="6180934" y="1619352"/>
                  </a:lnTo>
                  <a:lnTo>
                    <a:pt x="6215232" y="1719921"/>
                  </a:lnTo>
                  <a:lnTo>
                    <a:pt x="6249653" y="1821632"/>
                  </a:lnTo>
                  <a:lnTo>
                    <a:pt x="6284140" y="1923933"/>
                  </a:lnTo>
                  <a:lnTo>
                    <a:pt x="6318629" y="2026259"/>
                  </a:lnTo>
                  <a:lnTo>
                    <a:pt x="6353058" y="2128046"/>
                  </a:lnTo>
                  <a:lnTo>
                    <a:pt x="6387370" y="2228739"/>
                  </a:lnTo>
                  <a:lnTo>
                    <a:pt x="6421509" y="2327811"/>
                  </a:lnTo>
                  <a:lnTo>
                    <a:pt x="6455432" y="2424769"/>
                  </a:lnTo>
                  <a:lnTo>
                    <a:pt x="6489106" y="2519166"/>
                  </a:lnTo>
                  <a:lnTo>
                    <a:pt x="6522510" y="2610611"/>
                  </a:lnTo>
                  <a:lnTo>
                    <a:pt x="6555640" y="2698769"/>
                  </a:lnTo>
                  <a:lnTo>
                    <a:pt x="6588509" y="2783369"/>
                  </a:lnTo>
                  <a:lnTo>
                    <a:pt x="6621149" y="2864203"/>
                  </a:lnTo>
                  <a:lnTo>
                    <a:pt x="6653613" y="2941129"/>
                  </a:lnTo>
                  <a:lnTo>
                    <a:pt x="6685977" y="3014062"/>
                  </a:lnTo>
                  <a:lnTo>
                    <a:pt x="6718337" y="3082978"/>
                  </a:lnTo>
                  <a:lnTo>
                    <a:pt x="6750820" y="3147904"/>
                  </a:lnTo>
                  <a:lnTo>
                    <a:pt x="6783580" y="3208916"/>
                  </a:lnTo>
                  <a:lnTo>
                    <a:pt x="6786527" y="3214181"/>
                  </a:lnTo>
                  <a:lnTo>
                    <a:pt x="6831259" y="3289478"/>
                  </a:lnTo>
                  <a:lnTo>
                    <a:pt x="6877328" y="3357870"/>
                  </a:lnTo>
                  <a:lnTo>
                    <a:pt x="6925323" y="3419641"/>
                  </a:lnTo>
                  <a:lnTo>
                    <a:pt x="6975911" y="3475309"/>
                  </a:lnTo>
                  <a:lnTo>
                    <a:pt x="7029782" y="3525484"/>
                  </a:lnTo>
                  <a:lnTo>
                    <a:pt x="7087603" y="3570775"/>
                  </a:lnTo>
                  <a:lnTo>
                    <a:pt x="7149965" y="3611743"/>
                  </a:lnTo>
                  <a:lnTo>
                    <a:pt x="7217310" y="3648870"/>
                  </a:lnTo>
                  <a:lnTo>
                    <a:pt x="7289837" y="3682537"/>
                  </a:lnTo>
                  <a:lnTo>
                    <a:pt x="7367383" y="3713021"/>
                  </a:lnTo>
                  <a:lnTo>
                    <a:pt x="7449297" y="3740492"/>
                  </a:lnTo>
                  <a:lnTo>
                    <a:pt x="7534303" y="3765018"/>
                  </a:lnTo>
                  <a:lnTo>
                    <a:pt x="7620432" y="3786590"/>
                  </a:lnTo>
                  <a:lnTo>
                    <a:pt x="7705029" y="3805147"/>
                  </a:lnTo>
                  <a:lnTo>
                    <a:pt x="7784933" y="3820626"/>
                  </a:lnTo>
                  <a:lnTo>
                    <a:pt x="7856820" y="3833021"/>
                  </a:lnTo>
                  <a:lnTo>
                    <a:pt x="7917707" y="3842426"/>
                  </a:lnTo>
                  <a:lnTo>
                    <a:pt x="7965486" y="3849075"/>
                  </a:lnTo>
                  <a:lnTo>
                    <a:pt x="7999374" y="3853343"/>
                  </a:lnTo>
                  <a:lnTo>
                    <a:pt x="8020132" y="3855718"/>
                  </a:lnTo>
                  <a:lnTo>
                    <a:pt x="8030044" y="3856752"/>
                  </a:lnTo>
                  <a:lnTo>
                    <a:pt x="8032732" y="3857010"/>
                  </a:lnTo>
                  <a:lnTo>
                    <a:pt x="8032819" y="3857017"/>
                  </a:lnTo>
                  <a:lnTo>
                    <a:pt x="8554953" y="3857017"/>
                  </a:lnTo>
                  <a:lnTo>
                    <a:pt x="8554953" y="3857017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829" name="pl829"/>
            <p:cNvSpPr/>
            <p:nvPr/>
          </p:nvSpPr>
          <p:spPr>
            <a:xfrm>
              <a:off x="386606" y="2066503"/>
              <a:ext cx="8554953" cy="3857017"/>
            </a:xfrm>
            <a:custGeom>
              <a:avLst/>
              <a:pathLst>
                <a:path w="8554953" h="3857017">
                  <a:moveTo>
                    <a:pt x="8554953" y="3857017"/>
                  </a:moveTo>
                  <a:lnTo>
                    <a:pt x="8032819" y="3857017"/>
                  </a:lnTo>
                  <a:lnTo>
                    <a:pt x="8031886" y="3856931"/>
                  </a:lnTo>
                  <a:lnTo>
                    <a:pt x="8025740" y="3856315"/>
                  </a:lnTo>
                  <a:lnTo>
                    <a:pt x="8010224" y="3854613"/>
                  </a:lnTo>
                  <a:lnTo>
                    <a:pt x="7982425" y="3851261"/>
                  </a:lnTo>
                  <a:lnTo>
                    <a:pt x="7940881" y="3845736"/>
                  </a:lnTo>
                  <a:lnTo>
                    <a:pt x="7885695" y="3837607"/>
                  </a:lnTo>
                  <a:lnTo>
                    <a:pt x="7818423" y="3826575"/>
                  </a:lnTo>
                  <a:lnTo>
                    <a:pt x="7741718" y="3812486"/>
                  </a:lnTo>
                  <a:lnTo>
                    <a:pt x="7658819" y="3795306"/>
                  </a:lnTo>
                  <a:lnTo>
                    <a:pt x="7573014" y="3775081"/>
                  </a:lnTo>
                  <a:lnTo>
                    <a:pt x="7487217" y="3751877"/>
                  </a:lnTo>
                  <a:lnTo>
                    <a:pt x="7403715" y="3725733"/>
                  </a:lnTo>
                  <a:lnTo>
                    <a:pt x="7324091" y="3696617"/>
                  </a:lnTo>
                  <a:lnTo>
                    <a:pt x="7249262" y="3664408"/>
                  </a:lnTo>
                  <a:lnTo>
                    <a:pt x="7179594" y="3628878"/>
                  </a:lnTo>
                  <a:lnTo>
                    <a:pt x="7115035" y="3589690"/>
                  </a:lnTo>
                  <a:lnTo>
                    <a:pt x="7055240" y="3546406"/>
                  </a:lnTo>
                  <a:lnTo>
                    <a:pt x="6999673" y="3498500"/>
                  </a:lnTo>
                  <a:lnTo>
                    <a:pt x="6947695" y="3445377"/>
                  </a:lnTo>
                  <a:lnTo>
                    <a:pt x="6898620" y="3386421"/>
                  </a:lnTo>
                  <a:lnTo>
                    <a:pt x="6851764" y="3321058"/>
                  </a:lnTo>
                  <a:lnTo>
                    <a:pt x="6806497" y="3248876"/>
                  </a:lnTo>
                  <a:lnTo>
                    <a:pt x="6786527" y="3214181"/>
                  </a:lnTo>
                  <a:lnTo>
                    <a:pt x="6753734" y="3153514"/>
                  </a:lnTo>
                  <a:lnTo>
                    <a:pt x="6721233" y="3088941"/>
                  </a:lnTo>
                  <a:lnTo>
                    <a:pt x="6688867" y="3020384"/>
                  </a:lnTo>
                  <a:lnTo>
                    <a:pt x="6656508" y="2947809"/>
                  </a:lnTo>
                  <a:lnTo>
                    <a:pt x="6624056" y="2871238"/>
                  </a:lnTo>
                  <a:lnTo>
                    <a:pt x="6591434" y="2790748"/>
                  </a:lnTo>
                  <a:lnTo>
                    <a:pt x="6558587" y="2706477"/>
                  </a:lnTo>
                  <a:lnTo>
                    <a:pt x="6525481" y="2618627"/>
                  </a:lnTo>
                  <a:lnTo>
                    <a:pt x="6492102" y="2527463"/>
                  </a:lnTo>
                  <a:lnTo>
                    <a:pt x="6458452" y="2433314"/>
                  </a:lnTo>
                  <a:lnTo>
                    <a:pt x="6424550" y="2336567"/>
                  </a:lnTo>
                  <a:lnTo>
                    <a:pt x="6390428" y="2237665"/>
                  </a:lnTo>
                  <a:lnTo>
                    <a:pt x="6356130" y="2137096"/>
                  </a:lnTo>
                  <a:lnTo>
                    <a:pt x="6321709" y="2035385"/>
                  </a:lnTo>
                  <a:lnTo>
                    <a:pt x="6287222" y="1933084"/>
                  </a:lnTo>
                  <a:lnTo>
                    <a:pt x="6252733" y="1830757"/>
                  </a:lnTo>
                  <a:lnTo>
                    <a:pt x="6218303" y="1728971"/>
                  </a:lnTo>
                  <a:lnTo>
                    <a:pt x="6183992" y="1628278"/>
                  </a:lnTo>
                  <a:lnTo>
                    <a:pt x="6149853" y="1529206"/>
                  </a:lnTo>
                  <a:lnTo>
                    <a:pt x="6115929" y="1432248"/>
                  </a:lnTo>
                  <a:lnTo>
                    <a:pt x="6082256" y="1337851"/>
                  </a:lnTo>
                  <a:lnTo>
                    <a:pt x="6048852" y="1246406"/>
                  </a:lnTo>
                  <a:lnTo>
                    <a:pt x="6015722" y="1158248"/>
                  </a:lnTo>
                  <a:lnTo>
                    <a:pt x="5982853" y="1073648"/>
                  </a:lnTo>
                  <a:lnTo>
                    <a:pt x="5950213" y="992813"/>
                  </a:lnTo>
                  <a:lnTo>
                    <a:pt x="5917748" y="915888"/>
                  </a:lnTo>
                  <a:lnTo>
                    <a:pt x="5885385" y="842955"/>
                  </a:lnTo>
                  <a:lnTo>
                    <a:pt x="5853025" y="774039"/>
                  </a:lnTo>
                  <a:lnTo>
                    <a:pt x="5820542" y="709113"/>
                  </a:lnTo>
                  <a:lnTo>
                    <a:pt x="5787782" y="648101"/>
                  </a:lnTo>
                  <a:lnTo>
                    <a:pt x="5784835" y="642836"/>
                  </a:lnTo>
                  <a:lnTo>
                    <a:pt x="5740102" y="567539"/>
                  </a:lnTo>
                  <a:lnTo>
                    <a:pt x="5694034" y="499147"/>
                  </a:lnTo>
                  <a:lnTo>
                    <a:pt x="5646038" y="437376"/>
                  </a:lnTo>
                  <a:lnTo>
                    <a:pt x="5595451" y="381707"/>
                  </a:lnTo>
                  <a:lnTo>
                    <a:pt x="5541580" y="331533"/>
                  </a:lnTo>
                  <a:lnTo>
                    <a:pt x="5483759" y="286242"/>
                  </a:lnTo>
                  <a:lnTo>
                    <a:pt x="5421397" y="245273"/>
                  </a:lnTo>
                  <a:lnTo>
                    <a:pt x="5354052" y="208147"/>
                  </a:lnTo>
                  <a:lnTo>
                    <a:pt x="5281525" y="174480"/>
                  </a:lnTo>
                  <a:lnTo>
                    <a:pt x="5203978" y="143996"/>
                  </a:lnTo>
                  <a:lnTo>
                    <a:pt x="5122065" y="116525"/>
                  </a:lnTo>
                  <a:lnTo>
                    <a:pt x="5037059" y="91998"/>
                  </a:lnTo>
                  <a:lnTo>
                    <a:pt x="4950930" y="70427"/>
                  </a:lnTo>
                  <a:lnTo>
                    <a:pt x="4866333" y="51870"/>
                  </a:lnTo>
                  <a:lnTo>
                    <a:pt x="4786429" y="36391"/>
                  </a:lnTo>
                  <a:lnTo>
                    <a:pt x="4714542" y="23996"/>
                  </a:lnTo>
                  <a:lnTo>
                    <a:pt x="4653655" y="14591"/>
                  </a:lnTo>
                  <a:lnTo>
                    <a:pt x="4605876" y="7942"/>
                  </a:lnTo>
                  <a:lnTo>
                    <a:pt x="4571988" y="3674"/>
                  </a:lnTo>
                  <a:lnTo>
                    <a:pt x="4551230" y="1298"/>
                  </a:lnTo>
                  <a:lnTo>
                    <a:pt x="4541318" y="264"/>
                  </a:lnTo>
                  <a:lnTo>
                    <a:pt x="4538630" y="7"/>
                  </a:lnTo>
                  <a:lnTo>
                    <a:pt x="4538543" y="0"/>
                  </a:lnTo>
                  <a:lnTo>
                    <a:pt x="4016409" y="0"/>
                  </a:lnTo>
                  <a:lnTo>
                    <a:pt x="4015176" y="44"/>
                  </a:lnTo>
                  <a:lnTo>
                    <a:pt x="4007107" y="364"/>
                  </a:lnTo>
                  <a:lnTo>
                    <a:pt x="3986915" y="1248"/>
                  </a:lnTo>
                  <a:lnTo>
                    <a:pt x="3951192" y="2984"/>
                  </a:lnTo>
                  <a:lnTo>
                    <a:pt x="3898717" y="5829"/>
                  </a:lnTo>
                  <a:lnTo>
                    <a:pt x="3830518" y="9977"/>
                  </a:lnTo>
                  <a:lnTo>
                    <a:pt x="3749519" y="15541"/>
                  </a:lnTo>
                  <a:lnTo>
                    <a:pt x="3659811" y="22559"/>
                  </a:lnTo>
                  <a:lnTo>
                    <a:pt x="3565790" y="31016"/>
                  </a:lnTo>
                  <a:lnTo>
                    <a:pt x="3471422" y="40878"/>
                  </a:lnTo>
                  <a:lnTo>
                    <a:pt x="3379796" y="52124"/>
                  </a:lnTo>
                  <a:lnTo>
                    <a:pt x="3292976" y="64773"/>
                  </a:lnTo>
                  <a:lnTo>
                    <a:pt x="3212070" y="78895"/>
                  </a:lnTo>
                  <a:lnTo>
                    <a:pt x="3137421" y="94623"/>
                  </a:lnTo>
                  <a:lnTo>
                    <a:pt x="3068811" y="112147"/>
                  </a:lnTo>
                  <a:lnTo>
                    <a:pt x="3005660" y="131716"/>
                  </a:lnTo>
                  <a:lnTo>
                    <a:pt x="2947174" y="153622"/>
                  </a:lnTo>
                  <a:lnTo>
                    <a:pt x="2892455" y="178184"/>
                  </a:lnTo>
                  <a:lnTo>
                    <a:pt x="2840593" y="205706"/>
                  </a:lnTo>
                  <a:lnTo>
                    <a:pt x="2790734" y="236419"/>
                  </a:lnTo>
                  <a:lnTo>
                    <a:pt x="2770117" y="250357"/>
                  </a:lnTo>
                  <a:lnTo>
                    <a:pt x="2724434" y="283754"/>
                  </a:lnTo>
                  <a:lnTo>
                    <a:pt x="2679197" y="320140"/>
                  </a:lnTo>
                  <a:lnTo>
                    <a:pt x="2634026" y="359569"/>
                  </a:lnTo>
                  <a:lnTo>
                    <a:pt x="2588645" y="402019"/>
                  </a:lnTo>
                  <a:lnTo>
                    <a:pt x="2542869" y="447384"/>
                  </a:lnTo>
                  <a:lnTo>
                    <a:pt x="2496592" y="495464"/>
                  </a:lnTo>
                  <a:lnTo>
                    <a:pt x="2449784" y="545966"/>
                  </a:lnTo>
                  <a:lnTo>
                    <a:pt x="2402476" y="598508"/>
                  </a:lnTo>
                  <a:lnTo>
                    <a:pt x="2354754" y="652623"/>
                  </a:lnTo>
                  <a:lnTo>
                    <a:pt x="2306745" y="707780"/>
                  </a:lnTo>
                  <a:lnTo>
                    <a:pt x="2258606" y="763402"/>
                  </a:lnTo>
                  <a:lnTo>
                    <a:pt x="2210505" y="818891"/>
                  </a:lnTo>
                  <a:lnTo>
                    <a:pt x="2162605" y="873656"/>
                  </a:lnTo>
                  <a:lnTo>
                    <a:pt x="2115053" y="927136"/>
                  </a:lnTo>
                  <a:lnTo>
                    <a:pt x="2067959" y="978827"/>
                  </a:lnTo>
                  <a:lnTo>
                    <a:pt x="2021385" y="1028299"/>
                  </a:lnTo>
                  <a:lnTo>
                    <a:pt x="1975338" y="1075207"/>
                  </a:lnTo>
                  <a:lnTo>
                    <a:pt x="1929755" y="1119299"/>
                  </a:lnTo>
                  <a:lnTo>
                    <a:pt x="1884495" y="1160419"/>
                  </a:lnTo>
                  <a:lnTo>
                    <a:pt x="1839334" y="1198498"/>
                  </a:lnTo>
                  <a:lnTo>
                    <a:pt x="1793953" y="1233549"/>
                  </a:lnTo>
                  <a:lnTo>
                    <a:pt x="1768425" y="1251789"/>
                  </a:lnTo>
                  <a:lnTo>
                    <a:pt x="1719188" y="1283878"/>
                  </a:lnTo>
                  <a:lnTo>
                    <a:pt x="1668268" y="1312726"/>
                  </a:lnTo>
                  <a:lnTo>
                    <a:pt x="1614864" y="1338502"/>
                  </a:lnTo>
                  <a:lnTo>
                    <a:pt x="1558080" y="1361490"/>
                  </a:lnTo>
                  <a:lnTo>
                    <a:pt x="1497002" y="1382008"/>
                  </a:lnTo>
                  <a:lnTo>
                    <a:pt x="1430782" y="1400361"/>
                  </a:lnTo>
                  <a:lnTo>
                    <a:pt x="1358733" y="1416820"/>
                  </a:lnTo>
                  <a:lnTo>
                    <a:pt x="1280462" y="1431600"/>
                  </a:lnTo>
                  <a:lnTo>
                    <a:pt x="1196052" y="1444859"/>
                  </a:lnTo>
                  <a:lnTo>
                    <a:pt x="1106261" y="1456692"/>
                  </a:lnTo>
                  <a:lnTo>
                    <a:pt x="1012732" y="1467139"/>
                  </a:lnTo>
                  <a:lnTo>
                    <a:pt x="918125" y="1476193"/>
                  </a:lnTo>
                  <a:lnTo>
                    <a:pt x="826071" y="1483822"/>
                  </a:lnTo>
                  <a:lnTo>
                    <a:pt x="740861" y="1489998"/>
                  </a:lnTo>
                  <a:lnTo>
                    <a:pt x="666818" y="1494734"/>
                  </a:lnTo>
                  <a:lnTo>
                    <a:pt x="607460" y="1498110"/>
                  </a:lnTo>
                  <a:lnTo>
                    <a:pt x="564684" y="1500286"/>
                  </a:lnTo>
                  <a:lnTo>
                    <a:pt x="538234" y="1501495"/>
                  </a:lnTo>
                  <a:lnTo>
                    <a:pt x="525593" y="1502017"/>
                  </a:lnTo>
                  <a:lnTo>
                    <a:pt x="522229" y="1502144"/>
                  </a:lnTo>
                  <a:lnTo>
                    <a:pt x="522133" y="1502147"/>
                  </a:lnTo>
                  <a:lnTo>
                    <a:pt x="0" y="1502147"/>
                  </a:lnTo>
                  <a:lnTo>
                    <a:pt x="0" y="1502147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830" name="pg830"/>
            <p:cNvSpPr/>
            <p:nvPr/>
          </p:nvSpPr>
          <p:spPr>
            <a:xfrm>
              <a:off x="386606" y="2083445"/>
              <a:ext cx="8554953" cy="1564266"/>
            </a:xfrm>
            <a:custGeom>
              <a:avLst/>
              <a:pathLst>
                <a:path w="8554953" h="1564266">
                  <a:moveTo>
                    <a:pt x="0" y="1564266"/>
                  </a:moveTo>
                  <a:lnTo>
                    <a:pt x="522133" y="1564266"/>
                  </a:lnTo>
                  <a:lnTo>
                    <a:pt x="523389" y="1564238"/>
                  </a:lnTo>
                  <a:lnTo>
                    <a:pt x="531602" y="1564040"/>
                  </a:lnTo>
                  <a:lnTo>
                    <a:pt x="552142" y="1563491"/>
                  </a:lnTo>
                  <a:lnTo>
                    <a:pt x="588448" y="1562414"/>
                  </a:lnTo>
                  <a:lnTo>
                    <a:pt x="641712" y="1560649"/>
                  </a:lnTo>
                  <a:lnTo>
                    <a:pt x="710828" y="1558079"/>
                  </a:lnTo>
                  <a:lnTo>
                    <a:pt x="792764" y="1554634"/>
                  </a:lnTo>
                  <a:lnTo>
                    <a:pt x="883325" y="1550292"/>
                  </a:lnTo>
                  <a:lnTo>
                    <a:pt x="978038" y="1545064"/>
                  </a:lnTo>
                  <a:lnTo>
                    <a:pt x="1072903" y="1538970"/>
                  </a:lnTo>
                  <a:lnTo>
                    <a:pt x="1164833" y="1532023"/>
                  </a:lnTo>
                  <a:lnTo>
                    <a:pt x="1251793" y="1524210"/>
                  </a:lnTo>
                  <a:lnTo>
                    <a:pt x="1332715" y="1515483"/>
                  </a:lnTo>
                  <a:lnTo>
                    <a:pt x="1407305" y="1505758"/>
                  </a:lnTo>
                  <a:lnTo>
                    <a:pt x="1475819" y="1494913"/>
                  </a:lnTo>
                  <a:lnTo>
                    <a:pt x="1538873" y="1482792"/>
                  </a:lnTo>
                  <a:lnTo>
                    <a:pt x="1597293" y="1469210"/>
                  </a:lnTo>
                  <a:lnTo>
                    <a:pt x="1651995" y="1453971"/>
                  </a:lnTo>
                  <a:lnTo>
                    <a:pt x="1703907" y="1436887"/>
                  </a:lnTo>
                  <a:lnTo>
                    <a:pt x="1753883" y="1417825"/>
                  </a:lnTo>
                  <a:lnTo>
                    <a:pt x="1768425" y="1411792"/>
                  </a:lnTo>
                  <a:lnTo>
                    <a:pt x="1818598" y="1389341"/>
                  </a:lnTo>
                  <a:lnTo>
                    <a:pt x="1868283" y="1364686"/>
                  </a:lnTo>
                  <a:lnTo>
                    <a:pt x="1917960" y="1337793"/>
                  </a:lnTo>
                  <a:lnTo>
                    <a:pt x="1967967" y="1308694"/>
                  </a:lnTo>
                  <a:lnTo>
                    <a:pt x="2018511" y="1277503"/>
                  </a:lnTo>
                  <a:lnTo>
                    <a:pt x="2069687" y="1244414"/>
                  </a:lnTo>
                  <a:lnTo>
                    <a:pt x="2121489" y="1209703"/>
                  </a:lnTo>
                  <a:lnTo>
                    <a:pt x="2173829" y="1173725"/>
                  </a:lnTo>
                  <a:lnTo>
                    <a:pt x="2226549" y="1136897"/>
                  </a:lnTo>
                  <a:lnTo>
                    <a:pt x="2279448" y="1099680"/>
                  </a:lnTo>
                  <a:lnTo>
                    <a:pt x="2332304" y="1062556"/>
                  </a:lnTo>
                  <a:lnTo>
                    <a:pt x="2384899" y="1026002"/>
                  </a:lnTo>
                  <a:lnTo>
                    <a:pt x="2437048" y="990465"/>
                  </a:lnTo>
                  <a:lnTo>
                    <a:pt x="2488616" y="956340"/>
                  </a:lnTo>
                  <a:lnTo>
                    <a:pt x="2539544" y="923953"/>
                  </a:lnTo>
                  <a:lnTo>
                    <a:pt x="2589864" y="893548"/>
                  </a:lnTo>
                  <a:lnTo>
                    <a:pt x="2639713" y="865289"/>
                  </a:lnTo>
                  <a:lnTo>
                    <a:pt x="2689346" y="839256"/>
                  </a:lnTo>
                  <a:lnTo>
                    <a:pt x="2739152" y="815457"/>
                  </a:lnTo>
                  <a:lnTo>
                    <a:pt x="2770117" y="801898"/>
                  </a:lnTo>
                  <a:lnTo>
                    <a:pt x="2819664" y="782240"/>
                  </a:lnTo>
                  <a:lnTo>
                    <a:pt x="2870919" y="764580"/>
                  </a:lnTo>
                  <a:lnTo>
                    <a:pt x="2924700" y="748812"/>
                  </a:lnTo>
                  <a:lnTo>
                    <a:pt x="2981920" y="734760"/>
                  </a:lnTo>
                  <a:lnTo>
                    <a:pt x="3043510" y="722227"/>
                  </a:lnTo>
                  <a:lnTo>
                    <a:pt x="3110330" y="711022"/>
                  </a:lnTo>
                  <a:lnTo>
                    <a:pt x="3183073" y="700979"/>
                  </a:lnTo>
                  <a:lnTo>
                    <a:pt x="3262122" y="691968"/>
                  </a:lnTo>
                  <a:lnTo>
                    <a:pt x="3347366" y="683890"/>
                  </a:lnTo>
                  <a:lnTo>
                    <a:pt x="3437989" y="676689"/>
                  </a:lnTo>
                  <a:lnTo>
                    <a:pt x="3532259" y="670342"/>
                  </a:lnTo>
                  <a:lnTo>
                    <a:pt x="3627399" y="664855"/>
                  </a:lnTo>
                  <a:lnTo>
                    <a:pt x="3719646" y="660249"/>
                  </a:lnTo>
                  <a:lnTo>
                    <a:pt x="3804604" y="656539"/>
                  </a:lnTo>
                  <a:lnTo>
                    <a:pt x="3877902" y="653714"/>
                  </a:lnTo>
                  <a:lnTo>
                    <a:pt x="3936076" y="651721"/>
                  </a:lnTo>
                  <a:lnTo>
                    <a:pt x="3977387" y="650455"/>
                  </a:lnTo>
                  <a:lnTo>
                    <a:pt x="4002335" y="649768"/>
                  </a:lnTo>
                  <a:lnTo>
                    <a:pt x="4013721" y="649485"/>
                  </a:lnTo>
                  <a:lnTo>
                    <a:pt x="4016409" y="649424"/>
                  </a:lnTo>
                  <a:lnTo>
                    <a:pt x="4538543" y="649424"/>
                  </a:lnTo>
                  <a:lnTo>
                    <a:pt x="4539806" y="649405"/>
                  </a:lnTo>
                  <a:lnTo>
                    <a:pt x="4548063" y="649264"/>
                  </a:lnTo>
                  <a:lnTo>
                    <a:pt x="4568710" y="648876"/>
                  </a:lnTo>
                  <a:lnTo>
                    <a:pt x="4605193" y="648114"/>
                  </a:lnTo>
                  <a:lnTo>
                    <a:pt x="4658698" y="646865"/>
                  </a:lnTo>
                  <a:lnTo>
                    <a:pt x="4728093" y="645047"/>
                  </a:lnTo>
                  <a:lnTo>
                    <a:pt x="4810314" y="642610"/>
                  </a:lnTo>
                  <a:lnTo>
                    <a:pt x="4901132" y="639540"/>
                  </a:lnTo>
                  <a:lnTo>
                    <a:pt x="4996053" y="635844"/>
                  </a:lnTo>
                  <a:lnTo>
                    <a:pt x="5091067" y="631538"/>
                  </a:lnTo>
                  <a:lnTo>
                    <a:pt x="5183086" y="626628"/>
                  </a:lnTo>
                  <a:lnTo>
                    <a:pt x="5270087" y="621106"/>
                  </a:lnTo>
                  <a:lnTo>
                    <a:pt x="5351013" y="614937"/>
                  </a:lnTo>
                  <a:lnTo>
                    <a:pt x="5425584" y="608063"/>
                  </a:lnTo>
                  <a:lnTo>
                    <a:pt x="5494068" y="600394"/>
                  </a:lnTo>
                  <a:lnTo>
                    <a:pt x="5557094" y="591820"/>
                  </a:lnTo>
                  <a:lnTo>
                    <a:pt x="5615494" y="582211"/>
                  </a:lnTo>
                  <a:lnTo>
                    <a:pt x="5670193" y="571426"/>
                  </a:lnTo>
                  <a:lnTo>
                    <a:pt x="5722121" y="559335"/>
                  </a:lnTo>
                  <a:lnTo>
                    <a:pt x="5772135" y="545844"/>
                  </a:lnTo>
                  <a:lnTo>
                    <a:pt x="5784835" y="542128"/>
                  </a:lnTo>
                  <a:lnTo>
                    <a:pt x="5836871" y="525709"/>
                  </a:lnTo>
                  <a:lnTo>
                    <a:pt x="5888402" y="507619"/>
                  </a:lnTo>
                  <a:lnTo>
                    <a:pt x="5939956" y="487834"/>
                  </a:lnTo>
                  <a:lnTo>
                    <a:pt x="5991896" y="466387"/>
                  </a:lnTo>
                  <a:lnTo>
                    <a:pt x="6044436" y="443373"/>
                  </a:lnTo>
                  <a:lnTo>
                    <a:pt x="6097662" y="418956"/>
                  </a:lnTo>
                  <a:lnTo>
                    <a:pt x="6151548" y="393368"/>
                  </a:lnTo>
                  <a:lnTo>
                    <a:pt x="6205972" y="366898"/>
                  </a:lnTo>
                  <a:lnTo>
                    <a:pt x="6260746" y="339886"/>
                  </a:lnTo>
                  <a:lnTo>
                    <a:pt x="6315632" y="312702"/>
                  </a:lnTo>
                  <a:lnTo>
                    <a:pt x="6370383" y="285725"/>
                  </a:lnTo>
                  <a:lnTo>
                    <a:pt x="6424765" y="259323"/>
                  </a:lnTo>
                  <a:lnTo>
                    <a:pt x="6478594" y="233830"/>
                  </a:lnTo>
                  <a:lnTo>
                    <a:pt x="6531757" y="209533"/>
                  </a:lnTo>
                  <a:lnTo>
                    <a:pt x="6584236" y="186656"/>
                  </a:lnTo>
                  <a:lnTo>
                    <a:pt x="6636130" y="165358"/>
                  </a:lnTo>
                  <a:lnTo>
                    <a:pt x="6687665" y="145728"/>
                  </a:lnTo>
                  <a:lnTo>
                    <a:pt x="6739218" y="127793"/>
                  </a:lnTo>
                  <a:lnTo>
                    <a:pt x="6786527" y="112943"/>
                  </a:lnTo>
                  <a:lnTo>
                    <a:pt x="6836168" y="99085"/>
                  </a:lnTo>
                  <a:lnTo>
                    <a:pt x="6887524" y="86638"/>
                  </a:lnTo>
                  <a:lnTo>
                    <a:pt x="6941420" y="75528"/>
                  </a:lnTo>
                  <a:lnTo>
                    <a:pt x="6998774" y="65628"/>
                  </a:lnTo>
                  <a:lnTo>
                    <a:pt x="7060519" y="56800"/>
                  </a:lnTo>
                  <a:lnTo>
                    <a:pt x="7127522" y="48909"/>
                  </a:lnTo>
                  <a:lnTo>
                    <a:pt x="7200477" y="41839"/>
                  </a:lnTo>
                  <a:lnTo>
                    <a:pt x="7279762" y="35495"/>
                  </a:lnTo>
                  <a:lnTo>
                    <a:pt x="7365260" y="29810"/>
                  </a:lnTo>
                  <a:lnTo>
                    <a:pt x="7456135" y="24744"/>
                  </a:lnTo>
                  <a:lnTo>
                    <a:pt x="7550628" y="20281"/>
                  </a:lnTo>
                  <a:lnTo>
                    <a:pt x="7645926" y="16426"/>
                  </a:lnTo>
                  <a:lnTo>
                    <a:pt x="7738226" y="13193"/>
                  </a:lnTo>
                  <a:lnTo>
                    <a:pt x="7823099" y="10593"/>
                  </a:lnTo>
                  <a:lnTo>
                    <a:pt x="7896163" y="8618"/>
                  </a:lnTo>
                  <a:lnTo>
                    <a:pt x="7953970" y="7229"/>
                  </a:lnTo>
                  <a:lnTo>
                    <a:pt x="7994833" y="6351"/>
                  </a:lnTo>
                  <a:lnTo>
                    <a:pt x="8019327" y="5878"/>
                  </a:lnTo>
                  <a:lnTo>
                    <a:pt x="8030341" y="5686"/>
                  </a:lnTo>
                  <a:lnTo>
                    <a:pt x="8032819" y="5647"/>
                  </a:lnTo>
                  <a:lnTo>
                    <a:pt x="8554953" y="5647"/>
                  </a:lnTo>
                  <a:lnTo>
                    <a:pt x="8554953" y="0"/>
                  </a:lnTo>
                  <a:lnTo>
                    <a:pt x="8032819" y="0"/>
                  </a:lnTo>
                  <a:lnTo>
                    <a:pt x="8031556" y="19"/>
                  </a:lnTo>
                  <a:lnTo>
                    <a:pt x="8023299" y="160"/>
                  </a:lnTo>
                  <a:lnTo>
                    <a:pt x="8002652" y="548"/>
                  </a:lnTo>
                  <a:lnTo>
                    <a:pt x="7966169" y="1310"/>
                  </a:lnTo>
                  <a:lnTo>
                    <a:pt x="7912664" y="2559"/>
                  </a:lnTo>
                  <a:lnTo>
                    <a:pt x="7843269" y="4377"/>
                  </a:lnTo>
                  <a:lnTo>
                    <a:pt x="7761048" y="6813"/>
                  </a:lnTo>
                  <a:lnTo>
                    <a:pt x="7670230" y="9883"/>
                  </a:lnTo>
                  <a:lnTo>
                    <a:pt x="7575309" y="13579"/>
                  </a:lnTo>
                  <a:lnTo>
                    <a:pt x="7480295" y="17886"/>
                  </a:lnTo>
                  <a:lnTo>
                    <a:pt x="7388275" y="22796"/>
                  </a:lnTo>
                  <a:lnTo>
                    <a:pt x="7301275" y="28318"/>
                  </a:lnTo>
                  <a:lnTo>
                    <a:pt x="7220349" y="34486"/>
                  </a:lnTo>
                  <a:lnTo>
                    <a:pt x="7145778" y="41361"/>
                  </a:lnTo>
                  <a:lnTo>
                    <a:pt x="7077294" y="49030"/>
                  </a:lnTo>
                  <a:lnTo>
                    <a:pt x="7014268" y="57603"/>
                  </a:lnTo>
                  <a:lnTo>
                    <a:pt x="6955868" y="67213"/>
                  </a:lnTo>
                  <a:lnTo>
                    <a:pt x="6901169" y="77997"/>
                  </a:lnTo>
                  <a:lnTo>
                    <a:pt x="6849241" y="90089"/>
                  </a:lnTo>
                  <a:lnTo>
                    <a:pt x="6799227" y="103580"/>
                  </a:lnTo>
                  <a:lnTo>
                    <a:pt x="6786527" y="107296"/>
                  </a:lnTo>
                  <a:lnTo>
                    <a:pt x="6734491" y="123715"/>
                  </a:lnTo>
                  <a:lnTo>
                    <a:pt x="6682960" y="141805"/>
                  </a:lnTo>
                  <a:lnTo>
                    <a:pt x="6631405" y="161589"/>
                  </a:lnTo>
                  <a:lnTo>
                    <a:pt x="6579466" y="183037"/>
                  </a:lnTo>
                  <a:lnTo>
                    <a:pt x="6526926" y="206051"/>
                  </a:lnTo>
                  <a:lnTo>
                    <a:pt x="6473700" y="230468"/>
                  </a:lnTo>
                  <a:lnTo>
                    <a:pt x="6419814" y="256056"/>
                  </a:lnTo>
                  <a:lnTo>
                    <a:pt x="6365389" y="282526"/>
                  </a:lnTo>
                  <a:lnTo>
                    <a:pt x="6310616" y="309537"/>
                  </a:lnTo>
                  <a:lnTo>
                    <a:pt x="6255730" y="336721"/>
                  </a:lnTo>
                  <a:lnTo>
                    <a:pt x="6200979" y="363699"/>
                  </a:lnTo>
                  <a:lnTo>
                    <a:pt x="6146597" y="390101"/>
                  </a:lnTo>
                  <a:lnTo>
                    <a:pt x="6092768" y="415594"/>
                  </a:lnTo>
                  <a:lnTo>
                    <a:pt x="6039605" y="439891"/>
                  </a:lnTo>
                  <a:lnTo>
                    <a:pt x="5987125" y="462767"/>
                  </a:lnTo>
                  <a:lnTo>
                    <a:pt x="5935232" y="484066"/>
                  </a:lnTo>
                  <a:lnTo>
                    <a:pt x="5883696" y="503696"/>
                  </a:lnTo>
                  <a:lnTo>
                    <a:pt x="5832144" y="521631"/>
                  </a:lnTo>
                  <a:lnTo>
                    <a:pt x="5784835" y="536481"/>
                  </a:lnTo>
                  <a:lnTo>
                    <a:pt x="5735194" y="550338"/>
                  </a:lnTo>
                  <a:lnTo>
                    <a:pt x="5683838" y="562785"/>
                  </a:lnTo>
                  <a:lnTo>
                    <a:pt x="5629942" y="573896"/>
                  </a:lnTo>
                  <a:lnTo>
                    <a:pt x="5572588" y="583795"/>
                  </a:lnTo>
                  <a:lnTo>
                    <a:pt x="5510843" y="592623"/>
                  </a:lnTo>
                  <a:lnTo>
                    <a:pt x="5443840" y="600514"/>
                  </a:lnTo>
                  <a:lnTo>
                    <a:pt x="5370885" y="607585"/>
                  </a:lnTo>
                  <a:lnTo>
                    <a:pt x="5291600" y="613929"/>
                  </a:lnTo>
                  <a:lnTo>
                    <a:pt x="5206102" y="619614"/>
                  </a:lnTo>
                  <a:lnTo>
                    <a:pt x="5115227" y="624680"/>
                  </a:lnTo>
                  <a:lnTo>
                    <a:pt x="5020734" y="629143"/>
                  </a:lnTo>
                  <a:lnTo>
                    <a:pt x="4925436" y="632998"/>
                  </a:lnTo>
                  <a:lnTo>
                    <a:pt x="4833136" y="636231"/>
                  </a:lnTo>
                  <a:lnTo>
                    <a:pt x="4748263" y="638830"/>
                  </a:lnTo>
                  <a:lnTo>
                    <a:pt x="4675199" y="640805"/>
                  </a:lnTo>
                  <a:lnTo>
                    <a:pt x="4617392" y="642194"/>
                  </a:lnTo>
                  <a:lnTo>
                    <a:pt x="4576529" y="643072"/>
                  </a:lnTo>
                  <a:lnTo>
                    <a:pt x="4552035" y="643546"/>
                  </a:lnTo>
                  <a:lnTo>
                    <a:pt x="4541021" y="643738"/>
                  </a:lnTo>
                  <a:lnTo>
                    <a:pt x="4538543" y="643777"/>
                  </a:lnTo>
                  <a:lnTo>
                    <a:pt x="4016409" y="643777"/>
                  </a:lnTo>
                  <a:lnTo>
                    <a:pt x="4015153" y="643805"/>
                  </a:lnTo>
                  <a:lnTo>
                    <a:pt x="4006940" y="644003"/>
                  </a:lnTo>
                  <a:lnTo>
                    <a:pt x="3986400" y="644552"/>
                  </a:lnTo>
                  <a:lnTo>
                    <a:pt x="3950095" y="645629"/>
                  </a:lnTo>
                  <a:lnTo>
                    <a:pt x="3896830" y="647393"/>
                  </a:lnTo>
                  <a:lnTo>
                    <a:pt x="3827714" y="649964"/>
                  </a:lnTo>
                  <a:lnTo>
                    <a:pt x="3745778" y="653409"/>
                  </a:lnTo>
                  <a:lnTo>
                    <a:pt x="3655217" y="657751"/>
                  </a:lnTo>
                  <a:lnTo>
                    <a:pt x="3560504" y="662979"/>
                  </a:lnTo>
                  <a:lnTo>
                    <a:pt x="3465639" y="669073"/>
                  </a:lnTo>
                  <a:lnTo>
                    <a:pt x="3373709" y="676020"/>
                  </a:lnTo>
                  <a:lnTo>
                    <a:pt x="3286749" y="683833"/>
                  </a:lnTo>
                  <a:lnTo>
                    <a:pt x="3205827" y="692560"/>
                  </a:lnTo>
                  <a:lnTo>
                    <a:pt x="3131237" y="702285"/>
                  </a:lnTo>
                  <a:lnTo>
                    <a:pt x="3062724" y="713130"/>
                  </a:lnTo>
                  <a:lnTo>
                    <a:pt x="2999669" y="725251"/>
                  </a:lnTo>
                  <a:lnTo>
                    <a:pt x="2941250" y="738832"/>
                  </a:lnTo>
                  <a:lnTo>
                    <a:pt x="2886547" y="754072"/>
                  </a:lnTo>
                  <a:lnTo>
                    <a:pt x="2834635" y="771156"/>
                  </a:lnTo>
                  <a:lnTo>
                    <a:pt x="2784659" y="790218"/>
                  </a:lnTo>
                  <a:lnTo>
                    <a:pt x="2770117" y="796251"/>
                  </a:lnTo>
                  <a:lnTo>
                    <a:pt x="2719944" y="818702"/>
                  </a:lnTo>
                  <a:lnTo>
                    <a:pt x="2670260" y="843356"/>
                  </a:lnTo>
                  <a:lnTo>
                    <a:pt x="2620582" y="870250"/>
                  </a:lnTo>
                  <a:lnTo>
                    <a:pt x="2570575" y="899348"/>
                  </a:lnTo>
                  <a:lnTo>
                    <a:pt x="2520031" y="930540"/>
                  </a:lnTo>
                  <a:lnTo>
                    <a:pt x="2468855" y="963629"/>
                  </a:lnTo>
                  <a:lnTo>
                    <a:pt x="2417053" y="998340"/>
                  </a:lnTo>
                  <a:lnTo>
                    <a:pt x="2364713" y="1034317"/>
                  </a:lnTo>
                  <a:lnTo>
                    <a:pt x="2311993" y="1071146"/>
                  </a:lnTo>
                  <a:lnTo>
                    <a:pt x="2259094" y="1108363"/>
                  </a:lnTo>
                  <a:lnTo>
                    <a:pt x="2206238" y="1145487"/>
                  </a:lnTo>
                  <a:lnTo>
                    <a:pt x="2153643" y="1182041"/>
                  </a:lnTo>
                  <a:lnTo>
                    <a:pt x="2101495" y="1217578"/>
                  </a:lnTo>
                  <a:lnTo>
                    <a:pt x="2049927" y="1251702"/>
                  </a:lnTo>
                  <a:lnTo>
                    <a:pt x="1998998" y="1284090"/>
                  </a:lnTo>
                  <a:lnTo>
                    <a:pt x="1948678" y="1314495"/>
                  </a:lnTo>
                  <a:lnTo>
                    <a:pt x="1898829" y="1342754"/>
                  </a:lnTo>
                  <a:lnTo>
                    <a:pt x="1849196" y="1368787"/>
                  </a:lnTo>
                  <a:lnTo>
                    <a:pt x="1799390" y="1392586"/>
                  </a:lnTo>
                  <a:lnTo>
                    <a:pt x="1768425" y="1406145"/>
                  </a:lnTo>
                  <a:lnTo>
                    <a:pt x="1718878" y="1425803"/>
                  </a:lnTo>
                  <a:lnTo>
                    <a:pt x="1667624" y="1443463"/>
                  </a:lnTo>
                  <a:lnTo>
                    <a:pt x="1613843" y="1459231"/>
                  </a:lnTo>
                  <a:lnTo>
                    <a:pt x="1556622" y="1473283"/>
                  </a:lnTo>
                  <a:lnTo>
                    <a:pt x="1495032" y="1485816"/>
                  </a:lnTo>
                  <a:lnTo>
                    <a:pt x="1428212" y="1497021"/>
                  </a:lnTo>
                  <a:lnTo>
                    <a:pt x="1355469" y="1507063"/>
                  </a:lnTo>
                  <a:lnTo>
                    <a:pt x="1276420" y="1516075"/>
                  </a:lnTo>
                  <a:lnTo>
                    <a:pt x="1191177" y="1524153"/>
                  </a:lnTo>
                  <a:lnTo>
                    <a:pt x="1100553" y="1531354"/>
                  </a:lnTo>
                  <a:lnTo>
                    <a:pt x="1006283" y="1537701"/>
                  </a:lnTo>
                  <a:lnTo>
                    <a:pt x="911144" y="1543188"/>
                  </a:lnTo>
                  <a:lnTo>
                    <a:pt x="818896" y="1547794"/>
                  </a:lnTo>
                  <a:lnTo>
                    <a:pt x="733939" y="1551504"/>
                  </a:lnTo>
                  <a:lnTo>
                    <a:pt x="660640" y="1554329"/>
                  </a:lnTo>
                  <a:lnTo>
                    <a:pt x="602466" y="1556322"/>
                  </a:lnTo>
                  <a:lnTo>
                    <a:pt x="561155" y="1557588"/>
                  </a:lnTo>
                  <a:lnTo>
                    <a:pt x="536207" y="1558275"/>
                  </a:lnTo>
                  <a:lnTo>
                    <a:pt x="524821" y="1558558"/>
                  </a:lnTo>
                  <a:lnTo>
                    <a:pt x="522133" y="1558619"/>
                  </a:lnTo>
                  <a:lnTo>
                    <a:pt x="0" y="1558619"/>
                  </a:lnTo>
                  <a:close/>
                </a:path>
              </a:pathLst>
            </a:custGeom>
            <a:solidFill>
              <a:srgbClr val="F28E5B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831" name="pl831"/>
            <p:cNvSpPr/>
            <p:nvPr/>
          </p:nvSpPr>
          <p:spPr>
            <a:xfrm>
              <a:off x="386606" y="2089092"/>
              <a:ext cx="8554953" cy="1558619"/>
            </a:xfrm>
            <a:custGeom>
              <a:avLst/>
              <a:pathLst>
                <a:path w="8554953" h="1558619">
                  <a:moveTo>
                    <a:pt x="0" y="1558619"/>
                  </a:moveTo>
                  <a:lnTo>
                    <a:pt x="522133" y="1558619"/>
                  </a:lnTo>
                  <a:lnTo>
                    <a:pt x="523389" y="1558591"/>
                  </a:lnTo>
                  <a:lnTo>
                    <a:pt x="531602" y="1558393"/>
                  </a:lnTo>
                  <a:lnTo>
                    <a:pt x="552142" y="1557844"/>
                  </a:lnTo>
                  <a:lnTo>
                    <a:pt x="588448" y="1556767"/>
                  </a:lnTo>
                  <a:lnTo>
                    <a:pt x="641712" y="1555002"/>
                  </a:lnTo>
                  <a:lnTo>
                    <a:pt x="710828" y="1552432"/>
                  </a:lnTo>
                  <a:lnTo>
                    <a:pt x="792764" y="1548987"/>
                  </a:lnTo>
                  <a:lnTo>
                    <a:pt x="883325" y="1544645"/>
                  </a:lnTo>
                  <a:lnTo>
                    <a:pt x="978038" y="1539417"/>
                  </a:lnTo>
                  <a:lnTo>
                    <a:pt x="1072903" y="1533323"/>
                  </a:lnTo>
                  <a:lnTo>
                    <a:pt x="1164833" y="1526376"/>
                  </a:lnTo>
                  <a:lnTo>
                    <a:pt x="1251793" y="1518562"/>
                  </a:lnTo>
                  <a:lnTo>
                    <a:pt x="1332715" y="1509835"/>
                  </a:lnTo>
                  <a:lnTo>
                    <a:pt x="1407305" y="1500111"/>
                  </a:lnTo>
                  <a:lnTo>
                    <a:pt x="1475819" y="1489266"/>
                  </a:lnTo>
                  <a:lnTo>
                    <a:pt x="1538873" y="1477145"/>
                  </a:lnTo>
                  <a:lnTo>
                    <a:pt x="1597293" y="1463563"/>
                  </a:lnTo>
                  <a:lnTo>
                    <a:pt x="1651995" y="1448324"/>
                  </a:lnTo>
                  <a:lnTo>
                    <a:pt x="1703907" y="1431240"/>
                  </a:lnTo>
                  <a:lnTo>
                    <a:pt x="1753883" y="1412178"/>
                  </a:lnTo>
                  <a:lnTo>
                    <a:pt x="1768425" y="1406145"/>
                  </a:lnTo>
                  <a:lnTo>
                    <a:pt x="1818598" y="1383694"/>
                  </a:lnTo>
                  <a:lnTo>
                    <a:pt x="1868283" y="1359039"/>
                  </a:lnTo>
                  <a:lnTo>
                    <a:pt x="1917960" y="1332146"/>
                  </a:lnTo>
                  <a:lnTo>
                    <a:pt x="1967967" y="1303047"/>
                  </a:lnTo>
                  <a:lnTo>
                    <a:pt x="2018511" y="1271856"/>
                  </a:lnTo>
                  <a:lnTo>
                    <a:pt x="2069687" y="1238767"/>
                  </a:lnTo>
                  <a:lnTo>
                    <a:pt x="2121489" y="1204056"/>
                  </a:lnTo>
                  <a:lnTo>
                    <a:pt x="2173829" y="1168078"/>
                  </a:lnTo>
                  <a:lnTo>
                    <a:pt x="2226549" y="1131250"/>
                  </a:lnTo>
                  <a:lnTo>
                    <a:pt x="2279448" y="1094033"/>
                  </a:lnTo>
                  <a:lnTo>
                    <a:pt x="2332304" y="1056909"/>
                  </a:lnTo>
                  <a:lnTo>
                    <a:pt x="2384899" y="1020355"/>
                  </a:lnTo>
                  <a:lnTo>
                    <a:pt x="2437048" y="984818"/>
                  </a:lnTo>
                  <a:lnTo>
                    <a:pt x="2488616" y="950693"/>
                  </a:lnTo>
                  <a:lnTo>
                    <a:pt x="2539544" y="918306"/>
                  </a:lnTo>
                  <a:lnTo>
                    <a:pt x="2589864" y="887901"/>
                  </a:lnTo>
                  <a:lnTo>
                    <a:pt x="2639713" y="859642"/>
                  </a:lnTo>
                  <a:lnTo>
                    <a:pt x="2689346" y="833609"/>
                  </a:lnTo>
                  <a:lnTo>
                    <a:pt x="2739152" y="809810"/>
                  </a:lnTo>
                  <a:lnTo>
                    <a:pt x="2770117" y="796251"/>
                  </a:lnTo>
                  <a:lnTo>
                    <a:pt x="2819664" y="776593"/>
                  </a:lnTo>
                  <a:lnTo>
                    <a:pt x="2870919" y="758933"/>
                  </a:lnTo>
                  <a:lnTo>
                    <a:pt x="2924700" y="743165"/>
                  </a:lnTo>
                  <a:lnTo>
                    <a:pt x="2981920" y="729113"/>
                  </a:lnTo>
                  <a:lnTo>
                    <a:pt x="3043510" y="716579"/>
                  </a:lnTo>
                  <a:lnTo>
                    <a:pt x="3110330" y="705374"/>
                  </a:lnTo>
                  <a:lnTo>
                    <a:pt x="3183073" y="695332"/>
                  </a:lnTo>
                  <a:lnTo>
                    <a:pt x="3262122" y="686320"/>
                  </a:lnTo>
                  <a:lnTo>
                    <a:pt x="3347366" y="678243"/>
                  </a:lnTo>
                  <a:lnTo>
                    <a:pt x="3437989" y="671042"/>
                  </a:lnTo>
                  <a:lnTo>
                    <a:pt x="3532259" y="664695"/>
                  </a:lnTo>
                  <a:lnTo>
                    <a:pt x="3627399" y="659208"/>
                  </a:lnTo>
                  <a:lnTo>
                    <a:pt x="3719646" y="654602"/>
                  </a:lnTo>
                  <a:lnTo>
                    <a:pt x="3804604" y="650891"/>
                  </a:lnTo>
                  <a:lnTo>
                    <a:pt x="3877902" y="648067"/>
                  </a:lnTo>
                  <a:lnTo>
                    <a:pt x="3936076" y="646074"/>
                  </a:lnTo>
                  <a:lnTo>
                    <a:pt x="3977387" y="644808"/>
                  </a:lnTo>
                  <a:lnTo>
                    <a:pt x="4002335" y="644121"/>
                  </a:lnTo>
                  <a:lnTo>
                    <a:pt x="4013721" y="643838"/>
                  </a:lnTo>
                  <a:lnTo>
                    <a:pt x="4016375" y="643778"/>
                  </a:lnTo>
                  <a:lnTo>
                    <a:pt x="4016409" y="643777"/>
                  </a:lnTo>
                  <a:lnTo>
                    <a:pt x="4538543" y="643777"/>
                  </a:lnTo>
                  <a:lnTo>
                    <a:pt x="4539806" y="643757"/>
                  </a:lnTo>
                  <a:lnTo>
                    <a:pt x="4548063" y="643617"/>
                  </a:lnTo>
                  <a:lnTo>
                    <a:pt x="4568710" y="643229"/>
                  </a:lnTo>
                  <a:lnTo>
                    <a:pt x="4605193" y="642466"/>
                  </a:lnTo>
                  <a:lnTo>
                    <a:pt x="4658698" y="641218"/>
                  </a:lnTo>
                  <a:lnTo>
                    <a:pt x="4728093" y="639400"/>
                  </a:lnTo>
                  <a:lnTo>
                    <a:pt x="4810314" y="636963"/>
                  </a:lnTo>
                  <a:lnTo>
                    <a:pt x="4901132" y="633893"/>
                  </a:lnTo>
                  <a:lnTo>
                    <a:pt x="4996053" y="630197"/>
                  </a:lnTo>
                  <a:lnTo>
                    <a:pt x="5091067" y="625890"/>
                  </a:lnTo>
                  <a:lnTo>
                    <a:pt x="5183086" y="620981"/>
                  </a:lnTo>
                  <a:lnTo>
                    <a:pt x="5270087" y="615459"/>
                  </a:lnTo>
                  <a:lnTo>
                    <a:pt x="5351013" y="609290"/>
                  </a:lnTo>
                  <a:lnTo>
                    <a:pt x="5425584" y="602415"/>
                  </a:lnTo>
                  <a:lnTo>
                    <a:pt x="5494068" y="594747"/>
                  </a:lnTo>
                  <a:lnTo>
                    <a:pt x="5557094" y="586173"/>
                  </a:lnTo>
                  <a:lnTo>
                    <a:pt x="5615494" y="576564"/>
                  </a:lnTo>
                  <a:lnTo>
                    <a:pt x="5670193" y="565779"/>
                  </a:lnTo>
                  <a:lnTo>
                    <a:pt x="5722121" y="553688"/>
                  </a:lnTo>
                  <a:lnTo>
                    <a:pt x="5772135" y="540197"/>
                  </a:lnTo>
                  <a:lnTo>
                    <a:pt x="5784835" y="536481"/>
                  </a:lnTo>
                  <a:lnTo>
                    <a:pt x="5836871" y="520062"/>
                  </a:lnTo>
                  <a:lnTo>
                    <a:pt x="5888402" y="501972"/>
                  </a:lnTo>
                  <a:lnTo>
                    <a:pt x="5939956" y="482187"/>
                  </a:lnTo>
                  <a:lnTo>
                    <a:pt x="5991896" y="460740"/>
                  </a:lnTo>
                  <a:lnTo>
                    <a:pt x="6044436" y="437726"/>
                  </a:lnTo>
                  <a:lnTo>
                    <a:pt x="6097662" y="413309"/>
                  </a:lnTo>
                  <a:lnTo>
                    <a:pt x="6151548" y="387720"/>
                  </a:lnTo>
                  <a:lnTo>
                    <a:pt x="6205972" y="361251"/>
                  </a:lnTo>
                  <a:lnTo>
                    <a:pt x="6260746" y="334239"/>
                  </a:lnTo>
                  <a:lnTo>
                    <a:pt x="6315632" y="307055"/>
                  </a:lnTo>
                  <a:lnTo>
                    <a:pt x="6370383" y="280078"/>
                  </a:lnTo>
                  <a:lnTo>
                    <a:pt x="6424765" y="253675"/>
                  </a:lnTo>
                  <a:lnTo>
                    <a:pt x="6478594" y="228183"/>
                  </a:lnTo>
                  <a:lnTo>
                    <a:pt x="6531757" y="203886"/>
                  </a:lnTo>
                  <a:lnTo>
                    <a:pt x="6584236" y="181009"/>
                  </a:lnTo>
                  <a:lnTo>
                    <a:pt x="6636130" y="159711"/>
                  </a:lnTo>
                  <a:lnTo>
                    <a:pt x="6687665" y="140080"/>
                  </a:lnTo>
                  <a:lnTo>
                    <a:pt x="6739218" y="122145"/>
                  </a:lnTo>
                  <a:lnTo>
                    <a:pt x="6786527" y="107296"/>
                  </a:lnTo>
                  <a:lnTo>
                    <a:pt x="6836168" y="93438"/>
                  </a:lnTo>
                  <a:lnTo>
                    <a:pt x="6887524" y="80991"/>
                  </a:lnTo>
                  <a:lnTo>
                    <a:pt x="6941420" y="69881"/>
                  </a:lnTo>
                  <a:lnTo>
                    <a:pt x="6998774" y="59981"/>
                  </a:lnTo>
                  <a:lnTo>
                    <a:pt x="7060519" y="51153"/>
                  </a:lnTo>
                  <a:lnTo>
                    <a:pt x="7127522" y="43262"/>
                  </a:lnTo>
                  <a:lnTo>
                    <a:pt x="7200477" y="36192"/>
                  </a:lnTo>
                  <a:lnTo>
                    <a:pt x="7279762" y="29848"/>
                  </a:lnTo>
                  <a:lnTo>
                    <a:pt x="7365260" y="24163"/>
                  </a:lnTo>
                  <a:lnTo>
                    <a:pt x="7456135" y="19097"/>
                  </a:lnTo>
                  <a:lnTo>
                    <a:pt x="7550628" y="14634"/>
                  </a:lnTo>
                  <a:lnTo>
                    <a:pt x="7645926" y="10779"/>
                  </a:lnTo>
                  <a:lnTo>
                    <a:pt x="7738226" y="7546"/>
                  </a:lnTo>
                  <a:lnTo>
                    <a:pt x="7823099" y="4946"/>
                  </a:lnTo>
                  <a:lnTo>
                    <a:pt x="7896163" y="2971"/>
                  </a:lnTo>
                  <a:lnTo>
                    <a:pt x="7953970" y="1582"/>
                  </a:lnTo>
                  <a:lnTo>
                    <a:pt x="7994833" y="704"/>
                  </a:lnTo>
                  <a:lnTo>
                    <a:pt x="8019327" y="231"/>
                  </a:lnTo>
                  <a:lnTo>
                    <a:pt x="8030341" y="39"/>
                  </a:lnTo>
                  <a:lnTo>
                    <a:pt x="8032796" y="0"/>
                  </a:lnTo>
                  <a:lnTo>
                    <a:pt x="8032819" y="0"/>
                  </a:lnTo>
                  <a:lnTo>
                    <a:pt x="8554953" y="0"/>
                  </a:lnTo>
                  <a:lnTo>
                    <a:pt x="8554953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832" name="pl832"/>
            <p:cNvSpPr/>
            <p:nvPr/>
          </p:nvSpPr>
          <p:spPr>
            <a:xfrm>
              <a:off x="386606" y="2083445"/>
              <a:ext cx="8554953" cy="1558619"/>
            </a:xfrm>
            <a:custGeom>
              <a:avLst/>
              <a:pathLst>
                <a:path w="8554953" h="1558619">
                  <a:moveTo>
                    <a:pt x="8554953" y="0"/>
                  </a:moveTo>
                  <a:lnTo>
                    <a:pt x="8032819" y="0"/>
                  </a:lnTo>
                  <a:lnTo>
                    <a:pt x="8031556" y="19"/>
                  </a:lnTo>
                  <a:lnTo>
                    <a:pt x="8023299" y="160"/>
                  </a:lnTo>
                  <a:lnTo>
                    <a:pt x="8002652" y="548"/>
                  </a:lnTo>
                  <a:lnTo>
                    <a:pt x="7966169" y="1310"/>
                  </a:lnTo>
                  <a:lnTo>
                    <a:pt x="7912664" y="2559"/>
                  </a:lnTo>
                  <a:lnTo>
                    <a:pt x="7843269" y="4377"/>
                  </a:lnTo>
                  <a:lnTo>
                    <a:pt x="7761048" y="6813"/>
                  </a:lnTo>
                  <a:lnTo>
                    <a:pt x="7670230" y="9883"/>
                  </a:lnTo>
                  <a:lnTo>
                    <a:pt x="7575309" y="13579"/>
                  </a:lnTo>
                  <a:lnTo>
                    <a:pt x="7480295" y="17886"/>
                  </a:lnTo>
                  <a:lnTo>
                    <a:pt x="7388275" y="22796"/>
                  </a:lnTo>
                  <a:lnTo>
                    <a:pt x="7301275" y="28318"/>
                  </a:lnTo>
                  <a:lnTo>
                    <a:pt x="7220349" y="34486"/>
                  </a:lnTo>
                  <a:lnTo>
                    <a:pt x="7145778" y="41361"/>
                  </a:lnTo>
                  <a:lnTo>
                    <a:pt x="7077294" y="49030"/>
                  </a:lnTo>
                  <a:lnTo>
                    <a:pt x="7014268" y="57603"/>
                  </a:lnTo>
                  <a:lnTo>
                    <a:pt x="6955868" y="67213"/>
                  </a:lnTo>
                  <a:lnTo>
                    <a:pt x="6901169" y="77997"/>
                  </a:lnTo>
                  <a:lnTo>
                    <a:pt x="6849241" y="90089"/>
                  </a:lnTo>
                  <a:lnTo>
                    <a:pt x="6799227" y="103580"/>
                  </a:lnTo>
                  <a:lnTo>
                    <a:pt x="6786527" y="107296"/>
                  </a:lnTo>
                  <a:lnTo>
                    <a:pt x="6734491" y="123715"/>
                  </a:lnTo>
                  <a:lnTo>
                    <a:pt x="6682960" y="141805"/>
                  </a:lnTo>
                  <a:lnTo>
                    <a:pt x="6631405" y="161589"/>
                  </a:lnTo>
                  <a:lnTo>
                    <a:pt x="6579466" y="183037"/>
                  </a:lnTo>
                  <a:lnTo>
                    <a:pt x="6526926" y="206051"/>
                  </a:lnTo>
                  <a:lnTo>
                    <a:pt x="6473700" y="230468"/>
                  </a:lnTo>
                  <a:lnTo>
                    <a:pt x="6419814" y="256056"/>
                  </a:lnTo>
                  <a:lnTo>
                    <a:pt x="6365389" y="282526"/>
                  </a:lnTo>
                  <a:lnTo>
                    <a:pt x="6310616" y="309537"/>
                  </a:lnTo>
                  <a:lnTo>
                    <a:pt x="6255730" y="336721"/>
                  </a:lnTo>
                  <a:lnTo>
                    <a:pt x="6200979" y="363699"/>
                  </a:lnTo>
                  <a:lnTo>
                    <a:pt x="6146597" y="390101"/>
                  </a:lnTo>
                  <a:lnTo>
                    <a:pt x="6092768" y="415594"/>
                  </a:lnTo>
                  <a:lnTo>
                    <a:pt x="6039605" y="439891"/>
                  </a:lnTo>
                  <a:lnTo>
                    <a:pt x="5987125" y="462767"/>
                  </a:lnTo>
                  <a:lnTo>
                    <a:pt x="5935232" y="484066"/>
                  </a:lnTo>
                  <a:lnTo>
                    <a:pt x="5883696" y="503696"/>
                  </a:lnTo>
                  <a:lnTo>
                    <a:pt x="5832144" y="521631"/>
                  </a:lnTo>
                  <a:lnTo>
                    <a:pt x="5784835" y="536481"/>
                  </a:lnTo>
                  <a:lnTo>
                    <a:pt x="5735194" y="550338"/>
                  </a:lnTo>
                  <a:lnTo>
                    <a:pt x="5683838" y="562785"/>
                  </a:lnTo>
                  <a:lnTo>
                    <a:pt x="5629942" y="573896"/>
                  </a:lnTo>
                  <a:lnTo>
                    <a:pt x="5572588" y="583795"/>
                  </a:lnTo>
                  <a:lnTo>
                    <a:pt x="5510843" y="592623"/>
                  </a:lnTo>
                  <a:lnTo>
                    <a:pt x="5443840" y="600514"/>
                  </a:lnTo>
                  <a:lnTo>
                    <a:pt x="5370885" y="607585"/>
                  </a:lnTo>
                  <a:lnTo>
                    <a:pt x="5291600" y="613929"/>
                  </a:lnTo>
                  <a:lnTo>
                    <a:pt x="5206102" y="619614"/>
                  </a:lnTo>
                  <a:lnTo>
                    <a:pt x="5115227" y="624680"/>
                  </a:lnTo>
                  <a:lnTo>
                    <a:pt x="5020734" y="629143"/>
                  </a:lnTo>
                  <a:lnTo>
                    <a:pt x="4925436" y="632998"/>
                  </a:lnTo>
                  <a:lnTo>
                    <a:pt x="4833136" y="636231"/>
                  </a:lnTo>
                  <a:lnTo>
                    <a:pt x="4748263" y="638830"/>
                  </a:lnTo>
                  <a:lnTo>
                    <a:pt x="4675199" y="640805"/>
                  </a:lnTo>
                  <a:lnTo>
                    <a:pt x="4617392" y="642194"/>
                  </a:lnTo>
                  <a:lnTo>
                    <a:pt x="4576529" y="643072"/>
                  </a:lnTo>
                  <a:lnTo>
                    <a:pt x="4552035" y="643546"/>
                  </a:lnTo>
                  <a:lnTo>
                    <a:pt x="4541021" y="643738"/>
                  </a:lnTo>
                  <a:lnTo>
                    <a:pt x="4538565" y="643777"/>
                  </a:lnTo>
                  <a:lnTo>
                    <a:pt x="4538543" y="643777"/>
                  </a:lnTo>
                  <a:lnTo>
                    <a:pt x="4016409" y="643777"/>
                  </a:lnTo>
                  <a:lnTo>
                    <a:pt x="4015153" y="643805"/>
                  </a:lnTo>
                  <a:lnTo>
                    <a:pt x="4006940" y="644003"/>
                  </a:lnTo>
                  <a:lnTo>
                    <a:pt x="3986400" y="644552"/>
                  </a:lnTo>
                  <a:lnTo>
                    <a:pt x="3950095" y="645629"/>
                  </a:lnTo>
                  <a:lnTo>
                    <a:pt x="3896830" y="647393"/>
                  </a:lnTo>
                  <a:lnTo>
                    <a:pt x="3827714" y="649964"/>
                  </a:lnTo>
                  <a:lnTo>
                    <a:pt x="3745778" y="653409"/>
                  </a:lnTo>
                  <a:lnTo>
                    <a:pt x="3655217" y="657751"/>
                  </a:lnTo>
                  <a:lnTo>
                    <a:pt x="3560504" y="662979"/>
                  </a:lnTo>
                  <a:lnTo>
                    <a:pt x="3465639" y="669073"/>
                  </a:lnTo>
                  <a:lnTo>
                    <a:pt x="3373709" y="676020"/>
                  </a:lnTo>
                  <a:lnTo>
                    <a:pt x="3286749" y="683833"/>
                  </a:lnTo>
                  <a:lnTo>
                    <a:pt x="3205827" y="692560"/>
                  </a:lnTo>
                  <a:lnTo>
                    <a:pt x="3131237" y="702285"/>
                  </a:lnTo>
                  <a:lnTo>
                    <a:pt x="3062724" y="713130"/>
                  </a:lnTo>
                  <a:lnTo>
                    <a:pt x="2999669" y="725251"/>
                  </a:lnTo>
                  <a:lnTo>
                    <a:pt x="2941250" y="738832"/>
                  </a:lnTo>
                  <a:lnTo>
                    <a:pt x="2886547" y="754072"/>
                  </a:lnTo>
                  <a:lnTo>
                    <a:pt x="2834635" y="771156"/>
                  </a:lnTo>
                  <a:lnTo>
                    <a:pt x="2784659" y="790218"/>
                  </a:lnTo>
                  <a:lnTo>
                    <a:pt x="2770117" y="796251"/>
                  </a:lnTo>
                  <a:lnTo>
                    <a:pt x="2719944" y="818702"/>
                  </a:lnTo>
                  <a:lnTo>
                    <a:pt x="2670260" y="843356"/>
                  </a:lnTo>
                  <a:lnTo>
                    <a:pt x="2620582" y="870250"/>
                  </a:lnTo>
                  <a:lnTo>
                    <a:pt x="2570575" y="899348"/>
                  </a:lnTo>
                  <a:lnTo>
                    <a:pt x="2520031" y="930540"/>
                  </a:lnTo>
                  <a:lnTo>
                    <a:pt x="2468855" y="963629"/>
                  </a:lnTo>
                  <a:lnTo>
                    <a:pt x="2417053" y="998340"/>
                  </a:lnTo>
                  <a:lnTo>
                    <a:pt x="2364713" y="1034317"/>
                  </a:lnTo>
                  <a:lnTo>
                    <a:pt x="2311993" y="1071146"/>
                  </a:lnTo>
                  <a:lnTo>
                    <a:pt x="2259094" y="1108363"/>
                  </a:lnTo>
                  <a:lnTo>
                    <a:pt x="2206238" y="1145487"/>
                  </a:lnTo>
                  <a:lnTo>
                    <a:pt x="2153643" y="1182041"/>
                  </a:lnTo>
                  <a:lnTo>
                    <a:pt x="2101495" y="1217578"/>
                  </a:lnTo>
                  <a:lnTo>
                    <a:pt x="2049927" y="1251702"/>
                  </a:lnTo>
                  <a:lnTo>
                    <a:pt x="1998998" y="1284090"/>
                  </a:lnTo>
                  <a:lnTo>
                    <a:pt x="1948678" y="1314495"/>
                  </a:lnTo>
                  <a:lnTo>
                    <a:pt x="1898829" y="1342754"/>
                  </a:lnTo>
                  <a:lnTo>
                    <a:pt x="1849196" y="1368787"/>
                  </a:lnTo>
                  <a:lnTo>
                    <a:pt x="1799390" y="1392586"/>
                  </a:lnTo>
                  <a:lnTo>
                    <a:pt x="1768425" y="1406145"/>
                  </a:lnTo>
                  <a:lnTo>
                    <a:pt x="1718878" y="1425803"/>
                  </a:lnTo>
                  <a:lnTo>
                    <a:pt x="1667624" y="1443463"/>
                  </a:lnTo>
                  <a:lnTo>
                    <a:pt x="1613843" y="1459231"/>
                  </a:lnTo>
                  <a:lnTo>
                    <a:pt x="1556622" y="1473283"/>
                  </a:lnTo>
                  <a:lnTo>
                    <a:pt x="1495032" y="1485816"/>
                  </a:lnTo>
                  <a:lnTo>
                    <a:pt x="1428212" y="1497021"/>
                  </a:lnTo>
                  <a:lnTo>
                    <a:pt x="1355469" y="1507063"/>
                  </a:lnTo>
                  <a:lnTo>
                    <a:pt x="1276420" y="1516075"/>
                  </a:lnTo>
                  <a:lnTo>
                    <a:pt x="1191177" y="1524153"/>
                  </a:lnTo>
                  <a:lnTo>
                    <a:pt x="1100553" y="1531354"/>
                  </a:lnTo>
                  <a:lnTo>
                    <a:pt x="1006283" y="1537701"/>
                  </a:lnTo>
                  <a:lnTo>
                    <a:pt x="911144" y="1543188"/>
                  </a:lnTo>
                  <a:lnTo>
                    <a:pt x="818896" y="1547794"/>
                  </a:lnTo>
                  <a:lnTo>
                    <a:pt x="733939" y="1551504"/>
                  </a:lnTo>
                  <a:lnTo>
                    <a:pt x="660640" y="1554329"/>
                  </a:lnTo>
                  <a:lnTo>
                    <a:pt x="602466" y="1556322"/>
                  </a:lnTo>
                  <a:lnTo>
                    <a:pt x="561155" y="1557588"/>
                  </a:lnTo>
                  <a:lnTo>
                    <a:pt x="536207" y="1558275"/>
                  </a:lnTo>
                  <a:lnTo>
                    <a:pt x="524821" y="1558558"/>
                  </a:lnTo>
                  <a:lnTo>
                    <a:pt x="522167" y="1558618"/>
                  </a:lnTo>
                  <a:lnTo>
                    <a:pt x="522133" y="1558619"/>
                  </a:lnTo>
                  <a:lnTo>
                    <a:pt x="0" y="1558619"/>
                  </a:lnTo>
                  <a:lnTo>
                    <a:pt x="0" y="1558619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833" name="pg833"/>
            <p:cNvSpPr/>
            <p:nvPr/>
          </p:nvSpPr>
          <p:spPr>
            <a:xfrm>
              <a:off x="386606" y="2772400"/>
              <a:ext cx="8554953" cy="1569913"/>
            </a:xfrm>
            <a:custGeom>
              <a:avLst/>
              <a:pathLst>
                <a:path w="8554953" h="1569913">
                  <a:moveTo>
                    <a:pt x="0" y="886605"/>
                  </a:moveTo>
                  <a:lnTo>
                    <a:pt x="522133" y="886605"/>
                  </a:lnTo>
                  <a:lnTo>
                    <a:pt x="523390" y="886579"/>
                  </a:lnTo>
                  <a:lnTo>
                    <a:pt x="531611" y="886389"/>
                  </a:lnTo>
                  <a:lnTo>
                    <a:pt x="552169" y="885863"/>
                  </a:lnTo>
                  <a:lnTo>
                    <a:pt x="588504" y="884832"/>
                  </a:lnTo>
                  <a:lnTo>
                    <a:pt x="641808" y="883142"/>
                  </a:lnTo>
                  <a:lnTo>
                    <a:pt x="710971" y="880680"/>
                  </a:lnTo>
                  <a:lnTo>
                    <a:pt x="792954" y="877381"/>
                  </a:lnTo>
                  <a:lnTo>
                    <a:pt x="883558" y="873224"/>
                  </a:lnTo>
                  <a:lnTo>
                    <a:pt x="978306" y="868218"/>
                  </a:lnTo>
                  <a:lnTo>
                    <a:pt x="1073196" y="862383"/>
                  </a:lnTo>
                  <a:lnTo>
                    <a:pt x="1165141" y="855732"/>
                  </a:lnTo>
                  <a:lnTo>
                    <a:pt x="1252107" y="848250"/>
                  </a:lnTo>
                  <a:lnTo>
                    <a:pt x="1333031" y="839894"/>
                  </a:lnTo>
                  <a:lnTo>
                    <a:pt x="1407617" y="830583"/>
                  </a:lnTo>
                  <a:lnTo>
                    <a:pt x="1476126" y="820198"/>
                  </a:lnTo>
                  <a:lnTo>
                    <a:pt x="1539176" y="808591"/>
                  </a:lnTo>
                  <a:lnTo>
                    <a:pt x="1597592" y="795584"/>
                  </a:lnTo>
                  <a:lnTo>
                    <a:pt x="1652294" y="780990"/>
                  </a:lnTo>
                  <a:lnTo>
                    <a:pt x="1704208" y="764628"/>
                  </a:lnTo>
                  <a:lnTo>
                    <a:pt x="1754191" y="746372"/>
                  </a:lnTo>
                  <a:lnTo>
                    <a:pt x="1768425" y="740720"/>
                  </a:lnTo>
                  <a:lnTo>
                    <a:pt x="1818887" y="719108"/>
                  </a:lnTo>
                  <a:lnTo>
                    <a:pt x="1868858" y="695364"/>
                  </a:lnTo>
                  <a:lnTo>
                    <a:pt x="1918827" y="669452"/>
                  </a:lnTo>
                  <a:lnTo>
                    <a:pt x="1969133" y="641407"/>
                  </a:lnTo>
                  <a:lnTo>
                    <a:pt x="2019986" y="611340"/>
                  </a:lnTo>
                  <a:lnTo>
                    <a:pt x="2071479" y="579443"/>
                  </a:lnTo>
                  <a:lnTo>
                    <a:pt x="2123605" y="545987"/>
                  </a:lnTo>
                  <a:lnTo>
                    <a:pt x="2176268" y="511320"/>
                  </a:lnTo>
                  <a:lnTo>
                    <a:pt x="2229308" y="475850"/>
                  </a:lnTo>
                  <a:lnTo>
                    <a:pt x="2282517" y="440027"/>
                  </a:lnTo>
                  <a:lnTo>
                    <a:pt x="2335669" y="404322"/>
                  </a:lnTo>
                  <a:lnTo>
                    <a:pt x="2388545" y="369197"/>
                  </a:lnTo>
                  <a:lnTo>
                    <a:pt x="2440957" y="335085"/>
                  </a:lnTo>
                  <a:lnTo>
                    <a:pt x="2492775" y="302366"/>
                  </a:lnTo>
                  <a:lnTo>
                    <a:pt x="2543945" y="271351"/>
                  </a:lnTo>
                  <a:lnTo>
                    <a:pt x="2594507" y="242272"/>
                  </a:lnTo>
                  <a:lnTo>
                    <a:pt x="2644611" y="215280"/>
                  </a:lnTo>
                  <a:lnTo>
                    <a:pt x="2694529" y="190447"/>
                  </a:lnTo>
                  <a:lnTo>
                    <a:pt x="2744673" y="167772"/>
                  </a:lnTo>
                  <a:lnTo>
                    <a:pt x="2770117" y="157179"/>
                  </a:lnTo>
                  <a:lnTo>
                    <a:pt x="2819680" y="138365"/>
                  </a:lnTo>
                  <a:lnTo>
                    <a:pt x="2870951" y="121464"/>
                  </a:lnTo>
                  <a:lnTo>
                    <a:pt x="2924751" y="106374"/>
                  </a:lnTo>
                  <a:lnTo>
                    <a:pt x="2981994" y="92927"/>
                  </a:lnTo>
                  <a:lnTo>
                    <a:pt x="3043610" y="80933"/>
                  </a:lnTo>
                  <a:lnTo>
                    <a:pt x="3110461" y="70211"/>
                  </a:lnTo>
                  <a:lnTo>
                    <a:pt x="3183239" y="60602"/>
                  </a:lnTo>
                  <a:lnTo>
                    <a:pt x="3262327" y="51979"/>
                  </a:lnTo>
                  <a:lnTo>
                    <a:pt x="3347613" y="44250"/>
                  </a:lnTo>
                  <a:lnTo>
                    <a:pt x="3438278" y="37360"/>
                  </a:lnTo>
                  <a:lnTo>
                    <a:pt x="3532586" y="31288"/>
                  </a:lnTo>
                  <a:lnTo>
                    <a:pt x="3627752" y="26040"/>
                  </a:lnTo>
                  <a:lnTo>
                    <a:pt x="3720009" y="21635"/>
                  </a:lnTo>
                  <a:lnTo>
                    <a:pt x="3804952" y="18087"/>
                  </a:lnTo>
                  <a:lnTo>
                    <a:pt x="3878212" y="15388"/>
                  </a:lnTo>
                  <a:lnTo>
                    <a:pt x="3936325" y="13484"/>
                  </a:lnTo>
                  <a:lnTo>
                    <a:pt x="3977561" y="12276"/>
                  </a:lnTo>
                  <a:lnTo>
                    <a:pt x="4002433" y="11620"/>
                  </a:lnTo>
                  <a:lnTo>
                    <a:pt x="4013757" y="11351"/>
                  </a:lnTo>
                  <a:lnTo>
                    <a:pt x="4016409" y="11294"/>
                  </a:lnTo>
                  <a:lnTo>
                    <a:pt x="4538543" y="11294"/>
                  </a:lnTo>
                  <a:lnTo>
                    <a:pt x="4539774" y="11340"/>
                  </a:lnTo>
                  <a:lnTo>
                    <a:pt x="4547825" y="11671"/>
                  </a:lnTo>
                  <a:lnTo>
                    <a:pt x="4567976" y="12586"/>
                  </a:lnTo>
                  <a:lnTo>
                    <a:pt x="4603629" y="14384"/>
                  </a:lnTo>
                  <a:lnTo>
                    <a:pt x="4656010" y="17330"/>
                  </a:lnTo>
                  <a:lnTo>
                    <a:pt x="4724099" y="21624"/>
                  </a:lnTo>
                  <a:lnTo>
                    <a:pt x="4804986" y="27386"/>
                  </a:lnTo>
                  <a:lnTo>
                    <a:pt x="4894592" y="34653"/>
                  </a:lnTo>
                  <a:lnTo>
                    <a:pt x="4988530" y="43413"/>
                  </a:lnTo>
                  <a:lnTo>
                    <a:pt x="5082838" y="53628"/>
                  </a:lnTo>
                  <a:lnTo>
                    <a:pt x="5174426" y="65277"/>
                  </a:lnTo>
                  <a:lnTo>
                    <a:pt x="5261229" y="78379"/>
                  </a:lnTo>
                  <a:lnTo>
                    <a:pt x="5342132" y="93007"/>
                  </a:lnTo>
                  <a:lnTo>
                    <a:pt x="5416788" y="109296"/>
                  </a:lnTo>
                  <a:lnTo>
                    <a:pt x="5485409" y="127444"/>
                  </a:lnTo>
                  <a:lnTo>
                    <a:pt x="5548572" y="147707"/>
                  </a:lnTo>
                  <a:lnTo>
                    <a:pt x="5607066" y="170389"/>
                  </a:lnTo>
                  <a:lnTo>
                    <a:pt x="5661787" y="195817"/>
                  </a:lnTo>
                  <a:lnTo>
                    <a:pt x="5713645" y="224309"/>
                  </a:lnTo>
                  <a:lnTo>
                    <a:pt x="5763490" y="256104"/>
                  </a:lnTo>
                  <a:lnTo>
                    <a:pt x="5784835" y="271064"/>
                  </a:lnTo>
                  <a:lnTo>
                    <a:pt x="5830093" y="305378"/>
                  </a:lnTo>
                  <a:lnTo>
                    <a:pt x="5874910" y="342735"/>
                  </a:lnTo>
                  <a:lnTo>
                    <a:pt x="5919657" y="383190"/>
                  </a:lnTo>
                  <a:lnTo>
                    <a:pt x="5964603" y="426724"/>
                  </a:lnTo>
                  <a:lnTo>
                    <a:pt x="6009932" y="473232"/>
                  </a:lnTo>
                  <a:lnTo>
                    <a:pt x="6055749" y="522516"/>
                  </a:lnTo>
                  <a:lnTo>
                    <a:pt x="6102088" y="574287"/>
                  </a:lnTo>
                  <a:lnTo>
                    <a:pt x="6148922" y="628162"/>
                  </a:lnTo>
                  <a:lnTo>
                    <a:pt x="6196170" y="683678"/>
                  </a:lnTo>
                  <a:lnTo>
                    <a:pt x="6243710" y="740302"/>
                  </a:lnTo>
                  <a:lnTo>
                    <a:pt x="6291393" y="797456"/>
                  </a:lnTo>
                  <a:lnTo>
                    <a:pt x="6339057" y="854537"/>
                  </a:lnTo>
                  <a:lnTo>
                    <a:pt x="6386540" y="910948"/>
                  </a:lnTo>
                  <a:lnTo>
                    <a:pt x="6433698" y="966117"/>
                  </a:lnTo>
                  <a:lnTo>
                    <a:pt x="6480419" y="1019527"/>
                  </a:lnTo>
                  <a:lnTo>
                    <a:pt x="6526633" y="1070734"/>
                  </a:lnTo>
                  <a:lnTo>
                    <a:pt x="6572328" y="1119376"/>
                  </a:lnTo>
                  <a:lnTo>
                    <a:pt x="6617553" y="1165186"/>
                  </a:lnTo>
                  <a:lnTo>
                    <a:pt x="6662432" y="1207988"/>
                  </a:lnTo>
                  <a:lnTo>
                    <a:pt x="6707167" y="1247700"/>
                  </a:lnTo>
                  <a:lnTo>
                    <a:pt x="6752052" y="1284321"/>
                  </a:lnTo>
                  <a:lnTo>
                    <a:pt x="6786527" y="1310143"/>
                  </a:lnTo>
                  <a:lnTo>
                    <a:pt x="6835727" y="1343415"/>
                  </a:lnTo>
                  <a:lnTo>
                    <a:pt x="6886607" y="1373329"/>
                  </a:lnTo>
                  <a:lnTo>
                    <a:pt x="6939966" y="1400060"/>
                  </a:lnTo>
                  <a:lnTo>
                    <a:pt x="6996698" y="1423902"/>
                  </a:lnTo>
                  <a:lnTo>
                    <a:pt x="7057714" y="1445183"/>
                  </a:lnTo>
                  <a:lnTo>
                    <a:pt x="7123863" y="1464221"/>
                  </a:lnTo>
                  <a:lnTo>
                    <a:pt x="7195830" y="1481294"/>
                  </a:lnTo>
                  <a:lnTo>
                    <a:pt x="7274007" y="1496628"/>
                  </a:lnTo>
                  <a:lnTo>
                    <a:pt x="7358317" y="1510384"/>
                  </a:lnTo>
                  <a:lnTo>
                    <a:pt x="7448009" y="1522663"/>
                  </a:lnTo>
                  <a:lnTo>
                    <a:pt x="7541448" y="1533506"/>
                  </a:lnTo>
                  <a:lnTo>
                    <a:pt x="7635991" y="1542906"/>
                  </a:lnTo>
                  <a:lnTo>
                    <a:pt x="7728019" y="1550830"/>
                  </a:lnTo>
                  <a:lnTo>
                    <a:pt x="7813256" y="1557249"/>
                  </a:lnTo>
                  <a:lnTo>
                    <a:pt x="7887386" y="1562175"/>
                  </a:lnTo>
                  <a:lnTo>
                    <a:pt x="7946884" y="1565690"/>
                  </a:lnTo>
                  <a:lnTo>
                    <a:pt x="7989833" y="1567960"/>
                  </a:lnTo>
                  <a:lnTo>
                    <a:pt x="8016464" y="1569226"/>
                  </a:lnTo>
                  <a:lnTo>
                    <a:pt x="8029258" y="1569774"/>
                  </a:lnTo>
                  <a:lnTo>
                    <a:pt x="8032819" y="1569913"/>
                  </a:lnTo>
                  <a:lnTo>
                    <a:pt x="8554953" y="1569913"/>
                  </a:lnTo>
                  <a:lnTo>
                    <a:pt x="8554953" y="1558619"/>
                  </a:lnTo>
                  <a:lnTo>
                    <a:pt x="8032819" y="1558619"/>
                  </a:lnTo>
                  <a:lnTo>
                    <a:pt x="8031588" y="1558572"/>
                  </a:lnTo>
                  <a:lnTo>
                    <a:pt x="8023537" y="1558241"/>
                  </a:lnTo>
                  <a:lnTo>
                    <a:pt x="8003386" y="1557326"/>
                  </a:lnTo>
                  <a:lnTo>
                    <a:pt x="7967733" y="1555529"/>
                  </a:lnTo>
                  <a:lnTo>
                    <a:pt x="7915352" y="1552583"/>
                  </a:lnTo>
                  <a:lnTo>
                    <a:pt x="7847263" y="1548288"/>
                  </a:lnTo>
                  <a:lnTo>
                    <a:pt x="7766376" y="1542527"/>
                  </a:lnTo>
                  <a:lnTo>
                    <a:pt x="7676770" y="1535259"/>
                  </a:lnTo>
                  <a:lnTo>
                    <a:pt x="7582832" y="1526500"/>
                  </a:lnTo>
                  <a:lnTo>
                    <a:pt x="7488524" y="1516285"/>
                  </a:lnTo>
                  <a:lnTo>
                    <a:pt x="7396936" y="1504635"/>
                  </a:lnTo>
                  <a:lnTo>
                    <a:pt x="7310133" y="1491533"/>
                  </a:lnTo>
                  <a:lnTo>
                    <a:pt x="7229230" y="1476906"/>
                  </a:lnTo>
                  <a:lnTo>
                    <a:pt x="7154574" y="1460617"/>
                  </a:lnTo>
                  <a:lnTo>
                    <a:pt x="7085953" y="1442469"/>
                  </a:lnTo>
                  <a:lnTo>
                    <a:pt x="7022790" y="1422205"/>
                  </a:lnTo>
                  <a:lnTo>
                    <a:pt x="6964296" y="1399524"/>
                  </a:lnTo>
                  <a:lnTo>
                    <a:pt x="6909575" y="1374095"/>
                  </a:lnTo>
                  <a:lnTo>
                    <a:pt x="6857717" y="1345604"/>
                  </a:lnTo>
                  <a:lnTo>
                    <a:pt x="6807872" y="1313809"/>
                  </a:lnTo>
                  <a:lnTo>
                    <a:pt x="6786527" y="1298849"/>
                  </a:lnTo>
                  <a:lnTo>
                    <a:pt x="6741269" y="1264534"/>
                  </a:lnTo>
                  <a:lnTo>
                    <a:pt x="6696451" y="1227178"/>
                  </a:lnTo>
                  <a:lnTo>
                    <a:pt x="6651705" y="1186722"/>
                  </a:lnTo>
                  <a:lnTo>
                    <a:pt x="6606759" y="1143188"/>
                  </a:lnTo>
                  <a:lnTo>
                    <a:pt x="6561430" y="1096681"/>
                  </a:lnTo>
                  <a:lnTo>
                    <a:pt x="6515613" y="1047397"/>
                  </a:lnTo>
                  <a:lnTo>
                    <a:pt x="6469273" y="995626"/>
                  </a:lnTo>
                  <a:lnTo>
                    <a:pt x="6422440" y="941751"/>
                  </a:lnTo>
                  <a:lnTo>
                    <a:pt x="6375192" y="886235"/>
                  </a:lnTo>
                  <a:lnTo>
                    <a:pt x="6327652" y="829611"/>
                  </a:lnTo>
                  <a:lnTo>
                    <a:pt x="6279968" y="772457"/>
                  </a:lnTo>
                  <a:lnTo>
                    <a:pt x="6232305" y="715375"/>
                  </a:lnTo>
                  <a:lnTo>
                    <a:pt x="6184822" y="658965"/>
                  </a:lnTo>
                  <a:lnTo>
                    <a:pt x="6137663" y="603796"/>
                  </a:lnTo>
                  <a:lnTo>
                    <a:pt x="6090943" y="550385"/>
                  </a:lnTo>
                  <a:lnTo>
                    <a:pt x="6044729" y="499179"/>
                  </a:lnTo>
                  <a:lnTo>
                    <a:pt x="5999034" y="450537"/>
                  </a:lnTo>
                  <a:lnTo>
                    <a:pt x="5953809" y="404727"/>
                  </a:lnTo>
                  <a:lnTo>
                    <a:pt x="5908930" y="361924"/>
                  </a:lnTo>
                  <a:lnTo>
                    <a:pt x="5864195" y="322212"/>
                  </a:lnTo>
                  <a:lnTo>
                    <a:pt x="5819310" y="285592"/>
                  </a:lnTo>
                  <a:lnTo>
                    <a:pt x="5784835" y="259769"/>
                  </a:lnTo>
                  <a:lnTo>
                    <a:pt x="5735635" y="226498"/>
                  </a:lnTo>
                  <a:lnTo>
                    <a:pt x="5684755" y="196584"/>
                  </a:lnTo>
                  <a:lnTo>
                    <a:pt x="5631396" y="169852"/>
                  </a:lnTo>
                  <a:lnTo>
                    <a:pt x="5574664" y="146011"/>
                  </a:lnTo>
                  <a:lnTo>
                    <a:pt x="5513648" y="124730"/>
                  </a:lnTo>
                  <a:lnTo>
                    <a:pt x="5447499" y="105692"/>
                  </a:lnTo>
                  <a:lnTo>
                    <a:pt x="5375532" y="88618"/>
                  </a:lnTo>
                  <a:lnTo>
                    <a:pt x="5297355" y="73285"/>
                  </a:lnTo>
                  <a:lnTo>
                    <a:pt x="5213044" y="59529"/>
                  </a:lnTo>
                  <a:lnTo>
                    <a:pt x="5123353" y="47249"/>
                  </a:lnTo>
                  <a:lnTo>
                    <a:pt x="5029914" y="36406"/>
                  </a:lnTo>
                  <a:lnTo>
                    <a:pt x="4935371" y="27007"/>
                  </a:lnTo>
                  <a:lnTo>
                    <a:pt x="4843343" y="19083"/>
                  </a:lnTo>
                  <a:lnTo>
                    <a:pt x="4758105" y="12664"/>
                  </a:lnTo>
                  <a:lnTo>
                    <a:pt x="4683976" y="7738"/>
                  </a:lnTo>
                  <a:lnTo>
                    <a:pt x="4624478" y="4222"/>
                  </a:lnTo>
                  <a:lnTo>
                    <a:pt x="4581529" y="1952"/>
                  </a:lnTo>
                  <a:lnTo>
                    <a:pt x="4554898" y="687"/>
                  </a:lnTo>
                  <a:lnTo>
                    <a:pt x="4542104" y="138"/>
                  </a:lnTo>
                  <a:lnTo>
                    <a:pt x="4538543" y="0"/>
                  </a:lnTo>
                  <a:lnTo>
                    <a:pt x="4016409" y="0"/>
                  </a:lnTo>
                  <a:lnTo>
                    <a:pt x="4015152" y="26"/>
                  </a:lnTo>
                  <a:lnTo>
                    <a:pt x="4006932" y="216"/>
                  </a:lnTo>
                  <a:lnTo>
                    <a:pt x="3986374" y="741"/>
                  </a:lnTo>
                  <a:lnTo>
                    <a:pt x="3950039" y="1773"/>
                  </a:lnTo>
                  <a:lnTo>
                    <a:pt x="3896734" y="3463"/>
                  </a:lnTo>
                  <a:lnTo>
                    <a:pt x="3827571" y="5924"/>
                  </a:lnTo>
                  <a:lnTo>
                    <a:pt x="3745588" y="9223"/>
                  </a:lnTo>
                  <a:lnTo>
                    <a:pt x="3654984" y="13381"/>
                  </a:lnTo>
                  <a:lnTo>
                    <a:pt x="3560236" y="18387"/>
                  </a:lnTo>
                  <a:lnTo>
                    <a:pt x="3465346" y="24222"/>
                  </a:lnTo>
                  <a:lnTo>
                    <a:pt x="3373402" y="30873"/>
                  </a:lnTo>
                  <a:lnTo>
                    <a:pt x="3286435" y="38355"/>
                  </a:lnTo>
                  <a:lnTo>
                    <a:pt x="3205511" y="46711"/>
                  </a:lnTo>
                  <a:lnTo>
                    <a:pt x="3130925" y="56022"/>
                  </a:lnTo>
                  <a:lnTo>
                    <a:pt x="3062416" y="66407"/>
                  </a:lnTo>
                  <a:lnTo>
                    <a:pt x="2999367" y="78014"/>
                  </a:lnTo>
                  <a:lnTo>
                    <a:pt x="2940950" y="91021"/>
                  </a:lnTo>
                  <a:lnTo>
                    <a:pt x="2886249" y="105615"/>
                  </a:lnTo>
                  <a:lnTo>
                    <a:pt x="2834334" y="121977"/>
                  </a:lnTo>
                  <a:lnTo>
                    <a:pt x="2784351" y="140233"/>
                  </a:lnTo>
                  <a:lnTo>
                    <a:pt x="2770117" y="145885"/>
                  </a:lnTo>
                  <a:lnTo>
                    <a:pt x="2719655" y="167496"/>
                  </a:lnTo>
                  <a:lnTo>
                    <a:pt x="2669684" y="191241"/>
                  </a:lnTo>
                  <a:lnTo>
                    <a:pt x="2619715" y="217153"/>
                  </a:lnTo>
                  <a:lnTo>
                    <a:pt x="2569409" y="245198"/>
                  </a:lnTo>
                  <a:lnTo>
                    <a:pt x="2518556" y="275265"/>
                  </a:lnTo>
                  <a:lnTo>
                    <a:pt x="2467063" y="307162"/>
                  </a:lnTo>
                  <a:lnTo>
                    <a:pt x="2414937" y="340618"/>
                  </a:lnTo>
                  <a:lnTo>
                    <a:pt x="2362274" y="375285"/>
                  </a:lnTo>
                  <a:lnTo>
                    <a:pt x="2309235" y="410755"/>
                  </a:lnTo>
                  <a:lnTo>
                    <a:pt x="2256025" y="446578"/>
                  </a:lnTo>
                  <a:lnTo>
                    <a:pt x="2202873" y="482283"/>
                  </a:lnTo>
                  <a:lnTo>
                    <a:pt x="2149997" y="517408"/>
                  </a:lnTo>
                  <a:lnTo>
                    <a:pt x="2097585" y="551520"/>
                  </a:lnTo>
                  <a:lnTo>
                    <a:pt x="2045767" y="584239"/>
                  </a:lnTo>
                  <a:lnTo>
                    <a:pt x="1994598" y="615254"/>
                  </a:lnTo>
                  <a:lnTo>
                    <a:pt x="1944035" y="644333"/>
                  </a:lnTo>
                  <a:lnTo>
                    <a:pt x="1893931" y="671325"/>
                  </a:lnTo>
                  <a:lnTo>
                    <a:pt x="1844013" y="696158"/>
                  </a:lnTo>
                  <a:lnTo>
                    <a:pt x="1793869" y="718833"/>
                  </a:lnTo>
                  <a:lnTo>
                    <a:pt x="1768425" y="729426"/>
                  </a:lnTo>
                  <a:lnTo>
                    <a:pt x="1718862" y="748240"/>
                  </a:lnTo>
                  <a:lnTo>
                    <a:pt x="1667591" y="765141"/>
                  </a:lnTo>
                  <a:lnTo>
                    <a:pt x="1613791" y="780231"/>
                  </a:lnTo>
                  <a:lnTo>
                    <a:pt x="1556548" y="793678"/>
                  </a:lnTo>
                  <a:lnTo>
                    <a:pt x="1494932" y="805672"/>
                  </a:lnTo>
                  <a:lnTo>
                    <a:pt x="1428081" y="816394"/>
                  </a:lnTo>
                  <a:lnTo>
                    <a:pt x="1355303" y="826003"/>
                  </a:lnTo>
                  <a:lnTo>
                    <a:pt x="1276215" y="834626"/>
                  </a:lnTo>
                  <a:lnTo>
                    <a:pt x="1190929" y="842355"/>
                  </a:lnTo>
                  <a:lnTo>
                    <a:pt x="1100264" y="849245"/>
                  </a:lnTo>
                  <a:lnTo>
                    <a:pt x="1005957" y="855316"/>
                  </a:lnTo>
                  <a:lnTo>
                    <a:pt x="910790" y="860565"/>
                  </a:lnTo>
                  <a:lnTo>
                    <a:pt x="818534" y="864970"/>
                  </a:lnTo>
                  <a:lnTo>
                    <a:pt x="733590" y="868518"/>
                  </a:lnTo>
                  <a:lnTo>
                    <a:pt x="660330" y="871217"/>
                  </a:lnTo>
                  <a:lnTo>
                    <a:pt x="602217" y="873121"/>
                  </a:lnTo>
                  <a:lnTo>
                    <a:pt x="560981" y="874329"/>
                  </a:lnTo>
                  <a:lnTo>
                    <a:pt x="536109" y="874984"/>
                  </a:lnTo>
                  <a:lnTo>
                    <a:pt x="524785" y="875254"/>
                  </a:lnTo>
                  <a:lnTo>
                    <a:pt x="522133" y="875311"/>
                  </a:lnTo>
                  <a:lnTo>
                    <a:pt x="0" y="875311"/>
                  </a:lnTo>
                  <a:close/>
                </a:path>
              </a:pathLst>
            </a:custGeom>
            <a:solidFill>
              <a:srgbClr val="F28E5B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834" name="pl834"/>
            <p:cNvSpPr/>
            <p:nvPr/>
          </p:nvSpPr>
          <p:spPr>
            <a:xfrm>
              <a:off x="386606" y="2783694"/>
              <a:ext cx="8554953" cy="1558619"/>
            </a:xfrm>
            <a:custGeom>
              <a:avLst/>
              <a:pathLst>
                <a:path w="8554953" h="1558619">
                  <a:moveTo>
                    <a:pt x="0" y="875311"/>
                  </a:moveTo>
                  <a:lnTo>
                    <a:pt x="522133" y="875311"/>
                  </a:lnTo>
                  <a:lnTo>
                    <a:pt x="523390" y="875284"/>
                  </a:lnTo>
                  <a:lnTo>
                    <a:pt x="531611" y="875094"/>
                  </a:lnTo>
                  <a:lnTo>
                    <a:pt x="552169" y="874569"/>
                  </a:lnTo>
                  <a:lnTo>
                    <a:pt x="588504" y="873537"/>
                  </a:lnTo>
                  <a:lnTo>
                    <a:pt x="641808" y="871848"/>
                  </a:lnTo>
                  <a:lnTo>
                    <a:pt x="710971" y="869386"/>
                  </a:lnTo>
                  <a:lnTo>
                    <a:pt x="792954" y="866087"/>
                  </a:lnTo>
                  <a:lnTo>
                    <a:pt x="883558" y="861930"/>
                  </a:lnTo>
                  <a:lnTo>
                    <a:pt x="978306" y="856923"/>
                  </a:lnTo>
                  <a:lnTo>
                    <a:pt x="1073196" y="851089"/>
                  </a:lnTo>
                  <a:lnTo>
                    <a:pt x="1165141" y="844437"/>
                  </a:lnTo>
                  <a:lnTo>
                    <a:pt x="1252107" y="836956"/>
                  </a:lnTo>
                  <a:lnTo>
                    <a:pt x="1333031" y="828600"/>
                  </a:lnTo>
                  <a:lnTo>
                    <a:pt x="1407617" y="819288"/>
                  </a:lnTo>
                  <a:lnTo>
                    <a:pt x="1476126" y="808904"/>
                  </a:lnTo>
                  <a:lnTo>
                    <a:pt x="1539176" y="797296"/>
                  </a:lnTo>
                  <a:lnTo>
                    <a:pt x="1597592" y="784290"/>
                  </a:lnTo>
                  <a:lnTo>
                    <a:pt x="1652294" y="769695"/>
                  </a:lnTo>
                  <a:lnTo>
                    <a:pt x="1704208" y="753334"/>
                  </a:lnTo>
                  <a:lnTo>
                    <a:pt x="1754191" y="735078"/>
                  </a:lnTo>
                  <a:lnTo>
                    <a:pt x="1768425" y="729426"/>
                  </a:lnTo>
                  <a:lnTo>
                    <a:pt x="1818887" y="707814"/>
                  </a:lnTo>
                  <a:lnTo>
                    <a:pt x="1868858" y="684069"/>
                  </a:lnTo>
                  <a:lnTo>
                    <a:pt x="1918827" y="658157"/>
                  </a:lnTo>
                  <a:lnTo>
                    <a:pt x="1969133" y="630113"/>
                  </a:lnTo>
                  <a:lnTo>
                    <a:pt x="2019986" y="600046"/>
                  </a:lnTo>
                  <a:lnTo>
                    <a:pt x="2071479" y="568148"/>
                  </a:lnTo>
                  <a:lnTo>
                    <a:pt x="2123605" y="534693"/>
                  </a:lnTo>
                  <a:lnTo>
                    <a:pt x="2176268" y="500025"/>
                  </a:lnTo>
                  <a:lnTo>
                    <a:pt x="2229308" y="464555"/>
                  </a:lnTo>
                  <a:lnTo>
                    <a:pt x="2282517" y="428733"/>
                  </a:lnTo>
                  <a:lnTo>
                    <a:pt x="2335669" y="393027"/>
                  </a:lnTo>
                  <a:lnTo>
                    <a:pt x="2388545" y="357903"/>
                  </a:lnTo>
                  <a:lnTo>
                    <a:pt x="2440957" y="323791"/>
                  </a:lnTo>
                  <a:lnTo>
                    <a:pt x="2492775" y="291072"/>
                  </a:lnTo>
                  <a:lnTo>
                    <a:pt x="2543945" y="260057"/>
                  </a:lnTo>
                  <a:lnTo>
                    <a:pt x="2594507" y="230977"/>
                  </a:lnTo>
                  <a:lnTo>
                    <a:pt x="2644611" y="203985"/>
                  </a:lnTo>
                  <a:lnTo>
                    <a:pt x="2694529" y="179152"/>
                  </a:lnTo>
                  <a:lnTo>
                    <a:pt x="2744673" y="156477"/>
                  </a:lnTo>
                  <a:lnTo>
                    <a:pt x="2770117" y="145885"/>
                  </a:lnTo>
                  <a:lnTo>
                    <a:pt x="2819680" y="127071"/>
                  </a:lnTo>
                  <a:lnTo>
                    <a:pt x="2870951" y="110170"/>
                  </a:lnTo>
                  <a:lnTo>
                    <a:pt x="2924751" y="95080"/>
                  </a:lnTo>
                  <a:lnTo>
                    <a:pt x="2981994" y="81632"/>
                  </a:lnTo>
                  <a:lnTo>
                    <a:pt x="3043610" y="69639"/>
                  </a:lnTo>
                  <a:lnTo>
                    <a:pt x="3110461" y="58916"/>
                  </a:lnTo>
                  <a:lnTo>
                    <a:pt x="3183239" y="49307"/>
                  </a:lnTo>
                  <a:lnTo>
                    <a:pt x="3262327" y="40684"/>
                  </a:lnTo>
                  <a:lnTo>
                    <a:pt x="3347613" y="32955"/>
                  </a:lnTo>
                  <a:lnTo>
                    <a:pt x="3438278" y="26066"/>
                  </a:lnTo>
                  <a:lnTo>
                    <a:pt x="3532586" y="19994"/>
                  </a:lnTo>
                  <a:lnTo>
                    <a:pt x="3627752" y="14746"/>
                  </a:lnTo>
                  <a:lnTo>
                    <a:pt x="3720009" y="10340"/>
                  </a:lnTo>
                  <a:lnTo>
                    <a:pt x="3804952" y="6793"/>
                  </a:lnTo>
                  <a:lnTo>
                    <a:pt x="3878212" y="4093"/>
                  </a:lnTo>
                  <a:lnTo>
                    <a:pt x="3936325" y="2189"/>
                  </a:lnTo>
                  <a:lnTo>
                    <a:pt x="3977561" y="981"/>
                  </a:lnTo>
                  <a:lnTo>
                    <a:pt x="4002433" y="326"/>
                  </a:lnTo>
                  <a:lnTo>
                    <a:pt x="4013757" y="57"/>
                  </a:lnTo>
                  <a:lnTo>
                    <a:pt x="4016377" y="0"/>
                  </a:lnTo>
                  <a:lnTo>
                    <a:pt x="4016409" y="0"/>
                  </a:lnTo>
                  <a:lnTo>
                    <a:pt x="4538543" y="0"/>
                  </a:lnTo>
                  <a:lnTo>
                    <a:pt x="4539774" y="46"/>
                  </a:lnTo>
                  <a:lnTo>
                    <a:pt x="4547825" y="377"/>
                  </a:lnTo>
                  <a:lnTo>
                    <a:pt x="4567976" y="1292"/>
                  </a:lnTo>
                  <a:lnTo>
                    <a:pt x="4603629" y="3090"/>
                  </a:lnTo>
                  <a:lnTo>
                    <a:pt x="4656010" y="6035"/>
                  </a:lnTo>
                  <a:lnTo>
                    <a:pt x="4724099" y="10330"/>
                  </a:lnTo>
                  <a:lnTo>
                    <a:pt x="4804986" y="16091"/>
                  </a:lnTo>
                  <a:lnTo>
                    <a:pt x="4894592" y="23359"/>
                  </a:lnTo>
                  <a:lnTo>
                    <a:pt x="4988530" y="32118"/>
                  </a:lnTo>
                  <a:lnTo>
                    <a:pt x="5082838" y="42333"/>
                  </a:lnTo>
                  <a:lnTo>
                    <a:pt x="5174426" y="53983"/>
                  </a:lnTo>
                  <a:lnTo>
                    <a:pt x="5261229" y="67085"/>
                  </a:lnTo>
                  <a:lnTo>
                    <a:pt x="5342132" y="81713"/>
                  </a:lnTo>
                  <a:lnTo>
                    <a:pt x="5416788" y="98001"/>
                  </a:lnTo>
                  <a:lnTo>
                    <a:pt x="5485409" y="116149"/>
                  </a:lnTo>
                  <a:lnTo>
                    <a:pt x="5548572" y="136413"/>
                  </a:lnTo>
                  <a:lnTo>
                    <a:pt x="5607066" y="159095"/>
                  </a:lnTo>
                  <a:lnTo>
                    <a:pt x="5661787" y="184523"/>
                  </a:lnTo>
                  <a:lnTo>
                    <a:pt x="5713645" y="213015"/>
                  </a:lnTo>
                  <a:lnTo>
                    <a:pt x="5763490" y="244810"/>
                  </a:lnTo>
                  <a:lnTo>
                    <a:pt x="5784835" y="259769"/>
                  </a:lnTo>
                  <a:lnTo>
                    <a:pt x="5830093" y="294084"/>
                  </a:lnTo>
                  <a:lnTo>
                    <a:pt x="5874910" y="331441"/>
                  </a:lnTo>
                  <a:lnTo>
                    <a:pt x="5919657" y="371896"/>
                  </a:lnTo>
                  <a:lnTo>
                    <a:pt x="5964603" y="415430"/>
                  </a:lnTo>
                  <a:lnTo>
                    <a:pt x="6009932" y="461937"/>
                  </a:lnTo>
                  <a:lnTo>
                    <a:pt x="6055749" y="511222"/>
                  </a:lnTo>
                  <a:lnTo>
                    <a:pt x="6102088" y="562992"/>
                  </a:lnTo>
                  <a:lnTo>
                    <a:pt x="6148922" y="616868"/>
                  </a:lnTo>
                  <a:lnTo>
                    <a:pt x="6196170" y="672383"/>
                  </a:lnTo>
                  <a:lnTo>
                    <a:pt x="6243710" y="729008"/>
                  </a:lnTo>
                  <a:lnTo>
                    <a:pt x="6291393" y="786162"/>
                  </a:lnTo>
                  <a:lnTo>
                    <a:pt x="6339057" y="843243"/>
                  </a:lnTo>
                  <a:lnTo>
                    <a:pt x="6386540" y="899653"/>
                  </a:lnTo>
                  <a:lnTo>
                    <a:pt x="6433698" y="954822"/>
                  </a:lnTo>
                  <a:lnTo>
                    <a:pt x="6480419" y="1008233"/>
                  </a:lnTo>
                  <a:lnTo>
                    <a:pt x="6526633" y="1059440"/>
                  </a:lnTo>
                  <a:lnTo>
                    <a:pt x="6572328" y="1108082"/>
                  </a:lnTo>
                  <a:lnTo>
                    <a:pt x="6617553" y="1153891"/>
                  </a:lnTo>
                  <a:lnTo>
                    <a:pt x="6662432" y="1196694"/>
                  </a:lnTo>
                  <a:lnTo>
                    <a:pt x="6707167" y="1236406"/>
                  </a:lnTo>
                  <a:lnTo>
                    <a:pt x="6752052" y="1273027"/>
                  </a:lnTo>
                  <a:lnTo>
                    <a:pt x="6786527" y="1298849"/>
                  </a:lnTo>
                  <a:lnTo>
                    <a:pt x="6835727" y="1332121"/>
                  </a:lnTo>
                  <a:lnTo>
                    <a:pt x="6886607" y="1362035"/>
                  </a:lnTo>
                  <a:lnTo>
                    <a:pt x="6939966" y="1388766"/>
                  </a:lnTo>
                  <a:lnTo>
                    <a:pt x="6996698" y="1412607"/>
                  </a:lnTo>
                  <a:lnTo>
                    <a:pt x="7057714" y="1433888"/>
                  </a:lnTo>
                  <a:lnTo>
                    <a:pt x="7123863" y="1452927"/>
                  </a:lnTo>
                  <a:lnTo>
                    <a:pt x="7195830" y="1470000"/>
                  </a:lnTo>
                  <a:lnTo>
                    <a:pt x="7274007" y="1485333"/>
                  </a:lnTo>
                  <a:lnTo>
                    <a:pt x="7358317" y="1499090"/>
                  </a:lnTo>
                  <a:lnTo>
                    <a:pt x="7448009" y="1511369"/>
                  </a:lnTo>
                  <a:lnTo>
                    <a:pt x="7541448" y="1522212"/>
                  </a:lnTo>
                  <a:lnTo>
                    <a:pt x="7635991" y="1531612"/>
                  </a:lnTo>
                  <a:lnTo>
                    <a:pt x="7728019" y="1539535"/>
                  </a:lnTo>
                  <a:lnTo>
                    <a:pt x="7813256" y="1545954"/>
                  </a:lnTo>
                  <a:lnTo>
                    <a:pt x="7887386" y="1550881"/>
                  </a:lnTo>
                  <a:lnTo>
                    <a:pt x="7946884" y="1554396"/>
                  </a:lnTo>
                  <a:lnTo>
                    <a:pt x="7989833" y="1556666"/>
                  </a:lnTo>
                  <a:lnTo>
                    <a:pt x="8016464" y="1557931"/>
                  </a:lnTo>
                  <a:lnTo>
                    <a:pt x="8029258" y="1558480"/>
                  </a:lnTo>
                  <a:lnTo>
                    <a:pt x="8032713" y="1558615"/>
                  </a:lnTo>
                  <a:lnTo>
                    <a:pt x="8032819" y="1558619"/>
                  </a:lnTo>
                  <a:lnTo>
                    <a:pt x="8554953" y="1558619"/>
                  </a:lnTo>
                  <a:lnTo>
                    <a:pt x="8554953" y="1558619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835" name="pl835"/>
            <p:cNvSpPr/>
            <p:nvPr/>
          </p:nvSpPr>
          <p:spPr>
            <a:xfrm>
              <a:off x="386606" y="2772400"/>
              <a:ext cx="8554953" cy="1558619"/>
            </a:xfrm>
            <a:custGeom>
              <a:avLst/>
              <a:pathLst>
                <a:path w="8554953" h="1558619">
                  <a:moveTo>
                    <a:pt x="8554953" y="1558619"/>
                  </a:moveTo>
                  <a:lnTo>
                    <a:pt x="8032819" y="1558619"/>
                  </a:lnTo>
                  <a:lnTo>
                    <a:pt x="8031588" y="1558572"/>
                  </a:lnTo>
                  <a:lnTo>
                    <a:pt x="8023537" y="1558241"/>
                  </a:lnTo>
                  <a:lnTo>
                    <a:pt x="8003386" y="1557326"/>
                  </a:lnTo>
                  <a:lnTo>
                    <a:pt x="7967733" y="1555529"/>
                  </a:lnTo>
                  <a:lnTo>
                    <a:pt x="7915352" y="1552583"/>
                  </a:lnTo>
                  <a:lnTo>
                    <a:pt x="7847263" y="1548288"/>
                  </a:lnTo>
                  <a:lnTo>
                    <a:pt x="7766376" y="1542527"/>
                  </a:lnTo>
                  <a:lnTo>
                    <a:pt x="7676770" y="1535259"/>
                  </a:lnTo>
                  <a:lnTo>
                    <a:pt x="7582832" y="1526500"/>
                  </a:lnTo>
                  <a:lnTo>
                    <a:pt x="7488524" y="1516285"/>
                  </a:lnTo>
                  <a:lnTo>
                    <a:pt x="7396936" y="1504635"/>
                  </a:lnTo>
                  <a:lnTo>
                    <a:pt x="7310133" y="1491533"/>
                  </a:lnTo>
                  <a:lnTo>
                    <a:pt x="7229230" y="1476906"/>
                  </a:lnTo>
                  <a:lnTo>
                    <a:pt x="7154574" y="1460617"/>
                  </a:lnTo>
                  <a:lnTo>
                    <a:pt x="7085953" y="1442469"/>
                  </a:lnTo>
                  <a:lnTo>
                    <a:pt x="7022790" y="1422205"/>
                  </a:lnTo>
                  <a:lnTo>
                    <a:pt x="6964296" y="1399524"/>
                  </a:lnTo>
                  <a:lnTo>
                    <a:pt x="6909575" y="1374095"/>
                  </a:lnTo>
                  <a:lnTo>
                    <a:pt x="6857717" y="1345604"/>
                  </a:lnTo>
                  <a:lnTo>
                    <a:pt x="6807872" y="1313809"/>
                  </a:lnTo>
                  <a:lnTo>
                    <a:pt x="6786527" y="1298849"/>
                  </a:lnTo>
                  <a:lnTo>
                    <a:pt x="6741269" y="1264534"/>
                  </a:lnTo>
                  <a:lnTo>
                    <a:pt x="6696451" y="1227178"/>
                  </a:lnTo>
                  <a:lnTo>
                    <a:pt x="6651705" y="1186722"/>
                  </a:lnTo>
                  <a:lnTo>
                    <a:pt x="6606759" y="1143188"/>
                  </a:lnTo>
                  <a:lnTo>
                    <a:pt x="6561430" y="1096681"/>
                  </a:lnTo>
                  <a:lnTo>
                    <a:pt x="6515613" y="1047397"/>
                  </a:lnTo>
                  <a:lnTo>
                    <a:pt x="6469273" y="995626"/>
                  </a:lnTo>
                  <a:lnTo>
                    <a:pt x="6422440" y="941751"/>
                  </a:lnTo>
                  <a:lnTo>
                    <a:pt x="6375192" y="886235"/>
                  </a:lnTo>
                  <a:lnTo>
                    <a:pt x="6327652" y="829611"/>
                  </a:lnTo>
                  <a:lnTo>
                    <a:pt x="6279968" y="772457"/>
                  </a:lnTo>
                  <a:lnTo>
                    <a:pt x="6232305" y="715375"/>
                  </a:lnTo>
                  <a:lnTo>
                    <a:pt x="6184822" y="658965"/>
                  </a:lnTo>
                  <a:lnTo>
                    <a:pt x="6137663" y="603796"/>
                  </a:lnTo>
                  <a:lnTo>
                    <a:pt x="6090943" y="550385"/>
                  </a:lnTo>
                  <a:lnTo>
                    <a:pt x="6044729" y="499179"/>
                  </a:lnTo>
                  <a:lnTo>
                    <a:pt x="5999034" y="450537"/>
                  </a:lnTo>
                  <a:lnTo>
                    <a:pt x="5953809" y="404727"/>
                  </a:lnTo>
                  <a:lnTo>
                    <a:pt x="5908930" y="361924"/>
                  </a:lnTo>
                  <a:lnTo>
                    <a:pt x="5864195" y="322212"/>
                  </a:lnTo>
                  <a:lnTo>
                    <a:pt x="5819310" y="285592"/>
                  </a:lnTo>
                  <a:lnTo>
                    <a:pt x="5784835" y="259769"/>
                  </a:lnTo>
                  <a:lnTo>
                    <a:pt x="5735635" y="226498"/>
                  </a:lnTo>
                  <a:lnTo>
                    <a:pt x="5684755" y="196584"/>
                  </a:lnTo>
                  <a:lnTo>
                    <a:pt x="5631396" y="169852"/>
                  </a:lnTo>
                  <a:lnTo>
                    <a:pt x="5574664" y="146011"/>
                  </a:lnTo>
                  <a:lnTo>
                    <a:pt x="5513648" y="124730"/>
                  </a:lnTo>
                  <a:lnTo>
                    <a:pt x="5447499" y="105692"/>
                  </a:lnTo>
                  <a:lnTo>
                    <a:pt x="5375532" y="88618"/>
                  </a:lnTo>
                  <a:lnTo>
                    <a:pt x="5297355" y="73285"/>
                  </a:lnTo>
                  <a:lnTo>
                    <a:pt x="5213044" y="59529"/>
                  </a:lnTo>
                  <a:lnTo>
                    <a:pt x="5123353" y="47249"/>
                  </a:lnTo>
                  <a:lnTo>
                    <a:pt x="5029914" y="36406"/>
                  </a:lnTo>
                  <a:lnTo>
                    <a:pt x="4935371" y="27007"/>
                  </a:lnTo>
                  <a:lnTo>
                    <a:pt x="4843343" y="19083"/>
                  </a:lnTo>
                  <a:lnTo>
                    <a:pt x="4758105" y="12664"/>
                  </a:lnTo>
                  <a:lnTo>
                    <a:pt x="4683976" y="7738"/>
                  </a:lnTo>
                  <a:lnTo>
                    <a:pt x="4624478" y="4222"/>
                  </a:lnTo>
                  <a:lnTo>
                    <a:pt x="4581529" y="1952"/>
                  </a:lnTo>
                  <a:lnTo>
                    <a:pt x="4554898" y="687"/>
                  </a:lnTo>
                  <a:lnTo>
                    <a:pt x="4542104" y="138"/>
                  </a:lnTo>
                  <a:lnTo>
                    <a:pt x="4538649" y="3"/>
                  </a:lnTo>
                  <a:lnTo>
                    <a:pt x="4538543" y="0"/>
                  </a:lnTo>
                  <a:lnTo>
                    <a:pt x="4016409" y="0"/>
                  </a:lnTo>
                  <a:lnTo>
                    <a:pt x="4015152" y="26"/>
                  </a:lnTo>
                  <a:lnTo>
                    <a:pt x="4006932" y="216"/>
                  </a:lnTo>
                  <a:lnTo>
                    <a:pt x="3986374" y="741"/>
                  </a:lnTo>
                  <a:lnTo>
                    <a:pt x="3950039" y="1773"/>
                  </a:lnTo>
                  <a:lnTo>
                    <a:pt x="3896734" y="3463"/>
                  </a:lnTo>
                  <a:lnTo>
                    <a:pt x="3827571" y="5924"/>
                  </a:lnTo>
                  <a:lnTo>
                    <a:pt x="3745588" y="9223"/>
                  </a:lnTo>
                  <a:lnTo>
                    <a:pt x="3654984" y="13381"/>
                  </a:lnTo>
                  <a:lnTo>
                    <a:pt x="3560236" y="18387"/>
                  </a:lnTo>
                  <a:lnTo>
                    <a:pt x="3465346" y="24222"/>
                  </a:lnTo>
                  <a:lnTo>
                    <a:pt x="3373402" y="30873"/>
                  </a:lnTo>
                  <a:lnTo>
                    <a:pt x="3286435" y="38355"/>
                  </a:lnTo>
                  <a:lnTo>
                    <a:pt x="3205511" y="46711"/>
                  </a:lnTo>
                  <a:lnTo>
                    <a:pt x="3130925" y="56022"/>
                  </a:lnTo>
                  <a:lnTo>
                    <a:pt x="3062416" y="66407"/>
                  </a:lnTo>
                  <a:lnTo>
                    <a:pt x="2999367" y="78014"/>
                  </a:lnTo>
                  <a:lnTo>
                    <a:pt x="2940950" y="91021"/>
                  </a:lnTo>
                  <a:lnTo>
                    <a:pt x="2886249" y="105615"/>
                  </a:lnTo>
                  <a:lnTo>
                    <a:pt x="2834334" y="121977"/>
                  </a:lnTo>
                  <a:lnTo>
                    <a:pt x="2784351" y="140233"/>
                  </a:lnTo>
                  <a:lnTo>
                    <a:pt x="2770117" y="145885"/>
                  </a:lnTo>
                  <a:lnTo>
                    <a:pt x="2719655" y="167496"/>
                  </a:lnTo>
                  <a:lnTo>
                    <a:pt x="2669684" y="191241"/>
                  </a:lnTo>
                  <a:lnTo>
                    <a:pt x="2619715" y="217153"/>
                  </a:lnTo>
                  <a:lnTo>
                    <a:pt x="2569409" y="245198"/>
                  </a:lnTo>
                  <a:lnTo>
                    <a:pt x="2518556" y="275265"/>
                  </a:lnTo>
                  <a:lnTo>
                    <a:pt x="2467063" y="307162"/>
                  </a:lnTo>
                  <a:lnTo>
                    <a:pt x="2414937" y="340618"/>
                  </a:lnTo>
                  <a:lnTo>
                    <a:pt x="2362274" y="375285"/>
                  </a:lnTo>
                  <a:lnTo>
                    <a:pt x="2309235" y="410755"/>
                  </a:lnTo>
                  <a:lnTo>
                    <a:pt x="2256025" y="446578"/>
                  </a:lnTo>
                  <a:lnTo>
                    <a:pt x="2202873" y="482283"/>
                  </a:lnTo>
                  <a:lnTo>
                    <a:pt x="2149997" y="517408"/>
                  </a:lnTo>
                  <a:lnTo>
                    <a:pt x="2097585" y="551520"/>
                  </a:lnTo>
                  <a:lnTo>
                    <a:pt x="2045767" y="584239"/>
                  </a:lnTo>
                  <a:lnTo>
                    <a:pt x="1994598" y="615254"/>
                  </a:lnTo>
                  <a:lnTo>
                    <a:pt x="1944035" y="644333"/>
                  </a:lnTo>
                  <a:lnTo>
                    <a:pt x="1893931" y="671325"/>
                  </a:lnTo>
                  <a:lnTo>
                    <a:pt x="1844013" y="696158"/>
                  </a:lnTo>
                  <a:lnTo>
                    <a:pt x="1793869" y="718833"/>
                  </a:lnTo>
                  <a:lnTo>
                    <a:pt x="1768425" y="729426"/>
                  </a:lnTo>
                  <a:lnTo>
                    <a:pt x="1718862" y="748240"/>
                  </a:lnTo>
                  <a:lnTo>
                    <a:pt x="1667591" y="765141"/>
                  </a:lnTo>
                  <a:lnTo>
                    <a:pt x="1613791" y="780231"/>
                  </a:lnTo>
                  <a:lnTo>
                    <a:pt x="1556548" y="793678"/>
                  </a:lnTo>
                  <a:lnTo>
                    <a:pt x="1494932" y="805672"/>
                  </a:lnTo>
                  <a:lnTo>
                    <a:pt x="1428081" y="816394"/>
                  </a:lnTo>
                  <a:lnTo>
                    <a:pt x="1355303" y="826003"/>
                  </a:lnTo>
                  <a:lnTo>
                    <a:pt x="1276215" y="834626"/>
                  </a:lnTo>
                  <a:lnTo>
                    <a:pt x="1190929" y="842355"/>
                  </a:lnTo>
                  <a:lnTo>
                    <a:pt x="1100264" y="849245"/>
                  </a:lnTo>
                  <a:lnTo>
                    <a:pt x="1005957" y="855316"/>
                  </a:lnTo>
                  <a:lnTo>
                    <a:pt x="910790" y="860565"/>
                  </a:lnTo>
                  <a:lnTo>
                    <a:pt x="818534" y="864970"/>
                  </a:lnTo>
                  <a:lnTo>
                    <a:pt x="733590" y="868518"/>
                  </a:lnTo>
                  <a:lnTo>
                    <a:pt x="660330" y="871217"/>
                  </a:lnTo>
                  <a:lnTo>
                    <a:pt x="602217" y="873121"/>
                  </a:lnTo>
                  <a:lnTo>
                    <a:pt x="560981" y="874329"/>
                  </a:lnTo>
                  <a:lnTo>
                    <a:pt x="536109" y="874984"/>
                  </a:lnTo>
                  <a:lnTo>
                    <a:pt x="524785" y="875254"/>
                  </a:lnTo>
                  <a:lnTo>
                    <a:pt x="522165" y="875310"/>
                  </a:lnTo>
                  <a:lnTo>
                    <a:pt x="522133" y="875311"/>
                  </a:lnTo>
                  <a:lnTo>
                    <a:pt x="0" y="875311"/>
                  </a:lnTo>
                  <a:lnTo>
                    <a:pt x="0" y="875311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836" name="pg836"/>
            <p:cNvSpPr/>
            <p:nvPr/>
          </p:nvSpPr>
          <p:spPr>
            <a:xfrm>
              <a:off x="386606" y="2806283"/>
              <a:ext cx="8554953" cy="3213240"/>
            </a:xfrm>
            <a:custGeom>
              <a:avLst/>
              <a:pathLst>
                <a:path w="8554953" h="3213240">
                  <a:moveTo>
                    <a:pt x="0" y="858370"/>
                  </a:moveTo>
                  <a:lnTo>
                    <a:pt x="522133" y="858370"/>
                  </a:lnTo>
                  <a:lnTo>
                    <a:pt x="523391" y="858344"/>
                  </a:lnTo>
                  <a:lnTo>
                    <a:pt x="531615" y="858158"/>
                  </a:lnTo>
                  <a:lnTo>
                    <a:pt x="552183" y="857646"/>
                  </a:lnTo>
                  <a:lnTo>
                    <a:pt x="588534" y="856641"/>
                  </a:lnTo>
                  <a:lnTo>
                    <a:pt x="641861" y="854994"/>
                  </a:lnTo>
                  <a:lnTo>
                    <a:pt x="711050" y="852595"/>
                  </a:lnTo>
                  <a:lnTo>
                    <a:pt x="793059" y="849379"/>
                  </a:lnTo>
                  <a:lnTo>
                    <a:pt x="883686" y="845327"/>
                  </a:lnTo>
                  <a:lnTo>
                    <a:pt x="978454" y="840448"/>
                  </a:lnTo>
                  <a:lnTo>
                    <a:pt x="1073357" y="834762"/>
                  </a:lnTo>
                  <a:lnTo>
                    <a:pt x="1165311" y="828279"/>
                  </a:lnTo>
                  <a:lnTo>
                    <a:pt x="1252281" y="820988"/>
                  </a:lnTo>
                  <a:lnTo>
                    <a:pt x="1333205" y="812845"/>
                  </a:lnTo>
                  <a:lnTo>
                    <a:pt x="1407789" y="803769"/>
                  </a:lnTo>
                  <a:lnTo>
                    <a:pt x="1476295" y="793648"/>
                  </a:lnTo>
                  <a:lnTo>
                    <a:pt x="1539342" y="782335"/>
                  </a:lnTo>
                  <a:lnTo>
                    <a:pt x="1597757" y="769658"/>
                  </a:lnTo>
                  <a:lnTo>
                    <a:pt x="1652458" y="755433"/>
                  </a:lnTo>
                  <a:lnTo>
                    <a:pt x="1704374" y="739485"/>
                  </a:lnTo>
                  <a:lnTo>
                    <a:pt x="1754360" y="721691"/>
                  </a:lnTo>
                  <a:lnTo>
                    <a:pt x="1768425" y="716249"/>
                  </a:lnTo>
                  <a:lnTo>
                    <a:pt x="1819051" y="695123"/>
                  </a:lnTo>
                  <a:lnTo>
                    <a:pt x="1869183" y="671906"/>
                  </a:lnTo>
                  <a:lnTo>
                    <a:pt x="1919316" y="646563"/>
                  </a:lnTo>
                  <a:lnTo>
                    <a:pt x="1969791" y="619130"/>
                  </a:lnTo>
                  <a:lnTo>
                    <a:pt x="2020818" y="589716"/>
                  </a:lnTo>
                  <a:lnTo>
                    <a:pt x="2072491" y="558511"/>
                  </a:lnTo>
                  <a:lnTo>
                    <a:pt x="2124799" y="525784"/>
                  </a:lnTo>
                  <a:lnTo>
                    <a:pt x="2177645" y="491877"/>
                  </a:lnTo>
                  <a:lnTo>
                    <a:pt x="2230864" y="457195"/>
                  </a:lnTo>
                  <a:lnTo>
                    <a:pt x="2284248" y="422180"/>
                  </a:lnTo>
                  <a:lnTo>
                    <a:pt x="2337568" y="387295"/>
                  </a:lnTo>
                  <a:lnTo>
                    <a:pt x="2390601" y="352995"/>
                  </a:lnTo>
                  <a:lnTo>
                    <a:pt x="2443162" y="319704"/>
                  </a:lnTo>
                  <a:lnTo>
                    <a:pt x="2495120" y="287793"/>
                  </a:lnTo>
                  <a:lnTo>
                    <a:pt x="2546426" y="257565"/>
                  </a:lnTo>
                  <a:lnTo>
                    <a:pt x="2597125" y="229244"/>
                  </a:lnTo>
                  <a:lnTo>
                    <a:pt x="2647374" y="202975"/>
                  </a:lnTo>
                  <a:lnTo>
                    <a:pt x="2697455" y="178825"/>
                  </a:lnTo>
                  <a:lnTo>
                    <a:pt x="2747793" y="156789"/>
                  </a:lnTo>
                  <a:lnTo>
                    <a:pt x="2770117" y="147767"/>
                  </a:lnTo>
                  <a:lnTo>
                    <a:pt x="2819688" y="129436"/>
                  </a:lnTo>
                  <a:lnTo>
                    <a:pt x="2870969" y="112968"/>
                  </a:lnTo>
                  <a:lnTo>
                    <a:pt x="2924780" y="98266"/>
                  </a:lnTo>
                  <a:lnTo>
                    <a:pt x="2982035" y="85164"/>
                  </a:lnTo>
                  <a:lnTo>
                    <a:pt x="3043665" y="73479"/>
                  </a:lnTo>
                  <a:lnTo>
                    <a:pt x="3110533" y="63033"/>
                  </a:lnTo>
                  <a:lnTo>
                    <a:pt x="3183331" y="53671"/>
                  </a:lnTo>
                  <a:lnTo>
                    <a:pt x="3262440" y="45270"/>
                  </a:lnTo>
                  <a:lnTo>
                    <a:pt x="3347750" y="37741"/>
                  </a:lnTo>
                  <a:lnTo>
                    <a:pt x="3438438" y="31029"/>
                  </a:lnTo>
                  <a:lnTo>
                    <a:pt x="3532766" y="25115"/>
                  </a:lnTo>
                  <a:lnTo>
                    <a:pt x="3627947" y="20003"/>
                  </a:lnTo>
                  <a:lnTo>
                    <a:pt x="3720209" y="15712"/>
                  </a:lnTo>
                  <a:lnTo>
                    <a:pt x="3805144" y="12257"/>
                  </a:lnTo>
                  <a:lnTo>
                    <a:pt x="3878383" y="9629"/>
                  </a:lnTo>
                  <a:lnTo>
                    <a:pt x="3936462" y="7776"/>
                  </a:lnTo>
                  <a:lnTo>
                    <a:pt x="3977657" y="6600"/>
                  </a:lnTo>
                  <a:lnTo>
                    <a:pt x="4002487" y="5964"/>
                  </a:lnTo>
                  <a:lnTo>
                    <a:pt x="4013776" y="5702"/>
                  </a:lnTo>
                  <a:lnTo>
                    <a:pt x="4016409" y="5647"/>
                  </a:lnTo>
                  <a:lnTo>
                    <a:pt x="4538543" y="5647"/>
                  </a:lnTo>
                  <a:lnTo>
                    <a:pt x="4539664" y="5733"/>
                  </a:lnTo>
                  <a:lnTo>
                    <a:pt x="4547017" y="6352"/>
                  </a:lnTo>
                  <a:lnTo>
                    <a:pt x="4565478" y="8063"/>
                  </a:lnTo>
                  <a:lnTo>
                    <a:pt x="4598286" y="11427"/>
                  </a:lnTo>
                  <a:lnTo>
                    <a:pt x="4646783" y="16952"/>
                  </a:lnTo>
                  <a:lnTo>
                    <a:pt x="4710315" y="25033"/>
                  </a:lnTo>
                  <a:lnTo>
                    <a:pt x="4786484" y="35919"/>
                  </a:lnTo>
                  <a:lnTo>
                    <a:pt x="4871726" y="49710"/>
                  </a:lnTo>
                  <a:lnTo>
                    <a:pt x="4962044" y="66396"/>
                  </a:lnTo>
                  <a:lnTo>
                    <a:pt x="5053676" y="85914"/>
                  </a:lnTo>
                  <a:lnTo>
                    <a:pt x="5143551" y="108209"/>
                  </a:lnTo>
                  <a:lnTo>
                    <a:pt x="5229485" y="133288"/>
                  </a:lnTo>
                  <a:lnTo>
                    <a:pt x="5310171" y="161246"/>
                  </a:lnTo>
                  <a:lnTo>
                    <a:pt x="5385049" y="192293"/>
                  </a:lnTo>
                  <a:lnTo>
                    <a:pt x="5454120" y="226750"/>
                  </a:lnTo>
                  <a:lnTo>
                    <a:pt x="5517780" y="265050"/>
                  </a:lnTo>
                  <a:lnTo>
                    <a:pt x="5576670" y="307721"/>
                  </a:lnTo>
                  <a:lnTo>
                    <a:pt x="5631566" y="355360"/>
                  </a:lnTo>
                  <a:lnTo>
                    <a:pt x="5683299" y="408584"/>
                  </a:lnTo>
                  <a:lnTo>
                    <a:pt x="5732681" y="467945"/>
                  </a:lnTo>
                  <a:lnTo>
                    <a:pt x="5780448" y="533785"/>
                  </a:lnTo>
                  <a:lnTo>
                    <a:pt x="5784835" y="540246"/>
                  </a:lnTo>
                  <a:lnTo>
                    <a:pt x="5820270" y="594927"/>
                  </a:lnTo>
                  <a:lnTo>
                    <a:pt x="5855380" y="653411"/>
                  </a:lnTo>
                  <a:lnTo>
                    <a:pt x="5890358" y="715776"/>
                  </a:lnTo>
                  <a:lnTo>
                    <a:pt x="5925358" y="782044"/>
                  </a:lnTo>
                  <a:lnTo>
                    <a:pt x="5960498" y="852178"/>
                  </a:lnTo>
                  <a:lnTo>
                    <a:pt x="5995867" y="926072"/>
                  </a:lnTo>
                  <a:lnTo>
                    <a:pt x="6031520" y="1003552"/>
                  </a:lnTo>
                  <a:lnTo>
                    <a:pt x="6067487" y="1084370"/>
                  </a:lnTo>
                  <a:lnTo>
                    <a:pt x="6103774" y="1168209"/>
                  </a:lnTo>
                  <a:lnTo>
                    <a:pt x="6140362" y="1254678"/>
                  </a:lnTo>
                  <a:lnTo>
                    <a:pt x="6177216" y="1343327"/>
                  </a:lnTo>
                  <a:lnTo>
                    <a:pt x="6214281" y="1433649"/>
                  </a:lnTo>
                  <a:lnTo>
                    <a:pt x="6251493" y="1525095"/>
                  </a:lnTo>
                  <a:lnTo>
                    <a:pt x="6288776" y="1617085"/>
                  </a:lnTo>
                  <a:lnTo>
                    <a:pt x="6326053" y="1709025"/>
                  </a:lnTo>
                  <a:lnTo>
                    <a:pt x="6363245" y="1800324"/>
                  </a:lnTo>
                  <a:lnTo>
                    <a:pt x="6400280" y="1890405"/>
                  </a:lnTo>
                  <a:lnTo>
                    <a:pt x="6437093" y="1978726"/>
                  </a:lnTo>
                  <a:lnTo>
                    <a:pt x="6473634" y="2064789"/>
                  </a:lnTo>
                  <a:lnTo>
                    <a:pt x="6509868" y="2148151"/>
                  </a:lnTo>
                  <a:lnTo>
                    <a:pt x="6545782" y="2228435"/>
                  </a:lnTo>
                  <a:lnTo>
                    <a:pt x="6581385" y="2305335"/>
                  </a:lnTo>
                  <a:lnTo>
                    <a:pt x="6616711" y="2378615"/>
                  </a:lnTo>
                  <a:lnTo>
                    <a:pt x="6651821" y="2448112"/>
                  </a:lnTo>
                  <a:lnTo>
                    <a:pt x="6686809" y="2513733"/>
                  </a:lnTo>
                  <a:lnTo>
                    <a:pt x="6721796" y="2575451"/>
                  </a:lnTo>
                  <a:lnTo>
                    <a:pt x="6756946" y="2633297"/>
                  </a:lnTo>
                  <a:lnTo>
                    <a:pt x="6786527" y="2678641"/>
                  </a:lnTo>
                  <a:lnTo>
                    <a:pt x="6834176" y="2745089"/>
                  </a:lnTo>
                  <a:lnTo>
                    <a:pt x="6883379" y="2805043"/>
                  </a:lnTo>
                  <a:lnTo>
                    <a:pt x="6934859" y="2858817"/>
                  </a:lnTo>
                  <a:lnTo>
                    <a:pt x="6989426" y="2906950"/>
                  </a:lnTo>
                  <a:lnTo>
                    <a:pt x="7047910" y="2950057"/>
                  </a:lnTo>
                  <a:lnTo>
                    <a:pt x="7111096" y="2988740"/>
                  </a:lnTo>
                  <a:lnTo>
                    <a:pt x="7179642" y="3023535"/>
                  </a:lnTo>
                  <a:lnTo>
                    <a:pt x="7253971" y="3054884"/>
                  </a:lnTo>
                  <a:lnTo>
                    <a:pt x="7334131" y="3083120"/>
                  </a:lnTo>
                  <a:lnTo>
                    <a:pt x="7419619" y="3108461"/>
                  </a:lnTo>
                  <a:lnTo>
                    <a:pt x="7509205" y="3131014"/>
                  </a:lnTo>
                  <a:lnTo>
                    <a:pt x="7600790" y="3150792"/>
                  </a:lnTo>
                  <a:lnTo>
                    <a:pt x="7691381" y="3167745"/>
                  </a:lnTo>
                  <a:lnTo>
                    <a:pt x="7777265" y="3181807"/>
                  </a:lnTo>
                  <a:lnTo>
                    <a:pt x="7854441" y="3192961"/>
                  </a:lnTo>
                  <a:lnTo>
                    <a:pt x="7919274" y="3201295"/>
                  </a:lnTo>
                  <a:lnTo>
                    <a:pt x="7969228" y="3207043"/>
                  </a:lnTo>
                  <a:lnTo>
                    <a:pt x="8003471" y="3210588"/>
                  </a:lnTo>
                  <a:lnTo>
                    <a:pt x="8023158" y="3212430"/>
                  </a:lnTo>
                  <a:lnTo>
                    <a:pt x="8031362" y="3213126"/>
                  </a:lnTo>
                  <a:lnTo>
                    <a:pt x="8032819" y="3213240"/>
                  </a:lnTo>
                  <a:lnTo>
                    <a:pt x="8554953" y="3213240"/>
                  </a:lnTo>
                  <a:lnTo>
                    <a:pt x="8554953" y="3207593"/>
                  </a:lnTo>
                  <a:lnTo>
                    <a:pt x="8032819" y="3207593"/>
                  </a:lnTo>
                  <a:lnTo>
                    <a:pt x="8031698" y="3207506"/>
                  </a:lnTo>
                  <a:lnTo>
                    <a:pt x="8024345" y="3206887"/>
                  </a:lnTo>
                  <a:lnTo>
                    <a:pt x="8005884" y="3205176"/>
                  </a:lnTo>
                  <a:lnTo>
                    <a:pt x="7973076" y="3201812"/>
                  </a:lnTo>
                  <a:lnTo>
                    <a:pt x="7924579" y="3196288"/>
                  </a:lnTo>
                  <a:lnTo>
                    <a:pt x="7861047" y="3188206"/>
                  </a:lnTo>
                  <a:lnTo>
                    <a:pt x="7784878" y="3177321"/>
                  </a:lnTo>
                  <a:lnTo>
                    <a:pt x="7699636" y="3163530"/>
                  </a:lnTo>
                  <a:lnTo>
                    <a:pt x="7609318" y="3146844"/>
                  </a:lnTo>
                  <a:lnTo>
                    <a:pt x="7517686" y="3127326"/>
                  </a:lnTo>
                  <a:lnTo>
                    <a:pt x="7427811" y="3105030"/>
                  </a:lnTo>
                  <a:lnTo>
                    <a:pt x="7341877" y="3079952"/>
                  </a:lnTo>
                  <a:lnTo>
                    <a:pt x="7261191" y="3051993"/>
                  </a:lnTo>
                  <a:lnTo>
                    <a:pt x="7186313" y="3020946"/>
                  </a:lnTo>
                  <a:lnTo>
                    <a:pt x="7117242" y="2986489"/>
                  </a:lnTo>
                  <a:lnTo>
                    <a:pt x="7053582" y="2948189"/>
                  </a:lnTo>
                  <a:lnTo>
                    <a:pt x="6994692" y="2905518"/>
                  </a:lnTo>
                  <a:lnTo>
                    <a:pt x="6939796" y="2857879"/>
                  </a:lnTo>
                  <a:lnTo>
                    <a:pt x="6888063" y="2804656"/>
                  </a:lnTo>
                  <a:lnTo>
                    <a:pt x="6838680" y="2745295"/>
                  </a:lnTo>
                  <a:lnTo>
                    <a:pt x="6790914" y="2679454"/>
                  </a:lnTo>
                  <a:lnTo>
                    <a:pt x="6786527" y="2672994"/>
                  </a:lnTo>
                  <a:lnTo>
                    <a:pt x="6751092" y="2618312"/>
                  </a:lnTo>
                  <a:lnTo>
                    <a:pt x="6715982" y="2559828"/>
                  </a:lnTo>
                  <a:lnTo>
                    <a:pt x="6681004" y="2497463"/>
                  </a:lnTo>
                  <a:lnTo>
                    <a:pt x="6646004" y="2431195"/>
                  </a:lnTo>
                  <a:lnTo>
                    <a:pt x="6610864" y="2361062"/>
                  </a:lnTo>
                  <a:lnTo>
                    <a:pt x="6575495" y="2287168"/>
                  </a:lnTo>
                  <a:lnTo>
                    <a:pt x="6539842" y="2209688"/>
                  </a:lnTo>
                  <a:lnTo>
                    <a:pt x="6503875" y="2128869"/>
                  </a:lnTo>
                  <a:lnTo>
                    <a:pt x="6467588" y="2045031"/>
                  </a:lnTo>
                  <a:lnTo>
                    <a:pt x="6431000" y="1958561"/>
                  </a:lnTo>
                  <a:lnTo>
                    <a:pt x="6394146" y="1869912"/>
                  </a:lnTo>
                  <a:lnTo>
                    <a:pt x="6357080" y="1779590"/>
                  </a:lnTo>
                  <a:lnTo>
                    <a:pt x="6319869" y="1688145"/>
                  </a:lnTo>
                  <a:lnTo>
                    <a:pt x="6282586" y="1596155"/>
                  </a:lnTo>
                  <a:lnTo>
                    <a:pt x="6245309" y="1504214"/>
                  </a:lnTo>
                  <a:lnTo>
                    <a:pt x="6208117" y="1412915"/>
                  </a:lnTo>
                  <a:lnTo>
                    <a:pt x="6171082" y="1322834"/>
                  </a:lnTo>
                  <a:lnTo>
                    <a:pt x="6134269" y="1234513"/>
                  </a:lnTo>
                  <a:lnTo>
                    <a:pt x="6097728" y="1148451"/>
                  </a:lnTo>
                  <a:lnTo>
                    <a:pt x="6061494" y="1065089"/>
                  </a:lnTo>
                  <a:lnTo>
                    <a:pt x="6025580" y="984804"/>
                  </a:lnTo>
                  <a:lnTo>
                    <a:pt x="5989977" y="907904"/>
                  </a:lnTo>
                  <a:lnTo>
                    <a:pt x="5954651" y="834624"/>
                  </a:lnTo>
                  <a:lnTo>
                    <a:pt x="5919541" y="765127"/>
                  </a:lnTo>
                  <a:lnTo>
                    <a:pt x="5884553" y="699506"/>
                  </a:lnTo>
                  <a:lnTo>
                    <a:pt x="5849565" y="637789"/>
                  </a:lnTo>
                  <a:lnTo>
                    <a:pt x="5814416" y="579942"/>
                  </a:lnTo>
                  <a:lnTo>
                    <a:pt x="5784835" y="534598"/>
                  </a:lnTo>
                  <a:lnTo>
                    <a:pt x="5737186" y="468151"/>
                  </a:lnTo>
                  <a:lnTo>
                    <a:pt x="5687983" y="408196"/>
                  </a:lnTo>
                  <a:lnTo>
                    <a:pt x="5636503" y="354422"/>
                  </a:lnTo>
                  <a:lnTo>
                    <a:pt x="5581936" y="306290"/>
                  </a:lnTo>
                  <a:lnTo>
                    <a:pt x="5523452" y="263182"/>
                  </a:lnTo>
                  <a:lnTo>
                    <a:pt x="5460266" y="224499"/>
                  </a:lnTo>
                  <a:lnTo>
                    <a:pt x="5391720" y="189704"/>
                  </a:lnTo>
                  <a:lnTo>
                    <a:pt x="5317391" y="158355"/>
                  </a:lnTo>
                  <a:lnTo>
                    <a:pt x="5237231" y="130119"/>
                  </a:lnTo>
                  <a:lnTo>
                    <a:pt x="5151743" y="104779"/>
                  </a:lnTo>
                  <a:lnTo>
                    <a:pt x="5062157" y="82225"/>
                  </a:lnTo>
                  <a:lnTo>
                    <a:pt x="4970572" y="62447"/>
                  </a:lnTo>
                  <a:lnTo>
                    <a:pt x="4879981" y="45494"/>
                  </a:lnTo>
                  <a:lnTo>
                    <a:pt x="4794097" y="31432"/>
                  </a:lnTo>
                  <a:lnTo>
                    <a:pt x="4716921" y="20278"/>
                  </a:lnTo>
                  <a:lnTo>
                    <a:pt x="4652088" y="11944"/>
                  </a:lnTo>
                  <a:lnTo>
                    <a:pt x="4602134" y="6196"/>
                  </a:lnTo>
                  <a:lnTo>
                    <a:pt x="4567891" y="2651"/>
                  </a:lnTo>
                  <a:lnTo>
                    <a:pt x="4548204" y="809"/>
                  </a:lnTo>
                  <a:lnTo>
                    <a:pt x="4540000" y="113"/>
                  </a:lnTo>
                  <a:lnTo>
                    <a:pt x="4538543" y="0"/>
                  </a:lnTo>
                  <a:lnTo>
                    <a:pt x="4016409" y="0"/>
                  </a:lnTo>
                  <a:lnTo>
                    <a:pt x="4015151" y="25"/>
                  </a:lnTo>
                  <a:lnTo>
                    <a:pt x="4006927" y="211"/>
                  </a:lnTo>
                  <a:lnTo>
                    <a:pt x="3986359" y="723"/>
                  </a:lnTo>
                  <a:lnTo>
                    <a:pt x="3950008" y="1728"/>
                  </a:lnTo>
                  <a:lnTo>
                    <a:pt x="3896681" y="3375"/>
                  </a:lnTo>
                  <a:lnTo>
                    <a:pt x="3827493" y="5774"/>
                  </a:lnTo>
                  <a:lnTo>
                    <a:pt x="3745483" y="8990"/>
                  </a:lnTo>
                  <a:lnTo>
                    <a:pt x="3654856" y="13042"/>
                  </a:lnTo>
                  <a:lnTo>
                    <a:pt x="3560088" y="17921"/>
                  </a:lnTo>
                  <a:lnTo>
                    <a:pt x="3465185" y="23607"/>
                  </a:lnTo>
                  <a:lnTo>
                    <a:pt x="3373232" y="30090"/>
                  </a:lnTo>
                  <a:lnTo>
                    <a:pt x="3286261" y="37381"/>
                  </a:lnTo>
                  <a:lnTo>
                    <a:pt x="3205337" y="45524"/>
                  </a:lnTo>
                  <a:lnTo>
                    <a:pt x="3130753" y="54600"/>
                  </a:lnTo>
                  <a:lnTo>
                    <a:pt x="3062247" y="64721"/>
                  </a:lnTo>
                  <a:lnTo>
                    <a:pt x="2999200" y="76034"/>
                  </a:lnTo>
                  <a:lnTo>
                    <a:pt x="2940785" y="88711"/>
                  </a:lnTo>
                  <a:lnTo>
                    <a:pt x="2886084" y="102936"/>
                  </a:lnTo>
                  <a:lnTo>
                    <a:pt x="2834168" y="118884"/>
                  </a:lnTo>
                  <a:lnTo>
                    <a:pt x="2784182" y="136678"/>
                  </a:lnTo>
                  <a:lnTo>
                    <a:pt x="2770117" y="142120"/>
                  </a:lnTo>
                  <a:lnTo>
                    <a:pt x="2719492" y="163246"/>
                  </a:lnTo>
                  <a:lnTo>
                    <a:pt x="2669359" y="186463"/>
                  </a:lnTo>
                  <a:lnTo>
                    <a:pt x="2619226" y="211806"/>
                  </a:lnTo>
                  <a:lnTo>
                    <a:pt x="2568751" y="239239"/>
                  </a:lnTo>
                  <a:lnTo>
                    <a:pt x="2517724" y="268653"/>
                  </a:lnTo>
                  <a:lnTo>
                    <a:pt x="2466051" y="299858"/>
                  </a:lnTo>
                  <a:lnTo>
                    <a:pt x="2413743" y="332585"/>
                  </a:lnTo>
                  <a:lnTo>
                    <a:pt x="2360897" y="366492"/>
                  </a:lnTo>
                  <a:lnTo>
                    <a:pt x="2307678" y="401174"/>
                  </a:lnTo>
                  <a:lnTo>
                    <a:pt x="2254294" y="436189"/>
                  </a:lnTo>
                  <a:lnTo>
                    <a:pt x="2200974" y="471074"/>
                  </a:lnTo>
                  <a:lnTo>
                    <a:pt x="2147941" y="505374"/>
                  </a:lnTo>
                  <a:lnTo>
                    <a:pt x="2095380" y="538665"/>
                  </a:lnTo>
                  <a:lnTo>
                    <a:pt x="2043422" y="570576"/>
                  </a:lnTo>
                  <a:lnTo>
                    <a:pt x="1992117" y="600804"/>
                  </a:lnTo>
                  <a:lnTo>
                    <a:pt x="1941418" y="629125"/>
                  </a:lnTo>
                  <a:lnTo>
                    <a:pt x="1891168" y="655394"/>
                  </a:lnTo>
                  <a:lnTo>
                    <a:pt x="1841087" y="679544"/>
                  </a:lnTo>
                  <a:lnTo>
                    <a:pt x="1790750" y="701580"/>
                  </a:lnTo>
                  <a:lnTo>
                    <a:pt x="1768425" y="710602"/>
                  </a:lnTo>
                  <a:lnTo>
                    <a:pt x="1718854" y="728933"/>
                  </a:lnTo>
                  <a:lnTo>
                    <a:pt x="1667573" y="745401"/>
                  </a:lnTo>
                  <a:lnTo>
                    <a:pt x="1613762" y="760103"/>
                  </a:lnTo>
                  <a:lnTo>
                    <a:pt x="1556507" y="773205"/>
                  </a:lnTo>
                  <a:lnTo>
                    <a:pt x="1494877" y="784890"/>
                  </a:lnTo>
                  <a:lnTo>
                    <a:pt x="1428009" y="795336"/>
                  </a:lnTo>
                  <a:lnTo>
                    <a:pt x="1355211" y="804698"/>
                  </a:lnTo>
                  <a:lnTo>
                    <a:pt x="1276102" y="813099"/>
                  </a:lnTo>
                  <a:lnTo>
                    <a:pt x="1190792" y="820628"/>
                  </a:lnTo>
                  <a:lnTo>
                    <a:pt x="1100104" y="827340"/>
                  </a:lnTo>
                  <a:lnTo>
                    <a:pt x="1005776" y="833254"/>
                  </a:lnTo>
                  <a:lnTo>
                    <a:pt x="910595" y="838366"/>
                  </a:lnTo>
                  <a:lnTo>
                    <a:pt x="818334" y="842657"/>
                  </a:lnTo>
                  <a:lnTo>
                    <a:pt x="733398" y="846112"/>
                  </a:lnTo>
                  <a:lnTo>
                    <a:pt x="660159" y="848740"/>
                  </a:lnTo>
                  <a:lnTo>
                    <a:pt x="602080" y="850593"/>
                  </a:lnTo>
                  <a:lnTo>
                    <a:pt x="560885" y="851769"/>
                  </a:lnTo>
                  <a:lnTo>
                    <a:pt x="536055" y="852405"/>
                  </a:lnTo>
                  <a:lnTo>
                    <a:pt x="524766" y="852667"/>
                  </a:lnTo>
                  <a:lnTo>
                    <a:pt x="522133" y="852722"/>
                  </a:lnTo>
                  <a:lnTo>
                    <a:pt x="0" y="852722"/>
                  </a:lnTo>
                  <a:close/>
                </a:path>
              </a:pathLst>
            </a:custGeom>
            <a:solidFill>
              <a:srgbClr val="F28E5B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837" name="pl837"/>
            <p:cNvSpPr/>
            <p:nvPr/>
          </p:nvSpPr>
          <p:spPr>
            <a:xfrm>
              <a:off x="386606" y="2811930"/>
              <a:ext cx="8554953" cy="3207593"/>
            </a:xfrm>
            <a:custGeom>
              <a:avLst/>
              <a:pathLst>
                <a:path w="8554953" h="3207593">
                  <a:moveTo>
                    <a:pt x="0" y="852722"/>
                  </a:moveTo>
                  <a:lnTo>
                    <a:pt x="522133" y="852722"/>
                  </a:lnTo>
                  <a:lnTo>
                    <a:pt x="523391" y="852696"/>
                  </a:lnTo>
                  <a:lnTo>
                    <a:pt x="531615" y="852511"/>
                  </a:lnTo>
                  <a:lnTo>
                    <a:pt x="552183" y="851999"/>
                  </a:lnTo>
                  <a:lnTo>
                    <a:pt x="588534" y="850994"/>
                  </a:lnTo>
                  <a:lnTo>
                    <a:pt x="641861" y="849347"/>
                  </a:lnTo>
                  <a:lnTo>
                    <a:pt x="711050" y="846947"/>
                  </a:lnTo>
                  <a:lnTo>
                    <a:pt x="793059" y="843732"/>
                  </a:lnTo>
                  <a:lnTo>
                    <a:pt x="883686" y="839680"/>
                  </a:lnTo>
                  <a:lnTo>
                    <a:pt x="978454" y="834801"/>
                  </a:lnTo>
                  <a:lnTo>
                    <a:pt x="1073357" y="829115"/>
                  </a:lnTo>
                  <a:lnTo>
                    <a:pt x="1165311" y="822632"/>
                  </a:lnTo>
                  <a:lnTo>
                    <a:pt x="1252281" y="815341"/>
                  </a:lnTo>
                  <a:lnTo>
                    <a:pt x="1333205" y="807197"/>
                  </a:lnTo>
                  <a:lnTo>
                    <a:pt x="1407789" y="798122"/>
                  </a:lnTo>
                  <a:lnTo>
                    <a:pt x="1476295" y="788001"/>
                  </a:lnTo>
                  <a:lnTo>
                    <a:pt x="1539342" y="776688"/>
                  </a:lnTo>
                  <a:lnTo>
                    <a:pt x="1597757" y="764011"/>
                  </a:lnTo>
                  <a:lnTo>
                    <a:pt x="1652458" y="749785"/>
                  </a:lnTo>
                  <a:lnTo>
                    <a:pt x="1704374" y="733838"/>
                  </a:lnTo>
                  <a:lnTo>
                    <a:pt x="1754360" y="716044"/>
                  </a:lnTo>
                  <a:lnTo>
                    <a:pt x="1768425" y="710602"/>
                  </a:lnTo>
                  <a:lnTo>
                    <a:pt x="1819051" y="689476"/>
                  </a:lnTo>
                  <a:lnTo>
                    <a:pt x="1869183" y="666258"/>
                  </a:lnTo>
                  <a:lnTo>
                    <a:pt x="1919316" y="640916"/>
                  </a:lnTo>
                  <a:lnTo>
                    <a:pt x="1969791" y="613483"/>
                  </a:lnTo>
                  <a:lnTo>
                    <a:pt x="2020818" y="584069"/>
                  </a:lnTo>
                  <a:lnTo>
                    <a:pt x="2072491" y="552864"/>
                  </a:lnTo>
                  <a:lnTo>
                    <a:pt x="2124799" y="520137"/>
                  </a:lnTo>
                  <a:lnTo>
                    <a:pt x="2177645" y="486230"/>
                  </a:lnTo>
                  <a:lnTo>
                    <a:pt x="2230864" y="451548"/>
                  </a:lnTo>
                  <a:lnTo>
                    <a:pt x="2284248" y="416533"/>
                  </a:lnTo>
                  <a:lnTo>
                    <a:pt x="2337568" y="381648"/>
                  </a:lnTo>
                  <a:lnTo>
                    <a:pt x="2390601" y="347348"/>
                  </a:lnTo>
                  <a:lnTo>
                    <a:pt x="2443162" y="314057"/>
                  </a:lnTo>
                  <a:lnTo>
                    <a:pt x="2495120" y="282146"/>
                  </a:lnTo>
                  <a:lnTo>
                    <a:pt x="2546426" y="251918"/>
                  </a:lnTo>
                  <a:lnTo>
                    <a:pt x="2597125" y="223597"/>
                  </a:lnTo>
                  <a:lnTo>
                    <a:pt x="2647374" y="197328"/>
                  </a:lnTo>
                  <a:lnTo>
                    <a:pt x="2697455" y="173178"/>
                  </a:lnTo>
                  <a:lnTo>
                    <a:pt x="2747793" y="151141"/>
                  </a:lnTo>
                  <a:lnTo>
                    <a:pt x="2770117" y="142120"/>
                  </a:lnTo>
                  <a:lnTo>
                    <a:pt x="2819688" y="123789"/>
                  </a:lnTo>
                  <a:lnTo>
                    <a:pt x="2870969" y="107321"/>
                  </a:lnTo>
                  <a:lnTo>
                    <a:pt x="2924780" y="92619"/>
                  </a:lnTo>
                  <a:lnTo>
                    <a:pt x="2982035" y="79517"/>
                  </a:lnTo>
                  <a:lnTo>
                    <a:pt x="3043665" y="67832"/>
                  </a:lnTo>
                  <a:lnTo>
                    <a:pt x="3110533" y="57386"/>
                  </a:lnTo>
                  <a:lnTo>
                    <a:pt x="3183331" y="48024"/>
                  </a:lnTo>
                  <a:lnTo>
                    <a:pt x="3262440" y="39623"/>
                  </a:lnTo>
                  <a:lnTo>
                    <a:pt x="3347750" y="32094"/>
                  </a:lnTo>
                  <a:lnTo>
                    <a:pt x="3438438" y="25382"/>
                  </a:lnTo>
                  <a:lnTo>
                    <a:pt x="3532766" y="19468"/>
                  </a:lnTo>
                  <a:lnTo>
                    <a:pt x="3627947" y="14356"/>
                  </a:lnTo>
                  <a:lnTo>
                    <a:pt x="3720209" y="10065"/>
                  </a:lnTo>
                  <a:lnTo>
                    <a:pt x="3805144" y="6610"/>
                  </a:lnTo>
                  <a:lnTo>
                    <a:pt x="3878383" y="3982"/>
                  </a:lnTo>
                  <a:lnTo>
                    <a:pt x="3936462" y="2129"/>
                  </a:lnTo>
                  <a:lnTo>
                    <a:pt x="3977657" y="953"/>
                  </a:lnTo>
                  <a:lnTo>
                    <a:pt x="4002487" y="316"/>
                  </a:lnTo>
                  <a:lnTo>
                    <a:pt x="4013776" y="55"/>
                  </a:lnTo>
                  <a:lnTo>
                    <a:pt x="4016379" y="0"/>
                  </a:lnTo>
                  <a:lnTo>
                    <a:pt x="4016409" y="0"/>
                  </a:lnTo>
                  <a:lnTo>
                    <a:pt x="4538543" y="0"/>
                  </a:lnTo>
                  <a:lnTo>
                    <a:pt x="4539664" y="86"/>
                  </a:lnTo>
                  <a:lnTo>
                    <a:pt x="4547017" y="705"/>
                  </a:lnTo>
                  <a:lnTo>
                    <a:pt x="4565478" y="2416"/>
                  </a:lnTo>
                  <a:lnTo>
                    <a:pt x="4598286" y="5780"/>
                  </a:lnTo>
                  <a:lnTo>
                    <a:pt x="4646783" y="11305"/>
                  </a:lnTo>
                  <a:lnTo>
                    <a:pt x="4710315" y="19386"/>
                  </a:lnTo>
                  <a:lnTo>
                    <a:pt x="4786484" y="30271"/>
                  </a:lnTo>
                  <a:lnTo>
                    <a:pt x="4871726" y="44063"/>
                  </a:lnTo>
                  <a:lnTo>
                    <a:pt x="4962044" y="60749"/>
                  </a:lnTo>
                  <a:lnTo>
                    <a:pt x="5053676" y="80266"/>
                  </a:lnTo>
                  <a:lnTo>
                    <a:pt x="5143551" y="102562"/>
                  </a:lnTo>
                  <a:lnTo>
                    <a:pt x="5229485" y="127641"/>
                  </a:lnTo>
                  <a:lnTo>
                    <a:pt x="5310171" y="155599"/>
                  </a:lnTo>
                  <a:lnTo>
                    <a:pt x="5385049" y="186646"/>
                  </a:lnTo>
                  <a:lnTo>
                    <a:pt x="5454120" y="221103"/>
                  </a:lnTo>
                  <a:lnTo>
                    <a:pt x="5517780" y="259403"/>
                  </a:lnTo>
                  <a:lnTo>
                    <a:pt x="5576670" y="302074"/>
                  </a:lnTo>
                  <a:lnTo>
                    <a:pt x="5631566" y="349713"/>
                  </a:lnTo>
                  <a:lnTo>
                    <a:pt x="5683299" y="402937"/>
                  </a:lnTo>
                  <a:lnTo>
                    <a:pt x="5732681" y="462297"/>
                  </a:lnTo>
                  <a:lnTo>
                    <a:pt x="5780448" y="528138"/>
                  </a:lnTo>
                  <a:lnTo>
                    <a:pt x="5784835" y="534598"/>
                  </a:lnTo>
                  <a:lnTo>
                    <a:pt x="5820270" y="589280"/>
                  </a:lnTo>
                  <a:lnTo>
                    <a:pt x="5855380" y="647764"/>
                  </a:lnTo>
                  <a:lnTo>
                    <a:pt x="5890358" y="710129"/>
                  </a:lnTo>
                  <a:lnTo>
                    <a:pt x="5925358" y="776397"/>
                  </a:lnTo>
                  <a:lnTo>
                    <a:pt x="5960498" y="846531"/>
                  </a:lnTo>
                  <a:lnTo>
                    <a:pt x="5995867" y="920425"/>
                  </a:lnTo>
                  <a:lnTo>
                    <a:pt x="6031520" y="997904"/>
                  </a:lnTo>
                  <a:lnTo>
                    <a:pt x="6067487" y="1078723"/>
                  </a:lnTo>
                  <a:lnTo>
                    <a:pt x="6103774" y="1162561"/>
                  </a:lnTo>
                  <a:lnTo>
                    <a:pt x="6140362" y="1249031"/>
                  </a:lnTo>
                  <a:lnTo>
                    <a:pt x="6177216" y="1337680"/>
                  </a:lnTo>
                  <a:lnTo>
                    <a:pt x="6214281" y="1428002"/>
                  </a:lnTo>
                  <a:lnTo>
                    <a:pt x="6251493" y="1519448"/>
                  </a:lnTo>
                  <a:lnTo>
                    <a:pt x="6288776" y="1611438"/>
                  </a:lnTo>
                  <a:lnTo>
                    <a:pt x="6326053" y="1703378"/>
                  </a:lnTo>
                  <a:lnTo>
                    <a:pt x="6363245" y="1794677"/>
                  </a:lnTo>
                  <a:lnTo>
                    <a:pt x="6400280" y="1884758"/>
                  </a:lnTo>
                  <a:lnTo>
                    <a:pt x="6437093" y="1973079"/>
                  </a:lnTo>
                  <a:lnTo>
                    <a:pt x="6473634" y="2059141"/>
                  </a:lnTo>
                  <a:lnTo>
                    <a:pt x="6509868" y="2142503"/>
                  </a:lnTo>
                  <a:lnTo>
                    <a:pt x="6545782" y="2222788"/>
                  </a:lnTo>
                  <a:lnTo>
                    <a:pt x="6581385" y="2299688"/>
                  </a:lnTo>
                  <a:lnTo>
                    <a:pt x="6616711" y="2372968"/>
                  </a:lnTo>
                  <a:lnTo>
                    <a:pt x="6651821" y="2442465"/>
                  </a:lnTo>
                  <a:lnTo>
                    <a:pt x="6686809" y="2508086"/>
                  </a:lnTo>
                  <a:lnTo>
                    <a:pt x="6721796" y="2569804"/>
                  </a:lnTo>
                  <a:lnTo>
                    <a:pt x="6756946" y="2627650"/>
                  </a:lnTo>
                  <a:lnTo>
                    <a:pt x="6786527" y="2672994"/>
                  </a:lnTo>
                  <a:lnTo>
                    <a:pt x="6834176" y="2739441"/>
                  </a:lnTo>
                  <a:lnTo>
                    <a:pt x="6883379" y="2799396"/>
                  </a:lnTo>
                  <a:lnTo>
                    <a:pt x="6934859" y="2853170"/>
                  </a:lnTo>
                  <a:lnTo>
                    <a:pt x="6989426" y="2901303"/>
                  </a:lnTo>
                  <a:lnTo>
                    <a:pt x="7047910" y="2944410"/>
                  </a:lnTo>
                  <a:lnTo>
                    <a:pt x="7111096" y="2983093"/>
                  </a:lnTo>
                  <a:lnTo>
                    <a:pt x="7179642" y="3017888"/>
                  </a:lnTo>
                  <a:lnTo>
                    <a:pt x="7253971" y="3049237"/>
                  </a:lnTo>
                  <a:lnTo>
                    <a:pt x="7334131" y="3077473"/>
                  </a:lnTo>
                  <a:lnTo>
                    <a:pt x="7419619" y="3102814"/>
                  </a:lnTo>
                  <a:lnTo>
                    <a:pt x="7509205" y="3125367"/>
                  </a:lnTo>
                  <a:lnTo>
                    <a:pt x="7600790" y="3145145"/>
                  </a:lnTo>
                  <a:lnTo>
                    <a:pt x="7691381" y="3162098"/>
                  </a:lnTo>
                  <a:lnTo>
                    <a:pt x="7777265" y="3176160"/>
                  </a:lnTo>
                  <a:lnTo>
                    <a:pt x="7854441" y="3187314"/>
                  </a:lnTo>
                  <a:lnTo>
                    <a:pt x="7919274" y="3195648"/>
                  </a:lnTo>
                  <a:lnTo>
                    <a:pt x="7969228" y="3201396"/>
                  </a:lnTo>
                  <a:lnTo>
                    <a:pt x="8003471" y="3204941"/>
                  </a:lnTo>
                  <a:lnTo>
                    <a:pt x="8023158" y="3206783"/>
                  </a:lnTo>
                  <a:lnTo>
                    <a:pt x="8031362" y="3207479"/>
                  </a:lnTo>
                  <a:lnTo>
                    <a:pt x="8032818" y="3207593"/>
                  </a:lnTo>
                  <a:lnTo>
                    <a:pt x="8032819" y="3207593"/>
                  </a:lnTo>
                  <a:lnTo>
                    <a:pt x="8554953" y="3207593"/>
                  </a:lnTo>
                  <a:lnTo>
                    <a:pt x="8554953" y="3207593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838" name="pl838"/>
            <p:cNvSpPr/>
            <p:nvPr/>
          </p:nvSpPr>
          <p:spPr>
            <a:xfrm>
              <a:off x="386606" y="2806283"/>
              <a:ext cx="8554953" cy="3207593"/>
            </a:xfrm>
            <a:custGeom>
              <a:avLst/>
              <a:pathLst>
                <a:path w="8554953" h="3207593">
                  <a:moveTo>
                    <a:pt x="8554953" y="3207593"/>
                  </a:moveTo>
                  <a:lnTo>
                    <a:pt x="8032819" y="3207593"/>
                  </a:lnTo>
                  <a:lnTo>
                    <a:pt x="8031698" y="3207506"/>
                  </a:lnTo>
                  <a:lnTo>
                    <a:pt x="8024345" y="3206887"/>
                  </a:lnTo>
                  <a:lnTo>
                    <a:pt x="8005884" y="3205176"/>
                  </a:lnTo>
                  <a:lnTo>
                    <a:pt x="7973076" y="3201812"/>
                  </a:lnTo>
                  <a:lnTo>
                    <a:pt x="7924579" y="3196288"/>
                  </a:lnTo>
                  <a:lnTo>
                    <a:pt x="7861047" y="3188206"/>
                  </a:lnTo>
                  <a:lnTo>
                    <a:pt x="7784878" y="3177321"/>
                  </a:lnTo>
                  <a:lnTo>
                    <a:pt x="7699636" y="3163530"/>
                  </a:lnTo>
                  <a:lnTo>
                    <a:pt x="7609318" y="3146844"/>
                  </a:lnTo>
                  <a:lnTo>
                    <a:pt x="7517686" y="3127326"/>
                  </a:lnTo>
                  <a:lnTo>
                    <a:pt x="7427811" y="3105030"/>
                  </a:lnTo>
                  <a:lnTo>
                    <a:pt x="7341877" y="3079952"/>
                  </a:lnTo>
                  <a:lnTo>
                    <a:pt x="7261191" y="3051993"/>
                  </a:lnTo>
                  <a:lnTo>
                    <a:pt x="7186313" y="3020946"/>
                  </a:lnTo>
                  <a:lnTo>
                    <a:pt x="7117242" y="2986489"/>
                  </a:lnTo>
                  <a:lnTo>
                    <a:pt x="7053582" y="2948189"/>
                  </a:lnTo>
                  <a:lnTo>
                    <a:pt x="6994692" y="2905518"/>
                  </a:lnTo>
                  <a:lnTo>
                    <a:pt x="6939796" y="2857879"/>
                  </a:lnTo>
                  <a:lnTo>
                    <a:pt x="6888063" y="2804656"/>
                  </a:lnTo>
                  <a:lnTo>
                    <a:pt x="6838680" y="2745295"/>
                  </a:lnTo>
                  <a:lnTo>
                    <a:pt x="6790914" y="2679454"/>
                  </a:lnTo>
                  <a:lnTo>
                    <a:pt x="6786527" y="2672994"/>
                  </a:lnTo>
                  <a:lnTo>
                    <a:pt x="6751092" y="2618312"/>
                  </a:lnTo>
                  <a:lnTo>
                    <a:pt x="6715982" y="2559828"/>
                  </a:lnTo>
                  <a:lnTo>
                    <a:pt x="6681004" y="2497463"/>
                  </a:lnTo>
                  <a:lnTo>
                    <a:pt x="6646004" y="2431195"/>
                  </a:lnTo>
                  <a:lnTo>
                    <a:pt x="6610864" y="2361062"/>
                  </a:lnTo>
                  <a:lnTo>
                    <a:pt x="6575495" y="2287168"/>
                  </a:lnTo>
                  <a:lnTo>
                    <a:pt x="6539842" y="2209688"/>
                  </a:lnTo>
                  <a:lnTo>
                    <a:pt x="6503875" y="2128869"/>
                  </a:lnTo>
                  <a:lnTo>
                    <a:pt x="6467588" y="2045031"/>
                  </a:lnTo>
                  <a:lnTo>
                    <a:pt x="6431000" y="1958561"/>
                  </a:lnTo>
                  <a:lnTo>
                    <a:pt x="6394146" y="1869912"/>
                  </a:lnTo>
                  <a:lnTo>
                    <a:pt x="6357080" y="1779590"/>
                  </a:lnTo>
                  <a:lnTo>
                    <a:pt x="6319869" y="1688145"/>
                  </a:lnTo>
                  <a:lnTo>
                    <a:pt x="6282586" y="1596155"/>
                  </a:lnTo>
                  <a:lnTo>
                    <a:pt x="6245309" y="1504214"/>
                  </a:lnTo>
                  <a:lnTo>
                    <a:pt x="6208117" y="1412915"/>
                  </a:lnTo>
                  <a:lnTo>
                    <a:pt x="6171082" y="1322834"/>
                  </a:lnTo>
                  <a:lnTo>
                    <a:pt x="6134269" y="1234513"/>
                  </a:lnTo>
                  <a:lnTo>
                    <a:pt x="6097728" y="1148451"/>
                  </a:lnTo>
                  <a:lnTo>
                    <a:pt x="6061494" y="1065089"/>
                  </a:lnTo>
                  <a:lnTo>
                    <a:pt x="6025580" y="984804"/>
                  </a:lnTo>
                  <a:lnTo>
                    <a:pt x="5989977" y="907904"/>
                  </a:lnTo>
                  <a:lnTo>
                    <a:pt x="5954651" y="834624"/>
                  </a:lnTo>
                  <a:lnTo>
                    <a:pt x="5919541" y="765127"/>
                  </a:lnTo>
                  <a:lnTo>
                    <a:pt x="5884553" y="699506"/>
                  </a:lnTo>
                  <a:lnTo>
                    <a:pt x="5849565" y="637789"/>
                  </a:lnTo>
                  <a:lnTo>
                    <a:pt x="5814416" y="579942"/>
                  </a:lnTo>
                  <a:lnTo>
                    <a:pt x="5784835" y="534598"/>
                  </a:lnTo>
                  <a:lnTo>
                    <a:pt x="5737186" y="468151"/>
                  </a:lnTo>
                  <a:lnTo>
                    <a:pt x="5687983" y="408196"/>
                  </a:lnTo>
                  <a:lnTo>
                    <a:pt x="5636503" y="354422"/>
                  </a:lnTo>
                  <a:lnTo>
                    <a:pt x="5581936" y="306290"/>
                  </a:lnTo>
                  <a:lnTo>
                    <a:pt x="5523452" y="263182"/>
                  </a:lnTo>
                  <a:lnTo>
                    <a:pt x="5460266" y="224499"/>
                  </a:lnTo>
                  <a:lnTo>
                    <a:pt x="5391720" y="189704"/>
                  </a:lnTo>
                  <a:lnTo>
                    <a:pt x="5317391" y="158355"/>
                  </a:lnTo>
                  <a:lnTo>
                    <a:pt x="5237231" y="130119"/>
                  </a:lnTo>
                  <a:lnTo>
                    <a:pt x="5151743" y="104779"/>
                  </a:lnTo>
                  <a:lnTo>
                    <a:pt x="5062157" y="82225"/>
                  </a:lnTo>
                  <a:lnTo>
                    <a:pt x="4970572" y="62447"/>
                  </a:lnTo>
                  <a:lnTo>
                    <a:pt x="4879981" y="45494"/>
                  </a:lnTo>
                  <a:lnTo>
                    <a:pt x="4794097" y="31432"/>
                  </a:lnTo>
                  <a:lnTo>
                    <a:pt x="4716921" y="20278"/>
                  </a:lnTo>
                  <a:lnTo>
                    <a:pt x="4652088" y="11944"/>
                  </a:lnTo>
                  <a:lnTo>
                    <a:pt x="4602134" y="6196"/>
                  </a:lnTo>
                  <a:lnTo>
                    <a:pt x="4567891" y="2651"/>
                  </a:lnTo>
                  <a:lnTo>
                    <a:pt x="4548204" y="809"/>
                  </a:lnTo>
                  <a:lnTo>
                    <a:pt x="4540000" y="113"/>
                  </a:lnTo>
                  <a:lnTo>
                    <a:pt x="4538544" y="0"/>
                  </a:lnTo>
                  <a:lnTo>
                    <a:pt x="4538543" y="0"/>
                  </a:lnTo>
                  <a:lnTo>
                    <a:pt x="4016409" y="0"/>
                  </a:lnTo>
                  <a:lnTo>
                    <a:pt x="4015151" y="25"/>
                  </a:lnTo>
                  <a:lnTo>
                    <a:pt x="4006927" y="211"/>
                  </a:lnTo>
                  <a:lnTo>
                    <a:pt x="3986359" y="723"/>
                  </a:lnTo>
                  <a:lnTo>
                    <a:pt x="3950008" y="1728"/>
                  </a:lnTo>
                  <a:lnTo>
                    <a:pt x="3896681" y="3375"/>
                  </a:lnTo>
                  <a:lnTo>
                    <a:pt x="3827493" y="5774"/>
                  </a:lnTo>
                  <a:lnTo>
                    <a:pt x="3745483" y="8990"/>
                  </a:lnTo>
                  <a:lnTo>
                    <a:pt x="3654856" y="13042"/>
                  </a:lnTo>
                  <a:lnTo>
                    <a:pt x="3560088" y="17921"/>
                  </a:lnTo>
                  <a:lnTo>
                    <a:pt x="3465185" y="23607"/>
                  </a:lnTo>
                  <a:lnTo>
                    <a:pt x="3373232" y="30090"/>
                  </a:lnTo>
                  <a:lnTo>
                    <a:pt x="3286261" y="37381"/>
                  </a:lnTo>
                  <a:lnTo>
                    <a:pt x="3205337" y="45524"/>
                  </a:lnTo>
                  <a:lnTo>
                    <a:pt x="3130753" y="54600"/>
                  </a:lnTo>
                  <a:lnTo>
                    <a:pt x="3062247" y="64721"/>
                  </a:lnTo>
                  <a:lnTo>
                    <a:pt x="2999200" y="76034"/>
                  </a:lnTo>
                  <a:lnTo>
                    <a:pt x="2940785" y="88711"/>
                  </a:lnTo>
                  <a:lnTo>
                    <a:pt x="2886084" y="102936"/>
                  </a:lnTo>
                  <a:lnTo>
                    <a:pt x="2834168" y="118884"/>
                  </a:lnTo>
                  <a:lnTo>
                    <a:pt x="2784182" y="136678"/>
                  </a:lnTo>
                  <a:lnTo>
                    <a:pt x="2770117" y="142120"/>
                  </a:lnTo>
                  <a:lnTo>
                    <a:pt x="2719492" y="163246"/>
                  </a:lnTo>
                  <a:lnTo>
                    <a:pt x="2669359" y="186463"/>
                  </a:lnTo>
                  <a:lnTo>
                    <a:pt x="2619226" y="211806"/>
                  </a:lnTo>
                  <a:lnTo>
                    <a:pt x="2568751" y="239239"/>
                  </a:lnTo>
                  <a:lnTo>
                    <a:pt x="2517724" y="268653"/>
                  </a:lnTo>
                  <a:lnTo>
                    <a:pt x="2466051" y="299858"/>
                  </a:lnTo>
                  <a:lnTo>
                    <a:pt x="2413743" y="332585"/>
                  </a:lnTo>
                  <a:lnTo>
                    <a:pt x="2360897" y="366492"/>
                  </a:lnTo>
                  <a:lnTo>
                    <a:pt x="2307678" y="401174"/>
                  </a:lnTo>
                  <a:lnTo>
                    <a:pt x="2254294" y="436189"/>
                  </a:lnTo>
                  <a:lnTo>
                    <a:pt x="2200974" y="471074"/>
                  </a:lnTo>
                  <a:lnTo>
                    <a:pt x="2147941" y="505374"/>
                  </a:lnTo>
                  <a:lnTo>
                    <a:pt x="2095380" y="538665"/>
                  </a:lnTo>
                  <a:lnTo>
                    <a:pt x="2043422" y="570576"/>
                  </a:lnTo>
                  <a:lnTo>
                    <a:pt x="1992117" y="600804"/>
                  </a:lnTo>
                  <a:lnTo>
                    <a:pt x="1941418" y="629125"/>
                  </a:lnTo>
                  <a:lnTo>
                    <a:pt x="1891168" y="655394"/>
                  </a:lnTo>
                  <a:lnTo>
                    <a:pt x="1841087" y="679544"/>
                  </a:lnTo>
                  <a:lnTo>
                    <a:pt x="1790750" y="701580"/>
                  </a:lnTo>
                  <a:lnTo>
                    <a:pt x="1768425" y="710602"/>
                  </a:lnTo>
                  <a:lnTo>
                    <a:pt x="1718854" y="728933"/>
                  </a:lnTo>
                  <a:lnTo>
                    <a:pt x="1667573" y="745401"/>
                  </a:lnTo>
                  <a:lnTo>
                    <a:pt x="1613762" y="760103"/>
                  </a:lnTo>
                  <a:lnTo>
                    <a:pt x="1556507" y="773205"/>
                  </a:lnTo>
                  <a:lnTo>
                    <a:pt x="1494877" y="784890"/>
                  </a:lnTo>
                  <a:lnTo>
                    <a:pt x="1428009" y="795336"/>
                  </a:lnTo>
                  <a:lnTo>
                    <a:pt x="1355211" y="804698"/>
                  </a:lnTo>
                  <a:lnTo>
                    <a:pt x="1276102" y="813099"/>
                  </a:lnTo>
                  <a:lnTo>
                    <a:pt x="1190792" y="820628"/>
                  </a:lnTo>
                  <a:lnTo>
                    <a:pt x="1100104" y="827340"/>
                  </a:lnTo>
                  <a:lnTo>
                    <a:pt x="1005776" y="833254"/>
                  </a:lnTo>
                  <a:lnTo>
                    <a:pt x="910595" y="838366"/>
                  </a:lnTo>
                  <a:lnTo>
                    <a:pt x="818334" y="842657"/>
                  </a:lnTo>
                  <a:lnTo>
                    <a:pt x="733398" y="846112"/>
                  </a:lnTo>
                  <a:lnTo>
                    <a:pt x="660159" y="848740"/>
                  </a:lnTo>
                  <a:lnTo>
                    <a:pt x="602080" y="850593"/>
                  </a:lnTo>
                  <a:lnTo>
                    <a:pt x="560885" y="851769"/>
                  </a:lnTo>
                  <a:lnTo>
                    <a:pt x="536055" y="852405"/>
                  </a:lnTo>
                  <a:lnTo>
                    <a:pt x="524766" y="852667"/>
                  </a:lnTo>
                  <a:lnTo>
                    <a:pt x="522164" y="852722"/>
                  </a:lnTo>
                  <a:lnTo>
                    <a:pt x="522133" y="852722"/>
                  </a:lnTo>
                  <a:lnTo>
                    <a:pt x="0" y="852722"/>
                  </a:lnTo>
                  <a:lnTo>
                    <a:pt x="0" y="852722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839" name="pg839"/>
            <p:cNvSpPr/>
            <p:nvPr/>
          </p:nvSpPr>
          <p:spPr>
            <a:xfrm>
              <a:off x="386606" y="3856657"/>
              <a:ext cx="8554953" cy="581658"/>
            </a:xfrm>
            <a:custGeom>
              <a:avLst/>
              <a:pathLst>
                <a:path w="8554953" h="581658">
                  <a:moveTo>
                    <a:pt x="0" y="5647"/>
                  </a:moveTo>
                  <a:lnTo>
                    <a:pt x="522133" y="5647"/>
                  </a:lnTo>
                  <a:lnTo>
                    <a:pt x="523402" y="5654"/>
                  </a:lnTo>
                  <a:lnTo>
                    <a:pt x="531696" y="5709"/>
                  </a:lnTo>
                  <a:lnTo>
                    <a:pt x="552433" y="5859"/>
                  </a:lnTo>
                  <a:lnTo>
                    <a:pt x="589066" y="6155"/>
                  </a:lnTo>
                  <a:lnTo>
                    <a:pt x="642775" y="6639"/>
                  </a:lnTo>
                  <a:lnTo>
                    <a:pt x="712405" y="7344"/>
                  </a:lnTo>
                  <a:lnTo>
                    <a:pt x="794864" y="8288"/>
                  </a:lnTo>
                  <a:lnTo>
                    <a:pt x="885899" y="9478"/>
                  </a:lnTo>
                  <a:lnTo>
                    <a:pt x="980995" y="10910"/>
                  </a:lnTo>
                  <a:lnTo>
                    <a:pt x="1076133" y="12578"/>
                  </a:lnTo>
                  <a:lnTo>
                    <a:pt x="1168227" y="14480"/>
                  </a:lnTo>
                  <a:lnTo>
                    <a:pt x="1255261" y="16619"/>
                  </a:lnTo>
                  <a:lnTo>
                    <a:pt x="1336190" y="19009"/>
                  </a:lnTo>
                  <a:lnTo>
                    <a:pt x="1410744" y="21672"/>
                  </a:lnTo>
                  <a:lnTo>
                    <a:pt x="1479203" y="24644"/>
                  </a:lnTo>
                  <a:lnTo>
                    <a:pt x="1542205" y="27968"/>
                  </a:lnTo>
                  <a:lnTo>
                    <a:pt x="1600589" y="31694"/>
                  </a:lnTo>
                  <a:lnTo>
                    <a:pt x="1655285" y="35876"/>
                  </a:lnTo>
                  <a:lnTo>
                    <a:pt x="1707228" y="40566"/>
                  </a:lnTo>
                  <a:lnTo>
                    <a:pt x="1757274" y="45797"/>
                  </a:lnTo>
                  <a:lnTo>
                    <a:pt x="1768425" y="47059"/>
                  </a:lnTo>
                  <a:lnTo>
                    <a:pt x="1822322" y="53637"/>
                  </a:lnTo>
                  <a:lnTo>
                    <a:pt x="1875700" y="60907"/>
                  </a:lnTo>
                  <a:lnTo>
                    <a:pt x="1929136" y="68879"/>
                  </a:lnTo>
                  <a:lnTo>
                    <a:pt x="1983017" y="77537"/>
                  </a:lnTo>
                  <a:lnTo>
                    <a:pt x="2037562" y="86835"/>
                  </a:lnTo>
                  <a:lnTo>
                    <a:pt x="2092846" y="96699"/>
                  </a:lnTo>
                  <a:lnTo>
                    <a:pt x="2148818" y="107025"/>
                  </a:lnTo>
                  <a:lnTo>
                    <a:pt x="2205322" y="117681"/>
                  </a:lnTo>
                  <a:lnTo>
                    <a:pt x="2262130" y="128519"/>
                  </a:lnTo>
                  <a:lnTo>
                    <a:pt x="2318974" y="139377"/>
                  </a:lnTo>
                  <a:lnTo>
                    <a:pt x="2375578" y="150094"/>
                  </a:lnTo>
                  <a:lnTo>
                    <a:pt x="2431701" y="160516"/>
                  </a:lnTo>
                  <a:lnTo>
                    <a:pt x="2487167" y="170507"/>
                  </a:lnTo>
                  <a:lnTo>
                    <a:pt x="2541897" y="179955"/>
                  </a:lnTo>
                  <a:lnTo>
                    <a:pt x="2595929" y="188779"/>
                  </a:lnTo>
                  <a:lnTo>
                    <a:pt x="2649448" y="196926"/>
                  </a:lnTo>
                  <a:lnTo>
                    <a:pt x="2702794" y="204373"/>
                  </a:lnTo>
                  <a:lnTo>
                    <a:pt x="2756495" y="211122"/>
                  </a:lnTo>
                  <a:lnTo>
                    <a:pt x="2770117" y="212710"/>
                  </a:lnTo>
                  <a:lnTo>
                    <a:pt x="2819837" y="218066"/>
                  </a:lnTo>
                  <a:lnTo>
                    <a:pt x="2871279" y="222876"/>
                  </a:lnTo>
                  <a:lnTo>
                    <a:pt x="2925272" y="227170"/>
                  </a:lnTo>
                  <a:lnTo>
                    <a:pt x="2982737" y="230994"/>
                  </a:lnTo>
                  <a:lnTo>
                    <a:pt x="3044614" y="234404"/>
                  </a:lnTo>
                  <a:lnTo>
                    <a:pt x="3111772" y="237451"/>
                  </a:lnTo>
                  <a:lnTo>
                    <a:pt x="3184904" y="240182"/>
                  </a:lnTo>
                  <a:lnTo>
                    <a:pt x="3264389" y="242631"/>
                  </a:lnTo>
                  <a:lnTo>
                    <a:pt x="3350100" y="244825"/>
                  </a:lnTo>
                  <a:lnTo>
                    <a:pt x="3441188" y="246780"/>
                  </a:lnTo>
                  <a:lnTo>
                    <a:pt x="3535868" y="248502"/>
                  </a:lnTo>
                  <a:lnTo>
                    <a:pt x="3631297" y="249988"/>
                  </a:lnTo>
                  <a:lnTo>
                    <a:pt x="3723640" y="251232"/>
                  </a:lnTo>
                  <a:lnTo>
                    <a:pt x="3808438" y="252232"/>
                  </a:lnTo>
                  <a:lnTo>
                    <a:pt x="3881302" y="252990"/>
                  </a:lnTo>
                  <a:lnTo>
                    <a:pt x="3938798" y="253522"/>
                  </a:lnTo>
                  <a:lnTo>
                    <a:pt x="3979282" y="253857"/>
                  </a:lnTo>
                  <a:lnTo>
                    <a:pt x="4003395" y="254036"/>
                  </a:lnTo>
                  <a:lnTo>
                    <a:pt x="4014099" y="254108"/>
                  </a:lnTo>
                  <a:lnTo>
                    <a:pt x="4016409" y="254122"/>
                  </a:lnTo>
                  <a:lnTo>
                    <a:pt x="4538543" y="254122"/>
                  </a:lnTo>
                  <a:lnTo>
                    <a:pt x="4539811" y="254132"/>
                  </a:lnTo>
                  <a:lnTo>
                    <a:pt x="4548101" y="254204"/>
                  </a:lnTo>
                  <a:lnTo>
                    <a:pt x="4568825" y="254402"/>
                  </a:lnTo>
                  <a:lnTo>
                    <a:pt x="4605439" y="254792"/>
                  </a:lnTo>
                  <a:lnTo>
                    <a:pt x="4659122" y="255429"/>
                  </a:lnTo>
                  <a:lnTo>
                    <a:pt x="4728721" y="256358"/>
                  </a:lnTo>
                  <a:lnTo>
                    <a:pt x="4811150" y="257602"/>
                  </a:lnTo>
                  <a:lnTo>
                    <a:pt x="4902156" y="259170"/>
                  </a:lnTo>
                  <a:lnTo>
                    <a:pt x="4997230" y="261056"/>
                  </a:lnTo>
                  <a:lnTo>
                    <a:pt x="5092351" y="263254"/>
                  </a:lnTo>
                  <a:lnTo>
                    <a:pt x="5184437" y="265760"/>
                  </a:lnTo>
                  <a:lnTo>
                    <a:pt x="5271466" y="268579"/>
                  </a:lnTo>
                  <a:lnTo>
                    <a:pt x="5352395" y="271727"/>
                  </a:lnTo>
                  <a:lnTo>
                    <a:pt x="5426951" y="275237"/>
                  </a:lnTo>
                  <a:lnTo>
                    <a:pt x="5495413" y="279152"/>
                  </a:lnTo>
                  <a:lnTo>
                    <a:pt x="5558418" y="283531"/>
                  </a:lnTo>
                  <a:lnTo>
                    <a:pt x="5616804" y="288439"/>
                  </a:lnTo>
                  <a:lnTo>
                    <a:pt x="5671501" y="293949"/>
                  </a:lnTo>
                  <a:lnTo>
                    <a:pt x="5723441" y="300126"/>
                  </a:lnTo>
                  <a:lnTo>
                    <a:pt x="5773483" y="307019"/>
                  </a:lnTo>
                  <a:lnTo>
                    <a:pt x="5784835" y="308712"/>
                  </a:lnTo>
                  <a:lnTo>
                    <a:pt x="5838473" y="317338"/>
                  </a:lnTo>
                  <a:lnTo>
                    <a:pt x="5891593" y="326868"/>
                  </a:lnTo>
                  <a:lnTo>
                    <a:pt x="5944766" y="337314"/>
                  </a:lnTo>
                  <a:lnTo>
                    <a:pt x="5998376" y="348656"/>
                  </a:lnTo>
                  <a:lnTo>
                    <a:pt x="6052641" y="360837"/>
                  </a:lnTo>
                  <a:lnTo>
                    <a:pt x="6107637" y="373758"/>
                  </a:lnTo>
                  <a:lnTo>
                    <a:pt x="6163318" y="387287"/>
                  </a:lnTo>
                  <a:lnTo>
                    <a:pt x="6219532" y="401253"/>
                  </a:lnTo>
                  <a:lnTo>
                    <a:pt x="6276058" y="415465"/>
                  </a:lnTo>
                  <a:lnTo>
                    <a:pt x="6332631" y="429712"/>
                  </a:lnTo>
                  <a:lnTo>
                    <a:pt x="6388979" y="443785"/>
                  </a:lnTo>
                  <a:lnTo>
                    <a:pt x="6444862" y="457482"/>
                  </a:lnTo>
                  <a:lnTo>
                    <a:pt x="6500102" y="470627"/>
                  </a:lnTo>
                  <a:lnTo>
                    <a:pt x="6554614" y="483072"/>
                  </a:lnTo>
                  <a:lnTo>
                    <a:pt x="6608429" y="494708"/>
                  </a:lnTo>
                  <a:lnTo>
                    <a:pt x="6661717" y="505463"/>
                  </a:lnTo>
                  <a:lnTo>
                    <a:pt x="6714801" y="515305"/>
                  </a:lnTo>
                  <a:lnTo>
                    <a:pt x="6768186" y="524235"/>
                  </a:lnTo>
                  <a:lnTo>
                    <a:pt x="6786527" y="527069"/>
                  </a:lnTo>
                  <a:lnTo>
                    <a:pt x="6836237" y="534128"/>
                  </a:lnTo>
                  <a:lnTo>
                    <a:pt x="6887668" y="540468"/>
                  </a:lnTo>
                  <a:lnTo>
                    <a:pt x="6941648" y="546126"/>
                  </a:lnTo>
                  <a:lnTo>
                    <a:pt x="6999099" y="551167"/>
                  </a:lnTo>
                  <a:lnTo>
                    <a:pt x="7060959" y="555662"/>
                  </a:lnTo>
                  <a:lnTo>
                    <a:pt x="7128096" y="559678"/>
                  </a:lnTo>
                  <a:lnTo>
                    <a:pt x="7201206" y="563277"/>
                  </a:lnTo>
                  <a:lnTo>
                    <a:pt x="7280665" y="566506"/>
                  </a:lnTo>
                  <a:lnTo>
                    <a:pt x="7366348" y="569398"/>
                  </a:lnTo>
                  <a:lnTo>
                    <a:pt x="7457408" y="571975"/>
                  </a:lnTo>
                  <a:lnTo>
                    <a:pt x="7552064" y="574244"/>
                  </a:lnTo>
                  <a:lnTo>
                    <a:pt x="7647476" y="576203"/>
                  </a:lnTo>
                  <a:lnTo>
                    <a:pt x="7739814" y="577845"/>
                  </a:lnTo>
                  <a:lnTo>
                    <a:pt x="7824622" y="579164"/>
                  </a:lnTo>
                  <a:lnTo>
                    <a:pt x="7897512" y="580164"/>
                  </a:lnTo>
                  <a:lnTo>
                    <a:pt x="7955048" y="580865"/>
                  </a:lnTo>
                  <a:lnTo>
                    <a:pt x="7995581" y="581307"/>
                  </a:lnTo>
                  <a:lnTo>
                    <a:pt x="8019744" y="581544"/>
                  </a:lnTo>
                  <a:lnTo>
                    <a:pt x="8030488" y="581639"/>
                  </a:lnTo>
                  <a:lnTo>
                    <a:pt x="8032819" y="581658"/>
                  </a:lnTo>
                  <a:lnTo>
                    <a:pt x="8554953" y="581658"/>
                  </a:lnTo>
                  <a:lnTo>
                    <a:pt x="8554953" y="576011"/>
                  </a:lnTo>
                  <a:lnTo>
                    <a:pt x="8032819" y="576011"/>
                  </a:lnTo>
                  <a:lnTo>
                    <a:pt x="8031551" y="576001"/>
                  </a:lnTo>
                  <a:lnTo>
                    <a:pt x="8023261" y="575929"/>
                  </a:lnTo>
                  <a:lnTo>
                    <a:pt x="8002536" y="575731"/>
                  </a:lnTo>
                  <a:lnTo>
                    <a:pt x="7965923" y="575341"/>
                  </a:lnTo>
                  <a:lnTo>
                    <a:pt x="7912240" y="574704"/>
                  </a:lnTo>
                  <a:lnTo>
                    <a:pt x="7842641" y="573775"/>
                  </a:lnTo>
                  <a:lnTo>
                    <a:pt x="7760212" y="572531"/>
                  </a:lnTo>
                  <a:lnTo>
                    <a:pt x="7669206" y="570963"/>
                  </a:lnTo>
                  <a:lnTo>
                    <a:pt x="7574132" y="569077"/>
                  </a:lnTo>
                  <a:lnTo>
                    <a:pt x="7479011" y="566879"/>
                  </a:lnTo>
                  <a:lnTo>
                    <a:pt x="7386925" y="564373"/>
                  </a:lnTo>
                  <a:lnTo>
                    <a:pt x="7299896" y="561555"/>
                  </a:lnTo>
                  <a:lnTo>
                    <a:pt x="7218967" y="558406"/>
                  </a:lnTo>
                  <a:lnTo>
                    <a:pt x="7144411" y="554897"/>
                  </a:lnTo>
                  <a:lnTo>
                    <a:pt x="7075949" y="550981"/>
                  </a:lnTo>
                  <a:lnTo>
                    <a:pt x="7012944" y="546603"/>
                  </a:lnTo>
                  <a:lnTo>
                    <a:pt x="6954558" y="541694"/>
                  </a:lnTo>
                  <a:lnTo>
                    <a:pt x="6899861" y="536185"/>
                  </a:lnTo>
                  <a:lnTo>
                    <a:pt x="6847921" y="530007"/>
                  </a:lnTo>
                  <a:lnTo>
                    <a:pt x="6797879" y="523114"/>
                  </a:lnTo>
                  <a:lnTo>
                    <a:pt x="6786527" y="521422"/>
                  </a:lnTo>
                  <a:lnTo>
                    <a:pt x="6732889" y="512796"/>
                  </a:lnTo>
                  <a:lnTo>
                    <a:pt x="6679769" y="503265"/>
                  </a:lnTo>
                  <a:lnTo>
                    <a:pt x="6626596" y="492819"/>
                  </a:lnTo>
                  <a:lnTo>
                    <a:pt x="6572986" y="481477"/>
                  </a:lnTo>
                  <a:lnTo>
                    <a:pt x="6518721" y="469296"/>
                  </a:lnTo>
                  <a:lnTo>
                    <a:pt x="6463724" y="456375"/>
                  </a:lnTo>
                  <a:lnTo>
                    <a:pt x="6408044" y="442847"/>
                  </a:lnTo>
                  <a:lnTo>
                    <a:pt x="6351830" y="428880"/>
                  </a:lnTo>
                  <a:lnTo>
                    <a:pt x="6295304" y="414669"/>
                  </a:lnTo>
                  <a:lnTo>
                    <a:pt x="6238731" y="400421"/>
                  </a:lnTo>
                  <a:lnTo>
                    <a:pt x="6182383" y="386349"/>
                  </a:lnTo>
                  <a:lnTo>
                    <a:pt x="6126500" y="372651"/>
                  </a:lnTo>
                  <a:lnTo>
                    <a:pt x="6071260" y="359506"/>
                  </a:lnTo>
                  <a:lnTo>
                    <a:pt x="6016748" y="347061"/>
                  </a:lnTo>
                  <a:lnTo>
                    <a:pt x="5962932" y="335425"/>
                  </a:lnTo>
                  <a:lnTo>
                    <a:pt x="5909645" y="324670"/>
                  </a:lnTo>
                  <a:lnTo>
                    <a:pt x="5856561" y="314828"/>
                  </a:lnTo>
                  <a:lnTo>
                    <a:pt x="5803176" y="305898"/>
                  </a:lnTo>
                  <a:lnTo>
                    <a:pt x="5784835" y="303064"/>
                  </a:lnTo>
                  <a:lnTo>
                    <a:pt x="5735125" y="296005"/>
                  </a:lnTo>
                  <a:lnTo>
                    <a:pt x="5683694" y="289665"/>
                  </a:lnTo>
                  <a:lnTo>
                    <a:pt x="5629714" y="284007"/>
                  </a:lnTo>
                  <a:lnTo>
                    <a:pt x="5572263" y="278966"/>
                  </a:lnTo>
                  <a:lnTo>
                    <a:pt x="5510403" y="274471"/>
                  </a:lnTo>
                  <a:lnTo>
                    <a:pt x="5443266" y="270455"/>
                  </a:lnTo>
                  <a:lnTo>
                    <a:pt x="5370156" y="266856"/>
                  </a:lnTo>
                  <a:lnTo>
                    <a:pt x="5290697" y="263628"/>
                  </a:lnTo>
                  <a:lnTo>
                    <a:pt x="5205014" y="260735"/>
                  </a:lnTo>
                  <a:lnTo>
                    <a:pt x="5113954" y="258158"/>
                  </a:lnTo>
                  <a:lnTo>
                    <a:pt x="5019298" y="255889"/>
                  </a:lnTo>
                  <a:lnTo>
                    <a:pt x="4923886" y="253930"/>
                  </a:lnTo>
                  <a:lnTo>
                    <a:pt x="4831548" y="252288"/>
                  </a:lnTo>
                  <a:lnTo>
                    <a:pt x="4746740" y="250970"/>
                  </a:lnTo>
                  <a:lnTo>
                    <a:pt x="4673850" y="249970"/>
                  </a:lnTo>
                  <a:lnTo>
                    <a:pt x="4616314" y="249268"/>
                  </a:lnTo>
                  <a:lnTo>
                    <a:pt x="4575780" y="248826"/>
                  </a:lnTo>
                  <a:lnTo>
                    <a:pt x="4551618" y="248589"/>
                  </a:lnTo>
                  <a:lnTo>
                    <a:pt x="4540874" y="248494"/>
                  </a:lnTo>
                  <a:lnTo>
                    <a:pt x="4538543" y="248475"/>
                  </a:lnTo>
                  <a:lnTo>
                    <a:pt x="4016409" y="248475"/>
                  </a:lnTo>
                  <a:lnTo>
                    <a:pt x="4015140" y="248467"/>
                  </a:lnTo>
                  <a:lnTo>
                    <a:pt x="4006846" y="248413"/>
                  </a:lnTo>
                  <a:lnTo>
                    <a:pt x="3986109" y="248262"/>
                  </a:lnTo>
                  <a:lnTo>
                    <a:pt x="3949476" y="247967"/>
                  </a:lnTo>
                  <a:lnTo>
                    <a:pt x="3895767" y="247483"/>
                  </a:lnTo>
                  <a:lnTo>
                    <a:pt x="3826137" y="246778"/>
                  </a:lnTo>
                  <a:lnTo>
                    <a:pt x="3743678" y="245833"/>
                  </a:lnTo>
                  <a:lnTo>
                    <a:pt x="3652643" y="244644"/>
                  </a:lnTo>
                  <a:lnTo>
                    <a:pt x="3557547" y="243212"/>
                  </a:lnTo>
                  <a:lnTo>
                    <a:pt x="3462410" y="241543"/>
                  </a:lnTo>
                  <a:lnTo>
                    <a:pt x="3370315" y="239642"/>
                  </a:lnTo>
                  <a:lnTo>
                    <a:pt x="3283281" y="237503"/>
                  </a:lnTo>
                  <a:lnTo>
                    <a:pt x="3202352" y="235113"/>
                  </a:lnTo>
                  <a:lnTo>
                    <a:pt x="3127798" y="232449"/>
                  </a:lnTo>
                  <a:lnTo>
                    <a:pt x="3059339" y="229477"/>
                  </a:lnTo>
                  <a:lnTo>
                    <a:pt x="2996337" y="226154"/>
                  </a:lnTo>
                  <a:lnTo>
                    <a:pt x="2937953" y="222428"/>
                  </a:lnTo>
                  <a:lnTo>
                    <a:pt x="2883257" y="218246"/>
                  </a:lnTo>
                  <a:lnTo>
                    <a:pt x="2831314" y="213556"/>
                  </a:lnTo>
                  <a:lnTo>
                    <a:pt x="2781268" y="208324"/>
                  </a:lnTo>
                  <a:lnTo>
                    <a:pt x="2770117" y="207062"/>
                  </a:lnTo>
                  <a:lnTo>
                    <a:pt x="2716220" y="200485"/>
                  </a:lnTo>
                  <a:lnTo>
                    <a:pt x="2662842" y="193215"/>
                  </a:lnTo>
                  <a:lnTo>
                    <a:pt x="2609406" y="185243"/>
                  </a:lnTo>
                  <a:lnTo>
                    <a:pt x="2555525" y="176585"/>
                  </a:lnTo>
                  <a:lnTo>
                    <a:pt x="2500980" y="167287"/>
                  </a:lnTo>
                  <a:lnTo>
                    <a:pt x="2445696" y="157423"/>
                  </a:lnTo>
                  <a:lnTo>
                    <a:pt x="2389725" y="147097"/>
                  </a:lnTo>
                  <a:lnTo>
                    <a:pt x="2333220" y="136441"/>
                  </a:lnTo>
                  <a:lnTo>
                    <a:pt x="2276412" y="125603"/>
                  </a:lnTo>
                  <a:lnTo>
                    <a:pt x="2219568" y="114744"/>
                  </a:lnTo>
                  <a:lnTo>
                    <a:pt x="2162964" y="104028"/>
                  </a:lnTo>
                  <a:lnTo>
                    <a:pt x="2106841" y="93606"/>
                  </a:lnTo>
                  <a:lnTo>
                    <a:pt x="2051375" y="83615"/>
                  </a:lnTo>
                  <a:lnTo>
                    <a:pt x="1996646" y="74166"/>
                  </a:lnTo>
                  <a:lnTo>
                    <a:pt x="1942613" y="65342"/>
                  </a:lnTo>
                  <a:lnTo>
                    <a:pt x="1889094" y="57196"/>
                  </a:lnTo>
                  <a:lnTo>
                    <a:pt x="1835748" y="49749"/>
                  </a:lnTo>
                  <a:lnTo>
                    <a:pt x="1782047" y="43000"/>
                  </a:lnTo>
                  <a:lnTo>
                    <a:pt x="1768425" y="41412"/>
                  </a:lnTo>
                  <a:lnTo>
                    <a:pt x="1718705" y="36056"/>
                  </a:lnTo>
                  <a:lnTo>
                    <a:pt x="1667263" y="31245"/>
                  </a:lnTo>
                  <a:lnTo>
                    <a:pt x="1613271" y="26952"/>
                  </a:lnTo>
                  <a:lnTo>
                    <a:pt x="1555805" y="23128"/>
                  </a:lnTo>
                  <a:lnTo>
                    <a:pt x="1493928" y="19718"/>
                  </a:lnTo>
                  <a:lnTo>
                    <a:pt x="1426771" y="16670"/>
                  </a:lnTo>
                  <a:lnTo>
                    <a:pt x="1353638" y="13940"/>
                  </a:lnTo>
                  <a:lnTo>
                    <a:pt x="1274153" y="11491"/>
                  </a:lnTo>
                  <a:lnTo>
                    <a:pt x="1188442" y="9296"/>
                  </a:lnTo>
                  <a:lnTo>
                    <a:pt x="1097354" y="7341"/>
                  </a:lnTo>
                  <a:lnTo>
                    <a:pt x="1002674" y="5620"/>
                  </a:lnTo>
                  <a:lnTo>
                    <a:pt x="907245" y="4134"/>
                  </a:lnTo>
                  <a:lnTo>
                    <a:pt x="814902" y="2889"/>
                  </a:lnTo>
                  <a:lnTo>
                    <a:pt x="730104" y="1889"/>
                  </a:lnTo>
                  <a:lnTo>
                    <a:pt x="657240" y="1131"/>
                  </a:lnTo>
                  <a:lnTo>
                    <a:pt x="599744" y="600"/>
                  </a:lnTo>
                  <a:lnTo>
                    <a:pt x="559260" y="265"/>
                  </a:lnTo>
                  <a:lnTo>
                    <a:pt x="535147" y="85"/>
                  </a:lnTo>
                  <a:lnTo>
                    <a:pt x="524443" y="14"/>
                  </a:lnTo>
                  <a:lnTo>
                    <a:pt x="5221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28E5B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840" name="pl840"/>
            <p:cNvSpPr/>
            <p:nvPr/>
          </p:nvSpPr>
          <p:spPr>
            <a:xfrm>
              <a:off x="386606" y="3862304"/>
              <a:ext cx="8554953" cy="576011"/>
            </a:xfrm>
            <a:custGeom>
              <a:avLst/>
              <a:pathLst>
                <a:path w="8554953" h="576011">
                  <a:moveTo>
                    <a:pt x="0" y="0"/>
                  </a:moveTo>
                  <a:lnTo>
                    <a:pt x="522133" y="0"/>
                  </a:lnTo>
                  <a:lnTo>
                    <a:pt x="523402" y="7"/>
                  </a:lnTo>
                  <a:lnTo>
                    <a:pt x="531696" y="62"/>
                  </a:lnTo>
                  <a:lnTo>
                    <a:pt x="552433" y="212"/>
                  </a:lnTo>
                  <a:lnTo>
                    <a:pt x="589066" y="508"/>
                  </a:lnTo>
                  <a:lnTo>
                    <a:pt x="642775" y="992"/>
                  </a:lnTo>
                  <a:lnTo>
                    <a:pt x="712405" y="1697"/>
                  </a:lnTo>
                  <a:lnTo>
                    <a:pt x="794864" y="2641"/>
                  </a:lnTo>
                  <a:lnTo>
                    <a:pt x="885899" y="3831"/>
                  </a:lnTo>
                  <a:lnTo>
                    <a:pt x="980995" y="5263"/>
                  </a:lnTo>
                  <a:lnTo>
                    <a:pt x="1076133" y="6931"/>
                  </a:lnTo>
                  <a:lnTo>
                    <a:pt x="1168227" y="8833"/>
                  </a:lnTo>
                  <a:lnTo>
                    <a:pt x="1255261" y="10972"/>
                  </a:lnTo>
                  <a:lnTo>
                    <a:pt x="1336190" y="13362"/>
                  </a:lnTo>
                  <a:lnTo>
                    <a:pt x="1410744" y="16025"/>
                  </a:lnTo>
                  <a:lnTo>
                    <a:pt x="1479203" y="18997"/>
                  </a:lnTo>
                  <a:lnTo>
                    <a:pt x="1542205" y="22321"/>
                  </a:lnTo>
                  <a:lnTo>
                    <a:pt x="1600589" y="26046"/>
                  </a:lnTo>
                  <a:lnTo>
                    <a:pt x="1655285" y="30229"/>
                  </a:lnTo>
                  <a:lnTo>
                    <a:pt x="1707228" y="34918"/>
                  </a:lnTo>
                  <a:lnTo>
                    <a:pt x="1757274" y="40150"/>
                  </a:lnTo>
                  <a:lnTo>
                    <a:pt x="1768425" y="41412"/>
                  </a:lnTo>
                  <a:lnTo>
                    <a:pt x="1822322" y="47990"/>
                  </a:lnTo>
                  <a:lnTo>
                    <a:pt x="1875700" y="55260"/>
                  </a:lnTo>
                  <a:lnTo>
                    <a:pt x="1929136" y="63232"/>
                  </a:lnTo>
                  <a:lnTo>
                    <a:pt x="1983017" y="71889"/>
                  </a:lnTo>
                  <a:lnTo>
                    <a:pt x="2037562" y="81188"/>
                  </a:lnTo>
                  <a:lnTo>
                    <a:pt x="2092846" y="91052"/>
                  </a:lnTo>
                  <a:lnTo>
                    <a:pt x="2148818" y="101377"/>
                  </a:lnTo>
                  <a:lnTo>
                    <a:pt x="2205322" y="112034"/>
                  </a:lnTo>
                  <a:lnTo>
                    <a:pt x="2262130" y="122872"/>
                  </a:lnTo>
                  <a:lnTo>
                    <a:pt x="2318974" y="133730"/>
                  </a:lnTo>
                  <a:lnTo>
                    <a:pt x="2375578" y="144447"/>
                  </a:lnTo>
                  <a:lnTo>
                    <a:pt x="2431701" y="154868"/>
                  </a:lnTo>
                  <a:lnTo>
                    <a:pt x="2487167" y="164859"/>
                  </a:lnTo>
                  <a:lnTo>
                    <a:pt x="2541897" y="174308"/>
                  </a:lnTo>
                  <a:lnTo>
                    <a:pt x="2595929" y="183132"/>
                  </a:lnTo>
                  <a:lnTo>
                    <a:pt x="2649448" y="191279"/>
                  </a:lnTo>
                  <a:lnTo>
                    <a:pt x="2702794" y="198725"/>
                  </a:lnTo>
                  <a:lnTo>
                    <a:pt x="2756495" y="205475"/>
                  </a:lnTo>
                  <a:lnTo>
                    <a:pt x="2770117" y="207062"/>
                  </a:lnTo>
                  <a:lnTo>
                    <a:pt x="2819837" y="212419"/>
                  </a:lnTo>
                  <a:lnTo>
                    <a:pt x="2871279" y="217229"/>
                  </a:lnTo>
                  <a:lnTo>
                    <a:pt x="2925272" y="221522"/>
                  </a:lnTo>
                  <a:lnTo>
                    <a:pt x="2982737" y="225347"/>
                  </a:lnTo>
                  <a:lnTo>
                    <a:pt x="3044614" y="228757"/>
                  </a:lnTo>
                  <a:lnTo>
                    <a:pt x="3111772" y="231804"/>
                  </a:lnTo>
                  <a:lnTo>
                    <a:pt x="3184904" y="234535"/>
                  </a:lnTo>
                  <a:lnTo>
                    <a:pt x="3264389" y="236984"/>
                  </a:lnTo>
                  <a:lnTo>
                    <a:pt x="3350100" y="239178"/>
                  </a:lnTo>
                  <a:lnTo>
                    <a:pt x="3441188" y="241133"/>
                  </a:lnTo>
                  <a:lnTo>
                    <a:pt x="3535868" y="242854"/>
                  </a:lnTo>
                  <a:lnTo>
                    <a:pt x="3631297" y="244340"/>
                  </a:lnTo>
                  <a:lnTo>
                    <a:pt x="3723640" y="245585"/>
                  </a:lnTo>
                  <a:lnTo>
                    <a:pt x="3808438" y="246585"/>
                  </a:lnTo>
                  <a:lnTo>
                    <a:pt x="3881302" y="247343"/>
                  </a:lnTo>
                  <a:lnTo>
                    <a:pt x="3938798" y="247875"/>
                  </a:lnTo>
                  <a:lnTo>
                    <a:pt x="3979282" y="248210"/>
                  </a:lnTo>
                  <a:lnTo>
                    <a:pt x="4003395" y="248389"/>
                  </a:lnTo>
                  <a:lnTo>
                    <a:pt x="4014099" y="248461"/>
                  </a:lnTo>
                  <a:lnTo>
                    <a:pt x="4016394" y="248475"/>
                  </a:lnTo>
                  <a:lnTo>
                    <a:pt x="4016409" y="248475"/>
                  </a:lnTo>
                  <a:lnTo>
                    <a:pt x="4538543" y="248475"/>
                  </a:lnTo>
                  <a:lnTo>
                    <a:pt x="4539811" y="248485"/>
                  </a:lnTo>
                  <a:lnTo>
                    <a:pt x="4548101" y="248557"/>
                  </a:lnTo>
                  <a:lnTo>
                    <a:pt x="4568825" y="248755"/>
                  </a:lnTo>
                  <a:lnTo>
                    <a:pt x="4605439" y="249145"/>
                  </a:lnTo>
                  <a:lnTo>
                    <a:pt x="4659122" y="249782"/>
                  </a:lnTo>
                  <a:lnTo>
                    <a:pt x="4728721" y="250711"/>
                  </a:lnTo>
                  <a:lnTo>
                    <a:pt x="4811150" y="251955"/>
                  </a:lnTo>
                  <a:lnTo>
                    <a:pt x="4902156" y="253523"/>
                  </a:lnTo>
                  <a:lnTo>
                    <a:pt x="4997230" y="255409"/>
                  </a:lnTo>
                  <a:lnTo>
                    <a:pt x="5092351" y="257607"/>
                  </a:lnTo>
                  <a:lnTo>
                    <a:pt x="5184437" y="260113"/>
                  </a:lnTo>
                  <a:lnTo>
                    <a:pt x="5271466" y="262931"/>
                  </a:lnTo>
                  <a:lnTo>
                    <a:pt x="5352395" y="266080"/>
                  </a:lnTo>
                  <a:lnTo>
                    <a:pt x="5426951" y="269589"/>
                  </a:lnTo>
                  <a:lnTo>
                    <a:pt x="5495413" y="273505"/>
                  </a:lnTo>
                  <a:lnTo>
                    <a:pt x="5558418" y="277883"/>
                  </a:lnTo>
                  <a:lnTo>
                    <a:pt x="5616804" y="282792"/>
                  </a:lnTo>
                  <a:lnTo>
                    <a:pt x="5671501" y="288301"/>
                  </a:lnTo>
                  <a:lnTo>
                    <a:pt x="5723441" y="294479"/>
                  </a:lnTo>
                  <a:lnTo>
                    <a:pt x="5773483" y="301372"/>
                  </a:lnTo>
                  <a:lnTo>
                    <a:pt x="5784835" y="303064"/>
                  </a:lnTo>
                  <a:lnTo>
                    <a:pt x="5838473" y="311690"/>
                  </a:lnTo>
                  <a:lnTo>
                    <a:pt x="5891593" y="321221"/>
                  </a:lnTo>
                  <a:lnTo>
                    <a:pt x="5944766" y="331667"/>
                  </a:lnTo>
                  <a:lnTo>
                    <a:pt x="5998376" y="343009"/>
                  </a:lnTo>
                  <a:lnTo>
                    <a:pt x="6052641" y="355190"/>
                  </a:lnTo>
                  <a:lnTo>
                    <a:pt x="6107637" y="368111"/>
                  </a:lnTo>
                  <a:lnTo>
                    <a:pt x="6163318" y="381639"/>
                  </a:lnTo>
                  <a:lnTo>
                    <a:pt x="6219532" y="395606"/>
                  </a:lnTo>
                  <a:lnTo>
                    <a:pt x="6276058" y="409817"/>
                  </a:lnTo>
                  <a:lnTo>
                    <a:pt x="6332631" y="424065"/>
                  </a:lnTo>
                  <a:lnTo>
                    <a:pt x="6388979" y="438137"/>
                  </a:lnTo>
                  <a:lnTo>
                    <a:pt x="6444862" y="451835"/>
                  </a:lnTo>
                  <a:lnTo>
                    <a:pt x="6500102" y="464980"/>
                  </a:lnTo>
                  <a:lnTo>
                    <a:pt x="6554614" y="477425"/>
                  </a:lnTo>
                  <a:lnTo>
                    <a:pt x="6608429" y="489061"/>
                  </a:lnTo>
                  <a:lnTo>
                    <a:pt x="6661717" y="499816"/>
                  </a:lnTo>
                  <a:lnTo>
                    <a:pt x="6714801" y="509658"/>
                  </a:lnTo>
                  <a:lnTo>
                    <a:pt x="6768186" y="518588"/>
                  </a:lnTo>
                  <a:lnTo>
                    <a:pt x="6786527" y="521422"/>
                  </a:lnTo>
                  <a:lnTo>
                    <a:pt x="6836237" y="528481"/>
                  </a:lnTo>
                  <a:lnTo>
                    <a:pt x="6887668" y="534821"/>
                  </a:lnTo>
                  <a:lnTo>
                    <a:pt x="6941648" y="540479"/>
                  </a:lnTo>
                  <a:lnTo>
                    <a:pt x="6999099" y="545520"/>
                  </a:lnTo>
                  <a:lnTo>
                    <a:pt x="7060959" y="550014"/>
                  </a:lnTo>
                  <a:lnTo>
                    <a:pt x="7128096" y="554031"/>
                  </a:lnTo>
                  <a:lnTo>
                    <a:pt x="7201206" y="557630"/>
                  </a:lnTo>
                  <a:lnTo>
                    <a:pt x="7280665" y="560858"/>
                  </a:lnTo>
                  <a:lnTo>
                    <a:pt x="7366348" y="563751"/>
                  </a:lnTo>
                  <a:lnTo>
                    <a:pt x="7457408" y="566328"/>
                  </a:lnTo>
                  <a:lnTo>
                    <a:pt x="7552064" y="568597"/>
                  </a:lnTo>
                  <a:lnTo>
                    <a:pt x="7647476" y="570556"/>
                  </a:lnTo>
                  <a:lnTo>
                    <a:pt x="7739814" y="572198"/>
                  </a:lnTo>
                  <a:lnTo>
                    <a:pt x="7824622" y="573516"/>
                  </a:lnTo>
                  <a:lnTo>
                    <a:pt x="7897512" y="574516"/>
                  </a:lnTo>
                  <a:lnTo>
                    <a:pt x="7955048" y="575218"/>
                  </a:lnTo>
                  <a:lnTo>
                    <a:pt x="7995581" y="575660"/>
                  </a:lnTo>
                  <a:lnTo>
                    <a:pt x="8019744" y="575897"/>
                  </a:lnTo>
                  <a:lnTo>
                    <a:pt x="8030488" y="575992"/>
                  </a:lnTo>
                  <a:lnTo>
                    <a:pt x="8032803" y="576011"/>
                  </a:lnTo>
                  <a:lnTo>
                    <a:pt x="8032819" y="576011"/>
                  </a:lnTo>
                  <a:lnTo>
                    <a:pt x="8554953" y="576011"/>
                  </a:lnTo>
                  <a:lnTo>
                    <a:pt x="8554953" y="576011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841" name="pl841"/>
            <p:cNvSpPr/>
            <p:nvPr/>
          </p:nvSpPr>
          <p:spPr>
            <a:xfrm>
              <a:off x="386606" y="3856657"/>
              <a:ext cx="8554953" cy="576011"/>
            </a:xfrm>
            <a:custGeom>
              <a:avLst/>
              <a:pathLst>
                <a:path w="8554953" h="576011">
                  <a:moveTo>
                    <a:pt x="8554953" y="576011"/>
                  </a:moveTo>
                  <a:lnTo>
                    <a:pt x="8032819" y="576011"/>
                  </a:lnTo>
                  <a:lnTo>
                    <a:pt x="8031551" y="576001"/>
                  </a:lnTo>
                  <a:lnTo>
                    <a:pt x="8023261" y="575929"/>
                  </a:lnTo>
                  <a:lnTo>
                    <a:pt x="8002536" y="575731"/>
                  </a:lnTo>
                  <a:lnTo>
                    <a:pt x="7965923" y="575341"/>
                  </a:lnTo>
                  <a:lnTo>
                    <a:pt x="7912240" y="574704"/>
                  </a:lnTo>
                  <a:lnTo>
                    <a:pt x="7842641" y="573775"/>
                  </a:lnTo>
                  <a:lnTo>
                    <a:pt x="7760212" y="572531"/>
                  </a:lnTo>
                  <a:lnTo>
                    <a:pt x="7669206" y="570963"/>
                  </a:lnTo>
                  <a:lnTo>
                    <a:pt x="7574132" y="569077"/>
                  </a:lnTo>
                  <a:lnTo>
                    <a:pt x="7479011" y="566879"/>
                  </a:lnTo>
                  <a:lnTo>
                    <a:pt x="7386925" y="564373"/>
                  </a:lnTo>
                  <a:lnTo>
                    <a:pt x="7299896" y="561555"/>
                  </a:lnTo>
                  <a:lnTo>
                    <a:pt x="7218967" y="558406"/>
                  </a:lnTo>
                  <a:lnTo>
                    <a:pt x="7144411" y="554897"/>
                  </a:lnTo>
                  <a:lnTo>
                    <a:pt x="7075949" y="550981"/>
                  </a:lnTo>
                  <a:lnTo>
                    <a:pt x="7012944" y="546603"/>
                  </a:lnTo>
                  <a:lnTo>
                    <a:pt x="6954558" y="541694"/>
                  </a:lnTo>
                  <a:lnTo>
                    <a:pt x="6899861" y="536185"/>
                  </a:lnTo>
                  <a:lnTo>
                    <a:pt x="6847921" y="530007"/>
                  </a:lnTo>
                  <a:lnTo>
                    <a:pt x="6797879" y="523114"/>
                  </a:lnTo>
                  <a:lnTo>
                    <a:pt x="6786527" y="521422"/>
                  </a:lnTo>
                  <a:lnTo>
                    <a:pt x="6732889" y="512796"/>
                  </a:lnTo>
                  <a:lnTo>
                    <a:pt x="6679769" y="503265"/>
                  </a:lnTo>
                  <a:lnTo>
                    <a:pt x="6626596" y="492819"/>
                  </a:lnTo>
                  <a:lnTo>
                    <a:pt x="6572986" y="481477"/>
                  </a:lnTo>
                  <a:lnTo>
                    <a:pt x="6518721" y="469296"/>
                  </a:lnTo>
                  <a:lnTo>
                    <a:pt x="6463724" y="456375"/>
                  </a:lnTo>
                  <a:lnTo>
                    <a:pt x="6408044" y="442847"/>
                  </a:lnTo>
                  <a:lnTo>
                    <a:pt x="6351830" y="428880"/>
                  </a:lnTo>
                  <a:lnTo>
                    <a:pt x="6295304" y="414669"/>
                  </a:lnTo>
                  <a:lnTo>
                    <a:pt x="6238731" y="400421"/>
                  </a:lnTo>
                  <a:lnTo>
                    <a:pt x="6182383" y="386349"/>
                  </a:lnTo>
                  <a:lnTo>
                    <a:pt x="6126500" y="372651"/>
                  </a:lnTo>
                  <a:lnTo>
                    <a:pt x="6071260" y="359506"/>
                  </a:lnTo>
                  <a:lnTo>
                    <a:pt x="6016748" y="347061"/>
                  </a:lnTo>
                  <a:lnTo>
                    <a:pt x="5962932" y="335425"/>
                  </a:lnTo>
                  <a:lnTo>
                    <a:pt x="5909645" y="324670"/>
                  </a:lnTo>
                  <a:lnTo>
                    <a:pt x="5856561" y="314828"/>
                  </a:lnTo>
                  <a:lnTo>
                    <a:pt x="5803176" y="305898"/>
                  </a:lnTo>
                  <a:lnTo>
                    <a:pt x="5784835" y="303064"/>
                  </a:lnTo>
                  <a:lnTo>
                    <a:pt x="5735125" y="296005"/>
                  </a:lnTo>
                  <a:lnTo>
                    <a:pt x="5683694" y="289665"/>
                  </a:lnTo>
                  <a:lnTo>
                    <a:pt x="5629714" y="284007"/>
                  </a:lnTo>
                  <a:lnTo>
                    <a:pt x="5572263" y="278966"/>
                  </a:lnTo>
                  <a:lnTo>
                    <a:pt x="5510403" y="274471"/>
                  </a:lnTo>
                  <a:lnTo>
                    <a:pt x="5443266" y="270455"/>
                  </a:lnTo>
                  <a:lnTo>
                    <a:pt x="5370156" y="266856"/>
                  </a:lnTo>
                  <a:lnTo>
                    <a:pt x="5290697" y="263628"/>
                  </a:lnTo>
                  <a:lnTo>
                    <a:pt x="5205014" y="260735"/>
                  </a:lnTo>
                  <a:lnTo>
                    <a:pt x="5113954" y="258158"/>
                  </a:lnTo>
                  <a:lnTo>
                    <a:pt x="5019298" y="255889"/>
                  </a:lnTo>
                  <a:lnTo>
                    <a:pt x="4923886" y="253930"/>
                  </a:lnTo>
                  <a:lnTo>
                    <a:pt x="4831548" y="252288"/>
                  </a:lnTo>
                  <a:lnTo>
                    <a:pt x="4746740" y="250970"/>
                  </a:lnTo>
                  <a:lnTo>
                    <a:pt x="4673850" y="249970"/>
                  </a:lnTo>
                  <a:lnTo>
                    <a:pt x="4616314" y="249268"/>
                  </a:lnTo>
                  <a:lnTo>
                    <a:pt x="4575780" y="248826"/>
                  </a:lnTo>
                  <a:lnTo>
                    <a:pt x="4551618" y="248589"/>
                  </a:lnTo>
                  <a:lnTo>
                    <a:pt x="4540874" y="248494"/>
                  </a:lnTo>
                  <a:lnTo>
                    <a:pt x="4538559" y="248475"/>
                  </a:lnTo>
                  <a:lnTo>
                    <a:pt x="4538543" y="248475"/>
                  </a:lnTo>
                  <a:lnTo>
                    <a:pt x="4016409" y="248475"/>
                  </a:lnTo>
                  <a:lnTo>
                    <a:pt x="4015140" y="248467"/>
                  </a:lnTo>
                  <a:lnTo>
                    <a:pt x="4006846" y="248413"/>
                  </a:lnTo>
                  <a:lnTo>
                    <a:pt x="3986109" y="248262"/>
                  </a:lnTo>
                  <a:lnTo>
                    <a:pt x="3949476" y="247967"/>
                  </a:lnTo>
                  <a:lnTo>
                    <a:pt x="3895767" y="247483"/>
                  </a:lnTo>
                  <a:lnTo>
                    <a:pt x="3826137" y="246778"/>
                  </a:lnTo>
                  <a:lnTo>
                    <a:pt x="3743678" y="245833"/>
                  </a:lnTo>
                  <a:lnTo>
                    <a:pt x="3652643" y="244644"/>
                  </a:lnTo>
                  <a:lnTo>
                    <a:pt x="3557547" y="243212"/>
                  </a:lnTo>
                  <a:lnTo>
                    <a:pt x="3462410" y="241543"/>
                  </a:lnTo>
                  <a:lnTo>
                    <a:pt x="3370315" y="239642"/>
                  </a:lnTo>
                  <a:lnTo>
                    <a:pt x="3283281" y="237503"/>
                  </a:lnTo>
                  <a:lnTo>
                    <a:pt x="3202352" y="235113"/>
                  </a:lnTo>
                  <a:lnTo>
                    <a:pt x="3127798" y="232449"/>
                  </a:lnTo>
                  <a:lnTo>
                    <a:pt x="3059339" y="229477"/>
                  </a:lnTo>
                  <a:lnTo>
                    <a:pt x="2996337" y="226154"/>
                  </a:lnTo>
                  <a:lnTo>
                    <a:pt x="2937953" y="222428"/>
                  </a:lnTo>
                  <a:lnTo>
                    <a:pt x="2883257" y="218246"/>
                  </a:lnTo>
                  <a:lnTo>
                    <a:pt x="2831314" y="213556"/>
                  </a:lnTo>
                  <a:lnTo>
                    <a:pt x="2781268" y="208324"/>
                  </a:lnTo>
                  <a:lnTo>
                    <a:pt x="2770117" y="207062"/>
                  </a:lnTo>
                  <a:lnTo>
                    <a:pt x="2716220" y="200485"/>
                  </a:lnTo>
                  <a:lnTo>
                    <a:pt x="2662842" y="193215"/>
                  </a:lnTo>
                  <a:lnTo>
                    <a:pt x="2609406" y="185243"/>
                  </a:lnTo>
                  <a:lnTo>
                    <a:pt x="2555525" y="176585"/>
                  </a:lnTo>
                  <a:lnTo>
                    <a:pt x="2500980" y="167287"/>
                  </a:lnTo>
                  <a:lnTo>
                    <a:pt x="2445696" y="157423"/>
                  </a:lnTo>
                  <a:lnTo>
                    <a:pt x="2389725" y="147097"/>
                  </a:lnTo>
                  <a:lnTo>
                    <a:pt x="2333220" y="136441"/>
                  </a:lnTo>
                  <a:lnTo>
                    <a:pt x="2276412" y="125603"/>
                  </a:lnTo>
                  <a:lnTo>
                    <a:pt x="2219568" y="114744"/>
                  </a:lnTo>
                  <a:lnTo>
                    <a:pt x="2162964" y="104028"/>
                  </a:lnTo>
                  <a:lnTo>
                    <a:pt x="2106841" y="93606"/>
                  </a:lnTo>
                  <a:lnTo>
                    <a:pt x="2051375" y="83615"/>
                  </a:lnTo>
                  <a:lnTo>
                    <a:pt x="1996646" y="74166"/>
                  </a:lnTo>
                  <a:lnTo>
                    <a:pt x="1942613" y="65342"/>
                  </a:lnTo>
                  <a:lnTo>
                    <a:pt x="1889094" y="57196"/>
                  </a:lnTo>
                  <a:lnTo>
                    <a:pt x="1835748" y="49749"/>
                  </a:lnTo>
                  <a:lnTo>
                    <a:pt x="1782047" y="43000"/>
                  </a:lnTo>
                  <a:lnTo>
                    <a:pt x="1768425" y="41412"/>
                  </a:lnTo>
                  <a:lnTo>
                    <a:pt x="1718705" y="36056"/>
                  </a:lnTo>
                  <a:lnTo>
                    <a:pt x="1667263" y="31245"/>
                  </a:lnTo>
                  <a:lnTo>
                    <a:pt x="1613271" y="26952"/>
                  </a:lnTo>
                  <a:lnTo>
                    <a:pt x="1555805" y="23128"/>
                  </a:lnTo>
                  <a:lnTo>
                    <a:pt x="1493928" y="19718"/>
                  </a:lnTo>
                  <a:lnTo>
                    <a:pt x="1426771" y="16670"/>
                  </a:lnTo>
                  <a:lnTo>
                    <a:pt x="1353638" y="13940"/>
                  </a:lnTo>
                  <a:lnTo>
                    <a:pt x="1274153" y="11491"/>
                  </a:lnTo>
                  <a:lnTo>
                    <a:pt x="1188442" y="9296"/>
                  </a:lnTo>
                  <a:lnTo>
                    <a:pt x="1097354" y="7341"/>
                  </a:lnTo>
                  <a:lnTo>
                    <a:pt x="1002674" y="5620"/>
                  </a:lnTo>
                  <a:lnTo>
                    <a:pt x="907245" y="4134"/>
                  </a:lnTo>
                  <a:lnTo>
                    <a:pt x="814902" y="2889"/>
                  </a:lnTo>
                  <a:lnTo>
                    <a:pt x="730104" y="1889"/>
                  </a:lnTo>
                  <a:lnTo>
                    <a:pt x="657240" y="1131"/>
                  </a:lnTo>
                  <a:lnTo>
                    <a:pt x="599744" y="600"/>
                  </a:lnTo>
                  <a:lnTo>
                    <a:pt x="559260" y="265"/>
                  </a:lnTo>
                  <a:lnTo>
                    <a:pt x="535147" y="85"/>
                  </a:lnTo>
                  <a:lnTo>
                    <a:pt x="524443" y="14"/>
                  </a:lnTo>
                  <a:lnTo>
                    <a:pt x="522148" y="0"/>
                  </a:lnTo>
                  <a:lnTo>
                    <a:pt x="522133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842" name="pg842"/>
            <p:cNvSpPr/>
            <p:nvPr/>
          </p:nvSpPr>
          <p:spPr>
            <a:xfrm>
              <a:off x="386606" y="3862304"/>
              <a:ext cx="8554953" cy="1773211"/>
            </a:xfrm>
            <a:custGeom>
              <a:avLst/>
              <a:pathLst>
                <a:path w="8554953" h="1773211">
                  <a:moveTo>
                    <a:pt x="0" y="16941"/>
                  </a:moveTo>
                  <a:lnTo>
                    <a:pt x="522133" y="16941"/>
                  </a:lnTo>
                  <a:lnTo>
                    <a:pt x="523401" y="16950"/>
                  </a:lnTo>
                  <a:lnTo>
                    <a:pt x="531694" y="17012"/>
                  </a:lnTo>
                  <a:lnTo>
                    <a:pt x="552426" y="17183"/>
                  </a:lnTo>
                  <a:lnTo>
                    <a:pt x="589052" y="17518"/>
                  </a:lnTo>
                  <a:lnTo>
                    <a:pt x="642750" y="18068"/>
                  </a:lnTo>
                  <a:lnTo>
                    <a:pt x="712368" y="18869"/>
                  </a:lnTo>
                  <a:lnTo>
                    <a:pt x="794815" y="19942"/>
                  </a:lnTo>
                  <a:lnTo>
                    <a:pt x="885838" y="21294"/>
                  </a:lnTo>
                  <a:lnTo>
                    <a:pt x="980926" y="22921"/>
                  </a:lnTo>
                  <a:lnTo>
                    <a:pt x="1076057" y="24816"/>
                  </a:lnTo>
                  <a:lnTo>
                    <a:pt x="1168148" y="26977"/>
                  </a:lnTo>
                  <a:lnTo>
                    <a:pt x="1255180" y="29407"/>
                  </a:lnTo>
                  <a:lnTo>
                    <a:pt x="1336109" y="32122"/>
                  </a:lnTo>
                  <a:lnTo>
                    <a:pt x="1410664" y="35149"/>
                  </a:lnTo>
                  <a:lnTo>
                    <a:pt x="1479124" y="38525"/>
                  </a:lnTo>
                  <a:lnTo>
                    <a:pt x="1542127" y="42301"/>
                  </a:lnTo>
                  <a:lnTo>
                    <a:pt x="1600512" y="46534"/>
                  </a:lnTo>
                  <a:lnTo>
                    <a:pt x="1655208" y="51285"/>
                  </a:lnTo>
                  <a:lnTo>
                    <a:pt x="1707150" y="56613"/>
                  </a:lnTo>
                  <a:lnTo>
                    <a:pt x="1757195" y="62557"/>
                  </a:lnTo>
                  <a:lnTo>
                    <a:pt x="1768425" y="64001"/>
                  </a:lnTo>
                  <a:lnTo>
                    <a:pt x="1822219" y="71460"/>
                  </a:lnTo>
                  <a:lnTo>
                    <a:pt x="1875494" y="79703"/>
                  </a:lnTo>
                  <a:lnTo>
                    <a:pt x="1928826" y="88741"/>
                  </a:lnTo>
                  <a:lnTo>
                    <a:pt x="1982599" y="98555"/>
                  </a:lnTo>
                  <a:lnTo>
                    <a:pt x="2037032" y="109095"/>
                  </a:lnTo>
                  <a:lnTo>
                    <a:pt x="2092202" y="120277"/>
                  </a:lnTo>
                  <a:lnTo>
                    <a:pt x="2148058" y="131982"/>
                  </a:lnTo>
                  <a:lnTo>
                    <a:pt x="2204447" y="144064"/>
                  </a:lnTo>
                  <a:lnTo>
                    <a:pt x="2261143" y="156354"/>
                  </a:lnTo>
                  <a:lnTo>
                    <a:pt x="2317879" y="168670"/>
                  </a:lnTo>
                  <a:lnTo>
                    <a:pt x="2374381" y="180830"/>
                  </a:lnTo>
                  <a:lnTo>
                    <a:pt x="2430409" y="192659"/>
                  </a:lnTo>
                  <a:lnTo>
                    <a:pt x="2485785" y="204004"/>
                  </a:lnTo>
                  <a:lnTo>
                    <a:pt x="2540428" y="214738"/>
                  </a:lnTo>
                  <a:lnTo>
                    <a:pt x="2594374" y="224767"/>
                  </a:lnTo>
                  <a:lnTo>
                    <a:pt x="2647800" y="234030"/>
                  </a:lnTo>
                  <a:lnTo>
                    <a:pt x="2701042" y="242501"/>
                  </a:lnTo>
                  <a:lnTo>
                    <a:pt x="2754616" y="250182"/>
                  </a:lnTo>
                  <a:lnTo>
                    <a:pt x="2770117" y="252240"/>
                  </a:lnTo>
                  <a:lnTo>
                    <a:pt x="2819833" y="258326"/>
                  </a:lnTo>
                  <a:lnTo>
                    <a:pt x="2871271" y="263792"/>
                  </a:lnTo>
                  <a:lnTo>
                    <a:pt x="2925258" y="268671"/>
                  </a:lnTo>
                  <a:lnTo>
                    <a:pt x="2982718" y="273016"/>
                  </a:lnTo>
                  <a:lnTo>
                    <a:pt x="3044588" y="276891"/>
                  </a:lnTo>
                  <a:lnTo>
                    <a:pt x="3111738" y="280354"/>
                  </a:lnTo>
                  <a:lnTo>
                    <a:pt x="3184862" y="283456"/>
                  </a:lnTo>
                  <a:lnTo>
                    <a:pt x="3264336" y="286240"/>
                  </a:lnTo>
                  <a:lnTo>
                    <a:pt x="3350036" y="288733"/>
                  </a:lnTo>
                  <a:lnTo>
                    <a:pt x="3441113" y="290955"/>
                  </a:lnTo>
                  <a:lnTo>
                    <a:pt x="3535784" y="292911"/>
                  </a:lnTo>
                  <a:lnTo>
                    <a:pt x="3631206" y="294600"/>
                  </a:lnTo>
                  <a:lnTo>
                    <a:pt x="3723547" y="296014"/>
                  </a:lnTo>
                  <a:lnTo>
                    <a:pt x="3808349" y="297151"/>
                  </a:lnTo>
                  <a:lnTo>
                    <a:pt x="3881223" y="298013"/>
                  </a:lnTo>
                  <a:lnTo>
                    <a:pt x="3938735" y="298617"/>
                  </a:lnTo>
                  <a:lnTo>
                    <a:pt x="3979239" y="298998"/>
                  </a:lnTo>
                  <a:lnTo>
                    <a:pt x="4003371" y="299202"/>
                  </a:lnTo>
                  <a:lnTo>
                    <a:pt x="4014091" y="299283"/>
                  </a:lnTo>
                  <a:lnTo>
                    <a:pt x="4016409" y="299300"/>
                  </a:lnTo>
                  <a:lnTo>
                    <a:pt x="4538543" y="299300"/>
                  </a:lnTo>
                  <a:lnTo>
                    <a:pt x="4539778" y="299344"/>
                  </a:lnTo>
                  <a:lnTo>
                    <a:pt x="4547855" y="299658"/>
                  </a:lnTo>
                  <a:lnTo>
                    <a:pt x="4568067" y="300526"/>
                  </a:lnTo>
                  <a:lnTo>
                    <a:pt x="4603824" y="302231"/>
                  </a:lnTo>
                  <a:lnTo>
                    <a:pt x="4656345" y="305026"/>
                  </a:lnTo>
                  <a:lnTo>
                    <a:pt x="4724597" y="309100"/>
                  </a:lnTo>
                  <a:lnTo>
                    <a:pt x="4805650" y="314564"/>
                  </a:lnTo>
                  <a:lnTo>
                    <a:pt x="4895409" y="321457"/>
                  </a:lnTo>
                  <a:lnTo>
                    <a:pt x="4989471" y="329762"/>
                  </a:lnTo>
                  <a:lnTo>
                    <a:pt x="5083868" y="339447"/>
                  </a:lnTo>
                  <a:lnTo>
                    <a:pt x="5175512" y="350491"/>
                  </a:lnTo>
                  <a:lnTo>
                    <a:pt x="5262341" y="362913"/>
                  </a:lnTo>
                  <a:lnTo>
                    <a:pt x="5343247" y="376781"/>
                  </a:lnTo>
                  <a:lnTo>
                    <a:pt x="5417893" y="392226"/>
                  </a:lnTo>
                  <a:lnTo>
                    <a:pt x="5486497" y="409437"/>
                  </a:lnTo>
                  <a:lnTo>
                    <a:pt x="5549643" y="428657"/>
                  </a:lnTo>
                  <a:lnTo>
                    <a:pt x="5608125" y="450174"/>
                  </a:lnTo>
                  <a:lnTo>
                    <a:pt x="5662842" y="474301"/>
                  </a:lnTo>
                  <a:lnTo>
                    <a:pt x="5714708" y="501336"/>
                  </a:lnTo>
                  <a:lnTo>
                    <a:pt x="5764573" y="531505"/>
                  </a:lnTo>
                  <a:lnTo>
                    <a:pt x="5784835" y="544952"/>
                  </a:lnTo>
                  <a:lnTo>
                    <a:pt x="5830731" y="577882"/>
                  </a:lnTo>
                  <a:lnTo>
                    <a:pt x="5876180" y="613773"/>
                  </a:lnTo>
                  <a:lnTo>
                    <a:pt x="5921565" y="652678"/>
                  </a:lnTo>
                  <a:lnTo>
                    <a:pt x="5967165" y="694575"/>
                  </a:lnTo>
                  <a:lnTo>
                    <a:pt x="6013167" y="739355"/>
                  </a:lnTo>
                  <a:lnTo>
                    <a:pt x="6059675" y="786819"/>
                  </a:lnTo>
                  <a:lnTo>
                    <a:pt x="6106720" y="836674"/>
                  </a:lnTo>
                  <a:lnTo>
                    <a:pt x="6154267" y="888533"/>
                  </a:lnTo>
                  <a:lnTo>
                    <a:pt x="6202228" y="941933"/>
                  </a:lnTo>
                  <a:lnTo>
                    <a:pt x="6250472" y="996340"/>
                  </a:lnTo>
                  <a:lnTo>
                    <a:pt x="6298840" y="1051181"/>
                  </a:lnTo>
                  <a:lnTo>
                    <a:pt x="6347161" y="1105859"/>
                  </a:lnTo>
                  <a:lnTo>
                    <a:pt x="6395269" y="1159788"/>
                  </a:lnTo>
                  <a:lnTo>
                    <a:pt x="6443019" y="1212411"/>
                  </a:lnTo>
                  <a:lnTo>
                    <a:pt x="6490301" y="1263233"/>
                  </a:lnTo>
                  <a:lnTo>
                    <a:pt x="6537054" y="1311829"/>
                  </a:lnTo>
                  <a:lnTo>
                    <a:pt x="6583278" y="1357864"/>
                  </a:lnTo>
                  <a:lnTo>
                    <a:pt x="6629044" y="1401094"/>
                  </a:lnTo>
                  <a:lnTo>
                    <a:pt x="6674498" y="1441371"/>
                  </a:lnTo>
                  <a:lnTo>
                    <a:pt x="6719876" y="1478635"/>
                  </a:lnTo>
                  <a:lnTo>
                    <a:pt x="6765513" y="1512904"/>
                  </a:lnTo>
                  <a:lnTo>
                    <a:pt x="6786527" y="1527559"/>
                  </a:lnTo>
                  <a:lnTo>
                    <a:pt x="6835782" y="1559056"/>
                  </a:lnTo>
                  <a:lnTo>
                    <a:pt x="6886721" y="1587370"/>
                  </a:lnTo>
                  <a:lnTo>
                    <a:pt x="6940147" y="1612668"/>
                  </a:lnTo>
                  <a:lnTo>
                    <a:pt x="6996957" y="1635229"/>
                  </a:lnTo>
                  <a:lnTo>
                    <a:pt x="7058065" y="1655365"/>
                  </a:lnTo>
                  <a:lnTo>
                    <a:pt x="7124320" y="1673376"/>
                  </a:lnTo>
                  <a:lnTo>
                    <a:pt x="7196410" y="1689527"/>
                  </a:lnTo>
                  <a:lnTo>
                    <a:pt x="7274725" y="1704030"/>
                  </a:lnTo>
                  <a:lnTo>
                    <a:pt x="7359184" y="1717040"/>
                  </a:lnTo>
                  <a:lnTo>
                    <a:pt x="7449024" y="1728650"/>
                  </a:lnTo>
                  <a:lnTo>
                    <a:pt x="7542596" y="1738899"/>
                  </a:lnTo>
                  <a:lnTo>
                    <a:pt x="7637235" y="1747780"/>
                  </a:lnTo>
                  <a:lnTo>
                    <a:pt x="7729301" y="1755262"/>
                  </a:lnTo>
                  <a:lnTo>
                    <a:pt x="7814497" y="1761318"/>
                  </a:lnTo>
                  <a:lnTo>
                    <a:pt x="7888498" y="1765959"/>
                  </a:lnTo>
                  <a:lnTo>
                    <a:pt x="7947788" y="1769265"/>
                  </a:lnTo>
                  <a:lnTo>
                    <a:pt x="7990479" y="1771395"/>
                  </a:lnTo>
                  <a:lnTo>
                    <a:pt x="8016841" y="1772577"/>
                  </a:lnTo>
                  <a:lnTo>
                    <a:pt x="8029408" y="1773086"/>
                  </a:lnTo>
                  <a:lnTo>
                    <a:pt x="8032819" y="1773211"/>
                  </a:lnTo>
                  <a:lnTo>
                    <a:pt x="8554953" y="1773211"/>
                  </a:lnTo>
                  <a:lnTo>
                    <a:pt x="8554953" y="1756270"/>
                  </a:lnTo>
                  <a:lnTo>
                    <a:pt x="8032819" y="1756270"/>
                  </a:lnTo>
                  <a:lnTo>
                    <a:pt x="8031584" y="1756226"/>
                  </a:lnTo>
                  <a:lnTo>
                    <a:pt x="8023507" y="1755912"/>
                  </a:lnTo>
                  <a:lnTo>
                    <a:pt x="8003295" y="1755043"/>
                  </a:lnTo>
                  <a:lnTo>
                    <a:pt x="7967538" y="1753338"/>
                  </a:lnTo>
                  <a:lnTo>
                    <a:pt x="7915017" y="1750543"/>
                  </a:lnTo>
                  <a:lnTo>
                    <a:pt x="7846765" y="1746469"/>
                  </a:lnTo>
                  <a:lnTo>
                    <a:pt x="7765711" y="1741005"/>
                  </a:lnTo>
                  <a:lnTo>
                    <a:pt x="7675953" y="1734113"/>
                  </a:lnTo>
                  <a:lnTo>
                    <a:pt x="7581891" y="1725807"/>
                  </a:lnTo>
                  <a:lnTo>
                    <a:pt x="7487494" y="1716122"/>
                  </a:lnTo>
                  <a:lnTo>
                    <a:pt x="7395850" y="1705078"/>
                  </a:lnTo>
                  <a:lnTo>
                    <a:pt x="7309021" y="1692657"/>
                  </a:lnTo>
                  <a:lnTo>
                    <a:pt x="7228115" y="1678788"/>
                  </a:lnTo>
                  <a:lnTo>
                    <a:pt x="7153469" y="1663343"/>
                  </a:lnTo>
                  <a:lnTo>
                    <a:pt x="7084864" y="1646132"/>
                  </a:lnTo>
                  <a:lnTo>
                    <a:pt x="7021719" y="1626912"/>
                  </a:lnTo>
                  <a:lnTo>
                    <a:pt x="6963237" y="1605395"/>
                  </a:lnTo>
                  <a:lnTo>
                    <a:pt x="6908520" y="1581269"/>
                  </a:lnTo>
                  <a:lnTo>
                    <a:pt x="6856654" y="1554234"/>
                  </a:lnTo>
                  <a:lnTo>
                    <a:pt x="6806789" y="1524065"/>
                  </a:lnTo>
                  <a:lnTo>
                    <a:pt x="6786527" y="1510618"/>
                  </a:lnTo>
                  <a:lnTo>
                    <a:pt x="6740631" y="1477687"/>
                  </a:lnTo>
                  <a:lnTo>
                    <a:pt x="6695182" y="1441796"/>
                  </a:lnTo>
                  <a:lnTo>
                    <a:pt x="6649797" y="1402891"/>
                  </a:lnTo>
                  <a:lnTo>
                    <a:pt x="6604197" y="1360994"/>
                  </a:lnTo>
                  <a:lnTo>
                    <a:pt x="6558195" y="1316214"/>
                  </a:lnTo>
                  <a:lnTo>
                    <a:pt x="6511687" y="1268750"/>
                  </a:lnTo>
                  <a:lnTo>
                    <a:pt x="6464642" y="1218896"/>
                  </a:lnTo>
                  <a:lnTo>
                    <a:pt x="6417095" y="1167036"/>
                  </a:lnTo>
                  <a:lnTo>
                    <a:pt x="6369134" y="1113637"/>
                  </a:lnTo>
                  <a:lnTo>
                    <a:pt x="6320890" y="1059229"/>
                  </a:lnTo>
                  <a:lnTo>
                    <a:pt x="6272522" y="1004388"/>
                  </a:lnTo>
                  <a:lnTo>
                    <a:pt x="6224201" y="949710"/>
                  </a:lnTo>
                  <a:lnTo>
                    <a:pt x="6176093" y="895782"/>
                  </a:lnTo>
                  <a:lnTo>
                    <a:pt x="6128343" y="843158"/>
                  </a:lnTo>
                  <a:lnTo>
                    <a:pt x="6081061" y="792336"/>
                  </a:lnTo>
                  <a:lnTo>
                    <a:pt x="6034308" y="743740"/>
                  </a:lnTo>
                  <a:lnTo>
                    <a:pt x="5988084" y="697705"/>
                  </a:lnTo>
                  <a:lnTo>
                    <a:pt x="5942318" y="654475"/>
                  </a:lnTo>
                  <a:lnTo>
                    <a:pt x="5896864" y="614198"/>
                  </a:lnTo>
                  <a:lnTo>
                    <a:pt x="5851486" y="576935"/>
                  </a:lnTo>
                  <a:lnTo>
                    <a:pt x="5805848" y="542665"/>
                  </a:lnTo>
                  <a:lnTo>
                    <a:pt x="5784835" y="528010"/>
                  </a:lnTo>
                  <a:lnTo>
                    <a:pt x="5735579" y="496514"/>
                  </a:lnTo>
                  <a:lnTo>
                    <a:pt x="5684641" y="468199"/>
                  </a:lnTo>
                  <a:lnTo>
                    <a:pt x="5631215" y="442901"/>
                  </a:lnTo>
                  <a:lnTo>
                    <a:pt x="5574405" y="420340"/>
                  </a:lnTo>
                  <a:lnTo>
                    <a:pt x="5513297" y="400205"/>
                  </a:lnTo>
                  <a:lnTo>
                    <a:pt x="5447042" y="382193"/>
                  </a:lnTo>
                  <a:lnTo>
                    <a:pt x="5374952" y="366042"/>
                  </a:lnTo>
                  <a:lnTo>
                    <a:pt x="5296637" y="351539"/>
                  </a:lnTo>
                  <a:lnTo>
                    <a:pt x="5212178" y="338530"/>
                  </a:lnTo>
                  <a:lnTo>
                    <a:pt x="5122338" y="326919"/>
                  </a:lnTo>
                  <a:lnTo>
                    <a:pt x="5028766" y="316670"/>
                  </a:lnTo>
                  <a:lnTo>
                    <a:pt x="4934127" y="307789"/>
                  </a:lnTo>
                  <a:lnTo>
                    <a:pt x="4842061" y="300307"/>
                  </a:lnTo>
                  <a:lnTo>
                    <a:pt x="4756865" y="294252"/>
                  </a:lnTo>
                  <a:lnTo>
                    <a:pt x="4682864" y="289610"/>
                  </a:lnTo>
                  <a:lnTo>
                    <a:pt x="4623574" y="286304"/>
                  </a:lnTo>
                  <a:lnTo>
                    <a:pt x="4580883" y="284174"/>
                  </a:lnTo>
                  <a:lnTo>
                    <a:pt x="4554521" y="282992"/>
                  </a:lnTo>
                  <a:lnTo>
                    <a:pt x="4541954" y="282483"/>
                  </a:lnTo>
                  <a:lnTo>
                    <a:pt x="4538543" y="282358"/>
                  </a:lnTo>
                  <a:lnTo>
                    <a:pt x="4016409" y="282358"/>
                  </a:lnTo>
                  <a:lnTo>
                    <a:pt x="4015141" y="282349"/>
                  </a:lnTo>
                  <a:lnTo>
                    <a:pt x="4006848" y="282288"/>
                  </a:lnTo>
                  <a:lnTo>
                    <a:pt x="3986116" y="282116"/>
                  </a:lnTo>
                  <a:lnTo>
                    <a:pt x="3949490" y="281781"/>
                  </a:lnTo>
                  <a:lnTo>
                    <a:pt x="3895792" y="281231"/>
                  </a:lnTo>
                  <a:lnTo>
                    <a:pt x="3826174" y="280430"/>
                  </a:lnTo>
                  <a:lnTo>
                    <a:pt x="3743727" y="279357"/>
                  </a:lnTo>
                  <a:lnTo>
                    <a:pt x="3652704" y="278005"/>
                  </a:lnTo>
                  <a:lnTo>
                    <a:pt x="3557616" y="276378"/>
                  </a:lnTo>
                  <a:lnTo>
                    <a:pt x="3462485" y="274483"/>
                  </a:lnTo>
                  <a:lnTo>
                    <a:pt x="3370394" y="272322"/>
                  </a:lnTo>
                  <a:lnTo>
                    <a:pt x="3283362" y="269892"/>
                  </a:lnTo>
                  <a:lnTo>
                    <a:pt x="3202433" y="267177"/>
                  </a:lnTo>
                  <a:lnTo>
                    <a:pt x="3127878" y="264151"/>
                  </a:lnTo>
                  <a:lnTo>
                    <a:pt x="3059418" y="260774"/>
                  </a:lnTo>
                  <a:lnTo>
                    <a:pt x="2996415" y="256998"/>
                  </a:lnTo>
                  <a:lnTo>
                    <a:pt x="2938030" y="252765"/>
                  </a:lnTo>
                  <a:lnTo>
                    <a:pt x="2883334" y="248014"/>
                  </a:lnTo>
                  <a:lnTo>
                    <a:pt x="2831392" y="242686"/>
                  </a:lnTo>
                  <a:lnTo>
                    <a:pt x="2781348" y="236742"/>
                  </a:lnTo>
                  <a:lnTo>
                    <a:pt x="2770117" y="235298"/>
                  </a:lnTo>
                  <a:lnTo>
                    <a:pt x="2716323" y="227839"/>
                  </a:lnTo>
                  <a:lnTo>
                    <a:pt x="2663048" y="219596"/>
                  </a:lnTo>
                  <a:lnTo>
                    <a:pt x="2609716" y="210558"/>
                  </a:lnTo>
                  <a:lnTo>
                    <a:pt x="2555943" y="200744"/>
                  </a:lnTo>
                  <a:lnTo>
                    <a:pt x="2501510" y="190204"/>
                  </a:lnTo>
                  <a:lnTo>
                    <a:pt x="2446340" y="179022"/>
                  </a:lnTo>
                  <a:lnTo>
                    <a:pt x="2390484" y="167317"/>
                  </a:lnTo>
                  <a:lnTo>
                    <a:pt x="2334095" y="155235"/>
                  </a:lnTo>
                  <a:lnTo>
                    <a:pt x="2277399" y="142945"/>
                  </a:lnTo>
                  <a:lnTo>
                    <a:pt x="2220663" y="130629"/>
                  </a:lnTo>
                  <a:lnTo>
                    <a:pt x="2164161" y="118469"/>
                  </a:lnTo>
                  <a:lnTo>
                    <a:pt x="2108133" y="106640"/>
                  </a:lnTo>
                  <a:lnTo>
                    <a:pt x="2052757" y="95295"/>
                  </a:lnTo>
                  <a:lnTo>
                    <a:pt x="1998114" y="84561"/>
                  </a:lnTo>
                  <a:lnTo>
                    <a:pt x="1944168" y="74532"/>
                  </a:lnTo>
                  <a:lnTo>
                    <a:pt x="1890742" y="65269"/>
                  </a:lnTo>
                  <a:lnTo>
                    <a:pt x="1837500" y="56798"/>
                  </a:lnTo>
                  <a:lnTo>
                    <a:pt x="1783926" y="49117"/>
                  </a:lnTo>
                  <a:lnTo>
                    <a:pt x="1768425" y="47059"/>
                  </a:lnTo>
                  <a:lnTo>
                    <a:pt x="1718709" y="40973"/>
                  </a:lnTo>
                  <a:lnTo>
                    <a:pt x="1667271" y="35507"/>
                  </a:lnTo>
                  <a:lnTo>
                    <a:pt x="1613284" y="30629"/>
                  </a:lnTo>
                  <a:lnTo>
                    <a:pt x="1555824" y="26283"/>
                  </a:lnTo>
                  <a:lnTo>
                    <a:pt x="1493954" y="22408"/>
                  </a:lnTo>
                  <a:lnTo>
                    <a:pt x="1426804" y="18945"/>
                  </a:lnTo>
                  <a:lnTo>
                    <a:pt x="1353681" y="15843"/>
                  </a:lnTo>
                  <a:lnTo>
                    <a:pt x="1274206" y="13059"/>
                  </a:lnTo>
                  <a:lnTo>
                    <a:pt x="1188506" y="10566"/>
                  </a:lnTo>
                  <a:lnTo>
                    <a:pt x="1097429" y="8344"/>
                  </a:lnTo>
                  <a:lnTo>
                    <a:pt x="1002758" y="6388"/>
                  </a:lnTo>
                  <a:lnTo>
                    <a:pt x="907336" y="4700"/>
                  </a:lnTo>
                  <a:lnTo>
                    <a:pt x="814996" y="3285"/>
                  </a:lnTo>
                  <a:lnTo>
                    <a:pt x="730193" y="2148"/>
                  </a:lnTo>
                  <a:lnTo>
                    <a:pt x="657319" y="1287"/>
                  </a:lnTo>
                  <a:lnTo>
                    <a:pt x="599807" y="682"/>
                  </a:lnTo>
                  <a:lnTo>
                    <a:pt x="559304" y="301"/>
                  </a:lnTo>
                  <a:lnTo>
                    <a:pt x="535171" y="97"/>
                  </a:lnTo>
                  <a:lnTo>
                    <a:pt x="524452" y="16"/>
                  </a:lnTo>
                  <a:lnTo>
                    <a:pt x="5221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28E5B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843" name="pl843"/>
            <p:cNvSpPr/>
            <p:nvPr/>
          </p:nvSpPr>
          <p:spPr>
            <a:xfrm>
              <a:off x="386606" y="3879245"/>
              <a:ext cx="8554953" cy="1756270"/>
            </a:xfrm>
            <a:custGeom>
              <a:avLst/>
              <a:pathLst>
                <a:path w="8554953" h="1756270">
                  <a:moveTo>
                    <a:pt x="0" y="0"/>
                  </a:moveTo>
                  <a:lnTo>
                    <a:pt x="522133" y="0"/>
                  </a:lnTo>
                  <a:lnTo>
                    <a:pt x="523401" y="8"/>
                  </a:lnTo>
                  <a:lnTo>
                    <a:pt x="531694" y="70"/>
                  </a:lnTo>
                  <a:lnTo>
                    <a:pt x="552426" y="241"/>
                  </a:lnTo>
                  <a:lnTo>
                    <a:pt x="589052" y="577"/>
                  </a:lnTo>
                  <a:lnTo>
                    <a:pt x="642750" y="1127"/>
                  </a:lnTo>
                  <a:lnTo>
                    <a:pt x="712368" y="1928"/>
                  </a:lnTo>
                  <a:lnTo>
                    <a:pt x="794815" y="3001"/>
                  </a:lnTo>
                  <a:lnTo>
                    <a:pt x="885838" y="4352"/>
                  </a:lnTo>
                  <a:lnTo>
                    <a:pt x="980926" y="5979"/>
                  </a:lnTo>
                  <a:lnTo>
                    <a:pt x="1076057" y="7875"/>
                  </a:lnTo>
                  <a:lnTo>
                    <a:pt x="1168148" y="10035"/>
                  </a:lnTo>
                  <a:lnTo>
                    <a:pt x="1255180" y="12466"/>
                  </a:lnTo>
                  <a:lnTo>
                    <a:pt x="1336109" y="15181"/>
                  </a:lnTo>
                  <a:lnTo>
                    <a:pt x="1410664" y="18207"/>
                  </a:lnTo>
                  <a:lnTo>
                    <a:pt x="1479124" y="21584"/>
                  </a:lnTo>
                  <a:lnTo>
                    <a:pt x="1542127" y="25359"/>
                  </a:lnTo>
                  <a:lnTo>
                    <a:pt x="1600512" y="29592"/>
                  </a:lnTo>
                  <a:lnTo>
                    <a:pt x="1655208" y="34344"/>
                  </a:lnTo>
                  <a:lnTo>
                    <a:pt x="1707150" y="39671"/>
                  </a:lnTo>
                  <a:lnTo>
                    <a:pt x="1757195" y="45615"/>
                  </a:lnTo>
                  <a:lnTo>
                    <a:pt x="1768425" y="47059"/>
                  </a:lnTo>
                  <a:lnTo>
                    <a:pt x="1822219" y="54518"/>
                  </a:lnTo>
                  <a:lnTo>
                    <a:pt x="1875494" y="62762"/>
                  </a:lnTo>
                  <a:lnTo>
                    <a:pt x="1928826" y="71800"/>
                  </a:lnTo>
                  <a:lnTo>
                    <a:pt x="1982599" y="81614"/>
                  </a:lnTo>
                  <a:lnTo>
                    <a:pt x="2037032" y="92154"/>
                  </a:lnTo>
                  <a:lnTo>
                    <a:pt x="2092202" y="103335"/>
                  </a:lnTo>
                  <a:lnTo>
                    <a:pt x="2148058" y="115040"/>
                  </a:lnTo>
                  <a:lnTo>
                    <a:pt x="2204447" y="127122"/>
                  </a:lnTo>
                  <a:lnTo>
                    <a:pt x="2261143" y="139412"/>
                  </a:lnTo>
                  <a:lnTo>
                    <a:pt x="2317879" y="151729"/>
                  </a:lnTo>
                  <a:lnTo>
                    <a:pt x="2374381" y="163889"/>
                  </a:lnTo>
                  <a:lnTo>
                    <a:pt x="2430409" y="175718"/>
                  </a:lnTo>
                  <a:lnTo>
                    <a:pt x="2485785" y="187063"/>
                  </a:lnTo>
                  <a:lnTo>
                    <a:pt x="2540428" y="197796"/>
                  </a:lnTo>
                  <a:lnTo>
                    <a:pt x="2594374" y="207825"/>
                  </a:lnTo>
                  <a:lnTo>
                    <a:pt x="2647800" y="217089"/>
                  </a:lnTo>
                  <a:lnTo>
                    <a:pt x="2701042" y="225559"/>
                  </a:lnTo>
                  <a:lnTo>
                    <a:pt x="2754616" y="233241"/>
                  </a:lnTo>
                  <a:lnTo>
                    <a:pt x="2770117" y="235298"/>
                  </a:lnTo>
                  <a:lnTo>
                    <a:pt x="2819833" y="241385"/>
                  </a:lnTo>
                  <a:lnTo>
                    <a:pt x="2871271" y="246851"/>
                  </a:lnTo>
                  <a:lnTo>
                    <a:pt x="2925258" y="251729"/>
                  </a:lnTo>
                  <a:lnTo>
                    <a:pt x="2982718" y="256075"/>
                  </a:lnTo>
                  <a:lnTo>
                    <a:pt x="3044588" y="259950"/>
                  </a:lnTo>
                  <a:lnTo>
                    <a:pt x="3111738" y="263412"/>
                  </a:lnTo>
                  <a:lnTo>
                    <a:pt x="3184862" y="266515"/>
                  </a:lnTo>
                  <a:lnTo>
                    <a:pt x="3264336" y="269298"/>
                  </a:lnTo>
                  <a:lnTo>
                    <a:pt x="3350036" y="271792"/>
                  </a:lnTo>
                  <a:lnTo>
                    <a:pt x="3441113" y="274013"/>
                  </a:lnTo>
                  <a:lnTo>
                    <a:pt x="3535784" y="275969"/>
                  </a:lnTo>
                  <a:lnTo>
                    <a:pt x="3631206" y="277658"/>
                  </a:lnTo>
                  <a:lnTo>
                    <a:pt x="3723547" y="279073"/>
                  </a:lnTo>
                  <a:lnTo>
                    <a:pt x="3808349" y="280209"/>
                  </a:lnTo>
                  <a:lnTo>
                    <a:pt x="3881223" y="281071"/>
                  </a:lnTo>
                  <a:lnTo>
                    <a:pt x="3938735" y="281676"/>
                  </a:lnTo>
                  <a:lnTo>
                    <a:pt x="3979239" y="282056"/>
                  </a:lnTo>
                  <a:lnTo>
                    <a:pt x="4003371" y="282260"/>
                  </a:lnTo>
                  <a:lnTo>
                    <a:pt x="4014091" y="282342"/>
                  </a:lnTo>
                  <a:lnTo>
                    <a:pt x="4016394" y="282358"/>
                  </a:lnTo>
                  <a:lnTo>
                    <a:pt x="4016409" y="282358"/>
                  </a:lnTo>
                  <a:lnTo>
                    <a:pt x="4538543" y="282358"/>
                  </a:lnTo>
                  <a:lnTo>
                    <a:pt x="4539778" y="282402"/>
                  </a:lnTo>
                  <a:lnTo>
                    <a:pt x="4547855" y="282716"/>
                  </a:lnTo>
                  <a:lnTo>
                    <a:pt x="4568067" y="283584"/>
                  </a:lnTo>
                  <a:lnTo>
                    <a:pt x="4603824" y="285290"/>
                  </a:lnTo>
                  <a:lnTo>
                    <a:pt x="4656345" y="288085"/>
                  </a:lnTo>
                  <a:lnTo>
                    <a:pt x="4724597" y="292158"/>
                  </a:lnTo>
                  <a:lnTo>
                    <a:pt x="4805650" y="297623"/>
                  </a:lnTo>
                  <a:lnTo>
                    <a:pt x="4895409" y="304515"/>
                  </a:lnTo>
                  <a:lnTo>
                    <a:pt x="4989471" y="312820"/>
                  </a:lnTo>
                  <a:lnTo>
                    <a:pt x="5083868" y="322505"/>
                  </a:lnTo>
                  <a:lnTo>
                    <a:pt x="5175512" y="333550"/>
                  </a:lnTo>
                  <a:lnTo>
                    <a:pt x="5262341" y="345971"/>
                  </a:lnTo>
                  <a:lnTo>
                    <a:pt x="5343247" y="359840"/>
                  </a:lnTo>
                  <a:lnTo>
                    <a:pt x="5417893" y="375285"/>
                  </a:lnTo>
                  <a:lnTo>
                    <a:pt x="5486497" y="392496"/>
                  </a:lnTo>
                  <a:lnTo>
                    <a:pt x="5549643" y="411716"/>
                  </a:lnTo>
                  <a:lnTo>
                    <a:pt x="5608125" y="433233"/>
                  </a:lnTo>
                  <a:lnTo>
                    <a:pt x="5662842" y="457359"/>
                  </a:lnTo>
                  <a:lnTo>
                    <a:pt x="5714708" y="484394"/>
                  </a:lnTo>
                  <a:lnTo>
                    <a:pt x="5764573" y="514563"/>
                  </a:lnTo>
                  <a:lnTo>
                    <a:pt x="5784835" y="528010"/>
                  </a:lnTo>
                  <a:lnTo>
                    <a:pt x="5830731" y="560940"/>
                  </a:lnTo>
                  <a:lnTo>
                    <a:pt x="5876180" y="596831"/>
                  </a:lnTo>
                  <a:lnTo>
                    <a:pt x="5921565" y="635737"/>
                  </a:lnTo>
                  <a:lnTo>
                    <a:pt x="5967165" y="677633"/>
                  </a:lnTo>
                  <a:lnTo>
                    <a:pt x="6013167" y="722414"/>
                  </a:lnTo>
                  <a:lnTo>
                    <a:pt x="6059675" y="769878"/>
                  </a:lnTo>
                  <a:lnTo>
                    <a:pt x="6106720" y="819732"/>
                  </a:lnTo>
                  <a:lnTo>
                    <a:pt x="6154267" y="871592"/>
                  </a:lnTo>
                  <a:lnTo>
                    <a:pt x="6202228" y="924991"/>
                  </a:lnTo>
                  <a:lnTo>
                    <a:pt x="6250472" y="979399"/>
                  </a:lnTo>
                  <a:lnTo>
                    <a:pt x="6298840" y="1034239"/>
                  </a:lnTo>
                  <a:lnTo>
                    <a:pt x="6347161" y="1088918"/>
                  </a:lnTo>
                  <a:lnTo>
                    <a:pt x="6395269" y="1142846"/>
                  </a:lnTo>
                  <a:lnTo>
                    <a:pt x="6443019" y="1195470"/>
                  </a:lnTo>
                  <a:lnTo>
                    <a:pt x="6490301" y="1246292"/>
                  </a:lnTo>
                  <a:lnTo>
                    <a:pt x="6537054" y="1294888"/>
                  </a:lnTo>
                  <a:lnTo>
                    <a:pt x="6583278" y="1340922"/>
                  </a:lnTo>
                  <a:lnTo>
                    <a:pt x="6629044" y="1384153"/>
                  </a:lnTo>
                  <a:lnTo>
                    <a:pt x="6674498" y="1424430"/>
                  </a:lnTo>
                  <a:lnTo>
                    <a:pt x="6719876" y="1461693"/>
                  </a:lnTo>
                  <a:lnTo>
                    <a:pt x="6765513" y="1495962"/>
                  </a:lnTo>
                  <a:lnTo>
                    <a:pt x="6786527" y="1510618"/>
                  </a:lnTo>
                  <a:lnTo>
                    <a:pt x="6835782" y="1542114"/>
                  </a:lnTo>
                  <a:lnTo>
                    <a:pt x="6886721" y="1570429"/>
                  </a:lnTo>
                  <a:lnTo>
                    <a:pt x="6940147" y="1595727"/>
                  </a:lnTo>
                  <a:lnTo>
                    <a:pt x="6996957" y="1618288"/>
                  </a:lnTo>
                  <a:lnTo>
                    <a:pt x="7058065" y="1638423"/>
                  </a:lnTo>
                  <a:lnTo>
                    <a:pt x="7124320" y="1656434"/>
                  </a:lnTo>
                  <a:lnTo>
                    <a:pt x="7196410" y="1672585"/>
                  </a:lnTo>
                  <a:lnTo>
                    <a:pt x="7274725" y="1687089"/>
                  </a:lnTo>
                  <a:lnTo>
                    <a:pt x="7359184" y="1700098"/>
                  </a:lnTo>
                  <a:lnTo>
                    <a:pt x="7449024" y="1711708"/>
                  </a:lnTo>
                  <a:lnTo>
                    <a:pt x="7542596" y="1721958"/>
                  </a:lnTo>
                  <a:lnTo>
                    <a:pt x="7637235" y="1730839"/>
                  </a:lnTo>
                  <a:lnTo>
                    <a:pt x="7729301" y="1738321"/>
                  </a:lnTo>
                  <a:lnTo>
                    <a:pt x="7814497" y="1744376"/>
                  </a:lnTo>
                  <a:lnTo>
                    <a:pt x="7888498" y="1749018"/>
                  </a:lnTo>
                  <a:lnTo>
                    <a:pt x="7947788" y="1752324"/>
                  </a:lnTo>
                  <a:lnTo>
                    <a:pt x="7990479" y="1754453"/>
                  </a:lnTo>
                  <a:lnTo>
                    <a:pt x="8016841" y="1755635"/>
                  </a:lnTo>
                  <a:lnTo>
                    <a:pt x="8029408" y="1756144"/>
                  </a:lnTo>
                  <a:lnTo>
                    <a:pt x="8032728" y="1756267"/>
                  </a:lnTo>
                  <a:lnTo>
                    <a:pt x="8032819" y="1756270"/>
                  </a:lnTo>
                  <a:lnTo>
                    <a:pt x="8554953" y="1756270"/>
                  </a:lnTo>
                  <a:lnTo>
                    <a:pt x="8554953" y="175627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844" name="pl844"/>
            <p:cNvSpPr/>
            <p:nvPr/>
          </p:nvSpPr>
          <p:spPr>
            <a:xfrm>
              <a:off x="386606" y="3862304"/>
              <a:ext cx="8554953" cy="1756270"/>
            </a:xfrm>
            <a:custGeom>
              <a:avLst/>
              <a:pathLst>
                <a:path w="8554953" h="1756270">
                  <a:moveTo>
                    <a:pt x="8554953" y="1756270"/>
                  </a:moveTo>
                  <a:lnTo>
                    <a:pt x="8032819" y="1756270"/>
                  </a:lnTo>
                  <a:lnTo>
                    <a:pt x="8031584" y="1756226"/>
                  </a:lnTo>
                  <a:lnTo>
                    <a:pt x="8023507" y="1755912"/>
                  </a:lnTo>
                  <a:lnTo>
                    <a:pt x="8003295" y="1755043"/>
                  </a:lnTo>
                  <a:lnTo>
                    <a:pt x="7967538" y="1753338"/>
                  </a:lnTo>
                  <a:lnTo>
                    <a:pt x="7915017" y="1750543"/>
                  </a:lnTo>
                  <a:lnTo>
                    <a:pt x="7846765" y="1746469"/>
                  </a:lnTo>
                  <a:lnTo>
                    <a:pt x="7765711" y="1741005"/>
                  </a:lnTo>
                  <a:lnTo>
                    <a:pt x="7675953" y="1734113"/>
                  </a:lnTo>
                  <a:lnTo>
                    <a:pt x="7581891" y="1725807"/>
                  </a:lnTo>
                  <a:lnTo>
                    <a:pt x="7487494" y="1716122"/>
                  </a:lnTo>
                  <a:lnTo>
                    <a:pt x="7395850" y="1705078"/>
                  </a:lnTo>
                  <a:lnTo>
                    <a:pt x="7309021" y="1692657"/>
                  </a:lnTo>
                  <a:lnTo>
                    <a:pt x="7228115" y="1678788"/>
                  </a:lnTo>
                  <a:lnTo>
                    <a:pt x="7153469" y="1663343"/>
                  </a:lnTo>
                  <a:lnTo>
                    <a:pt x="7084864" y="1646132"/>
                  </a:lnTo>
                  <a:lnTo>
                    <a:pt x="7021719" y="1626912"/>
                  </a:lnTo>
                  <a:lnTo>
                    <a:pt x="6963237" y="1605395"/>
                  </a:lnTo>
                  <a:lnTo>
                    <a:pt x="6908520" y="1581269"/>
                  </a:lnTo>
                  <a:lnTo>
                    <a:pt x="6856654" y="1554234"/>
                  </a:lnTo>
                  <a:lnTo>
                    <a:pt x="6806789" y="1524065"/>
                  </a:lnTo>
                  <a:lnTo>
                    <a:pt x="6786527" y="1510618"/>
                  </a:lnTo>
                  <a:lnTo>
                    <a:pt x="6740631" y="1477687"/>
                  </a:lnTo>
                  <a:lnTo>
                    <a:pt x="6695182" y="1441796"/>
                  </a:lnTo>
                  <a:lnTo>
                    <a:pt x="6649797" y="1402891"/>
                  </a:lnTo>
                  <a:lnTo>
                    <a:pt x="6604197" y="1360994"/>
                  </a:lnTo>
                  <a:lnTo>
                    <a:pt x="6558195" y="1316214"/>
                  </a:lnTo>
                  <a:lnTo>
                    <a:pt x="6511687" y="1268750"/>
                  </a:lnTo>
                  <a:lnTo>
                    <a:pt x="6464642" y="1218896"/>
                  </a:lnTo>
                  <a:lnTo>
                    <a:pt x="6417095" y="1167036"/>
                  </a:lnTo>
                  <a:lnTo>
                    <a:pt x="6369134" y="1113637"/>
                  </a:lnTo>
                  <a:lnTo>
                    <a:pt x="6320890" y="1059229"/>
                  </a:lnTo>
                  <a:lnTo>
                    <a:pt x="6272522" y="1004388"/>
                  </a:lnTo>
                  <a:lnTo>
                    <a:pt x="6224201" y="949710"/>
                  </a:lnTo>
                  <a:lnTo>
                    <a:pt x="6176093" y="895782"/>
                  </a:lnTo>
                  <a:lnTo>
                    <a:pt x="6128343" y="843158"/>
                  </a:lnTo>
                  <a:lnTo>
                    <a:pt x="6081061" y="792336"/>
                  </a:lnTo>
                  <a:lnTo>
                    <a:pt x="6034308" y="743740"/>
                  </a:lnTo>
                  <a:lnTo>
                    <a:pt x="5988084" y="697705"/>
                  </a:lnTo>
                  <a:lnTo>
                    <a:pt x="5942318" y="654475"/>
                  </a:lnTo>
                  <a:lnTo>
                    <a:pt x="5896864" y="614198"/>
                  </a:lnTo>
                  <a:lnTo>
                    <a:pt x="5851486" y="576935"/>
                  </a:lnTo>
                  <a:lnTo>
                    <a:pt x="5805848" y="542665"/>
                  </a:lnTo>
                  <a:lnTo>
                    <a:pt x="5784835" y="528010"/>
                  </a:lnTo>
                  <a:lnTo>
                    <a:pt x="5735579" y="496514"/>
                  </a:lnTo>
                  <a:lnTo>
                    <a:pt x="5684641" y="468199"/>
                  </a:lnTo>
                  <a:lnTo>
                    <a:pt x="5631215" y="442901"/>
                  </a:lnTo>
                  <a:lnTo>
                    <a:pt x="5574405" y="420340"/>
                  </a:lnTo>
                  <a:lnTo>
                    <a:pt x="5513297" y="400205"/>
                  </a:lnTo>
                  <a:lnTo>
                    <a:pt x="5447042" y="382193"/>
                  </a:lnTo>
                  <a:lnTo>
                    <a:pt x="5374952" y="366042"/>
                  </a:lnTo>
                  <a:lnTo>
                    <a:pt x="5296637" y="351539"/>
                  </a:lnTo>
                  <a:lnTo>
                    <a:pt x="5212178" y="338530"/>
                  </a:lnTo>
                  <a:lnTo>
                    <a:pt x="5122338" y="326919"/>
                  </a:lnTo>
                  <a:lnTo>
                    <a:pt x="5028766" y="316670"/>
                  </a:lnTo>
                  <a:lnTo>
                    <a:pt x="4934127" y="307789"/>
                  </a:lnTo>
                  <a:lnTo>
                    <a:pt x="4842061" y="300307"/>
                  </a:lnTo>
                  <a:lnTo>
                    <a:pt x="4756865" y="294252"/>
                  </a:lnTo>
                  <a:lnTo>
                    <a:pt x="4682864" y="289610"/>
                  </a:lnTo>
                  <a:lnTo>
                    <a:pt x="4623574" y="286304"/>
                  </a:lnTo>
                  <a:lnTo>
                    <a:pt x="4580883" y="284174"/>
                  </a:lnTo>
                  <a:lnTo>
                    <a:pt x="4554521" y="282992"/>
                  </a:lnTo>
                  <a:lnTo>
                    <a:pt x="4541954" y="282483"/>
                  </a:lnTo>
                  <a:lnTo>
                    <a:pt x="4538634" y="282361"/>
                  </a:lnTo>
                  <a:lnTo>
                    <a:pt x="4538543" y="282358"/>
                  </a:lnTo>
                  <a:lnTo>
                    <a:pt x="4016409" y="282358"/>
                  </a:lnTo>
                  <a:lnTo>
                    <a:pt x="4015141" y="282349"/>
                  </a:lnTo>
                  <a:lnTo>
                    <a:pt x="4006848" y="282288"/>
                  </a:lnTo>
                  <a:lnTo>
                    <a:pt x="3986116" y="282116"/>
                  </a:lnTo>
                  <a:lnTo>
                    <a:pt x="3949490" y="281781"/>
                  </a:lnTo>
                  <a:lnTo>
                    <a:pt x="3895792" y="281231"/>
                  </a:lnTo>
                  <a:lnTo>
                    <a:pt x="3826174" y="280430"/>
                  </a:lnTo>
                  <a:lnTo>
                    <a:pt x="3743727" y="279357"/>
                  </a:lnTo>
                  <a:lnTo>
                    <a:pt x="3652704" y="278005"/>
                  </a:lnTo>
                  <a:lnTo>
                    <a:pt x="3557616" y="276378"/>
                  </a:lnTo>
                  <a:lnTo>
                    <a:pt x="3462485" y="274483"/>
                  </a:lnTo>
                  <a:lnTo>
                    <a:pt x="3370394" y="272322"/>
                  </a:lnTo>
                  <a:lnTo>
                    <a:pt x="3283362" y="269892"/>
                  </a:lnTo>
                  <a:lnTo>
                    <a:pt x="3202433" y="267177"/>
                  </a:lnTo>
                  <a:lnTo>
                    <a:pt x="3127878" y="264151"/>
                  </a:lnTo>
                  <a:lnTo>
                    <a:pt x="3059418" y="260774"/>
                  </a:lnTo>
                  <a:lnTo>
                    <a:pt x="2996415" y="256998"/>
                  </a:lnTo>
                  <a:lnTo>
                    <a:pt x="2938030" y="252765"/>
                  </a:lnTo>
                  <a:lnTo>
                    <a:pt x="2883334" y="248014"/>
                  </a:lnTo>
                  <a:lnTo>
                    <a:pt x="2831392" y="242686"/>
                  </a:lnTo>
                  <a:lnTo>
                    <a:pt x="2781348" y="236742"/>
                  </a:lnTo>
                  <a:lnTo>
                    <a:pt x="2770117" y="235298"/>
                  </a:lnTo>
                  <a:lnTo>
                    <a:pt x="2716323" y="227839"/>
                  </a:lnTo>
                  <a:lnTo>
                    <a:pt x="2663048" y="219596"/>
                  </a:lnTo>
                  <a:lnTo>
                    <a:pt x="2609716" y="210558"/>
                  </a:lnTo>
                  <a:lnTo>
                    <a:pt x="2555943" y="200744"/>
                  </a:lnTo>
                  <a:lnTo>
                    <a:pt x="2501510" y="190204"/>
                  </a:lnTo>
                  <a:lnTo>
                    <a:pt x="2446340" y="179022"/>
                  </a:lnTo>
                  <a:lnTo>
                    <a:pt x="2390484" y="167317"/>
                  </a:lnTo>
                  <a:lnTo>
                    <a:pt x="2334095" y="155235"/>
                  </a:lnTo>
                  <a:lnTo>
                    <a:pt x="2277399" y="142945"/>
                  </a:lnTo>
                  <a:lnTo>
                    <a:pt x="2220663" y="130629"/>
                  </a:lnTo>
                  <a:lnTo>
                    <a:pt x="2164161" y="118469"/>
                  </a:lnTo>
                  <a:lnTo>
                    <a:pt x="2108133" y="106640"/>
                  </a:lnTo>
                  <a:lnTo>
                    <a:pt x="2052757" y="95295"/>
                  </a:lnTo>
                  <a:lnTo>
                    <a:pt x="1998114" y="84561"/>
                  </a:lnTo>
                  <a:lnTo>
                    <a:pt x="1944168" y="74532"/>
                  </a:lnTo>
                  <a:lnTo>
                    <a:pt x="1890742" y="65269"/>
                  </a:lnTo>
                  <a:lnTo>
                    <a:pt x="1837500" y="56798"/>
                  </a:lnTo>
                  <a:lnTo>
                    <a:pt x="1783926" y="49117"/>
                  </a:lnTo>
                  <a:lnTo>
                    <a:pt x="1768425" y="47059"/>
                  </a:lnTo>
                  <a:lnTo>
                    <a:pt x="1718709" y="40973"/>
                  </a:lnTo>
                  <a:lnTo>
                    <a:pt x="1667271" y="35507"/>
                  </a:lnTo>
                  <a:lnTo>
                    <a:pt x="1613284" y="30629"/>
                  </a:lnTo>
                  <a:lnTo>
                    <a:pt x="1555824" y="26283"/>
                  </a:lnTo>
                  <a:lnTo>
                    <a:pt x="1493954" y="22408"/>
                  </a:lnTo>
                  <a:lnTo>
                    <a:pt x="1426804" y="18945"/>
                  </a:lnTo>
                  <a:lnTo>
                    <a:pt x="1353681" y="15843"/>
                  </a:lnTo>
                  <a:lnTo>
                    <a:pt x="1274206" y="13059"/>
                  </a:lnTo>
                  <a:lnTo>
                    <a:pt x="1188506" y="10566"/>
                  </a:lnTo>
                  <a:lnTo>
                    <a:pt x="1097429" y="8344"/>
                  </a:lnTo>
                  <a:lnTo>
                    <a:pt x="1002758" y="6388"/>
                  </a:lnTo>
                  <a:lnTo>
                    <a:pt x="907336" y="4700"/>
                  </a:lnTo>
                  <a:lnTo>
                    <a:pt x="814996" y="3285"/>
                  </a:lnTo>
                  <a:lnTo>
                    <a:pt x="730193" y="2148"/>
                  </a:lnTo>
                  <a:lnTo>
                    <a:pt x="657319" y="1287"/>
                  </a:lnTo>
                  <a:lnTo>
                    <a:pt x="599807" y="682"/>
                  </a:lnTo>
                  <a:lnTo>
                    <a:pt x="559304" y="301"/>
                  </a:lnTo>
                  <a:lnTo>
                    <a:pt x="535171" y="97"/>
                  </a:lnTo>
                  <a:lnTo>
                    <a:pt x="524452" y="16"/>
                  </a:lnTo>
                  <a:lnTo>
                    <a:pt x="522149" y="0"/>
                  </a:lnTo>
                  <a:lnTo>
                    <a:pt x="522133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845" name="pg845"/>
            <p:cNvSpPr/>
            <p:nvPr/>
          </p:nvSpPr>
          <p:spPr>
            <a:xfrm>
              <a:off x="386606" y="3879245"/>
              <a:ext cx="8554953" cy="2202396"/>
            </a:xfrm>
            <a:custGeom>
              <a:avLst/>
              <a:pathLst>
                <a:path w="8554953" h="2202396">
                  <a:moveTo>
                    <a:pt x="0" y="5647"/>
                  </a:moveTo>
                  <a:lnTo>
                    <a:pt x="522133" y="5647"/>
                  </a:lnTo>
                  <a:lnTo>
                    <a:pt x="523401" y="5656"/>
                  </a:lnTo>
                  <a:lnTo>
                    <a:pt x="531692" y="5724"/>
                  </a:lnTo>
                  <a:lnTo>
                    <a:pt x="552420" y="5912"/>
                  </a:lnTo>
                  <a:lnTo>
                    <a:pt x="589038" y="6282"/>
                  </a:lnTo>
                  <a:lnTo>
                    <a:pt x="642727" y="6887"/>
                  </a:lnTo>
                  <a:lnTo>
                    <a:pt x="712334" y="7767"/>
                  </a:lnTo>
                  <a:lnTo>
                    <a:pt x="794769" y="8947"/>
                  </a:lnTo>
                  <a:lnTo>
                    <a:pt x="885782" y="10434"/>
                  </a:lnTo>
                  <a:lnTo>
                    <a:pt x="980861" y="12223"/>
                  </a:lnTo>
                  <a:lnTo>
                    <a:pt x="1075987" y="14308"/>
                  </a:lnTo>
                  <a:lnTo>
                    <a:pt x="1168074" y="16684"/>
                  </a:lnTo>
                  <a:lnTo>
                    <a:pt x="1255105" y="19357"/>
                  </a:lnTo>
                  <a:lnTo>
                    <a:pt x="1336034" y="22343"/>
                  </a:lnTo>
                  <a:lnTo>
                    <a:pt x="1410589" y="25671"/>
                  </a:lnTo>
                  <a:lnTo>
                    <a:pt x="1479051" y="29385"/>
                  </a:lnTo>
                  <a:lnTo>
                    <a:pt x="1542055" y="33537"/>
                  </a:lnTo>
                  <a:lnTo>
                    <a:pt x="1600440" y="38192"/>
                  </a:lnTo>
                  <a:lnTo>
                    <a:pt x="1655137" y="43418"/>
                  </a:lnTo>
                  <a:lnTo>
                    <a:pt x="1707078" y="49277"/>
                  </a:lnTo>
                  <a:lnTo>
                    <a:pt x="1757121" y="55814"/>
                  </a:lnTo>
                  <a:lnTo>
                    <a:pt x="1768425" y="57412"/>
                  </a:lnTo>
                  <a:lnTo>
                    <a:pt x="1822124" y="65602"/>
                  </a:lnTo>
                  <a:lnTo>
                    <a:pt x="1875305" y="74651"/>
                  </a:lnTo>
                  <a:lnTo>
                    <a:pt x="1928540" y="84571"/>
                  </a:lnTo>
                  <a:lnTo>
                    <a:pt x="1982213" y="95342"/>
                  </a:lnTo>
                  <a:lnTo>
                    <a:pt x="2036544" y="106910"/>
                  </a:lnTo>
                  <a:lnTo>
                    <a:pt x="2091608" y="119181"/>
                  </a:lnTo>
                  <a:lnTo>
                    <a:pt x="2147357" y="132028"/>
                  </a:lnTo>
                  <a:lnTo>
                    <a:pt x="2203640" y="145290"/>
                  </a:lnTo>
                  <a:lnTo>
                    <a:pt x="2260232" y="158783"/>
                  </a:lnTo>
                  <a:lnTo>
                    <a:pt x="2316868" y="172308"/>
                  </a:lnTo>
                  <a:lnTo>
                    <a:pt x="2373277" y="185665"/>
                  </a:lnTo>
                  <a:lnTo>
                    <a:pt x="2429217" y="198663"/>
                  </a:lnTo>
                  <a:lnTo>
                    <a:pt x="2484510" y="211134"/>
                  </a:lnTo>
                  <a:lnTo>
                    <a:pt x="2539073" y="222938"/>
                  </a:lnTo>
                  <a:lnTo>
                    <a:pt x="2592939" y="233971"/>
                  </a:lnTo>
                  <a:lnTo>
                    <a:pt x="2646281" y="244166"/>
                  </a:lnTo>
                  <a:lnTo>
                    <a:pt x="2699427" y="253493"/>
                  </a:lnTo>
                  <a:lnTo>
                    <a:pt x="2752885" y="261954"/>
                  </a:lnTo>
                  <a:lnTo>
                    <a:pt x="2770117" y="264475"/>
                  </a:lnTo>
                  <a:lnTo>
                    <a:pt x="2819829" y="271170"/>
                  </a:lnTo>
                  <a:lnTo>
                    <a:pt x="2871263" y="277182"/>
                  </a:lnTo>
                  <a:lnTo>
                    <a:pt x="2925246" y="282548"/>
                  </a:lnTo>
                  <a:lnTo>
                    <a:pt x="2982700" y="287328"/>
                  </a:lnTo>
                  <a:lnTo>
                    <a:pt x="3044564" y="291590"/>
                  </a:lnTo>
                  <a:lnTo>
                    <a:pt x="3111706" y="295399"/>
                  </a:lnTo>
                  <a:lnTo>
                    <a:pt x="3184822" y="298812"/>
                  </a:lnTo>
                  <a:lnTo>
                    <a:pt x="3264287" y="301873"/>
                  </a:lnTo>
                  <a:lnTo>
                    <a:pt x="3349977" y="304616"/>
                  </a:lnTo>
                  <a:lnTo>
                    <a:pt x="3441043" y="307060"/>
                  </a:lnTo>
                  <a:lnTo>
                    <a:pt x="3535705" y="309212"/>
                  </a:lnTo>
                  <a:lnTo>
                    <a:pt x="3631121" y="311070"/>
                  </a:lnTo>
                  <a:lnTo>
                    <a:pt x="3723460" y="312626"/>
                  </a:lnTo>
                  <a:lnTo>
                    <a:pt x="3808266" y="313876"/>
                  </a:lnTo>
                  <a:lnTo>
                    <a:pt x="3881149" y="314824"/>
                  </a:lnTo>
                  <a:lnTo>
                    <a:pt x="3938676" y="315490"/>
                  </a:lnTo>
                  <a:lnTo>
                    <a:pt x="3979198" y="315909"/>
                  </a:lnTo>
                  <a:lnTo>
                    <a:pt x="4003348" y="316133"/>
                  </a:lnTo>
                  <a:lnTo>
                    <a:pt x="4014083" y="316223"/>
                  </a:lnTo>
                  <a:lnTo>
                    <a:pt x="4016409" y="316241"/>
                  </a:lnTo>
                  <a:lnTo>
                    <a:pt x="4538543" y="316241"/>
                  </a:lnTo>
                  <a:lnTo>
                    <a:pt x="4539756" y="316296"/>
                  </a:lnTo>
                  <a:lnTo>
                    <a:pt x="4547698" y="316691"/>
                  </a:lnTo>
                  <a:lnTo>
                    <a:pt x="4567583" y="317783"/>
                  </a:lnTo>
                  <a:lnTo>
                    <a:pt x="4602791" y="319927"/>
                  </a:lnTo>
                  <a:lnTo>
                    <a:pt x="4654568" y="323442"/>
                  </a:lnTo>
                  <a:lnTo>
                    <a:pt x="4721952" y="328569"/>
                  </a:lnTo>
                  <a:lnTo>
                    <a:pt x="4802116" y="335452"/>
                  </a:lnTo>
                  <a:lnTo>
                    <a:pt x="4891061" y="344140"/>
                  </a:lnTo>
                  <a:lnTo>
                    <a:pt x="4984458" y="354617"/>
                  </a:lnTo>
                  <a:lnTo>
                    <a:pt x="5078374" y="366841"/>
                  </a:lnTo>
                  <a:lnTo>
                    <a:pt x="5169719" y="380785"/>
                  </a:lnTo>
                  <a:lnTo>
                    <a:pt x="5256406" y="396467"/>
                  </a:lnTo>
                  <a:lnTo>
                    <a:pt x="5337289" y="413970"/>
                  </a:lnTo>
                  <a:lnTo>
                    <a:pt x="5411988" y="433452"/>
                  </a:lnTo>
                  <a:lnTo>
                    <a:pt x="5480682" y="455145"/>
                  </a:lnTo>
                  <a:lnTo>
                    <a:pt x="5543920" y="479349"/>
                  </a:lnTo>
                  <a:lnTo>
                    <a:pt x="5602469" y="506422"/>
                  </a:lnTo>
                  <a:lnTo>
                    <a:pt x="5657207" y="536755"/>
                  </a:lnTo>
                  <a:lnTo>
                    <a:pt x="5709033" y="570729"/>
                  </a:lnTo>
                  <a:lnTo>
                    <a:pt x="5758794" y="608644"/>
                  </a:lnTo>
                  <a:lnTo>
                    <a:pt x="5784835" y="630600"/>
                  </a:lnTo>
                  <a:lnTo>
                    <a:pt x="5827732" y="669855"/>
                  </a:lnTo>
                  <a:lnTo>
                    <a:pt x="5870214" y="712411"/>
                  </a:lnTo>
                  <a:lnTo>
                    <a:pt x="5912602" y="758331"/>
                  </a:lnTo>
                  <a:lnTo>
                    <a:pt x="5955138" y="807605"/>
                  </a:lnTo>
                  <a:lnTo>
                    <a:pt x="5997990" y="860143"/>
                  </a:lnTo>
                  <a:lnTo>
                    <a:pt x="6041262" y="915765"/>
                  </a:lnTo>
                  <a:lnTo>
                    <a:pt x="6085000" y="974199"/>
                  </a:lnTo>
                  <a:lnTo>
                    <a:pt x="6129197" y="1035084"/>
                  </a:lnTo>
                  <a:lnTo>
                    <a:pt x="6173802" y="1097973"/>
                  </a:lnTo>
                  <a:lnTo>
                    <a:pt x="6218725" y="1162348"/>
                  </a:lnTo>
                  <a:lnTo>
                    <a:pt x="6263850" y="1227635"/>
                  </a:lnTo>
                  <a:lnTo>
                    <a:pt x="6309042" y="1293221"/>
                  </a:lnTo>
                  <a:lnTo>
                    <a:pt x="6354162" y="1358486"/>
                  </a:lnTo>
                  <a:lnTo>
                    <a:pt x="6399076" y="1422821"/>
                  </a:lnTo>
                  <a:lnTo>
                    <a:pt x="6443668" y="1485650"/>
                  </a:lnTo>
                  <a:lnTo>
                    <a:pt x="6487851" y="1546459"/>
                  </a:lnTo>
                  <a:lnTo>
                    <a:pt x="6531573" y="1604804"/>
                  </a:lnTo>
                  <a:lnTo>
                    <a:pt x="6574829" y="1660325"/>
                  </a:lnTo>
                  <a:lnTo>
                    <a:pt x="6617668" y="1712754"/>
                  </a:lnTo>
                  <a:lnTo>
                    <a:pt x="6660196" y="1761916"/>
                  </a:lnTo>
                  <a:lnTo>
                    <a:pt x="6702583" y="1807722"/>
                  </a:lnTo>
                  <a:lnTo>
                    <a:pt x="6745073" y="1850165"/>
                  </a:lnTo>
                  <a:lnTo>
                    <a:pt x="6786527" y="1888037"/>
                  </a:lnTo>
                  <a:lnTo>
                    <a:pt x="6835489" y="1928118"/>
                  </a:lnTo>
                  <a:lnTo>
                    <a:pt x="6886110" y="1964174"/>
                  </a:lnTo>
                  <a:lnTo>
                    <a:pt x="6939179" y="1996412"/>
                  </a:lnTo>
                  <a:lnTo>
                    <a:pt x="6995577" y="2025180"/>
                  </a:lnTo>
                  <a:lnTo>
                    <a:pt x="7056200" y="2050872"/>
                  </a:lnTo>
                  <a:lnTo>
                    <a:pt x="7121889" y="2073868"/>
                  </a:lnTo>
                  <a:lnTo>
                    <a:pt x="7193324" y="2094499"/>
                  </a:lnTo>
                  <a:lnTo>
                    <a:pt x="7270904" y="2113037"/>
                  </a:lnTo>
                  <a:lnTo>
                    <a:pt x="7354574" y="2129679"/>
                  </a:lnTo>
                  <a:lnTo>
                    <a:pt x="7443622" y="2144547"/>
                  </a:lnTo>
                  <a:lnTo>
                    <a:pt x="7536483" y="2157692"/>
                  </a:lnTo>
                  <a:lnTo>
                    <a:pt x="7630601" y="2169110"/>
                  </a:lnTo>
                  <a:lnTo>
                    <a:pt x="7722456" y="2178760"/>
                  </a:lnTo>
                  <a:lnTo>
                    <a:pt x="7807857" y="2186608"/>
                  </a:lnTo>
                  <a:lnTo>
                    <a:pt x="7882527" y="2192663"/>
                  </a:lnTo>
                  <a:lnTo>
                    <a:pt x="7942908" y="2197017"/>
                  </a:lnTo>
                  <a:lnTo>
                    <a:pt x="7986972" y="2199860"/>
                  </a:lnTo>
                  <a:lnTo>
                    <a:pt x="8014768" y="2201472"/>
                  </a:lnTo>
                  <a:lnTo>
                    <a:pt x="8028563" y="2202194"/>
                  </a:lnTo>
                  <a:lnTo>
                    <a:pt x="8032628" y="2202388"/>
                  </a:lnTo>
                  <a:lnTo>
                    <a:pt x="8032819" y="2202396"/>
                  </a:lnTo>
                  <a:lnTo>
                    <a:pt x="8554953" y="2202396"/>
                  </a:lnTo>
                  <a:lnTo>
                    <a:pt x="8554953" y="2196749"/>
                  </a:lnTo>
                  <a:lnTo>
                    <a:pt x="8032819" y="2196749"/>
                  </a:lnTo>
                  <a:lnTo>
                    <a:pt x="8031606" y="2196694"/>
                  </a:lnTo>
                  <a:lnTo>
                    <a:pt x="8023664" y="2196299"/>
                  </a:lnTo>
                  <a:lnTo>
                    <a:pt x="8003779" y="2195208"/>
                  </a:lnTo>
                  <a:lnTo>
                    <a:pt x="7968571" y="2193063"/>
                  </a:lnTo>
                  <a:lnTo>
                    <a:pt x="7916794" y="2189548"/>
                  </a:lnTo>
                  <a:lnTo>
                    <a:pt x="7849410" y="2184421"/>
                  </a:lnTo>
                  <a:lnTo>
                    <a:pt x="7769246" y="2177538"/>
                  </a:lnTo>
                  <a:lnTo>
                    <a:pt x="7680301" y="2168850"/>
                  </a:lnTo>
                  <a:lnTo>
                    <a:pt x="7586904" y="2158373"/>
                  </a:lnTo>
                  <a:lnTo>
                    <a:pt x="7492988" y="2146149"/>
                  </a:lnTo>
                  <a:lnTo>
                    <a:pt x="7401643" y="2132205"/>
                  </a:lnTo>
                  <a:lnTo>
                    <a:pt x="7314956" y="2116524"/>
                  </a:lnTo>
                  <a:lnTo>
                    <a:pt x="7234073" y="2099020"/>
                  </a:lnTo>
                  <a:lnTo>
                    <a:pt x="7159374" y="2079538"/>
                  </a:lnTo>
                  <a:lnTo>
                    <a:pt x="7090680" y="2057846"/>
                  </a:lnTo>
                  <a:lnTo>
                    <a:pt x="7027442" y="2033642"/>
                  </a:lnTo>
                  <a:lnTo>
                    <a:pt x="6968893" y="2006569"/>
                  </a:lnTo>
                  <a:lnTo>
                    <a:pt x="6914155" y="1976236"/>
                  </a:lnTo>
                  <a:lnTo>
                    <a:pt x="6862329" y="1942261"/>
                  </a:lnTo>
                  <a:lnTo>
                    <a:pt x="6812568" y="1904346"/>
                  </a:lnTo>
                  <a:lnTo>
                    <a:pt x="6786527" y="1882390"/>
                  </a:lnTo>
                  <a:lnTo>
                    <a:pt x="6743630" y="1843135"/>
                  </a:lnTo>
                  <a:lnTo>
                    <a:pt x="6701148" y="1800579"/>
                  </a:lnTo>
                  <a:lnTo>
                    <a:pt x="6658760" y="1754660"/>
                  </a:lnTo>
                  <a:lnTo>
                    <a:pt x="6616224" y="1705385"/>
                  </a:lnTo>
                  <a:lnTo>
                    <a:pt x="6573372" y="1652847"/>
                  </a:lnTo>
                  <a:lnTo>
                    <a:pt x="6530100" y="1597226"/>
                  </a:lnTo>
                  <a:lnTo>
                    <a:pt x="6486362" y="1538791"/>
                  </a:lnTo>
                  <a:lnTo>
                    <a:pt x="6442165" y="1477907"/>
                  </a:lnTo>
                  <a:lnTo>
                    <a:pt x="6397560" y="1415017"/>
                  </a:lnTo>
                  <a:lnTo>
                    <a:pt x="6352637" y="1350642"/>
                  </a:lnTo>
                  <a:lnTo>
                    <a:pt x="6307512" y="1285356"/>
                  </a:lnTo>
                  <a:lnTo>
                    <a:pt x="6262320" y="1219769"/>
                  </a:lnTo>
                  <a:lnTo>
                    <a:pt x="6217200" y="1154504"/>
                  </a:lnTo>
                  <a:lnTo>
                    <a:pt x="6172286" y="1090170"/>
                  </a:lnTo>
                  <a:lnTo>
                    <a:pt x="6127694" y="1027340"/>
                  </a:lnTo>
                  <a:lnTo>
                    <a:pt x="6083511" y="966531"/>
                  </a:lnTo>
                  <a:lnTo>
                    <a:pt x="6039789" y="908187"/>
                  </a:lnTo>
                  <a:lnTo>
                    <a:pt x="5996533" y="852665"/>
                  </a:lnTo>
                  <a:lnTo>
                    <a:pt x="5953694" y="800236"/>
                  </a:lnTo>
                  <a:lnTo>
                    <a:pt x="5911166" y="751074"/>
                  </a:lnTo>
                  <a:lnTo>
                    <a:pt x="5868779" y="705268"/>
                  </a:lnTo>
                  <a:lnTo>
                    <a:pt x="5826289" y="662826"/>
                  </a:lnTo>
                  <a:lnTo>
                    <a:pt x="5784835" y="624953"/>
                  </a:lnTo>
                  <a:lnTo>
                    <a:pt x="5735873" y="584872"/>
                  </a:lnTo>
                  <a:lnTo>
                    <a:pt x="5685252" y="548816"/>
                  </a:lnTo>
                  <a:lnTo>
                    <a:pt x="5632183" y="516578"/>
                  </a:lnTo>
                  <a:lnTo>
                    <a:pt x="5575785" y="487810"/>
                  </a:lnTo>
                  <a:lnTo>
                    <a:pt x="5515162" y="462118"/>
                  </a:lnTo>
                  <a:lnTo>
                    <a:pt x="5449473" y="439123"/>
                  </a:lnTo>
                  <a:lnTo>
                    <a:pt x="5378038" y="418491"/>
                  </a:lnTo>
                  <a:lnTo>
                    <a:pt x="5300458" y="399953"/>
                  </a:lnTo>
                  <a:lnTo>
                    <a:pt x="5216788" y="383311"/>
                  </a:lnTo>
                  <a:lnTo>
                    <a:pt x="5127740" y="368443"/>
                  </a:lnTo>
                  <a:lnTo>
                    <a:pt x="5034879" y="355298"/>
                  </a:lnTo>
                  <a:lnTo>
                    <a:pt x="4940761" y="343881"/>
                  </a:lnTo>
                  <a:lnTo>
                    <a:pt x="4848906" y="334230"/>
                  </a:lnTo>
                  <a:lnTo>
                    <a:pt x="4763505" y="326382"/>
                  </a:lnTo>
                  <a:lnTo>
                    <a:pt x="4688835" y="320327"/>
                  </a:lnTo>
                  <a:lnTo>
                    <a:pt x="4628454" y="315973"/>
                  </a:lnTo>
                  <a:lnTo>
                    <a:pt x="4584390" y="313130"/>
                  </a:lnTo>
                  <a:lnTo>
                    <a:pt x="4556594" y="311518"/>
                  </a:lnTo>
                  <a:lnTo>
                    <a:pt x="4542799" y="310796"/>
                  </a:lnTo>
                  <a:lnTo>
                    <a:pt x="4538734" y="310602"/>
                  </a:lnTo>
                  <a:lnTo>
                    <a:pt x="4538543" y="310594"/>
                  </a:lnTo>
                  <a:lnTo>
                    <a:pt x="4016409" y="310594"/>
                  </a:lnTo>
                  <a:lnTo>
                    <a:pt x="4015141" y="310584"/>
                  </a:lnTo>
                  <a:lnTo>
                    <a:pt x="4006850" y="310516"/>
                  </a:lnTo>
                  <a:lnTo>
                    <a:pt x="3986122" y="310328"/>
                  </a:lnTo>
                  <a:lnTo>
                    <a:pt x="3949504" y="309959"/>
                  </a:lnTo>
                  <a:lnTo>
                    <a:pt x="3895815" y="309354"/>
                  </a:lnTo>
                  <a:lnTo>
                    <a:pt x="3826209" y="308473"/>
                  </a:lnTo>
                  <a:lnTo>
                    <a:pt x="3743773" y="307293"/>
                  </a:lnTo>
                  <a:lnTo>
                    <a:pt x="3652760" y="305807"/>
                  </a:lnTo>
                  <a:lnTo>
                    <a:pt x="3557681" y="304018"/>
                  </a:lnTo>
                  <a:lnTo>
                    <a:pt x="3462555" y="301933"/>
                  </a:lnTo>
                  <a:lnTo>
                    <a:pt x="3370468" y="299557"/>
                  </a:lnTo>
                  <a:lnTo>
                    <a:pt x="3283437" y="296884"/>
                  </a:lnTo>
                  <a:lnTo>
                    <a:pt x="3202508" y="293898"/>
                  </a:lnTo>
                  <a:lnTo>
                    <a:pt x="3127953" y="290569"/>
                  </a:lnTo>
                  <a:lnTo>
                    <a:pt x="3059491" y="286856"/>
                  </a:lnTo>
                  <a:lnTo>
                    <a:pt x="2996487" y="282703"/>
                  </a:lnTo>
                  <a:lnTo>
                    <a:pt x="2938102" y="278048"/>
                  </a:lnTo>
                  <a:lnTo>
                    <a:pt x="2883405" y="272823"/>
                  </a:lnTo>
                  <a:lnTo>
                    <a:pt x="2831464" y="266964"/>
                  </a:lnTo>
                  <a:lnTo>
                    <a:pt x="2781421" y="260427"/>
                  </a:lnTo>
                  <a:lnTo>
                    <a:pt x="2770117" y="258828"/>
                  </a:lnTo>
                  <a:lnTo>
                    <a:pt x="2716418" y="250638"/>
                  </a:lnTo>
                  <a:lnTo>
                    <a:pt x="2663238" y="241589"/>
                  </a:lnTo>
                  <a:lnTo>
                    <a:pt x="2610002" y="231669"/>
                  </a:lnTo>
                  <a:lnTo>
                    <a:pt x="2556329" y="220898"/>
                  </a:lnTo>
                  <a:lnTo>
                    <a:pt x="2501998" y="209331"/>
                  </a:lnTo>
                  <a:lnTo>
                    <a:pt x="2446934" y="197059"/>
                  </a:lnTo>
                  <a:lnTo>
                    <a:pt x="2391185" y="184213"/>
                  </a:lnTo>
                  <a:lnTo>
                    <a:pt x="2334902" y="170950"/>
                  </a:lnTo>
                  <a:lnTo>
                    <a:pt x="2278310" y="157457"/>
                  </a:lnTo>
                  <a:lnTo>
                    <a:pt x="2221674" y="143932"/>
                  </a:lnTo>
                  <a:lnTo>
                    <a:pt x="2165265" y="130575"/>
                  </a:lnTo>
                  <a:lnTo>
                    <a:pt x="2109325" y="117577"/>
                  </a:lnTo>
                  <a:lnTo>
                    <a:pt x="2054032" y="105107"/>
                  </a:lnTo>
                  <a:lnTo>
                    <a:pt x="1999469" y="93303"/>
                  </a:lnTo>
                  <a:lnTo>
                    <a:pt x="1945603" y="82270"/>
                  </a:lnTo>
                  <a:lnTo>
                    <a:pt x="1892261" y="72075"/>
                  </a:lnTo>
                  <a:lnTo>
                    <a:pt x="1839115" y="62748"/>
                  </a:lnTo>
                  <a:lnTo>
                    <a:pt x="1785657" y="54287"/>
                  </a:lnTo>
                  <a:lnTo>
                    <a:pt x="1768425" y="51765"/>
                  </a:lnTo>
                  <a:lnTo>
                    <a:pt x="1718713" y="45071"/>
                  </a:lnTo>
                  <a:lnTo>
                    <a:pt x="1667279" y="39058"/>
                  </a:lnTo>
                  <a:lnTo>
                    <a:pt x="1613296" y="33693"/>
                  </a:lnTo>
                  <a:lnTo>
                    <a:pt x="1555842" y="28912"/>
                  </a:lnTo>
                  <a:lnTo>
                    <a:pt x="1493978" y="24650"/>
                  </a:lnTo>
                  <a:lnTo>
                    <a:pt x="1426836" y="20841"/>
                  </a:lnTo>
                  <a:lnTo>
                    <a:pt x="1353721" y="17429"/>
                  </a:lnTo>
                  <a:lnTo>
                    <a:pt x="1274255" y="14367"/>
                  </a:lnTo>
                  <a:lnTo>
                    <a:pt x="1188565" y="11624"/>
                  </a:lnTo>
                  <a:lnTo>
                    <a:pt x="1097499" y="9181"/>
                  </a:lnTo>
                  <a:lnTo>
                    <a:pt x="1002837" y="7029"/>
                  </a:lnTo>
                  <a:lnTo>
                    <a:pt x="907421" y="5171"/>
                  </a:lnTo>
                  <a:lnTo>
                    <a:pt x="815082" y="3614"/>
                  </a:lnTo>
                  <a:lnTo>
                    <a:pt x="730277" y="2364"/>
                  </a:lnTo>
                  <a:lnTo>
                    <a:pt x="657393" y="1416"/>
                  </a:lnTo>
                  <a:lnTo>
                    <a:pt x="599866" y="751"/>
                  </a:lnTo>
                  <a:lnTo>
                    <a:pt x="559344" y="332"/>
                  </a:lnTo>
                  <a:lnTo>
                    <a:pt x="535194" y="107"/>
                  </a:lnTo>
                  <a:lnTo>
                    <a:pt x="524459" y="17"/>
                  </a:lnTo>
                  <a:lnTo>
                    <a:pt x="5221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28E5B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846" name="pl846"/>
            <p:cNvSpPr/>
            <p:nvPr/>
          </p:nvSpPr>
          <p:spPr>
            <a:xfrm>
              <a:off x="386606" y="3884893"/>
              <a:ext cx="8554953" cy="2196749"/>
            </a:xfrm>
            <a:custGeom>
              <a:avLst/>
              <a:pathLst>
                <a:path w="8554953" h="2196749">
                  <a:moveTo>
                    <a:pt x="0" y="0"/>
                  </a:moveTo>
                  <a:lnTo>
                    <a:pt x="522133" y="0"/>
                  </a:lnTo>
                  <a:lnTo>
                    <a:pt x="523401" y="9"/>
                  </a:lnTo>
                  <a:lnTo>
                    <a:pt x="531692" y="77"/>
                  </a:lnTo>
                  <a:lnTo>
                    <a:pt x="552420" y="265"/>
                  </a:lnTo>
                  <a:lnTo>
                    <a:pt x="589038" y="635"/>
                  </a:lnTo>
                  <a:lnTo>
                    <a:pt x="642727" y="1239"/>
                  </a:lnTo>
                  <a:lnTo>
                    <a:pt x="712334" y="2120"/>
                  </a:lnTo>
                  <a:lnTo>
                    <a:pt x="794769" y="3300"/>
                  </a:lnTo>
                  <a:lnTo>
                    <a:pt x="885782" y="4787"/>
                  </a:lnTo>
                  <a:lnTo>
                    <a:pt x="980861" y="6576"/>
                  </a:lnTo>
                  <a:lnTo>
                    <a:pt x="1075987" y="8660"/>
                  </a:lnTo>
                  <a:lnTo>
                    <a:pt x="1168074" y="11037"/>
                  </a:lnTo>
                  <a:lnTo>
                    <a:pt x="1255105" y="13710"/>
                  </a:lnTo>
                  <a:lnTo>
                    <a:pt x="1336034" y="16696"/>
                  </a:lnTo>
                  <a:lnTo>
                    <a:pt x="1410589" y="20024"/>
                  </a:lnTo>
                  <a:lnTo>
                    <a:pt x="1479051" y="23738"/>
                  </a:lnTo>
                  <a:lnTo>
                    <a:pt x="1542055" y="27890"/>
                  </a:lnTo>
                  <a:lnTo>
                    <a:pt x="1600440" y="32545"/>
                  </a:lnTo>
                  <a:lnTo>
                    <a:pt x="1655137" y="37771"/>
                  </a:lnTo>
                  <a:lnTo>
                    <a:pt x="1707078" y="43630"/>
                  </a:lnTo>
                  <a:lnTo>
                    <a:pt x="1757121" y="50167"/>
                  </a:lnTo>
                  <a:lnTo>
                    <a:pt x="1768425" y="51765"/>
                  </a:lnTo>
                  <a:lnTo>
                    <a:pt x="1822124" y="59955"/>
                  </a:lnTo>
                  <a:lnTo>
                    <a:pt x="1875305" y="69004"/>
                  </a:lnTo>
                  <a:lnTo>
                    <a:pt x="1928540" y="78924"/>
                  </a:lnTo>
                  <a:lnTo>
                    <a:pt x="1982213" y="89695"/>
                  </a:lnTo>
                  <a:lnTo>
                    <a:pt x="2036544" y="101263"/>
                  </a:lnTo>
                  <a:lnTo>
                    <a:pt x="2091608" y="113534"/>
                  </a:lnTo>
                  <a:lnTo>
                    <a:pt x="2147357" y="126381"/>
                  </a:lnTo>
                  <a:lnTo>
                    <a:pt x="2203640" y="139643"/>
                  </a:lnTo>
                  <a:lnTo>
                    <a:pt x="2260232" y="153136"/>
                  </a:lnTo>
                  <a:lnTo>
                    <a:pt x="2316868" y="166661"/>
                  </a:lnTo>
                  <a:lnTo>
                    <a:pt x="2373277" y="180018"/>
                  </a:lnTo>
                  <a:lnTo>
                    <a:pt x="2429217" y="193016"/>
                  </a:lnTo>
                  <a:lnTo>
                    <a:pt x="2484510" y="205487"/>
                  </a:lnTo>
                  <a:lnTo>
                    <a:pt x="2539073" y="217290"/>
                  </a:lnTo>
                  <a:lnTo>
                    <a:pt x="2592939" y="228323"/>
                  </a:lnTo>
                  <a:lnTo>
                    <a:pt x="2646281" y="238519"/>
                  </a:lnTo>
                  <a:lnTo>
                    <a:pt x="2699427" y="247846"/>
                  </a:lnTo>
                  <a:lnTo>
                    <a:pt x="2752885" y="256307"/>
                  </a:lnTo>
                  <a:lnTo>
                    <a:pt x="2770117" y="258828"/>
                  </a:lnTo>
                  <a:lnTo>
                    <a:pt x="2819829" y="265523"/>
                  </a:lnTo>
                  <a:lnTo>
                    <a:pt x="2871263" y="271535"/>
                  </a:lnTo>
                  <a:lnTo>
                    <a:pt x="2925246" y="276901"/>
                  </a:lnTo>
                  <a:lnTo>
                    <a:pt x="2982700" y="281681"/>
                  </a:lnTo>
                  <a:lnTo>
                    <a:pt x="3044564" y="285943"/>
                  </a:lnTo>
                  <a:lnTo>
                    <a:pt x="3111706" y="289752"/>
                  </a:lnTo>
                  <a:lnTo>
                    <a:pt x="3184822" y="293165"/>
                  </a:lnTo>
                  <a:lnTo>
                    <a:pt x="3264287" y="296226"/>
                  </a:lnTo>
                  <a:lnTo>
                    <a:pt x="3349977" y="298969"/>
                  </a:lnTo>
                  <a:lnTo>
                    <a:pt x="3441043" y="301413"/>
                  </a:lnTo>
                  <a:lnTo>
                    <a:pt x="3535705" y="303565"/>
                  </a:lnTo>
                  <a:lnTo>
                    <a:pt x="3631121" y="305422"/>
                  </a:lnTo>
                  <a:lnTo>
                    <a:pt x="3723460" y="306979"/>
                  </a:lnTo>
                  <a:lnTo>
                    <a:pt x="3808266" y="308229"/>
                  </a:lnTo>
                  <a:lnTo>
                    <a:pt x="3881149" y="309177"/>
                  </a:lnTo>
                  <a:lnTo>
                    <a:pt x="3938676" y="309843"/>
                  </a:lnTo>
                  <a:lnTo>
                    <a:pt x="3979198" y="310262"/>
                  </a:lnTo>
                  <a:lnTo>
                    <a:pt x="4003348" y="310486"/>
                  </a:lnTo>
                  <a:lnTo>
                    <a:pt x="4014083" y="310576"/>
                  </a:lnTo>
                  <a:lnTo>
                    <a:pt x="4016393" y="310594"/>
                  </a:lnTo>
                  <a:lnTo>
                    <a:pt x="4016409" y="310594"/>
                  </a:lnTo>
                  <a:lnTo>
                    <a:pt x="4538543" y="310594"/>
                  </a:lnTo>
                  <a:lnTo>
                    <a:pt x="4539756" y="310649"/>
                  </a:lnTo>
                  <a:lnTo>
                    <a:pt x="4547698" y="311044"/>
                  </a:lnTo>
                  <a:lnTo>
                    <a:pt x="4567583" y="312135"/>
                  </a:lnTo>
                  <a:lnTo>
                    <a:pt x="4602791" y="314280"/>
                  </a:lnTo>
                  <a:lnTo>
                    <a:pt x="4654568" y="317795"/>
                  </a:lnTo>
                  <a:lnTo>
                    <a:pt x="4721952" y="322922"/>
                  </a:lnTo>
                  <a:lnTo>
                    <a:pt x="4802116" y="329805"/>
                  </a:lnTo>
                  <a:lnTo>
                    <a:pt x="4891061" y="338493"/>
                  </a:lnTo>
                  <a:lnTo>
                    <a:pt x="4984458" y="348970"/>
                  </a:lnTo>
                  <a:lnTo>
                    <a:pt x="5078374" y="361194"/>
                  </a:lnTo>
                  <a:lnTo>
                    <a:pt x="5169719" y="375138"/>
                  </a:lnTo>
                  <a:lnTo>
                    <a:pt x="5256406" y="390819"/>
                  </a:lnTo>
                  <a:lnTo>
                    <a:pt x="5337289" y="408323"/>
                  </a:lnTo>
                  <a:lnTo>
                    <a:pt x="5411988" y="427805"/>
                  </a:lnTo>
                  <a:lnTo>
                    <a:pt x="5480682" y="449497"/>
                  </a:lnTo>
                  <a:lnTo>
                    <a:pt x="5543920" y="473701"/>
                  </a:lnTo>
                  <a:lnTo>
                    <a:pt x="5602469" y="500774"/>
                  </a:lnTo>
                  <a:lnTo>
                    <a:pt x="5657207" y="531107"/>
                  </a:lnTo>
                  <a:lnTo>
                    <a:pt x="5709033" y="565082"/>
                  </a:lnTo>
                  <a:lnTo>
                    <a:pt x="5758794" y="602997"/>
                  </a:lnTo>
                  <a:lnTo>
                    <a:pt x="5784835" y="624953"/>
                  </a:lnTo>
                  <a:lnTo>
                    <a:pt x="5827732" y="664208"/>
                  </a:lnTo>
                  <a:lnTo>
                    <a:pt x="5870214" y="706764"/>
                  </a:lnTo>
                  <a:lnTo>
                    <a:pt x="5912602" y="752683"/>
                  </a:lnTo>
                  <a:lnTo>
                    <a:pt x="5955138" y="801958"/>
                  </a:lnTo>
                  <a:lnTo>
                    <a:pt x="5997990" y="854496"/>
                  </a:lnTo>
                  <a:lnTo>
                    <a:pt x="6041262" y="910117"/>
                  </a:lnTo>
                  <a:lnTo>
                    <a:pt x="6085000" y="968552"/>
                  </a:lnTo>
                  <a:lnTo>
                    <a:pt x="6129197" y="1029436"/>
                  </a:lnTo>
                  <a:lnTo>
                    <a:pt x="6173802" y="1092326"/>
                  </a:lnTo>
                  <a:lnTo>
                    <a:pt x="6218725" y="1156701"/>
                  </a:lnTo>
                  <a:lnTo>
                    <a:pt x="6263850" y="1221987"/>
                  </a:lnTo>
                  <a:lnTo>
                    <a:pt x="6309042" y="1287574"/>
                  </a:lnTo>
                  <a:lnTo>
                    <a:pt x="6354162" y="1352839"/>
                  </a:lnTo>
                  <a:lnTo>
                    <a:pt x="6399076" y="1417173"/>
                  </a:lnTo>
                  <a:lnTo>
                    <a:pt x="6443668" y="1480003"/>
                  </a:lnTo>
                  <a:lnTo>
                    <a:pt x="6487851" y="1540812"/>
                  </a:lnTo>
                  <a:lnTo>
                    <a:pt x="6531573" y="1599156"/>
                  </a:lnTo>
                  <a:lnTo>
                    <a:pt x="6574829" y="1654677"/>
                  </a:lnTo>
                  <a:lnTo>
                    <a:pt x="6617668" y="1707107"/>
                  </a:lnTo>
                  <a:lnTo>
                    <a:pt x="6660196" y="1756269"/>
                  </a:lnTo>
                  <a:lnTo>
                    <a:pt x="6702583" y="1802075"/>
                  </a:lnTo>
                  <a:lnTo>
                    <a:pt x="6745073" y="1844517"/>
                  </a:lnTo>
                  <a:lnTo>
                    <a:pt x="6786527" y="1882390"/>
                  </a:lnTo>
                  <a:lnTo>
                    <a:pt x="6835489" y="1922471"/>
                  </a:lnTo>
                  <a:lnTo>
                    <a:pt x="6886110" y="1958527"/>
                  </a:lnTo>
                  <a:lnTo>
                    <a:pt x="6939179" y="1990764"/>
                  </a:lnTo>
                  <a:lnTo>
                    <a:pt x="6995577" y="2019533"/>
                  </a:lnTo>
                  <a:lnTo>
                    <a:pt x="7056200" y="2045225"/>
                  </a:lnTo>
                  <a:lnTo>
                    <a:pt x="7121889" y="2068220"/>
                  </a:lnTo>
                  <a:lnTo>
                    <a:pt x="7193324" y="2088852"/>
                  </a:lnTo>
                  <a:lnTo>
                    <a:pt x="7270904" y="2107390"/>
                  </a:lnTo>
                  <a:lnTo>
                    <a:pt x="7354574" y="2124032"/>
                  </a:lnTo>
                  <a:lnTo>
                    <a:pt x="7443622" y="2138900"/>
                  </a:lnTo>
                  <a:lnTo>
                    <a:pt x="7536483" y="2152045"/>
                  </a:lnTo>
                  <a:lnTo>
                    <a:pt x="7630601" y="2163462"/>
                  </a:lnTo>
                  <a:lnTo>
                    <a:pt x="7722456" y="2173113"/>
                  </a:lnTo>
                  <a:lnTo>
                    <a:pt x="7807857" y="2180961"/>
                  </a:lnTo>
                  <a:lnTo>
                    <a:pt x="7882527" y="2187016"/>
                  </a:lnTo>
                  <a:lnTo>
                    <a:pt x="7942908" y="2191370"/>
                  </a:lnTo>
                  <a:lnTo>
                    <a:pt x="7986972" y="2194212"/>
                  </a:lnTo>
                  <a:lnTo>
                    <a:pt x="8014768" y="2195825"/>
                  </a:lnTo>
                  <a:lnTo>
                    <a:pt x="8028563" y="2196547"/>
                  </a:lnTo>
                  <a:lnTo>
                    <a:pt x="8032628" y="2196741"/>
                  </a:lnTo>
                  <a:lnTo>
                    <a:pt x="8032819" y="2196749"/>
                  </a:lnTo>
                  <a:lnTo>
                    <a:pt x="8554953" y="2196749"/>
                  </a:lnTo>
                  <a:lnTo>
                    <a:pt x="8554953" y="2196749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847" name="pl847"/>
            <p:cNvSpPr/>
            <p:nvPr/>
          </p:nvSpPr>
          <p:spPr>
            <a:xfrm>
              <a:off x="386606" y="3879245"/>
              <a:ext cx="8554953" cy="2196749"/>
            </a:xfrm>
            <a:custGeom>
              <a:avLst/>
              <a:pathLst>
                <a:path w="8554953" h="2196749">
                  <a:moveTo>
                    <a:pt x="8554953" y="2196749"/>
                  </a:moveTo>
                  <a:lnTo>
                    <a:pt x="8032819" y="2196749"/>
                  </a:lnTo>
                  <a:lnTo>
                    <a:pt x="8031606" y="2196694"/>
                  </a:lnTo>
                  <a:lnTo>
                    <a:pt x="8023664" y="2196299"/>
                  </a:lnTo>
                  <a:lnTo>
                    <a:pt x="8003779" y="2195208"/>
                  </a:lnTo>
                  <a:lnTo>
                    <a:pt x="7968571" y="2193063"/>
                  </a:lnTo>
                  <a:lnTo>
                    <a:pt x="7916794" y="2189548"/>
                  </a:lnTo>
                  <a:lnTo>
                    <a:pt x="7849410" y="2184421"/>
                  </a:lnTo>
                  <a:lnTo>
                    <a:pt x="7769246" y="2177538"/>
                  </a:lnTo>
                  <a:lnTo>
                    <a:pt x="7680301" y="2168850"/>
                  </a:lnTo>
                  <a:lnTo>
                    <a:pt x="7586904" y="2158373"/>
                  </a:lnTo>
                  <a:lnTo>
                    <a:pt x="7492988" y="2146149"/>
                  </a:lnTo>
                  <a:lnTo>
                    <a:pt x="7401643" y="2132205"/>
                  </a:lnTo>
                  <a:lnTo>
                    <a:pt x="7314956" y="2116524"/>
                  </a:lnTo>
                  <a:lnTo>
                    <a:pt x="7234073" y="2099020"/>
                  </a:lnTo>
                  <a:lnTo>
                    <a:pt x="7159374" y="2079538"/>
                  </a:lnTo>
                  <a:lnTo>
                    <a:pt x="7090680" y="2057846"/>
                  </a:lnTo>
                  <a:lnTo>
                    <a:pt x="7027442" y="2033642"/>
                  </a:lnTo>
                  <a:lnTo>
                    <a:pt x="6968893" y="2006569"/>
                  </a:lnTo>
                  <a:lnTo>
                    <a:pt x="6914155" y="1976236"/>
                  </a:lnTo>
                  <a:lnTo>
                    <a:pt x="6862329" y="1942261"/>
                  </a:lnTo>
                  <a:lnTo>
                    <a:pt x="6812568" y="1904346"/>
                  </a:lnTo>
                  <a:lnTo>
                    <a:pt x="6786527" y="1882390"/>
                  </a:lnTo>
                  <a:lnTo>
                    <a:pt x="6743630" y="1843135"/>
                  </a:lnTo>
                  <a:lnTo>
                    <a:pt x="6701148" y="1800579"/>
                  </a:lnTo>
                  <a:lnTo>
                    <a:pt x="6658760" y="1754660"/>
                  </a:lnTo>
                  <a:lnTo>
                    <a:pt x="6616224" y="1705385"/>
                  </a:lnTo>
                  <a:lnTo>
                    <a:pt x="6573372" y="1652847"/>
                  </a:lnTo>
                  <a:lnTo>
                    <a:pt x="6530100" y="1597226"/>
                  </a:lnTo>
                  <a:lnTo>
                    <a:pt x="6486362" y="1538791"/>
                  </a:lnTo>
                  <a:lnTo>
                    <a:pt x="6442165" y="1477907"/>
                  </a:lnTo>
                  <a:lnTo>
                    <a:pt x="6397560" y="1415017"/>
                  </a:lnTo>
                  <a:lnTo>
                    <a:pt x="6352637" y="1350642"/>
                  </a:lnTo>
                  <a:lnTo>
                    <a:pt x="6307512" y="1285356"/>
                  </a:lnTo>
                  <a:lnTo>
                    <a:pt x="6262320" y="1219769"/>
                  </a:lnTo>
                  <a:lnTo>
                    <a:pt x="6217200" y="1154504"/>
                  </a:lnTo>
                  <a:lnTo>
                    <a:pt x="6172286" y="1090170"/>
                  </a:lnTo>
                  <a:lnTo>
                    <a:pt x="6127694" y="1027340"/>
                  </a:lnTo>
                  <a:lnTo>
                    <a:pt x="6083511" y="966531"/>
                  </a:lnTo>
                  <a:lnTo>
                    <a:pt x="6039789" y="908187"/>
                  </a:lnTo>
                  <a:lnTo>
                    <a:pt x="5996533" y="852665"/>
                  </a:lnTo>
                  <a:lnTo>
                    <a:pt x="5953694" y="800236"/>
                  </a:lnTo>
                  <a:lnTo>
                    <a:pt x="5911166" y="751074"/>
                  </a:lnTo>
                  <a:lnTo>
                    <a:pt x="5868779" y="705268"/>
                  </a:lnTo>
                  <a:lnTo>
                    <a:pt x="5826289" y="662826"/>
                  </a:lnTo>
                  <a:lnTo>
                    <a:pt x="5784835" y="624953"/>
                  </a:lnTo>
                  <a:lnTo>
                    <a:pt x="5735873" y="584872"/>
                  </a:lnTo>
                  <a:lnTo>
                    <a:pt x="5685252" y="548816"/>
                  </a:lnTo>
                  <a:lnTo>
                    <a:pt x="5632183" y="516578"/>
                  </a:lnTo>
                  <a:lnTo>
                    <a:pt x="5575785" y="487810"/>
                  </a:lnTo>
                  <a:lnTo>
                    <a:pt x="5515162" y="462118"/>
                  </a:lnTo>
                  <a:lnTo>
                    <a:pt x="5449473" y="439123"/>
                  </a:lnTo>
                  <a:lnTo>
                    <a:pt x="5378038" y="418491"/>
                  </a:lnTo>
                  <a:lnTo>
                    <a:pt x="5300458" y="399953"/>
                  </a:lnTo>
                  <a:lnTo>
                    <a:pt x="5216788" y="383311"/>
                  </a:lnTo>
                  <a:lnTo>
                    <a:pt x="5127740" y="368443"/>
                  </a:lnTo>
                  <a:lnTo>
                    <a:pt x="5034879" y="355298"/>
                  </a:lnTo>
                  <a:lnTo>
                    <a:pt x="4940761" y="343881"/>
                  </a:lnTo>
                  <a:lnTo>
                    <a:pt x="4848906" y="334230"/>
                  </a:lnTo>
                  <a:lnTo>
                    <a:pt x="4763505" y="326382"/>
                  </a:lnTo>
                  <a:lnTo>
                    <a:pt x="4688835" y="320327"/>
                  </a:lnTo>
                  <a:lnTo>
                    <a:pt x="4628454" y="315973"/>
                  </a:lnTo>
                  <a:lnTo>
                    <a:pt x="4584390" y="313130"/>
                  </a:lnTo>
                  <a:lnTo>
                    <a:pt x="4556594" y="311518"/>
                  </a:lnTo>
                  <a:lnTo>
                    <a:pt x="4542799" y="310796"/>
                  </a:lnTo>
                  <a:lnTo>
                    <a:pt x="4538734" y="310602"/>
                  </a:lnTo>
                  <a:lnTo>
                    <a:pt x="4538543" y="310594"/>
                  </a:lnTo>
                  <a:lnTo>
                    <a:pt x="4016409" y="310594"/>
                  </a:lnTo>
                  <a:lnTo>
                    <a:pt x="4015141" y="310584"/>
                  </a:lnTo>
                  <a:lnTo>
                    <a:pt x="4006850" y="310516"/>
                  </a:lnTo>
                  <a:lnTo>
                    <a:pt x="3986122" y="310328"/>
                  </a:lnTo>
                  <a:lnTo>
                    <a:pt x="3949504" y="309959"/>
                  </a:lnTo>
                  <a:lnTo>
                    <a:pt x="3895815" y="309354"/>
                  </a:lnTo>
                  <a:lnTo>
                    <a:pt x="3826209" y="308473"/>
                  </a:lnTo>
                  <a:lnTo>
                    <a:pt x="3743773" y="307293"/>
                  </a:lnTo>
                  <a:lnTo>
                    <a:pt x="3652760" y="305807"/>
                  </a:lnTo>
                  <a:lnTo>
                    <a:pt x="3557681" y="304018"/>
                  </a:lnTo>
                  <a:lnTo>
                    <a:pt x="3462555" y="301933"/>
                  </a:lnTo>
                  <a:lnTo>
                    <a:pt x="3370468" y="299557"/>
                  </a:lnTo>
                  <a:lnTo>
                    <a:pt x="3283437" y="296884"/>
                  </a:lnTo>
                  <a:lnTo>
                    <a:pt x="3202508" y="293898"/>
                  </a:lnTo>
                  <a:lnTo>
                    <a:pt x="3127953" y="290569"/>
                  </a:lnTo>
                  <a:lnTo>
                    <a:pt x="3059491" y="286856"/>
                  </a:lnTo>
                  <a:lnTo>
                    <a:pt x="2996487" y="282703"/>
                  </a:lnTo>
                  <a:lnTo>
                    <a:pt x="2938102" y="278048"/>
                  </a:lnTo>
                  <a:lnTo>
                    <a:pt x="2883405" y="272823"/>
                  </a:lnTo>
                  <a:lnTo>
                    <a:pt x="2831464" y="266964"/>
                  </a:lnTo>
                  <a:lnTo>
                    <a:pt x="2781421" y="260427"/>
                  </a:lnTo>
                  <a:lnTo>
                    <a:pt x="2770117" y="258828"/>
                  </a:lnTo>
                  <a:lnTo>
                    <a:pt x="2716418" y="250638"/>
                  </a:lnTo>
                  <a:lnTo>
                    <a:pt x="2663238" y="241589"/>
                  </a:lnTo>
                  <a:lnTo>
                    <a:pt x="2610002" y="231669"/>
                  </a:lnTo>
                  <a:lnTo>
                    <a:pt x="2556329" y="220898"/>
                  </a:lnTo>
                  <a:lnTo>
                    <a:pt x="2501998" y="209331"/>
                  </a:lnTo>
                  <a:lnTo>
                    <a:pt x="2446934" y="197059"/>
                  </a:lnTo>
                  <a:lnTo>
                    <a:pt x="2391185" y="184213"/>
                  </a:lnTo>
                  <a:lnTo>
                    <a:pt x="2334902" y="170950"/>
                  </a:lnTo>
                  <a:lnTo>
                    <a:pt x="2278310" y="157457"/>
                  </a:lnTo>
                  <a:lnTo>
                    <a:pt x="2221674" y="143932"/>
                  </a:lnTo>
                  <a:lnTo>
                    <a:pt x="2165265" y="130575"/>
                  </a:lnTo>
                  <a:lnTo>
                    <a:pt x="2109325" y="117577"/>
                  </a:lnTo>
                  <a:lnTo>
                    <a:pt x="2054032" y="105107"/>
                  </a:lnTo>
                  <a:lnTo>
                    <a:pt x="1999469" y="93303"/>
                  </a:lnTo>
                  <a:lnTo>
                    <a:pt x="1945603" y="82270"/>
                  </a:lnTo>
                  <a:lnTo>
                    <a:pt x="1892261" y="72075"/>
                  </a:lnTo>
                  <a:lnTo>
                    <a:pt x="1839115" y="62748"/>
                  </a:lnTo>
                  <a:lnTo>
                    <a:pt x="1785657" y="54287"/>
                  </a:lnTo>
                  <a:lnTo>
                    <a:pt x="1768425" y="51765"/>
                  </a:lnTo>
                  <a:lnTo>
                    <a:pt x="1718713" y="45071"/>
                  </a:lnTo>
                  <a:lnTo>
                    <a:pt x="1667279" y="39058"/>
                  </a:lnTo>
                  <a:lnTo>
                    <a:pt x="1613296" y="33693"/>
                  </a:lnTo>
                  <a:lnTo>
                    <a:pt x="1555842" y="28912"/>
                  </a:lnTo>
                  <a:lnTo>
                    <a:pt x="1493978" y="24650"/>
                  </a:lnTo>
                  <a:lnTo>
                    <a:pt x="1426836" y="20841"/>
                  </a:lnTo>
                  <a:lnTo>
                    <a:pt x="1353721" y="17429"/>
                  </a:lnTo>
                  <a:lnTo>
                    <a:pt x="1274255" y="14367"/>
                  </a:lnTo>
                  <a:lnTo>
                    <a:pt x="1188565" y="11624"/>
                  </a:lnTo>
                  <a:lnTo>
                    <a:pt x="1097499" y="9181"/>
                  </a:lnTo>
                  <a:lnTo>
                    <a:pt x="1002837" y="7029"/>
                  </a:lnTo>
                  <a:lnTo>
                    <a:pt x="907421" y="5171"/>
                  </a:lnTo>
                  <a:lnTo>
                    <a:pt x="815082" y="3614"/>
                  </a:lnTo>
                  <a:lnTo>
                    <a:pt x="730277" y="2364"/>
                  </a:lnTo>
                  <a:lnTo>
                    <a:pt x="657393" y="1416"/>
                  </a:lnTo>
                  <a:lnTo>
                    <a:pt x="599866" y="751"/>
                  </a:lnTo>
                  <a:lnTo>
                    <a:pt x="559344" y="332"/>
                  </a:lnTo>
                  <a:lnTo>
                    <a:pt x="535194" y="107"/>
                  </a:lnTo>
                  <a:lnTo>
                    <a:pt x="524459" y="17"/>
                  </a:lnTo>
                  <a:lnTo>
                    <a:pt x="522149" y="0"/>
                  </a:lnTo>
                  <a:lnTo>
                    <a:pt x="522133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848" name="pg848"/>
            <p:cNvSpPr/>
            <p:nvPr/>
          </p:nvSpPr>
          <p:spPr>
            <a:xfrm>
              <a:off x="386606" y="863656"/>
              <a:ext cx="8554953" cy="3580306"/>
            </a:xfrm>
            <a:custGeom>
              <a:avLst/>
              <a:pathLst>
                <a:path w="8554953" h="3580306">
                  <a:moveTo>
                    <a:pt x="0" y="3094649"/>
                  </a:moveTo>
                  <a:lnTo>
                    <a:pt x="522133" y="3094649"/>
                  </a:lnTo>
                  <a:lnTo>
                    <a:pt x="523399" y="3094664"/>
                  </a:lnTo>
                  <a:lnTo>
                    <a:pt x="531675" y="3094770"/>
                  </a:lnTo>
                  <a:lnTo>
                    <a:pt x="552367" y="3095064"/>
                  </a:lnTo>
                  <a:lnTo>
                    <a:pt x="588926" y="3095640"/>
                  </a:lnTo>
                  <a:lnTo>
                    <a:pt x="642534" y="3096584"/>
                  </a:lnTo>
                  <a:lnTo>
                    <a:pt x="712048" y="3097959"/>
                  </a:lnTo>
                  <a:lnTo>
                    <a:pt x="794389" y="3099801"/>
                  </a:lnTo>
                  <a:lnTo>
                    <a:pt x="885316" y="3102122"/>
                  </a:lnTo>
                  <a:lnTo>
                    <a:pt x="980326" y="3104915"/>
                  </a:lnTo>
                  <a:lnTo>
                    <a:pt x="1075403" y="3108170"/>
                  </a:lnTo>
                  <a:lnTo>
                    <a:pt x="1167461" y="3111881"/>
                  </a:lnTo>
                  <a:lnTo>
                    <a:pt x="1254478" y="3116054"/>
                  </a:lnTo>
                  <a:lnTo>
                    <a:pt x="1335406" y="3120716"/>
                  </a:lnTo>
                  <a:lnTo>
                    <a:pt x="1409968" y="3125913"/>
                  </a:lnTo>
                  <a:lnTo>
                    <a:pt x="1478439" y="3131710"/>
                  </a:lnTo>
                  <a:lnTo>
                    <a:pt x="1541453" y="3138192"/>
                  </a:lnTo>
                  <a:lnTo>
                    <a:pt x="1599845" y="3145458"/>
                  </a:lnTo>
                  <a:lnTo>
                    <a:pt x="1654542" y="3153613"/>
                  </a:lnTo>
                  <a:lnTo>
                    <a:pt x="1706478" y="3162757"/>
                  </a:lnTo>
                  <a:lnTo>
                    <a:pt x="1756508" y="3172959"/>
                  </a:lnTo>
                  <a:lnTo>
                    <a:pt x="1768425" y="3175592"/>
                  </a:lnTo>
                  <a:lnTo>
                    <a:pt x="1821362" y="3188206"/>
                  </a:lnTo>
                  <a:lnTo>
                    <a:pt x="1873787" y="3202124"/>
                  </a:lnTo>
                  <a:lnTo>
                    <a:pt x="1926253" y="3217366"/>
                  </a:lnTo>
                  <a:lnTo>
                    <a:pt x="1979131" y="3233904"/>
                  </a:lnTo>
                  <a:lnTo>
                    <a:pt x="2032641" y="3251658"/>
                  </a:lnTo>
                  <a:lnTo>
                    <a:pt x="2086863" y="3270494"/>
                  </a:lnTo>
                  <a:lnTo>
                    <a:pt x="2141758" y="3290222"/>
                  </a:lnTo>
                  <a:lnTo>
                    <a:pt x="2197190" y="3310608"/>
                  </a:lnTo>
                  <a:lnTo>
                    <a:pt x="2252951" y="3331378"/>
                  </a:lnTo>
                  <a:lnTo>
                    <a:pt x="2308789" y="3352237"/>
                  </a:lnTo>
                  <a:lnTo>
                    <a:pt x="2364443" y="3372882"/>
                  </a:lnTo>
                  <a:lnTo>
                    <a:pt x="2419674" y="3393027"/>
                  </a:lnTo>
                  <a:lnTo>
                    <a:pt x="2474300" y="3412410"/>
                  </a:lnTo>
                  <a:lnTo>
                    <a:pt x="2528224" y="3430816"/>
                  </a:lnTo>
                  <a:lnTo>
                    <a:pt x="2581455" y="3448078"/>
                  </a:lnTo>
                  <a:lnTo>
                    <a:pt x="2634127" y="3464084"/>
                  </a:lnTo>
                  <a:lnTo>
                    <a:pt x="2686520" y="3478776"/>
                  </a:lnTo>
                  <a:lnTo>
                    <a:pt x="2739080" y="3492148"/>
                  </a:lnTo>
                  <a:lnTo>
                    <a:pt x="2770117" y="3499363"/>
                  </a:lnTo>
                  <a:lnTo>
                    <a:pt x="2819798" y="3509825"/>
                  </a:lnTo>
                  <a:lnTo>
                    <a:pt x="2871198" y="3519221"/>
                  </a:lnTo>
                  <a:lnTo>
                    <a:pt x="2925142" y="3527607"/>
                  </a:lnTo>
                  <a:lnTo>
                    <a:pt x="2982552" y="3535079"/>
                  </a:lnTo>
                  <a:lnTo>
                    <a:pt x="3044364" y="3541741"/>
                  </a:lnTo>
                  <a:lnTo>
                    <a:pt x="3111446" y="3547696"/>
                  </a:lnTo>
                  <a:lnTo>
                    <a:pt x="3184490" y="3553031"/>
                  </a:lnTo>
                  <a:lnTo>
                    <a:pt x="3263876" y="3557818"/>
                  </a:lnTo>
                  <a:lnTo>
                    <a:pt x="3349482" y="3562106"/>
                  </a:lnTo>
                  <a:lnTo>
                    <a:pt x="3440464" y="3565928"/>
                  </a:lnTo>
                  <a:lnTo>
                    <a:pt x="3535052" y="3569293"/>
                  </a:lnTo>
                  <a:lnTo>
                    <a:pt x="3630416" y="3572200"/>
                  </a:lnTo>
                  <a:lnTo>
                    <a:pt x="3722738" y="3574636"/>
                  </a:lnTo>
                  <a:lnTo>
                    <a:pt x="3807574" y="3576593"/>
                  </a:lnTo>
                  <a:lnTo>
                    <a:pt x="3880537" y="3578079"/>
                  </a:lnTo>
                  <a:lnTo>
                    <a:pt x="3938187" y="3579123"/>
                  </a:lnTo>
                  <a:lnTo>
                    <a:pt x="3978859" y="3579781"/>
                  </a:lnTo>
                  <a:lnTo>
                    <a:pt x="4003160" y="3580135"/>
                  </a:lnTo>
                  <a:lnTo>
                    <a:pt x="4014017" y="3580277"/>
                  </a:lnTo>
                  <a:lnTo>
                    <a:pt x="4016409" y="3580306"/>
                  </a:lnTo>
                  <a:lnTo>
                    <a:pt x="4538543" y="3580306"/>
                  </a:lnTo>
                  <a:lnTo>
                    <a:pt x="4539637" y="3580213"/>
                  </a:lnTo>
                  <a:lnTo>
                    <a:pt x="4546812" y="3579546"/>
                  </a:lnTo>
                  <a:lnTo>
                    <a:pt x="4564842" y="3577702"/>
                  </a:lnTo>
                  <a:lnTo>
                    <a:pt x="4596921" y="3574077"/>
                  </a:lnTo>
                  <a:lnTo>
                    <a:pt x="4644416" y="3568120"/>
                  </a:lnTo>
                  <a:lnTo>
                    <a:pt x="4706759" y="3559399"/>
                  </a:lnTo>
                  <a:lnTo>
                    <a:pt x="4781682" y="3547638"/>
                  </a:lnTo>
                  <a:lnTo>
                    <a:pt x="4865752" y="3532722"/>
                  </a:lnTo>
                  <a:lnTo>
                    <a:pt x="4955077" y="3514655"/>
                  </a:lnTo>
                  <a:lnTo>
                    <a:pt x="5045955" y="3493505"/>
                  </a:lnTo>
                  <a:lnTo>
                    <a:pt x="5135327" y="3469332"/>
                  </a:lnTo>
                  <a:lnTo>
                    <a:pt x="5220985" y="3442139"/>
                  </a:lnTo>
                  <a:lnTo>
                    <a:pt x="5301578" y="3411831"/>
                  </a:lnTo>
                  <a:lnTo>
                    <a:pt x="5376488" y="3378197"/>
                  </a:lnTo>
                  <a:lnTo>
                    <a:pt x="5445666" y="3340905"/>
                  </a:lnTo>
                  <a:lnTo>
                    <a:pt x="5509458" y="3299501"/>
                  </a:lnTo>
                  <a:lnTo>
                    <a:pt x="5568465" y="3253429"/>
                  </a:lnTo>
                  <a:lnTo>
                    <a:pt x="5623432" y="3202053"/>
                  </a:lnTo>
                  <a:lnTo>
                    <a:pt x="5675163" y="3144707"/>
                  </a:lnTo>
                  <a:lnTo>
                    <a:pt x="5724459" y="3080775"/>
                  </a:lnTo>
                  <a:lnTo>
                    <a:pt x="5772052" y="3009838"/>
                  </a:lnTo>
                  <a:lnTo>
                    <a:pt x="5784835" y="2989235"/>
                  </a:lnTo>
                  <a:lnTo>
                    <a:pt x="5818824" y="2931340"/>
                  </a:lnTo>
                  <a:lnTo>
                    <a:pt x="5852507" y="2869581"/>
                  </a:lnTo>
                  <a:lnTo>
                    <a:pt x="5886055" y="2803881"/>
                  </a:lnTo>
                  <a:lnTo>
                    <a:pt x="5919608" y="2734212"/>
                  </a:lnTo>
                  <a:lnTo>
                    <a:pt x="5953274" y="2660601"/>
                  </a:lnTo>
                  <a:lnTo>
                    <a:pt x="5987137" y="2583138"/>
                  </a:lnTo>
                  <a:lnTo>
                    <a:pt x="6021250" y="2501979"/>
                  </a:lnTo>
                  <a:lnTo>
                    <a:pt x="6055648" y="2417344"/>
                  </a:lnTo>
                  <a:lnTo>
                    <a:pt x="6090340" y="2329524"/>
                  </a:lnTo>
                  <a:lnTo>
                    <a:pt x="6125318" y="2238874"/>
                  </a:lnTo>
                  <a:lnTo>
                    <a:pt x="6160556" y="2145813"/>
                  </a:lnTo>
                  <a:lnTo>
                    <a:pt x="6196013" y="2050811"/>
                  </a:lnTo>
                  <a:lnTo>
                    <a:pt x="6231635" y="1954387"/>
                  </a:lnTo>
                  <a:lnTo>
                    <a:pt x="6267360" y="1857092"/>
                  </a:lnTo>
                  <a:lnTo>
                    <a:pt x="6303121" y="1759500"/>
                  </a:lnTo>
                  <a:lnTo>
                    <a:pt x="6338848" y="1662191"/>
                  </a:lnTo>
                  <a:lnTo>
                    <a:pt x="6374473" y="1565739"/>
                  </a:lnTo>
                  <a:lnTo>
                    <a:pt x="6409934" y="1470696"/>
                  </a:lnTo>
                  <a:lnTo>
                    <a:pt x="6445178" y="1377580"/>
                  </a:lnTo>
                  <a:lnTo>
                    <a:pt x="6480163" y="1286866"/>
                  </a:lnTo>
                  <a:lnTo>
                    <a:pt x="6514863" y="1198972"/>
                  </a:lnTo>
                  <a:lnTo>
                    <a:pt x="6549267" y="1114255"/>
                  </a:lnTo>
                  <a:lnTo>
                    <a:pt x="6583388" y="1033007"/>
                  </a:lnTo>
                  <a:lnTo>
                    <a:pt x="6617256" y="955451"/>
                  </a:lnTo>
                  <a:lnTo>
                    <a:pt x="6650926" y="881744"/>
                  </a:lnTo>
                  <a:lnTo>
                    <a:pt x="6684481" y="811976"/>
                  </a:lnTo>
                  <a:lnTo>
                    <a:pt x="6718028" y="746179"/>
                  </a:lnTo>
                  <a:lnTo>
                    <a:pt x="6751705" y="684324"/>
                  </a:lnTo>
                  <a:lnTo>
                    <a:pt x="6785684" y="626334"/>
                  </a:lnTo>
                  <a:lnTo>
                    <a:pt x="6786527" y="624953"/>
                  </a:lnTo>
                  <a:lnTo>
                    <a:pt x="6833767" y="552077"/>
                  </a:lnTo>
                  <a:lnTo>
                    <a:pt x="6882529" y="486262"/>
                  </a:lnTo>
                  <a:lnTo>
                    <a:pt x="6933518" y="427173"/>
                  </a:lnTo>
                  <a:lnTo>
                    <a:pt x="6987520" y="374233"/>
                  </a:lnTo>
                  <a:lnTo>
                    <a:pt x="7045346" y="326779"/>
                  </a:lnTo>
                  <a:lnTo>
                    <a:pt x="7107764" y="284160"/>
                  </a:lnTo>
                  <a:lnTo>
                    <a:pt x="7175424" y="245794"/>
                  </a:lnTo>
                  <a:lnTo>
                    <a:pt x="7248755" y="211200"/>
                  </a:lnTo>
                  <a:lnTo>
                    <a:pt x="7327830" y="180009"/>
                  </a:lnTo>
                  <a:lnTo>
                    <a:pt x="7412205" y="151980"/>
                  </a:lnTo>
                  <a:lnTo>
                    <a:pt x="7500745" y="126986"/>
                  </a:lnTo>
                  <a:lnTo>
                    <a:pt x="7591481" y="105005"/>
                  </a:lnTo>
                  <a:lnTo>
                    <a:pt x="7681577" y="86089"/>
                  </a:lnTo>
                  <a:lnTo>
                    <a:pt x="7767471" y="70309"/>
                  </a:lnTo>
                  <a:lnTo>
                    <a:pt x="7845264" y="57692"/>
                  </a:lnTo>
                  <a:lnTo>
                    <a:pt x="7911328" y="48161"/>
                  </a:lnTo>
                  <a:lnTo>
                    <a:pt x="7963013" y="41486"/>
                  </a:lnTo>
                  <a:lnTo>
                    <a:pt x="7999248" y="37275"/>
                  </a:lnTo>
                  <a:lnTo>
                    <a:pt x="8020869" y="35003"/>
                  </a:lnTo>
                  <a:lnTo>
                    <a:pt x="8030597" y="34076"/>
                  </a:lnTo>
                  <a:lnTo>
                    <a:pt x="8032819" y="33883"/>
                  </a:lnTo>
                  <a:lnTo>
                    <a:pt x="8554953" y="33883"/>
                  </a:lnTo>
                  <a:lnTo>
                    <a:pt x="8554953" y="0"/>
                  </a:lnTo>
                  <a:lnTo>
                    <a:pt x="8032819" y="0"/>
                  </a:lnTo>
                  <a:lnTo>
                    <a:pt x="8031725" y="93"/>
                  </a:lnTo>
                  <a:lnTo>
                    <a:pt x="8024550" y="760"/>
                  </a:lnTo>
                  <a:lnTo>
                    <a:pt x="8006520" y="2603"/>
                  </a:lnTo>
                  <a:lnTo>
                    <a:pt x="7974441" y="6229"/>
                  </a:lnTo>
                  <a:lnTo>
                    <a:pt x="7926946" y="12186"/>
                  </a:lnTo>
                  <a:lnTo>
                    <a:pt x="7864603" y="20907"/>
                  </a:lnTo>
                  <a:lnTo>
                    <a:pt x="7789680" y="32667"/>
                  </a:lnTo>
                  <a:lnTo>
                    <a:pt x="7705610" y="47584"/>
                  </a:lnTo>
                  <a:lnTo>
                    <a:pt x="7616285" y="65650"/>
                  </a:lnTo>
                  <a:lnTo>
                    <a:pt x="7525407" y="86800"/>
                  </a:lnTo>
                  <a:lnTo>
                    <a:pt x="7436035" y="110973"/>
                  </a:lnTo>
                  <a:lnTo>
                    <a:pt x="7350377" y="138167"/>
                  </a:lnTo>
                  <a:lnTo>
                    <a:pt x="7269784" y="168475"/>
                  </a:lnTo>
                  <a:lnTo>
                    <a:pt x="7194874" y="202108"/>
                  </a:lnTo>
                  <a:lnTo>
                    <a:pt x="7125696" y="239401"/>
                  </a:lnTo>
                  <a:lnTo>
                    <a:pt x="7061904" y="280804"/>
                  </a:lnTo>
                  <a:lnTo>
                    <a:pt x="7002896" y="326876"/>
                  </a:lnTo>
                  <a:lnTo>
                    <a:pt x="6947930" y="378252"/>
                  </a:lnTo>
                  <a:lnTo>
                    <a:pt x="6896199" y="435599"/>
                  </a:lnTo>
                  <a:lnTo>
                    <a:pt x="6846903" y="499530"/>
                  </a:lnTo>
                  <a:lnTo>
                    <a:pt x="6799310" y="570468"/>
                  </a:lnTo>
                  <a:lnTo>
                    <a:pt x="6786527" y="591070"/>
                  </a:lnTo>
                  <a:lnTo>
                    <a:pt x="6752537" y="648966"/>
                  </a:lnTo>
                  <a:lnTo>
                    <a:pt x="6718855" y="710724"/>
                  </a:lnTo>
                  <a:lnTo>
                    <a:pt x="6685307" y="776424"/>
                  </a:lnTo>
                  <a:lnTo>
                    <a:pt x="6651754" y="846094"/>
                  </a:lnTo>
                  <a:lnTo>
                    <a:pt x="6618087" y="919704"/>
                  </a:lnTo>
                  <a:lnTo>
                    <a:pt x="6584225" y="997167"/>
                  </a:lnTo>
                  <a:lnTo>
                    <a:pt x="6550112" y="1078327"/>
                  </a:lnTo>
                  <a:lnTo>
                    <a:pt x="6515714" y="1162962"/>
                  </a:lnTo>
                  <a:lnTo>
                    <a:pt x="6481022" y="1250782"/>
                  </a:lnTo>
                  <a:lnTo>
                    <a:pt x="6446044" y="1341431"/>
                  </a:lnTo>
                  <a:lnTo>
                    <a:pt x="6410806" y="1434493"/>
                  </a:lnTo>
                  <a:lnTo>
                    <a:pt x="6375349" y="1529494"/>
                  </a:lnTo>
                  <a:lnTo>
                    <a:pt x="6339727" y="1625918"/>
                  </a:lnTo>
                  <a:lnTo>
                    <a:pt x="6304002" y="1723213"/>
                  </a:lnTo>
                  <a:lnTo>
                    <a:pt x="6268241" y="1820805"/>
                  </a:lnTo>
                  <a:lnTo>
                    <a:pt x="6232514" y="1918114"/>
                  </a:lnTo>
                  <a:lnTo>
                    <a:pt x="6196889" y="2014567"/>
                  </a:lnTo>
                  <a:lnTo>
                    <a:pt x="6161428" y="2109610"/>
                  </a:lnTo>
                  <a:lnTo>
                    <a:pt x="6126184" y="2202725"/>
                  </a:lnTo>
                  <a:lnTo>
                    <a:pt x="6091199" y="2293439"/>
                  </a:lnTo>
                  <a:lnTo>
                    <a:pt x="6056499" y="2381334"/>
                  </a:lnTo>
                  <a:lnTo>
                    <a:pt x="6022095" y="2466051"/>
                  </a:lnTo>
                  <a:lnTo>
                    <a:pt x="5987974" y="2547299"/>
                  </a:lnTo>
                  <a:lnTo>
                    <a:pt x="5954106" y="2624855"/>
                  </a:lnTo>
                  <a:lnTo>
                    <a:pt x="5920435" y="2698562"/>
                  </a:lnTo>
                  <a:lnTo>
                    <a:pt x="5886881" y="2768329"/>
                  </a:lnTo>
                  <a:lnTo>
                    <a:pt x="5853334" y="2834127"/>
                  </a:lnTo>
                  <a:lnTo>
                    <a:pt x="5819657" y="2895982"/>
                  </a:lnTo>
                  <a:lnTo>
                    <a:pt x="5785678" y="2953971"/>
                  </a:lnTo>
                  <a:lnTo>
                    <a:pt x="5784835" y="2955352"/>
                  </a:lnTo>
                  <a:lnTo>
                    <a:pt x="5737595" y="3028228"/>
                  </a:lnTo>
                  <a:lnTo>
                    <a:pt x="5688832" y="3094043"/>
                  </a:lnTo>
                  <a:lnTo>
                    <a:pt x="5637844" y="3153132"/>
                  </a:lnTo>
                  <a:lnTo>
                    <a:pt x="5583842" y="3206072"/>
                  </a:lnTo>
                  <a:lnTo>
                    <a:pt x="5526016" y="3253527"/>
                  </a:lnTo>
                  <a:lnTo>
                    <a:pt x="5463597" y="3296146"/>
                  </a:lnTo>
                  <a:lnTo>
                    <a:pt x="5395938" y="3334511"/>
                  </a:lnTo>
                  <a:lnTo>
                    <a:pt x="5322607" y="3369106"/>
                  </a:lnTo>
                  <a:lnTo>
                    <a:pt x="5243532" y="3400296"/>
                  </a:lnTo>
                  <a:lnTo>
                    <a:pt x="5159157" y="3428326"/>
                  </a:lnTo>
                  <a:lnTo>
                    <a:pt x="5070617" y="3453320"/>
                  </a:lnTo>
                  <a:lnTo>
                    <a:pt x="4979881" y="3475300"/>
                  </a:lnTo>
                  <a:lnTo>
                    <a:pt x="4889785" y="3494216"/>
                  </a:lnTo>
                  <a:lnTo>
                    <a:pt x="4803891" y="3509997"/>
                  </a:lnTo>
                  <a:lnTo>
                    <a:pt x="4726098" y="3522613"/>
                  </a:lnTo>
                  <a:lnTo>
                    <a:pt x="4660034" y="3532144"/>
                  </a:lnTo>
                  <a:lnTo>
                    <a:pt x="4608349" y="3538819"/>
                  </a:lnTo>
                  <a:lnTo>
                    <a:pt x="4572114" y="3543031"/>
                  </a:lnTo>
                  <a:lnTo>
                    <a:pt x="4550493" y="3545302"/>
                  </a:lnTo>
                  <a:lnTo>
                    <a:pt x="4540765" y="3546229"/>
                  </a:lnTo>
                  <a:lnTo>
                    <a:pt x="4538543" y="3546423"/>
                  </a:lnTo>
                  <a:lnTo>
                    <a:pt x="4016409" y="3546423"/>
                  </a:lnTo>
                  <a:lnTo>
                    <a:pt x="4015143" y="3546408"/>
                  </a:lnTo>
                  <a:lnTo>
                    <a:pt x="4006867" y="3546302"/>
                  </a:lnTo>
                  <a:lnTo>
                    <a:pt x="3986175" y="3546008"/>
                  </a:lnTo>
                  <a:lnTo>
                    <a:pt x="3949616" y="3545432"/>
                  </a:lnTo>
                  <a:lnTo>
                    <a:pt x="3896008" y="3544488"/>
                  </a:lnTo>
                  <a:lnTo>
                    <a:pt x="3826494" y="3543113"/>
                  </a:lnTo>
                  <a:lnTo>
                    <a:pt x="3744153" y="3541271"/>
                  </a:lnTo>
                  <a:lnTo>
                    <a:pt x="3653226" y="3538950"/>
                  </a:lnTo>
                  <a:lnTo>
                    <a:pt x="3558216" y="3536157"/>
                  </a:lnTo>
                  <a:lnTo>
                    <a:pt x="3463139" y="3532902"/>
                  </a:lnTo>
                  <a:lnTo>
                    <a:pt x="3371082" y="3529191"/>
                  </a:lnTo>
                  <a:lnTo>
                    <a:pt x="3284064" y="3525018"/>
                  </a:lnTo>
                  <a:lnTo>
                    <a:pt x="3203136" y="3520356"/>
                  </a:lnTo>
                  <a:lnTo>
                    <a:pt x="3128574" y="3515159"/>
                  </a:lnTo>
                  <a:lnTo>
                    <a:pt x="3060103" y="3509362"/>
                  </a:lnTo>
                  <a:lnTo>
                    <a:pt x="2997089" y="3502880"/>
                  </a:lnTo>
                  <a:lnTo>
                    <a:pt x="2938698" y="3495615"/>
                  </a:lnTo>
                  <a:lnTo>
                    <a:pt x="2884000" y="3487459"/>
                  </a:lnTo>
                  <a:lnTo>
                    <a:pt x="2832064" y="3478315"/>
                  </a:lnTo>
                  <a:lnTo>
                    <a:pt x="2782035" y="3468113"/>
                  </a:lnTo>
                  <a:lnTo>
                    <a:pt x="2770117" y="3465480"/>
                  </a:lnTo>
                  <a:lnTo>
                    <a:pt x="2717180" y="3452867"/>
                  </a:lnTo>
                  <a:lnTo>
                    <a:pt x="2664755" y="3438948"/>
                  </a:lnTo>
                  <a:lnTo>
                    <a:pt x="2612290" y="3423706"/>
                  </a:lnTo>
                  <a:lnTo>
                    <a:pt x="2559411" y="3407168"/>
                  </a:lnTo>
                  <a:lnTo>
                    <a:pt x="2505901" y="3389414"/>
                  </a:lnTo>
                  <a:lnTo>
                    <a:pt x="2451680" y="3370579"/>
                  </a:lnTo>
                  <a:lnTo>
                    <a:pt x="2396784" y="3350850"/>
                  </a:lnTo>
                  <a:lnTo>
                    <a:pt x="2341352" y="3330464"/>
                  </a:lnTo>
                  <a:lnTo>
                    <a:pt x="2285591" y="3309694"/>
                  </a:lnTo>
                  <a:lnTo>
                    <a:pt x="2229753" y="3288835"/>
                  </a:lnTo>
                  <a:lnTo>
                    <a:pt x="2174099" y="3268190"/>
                  </a:lnTo>
                  <a:lnTo>
                    <a:pt x="2118868" y="3248046"/>
                  </a:lnTo>
                  <a:lnTo>
                    <a:pt x="2064242" y="3228662"/>
                  </a:lnTo>
                  <a:lnTo>
                    <a:pt x="2010318" y="3210256"/>
                  </a:lnTo>
                  <a:lnTo>
                    <a:pt x="1957088" y="3192995"/>
                  </a:lnTo>
                  <a:lnTo>
                    <a:pt x="1904416" y="3176989"/>
                  </a:lnTo>
                  <a:lnTo>
                    <a:pt x="1852022" y="3162296"/>
                  </a:lnTo>
                  <a:lnTo>
                    <a:pt x="1799462" y="3148924"/>
                  </a:lnTo>
                  <a:lnTo>
                    <a:pt x="1768425" y="3141709"/>
                  </a:lnTo>
                  <a:lnTo>
                    <a:pt x="1718744" y="3131247"/>
                  </a:lnTo>
                  <a:lnTo>
                    <a:pt x="1667344" y="3121851"/>
                  </a:lnTo>
                  <a:lnTo>
                    <a:pt x="1613400" y="3113465"/>
                  </a:lnTo>
                  <a:lnTo>
                    <a:pt x="1555990" y="3105993"/>
                  </a:lnTo>
                  <a:lnTo>
                    <a:pt x="1494178" y="3099331"/>
                  </a:lnTo>
                  <a:lnTo>
                    <a:pt x="1427097" y="3093376"/>
                  </a:lnTo>
                  <a:lnTo>
                    <a:pt x="1354052" y="3088041"/>
                  </a:lnTo>
                  <a:lnTo>
                    <a:pt x="1274666" y="3083254"/>
                  </a:lnTo>
                  <a:lnTo>
                    <a:pt x="1189061" y="3078966"/>
                  </a:lnTo>
                  <a:lnTo>
                    <a:pt x="1098078" y="3075144"/>
                  </a:lnTo>
                  <a:lnTo>
                    <a:pt x="1003490" y="3071779"/>
                  </a:lnTo>
                  <a:lnTo>
                    <a:pt x="908126" y="3068873"/>
                  </a:lnTo>
                  <a:lnTo>
                    <a:pt x="815804" y="3066436"/>
                  </a:lnTo>
                  <a:lnTo>
                    <a:pt x="730969" y="3064479"/>
                  </a:lnTo>
                  <a:lnTo>
                    <a:pt x="658005" y="3062993"/>
                  </a:lnTo>
                  <a:lnTo>
                    <a:pt x="600355" y="3061949"/>
                  </a:lnTo>
                  <a:lnTo>
                    <a:pt x="559683" y="3061291"/>
                  </a:lnTo>
                  <a:lnTo>
                    <a:pt x="535382" y="3060937"/>
                  </a:lnTo>
                  <a:lnTo>
                    <a:pt x="524525" y="3060795"/>
                  </a:lnTo>
                  <a:lnTo>
                    <a:pt x="522133" y="3060766"/>
                  </a:lnTo>
                  <a:lnTo>
                    <a:pt x="0" y="3060766"/>
                  </a:lnTo>
                  <a:close/>
                </a:path>
              </a:pathLst>
            </a:custGeom>
            <a:solidFill>
              <a:srgbClr val="F28E5B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849" name="pl849"/>
            <p:cNvSpPr/>
            <p:nvPr/>
          </p:nvSpPr>
          <p:spPr>
            <a:xfrm>
              <a:off x="386606" y="897539"/>
              <a:ext cx="8554953" cy="3546423"/>
            </a:xfrm>
            <a:custGeom>
              <a:avLst/>
              <a:pathLst>
                <a:path w="8554953" h="3546423">
                  <a:moveTo>
                    <a:pt x="0" y="3060766"/>
                  </a:moveTo>
                  <a:lnTo>
                    <a:pt x="522133" y="3060766"/>
                  </a:lnTo>
                  <a:lnTo>
                    <a:pt x="523399" y="3060781"/>
                  </a:lnTo>
                  <a:lnTo>
                    <a:pt x="531675" y="3060887"/>
                  </a:lnTo>
                  <a:lnTo>
                    <a:pt x="552367" y="3061181"/>
                  </a:lnTo>
                  <a:lnTo>
                    <a:pt x="588926" y="3061757"/>
                  </a:lnTo>
                  <a:lnTo>
                    <a:pt x="642534" y="3062701"/>
                  </a:lnTo>
                  <a:lnTo>
                    <a:pt x="712048" y="3064076"/>
                  </a:lnTo>
                  <a:lnTo>
                    <a:pt x="794389" y="3065918"/>
                  </a:lnTo>
                  <a:lnTo>
                    <a:pt x="885316" y="3068239"/>
                  </a:lnTo>
                  <a:lnTo>
                    <a:pt x="980326" y="3071032"/>
                  </a:lnTo>
                  <a:lnTo>
                    <a:pt x="1075403" y="3074287"/>
                  </a:lnTo>
                  <a:lnTo>
                    <a:pt x="1167461" y="3077998"/>
                  </a:lnTo>
                  <a:lnTo>
                    <a:pt x="1254478" y="3082171"/>
                  </a:lnTo>
                  <a:lnTo>
                    <a:pt x="1335406" y="3086833"/>
                  </a:lnTo>
                  <a:lnTo>
                    <a:pt x="1409968" y="3092030"/>
                  </a:lnTo>
                  <a:lnTo>
                    <a:pt x="1478439" y="3097827"/>
                  </a:lnTo>
                  <a:lnTo>
                    <a:pt x="1541453" y="3104309"/>
                  </a:lnTo>
                  <a:lnTo>
                    <a:pt x="1599845" y="3111575"/>
                  </a:lnTo>
                  <a:lnTo>
                    <a:pt x="1654542" y="3119730"/>
                  </a:lnTo>
                  <a:lnTo>
                    <a:pt x="1706478" y="3128874"/>
                  </a:lnTo>
                  <a:lnTo>
                    <a:pt x="1756508" y="3139076"/>
                  </a:lnTo>
                  <a:lnTo>
                    <a:pt x="1768425" y="3141709"/>
                  </a:lnTo>
                  <a:lnTo>
                    <a:pt x="1821362" y="3154323"/>
                  </a:lnTo>
                  <a:lnTo>
                    <a:pt x="1873787" y="3168241"/>
                  </a:lnTo>
                  <a:lnTo>
                    <a:pt x="1926253" y="3183483"/>
                  </a:lnTo>
                  <a:lnTo>
                    <a:pt x="1979131" y="3200021"/>
                  </a:lnTo>
                  <a:lnTo>
                    <a:pt x="2032641" y="3217775"/>
                  </a:lnTo>
                  <a:lnTo>
                    <a:pt x="2086863" y="3236610"/>
                  </a:lnTo>
                  <a:lnTo>
                    <a:pt x="2141758" y="3256339"/>
                  </a:lnTo>
                  <a:lnTo>
                    <a:pt x="2197190" y="3276725"/>
                  </a:lnTo>
                  <a:lnTo>
                    <a:pt x="2252951" y="3297495"/>
                  </a:lnTo>
                  <a:lnTo>
                    <a:pt x="2308789" y="3318354"/>
                  </a:lnTo>
                  <a:lnTo>
                    <a:pt x="2364443" y="3338999"/>
                  </a:lnTo>
                  <a:lnTo>
                    <a:pt x="2419674" y="3359144"/>
                  </a:lnTo>
                  <a:lnTo>
                    <a:pt x="2474300" y="3378527"/>
                  </a:lnTo>
                  <a:lnTo>
                    <a:pt x="2528224" y="3396933"/>
                  </a:lnTo>
                  <a:lnTo>
                    <a:pt x="2581455" y="3414194"/>
                  </a:lnTo>
                  <a:lnTo>
                    <a:pt x="2634127" y="3430200"/>
                  </a:lnTo>
                  <a:lnTo>
                    <a:pt x="2686520" y="3444893"/>
                  </a:lnTo>
                  <a:lnTo>
                    <a:pt x="2739080" y="3458265"/>
                  </a:lnTo>
                  <a:lnTo>
                    <a:pt x="2770117" y="3465480"/>
                  </a:lnTo>
                  <a:lnTo>
                    <a:pt x="2819798" y="3475942"/>
                  </a:lnTo>
                  <a:lnTo>
                    <a:pt x="2871198" y="3485338"/>
                  </a:lnTo>
                  <a:lnTo>
                    <a:pt x="2925142" y="3493724"/>
                  </a:lnTo>
                  <a:lnTo>
                    <a:pt x="2982552" y="3501196"/>
                  </a:lnTo>
                  <a:lnTo>
                    <a:pt x="3044364" y="3507858"/>
                  </a:lnTo>
                  <a:lnTo>
                    <a:pt x="3111446" y="3513813"/>
                  </a:lnTo>
                  <a:lnTo>
                    <a:pt x="3184490" y="3519148"/>
                  </a:lnTo>
                  <a:lnTo>
                    <a:pt x="3263876" y="3523935"/>
                  </a:lnTo>
                  <a:lnTo>
                    <a:pt x="3349482" y="3528223"/>
                  </a:lnTo>
                  <a:lnTo>
                    <a:pt x="3440464" y="3532045"/>
                  </a:lnTo>
                  <a:lnTo>
                    <a:pt x="3535052" y="3535410"/>
                  </a:lnTo>
                  <a:lnTo>
                    <a:pt x="3630416" y="3538317"/>
                  </a:lnTo>
                  <a:lnTo>
                    <a:pt x="3722738" y="3540753"/>
                  </a:lnTo>
                  <a:lnTo>
                    <a:pt x="3807574" y="3542710"/>
                  </a:lnTo>
                  <a:lnTo>
                    <a:pt x="3880537" y="3544196"/>
                  </a:lnTo>
                  <a:lnTo>
                    <a:pt x="3938187" y="3545240"/>
                  </a:lnTo>
                  <a:lnTo>
                    <a:pt x="3978859" y="3545898"/>
                  </a:lnTo>
                  <a:lnTo>
                    <a:pt x="4003160" y="3546252"/>
                  </a:lnTo>
                  <a:lnTo>
                    <a:pt x="4014017" y="3546394"/>
                  </a:lnTo>
                  <a:lnTo>
                    <a:pt x="4016391" y="3546423"/>
                  </a:lnTo>
                  <a:lnTo>
                    <a:pt x="4016409" y="3546423"/>
                  </a:lnTo>
                  <a:lnTo>
                    <a:pt x="4538543" y="3546423"/>
                  </a:lnTo>
                  <a:lnTo>
                    <a:pt x="4539637" y="3546330"/>
                  </a:lnTo>
                  <a:lnTo>
                    <a:pt x="4546812" y="3545663"/>
                  </a:lnTo>
                  <a:lnTo>
                    <a:pt x="4564842" y="3543819"/>
                  </a:lnTo>
                  <a:lnTo>
                    <a:pt x="4596921" y="3540194"/>
                  </a:lnTo>
                  <a:lnTo>
                    <a:pt x="4644416" y="3534237"/>
                  </a:lnTo>
                  <a:lnTo>
                    <a:pt x="4706759" y="3525515"/>
                  </a:lnTo>
                  <a:lnTo>
                    <a:pt x="4781682" y="3513755"/>
                  </a:lnTo>
                  <a:lnTo>
                    <a:pt x="4865752" y="3498839"/>
                  </a:lnTo>
                  <a:lnTo>
                    <a:pt x="4955077" y="3480772"/>
                  </a:lnTo>
                  <a:lnTo>
                    <a:pt x="5045955" y="3459622"/>
                  </a:lnTo>
                  <a:lnTo>
                    <a:pt x="5135327" y="3435449"/>
                  </a:lnTo>
                  <a:lnTo>
                    <a:pt x="5220985" y="3408256"/>
                  </a:lnTo>
                  <a:lnTo>
                    <a:pt x="5301578" y="3377948"/>
                  </a:lnTo>
                  <a:lnTo>
                    <a:pt x="5376488" y="3344314"/>
                  </a:lnTo>
                  <a:lnTo>
                    <a:pt x="5445666" y="3307022"/>
                  </a:lnTo>
                  <a:lnTo>
                    <a:pt x="5509458" y="3265618"/>
                  </a:lnTo>
                  <a:lnTo>
                    <a:pt x="5568465" y="3219546"/>
                  </a:lnTo>
                  <a:lnTo>
                    <a:pt x="5623432" y="3168170"/>
                  </a:lnTo>
                  <a:lnTo>
                    <a:pt x="5675163" y="3110824"/>
                  </a:lnTo>
                  <a:lnTo>
                    <a:pt x="5724459" y="3046892"/>
                  </a:lnTo>
                  <a:lnTo>
                    <a:pt x="5772052" y="2975955"/>
                  </a:lnTo>
                  <a:lnTo>
                    <a:pt x="5784835" y="2955352"/>
                  </a:lnTo>
                  <a:lnTo>
                    <a:pt x="5818824" y="2897457"/>
                  </a:lnTo>
                  <a:lnTo>
                    <a:pt x="5852507" y="2835698"/>
                  </a:lnTo>
                  <a:lnTo>
                    <a:pt x="5886055" y="2769998"/>
                  </a:lnTo>
                  <a:lnTo>
                    <a:pt x="5919608" y="2700329"/>
                  </a:lnTo>
                  <a:lnTo>
                    <a:pt x="5953274" y="2626718"/>
                  </a:lnTo>
                  <a:lnTo>
                    <a:pt x="5987137" y="2549255"/>
                  </a:lnTo>
                  <a:lnTo>
                    <a:pt x="6021250" y="2468096"/>
                  </a:lnTo>
                  <a:lnTo>
                    <a:pt x="6055648" y="2383461"/>
                  </a:lnTo>
                  <a:lnTo>
                    <a:pt x="6090340" y="2295641"/>
                  </a:lnTo>
                  <a:lnTo>
                    <a:pt x="6125318" y="2204991"/>
                  </a:lnTo>
                  <a:lnTo>
                    <a:pt x="6160556" y="2111930"/>
                  </a:lnTo>
                  <a:lnTo>
                    <a:pt x="6196013" y="2016928"/>
                  </a:lnTo>
                  <a:lnTo>
                    <a:pt x="6231635" y="1920504"/>
                  </a:lnTo>
                  <a:lnTo>
                    <a:pt x="6267360" y="1823209"/>
                  </a:lnTo>
                  <a:lnTo>
                    <a:pt x="6303121" y="1725617"/>
                  </a:lnTo>
                  <a:lnTo>
                    <a:pt x="6338848" y="1628308"/>
                  </a:lnTo>
                  <a:lnTo>
                    <a:pt x="6374473" y="1531856"/>
                  </a:lnTo>
                  <a:lnTo>
                    <a:pt x="6409934" y="1436812"/>
                  </a:lnTo>
                  <a:lnTo>
                    <a:pt x="6445178" y="1343697"/>
                  </a:lnTo>
                  <a:lnTo>
                    <a:pt x="6480163" y="1252983"/>
                  </a:lnTo>
                  <a:lnTo>
                    <a:pt x="6514863" y="1165089"/>
                  </a:lnTo>
                  <a:lnTo>
                    <a:pt x="6549267" y="1080372"/>
                  </a:lnTo>
                  <a:lnTo>
                    <a:pt x="6583388" y="999124"/>
                  </a:lnTo>
                  <a:lnTo>
                    <a:pt x="6617256" y="921568"/>
                  </a:lnTo>
                  <a:lnTo>
                    <a:pt x="6650926" y="847860"/>
                  </a:lnTo>
                  <a:lnTo>
                    <a:pt x="6684481" y="778093"/>
                  </a:lnTo>
                  <a:lnTo>
                    <a:pt x="6718028" y="712296"/>
                  </a:lnTo>
                  <a:lnTo>
                    <a:pt x="6751705" y="650441"/>
                  </a:lnTo>
                  <a:lnTo>
                    <a:pt x="6785684" y="592451"/>
                  </a:lnTo>
                  <a:lnTo>
                    <a:pt x="6786527" y="591070"/>
                  </a:lnTo>
                  <a:lnTo>
                    <a:pt x="6833767" y="518194"/>
                  </a:lnTo>
                  <a:lnTo>
                    <a:pt x="6882529" y="452379"/>
                  </a:lnTo>
                  <a:lnTo>
                    <a:pt x="6933518" y="393290"/>
                  </a:lnTo>
                  <a:lnTo>
                    <a:pt x="6987520" y="340350"/>
                  </a:lnTo>
                  <a:lnTo>
                    <a:pt x="7045346" y="292896"/>
                  </a:lnTo>
                  <a:lnTo>
                    <a:pt x="7107764" y="250277"/>
                  </a:lnTo>
                  <a:lnTo>
                    <a:pt x="7175424" y="211911"/>
                  </a:lnTo>
                  <a:lnTo>
                    <a:pt x="7248755" y="177316"/>
                  </a:lnTo>
                  <a:lnTo>
                    <a:pt x="7327830" y="146126"/>
                  </a:lnTo>
                  <a:lnTo>
                    <a:pt x="7412205" y="118097"/>
                  </a:lnTo>
                  <a:lnTo>
                    <a:pt x="7500745" y="93102"/>
                  </a:lnTo>
                  <a:lnTo>
                    <a:pt x="7591481" y="71122"/>
                  </a:lnTo>
                  <a:lnTo>
                    <a:pt x="7681577" y="52206"/>
                  </a:lnTo>
                  <a:lnTo>
                    <a:pt x="7767471" y="36426"/>
                  </a:lnTo>
                  <a:lnTo>
                    <a:pt x="7845264" y="23809"/>
                  </a:lnTo>
                  <a:lnTo>
                    <a:pt x="7911328" y="14278"/>
                  </a:lnTo>
                  <a:lnTo>
                    <a:pt x="7963013" y="7603"/>
                  </a:lnTo>
                  <a:lnTo>
                    <a:pt x="7999248" y="3392"/>
                  </a:lnTo>
                  <a:lnTo>
                    <a:pt x="8020869" y="1120"/>
                  </a:lnTo>
                  <a:lnTo>
                    <a:pt x="8030597" y="193"/>
                  </a:lnTo>
                  <a:lnTo>
                    <a:pt x="8032796" y="1"/>
                  </a:lnTo>
                  <a:lnTo>
                    <a:pt x="8032819" y="0"/>
                  </a:lnTo>
                  <a:lnTo>
                    <a:pt x="8554953" y="0"/>
                  </a:lnTo>
                  <a:lnTo>
                    <a:pt x="8554953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850" name="pl850"/>
            <p:cNvSpPr/>
            <p:nvPr/>
          </p:nvSpPr>
          <p:spPr>
            <a:xfrm>
              <a:off x="386606" y="863656"/>
              <a:ext cx="8554953" cy="3546423"/>
            </a:xfrm>
            <a:custGeom>
              <a:avLst/>
              <a:pathLst>
                <a:path w="8554953" h="3546423">
                  <a:moveTo>
                    <a:pt x="8554953" y="0"/>
                  </a:moveTo>
                  <a:lnTo>
                    <a:pt x="8032819" y="0"/>
                  </a:lnTo>
                  <a:lnTo>
                    <a:pt x="8031725" y="93"/>
                  </a:lnTo>
                  <a:lnTo>
                    <a:pt x="8024550" y="760"/>
                  </a:lnTo>
                  <a:lnTo>
                    <a:pt x="8006520" y="2603"/>
                  </a:lnTo>
                  <a:lnTo>
                    <a:pt x="7974441" y="6229"/>
                  </a:lnTo>
                  <a:lnTo>
                    <a:pt x="7926946" y="12186"/>
                  </a:lnTo>
                  <a:lnTo>
                    <a:pt x="7864603" y="20907"/>
                  </a:lnTo>
                  <a:lnTo>
                    <a:pt x="7789680" y="32667"/>
                  </a:lnTo>
                  <a:lnTo>
                    <a:pt x="7705610" y="47584"/>
                  </a:lnTo>
                  <a:lnTo>
                    <a:pt x="7616285" y="65650"/>
                  </a:lnTo>
                  <a:lnTo>
                    <a:pt x="7525407" y="86800"/>
                  </a:lnTo>
                  <a:lnTo>
                    <a:pt x="7436035" y="110973"/>
                  </a:lnTo>
                  <a:lnTo>
                    <a:pt x="7350377" y="138167"/>
                  </a:lnTo>
                  <a:lnTo>
                    <a:pt x="7269784" y="168475"/>
                  </a:lnTo>
                  <a:lnTo>
                    <a:pt x="7194874" y="202108"/>
                  </a:lnTo>
                  <a:lnTo>
                    <a:pt x="7125696" y="239401"/>
                  </a:lnTo>
                  <a:lnTo>
                    <a:pt x="7061904" y="280804"/>
                  </a:lnTo>
                  <a:lnTo>
                    <a:pt x="7002896" y="326876"/>
                  </a:lnTo>
                  <a:lnTo>
                    <a:pt x="6947930" y="378252"/>
                  </a:lnTo>
                  <a:lnTo>
                    <a:pt x="6896199" y="435599"/>
                  </a:lnTo>
                  <a:lnTo>
                    <a:pt x="6846903" y="499530"/>
                  </a:lnTo>
                  <a:lnTo>
                    <a:pt x="6799310" y="570468"/>
                  </a:lnTo>
                  <a:lnTo>
                    <a:pt x="6786527" y="591070"/>
                  </a:lnTo>
                  <a:lnTo>
                    <a:pt x="6752537" y="648966"/>
                  </a:lnTo>
                  <a:lnTo>
                    <a:pt x="6718855" y="710724"/>
                  </a:lnTo>
                  <a:lnTo>
                    <a:pt x="6685307" y="776424"/>
                  </a:lnTo>
                  <a:lnTo>
                    <a:pt x="6651754" y="846094"/>
                  </a:lnTo>
                  <a:lnTo>
                    <a:pt x="6618087" y="919704"/>
                  </a:lnTo>
                  <a:lnTo>
                    <a:pt x="6584225" y="997167"/>
                  </a:lnTo>
                  <a:lnTo>
                    <a:pt x="6550112" y="1078327"/>
                  </a:lnTo>
                  <a:lnTo>
                    <a:pt x="6515714" y="1162962"/>
                  </a:lnTo>
                  <a:lnTo>
                    <a:pt x="6481022" y="1250782"/>
                  </a:lnTo>
                  <a:lnTo>
                    <a:pt x="6446044" y="1341431"/>
                  </a:lnTo>
                  <a:lnTo>
                    <a:pt x="6410806" y="1434493"/>
                  </a:lnTo>
                  <a:lnTo>
                    <a:pt x="6375349" y="1529494"/>
                  </a:lnTo>
                  <a:lnTo>
                    <a:pt x="6339727" y="1625918"/>
                  </a:lnTo>
                  <a:lnTo>
                    <a:pt x="6304002" y="1723213"/>
                  </a:lnTo>
                  <a:lnTo>
                    <a:pt x="6268241" y="1820805"/>
                  </a:lnTo>
                  <a:lnTo>
                    <a:pt x="6232514" y="1918114"/>
                  </a:lnTo>
                  <a:lnTo>
                    <a:pt x="6196889" y="2014567"/>
                  </a:lnTo>
                  <a:lnTo>
                    <a:pt x="6161428" y="2109610"/>
                  </a:lnTo>
                  <a:lnTo>
                    <a:pt x="6126184" y="2202725"/>
                  </a:lnTo>
                  <a:lnTo>
                    <a:pt x="6091199" y="2293439"/>
                  </a:lnTo>
                  <a:lnTo>
                    <a:pt x="6056499" y="2381334"/>
                  </a:lnTo>
                  <a:lnTo>
                    <a:pt x="6022095" y="2466051"/>
                  </a:lnTo>
                  <a:lnTo>
                    <a:pt x="5987974" y="2547299"/>
                  </a:lnTo>
                  <a:lnTo>
                    <a:pt x="5954106" y="2624855"/>
                  </a:lnTo>
                  <a:lnTo>
                    <a:pt x="5920435" y="2698562"/>
                  </a:lnTo>
                  <a:lnTo>
                    <a:pt x="5886881" y="2768329"/>
                  </a:lnTo>
                  <a:lnTo>
                    <a:pt x="5853334" y="2834127"/>
                  </a:lnTo>
                  <a:lnTo>
                    <a:pt x="5819657" y="2895982"/>
                  </a:lnTo>
                  <a:lnTo>
                    <a:pt x="5785678" y="2953971"/>
                  </a:lnTo>
                  <a:lnTo>
                    <a:pt x="5784835" y="2955352"/>
                  </a:lnTo>
                  <a:lnTo>
                    <a:pt x="5737595" y="3028228"/>
                  </a:lnTo>
                  <a:lnTo>
                    <a:pt x="5688832" y="3094043"/>
                  </a:lnTo>
                  <a:lnTo>
                    <a:pt x="5637844" y="3153132"/>
                  </a:lnTo>
                  <a:lnTo>
                    <a:pt x="5583842" y="3206072"/>
                  </a:lnTo>
                  <a:lnTo>
                    <a:pt x="5526016" y="3253527"/>
                  </a:lnTo>
                  <a:lnTo>
                    <a:pt x="5463597" y="3296146"/>
                  </a:lnTo>
                  <a:lnTo>
                    <a:pt x="5395938" y="3334511"/>
                  </a:lnTo>
                  <a:lnTo>
                    <a:pt x="5322607" y="3369106"/>
                  </a:lnTo>
                  <a:lnTo>
                    <a:pt x="5243532" y="3400296"/>
                  </a:lnTo>
                  <a:lnTo>
                    <a:pt x="5159157" y="3428326"/>
                  </a:lnTo>
                  <a:lnTo>
                    <a:pt x="5070617" y="3453320"/>
                  </a:lnTo>
                  <a:lnTo>
                    <a:pt x="4979881" y="3475300"/>
                  </a:lnTo>
                  <a:lnTo>
                    <a:pt x="4889785" y="3494216"/>
                  </a:lnTo>
                  <a:lnTo>
                    <a:pt x="4803891" y="3509997"/>
                  </a:lnTo>
                  <a:lnTo>
                    <a:pt x="4726098" y="3522613"/>
                  </a:lnTo>
                  <a:lnTo>
                    <a:pt x="4660034" y="3532144"/>
                  </a:lnTo>
                  <a:lnTo>
                    <a:pt x="4608349" y="3538819"/>
                  </a:lnTo>
                  <a:lnTo>
                    <a:pt x="4572114" y="3543031"/>
                  </a:lnTo>
                  <a:lnTo>
                    <a:pt x="4550493" y="3545302"/>
                  </a:lnTo>
                  <a:lnTo>
                    <a:pt x="4540765" y="3546229"/>
                  </a:lnTo>
                  <a:lnTo>
                    <a:pt x="4538566" y="3546421"/>
                  </a:lnTo>
                  <a:lnTo>
                    <a:pt x="4538543" y="3546423"/>
                  </a:lnTo>
                  <a:lnTo>
                    <a:pt x="4016409" y="3546423"/>
                  </a:lnTo>
                  <a:lnTo>
                    <a:pt x="4015143" y="3546408"/>
                  </a:lnTo>
                  <a:lnTo>
                    <a:pt x="4006867" y="3546302"/>
                  </a:lnTo>
                  <a:lnTo>
                    <a:pt x="3986175" y="3546008"/>
                  </a:lnTo>
                  <a:lnTo>
                    <a:pt x="3949616" y="3545432"/>
                  </a:lnTo>
                  <a:lnTo>
                    <a:pt x="3896008" y="3544488"/>
                  </a:lnTo>
                  <a:lnTo>
                    <a:pt x="3826494" y="3543113"/>
                  </a:lnTo>
                  <a:lnTo>
                    <a:pt x="3744153" y="3541271"/>
                  </a:lnTo>
                  <a:lnTo>
                    <a:pt x="3653226" y="3538950"/>
                  </a:lnTo>
                  <a:lnTo>
                    <a:pt x="3558216" y="3536157"/>
                  </a:lnTo>
                  <a:lnTo>
                    <a:pt x="3463139" y="3532902"/>
                  </a:lnTo>
                  <a:lnTo>
                    <a:pt x="3371082" y="3529191"/>
                  </a:lnTo>
                  <a:lnTo>
                    <a:pt x="3284064" y="3525018"/>
                  </a:lnTo>
                  <a:lnTo>
                    <a:pt x="3203136" y="3520356"/>
                  </a:lnTo>
                  <a:lnTo>
                    <a:pt x="3128574" y="3515159"/>
                  </a:lnTo>
                  <a:lnTo>
                    <a:pt x="3060103" y="3509362"/>
                  </a:lnTo>
                  <a:lnTo>
                    <a:pt x="2997089" y="3502880"/>
                  </a:lnTo>
                  <a:lnTo>
                    <a:pt x="2938698" y="3495615"/>
                  </a:lnTo>
                  <a:lnTo>
                    <a:pt x="2884000" y="3487459"/>
                  </a:lnTo>
                  <a:lnTo>
                    <a:pt x="2832064" y="3478315"/>
                  </a:lnTo>
                  <a:lnTo>
                    <a:pt x="2782035" y="3468113"/>
                  </a:lnTo>
                  <a:lnTo>
                    <a:pt x="2770117" y="3465480"/>
                  </a:lnTo>
                  <a:lnTo>
                    <a:pt x="2717180" y="3452867"/>
                  </a:lnTo>
                  <a:lnTo>
                    <a:pt x="2664755" y="3438948"/>
                  </a:lnTo>
                  <a:lnTo>
                    <a:pt x="2612290" y="3423706"/>
                  </a:lnTo>
                  <a:lnTo>
                    <a:pt x="2559411" y="3407168"/>
                  </a:lnTo>
                  <a:lnTo>
                    <a:pt x="2505901" y="3389414"/>
                  </a:lnTo>
                  <a:lnTo>
                    <a:pt x="2451680" y="3370579"/>
                  </a:lnTo>
                  <a:lnTo>
                    <a:pt x="2396784" y="3350850"/>
                  </a:lnTo>
                  <a:lnTo>
                    <a:pt x="2341352" y="3330464"/>
                  </a:lnTo>
                  <a:lnTo>
                    <a:pt x="2285591" y="3309694"/>
                  </a:lnTo>
                  <a:lnTo>
                    <a:pt x="2229753" y="3288835"/>
                  </a:lnTo>
                  <a:lnTo>
                    <a:pt x="2174099" y="3268190"/>
                  </a:lnTo>
                  <a:lnTo>
                    <a:pt x="2118868" y="3248046"/>
                  </a:lnTo>
                  <a:lnTo>
                    <a:pt x="2064242" y="3228662"/>
                  </a:lnTo>
                  <a:lnTo>
                    <a:pt x="2010318" y="3210256"/>
                  </a:lnTo>
                  <a:lnTo>
                    <a:pt x="1957088" y="3192995"/>
                  </a:lnTo>
                  <a:lnTo>
                    <a:pt x="1904416" y="3176989"/>
                  </a:lnTo>
                  <a:lnTo>
                    <a:pt x="1852022" y="3162296"/>
                  </a:lnTo>
                  <a:lnTo>
                    <a:pt x="1799462" y="3148924"/>
                  </a:lnTo>
                  <a:lnTo>
                    <a:pt x="1768425" y="3141709"/>
                  </a:lnTo>
                  <a:lnTo>
                    <a:pt x="1718744" y="3131247"/>
                  </a:lnTo>
                  <a:lnTo>
                    <a:pt x="1667344" y="3121851"/>
                  </a:lnTo>
                  <a:lnTo>
                    <a:pt x="1613400" y="3113465"/>
                  </a:lnTo>
                  <a:lnTo>
                    <a:pt x="1555990" y="3105993"/>
                  </a:lnTo>
                  <a:lnTo>
                    <a:pt x="1494178" y="3099331"/>
                  </a:lnTo>
                  <a:lnTo>
                    <a:pt x="1427097" y="3093376"/>
                  </a:lnTo>
                  <a:lnTo>
                    <a:pt x="1354052" y="3088041"/>
                  </a:lnTo>
                  <a:lnTo>
                    <a:pt x="1274666" y="3083254"/>
                  </a:lnTo>
                  <a:lnTo>
                    <a:pt x="1189061" y="3078966"/>
                  </a:lnTo>
                  <a:lnTo>
                    <a:pt x="1098078" y="3075144"/>
                  </a:lnTo>
                  <a:lnTo>
                    <a:pt x="1003490" y="3071779"/>
                  </a:lnTo>
                  <a:lnTo>
                    <a:pt x="908126" y="3068873"/>
                  </a:lnTo>
                  <a:lnTo>
                    <a:pt x="815804" y="3066436"/>
                  </a:lnTo>
                  <a:lnTo>
                    <a:pt x="730969" y="3064479"/>
                  </a:lnTo>
                  <a:lnTo>
                    <a:pt x="658005" y="3062993"/>
                  </a:lnTo>
                  <a:lnTo>
                    <a:pt x="600355" y="3061949"/>
                  </a:lnTo>
                  <a:lnTo>
                    <a:pt x="559683" y="3061291"/>
                  </a:lnTo>
                  <a:lnTo>
                    <a:pt x="535382" y="3060937"/>
                  </a:lnTo>
                  <a:lnTo>
                    <a:pt x="524525" y="3060795"/>
                  </a:lnTo>
                  <a:lnTo>
                    <a:pt x="522152" y="3060766"/>
                  </a:lnTo>
                  <a:lnTo>
                    <a:pt x="522133" y="3060766"/>
                  </a:lnTo>
                  <a:lnTo>
                    <a:pt x="0" y="3060766"/>
                  </a:lnTo>
                  <a:lnTo>
                    <a:pt x="0" y="3060766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851" name="pg851"/>
            <p:cNvSpPr/>
            <p:nvPr/>
          </p:nvSpPr>
          <p:spPr>
            <a:xfrm>
              <a:off x="386606" y="2427922"/>
              <a:ext cx="8554953" cy="2049923"/>
            </a:xfrm>
            <a:custGeom>
              <a:avLst/>
              <a:pathLst>
                <a:path w="8554953" h="2049923">
                  <a:moveTo>
                    <a:pt x="0" y="1536030"/>
                  </a:moveTo>
                  <a:lnTo>
                    <a:pt x="522133" y="1536030"/>
                  </a:lnTo>
                  <a:lnTo>
                    <a:pt x="523398" y="1536046"/>
                  </a:lnTo>
                  <a:lnTo>
                    <a:pt x="531672" y="1536158"/>
                  </a:lnTo>
                  <a:lnTo>
                    <a:pt x="552356" y="1536469"/>
                  </a:lnTo>
                  <a:lnTo>
                    <a:pt x="588903" y="1537078"/>
                  </a:lnTo>
                  <a:lnTo>
                    <a:pt x="642495" y="1538077"/>
                  </a:lnTo>
                  <a:lnTo>
                    <a:pt x="711990" y="1539531"/>
                  </a:lnTo>
                  <a:lnTo>
                    <a:pt x="794312" y="1541480"/>
                  </a:lnTo>
                  <a:lnTo>
                    <a:pt x="885222" y="1543934"/>
                  </a:lnTo>
                  <a:lnTo>
                    <a:pt x="980218" y="1546889"/>
                  </a:lnTo>
                  <a:lnTo>
                    <a:pt x="1075285" y="1550332"/>
                  </a:lnTo>
                  <a:lnTo>
                    <a:pt x="1167336" y="1554258"/>
                  </a:lnTo>
                  <a:lnTo>
                    <a:pt x="1254351" y="1558672"/>
                  </a:lnTo>
                  <a:lnTo>
                    <a:pt x="1335279" y="1563604"/>
                  </a:lnTo>
                  <a:lnTo>
                    <a:pt x="1409842" y="1569101"/>
                  </a:lnTo>
                  <a:lnTo>
                    <a:pt x="1478316" y="1575233"/>
                  </a:lnTo>
                  <a:lnTo>
                    <a:pt x="1541331" y="1582089"/>
                  </a:lnTo>
                  <a:lnTo>
                    <a:pt x="1599724" y="1589775"/>
                  </a:lnTo>
                  <a:lnTo>
                    <a:pt x="1654422" y="1598401"/>
                  </a:lnTo>
                  <a:lnTo>
                    <a:pt x="1706356" y="1608073"/>
                  </a:lnTo>
                  <a:lnTo>
                    <a:pt x="1756384" y="1618864"/>
                  </a:lnTo>
                  <a:lnTo>
                    <a:pt x="1768425" y="1621679"/>
                  </a:lnTo>
                  <a:lnTo>
                    <a:pt x="1821215" y="1634986"/>
                  </a:lnTo>
                  <a:lnTo>
                    <a:pt x="1873493" y="1649667"/>
                  </a:lnTo>
                  <a:lnTo>
                    <a:pt x="1925809" y="1665740"/>
                  </a:lnTo>
                  <a:lnTo>
                    <a:pt x="1978534" y="1683177"/>
                  </a:lnTo>
                  <a:lnTo>
                    <a:pt x="2031884" y="1701895"/>
                  </a:lnTo>
                  <a:lnTo>
                    <a:pt x="2085943" y="1721753"/>
                  </a:lnTo>
                  <a:lnTo>
                    <a:pt x="2140672" y="1742555"/>
                  </a:lnTo>
                  <a:lnTo>
                    <a:pt x="2195940" y="1764054"/>
                  </a:lnTo>
                  <a:lnTo>
                    <a:pt x="2251539" y="1785964"/>
                  </a:lnTo>
                  <a:lnTo>
                    <a:pt x="2307222" y="1807975"/>
                  </a:lnTo>
                  <a:lnTo>
                    <a:pt x="2362728" y="1829771"/>
                  </a:lnTo>
                  <a:lnTo>
                    <a:pt x="2417821" y="1851048"/>
                  </a:lnTo>
                  <a:lnTo>
                    <a:pt x="2472317" y="1871533"/>
                  </a:lnTo>
                  <a:lnTo>
                    <a:pt x="2526117" y="1890997"/>
                  </a:lnTo>
                  <a:lnTo>
                    <a:pt x="2579224" y="1909263"/>
                  </a:lnTo>
                  <a:lnTo>
                    <a:pt x="2631767" y="1926211"/>
                  </a:lnTo>
                  <a:lnTo>
                    <a:pt x="2684018" y="1941779"/>
                  </a:lnTo>
                  <a:lnTo>
                    <a:pt x="2736408" y="1955956"/>
                  </a:lnTo>
                  <a:lnTo>
                    <a:pt x="2770117" y="1964274"/>
                  </a:lnTo>
                  <a:lnTo>
                    <a:pt x="2819792" y="1975343"/>
                  </a:lnTo>
                  <a:lnTo>
                    <a:pt x="2871185" y="1985284"/>
                  </a:lnTo>
                  <a:lnTo>
                    <a:pt x="2925121" y="1994157"/>
                  </a:lnTo>
                  <a:lnTo>
                    <a:pt x="2982522" y="2002062"/>
                  </a:lnTo>
                  <a:lnTo>
                    <a:pt x="3044324" y="2009112"/>
                  </a:lnTo>
                  <a:lnTo>
                    <a:pt x="3111393" y="2015412"/>
                  </a:lnTo>
                  <a:lnTo>
                    <a:pt x="3184423" y="2021057"/>
                  </a:lnTo>
                  <a:lnTo>
                    <a:pt x="3263793" y="2026122"/>
                  </a:lnTo>
                  <a:lnTo>
                    <a:pt x="3349382" y="2030660"/>
                  </a:lnTo>
                  <a:lnTo>
                    <a:pt x="3440347" y="2034704"/>
                  </a:lnTo>
                  <a:lnTo>
                    <a:pt x="3534920" y="2038265"/>
                  </a:lnTo>
                  <a:lnTo>
                    <a:pt x="3630274" y="2041341"/>
                  </a:lnTo>
                  <a:lnTo>
                    <a:pt x="3722592" y="2043919"/>
                  </a:lnTo>
                  <a:lnTo>
                    <a:pt x="3807434" y="2045991"/>
                  </a:lnTo>
                  <a:lnTo>
                    <a:pt x="3880413" y="2047564"/>
                  </a:lnTo>
                  <a:lnTo>
                    <a:pt x="3938088" y="2048669"/>
                  </a:lnTo>
                  <a:lnTo>
                    <a:pt x="3978790" y="2049366"/>
                  </a:lnTo>
                  <a:lnTo>
                    <a:pt x="4003122" y="2049741"/>
                  </a:lnTo>
                  <a:lnTo>
                    <a:pt x="4014003" y="2049892"/>
                  </a:lnTo>
                  <a:lnTo>
                    <a:pt x="4016409" y="2049923"/>
                  </a:lnTo>
                  <a:lnTo>
                    <a:pt x="4538543" y="2049923"/>
                  </a:lnTo>
                  <a:lnTo>
                    <a:pt x="4539747" y="2049863"/>
                  </a:lnTo>
                  <a:lnTo>
                    <a:pt x="4547630" y="2049439"/>
                  </a:lnTo>
                  <a:lnTo>
                    <a:pt x="4567372" y="2048265"/>
                  </a:lnTo>
                  <a:lnTo>
                    <a:pt x="4602341" y="2045959"/>
                  </a:lnTo>
                  <a:lnTo>
                    <a:pt x="4653791" y="2042178"/>
                  </a:lnTo>
                  <a:lnTo>
                    <a:pt x="4720795" y="2036662"/>
                  </a:lnTo>
                  <a:lnTo>
                    <a:pt x="4800568" y="2029254"/>
                  </a:lnTo>
                  <a:lnTo>
                    <a:pt x="4889154" y="2019900"/>
                  </a:lnTo>
                  <a:lnTo>
                    <a:pt x="4982257" y="2008616"/>
                  </a:lnTo>
                  <a:lnTo>
                    <a:pt x="5075958" y="1995448"/>
                  </a:lnTo>
                  <a:lnTo>
                    <a:pt x="5167168" y="1980425"/>
                  </a:lnTo>
                  <a:lnTo>
                    <a:pt x="5253790" y="1963530"/>
                  </a:lnTo>
                  <a:lnTo>
                    <a:pt x="5334660" y="1944675"/>
                  </a:lnTo>
                  <a:lnTo>
                    <a:pt x="5409382" y="1923693"/>
                  </a:lnTo>
                  <a:lnTo>
                    <a:pt x="5478114" y="1900338"/>
                  </a:lnTo>
                  <a:lnTo>
                    <a:pt x="5541393" y="1874290"/>
                  </a:lnTo>
                  <a:lnTo>
                    <a:pt x="5599973" y="1845165"/>
                  </a:lnTo>
                  <a:lnTo>
                    <a:pt x="5654722" y="1812544"/>
                  </a:lnTo>
                  <a:lnTo>
                    <a:pt x="5706532" y="1776014"/>
                  </a:lnTo>
                  <a:lnTo>
                    <a:pt x="5756249" y="1735248"/>
                  </a:lnTo>
                  <a:lnTo>
                    <a:pt x="5784835" y="1709210"/>
                  </a:lnTo>
                  <a:lnTo>
                    <a:pt x="5826663" y="1667774"/>
                  </a:lnTo>
                  <a:lnTo>
                    <a:pt x="5868089" y="1622940"/>
                  </a:lnTo>
                  <a:lnTo>
                    <a:pt x="5909412" y="1574641"/>
                  </a:lnTo>
                  <a:lnTo>
                    <a:pt x="5950861" y="1522883"/>
                  </a:lnTo>
                  <a:lnTo>
                    <a:pt x="5992598" y="1467749"/>
                  </a:lnTo>
                  <a:lnTo>
                    <a:pt x="6034725" y="1409409"/>
                  </a:lnTo>
                  <a:lnTo>
                    <a:pt x="6077292" y="1348123"/>
                  </a:lnTo>
                  <a:lnTo>
                    <a:pt x="6120300" y="1284241"/>
                  </a:lnTo>
                  <a:lnTo>
                    <a:pt x="6163708" y="1218194"/>
                  </a:lnTo>
                  <a:lnTo>
                    <a:pt x="6207441" y="1150490"/>
                  </a:lnTo>
                  <a:lnTo>
                    <a:pt x="6251395" y="1081695"/>
                  </a:lnTo>
                  <a:lnTo>
                    <a:pt x="6295450" y="1012415"/>
                  </a:lnTo>
                  <a:lnTo>
                    <a:pt x="6339476" y="943273"/>
                  </a:lnTo>
                  <a:lnTo>
                    <a:pt x="6383346" y="874889"/>
                  </a:lnTo>
                  <a:lnTo>
                    <a:pt x="6426947" y="807853"/>
                  </a:lnTo>
                  <a:lnTo>
                    <a:pt x="6470185" y="742708"/>
                  </a:lnTo>
                  <a:lnTo>
                    <a:pt x="6513000" y="679928"/>
                  </a:lnTo>
                  <a:lnTo>
                    <a:pt x="6555369" y="619911"/>
                  </a:lnTo>
                  <a:lnTo>
                    <a:pt x="6597314" y="562966"/>
                  </a:lnTo>
                  <a:lnTo>
                    <a:pt x="6638907" y="509313"/>
                  </a:lnTo>
                  <a:lnTo>
                    <a:pt x="6680276" y="459083"/>
                  </a:lnTo>
                  <a:lnTo>
                    <a:pt x="6721613" y="412325"/>
                  </a:lnTo>
                  <a:lnTo>
                    <a:pt x="6763175" y="369009"/>
                  </a:lnTo>
                  <a:lnTo>
                    <a:pt x="6786527" y="346359"/>
                  </a:lnTo>
                  <a:lnTo>
                    <a:pt x="6835360" y="303025"/>
                  </a:lnTo>
                  <a:lnTo>
                    <a:pt x="6885842" y="264032"/>
                  </a:lnTo>
                  <a:lnTo>
                    <a:pt x="6938754" y="229156"/>
                  </a:lnTo>
                  <a:lnTo>
                    <a:pt x="6994971" y="198025"/>
                  </a:lnTo>
                  <a:lnTo>
                    <a:pt x="7055383" y="170215"/>
                  </a:lnTo>
                  <a:lnTo>
                    <a:pt x="7120823" y="145318"/>
                  </a:lnTo>
                  <a:lnTo>
                    <a:pt x="7191972" y="122974"/>
                  </a:lnTo>
                  <a:lnTo>
                    <a:pt x="7269230" y="102892"/>
                  </a:lnTo>
                  <a:lnTo>
                    <a:pt x="7352554" y="84859"/>
                  </a:lnTo>
                  <a:lnTo>
                    <a:pt x="7441254" y="68740"/>
                  </a:lnTo>
                  <a:lnTo>
                    <a:pt x="7533800" y="54479"/>
                  </a:lnTo>
                  <a:lnTo>
                    <a:pt x="7627683" y="42081"/>
                  </a:lnTo>
                  <a:lnTo>
                    <a:pt x="7719437" y="31586"/>
                  </a:lnTo>
                  <a:lnTo>
                    <a:pt x="7804917" y="23033"/>
                  </a:lnTo>
                  <a:lnTo>
                    <a:pt x="7879868" y="16416"/>
                  </a:lnTo>
                  <a:lnTo>
                    <a:pt x="7940718" y="11638"/>
                  </a:lnTo>
                  <a:lnTo>
                    <a:pt x="7985379" y="8501"/>
                  </a:lnTo>
                  <a:lnTo>
                    <a:pt x="8013807" y="6706"/>
                  </a:lnTo>
                  <a:lnTo>
                    <a:pt x="8028153" y="5888"/>
                  </a:lnTo>
                  <a:lnTo>
                    <a:pt x="8032568" y="5659"/>
                  </a:lnTo>
                  <a:lnTo>
                    <a:pt x="8032819" y="5647"/>
                  </a:lnTo>
                  <a:lnTo>
                    <a:pt x="8554953" y="5647"/>
                  </a:lnTo>
                  <a:lnTo>
                    <a:pt x="8554953" y="0"/>
                  </a:lnTo>
                  <a:lnTo>
                    <a:pt x="8032819" y="0"/>
                  </a:lnTo>
                  <a:lnTo>
                    <a:pt x="8031615" y="59"/>
                  </a:lnTo>
                  <a:lnTo>
                    <a:pt x="8023732" y="483"/>
                  </a:lnTo>
                  <a:lnTo>
                    <a:pt x="8003989" y="1657"/>
                  </a:lnTo>
                  <a:lnTo>
                    <a:pt x="7969021" y="3963"/>
                  </a:lnTo>
                  <a:lnTo>
                    <a:pt x="7917571" y="7744"/>
                  </a:lnTo>
                  <a:lnTo>
                    <a:pt x="7850566" y="13260"/>
                  </a:lnTo>
                  <a:lnTo>
                    <a:pt x="7770794" y="20668"/>
                  </a:lnTo>
                  <a:lnTo>
                    <a:pt x="7682208" y="30022"/>
                  </a:lnTo>
                  <a:lnTo>
                    <a:pt x="7589105" y="41306"/>
                  </a:lnTo>
                  <a:lnTo>
                    <a:pt x="7495404" y="54474"/>
                  </a:lnTo>
                  <a:lnTo>
                    <a:pt x="7404194" y="69497"/>
                  </a:lnTo>
                  <a:lnTo>
                    <a:pt x="7317572" y="86392"/>
                  </a:lnTo>
                  <a:lnTo>
                    <a:pt x="7236701" y="105247"/>
                  </a:lnTo>
                  <a:lnTo>
                    <a:pt x="7161980" y="126229"/>
                  </a:lnTo>
                  <a:lnTo>
                    <a:pt x="7093248" y="149584"/>
                  </a:lnTo>
                  <a:lnTo>
                    <a:pt x="7029969" y="175632"/>
                  </a:lnTo>
                  <a:lnTo>
                    <a:pt x="6971389" y="204757"/>
                  </a:lnTo>
                  <a:lnTo>
                    <a:pt x="6916640" y="237378"/>
                  </a:lnTo>
                  <a:lnTo>
                    <a:pt x="6864830" y="273908"/>
                  </a:lnTo>
                  <a:lnTo>
                    <a:pt x="6815113" y="314674"/>
                  </a:lnTo>
                  <a:lnTo>
                    <a:pt x="6786527" y="340712"/>
                  </a:lnTo>
                  <a:lnTo>
                    <a:pt x="6744699" y="382148"/>
                  </a:lnTo>
                  <a:lnTo>
                    <a:pt x="6703273" y="426982"/>
                  </a:lnTo>
                  <a:lnTo>
                    <a:pt x="6661950" y="475281"/>
                  </a:lnTo>
                  <a:lnTo>
                    <a:pt x="6620500" y="527039"/>
                  </a:lnTo>
                  <a:lnTo>
                    <a:pt x="6578764" y="582173"/>
                  </a:lnTo>
                  <a:lnTo>
                    <a:pt x="6536637" y="640513"/>
                  </a:lnTo>
                  <a:lnTo>
                    <a:pt x="6494070" y="701799"/>
                  </a:lnTo>
                  <a:lnTo>
                    <a:pt x="6451062" y="765681"/>
                  </a:lnTo>
                  <a:lnTo>
                    <a:pt x="6407654" y="831728"/>
                  </a:lnTo>
                  <a:lnTo>
                    <a:pt x="6363921" y="899432"/>
                  </a:lnTo>
                  <a:lnTo>
                    <a:pt x="6319967" y="968227"/>
                  </a:lnTo>
                  <a:lnTo>
                    <a:pt x="6275912" y="1037507"/>
                  </a:lnTo>
                  <a:lnTo>
                    <a:pt x="6231886" y="1106649"/>
                  </a:lnTo>
                  <a:lnTo>
                    <a:pt x="6188015" y="1175033"/>
                  </a:lnTo>
                  <a:lnTo>
                    <a:pt x="6144415" y="1242069"/>
                  </a:lnTo>
                  <a:lnTo>
                    <a:pt x="6101177" y="1307214"/>
                  </a:lnTo>
                  <a:lnTo>
                    <a:pt x="6058362" y="1369994"/>
                  </a:lnTo>
                  <a:lnTo>
                    <a:pt x="6015993" y="1430011"/>
                  </a:lnTo>
                  <a:lnTo>
                    <a:pt x="5974048" y="1486956"/>
                  </a:lnTo>
                  <a:lnTo>
                    <a:pt x="5932455" y="1540609"/>
                  </a:lnTo>
                  <a:lnTo>
                    <a:pt x="5891086" y="1590839"/>
                  </a:lnTo>
                  <a:lnTo>
                    <a:pt x="5849749" y="1637598"/>
                  </a:lnTo>
                  <a:lnTo>
                    <a:pt x="5808187" y="1680913"/>
                  </a:lnTo>
                  <a:lnTo>
                    <a:pt x="5784835" y="1703563"/>
                  </a:lnTo>
                  <a:lnTo>
                    <a:pt x="5736002" y="1746897"/>
                  </a:lnTo>
                  <a:lnTo>
                    <a:pt x="5685520" y="1785890"/>
                  </a:lnTo>
                  <a:lnTo>
                    <a:pt x="5632608" y="1820766"/>
                  </a:lnTo>
                  <a:lnTo>
                    <a:pt x="5576391" y="1851897"/>
                  </a:lnTo>
                  <a:lnTo>
                    <a:pt x="5515979" y="1879707"/>
                  </a:lnTo>
                  <a:lnTo>
                    <a:pt x="5450539" y="1904604"/>
                  </a:lnTo>
                  <a:lnTo>
                    <a:pt x="5379390" y="1926948"/>
                  </a:lnTo>
                  <a:lnTo>
                    <a:pt x="5302132" y="1947030"/>
                  </a:lnTo>
                  <a:lnTo>
                    <a:pt x="5218808" y="1965063"/>
                  </a:lnTo>
                  <a:lnTo>
                    <a:pt x="5130108" y="1981182"/>
                  </a:lnTo>
                  <a:lnTo>
                    <a:pt x="5037562" y="1995443"/>
                  </a:lnTo>
                  <a:lnTo>
                    <a:pt x="4943679" y="2007842"/>
                  </a:lnTo>
                  <a:lnTo>
                    <a:pt x="4851925" y="2018336"/>
                  </a:lnTo>
                  <a:lnTo>
                    <a:pt x="4766445" y="2026889"/>
                  </a:lnTo>
                  <a:lnTo>
                    <a:pt x="4691494" y="2033507"/>
                  </a:lnTo>
                  <a:lnTo>
                    <a:pt x="4630644" y="2038284"/>
                  </a:lnTo>
                  <a:lnTo>
                    <a:pt x="4585983" y="2041421"/>
                  </a:lnTo>
                  <a:lnTo>
                    <a:pt x="4557555" y="2043216"/>
                  </a:lnTo>
                  <a:lnTo>
                    <a:pt x="4543209" y="2044035"/>
                  </a:lnTo>
                  <a:lnTo>
                    <a:pt x="4538794" y="2044263"/>
                  </a:lnTo>
                  <a:lnTo>
                    <a:pt x="4538543" y="2044275"/>
                  </a:lnTo>
                  <a:lnTo>
                    <a:pt x="4016409" y="2044275"/>
                  </a:lnTo>
                  <a:lnTo>
                    <a:pt x="4015144" y="2044260"/>
                  </a:lnTo>
                  <a:lnTo>
                    <a:pt x="4006871" y="2044147"/>
                  </a:lnTo>
                  <a:lnTo>
                    <a:pt x="3986186" y="2043837"/>
                  </a:lnTo>
                  <a:lnTo>
                    <a:pt x="3949639" y="2043227"/>
                  </a:lnTo>
                  <a:lnTo>
                    <a:pt x="3896047" y="2042229"/>
                  </a:lnTo>
                  <a:lnTo>
                    <a:pt x="3826552" y="2040774"/>
                  </a:lnTo>
                  <a:lnTo>
                    <a:pt x="3744230" y="2038826"/>
                  </a:lnTo>
                  <a:lnTo>
                    <a:pt x="3653320" y="2036371"/>
                  </a:lnTo>
                  <a:lnTo>
                    <a:pt x="3558324" y="2033416"/>
                  </a:lnTo>
                  <a:lnTo>
                    <a:pt x="3463258" y="2029973"/>
                  </a:lnTo>
                  <a:lnTo>
                    <a:pt x="3371206" y="2026048"/>
                  </a:lnTo>
                  <a:lnTo>
                    <a:pt x="3284191" y="2021633"/>
                  </a:lnTo>
                  <a:lnTo>
                    <a:pt x="3203263" y="2016701"/>
                  </a:lnTo>
                  <a:lnTo>
                    <a:pt x="3128700" y="2011205"/>
                  </a:lnTo>
                  <a:lnTo>
                    <a:pt x="3060226" y="2005072"/>
                  </a:lnTo>
                  <a:lnTo>
                    <a:pt x="2997211" y="1998216"/>
                  </a:lnTo>
                  <a:lnTo>
                    <a:pt x="2938818" y="1990531"/>
                  </a:lnTo>
                  <a:lnTo>
                    <a:pt x="2884120" y="1981904"/>
                  </a:lnTo>
                  <a:lnTo>
                    <a:pt x="2832186" y="1972232"/>
                  </a:lnTo>
                  <a:lnTo>
                    <a:pt x="2782158" y="1961441"/>
                  </a:lnTo>
                  <a:lnTo>
                    <a:pt x="2770117" y="1958627"/>
                  </a:lnTo>
                  <a:lnTo>
                    <a:pt x="2717328" y="1945319"/>
                  </a:lnTo>
                  <a:lnTo>
                    <a:pt x="2665049" y="1930639"/>
                  </a:lnTo>
                  <a:lnTo>
                    <a:pt x="2612733" y="1914565"/>
                  </a:lnTo>
                  <a:lnTo>
                    <a:pt x="2560008" y="1897128"/>
                  </a:lnTo>
                  <a:lnTo>
                    <a:pt x="2506658" y="1878410"/>
                  </a:lnTo>
                  <a:lnTo>
                    <a:pt x="2452600" y="1858552"/>
                  </a:lnTo>
                  <a:lnTo>
                    <a:pt x="2397870" y="1837750"/>
                  </a:lnTo>
                  <a:lnTo>
                    <a:pt x="2342602" y="1816251"/>
                  </a:lnTo>
                  <a:lnTo>
                    <a:pt x="2287003" y="1794341"/>
                  </a:lnTo>
                  <a:lnTo>
                    <a:pt x="2231320" y="1772330"/>
                  </a:lnTo>
                  <a:lnTo>
                    <a:pt x="2175814" y="1750535"/>
                  </a:lnTo>
                  <a:lnTo>
                    <a:pt x="2120722" y="1729258"/>
                  </a:lnTo>
                  <a:lnTo>
                    <a:pt x="2066225" y="1708772"/>
                  </a:lnTo>
                  <a:lnTo>
                    <a:pt x="2012425" y="1689309"/>
                  </a:lnTo>
                  <a:lnTo>
                    <a:pt x="1959318" y="1671043"/>
                  </a:lnTo>
                  <a:lnTo>
                    <a:pt x="1906775" y="1654094"/>
                  </a:lnTo>
                  <a:lnTo>
                    <a:pt x="1854524" y="1638526"/>
                  </a:lnTo>
                  <a:lnTo>
                    <a:pt x="1802134" y="1624349"/>
                  </a:lnTo>
                  <a:lnTo>
                    <a:pt x="1768425" y="1616032"/>
                  </a:lnTo>
                  <a:lnTo>
                    <a:pt x="1718750" y="1604963"/>
                  </a:lnTo>
                  <a:lnTo>
                    <a:pt x="1667358" y="1595022"/>
                  </a:lnTo>
                  <a:lnTo>
                    <a:pt x="1613421" y="1586148"/>
                  </a:lnTo>
                  <a:lnTo>
                    <a:pt x="1556020" y="1578243"/>
                  </a:lnTo>
                  <a:lnTo>
                    <a:pt x="1494218" y="1571194"/>
                  </a:lnTo>
                  <a:lnTo>
                    <a:pt x="1427149" y="1564893"/>
                  </a:lnTo>
                  <a:lnTo>
                    <a:pt x="1354119" y="1559248"/>
                  </a:lnTo>
                  <a:lnTo>
                    <a:pt x="1274749" y="1554183"/>
                  </a:lnTo>
                  <a:lnTo>
                    <a:pt x="1189161" y="1549645"/>
                  </a:lnTo>
                  <a:lnTo>
                    <a:pt x="1098195" y="1545602"/>
                  </a:lnTo>
                  <a:lnTo>
                    <a:pt x="1003622" y="1542040"/>
                  </a:lnTo>
                  <a:lnTo>
                    <a:pt x="908269" y="1538965"/>
                  </a:lnTo>
                  <a:lnTo>
                    <a:pt x="815950" y="1536387"/>
                  </a:lnTo>
                  <a:lnTo>
                    <a:pt x="731109" y="1534314"/>
                  </a:lnTo>
                  <a:lnTo>
                    <a:pt x="658129" y="1532742"/>
                  </a:lnTo>
                  <a:lnTo>
                    <a:pt x="600454" y="1531637"/>
                  </a:lnTo>
                  <a:lnTo>
                    <a:pt x="559752" y="1530939"/>
                  </a:lnTo>
                  <a:lnTo>
                    <a:pt x="535420" y="1530565"/>
                  </a:lnTo>
                  <a:lnTo>
                    <a:pt x="524539" y="1530413"/>
                  </a:lnTo>
                  <a:lnTo>
                    <a:pt x="522133" y="1530383"/>
                  </a:lnTo>
                  <a:lnTo>
                    <a:pt x="0" y="1530383"/>
                  </a:lnTo>
                  <a:close/>
                </a:path>
              </a:pathLst>
            </a:custGeom>
            <a:solidFill>
              <a:srgbClr val="F28E5B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852" name="pl852"/>
            <p:cNvSpPr/>
            <p:nvPr/>
          </p:nvSpPr>
          <p:spPr>
            <a:xfrm>
              <a:off x="386606" y="2433570"/>
              <a:ext cx="8554953" cy="2044275"/>
            </a:xfrm>
            <a:custGeom>
              <a:avLst/>
              <a:pathLst>
                <a:path w="8554953" h="2044275">
                  <a:moveTo>
                    <a:pt x="0" y="1530383"/>
                  </a:moveTo>
                  <a:lnTo>
                    <a:pt x="522133" y="1530383"/>
                  </a:lnTo>
                  <a:lnTo>
                    <a:pt x="523398" y="1530399"/>
                  </a:lnTo>
                  <a:lnTo>
                    <a:pt x="531672" y="1530511"/>
                  </a:lnTo>
                  <a:lnTo>
                    <a:pt x="552356" y="1530821"/>
                  </a:lnTo>
                  <a:lnTo>
                    <a:pt x="588903" y="1531431"/>
                  </a:lnTo>
                  <a:lnTo>
                    <a:pt x="642495" y="1532430"/>
                  </a:lnTo>
                  <a:lnTo>
                    <a:pt x="711990" y="1533884"/>
                  </a:lnTo>
                  <a:lnTo>
                    <a:pt x="794312" y="1535832"/>
                  </a:lnTo>
                  <a:lnTo>
                    <a:pt x="885222" y="1538287"/>
                  </a:lnTo>
                  <a:lnTo>
                    <a:pt x="980218" y="1541242"/>
                  </a:lnTo>
                  <a:lnTo>
                    <a:pt x="1075285" y="1544685"/>
                  </a:lnTo>
                  <a:lnTo>
                    <a:pt x="1167336" y="1548610"/>
                  </a:lnTo>
                  <a:lnTo>
                    <a:pt x="1254351" y="1553025"/>
                  </a:lnTo>
                  <a:lnTo>
                    <a:pt x="1335279" y="1557957"/>
                  </a:lnTo>
                  <a:lnTo>
                    <a:pt x="1409842" y="1563454"/>
                  </a:lnTo>
                  <a:lnTo>
                    <a:pt x="1478316" y="1569586"/>
                  </a:lnTo>
                  <a:lnTo>
                    <a:pt x="1541331" y="1576442"/>
                  </a:lnTo>
                  <a:lnTo>
                    <a:pt x="1599724" y="1584128"/>
                  </a:lnTo>
                  <a:lnTo>
                    <a:pt x="1654422" y="1592754"/>
                  </a:lnTo>
                  <a:lnTo>
                    <a:pt x="1706356" y="1602426"/>
                  </a:lnTo>
                  <a:lnTo>
                    <a:pt x="1756384" y="1613217"/>
                  </a:lnTo>
                  <a:lnTo>
                    <a:pt x="1768425" y="1616032"/>
                  </a:lnTo>
                  <a:lnTo>
                    <a:pt x="1821215" y="1629339"/>
                  </a:lnTo>
                  <a:lnTo>
                    <a:pt x="1873493" y="1644020"/>
                  </a:lnTo>
                  <a:lnTo>
                    <a:pt x="1925809" y="1660093"/>
                  </a:lnTo>
                  <a:lnTo>
                    <a:pt x="1978534" y="1677530"/>
                  </a:lnTo>
                  <a:lnTo>
                    <a:pt x="2031884" y="1696248"/>
                  </a:lnTo>
                  <a:lnTo>
                    <a:pt x="2085943" y="1716106"/>
                  </a:lnTo>
                  <a:lnTo>
                    <a:pt x="2140672" y="1736908"/>
                  </a:lnTo>
                  <a:lnTo>
                    <a:pt x="2195940" y="1758407"/>
                  </a:lnTo>
                  <a:lnTo>
                    <a:pt x="2251539" y="1780317"/>
                  </a:lnTo>
                  <a:lnTo>
                    <a:pt x="2307222" y="1802328"/>
                  </a:lnTo>
                  <a:lnTo>
                    <a:pt x="2362728" y="1824124"/>
                  </a:lnTo>
                  <a:lnTo>
                    <a:pt x="2417821" y="1845401"/>
                  </a:lnTo>
                  <a:lnTo>
                    <a:pt x="2472317" y="1865886"/>
                  </a:lnTo>
                  <a:lnTo>
                    <a:pt x="2526117" y="1885350"/>
                  </a:lnTo>
                  <a:lnTo>
                    <a:pt x="2579224" y="1903616"/>
                  </a:lnTo>
                  <a:lnTo>
                    <a:pt x="2631767" y="1920564"/>
                  </a:lnTo>
                  <a:lnTo>
                    <a:pt x="2684018" y="1936132"/>
                  </a:lnTo>
                  <a:lnTo>
                    <a:pt x="2736408" y="1950309"/>
                  </a:lnTo>
                  <a:lnTo>
                    <a:pt x="2770117" y="1958627"/>
                  </a:lnTo>
                  <a:lnTo>
                    <a:pt x="2819792" y="1969696"/>
                  </a:lnTo>
                  <a:lnTo>
                    <a:pt x="2871185" y="1979637"/>
                  </a:lnTo>
                  <a:lnTo>
                    <a:pt x="2925121" y="1988510"/>
                  </a:lnTo>
                  <a:lnTo>
                    <a:pt x="2982522" y="1996415"/>
                  </a:lnTo>
                  <a:lnTo>
                    <a:pt x="3044324" y="2003465"/>
                  </a:lnTo>
                  <a:lnTo>
                    <a:pt x="3111393" y="2009765"/>
                  </a:lnTo>
                  <a:lnTo>
                    <a:pt x="3184423" y="2015410"/>
                  </a:lnTo>
                  <a:lnTo>
                    <a:pt x="3263793" y="2020475"/>
                  </a:lnTo>
                  <a:lnTo>
                    <a:pt x="3349382" y="2025013"/>
                  </a:lnTo>
                  <a:lnTo>
                    <a:pt x="3440347" y="2029057"/>
                  </a:lnTo>
                  <a:lnTo>
                    <a:pt x="3534920" y="2032618"/>
                  </a:lnTo>
                  <a:lnTo>
                    <a:pt x="3630274" y="2035694"/>
                  </a:lnTo>
                  <a:lnTo>
                    <a:pt x="3722592" y="2038272"/>
                  </a:lnTo>
                  <a:lnTo>
                    <a:pt x="3807434" y="2040344"/>
                  </a:lnTo>
                  <a:lnTo>
                    <a:pt x="3880413" y="2041917"/>
                  </a:lnTo>
                  <a:lnTo>
                    <a:pt x="3938088" y="2043022"/>
                  </a:lnTo>
                  <a:lnTo>
                    <a:pt x="3978790" y="2043719"/>
                  </a:lnTo>
                  <a:lnTo>
                    <a:pt x="4003122" y="2044094"/>
                  </a:lnTo>
                  <a:lnTo>
                    <a:pt x="4014003" y="2044245"/>
                  </a:lnTo>
                  <a:lnTo>
                    <a:pt x="4016390" y="2044275"/>
                  </a:lnTo>
                  <a:lnTo>
                    <a:pt x="4016409" y="2044275"/>
                  </a:lnTo>
                  <a:lnTo>
                    <a:pt x="4538543" y="2044275"/>
                  </a:lnTo>
                  <a:lnTo>
                    <a:pt x="4539747" y="2044216"/>
                  </a:lnTo>
                  <a:lnTo>
                    <a:pt x="4547630" y="2043792"/>
                  </a:lnTo>
                  <a:lnTo>
                    <a:pt x="4567372" y="2042618"/>
                  </a:lnTo>
                  <a:lnTo>
                    <a:pt x="4602341" y="2040312"/>
                  </a:lnTo>
                  <a:lnTo>
                    <a:pt x="4653791" y="2036531"/>
                  </a:lnTo>
                  <a:lnTo>
                    <a:pt x="4720795" y="2031015"/>
                  </a:lnTo>
                  <a:lnTo>
                    <a:pt x="4800568" y="2023607"/>
                  </a:lnTo>
                  <a:lnTo>
                    <a:pt x="4889154" y="2014253"/>
                  </a:lnTo>
                  <a:lnTo>
                    <a:pt x="4982257" y="2002969"/>
                  </a:lnTo>
                  <a:lnTo>
                    <a:pt x="5075958" y="1989801"/>
                  </a:lnTo>
                  <a:lnTo>
                    <a:pt x="5167168" y="1974778"/>
                  </a:lnTo>
                  <a:lnTo>
                    <a:pt x="5253790" y="1957883"/>
                  </a:lnTo>
                  <a:lnTo>
                    <a:pt x="5334660" y="1939028"/>
                  </a:lnTo>
                  <a:lnTo>
                    <a:pt x="5409382" y="1918046"/>
                  </a:lnTo>
                  <a:lnTo>
                    <a:pt x="5478114" y="1894691"/>
                  </a:lnTo>
                  <a:lnTo>
                    <a:pt x="5541393" y="1868643"/>
                  </a:lnTo>
                  <a:lnTo>
                    <a:pt x="5599973" y="1839518"/>
                  </a:lnTo>
                  <a:lnTo>
                    <a:pt x="5654722" y="1806897"/>
                  </a:lnTo>
                  <a:lnTo>
                    <a:pt x="5706532" y="1770367"/>
                  </a:lnTo>
                  <a:lnTo>
                    <a:pt x="5756249" y="1729601"/>
                  </a:lnTo>
                  <a:lnTo>
                    <a:pt x="5784835" y="1703563"/>
                  </a:lnTo>
                  <a:lnTo>
                    <a:pt x="5826663" y="1662127"/>
                  </a:lnTo>
                  <a:lnTo>
                    <a:pt x="5868089" y="1617293"/>
                  </a:lnTo>
                  <a:lnTo>
                    <a:pt x="5909412" y="1568994"/>
                  </a:lnTo>
                  <a:lnTo>
                    <a:pt x="5950861" y="1517236"/>
                  </a:lnTo>
                  <a:lnTo>
                    <a:pt x="5992598" y="1462101"/>
                  </a:lnTo>
                  <a:lnTo>
                    <a:pt x="6034725" y="1403762"/>
                  </a:lnTo>
                  <a:lnTo>
                    <a:pt x="6077292" y="1342476"/>
                  </a:lnTo>
                  <a:lnTo>
                    <a:pt x="6120300" y="1278594"/>
                  </a:lnTo>
                  <a:lnTo>
                    <a:pt x="6163708" y="1212547"/>
                  </a:lnTo>
                  <a:lnTo>
                    <a:pt x="6207441" y="1144843"/>
                  </a:lnTo>
                  <a:lnTo>
                    <a:pt x="6251395" y="1076048"/>
                  </a:lnTo>
                  <a:lnTo>
                    <a:pt x="6295450" y="1006768"/>
                  </a:lnTo>
                  <a:lnTo>
                    <a:pt x="6339476" y="937626"/>
                  </a:lnTo>
                  <a:lnTo>
                    <a:pt x="6383346" y="869242"/>
                  </a:lnTo>
                  <a:lnTo>
                    <a:pt x="6426947" y="802206"/>
                  </a:lnTo>
                  <a:lnTo>
                    <a:pt x="6470185" y="737061"/>
                  </a:lnTo>
                  <a:lnTo>
                    <a:pt x="6513000" y="674281"/>
                  </a:lnTo>
                  <a:lnTo>
                    <a:pt x="6555369" y="614264"/>
                  </a:lnTo>
                  <a:lnTo>
                    <a:pt x="6597314" y="557319"/>
                  </a:lnTo>
                  <a:lnTo>
                    <a:pt x="6638907" y="503666"/>
                  </a:lnTo>
                  <a:lnTo>
                    <a:pt x="6680276" y="453436"/>
                  </a:lnTo>
                  <a:lnTo>
                    <a:pt x="6721613" y="406677"/>
                  </a:lnTo>
                  <a:lnTo>
                    <a:pt x="6763175" y="363362"/>
                  </a:lnTo>
                  <a:lnTo>
                    <a:pt x="6786527" y="340712"/>
                  </a:lnTo>
                  <a:lnTo>
                    <a:pt x="6835360" y="297378"/>
                  </a:lnTo>
                  <a:lnTo>
                    <a:pt x="6885842" y="258384"/>
                  </a:lnTo>
                  <a:lnTo>
                    <a:pt x="6938754" y="223509"/>
                  </a:lnTo>
                  <a:lnTo>
                    <a:pt x="6994971" y="192378"/>
                  </a:lnTo>
                  <a:lnTo>
                    <a:pt x="7055383" y="164568"/>
                  </a:lnTo>
                  <a:lnTo>
                    <a:pt x="7120823" y="139671"/>
                  </a:lnTo>
                  <a:lnTo>
                    <a:pt x="7191972" y="117327"/>
                  </a:lnTo>
                  <a:lnTo>
                    <a:pt x="7269230" y="97245"/>
                  </a:lnTo>
                  <a:lnTo>
                    <a:pt x="7352554" y="79212"/>
                  </a:lnTo>
                  <a:lnTo>
                    <a:pt x="7441254" y="63093"/>
                  </a:lnTo>
                  <a:lnTo>
                    <a:pt x="7533800" y="48832"/>
                  </a:lnTo>
                  <a:lnTo>
                    <a:pt x="7627683" y="36433"/>
                  </a:lnTo>
                  <a:lnTo>
                    <a:pt x="7719437" y="25939"/>
                  </a:lnTo>
                  <a:lnTo>
                    <a:pt x="7804917" y="17386"/>
                  </a:lnTo>
                  <a:lnTo>
                    <a:pt x="7879868" y="10768"/>
                  </a:lnTo>
                  <a:lnTo>
                    <a:pt x="7940718" y="5991"/>
                  </a:lnTo>
                  <a:lnTo>
                    <a:pt x="7985379" y="2854"/>
                  </a:lnTo>
                  <a:lnTo>
                    <a:pt x="8013807" y="1059"/>
                  </a:lnTo>
                  <a:lnTo>
                    <a:pt x="8028153" y="240"/>
                  </a:lnTo>
                  <a:lnTo>
                    <a:pt x="8032568" y="12"/>
                  </a:lnTo>
                  <a:lnTo>
                    <a:pt x="8032819" y="0"/>
                  </a:lnTo>
                  <a:lnTo>
                    <a:pt x="8554953" y="0"/>
                  </a:lnTo>
                  <a:lnTo>
                    <a:pt x="8554953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853" name="pl853"/>
            <p:cNvSpPr/>
            <p:nvPr/>
          </p:nvSpPr>
          <p:spPr>
            <a:xfrm>
              <a:off x="386606" y="2427922"/>
              <a:ext cx="8554953" cy="2044275"/>
            </a:xfrm>
            <a:custGeom>
              <a:avLst/>
              <a:pathLst>
                <a:path w="8554953" h="2044275">
                  <a:moveTo>
                    <a:pt x="8554953" y="0"/>
                  </a:moveTo>
                  <a:lnTo>
                    <a:pt x="8032819" y="0"/>
                  </a:lnTo>
                  <a:lnTo>
                    <a:pt x="8031615" y="59"/>
                  </a:lnTo>
                  <a:lnTo>
                    <a:pt x="8023732" y="483"/>
                  </a:lnTo>
                  <a:lnTo>
                    <a:pt x="8003989" y="1657"/>
                  </a:lnTo>
                  <a:lnTo>
                    <a:pt x="7969021" y="3963"/>
                  </a:lnTo>
                  <a:lnTo>
                    <a:pt x="7917571" y="7744"/>
                  </a:lnTo>
                  <a:lnTo>
                    <a:pt x="7850566" y="13260"/>
                  </a:lnTo>
                  <a:lnTo>
                    <a:pt x="7770794" y="20668"/>
                  </a:lnTo>
                  <a:lnTo>
                    <a:pt x="7682208" y="30022"/>
                  </a:lnTo>
                  <a:lnTo>
                    <a:pt x="7589105" y="41306"/>
                  </a:lnTo>
                  <a:lnTo>
                    <a:pt x="7495404" y="54474"/>
                  </a:lnTo>
                  <a:lnTo>
                    <a:pt x="7404194" y="69497"/>
                  </a:lnTo>
                  <a:lnTo>
                    <a:pt x="7317572" y="86392"/>
                  </a:lnTo>
                  <a:lnTo>
                    <a:pt x="7236701" y="105247"/>
                  </a:lnTo>
                  <a:lnTo>
                    <a:pt x="7161980" y="126229"/>
                  </a:lnTo>
                  <a:lnTo>
                    <a:pt x="7093248" y="149584"/>
                  </a:lnTo>
                  <a:lnTo>
                    <a:pt x="7029969" y="175632"/>
                  </a:lnTo>
                  <a:lnTo>
                    <a:pt x="6971389" y="204757"/>
                  </a:lnTo>
                  <a:lnTo>
                    <a:pt x="6916640" y="237378"/>
                  </a:lnTo>
                  <a:lnTo>
                    <a:pt x="6864830" y="273908"/>
                  </a:lnTo>
                  <a:lnTo>
                    <a:pt x="6815113" y="314674"/>
                  </a:lnTo>
                  <a:lnTo>
                    <a:pt x="6786527" y="340712"/>
                  </a:lnTo>
                  <a:lnTo>
                    <a:pt x="6744699" y="382148"/>
                  </a:lnTo>
                  <a:lnTo>
                    <a:pt x="6703273" y="426982"/>
                  </a:lnTo>
                  <a:lnTo>
                    <a:pt x="6661950" y="475281"/>
                  </a:lnTo>
                  <a:lnTo>
                    <a:pt x="6620500" y="527039"/>
                  </a:lnTo>
                  <a:lnTo>
                    <a:pt x="6578764" y="582173"/>
                  </a:lnTo>
                  <a:lnTo>
                    <a:pt x="6536637" y="640513"/>
                  </a:lnTo>
                  <a:lnTo>
                    <a:pt x="6494070" y="701799"/>
                  </a:lnTo>
                  <a:lnTo>
                    <a:pt x="6451062" y="765681"/>
                  </a:lnTo>
                  <a:lnTo>
                    <a:pt x="6407654" y="831728"/>
                  </a:lnTo>
                  <a:lnTo>
                    <a:pt x="6363921" y="899432"/>
                  </a:lnTo>
                  <a:lnTo>
                    <a:pt x="6319967" y="968227"/>
                  </a:lnTo>
                  <a:lnTo>
                    <a:pt x="6275912" y="1037507"/>
                  </a:lnTo>
                  <a:lnTo>
                    <a:pt x="6231886" y="1106649"/>
                  </a:lnTo>
                  <a:lnTo>
                    <a:pt x="6188015" y="1175033"/>
                  </a:lnTo>
                  <a:lnTo>
                    <a:pt x="6144415" y="1242069"/>
                  </a:lnTo>
                  <a:lnTo>
                    <a:pt x="6101177" y="1307214"/>
                  </a:lnTo>
                  <a:lnTo>
                    <a:pt x="6058362" y="1369994"/>
                  </a:lnTo>
                  <a:lnTo>
                    <a:pt x="6015993" y="1430011"/>
                  </a:lnTo>
                  <a:lnTo>
                    <a:pt x="5974048" y="1486956"/>
                  </a:lnTo>
                  <a:lnTo>
                    <a:pt x="5932455" y="1540609"/>
                  </a:lnTo>
                  <a:lnTo>
                    <a:pt x="5891086" y="1590839"/>
                  </a:lnTo>
                  <a:lnTo>
                    <a:pt x="5849749" y="1637598"/>
                  </a:lnTo>
                  <a:lnTo>
                    <a:pt x="5808187" y="1680913"/>
                  </a:lnTo>
                  <a:lnTo>
                    <a:pt x="5784835" y="1703563"/>
                  </a:lnTo>
                  <a:lnTo>
                    <a:pt x="5736002" y="1746897"/>
                  </a:lnTo>
                  <a:lnTo>
                    <a:pt x="5685520" y="1785890"/>
                  </a:lnTo>
                  <a:lnTo>
                    <a:pt x="5632608" y="1820766"/>
                  </a:lnTo>
                  <a:lnTo>
                    <a:pt x="5576391" y="1851897"/>
                  </a:lnTo>
                  <a:lnTo>
                    <a:pt x="5515979" y="1879707"/>
                  </a:lnTo>
                  <a:lnTo>
                    <a:pt x="5450539" y="1904604"/>
                  </a:lnTo>
                  <a:lnTo>
                    <a:pt x="5379390" y="1926948"/>
                  </a:lnTo>
                  <a:lnTo>
                    <a:pt x="5302132" y="1947030"/>
                  </a:lnTo>
                  <a:lnTo>
                    <a:pt x="5218808" y="1965063"/>
                  </a:lnTo>
                  <a:lnTo>
                    <a:pt x="5130108" y="1981182"/>
                  </a:lnTo>
                  <a:lnTo>
                    <a:pt x="5037562" y="1995443"/>
                  </a:lnTo>
                  <a:lnTo>
                    <a:pt x="4943679" y="2007842"/>
                  </a:lnTo>
                  <a:lnTo>
                    <a:pt x="4851925" y="2018336"/>
                  </a:lnTo>
                  <a:lnTo>
                    <a:pt x="4766445" y="2026889"/>
                  </a:lnTo>
                  <a:lnTo>
                    <a:pt x="4691494" y="2033507"/>
                  </a:lnTo>
                  <a:lnTo>
                    <a:pt x="4630644" y="2038284"/>
                  </a:lnTo>
                  <a:lnTo>
                    <a:pt x="4585983" y="2041421"/>
                  </a:lnTo>
                  <a:lnTo>
                    <a:pt x="4557555" y="2043216"/>
                  </a:lnTo>
                  <a:lnTo>
                    <a:pt x="4543209" y="2044035"/>
                  </a:lnTo>
                  <a:lnTo>
                    <a:pt x="4538794" y="2044263"/>
                  </a:lnTo>
                  <a:lnTo>
                    <a:pt x="4538543" y="2044275"/>
                  </a:lnTo>
                  <a:lnTo>
                    <a:pt x="4016409" y="2044275"/>
                  </a:lnTo>
                  <a:lnTo>
                    <a:pt x="4015144" y="2044260"/>
                  </a:lnTo>
                  <a:lnTo>
                    <a:pt x="4006871" y="2044147"/>
                  </a:lnTo>
                  <a:lnTo>
                    <a:pt x="3986186" y="2043837"/>
                  </a:lnTo>
                  <a:lnTo>
                    <a:pt x="3949639" y="2043227"/>
                  </a:lnTo>
                  <a:lnTo>
                    <a:pt x="3896047" y="2042229"/>
                  </a:lnTo>
                  <a:lnTo>
                    <a:pt x="3826552" y="2040774"/>
                  </a:lnTo>
                  <a:lnTo>
                    <a:pt x="3744230" y="2038826"/>
                  </a:lnTo>
                  <a:lnTo>
                    <a:pt x="3653320" y="2036371"/>
                  </a:lnTo>
                  <a:lnTo>
                    <a:pt x="3558324" y="2033416"/>
                  </a:lnTo>
                  <a:lnTo>
                    <a:pt x="3463258" y="2029973"/>
                  </a:lnTo>
                  <a:lnTo>
                    <a:pt x="3371206" y="2026048"/>
                  </a:lnTo>
                  <a:lnTo>
                    <a:pt x="3284191" y="2021633"/>
                  </a:lnTo>
                  <a:lnTo>
                    <a:pt x="3203263" y="2016701"/>
                  </a:lnTo>
                  <a:lnTo>
                    <a:pt x="3128700" y="2011205"/>
                  </a:lnTo>
                  <a:lnTo>
                    <a:pt x="3060226" y="2005072"/>
                  </a:lnTo>
                  <a:lnTo>
                    <a:pt x="2997211" y="1998216"/>
                  </a:lnTo>
                  <a:lnTo>
                    <a:pt x="2938818" y="1990531"/>
                  </a:lnTo>
                  <a:lnTo>
                    <a:pt x="2884120" y="1981904"/>
                  </a:lnTo>
                  <a:lnTo>
                    <a:pt x="2832186" y="1972232"/>
                  </a:lnTo>
                  <a:lnTo>
                    <a:pt x="2782158" y="1961441"/>
                  </a:lnTo>
                  <a:lnTo>
                    <a:pt x="2770117" y="1958627"/>
                  </a:lnTo>
                  <a:lnTo>
                    <a:pt x="2717328" y="1945319"/>
                  </a:lnTo>
                  <a:lnTo>
                    <a:pt x="2665049" y="1930639"/>
                  </a:lnTo>
                  <a:lnTo>
                    <a:pt x="2612733" y="1914565"/>
                  </a:lnTo>
                  <a:lnTo>
                    <a:pt x="2560008" y="1897128"/>
                  </a:lnTo>
                  <a:lnTo>
                    <a:pt x="2506658" y="1878410"/>
                  </a:lnTo>
                  <a:lnTo>
                    <a:pt x="2452600" y="1858552"/>
                  </a:lnTo>
                  <a:lnTo>
                    <a:pt x="2397870" y="1837750"/>
                  </a:lnTo>
                  <a:lnTo>
                    <a:pt x="2342602" y="1816251"/>
                  </a:lnTo>
                  <a:lnTo>
                    <a:pt x="2287003" y="1794341"/>
                  </a:lnTo>
                  <a:lnTo>
                    <a:pt x="2231320" y="1772330"/>
                  </a:lnTo>
                  <a:lnTo>
                    <a:pt x="2175814" y="1750535"/>
                  </a:lnTo>
                  <a:lnTo>
                    <a:pt x="2120722" y="1729258"/>
                  </a:lnTo>
                  <a:lnTo>
                    <a:pt x="2066225" y="1708772"/>
                  </a:lnTo>
                  <a:lnTo>
                    <a:pt x="2012425" y="1689309"/>
                  </a:lnTo>
                  <a:lnTo>
                    <a:pt x="1959318" y="1671043"/>
                  </a:lnTo>
                  <a:lnTo>
                    <a:pt x="1906775" y="1654094"/>
                  </a:lnTo>
                  <a:lnTo>
                    <a:pt x="1854524" y="1638526"/>
                  </a:lnTo>
                  <a:lnTo>
                    <a:pt x="1802134" y="1624349"/>
                  </a:lnTo>
                  <a:lnTo>
                    <a:pt x="1768425" y="1616032"/>
                  </a:lnTo>
                  <a:lnTo>
                    <a:pt x="1718750" y="1604963"/>
                  </a:lnTo>
                  <a:lnTo>
                    <a:pt x="1667358" y="1595022"/>
                  </a:lnTo>
                  <a:lnTo>
                    <a:pt x="1613421" y="1586148"/>
                  </a:lnTo>
                  <a:lnTo>
                    <a:pt x="1556020" y="1578243"/>
                  </a:lnTo>
                  <a:lnTo>
                    <a:pt x="1494218" y="1571194"/>
                  </a:lnTo>
                  <a:lnTo>
                    <a:pt x="1427149" y="1564893"/>
                  </a:lnTo>
                  <a:lnTo>
                    <a:pt x="1354119" y="1559248"/>
                  </a:lnTo>
                  <a:lnTo>
                    <a:pt x="1274749" y="1554183"/>
                  </a:lnTo>
                  <a:lnTo>
                    <a:pt x="1189161" y="1549645"/>
                  </a:lnTo>
                  <a:lnTo>
                    <a:pt x="1098195" y="1545602"/>
                  </a:lnTo>
                  <a:lnTo>
                    <a:pt x="1003622" y="1542040"/>
                  </a:lnTo>
                  <a:lnTo>
                    <a:pt x="908269" y="1538965"/>
                  </a:lnTo>
                  <a:lnTo>
                    <a:pt x="815950" y="1536387"/>
                  </a:lnTo>
                  <a:lnTo>
                    <a:pt x="731109" y="1534314"/>
                  </a:lnTo>
                  <a:lnTo>
                    <a:pt x="658129" y="1532742"/>
                  </a:lnTo>
                  <a:lnTo>
                    <a:pt x="600454" y="1531637"/>
                  </a:lnTo>
                  <a:lnTo>
                    <a:pt x="559752" y="1530939"/>
                  </a:lnTo>
                  <a:lnTo>
                    <a:pt x="535420" y="1530565"/>
                  </a:lnTo>
                  <a:lnTo>
                    <a:pt x="524539" y="1530413"/>
                  </a:lnTo>
                  <a:lnTo>
                    <a:pt x="522152" y="1530383"/>
                  </a:lnTo>
                  <a:lnTo>
                    <a:pt x="522133" y="1530383"/>
                  </a:lnTo>
                  <a:lnTo>
                    <a:pt x="0" y="1530383"/>
                  </a:lnTo>
                  <a:lnTo>
                    <a:pt x="0" y="1530383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854" name="pg854"/>
            <p:cNvSpPr/>
            <p:nvPr/>
          </p:nvSpPr>
          <p:spPr>
            <a:xfrm>
              <a:off x="386606" y="3828421"/>
              <a:ext cx="8554953" cy="672013"/>
            </a:xfrm>
            <a:custGeom>
              <a:avLst/>
              <a:pathLst>
                <a:path w="8554953" h="672013">
                  <a:moveTo>
                    <a:pt x="0" y="141179"/>
                  </a:moveTo>
                  <a:lnTo>
                    <a:pt x="522133" y="141179"/>
                  </a:lnTo>
                  <a:lnTo>
                    <a:pt x="523398" y="141195"/>
                  </a:lnTo>
                  <a:lnTo>
                    <a:pt x="531669" y="141311"/>
                  </a:lnTo>
                  <a:lnTo>
                    <a:pt x="552350" y="141632"/>
                  </a:lnTo>
                  <a:lnTo>
                    <a:pt x="588889" y="142261"/>
                  </a:lnTo>
                  <a:lnTo>
                    <a:pt x="642471" y="143293"/>
                  </a:lnTo>
                  <a:lnTo>
                    <a:pt x="711954" y="144794"/>
                  </a:lnTo>
                  <a:lnTo>
                    <a:pt x="794264" y="146807"/>
                  </a:lnTo>
                  <a:lnTo>
                    <a:pt x="885163" y="149342"/>
                  </a:lnTo>
                  <a:lnTo>
                    <a:pt x="980151" y="152394"/>
                  </a:lnTo>
                  <a:lnTo>
                    <a:pt x="1075211" y="155950"/>
                  </a:lnTo>
                  <a:lnTo>
                    <a:pt x="1167259" y="160004"/>
                  </a:lnTo>
                  <a:lnTo>
                    <a:pt x="1254272" y="164563"/>
                  </a:lnTo>
                  <a:lnTo>
                    <a:pt x="1335199" y="169656"/>
                  </a:lnTo>
                  <a:lnTo>
                    <a:pt x="1409763" y="175333"/>
                  </a:lnTo>
                  <a:lnTo>
                    <a:pt x="1478238" y="181666"/>
                  </a:lnTo>
                  <a:lnTo>
                    <a:pt x="1541255" y="188747"/>
                  </a:lnTo>
                  <a:lnTo>
                    <a:pt x="1599649" y="196684"/>
                  </a:lnTo>
                  <a:lnTo>
                    <a:pt x="1654347" y="205593"/>
                  </a:lnTo>
                  <a:lnTo>
                    <a:pt x="1706280" y="215581"/>
                  </a:lnTo>
                  <a:lnTo>
                    <a:pt x="1756306" y="226725"/>
                  </a:lnTo>
                  <a:lnTo>
                    <a:pt x="1768425" y="229651"/>
                  </a:lnTo>
                  <a:lnTo>
                    <a:pt x="1821123" y="243372"/>
                  </a:lnTo>
                  <a:lnTo>
                    <a:pt x="1873311" y="258506"/>
                  </a:lnTo>
                  <a:lnTo>
                    <a:pt x="1925534" y="275074"/>
                  </a:lnTo>
                  <a:lnTo>
                    <a:pt x="1978163" y="293046"/>
                  </a:lnTo>
                  <a:lnTo>
                    <a:pt x="2031415" y="312338"/>
                  </a:lnTo>
                  <a:lnTo>
                    <a:pt x="2085372" y="332804"/>
                  </a:lnTo>
                  <a:lnTo>
                    <a:pt x="2139999" y="354245"/>
                  </a:lnTo>
                  <a:lnTo>
                    <a:pt x="2195164" y="376406"/>
                  </a:lnTo>
                  <a:lnTo>
                    <a:pt x="2250664" y="398995"/>
                  </a:lnTo>
                  <a:lnTo>
                    <a:pt x="2306250" y="421693"/>
                  </a:lnTo>
                  <a:lnTo>
                    <a:pt x="2361664" y="444175"/>
                  </a:lnTo>
                  <a:lnTo>
                    <a:pt x="2416671" y="466128"/>
                  </a:lnTo>
                  <a:lnTo>
                    <a:pt x="2471087" y="487273"/>
                  </a:lnTo>
                  <a:lnTo>
                    <a:pt x="2524809" y="507370"/>
                  </a:lnTo>
                  <a:lnTo>
                    <a:pt x="2577840" y="526238"/>
                  </a:lnTo>
                  <a:lnTo>
                    <a:pt x="2630304" y="543753"/>
                  </a:lnTo>
                  <a:lnTo>
                    <a:pt x="2682467" y="559847"/>
                  </a:lnTo>
                  <a:lnTo>
                    <a:pt x="2734753" y="574510"/>
                  </a:lnTo>
                  <a:lnTo>
                    <a:pt x="2770117" y="583541"/>
                  </a:lnTo>
                  <a:lnTo>
                    <a:pt x="2819788" y="594973"/>
                  </a:lnTo>
                  <a:lnTo>
                    <a:pt x="2871176" y="605242"/>
                  </a:lnTo>
                  <a:lnTo>
                    <a:pt x="2925108" y="614407"/>
                  </a:lnTo>
                  <a:lnTo>
                    <a:pt x="2982504" y="622572"/>
                  </a:lnTo>
                  <a:lnTo>
                    <a:pt x="3044299" y="629854"/>
                  </a:lnTo>
                  <a:lnTo>
                    <a:pt x="3111360" y="636362"/>
                  </a:lnTo>
                  <a:lnTo>
                    <a:pt x="3184381" y="642193"/>
                  </a:lnTo>
                  <a:lnTo>
                    <a:pt x="3263741" y="647425"/>
                  </a:lnTo>
                  <a:lnTo>
                    <a:pt x="3349319" y="652112"/>
                  </a:lnTo>
                  <a:lnTo>
                    <a:pt x="3440274" y="656289"/>
                  </a:lnTo>
                  <a:lnTo>
                    <a:pt x="3534837" y="659968"/>
                  </a:lnTo>
                  <a:lnTo>
                    <a:pt x="3630184" y="663145"/>
                  </a:lnTo>
                  <a:lnTo>
                    <a:pt x="3722501" y="665809"/>
                  </a:lnTo>
                  <a:lnTo>
                    <a:pt x="3807346" y="667950"/>
                  </a:lnTo>
                  <a:lnTo>
                    <a:pt x="3880335" y="669575"/>
                  </a:lnTo>
                  <a:lnTo>
                    <a:pt x="3938026" y="670717"/>
                  </a:lnTo>
                  <a:lnTo>
                    <a:pt x="3978747" y="671437"/>
                  </a:lnTo>
                  <a:lnTo>
                    <a:pt x="4003098" y="671825"/>
                  </a:lnTo>
                  <a:lnTo>
                    <a:pt x="4013995" y="671981"/>
                  </a:lnTo>
                  <a:lnTo>
                    <a:pt x="4016409" y="672013"/>
                  </a:lnTo>
                  <a:lnTo>
                    <a:pt x="4538543" y="672013"/>
                  </a:lnTo>
                  <a:lnTo>
                    <a:pt x="4539805" y="671993"/>
                  </a:lnTo>
                  <a:lnTo>
                    <a:pt x="4548059" y="671847"/>
                  </a:lnTo>
                  <a:lnTo>
                    <a:pt x="4568699" y="671446"/>
                  </a:lnTo>
                  <a:lnTo>
                    <a:pt x="4605169" y="670657"/>
                  </a:lnTo>
                  <a:lnTo>
                    <a:pt x="4658658" y="669365"/>
                  </a:lnTo>
                  <a:lnTo>
                    <a:pt x="4728033" y="667484"/>
                  </a:lnTo>
                  <a:lnTo>
                    <a:pt x="4810233" y="664962"/>
                  </a:lnTo>
                  <a:lnTo>
                    <a:pt x="4901033" y="661786"/>
                  </a:lnTo>
                  <a:lnTo>
                    <a:pt x="4995940" y="657962"/>
                  </a:lnTo>
                  <a:lnTo>
                    <a:pt x="5090943" y="653505"/>
                  </a:lnTo>
                  <a:lnTo>
                    <a:pt x="5182957" y="648425"/>
                  </a:lnTo>
                  <a:lnTo>
                    <a:pt x="5269955" y="642710"/>
                  </a:lnTo>
                  <a:lnTo>
                    <a:pt x="5350881" y="636328"/>
                  </a:lnTo>
                  <a:lnTo>
                    <a:pt x="5425452" y="629214"/>
                  </a:lnTo>
                  <a:lnTo>
                    <a:pt x="5493939" y="621279"/>
                  </a:lnTo>
                  <a:lnTo>
                    <a:pt x="5556966" y="612408"/>
                  </a:lnTo>
                  <a:lnTo>
                    <a:pt x="5615368" y="602465"/>
                  </a:lnTo>
                  <a:lnTo>
                    <a:pt x="5670067" y="591306"/>
                  </a:lnTo>
                  <a:lnTo>
                    <a:pt x="5721994" y="578795"/>
                  </a:lnTo>
                  <a:lnTo>
                    <a:pt x="5772005" y="564837"/>
                  </a:lnTo>
                  <a:lnTo>
                    <a:pt x="5784835" y="560952"/>
                  </a:lnTo>
                  <a:lnTo>
                    <a:pt x="5836729" y="544006"/>
                  </a:lnTo>
                  <a:lnTo>
                    <a:pt x="5888119" y="525340"/>
                  </a:lnTo>
                  <a:lnTo>
                    <a:pt x="5939530" y="504929"/>
                  </a:lnTo>
                  <a:lnTo>
                    <a:pt x="5991322" y="482806"/>
                  </a:lnTo>
                  <a:lnTo>
                    <a:pt x="6043709" y="459069"/>
                  </a:lnTo>
                  <a:lnTo>
                    <a:pt x="6096778" y="433886"/>
                  </a:lnTo>
                  <a:lnTo>
                    <a:pt x="6150505" y="407491"/>
                  </a:lnTo>
                  <a:lnTo>
                    <a:pt x="6204771" y="380184"/>
                  </a:lnTo>
                  <a:lnTo>
                    <a:pt x="6259388" y="352310"/>
                  </a:lnTo>
                  <a:lnTo>
                    <a:pt x="6314123" y="324249"/>
                  </a:lnTo>
                  <a:lnTo>
                    <a:pt x="6368731" y="296390"/>
                  </a:lnTo>
                  <a:lnTo>
                    <a:pt x="6422979" y="269112"/>
                  </a:lnTo>
                  <a:lnTo>
                    <a:pt x="6476681" y="242760"/>
                  </a:lnTo>
                  <a:lnTo>
                    <a:pt x="6529723" y="217629"/>
                  </a:lnTo>
                  <a:lnTo>
                    <a:pt x="6582084" y="193953"/>
                  </a:lnTo>
                  <a:lnTo>
                    <a:pt x="6633857" y="171896"/>
                  </a:lnTo>
                  <a:lnTo>
                    <a:pt x="6685259" y="151554"/>
                  </a:lnTo>
                  <a:lnTo>
                    <a:pt x="6736658" y="132956"/>
                  </a:lnTo>
                  <a:lnTo>
                    <a:pt x="6786527" y="116708"/>
                  </a:lnTo>
                  <a:lnTo>
                    <a:pt x="6836161" y="102366"/>
                  </a:lnTo>
                  <a:lnTo>
                    <a:pt x="6887511" y="89483"/>
                  </a:lnTo>
                  <a:lnTo>
                    <a:pt x="6941398" y="77984"/>
                  </a:lnTo>
                  <a:lnTo>
                    <a:pt x="6998742" y="67738"/>
                  </a:lnTo>
                  <a:lnTo>
                    <a:pt x="7060477" y="58601"/>
                  </a:lnTo>
                  <a:lnTo>
                    <a:pt x="7127467" y="50433"/>
                  </a:lnTo>
                  <a:lnTo>
                    <a:pt x="7200407" y="43115"/>
                  </a:lnTo>
                  <a:lnTo>
                    <a:pt x="7279676" y="36549"/>
                  </a:lnTo>
                  <a:lnTo>
                    <a:pt x="7365155" y="30664"/>
                  </a:lnTo>
                  <a:lnTo>
                    <a:pt x="7456013" y="25420"/>
                  </a:lnTo>
                  <a:lnTo>
                    <a:pt x="7550490" y="20801"/>
                  </a:lnTo>
                  <a:lnTo>
                    <a:pt x="7645777" y="16810"/>
                  </a:lnTo>
                  <a:lnTo>
                    <a:pt x="7738073" y="13463"/>
                  </a:lnTo>
                  <a:lnTo>
                    <a:pt x="7822952" y="10771"/>
                  </a:lnTo>
                  <a:lnTo>
                    <a:pt x="7896033" y="8726"/>
                  </a:lnTo>
                  <a:lnTo>
                    <a:pt x="7953866" y="7287"/>
                  </a:lnTo>
                  <a:lnTo>
                    <a:pt x="7994761" y="6377"/>
                  </a:lnTo>
                  <a:lnTo>
                    <a:pt x="8019287" y="5887"/>
                  </a:lnTo>
                  <a:lnTo>
                    <a:pt x="8030326" y="5688"/>
                  </a:lnTo>
                  <a:lnTo>
                    <a:pt x="8032819" y="5647"/>
                  </a:lnTo>
                  <a:lnTo>
                    <a:pt x="8554953" y="5647"/>
                  </a:lnTo>
                  <a:lnTo>
                    <a:pt x="8554953" y="0"/>
                  </a:lnTo>
                  <a:lnTo>
                    <a:pt x="8032819" y="0"/>
                  </a:lnTo>
                  <a:lnTo>
                    <a:pt x="8031557" y="20"/>
                  </a:lnTo>
                  <a:lnTo>
                    <a:pt x="8023302" y="165"/>
                  </a:lnTo>
                  <a:lnTo>
                    <a:pt x="8002663" y="567"/>
                  </a:lnTo>
                  <a:lnTo>
                    <a:pt x="7966193" y="1356"/>
                  </a:lnTo>
                  <a:lnTo>
                    <a:pt x="7912704" y="2647"/>
                  </a:lnTo>
                  <a:lnTo>
                    <a:pt x="7843329" y="4529"/>
                  </a:lnTo>
                  <a:lnTo>
                    <a:pt x="7761129" y="7050"/>
                  </a:lnTo>
                  <a:lnTo>
                    <a:pt x="7670329" y="10227"/>
                  </a:lnTo>
                  <a:lnTo>
                    <a:pt x="7575422" y="14051"/>
                  </a:lnTo>
                  <a:lnTo>
                    <a:pt x="7480419" y="18507"/>
                  </a:lnTo>
                  <a:lnTo>
                    <a:pt x="7388405" y="23588"/>
                  </a:lnTo>
                  <a:lnTo>
                    <a:pt x="7301407" y="29302"/>
                  </a:lnTo>
                  <a:lnTo>
                    <a:pt x="7220481" y="35685"/>
                  </a:lnTo>
                  <a:lnTo>
                    <a:pt x="7145910" y="42799"/>
                  </a:lnTo>
                  <a:lnTo>
                    <a:pt x="7077423" y="50733"/>
                  </a:lnTo>
                  <a:lnTo>
                    <a:pt x="7014396" y="59605"/>
                  </a:lnTo>
                  <a:lnTo>
                    <a:pt x="6955994" y="69547"/>
                  </a:lnTo>
                  <a:lnTo>
                    <a:pt x="6901295" y="80706"/>
                  </a:lnTo>
                  <a:lnTo>
                    <a:pt x="6849368" y="93217"/>
                  </a:lnTo>
                  <a:lnTo>
                    <a:pt x="6799357" y="107175"/>
                  </a:lnTo>
                  <a:lnTo>
                    <a:pt x="6786527" y="111061"/>
                  </a:lnTo>
                  <a:lnTo>
                    <a:pt x="6734633" y="128007"/>
                  </a:lnTo>
                  <a:lnTo>
                    <a:pt x="6683243" y="146672"/>
                  </a:lnTo>
                  <a:lnTo>
                    <a:pt x="6631832" y="167083"/>
                  </a:lnTo>
                  <a:lnTo>
                    <a:pt x="6580040" y="189206"/>
                  </a:lnTo>
                  <a:lnTo>
                    <a:pt x="6527653" y="212943"/>
                  </a:lnTo>
                  <a:lnTo>
                    <a:pt x="6474584" y="238127"/>
                  </a:lnTo>
                  <a:lnTo>
                    <a:pt x="6420857" y="264521"/>
                  </a:lnTo>
                  <a:lnTo>
                    <a:pt x="6366591" y="291829"/>
                  </a:lnTo>
                  <a:lnTo>
                    <a:pt x="6311974" y="319703"/>
                  </a:lnTo>
                  <a:lnTo>
                    <a:pt x="6257239" y="347764"/>
                  </a:lnTo>
                  <a:lnTo>
                    <a:pt x="6202631" y="375622"/>
                  </a:lnTo>
                  <a:lnTo>
                    <a:pt x="6148383" y="402900"/>
                  </a:lnTo>
                  <a:lnTo>
                    <a:pt x="6094681" y="429252"/>
                  </a:lnTo>
                  <a:lnTo>
                    <a:pt x="6041639" y="454383"/>
                  </a:lnTo>
                  <a:lnTo>
                    <a:pt x="5989277" y="478059"/>
                  </a:lnTo>
                  <a:lnTo>
                    <a:pt x="5937505" y="500117"/>
                  </a:lnTo>
                  <a:lnTo>
                    <a:pt x="5886102" y="520459"/>
                  </a:lnTo>
                  <a:lnTo>
                    <a:pt x="5834704" y="539056"/>
                  </a:lnTo>
                  <a:lnTo>
                    <a:pt x="5784835" y="555305"/>
                  </a:lnTo>
                  <a:lnTo>
                    <a:pt x="5735201" y="569647"/>
                  </a:lnTo>
                  <a:lnTo>
                    <a:pt x="5683851" y="582529"/>
                  </a:lnTo>
                  <a:lnTo>
                    <a:pt x="5629964" y="594028"/>
                  </a:lnTo>
                  <a:lnTo>
                    <a:pt x="5572620" y="604274"/>
                  </a:lnTo>
                  <a:lnTo>
                    <a:pt x="5510885" y="613412"/>
                  </a:lnTo>
                  <a:lnTo>
                    <a:pt x="5443895" y="621579"/>
                  </a:lnTo>
                  <a:lnTo>
                    <a:pt x="5370955" y="628897"/>
                  </a:lnTo>
                  <a:lnTo>
                    <a:pt x="5291686" y="635464"/>
                  </a:lnTo>
                  <a:lnTo>
                    <a:pt x="5206207" y="641348"/>
                  </a:lnTo>
                  <a:lnTo>
                    <a:pt x="5115349" y="646592"/>
                  </a:lnTo>
                  <a:lnTo>
                    <a:pt x="5020872" y="651212"/>
                  </a:lnTo>
                  <a:lnTo>
                    <a:pt x="4925585" y="655202"/>
                  </a:lnTo>
                  <a:lnTo>
                    <a:pt x="4833288" y="658549"/>
                  </a:lnTo>
                  <a:lnTo>
                    <a:pt x="4748410" y="661241"/>
                  </a:lnTo>
                  <a:lnTo>
                    <a:pt x="4675329" y="663286"/>
                  </a:lnTo>
                  <a:lnTo>
                    <a:pt x="4617496" y="664725"/>
                  </a:lnTo>
                  <a:lnTo>
                    <a:pt x="4576601" y="665635"/>
                  </a:lnTo>
                  <a:lnTo>
                    <a:pt x="4552075" y="666125"/>
                  </a:lnTo>
                  <a:lnTo>
                    <a:pt x="4541036" y="666325"/>
                  </a:lnTo>
                  <a:lnTo>
                    <a:pt x="4538543" y="666366"/>
                  </a:lnTo>
                  <a:lnTo>
                    <a:pt x="4016409" y="666366"/>
                  </a:lnTo>
                  <a:lnTo>
                    <a:pt x="4015144" y="666349"/>
                  </a:lnTo>
                  <a:lnTo>
                    <a:pt x="4006873" y="666233"/>
                  </a:lnTo>
                  <a:lnTo>
                    <a:pt x="3986192" y="665913"/>
                  </a:lnTo>
                  <a:lnTo>
                    <a:pt x="3949653" y="665283"/>
                  </a:lnTo>
                  <a:lnTo>
                    <a:pt x="3896071" y="664252"/>
                  </a:lnTo>
                  <a:lnTo>
                    <a:pt x="3826588" y="662750"/>
                  </a:lnTo>
                  <a:lnTo>
                    <a:pt x="3744278" y="660738"/>
                  </a:lnTo>
                  <a:lnTo>
                    <a:pt x="3653379" y="658203"/>
                  </a:lnTo>
                  <a:lnTo>
                    <a:pt x="3558392" y="655151"/>
                  </a:lnTo>
                  <a:lnTo>
                    <a:pt x="3463332" y="651595"/>
                  </a:lnTo>
                  <a:lnTo>
                    <a:pt x="3371284" y="647541"/>
                  </a:lnTo>
                  <a:lnTo>
                    <a:pt x="3284270" y="642981"/>
                  </a:lnTo>
                  <a:lnTo>
                    <a:pt x="3203343" y="637888"/>
                  </a:lnTo>
                  <a:lnTo>
                    <a:pt x="3128779" y="632211"/>
                  </a:lnTo>
                  <a:lnTo>
                    <a:pt x="3060304" y="625878"/>
                  </a:lnTo>
                  <a:lnTo>
                    <a:pt x="2997287" y="618797"/>
                  </a:lnTo>
                  <a:lnTo>
                    <a:pt x="2938893" y="610860"/>
                  </a:lnTo>
                  <a:lnTo>
                    <a:pt x="2884195" y="601952"/>
                  </a:lnTo>
                  <a:lnTo>
                    <a:pt x="2832262" y="591963"/>
                  </a:lnTo>
                  <a:lnTo>
                    <a:pt x="2782236" y="580819"/>
                  </a:lnTo>
                  <a:lnTo>
                    <a:pt x="2770117" y="577893"/>
                  </a:lnTo>
                  <a:lnTo>
                    <a:pt x="2717419" y="564172"/>
                  </a:lnTo>
                  <a:lnTo>
                    <a:pt x="2665232" y="549038"/>
                  </a:lnTo>
                  <a:lnTo>
                    <a:pt x="2613008" y="532470"/>
                  </a:lnTo>
                  <a:lnTo>
                    <a:pt x="2560379" y="514498"/>
                  </a:lnTo>
                  <a:lnTo>
                    <a:pt x="2507127" y="495207"/>
                  </a:lnTo>
                  <a:lnTo>
                    <a:pt x="2453170" y="474740"/>
                  </a:lnTo>
                  <a:lnTo>
                    <a:pt x="2398543" y="453300"/>
                  </a:lnTo>
                  <a:lnTo>
                    <a:pt x="2343378" y="431138"/>
                  </a:lnTo>
                  <a:lnTo>
                    <a:pt x="2287879" y="408549"/>
                  </a:lnTo>
                  <a:lnTo>
                    <a:pt x="2232292" y="385852"/>
                  </a:lnTo>
                  <a:lnTo>
                    <a:pt x="2176878" y="363370"/>
                  </a:lnTo>
                  <a:lnTo>
                    <a:pt x="2121871" y="341416"/>
                  </a:lnTo>
                  <a:lnTo>
                    <a:pt x="2067455" y="320272"/>
                  </a:lnTo>
                  <a:lnTo>
                    <a:pt x="2013733" y="300174"/>
                  </a:lnTo>
                  <a:lnTo>
                    <a:pt x="1960702" y="281306"/>
                  </a:lnTo>
                  <a:lnTo>
                    <a:pt x="1908238" y="263792"/>
                  </a:lnTo>
                  <a:lnTo>
                    <a:pt x="1856076" y="247697"/>
                  </a:lnTo>
                  <a:lnTo>
                    <a:pt x="1803789" y="233034"/>
                  </a:lnTo>
                  <a:lnTo>
                    <a:pt x="1768425" y="224004"/>
                  </a:lnTo>
                  <a:lnTo>
                    <a:pt x="1718754" y="212571"/>
                  </a:lnTo>
                  <a:lnTo>
                    <a:pt x="1667366" y="202303"/>
                  </a:lnTo>
                  <a:lnTo>
                    <a:pt x="1613434" y="193138"/>
                  </a:lnTo>
                  <a:lnTo>
                    <a:pt x="1556038" y="184972"/>
                  </a:lnTo>
                  <a:lnTo>
                    <a:pt x="1494244" y="177691"/>
                  </a:lnTo>
                  <a:lnTo>
                    <a:pt x="1427182" y="171183"/>
                  </a:lnTo>
                  <a:lnTo>
                    <a:pt x="1354161" y="165351"/>
                  </a:lnTo>
                  <a:lnTo>
                    <a:pt x="1274801" y="160120"/>
                  </a:lnTo>
                  <a:lnTo>
                    <a:pt x="1189223" y="155432"/>
                  </a:lnTo>
                  <a:lnTo>
                    <a:pt x="1098268" y="151255"/>
                  </a:lnTo>
                  <a:lnTo>
                    <a:pt x="1003705" y="147576"/>
                  </a:lnTo>
                  <a:lnTo>
                    <a:pt x="908358" y="144399"/>
                  </a:lnTo>
                  <a:lnTo>
                    <a:pt x="816041" y="141736"/>
                  </a:lnTo>
                  <a:lnTo>
                    <a:pt x="731196" y="139595"/>
                  </a:lnTo>
                  <a:lnTo>
                    <a:pt x="658207" y="137970"/>
                  </a:lnTo>
                  <a:lnTo>
                    <a:pt x="600516" y="136828"/>
                  </a:lnTo>
                  <a:lnTo>
                    <a:pt x="559795" y="136107"/>
                  </a:lnTo>
                  <a:lnTo>
                    <a:pt x="535444" y="135720"/>
                  </a:lnTo>
                  <a:lnTo>
                    <a:pt x="524547" y="135563"/>
                  </a:lnTo>
                  <a:lnTo>
                    <a:pt x="522133" y="135532"/>
                  </a:lnTo>
                  <a:lnTo>
                    <a:pt x="0" y="135532"/>
                  </a:lnTo>
                  <a:close/>
                </a:path>
              </a:pathLst>
            </a:custGeom>
            <a:solidFill>
              <a:srgbClr val="F28E5B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855" name="pl855"/>
            <p:cNvSpPr/>
            <p:nvPr/>
          </p:nvSpPr>
          <p:spPr>
            <a:xfrm>
              <a:off x="386606" y="3834068"/>
              <a:ext cx="8554953" cy="666366"/>
            </a:xfrm>
            <a:custGeom>
              <a:avLst/>
              <a:pathLst>
                <a:path w="8554953" h="666366">
                  <a:moveTo>
                    <a:pt x="0" y="135532"/>
                  </a:moveTo>
                  <a:lnTo>
                    <a:pt x="522133" y="135532"/>
                  </a:lnTo>
                  <a:lnTo>
                    <a:pt x="523398" y="135548"/>
                  </a:lnTo>
                  <a:lnTo>
                    <a:pt x="531669" y="135664"/>
                  </a:lnTo>
                  <a:lnTo>
                    <a:pt x="552350" y="135985"/>
                  </a:lnTo>
                  <a:lnTo>
                    <a:pt x="588889" y="136614"/>
                  </a:lnTo>
                  <a:lnTo>
                    <a:pt x="642471" y="137645"/>
                  </a:lnTo>
                  <a:lnTo>
                    <a:pt x="711954" y="139147"/>
                  </a:lnTo>
                  <a:lnTo>
                    <a:pt x="794264" y="141160"/>
                  </a:lnTo>
                  <a:lnTo>
                    <a:pt x="885163" y="143695"/>
                  </a:lnTo>
                  <a:lnTo>
                    <a:pt x="980151" y="146746"/>
                  </a:lnTo>
                  <a:lnTo>
                    <a:pt x="1075211" y="150303"/>
                  </a:lnTo>
                  <a:lnTo>
                    <a:pt x="1167259" y="154356"/>
                  </a:lnTo>
                  <a:lnTo>
                    <a:pt x="1254272" y="158916"/>
                  </a:lnTo>
                  <a:lnTo>
                    <a:pt x="1335199" y="164009"/>
                  </a:lnTo>
                  <a:lnTo>
                    <a:pt x="1409763" y="169686"/>
                  </a:lnTo>
                  <a:lnTo>
                    <a:pt x="1478238" y="176019"/>
                  </a:lnTo>
                  <a:lnTo>
                    <a:pt x="1541255" y="183100"/>
                  </a:lnTo>
                  <a:lnTo>
                    <a:pt x="1599649" y="191037"/>
                  </a:lnTo>
                  <a:lnTo>
                    <a:pt x="1654347" y="199946"/>
                  </a:lnTo>
                  <a:lnTo>
                    <a:pt x="1706280" y="209934"/>
                  </a:lnTo>
                  <a:lnTo>
                    <a:pt x="1756306" y="221078"/>
                  </a:lnTo>
                  <a:lnTo>
                    <a:pt x="1768425" y="224004"/>
                  </a:lnTo>
                  <a:lnTo>
                    <a:pt x="1821123" y="237725"/>
                  </a:lnTo>
                  <a:lnTo>
                    <a:pt x="1873311" y="252859"/>
                  </a:lnTo>
                  <a:lnTo>
                    <a:pt x="1925534" y="269427"/>
                  </a:lnTo>
                  <a:lnTo>
                    <a:pt x="1978163" y="287399"/>
                  </a:lnTo>
                  <a:lnTo>
                    <a:pt x="2031415" y="306690"/>
                  </a:lnTo>
                  <a:lnTo>
                    <a:pt x="2085372" y="327157"/>
                  </a:lnTo>
                  <a:lnTo>
                    <a:pt x="2139999" y="348598"/>
                  </a:lnTo>
                  <a:lnTo>
                    <a:pt x="2195164" y="370759"/>
                  </a:lnTo>
                  <a:lnTo>
                    <a:pt x="2250664" y="393348"/>
                  </a:lnTo>
                  <a:lnTo>
                    <a:pt x="2306250" y="416046"/>
                  </a:lnTo>
                  <a:lnTo>
                    <a:pt x="2361664" y="438527"/>
                  </a:lnTo>
                  <a:lnTo>
                    <a:pt x="2416671" y="460481"/>
                  </a:lnTo>
                  <a:lnTo>
                    <a:pt x="2471087" y="481626"/>
                  </a:lnTo>
                  <a:lnTo>
                    <a:pt x="2524809" y="501723"/>
                  </a:lnTo>
                  <a:lnTo>
                    <a:pt x="2577840" y="520591"/>
                  </a:lnTo>
                  <a:lnTo>
                    <a:pt x="2630304" y="538106"/>
                  </a:lnTo>
                  <a:lnTo>
                    <a:pt x="2682467" y="554200"/>
                  </a:lnTo>
                  <a:lnTo>
                    <a:pt x="2734753" y="568863"/>
                  </a:lnTo>
                  <a:lnTo>
                    <a:pt x="2770117" y="577893"/>
                  </a:lnTo>
                  <a:lnTo>
                    <a:pt x="2819788" y="589326"/>
                  </a:lnTo>
                  <a:lnTo>
                    <a:pt x="2871176" y="599594"/>
                  </a:lnTo>
                  <a:lnTo>
                    <a:pt x="2925108" y="608760"/>
                  </a:lnTo>
                  <a:lnTo>
                    <a:pt x="2982504" y="616925"/>
                  </a:lnTo>
                  <a:lnTo>
                    <a:pt x="3044299" y="624207"/>
                  </a:lnTo>
                  <a:lnTo>
                    <a:pt x="3111360" y="630715"/>
                  </a:lnTo>
                  <a:lnTo>
                    <a:pt x="3184381" y="636546"/>
                  </a:lnTo>
                  <a:lnTo>
                    <a:pt x="3263741" y="641777"/>
                  </a:lnTo>
                  <a:lnTo>
                    <a:pt x="3349319" y="646465"/>
                  </a:lnTo>
                  <a:lnTo>
                    <a:pt x="3440274" y="650642"/>
                  </a:lnTo>
                  <a:lnTo>
                    <a:pt x="3534837" y="654321"/>
                  </a:lnTo>
                  <a:lnTo>
                    <a:pt x="3630184" y="657498"/>
                  </a:lnTo>
                  <a:lnTo>
                    <a:pt x="3722501" y="660162"/>
                  </a:lnTo>
                  <a:lnTo>
                    <a:pt x="3807346" y="662302"/>
                  </a:lnTo>
                  <a:lnTo>
                    <a:pt x="3880335" y="663928"/>
                  </a:lnTo>
                  <a:lnTo>
                    <a:pt x="3938026" y="665069"/>
                  </a:lnTo>
                  <a:lnTo>
                    <a:pt x="3978747" y="665790"/>
                  </a:lnTo>
                  <a:lnTo>
                    <a:pt x="4003098" y="666178"/>
                  </a:lnTo>
                  <a:lnTo>
                    <a:pt x="4013995" y="666334"/>
                  </a:lnTo>
                  <a:lnTo>
                    <a:pt x="4016390" y="666365"/>
                  </a:lnTo>
                  <a:lnTo>
                    <a:pt x="4016409" y="666366"/>
                  </a:lnTo>
                  <a:lnTo>
                    <a:pt x="4538543" y="666366"/>
                  </a:lnTo>
                  <a:lnTo>
                    <a:pt x="4539805" y="666345"/>
                  </a:lnTo>
                  <a:lnTo>
                    <a:pt x="4548059" y="666200"/>
                  </a:lnTo>
                  <a:lnTo>
                    <a:pt x="4568699" y="665798"/>
                  </a:lnTo>
                  <a:lnTo>
                    <a:pt x="4605169" y="665010"/>
                  </a:lnTo>
                  <a:lnTo>
                    <a:pt x="4658658" y="663718"/>
                  </a:lnTo>
                  <a:lnTo>
                    <a:pt x="4728033" y="661836"/>
                  </a:lnTo>
                  <a:lnTo>
                    <a:pt x="4810233" y="659315"/>
                  </a:lnTo>
                  <a:lnTo>
                    <a:pt x="4901033" y="656139"/>
                  </a:lnTo>
                  <a:lnTo>
                    <a:pt x="4995940" y="652314"/>
                  </a:lnTo>
                  <a:lnTo>
                    <a:pt x="5090943" y="647858"/>
                  </a:lnTo>
                  <a:lnTo>
                    <a:pt x="5182957" y="642777"/>
                  </a:lnTo>
                  <a:lnTo>
                    <a:pt x="5269955" y="637063"/>
                  </a:lnTo>
                  <a:lnTo>
                    <a:pt x="5350881" y="630680"/>
                  </a:lnTo>
                  <a:lnTo>
                    <a:pt x="5425452" y="623567"/>
                  </a:lnTo>
                  <a:lnTo>
                    <a:pt x="5493939" y="615632"/>
                  </a:lnTo>
                  <a:lnTo>
                    <a:pt x="5556966" y="606760"/>
                  </a:lnTo>
                  <a:lnTo>
                    <a:pt x="5615368" y="596818"/>
                  </a:lnTo>
                  <a:lnTo>
                    <a:pt x="5670067" y="585659"/>
                  </a:lnTo>
                  <a:lnTo>
                    <a:pt x="5721994" y="573148"/>
                  </a:lnTo>
                  <a:lnTo>
                    <a:pt x="5772005" y="559190"/>
                  </a:lnTo>
                  <a:lnTo>
                    <a:pt x="5784835" y="555305"/>
                  </a:lnTo>
                  <a:lnTo>
                    <a:pt x="5836729" y="538358"/>
                  </a:lnTo>
                  <a:lnTo>
                    <a:pt x="5888119" y="519693"/>
                  </a:lnTo>
                  <a:lnTo>
                    <a:pt x="5939530" y="499282"/>
                  </a:lnTo>
                  <a:lnTo>
                    <a:pt x="5991322" y="477159"/>
                  </a:lnTo>
                  <a:lnTo>
                    <a:pt x="6043709" y="453422"/>
                  </a:lnTo>
                  <a:lnTo>
                    <a:pt x="6096778" y="428239"/>
                  </a:lnTo>
                  <a:lnTo>
                    <a:pt x="6150505" y="401844"/>
                  </a:lnTo>
                  <a:lnTo>
                    <a:pt x="6204771" y="374536"/>
                  </a:lnTo>
                  <a:lnTo>
                    <a:pt x="6259388" y="346663"/>
                  </a:lnTo>
                  <a:lnTo>
                    <a:pt x="6314123" y="318602"/>
                  </a:lnTo>
                  <a:lnTo>
                    <a:pt x="6368731" y="290743"/>
                  </a:lnTo>
                  <a:lnTo>
                    <a:pt x="6422979" y="263465"/>
                  </a:lnTo>
                  <a:lnTo>
                    <a:pt x="6476681" y="237113"/>
                  </a:lnTo>
                  <a:lnTo>
                    <a:pt x="6529723" y="211982"/>
                  </a:lnTo>
                  <a:lnTo>
                    <a:pt x="6582084" y="188306"/>
                  </a:lnTo>
                  <a:lnTo>
                    <a:pt x="6633857" y="166249"/>
                  </a:lnTo>
                  <a:lnTo>
                    <a:pt x="6685259" y="145906"/>
                  </a:lnTo>
                  <a:lnTo>
                    <a:pt x="6736658" y="127309"/>
                  </a:lnTo>
                  <a:lnTo>
                    <a:pt x="6786527" y="111061"/>
                  </a:lnTo>
                  <a:lnTo>
                    <a:pt x="6836161" y="96718"/>
                  </a:lnTo>
                  <a:lnTo>
                    <a:pt x="6887511" y="83836"/>
                  </a:lnTo>
                  <a:lnTo>
                    <a:pt x="6941398" y="72337"/>
                  </a:lnTo>
                  <a:lnTo>
                    <a:pt x="6998742" y="62091"/>
                  </a:lnTo>
                  <a:lnTo>
                    <a:pt x="7060477" y="52954"/>
                  </a:lnTo>
                  <a:lnTo>
                    <a:pt x="7127467" y="44786"/>
                  </a:lnTo>
                  <a:lnTo>
                    <a:pt x="7200407" y="37468"/>
                  </a:lnTo>
                  <a:lnTo>
                    <a:pt x="7279676" y="30901"/>
                  </a:lnTo>
                  <a:lnTo>
                    <a:pt x="7365155" y="25017"/>
                  </a:lnTo>
                  <a:lnTo>
                    <a:pt x="7456013" y="19773"/>
                  </a:lnTo>
                  <a:lnTo>
                    <a:pt x="7550490" y="15154"/>
                  </a:lnTo>
                  <a:lnTo>
                    <a:pt x="7645777" y="11163"/>
                  </a:lnTo>
                  <a:lnTo>
                    <a:pt x="7738073" y="7816"/>
                  </a:lnTo>
                  <a:lnTo>
                    <a:pt x="7822952" y="5124"/>
                  </a:lnTo>
                  <a:lnTo>
                    <a:pt x="7896033" y="3079"/>
                  </a:lnTo>
                  <a:lnTo>
                    <a:pt x="7953866" y="1640"/>
                  </a:lnTo>
                  <a:lnTo>
                    <a:pt x="7994761" y="730"/>
                  </a:lnTo>
                  <a:lnTo>
                    <a:pt x="8019287" y="240"/>
                  </a:lnTo>
                  <a:lnTo>
                    <a:pt x="8030326" y="40"/>
                  </a:lnTo>
                  <a:lnTo>
                    <a:pt x="8032796" y="0"/>
                  </a:lnTo>
                  <a:lnTo>
                    <a:pt x="8032819" y="0"/>
                  </a:lnTo>
                  <a:lnTo>
                    <a:pt x="8554953" y="0"/>
                  </a:lnTo>
                  <a:lnTo>
                    <a:pt x="8554953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856" name="pl856"/>
            <p:cNvSpPr/>
            <p:nvPr/>
          </p:nvSpPr>
          <p:spPr>
            <a:xfrm>
              <a:off x="386606" y="3828421"/>
              <a:ext cx="8554953" cy="666366"/>
            </a:xfrm>
            <a:custGeom>
              <a:avLst/>
              <a:pathLst>
                <a:path w="8554953" h="666366">
                  <a:moveTo>
                    <a:pt x="8554953" y="0"/>
                  </a:moveTo>
                  <a:lnTo>
                    <a:pt x="8032819" y="0"/>
                  </a:lnTo>
                  <a:lnTo>
                    <a:pt x="8031557" y="20"/>
                  </a:lnTo>
                  <a:lnTo>
                    <a:pt x="8023302" y="165"/>
                  </a:lnTo>
                  <a:lnTo>
                    <a:pt x="8002663" y="567"/>
                  </a:lnTo>
                  <a:lnTo>
                    <a:pt x="7966193" y="1356"/>
                  </a:lnTo>
                  <a:lnTo>
                    <a:pt x="7912704" y="2647"/>
                  </a:lnTo>
                  <a:lnTo>
                    <a:pt x="7843329" y="4529"/>
                  </a:lnTo>
                  <a:lnTo>
                    <a:pt x="7761129" y="7050"/>
                  </a:lnTo>
                  <a:lnTo>
                    <a:pt x="7670329" y="10227"/>
                  </a:lnTo>
                  <a:lnTo>
                    <a:pt x="7575422" y="14051"/>
                  </a:lnTo>
                  <a:lnTo>
                    <a:pt x="7480419" y="18507"/>
                  </a:lnTo>
                  <a:lnTo>
                    <a:pt x="7388405" y="23588"/>
                  </a:lnTo>
                  <a:lnTo>
                    <a:pt x="7301407" y="29302"/>
                  </a:lnTo>
                  <a:lnTo>
                    <a:pt x="7220481" y="35685"/>
                  </a:lnTo>
                  <a:lnTo>
                    <a:pt x="7145910" y="42799"/>
                  </a:lnTo>
                  <a:lnTo>
                    <a:pt x="7077423" y="50733"/>
                  </a:lnTo>
                  <a:lnTo>
                    <a:pt x="7014396" y="59605"/>
                  </a:lnTo>
                  <a:lnTo>
                    <a:pt x="6955994" y="69547"/>
                  </a:lnTo>
                  <a:lnTo>
                    <a:pt x="6901295" y="80706"/>
                  </a:lnTo>
                  <a:lnTo>
                    <a:pt x="6849368" y="93217"/>
                  </a:lnTo>
                  <a:lnTo>
                    <a:pt x="6799357" y="107175"/>
                  </a:lnTo>
                  <a:lnTo>
                    <a:pt x="6786527" y="111061"/>
                  </a:lnTo>
                  <a:lnTo>
                    <a:pt x="6734633" y="128007"/>
                  </a:lnTo>
                  <a:lnTo>
                    <a:pt x="6683243" y="146672"/>
                  </a:lnTo>
                  <a:lnTo>
                    <a:pt x="6631832" y="167083"/>
                  </a:lnTo>
                  <a:lnTo>
                    <a:pt x="6580040" y="189206"/>
                  </a:lnTo>
                  <a:lnTo>
                    <a:pt x="6527653" y="212943"/>
                  </a:lnTo>
                  <a:lnTo>
                    <a:pt x="6474584" y="238127"/>
                  </a:lnTo>
                  <a:lnTo>
                    <a:pt x="6420857" y="264521"/>
                  </a:lnTo>
                  <a:lnTo>
                    <a:pt x="6366591" y="291829"/>
                  </a:lnTo>
                  <a:lnTo>
                    <a:pt x="6311974" y="319703"/>
                  </a:lnTo>
                  <a:lnTo>
                    <a:pt x="6257239" y="347764"/>
                  </a:lnTo>
                  <a:lnTo>
                    <a:pt x="6202631" y="375622"/>
                  </a:lnTo>
                  <a:lnTo>
                    <a:pt x="6148383" y="402900"/>
                  </a:lnTo>
                  <a:lnTo>
                    <a:pt x="6094681" y="429252"/>
                  </a:lnTo>
                  <a:lnTo>
                    <a:pt x="6041639" y="454383"/>
                  </a:lnTo>
                  <a:lnTo>
                    <a:pt x="5989277" y="478059"/>
                  </a:lnTo>
                  <a:lnTo>
                    <a:pt x="5937505" y="500117"/>
                  </a:lnTo>
                  <a:lnTo>
                    <a:pt x="5886102" y="520459"/>
                  </a:lnTo>
                  <a:lnTo>
                    <a:pt x="5834704" y="539056"/>
                  </a:lnTo>
                  <a:lnTo>
                    <a:pt x="5784835" y="555305"/>
                  </a:lnTo>
                  <a:lnTo>
                    <a:pt x="5735201" y="569647"/>
                  </a:lnTo>
                  <a:lnTo>
                    <a:pt x="5683851" y="582529"/>
                  </a:lnTo>
                  <a:lnTo>
                    <a:pt x="5629964" y="594028"/>
                  </a:lnTo>
                  <a:lnTo>
                    <a:pt x="5572620" y="604274"/>
                  </a:lnTo>
                  <a:lnTo>
                    <a:pt x="5510885" y="613412"/>
                  </a:lnTo>
                  <a:lnTo>
                    <a:pt x="5443895" y="621579"/>
                  </a:lnTo>
                  <a:lnTo>
                    <a:pt x="5370955" y="628897"/>
                  </a:lnTo>
                  <a:lnTo>
                    <a:pt x="5291686" y="635464"/>
                  </a:lnTo>
                  <a:lnTo>
                    <a:pt x="5206207" y="641348"/>
                  </a:lnTo>
                  <a:lnTo>
                    <a:pt x="5115349" y="646592"/>
                  </a:lnTo>
                  <a:lnTo>
                    <a:pt x="5020872" y="651212"/>
                  </a:lnTo>
                  <a:lnTo>
                    <a:pt x="4925585" y="655202"/>
                  </a:lnTo>
                  <a:lnTo>
                    <a:pt x="4833288" y="658549"/>
                  </a:lnTo>
                  <a:lnTo>
                    <a:pt x="4748410" y="661241"/>
                  </a:lnTo>
                  <a:lnTo>
                    <a:pt x="4675329" y="663286"/>
                  </a:lnTo>
                  <a:lnTo>
                    <a:pt x="4617496" y="664725"/>
                  </a:lnTo>
                  <a:lnTo>
                    <a:pt x="4576601" y="665635"/>
                  </a:lnTo>
                  <a:lnTo>
                    <a:pt x="4552075" y="666125"/>
                  </a:lnTo>
                  <a:lnTo>
                    <a:pt x="4541036" y="666325"/>
                  </a:lnTo>
                  <a:lnTo>
                    <a:pt x="4538566" y="666365"/>
                  </a:lnTo>
                  <a:lnTo>
                    <a:pt x="4538543" y="666366"/>
                  </a:lnTo>
                  <a:lnTo>
                    <a:pt x="4016409" y="666366"/>
                  </a:lnTo>
                  <a:lnTo>
                    <a:pt x="4015144" y="666349"/>
                  </a:lnTo>
                  <a:lnTo>
                    <a:pt x="4006873" y="666233"/>
                  </a:lnTo>
                  <a:lnTo>
                    <a:pt x="3986192" y="665913"/>
                  </a:lnTo>
                  <a:lnTo>
                    <a:pt x="3949653" y="665283"/>
                  </a:lnTo>
                  <a:lnTo>
                    <a:pt x="3896071" y="664252"/>
                  </a:lnTo>
                  <a:lnTo>
                    <a:pt x="3826588" y="662750"/>
                  </a:lnTo>
                  <a:lnTo>
                    <a:pt x="3744278" y="660738"/>
                  </a:lnTo>
                  <a:lnTo>
                    <a:pt x="3653379" y="658203"/>
                  </a:lnTo>
                  <a:lnTo>
                    <a:pt x="3558392" y="655151"/>
                  </a:lnTo>
                  <a:lnTo>
                    <a:pt x="3463332" y="651595"/>
                  </a:lnTo>
                  <a:lnTo>
                    <a:pt x="3371284" y="647541"/>
                  </a:lnTo>
                  <a:lnTo>
                    <a:pt x="3284270" y="642981"/>
                  </a:lnTo>
                  <a:lnTo>
                    <a:pt x="3203343" y="637888"/>
                  </a:lnTo>
                  <a:lnTo>
                    <a:pt x="3128779" y="632211"/>
                  </a:lnTo>
                  <a:lnTo>
                    <a:pt x="3060304" y="625878"/>
                  </a:lnTo>
                  <a:lnTo>
                    <a:pt x="2997287" y="618797"/>
                  </a:lnTo>
                  <a:lnTo>
                    <a:pt x="2938893" y="610860"/>
                  </a:lnTo>
                  <a:lnTo>
                    <a:pt x="2884195" y="601952"/>
                  </a:lnTo>
                  <a:lnTo>
                    <a:pt x="2832262" y="591963"/>
                  </a:lnTo>
                  <a:lnTo>
                    <a:pt x="2782236" y="580819"/>
                  </a:lnTo>
                  <a:lnTo>
                    <a:pt x="2770117" y="577893"/>
                  </a:lnTo>
                  <a:lnTo>
                    <a:pt x="2717419" y="564172"/>
                  </a:lnTo>
                  <a:lnTo>
                    <a:pt x="2665232" y="549038"/>
                  </a:lnTo>
                  <a:lnTo>
                    <a:pt x="2613008" y="532470"/>
                  </a:lnTo>
                  <a:lnTo>
                    <a:pt x="2560379" y="514498"/>
                  </a:lnTo>
                  <a:lnTo>
                    <a:pt x="2507127" y="495207"/>
                  </a:lnTo>
                  <a:lnTo>
                    <a:pt x="2453170" y="474740"/>
                  </a:lnTo>
                  <a:lnTo>
                    <a:pt x="2398543" y="453300"/>
                  </a:lnTo>
                  <a:lnTo>
                    <a:pt x="2343378" y="431138"/>
                  </a:lnTo>
                  <a:lnTo>
                    <a:pt x="2287879" y="408549"/>
                  </a:lnTo>
                  <a:lnTo>
                    <a:pt x="2232292" y="385852"/>
                  </a:lnTo>
                  <a:lnTo>
                    <a:pt x="2176878" y="363370"/>
                  </a:lnTo>
                  <a:lnTo>
                    <a:pt x="2121871" y="341416"/>
                  </a:lnTo>
                  <a:lnTo>
                    <a:pt x="2067455" y="320272"/>
                  </a:lnTo>
                  <a:lnTo>
                    <a:pt x="2013733" y="300174"/>
                  </a:lnTo>
                  <a:lnTo>
                    <a:pt x="1960702" y="281306"/>
                  </a:lnTo>
                  <a:lnTo>
                    <a:pt x="1908238" y="263792"/>
                  </a:lnTo>
                  <a:lnTo>
                    <a:pt x="1856076" y="247697"/>
                  </a:lnTo>
                  <a:lnTo>
                    <a:pt x="1803789" y="233034"/>
                  </a:lnTo>
                  <a:lnTo>
                    <a:pt x="1768425" y="224004"/>
                  </a:lnTo>
                  <a:lnTo>
                    <a:pt x="1718754" y="212571"/>
                  </a:lnTo>
                  <a:lnTo>
                    <a:pt x="1667366" y="202303"/>
                  </a:lnTo>
                  <a:lnTo>
                    <a:pt x="1613434" y="193138"/>
                  </a:lnTo>
                  <a:lnTo>
                    <a:pt x="1556038" y="184972"/>
                  </a:lnTo>
                  <a:lnTo>
                    <a:pt x="1494244" y="177691"/>
                  </a:lnTo>
                  <a:lnTo>
                    <a:pt x="1427182" y="171183"/>
                  </a:lnTo>
                  <a:lnTo>
                    <a:pt x="1354161" y="165351"/>
                  </a:lnTo>
                  <a:lnTo>
                    <a:pt x="1274801" y="160120"/>
                  </a:lnTo>
                  <a:lnTo>
                    <a:pt x="1189223" y="155432"/>
                  </a:lnTo>
                  <a:lnTo>
                    <a:pt x="1098268" y="151255"/>
                  </a:lnTo>
                  <a:lnTo>
                    <a:pt x="1003705" y="147576"/>
                  </a:lnTo>
                  <a:lnTo>
                    <a:pt x="908358" y="144399"/>
                  </a:lnTo>
                  <a:lnTo>
                    <a:pt x="816041" y="141736"/>
                  </a:lnTo>
                  <a:lnTo>
                    <a:pt x="731196" y="139595"/>
                  </a:lnTo>
                  <a:lnTo>
                    <a:pt x="658207" y="137970"/>
                  </a:lnTo>
                  <a:lnTo>
                    <a:pt x="600516" y="136828"/>
                  </a:lnTo>
                  <a:lnTo>
                    <a:pt x="559795" y="136107"/>
                  </a:lnTo>
                  <a:lnTo>
                    <a:pt x="535444" y="135720"/>
                  </a:lnTo>
                  <a:lnTo>
                    <a:pt x="524547" y="135563"/>
                  </a:lnTo>
                  <a:lnTo>
                    <a:pt x="522153" y="135532"/>
                  </a:lnTo>
                  <a:lnTo>
                    <a:pt x="522133" y="135532"/>
                  </a:lnTo>
                  <a:lnTo>
                    <a:pt x="0" y="135532"/>
                  </a:lnTo>
                  <a:lnTo>
                    <a:pt x="0" y="135532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857" name="pg857"/>
            <p:cNvSpPr/>
            <p:nvPr/>
          </p:nvSpPr>
          <p:spPr>
            <a:xfrm>
              <a:off x="386606" y="3969600"/>
              <a:ext cx="8554953" cy="1197200"/>
            </a:xfrm>
            <a:custGeom>
              <a:avLst/>
              <a:pathLst>
                <a:path w="8554953" h="1197200">
                  <a:moveTo>
                    <a:pt x="0" y="5647"/>
                  </a:moveTo>
                  <a:lnTo>
                    <a:pt x="522133" y="5647"/>
                  </a:lnTo>
                  <a:lnTo>
                    <a:pt x="523397" y="5664"/>
                  </a:lnTo>
                  <a:lnTo>
                    <a:pt x="531664" y="5789"/>
                  </a:lnTo>
                  <a:lnTo>
                    <a:pt x="552333" y="6133"/>
                  </a:lnTo>
                  <a:lnTo>
                    <a:pt x="588854" y="6809"/>
                  </a:lnTo>
                  <a:lnTo>
                    <a:pt x="642411" y="7917"/>
                  </a:lnTo>
                  <a:lnTo>
                    <a:pt x="711865" y="9529"/>
                  </a:lnTo>
                  <a:lnTo>
                    <a:pt x="794146" y="11690"/>
                  </a:lnTo>
                  <a:lnTo>
                    <a:pt x="885018" y="14413"/>
                  </a:lnTo>
                  <a:lnTo>
                    <a:pt x="979984" y="17690"/>
                  </a:lnTo>
                  <a:lnTo>
                    <a:pt x="1075029" y="21510"/>
                  </a:lnTo>
                  <a:lnTo>
                    <a:pt x="1167068" y="25863"/>
                  </a:lnTo>
                  <a:lnTo>
                    <a:pt x="1254076" y="30760"/>
                  </a:lnTo>
                  <a:lnTo>
                    <a:pt x="1335004" y="36230"/>
                  </a:lnTo>
                  <a:lnTo>
                    <a:pt x="1409570" y="42327"/>
                  </a:lnTo>
                  <a:lnTo>
                    <a:pt x="1478048" y="49128"/>
                  </a:lnTo>
                  <a:lnTo>
                    <a:pt x="1541067" y="56733"/>
                  </a:lnTo>
                  <a:lnTo>
                    <a:pt x="1599463" y="65256"/>
                  </a:lnTo>
                  <a:lnTo>
                    <a:pt x="1654161" y="74822"/>
                  </a:lnTo>
                  <a:lnTo>
                    <a:pt x="1706093" y="85548"/>
                  </a:lnTo>
                  <a:lnTo>
                    <a:pt x="1756115" y="97515"/>
                  </a:lnTo>
                  <a:lnTo>
                    <a:pt x="1768425" y="100707"/>
                  </a:lnTo>
                  <a:lnTo>
                    <a:pt x="1820901" y="115384"/>
                  </a:lnTo>
                  <a:lnTo>
                    <a:pt x="1872869" y="131567"/>
                  </a:lnTo>
                  <a:lnTo>
                    <a:pt x="1924868" y="149277"/>
                  </a:lnTo>
                  <a:lnTo>
                    <a:pt x="1977266" y="168484"/>
                  </a:lnTo>
                  <a:lnTo>
                    <a:pt x="2030279" y="189098"/>
                  </a:lnTo>
                  <a:lnTo>
                    <a:pt x="2083991" y="210969"/>
                  </a:lnTo>
                  <a:lnTo>
                    <a:pt x="2138369" y="233883"/>
                  </a:lnTo>
                  <a:lnTo>
                    <a:pt x="2193286" y="257574"/>
                  </a:lnTo>
                  <a:lnTo>
                    <a:pt x="2248542" y="281731"/>
                  </a:lnTo>
                  <a:lnTo>
                    <a:pt x="2303894" y="306018"/>
                  </a:lnTo>
                  <a:lnTo>
                    <a:pt x="2359087" y="330089"/>
                  </a:lnTo>
                  <a:lnTo>
                    <a:pt x="2413885" y="353613"/>
                  </a:lnTo>
                  <a:lnTo>
                    <a:pt x="2468105" y="376288"/>
                  </a:lnTo>
                  <a:lnTo>
                    <a:pt x="2521640" y="397861"/>
                  </a:lnTo>
                  <a:lnTo>
                    <a:pt x="2574486" y="418134"/>
                  </a:lnTo>
                  <a:lnTo>
                    <a:pt x="2626758" y="436971"/>
                  </a:lnTo>
                  <a:lnTo>
                    <a:pt x="2678709" y="454298"/>
                  </a:lnTo>
                  <a:lnTo>
                    <a:pt x="2730745" y="470099"/>
                  </a:lnTo>
                  <a:lnTo>
                    <a:pt x="2770117" y="480950"/>
                  </a:lnTo>
                  <a:lnTo>
                    <a:pt x="2819778" y="493232"/>
                  </a:lnTo>
                  <a:lnTo>
                    <a:pt x="2871156" y="504263"/>
                  </a:lnTo>
                  <a:lnTo>
                    <a:pt x="2925076" y="514110"/>
                  </a:lnTo>
                  <a:lnTo>
                    <a:pt x="2982458" y="522882"/>
                  </a:lnTo>
                  <a:lnTo>
                    <a:pt x="3044236" y="530705"/>
                  </a:lnTo>
                  <a:lnTo>
                    <a:pt x="3111279" y="537697"/>
                  </a:lnTo>
                  <a:lnTo>
                    <a:pt x="3184278" y="543962"/>
                  </a:lnTo>
                  <a:lnTo>
                    <a:pt x="3263614" y="549583"/>
                  </a:lnTo>
                  <a:lnTo>
                    <a:pt x="3349165" y="554620"/>
                  </a:lnTo>
                  <a:lnTo>
                    <a:pt x="3440093" y="559108"/>
                  </a:lnTo>
                  <a:lnTo>
                    <a:pt x="3534634" y="563061"/>
                  </a:lnTo>
                  <a:lnTo>
                    <a:pt x="3629965" y="566476"/>
                  </a:lnTo>
                  <a:lnTo>
                    <a:pt x="3722276" y="569338"/>
                  </a:lnTo>
                  <a:lnTo>
                    <a:pt x="3807130" y="571640"/>
                  </a:lnTo>
                  <a:lnTo>
                    <a:pt x="3880144" y="573387"/>
                  </a:lnTo>
                  <a:lnTo>
                    <a:pt x="3937873" y="574615"/>
                  </a:lnTo>
                  <a:lnTo>
                    <a:pt x="3978641" y="575391"/>
                  </a:lnTo>
                  <a:lnTo>
                    <a:pt x="4003039" y="575808"/>
                  </a:lnTo>
                  <a:lnTo>
                    <a:pt x="4013974" y="575977"/>
                  </a:lnTo>
                  <a:lnTo>
                    <a:pt x="4016409" y="576011"/>
                  </a:lnTo>
                  <a:lnTo>
                    <a:pt x="4538543" y="576011"/>
                  </a:lnTo>
                  <a:lnTo>
                    <a:pt x="4539806" y="576030"/>
                  </a:lnTo>
                  <a:lnTo>
                    <a:pt x="4548067" y="576165"/>
                  </a:lnTo>
                  <a:lnTo>
                    <a:pt x="4568720" y="576540"/>
                  </a:lnTo>
                  <a:lnTo>
                    <a:pt x="4605216" y="577276"/>
                  </a:lnTo>
                  <a:lnTo>
                    <a:pt x="4658738" y="578481"/>
                  </a:lnTo>
                  <a:lnTo>
                    <a:pt x="4728152" y="580236"/>
                  </a:lnTo>
                  <a:lnTo>
                    <a:pt x="4810391" y="582588"/>
                  </a:lnTo>
                  <a:lnTo>
                    <a:pt x="4901227" y="585551"/>
                  </a:lnTo>
                  <a:lnTo>
                    <a:pt x="4996162" y="589119"/>
                  </a:lnTo>
                  <a:lnTo>
                    <a:pt x="5091186" y="593276"/>
                  </a:lnTo>
                  <a:lnTo>
                    <a:pt x="5183212" y="598014"/>
                  </a:lnTo>
                  <a:lnTo>
                    <a:pt x="5270215" y="603344"/>
                  </a:lnTo>
                  <a:lnTo>
                    <a:pt x="5351142" y="609298"/>
                  </a:lnTo>
                  <a:lnTo>
                    <a:pt x="5425710" y="615934"/>
                  </a:lnTo>
                  <a:lnTo>
                    <a:pt x="5494193" y="623336"/>
                  </a:lnTo>
                  <a:lnTo>
                    <a:pt x="5557216" y="631611"/>
                  </a:lnTo>
                  <a:lnTo>
                    <a:pt x="5615615" y="640887"/>
                  </a:lnTo>
                  <a:lnTo>
                    <a:pt x="5670314" y="651297"/>
                  </a:lnTo>
                  <a:lnTo>
                    <a:pt x="5722243" y="662969"/>
                  </a:lnTo>
                  <a:lnTo>
                    <a:pt x="5772260" y="675991"/>
                  </a:lnTo>
                  <a:lnTo>
                    <a:pt x="5784835" y="679542"/>
                  </a:lnTo>
                  <a:lnTo>
                    <a:pt x="5837010" y="695430"/>
                  </a:lnTo>
                  <a:lnTo>
                    <a:pt x="5888679" y="712939"/>
                  </a:lnTo>
                  <a:lnTo>
                    <a:pt x="5940374" y="732092"/>
                  </a:lnTo>
                  <a:lnTo>
                    <a:pt x="5992459" y="752857"/>
                  </a:lnTo>
                  <a:lnTo>
                    <a:pt x="6045148" y="775141"/>
                  </a:lnTo>
                  <a:lnTo>
                    <a:pt x="6098527" y="798783"/>
                  </a:lnTo>
                  <a:lnTo>
                    <a:pt x="6152569" y="823557"/>
                  </a:lnTo>
                  <a:lnTo>
                    <a:pt x="6207149" y="849181"/>
                  </a:lnTo>
                  <a:lnTo>
                    <a:pt x="6262075" y="875323"/>
                  </a:lnTo>
                  <a:lnTo>
                    <a:pt x="6317108" y="901623"/>
                  </a:lnTo>
                  <a:lnTo>
                    <a:pt x="6371999" y="927713"/>
                  </a:lnTo>
                  <a:lnTo>
                    <a:pt x="6426513" y="953234"/>
                  </a:lnTo>
                  <a:lnTo>
                    <a:pt x="6480466" y="977864"/>
                  </a:lnTo>
                  <a:lnTo>
                    <a:pt x="6533746" y="1001325"/>
                  </a:lnTo>
                  <a:lnTo>
                    <a:pt x="6586342" y="1023401"/>
                  </a:lnTo>
                  <a:lnTo>
                    <a:pt x="6638355" y="1043942"/>
                  </a:lnTo>
                  <a:lnTo>
                    <a:pt x="6690020" y="1062861"/>
                  </a:lnTo>
                  <a:lnTo>
                    <a:pt x="6741724" y="1080137"/>
                  </a:lnTo>
                  <a:lnTo>
                    <a:pt x="6786527" y="1093668"/>
                  </a:lnTo>
                  <a:lnTo>
                    <a:pt x="6836174" y="1107041"/>
                  </a:lnTo>
                  <a:lnTo>
                    <a:pt x="6887538" y="1119053"/>
                  </a:lnTo>
                  <a:lnTo>
                    <a:pt x="6941441" y="1129774"/>
                  </a:lnTo>
                  <a:lnTo>
                    <a:pt x="6998804" y="1139327"/>
                  </a:lnTo>
                  <a:lnTo>
                    <a:pt x="7060560" y="1147846"/>
                  </a:lnTo>
                  <a:lnTo>
                    <a:pt x="7127576" y="1155461"/>
                  </a:lnTo>
                  <a:lnTo>
                    <a:pt x="7200544" y="1162283"/>
                  </a:lnTo>
                  <a:lnTo>
                    <a:pt x="7279846" y="1168405"/>
                  </a:lnTo>
                  <a:lnTo>
                    <a:pt x="7365360" y="1173890"/>
                  </a:lnTo>
                  <a:lnTo>
                    <a:pt x="7456253" y="1178778"/>
                  </a:lnTo>
                  <a:lnTo>
                    <a:pt x="7550761" y="1183084"/>
                  </a:lnTo>
                  <a:lnTo>
                    <a:pt x="7646069" y="1186804"/>
                  </a:lnTo>
                  <a:lnTo>
                    <a:pt x="7738373" y="1189923"/>
                  </a:lnTo>
                  <a:lnTo>
                    <a:pt x="7823240" y="1192431"/>
                  </a:lnTo>
                  <a:lnTo>
                    <a:pt x="7896288" y="1194335"/>
                  </a:lnTo>
                  <a:lnTo>
                    <a:pt x="7954070" y="1195675"/>
                  </a:lnTo>
                  <a:lnTo>
                    <a:pt x="7994903" y="1196521"/>
                  </a:lnTo>
                  <a:lnTo>
                    <a:pt x="8019366" y="1196977"/>
                  </a:lnTo>
                  <a:lnTo>
                    <a:pt x="8030355" y="1197162"/>
                  </a:lnTo>
                  <a:lnTo>
                    <a:pt x="8032819" y="1197200"/>
                  </a:lnTo>
                  <a:lnTo>
                    <a:pt x="8554953" y="1197200"/>
                  </a:lnTo>
                  <a:lnTo>
                    <a:pt x="8554953" y="1191553"/>
                  </a:lnTo>
                  <a:lnTo>
                    <a:pt x="8032819" y="1191553"/>
                  </a:lnTo>
                  <a:lnTo>
                    <a:pt x="8031556" y="1191534"/>
                  </a:lnTo>
                  <a:lnTo>
                    <a:pt x="8023295" y="1191398"/>
                  </a:lnTo>
                  <a:lnTo>
                    <a:pt x="8002641" y="1191023"/>
                  </a:lnTo>
                  <a:lnTo>
                    <a:pt x="7966146" y="1190287"/>
                  </a:lnTo>
                  <a:lnTo>
                    <a:pt x="7912624" y="1189082"/>
                  </a:lnTo>
                  <a:lnTo>
                    <a:pt x="7843210" y="1187327"/>
                  </a:lnTo>
                  <a:lnTo>
                    <a:pt x="7760971" y="1184975"/>
                  </a:lnTo>
                  <a:lnTo>
                    <a:pt x="7670135" y="1182012"/>
                  </a:lnTo>
                  <a:lnTo>
                    <a:pt x="7575200" y="1178445"/>
                  </a:lnTo>
                  <a:lnTo>
                    <a:pt x="7480176" y="1174288"/>
                  </a:lnTo>
                  <a:lnTo>
                    <a:pt x="7388150" y="1169549"/>
                  </a:lnTo>
                  <a:lnTo>
                    <a:pt x="7301147" y="1164219"/>
                  </a:lnTo>
                  <a:lnTo>
                    <a:pt x="7220220" y="1158266"/>
                  </a:lnTo>
                  <a:lnTo>
                    <a:pt x="7145651" y="1151630"/>
                  </a:lnTo>
                  <a:lnTo>
                    <a:pt x="7077169" y="1144228"/>
                  </a:lnTo>
                  <a:lnTo>
                    <a:pt x="7014145" y="1135952"/>
                  </a:lnTo>
                  <a:lnTo>
                    <a:pt x="6955747" y="1126677"/>
                  </a:lnTo>
                  <a:lnTo>
                    <a:pt x="6901048" y="1116266"/>
                  </a:lnTo>
                  <a:lnTo>
                    <a:pt x="6849119" y="1104595"/>
                  </a:lnTo>
                  <a:lnTo>
                    <a:pt x="6799102" y="1091572"/>
                  </a:lnTo>
                  <a:lnTo>
                    <a:pt x="6786527" y="1088021"/>
                  </a:lnTo>
                  <a:lnTo>
                    <a:pt x="6734352" y="1072133"/>
                  </a:lnTo>
                  <a:lnTo>
                    <a:pt x="6682683" y="1054625"/>
                  </a:lnTo>
                  <a:lnTo>
                    <a:pt x="6630988" y="1035472"/>
                  </a:lnTo>
                  <a:lnTo>
                    <a:pt x="6578903" y="1014706"/>
                  </a:lnTo>
                  <a:lnTo>
                    <a:pt x="6526214" y="992423"/>
                  </a:lnTo>
                  <a:lnTo>
                    <a:pt x="6472835" y="968781"/>
                  </a:lnTo>
                  <a:lnTo>
                    <a:pt x="6418793" y="944006"/>
                  </a:lnTo>
                  <a:lnTo>
                    <a:pt x="6364213" y="918383"/>
                  </a:lnTo>
                  <a:lnTo>
                    <a:pt x="6309287" y="892241"/>
                  </a:lnTo>
                  <a:lnTo>
                    <a:pt x="6254253" y="865941"/>
                  </a:lnTo>
                  <a:lnTo>
                    <a:pt x="6199363" y="839851"/>
                  </a:lnTo>
                  <a:lnTo>
                    <a:pt x="6144849" y="814329"/>
                  </a:lnTo>
                  <a:lnTo>
                    <a:pt x="6090896" y="789699"/>
                  </a:lnTo>
                  <a:lnTo>
                    <a:pt x="6037616" y="766238"/>
                  </a:lnTo>
                  <a:lnTo>
                    <a:pt x="5985020" y="744162"/>
                  </a:lnTo>
                  <a:lnTo>
                    <a:pt x="5933007" y="723622"/>
                  </a:lnTo>
                  <a:lnTo>
                    <a:pt x="5881342" y="704702"/>
                  </a:lnTo>
                  <a:lnTo>
                    <a:pt x="5829638" y="687427"/>
                  </a:lnTo>
                  <a:lnTo>
                    <a:pt x="5784835" y="673895"/>
                  </a:lnTo>
                  <a:lnTo>
                    <a:pt x="5735188" y="660522"/>
                  </a:lnTo>
                  <a:lnTo>
                    <a:pt x="5683824" y="648511"/>
                  </a:lnTo>
                  <a:lnTo>
                    <a:pt x="5629921" y="637789"/>
                  </a:lnTo>
                  <a:lnTo>
                    <a:pt x="5572558" y="628236"/>
                  </a:lnTo>
                  <a:lnTo>
                    <a:pt x="5510802" y="619717"/>
                  </a:lnTo>
                  <a:lnTo>
                    <a:pt x="5443786" y="612103"/>
                  </a:lnTo>
                  <a:lnTo>
                    <a:pt x="5370818" y="605280"/>
                  </a:lnTo>
                  <a:lnTo>
                    <a:pt x="5291516" y="599159"/>
                  </a:lnTo>
                  <a:lnTo>
                    <a:pt x="5206002" y="593673"/>
                  </a:lnTo>
                  <a:lnTo>
                    <a:pt x="5115109" y="588785"/>
                  </a:lnTo>
                  <a:lnTo>
                    <a:pt x="5020601" y="584479"/>
                  </a:lnTo>
                  <a:lnTo>
                    <a:pt x="4925293" y="580760"/>
                  </a:lnTo>
                  <a:lnTo>
                    <a:pt x="4832989" y="577641"/>
                  </a:lnTo>
                  <a:lnTo>
                    <a:pt x="4748122" y="575133"/>
                  </a:lnTo>
                  <a:lnTo>
                    <a:pt x="4675074" y="573228"/>
                  </a:lnTo>
                  <a:lnTo>
                    <a:pt x="4617292" y="571889"/>
                  </a:lnTo>
                  <a:lnTo>
                    <a:pt x="4576459" y="571042"/>
                  </a:lnTo>
                  <a:lnTo>
                    <a:pt x="4551996" y="570586"/>
                  </a:lnTo>
                  <a:lnTo>
                    <a:pt x="4541007" y="570402"/>
                  </a:lnTo>
                  <a:lnTo>
                    <a:pt x="4538543" y="570364"/>
                  </a:lnTo>
                  <a:lnTo>
                    <a:pt x="4016409" y="570364"/>
                  </a:lnTo>
                  <a:lnTo>
                    <a:pt x="4015145" y="570346"/>
                  </a:lnTo>
                  <a:lnTo>
                    <a:pt x="4006878" y="570222"/>
                  </a:lnTo>
                  <a:lnTo>
                    <a:pt x="3986209" y="569877"/>
                  </a:lnTo>
                  <a:lnTo>
                    <a:pt x="3949688" y="569201"/>
                  </a:lnTo>
                  <a:lnTo>
                    <a:pt x="3896131" y="568094"/>
                  </a:lnTo>
                  <a:lnTo>
                    <a:pt x="3826677" y="566481"/>
                  </a:lnTo>
                  <a:lnTo>
                    <a:pt x="3744397" y="564320"/>
                  </a:lnTo>
                  <a:lnTo>
                    <a:pt x="3653524" y="561597"/>
                  </a:lnTo>
                  <a:lnTo>
                    <a:pt x="3558558" y="558320"/>
                  </a:lnTo>
                  <a:lnTo>
                    <a:pt x="3463513" y="554501"/>
                  </a:lnTo>
                  <a:lnTo>
                    <a:pt x="3371475" y="550147"/>
                  </a:lnTo>
                  <a:lnTo>
                    <a:pt x="3284466" y="545250"/>
                  </a:lnTo>
                  <a:lnTo>
                    <a:pt x="3203539" y="539780"/>
                  </a:lnTo>
                  <a:lnTo>
                    <a:pt x="3128972" y="533683"/>
                  </a:lnTo>
                  <a:lnTo>
                    <a:pt x="3060495" y="526882"/>
                  </a:lnTo>
                  <a:lnTo>
                    <a:pt x="2997475" y="519278"/>
                  </a:lnTo>
                  <a:lnTo>
                    <a:pt x="2939079" y="510755"/>
                  </a:lnTo>
                  <a:lnTo>
                    <a:pt x="2884381" y="501188"/>
                  </a:lnTo>
                  <a:lnTo>
                    <a:pt x="2832449" y="490463"/>
                  </a:lnTo>
                  <a:lnTo>
                    <a:pt x="2782427" y="478496"/>
                  </a:lnTo>
                  <a:lnTo>
                    <a:pt x="2770117" y="475303"/>
                  </a:lnTo>
                  <a:lnTo>
                    <a:pt x="2717641" y="460626"/>
                  </a:lnTo>
                  <a:lnTo>
                    <a:pt x="2665674" y="444443"/>
                  </a:lnTo>
                  <a:lnTo>
                    <a:pt x="2613674" y="426733"/>
                  </a:lnTo>
                  <a:lnTo>
                    <a:pt x="2561276" y="407527"/>
                  </a:lnTo>
                  <a:lnTo>
                    <a:pt x="2508263" y="386912"/>
                  </a:lnTo>
                  <a:lnTo>
                    <a:pt x="2454551" y="365042"/>
                  </a:lnTo>
                  <a:lnTo>
                    <a:pt x="2400173" y="342127"/>
                  </a:lnTo>
                  <a:lnTo>
                    <a:pt x="2345256" y="318436"/>
                  </a:lnTo>
                  <a:lnTo>
                    <a:pt x="2290000" y="294279"/>
                  </a:lnTo>
                  <a:lnTo>
                    <a:pt x="2234648" y="269992"/>
                  </a:lnTo>
                  <a:lnTo>
                    <a:pt x="2179455" y="245921"/>
                  </a:lnTo>
                  <a:lnTo>
                    <a:pt x="2124657" y="222397"/>
                  </a:lnTo>
                  <a:lnTo>
                    <a:pt x="2070437" y="199722"/>
                  </a:lnTo>
                  <a:lnTo>
                    <a:pt x="2016902" y="178149"/>
                  </a:lnTo>
                  <a:lnTo>
                    <a:pt x="1964056" y="157877"/>
                  </a:lnTo>
                  <a:lnTo>
                    <a:pt x="1911784" y="139040"/>
                  </a:lnTo>
                  <a:lnTo>
                    <a:pt x="1859834" y="121713"/>
                  </a:lnTo>
                  <a:lnTo>
                    <a:pt x="1807797" y="105912"/>
                  </a:lnTo>
                  <a:lnTo>
                    <a:pt x="1768425" y="95060"/>
                  </a:lnTo>
                  <a:lnTo>
                    <a:pt x="1718764" y="82778"/>
                  </a:lnTo>
                  <a:lnTo>
                    <a:pt x="1667386" y="71747"/>
                  </a:lnTo>
                  <a:lnTo>
                    <a:pt x="1613466" y="61901"/>
                  </a:lnTo>
                  <a:lnTo>
                    <a:pt x="1556084" y="53128"/>
                  </a:lnTo>
                  <a:lnTo>
                    <a:pt x="1494306" y="45305"/>
                  </a:lnTo>
                  <a:lnTo>
                    <a:pt x="1427264" y="38313"/>
                  </a:lnTo>
                  <a:lnTo>
                    <a:pt x="1354264" y="32048"/>
                  </a:lnTo>
                  <a:lnTo>
                    <a:pt x="1274929" y="26427"/>
                  </a:lnTo>
                  <a:lnTo>
                    <a:pt x="1189377" y="21390"/>
                  </a:lnTo>
                  <a:lnTo>
                    <a:pt x="1098449" y="16902"/>
                  </a:lnTo>
                  <a:lnTo>
                    <a:pt x="1003908" y="12949"/>
                  </a:lnTo>
                  <a:lnTo>
                    <a:pt x="908577" y="9535"/>
                  </a:lnTo>
                  <a:lnTo>
                    <a:pt x="816266" y="6672"/>
                  </a:lnTo>
                  <a:lnTo>
                    <a:pt x="731412" y="4371"/>
                  </a:lnTo>
                  <a:lnTo>
                    <a:pt x="658398" y="2624"/>
                  </a:lnTo>
                  <a:lnTo>
                    <a:pt x="600669" y="1395"/>
                  </a:lnTo>
                  <a:lnTo>
                    <a:pt x="559902" y="620"/>
                  </a:lnTo>
                  <a:lnTo>
                    <a:pt x="535504" y="203"/>
                  </a:lnTo>
                  <a:lnTo>
                    <a:pt x="524568" y="34"/>
                  </a:lnTo>
                  <a:lnTo>
                    <a:pt x="5221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28E5B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858" name="pl858"/>
            <p:cNvSpPr/>
            <p:nvPr/>
          </p:nvSpPr>
          <p:spPr>
            <a:xfrm>
              <a:off x="386606" y="3975247"/>
              <a:ext cx="8554953" cy="1191553"/>
            </a:xfrm>
            <a:custGeom>
              <a:avLst/>
              <a:pathLst>
                <a:path w="8554953" h="1191553">
                  <a:moveTo>
                    <a:pt x="0" y="0"/>
                  </a:moveTo>
                  <a:lnTo>
                    <a:pt x="522133" y="0"/>
                  </a:lnTo>
                  <a:lnTo>
                    <a:pt x="523397" y="17"/>
                  </a:lnTo>
                  <a:lnTo>
                    <a:pt x="531664" y="141"/>
                  </a:lnTo>
                  <a:lnTo>
                    <a:pt x="552333" y="486"/>
                  </a:lnTo>
                  <a:lnTo>
                    <a:pt x="588854" y="1162"/>
                  </a:lnTo>
                  <a:lnTo>
                    <a:pt x="642411" y="2269"/>
                  </a:lnTo>
                  <a:lnTo>
                    <a:pt x="711865" y="3882"/>
                  </a:lnTo>
                  <a:lnTo>
                    <a:pt x="794146" y="6043"/>
                  </a:lnTo>
                  <a:lnTo>
                    <a:pt x="885018" y="8766"/>
                  </a:lnTo>
                  <a:lnTo>
                    <a:pt x="979984" y="12043"/>
                  </a:lnTo>
                  <a:lnTo>
                    <a:pt x="1075029" y="15863"/>
                  </a:lnTo>
                  <a:lnTo>
                    <a:pt x="1167068" y="20216"/>
                  </a:lnTo>
                  <a:lnTo>
                    <a:pt x="1254076" y="25113"/>
                  </a:lnTo>
                  <a:lnTo>
                    <a:pt x="1335004" y="30583"/>
                  </a:lnTo>
                  <a:lnTo>
                    <a:pt x="1409570" y="36680"/>
                  </a:lnTo>
                  <a:lnTo>
                    <a:pt x="1478048" y="43481"/>
                  </a:lnTo>
                  <a:lnTo>
                    <a:pt x="1541067" y="51085"/>
                  </a:lnTo>
                  <a:lnTo>
                    <a:pt x="1599463" y="59609"/>
                  </a:lnTo>
                  <a:lnTo>
                    <a:pt x="1654161" y="69175"/>
                  </a:lnTo>
                  <a:lnTo>
                    <a:pt x="1706093" y="79901"/>
                  </a:lnTo>
                  <a:lnTo>
                    <a:pt x="1756115" y="91867"/>
                  </a:lnTo>
                  <a:lnTo>
                    <a:pt x="1768425" y="95060"/>
                  </a:lnTo>
                  <a:lnTo>
                    <a:pt x="1820901" y="109737"/>
                  </a:lnTo>
                  <a:lnTo>
                    <a:pt x="1872869" y="125920"/>
                  </a:lnTo>
                  <a:lnTo>
                    <a:pt x="1924868" y="143630"/>
                  </a:lnTo>
                  <a:lnTo>
                    <a:pt x="1977266" y="162837"/>
                  </a:lnTo>
                  <a:lnTo>
                    <a:pt x="2030279" y="183451"/>
                  </a:lnTo>
                  <a:lnTo>
                    <a:pt x="2083991" y="205322"/>
                  </a:lnTo>
                  <a:lnTo>
                    <a:pt x="2138369" y="228236"/>
                  </a:lnTo>
                  <a:lnTo>
                    <a:pt x="2193286" y="251927"/>
                  </a:lnTo>
                  <a:lnTo>
                    <a:pt x="2248542" y="276084"/>
                  </a:lnTo>
                  <a:lnTo>
                    <a:pt x="2303894" y="300371"/>
                  </a:lnTo>
                  <a:lnTo>
                    <a:pt x="2359087" y="324442"/>
                  </a:lnTo>
                  <a:lnTo>
                    <a:pt x="2413885" y="347966"/>
                  </a:lnTo>
                  <a:lnTo>
                    <a:pt x="2468105" y="370641"/>
                  </a:lnTo>
                  <a:lnTo>
                    <a:pt x="2521640" y="392214"/>
                  </a:lnTo>
                  <a:lnTo>
                    <a:pt x="2574486" y="412487"/>
                  </a:lnTo>
                  <a:lnTo>
                    <a:pt x="2626758" y="431324"/>
                  </a:lnTo>
                  <a:lnTo>
                    <a:pt x="2678709" y="448651"/>
                  </a:lnTo>
                  <a:lnTo>
                    <a:pt x="2730745" y="464451"/>
                  </a:lnTo>
                  <a:lnTo>
                    <a:pt x="2770117" y="475303"/>
                  </a:lnTo>
                  <a:lnTo>
                    <a:pt x="2819778" y="487585"/>
                  </a:lnTo>
                  <a:lnTo>
                    <a:pt x="2871156" y="498616"/>
                  </a:lnTo>
                  <a:lnTo>
                    <a:pt x="2925076" y="508463"/>
                  </a:lnTo>
                  <a:lnTo>
                    <a:pt x="2982458" y="517235"/>
                  </a:lnTo>
                  <a:lnTo>
                    <a:pt x="3044236" y="525058"/>
                  </a:lnTo>
                  <a:lnTo>
                    <a:pt x="3111279" y="532050"/>
                  </a:lnTo>
                  <a:lnTo>
                    <a:pt x="3184278" y="538315"/>
                  </a:lnTo>
                  <a:lnTo>
                    <a:pt x="3263614" y="543936"/>
                  </a:lnTo>
                  <a:lnTo>
                    <a:pt x="3349165" y="548973"/>
                  </a:lnTo>
                  <a:lnTo>
                    <a:pt x="3440093" y="553461"/>
                  </a:lnTo>
                  <a:lnTo>
                    <a:pt x="3534634" y="557414"/>
                  </a:lnTo>
                  <a:lnTo>
                    <a:pt x="3629965" y="560829"/>
                  </a:lnTo>
                  <a:lnTo>
                    <a:pt x="3722276" y="563691"/>
                  </a:lnTo>
                  <a:lnTo>
                    <a:pt x="3807130" y="565993"/>
                  </a:lnTo>
                  <a:lnTo>
                    <a:pt x="3880144" y="567740"/>
                  </a:lnTo>
                  <a:lnTo>
                    <a:pt x="3937873" y="568968"/>
                  </a:lnTo>
                  <a:lnTo>
                    <a:pt x="3978641" y="569744"/>
                  </a:lnTo>
                  <a:lnTo>
                    <a:pt x="4003039" y="570161"/>
                  </a:lnTo>
                  <a:lnTo>
                    <a:pt x="4013974" y="570330"/>
                  </a:lnTo>
                  <a:lnTo>
                    <a:pt x="4016389" y="570364"/>
                  </a:lnTo>
                  <a:lnTo>
                    <a:pt x="4016409" y="570364"/>
                  </a:lnTo>
                  <a:lnTo>
                    <a:pt x="4538543" y="570364"/>
                  </a:lnTo>
                  <a:lnTo>
                    <a:pt x="4539806" y="570383"/>
                  </a:lnTo>
                  <a:lnTo>
                    <a:pt x="4548067" y="570518"/>
                  </a:lnTo>
                  <a:lnTo>
                    <a:pt x="4568720" y="570893"/>
                  </a:lnTo>
                  <a:lnTo>
                    <a:pt x="4605216" y="571629"/>
                  </a:lnTo>
                  <a:lnTo>
                    <a:pt x="4658738" y="572834"/>
                  </a:lnTo>
                  <a:lnTo>
                    <a:pt x="4728152" y="574589"/>
                  </a:lnTo>
                  <a:lnTo>
                    <a:pt x="4810391" y="576941"/>
                  </a:lnTo>
                  <a:lnTo>
                    <a:pt x="4901227" y="579904"/>
                  </a:lnTo>
                  <a:lnTo>
                    <a:pt x="4996162" y="583471"/>
                  </a:lnTo>
                  <a:lnTo>
                    <a:pt x="5091186" y="587628"/>
                  </a:lnTo>
                  <a:lnTo>
                    <a:pt x="5183212" y="592367"/>
                  </a:lnTo>
                  <a:lnTo>
                    <a:pt x="5270215" y="597697"/>
                  </a:lnTo>
                  <a:lnTo>
                    <a:pt x="5351142" y="603651"/>
                  </a:lnTo>
                  <a:lnTo>
                    <a:pt x="5425710" y="610287"/>
                  </a:lnTo>
                  <a:lnTo>
                    <a:pt x="5494193" y="617688"/>
                  </a:lnTo>
                  <a:lnTo>
                    <a:pt x="5557216" y="625964"/>
                  </a:lnTo>
                  <a:lnTo>
                    <a:pt x="5615615" y="635240"/>
                  </a:lnTo>
                  <a:lnTo>
                    <a:pt x="5670314" y="645650"/>
                  </a:lnTo>
                  <a:lnTo>
                    <a:pt x="5722243" y="657322"/>
                  </a:lnTo>
                  <a:lnTo>
                    <a:pt x="5772260" y="670344"/>
                  </a:lnTo>
                  <a:lnTo>
                    <a:pt x="5784835" y="673895"/>
                  </a:lnTo>
                  <a:lnTo>
                    <a:pt x="5837010" y="689783"/>
                  </a:lnTo>
                  <a:lnTo>
                    <a:pt x="5888679" y="707292"/>
                  </a:lnTo>
                  <a:lnTo>
                    <a:pt x="5940374" y="726445"/>
                  </a:lnTo>
                  <a:lnTo>
                    <a:pt x="5992459" y="747210"/>
                  </a:lnTo>
                  <a:lnTo>
                    <a:pt x="6045148" y="769494"/>
                  </a:lnTo>
                  <a:lnTo>
                    <a:pt x="6098527" y="793136"/>
                  </a:lnTo>
                  <a:lnTo>
                    <a:pt x="6152569" y="817910"/>
                  </a:lnTo>
                  <a:lnTo>
                    <a:pt x="6207149" y="843534"/>
                  </a:lnTo>
                  <a:lnTo>
                    <a:pt x="6262075" y="869675"/>
                  </a:lnTo>
                  <a:lnTo>
                    <a:pt x="6317108" y="895976"/>
                  </a:lnTo>
                  <a:lnTo>
                    <a:pt x="6371999" y="922065"/>
                  </a:lnTo>
                  <a:lnTo>
                    <a:pt x="6426513" y="947587"/>
                  </a:lnTo>
                  <a:lnTo>
                    <a:pt x="6480466" y="972217"/>
                  </a:lnTo>
                  <a:lnTo>
                    <a:pt x="6533746" y="995678"/>
                  </a:lnTo>
                  <a:lnTo>
                    <a:pt x="6586342" y="1017754"/>
                  </a:lnTo>
                  <a:lnTo>
                    <a:pt x="6638355" y="1038295"/>
                  </a:lnTo>
                  <a:lnTo>
                    <a:pt x="6690020" y="1057214"/>
                  </a:lnTo>
                  <a:lnTo>
                    <a:pt x="6741724" y="1074490"/>
                  </a:lnTo>
                  <a:lnTo>
                    <a:pt x="6786527" y="1088021"/>
                  </a:lnTo>
                  <a:lnTo>
                    <a:pt x="6836174" y="1101394"/>
                  </a:lnTo>
                  <a:lnTo>
                    <a:pt x="6887538" y="1113405"/>
                  </a:lnTo>
                  <a:lnTo>
                    <a:pt x="6941441" y="1124127"/>
                  </a:lnTo>
                  <a:lnTo>
                    <a:pt x="6998804" y="1133680"/>
                  </a:lnTo>
                  <a:lnTo>
                    <a:pt x="7060560" y="1142199"/>
                  </a:lnTo>
                  <a:lnTo>
                    <a:pt x="7127576" y="1149813"/>
                  </a:lnTo>
                  <a:lnTo>
                    <a:pt x="7200544" y="1156636"/>
                  </a:lnTo>
                  <a:lnTo>
                    <a:pt x="7279846" y="1162758"/>
                  </a:lnTo>
                  <a:lnTo>
                    <a:pt x="7365360" y="1168243"/>
                  </a:lnTo>
                  <a:lnTo>
                    <a:pt x="7456253" y="1173131"/>
                  </a:lnTo>
                  <a:lnTo>
                    <a:pt x="7550761" y="1177437"/>
                  </a:lnTo>
                  <a:lnTo>
                    <a:pt x="7646069" y="1181157"/>
                  </a:lnTo>
                  <a:lnTo>
                    <a:pt x="7738373" y="1184276"/>
                  </a:lnTo>
                  <a:lnTo>
                    <a:pt x="7823240" y="1186784"/>
                  </a:lnTo>
                  <a:lnTo>
                    <a:pt x="7896288" y="1188688"/>
                  </a:lnTo>
                  <a:lnTo>
                    <a:pt x="7954070" y="1190028"/>
                  </a:lnTo>
                  <a:lnTo>
                    <a:pt x="7994903" y="1190874"/>
                  </a:lnTo>
                  <a:lnTo>
                    <a:pt x="8019366" y="1191330"/>
                  </a:lnTo>
                  <a:lnTo>
                    <a:pt x="8030355" y="1191515"/>
                  </a:lnTo>
                  <a:lnTo>
                    <a:pt x="8032797" y="1191552"/>
                  </a:lnTo>
                  <a:lnTo>
                    <a:pt x="8032819" y="1191553"/>
                  </a:lnTo>
                  <a:lnTo>
                    <a:pt x="8554953" y="1191553"/>
                  </a:lnTo>
                  <a:lnTo>
                    <a:pt x="8554953" y="1191553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859" name="pl859"/>
            <p:cNvSpPr/>
            <p:nvPr/>
          </p:nvSpPr>
          <p:spPr>
            <a:xfrm>
              <a:off x="386606" y="3969600"/>
              <a:ext cx="8554953" cy="1191553"/>
            </a:xfrm>
            <a:custGeom>
              <a:avLst/>
              <a:pathLst>
                <a:path w="8554953" h="1191553">
                  <a:moveTo>
                    <a:pt x="8554953" y="1191553"/>
                  </a:moveTo>
                  <a:lnTo>
                    <a:pt x="8032819" y="1191553"/>
                  </a:lnTo>
                  <a:lnTo>
                    <a:pt x="8031556" y="1191534"/>
                  </a:lnTo>
                  <a:lnTo>
                    <a:pt x="8023295" y="1191398"/>
                  </a:lnTo>
                  <a:lnTo>
                    <a:pt x="8002641" y="1191023"/>
                  </a:lnTo>
                  <a:lnTo>
                    <a:pt x="7966146" y="1190287"/>
                  </a:lnTo>
                  <a:lnTo>
                    <a:pt x="7912624" y="1189082"/>
                  </a:lnTo>
                  <a:lnTo>
                    <a:pt x="7843210" y="1187327"/>
                  </a:lnTo>
                  <a:lnTo>
                    <a:pt x="7760971" y="1184975"/>
                  </a:lnTo>
                  <a:lnTo>
                    <a:pt x="7670135" y="1182012"/>
                  </a:lnTo>
                  <a:lnTo>
                    <a:pt x="7575200" y="1178445"/>
                  </a:lnTo>
                  <a:lnTo>
                    <a:pt x="7480176" y="1174288"/>
                  </a:lnTo>
                  <a:lnTo>
                    <a:pt x="7388150" y="1169549"/>
                  </a:lnTo>
                  <a:lnTo>
                    <a:pt x="7301147" y="1164219"/>
                  </a:lnTo>
                  <a:lnTo>
                    <a:pt x="7220220" y="1158266"/>
                  </a:lnTo>
                  <a:lnTo>
                    <a:pt x="7145651" y="1151630"/>
                  </a:lnTo>
                  <a:lnTo>
                    <a:pt x="7077169" y="1144228"/>
                  </a:lnTo>
                  <a:lnTo>
                    <a:pt x="7014145" y="1135952"/>
                  </a:lnTo>
                  <a:lnTo>
                    <a:pt x="6955747" y="1126677"/>
                  </a:lnTo>
                  <a:lnTo>
                    <a:pt x="6901048" y="1116266"/>
                  </a:lnTo>
                  <a:lnTo>
                    <a:pt x="6849119" y="1104595"/>
                  </a:lnTo>
                  <a:lnTo>
                    <a:pt x="6799102" y="1091572"/>
                  </a:lnTo>
                  <a:lnTo>
                    <a:pt x="6786527" y="1088021"/>
                  </a:lnTo>
                  <a:lnTo>
                    <a:pt x="6734352" y="1072133"/>
                  </a:lnTo>
                  <a:lnTo>
                    <a:pt x="6682683" y="1054625"/>
                  </a:lnTo>
                  <a:lnTo>
                    <a:pt x="6630988" y="1035472"/>
                  </a:lnTo>
                  <a:lnTo>
                    <a:pt x="6578903" y="1014706"/>
                  </a:lnTo>
                  <a:lnTo>
                    <a:pt x="6526214" y="992423"/>
                  </a:lnTo>
                  <a:lnTo>
                    <a:pt x="6472835" y="968781"/>
                  </a:lnTo>
                  <a:lnTo>
                    <a:pt x="6418793" y="944006"/>
                  </a:lnTo>
                  <a:lnTo>
                    <a:pt x="6364213" y="918383"/>
                  </a:lnTo>
                  <a:lnTo>
                    <a:pt x="6309287" y="892241"/>
                  </a:lnTo>
                  <a:lnTo>
                    <a:pt x="6254253" y="865941"/>
                  </a:lnTo>
                  <a:lnTo>
                    <a:pt x="6199363" y="839851"/>
                  </a:lnTo>
                  <a:lnTo>
                    <a:pt x="6144849" y="814329"/>
                  </a:lnTo>
                  <a:lnTo>
                    <a:pt x="6090896" y="789699"/>
                  </a:lnTo>
                  <a:lnTo>
                    <a:pt x="6037616" y="766238"/>
                  </a:lnTo>
                  <a:lnTo>
                    <a:pt x="5985020" y="744162"/>
                  </a:lnTo>
                  <a:lnTo>
                    <a:pt x="5933007" y="723622"/>
                  </a:lnTo>
                  <a:lnTo>
                    <a:pt x="5881342" y="704702"/>
                  </a:lnTo>
                  <a:lnTo>
                    <a:pt x="5829638" y="687427"/>
                  </a:lnTo>
                  <a:lnTo>
                    <a:pt x="5784835" y="673895"/>
                  </a:lnTo>
                  <a:lnTo>
                    <a:pt x="5735188" y="660522"/>
                  </a:lnTo>
                  <a:lnTo>
                    <a:pt x="5683824" y="648511"/>
                  </a:lnTo>
                  <a:lnTo>
                    <a:pt x="5629921" y="637789"/>
                  </a:lnTo>
                  <a:lnTo>
                    <a:pt x="5572558" y="628236"/>
                  </a:lnTo>
                  <a:lnTo>
                    <a:pt x="5510802" y="619717"/>
                  </a:lnTo>
                  <a:lnTo>
                    <a:pt x="5443786" y="612103"/>
                  </a:lnTo>
                  <a:lnTo>
                    <a:pt x="5370818" y="605280"/>
                  </a:lnTo>
                  <a:lnTo>
                    <a:pt x="5291516" y="599159"/>
                  </a:lnTo>
                  <a:lnTo>
                    <a:pt x="5206002" y="593673"/>
                  </a:lnTo>
                  <a:lnTo>
                    <a:pt x="5115109" y="588785"/>
                  </a:lnTo>
                  <a:lnTo>
                    <a:pt x="5020601" y="584479"/>
                  </a:lnTo>
                  <a:lnTo>
                    <a:pt x="4925293" y="580760"/>
                  </a:lnTo>
                  <a:lnTo>
                    <a:pt x="4832989" y="577641"/>
                  </a:lnTo>
                  <a:lnTo>
                    <a:pt x="4748122" y="575133"/>
                  </a:lnTo>
                  <a:lnTo>
                    <a:pt x="4675074" y="573228"/>
                  </a:lnTo>
                  <a:lnTo>
                    <a:pt x="4617292" y="571889"/>
                  </a:lnTo>
                  <a:lnTo>
                    <a:pt x="4576459" y="571042"/>
                  </a:lnTo>
                  <a:lnTo>
                    <a:pt x="4551996" y="570586"/>
                  </a:lnTo>
                  <a:lnTo>
                    <a:pt x="4541007" y="570402"/>
                  </a:lnTo>
                  <a:lnTo>
                    <a:pt x="4538565" y="570364"/>
                  </a:lnTo>
                  <a:lnTo>
                    <a:pt x="4538543" y="570364"/>
                  </a:lnTo>
                  <a:lnTo>
                    <a:pt x="4016409" y="570364"/>
                  </a:lnTo>
                  <a:lnTo>
                    <a:pt x="4015145" y="570346"/>
                  </a:lnTo>
                  <a:lnTo>
                    <a:pt x="4006878" y="570222"/>
                  </a:lnTo>
                  <a:lnTo>
                    <a:pt x="3986209" y="569877"/>
                  </a:lnTo>
                  <a:lnTo>
                    <a:pt x="3949688" y="569201"/>
                  </a:lnTo>
                  <a:lnTo>
                    <a:pt x="3896131" y="568094"/>
                  </a:lnTo>
                  <a:lnTo>
                    <a:pt x="3826677" y="566481"/>
                  </a:lnTo>
                  <a:lnTo>
                    <a:pt x="3744397" y="564320"/>
                  </a:lnTo>
                  <a:lnTo>
                    <a:pt x="3653524" y="561597"/>
                  </a:lnTo>
                  <a:lnTo>
                    <a:pt x="3558558" y="558320"/>
                  </a:lnTo>
                  <a:lnTo>
                    <a:pt x="3463513" y="554501"/>
                  </a:lnTo>
                  <a:lnTo>
                    <a:pt x="3371475" y="550147"/>
                  </a:lnTo>
                  <a:lnTo>
                    <a:pt x="3284466" y="545250"/>
                  </a:lnTo>
                  <a:lnTo>
                    <a:pt x="3203539" y="539780"/>
                  </a:lnTo>
                  <a:lnTo>
                    <a:pt x="3128972" y="533683"/>
                  </a:lnTo>
                  <a:lnTo>
                    <a:pt x="3060495" y="526882"/>
                  </a:lnTo>
                  <a:lnTo>
                    <a:pt x="2997475" y="519278"/>
                  </a:lnTo>
                  <a:lnTo>
                    <a:pt x="2939079" y="510755"/>
                  </a:lnTo>
                  <a:lnTo>
                    <a:pt x="2884381" y="501188"/>
                  </a:lnTo>
                  <a:lnTo>
                    <a:pt x="2832449" y="490463"/>
                  </a:lnTo>
                  <a:lnTo>
                    <a:pt x="2782427" y="478496"/>
                  </a:lnTo>
                  <a:lnTo>
                    <a:pt x="2770117" y="475303"/>
                  </a:lnTo>
                  <a:lnTo>
                    <a:pt x="2717641" y="460626"/>
                  </a:lnTo>
                  <a:lnTo>
                    <a:pt x="2665674" y="444443"/>
                  </a:lnTo>
                  <a:lnTo>
                    <a:pt x="2613674" y="426733"/>
                  </a:lnTo>
                  <a:lnTo>
                    <a:pt x="2561276" y="407527"/>
                  </a:lnTo>
                  <a:lnTo>
                    <a:pt x="2508263" y="386912"/>
                  </a:lnTo>
                  <a:lnTo>
                    <a:pt x="2454551" y="365042"/>
                  </a:lnTo>
                  <a:lnTo>
                    <a:pt x="2400173" y="342127"/>
                  </a:lnTo>
                  <a:lnTo>
                    <a:pt x="2345256" y="318436"/>
                  </a:lnTo>
                  <a:lnTo>
                    <a:pt x="2290000" y="294279"/>
                  </a:lnTo>
                  <a:lnTo>
                    <a:pt x="2234648" y="269992"/>
                  </a:lnTo>
                  <a:lnTo>
                    <a:pt x="2179455" y="245921"/>
                  </a:lnTo>
                  <a:lnTo>
                    <a:pt x="2124657" y="222397"/>
                  </a:lnTo>
                  <a:lnTo>
                    <a:pt x="2070437" y="199722"/>
                  </a:lnTo>
                  <a:lnTo>
                    <a:pt x="2016902" y="178149"/>
                  </a:lnTo>
                  <a:lnTo>
                    <a:pt x="1964056" y="157877"/>
                  </a:lnTo>
                  <a:lnTo>
                    <a:pt x="1911784" y="139040"/>
                  </a:lnTo>
                  <a:lnTo>
                    <a:pt x="1859834" y="121713"/>
                  </a:lnTo>
                  <a:lnTo>
                    <a:pt x="1807797" y="105912"/>
                  </a:lnTo>
                  <a:lnTo>
                    <a:pt x="1768425" y="95060"/>
                  </a:lnTo>
                  <a:lnTo>
                    <a:pt x="1718764" y="82778"/>
                  </a:lnTo>
                  <a:lnTo>
                    <a:pt x="1667386" y="71747"/>
                  </a:lnTo>
                  <a:lnTo>
                    <a:pt x="1613466" y="61901"/>
                  </a:lnTo>
                  <a:lnTo>
                    <a:pt x="1556084" y="53128"/>
                  </a:lnTo>
                  <a:lnTo>
                    <a:pt x="1494306" y="45305"/>
                  </a:lnTo>
                  <a:lnTo>
                    <a:pt x="1427264" y="38313"/>
                  </a:lnTo>
                  <a:lnTo>
                    <a:pt x="1354264" y="32048"/>
                  </a:lnTo>
                  <a:lnTo>
                    <a:pt x="1274929" y="26427"/>
                  </a:lnTo>
                  <a:lnTo>
                    <a:pt x="1189377" y="21390"/>
                  </a:lnTo>
                  <a:lnTo>
                    <a:pt x="1098449" y="16902"/>
                  </a:lnTo>
                  <a:lnTo>
                    <a:pt x="1003908" y="12949"/>
                  </a:lnTo>
                  <a:lnTo>
                    <a:pt x="908577" y="9535"/>
                  </a:lnTo>
                  <a:lnTo>
                    <a:pt x="816266" y="6672"/>
                  </a:lnTo>
                  <a:lnTo>
                    <a:pt x="731412" y="4371"/>
                  </a:lnTo>
                  <a:lnTo>
                    <a:pt x="658398" y="2624"/>
                  </a:lnTo>
                  <a:lnTo>
                    <a:pt x="600669" y="1395"/>
                  </a:lnTo>
                  <a:lnTo>
                    <a:pt x="559902" y="620"/>
                  </a:lnTo>
                  <a:lnTo>
                    <a:pt x="535504" y="203"/>
                  </a:lnTo>
                  <a:lnTo>
                    <a:pt x="524568" y="34"/>
                  </a:lnTo>
                  <a:lnTo>
                    <a:pt x="522154" y="0"/>
                  </a:lnTo>
                  <a:lnTo>
                    <a:pt x="522133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860" name="pg860"/>
            <p:cNvSpPr/>
            <p:nvPr/>
          </p:nvSpPr>
          <p:spPr>
            <a:xfrm>
              <a:off x="386606" y="3975247"/>
              <a:ext cx="8554953" cy="1694151"/>
            </a:xfrm>
            <a:custGeom>
              <a:avLst/>
              <a:pathLst>
                <a:path w="8554953" h="1694151">
                  <a:moveTo>
                    <a:pt x="0" y="5647"/>
                  </a:moveTo>
                  <a:lnTo>
                    <a:pt x="522133" y="5647"/>
                  </a:lnTo>
                  <a:lnTo>
                    <a:pt x="523397" y="5664"/>
                  </a:lnTo>
                  <a:lnTo>
                    <a:pt x="531664" y="5789"/>
                  </a:lnTo>
                  <a:lnTo>
                    <a:pt x="552333" y="6133"/>
                  </a:lnTo>
                  <a:lnTo>
                    <a:pt x="588854" y="6809"/>
                  </a:lnTo>
                  <a:lnTo>
                    <a:pt x="642411" y="7917"/>
                  </a:lnTo>
                  <a:lnTo>
                    <a:pt x="711865" y="9529"/>
                  </a:lnTo>
                  <a:lnTo>
                    <a:pt x="794146" y="11690"/>
                  </a:lnTo>
                  <a:lnTo>
                    <a:pt x="885018" y="14413"/>
                  </a:lnTo>
                  <a:lnTo>
                    <a:pt x="979984" y="17690"/>
                  </a:lnTo>
                  <a:lnTo>
                    <a:pt x="1075029" y="21510"/>
                  </a:lnTo>
                  <a:lnTo>
                    <a:pt x="1167068" y="25863"/>
                  </a:lnTo>
                  <a:lnTo>
                    <a:pt x="1254076" y="30760"/>
                  </a:lnTo>
                  <a:lnTo>
                    <a:pt x="1335004" y="36230"/>
                  </a:lnTo>
                  <a:lnTo>
                    <a:pt x="1409570" y="42327"/>
                  </a:lnTo>
                  <a:lnTo>
                    <a:pt x="1478048" y="49128"/>
                  </a:lnTo>
                  <a:lnTo>
                    <a:pt x="1541067" y="56733"/>
                  </a:lnTo>
                  <a:lnTo>
                    <a:pt x="1599463" y="65256"/>
                  </a:lnTo>
                  <a:lnTo>
                    <a:pt x="1654161" y="74822"/>
                  </a:lnTo>
                  <a:lnTo>
                    <a:pt x="1706093" y="85548"/>
                  </a:lnTo>
                  <a:lnTo>
                    <a:pt x="1756115" y="97515"/>
                  </a:lnTo>
                  <a:lnTo>
                    <a:pt x="1768425" y="100707"/>
                  </a:lnTo>
                  <a:lnTo>
                    <a:pt x="1820901" y="115384"/>
                  </a:lnTo>
                  <a:lnTo>
                    <a:pt x="1872869" y="131567"/>
                  </a:lnTo>
                  <a:lnTo>
                    <a:pt x="1924868" y="149277"/>
                  </a:lnTo>
                  <a:lnTo>
                    <a:pt x="1977266" y="168484"/>
                  </a:lnTo>
                  <a:lnTo>
                    <a:pt x="2030279" y="189098"/>
                  </a:lnTo>
                  <a:lnTo>
                    <a:pt x="2083991" y="210969"/>
                  </a:lnTo>
                  <a:lnTo>
                    <a:pt x="2138369" y="233883"/>
                  </a:lnTo>
                  <a:lnTo>
                    <a:pt x="2193286" y="257574"/>
                  </a:lnTo>
                  <a:lnTo>
                    <a:pt x="2248542" y="281731"/>
                  </a:lnTo>
                  <a:lnTo>
                    <a:pt x="2303894" y="306018"/>
                  </a:lnTo>
                  <a:lnTo>
                    <a:pt x="2359087" y="330089"/>
                  </a:lnTo>
                  <a:lnTo>
                    <a:pt x="2413885" y="353613"/>
                  </a:lnTo>
                  <a:lnTo>
                    <a:pt x="2468105" y="376288"/>
                  </a:lnTo>
                  <a:lnTo>
                    <a:pt x="2521640" y="397861"/>
                  </a:lnTo>
                  <a:lnTo>
                    <a:pt x="2574486" y="418134"/>
                  </a:lnTo>
                  <a:lnTo>
                    <a:pt x="2626758" y="436971"/>
                  </a:lnTo>
                  <a:lnTo>
                    <a:pt x="2678709" y="454298"/>
                  </a:lnTo>
                  <a:lnTo>
                    <a:pt x="2730745" y="470099"/>
                  </a:lnTo>
                  <a:lnTo>
                    <a:pt x="2770117" y="480950"/>
                  </a:lnTo>
                  <a:lnTo>
                    <a:pt x="2819778" y="493232"/>
                  </a:lnTo>
                  <a:lnTo>
                    <a:pt x="2871156" y="504263"/>
                  </a:lnTo>
                  <a:lnTo>
                    <a:pt x="2925076" y="514110"/>
                  </a:lnTo>
                  <a:lnTo>
                    <a:pt x="2982458" y="522882"/>
                  </a:lnTo>
                  <a:lnTo>
                    <a:pt x="3044236" y="530705"/>
                  </a:lnTo>
                  <a:lnTo>
                    <a:pt x="3111279" y="537697"/>
                  </a:lnTo>
                  <a:lnTo>
                    <a:pt x="3184278" y="543962"/>
                  </a:lnTo>
                  <a:lnTo>
                    <a:pt x="3263614" y="549583"/>
                  </a:lnTo>
                  <a:lnTo>
                    <a:pt x="3349165" y="554620"/>
                  </a:lnTo>
                  <a:lnTo>
                    <a:pt x="3440093" y="559108"/>
                  </a:lnTo>
                  <a:lnTo>
                    <a:pt x="3534634" y="563061"/>
                  </a:lnTo>
                  <a:lnTo>
                    <a:pt x="3629965" y="566476"/>
                  </a:lnTo>
                  <a:lnTo>
                    <a:pt x="3722276" y="569338"/>
                  </a:lnTo>
                  <a:lnTo>
                    <a:pt x="3807130" y="571640"/>
                  </a:lnTo>
                  <a:lnTo>
                    <a:pt x="3880144" y="573387"/>
                  </a:lnTo>
                  <a:lnTo>
                    <a:pt x="3937873" y="574615"/>
                  </a:lnTo>
                  <a:lnTo>
                    <a:pt x="3978641" y="575391"/>
                  </a:lnTo>
                  <a:lnTo>
                    <a:pt x="4003039" y="575808"/>
                  </a:lnTo>
                  <a:lnTo>
                    <a:pt x="4013974" y="575977"/>
                  </a:lnTo>
                  <a:lnTo>
                    <a:pt x="4016409" y="576011"/>
                  </a:lnTo>
                  <a:lnTo>
                    <a:pt x="4538543" y="576011"/>
                  </a:lnTo>
                  <a:lnTo>
                    <a:pt x="4539792" y="576045"/>
                  </a:lnTo>
                  <a:lnTo>
                    <a:pt x="4547963" y="576286"/>
                  </a:lnTo>
                  <a:lnTo>
                    <a:pt x="4568400" y="576953"/>
                  </a:lnTo>
                  <a:lnTo>
                    <a:pt x="4604533" y="578262"/>
                  </a:lnTo>
                  <a:lnTo>
                    <a:pt x="4657565" y="580407"/>
                  </a:lnTo>
                  <a:lnTo>
                    <a:pt x="4726411" y="583533"/>
                  </a:lnTo>
                  <a:lnTo>
                    <a:pt x="4808071" y="587723"/>
                  </a:lnTo>
                  <a:lnTo>
                    <a:pt x="4898381" y="593005"/>
                  </a:lnTo>
                  <a:lnTo>
                    <a:pt x="4992892" y="599367"/>
                  </a:lnTo>
                  <a:lnTo>
                    <a:pt x="5087612" y="606784"/>
                  </a:lnTo>
                  <a:lnTo>
                    <a:pt x="5179453" y="615239"/>
                  </a:lnTo>
                  <a:lnTo>
                    <a:pt x="5266373" y="624749"/>
                  </a:lnTo>
                  <a:lnTo>
                    <a:pt x="5347292" y="635370"/>
                  </a:lnTo>
                  <a:lnTo>
                    <a:pt x="5421899" y="647203"/>
                  </a:lnTo>
                  <a:lnTo>
                    <a:pt x="5490441" y="660395"/>
                  </a:lnTo>
                  <a:lnTo>
                    <a:pt x="5553524" y="675137"/>
                  </a:lnTo>
                  <a:lnTo>
                    <a:pt x="5611963" y="691649"/>
                  </a:lnTo>
                  <a:lnTo>
                    <a:pt x="5666670" y="710174"/>
                  </a:lnTo>
                  <a:lnTo>
                    <a:pt x="5718566" y="730938"/>
                  </a:lnTo>
                  <a:lnTo>
                    <a:pt x="5768507" y="754107"/>
                  </a:lnTo>
                  <a:lnTo>
                    <a:pt x="5784835" y="762368"/>
                  </a:lnTo>
                  <a:lnTo>
                    <a:pt x="5833470" y="788921"/>
                  </a:lnTo>
                  <a:lnTo>
                    <a:pt x="5881631" y="818003"/>
                  </a:lnTo>
                  <a:lnTo>
                    <a:pt x="5929762" y="849654"/>
                  </a:lnTo>
                  <a:lnTo>
                    <a:pt x="5978179" y="883845"/>
                  </a:lnTo>
                  <a:lnTo>
                    <a:pt x="6027083" y="920459"/>
                  </a:lnTo>
                  <a:lnTo>
                    <a:pt x="6076574" y="959293"/>
                  </a:lnTo>
                  <a:lnTo>
                    <a:pt x="6126661" y="1000055"/>
                  </a:lnTo>
                  <a:lnTo>
                    <a:pt x="6177277" y="1042367"/>
                  </a:lnTo>
                  <a:lnTo>
                    <a:pt x="6228292" y="1085779"/>
                  </a:lnTo>
                  <a:lnTo>
                    <a:pt x="6279530" y="1129788"/>
                  </a:lnTo>
                  <a:lnTo>
                    <a:pt x="6330793" y="1173862"/>
                  </a:lnTo>
                  <a:lnTo>
                    <a:pt x="6381879" y="1217464"/>
                  </a:lnTo>
                  <a:lnTo>
                    <a:pt x="6432604" y="1260083"/>
                  </a:lnTo>
                  <a:lnTo>
                    <a:pt x="6482827" y="1301254"/>
                  </a:lnTo>
                  <a:lnTo>
                    <a:pt x="6532463" y="1340581"/>
                  </a:lnTo>
                  <a:lnTo>
                    <a:pt x="6581503" y="1377750"/>
                  </a:lnTo>
                  <a:lnTo>
                    <a:pt x="6630022" y="1412535"/>
                  </a:lnTo>
                  <a:lnTo>
                    <a:pt x="6678198" y="1444802"/>
                  </a:lnTo>
                  <a:lnTo>
                    <a:pt x="6726316" y="1474498"/>
                  </a:lnTo>
                  <a:lnTo>
                    <a:pt x="6774789" y="1501651"/>
                  </a:lnTo>
                  <a:lnTo>
                    <a:pt x="6786527" y="1507794"/>
                  </a:lnTo>
                  <a:lnTo>
                    <a:pt x="6835983" y="1531779"/>
                  </a:lnTo>
                  <a:lnTo>
                    <a:pt x="6887139" y="1553331"/>
                  </a:lnTo>
                  <a:lnTo>
                    <a:pt x="6940809" y="1572577"/>
                  </a:lnTo>
                  <a:lnTo>
                    <a:pt x="6997901" y="1589734"/>
                  </a:lnTo>
                  <a:lnTo>
                    <a:pt x="7059339" y="1605039"/>
                  </a:lnTo>
                  <a:lnTo>
                    <a:pt x="7125983" y="1618724"/>
                  </a:lnTo>
                  <a:lnTo>
                    <a:pt x="7198521" y="1630991"/>
                  </a:lnTo>
                  <a:lnTo>
                    <a:pt x="7277340" y="1642002"/>
                  </a:lnTo>
                  <a:lnTo>
                    <a:pt x="7362339" y="1651874"/>
                  </a:lnTo>
                  <a:lnTo>
                    <a:pt x="7452717" y="1660677"/>
                  </a:lnTo>
                  <a:lnTo>
                    <a:pt x="7546770" y="1668440"/>
                  </a:lnTo>
                  <a:lnTo>
                    <a:pt x="7641755" y="1675156"/>
                  </a:lnTo>
                  <a:lnTo>
                    <a:pt x="7733949" y="1680800"/>
                  </a:lnTo>
                  <a:lnTo>
                    <a:pt x="7818985" y="1685354"/>
                  </a:lnTo>
                  <a:lnTo>
                    <a:pt x="7892507" y="1688828"/>
                  </a:lnTo>
                  <a:lnTo>
                    <a:pt x="7951033" y="1691286"/>
                  </a:lnTo>
                  <a:lnTo>
                    <a:pt x="7992777" y="1692855"/>
                  </a:lnTo>
                  <a:lnTo>
                    <a:pt x="8018166" y="1693712"/>
                  </a:lnTo>
                  <a:lnTo>
                    <a:pt x="8029917" y="1694070"/>
                  </a:lnTo>
                  <a:lnTo>
                    <a:pt x="8032819" y="1694151"/>
                  </a:lnTo>
                  <a:lnTo>
                    <a:pt x="8554953" y="1694151"/>
                  </a:lnTo>
                  <a:lnTo>
                    <a:pt x="8554953" y="1688504"/>
                  </a:lnTo>
                  <a:lnTo>
                    <a:pt x="8032819" y="1688504"/>
                  </a:lnTo>
                  <a:lnTo>
                    <a:pt x="8031570" y="1688470"/>
                  </a:lnTo>
                  <a:lnTo>
                    <a:pt x="8023399" y="1688229"/>
                  </a:lnTo>
                  <a:lnTo>
                    <a:pt x="8002962" y="1687562"/>
                  </a:lnTo>
                  <a:lnTo>
                    <a:pt x="7966829" y="1686252"/>
                  </a:lnTo>
                  <a:lnTo>
                    <a:pt x="7913797" y="1684107"/>
                  </a:lnTo>
                  <a:lnTo>
                    <a:pt x="7844951" y="1680982"/>
                  </a:lnTo>
                  <a:lnTo>
                    <a:pt x="7763291" y="1676791"/>
                  </a:lnTo>
                  <a:lnTo>
                    <a:pt x="7672981" y="1671509"/>
                  </a:lnTo>
                  <a:lnTo>
                    <a:pt x="7578470" y="1665147"/>
                  </a:lnTo>
                  <a:lnTo>
                    <a:pt x="7483750" y="1657731"/>
                  </a:lnTo>
                  <a:lnTo>
                    <a:pt x="7391908" y="1649275"/>
                  </a:lnTo>
                  <a:lnTo>
                    <a:pt x="7304989" y="1639765"/>
                  </a:lnTo>
                  <a:lnTo>
                    <a:pt x="7224070" y="1629144"/>
                  </a:lnTo>
                  <a:lnTo>
                    <a:pt x="7149463" y="1617312"/>
                  </a:lnTo>
                  <a:lnTo>
                    <a:pt x="7080921" y="1604119"/>
                  </a:lnTo>
                  <a:lnTo>
                    <a:pt x="7017838" y="1589378"/>
                  </a:lnTo>
                  <a:lnTo>
                    <a:pt x="6959399" y="1572865"/>
                  </a:lnTo>
                  <a:lnTo>
                    <a:pt x="6904692" y="1554341"/>
                  </a:lnTo>
                  <a:lnTo>
                    <a:pt x="6852796" y="1533577"/>
                  </a:lnTo>
                  <a:lnTo>
                    <a:pt x="6802855" y="1510408"/>
                  </a:lnTo>
                  <a:lnTo>
                    <a:pt x="6786527" y="1502147"/>
                  </a:lnTo>
                  <a:lnTo>
                    <a:pt x="6737891" y="1475593"/>
                  </a:lnTo>
                  <a:lnTo>
                    <a:pt x="6689731" y="1446512"/>
                  </a:lnTo>
                  <a:lnTo>
                    <a:pt x="6641600" y="1414860"/>
                  </a:lnTo>
                  <a:lnTo>
                    <a:pt x="6593183" y="1380670"/>
                  </a:lnTo>
                  <a:lnTo>
                    <a:pt x="6544279" y="1344056"/>
                  </a:lnTo>
                  <a:lnTo>
                    <a:pt x="6494788" y="1305221"/>
                  </a:lnTo>
                  <a:lnTo>
                    <a:pt x="6444701" y="1264459"/>
                  </a:lnTo>
                  <a:lnTo>
                    <a:pt x="6394085" y="1222148"/>
                  </a:lnTo>
                  <a:lnTo>
                    <a:pt x="6343070" y="1178736"/>
                  </a:lnTo>
                  <a:lnTo>
                    <a:pt x="6291832" y="1134727"/>
                  </a:lnTo>
                  <a:lnTo>
                    <a:pt x="6240569" y="1090653"/>
                  </a:lnTo>
                  <a:lnTo>
                    <a:pt x="6189483" y="1047050"/>
                  </a:lnTo>
                  <a:lnTo>
                    <a:pt x="6138758" y="1004431"/>
                  </a:lnTo>
                  <a:lnTo>
                    <a:pt x="6088535" y="963261"/>
                  </a:lnTo>
                  <a:lnTo>
                    <a:pt x="6038899" y="923934"/>
                  </a:lnTo>
                  <a:lnTo>
                    <a:pt x="5989859" y="886765"/>
                  </a:lnTo>
                  <a:lnTo>
                    <a:pt x="5941340" y="851979"/>
                  </a:lnTo>
                  <a:lnTo>
                    <a:pt x="5893164" y="819713"/>
                  </a:lnTo>
                  <a:lnTo>
                    <a:pt x="5845046" y="790016"/>
                  </a:lnTo>
                  <a:lnTo>
                    <a:pt x="5796573" y="762864"/>
                  </a:lnTo>
                  <a:lnTo>
                    <a:pt x="5784835" y="756720"/>
                  </a:lnTo>
                  <a:lnTo>
                    <a:pt x="5735379" y="732736"/>
                  </a:lnTo>
                  <a:lnTo>
                    <a:pt x="5684223" y="711184"/>
                  </a:lnTo>
                  <a:lnTo>
                    <a:pt x="5630553" y="691937"/>
                  </a:lnTo>
                  <a:lnTo>
                    <a:pt x="5573461" y="674781"/>
                  </a:lnTo>
                  <a:lnTo>
                    <a:pt x="5512023" y="659476"/>
                  </a:lnTo>
                  <a:lnTo>
                    <a:pt x="5445379" y="645790"/>
                  </a:lnTo>
                  <a:lnTo>
                    <a:pt x="5372841" y="633523"/>
                  </a:lnTo>
                  <a:lnTo>
                    <a:pt x="5294022" y="622512"/>
                  </a:lnTo>
                  <a:lnTo>
                    <a:pt x="5209023" y="612641"/>
                  </a:lnTo>
                  <a:lnTo>
                    <a:pt x="5118645" y="603837"/>
                  </a:lnTo>
                  <a:lnTo>
                    <a:pt x="5024592" y="596074"/>
                  </a:lnTo>
                  <a:lnTo>
                    <a:pt x="4929607" y="589359"/>
                  </a:lnTo>
                  <a:lnTo>
                    <a:pt x="4837413" y="583714"/>
                  </a:lnTo>
                  <a:lnTo>
                    <a:pt x="4752377" y="579161"/>
                  </a:lnTo>
                  <a:lnTo>
                    <a:pt x="4678855" y="575687"/>
                  </a:lnTo>
                  <a:lnTo>
                    <a:pt x="4620329" y="573228"/>
                  </a:lnTo>
                  <a:lnTo>
                    <a:pt x="4578585" y="571660"/>
                  </a:lnTo>
                  <a:lnTo>
                    <a:pt x="4553196" y="570803"/>
                  </a:lnTo>
                  <a:lnTo>
                    <a:pt x="4541445" y="570444"/>
                  </a:lnTo>
                  <a:lnTo>
                    <a:pt x="4538543" y="570364"/>
                  </a:lnTo>
                  <a:lnTo>
                    <a:pt x="4016409" y="570364"/>
                  </a:lnTo>
                  <a:lnTo>
                    <a:pt x="4015145" y="570346"/>
                  </a:lnTo>
                  <a:lnTo>
                    <a:pt x="4006878" y="570222"/>
                  </a:lnTo>
                  <a:lnTo>
                    <a:pt x="3986209" y="569877"/>
                  </a:lnTo>
                  <a:lnTo>
                    <a:pt x="3949688" y="569201"/>
                  </a:lnTo>
                  <a:lnTo>
                    <a:pt x="3896131" y="568094"/>
                  </a:lnTo>
                  <a:lnTo>
                    <a:pt x="3826677" y="566481"/>
                  </a:lnTo>
                  <a:lnTo>
                    <a:pt x="3744397" y="564320"/>
                  </a:lnTo>
                  <a:lnTo>
                    <a:pt x="3653524" y="561597"/>
                  </a:lnTo>
                  <a:lnTo>
                    <a:pt x="3558558" y="558320"/>
                  </a:lnTo>
                  <a:lnTo>
                    <a:pt x="3463513" y="554501"/>
                  </a:lnTo>
                  <a:lnTo>
                    <a:pt x="3371475" y="550147"/>
                  </a:lnTo>
                  <a:lnTo>
                    <a:pt x="3284466" y="545250"/>
                  </a:lnTo>
                  <a:lnTo>
                    <a:pt x="3203539" y="539780"/>
                  </a:lnTo>
                  <a:lnTo>
                    <a:pt x="3128972" y="533683"/>
                  </a:lnTo>
                  <a:lnTo>
                    <a:pt x="3060495" y="526882"/>
                  </a:lnTo>
                  <a:lnTo>
                    <a:pt x="2997475" y="519278"/>
                  </a:lnTo>
                  <a:lnTo>
                    <a:pt x="2939079" y="510755"/>
                  </a:lnTo>
                  <a:lnTo>
                    <a:pt x="2884381" y="501188"/>
                  </a:lnTo>
                  <a:lnTo>
                    <a:pt x="2832449" y="490463"/>
                  </a:lnTo>
                  <a:lnTo>
                    <a:pt x="2782427" y="478496"/>
                  </a:lnTo>
                  <a:lnTo>
                    <a:pt x="2770117" y="475303"/>
                  </a:lnTo>
                  <a:lnTo>
                    <a:pt x="2717641" y="460626"/>
                  </a:lnTo>
                  <a:lnTo>
                    <a:pt x="2665674" y="444443"/>
                  </a:lnTo>
                  <a:lnTo>
                    <a:pt x="2613674" y="426733"/>
                  </a:lnTo>
                  <a:lnTo>
                    <a:pt x="2561276" y="407527"/>
                  </a:lnTo>
                  <a:lnTo>
                    <a:pt x="2508263" y="386912"/>
                  </a:lnTo>
                  <a:lnTo>
                    <a:pt x="2454551" y="365042"/>
                  </a:lnTo>
                  <a:lnTo>
                    <a:pt x="2400173" y="342127"/>
                  </a:lnTo>
                  <a:lnTo>
                    <a:pt x="2345256" y="318436"/>
                  </a:lnTo>
                  <a:lnTo>
                    <a:pt x="2290000" y="294279"/>
                  </a:lnTo>
                  <a:lnTo>
                    <a:pt x="2234648" y="269992"/>
                  </a:lnTo>
                  <a:lnTo>
                    <a:pt x="2179455" y="245921"/>
                  </a:lnTo>
                  <a:lnTo>
                    <a:pt x="2124657" y="222397"/>
                  </a:lnTo>
                  <a:lnTo>
                    <a:pt x="2070437" y="199722"/>
                  </a:lnTo>
                  <a:lnTo>
                    <a:pt x="2016902" y="178149"/>
                  </a:lnTo>
                  <a:lnTo>
                    <a:pt x="1964056" y="157877"/>
                  </a:lnTo>
                  <a:lnTo>
                    <a:pt x="1911784" y="139040"/>
                  </a:lnTo>
                  <a:lnTo>
                    <a:pt x="1859834" y="121713"/>
                  </a:lnTo>
                  <a:lnTo>
                    <a:pt x="1807797" y="105912"/>
                  </a:lnTo>
                  <a:lnTo>
                    <a:pt x="1768425" y="95060"/>
                  </a:lnTo>
                  <a:lnTo>
                    <a:pt x="1718764" y="82778"/>
                  </a:lnTo>
                  <a:lnTo>
                    <a:pt x="1667386" y="71747"/>
                  </a:lnTo>
                  <a:lnTo>
                    <a:pt x="1613466" y="61901"/>
                  </a:lnTo>
                  <a:lnTo>
                    <a:pt x="1556084" y="53128"/>
                  </a:lnTo>
                  <a:lnTo>
                    <a:pt x="1494306" y="45305"/>
                  </a:lnTo>
                  <a:lnTo>
                    <a:pt x="1427264" y="38313"/>
                  </a:lnTo>
                  <a:lnTo>
                    <a:pt x="1354264" y="32048"/>
                  </a:lnTo>
                  <a:lnTo>
                    <a:pt x="1274929" y="26427"/>
                  </a:lnTo>
                  <a:lnTo>
                    <a:pt x="1189377" y="21390"/>
                  </a:lnTo>
                  <a:lnTo>
                    <a:pt x="1098449" y="16902"/>
                  </a:lnTo>
                  <a:lnTo>
                    <a:pt x="1003908" y="12949"/>
                  </a:lnTo>
                  <a:lnTo>
                    <a:pt x="908577" y="9535"/>
                  </a:lnTo>
                  <a:lnTo>
                    <a:pt x="816266" y="6672"/>
                  </a:lnTo>
                  <a:lnTo>
                    <a:pt x="731412" y="4371"/>
                  </a:lnTo>
                  <a:lnTo>
                    <a:pt x="658398" y="2624"/>
                  </a:lnTo>
                  <a:lnTo>
                    <a:pt x="600669" y="1395"/>
                  </a:lnTo>
                  <a:lnTo>
                    <a:pt x="559902" y="620"/>
                  </a:lnTo>
                  <a:lnTo>
                    <a:pt x="535504" y="203"/>
                  </a:lnTo>
                  <a:lnTo>
                    <a:pt x="524568" y="34"/>
                  </a:lnTo>
                  <a:lnTo>
                    <a:pt x="5221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28E5B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861" name="pl861"/>
            <p:cNvSpPr/>
            <p:nvPr/>
          </p:nvSpPr>
          <p:spPr>
            <a:xfrm>
              <a:off x="386606" y="3980895"/>
              <a:ext cx="8554953" cy="1688504"/>
            </a:xfrm>
            <a:custGeom>
              <a:avLst/>
              <a:pathLst>
                <a:path w="8554953" h="1688504">
                  <a:moveTo>
                    <a:pt x="0" y="0"/>
                  </a:moveTo>
                  <a:lnTo>
                    <a:pt x="522133" y="0"/>
                  </a:lnTo>
                  <a:lnTo>
                    <a:pt x="523397" y="17"/>
                  </a:lnTo>
                  <a:lnTo>
                    <a:pt x="531664" y="141"/>
                  </a:lnTo>
                  <a:lnTo>
                    <a:pt x="552333" y="486"/>
                  </a:lnTo>
                  <a:lnTo>
                    <a:pt x="588854" y="1162"/>
                  </a:lnTo>
                  <a:lnTo>
                    <a:pt x="642411" y="2269"/>
                  </a:lnTo>
                  <a:lnTo>
                    <a:pt x="711865" y="3882"/>
                  </a:lnTo>
                  <a:lnTo>
                    <a:pt x="794146" y="6043"/>
                  </a:lnTo>
                  <a:lnTo>
                    <a:pt x="885018" y="8766"/>
                  </a:lnTo>
                  <a:lnTo>
                    <a:pt x="979984" y="12043"/>
                  </a:lnTo>
                  <a:lnTo>
                    <a:pt x="1075029" y="15863"/>
                  </a:lnTo>
                  <a:lnTo>
                    <a:pt x="1167068" y="20216"/>
                  </a:lnTo>
                  <a:lnTo>
                    <a:pt x="1254076" y="25113"/>
                  </a:lnTo>
                  <a:lnTo>
                    <a:pt x="1335004" y="30583"/>
                  </a:lnTo>
                  <a:lnTo>
                    <a:pt x="1409570" y="36680"/>
                  </a:lnTo>
                  <a:lnTo>
                    <a:pt x="1478048" y="43481"/>
                  </a:lnTo>
                  <a:lnTo>
                    <a:pt x="1541067" y="51085"/>
                  </a:lnTo>
                  <a:lnTo>
                    <a:pt x="1599463" y="59609"/>
                  </a:lnTo>
                  <a:lnTo>
                    <a:pt x="1654161" y="69175"/>
                  </a:lnTo>
                  <a:lnTo>
                    <a:pt x="1706093" y="79901"/>
                  </a:lnTo>
                  <a:lnTo>
                    <a:pt x="1756115" y="91867"/>
                  </a:lnTo>
                  <a:lnTo>
                    <a:pt x="1768425" y="95060"/>
                  </a:lnTo>
                  <a:lnTo>
                    <a:pt x="1820901" y="109737"/>
                  </a:lnTo>
                  <a:lnTo>
                    <a:pt x="1872869" y="125920"/>
                  </a:lnTo>
                  <a:lnTo>
                    <a:pt x="1924868" y="143630"/>
                  </a:lnTo>
                  <a:lnTo>
                    <a:pt x="1977266" y="162837"/>
                  </a:lnTo>
                  <a:lnTo>
                    <a:pt x="2030279" y="183451"/>
                  </a:lnTo>
                  <a:lnTo>
                    <a:pt x="2083991" y="205322"/>
                  </a:lnTo>
                  <a:lnTo>
                    <a:pt x="2138369" y="228236"/>
                  </a:lnTo>
                  <a:lnTo>
                    <a:pt x="2193286" y="251927"/>
                  </a:lnTo>
                  <a:lnTo>
                    <a:pt x="2248542" y="276084"/>
                  </a:lnTo>
                  <a:lnTo>
                    <a:pt x="2303894" y="300371"/>
                  </a:lnTo>
                  <a:lnTo>
                    <a:pt x="2359087" y="324442"/>
                  </a:lnTo>
                  <a:lnTo>
                    <a:pt x="2413885" y="347966"/>
                  </a:lnTo>
                  <a:lnTo>
                    <a:pt x="2468105" y="370641"/>
                  </a:lnTo>
                  <a:lnTo>
                    <a:pt x="2521640" y="392214"/>
                  </a:lnTo>
                  <a:lnTo>
                    <a:pt x="2574486" y="412487"/>
                  </a:lnTo>
                  <a:lnTo>
                    <a:pt x="2626758" y="431324"/>
                  </a:lnTo>
                  <a:lnTo>
                    <a:pt x="2678709" y="448651"/>
                  </a:lnTo>
                  <a:lnTo>
                    <a:pt x="2730745" y="464451"/>
                  </a:lnTo>
                  <a:lnTo>
                    <a:pt x="2770117" y="475303"/>
                  </a:lnTo>
                  <a:lnTo>
                    <a:pt x="2819778" y="487585"/>
                  </a:lnTo>
                  <a:lnTo>
                    <a:pt x="2871156" y="498616"/>
                  </a:lnTo>
                  <a:lnTo>
                    <a:pt x="2925076" y="508463"/>
                  </a:lnTo>
                  <a:lnTo>
                    <a:pt x="2982458" y="517235"/>
                  </a:lnTo>
                  <a:lnTo>
                    <a:pt x="3044236" y="525058"/>
                  </a:lnTo>
                  <a:lnTo>
                    <a:pt x="3111279" y="532050"/>
                  </a:lnTo>
                  <a:lnTo>
                    <a:pt x="3184278" y="538315"/>
                  </a:lnTo>
                  <a:lnTo>
                    <a:pt x="3263614" y="543936"/>
                  </a:lnTo>
                  <a:lnTo>
                    <a:pt x="3349165" y="548973"/>
                  </a:lnTo>
                  <a:lnTo>
                    <a:pt x="3440093" y="553461"/>
                  </a:lnTo>
                  <a:lnTo>
                    <a:pt x="3534634" y="557414"/>
                  </a:lnTo>
                  <a:lnTo>
                    <a:pt x="3629965" y="560829"/>
                  </a:lnTo>
                  <a:lnTo>
                    <a:pt x="3722276" y="563691"/>
                  </a:lnTo>
                  <a:lnTo>
                    <a:pt x="3807130" y="565993"/>
                  </a:lnTo>
                  <a:lnTo>
                    <a:pt x="3880144" y="567740"/>
                  </a:lnTo>
                  <a:lnTo>
                    <a:pt x="3937873" y="568968"/>
                  </a:lnTo>
                  <a:lnTo>
                    <a:pt x="3978641" y="569744"/>
                  </a:lnTo>
                  <a:lnTo>
                    <a:pt x="4003039" y="570161"/>
                  </a:lnTo>
                  <a:lnTo>
                    <a:pt x="4013974" y="570330"/>
                  </a:lnTo>
                  <a:lnTo>
                    <a:pt x="4016389" y="570364"/>
                  </a:lnTo>
                  <a:lnTo>
                    <a:pt x="4016409" y="570364"/>
                  </a:lnTo>
                  <a:lnTo>
                    <a:pt x="4538543" y="570364"/>
                  </a:lnTo>
                  <a:lnTo>
                    <a:pt x="4539792" y="570398"/>
                  </a:lnTo>
                  <a:lnTo>
                    <a:pt x="4547963" y="570639"/>
                  </a:lnTo>
                  <a:lnTo>
                    <a:pt x="4568400" y="571305"/>
                  </a:lnTo>
                  <a:lnTo>
                    <a:pt x="4604533" y="572615"/>
                  </a:lnTo>
                  <a:lnTo>
                    <a:pt x="4657565" y="574760"/>
                  </a:lnTo>
                  <a:lnTo>
                    <a:pt x="4726411" y="577886"/>
                  </a:lnTo>
                  <a:lnTo>
                    <a:pt x="4808071" y="582076"/>
                  </a:lnTo>
                  <a:lnTo>
                    <a:pt x="4898381" y="587358"/>
                  </a:lnTo>
                  <a:lnTo>
                    <a:pt x="4992892" y="593720"/>
                  </a:lnTo>
                  <a:lnTo>
                    <a:pt x="5087612" y="601136"/>
                  </a:lnTo>
                  <a:lnTo>
                    <a:pt x="5179453" y="609592"/>
                  </a:lnTo>
                  <a:lnTo>
                    <a:pt x="5266373" y="619102"/>
                  </a:lnTo>
                  <a:lnTo>
                    <a:pt x="5347292" y="629723"/>
                  </a:lnTo>
                  <a:lnTo>
                    <a:pt x="5421899" y="641556"/>
                  </a:lnTo>
                  <a:lnTo>
                    <a:pt x="5490441" y="654748"/>
                  </a:lnTo>
                  <a:lnTo>
                    <a:pt x="5553524" y="669489"/>
                  </a:lnTo>
                  <a:lnTo>
                    <a:pt x="5611963" y="686002"/>
                  </a:lnTo>
                  <a:lnTo>
                    <a:pt x="5666670" y="704527"/>
                  </a:lnTo>
                  <a:lnTo>
                    <a:pt x="5718566" y="725291"/>
                  </a:lnTo>
                  <a:lnTo>
                    <a:pt x="5768507" y="748460"/>
                  </a:lnTo>
                  <a:lnTo>
                    <a:pt x="5784835" y="756720"/>
                  </a:lnTo>
                  <a:lnTo>
                    <a:pt x="5833470" y="783274"/>
                  </a:lnTo>
                  <a:lnTo>
                    <a:pt x="5881631" y="812356"/>
                  </a:lnTo>
                  <a:lnTo>
                    <a:pt x="5929762" y="844007"/>
                  </a:lnTo>
                  <a:lnTo>
                    <a:pt x="5978179" y="878197"/>
                  </a:lnTo>
                  <a:lnTo>
                    <a:pt x="6027083" y="914812"/>
                  </a:lnTo>
                  <a:lnTo>
                    <a:pt x="6076574" y="953646"/>
                  </a:lnTo>
                  <a:lnTo>
                    <a:pt x="6126661" y="994408"/>
                  </a:lnTo>
                  <a:lnTo>
                    <a:pt x="6177277" y="1036720"/>
                  </a:lnTo>
                  <a:lnTo>
                    <a:pt x="6228292" y="1080131"/>
                  </a:lnTo>
                  <a:lnTo>
                    <a:pt x="6279530" y="1124141"/>
                  </a:lnTo>
                  <a:lnTo>
                    <a:pt x="6330793" y="1168215"/>
                  </a:lnTo>
                  <a:lnTo>
                    <a:pt x="6381879" y="1211817"/>
                  </a:lnTo>
                  <a:lnTo>
                    <a:pt x="6432604" y="1254436"/>
                  </a:lnTo>
                  <a:lnTo>
                    <a:pt x="6482827" y="1295607"/>
                  </a:lnTo>
                  <a:lnTo>
                    <a:pt x="6532463" y="1334934"/>
                  </a:lnTo>
                  <a:lnTo>
                    <a:pt x="6581503" y="1372103"/>
                  </a:lnTo>
                  <a:lnTo>
                    <a:pt x="6630022" y="1406888"/>
                  </a:lnTo>
                  <a:lnTo>
                    <a:pt x="6678198" y="1439154"/>
                  </a:lnTo>
                  <a:lnTo>
                    <a:pt x="6726316" y="1468851"/>
                  </a:lnTo>
                  <a:lnTo>
                    <a:pt x="6774789" y="1496004"/>
                  </a:lnTo>
                  <a:lnTo>
                    <a:pt x="6786527" y="1502147"/>
                  </a:lnTo>
                  <a:lnTo>
                    <a:pt x="6835983" y="1526132"/>
                  </a:lnTo>
                  <a:lnTo>
                    <a:pt x="6887139" y="1547683"/>
                  </a:lnTo>
                  <a:lnTo>
                    <a:pt x="6940809" y="1566930"/>
                  </a:lnTo>
                  <a:lnTo>
                    <a:pt x="6997901" y="1584086"/>
                  </a:lnTo>
                  <a:lnTo>
                    <a:pt x="7059339" y="1599392"/>
                  </a:lnTo>
                  <a:lnTo>
                    <a:pt x="7125983" y="1613077"/>
                  </a:lnTo>
                  <a:lnTo>
                    <a:pt x="7198521" y="1625344"/>
                  </a:lnTo>
                  <a:lnTo>
                    <a:pt x="7277340" y="1636355"/>
                  </a:lnTo>
                  <a:lnTo>
                    <a:pt x="7362339" y="1646227"/>
                  </a:lnTo>
                  <a:lnTo>
                    <a:pt x="7452717" y="1655030"/>
                  </a:lnTo>
                  <a:lnTo>
                    <a:pt x="7546770" y="1662793"/>
                  </a:lnTo>
                  <a:lnTo>
                    <a:pt x="7641755" y="1669509"/>
                  </a:lnTo>
                  <a:lnTo>
                    <a:pt x="7733949" y="1675153"/>
                  </a:lnTo>
                  <a:lnTo>
                    <a:pt x="7818985" y="1679707"/>
                  </a:lnTo>
                  <a:lnTo>
                    <a:pt x="7892507" y="1683181"/>
                  </a:lnTo>
                  <a:lnTo>
                    <a:pt x="7951033" y="1685639"/>
                  </a:lnTo>
                  <a:lnTo>
                    <a:pt x="7992777" y="1687207"/>
                  </a:lnTo>
                  <a:lnTo>
                    <a:pt x="8018166" y="1688065"/>
                  </a:lnTo>
                  <a:lnTo>
                    <a:pt x="8029917" y="1688423"/>
                  </a:lnTo>
                  <a:lnTo>
                    <a:pt x="8032771" y="1688502"/>
                  </a:lnTo>
                  <a:lnTo>
                    <a:pt x="8032819" y="1688504"/>
                  </a:lnTo>
                  <a:lnTo>
                    <a:pt x="8554953" y="1688504"/>
                  </a:lnTo>
                  <a:lnTo>
                    <a:pt x="8554953" y="1688504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862" name="pl862"/>
            <p:cNvSpPr/>
            <p:nvPr/>
          </p:nvSpPr>
          <p:spPr>
            <a:xfrm>
              <a:off x="386606" y="3975247"/>
              <a:ext cx="8554953" cy="1688504"/>
            </a:xfrm>
            <a:custGeom>
              <a:avLst/>
              <a:pathLst>
                <a:path w="8554953" h="1688504">
                  <a:moveTo>
                    <a:pt x="8554953" y="1688504"/>
                  </a:moveTo>
                  <a:lnTo>
                    <a:pt x="8032819" y="1688504"/>
                  </a:lnTo>
                  <a:lnTo>
                    <a:pt x="8031570" y="1688470"/>
                  </a:lnTo>
                  <a:lnTo>
                    <a:pt x="8023399" y="1688229"/>
                  </a:lnTo>
                  <a:lnTo>
                    <a:pt x="8002962" y="1687562"/>
                  </a:lnTo>
                  <a:lnTo>
                    <a:pt x="7966829" y="1686252"/>
                  </a:lnTo>
                  <a:lnTo>
                    <a:pt x="7913797" y="1684107"/>
                  </a:lnTo>
                  <a:lnTo>
                    <a:pt x="7844951" y="1680982"/>
                  </a:lnTo>
                  <a:lnTo>
                    <a:pt x="7763291" y="1676791"/>
                  </a:lnTo>
                  <a:lnTo>
                    <a:pt x="7672981" y="1671509"/>
                  </a:lnTo>
                  <a:lnTo>
                    <a:pt x="7578470" y="1665147"/>
                  </a:lnTo>
                  <a:lnTo>
                    <a:pt x="7483750" y="1657731"/>
                  </a:lnTo>
                  <a:lnTo>
                    <a:pt x="7391908" y="1649275"/>
                  </a:lnTo>
                  <a:lnTo>
                    <a:pt x="7304989" y="1639765"/>
                  </a:lnTo>
                  <a:lnTo>
                    <a:pt x="7224070" y="1629144"/>
                  </a:lnTo>
                  <a:lnTo>
                    <a:pt x="7149463" y="1617312"/>
                  </a:lnTo>
                  <a:lnTo>
                    <a:pt x="7080921" y="1604119"/>
                  </a:lnTo>
                  <a:lnTo>
                    <a:pt x="7017838" y="1589378"/>
                  </a:lnTo>
                  <a:lnTo>
                    <a:pt x="6959399" y="1572865"/>
                  </a:lnTo>
                  <a:lnTo>
                    <a:pt x="6904692" y="1554341"/>
                  </a:lnTo>
                  <a:lnTo>
                    <a:pt x="6852796" y="1533577"/>
                  </a:lnTo>
                  <a:lnTo>
                    <a:pt x="6802855" y="1510408"/>
                  </a:lnTo>
                  <a:lnTo>
                    <a:pt x="6786527" y="1502147"/>
                  </a:lnTo>
                  <a:lnTo>
                    <a:pt x="6737891" y="1475593"/>
                  </a:lnTo>
                  <a:lnTo>
                    <a:pt x="6689731" y="1446512"/>
                  </a:lnTo>
                  <a:lnTo>
                    <a:pt x="6641600" y="1414860"/>
                  </a:lnTo>
                  <a:lnTo>
                    <a:pt x="6593183" y="1380670"/>
                  </a:lnTo>
                  <a:lnTo>
                    <a:pt x="6544279" y="1344056"/>
                  </a:lnTo>
                  <a:lnTo>
                    <a:pt x="6494788" y="1305221"/>
                  </a:lnTo>
                  <a:lnTo>
                    <a:pt x="6444701" y="1264459"/>
                  </a:lnTo>
                  <a:lnTo>
                    <a:pt x="6394085" y="1222148"/>
                  </a:lnTo>
                  <a:lnTo>
                    <a:pt x="6343070" y="1178736"/>
                  </a:lnTo>
                  <a:lnTo>
                    <a:pt x="6291832" y="1134727"/>
                  </a:lnTo>
                  <a:lnTo>
                    <a:pt x="6240569" y="1090653"/>
                  </a:lnTo>
                  <a:lnTo>
                    <a:pt x="6189483" y="1047050"/>
                  </a:lnTo>
                  <a:lnTo>
                    <a:pt x="6138758" y="1004431"/>
                  </a:lnTo>
                  <a:lnTo>
                    <a:pt x="6088535" y="963261"/>
                  </a:lnTo>
                  <a:lnTo>
                    <a:pt x="6038899" y="923934"/>
                  </a:lnTo>
                  <a:lnTo>
                    <a:pt x="5989859" y="886765"/>
                  </a:lnTo>
                  <a:lnTo>
                    <a:pt x="5941340" y="851979"/>
                  </a:lnTo>
                  <a:lnTo>
                    <a:pt x="5893164" y="819713"/>
                  </a:lnTo>
                  <a:lnTo>
                    <a:pt x="5845046" y="790016"/>
                  </a:lnTo>
                  <a:lnTo>
                    <a:pt x="5796573" y="762864"/>
                  </a:lnTo>
                  <a:lnTo>
                    <a:pt x="5784835" y="756720"/>
                  </a:lnTo>
                  <a:lnTo>
                    <a:pt x="5735379" y="732736"/>
                  </a:lnTo>
                  <a:lnTo>
                    <a:pt x="5684223" y="711184"/>
                  </a:lnTo>
                  <a:lnTo>
                    <a:pt x="5630553" y="691937"/>
                  </a:lnTo>
                  <a:lnTo>
                    <a:pt x="5573461" y="674781"/>
                  </a:lnTo>
                  <a:lnTo>
                    <a:pt x="5512023" y="659476"/>
                  </a:lnTo>
                  <a:lnTo>
                    <a:pt x="5445379" y="645790"/>
                  </a:lnTo>
                  <a:lnTo>
                    <a:pt x="5372841" y="633523"/>
                  </a:lnTo>
                  <a:lnTo>
                    <a:pt x="5294022" y="622512"/>
                  </a:lnTo>
                  <a:lnTo>
                    <a:pt x="5209023" y="612641"/>
                  </a:lnTo>
                  <a:lnTo>
                    <a:pt x="5118645" y="603837"/>
                  </a:lnTo>
                  <a:lnTo>
                    <a:pt x="5024592" y="596074"/>
                  </a:lnTo>
                  <a:lnTo>
                    <a:pt x="4929607" y="589359"/>
                  </a:lnTo>
                  <a:lnTo>
                    <a:pt x="4837413" y="583714"/>
                  </a:lnTo>
                  <a:lnTo>
                    <a:pt x="4752377" y="579161"/>
                  </a:lnTo>
                  <a:lnTo>
                    <a:pt x="4678855" y="575687"/>
                  </a:lnTo>
                  <a:lnTo>
                    <a:pt x="4620329" y="573228"/>
                  </a:lnTo>
                  <a:lnTo>
                    <a:pt x="4578585" y="571660"/>
                  </a:lnTo>
                  <a:lnTo>
                    <a:pt x="4553196" y="570803"/>
                  </a:lnTo>
                  <a:lnTo>
                    <a:pt x="4541445" y="570444"/>
                  </a:lnTo>
                  <a:lnTo>
                    <a:pt x="4538591" y="570365"/>
                  </a:lnTo>
                  <a:lnTo>
                    <a:pt x="4538543" y="570364"/>
                  </a:lnTo>
                  <a:lnTo>
                    <a:pt x="4016409" y="570364"/>
                  </a:lnTo>
                  <a:lnTo>
                    <a:pt x="4015145" y="570346"/>
                  </a:lnTo>
                  <a:lnTo>
                    <a:pt x="4006878" y="570222"/>
                  </a:lnTo>
                  <a:lnTo>
                    <a:pt x="3986209" y="569877"/>
                  </a:lnTo>
                  <a:lnTo>
                    <a:pt x="3949688" y="569201"/>
                  </a:lnTo>
                  <a:lnTo>
                    <a:pt x="3896131" y="568094"/>
                  </a:lnTo>
                  <a:lnTo>
                    <a:pt x="3826677" y="566481"/>
                  </a:lnTo>
                  <a:lnTo>
                    <a:pt x="3744397" y="564320"/>
                  </a:lnTo>
                  <a:lnTo>
                    <a:pt x="3653524" y="561597"/>
                  </a:lnTo>
                  <a:lnTo>
                    <a:pt x="3558558" y="558320"/>
                  </a:lnTo>
                  <a:lnTo>
                    <a:pt x="3463513" y="554501"/>
                  </a:lnTo>
                  <a:lnTo>
                    <a:pt x="3371475" y="550147"/>
                  </a:lnTo>
                  <a:lnTo>
                    <a:pt x="3284466" y="545250"/>
                  </a:lnTo>
                  <a:lnTo>
                    <a:pt x="3203539" y="539780"/>
                  </a:lnTo>
                  <a:lnTo>
                    <a:pt x="3128972" y="533683"/>
                  </a:lnTo>
                  <a:lnTo>
                    <a:pt x="3060495" y="526882"/>
                  </a:lnTo>
                  <a:lnTo>
                    <a:pt x="2997475" y="519278"/>
                  </a:lnTo>
                  <a:lnTo>
                    <a:pt x="2939079" y="510755"/>
                  </a:lnTo>
                  <a:lnTo>
                    <a:pt x="2884381" y="501188"/>
                  </a:lnTo>
                  <a:lnTo>
                    <a:pt x="2832449" y="490463"/>
                  </a:lnTo>
                  <a:lnTo>
                    <a:pt x="2782427" y="478496"/>
                  </a:lnTo>
                  <a:lnTo>
                    <a:pt x="2770117" y="475303"/>
                  </a:lnTo>
                  <a:lnTo>
                    <a:pt x="2717641" y="460626"/>
                  </a:lnTo>
                  <a:lnTo>
                    <a:pt x="2665674" y="444443"/>
                  </a:lnTo>
                  <a:lnTo>
                    <a:pt x="2613674" y="426733"/>
                  </a:lnTo>
                  <a:lnTo>
                    <a:pt x="2561276" y="407527"/>
                  </a:lnTo>
                  <a:lnTo>
                    <a:pt x="2508263" y="386912"/>
                  </a:lnTo>
                  <a:lnTo>
                    <a:pt x="2454551" y="365042"/>
                  </a:lnTo>
                  <a:lnTo>
                    <a:pt x="2400173" y="342127"/>
                  </a:lnTo>
                  <a:lnTo>
                    <a:pt x="2345256" y="318436"/>
                  </a:lnTo>
                  <a:lnTo>
                    <a:pt x="2290000" y="294279"/>
                  </a:lnTo>
                  <a:lnTo>
                    <a:pt x="2234648" y="269992"/>
                  </a:lnTo>
                  <a:lnTo>
                    <a:pt x="2179455" y="245921"/>
                  </a:lnTo>
                  <a:lnTo>
                    <a:pt x="2124657" y="222397"/>
                  </a:lnTo>
                  <a:lnTo>
                    <a:pt x="2070437" y="199722"/>
                  </a:lnTo>
                  <a:lnTo>
                    <a:pt x="2016902" y="178149"/>
                  </a:lnTo>
                  <a:lnTo>
                    <a:pt x="1964056" y="157877"/>
                  </a:lnTo>
                  <a:lnTo>
                    <a:pt x="1911784" y="139040"/>
                  </a:lnTo>
                  <a:lnTo>
                    <a:pt x="1859834" y="121713"/>
                  </a:lnTo>
                  <a:lnTo>
                    <a:pt x="1807797" y="105912"/>
                  </a:lnTo>
                  <a:lnTo>
                    <a:pt x="1768425" y="95060"/>
                  </a:lnTo>
                  <a:lnTo>
                    <a:pt x="1718764" y="82778"/>
                  </a:lnTo>
                  <a:lnTo>
                    <a:pt x="1667386" y="71747"/>
                  </a:lnTo>
                  <a:lnTo>
                    <a:pt x="1613466" y="61901"/>
                  </a:lnTo>
                  <a:lnTo>
                    <a:pt x="1556084" y="53128"/>
                  </a:lnTo>
                  <a:lnTo>
                    <a:pt x="1494306" y="45305"/>
                  </a:lnTo>
                  <a:lnTo>
                    <a:pt x="1427264" y="38313"/>
                  </a:lnTo>
                  <a:lnTo>
                    <a:pt x="1354264" y="32048"/>
                  </a:lnTo>
                  <a:lnTo>
                    <a:pt x="1274929" y="26427"/>
                  </a:lnTo>
                  <a:lnTo>
                    <a:pt x="1189377" y="21390"/>
                  </a:lnTo>
                  <a:lnTo>
                    <a:pt x="1098449" y="16902"/>
                  </a:lnTo>
                  <a:lnTo>
                    <a:pt x="1003908" y="12949"/>
                  </a:lnTo>
                  <a:lnTo>
                    <a:pt x="908577" y="9535"/>
                  </a:lnTo>
                  <a:lnTo>
                    <a:pt x="816266" y="6672"/>
                  </a:lnTo>
                  <a:lnTo>
                    <a:pt x="731412" y="4371"/>
                  </a:lnTo>
                  <a:lnTo>
                    <a:pt x="658398" y="2624"/>
                  </a:lnTo>
                  <a:lnTo>
                    <a:pt x="600669" y="1395"/>
                  </a:lnTo>
                  <a:lnTo>
                    <a:pt x="559902" y="620"/>
                  </a:lnTo>
                  <a:lnTo>
                    <a:pt x="535504" y="203"/>
                  </a:lnTo>
                  <a:lnTo>
                    <a:pt x="524568" y="34"/>
                  </a:lnTo>
                  <a:lnTo>
                    <a:pt x="522154" y="0"/>
                  </a:lnTo>
                  <a:lnTo>
                    <a:pt x="522133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863" name="pg863"/>
            <p:cNvSpPr/>
            <p:nvPr/>
          </p:nvSpPr>
          <p:spPr>
            <a:xfrm>
              <a:off x="386606" y="3540415"/>
              <a:ext cx="8554953" cy="2484755"/>
            </a:xfrm>
            <a:custGeom>
              <a:avLst/>
              <a:pathLst>
                <a:path w="8554953" h="2484755">
                  <a:moveTo>
                    <a:pt x="0" y="615541"/>
                  </a:moveTo>
                  <a:lnTo>
                    <a:pt x="522133" y="615541"/>
                  </a:lnTo>
                  <a:lnTo>
                    <a:pt x="523347" y="615596"/>
                  </a:lnTo>
                  <a:lnTo>
                    <a:pt x="531295" y="615987"/>
                  </a:lnTo>
                  <a:lnTo>
                    <a:pt x="551195" y="617070"/>
                  </a:lnTo>
                  <a:lnTo>
                    <a:pt x="586428" y="619197"/>
                  </a:lnTo>
                  <a:lnTo>
                    <a:pt x="638238" y="622683"/>
                  </a:lnTo>
                  <a:lnTo>
                    <a:pt x="705662" y="627768"/>
                  </a:lnTo>
                  <a:lnTo>
                    <a:pt x="785866" y="634594"/>
                  </a:lnTo>
                  <a:lnTo>
                    <a:pt x="874847" y="643210"/>
                  </a:lnTo>
                  <a:lnTo>
                    <a:pt x="968275" y="653600"/>
                  </a:lnTo>
                  <a:lnTo>
                    <a:pt x="1062213" y="665721"/>
                  </a:lnTo>
                  <a:lnTo>
                    <a:pt x="1153572" y="679548"/>
                  </a:lnTo>
                  <a:lnTo>
                    <a:pt x="1240266" y="695099"/>
                  </a:lnTo>
                  <a:lnTo>
                    <a:pt x="1321150" y="712456"/>
                  </a:lnTo>
                  <a:lnTo>
                    <a:pt x="1395847" y="731776"/>
                  </a:lnTo>
                  <a:lnTo>
                    <a:pt x="1464537" y="753288"/>
                  </a:lnTo>
                  <a:lnTo>
                    <a:pt x="1527770" y="777292"/>
                  </a:lnTo>
                  <a:lnTo>
                    <a:pt x="1586316" y="804143"/>
                  </a:lnTo>
                  <a:lnTo>
                    <a:pt x="1641053" y="834227"/>
                  </a:lnTo>
                  <a:lnTo>
                    <a:pt x="1692881" y="867925"/>
                  </a:lnTo>
                  <a:lnTo>
                    <a:pt x="1742646" y="905530"/>
                  </a:lnTo>
                  <a:lnTo>
                    <a:pt x="1768425" y="927077"/>
                  </a:lnTo>
                  <a:lnTo>
                    <a:pt x="1811440" y="966091"/>
                  </a:lnTo>
                  <a:lnTo>
                    <a:pt x="1854037" y="1008394"/>
                  </a:lnTo>
                  <a:lnTo>
                    <a:pt x="1896543" y="1054050"/>
                  </a:lnTo>
                  <a:lnTo>
                    <a:pt x="1939198" y="1103048"/>
                  </a:lnTo>
                  <a:lnTo>
                    <a:pt x="1982173" y="1155296"/>
                  </a:lnTo>
                  <a:lnTo>
                    <a:pt x="2025571" y="1210615"/>
                  </a:lnTo>
                  <a:lnTo>
                    <a:pt x="2069438" y="1268730"/>
                  </a:lnTo>
                  <a:lnTo>
                    <a:pt x="2113766" y="1329280"/>
                  </a:lnTo>
                  <a:lnTo>
                    <a:pt x="2158502" y="1391817"/>
                  </a:lnTo>
                  <a:lnTo>
                    <a:pt x="2203556" y="1455821"/>
                  </a:lnTo>
                  <a:lnTo>
                    <a:pt x="2248808" y="1520716"/>
                  </a:lnTo>
                  <a:lnTo>
                    <a:pt x="2294125" y="1585892"/>
                  </a:lnTo>
                  <a:lnTo>
                    <a:pt x="2339364" y="1650727"/>
                  </a:lnTo>
                  <a:lnTo>
                    <a:pt x="2384392" y="1714613"/>
                  </a:lnTo>
                  <a:lnTo>
                    <a:pt x="2429092" y="1776979"/>
                  </a:lnTo>
                  <a:lnTo>
                    <a:pt x="2473377" y="1837312"/>
                  </a:lnTo>
                  <a:lnTo>
                    <a:pt x="2517198" y="1895171"/>
                  </a:lnTo>
                  <a:lnTo>
                    <a:pt x="2560552" y="1950202"/>
                  </a:lnTo>
                  <a:lnTo>
                    <a:pt x="2603490" y="2002142"/>
                  </a:lnTo>
                  <a:lnTo>
                    <a:pt x="2646122" y="2050819"/>
                  </a:lnTo>
                  <a:lnTo>
                    <a:pt x="2688625" y="2096149"/>
                  </a:lnTo>
                  <a:lnTo>
                    <a:pt x="2731248" y="2138129"/>
                  </a:lnTo>
                  <a:lnTo>
                    <a:pt x="2770117" y="2173219"/>
                  </a:lnTo>
                  <a:lnTo>
                    <a:pt x="2819092" y="2212950"/>
                  </a:lnTo>
                  <a:lnTo>
                    <a:pt x="2869728" y="2248690"/>
                  </a:lnTo>
                  <a:lnTo>
                    <a:pt x="2922813" y="2280645"/>
                  </a:lnTo>
                  <a:lnTo>
                    <a:pt x="2979229" y="2309159"/>
                  </a:lnTo>
                  <a:lnTo>
                    <a:pt x="3039875" y="2334624"/>
                  </a:lnTo>
                  <a:lnTo>
                    <a:pt x="3105589" y="2357415"/>
                  </a:lnTo>
                  <a:lnTo>
                    <a:pt x="3177054" y="2377863"/>
                  </a:lnTo>
                  <a:lnTo>
                    <a:pt x="3254667" y="2396236"/>
                  </a:lnTo>
                  <a:lnTo>
                    <a:pt x="3338373" y="2412728"/>
                  </a:lnTo>
                  <a:lnTo>
                    <a:pt x="3427457" y="2427462"/>
                  </a:lnTo>
                  <a:lnTo>
                    <a:pt x="3520350" y="2440488"/>
                  </a:lnTo>
                  <a:lnTo>
                    <a:pt x="3614491" y="2451801"/>
                  </a:lnTo>
                  <a:lnTo>
                    <a:pt x="3706357" y="2461361"/>
                  </a:lnTo>
                  <a:lnTo>
                    <a:pt x="3791750" y="2469134"/>
                  </a:lnTo>
                  <a:lnTo>
                    <a:pt x="3866390" y="2475130"/>
                  </a:lnTo>
                  <a:lnTo>
                    <a:pt x="3926722" y="2479439"/>
                  </a:lnTo>
                  <a:lnTo>
                    <a:pt x="3970725" y="2482251"/>
                  </a:lnTo>
                  <a:lnTo>
                    <a:pt x="3998456" y="2483844"/>
                  </a:lnTo>
                  <a:lnTo>
                    <a:pt x="4012194" y="2484557"/>
                  </a:lnTo>
                  <a:lnTo>
                    <a:pt x="4016224" y="2484747"/>
                  </a:lnTo>
                  <a:lnTo>
                    <a:pt x="4016409" y="2484755"/>
                  </a:lnTo>
                  <a:lnTo>
                    <a:pt x="4538543" y="2484755"/>
                  </a:lnTo>
                  <a:lnTo>
                    <a:pt x="4539719" y="2484684"/>
                  </a:lnTo>
                  <a:lnTo>
                    <a:pt x="4547421" y="2484182"/>
                  </a:lnTo>
                  <a:lnTo>
                    <a:pt x="4566728" y="2482793"/>
                  </a:lnTo>
                  <a:lnTo>
                    <a:pt x="4600964" y="2480064"/>
                  </a:lnTo>
                  <a:lnTo>
                    <a:pt x="4651416" y="2475586"/>
                  </a:lnTo>
                  <a:lnTo>
                    <a:pt x="4717251" y="2469047"/>
                  </a:lnTo>
                  <a:lnTo>
                    <a:pt x="4795817" y="2460257"/>
                  </a:lnTo>
                  <a:lnTo>
                    <a:pt x="4883290" y="2449145"/>
                  </a:lnTo>
                  <a:lnTo>
                    <a:pt x="4975474" y="2435727"/>
                  </a:lnTo>
                  <a:lnTo>
                    <a:pt x="5068501" y="2420057"/>
                  </a:lnTo>
                  <a:lnTo>
                    <a:pt x="5159283" y="2402172"/>
                  </a:lnTo>
                  <a:lnTo>
                    <a:pt x="5245692" y="2382059"/>
                  </a:lnTo>
                  <a:lnTo>
                    <a:pt x="5326515" y="2359620"/>
                  </a:lnTo>
                  <a:lnTo>
                    <a:pt x="5401298" y="2334669"/>
                  </a:lnTo>
                  <a:lnTo>
                    <a:pt x="5470149" y="2306924"/>
                  </a:lnTo>
                  <a:lnTo>
                    <a:pt x="5533554" y="2276015"/>
                  </a:lnTo>
                  <a:lnTo>
                    <a:pt x="5592233" y="2241497"/>
                  </a:lnTo>
                  <a:lnTo>
                    <a:pt x="5647022" y="2202875"/>
                  </a:lnTo>
                  <a:lnTo>
                    <a:pt x="5698794" y="2159657"/>
                  </a:lnTo>
                  <a:lnTo>
                    <a:pt x="5748385" y="2111432"/>
                  </a:lnTo>
                  <a:lnTo>
                    <a:pt x="5784835" y="2071570"/>
                  </a:lnTo>
                  <a:lnTo>
                    <a:pt x="5823982" y="2024684"/>
                  </a:lnTo>
                  <a:lnTo>
                    <a:pt x="5862757" y="1974197"/>
                  </a:lnTo>
                  <a:lnTo>
                    <a:pt x="5901414" y="1920038"/>
                  </a:lnTo>
                  <a:lnTo>
                    <a:pt x="5940147" y="1862199"/>
                  </a:lnTo>
                  <a:lnTo>
                    <a:pt x="5979102" y="1800744"/>
                  </a:lnTo>
                  <a:lnTo>
                    <a:pt x="6018374" y="1735818"/>
                  </a:lnTo>
                  <a:lnTo>
                    <a:pt x="6058021" y="1667646"/>
                  </a:lnTo>
                  <a:lnTo>
                    <a:pt x="6098058" y="1596538"/>
                  </a:lnTo>
                  <a:lnTo>
                    <a:pt x="6138469" y="1522885"/>
                  </a:lnTo>
                  <a:lnTo>
                    <a:pt x="6179206" y="1447151"/>
                  </a:lnTo>
                  <a:lnTo>
                    <a:pt x="6220198" y="1369865"/>
                  </a:lnTo>
                  <a:lnTo>
                    <a:pt x="6261354" y="1291604"/>
                  </a:lnTo>
                  <a:lnTo>
                    <a:pt x="6302572" y="1212976"/>
                  </a:lnTo>
                  <a:lnTo>
                    <a:pt x="6343748" y="1134603"/>
                  </a:lnTo>
                  <a:lnTo>
                    <a:pt x="6384776" y="1057097"/>
                  </a:lnTo>
                  <a:lnTo>
                    <a:pt x="6425565" y="981043"/>
                  </a:lnTo>
                  <a:lnTo>
                    <a:pt x="6466039" y="906978"/>
                  </a:lnTo>
                  <a:lnTo>
                    <a:pt x="6506146" y="835379"/>
                  </a:lnTo>
                  <a:lnTo>
                    <a:pt x="6545863" y="766652"/>
                  </a:lnTo>
                  <a:lnTo>
                    <a:pt x="6585200" y="701121"/>
                  </a:lnTo>
                  <a:lnTo>
                    <a:pt x="6624206" y="639027"/>
                  </a:lnTo>
                  <a:lnTo>
                    <a:pt x="6662970" y="580528"/>
                  </a:lnTo>
                  <a:lnTo>
                    <a:pt x="6701627" y="525704"/>
                  </a:lnTo>
                  <a:lnTo>
                    <a:pt x="6740364" y="474558"/>
                  </a:lnTo>
                  <a:lnTo>
                    <a:pt x="6779423" y="427030"/>
                  </a:lnTo>
                  <a:lnTo>
                    <a:pt x="6786527" y="418831"/>
                  </a:lnTo>
                  <a:lnTo>
                    <a:pt x="6834963" y="366680"/>
                  </a:lnTo>
                  <a:lnTo>
                    <a:pt x="6885015" y="319710"/>
                  </a:lnTo>
                  <a:lnTo>
                    <a:pt x="6937446" y="277661"/>
                  </a:lnTo>
                  <a:lnTo>
                    <a:pt x="6993107" y="240091"/>
                  </a:lnTo>
                  <a:lnTo>
                    <a:pt x="7052869" y="206501"/>
                  </a:lnTo>
                  <a:lnTo>
                    <a:pt x="7117548" y="176405"/>
                  </a:lnTo>
                  <a:lnTo>
                    <a:pt x="7187818" y="149376"/>
                  </a:lnTo>
                  <a:lnTo>
                    <a:pt x="7264089" y="125063"/>
                  </a:lnTo>
                  <a:lnTo>
                    <a:pt x="7346348" y="103207"/>
                  </a:lnTo>
                  <a:lnTo>
                    <a:pt x="7433973" y="83645"/>
                  </a:lnTo>
                  <a:lnTo>
                    <a:pt x="7525539" y="66301"/>
                  </a:lnTo>
                  <a:lnTo>
                    <a:pt x="7618680" y="51178"/>
                  </a:lnTo>
                  <a:lnTo>
                    <a:pt x="7710090" y="38320"/>
                  </a:lnTo>
                  <a:lnTo>
                    <a:pt x="7795769" y="27778"/>
                  </a:lnTo>
                  <a:lnTo>
                    <a:pt x="7871539" y="19550"/>
                  </a:lnTo>
                  <a:lnTo>
                    <a:pt x="7933791" y="13538"/>
                  </a:lnTo>
                  <a:lnTo>
                    <a:pt x="7980269" y="9522"/>
                  </a:lnTo>
                  <a:lnTo>
                    <a:pt x="8010647" y="7161"/>
                  </a:lnTo>
                  <a:lnTo>
                    <a:pt x="8026732" y="6032"/>
                  </a:lnTo>
                  <a:lnTo>
                    <a:pt x="8032306" y="5677"/>
                  </a:lnTo>
                  <a:lnTo>
                    <a:pt x="8032819" y="5647"/>
                  </a:lnTo>
                  <a:lnTo>
                    <a:pt x="8554953" y="5647"/>
                  </a:lnTo>
                  <a:lnTo>
                    <a:pt x="8554953" y="0"/>
                  </a:lnTo>
                  <a:lnTo>
                    <a:pt x="8032819" y="0"/>
                  </a:lnTo>
                  <a:lnTo>
                    <a:pt x="8031643" y="70"/>
                  </a:lnTo>
                  <a:lnTo>
                    <a:pt x="8023941" y="572"/>
                  </a:lnTo>
                  <a:lnTo>
                    <a:pt x="8004634" y="1961"/>
                  </a:lnTo>
                  <a:lnTo>
                    <a:pt x="7970398" y="4691"/>
                  </a:lnTo>
                  <a:lnTo>
                    <a:pt x="7919946" y="9168"/>
                  </a:lnTo>
                  <a:lnTo>
                    <a:pt x="7854111" y="15707"/>
                  </a:lnTo>
                  <a:lnTo>
                    <a:pt x="7775545" y="24498"/>
                  </a:lnTo>
                  <a:lnTo>
                    <a:pt x="7688072" y="35610"/>
                  </a:lnTo>
                  <a:lnTo>
                    <a:pt x="7595888" y="49027"/>
                  </a:lnTo>
                  <a:lnTo>
                    <a:pt x="7502861" y="64697"/>
                  </a:lnTo>
                  <a:lnTo>
                    <a:pt x="7412079" y="82582"/>
                  </a:lnTo>
                  <a:lnTo>
                    <a:pt x="7325670" y="102696"/>
                  </a:lnTo>
                  <a:lnTo>
                    <a:pt x="7244846" y="125135"/>
                  </a:lnTo>
                  <a:lnTo>
                    <a:pt x="7170064" y="150085"/>
                  </a:lnTo>
                  <a:lnTo>
                    <a:pt x="7101213" y="177830"/>
                  </a:lnTo>
                  <a:lnTo>
                    <a:pt x="7037808" y="208739"/>
                  </a:lnTo>
                  <a:lnTo>
                    <a:pt x="6979129" y="243258"/>
                  </a:lnTo>
                  <a:lnTo>
                    <a:pt x="6924340" y="281879"/>
                  </a:lnTo>
                  <a:lnTo>
                    <a:pt x="6872568" y="325097"/>
                  </a:lnTo>
                  <a:lnTo>
                    <a:pt x="6822977" y="373323"/>
                  </a:lnTo>
                  <a:lnTo>
                    <a:pt x="6786527" y="413184"/>
                  </a:lnTo>
                  <a:lnTo>
                    <a:pt x="6747380" y="460070"/>
                  </a:lnTo>
                  <a:lnTo>
                    <a:pt x="6708605" y="510557"/>
                  </a:lnTo>
                  <a:lnTo>
                    <a:pt x="6669948" y="564716"/>
                  </a:lnTo>
                  <a:lnTo>
                    <a:pt x="6631214" y="622556"/>
                  </a:lnTo>
                  <a:lnTo>
                    <a:pt x="6592260" y="684010"/>
                  </a:lnTo>
                  <a:lnTo>
                    <a:pt x="6552988" y="748937"/>
                  </a:lnTo>
                  <a:lnTo>
                    <a:pt x="6513341" y="817109"/>
                  </a:lnTo>
                  <a:lnTo>
                    <a:pt x="6473304" y="888216"/>
                  </a:lnTo>
                  <a:lnTo>
                    <a:pt x="6432893" y="961870"/>
                  </a:lnTo>
                  <a:lnTo>
                    <a:pt x="6392156" y="1037603"/>
                  </a:lnTo>
                  <a:lnTo>
                    <a:pt x="6351164" y="1114890"/>
                  </a:lnTo>
                  <a:lnTo>
                    <a:pt x="6310008" y="1193151"/>
                  </a:lnTo>
                  <a:lnTo>
                    <a:pt x="6268790" y="1271778"/>
                  </a:lnTo>
                  <a:lnTo>
                    <a:pt x="6227614" y="1350151"/>
                  </a:lnTo>
                  <a:lnTo>
                    <a:pt x="6186586" y="1427657"/>
                  </a:lnTo>
                  <a:lnTo>
                    <a:pt x="6145797" y="1503712"/>
                  </a:lnTo>
                  <a:lnTo>
                    <a:pt x="6105323" y="1577777"/>
                  </a:lnTo>
                  <a:lnTo>
                    <a:pt x="6065216" y="1649375"/>
                  </a:lnTo>
                  <a:lnTo>
                    <a:pt x="6025499" y="1718102"/>
                  </a:lnTo>
                  <a:lnTo>
                    <a:pt x="5986162" y="1783633"/>
                  </a:lnTo>
                  <a:lnTo>
                    <a:pt x="5947156" y="1845727"/>
                  </a:lnTo>
                  <a:lnTo>
                    <a:pt x="5908392" y="1904226"/>
                  </a:lnTo>
                  <a:lnTo>
                    <a:pt x="5869735" y="1959051"/>
                  </a:lnTo>
                  <a:lnTo>
                    <a:pt x="5830998" y="2010196"/>
                  </a:lnTo>
                  <a:lnTo>
                    <a:pt x="5791939" y="2057724"/>
                  </a:lnTo>
                  <a:lnTo>
                    <a:pt x="5784835" y="2065923"/>
                  </a:lnTo>
                  <a:lnTo>
                    <a:pt x="5736399" y="2118074"/>
                  </a:lnTo>
                  <a:lnTo>
                    <a:pt x="5686347" y="2165044"/>
                  </a:lnTo>
                  <a:lnTo>
                    <a:pt x="5633916" y="2207094"/>
                  </a:lnTo>
                  <a:lnTo>
                    <a:pt x="5578255" y="2244663"/>
                  </a:lnTo>
                  <a:lnTo>
                    <a:pt x="5518493" y="2278253"/>
                  </a:lnTo>
                  <a:lnTo>
                    <a:pt x="5453814" y="2308349"/>
                  </a:lnTo>
                  <a:lnTo>
                    <a:pt x="5383544" y="2335378"/>
                  </a:lnTo>
                  <a:lnTo>
                    <a:pt x="5307273" y="2359692"/>
                  </a:lnTo>
                  <a:lnTo>
                    <a:pt x="5225014" y="2381547"/>
                  </a:lnTo>
                  <a:lnTo>
                    <a:pt x="5137389" y="2401110"/>
                  </a:lnTo>
                  <a:lnTo>
                    <a:pt x="5045823" y="2418453"/>
                  </a:lnTo>
                  <a:lnTo>
                    <a:pt x="4952682" y="2433577"/>
                  </a:lnTo>
                  <a:lnTo>
                    <a:pt x="4861271" y="2446434"/>
                  </a:lnTo>
                  <a:lnTo>
                    <a:pt x="4775593" y="2456976"/>
                  </a:lnTo>
                  <a:lnTo>
                    <a:pt x="4699823" y="2465204"/>
                  </a:lnTo>
                  <a:lnTo>
                    <a:pt x="4637571" y="2471216"/>
                  </a:lnTo>
                  <a:lnTo>
                    <a:pt x="4591093" y="2475232"/>
                  </a:lnTo>
                  <a:lnTo>
                    <a:pt x="4560715" y="2477593"/>
                  </a:lnTo>
                  <a:lnTo>
                    <a:pt x="4544630" y="2478722"/>
                  </a:lnTo>
                  <a:lnTo>
                    <a:pt x="4539056" y="2479077"/>
                  </a:lnTo>
                  <a:lnTo>
                    <a:pt x="4538543" y="2479108"/>
                  </a:lnTo>
                  <a:lnTo>
                    <a:pt x="4016409" y="2479108"/>
                  </a:lnTo>
                  <a:lnTo>
                    <a:pt x="4015195" y="2479053"/>
                  </a:lnTo>
                  <a:lnTo>
                    <a:pt x="4007247" y="2478661"/>
                  </a:lnTo>
                  <a:lnTo>
                    <a:pt x="3987347" y="2477579"/>
                  </a:lnTo>
                  <a:lnTo>
                    <a:pt x="3952114" y="2475452"/>
                  </a:lnTo>
                  <a:lnTo>
                    <a:pt x="3900304" y="2471966"/>
                  </a:lnTo>
                  <a:lnTo>
                    <a:pt x="3832881" y="2466881"/>
                  </a:lnTo>
                  <a:lnTo>
                    <a:pt x="3752676" y="2460055"/>
                  </a:lnTo>
                  <a:lnTo>
                    <a:pt x="3663695" y="2451439"/>
                  </a:lnTo>
                  <a:lnTo>
                    <a:pt x="3570267" y="2441049"/>
                  </a:lnTo>
                  <a:lnTo>
                    <a:pt x="3476329" y="2428927"/>
                  </a:lnTo>
                  <a:lnTo>
                    <a:pt x="3384970" y="2415100"/>
                  </a:lnTo>
                  <a:lnTo>
                    <a:pt x="3298277" y="2399550"/>
                  </a:lnTo>
                  <a:lnTo>
                    <a:pt x="3217392" y="2382193"/>
                  </a:lnTo>
                  <a:lnTo>
                    <a:pt x="3142695" y="2362873"/>
                  </a:lnTo>
                  <a:lnTo>
                    <a:pt x="3074005" y="2341361"/>
                  </a:lnTo>
                  <a:lnTo>
                    <a:pt x="3010772" y="2317357"/>
                  </a:lnTo>
                  <a:lnTo>
                    <a:pt x="2952226" y="2290506"/>
                  </a:lnTo>
                  <a:lnTo>
                    <a:pt x="2897489" y="2260422"/>
                  </a:lnTo>
                  <a:lnTo>
                    <a:pt x="2845661" y="2226724"/>
                  </a:lnTo>
                  <a:lnTo>
                    <a:pt x="2795896" y="2189119"/>
                  </a:lnTo>
                  <a:lnTo>
                    <a:pt x="2770117" y="2167572"/>
                  </a:lnTo>
                  <a:lnTo>
                    <a:pt x="2727103" y="2128558"/>
                  </a:lnTo>
                  <a:lnTo>
                    <a:pt x="2684505" y="2086255"/>
                  </a:lnTo>
                  <a:lnTo>
                    <a:pt x="2641999" y="2040599"/>
                  </a:lnTo>
                  <a:lnTo>
                    <a:pt x="2599344" y="1991601"/>
                  </a:lnTo>
                  <a:lnTo>
                    <a:pt x="2556369" y="1939352"/>
                  </a:lnTo>
                  <a:lnTo>
                    <a:pt x="2512971" y="1884034"/>
                  </a:lnTo>
                  <a:lnTo>
                    <a:pt x="2469105" y="1825918"/>
                  </a:lnTo>
                  <a:lnTo>
                    <a:pt x="2424777" y="1765368"/>
                  </a:lnTo>
                  <a:lnTo>
                    <a:pt x="2380040" y="1702831"/>
                  </a:lnTo>
                  <a:lnTo>
                    <a:pt x="2334987" y="1638828"/>
                  </a:lnTo>
                  <a:lnTo>
                    <a:pt x="2289734" y="1573933"/>
                  </a:lnTo>
                  <a:lnTo>
                    <a:pt x="2244417" y="1508757"/>
                  </a:lnTo>
                  <a:lnTo>
                    <a:pt x="2199178" y="1443922"/>
                  </a:lnTo>
                  <a:lnTo>
                    <a:pt x="2154150" y="1380036"/>
                  </a:lnTo>
                  <a:lnTo>
                    <a:pt x="2109450" y="1317670"/>
                  </a:lnTo>
                  <a:lnTo>
                    <a:pt x="2065165" y="1257337"/>
                  </a:lnTo>
                  <a:lnTo>
                    <a:pt x="2021344" y="1199478"/>
                  </a:lnTo>
                  <a:lnTo>
                    <a:pt x="1977990" y="1144447"/>
                  </a:lnTo>
                  <a:lnTo>
                    <a:pt x="1935052" y="1092507"/>
                  </a:lnTo>
                  <a:lnTo>
                    <a:pt x="1892420" y="1043830"/>
                  </a:lnTo>
                  <a:lnTo>
                    <a:pt x="1849917" y="998500"/>
                  </a:lnTo>
                  <a:lnTo>
                    <a:pt x="1807294" y="956519"/>
                  </a:lnTo>
                  <a:lnTo>
                    <a:pt x="1768425" y="921430"/>
                  </a:lnTo>
                  <a:lnTo>
                    <a:pt x="1719450" y="881699"/>
                  </a:lnTo>
                  <a:lnTo>
                    <a:pt x="1668814" y="845958"/>
                  </a:lnTo>
                  <a:lnTo>
                    <a:pt x="1615729" y="814004"/>
                  </a:lnTo>
                  <a:lnTo>
                    <a:pt x="1559313" y="785489"/>
                  </a:lnTo>
                  <a:lnTo>
                    <a:pt x="1498667" y="760025"/>
                  </a:lnTo>
                  <a:lnTo>
                    <a:pt x="1432953" y="737234"/>
                  </a:lnTo>
                  <a:lnTo>
                    <a:pt x="1361489" y="716785"/>
                  </a:lnTo>
                  <a:lnTo>
                    <a:pt x="1283875" y="698413"/>
                  </a:lnTo>
                  <a:lnTo>
                    <a:pt x="1200170" y="681920"/>
                  </a:lnTo>
                  <a:lnTo>
                    <a:pt x="1111085" y="667186"/>
                  </a:lnTo>
                  <a:lnTo>
                    <a:pt x="1018192" y="654160"/>
                  </a:lnTo>
                  <a:lnTo>
                    <a:pt x="924051" y="642848"/>
                  </a:lnTo>
                  <a:lnTo>
                    <a:pt x="832185" y="633288"/>
                  </a:lnTo>
                  <a:lnTo>
                    <a:pt x="746793" y="625515"/>
                  </a:lnTo>
                  <a:lnTo>
                    <a:pt x="672152" y="619519"/>
                  </a:lnTo>
                  <a:lnTo>
                    <a:pt x="611820" y="615210"/>
                  </a:lnTo>
                  <a:lnTo>
                    <a:pt x="567818" y="612398"/>
                  </a:lnTo>
                  <a:lnTo>
                    <a:pt x="540087" y="610805"/>
                  </a:lnTo>
                  <a:lnTo>
                    <a:pt x="526348" y="610092"/>
                  </a:lnTo>
                  <a:lnTo>
                    <a:pt x="522318" y="609902"/>
                  </a:lnTo>
                  <a:lnTo>
                    <a:pt x="522133" y="609894"/>
                  </a:lnTo>
                  <a:lnTo>
                    <a:pt x="0" y="609894"/>
                  </a:lnTo>
                  <a:close/>
                </a:path>
              </a:pathLst>
            </a:custGeom>
            <a:solidFill>
              <a:srgbClr val="F28E5B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864" name="pl864"/>
            <p:cNvSpPr/>
            <p:nvPr/>
          </p:nvSpPr>
          <p:spPr>
            <a:xfrm>
              <a:off x="386606" y="3546062"/>
              <a:ext cx="8554953" cy="2479108"/>
            </a:xfrm>
            <a:custGeom>
              <a:avLst/>
              <a:pathLst>
                <a:path w="8554953" h="2479108">
                  <a:moveTo>
                    <a:pt x="0" y="609894"/>
                  </a:moveTo>
                  <a:lnTo>
                    <a:pt x="522133" y="609894"/>
                  </a:lnTo>
                  <a:lnTo>
                    <a:pt x="523347" y="609949"/>
                  </a:lnTo>
                  <a:lnTo>
                    <a:pt x="531295" y="610340"/>
                  </a:lnTo>
                  <a:lnTo>
                    <a:pt x="551195" y="611423"/>
                  </a:lnTo>
                  <a:lnTo>
                    <a:pt x="586428" y="613550"/>
                  </a:lnTo>
                  <a:lnTo>
                    <a:pt x="638238" y="617036"/>
                  </a:lnTo>
                  <a:lnTo>
                    <a:pt x="705662" y="622121"/>
                  </a:lnTo>
                  <a:lnTo>
                    <a:pt x="785866" y="628947"/>
                  </a:lnTo>
                  <a:lnTo>
                    <a:pt x="874847" y="637563"/>
                  </a:lnTo>
                  <a:lnTo>
                    <a:pt x="968275" y="647952"/>
                  </a:lnTo>
                  <a:lnTo>
                    <a:pt x="1062213" y="660074"/>
                  </a:lnTo>
                  <a:lnTo>
                    <a:pt x="1153572" y="673901"/>
                  </a:lnTo>
                  <a:lnTo>
                    <a:pt x="1240266" y="689452"/>
                  </a:lnTo>
                  <a:lnTo>
                    <a:pt x="1321150" y="706809"/>
                  </a:lnTo>
                  <a:lnTo>
                    <a:pt x="1395847" y="726128"/>
                  </a:lnTo>
                  <a:lnTo>
                    <a:pt x="1464537" y="747641"/>
                  </a:lnTo>
                  <a:lnTo>
                    <a:pt x="1527770" y="771645"/>
                  </a:lnTo>
                  <a:lnTo>
                    <a:pt x="1586316" y="798495"/>
                  </a:lnTo>
                  <a:lnTo>
                    <a:pt x="1641053" y="828580"/>
                  </a:lnTo>
                  <a:lnTo>
                    <a:pt x="1692881" y="862277"/>
                  </a:lnTo>
                  <a:lnTo>
                    <a:pt x="1742646" y="899882"/>
                  </a:lnTo>
                  <a:lnTo>
                    <a:pt x="1768425" y="921430"/>
                  </a:lnTo>
                  <a:lnTo>
                    <a:pt x="1811440" y="960443"/>
                  </a:lnTo>
                  <a:lnTo>
                    <a:pt x="1854037" y="1002747"/>
                  </a:lnTo>
                  <a:lnTo>
                    <a:pt x="1896543" y="1048402"/>
                  </a:lnTo>
                  <a:lnTo>
                    <a:pt x="1939198" y="1097401"/>
                  </a:lnTo>
                  <a:lnTo>
                    <a:pt x="1982173" y="1149649"/>
                  </a:lnTo>
                  <a:lnTo>
                    <a:pt x="2025571" y="1204968"/>
                  </a:lnTo>
                  <a:lnTo>
                    <a:pt x="2069438" y="1263083"/>
                  </a:lnTo>
                  <a:lnTo>
                    <a:pt x="2113766" y="1323633"/>
                  </a:lnTo>
                  <a:lnTo>
                    <a:pt x="2158502" y="1386170"/>
                  </a:lnTo>
                  <a:lnTo>
                    <a:pt x="2203556" y="1450174"/>
                  </a:lnTo>
                  <a:lnTo>
                    <a:pt x="2248808" y="1515069"/>
                  </a:lnTo>
                  <a:lnTo>
                    <a:pt x="2294125" y="1580245"/>
                  </a:lnTo>
                  <a:lnTo>
                    <a:pt x="2339364" y="1645080"/>
                  </a:lnTo>
                  <a:lnTo>
                    <a:pt x="2384392" y="1708966"/>
                  </a:lnTo>
                  <a:lnTo>
                    <a:pt x="2429092" y="1771332"/>
                  </a:lnTo>
                  <a:lnTo>
                    <a:pt x="2473377" y="1831664"/>
                  </a:lnTo>
                  <a:lnTo>
                    <a:pt x="2517198" y="1889523"/>
                  </a:lnTo>
                  <a:lnTo>
                    <a:pt x="2560552" y="1944555"/>
                  </a:lnTo>
                  <a:lnTo>
                    <a:pt x="2603490" y="1996495"/>
                  </a:lnTo>
                  <a:lnTo>
                    <a:pt x="2646122" y="2045171"/>
                  </a:lnTo>
                  <a:lnTo>
                    <a:pt x="2688625" y="2090502"/>
                  </a:lnTo>
                  <a:lnTo>
                    <a:pt x="2731248" y="2132482"/>
                  </a:lnTo>
                  <a:lnTo>
                    <a:pt x="2770117" y="2167572"/>
                  </a:lnTo>
                  <a:lnTo>
                    <a:pt x="2819092" y="2207303"/>
                  </a:lnTo>
                  <a:lnTo>
                    <a:pt x="2869728" y="2243043"/>
                  </a:lnTo>
                  <a:lnTo>
                    <a:pt x="2922813" y="2274997"/>
                  </a:lnTo>
                  <a:lnTo>
                    <a:pt x="2979229" y="2303512"/>
                  </a:lnTo>
                  <a:lnTo>
                    <a:pt x="3039875" y="2328977"/>
                  </a:lnTo>
                  <a:lnTo>
                    <a:pt x="3105589" y="2351768"/>
                  </a:lnTo>
                  <a:lnTo>
                    <a:pt x="3177054" y="2372216"/>
                  </a:lnTo>
                  <a:lnTo>
                    <a:pt x="3254667" y="2390589"/>
                  </a:lnTo>
                  <a:lnTo>
                    <a:pt x="3338373" y="2407081"/>
                  </a:lnTo>
                  <a:lnTo>
                    <a:pt x="3427457" y="2421815"/>
                  </a:lnTo>
                  <a:lnTo>
                    <a:pt x="3520350" y="2434841"/>
                  </a:lnTo>
                  <a:lnTo>
                    <a:pt x="3614491" y="2446154"/>
                  </a:lnTo>
                  <a:lnTo>
                    <a:pt x="3706357" y="2455714"/>
                  </a:lnTo>
                  <a:lnTo>
                    <a:pt x="3791750" y="2463487"/>
                  </a:lnTo>
                  <a:lnTo>
                    <a:pt x="3866390" y="2469483"/>
                  </a:lnTo>
                  <a:lnTo>
                    <a:pt x="3926722" y="2473792"/>
                  </a:lnTo>
                  <a:lnTo>
                    <a:pt x="3970725" y="2476604"/>
                  </a:lnTo>
                  <a:lnTo>
                    <a:pt x="3998456" y="2478197"/>
                  </a:lnTo>
                  <a:lnTo>
                    <a:pt x="4012194" y="2478910"/>
                  </a:lnTo>
                  <a:lnTo>
                    <a:pt x="4016224" y="2479100"/>
                  </a:lnTo>
                  <a:lnTo>
                    <a:pt x="4016409" y="2479108"/>
                  </a:lnTo>
                  <a:lnTo>
                    <a:pt x="4538543" y="2479108"/>
                  </a:lnTo>
                  <a:lnTo>
                    <a:pt x="4539719" y="2479037"/>
                  </a:lnTo>
                  <a:lnTo>
                    <a:pt x="4547421" y="2478535"/>
                  </a:lnTo>
                  <a:lnTo>
                    <a:pt x="4566728" y="2477146"/>
                  </a:lnTo>
                  <a:lnTo>
                    <a:pt x="4600964" y="2474416"/>
                  </a:lnTo>
                  <a:lnTo>
                    <a:pt x="4651416" y="2469939"/>
                  </a:lnTo>
                  <a:lnTo>
                    <a:pt x="4717251" y="2463400"/>
                  </a:lnTo>
                  <a:lnTo>
                    <a:pt x="4795817" y="2454610"/>
                  </a:lnTo>
                  <a:lnTo>
                    <a:pt x="4883290" y="2443498"/>
                  </a:lnTo>
                  <a:lnTo>
                    <a:pt x="4975474" y="2430080"/>
                  </a:lnTo>
                  <a:lnTo>
                    <a:pt x="5068501" y="2414410"/>
                  </a:lnTo>
                  <a:lnTo>
                    <a:pt x="5159283" y="2396525"/>
                  </a:lnTo>
                  <a:lnTo>
                    <a:pt x="5245692" y="2376411"/>
                  </a:lnTo>
                  <a:lnTo>
                    <a:pt x="5326515" y="2353973"/>
                  </a:lnTo>
                  <a:lnTo>
                    <a:pt x="5401298" y="2329022"/>
                  </a:lnTo>
                  <a:lnTo>
                    <a:pt x="5470149" y="2301277"/>
                  </a:lnTo>
                  <a:lnTo>
                    <a:pt x="5533554" y="2270368"/>
                  </a:lnTo>
                  <a:lnTo>
                    <a:pt x="5592233" y="2235849"/>
                  </a:lnTo>
                  <a:lnTo>
                    <a:pt x="5647022" y="2197228"/>
                  </a:lnTo>
                  <a:lnTo>
                    <a:pt x="5698794" y="2154010"/>
                  </a:lnTo>
                  <a:lnTo>
                    <a:pt x="5748385" y="2105784"/>
                  </a:lnTo>
                  <a:lnTo>
                    <a:pt x="5784835" y="2065923"/>
                  </a:lnTo>
                  <a:lnTo>
                    <a:pt x="5823982" y="2019037"/>
                  </a:lnTo>
                  <a:lnTo>
                    <a:pt x="5862757" y="1968550"/>
                  </a:lnTo>
                  <a:lnTo>
                    <a:pt x="5901414" y="1914391"/>
                  </a:lnTo>
                  <a:lnTo>
                    <a:pt x="5940147" y="1856551"/>
                  </a:lnTo>
                  <a:lnTo>
                    <a:pt x="5979102" y="1795097"/>
                  </a:lnTo>
                  <a:lnTo>
                    <a:pt x="6018374" y="1730170"/>
                  </a:lnTo>
                  <a:lnTo>
                    <a:pt x="6058021" y="1661998"/>
                  </a:lnTo>
                  <a:lnTo>
                    <a:pt x="6098058" y="1590891"/>
                  </a:lnTo>
                  <a:lnTo>
                    <a:pt x="6138469" y="1517238"/>
                  </a:lnTo>
                  <a:lnTo>
                    <a:pt x="6179206" y="1441504"/>
                  </a:lnTo>
                  <a:lnTo>
                    <a:pt x="6220198" y="1364218"/>
                  </a:lnTo>
                  <a:lnTo>
                    <a:pt x="6261354" y="1285956"/>
                  </a:lnTo>
                  <a:lnTo>
                    <a:pt x="6302572" y="1207329"/>
                  </a:lnTo>
                  <a:lnTo>
                    <a:pt x="6343748" y="1128956"/>
                  </a:lnTo>
                  <a:lnTo>
                    <a:pt x="6384776" y="1051450"/>
                  </a:lnTo>
                  <a:lnTo>
                    <a:pt x="6425565" y="975395"/>
                  </a:lnTo>
                  <a:lnTo>
                    <a:pt x="6466039" y="901330"/>
                  </a:lnTo>
                  <a:lnTo>
                    <a:pt x="6506146" y="829732"/>
                  </a:lnTo>
                  <a:lnTo>
                    <a:pt x="6545863" y="761005"/>
                  </a:lnTo>
                  <a:lnTo>
                    <a:pt x="6585200" y="695474"/>
                  </a:lnTo>
                  <a:lnTo>
                    <a:pt x="6624206" y="633380"/>
                  </a:lnTo>
                  <a:lnTo>
                    <a:pt x="6662970" y="574881"/>
                  </a:lnTo>
                  <a:lnTo>
                    <a:pt x="6701627" y="520057"/>
                  </a:lnTo>
                  <a:lnTo>
                    <a:pt x="6740364" y="468911"/>
                  </a:lnTo>
                  <a:lnTo>
                    <a:pt x="6779423" y="421383"/>
                  </a:lnTo>
                  <a:lnTo>
                    <a:pt x="6786527" y="413184"/>
                  </a:lnTo>
                  <a:lnTo>
                    <a:pt x="6834963" y="361033"/>
                  </a:lnTo>
                  <a:lnTo>
                    <a:pt x="6885015" y="314063"/>
                  </a:lnTo>
                  <a:lnTo>
                    <a:pt x="6937446" y="272014"/>
                  </a:lnTo>
                  <a:lnTo>
                    <a:pt x="6993107" y="234444"/>
                  </a:lnTo>
                  <a:lnTo>
                    <a:pt x="7052869" y="200854"/>
                  </a:lnTo>
                  <a:lnTo>
                    <a:pt x="7117548" y="170758"/>
                  </a:lnTo>
                  <a:lnTo>
                    <a:pt x="7187818" y="143729"/>
                  </a:lnTo>
                  <a:lnTo>
                    <a:pt x="7264089" y="119416"/>
                  </a:lnTo>
                  <a:lnTo>
                    <a:pt x="7346348" y="97560"/>
                  </a:lnTo>
                  <a:lnTo>
                    <a:pt x="7433973" y="77997"/>
                  </a:lnTo>
                  <a:lnTo>
                    <a:pt x="7525539" y="60654"/>
                  </a:lnTo>
                  <a:lnTo>
                    <a:pt x="7618680" y="45531"/>
                  </a:lnTo>
                  <a:lnTo>
                    <a:pt x="7710090" y="32673"/>
                  </a:lnTo>
                  <a:lnTo>
                    <a:pt x="7795769" y="22131"/>
                  </a:lnTo>
                  <a:lnTo>
                    <a:pt x="7871539" y="13903"/>
                  </a:lnTo>
                  <a:lnTo>
                    <a:pt x="7933791" y="7891"/>
                  </a:lnTo>
                  <a:lnTo>
                    <a:pt x="7980269" y="3875"/>
                  </a:lnTo>
                  <a:lnTo>
                    <a:pt x="8010647" y="1514"/>
                  </a:lnTo>
                  <a:lnTo>
                    <a:pt x="8026732" y="385"/>
                  </a:lnTo>
                  <a:lnTo>
                    <a:pt x="8032306" y="30"/>
                  </a:lnTo>
                  <a:lnTo>
                    <a:pt x="8032819" y="0"/>
                  </a:lnTo>
                  <a:lnTo>
                    <a:pt x="8554953" y="0"/>
                  </a:lnTo>
                  <a:lnTo>
                    <a:pt x="8554953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865" name="pl865"/>
            <p:cNvSpPr/>
            <p:nvPr/>
          </p:nvSpPr>
          <p:spPr>
            <a:xfrm>
              <a:off x="386606" y="3540415"/>
              <a:ext cx="8554953" cy="2479108"/>
            </a:xfrm>
            <a:custGeom>
              <a:avLst/>
              <a:pathLst>
                <a:path w="8554953" h="2479108">
                  <a:moveTo>
                    <a:pt x="8554953" y="0"/>
                  </a:moveTo>
                  <a:lnTo>
                    <a:pt x="8032819" y="0"/>
                  </a:lnTo>
                  <a:lnTo>
                    <a:pt x="8031643" y="70"/>
                  </a:lnTo>
                  <a:lnTo>
                    <a:pt x="8023941" y="572"/>
                  </a:lnTo>
                  <a:lnTo>
                    <a:pt x="8004634" y="1961"/>
                  </a:lnTo>
                  <a:lnTo>
                    <a:pt x="7970398" y="4691"/>
                  </a:lnTo>
                  <a:lnTo>
                    <a:pt x="7919946" y="9168"/>
                  </a:lnTo>
                  <a:lnTo>
                    <a:pt x="7854111" y="15707"/>
                  </a:lnTo>
                  <a:lnTo>
                    <a:pt x="7775545" y="24498"/>
                  </a:lnTo>
                  <a:lnTo>
                    <a:pt x="7688072" y="35610"/>
                  </a:lnTo>
                  <a:lnTo>
                    <a:pt x="7595888" y="49027"/>
                  </a:lnTo>
                  <a:lnTo>
                    <a:pt x="7502861" y="64697"/>
                  </a:lnTo>
                  <a:lnTo>
                    <a:pt x="7412079" y="82582"/>
                  </a:lnTo>
                  <a:lnTo>
                    <a:pt x="7325670" y="102696"/>
                  </a:lnTo>
                  <a:lnTo>
                    <a:pt x="7244846" y="125135"/>
                  </a:lnTo>
                  <a:lnTo>
                    <a:pt x="7170064" y="150085"/>
                  </a:lnTo>
                  <a:lnTo>
                    <a:pt x="7101213" y="177830"/>
                  </a:lnTo>
                  <a:lnTo>
                    <a:pt x="7037808" y="208739"/>
                  </a:lnTo>
                  <a:lnTo>
                    <a:pt x="6979129" y="243258"/>
                  </a:lnTo>
                  <a:lnTo>
                    <a:pt x="6924340" y="281879"/>
                  </a:lnTo>
                  <a:lnTo>
                    <a:pt x="6872568" y="325097"/>
                  </a:lnTo>
                  <a:lnTo>
                    <a:pt x="6822977" y="373323"/>
                  </a:lnTo>
                  <a:lnTo>
                    <a:pt x="6786527" y="413184"/>
                  </a:lnTo>
                  <a:lnTo>
                    <a:pt x="6747380" y="460070"/>
                  </a:lnTo>
                  <a:lnTo>
                    <a:pt x="6708605" y="510557"/>
                  </a:lnTo>
                  <a:lnTo>
                    <a:pt x="6669948" y="564716"/>
                  </a:lnTo>
                  <a:lnTo>
                    <a:pt x="6631214" y="622556"/>
                  </a:lnTo>
                  <a:lnTo>
                    <a:pt x="6592260" y="684010"/>
                  </a:lnTo>
                  <a:lnTo>
                    <a:pt x="6552988" y="748937"/>
                  </a:lnTo>
                  <a:lnTo>
                    <a:pt x="6513341" y="817109"/>
                  </a:lnTo>
                  <a:lnTo>
                    <a:pt x="6473304" y="888216"/>
                  </a:lnTo>
                  <a:lnTo>
                    <a:pt x="6432893" y="961870"/>
                  </a:lnTo>
                  <a:lnTo>
                    <a:pt x="6392156" y="1037603"/>
                  </a:lnTo>
                  <a:lnTo>
                    <a:pt x="6351164" y="1114890"/>
                  </a:lnTo>
                  <a:lnTo>
                    <a:pt x="6310008" y="1193151"/>
                  </a:lnTo>
                  <a:lnTo>
                    <a:pt x="6268790" y="1271778"/>
                  </a:lnTo>
                  <a:lnTo>
                    <a:pt x="6227614" y="1350151"/>
                  </a:lnTo>
                  <a:lnTo>
                    <a:pt x="6186586" y="1427657"/>
                  </a:lnTo>
                  <a:lnTo>
                    <a:pt x="6145797" y="1503712"/>
                  </a:lnTo>
                  <a:lnTo>
                    <a:pt x="6105323" y="1577777"/>
                  </a:lnTo>
                  <a:lnTo>
                    <a:pt x="6065216" y="1649375"/>
                  </a:lnTo>
                  <a:lnTo>
                    <a:pt x="6025499" y="1718102"/>
                  </a:lnTo>
                  <a:lnTo>
                    <a:pt x="5986162" y="1783633"/>
                  </a:lnTo>
                  <a:lnTo>
                    <a:pt x="5947156" y="1845727"/>
                  </a:lnTo>
                  <a:lnTo>
                    <a:pt x="5908392" y="1904226"/>
                  </a:lnTo>
                  <a:lnTo>
                    <a:pt x="5869735" y="1959051"/>
                  </a:lnTo>
                  <a:lnTo>
                    <a:pt x="5830998" y="2010196"/>
                  </a:lnTo>
                  <a:lnTo>
                    <a:pt x="5791939" y="2057724"/>
                  </a:lnTo>
                  <a:lnTo>
                    <a:pt x="5784835" y="2065923"/>
                  </a:lnTo>
                  <a:lnTo>
                    <a:pt x="5736399" y="2118074"/>
                  </a:lnTo>
                  <a:lnTo>
                    <a:pt x="5686347" y="2165044"/>
                  </a:lnTo>
                  <a:lnTo>
                    <a:pt x="5633916" y="2207094"/>
                  </a:lnTo>
                  <a:lnTo>
                    <a:pt x="5578255" y="2244663"/>
                  </a:lnTo>
                  <a:lnTo>
                    <a:pt x="5518493" y="2278253"/>
                  </a:lnTo>
                  <a:lnTo>
                    <a:pt x="5453814" y="2308349"/>
                  </a:lnTo>
                  <a:lnTo>
                    <a:pt x="5383544" y="2335378"/>
                  </a:lnTo>
                  <a:lnTo>
                    <a:pt x="5307273" y="2359692"/>
                  </a:lnTo>
                  <a:lnTo>
                    <a:pt x="5225014" y="2381547"/>
                  </a:lnTo>
                  <a:lnTo>
                    <a:pt x="5137389" y="2401110"/>
                  </a:lnTo>
                  <a:lnTo>
                    <a:pt x="5045823" y="2418453"/>
                  </a:lnTo>
                  <a:lnTo>
                    <a:pt x="4952682" y="2433577"/>
                  </a:lnTo>
                  <a:lnTo>
                    <a:pt x="4861271" y="2446434"/>
                  </a:lnTo>
                  <a:lnTo>
                    <a:pt x="4775593" y="2456976"/>
                  </a:lnTo>
                  <a:lnTo>
                    <a:pt x="4699823" y="2465204"/>
                  </a:lnTo>
                  <a:lnTo>
                    <a:pt x="4637571" y="2471216"/>
                  </a:lnTo>
                  <a:lnTo>
                    <a:pt x="4591093" y="2475232"/>
                  </a:lnTo>
                  <a:lnTo>
                    <a:pt x="4560715" y="2477593"/>
                  </a:lnTo>
                  <a:lnTo>
                    <a:pt x="4544630" y="2478722"/>
                  </a:lnTo>
                  <a:lnTo>
                    <a:pt x="4539056" y="2479077"/>
                  </a:lnTo>
                  <a:lnTo>
                    <a:pt x="4538543" y="2479108"/>
                  </a:lnTo>
                  <a:lnTo>
                    <a:pt x="4016409" y="2479108"/>
                  </a:lnTo>
                  <a:lnTo>
                    <a:pt x="4015195" y="2479053"/>
                  </a:lnTo>
                  <a:lnTo>
                    <a:pt x="4007247" y="2478661"/>
                  </a:lnTo>
                  <a:lnTo>
                    <a:pt x="3987347" y="2477579"/>
                  </a:lnTo>
                  <a:lnTo>
                    <a:pt x="3952114" y="2475452"/>
                  </a:lnTo>
                  <a:lnTo>
                    <a:pt x="3900304" y="2471966"/>
                  </a:lnTo>
                  <a:lnTo>
                    <a:pt x="3832881" y="2466881"/>
                  </a:lnTo>
                  <a:lnTo>
                    <a:pt x="3752676" y="2460055"/>
                  </a:lnTo>
                  <a:lnTo>
                    <a:pt x="3663695" y="2451439"/>
                  </a:lnTo>
                  <a:lnTo>
                    <a:pt x="3570267" y="2441049"/>
                  </a:lnTo>
                  <a:lnTo>
                    <a:pt x="3476329" y="2428927"/>
                  </a:lnTo>
                  <a:lnTo>
                    <a:pt x="3384970" y="2415100"/>
                  </a:lnTo>
                  <a:lnTo>
                    <a:pt x="3298277" y="2399550"/>
                  </a:lnTo>
                  <a:lnTo>
                    <a:pt x="3217392" y="2382193"/>
                  </a:lnTo>
                  <a:lnTo>
                    <a:pt x="3142695" y="2362873"/>
                  </a:lnTo>
                  <a:lnTo>
                    <a:pt x="3074005" y="2341361"/>
                  </a:lnTo>
                  <a:lnTo>
                    <a:pt x="3010772" y="2317357"/>
                  </a:lnTo>
                  <a:lnTo>
                    <a:pt x="2952226" y="2290506"/>
                  </a:lnTo>
                  <a:lnTo>
                    <a:pt x="2897489" y="2260422"/>
                  </a:lnTo>
                  <a:lnTo>
                    <a:pt x="2845661" y="2226724"/>
                  </a:lnTo>
                  <a:lnTo>
                    <a:pt x="2795896" y="2189119"/>
                  </a:lnTo>
                  <a:lnTo>
                    <a:pt x="2770117" y="2167572"/>
                  </a:lnTo>
                  <a:lnTo>
                    <a:pt x="2727103" y="2128558"/>
                  </a:lnTo>
                  <a:lnTo>
                    <a:pt x="2684505" y="2086255"/>
                  </a:lnTo>
                  <a:lnTo>
                    <a:pt x="2641999" y="2040599"/>
                  </a:lnTo>
                  <a:lnTo>
                    <a:pt x="2599344" y="1991601"/>
                  </a:lnTo>
                  <a:lnTo>
                    <a:pt x="2556369" y="1939352"/>
                  </a:lnTo>
                  <a:lnTo>
                    <a:pt x="2512971" y="1884034"/>
                  </a:lnTo>
                  <a:lnTo>
                    <a:pt x="2469105" y="1825918"/>
                  </a:lnTo>
                  <a:lnTo>
                    <a:pt x="2424777" y="1765368"/>
                  </a:lnTo>
                  <a:lnTo>
                    <a:pt x="2380040" y="1702831"/>
                  </a:lnTo>
                  <a:lnTo>
                    <a:pt x="2334987" y="1638828"/>
                  </a:lnTo>
                  <a:lnTo>
                    <a:pt x="2289734" y="1573933"/>
                  </a:lnTo>
                  <a:lnTo>
                    <a:pt x="2244417" y="1508757"/>
                  </a:lnTo>
                  <a:lnTo>
                    <a:pt x="2199178" y="1443922"/>
                  </a:lnTo>
                  <a:lnTo>
                    <a:pt x="2154150" y="1380036"/>
                  </a:lnTo>
                  <a:lnTo>
                    <a:pt x="2109450" y="1317670"/>
                  </a:lnTo>
                  <a:lnTo>
                    <a:pt x="2065165" y="1257337"/>
                  </a:lnTo>
                  <a:lnTo>
                    <a:pt x="2021344" y="1199478"/>
                  </a:lnTo>
                  <a:lnTo>
                    <a:pt x="1977990" y="1144447"/>
                  </a:lnTo>
                  <a:lnTo>
                    <a:pt x="1935052" y="1092507"/>
                  </a:lnTo>
                  <a:lnTo>
                    <a:pt x="1892420" y="1043830"/>
                  </a:lnTo>
                  <a:lnTo>
                    <a:pt x="1849917" y="998500"/>
                  </a:lnTo>
                  <a:lnTo>
                    <a:pt x="1807294" y="956519"/>
                  </a:lnTo>
                  <a:lnTo>
                    <a:pt x="1768425" y="921430"/>
                  </a:lnTo>
                  <a:lnTo>
                    <a:pt x="1719450" y="881699"/>
                  </a:lnTo>
                  <a:lnTo>
                    <a:pt x="1668814" y="845958"/>
                  </a:lnTo>
                  <a:lnTo>
                    <a:pt x="1615729" y="814004"/>
                  </a:lnTo>
                  <a:lnTo>
                    <a:pt x="1559313" y="785489"/>
                  </a:lnTo>
                  <a:lnTo>
                    <a:pt x="1498667" y="760025"/>
                  </a:lnTo>
                  <a:lnTo>
                    <a:pt x="1432953" y="737234"/>
                  </a:lnTo>
                  <a:lnTo>
                    <a:pt x="1361489" y="716785"/>
                  </a:lnTo>
                  <a:lnTo>
                    <a:pt x="1283875" y="698413"/>
                  </a:lnTo>
                  <a:lnTo>
                    <a:pt x="1200170" y="681920"/>
                  </a:lnTo>
                  <a:lnTo>
                    <a:pt x="1111085" y="667186"/>
                  </a:lnTo>
                  <a:lnTo>
                    <a:pt x="1018192" y="654160"/>
                  </a:lnTo>
                  <a:lnTo>
                    <a:pt x="924051" y="642848"/>
                  </a:lnTo>
                  <a:lnTo>
                    <a:pt x="832185" y="633288"/>
                  </a:lnTo>
                  <a:lnTo>
                    <a:pt x="746793" y="625515"/>
                  </a:lnTo>
                  <a:lnTo>
                    <a:pt x="672152" y="619519"/>
                  </a:lnTo>
                  <a:lnTo>
                    <a:pt x="611820" y="615210"/>
                  </a:lnTo>
                  <a:lnTo>
                    <a:pt x="567818" y="612398"/>
                  </a:lnTo>
                  <a:lnTo>
                    <a:pt x="540087" y="610805"/>
                  </a:lnTo>
                  <a:lnTo>
                    <a:pt x="526348" y="610092"/>
                  </a:lnTo>
                  <a:lnTo>
                    <a:pt x="522318" y="609902"/>
                  </a:lnTo>
                  <a:lnTo>
                    <a:pt x="522133" y="609894"/>
                  </a:lnTo>
                  <a:lnTo>
                    <a:pt x="0" y="609894"/>
                  </a:lnTo>
                  <a:lnTo>
                    <a:pt x="0" y="609894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866" name="pg866"/>
            <p:cNvSpPr/>
            <p:nvPr/>
          </p:nvSpPr>
          <p:spPr>
            <a:xfrm>
              <a:off x="386606" y="2456158"/>
              <a:ext cx="8554953" cy="3230181"/>
            </a:xfrm>
            <a:custGeom>
              <a:avLst/>
              <a:pathLst>
                <a:path w="8554953" h="3230181">
                  <a:moveTo>
                    <a:pt x="0" y="1660268"/>
                  </a:moveTo>
                  <a:lnTo>
                    <a:pt x="522133" y="1660268"/>
                  </a:lnTo>
                  <a:lnTo>
                    <a:pt x="523363" y="1660314"/>
                  </a:lnTo>
                  <a:lnTo>
                    <a:pt x="531411" y="1660648"/>
                  </a:lnTo>
                  <a:lnTo>
                    <a:pt x="551554" y="1661569"/>
                  </a:lnTo>
                  <a:lnTo>
                    <a:pt x="587193" y="1663379"/>
                  </a:lnTo>
                  <a:lnTo>
                    <a:pt x="639554" y="1666345"/>
                  </a:lnTo>
                  <a:lnTo>
                    <a:pt x="707621" y="1670668"/>
                  </a:lnTo>
                  <a:lnTo>
                    <a:pt x="788485" y="1676469"/>
                  </a:lnTo>
                  <a:lnTo>
                    <a:pt x="878070" y="1683787"/>
                  </a:lnTo>
                  <a:lnTo>
                    <a:pt x="971991" y="1692606"/>
                  </a:lnTo>
                  <a:lnTo>
                    <a:pt x="1066287" y="1702892"/>
                  </a:lnTo>
                  <a:lnTo>
                    <a:pt x="1157867" y="1714622"/>
                  </a:lnTo>
                  <a:lnTo>
                    <a:pt x="1244667" y="1727814"/>
                  </a:lnTo>
                  <a:lnTo>
                    <a:pt x="1325569" y="1742542"/>
                  </a:lnTo>
                  <a:lnTo>
                    <a:pt x="1400227" y="1758943"/>
                  </a:lnTo>
                  <a:lnTo>
                    <a:pt x="1468850" y="1777216"/>
                  </a:lnTo>
                  <a:lnTo>
                    <a:pt x="1532015" y="1797618"/>
                  </a:lnTo>
                  <a:lnTo>
                    <a:pt x="1590511" y="1820453"/>
                  </a:lnTo>
                  <a:lnTo>
                    <a:pt x="1645233" y="1846054"/>
                  </a:lnTo>
                  <a:lnTo>
                    <a:pt x="1697089" y="1874739"/>
                  </a:lnTo>
                  <a:lnTo>
                    <a:pt x="1746931" y="1906750"/>
                  </a:lnTo>
                  <a:lnTo>
                    <a:pt x="1768425" y="1921920"/>
                  </a:lnTo>
                  <a:lnTo>
                    <a:pt x="1813599" y="1956415"/>
                  </a:lnTo>
                  <a:lnTo>
                    <a:pt x="1858333" y="1993964"/>
                  </a:lnTo>
                  <a:lnTo>
                    <a:pt x="1902995" y="2034621"/>
                  </a:lnTo>
                  <a:lnTo>
                    <a:pt x="1947855" y="2078368"/>
                  </a:lnTo>
                  <a:lnTo>
                    <a:pt x="1993095" y="2125100"/>
                  </a:lnTo>
                  <a:lnTo>
                    <a:pt x="2038821" y="2174621"/>
                  </a:lnTo>
                  <a:lnTo>
                    <a:pt x="2085067" y="2226641"/>
                  </a:lnTo>
                  <a:lnTo>
                    <a:pt x="2131806" y="2280778"/>
                  </a:lnTo>
                  <a:lnTo>
                    <a:pt x="2178959" y="2336569"/>
                  </a:lnTo>
                  <a:lnTo>
                    <a:pt x="2226406" y="2393482"/>
                  </a:lnTo>
                  <a:lnTo>
                    <a:pt x="2273999" y="2450937"/>
                  </a:lnTo>
                  <a:lnTo>
                    <a:pt x="2321576" y="2508333"/>
                  </a:lnTo>
                  <a:lnTo>
                    <a:pt x="2368976" y="2565068"/>
                  </a:lnTo>
                  <a:lnTo>
                    <a:pt x="2416055" y="2620571"/>
                  </a:lnTo>
                  <a:lnTo>
                    <a:pt x="2462701" y="2674322"/>
                  </a:lnTo>
                  <a:lnTo>
                    <a:pt x="2508844" y="2725873"/>
                  </a:lnTo>
                  <a:lnTo>
                    <a:pt x="2554469" y="2774860"/>
                  </a:lnTo>
                  <a:lnTo>
                    <a:pt x="2599623" y="2821012"/>
                  </a:lnTo>
                  <a:lnTo>
                    <a:pt x="2644426" y="2864151"/>
                  </a:lnTo>
                  <a:lnTo>
                    <a:pt x="2689078" y="2904190"/>
                  </a:lnTo>
                  <a:lnTo>
                    <a:pt x="2733867" y="2941125"/>
                  </a:lnTo>
                  <a:lnTo>
                    <a:pt x="2770117" y="2968529"/>
                  </a:lnTo>
                  <a:lnTo>
                    <a:pt x="2819310" y="3002037"/>
                  </a:lnTo>
                  <a:lnTo>
                    <a:pt x="2870181" y="3032164"/>
                  </a:lnTo>
                  <a:lnTo>
                    <a:pt x="2923531" y="3059086"/>
                  </a:lnTo>
                  <a:lnTo>
                    <a:pt x="2980253" y="3083098"/>
                  </a:lnTo>
                  <a:lnTo>
                    <a:pt x="3041257" y="3104532"/>
                  </a:lnTo>
                  <a:lnTo>
                    <a:pt x="3107390" y="3123707"/>
                  </a:lnTo>
                  <a:lnTo>
                    <a:pt x="3179340" y="3140903"/>
                  </a:lnTo>
                  <a:lnTo>
                    <a:pt x="3257499" y="3156347"/>
                  </a:lnTo>
                  <a:lnTo>
                    <a:pt x="3341789" y="3170203"/>
                  </a:lnTo>
                  <a:lnTo>
                    <a:pt x="3431460" y="3182572"/>
                  </a:lnTo>
                  <a:lnTo>
                    <a:pt x="3524881" y="3193494"/>
                  </a:lnTo>
                  <a:lnTo>
                    <a:pt x="3619410" y="3202963"/>
                  </a:lnTo>
                  <a:lnTo>
                    <a:pt x="3711433" y="3210945"/>
                  </a:lnTo>
                  <a:lnTo>
                    <a:pt x="3796676" y="3217413"/>
                  </a:lnTo>
                  <a:lnTo>
                    <a:pt x="3870824" y="3222378"/>
                  </a:lnTo>
                  <a:lnTo>
                    <a:pt x="3930349" y="3225921"/>
                  </a:lnTo>
                  <a:lnTo>
                    <a:pt x="3973334" y="3228210"/>
                  </a:lnTo>
                  <a:lnTo>
                    <a:pt x="4000002" y="3229486"/>
                  </a:lnTo>
                  <a:lnTo>
                    <a:pt x="4012828" y="3230041"/>
                  </a:lnTo>
                  <a:lnTo>
                    <a:pt x="4016409" y="3230181"/>
                  </a:lnTo>
                  <a:lnTo>
                    <a:pt x="4538543" y="3230181"/>
                  </a:lnTo>
                  <a:lnTo>
                    <a:pt x="4539663" y="3230094"/>
                  </a:lnTo>
                  <a:lnTo>
                    <a:pt x="4547007" y="3229473"/>
                  </a:lnTo>
                  <a:lnTo>
                    <a:pt x="4565446" y="3227755"/>
                  </a:lnTo>
                  <a:lnTo>
                    <a:pt x="4598219" y="3224377"/>
                  </a:lnTo>
                  <a:lnTo>
                    <a:pt x="4646667" y="3218830"/>
                  </a:lnTo>
                  <a:lnTo>
                    <a:pt x="4710141" y="3210716"/>
                  </a:lnTo>
                  <a:lnTo>
                    <a:pt x="4786250" y="3199785"/>
                  </a:lnTo>
                  <a:lnTo>
                    <a:pt x="4871435" y="3185936"/>
                  </a:lnTo>
                  <a:lnTo>
                    <a:pt x="4961705" y="3169179"/>
                  </a:lnTo>
                  <a:lnTo>
                    <a:pt x="5053301" y="3149577"/>
                  </a:lnTo>
                  <a:lnTo>
                    <a:pt x="5143152" y="3127185"/>
                  </a:lnTo>
                  <a:lnTo>
                    <a:pt x="5229073" y="3101998"/>
                  </a:lnTo>
                  <a:lnTo>
                    <a:pt x="5309755" y="3073918"/>
                  </a:lnTo>
                  <a:lnTo>
                    <a:pt x="5384634" y="3042738"/>
                  </a:lnTo>
                  <a:lnTo>
                    <a:pt x="5453711" y="3008135"/>
                  </a:lnTo>
                  <a:lnTo>
                    <a:pt x="5517377" y="2969675"/>
                  </a:lnTo>
                  <a:lnTo>
                    <a:pt x="5576273" y="2926828"/>
                  </a:lnTo>
                  <a:lnTo>
                    <a:pt x="5631173" y="2878995"/>
                  </a:lnTo>
                  <a:lnTo>
                    <a:pt x="5682905" y="2825557"/>
                  </a:lnTo>
                  <a:lnTo>
                    <a:pt x="5732283" y="2765959"/>
                  </a:lnTo>
                  <a:lnTo>
                    <a:pt x="5780041" y="2699853"/>
                  </a:lnTo>
                  <a:lnTo>
                    <a:pt x="5784835" y="2692759"/>
                  </a:lnTo>
                  <a:lnTo>
                    <a:pt x="5820194" y="2637911"/>
                  </a:lnTo>
                  <a:lnTo>
                    <a:pt x="5855229" y="2579258"/>
                  </a:lnTo>
                  <a:lnTo>
                    <a:pt x="5890131" y="2516720"/>
                  </a:lnTo>
                  <a:lnTo>
                    <a:pt x="5925055" y="2450275"/>
                  </a:lnTo>
                  <a:lnTo>
                    <a:pt x="5960118" y="2379961"/>
                  </a:lnTo>
                  <a:lnTo>
                    <a:pt x="5995407" y="2305881"/>
                  </a:lnTo>
                  <a:lnTo>
                    <a:pt x="6030978" y="2228209"/>
                  </a:lnTo>
                  <a:lnTo>
                    <a:pt x="6066863" y="2147191"/>
                  </a:lnTo>
                  <a:lnTo>
                    <a:pt x="6103065" y="2063144"/>
                  </a:lnTo>
                  <a:lnTo>
                    <a:pt x="6139569" y="1976455"/>
                  </a:lnTo>
                  <a:lnTo>
                    <a:pt x="6176338" y="1887575"/>
                  </a:lnTo>
                  <a:lnTo>
                    <a:pt x="6213319" y="1797007"/>
                  </a:lnTo>
                  <a:lnTo>
                    <a:pt x="6250447" y="1705299"/>
                  </a:lnTo>
                  <a:lnTo>
                    <a:pt x="6287649" y="1613030"/>
                  </a:lnTo>
                  <a:lnTo>
                    <a:pt x="6324846" y="1520793"/>
                  </a:lnTo>
                  <a:lnTo>
                    <a:pt x="6361962" y="1429179"/>
                  </a:lnTo>
                  <a:lnTo>
                    <a:pt x="6398924" y="1338764"/>
                  </a:lnTo>
                  <a:lnTo>
                    <a:pt x="6435667" y="1250093"/>
                  </a:lnTo>
                  <a:lnTo>
                    <a:pt x="6472140" y="1163663"/>
                  </a:lnTo>
                  <a:lnTo>
                    <a:pt x="6508309" y="1079920"/>
                  </a:lnTo>
                  <a:lnTo>
                    <a:pt x="6544160" y="999241"/>
                  </a:lnTo>
                  <a:lnTo>
                    <a:pt x="6579700" y="921939"/>
                  </a:lnTo>
                  <a:lnTo>
                    <a:pt x="6614962" y="848250"/>
                  </a:lnTo>
                  <a:lnTo>
                    <a:pt x="6650006" y="778342"/>
                  </a:lnTo>
                  <a:lnTo>
                    <a:pt x="6684921" y="712309"/>
                  </a:lnTo>
                  <a:lnTo>
                    <a:pt x="6719829" y="650184"/>
                  </a:lnTo>
                  <a:lnTo>
                    <a:pt x="6754888" y="591938"/>
                  </a:lnTo>
                  <a:lnTo>
                    <a:pt x="6786527" y="543069"/>
                  </a:lnTo>
                  <a:lnTo>
                    <a:pt x="6834156" y="476297"/>
                  </a:lnTo>
                  <a:lnTo>
                    <a:pt x="6883337" y="416046"/>
                  </a:lnTo>
                  <a:lnTo>
                    <a:pt x="6934794" y="362005"/>
                  </a:lnTo>
                  <a:lnTo>
                    <a:pt x="6989333" y="313630"/>
                  </a:lnTo>
                  <a:lnTo>
                    <a:pt x="7047785" y="270304"/>
                  </a:lnTo>
                  <a:lnTo>
                    <a:pt x="7110934" y="231423"/>
                  </a:lnTo>
                  <a:lnTo>
                    <a:pt x="7179437" y="196449"/>
                  </a:lnTo>
                  <a:lnTo>
                    <a:pt x="7253717" y="164937"/>
                  </a:lnTo>
                  <a:lnTo>
                    <a:pt x="7333824" y="136553"/>
                  </a:lnTo>
                  <a:lnTo>
                    <a:pt x="7419258" y="111078"/>
                  </a:lnTo>
                  <a:lnTo>
                    <a:pt x="7508793" y="88403"/>
                  </a:lnTo>
                  <a:lnTo>
                    <a:pt x="7600338" y="68515"/>
                  </a:lnTo>
                  <a:lnTo>
                    <a:pt x="7690906" y="51465"/>
                  </a:lnTo>
                  <a:lnTo>
                    <a:pt x="7776792" y="37318"/>
                  </a:lnTo>
                  <a:lnTo>
                    <a:pt x="7854000" y="26093"/>
                  </a:lnTo>
                  <a:lnTo>
                    <a:pt x="7918894" y="17701"/>
                  </a:lnTo>
                  <a:lnTo>
                    <a:pt x="7968933" y="11908"/>
                  </a:lnTo>
                  <a:lnTo>
                    <a:pt x="8003274" y="8332"/>
                  </a:lnTo>
                  <a:lnTo>
                    <a:pt x="8023053" y="6470"/>
                  </a:lnTo>
                  <a:lnTo>
                    <a:pt x="8031330" y="5763"/>
                  </a:lnTo>
                  <a:lnTo>
                    <a:pt x="8032819" y="5647"/>
                  </a:lnTo>
                  <a:lnTo>
                    <a:pt x="8554953" y="5647"/>
                  </a:lnTo>
                  <a:lnTo>
                    <a:pt x="8554953" y="0"/>
                  </a:lnTo>
                  <a:lnTo>
                    <a:pt x="8032819" y="0"/>
                  </a:lnTo>
                  <a:lnTo>
                    <a:pt x="8031699" y="87"/>
                  </a:lnTo>
                  <a:lnTo>
                    <a:pt x="8024355" y="708"/>
                  </a:lnTo>
                  <a:lnTo>
                    <a:pt x="8005915" y="2426"/>
                  </a:lnTo>
                  <a:lnTo>
                    <a:pt x="7973143" y="5803"/>
                  </a:lnTo>
                  <a:lnTo>
                    <a:pt x="7924695" y="11350"/>
                  </a:lnTo>
                  <a:lnTo>
                    <a:pt x="7861221" y="19465"/>
                  </a:lnTo>
                  <a:lnTo>
                    <a:pt x="7785112" y="30396"/>
                  </a:lnTo>
                  <a:lnTo>
                    <a:pt x="7699927" y="44245"/>
                  </a:lnTo>
                  <a:lnTo>
                    <a:pt x="7609657" y="61002"/>
                  </a:lnTo>
                  <a:lnTo>
                    <a:pt x="7518061" y="80604"/>
                  </a:lnTo>
                  <a:lnTo>
                    <a:pt x="7428210" y="102996"/>
                  </a:lnTo>
                  <a:lnTo>
                    <a:pt x="7342289" y="128183"/>
                  </a:lnTo>
                  <a:lnTo>
                    <a:pt x="7261607" y="156263"/>
                  </a:lnTo>
                  <a:lnTo>
                    <a:pt x="7186728" y="187443"/>
                  </a:lnTo>
                  <a:lnTo>
                    <a:pt x="7117651" y="222046"/>
                  </a:lnTo>
                  <a:lnTo>
                    <a:pt x="7053985" y="260506"/>
                  </a:lnTo>
                  <a:lnTo>
                    <a:pt x="6995089" y="303353"/>
                  </a:lnTo>
                  <a:lnTo>
                    <a:pt x="6940189" y="351186"/>
                  </a:lnTo>
                  <a:lnTo>
                    <a:pt x="6888457" y="404624"/>
                  </a:lnTo>
                  <a:lnTo>
                    <a:pt x="6839079" y="464222"/>
                  </a:lnTo>
                  <a:lnTo>
                    <a:pt x="6791321" y="530328"/>
                  </a:lnTo>
                  <a:lnTo>
                    <a:pt x="6786527" y="537422"/>
                  </a:lnTo>
                  <a:lnTo>
                    <a:pt x="6751168" y="592269"/>
                  </a:lnTo>
                  <a:lnTo>
                    <a:pt x="6716133" y="650923"/>
                  </a:lnTo>
                  <a:lnTo>
                    <a:pt x="6681231" y="713461"/>
                  </a:lnTo>
                  <a:lnTo>
                    <a:pt x="6646307" y="779906"/>
                  </a:lnTo>
                  <a:lnTo>
                    <a:pt x="6611244" y="850220"/>
                  </a:lnTo>
                  <a:lnTo>
                    <a:pt x="6575955" y="924300"/>
                  </a:lnTo>
                  <a:lnTo>
                    <a:pt x="6540384" y="1001972"/>
                  </a:lnTo>
                  <a:lnTo>
                    <a:pt x="6504499" y="1082990"/>
                  </a:lnTo>
                  <a:lnTo>
                    <a:pt x="6468297" y="1167037"/>
                  </a:lnTo>
                  <a:lnTo>
                    <a:pt x="6431793" y="1253726"/>
                  </a:lnTo>
                  <a:lnTo>
                    <a:pt x="6395024" y="1342606"/>
                  </a:lnTo>
                  <a:lnTo>
                    <a:pt x="6358043" y="1433174"/>
                  </a:lnTo>
                  <a:lnTo>
                    <a:pt x="6320915" y="1524882"/>
                  </a:lnTo>
                  <a:lnTo>
                    <a:pt x="6283713" y="1617150"/>
                  </a:lnTo>
                  <a:lnTo>
                    <a:pt x="6246515" y="1709388"/>
                  </a:lnTo>
                  <a:lnTo>
                    <a:pt x="6209399" y="1801002"/>
                  </a:lnTo>
                  <a:lnTo>
                    <a:pt x="6172438" y="1891416"/>
                  </a:lnTo>
                  <a:lnTo>
                    <a:pt x="6135695" y="1980088"/>
                  </a:lnTo>
                  <a:lnTo>
                    <a:pt x="6099222" y="2066518"/>
                  </a:lnTo>
                  <a:lnTo>
                    <a:pt x="6063053" y="2150261"/>
                  </a:lnTo>
                  <a:lnTo>
                    <a:pt x="6027202" y="2230939"/>
                  </a:lnTo>
                  <a:lnTo>
                    <a:pt x="5991662" y="2308242"/>
                  </a:lnTo>
                  <a:lnTo>
                    <a:pt x="5956400" y="2381931"/>
                  </a:lnTo>
                  <a:lnTo>
                    <a:pt x="5921356" y="2451839"/>
                  </a:lnTo>
                  <a:lnTo>
                    <a:pt x="5886441" y="2517872"/>
                  </a:lnTo>
                  <a:lnTo>
                    <a:pt x="5851533" y="2579996"/>
                  </a:lnTo>
                  <a:lnTo>
                    <a:pt x="5816474" y="2638243"/>
                  </a:lnTo>
                  <a:lnTo>
                    <a:pt x="5784835" y="2687112"/>
                  </a:lnTo>
                  <a:lnTo>
                    <a:pt x="5737206" y="2753884"/>
                  </a:lnTo>
                  <a:lnTo>
                    <a:pt x="5688025" y="2814134"/>
                  </a:lnTo>
                  <a:lnTo>
                    <a:pt x="5636568" y="2868176"/>
                  </a:lnTo>
                  <a:lnTo>
                    <a:pt x="5582029" y="2916551"/>
                  </a:lnTo>
                  <a:lnTo>
                    <a:pt x="5523577" y="2959877"/>
                  </a:lnTo>
                  <a:lnTo>
                    <a:pt x="5460428" y="2998758"/>
                  </a:lnTo>
                  <a:lnTo>
                    <a:pt x="5391925" y="3033732"/>
                  </a:lnTo>
                  <a:lnTo>
                    <a:pt x="5317645" y="3065244"/>
                  </a:lnTo>
                  <a:lnTo>
                    <a:pt x="5237538" y="3093628"/>
                  </a:lnTo>
                  <a:lnTo>
                    <a:pt x="5152104" y="3119103"/>
                  </a:lnTo>
                  <a:lnTo>
                    <a:pt x="5062569" y="3141778"/>
                  </a:lnTo>
                  <a:lnTo>
                    <a:pt x="4971024" y="3161666"/>
                  </a:lnTo>
                  <a:lnTo>
                    <a:pt x="4880456" y="3178716"/>
                  </a:lnTo>
                  <a:lnTo>
                    <a:pt x="4794570" y="3192863"/>
                  </a:lnTo>
                  <a:lnTo>
                    <a:pt x="4717362" y="3204088"/>
                  </a:lnTo>
                  <a:lnTo>
                    <a:pt x="4652468" y="3212480"/>
                  </a:lnTo>
                  <a:lnTo>
                    <a:pt x="4602429" y="3218273"/>
                  </a:lnTo>
                  <a:lnTo>
                    <a:pt x="4568088" y="3221849"/>
                  </a:lnTo>
                  <a:lnTo>
                    <a:pt x="4548308" y="3223711"/>
                  </a:lnTo>
                  <a:lnTo>
                    <a:pt x="4540032" y="3224418"/>
                  </a:lnTo>
                  <a:lnTo>
                    <a:pt x="4538543" y="3224534"/>
                  </a:lnTo>
                  <a:lnTo>
                    <a:pt x="4016409" y="3224534"/>
                  </a:lnTo>
                  <a:lnTo>
                    <a:pt x="4015179" y="3224488"/>
                  </a:lnTo>
                  <a:lnTo>
                    <a:pt x="4007131" y="3224154"/>
                  </a:lnTo>
                  <a:lnTo>
                    <a:pt x="3986989" y="3223233"/>
                  </a:lnTo>
                  <a:lnTo>
                    <a:pt x="3951350" y="3221423"/>
                  </a:lnTo>
                  <a:lnTo>
                    <a:pt x="3898988" y="3218457"/>
                  </a:lnTo>
                  <a:lnTo>
                    <a:pt x="3830921" y="3214134"/>
                  </a:lnTo>
                  <a:lnTo>
                    <a:pt x="3750057" y="3208333"/>
                  </a:lnTo>
                  <a:lnTo>
                    <a:pt x="3660472" y="3201015"/>
                  </a:lnTo>
                  <a:lnTo>
                    <a:pt x="3566551" y="3192196"/>
                  </a:lnTo>
                  <a:lnTo>
                    <a:pt x="3472256" y="3181910"/>
                  </a:lnTo>
                  <a:lnTo>
                    <a:pt x="3380675" y="3170180"/>
                  </a:lnTo>
                  <a:lnTo>
                    <a:pt x="3293876" y="3156988"/>
                  </a:lnTo>
                  <a:lnTo>
                    <a:pt x="3212974" y="3142260"/>
                  </a:lnTo>
                  <a:lnTo>
                    <a:pt x="3138316" y="3125859"/>
                  </a:lnTo>
                  <a:lnTo>
                    <a:pt x="3069692" y="3107586"/>
                  </a:lnTo>
                  <a:lnTo>
                    <a:pt x="3006527" y="3087184"/>
                  </a:lnTo>
                  <a:lnTo>
                    <a:pt x="2948031" y="3064349"/>
                  </a:lnTo>
                  <a:lnTo>
                    <a:pt x="2893310" y="3038748"/>
                  </a:lnTo>
                  <a:lnTo>
                    <a:pt x="2841453" y="3010063"/>
                  </a:lnTo>
                  <a:lnTo>
                    <a:pt x="2791611" y="2978052"/>
                  </a:lnTo>
                  <a:lnTo>
                    <a:pt x="2770117" y="2962882"/>
                  </a:lnTo>
                  <a:lnTo>
                    <a:pt x="2724943" y="2928387"/>
                  </a:lnTo>
                  <a:lnTo>
                    <a:pt x="2680209" y="2890838"/>
                  </a:lnTo>
                  <a:lnTo>
                    <a:pt x="2635547" y="2850181"/>
                  </a:lnTo>
                  <a:lnTo>
                    <a:pt x="2590687" y="2806434"/>
                  </a:lnTo>
                  <a:lnTo>
                    <a:pt x="2545447" y="2759702"/>
                  </a:lnTo>
                  <a:lnTo>
                    <a:pt x="2499721" y="2710181"/>
                  </a:lnTo>
                  <a:lnTo>
                    <a:pt x="2453475" y="2658161"/>
                  </a:lnTo>
                  <a:lnTo>
                    <a:pt x="2406736" y="2604024"/>
                  </a:lnTo>
                  <a:lnTo>
                    <a:pt x="2359583" y="2548233"/>
                  </a:lnTo>
                  <a:lnTo>
                    <a:pt x="2312136" y="2491320"/>
                  </a:lnTo>
                  <a:lnTo>
                    <a:pt x="2264543" y="2433865"/>
                  </a:lnTo>
                  <a:lnTo>
                    <a:pt x="2216966" y="2376469"/>
                  </a:lnTo>
                  <a:lnTo>
                    <a:pt x="2169566" y="2319734"/>
                  </a:lnTo>
                  <a:lnTo>
                    <a:pt x="2122487" y="2264231"/>
                  </a:lnTo>
                  <a:lnTo>
                    <a:pt x="2075841" y="2210480"/>
                  </a:lnTo>
                  <a:lnTo>
                    <a:pt x="2029698" y="2158929"/>
                  </a:lnTo>
                  <a:lnTo>
                    <a:pt x="1984074" y="2109942"/>
                  </a:lnTo>
                  <a:lnTo>
                    <a:pt x="1938919" y="2063790"/>
                  </a:lnTo>
                  <a:lnTo>
                    <a:pt x="1894116" y="2020651"/>
                  </a:lnTo>
                  <a:lnTo>
                    <a:pt x="1849464" y="1980612"/>
                  </a:lnTo>
                  <a:lnTo>
                    <a:pt x="1804676" y="1943677"/>
                  </a:lnTo>
                  <a:lnTo>
                    <a:pt x="1768425" y="1916273"/>
                  </a:lnTo>
                  <a:lnTo>
                    <a:pt x="1719232" y="1882765"/>
                  </a:lnTo>
                  <a:lnTo>
                    <a:pt x="1668361" y="1852638"/>
                  </a:lnTo>
                  <a:lnTo>
                    <a:pt x="1615011" y="1825716"/>
                  </a:lnTo>
                  <a:lnTo>
                    <a:pt x="1558290" y="1801704"/>
                  </a:lnTo>
                  <a:lnTo>
                    <a:pt x="1497286" y="1780270"/>
                  </a:lnTo>
                  <a:lnTo>
                    <a:pt x="1431152" y="1761095"/>
                  </a:lnTo>
                  <a:lnTo>
                    <a:pt x="1359202" y="1743899"/>
                  </a:lnTo>
                  <a:lnTo>
                    <a:pt x="1281044" y="1728455"/>
                  </a:lnTo>
                  <a:lnTo>
                    <a:pt x="1196753" y="1714599"/>
                  </a:lnTo>
                  <a:lnTo>
                    <a:pt x="1107082" y="1702230"/>
                  </a:lnTo>
                  <a:lnTo>
                    <a:pt x="1013661" y="1691308"/>
                  </a:lnTo>
                  <a:lnTo>
                    <a:pt x="919132" y="1681839"/>
                  </a:lnTo>
                  <a:lnTo>
                    <a:pt x="827109" y="1673857"/>
                  </a:lnTo>
                  <a:lnTo>
                    <a:pt x="741866" y="1667389"/>
                  </a:lnTo>
                  <a:lnTo>
                    <a:pt x="667719" y="1662424"/>
                  </a:lnTo>
                  <a:lnTo>
                    <a:pt x="608193" y="1658881"/>
                  </a:lnTo>
                  <a:lnTo>
                    <a:pt x="565208" y="1656592"/>
                  </a:lnTo>
                  <a:lnTo>
                    <a:pt x="538540" y="1655316"/>
                  </a:lnTo>
                  <a:lnTo>
                    <a:pt x="525714" y="1654761"/>
                  </a:lnTo>
                  <a:lnTo>
                    <a:pt x="522133" y="1654621"/>
                  </a:lnTo>
                  <a:lnTo>
                    <a:pt x="0" y="1654621"/>
                  </a:lnTo>
                  <a:close/>
                </a:path>
              </a:pathLst>
            </a:custGeom>
            <a:solidFill>
              <a:srgbClr val="F28E5B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867" name="pl867"/>
            <p:cNvSpPr/>
            <p:nvPr/>
          </p:nvSpPr>
          <p:spPr>
            <a:xfrm>
              <a:off x="386606" y="2461805"/>
              <a:ext cx="8554953" cy="3224534"/>
            </a:xfrm>
            <a:custGeom>
              <a:avLst/>
              <a:pathLst>
                <a:path w="8554953" h="3224534">
                  <a:moveTo>
                    <a:pt x="0" y="1654621"/>
                  </a:moveTo>
                  <a:lnTo>
                    <a:pt x="522133" y="1654621"/>
                  </a:lnTo>
                  <a:lnTo>
                    <a:pt x="523363" y="1654667"/>
                  </a:lnTo>
                  <a:lnTo>
                    <a:pt x="531411" y="1655001"/>
                  </a:lnTo>
                  <a:lnTo>
                    <a:pt x="551554" y="1655922"/>
                  </a:lnTo>
                  <a:lnTo>
                    <a:pt x="587193" y="1657732"/>
                  </a:lnTo>
                  <a:lnTo>
                    <a:pt x="639554" y="1660697"/>
                  </a:lnTo>
                  <a:lnTo>
                    <a:pt x="707621" y="1665021"/>
                  </a:lnTo>
                  <a:lnTo>
                    <a:pt x="788485" y="1670822"/>
                  </a:lnTo>
                  <a:lnTo>
                    <a:pt x="878070" y="1678140"/>
                  </a:lnTo>
                  <a:lnTo>
                    <a:pt x="971991" y="1686959"/>
                  </a:lnTo>
                  <a:lnTo>
                    <a:pt x="1066287" y="1697245"/>
                  </a:lnTo>
                  <a:lnTo>
                    <a:pt x="1157867" y="1708975"/>
                  </a:lnTo>
                  <a:lnTo>
                    <a:pt x="1244667" y="1722167"/>
                  </a:lnTo>
                  <a:lnTo>
                    <a:pt x="1325569" y="1736895"/>
                  </a:lnTo>
                  <a:lnTo>
                    <a:pt x="1400227" y="1753296"/>
                  </a:lnTo>
                  <a:lnTo>
                    <a:pt x="1468850" y="1771568"/>
                  </a:lnTo>
                  <a:lnTo>
                    <a:pt x="1532015" y="1791970"/>
                  </a:lnTo>
                  <a:lnTo>
                    <a:pt x="1590511" y="1814806"/>
                  </a:lnTo>
                  <a:lnTo>
                    <a:pt x="1645233" y="1840407"/>
                  </a:lnTo>
                  <a:lnTo>
                    <a:pt x="1697089" y="1869092"/>
                  </a:lnTo>
                  <a:lnTo>
                    <a:pt x="1746931" y="1901103"/>
                  </a:lnTo>
                  <a:lnTo>
                    <a:pt x="1768425" y="1916273"/>
                  </a:lnTo>
                  <a:lnTo>
                    <a:pt x="1813599" y="1950768"/>
                  </a:lnTo>
                  <a:lnTo>
                    <a:pt x="1858333" y="1988317"/>
                  </a:lnTo>
                  <a:lnTo>
                    <a:pt x="1902995" y="2028974"/>
                  </a:lnTo>
                  <a:lnTo>
                    <a:pt x="1947855" y="2072721"/>
                  </a:lnTo>
                  <a:lnTo>
                    <a:pt x="1993095" y="2119453"/>
                  </a:lnTo>
                  <a:lnTo>
                    <a:pt x="2038821" y="2168974"/>
                  </a:lnTo>
                  <a:lnTo>
                    <a:pt x="2085067" y="2220994"/>
                  </a:lnTo>
                  <a:lnTo>
                    <a:pt x="2131806" y="2275131"/>
                  </a:lnTo>
                  <a:lnTo>
                    <a:pt x="2178959" y="2330922"/>
                  </a:lnTo>
                  <a:lnTo>
                    <a:pt x="2226406" y="2387835"/>
                  </a:lnTo>
                  <a:lnTo>
                    <a:pt x="2273999" y="2445290"/>
                  </a:lnTo>
                  <a:lnTo>
                    <a:pt x="2321576" y="2502686"/>
                  </a:lnTo>
                  <a:lnTo>
                    <a:pt x="2368976" y="2559421"/>
                  </a:lnTo>
                  <a:lnTo>
                    <a:pt x="2416055" y="2614923"/>
                  </a:lnTo>
                  <a:lnTo>
                    <a:pt x="2462701" y="2668675"/>
                  </a:lnTo>
                  <a:lnTo>
                    <a:pt x="2508844" y="2720226"/>
                  </a:lnTo>
                  <a:lnTo>
                    <a:pt x="2554469" y="2769213"/>
                  </a:lnTo>
                  <a:lnTo>
                    <a:pt x="2599623" y="2815365"/>
                  </a:lnTo>
                  <a:lnTo>
                    <a:pt x="2644426" y="2858503"/>
                  </a:lnTo>
                  <a:lnTo>
                    <a:pt x="2689078" y="2898542"/>
                  </a:lnTo>
                  <a:lnTo>
                    <a:pt x="2733867" y="2935478"/>
                  </a:lnTo>
                  <a:lnTo>
                    <a:pt x="2770117" y="2962882"/>
                  </a:lnTo>
                  <a:lnTo>
                    <a:pt x="2819310" y="2996390"/>
                  </a:lnTo>
                  <a:lnTo>
                    <a:pt x="2870181" y="3026517"/>
                  </a:lnTo>
                  <a:lnTo>
                    <a:pt x="2923531" y="3053439"/>
                  </a:lnTo>
                  <a:lnTo>
                    <a:pt x="2980253" y="3077451"/>
                  </a:lnTo>
                  <a:lnTo>
                    <a:pt x="3041257" y="3098885"/>
                  </a:lnTo>
                  <a:lnTo>
                    <a:pt x="3107390" y="3118060"/>
                  </a:lnTo>
                  <a:lnTo>
                    <a:pt x="3179340" y="3135256"/>
                  </a:lnTo>
                  <a:lnTo>
                    <a:pt x="3257499" y="3150700"/>
                  </a:lnTo>
                  <a:lnTo>
                    <a:pt x="3341789" y="3164556"/>
                  </a:lnTo>
                  <a:lnTo>
                    <a:pt x="3431460" y="3176924"/>
                  </a:lnTo>
                  <a:lnTo>
                    <a:pt x="3524881" y="3187847"/>
                  </a:lnTo>
                  <a:lnTo>
                    <a:pt x="3619410" y="3197316"/>
                  </a:lnTo>
                  <a:lnTo>
                    <a:pt x="3711433" y="3205298"/>
                  </a:lnTo>
                  <a:lnTo>
                    <a:pt x="3796676" y="3211766"/>
                  </a:lnTo>
                  <a:lnTo>
                    <a:pt x="3870824" y="3216730"/>
                  </a:lnTo>
                  <a:lnTo>
                    <a:pt x="3930349" y="3220274"/>
                  </a:lnTo>
                  <a:lnTo>
                    <a:pt x="3973334" y="3222563"/>
                  </a:lnTo>
                  <a:lnTo>
                    <a:pt x="4000002" y="3223839"/>
                  </a:lnTo>
                  <a:lnTo>
                    <a:pt x="4012828" y="3224394"/>
                  </a:lnTo>
                  <a:lnTo>
                    <a:pt x="4016301" y="3224530"/>
                  </a:lnTo>
                  <a:lnTo>
                    <a:pt x="4016409" y="3224534"/>
                  </a:lnTo>
                  <a:lnTo>
                    <a:pt x="4538543" y="3224534"/>
                  </a:lnTo>
                  <a:lnTo>
                    <a:pt x="4539663" y="3224447"/>
                  </a:lnTo>
                  <a:lnTo>
                    <a:pt x="4547007" y="3223826"/>
                  </a:lnTo>
                  <a:lnTo>
                    <a:pt x="4565446" y="3222108"/>
                  </a:lnTo>
                  <a:lnTo>
                    <a:pt x="4598219" y="3218730"/>
                  </a:lnTo>
                  <a:lnTo>
                    <a:pt x="4646667" y="3213183"/>
                  </a:lnTo>
                  <a:lnTo>
                    <a:pt x="4710141" y="3205069"/>
                  </a:lnTo>
                  <a:lnTo>
                    <a:pt x="4786250" y="3194138"/>
                  </a:lnTo>
                  <a:lnTo>
                    <a:pt x="4871435" y="3180289"/>
                  </a:lnTo>
                  <a:lnTo>
                    <a:pt x="4961705" y="3163532"/>
                  </a:lnTo>
                  <a:lnTo>
                    <a:pt x="5053301" y="3143930"/>
                  </a:lnTo>
                  <a:lnTo>
                    <a:pt x="5143152" y="3121537"/>
                  </a:lnTo>
                  <a:lnTo>
                    <a:pt x="5229073" y="3096350"/>
                  </a:lnTo>
                  <a:lnTo>
                    <a:pt x="5309755" y="3068271"/>
                  </a:lnTo>
                  <a:lnTo>
                    <a:pt x="5384634" y="3037091"/>
                  </a:lnTo>
                  <a:lnTo>
                    <a:pt x="5453711" y="3002488"/>
                  </a:lnTo>
                  <a:lnTo>
                    <a:pt x="5517377" y="2964027"/>
                  </a:lnTo>
                  <a:lnTo>
                    <a:pt x="5576273" y="2921181"/>
                  </a:lnTo>
                  <a:lnTo>
                    <a:pt x="5631173" y="2873348"/>
                  </a:lnTo>
                  <a:lnTo>
                    <a:pt x="5682905" y="2819910"/>
                  </a:lnTo>
                  <a:lnTo>
                    <a:pt x="5732283" y="2760311"/>
                  </a:lnTo>
                  <a:lnTo>
                    <a:pt x="5780041" y="2694206"/>
                  </a:lnTo>
                  <a:lnTo>
                    <a:pt x="5784835" y="2687112"/>
                  </a:lnTo>
                  <a:lnTo>
                    <a:pt x="5820194" y="2632264"/>
                  </a:lnTo>
                  <a:lnTo>
                    <a:pt x="5855229" y="2573611"/>
                  </a:lnTo>
                  <a:lnTo>
                    <a:pt x="5890131" y="2511073"/>
                  </a:lnTo>
                  <a:lnTo>
                    <a:pt x="5925055" y="2444628"/>
                  </a:lnTo>
                  <a:lnTo>
                    <a:pt x="5960118" y="2374314"/>
                  </a:lnTo>
                  <a:lnTo>
                    <a:pt x="5995407" y="2300234"/>
                  </a:lnTo>
                  <a:lnTo>
                    <a:pt x="6030978" y="2222562"/>
                  </a:lnTo>
                  <a:lnTo>
                    <a:pt x="6066863" y="2141544"/>
                  </a:lnTo>
                  <a:lnTo>
                    <a:pt x="6103065" y="2057497"/>
                  </a:lnTo>
                  <a:lnTo>
                    <a:pt x="6139569" y="1970808"/>
                  </a:lnTo>
                  <a:lnTo>
                    <a:pt x="6176338" y="1881927"/>
                  </a:lnTo>
                  <a:lnTo>
                    <a:pt x="6213319" y="1791359"/>
                  </a:lnTo>
                  <a:lnTo>
                    <a:pt x="6250447" y="1699652"/>
                  </a:lnTo>
                  <a:lnTo>
                    <a:pt x="6287649" y="1607383"/>
                  </a:lnTo>
                  <a:lnTo>
                    <a:pt x="6324846" y="1515146"/>
                  </a:lnTo>
                  <a:lnTo>
                    <a:pt x="6361962" y="1423532"/>
                  </a:lnTo>
                  <a:lnTo>
                    <a:pt x="6398924" y="1333117"/>
                  </a:lnTo>
                  <a:lnTo>
                    <a:pt x="6435667" y="1244446"/>
                  </a:lnTo>
                  <a:lnTo>
                    <a:pt x="6472140" y="1158016"/>
                  </a:lnTo>
                  <a:lnTo>
                    <a:pt x="6508309" y="1074272"/>
                  </a:lnTo>
                  <a:lnTo>
                    <a:pt x="6544160" y="993594"/>
                  </a:lnTo>
                  <a:lnTo>
                    <a:pt x="6579700" y="916292"/>
                  </a:lnTo>
                  <a:lnTo>
                    <a:pt x="6614962" y="842603"/>
                  </a:lnTo>
                  <a:lnTo>
                    <a:pt x="6650006" y="772694"/>
                  </a:lnTo>
                  <a:lnTo>
                    <a:pt x="6684921" y="706662"/>
                  </a:lnTo>
                  <a:lnTo>
                    <a:pt x="6719829" y="644537"/>
                  </a:lnTo>
                  <a:lnTo>
                    <a:pt x="6754888" y="586291"/>
                  </a:lnTo>
                  <a:lnTo>
                    <a:pt x="6786527" y="537422"/>
                  </a:lnTo>
                  <a:lnTo>
                    <a:pt x="6834156" y="470649"/>
                  </a:lnTo>
                  <a:lnTo>
                    <a:pt x="6883337" y="410399"/>
                  </a:lnTo>
                  <a:lnTo>
                    <a:pt x="6934794" y="356357"/>
                  </a:lnTo>
                  <a:lnTo>
                    <a:pt x="6989333" y="307983"/>
                  </a:lnTo>
                  <a:lnTo>
                    <a:pt x="7047785" y="264657"/>
                  </a:lnTo>
                  <a:lnTo>
                    <a:pt x="7110934" y="225776"/>
                  </a:lnTo>
                  <a:lnTo>
                    <a:pt x="7179437" y="190802"/>
                  </a:lnTo>
                  <a:lnTo>
                    <a:pt x="7253717" y="159290"/>
                  </a:lnTo>
                  <a:lnTo>
                    <a:pt x="7333824" y="130906"/>
                  </a:lnTo>
                  <a:lnTo>
                    <a:pt x="7419258" y="105431"/>
                  </a:lnTo>
                  <a:lnTo>
                    <a:pt x="7508793" y="82756"/>
                  </a:lnTo>
                  <a:lnTo>
                    <a:pt x="7600338" y="62868"/>
                  </a:lnTo>
                  <a:lnTo>
                    <a:pt x="7690906" y="45818"/>
                  </a:lnTo>
                  <a:lnTo>
                    <a:pt x="7776792" y="31671"/>
                  </a:lnTo>
                  <a:lnTo>
                    <a:pt x="7854000" y="20446"/>
                  </a:lnTo>
                  <a:lnTo>
                    <a:pt x="7918894" y="12053"/>
                  </a:lnTo>
                  <a:lnTo>
                    <a:pt x="7968933" y="6261"/>
                  </a:lnTo>
                  <a:lnTo>
                    <a:pt x="8003274" y="2684"/>
                  </a:lnTo>
                  <a:lnTo>
                    <a:pt x="8023053" y="823"/>
                  </a:lnTo>
                  <a:lnTo>
                    <a:pt x="8031330" y="116"/>
                  </a:lnTo>
                  <a:lnTo>
                    <a:pt x="8032818" y="0"/>
                  </a:lnTo>
                  <a:lnTo>
                    <a:pt x="8032819" y="0"/>
                  </a:lnTo>
                  <a:lnTo>
                    <a:pt x="8554953" y="0"/>
                  </a:lnTo>
                  <a:lnTo>
                    <a:pt x="8554953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868" name="pl868"/>
            <p:cNvSpPr/>
            <p:nvPr/>
          </p:nvSpPr>
          <p:spPr>
            <a:xfrm>
              <a:off x="386606" y="2456158"/>
              <a:ext cx="8554953" cy="3224534"/>
            </a:xfrm>
            <a:custGeom>
              <a:avLst/>
              <a:pathLst>
                <a:path w="8554953" h="3224534">
                  <a:moveTo>
                    <a:pt x="8554953" y="0"/>
                  </a:moveTo>
                  <a:lnTo>
                    <a:pt x="8032819" y="0"/>
                  </a:lnTo>
                  <a:lnTo>
                    <a:pt x="8031699" y="87"/>
                  </a:lnTo>
                  <a:lnTo>
                    <a:pt x="8024355" y="708"/>
                  </a:lnTo>
                  <a:lnTo>
                    <a:pt x="8005915" y="2426"/>
                  </a:lnTo>
                  <a:lnTo>
                    <a:pt x="7973143" y="5803"/>
                  </a:lnTo>
                  <a:lnTo>
                    <a:pt x="7924695" y="11350"/>
                  </a:lnTo>
                  <a:lnTo>
                    <a:pt x="7861221" y="19465"/>
                  </a:lnTo>
                  <a:lnTo>
                    <a:pt x="7785112" y="30396"/>
                  </a:lnTo>
                  <a:lnTo>
                    <a:pt x="7699927" y="44245"/>
                  </a:lnTo>
                  <a:lnTo>
                    <a:pt x="7609657" y="61002"/>
                  </a:lnTo>
                  <a:lnTo>
                    <a:pt x="7518061" y="80604"/>
                  </a:lnTo>
                  <a:lnTo>
                    <a:pt x="7428210" y="102996"/>
                  </a:lnTo>
                  <a:lnTo>
                    <a:pt x="7342289" y="128183"/>
                  </a:lnTo>
                  <a:lnTo>
                    <a:pt x="7261607" y="156263"/>
                  </a:lnTo>
                  <a:lnTo>
                    <a:pt x="7186728" y="187443"/>
                  </a:lnTo>
                  <a:lnTo>
                    <a:pt x="7117651" y="222046"/>
                  </a:lnTo>
                  <a:lnTo>
                    <a:pt x="7053985" y="260506"/>
                  </a:lnTo>
                  <a:lnTo>
                    <a:pt x="6995089" y="303353"/>
                  </a:lnTo>
                  <a:lnTo>
                    <a:pt x="6940189" y="351186"/>
                  </a:lnTo>
                  <a:lnTo>
                    <a:pt x="6888457" y="404624"/>
                  </a:lnTo>
                  <a:lnTo>
                    <a:pt x="6839079" y="464222"/>
                  </a:lnTo>
                  <a:lnTo>
                    <a:pt x="6791321" y="530328"/>
                  </a:lnTo>
                  <a:lnTo>
                    <a:pt x="6786527" y="537422"/>
                  </a:lnTo>
                  <a:lnTo>
                    <a:pt x="6751168" y="592269"/>
                  </a:lnTo>
                  <a:lnTo>
                    <a:pt x="6716133" y="650923"/>
                  </a:lnTo>
                  <a:lnTo>
                    <a:pt x="6681231" y="713461"/>
                  </a:lnTo>
                  <a:lnTo>
                    <a:pt x="6646307" y="779906"/>
                  </a:lnTo>
                  <a:lnTo>
                    <a:pt x="6611244" y="850220"/>
                  </a:lnTo>
                  <a:lnTo>
                    <a:pt x="6575955" y="924300"/>
                  </a:lnTo>
                  <a:lnTo>
                    <a:pt x="6540384" y="1001972"/>
                  </a:lnTo>
                  <a:lnTo>
                    <a:pt x="6504499" y="1082990"/>
                  </a:lnTo>
                  <a:lnTo>
                    <a:pt x="6468297" y="1167037"/>
                  </a:lnTo>
                  <a:lnTo>
                    <a:pt x="6431793" y="1253726"/>
                  </a:lnTo>
                  <a:lnTo>
                    <a:pt x="6395024" y="1342606"/>
                  </a:lnTo>
                  <a:lnTo>
                    <a:pt x="6358043" y="1433174"/>
                  </a:lnTo>
                  <a:lnTo>
                    <a:pt x="6320915" y="1524882"/>
                  </a:lnTo>
                  <a:lnTo>
                    <a:pt x="6283713" y="1617150"/>
                  </a:lnTo>
                  <a:lnTo>
                    <a:pt x="6246515" y="1709388"/>
                  </a:lnTo>
                  <a:lnTo>
                    <a:pt x="6209399" y="1801002"/>
                  </a:lnTo>
                  <a:lnTo>
                    <a:pt x="6172438" y="1891416"/>
                  </a:lnTo>
                  <a:lnTo>
                    <a:pt x="6135695" y="1980088"/>
                  </a:lnTo>
                  <a:lnTo>
                    <a:pt x="6099222" y="2066518"/>
                  </a:lnTo>
                  <a:lnTo>
                    <a:pt x="6063053" y="2150261"/>
                  </a:lnTo>
                  <a:lnTo>
                    <a:pt x="6027202" y="2230939"/>
                  </a:lnTo>
                  <a:lnTo>
                    <a:pt x="5991662" y="2308242"/>
                  </a:lnTo>
                  <a:lnTo>
                    <a:pt x="5956400" y="2381931"/>
                  </a:lnTo>
                  <a:lnTo>
                    <a:pt x="5921356" y="2451839"/>
                  </a:lnTo>
                  <a:lnTo>
                    <a:pt x="5886441" y="2517872"/>
                  </a:lnTo>
                  <a:lnTo>
                    <a:pt x="5851533" y="2579996"/>
                  </a:lnTo>
                  <a:lnTo>
                    <a:pt x="5816474" y="2638243"/>
                  </a:lnTo>
                  <a:lnTo>
                    <a:pt x="5784835" y="2687112"/>
                  </a:lnTo>
                  <a:lnTo>
                    <a:pt x="5737206" y="2753884"/>
                  </a:lnTo>
                  <a:lnTo>
                    <a:pt x="5688025" y="2814134"/>
                  </a:lnTo>
                  <a:lnTo>
                    <a:pt x="5636568" y="2868176"/>
                  </a:lnTo>
                  <a:lnTo>
                    <a:pt x="5582029" y="2916551"/>
                  </a:lnTo>
                  <a:lnTo>
                    <a:pt x="5523577" y="2959877"/>
                  </a:lnTo>
                  <a:lnTo>
                    <a:pt x="5460428" y="2998758"/>
                  </a:lnTo>
                  <a:lnTo>
                    <a:pt x="5391925" y="3033732"/>
                  </a:lnTo>
                  <a:lnTo>
                    <a:pt x="5317645" y="3065244"/>
                  </a:lnTo>
                  <a:lnTo>
                    <a:pt x="5237538" y="3093628"/>
                  </a:lnTo>
                  <a:lnTo>
                    <a:pt x="5152104" y="3119103"/>
                  </a:lnTo>
                  <a:lnTo>
                    <a:pt x="5062569" y="3141778"/>
                  </a:lnTo>
                  <a:lnTo>
                    <a:pt x="4971024" y="3161666"/>
                  </a:lnTo>
                  <a:lnTo>
                    <a:pt x="4880456" y="3178716"/>
                  </a:lnTo>
                  <a:lnTo>
                    <a:pt x="4794570" y="3192863"/>
                  </a:lnTo>
                  <a:lnTo>
                    <a:pt x="4717362" y="3204088"/>
                  </a:lnTo>
                  <a:lnTo>
                    <a:pt x="4652468" y="3212480"/>
                  </a:lnTo>
                  <a:lnTo>
                    <a:pt x="4602429" y="3218273"/>
                  </a:lnTo>
                  <a:lnTo>
                    <a:pt x="4568088" y="3221849"/>
                  </a:lnTo>
                  <a:lnTo>
                    <a:pt x="4548308" y="3223711"/>
                  </a:lnTo>
                  <a:lnTo>
                    <a:pt x="4540032" y="3224418"/>
                  </a:lnTo>
                  <a:lnTo>
                    <a:pt x="4538544" y="3224534"/>
                  </a:lnTo>
                  <a:lnTo>
                    <a:pt x="4538543" y="3224534"/>
                  </a:lnTo>
                  <a:lnTo>
                    <a:pt x="4016409" y="3224534"/>
                  </a:lnTo>
                  <a:lnTo>
                    <a:pt x="4015179" y="3224488"/>
                  </a:lnTo>
                  <a:lnTo>
                    <a:pt x="4007131" y="3224154"/>
                  </a:lnTo>
                  <a:lnTo>
                    <a:pt x="3986989" y="3223233"/>
                  </a:lnTo>
                  <a:lnTo>
                    <a:pt x="3951350" y="3221423"/>
                  </a:lnTo>
                  <a:lnTo>
                    <a:pt x="3898988" y="3218457"/>
                  </a:lnTo>
                  <a:lnTo>
                    <a:pt x="3830921" y="3214134"/>
                  </a:lnTo>
                  <a:lnTo>
                    <a:pt x="3750057" y="3208333"/>
                  </a:lnTo>
                  <a:lnTo>
                    <a:pt x="3660472" y="3201015"/>
                  </a:lnTo>
                  <a:lnTo>
                    <a:pt x="3566551" y="3192196"/>
                  </a:lnTo>
                  <a:lnTo>
                    <a:pt x="3472256" y="3181910"/>
                  </a:lnTo>
                  <a:lnTo>
                    <a:pt x="3380675" y="3170180"/>
                  </a:lnTo>
                  <a:lnTo>
                    <a:pt x="3293876" y="3156988"/>
                  </a:lnTo>
                  <a:lnTo>
                    <a:pt x="3212974" y="3142260"/>
                  </a:lnTo>
                  <a:lnTo>
                    <a:pt x="3138316" y="3125859"/>
                  </a:lnTo>
                  <a:lnTo>
                    <a:pt x="3069692" y="3107586"/>
                  </a:lnTo>
                  <a:lnTo>
                    <a:pt x="3006527" y="3087184"/>
                  </a:lnTo>
                  <a:lnTo>
                    <a:pt x="2948031" y="3064349"/>
                  </a:lnTo>
                  <a:lnTo>
                    <a:pt x="2893310" y="3038748"/>
                  </a:lnTo>
                  <a:lnTo>
                    <a:pt x="2841453" y="3010063"/>
                  </a:lnTo>
                  <a:lnTo>
                    <a:pt x="2791611" y="2978052"/>
                  </a:lnTo>
                  <a:lnTo>
                    <a:pt x="2770117" y="2962882"/>
                  </a:lnTo>
                  <a:lnTo>
                    <a:pt x="2724943" y="2928387"/>
                  </a:lnTo>
                  <a:lnTo>
                    <a:pt x="2680209" y="2890838"/>
                  </a:lnTo>
                  <a:lnTo>
                    <a:pt x="2635547" y="2850181"/>
                  </a:lnTo>
                  <a:lnTo>
                    <a:pt x="2590687" y="2806434"/>
                  </a:lnTo>
                  <a:lnTo>
                    <a:pt x="2545447" y="2759702"/>
                  </a:lnTo>
                  <a:lnTo>
                    <a:pt x="2499721" y="2710181"/>
                  </a:lnTo>
                  <a:lnTo>
                    <a:pt x="2453475" y="2658161"/>
                  </a:lnTo>
                  <a:lnTo>
                    <a:pt x="2406736" y="2604024"/>
                  </a:lnTo>
                  <a:lnTo>
                    <a:pt x="2359583" y="2548233"/>
                  </a:lnTo>
                  <a:lnTo>
                    <a:pt x="2312136" y="2491320"/>
                  </a:lnTo>
                  <a:lnTo>
                    <a:pt x="2264543" y="2433865"/>
                  </a:lnTo>
                  <a:lnTo>
                    <a:pt x="2216966" y="2376469"/>
                  </a:lnTo>
                  <a:lnTo>
                    <a:pt x="2169566" y="2319734"/>
                  </a:lnTo>
                  <a:lnTo>
                    <a:pt x="2122487" y="2264231"/>
                  </a:lnTo>
                  <a:lnTo>
                    <a:pt x="2075841" y="2210480"/>
                  </a:lnTo>
                  <a:lnTo>
                    <a:pt x="2029698" y="2158929"/>
                  </a:lnTo>
                  <a:lnTo>
                    <a:pt x="1984074" y="2109942"/>
                  </a:lnTo>
                  <a:lnTo>
                    <a:pt x="1938919" y="2063790"/>
                  </a:lnTo>
                  <a:lnTo>
                    <a:pt x="1894116" y="2020651"/>
                  </a:lnTo>
                  <a:lnTo>
                    <a:pt x="1849464" y="1980612"/>
                  </a:lnTo>
                  <a:lnTo>
                    <a:pt x="1804676" y="1943677"/>
                  </a:lnTo>
                  <a:lnTo>
                    <a:pt x="1768425" y="1916273"/>
                  </a:lnTo>
                  <a:lnTo>
                    <a:pt x="1719232" y="1882765"/>
                  </a:lnTo>
                  <a:lnTo>
                    <a:pt x="1668361" y="1852638"/>
                  </a:lnTo>
                  <a:lnTo>
                    <a:pt x="1615011" y="1825716"/>
                  </a:lnTo>
                  <a:lnTo>
                    <a:pt x="1558290" y="1801704"/>
                  </a:lnTo>
                  <a:lnTo>
                    <a:pt x="1497286" y="1780270"/>
                  </a:lnTo>
                  <a:lnTo>
                    <a:pt x="1431152" y="1761095"/>
                  </a:lnTo>
                  <a:lnTo>
                    <a:pt x="1359202" y="1743899"/>
                  </a:lnTo>
                  <a:lnTo>
                    <a:pt x="1281044" y="1728455"/>
                  </a:lnTo>
                  <a:lnTo>
                    <a:pt x="1196753" y="1714599"/>
                  </a:lnTo>
                  <a:lnTo>
                    <a:pt x="1107082" y="1702230"/>
                  </a:lnTo>
                  <a:lnTo>
                    <a:pt x="1013661" y="1691308"/>
                  </a:lnTo>
                  <a:lnTo>
                    <a:pt x="919132" y="1681839"/>
                  </a:lnTo>
                  <a:lnTo>
                    <a:pt x="827109" y="1673857"/>
                  </a:lnTo>
                  <a:lnTo>
                    <a:pt x="741866" y="1667389"/>
                  </a:lnTo>
                  <a:lnTo>
                    <a:pt x="667719" y="1662424"/>
                  </a:lnTo>
                  <a:lnTo>
                    <a:pt x="608193" y="1658881"/>
                  </a:lnTo>
                  <a:lnTo>
                    <a:pt x="565208" y="1656592"/>
                  </a:lnTo>
                  <a:lnTo>
                    <a:pt x="538540" y="1655316"/>
                  </a:lnTo>
                  <a:lnTo>
                    <a:pt x="525714" y="1654761"/>
                  </a:lnTo>
                  <a:lnTo>
                    <a:pt x="522241" y="1654625"/>
                  </a:lnTo>
                  <a:lnTo>
                    <a:pt x="522133" y="1654621"/>
                  </a:lnTo>
                  <a:lnTo>
                    <a:pt x="0" y="1654621"/>
                  </a:lnTo>
                  <a:lnTo>
                    <a:pt x="0" y="1654621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869" name="pg869"/>
            <p:cNvSpPr/>
            <p:nvPr/>
          </p:nvSpPr>
          <p:spPr>
            <a:xfrm>
              <a:off x="386606" y="2360156"/>
              <a:ext cx="8554953" cy="1310143"/>
            </a:xfrm>
            <a:custGeom>
              <a:avLst/>
              <a:pathLst>
                <a:path w="8554953" h="1310143">
                  <a:moveTo>
                    <a:pt x="0" y="1310143"/>
                  </a:moveTo>
                  <a:lnTo>
                    <a:pt x="522133" y="1310143"/>
                  </a:lnTo>
                  <a:lnTo>
                    <a:pt x="523392" y="1310119"/>
                  </a:lnTo>
                  <a:lnTo>
                    <a:pt x="531625" y="1309944"/>
                  </a:lnTo>
                  <a:lnTo>
                    <a:pt x="552214" y="1309462"/>
                  </a:lnTo>
                  <a:lnTo>
                    <a:pt x="588601" y="1308516"/>
                  </a:lnTo>
                  <a:lnTo>
                    <a:pt x="641976" y="1306965"/>
                  </a:lnTo>
                  <a:lnTo>
                    <a:pt x="711220" y="1304707"/>
                  </a:lnTo>
                  <a:lnTo>
                    <a:pt x="793286" y="1301680"/>
                  </a:lnTo>
                  <a:lnTo>
                    <a:pt x="883964" y="1297866"/>
                  </a:lnTo>
                  <a:lnTo>
                    <a:pt x="978773" y="1293273"/>
                  </a:lnTo>
                  <a:lnTo>
                    <a:pt x="1073706" y="1287922"/>
                  </a:lnTo>
                  <a:lnTo>
                    <a:pt x="1165677" y="1281820"/>
                  </a:lnTo>
                  <a:lnTo>
                    <a:pt x="1252656" y="1274958"/>
                  </a:lnTo>
                  <a:lnTo>
                    <a:pt x="1333580" y="1267293"/>
                  </a:lnTo>
                  <a:lnTo>
                    <a:pt x="1408161" y="1258751"/>
                  </a:lnTo>
                  <a:lnTo>
                    <a:pt x="1476661" y="1249224"/>
                  </a:lnTo>
                  <a:lnTo>
                    <a:pt x="1539703" y="1238574"/>
                  </a:lnTo>
                  <a:lnTo>
                    <a:pt x="1598113" y="1226639"/>
                  </a:lnTo>
                  <a:lnTo>
                    <a:pt x="1652814" y="1213247"/>
                  </a:lnTo>
                  <a:lnTo>
                    <a:pt x="1704733" y="1198232"/>
                  </a:lnTo>
                  <a:lnTo>
                    <a:pt x="1754727" y="1181480"/>
                  </a:lnTo>
                  <a:lnTo>
                    <a:pt x="1768425" y="1176493"/>
                  </a:lnTo>
                  <a:lnTo>
                    <a:pt x="1819411" y="1156477"/>
                  </a:lnTo>
                  <a:lnTo>
                    <a:pt x="1869901" y="1134465"/>
                  </a:lnTo>
                  <a:lnTo>
                    <a:pt x="1920397" y="1110426"/>
                  </a:lnTo>
                  <a:lnTo>
                    <a:pt x="1971246" y="1084395"/>
                  </a:lnTo>
                  <a:lnTo>
                    <a:pt x="2022660" y="1056478"/>
                  </a:lnTo>
                  <a:lnTo>
                    <a:pt x="2074729" y="1026860"/>
                  </a:lnTo>
                  <a:lnTo>
                    <a:pt x="2127439" y="995803"/>
                  </a:lnTo>
                  <a:lnTo>
                    <a:pt x="2180689" y="963640"/>
                  </a:lnTo>
                  <a:lnTo>
                    <a:pt x="2234307" y="930759"/>
                  </a:lnTo>
                  <a:lnTo>
                    <a:pt x="2288076" y="897590"/>
                  </a:lnTo>
                  <a:lnTo>
                    <a:pt x="2341764" y="864576"/>
                  </a:lnTo>
                  <a:lnTo>
                    <a:pt x="2395145" y="832154"/>
                  </a:lnTo>
                  <a:lnTo>
                    <a:pt x="2448032" y="800727"/>
                  </a:lnTo>
                  <a:lnTo>
                    <a:pt x="2500300" y="770646"/>
                  </a:lnTo>
                  <a:lnTo>
                    <a:pt x="2551906" y="742194"/>
                  </a:lnTo>
                  <a:lnTo>
                    <a:pt x="2602908" y="715581"/>
                  </a:lnTo>
                  <a:lnTo>
                    <a:pt x="2653481" y="690937"/>
                  </a:lnTo>
                  <a:lnTo>
                    <a:pt x="2703927" y="668316"/>
                  </a:lnTo>
                  <a:lnTo>
                    <a:pt x="2754701" y="647706"/>
                  </a:lnTo>
                  <a:lnTo>
                    <a:pt x="2770117" y="641895"/>
                  </a:lnTo>
                  <a:lnTo>
                    <a:pt x="2819707" y="624650"/>
                  </a:lnTo>
                  <a:lnTo>
                    <a:pt x="2871008" y="609159"/>
                  </a:lnTo>
                  <a:lnTo>
                    <a:pt x="2924842" y="595329"/>
                  </a:lnTo>
                  <a:lnTo>
                    <a:pt x="2982123" y="583006"/>
                  </a:lnTo>
                  <a:lnTo>
                    <a:pt x="3043784" y="572015"/>
                  </a:lnTo>
                  <a:lnTo>
                    <a:pt x="3110688" y="562190"/>
                  </a:lnTo>
                  <a:lnTo>
                    <a:pt x="3183528" y="553385"/>
                  </a:lnTo>
                  <a:lnTo>
                    <a:pt x="3262685" y="545485"/>
                  </a:lnTo>
                  <a:lnTo>
                    <a:pt x="3348045" y="538404"/>
                  </a:lnTo>
                  <a:lnTo>
                    <a:pt x="3438783" y="532093"/>
                  </a:lnTo>
                  <a:lnTo>
                    <a:pt x="3533156" y="526531"/>
                  </a:lnTo>
                  <a:lnTo>
                    <a:pt x="3628368" y="521726"/>
                  </a:lnTo>
                  <a:lnTo>
                    <a:pt x="3720640" y="517693"/>
                  </a:lnTo>
                  <a:lnTo>
                    <a:pt x="3805559" y="514447"/>
                  </a:lnTo>
                  <a:lnTo>
                    <a:pt x="3878751" y="511978"/>
                  </a:lnTo>
                  <a:lnTo>
                    <a:pt x="3936758" y="510239"/>
                  </a:lnTo>
                  <a:lnTo>
                    <a:pt x="3977863" y="509137"/>
                  </a:lnTo>
                  <a:lnTo>
                    <a:pt x="4002604" y="508540"/>
                  </a:lnTo>
                  <a:lnTo>
                    <a:pt x="4013818" y="508296"/>
                  </a:lnTo>
                  <a:lnTo>
                    <a:pt x="4016409" y="508245"/>
                  </a:lnTo>
                  <a:lnTo>
                    <a:pt x="4538543" y="508245"/>
                  </a:lnTo>
                  <a:lnTo>
                    <a:pt x="4539808" y="508230"/>
                  </a:lnTo>
                  <a:lnTo>
                    <a:pt x="4548083" y="508120"/>
                  </a:lnTo>
                  <a:lnTo>
                    <a:pt x="4568771" y="507816"/>
                  </a:lnTo>
                  <a:lnTo>
                    <a:pt x="4605322" y="507219"/>
                  </a:lnTo>
                  <a:lnTo>
                    <a:pt x="4658921" y="506243"/>
                  </a:lnTo>
                  <a:lnTo>
                    <a:pt x="4728424" y="504820"/>
                  </a:lnTo>
                  <a:lnTo>
                    <a:pt x="4810753" y="502914"/>
                  </a:lnTo>
                  <a:lnTo>
                    <a:pt x="4901670" y="500513"/>
                  </a:lnTo>
                  <a:lnTo>
                    <a:pt x="4996672" y="497623"/>
                  </a:lnTo>
                  <a:lnTo>
                    <a:pt x="5091743" y="494255"/>
                  </a:lnTo>
                  <a:lnTo>
                    <a:pt x="5183797" y="490416"/>
                  </a:lnTo>
                  <a:lnTo>
                    <a:pt x="5270813" y="486097"/>
                  </a:lnTo>
                  <a:lnTo>
                    <a:pt x="5351740" y="481274"/>
                  </a:lnTo>
                  <a:lnTo>
                    <a:pt x="5426303" y="475897"/>
                  </a:lnTo>
                  <a:lnTo>
                    <a:pt x="5494776" y="469899"/>
                  </a:lnTo>
                  <a:lnTo>
                    <a:pt x="5557791" y="463192"/>
                  </a:lnTo>
                  <a:lnTo>
                    <a:pt x="5616183" y="455674"/>
                  </a:lnTo>
                  <a:lnTo>
                    <a:pt x="5670881" y="447236"/>
                  </a:lnTo>
                  <a:lnTo>
                    <a:pt x="5722816" y="437775"/>
                  </a:lnTo>
                  <a:lnTo>
                    <a:pt x="5772844" y="427220"/>
                  </a:lnTo>
                  <a:lnTo>
                    <a:pt x="5784835" y="424479"/>
                  </a:lnTo>
                  <a:lnTo>
                    <a:pt x="5837684" y="411448"/>
                  </a:lnTo>
                  <a:lnTo>
                    <a:pt x="5890022" y="397071"/>
                  </a:lnTo>
                  <a:lnTo>
                    <a:pt x="5942399" y="381329"/>
                  </a:lnTo>
                  <a:lnTo>
                    <a:pt x="5995186" y="364251"/>
                  </a:lnTo>
                  <a:lnTo>
                    <a:pt x="6048601" y="345917"/>
                  </a:lnTo>
                  <a:lnTo>
                    <a:pt x="6102725" y="326467"/>
                  </a:lnTo>
                  <a:lnTo>
                    <a:pt x="6157522" y="306093"/>
                  </a:lnTo>
                  <a:lnTo>
                    <a:pt x="6212856" y="285038"/>
                  </a:lnTo>
                  <a:lnTo>
                    <a:pt x="6268521" y="263583"/>
                  </a:lnTo>
                  <a:lnTo>
                    <a:pt x="6324267" y="242032"/>
                  </a:lnTo>
                  <a:lnTo>
                    <a:pt x="6379832" y="220695"/>
                  </a:lnTo>
                  <a:lnTo>
                    <a:pt x="6434981" y="199870"/>
                  </a:lnTo>
                  <a:lnTo>
                    <a:pt x="6489531" y="179825"/>
                  </a:lnTo>
                  <a:lnTo>
                    <a:pt x="6543381" y="160784"/>
                  </a:lnTo>
                  <a:lnTo>
                    <a:pt x="6596537" y="142920"/>
                  </a:lnTo>
                  <a:lnTo>
                    <a:pt x="6649133" y="126349"/>
                  </a:lnTo>
                  <a:lnTo>
                    <a:pt x="6701441" y="111131"/>
                  </a:lnTo>
                  <a:lnTo>
                    <a:pt x="6753900" y="97277"/>
                  </a:lnTo>
                  <a:lnTo>
                    <a:pt x="6786527" y="89413"/>
                  </a:lnTo>
                  <a:lnTo>
                    <a:pt x="6836204" y="78587"/>
                  </a:lnTo>
                  <a:lnTo>
                    <a:pt x="6887600" y="68864"/>
                  </a:lnTo>
                  <a:lnTo>
                    <a:pt x="6941540" y="60185"/>
                  </a:lnTo>
                  <a:lnTo>
                    <a:pt x="6998945" y="52453"/>
                  </a:lnTo>
                  <a:lnTo>
                    <a:pt x="7060750" y="45559"/>
                  </a:lnTo>
                  <a:lnTo>
                    <a:pt x="7127824" y="39397"/>
                  </a:lnTo>
                  <a:lnTo>
                    <a:pt x="7200860" y="33876"/>
                  </a:lnTo>
                  <a:lnTo>
                    <a:pt x="7280237" y="28922"/>
                  </a:lnTo>
                  <a:lnTo>
                    <a:pt x="7365832" y="24484"/>
                  </a:lnTo>
                  <a:lnTo>
                    <a:pt x="7456805" y="20529"/>
                  </a:lnTo>
                  <a:lnTo>
                    <a:pt x="7551384" y="17046"/>
                  </a:lnTo>
                  <a:lnTo>
                    <a:pt x="7646741" y="14038"/>
                  </a:lnTo>
                  <a:lnTo>
                    <a:pt x="7739061" y="11517"/>
                  </a:lnTo>
                  <a:lnTo>
                    <a:pt x="7823900" y="9491"/>
                  </a:lnTo>
                  <a:lnTo>
                    <a:pt x="7896873" y="7953"/>
                  </a:lnTo>
                  <a:lnTo>
                    <a:pt x="7954538" y="6872"/>
                  </a:lnTo>
                  <a:lnTo>
                    <a:pt x="7995228" y="6190"/>
                  </a:lnTo>
                  <a:lnTo>
                    <a:pt x="8019547" y="5824"/>
                  </a:lnTo>
                  <a:lnTo>
                    <a:pt x="8030419" y="5676"/>
                  </a:lnTo>
                  <a:lnTo>
                    <a:pt x="8032819" y="5647"/>
                  </a:lnTo>
                  <a:lnTo>
                    <a:pt x="8554953" y="5647"/>
                  </a:lnTo>
                  <a:lnTo>
                    <a:pt x="8554953" y="0"/>
                  </a:lnTo>
                  <a:lnTo>
                    <a:pt x="8032819" y="0"/>
                  </a:lnTo>
                  <a:lnTo>
                    <a:pt x="8031553" y="15"/>
                  </a:lnTo>
                  <a:lnTo>
                    <a:pt x="8023279" y="125"/>
                  </a:lnTo>
                  <a:lnTo>
                    <a:pt x="8002591" y="428"/>
                  </a:lnTo>
                  <a:lnTo>
                    <a:pt x="7966039" y="1025"/>
                  </a:lnTo>
                  <a:lnTo>
                    <a:pt x="7912441" y="2002"/>
                  </a:lnTo>
                  <a:lnTo>
                    <a:pt x="7842938" y="3424"/>
                  </a:lnTo>
                  <a:lnTo>
                    <a:pt x="7760609" y="5330"/>
                  </a:lnTo>
                  <a:lnTo>
                    <a:pt x="7669692" y="7731"/>
                  </a:lnTo>
                  <a:lnTo>
                    <a:pt x="7574690" y="10621"/>
                  </a:lnTo>
                  <a:lnTo>
                    <a:pt x="7479619" y="13989"/>
                  </a:lnTo>
                  <a:lnTo>
                    <a:pt x="7387565" y="17829"/>
                  </a:lnTo>
                  <a:lnTo>
                    <a:pt x="7300549" y="22147"/>
                  </a:lnTo>
                  <a:lnTo>
                    <a:pt x="7219622" y="26971"/>
                  </a:lnTo>
                  <a:lnTo>
                    <a:pt x="7145059" y="32348"/>
                  </a:lnTo>
                  <a:lnTo>
                    <a:pt x="7076586" y="38346"/>
                  </a:lnTo>
                  <a:lnTo>
                    <a:pt x="7013571" y="45052"/>
                  </a:lnTo>
                  <a:lnTo>
                    <a:pt x="6955179" y="52570"/>
                  </a:lnTo>
                  <a:lnTo>
                    <a:pt x="6900481" y="61008"/>
                  </a:lnTo>
                  <a:lnTo>
                    <a:pt x="6848546" y="70469"/>
                  </a:lnTo>
                  <a:lnTo>
                    <a:pt x="6798518" y="81024"/>
                  </a:lnTo>
                  <a:lnTo>
                    <a:pt x="6786527" y="83766"/>
                  </a:lnTo>
                  <a:lnTo>
                    <a:pt x="6733678" y="96797"/>
                  </a:lnTo>
                  <a:lnTo>
                    <a:pt x="6681340" y="111173"/>
                  </a:lnTo>
                  <a:lnTo>
                    <a:pt x="6628963" y="126915"/>
                  </a:lnTo>
                  <a:lnTo>
                    <a:pt x="6576176" y="143994"/>
                  </a:lnTo>
                  <a:lnTo>
                    <a:pt x="6522761" y="162327"/>
                  </a:lnTo>
                  <a:lnTo>
                    <a:pt x="6468637" y="181777"/>
                  </a:lnTo>
                  <a:lnTo>
                    <a:pt x="6413840" y="202151"/>
                  </a:lnTo>
                  <a:lnTo>
                    <a:pt x="6358506" y="223207"/>
                  </a:lnTo>
                  <a:lnTo>
                    <a:pt x="6302841" y="244662"/>
                  </a:lnTo>
                  <a:lnTo>
                    <a:pt x="6247095" y="266213"/>
                  </a:lnTo>
                  <a:lnTo>
                    <a:pt x="6191530" y="287549"/>
                  </a:lnTo>
                  <a:lnTo>
                    <a:pt x="6136381" y="308374"/>
                  </a:lnTo>
                  <a:lnTo>
                    <a:pt x="6081831" y="328419"/>
                  </a:lnTo>
                  <a:lnTo>
                    <a:pt x="6027981" y="347460"/>
                  </a:lnTo>
                  <a:lnTo>
                    <a:pt x="5974825" y="365324"/>
                  </a:lnTo>
                  <a:lnTo>
                    <a:pt x="5922229" y="381896"/>
                  </a:lnTo>
                  <a:lnTo>
                    <a:pt x="5869921" y="397113"/>
                  </a:lnTo>
                  <a:lnTo>
                    <a:pt x="5817462" y="410968"/>
                  </a:lnTo>
                  <a:lnTo>
                    <a:pt x="5784835" y="418831"/>
                  </a:lnTo>
                  <a:lnTo>
                    <a:pt x="5735158" y="429657"/>
                  </a:lnTo>
                  <a:lnTo>
                    <a:pt x="5683762" y="439380"/>
                  </a:lnTo>
                  <a:lnTo>
                    <a:pt x="5629822" y="448059"/>
                  </a:lnTo>
                  <a:lnTo>
                    <a:pt x="5572417" y="455791"/>
                  </a:lnTo>
                  <a:lnTo>
                    <a:pt x="5510612" y="462686"/>
                  </a:lnTo>
                  <a:lnTo>
                    <a:pt x="5443538" y="468848"/>
                  </a:lnTo>
                  <a:lnTo>
                    <a:pt x="5370502" y="474369"/>
                  </a:lnTo>
                  <a:lnTo>
                    <a:pt x="5291125" y="479322"/>
                  </a:lnTo>
                  <a:lnTo>
                    <a:pt x="5205530" y="483761"/>
                  </a:lnTo>
                  <a:lnTo>
                    <a:pt x="5114557" y="487715"/>
                  </a:lnTo>
                  <a:lnTo>
                    <a:pt x="5019978" y="491198"/>
                  </a:lnTo>
                  <a:lnTo>
                    <a:pt x="4924620" y="494206"/>
                  </a:lnTo>
                  <a:lnTo>
                    <a:pt x="4832300" y="496727"/>
                  </a:lnTo>
                  <a:lnTo>
                    <a:pt x="4747462" y="498754"/>
                  </a:lnTo>
                  <a:lnTo>
                    <a:pt x="4674489" y="500292"/>
                  </a:lnTo>
                  <a:lnTo>
                    <a:pt x="4616824" y="501372"/>
                  </a:lnTo>
                  <a:lnTo>
                    <a:pt x="4576134" y="502054"/>
                  </a:lnTo>
                  <a:lnTo>
                    <a:pt x="4551815" y="502420"/>
                  </a:lnTo>
                  <a:lnTo>
                    <a:pt x="4540943" y="502568"/>
                  </a:lnTo>
                  <a:lnTo>
                    <a:pt x="4538543" y="502598"/>
                  </a:lnTo>
                  <a:lnTo>
                    <a:pt x="4016409" y="502598"/>
                  </a:lnTo>
                  <a:lnTo>
                    <a:pt x="4015150" y="502622"/>
                  </a:lnTo>
                  <a:lnTo>
                    <a:pt x="4006917" y="502796"/>
                  </a:lnTo>
                  <a:lnTo>
                    <a:pt x="3986328" y="503279"/>
                  </a:lnTo>
                  <a:lnTo>
                    <a:pt x="3949941" y="504225"/>
                  </a:lnTo>
                  <a:lnTo>
                    <a:pt x="3896566" y="505776"/>
                  </a:lnTo>
                  <a:lnTo>
                    <a:pt x="3827323" y="508034"/>
                  </a:lnTo>
                  <a:lnTo>
                    <a:pt x="3745257" y="511061"/>
                  </a:lnTo>
                  <a:lnTo>
                    <a:pt x="3654578" y="514875"/>
                  </a:lnTo>
                  <a:lnTo>
                    <a:pt x="3559769" y="519467"/>
                  </a:lnTo>
                  <a:lnTo>
                    <a:pt x="3464836" y="524819"/>
                  </a:lnTo>
                  <a:lnTo>
                    <a:pt x="3372865" y="530921"/>
                  </a:lnTo>
                  <a:lnTo>
                    <a:pt x="3285886" y="537783"/>
                  </a:lnTo>
                  <a:lnTo>
                    <a:pt x="3204962" y="545448"/>
                  </a:lnTo>
                  <a:lnTo>
                    <a:pt x="3130381" y="553990"/>
                  </a:lnTo>
                  <a:lnTo>
                    <a:pt x="3061881" y="563517"/>
                  </a:lnTo>
                  <a:lnTo>
                    <a:pt x="2998840" y="574167"/>
                  </a:lnTo>
                  <a:lnTo>
                    <a:pt x="2940429" y="586102"/>
                  </a:lnTo>
                  <a:lnTo>
                    <a:pt x="2885728" y="599494"/>
                  </a:lnTo>
                  <a:lnTo>
                    <a:pt x="2833809" y="614509"/>
                  </a:lnTo>
                  <a:lnTo>
                    <a:pt x="2783816" y="631261"/>
                  </a:lnTo>
                  <a:lnTo>
                    <a:pt x="2770117" y="636247"/>
                  </a:lnTo>
                  <a:lnTo>
                    <a:pt x="2719131" y="656264"/>
                  </a:lnTo>
                  <a:lnTo>
                    <a:pt x="2668641" y="678276"/>
                  </a:lnTo>
                  <a:lnTo>
                    <a:pt x="2618145" y="702315"/>
                  </a:lnTo>
                  <a:lnTo>
                    <a:pt x="2567296" y="728346"/>
                  </a:lnTo>
                  <a:lnTo>
                    <a:pt x="2515883" y="756263"/>
                  </a:lnTo>
                  <a:lnTo>
                    <a:pt x="2463813" y="785881"/>
                  </a:lnTo>
                  <a:lnTo>
                    <a:pt x="2411103" y="816937"/>
                  </a:lnTo>
                  <a:lnTo>
                    <a:pt x="2357853" y="849101"/>
                  </a:lnTo>
                  <a:lnTo>
                    <a:pt x="2304235" y="881982"/>
                  </a:lnTo>
                  <a:lnTo>
                    <a:pt x="2250466" y="915151"/>
                  </a:lnTo>
                  <a:lnTo>
                    <a:pt x="2196778" y="948165"/>
                  </a:lnTo>
                  <a:lnTo>
                    <a:pt x="2143397" y="980587"/>
                  </a:lnTo>
                  <a:lnTo>
                    <a:pt x="2090510" y="1012014"/>
                  </a:lnTo>
                  <a:lnTo>
                    <a:pt x="2038242" y="1042095"/>
                  </a:lnTo>
                  <a:lnTo>
                    <a:pt x="1986636" y="1070547"/>
                  </a:lnTo>
                  <a:lnTo>
                    <a:pt x="1935634" y="1097160"/>
                  </a:lnTo>
                  <a:lnTo>
                    <a:pt x="1885062" y="1121804"/>
                  </a:lnTo>
                  <a:lnTo>
                    <a:pt x="1834615" y="1144425"/>
                  </a:lnTo>
                  <a:lnTo>
                    <a:pt x="1783841" y="1165035"/>
                  </a:lnTo>
                  <a:lnTo>
                    <a:pt x="1768425" y="1170846"/>
                  </a:lnTo>
                  <a:lnTo>
                    <a:pt x="1718835" y="1188091"/>
                  </a:lnTo>
                  <a:lnTo>
                    <a:pt x="1667534" y="1203582"/>
                  </a:lnTo>
                  <a:lnTo>
                    <a:pt x="1613700" y="1217411"/>
                  </a:lnTo>
                  <a:lnTo>
                    <a:pt x="1556419" y="1229735"/>
                  </a:lnTo>
                  <a:lnTo>
                    <a:pt x="1494758" y="1240726"/>
                  </a:lnTo>
                  <a:lnTo>
                    <a:pt x="1427854" y="1250551"/>
                  </a:lnTo>
                  <a:lnTo>
                    <a:pt x="1355014" y="1259356"/>
                  </a:lnTo>
                  <a:lnTo>
                    <a:pt x="1275857" y="1267256"/>
                  </a:lnTo>
                  <a:lnTo>
                    <a:pt x="1190497" y="1274337"/>
                  </a:lnTo>
                  <a:lnTo>
                    <a:pt x="1099759" y="1280648"/>
                  </a:lnTo>
                  <a:lnTo>
                    <a:pt x="1005387" y="1286209"/>
                  </a:lnTo>
                  <a:lnTo>
                    <a:pt x="910174" y="1291015"/>
                  </a:lnTo>
                  <a:lnTo>
                    <a:pt x="817902" y="1295048"/>
                  </a:lnTo>
                  <a:lnTo>
                    <a:pt x="732983" y="1298294"/>
                  </a:lnTo>
                  <a:lnTo>
                    <a:pt x="659791" y="1300763"/>
                  </a:lnTo>
                  <a:lnTo>
                    <a:pt x="601785" y="1302502"/>
                  </a:lnTo>
                  <a:lnTo>
                    <a:pt x="560679" y="1303604"/>
                  </a:lnTo>
                  <a:lnTo>
                    <a:pt x="535939" y="1304201"/>
                  </a:lnTo>
                  <a:lnTo>
                    <a:pt x="524724" y="1304445"/>
                  </a:lnTo>
                  <a:lnTo>
                    <a:pt x="522133" y="1304496"/>
                  </a:lnTo>
                  <a:lnTo>
                    <a:pt x="0" y="1304496"/>
                  </a:lnTo>
                  <a:close/>
                </a:path>
              </a:pathLst>
            </a:custGeom>
            <a:solidFill>
              <a:srgbClr val="F28E5B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870" name="pl870"/>
            <p:cNvSpPr/>
            <p:nvPr/>
          </p:nvSpPr>
          <p:spPr>
            <a:xfrm>
              <a:off x="386606" y="2365804"/>
              <a:ext cx="8554953" cy="1304496"/>
            </a:xfrm>
            <a:custGeom>
              <a:avLst/>
              <a:pathLst>
                <a:path w="8554953" h="1304496">
                  <a:moveTo>
                    <a:pt x="0" y="1304496"/>
                  </a:moveTo>
                  <a:lnTo>
                    <a:pt x="522133" y="1304496"/>
                  </a:lnTo>
                  <a:lnTo>
                    <a:pt x="523392" y="1304472"/>
                  </a:lnTo>
                  <a:lnTo>
                    <a:pt x="531625" y="1304297"/>
                  </a:lnTo>
                  <a:lnTo>
                    <a:pt x="552214" y="1303815"/>
                  </a:lnTo>
                  <a:lnTo>
                    <a:pt x="588601" y="1302868"/>
                  </a:lnTo>
                  <a:lnTo>
                    <a:pt x="641976" y="1301318"/>
                  </a:lnTo>
                  <a:lnTo>
                    <a:pt x="711220" y="1299059"/>
                  </a:lnTo>
                  <a:lnTo>
                    <a:pt x="793286" y="1296033"/>
                  </a:lnTo>
                  <a:lnTo>
                    <a:pt x="883964" y="1292219"/>
                  </a:lnTo>
                  <a:lnTo>
                    <a:pt x="978773" y="1287626"/>
                  </a:lnTo>
                  <a:lnTo>
                    <a:pt x="1073706" y="1282274"/>
                  </a:lnTo>
                  <a:lnTo>
                    <a:pt x="1165677" y="1276173"/>
                  </a:lnTo>
                  <a:lnTo>
                    <a:pt x="1252656" y="1269310"/>
                  </a:lnTo>
                  <a:lnTo>
                    <a:pt x="1333580" y="1261645"/>
                  </a:lnTo>
                  <a:lnTo>
                    <a:pt x="1408161" y="1253103"/>
                  </a:lnTo>
                  <a:lnTo>
                    <a:pt x="1476661" y="1243576"/>
                  </a:lnTo>
                  <a:lnTo>
                    <a:pt x="1539703" y="1232927"/>
                  </a:lnTo>
                  <a:lnTo>
                    <a:pt x="1598113" y="1220992"/>
                  </a:lnTo>
                  <a:lnTo>
                    <a:pt x="1652814" y="1207600"/>
                  </a:lnTo>
                  <a:lnTo>
                    <a:pt x="1704733" y="1192585"/>
                  </a:lnTo>
                  <a:lnTo>
                    <a:pt x="1754727" y="1175833"/>
                  </a:lnTo>
                  <a:lnTo>
                    <a:pt x="1768425" y="1170846"/>
                  </a:lnTo>
                  <a:lnTo>
                    <a:pt x="1819411" y="1150830"/>
                  </a:lnTo>
                  <a:lnTo>
                    <a:pt x="1869901" y="1128818"/>
                  </a:lnTo>
                  <a:lnTo>
                    <a:pt x="1920397" y="1104779"/>
                  </a:lnTo>
                  <a:lnTo>
                    <a:pt x="1971246" y="1078748"/>
                  </a:lnTo>
                  <a:lnTo>
                    <a:pt x="2022660" y="1050831"/>
                  </a:lnTo>
                  <a:lnTo>
                    <a:pt x="2074729" y="1021213"/>
                  </a:lnTo>
                  <a:lnTo>
                    <a:pt x="2127439" y="990156"/>
                  </a:lnTo>
                  <a:lnTo>
                    <a:pt x="2180689" y="957993"/>
                  </a:lnTo>
                  <a:lnTo>
                    <a:pt x="2234307" y="925112"/>
                  </a:lnTo>
                  <a:lnTo>
                    <a:pt x="2288076" y="891943"/>
                  </a:lnTo>
                  <a:lnTo>
                    <a:pt x="2341764" y="858929"/>
                  </a:lnTo>
                  <a:lnTo>
                    <a:pt x="2395145" y="826507"/>
                  </a:lnTo>
                  <a:lnTo>
                    <a:pt x="2448032" y="795080"/>
                  </a:lnTo>
                  <a:lnTo>
                    <a:pt x="2500300" y="764998"/>
                  </a:lnTo>
                  <a:lnTo>
                    <a:pt x="2551906" y="736547"/>
                  </a:lnTo>
                  <a:lnTo>
                    <a:pt x="2602908" y="709934"/>
                  </a:lnTo>
                  <a:lnTo>
                    <a:pt x="2653481" y="685289"/>
                  </a:lnTo>
                  <a:lnTo>
                    <a:pt x="2703927" y="662668"/>
                  </a:lnTo>
                  <a:lnTo>
                    <a:pt x="2754701" y="642059"/>
                  </a:lnTo>
                  <a:lnTo>
                    <a:pt x="2770117" y="636247"/>
                  </a:lnTo>
                  <a:lnTo>
                    <a:pt x="2819707" y="619003"/>
                  </a:lnTo>
                  <a:lnTo>
                    <a:pt x="2871008" y="603512"/>
                  </a:lnTo>
                  <a:lnTo>
                    <a:pt x="2924842" y="589682"/>
                  </a:lnTo>
                  <a:lnTo>
                    <a:pt x="2982123" y="577359"/>
                  </a:lnTo>
                  <a:lnTo>
                    <a:pt x="3043784" y="566368"/>
                  </a:lnTo>
                  <a:lnTo>
                    <a:pt x="3110688" y="556543"/>
                  </a:lnTo>
                  <a:lnTo>
                    <a:pt x="3183528" y="547738"/>
                  </a:lnTo>
                  <a:lnTo>
                    <a:pt x="3262685" y="539838"/>
                  </a:lnTo>
                  <a:lnTo>
                    <a:pt x="3348045" y="532757"/>
                  </a:lnTo>
                  <a:lnTo>
                    <a:pt x="3438783" y="526446"/>
                  </a:lnTo>
                  <a:lnTo>
                    <a:pt x="3533156" y="520884"/>
                  </a:lnTo>
                  <a:lnTo>
                    <a:pt x="3628368" y="516078"/>
                  </a:lnTo>
                  <a:lnTo>
                    <a:pt x="3720640" y="512046"/>
                  </a:lnTo>
                  <a:lnTo>
                    <a:pt x="3805559" y="508800"/>
                  </a:lnTo>
                  <a:lnTo>
                    <a:pt x="3878751" y="506331"/>
                  </a:lnTo>
                  <a:lnTo>
                    <a:pt x="3936758" y="504592"/>
                  </a:lnTo>
                  <a:lnTo>
                    <a:pt x="3977863" y="503489"/>
                  </a:lnTo>
                  <a:lnTo>
                    <a:pt x="4002604" y="502893"/>
                  </a:lnTo>
                  <a:lnTo>
                    <a:pt x="4013818" y="502649"/>
                  </a:lnTo>
                  <a:lnTo>
                    <a:pt x="4016381" y="502598"/>
                  </a:lnTo>
                  <a:lnTo>
                    <a:pt x="4016409" y="502598"/>
                  </a:lnTo>
                  <a:lnTo>
                    <a:pt x="4538543" y="502598"/>
                  </a:lnTo>
                  <a:lnTo>
                    <a:pt x="4539808" y="502582"/>
                  </a:lnTo>
                  <a:lnTo>
                    <a:pt x="4548083" y="502472"/>
                  </a:lnTo>
                  <a:lnTo>
                    <a:pt x="4568771" y="502169"/>
                  </a:lnTo>
                  <a:lnTo>
                    <a:pt x="4605322" y="501572"/>
                  </a:lnTo>
                  <a:lnTo>
                    <a:pt x="4658921" y="500596"/>
                  </a:lnTo>
                  <a:lnTo>
                    <a:pt x="4728424" y="499173"/>
                  </a:lnTo>
                  <a:lnTo>
                    <a:pt x="4810753" y="497267"/>
                  </a:lnTo>
                  <a:lnTo>
                    <a:pt x="4901670" y="494866"/>
                  </a:lnTo>
                  <a:lnTo>
                    <a:pt x="4996672" y="491976"/>
                  </a:lnTo>
                  <a:lnTo>
                    <a:pt x="5091743" y="488608"/>
                  </a:lnTo>
                  <a:lnTo>
                    <a:pt x="5183797" y="484768"/>
                  </a:lnTo>
                  <a:lnTo>
                    <a:pt x="5270813" y="480450"/>
                  </a:lnTo>
                  <a:lnTo>
                    <a:pt x="5351740" y="475626"/>
                  </a:lnTo>
                  <a:lnTo>
                    <a:pt x="5426303" y="470250"/>
                  </a:lnTo>
                  <a:lnTo>
                    <a:pt x="5494776" y="464252"/>
                  </a:lnTo>
                  <a:lnTo>
                    <a:pt x="5557791" y="457545"/>
                  </a:lnTo>
                  <a:lnTo>
                    <a:pt x="5616183" y="450027"/>
                  </a:lnTo>
                  <a:lnTo>
                    <a:pt x="5670881" y="441589"/>
                  </a:lnTo>
                  <a:lnTo>
                    <a:pt x="5722816" y="432128"/>
                  </a:lnTo>
                  <a:lnTo>
                    <a:pt x="5772844" y="421573"/>
                  </a:lnTo>
                  <a:lnTo>
                    <a:pt x="5784835" y="418831"/>
                  </a:lnTo>
                  <a:lnTo>
                    <a:pt x="5837684" y="405801"/>
                  </a:lnTo>
                  <a:lnTo>
                    <a:pt x="5890022" y="391424"/>
                  </a:lnTo>
                  <a:lnTo>
                    <a:pt x="5942399" y="375682"/>
                  </a:lnTo>
                  <a:lnTo>
                    <a:pt x="5995186" y="358604"/>
                  </a:lnTo>
                  <a:lnTo>
                    <a:pt x="6048601" y="340270"/>
                  </a:lnTo>
                  <a:lnTo>
                    <a:pt x="6102725" y="320820"/>
                  </a:lnTo>
                  <a:lnTo>
                    <a:pt x="6157522" y="300446"/>
                  </a:lnTo>
                  <a:lnTo>
                    <a:pt x="6212856" y="279391"/>
                  </a:lnTo>
                  <a:lnTo>
                    <a:pt x="6268521" y="257935"/>
                  </a:lnTo>
                  <a:lnTo>
                    <a:pt x="6324267" y="236384"/>
                  </a:lnTo>
                  <a:lnTo>
                    <a:pt x="6379832" y="215048"/>
                  </a:lnTo>
                  <a:lnTo>
                    <a:pt x="6434981" y="194223"/>
                  </a:lnTo>
                  <a:lnTo>
                    <a:pt x="6489531" y="174178"/>
                  </a:lnTo>
                  <a:lnTo>
                    <a:pt x="6543381" y="155137"/>
                  </a:lnTo>
                  <a:lnTo>
                    <a:pt x="6596537" y="137273"/>
                  </a:lnTo>
                  <a:lnTo>
                    <a:pt x="6649133" y="120702"/>
                  </a:lnTo>
                  <a:lnTo>
                    <a:pt x="6701441" y="105484"/>
                  </a:lnTo>
                  <a:lnTo>
                    <a:pt x="6753900" y="91630"/>
                  </a:lnTo>
                  <a:lnTo>
                    <a:pt x="6786527" y="83766"/>
                  </a:lnTo>
                  <a:lnTo>
                    <a:pt x="6836204" y="72940"/>
                  </a:lnTo>
                  <a:lnTo>
                    <a:pt x="6887600" y="63217"/>
                  </a:lnTo>
                  <a:lnTo>
                    <a:pt x="6941540" y="54538"/>
                  </a:lnTo>
                  <a:lnTo>
                    <a:pt x="6998945" y="46806"/>
                  </a:lnTo>
                  <a:lnTo>
                    <a:pt x="7060750" y="39912"/>
                  </a:lnTo>
                  <a:lnTo>
                    <a:pt x="7127824" y="33750"/>
                  </a:lnTo>
                  <a:lnTo>
                    <a:pt x="7200860" y="28228"/>
                  </a:lnTo>
                  <a:lnTo>
                    <a:pt x="7280237" y="23275"/>
                  </a:lnTo>
                  <a:lnTo>
                    <a:pt x="7365832" y="18837"/>
                  </a:lnTo>
                  <a:lnTo>
                    <a:pt x="7456805" y="14882"/>
                  </a:lnTo>
                  <a:lnTo>
                    <a:pt x="7551384" y="11399"/>
                  </a:lnTo>
                  <a:lnTo>
                    <a:pt x="7646741" y="8391"/>
                  </a:lnTo>
                  <a:lnTo>
                    <a:pt x="7739061" y="5870"/>
                  </a:lnTo>
                  <a:lnTo>
                    <a:pt x="7823900" y="3843"/>
                  </a:lnTo>
                  <a:lnTo>
                    <a:pt x="7896873" y="2305"/>
                  </a:lnTo>
                  <a:lnTo>
                    <a:pt x="7954538" y="1225"/>
                  </a:lnTo>
                  <a:lnTo>
                    <a:pt x="7995228" y="543"/>
                  </a:lnTo>
                  <a:lnTo>
                    <a:pt x="8019547" y="177"/>
                  </a:lnTo>
                  <a:lnTo>
                    <a:pt x="8030419" y="29"/>
                  </a:lnTo>
                  <a:lnTo>
                    <a:pt x="8032800" y="0"/>
                  </a:lnTo>
                  <a:lnTo>
                    <a:pt x="8032819" y="0"/>
                  </a:lnTo>
                  <a:lnTo>
                    <a:pt x="8554953" y="0"/>
                  </a:lnTo>
                  <a:lnTo>
                    <a:pt x="8554953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871" name="pl871"/>
            <p:cNvSpPr/>
            <p:nvPr/>
          </p:nvSpPr>
          <p:spPr>
            <a:xfrm>
              <a:off x="386606" y="2360156"/>
              <a:ext cx="8554953" cy="1304496"/>
            </a:xfrm>
            <a:custGeom>
              <a:avLst/>
              <a:pathLst>
                <a:path w="8554953" h="1304496">
                  <a:moveTo>
                    <a:pt x="8554953" y="0"/>
                  </a:moveTo>
                  <a:lnTo>
                    <a:pt x="8032819" y="0"/>
                  </a:lnTo>
                  <a:lnTo>
                    <a:pt x="8031553" y="15"/>
                  </a:lnTo>
                  <a:lnTo>
                    <a:pt x="8023279" y="125"/>
                  </a:lnTo>
                  <a:lnTo>
                    <a:pt x="8002591" y="428"/>
                  </a:lnTo>
                  <a:lnTo>
                    <a:pt x="7966039" y="1025"/>
                  </a:lnTo>
                  <a:lnTo>
                    <a:pt x="7912441" y="2002"/>
                  </a:lnTo>
                  <a:lnTo>
                    <a:pt x="7842938" y="3424"/>
                  </a:lnTo>
                  <a:lnTo>
                    <a:pt x="7760609" y="5330"/>
                  </a:lnTo>
                  <a:lnTo>
                    <a:pt x="7669692" y="7731"/>
                  </a:lnTo>
                  <a:lnTo>
                    <a:pt x="7574690" y="10621"/>
                  </a:lnTo>
                  <a:lnTo>
                    <a:pt x="7479619" y="13989"/>
                  </a:lnTo>
                  <a:lnTo>
                    <a:pt x="7387565" y="17829"/>
                  </a:lnTo>
                  <a:lnTo>
                    <a:pt x="7300549" y="22147"/>
                  </a:lnTo>
                  <a:lnTo>
                    <a:pt x="7219622" y="26971"/>
                  </a:lnTo>
                  <a:lnTo>
                    <a:pt x="7145059" y="32348"/>
                  </a:lnTo>
                  <a:lnTo>
                    <a:pt x="7076586" y="38346"/>
                  </a:lnTo>
                  <a:lnTo>
                    <a:pt x="7013571" y="45052"/>
                  </a:lnTo>
                  <a:lnTo>
                    <a:pt x="6955179" y="52570"/>
                  </a:lnTo>
                  <a:lnTo>
                    <a:pt x="6900481" y="61008"/>
                  </a:lnTo>
                  <a:lnTo>
                    <a:pt x="6848546" y="70469"/>
                  </a:lnTo>
                  <a:lnTo>
                    <a:pt x="6798518" y="81024"/>
                  </a:lnTo>
                  <a:lnTo>
                    <a:pt x="6786527" y="83766"/>
                  </a:lnTo>
                  <a:lnTo>
                    <a:pt x="6733678" y="96797"/>
                  </a:lnTo>
                  <a:lnTo>
                    <a:pt x="6681340" y="111173"/>
                  </a:lnTo>
                  <a:lnTo>
                    <a:pt x="6628963" y="126915"/>
                  </a:lnTo>
                  <a:lnTo>
                    <a:pt x="6576176" y="143994"/>
                  </a:lnTo>
                  <a:lnTo>
                    <a:pt x="6522761" y="162327"/>
                  </a:lnTo>
                  <a:lnTo>
                    <a:pt x="6468637" y="181777"/>
                  </a:lnTo>
                  <a:lnTo>
                    <a:pt x="6413840" y="202151"/>
                  </a:lnTo>
                  <a:lnTo>
                    <a:pt x="6358506" y="223207"/>
                  </a:lnTo>
                  <a:lnTo>
                    <a:pt x="6302841" y="244662"/>
                  </a:lnTo>
                  <a:lnTo>
                    <a:pt x="6247095" y="266213"/>
                  </a:lnTo>
                  <a:lnTo>
                    <a:pt x="6191530" y="287549"/>
                  </a:lnTo>
                  <a:lnTo>
                    <a:pt x="6136381" y="308374"/>
                  </a:lnTo>
                  <a:lnTo>
                    <a:pt x="6081831" y="328419"/>
                  </a:lnTo>
                  <a:lnTo>
                    <a:pt x="6027981" y="347460"/>
                  </a:lnTo>
                  <a:lnTo>
                    <a:pt x="5974825" y="365324"/>
                  </a:lnTo>
                  <a:lnTo>
                    <a:pt x="5922229" y="381896"/>
                  </a:lnTo>
                  <a:lnTo>
                    <a:pt x="5869921" y="397113"/>
                  </a:lnTo>
                  <a:lnTo>
                    <a:pt x="5817462" y="410968"/>
                  </a:lnTo>
                  <a:lnTo>
                    <a:pt x="5784835" y="418831"/>
                  </a:lnTo>
                  <a:lnTo>
                    <a:pt x="5735158" y="429657"/>
                  </a:lnTo>
                  <a:lnTo>
                    <a:pt x="5683762" y="439380"/>
                  </a:lnTo>
                  <a:lnTo>
                    <a:pt x="5629822" y="448059"/>
                  </a:lnTo>
                  <a:lnTo>
                    <a:pt x="5572417" y="455791"/>
                  </a:lnTo>
                  <a:lnTo>
                    <a:pt x="5510612" y="462686"/>
                  </a:lnTo>
                  <a:lnTo>
                    <a:pt x="5443538" y="468848"/>
                  </a:lnTo>
                  <a:lnTo>
                    <a:pt x="5370502" y="474369"/>
                  </a:lnTo>
                  <a:lnTo>
                    <a:pt x="5291125" y="479322"/>
                  </a:lnTo>
                  <a:lnTo>
                    <a:pt x="5205530" y="483761"/>
                  </a:lnTo>
                  <a:lnTo>
                    <a:pt x="5114557" y="487715"/>
                  </a:lnTo>
                  <a:lnTo>
                    <a:pt x="5019978" y="491198"/>
                  </a:lnTo>
                  <a:lnTo>
                    <a:pt x="4924620" y="494206"/>
                  </a:lnTo>
                  <a:lnTo>
                    <a:pt x="4832300" y="496727"/>
                  </a:lnTo>
                  <a:lnTo>
                    <a:pt x="4747462" y="498754"/>
                  </a:lnTo>
                  <a:lnTo>
                    <a:pt x="4674489" y="500292"/>
                  </a:lnTo>
                  <a:lnTo>
                    <a:pt x="4616824" y="501372"/>
                  </a:lnTo>
                  <a:lnTo>
                    <a:pt x="4576134" y="502054"/>
                  </a:lnTo>
                  <a:lnTo>
                    <a:pt x="4551815" y="502420"/>
                  </a:lnTo>
                  <a:lnTo>
                    <a:pt x="4540943" y="502568"/>
                  </a:lnTo>
                  <a:lnTo>
                    <a:pt x="4538562" y="502598"/>
                  </a:lnTo>
                  <a:lnTo>
                    <a:pt x="4538543" y="502598"/>
                  </a:lnTo>
                  <a:lnTo>
                    <a:pt x="4016409" y="502598"/>
                  </a:lnTo>
                  <a:lnTo>
                    <a:pt x="4015150" y="502622"/>
                  </a:lnTo>
                  <a:lnTo>
                    <a:pt x="4006917" y="502796"/>
                  </a:lnTo>
                  <a:lnTo>
                    <a:pt x="3986328" y="503279"/>
                  </a:lnTo>
                  <a:lnTo>
                    <a:pt x="3949941" y="504225"/>
                  </a:lnTo>
                  <a:lnTo>
                    <a:pt x="3896566" y="505776"/>
                  </a:lnTo>
                  <a:lnTo>
                    <a:pt x="3827323" y="508034"/>
                  </a:lnTo>
                  <a:lnTo>
                    <a:pt x="3745257" y="511061"/>
                  </a:lnTo>
                  <a:lnTo>
                    <a:pt x="3654578" y="514875"/>
                  </a:lnTo>
                  <a:lnTo>
                    <a:pt x="3559769" y="519467"/>
                  </a:lnTo>
                  <a:lnTo>
                    <a:pt x="3464836" y="524819"/>
                  </a:lnTo>
                  <a:lnTo>
                    <a:pt x="3372865" y="530921"/>
                  </a:lnTo>
                  <a:lnTo>
                    <a:pt x="3285886" y="537783"/>
                  </a:lnTo>
                  <a:lnTo>
                    <a:pt x="3204962" y="545448"/>
                  </a:lnTo>
                  <a:lnTo>
                    <a:pt x="3130381" y="553990"/>
                  </a:lnTo>
                  <a:lnTo>
                    <a:pt x="3061881" y="563517"/>
                  </a:lnTo>
                  <a:lnTo>
                    <a:pt x="2998840" y="574167"/>
                  </a:lnTo>
                  <a:lnTo>
                    <a:pt x="2940429" y="586102"/>
                  </a:lnTo>
                  <a:lnTo>
                    <a:pt x="2885728" y="599494"/>
                  </a:lnTo>
                  <a:lnTo>
                    <a:pt x="2833809" y="614509"/>
                  </a:lnTo>
                  <a:lnTo>
                    <a:pt x="2783816" y="631261"/>
                  </a:lnTo>
                  <a:lnTo>
                    <a:pt x="2770117" y="636247"/>
                  </a:lnTo>
                  <a:lnTo>
                    <a:pt x="2719131" y="656264"/>
                  </a:lnTo>
                  <a:lnTo>
                    <a:pt x="2668641" y="678276"/>
                  </a:lnTo>
                  <a:lnTo>
                    <a:pt x="2618145" y="702315"/>
                  </a:lnTo>
                  <a:lnTo>
                    <a:pt x="2567296" y="728346"/>
                  </a:lnTo>
                  <a:lnTo>
                    <a:pt x="2515883" y="756263"/>
                  </a:lnTo>
                  <a:lnTo>
                    <a:pt x="2463813" y="785881"/>
                  </a:lnTo>
                  <a:lnTo>
                    <a:pt x="2411103" y="816937"/>
                  </a:lnTo>
                  <a:lnTo>
                    <a:pt x="2357853" y="849101"/>
                  </a:lnTo>
                  <a:lnTo>
                    <a:pt x="2304235" y="881982"/>
                  </a:lnTo>
                  <a:lnTo>
                    <a:pt x="2250466" y="915151"/>
                  </a:lnTo>
                  <a:lnTo>
                    <a:pt x="2196778" y="948165"/>
                  </a:lnTo>
                  <a:lnTo>
                    <a:pt x="2143397" y="980587"/>
                  </a:lnTo>
                  <a:lnTo>
                    <a:pt x="2090510" y="1012014"/>
                  </a:lnTo>
                  <a:lnTo>
                    <a:pt x="2038242" y="1042095"/>
                  </a:lnTo>
                  <a:lnTo>
                    <a:pt x="1986636" y="1070547"/>
                  </a:lnTo>
                  <a:lnTo>
                    <a:pt x="1935634" y="1097160"/>
                  </a:lnTo>
                  <a:lnTo>
                    <a:pt x="1885062" y="1121804"/>
                  </a:lnTo>
                  <a:lnTo>
                    <a:pt x="1834615" y="1144425"/>
                  </a:lnTo>
                  <a:lnTo>
                    <a:pt x="1783841" y="1165035"/>
                  </a:lnTo>
                  <a:lnTo>
                    <a:pt x="1768425" y="1170846"/>
                  </a:lnTo>
                  <a:lnTo>
                    <a:pt x="1718835" y="1188091"/>
                  </a:lnTo>
                  <a:lnTo>
                    <a:pt x="1667534" y="1203582"/>
                  </a:lnTo>
                  <a:lnTo>
                    <a:pt x="1613700" y="1217411"/>
                  </a:lnTo>
                  <a:lnTo>
                    <a:pt x="1556419" y="1229735"/>
                  </a:lnTo>
                  <a:lnTo>
                    <a:pt x="1494758" y="1240726"/>
                  </a:lnTo>
                  <a:lnTo>
                    <a:pt x="1427854" y="1250551"/>
                  </a:lnTo>
                  <a:lnTo>
                    <a:pt x="1355014" y="1259356"/>
                  </a:lnTo>
                  <a:lnTo>
                    <a:pt x="1275857" y="1267256"/>
                  </a:lnTo>
                  <a:lnTo>
                    <a:pt x="1190497" y="1274337"/>
                  </a:lnTo>
                  <a:lnTo>
                    <a:pt x="1099759" y="1280648"/>
                  </a:lnTo>
                  <a:lnTo>
                    <a:pt x="1005387" y="1286209"/>
                  </a:lnTo>
                  <a:lnTo>
                    <a:pt x="910174" y="1291015"/>
                  </a:lnTo>
                  <a:lnTo>
                    <a:pt x="817902" y="1295048"/>
                  </a:lnTo>
                  <a:lnTo>
                    <a:pt x="732983" y="1298294"/>
                  </a:lnTo>
                  <a:lnTo>
                    <a:pt x="659791" y="1300763"/>
                  </a:lnTo>
                  <a:lnTo>
                    <a:pt x="601785" y="1302502"/>
                  </a:lnTo>
                  <a:lnTo>
                    <a:pt x="560679" y="1303604"/>
                  </a:lnTo>
                  <a:lnTo>
                    <a:pt x="535939" y="1304201"/>
                  </a:lnTo>
                  <a:lnTo>
                    <a:pt x="524724" y="1304445"/>
                  </a:lnTo>
                  <a:lnTo>
                    <a:pt x="522161" y="1304496"/>
                  </a:lnTo>
                  <a:lnTo>
                    <a:pt x="522133" y="1304496"/>
                  </a:lnTo>
                  <a:lnTo>
                    <a:pt x="0" y="1304496"/>
                  </a:lnTo>
                  <a:lnTo>
                    <a:pt x="0" y="1304496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872" name="pg872"/>
            <p:cNvSpPr/>
            <p:nvPr/>
          </p:nvSpPr>
          <p:spPr>
            <a:xfrm>
              <a:off x="386606" y="2557807"/>
              <a:ext cx="8554953" cy="1118139"/>
            </a:xfrm>
            <a:custGeom>
              <a:avLst/>
              <a:pathLst>
                <a:path w="8554953" h="1118139">
                  <a:moveTo>
                    <a:pt x="0" y="1118139"/>
                  </a:moveTo>
                  <a:lnTo>
                    <a:pt x="522133" y="1118139"/>
                  </a:lnTo>
                  <a:lnTo>
                    <a:pt x="523392" y="1118115"/>
                  </a:lnTo>
                  <a:lnTo>
                    <a:pt x="531627" y="1117942"/>
                  </a:lnTo>
                  <a:lnTo>
                    <a:pt x="552218" y="1117463"/>
                  </a:lnTo>
                  <a:lnTo>
                    <a:pt x="588608" y="1116523"/>
                  </a:lnTo>
                  <a:lnTo>
                    <a:pt x="641988" y="1114983"/>
                  </a:lnTo>
                  <a:lnTo>
                    <a:pt x="711238" y="1112741"/>
                  </a:lnTo>
                  <a:lnTo>
                    <a:pt x="793310" y="1109735"/>
                  </a:lnTo>
                  <a:lnTo>
                    <a:pt x="883994" y="1105947"/>
                  </a:lnTo>
                  <a:lnTo>
                    <a:pt x="978807" y="1101387"/>
                  </a:lnTo>
                  <a:lnTo>
                    <a:pt x="1073743" y="1096072"/>
                  </a:lnTo>
                  <a:lnTo>
                    <a:pt x="1165716" y="1090013"/>
                  </a:lnTo>
                  <a:lnTo>
                    <a:pt x="1252696" y="1083198"/>
                  </a:lnTo>
                  <a:lnTo>
                    <a:pt x="1333621" y="1075586"/>
                  </a:lnTo>
                  <a:lnTo>
                    <a:pt x="1408201" y="1067104"/>
                  </a:lnTo>
                  <a:lnTo>
                    <a:pt x="1476700" y="1057643"/>
                  </a:lnTo>
                  <a:lnTo>
                    <a:pt x="1539741" y="1047067"/>
                  </a:lnTo>
                  <a:lnTo>
                    <a:pt x="1598151" y="1035215"/>
                  </a:lnTo>
                  <a:lnTo>
                    <a:pt x="1652852" y="1021915"/>
                  </a:lnTo>
                  <a:lnTo>
                    <a:pt x="1704772" y="1007005"/>
                  </a:lnTo>
                  <a:lnTo>
                    <a:pt x="1754766" y="990368"/>
                  </a:lnTo>
                  <a:lnTo>
                    <a:pt x="1768425" y="985431"/>
                  </a:lnTo>
                  <a:lnTo>
                    <a:pt x="1819451" y="965539"/>
                  </a:lnTo>
                  <a:lnTo>
                    <a:pt x="1869979" y="943663"/>
                  </a:lnTo>
                  <a:lnTo>
                    <a:pt x="1920515" y="919771"/>
                  </a:lnTo>
                  <a:lnTo>
                    <a:pt x="1971405" y="893897"/>
                  </a:lnTo>
                  <a:lnTo>
                    <a:pt x="2022861" y="866149"/>
                  </a:lnTo>
                  <a:lnTo>
                    <a:pt x="2074974" y="836710"/>
                  </a:lnTo>
                  <a:lnTo>
                    <a:pt x="2127729" y="805842"/>
                  </a:lnTo>
                  <a:lnTo>
                    <a:pt x="2181023" y="773875"/>
                  </a:lnTo>
                  <a:lnTo>
                    <a:pt x="2234684" y="741197"/>
                  </a:lnTo>
                  <a:lnTo>
                    <a:pt x="2288496" y="708235"/>
                  </a:lnTo>
                  <a:lnTo>
                    <a:pt x="2342223" y="675431"/>
                  </a:lnTo>
                  <a:lnTo>
                    <a:pt x="2395642" y="643219"/>
                  </a:lnTo>
                  <a:lnTo>
                    <a:pt x="2448565" y="612001"/>
                  </a:lnTo>
                  <a:lnTo>
                    <a:pt x="2500866" y="582124"/>
                  </a:lnTo>
                  <a:lnTo>
                    <a:pt x="2552505" y="553870"/>
                  </a:lnTo>
                  <a:lnTo>
                    <a:pt x="2603541" y="527447"/>
                  </a:lnTo>
                  <a:lnTo>
                    <a:pt x="2654149" y="502983"/>
                  </a:lnTo>
                  <a:lnTo>
                    <a:pt x="2704636" y="480531"/>
                  </a:lnTo>
                  <a:lnTo>
                    <a:pt x="2755458" y="460079"/>
                  </a:lnTo>
                  <a:lnTo>
                    <a:pt x="2770117" y="454597"/>
                  </a:lnTo>
                  <a:lnTo>
                    <a:pt x="2819709" y="437473"/>
                  </a:lnTo>
                  <a:lnTo>
                    <a:pt x="2871012" y="422091"/>
                  </a:lnTo>
                  <a:lnTo>
                    <a:pt x="2924848" y="408358"/>
                  </a:lnTo>
                  <a:lnTo>
                    <a:pt x="2982133" y="396121"/>
                  </a:lnTo>
                  <a:lnTo>
                    <a:pt x="3043797" y="385207"/>
                  </a:lnTo>
                  <a:lnTo>
                    <a:pt x="3110705" y="375451"/>
                  </a:lnTo>
                  <a:lnTo>
                    <a:pt x="3183549" y="366709"/>
                  </a:lnTo>
                  <a:lnTo>
                    <a:pt x="3262711" y="358864"/>
                  </a:lnTo>
                  <a:lnTo>
                    <a:pt x="3348076" y="351833"/>
                  </a:lnTo>
                  <a:lnTo>
                    <a:pt x="3438820" y="345566"/>
                  </a:lnTo>
                  <a:lnTo>
                    <a:pt x="3533197" y="340044"/>
                  </a:lnTo>
                  <a:lnTo>
                    <a:pt x="3628413" y="335272"/>
                  </a:lnTo>
                  <a:lnTo>
                    <a:pt x="3720686" y="331268"/>
                  </a:lnTo>
                  <a:lnTo>
                    <a:pt x="3805604" y="328045"/>
                  </a:lnTo>
                  <a:lnTo>
                    <a:pt x="3878791" y="325594"/>
                  </a:lnTo>
                  <a:lnTo>
                    <a:pt x="3936789" y="323867"/>
                  </a:lnTo>
                  <a:lnTo>
                    <a:pt x="3977886" y="322773"/>
                  </a:lnTo>
                  <a:lnTo>
                    <a:pt x="4002616" y="322181"/>
                  </a:lnTo>
                  <a:lnTo>
                    <a:pt x="4013823" y="321939"/>
                  </a:lnTo>
                  <a:lnTo>
                    <a:pt x="4016409" y="321888"/>
                  </a:lnTo>
                  <a:lnTo>
                    <a:pt x="4538543" y="321888"/>
                  </a:lnTo>
                  <a:lnTo>
                    <a:pt x="4539811" y="321879"/>
                  </a:lnTo>
                  <a:lnTo>
                    <a:pt x="4548102" y="321809"/>
                  </a:lnTo>
                  <a:lnTo>
                    <a:pt x="4568828" y="321618"/>
                  </a:lnTo>
                  <a:lnTo>
                    <a:pt x="4605445" y="321242"/>
                  </a:lnTo>
                  <a:lnTo>
                    <a:pt x="4659132" y="320626"/>
                  </a:lnTo>
                  <a:lnTo>
                    <a:pt x="4728736" y="319729"/>
                  </a:lnTo>
                  <a:lnTo>
                    <a:pt x="4811169" y="318528"/>
                  </a:lnTo>
                  <a:lnTo>
                    <a:pt x="4902180" y="317014"/>
                  </a:lnTo>
                  <a:lnTo>
                    <a:pt x="4997258" y="315193"/>
                  </a:lnTo>
                  <a:lnTo>
                    <a:pt x="5092382" y="313070"/>
                  </a:lnTo>
                  <a:lnTo>
                    <a:pt x="5184469" y="310651"/>
                  </a:lnTo>
                  <a:lnTo>
                    <a:pt x="5271499" y="307929"/>
                  </a:lnTo>
                  <a:lnTo>
                    <a:pt x="5352428" y="304889"/>
                  </a:lnTo>
                  <a:lnTo>
                    <a:pt x="5426983" y="301500"/>
                  </a:lnTo>
                  <a:lnTo>
                    <a:pt x="5495445" y="297720"/>
                  </a:lnTo>
                  <a:lnTo>
                    <a:pt x="5558449" y="293492"/>
                  </a:lnTo>
                  <a:lnTo>
                    <a:pt x="5616835" y="288752"/>
                  </a:lnTo>
                  <a:lnTo>
                    <a:pt x="5671532" y="283432"/>
                  </a:lnTo>
                  <a:lnTo>
                    <a:pt x="5723473" y="277467"/>
                  </a:lnTo>
                  <a:lnTo>
                    <a:pt x="5773515" y="270811"/>
                  </a:lnTo>
                  <a:lnTo>
                    <a:pt x="5784835" y="269181"/>
                  </a:lnTo>
                  <a:lnTo>
                    <a:pt x="5838514" y="260846"/>
                  </a:lnTo>
                  <a:lnTo>
                    <a:pt x="5891675" y="251636"/>
                  </a:lnTo>
                  <a:lnTo>
                    <a:pt x="5944890" y="241541"/>
                  </a:lnTo>
                  <a:lnTo>
                    <a:pt x="5998542" y="230579"/>
                  </a:lnTo>
                  <a:lnTo>
                    <a:pt x="6052851" y="218807"/>
                  </a:lnTo>
                  <a:lnTo>
                    <a:pt x="6107893" y="206318"/>
                  </a:lnTo>
                  <a:lnTo>
                    <a:pt x="6163620" y="193244"/>
                  </a:lnTo>
                  <a:lnTo>
                    <a:pt x="6219880" y="179747"/>
                  </a:lnTo>
                  <a:lnTo>
                    <a:pt x="6276451" y="166014"/>
                  </a:lnTo>
                  <a:lnTo>
                    <a:pt x="6333066" y="152248"/>
                  </a:lnTo>
                  <a:lnTo>
                    <a:pt x="6389455" y="138652"/>
                  </a:lnTo>
                  <a:lnTo>
                    <a:pt x="6445376" y="125421"/>
                  </a:lnTo>
                  <a:lnTo>
                    <a:pt x="6500652" y="112725"/>
                  </a:lnTo>
                  <a:lnTo>
                    <a:pt x="6555198" y="100708"/>
                  </a:lnTo>
                  <a:lnTo>
                    <a:pt x="6609048" y="89474"/>
                  </a:lnTo>
                  <a:lnTo>
                    <a:pt x="6662371" y="79092"/>
                  </a:lnTo>
                  <a:lnTo>
                    <a:pt x="6715497" y="69593"/>
                  </a:lnTo>
                  <a:lnTo>
                    <a:pt x="6768931" y="60976"/>
                  </a:lnTo>
                  <a:lnTo>
                    <a:pt x="6786527" y="58354"/>
                  </a:lnTo>
                  <a:lnTo>
                    <a:pt x="6836238" y="51537"/>
                  </a:lnTo>
                  <a:lnTo>
                    <a:pt x="6887671" y="45416"/>
                  </a:lnTo>
                  <a:lnTo>
                    <a:pt x="6941653" y="39953"/>
                  </a:lnTo>
                  <a:lnTo>
                    <a:pt x="6999106" y="35086"/>
                  </a:lnTo>
                  <a:lnTo>
                    <a:pt x="7060969" y="30746"/>
                  </a:lnTo>
                  <a:lnTo>
                    <a:pt x="7128110" y="26868"/>
                  </a:lnTo>
                  <a:lnTo>
                    <a:pt x="7201223" y="23393"/>
                  </a:lnTo>
                  <a:lnTo>
                    <a:pt x="7280686" y="20276"/>
                  </a:lnTo>
                  <a:lnTo>
                    <a:pt x="7366374" y="17483"/>
                  </a:lnTo>
                  <a:lnTo>
                    <a:pt x="7457438" y="14995"/>
                  </a:lnTo>
                  <a:lnTo>
                    <a:pt x="7552098" y="12804"/>
                  </a:lnTo>
                  <a:lnTo>
                    <a:pt x="7647513" y="10913"/>
                  </a:lnTo>
                  <a:lnTo>
                    <a:pt x="7739851" y="9328"/>
                  </a:lnTo>
                  <a:lnTo>
                    <a:pt x="7824658" y="8055"/>
                  </a:lnTo>
                  <a:lnTo>
                    <a:pt x="7897543" y="7089"/>
                  </a:lnTo>
                  <a:lnTo>
                    <a:pt x="7955073" y="6412"/>
                  </a:lnTo>
                  <a:lnTo>
                    <a:pt x="7995599" y="5985"/>
                  </a:lnTo>
                  <a:lnTo>
                    <a:pt x="8019753" y="5757"/>
                  </a:lnTo>
                  <a:lnTo>
                    <a:pt x="8030491" y="5665"/>
                  </a:lnTo>
                  <a:lnTo>
                    <a:pt x="8032819" y="5647"/>
                  </a:lnTo>
                  <a:lnTo>
                    <a:pt x="8554953" y="5647"/>
                  </a:lnTo>
                  <a:lnTo>
                    <a:pt x="8554953" y="0"/>
                  </a:lnTo>
                  <a:lnTo>
                    <a:pt x="8032819" y="0"/>
                  </a:lnTo>
                  <a:lnTo>
                    <a:pt x="8031551" y="9"/>
                  </a:lnTo>
                  <a:lnTo>
                    <a:pt x="8023260" y="78"/>
                  </a:lnTo>
                  <a:lnTo>
                    <a:pt x="8002534" y="270"/>
                  </a:lnTo>
                  <a:lnTo>
                    <a:pt x="7965917" y="646"/>
                  </a:lnTo>
                  <a:lnTo>
                    <a:pt x="7912230" y="1262"/>
                  </a:lnTo>
                  <a:lnTo>
                    <a:pt x="7842626" y="2159"/>
                  </a:lnTo>
                  <a:lnTo>
                    <a:pt x="7760192" y="3360"/>
                  </a:lnTo>
                  <a:lnTo>
                    <a:pt x="7669182" y="4873"/>
                  </a:lnTo>
                  <a:lnTo>
                    <a:pt x="7574104" y="6695"/>
                  </a:lnTo>
                  <a:lnTo>
                    <a:pt x="7478980" y="8818"/>
                  </a:lnTo>
                  <a:lnTo>
                    <a:pt x="7386893" y="11237"/>
                  </a:lnTo>
                  <a:lnTo>
                    <a:pt x="7299863" y="13959"/>
                  </a:lnTo>
                  <a:lnTo>
                    <a:pt x="7218934" y="16999"/>
                  </a:lnTo>
                  <a:lnTo>
                    <a:pt x="7144379" y="20387"/>
                  </a:lnTo>
                  <a:lnTo>
                    <a:pt x="7075917" y="24168"/>
                  </a:lnTo>
                  <a:lnTo>
                    <a:pt x="7012913" y="28396"/>
                  </a:lnTo>
                  <a:lnTo>
                    <a:pt x="6954527" y="33136"/>
                  </a:lnTo>
                  <a:lnTo>
                    <a:pt x="6899830" y="38456"/>
                  </a:lnTo>
                  <a:lnTo>
                    <a:pt x="6847889" y="44421"/>
                  </a:lnTo>
                  <a:lnTo>
                    <a:pt x="6797847" y="51077"/>
                  </a:lnTo>
                  <a:lnTo>
                    <a:pt x="6786527" y="52706"/>
                  </a:lnTo>
                  <a:lnTo>
                    <a:pt x="6732848" y="61042"/>
                  </a:lnTo>
                  <a:lnTo>
                    <a:pt x="6679687" y="70251"/>
                  </a:lnTo>
                  <a:lnTo>
                    <a:pt x="6626472" y="80347"/>
                  </a:lnTo>
                  <a:lnTo>
                    <a:pt x="6572820" y="91309"/>
                  </a:lnTo>
                  <a:lnTo>
                    <a:pt x="6518511" y="103081"/>
                  </a:lnTo>
                  <a:lnTo>
                    <a:pt x="6463469" y="115569"/>
                  </a:lnTo>
                  <a:lnTo>
                    <a:pt x="6407742" y="128644"/>
                  </a:lnTo>
                  <a:lnTo>
                    <a:pt x="6351482" y="142141"/>
                  </a:lnTo>
                  <a:lnTo>
                    <a:pt x="6294911" y="155874"/>
                  </a:lnTo>
                  <a:lnTo>
                    <a:pt x="6238296" y="169640"/>
                  </a:lnTo>
                  <a:lnTo>
                    <a:pt x="6181907" y="183236"/>
                  </a:lnTo>
                  <a:lnTo>
                    <a:pt x="6125986" y="196467"/>
                  </a:lnTo>
                  <a:lnTo>
                    <a:pt x="6070710" y="209162"/>
                  </a:lnTo>
                  <a:lnTo>
                    <a:pt x="6016164" y="221180"/>
                  </a:lnTo>
                  <a:lnTo>
                    <a:pt x="5962314" y="232414"/>
                  </a:lnTo>
                  <a:lnTo>
                    <a:pt x="5908991" y="242796"/>
                  </a:lnTo>
                  <a:lnTo>
                    <a:pt x="5855865" y="252294"/>
                  </a:lnTo>
                  <a:lnTo>
                    <a:pt x="5802431" y="260912"/>
                  </a:lnTo>
                  <a:lnTo>
                    <a:pt x="5784835" y="263534"/>
                  </a:lnTo>
                  <a:lnTo>
                    <a:pt x="5735123" y="270350"/>
                  </a:lnTo>
                  <a:lnTo>
                    <a:pt x="5683691" y="276472"/>
                  </a:lnTo>
                  <a:lnTo>
                    <a:pt x="5629709" y="281935"/>
                  </a:lnTo>
                  <a:lnTo>
                    <a:pt x="5572256" y="286802"/>
                  </a:lnTo>
                  <a:lnTo>
                    <a:pt x="5510393" y="291142"/>
                  </a:lnTo>
                  <a:lnTo>
                    <a:pt x="5443252" y="295020"/>
                  </a:lnTo>
                  <a:lnTo>
                    <a:pt x="5370139" y="298495"/>
                  </a:lnTo>
                  <a:lnTo>
                    <a:pt x="5290676" y="301612"/>
                  </a:lnTo>
                  <a:lnTo>
                    <a:pt x="5204988" y="304405"/>
                  </a:lnTo>
                  <a:lnTo>
                    <a:pt x="5113924" y="306893"/>
                  </a:lnTo>
                  <a:lnTo>
                    <a:pt x="5019263" y="309084"/>
                  </a:lnTo>
                  <a:lnTo>
                    <a:pt x="4923849" y="310975"/>
                  </a:lnTo>
                  <a:lnTo>
                    <a:pt x="4831511" y="312560"/>
                  </a:lnTo>
                  <a:lnTo>
                    <a:pt x="4746704" y="313833"/>
                  </a:lnTo>
                  <a:lnTo>
                    <a:pt x="4673818" y="314799"/>
                  </a:lnTo>
                  <a:lnTo>
                    <a:pt x="4616288" y="315476"/>
                  </a:lnTo>
                  <a:lnTo>
                    <a:pt x="4575763" y="315903"/>
                  </a:lnTo>
                  <a:lnTo>
                    <a:pt x="4551608" y="316131"/>
                  </a:lnTo>
                  <a:lnTo>
                    <a:pt x="4540871" y="316223"/>
                  </a:lnTo>
                  <a:lnTo>
                    <a:pt x="4538543" y="316241"/>
                  </a:lnTo>
                  <a:lnTo>
                    <a:pt x="4016409" y="316241"/>
                  </a:lnTo>
                  <a:lnTo>
                    <a:pt x="4015150" y="316265"/>
                  </a:lnTo>
                  <a:lnTo>
                    <a:pt x="4006916" y="316438"/>
                  </a:lnTo>
                  <a:lnTo>
                    <a:pt x="3986324" y="316917"/>
                  </a:lnTo>
                  <a:lnTo>
                    <a:pt x="3949934" y="317857"/>
                  </a:lnTo>
                  <a:lnTo>
                    <a:pt x="3896554" y="319397"/>
                  </a:lnTo>
                  <a:lnTo>
                    <a:pt x="3827304" y="321640"/>
                  </a:lnTo>
                  <a:lnTo>
                    <a:pt x="3745232" y="324646"/>
                  </a:lnTo>
                  <a:lnTo>
                    <a:pt x="3654548" y="328433"/>
                  </a:lnTo>
                  <a:lnTo>
                    <a:pt x="3559735" y="332994"/>
                  </a:lnTo>
                  <a:lnTo>
                    <a:pt x="3464799" y="338309"/>
                  </a:lnTo>
                  <a:lnTo>
                    <a:pt x="3372826" y="344368"/>
                  </a:lnTo>
                  <a:lnTo>
                    <a:pt x="3285846" y="351182"/>
                  </a:lnTo>
                  <a:lnTo>
                    <a:pt x="3204922" y="358794"/>
                  </a:lnTo>
                  <a:lnTo>
                    <a:pt x="3130341" y="367277"/>
                  </a:lnTo>
                  <a:lnTo>
                    <a:pt x="3061842" y="376738"/>
                  </a:lnTo>
                  <a:lnTo>
                    <a:pt x="2998801" y="387314"/>
                  </a:lnTo>
                  <a:lnTo>
                    <a:pt x="2940391" y="399165"/>
                  </a:lnTo>
                  <a:lnTo>
                    <a:pt x="2885690" y="412465"/>
                  </a:lnTo>
                  <a:lnTo>
                    <a:pt x="2833771" y="427376"/>
                  </a:lnTo>
                  <a:lnTo>
                    <a:pt x="2783776" y="444012"/>
                  </a:lnTo>
                  <a:lnTo>
                    <a:pt x="2770117" y="448950"/>
                  </a:lnTo>
                  <a:lnTo>
                    <a:pt x="2719092" y="468841"/>
                  </a:lnTo>
                  <a:lnTo>
                    <a:pt x="2668563" y="490717"/>
                  </a:lnTo>
                  <a:lnTo>
                    <a:pt x="2618027" y="514610"/>
                  </a:lnTo>
                  <a:lnTo>
                    <a:pt x="2567137" y="540483"/>
                  </a:lnTo>
                  <a:lnTo>
                    <a:pt x="2515681" y="568232"/>
                  </a:lnTo>
                  <a:lnTo>
                    <a:pt x="2463568" y="597670"/>
                  </a:lnTo>
                  <a:lnTo>
                    <a:pt x="2410814" y="628539"/>
                  </a:lnTo>
                  <a:lnTo>
                    <a:pt x="2357520" y="660506"/>
                  </a:lnTo>
                  <a:lnTo>
                    <a:pt x="2303858" y="693184"/>
                  </a:lnTo>
                  <a:lnTo>
                    <a:pt x="2250047" y="726146"/>
                  </a:lnTo>
                  <a:lnTo>
                    <a:pt x="2196319" y="758949"/>
                  </a:lnTo>
                  <a:lnTo>
                    <a:pt x="2142900" y="791161"/>
                  </a:lnTo>
                  <a:lnTo>
                    <a:pt x="2089977" y="822380"/>
                  </a:lnTo>
                  <a:lnTo>
                    <a:pt x="2037676" y="852257"/>
                  </a:lnTo>
                  <a:lnTo>
                    <a:pt x="1986037" y="880510"/>
                  </a:lnTo>
                  <a:lnTo>
                    <a:pt x="1935001" y="906933"/>
                  </a:lnTo>
                  <a:lnTo>
                    <a:pt x="1884393" y="931398"/>
                  </a:lnTo>
                  <a:lnTo>
                    <a:pt x="1833906" y="953850"/>
                  </a:lnTo>
                  <a:lnTo>
                    <a:pt x="1783084" y="974301"/>
                  </a:lnTo>
                  <a:lnTo>
                    <a:pt x="1768425" y="979784"/>
                  </a:lnTo>
                  <a:lnTo>
                    <a:pt x="1718833" y="996908"/>
                  </a:lnTo>
                  <a:lnTo>
                    <a:pt x="1667530" y="1012290"/>
                  </a:lnTo>
                  <a:lnTo>
                    <a:pt x="1613694" y="1026022"/>
                  </a:lnTo>
                  <a:lnTo>
                    <a:pt x="1556409" y="1038259"/>
                  </a:lnTo>
                  <a:lnTo>
                    <a:pt x="1494745" y="1049173"/>
                  </a:lnTo>
                  <a:lnTo>
                    <a:pt x="1427837" y="1058929"/>
                  </a:lnTo>
                  <a:lnTo>
                    <a:pt x="1354993" y="1067672"/>
                  </a:lnTo>
                  <a:lnTo>
                    <a:pt x="1275831" y="1075517"/>
                  </a:lnTo>
                  <a:lnTo>
                    <a:pt x="1190466" y="1082548"/>
                  </a:lnTo>
                  <a:lnTo>
                    <a:pt x="1099722" y="1088815"/>
                  </a:lnTo>
                  <a:lnTo>
                    <a:pt x="1005345" y="1094337"/>
                  </a:lnTo>
                  <a:lnTo>
                    <a:pt x="910129" y="1099109"/>
                  </a:lnTo>
                  <a:lnTo>
                    <a:pt x="817856" y="1103113"/>
                  </a:lnTo>
                  <a:lnTo>
                    <a:pt x="732939" y="1106336"/>
                  </a:lnTo>
                  <a:lnTo>
                    <a:pt x="659752" y="1108786"/>
                  </a:lnTo>
                  <a:lnTo>
                    <a:pt x="601753" y="1110513"/>
                  </a:lnTo>
                  <a:lnTo>
                    <a:pt x="560657" y="1111607"/>
                  </a:lnTo>
                  <a:lnTo>
                    <a:pt x="535926" y="1112199"/>
                  </a:lnTo>
                  <a:lnTo>
                    <a:pt x="524719" y="1112441"/>
                  </a:lnTo>
                  <a:lnTo>
                    <a:pt x="522133" y="1112492"/>
                  </a:lnTo>
                  <a:lnTo>
                    <a:pt x="0" y="1112492"/>
                  </a:lnTo>
                  <a:close/>
                </a:path>
              </a:pathLst>
            </a:custGeom>
            <a:solidFill>
              <a:srgbClr val="F28E5B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873" name="pl873"/>
            <p:cNvSpPr/>
            <p:nvPr/>
          </p:nvSpPr>
          <p:spPr>
            <a:xfrm>
              <a:off x="386606" y="2563455"/>
              <a:ext cx="8554953" cy="1112492"/>
            </a:xfrm>
            <a:custGeom>
              <a:avLst/>
              <a:pathLst>
                <a:path w="8554953" h="1112492">
                  <a:moveTo>
                    <a:pt x="0" y="1112492"/>
                  </a:moveTo>
                  <a:lnTo>
                    <a:pt x="522133" y="1112492"/>
                  </a:lnTo>
                  <a:lnTo>
                    <a:pt x="523392" y="1112468"/>
                  </a:lnTo>
                  <a:lnTo>
                    <a:pt x="531627" y="1112295"/>
                  </a:lnTo>
                  <a:lnTo>
                    <a:pt x="552218" y="1111816"/>
                  </a:lnTo>
                  <a:lnTo>
                    <a:pt x="588608" y="1110876"/>
                  </a:lnTo>
                  <a:lnTo>
                    <a:pt x="641988" y="1109336"/>
                  </a:lnTo>
                  <a:lnTo>
                    <a:pt x="711238" y="1107093"/>
                  </a:lnTo>
                  <a:lnTo>
                    <a:pt x="793310" y="1104088"/>
                  </a:lnTo>
                  <a:lnTo>
                    <a:pt x="883994" y="1100300"/>
                  </a:lnTo>
                  <a:lnTo>
                    <a:pt x="978807" y="1095740"/>
                  </a:lnTo>
                  <a:lnTo>
                    <a:pt x="1073743" y="1090425"/>
                  </a:lnTo>
                  <a:lnTo>
                    <a:pt x="1165716" y="1084366"/>
                  </a:lnTo>
                  <a:lnTo>
                    <a:pt x="1252696" y="1077551"/>
                  </a:lnTo>
                  <a:lnTo>
                    <a:pt x="1333621" y="1069939"/>
                  </a:lnTo>
                  <a:lnTo>
                    <a:pt x="1408201" y="1061457"/>
                  </a:lnTo>
                  <a:lnTo>
                    <a:pt x="1476700" y="1051996"/>
                  </a:lnTo>
                  <a:lnTo>
                    <a:pt x="1539741" y="1041420"/>
                  </a:lnTo>
                  <a:lnTo>
                    <a:pt x="1598151" y="1029568"/>
                  </a:lnTo>
                  <a:lnTo>
                    <a:pt x="1652852" y="1016268"/>
                  </a:lnTo>
                  <a:lnTo>
                    <a:pt x="1704772" y="1001358"/>
                  </a:lnTo>
                  <a:lnTo>
                    <a:pt x="1754766" y="984721"/>
                  </a:lnTo>
                  <a:lnTo>
                    <a:pt x="1768425" y="979784"/>
                  </a:lnTo>
                  <a:lnTo>
                    <a:pt x="1819451" y="959892"/>
                  </a:lnTo>
                  <a:lnTo>
                    <a:pt x="1869979" y="938016"/>
                  </a:lnTo>
                  <a:lnTo>
                    <a:pt x="1920515" y="914124"/>
                  </a:lnTo>
                  <a:lnTo>
                    <a:pt x="1971405" y="888250"/>
                  </a:lnTo>
                  <a:lnTo>
                    <a:pt x="2022861" y="860502"/>
                  </a:lnTo>
                  <a:lnTo>
                    <a:pt x="2074974" y="831063"/>
                  </a:lnTo>
                  <a:lnTo>
                    <a:pt x="2127729" y="800195"/>
                  </a:lnTo>
                  <a:lnTo>
                    <a:pt x="2181023" y="768227"/>
                  </a:lnTo>
                  <a:lnTo>
                    <a:pt x="2234684" y="735550"/>
                  </a:lnTo>
                  <a:lnTo>
                    <a:pt x="2288496" y="702588"/>
                  </a:lnTo>
                  <a:lnTo>
                    <a:pt x="2342223" y="669784"/>
                  </a:lnTo>
                  <a:lnTo>
                    <a:pt x="2395642" y="637572"/>
                  </a:lnTo>
                  <a:lnTo>
                    <a:pt x="2448565" y="606353"/>
                  </a:lnTo>
                  <a:lnTo>
                    <a:pt x="2500866" y="576476"/>
                  </a:lnTo>
                  <a:lnTo>
                    <a:pt x="2552505" y="548223"/>
                  </a:lnTo>
                  <a:lnTo>
                    <a:pt x="2603541" y="521800"/>
                  </a:lnTo>
                  <a:lnTo>
                    <a:pt x="2654149" y="497335"/>
                  </a:lnTo>
                  <a:lnTo>
                    <a:pt x="2704636" y="474884"/>
                  </a:lnTo>
                  <a:lnTo>
                    <a:pt x="2755458" y="454432"/>
                  </a:lnTo>
                  <a:lnTo>
                    <a:pt x="2770117" y="448950"/>
                  </a:lnTo>
                  <a:lnTo>
                    <a:pt x="2819709" y="431826"/>
                  </a:lnTo>
                  <a:lnTo>
                    <a:pt x="2871012" y="416443"/>
                  </a:lnTo>
                  <a:lnTo>
                    <a:pt x="2924848" y="402711"/>
                  </a:lnTo>
                  <a:lnTo>
                    <a:pt x="2982133" y="390474"/>
                  </a:lnTo>
                  <a:lnTo>
                    <a:pt x="3043797" y="379560"/>
                  </a:lnTo>
                  <a:lnTo>
                    <a:pt x="3110705" y="369804"/>
                  </a:lnTo>
                  <a:lnTo>
                    <a:pt x="3183549" y="361061"/>
                  </a:lnTo>
                  <a:lnTo>
                    <a:pt x="3262711" y="353216"/>
                  </a:lnTo>
                  <a:lnTo>
                    <a:pt x="3348076" y="346185"/>
                  </a:lnTo>
                  <a:lnTo>
                    <a:pt x="3438820" y="339919"/>
                  </a:lnTo>
                  <a:lnTo>
                    <a:pt x="3533197" y="334397"/>
                  </a:lnTo>
                  <a:lnTo>
                    <a:pt x="3628413" y="329625"/>
                  </a:lnTo>
                  <a:lnTo>
                    <a:pt x="3720686" y="325621"/>
                  </a:lnTo>
                  <a:lnTo>
                    <a:pt x="3805604" y="322398"/>
                  </a:lnTo>
                  <a:lnTo>
                    <a:pt x="3878791" y="319947"/>
                  </a:lnTo>
                  <a:lnTo>
                    <a:pt x="3936789" y="318220"/>
                  </a:lnTo>
                  <a:lnTo>
                    <a:pt x="3977886" y="317126"/>
                  </a:lnTo>
                  <a:lnTo>
                    <a:pt x="4002616" y="316534"/>
                  </a:lnTo>
                  <a:lnTo>
                    <a:pt x="4013823" y="316292"/>
                  </a:lnTo>
                  <a:lnTo>
                    <a:pt x="4016381" y="316242"/>
                  </a:lnTo>
                  <a:lnTo>
                    <a:pt x="4016409" y="316241"/>
                  </a:lnTo>
                  <a:lnTo>
                    <a:pt x="4538543" y="316241"/>
                  </a:lnTo>
                  <a:lnTo>
                    <a:pt x="4539811" y="316231"/>
                  </a:lnTo>
                  <a:lnTo>
                    <a:pt x="4548102" y="316162"/>
                  </a:lnTo>
                  <a:lnTo>
                    <a:pt x="4568828" y="315971"/>
                  </a:lnTo>
                  <a:lnTo>
                    <a:pt x="4605445" y="315595"/>
                  </a:lnTo>
                  <a:lnTo>
                    <a:pt x="4659132" y="314979"/>
                  </a:lnTo>
                  <a:lnTo>
                    <a:pt x="4728736" y="314082"/>
                  </a:lnTo>
                  <a:lnTo>
                    <a:pt x="4811169" y="312881"/>
                  </a:lnTo>
                  <a:lnTo>
                    <a:pt x="4902180" y="311367"/>
                  </a:lnTo>
                  <a:lnTo>
                    <a:pt x="4997258" y="309546"/>
                  </a:lnTo>
                  <a:lnTo>
                    <a:pt x="5092382" y="307423"/>
                  </a:lnTo>
                  <a:lnTo>
                    <a:pt x="5184469" y="305003"/>
                  </a:lnTo>
                  <a:lnTo>
                    <a:pt x="5271499" y="302282"/>
                  </a:lnTo>
                  <a:lnTo>
                    <a:pt x="5352428" y="299242"/>
                  </a:lnTo>
                  <a:lnTo>
                    <a:pt x="5426983" y="295853"/>
                  </a:lnTo>
                  <a:lnTo>
                    <a:pt x="5495445" y="292072"/>
                  </a:lnTo>
                  <a:lnTo>
                    <a:pt x="5558449" y="287845"/>
                  </a:lnTo>
                  <a:lnTo>
                    <a:pt x="5616835" y="283105"/>
                  </a:lnTo>
                  <a:lnTo>
                    <a:pt x="5671532" y="277785"/>
                  </a:lnTo>
                  <a:lnTo>
                    <a:pt x="5723473" y="271819"/>
                  </a:lnTo>
                  <a:lnTo>
                    <a:pt x="5773515" y="265164"/>
                  </a:lnTo>
                  <a:lnTo>
                    <a:pt x="5784835" y="263534"/>
                  </a:lnTo>
                  <a:lnTo>
                    <a:pt x="5838514" y="255199"/>
                  </a:lnTo>
                  <a:lnTo>
                    <a:pt x="5891675" y="245989"/>
                  </a:lnTo>
                  <a:lnTo>
                    <a:pt x="5944890" y="235893"/>
                  </a:lnTo>
                  <a:lnTo>
                    <a:pt x="5998542" y="224932"/>
                  </a:lnTo>
                  <a:lnTo>
                    <a:pt x="6052851" y="213160"/>
                  </a:lnTo>
                  <a:lnTo>
                    <a:pt x="6107893" y="200671"/>
                  </a:lnTo>
                  <a:lnTo>
                    <a:pt x="6163620" y="187597"/>
                  </a:lnTo>
                  <a:lnTo>
                    <a:pt x="6219880" y="174100"/>
                  </a:lnTo>
                  <a:lnTo>
                    <a:pt x="6276451" y="160367"/>
                  </a:lnTo>
                  <a:lnTo>
                    <a:pt x="6333066" y="146601"/>
                  </a:lnTo>
                  <a:lnTo>
                    <a:pt x="6389455" y="133005"/>
                  </a:lnTo>
                  <a:lnTo>
                    <a:pt x="6445376" y="119774"/>
                  </a:lnTo>
                  <a:lnTo>
                    <a:pt x="6500652" y="107078"/>
                  </a:lnTo>
                  <a:lnTo>
                    <a:pt x="6555198" y="95061"/>
                  </a:lnTo>
                  <a:lnTo>
                    <a:pt x="6609048" y="83827"/>
                  </a:lnTo>
                  <a:lnTo>
                    <a:pt x="6662371" y="73445"/>
                  </a:lnTo>
                  <a:lnTo>
                    <a:pt x="6715497" y="63946"/>
                  </a:lnTo>
                  <a:lnTo>
                    <a:pt x="6768931" y="55329"/>
                  </a:lnTo>
                  <a:lnTo>
                    <a:pt x="6786527" y="52706"/>
                  </a:lnTo>
                  <a:lnTo>
                    <a:pt x="6836238" y="45890"/>
                  </a:lnTo>
                  <a:lnTo>
                    <a:pt x="6887671" y="39769"/>
                  </a:lnTo>
                  <a:lnTo>
                    <a:pt x="6941653" y="34305"/>
                  </a:lnTo>
                  <a:lnTo>
                    <a:pt x="6999106" y="29438"/>
                  </a:lnTo>
                  <a:lnTo>
                    <a:pt x="7060969" y="25099"/>
                  </a:lnTo>
                  <a:lnTo>
                    <a:pt x="7128110" y="21221"/>
                  </a:lnTo>
                  <a:lnTo>
                    <a:pt x="7201223" y="17746"/>
                  </a:lnTo>
                  <a:lnTo>
                    <a:pt x="7280686" y="14629"/>
                  </a:lnTo>
                  <a:lnTo>
                    <a:pt x="7366374" y="11836"/>
                  </a:lnTo>
                  <a:lnTo>
                    <a:pt x="7457438" y="9348"/>
                  </a:lnTo>
                  <a:lnTo>
                    <a:pt x="7552098" y="7157"/>
                  </a:lnTo>
                  <a:lnTo>
                    <a:pt x="7647513" y="5265"/>
                  </a:lnTo>
                  <a:lnTo>
                    <a:pt x="7739851" y="3680"/>
                  </a:lnTo>
                  <a:lnTo>
                    <a:pt x="7824658" y="2407"/>
                  </a:lnTo>
                  <a:lnTo>
                    <a:pt x="7897543" y="1442"/>
                  </a:lnTo>
                  <a:lnTo>
                    <a:pt x="7955073" y="765"/>
                  </a:lnTo>
                  <a:lnTo>
                    <a:pt x="7995599" y="338"/>
                  </a:lnTo>
                  <a:lnTo>
                    <a:pt x="8019753" y="109"/>
                  </a:lnTo>
                  <a:lnTo>
                    <a:pt x="8030491" y="18"/>
                  </a:lnTo>
                  <a:lnTo>
                    <a:pt x="8032803" y="0"/>
                  </a:lnTo>
                  <a:lnTo>
                    <a:pt x="8032819" y="0"/>
                  </a:lnTo>
                  <a:lnTo>
                    <a:pt x="8554953" y="0"/>
                  </a:lnTo>
                  <a:lnTo>
                    <a:pt x="8554953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874" name="pl874"/>
            <p:cNvSpPr/>
            <p:nvPr/>
          </p:nvSpPr>
          <p:spPr>
            <a:xfrm>
              <a:off x="386606" y="2557807"/>
              <a:ext cx="8554953" cy="1112492"/>
            </a:xfrm>
            <a:custGeom>
              <a:avLst/>
              <a:pathLst>
                <a:path w="8554953" h="1112492">
                  <a:moveTo>
                    <a:pt x="8554953" y="0"/>
                  </a:moveTo>
                  <a:lnTo>
                    <a:pt x="8032819" y="0"/>
                  </a:lnTo>
                  <a:lnTo>
                    <a:pt x="8031551" y="9"/>
                  </a:lnTo>
                  <a:lnTo>
                    <a:pt x="8023260" y="78"/>
                  </a:lnTo>
                  <a:lnTo>
                    <a:pt x="8002534" y="270"/>
                  </a:lnTo>
                  <a:lnTo>
                    <a:pt x="7965917" y="646"/>
                  </a:lnTo>
                  <a:lnTo>
                    <a:pt x="7912230" y="1262"/>
                  </a:lnTo>
                  <a:lnTo>
                    <a:pt x="7842626" y="2159"/>
                  </a:lnTo>
                  <a:lnTo>
                    <a:pt x="7760192" y="3360"/>
                  </a:lnTo>
                  <a:lnTo>
                    <a:pt x="7669182" y="4873"/>
                  </a:lnTo>
                  <a:lnTo>
                    <a:pt x="7574104" y="6695"/>
                  </a:lnTo>
                  <a:lnTo>
                    <a:pt x="7478980" y="8818"/>
                  </a:lnTo>
                  <a:lnTo>
                    <a:pt x="7386893" y="11237"/>
                  </a:lnTo>
                  <a:lnTo>
                    <a:pt x="7299863" y="13959"/>
                  </a:lnTo>
                  <a:lnTo>
                    <a:pt x="7218934" y="16999"/>
                  </a:lnTo>
                  <a:lnTo>
                    <a:pt x="7144379" y="20387"/>
                  </a:lnTo>
                  <a:lnTo>
                    <a:pt x="7075917" y="24168"/>
                  </a:lnTo>
                  <a:lnTo>
                    <a:pt x="7012913" y="28396"/>
                  </a:lnTo>
                  <a:lnTo>
                    <a:pt x="6954527" y="33136"/>
                  </a:lnTo>
                  <a:lnTo>
                    <a:pt x="6899830" y="38456"/>
                  </a:lnTo>
                  <a:lnTo>
                    <a:pt x="6847889" y="44421"/>
                  </a:lnTo>
                  <a:lnTo>
                    <a:pt x="6797847" y="51077"/>
                  </a:lnTo>
                  <a:lnTo>
                    <a:pt x="6786527" y="52706"/>
                  </a:lnTo>
                  <a:lnTo>
                    <a:pt x="6732848" y="61042"/>
                  </a:lnTo>
                  <a:lnTo>
                    <a:pt x="6679687" y="70251"/>
                  </a:lnTo>
                  <a:lnTo>
                    <a:pt x="6626472" y="80347"/>
                  </a:lnTo>
                  <a:lnTo>
                    <a:pt x="6572820" y="91309"/>
                  </a:lnTo>
                  <a:lnTo>
                    <a:pt x="6518511" y="103081"/>
                  </a:lnTo>
                  <a:lnTo>
                    <a:pt x="6463469" y="115569"/>
                  </a:lnTo>
                  <a:lnTo>
                    <a:pt x="6407742" y="128644"/>
                  </a:lnTo>
                  <a:lnTo>
                    <a:pt x="6351482" y="142141"/>
                  </a:lnTo>
                  <a:lnTo>
                    <a:pt x="6294911" y="155874"/>
                  </a:lnTo>
                  <a:lnTo>
                    <a:pt x="6238296" y="169640"/>
                  </a:lnTo>
                  <a:lnTo>
                    <a:pt x="6181907" y="183236"/>
                  </a:lnTo>
                  <a:lnTo>
                    <a:pt x="6125986" y="196467"/>
                  </a:lnTo>
                  <a:lnTo>
                    <a:pt x="6070710" y="209162"/>
                  </a:lnTo>
                  <a:lnTo>
                    <a:pt x="6016164" y="221180"/>
                  </a:lnTo>
                  <a:lnTo>
                    <a:pt x="5962314" y="232414"/>
                  </a:lnTo>
                  <a:lnTo>
                    <a:pt x="5908991" y="242796"/>
                  </a:lnTo>
                  <a:lnTo>
                    <a:pt x="5855865" y="252294"/>
                  </a:lnTo>
                  <a:lnTo>
                    <a:pt x="5802431" y="260912"/>
                  </a:lnTo>
                  <a:lnTo>
                    <a:pt x="5784835" y="263534"/>
                  </a:lnTo>
                  <a:lnTo>
                    <a:pt x="5735123" y="270350"/>
                  </a:lnTo>
                  <a:lnTo>
                    <a:pt x="5683691" y="276472"/>
                  </a:lnTo>
                  <a:lnTo>
                    <a:pt x="5629709" y="281935"/>
                  </a:lnTo>
                  <a:lnTo>
                    <a:pt x="5572256" y="286802"/>
                  </a:lnTo>
                  <a:lnTo>
                    <a:pt x="5510393" y="291142"/>
                  </a:lnTo>
                  <a:lnTo>
                    <a:pt x="5443252" y="295020"/>
                  </a:lnTo>
                  <a:lnTo>
                    <a:pt x="5370139" y="298495"/>
                  </a:lnTo>
                  <a:lnTo>
                    <a:pt x="5290676" y="301612"/>
                  </a:lnTo>
                  <a:lnTo>
                    <a:pt x="5204988" y="304405"/>
                  </a:lnTo>
                  <a:lnTo>
                    <a:pt x="5113924" y="306893"/>
                  </a:lnTo>
                  <a:lnTo>
                    <a:pt x="5019263" y="309084"/>
                  </a:lnTo>
                  <a:lnTo>
                    <a:pt x="4923849" y="310975"/>
                  </a:lnTo>
                  <a:lnTo>
                    <a:pt x="4831511" y="312560"/>
                  </a:lnTo>
                  <a:lnTo>
                    <a:pt x="4746704" y="313833"/>
                  </a:lnTo>
                  <a:lnTo>
                    <a:pt x="4673818" y="314799"/>
                  </a:lnTo>
                  <a:lnTo>
                    <a:pt x="4616288" y="315476"/>
                  </a:lnTo>
                  <a:lnTo>
                    <a:pt x="4575763" y="315903"/>
                  </a:lnTo>
                  <a:lnTo>
                    <a:pt x="4551608" y="316131"/>
                  </a:lnTo>
                  <a:lnTo>
                    <a:pt x="4540871" y="316223"/>
                  </a:lnTo>
                  <a:lnTo>
                    <a:pt x="4538559" y="316241"/>
                  </a:lnTo>
                  <a:lnTo>
                    <a:pt x="4538543" y="316241"/>
                  </a:lnTo>
                  <a:lnTo>
                    <a:pt x="4016409" y="316241"/>
                  </a:lnTo>
                  <a:lnTo>
                    <a:pt x="4015150" y="316265"/>
                  </a:lnTo>
                  <a:lnTo>
                    <a:pt x="4006916" y="316438"/>
                  </a:lnTo>
                  <a:lnTo>
                    <a:pt x="3986324" y="316917"/>
                  </a:lnTo>
                  <a:lnTo>
                    <a:pt x="3949934" y="317857"/>
                  </a:lnTo>
                  <a:lnTo>
                    <a:pt x="3896554" y="319397"/>
                  </a:lnTo>
                  <a:lnTo>
                    <a:pt x="3827304" y="321640"/>
                  </a:lnTo>
                  <a:lnTo>
                    <a:pt x="3745232" y="324646"/>
                  </a:lnTo>
                  <a:lnTo>
                    <a:pt x="3654548" y="328433"/>
                  </a:lnTo>
                  <a:lnTo>
                    <a:pt x="3559735" y="332994"/>
                  </a:lnTo>
                  <a:lnTo>
                    <a:pt x="3464799" y="338309"/>
                  </a:lnTo>
                  <a:lnTo>
                    <a:pt x="3372826" y="344368"/>
                  </a:lnTo>
                  <a:lnTo>
                    <a:pt x="3285846" y="351182"/>
                  </a:lnTo>
                  <a:lnTo>
                    <a:pt x="3204922" y="358794"/>
                  </a:lnTo>
                  <a:lnTo>
                    <a:pt x="3130341" y="367277"/>
                  </a:lnTo>
                  <a:lnTo>
                    <a:pt x="3061842" y="376738"/>
                  </a:lnTo>
                  <a:lnTo>
                    <a:pt x="2998801" y="387314"/>
                  </a:lnTo>
                  <a:lnTo>
                    <a:pt x="2940391" y="399165"/>
                  </a:lnTo>
                  <a:lnTo>
                    <a:pt x="2885690" y="412465"/>
                  </a:lnTo>
                  <a:lnTo>
                    <a:pt x="2833771" y="427376"/>
                  </a:lnTo>
                  <a:lnTo>
                    <a:pt x="2783776" y="444012"/>
                  </a:lnTo>
                  <a:lnTo>
                    <a:pt x="2770117" y="448950"/>
                  </a:lnTo>
                  <a:lnTo>
                    <a:pt x="2719092" y="468841"/>
                  </a:lnTo>
                  <a:lnTo>
                    <a:pt x="2668563" y="490717"/>
                  </a:lnTo>
                  <a:lnTo>
                    <a:pt x="2618027" y="514610"/>
                  </a:lnTo>
                  <a:lnTo>
                    <a:pt x="2567137" y="540483"/>
                  </a:lnTo>
                  <a:lnTo>
                    <a:pt x="2515681" y="568232"/>
                  </a:lnTo>
                  <a:lnTo>
                    <a:pt x="2463568" y="597670"/>
                  </a:lnTo>
                  <a:lnTo>
                    <a:pt x="2410814" y="628539"/>
                  </a:lnTo>
                  <a:lnTo>
                    <a:pt x="2357520" y="660506"/>
                  </a:lnTo>
                  <a:lnTo>
                    <a:pt x="2303858" y="693184"/>
                  </a:lnTo>
                  <a:lnTo>
                    <a:pt x="2250047" y="726146"/>
                  </a:lnTo>
                  <a:lnTo>
                    <a:pt x="2196319" y="758949"/>
                  </a:lnTo>
                  <a:lnTo>
                    <a:pt x="2142900" y="791161"/>
                  </a:lnTo>
                  <a:lnTo>
                    <a:pt x="2089977" y="822380"/>
                  </a:lnTo>
                  <a:lnTo>
                    <a:pt x="2037676" y="852257"/>
                  </a:lnTo>
                  <a:lnTo>
                    <a:pt x="1986037" y="880510"/>
                  </a:lnTo>
                  <a:lnTo>
                    <a:pt x="1935001" y="906933"/>
                  </a:lnTo>
                  <a:lnTo>
                    <a:pt x="1884393" y="931398"/>
                  </a:lnTo>
                  <a:lnTo>
                    <a:pt x="1833906" y="953850"/>
                  </a:lnTo>
                  <a:lnTo>
                    <a:pt x="1783084" y="974301"/>
                  </a:lnTo>
                  <a:lnTo>
                    <a:pt x="1768425" y="979784"/>
                  </a:lnTo>
                  <a:lnTo>
                    <a:pt x="1718833" y="996908"/>
                  </a:lnTo>
                  <a:lnTo>
                    <a:pt x="1667530" y="1012290"/>
                  </a:lnTo>
                  <a:lnTo>
                    <a:pt x="1613694" y="1026022"/>
                  </a:lnTo>
                  <a:lnTo>
                    <a:pt x="1556409" y="1038259"/>
                  </a:lnTo>
                  <a:lnTo>
                    <a:pt x="1494745" y="1049173"/>
                  </a:lnTo>
                  <a:lnTo>
                    <a:pt x="1427837" y="1058929"/>
                  </a:lnTo>
                  <a:lnTo>
                    <a:pt x="1354993" y="1067672"/>
                  </a:lnTo>
                  <a:lnTo>
                    <a:pt x="1275831" y="1075517"/>
                  </a:lnTo>
                  <a:lnTo>
                    <a:pt x="1190466" y="1082548"/>
                  </a:lnTo>
                  <a:lnTo>
                    <a:pt x="1099722" y="1088815"/>
                  </a:lnTo>
                  <a:lnTo>
                    <a:pt x="1005345" y="1094337"/>
                  </a:lnTo>
                  <a:lnTo>
                    <a:pt x="910129" y="1099109"/>
                  </a:lnTo>
                  <a:lnTo>
                    <a:pt x="817856" y="1103113"/>
                  </a:lnTo>
                  <a:lnTo>
                    <a:pt x="732939" y="1106336"/>
                  </a:lnTo>
                  <a:lnTo>
                    <a:pt x="659752" y="1108786"/>
                  </a:lnTo>
                  <a:lnTo>
                    <a:pt x="601753" y="1110513"/>
                  </a:lnTo>
                  <a:lnTo>
                    <a:pt x="560657" y="1111607"/>
                  </a:lnTo>
                  <a:lnTo>
                    <a:pt x="535926" y="1112199"/>
                  </a:lnTo>
                  <a:lnTo>
                    <a:pt x="524719" y="1112441"/>
                  </a:lnTo>
                  <a:lnTo>
                    <a:pt x="522161" y="1112492"/>
                  </a:lnTo>
                  <a:lnTo>
                    <a:pt x="522133" y="1112492"/>
                  </a:lnTo>
                  <a:lnTo>
                    <a:pt x="0" y="1112492"/>
                  </a:lnTo>
                  <a:lnTo>
                    <a:pt x="0" y="1112492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875" name="pg875"/>
            <p:cNvSpPr/>
            <p:nvPr/>
          </p:nvSpPr>
          <p:spPr>
            <a:xfrm>
              <a:off x="386606" y="2930521"/>
              <a:ext cx="8554953" cy="796251"/>
            </a:xfrm>
            <a:custGeom>
              <a:avLst/>
              <a:pathLst>
                <a:path w="8554953" h="796251">
                  <a:moveTo>
                    <a:pt x="0" y="751073"/>
                  </a:moveTo>
                  <a:lnTo>
                    <a:pt x="522133" y="751073"/>
                  </a:lnTo>
                  <a:lnTo>
                    <a:pt x="523394" y="751051"/>
                  </a:lnTo>
                  <a:lnTo>
                    <a:pt x="531636" y="750888"/>
                  </a:lnTo>
                  <a:lnTo>
                    <a:pt x="552247" y="750440"/>
                  </a:lnTo>
                  <a:lnTo>
                    <a:pt x="588670" y="749559"/>
                  </a:lnTo>
                  <a:lnTo>
                    <a:pt x="642095" y="748116"/>
                  </a:lnTo>
                  <a:lnTo>
                    <a:pt x="711397" y="746014"/>
                  </a:lnTo>
                  <a:lnTo>
                    <a:pt x="793521" y="743197"/>
                  </a:lnTo>
                  <a:lnTo>
                    <a:pt x="884253" y="739648"/>
                  </a:lnTo>
                  <a:lnTo>
                    <a:pt x="979105" y="735375"/>
                  </a:lnTo>
                  <a:lnTo>
                    <a:pt x="1074069" y="730396"/>
                  </a:lnTo>
                  <a:lnTo>
                    <a:pt x="1166059" y="724719"/>
                  </a:lnTo>
                  <a:lnTo>
                    <a:pt x="1253046" y="718334"/>
                  </a:lnTo>
                  <a:lnTo>
                    <a:pt x="1333971" y="711203"/>
                  </a:lnTo>
                  <a:lnTo>
                    <a:pt x="1408548" y="703254"/>
                  </a:lnTo>
                  <a:lnTo>
                    <a:pt x="1477042" y="694390"/>
                  </a:lnTo>
                  <a:lnTo>
                    <a:pt x="1540077" y="684479"/>
                  </a:lnTo>
                  <a:lnTo>
                    <a:pt x="1598484" y="673373"/>
                  </a:lnTo>
                  <a:lnTo>
                    <a:pt x="1653184" y="660909"/>
                  </a:lnTo>
                  <a:lnTo>
                    <a:pt x="1705106" y="646935"/>
                  </a:lnTo>
                  <a:lnTo>
                    <a:pt x="1755108" y="631344"/>
                  </a:lnTo>
                  <a:lnTo>
                    <a:pt x="1768425" y="626835"/>
                  </a:lnTo>
                  <a:lnTo>
                    <a:pt x="1819800" y="608079"/>
                  </a:lnTo>
                  <a:lnTo>
                    <a:pt x="1870675" y="587438"/>
                  </a:lnTo>
                  <a:lnTo>
                    <a:pt x="1921563" y="564884"/>
                  </a:lnTo>
                  <a:lnTo>
                    <a:pt x="1972816" y="540451"/>
                  </a:lnTo>
                  <a:lnTo>
                    <a:pt x="2024646" y="514243"/>
                  </a:lnTo>
                  <a:lnTo>
                    <a:pt x="2077143" y="486437"/>
                  </a:lnTo>
                  <a:lnTo>
                    <a:pt x="2130288" y="457287"/>
                  </a:lnTo>
                  <a:lnTo>
                    <a:pt x="2183973" y="427110"/>
                  </a:lnTo>
                  <a:lnTo>
                    <a:pt x="2238019" y="396280"/>
                  </a:lnTo>
                  <a:lnTo>
                    <a:pt x="2292203" y="365207"/>
                  </a:lnTo>
                  <a:lnTo>
                    <a:pt x="2346286" y="334313"/>
                  </a:lnTo>
                  <a:lnTo>
                    <a:pt x="2400039" y="304010"/>
                  </a:lnTo>
                  <a:lnTo>
                    <a:pt x="2453277" y="274680"/>
                  </a:lnTo>
                  <a:lnTo>
                    <a:pt x="2505877" y="246650"/>
                  </a:lnTo>
                  <a:lnTo>
                    <a:pt x="2557807" y="220182"/>
                  </a:lnTo>
                  <a:lnTo>
                    <a:pt x="2609138" y="195468"/>
                  </a:lnTo>
                  <a:lnTo>
                    <a:pt x="2660063" y="172622"/>
                  </a:lnTo>
                  <a:lnTo>
                    <a:pt x="2710911" y="151687"/>
                  </a:lnTo>
                  <a:lnTo>
                    <a:pt x="2762168" y="132646"/>
                  </a:lnTo>
                  <a:lnTo>
                    <a:pt x="2770117" y="129884"/>
                  </a:lnTo>
                  <a:lnTo>
                    <a:pt x="2819727" y="113848"/>
                  </a:lnTo>
                  <a:lnTo>
                    <a:pt x="2871049" y="99444"/>
                  </a:lnTo>
                  <a:lnTo>
                    <a:pt x="2924906" y="86584"/>
                  </a:lnTo>
                  <a:lnTo>
                    <a:pt x="2982215" y="75126"/>
                  </a:lnTo>
                  <a:lnTo>
                    <a:pt x="3043908" y="64907"/>
                  </a:lnTo>
                  <a:lnTo>
                    <a:pt x="3110850" y="55773"/>
                  </a:lnTo>
                  <a:lnTo>
                    <a:pt x="3183734" y="47587"/>
                  </a:lnTo>
                  <a:lnTo>
                    <a:pt x="3262940" y="40243"/>
                  </a:lnTo>
                  <a:lnTo>
                    <a:pt x="3348352" y="33660"/>
                  </a:lnTo>
                  <a:lnTo>
                    <a:pt x="3439143" y="27794"/>
                  </a:lnTo>
                  <a:lnTo>
                    <a:pt x="3533561" y="22625"/>
                  </a:lnTo>
                  <a:lnTo>
                    <a:pt x="3628806" y="18159"/>
                  </a:lnTo>
                  <a:lnTo>
                    <a:pt x="3721089" y="14412"/>
                  </a:lnTo>
                  <a:lnTo>
                    <a:pt x="3805990" y="11397"/>
                  </a:lnTo>
                  <a:lnTo>
                    <a:pt x="3879134" y="9106"/>
                  </a:lnTo>
                  <a:lnTo>
                    <a:pt x="3937064" y="7492"/>
                  </a:lnTo>
                  <a:lnTo>
                    <a:pt x="3978078" y="6471"/>
                  </a:lnTo>
                  <a:lnTo>
                    <a:pt x="4002724" y="5919"/>
                  </a:lnTo>
                  <a:lnTo>
                    <a:pt x="4013862" y="5694"/>
                  </a:lnTo>
                  <a:lnTo>
                    <a:pt x="4016409" y="5647"/>
                  </a:lnTo>
                  <a:lnTo>
                    <a:pt x="4538543" y="5647"/>
                  </a:lnTo>
                  <a:lnTo>
                    <a:pt x="4539802" y="5671"/>
                  </a:lnTo>
                  <a:lnTo>
                    <a:pt x="4548038" y="5843"/>
                  </a:lnTo>
                  <a:lnTo>
                    <a:pt x="4568631" y="6318"/>
                  </a:lnTo>
                  <a:lnTo>
                    <a:pt x="4605025" y="7252"/>
                  </a:lnTo>
                  <a:lnTo>
                    <a:pt x="4658410" y="8781"/>
                  </a:lnTo>
                  <a:lnTo>
                    <a:pt x="4727666" y="11008"/>
                  </a:lnTo>
                  <a:lnTo>
                    <a:pt x="4809744" y="13993"/>
                  </a:lnTo>
                  <a:lnTo>
                    <a:pt x="4900433" y="17754"/>
                  </a:lnTo>
                  <a:lnTo>
                    <a:pt x="4995251" y="22282"/>
                  </a:lnTo>
                  <a:lnTo>
                    <a:pt x="5090190" y="27560"/>
                  </a:lnTo>
                  <a:lnTo>
                    <a:pt x="5182165" y="33576"/>
                  </a:lnTo>
                  <a:lnTo>
                    <a:pt x="5269146" y="40343"/>
                  </a:lnTo>
                  <a:lnTo>
                    <a:pt x="5350070" y="47902"/>
                  </a:lnTo>
                  <a:lnTo>
                    <a:pt x="5424650" y="56325"/>
                  </a:lnTo>
                  <a:lnTo>
                    <a:pt x="5493149" y="65720"/>
                  </a:lnTo>
                  <a:lnTo>
                    <a:pt x="5556189" y="76222"/>
                  </a:lnTo>
                  <a:lnTo>
                    <a:pt x="5614599" y="87991"/>
                  </a:lnTo>
                  <a:lnTo>
                    <a:pt x="5669300" y="101198"/>
                  </a:lnTo>
                  <a:lnTo>
                    <a:pt x="5721220" y="116005"/>
                  </a:lnTo>
                  <a:lnTo>
                    <a:pt x="5771215" y="132525"/>
                  </a:lnTo>
                  <a:lnTo>
                    <a:pt x="5784835" y="137414"/>
                  </a:lnTo>
                  <a:lnTo>
                    <a:pt x="5835900" y="157180"/>
                  </a:lnTo>
                  <a:lnTo>
                    <a:pt x="5886468" y="178921"/>
                  </a:lnTo>
                  <a:lnTo>
                    <a:pt x="5937043" y="202666"/>
                  </a:lnTo>
                  <a:lnTo>
                    <a:pt x="5987974" y="228381"/>
                  </a:lnTo>
                  <a:lnTo>
                    <a:pt x="6039472" y="255960"/>
                  </a:lnTo>
                  <a:lnTo>
                    <a:pt x="6091628" y="285220"/>
                  </a:lnTo>
                  <a:lnTo>
                    <a:pt x="6144427" y="315899"/>
                  </a:lnTo>
                  <a:lnTo>
                    <a:pt x="6197765" y="347670"/>
                  </a:lnTo>
                  <a:lnTo>
                    <a:pt x="6251469" y="380144"/>
                  </a:lnTo>
                  <a:lnTo>
                    <a:pt x="6305323" y="412898"/>
                  </a:lnTo>
                  <a:lnTo>
                    <a:pt x="6359091" y="445491"/>
                  </a:lnTo>
                  <a:lnTo>
                    <a:pt x="6412547" y="477492"/>
                  </a:lnTo>
                  <a:lnTo>
                    <a:pt x="6465506" y="508502"/>
                  </a:lnTo>
                  <a:lnTo>
                    <a:pt x="6517841" y="538175"/>
                  </a:lnTo>
                  <a:lnTo>
                    <a:pt x="6569513" y="566230"/>
                  </a:lnTo>
                  <a:lnTo>
                    <a:pt x="6620582" y="592463"/>
                  </a:lnTo>
                  <a:lnTo>
                    <a:pt x="6671225" y="616748"/>
                  </a:lnTo>
                  <a:lnTo>
                    <a:pt x="6721752" y="639030"/>
                  </a:lnTo>
                  <a:lnTo>
                    <a:pt x="6772623" y="659325"/>
                  </a:lnTo>
                  <a:lnTo>
                    <a:pt x="6786527" y="664483"/>
                  </a:lnTo>
                  <a:lnTo>
                    <a:pt x="6836121" y="681486"/>
                  </a:lnTo>
                  <a:lnTo>
                    <a:pt x="6887427" y="696760"/>
                  </a:lnTo>
                  <a:lnTo>
                    <a:pt x="6941265" y="710396"/>
                  </a:lnTo>
                  <a:lnTo>
                    <a:pt x="6998552" y="722546"/>
                  </a:lnTo>
                  <a:lnTo>
                    <a:pt x="7060220" y="733383"/>
                  </a:lnTo>
                  <a:lnTo>
                    <a:pt x="7127131" y="743070"/>
                  </a:lnTo>
                  <a:lnTo>
                    <a:pt x="7199980" y="751750"/>
                  </a:lnTo>
                  <a:lnTo>
                    <a:pt x="7279147" y="759540"/>
                  </a:lnTo>
                  <a:lnTo>
                    <a:pt x="7364518" y="766521"/>
                  </a:lnTo>
                  <a:lnTo>
                    <a:pt x="7455267" y="772743"/>
                  </a:lnTo>
                  <a:lnTo>
                    <a:pt x="7549649" y="778226"/>
                  </a:lnTo>
                  <a:lnTo>
                    <a:pt x="7644868" y="782964"/>
                  </a:lnTo>
                  <a:lnTo>
                    <a:pt x="7737142" y="786940"/>
                  </a:lnTo>
                  <a:lnTo>
                    <a:pt x="7822058" y="790139"/>
                  </a:lnTo>
                  <a:lnTo>
                    <a:pt x="7895240" y="792572"/>
                  </a:lnTo>
                  <a:lnTo>
                    <a:pt x="7953231" y="794286"/>
                  </a:lnTo>
                  <a:lnTo>
                    <a:pt x="7994317" y="795373"/>
                  </a:lnTo>
                  <a:lnTo>
                    <a:pt x="8019038" y="795960"/>
                  </a:lnTo>
                  <a:lnTo>
                    <a:pt x="8030237" y="796200"/>
                  </a:lnTo>
                  <a:lnTo>
                    <a:pt x="8032819" y="796251"/>
                  </a:lnTo>
                  <a:lnTo>
                    <a:pt x="8554953" y="796251"/>
                  </a:lnTo>
                  <a:lnTo>
                    <a:pt x="8554953" y="790603"/>
                  </a:lnTo>
                  <a:lnTo>
                    <a:pt x="8032819" y="790603"/>
                  </a:lnTo>
                  <a:lnTo>
                    <a:pt x="8031560" y="790579"/>
                  </a:lnTo>
                  <a:lnTo>
                    <a:pt x="8023324" y="790407"/>
                  </a:lnTo>
                  <a:lnTo>
                    <a:pt x="8002731" y="789932"/>
                  </a:lnTo>
                  <a:lnTo>
                    <a:pt x="7966337" y="788998"/>
                  </a:lnTo>
                  <a:lnTo>
                    <a:pt x="7912952" y="787469"/>
                  </a:lnTo>
                  <a:lnTo>
                    <a:pt x="7843696" y="785242"/>
                  </a:lnTo>
                  <a:lnTo>
                    <a:pt x="7761618" y="782257"/>
                  </a:lnTo>
                  <a:lnTo>
                    <a:pt x="7670929" y="778496"/>
                  </a:lnTo>
                  <a:lnTo>
                    <a:pt x="7576111" y="773968"/>
                  </a:lnTo>
                  <a:lnTo>
                    <a:pt x="7481171" y="768690"/>
                  </a:lnTo>
                  <a:lnTo>
                    <a:pt x="7389196" y="762674"/>
                  </a:lnTo>
                  <a:lnTo>
                    <a:pt x="7302216" y="755907"/>
                  </a:lnTo>
                  <a:lnTo>
                    <a:pt x="7221291" y="748348"/>
                  </a:lnTo>
                  <a:lnTo>
                    <a:pt x="7146712" y="739925"/>
                  </a:lnTo>
                  <a:lnTo>
                    <a:pt x="7078213" y="730530"/>
                  </a:lnTo>
                  <a:lnTo>
                    <a:pt x="7015172" y="720028"/>
                  </a:lnTo>
                  <a:lnTo>
                    <a:pt x="6956763" y="708259"/>
                  </a:lnTo>
                  <a:lnTo>
                    <a:pt x="6902062" y="695052"/>
                  </a:lnTo>
                  <a:lnTo>
                    <a:pt x="6850142" y="680245"/>
                  </a:lnTo>
                  <a:lnTo>
                    <a:pt x="6800147" y="663725"/>
                  </a:lnTo>
                  <a:lnTo>
                    <a:pt x="6786527" y="658836"/>
                  </a:lnTo>
                  <a:lnTo>
                    <a:pt x="6735462" y="639070"/>
                  </a:lnTo>
                  <a:lnTo>
                    <a:pt x="6684894" y="617329"/>
                  </a:lnTo>
                  <a:lnTo>
                    <a:pt x="6634319" y="593584"/>
                  </a:lnTo>
                  <a:lnTo>
                    <a:pt x="6583388" y="567869"/>
                  </a:lnTo>
                  <a:lnTo>
                    <a:pt x="6531890" y="540290"/>
                  </a:lnTo>
                  <a:lnTo>
                    <a:pt x="6479734" y="511031"/>
                  </a:lnTo>
                  <a:lnTo>
                    <a:pt x="6426935" y="480351"/>
                  </a:lnTo>
                  <a:lnTo>
                    <a:pt x="6373597" y="448580"/>
                  </a:lnTo>
                  <a:lnTo>
                    <a:pt x="6319893" y="416106"/>
                  </a:lnTo>
                  <a:lnTo>
                    <a:pt x="6266039" y="383352"/>
                  </a:lnTo>
                  <a:lnTo>
                    <a:pt x="6212271" y="350759"/>
                  </a:lnTo>
                  <a:lnTo>
                    <a:pt x="6158815" y="318758"/>
                  </a:lnTo>
                  <a:lnTo>
                    <a:pt x="6105856" y="287748"/>
                  </a:lnTo>
                  <a:lnTo>
                    <a:pt x="6053521" y="258075"/>
                  </a:lnTo>
                  <a:lnTo>
                    <a:pt x="6001849" y="230020"/>
                  </a:lnTo>
                  <a:lnTo>
                    <a:pt x="5950780" y="203787"/>
                  </a:lnTo>
                  <a:lnTo>
                    <a:pt x="5900137" y="179502"/>
                  </a:lnTo>
                  <a:lnTo>
                    <a:pt x="5849610" y="157220"/>
                  </a:lnTo>
                  <a:lnTo>
                    <a:pt x="5798739" y="136925"/>
                  </a:lnTo>
                  <a:lnTo>
                    <a:pt x="5784835" y="131767"/>
                  </a:lnTo>
                  <a:lnTo>
                    <a:pt x="5735241" y="114764"/>
                  </a:lnTo>
                  <a:lnTo>
                    <a:pt x="5683935" y="99490"/>
                  </a:lnTo>
                  <a:lnTo>
                    <a:pt x="5630097" y="85854"/>
                  </a:lnTo>
                  <a:lnTo>
                    <a:pt x="5572810" y="73704"/>
                  </a:lnTo>
                  <a:lnTo>
                    <a:pt x="5511142" y="62867"/>
                  </a:lnTo>
                  <a:lnTo>
                    <a:pt x="5444231" y="53180"/>
                  </a:lnTo>
                  <a:lnTo>
                    <a:pt x="5371382" y="44500"/>
                  </a:lnTo>
                  <a:lnTo>
                    <a:pt x="5292215" y="36710"/>
                  </a:lnTo>
                  <a:lnTo>
                    <a:pt x="5206844" y="29729"/>
                  </a:lnTo>
                  <a:lnTo>
                    <a:pt x="5116095" y="23507"/>
                  </a:lnTo>
                  <a:lnTo>
                    <a:pt x="5021713" y="18024"/>
                  </a:lnTo>
                  <a:lnTo>
                    <a:pt x="4926494" y="13286"/>
                  </a:lnTo>
                  <a:lnTo>
                    <a:pt x="4834220" y="9311"/>
                  </a:lnTo>
                  <a:lnTo>
                    <a:pt x="4749304" y="6111"/>
                  </a:lnTo>
                  <a:lnTo>
                    <a:pt x="4676122" y="3678"/>
                  </a:lnTo>
                  <a:lnTo>
                    <a:pt x="4618131" y="1964"/>
                  </a:lnTo>
                  <a:lnTo>
                    <a:pt x="4577045" y="878"/>
                  </a:lnTo>
                  <a:lnTo>
                    <a:pt x="4552324" y="290"/>
                  </a:lnTo>
                  <a:lnTo>
                    <a:pt x="4541125" y="50"/>
                  </a:lnTo>
                  <a:lnTo>
                    <a:pt x="4538543" y="0"/>
                  </a:lnTo>
                  <a:lnTo>
                    <a:pt x="4016409" y="0"/>
                  </a:lnTo>
                  <a:lnTo>
                    <a:pt x="4015149" y="22"/>
                  </a:lnTo>
                  <a:lnTo>
                    <a:pt x="4006906" y="184"/>
                  </a:lnTo>
                  <a:lnTo>
                    <a:pt x="3986295" y="633"/>
                  </a:lnTo>
                  <a:lnTo>
                    <a:pt x="3949872" y="1514"/>
                  </a:lnTo>
                  <a:lnTo>
                    <a:pt x="3896447" y="2957"/>
                  </a:lnTo>
                  <a:lnTo>
                    <a:pt x="3827146" y="5059"/>
                  </a:lnTo>
                  <a:lnTo>
                    <a:pt x="3745021" y="7875"/>
                  </a:lnTo>
                  <a:lnTo>
                    <a:pt x="3654289" y="11424"/>
                  </a:lnTo>
                  <a:lnTo>
                    <a:pt x="3559437" y="15697"/>
                  </a:lnTo>
                  <a:lnTo>
                    <a:pt x="3464473" y="20677"/>
                  </a:lnTo>
                  <a:lnTo>
                    <a:pt x="3372484" y="26354"/>
                  </a:lnTo>
                  <a:lnTo>
                    <a:pt x="3285496" y="32738"/>
                  </a:lnTo>
                  <a:lnTo>
                    <a:pt x="3204571" y="39870"/>
                  </a:lnTo>
                  <a:lnTo>
                    <a:pt x="3129995" y="47818"/>
                  </a:lnTo>
                  <a:lnTo>
                    <a:pt x="3061500" y="56683"/>
                  </a:lnTo>
                  <a:lnTo>
                    <a:pt x="2998465" y="66594"/>
                  </a:lnTo>
                  <a:lnTo>
                    <a:pt x="2940059" y="77700"/>
                  </a:lnTo>
                  <a:lnTo>
                    <a:pt x="2885358" y="90164"/>
                  </a:lnTo>
                  <a:lnTo>
                    <a:pt x="2833436" y="104138"/>
                  </a:lnTo>
                  <a:lnTo>
                    <a:pt x="2783435" y="119729"/>
                  </a:lnTo>
                  <a:lnTo>
                    <a:pt x="2770117" y="124237"/>
                  </a:lnTo>
                  <a:lnTo>
                    <a:pt x="2718742" y="142994"/>
                  </a:lnTo>
                  <a:lnTo>
                    <a:pt x="2667867" y="163635"/>
                  </a:lnTo>
                  <a:lnTo>
                    <a:pt x="2616979" y="186188"/>
                  </a:lnTo>
                  <a:lnTo>
                    <a:pt x="2565727" y="210622"/>
                  </a:lnTo>
                  <a:lnTo>
                    <a:pt x="2513897" y="236830"/>
                  </a:lnTo>
                  <a:lnTo>
                    <a:pt x="2461399" y="264635"/>
                  </a:lnTo>
                  <a:lnTo>
                    <a:pt x="2408254" y="293786"/>
                  </a:lnTo>
                  <a:lnTo>
                    <a:pt x="2354569" y="323963"/>
                  </a:lnTo>
                  <a:lnTo>
                    <a:pt x="2300523" y="354792"/>
                  </a:lnTo>
                  <a:lnTo>
                    <a:pt x="2246339" y="385866"/>
                  </a:lnTo>
                  <a:lnTo>
                    <a:pt x="2192256" y="416760"/>
                  </a:lnTo>
                  <a:lnTo>
                    <a:pt x="2138503" y="447063"/>
                  </a:lnTo>
                  <a:lnTo>
                    <a:pt x="2085265" y="476393"/>
                  </a:lnTo>
                  <a:lnTo>
                    <a:pt x="2032665" y="504423"/>
                  </a:lnTo>
                  <a:lnTo>
                    <a:pt x="1980735" y="530890"/>
                  </a:lnTo>
                  <a:lnTo>
                    <a:pt x="1929404" y="555605"/>
                  </a:lnTo>
                  <a:lnTo>
                    <a:pt x="1878480" y="578451"/>
                  </a:lnTo>
                  <a:lnTo>
                    <a:pt x="1827632" y="599385"/>
                  </a:lnTo>
                  <a:lnTo>
                    <a:pt x="1776374" y="618427"/>
                  </a:lnTo>
                  <a:lnTo>
                    <a:pt x="1768425" y="621188"/>
                  </a:lnTo>
                  <a:lnTo>
                    <a:pt x="1718816" y="637225"/>
                  </a:lnTo>
                  <a:lnTo>
                    <a:pt x="1667493" y="651629"/>
                  </a:lnTo>
                  <a:lnTo>
                    <a:pt x="1613636" y="664488"/>
                  </a:lnTo>
                  <a:lnTo>
                    <a:pt x="1556327" y="675947"/>
                  </a:lnTo>
                  <a:lnTo>
                    <a:pt x="1494634" y="686165"/>
                  </a:lnTo>
                  <a:lnTo>
                    <a:pt x="1427692" y="695300"/>
                  </a:lnTo>
                  <a:lnTo>
                    <a:pt x="1354808" y="703485"/>
                  </a:lnTo>
                  <a:lnTo>
                    <a:pt x="1275603" y="710830"/>
                  </a:lnTo>
                  <a:lnTo>
                    <a:pt x="1190190" y="717412"/>
                  </a:lnTo>
                  <a:lnTo>
                    <a:pt x="1099399" y="723279"/>
                  </a:lnTo>
                  <a:lnTo>
                    <a:pt x="1004981" y="728448"/>
                  </a:lnTo>
                  <a:lnTo>
                    <a:pt x="909736" y="732914"/>
                  </a:lnTo>
                  <a:lnTo>
                    <a:pt x="817453" y="736661"/>
                  </a:lnTo>
                  <a:lnTo>
                    <a:pt x="732552" y="739675"/>
                  </a:lnTo>
                  <a:lnTo>
                    <a:pt x="659408" y="741967"/>
                  </a:lnTo>
                  <a:lnTo>
                    <a:pt x="601478" y="743581"/>
                  </a:lnTo>
                  <a:lnTo>
                    <a:pt x="560465" y="744602"/>
                  </a:lnTo>
                  <a:lnTo>
                    <a:pt x="535818" y="745154"/>
                  </a:lnTo>
                  <a:lnTo>
                    <a:pt x="524681" y="745379"/>
                  </a:lnTo>
                  <a:lnTo>
                    <a:pt x="522133" y="745426"/>
                  </a:lnTo>
                  <a:lnTo>
                    <a:pt x="0" y="745426"/>
                  </a:lnTo>
                  <a:close/>
                </a:path>
              </a:pathLst>
            </a:custGeom>
            <a:solidFill>
              <a:srgbClr val="F28E5B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876" name="pl876"/>
            <p:cNvSpPr/>
            <p:nvPr/>
          </p:nvSpPr>
          <p:spPr>
            <a:xfrm>
              <a:off x="386606" y="2936168"/>
              <a:ext cx="8554953" cy="790603"/>
            </a:xfrm>
            <a:custGeom>
              <a:avLst/>
              <a:pathLst>
                <a:path w="8554953" h="790603">
                  <a:moveTo>
                    <a:pt x="0" y="745426"/>
                  </a:moveTo>
                  <a:lnTo>
                    <a:pt x="522133" y="745426"/>
                  </a:lnTo>
                  <a:lnTo>
                    <a:pt x="523394" y="745403"/>
                  </a:lnTo>
                  <a:lnTo>
                    <a:pt x="531636" y="745241"/>
                  </a:lnTo>
                  <a:lnTo>
                    <a:pt x="552247" y="744792"/>
                  </a:lnTo>
                  <a:lnTo>
                    <a:pt x="588670" y="743911"/>
                  </a:lnTo>
                  <a:lnTo>
                    <a:pt x="642095" y="742468"/>
                  </a:lnTo>
                  <a:lnTo>
                    <a:pt x="711397" y="740367"/>
                  </a:lnTo>
                  <a:lnTo>
                    <a:pt x="793521" y="737550"/>
                  </a:lnTo>
                  <a:lnTo>
                    <a:pt x="884253" y="734001"/>
                  </a:lnTo>
                  <a:lnTo>
                    <a:pt x="979105" y="729728"/>
                  </a:lnTo>
                  <a:lnTo>
                    <a:pt x="1074069" y="724749"/>
                  </a:lnTo>
                  <a:lnTo>
                    <a:pt x="1166059" y="719072"/>
                  </a:lnTo>
                  <a:lnTo>
                    <a:pt x="1253046" y="712687"/>
                  </a:lnTo>
                  <a:lnTo>
                    <a:pt x="1333971" y="705555"/>
                  </a:lnTo>
                  <a:lnTo>
                    <a:pt x="1408548" y="697607"/>
                  </a:lnTo>
                  <a:lnTo>
                    <a:pt x="1477042" y="688742"/>
                  </a:lnTo>
                  <a:lnTo>
                    <a:pt x="1540077" y="678832"/>
                  </a:lnTo>
                  <a:lnTo>
                    <a:pt x="1598484" y="667726"/>
                  </a:lnTo>
                  <a:lnTo>
                    <a:pt x="1653184" y="655262"/>
                  </a:lnTo>
                  <a:lnTo>
                    <a:pt x="1705106" y="641288"/>
                  </a:lnTo>
                  <a:lnTo>
                    <a:pt x="1755108" y="625697"/>
                  </a:lnTo>
                  <a:lnTo>
                    <a:pt x="1768425" y="621188"/>
                  </a:lnTo>
                  <a:lnTo>
                    <a:pt x="1819800" y="602432"/>
                  </a:lnTo>
                  <a:lnTo>
                    <a:pt x="1870675" y="581791"/>
                  </a:lnTo>
                  <a:lnTo>
                    <a:pt x="1921563" y="559237"/>
                  </a:lnTo>
                  <a:lnTo>
                    <a:pt x="1972816" y="534804"/>
                  </a:lnTo>
                  <a:lnTo>
                    <a:pt x="2024646" y="508596"/>
                  </a:lnTo>
                  <a:lnTo>
                    <a:pt x="2077143" y="480790"/>
                  </a:lnTo>
                  <a:lnTo>
                    <a:pt x="2130288" y="451640"/>
                  </a:lnTo>
                  <a:lnTo>
                    <a:pt x="2183973" y="421463"/>
                  </a:lnTo>
                  <a:lnTo>
                    <a:pt x="2238019" y="390633"/>
                  </a:lnTo>
                  <a:lnTo>
                    <a:pt x="2292203" y="359560"/>
                  </a:lnTo>
                  <a:lnTo>
                    <a:pt x="2346286" y="328665"/>
                  </a:lnTo>
                  <a:lnTo>
                    <a:pt x="2400039" y="298363"/>
                  </a:lnTo>
                  <a:lnTo>
                    <a:pt x="2453277" y="269033"/>
                  </a:lnTo>
                  <a:lnTo>
                    <a:pt x="2505877" y="241002"/>
                  </a:lnTo>
                  <a:lnTo>
                    <a:pt x="2557807" y="214535"/>
                  </a:lnTo>
                  <a:lnTo>
                    <a:pt x="2609138" y="189821"/>
                  </a:lnTo>
                  <a:lnTo>
                    <a:pt x="2660063" y="166974"/>
                  </a:lnTo>
                  <a:lnTo>
                    <a:pt x="2710911" y="146040"/>
                  </a:lnTo>
                  <a:lnTo>
                    <a:pt x="2762168" y="126998"/>
                  </a:lnTo>
                  <a:lnTo>
                    <a:pt x="2770117" y="124237"/>
                  </a:lnTo>
                  <a:lnTo>
                    <a:pt x="2819727" y="108201"/>
                  </a:lnTo>
                  <a:lnTo>
                    <a:pt x="2871049" y="93797"/>
                  </a:lnTo>
                  <a:lnTo>
                    <a:pt x="2924906" y="80937"/>
                  </a:lnTo>
                  <a:lnTo>
                    <a:pt x="2982215" y="69479"/>
                  </a:lnTo>
                  <a:lnTo>
                    <a:pt x="3043908" y="59260"/>
                  </a:lnTo>
                  <a:lnTo>
                    <a:pt x="3110850" y="50126"/>
                  </a:lnTo>
                  <a:lnTo>
                    <a:pt x="3183734" y="41940"/>
                  </a:lnTo>
                  <a:lnTo>
                    <a:pt x="3262940" y="34595"/>
                  </a:lnTo>
                  <a:lnTo>
                    <a:pt x="3348352" y="28013"/>
                  </a:lnTo>
                  <a:lnTo>
                    <a:pt x="3439143" y="22147"/>
                  </a:lnTo>
                  <a:lnTo>
                    <a:pt x="3533561" y="16978"/>
                  </a:lnTo>
                  <a:lnTo>
                    <a:pt x="3628806" y="12512"/>
                  </a:lnTo>
                  <a:lnTo>
                    <a:pt x="3721089" y="8765"/>
                  </a:lnTo>
                  <a:lnTo>
                    <a:pt x="3805990" y="5750"/>
                  </a:lnTo>
                  <a:lnTo>
                    <a:pt x="3879134" y="3459"/>
                  </a:lnTo>
                  <a:lnTo>
                    <a:pt x="3937064" y="1845"/>
                  </a:lnTo>
                  <a:lnTo>
                    <a:pt x="3978078" y="823"/>
                  </a:lnTo>
                  <a:lnTo>
                    <a:pt x="4002724" y="272"/>
                  </a:lnTo>
                  <a:lnTo>
                    <a:pt x="4013862" y="46"/>
                  </a:lnTo>
                  <a:lnTo>
                    <a:pt x="4016383" y="0"/>
                  </a:lnTo>
                  <a:lnTo>
                    <a:pt x="4016409" y="0"/>
                  </a:lnTo>
                  <a:lnTo>
                    <a:pt x="4538543" y="0"/>
                  </a:lnTo>
                  <a:lnTo>
                    <a:pt x="4539802" y="24"/>
                  </a:lnTo>
                  <a:lnTo>
                    <a:pt x="4548038" y="196"/>
                  </a:lnTo>
                  <a:lnTo>
                    <a:pt x="4568631" y="671"/>
                  </a:lnTo>
                  <a:lnTo>
                    <a:pt x="4605025" y="1605"/>
                  </a:lnTo>
                  <a:lnTo>
                    <a:pt x="4658410" y="3134"/>
                  </a:lnTo>
                  <a:lnTo>
                    <a:pt x="4727666" y="5361"/>
                  </a:lnTo>
                  <a:lnTo>
                    <a:pt x="4809744" y="8346"/>
                  </a:lnTo>
                  <a:lnTo>
                    <a:pt x="4900433" y="12107"/>
                  </a:lnTo>
                  <a:lnTo>
                    <a:pt x="4995251" y="16635"/>
                  </a:lnTo>
                  <a:lnTo>
                    <a:pt x="5090190" y="21913"/>
                  </a:lnTo>
                  <a:lnTo>
                    <a:pt x="5182165" y="27929"/>
                  </a:lnTo>
                  <a:lnTo>
                    <a:pt x="5269146" y="34696"/>
                  </a:lnTo>
                  <a:lnTo>
                    <a:pt x="5350070" y="42255"/>
                  </a:lnTo>
                  <a:lnTo>
                    <a:pt x="5424650" y="50678"/>
                  </a:lnTo>
                  <a:lnTo>
                    <a:pt x="5493149" y="60073"/>
                  </a:lnTo>
                  <a:lnTo>
                    <a:pt x="5556189" y="70575"/>
                  </a:lnTo>
                  <a:lnTo>
                    <a:pt x="5614599" y="82344"/>
                  </a:lnTo>
                  <a:lnTo>
                    <a:pt x="5669300" y="95551"/>
                  </a:lnTo>
                  <a:lnTo>
                    <a:pt x="5721220" y="110358"/>
                  </a:lnTo>
                  <a:lnTo>
                    <a:pt x="5771215" y="126878"/>
                  </a:lnTo>
                  <a:lnTo>
                    <a:pt x="5784835" y="131767"/>
                  </a:lnTo>
                  <a:lnTo>
                    <a:pt x="5835900" y="151533"/>
                  </a:lnTo>
                  <a:lnTo>
                    <a:pt x="5886468" y="173274"/>
                  </a:lnTo>
                  <a:lnTo>
                    <a:pt x="5937043" y="197019"/>
                  </a:lnTo>
                  <a:lnTo>
                    <a:pt x="5987974" y="222734"/>
                  </a:lnTo>
                  <a:lnTo>
                    <a:pt x="6039472" y="250313"/>
                  </a:lnTo>
                  <a:lnTo>
                    <a:pt x="6091628" y="279572"/>
                  </a:lnTo>
                  <a:lnTo>
                    <a:pt x="6144427" y="310252"/>
                  </a:lnTo>
                  <a:lnTo>
                    <a:pt x="6197765" y="342022"/>
                  </a:lnTo>
                  <a:lnTo>
                    <a:pt x="6251469" y="374497"/>
                  </a:lnTo>
                  <a:lnTo>
                    <a:pt x="6305323" y="407251"/>
                  </a:lnTo>
                  <a:lnTo>
                    <a:pt x="6359091" y="439844"/>
                  </a:lnTo>
                  <a:lnTo>
                    <a:pt x="6412547" y="471845"/>
                  </a:lnTo>
                  <a:lnTo>
                    <a:pt x="6465506" y="502855"/>
                  </a:lnTo>
                  <a:lnTo>
                    <a:pt x="6517841" y="532528"/>
                  </a:lnTo>
                  <a:lnTo>
                    <a:pt x="6569513" y="560583"/>
                  </a:lnTo>
                  <a:lnTo>
                    <a:pt x="6620582" y="586816"/>
                  </a:lnTo>
                  <a:lnTo>
                    <a:pt x="6671225" y="611101"/>
                  </a:lnTo>
                  <a:lnTo>
                    <a:pt x="6721752" y="633383"/>
                  </a:lnTo>
                  <a:lnTo>
                    <a:pt x="6772623" y="653678"/>
                  </a:lnTo>
                  <a:lnTo>
                    <a:pt x="6786527" y="658836"/>
                  </a:lnTo>
                  <a:lnTo>
                    <a:pt x="6836121" y="675839"/>
                  </a:lnTo>
                  <a:lnTo>
                    <a:pt x="6887427" y="691113"/>
                  </a:lnTo>
                  <a:lnTo>
                    <a:pt x="6941265" y="704748"/>
                  </a:lnTo>
                  <a:lnTo>
                    <a:pt x="6998552" y="716899"/>
                  </a:lnTo>
                  <a:lnTo>
                    <a:pt x="7060220" y="727736"/>
                  </a:lnTo>
                  <a:lnTo>
                    <a:pt x="7127131" y="737423"/>
                  </a:lnTo>
                  <a:lnTo>
                    <a:pt x="7199980" y="746103"/>
                  </a:lnTo>
                  <a:lnTo>
                    <a:pt x="7279147" y="753893"/>
                  </a:lnTo>
                  <a:lnTo>
                    <a:pt x="7364518" y="760874"/>
                  </a:lnTo>
                  <a:lnTo>
                    <a:pt x="7455267" y="767096"/>
                  </a:lnTo>
                  <a:lnTo>
                    <a:pt x="7549649" y="772579"/>
                  </a:lnTo>
                  <a:lnTo>
                    <a:pt x="7644868" y="777317"/>
                  </a:lnTo>
                  <a:lnTo>
                    <a:pt x="7737142" y="781292"/>
                  </a:lnTo>
                  <a:lnTo>
                    <a:pt x="7822058" y="784492"/>
                  </a:lnTo>
                  <a:lnTo>
                    <a:pt x="7895240" y="786925"/>
                  </a:lnTo>
                  <a:lnTo>
                    <a:pt x="7953231" y="788639"/>
                  </a:lnTo>
                  <a:lnTo>
                    <a:pt x="7994317" y="789725"/>
                  </a:lnTo>
                  <a:lnTo>
                    <a:pt x="8019038" y="790313"/>
                  </a:lnTo>
                  <a:lnTo>
                    <a:pt x="8030237" y="790553"/>
                  </a:lnTo>
                  <a:lnTo>
                    <a:pt x="8032791" y="790603"/>
                  </a:lnTo>
                  <a:lnTo>
                    <a:pt x="8032819" y="790603"/>
                  </a:lnTo>
                  <a:lnTo>
                    <a:pt x="8554953" y="790603"/>
                  </a:lnTo>
                  <a:lnTo>
                    <a:pt x="8554953" y="790603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877" name="pl877"/>
            <p:cNvSpPr/>
            <p:nvPr/>
          </p:nvSpPr>
          <p:spPr>
            <a:xfrm>
              <a:off x="386606" y="2930521"/>
              <a:ext cx="8554953" cy="790603"/>
            </a:xfrm>
            <a:custGeom>
              <a:avLst/>
              <a:pathLst>
                <a:path w="8554953" h="790603">
                  <a:moveTo>
                    <a:pt x="8554953" y="790603"/>
                  </a:moveTo>
                  <a:lnTo>
                    <a:pt x="8032819" y="790603"/>
                  </a:lnTo>
                  <a:lnTo>
                    <a:pt x="8031560" y="790579"/>
                  </a:lnTo>
                  <a:lnTo>
                    <a:pt x="8023324" y="790407"/>
                  </a:lnTo>
                  <a:lnTo>
                    <a:pt x="8002731" y="789932"/>
                  </a:lnTo>
                  <a:lnTo>
                    <a:pt x="7966337" y="788998"/>
                  </a:lnTo>
                  <a:lnTo>
                    <a:pt x="7912952" y="787469"/>
                  </a:lnTo>
                  <a:lnTo>
                    <a:pt x="7843696" y="785242"/>
                  </a:lnTo>
                  <a:lnTo>
                    <a:pt x="7761618" y="782257"/>
                  </a:lnTo>
                  <a:lnTo>
                    <a:pt x="7670929" y="778496"/>
                  </a:lnTo>
                  <a:lnTo>
                    <a:pt x="7576111" y="773968"/>
                  </a:lnTo>
                  <a:lnTo>
                    <a:pt x="7481171" y="768690"/>
                  </a:lnTo>
                  <a:lnTo>
                    <a:pt x="7389196" y="762674"/>
                  </a:lnTo>
                  <a:lnTo>
                    <a:pt x="7302216" y="755907"/>
                  </a:lnTo>
                  <a:lnTo>
                    <a:pt x="7221291" y="748348"/>
                  </a:lnTo>
                  <a:lnTo>
                    <a:pt x="7146712" y="739925"/>
                  </a:lnTo>
                  <a:lnTo>
                    <a:pt x="7078213" y="730530"/>
                  </a:lnTo>
                  <a:lnTo>
                    <a:pt x="7015172" y="720028"/>
                  </a:lnTo>
                  <a:lnTo>
                    <a:pt x="6956763" y="708259"/>
                  </a:lnTo>
                  <a:lnTo>
                    <a:pt x="6902062" y="695052"/>
                  </a:lnTo>
                  <a:lnTo>
                    <a:pt x="6850142" y="680245"/>
                  </a:lnTo>
                  <a:lnTo>
                    <a:pt x="6800147" y="663725"/>
                  </a:lnTo>
                  <a:lnTo>
                    <a:pt x="6786527" y="658836"/>
                  </a:lnTo>
                  <a:lnTo>
                    <a:pt x="6735462" y="639070"/>
                  </a:lnTo>
                  <a:lnTo>
                    <a:pt x="6684894" y="617329"/>
                  </a:lnTo>
                  <a:lnTo>
                    <a:pt x="6634319" y="593584"/>
                  </a:lnTo>
                  <a:lnTo>
                    <a:pt x="6583388" y="567869"/>
                  </a:lnTo>
                  <a:lnTo>
                    <a:pt x="6531890" y="540290"/>
                  </a:lnTo>
                  <a:lnTo>
                    <a:pt x="6479734" y="511031"/>
                  </a:lnTo>
                  <a:lnTo>
                    <a:pt x="6426935" y="480351"/>
                  </a:lnTo>
                  <a:lnTo>
                    <a:pt x="6373597" y="448580"/>
                  </a:lnTo>
                  <a:lnTo>
                    <a:pt x="6319893" y="416106"/>
                  </a:lnTo>
                  <a:lnTo>
                    <a:pt x="6266039" y="383352"/>
                  </a:lnTo>
                  <a:lnTo>
                    <a:pt x="6212271" y="350759"/>
                  </a:lnTo>
                  <a:lnTo>
                    <a:pt x="6158815" y="318758"/>
                  </a:lnTo>
                  <a:lnTo>
                    <a:pt x="6105856" y="287748"/>
                  </a:lnTo>
                  <a:lnTo>
                    <a:pt x="6053521" y="258075"/>
                  </a:lnTo>
                  <a:lnTo>
                    <a:pt x="6001849" y="230020"/>
                  </a:lnTo>
                  <a:lnTo>
                    <a:pt x="5950780" y="203787"/>
                  </a:lnTo>
                  <a:lnTo>
                    <a:pt x="5900137" y="179502"/>
                  </a:lnTo>
                  <a:lnTo>
                    <a:pt x="5849610" y="157220"/>
                  </a:lnTo>
                  <a:lnTo>
                    <a:pt x="5798739" y="136925"/>
                  </a:lnTo>
                  <a:lnTo>
                    <a:pt x="5784835" y="131767"/>
                  </a:lnTo>
                  <a:lnTo>
                    <a:pt x="5735241" y="114764"/>
                  </a:lnTo>
                  <a:lnTo>
                    <a:pt x="5683935" y="99490"/>
                  </a:lnTo>
                  <a:lnTo>
                    <a:pt x="5630097" y="85854"/>
                  </a:lnTo>
                  <a:lnTo>
                    <a:pt x="5572810" y="73704"/>
                  </a:lnTo>
                  <a:lnTo>
                    <a:pt x="5511142" y="62867"/>
                  </a:lnTo>
                  <a:lnTo>
                    <a:pt x="5444231" y="53180"/>
                  </a:lnTo>
                  <a:lnTo>
                    <a:pt x="5371382" y="44500"/>
                  </a:lnTo>
                  <a:lnTo>
                    <a:pt x="5292215" y="36710"/>
                  </a:lnTo>
                  <a:lnTo>
                    <a:pt x="5206844" y="29729"/>
                  </a:lnTo>
                  <a:lnTo>
                    <a:pt x="5116095" y="23507"/>
                  </a:lnTo>
                  <a:lnTo>
                    <a:pt x="5021713" y="18024"/>
                  </a:lnTo>
                  <a:lnTo>
                    <a:pt x="4926494" y="13286"/>
                  </a:lnTo>
                  <a:lnTo>
                    <a:pt x="4834220" y="9311"/>
                  </a:lnTo>
                  <a:lnTo>
                    <a:pt x="4749304" y="6111"/>
                  </a:lnTo>
                  <a:lnTo>
                    <a:pt x="4676122" y="3678"/>
                  </a:lnTo>
                  <a:lnTo>
                    <a:pt x="4618131" y="1964"/>
                  </a:lnTo>
                  <a:lnTo>
                    <a:pt x="4577045" y="878"/>
                  </a:lnTo>
                  <a:lnTo>
                    <a:pt x="4552324" y="290"/>
                  </a:lnTo>
                  <a:lnTo>
                    <a:pt x="4541125" y="50"/>
                  </a:lnTo>
                  <a:lnTo>
                    <a:pt x="4538571" y="0"/>
                  </a:lnTo>
                  <a:lnTo>
                    <a:pt x="4538543" y="0"/>
                  </a:lnTo>
                  <a:lnTo>
                    <a:pt x="4016409" y="0"/>
                  </a:lnTo>
                  <a:lnTo>
                    <a:pt x="4015149" y="22"/>
                  </a:lnTo>
                  <a:lnTo>
                    <a:pt x="4006906" y="184"/>
                  </a:lnTo>
                  <a:lnTo>
                    <a:pt x="3986295" y="633"/>
                  </a:lnTo>
                  <a:lnTo>
                    <a:pt x="3949872" y="1514"/>
                  </a:lnTo>
                  <a:lnTo>
                    <a:pt x="3896447" y="2957"/>
                  </a:lnTo>
                  <a:lnTo>
                    <a:pt x="3827146" y="5059"/>
                  </a:lnTo>
                  <a:lnTo>
                    <a:pt x="3745021" y="7875"/>
                  </a:lnTo>
                  <a:lnTo>
                    <a:pt x="3654289" y="11424"/>
                  </a:lnTo>
                  <a:lnTo>
                    <a:pt x="3559437" y="15697"/>
                  </a:lnTo>
                  <a:lnTo>
                    <a:pt x="3464473" y="20677"/>
                  </a:lnTo>
                  <a:lnTo>
                    <a:pt x="3372484" y="26354"/>
                  </a:lnTo>
                  <a:lnTo>
                    <a:pt x="3285496" y="32738"/>
                  </a:lnTo>
                  <a:lnTo>
                    <a:pt x="3204571" y="39870"/>
                  </a:lnTo>
                  <a:lnTo>
                    <a:pt x="3129995" y="47818"/>
                  </a:lnTo>
                  <a:lnTo>
                    <a:pt x="3061500" y="56683"/>
                  </a:lnTo>
                  <a:lnTo>
                    <a:pt x="2998465" y="66594"/>
                  </a:lnTo>
                  <a:lnTo>
                    <a:pt x="2940059" y="77700"/>
                  </a:lnTo>
                  <a:lnTo>
                    <a:pt x="2885358" y="90164"/>
                  </a:lnTo>
                  <a:lnTo>
                    <a:pt x="2833436" y="104138"/>
                  </a:lnTo>
                  <a:lnTo>
                    <a:pt x="2783435" y="119729"/>
                  </a:lnTo>
                  <a:lnTo>
                    <a:pt x="2770117" y="124237"/>
                  </a:lnTo>
                  <a:lnTo>
                    <a:pt x="2718742" y="142994"/>
                  </a:lnTo>
                  <a:lnTo>
                    <a:pt x="2667867" y="163635"/>
                  </a:lnTo>
                  <a:lnTo>
                    <a:pt x="2616979" y="186188"/>
                  </a:lnTo>
                  <a:lnTo>
                    <a:pt x="2565727" y="210622"/>
                  </a:lnTo>
                  <a:lnTo>
                    <a:pt x="2513897" y="236830"/>
                  </a:lnTo>
                  <a:lnTo>
                    <a:pt x="2461399" y="264635"/>
                  </a:lnTo>
                  <a:lnTo>
                    <a:pt x="2408254" y="293786"/>
                  </a:lnTo>
                  <a:lnTo>
                    <a:pt x="2354569" y="323963"/>
                  </a:lnTo>
                  <a:lnTo>
                    <a:pt x="2300523" y="354792"/>
                  </a:lnTo>
                  <a:lnTo>
                    <a:pt x="2246339" y="385866"/>
                  </a:lnTo>
                  <a:lnTo>
                    <a:pt x="2192256" y="416760"/>
                  </a:lnTo>
                  <a:lnTo>
                    <a:pt x="2138503" y="447063"/>
                  </a:lnTo>
                  <a:lnTo>
                    <a:pt x="2085265" y="476393"/>
                  </a:lnTo>
                  <a:lnTo>
                    <a:pt x="2032665" y="504423"/>
                  </a:lnTo>
                  <a:lnTo>
                    <a:pt x="1980735" y="530890"/>
                  </a:lnTo>
                  <a:lnTo>
                    <a:pt x="1929404" y="555605"/>
                  </a:lnTo>
                  <a:lnTo>
                    <a:pt x="1878480" y="578451"/>
                  </a:lnTo>
                  <a:lnTo>
                    <a:pt x="1827632" y="599385"/>
                  </a:lnTo>
                  <a:lnTo>
                    <a:pt x="1776374" y="618427"/>
                  </a:lnTo>
                  <a:lnTo>
                    <a:pt x="1768425" y="621188"/>
                  </a:lnTo>
                  <a:lnTo>
                    <a:pt x="1718816" y="637225"/>
                  </a:lnTo>
                  <a:lnTo>
                    <a:pt x="1667493" y="651629"/>
                  </a:lnTo>
                  <a:lnTo>
                    <a:pt x="1613636" y="664488"/>
                  </a:lnTo>
                  <a:lnTo>
                    <a:pt x="1556327" y="675947"/>
                  </a:lnTo>
                  <a:lnTo>
                    <a:pt x="1494634" y="686165"/>
                  </a:lnTo>
                  <a:lnTo>
                    <a:pt x="1427692" y="695300"/>
                  </a:lnTo>
                  <a:lnTo>
                    <a:pt x="1354808" y="703485"/>
                  </a:lnTo>
                  <a:lnTo>
                    <a:pt x="1275603" y="710830"/>
                  </a:lnTo>
                  <a:lnTo>
                    <a:pt x="1190190" y="717412"/>
                  </a:lnTo>
                  <a:lnTo>
                    <a:pt x="1099399" y="723279"/>
                  </a:lnTo>
                  <a:lnTo>
                    <a:pt x="1004981" y="728448"/>
                  </a:lnTo>
                  <a:lnTo>
                    <a:pt x="909736" y="732914"/>
                  </a:lnTo>
                  <a:lnTo>
                    <a:pt x="817453" y="736661"/>
                  </a:lnTo>
                  <a:lnTo>
                    <a:pt x="732552" y="739675"/>
                  </a:lnTo>
                  <a:lnTo>
                    <a:pt x="659408" y="741967"/>
                  </a:lnTo>
                  <a:lnTo>
                    <a:pt x="601478" y="743581"/>
                  </a:lnTo>
                  <a:lnTo>
                    <a:pt x="560465" y="744602"/>
                  </a:lnTo>
                  <a:lnTo>
                    <a:pt x="535818" y="745154"/>
                  </a:lnTo>
                  <a:lnTo>
                    <a:pt x="524681" y="745379"/>
                  </a:lnTo>
                  <a:lnTo>
                    <a:pt x="522159" y="745426"/>
                  </a:lnTo>
                  <a:lnTo>
                    <a:pt x="522133" y="745426"/>
                  </a:lnTo>
                  <a:lnTo>
                    <a:pt x="0" y="745426"/>
                  </a:lnTo>
                  <a:lnTo>
                    <a:pt x="0" y="745426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878" name="pg878"/>
            <p:cNvSpPr/>
            <p:nvPr/>
          </p:nvSpPr>
          <p:spPr>
            <a:xfrm>
              <a:off x="386606" y="479648"/>
              <a:ext cx="8554953" cy="3207593"/>
            </a:xfrm>
            <a:custGeom>
              <a:avLst/>
              <a:pathLst>
                <a:path w="8554953" h="3207593">
                  <a:moveTo>
                    <a:pt x="0" y="3207593"/>
                  </a:moveTo>
                  <a:lnTo>
                    <a:pt x="522133" y="3207593"/>
                  </a:lnTo>
                  <a:lnTo>
                    <a:pt x="523396" y="3207573"/>
                  </a:lnTo>
                  <a:lnTo>
                    <a:pt x="531653" y="3207433"/>
                  </a:lnTo>
                  <a:lnTo>
                    <a:pt x="552300" y="3207044"/>
                  </a:lnTo>
                  <a:lnTo>
                    <a:pt x="588783" y="3206282"/>
                  </a:lnTo>
                  <a:lnTo>
                    <a:pt x="642289" y="3205034"/>
                  </a:lnTo>
                  <a:lnTo>
                    <a:pt x="711683" y="3203215"/>
                  </a:lnTo>
                  <a:lnTo>
                    <a:pt x="793904" y="3200779"/>
                  </a:lnTo>
                  <a:lnTo>
                    <a:pt x="884722" y="3197709"/>
                  </a:lnTo>
                  <a:lnTo>
                    <a:pt x="979643" y="3194013"/>
                  </a:lnTo>
                  <a:lnTo>
                    <a:pt x="1074657" y="3189706"/>
                  </a:lnTo>
                  <a:lnTo>
                    <a:pt x="1166677" y="3184796"/>
                  </a:lnTo>
                  <a:lnTo>
                    <a:pt x="1253677" y="3179274"/>
                  </a:lnTo>
                  <a:lnTo>
                    <a:pt x="1334603" y="3173106"/>
                  </a:lnTo>
                  <a:lnTo>
                    <a:pt x="1409174" y="3166231"/>
                  </a:lnTo>
                  <a:lnTo>
                    <a:pt x="1477658" y="3158563"/>
                  </a:lnTo>
                  <a:lnTo>
                    <a:pt x="1540684" y="3149989"/>
                  </a:lnTo>
                  <a:lnTo>
                    <a:pt x="1599084" y="3140380"/>
                  </a:lnTo>
                  <a:lnTo>
                    <a:pt x="1653783" y="3129595"/>
                  </a:lnTo>
                  <a:lnTo>
                    <a:pt x="1705711" y="3117503"/>
                  </a:lnTo>
                  <a:lnTo>
                    <a:pt x="1755725" y="3104013"/>
                  </a:lnTo>
                  <a:lnTo>
                    <a:pt x="1768425" y="3100296"/>
                  </a:lnTo>
                  <a:lnTo>
                    <a:pt x="1820461" y="3083877"/>
                  </a:lnTo>
                  <a:lnTo>
                    <a:pt x="1871992" y="3065788"/>
                  </a:lnTo>
                  <a:lnTo>
                    <a:pt x="1923547" y="3046003"/>
                  </a:lnTo>
                  <a:lnTo>
                    <a:pt x="1975486" y="3024555"/>
                  </a:lnTo>
                  <a:lnTo>
                    <a:pt x="2028026" y="3001541"/>
                  </a:lnTo>
                  <a:lnTo>
                    <a:pt x="2081252" y="2977125"/>
                  </a:lnTo>
                  <a:lnTo>
                    <a:pt x="2135138" y="2951536"/>
                  </a:lnTo>
                  <a:lnTo>
                    <a:pt x="2189563" y="2925067"/>
                  </a:lnTo>
                  <a:lnTo>
                    <a:pt x="2244336" y="2898055"/>
                  </a:lnTo>
                  <a:lnTo>
                    <a:pt x="2299222" y="2870871"/>
                  </a:lnTo>
                  <a:lnTo>
                    <a:pt x="2353973" y="2843894"/>
                  </a:lnTo>
                  <a:lnTo>
                    <a:pt x="2408355" y="2817491"/>
                  </a:lnTo>
                  <a:lnTo>
                    <a:pt x="2462184" y="2791999"/>
                  </a:lnTo>
                  <a:lnTo>
                    <a:pt x="2515347" y="2767702"/>
                  </a:lnTo>
                  <a:lnTo>
                    <a:pt x="2567827" y="2744825"/>
                  </a:lnTo>
                  <a:lnTo>
                    <a:pt x="2619720" y="2723526"/>
                  </a:lnTo>
                  <a:lnTo>
                    <a:pt x="2671256" y="2703896"/>
                  </a:lnTo>
                  <a:lnTo>
                    <a:pt x="2722808" y="2685961"/>
                  </a:lnTo>
                  <a:lnTo>
                    <a:pt x="2770117" y="2671111"/>
                  </a:lnTo>
                  <a:lnTo>
                    <a:pt x="2819758" y="2657254"/>
                  </a:lnTo>
                  <a:lnTo>
                    <a:pt x="2871114" y="2644807"/>
                  </a:lnTo>
                  <a:lnTo>
                    <a:pt x="2925010" y="2633696"/>
                  </a:lnTo>
                  <a:lnTo>
                    <a:pt x="2982364" y="2623797"/>
                  </a:lnTo>
                  <a:lnTo>
                    <a:pt x="3044109" y="2614969"/>
                  </a:lnTo>
                  <a:lnTo>
                    <a:pt x="3111112" y="2607078"/>
                  </a:lnTo>
                  <a:lnTo>
                    <a:pt x="3184067" y="2600007"/>
                  </a:lnTo>
                  <a:lnTo>
                    <a:pt x="3263352" y="2593663"/>
                  </a:lnTo>
                  <a:lnTo>
                    <a:pt x="3348850" y="2587979"/>
                  </a:lnTo>
                  <a:lnTo>
                    <a:pt x="3439725" y="2582912"/>
                  </a:lnTo>
                  <a:lnTo>
                    <a:pt x="3534218" y="2578450"/>
                  </a:lnTo>
                  <a:lnTo>
                    <a:pt x="3629516" y="2574595"/>
                  </a:lnTo>
                  <a:lnTo>
                    <a:pt x="3721816" y="2571362"/>
                  </a:lnTo>
                  <a:lnTo>
                    <a:pt x="3806689" y="2568762"/>
                  </a:lnTo>
                  <a:lnTo>
                    <a:pt x="3879753" y="2566787"/>
                  </a:lnTo>
                  <a:lnTo>
                    <a:pt x="3937560" y="2565398"/>
                  </a:lnTo>
                  <a:lnTo>
                    <a:pt x="3978423" y="2564520"/>
                  </a:lnTo>
                  <a:lnTo>
                    <a:pt x="4002917" y="2564047"/>
                  </a:lnTo>
                  <a:lnTo>
                    <a:pt x="4013931" y="2563855"/>
                  </a:lnTo>
                  <a:lnTo>
                    <a:pt x="4016409" y="2563815"/>
                  </a:lnTo>
                  <a:lnTo>
                    <a:pt x="4538543" y="2563815"/>
                  </a:lnTo>
                  <a:lnTo>
                    <a:pt x="4539713" y="2563743"/>
                  </a:lnTo>
                  <a:lnTo>
                    <a:pt x="4547381" y="2563227"/>
                  </a:lnTo>
                  <a:lnTo>
                    <a:pt x="4566602" y="2561801"/>
                  </a:lnTo>
                  <a:lnTo>
                    <a:pt x="4600694" y="2558998"/>
                  </a:lnTo>
                  <a:lnTo>
                    <a:pt x="4650950" y="2554399"/>
                  </a:lnTo>
                  <a:lnTo>
                    <a:pt x="4716554" y="2547682"/>
                  </a:lnTo>
                  <a:lnTo>
                    <a:pt x="4794881" y="2538651"/>
                  </a:lnTo>
                  <a:lnTo>
                    <a:pt x="4882133" y="2527231"/>
                  </a:lnTo>
                  <a:lnTo>
                    <a:pt x="4974134" y="2513440"/>
                  </a:lnTo>
                  <a:lnTo>
                    <a:pt x="5067025" y="2497330"/>
                  </a:lnTo>
                  <a:lnTo>
                    <a:pt x="5157721" y="2478943"/>
                  </a:lnTo>
                  <a:lnTo>
                    <a:pt x="5244086" y="2458264"/>
                  </a:lnTo>
                  <a:lnTo>
                    <a:pt x="5324898" y="2435196"/>
                  </a:lnTo>
                  <a:lnTo>
                    <a:pt x="5399691" y="2409549"/>
                  </a:lnTo>
                  <a:lnTo>
                    <a:pt x="5468565" y="2381036"/>
                  </a:lnTo>
                  <a:lnTo>
                    <a:pt x="5531995" y="2349278"/>
                  </a:lnTo>
                  <a:lnTo>
                    <a:pt x="5590694" y="2313820"/>
                  </a:lnTo>
                  <a:lnTo>
                    <a:pt x="5645492" y="2274157"/>
                  </a:lnTo>
                  <a:lnTo>
                    <a:pt x="5697258" y="2229778"/>
                  </a:lnTo>
                  <a:lnTo>
                    <a:pt x="5746826" y="2180260"/>
                  </a:lnTo>
                  <a:lnTo>
                    <a:pt x="5784835" y="2137454"/>
                  </a:lnTo>
                  <a:lnTo>
                    <a:pt x="5823534" y="2089650"/>
                  </a:lnTo>
                  <a:lnTo>
                    <a:pt x="5861867" y="2038217"/>
                  </a:lnTo>
                  <a:lnTo>
                    <a:pt x="5900079" y="1983082"/>
                  </a:lnTo>
                  <a:lnTo>
                    <a:pt x="5938360" y="1924236"/>
                  </a:lnTo>
                  <a:lnTo>
                    <a:pt x="5976852" y="1861739"/>
                  </a:lnTo>
                  <a:lnTo>
                    <a:pt x="6015651" y="1795731"/>
                  </a:lnTo>
                  <a:lnTo>
                    <a:pt x="6054812" y="1726432"/>
                  </a:lnTo>
                  <a:lnTo>
                    <a:pt x="6094356" y="1654145"/>
                  </a:lnTo>
                  <a:lnTo>
                    <a:pt x="6134267" y="1579251"/>
                  </a:lnTo>
                  <a:lnTo>
                    <a:pt x="6174503" y="1502208"/>
                  </a:lnTo>
                  <a:lnTo>
                    <a:pt x="6214997" y="1423535"/>
                  </a:lnTo>
                  <a:lnTo>
                    <a:pt x="6255664" y="1343803"/>
                  </a:lnTo>
                  <a:lnTo>
                    <a:pt x="6296406" y="1263616"/>
                  </a:lnTo>
                  <a:lnTo>
                    <a:pt x="6337121" y="1183592"/>
                  </a:lnTo>
                  <a:lnTo>
                    <a:pt x="6377708" y="1104345"/>
                  </a:lnTo>
                  <a:lnTo>
                    <a:pt x="6418076" y="1026461"/>
                  </a:lnTo>
                  <a:lnTo>
                    <a:pt x="6458148" y="950489"/>
                  </a:lnTo>
                  <a:lnTo>
                    <a:pt x="6497869" y="876914"/>
                  </a:lnTo>
                  <a:lnTo>
                    <a:pt x="6537211" y="806157"/>
                  </a:lnTo>
                  <a:lnTo>
                    <a:pt x="6576177" y="738558"/>
                  </a:lnTo>
                  <a:lnTo>
                    <a:pt x="6614805" y="674377"/>
                  </a:lnTo>
                  <a:lnTo>
                    <a:pt x="6653171" y="613789"/>
                  </a:lnTo>
                  <a:lnTo>
                    <a:pt x="6691396" y="556893"/>
                  </a:lnTo>
                  <a:lnTo>
                    <a:pt x="6729644" y="503712"/>
                  </a:lnTo>
                  <a:lnTo>
                    <a:pt x="6768136" y="454203"/>
                  </a:lnTo>
                  <a:lnTo>
                    <a:pt x="6786527" y="432008"/>
                  </a:lnTo>
                  <a:lnTo>
                    <a:pt x="6834884" y="378276"/>
                  </a:lnTo>
                  <a:lnTo>
                    <a:pt x="6884852" y="329872"/>
                  </a:lnTo>
                  <a:lnTo>
                    <a:pt x="6937188" y="286532"/>
                  </a:lnTo>
                  <a:lnTo>
                    <a:pt x="6992740" y="247802"/>
                  </a:lnTo>
                  <a:lnTo>
                    <a:pt x="7052373" y="213168"/>
                  </a:lnTo>
                  <a:lnTo>
                    <a:pt x="7116903" y="182133"/>
                  </a:lnTo>
                  <a:lnTo>
                    <a:pt x="7187000" y="154255"/>
                  </a:lnTo>
                  <a:lnTo>
                    <a:pt x="7263075" y="129175"/>
                  </a:lnTo>
                  <a:lnTo>
                    <a:pt x="7345124" y="106626"/>
                  </a:lnTo>
                  <a:lnTo>
                    <a:pt x="7432537" y="86436"/>
                  </a:lnTo>
                  <a:lnTo>
                    <a:pt x="7523908" y="68530"/>
                  </a:lnTo>
                  <a:lnTo>
                    <a:pt x="7616898" y="52907"/>
                  </a:lnTo>
                  <a:lnTo>
                    <a:pt x="7708235" y="39614"/>
                  </a:lnTo>
                  <a:lnTo>
                    <a:pt x="7793946" y="28701"/>
                  </a:lnTo>
                  <a:lnTo>
                    <a:pt x="7869869" y="20170"/>
                  </a:lnTo>
                  <a:lnTo>
                    <a:pt x="7932390" y="13922"/>
                  </a:lnTo>
                  <a:lnTo>
                    <a:pt x="7979222" y="9734"/>
                  </a:lnTo>
                  <a:lnTo>
                    <a:pt x="8009987" y="7260"/>
                  </a:lnTo>
                  <a:lnTo>
                    <a:pt x="8026422" y="6066"/>
                  </a:lnTo>
                  <a:lnTo>
                    <a:pt x="8032239" y="5682"/>
                  </a:lnTo>
                  <a:lnTo>
                    <a:pt x="8032819" y="5647"/>
                  </a:lnTo>
                  <a:lnTo>
                    <a:pt x="8554953" y="5647"/>
                  </a:lnTo>
                  <a:lnTo>
                    <a:pt x="8554953" y="0"/>
                  </a:lnTo>
                  <a:lnTo>
                    <a:pt x="8032819" y="0"/>
                  </a:lnTo>
                  <a:lnTo>
                    <a:pt x="8031649" y="72"/>
                  </a:lnTo>
                  <a:lnTo>
                    <a:pt x="8023981" y="588"/>
                  </a:lnTo>
                  <a:lnTo>
                    <a:pt x="8004760" y="2014"/>
                  </a:lnTo>
                  <a:lnTo>
                    <a:pt x="7970668" y="4817"/>
                  </a:lnTo>
                  <a:lnTo>
                    <a:pt x="7920412" y="9416"/>
                  </a:lnTo>
                  <a:lnTo>
                    <a:pt x="7854808" y="16133"/>
                  </a:lnTo>
                  <a:lnTo>
                    <a:pt x="7776481" y="25164"/>
                  </a:lnTo>
                  <a:lnTo>
                    <a:pt x="7689228" y="36583"/>
                  </a:lnTo>
                  <a:lnTo>
                    <a:pt x="7597228" y="50375"/>
                  </a:lnTo>
                  <a:lnTo>
                    <a:pt x="7504337" y="66484"/>
                  </a:lnTo>
                  <a:lnTo>
                    <a:pt x="7413641" y="84871"/>
                  </a:lnTo>
                  <a:lnTo>
                    <a:pt x="7327276" y="105551"/>
                  </a:lnTo>
                  <a:lnTo>
                    <a:pt x="7246464" y="128619"/>
                  </a:lnTo>
                  <a:lnTo>
                    <a:pt x="7171671" y="154266"/>
                  </a:lnTo>
                  <a:lnTo>
                    <a:pt x="7102797" y="182779"/>
                  </a:lnTo>
                  <a:lnTo>
                    <a:pt x="7039367" y="214536"/>
                  </a:lnTo>
                  <a:lnTo>
                    <a:pt x="6980668" y="249994"/>
                  </a:lnTo>
                  <a:lnTo>
                    <a:pt x="6925870" y="289658"/>
                  </a:lnTo>
                  <a:lnTo>
                    <a:pt x="6874104" y="334036"/>
                  </a:lnTo>
                  <a:lnTo>
                    <a:pt x="6824536" y="383555"/>
                  </a:lnTo>
                  <a:lnTo>
                    <a:pt x="6786527" y="426361"/>
                  </a:lnTo>
                  <a:lnTo>
                    <a:pt x="6747828" y="474165"/>
                  </a:lnTo>
                  <a:lnTo>
                    <a:pt x="6709495" y="525597"/>
                  </a:lnTo>
                  <a:lnTo>
                    <a:pt x="6671283" y="580732"/>
                  </a:lnTo>
                  <a:lnTo>
                    <a:pt x="6633001" y="639579"/>
                  </a:lnTo>
                  <a:lnTo>
                    <a:pt x="6594510" y="702076"/>
                  </a:lnTo>
                  <a:lnTo>
                    <a:pt x="6555711" y="768084"/>
                  </a:lnTo>
                  <a:lnTo>
                    <a:pt x="6516550" y="837383"/>
                  </a:lnTo>
                  <a:lnTo>
                    <a:pt x="6477006" y="909670"/>
                  </a:lnTo>
                  <a:lnTo>
                    <a:pt x="6437095" y="984564"/>
                  </a:lnTo>
                  <a:lnTo>
                    <a:pt x="6396859" y="1061607"/>
                  </a:lnTo>
                  <a:lnTo>
                    <a:pt x="6356365" y="1140280"/>
                  </a:lnTo>
                  <a:lnTo>
                    <a:pt x="6315698" y="1220011"/>
                  </a:lnTo>
                  <a:lnTo>
                    <a:pt x="6274956" y="1300198"/>
                  </a:lnTo>
                  <a:lnTo>
                    <a:pt x="6234241" y="1380222"/>
                  </a:lnTo>
                  <a:lnTo>
                    <a:pt x="6193654" y="1459470"/>
                  </a:lnTo>
                  <a:lnTo>
                    <a:pt x="6153286" y="1537353"/>
                  </a:lnTo>
                  <a:lnTo>
                    <a:pt x="6113214" y="1613326"/>
                  </a:lnTo>
                  <a:lnTo>
                    <a:pt x="6073493" y="1686900"/>
                  </a:lnTo>
                  <a:lnTo>
                    <a:pt x="6034151" y="1757657"/>
                  </a:lnTo>
                  <a:lnTo>
                    <a:pt x="5995185" y="1825256"/>
                  </a:lnTo>
                  <a:lnTo>
                    <a:pt x="5956557" y="1889438"/>
                  </a:lnTo>
                  <a:lnTo>
                    <a:pt x="5918191" y="1950026"/>
                  </a:lnTo>
                  <a:lnTo>
                    <a:pt x="5879966" y="2006922"/>
                  </a:lnTo>
                  <a:lnTo>
                    <a:pt x="5841718" y="2060102"/>
                  </a:lnTo>
                  <a:lnTo>
                    <a:pt x="5803226" y="2109612"/>
                  </a:lnTo>
                  <a:lnTo>
                    <a:pt x="5784835" y="2131807"/>
                  </a:lnTo>
                  <a:lnTo>
                    <a:pt x="5736478" y="2185539"/>
                  </a:lnTo>
                  <a:lnTo>
                    <a:pt x="5686510" y="2233943"/>
                  </a:lnTo>
                  <a:lnTo>
                    <a:pt x="5634174" y="2277283"/>
                  </a:lnTo>
                  <a:lnTo>
                    <a:pt x="5578622" y="2316013"/>
                  </a:lnTo>
                  <a:lnTo>
                    <a:pt x="5518989" y="2350646"/>
                  </a:lnTo>
                  <a:lnTo>
                    <a:pt x="5454459" y="2381682"/>
                  </a:lnTo>
                  <a:lnTo>
                    <a:pt x="5384362" y="2409559"/>
                  </a:lnTo>
                  <a:lnTo>
                    <a:pt x="5308287" y="2434639"/>
                  </a:lnTo>
                  <a:lnTo>
                    <a:pt x="5226238" y="2457189"/>
                  </a:lnTo>
                  <a:lnTo>
                    <a:pt x="5138825" y="2477378"/>
                  </a:lnTo>
                  <a:lnTo>
                    <a:pt x="5047454" y="2495284"/>
                  </a:lnTo>
                  <a:lnTo>
                    <a:pt x="4954464" y="2510908"/>
                  </a:lnTo>
                  <a:lnTo>
                    <a:pt x="4863127" y="2524201"/>
                  </a:lnTo>
                  <a:lnTo>
                    <a:pt x="4777416" y="2535114"/>
                  </a:lnTo>
                  <a:lnTo>
                    <a:pt x="4701493" y="2543645"/>
                  </a:lnTo>
                  <a:lnTo>
                    <a:pt x="4638972" y="2549893"/>
                  </a:lnTo>
                  <a:lnTo>
                    <a:pt x="4592140" y="2554081"/>
                  </a:lnTo>
                  <a:lnTo>
                    <a:pt x="4561375" y="2556555"/>
                  </a:lnTo>
                  <a:lnTo>
                    <a:pt x="4544940" y="2557749"/>
                  </a:lnTo>
                  <a:lnTo>
                    <a:pt x="4539123" y="2558133"/>
                  </a:lnTo>
                  <a:lnTo>
                    <a:pt x="4538543" y="2558168"/>
                  </a:lnTo>
                  <a:lnTo>
                    <a:pt x="4016409" y="2558168"/>
                  </a:lnTo>
                  <a:lnTo>
                    <a:pt x="4015146" y="2558188"/>
                  </a:lnTo>
                  <a:lnTo>
                    <a:pt x="4006889" y="2558328"/>
                  </a:lnTo>
                  <a:lnTo>
                    <a:pt x="3986242" y="2558716"/>
                  </a:lnTo>
                  <a:lnTo>
                    <a:pt x="3949759" y="2559479"/>
                  </a:lnTo>
                  <a:lnTo>
                    <a:pt x="3896254" y="2560727"/>
                  </a:lnTo>
                  <a:lnTo>
                    <a:pt x="3826859" y="2562545"/>
                  </a:lnTo>
                  <a:lnTo>
                    <a:pt x="3744639" y="2564982"/>
                  </a:lnTo>
                  <a:lnTo>
                    <a:pt x="3653820" y="2568052"/>
                  </a:lnTo>
                  <a:lnTo>
                    <a:pt x="3558899" y="2571748"/>
                  </a:lnTo>
                  <a:lnTo>
                    <a:pt x="3463885" y="2576055"/>
                  </a:lnTo>
                  <a:lnTo>
                    <a:pt x="3371866" y="2580964"/>
                  </a:lnTo>
                  <a:lnTo>
                    <a:pt x="3284865" y="2586486"/>
                  </a:lnTo>
                  <a:lnTo>
                    <a:pt x="3203939" y="2592655"/>
                  </a:lnTo>
                  <a:lnTo>
                    <a:pt x="3129368" y="2599530"/>
                  </a:lnTo>
                  <a:lnTo>
                    <a:pt x="3060884" y="2607198"/>
                  </a:lnTo>
                  <a:lnTo>
                    <a:pt x="2997858" y="2615772"/>
                  </a:lnTo>
                  <a:lnTo>
                    <a:pt x="2939459" y="2625381"/>
                  </a:lnTo>
                  <a:lnTo>
                    <a:pt x="2884760" y="2636166"/>
                  </a:lnTo>
                  <a:lnTo>
                    <a:pt x="2832831" y="2648257"/>
                  </a:lnTo>
                  <a:lnTo>
                    <a:pt x="2782817" y="2661748"/>
                  </a:lnTo>
                  <a:lnTo>
                    <a:pt x="2770117" y="2665464"/>
                  </a:lnTo>
                  <a:lnTo>
                    <a:pt x="2718081" y="2681883"/>
                  </a:lnTo>
                  <a:lnTo>
                    <a:pt x="2666550" y="2699973"/>
                  </a:lnTo>
                  <a:lnTo>
                    <a:pt x="2614996" y="2719758"/>
                  </a:lnTo>
                  <a:lnTo>
                    <a:pt x="2563056" y="2741205"/>
                  </a:lnTo>
                  <a:lnTo>
                    <a:pt x="2510516" y="2764219"/>
                  </a:lnTo>
                  <a:lnTo>
                    <a:pt x="2457290" y="2788636"/>
                  </a:lnTo>
                  <a:lnTo>
                    <a:pt x="2403404" y="2814225"/>
                  </a:lnTo>
                  <a:lnTo>
                    <a:pt x="2348980" y="2840694"/>
                  </a:lnTo>
                  <a:lnTo>
                    <a:pt x="2294206" y="2867706"/>
                  </a:lnTo>
                  <a:lnTo>
                    <a:pt x="2239320" y="2894890"/>
                  </a:lnTo>
                  <a:lnTo>
                    <a:pt x="2184569" y="2921867"/>
                  </a:lnTo>
                  <a:lnTo>
                    <a:pt x="2130187" y="2948270"/>
                  </a:lnTo>
                  <a:lnTo>
                    <a:pt x="2076358" y="2973762"/>
                  </a:lnTo>
                  <a:lnTo>
                    <a:pt x="2023195" y="2998059"/>
                  </a:lnTo>
                  <a:lnTo>
                    <a:pt x="1970716" y="3020936"/>
                  </a:lnTo>
                  <a:lnTo>
                    <a:pt x="1918822" y="3042234"/>
                  </a:lnTo>
                  <a:lnTo>
                    <a:pt x="1867287" y="3061865"/>
                  </a:lnTo>
                  <a:lnTo>
                    <a:pt x="1815734" y="3079800"/>
                  </a:lnTo>
                  <a:lnTo>
                    <a:pt x="1768425" y="3094649"/>
                  </a:lnTo>
                  <a:lnTo>
                    <a:pt x="1718784" y="3108507"/>
                  </a:lnTo>
                  <a:lnTo>
                    <a:pt x="1667428" y="3120954"/>
                  </a:lnTo>
                  <a:lnTo>
                    <a:pt x="1613532" y="3132064"/>
                  </a:lnTo>
                  <a:lnTo>
                    <a:pt x="1556179" y="3141964"/>
                  </a:lnTo>
                  <a:lnTo>
                    <a:pt x="1494433" y="3150792"/>
                  </a:lnTo>
                  <a:lnTo>
                    <a:pt x="1427430" y="3158683"/>
                  </a:lnTo>
                  <a:lnTo>
                    <a:pt x="1354475" y="3165753"/>
                  </a:lnTo>
                  <a:lnTo>
                    <a:pt x="1275190" y="3172097"/>
                  </a:lnTo>
                  <a:lnTo>
                    <a:pt x="1189693" y="3177782"/>
                  </a:lnTo>
                  <a:lnTo>
                    <a:pt x="1098817" y="3182848"/>
                  </a:lnTo>
                  <a:lnTo>
                    <a:pt x="1004324" y="3187311"/>
                  </a:lnTo>
                  <a:lnTo>
                    <a:pt x="909026" y="3191166"/>
                  </a:lnTo>
                  <a:lnTo>
                    <a:pt x="816726" y="3194399"/>
                  </a:lnTo>
                  <a:lnTo>
                    <a:pt x="731853" y="3196999"/>
                  </a:lnTo>
                  <a:lnTo>
                    <a:pt x="658789" y="3198974"/>
                  </a:lnTo>
                  <a:lnTo>
                    <a:pt x="600982" y="3200363"/>
                  </a:lnTo>
                  <a:lnTo>
                    <a:pt x="560119" y="3201241"/>
                  </a:lnTo>
                  <a:lnTo>
                    <a:pt x="535625" y="3201714"/>
                  </a:lnTo>
                  <a:lnTo>
                    <a:pt x="524611" y="3201906"/>
                  </a:lnTo>
                  <a:lnTo>
                    <a:pt x="522133" y="3201946"/>
                  </a:lnTo>
                  <a:lnTo>
                    <a:pt x="0" y="3201946"/>
                  </a:lnTo>
                  <a:close/>
                </a:path>
              </a:pathLst>
            </a:custGeom>
            <a:solidFill>
              <a:srgbClr val="F28E5B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879" name="pl879"/>
            <p:cNvSpPr/>
            <p:nvPr/>
          </p:nvSpPr>
          <p:spPr>
            <a:xfrm>
              <a:off x="386606" y="485296"/>
              <a:ext cx="8554953" cy="3201946"/>
            </a:xfrm>
            <a:custGeom>
              <a:avLst/>
              <a:pathLst>
                <a:path w="8554953" h="3201946">
                  <a:moveTo>
                    <a:pt x="0" y="3201946"/>
                  </a:moveTo>
                  <a:lnTo>
                    <a:pt x="522133" y="3201946"/>
                  </a:lnTo>
                  <a:lnTo>
                    <a:pt x="523396" y="3201926"/>
                  </a:lnTo>
                  <a:lnTo>
                    <a:pt x="531653" y="3201785"/>
                  </a:lnTo>
                  <a:lnTo>
                    <a:pt x="552300" y="3201397"/>
                  </a:lnTo>
                  <a:lnTo>
                    <a:pt x="588783" y="3200635"/>
                  </a:lnTo>
                  <a:lnTo>
                    <a:pt x="642289" y="3199386"/>
                  </a:lnTo>
                  <a:lnTo>
                    <a:pt x="711683" y="3197568"/>
                  </a:lnTo>
                  <a:lnTo>
                    <a:pt x="793904" y="3195132"/>
                  </a:lnTo>
                  <a:lnTo>
                    <a:pt x="884722" y="3192062"/>
                  </a:lnTo>
                  <a:lnTo>
                    <a:pt x="979643" y="3188366"/>
                  </a:lnTo>
                  <a:lnTo>
                    <a:pt x="1074657" y="3184059"/>
                  </a:lnTo>
                  <a:lnTo>
                    <a:pt x="1166677" y="3179149"/>
                  </a:lnTo>
                  <a:lnTo>
                    <a:pt x="1253677" y="3173627"/>
                  </a:lnTo>
                  <a:lnTo>
                    <a:pt x="1334603" y="3167459"/>
                  </a:lnTo>
                  <a:lnTo>
                    <a:pt x="1409174" y="3160584"/>
                  </a:lnTo>
                  <a:lnTo>
                    <a:pt x="1477658" y="3152915"/>
                  </a:lnTo>
                  <a:lnTo>
                    <a:pt x="1540684" y="3144342"/>
                  </a:lnTo>
                  <a:lnTo>
                    <a:pt x="1599084" y="3134732"/>
                  </a:lnTo>
                  <a:lnTo>
                    <a:pt x="1653783" y="3123948"/>
                  </a:lnTo>
                  <a:lnTo>
                    <a:pt x="1705711" y="3111856"/>
                  </a:lnTo>
                  <a:lnTo>
                    <a:pt x="1755725" y="3098365"/>
                  </a:lnTo>
                  <a:lnTo>
                    <a:pt x="1768425" y="3094649"/>
                  </a:lnTo>
                  <a:lnTo>
                    <a:pt x="1820461" y="3078230"/>
                  </a:lnTo>
                  <a:lnTo>
                    <a:pt x="1871992" y="3060140"/>
                  </a:lnTo>
                  <a:lnTo>
                    <a:pt x="1923547" y="3040356"/>
                  </a:lnTo>
                  <a:lnTo>
                    <a:pt x="1975486" y="3018908"/>
                  </a:lnTo>
                  <a:lnTo>
                    <a:pt x="2028026" y="2995894"/>
                  </a:lnTo>
                  <a:lnTo>
                    <a:pt x="2081252" y="2971477"/>
                  </a:lnTo>
                  <a:lnTo>
                    <a:pt x="2135138" y="2945889"/>
                  </a:lnTo>
                  <a:lnTo>
                    <a:pt x="2189563" y="2919419"/>
                  </a:lnTo>
                  <a:lnTo>
                    <a:pt x="2244336" y="2892408"/>
                  </a:lnTo>
                  <a:lnTo>
                    <a:pt x="2299222" y="2865224"/>
                  </a:lnTo>
                  <a:lnTo>
                    <a:pt x="2353973" y="2838246"/>
                  </a:lnTo>
                  <a:lnTo>
                    <a:pt x="2408355" y="2811844"/>
                  </a:lnTo>
                  <a:lnTo>
                    <a:pt x="2462184" y="2786351"/>
                  </a:lnTo>
                  <a:lnTo>
                    <a:pt x="2515347" y="2762054"/>
                  </a:lnTo>
                  <a:lnTo>
                    <a:pt x="2567827" y="2739178"/>
                  </a:lnTo>
                  <a:lnTo>
                    <a:pt x="2619720" y="2717879"/>
                  </a:lnTo>
                  <a:lnTo>
                    <a:pt x="2671256" y="2698249"/>
                  </a:lnTo>
                  <a:lnTo>
                    <a:pt x="2722808" y="2680314"/>
                  </a:lnTo>
                  <a:lnTo>
                    <a:pt x="2770117" y="2665464"/>
                  </a:lnTo>
                  <a:lnTo>
                    <a:pt x="2819758" y="2651607"/>
                  </a:lnTo>
                  <a:lnTo>
                    <a:pt x="2871114" y="2639160"/>
                  </a:lnTo>
                  <a:lnTo>
                    <a:pt x="2925010" y="2628049"/>
                  </a:lnTo>
                  <a:lnTo>
                    <a:pt x="2982364" y="2618150"/>
                  </a:lnTo>
                  <a:lnTo>
                    <a:pt x="3044109" y="2609322"/>
                  </a:lnTo>
                  <a:lnTo>
                    <a:pt x="3111112" y="2601431"/>
                  </a:lnTo>
                  <a:lnTo>
                    <a:pt x="3184067" y="2594360"/>
                  </a:lnTo>
                  <a:lnTo>
                    <a:pt x="3263352" y="2588016"/>
                  </a:lnTo>
                  <a:lnTo>
                    <a:pt x="3348850" y="2582331"/>
                  </a:lnTo>
                  <a:lnTo>
                    <a:pt x="3439725" y="2577265"/>
                  </a:lnTo>
                  <a:lnTo>
                    <a:pt x="3534218" y="2572802"/>
                  </a:lnTo>
                  <a:lnTo>
                    <a:pt x="3629516" y="2568947"/>
                  </a:lnTo>
                  <a:lnTo>
                    <a:pt x="3721816" y="2565714"/>
                  </a:lnTo>
                  <a:lnTo>
                    <a:pt x="3806689" y="2563115"/>
                  </a:lnTo>
                  <a:lnTo>
                    <a:pt x="3879753" y="2561140"/>
                  </a:lnTo>
                  <a:lnTo>
                    <a:pt x="3937560" y="2559751"/>
                  </a:lnTo>
                  <a:lnTo>
                    <a:pt x="3978423" y="2558873"/>
                  </a:lnTo>
                  <a:lnTo>
                    <a:pt x="4002917" y="2558399"/>
                  </a:lnTo>
                  <a:lnTo>
                    <a:pt x="4013931" y="2558207"/>
                  </a:lnTo>
                  <a:lnTo>
                    <a:pt x="4016387" y="2558168"/>
                  </a:lnTo>
                  <a:lnTo>
                    <a:pt x="4016409" y="2558168"/>
                  </a:lnTo>
                  <a:lnTo>
                    <a:pt x="4538543" y="2558168"/>
                  </a:lnTo>
                  <a:lnTo>
                    <a:pt x="4539713" y="2558096"/>
                  </a:lnTo>
                  <a:lnTo>
                    <a:pt x="4547381" y="2557580"/>
                  </a:lnTo>
                  <a:lnTo>
                    <a:pt x="4566602" y="2556154"/>
                  </a:lnTo>
                  <a:lnTo>
                    <a:pt x="4600694" y="2553351"/>
                  </a:lnTo>
                  <a:lnTo>
                    <a:pt x="4650950" y="2548752"/>
                  </a:lnTo>
                  <a:lnTo>
                    <a:pt x="4716554" y="2542035"/>
                  </a:lnTo>
                  <a:lnTo>
                    <a:pt x="4794881" y="2533003"/>
                  </a:lnTo>
                  <a:lnTo>
                    <a:pt x="4882133" y="2521584"/>
                  </a:lnTo>
                  <a:lnTo>
                    <a:pt x="4974134" y="2507793"/>
                  </a:lnTo>
                  <a:lnTo>
                    <a:pt x="5067025" y="2491683"/>
                  </a:lnTo>
                  <a:lnTo>
                    <a:pt x="5157721" y="2473296"/>
                  </a:lnTo>
                  <a:lnTo>
                    <a:pt x="5244086" y="2452617"/>
                  </a:lnTo>
                  <a:lnTo>
                    <a:pt x="5324898" y="2429549"/>
                  </a:lnTo>
                  <a:lnTo>
                    <a:pt x="5399691" y="2403902"/>
                  </a:lnTo>
                  <a:lnTo>
                    <a:pt x="5468565" y="2375389"/>
                  </a:lnTo>
                  <a:lnTo>
                    <a:pt x="5531995" y="2343631"/>
                  </a:lnTo>
                  <a:lnTo>
                    <a:pt x="5590694" y="2308173"/>
                  </a:lnTo>
                  <a:lnTo>
                    <a:pt x="5645492" y="2268509"/>
                  </a:lnTo>
                  <a:lnTo>
                    <a:pt x="5697258" y="2224131"/>
                  </a:lnTo>
                  <a:lnTo>
                    <a:pt x="5746826" y="2174612"/>
                  </a:lnTo>
                  <a:lnTo>
                    <a:pt x="5784835" y="2131807"/>
                  </a:lnTo>
                  <a:lnTo>
                    <a:pt x="5823534" y="2084003"/>
                  </a:lnTo>
                  <a:lnTo>
                    <a:pt x="5861867" y="2032570"/>
                  </a:lnTo>
                  <a:lnTo>
                    <a:pt x="5900079" y="1977435"/>
                  </a:lnTo>
                  <a:lnTo>
                    <a:pt x="5938360" y="1918588"/>
                  </a:lnTo>
                  <a:lnTo>
                    <a:pt x="5976852" y="1856092"/>
                  </a:lnTo>
                  <a:lnTo>
                    <a:pt x="6015651" y="1790084"/>
                  </a:lnTo>
                  <a:lnTo>
                    <a:pt x="6054812" y="1720785"/>
                  </a:lnTo>
                  <a:lnTo>
                    <a:pt x="6094356" y="1648497"/>
                  </a:lnTo>
                  <a:lnTo>
                    <a:pt x="6134267" y="1573604"/>
                  </a:lnTo>
                  <a:lnTo>
                    <a:pt x="6174503" y="1496561"/>
                  </a:lnTo>
                  <a:lnTo>
                    <a:pt x="6214997" y="1417888"/>
                  </a:lnTo>
                  <a:lnTo>
                    <a:pt x="6255664" y="1338156"/>
                  </a:lnTo>
                  <a:lnTo>
                    <a:pt x="6296406" y="1257969"/>
                  </a:lnTo>
                  <a:lnTo>
                    <a:pt x="6337121" y="1177945"/>
                  </a:lnTo>
                  <a:lnTo>
                    <a:pt x="6377708" y="1098697"/>
                  </a:lnTo>
                  <a:lnTo>
                    <a:pt x="6418076" y="1020814"/>
                  </a:lnTo>
                  <a:lnTo>
                    <a:pt x="6458148" y="944841"/>
                  </a:lnTo>
                  <a:lnTo>
                    <a:pt x="6497869" y="871267"/>
                  </a:lnTo>
                  <a:lnTo>
                    <a:pt x="6537211" y="800510"/>
                  </a:lnTo>
                  <a:lnTo>
                    <a:pt x="6576177" y="732911"/>
                  </a:lnTo>
                  <a:lnTo>
                    <a:pt x="6614805" y="668729"/>
                  </a:lnTo>
                  <a:lnTo>
                    <a:pt x="6653171" y="608142"/>
                  </a:lnTo>
                  <a:lnTo>
                    <a:pt x="6691396" y="551246"/>
                  </a:lnTo>
                  <a:lnTo>
                    <a:pt x="6729644" y="498065"/>
                  </a:lnTo>
                  <a:lnTo>
                    <a:pt x="6768136" y="448555"/>
                  </a:lnTo>
                  <a:lnTo>
                    <a:pt x="6786527" y="426361"/>
                  </a:lnTo>
                  <a:lnTo>
                    <a:pt x="6834884" y="372628"/>
                  </a:lnTo>
                  <a:lnTo>
                    <a:pt x="6884852" y="324225"/>
                  </a:lnTo>
                  <a:lnTo>
                    <a:pt x="6937188" y="280885"/>
                  </a:lnTo>
                  <a:lnTo>
                    <a:pt x="6992740" y="242155"/>
                  </a:lnTo>
                  <a:lnTo>
                    <a:pt x="7052373" y="207521"/>
                  </a:lnTo>
                  <a:lnTo>
                    <a:pt x="7116903" y="176486"/>
                  </a:lnTo>
                  <a:lnTo>
                    <a:pt x="7187000" y="148608"/>
                  </a:lnTo>
                  <a:lnTo>
                    <a:pt x="7263075" y="123528"/>
                  </a:lnTo>
                  <a:lnTo>
                    <a:pt x="7345124" y="100978"/>
                  </a:lnTo>
                  <a:lnTo>
                    <a:pt x="7432537" y="80789"/>
                  </a:lnTo>
                  <a:lnTo>
                    <a:pt x="7523908" y="62883"/>
                  </a:lnTo>
                  <a:lnTo>
                    <a:pt x="7616898" y="47260"/>
                  </a:lnTo>
                  <a:lnTo>
                    <a:pt x="7708235" y="33967"/>
                  </a:lnTo>
                  <a:lnTo>
                    <a:pt x="7793946" y="23054"/>
                  </a:lnTo>
                  <a:lnTo>
                    <a:pt x="7869869" y="14522"/>
                  </a:lnTo>
                  <a:lnTo>
                    <a:pt x="7932390" y="8275"/>
                  </a:lnTo>
                  <a:lnTo>
                    <a:pt x="7979222" y="4087"/>
                  </a:lnTo>
                  <a:lnTo>
                    <a:pt x="8009987" y="1612"/>
                  </a:lnTo>
                  <a:lnTo>
                    <a:pt x="8026422" y="418"/>
                  </a:lnTo>
                  <a:lnTo>
                    <a:pt x="8032239" y="35"/>
                  </a:lnTo>
                  <a:lnTo>
                    <a:pt x="8032819" y="0"/>
                  </a:lnTo>
                  <a:lnTo>
                    <a:pt x="8554953" y="0"/>
                  </a:lnTo>
                  <a:lnTo>
                    <a:pt x="8554953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880" name="pl880"/>
            <p:cNvSpPr/>
            <p:nvPr/>
          </p:nvSpPr>
          <p:spPr>
            <a:xfrm>
              <a:off x="386606" y="479648"/>
              <a:ext cx="8554953" cy="3201946"/>
            </a:xfrm>
            <a:custGeom>
              <a:avLst/>
              <a:pathLst>
                <a:path w="8554953" h="3201946">
                  <a:moveTo>
                    <a:pt x="8554953" y="0"/>
                  </a:moveTo>
                  <a:lnTo>
                    <a:pt x="8032819" y="0"/>
                  </a:lnTo>
                  <a:lnTo>
                    <a:pt x="8031649" y="72"/>
                  </a:lnTo>
                  <a:lnTo>
                    <a:pt x="8023981" y="588"/>
                  </a:lnTo>
                  <a:lnTo>
                    <a:pt x="8004760" y="2014"/>
                  </a:lnTo>
                  <a:lnTo>
                    <a:pt x="7970668" y="4817"/>
                  </a:lnTo>
                  <a:lnTo>
                    <a:pt x="7920412" y="9416"/>
                  </a:lnTo>
                  <a:lnTo>
                    <a:pt x="7854808" y="16133"/>
                  </a:lnTo>
                  <a:lnTo>
                    <a:pt x="7776481" y="25164"/>
                  </a:lnTo>
                  <a:lnTo>
                    <a:pt x="7689228" y="36583"/>
                  </a:lnTo>
                  <a:lnTo>
                    <a:pt x="7597228" y="50375"/>
                  </a:lnTo>
                  <a:lnTo>
                    <a:pt x="7504337" y="66484"/>
                  </a:lnTo>
                  <a:lnTo>
                    <a:pt x="7413641" y="84871"/>
                  </a:lnTo>
                  <a:lnTo>
                    <a:pt x="7327276" y="105551"/>
                  </a:lnTo>
                  <a:lnTo>
                    <a:pt x="7246464" y="128619"/>
                  </a:lnTo>
                  <a:lnTo>
                    <a:pt x="7171671" y="154266"/>
                  </a:lnTo>
                  <a:lnTo>
                    <a:pt x="7102797" y="182779"/>
                  </a:lnTo>
                  <a:lnTo>
                    <a:pt x="7039367" y="214536"/>
                  </a:lnTo>
                  <a:lnTo>
                    <a:pt x="6980668" y="249994"/>
                  </a:lnTo>
                  <a:lnTo>
                    <a:pt x="6925870" y="289658"/>
                  </a:lnTo>
                  <a:lnTo>
                    <a:pt x="6874104" y="334036"/>
                  </a:lnTo>
                  <a:lnTo>
                    <a:pt x="6824536" y="383555"/>
                  </a:lnTo>
                  <a:lnTo>
                    <a:pt x="6786527" y="426361"/>
                  </a:lnTo>
                  <a:lnTo>
                    <a:pt x="6747828" y="474165"/>
                  </a:lnTo>
                  <a:lnTo>
                    <a:pt x="6709495" y="525597"/>
                  </a:lnTo>
                  <a:lnTo>
                    <a:pt x="6671283" y="580732"/>
                  </a:lnTo>
                  <a:lnTo>
                    <a:pt x="6633001" y="639579"/>
                  </a:lnTo>
                  <a:lnTo>
                    <a:pt x="6594510" y="702076"/>
                  </a:lnTo>
                  <a:lnTo>
                    <a:pt x="6555711" y="768084"/>
                  </a:lnTo>
                  <a:lnTo>
                    <a:pt x="6516550" y="837383"/>
                  </a:lnTo>
                  <a:lnTo>
                    <a:pt x="6477006" y="909670"/>
                  </a:lnTo>
                  <a:lnTo>
                    <a:pt x="6437095" y="984564"/>
                  </a:lnTo>
                  <a:lnTo>
                    <a:pt x="6396859" y="1061607"/>
                  </a:lnTo>
                  <a:lnTo>
                    <a:pt x="6356365" y="1140280"/>
                  </a:lnTo>
                  <a:lnTo>
                    <a:pt x="6315698" y="1220011"/>
                  </a:lnTo>
                  <a:lnTo>
                    <a:pt x="6274956" y="1300198"/>
                  </a:lnTo>
                  <a:lnTo>
                    <a:pt x="6234241" y="1380222"/>
                  </a:lnTo>
                  <a:lnTo>
                    <a:pt x="6193654" y="1459470"/>
                  </a:lnTo>
                  <a:lnTo>
                    <a:pt x="6153286" y="1537353"/>
                  </a:lnTo>
                  <a:lnTo>
                    <a:pt x="6113214" y="1613326"/>
                  </a:lnTo>
                  <a:lnTo>
                    <a:pt x="6073493" y="1686900"/>
                  </a:lnTo>
                  <a:lnTo>
                    <a:pt x="6034151" y="1757657"/>
                  </a:lnTo>
                  <a:lnTo>
                    <a:pt x="5995185" y="1825256"/>
                  </a:lnTo>
                  <a:lnTo>
                    <a:pt x="5956557" y="1889438"/>
                  </a:lnTo>
                  <a:lnTo>
                    <a:pt x="5918191" y="1950026"/>
                  </a:lnTo>
                  <a:lnTo>
                    <a:pt x="5879966" y="2006922"/>
                  </a:lnTo>
                  <a:lnTo>
                    <a:pt x="5841718" y="2060102"/>
                  </a:lnTo>
                  <a:lnTo>
                    <a:pt x="5803226" y="2109612"/>
                  </a:lnTo>
                  <a:lnTo>
                    <a:pt x="5784835" y="2131807"/>
                  </a:lnTo>
                  <a:lnTo>
                    <a:pt x="5736478" y="2185539"/>
                  </a:lnTo>
                  <a:lnTo>
                    <a:pt x="5686510" y="2233943"/>
                  </a:lnTo>
                  <a:lnTo>
                    <a:pt x="5634174" y="2277283"/>
                  </a:lnTo>
                  <a:lnTo>
                    <a:pt x="5578622" y="2316013"/>
                  </a:lnTo>
                  <a:lnTo>
                    <a:pt x="5518989" y="2350646"/>
                  </a:lnTo>
                  <a:lnTo>
                    <a:pt x="5454459" y="2381682"/>
                  </a:lnTo>
                  <a:lnTo>
                    <a:pt x="5384362" y="2409559"/>
                  </a:lnTo>
                  <a:lnTo>
                    <a:pt x="5308287" y="2434639"/>
                  </a:lnTo>
                  <a:lnTo>
                    <a:pt x="5226238" y="2457189"/>
                  </a:lnTo>
                  <a:lnTo>
                    <a:pt x="5138825" y="2477378"/>
                  </a:lnTo>
                  <a:lnTo>
                    <a:pt x="5047454" y="2495284"/>
                  </a:lnTo>
                  <a:lnTo>
                    <a:pt x="4954464" y="2510908"/>
                  </a:lnTo>
                  <a:lnTo>
                    <a:pt x="4863127" y="2524201"/>
                  </a:lnTo>
                  <a:lnTo>
                    <a:pt x="4777416" y="2535114"/>
                  </a:lnTo>
                  <a:lnTo>
                    <a:pt x="4701493" y="2543645"/>
                  </a:lnTo>
                  <a:lnTo>
                    <a:pt x="4638972" y="2549893"/>
                  </a:lnTo>
                  <a:lnTo>
                    <a:pt x="4592140" y="2554081"/>
                  </a:lnTo>
                  <a:lnTo>
                    <a:pt x="4561375" y="2556555"/>
                  </a:lnTo>
                  <a:lnTo>
                    <a:pt x="4544940" y="2557749"/>
                  </a:lnTo>
                  <a:lnTo>
                    <a:pt x="4539123" y="2558133"/>
                  </a:lnTo>
                  <a:lnTo>
                    <a:pt x="4538543" y="2558168"/>
                  </a:lnTo>
                  <a:lnTo>
                    <a:pt x="4016409" y="2558168"/>
                  </a:lnTo>
                  <a:lnTo>
                    <a:pt x="4015146" y="2558188"/>
                  </a:lnTo>
                  <a:lnTo>
                    <a:pt x="4006889" y="2558328"/>
                  </a:lnTo>
                  <a:lnTo>
                    <a:pt x="3986242" y="2558716"/>
                  </a:lnTo>
                  <a:lnTo>
                    <a:pt x="3949759" y="2559479"/>
                  </a:lnTo>
                  <a:lnTo>
                    <a:pt x="3896254" y="2560727"/>
                  </a:lnTo>
                  <a:lnTo>
                    <a:pt x="3826859" y="2562545"/>
                  </a:lnTo>
                  <a:lnTo>
                    <a:pt x="3744639" y="2564982"/>
                  </a:lnTo>
                  <a:lnTo>
                    <a:pt x="3653820" y="2568052"/>
                  </a:lnTo>
                  <a:lnTo>
                    <a:pt x="3558899" y="2571748"/>
                  </a:lnTo>
                  <a:lnTo>
                    <a:pt x="3463885" y="2576055"/>
                  </a:lnTo>
                  <a:lnTo>
                    <a:pt x="3371866" y="2580964"/>
                  </a:lnTo>
                  <a:lnTo>
                    <a:pt x="3284865" y="2586486"/>
                  </a:lnTo>
                  <a:lnTo>
                    <a:pt x="3203939" y="2592655"/>
                  </a:lnTo>
                  <a:lnTo>
                    <a:pt x="3129368" y="2599530"/>
                  </a:lnTo>
                  <a:lnTo>
                    <a:pt x="3060884" y="2607198"/>
                  </a:lnTo>
                  <a:lnTo>
                    <a:pt x="2997858" y="2615772"/>
                  </a:lnTo>
                  <a:lnTo>
                    <a:pt x="2939459" y="2625381"/>
                  </a:lnTo>
                  <a:lnTo>
                    <a:pt x="2884760" y="2636166"/>
                  </a:lnTo>
                  <a:lnTo>
                    <a:pt x="2832831" y="2648257"/>
                  </a:lnTo>
                  <a:lnTo>
                    <a:pt x="2782817" y="2661748"/>
                  </a:lnTo>
                  <a:lnTo>
                    <a:pt x="2770117" y="2665464"/>
                  </a:lnTo>
                  <a:lnTo>
                    <a:pt x="2718081" y="2681883"/>
                  </a:lnTo>
                  <a:lnTo>
                    <a:pt x="2666550" y="2699973"/>
                  </a:lnTo>
                  <a:lnTo>
                    <a:pt x="2614996" y="2719758"/>
                  </a:lnTo>
                  <a:lnTo>
                    <a:pt x="2563056" y="2741205"/>
                  </a:lnTo>
                  <a:lnTo>
                    <a:pt x="2510516" y="2764219"/>
                  </a:lnTo>
                  <a:lnTo>
                    <a:pt x="2457290" y="2788636"/>
                  </a:lnTo>
                  <a:lnTo>
                    <a:pt x="2403404" y="2814225"/>
                  </a:lnTo>
                  <a:lnTo>
                    <a:pt x="2348980" y="2840694"/>
                  </a:lnTo>
                  <a:lnTo>
                    <a:pt x="2294206" y="2867706"/>
                  </a:lnTo>
                  <a:lnTo>
                    <a:pt x="2239320" y="2894890"/>
                  </a:lnTo>
                  <a:lnTo>
                    <a:pt x="2184569" y="2921867"/>
                  </a:lnTo>
                  <a:lnTo>
                    <a:pt x="2130187" y="2948270"/>
                  </a:lnTo>
                  <a:lnTo>
                    <a:pt x="2076358" y="2973762"/>
                  </a:lnTo>
                  <a:lnTo>
                    <a:pt x="2023195" y="2998059"/>
                  </a:lnTo>
                  <a:lnTo>
                    <a:pt x="1970716" y="3020936"/>
                  </a:lnTo>
                  <a:lnTo>
                    <a:pt x="1918822" y="3042234"/>
                  </a:lnTo>
                  <a:lnTo>
                    <a:pt x="1867287" y="3061865"/>
                  </a:lnTo>
                  <a:lnTo>
                    <a:pt x="1815734" y="3079800"/>
                  </a:lnTo>
                  <a:lnTo>
                    <a:pt x="1768425" y="3094649"/>
                  </a:lnTo>
                  <a:lnTo>
                    <a:pt x="1718784" y="3108507"/>
                  </a:lnTo>
                  <a:lnTo>
                    <a:pt x="1667428" y="3120954"/>
                  </a:lnTo>
                  <a:lnTo>
                    <a:pt x="1613532" y="3132064"/>
                  </a:lnTo>
                  <a:lnTo>
                    <a:pt x="1556179" y="3141964"/>
                  </a:lnTo>
                  <a:lnTo>
                    <a:pt x="1494433" y="3150792"/>
                  </a:lnTo>
                  <a:lnTo>
                    <a:pt x="1427430" y="3158683"/>
                  </a:lnTo>
                  <a:lnTo>
                    <a:pt x="1354475" y="3165753"/>
                  </a:lnTo>
                  <a:lnTo>
                    <a:pt x="1275190" y="3172097"/>
                  </a:lnTo>
                  <a:lnTo>
                    <a:pt x="1189693" y="3177782"/>
                  </a:lnTo>
                  <a:lnTo>
                    <a:pt x="1098817" y="3182848"/>
                  </a:lnTo>
                  <a:lnTo>
                    <a:pt x="1004324" y="3187311"/>
                  </a:lnTo>
                  <a:lnTo>
                    <a:pt x="909026" y="3191166"/>
                  </a:lnTo>
                  <a:lnTo>
                    <a:pt x="816726" y="3194399"/>
                  </a:lnTo>
                  <a:lnTo>
                    <a:pt x="731853" y="3196999"/>
                  </a:lnTo>
                  <a:lnTo>
                    <a:pt x="658789" y="3198974"/>
                  </a:lnTo>
                  <a:lnTo>
                    <a:pt x="600982" y="3200363"/>
                  </a:lnTo>
                  <a:lnTo>
                    <a:pt x="560119" y="3201241"/>
                  </a:lnTo>
                  <a:lnTo>
                    <a:pt x="535625" y="3201714"/>
                  </a:lnTo>
                  <a:lnTo>
                    <a:pt x="524611" y="3201906"/>
                  </a:lnTo>
                  <a:lnTo>
                    <a:pt x="522156" y="3201945"/>
                  </a:lnTo>
                  <a:lnTo>
                    <a:pt x="522133" y="3201946"/>
                  </a:lnTo>
                  <a:lnTo>
                    <a:pt x="0" y="3201946"/>
                  </a:lnTo>
                  <a:lnTo>
                    <a:pt x="0" y="3201946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881" name="pg881"/>
            <p:cNvSpPr/>
            <p:nvPr/>
          </p:nvSpPr>
          <p:spPr>
            <a:xfrm>
              <a:off x="386606" y="2377098"/>
              <a:ext cx="8554953" cy="1315790"/>
            </a:xfrm>
            <a:custGeom>
              <a:avLst/>
              <a:pathLst>
                <a:path w="8554953" h="1315790">
                  <a:moveTo>
                    <a:pt x="0" y="1315790"/>
                  </a:moveTo>
                  <a:lnTo>
                    <a:pt x="522133" y="1315790"/>
                  </a:lnTo>
                  <a:lnTo>
                    <a:pt x="523397" y="1315772"/>
                  </a:lnTo>
                  <a:lnTo>
                    <a:pt x="531658" y="1315639"/>
                  </a:lnTo>
                  <a:lnTo>
                    <a:pt x="552316" y="1315271"/>
                  </a:lnTo>
                  <a:lnTo>
                    <a:pt x="588817" y="1314548"/>
                  </a:lnTo>
                  <a:lnTo>
                    <a:pt x="642347" y="1313365"/>
                  </a:lnTo>
                  <a:lnTo>
                    <a:pt x="711770" y="1311641"/>
                  </a:lnTo>
                  <a:lnTo>
                    <a:pt x="794019" y="1309332"/>
                  </a:lnTo>
                  <a:lnTo>
                    <a:pt x="884863" y="1306422"/>
                  </a:lnTo>
                  <a:lnTo>
                    <a:pt x="979806" y="1302919"/>
                  </a:lnTo>
                  <a:lnTo>
                    <a:pt x="1074834" y="1298837"/>
                  </a:lnTo>
                  <a:lnTo>
                    <a:pt x="1166863" y="1294184"/>
                  </a:lnTo>
                  <a:lnTo>
                    <a:pt x="1253867" y="1288950"/>
                  </a:lnTo>
                  <a:lnTo>
                    <a:pt x="1334794" y="1283104"/>
                  </a:lnTo>
                  <a:lnTo>
                    <a:pt x="1409362" y="1276588"/>
                  </a:lnTo>
                  <a:lnTo>
                    <a:pt x="1477844" y="1269319"/>
                  </a:lnTo>
                  <a:lnTo>
                    <a:pt x="1540866" y="1261192"/>
                  </a:lnTo>
                  <a:lnTo>
                    <a:pt x="1599264" y="1252084"/>
                  </a:lnTo>
                  <a:lnTo>
                    <a:pt x="1653963" y="1241861"/>
                  </a:lnTo>
                  <a:lnTo>
                    <a:pt x="1705893" y="1230399"/>
                  </a:lnTo>
                  <a:lnTo>
                    <a:pt x="1755911" y="1217611"/>
                  </a:lnTo>
                  <a:lnTo>
                    <a:pt x="1768425" y="1214141"/>
                  </a:lnTo>
                  <a:lnTo>
                    <a:pt x="1820668" y="1198521"/>
                  </a:lnTo>
                  <a:lnTo>
                    <a:pt x="1872405" y="1181305"/>
                  </a:lnTo>
                  <a:lnTo>
                    <a:pt x="1924169" y="1162470"/>
                  </a:lnTo>
                  <a:lnTo>
                    <a:pt x="1976325" y="1142048"/>
                  </a:lnTo>
                  <a:lnTo>
                    <a:pt x="2029088" y="1120132"/>
                  </a:lnTo>
                  <a:lnTo>
                    <a:pt x="2082543" y="1096880"/>
                  </a:lnTo>
                  <a:lnTo>
                    <a:pt x="2136660" y="1072516"/>
                  </a:lnTo>
                  <a:lnTo>
                    <a:pt x="2191317" y="1047318"/>
                  </a:lnTo>
                  <a:lnTo>
                    <a:pt x="2246318" y="1021614"/>
                  </a:lnTo>
                  <a:lnTo>
                    <a:pt x="2301424" y="995759"/>
                  </a:lnTo>
                  <a:lnTo>
                    <a:pt x="2356383" y="970115"/>
                  </a:lnTo>
                  <a:lnTo>
                    <a:pt x="2410962" y="945035"/>
                  </a:lnTo>
                  <a:lnTo>
                    <a:pt x="2464976" y="920838"/>
                  </a:lnTo>
                  <a:lnTo>
                    <a:pt x="2518314" y="897796"/>
                  </a:lnTo>
                  <a:lnTo>
                    <a:pt x="2570966" y="876120"/>
                  </a:lnTo>
                  <a:lnTo>
                    <a:pt x="2623038" y="855959"/>
                  </a:lnTo>
                  <a:lnTo>
                    <a:pt x="2674768" y="837394"/>
                  </a:lnTo>
                  <a:lnTo>
                    <a:pt x="2726547" y="820447"/>
                  </a:lnTo>
                  <a:lnTo>
                    <a:pt x="2770117" y="807545"/>
                  </a:lnTo>
                  <a:lnTo>
                    <a:pt x="2819768" y="794414"/>
                  </a:lnTo>
                  <a:lnTo>
                    <a:pt x="2871134" y="782621"/>
                  </a:lnTo>
                  <a:lnTo>
                    <a:pt x="2925041" y="772093"/>
                  </a:lnTo>
                  <a:lnTo>
                    <a:pt x="2982408" y="762714"/>
                  </a:lnTo>
                  <a:lnTo>
                    <a:pt x="3044170" y="754350"/>
                  </a:lnTo>
                  <a:lnTo>
                    <a:pt x="3111192" y="746874"/>
                  </a:lnTo>
                  <a:lnTo>
                    <a:pt x="3184167" y="740175"/>
                  </a:lnTo>
                  <a:lnTo>
                    <a:pt x="3263477" y="734165"/>
                  </a:lnTo>
                  <a:lnTo>
                    <a:pt x="3349000" y="728779"/>
                  </a:lnTo>
                  <a:lnTo>
                    <a:pt x="3439900" y="723979"/>
                  </a:lnTo>
                  <a:lnTo>
                    <a:pt x="3534416" y="719752"/>
                  </a:lnTo>
                  <a:lnTo>
                    <a:pt x="3629730" y="716100"/>
                  </a:lnTo>
                  <a:lnTo>
                    <a:pt x="3722035" y="713038"/>
                  </a:lnTo>
                  <a:lnTo>
                    <a:pt x="3806899" y="710576"/>
                  </a:lnTo>
                  <a:lnTo>
                    <a:pt x="3879939" y="708707"/>
                  </a:lnTo>
                  <a:lnTo>
                    <a:pt x="3937709" y="707392"/>
                  </a:lnTo>
                  <a:lnTo>
                    <a:pt x="3978527" y="706561"/>
                  </a:lnTo>
                  <a:lnTo>
                    <a:pt x="4002975" y="706114"/>
                  </a:lnTo>
                  <a:lnTo>
                    <a:pt x="4013951" y="705933"/>
                  </a:lnTo>
                  <a:lnTo>
                    <a:pt x="4016409" y="705896"/>
                  </a:lnTo>
                  <a:lnTo>
                    <a:pt x="4538543" y="705896"/>
                  </a:lnTo>
                  <a:lnTo>
                    <a:pt x="4539805" y="705875"/>
                  </a:lnTo>
                  <a:lnTo>
                    <a:pt x="4548054" y="705722"/>
                  </a:lnTo>
                  <a:lnTo>
                    <a:pt x="4568681" y="705300"/>
                  </a:lnTo>
                  <a:lnTo>
                    <a:pt x="4605132" y="704472"/>
                  </a:lnTo>
                  <a:lnTo>
                    <a:pt x="4658594" y="703115"/>
                  </a:lnTo>
                  <a:lnTo>
                    <a:pt x="4727939" y="701139"/>
                  </a:lnTo>
                  <a:lnTo>
                    <a:pt x="4810108" y="698491"/>
                  </a:lnTo>
                  <a:lnTo>
                    <a:pt x="4900880" y="695155"/>
                  </a:lnTo>
                  <a:lnTo>
                    <a:pt x="4995764" y="691138"/>
                  </a:lnTo>
                  <a:lnTo>
                    <a:pt x="5090750" y="686457"/>
                  </a:lnTo>
                  <a:lnTo>
                    <a:pt x="5182754" y="681121"/>
                  </a:lnTo>
                  <a:lnTo>
                    <a:pt x="5269747" y="675119"/>
                  </a:lnTo>
                  <a:lnTo>
                    <a:pt x="5350673" y="668415"/>
                  </a:lnTo>
                  <a:lnTo>
                    <a:pt x="5425247" y="660943"/>
                  </a:lnTo>
                  <a:lnTo>
                    <a:pt x="5493736" y="652609"/>
                  </a:lnTo>
                  <a:lnTo>
                    <a:pt x="5556767" y="643292"/>
                  </a:lnTo>
                  <a:lnTo>
                    <a:pt x="5615171" y="632850"/>
                  </a:lnTo>
                  <a:lnTo>
                    <a:pt x="5669870" y="621131"/>
                  </a:lnTo>
                  <a:lnTo>
                    <a:pt x="5721796" y="607993"/>
                  </a:lnTo>
                  <a:lnTo>
                    <a:pt x="5771803" y="593334"/>
                  </a:lnTo>
                  <a:lnTo>
                    <a:pt x="5784835" y="589188"/>
                  </a:lnTo>
                  <a:lnTo>
                    <a:pt x="5836510" y="571459"/>
                  </a:lnTo>
                  <a:lnTo>
                    <a:pt x="5887683" y="551939"/>
                  </a:lnTo>
                  <a:lnTo>
                    <a:pt x="5938874" y="530601"/>
                  </a:lnTo>
                  <a:lnTo>
                    <a:pt x="5990439" y="507477"/>
                  </a:lnTo>
                  <a:lnTo>
                    <a:pt x="6042592" y="482670"/>
                  </a:lnTo>
                  <a:lnTo>
                    <a:pt x="6095420" y="456351"/>
                  </a:lnTo>
                  <a:lnTo>
                    <a:pt x="6148902" y="428763"/>
                  </a:lnTo>
                  <a:lnTo>
                    <a:pt x="6202923" y="400213"/>
                  </a:lnTo>
                  <a:lnTo>
                    <a:pt x="6257300" y="371061"/>
                  </a:lnTo>
                  <a:lnTo>
                    <a:pt x="6311804" y="341698"/>
                  </a:lnTo>
                  <a:lnTo>
                    <a:pt x="6366191" y="312528"/>
                  </a:lnTo>
                  <a:lnTo>
                    <a:pt x="6420231" y="283946"/>
                  </a:lnTo>
                  <a:lnTo>
                    <a:pt x="6473738" y="256312"/>
                  </a:lnTo>
                  <a:lnTo>
                    <a:pt x="6526594" y="229935"/>
                  </a:lnTo>
                  <a:lnTo>
                    <a:pt x="6578774" y="205061"/>
                  </a:lnTo>
                  <a:lnTo>
                    <a:pt x="6630360" y="181865"/>
                  </a:lnTo>
                  <a:lnTo>
                    <a:pt x="6681560" y="160452"/>
                  </a:lnTo>
                  <a:lnTo>
                    <a:pt x="6732725" y="140857"/>
                  </a:lnTo>
                  <a:lnTo>
                    <a:pt x="6784367" y="123055"/>
                  </a:lnTo>
                  <a:lnTo>
                    <a:pt x="6786527" y="122355"/>
                  </a:lnTo>
                  <a:lnTo>
                    <a:pt x="6836151" y="107286"/>
                  </a:lnTo>
                  <a:lnTo>
                    <a:pt x="6887489" y="93752"/>
                  </a:lnTo>
                  <a:lnTo>
                    <a:pt x="6941364" y="81669"/>
                  </a:lnTo>
                  <a:lnTo>
                    <a:pt x="6998694" y="70904"/>
                  </a:lnTo>
                  <a:lnTo>
                    <a:pt x="7060411" y="61303"/>
                  </a:lnTo>
                  <a:lnTo>
                    <a:pt x="7127381" y="52721"/>
                  </a:lnTo>
                  <a:lnTo>
                    <a:pt x="7200298" y="45031"/>
                  </a:lnTo>
                  <a:lnTo>
                    <a:pt x="7279540" y="38131"/>
                  </a:lnTo>
                  <a:lnTo>
                    <a:pt x="7364992" y="31947"/>
                  </a:lnTo>
                  <a:lnTo>
                    <a:pt x="7455822" y="26437"/>
                  </a:lnTo>
                  <a:lnTo>
                    <a:pt x="7550275" y="21582"/>
                  </a:lnTo>
                  <a:lnTo>
                    <a:pt x="7645544" y="17387"/>
                  </a:lnTo>
                  <a:lnTo>
                    <a:pt x="7737835" y="13869"/>
                  </a:lnTo>
                  <a:lnTo>
                    <a:pt x="7822723" y="11039"/>
                  </a:lnTo>
                  <a:lnTo>
                    <a:pt x="7895830" y="8888"/>
                  </a:lnTo>
                  <a:lnTo>
                    <a:pt x="7953704" y="7375"/>
                  </a:lnTo>
                  <a:lnTo>
                    <a:pt x="7994647" y="6417"/>
                  </a:lnTo>
                  <a:lnTo>
                    <a:pt x="8019223" y="5900"/>
                  </a:lnTo>
                  <a:lnTo>
                    <a:pt x="8030304" y="5690"/>
                  </a:lnTo>
                  <a:lnTo>
                    <a:pt x="8032819" y="5647"/>
                  </a:lnTo>
                  <a:lnTo>
                    <a:pt x="8554953" y="5647"/>
                  </a:lnTo>
                  <a:lnTo>
                    <a:pt x="8554953" y="0"/>
                  </a:lnTo>
                  <a:lnTo>
                    <a:pt x="8032819" y="0"/>
                  </a:lnTo>
                  <a:lnTo>
                    <a:pt x="8031557" y="21"/>
                  </a:lnTo>
                  <a:lnTo>
                    <a:pt x="8023308" y="173"/>
                  </a:lnTo>
                  <a:lnTo>
                    <a:pt x="8002681" y="595"/>
                  </a:lnTo>
                  <a:lnTo>
                    <a:pt x="7966230" y="1424"/>
                  </a:lnTo>
                  <a:lnTo>
                    <a:pt x="7912768" y="2780"/>
                  </a:lnTo>
                  <a:lnTo>
                    <a:pt x="7843423" y="4756"/>
                  </a:lnTo>
                  <a:lnTo>
                    <a:pt x="7761254" y="7404"/>
                  </a:lnTo>
                  <a:lnTo>
                    <a:pt x="7670482" y="10741"/>
                  </a:lnTo>
                  <a:lnTo>
                    <a:pt x="7575598" y="14757"/>
                  </a:lnTo>
                  <a:lnTo>
                    <a:pt x="7480612" y="19438"/>
                  </a:lnTo>
                  <a:lnTo>
                    <a:pt x="7388608" y="24774"/>
                  </a:lnTo>
                  <a:lnTo>
                    <a:pt x="7301615" y="30776"/>
                  </a:lnTo>
                  <a:lnTo>
                    <a:pt x="7220689" y="37480"/>
                  </a:lnTo>
                  <a:lnTo>
                    <a:pt x="7146115" y="44952"/>
                  </a:lnTo>
                  <a:lnTo>
                    <a:pt x="7077626" y="53286"/>
                  </a:lnTo>
                  <a:lnTo>
                    <a:pt x="7014595" y="62603"/>
                  </a:lnTo>
                  <a:lnTo>
                    <a:pt x="6956191" y="73045"/>
                  </a:lnTo>
                  <a:lnTo>
                    <a:pt x="6901492" y="84764"/>
                  </a:lnTo>
                  <a:lnTo>
                    <a:pt x="6849566" y="97903"/>
                  </a:lnTo>
                  <a:lnTo>
                    <a:pt x="6799559" y="112562"/>
                  </a:lnTo>
                  <a:lnTo>
                    <a:pt x="6786527" y="116708"/>
                  </a:lnTo>
                  <a:lnTo>
                    <a:pt x="6734852" y="134436"/>
                  </a:lnTo>
                  <a:lnTo>
                    <a:pt x="6683679" y="153956"/>
                  </a:lnTo>
                  <a:lnTo>
                    <a:pt x="6632488" y="175295"/>
                  </a:lnTo>
                  <a:lnTo>
                    <a:pt x="6580923" y="198418"/>
                  </a:lnTo>
                  <a:lnTo>
                    <a:pt x="6528770" y="223225"/>
                  </a:lnTo>
                  <a:lnTo>
                    <a:pt x="6475942" y="249545"/>
                  </a:lnTo>
                  <a:lnTo>
                    <a:pt x="6422460" y="277133"/>
                  </a:lnTo>
                  <a:lnTo>
                    <a:pt x="6368439" y="305682"/>
                  </a:lnTo>
                  <a:lnTo>
                    <a:pt x="6314062" y="334835"/>
                  </a:lnTo>
                  <a:lnTo>
                    <a:pt x="6259558" y="364198"/>
                  </a:lnTo>
                  <a:lnTo>
                    <a:pt x="6205171" y="393367"/>
                  </a:lnTo>
                  <a:lnTo>
                    <a:pt x="6151131" y="421949"/>
                  </a:lnTo>
                  <a:lnTo>
                    <a:pt x="6097624" y="449583"/>
                  </a:lnTo>
                  <a:lnTo>
                    <a:pt x="6044768" y="475961"/>
                  </a:lnTo>
                  <a:lnTo>
                    <a:pt x="5992588" y="500835"/>
                  </a:lnTo>
                  <a:lnTo>
                    <a:pt x="5941002" y="524030"/>
                  </a:lnTo>
                  <a:lnTo>
                    <a:pt x="5889802" y="545444"/>
                  </a:lnTo>
                  <a:lnTo>
                    <a:pt x="5838637" y="565039"/>
                  </a:lnTo>
                  <a:lnTo>
                    <a:pt x="5786995" y="582840"/>
                  </a:lnTo>
                  <a:lnTo>
                    <a:pt x="5784835" y="583541"/>
                  </a:lnTo>
                  <a:lnTo>
                    <a:pt x="5735211" y="598609"/>
                  </a:lnTo>
                  <a:lnTo>
                    <a:pt x="5683873" y="612144"/>
                  </a:lnTo>
                  <a:lnTo>
                    <a:pt x="5629998" y="624226"/>
                  </a:lnTo>
                  <a:lnTo>
                    <a:pt x="5572668" y="634992"/>
                  </a:lnTo>
                  <a:lnTo>
                    <a:pt x="5510951" y="644593"/>
                  </a:lnTo>
                  <a:lnTo>
                    <a:pt x="5443981" y="653175"/>
                  </a:lnTo>
                  <a:lnTo>
                    <a:pt x="5371064" y="660865"/>
                  </a:lnTo>
                  <a:lnTo>
                    <a:pt x="5291822" y="667765"/>
                  </a:lnTo>
                  <a:lnTo>
                    <a:pt x="5206370" y="673948"/>
                  </a:lnTo>
                  <a:lnTo>
                    <a:pt x="5115540" y="679459"/>
                  </a:lnTo>
                  <a:lnTo>
                    <a:pt x="5021087" y="684314"/>
                  </a:lnTo>
                  <a:lnTo>
                    <a:pt x="4925818" y="688508"/>
                  </a:lnTo>
                  <a:lnTo>
                    <a:pt x="4833527" y="692026"/>
                  </a:lnTo>
                  <a:lnTo>
                    <a:pt x="4748639" y="694857"/>
                  </a:lnTo>
                  <a:lnTo>
                    <a:pt x="4675532" y="697007"/>
                  </a:lnTo>
                  <a:lnTo>
                    <a:pt x="4617658" y="698521"/>
                  </a:lnTo>
                  <a:lnTo>
                    <a:pt x="4576715" y="699478"/>
                  </a:lnTo>
                  <a:lnTo>
                    <a:pt x="4552139" y="699995"/>
                  </a:lnTo>
                  <a:lnTo>
                    <a:pt x="4541058" y="700205"/>
                  </a:lnTo>
                  <a:lnTo>
                    <a:pt x="4538543" y="700249"/>
                  </a:lnTo>
                  <a:lnTo>
                    <a:pt x="4016409" y="700249"/>
                  </a:lnTo>
                  <a:lnTo>
                    <a:pt x="4015146" y="700267"/>
                  </a:lnTo>
                  <a:lnTo>
                    <a:pt x="4006884" y="700400"/>
                  </a:lnTo>
                  <a:lnTo>
                    <a:pt x="3986226" y="700768"/>
                  </a:lnTo>
                  <a:lnTo>
                    <a:pt x="3949725" y="701491"/>
                  </a:lnTo>
                  <a:lnTo>
                    <a:pt x="3896195" y="702674"/>
                  </a:lnTo>
                  <a:lnTo>
                    <a:pt x="3826772" y="704398"/>
                  </a:lnTo>
                  <a:lnTo>
                    <a:pt x="3744523" y="706708"/>
                  </a:lnTo>
                  <a:lnTo>
                    <a:pt x="3653679" y="709617"/>
                  </a:lnTo>
                  <a:lnTo>
                    <a:pt x="3558737" y="713120"/>
                  </a:lnTo>
                  <a:lnTo>
                    <a:pt x="3463708" y="717202"/>
                  </a:lnTo>
                  <a:lnTo>
                    <a:pt x="3371679" y="721855"/>
                  </a:lnTo>
                  <a:lnTo>
                    <a:pt x="3284675" y="727089"/>
                  </a:lnTo>
                  <a:lnTo>
                    <a:pt x="3203748" y="732935"/>
                  </a:lnTo>
                  <a:lnTo>
                    <a:pt x="3129180" y="739452"/>
                  </a:lnTo>
                  <a:lnTo>
                    <a:pt x="3060699" y="746720"/>
                  </a:lnTo>
                  <a:lnTo>
                    <a:pt x="2997676" y="754847"/>
                  </a:lnTo>
                  <a:lnTo>
                    <a:pt x="2939278" y="763955"/>
                  </a:lnTo>
                  <a:lnTo>
                    <a:pt x="2884579" y="774178"/>
                  </a:lnTo>
                  <a:lnTo>
                    <a:pt x="2832649" y="785640"/>
                  </a:lnTo>
                  <a:lnTo>
                    <a:pt x="2782632" y="798428"/>
                  </a:lnTo>
                  <a:lnTo>
                    <a:pt x="2770117" y="801898"/>
                  </a:lnTo>
                  <a:lnTo>
                    <a:pt x="2717874" y="817518"/>
                  </a:lnTo>
                  <a:lnTo>
                    <a:pt x="2666137" y="834734"/>
                  </a:lnTo>
                  <a:lnTo>
                    <a:pt x="2614373" y="853569"/>
                  </a:lnTo>
                  <a:lnTo>
                    <a:pt x="2562217" y="873991"/>
                  </a:lnTo>
                  <a:lnTo>
                    <a:pt x="2509454" y="895907"/>
                  </a:lnTo>
                  <a:lnTo>
                    <a:pt x="2455999" y="919159"/>
                  </a:lnTo>
                  <a:lnTo>
                    <a:pt x="2401882" y="943523"/>
                  </a:lnTo>
                  <a:lnTo>
                    <a:pt x="2347225" y="968721"/>
                  </a:lnTo>
                  <a:lnTo>
                    <a:pt x="2292224" y="994425"/>
                  </a:lnTo>
                  <a:lnTo>
                    <a:pt x="2237118" y="1020281"/>
                  </a:lnTo>
                  <a:lnTo>
                    <a:pt x="2182159" y="1045924"/>
                  </a:lnTo>
                  <a:lnTo>
                    <a:pt x="2127580" y="1071004"/>
                  </a:lnTo>
                  <a:lnTo>
                    <a:pt x="2073567" y="1095201"/>
                  </a:lnTo>
                  <a:lnTo>
                    <a:pt x="2020228" y="1118243"/>
                  </a:lnTo>
                  <a:lnTo>
                    <a:pt x="1967576" y="1139919"/>
                  </a:lnTo>
                  <a:lnTo>
                    <a:pt x="1915504" y="1160080"/>
                  </a:lnTo>
                  <a:lnTo>
                    <a:pt x="1863774" y="1178645"/>
                  </a:lnTo>
                  <a:lnTo>
                    <a:pt x="1811995" y="1195592"/>
                  </a:lnTo>
                  <a:lnTo>
                    <a:pt x="1768425" y="1208494"/>
                  </a:lnTo>
                  <a:lnTo>
                    <a:pt x="1718775" y="1221625"/>
                  </a:lnTo>
                  <a:lnTo>
                    <a:pt x="1667408" y="1233418"/>
                  </a:lnTo>
                  <a:lnTo>
                    <a:pt x="1613501" y="1243946"/>
                  </a:lnTo>
                  <a:lnTo>
                    <a:pt x="1556134" y="1253325"/>
                  </a:lnTo>
                  <a:lnTo>
                    <a:pt x="1494372" y="1261689"/>
                  </a:lnTo>
                  <a:lnTo>
                    <a:pt x="1427351" y="1269166"/>
                  </a:lnTo>
                  <a:lnTo>
                    <a:pt x="1354375" y="1275864"/>
                  </a:lnTo>
                  <a:lnTo>
                    <a:pt x="1275065" y="1281875"/>
                  </a:lnTo>
                  <a:lnTo>
                    <a:pt x="1189542" y="1287260"/>
                  </a:lnTo>
                  <a:lnTo>
                    <a:pt x="1098642" y="1292060"/>
                  </a:lnTo>
                  <a:lnTo>
                    <a:pt x="1004126" y="1296287"/>
                  </a:lnTo>
                  <a:lnTo>
                    <a:pt x="908813" y="1299939"/>
                  </a:lnTo>
                  <a:lnTo>
                    <a:pt x="816507" y="1303001"/>
                  </a:lnTo>
                  <a:lnTo>
                    <a:pt x="731643" y="1305463"/>
                  </a:lnTo>
                  <a:lnTo>
                    <a:pt x="658603" y="1307332"/>
                  </a:lnTo>
                  <a:lnTo>
                    <a:pt x="600833" y="1308647"/>
                  </a:lnTo>
                  <a:lnTo>
                    <a:pt x="560015" y="1309478"/>
                  </a:lnTo>
                  <a:lnTo>
                    <a:pt x="535567" y="1309925"/>
                  </a:lnTo>
                  <a:lnTo>
                    <a:pt x="524591" y="1310106"/>
                  </a:lnTo>
                  <a:lnTo>
                    <a:pt x="522133" y="1310143"/>
                  </a:lnTo>
                  <a:lnTo>
                    <a:pt x="0" y="1310143"/>
                  </a:lnTo>
                  <a:close/>
                </a:path>
              </a:pathLst>
            </a:custGeom>
            <a:solidFill>
              <a:srgbClr val="F28E5B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882" name="pl882"/>
            <p:cNvSpPr/>
            <p:nvPr/>
          </p:nvSpPr>
          <p:spPr>
            <a:xfrm>
              <a:off x="386606" y="2382745"/>
              <a:ext cx="8554953" cy="1310143"/>
            </a:xfrm>
            <a:custGeom>
              <a:avLst/>
              <a:pathLst>
                <a:path w="8554953" h="1310143">
                  <a:moveTo>
                    <a:pt x="0" y="1310143"/>
                  </a:moveTo>
                  <a:lnTo>
                    <a:pt x="522133" y="1310143"/>
                  </a:lnTo>
                  <a:lnTo>
                    <a:pt x="523397" y="1310125"/>
                  </a:lnTo>
                  <a:lnTo>
                    <a:pt x="531658" y="1309991"/>
                  </a:lnTo>
                  <a:lnTo>
                    <a:pt x="552316" y="1309623"/>
                  </a:lnTo>
                  <a:lnTo>
                    <a:pt x="588817" y="1308901"/>
                  </a:lnTo>
                  <a:lnTo>
                    <a:pt x="642347" y="1307717"/>
                  </a:lnTo>
                  <a:lnTo>
                    <a:pt x="711770" y="1305994"/>
                  </a:lnTo>
                  <a:lnTo>
                    <a:pt x="794019" y="1303684"/>
                  </a:lnTo>
                  <a:lnTo>
                    <a:pt x="884863" y="1300775"/>
                  </a:lnTo>
                  <a:lnTo>
                    <a:pt x="979806" y="1297272"/>
                  </a:lnTo>
                  <a:lnTo>
                    <a:pt x="1074834" y="1293190"/>
                  </a:lnTo>
                  <a:lnTo>
                    <a:pt x="1166863" y="1288537"/>
                  </a:lnTo>
                  <a:lnTo>
                    <a:pt x="1253867" y="1283303"/>
                  </a:lnTo>
                  <a:lnTo>
                    <a:pt x="1334794" y="1277456"/>
                  </a:lnTo>
                  <a:lnTo>
                    <a:pt x="1409362" y="1270940"/>
                  </a:lnTo>
                  <a:lnTo>
                    <a:pt x="1477844" y="1263672"/>
                  </a:lnTo>
                  <a:lnTo>
                    <a:pt x="1540866" y="1255545"/>
                  </a:lnTo>
                  <a:lnTo>
                    <a:pt x="1599264" y="1246437"/>
                  </a:lnTo>
                  <a:lnTo>
                    <a:pt x="1653963" y="1236214"/>
                  </a:lnTo>
                  <a:lnTo>
                    <a:pt x="1705893" y="1224752"/>
                  </a:lnTo>
                  <a:lnTo>
                    <a:pt x="1755911" y="1211964"/>
                  </a:lnTo>
                  <a:lnTo>
                    <a:pt x="1768425" y="1208494"/>
                  </a:lnTo>
                  <a:lnTo>
                    <a:pt x="1820668" y="1192873"/>
                  </a:lnTo>
                  <a:lnTo>
                    <a:pt x="1872405" y="1175657"/>
                  </a:lnTo>
                  <a:lnTo>
                    <a:pt x="1924169" y="1156823"/>
                  </a:lnTo>
                  <a:lnTo>
                    <a:pt x="1976325" y="1136401"/>
                  </a:lnTo>
                  <a:lnTo>
                    <a:pt x="2029088" y="1114485"/>
                  </a:lnTo>
                  <a:lnTo>
                    <a:pt x="2082543" y="1091233"/>
                  </a:lnTo>
                  <a:lnTo>
                    <a:pt x="2136660" y="1066869"/>
                  </a:lnTo>
                  <a:lnTo>
                    <a:pt x="2191317" y="1041671"/>
                  </a:lnTo>
                  <a:lnTo>
                    <a:pt x="2246318" y="1015967"/>
                  </a:lnTo>
                  <a:lnTo>
                    <a:pt x="2301424" y="990111"/>
                  </a:lnTo>
                  <a:lnTo>
                    <a:pt x="2356383" y="964468"/>
                  </a:lnTo>
                  <a:lnTo>
                    <a:pt x="2410962" y="939388"/>
                  </a:lnTo>
                  <a:lnTo>
                    <a:pt x="2464976" y="915191"/>
                  </a:lnTo>
                  <a:lnTo>
                    <a:pt x="2518314" y="892149"/>
                  </a:lnTo>
                  <a:lnTo>
                    <a:pt x="2570966" y="870473"/>
                  </a:lnTo>
                  <a:lnTo>
                    <a:pt x="2623038" y="850312"/>
                  </a:lnTo>
                  <a:lnTo>
                    <a:pt x="2674768" y="831746"/>
                  </a:lnTo>
                  <a:lnTo>
                    <a:pt x="2726547" y="814800"/>
                  </a:lnTo>
                  <a:lnTo>
                    <a:pt x="2770117" y="801898"/>
                  </a:lnTo>
                  <a:lnTo>
                    <a:pt x="2819768" y="788767"/>
                  </a:lnTo>
                  <a:lnTo>
                    <a:pt x="2871134" y="776974"/>
                  </a:lnTo>
                  <a:lnTo>
                    <a:pt x="2925041" y="766446"/>
                  </a:lnTo>
                  <a:lnTo>
                    <a:pt x="2982408" y="757067"/>
                  </a:lnTo>
                  <a:lnTo>
                    <a:pt x="3044170" y="748702"/>
                  </a:lnTo>
                  <a:lnTo>
                    <a:pt x="3111192" y="741226"/>
                  </a:lnTo>
                  <a:lnTo>
                    <a:pt x="3184167" y="734528"/>
                  </a:lnTo>
                  <a:lnTo>
                    <a:pt x="3263477" y="728517"/>
                  </a:lnTo>
                  <a:lnTo>
                    <a:pt x="3349000" y="723132"/>
                  </a:lnTo>
                  <a:lnTo>
                    <a:pt x="3439900" y="718332"/>
                  </a:lnTo>
                  <a:lnTo>
                    <a:pt x="3534416" y="714105"/>
                  </a:lnTo>
                  <a:lnTo>
                    <a:pt x="3629730" y="710453"/>
                  </a:lnTo>
                  <a:lnTo>
                    <a:pt x="3722035" y="707391"/>
                  </a:lnTo>
                  <a:lnTo>
                    <a:pt x="3806899" y="704929"/>
                  </a:lnTo>
                  <a:lnTo>
                    <a:pt x="3879939" y="703060"/>
                  </a:lnTo>
                  <a:lnTo>
                    <a:pt x="3937709" y="701745"/>
                  </a:lnTo>
                  <a:lnTo>
                    <a:pt x="3978527" y="700914"/>
                  </a:lnTo>
                  <a:lnTo>
                    <a:pt x="4002975" y="700467"/>
                  </a:lnTo>
                  <a:lnTo>
                    <a:pt x="4013951" y="700286"/>
                  </a:lnTo>
                  <a:lnTo>
                    <a:pt x="4016388" y="700249"/>
                  </a:lnTo>
                  <a:lnTo>
                    <a:pt x="4016409" y="700249"/>
                  </a:lnTo>
                  <a:lnTo>
                    <a:pt x="4538543" y="700249"/>
                  </a:lnTo>
                  <a:lnTo>
                    <a:pt x="4539805" y="700227"/>
                  </a:lnTo>
                  <a:lnTo>
                    <a:pt x="4548054" y="700075"/>
                  </a:lnTo>
                  <a:lnTo>
                    <a:pt x="4568681" y="699653"/>
                  </a:lnTo>
                  <a:lnTo>
                    <a:pt x="4605132" y="698825"/>
                  </a:lnTo>
                  <a:lnTo>
                    <a:pt x="4658594" y="697468"/>
                  </a:lnTo>
                  <a:lnTo>
                    <a:pt x="4727939" y="695492"/>
                  </a:lnTo>
                  <a:lnTo>
                    <a:pt x="4810108" y="692844"/>
                  </a:lnTo>
                  <a:lnTo>
                    <a:pt x="4900880" y="689508"/>
                  </a:lnTo>
                  <a:lnTo>
                    <a:pt x="4995764" y="685491"/>
                  </a:lnTo>
                  <a:lnTo>
                    <a:pt x="5090750" y="680810"/>
                  </a:lnTo>
                  <a:lnTo>
                    <a:pt x="5182754" y="675474"/>
                  </a:lnTo>
                  <a:lnTo>
                    <a:pt x="5269747" y="669472"/>
                  </a:lnTo>
                  <a:lnTo>
                    <a:pt x="5350673" y="662768"/>
                  </a:lnTo>
                  <a:lnTo>
                    <a:pt x="5425247" y="655296"/>
                  </a:lnTo>
                  <a:lnTo>
                    <a:pt x="5493736" y="646962"/>
                  </a:lnTo>
                  <a:lnTo>
                    <a:pt x="5556767" y="637645"/>
                  </a:lnTo>
                  <a:lnTo>
                    <a:pt x="5615171" y="627203"/>
                  </a:lnTo>
                  <a:lnTo>
                    <a:pt x="5669870" y="615484"/>
                  </a:lnTo>
                  <a:lnTo>
                    <a:pt x="5721796" y="602346"/>
                  </a:lnTo>
                  <a:lnTo>
                    <a:pt x="5771803" y="587687"/>
                  </a:lnTo>
                  <a:lnTo>
                    <a:pt x="5784835" y="583541"/>
                  </a:lnTo>
                  <a:lnTo>
                    <a:pt x="5836510" y="565812"/>
                  </a:lnTo>
                  <a:lnTo>
                    <a:pt x="5887683" y="546292"/>
                  </a:lnTo>
                  <a:lnTo>
                    <a:pt x="5938874" y="524954"/>
                  </a:lnTo>
                  <a:lnTo>
                    <a:pt x="5990439" y="501830"/>
                  </a:lnTo>
                  <a:lnTo>
                    <a:pt x="6042592" y="477023"/>
                  </a:lnTo>
                  <a:lnTo>
                    <a:pt x="6095420" y="450704"/>
                  </a:lnTo>
                  <a:lnTo>
                    <a:pt x="6148902" y="423116"/>
                  </a:lnTo>
                  <a:lnTo>
                    <a:pt x="6202923" y="394566"/>
                  </a:lnTo>
                  <a:lnTo>
                    <a:pt x="6257300" y="365413"/>
                  </a:lnTo>
                  <a:lnTo>
                    <a:pt x="6311804" y="336050"/>
                  </a:lnTo>
                  <a:lnTo>
                    <a:pt x="6366191" y="306881"/>
                  </a:lnTo>
                  <a:lnTo>
                    <a:pt x="6420231" y="278299"/>
                  </a:lnTo>
                  <a:lnTo>
                    <a:pt x="6473738" y="250665"/>
                  </a:lnTo>
                  <a:lnTo>
                    <a:pt x="6526594" y="224288"/>
                  </a:lnTo>
                  <a:lnTo>
                    <a:pt x="6578774" y="199414"/>
                  </a:lnTo>
                  <a:lnTo>
                    <a:pt x="6630360" y="176218"/>
                  </a:lnTo>
                  <a:lnTo>
                    <a:pt x="6681560" y="154805"/>
                  </a:lnTo>
                  <a:lnTo>
                    <a:pt x="6732725" y="135209"/>
                  </a:lnTo>
                  <a:lnTo>
                    <a:pt x="6784367" y="117408"/>
                  </a:lnTo>
                  <a:lnTo>
                    <a:pt x="6786527" y="116708"/>
                  </a:lnTo>
                  <a:lnTo>
                    <a:pt x="6836151" y="101639"/>
                  </a:lnTo>
                  <a:lnTo>
                    <a:pt x="6887489" y="88104"/>
                  </a:lnTo>
                  <a:lnTo>
                    <a:pt x="6941364" y="76022"/>
                  </a:lnTo>
                  <a:lnTo>
                    <a:pt x="6998694" y="65256"/>
                  </a:lnTo>
                  <a:lnTo>
                    <a:pt x="7060411" y="55655"/>
                  </a:lnTo>
                  <a:lnTo>
                    <a:pt x="7127381" y="47074"/>
                  </a:lnTo>
                  <a:lnTo>
                    <a:pt x="7200298" y="39384"/>
                  </a:lnTo>
                  <a:lnTo>
                    <a:pt x="7279540" y="32484"/>
                  </a:lnTo>
                  <a:lnTo>
                    <a:pt x="7364992" y="26300"/>
                  </a:lnTo>
                  <a:lnTo>
                    <a:pt x="7455822" y="20789"/>
                  </a:lnTo>
                  <a:lnTo>
                    <a:pt x="7550275" y="15934"/>
                  </a:lnTo>
                  <a:lnTo>
                    <a:pt x="7645544" y="11740"/>
                  </a:lnTo>
                  <a:lnTo>
                    <a:pt x="7737835" y="8222"/>
                  </a:lnTo>
                  <a:lnTo>
                    <a:pt x="7822723" y="5392"/>
                  </a:lnTo>
                  <a:lnTo>
                    <a:pt x="7895830" y="3241"/>
                  </a:lnTo>
                  <a:lnTo>
                    <a:pt x="7953704" y="1728"/>
                  </a:lnTo>
                  <a:lnTo>
                    <a:pt x="7994647" y="770"/>
                  </a:lnTo>
                  <a:lnTo>
                    <a:pt x="8019223" y="253"/>
                  </a:lnTo>
                  <a:lnTo>
                    <a:pt x="8030304" y="43"/>
                  </a:lnTo>
                  <a:lnTo>
                    <a:pt x="8032795" y="0"/>
                  </a:lnTo>
                  <a:lnTo>
                    <a:pt x="8032819" y="0"/>
                  </a:lnTo>
                  <a:lnTo>
                    <a:pt x="8554953" y="0"/>
                  </a:lnTo>
                  <a:lnTo>
                    <a:pt x="8554953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883" name="pl883"/>
            <p:cNvSpPr/>
            <p:nvPr/>
          </p:nvSpPr>
          <p:spPr>
            <a:xfrm>
              <a:off x="386606" y="2377098"/>
              <a:ext cx="8554953" cy="1310143"/>
            </a:xfrm>
            <a:custGeom>
              <a:avLst/>
              <a:pathLst>
                <a:path w="8554953" h="1310143">
                  <a:moveTo>
                    <a:pt x="8554953" y="0"/>
                  </a:moveTo>
                  <a:lnTo>
                    <a:pt x="8032819" y="0"/>
                  </a:lnTo>
                  <a:lnTo>
                    <a:pt x="8031557" y="21"/>
                  </a:lnTo>
                  <a:lnTo>
                    <a:pt x="8023308" y="173"/>
                  </a:lnTo>
                  <a:lnTo>
                    <a:pt x="8002681" y="595"/>
                  </a:lnTo>
                  <a:lnTo>
                    <a:pt x="7966230" y="1424"/>
                  </a:lnTo>
                  <a:lnTo>
                    <a:pt x="7912768" y="2780"/>
                  </a:lnTo>
                  <a:lnTo>
                    <a:pt x="7843423" y="4756"/>
                  </a:lnTo>
                  <a:lnTo>
                    <a:pt x="7761254" y="7404"/>
                  </a:lnTo>
                  <a:lnTo>
                    <a:pt x="7670482" y="10741"/>
                  </a:lnTo>
                  <a:lnTo>
                    <a:pt x="7575598" y="14757"/>
                  </a:lnTo>
                  <a:lnTo>
                    <a:pt x="7480612" y="19438"/>
                  </a:lnTo>
                  <a:lnTo>
                    <a:pt x="7388608" y="24774"/>
                  </a:lnTo>
                  <a:lnTo>
                    <a:pt x="7301615" y="30776"/>
                  </a:lnTo>
                  <a:lnTo>
                    <a:pt x="7220689" y="37480"/>
                  </a:lnTo>
                  <a:lnTo>
                    <a:pt x="7146115" y="44952"/>
                  </a:lnTo>
                  <a:lnTo>
                    <a:pt x="7077626" y="53286"/>
                  </a:lnTo>
                  <a:lnTo>
                    <a:pt x="7014595" y="62603"/>
                  </a:lnTo>
                  <a:lnTo>
                    <a:pt x="6956191" y="73045"/>
                  </a:lnTo>
                  <a:lnTo>
                    <a:pt x="6901492" y="84764"/>
                  </a:lnTo>
                  <a:lnTo>
                    <a:pt x="6849566" y="97903"/>
                  </a:lnTo>
                  <a:lnTo>
                    <a:pt x="6799559" y="112562"/>
                  </a:lnTo>
                  <a:lnTo>
                    <a:pt x="6786527" y="116708"/>
                  </a:lnTo>
                  <a:lnTo>
                    <a:pt x="6734852" y="134436"/>
                  </a:lnTo>
                  <a:lnTo>
                    <a:pt x="6683679" y="153956"/>
                  </a:lnTo>
                  <a:lnTo>
                    <a:pt x="6632488" y="175295"/>
                  </a:lnTo>
                  <a:lnTo>
                    <a:pt x="6580923" y="198418"/>
                  </a:lnTo>
                  <a:lnTo>
                    <a:pt x="6528770" y="223225"/>
                  </a:lnTo>
                  <a:lnTo>
                    <a:pt x="6475942" y="249545"/>
                  </a:lnTo>
                  <a:lnTo>
                    <a:pt x="6422460" y="277133"/>
                  </a:lnTo>
                  <a:lnTo>
                    <a:pt x="6368439" y="305682"/>
                  </a:lnTo>
                  <a:lnTo>
                    <a:pt x="6314062" y="334835"/>
                  </a:lnTo>
                  <a:lnTo>
                    <a:pt x="6259558" y="364198"/>
                  </a:lnTo>
                  <a:lnTo>
                    <a:pt x="6205171" y="393367"/>
                  </a:lnTo>
                  <a:lnTo>
                    <a:pt x="6151131" y="421949"/>
                  </a:lnTo>
                  <a:lnTo>
                    <a:pt x="6097624" y="449583"/>
                  </a:lnTo>
                  <a:lnTo>
                    <a:pt x="6044768" y="475961"/>
                  </a:lnTo>
                  <a:lnTo>
                    <a:pt x="5992588" y="500835"/>
                  </a:lnTo>
                  <a:lnTo>
                    <a:pt x="5941002" y="524030"/>
                  </a:lnTo>
                  <a:lnTo>
                    <a:pt x="5889802" y="545444"/>
                  </a:lnTo>
                  <a:lnTo>
                    <a:pt x="5838637" y="565039"/>
                  </a:lnTo>
                  <a:lnTo>
                    <a:pt x="5786995" y="582840"/>
                  </a:lnTo>
                  <a:lnTo>
                    <a:pt x="5784835" y="583541"/>
                  </a:lnTo>
                  <a:lnTo>
                    <a:pt x="5735211" y="598609"/>
                  </a:lnTo>
                  <a:lnTo>
                    <a:pt x="5683873" y="612144"/>
                  </a:lnTo>
                  <a:lnTo>
                    <a:pt x="5629998" y="624226"/>
                  </a:lnTo>
                  <a:lnTo>
                    <a:pt x="5572668" y="634992"/>
                  </a:lnTo>
                  <a:lnTo>
                    <a:pt x="5510951" y="644593"/>
                  </a:lnTo>
                  <a:lnTo>
                    <a:pt x="5443981" y="653175"/>
                  </a:lnTo>
                  <a:lnTo>
                    <a:pt x="5371064" y="660865"/>
                  </a:lnTo>
                  <a:lnTo>
                    <a:pt x="5291822" y="667765"/>
                  </a:lnTo>
                  <a:lnTo>
                    <a:pt x="5206370" y="673948"/>
                  </a:lnTo>
                  <a:lnTo>
                    <a:pt x="5115540" y="679459"/>
                  </a:lnTo>
                  <a:lnTo>
                    <a:pt x="5021087" y="684314"/>
                  </a:lnTo>
                  <a:lnTo>
                    <a:pt x="4925818" y="688508"/>
                  </a:lnTo>
                  <a:lnTo>
                    <a:pt x="4833527" y="692026"/>
                  </a:lnTo>
                  <a:lnTo>
                    <a:pt x="4748639" y="694857"/>
                  </a:lnTo>
                  <a:lnTo>
                    <a:pt x="4675532" y="697007"/>
                  </a:lnTo>
                  <a:lnTo>
                    <a:pt x="4617658" y="698521"/>
                  </a:lnTo>
                  <a:lnTo>
                    <a:pt x="4576715" y="699478"/>
                  </a:lnTo>
                  <a:lnTo>
                    <a:pt x="4552139" y="699995"/>
                  </a:lnTo>
                  <a:lnTo>
                    <a:pt x="4541058" y="700205"/>
                  </a:lnTo>
                  <a:lnTo>
                    <a:pt x="4538567" y="700248"/>
                  </a:lnTo>
                  <a:lnTo>
                    <a:pt x="4538543" y="700249"/>
                  </a:lnTo>
                  <a:lnTo>
                    <a:pt x="4016409" y="700249"/>
                  </a:lnTo>
                  <a:lnTo>
                    <a:pt x="4015146" y="700267"/>
                  </a:lnTo>
                  <a:lnTo>
                    <a:pt x="4006884" y="700400"/>
                  </a:lnTo>
                  <a:lnTo>
                    <a:pt x="3986226" y="700768"/>
                  </a:lnTo>
                  <a:lnTo>
                    <a:pt x="3949725" y="701491"/>
                  </a:lnTo>
                  <a:lnTo>
                    <a:pt x="3896195" y="702674"/>
                  </a:lnTo>
                  <a:lnTo>
                    <a:pt x="3826772" y="704398"/>
                  </a:lnTo>
                  <a:lnTo>
                    <a:pt x="3744523" y="706708"/>
                  </a:lnTo>
                  <a:lnTo>
                    <a:pt x="3653679" y="709617"/>
                  </a:lnTo>
                  <a:lnTo>
                    <a:pt x="3558737" y="713120"/>
                  </a:lnTo>
                  <a:lnTo>
                    <a:pt x="3463708" y="717202"/>
                  </a:lnTo>
                  <a:lnTo>
                    <a:pt x="3371679" y="721855"/>
                  </a:lnTo>
                  <a:lnTo>
                    <a:pt x="3284675" y="727089"/>
                  </a:lnTo>
                  <a:lnTo>
                    <a:pt x="3203748" y="732935"/>
                  </a:lnTo>
                  <a:lnTo>
                    <a:pt x="3129180" y="739452"/>
                  </a:lnTo>
                  <a:lnTo>
                    <a:pt x="3060699" y="746720"/>
                  </a:lnTo>
                  <a:lnTo>
                    <a:pt x="2997676" y="754847"/>
                  </a:lnTo>
                  <a:lnTo>
                    <a:pt x="2939278" y="763955"/>
                  </a:lnTo>
                  <a:lnTo>
                    <a:pt x="2884579" y="774178"/>
                  </a:lnTo>
                  <a:lnTo>
                    <a:pt x="2832649" y="785640"/>
                  </a:lnTo>
                  <a:lnTo>
                    <a:pt x="2782632" y="798428"/>
                  </a:lnTo>
                  <a:lnTo>
                    <a:pt x="2770117" y="801898"/>
                  </a:lnTo>
                  <a:lnTo>
                    <a:pt x="2717874" y="817518"/>
                  </a:lnTo>
                  <a:lnTo>
                    <a:pt x="2666137" y="834734"/>
                  </a:lnTo>
                  <a:lnTo>
                    <a:pt x="2614373" y="853569"/>
                  </a:lnTo>
                  <a:lnTo>
                    <a:pt x="2562217" y="873991"/>
                  </a:lnTo>
                  <a:lnTo>
                    <a:pt x="2509454" y="895907"/>
                  </a:lnTo>
                  <a:lnTo>
                    <a:pt x="2455999" y="919159"/>
                  </a:lnTo>
                  <a:lnTo>
                    <a:pt x="2401882" y="943523"/>
                  </a:lnTo>
                  <a:lnTo>
                    <a:pt x="2347225" y="968721"/>
                  </a:lnTo>
                  <a:lnTo>
                    <a:pt x="2292224" y="994425"/>
                  </a:lnTo>
                  <a:lnTo>
                    <a:pt x="2237118" y="1020281"/>
                  </a:lnTo>
                  <a:lnTo>
                    <a:pt x="2182159" y="1045924"/>
                  </a:lnTo>
                  <a:lnTo>
                    <a:pt x="2127580" y="1071004"/>
                  </a:lnTo>
                  <a:lnTo>
                    <a:pt x="2073567" y="1095201"/>
                  </a:lnTo>
                  <a:lnTo>
                    <a:pt x="2020228" y="1118243"/>
                  </a:lnTo>
                  <a:lnTo>
                    <a:pt x="1967576" y="1139919"/>
                  </a:lnTo>
                  <a:lnTo>
                    <a:pt x="1915504" y="1160080"/>
                  </a:lnTo>
                  <a:lnTo>
                    <a:pt x="1863774" y="1178645"/>
                  </a:lnTo>
                  <a:lnTo>
                    <a:pt x="1811995" y="1195592"/>
                  </a:lnTo>
                  <a:lnTo>
                    <a:pt x="1768425" y="1208494"/>
                  </a:lnTo>
                  <a:lnTo>
                    <a:pt x="1718775" y="1221625"/>
                  </a:lnTo>
                  <a:lnTo>
                    <a:pt x="1667408" y="1233418"/>
                  </a:lnTo>
                  <a:lnTo>
                    <a:pt x="1613501" y="1243946"/>
                  </a:lnTo>
                  <a:lnTo>
                    <a:pt x="1556134" y="1253325"/>
                  </a:lnTo>
                  <a:lnTo>
                    <a:pt x="1494372" y="1261689"/>
                  </a:lnTo>
                  <a:lnTo>
                    <a:pt x="1427351" y="1269166"/>
                  </a:lnTo>
                  <a:lnTo>
                    <a:pt x="1354375" y="1275864"/>
                  </a:lnTo>
                  <a:lnTo>
                    <a:pt x="1275065" y="1281875"/>
                  </a:lnTo>
                  <a:lnTo>
                    <a:pt x="1189542" y="1287260"/>
                  </a:lnTo>
                  <a:lnTo>
                    <a:pt x="1098642" y="1292060"/>
                  </a:lnTo>
                  <a:lnTo>
                    <a:pt x="1004126" y="1296287"/>
                  </a:lnTo>
                  <a:lnTo>
                    <a:pt x="908813" y="1299939"/>
                  </a:lnTo>
                  <a:lnTo>
                    <a:pt x="816507" y="1303001"/>
                  </a:lnTo>
                  <a:lnTo>
                    <a:pt x="731643" y="1305463"/>
                  </a:lnTo>
                  <a:lnTo>
                    <a:pt x="658603" y="1307332"/>
                  </a:lnTo>
                  <a:lnTo>
                    <a:pt x="600833" y="1308647"/>
                  </a:lnTo>
                  <a:lnTo>
                    <a:pt x="560015" y="1309478"/>
                  </a:lnTo>
                  <a:lnTo>
                    <a:pt x="535567" y="1309925"/>
                  </a:lnTo>
                  <a:lnTo>
                    <a:pt x="524591" y="1310106"/>
                  </a:lnTo>
                  <a:lnTo>
                    <a:pt x="522155" y="1310143"/>
                  </a:lnTo>
                  <a:lnTo>
                    <a:pt x="522133" y="1310143"/>
                  </a:lnTo>
                  <a:lnTo>
                    <a:pt x="0" y="1310143"/>
                  </a:lnTo>
                  <a:lnTo>
                    <a:pt x="0" y="1310143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884" name="pg884"/>
            <p:cNvSpPr/>
            <p:nvPr/>
          </p:nvSpPr>
          <p:spPr>
            <a:xfrm>
              <a:off x="386606" y="3156408"/>
              <a:ext cx="8554953" cy="1242377"/>
            </a:xfrm>
            <a:custGeom>
              <a:avLst/>
              <a:pathLst>
                <a:path w="8554953" h="1242377">
                  <a:moveTo>
                    <a:pt x="0" y="553422"/>
                  </a:moveTo>
                  <a:lnTo>
                    <a:pt x="522133" y="553422"/>
                  </a:lnTo>
                  <a:lnTo>
                    <a:pt x="523398" y="553406"/>
                  </a:lnTo>
                  <a:lnTo>
                    <a:pt x="531669" y="553289"/>
                  </a:lnTo>
                  <a:lnTo>
                    <a:pt x="552347" y="552965"/>
                  </a:lnTo>
                  <a:lnTo>
                    <a:pt x="588884" y="552328"/>
                  </a:lnTo>
                  <a:lnTo>
                    <a:pt x="642463" y="551286"/>
                  </a:lnTo>
                  <a:lnTo>
                    <a:pt x="711942" y="549768"/>
                  </a:lnTo>
                  <a:lnTo>
                    <a:pt x="794248" y="547735"/>
                  </a:lnTo>
                  <a:lnTo>
                    <a:pt x="885143" y="545173"/>
                  </a:lnTo>
                  <a:lnTo>
                    <a:pt x="980127" y="542089"/>
                  </a:lnTo>
                  <a:lnTo>
                    <a:pt x="1075185" y="538495"/>
                  </a:lnTo>
                  <a:lnTo>
                    <a:pt x="1167232" y="534399"/>
                  </a:lnTo>
                  <a:lnTo>
                    <a:pt x="1254245" y="529791"/>
                  </a:lnTo>
                  <a:lnTo>
                    <a:pt x="1335172" y="524644"/>
                  </a:lnTo>
                  <a:lnTo>
                    <a:pt x="1409736" y="518907"/>
                  </a:lnTo>
                  <a:lnTo>
                    <a:pt x="1478212" y="512507"/>
                  </a:lnTo>
                  <a:lnTo>
                    <a:pt x="1541229" y="505351"/>
                  </a:lnTo>
                  <a:lnTo>
                    <a:pt x="1599623" y="497330"/>
                  </a:lnTo>
                  <a:lnTo>
                    <a:pt x="1654321" y="488328"/>
                  </a:lnTo>
                  <a:lnTo>
                    <a:pt x="1706254" y="478234"/>
                  </a:lnTo>
                  <a:lnTo>
                    <a:pt x="1756280" y="466972"/>
                  </a:lnTo>
                  <a:lnTo>
                    <a:pt x="1768425" y="464009"/>
                  </a:lnTo>
                  <a:lnTo>
                    <a:pt x="1821092" y="450150"/>
                  </a:lnTo>
                  <a:lnTo>
                    <a:pt x="1873249" y="434865"/>
                  </a:lnTo>
                  <a:lnTo>
                    <a:pt x="1925441" y="418133"/>
                  </a:lnTo>
                  <a:lnTo>
                    <a:pt x="1978038" y="399984"/>
                  </a:lnTo>
                  <a:lnTo>
                    <a:pt x="2031256" y="380502"/>
                  </a:lnTo>
                  <a:lnTo>
                    <a:pt x="2085179" y="359834"/>
                  </a:lnTo>
                  <a:lnTo>
                    <a:pt x="2139771" y="338181"/>
                  </a:lnTo>
                  <a:lnTo>
                    <a:pt x="2194902" y="315800"/>
                  </a:lnTo>
                  <a:lnTo>
                    <a:pt x="2250367" y="292986"/>
                  </a:lnTo>
                  <a:lnTo>
                    <a:pt x="2305921" y="270060"/>
                  </a:lnTo>
                  <a:lnTo>
                    <a:pt x="2361304" y="247350"/>
                  </a:lnTo>
                  <a:lnTo>
                    <a:pt x="2416282" y="225171"/>
                  </a:lnTo>
                  <a:lnTo>
                    <a:pt x="2470670" y="203807"/>
                  </a:lnTo>
                  <a:lnTo>
                    <a:pt x="2524367" y="183499"/>
                  </a:lnTo>
                  <a:lnTo>
                    <a:pt x="2577372" y="164430"/>
                  </a:lnTo>
                  <a:lnTo>
                    <a:pt x="2629809" y="146727"/>
                  </a:lnTo>
                  <a:lnTo>
                    <a:pt x="2681941" y="130456"/>
                  </a:lnTo>
                  <a:lnTo>
                    <a:pt x="2734193" y="115632"/>
                  </a:lnTo>
                  <a:lnTo>
                    <a:pt x="2770117" y="106355"/>
                  </a:lnTo>
                  <a:lnTo>
                    <a:pt x="2819786" y="94800"/>
                  </a:lnTo>
                  <a:lnTo>
                    <a:pt x="2871174" y="84423"/>
                  </a:lnTo>
                  <a:lnTo>
                    <a:pt x="2925104" y="75161"/>
                  </a:lnTo>
                  <a:lnTo>
                    <a:pt x="2982497" y="66908"/>
                  </a:lnTo>
                  <a:lnTo>
                    <a:pt x="3044290" y="59549"/>
                  </a:lnTo>
                  <a:lnTo>
                    <a:pt x="3111348" y="52972"/>
                  </a:lnTo>
                  <a:lnTo>
                    <a:pt x="3184367" y="47079"/>
                  </a:lnTo>
                  <a:lnTo>
                    <a:pt x="3263724" y="41792"/>
                  </a:lnTo>
                  <a:lnTo>
                    <a:pt x="3349297" y="37054"/>
                  </a:lnTo>
                  <a:lnTo>
                    <a:pt x="3440249" y="32833"/>
                  </a:lnTo>
                  <a:lnTo>
                    <a:pt x="3534809" y="29115"/>
                  </a:lnTo>
                  <a:lnTo>
                    <a:pt x="3630154" y="25904"/>
                  </a:lnTo>
                  <a:lnTo>
                    <a:pt x="3722470" y="23212"/>
                  </a:lnTo>
                  <a:lnTo>
                    <a:pt x="3807316" y="21048"/>
                  </a:lnTo>
                  <a:lnTo>
                    <a:pt x="3880309" y="19406"/>
                  </a:lnTo>
                  <a:lnTo>
                    <a:pt x="3938005" y="18252"/>
                  </a:lnTo>
                  <a:lnTo>
                    <a:pt x="3978732" y="17523"/>
                  </a:lnTo>
                  <a:lnTo>
                    <a:pt x="4003090" y="17131"/>
                  </a:lnTo>
                  <a:lnTo>
                    <a:pt x="4013992" y="16973"/>
                  </a:lnTo>
                  <a:lnTo>
                    <a:pt x="4016409" y="16941"/>
                  </a:lnTo>
                  <a:lnTo>
                    <a:pt x="4538543" y="16941"/>
                  </a:lnTo>
                  <a:lnTo>
                    <a:pt x="4539788" y="16978"/>
                  </a:lnTo>
                  <a:lnTo>
                    <a:pt x="4547933" y="17241"/>
                  </a:lnTo>
                  <a:lnTo>
                    <a:pt x="4568308" y="17970"/>
                  </a:lnTo>
                  <a:lnTo>
                    <a:pt x="4604338" y="19400"/>
                  </a:lnTo>
                  <a:lnTo>
                    <a:pt x="4657229" y="21743"/>
                  </a:lnTo>
                  <a:lnTo>
                    <a:pt x="4725912" y="25158"/>
                  </a:lnTo>
                  <a:lnTo>
                    <a:pt x="4807406" y="29737"/>
                  </a:lnTo>
                  <a:lnTo>
                    <a:pt x="4897564" y="35510"/>
                  </a:lnTo>
                  <a:lnTo>
                    <a:pt x="4991952" y="42464"/>
                  </a:lnTo>
                  <a:lnTo>
                    <a:pt x="5086584" y="50571"/>
                  </a:lnTo>
                  <a:lnTo>
                    <a:pt x="5178372" y="59815"/>
                  </a:lnTo>
                  <a:lnTo>
                    <a:pt x="5265267" y="70212"/>
                  </a:lnTo>
                  <a:lnTo>
                    <a:pt x="5346182" y="81821"/>
                  </a:lnTo>
                  <a:lnTo>
                    <a:pt x="5420801" y="94755"/>
                  </a:lnTo>
                  <a:lnTo>
                    <a:pt x="5489360" y="109172"/>
                  </a:lnTo>
                  <a:lnTo>
                    <a:pt x="5552460" y="125279"/>
                  </a:lnTo>
                  <a:lnTo>
                    <a:pt x="5610910" y="143319"/>
                  </a:lnTo>
                  <a:lnTo>
                    <a:pt x="5665620" y="163554"/>
                  </a:lnTo>
                  <a:lnTo>
                    <a:pt x="5717507" y="186234"/>
                  </a:lnTo>
                  <a:lnTo>
                    <a:pt x="5767427" y="211541"/>
                  </a:lnTo>
                  <a:lnTo>
                    <a:pt x="5784835" y="221180"/>
                  </a:lnTo>
                  <a:lnTo>
                    <a:pt x="5832641" y="249760"/>
                  </a:lnTo>
                  <a:lnTo>
                    <a:pt x="5879981" y="281014"/>
                  </a:lnTo>
                  <a:lnTo>
                    <a:pt x="5927280" y="314989"/>
                  </a:lnTo>
                  <a:lnTo>
                    <a:pt x="5974842" y="351656"/>
                  </a:lnTo>
                  <a:lnTo>
                    <a:pt x="6022865" y="390900"/>
                  </a:lnTo>
                  <a:lnTo>
                    <a:pt x="6071451" y="432518"/>
                  </a:lnTo>
                  <a:lnTo>
                    <a:pt x="6120615" y="476212"/>
                  </a:lnTo>
                  <a:lnTo>
                    <a:pt x="6170302" y="521599"/>
                  </a:lnTo>
                  <a:lnTo>
                    <a:pt x="6220394" y="568221"/>
                  </a:lnTo>
                  <a:lnTo>
                    <a:pt x="6270731" y="615561"/>
                  </a:lnTo>
                  <a:lnTo>
                    <a:pt x="6321125" y="663066"/>
                  </a:lnTo>
                  <a:lnTo>
                    <a:pt x="6371384" y="710179"/>
                  </a:lnTo>
                  <a:lnTo>
                    <a:pt x="6421328" y="756358"/>
                  </a:lnTo>
                  <a:lnTo>
                    <a:pt x="6470814" y="801108"/>
                  </a:lnTo>
                  <a:lnTo>
                    <a:pt x="6519746" y="843999"/>
                  </a:lnTo>
                  <a:lnTo>
                    <a:pt x="6568096" y="884682"/>
                  </a:lnTo>
                  <a:lnTo>
                    <a:pt x="6615914" y="922898"/>
                  </a:lnTo>
                  <a:lnTo>
                    <a:pt x="6663340" y="958478"/>
                  </a:lnTo>
                  <a:lnTo>
                    <a:pt x="6710612" y="991345"/>
                  </a:lnTo>
                  <a:lnTo>
                    <a:pt x="6758082" y="1021502"/>
                  </a:lnTo>
                  <a:lnTo>
                    <a:pt x="6786527" y="1038138"/>
                  </a:lnTo>
                  <a:lnTo>
                    <a:pt x="6835928" y="1064397"/>
                  </a:lnTo>
                  <a:lnTo>
                    <a:pt x="6887024" y="1087995"/>
                  </a:lnTo>
                  <a:lnTo>
                    <a:pt x="6940627" y="1109072"/>
                  </a:lnTo>
                  <a:lnTo>
                    <a:pt x="6997642" y="1127862"/>
                  </a:lnTo>
                  <a:lnTo>
                    <a:pt x="7058989" y="1144627"/>
                  </a:lnTo>
                  <a:lnTo>
                    <a:pt x="7125526" y="1159619"/>
                  </a:lnTo>
                  <a:lnTo>
                    <a:pt x="7197941" y="1173059"/>
                  </a:lnTo>
                  <a:lnTo>
                    <a:pt x="7276621" y="1185124"/>
                  </a:lnTo>
                  <a:lnTo>
                    <a:pt x="7361471" y="1195942"/>
                  </a:lnTo>
                  <a:lnTo>
                    <a:pt x="7451702" y="1205592"/>
                  </a:lnTo>
                  <a:lnTo>
                    <a:pt x="7545623" y="1214103"/>
                  </a:lnTo>
                  <a:lnTo>
                    <a:pt x="7640514" y="1221470"/>
                  </a:lnTo>
                  <a:lnTo>
                    <a:pt x="7732674" y="1227666"/>
                  </a:lnTo>
                  <a:lnTo>
                    <a:pt x="7817756" y="1232668"/>
                  </a:lnTo>
                  <a:lnTo>
                    <a:pt x="7891411" y="1236490"/>
                  </a:lnTo>
                  <a:lnTo>
                    <a:pt x="7950149" y="1239199"/>
                  </a:lnTo>
                  <a:lnTo>
                    <a:pt x="7992153" y="1240932"/>
                  </a:lnTo>
                  <a:lnTo>
                    <a:pt x="8017810" y="1241884"/>
                  </a:lnTo>
                  <a:lnTo>
                    <a:pt x="8029782" y="1242285"/>
                  </a:lnTo>
                  <a:lnTo>
                    <a:pt x="8032819" y="1242377"/>
                  </a:lnTo>
                  <a:lnTo>
                    <a:pt x="8554953" y="1242377"/>
                  </a:lnTo>
                  <a:lnTo>
                    <a:pt x="8554953" y="1225436"/>
                  </a:lnTo>
                  <a:lnTo>
                    <a:pt x="8032819" y="1225436"/>
                  </a:lnTo>
                  <a:lnTo>
                    <a:pt x="8031574" y="1225399"/>
                  </a:lnTo>
                  <a:lnTo>
                    <a:pt x="8023429" y="1225135"/>
                  </a:lnTo>
                  <a:lnTo>
                    <a:pt x="8003053" y="1224407"/>
                  </a:lnTo>
                  <a:lnTo>
                    <a:pt x="7967024" y="1222977"/>
                  </a:lnTo>
                  <a:lnTo>
                    <a:pt x="7914133" y="1220633"/>
                  </a:lnTo>
                  <a:lnTo>
                    <a:pt x="7845450" y="1217218"/>
                  </a:lnTo>
                  <a:lnTo>
                    <a:pt x="7763956" y="1212639"/>
                  </a:lnTo>
                  <a:lnTo>
                    <a:pt x="7673798" y="1206866"/>
                  </a:lnTo>
                  <a:lnTo>
                    <a:pt x="7579410" y="1199912"/>
                  </a:lnTo>
                  <a:lnTo>
                    <a:pt x="7484778" y="1191805"/>
                  </a:lnTo>
                  <a:lnTo>
                    <a:pt x="7392990" y="1182562"/>
                  </a:lnTo>
                  <a:lnTo>
                    <a:pt x="7306095" y="1172165"/>
                  </a:lnTo>
                  <a:lnTo>
                    <a:pt x="7225179" y="1160555"/>
                  </a:lnTo>
                  <a:lnTo>
                    <a:pt x="7150561" y="1147622"/>
                  </a:lnTo>
                  <a:lnTo>
                    <a:pt x="7082002" y="1133205"/>
                  </a:lnTo>
                  <a:lnTo>
                    <a:pt x="7018902" y="1117097"/>
                  </a:lnTo>
                  <a:lnTo>
                    <a:pt x="6960451" y="1099057"/>
                  </a:lnTo>
                  <a:lnTo>
                    <a:pt x="6905742" y="1078822"/>
                  </a:lnTo>
                  <a:lnTo>
                    <a:pt x="6853855" y="1056143"/>
                  </a:lnTo>
                  <a:lnTo>
                    <a:pt x="6803935" y="1030836"/>
                  </a:lnTo>
                  <a:lnTo>
                    <a:pt x="6786527" y="1021196"/>
                  </a:lnTo>
                  <a:lnTo>
                    <a:pt x="6738721" y="992617"/>
                  </a:lnTo>
                  <a:lnTo>
                    <a:pt x="6691381" y="961363"/>
                  </a:lnTo>
                  <a:lnTo>
                    <a:pt x="6644082" y="927388"/>
                  </a:lnTo>
                  <a:lnTo>
                    <a:pt x="6596520" y="890721"/>
                  </a:lnTo>
                  <a:lnTo>
                    <a:pt x="6548497" y="851477"/>
                  </a:lnTo>
                  <a:lnTo>
                    <a:pt x="6499911" y="809859"/>
                  </a:lnTo>
                  <a:lnTo>
                    <a:pt x="6450747" y="766165"/>
                  </a:lnTo>
                  <a:lnTo>
                    <a:pt x="6401060" y="720777"/>
                  </a:lnTo>
                  <a:lnTo>
                    <a:pt x="6350968" y="674155"/>
                  </a:lnTo>
                  <a:lnTo>
                    <a:pt x="6300631" y="626816"/>
                  </a:lnTo>
                  <a:lnTo>
                    <a:pt x="6250237" y="579310"/>
                  </a:lnTo>
                  <a:lnTo>
                    <a:pt x="6199978" y="532198"/>
                  </a:lnTo>
                  <a:lnTo>
                    <a:pt x="6150033" y="486018"/>
                  </a:lnTo>
                  <a:lnTo>
                    <a:pt x="6100548" y="441268"/>
                  </a:lnTo>
                  <a:lnTo>
                    <a:pt x="6051616" y="398377"/>
                  </a:lnTo>
                  <a:lnTo>
                    <a:pt x="6003266" y="357694"/>
                  </a:lnTo>
                  <a:lnTo>
                    <a:pt x="5955448" y="319479"/>
                  </a:lnTo>
                  <a:lnTo>
                    <a:pt x="5908022" y="283899"/>
                  </a:lnTo>
                  <a:lnTo>
                    <a:pt x="5860750" y="251031"/>
                  </a:lnTo>
                  <a:lnTo>
                    <a:pt x="5813279" y="220875"/>
                  </a:lnTo>
                  <a:lnTo>
                    <a:pt x="5784835" y="204239"/>
                  </a:lnTo>
                  <a:lnTo>
                    <a:pt x="5735434" y="177980"/>
                  </a:lnTo>
                  <a:lnTo>
                    <a:pt x="5684338" y="154382"/>
                  </a:lnTo>
                  <a:lnTo>
                    <a:pt x="5630735" y="133305"/>
                  </a:lnTo>
                  <a:lnTo>
                    <a:pt x="5573720" y="114515"/>
                  </a:lnTo>
                  <a:lnTo>
                    <a:pt x="5512373" y="97750"/>
                  </a:lnTo>
                  <a:lnTo>
                    <a:pt x="5445836" y="82757"/>
                  </a:lnTo>
                  <a:lnTo>
                    <a:pt x="5373421" y="69318"/>
                  </a:lnTo>
                  <a:lnTo>
                    <a:pt x="5294741" y="57253"/>
                  </a:lnTo>
                  <a:lnTo>
                    <a:pt x="5209891" y="46434"/>
                  </a:lnTo>
                  <a:lnTo>
                    <a:pt x="5119660" y="36785"/>
                  </a:lnTo>
                  <a:lnTo>
                    <a:pt x="5025739" y="28273"/>
                  </a:lnTo>
                  <a:lnTo>
                    <a:pt x="4930848" y="20906"/>
                  </a:lnTo>
                  <a:lnTo>
                    <a:pt x="4838688" y="14711"/>
                  </a:lnTo>
                  <a:lnTo>
                    <a:pt x="4753606" y="9708"/>
                  </a:lnTo>
                  <a:lnTo>
                    <a:pt x="4679950" y="5887"/>
                  </a:lnTo>
                  <a:lnTo>
                    <a:pt x="4621213" y="3177"/>
                  </a:lnTo>
                  <a:lnTo>
                    <a:pt x="4579208" y="1444"/>
                  </a:lnTo>
                  <a:lnTo>
                    <a:pt x="4553552" y="493"/>
                  </a:lnTo>
                  <a:lnTo>
                    <a:pt x="4541580" y="92"/>
                  </a:lnTo>
                  <a:lnTo>
                    <a:pt x="4538543" y="0"/>
                  </a:lnTo>
                  <a:lnTo>
                    <a:pt x="4016409" y="0"/>
                  </a:lnTo>
                  <a:lnTo>
                    <a:pt x="4015144" y="16"/>
                  </a:lnTo>
                  <a:lnTo>
                    <a:pt x="4006874" y="133"/>
                  </a:lnTo>
                  <a:lnTo>
                    <a:pt x="3986195" y="457"/>
                  </a:lnTo>
                  <a:lnTo>
                    <a:pt x="3949658" y="1094"/>
                  </a:lnTo>
                  <a:lnTo>
                    <a:pt x="3896080" y="2136"/>
                  </a:lnTo>
                  <a:lnTo>
                    <a:pt x="3826600" y="3653"/>
                  </a:lnTo>
                  <a:lnTo>
                    <a:pt x="3744295" y="5687"/>
                  </a:lnTo>
                  <a:lnTo>
                    <a:pt x="3653399" y="8249"/>
                  </a:lnTo>
                  <a:lnTo>
                    <a:pt x="3558415" y="11333"/>
                  </a:lnTo>
                  <a:lnTo>
                    <a:pt x="3463357" y="14927"/>
                  </a:lnTo>
                  <a:lnTo>
                    <a:pt x="3371310" y="19023"/>
                  </a:lnTo>
                  <a:lnTo>
                    <a:pt x="3284297" y="23631"/>
                  </a:lnTo>
                  <a:lnTo>
                    <a:pt x="3203370" y="28778"/>
                  </a:lnTo>
                  <a:lnTo>
                    <a:pt x="3128806" y="34515"/>
                  </a:lnTo>
                  <a:lnTo>
                    <a:pt x="3060330" y="40915"/>
                  </a:lnTo>
                  <a:lnTo>
                    <a:pt x="2997313" y="48071"/>
                  </a:lnTo>
                  <a:lnTo>
                    <a:pt x="2938919" y="56092"/>
                  </a:lnTo>
                  <a:lnTo>
                    <a:pt x="2884221" y="65094"/>
                  </a:lnTo>
                  <a:lnTo>
                    <a:pt x="2832288" y="75188"/>
                  </a:lnTo>
                  <a:lnTo>
                    <a:pt x="2782263" y="86450"/>
                  </a:lnTo>
                  <a:lnTo>
                    <a:pt x="2770117" y="89413"/>
                  </a:lnTo>
                  <a:lnTo>
                    <a:pt x="2717450" y="103271"/>
                  </a:lnTo>
                  <a:lnTo>
                    <a:pt x="2665293" y="118556"/>
                  </a:lnTo>
                  <a:lnTo>
                    <a:pt x="2613101" y="135288"/>
                  </a:lnTo>
                  <a:lnTo>
                    <a:pt x="2560504" y="153438"/>
                  </a:lnTo>
                  <a:lnTo>
                    <a:pt x="2507286" y="172920"/>
                  </a:lnTo>
                  <a:lnTo>
                    <a:pt x="2453363" y="193588"/>
                  </a:lnTo>
                  <a:lnTo>
                    <a:pt x="2398771" y="215241"/>
                  </a:lnTo>
                  <a:lnTo>
                    <a:pt x="2343640" y="237622"/>
                  </a:lnTo>
                  <a:lnTo>
                    <a:pt x="2288175" y="260436"/>
                  </a:lnTo>
                  <a:lnTo>
                    <a:pt x="2232622" y="283362"/>
                  </a:lnTo>
                  <a:lnTo>
                    <a:pt x="2177238" y="306072"/>
                  </a:lnTo>
                  <a:lnTo>
                    <a:pt x="2122260" y="328251"/>
                  </a:lnTo>
                  <a:lnTo>
                    <a:pt x="2067872" y="349614"/>
                  </a:lnTo>
                  <a:lnTo>
                    <a:pt x="2014175" y="369923"/>
                  </a:lnTo>
                  <a:lnTo>
                    <a:pt x="1961171" y="388992"/>
                  </a:lnTo>
                  <a:lnTo>
                    <a:pt x="1908734" y="406695"/>
                  </a:lnTo>
                  <a:lnTo>
                    <a:pt x="1856601" y="422966"/>
                  </a:lnTo>
                  <a:lnTo>
                    <a:pt x="1804349" y="437790"/>
                  </a:lnTo>
                  <a:lnTo>
                    <a:pt x="1768425" y="447067"/>
                  </a:lnTo>
                  <a:lnTo>
                    <a:pt x="1718756" y="458621"/>
                  </a:lnTo>
                  <a:lnTo>
                    <a:pt x="1667369" y="468999"/>
                  </a:lnTo>
                  <a:lnTo>
                    <a:pt x="1613438" y="478261"/>
                  </a:lnTo>
                  <a:lnTo>
                    <a:pt x="1556045" y="486514"/>
                  </a:lnTo>
                  <a:lnTo>
                    <a:pt x="1494252" y="493872"/>
                  </a:lnTo>
                  <a:lnTo>
                    <a:pt x="1427194" y="500450"/>
                  </a:lnTo>
                  <a:lnTo>
                    <a:pt x="1354175" y="506343"/>
                  </a:lnTo>
                  <a:lnTo>
                    <a:pt x="1274819" y="511630"/>
                  </a:lnTo>
                  <a:lnTo>
                    <a:pt x="1189245" y="516367"/>
                  </a:lnTo>
                  <a:lnTo>
                    <a:pt x="1098293" y="520589"/>
                  </a:lnTo>
                  <a:lnTo>
                    <a:pt x="1003733" y="524307"/>
                  </a:lnTo>
                  <a:lnTo>
                    <a:pt x="908388" y="527518"/>
                  </a:lnTo>
                  <a:lnTo>
                    <a:pt x="816073" y="530210"/>
                  </a:lnTo>
                  <a:lnTo>
                    <a:pt x="731226" y="532374"/>
                  </a:lnTo>
                  <a:lnTo>
                    <a:pt x="658234" y="534016"/>
                  </a:lnTo>
                  <a:lnTo>
                    <a:pt x="600537" y="535170"/>
                  </a:lnTo>
                  <a:lnTo>
                    <a:pt x="559810" y="535899"/>
                  </a:lnTo>
                  <a:lnTo>
                    <a:pt x="535453" y="536291"/>
                  </a:lnTo>
                  <a:lnTo>
                    <a:pt x="524550" y="536449"/>
                  </a:lnTo>
                  <a:lnTo>
                    <a:pt x="522133" y="536481"/>
                  </a:lnTo>
                  <a:lnTo>
                    <a:pt x="0" y="536481"/>
                  </a:lnTo>
                  <a:close/>
                </a:path>
              </a:pathLst>
            </a:custGeom>
            <a:solidFill>
              <a:srgbClr val="F28E5B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885" name="pl885"/>
            <p:cNvSpPr/>
            <p:nvPr/>
          </p:nvSpPr>
          <p:spPr>
            <a:xfrm>
              <a:off x="386606" y="3173349"/>
              <a:ext cx="8554953" cy="1225436"/>
            </a:xfrm>
            <a:custGeom>
              <a:avLst/>
              <a:pathLst>
                <a:path w="8554953" h="1225436">
                  <a:moveTo>
                    <a:pt x="0" y="536481"/>
                  </a:moveTo>
                  <a:lnTo>
                    <a:pt x="522133" y="536481"/>
                  </a:lnTo>
                  <a:lnTo>
                    <a:pt x="523398" y="536464"/>
                  </a:lnTo>
                  <a:lnTo>
                    <a:pt x="531669" y="536347"/>
                  </a:lnTo>
                  <a:lnTo>
                    <a:pt x="552347" y="536023"/>
                  </a:lnTo>
                  <a:lnTo>
                    <a:pt x="588884" y="535387"/>
                  </a:lnTo>
                  <a:lnTo>
                    <a:pt x="642463" y="534345"/>
                  </a:lnTo>
                  <a:lnTo>
                    <a:pt x="711942" y="532827"/>
                  </a:lnTo>
                  <a:lnTo>
                    <a:pt x="794248" y="530793"/>
                  </a:lnTo>
                  <a:lnTo>
                    <a:pt x="885143" y="528231"/>
                  </a:lnTo>
                  <a:lnTo>
                    <a:pt x="980127" y="525147"/>
                  </a:lnTo>
                  <a:lnTo>
                    <a:pt x="1075185" y="521554"/>
                  </a:lnTo>
                  <a:lnTo>
                    <a:pt x="1167232" y="517457"/>
                  </a:lnTo>
                  <a:lnTo>
                    <a:pt x="1254245" y="512849"/>
                  </a:lnTo>
                  <a:lnTo>
                    <a:pt x="1335172" y="507702"/>
                  </a:lnTo>
                  <a:lnTo>
                    <a:pt x="1409736" y="501965"/>
                  </a:lnTo>
                  <a:lnTo>
                    <a:pt x="1478212" y="495565"/>
                  </a:lnTo>
                  <a:lnTo>
                    <a:pt x="1541229" y="488409"/>
                  </a:lnTo>
                  <a:lnTo>
                    <a:pt x="1599623" y="480389"/>
                  </a:lnTo>
                  <a:lnTo>
                    <a:pt x="1654321" y="471386"/>
                  </a:lnTo>
                  <a:lnTo>
                    <a:pt x="1706254" y="461292"/>
                  </a:lnTo>
                  <a:lnTo>
                    <a:pt x="1756280" y="450031"/>
                  </a:lnTo>
                  <a:lnTo>
                    <a:pt x="1768425" y="447067"/>
                  </a:lnTo>
                  <a:lnTo>
                    <a:pt x="1821092" y="433209"/>
                  </a:lnTo>
                  <a:lnTo>
                    <a:pt x="1873249" y="417924"/>
                  </a:lnTo>
                  <a:lnTo>
                    <a:pt x="1925441" y="401192"/>
                  </a:lnTo>
                  <a:lnTo>
                    <a:pt x="1978038" y="383042"/>
                  </a:lnTo>
                  <a:lnTo>
                    <a:pt x="2031256" y="363561"/>
                  </a:lnTo>
                  <a:lnTo>
                    <a:pt x="2085179" y="342892"/>
                  </a:lnTo>
                  <a:lnTo>
                    <a:pt x="2139771" y="321240"/>
                  </a:lnTo>
                  <a:lnTo>
                    <a:pt x="2194902" y="298858"/>
                  </a:lnTo>
                  <a:lnTo>
                    <a:pt x="2250367" y="276044"/>
                  </a:lnTo>
                  <a:lnTo>
                    <a:pt x="2305921" y="253118"/>
                  </a:lnTo>
                  <a:lnTo>
                    <a:pt x="2361304" y="230408"/>
                  </a:lnTo>
                  <a:lnTo>
                    <a:pt x="2416282" y="208229"/>
                  </a:lnTo>
                  <a:lnTo>
                    <a:pt x="2470670" y="186866"/>
                  </a:lnTo>
                  <a:lnTo>
                    <a:pt x="2524367" y="166557"/>
                  </a:lnTo>
                  <a:lnTo>
                    <a:pt x="2577372" y="147488"/>
                  </a:lnTo>
                  <a:lnTo>
                    <a:pt x="2629809" y="129785"/>
                  </a:lnTo>
                  <a:lnTo>
                    <a:pt x="2681941" y="113515"/>
                  </a:lnTo>
                  <a:lnTo>
                    <a:pt x="2734193" y="98690"/>
                  </a:lnTo>
                  <a:lnTo>
                    <a:pt x="2770117" y="89413"/>
                  </a:lnTo>
                  <a:lnTo>
                    <a:pt x="2819786" y="77859"/>
                  </a:lnTo>
                  <a:lnTo>
                    <a:pt x="2871174" y="67482"/>
                  </a:lnTo>
                  <a:lnTo>
                    <a:pt x="2925104" y="58219"/>
                  </a:lnTo>
                  <a:lnTo>
                    <a:pt x="2982497" y="49967"/>
                  </a:lnTo>
                  <a:lnTo>
                    <a:pt x="3044290" y="42608"/>
                  </a:lnTo>
                  <a:lnTo>
                    <a:pt x="3111348" y="36031"/>
                  </a:lnTo>
                  <a:lnTo>
                    <a:pt x="3184367" y="30138"/>
                  </a:lnTo>
                  <a:lnTo>
                    <a:pt x="3263724" y="24850"/>
                  </a:lnTo>
                  <a:lnTo>
                    <a:pt x="3349297" y="20113"/>
                  </a:lnTo>
                  <a:lnTo>
                    <a:pt x="3440249" y="15892"/>
                  </a:lnTo>
                  <a:lnTo>
                    <a:pt x="3534809" y="12173"/>
                  </a:lnTo>
                  <a:lnTo>
                    <a:pt x="3630154" y="8962"/>
                  </a:lnTo>
                  <a:lnTo>
                    <a:pt x="3722470" y="6270"/>
                  </a:lnTo>
                  <a:lnTo>
                    <a:pt x="3807316" y="4107"/>
                  </a:lnTo>
                  <a:lnTo>
                    <a:pt x="3880309" y="2464"/>
                  </a:lnTo>
                  <a:lnTo>
                    <a:pt x="3938005" y="1310"/>
                  </a:lnTo>
                  <a:lnTo>
                    <a:pt x="3978732" y="581"/>
                  </a:lnTo>
                  <a:lnTo>
                    <a:pt x="4003090" y="190"/>
                  </a:lnTo>
                  <a:lnTo>
                    <a:pt x="4013992" y="31"/>
                  </a:lnTo>
                  <a:lnTo>
                    <a:pt x="4016389" y="0"/>
                  </a:lnTo>
                  <a:lnTo>
                    <a:pt x="4016409" y="0"/>
                  </a:lnTo>
                  <a:lnTo>
                    <a:pt x="4538543" y="0"/>
                  </a:lnTo>
                  <a:lnTo>
                    <a:pt x="4539788" y="36"/>
                  </a:lnTo>
                  <a:lnTo>
                    <a:pt x="4547933" y="300"/>
                  </a:lnTo>
                  <a:lnTo>
                    <a:pt x="4568308" y="1028"/>
                  </a:lnTo>
                  <a:lnTo>
                    <a:pt x="4604338" y="2459"/>
                  </a:lnTo>
                  <a:lnTo>
                    <a:pt x="4657229" y="4802"/>
                  </a:lnTo>
                  <a:lnTo>
                    <a:pt x="4725912" y="8217"/>
                  </a:lnTo>
                  <a:lnTo>
                    <a:pt x="4807406" y="12796"/>
                  </a:lnTo>
                  <a:lnTo>
                    <a:pt x="4897564" y="18569"/>
                  </a:lnTo>
                  <a:lnTo>
                    <a:pt x="4991952" y="25523"/>
                  </a:lnTo>
                  <a:lnTo>
                    <a:pt x="5086584" y="33630"/>
                  </a:lnTo>
                  <a:lnTo>
                    <a:pt x="5178372" y="42874"/>
                  </a:lnTo>
                  <a:lnTo>
                    <a:pt x="5265267" y="53270"/>
                  </a:lnTo>
                  <a:lnTo>
                    <a:pt x="5346182" y="64880"/>
                  </a:lnTo>
                  <a:lnTo>
                    <a:pt x="5420801" y="77813"/>
                  </a:lnTo>
                  <a:lnTo>
                    <a:pt x="5489360" y="92230"/>
                  </a:lnTo>
                  <a:lnTo>
                    <a:pt x="5552460" y="108338"/>
                  </a:lnTo>
                  <a:lnTo>
                    <a:pt x="5610910" y="126378"/>
                  </a:lnTo>
                  <a:lnTo>
                    <a:pt x="5665620" y="146613"/>
                  </a:lnTo>
                  <a:lnTo>
                    <a:pt x="5717507" y="169292"/>
                  </a:lnTo>
                  <a:lnTo>
                    <a:pt x="5767427" y="194600"/>
                  </a:lnTo>
                  <a:lnTo>
                    <a:pt x="5784835" y="204239"/>
                  </a:lnTo>
                  <a:lnTo>
                    <a:pt x="5832641" y="232818"/>
                  </a:lnTo>
                  <a:lnTo>
                    <a:pt x="5879981" y="264072"/>
                  </a:lnTo>
                  <a:lnTo>
                    <a:pt x="5927280" y="298047"/>
                  </a:lnTo>
                  <a:lnTo>
                    <a:pt x="5974842" y="334714"/>
                  </a:lnTo>
                  <a:lnTo>
                    <a:pt x="6022865" y="373959"/>
                  </a:lnTo>
                  <a:lnTo>
                    <a:pt x="6071451" y="415576"/>
                  </a:lnTo>
                  <a:lnTo>
                    <a:pt x="6120615" y="459270"/>
                  </a:lnTo>
                  <a:lnTo>
                    <a:pt x="6170302" y="504658"/>
                  </a:lnTo>
                  <a:lnTo>
                    <a:pt x="6220394" y="551280"/>
                  </a:lnTo>
                  <a:lnTo>
                    <a:pt x="6270731" y="598619"/>
                  </a:lnTo>
                  <a:lnTo>
                    <a:pt x="6321125" y="646125"/>
                  </a:lnTo>
                  <a:lnTo>
                    <a:pt x="6371384" y="693237"/>
                  </a:lnTo>
                  <a:lnTo>
                    <a:pt x="6421328" y="739417"/>
                  </a:lnTo>
                  <a:lnTo>
                    <a:pt x="6470814" y="784167"/>
                  </a:lnTo>
                  <a:lnTo>
                    <a:pt x="6519746" y="827058"/>
                  </a:lnTo>
                  <a:lnTo>
                    <a:pt x="6568096" y="867741"/>
                  </a:lnTo>
                  <a:lnTo>
                    <a:pt x="6615914" y="905956"/>
                  </a:lnTo>
                  <a:lnTo>
                    <a:pt x="6663340" y="941537"/>
                  </a:lnTo>
                  <a:lnTo>
                    <a:pt x="6710612" y="974404"/>
                  </a:lnTo>
                  <a:lnTo>
                    <a:pt x="6758082" y="1004560"/>
                  </a:lnTo>
                  <a:lnTo>
                    <a:pt x="6786527" y="1021196"/>
                  </a:lnTo>
                  <a:lnTo>
                    <a:pt x="6835928" y="1047455"/>
                  </a:lnTo>
                  <a:lnTo>
                    <a:pt x="6887024" y="1071053"/>
                  </a:lnTo>
                  <a:lnTo>
                    <a:pt x="6940627" y="1092131"/>
                  </a:lnTo>
                  <a:lnTo>
                    <a:pt x="6997642" y="1110921"/>
                  </a:lnTo>
                  <a:lnTo>
                    <a:pt x="7058989" y="1127686"/>
                  </a:lnTo>
                  <a:lnTo>
                    <a:pt x="7125526" y="1142678"/>
                  </a:lnTo>
                  <a:lnTo>
                    <a:pt x="7197941" y="1156118"/>
                  </a:lnTo>
                  <a:lnTo>
                    <a:pt x="7276621" y="1168182"/>
                  </a:lnTo>
                  <a:lnTo>
                    <a:pt x="7361471" y="1179001"/>
                  </a:lnTo>
                  <a:lnTo>
                    <a:pt x="7451702" y="1188650"/>
                  </a:lnTo>
                  <a:lnTo>
                    <a:pt x="7545623" y="1197162"/>
                  </a:lnTo>
                  <a:lnTo>
                    <a:pt x="7640514" y="1204529"/>
                  </a:lnTo>
                  <a:lnTo>
                    <a:pt x="7732674" y="1210724"/>
                  </a:lnTo>
                  <a:lnTo>
                    <a:pt x="7817756" y="1215727"/>
                  </a:lnTo>
                  <a:lnTo>
                    <a:pt x="7891411" y="1219548"/>
                  </a:lnTo>
                  <a:lnTo>
                    <a:pt x="7950149" y="1222258"/>
                  </a:lnTo>
                  <a:lnTo>
                    <a:pt x="7992153" y="1223991"/>
                  </a:lnTo>
                  <a:lnTo>
                    <a:pt x="8017810" y="1224942"/>
                  </a:lnTo>
                  <a:lnTo>
                    <a:pt x="8029782" y="1225343"/>
                  </a:lnTo>
                  <a:lnTo>
                    <a:pt x="8032761" y="1225434"/>
                  </a:lnTo>
                  <a:lnTo>
                    <a:pt x="8032819" y="1225436"/>
                  </a:lnTo>
                  <a:lnTo>
                    <a:pt x="8554953" y="1225436"/>
                  </a:lnTo>
                  <a:lnTo>
                    <a:pt x="8554953" y="1225436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886" name="pl886"/>
            <p:cNvSpPr/>
            <p:nvPr/>
          </p:nvSpPr>
          <p:spPr>
            <a:xfrm>
              <a:off x="386606" y="3156408"/>
              <a:ext cx="8554953" cy="1225436"/>
            </a:xfrm>
            <a:custGeom>
              <a:avLst/>
              <a:pathLst>
                <a:path w="8554953" h="1225436">
                  <a:moveTo>
                    <a:pt x="8554953" y="1225436"/>
                  </a:moveTo>
                  <a:lnTo>
                    <a:pt x="8032819" y="1225436"/>
                  </a:lnTo>
                  <a:lnTo>
                    <a:pt x="8031574" y="1225399"/>
                  </a:lnTo>
                  <a:lnTo>
                    <a:pt x="8023429" y="1225135"/>
                  </a:lnTo>
                  <a:lnTo>
                    <a:pt x="8003053" y="1224407"/>
                  </a:lnTo>
                  <a:lnTo>
                    <a:pt x="7967024" y="1222977"/>
                  </a:lnTo>
                  <a:lnTo>
                    <a:pt x="7914133" y="1220633"/>
                  </a:lnTo>
                  <a:lnTo>
                    <a:pt x="7845450" y="1217218"/>
                  </a:lnTo>
                  <a:lnTo>
                    <a:pt x="7763956" y="1212639"/>
                  </a:lnTo>
                  <a:lnTo>
                    <a:pt x="7673798" y="1206866"/>
                  </a:lnTo>
                  <a:lnTo>
                    <a:pt x="7579410" y="1199912"/>
                  </a:lnTo>
                  <a:lnTo>
                    <a:pt x="7484778" y="1191805"/>
                  </a:lnTo>
                  <a:lnTo>
                    <a:pt x="7392990" y="1182562"/>
                  </a:lnTo>
                  <a:lnTo>
                    <a:pt x="7306095" y="1172165"/>
                  </a:lnTo>
                  <a:lnTo>
                    <a:pt x="7225179" y="1160555"/>
                  </a:lnTo>
                  <a:lnTo>
                    <a:pt x="7150561" y="1147622"/>
                  </a:lnTo>
                  <a:lnTo>
                    <a:pt x="7082002" y="1133205"/>
                  </a:lnTo>
                  <a:lnTo>
                    <a:pt x="7018902" y="1117097"/>
                  </a:lnTo>
                  <a:lnTo>
                    <a:pt x="6960451" y="1099057"/>
                  </a:lnTo>
                  <a:lnTo>
                    <a:pt x="6905742" y="1078822"/>
                  </a:lnTo>
                  <a:lnTo>
                    <a:pt x="6853855" y="1056143"/>
                  </a:lnTo>
                  <a:lnTo>
                    <a:pt x="6803935" y="1030836"/>
                  </a:lnTo>
                  <a:lnTo>
                    <a:pt x="6786527" y="1021196"/>
                  </a:lnTo>
                  <a:lnTo>
                    <a:pt x="6738721" y="992617"/>
                  </a:lnTo>
                  <a:lnTo>
                    <a:pt x="6691381" y="961363"/>
                  </a:lnTo>
                  <a:lnTo>
                    <a:pt x="6644082" y="927388"/>
                  </a:lnTo>
                  <a:lnTo>
                    <a:pt x="6596520" y="890721"/>
                  </a:lnTo>
                  <a:lnTo>
                    <a:pt x="6548497" y="851477"/>
                  </a:lnTo>
                  <a:lnTo>
                    <a:pt x="6499911" y="809859"/>
                  </a:lnTo>
                  <a:lnTo>
                    <a:pt x="6450747" y="766165"/>
                  </a:lnTo>
                  <a:lnTo>
                    <a:pt x="6401060" y="720777"/>
                  </a:lnTo>
                  <a:lnTo>
                    <a:pt x="6350968" y="674155"/>
                  </a:lnTo>
                  <a:lnTo>
                    <a:pt x="6300631" y="626816"/>
                  </a:lnTo>
                  <a:lnTo>
                    <a:pt x="6250237" y="579310"/>
                  </a:lnTo>
                  <a:lnTo>
                    <a:pt x="6199978" y="532198"/>
                  </a:lnTo>
                  <a:lnTo>
                    <a:pt x="6150033" y="486018"/>
                  </a:lnTo>
                  <a:lnTo>
                    <a:pt x="6100548" y="441268"/>
                  </a:lnTo>
                  <a:lnTo>
                    <a:pt x="6051616" y="398377"/>
                  </a:lnTo>
                  <a:lnTo>
                    <a:pt x="6003266" y="357694"/>
                  </a:lnTo>
                  <a:lnTo>
                    <a:pt x="5955448" y="319479"/>
                  </a:lnTo>
                  <a:lnTo>
                    <a:pt x="5908022" y="283899"/>
                  </a:lnTo>
                  <a:lnTo>
                    <a:pt x="5860750" y="251031"/>
                  </a:lnTo>
                  <a:lnTo>
                    <a:pt x="5813279" y="220875"/>
                  </a:lnTo>
                  <a:lnTo>
                    <a:pt x="5784835" y="204239"/>
                  </a:lnTo>
                  <a:lnTo>
                    <a:pt x="5735434" y="177980"/>
                  </a:lnTo>
                  <a:lnTo>
                    <a:pt x="5684338" y="154382"/>
                  </a:lnTo>
                  <a:lnTo>
                    <a:pt x="5630735" y="133305"/>
                  </a:lnTo>
                  <a:lnTo>
                    <a:pt x="5573720" y="114515"/>
                  </a:lnTo>
                  <a:lnTo>
                    <a:pt x="5512373" y="97750"/>
                  </a:lnTo>
                  <a:lnTo>
                    <a:pt x="5445836" y="82757"/>
                  </a:lnTo>
                  <a:lnTo>
                    <a:pt x="5373421" y="69318"/>
                  </a:lnTo>
                  <a:lnTo>
                    <a:pt x="5294741" y="57253"/>
                  </a:lnTo>
                  <a:lnTo>
                    <a:pt x="5209891" y="46434"/>
                  </a:lnTo>
                  <a:lnTo>
                    <a:pt x="5119660" y="36785"/>
                  </a:lnTo>
                  <a:lnTo>
                    <a:pt x="5025739" y="28273"/>
                  </a:lnTo>
                  <a:lnTo>
                    <a:pt x="4930848" y="20906"/>
                  </a:lnTo>
                  <a:lnTo>
                    <a:pt x="4838688" y="14711"/>
                  </a:lnTo>
                  <a:lnTo>
                    <a:pt x="4753606" y="9708"/>
                  </a:lnTo>
                  <a:lnTo>
                    <a:pt x="4679950" y="5887"/>
                  </a:lnTo>
                  <a:lnTo>
                    <a:pt x="4621213" y="3177"/>
                  </a:lnTo>
                  <a:lnTo>
                    <a:pt x="4579208" y="1444"/>
                  </a:lnTo>
                  <a:lnTo>
                    <a:pt x="4553552" y="493"/>
                  </a:lnTo>
                  <a:lnTo>
                    <a:pt x="4541580" y="92"/>
                  </a:lnTo>
                  <a:lnTo>
                    <a:pt x="4538601" y="1"/>
                  </a:lnTo>
                  <a:lnTo>
                    <a:pt x="4538543" y="0"/>
                  </a:lnTo>
                  <a:lnTo>
                    <a:pt x="4016409" y="0"/>
                  </a:lnTo>
                  <a:lnTo>
                    <a:pt x="4015144" y="16"/>
                  </a:lnTo>
                  <a:lnTo>
                    <a:pt x="4006874" y="133"/>
                  </a:lnTo>
                  <a:lnTo>
                    <a:pt x="3986195" y="457"/>
                  </a:lnTo>
                  <a:lnTo>
                    <a:pt x="3949658" y="1094"/>
                  </a:lnTo>
                  <a:lnTo>
                    <a:pt x="3896080" y="2136"/>
                  </a:lnTo>
                  <a:lnTo>
                    <a:pt x="3826600" y="3653"/>
                  </a:lnTo>
                  <a:lnTo>
                    <a:pt x="3744295" y="5687"/>
                  </a:lnTo>
                  <a:lnTo>
                    <a:pt x="3653399" y="8249"/>
                  </a:lnTo>
                  <a:lnTo>
                    <a:pt x="3558415" y="11333"/>
                  </a:lnTo>
                  <a:lnTo>
                    <a:pt x="3463357" y="14927"/>
                  </a:lnTo>
                  <a:lnTo>
                    <a:pt x="3371310" y="19023"/>
                  </a:lnTo>
                  <a:lnTo>
                    <a:pt x="3284297" y="23631"/>
                  </a:lnTo>
                  <a:lnTo>
                    <a:pt x="3203370" y="28778"/>
                  </a:lnTo>
                  <a:lnTo>
                    <a:pt x="3128806" y="34515"/>
                  </a:lnTo>
                  <a:lnTo>
                    <a:pt x="3060330" y="40915"/>
                  </a:lnTo>
                  <a:lnTo>
                    <a:pt x="2997313" y="48071"/>
                  </a:lnTo>
                  <a:lnTo>
                    <a:pt x="2938919" y="56092"/>
                  </a:lnTo>
                  <a:lnTo>
                    <a:pt x="2884221" y="65094"/>
                  </a:lnTo>
                  <a:lnTo>
                    <a:pt x="2832288" y="75188"/>
                  </a:lnTo>
                  <a:lnTo>
                    <a:pt x="2782263" y="86450"/>
                  </a:lnTo>
                  <a:lnTo>
                    <a:pt x="2770117" y="89413"/>
                  </a:lnTo>
                  <a:lnTo>
                    <a:pt x="2717450" y="103271"/>
                  </a:lnTo>
                  <a:lnTo>
                    <a:pt x="2665293" y="118556"/>
                  </a:lnTo>
                  <a:lnTo>
                    <a:pt x="2613101" y="135288"/>
                  </a:lnTo>
                  <a:lnTo>
                    <a:pt x="2560504" y="153438"/>
                  </a:lnTo>
                  <a:lnTo>
                    <a:pt x="2507286" y="172920"/>
                  </a:lnTo>
                  <a:lnTo>
                    <a:pt x="2453363" y="193588"/>
                  </a:lnTo>
                  <a:lnTo>
                    <a:pt x="2398771" y="215241"/>
                  </a:lnTo>
                  <a:lnTo>
                    <a:pt x="2343640" y="237622"/>
                  </a:lnTo>
                  <a:lnTo>
                    <a:pt x="2288175" y="260436"/>
                  </a:lnTo>
                  <a:lnTo>
                    <a:pt x="2232622" y="283362"/>
                  </a:lnTo>
                  <a:lnTo>
                    <a:pt x="2177238" y="306072"/>
                  </a:lnTo>
                  <a:lnTo>
                    <a:pt x="2122260" y="328251"/>
                  </a:lnTo>
                  <a:lnTo>
                    <a:pt x="2067872" y="349614"/>
                  </a:lnTo>
                  <a:lnTo>
                    <a:pt x="2014175" y="369923"/>
                  </a:lnTo>
                  <a:lnTo>
                    <a:pt x="1961171" y="388992"/>
                  </a:lnTo>
                  <a:lnTo>
                    <a:pt x="1908734" y="406695"/>
                  </a:lnTo>
                  <a:lnTo>
                    <a:pt x="1856601" y="422966"/>
                  </a:lnTo>
                  <a:lnTo>
                    <a:pt x="1804349" y="437790"/>
                  </a:lnTo>
                  <a:lnTo>
                    <a:pt x="1768425" y="447067"/>
                  </a:lnTo>
                  <a:lnTo>
                    <a:pt x="1718756" y="458621"/>
                  </a:lnTo>
                  <a:lnTo>
                    <a:pt x="1667369" y="468999"/>
                  </a:lnTo>
                  <a:lnTo>
                    <a:pt x="1613438" y="478261"/>
                  </a:lnTo>
                  <a:lnTo>
                    <a:pt x="1556045" y="486514"/>
                  </a:lnTo>
                  <a:lnTo>
                    <a:pt x="1494252" y="493872"/>
                  </a:lnTo>
                  <a:lnTo>
                    <a:pt x="1427194" y="500450"/>
                  </a:lnTo>
                  <a:lnTo>
                    <a:pt x="1354175" y="506343"/>
                  </a:lnTo>
                  <a:lnTo>
                    <a:pt x="1274819" y="511630"/>
                  </a:lnTo>
                  <a:lnTo>
                    <a:pt x="1189245" y="516367"/>
                  </a:lnTo>
                  <a:lnTo>
                    <a:pt x="1098293" y="520589"/>
                  </a:lnTo>
                  <a:lnTo>
                    <a:pt x="1003733" y="524307"/>
                  </a:lnTo>
                  <a:lnTo>
                    <a:pt x="908388" y="527518"/>
                  </a:lnTo>
                  <a:lnTo>
                    <a:pt x="816073" y="530210"/>
                  </a:lnTo>
                  <a:lnTo>
                    <a:pt x="731226" y="532374"/>
                  </a:lnTo>
                  <a:lnTo>
                    <a:pt x="658234" y="534016"/>
                  </a:lnTo>
                  <a:lnTo>
                    <a:pt x="600537" y="535170"/>
                  </a:lnTo>
                  <a:lnTo>
                    <a:pt x="559810" y="535899"/>
                  </a:lnTo>
                  <a:lnTo>
                    <a:pt x="535453" y="536291"/>
                  </a:lnTo>
                  <a:lnTo>
                    <a:pt x="524550" y="536449"/>
                  </a:lnTo>
                  <a:lnTo>
                    <a:pt x="522153" y="536481"/>
                  </a:lnTo>
                  <a:lnTo>
                    <a:pt x="522133" y="536481"/>
                  </a:lnTo>
                  <a:lnTo>
                    <a:pt x="0" y="536481"/>
                  </a:lnTo>
                  <a:lnTo>
                    <a:pt x="0" y="536481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887" name="pg887"/>
            <p:cNvSpPr/>
            <p:nvPr/>
          </p:nvSpPr>
          <p:spPr>
            <a:xfrm>
              <a:off x="386606" y="3184643"/>
              <a:ext cx="8554953" cy="1490853"/>
            </a:xfrm>
            <a:custGeom>
              <a:avLst/>
              <a:pathLst>
                <a:path w="8554953" h="1490853">
                  <a:moveTo>
                    <a:pt x="0" y="536481"/>
                  </a:moveTo>
                  <a:lnTo>
                    <a:pt x="522133" y="536481"/>
                  </a:lnTo>
                  <a:lnTo>
                    <a:pt x="523398" y="536465"/>
                  </a:lnTo>
                  <a:lnTo>
                    <a:pt x="531670" y="536350"/>
                  </a:lnTo>
                  <a:lnTo>
                    <a:pt x="552352" y="536033"/>
                  </a:lnTo>
                  <a:lnTo>
                    <a:pt x="588894" y="535410"/>
                  </a:lnTo>
                  <a:lnTo>
                    <a:pt x="642479" y="534389"/>
                  </a:lnTo>
                  <a:lnTo>
                    <a:pt x="711966" y="532903"/>
                  </a:lnTo>
                  <a:lnTo>
                    <a:pt x="794280" y="530912"/>
                  </a:lnTo>
                  <a:lnTo>
                    <a:pt x="885183" y="528404"/>
                  </a:lnTo>
                  <a:lnTo>
                    <a:pt x="980173" y="525384"/>
                  </a:lnTo>
                  <a:lnTo>
                    <a:pt x="1075236" y="521866"/>
                  </a:lnTo>
                  <a:lnTo>
                    <a:pt x="1167285" y="517855"/>
                  </a:lnTo>
                  <a:lnTo>
                    <a:pt x="1254299" y="513344"/>
                  </a:lnTo>
                  <a:lnTo>
                    <a:pt x="1335226" y="508304"/>
                  </a:lnTo>
                  <a:lnTo>
                    <a:pt x="1409790" y="502687"/>
                  </a:lnTo>
                  <a:lnTo>
                    <a:pt x="1478264" y="496421"/>
                  </a:lnTo>
                  <a:lnTo>
                    <a:pt x="1541281" y="489415"/>
                  </a:lnTo>
                  <a:lnTo>
                    <a:pt x="1599674" y="481562"/>
                  </a:lnTo>
                  <a:lnTo>
                    <a:pt x="1654372" y="472748"/>
                  </a:lnTo>
                  <a:lnTo>
                    <a:pt x="1706306" y="462865"/>
                  </a:lnTo>
                  <a:lnTo>
                    <a:pt x="1756332" y="451838"/>
                  </a:lnTo>
                  <a:lnTo>
                    <a:pt x="1768425" y="448950"/>
                  </a:lnTo>
                  <a:lnTo>
                    <a:pt x="1821154" y="435366"/>
                  </a:lnTo>
                  <a:lnTo>
                    <a:pt x="1873372" y="420383"/>
                  </a:lnTo>
                  <a:lnTo>
                    <a:pt x="1925626" y="403980"/>
                  </a:lnTo>
                  <a:lnTo>
                    <a:pt x="1978288" y="386185"/>
                  </a:lnTo>
                  <a:lnTo>
                    <a:pt x="2031573" y="367085"/>
                  </a:lnTo>
                  <a:lnTo>
                    <a:pt x="2085564" y="346821"/>
                  </a:lnTo>
                  <a:lnTo>
                    <a:pt x="2140225" y="325592"/>
                  </a:lnTo>
                  <a:lnTo>
                    <a:pt x="2195425" y="303651"/>
                  </a:lnTo>
                  <a:lnTo>
                    <a:pt x="2250958" y="281288"/>
                  </a:lnTo>
                  <a:lnTo>
                    <a:pt x="2306576" y="258819"/>
                  </a:lnTo>
                  <a:lnTo>
                    <a:pt x="2362022" y="236566"/>
                  </a:lnTo>
                  <a:lnTo>
                    <a:pt x="2417057" y="214837"/>
                  </a:lnTo>
                  <a:lnTo>
                    <a:pt x="2471500" y="193913"/>
                  </a:lnTo>
                  <a:lnTo>
                    <a:pt x="2525249" y="174026"/>
                  </a:lnTo>
                  <a:lnTo>
                    <a:pt x="2578305" y="155359"/>
                  </a:lnTo>
                  <a:lnTo>
                    <a:pt x="2630796" y="138033"/>
                  </a:lnTo>
                  <a:lnTo>
                    <a:pt x="2682988" y="122114"/>
                  </a:lnTo>
                  <a:lnTo>
                    <a:pt x="2735309" y="107613"/>
                  </a:lnTo>
                  <a:lnTo>
                    <a:pt x="2770117" y="98825"/>
                  </a:lnTo>
                  <a:lnTo>
                    <a:pt x="2819789" y="87513"/>
                  </a:lnTo>
                  <a:lnTo>
                    <a:pt x="2871179" y="77354"/>
                  </a:lnTo>
                  <a:lnTo>
                    <a:pt x="2925113" y="68286"/>
                  </a:lnTo>
                  <a:lnTo>
                    <a:pt x="2982510" y="60207"/>
                  </a:lnTo>
                  <a:lnTo>
                    <a:pt x="3044307" y="53003"/>
                  </a:lnTo>
                  <a:lnTo>
                    <a:pt x="3111371" y="46565"/>
                  </a:lnTo>
                  <a:lnTo>
                    <a:pt x="3184395" y="40795"/>
                  </a:lnTo>
                  <a:lnTo>
                    <a:pt x="3263759" y="35620"/>
                  </a:lnTo>
                  <a:lnTo>
                    <a:pt x="3349340" y="30982"/>
                  </a:lnTo>
                  <a:lnTo>
                    <a:pt x="3440298" y="26849"/>
                  </a:lnTo>
                  <a:lnTo>
                    <a:pt x="3534865" y="23209"/>
                  </a:lnTo>
                  <a:lnTo>
                    <a:pt x="3630214" y="20066"/>
                  </a:lnTo>
                  <a:lnTo>
                    <a:pt x="3722532" y="17431"/>
                  </a:lnTo>
                  <a:lnTo>
                    <a:pt x="3807375" y="15313"/>
                  </a:lnTo>
                  <a:lnTo>
                    <a:pt x="3880361" y="13706"/>
                  </a:lnTo>
                  <a:lnTo>
                    <a:pt x="3938047" y="12576"/>
                  </a:lnTo>
                  <a:lnTo>
                    <a:pt x="3978761" y="11863"/>
                  </a:lnTo>
                  <a:lnTo>
                    <a:pt x="4003106" y="11480"/>
                  </a:lnTo>
                  <a:lnTo>
                    <a:pt x="4013998" y="11325"/>
                  </a:lnTo>
                  <a:lnTo>
                    <a:pt x="4016409" y="11294"/>
                  </a:lnTo>
                  <a:lnTo>
                    <a:pt x="4538543" y="11294"/>
                  </a:lnTo>
                  <a:lnTo>
                    <a:pt x="4539777" y="11338"/>
                  </a:lnTo>
                  <a:lnTo>
                    <a:pt x="4547853" y="11653"/>
                  </a:lnTo>
                  <a:lnTo>
                    <a:pt x="4568061" y="12525"/>
                  </a:lnTo>
                  <a:lnTo>
                    <a:pt x="4603811" y="14236"/>
                  </a:lnTo>
                  <a:lnTo>
                    <a:pt x="4656323" y="17041"/>
                  </a:lnTo>
                  <a:lnTo>
                    <a:pt x="4724564" y="21130"/>
                  </a:lnTo>
                  <a:lnTo>
                    <a:pt x="4805607" y="26614"/>
                  </a:lnTo>
                  <a:lnTo>
                    <a:pt x="4895355" y="33531"/>
                  </a:lnTo>
                  <a:lnTo>
                    <a:pt x="4989410" y="41867"/>
                  </a:lnTo>
                  <a:lnTo>
                    <a:pt x="5083801" y="51587"/>
                  </a:lnTo>
                  <a:lnTo>
                    <a:pt x="5175441" y="62672"/>
                  </a:lnTo>
                  <a:lnTo>
                    <a:pt x="5262268" y="75139"/>
                  </a:lnTo>
                  <a:lnTo>
                    <a:pt x="5343174" y="89059"/>
                  </a:lnTo>
                  <a:lnTo>
                    <a:pt x="5417821" y="104560"/>
                  </a:lnTo>
                  <a:lnTo>
                    <a:pt x="5486427" y="121834"/>
                  </a:lnTo>
                  <a:lnTo>
                    <a:pt x="5549573" y="141124"/>
                  </a:lnTo>
                  <a:lnTo>
                    <a:pt x="5608056" y="162719"/>
                  </a:lnTo>
                  <a:lnTo>
                    <a:pt x="5662774" y="186932"/>
                  </a:lnTo>
                  <a:lnTo>
                    <a:pt x="5714639" y="214065"/>
                  </a:lnTo>
                  <a:lnTo>
                    <a:pt x="5764503" y="244343"/>
                  </a:lnTo>
                  <a:lnTo>
                    <a:pt x="5784835" y="257887"/>
                  </a:lnTo>
                  <a:lnTo>
                    <a:pt x="5830689" y="290911"/>
                  </a:lnTo>
                  <a:lnTo>
                    <a:pt x="5876095" y="326902"/>
                  </a:lnTo>
                  <a:lnTo>
                    <a:pt x="5921437" y="365912"/>
                  </a:lnTo>
                  <a:lnTo>
                    <a:pt x="5966993" y="407920"/>
                  </a:lnTo>
                  <a:lnTo>
                    <a:pt x="6012949" y="452818"/>
                  </a:lnTo>
                  <a:lnTo>
                    <a:pt x="6059411" y="500406"/>
                  </a:lnTo>
                  <a:lnTo>
                    <a:pt x="6106409" y="550391"/>
                  </a:lnTo>
                  <a:lnTo>
                    <a:pt x="6153908" y="602388"/>
                  </a:lnTo>
                  <a:lnTo>
                    <a:pt x="6201821" y="655931"/>
                  </a:lnTo>
                  <a:lnTo>
                    <a:pt x="6250018" y="710490"/>
                  </a:lnTo>
                  <a:lnTo>
                    <a:pt x="6298340" y="765487"/>
                  </a:lnTo>
                  <a:lnTo>
                    <a:pt x="6346617" y="820328"/>
                  </a:lnTo>
                  <a:lnTo>
                    <a:pt x="6394683" y="874425"/>
                  </a:lnTo>
                  <a:lnTo>
                    <a:pt x="6442394" y="927221"/>
                  </a:lnTo>
                  <a:lnTo>
                    <a:pt x="6489638" y="978217"/>
                  </a:lnTo>
                  <a:lnTo>
                    <a:pt x="6536355" y="1026988"/>
                  </a:lnTo>
                  <a:lnTo>
                    <a:pt x="6582544" y="1073198"/>
                  </a:lnTo>
                  <a:lnTo>
                    <a:pt x="6628273" y="1116601"/>
                  </a:lnTo>
                  <a:lnTo>
                    <a:pt x="6673688" y="1157047"/>
                  </a:lnTo>
                  <a:lnTo>
                    <a:pt x="6719023" y="1194473"/>
                  </a:lnTo>
                  <a:lnTo>
                    <a:pt x="6764608" y="1228898"/>
                  </a:lnTo>
                  <a:lnTo>
                    <a:pt x="6786527" y="1244260"/>
                  </a:lnTo>
                  <a:lnTo>
                    <a:pt x="6835779" y="1275874"/>
                  </a:lnTo>
                  <a:lnTo>
                    <a:pt x="6886714" y="1304296"/>
                  </a:lnTo>
                  <a:lnTo>
                    <a:pt x="6940136" y="1329690"/>
                  </a:lnTo>
                  <a:lnTo>
                    <a:pt x="6996940" y="1352336"/>
                  </a:lnTo>
                  <a:lnTo>
                    <a:pt x="7058042" y="1372548"/>
                  </a:lnTo>
                  <a:lnTo>
                    <a:pt x="7124290" y="1390627"/>
                  </a:lnTo>
                  <a:lnTo>
                    <a:pt x="7196372" y="1406840"/>
                  </a:lnTo>
                  <a:lnTo>
                    <a:pt x="7274678" y="1421398"/>
                  </a:lnTo>
                  <a:lnTo>
                    <a:pt x="7359127" y="1434458"/>
                  </a:lnTo>
                  <a:lnTo>
                    <a:pt x="7448957" y="1446113"/>
                  </a:lnTo>
                  <a:lnTo>
                    <a:pt x="7542521" y="1456402"/>
                  </a:lnTo>
                  <a:lnTo>
                    <a:pt x="7637154" y="1465317"/>
                  </a:lnTo>
                  <a:lnTo>
                    <a:pt x="7729217" y="1472828"/>
                  </a:lnTo>
                  <a:lnTo>
                    <a:pt x="7814416" y="1478908"/>
                  </a:lnTo>
                  <a:lnTo>
                    <a:pt x="7888426" y="1483569"/>
                  </a:lnTo>
                  <a:lnTo>
                    <a:pt x="7947729" y="1486889"/>
                  </a:lnTo>
                  <a:lnTo>
                    <a:pt x="7990437" y="1489027"/>
                  </a:lnTo>
                  <a:lnTo>
                    <a:pt x="8016817" y="1490215"/>
                  </a:lnTo>
                  <a:lnTo>
                    <a:pt x="8029398" y="1490726"/>
                  </a:lnTo>
                  <a:lnTo>
                    <a:pt x="8032819" y="1490853"/>
                  </a:lnTo>
                  <a:lnTo>
                    <a:pt x="8554953" y="1490853"/>
                  </a:lnTo>
                  <a:lnTo>
                    <a:pt x="8554953" y="1479558"/>
                  </a:lnTo>
                  <a:lnTo>
                    <a:pt x="8032819" y="1479558"/>
                  </a:lnTo>
                  <a:lnTo>
                    <a:pt x="8031585" y="1479514"/>
                  </a:lnTo>
                  <a:lnTo>
                    <a:pt x="8023509" y="1479199"/>
                  </a:lnTo>
                  <a:lnTo>
                    <a:pt x="8003301" y="1478328"/>
                  </a:lnTo>
                  <a:lnTo>
                    <a:pt x="7967551" y="1476616"/>
                  </a:lnTo>
                  <a:lnTo>
                    <a:pt x="7915039" y="1473811"/>
                  </a:lnTo>
                  <a:lnTo>
                    <a:pt x="7846798" y="1469722"/>
                  </a:lnTo>
                  <a:lnTo>
                    <a:pt x="7765755" y="1464238"/>
                  </a:lnTo>
                  <a:lnTo>
                    <a:pt x="7676006" y="1457321"/>
                  </a:lnTo>
                  <a:lnTo>
                    <a:pt x="7581952" y="1448985"/>
                  </a:lnTo>
                  <a:lnTo>
                    <a:pt x="7487561" y="1439265"/>
                  </a:lnTo>
                  <a:lnTo>
                    <a:pt x="7395921" y="1428180"/>
                  </a:lnTo>
                  <a:lnTo>
                    <a:pt x="7309094" y="1415713"/>
                  </a:lnTo>
                  <a:lnTo>
                    <a:pt x="7228188" y="1401794"/>
                  </a:lnTo>
                  <a:lnTo>
                    <a:pt x="7153541" y="1386292"/>
                  </a:lnTo>
                  <a:lnTo>
                    <a:pt x="7084935" y="1369018"/>
                  </a:lnTo>
                  <a:lnTo>
                    <a:pt x="7021789" y="1349728"/>
                  </a:lnTo>
                  <a:lnTo>
                    <a:pt x="6963306" y="1328133"/>
                  </a:lnTo>
                  <a:lnTo>
                    <a:pt x="6908588" y="1303920"/>
                  </a:lnTo>
                  <a:lnTo>
                    <a:pt x="6856723" y="1276787"/>
                  </a:lnTo>
                  <a:lnTo>
                    <a:pt x="6806859" y="1246509"/>
                  </a:lnTo>
                  <a:lnTo>
                    <a:pt x="6786527" y="1232965"/>
                  </a:lnTo>
                  <a:lnTo>
                    <a:pt x="6740673" y="1199941"/>
                  </a:lnTo>
                  <a:lnTo>
                    <a:pt x="6695267" y="1163951"/>
                  </a:lnTo>
                  <a:lnTo>
                    <a:pt x="6649925" y="1124940"/>
                  </a:lnTo>
                  <a:lnTo>
                    <a:pt x="6604369" y="1082932"/>
                  </a:lnTo>
                  <a:lnTo>
                    <a:pt x="6558412" y="1038034"/>
                  </a:lnTo>
                  <a:lnTo>
                    <a:pt x="6511951" y="990446"/>
                  </a:lnTo>
                  <a:lnTo>
                    <a:pt x="6464953" y="940461"/>
                  </a:lnTo>
                  <a:lnTo>
                    <a:pt x="6417454" y="888464"/>
                  </a:lnTo>
                  <a:lnTo>
                    <a:pt x="6369540" y="834921"/>
                  </a:lnTo>
                  <a:lnTo>
                    <a:pt x="6321344" y="780363"/>
                  </a:lnTo>
                  <a:lnTo>
                    <a:pt x="6273022" y="725365"/>
                  </a:lnTo>
                  <a:lnTo>
                    <a:pt x="6224745" y="670524"/>
                  </a:lnTo>
                  <a:lnTo>
                    <a:pt x="6176679" y="616427"/>
                  </a:lnTo>
                  <a:lnTo>
                    <a:pt x="6128968" y="563632"/>
                  </a:lnTo>
                  <a:lnTo>
                    <a:pt x="6081724" y="512636"/>
                  </a:lnTo>
                  <a:lnTo>
                    <a:pt x="6035007" y="463864"/>
                  </a:lnTo>
                  <a:lnTo>
                    <a:pt x="5988818" y="417654"/>
                  </a:lnTo>
                  <a:lnTo>
                    <a:pt x="5943089" y="374251"/>
                  </a:lnTo>
                  <a:lnTo>
                    <a:pt x="5897674" y="333806"/>
                  </a:lnTo>
                  <a:lnTo>
                    <a:pt x="5852339" y="296379"/>
                  </a:lnTo>
                  <a:lnTo>
                    <a:pt x="5806754" y="261954"/>
                  </a:lnTo>
                  <a:lnTo>
                    <a:pt x="5784835" y="246593"/>
                  </a:lnTo>
                  <a:lnTo>
                    <a:pt x="5735583" y="214978"/>
                  </a:lnTo>
                  <a:lnTo>
                    <a:pt x="5684648" y="186556"/>
                  </a:lnTo>
                  <a:lnTo>
                    <a:pt x="5631226" y="161163"/>
                  </a:lnTo>
                  <a:lnTo>
                    <a:pt x="5574422" y="138516"/>
                  </a:lnTo>
                  <a:lnTo>
                    <a:pt x="5513320" y="118305"/>
                  </a:lnTo>
                  <a:lnTo>
                    <a:pt x="5447072" y="100225"/>
                  </a:lnTo>
                  <a:lnTo>
                    <a:pt x="5374990" y="84012"/>
                  </a:lnTo>
                  <a:lnTo>
                    <a:pt x="5296684" y="69454"/>
                  </a:lnTo>
                  <a:lnTo>
                    <a:pt x="5212234" y="56394"/>
                  </a:lnTo>
                  <a:lnTo>
                    <a:pt x="5122405" y="44739"/>
                  </a:lnTo>
                  <a:lnTo>
                    <a:pt x="5028841" y="34451"/>
                  </a:lnTo>
                  <a:lnTo>
                    <a:pt x="4934208" y="25535"/>
                  </a:lnTo>
                  <a:lnTo>
                    <a:pt x="4842145" y="18024"/>
                  </a:lnTo>
                  <a:lnTo>
                    <a:pt x="4756946" y="11944"/>
                  </a:lnTo>
                  <a:lnTo>
                    <a:pt x="4682936" y="7284"/>
                  </a:lnTo>
                  <a:lnTo>
                    <a:pt x="4623632" y="3964"/>
                  </a:lnTo>
                  <a:lnTo>
                    <a:pt x="4580925" y="1825"/>
                  </a:lnTo>
                  <a:lnTo>
                    <a:pt x="4554545" y="637"/>
                  </a:lnTo>
                  <a:lnTo>
                    <a:pt x="4541964" y="126"/>
                  </a:lnTo>
                  <a:lnTo>
                    <a:pt x="4538543" y="0"/>
                  </a:lnTo>
                  <a:lnTo>
                    <a:pt x="4016409" y="0"/>
                  </a:lnTo>
                  <a:lnTo>
                    <a:pt x="4015144" y="16"/>
                  </a:lnTo>
                  <a:lnTo>
                    <a:pt x="4006872" y="130"/>
                  </a:lnTo>
                  <a:lnTo>
                    <a:pt x="3986190" y="448"/>
                  </a:lnTo>
                  <a:lnTo>
                    <a:pt x="3949648" y="1071"/>
                  </a:lnTo>
                  <a:lnTo>
                    <a:pt x="3896063" y="2091"/>
                  </a:lnTo>
                  <a:lnTo>
                    <a:pt x="3826576" y="3577"/>
                  </a:lnTo>
                  <a:lnTo>
                    <a:pt x="3744262" y="5568"/>
                  </a:lnTo>
                  <a:lnTo>
                    <a:pt x="3653359" y="8076"/>
                  </a:lnTo>
                  <a:lnTo>
                    <a:pt x="3558369" y="11096"/>
                  </a:lnTo>
                  <a:lnTo>
                    <a:pt x="3463307" y="14614"/>
                  </a:lnTo>
                  <a:lnTo>
                    <a:pt x="3371257" y="18625"/>
                  </a:lnTo>
                  <a:lnTo>
                    <a:pt x="3284244" y="23137"/>
                  </a:lnTo>
                  <a:lnTo>
                    <a:pt x="3203316" y="28176"/>
                  </a:lnTo>
                  <a:lnTo>
                    <a:pt x="3128752" y="33793"/>
                  </a:lnTo>
                  <a:lnTo>
                    <a:pt x="3060278" y="40059"/>
                  </a:lnTo>
                  <a:lnTo>
                    <a:pt x="2997262" y="47065"/>
                  </a:lnTo>
                  <a:lnTo>
                    <a:pt x="2938868" y="54918"/>
                  </a:lnTo>
                  <a:lnTo>
                    <a:pt x="2884170" y="63733"/>
                  </a:lnTo>
                  <a:lnTo>
                    <a:pt x="2832236" y="73616"/>
                  </a:lnTo>
                  <a:lnTo>
                    <a:pt x="2782210" y="84642"/>
                  </a:lnTo>
                  <a:lnTo>
                    <a:pt x="2770117" y="87531"/>
                  </a:lnTo>
                  <a:lnTo>
                    <a:pt x="2717388" y="101114"/>
                  </a:lnTo>
                  <a:lnTo>
                    <a:pt x="2665170" y="116097"/>
                  </a:lnTo>
                  <a:lnTo>
                    <a:pt x="2612916" y="132501"/>
                  </a:lnTo>
                  <a:lnTo>
                    <a:pt x="2560254" y="150295"/>
                  </a:lnTo>
                  <a:lnTo>
                    <a:pt x="2506969" y="169395"/>
                  </a:lnTo>
                  <a:lnTo>
                    <a:pt x="2452978" y="189660"/>
                  </a:lnTo>
                  <a:lnTo>
                    <a:pt x="2398317" y="210888"/>
                  </a:lnTo>
                  <a:lnTo>
                    <a:pt x="2343117" y="232829"/>
                  </a:lnTo>
                  <a:lnTo>
                    <a:pt x="2287584" y="255192"/>
                  </a:lnTo>
                  <a:lnTo>
                    <a:pt x="2231966" y="277661"/>
                  </a:lnTo>
                  <a:lnTo>
                    <a:pt x="2176521" y="299914"/>
                  </a:lnTo>
                  <a:lnTo>
                    <a:pt x="2121485" y="321643"/>
                  </a:lnTo>
                  <a:lnTo>
                    <a:pt x="2067042" y="342568"/>
                  </a:lnTo>
                  <a:lnTo>
                    <a:pt x="2013294" y="362454"/>
                  </a:lnTo>
                  <a:lnTo>
                    <a:pt x="1960237" y="381122"/>
                  </a:lnTo>
                  <a:lnTo>
                    <a:pt x="1907747" y="398447"/>
                  </a:lnTo>
                  <a:lnTo>
                    <a:pt x="1855554" y="414366"/>
                  </a:lnTo>
                  <a:lnTo>
                    <a:pt x="1803233" y="428867"/>
                  </a:lnTo>
                  <a:lnTo>
                    <a:pt x="1768425" y="437655"/>
                  </a:lnTo>
                  <a:lnTo>
                    <a:pt x="1718753" y="448967"/>
                  </a:lnTo>
                  <a:lnTo>
                    <a:pt x="1667363" y="459126"/>
                  </a:lnTo>
                  <a:lnTo>
                    <a:pt x="1613430" y="468194"/>
                  </a:lnTo>
                  <a:lnTo>
                    <a:pt x="1556032" y="476273"/>
                  </a:lnTo>
                  <a:lnTo>
                    <a:pt x="1494235" y="483477"/>
                  </a:lnTo>
                  <a:lnTo>
                    <a:pt x="1427171" y="489916"/>
                  </a:lnTo>
                  <a:lnTo>
                    <a:pt x="1354147" y="495685"/>
                  </a:lnTo>
                  <a:lnTo>
                    <a:pt x="1274783" y="500861"/>
                  </a:lnTo>
                  <a:lnTo>
                    <a:pt x="1189202" y="505499"/>
                  </a:lnTo>
                  <a:lnTo>
                    <a:pt x="1098244" y="509631"/>
                  </a:lnTo>
                  <a:lnTo>
                    <a:pt x="1003677" y="513271"/>
                  </a:lnTo>
                  <a:lnTo>
                    <a:pt x="908328" y="516414"/>
                  </a:lnTo>
                  <a:lnTo>
                    <a:pt x="816011" y="519049"/>
                  </a:lnTo>
                  <a:lnTo>
                    <a:pt x="731167" y="521167"/>
                  </a:lnTo>
                  <a:lnTo>
                    <a:pt x="658181" y="522775"/>
                  </a:lnTo>
                  <a:lnTo>
                    <a:pt x="600495" y="523904"/>
                  </a:lnTo>
                  <a:lnTo>
                    <a:pt x="559781" y="524617"/>
                  </a:lnTo>
                  <a:lnTo>
                    <a:pt x="535436" y="525000"/>
                  </a:lnTo>
                  <a:lnTo>
                    <a:pt x="524545" y="525155"/>
                  </a:lnTo>
                  <a:lnTo>
                    <a:pt x="522133" y="525186"/>
                  </a:lnTo>
                  <a:lnTo>
                    <a:pt x="0" y="525186"/>
                  </a:lnTo>
                  <a:close/>
                </a:path>
              </a:pathLst>
            </a:custGeom>
            <a:solidFill>
              <a:srgbClr val="F28E5B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888" name="pl888"/>
            <p:cNvSpPr/>
            <p:nvPr/>
          </p:nvSpPr>
          <p:spPr>
            <a:xfrm>
              <a:off x="386606" y="3195938"/>
              <a:ext cx="8554953" cy="1479558"/>
            </a:xfrm>
            <a:custGeom>
              <a:avLst/>
              <a:pathLst>
                <a:path w="8554953" h="1479558">
                  <a:moveTo>
                    <a:pt x="0" y="525186"/>
                  </a:moveTo>
                  <a:lnTo>
                    <a:pt x="522133" y="525186"/>
                  </a:lnTo>
                  <a:lnTo>
                    <a:pt x="523398" y="525170"/>
                  </a:lnTo>
                  <a:lnTo>
                    <a:pt x="531670" y="525056"/>
                  </a:lnTo>
                  <a:lnTo>
                    <a:pt x="552352" y="524738"/>
                  </a:lnTo>
                  <a:lnTo>
                    <a:pt x="588894" y="524115"/>
                  </a:lnTo>
                  <a:lnTo>
                    <a:pt x="642479" y="523095"/>
                  </a:lnTo>
                  <a:lnTo>
                    <a:pt x="711966" y="521609"/>
                  </a:lnTo>
                  <a:lnTo>
                    <a:pt x="794280" y="519618"/>
                  </a:lnTo>
                  <a:lnTo>
                    <a:pt x="885183" y="517110"/>
                  </a:lnTo>
                  <a:lnTo>
                    <a:pt x="980173" y="514090"/>
                  </a:lnTo>
                  <a:lnTo>
                    <a:pt x="1075236" y="510572"/>
                  </a:lnTo>
                  <a:lnTo>
                    <a:pt x="1167285" y="506561"/>
                  </a:lnTo>
                  <a:lnTo>
                    <a:pt x="1254299" y="502049"/>
                  </a:lnTo>
                  <a:lnTo>
                    <a:pt x="1335226" y="497010"/>
                  </a:lnTo>
                  <a:lnTo>
                    <a:pt x="1409790" y="491393"/>
                  </a:lnTo>
                  <a:lnTo>
                    <a:pt x="1478264" y="485127"/>
                  </a:lnTo>
                  <a:lnTo>
                    <a:pt x="1541281" y="478121"/>
                  </a:lnTo>
                  <a:lnTo>
                    <a:pt x="1599674" y="470268"/>
                  </a:lnTo>
                  <a:lnTo>
                    <a:pt x="1654372" y="461453"/>
                  </a:lnTo>
                  <a:lnTo>
                    <a:pt x="1706306" y="451570"/>
                  </a:lnTo>
                  <a:lnTo>
                    <a:pt x="1756332" y="440544"/>
                  </a:lnTo>
                  <a:lnTo>
                    <a:pt x="1768425" y="437655"/>
                  </a:lnTo>
                  <a:lnTo>
                    <a:pt x="1821154" y="424072"/>
                  </a:lnTo>
                  <a:lnTo>
                    <a:pt x="1873372" y="409089"/>
                  </a:lnTo>
                  <a:lnTo>
                    <a:pt x="1925626" y="392685"/>
                  </a:lnTo>
                  <a:lnTo>
                    <a:pt x="1978288" y="374891"/>
                  </a:lnTo>
                  <a:lnTo>
                    <a:pt x="2031573" y="355790"/>
                  </a:lnTo>
                  <a:lnTo>
                    <a:pt x="2085564" y="335526"/>
                  </a:lnTo>
                  <a:lnTo>
                    <a:pt x="2140225" y="314298"/>
                  </a:lnTo>
                  <a:lnTo>
                    <a:pt x="2195425" y="292357"/>
                  </a:lnTo>
                  <a:lnTo>
                    <a:pt x="2250958" y="269994"/>
                  </a:lnTo>
                  <a:lnTo>
                    <a:pt x="2306576" y="247525"/>
                  </a:lnTo>
                  <a:lnTo>
                    <a:pt x="2362022" y="225271"/>
                  </a:lnTo>
                  <a:lnTo>
                    <a:pt x="2417057" y="203543"/>
                  </a:lnTo>
                  <a:lnTo>
                    <a:pt x="2471500" y="182618"/>
                  </a:lnTo>
                  <a:lnTo>
                    <a:pt x="2525249" y="162732"/>
                  </a:lnTo>
                  <a:lnTo>
                    <a:pt x="2578305" y="144064"/>
                  </a:lnTo>
                  <a:lnTo>
                    <a:pt x="2630796" y="126739"/>
                  </a:lnTo>
                  <a:lnTo>
                    <a:pt x="2682988" y="110820"/>
                  </a:lnTo>
                  <a:lnTo>
                    <a:pt x="2735309" y="96319"/>
                  </a:lnTo>
                  <a:lnTo>
                    <a:pt x="2770117" y="87531"/>
                  </a:lnTo>
                  <a:lnTo>
                    <a:pt x="2819789" y="76219"/>
                  </a:lnTo>
                  <a:lnTo>
                    <a:pt x="2871179" y="66060"/>
                  </a:lnTo>
                  <a:lnTo>
                    <a:pt x="2925113" y="56992"/>
                  </a:lnTo>
                  <a:lnTo>
                    <a:pt x="2982510" y="48913"/>
                  </a:lnTo>
                  <a:lnTo>
                    <a:pt x="3044307" y="41709"/>
                  </a:lnTo>
                  <a:lnTo>
                    <a:pt x="3111371" y="35270"/>
                  </a:lnTo>
                  <a:lnTo>
                    <a:pt x="3184395" y="29501"/>
                  </a:lnTo>
                  <a:lnTo>
                    <a:pt x="3263759" y="24325"/>
                  </a:lnTo>
                  <a:lnTo>
                    <a:pt x="3349340" y="19687"/>
                  </a:lnTo>
                  <a:lnTo>
                    <a:pt x="3440298" y="15555"/>
                  </a:lnTo>
                  <a:lnTo>
                    <a:pt x="3534865" y="11915"/>
                  </a:lnTo>
                  <a:lnTo>
                    <a:pt x="3630214" y="8772"/>
                  </a:lnTo>
                  <a:lnTo>
                    <a:pt x="3722532" y="6137"/>
                  </a:lnTo>
                  <a:lnTo>
                    <a:pt x="3807375" y="4019"/>
                  </a:lnTo>
                  <a:lnTo>
                    <a:pt x="3880361" y="2411"/>
                  </a:lnTo>
                  <a:lnTo>
                    <a:pt x="3938047" y="1282"/>
                  </a:lnTo>
                  <a:lnTo>
                    <a:pt x="3978761" y="569"/>
                  </a:lnTo>
                  <a:lnTo>
                    <a:pt x="4003106" y="185"/>
                  </a:lnTo>
                  <a:lnTo>
                    <a:pt x="4013998" y="31"/>
                  </a:lnTo>
                  <a:lnTo>
                    <a:pt x="4016390" y="0"/>
                  </a:lnTo>
                  <a:lnTo>
                    <a:pt x="4016409" y="0"/>
                  </a:lnTo>
                  <a:lnTo>
                    <a:pt x="4538543" y="0"/>
                  </a:lnTo>
                  <a:lnTo>
                    <a:pt x="4539777" y="44"/>
                  </a:lnTo>
                  <a:lnTo>
                    <a:pt x="4547853" y="359"/>
                  </a:lnTo>
                  <a:lnTo>
                    <a:pt x="4568061" y="1230"/>
                  </a:lnTo>
                  <a:lnTo>
                    <a:pt x="4603811" y="2942"/>
                  </a:lnTo>
                  <a:lnTo>
                    <a:pt x="4656323" y="5747"/>
                  </a:lnTo>
                  <a:lnTo>
                    <a:pt x="4724564" y="9835"/>
                  </a:lnTo>
                  <a:lnTo>
                    <a:pt x="4805607" y="15320"/>
                  </a:lnTo>
                  <a:lnTo>
                    <a:pt x="4895355" y="22237"/>
                  </a:lnTo>
                  <a:lnTo>
                    <a:pt x="4989410" y="30573"/>
                  </a:lnTo>
                  <a:lnTo>
                    <a:pt x="5083801" y="40293"/>
                  </a:lnTo>
                  <a:lnTo>
                    <a:pt x="5175441" y="51378"/>
                  </a:lnTo>
                  <a:lnTo>
                    <a:pt x="5262268" y="63845"/>
                  </a:lnTo>
                  <a:lnTo>
                    <a:pt x="5343174" y="77764"/>
                  </a:lnTo>
                  <a:lnTo>
                    <a:pt x="5417821" y="93266"/>
                  </a:lnTo>
                  <a:lnTo>
                    <a:pt x="5486427" y="110540"/>
                  </a:lnTo>
                  <a:lnTo>
                    <a:pt x="5549573" y="129829"/>
                  </a:lnTo>
                  <a:lnTo>
                    <a:pt x="5608056" y="151425"/>
                  </a:lnTo>
                  <a:lnTo>
                    <a:pt x="5662774" y="175638"/>
                  </a:lnTo>
                  <a:lnTo>
                    <a:pt x="5714639" y="202771"/>
                  </a:lnTo>
                  <a:lnTo>
                    <a:pt x="5764503" y="233048"/>
                  </a:lnTo>
                  <a:lnTo>
                    <a:pt x="5784835" y="246593"/>
                  </a:lnTo>
                  <a:lnTo>
                    <a:pt x="5830689" y="279617"/>
                  </a:lnTo>
                  <a:lnTo>
                    <a:pt x="5876095" y="315607"/>
                  </a:lnTo>
                  <a:lnTo>
                    <a:pt x="5921437" y="354618"/>
                  </a:lnTo>
                  <a:lnTo>
                    <a:pt x="5966993" y="396626"/>
                  </a:lnTo>
                  <a:lnTo>
                    <a:pt x="6012949" y="441524"/>
                  </a:lnTo>
                  <a:lnTo>
                    <a:pt x="6059411" y="489112"/>
                  </a:lnTo>
                  <a:lnTo>
                    <a:pt x="6106409" y="539097"/>
                  </a:lnTo>
                  <a:lnTo>
                    <a:pt x="6153908" y="591093"/>
                  </a:lnTo>
                  <a:lnTo>
                    <a:pt x="6201821" y="644637"/>
                  </a:lnTo>
                  <a:lnTo>
                    <a:pt x="6250018" y="699195"/>
                  </a:lnTo>
                  <a:lnTo>
                    <a:pt x="6298340" y="754193"/>
                  </a:lnTo>
                  <a:lnTo>
                    <a:pt x="6346617" y="809034"/>
                  </a:lnTo>
                  <a:lnTo>
                    <a:pt x="6394683" y="863130"/>
                  </a:lnTo>
                  <a:lnTo>
                    <a:pt x="6442394" y="915926"/>
                  </a:lnTo>
                  <a:lnTo>
                    <a:pt x="6489638" y="966922"/>
                  </a:lnTo>
                  <a:lnTo>
                    <a:pt x="6536355" y="1015694"/>
                  </a:lnTo>
                  <a:lnTo>
                    <a:pt x="6582544" y="1061904"/>
                  </a:lnTo>
                  <a:lnTo>
                    <a:pt x="6628273" y="1105307"/>
                  </a:lnTo>
                  <a:lnTo>
                    <a:pt x="6673688" y="1145752"/>
                  </a:lnTo>
                  <a:lnTo>
                    <a:pt x="6719023" y="1183178"/>
                  </a:lnTo>
                  <a:lnTo>
                    <a:pt x="6764608" y="1217604"/>
                  </a:lnTo>
                  <a:lnTo>
                    <a:pt x="6786527" y="1232965"/>
                  </a:lnTo>
                  <a:lnTo>
                    <a:pt x="6835779" y="1264580"/>
                  </a:lnTo>
                  <a:lnTo>
                    <a:pt x="6886714" y="1293001"/>
                  </a:lnTo>
                  <a:lnTo>
                    <a:pt x="6940136" y="1318395"/>
                  </a:lnTo>
                  <a:lnTo>
                    <a:pt x="6996940" y="1341041"/>
                  </a:lnTo>
                  <a:lnTo>
                    <a:pt x="7058042" y="1361253"/>
                  </a:lnTo>
                  <a:lnTo>
                    <a:pt x="7124290" y="1379333"/>
                  </a:lnTo>
                  <a:lnTo>
                    <a:pt x="7196372" y="1395546"/>
                  </a:lnTo>
                  <a:lnTo>
                    <a:pt x="7274678" y="1410104"/>
                  </a:lnTo>
                  <a:lnTo>
                    <a:pt x="7359127" y="1423163"/>
                  </a:lnTo>
                  <a:lnTo>
                    <a:pt x="7448957" y="1434818"/>
                  </a:lnTo>
                  <a:lnTo>
                    <a:pt x="7542521" y="1445107"/>
                  </a:lnTo>
                  <a:lnTo>
                    <a:pt x="7637154" y="1454023"/>
                  </a:lnTo>
                  <a:lnTo>
                    <a:pt x="7729217" y="1461534"/>
                  </a:lnTo>
                  <a:lnTo>
                    <a:pt x="7814416" y="1467614"/>
                  </a:lnTo>
                  <a:lnTo>
                    <a:pt x="7888426" y="1472274"/>
                  </a:lnTo>
                  <a:lnTo>
                    <a:pt x="7947729" y="1475594"/>
                  </a:lnTo>
                  <a:lnTo>
                    <a:pt x="7990437" y="1477733"/>
                  </a:lnTo>
                  <a:lnTo>
                    <a:pt x="8016817" y="1478921"/>
                  </a:lnTo>
                  <a:lnTo>
                    <a:pt x="8029398" y="1479432"/>
                  </a:lnTo>
                  <a:lnTo>
                    <a:pt x="8032727" y="1479555"/>
                  </a:lnTo>
                  <a:lnTo>
                    <a:pt x="8032819" y="1479558"/>
                  </a:lnTo>
                  <a:lnTo>
                    <a:pt x="8554953" y="1479558"/>
                  </a:lnTo>
                  <a:lnTo>
                    <a:pt x="8554953" y="1479558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889" name="pl889"/>
            <p:cNvSpPr/>
            <p:nvPr/>
          </p:nvSpPr>
          <p:spPr>
            <a:xfrm>
              <a:off x="386606" y="3184643"/>
              <a:ext cx="8554953" cy="1479558"/>
            </a:xfrm>
            <a:custGeom>
              <a:avLst/>
              <a:pathLst>
                <a:path w="8554953" h="1479558">
                  <a:moveTo>
                    <a:pt x="8554953" y="1479558"/>
                  </a:moveTo>
                  <a:lnTo>
                    <a:pt x="8032819" y="1479558"/>
                  </a:lnTo>
                  <a:lnTo>
                    <a:pt x="8031585" y="1479514"/>
                  </a:lnTo>
                  <a:lnTo>
                    <a:pt x="8023509" y="1479199"/>
                  </a:lnTo>
                  <a:lnTo>
                    <a:pt x="8003301" y="1478328"/>
                  </a:lnTo>
                  <a:lnTo>
                    <a:pt x="7967551" y="1476616"/>
                  </a:lnTo>
                  <a:lnTo>
                    <a:pt x="7915039" y="1473811"/>
                  </a:lnTo>
                  <a:lnTo>
                    <a:pt x="7846798" y="1469722"/>
                  </a:lnTo>
                  <a:lnTo>
                    <a:pt x="7765755" y="1464238"/>
                  </a:lnTo>
                  <a:lnTo>
                    <a:pt x="7676006" y="1457321"/>
                  </a:lnTo>
                  <a:lnTo>
                    <a:pt x="7581952" y="1448985"/>
                  </a:lnTo>
                  <a:lnTo>
                    <a:pt x="7487561" y="1439265"/>
                  </a:lnTo>
                  <a:lnTo>
                    <a:pt x="7395921" y="1428180"/>
                  </a:lnTo>
                  <a:lnTo>
                    <a:pt x="7309094" y="1415713"/>
                  </a:lnTo>
                  <a:lnTo>
                    <a:pt x="7228188" y="1401794"/>
                  </a:lnTo>
                  <a:lnTo>
                    <a:pt x="7153541" y="1386292"/>
                  </a:lnTo>
                  <a:lnTo>
                    <a:pt x="7084935" y="1369018"/>
                  </a:lnTo>
                  <a:lnTo>
                    <a:pt x="7021789" y="1349728"/>
                  </a:lnTo>
                  <a:lnTo>
                    <a:pt x="6963306" y="1328133"/>
                  </a:lnTo>
                  <a:lnTo>
                    <a:pt x="6908588" y="1303920"/>
                  </a:lnTo>
                  <a:lnTo>
                    <a:pt x="6856723" y="1276787"/>
                  </a:lnTo>
                  <a:lnTo>
                    <a:pt x="6806859" y="1246509"/>
                  </a:lnTo>
                  <a:lnTo>
                    <a:pt x="6786527" y="1232965"/>
                  </a:lnTo>
                  <a:lnTo>
                    <a:pt x="6740673" y="1199941"/>
                  </a:lnTo>
                  <a:lnTo>
                    <a:pt x="6695267" y="1163951"/>
                  </a:lnTo>
                  <a:lnTo>
                    <a:pt x="6649925" y="1124940"/>
                  </a:lnTo>
                  <a:lnTo>
                    <a:pt x="6604369" y="1082932"/>
                  </a:lnTo>
                  <a:lnTo>
                    <a:pt x="6558412" y="1038034"/>
                  </a:lnTo>
                  <a:lnTo>
                    <a:pt x="6511951" y="990446"/>
                  </a:lnTo>
                  <a:lnTo>
                    <a:pt x="6464953" y="940461"/>
                  </a:lnTo>
                  <a:lnTo>
                    <a:pt x="6417454" y="888464"/>
                  </a:lnTo>
                  <a:lnTo>
                    <a:pt x="6369540" y="834921"/>
                  </a:lnTo>
                  <a:lnTo>
                    <a:pt x="6321344" y="780363"/>
                  </a:lnTo>
                  <a:lnTo>
                    <a:pt x="6273022" y="725365"/>
                  </a:lnTo>
                  <a:lnTo>
                    <a:pt x="6224745" y="670524"/>
                  </a:lnTo>
                  <a:lnTo>
                    <a:pt x="6176679" y="616427"/>
                  </a:lnTo>
                  <a:lnTo>
                    <a:pt x="6128968" y="563632"/>
                  </a:lnTo>
                  <a:lnTo>
                    <a:pt x="6081724" y="512636"/>
                  </a:lnTo>
                  <a:lnTo>
                    <a:pt x="6035007" y="463864"/>
                  </a:lnTo>
                  <a:lnTo>
                    <a:pt x="5988818" y="417654"/>
                  </a:lnTo>
                  <a:lnTo>
                    <a:pt x="5943089" y="374251"/>
                  </a:lnTo>
                  <a:lnTo>
                    <a:pt x="5897674" y="333806"/>
                  </a:lnTo>
                  <a:lnTo>
                    <a:pt x="5852339" y="296379"/>
                  </a:lnTo>
                  <a:lnTo>
                    <a:pt x="5806754" y="261954"/>
                  </a:lnTo>
                  <a:lnTo>
                    <a:pt x="5784835" y="246593"/>
                  </a:lnTo>
                  <a:lnTo>
                    <a:pt x="5735583" y="214978"/>
                  </a:lnTo>
                  <a:lnTo>
                    <a:pt x="5684648" y="186556"/>
                  </a:lnTo>
                  <a:lnTo>
                    <a:pt x="5631226" y="161163"/>
                  </a:lnTo>
                  <a:lnTo>
                    <a:pt x="5574422" y="138516"/>
                  </a:lnTo>
                  <a:lnTo>
                    <a:pt x="5513320" y="118305"/>
                  </a:lnTo>
                  <a:lnTo>
                    <a:pt x="5447072" y="100225"/>
                  </a:lnTo>
                  <a:lnTo>
                    <a:pt x="5374990" y="84012"/>
                  </a:lnTo>
                  <a:lnTo>
                    <a:pt x="5296684" y="69454"/>
                  </a:lnTo>
                  <a:lnTo>
                    <a:pt x="5212234" y="56394"/>
                  </a:lnTo>
                  <a:lnTo>
                    <a:pt x="5122405" y="44739"/>
                  </a:lnTo>
                  <a:lnTo>
                    <a:pt x="5028841" y="34451"/>
                  </a:lnTo>
                  <a:lnTo>
                    <a:pt x="4934208" y="25535"/>
                  </a:lnTo>
                  <a:lnTo>
                    <a:pt x="4842145" y="18024"/>
                  </a:lnTo>
                  <a:lnTo>
                    <a:pt x="4756946" y="11944"/>
                  </a:lnTo>
                  <a:lnTo>
                    <a:pt x="4682936" y="7284"/>
                  </a:lnTo>
                  <a:lnTo>
                    <a:pt x="4623632" y="3964"/>
                  </a:lnTo>
                  <a:lnTo>
                    <a:pt x="4580925" y="1825"/>
                  </a:lnTo>
                  <a:lnTo>
                    <a:pt x="4554545" y="637"/>
                  </a:lnTo>
                  <a:lnTo>
                    <a:pt x="4541964" y="126"/>
                  </a:lnTo>
                  <a:lnTo>
                    <a:pt x="4538635" y="3"/>
                  </a:lnTo>
                  <a:lnTo>
                    <a:pt x="4538543" y="0"/>
                  </a:lnTo>
                  <a:lnTo>
                    <a:pt x="4016409" y="0"/>
                  </a:lnTo>
                  <a:lnTo>
                    <a:pt x="4015144" y="16"/>
                  </a:lnTo>
                  <a:lnTo>
                    <a:pt x="4006872" y="130"/>
                  </a:lnTo>
                  <a:lnTo>
                    <a:pt x="3986190" y="448"/>
                  </a:lnTo>
                  <a:lnTo>
                    <a:pt x="3949648" y="1071"/>
                  </a:lnTo>
                  <a:lnTo>
                    <a:pt x="3896063" y="2091"/>
                  </a:lnTo>
                  <a:lnTo>
                    <a:pt x="3826576" y="3577"/>
                  </a:lnTo>
                  <a:lnTo>
                    <a:pt x="3744262" y="5568"/>
                  </a:lnTo>
                  <a:lnTo>
                    <a:pt x="3653359" y="8076"/>
                  </a:lnTo>
                  <a:lnTo>
                    <a:pt x="3558369" y="11096"/>
                  </a:lnTo>
                  <a:lnTo>
                    <a:pt x="3463307" y="14614"/>
                  </a:lnTo>
                  <a:lnTo>
                    <a:pt x="3371257" y="18625"/>
                  </a:lnTo>
                  <a:lnTo>
                    <a:pt x="3284244" y="23137"/>
                  </a:lnTo>
                  <a:lnTo>
                    <a:pt x="3203316" y="28176"/>
                  </a:lnTo>
                  <a:lnTo>
                    <a:pt x="3128752" y="33793"/>
                  </a:lnTo>
                  <a:lnTo>
                    <a:pt x="3060278" y="40059"/>
                  </a:lnTo>
                  <a:lnTo>
                    <a:pt x="2997262" y="47065"/>
                  </a:lnTo>
                  <a:lnTo>
                    <a:pt x="2938868" y="54918"/>
                  </a:lnTo>
                  <a:lnTo>
                    <a:pt x="2884170" y="63733"/>
                  </a:lnTo>
                  <a:lnTo>
                    <a:pt x="2832236" y="73616"/>
                  </a:lnTo>
                  <a:lnTo>
                    <a:pt x="2782210" y="84642"/>
                  </a:lnTo>
                  <a:lnTo>
                    <a:pt x="2770117" y="87531"/>
                  </a:lnTo>
                  <a:lnTo>
                    <a:pt x="2717388" y="101114"/>
                  </a:lnTo>
                  <a:lnTo>
                    <a:pt x="2665170" y="116097"/>
                  </a:lnTo>
                  <a:lnTo>
                    <a:pt x="2612916" y="132501"/>
                  </a:lnTo>
                  <a:lnTo>
                    <a:pt x="2560254" y="150295"/>
                  </a:lnTo>
                  <a:lnTo>
                    <a:pt x="2506969" y="169395"/>
                  </a:lnTo>
                  <a:lnTo>
                    <a:pt x="2452978" y="189660"/>
                  </a:lnTo>
                  <a:lnTo>
                    <a:pt x="2398317" y="210888"/>
                  </a:lnTo>
                  <a:lnTo>
                    <a:pt x="2343117" y="232829"/>
                  </a:lnTo>
                  <a:lnTo>
                    <a:pt x="2287584" y="255192"/>
                  </a:lnTo>
                  <a:lnTo>
                    <a:pt x="2231966" y="277661"/>
                  </a:lnTo>
                  <a:lnTo>
                    <a:pt x="2176521" y="299914"/>
                  </a:lnTo>
                  <a:lnTo>
                    <a:pt x="2121485" y="321643"/>
                  </a:lnTo>
                  <a:lnTo>
                    <a:pt x="2067042" y="342568"/>
                  </a:lnTo>
                  <a:lnTo>
                    <a:pt x="2013294" y="362454"/>
                  </a:lnTo>
                  <a:lnTo>
                    <a:pt x="1960237" y="381122"/>
                  </a:lnTo>
                  <a:lnTo>
                    <a:pt x="1907747" y="398447"/>
                  </a:lnTo>
                  <a:lnTo>
                    <a:pt x="1855554" y="414366"/>
                  </a:lnTo>
                  <a:lnTo>
                    <a:pt x="1803233" y="428867"/>
                  </a:lnTo>
                  <a:lnTo>
                    <a:pt x="1768425" y="437655"/>
                  </a:lnTo>
                  <a:lnTo>
                    <a:pt x="1718753" y="448967"/>
                  </a:lnTo>
                  <a:lnTo>
                    <a:pt x="1667363" y="459126"/>
                  </a:lnTo>
                  <a:lnTo>
                    <a:pt x="1613430" y="468194"/>
                  </a:lnTo>
                  <a:lnTo>
                    <a:pt x="1556032" y="476273"/>
                  </a:lnTo>
                  <a:lnTo>
                    <a:pt x="1494235" y="483477"/>
                  </a:lnTo>
                  <a:lnTo>
                    <a:pt x="1427171" y="489916"/>
                  </a:lnTo>
                  <a:lnTo>
                    <a:pt x="1354147" y="495685"/>
                  </a:lnTo>
                  <a:lnTo>
                    <a:pt x="1274783" y="500861"/>
                  </a:lnTo>
                  <a:lnTo>
                    <a:pt x="1189202" y="505499"/>
                  </a:lnTo>
                  <a:lnTo>
                    <a:pt x="1098244" y="509631"/>
                  </a:lnTo>
                  <a:lnTo>
                    <a:pt x="1003677" y="513271"/>
                  </a:lnTo>
                  <a:lnTo>
                    <a:pt x="908328" y="516414"/>
                  </a:lnTo>
                  <a:lnTo>
                    <a:pt x="816011" y="519049"/>
                  </a:lnTo>
                  <a:lnTo>
                    <a:pt x="731167" y="521167"/>
                  </a:lnTo>
                  <a:lnTo>
                    <a:pt x="658181" y="522775"/>
                  </a:lnTo>
                  <a:lnTo>
                    <a:pt x="600495" y="523904"/>
                  </a:lnTo>
                  <a:lnTo>
                    <a:pt x="559781" y="524617"/>
                  </a:lnTo>
                  <a:lnTo>
                    <a:pt x="535436" y="525000"/>
                  </a:lnTo>
                  <a:lnTo>
                    <a:pt x="524545" y="525155"/>
                  </a:lnTo>
                  <a:lnTo>
                    <a:pt x="522152" y="525186"/>
                  </a:lnTo>
                  <a:lnTo>
                    <a:pt x="522133" y="525186"/>
                  </a:lnTo>
                  <a:lnTo>
                    <a:pt x="0" y="525186"/>
                  </a:lnTo>
                  <a:lnTo>
                    <a:pt x="0" y="525186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890" name="pg890"/>
            <p:cNvSpPr/>
            <p:nvPr/>
          </p:nvSpPr>
          <p:spPr>
            <a:xfrm>
              <a:off x="386606" y="1309783"/>
              <a:ext cx="8554953" cy="2337928"/>
            </a:xfrm>
            <a:custGeom>
              <a:avLst/>
              <a:pathLst>
                <a:path w="8554953" h="2337928">
                  <a:moveTo>
                    <a:pt x="0" y="2162866"/>
                  </a:moveTo>
                  <a:lnTo>
                    <a:pt x="522133" y="2162866"/>
                  </a:lnTo>
                  <a:lnTo>
                    <a:pt x="523330" y="2162804"/>
                  </a:lnTo>
                  <a:lnTo>
                    <a:pt x="531169" y="2162358"/>
                  </a:lnTo>
                  <a:lnTo>
                    <a:pt x="550804" y="2161127"/>
                  </a:lnTo>
                  <a:lnTo>
                    <a:pt x="585592" y="2158708"/>
                  </a:lnTo>
                  <a:lnTo>
                    <a:pt x="636797" y="2154742"/>
                  </a:lnTo>
                  <a:lnTo>
                    <a:pt x="703515" y="2148953"/>
                  </a:lnTo>
                  <a:lnTo>
                    <a:pt x="782992" y="2141177"/>
                  </a:lnTo>
                  <a:lnTo>
                    <a:pt x="871306" y="2131356"/>
                  </a:lnTo>
                  <a:lnTo>
                    <a:pt x="964185" y="2119506"/>
                  </a:lnTo>
                  <a:lnTo>
                    <a:pt x="1057723" y="2105674"/>
                  </a:lnTo>
                  <a:lnTo>
                    <a:pt x="1148830" y="2089892"/>
                  </a:lnTo>
                  <a:lnTo>
                    <a:pt x="1235401" y="2072144"/>
                  </a:lnTo>
                  <a:lnTo>
                    <a:pt x="1316262" y="2052338"/>
                  </a:lnTo>
                  <a:lnTo>
                    <a:pt x="1390999" y="2030303"/>
                  </a:lnTo>
                  <a:lnTo>
                    <a:pt x="1459761" y="2005782"/>
                  </a:lnTo>
                  <a:lnTo>
                    <a:pt x="1523070" y="1978441"/>
                  </a:lnTo>
                  <a:lnTo>
                    <a:pt x="1581674" y="1947879"/>
                  </a:lnTo>
                  <a:lnTo>
                    <a:pt x="1636431" y="1913657"/>
                  </a:lnTo>
                  <a:lnTo>
                    <a:pt x="1688231" y="1875342"/>
                  </a:lnTo>
                  <a:lnTo>
                    <a:pt x="1737916" y="1832583"/>
                  </a:lnTo>
                  <a:lnTo>
                    <a:pt x="1768425" y="1803329"/>
                  </a:lnTo>
                  <a:lnTo>
                    <a:pt x="1809521" y="1760406"/>
                  </a:lnTo>
                  <a:lnTo>
                    <a:pt x="1850222" y="1714023"/>
                  </a:lnTo>
                  <a:lnTo>
                    <a:pt x="1890816" y="1664113"/>
                  </a:lnTo>
                  <a:lnTo>
                    <a:pt x="1931521" y="1610677"/>
                  </a:lnTo>
                  <a:lnTo>
                    <a:pt x="1972495" y="1553794"/>
                  </a:lnTo>
                  <a:lnTo>
                    <a:pt x="2013840" y="1493628"/>
                  </a:lnTo>
                  <a:lnTo>
                    <a:pt x="2055606" y="1430429"/>
                  </a:lnTo>
                  <a:lnTo>
                    <a:pt x="2097800" y="1364537"/>
                  </a:lnTo>
                  <a:lnTo>
                    <a:pt x="2140388" y="1296373"/>
                  </a:lnTo>
                  <a:lnTo>
                    <a:pt x="2183303" y="1226435"/>
                  </a:lnTo>
                  <a:lnTo>
                    <a:pt x="2226452" y="1155281"/>
                  </a:lnTo>
                  <a:lnTo>
                    <a:pt x="2269720" y="1083511"/>
                  </a:lnTo>
                  <a:lnTo>
                    <a:pt x="2312988" y="1011747"/>
                  </a:lnTo>
                  <a:lnTo>
                    <a:pt x="2356132" y="940612"/>
                  </a:lnTo>
                  <a:lnTo>
                    <a:pt x="2399042" y="870705"/>
                  </a:lnTo>
                  <a:lnTo>
                    <a:pt x="2441622" y="802584"/>
                  </a:lnTo>
                  <a:lnTo>
                    <a:pt x="2483808" y="736743"/>
                  </a:lnTo>
                  <a:lnTo>
                    <a:pt x="2525565" y="673604"/>
                  </a:lnTo>
                  <a:lnTo>
                    <a:pt x="2566901" y="613504"/>
                  </a:lnTo>
                  <a:lnTo>
                    <a:pt x="2607868" y="556691"/>
                  </a:lnTo>
                  <a:lnTo>
                    <a:pt x="2648569" y="503328"/>
                  </a:lnTo>
                  <a:lnTo>
                    <a:pt x="2689163" y="453492"/>
                  </a:lnTo>
                  <a:lnTo>
                    <a:pt x="2729869" y="407181"/>
                  </a:lnTo>
                  <a:lnTo>
                    <a:pt x="2770117" y="365183"/>
                  </a:lnTo>
                  <a:lnTo>
                    <a:pt x="2818853" y="319540"/>
                  </a:lnTo>
                  <a:lnTo>
                    <a:pt x="2869229" y="278460"/>
                  </a:lnTo>
                  <a:lnTo>
                    <a:pt x="2922024" y="241710"/>
                  </a:lnTo>
                  <a:lnTo>
                    <a:pt x="2978104" y="208898"/>
                  </a:lnTo>
                  <a:lnTo>
                    <a:pt x="3038357" y="179580"/>
                  </a:lnTo>
                  <a:lnTo>
                    <a:pt x="3103610" y="153328"/>
                  </a:lnTo>
                  <a:lnTo>
                    <a:pt x="3174543" y="129764"/>
                  </a:lnTo>
                  <a:lnTo>
                    <a:pt x="3251559" y="108581"/>
                  </a:lnTo>
                  <a:lnTo>
                    <a:pt x="3334621" y="89554"/>
                  </a:lnTo>
                  <a:lnTo>
                    <a:pt x="3423058" y="72541"/>
                  </a:lnTo>
                  <a:lnTo>
                    <a:pt x="3515366" y="57481"/>
                  </a:lnTo>
                  <a:lnTo>
                    <a:pt x="3609069" y="44379"/>
                  </a:lnTo>
                  <a:lnTo>
                    <a:pt x="3700744" y="33276"/>
                  </a:lnTo>
                  <a:lnTo>
                    <a:pt x="3786278" y="24215"/>
                  </a:lnTo>
                  <a:lnTo>
                    <a:pt x="3861437" y="17188"/>
                  </a:lnTo>
                  <a:lnTo>
                    <a:pt x="3922636" y="12100"/>
                  </a:lnTo>
                  <a:lnTo>
                    <a:pt x="3967746" y="8745"/>
                  </a:lnTo>
                  <a:lnTo>
                    <a:pt x="3996651" y="6811"/>
                  </a:lnTo>
                  <a:lnTo>
                    <a:pt x="4011417" y="5919"/>
                  </a:lnTo>
                  <a:lnTo>
                    <a:pt x="4016105" y="5662"/>
                  </a:lnTo>
                  <a:lnTo>
                    <a:pt x="4016409" y="5647"/>
                  </a:lnTo>
                  <a:lnTo>
                    <a:pt x="4538543" y="5647"/>
                  </a:lnTo>
                  <a:lnTo>
                    <a:pt x="4539729" y="5713"/>
                  </a:lnTo>
                  <a:lnTo>
                    <a:pt x="4547495" y="6190"/>
                  </a:lnTo>
                  <a:lnTo>
                    <a:pt x="4566956" y="7508"/>
                  </a:lnTo>
                  <a:lnTo>
                    <a:pt x="4601450" y="10098"/>
                  </a:lnTo>
                  <a:lnTo>
                    <a:pt x="4652255" y="14346"/>
                  </a:lnTo>
                  <a:lnTo>
                    <a:pt x="4718504" y="20548"/>
                  </a:lnTo>
                  <a:lnTo>
                    <a:pt x="4797498" y="28882"/>
                  </a:lnTo>
                  <a:lnTo>
                    <a:pt x="4885367" y="39413"/>
                  </a:lnTo>
                  <a:lnTo>
                    <a:pt x="4977879" y="52124"/>
                  </a:lnTo>
                  <a:lnTo>
                    <a:pt x="5071146" y="66966"/>
                  </a:lnTo>
                  <a:lnTo>
                    <a:pt x="5162083" y="83902"/>
                  </a:lnTo>
                  <a:lnTo>
                    <a:pt x="5248569" y="102950"/>
                  </a:lnTo>
                  <a:lnTo>
                    <a:pt x="5329411" y="124201"/>
                  </a:lnTo>
                  <a:lnTo>
                    <a:pt x="5404173" y="147838"/>
                  </a:lnTo>
                  <a:lnTo>
                    <a:pt x="5472982" y="174131"/>
                  </a:lnTo>
                  <a:lnTo>
                    <a:pt x="5536342" y="203435"/>
                  </a:lnTo>
                  <a:lnTo>
                    <a:pt x="5594985" y="236175"/>
                  </a:lnTo>
                  <a:lnTo>
                    <a:pt x="5649759" y="272820"/>
                  </a:lnTo>
                  <a:lnTo>
                    <a:pt x="5701543" y="313837"/>
                  </a:lnTo>
                  <a:lnTo>
                    <a:pt x="5751177" y="359608"/>
                  </a:lnTo>
                  <a:lnTo>
                    <a:pt x="5784835" y="394360"/>
                  </a:lnTo>
                  <a:lnTo>
                    <a:pt x="5824845" y="439487"/>
                  </a:lnTo>
                  <a:lnTo>
                    <a:pt x="5864474" y="488154"/>
                  </a:lnTo>
                  <a:lnTo>
                    <a:pt x="5903989" y="540434"/>
                  </a:lnTo>
                  <a:lnTo>
                    <a:pt x="5943595" y="596328"/>
                  </a:lnTo>
                  <a:lnTo>
                    <a:pt x="5983443" y="655767"/>
                  </a:lnTo>
                  <a:lnTo>
                    <a:pt x="6023632" y="718598"/>
                  </a:lnTo>
                  <a:lnTo>
                    <a:pt x="6064215" y="784583"/>
                  </a:lnTo>
                  <a:lnTo>
                    <a:pt x="6105207" y="853399"/>
                  </a:lnTo>
                  <a:lnTo>
                    <a:pt x="6146582" y="924640"/>
                  </a:lnTo>
                  <a:lnTo>
                    <a:pt x="6188285" y="997828"/>
                  </a:lnTo>
                  <a:lnTo>
                    <a:pt x="6230234" y="1072419"/>
                  </a:lnTo>
                  <a:lnTo>
                    <a:pt x="6272330" y="1147825"/>
                  </a:lnTo>
                  <a:lnTo>
                    <a:pt x="6314462" y="1223428"/>
                  </a:lnTo>
                  <a:lnTo>
                    <a:pt x="6356517" y="1298606"/>
                  </a:lnTo>
                  <a:lnTo>
                    <a:pt x="6398386" y="1372749"/>
                  </a:lnTo>
                  <a:lnTo>
                    <a:pt x="6439977" y="1445284"/>
                  </a:lnTo>
                  <a:lnTo>
                    <a:pt x="6481217" y="1515689"/>
                  </a:lnTo>
                  <a:lnTo>
                    <a:pt x="6522060" y="1583511"/>
                  </a:lnTo>
                  <a:lnTo>
                    <a:pt x="6562496" y="1648373"/>
                  </a:lnTo>
                  <a:lnTo>
                    <a:pt x="6602551" y="1709984"/>
                  </a:lnTo>
                  <a:lnTo>
                    <a:pt x="6642296" y="1768138"/>
                  </a:lnTo>
                  <a:lnTo>
                    <a:pt x="6681849" y="1822713"/>
                  </a:lnTo>
                  <a:lnTo>
                    <a:pt x="6721378" y="1873665"/>
                  </a:lnTo>
                  <a:lnTo>
                    <a:pt x="6761112" y="1921024"/>
                  </a:lnTo>
                  <a:lnTo>
                    <a:pt x="6786527" y="1949215"/>
                  </a:lnTo>
                  <a:lnTo>
                    <a:pt x="6835104" y="1998411"/>
                  </a:lnTo>
                  <a:lnTo>
                    <a:pt x="6885308" y="2042705"/>
                  </a:lnTo>
                  <a:lnTo>
                    <a:pt x="6937910" y="2082346"/>
                  </a:lnTo>
                  <a:lnTo>
                    <a:pt x="6993768" y="2117752"/>
                  </a:lnTo>
                  <a:lnTo>
                    <a:pt x="7053759" y="2149398"/>
                  </a:lnTo>
                  <a:lnTo>
                    <a:pt x="7118708" y="2177743"/>
                  </a:lnTo>
                  <a:lnTo>
                    <a:pt x="7189289" y="2203195"/>
                  </a:lnTo>
                  <a:lnTo>
                    <a:pt x="7265909" y="2226081"/>
                  </a:lnTo>
                  <a:lnTo>
                    <a:pt x="7348545" y="2246647"/>
                  </a:lnTo>
                  <a:lnTo>
                    <a:pt x="7436552" y="2265046"/>
                  </a:lnTo>
                  <a:lnTo>
                    <a:pt x="7528467" y="2281347"/>
                  </a:lnTo>
                  <a:lnTo>
                    <a:pt x="7621874" y="2295546"/>
                  </a:lnTo>
                  <a:lnTo>
                    <a:pt x="7713412" y="2307598"/>
                  </a:lnTo>
                  <a:lnTo>
                    <a:pt x="7799028" y="2317460"/>
                  </a:lnTo>
                  <a:lnTo>
                    <a:pt x="7874515" y="2325133"/>
                  </a:lnTo>
                  <a:lnTo>
                    <a:pt x="7936277" y="2330716"/>
                  </a:lnTo>
                  <a:lnTo>
                    <a:pt x="7982116" y="2334424"/>
                  </a:lnTo>
                  <a:lnTo>
                    <a:pt x="8011802" y="2336583"/>
                  </a:lnTo>
                  <a:lnTo>
                    <a:pt x="8027264" y="2337599"/>
                  </a:lnTo>
                  <a:lnTo>
                    <a:pt x="8032413" y="2337906"/>
                  </a:lnTo>
                  <a:lnTo>
                    <a:pt x="8032819" y="2337928"/>
                  </a:lnTo>
                  <a:lnTo>
                    <a:pt x="8554953" y="2337928"/>
                  </a:lnTo>
                  <a:lnTo>
                    <a:pt x="8554953" y="2332281"/>
                  </a:lnTo>
                  <a:lnTo>
                    <a:pt x="8032819" y="2332281"/>
                  </a:lnTo>
                  <a:lnTo>
                    <a:pt x="8031633" y="2332214"/>
                  </a:lnTo>
                  <a:lnTo>
                    <a:pt x="8023867" y="2331738"/>
                  </a:lnTo>
                  <a:lnTo>
                    <a:pt x="8004406" y="2330420"/>
                  </a:lnTo>
                  <a:lnTo>
                    <a:pt x="7969911" y="2327830"/>
                  </a:lnTo>
                  <a:lnTo>
                    <a:pt x="7919107" y="2323581"/>
                  </a:lnTo>
                  <a:lnTo>
                    <a:pt x="7852858" y="2317380"/>
                  </a:lnTo>
                  <a:lnTo>
                    <a:pt x="7773864" y="2309046"/>
                  </a:lnTo>
                  <a:lnTo>
                    <a:pt x="7685995" y="2298515"/>
                  </a:lnTo>
                  <a:lnTo>
                    <a:pt x="7593483" y="2285803"/>
                  </a:lnTo>
                  <a:lnTo>
                    <a:pt x="7500215" y="2270962"/>
                  </a:lnTo>
                  <a:lnTo>
                    <a:pt x="7409279" y="2254026"/>
                  </a:lnTo>
                  <a:lnTo>
                    <a:pt x="7322792" y="2234978"/>
                  </a:lnTo>
                  <a:lnTo>
                    <a:pt x="7241951" y="2213727"/>
                  </a:lnTo>
                  <a:lnTo>
                    <a:pt x="7167189" y="2190089"/>
                  </a:lnTo>
                  <a:lnTo>
                    <a:pt x="7098380" y="2163796"/>
                  </a:lnTo>
                  <a:lnTo>
                    <a:pt x="7035020" y="2134493"/>
                  </a:lnTo>
                  <a:lnTo>
                    <a:pt x="6976377" y="2101753"/>
                  </a:lnTo>
                  <a:lnTo>
                    <a:pt x="6921603" y="2065108"/>
                  </a:lnTo>
                  <a:lnTo>
                    <a:pt x="6869819" y="2024091"/>
                  </a:lnTo>
                  <a:lnTo>
                    <a:pt x="6820185" y="1978320"/>
                  </a:lnTo>
                  <a:lnTo>
                    <a:pt x="6786527" y="1943568"/>
                  </a:lnTo>
                  <a:lnTo>
                    <a:pt x="6746517" y="1898441"/>
                  </a:lnTo>
                  <a:lnTo>
                    <a:pt x="6706888" y="1849774"/>
                  </a:lnTo>
                  <a:lnTo>
                    <a:pt x="6667373" y="1797494"/>
                  </a:lnTo>
                  <a:lnTo>
                    <a:pt x="6627767" y="1741600"/>
                  </a:lnTo>
                  <a:lnTo>
                    <a:pt x="6587919" y="1682161"/>
                  </a:lnTo>
                  <a:lnTo>
                    <a:pt x="6547730" y="1619330"/>
                  </a:lnTo>
                  <a:lnTo>
                    <a:pt x="6507147" y="1553345"/>
                  </a:lnTo>
                  <a:lnTo>
                    <a:pt x="6466155" y="1484529"/>
                  </a:lnTo>
                  <a:lnTo>
                    <a:pt x="6424780" y="1413287"/>
                  </a:lnTo>
                  <a:lnTo>
                    <a:pt x="6383077" y="1340100"/>
                  </a:lnTo>
                  <a:lnTo>
                    <a:pt x="6341128" y="1265509"/>
                  </a:lnTo>
                  <a:lnTo>
                    <a:pt x="6299032" y="1190103"/>
                  </a:lnTo>
                  <a:lnTo>
                    <a:pt x="6256900" y="1114500"/>
                  </a:lnTo>
                  <a:lnTo>
                    <a:pt x="6214845" y="1039322"/>
                  </a:lnTo>
                  <a:lnTo>
                    <a:pt x="6172976" y="965179"/>
                  </a:lnTo>
                  <a:lnTo>
                    <a:pt x="6131385" y="892644"/>
                  </a:lnTo>
                  <a:lnTo>
                    <a:pt x="6090145" y="822239"/>
                  </a:lnTo>
                  <a:lnTo>
                    <a:pt x="6049302" y="754417"/>
                  </a:lnTo>
                  <a:lnTo>
                    <a:pt x="6008866" y="689555"/>
                  </a:lnTo>
                  <a:lnTo>
                    <a:pt x="5968811" y="627944"/>
                  </a:lnTo>
                  <a:lnTo>
                    <a:pt x="5929066" y="569790"/>
                  </a:lnTo>
                  <a:lnTo>
                    <a:pt x="5889513" y="515215"/>
                  </a:lnTo>
                  <a:lnTo>
                    <a:pt x="5849984" y="464263"/>
                  </a:lnTo>
                  <a:lnTo>
                    <a:pt x="5810250" y="416904"/>
                  </a:lnTo>
                  <a:lnTo>
                    <a:pt x="5784835" y="388713"/>
                  </a:lnTo>
                  <a:lnTo>
                    <a:pt x="5736258" y="339517"/>
                  </a:lnTo>
                  <a:lnTo>
                    <a:pt x="5686054" y="295223"/>
                  </a:lnTo>
                  <a:lnTo>
                    <a:pt x="5633452" y="255582"/>
                  </a:lnTo>
                  <a:lnTo>
                    <a:pt x="5577594" y="220176"/>
                  </a:lnTo>
                  <a:lnTo>
                    <a:pt x="5517602" y="188530"/>
                  </a:lnTo>
                  <a:lnTo>
                    <a:pt x="5452654" y="160184"/>
                  </a:lnTo>
                  <a:lnTo>
                    <a:pt x="5382073" y="134733"/>
                  </a:lnTo>
                  <a:lnTo>
                    <a:pt x="5305453" y="111847"/>
                  </a:lnTo>
                  <a:lnTo>
                    <a:pt x="5222817" y="91280"/>
                  </a:lnTo>
                  <a:lnTo>
                    <a:pt x="5134810" y="72881"/>
                  </a:lnTo>
                  <a:lnTo>
                    <a:pt x="5042895" y="56581"/>
                  </a:lnTo>
                  <a:lnTo>
                    <a:pt x="4949488" y="42382"/>
                  </a:lnTo>
                  <a:lnTo>
                    <a:pt x="4857950" y="30329"/>
                  </a:lnTo>
                  <a:lnTo>
                    <a:pt x="4772334" y="20468"/>
                  </a:lnTo>
                  <a:lnTo>
                    <a:pt x="4696847" y="12794"/>
                  </a:lnTo>
                  <a:lnTo>
                    <a:pt x="4635085" y="7212"/>
                  </a:lnTo>
                  <a:lnTo>
                    <a:pt x="4589246" y="3504"/>
                  </a:lnTo>
                  <a:lnTo>
                    <a:pt x="4559560" y="1345"/>
                  </a:lnTo>
                  <a:lnTo>
                    <a:pt x="4544098" y="329"/>
                  </a:lnTo>
                  <a:lnTo>
                    <a:pt x="4538949" y="22"/>
                  </a:lnTo>
                  <a:lnTo>
                    <a:pt x="4538543" y="0"/>
                  </a:lnTo>
                  <a:lnTo>
                    <a:pt x="4016409" y="0"/>
                  </a:lnTo>
                  <a:lnTo>
                    <a:pt x="4015212" y="62"/>
                  </a:lnTo>
                  <a:lnTo>
                    <a:pt x="4007374" y="507"/>
                  </a:lnTo>
                  <a:lnTo>
                    <a:pt x="3987738" y="1738"/>
                  </a:lnTo>
                  <a:lnTo>
                    <a:pt x="3952950" y="4157"/>
                  </a:lnTo>
                  <a:lnTo>
                    <a:pt x="3901745" y="8124"/>
                  </a:lnTo>
                  <a:lnTo>
                    <a:pt x="3835028" y="13913"/>
                  </a:lnTo>
                  <a:lnTo>
                    <a:pt x="3755551" y="21688"/>
                  </a:lnTo>
                  <a:lnTo>
                    <a:pt x="3667236" y="31510"/>
                  </a:lnTo>
                  <a:lnTo>
                    <a:pt x="3574357" y="43360"/>
                  </a:lnTo>
                  <a:lnTo>
                    <a:pt x="3480820" y="57192"/>
                  </a:lnTo>
                  <a:lnTo>
                    <a:pt x="3389712" y="72973"/>
                  </a:lnTo>
                  <a:lnTo>
                    <a:pt x="3303141" y="90722"/>
                  </a:lnTo>
                  <a:lnTo>
                    <a:pt x="3222281" y="110527"/>
                  </a:lnTo>
                  <a:lnTo>
                    <a:pt x="3147544" y="132562"/>
                  </a:lnTo>
                  <a:lnTo>
                    <a:pt x="3078782" y="157083"/>
                  </a:lnTo>
                  <a:lnTo>
                    <a:pt x="3015472" y="184425"/>
                  </a:lnTo>
                  <a:lnTo>
                    <a:pt x="2956869" y="214986"/>
                  </a:lnTo>
                  <a:lnTo>
                    <a:pt x="2902111" y="249208"/>
                  </a:lnTo>
                  <a:lnTo>
                    <a:pt x="2850311" y="287524"/>
                  </a:lnTo>
                  <a:lnTo>
                    <a:pt x="2800626" y="330282"/>
                  </a:lnTo>
                  <a:lnTo>
                    <a:pt x="2770117" y="359536"/>
                  </a:lnTo>
                  <a:lnTo>
                    <a:pt x="2729021" y="402460"/>
                  </a:lnTo>
                  <a:lnTo>
                    <a:pt x="2688320" y="448843"/>
                  </a:lnTo>
                  <a:lnTo>
                    <a:pt x="2647726" y="498753"/>
                  </a:lnTo>
                  <a:lnTo>
                    <a:pt x="2607021" y="552189"/>
                  </a:lnTo>
                  <a:lnTo>
                    <a:pt x="2566047" y="609071"/>
                  </a:lnTo>
                  <a:lnTo>
                    <a:pt x="2524703" y="669238"/>
                  </a:lnTo>
                  <a:lnTo>
                    <a:pt x="2482937" y="732436"/>
                  </a:lnTo>
                  <a:lnTo>
                    <a:pt x="2440743" y="798329"/>
                  </a:lnTo>
                  <a:lnTo>
                    <a:pt x="2398154" y="866492"/>
                  </a:lnTo>
                  <a:lnTo>
                    <a:pt x="2355239" y="936430"/>
                  </a:lnTo>
                  <a:lnTo>
                    <a:pt x="2312091" y="1007584"/>
                  </a:lnTo>
                  <a:lnTo>
                    <a:pt x="2268822" y="1079355"/>
                  </a:lnTo>
                  <a:lnTo>
                    <a:pt x="2225555" y="1151119"/>
                  </a:lnTo>
                  <a:lnTo>
                    <a:pt x="2182410" y="1222254"/>
                  </a:lnTo>
                  <a:lnTo>
                    <a:pt x="2139501" y="1292160"/>
                  </a:lnTo>
                  <a:lnTo>
                    <a:pt x="2096920" y="1360282"/>
                  </a:lnTo>
                  <a:lnTo>
                    <a:pt x="2054734" y="1426122"/>
                  </a:lnTo>
                  <a:lnTo>
                    <a:pt x="2012977" y="1489261"/>
                  </a:lnTo>
                  <a:lnTo>
                    <a:pt x="1971642" y="1549362"/>
                  </a:lnTo>
                  <a:lnTo>
                    <a:pt x="1930674" y="1606174"/>
                  </a:lnTo>
                  <a:lnTo>
                    <a:pt x="1889973" y="1659537"/>
                  </a:lnTo>
                  <a:lnTo>
                    <a:pt x="1849379" y="1709374"/>
                  </a:lnTo>
                  <a:lnTo>
                    <a:pt x="1808673" y="1755684"/>
                  </a:lnTo>
                  <a:lnTo>
                    <a:pt x="1768425" y="1797682"/>
                  </a:lnTo>
                  <a:lnTo>
                    <a:pt x="1719689" y="1843325"/>
                  </a:lnTo>
                  <a:lnTo>
                    <a:pt x="1669313" y="1884406"/>
                  </a:lnTo>
                  <a:lnTo>
                    <a:pt x="1616518" y="1921156"/>
                  </a:lnTo>
                  <a:lnTo>
                    <a:pt x="1560438" y="1953968"/>
                  </a:lnTo>
                  <a:lnTo>
                    <a:pt x="1500186" y="1983286"/>
                  </a:lnTo>
                  <a:lnTo>
                    <a:pt x="1434932" y="2009538"/>
                  </a:lnTo>
                  <a:lnTo>
                    <a:pt x="1363999" y="2033102"/>
                  </a:lnTo>
                  <a:lnTo>
                    <a:pt x="1286984" y="2054285"/>
                  </a:lnTo>
                  <a:lnTo>
                    <a:pt x="1203921" y="2073312"/>
                  </a:lnTo>
                  <a:lnTo>
                    <a:pt x="1115484" y="2090324"/>
                  </a:lnTo>
                  <a:lnTo>
                    <a:pt x="1023177" y="2105384"/>
                  </a:lnTo>
                  <a:lnTo>
                    <a:pt x="929473" y="2118487"/>
                  </a:lnTo>
                  <a:lnTo>
                    <a:pt x="837798" y="2129589"/>
                  </a:lnTo>
                  <a:lnTo>
                    <a:pt x="752264" y="2138651"/>
                  </a:lnTo>
                  <a:lnTo>
                    <a:pt x="677106" y="2145678"/>
                  </a:lnTo>
                  <a:lnTo>
                    <a:pt x="615906" y="2150766"/>
                  </a:lnTo>
                  <a:lnTo>
                    <a:pt x="570796" y="2154121"/>
                  </a:lnTo>
                  <a:lnTo>
                    <a:pt x="541891" y="2156054"/>
                  </a:lnTo>
                  <a:lnTo>
                    <a:pt x="527125" y="2156946"/>
                  </a:lnTo>
                  <a:lnTo>
                    <a:pt x="522438" y="2157203"/>
                  </a:lnTo>
                  <a:lnTo>
                    <a:pt x="522133" y="2157219"/>
                  </a:lnTo>
                  <a:lnTo>
                    <a:pt x="0" y="2157219"/>
                  </a:lnTo>
                  <a:close/>
                </a:path>
              </a:pathLst>
            </a:custGeom>
            <a:solidFill>
              <a:srgbClr val="F28E5B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891" name="pl891"/>
            <p:cNvSpPr/>
            <p:nvPr/>
          </p:nvSpPr>
          <p:spPr>
            <a:xfrm>
              <a:off x="386606" y="1315430"/>
              <a:ext cx="8554953" cy="2332281"/>
            </a:xfrm>
            <a:custGeom>
              <a:avLst/>
              <a:pathLst>
                <a:path w="8554953" h="2332281">
                  <a:moveTo>
                    <a:pt x="0" y="2157219"/>
                  </a:moveTo>
                  <a:lnTo>
                    <a:pt x="522133" y="2157219"/>
                  </a:lnTo>
                  <a:lnTo>
                    <a:pt x="523330" y="2157156"/>
                  </a:lnTo>
                  <a:lnTo>
                    <a:pt x="531169" y="2156711"/>
                  </a:lnTo>
                  <a:lnTo>
                    <a:pt x="550804" y="2155480"/>
                  </a:lnTo>
                  <a:lnTo>
                    <a:pt x="585592" y="2153061"/>
                  </a:lnTo>
                  <a:lnTo>
                    <a:pt x="636797" y="2149094"/>
                  </a:lnTo>
                  <a:lnTo>
                    <a:pt x="703515" y="2143306"/>
                  </a:lnTo>
                  <a:lnTo>
                    <a:pt x="782992" y="2135530"/>
                  </a:lnTo>
                  <a:lnTo>
                    <a:pt x="871306" y="2125709"/>
                  </a:lnTo>
                  <a:lnTo>
                    <a:pt x="964185" y="2113858"/>
                  </a:lnTo>
                  <a:lnTo>
                    <a:pt x="1057723" y="2100027"/>
                  </a:lnTo>
                  <a:lnTo>
                    <a:pt x="1148830" y="2084245"/>
                  </a:lnTo>
                  <a:lnTo>
                    <a:pt x="1235401" y="2066497"/>
                  </a:lnTo>
                  <a:lnTo>
                    <a:pt x="1316262" y="2046691"/>
                  </a:lnTo>
                  <a:lnTo>
                    <a:pt x="1390999" y="2024656"/>
                  </a:lnTo>
                  <a:lnTo>
                    <a:pt x="1459761" y="2000135"/>
                  </a:lnTo>
                  <a:lnTo>
                    <a:pt x="1523070" y="1972794"/>
                  </a:lnTo>
                  <a:lnTo>
                    <a:pt x="1581674" y="1942232"/>
                  </a:lnTo>
                  <a:lnTo>
                    <a:pt x="1636431" y="1908010"/>
                  </a:lnTo>
                  <a:lnTo>
                    <a:pt x="1688231" y="1869695"/>
                  </a:lnTo>
                  <a:lnTo>
                    <a:pt x="1737916" y="1826936"/>
                  </a:lnTo>
                  <a:lnTo>
                    <a:pt x="1768425" y="1797682"/>
                  </a:lnTo>
                  <a:lnTo>
                    <a:pt x="1809521" y="1754758"/>
                  </a:lnTo>
                  <a:lnTo>
                    <a:pt x="1850222" y="1708376"/>
                  </a:lnTo>
                  <a:lnTo>
                    <a:pt x="1890816" y="1658466"/>
                  </a:lnTo>
                  <a:lnTo>
                    <a:pt x="1931521" y="1605030"/>
                  </a:lnTo>
                  <a:lnTo>
                    <a:pt x="1972495" y="1548147"/>
                  </a:lnTo>
                  <a:lnTo>
                    <a:pt x="2013840" y="1487981"/>
                  </a:lnTo>
                  <a:lnTo>
                    <a:pt x="2055606" y="1424782"/>
                  </a:lnTo>
                  <a:lnTo>
                    <a:pt x="2097800" y="1358890"/>
                  </a:lnTo>
                  <a:lnTo>
                    <a:pt x="2140388" y="1290726"/>
                  </a:lnTo>
                  <a:lnTo>
                    <a:pt x="2183303" y="1220788"/>
                  </a:lnTo>
                  <a:lnTo>
                    <a:pt x="2226452" y="1149634"/>
                  </a:lnTo>
                  <a:lnTo>
                    <a:pt x="2269720" y="1077863"/>
                  </a:lnTo>
                  <a:lnTo>
                    <a:pt x="2312988" y="1006099"/>
                  </a:lnTo>
                  <a:lnTo>
                    <a:pt x="2356132" y="934964"/>
                  </a:lnTo>
                  <a:lnTo>
                    <a:pt x="2399042" y="865058"/>
                  </a:lnTo>
                  <a:lnTo>
                    <a:pt x="2441622" y="796937"/>
                  </a:lnTo>
                  <a:lnTo>
                    <a:pt x="2483808" y="731096"/>
                  </a:lnTo>
                  <a:lnTo>
                    <a:pt x="2525565" y="667957"/>
                  </a:lnTo>
                  <a:lnTo>
                    <a:pt x="2566901" y="607857"/>
                  </a:lnTo>
                  <a:lnTo>
                    <a:pt x="2607868" y="551044"/>
                  </a:lnTo>
                  <a:lnTo>
                    <a:pt x="2648569" y="497681"/>
                  </a:lnTo>
                  <a:lnTo>
                    <a:pt x="2689163" y="447844"/>
                  </a:lnTo>
                  <a:lnTo>
                    <a:pt x="2729869" y="401534"/>
                  </a:lnTo>
                  <a:lnTo>
                    <a:pt x="2770117" y="359536"/>
                  </a:lnTo>
                  <a:lnTo>
                    <a:pt x="2818853" y="313893"/>
                  </a:lnTo>
                  <a:lnTo>
                    <a:pt x="2869229" y="272813"/>
                  </a:lnTo>
                  <a:lnTo>
                    <a:pt x="2922024" y="236063"/>
                  </a:lnTo>
                  <a:lnTo>
                    <a:pt x="2978104" y="203250"/>
                  </a:lnTo>
                  <a:lnTo>
                    <a:pt x="3038357" y="173933"/>
                  </a:lnTo>
                  <a:lnTo>
                    <a:pt x="3103610" y="147681"/>
                  </a:lnTo>
                  <a:lnTo>
                    <a:pt x="3174543" y="124117"/>
                  </a:lnTo>
                  <a:lnTo>
                    <a:pt x="3251559" y="102934"/>
                  </a:lnTo>
                  <a:lnTo>
                    <a:pt x="3334621" y="83907"/>
                  </a:lnTo>
                  <a:lnTo>
                    <a:pt x="3423058" y="66894"/>
                  </a:lnTo>
                  <a:lnTo>
                    <a:pt x="3515366" y="51834"/>
                  </a:lnTo>
                  <a:lnTo>
                    <a:pt x="3609069" y="38732"/>
                  </a:lnTo>
                  <a:lnTo>
                    <a:pt x="3700744" y="27629"/>
                  </a:lnTo>
                  <a:lnTo>
                    <a:pt x="3786278" y="18567"/>
                  </a:lnTo>
                  <a:lnTo>
                    <a:pt x="3861437" y="11541"/>
                  </a:lnTo>
                  <a:lnTo>
                    <a:pt x="3922636" y="6453"/>
                  </a:lnTo>
                  <a:lnTo>
                    <a:pt x="3967746" y="3097"/>
                  </a:lnTo>
                  <a:lnTo>
                    <a:pt x="3996651" y="1164"/>
                  </a:lnTo>
                  <a:lnTo>
                    <a:pt x="4011417" y="272"/>
                  </a:lnTo>
                  <a:lnTo>
                    <a:pt x="4016105" y="15"/>
                  </a:lnTo>
                  <a:lnTo>
                    <a:pt x="4016409" y="0"/>
                  </a:lnTo>
                  <a:lnTo>
                    <a:pt x="4538543" y="0"/>
                  </a:lnTo>
                  <a:lnTo>
                    <a:pt x="4539729" y="66"/>
                  </a:lnTo>
                  <a:lnTo>
                    <a:pt x="4547495" y="543"/>
                  </a:lnTo>
                  <a:lnTo>
                    <a:pt x="4566956" y="1861"/>
                  </a:lnTo>
                  <a:lnTo>
                    <a:pt x="4601450" y="4451"/>
                  </a:lnTo>
                  <a:lnTo>
                    <a:pt x="4652255" y="8699"/>
                  </a:lnTo>
                  <a:lnTo>
                    <a:pt x="4718504" y="14901"/>
                  </a:lnTo>
                  <a:lnTo>
                    <a:pt x="4797498" y="23235"/>
                  </a:lnTo>
                  <a:lnTo>
                    <a:pt x="4885367" y="33766"/>
                  </a:lnTo>
                  <a:lnTo>
                    <a:pt x="4977879" y="46477"/>
                  </a:lnTo>
                  <a:lnTo>
                    <a:pt x="5071146" y="61319"/>
                  </a:lnTo>
                  <a:lnTo>
                    <a:pt x="5162083" y="78255"/>
                  </a:lnTo>
                  <a:lnTo>
                    <a:pt x="5248569" y="97302"/>
                  </a:lnTo>
                  <a:lnTo>
                    <a:pt x="5329411" y="118554"/>
                  </a:lnTo>
                  <a:lnTo>
                    <a:pt x="5404173" y="142191"/>
                  </a:lnTo>
                  <a:lnTo>
                    <a:pt x="5472982" y="168484"/>
                  </a:lnTo>
                  <a:lnTo>
                    <a:pt x="5536342" y="197788"/>
                  </a:lnTo>
                  <a:lnTo>
                    <a:pt x="5594985" y="230528"/>
                  </a:lnTo>
                  <a:lnTo>
                    <a:pt x="5649759" y="267172"/>
                  </a:lnTo>
                  <a:lnTo>
                    <a:pt x="5701543" y="308189"/>
                  </a:lnTo>
                  <a:lnTo>
                    <a:pt x="5751177" y="353961"/>
                  </a:lnTo>
                  <a:lnTo>
                    <a:pt x="5784835" y="388713"/>
                  </a:lnTo>
                  <a:lnTo>
                    <a:pt x="5824845" y="433839"/>
                  </a:lnTo>
                  <a:lnTo>
                    <a:pt x="5864474" y="482507"/>
                  </a:lnTo>
                  <a:lnTo>
                    <a:pt x="5903989" y="534786"/>
                  </a:lnTo>
                  <a:lnTo>
                    <a:pt x="5943595" y="590681"/>
                  </a:lnTo>
                  <a:lnTo>
                    <a:pt x="5983443" y="650120"/>
                  </a:lnTo>
                  <a:lnTo>
                    <a:pt x="6023632" y="712951"/>
                  </a:lnTo>
                  <a:lnTo>
                    <a:pt x="6064215" y="778935"/>
                  </a:lnTo>
                  <a:lnTo>
                    <a:pt x="6105207" y="847751"/>
                  </a:lnTo>
                  <a:lnTo>
                    <a:pt x="6146582" y="918993"/>
                  </a:lnTo>
                  <a:lnTo>
                    <a:pt x="6188285" y="992181"/>
                  </a:lnTo>
                  <a:lnTo>
                    <a:pt x="6230234" y="1066772"/>
                  </a:lnTo>
                  <a:lnTo>
                    <a:pt x="6272330" y="1142177"/>
                  </a:lnTo>
                  <a:lnTo>
                    <a:pt x="6314462" y="1217781"/>
                  </a:lnTo>
                  <a:lnTo>
                    <a:pt x="6356517" y="1292958"/>
                  </a:lnTo>
                  <a:lnTo>
                    <a:pt x="6398386" y="1367102"/>
                  </a:lnTo>
                  <a:lnTo>
                    <a:pt x="6439977" y="1439637"/>
                  </a:lnTo>
                  <a:lnTo>
                    <a:pt x="6481217" y="1510042"/>
                  </a:lnTo>
                  <a:lnTo>
                    <a:pt x="6522060" y="1577863"/>
                  </a:lnTo>
                  <a:lnTo>
                    <a:pt x="6562496" y="1642726"/>
                  </a:lnTo>
                  <a:lnTo>
                    <a:pt x="6602551" y="1704337"/>
                  </a:lnTo>
                  <a:lnTo>
                    <a:pt x="6642296" y="1762491"/>
                  </a:lnTo>
                  <a:lnTo>
                    <a:pt x="6681849" y="1817065"/>
                  </a:lnTo>
                  <a:lnTo>
                    <a:pt x="6721378" y="1868018"/>
                  </a:lnTo>
                  <a:lnTo>
                    <a:pt x="6761112" y="1915377"/>
                  </a:lnTo>
                  <a:lnTo>
                    <a:pt x="6786527" y="1943568"/>
                  </a:lnTo>
                  <a:lnTo>
                    <a:pt x="6835104" y="1992764"/>
                  </a:lnTo>
                  <a:lnTo>
                    <a:pt x="6885308" y="2037058"/>
                  </a:lnTo>
                  <a:lnTo>
                    <a:pt x="6937910" y="2076699"/>
                  </a:lnTo>
                  <a:lnTo>
                    <a:pt x="6993768" y="2112105"/>
                  </a:lnTo>
                  <a:lnTo>
                    <a:pt x="7053759" y="2143751"/>
                  </a:lnTo>
                  <a:lnTo>
                    <a:pt x="7118708" y="2172096"/>
                  </a:lnTo>
                  <a:lnTo>
                    <a:pt x="7189289" y="2197547"/>
                  </a:lnTo>
                  <a:lnTo>
                    <a:pt x="7265909" y="2220434"/>
                  </a:lnTo>
                  <a:lnTo>
                    <a:pt x="7348545" y="2241000"/>
                  </a:lnTo>
                  <a:lnTo>
                    <a:pt x="7436552" y="2259399"/>
                  </a:lnTo>
                  <a:lnTo>
                    <a:pt x="7528467" y="2275700"/>
                  </a:lnTo>
                  <a:lnTo>
                    <a:pt x="7621874" y="2289898"/>
                  </a:lnTo>
                  <a:lnTo>
                    <a:pt x="7713412" y="2301951"/>
                  </a:lnTo>
                  <a:lnTo>
                    <a:pt x="7799028" y="2311813"/>
                  </a:lnTo>
                  <a:lnTo>
                    <a:pt x="7874515" y="2319486"/>
                  </a:lnTo>
                  <a:lnTo>
                    <a:pt x="7936277" y="2325069"/>
                  </a:lnTo>
                  <a:lnTo>
                    <a:pt x="7982116" y="2328777"/>
                  </a:lnTo>
                  <a:lnTo>
                    <a:pt x="8011802" y="2330936"/>
                  </a:lnTo>
                  <a:lnTo>
                    <a:pt x="8027264" y="2331952"/>
                  </a:lnTo>
                  <a:lnTo>
                    <a:pt x="8032413" y="2332259"/>
                  </a:lnTo>
                  <a:lnTo>
                    <a:pt x="8032819" y="2332281"/>
                  </a:lnTo>
                  <a:lnTo>
                    <a:pt x="8554953" y="2332281"/>
                  </a:lnTo>
                  <a:lnTo>
                    <a:pt x="8554953" y="2332281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892" name="pl892"/>
            <p:cNvSpPr/>
            <p:nvPr/>
          </p:nvSpPr>
          <p:spPr>
            <a:xfrm>
              <a:off x="386606" y="1309783"/>
              <a:ext cx="8554953" cy="2332281"/>
            </a:xfrm>
            <a:custGeom>
              <a:avLst/>
              <a:pathLst>
                <a:path w="8554953" h="2332281">
                  <a:moveTo>
                    <a:pt x="8554953" y="2332281"/>
                  </a:moveTo>
                  <a:lnTo>
                    <a:pt x="8032819" y="2332281"/>
                  </a:lnTo>
                  <a:lnTo>
                    <a:pt x="8031633" y="2332214"/>
                  </a:lnTo>
                  <a:lnTo>
                    <a:pt x="8023867" y="2331738"/>
                  </a:lnTo>
                  <a:lnTo>
                    <a:pt x="8004406" y="2330420"/>
                  </a:lnTo>
                  <a:lnTo>
                    <a:pt x="7969911" y="2327830"/>
                  </a:lnTo>
                  <a:lnTo>
                    <a:pt x="7919107" y="2323581"/>
                  </a:lnTo>
                  <a:lnTo>
                    <a:pt x="7852858" y="2317380"/>
                  </a:lnTo>
                  <a:lnTo>
                    <a:pt x="7773864" y="2309046"/>
                  </a:lnTo>
                  <a:lnTo>
                    <a:pt x="7685995" y="2298515"/>
                  </a:lnTo>
                  <a:lnTo>
                    <a:pt x="7593483" y="2285803"/>
                  </a:lnTo>
                  <a:lnTo>
                    <a:pt x="7500215" y="2270962"/>
                  </a:lnTo>
                  <a:lnTo>
                    <a:pt x="7409279" y="2254026"/>
                  </a:lnTo>
                  <a:lnTo>
                    <a:pt x="7322792" y="2234978"/>
                  </a:lnTo>
                  <a:lnTo>
                    <a:pt x="7241951" y="2213727"/>
                  </a:lnTo>
                  <a:lnTo>
                    <a:pt x="7167189" y="2190089"/>
                  </a:lnTo>
                  <a:lnTo>
                    <a:pt x="7098380" y="2163796"/>
                  </a:lnTo>
                  <a:lnTo>
                    <a:pt x="7035020" y="2134493"/>
                  </a:lnTo>
                  <a:lnTo>
                    <a:pt x="6976377" y="2101753"/>
                  </a:lnTo>
                  <a:lnTo>
                    <a:pt x="6921603" y="2065108"/>
                  </a:lnTo>
                  <a:lnTo>
                    <a:pt x="6869819" y="2024091"/>
                  </a:lnTo>
                  <a:lnTo>
                    <a:pt x="6820185" y="1978320"/>
                  </a:lnTo>
                  <a:lnTo>
                    <a:pt x="6786527" y="1943568"/>
                  </a:lnTo>
                  <a:lnTo>
                    <a:pt x="6746517" y="1898441"/>
                  </a:lnTo>
                  <a:lnTo>
                    <a:pt x="6706888" y="1849774"/>
                  </a:lnTo>
                  <a:lnTo>
                    <a:pt x="6667373" y="1797494"/>
                  </a:lnTo>
                  <a:lnTo>
                    <a:pt x="6627767" y="1741600"/>
                  </a:lnTo>
                  <a:lnTo>
                    <a:pt x="6587919" y="1682161"/>
                  </a:lnTo>
                  <a:lnTo>
                    <a:pt x="6547730" y="1619330"/>
                  </a:lnTo>
                  <a:lnTo>
                    <a:pt x="6507147" y="1553345"/>
                  </a:lnTo>
                  <a:lnTo>
                    <a:pt x="6466155" y="1484529"/>
                  </a:lnTo>
                  <a:lnTo>
                    <a:pt x="6424780" y="1413287"/>
                  </a:lnTo>
                  <a:lnTo>
                    <a:pt x="6383077" y="1340100"/>
                  </a:lnTo>
                  <a:lnTo>
                    <a:pt x="6341128" y="1265509"/>
                  </a:lnTo>
                  <a:lnTo>
                    <a:pt x="6299032" y="1190103"/>
                  </a:lnTo>
                  <a:lnTo>
                    <a:pt x="6256900" y="1114500"/>
                  </a:lnTo>
                  <a:lnTo>
                    <a:pt x="6214845" y="1039322"/>
                  </a:lnTo>
                  <a:lnTo>
                    <a:pt x="6172976" y="965179"/>
                  </a:lnTo>
                  <a:lnTo>
                    <a:pt x="6131385" y="892644"/>
                  </a:lnTo>
                  <a:lnTo>
                    <a:pt x="6090145" y="822239"/>
                  </a:lnTo>
                  <a:lnTo>
                    <a:pt x="6049302" y="754417"/>
                  </a:lnTo>
                  <a:lnTo>
                    <a:pt x="6008866" y="689555"/>
                  </a:lnTo>
                  <a:lnTo>
                    <a:pt x="5968811" y="627944"/>
                  </a:lnTo>
                  <a:lnTo>
                    <a:pt x="5929066" y="569790"/>
                  </a:lnTo>
                  <a:lnTo>
                    <a:pt x="5889513" y="515215"/>
                  </a:lnTo>
                  <a:lnTo>
                    <a:pt x="5849984" y="464263"/>
                  </a:lnTo>
                  <a:lnTo>
                    <a:pt x="5810250" y="416904"/>
                  </a:lnTo>
                  <a:lnTo>
                    <a:pt x="5784835" y="388713"/>
                  </a:lnTo>
                  <a:lnTo>
                    <a:pt x="5736258" y="339517"/>
                  </a:lnTo>
                  <a:lnTo>
                    <a:pt x="5686054" y="295223"/>
                  </a:lnTo>
                  <a:lnTo>
                    <a:pt x="5633452" y="255582"/>
                  </a:lnTo>
                  <a:lnTo>
                    <a:pt x="5577594" y="220176"/>
                  </a:lnTo>
                  <a:lnTo>
                    <a:pt x="5517602" y="188530"/>
                  </a:lnTo>
                  <a:lnTo>
                    <a:pt x="5452654" y="160184"/>
                  </a:lnTo>
                  <a:lnTo>
                    <a:pt x="5382073" y="134733"/>
                  </a:lnTo>
                  <a:lnTo>
                    <a:pt x="5305453" y="111847"/>
                  </a:lnTo>
                  <a:lnTo>
                    <a:pt x="5222817" y="91280"/>
                  </a:lnTo>
                  <a:lnTo>
                    <a:pt x="5134810" y="72881"/>
                  </a:lnTo>
                  <a:lnTo>
                    <a:pt x="5042895" y="56581"/>
                  </a:lnTo>
                  <a:lnTo>
                    <a:pt x="4949488" y="42382"/>
                  </a:lnTo>
                  <a:lnTo>
                    <a:pt x="4857950" y="30329"/>
                  </a:lnTo>
                  <a:lnTo>
                    <a:pt x="4772334" y="20468"/>
                  </a:lnTo>
                  <a:lnTo>
                    <a:pt x="4696847" y="12794"/>
                  </a:lnTo>
                  <a:lnTo>
                    <a:pt x="4635085" y="7212"/>
                  </a:lnTo>
                  <a:lnTo>
                    <a:pt x="4589246" y="3504"/>
                  </a:lnTo>
                  <a:lnTo>
                    <a:pt x="4559560" y="1345"/>
                  </a:lnTo>
                  <a:lnTo>
                    <a:pt x="4544098" y="329"/>
                  </a:lnTo>
                  <a:lnTo>
                    <a:pt x="4538949" y="22"/>
                  </a:lnTo>
                  <a:lnTo>
                    <a:pt x="4538543" y="0"/>
                  </a:lnTo>
                  <a:lnTo>
                    <a:pt x="4016409" y="0"/>
                  </a:lnTo>
                  <a:lnTo>
                    <a:pt x="4015212" y="62"/>
                  </a:lnTo>
                  <a:lnTo>
                    <a:pt x="4007374" y="507"/>
                  </a:lnTo>
                  <a:lnTo>
                    <a:pt x="3987738" y="1738"/>
                  </a:lnTo>
                  <a:lnTo>
                    <a:pt x="3952950" y="4157"/>
                  </a:lnTo>
                  <a:lnTo>
                    <a:pt x="3901745" y="8124"/>
                  </a:lnTo>
                  <a:lnTo>
                    <a:pt x="3835028" y="13913"/>
                  </a:lnTo>
                  <a:lnTo>
                    <a:pt x="3755551" y="21688"/>
                  </a:lnTo>
                  <a:lnTo>
                    <a:pt x="3667236" y="31510"/>
                  </a:lnTo>
                  <a:lnTo>
                    <a:pt x="3574357" y="43360"/>
                  </a:lnTo>
                  <a:lnTo>
                    <a:pt x="3480820" y="57192"/>
                  </a:lnTo>
                  <a:lnTo>
                    <a:pt x="3389712" y="72973"/>
                  </a:lnTo>
                  <a:lnTo>
                    <a:pt x="3303141" y="90722"/>
                  </a:lnTo>
                  <a:lnTo>
                    <a:pt x="3222281" y="110527"/>
                  </a:lnTo>
                  <a:lnTo>
                    <a:pt x="3147544" y="132562"/>
                  </a:lnTo>
                  <a:lnTo>
                    <a:pt x="3078782" y="157083"/>
                  </a:lnTo>
                  <a:lnTo>
                    <a:pt x="3015472" y="184425"/>
                  </a:lnTo>
                  <a:lnTo>
                    <a:pt x="2956869" y="214986"/>
                  </a:lnTo>
                  <a:lnTo>
                    <a:pt x="2902111" y="249208"/>
                  </a:lnTo>
                  <a:lnTo>
                    <a:pt x="2850311" y="287524"/>
                  </a:lnTo>
                  <a:lnTo>
                    <a:pt x="2800626" y="330282"/>
                  </a:lnTo>
                  <a:lnTo>
                    <a:pt x="2770117" y="359536"/>
                  </a:lnTo>
                  <a:lnTo>
                    <a:pt x="2729021" y="402460"/>
                  </a:lnTo>
                  <a:lnTo>
                    <a:pt x="2688320" y="448843"/>
                  </a:lnTo>
                  <a:lnTo>
                    <a:pt x="2647726" y="498753"/>
                  </a:lnTo>
                  <a:lnTo>
                    <a:pt x="2607021" y="552189"/>
                  </a:lnTo>
                  <a:lnTo>
                    <a:pt x="2566047" y="609071"/>
                  </a:lnTo>
                  <a:lnTo>
                    <a:pt x="2524703" y="669238"/>
                  </a:lnTo>
                  <a:lnTo>
                    <a:pt x="2482937" y="732436"/>
                  </a:lnTo>
                  <a:lnTo>
                    <a:pt x="2440743" y="798329"/>
                  </a:lnTo>
                  <a:lnTo>
                    <a:pt x="2398154" y="866492"/>
                  </a:lnTo>
                  <a:lnTo>
                    <a:pt x="2355239" y="936430"/>
                  </a:lnTo>
                  <a:lnTo>
                    <a:pt x="2312091" y="1007584"/>
                  </a:lnTo>
                  <a:lnTo>
                    <a:pt x="2268822" y="1079355"/>
                  </a:lnTo>
                  <a:lnTo>
                    <a:pt x="2225555" y="1151119"/>
                  </a:lnTo>
                  <a:lnTo>
                    <a:pt x="2182410" y="1222254"/>
                  </a:lnTo>
                  <a:lnTo>
                    <a:pt x="2139501" y="1292160"/>
                  </a:lnTo>
                  <a:lnTo>
                    <a:pt x="2096920" y="1360282"/>
                  </a:lnTo>
                  <a:lnTo>
                    <a:pt x="2054734" y="1426122"/>
                  </a:lnTo>
                  <a:lnTo>
                    <a:pt x="2012977" y="1489261"/>
                  </a:lnTo>
                  <a:lnTo>
                    <a:pt x="1971642" y="1549362"/>
                  </a:lnTo>
                  <a:lnTo>
                    <a:pt x="1930674" y="1606174"/>
                  </a:lnTo>
                  <a:lnTo>
                    <a:pt x="1889973" y="1659537"/>
                  </a:lnTo>
                  <a:lnTo>
                    <a:pt x="1849379" y="1709374"/>
                  </a:lnTo>
                  <a:lnTo>
                    <a:pt x="1808673" y="1755684"/>
                  </a:lnTo>
                  <a:lnTo>
                    <a:pt x="1768425" y="1797682"/>
                  </a:lnTo>
                  <a:lnTo>
                    <a:pt x="1719689" y="1843325"/>
                  </a:lnTo>
                  <a:lnTo>
                    <a:pt x="1669313" y="1884406"/>
                  </a:lnTo>
                  <a:lnTo>
                    <a:pt x="1616518" y="1921156"/>
                  </a:lnTo>
                  <a:lnTo>
                    <a:pt x="1560438" y="1953968"/>
                  </a:lnTo>
                  <a:lnTo>
                    <a:pt x="1500186" y="1983286"/>
                  </a:lnTo>
                  <a:lnTo>
                    <a:pt x="1434932" y="2009538"/>
                  </a:lnTo>
                  <a:lnTo>
                    <a:pt x="1363999" y="2033102"/>
                  </a:lnTo>
                  <a:lnTo>
                    <a:pt x="1286984" y="2054285"/>
                  </a:lnTo>
                  <a:lnTo>
                    <a:pt x="1203921" y="2073312"/>
                  </a:lnTo>
                  <a:lnTo>
                    <a:pt x="1115484" y="2090324"/>
                  </a:lnTo>
                  <a:lnTo>
                    <a:pt x="1023177" y="2105384"/>
                  </a:lnTo>
                  <a:lnTo>
                    <a:pt x="929473" y="2118487"/>
                  </a:lnTo>
                  <a:lnTo>
                    <a:pt x="837798" y="2129589"/>
                  </a:lnTo>
                  <a:lnTo>
                    <a:pt x="752264" y="2138651"/>
                  </a:lnTo>
                  <a:lnTo>
                    <a:pt x="677106" y="2145678"/>
                  </a:lnTo>
                  <a:lnTo>
                    <a:pt x="615906" y="2150766"/>
                  </a:lnTo>
                  <a:lnTo>
                    <a:pt x="570796" y="2154121"/>
                  </a:lnTo>
                  <a:lnTo>
                    <a:pt x="541891" y="2156054"/>
                  </a:lnTo>
                  <a:lnTo>
                    <a:pt x="527125" y="2156946"/>
                  </a:lnTo>
                  <a:lnTo>
                    <a:pt x="522438" y="2157203"/>
                  </a:lnTo>
                  <a:lnTo>
                    <a:pt x="522133" y="2157219"/>
                  </a:lnTo>
                  <a:lnTo>
                    <a:pt x="0" y="2157219"/>
                  </a:lnTo>
                  <a:lnTo>
                    <a:pt x="0" y="2157219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893" name="pg893"/>
            <p:cNvSpPr/>
            <p:nvPr/>
          </p:nvSpPr>
          <p:spPr>
            <a:xfrm>
              <a:off x="386606" y="1315430"/>
              <a:ext cx="8554953" cy="2688053"/>
            </a:xfrm>
            <a:custGeom>
              <a:avLst/>
              <a:pathLst>
                <a:path w="8554953" h="2688053">
                  <a:moveTo>
                    <a:pt x="0" y="2162866"/>
                  </a:moveTo>
                  <a:lnTo>
                    <a:pt x="522133" y="2162866"/>
                  </a:lnTo>
                  <a:lnTo>
                    <a:pt x="523330" y="2162804"/>
                  </a:lnTo>
                  <a:lnTo>
                    <a:pt x="531169" y="2162358"/>
                  </a:lnTo>
                  <a:lnTo>
                    <a:pt x="550804" y="2161127"/>
                  </a:lnTo>
                  <a:lnTo>
                    <a:pt x="585592" y="2158708"/>
                  </a:lnTo>
                  <a:lnTo>
                    <a:pt x="636797" y="2154742"/>
                  </a:lnTo>
                  <a:lnTo>
                    <a:pt x="703515" y="2148953"/>
                  </a:lnTo>
                  <a:lnTo>
                    <a:pt x="782992" y="2141177"/>
                  </a:lnTo>
                  <a:lnTo>
                    <a:pt x="871306" y="2131356"/>
                  </a:lnTo>
                  <a:lnTo>
                    <a:pt x="964185" y="2119506"/>
                  </a:lnTo>
                  <a:lnTo>
                    <a:pt x="1057723" y="2105674"/>
                  </a:lnTo>
                  <a:lnTo>
                    <a:pt x="1148830" y="2089892"/>
                  </a:lnTo>
                  <a:lnTo>
                    <a:pt x="1235401" y="2072144"/>
                  </a:lnTo>
                  <a:lnTo>
                    <a:pt x="1316262" y="2052338"/>
                  </a:lnTo>
                  <a:lnTo>
                    <a:pt x="1390999" y="2030303"/>
                  </a:lnTo>
                  <a:lnTo>
                    <a:pt x="1459761" y="2005782"/>
                  </a:lnTo>
                  <a:lnTo>
                    <a:pt x="1523070" y="1978441"/>
                  </a:lnTo>
                  <a:lnTo>
                    <a:pt x="1581674" y="1947879"/>
                  </a:lnTo>
                  <a:lnTo>
                    <a:pt x="1636431" y="1913657"/>
                  </a:lnTo>
                  <a:lnTo>
                    <a:pt x="1688231" y="1875342"/>
                  </a:lnTo>
                  <a:lnTo>
                    <a:pt x="1737916" y="1832583"/>
                  </a:lnTo>
                  <a:lnTo>
                    <a:pt x="1768425" y="1803329"/>
                  </a:lnTo>
                  <a:lnTo>
                    <a:pt x="1809521" y="1760406"/>
                  </a:lnTo>
                  <a:lnTo>
                    <a:pt x="1850222" y="1714023"/>
                  </a:lnTo>
                  <a:lnTo>
                    <a:pt x="1890816" y="1664113"/>
                  </a:lnTo>
                  <a:lnTo>
                    <a:pt x="1931521" y="1610677"/>
                  </a:lnTo>
                  <a:lnTo>
                    <a:pt x="1972495" y="1553794"/>
                  </a:lnTo>
                  <a:lnTo>
                    <a:pt x="2013840" y="1493628"/>
                  </a:lnTo>
                  <a:lnTo>
                    <a:pt x="2055606" y="1430429"/>
                  </a:lnTo>
                  <a:lnTo>
                    <a:pt x="2097800" y="1364537"/>
                  </a:lnTo>
                  <a:lnTo>
                    <a:pt x="2140388" y="1296373"/>
                  </a:lnTo>
                  <a:lnTo>
                    <a:pt x="2183303" y="1226435"/>
                  </a:lnTo>
                  <a:lnTo>
                    <a:pt x="2226452" y="1155281"/>
                  </a:lnTo>
                  <a:lnTo>
                    <a:pt x="2269720" y="1083511"/>
                  </a:lnTo>
                  <a:lnTo>
                    <a:pt x="2312988" y="1011747"/>
                  </a:lnTo>
                  <a:lnTo>
                    <a:pt x="2356132" y="940612"/>
                  </a:lnTo>
                  <a:lnTo>
                    <a:pt x="2399042" y="870705"/>
                  </a:lnTo>
                  <a:lnTo>
                    <a:pt x="2441622" y="802584"/>
                  </a:lnTo>
                  <a:lnTo>
                    <a:pt x="2483808" y="736743"/>
                  </a:lnTo>
                  <a:lnTo>
                    <a:pt x="2525565" y="673604"/>
                  </a:lnTo>
                  <a:lnTo>
                    <a:pt x="2566901" y="613504"/>
                  </a:lnTo>
                  <a:lnTo>
                    <a:pt x="2607868" y="556691"/>
                  </a:lnTo>
                  <a:lnTo>
                    <a:pt x="2648569" y="503328"/>
                  </a:lnTo>
                  <a:lnTo>
                    <a:pt x="2689163" y="453492"/>
                  </a:lnTo>
                  <a:lnTo>
                    <a:pt x="2729869" y="407181"/>
                  </a:lnTo>
                  <a:lnTo>
                    <a:pt x="2770117" y="365183"/>
                  </a:lnTo>
                  <a:lnTo>
                    <a:pt x="2818853" y="319540"/>
                  </a:lnTo>
                  <a:lnTo>
                    <a:pt x="2869229" y="278460"/>
                  </a:lnTo>
                  <a:lnTo>
                    <a:pt x="2922024" y="241710"/>
                  </a:lnTo>
                  <a:lnTo>
                    <a:pt x="2978104" y="208898"/>
                  </a:lnTo>
                  <a:lnTo>
                    <a:pt x="3038357" y="179580"/>
                  </a:lnTo>
                  <a:lnTo>
                    <a:pt x="3103610" y="153328"/>
                  </a:lnTo>
                  <a:lnTo>
                    <a:pt x="3174543" y="129764"/>
                  </a:lnTo>
                  <a:lnTo>
                    <a:pt x="3251559" y="108581"/>
                  </a:lnTo>
                  <a:lnTo>
                    <a:pt x="3334621" y="89554"/>
                  </a:lnTo>
                  <a:lnTo>
                    <a:pt x="3423058" y="72541"/>
                  </a:lnTo>
                  <a:lnTo>
                    <a:pt x="3515366" y="57481"/>
                  </a:lnTo>
                  <a:lnTo>
                    <a:pt x="3609069" y="44379"/>
                  </a:lnTo>
                  <a:lnTo>
                    <a:pt x="3700744" y="33276"/>
                  </a:lnTo>
                  <a:lnTo>
                    <a:pt x="3786278" y="24215"/>
                  </a:lnTo>
                  <a:lnTo>
                    <a:pt x="3861437" y="17188"/>
                  </a:lnTo>
                  <a:lnTo>
                    <a:pt x="3922636" y="12100"/>
                  </a:lnTo>
                  <a:lnTo>
                    <a:pt x="3967746" y="8745"/>
                  </a:lnTo>
                  <a:lnTo>
                    <a:pt x="3996651" y="6811"/>
                  </a:lnTo>
                  <a:lnTo>
                    <a:pt x="4011417" y="5919"/>
                  </a:lnTo>
                  <a:lnTo>
                    <a:pt x="4016105" y="5662"/>
                  </a:lnTo>
                  <a:lnTo>
                    <a:pt x="4016409" y="5647"/>
                  </a:lnTo>
                  <a:lnTo>
                    <a:pt x="4538543" y="5647"/>
                  </a:lnTo>
                  <a:lnTo>
                    <a:pt x="4539705" y="5722"/>
                  </a:lnTo>
                  <a:lnTo>
                    <a:pt x="4547315" y="6259"/>
                  </a:lnTo>
                  <a:lnTo>
                    <a:pt x="4566398" y="7742"/>
                  </a:lnTo>
                  <a:lnTo>
                    <a:pt x="4600259" y="10659"/>
                  </a:lnTo>
                  <a:lnTo>
                    <a:pt x="4650197" y="15444"/>
                  </a:lnTo>
                  <a:lnTo>
                    <a:pt x="4715429" y="22436"/>
                  </a:lnTo>
                  <a:lnTo>
                    <a:pt x="4793369" y="31840"/>
                  </a:lnTo>
                  <a:lnTo>
                    <a:pt x="4880264" y="43734"/>
                  </a:lnTo>
                  <a:lnTo>
                    <a:pt x="4971967" y="58104"/>
                  </a:lnTo>
                  <a:lnTo>
                    <a:pt x="5064636" y="74893"/>
                  </a:lnTo>
                  <a:lnTo>
                    <a:pt x="5155190" y="94058"/>
                  </a:lnTo>
                  <a:lnTo>
                    <a:pt x="5241482" y="115613"/>
                  </a:lnTo>
                  <a:lnTo>
                    <a:pt x="5322275" y="139656"/>
                  </a:lnTo>
                  <a:lnTo>
                    <a:pt x="5397086" y="166380"/>
                  </a:lnTo>
                  <a:lnTo>
                    <a:pt x="5465995" y="196081"/>
                  </a:lnTo>
                  <a:lnTo>
                    <a:pt x="5529467" y="229150"/>
                  </a:lnTo>
                  <a:lnTo>
                    <a:pt x="5588199" y="266057"/>
                  </a:lnTo>
                  <a:lnTo>
                    <a:pt x="5643012" y="307328"/>
                  </a:lnTo>
                  <a:lnTo>
                    <a:pt x="5694769" y="353494"/>
                  </a:lnTo>
                  <a:lnTo>
                    <a:pt x="5744301" y="405004"/>
                  </a:lnTo>
                  <a:lnTo>
                    <a:pt x="5784835" y="452714"/>
                  </a:lnTo>
                  <a:lnTo>
                    <a:pt x="5822854" y="501921"/>
                  </a:lnTo>
                  <a:lnTo>
                    <a:pt x="5860515" y="554797"/>
                  </a:lnTo>
                  <a:lnTo>
                    <a:pt x="5898052" y="611418"/>
                  </a:lnTo>
                  <a:lnTo>
                    <a:pt x="5935647" y="671796"/>
                  </a:lnTo>
                  <a:lnTo>
                    <a:pt x="5973438" y="735875"/>
                  </a:lnTo>
                  <a:lnTo>
                    <a:pt x="6011518" y="803521"/>
                  </a:lnTo>
                  <a:lnTo>
                    <a:pt x="6049944" y="874526"/>
                  </a:lnTo>
                  <a:lnTo>
                    <a:pt x="6088739" y="948597"/>
                  </a:lnTo>
                  <a:lnTo>
                    <a:pt x="6127892" y="1025365"/>
                  </a:lnTo>
                  <a:lnTo>
                    <a:pt x="6167367" y="1104386"/>
                  </a:lnTo>
                  <a:lnTo>
                    <a:pt x="6207104" y="1185153"/>
                  </a:lnTo>
                  <a:lnTo>
                    <a:pt x="6247025" y="1267107"/>
                  </a:lnTo>
                  <a:lnTo>
                    <a:pt x="6287039" y="1349653"/>
                  </a:lnTo>
                  <a:lnTo>
                    <a:pt x="6327050" y="1432179"/>
                  </a:lnTo>
                  <a:lnTo>
                    <a:pt x="6366961" y="1514071"/>
                  </a:lnTo>
                  <a:lnTo>
                    <a:pt x="6406682" y="1594737"/>
                  </a:lnTo>
                  <a:lnTo>
                    <a:pt x="6446137" y="1673620"/>
                  </a:lnTo>
                  <a:lnTo>
                    <a:pt x="6485267" y="1750218"/>
                  </a:lnTo>
                  <a:lnTo>
                    <a:pt x="6524037" y="1824092"/>
                  </a:lnTo>
                  <a:lnTo>
                    <a:pt x="6562438" y="1894877"/>
                  </a:lnTo>
                  <a:lnTo>
                    <a:pt x="6600497" y="1962288"/>
                  </a:lnTo>
                  <a:lnTo>
                    <a:pt x="6638271" y="2026118"/>
                  </a:lnTo>
                  <a:lnTo>
                    <a:pt x="6675857" y="2086242"/>
                  </a:lnTo>
                  <a:lnTo>
                    <a:pt x="6713397" y="2142608"/>
                  </a:lnTo>
                  <a:lnTo>
                    <a:pt x="6751074" y="2195233"/>
                  </a:lnTo>
                  <a:lnTo>
                    <a:pt x="6786527" y="2240985"/>
                  </a:lnTo>
                  <a:lnTo>
                    <a:pt x="6834757" y="2297189"/>
                  </a:lnTo>
                  <a:lnTo>
                    <a:pt x="6884588" y="2347833"/>
                  </a:lnTo>
                  <a:lnTo>
                    <a:pt x="6936770" y="2393193"/>
                  </a:lnTo>
                  <a:lnTo>
                    <a:pt x="6992145" y="2433740"/>
                  </a:lnTo>
                  <a:lnTo>
                    <a:pt x="7051572" y="2470008"/>
                  </a:lnTo>
                  <a:lnTo>
                    <a:pt x="7115859" y="2502516"/>
                  </a:lnTo>
                  <a:lnTo>
                    <a:pt x="7185677" y="2531724"/>
                  </a:lnTo>
                  <a:lnTo>
                    <a:pt x="7261438" y="2558008"/>
                  </a:lnTo>
                  <a:lnTo>
                    <a:pt x="7343148" y="2581648"/>
                  </a:lnTo>
                  <a:lnTo>
                    <a:pt x="7430216" y="2602822"/>
                  </a:lnTo>
                  <a:lnTo>
                    <a:pt x="7521270" y="2621613"/>
                  </a:lnTo>
                  <a:lnTo>
                    <a:pt x="7614015" y="2638025"/>
                  </a:lnTo>
                  <a:lnTo>
                    <a:pt x="7705229" y="2652007"/>
                  </a:lnTo>
                  <a:lnTo>
                    <a:pt x="7790986" y="2663508"/>
                  </a:lnTo>
                  <a:lnTo>
                    <a:pt x="7867150" y="2672523"/>
                  </a:lnTo>
                  <a:lnTo>
                    <a:pt x="7930101" y="2679150"/>
                  </a:lnTo>
                  <a:lnTo>
                    <a:pt x="7977504" y="2683615"/>
                  </a:lnTo>
                  <a:lnTo>
                    <a:pt x="8008893" y="2686274"/>
                  </a:lnTo>
                  <a:lnTo>
                    <a:pt x="8025900" y="2687576"/>
                  </a:lnTo>
                  <a:lnTo>
                    <a:pt x="8032119" y="2688008"/>
                  </a:lnTo>
                  <a:lnTo>
                    <a:pt x="8032819" y="2688053"/>
                  </a:lnTo>
                  <a:lnTo>
                    <a:pt x="8554953" y="2688053"/>
                  </a:lnTo>
                  <a:lnTo>
                    <a:pt x="8554953" y="2682406"/>
                  </a:lnTo>
                  <a:lnTo>
                    <a:pt x="8032819" y="2682406"/>
                  </a:lnTo>
                  <a:lnTo>
                    <a:pt x="8031657" y="2682331"/>
                  </a:lnTo>
                  <a:lnTo>
                    <a:pt x="8024047" y="2681794"/>
                  </a:lnTo>
                  <a:lnTo>
                    <a:pt x="8004963" y="2680310"/>
                  </a:lnTo>
                  <a:lnTo>
                    <a:pt x="7971103" y="2677394"/>
                  </a:lnTo>
                  <a:lnTo>
                    <a:pt x="7921165" y="2672608"/>
                  </a:lnTo>
                  <a:lnTo>
                    <a:pt x="7855933" y="2665617"/>
                  </a:lnTo>
                  <a:lnTo>
                    <a:pt x="7777993" y="2656213"/>
                  </a:lnTo>
                  <a:lnTo>
                    <a:pt x="7691098" y="2644319"/>
                  </a:lnTo>
                  <a:lnTo>
                    <a:pt x="7599395" y="2629949"/>
                  </a:lnTo>
                  <a:lnTo>
                    <a:pt x="7506725" y="2613160"/>
                  </a:lnTo>
                  <a:lnTo>
                    <a:pt x="7416172" y="2593994"/>
                  </a:lnTo>
                  <a:lnTo>
                    <a:pt x="7329880" y="2572439"/>
                  </a:lnTo>
                  <a:lnTo>
                    <a:pt x="7249087" y="2548397"/>
                  </a:lnTo>
                  <a:lnTo>
                    <a:pt x="7174276" y="2521673"/>
                  </a:lnTo>
                  <a:lnTo>
                    <a:pt x="7105367" y="2491972"/>
                  </a:lnTo>
                  <a:lnTo>
                    <a:pt x="7041895" y="2458903"/>
                  </a:lnTo>
                  <a:lnTo>
                    <a:pt x="6983163" y="2421995"/>
                  </a:lnTo>
                  <a:lnTo>
                    <a:pt x="6928350" y="2380724"/>
                  </a:lnTo>
                  <a:lnTo>
                    <a:pt x="6876593" y="2334559"/>
                  </a:lnTo>
                  <a:lnTo>
                    <a:pt x="6827061" y="2283049"/>
                  </a:lnTo>
                  <a:lnTo>
                    <a:pt x="6786527" y="2235338"/>
                  </a:lnTo>
                  <a:lnTo>
                    <a:pt x="6748508" y="2186132"/>
                  </a:lnTo>
                  <a:lnTo>
                    <a:pt x="6710847" y="2133255"/>
                  </a:lnTo>
                  <a:lnTo>
                    <a:pt x="6673310" y="2076634"/>
                  </a:lnTo>
                  <a:lnTo>
                    <a:pt x="6635715" y="2016256"/>
                  </a:lnTo>
                  <a:lnTo>
                    <a:pt x="6597924" y="1952178"/>
                  </a:lnTo>
                  <a:lnTo>
                    <a:pt x="6559844" y="1884531"/>
                  </a:lnTo>
                  <a:lnTo>
                    <a:pt x="6521418" y="1813526"/>
                  </a:lnTo>
                  <a:lnTo>
                    <a:pt x="6482623" y="1739455"/>
                  </a:lnTo>
                  <a:lnTo>
                    <a:pt x="6443470" y="1662688"/>
                  </a:lnTo>
                  <a:lnTo>
                    <a:pt x="6403994" y="1583667"/>
                  </a:lnTo>
                  <a:lnTo>
                    <a:pt x="6364258" y="1502900"/>
                  </a:lnTo>
                  <a:lnTo>
                    <a:pt x="6324337" y="1420945"/>
                  </a:lnTo>
                  <a:lnTo>
                    <a:pt x="6284323" y="1338399"/>
                  </a:lnTo>
                  <a:lnTo>
                    <a:pt x="6244312" y="1255873"/>
                  </a:lnTo>
                  <a:lnTo>
                    <a:pt x="6204401" y="1173981"/>
                  </a:lnTo>
                  <a:lnTo>
                    <a:pt x="6164680" y="1093316"/>
                  </a:lnTo>
                  <a:lnTo>
                    <a:pt x="6125225" y="1014432"/>
                  </a:lnTo>
                  <a:lnTo>
                    <a:pt x="6086095" y="937834"/>
                  </a:lnTo>
                  <a:lnTo>
                    <a:pt x="6047325" y="863960"/>
                  </a:lnTo>
                  <a:lnTo>
                    <a:pt x="6008924" y="793175"/>
                  </a:lnTo>
                  <a:lnTo>
                    <a:pt x="5970865" y="725765"/>
                  </a:lnTo>
                  <a:lnTo>
                    <a:pt x="5933091" y="661934"/>
                  </a:lnTo>
                  <a:lnTo>
                    <a:pt x="5895505" y="601810"/>
                  </a:lnTo>
                  <a:lnTo>
                    <a:pt x="5857965" y="545444"/>
                  </a:lnTo>
                  <a:lnTo>
                    <a:pt x="5820288" y="492820"/>
                  </a:lnTo>
                  <a:lnTo>
                    <a:pt x="5784835" y="447067"/>
                  </a:lnTo>
                  <a:lnTo>
                    <a:pt x="5736605" y="390864"/>
                  </a:lnTo>
                  <a:lnTo>
                    <a:pt x="5686774" y="340220"/>
                  </a:lnTo>
                  <a:lnTo>
                    <a:pt x="5634592" y="294860"/>
                  </a:lnTo>
                  <a:lnTo>
                    <a:pt x="5579217" y="254313"/>
                  </a:lnTo>
                  <a:lnTo>
                    <a:pt x="5519790" y="218044"/>
                  </a:lnTo>
                  <a:lnTo>
                    <a:pt x="5455503" y="185536"/>
                  </a:lnTo>
                  <a:lnTo>
                    <a:pt x="5385685" y="156328"/>
                  </a:lnTo>
                  <a:lnTo>
                    <a:pt x="5309924" y="130044"/>
                  </a:lnTo>
                  <a:lnTo>
                    <a:pt x="5228214" y="106405"/>
                  </a:lnTo>
                  <a:lnTo>
                    <a:pt x="5141146" y="85231"/>
                  </a:lnTo>
                  <a:lnTo>
                    <a:pt x="5050092" y="66439"/>
                  </a:lnTo>
                  <a:lnTo>
                    <a:pt x="4957347" y="50028"/>
                  </a:lnTo>
                  <a:lnTo>
                    <a:pt x="4866133" y="36045"/>
                  </a:lnTo>
                  <a:lnTo>
                    <a:pt x="4780376" y="24544"/>
                  </a:lnTo>
                  <a:lnTo>
                    <a:pt x="4704212" y="15529"/>
                  </a:lnTo>
                  <a:lnTo>
                    <a:pt x="4641261" y="8903"/>
                  </a:lnTo>
                  <a:lnTo>
                    <a:pt x="4593858" y="4438"/>
                  </a:lnTo>
                  <a:lnTo>
                    <a:pt x="4562469" y="1778"/>
                  </a:lnTo>
                  <a:lnTo>
                    <a:pt x="4545462" y="476"/>
                  </a:lnTo>
                  <a:lnTo>
                    <a:pt x="4539243" y="44"/>
                  </a:lnTo>
                  <a:lnTo>
                    <a:pt x="4538543" y="0"/>
                  </a:lnTo>
                  <a:lnTo>
                    <a:pt x="4016409" y="0"/>
                  </a:lnTo>
                  <a:lnTo>
                    <a:pt x="4015212" y="62"/>
                  </a:lnTo>
                  <a:lnTo>
                    <a:pt x="4007374" y="507"/>
                  </a:lnTo>
                  <a:lnTo>
                    <a:pt x="3987738" y="1738"/>
                  </a:lnTo>
                  <a:lnTo>
                    <a:pt x="3952950" y="4157"/>
                  </a:lnTo>
                  <a:lnTo>
                    <a:pt x="3901745" y="8124"/>
                  </a:lnTo>
                  <a:lnTo>
                    <a:pt x="3835028" y="13913"/>
                  </a:lnTo>
                  <a:lnTo>
                    <a:pt x="3755551" y="21688"/>
                  </a:lnTo>
                  <a:lnTo>
                    <a:pt x="3667236" y="31510"/>
                  </a:lnTo>
                  <a:lnTo>
                    <a:pt x="3574357" y="43360"/>
                  </a:lnTo>
                  <a:lnTo>
                    <a:pt x="3480820" y="57192"/>
                  </a:lnTo>
                  <a:lnTo>
                    <a:pt x="3389712" y="72973"/>
                  </a:lnTo>
                  <a:lnTo>
                    <a:pt x="3303141" y="90722"/>
                  </a:lnTo>
                  <a:lnTo>
                    <a:pt x="3222281" y="110527"/>
                  </a:lnTo>
                  <a:lnTo>
                    <a:pt x="3147544" y="132562"/>
                  </a:lnTo>
                  <a:lnTo>
                    <a:pt x="3078782" y="157083"/>
                  </a:lnTo>
                  <a:lnTo>
                    <a:pt x="3015472" y="184425"/>
                  </a:lnTo>
                  <a:lnTo>
                    <a:pt x="2956869" y="214986"/>
                  </a:lnTo>
                  <a:lnTo>
                    <a:pt x="2902111" y="249208"/>
                  </a:lnTo>
                  <a:lnTo>
                    <a:pt x="2850311" y="287524"/>
                  </a:lnTo>
                  <a:lnTo>
                    <a:pt x="2800626" y="330282"/>
                  </a:lnTo>
                  <a:lnTo>
                    <a:pt x="2770117" y="359536"/>
                  </a:lnTo>
                  <a:lnTo>
                    <a:pt x="2729021" y="402460"/>
                  </a:lnTo>
                  <a:lnTo>
                    <a:pt x="2688320" y="448843"/>
                  </a:lnTo>
                  <a:lnTo>
                    <a:pt x="2647726" y="498753"/>
                  </a:lnTo>
                  <a:lnTo>
                    <a:pt x="2607021" y="552189"/>
                  </a:lnTo>
                  <a:lnTo>
                    <a:pt x="2566047" y="609071"/>
                  </a:lnTo>
                  <a:lnTo>
                    <a:pt x="2524703" y="669238"/>
                  </a:lnTo>
                  <a:lnTo>
                    <a:pt x="2482937" y="732436"/>
                  </a:lnTo>
                  <a:lnTo>
                    <a:pt x="2440743" y="798329"/>
                  </a:lnTo>
                  <a:lnTo>
                    <a:pt x="2398154" y="866492"/>
                  </a:lnTo>
                  <a:lnTo>
                    <a:pt x="2355239" y="936430"/>
                  </a:lnTo>
                  <a:lnTo>
                    <a:pt x="2312091" y="1007584"/>
                  </a:lnTo>
                  <a:lnTo>
                    <a:pt x="2268822" y="1079355"/>
                  </a:lnTo>
                  <a:lnTo>
                    <a:pt x="2225555" y="1151119"/>
                  </a:lnTo>
                  <a:lnTo>
                    <a:pt x="2182410" y="1222254"/>
                  </a:lnTo>
                  <a:lnTo>
                    <a:pt x="2139501" y="1292160"/>
                  </a:lnTo>
                  <a:lnTo>
                    <a:pt x="2096920" y="1360282"/>
                  </a:lnTo>
                  <a:lnTo>
                    <a:pt x="2054734" y="1426122"/>
                  </a:lnTo>
                  <a:lnTo>
                    <a:pt x="2012977" y="1489261"/>
                  </a:lnTo>
                  <a:lnTo>
                    <a:pt x="1971642" y="1549362"/>
                  </a:lnTo>
                  <a:lnTo>
                    <a:pt x="1930674" y="1606174"/>
                  </a:lnTo>
                  <a:lnTo>
                    <a:pt x="1889973" y="1659537"/>
                  </a:lnTo>
                  <a:lnTo>
                    <a:pt x="1849379" y="1709374"/>
                  </a:lnTo>
                  <a:lnTo>
                    <a:pt x="1808673" y="1755684"/>
                  </a:lnTo>
                  <a:lnTo>
                    <a:pt x="1768425" y="1797682"/>
                  </a:lnTo>
                  <a:lnTo>
                    <a:pt x="1719689" y="1843325"/>
                  </a:lnTo>
                  <a:lnTo>
                    <a:pt x="1669313" y="1884406"/>
                  </a:lnTo>
                  <a:lnTo>
                    <a:pt x="1616518" y="1921156"/>
                  </a:lnTo>
                  <a:lnTo>
                    <a:pt x="1560438" y="1953968"/>
                  </a:lnTo>
                  <a:lnTo>
                    <a:pt x="1500186" y="1983286"/>
                  </a:lnTo>
                  <a:lnTo>
                    <a:pt x="1434932" y="2009538"/>
                  </a:lnTo>
                  <a:lnTo>
                    <a:pt x="1363999" y="2033102"/>
                  </a:lnTo>
                  <a:lnTo>
                    <a:pt x="1286984" y="2054285"/>
                  </a:lnTo>
                  <a:lnTo>
                    <a:pt x="1203921" y="2073312"/>
                  </a:lnTo>
                  <a:lnTo>
                    <a:pt x="1115484" y="2090324"/>
                  </a:lnTo>
                  <a:lnTo>
                    <a:pt x="1023177" y="2105384"/>
                  </a:lnTo>
                  <a:lnTo>
                    <a:pt x="929473" y="2118487"/>
                  </a:lnTo>
                  <a:lnTo>
                    <a:pt x="837798" y="2129589"/>
                  </a:lnTo>
                  <a:lnTo>
                    <a:pt x="752264" y="2138651"/>
                  </a:lnTo>
                  <a:lnTo>
                    <a:pt x="677106" y="2145678"/>
                  </a:lnTo>
                  <a:lnTo>
                    <a:pt x="615906" y="2150766"/>
                  </a:lnTo>
                  <a:lnTo>
                    <a:pt x="570796" y="2154121"/>
                  </a:lnTo>
                  <a:lnTo>
                    <a:pt x="541891" y="2156054"/>
                  </a:lnTo>
                  <a:lnTo>
                    <a:pt x="527125" y="2156946"/>
                  </a:lnTo>
                  <a:lnTo>
                    <a:pt x="522438" y="2157203"/>
                  </a:lnTo>
                  <a:lnTo>
                    <a:pt x="522133" y="2157219"/>
                  </a:lnTo>
                  <a:lnTo>
                    <a:pt x="0" y="2157219"/>
                  </a:lnTo>
                  <a:close/>
                </a:path>
              </a:pathLst>
            </a:custGeom>
            <a:solidFill>
              <a:srgbClr val="F28E5B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894" name="pl894"/>
            <p:cNvSpPr/>
            <p:nvPr/>
          </p:nvSpPr>
          <p:spPr>
            <a:xfrm>
              <a:off x="386606" y="1321077"/>
              <a:ext cx="8554953" cy="2682406"/>
            </a:xfrm>
            <a:custGeom>
              <a:avLst/>
              <a:pathLst>
                <a:path w="8554953" h="2682406">
                  <a:moveTo>
                    <a:pt x="0" y="2157219"/>
                  </a:moveTo>
                  <a:lnTo>
                    <a:pt x="522133" y="2157219"/>
                  </a:lnTo>
                  <a:lnTo>
                    <a:pt x="523330" y="2157156"/>
                  </a:lnTo>
                  <a:lnTo>
                    <a:pt x="531169" y="2156711"/>
                  </a:lnTo>
                  <a:lnTo>
                    <a:pt x="550804" y="2155480"/>
                  </a:lnTo>
                  <a:lnTo>
                    <a:pt x="585592" y="2153061"/>
                  </a:lnTo>
                  <a:lnTo>
                    <a:pt x="636797" y="2149094"/>
                  </a:lnTo>
                  <a:lnTo>
                    <a:pt x="703515" y="2143306"/>
                  </a:lnTo>
                  <a:lnTo>
                    <a:pt x="782992" y="2135530"/>
                  </a:lnTo>
                  <a:lnTo>
                    <a:pt x="871306" y="2125709"/>
                  </a:lnTo>
                  <a:lnTo>
                    <a:pt x="964185" y="2113858"/>
                  </a:lnTo>
                  <a:lnTo>
                    <a:pt x="1057723" y="2100027"/>
                  </a:lnTo>
                  <a:lnTo>
                    <a:pt x="1148830" y="2084245"/>
                  </a:lnTo>
                  <a:lnTo>
                    <a:pt x="1235401" y="2066497"/>
                  </a:lnTo>
                  <a:lnTo>
                    <a:pt x="1316262" y="2046691"/>
                  </a:lnTo>
                  <a:lnTo>
                    <a:pt x="1390999" y="2024656"/>
                  </a:lnTo>
                  <a:lnTo>
                    <a:pt x="1459761" y="2000135"/>
                  </a:lnTo>
                  <a:lnTo>
                    <a:pt x="1523070" y="1972794"/>
                  </a:lnTo>
                  <a:lnTo>
                    <a:pt x="1581674" y="1942232"/>
                  </a:lnTo>
                  <a:lnTo>
                    <a:pt x="1636431" y="1908010"/>
                  </a:lnTo>
                  <a:lnTo>
                    <a:pt x="1688231" y="1869695"/>
                  </a:lnTo>
                  <a:lnTo>
                    <a:pt x="1737916" y="1826936"/>
                  </a:lnTo>
                  <a:lnTo>
                    <a:pt x="1768425" y="1797682"/>
                  </a:lnTo>
                  <a:lnTo>
                    <a:pt x="1809521" y="1754758"/>
                  </a:lnTo>
                  <a:lnTo>
                    <a:pt x="1850222" y="1708376"/>
                  </a:lnTo>
                  <a:lnTo>
                    <a:pt x="1890816" y="1658466"/>
                  </a:lnTo>
                  <a:lnTo>
                    <a:pt x="1931521" y="1605030"/>
                  </a:lnTo>
                  <a:lnTo>
                    <a:pt x="1972495" y="1548147"/>
                  </a:lnTo>
                  <a:lnTo>
                    <a:pt x="2013840" y="1487981"/>
                  </a:lnTo>
                  <a:lnTo>
                    <a:pt x="2055606" y="1424782"/>
                  </a:lnTo>
                  <a:lnTo>
                    <a:pt x="2097800" y="1358890"/>
                  </a:lnTo>
                  <a:lnTo>
                    <a:pt x="2140388" y="1290726"/>
                  </a:lnTo>
                  <a:lnTo>
                    <a:pt x="2183303" y="1220788"/>
                  </a:lnTo>
                  <a:lnTo>
                    <a:pt x="2226452" y="1149634"/>
                  </a:lnTo>
                  <a:lnTo>
                    <a:pt x="2269720" y="1077863"/>
                  </a:lnTo>
                  <a:lnTo>
                    <a:pt x="2312988" y="1006099"/>
                  </a:lnTo>
                  <a:lnTo>
                    <a:pt x="2356132" y="934964"/>
                  </a:lnTo>
                  <a:lnTo>
                    <a:pt x="2399042" y="865058"/>
                  </a:lnTo>
                  <a:lnTo>
                    <a:pt x="2441622" y="796937"/>
                  </a:lnTo>
                  <a:lnTo>
                    <a:pt x="2483808" y="731096"/>
                  </a:lnTo>
                  <a:lnTo>
                    <a:pt x="2525565" y="667957"/>
                  </a:lnTo>
                  <a:lnTo>
                    <a:pt x="2566901" y="607857"/>
                  </a:lnTo>
                  <a:lnTo>
                    <a:pt x="2607868" y="551044"/>
                  </a:lnTo>
                  <a:lnTo>
                    <a:pt x="2648569" y="497681"/>
                  </a:lnTo>
                  <a:lnTo>
                    <a:pt x="2689163" y="447844"/>
                  </a:lnTo>
                  <a:lnTo>
                    <a:pt x="2729869" y="401534"/>
                  </a:lnTo>
                  <a:lnTo>
                    <a:pt x="2770117" y="359536"/>
                  </a:lnTo>
                  <a:lnTo>
                    <a:pt x="2818853" y="313893"/>
                  </a:lnTo>
                  <a:lnTo>
                    <a:pt x="2869229" y="272813"/>
                  </a:lnTo>
                  <a:lnTo>
                    <a:pt x="2922024" y="236063"/>
                  </a:lnTo>
                  <a:lnTo>
                    <a:pt x="2978104" y="203250"/>
                  </a:lnTo>
                  <a:lnTo>
                    <a:pt x="3038357" y="173933"/>
                  </a:lnTo>
                  <a:lnTo>
                    <a:pt x="3103610" y="147681"/>
                  </a:lnTo>
                  <a:lnTo>
                    <a:pt x="3174543" y="124117"/>
                  </a:lnTo>
                  <a:lnTo>
                    <a:pt x="3251559" y="102934"/>
                  </a:lnTo>
                  <a:lnTo>
                    <a:pt x="3334621" y="83907"/>
                  </a:lnTo>
                  <a:lnTo>
                    <a:pt x="3423058" y="66894"/>
                  </a:lnTo>
                  <a:lnTo>
                    <a:pt x="3515366" y="51834"/>
                  </a:lnTo>
                  <a:lnTo>
                    <a:pt x="3609069" y="38732"/>
                  </a:lnTo>
                  <a:lnTo>
                    <a:pt x="3700744" y="27629"/>
                  </a:lnTo>
                  <a:lnTo>
                    <a:pt x="3786278" y="18567"/>
                  </a:lnTo>
                  <a:lnTo>
                    <a:pt x="3861437" y="11541"/>
                  </a:lnTo>
                  <a:lnTo>
                    <a:pt x="3922636" y="6453"/>
                  </a:lnTo>
                  <a:lnTo>
                    <a:pt x="3967746" y="3097"/>
                  </a:lnTo>
                  <a:lnTo>
                    <a:pt x="3996651" y="1164"/>
                  </a:lnTo>
                  <a:lnTo>
                    <a:pt x="4011417" y="272"/>
                  </a:lnTo>
                  <a:lnTo>
                    <a:pt x="4016105" y="15"/>
                  </a:lnTo>
                  <a:lnTo>
                    <a:pt x="4016409" y="0"/>
                  </a:lnTo>
                  <a:lnTo>
                    <a:pt x="4538543" y="0"/>
                  </a:lnTo>
                  <a:lnTo>
                    <a:pt x="4539705" y="75"/>
                  </a:lnTo>
                  <a:lnTo>
                    <a:pt x="4547315" y="611"/>
                  </a:lnTo>
                  <a:lnTo>
                    <a:pt x="4566398" y="2095"/>
                  </a:lnTo>
                  <a:lnTo>
                    <a:pt x="4600259" y="5012"/>
                  </a:lnTo>
                  <a:lnTo>
                    <a:pt x="4650197" y="9797"/>
                  </a:lnTo>
                  <a:lnTo>
                    <a:pt x="4715429" y="16789"/>
                  </a:lnTo>
                  <a:lnTo>
                    <a:pt x="4793369" y="26192"/>
                  </a:lnTo>
                  <a:lnTo>
                    <a:pt x="4880264" y="38087"/>
                  </a:lnTo>
                  <a:lnTo>
                    <a:pt x="4971967" y="52456"/>
                  </a:lnTo>
                  <a:lnTo>
                    <a:pt x="5064636" y="69246"/>
                  </a:lnTo>
                  <a:lnTo>
                    <a:pt x="5155190" y="88411"/>
                  </a:lnTo>
                  <a:lnTo>
                    <a:pt x="5241482" y="109966"/>
                  </a:lnTo>
                  <a:lnTo>
                    <a:pt x="5322275" y="134008"/>
                  </a:lnTo>
                  <a:lnTo>
                    <a:pt x="5397086" y="160732"/>
                  </a:lnTo>
                  <a:lnTo>
                    <a:pt x="5465995" y="190434"/>
                  </a:lnTo>
                  <a:lnTo>
                    <a:pt x="5529467" y="223502"/>
                  </a:lnTo>
                  <a:lnTo>
                    <a:pt x="5588199" y="260410"/>
                  </a:lnTo>
                  <a:lnTo>
                    <a:pt x="5643012" y="301681"/>
                  </a:lnTo>
                  <a:lnTo>
                    <a:pt x="5694769" y="347847"/>
                  </a:lnTo>
                  <a:lnTo>
                    <a:pt x="5744301" y="399357"/>
                  </a:lnTo>
                  <a:lnTo>
                    <a:pt x="5784835" y="447067"/>
                  </a:lnTo>
                  <a:lnTo>
                    <a:pt x="5822854" y="496273"/>
                  </a:lnTo>
                  <a:lnTo>
                    <a:pt x="5860515" y="549150"/>
                  </a:lnTo>
                  <a:lnTo>
                    <a:pt x="5898052" y="605771"/>
                  </a:lnTo>
                  <a:lnTo>
                    <a:pt x="5935647" y="666149"/>
                  </a:lnTo>
                  <a:lnTo>
                    <a:pt x="5973438" y="730227"/>
                  </a:lnTo>
                  <a:lnTo>
                    <a:pt x="6011518" y="797874"/>
                  </a:lnTo>
                  <a:lnTo>
                    <a:pt x="6049944" y="868879"/>
                  </a:lnTo>
                  <a:lnTo>
                    <a:pt x="6088739" y="942950"/>
                  </a:lnTo>
                  <a:lnTo>
                    <a:pt x="6127892" y="1019718"/>
                  </a:lnTo>
                  <a:lnTo>
                    <a:pt x="6167367" y="1098739"/>
                  </a:lnTo>
                  <a:lnTo>
                    <a:pt x="6207104" y="1179506"/>
                  </a:lnTo>
                  <a:lnTo>
                    <a:pt x="6247025" y="1261460"/>
                  </a:lnTo>
                  <a:lnTo>
                    <a:pt x="6287039" y="1344006"/>
                  </a:lnTo>
                  <a:lnTo>
                    <a:pt x="6327050" y="1426532"/>
                  </a:lnTo>
                  <a:lnTo>
                    <a:pt x="6366961" y="1508424"/>
                  </a:lnTo>
                  <a:lnTo>
                    <a:pt x="6406682" y="1589090"/>
                  </a:lnTo>
                  <a:lnTo>
                    <a:pt x="6446137" y="1667973"/>
                  </a:lnTo>
                  <a:lnTo>
                    <a:pt x="6485267" y="1744571"/>
                  </a:lnTo>
                  <a:lnTo>
                    <a:pt x="6524037" y="1818445"/>
                  </a:lnTo>
                  <a:lnTo>
                    <a:pt x="6562438" y="1889230"/>
                  </a:lnTo>
                  <a:lnTo>
                    <a:pt x="6600497" y="1956641"/>
                  </a:lnTo>
                  <a:lnTo>
                    <a:pt x="6638271" y="2020471"/>
                  </a:lnTo>
                  <a:lnTo>
                    <a:pt x="6675857" y="2080595"/>
                  </a:lnTo>
                  <a:lnTo>
                    <a:pt x="6713397" y="2136961"/>
                  </a:lnTo>
                  <a:lnTo>
                    <a:pt x="6751074" y="2189586"/>
                  </a:lnTo>
                  <a:lnTo>
                    <a:pt x="6786527" y="2235338"/>
                  </a:lnTo>
                  <a:lnTo>
                    <a:pt x="6834757" y="2291542"/>
                  </a:lnTo>
                  <a:lnTo>
                    <a:pt x="6884588" y="2342185"/>
                  </a:lnTo>
                  <a:lnTo>
                    <a:pt x="6936770" y="2387546"/>
                  </a:lnTo>
                  <a:lnTo>
                    <a:pt x="6992145" y="2428093"/>
                  </a:lnTo>
                  <a:lnTo>
                    <a:pt x="7051572" y="2464361"/>
                  </a:lnTo>
                  <a:lnTo>
                    <a:pt x="7115859" y="2496869"/>
                  </a:lnTo>
                  <a:lnTo>
                    <a:pt x="7185677" y="2526077"/>
                  </a:lnTo>
                  <a:lnTo>
                    <a:pt x="7261438" y="2552361"/>
                  </a:lnTo>
                  <a:lnTo>
                    <a:pt x="7343148" y="2576001"/>
                  </a:lnTo>
                  <a:lnTo>
                    <a:pt x="7430216" y="2597175"/>
                  </a:lnTo>
                  <a:lnTo>
                    <a:pt x="7521270" y="2615966"/>
                  </a:lnTo>
                  <a:lnTo>
                    <a:pt x="7614015" y="2632378"/>
                  </a:lnTo>
                  <a:lnTo>
                    <a:pt x="7705229" y="2646360"/>
                  </a:lnTo>
                  <a:lnTo>
                    <a:pt x="7790986" y="2657861"/>
                  </a:lnTo>
                  <a:lnTo>
                    <a:pt x="7867150" y="2666876"/>
                  </a:lnTo>
                  <a:lnTo>
                    <a:pt x="7930101" y="2673502"/>
                  </a:lnTo>
                  <a:lnTo>
                    <a:pt x="7977504" y="2677968"/>
                  </a:lnTo>
                  <a:lnTo>
                    <a:pt x="8008893" y="2680627"/>
                  </a:lnTo>
                  <a:lnTo>
                    <a:pt x="8025900" y="2681929"/>
                  </a:lnTo>
                  <a:lnTo>
                    <a:pt x="8032119" y="2682361"/>
                  </a:lnTo>
                  <a:lnTo>
                    <a:pt x="8032819" y="2682406"/>
                  </a:lnTo>
                  <a:lnTo>
                    <a:pt x="8554953" y="2682406"/>
                  </a:lnTo>
                  <a:lnTo>
                    <a:pt x="8554953" y="2682406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895" name="pl895"/>
            <p:cNvSpPr/>
            <p:nvPr/>
          </p:nvSpPr>
          <p:spPr>
            <a:xfrm>
              <a:off x="386606" y="1315430"/>
              <a:ext cx="8554953" cy="2682406"/>
            </a:xfrm>
            <a:custGeom>
              <a:avLst/>
              <a:pathLst>
                <a:path w="8554953" h="2682406">
                  <a:moveTo>
                    <a:pt x="8554953" y="2682406"/>
                  </a:moveTo>
                  <a:lnTo>
                    <a:pt x="8032819" y="2682406"/>
                  </a:lnTo>
                  <a:lnTo>
                    <a:pt x="8031657" y="2682331"/>
                  </a:lnTo>
                  <a:lnTo>
                    <a:pt x="8024047" y="2681794"/>
                  </a:lnTo>
                  <a:lnTo>
                    <a:pt x="8004963" y="2680310"/>
                  </a:lnTo>
                  <a:lnTo>
                    <a:pt x="7971103" y="2677394"/>
                  </a:lnTo>
                  <a:lnTo>
                    <a:pt x="7921165" y="2672608"/>
                  </a:lnTo>
                  <a:lnTo>
                    <a:pt x="7855933" y="2665617"/>
                  </a:lnTo>
                  <a:lnTo>
                    <a:pt x="7777993" y="2656213"/>
                  </a:lnTo>
                  <a:lnTo>
                    <a:pt x="7691098" y="2644319"/>
                  </a:lnTo>
                  <a:lnTo>
                    <a:pt x="7599395" y="2629949"/>
                  </a:lnTo>
                  <a:lnTo>
                    <a:pt x="7506725" y="2613160"/>
                  </a:lnTo>
                  <a:lnTo>
                    <a:pt x="7416172" y="2593994"/>
                  </a:lnTo>
                  <a:lnTo>
                    <a:pt x="7329880" y="2572439"/>
                  </a:lnTo>
                  <a:lnTo>
                    <a:pt x="7249087" y="2548397"/>
                  </a:lnTo>
                  <a:lnTo>
                    <a:pt x="7174276" y="2521673"/>
                  </a:lnTo>
                  <a:lnTo>
                    <a:pt x="7105367" y="2491972"/>
                  </a:lnTo>
                  <a:lnTo>
                    <a:pt x="7041895" y="2458903"/>
                  </a:lnTo>
                  <a:lnTo>
                    <a:pt x="6983163" y="2421995"/>
                  </a:lnTo>
                  <a:lnTo>
                    <a:pt x="6928350" y="2380724"/>
                  </a:lnTo>
                  <a:lnTo>
                    <a:pt x="6876593" y="2334559"/>
                  </a:lnTo>
                  <a:lnTo>
                    <a:pt x="6827061" y="2283049"/>
                  </a:lnTo>
                  <a:lnTo>
                    <a:pt x="6786527" y="2235338"/>
                  </a:lnTo>
                  <a:lnTo>
                    <a:pt x="6748508" y="2186132"/>
                  </a:lnTo>
                  <a:lnTo>
                    <a:pt x="6710847" y="2133255"/>
                  </a:lnTo>
                  <a:lnTo>
                    <a:pt x="6673310" y="2076634"/>
                  </a:lnTo>
                  <a:lnTo>
                    <a:pt x="6635715" y="2016256"/>
                  </a:lnTo>
                  <a:lnTo>
                    <a:pt x="6597924" y="1952178"/>
                  </a:lnTo>
                  <a:lnTo>
                    <a:pt x="6559844" y="1884531"/>
                  </a:lnTo>
                  <a:lnTo>
                    <a:pt x="6521418" y="1813526"/>
                  </a:lnTo>
                  <a:lnTo>
                    <a:pt x="6482623" y="1739455"/>
                  </a:lnTo>
                  <a:lnTo>
                    <a:pt x="6443470" y="1662688"/>
                  </a:lnTo>
                  <a:lnTo>
                    <a:pt x="6403994" y="1583667"/>
                  </a:lnTo>
                  <a:lnTo>
                    <a:pt x="6364258" y="1502900"/>
                  </a:lnTo>
                  <a:lnTo>
                    <a:pt x="6324337" y="1420945"/>
                  </a:lnTo>
                  <a:lnTo>
                    <a:pt x="6284323" y="1338399"/>
                  </a:lnTo>
                  <a:lnTo>
                    <a:pt x="6244312" y="1255873"/>
                  </a:lnTo>
                  <a:lnTo>
                    <a:pt x="6204401" y="1173981"/>
                  </a:lnTo>
                  <a:lnTo>
                    <a:pt x="6164680" y="1093316"/>
                  </a:lnTo>
                  <a:lnTo>
                    <a:pt x="6125225" y="1014432"/>
                  </a:lnTo>
                  <a:lnTo>
                    <a:pt x="6086095" y="937834"/>
                  </a:lnTo>
                  <a:lnTo>
                    <a:pt x="6047325" y="863960"/>
                  </a:lnTo>
                  <a:lnTo>
                    <a:pt x="6008924" y="793175"/>
                  </a:lnTo>
                  <a:lnTo>
                    <a:pt x="5970865" y="725765"/>
                  </a:lnTo>
                  <a:lnTo>
                    <a:pt x="5933091" y="661934"/>
                  </a:lnTo>
                  <a:lnTo>
                    <a:pt x="5895505" y="601810"/>
                  </a:lnTo>
                  <a:lnTo>
                    <a:pt x="5857965" y="545444"/>
                  </a:lnTo>
                  <a:lnTo>
                    <a:pt x="5820288" y="492820"/>
                  </a:lnTo>
                  <a:lnTo>
                    <a:pt x="5784835" y="447067"/>
                  </a:lnTo>
                  <a:lnTo>
                    <a:pt x="5736605" y="390864"/>
                  </a:lnTo>
                  <a:lnTo>
                    <a:pt x="5686774" y="340220"/>
                  </a:lnTo>
                  <a:lnTo>
                    <a:pt x="5634592" y="294860"/>
                  </a:lnTo>
                  <a:lnTo>
                    <a:pt x="5579217" y="254313"/>
                  </a:lnTo>
                  <a:lnTo>
                    <a:pt x="5519790" y="218044"/>
                  </a:lnTo>
                  <a:lnTo>
                    <a:pt x="5455503" y="185536"/>
                  </a:lnTo>
                  <a:lnTo>
                    <a:pt x="5385685" y="156328"/>
                  </a:lnTo>
                  <a:lnTo>
                    <a:pt x="5309924" y="130044"/>
                  </a:lnTo>
                  <a:lnTo>
                    <a:pt x="5228214" y="106405"/>
                  </a:lnTo>
                  <a:lnTo>
                    <a:pt x="5141146" y="85231"/>
                  </a:lnTo>
                  <a:lnTo>
                    <a:pt x="5050092" y="66439"/>
                  </a:lnTo>
                  <a:lnTo>
                    <a:pt x="4957347" y="50028"/>
                  </a:lnTo>
                  <a:lnTo>
                    <a:pt x="4866133" y="36045"/>
                  </a:lnTo>
                  <a:lnTo>
                    <a:pt x="4780376" y="24544"/>
                  </a:lnTo>
                  <a:lnTo>
                    <a:pt x="4704212" y="15529"/>
                  </a:lnTo>
                  <a:lnTo>
                    <a:pt x="4641261" y="8903"/>
                  </a:lnTo>
                  <a:lnTo>
                    <a:pt x="4593858" y="4438"/>
                  </a:lnTo>
                  <a:lnTo>
                    <a:pt x="4562469" y="1778"/>
                  </a:lnTo>
                  <a:lnTo>
                    <a:pt x="4545462" y="476"/>
                  </a:lnTo>
                  <a:lnTo>
                    <a:pt x="4539243" y="44"/>
                  </a:lnTo>
                  <a:lnTo>
                    <a:pt x="4538543" y="0"/>
                  </a:lnTo>
                  <a:lnTo>
                    <a:pt x="4016409" y="0"/>
                  </a:lnTo>
                  <a:lnTo>
                    <a:pt x="4015212" y="62"/>
                  </a:lnTo>
                  <a:lnTo>
                    <a:pt x="4007374" y="507"/>
                  </a:lnTo>
                  <a:lnTo>
                    <a:pt x="3987738" y="1738"/>
                  </a:lnTo>
                  <a:lnTo>
                    <a:pt x="3952950" y="4157"/>
                  </a:lnTo>
                  <a:lnTo>
                    <a:pt x="3901745" y="8124"/>
                  </a:lnTo>
                  <a:lnTo>
                    <a:pt x="3835028" y="13913"/>
                  </a:lnTo>
                  <a:lnTo>
                    <a:pt x="3755551" y="21688"/>
                  </a:lnTo>
                  <a:lnTo>
                    <a:pt x="3667236" y="31510"/>
                  </a:lnTo>
                  <a:lnTo>
                    <a:pt x="3574357" y="43360"/>
                  </a:lnTo>
                  <a:lnTo>
                    <a:pt x="3480820" y="57192"/>
                  </a:lnTo>
                  <a:lnTo>
                    <a:pt x="3389712" y="72973"/>
                  </a:lnTo>
                  <a:lnTo>
                    <a:pt x="3303141" y="90722"/>
                  </a:lnTo>
                  <a:lnTo>
                    <a:pt x="3222281" y="110527"/>
                  </a:lnTo>
                  <a:lnTo>
                    <a:pt x="3147544" y="132562"/>
                  </a:lnTo>
                  <a:lnTo>
                    <a:pt x="3078782" y="157083"/>
                  </a:lnTo>
                  <a:lnTo>
                    <a:pt x="3015472" y="184425"/>
                  </a:lnTo>
                  <a:lnTo>
                    <a:pt x="2956869" y="214986"/>
                  </a:lnTo>
                  <a:lnTo>
                    <a:pt x="2902111" y="249208"/>
                  </a:lnTo>
                  <a:lnTo>
                    <a:pt x="2850311" y="287524"/>
                  </a:lnTo>
                  <a:lnTo>
                    <a:pt x="2800626" y="330282"/>
                  </a:lnTo>
                  <a:lnTo>
                    <a:pt x="2770117" y="359536"/>
                  </a:lnTo>
                  <a:lnTo>
                    <a:pt x="2729021" y="402460"/>
                  </a:lnTo>
                  <a:lnTo>
                    <a:pt x="2688320" y="448843"/>
                  </a:lnTo>
                  <a:lnTo>
                    <a:pt x="2647726" y="498753"/>
                  </a:lnTo>
                  <a:lnTo>
                    <a:pt x="2607021" y="552189"/>
                  </a:lnTo>
                  <a:lnTo>
                    <a:pt x="2566047" y="609071"/>
                  </a:lnTo>
                  <a:lnTo>
                    <a:pt x="2524703" y="669238"/>
                  </a:lnTo>
                  <a:lnTo>
                    <a:pt x="2482937" y="732436"/>
                  </a:lnTo>
                  <a:lnTo>
                    <a:pt x="2440743" y="798329"/>
                  </a:lnTo>
                  <a:lnTo>
                    <a:pt x="2398154" y="866492"/>
                  </a:lnTo>
                  <a:lnTo>
                    <a:pt x="2355239" y="936430"/>
                  </a:lnTo>
                  <a:lnTo>
                    <a:pt x="2312091" y="1007584"/>
                  </a:lnTo>
                  <a:lnTo>
                    <a:pt x="2268822" y="1079355"/>
                  </a:lnTo>
                  <a:lnTo>
                    <a:pt x="2225555" y="1151119"/>
                  </a:lnTo>
                  <a:lnTo>
                    <a:pt x="2182410" y="1222254"/>
                  </a:lnTo>
                  <a:lnTo>
                    <a:pt x="2139501" y="1292160"/>
                  </a:lnTo>
                  <a:lnTo>
                    <a:pt x="2096920" y="1360282"/>
                  </a:lnTo>
                  <a:lnTo>
                    <a:pt x="2054734" y="1426122"/>
                  </a:lnTo>
                  <a:lnTo>
                    <a:pt x="2012977" y="1489261"/>
                  </a:lnTo>
                  <a:lnTo>
                    <a:pt x="1971642" y="1549362"/>
                  </a:lnTo>
                  <a:lnTo>
                    <a:pt x="1930674" y="1606174"/>
                  </a:lnTo>
                  <a:lnTo>
                    <a:pt x="1889973" y="1659537"/>
                  </a:lnTo>
                  <a:lnTo>
                    <a:pt x="1849379" y="1709374"/>
                  </a:lnTo>
                  <a:lnTo>
                    <a:pt x="1808673" y="1755684"/>
                  </a:lnTo>
                  <a:lnTo>
                    <a:pt x="1768425" y="1797682"/>
                  </a:lnTo>
                  <a:lnTo>
                    <a:pt x="1719689" y="1843325"/>
                  </a:lnTo>
                  <a:lnTo>
                    <a:pt x="1669313" y="1884406"/>
                  </a:lnTo>
                  <a:lnTo>
                    <a:pt x="1616518" y="1921156"/>
                  </a:lnTo>
                  <a:lnTo>
                    <a:pt x="1560438" y="1953968"/>
                  </a:lnTo>
                  <a:lnTo>
                    <a:pt x="1500186" y="1983286"/>
                  </a:lnTo>
                  <a:lnTo>
                    <a:pt x="1434932" y="2009538"/>
                  </a:lnTo>
                  <a:lnTo>
                    <a:pt x="1363999" y="2033102"/>
                  </a:lnTo>
                  <a:lnTo>
                    <a:pt x="1286984" y="2054285"/>
                  </a:lnTo>
                  <a:lnTo>
                    <a:pt x="1203921" y="2073312"/>
                  </a:lnTo>
                  <a:lnTo>
                    <a:pt x="1115484" y="2090324"/>
                  </a:lnTo>
                  <a:lnTo>
                    <a:pt x="1023177" y="2105384"/>
                  </a:lnTo>
                  <a:lnTo>
                    <a:pt x="929473" y="2118487"/>
                  </a:lnTo>
                  <a:lnTo>
                    <a:pt x="837798" y="2129589"/>
                  </a:lnTo>
                  <a:lnTo>
                    <a:pt x="752264" y="2138651"/>
                  </a:lnTo>
                  <a:lnTo>
                    <a:pt x="677106" y="2145678"/>
                  </a:lnTo>
                  <a:lnTo>
                    <a:pt x="615906" y="2150766"/>
                  </a:lnTo>
                  <a:lnTo>
                    <a:pt x="570796" y="2154121"/>
                  </a:lnTo>
                  <a:lnTo>
                    <a:pt x="541891" y="2156054"/>
                  </a:lnTo>
                  <a:lnTo>
                    <a:pt x="527125" y="2156946"/>
                  </a:lnTo>
                  <a:lnTo>
                    <a:pt x="522438" y="2157203"/>
                  </a:lnTo>
                  <a:lnTo>
                    <a:pt x="522133" y="2157219"/>
                  </a:lnTo>
                  <a:lnTo>
                    <a:pt x="0" y="2157219"/>
                  </a:lnTo>
                  <a:lnTo>
                    <a:pt x="0" y="2157219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896" name="pg896"/>
            <p:cNvSpPr/>
            <p:nvPr/>
          </p:nvSpPr>
          <p:spPr>
            <a:xfrm>
              <a:off x="386606" y="1360607"/>
              <a:ext cx="8554953" cy="3218887"/>
            </a:xfrm>
            <a:custGeom>
              <a:avLst/>
              <a:pathLst>
                <a:path w="8554953" h="3218887">
                  <a:moveTo>
                    <a:pt x="0" y="2123336"/>
                  </a:moveTo>
                  <a:lnTo>
                    <a:pt x="522133" y="2123336"/>
                  </a:lnTo>
                  <a:lnTo>
                    <a:pt x="523333" y="2123274"/>
                  </a:lnTo>
                  <a:lnTo>
                    <a:pt x="531187" y="2122836"/>
                  </a:lnTo>
                  <a:lnTo>
                    <a:pt x="550860" y="2121625"/>
                  </a:lnTo>
                  <a:lnTo>
                    <a:pt x="585712" y="2119246"/>
                  </a:lnTo>
                  <a:lnTo>
                    <a:pt x="637005" y="2115344"/>
                  </a:lnTo>
                  <a:lnTo>
                    <a:pt x="703824" y="2109650"/>
                  </a:lnTo>
                  <a:lnTo>
                    <a:pt x="783406" y="2102002"/>
                  </a:lnTo>
                  <a:lnTo>
                    <a:pt x="871816" y="2092344"/>
                  </a:lnTo>
                  <a:lnTo>
                    <a:pt x="964775" y="2080691"/>
                  </a:lnTo>
                  <a:lnTo>
                    <a:pt x="1058371" y="2067090"/>
                  </a:lnTo>
                  <a:lnTo>
                    <a:pt x="1149515" y="2051573"/>
                  </a:lnTo>
                  <a:lnTo>
                    <a:pt x="1236104" y="2034122"/>
                  </a:lnTo>
                  <a:lnTo>
                    <a:pt x="1316968" y="2014647"/>
                  </a:lnTo>
                  <a:lnTo>
                    <a:pt x="1391700" y="1992979"/>
                  </a:lnTo>
                  <a:lnTo>
                    <a:pt x="1460451" y="1968864"/>
                  </a:lnTo>
                  <a:lnTo>
                    <a:pt x="1523749" y="1941973"/>
                  </a:lnTo>
                  <a:lnTo>
                    <a:pt x="1582345" y="1911911"/>
                  </a:lnTo>
                  <a:lnTo>
                    <a:pt x="1637099" y="1878247"/>
                  </a:lnTo>
                  <a:lnTo>
                    <a:pt x="1688903" y="1840552"/>
                  </a:lnTo>
                  <a:lnTo>
                    <a:pt x="1738599" y="1798487"/>
                  </a:lnTo>
                  <a:lnTo>
                    <a:pt x="1768425" y="1770388"/>
                  </a:lnTo>
                  <a:lnTo>
                    <a:pt x="1809774" y="1727978"/>
                  </a:lnTo>
                  <a:lnTo>
                    <a:pt x="1850726" y="1682130"/>
                  </a:lnTo>
                  <a:lnTo>
                    <a:pt x="1891572" y="1632777"/>
                  </a:lnTo>
                  <a:lnTo>
                    <a:pt x="1932535" y="1579919"/>
                  </a:lnTo>
                  <a:lnTo>
                    <a:pt x="1973773" y="1523639"/>
                  </a:lnTo>
                  <a:lnTo>
                    <a:pt x="2015388" y="1464102"/>
                  </a:lnTo>
                  <a:lnTo>
                    <a:pt x="2057430" y="1401562"/>
                  </a:lnTo>
                  <a:lnTo>
                    <a:pt x="2099906" y="1336361"/>
                  </a:lnTo>
                  <a:lnTo>
                    <a:pt x="2142778" y="1268926"/>
                  </a:lnTo>
                  <a:lnTo>
                    <a:pt x="2185976" y="1199757"/>
                  </a:lnTo>
                  <a:lnTo>
                    <a:pt x="2229404" y="1129416"/>
                  </a:lnTo>
                  <a:lnTo>
                    <a:pt x="2272945" y="1058503"/>
                  </a:lnTo>
                  <a:lnTo>
                    <a:pt x="2316476" y="987644"/>
                  </a:lnTo>
                  <a:lnTo>
                    <a:pt x="2359872" y="917458"/>
                  </a:lnTo>
                  <a:lnTo>
                    <a:pt x="2403022" y="848544"/>
                  </a:lnTo>
                  <a:lnTo>
                    <a:pt x="2445831" y="781453"/>
                  </a:lnTo>
                  <a:lnTo>
                    <a:pt x="2488235" y="716673"/>
                  </a:lnTo>
                  <a:lnTo>
                    <a:pt x="2530204" y="654618"/>
                  </a:lnTo>
                  <a:lnTo>
                    <a:pt x="2571750" y="595615"/>
                  </a:lnTo>
                  <a:lnTo>
                    <a:pt x="2612933" y="539903"/>
                  </a:lnTo>
                  <a:lnTo>
                    <a:pt x="2653863" y="487633"/>
                  </a:lnTo>
                  <a:lnTo>
                    <a:pt x="2694710" y="438873"/>
                  </a:lnTo>
                  <a:lnTo>
                    <a:pt x="2735706" y="393612"/>
                  </a:lnTo>
                  <a:lnTo>
                    <a:pt x="2770117" y="358595"/>
                  </a:lnTo>
                  <a:lnTo>
                    <a:pt x="2818887" y="313759"/>
                  </a:lnTo>
                  <a:lnTo>
                    <a:pt x="2869301" y="273407"/>
                  </a:lnTo>
                  <a:lnTo>
                    <a:pt x="2922138" y="237313"/>
                  </a:lnTo>
                  <a:lnTo>
                    <a:pt x="2978266" y="205088"/>
                  </a:lnTo>
                  <a:lnTo>
                    <a:pt x="3038575" y="176297"/>
                  </a:lnTo>
                  <a:lnTo>
                    <a:pt x="3103895" y="150519"/>
                  </a:lnTo>
                  <a:lnTo>
                    <a:pt x="3174905" y="127382"/>
                  </a:lnTo>
                  <a:lnTo>
                    <a:pt x="3252006" y="106585"/>
                  </a:lnTo>
                  <a:lnTo>
                    <a:pt x="3335161" y="87905"/>
                  </a:lnTo>
                  <a:lnTo>
                    <a:pt x="3423692" y="71205"/>
                  </a:lnTo>
                  <a:lnTo>
                    <a:pt x="3516084" y="56425"/>
                  </a:lnTo>
                  <a:lnTo>
                    <a:pt x="3609852" y="43570"/>
                  </a:lnTo>
                  <a:lnTo>
                    <a:pt x="3701555" y="32680"/>
                  </a:lnTo>
                  <a:lnTo>
                    <a:pt x="3787070" y="23797"/>
                  </a:lnTo>
                  <a:lnTo>
                    <a:pt x="3862156" y="16914"/>
                  </a:lnTo>
                  <a:lnTo>
                    <a:pt x="3923231" y="11936"/>
                  </a:lnTo>
                  <a:lnTo>
                    <a:pt x="3968182" y="8658"/>
                  </a:lnTo>
                  <a:lnTo>
                    <a:pt x="3996918" y="6773"/>
                  </a:lnTo>
                  <a:lnTo>
                    <a:pt x="4011535" y="5908"/>
                  </a:lnTo>
                  <a:lnTo>
                    <a:pt x="4016124" y="5661"/>
                  </a:lnTo>
                  <a:lnTo>
                    <a:pt x="4016409" y="5647"/>
                  </a:lnTo>
                  <a:lnTo>
                    <a:pt x="4538543" y="5647"/>
                  </a:lnTo>
                  <a:lnTo>
                    <a:pt x="4539664" y="5734"/>
                  </a:lnTo>
                  <a:lnTo>
                    <a:pt x="4547014" y="6353"/>
                  </a:lnTo>
                  <a:lnTo>
                    <a:pt x="4565467" y="8066"/>
                  </a:lnTo>
                  <a:lnTo>
                    <a:pt x="4598264" y="11435"/>
                  </a:lnTo>
                  <a:lnTo>
                    <a:pt x="4646745" y="16967"/>
                  </a:lnTo>
                  <a:lnTo>
                    <a:pt x="4710257" y="25059"/>
                  </a:lnTo>
                  <a:lnTo>
                    <a:pt x="4786406" y="35960"/>
                  </a:lnTo>
                  <a:lnTo>
                    <a:pt x="4871629" y="49771"/>
                  </a:lnTo>
                  <a:lnTo>
                    <a:pt x="4961931" y="66480"/>
                  </a:lnTo>
                  <a:lnTo>
                    <a:pt x="5053551" y="86026"/>
                  </a:lnTo>
                  <a:lnTo>
                    <a:pt x="5143418" y="108354"/>
                  </a:lnTo>
                  <a:lnTo>
                    <a:pt x="5229348" y="133469"/>
                  </a:lnTo>
                  <a:lnTo>
                    <a:pt x="5310033" y="161468"/>
                  </a:lnTo>
                  <a:lnTo>
                    <a:pt x="5384911" y="192559"/>
                  </a:lnTo>
                  <a:lnTo>
                    <a:pt x="5453984" y="227065"/>
                  </a:lnTo>
                  <a:lnTo>
                    <a:pt x="5517646" y="265418"/>
                  </a:lnTo>
                  <a:lnTo>
                    <a:pt x="5576538" y="308148"/>
                  </a:lnTo>
                  <a:lnTo>
                    <a:pt x="5631435" y="355851"/>
                  </a:lnTo>
                  <a:lnTo>
                    <a:pt x="5683168" y="409147"/>
                  </a:lnTo>
                  <a:lnTo>
                    <a:pt x="5732549" y="468587"/>
                  </a:lnTo>
                  <a:lnTo>
                    <a:pt x="5780312" y="534516"/>
                  </a:lnTo>
                  <a:lnTo>
                    <a:pt x="5784835" y="541187"/>
                  </a:lnTo>
                  <a:lnTo>
                    <a:pt x="5820245" y="595924"/>
                  </a:lnTo>
                  <a:lnTo>
                    <a:pt x="5855329" y="654464"/>
                  </a:lnTo>
                  <a:lnTo>
                    <a:pt x="5890282" y="716887"/>
                  </a:lnTo>
                  <a:lnTo>
                    <a:pt x="5925256" y="783214"/>
                  </a:lnTo>
                  <a:lnTo>
                    <a:pt x="5960371" y="853408"/>
                  </a:lnTo>
                  <a:lnTo>
                    <a:pt x="5995713" y="927364"/>
                  </a:lnTo>
                  <a:lnTo>
                    <a:pt x="6031339" y="1004908"/>
                  </a:lnTo>
                  <a:lnTo>
                    <a:pt x="6067278" y="1085793"/>
                  </a:lnTo>
                  <a:lnTo>
                    <a:pt x="6103537" y="1169701"/>
                  </a:lnTo>
                  <a:lnTo>
                    <a:pt x="6140097" y="1256244"/>
                  </a:lnTo>
                  <a:lnTo>
                    <a:pt x="6176923" y="1344970"/>
                  </a:lnTo>
                  <a:lnTo>
                    <a:pt x="6213960" y="1435374"/>
                  </a:lnTo>
                  <a:lnTo>
                    <a:pt x="6251144" y="1526907"/>
                  </a:lnTo>
                  <a:lnTo>
                    <a:pt x="6288400" y="1618991"/>
                  </a:lnTo>
                  <a:lnTo>
                    <a:pt x="6325650" y="1711030"/>
                  </a:lnTo>
                  <a:lnTo>
                    <a:pt x="6362817" y="1802434"/>
                  </a:lnTo>
                  <a:lnTo>
                    <a:pt x="6399827" y="1892627"/>
                  </a:lnTo>
                  <a:lnTo>
                    <a:pt x="6436617" y="1981065"/>
                  </a:lnTo>
                  <a:lnTo>
                    <a:pt x="6473135" y="2067250"/>
                  </a:lnTo>
                  <a:lnTo>
                    <a:pt x="6509347" y="2150739"/>
                  </a:lnTo>
                  <a:lnTo>
                    <a:pt x="6545240" y="2231155"/>
                  </a:lnTo>
                  <a:lnTo>
                    <a:pt x="6580822" y="2308189"/>
                  </a:lnTo>
                  <a:lnTo>
                    <a:pt x="6616127" y="2381606"/>
                  </a:lnTo>
                  <a:lnTo>
                    <a:pt x="6651215" y="2451240"/>
                  </a:lnTo>
                  <a:lnTo>
                    <a:pt x="6686178" y="2516998"/>
                  </a:lnTo>
                  <a:lnTo>
                    <a:pt x="6721139" y="2578852"/>
                  </a:lnTo>
                  <a:lnTo>
                    <a:pt x="6756258" y="2636831"/>
                  </a:lnTo>
                  <a:lnTo>
                    <a:pt x="6786527" y="2683347"/>
                  </a:lnTo>
                  <a:lnTo>
                    <a:pt x="6834169" y="2749903"/>
                  </a:lnTo>
                  <a:lnTo>
                    <a:pt x="6883365" y="2809956"/>
                  </a:lnTo>
                  <a:lnTo>
                    <a:pt x="6934837" y="2863819"/>
                  </a:lnTo>
                  <a:lnTo>
                    <a:pt x="6989395" y="2912033"/>
                  </a:lnTo>
                  <a:lnTo>
                    <a:pt x="7047868" y="2955213"/>
                  </a:lnTo>
                  <a:lnTo>
                    <a:pt x="7111042" y="2993962"/>
                  </a:lnTo>
                  <a:lnTo>
                    <a:pt x="7179574" y="3028817"/>
                  </a:lnTo>
                  <a:lnTo>
                    <a:pt x="7253887" y="3060220"/>
                  </a:lnTo>
                  <a:lnTo>
                    <a:pt x="7334028" y="3088505"/>
                  </a:lnTo>
                  <a:lnTo>
                    <a:pt x="7419498" y="3113891"/>
                  </a:lnTo>
                  <a:lnTo>
                    <a:pt x="7509068" y="3136485"/>
                  </a:lnTo>
                  <a:lnTo>
                    <a:pt x="7600640" y="3156299"/>
                  </a:lnTo>
                  <a:lnTo>
                    <a:pt x="7691223" y="3173284"/>
                  </a:lnTo>
                  <a:lnTo>
                    <a:pt x="7777108" y="3187375"/>
                  </a:lnTo>
                  <a:lnTo>
                    <a:pt x="7854294" y="3198553"/>
                  </a:lnTo>
                  <a:lnTo>
                    <a:pt x="7919147" y="3206906"/>
                  </a:lnTo>
                  <a:lnTo>
                    <a:pt x="7969130" y="3212669"/>
                  </a:lnTo>
                  <a:lnTo>
                    <a:pt x="8003405" y="3216224"/>
                  </a:lnTo>
                  <a:lnTo>
                    <a:pt x="8023123" y="3218073"/>
                  </a:lnTo>
                  <a:lnTo>
                    <a:pt x="8031351" y="3218773"/>
                  </a:lnTo>
                  <a:lnTo>
                    <a:pt x="8032819" y="3218887"/>
                  </a:lnTo>
                  <a:lnTo>
                    <a:pt x="8554953" y="3218887"/>
                  </a:lnTo>
                  <a:lnTo>
                    <a:pt x="8554953" y="3213240"/>
                  </a:lnTo>
                  <a:lnTo>
                    <a:pt x="8032819" y="3213240"/>
                  </a:lnTo>
                  <a:lnTo>
                    <a:pt x="8031698" y="3213153"/>
                  </a:lnTo>
                  <a:lnTo>
                    <a:pt x="8024348" y="3212533"/>
                  </a:lnTo>
                  <a:lnTo>
                    <a:pt x="8005895" y="3210820"/>
                  </a:lnTo>
                  <a:lnTo>
                    <a:pt x="7973098" y="3207452"/>
                  </a:lnTo>
                  <a:lnTo>
                    <a:pt x="7924617" y="3201919"/>
                  </a:lnTo>
                  <a:lnTo>
                    <a:pt x="7861105" y="3193827"/>
                  </a:lnTo>
                  <a:lnTo>
                    <a:pt x="7784956" y="3182926"/>
                  </a:lnTo>
                  <a:lnTo>
                    <a:pt x="7699733" y="3169116"/>
                  </a:lnTo>
                  <a:lnTo>
                    <a:pt x="7609431" y="3152406"/>
                  </a:lnTo>
                  <a:lnTo>
                    <a:pt x="7517811" y="3132860"/>
                  </a:lnTo>
                  <a:lnTo>
                    <a:pt x="7427944" y="3110532"/>
                  </a:lnTo>
                  <a:lnTo>
                    <a:pt x="7342014" y="3085418"/>
                  </a:lnTo>
                  <a:lnTo>
                    <a:pt x="7261329" y="3057419"/>
                  </a:lnTo>
                  <a:lnTo>
                    <a:pt x="7186451" y="3026327"/>
                  </a:lnTo>
                  <a:lnTo>
                    <a:pt x="7117378" y="2991821"/>
                  </a:lnTo>
                  <a:lnTo>
                    <a:pt x="7053716" y="2953468"/>
                  </a:lnTo>
                  <a:lnTo>
                    <a:pt x="6994824" y="2910739"/>
                  </a:lnTo>
                  <a:lnTo>
                    <a:pt x="6939927" y="2863035"/>
                  </a:lnTo>
                  <a:lnTo>
                    <a:pt x="6888194" y="2809740"/>
                  </a:lnTo>
                  <a:lnTo>
                    <a:pt x="6838813" y="2750300"/>
                  </a:lnTo>
                  <a:lnTo>
                    <a:pt x="6791050" y="2684371"/>
                  </a:lnTo>
                  <a:lnTo>
                    <a:pt x="6786527" y="2677700"/>
                  </a:lnTo>
                  <a:lnTo>
                    <a:pt x="6751117" y="2622963"/>
                  </a:lnTo>
                  <a:lnTo>
                    <a:pt x="6716033" y="2564422"/>
                  </a:lnTo>
                  <a:lnTo>
                    <a:pt x="6681080" y="2501999"/>
                  </a:lnTo>
                  <a:lnTo>
                    <a:pt x="6646106" y="2435672"/>
                  </a:lnTo>
                  <a:lnTo>
                    <a:pt x="6610991" y="2365479"/>
                  </a:lnTo>
                  <a:lnTo>
                    <a:pt x="6575649" y="2291523"/>
                  </a:lnTo>
                  <a:lnTo>
                    <a:pt x="6540023" y="2213978"/>
                  </a:lnTo>
                  <a:lnTo>
                    <a:pt x="6504083" y="2133093"/>
                  </a:lnTo>
                  <a:lnTo>
                    <a:pt x="6467825" y="2049185"/>
                  </a:lnTo>
                  <a:lnTo>
                    <a:pt x="6431265" y="1962643"/>
                  </a:lnTo>
                  <a:lnTo>
                    <a:pt x="6394439" y="1873916"/>
                  </a:lnTo>
                  <a:lnTo>
                    <a:pt x="6357402" y="1783512"/>
                  </a:lnTo>
                  <a:lnTo>
                    <a:pt x="6320218" y="1691979"/>
                  </a:lnTo>
                  <a:lnTo>
                    <a:pt x="6282962" y="1599896"/>
                  </a:lnTo>
                  <a:lnTo>
                    <a:pt x="6245712" y="1507856"/>
                  </a:lnTo>
                  <a:lnTo>
                    <a:pt x="6208545" y="1416452"/>
                  </a:lnTo>
                  <a:lnTo>
                    <a:pt x="6171535" y="1326260"/>
                  </a:lnTo>
                  <a:lnTo>
                    <a:pt x="6134745" y="1237822"/>
                  </a:lnTo>
                  <a:lnTo>
                    <a:pt x="6098227" y="1151637"/>
                  </a:lnTo>
                  <a:lnTo>
                    <a:pt x="6062014" y="1068147"/>
                  </a:lnTo>
                  <a:lnTo>
                    <a:pt x="6026121" y="987731"/>
                  </a:lnTo>
                  <a:lnTo>
                    <a:pt x="5990540" y="910697"/>
                  </a:lnTo>
                  <a:lnTo>
                    <a:pt x="5955235" y="837281"/>
                  </a:lnTo>
                  <a:lnTo>
                    <a:pt x="5920147" y="767647"/>
                  </a:lnTo>
                  <a:lnTo>
                    <a:pt x="5885184" y="701888"/>
                  </a:lnTo>
                  <a:lnTo>
                    <a:pt x="5850222" y="640035"/>
                  </a:lnTo>
                  <a:lnTo>
                    <a:pt x="5815103" y="582055"/>
                  </a:lnTo>
                  <a:lnTo>
                    <a:pt x="5784835" y="535540"/>
                  </a:lnTo>
                  <a:lnTo>
                    <a:pt x="5737193" y="468984"/>
                  </a:lnTo>
                  <a:lnTo>
                    <a:pt x="5687997" y="408931"/>
                  </a:lnTo>
                  <a:lnTo>
                    <a:pt x="5636525" y="355067"/>
                  </a:lnTo>
                  <a:lnTo>
                    <a:pt x="5581967" y="306854"/>
                  </a:lnTo>
                  <a:lnTo>
                    <a:pt x="5523494" y="263674"/>
                  </a:lnTo>
                  <a:lnTo>
                    <a:pt x="5460320" y="224925"/>
                  </a:lnTo>
                  <a:lnTo>
                    <a:pt x="5391788" y="190070"/>
                  </a:lnTo>
                  <a:lnTo>
                    <a:pt x="5317475" y="158667"/>
                  </a:lnTo>
                  <a:lnTo>
                    <a:pt x="5237334" y="130382"/>
                  </a:lnTo>
                  <a:lnTo>
                    <a:pt x="5151864" y="104996"/>
                  </a:lnTo>
                  <a:lnTo>
                    <a:pt x="5062294" y="82402"/>
                  </a:lnTo>
                  <a:lnTo>
                    <a:pt x="4970722" y="62587"/>
                  </a:lnTo>
                  <a:lnTo>
                    <a:pt x="4880139" y="45602"/>
                  </a:lnTo>
                  <a:lnTo>
                    <a:pt x="4794254" y="31512"/>
                  </a:lnTo>
                  <a:lnTo>
                    <a:pt x="4717067" y="20334"/>
                  </a:lnTo>
                  <a:lnTo>
                    <a:pt x="4652215" y="11980"/>
                  </a:lnTo>
                  <a:lnTo>
                    <a:pt x="4602232" y="6218"/>
                  </a:lnTo>
                  <a:lnTo>
                    <a:pt x="4567956" y="2662"/>
                  </a:lnTo>
                  <a:lnTo>
                    <a:pt x="4548239" y="814"/>
                  </a:lnTo>
                  <a:lnTo>
                    <a:pt x="4540011" y="114"/>
                  </a:lnTo>
                  <a:lnTo>
                    <a:pt x="4538543" y="0"/>
                  </a:lnTo>
                  <a:lnTo>
                    <a:pt x="4016409" y="0"/>
                  </a:lnTo>
                  <a:lnTo>
                    <a:pt x="4015209" y="61"/>
                  </a:lnTo>
                  <a:lnTo>
                    <a:pt x="4007355" y="499"/>
                  </a:lnTo>
                  <a:lnTo>
                    <a:pt x="3987682" y="1710"/>
                  </a:lnTo>
                  <a:lnTo>
                    <a:pt x="3952830" y="4090"/>
                  </a:lnTo>
                  <a:lnTo>
                    <a:pt x="3901538" y="7992"/>
                  </a:lnTo>
                  <a:lnTo>
                    <a:pt x="3834719" y="13686"/>
                  </a:lnTo>
                  <a:lnTo>
                    <a:pt x="3755137" y="21333"/>
                  </a:lnTo>
                  <a:lnTo>
                    <a:pt x="3666726" y="30992"/>
                  </a:lnTo>
                  <a:lnTo>
                    <a:pt x="3573767" y="42645"/>
                  </a:lnTo>
                  <a:lnTo>
                    <a:pt x="3480171" y="56245"/>
                  </a:lnTo>
                  <a:lnTo>
                    <a:pt x="3389027" y="71762"/>
                  </a:lnTo>
                  <a:lnTo>
                    <a:pt x="3302438" y="89214"/>
                  </a:lnTo>
                  <a:lnTo>
                    <a:pt x="3221574" y="108688"/>
                  </a:lnTo>
                  <a:lnTo>
                    <a:pt x="3146843" y="130356"/>
                  </a:lnTo>
                  <a:lnTo>
                    <a:pt x="3078091" y="154471"/>
                  </a:lnTo>
                  <a:lnTo>
                    <a:pt x="3014793" y="181362"/>
                  </a:lnTo>
                  <a:lnTo>
                    <a:pt x="2956197" y="211424"/>
                  </a:lnTo>
                  <a:lnTo>
                    <a:pt x="2901443" y="245089"/>
                  </a:lnTo>
                  <a:lnTo>
                    <a:pt x="2849639" y="282783"/>
                  </a:lnTo>
                  <a:lnTo>
                    <a:pt x="2799943" y="324848"/>
                  </a:lnTo>
                  <a:lnTo>
                    <a:pt x="2770117" y="352948"/>
                  </a:lnTo>
                  <a:lnTo>
                    <a:pt x="2728768" y="395357"/>
                  </a:lnTo>
                  <a:lnTo>
                    <a:pt x="2687816" y="441205"/>
                  </a:lnTo>
                  <a:lnTo>
                    <a:pt x="2646970" y="490559"/>
                  </a:lnTo>
                  <a:lnTo>
                    <a:pt x="2606007" y="543416"/>
                  </a:lnTo>
                  <a:lnTo>
                    <a:pt x="2564769" y="599696"/>
                  </a:lnTo>
                  <a:lnTo>
                    <a:pt x="2523155" y="659233"/>
                  </a:lnTo>
                  <a:lnTo>
                    <a:pt x="2481112" y="721773"/>
                  </a:lnTo>
                  <a:lnTo>
                    <a:pt x="2438636" y="786974"/>
                  </a:lnTo>
                  <a:lnTo>
                    <a:pt x="2395764" y="854409"/>
                  </a:lnTo>
                  <a:lnTo>
                    <a:pt x="2352566" y="923578"/>
                  </a:lnTo>
                  <a:lnTo>
                    <a:pt x="2309138" y="993920"/>
                  </a:lnTo>
                  <a:lnTo>
                    <a:pt x="2265597" y="1064832"/>
                  </a:lnTo>
                  <a:lnTo>
                    <a:pt x="2222066" y="1135692"/>
                  </a:lnTo>
                  <a:lnTo>
                    <a:pt x="2178670" y="1205877"/>
                  </a:lnTo>
                  <a:lnTo>
                    <a:pt x="2135520" y="1274791"/>
                  </a:lnTo>
                  <a:lnTo>
                    <a:pt x="2092711" y="1341882"/>
                  </a:lnTo>
                  <a:lnTo>
                    <a:pt x="2050307" y="1406662"/>
                  </a:lnTo>
                  <a:lnTo>
                    <a:pt x="2008338" y="1468717"/>
                  </a:lnTo>
                  <a:lnTo>
                    <a:pt x="1966792" y="1527720"/>
                  </a:lnTo>
                  <a:lnTo>
                    <a:pt x="1925609" y="1583432"/>
                  </a:lnTo>
                  <a:lnTo>
                    <a:pt x="1884679" y="1635702"/>
                  </a:lnTo>
                  <a:lnTo>
                    <a:pt x="1843832" y="1684462"/>
                  </a:lnTo>
                  <a:lnTo>
                    <a:pt x="1802836" y="1729724"/>
                  </a:lnTo>
                  <a:lnTo>
                    <a:pt x="1768425" y="1764740"/>
                  </a:lnTo>
                  <a:lnTo>
                    <a:pt x="1719655" y="1809577"/>
                  </a:lnTo>
                  <a:lnTo>
                    <a:pt x="1669241" y="1849928"/>
                  </a:lnTo>
                  <a:lnTo>
                    <a:pt x="1616404" y="1886023"/>
                  </a:lnTo>
                  <a:lnTo>
                    <a:pt x="1560276" y="1918247"/>
                  </a:lnTo>
                  <a:lnTo>
                    <a:pt x="1499967" y="1947038"/>
                  </a:lnTo>
                  <a:lnTo>
                    <a:pt x="1434647" y="1972816"/>
                  </a:lnTo>
                  <a:lnTo>
                    <a:pt x="1363638" y="1995953"/>
                  </a:lnTo>
                  <a:lnTo>
                    <a:pt x="1286536" y="2016751"/>
                  </a:lnTo>
                  <a:lnTo>
                    <a:pt x="1203381" y="2035430"/>
                  </a:lnTo>
                  <a:lnTo>
                    <a:pt x="1114850" y="2052130"/>
                  </a:lnTo>
                  <a:lnTo>
                    <a:pt x="1022458" y="2066910"/>
                  </a:lnTo>
                  <a:lnTo>
                    <a:pt x="928690" y="2079766"/>
                  </a:lnTo>
                  <a:lnTo>
                    <a:pt x="836987" y="2090655"/>
                  </a:lnTo>
                  <a:lnTo>
                    <a:pt x="751472" y="2099538"/>
                  </a:lnTo>
                  <a:lnTo>
                    <a:pt x="676387" y="2106421"/>
                  </a:lnTo>
                  <a:lnTo>
                    <a:pt x="615311" y="2111399"/>
                  </a:lnTo>
                  <a:lnTo>
                    <a:pt x="570360" y="2114678"/>
                  </a:lnTo>
                  <a:lnTo>
                    <a:pt x="541624" y="2116562"/>
                  </a:lnTo>
                  <a:lnTo>
                    <a:pt x="527007" y="2117428"/>
                  </a:lnTo>
                  <a:lnTo>
                    <a:pt x="522418" y="2117674"/>
                  </a:lnTo>
                  <a:lnTo>
                    <a:pt x="522133" y="2117689"/>
                  </a:lnTo>
                  <a:lnTo>
                    <a:pt x="0" y="2117689"/>
                  </a:lnTo>
                  <a:close/>
                </a:path>
              </a:pathLst>
            </a:custGeom>
            <a:solidFill>
              <a:srgbClr val="F28E5B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897" name="pl897"/>
            <p:cNvSpPr/>
            <p:nvPr/>
          </p:nvSpPr>
          <p:spPr>
            <a:xfrm>
              <a:off x="386606" y="1366254"/>
              <a:ext cx="8554953" cy="3213240"/>
            </a:xfrm>
            <a:custGeom>
              <a:avLst/>
              <a:pathLst>
                <a:path w="8554953" h="3213240">
                  <a:moveTo>
                    <a:pt x="0" y="2117689"/>
                  </a:moveTo>
                  <a:lnTo>
                    <a:pt x="522133" y="2117689"/>
                  </a:lnTo>
                  <a:lnTo>
                    <a:pt x="523333" y="2117627"/>
                  </a:lnTo>
                  <a:lnTo>
                    <a:pt x="531187" y="2117189"/>
                  </a:lnTo>
                  <a:lnTo>
                    <a:pt x="550860" y="2115978"/>
                  </a:lnTo>
                  <a:lnTo>
                    <a:pt x="585712" y="2113598"/>
                  </a:lnTo>
                  <a:lnTo>
                    <a:pt x="637005" y="2109697"/>
                  </a:lnTo>
                  <a:lnTo>
                    <a:pt x="703824" y="2104003"/>
                  </a:lnTo>
                  <a:lnTo>
                    <a:pt x="783406" y="2096355"/>
                  </a:lnTo>
                  <a:lnTo>
                    <a:pt x="871816" y="2086696"/>
                  </a:lnTo>
                  <a:lnTo>
                    <a:pt x="964775" y="2075043"/>
                  </a:lnTo>
                  <a:lnTo>
                    <a:pt x="1058371" y="2061443"/>
                  </a:lnTo>
                  <a:lnTo>
                    <a:pt x="1149515" y="2045926"/>
                  </a:lnTo>
                  <a:lnTo>
                    <a:pt x="1236104" y="2028475"/>
                  </a:lnTo>
                  <a:lnTo>
                    <a:pt x="1316968" y="2009000"/>
                  </a:lnTo>
                  <a:lnTo>
                    <a:pt x="1391700" y="1987332"/>
                  </a:lnTo>
                  <a:lnTo>
                    <a:pt x="1460451" y="1963217"/>
                  </a:lnTo>
                  <a:lnTo>
                    <a:pt x="1523749" y="1936326"/>
                  </a:lnTo>
                  <a:lnTo>
                    <a:pt x="1582345" y="1906264"/>
                  </a:lnTo>
                  <a:lnTo>
                    <a:pt x="1637099" y="1872599"/>
                  </a:lnTo>
                  <a:lnTo>
                    <a:pt x="1688903" y="1834905"/>
                  </a:lnTo>
                  <a:lnTo>
                    <a:pt x="1738599" y="1792840"/>
                  </a:lnTo>
                  <a:lnTo>
                    <a:pt x="1768425" y="1764740"/>
                  </a:lnTo>
                  <a:lnTo>
                    <a:pt x="1809774" y="1722331"/>
                  </a:lnTo>
                  <a:lnTo>
                    <a:pt x="1850726" y="1676483"/>
                  </a:lnTo>
                  <a:lnTo>
                    <a:pt x="1891572" y="1627129"/>
                  </a:lnTo>
                  <a:lnTo>
                    <a:pt x="1932535" y="1574272"/>
                  </a:lnTo>
                  <a:lnTo>
                    <a:pt x="1973773" y="1517992"/>
                  </a:lnTo>
                  <a:lnTo>
                    <a:pt x="2015388" y="1458455"/>
                  </a:lnTo>
                  <a:lnTo>
                    <a:pt x="2057430" y="1395915"/>
                  </a:lnTo>
                  <a:lnTo>
                    <a:pt x="2099906" y="1330714"/>
                  </a:lnTo>
                  <a:lnTo>
                    <a:pt x="2142778" y="1263279"/>
                  </a:lnTo>
                  <a:lnTo>
                    <a:pt x="2185976" y="1194110"/>
                  </a:lnTo>
                  <a:lnTo>
                    <a:pt x="2229404" y="1123768"/>
                  </a:lnTo>
                  <a:lnTo>
                    <a:pt x="2272945" y="1052856"/>
                  </a:lnTo>
                  <a:lnTo>
                    <a:pt x="2316476" y="981996"/>
                  </a:lnTo>
                  <a:lnTo>
                    <a:pt x="2359872" y="911811"/>
                  </a:lnTo>
                  <a:lnTo>
                    <a:pt x="2403022" y="842897"/>
                  </a:lnTo>
                  <a:lnTo>
                    <a:pt x="2445831" y="775806"/>
                  </a:lnTo>
                  <a:lnTo>
                    <a:pt x="2488235" y="711026"/>
                  </a:lnTo>
                  <a:lnTo>
                    <a:pt x="2530204" y="648971"/>
                  </a:lnTo>
                  <a:lnTo>
                    <a:pt x="2571750" y="589968"/>
                  </a:lnTo>
                  <a:lnTo>
                    <a:pt x="2612933" y="534256"/>
                  </a:lnTo>
                  <a:lnTo>
                    <a:pt x="2653863" y="481986"/>
                  </a:lnTo>
                  <a:lnTo>
                    <a:pt x="2694710" y="433226"/>
                  </a:lnTo>
                  <a:lnTo>
                    <a:pt x="2735706" y="387964"/>
                  </a:lnTo>
                  <a:lnTo>
                    <a:pt x="2770117" y="352948"/>
                  </a:lnTo>
                  <a:lnTo>
                    <a:pt x="2818887" y="308112"/>
                  </a:lnTo>
                  <a:lnTo>
                    <a:pt x="2869301" y="267760"/>
                  </a:lnTo>
                  <a:lnTo>
                    <a:pt x="2922138" y="231666"/>
                  </a:lnTo>
                  <a:lnTo>
                    <a:pt x="2978266" y="199441"/>
                  </a:lnTo>
                  <a:lnTo>
                    <a:pt x="3038575" y="170650"/>
                  </a:lnTo>
                  <a:lnTo>
                    <a:pt x="3103895" y="144872"/>
                  </a:lnTo>
                  <a:lnTo>
                    <a:pt x="3174905" y="121735"/>
                  </a:lnTo>
                  <a:lnTo>
                    <a:pt x="3252006" y="100937"/>
                  </a:lnTo>
                  <a:lnTo>
                    <a:pt x="3335161" y="82258"/>
                  </a:lnTo>
                  <a:lnTo>
                    <a:pt x="3423692" y="65558"/>
                  </a:lnTo>
                  <a:lnTo>
                    <a:pt x="3516084" y="50778"/>
                  </a:lnTo>
                  <a:lnTo>
                    <a:pt x="3609852" y="37922"/>
                  </a:lnTo>
                  <a:lnTo>
                    <a:pt x="3701555" y="27033"/>
                  </a:lnTo>
                  <a:lnTo>
                    <a:pt x="3787070" y="18150"/>
                  </a:lnTo>
                  <a:lnTo>
                    <a:pt x="3862156" y="11267"/>
                  </a:lnTo>
                  <a:lnTo>
                    <a:pt x="3923231" y="6289"/>
                  </a:lnTo>
                  <a:lnTo>
                    <a:pt x="3968182" y="3011"/>
                  </a:lnTo>
                  <a:lnTo>
                    <a:pt x="3996918" y="1126"/>
                  </a:lnTo>
                  <a:lnTo>
                    <a:pt x="4011535" y="261"/>
                  </a:lnTo>
                  <a:lnTo>
                    <a:pt x="4016124" y="14"/>
                  </a:lnTo>
                  <a:lnTo>
                    <a:pt x="4016409" y="0"/>
                  </a:lnTo>
                  <a:lnTo>
                    <a:pt x="4538543" y="0"/>
                  </a:lnTo>
                  <a:lnTo>
                    <a:pt x="4539664" y="86"/>
                  </a:lnTo>
                  <a:lnTo>
                    <a:pt x="4547014" y="706"/>
                  </a:lnTo>
                  <a:lnTo>
                    <a:pt x="4565467" y="2419"/>
                  </a:lnTo>
                  <a:lnTo>
                    <a:pt x="4598264" y="5788"/>
                  </a:lnTo>
                  <a:lnTo>
                    <a:pt x="4646745" y="11320"/>
                  </a:lnTo>
                  <a:lnTo>
                    <a:pt x="4710257" y="19412"/>
                  </a:lnTo>
                  <a:lnTo>
                    <a:pt x="4786406" y="30313"/>
                  </a:lnTo>
                  <a:lnTo>
                    <a:pt x="4871629" y="44123"/>
                  </a:lnTo>
                  <a:lnTo>
                    <a:pt x="4961931" y="60833"/>
                  </a:lnTo>
                  <a:lnTo>
                    <a:pt x="5053551" y="80379"/>
                  </a:lnTo>
                  <a:lnTo>
                    <a:pt x="5143418" y="102707"/>
                  </a:lnTo>
                  <a:lnTo>
                    <a:pt x="5229348" y="127822"/>
                  </a:lnTo>
                  <a:lnTo>
                    <a:pt x="5310033" y="155821"/>
                  </a:lnTo>
                  <a:lnTo>
                    <a:pt x="5384911" y="186912"/>
                  </a:lnTo>
                  <a:lnTo>
                    <a:pt x="5453984" y="221418"/>
                  </a:lnTo>
                  <a:lnTo>
                    <a:pt x="5517646" y="259771"/>
                  </a:lnTo>
                  <a:lnTo>
                    <a:pt x="5576538" y="302501"/>
                  </a:lnTo>
                  <a:lnTo>
                    <a:pt x="5631435" y="350204"/>
                  </a:lnTo>
                  <a:lnTo>
                    <a:pt x="5683168" y="403500"/>
                  </a:lnTo>
                  <a:lnTo>
                    <a:pt x="5732549" y="462940"/>
                  </a:lnTo>
                  <a:lnTo>
                    <a:pt x="5780312" y="528869"/>
                  </a:lnTo>
                  <a:lnTo>
                    <a:pt x="5784835" y="535540"/>
                  </a:lnTo>
                  <a:lnTo>
                    <a:pt x="5820245" y="590276"/>
                  </a:lnTo>
                  <a:lnTo>
                    <a:pt x="5855329" y="648817"/>
                  </a:lnTo>
                  <a:lnTo>
                    <a:pt x="5890282" y="711240"/>
                  </a:lnTo>
                  <a:lnTo>
                    <a:pt x="5925256" y="777567"/>
                  </a:lnTo>
                  <a:lnTo>
                    <a:pt x="5960371" y="847761"/>
                  </a:lnTo>
                  <a:lnTo>
                    <a:pt x="5995713" y="921717"/>
                  </a:lnTo>
                  <a:lnTo>
                    <a:pt x="6031339" y="999261"/>
                  </a:lnTo>
                  <a:lnTo>
                    <a:pt x="6067278" y="1080146"/>
                  </a:lnTo>
                  <a:lnTo>
                    <a:pt x="6103537" y="1164054"/>
                  </a:lnTo>
                  <a:lnTo>
                    <a:pt x="6140097" y="1250597"/>
                  </a:lnTo>
                  <a:lnTo>
                    <a:pt x="6176923" y="1339323"/>
                  </a:lnTo>
                  <a:lnTo>
                    <a:pt x="6213960" y="1429727"/>
                  </a:lnTo>
                  <a:lnTo>
                    <a:pt x="6251144" y="1521260"/>
                  </a:lnTo>
                  <a:lnTo>
                    <a:pt x="6288400" y="1613343"/>
                  </a:lnTo>
                  <a:lnTo>
                    <a:pt x="6325650" y="1705383"/>
                  </a:lnTo>
                  <a:lnTo>
                    <a:pt x="6362817" y="1796787"/>
                  </a:lnTo>
                  <a:lnTo>
                    <a:pt x="6399827" y="1886980"/>
                  </a:lnTo>
                  <a:lnTo>
                    <a:pt x="6436617" y="1975418"/>
                  </a:lnTo>
                  <a:lnTo>
                    <a:pt x="6473135" y="2061603"/>
                  </a:lnTo>
                  <a:lnTo>
                    <a:pt x="6509347" y="2145092"/>
                  </a:lnTo>
                  <a:lnTo>
                    <a:pt x="6545240" y="2225508"/>
                  </a:lnTo>
                  <a:lnTo>
                    <a:pt x="6580822" y="2302542"/>
                  </a:lnTo>
                  <a:lnTo>
                    <a:pt x="6616127" y="2375958"/>
                  </a:lnTo>
                  <a:lnTo>
                    <a:pt x="6651215" y="2445593"/>
                  </a:lnTo>
                  <a:lnTo>
                    <a:pt x="6686178" y="2511351"/>
                  </a:lnTo>
                  <a:lnTo>
                    <a:pt x="6721139" y="2573204"/>
                  </a:lnTo>
                  <a:lnTo>
                    <a:pt x="6756258" y="2631184"/>
                  </a:lnTo>
                  <a:lnTo>
                    <a:pt x="6786527" y="2677700"/>
                  </a:lnTo>
                  <a:lnTo>
                    <a:pt x="6834169" y="2744256"/>
                  </a:lnTo>
                  <a:lnTo>
                    <a:pt x="6883365" y="2804309"/>
                  </a:lnTo>
                  <a:lnTo>
                    <a:pt x="6934837" y="2858172"/>
                  </a:lnTo>
                  <a:lnTo>
                    <a:pt x="6989395" y="2906386"/>
                  </a:lnTo>
                  <a:lnTo>
                    <a:pt x="7047868" y="2949566"/>
                  </a:lnTo>
                  <a:lnTo>
                    <a:pt x="7111042" y="2988315"/>
                  </a:lnTo>
                  <a:lnTo>
                    <a:pt x="7179574" y="3023170"/>
                  </a:lnTo>
                  <a:lnTo>
                    <a:pt x="7253887" y="3054573"/>
                  </a:lnTo>
                  <a:lnTo>
                    <a:pt x="7334028" y="3082858"/>
                  </a:lnTo>
                  <a:lnTo>
                    <a:pt x="7419498" y="3108243"/>
                  </a:lnTo>
                  <a:lnTo>
                    <a:pt x="7509068" y="3130837"/>
                  </a:lnTo>
                  <a:lnTo>
                    <a:pt x="7600640" y="3150652"/>
                  </a:lnTo>
                  <a:lnTo>
                    <a:pt x="7691223" y="3167637"/>
                  </a:lnTo>
                  <a:lnTo>
                    <a:pt x="7777108" y="3181728"/>
                  </a:lnTo>
                  <a:lnTo>
                    <a:pt x="7854294" y="3192905"/>
                  </a:lnTo>
                  <a:lnTo>
                    <a:pt x="7919147" y="3201259"/>
                  </a:lnTo>
                  <a:lnTo>
                    <a:pt x="7969130" y="3207022"/>
                  </a:lnTo>
                  <a:lnTo>
                    <a:pt x="8003405" y="3210577"/>
                  </a:lnTo>
                  <a:lnTo>
                    <a:pt x="8023123" y="3212425"/>
                  </a:lnTo>
                  <a:lnTo>
                    <a:pt x="8031351" y="3213125"/>
                  </a:lnTo>
                  <a:lnTo>
                    <a:pt x="8032818" y="3213240"/>
                  </a:lnTo>
                  <a:lnTo>
                    <a:pt x="8032819" y="3213240"/>
                  </a:lnTo>
                  <a:lnTo>
                    <a:pt x="8554953" y="3213240"/>
                  </a:lnTo>
                  <a:lnTo>
                    <a:pt x="8554953" y="321324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898" name="pl898"/>
            <p:cNvSpPr/>
            <p:nvPr/>
          </p:nvSpPr>
          <p:spPr>
            <a:xfrm>
              <a:off x="386606" y="1360607"/>
              <a:ext cx="8554953" cy="3213240"/>
            </a:xfrm>
            <a:custGeom>
              <a:avLst/>
              <a:pathLst>
                <a:path w="8554953" h="3213240">
                  <a:moveTo>
                    <a:pt x="8554953" y="3213240"/>
                  </a:moveTo>
                  <a:lnTo>
                    <a:pt x="8032819" y="3213240"/>
                  </a:lnTo>
                  <a:lnTo>
                    <a:pt x="8031698" y="3213153"/>
                  </a:lnTo>
                  <a:lnTo>
                    <a:pt x="8024348" y="3212533"/>
                  </a:lnTo>
                  <a:lnTo>
                    <a:pt x="8005895" y="3210820"/>
                  </a:lnTo>
                  <a:lnTo>
                    <a:pt x="7973098" y="3207452"/>
                  </a:lnTo>
                  <a:lnTo>
                    <a:pt x="7924617" y="3201919"/>
                  </a:lnTo>
                  <a:lnTo>
                    <a:pt x="7861105" y="3193827"/>
                  </a:lnTo>
                  <a:lnTo>
                    <a:pt x="7784956" y="3182926"/>
                  </a:lnTo>
                  <a:lnTo>
                    <a:pt x="7699733" y="3169116"/>
                  </a:lnTo>
                  <a:lnTo>
                    <a:pt x="7609431" y="3152406"/>
                  </a:lnTo>
                  <a:lnTo>
                    <a:pt x="7517811" y="3132860"/>
                  </a:lnTo>
                  <a:lnTo>
                    <a:pt x="7427944" y="3110532"/>
                  </a:lnTo>
                  <a:lnTo>
                    <a:pt x="7342014" y="3085418"/>
                  </a:lnTo>
                  <a:lnTo>
                    <a:pt x="7261329" y="3057419"/>
                  </a:lnTo>
                  <a:lnTo>
                    <a:pt x="7186451" y="3026327"/>
                  </a:lnTo>
                  <a:lnTo>
                    <a:pt x="7117378" y="2991821"/>
                  </a:lnTo>
                  <a:lnTo>
                    <a:pt x="7053716" y="2953468"/>
                  </a:lnTo>
                  <a:lnTo>
                    <a:pt x="6994824" y="2910739"/>
                  </a:lnTo>
                  <a:lnTo>
                    <a:pt x="6939927" y="2863035"/>
                  </a:lnTo>
                  <a:lnTo>
                    <a:pt x="6888194" y="2809740"/>
                  </a:lnTo>
                  <a:lnTo>
                    <a:pt x="6838813" y="2750300"/>
                  </a:lnTo>
                  <a:lnTo>
                    <a:pt x="6791050" y="2684371"/>
                  </a:lnTo>
                  <a:lnTo>
                    <a:pt x="6786527" y="2677700"/>
                  </a:lnTo>
                  <a:lnTo>
                    <a:pt x="6751117" y="2622963"/>
                  </a:lnTo>
                  <a:lnTo>
                    <a:pt x="6716033" y="2564422"/>
                  </a:lnTo>
                  <a:lnTo>
                    <a:pt x="6681080" y="2501999"/>
                  </a:lnTo>
                  <a:lnTo>
                    <a:pt x="6646106" y="2435672"/>
                  </a:lnTo>
                  <a:lnTo>
                    <a:pt x="6610991" y="2365479"/>
                  </a:lnTo>
                  <a:lnTo>
                    <a:pt x="6575649" y="2291523"/>
                  </a:lnTo>
                  <a:lnTo>
                    <a:pt x="6540023" y="2213978"/>
                  </a:lnTo>
                  <a:lnTo>
                    <a:pt x="6504083" y="2133093"/>
                  </a:lnTo>
                  <a:lnTo>
                    <a:pt x="6467825" y="2049185"/>
                  </a:lnTo>
                  <a:lnTo>
                    <a:pt x="6431265" y="1962643"/>
                  </a:lnTo>
                  <a:lnTo>
                    <a:pt x="6394439" y="1873916"/>
                  </a:lnTo>
                  <a:lnTo>
                    <a:pt x="6357402" y="1783512"/>
                  </a:lnTo>
                  <a:lnTo>
                    <a:pt x="6320218" y="1691979"/>
                  </a:lnTo>
                  <a:lnTo>
                    <a:pt x="6282962" y="1599896"/>
                  </a:lnTo>
                  <a:lnTo>
                    <a:pt x="6245712" y="1507856"/>
                  </a:lnTo>
                  <a:lnTo>
                    <a:pt x="6208545" y="1416452"/>
                  </a:lnTo>
                  <a:lnTo>
                    <a:pt x="6171535" y="1326260"/>
                  </a:lnTo>
                  <a:lnTo>
                    <a:pt x="6134745" y="1237822"/>
                  </a:lnTo>
                  <a:lnTo>
                    <a:pt x="6098227" y="1151637"/>
                  </a:lnTo>
                  <a:lnTo>
                    <a:pt x="6062014" y="1068147"/>
                  </a:lnTo>
                  <a:lnTo>
                    <a:pt x="6026121" y="987731"/>
                  </a:lnTo>
                  <a:lnTo>
                    <a:pt x="5990540" y="910697"/>
                  </a:lnTo>
                  <a:lnTo>
                    <a:pt x="5955235" y="837281"/>
                  </a:lnTo>
                  <a:lnTo>
                    <a:pt x="5920147" y="767647"/>
                  </a:lnTo>
                  <a:lnTo>
                    <a:pt x="5885184" y="701888"/>
                  </a:lnTo>
                  <a:lnTo>
                    <a:pt x="5850222" y="640035"/>
                  </a:lnTo>
                  <a:lnTo>
                    <a:pt x="5815103" y="582055"/>
                  </a:lnTo>
                  <a:lnTo>
                    <a:pt x="5784835" y="535540"/>
                  </a:lnTo>
                  <a:lnTo>
                    <a:pt x="5737193" y="468984"/>
                  </a:lnTo>
                  <a:lnTo>
                    <a:pt x="5687997" y="408931"/>
                  </a:lnTo>
                  <a:lnTo>
                    <a:pt x="5636525" y="355067"/>
                  </a:lnTo>
                  <a:lnTo>
                    <a:pt x="5581967" y="306854"/>
                  </a:lnTo>
                  <a:lnTo>
                    <a:pt x="5523494" y="263674"/>
                  </a:lnTo>
                  <a:lnTo>
                    <a:pt x="5460320" y="224925"/>
                  </a:lnTo>
                  <a:lnTo>
                    <a:pt x="5391788" y="190070"/>
                  </a:lnTo>
                  <a:lnTo>
                    <a:pt x="5317475" y="158667"/>
                  </a:lnTo>
                  <a:lnTo>
                    <a:pt x="5237334" y="130382"/>
                  </a:lnTo>
                  <a:lnTo>
                    <a:pt x="5151864" y="104996"/>
                  </a:lnTo>
                  <a:lnTo>
                    <a:pt x="5062294" y="82402"/>
                  </a:lnTo>
                  <a:lnTo>
                    <a:pt x="4970722" y="62587"/>
                  </a:lnTo>
                  <a:lnTo>
                    <a:pt x="4880139" y="45602"/>
                  </a:lnTo>
                  <a:lnTo>
                    <a:pt x="4794254" y="31512"/>
                  </a:lnTo>
                  <a:lnTo>
                    <a:pt x="4717067" y="20334"/>
                  </a:lnTo>
                  <a:lnTo>
                    <a:pt x="4652215" y="11980"/>
                  </a:lnTo>
                  <a:lnTo>
                    <a:pt x="4602232" y="6218"/>
                  </a:lnTo>
                  <a:lnTo>
                    <a:pt x="4567956" y="2662"/>
                  </a:lnTo>
                  <a:lnTo>
                    <a:pt x="4548239" y="814"/>
                  </a:lnTo>
                  <a:lnTo>
                    <a:pt x="4540011" y="114"/>
                  </a:lnTo>
                  <a:lnTo>
                    <a:pt x="4538544" y="0"/>
                  </a:lnTo>
                  <a:lnTo>
                    <a:pt x="4538543" y="0"/>
                  </a:lnTo>
                  <a:lnTo>
                    <a:pt x="4016409" y="0"/>
                  </a:lnTo>
                  <a:lnTo>
                    <a:pt x="4015209" y="61"/>
                  </a:lnTo>
                  <a:lnTo>
                    <a:pt x="4007355" y="499"/>
                  </a:lnTo>
                  <a:lnTo>
                    <a:pt x="3987682" y="1710"/>
                  </a:lnTo>
                  <a:lnTo>
                    <a:pt x="3952830" y="4090"/>
                  </a:lnTo>
                  <a:lnTo>
                    <a:pt x="3901538" y="7992"/>
                  </a:lnTo>
                  <a:lnTo>
                    <a:pt x="3834719" y="13686"/>
                  </a:lnTo>
                  <a:lnTo>
                    <a:pt x="3755137" y="21333"/>
                  </a:lnTo>
                  <a:lnTo>
                    <a:pt x="3666726" y="30992"/>
                  </a:lnTo>
                  <a:lnTo>
                    <a:pt x="3573767" y="42645"/>
                  </a:lnTo>
                  <a:lnTo>
                    <a:pt x="3480171" y="56245"/>
                  </a:lnTo>
                  <a:lnTo>
                    <a:pt x="3389027" y="71762"/>
                  </a:lnTo>
                  <a:lnTo>
                    <a:pt x="3302438" y="89214"/>
                  </a:lnTo>
                  <a:lnTo>
                    <a:pt x="3221574" y="108688"/>
                  </a:lnTo>
                  <a:lnTo>
                    <a:pt x="3146843" y="130356"/>
                  </a:lnTo>
                  <a:lnTo>
                    <a:pt x="3078091" y="154471"/>
                  </a:lnTo>
                  <a:lnTo>
                    <a:pt x="3014793" y="181362"/>
                  </a:lnTo>
                  <a:lnTo>
                    <a:pt x="2956197" y="211424"/>
                  </a:lnTo>
                  <a:lnTo>
                    <a:pt x="2901443" y="245089"/>
                  </a:lnTo>
                  <a:lnTo>
                    <a:pt x="2849639" y="282783"/>
                  </a:lnTo>
                  <a:lnTo>
                    <a:pt x="2799943" y="324848"/>
                  </a:lnTo>
                  <a:lnTo>
                    <a:pt x="2770117" y="352948"/>
                  </a:lnTo>
                  <a:lnTo>
                    <a:pt x="2728768" y="395357"/>
                  </a:lnTo>
                  <a:lnTo>
                    <a:pt x="2687816" y="441205"/>
                  </a:lnTo>
                  <a:lnTo>
                    <a:pt x="2646970" y="490559"/>
                  </a:lnTo>
                  <a:lnTo>
                    <a:pt x="2606007" y="543416"/>
                  </a:lnTo>
                  <a:lnTo>
                    <a:pt x="2564769" y="599696"/>
                  </a:lnTo>
                  <a:lnTo>
                    <a:pt x="2523155" y="659233"/>
                  </a:lnTo>
                  <a:lnTo>
                    <a:pt x="2481112" y="721773"/>
                  </a:lnTo>
                  <a:lnTo>
                    <a:pt x="2438636" y="786974"/>
                  </a:lnTo>
                  <a:lnTo>
                    <a:pt x="2395764" y="854409"/>
                  </a:lnTo>
                  <a:lnTo>
                    <a:pt x="2352566" y="923578"/>
                  </a:lnTo>
                  <a:lnTo>
                    <a:pt x="2309138" y="993920"/>
                  </a:lnTo>
                  <a:lnTo>
                    <a:pt x="2265597" y="1064832"/>
                  </a:lnTo>
                  <a:lnTo>
                    <a:pt x="2222066" y="1135692"/>
                  </a:lnTo>
                  <a:lnTo>
                    <a:pt x="2178670" y="1205877"/>
                  </a:lnTo>
                  <a:lnTo>
                    <a:pt x="2135520" y="1274791"/>
                  </a:lnTo>
                  <a:lnTo>
                    <a:pt x="2092711" y="1341882"/>
                  </a:lnTo>
                  <a:lnTo>
                    <a:pt x="2050307" y="1406662"/>
                  </a:lnTo>
                  <a:lnTo>
                    <a:pt x="2008338" y="1468717"/>
                  </a:lnTo>
                  <a:lnTo>
                    <a:pt x="1966792" y="1527720"/>
                  </a:lnTo>
                  <a:lnTo>
                    <a:pt x="1925609" y="1583432"/>
                  </a:lnTo>
                  <a:lnTo>
                    <a:pt x="1884679" y="1635702"/>
                  </a:lnTo>
                  <a:lnTo>
                    <a:pt x="1843832" y="1684462"/>
                  </a:lnTo>
                  <a:lnTo>
                    <a:pt x="1802836" y="1729724"/>
                  </a:lnTo>
                  <a:lnTo>
                    <a:pt x="1768425" y="1764740"/>
                  </a:lnTo>
                  <a:lnTo>
                    <a:pt x="1719655" y="1809577"/>
                  </a:lnTo>
                  <a:lnTo>
                    <a:pt x="1669241" y="1849928"/>
                  </a:lnTo>
                  <a:lnTo>
                    <a:pt x="1616404" y="1886023"/>
                  </a:lnTo>
                  <a:lnTo>
                    <a:pt x="1560276" y="1918247"/>
                  </a:lnTo>
                  <a:lnTo>
                    <a:pt x="1499967" y="1947038"/>
                  </a:lnTo>
                  <a:lnTo>
                    <a:pt x="1434647" y="1972816"/>
                  </a:lnTo>
                  <a:lnTo>
                    <a:pt x="1363638" y="1995953"/>
                  </a:lnTo>
                  <a:lnTo>
                    <a:pt x="1286536" y="2016751"/>
                  </a:lnTo>
                  <a:lnTo>
                    <a:pt x="1203381" y="2035430"/>
                  </a:lnTo>
                  <a:lnTo>
                    <a:pt x="1114850" y="2052130"/>
                  </a:lnTo>
                  <a:lnTo>
                    <a:pt x="1022458" y="2066910"/>
                  </a:lnTo>
                  <a:lnTo>
                    <a:pt x="928690" y="2079766"/>
                  </a:lnTo>
                  <a:lnTo>
                    <a:pt x="836987" y="2090655"/>
                  </a:lnTo>
                  <a:lnTo>
                    <a:pt x="751472" y="2099538"/>
                  </a:lnTo>
                  <a:lnTo>
                    <a:pt x="676387" y="2106421"/>
                  </a:lnTo>
                  <a:lnTo>
                    <a:pt x="615311" y="2111399"/>
                  </a:lnTo>
                  <a:lnTo>
                    <a:pt x="570360" y="2114678"/>
                  </a:lnTo>
                  <a:lnTo>
                    <a:pt x="541624" y="2116562"/>
                  </a:lnTo>
                  <a:lnTo>
                    <a:pt x="527007" y="2117428"/>
                  </a:lnTo>
                  <a:lnTo>
                    <a:pt x="522418" y="2117674"/>
                  </a:lnTo>
                  <a:lnTo>
                    <a:pt x="522133" y="2117689"/>
                  </a:lnTo>
                  <a:lnTo>
                    <a:pt x="0" y="2117689"/>
                  </a:lnTo>
                  <a:lnTo>
                    <a:pt x="0" y="2117689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899" name="pg899"/>
            <p:cNvSpPr/>
            <p:nvPr/>
          </p:nvSpPr>
          <p:spPr>
            <a:xfrm>
              <a:off x="386606" y="1450962"/>
              <a:ext cx="8554953" cy="4427382"/>
            </a:xfrm>
            <a:custGeom>
              <a:avLst/>
              <a:pathLst>
                <a:path w="8554953" h="4427382">
                  <a:moveTo>
                    <a:pt x="0" y="2044275"/>
                  </a:moveTo>
                  <a:lnTo>
                    <a:pt x="522133" y="2044275"/>
                  </a:lnTo>
                  <a:lnTo>
                    <a:pt x="523338" y="2044216"/>
                  </a:lnTo>
                  <a:lnTo>
                    <a:pt x="531225" y="2043794"/>
                  </a:lnTo>
                  <a:lnTo>
                    <a:pt x="550978" y="2042626"/>
                  </a:lnTo>
                  <a:lnTo>
                    <a:pt x="585964" y="2040331"/>
                  </a:lnTo>
                  <a:lnTo>
                    <a:pt x="637439" y="2036570"/>
                  </a:lnTo>
                  <a:lnTo>
                    <a:pt x="704471" y="2031081"/>
                  </a:lnTo>
                  <a:lnTo>
                    <a:pt x="784272" y="2023710"/>
                  </a:lnTo>
                  <a:lnTo>
                    <a:pt x="872884" y="2014403"/>
                  </a:lnTo>
                  <a:lnTo>
                    <a:pt x="966009" y="2003176"/>
                  </a:lnTo>
                  <a:lnTo>
                    <a:pt x="1059726" y="1990075"/>
                  </a:lnTo>
                  <a:lnTo>
                    <a:pt x="1150946" y="1975129"/>
                  </a:lnTo>
                  <a:lnTo>
                    <a:pt x="1237573" y="1958319"/>
                  </a:lnTo>
                  <a:lnTo>
                    <a:pt x="1318444" y="1939560"/>
                  </a:lnTo>
                  <a:lnTo>
                    <a:pt x="1393164" y="1918684"/>
                  </a:lnTo>
                  <a:lnTo>
                    <a:pt x="1461894" y="1895447"/>
                  </a:lnTo>
                  <a:lnTo>
                    <a:pt x="1525169" y="1869529"/>
                  </a:lnTo>
                  <a:lnTo>
                    <a:pt x="1583747" y="1840549"/>
                  </a:lnTo>
                  <a:lnTo>
                    <a:pt x="1638495" y="1808090"/>
                  </a:lnTo>
                  <a:lnTo>
                    <a:pt x="1690307" y="1771740"/>
                  </a:lnTo>
                  <a:lnTo>
                    <a:pt x="1740027" y="1731176"/>
                  </a:lnTo>
                  <a:lnTo>
                    <a:pt x="1768425" y="1705445"/>
                  </a:lnTo>
                  <a:lnTo>
                    <a:pt x="1810328" y="1664161"/>
                  </a:lnTo>
                  <a:lnTo>
                    <a:pt x="1851827" y="1619485"/>
                  </a:lnTo>
                  <a:lnTo>
                    <a:pt x="1893225" y="1571352"/>
                  </a:lnTo>
                  <a:lnTo>
                    <a:pt x="1934750" y="1519765"/>
                  </a:lnTo>
                  <a:lnTo>
                    <a:pt x="1976565" y="1464811"/>
                  </a:lnTo>
                  <a:lnTo>
                    <a:pt x="2018771" y="1406659"/>
                  </a:lnTo>
                  <a:lnTo>
                    <a:pt x="2061420" y="1345570"/>
                  </a:lnTo>
                  <a:lnTo>
                    <a:pt x="2104511" y="1281894"/>
                  </a:lnTo>
                  <a:lnTo>
                    <a:pt x="2148003" y="1216065"/>
                  </a:lnTo>
                  <a:lnTo>
                    <a:pt x="2191819" y="1148591"/>
                  </a:lnTo>
                  <a:lnTo>
                    <a:pt x="2235856" y="1080039"/>
                  </a:lnTo>
                  <a:lnTo>
                    <a:pt x="2279990" y="1011014"/>
                  </a:lnTo>
                  <a:lnTo>
                    <a:pt x="2324093" y="942141"/>
                  </a:lnTo>
                  <a:lnTo>
                    <a:pt x="2368037" y="874038"/>
                  </a:lnTo>
                  <a:lnTo>
                    <a:pt x="2411707" y="807296"/>
                  </a:lnTo>
                  <a:lnTo>
                    <a:pt x="2455012" y="742453"/>
                  </a:lnTo>
                  <a:lnTo>
                    <a:pt x="2497891" y="679985"/>
                  </a:lnTo>
                  <a:lnTo>
                    <a:pt x="2540322" y="620284"/>
                  </a:lnTo>
                  <a:lnTo>
                    <a:pt x="2582329" y="563658"/>
                  </a:lnTo>
                  <a:lnTo>
                    <a:pt x="2623986" y="510323"/>
                  </a:lnTo>
                  <a:lnTo>
                    <a:pt x="2665425" y="460408"/>
                  </a:lnTo>
                  <a:lnTo>
                    <a:pt x="2706839" y="413958"/>
                  </a:lnTo>
                  <a:lnTo>
                    <a:pt x="2748492" y="370941"/>
                  </a:lnTo>
                  <a:lnTo>
                    <a:pt x="2770117" y="350124"/>
                  </a:lnTo>
                  <a:lnTo>
                    <a:pt x="2818960" y="307022"/>
                  </a:lnTo>
                  <a:lnTo>
                    <a:pt x="2869452" y="268237"/>
                  </a:lnTo>
                  <a:lnTo>
                    <a:pt x="2922376" y="233550"/>
                  </a:lnTo>
                  <a:lnTo>
                    <a:pt x="2978606" y="202587"/>
                  </a:lnTo>
                  <a:lnTo>
                    <a:pt x="3039033" y="174928"/>
                  </a:lnTo>
                  <a:lnTo>
                    <a:pt x="3104492" y="150166"/>
                  </a:lnTo>
                  <a:lnTo>
                    <a:pt x="3175662" y="127945"/>
                  </a:lnTo>
                  <a:lnTo>
                    <a:pt x="3252944" y="107973"/>
                  </a:lnTo>
                  <a:lnTo>
                    <a:pt x="3336293" y="90039"/>
                  </a:lnTo>
                  <a:lnTo>
                    <a:pt x="3425019" y="74010"/>
                  </a:lnTo>
                  <a:lnTo>
                    <a:pt x="3517588" y="59828"/>
                  </a:lnTo>
                  <a:lnTo>
                    <a:pt x="3611488" y="47500"/>
                  </a:lnTo>
                  <a:lnTo>
                    <a:pt x="3703250" y="37066"/>
                  </a:lnTo>
                  <a:lnTo>
                    <a:pt x="3788724" y="28564"/>
                  </a:lnTo>
                  <a:lnTo>
                    <a:pt x="3863655" y="21987"/>
                  </a:lnTo>
                  <a:lnTo>
                    <a:pt x="3924470" y="17240"/>
                  </a:lnTo>
                  <a:lnTo>
                    <a:pt x="3969088" y="14125"/>
                  </a:lnTo>
                  <a:lnTo>
                    <a:pt x="3997469" y="12343"/>
                  </a:lnTo>
                  <a:lnTo>
                    <a:pt x="4011774" y="11532"/>
                  </a:lnTo>
                  <a:lnTo>
                    <a:pt x="4016162" y="11306"/>
                  </a:lnTo>
                  <a:lnTo>
                    <a:pt x="4016409" y="11294"/>
                  </a:lnTo>
                  <a:lnTo>
                    <a:pt x="4538543" y="11294"/>
                  </a:lnTo>
                  <a:lnTo>
                    <a:pt x="4539436" y="11388"/>
                  </a:lnTo>
                  <a:lnTo>
                    <a:pt x="4545319" y="12062"/>
                  </a:lnTo>
                  <a:lnTo>
                    <a:pt x="4560192" y="13923"/>
                  </a:lnTo>
                  <a:lnTo>
                    <a:pt x="4586887" y="17590"/>
                  </a:lnTo>
                  <a:lnTo>
                    <a:pt x="4626879" y="23638"/>
                  </a:lnTo>
                  <a:lnTo>
                    <a:pt x="4680169" y="32548"/>
                  </a:lnTo>
                  <a:lnTo>
                    <a:pt x="4745375" y="44659"/>
                  </a:lnTo>
                  <a:lnTo>
                    <a:pt x="4820040" y="60156"/>
                  </a:lnTo>
                  <a:lnTo>
                    <a:pt x="4901105" y="79087"/>
                  </a:lnTo>
                  <a:lnTo>
                    <a:pt x="4985405" y="101412"/>
                  </a:lnTo>
                  <a:lnTo>
                    <a:pt x="5070086" y="127055"/>
                  </a:lnTo>
                  <a:lnTo>
                    <a:pt x="5152857" y="155968"/>
                  </a:lnTo>
                  <a:lnTo>
                    <a:pt x="5232092" y="188167"/>
                  </a:lnTo>
                  <a:lnTo>
                    <a:pt x="5306800" y="223767"/>
                  </a:lnTo>
                  <a:lnTo>
                    <a:pt x="5376536" y="262994"/>
                  </a:lnTo>
                  <a:lnTo>
                    <a:pt x="5441275" y="306188"/>
                  </a:lnTo>
                  <a:lnTo>
                    <a:pt x="5501291" y="353805"/>
                  </a:lnTo>
                  <a:lnTo>
                    <a:pt x="5557059" y="406400"/>
                  </a:lnTo>
                  <a:lnTo>
                    <a:pt x="5609170" y="464606"/>
                  </a:lnTo>
                  <a:lnTo>
                    <a:pt x="5658274" y="529097"/>
                  </a:lnTo>
                  <a:lnTo>
                    <a:pt x="5705029" y="600527"/>
                  </a:lnTo>
                  <a:lnTo>
                    <a:pt x="5750058" y="679416"/>
                  </a:lnTo>
                  <a:lnTo>
                    <a:pt x="5784835" y="747308"/>
                  </a:lnTo>
                  <a:lnTo>
                    <a:pt x="5815736" y="812620"/>
                  </a:lnTo>
                  <a:lnTo>
                    <a:pt x="5846369" y="881894"/>
                  </a:lnTo>
                  <a:lnTo>
                    <a:pt x="5876868" y="955210"/>
                  </a:lnTo>
                  <a:lnTo>
                    <a:pt x="5907342" y="1032606"/>
                  </a:lnTo>
                  <a:lnTo>
                    <a:pt x="5937881" y="1114072"/>
                  </a:lnTo>
                  <a:lnTo>
                    <a:pt x="5968554" y="1199550"/>
                  </a:lnTo>
                  <a:lnTo>
                    <a:pt x="5999411" y="1288926"/>
                  </a:lnTo>
                  <a:lnTo>
                    <a:pt x="6030488" y="1382030"/>
                  </a:lnTo>
                  <a:lnTo>
                    <a:pt x="6061804" y="1478635"/>
                  </a:lnTo>
                  <a:lnTo>
                    <a:pt x="6093363" y="1578455"/>
                  </a:lnTo>
                  <a:lnTo>
                    <a:pt x="6125157" y="1681150"/>
                  </a:lnTo>
                  <a:lnTo>
                    <a:pt x="6157166" y="1786328"/>
                  </a:lnTo>
                  <a:lnTo>
                    <a:pt x="6189360" y="1893551"/>
                  </a:lnTo>
                  <a:lnTo>
                    <a:pt x="6221699" y="2002339"/>
                  </a:lnTo>
                  <a:lnTo>
                    <a:pt x="6254138" y="2112184"/>
                  </a:lnTo>
                  <a:lnTo>
                    <a:pt x="6286627" y="2222554"/>
                  </a:lnTo>
                  <a:lnTo>
                    <a:pt x="6319115" y="2332908"/>
                  </a:lnTo>
                  <a:lnTo>
                    <a:pt x="6351550" y="2442706"/>
                  </a:lnTo>
                  <a:lnTo>
                    <a:pt x="6383881" y="2551417"/>
                  </a:lnTo>
                  <a:lnTo>
                    <a:pt x="6416065" y="2658533"/>
                  </a:lnTo>
                  <a:lnTo>
                    <a:pt x="6448062" y="2763578"/>
                  </a:lnTo>
                  <a:lnTo>
                    <a:pt x="6479843" y="2866116"/>
                  </a:lnTo>
                  <a:lnTo>
                    <a:pt x="6511389" y="2965758"/>
                  </a:lnTo>
                  <a:lnTo>
                    <a:pt x="6542690" y="3062166"/>
                  </a:lnTo>
                  <a:lnTo>
                    <a:pt x="6573754" y="3155058"/>
                  </a:lnTo>
                  <a:lnTo>
                    <a:pt x="6604599" y="3244211"/>
                  </a:lnTo>
                  <a:lnTo>
                    <a:pt x="6635262" y="3329458"/>
                  </a:lnTo>
                  <a:lnTo>
                    <a:pt x="6665795" y="3410689"/>
                  </a:lnTo>
                  <a:lnTo>
                    <a:pt x="6696268" y="3487847"/>
                  </a:lnTo>
                  <a:lnTo>
                    <a:pt x="6726772" y="3560926"/>
                  </a:lnTo>
                  <a:lnTo>
                    <a:pt x="6757417" y="3629967"/>
                  </a:lnTo>
                  <a:lnTo>
                    <a:pt x="6786527" y="3691367"/>
                  </a:lnTo>
                  <a:lnTo>
                    <a:pt x="6830580" y="3776343"/>
                  </a:lnTo>
                  <a:lnTo>
                    <a:pt x="6875920" y="3853645"/>
                  </a:lnTo>
                  <a:lnTo>
                    <a:pt x="6923112" y="3923579"/>
                  </a:lnTo>
                  <a:lnTo>
                    <a:pt x="6972788" y="3986704"/>
                  </a:lnTo>
                  <a:lnTo>
                    <a:pt x="7025610" y="4043684"/>
                  </a:lnTo>
                  <a:lnTo>
                    <a:pt x="7082218" y="4095191"/>
                  </a:lnTo>
                  <a:lnTo>
                    <a:pt x="7143185" y="4141843"/>
                  </a:lnTo>
                  <a:lnTo>
                    <a:pt x="7208951" y="4184176"/>
                  </a:lnTo>
                  <a:lnTo>
                    <a:pt x="7279738" y="4222622"/>
                  </a:lnTo>
                  <a:lnTo>
                    <a:pt x="7355444" y="4257498"/>
                  </a:lnTo>
                  <a:lnTo>
                    <a:pt x="7435517" y="4289006"/>
                  </a:lnTo>
                  <a:lnTo>
                    <a:pt x="7518843" y="4317238"/>
                  </a:lnTo>
                  <a:lnTo>
                    <a:pt x="7603655" y="4342195"/>
                  </a:lnTo>
                  <a:lnTo>
                    <a:pt x="7687532" y="4363818"/>
                  </a:lnTo>
                  <a:lnTo>
                    <a:pt x="7767526" y="4382035"/>
                  </a:lnTo>
                  <a:lnTo>
                    <a:pt x="7840459" y="4396818"/>
                  </a:lnTo>
                  <a:lnTo>
                    <a:pt x="7903353" y="4408241"/>
                  </a:lnTo>
                  <a:lnTo>
                    <a:pt x="7953942" y="4416521"/>
                  </a:lnTo>
                  <a:lnTo>
                    <a:pt x="7991111" y="4422029"/>
                  </a:lnTo>
                  <a:lnTo>
                    <a:pt x="8015172" y="4425269"/>
                  </a:lnTo>
                  <a:lnTo>
                    <a:pt x="8027895" y="4426831"/>
                  </a:lnTo>
                  <a:lnTo>
                    <a:pt x="8032372" y="4427335"/>
                  </a:lnTo>
                  <a:lnTo>
                    <a:pt x="8032819" y="4427382"/>
                  </a:lnTo>
                  <a:lnTo>
                    <a:pt x="8554953" y="4427382"/>
                  </a:lnTo>
                  <a:lnTo>
                    <a:pt x="8554953" y="4416087"/>
                  </a:lnTo>
                  <a:lnTo>
                    <a:pt x="8032819" y="4416087"/>
                  </a:lnTo>
                  <a:lnTo>
                    <a:pt x="8031926" y="4415993"/>
                  </a:lnTo>
                  <a:lnTo>
                    <a:pt x="8026043" y="4415319"/>
                  </a:lnTo>
                  <a:lnTo>
                    <a:pt x="8011170" y="4413458"/>
                  </a:lnTo>
                  <a:lnTo>
                    <a:pt x="7984474" y="4409791"/>
                  </a:lnTo>
                  <a:lnTo>
                    <a:pt x="7944483" y="4403743"/>
                  </a:lnTo>
                  <a:lnTo>
                    <a:pt x="7891192" y="4394833"/>
                  </a:lnTo>
                  <a:lnTo>
                    <a:pt x="7825987" y="4382722"/>
                  </a:lnTo>
                  <a:lnTo>
                    <a:pt x="7751322" y="4367225"/>
                  </a:lnTo>
                  <a:lnTo>
                    <a:pt x="7670257" y="4348294"/>
                  </a:lnTo>
                  <a:lnTo>
                    <a:pt x="7585957" y="4325969"/>
                  </a:lnTo>
                  <a:lnTo>
                    <a:pt x="7501276" y="4300326"/>
                  </a:lnTo>
                  <a:lnTo>
                    <a:pt x="7418505" y="4271413"/>
                  </a:lnTo>
                  <a:lnTo>
                    <a:pt x="7339270" y="4239214"/>
                  </a:lnTo>
                  <a:lnTo>
                    <a:pt x="7264562" y="4203614"/>
                  </a:lnTo>
                  <a:lnTo>
                    <a:pt x="7194826" y="4164387"/>
                  </a:lnTo>
                  <a:lnTo>
                    <a:pt x="7130087" y="4121193"/>
                  </a:lnTo>
                  <a:lnTo>
                    <a:pt x="7070071" y="4073576"/>
                  </a:lnTo>
                  <a:lnTo>
                    <a:pt x="7014303" y="4020981"/>
                  </a:lnTo>
                  <a:lnTo>
                    <a:pt x="6962192" y="3962776"/>
                  </a:lnTo>
                  <a:lnTo>
                    <a:pt x="6913088" y="3898284"/>
                  </a:lnTo>
                  <a:lnTo>
                    <a:pt x="6866333" y="3826854"/>
                  </a:lnTo>
                  <a:lnTo>
                    <a:pt x="6821304" y="3747965"/>
                  </a:lnTo>
                  <a:lnTo>
                    <a:pt x="6786527" y="3680073"/>
                  </a:lnTo>
                  <a:lnTo>
                    <a:pt x="6755626" y="3614761"/>
                  </a:lnTo>
                  <a:lnTo>
                    <a:pt x="6724993" y="3545487"/>
                  </a:lnTo>
                  <a:lnTo>
                    <a:pt x="6694494" y="3472172"/>
                  </a:lnTo>
                  <a:lnTo>
                    <a:pt x="6664020" y="3394776"/>
                  </a:lnTo>
                  <a:lnTo>
                    <a:pt x="6633481" y="3313309"/>
                  </a:lnTo>
                  <a:lnTo>
                    <a:pt x="6602808" y="3227831"/>
                  </a:lnTo>
                  <a:lnTo>
                    <a:pt x="6571951" y="3138455"/>
                  </a:lnTo>
                  <a:lnTo>
                    <a:pt x="6540874" y="3045351"/>
                  </a:lnTo>
                  <a:lnTo>
                    <a:pt x="6509558" y="2948746"/>
                  </a:lnTo>
                  <a:lnTo>
                    <a:pt x="6477999" y="2848926"/>
                  </a:lnTo>
                  <a:lnTo>
                    <a:pt x="6446205" y="2746231"/>
                  </a:lnTo>
                  <a:lnTo>
                    <a:pt x="6414196" y="2641053"/>
                  </a:lnTo>
                  <a:lnTo>
                    <a:pt x="6382002" y="2533830"/>
                  </a:lnTo>
                  <a:lnTo>
                    <a:pt x="6349663" y="2425042"/>
                  </a:lnTo>
                  <a:lnTo>
                    <a:pt x="6317224" y="2315198"/>
                  </a:lnTo>
                  <a:lnTo>
                    <a:pt x="6284735" y="2204827"/>
                  </a:lnTo>
                  <a:lnTo>
                    <a:pt x="6252247" y="2094473"/>
                  </a:lnTo>
                  <a:lnTo>
                    <a:pt x="6219812" y="1984675"/>
                  </a:lnTo>
                  <a:lnTo>
                    <a:pt x="6187480" y="1875964"/>
                  </a:lnTo>
                  <a:lnTo>
                    <a:pt x="6155297" y="1768848"/>
                  </a:lnTo>
                  <a:lnTo>
                    <a:pt x="6123300" y="1663803"/>
                  </a:lnTo>
                  <a:lnTo>
                    <a:pt x="6091519" y="1561265"/>
                  </a:lnTo>
                  <a:lnTo>
                    <a:pt x="6059973" y="1461623"/>
                  </a:lnTo>
                  <a:lnTo>
                    <a:pt x="6028672" y="1365215"/>
                  </a:lnTo>
                  <a:lnTo>
                    <a:pt x="5997608" y="1272323"/>
                  </a:lnTo>
                  <a:lnTo>
                    <a:pt x="5966763" y="1183170"/>
                  </a:lnTo>
                  <a:lnTo>
                    <a:pt x="5936100" y="1097923"/>
                  </a:lnTo>
                  <a:lnTo>
                    <a:pt x="5905567" y="1016692"/>
                  </a:lnTo>
                  <a:lnTo>
                    <a:pt x="5875093" y="939534"/>
                  </a:lnTo>
                  <a:lnTo>
                    <a:pt x="5844590" y="866455"/>
                  </a:lnTo>
                  <a:lnTo>
                    <a:pt x="5813945" y="797414"/>
                  </a:lnTo>
                  <a:lnTo>
                    <a:pt x="5784835" y="736014"/>
                  </a:lnTo>
                  <a:lnTo>
                    <a:pt x="5740782" y="651038"/>
                  </a:lnTo>
                  <a:lnTo>
                    <a:pt x="5695442" y="573736"/>
                  </a:lnTo>
                  <a:lnTo>
                    <a:pt x="5648250" y="503803"/>
                  </a:lnTo>
                  <a:lnTo>
                    <a:pt x="5598573" y="440677"/>
                  </a:lnTo>
                  <a:lnTo>
                    <a:pt x="5545752" y="383697"/>
                  </a:lnTo>
                  <a:lnTo>
                    <a:pt x="5489144" y="332191"/>
                  </a:lnTo>
                  <a:lnTo>
                    <a:pt x="5428177" y="285538"/>
                  </a:lnTo>
                  <a:lnTo>
                    <a:pt x="5362411" y="243205"/>
                  </a:lnTo>
                  <a:lnTo>
                    <a:pt x="5291624" y="204759"/>
                  </a:lnTo>
                  <a:lnTo>
                    <a:pt x="5215918" y="169883"/>
                  </a:lnTo>
                  <a:lnTo>
                    <a:pt x="5135845" y="138375"/>
                  </a:lnTo>
                  <a:lnTo>
                    <a:pt x="5052518" y="110143"/>
                  </a:lnTo>
                  <a:lnTo>
                    <a:pt x="4967707" y="85186"/>
                  </a:lnTo>
                  <a:lnTo>
                    <a:pt x="4883830" y="63563"/>
                  </a:lnTo>
                  <a:lnTo>
                    <a:pt x="4803836" y="45346"/>
                  </a:lnTo>
                  <a:lnTo>
                    <a:pt x="4730903" y="30563"/>
                  </a:lnTo>
                  <a:lnTo>
                    <a:pt x="4668009" y="19140"/>
                  </a:lnTo>
                  <a:lnTo>
                    <a:pt x="4617420" y="10860"/>
                  </a:lnTo>
                  <a:lnTo>
                    <a:pt x="4580251" y="5353"/>
                  </a:lnTo>
                  <a:lnTo>
                    <a:pt x="4556190" y="2112"/>
                  </a:lnTo>
                  <a:lnTo>
                    <a:pt x="4543467" y="550"/>
                  </a:lnTo>
                  <a:lnTo>
                    <a:pt x="4538990" y="46"/>
                  </a:lnTo>
                  <a:lnTo>
                    <a:pt x="4538543" y="0"/>
                  </a:lnTo>
                  <a:lnTo>
                    <a:pt x="4016409" y="0"/>
                  </a:lnTo>
                  <a:lnTo>
                    <a:pt x="4015204" y="59"/>
                  </a:lnTo>
                  <a:lnTo>
                    <a:pt x="4007317" y="481"/>
                  </a:lnTo>
                  <a:lnTo>
                    <a:pt x="3987564" y="1649"/>
                  </a:lnTo>
                  <a:lnTo>
                    <a:pt x="3952578" y="3943"/>
                  </a:lnTo>
                  <a:lnTo>
                    <a:pt x="3901104" y="7705"/>
                  </a:lnTo>
                  <a:lnTo>
                    <a:pt x="3834072" y="13194"/>
                  </a:lnTo>
                  <a:lnTo>
                    <a:pt x="3754270" y="20565"/>
                  </a:lnTo>
                  <a:lnTo>
                    <a:pt x="3665658" y="29872"/>
                  </a:lnTo>
                  <a:lnTo>
                    <a:pt x="3572533" y="41098"/>
                  </a:lnTo>
                  <a:lnTo>
                    <a:pt x="3478816" y="54200"/>
                  </a:lnTo>
                  <a:lnTo>
                    <a:pt x="3387596" y="69146"/>
                  </a:lnTo>
                  <a:lnTo>
                    <a:pt x="3300969" y="85956"/>
                  </a:lnTo>
                  <a:lnTo>
                    <a:pt x="3220098" y="104715"/>
                  </a:lnTo>
                  <a:lnTo>
                    <a:pt x="3145378" y="125591"/>
                  </a:lnTo>
                  <a:lnTo>
                    <a:pt x="3076648" y="148828"/>
                  </a:lnTo>
                  <a:lnTo>
                    <a:pt x="3013373" y="174746"/>
                  </a:lnTo>
                  <a:lnTo>
                    <a:pt x="2954795" y="203726"/>
                  </a:lnTo>
                  <a:lnTo>
                    <a:pt x="2900047" y="236185"/>
                  </a:lnTo>
                  <a:lnTo>
                    <a:pt x="2848235" y="272535"/>
                  </a:lnTo>
                  <a:lnTo>
                    <a:pt x="2798515" y="313099"/>
                  </a:lnTo>
                  <a:lnTo>
                    <a:pt x="2770117" y="338830"/>
                  </a:lnTo>
                  <a:lnTo>
                    <a:pt x="2728214" y="380114"/>
                  </a:lnTo>
                  <a:lnTo>
                    <a:pt x="2686715" y="424790"/>
                  </a:lnTo>
                  <a:lnTo>
                    <a:pt x="2645317" y="472923"/>
                  </a:lnTo>
                  <a:lnTo>
                    <a:pt x="2603792" y="524510"/>
                  </a:lnTo>
                  <a:lnTo>
                    <a:pt x="2561977" y="579464"/>
                  </a:lnTo>
                  <a:lnTo>
                    <a:pt x="2519771" y="637616"/>
                  </a:lnTo>
                  <a:lnTo>
                    <a:pt x="2477122" y="698705"/>
                  </a:lnTo>
                  <a:lnTo>
                    <a:pt x="2434031" y="762381"/>
                  </a:lnTo>
                  <a:lnTo>
                    <a:pt x="2390539" y="828210"/>
                  </a:lnTo>
                  <a:lnTo>
                    <a:pt x="2346723" y="895684"/>
                  </a:lnTo>
                  <a:lnTo>
                    <a:pt x="2302687" y="964236"/>
                  </a:lnTo>
                  <a:lnTo>
                    <a:pt x="2258552" y="1033261"/>
                  </a:lnTo>
                  <a:lnTo>
                    <a:pt x="2214449" y="1102134"/>
                  </a:lnTo>
                  <a:lnTo>
                    <a:pt x="2170505" y="1170237"/>
                  </a:lnTo>
                  <a:lnTo>
                    <a:pt x="2126835" y="1236979"/>
                  </a:lnTo>
                  <a:lnTo>
                    <a:pt x="2083530" y="1301822"/>
                  </a:lnTo>
                  <a:lnTo>
                    <a:pt x="2040651" y="1364290"/>
                  </a:lnTo>
                  <a:lnTo>
                    <a:pt x="1998220" y="1423991"/>
                  </a:lnTo>
                  <a:lnTo>
                    <a:pt x="1956214" y="1480617"/>
                  </a:lnTo>
                  <a:lnTo>
                    <a:pt x="1914556" y="1533952"/>
                  </a:lnTo>
                  <a:lnTo>
                    <a:pt x="1873117" y="1583867"/>
                  </a:lnTo>
                  <a:lnTo>
                    <a:pt x="1831703" y="1630317"/>
                  </a:lnTo>
                  <a:lnTo>
                    <a:pt x="1790050" y="1673334"/>
                  </a:lnTo>
                  <a:lnTo>
                    <a:pt x="1768425" y="1694151"/>
                  </a:lnTo>
                  <a:lnTo>
                    <a:pt x="1719583" y="1737253"/>
                  </a:lnTo>
                  <a:lnTo>
                    <a:pt x="1669090" y="1776038"/>
                  </a:lnTo>
                  <a:lnTo>
                    <a:pt x="1616166" y="1810725"/>
                  </a:lnTo>
                  <a:lnTo>
                    <a:pt x="1559936" y="1841688"/>
                  </a:lnTo>
                  <a:lnTo>
                    <a:pt x="1499509" y="1869347"/>
                  </a:lnTo>
                  <a:lnTo>
                    <a:pt x="1434051" y="1894109"/>
                  </a:lnTo>
                  <a:lnTo>
                    <a:pt x="1362881" y="1916330"/>
                  </a:lnTo>
                  <a:lnTo>
                    <a:pt x="1285598" y="1936302"/>
                  </a:lnTo>
                  <a:lnTo>
                    <a:pt x="1202250" y="1954236"/>
                  </a:lnTo>
                  <a:lnTo>
                    <a:pt x="1113524" y="1970265"/>
                  </a:lnTo>
                  <a:lnTo>
                    <a:pt x="1020954" y="1984446"/>
                  </a:lnTo>
                  <a:lnTo>
                    <a:pt x="927054" y="1996775"/>
                  </a:lnTo>
                  <a:lnTo>
                    <a:pt x="835292" y="2007209"/>
                  </a:lnTo>
                  <a:lnTo>
                    <a:pt x="749818" y="2015711"/>
                  </a:lnTo>
                  <a:lnTo>
                    <a:pt x="674887" y="2022288"/>
                  </a:lnTo>
                  <a:lnTo>
                    <a:pt x="614072" y="2027035"/>
                  </a:lnTo>
                  <a:lnTo>
                    <a:pt x="569454" y="2030150"/>
                  </a:lnTo>
                  <a:lnTo>
                    <a:pt x="541073" y="2031932"/>
                  </a:lnTo>
                  <a:lnTo>
                    <a:pt x="526768" y="2032743"/>
                  </a:lnTo>
                  <a:lnTo>
                    <a:pt x="522380" y="2032969"/>
                  </a:lnTo>
                  <a:lnTo>
                    <a:pt x="522133" y="2032981"/>
                  </a:lnTo>
                  <a:lnTo>
                    <a:pt x="0" y="2032981"/>
                  </a:lnTo>
                  <a:close/>
                </a:path>
              </a:pathLst>
            </a:custGeom>
            <a:solidFill>
              <a:srgbClr val="F28E5B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900" name="pl900"/>
            <p:cNvSpPr/>
            <p:nvPr/>
          </p:nvSpPr>
          <p:spPr>
            <a:xfrm>
              <a:off x="386606" y="1462256"/>
              <a:ext cx="8554953" cy="4416087"/>
            </a:xfrm>
            <a:custGeom>
              <a:avLst/>
              <a:pathLst>
                <a:path w="8554953" h="4416087">
                  <a:moveTo>
                    <a:pt x="0" y="2032981"/>
                  </a:moveTo>
                  <a:lnTo>
                    <a:pt x="522133" y="2032981"/>
                  </a:lnTo>
                  <a:lnTo>
                    <a:pt x="523338" y="2032922"/>
                  </a:lnTo>
                  <a:lnTo>
                    <a:pt x="531225" y="2032500"/>
                  </a:lnTo>
                  <a:lnTo>
                    <a:pt x="550978" y="2031332"/>
                  </a:lnTo>
                  <a:lnTo>
                    <a:pt x="585964" y="2029037"/>
                  </a:lnTo>
                  <a:lnTo>
                    <a:pt x="637439" y="2025275"/>
                  </a:lnTo>
                  <a:lnTo>
                    <a:pt x="704471" y="2019786"/>
                  </a:lnTo>
                  <a:lnTo>
                    <a:pt x="784272" y="2012416"/>
                  </a:lnTo>
                  <a:lnTo>
                    <a:pt x="872884" y="2003109"/>
                  </a:lnTo>
                  <a:lnTo>
                    <a:pt x="966009" y="1991882"/>
                  </a:lnTo>
                  <a:lnTo>
                    <a:pt x="1059726" y="1978781"/>
                  </a:lnTo>
                  <a:lnTo>
                    <a:pt x="1150946" y="1963834"/>
                  </a:lnTo>
                  <a:lnTo>
                    <a:pt x="1237573" y="1947025"/>
                  </a:lnTo>
                  <a:lnTo>
                    <a:pt x="1318444" y="1928265"/>
                  </a:lnTo>
                  <a:lnTo>
                    <a:pt x="1393164" y="1907390"/>
                  </a:lnTo>
                  <a:lnTo>
                    <a:pt x="1461894" y="1884153"/>
                  </a:lnTo>
                  <a:lnTo>
                    <a:pt x="1525169" y="1858235"/>
                  </a:lnTo>
                  <a:lnTo>
                    <a:pt x="1583747" y="1829255"/>
                  </a:lnTo>
                  <a:lnTo>
                    <a:pt x="1638495" y="1796795"/>
                  </a:lnTo>
                  <a:lnTo>
                    <a:pt x="1690307" y="1760446"/>
                  </a:lnTo>
                  <a:lnTo>
                    <a:pt x="1740027" y="1719881"/>
                  </a:lnTo>
                  <a:lnTo>
                    <a:pt x="1768425" y="1694151"/>
                  </a:lnTo>
                  <a:lnTo>
                    <a:pt x="1810328" y="1652867"/>
                  </a:lnTo>
                  <a:lnTo>
                    <a:pt x="1851827" y="1608191"/>
                  </a:lnTo>
                  <a:lnTo>
                    <a:pt x="1893225" y="1560057"/>
                  </a:lnTo>
                  <a:lnTo>
                    <a:pt x="1934750" y="1508471"/>
                  </a:lnTo>
                  <a:lnTo>
                    <a:pt x="1976565" y="1453516"/>
                  </a:lnTo>
                  <a:lnTo>
                    <a:pt x="2018771" y="1395364"/>
                  </a:lnTo>
                  <a:lnTo>
                    <a:pt x="2061420" y="1334276"/>
                  </a:lnTo>
                  <a:lnTo>
                    <a:pt x="2104511" y="1270600"/>
                  </a:lnTo>
                  <a:lnTo>
                    <a:pt x="2148003" y="1204771"/>
                  </a:lnTo>
                  <a:lnTo>
                    <a:pt x="2191819" y="1137297"/>
                  </a:lnTo>
                  <a:lnTo>
                    <a:pt x="2235856" y="1068744"/>
                  </a:lnTo>
                  <a:lnTo>
                    <a:pt x="2279990" y="999719"/>
                  </a:lnTo>
                  <a:lnTo>
                    <a:pt x="2324093" y="930846"/>
                  </a:lnTo>
                  <a:lnTo>
                    <a:pt x="2368037" y="862744"/>
                  </a:lnTo>
                  <a:lnTo>
                    <a:pt x="2411707" y="796001"/>
                  </a:lnTo>
                  <a:lnTo>
                    <a:pt x="2455012" y="731159"/>
                  </a:lnTo>
                  <a:lnTo>
                    <a:pt x="2497891" y="668690"/>
                  </a:lnTo>
                  <a:lnTo>
                    <a:pt x="2540322" y="608990"/>
                  </a:lnTo>
                  <a:lnTo>
                    <a:pt x="2582329" y="552364"/>
                  </a:lnTo>
                  <a:lnTo>
                    <a:pt x="2623986" y="499029"/>
                  </a:lnTo>
                  <a:lnTo>
                    <a:pt x="2665425" y="449114"/>
                  </a:lnTo>
                  <a:lnTo>
                    <a:pt x="2706839" y="402663"/>
                  </a:lnTo>
                  <a:lnTo>
                    <a:pt x="2748492" y="359647"/>
                  </a:lnTo>
                  <a:lnTo>
                    <a:pt x="2770117" y="338830"/>
                  </a:lnTo>
                  <a:lnTo>
                    <a:pt x="2818960" y="295727"/>
                  </a:lnTo>
                  <a:lnTo>
                    <a:pt x="2869452" y="256943"/>
                  </a:lnTo>
                  <a:lnTo>
                    <a:pt x="2922376" y="222256"/>
                  </a:lnTo>
                  <a:lnTo>
                    <a:pt x="2978606" y="191293"/>
                  </a:lnTo>
                  <a:lnTo>
                    <a:pt x="3039033" y="163634"/>
                  </a:lnTo>
                  <a:lnTo>
                    <a:pt x="3104492" y="138872"/>
                  </a:lnTo>
                  <a:lnTo>
                    <a:pt x="3175662" y="116650"/>
                  </a:lnTo>
                  <a:lnTo>
                    <a:pt x="3252944" y="96679"/>
                  </a:lnTo>
                  <a:lnTo>
                    <a:pt x="3336293" y="78745"/>
                  </a:lnTo>
                  <a:lnTo>
                    <a:pt x="3425019" y="62715"/>
                  </a:lnTo>
                  <a:lnTo>
                    <a:pt x="3517588" y="48534"/>
                  </a:lnTo>
                  <a:lnTo>
                    <a:pt x="3611488" y="36206"/>
                  </a:lnTo>
                  <a:lnTo>
                    <a:pt x="3703250" y="25772"/>
                  </a:lnTo>
                  <a:lnTo>
                    <a:pt x="3788724" y="17270"/>
                  </a:lnTo>
                  <a:lnTo>
                    <a:pt x="3863655" y="10693"/>
                  </a:lnTo>
                  <a:lnTo>
                    <a:pt x="3924470" y="5946"/>
                  </a:lnTo>
                  <a:lnTo>
                    <a:pt x="3969088" y="2830"/>
                  </a:lnTo>
                  <a:lnTo>
                    <a:pt x="3997469" y="1048"/>
                  </a:lnTo>
                  <a:lnTo>
                    <a:pt x="4011774" y="237"/>
                  </a:lnTo>
                  <a:lnTo>
                    <a:pt x="4016162" y="11"/>
                  </a:lnTo>
                  <a:lnTo>
                    <a:pt x="4016409" y="0"/>
                  </a:lnTo>
                  <a:lnTo>
                    <a:pt x="4538543" y="0"/>
                  </a:lnTo>
                  <a:lnTo>
                    <a:pt x="4539436" y="94"/>
                  </a:lnTo>
                  <a:lnTo>
                    <a:pt x="4545319" y="768"/>
                  </a:lnTo>
                  <a:lnTo>
                    <a:pt x="4560192" y="2629"/>
                  </a:lnTo>
                  <a:lnTo>
                    <a:pt x="4586887" y="6296"/>
                  </a:lnTo>
                  <a:lnTo>
                    <a:pt x="4626879" y="12344"/>
                  </a:lnTo>
                  <a:lnTo>
                    <a:pt x="4680169" y="21253"/>
                  </a:lnTo>
                  <a:lnTo>
                    <a:pt x="4745375" y="33364"/>
                  </a:lnTo>
                  <a:lnTo>
                    <a:pt x="4820040" y="48861"/>
                  </a:lnTo>
                  <a:lnTo>
                    <a:pt x="4901105" y="67793"/>
                  </a:lnTo>
                  <a:lnTo>
                    <a:pt x="4985405" y="90117"/>
                  </a:lnTo>
                  <a:lnTo>
                    <a:pt x="5070086" y="115761"/>
                  </a:lnTo>
                  <a:lnTo>
                    <a:pt x="5152857" y="144674"/>
                  </a:lnTo>
                  <a:lnTo>
                    <a:pt x="5232092" y="176873"/>
                  </a:lnTo>
                  <a:lnTo>
                    <a:pt x="5306800" y="212473"/>
                  </a:lnTo>
                  <a:lnTo>
                    <a:pt x="5376536" y="251699"/>
                  </a:lnTo>
                  <a:lnTo>
                    <a:pt x="5441275" y="294894"/>
                  </a:lnTo>
                  <a:lnTo>
                    <a:pt x="5501291" y="342511"/>
                  </a:lnTo>
                  <a:lnTo>
                    <a:pt x="5557059" y="395106"/>
                  </a:lnTo>
                  <a:lnTo>
                    <a:pt x="5609170" y="453311"/>
                  </a:lnTo>
                  <a:lnTo>
                    <a:pt x="5658274" y="517803"/>
                  </a:lnTo>
                  <a:lnTo>
                    <a:pt x="5705029" y="589232"/>
                  </a:lnTo>
                  <a:lnTo>
                    <a:pt x="5750058" y="668122"/>
                  </a:lnTo>
                  <a:lnTo>
                    <a:pt x="5784835" y="736014"/>
                  </a:lnTo>
                  <a:lnTo>
                    <a:pt x="5815736" y="801326"/>
                  </a:lnTo>
                  <a:lnTo>
                    <a:pt x="5846369" y="870599"/>
                  </a:lnTo>
                  <a:lnTo>
                    <a:pt x="5876868" y="943915"/>
                  </a:lnTo>
                  <a:lnTo>
                    <a:pt x="5907342" y="1021311"/>
                  </a:lnTo>
                  <a:lnTo>
                    <a:pt x="5937881" y="1102778"/>
                  </a:lnTo>
                  <a:lnTo>
                    <a:pt x="5968554" y="1188256"/>
                  </a:lnTo>
                  <a:lnTo>
                    <a:pt x="5999411" y="1277632"/>
                  </a:lnTo>
                  <a:lnTo>
                    <a:pt x="6030488" y="1370736"/>
                  </a:lnTo>
                  <a:lnTo>
                    <a:pt x="6061804" y="1467340"/>
                  </a:lnTo>
                  <a:lnTo>
                    <a:pt x="6093363" y="1567160"/>
                  </a:lnTo>
                  <a:lnTo>
                    <a:pt x="6125157" y="1669856"/>
                  </a:lnTo>
                  <a:lnTo>
                    <a:pt x="6157166" y="1775034"/>
                  </a:lnTo>
                  <a:lnTo>
                    <a:pt x="6189360" y="1882256"/>
                  </a:lnTo>
                  <a:lnTo>
                    <a:pt x="6221699" y="1991045"/>
                  </a:lnTo>
                  <a:lnTo>
                    <a:pt x="6254138" y="2100889"/>
                  </a:lnTo>
                  <a:lnTo>
                    <a:pt x="6286627" y="2211260"/>
                  </a:lnTo>
                  <a:lnTo>
                    <a:pt x="6319115" y="2321614"/>
                  </a:lnTo>
                  <a:lnTo>
                    <a:pt x="6351550" y="2431412"/>
                  </a:lnTo>
                  <a:lnTo>
                    <a:pt x="6383881" y="2540122"/>
                  </a:lnTo>
                  <a:lnTo>
                    <a:pt x="6416065" y="2647239"/>
                  </a:lnTo>
                  <a:lnTo>
                    <a:pt x="6448062" y="2752284"/>
                  </a:lnTo>
                  <a:lnTo>
                    <a:pt x="6479843" y="2854822"/>
                  </a:lnTo>
                  <a:lnTo>
                    <a:pt x="6511389" y="2954464"/>
                  </a:lnTo>
                  <a:lnTo>
                    <a:pt x="6542690" y="3050871"/>
                  </a:lnTo>
                  <a:lnTo>
                    <a:pt x="6573754" y="3143764"/>
                  </a:lnTo>
                  <a:lnTo>
                    <a:pt x="6604599" y="3232917"/>
                  </a:lnTo>
                  <a:lnTo>
                    <a:pt x="6635262" y="3318164"/>
                  </a:lnTo>
                  <a:lnTo>
                    <a:pt x="6665795" y="3399395"/>
                  </a:lnTo>
                  <a:lnTo>
                    <a:pt x="6696268" y="3476553"/>
                  </a:lnTo>
                  <a:lnTo>
                    <a:pt x="6726772" y="3549632"/>
                  </a:lnTo>
                  <a:lnTo>
                    <a:pt x="6757417" y="3618672"/>
                  </a:lnTo>
                  <a:lnTo>
                    <a:pt x="6786527" y="3680073"/>
                  </a:lnTo>
                  <a:lnTo>
                    <a:pt x="6830580" y="3765049"/>
                  </a:lnTo>
                  <a:lnTo>
                    <a:pt x="6875920" y="3842351"/>
                  </a:lnTo>
                  <a:lnTo>
                    <a:pt x="6923112" y="3912284"/>
                  </a:lnTo>
                  <a:lnTo>
                    <a:pt x="6972788" y="3975409"/>
                  </a:lnTo>
                  <a:lnTo>
                    <a:pt x="7025610" y="4032390"/>
                  </a:lnTo>
                  <a:lnTo>
                    <a:pt x="7082218" y="4083896"/>
                  </a:lnTo>
                  <a:lnTo>
                    <a:pt x="7143185" y="4130548"/>
                  </a:lnTo>
                  <a:lnTo>
                    <a:pt x="7208951" y="4172882"/>
                  </a:lnTo>
                  <a:lnTo>
                    <a:pt x="7279738" y="4211328"/>
                  </a:lnTo>
                  <a:lnTo>
                    <a:pt x="7355444" y="4246204"/>
                  </a:lnTo>
                  <a:lnTo>
                    <a:pt x="7435517" y="4277712"/>
                  </a:lnTo>
                  <a:lnTo>
                    <a:pt x="7518843" y="4305944"/>
                  </a:lnTo>
                  <a:lnTo>
                    <a:pt x="7603655" y="4330901"/>
                  </a:lnTo>
                  <a:lnTo>
                    <a:pt x="7687532" y="4352524"/>
                  </a:lnTo>
                  <a:lnTo>
                    <a:pt x="7767526" y="4370740"/>
                  </a:lnTo>
                  <a:lnTo>
                    <a:pt x="7840459" y="4385523"/>
                  </a:lnTo>
                  <a:lnTo>
                    <a:pt x="7903353" y="4396947"/>
                  </a:lnTo>
                  <a:lnTo>
                    <a:pt x="7953942" y="4405226"/>
                  </a:lnTo>
                  <a:lnTo>
                    <a:pt x="7991111" y="4410734"/>
                  </a:lnTo>
                  <a:lnTo>
                    <a:pt x="8015172" y="4413975"/>
                  </a:lnTo>
                  <a:lnTo>
                    <a:pt x="8027895" y="4415537"/>
                  </a:lnTo>
                  <a:lnTo>
                    <a:pt x="8032372" y="4416041"/>
                  </a:lnTo>
                  <a:lnTo>
                    <a:pt x="8032819" y="4416087"/>
                  </a:lnTo>
                  <a:lnTo>
                    <a:pt x="8554953" y="4416087"/>
                  </a:lnTo>
                  <a:lnTo>
                    <a:pt x="8554953" y="4416087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901" name="pl901"/>
            <p:cNvSpPr/>
            <p:nvPr/>
          </p:nvSpPr>
          <p:spPr>
            <a:xfrm>
              <a:off x="386606" y="1450962"/>
              <a:ext cx="8554953" cy="4416087"/>
            </a:xfrm>
            <a:custGeom>
              <a:avLst/>
              <a:pathLst>
                <a:path w="8554953" h="4416087">
                  <a:moveTo>
                    <a:pt x="8554953" y="4416087"/>
                  </a:moveTo>
                  <a:lnTo>
                    <a:pt x="8032819" y="4416087"/>
                  </a:lnTo>
                  <a:lnTo>
                    <a:pt x="8031926" y="4415993"/>
                  </a:lnTo>
                  <a:lnTo>
                    <a:pt x="8026043" y="4415319"/>
                  </a:lnTo>
                  <a:lnTo>
                    <a:pt x="8011170" y="4413458"/>
                  </a:lnTo>
                  <a:lnTo>
                    <a:pt x="7984474" y="4409791"/>
                  </a:lnTo>
                  <a:lnTo>
                    <a:pt x="7944483" y="4403743"/>
                  </a:lnTo>
                  <a:lnTo>
                    <a:pt x="7891192" y="4394833"/>
                  </a:lnTo>
                  <a:lnTo>
                    <a:pt x="7825987" y="4382722"/>
                  </a:lnTo>
                  <a:lnTo>
                    <a:pt x="7751322" y="4367225"/>
                  </a:lnTo>
                  <a:lnTo>
                    <a:pt x="7670257" y="4348294"/>
                  </a:lnTo>
                  <a:lnTo>
                    <a:pt x="7585957" y="4325969"/>
                  </a:lnTo>
                  <a:lnTo>
                    <a:pt x="7501276" y="4300326"/>
                  </a:lnTo>
                  <a:lnTo>
                    <a:pt x="7418505" y="4271413"/>
                  </a:lnTo>
                  <a:lnTo>
                    <a:pt x="7339270" y="4239214"/>
                  </a:lnTo>
                  <a:lnTo>
                    <a:pt x="7264562" y="4203614"/>
                  </a:lnTo>
                  <a:lnTo>
                    <a:pt x="7194826" y="4164387"/>
                  </a:lnTo>
                  <a:lnTo>
                    <a:pt x="7130087" y="4121193"/>
                  </a:lnTo>
                  <a:lnTo>
                    <a:pt x="7070071" y="4073576"/>
                  </a:lnTo>
                  <a:lnTo>
                    <a:pt x="7014303" y="4020981"/>
                  </a:lnTo>
                  <a:lnTo>
                    <a:pt x="6962192" y="3962776"/>
                  </a:lnTo>
                  <a:lnTo>
                    <a:pt x="6913088" y="3898284"/>
                  </a:lnTo>
                  <a:lnTo>
                    <a:pt x="6866333" y="3826854"/>
                  </a:lnTo>
                  <a:lnTo>
                    <a:pt x="6821304" y="3747965"/>
                  </a:lnTo>
                  <a:lnTo>
                    <a:pt x="6786527" y="3680073"/>
                  </a:lnTo>
                  <a:lnTo>
                    <a:pt x="6755626" y="3614761"/>
                  </a:lnTo>
                  <a:lnTo>
                    <a:pt x="6724993" y="3545487"/>
                  </a:lnTo>
                  <a:lnTo>
                    <a:pt x="6694494" y="3472172"/>
                  </a:lnTo>
                  <a:lnTo>
                    <a:pt x="6664020" y="3394776"/>
                  </a:lnTo>
                  <a:lnTo>
                    <a:pt x="6633481" y="3313309"/>
                  </a:lnTo>
                  <a:lnTo>
                    <a:pt x="6602808" y="3227831"/>
                  </a:lnTo>
                  <a:lnTo>
                    <a:pt x="6571951" y="3138455"/>
                  </a:lnTo>
                  <a:lnTo>
                    <a:pt x="6540874" y="3045351"/>
                  </a:lnTo>
                  <a:lnTo>
                    <a:pt x="6509558" y="2948746"/>
                  </a:lnTo>
                  <a:lnTo>
                    <a:pt x="6477999" y="2848926"/>
                  </a:lnTo>
                  <a:lnTo>
                    <a:pt x="6446205" y="2746231"/>
                  </a:lnTo>
                  <a:lnTo>
                    <a:pt x="6414196" y="2641053"/>
                  </a:lnTo>
                  <a:lnTo>
                    <a:pt x="6382002" y="2533830"/>
                  </a:lnTo>
                  <a:lnTo>
                    <a:pt x="6349663" y="2425042"/>
                  </a:lnTo>
                  <a:lnTo>
                    <a:pt x="6317224" y="2315198"/>
                  </a:lnTo>
                  <a:lnTo>
                    <a:pt x="6284735" y="2204827"/>
                  </a:lnTo>
                  <a:lnTo>
                    <a:pt x="6252247" y="2094473"/>
                  </a:lnTo>
                  <a:lnTo>
                    <a:pt x="6219812" y="1984675"/>
                  </a:lnTo>
                  <a:lnTo>
                    <a:pt x="6187480" y="1875964"/>
                  </a:lnTo>
                  <a:lnTo>
                    <a:pt x="6155297" y="1768848"/>
                  </a:lnTo>
                  <a:lnTo>
                    <a:pt x="6123300" y="1663803"/>
                  </a:lnTo>
                  <a:lnTo>
                    <a:pt x="6091519" y="1561265"/>
                  </a:lnTo>
                  <a:lnTo>
                    <a:pt x="6059973" y="1461623"/>
                  </a:lnTo>
                  <a:lnTo>
                    <a:pt x="6028672" y="1365215"/>
                  </a:lnTo>
                  <a:lnTo>
                    <a:pt x="5997608" y="1272323"/>
                  </a:lnTo>
                  <a:lnTo>
                    <a:pt x="5966763" y="1183170"/>
                  </a:lnTo>
                  <a:lnTo>
                    <a:pt x="5936100" y="1097923"/>
                  </a:lnTo>
                  <a:lnTo>
                    <a:pt x="5905567" y="1016692"/>
                  </a:lnTo>
                  <a:lnTo>
                    <a:pt x="5875093" y="939534"/>
                  </a:lnTo>
                  <a:lnTo>
                    <a:pt x="5844590" y="866455"/>
                  </a:lnTo>
                  <a:lnTo>
                    <a:pt x="5813945" y="797414"/>
                  </a:lnTo>
                  <a:lnTo>
                    <a:pt x="5784835" y="736014"/>
                  </a:lnTo>
                  <a:lnTo>
                    <a:pt x="5740782" y="651038"/>
                  </a:lnTo>
                  <a:lnTo>
                    <a:pt x="5695442" y="573736"/>
                  </a:lnTo>
                  <a:lnTo>
                    <a:pt x="5648250" y="503803"/>
                  </a:lnTo>
                  <a:lnTo>
                    <a:pt x="5598573" y="440677"/>
                  </a:lnTo>
                  <a:lnTo>
                    <a:pt x="5545752" y="383697"/>
                  </a:lnTo>
                  <a:lnTo>
                    <a:pt x="5489144" y="332191"/>
                  </a:lnTo>
                  <a:lnTo>
                    <a:pt x="5428177" y="285538"/>
                  </a:lnTo>
                  <a:lnTo>
                    <a:pt x="5362411" y="243205"/>
                  </a:lnTo>
                  <a:lnTo>
                    <a:pt x="5291624" y="204759"/>
                  </a:lnTo>
                  <a:lnTo>
                    <a:pt x="5215918" y="169883"/>
                  </a:lnTo>
                  <a:lnTo>
                    <a:pt x="5135845" y="138375"/>
                  </a:lnTo>
                  <a:lnTo>
                    <a:pt x="5052518" y="110143"/>
                  </a:lnTo>
                  <a:lnTo>
                    <a:pt x="4967707" y="85186"/>
                  </a:lnTo>
                  <a:lnTo>
                    <a:pt x="4883830" y="63563"/>
                  </a:lnTo>
                  <a:lnTo>
                    <a:pt x="4803836" y="45346"/>
                  </a:lnTo>
                  <a:lnTo>
                    <a:pt x="4730903" y="30563"/>
                  </a:lnTo>
                  <a:lnTo>
                    <a:pt x="4668009" y="19140"/>
                  </a:lnTo>
                  <a:lnTo>
                    <a:pt x="4617420" y="10860"/>
                  </a:lnTo>
                  <a:lnTo>
                    <a:pt x="4580251" y="5353"/>
                  </a:lnTo>
                  <a:lnTo>
                    <a:pt x="4556190" y="2112"/>
                  </a:lnTo>
                  <a:lnTo>
                    <a:pt x="4543467" y="550"/>
                  </a:lnTo>
                  <a:lnTo>
                    <a:pt x="4538990" y="46"/>
                  </a:lnTo>
                  <a:lnTo>
                    <a:pt x="4538543" y="0"/>
                  </a:lnTo>
                  <a:lnTo>
                    <a:pt x="4016409" y="0"/>
                  </a:lnTo>
                  <a:lnTo>
                    <a:pt x="4015204" y="59"/>
                  </a:lnTo>
                  <a:lnTo>
                    <a:pt x="4007317" y="481"/>
                  </a:lnTo>
                  <a:lnTo>
                    <a:pt x="3987564" y="1649"/>
                  </a:lnTo>
                  <a:lnTo>
                    <a:pt x="3952578" y="3943"/>
                  </a:lnTo>
                  <a:lnTo>
                    <a:pt x="3901104" y="7705"/>
                  </a:lnTo>
                  <a:lnTo>
                    <a:pt x="3834072" y="13194"/>
                  </a:lnTo>
                  <a:lnTo>
                    <a:pt x="3754270" y="20565"/>
                  </a:lnTo>
                  <a:lnTo>
                    <a:pt x="3665658" y="29872"/>
                  </a:lnTo>
                  <a:lnTo>
                    <a:pt x="3572533" y="41098"/>
                  </a:lnTo>
                  <a:lnTo>
                    <a:pt x="3478816" y="54200"/>
                  </a:lnTo>
                  <a:lnTo>
                    <a:pt x="3387596" y="69146"/>
                  </a:lnTo>
                  <a:lnTo>
                    <a:pt x="3300969" y="85956"/>
                  </a:lnTo>
                  <a:lnTo>
                    <a:pt x="3220098" y="104715"/>
                  </a:lnTo>
                  <a:lnTo>
                    <a:pt x="3145378" y="125591"/>
                  </a:lnTo>
                  <a:lnTo>
                    <a:pt x="3076648" y="148828"/>
                  </a:lnTo>
                  <a:lnTo>
                    <a:pt x="3013373" y="174746"/>
                  </a:lnTo>
                  <a:lnTo>
                    <a:pt x="2954795" y="203726"/>
                  </a:lnTo>
                  <a:lnTo>
                    <a:pt x="2900047" y="236185"/>
                  </a:lnTo>
                  <a:lnTo>
                    <a:pt x="2848235" y="272535"/>
                  </a:lnTo>
                  <a:lnTo>
                    <a:pt x="2798515" y="313099"/>
                  </a:lnTo>
                  <a:lnTo>
                    <a:pt x="2770117" y="338830"/>
                  </a:lnTo>
                  <a:lnTo>
                    <a:pt x="2728214" y="380114"/>
                  </a:lnTo>
                  <a:lnTo>
                    <a:pt x="2686715" y="424790"/>
                  </a:lnTo>
                  <a:lnTo>
                    <a:pt x="2645317" y="472923"/>
                  </a:lnTo>
                  <a:lnTo>
                    <a:pt x="2603792" y="524510"/>
                  </a:lnTo>
                  <a:lnTo>
                    <a:pt x="2561977" y="579464"/>
                  </a:lnTo>
                  <a:lnTo>
                    <a:pt x="2519771" y="637616"/>
                  </a:lnTo>
                  <a:lnTo>
                    <a:pt x="2477122" y="698705"/>
                  </a:lnTo>
                  <a:lnTo>
                    <a:pt x="2434031" y="762381"/>
                  </a:lnTo>
                  <a:lnTo>
                    <a:pt x="2390539" y="828210"/>
                  </a:lnTo>
                  <a:lnTo>
                    <a:pt x="2346723" y="895684"/>
                  </a:lnTo>
                  <a:lnTo>
                    <a:pt x="2302687" y="964236"/>
                  </a:lnTo>
                  <a:lnTo>
                    <a:pt x="2258552" y="1033261"/>
                  </a:lnTo>
                  <a:lnTo>
                    <a:pt x="2214449" y="1102134"/>
                  </a:lnTo>
                  <a:lnTo>
                    <a:pt x="2170505" y="1170237"/>
                  </a:lnTo>
                  <a:lnTo>
                    <a:pt x="2126835" y="1236979"/>
                  </a:lnTo>
                  <a:lnTo>
                    <a:pt x="2083530" y="1301822"/>
                  </a:lnTo>
                  <a:lnTo>
                    <a:pt x="2040651" y="1364290"/>
                  </a:lnTo>
                  <a:lnTo>
                    <a:pt x="1998220" y="1423991"/>
                  </a:lnTo>
                  <a:lnTo>
                    <a:pt x="1956214" y="1480617"/>
                  </a:lnTo>
                  <a:lnTo>
                    <a:pt x="1914556" y="1533952"/>
                  </a:lnTo>
                  <a:lnTo>
                    <a:pt x="1873117" y="1583867"/>
                  </a:lnTo>
                  <a:lnTo>
                    <a:pt x="1831703" y="1630317"/>
                  </a:lnTo>
                  <a:lnTo>
                    <a:pt x="1790050" y="1673334"/>
                  </a:lnTo>
                  <a:lnTo>
                    <a:pt x="1768425" y="1694151"/>
                  </a:lnTo>
                  <a:lnTo>
                    <a:pt x="1719583" y="1737253"/>
                  </a:lnTo>
                  <a:lnTo>
                    <a:pt x="1669090" y="1776038"/>
                  </a:lnTo>
                  <a:lnTo>
                    <a:pt x="1616166" y="1810725"/>
                  </a:lnTo>
                  <a:lnTo>
                    <a:pt x="1559936" y="1841688"/>
                  </a:lnTo>
                  <a:lnTo>
                    <a:pt x="1499509" y="1869347"/>
                  </a:lnTo>
                  <a:lnTo>
                    <a:pt x="1434051" y="1894109"/>
                  </a:lnTo>
                  <a:lnTo>
                    <a:pt x="1362881" y="1916330"/>
                  </a:lnTo>
                  <a:lnTo>
                    <a:pt x="1285598" y="1936302"/>
                  </a:lnTo>
                  <a:lnTo>
                    <a:pt x="1202250" y="1954236"/>
                  </a:lnTo>
                  <a:lnTo>
                    <a:pt x="1113524" y="1970265"/>
                  </a:lnTo>
                  <a:lnTo>
                    <a:pt x="1020954" y="1984446"/>
                  </a:lnTo>
                  <a:lnTo>
                    <a:pt x="927054" y="1996775"/>
                  </a:lnTo>
                  <a:lnTo>
                    <a:pt x="835292" y="2007209"/>
                  </a:lnTo>
                  <a:lnTo>
                    <a:pt x="749818" y="2015711"/>
                  </a:lnTo>
                  <a:lnTo>
                    <a:pt x="674887" y="2022288"/>
                  </a:lnTo>
                  <a:lnTo>
                    <a:pt x="614072" y="2027035"/>
                  </a:lnTo>
                  <a:lnTo>
                    <a:pt x="569454" y="2030150"/>
                  </a:lnTo>
                  <a:lnTo>
                    <a:pt x="541073" y="2031932"/>
                  </a:lnTo>
                  <a:lnTo>
                    <a:pt x="526768" y="2032743"/>
                  </a:lnTo>
                  <a:lnTo>
                    <a:pt x="522380" y="2032969"/>
                  </a:lnTo>
                  <a:lnTo>
                    <a:pt x="522133" y="2032981"/>
                  </a:lnTo>
                  <a:lnTo>
                    <a:pt x="0" y="2032981"/>
                  </a:lnTo>
                  <a:lnTo>
                    <a:pt x="0" y="2032981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902" name="pg902"/>
            <p:cNvSpPr/>
            <p:nvPr/>
          </p:nvSpPr>
          <p:spPr>
            <a:xfrm>
              <a:off x="386606" y="1083896"/>
              <a:ext cx="8554953" cy="2642876"/>
            </a:xfrm>
            <a:custGeom>
              <a:avLst/>
              <a:pathLst>
                <a:path w="8554953" h="2642876">
                  <a:moveTo>
                    <a:pt x="0" y="2642876"/>
                  </a:moveTo>
                  <a:lnTo>
                    <a:pt x="522133" y="2642876"/>
                  </a:lnTo>
                  <a:lnTo>
                    <a:pt x="523399" y="2642861"/>
                  </a:lnTo>
                  <a:lnTo>
                    <a:pt x="531675" y="2642755"/>
                  </a:lnTo>
                  <a:lnTo>
                    <a:pt x="552367" y="2642461"/>
                  </a:lnTo>
                  <a:lnTo>
                    <a:pt x="588926" y="2641884"/>
                  </a:lnTo>
                  <a:lnTo>
                    <a:pt x="642534" y="2640940"/>
                  </a:lnTo>
                  <a:lnTo>
                    <a:pt x="712048" y="2639566"/>
                  </a:lnTo>
                  <a:lnTo>
                    <a:pt x="794389" y="2637724"/>
                  </a:lnTo>
                  <a:lnTo>
                    <a:pt x="885316" y="2635403"/>
                  </a:lnTo>
                  <a:lnTo>
                    <a:pt x="980326" y="2632610"/>
                  </a:lnTo>
                  <a:lnTo>
                    <a:pt x="1075403" y="2629355"/>
                  </a:lnTo>
                  <a:lnTo>
                    <a:pt x="1167461" y="2625644"/>
                  </a:lnTo>
                  <a:lnTo>
                    <a:pt x="1254478" y="2621471"/>
                  </a:lnTo>
                  <a:lnTo>
                    <a:pt x="1335406" y="2616809"/>
                  </a:lnTo>
                  <a:lnTo>
                    <a:pt x="1409968" y="2611612"/>
                  </a:lnTo>
                  <a:lnTo>
                    <a:pt x="1478439" y="2605815"/>
                  </a:lnTo>
                  <a:lnTo>
                    <a:pt x="1541453" y="2599333"/>
                  </a:lnTo>
                  <a:lnTo>
                    <a:pt x="1599845" y="2592067"/>
                  </a:lnTo>
                  <a:lnTo>
                    <a:pt x="1654542" y="2583912"/>
                  </a:lnTo>
                  <a:lnTo>
                    <a:pt x="1706478" y="2574768"/>
                  </a:lnTo>
                  <a:lnTo>
                    <a:pt x="1756508" y="2564566"/>
                  </a:lnTo>
                  <a:lnTo>
                    <a:pt x="1768425" y="2561933"/>
                  </a:lnTo>
                  <a:lnTo>
                    <a:pt x="1821362" y="2549319"/>
                  </a:lnTo>
                  <a:lnTo>
                    <a:pt x="1873787" y="2535401"/>
                  </a:lnTo>
                  <a:lnTo>
                    <a:pt x="1926253" y="2520158"/>
                  </a:lnTo>
                  <a:lnTo>
                    <a:pt x="1979131" y="2503621"/>
                  </a:lnTo>
                  <a:lnTo>
                    <a:pt x="2032641" y="2485867"/>
                  </a:lnTo>
                  <a:lnTo>
                    <a:pt x="2086863" y="2467031"/>
                  </a:lnTo>
                  <a:lnTo>
                    <a:pt x="2141758" y="2447303"/>
                  </a:lnTo>
                  <a:lnTo>
                    <a:pt x="2197190" y="2426917"/>
                  </a:lnTo>
                  <a:lnTo>
                    <a:pt x="2252951" y="2406146"/>
                  </a:lnTo>
                  <a:lnTo>
                    <a:pt x="2308789" y="2385288"/>
                  </a:lnTo>
                  <a:lnTo>
                    <a:pt x="2364443" y="2364642"/>
                  </a:lnTo>
                  <a:lnTo>
                    <a:pt x="2419674" y="2344498"/>
                  </a:lnTo>
                  <a:lnTo>
                    <a:pt x="2474300" y="2325115"/>
                  </a:lnTo>
                  <a:lnTo>
                    <a:pt x="2528224" y="2306709"/>
                  </a:lnTo>
                  <a:lnTo>
                    <a:pt x="2581455" y="2289447"/>
                  </a:lnTo>
                  <a:lnTo>
                    <a:pt x="2634127" y="2273441"/>
                  </a:lnTo>
                  <a:lnTo>
                    <a:pt x="2686520" y="2258749"/>
                  </a:lnTo>
                  <a:lnTo>
                    <a:pt x="2739080" y="2245377"/>
                  </a:lnTo>
                  <a:lnTo>
                    <a:pt x="2770117" y="2238162"/>
                  </a:lnTo>
                  <a:lnTo>
                    <a:pt x="2819798" y="2227700"/>
                  </a:lnTo>
                  <a:lnTo>
                    <a:pt x="2871198" y="2218304"/>
                  </a:lnTo>
                  <a:lnTo>
                    <a:pt x="2925142" y="2209917"/>
                  </a:lnTo>
                  <a:lnTo>
                    <a:pt x="2982552" y="2202446"/>
                  </a:lnTo>
                  <a:lnTo>
                    <a:pt x="3044364" y="2195783"/>
                  </a:lnTo>
                  <a:lnTo>
                    <a:pt x="3111446" y="2189829"/>
                  </a:lnTo>
                  <a:lnTo>
                    <a:pt x="3184490" y="2184494"/>
                  </a:lnTo>
                  <a:lnTo>
                    <a:pt x="3263876" y="2179707"/>
                  </a:lnTo>
                  <a:lnTo>
                    <a:pt x="3349482" y="2175418"/>
                  </a:lnTo>
                  <a:lnTo>
                    <a:pt x="3440464" y="2171597"/>
                  </a:lnTo>
                  <a:lnTo>
                    <a:pt x="3535052" y="2168231"/>
                  </a:lnTo>
                  <a:lnTo>
                    <a:pt x="3630416" y="2165325"/>
                  </a:lnTo>
                  <a:lnTo>
                    <a:pt x="3722738" y="2162889"/>
                  </a:lnTo>
                  <a:lnTo>
                    <a:pt x="3807574" y="2160931"/>
                  </a:lnTo>
                  <a:lnTo>
                    <a:pt x="3880537" y="2159446"/>
                  </a:lnTo>
                  <a:lnTo>
                    <a:pt x="3938187" y="2158402"/>
                  </a:lnTo>
                  <a:lnTo>
                    <a:pt x="3978859" y="2157744"/>
                  </a:lnTo>
                  <a:lnTo>
                    <a:pt x="4003160" y="2157390"/>
                  </a:lnTo>
                  <a:lnTo>
                    <a:pt x="4014017" y="2157247"/>
                  </a:lnTo>
                  <a:lnTo>
                    <a:pt x="4016409" y="2157219"/>
                  </a:lnTo>
                  <a:lnTo>
                    <a:pt x="4538543" y="2157219"/>
                  </a:lnTo>
                  <a:lnTo>
                    <a:pt x="4539741" y="2157157"/>
                  </a:lnTo>
                  <a:lnTo>
                    <a:pt x="4547581" y="2156712"/>
                  </a:lnTo>
                  <a:lnTo>
                    <a:pt x="4567222" y="2155484"/>
                  </a:lnTo>
                  <a:lnTo>
                    <a:pt x="4602019" y="2153071"/>
                  </a:lnTo>
                  <a:lnTo>
                    <a:pt x="4653237" y="2149113"/>
                  </a:lnTo>
                  <a:lnTo>
                    <a:pt x="4719969" y="2143338"/>
                  </a:lnTo>
                  <a:lnTo>
                    <a:pt x="4799461" y="2135581"/>
                  </a:lnTo>
                  <a:lnTo>
                    <a:pt x="4887789" y="2125782"/>
                  </a:lnTo>
                  <a:lnTo>
                    <a:pt x="4980680" y="2113960"/>
                  </a:lnTo>
                  <a:lnTo>
                    <a:pt x="5074226" y="2100161"/>
                  </a:lnTo>
                  <a:lnTo>
                    <a:pt x="5165338" y="2084418"/>
                  </a:lnTo>
                  <a:lnTo>
                    <a:pt x="5251912" y="2066712"/>
                  </a:lnTo>
                  <a:lnTo>
                    <a:pt x="5332773" y="2046953"/>
                  </a:lnTo>
                  <a:lnTo>
                    <a:pt x="5407509" y="2024971"/>
                  </a:lnTo>
                  <a:lnTo>
                    <a:pt x="5476270" y="2000508"/>
                  </a:lnTo>
                  <a:lnTo>
                    <a:pt x="5539578" y="1973230"/>
                  </a:lnTo>
                  <a:lnTo>
                    <a:pt x="5598180" y="1942740"/>
                  </a:lnTo>
                  <a:lnTo>
                    <a:pt x="5652937" y="1908597"/>
                  </a:lnTo>
                  <a:lnTo>
                    <a:pt x="5704738" y="1870370"/>
                  </a:lnTo>
                  <a:lnTo>
                    <a:pt x="5754424" y="1827710"/>
                  </a:lnTo>
                  <a:lnTo>
                    <a:pt x="5784835" y="1798623"/>
                  </a:lnTo>
                  <a:lnTo>
                    <a:pt x="5825967" y="1755773"/>
                  </a:lnTo>
                  <a:lnTo>
                    <a:pt x="5866703" y="1709466"/>
                  </a:lnTo>
                  <a:lnTo>
                    <a:pt x="5907333" y="1659635"/>
                  </a:lnTo>
                  <a:lnTo>
                    <a:pt x="5948075" y="1606281"/>
                  </a:lnTo>
                  <a:lnTo>
                    <a:pt x="5989087" y="1549484"/>
                  </a:lnTo>
                  <a:lnTo>
                    <a:pt x="6030469" y="1489407"/>
                  </a:lnTo>
                  <a:lnTo>
                    <a:pt x="6072275" y="1426301"/>
                  </a:lnTo>
                  <a:lnTo>
                    <a:pt x="6114509" y="1360507"/>
                  </a:lnTo>
                  <a:lnTo>
                    <a:pt x="6157138" y="1292447"/>
                  </a:lnTo>
                  <a:lnTo>
                    <a:pt x="6200093" y="1222618"/>
                  </a:lnTo>
                  <a:lnTo>
                    <a:pt x="6243281" y="1151579"/>
                  </a:lnTo>
                  <a:lnTo>
                    <a:pt x="6286588" y="1079930"/>
                  </a:lnTo>
                  <a:lnTo>
                    <a:pt x="6329893" y="1008295"/>
                  </a:lnTo>
                  <a:lnTo>
                    <a:pt x="6373074" y="937294"/>
                  </a:lnTo>
                  <a:lnTo>
                    <a:pt x="6416017" y="867529"/>
                  </a:lnTo>
                  <a:lnTo>
                    <a:pt x="6458631" y="799554"/>
                  </a:lnTo>
                  <a:lnTo>
                    <a:pt x="6500847" y="733864"/>
                  </a:lnTo>
                  <a:lnTo>
                    <a:pt x="6542634" y="670879"/>
                  </a:lnTo>
                  <a:lnTo>
                    <a:pt x="6584000" y="610935"/>
                  </a:lnTo>
                  <a:lnTo>
                    <a:pt x="6624998" y="554280"/>
                  </a:lnTo>
                  <a:lnTo>
                    <a:pt x="6665731" y="501072"/>
                  </a:lnTo>
                  <a:lnTo>
                    <a:pt x="6706361" y="451390"/>
                  </a:lnTo>
                  <a:lnTo>
                    <a:pt x="6747108" y="405229"/>
                  </a:lnTo>
                  <a:lnTo>
                    <a:pt x="6786527" y="364242"/>
                  </a:lnTo>
                  <a:lnTo>
                    <a:pt x="6835268" y="318714"/>
                  </a:lnTo>
                  <a:lnTo>
                    <a:pt x="6885650" y="277738"/>
                  </a:lnTo>
                  <a:lnTo>
                    <a:pt x="6938450" y="241081"/>
                  </a:lnTo>
                  <a:lnTo>
                    <a:pt x="6994537" y="208353"/>
                  </a:lnTo>
                  <a:lnTo>
                    <a:pt x="7054798" y="179111"/>
                  </a:lnTo>
                  <a:lnTo>
                    <a:pt x="7120061" y="152926"/>
                  </a:lnTo>
                  <a:lnTo>
                    <a:pt x="7191005" y="129423"/>
                  </a:lnTo>
                  <a:lnTo>
                    <a:pt x="7268033" y="108295"/>
                  </a:lnTo>
                  <a:lnTo>
                    <a:pt x="7351109" y="89318"/>
                  </a:lnTo>
                  <a:lnTo>
                    <a:pt x="7439559" y="72350"/>
                  </a:lnTo>
                  <a:lnTo>
                    <a:pt x="7531879" y="57330"/>
                  </a:lnTo>
                  <a:lnTo>
                    <a:pt x="7625592" y="44263"/>
                  </a:lnTo>
                  <a:lnTo>
                    <a:pt x="7717270" y="33191"/>
                  </a:lnTo>
                  <a:lnTo>
                    <a:pt x="7802802" y="24155"/>
                  </a:lnTo>
                  <a:lnTo>
                    <a:pt x="7877950" y="17149"/>
                  </a:lnTo>
                  <a:lnTo>
                    <a:pt x="7939132" y="12076"/>
                  </a:lnTo>
                  <a:lnTo>
                    <a:pt x="7984219" y="8732"/>
                  </a:lnTo>
                  <a:lnTo>
                    <a:pt x="8013099" y="6806"/>
                  </a:lnTo>
                  <a:lnTo>
                    <a:pt x="8027844" y="5918"/>
                  </a:lnTo>
                  <a:lnTo>
                    <a:pt x="8032517" y="5662"/>
                  </a:lnTo>
                  <a:lnTo>
                    <a:pt x="8032819" y="5647"/>
                  </a:lnTo>
                  <a:lnTo>
                    <a:pt x="8554953" y="5647"/>
                  </a:lnTo>
                  <a:lnTo>
                    <a:pt x="8554953" y="0"/>
                  </a:lnTo>
                  <a:lnTo>
                    <a:pt x="8032819" y="0"/>
                  </a:lnTo>
                  <a:lnTo>
                    <a:pt x="8031621" y="62"/>
                  </a:lnTo>
                  <a:lnTo>
                    <a:pt x="8023781" y="506"/>
                  </a:lnTo>
                  <a:lnTo>
                    <a:pt x="8004140" y="1734"/>
                  </a:lnTo>
                  <a:lnTo>
                    <a:pt x="7969343" y="4148"/>
                  </a:lnTo>
                  <a:lnTo>
                    <a:pt x="7918125" y="8105"/>
                  </a:lnTo>
                  <a:lnTo>
                    <a:pt x="7851393" y="13880"/>
                  </a:lnTo>
                  <a:lnTo>
                    <a:pt x="7771901" y="21638"/>
                  </a:lnTo>
                  <a:lnTo>
                    <a:pt x="7683573" y="31436"/>
                  </a:lnTo>
                  <a:lnTo>
                    <a:pt x="7590682" y="43258"/>
                  </a:lnTo>
                  <a:lnTo>
                    <a:pt x="7497136" y="57057"/>
                  </a:lnTo>
                  <a:lnTo>
                    <a:pt x="7406023" y="72801"/>
                  </a:lnTo>
                  <a:lnTo>
                    <a:pt x="7319450" y="90507"/>
                  </a:lnTo>
                  <a:lnTo>
                    <a:pt x="7238589" y="110265"/>
                  </a:lnTo>
                  <a:lnTo>
                    <a:pt x="7163853" y="132248"/>
                  </a:lnTo>
                  <a:lnTo>
                    <a:pt x="7095092" y="156711"/>
                  </a:lnTo>
                  <a:lnTo>
                    <a:pt x="7031784" y="183988"/>
                  </a:lnTo>
                  <a:lnTo>
                    <a:pt x="6973182" y="214479"/>
                  </a:lnTo>
                  <a:lnTo>
                    <a:pt x="6918425" y="248621"/>
                  </a:lnTo>
                  <a:lnTo>
                    <a:pt x="6866624" y="286848"/>
                  </a:lnTo>
                  <a:lnTo>
                    <a:pt x="6816938" y="329508"/>
                  </a:lnTo>
                  <a:lnTo>
                    <a:pt x="6786527" y="358595"/>
                  </a:lnTo>
                  <a:lnTo>
                    <a:pt x="6745395" y="401446"/>
                  </a:lnTo>
                  <a:lnTo>
                    <a:pt x="6704659" y="447752"/>
                  </a:lnTo>
                  <a:lnTo>
                    <a:pt x="6664029" y="497584"/>
                  </a:lnTo>
                  <a:lnTo>
                    <a:pt x="6623287" y="550937"/>
                  </a:lnTo>
                  <a:lnTo>
                    <a:pt x="6582275" y="607734"/>
                  </a:lnTo>
                  <a:lnTo>
                    <a:pt x="6540893" y="667811"/>
                  </a:lnTo>
                  <a:lnTo>
                    <a:pt x="6499087" y="730917"/>
                  </a:lnTo>
                  <a:lnTo>
                    <a:pt x="6456853" y="796711"/>
                  </a:lnTo>
                  <a:lnTo>
                    <a:pt x="6414224" y="864772"/>
                  </a:lnTo>
                  <a:lnTo>
                    <a:pt x="6371269" y="934600"/>
                  </a:lnTo>
                  <a:lnTo>
                    <a:pt x="6328081" y="1005639"/>
                  </a:lnTo>
                  <a:lnTo>
                    <a:pt x="6284774" y="1077288"/>
                  </a:lnTo>
                  <a:lnTo>
                    <a:pt x="6241469" y="1148924"/>
                  </a:lnTo>
                  <a:lnTo>
                    <a:pt x="6198288" y="1219924"/>
                  </a:lnTo>
                  <a:lnTo>
                    <a:pt x="6155345" y="1289690"/>
                  </a:lnTo>
                  <a:lnTo>
                    <a:pt x="6112731" y="1357664"/>
                  </a:lnTo>
                  <a:lnTo>
                    <a:pt x="6070515" y="1423354"/>
                  </a:lnTo>
                  <a:lnTo>
                    <a:pt x="6028728" y="1486339"/>
                  </a:lnTo>
                  <a:lnTo>
                    <a:pt x="5987362" y="1546283"/>
                  </a:lnTo>
                  <a:lnTo>
                    <a:pt x="5946364" y="1602939"/>
                  </a:lnTo>
                  <a:lnTo>
                    <a:pt x="5905630" y="1656146"/>
                  </a:lnTo>
                  <a:lnTo>
                    <a:pt x="5865001" y="1705829"/>
                  </a:lnTo>
                  <a:lnTo>
                    <a:pt x="5824254" y="1751989"/>
                  </a:lnTo>
                  <a:lnTo>
                    <a:pt x="5784835" y="1792976"/>
                  </a:lnTo>
                  <a:lnTo>
                    <a:pt x="5736094" y="1838504"/>
                  </a:lnTo>
                  <a:lnTo>
                    <a:pt x="5685712" y="1879480"/>
                  </a:lnTo>
                  <a:lnTo>
                    <a:pt x="5632912" y="1916137"/>
                  </a:lnTo>
                  <a:lnTo>
                    <a:pt x="5576825" y="1948865"/>
                  </a:lnTo>
                  <a:lnTo>
                    <a:pt x="5516564" y="1978108"/>
                  </a:lnTo>
                  <a:lnTo>
                    <a:pt x="5451301" y="2004292"/>
                  </a:lnTo>
                  <a:lnTo>
                    <a:pt x="5380357" y="2027795"/>
                  </a:lnTo>
                  <a:lnTo>
                    <a:pt x="5303329" y="2048923"/>
                  </a:lnTo>
                  <a:lnTo>
                    <a:pt x="5220253" y="2067900"/>
                  </a:lnTo>
                  <a:lnTo>
                    <a:pt x="5131803" y="2084868"/>
                  </a:lnTo>
                  <a:lnTo>
                    <a:pt x="5039483" y="2099888"/>
                  </a:lnTo>
                  <a:lnTo>
                    <a:pt x="4945770" y="2112955"/>
                  </a:lnTo>
                  <a:lnTo>
                    <a:pt x="4854092" y="2124028"/>
                  </a:lnTo>
                  <a:lnTo>
                    <a:pt x="4768560" y="2133064"/>
                  </a:lnTo>
                  <a:lnTo>
                    <a:pt x="4693412" y="2140070"/>
                  </a:lnTo>
                  <a:lnTo>
                    <a:pt x="4632230" y="2145142"/>
                  </a:lnTo>
                  <a:lnTo>
                    <a:pt x="4587143" y="2148486"/>
                  </a:lnTo>
                  <a:lnTo>
                    <a:pt x="4558263" y="2150413"/>
                  </a:lnTo>
                  <a:lnTo>
                    <a:pt x="4543518" y="2151301"/>
                  </a:lnTo>
                  <a:lnTo>
                    <a:pt x="4538845" y="2151556"/>
                  </a:lnTo>
                  <a:lnTo>
                    <a:pt x="4538543" y="2151572"/>
                  </a:lnTo>
                  <a:lnTo>
                    <a:pt x="4016409" y="2151572"/>
                  </a:lnTo>
                  <a:lnTo>
                    <a:pt x="4015143" y="2151587"/>
                  </a:lnTo>
                  <a:lnTo>
                    <a:pt x="4006867" y="2151693"/>
                  </a:lnTo>
                  <a:lnTo>
                    <a:pt x="3986175" y="2151986"/>
                  </a:lnTo>
                  <a:lnTo>
                    <a:pt x="3949616" y="2152563"/>
                  </a:lnTo>
                  <a:lnTo>
                    <a:pt x="3896008" y="2153507"/>
                  </a:lnTo>
                  <a:lnTo>
                    <a:pt x="3826494" y="2154882"/>
                  </a:lnTo>
                  <a:lnTo>
                    <a:pt x="3744153" y="2156724"/>
                  </a:lnTo>
                  <a:lnTo>
                    <a:pt x="3653226" y="2159044"/>
                  </a:lnTo>
                  <a:lnTo>
                    <a:pt x="3558216" y="2161838"/>
                  </a:lnTo>
                  <a:lnTo>
                    <a:pt x="3463139" y="2165093"/>
                  </a:lnTo>
                  <a:lnTo>
                    <a:pt x="3371082" y="2168803"/>
                  </a:lnTo>
                  <a:lnTo>
                    <a:pt x="3284064" y="2172977"/>
                  </a:lnTo>
                  <a:lnTo>
                    <a:pt x="3203136" y="2177639"/>
                  </a:lnTo>
                  <a:lnTo>
                    <a:pt x="3128574" y="2182835"/>
                  </a:lnTo>
                  <a:lnTo>
                    <a:pt x="3060103" y="2188632"/>
                  </a:lnTo>
                  <a:lnTo>
                    <a:pt x="2997089" y="2195114"/>
                  </a:lnTo>
                  <a:lnTo>
                    <a:pt x="2938698" y="2202380"/>
                  </a:lnTo>
                  <a:lnTo>
                    <a:pt x="2884000" y="2210535"/>
                  </a:lnTo>
                  <a:lnTo>
                    <a:pt x="2832064" y="2219679"/>
                  </a:lnTo>
                  <a:lnTo>
                    <a:pt x="2782035" y="2229881"/>
                  </a:lnTo>
                  <a:lnTo>
                    <a:pt x="2770117" y="2232514"/>
                  </a:lnTo>
                  <a:lnTo>
                    <a:pt x="2717180" y="2245128"/>
                  </a:lnTo>
                  <a:lnTo>
                    <a:pt x="2664755" y="2259047"/>
                  </a:lnTo>
                  <a:lnTo>
                    <a:pt x="2612290" y="2274289"/>
                  </a:lnTo>
                  <a:lnTo>
                    <a:pt x="2559411" y="2290827"/>
                  </a:lnTo>
                  <a:lnTo>
                    <a:pt x="2505901" y="2308581"/>
                  </a:lnTo>
                  <a:lnTo>
                    <a:pt x="2451680" y="2327416"/>
                  </a:lnTo>
                  <a:lnTo>
                    <a:pt x="2396784" y="2347145"/>
                  </a:lnTo>
                  <a:lnTo>
                    <a:pt x="2341352" y="2367531"/>
                  </a:lnTo>
                  <a:lnTo>
                    <a:pt x="2285591" y="2388301"/>
                  </a:lnTo>
                  <a:lnTo>
                    <a:pt x="2229753" y="2409159"/>
                  </a:lnTo>
                  <a:lnTo>
                    <a:pt x="2174099" y="2429805"/>
                  </a:lnTo>
                  <a:lnTo>
                    <a:pt x="2118868" y="2449949"/>
                  </a:lnTo>
                  <a:lnTo>
                    <a:pt x="2064242" y="2469333"/>
                  </a:lnTo>
                  <a:lnTo>
                    <a:pt x="2010318" y="2487738"/>
                  </a:lnTo>
                  <a:lnTo>
                    <a:pt x="1957088" y="2505000"/>
                  </a:lnTo>
                  <a:lnTo>
                    <a:pt x="1904416" y="2521006"/>
                  </a:lnTo>
                  <a:lnTo>
                    <a:pt x="1852022" y="2535699"/>
                  </a:lnTo>
                  <a:lnTo>
                    <a:pt x="1799462" y="2549070"/>
                  </a:lnTo>
                  <a:lnTo>
                    <a:pt x="1768425" y="2556286"/>
                  </a:lnTo>
                  <a:lnTo>
                    <a:pt x="1718744" y="2566748"/>
                  </a:lnTo>
                  <a:lnTo>
                    <a:pt x="1667344" y="2576143"/>
                  </a:lnTo>
                  <a:lnTo>
                    <a:pt x="1613400" y="2584530"/>
                  </a:lnTo>
                  <a:lnTo>
                    <a:pt x="1555990" y="2592001"/>
                  </a:lnTo>
                  <a:lnTo>
                    <a:pt x="1494178" y="2598664"/>
                  </a:lnTo>
                  <a:lnTo>
                    <a:pt x="1427097" y="2604618"/>
                  </a:lnTo>
                  <a:lnTo>
                    <a:pt x="1354052" y="2609954"/>
                  </a:lnTo>
                  <a:lnTo>
                    <a:pt x="1274666" y="2614740"/>
                  </a:lnTo>
                  <a:lnTo>
                    <a:pt x="1189061" y="2619029"/>
                  </a:lnTo>
                  <a:lnTo>
                    <a:pt x="1098078" y="2622850"/>
                  </a:lnTo>
                  <a:lnTo>
                    <a:pt x="1003490" y="2626216"/>
                  </a:lnTo>
                  <a:lnTo>
                    <a:pt x="908126" y="2629122"/>
                  </a:lnTo>
                  <a:lnTo>
                    <a:pt x="815804" y="2631558"/>
                  </a:lnTo>
                  <a:lnTo>
                    <a:pt x="730969" y="2633516"/>
                  </a:lnTo>
                  <a:lnTo>
                    <a:pt x="658005" y="2635002"/>
                  </a:lnTo>
                  <a:lnTo>
                    <a:pt x="600355" y="2636045"/>
                  </a:lnTo>
                  <a:lnTo>
                    <a:pt x="559683" y="2636704"/>
                  </a:lnTo>
                  <a:lnTo>
                    <a:pt x="535382" y="2637057"/>
                  </a:lnTo>
                  <a:lnTo>
                    <a:pt x="524525" y="2637200"/>
                  </a:lnTo>
                  <a:lnTo>
                    <a:pt x="522133" y="2637228"/>
                  </a:lnTo>
                  <a:lnTo>
                    <a:pt x="0" y="2637228"/>
                  </a:lnTo>
                  <a:close/>
                </a:path>
              </a:pathLst>
            </a:custGeom>
            <a:solidFill>
              <a:srgbClr val="F28E5B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903" name="pl903"/>
            <p:cNvSpPr/>
            <p:nvPr/>
          </p:nvSpPr>
          <p:spPr>
            <a:xfrm>
              <a:off x="386606" y="1089543"/>
              <a:ext cx="8554953" cy="2637228"/>
            </a:xfrm>
            <a:custGeom>
              <a:avLst/>
              <a:pathLst>
                <a:path w="8554953" h="2637228">
                  <a:moveTo>
                    <a:pt x="0" y="2637228"/>
                  </a:moveTo>
                  <a:lnTo>
                    <a:pt x="522133" y="2637228"/>
                  </a:lnTo>
                  <a:lnTo>
                    <a:pt x="523399" y="2637214"/>
                  </a:lnTo>
                  <a:lnTo>
                    <a:pt x="531675" y="2637107"/>
                  </a:lnTo>
                  <a:lnTo>
                    <a:pt x="552367" y="2636814"/>
                  </a:lnTo>
                  <a:lnTo>
                    <a:pt x="588926" y="2636237"/>
                  </a:lnTo>
                  <a:lnTo>
                    <a:pt x="642534" y="2635293"/>
                  </a:lnTo>
                  <a:lnTo>
                    <a:pt x="712048" y="2633919"/>
                  </a:lnTo>
                  <a:lnTo>
                    <a:pt x="794389" y="2632076"/>
                  </a:lnTo>
                  <a:lnTo>
                    <a:pt x="885316" y="2629756"/>
                  </a:lnTo>
                  <a:lnTo>
                    <a:pt x="980326" y="2626962"/>
                  </a:lnTo>
                  <a:lnTo>
                    <a:pt x="1075403" y="2623707"/>
                  </a:lnTo>
                  <a:lnTo>
                    <a:pt x="1167461" y="2619997"/>
                  </a:lnTo>
                  <a:lnTo>
                    <a:pt x="1254478" y="2615823"/>
                  </a:lnTo>
                  <a:lnTo>
                    <a:pt x="1335406" y="2611161"/>
                  </a:lnTo>
                  <a:lnTo>
                    <a:pt x="1409968" y="2605965"/>
                  </a:lnTo>
                  <a:lnTo>
                    <a:pt x="1478439" y="2600168"/>
                  </a:lnTo>
                  <a:lnTo>
                    <a:pt x="1541453" y="2593686"/>
                  </a:lnTo>
                  <a:lnTo>
                    <a:pt x="1599845" y="2586420"/>
                  </a:lnTo>
                  <a:lnTo>
                    <a:pt x="1654542" y="2578265"/>
                  </a:lnTo>
                  <a:lnTo>
                    <a:pt x="1706478" y="2569121"/>
                  </a:lnTo>
                  <a:lnTo>
                    <a:pt x="1756508" y="2558919"/>
                  </a:lnTo>
                  <a:lnTo>
                    <a:pt x="1768425" y="2556286"/>
                  </a:lnTo>
                  <a:lnTo>
                    <a:pt x="1821362" y="2543672"/>
                  </a:lnTo>
                  <a:lnTo>
                    <a:pt x="1873787" y="2529753"/>
                  </a:lnTo>
                  <a:lnTo>
                    <a:pt x="1926253" y="2514511"/>
                  </a:lnTo>
                  <a:lnTo>
                    <a:pt x="1979131" y="2497973"/>
                  </a:lnTo>
                  <a:lnTo>
                    <a:pt x="2032641" y="2480220"/>
                  </a:lnTo>
                  <a:lnTo>
                    <a:pt x="2086863" y="2461384"/>
                  </a:lnTo>
                  <a:lnTo>
                    <a:pt x="2141758" y="2441655"/>
                  </a:lnTo>
                  <a:lnTo>
                    <a:pt x="2197190" y="2421269"/>
                  </a:lnTo>
                  <a:lnTo>
                    <a:pt x="2252951" y="2400499"/>
                  </a:lnTo>
                  <a:lnTo>
                    <a:pt x="2308789" y="2379641"/>
                  </a:lnTo>
                  <a:lnTo>
                    <a:pt x="2364443" y="2358995"/>
                  </a:lnTo>
                  <a:lnTo>
                    <a:pt x="2419674" y="2338851"/>
                  </a:lnTo>
                  <a:lnTo>
                    <a:pt x="2474300" y="2319468"/>
                  </a:lnTo>
                  <a:lnTo>
                    <a:pt x="2528224" y="2301062"/>
                  </a:lnTo>
                  <a:lnTo>
                    <a:pt x="2581455" y="2283800"/>
                  </a:lnTo>
                  <a:lnTo>
                    <a:pt x="2634127" y="2267794"/>
                  </a:lnTo>
                  <a:lnTo>
                    <a:pt x="2686520" y="2253101"/>
                  </a:lnTo>
                  <a:lnTo>
                    <a:pt x="2739080" y="2239730"/>
                  </a:lnTo>
                  <a:lnTo>
                    <a:pt x="2770117" y="2232514"/>
                  </a:lnTo>
                  <a:lnTo>
                    <a:pt x="2819798" y="2222053"/>
                  </a:lnTo>
                  <a:lnTo>
                    <a:pt x="2871198" y="2212657"/>
                  </a:lnTo>
                  <a:lnTo>
                    <a:pt x="2925142" y="2204270"/>
                  </a:lnTo>
                  <a:lnTo>
                    <a:pt x="2982552" y="2196799"/>
                  </a:lnTo>
                  <a:lnTo>
                    <a:pt x="3044364" y="2190136"/>
                  </a:lnTo>
                  <a:lnTo>
                    <a:pt x="3111446" y="2184182"/>
                  </a:lnTo>
                  <a:lnTo>
                    <a:pt x="3184490" y="2178846"/>
                  </a:lnTo>
                  <a:lnTo>
                    <a:pt x="3263876" y="2174060"/>
                  </a:lnTo>
                  <a:lnTo>
                    <a:pt x="3349482" y="2169771"/>
                  </a:lnTo>
                  <a:lnTo>
                    <a:pt x="3440464" y="2165950"/>
                  </a:lnTo>
                  <a:lnTo>
                    <a:pt x="3535052" y="2162584"/>
                  </a:lnTo>
                  <a:lnTo>
                    <a:pt x="3630416" y="2159678"/>
                  </a:lnTo>
                  <a:lnTo>
                    <a:pt x="3722738" y="2157242"/>
                  </a:lnTo>
                  <a:lnTo>
                    <a:pt x="3807574" y="2155284"/>
                  </a:lnTo>
                  <a:lnTo>
                    <a:pt x="3880537" y="2153798"/>
                  </a:lnTo>
                  <a:lnTo>
                    <a:pt x="3938187" y="2152755"/>
                  </a:lnTo>
                  <a:lnTo>
                    <a:pt x="3978859" y="2152097"/>
                  </a:lnTo>
                  <a:lnTo>
                    <a:pt x="4003160" y="2151743"/>
                  </a:lnTo>
                  <a:lnTo>
                    <a:pt x="4014017" y="2151600"/>
                  </a:lnTo>
                  <a:lnTo>
                    <a:pt x="4016391" y="2151572"/>
                  </a:lnTo>
                  <a:lnTo>
                    <a:pt x="4016409" y="2151572"/>
                  </a:lnTo>
                  <a:lnTo>
                    <a:pt x="4538543" y="2151572"/>
                  </a:lnTo>
                  <a:lnTo>
                    <a:pt x="4539741" y="2151509"/>
                  </a:lnTo>
                  <a:lnTo>
                    <a:pt x="4547581" y="2151065"/>
                  </a:lnTo>
                  <a:lnTo>
                    <a:pt x="4567222" y="2149837"/>
                  </a:lnTo>
                  <a:lnTo>
                    <a:pt x="4602019" y="2147424"/>
                  </a:lnTo>
                  <a:lnTo>
                    <a:pt x="4653237" y="2143466"/>
                  </a:lnTo>
                  <a:lnTo>
                    <a:pt x="4719969" y="2137691"/>
                  </a:lnTo>
                  <a:lnTo>
                    <a:pt x="4799461" y="2129933"/>
                  </a:lnTo>
                  <a:lnTo>
                    <a:pt x="4887789" y="2120135"/>
                  </a:lnTo>
                  <a:lnTo>
                    <a:pt x="4980680" y="2108313"/>
                  </a:lnTo>
                  <a:lnTo>
                    <a:pt x="5074226" y="2094514"/>
                  </a:lnTo>
                  <a:lnTo>
                    <a:pt x="5165338" y="2078771"/>
                  </a:lnTo>
                  <a:lnTo>
                    <a:pt x="5251912" y="2061065"/>
                  </a:lnTo>
                  <a:lnTo>
                    <a:pt x="5332773" y="2041306"/>
                  </a:lnTo>
                  <a:lnTo>
                    <a:pt x="5407509" y="2019324"/>
                  </a:lnTo>
                  <a:lnTo>
                    <a:pt x="5476270" y="1994860"/>
                  </a:lnTo>
                  <a:lnTo>
                    <a:pt x="5539578" y="1967583"/>
                  </a:lnTo>
                  <a:lnTo>
                    <a:pt x="5598180" y="1937093"/>
                  </a:lnTo>
                  <a:lnTo>
                    <a:pt x="5652937" y="1902950"/>
                  </a:lnTo>
                  <a:lnTo>
                    <a:pt x="5704738" y="1864723"/>
                  </a:lnTo>
                  <a:lnTo>
                    <a:pt x="5754424" y="1822063"/>
                  </a:lnTo>
                  <a:lnTo>
                    <a:pt x="5784835" y="1792976"/>
                  </a:lnTo>
                  <a:lnTo>
                    <a:pt x="5825967" y="1750126"/>
                  </a:lnTo>
                  <a:lnTo>
                    <a:pt x="5866703" y="1703819"/>
                  </a:lnTo>
                  <a:lnTo>
                    <a:pt x="5907333" y="1653988"/>
                  </a:lnTo>
                  <a:lnTo>
                    <a:pt x="5948075" y="1600634"/>
                  </a:lnTo>
                  <a:lnTo>
                    <a:pt x="5989087" y="1543837"/>
                  </a:lnTo>
                  <a:lnTo>
                    <a:pt x="6030469" y="1483760"/>
                  </a:lnTo>
                  <a:lnTo>
                    <a:pt x="6072275" y="1420654"/>
                  </a:lnTo>
                  <a:lnTo>
                    <a:pt x="6114509" y="1354860"/>
                  </a:lnTo>
                  <a:lnTo>
                    <a:pt x="6157138" y="1286800"/>
                  </a:lnTo>
                  <a:lnTo>
                    <a:pt x="6200093" y="1216971"/>
                  </a:lnTo>
                  <a:lnTo>
                    <a:pt x="6243281" y="1145932"/>
                  </a:lnTo>
                  <a:lnTo>
                    <a:pt x="6286588" y="1074283"/>
                  </a:lnTo>
                  <a:lnTo>
                    <a:pt x="6329893" y="1002647"/>
                  </a:lnTo>
                  <a:lnTo>
                    <a:pt x="6373074" y="931647"/>
                  </a:lnTo>
                  <a:lnTo>
                    <a:pt x="6416017" y="861882"/>
                  </a:lnTo>
                  <a:lnTo>
                    <a:pt x="6458631" y="793907"/>
                  </a:lnTo>
                  <a:lnTo>
                    <a:pt x="6500847" y="728217"/>
                  </a:lnTo>
                  <a:lnTo>
                    <a:pt x="6542634" y="665232"/>
                  </a:lnTo>
                  <a:lnTo>
                    <a:pt x="6584000" y="605288"/>
                  </a:lnTo>
                  <a:lnTo>
                    <a:pt x="6624998" y="548633"/>
                  </a:lnTo>
                  <a:lnTo>
                    <a:pt x="6665731" y="495425"/>
                  </a:lnTo>
                  <a:lnTo>
                    <a:pt x="6706361" y="445742"/>
                  </a:lnTo>
                  <a:lnTo>
                    <a:pt x="6747108" y="399582"/>
                  </a:lnTo>
                  <a:lnTo>
                    <a:pt x="6786527" y="358595"/>
                  </a:lnTo>
                  <a:lnTo>
                    <a:pt x="6835268" y="313067"/>
                  </a:lnTo>
                  <a:lnTo>
                    <a:pt x="6885650" y="272091"/>
                  </a:lnTo>
                  <a:lnTo>
                    <a:pt x="6938450" y="235434"/>
                  </a:lnTo>
                  <a:lnTo>
                    <a:pt x="6994537" y="202706"/>
                  </a:lnTo>
                  <a:lnTo>
                    <a:pt x="7054798" y="173463"/>
                  </a:lnTo>
                  <a:lnTo>
                    <a:pt x="7120061" y="147279"/>
                  </a:lnTo>
                  <a:lnTo>
                    <a:pt x="7191005" y="123776"/>
                  </a:lnTo>
                  <a:lnTo>
                    <a:pt x="7268033" y="102648"/>
                  </a:lnTo>
                  <a:lnTo>
                    <a:pt x="7351109" y="83671"/>
                  </a:lnTo>
                  <a:lnTo>
                    <a:pt x="7439559" y="66703"/>
                  </a:lnTo>
                  <a:lnTo>
                    <a:pt x="7531879" y="51683"/>
                  </a:lnTo>
                  <a:lnTo>
                    <a:pt x="7625592" y="38616"/>
                  </a:lnTo>
                  <a:lnTo>
                    <a:pt x="7717270" y="27544"/>
                  </a:lnTo>
                  <a:lnTo>
                    <a:pt x="7802802" y="18508"/>
                  </a:lnTo>
                  <a:lnTo>
                    <a:pt x="7877950" y="11501"/>
                  </a:lnTo>
                  <a:lnTo>
                    <a:pt x="7939132" y="6429"/>
                  </a:lnTo>
                  <a:lnTo>
                    <a:pt x="7984219" y="3085"/>
                  </a:lnTo>
                  <a:lnTo>
                    <a:pt x="8013099" y="1159"/>
                  </a:lnTo>
                  <a:lnTo>
                    <a:pt x="8027844" y="270"/>
                  </a:lnTo>
                  <a:lnTo>
                    <a:pt x="8032517" y="15"/>
                  </a:lnTo>
                  <a:lnTo>
                    <a:pt x="8032819" y="0"/>
                  </a:lnTo>
                  <a:lnTo>
                    <a:pt x="8554953" y="0"/>
                  </a:lnTo>
                  <a:lnTo>
                    <a:pt x="8554953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904" name="pl904"/>
            <p:cNvSpPr/>
            <p:nvPr/>
          </p:nvSpPr>
          <p:spPr>
            <a:xfrm>
              <a:off x="386606" y="1083896"/>
              <a:ext cx="8554953" cy="2637228"/>
            </a:xfrm>
            <a:custGeom>
              <a:avLst/>
              <a:pathLst>
                <a:path w="8554953" h="2637228">
                  <a:moveTo>
                    <a:pt x="8554953" y="0"/>
                  </a:moveTo>
                  <a:lnTo>
                    <a:pt x="8032819" y="0"/>
                  </a:lnTo>
                  <a:lnTo>
                    <a:pt x="8031621" y="62"/>
                  </a:lnTo>
                  <a:lnTo>
                    <a:pt x="8023781" y="506"/>
                  </a:lnTo>
                  <a:lnTo>
                    <a:pt x="8004140" y="1734"/>
                  </a:lnTo>
                  <a:lnTo>
                    <a:pt x="7969343" y="4148"/>
                  </a:lnTo>
                  <a:lnTo>
                    <a:pt x="7918125" y="8105"/>
                  </a:lnTo>
                  <a:lnTo>
                    <a:pt x="7851393" y="13880"/>
                  </a:lnTo>
                  <a:lnTo>
                    <a:pt x="7771901" y="21638"/>
                  </a:lnTo>
                  <a:lnTo>
                    <a:pt x="7683573" y="31436"/>
                  </a:lnTo>
                  <a:lnTo>
                    <a:pt x="7590682" y="43258"/>
                  </a:lnTo>
                  <a:lnTo>
                    <a:pt x="7497136" y="57057"/>
                  </a:lnTo>
                  <a:lnTo>
                    <a:pt x="7406023" y="72801"/>
                  </a:lnTo>
                  <a:lnTo>
                    <a:pt x="7319450" y="90507"/>
                  </a:lnTo>
                  <a:lnTo>
                    <a:pt x="7238589" y="110265"/>
                  </a:lnTo>
                  <a:lnTo>
                    <a:pt x="7163853" y="132248"/>
                  </a:lnTo>
                  <a:lnTo>
                    <a:pt x="7095092" y="156711"/>
                  </a:lnTo>
                  <a:lnTo>
                    <a:pt x="7031784" y="183988"/>
                  </a:lnTo>
                  <a:lnTo>
                    <a:pt x="6973182" y="214479"/>
                  </a:lnTo>
                  <a:lnTo>
                    <a:pt x="6918425" y="248621"/>
                  </a:lnTo>
                  <a:lnTo>
                    <a:pt x="6866624" y="286848"/>
                  </a:lnTo>
                  <a:lnTo>
                    <a:pt x="6816938" y="329508"/>
                  </a:lnTo>
                  <a:lnTo>
                    <a:pt x="6786527" y="358595"/>
                  </a:lnTo>
                  <a:lnTo>
                    <a:pt x="6745395" y="401446"/>
                  </a:lnTo>
                  <a:lnTo>
                    <a:pt x="6704659" y="447752"/>
                  </a:lnTo>
                  <a:lnTo>
                    <a:pt x="6664029" y="497584"/>
                  </a:lnTo>
                  <a:lnTo>
                    <a:pt x="6623287" y="550937"/>
                  </a:lnTo>
                  <a:lnTo>
                    <a:pt x="6582275" y="607734"/>
                  </a:lnTo>
                  <a:lnTo>
                    <a:pt x="6540893" y="667811"/>
                  </a:lnTo>
                  <a:lnTo>
                    <a:pt x="6499087" y="730917"/>
                  </a:lnTo>
                  <a:lnTo>
                    <a:pt x="6456853" y="796711"/>
                  </a:lnTo>
                  <a:lnTo>
                    <a:pt x="6414224" y="864772"/>
                  </a:lnTo>
                  <a:lnTo>
                    <a:pt x="6371269" y="934600"/>
                  </a:lnTo>
                  <a:lnTo>
                    <a:pt x="6328081" y="1005639"/>
                  </a:lnTo>
                  <a:lnTo>
                    <a:pt x="6284774" y="1077288"/>
                  </a:lnTo>
                  <a:lnTo>
                    <a:pt x="6241469" y="1148924"/>
                  </a:lnTo>
                  <a:lnTo>
                    <a:pt x="6198288" y="1219924"/>
                  </a:lnTo>
                  <a:lnTo>
                    <a:pt x="6155345" y="1289690"/>
                  </a:lnTo>
                  <a:lnTo>
                    <a:pt x="6112731" y="1357664"/>
                  </a:lnTo>
                  <a:lnTo>
                    <a:pt x="6070515" y="1423354"/>
                  </a:lnTo>
                  <a:lnTo>
                    <a:pt x="6028728" y="1486339"/>
                  </a:lnTo>
                  <a:lnTo>
                    <a:pt x="5987362" y="1546283"/>
                  </a:lnTo>
                  <a:lnTo>
                    <a:pt x="5946364" y="1602939"/>
                  </a:lnTo>
                  <a:lnTo>
                    <a:pt x="5905630" y="1656146"/>
                  </a:lnTo>
                  <a:lnTo>
                    <a:pt x="5865001" y="1705829"/>
                  </a:lnTo>
                  <a:lnTo>
                    <a:pt x="5824254" y="1751989"/>
                  </a:lnTo>
                  <a:lnTo>
                    <a:pt x="5784835" y="1792976"/>
                  </a:lnTo>
                  <a:lnTo>
                    <a:pt x="5736094" y="1838504"/>
                  </a:lnTo>
                  <a:lnTo>
                    <a:pt x="5685712" y="1879480"/>
                  </a:lnTo>
                  <a:lnTo>
                    <a:pt x="5632912" y="1916137"/>
                  </a:lnTo>
                  <a:lnTo>
                    <a:pt x="5576825" y="1948865"/>
                  </a:lnTo>
                  <a:lnTo>
                    <a:pt x="5516564" y="1978108"/>
                  </a:lnTo>
                  <a:lnTo>
                    <a:pt x="5451301" y="2004292"/>
                  </a:lnTo>
                  <a:lnTo>
                    <a:pt x="5380357" y="2027795"/>
                  </a:lnTo>
                  <a:lnTo>
                    <a:pt x="5303329" y="2048923"/>
                  </a:lnTo>
                  <a:lnTo>
                    <a:pt x="5220253" y="2067900"/>
                  </a:lnTo>
                  <a:lnTo>
                    <a:pt x="5131803" y="2084868"/>
                  </a:lnTo>
                  <a:lnTo>
                    <a:pt x="5039483" y="2099888"/>
                  </a:lnTo>
                  <a:lnTo>
                    <a:pt x="4945770" y="2112955"/>
                  </a:lnTo>
                  <a:lnTo>
                    <a:pt x="4854092" y="2124028"/>
                  </a:lnTo>
                  <a:lnTo>
                    <a:pt x="4768560" y="2133064"/>
                  </a:lnTo>
                  <a:lnTo>
                    <a:pt x="4693412" y="2140070"/>
                  </a:lnTo>
                  <a:lnTo>
                    <a:pt x="4632230" y="2145142"/>
                  </a:lnTo>
                  <a:lnTo>
                    <a:pt x="4587143" y="2148486"/>
                  </a:lnTo>
                  <a:lnTo>
                    <a:pt x="4558263" y="2150413"/>
                  </a:lnTo>
                  <a:lnTo>
                    <a:pt x="4543518" y="2151301"/>
                  </a:lnTo>
                  <a:lnTo>
                    <a:pt x="4538845" y="2151556"/>
                  </a:lnTo>
                  <a:lnTo>
                    <a:pt x="4538543" y="2151572"/>
                  </a:lnTo>
                  <a:lnTo>
                    <a:pt x="4016409" y="2151572"/>
                  </a:lnTo>
                  <a:lnTo>
                    <a:pt x="4015143" y="2151587"/>
                  </a:lnTo>
                  <a:lnTo>
                    <a:pt x="4006867" y="2151693"/>
                  </a:lnTo>
                  <a:lnTo>
                    <a:pt x="3986175" y="2151986"/>
                  </a:lnTo>
                  <a:lnTo>
                    <a:pt x="3949616" y="2152563"/>
                  </a:lnTo>
                  <a:lnTo>
                    <a:pt x="3896008" y="2153507"/>
                  </a:lnTo>
                  <a:lnTo>
                    <a:pt x="3826494" y="2154882"/>
                  </a:lnTo>
                  <a:lnTo>
                    <a:pt x="3744153" y="2156724"/>
                  </a:lnTo>
                  <a:lnTo>
                    <a:pt x="3653226" y="2159044"/>
                  </a:lnTo>
                  <a:lnTo>
                    <a:pt x="3558216" y="2161838"/>
                  </a:lnTo>
                  <a:lnTo>
                    <a:pt x="3463139" y="2165093"/>
                  </a:lnTo>
                  <a:lnTo>
                    <a:pt x="3371082" y="2168803"/>
                  </a:lnTo>
                  <a:lnTo>
                    <a:pt x="3284064" y="2172977"/>
                  </a:lnTo>
                  <a:lnTo>
                    <a:pt x="3203136" y="2177639"/>
                  </a:lnTo>
                  <a:lnTo>
                    <a:pt x="3128574" y="2182835"/>
                  </a:lnTo>
                  <a:lnTo>
                    <a:pt x="3060103" y="2188632"/>
                  </a:lnTo>
                  <a:lnTo>
                    <a:pt x="2997089" y="2195114"/>
                  </a:lnTo>
                  <a:lnTo>
                    <a:pt x="2938698" y="2202380"/>
                  </a:lnTo>
                  <a:lnTo>
                    <a:pt x="2884000" y="2210535"/>
                  </a:lnTo>
                  <a:lnTo>
                    <a:pt x="2832064" y="2219679"/>
                  </a:lnTo>
                  <a:lnTo>
                    <a:pt x="2782035" y="2229881"/>
                  </a:lnTo>
                  <a:lnTo>
                    <a:pt x="2770117" y="2232514"/>
                  </a:lnTo>
                  <a:lnTo>
                    <a:pt x="2717180" y="2245128"/>
                  </a:lnTo>
                  <a:lnTo>
                    <a:pt x="2664755" y="2259047"/>
                  </a:lnTo>
                  <a:lnTo>
                    <a:pt x="2612290" y="2274289"/>
                  </a:lnTo>
                  <a:lnTo>
                    <a:pt x="2559411" y="2290827"/>
                  </a:lnTo>
                  <a:lnTo>
                    <a:pt x="2505901" y="2308581"/>
                  </a:lnTo>
                  <a:lnTo>
                    <a:pt x="2451680" y="2327416"/>
                  </a:lnTo>
                  <a:lnTo>
                    <a:pt x="2396784" y="2347145"/>
                  </a:lnTo>
                  <a:lnTo>
                    <a:pt x="2341352" y="2367531"/>
                  </a:lnTo>
                  <a:lnTo>
                    <a:pt x="2285591" y="2388301"/>
                  </a:lnTo>
                  <a:lnTo>
                    <a:pt x="2229753" y="2409159"/>
                  </a:lnTo>
                  <a:lnTo>
                    <a:pt x="2174099" y="2429805"/>
                  </a:lnTo>
                  <a:lnTo>
                    <a:pt x="2118868" y="2449949"/>
                  </a:lnTo>
                  <a:lnTo>
                    <a:pt x="2064242" y="2469333"/>
                  </a:lnTo>
                  <a:lnTo>
                    <a:pt x="2010318" y="2487738"/>
                  </a:lnTo>
                  <a:lnTo>
                    <a:pt x="1957088" y="2505000"/>
                  </a:lnTo>
                  <a:lnTo>
                    <a:pt x="1904416" y="2521006"/>
                  </a:lnTo>
                  <a:lnTo>
                    <a:pt x="1852022" y="2535699"/>
                  </a:lnTo>
                  <a:lnTo>
                    <a:pt x="1799462" y="2549070"/>
                  </a:lnTo>
                  <a:lnTo>
                    <a:pt x="1768425" y="2556286"/>
                  </a:lnTo>
                  <a:lnTo>
                    <a:pt x="1718744" y="2566748"/>
                  </a:lnTo>
                  <a:lnTo>
                    <a:pt x="1667344" y="2576143"/>
                  </a:lnTo>
                  <a:lnTo>
                    <a:pt x="1613400" y="2584530"/>
                  </a:lnTo>
                  <a:lnTo>
                    <a:pt x="1555990" y="2592001"/>
                  </a:lnTo>
                  <a:lnTo>
                    <a:pt x="1494178" y="2598664"/>
                  </a:lnTo>
                  <a:lnTo>
                    <a:pt x="1427097" y="2604618"/>
                  </a:lnTo>
                  <a:lnTo>
                    <a:pt x="1354052" y="2609954"/>
                  </a:lnTo>
                  <a:lnTo>
                    <a:pt x="1274666" y="2614740"/>
                  </a:lnTo>
                  <a:lnTo>
                    <a:pt x="1189061" y="2619029"/>
                  </a:lnTo>
                  <a:lnTo>
                    <a:pt x="1098078" y="2622850"/>
                  </a:lnTo>
                  <a:lnTo>
                    <a:pt x="1003490" y="2626216"/>
                  </a:lnTo>
                  <a:lnTo>
                    <a:pt x="908126" y="2629122"/>
                  </a:lnTo>
                  <a:lnTo>
                    <a:pt x="815804" y="2631558"/>
                  </a:lnTo>
                  <a:lnTo>
                    <a:pt x="730969" y="2633516"/>
                  </a:lnTo>
                  <a:lnTo>
                    <a:pt x="658005" y="2635002"/>
                  </a:lnTo>
                  <a:lnTo>
                    <a:pt x="600355" y="2636045"/>
                  </a:lnTo>
                  <a:lnTo>
                    <a:pt x="559683" y="2636704"/>
                  </a:lnTo>
                  <a:lnTo>
                    <a:pt x="535382" y="2637057"/>
                  </a:lnTo>
                  <a:lnTo>
                    <a:pt x="524525" y="2637200"/>
                  </a:lnTo>
                  <a:lnTo>
                    <a:pt x="522152" y="2637228"/>
                  </a:lnTo>
                  <a:lnTo>
                    <a:pt x="522133" y="2637228"/>
                  </a:lnTo>
                  <a:lnTo>
                    <a:pt x="0" y="2637228"/>
                  </a:lnTo>
                  <a:lnTo>
                    <a:pt x="0" y="2637228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905" name="pg905"/>
            <p:cNvSpPr/>
            <p:nvPr/>
          </p:nvSpPr>
          <p:spPr>
            <a:xfrm>
              <a:off x="386606" y="3297587"/>
              <a:ext cx="8554953" cy="434832"/>
            </a:xfrm>
            <a:custGeom>
              <a:avLst/>
              <a:pathLst>
                <a:path w="8554953" h="434832">
                  <a:moveTo>
                    <a:pt x="0" y="434832"/>
                  </a:moveTo>
                  <a:lnTo>
                    <a:pt x="522133" y="434832"/>
                  </a:lnTo>
                  <a:lnTo>
                    <a:pt x="523400" y="434819"/>
                  </a:lnTo>
                  <a:lnTo>
                    <a:pt x="531681" y="434725"/>
                  </a:lnTo>
                  <a:lnTo>
                    <a:pt x="552387" y="434465"/>
                  </a:lnTo>
                  <a:lnTo>
                    <a:pt x="588968" y="433955"/>
                  </a:lnTo>
                  <a:lnTo>
                    <a:pt x="642605" y="433120"/>
                  </a:lnTo>
                  <a:lnTo>
                    <a:pt x="712154" y="431905"/>
                  </a:lnTo>
                  <a:lnTo>
                    <a:pt x="794530" y="430276"/>
                  </a:lnTo>
                  <a:lnTo>
                    <a:pt x="885489" y="428224"/>
                  </a:lnTo>
                  <a:lnTo>
                    <a:pt x="980525" y="425754"/>
                  </a:lnTo>
                  <a:lnTo>
                    <a:pt x="1075619" y="422876"/>
                  </a:lnTo>
                  <a:lnTo>
                    <a:pt x="1167688" y="419595"/>
                  </a:lnTo>
                  <a:lnTo>
                    <a:pt x="1254710" y="415905"/>
                  </a:lnTo>
                  <a:lnTo>
                    <a:pt x="1335638" y="411783"/>
                  </a:lnTo>
                  <a:lnTo>
                    <a:pt x="1410198" y="407188"/>
                  </a:lnTo>
                  <a:lnTo>
                    <a:pt x="1478666" y="402062"/>
                  </a:lnTo>
                  <a:lnTo>
                    <a:pt x="1541676" y="396330"/>
                  </a:lnTo>
                  <a:lnTo>
                    <a:pt x="1600065" y="389905"/>
                  </a:lnTo>
                  <a:lnTo>
                    <a:pt x="1654762" y="382693"/>
                  </a:lnTo>
                  <a:lnTo>
                    <a:pt x="1706700" y="374606"/>
                  </a:lnTo>
                  <a:lnTo>
                    <a:pt x="1756735" y="365584"/>
                  </a:lnTo>
                  <a:lnTo>
                    <a:pt x="1768425" y="363301"/>
                  </a:lnTo>
                  <a:lnTo>
                    <a:pt x="1821638" y="352092"/>
                  </a:lnTo>
                  <a:lnTo>
                    <a:pt x="1874337" y="339718"/>
                  </a:lnTo>
                  <a:lnTo>
                    <a:pt x="1927081" y="326163"/>
                  </a:lnTo>
                  <a:lnTo>
                    <a:pt x="1980248" y="311450"/>
                  </a:lnTo>
                  <a:lnTo>
                    <a:pt x="2034055" y="295654"/>
                  </a:lnTo>
                  <a:lnTo>
                    <a:pt x="2088581" y="278897"/>
                  </a:lnTo>
                  <a:lnTo>
                    <a:pt x="2143786" y="261347"/>
                  </a:lnTo>
                  <a:lnTo>
                    <a:pt x="2199526" y="243219"/>
                  </a:lnTo>
                  <a:lnTo>
                    <a:pt x="2255589" y="224758"/>
                  </a:lnTo>
                  <a:lnTo>
                    <a:pt x="2311717" y="206232"/>
                  </a:lnTo>
                  <a:lnTo>
                    <a:pt x="2367645" y="187909"/>
                  </a:lnTo>
                  <a:lnTo>
                    <a:pt x="2423133" y="170049"/>
                  </a:lnTo>
                  <a:lnTo>
                    <a:pt x="2478002" y="152881"/>
                  </a:lnTo>
                  <a:lnTo>
                    <a:pt x="2532158" y="136598"/>
                  </a:lnTo>
                  <a:lnTo>
                    <a:pt x="2585618" y="121345"/>
                  </a:lnTo>
                  <a:lnTo>
                    <a:pt x="2638532" y="107220"/>
                  </a:lnTo>
                  <a:lnTo>
                    <a:pt x="2691195" y="94269"/>
                  </a:lnTo>
                  <a:lnTo>
                    <a:pt x="2744074" y="82497"/>
                  </a:lnTo>
                  <a:lnTo>
                    <a:pt x="2770117" y="77178"/>
                  </a:lnTo>
                  <a:lnTo>
                    <a:pt x="2819810" y="67930"/>
                  </a:lnTo>
                  <a:lnTo>
                    <a:pt x="2871222" y="59625"/>
                  </a:lnTo>
                  <a:lnTo>
                    <a:pt x="2925181" y="52213"/>
                  </a:lnTo>
                  <a:lnTo>
                    <a:pt x="2982607" y="45609"/>
                  </a:lnTo>
                  <a:lnTo>
                    <a:pt x="3044438" y="39721"/>
                  </a:lnTo>
                  <a:lnTo>
                    <a:pt x="3111542" y="34458"/>
                  </a:lnTo>
                  <a:lnTo>
                    <a:pt x="3184613" y="29743"/>
                  </a:lnTo>
                  <a:lnTo>
                    <a:pt x="3264028" y="25513"/>
                  </a:lnTo>
                  <a:lnTo>
                    <a:pt x="3349665" y="21723"/>
                  </a:lnTo>
                  <a:lnTo>
                    <a:pt x="3440679" y="18346"/>
                  </a:lnTo>
                  <a:lnTo>
                    <a:pt x="3535294" y="15372"/>
                  </a:lnTo>
                  <a:lnTo>
                    <a:pt x="3630677" y="12804"/>
                  </a:lnTo>
                  <a:lnTo>
                    <a:pt x="3723005" y="10652"/>
                  </a:lnTo>
                  <a:lnTo>
                    <a:pt x="3807830" y="8923"/>
                  </a:lnTo>
                  <a:lnTo>
                    <a:pt x="3880764" y="7611"/>
                  </a:lnTo>
                  <a:lnTo>
                    <a:pt x="3938368" y="6690"/>
                  </a:lnTo>
                  <a:lnTo>
                    <a:pt x="3978984" y="6109"/>
                  </a:lnTo>
                  <a:lnTo>
                    <a:pt x="4003230" y="5797"/>
                  </a:lnTo>
                  <a:lnTo>
                    <a:pt x="4014041" y="5672"/>
                  </a:lnTo>
                  <a:lnTo>
                    <a:pt x="4016409" y="5647"/>
                  </a:lnTo>
                  <a:lnTo>
                    <a:pt x="4538543" y="5647"/>
                  </a:lnTo>
                  <a:lnTo>
                    <a:pt x="4539813" y="5648"/>
                  </a:lnTo>
                  <a:lnTo>
                    <a:pt x="4548113" y="5659"/>
                  </a:lnTo>
                  <a:lnTo>
                    <a:pt x="4568865" y="5690"/>
                  </a:lnTo>
                  <a:lnTo>
                    <a:pt x="4605524" y="5751"/>
                  </a:lnTo>
                  <a:lnTo>
                    <a:pt x="4659267" y="5850"/>
                  </a:lnTo>
                  <a:lnTo>
                    <a:pt x="4728936" y="5994"/>
                  </a:lnTo>
                  <a:lnTo>
                    <a:pt x="4811436" y="6187"/>
                  </a:lnTo>
                  <a:lnTo>
                    <a:pt x="4902507" y="6431"/>
                  </a:lnTo>
                  <a:lnTo>
                    <a:pt x="4997633" y="6724"/>
                  </a:lnTo>
                  <a:lnTo>
                    <a:pt x="5092791" y="7065"/>
                  </a:lnTo>
                  <a:lnTo>
                    <a:pt x="5184899" y="7455"/>
                  </a:lnTo>
                  <a:lnTo>
                    <a:pt x="5271938" y="7893"/>
                  </a:lnTo>
                  <a:lnTo>
                    <a:pt x="5352867" y="8382"/>
                  </a:lnTo>
                  <a:lnTo>
                    <a:pt x="5427418" y="8927"/>
                  </a:lnTo>
                  <a:lnTo>
                    <a:pt x="5495873" y="9535"/>
                  </a:lnTo>
                  <a:lnTo>
                    <a:pt x="5558871" y="10215"/>
                  </a:lnTo>
                  <a:lnTo>
                    <a:pt x="5617252" y="10978"/>
                  </a:lnTo>
                  <a:lnTo>
                    <a:pt x="5671948" y="11834"/>
                  </a:lnTo>
                  <a:lnTo>
                    <a:pt x="5723893" y="12794"/>
                  </a:lnTo>
                  <a:lnTo>
                    <a:pt x="5773945" y="13865"/>
                  </a:lnTo>
                  <a:lnTo>
                    <a:pt x="5784835" y="14117"/>
                  </a:lnTo>
                  <a:lnTo>
                    <a:pt x="5839079" y="15472"/>
                  </a:lnTo>
                  <a:lnTo>
                    <a:pt x="5892801" y="16970"/>
                  </a:lnTo>
                  <a:lnTo>
                    <a:pt x="5946588" y="18614"/>
                  </a:lnTo>
                  <a:lnTo>
                    <a:pt x="6000832" y="20399"/>
                  </a:lnTo>
                  <a:lnTo>
                    <a:pt x="6055752" y="22317"/>
                  </a:lnTo>
                  <a:lnTo>
                    <a:pt x="6111420" y="24352"/>
                  </a:lnTo>
                  <a:lnTo>
                    <a:pt x="6167781" y="26481"/>
                  </a:lnTo>
                  <a:lnTo>
                    <a:pt x="6224671" y="28677"/>
                  </a:lnTo>
                  <a:lnTo>
                    <a:pt x="6281857" y="30909"/>
                  </a:lnTo>
                  <a:lnTo>
                    <a:pt x="6339062" y="33144"/>
                  </a:lnTo>
                  <a:lnTo>
                    <a:pt x="6396007" y="35347"/>
                  </a:lnTo>
                  <a:lnTo>
                    <a:pt x="6452450" y="37487"/>
                  </a:lnTo>
                  <a:lnTo>
                    <a:pt x="6508217" y="39535"/>
                  </a:lnTo>
                  <a:lnTo>
                    <a:pt x="6563235" y="41470"/>
                  </a:lnTo>
                  <a:lnTo>
                    <a:pt x="6617560" y="43274"/>
                  </a:lnTo>
                  <a:lnTo>
                    <a:pt x="6671389" y="44937"/>
                  </a:lnTo>
                  <a:lnTo>
                    <a:pt x="6725091" y="46454"/>
                  </a:lnTo>
                  <a:lnTo>
                    <a:pt x="6779223" y="47828"/>
                  </a:lnTo>
                  <a:lnTo>
                    <a:pt x="6786527" y="48000"/>
                  </a:lnTo>
                  <a:lnTo>
                    <a:pt x="6836260" y="49096"/>
                  </a:lnTo>
                  <a:lnTo>
                    <a:pt x="6887717" y="50081"/>
                  </a:lnTo>
                  <a:lnTo>
                    <a:pt x="6941726" y="50959"/>
                  </a:lnTo>
                  <a:lnTo>
                    <a:pt x="6999210" y="51741"/>
                  </a:lnTo>
                  <a:lnTo>
                    <a:pt x="7061109" y="52439"/>
                  </a:lnTo>
                  <a:lnTo>
                    <a:pt x="7128293" y="53062"/>
                  </a:lnTo>
                  <a:lnTo>
                    <a:pt x="7201455" y="53621"/>
                  </a:lnTo>
                  <a:lnTo>
                    <a:pt x="7280974" y="54122"/>
                  </a:lnTo>
                  <a:lnTo>
                    <a:pt x="7366721" y="54571"/>
                  </a:lnTo>
                  <a:lnTo>
                    <a:pt x="7457844" y="54970"/>
                  </a:lnTo>
                  <a:lnTo>
                    <a:pt x="7552556" y="55322"/>
                  </a:lnTo>
                  <a:lnTo>
                    <a:pt x="7648007" y="55626"/>
                  </a:lnTo>
                  <a:lnTo>
                    <a:pt x="7740357" y="55881"/>
                  </a:lnTo>
                  <a:lnTo>
                    <a:pt x="7825142" y="56085"/>
                  </a:lnTo>
                  <a:lnTo>
                    <a:pt x="7897972" y="56240"/>
                  </a:lnTo>
                  <a:lnTo>
                    <a:pt x="7955415" y="56349"/>
                  </a:lnTo>
                  <a:lnTo>
                    <a:pt x="7995836" y="56417"/>
                  </a:lnTo>
                  <a:lnTo>
                    <a:pt x="8019884" y="56454"/>
                  </a:lnTo>
                  <a:lnTo>
                    <a:pt x="8030536" y="56468"/>
                  </a:lnTo>
                  <a:lnTo>
                    <a:pt x="8032819" y="56471"/>
                  </a:lnTo>
                  <a:lnTo>
                    <a:pt x="8554953" y="56471"/>
                  </a:lnTo>
                  <a:lnTo>
                    <a:pt x="8554953" y="50824"/>
                  </a:lnTo>
                  <a:lnTo>
                    <a:pt x="8032819" y="50824"/>
                  </a:lnTo>
                  <a:lnTo>
                    <a:pt x="8031549" y="50822"/>
                  </a:lnTo>
                  <a:lnTo>
                    <a:pt x="8023248" y="50811"/>
                  </a:lnTo>
                  <a:lnTo>
                    <a:pt x="8002497" y="50781"/>
                  </a:lnTo>
                  <a:lnTo>
                    <a:pt x="7965838" y="50720"/>
                  </a:lnTo>
                  <a:lnTo>
                    <a:pt x="7912095" y="50621"/>
                  </a:lnTo>
                  <a:lnTo>
                    <a:pt x="7842426" y="50477"/>
                  </a:lnTo>
                  <a:lnTo>
                    <a:pt x="7759926" y="50283"/>
                  </a:lnTo>
                  <a:lnTo>
                    <a:pt x="7668855" y="50040"/>
                  </a:lnTo>
                  <a:lnTo>
                    <a:pt x="7573729" y="49747"/>
                  </a:lnTo>
                  <a:lnTo>
                    <a:pt x="7478571" y="49405"/>
                  </a:lnTo>
                  <a:lnTo>
                    <a:pt x="7386463" y="49016"/>
                  </a:lnTo>
                  <a:lnTo>
                    <a:pt x="7299424" y="48578"/>
                  </a:lnTo>
                  <a:lnTo>
                    <a:pt x="7218495" y="48089"/>
                  </a:lnTo>
                  <a:lnTo>
                    <a:pt x="7143944" y="47544"/>
                  </a:lnTo>
                  <a:lnTo>
                    <a:pt x="7075489" y="46936"/>
                  </a:lnTo>
                  <a:lnTo>
                    <a:pt x="7012491" y="46255"/>
                  </a:lnTo>
                  <a:lnTo>
                    <a:pt x="6954110" y="45493"/>
                  </a:lnTo>
                  <a:lnTo>
                    <a:pt x="6899414" y="44636"/>
                  </a:lnTo>
                  <a:lnTo>
                    <a:pt x="6847469" y="43676"/>
                  </a:lnTo>
                  <a:lnTo>
                    <a:pt x="6797417" y="42605"/>
                  </a:lnTo>
                  <a:lnTo>
                    <a:pt x="6786527" y="42353"/>
                  </a:lnTo>
                  <a:lnTo>
                    <a:pt x="6732283" y="40999"/>
                  </a:lnTo>
                  <a:lnTo>
                    <a:pt x="6678561" y="39501"/>
                  </a:lnTo>
                  <a:lnTo>
                    <a:pt x="6624774" y="37857"/>
                  </a:lnTo>
                  <a:lnTo>
                    <a:pt x="6570530" y="36072"/>
                  </a:lnTo>
                  <a:lnTo>
                    <a:pt x="6515610" y="34154"/>
                  </a:lnTo>
                  <a:lnTo>
                    <a:pt x="6459942" y="32119"/>
                  </a:lnTo>
                  <a:lnTo>
                    <a:pt x="6403581" y="29990"/>
                  </a:lnTo>
                  <a:lnTo>
                    <a:pt x="6346690" y="27794"/>
                  </a:lnTo>
                  <a:lnTo>
                    <a:pt x="6289505" y="25561"/>
                  </a:lnTo>
                  <a:lnTo>
                    <a:pt x="6232300" y="23327"/>
                  </a:lnTo>
                  <a:lnTo>
                    <a:pt x="6175355" y="21124"/>
                  </a:lnTo>
                  <a:lnTo>
                    <a:pt x="6118912" y="18984"/>
                  </a:lnTo>
                  <a:lnTo>
                    <a:pt x="6063145" y="16935"/>
                  </a:lnTo>
                  <a:lnTo>
                    <a:pt x="6008127" y="15001"/>
                  </a:lnTo>
                  <a:lnTo>
                    <a:pt x="5953802" y="13197"/>
                  </a:lnTo>
                  <a:lnTo>
                    <a:pt x="5899973" y="11534"/>
                  </a:lnTo>
                  <a:lnTo>
                    <a:pt x="5846271" y="10017"/>
                  </a:lnTo>
                  <a:lnTo>
                    <a:pt x="5792139" y="8643"/>
                  </a:lnTo>
                  <a:lnTo>
                    <a:pt x="5784835" y="8470"/>
                  </a:lnTo>
                  <a:lnTo>
                    <a:pt x="5735102" y="7374"/>
                  </a:lnTo>
                  <a:lnTo>
                    <a:pt x="5683645" y="6390"/>
                  </a:lnTo>
                  <a:lnTo>
                    <a:pt x="5629636" y="5512"/>
                  </a:lnTo>
                  <a:lnTo>
                    <a:pt x="5572152" y="4729"/>
                  </a:lnTo>
                  <a:lnTo>
                    <a:pt x="5510253" y="4032"/>
                  </a:lnTo>
                  <a:lnTo>
                    <a:pt x="5443069" y="3408"/>
                  </a:lnTo>
                  <a:lnTo>
                    <a:pt x="5369906" y="2850"/>
                  </a:lnTo>
                  <a:lnTo>
                    <a:pt x="5290388" y="2349"/>
                  </a:lnTo>
                  <a:lnTo>
                    <a:pt x="5204641" y="1900"/>
                  </a:lnTo>
                  <a:lnTo>
                    <a:pt x="5113518" y="1500"/>
                  </a:lnTo>
                  <a:lnTo>
                    <a:pt x="5018806" y="1148"/>
                  </a:lnTo>
                  <a:lnTo>
                    <a:pt x="4923355" y="844"/>
                  </a:lnTo>
                  <a:lnTo>
                    <a:pt x="4831005" y="590"/>
                  </a:lnTo>
                  <a:lnTo>
                    <a:pt x="4746220" y="385"/>
                  </a:lnTo>
                  <a:lnTo>
                    <a:pt x="4673390" y="230"/>
                  </a:lnTo>
                  <a:lnTo>
                    <a:pt x="4615947" y="122"/>
                  </a:lnTo>
                  <a:lnTo>
                    <a:pt x="4575526" y="54"/>
                  </a:lnTo>
                  <a:lnTo>
                    <a:pt x="4551477" y="17"/>
                  </a:lnTo>
                  <a:lnTo>
                    <a:pt x="4540825" y="2"/>
                  </a:lnTo>
                  <a:lnTo>
                    <a:pt x="4538543" y="0"/>
                  </a:lnTo>
                  <a:lnTo>
                    <a:pt x="4016409" y="0"/>
                  </a:lnTo>
                  <a:lnTo>
                    <a:pt x="4015142" y="13"/>
                  </a:lnTo>
                  <a:lnTo>
                    <a:pt x="4006861" y="107"/>
                  </a:lnTo>
                  <a:lnTo>
                    <a:pt x="3986156" y="366"/>
                  </a:lnTo>
                  <a:lnTo>
                    <a:pt x="3949575" y="876"/>
                  </a:lnTo>
                  <a:lnTo>
                    <a:pt x="3895937" y="1711"/>
                  </a:lnTo>
                  <a:lnTo>
                    <a:pt x="3826389" y="2926"/>
                  </a:lnTo>
                  <a:lnTo>
                    <a:pt x="3744012" y="4555"/>
                  </a:lnTo>
                  <a:lnTo>
                    <a:pt x="3653053" y="6607"/>
                  </a:lnTo>
                  <a:lnTo>
                    <a:pt x="3558018" y="9077"/>
                  </a:lnTo>
                  <a:lnTo>
                    <a:pt x="3462923" y="11955"/>
                  </a:lnTo>
                  <a:lnTo>
                    <a:pt x="3370854" y="15236"/>
                  </a:lnTo>
                  <a:lnTo>
                    <a:pt x="3283832" y="18926"/>
                  </a:lnTo>
                  <a:lnTo>
                    <a:pt x="3202904" y="23048"/>
                  </a:lnTo>
                  <a:lnTo>
                    <a:pt x="3128344" y="27643"/>
                  </a:lnTo>
                  <a:lnTo>
                    <a:pt x="3059876" y="32769"/>
                  </a:lnTo>
                  <a:lnTo>
                    <a:pt x="2996866" y="38501"/>
                  </a:lnTo>
                  <a:lnTo>
                    <a:pt x="2938477" y="44926"/>
                  </a:lnTo>
                  <a:lnTo>
                    <a:pt x="2883780" y="52139"/>
                  </a:lnTo>
                  <a:lnTo>
                    <a:pt x="2831842" y="60225"/>
                  </a:lnTo>
                  <a:lnTo>
                    <a:pt x="2781807" y="69247"/>
                  </a:lnTo>
                  <a:lnTo>
                    <a:pt x="2770117" y="71530"/>
                  </a:lnTo>
                  <a:lnTo>
                    <a:pt x="2716904" y="82739"/>
                  </a:lnTo>
                  <a:lnTo>
                    <a:pt x="2664205" y="95113"/>
                  </a:lnTo>
                  <a:lnTo>
                    <a:pt x="2611461" y="108669"/>
                  </a:lnTo>
                  <a:lnTo>
                    <a:pt x="2558295" y="123381"/>
                  </a:lnTo>
                  <a:lnTo>
                    <a:pt x="2504488" y="139177"/>
                  </a:lnTo>
                  <a:lnTo>
                    <a:pt x="2449961" y="155935"/>
                  </a:lnTo>
                  <a:lnTo>
                    <a:pt x="2394757" y="173484"/>
                  </a:lnTo>
                  <a:lnTo>
                    <a:pt x="2339016" y="191613"/>
                  </a:lnTo>
                  <a:lnTo>
                    <a:pt x="2282953" y="210073"/>
                  </a:lnTo>
                  <a:lnTo>
                    <a:pt x="2226825" y="228599"/>
                  </a:lnTo>
                  <a:lnTo>
                    <a:pt x="2170898" y="246922"/>
                  </a:lnTo>
                  <a:lnTo>
                    <a:pt x="2115409" y="264783"/>
                  </a:lnTo>
                  <a:lnTo>
                    <a:pt x="2060540" y="281950"/>
                  </a:lnTo>
                  <a:lnTo>
                    <a:pt x="2006384" y="298234"/>
                  </a:lnTo>
                  <a:lnTo>
                    <a:pt x="1952924" y="313486"/>
                  </a:lnTo>
                  <a:lnTo>
                    <a:pt x="1900011" y="327612"/>
                  </a:lnTo>
                  <a:lnTo>
                    <a:pt x="1847348" y="340562"/>
                  </a:lnTo>
                  <a:lnTo>
                    <a:pt x="1794468" y="352334"/>
                  </a:lnTo>
                  <a:lnTo>
                    <a:pt x="1768425" y="357654"/>
                  </a:lnTo>
                  <a:lnTo>
                    <a:pt x="1718733" y="366901"/>
                  </a:lnTo>
                  <a:lnTo>
                    <a:pt x="1667320" y="375206"/>
                  </a:lnTo>
                  <a:lnTo>
                    <a:pt x="1613362" y="382619"/>
                  </a:lnTo>
                  <a:lnTo>
                    <a:pt x="1555935" y="389222"/>
                  </a:lnTo>
                  <a:lnTo>
                    <a:pt x="1494104" y="395111"/>
                  </a:lnTo>
                  <a:lnTo>
                    <a:pt x="1427000" y="400373"/>
                  </a:lnTo>
                  <a:lnTo>
                    <a:pt x="1353929" y="405088"/>
                  </a:lnTo>
                  <a:lnTo>
                    <a:pt x="1274514" y="409319"/>
                  </a:lnTo>
                  <a:lnTo>
                    <a:pt x="1188877" y="413109"/>
                  </a:lnTo>
                  <a:lnTo>
                    <a:pt x="1097864" y="416486"/>
                  </a:lnTo>
                  <a:lnTo>
                    <a:pt x="1003248" y="419459"/>
                  </a:lnTo>
                  <a:lnTo>
                    <a:pt x="907865" y="422027"/>
                  </a:lnTo>
                  <a:lnTo>
                    <a:pt x="815537" y="424179"/>
                  </a:lnTo>
                  <a:lnTo>
                    <a:pt x="730712" y="425909"/>
                  </a:lnTo>
                  <a:lnTo>
                    <a:pt x="657779" y="427220"/>
                  </a:lnTo>
                  <a:lnTo>
                    <a:pt x="600174" y="428142"/>
                  </a:lnTo>
                  <a:lnTo>
                    <a:pt x="559558" y="428722"/>
                  </a:lnTo>
                  <a:lnTo>
                    <a:pt x="535312" y="429034"/>
                  </a:lnTo>
                  <a:lnTo>
                    <a:pt x="524501" y="429159"/>
                  </a:lnTo>
                  <a:lnTo>
                    <a:pt x="522133" y="429185"/>
                  </a:lnTo>
                  <a:lnTo>
                    <a:pt x="0" y="429185"/>
                  </a:lnTo>
                  <a:close/>
                </a:path>
              </a:pathLst>
            </a:custGeom>
            <a:solidFill>
              <a:srgbClr val="F28E5B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906" name="pl906"/>
            <p:cNvSpPr/>
            <p:nvPr/>
          </p:nvSpPr>
          <p:spPr>
            <a:xfrm>
              <a:off x="386606" y="3303234"/>
              <a:ext cx="8554953" cy="429185"/>
            </a:xfrm>
            <a:custGeom>
              <a:avLst/>
              <a:pathLst>
                <a:path w="8554953" h="429185">
                  <a:moveTo>
                    <a:pt x="0" y="429185"/>
                  </a:moveTo>
                  <a:lnTo>
                    <a:pt x="522133" y="429185"/>
                  </a:lnTo>
                  <a:lnTo>
                    <a:pt x="523400" y="429171"/>
                  </a:lnTo>
                  <a:lnTo>
                    <a:pt x="531681" y="429077"/>
                  </a:lnTo>
                  <a:lnTo>
                    <a:pt x="552387" y="428818"/>
                  </a:lnTo>
                  <a:lnTo>
                    <a:pt x="588968" y="428308"/>
                  </a:lnTo>
                  <a:lnTo>
                    <a:pt x="642605" y="427473"/>
                  </a:lnTo>
                  <a:lnTo>
                    <a:pt x="712154" y="426258"/>
                  </a:lnTo>
                  <a:lnTo>
                    <a:pt x="794530" y="424629"/>
                  </a:lnTo>
                  <a:lnTo>
                    <a:pt x="885489" y="422577"/>
                  </a:lnTo>
                  <a:lnTo>
                    <a:pt x="980525" y="420107"/>
                  </a:lnTo>
                  <a:lnTo>
                    <a:pt x="1075619" y="417229"/>
                  </a:lnTo>
                  <a:lnTo>
                    <a:pt x="1167688" y="413948"/>
                  </a:lnTo>
                  <a:lnTo>
                    <a:pt x="1254710" y="410258"/>
                  </a:lnTo>
                  <a:lnTo>
                    <a:pt x="1335638" y="406136"/>
                  </a:lnTo>
                  <a:lnTo>
                    <a:pt x="1410198" y="401541"/>
                  </a:lnTo>
                  <a:lnTo>
                    <a:pt x="1478666" y="396415"/>
                  </a:lnTo>
                  <a:lnTo>
                    <a:pt x="1541676" y="390683"/>
                  </a:lnTo>
                  <a:lnTo>
                    <a:pt x="1600065" y="384258"/>
                  </a:lnTo>
                  <a:lnTo>
                    <a:pt x="1654762" y="377045"/>
                  </a:lnTo>
                  <a:lnTo>
                    <a:pt x="1706700" y="368959"/>
                  </a:lnTo>
                  <a:lnTo>
                    <a:pt x="1756735" y="359937"/>
                  </a:lnTo>
                  <a:lnTo>
                    <a:pt x="1768425" y="357654"/>
                  </a:lnTo>
                  <a:lnTo>
                    <a:pt x="1821638" y="346445"/>
                  </a:lnTo>
                  <a:lnTo>
                    <a:pt x="1874337" y="334071"/>
                  </a:lnTo>
                  <a:lnTo>
                    <a:pt x="1927081" y="320515"/>
                  </a:lnTo>
                  <a:lnTo>
                    <a:pt x="1980248" y="305803"/>
                  </a:lnTo>
                  <a:lnTo>
                    <a:pt x="2034055" y="290007"/>
                  </a:lnTo>
                  <a:lnTo>
                    <a:pt x="2088581" y="273249"/>
                  </a:lnTo>
                  <a:lnTo>
                    <a:pt x="2143786" y="255700"/>
                  </a:lnTo>
                  <a:lnTo>
                    <a:pt x="2199526" y="237571"/>
                  </a:lnTo>
                  <a:lnTo>
                    <a:pt x="2255589" y="219111"/>
                  </a:lnTo>
                  <a:lnTo>
                    <a:pt x="2311717" y="200585"/>
                  </a:lnTo>
                  <a:lnTo>
                    <a:pt x="2367645" y="182262"/>
                  </a:lnTo>
                  <a:lnTo>
                    <a:pt x="2423133" y="164401"/>
                  </a:lnTo>
                  <a:lnTo>
                    <a:pt x="2478002" y="147234"/>
                  </a:lnTo>
                  <a:lnTo>
                    <a:pt x="2532158" y="130950"/>
                  </a:lnTo>
                  <a:lnTo>
                    <a:pt x="2585618" y="115698"/>
                  </a:lnTo>
                  <a:lnTo>
                    <a:pt x="2638532" y="101572"/>
                  </a:lnTo>
                  <a:lnTo>
                    <a:pt x="2691195" y="88622"/>
                  </a:lnTo>
                  <a:lnTo>
                    <a:pt x="2744074" y="76850"/>
                  </a:lnTo>
                  <a:lnTo>
                    <a:pt x="2770117" y="71530"/>
                  </a:lnTo>
                  <a:lnTo>
                    <a:pt x="2819810" y="62283"/>
                  </a:lnTo>
                  <a:lnTo>
                    <a:pt x="2871222" y="53978"/>
                  </a:lnTo>
                  <a:lnTo>
                    <a:pt x="2925181" y="46565"/>
                  </a:lnTo>
                  <a:lnTo>
                    <a:pt x="2982607" y="39962"/>
                  </a:lnTo>
                  <a:lnTo>
                    <a:pt x="3044438" y="34073"/>
                  </a:lnTo>
                  <a:lnTo>
                    <a:pt x="3111542" y="28811"/>
                  </a:lnTo>
                  <a:lnTo>
                    <a:pt x="3184613" y="24096"/>
                  </a:lnTo>
                  <a:lnTo>
                    <a:pt x="3264028" y="19865"/>
                  </a:lnTo>
                  <a:lnTo>
                    <a:pt x="3349665" y="16075"/>
                  </a:lnTo>
                  <a:lnTo>
                    <a:pt x="3440679" y="12698"/>
                  </a:lnTo>
                  <a:lnTo>
                    <a:pt x="3535294" y="9725"/>
                  </a:lnTo>
                  <a:lnTo>
                    <a:pt x="3630677" y="7157"/>
                  </a:lnTo>
                  <a:lnTo>
                    <a:pt x="3723005" y="5005"/>
                  </a:lnTo>
                  <a:lnTo>
                    <a:pt x="3807830" y="3275"/>
                  </a:lnTo>
                  <a:lnTo>
                    <a:pt x="3880764" y="1964"/>
                  </a:lnTo>
                  <a:lnTo>
                    <a:pt x="3938368" y="1042"/>
                  </a:lnTo>
                  <a:lnTo>
                    <a:pt x="3978984" y="462"/>
                  </a:lnTo>
                  <a:lnTo>
                    <a:pt x="4003230" y="150"/>
                  </a:lnTo>
                  <a:lnTo>
                    <a:pt x="4014041" y="25"/>
                  </a:lnTo>
                  <a:lnTo>
                    <a:pt x="4016392" y="0"/>
                  </a:lnTo>
                  <a:lnTo>
                    <a:pt x="4016409" y="0"/>
                  </a:lnTo>
                  <a:lnTo>
                    <a:pt x="4538543" y="0"/>
                  </a:lnTo>
                  <a:lnTo>
                    <a:pt x="4539813" y="1"/>
                  </a:lnTo>
                  <a:lnTo>
                    <a:pt x="4548113" y="12"/>
                  </a:lnTo>
                  <a:lnTo>
                    <a:pt x="4568865" y="43"/>
                  </a:lnTo>
                  <a:lnTo>
                    <a:pt x="4605524" y="104"/>
                  </a:lnTo>
                  <a:lnTo>
                    <a:pt x="4659267" y="203"/>
                  </a:lnTo>
                  <a:lnTo>
                    <a:pt x="4728936" y="347"/>
                  </a:lnTo>
                  <a:lnTo>
                    <a:pt x="4811436" y="540"/>
                  </a:lnTo>
                  <a:lnTo>
                    <a:pt x="4902507" y="784"/>
                  </a:lnTo>
                  <a:lnTo>
                    <a:pt x="4997633" y="1077"/>
                  </a:lnTo>
                  <a:lnTo>
                    <a:pt x="5092791" y="1418"/>
                  </a:lnTo>
                  <a:lnTo>
                    <a:pt x="5184899" y="1808"/>
                  </a:lnTo>
                  <a:lnTo>
                    <a:pt x="5271938" y="2245"/>
                  </a:lnTo>
                  <a:lnTo>
                    <a:pt x="5352867" y="2734"/>
                  </a:lnTo>
                  <a:lnTo>
                    <a:pt x="5427418" y="3280"/>
                  </a:lnTo>
                  <a:lnTo>
                    <a:pt x="5495873" y="3888"/>
                  </a:lnTo>
                  <a:lnTo>
                    <a:pt x="5558871" y="4568"/>
                  </a:lnTo>
                  <a:lnTo>
                    <a:pt x="5617252" y="5331"/>
                  </a:lnTo>
                  <a:lnTo>
                    <a:pt x="5671948" y="6187"/>
                  </a:lnTo>
                  <a:lnTo>
                    <a:pt x="5723893" y="7147"/>
                  </a:lnTo>
                  <a:lnTo>
                    <a:pt x="5773945" y="8218"/>
                  </a:lnTo>
                  <a:lnTo>
                    <a:pt x="5784835" y="8470"/>
                  </a:lnTo>
                  <a:lnTo>
                    <a:pt x="5839079" y="9825"/>
                  </a:lnTo>
                  <a:lnTo>
                    <a:pt x="5892801" y="11323"/>
                  </a:lnTo>
                  <a:lnTo>
                    <a:pt x="5946588" y="12966"/>
                  </a:lnTo>
                  <a:lnTo>
                    <a:pt x="6000832" y="14752"/>
                  </a:lnTo>
                  <a:lnTo>
                    <a:pt x="6055752" y="16670"/>
                  </a:lnTo>
                  <a:lnTo>
                    <a:pt x="6111420" y="18704"/>
                  </a:lnTo>
                  <a:lnTo>
                    <a:pt x="6167781" y="20834"/>
                  </a:lnTo>
                  <a:lnTo>
                    <a:pt x="6224671" y="23030"/>
                  </a:lnTo>
                  <a:lnTo>
                    <a:pt x="6281857" y="25262"/>
                  </a:lnTo>
                  <a:lnTo>
                    <a:pt x="6339062" y="27497"/>
                  </a:lnTo>
                  <a:lnTo>
                    <a:pt x="6396007" y="29700"/>
                  </a:lnTo>
                  <a:lnTo>
                    <a:pt x="6452450" y="31840"/>
                  </a:lnTo>
                  <a:lnTo>
                    <a:pt x="6508217" y="33888"/>
                  </a:lnTo>
                  <a:lnTo>
                    <a:pt x="6563235" y="35823"/>
                  </a:lnTo>
                  <a:lnTo>
                    <a:pt x="6617560" y="37627"/>
                  </a:lnTo>
                  <a:lnTo>
                    <a:pt x="6671389" y="39289"/>
                  </a:lnTo>
                  <a:lnTo>
                    <a:pt x="6725091" y="40807"/>
                  </a:lnTo>
                  <a:lnTo>
                    <a:pt x="6779223" y="42180"/>
                  </a:lnTo>
                  <a:lnTo>
                    <a:pt x="6786527" y="42353"/>
                  </a:lnTo>
                  <a:lnTo>
                    <a:pt x="6836260" y="43449"/>
                  </a:lnTo>
                  <a:lnTo>
                    <a:pt x="6887717" y="44433"/>
                  </a:lnTo>
                  <a:lnTo>
                    <a:pt x="6941726" y="45312"/>
                  </a:lnTo>
                  <a:lnTo>
                    <a:pt x="6999210" y="46094"/>
                  </a:lnTo>
                  <a:lnTo>
                    <a:pt x="7061109" y="46792"/>
                  </a:lnTo>
                  <a:lnTo>
                    <a:pt x="7128293" y="47415"/>
                  </a:lnTo>
                  <a:lnTo>
                    <a:pt x="7201455" y="47974"/>
                  </a:lnTo>
                  <a:lnTo>
                    <a:pt x="7280974" y="48475"/>
                  </a:lnTo>
                  <a:lnTo>
                    <a:pt x="7366721" y="48923"/>
                  </a:lnTo>
                  <a:lnTo>
                    <a:pt x="7457844" y="49323"/>
                  </a:lnTo>
                  <a:lnTo>
                    <a:pt x="7552556" y="49675"/>
                  </a:lnTo>
                  <a:lnTo>
                    <a:pt x="7648007" y="49979"/>
                  </a:lnTo>
                  <a:lnTo>
                    <a:pt x="7740357" y="50234"/>
                  </a:lnTo>
                  <a:lnTo>
                    <a:pt x="7825142" y="50438"/>
                  </a:lnTo>
                  <a:lnTo>
                    <a:pt x="7897972" y="50593"/>
                  </a:lnTo>
                  <a:lnTo>
                    <a:pt x="7955415" y="50702"/>
                  </a:lnTo>
                  <a:lnTo>
                    <a:pt x="7995836" y="50770"/>
                  </a:lnTo>
                  <a:lnTo>
                    <a:pt x="8019884" y="50807"/>
                  </a:lnTo>
                  <a:lnTo>
                    <a:pt x="8030536" y="50821"/>
                  </a:lnTo>
                  <a:lnTo>
                    <a:pt x="8032805" y="50824"/>
                  </a:lnTo>
                  <a:lnTo>
                    <a:pt x="8032819" y="50824"/>
                  </a:lnTo>
                  <a:lnTo>
                    <a:pt x="8554953" y="50824"/>
                  </a:lnTo>
                  <a:lnTo>
                    <a:pt x="8554953" y="50824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907" name="pl907"/>
            <p:cNvSpPr/>
            <p:nvPr/>
          </p:nvSpPr>
          <p:spPr>
            <a:xfrm>
              <a:off x="386606" y="3297587"/>
              <a:ext cx="8554953" cy="429185"/>
            </a:xfrm>
            <a:custGeom>
              <a:avLst/>
              <a:pathLst>
                <a:path w="8554953" h="429185">
                  <a:moveTo>
                    <a:pt x="8554953" y="50824"/>
                  </a:moveTo>
                  <a:lnTo>
                    <a:pt x="8032819" y="50824"/>
                  </a:lnTo>
                  <a:lnTo>
                    <a:pt x="8031549" y="50822"/>
                  </a:lnTo>
                  <a:lnTo>
                    <a:pt x="8023248" y="50811"/>
                  </a:lnTo>
                  <a:lnTo>
                    <a:pt x="8002497" y="50781"/>
                  </a:lnTo>
                  <a:lnTo>
                    <a:pt x="7965838" y="50720"/>
                  </a:lnTo>
                  <a:lnTo>
                    <a:pt x="7912095" y="50621"/>
                  </a:lnTo>
                  <a:lnTo>
                    <a:pt x="7842426" y="50477"/>
                  </a:lnTo>
                  <a:lnTo>
                    <a:pt x="7759926" y="50283"/>
                  </a:lnTo>
                  <a:lnTo>
                    <a:pt x="7668855" y="50040"/>
                  </a:lnTo>
                  <a:lnTo>
                    <a:pt x="7573729" y="49747"/>
                  </a:lnTo>
                  <a:lnTo>
                    <a:pt x="7478571" y="49405"/>
                  </a:lnTo>
                  <a:lnTo>
                    <a:pt x="7386463" y="49016"/>
                  </a:lnTo>
                  <a:lnTo>
                    <a:pt x="7299424" y="48578"/>
                  </a:lnTo>
                  <a:lnTo>
                    <a:pt x="7218495" y="48089"/>
                  </a:lnTo>
                  <a:lnTo>
                    <a:pt x="7143944" y="47544"/>
                  </a:lnTo>
                  <a:lnTo>
                    <a:pt x="7075489" y="46936"/>
                  </a:lnTo>
                  <a:lnTo>
                    <a:pt x="7012491" y="46255"/>
                  </a:lnTo>
                  <a:lnTo>
                    <a:pt x="6954110" y="45493"/>
                  </a:lnTo>
                  <a:lnTo>
                    <a:pt x="6899414" y="44636"/>
                  </a:lnTo>
                  <a:lnTo>
                    <a:pt x="6847469" y="43676"/>
                  </a:lnTo>
                  <a:lnTo>
                    <a:pt x="6797417" y="42605"/>
                  </a:lnTo>
                  <a:lnTo>
                    <a:pt x="6786527" y="42353"/>
                  </a:lnTo>
                  <a:lnTo>
                    <a:pt x="6732283" y="40999"/>
                  </a:lnTo>
                  <a:lnTo>
                    <a:pt x="6678561" y="39501"/>
                  </a:lnTo>
                  <a:lnTo>
                    <a:pt x="6624774" y="37857"/>
                  </a:lnTo>
                  <a:lnTo>
                    <a:pt x="6570530" y="36072"/>
                  </a:lnTo>
                  <a:lnTo>
                    <a:pt x="6515610" y="34154"/>
                  </a:lnTo>
                  <a:lnTo>
                    <a:pt x="6459942" y="32119"/>
                  </a:lnTo>
                  <a:lnTo>
                    <a:pt x="6403581" y="29990"/>
                  </a:lnTo>
                  <a:lnTo>
                    <a:pt x="6346690" y="27794"/>
                  </a:lnTo>
                  <a:lnTo>
                    <a:pt x="6289505" y="25561"/>
                  </a:lnTo>
                  <a:lnTo>
                    <a:pt x="6232300" y="23327"/>
                  </a:lnTo>
                  <a:lnTo>
                    <a:pt x="6175355" y="21124"/>
                  </a:lnTo>
                  <a:lnTo>
                    <a:pt x="6118912" y="18984"/>
                  </a:lnTo>
                  <a:lnTo>
                    <a:pt x="6063145" y="16935"/>
                  </a:lnTo>
                  <a:lnTo>
                    <a:pt x="6008127" y="15001"/>
                  </a:lnTo>
                  <a:lnTo>
                    <a:pt x="5953802" y="13197"/>
                  </a:lnTo>
                  <a:lnTo>
                    <a:pt x="5899973" y="11534"/>
                  </a:lnTo>
                  <a:lnTo>
                    <a:pt x="5846271" y="10017"/>
                  </a:lnTo>
                  <a:lnTo>
                    <a:pt x="5792139" y="8643"/>
                  </a:lnTo>
                  <a:lnTo>
                    <a:pt x="5784835" y="8470"/>
                  </a:lnTo>
                  <a:lnTo>
                    <a:pt x="5735102" y="7374"/>
                  </a:lnTo>
                  <a:lnTo>
                    <a:pt x="5683645" y="6390"/>
                  </a:lnTo>
                  <a:lnTo>
                    <a:pt x="5629636" y="5512"/>
                  </a:lnTo>
                  <a:lnTo>
                    <a:pt x="5572152" y="4729"/>
                  </a:lnTo>
                  <a:lnTo>
                    <a:pt x="5510253" y="4032"/>
                  </a:lnTo>
                  <a:lnTo>
                    <a:pt x="5443069" y="3408"/>
                  </a:lnTo>
                  <a:lnTo>
                    <a:pt x="5369906" y="2850"/>
                  </a:lnTo>
                  <a:lnTo>
                    <a:pt x="5290388" y="2349"/>
                  </a:lnTo>
                  <a:lnTo>
                    <a:pt x="5204641" y="1900"/>
                  </a:lnTo>
                  <a:lnTo>
                    <a:pt x="5113518" y="1500"/>
                  </a:lnTo>
                  <a:lnTo>
                    <a:pt x="5018806" y="1148"/>
                  </a:lnTo>
                  <a:lnTo>
                    <a:pt x="4923355" y="844"/>
                  </a:lnTo>
                  <a:lnTo>
                    <a:pt x="4831005" y="590"/>
                  </a:lnTo>
                  <a:lnTo>
                    <a:pt x="4746220" y="385"/>
                  </a:lnTo>
                  <a:lnTo>
                    <a:pt x="4673390" y="230"/>
                  </a:lnTo>
                  <a:lnTo>
                    <a:pt x="4615947" y="122"/>
                  </a:lnTo>
                  <a:lnTo>
                    <a:pt x="4575526" y="54"/>
                  </a:lnTo>
                  <a:lnTo>
                    <a:pt x="4551477" y="17"/>
                  </a:lnTo>
                  <a:lnTo>
                    <a:pt x="4540825" y="2"/>
                  </a:lnTo>
                  <a:lnTo>
                    <a:pt x="4538557" y="0"/>
                  </a:lnTo>
                  <a:lnTo>
                    <a:pt x="4538543" y="0"/>
                  </a:lnTo>
                  <a:lnTo>
                    <a:pt x="4016409" y="0"/>
                  </a:lnTo>
                  <a:lnTo>
                    <a:pt x="4015142" y="13"/>
                  </a:lnTo>
                  <a:lnTo>
                    <a:pt x="4006861" y="107"/>
                  </a:lnTo>
                  <a:lnTo>
                    <a:pt x="3986156" y="366"/>
                  </a:lnTo>
                  <a:lnTo>
                    <a:pt x="3949575" y="876"/>
                  </a:lnTo>
                  <a:lnTo>
                    <a:pt x="3895937" y="1711"/>
                  </a:lnTo>
                  <a:lnTo>
                    <a:pt x="3826389" y="2926"/>
                  </a:lnTo>
                  <a:lnTo>
                    <a:pt x="3744012" y="4555"/>
                  </a:lnTo>
                  <a:lnTo>
                    <a:pt x="3653053" y="6607"/>
                  </a:lnTo>
                  <a:lnTo>
                    <a:pt x="3558018" y="9077"/>
                  </a:lnTo>
                  <a:lnTo>
                    <a:pt x="3462923" y="11955"/>
                  </a:lnTo>
                  <a:lnTo>
                    <a:pt x="3370854" y="15236"/>
                  </a:lnTo>
                  <a:lnTo>
                    <a:pt x="3283832" y="18926"/>
                  </a:lnTo>
                  <a:lnTo>
                    <a:pt x="3202904" y="23048"/>
                  </a:lnTo>
                  <a:lnTo>
                    <a:pt x="3128344" y="27643"/>
                  </a:lnTo>
                  <a:lnTo>
                    <a:pt x="3059876" y="32769"/>
                  </a:lnTo>
                  <a:lnTo>
                    <a:pt x="2996866" y="38501"/>
                  </a:lnTo>
                  <a:lnTo>
                    <a:pt x="2938477" y="44926"/>
                  </a:lnTo>
                  <a:lnTo>
                    <a:pt x="2883780" y="52139"/>
                  </a:lnTo>
                  <a:lnTo>
                    <a:pt x="2831842" y="60225"/>
                  </a:lnTo>
                  <a:lnTo>
                    <a:pt x="2781807" y="69247"/>
                  </a:lnTo>
                  <a:lnTo>
                    <a:pt x="2770117" y="71530"/>
                  </a:lnTo>
                  <a:lnTo>
                    <a:pt x="2716904" y="82739"/>
                  </a:lnTo>
                  <a:lnTo>
                    <a:pt x="2664205" y="95113"/>
                  </a:lnTo>
                  <a:lnTo>
                    <a:pt x="2611461" y="108669"/>
                  </a:lnTo>
                  <a:lnTo>
                    <a:pt x="2558295" y="123381"/>
                  </a:lnTo>
                  <a:lnTo>
                    <a:pt x="2504488" y="139177"/>
                  </a:lnTo>
                  <a:lnTo>
                    <a:pt x="2449961" y="155935"/>
                  </a:lnTo>
                  <a:lnTo>
                    <a:pt x="2394757" y="173484"/>
                  </a:lnTo>
                  <a:lnTo>
                    <a:pt x="2339016" y="191613"/>
                  </a:lnTo>
                  <a:lnTo>
                    <a:pt x="2282953" y="210073"/>
                  </a:lnTo>
                  <a:lnTo>
                    <a:pt x="2226825" y="228599"/>
                  </a:lnTo>
                  <a:lnTo>
                    <a:pt x="2170898" y="246922"/>
                  </a:lnTo>
                  <a:lnTo>
                    <a:pt x="2115409" y="264783"/>
                  </a:lnTo>
                  <a:lnTo>
                    <a:pt x="2060540" y="281950"/>
                  </a:lnTo>
                  <a:lnTo>
                    <a:pt x="2006384" y="298234"/>
                  </a:lnTo>
                  <a:lnTo>
                    <a:pt x="1952924" y="313486"/>
                  </a:lnTo>
                  <a:lnTo>
                    <a:pt x="1900011" y="327612"/>
                  </a:lnTo>
                  <a:lnTo>
                    <a:pt x="1847348" y="340562"/>
                  </a:lnTo>
                  <a:lnTo>
                    <a:pt x="1794468" y="352334"/>
                  </a:lnTo>
                  <a:lnTo>
                    <a:pt x="1768425" y="357654"/>
                  </a:lnTo>
                  <a:lnTo>
                    <a:pt x="1718733" y="366901"/>
                  </a:lnTo>
                  <a:lnTo>
                    <a:pt x="1667320" y="375206"/>
                  </a:lnTo>
                  <a:lnTo>
                    <a:pt x="1613362" y="382619"/>
                  </a:lnTo>
                  <a:lnTo>
                    <a:pt x="1555935" y="389222"/>
                  </a:lnTo>
                  <a:lnTo>
                    <a:pt x="1494104" y="395111"/>
                  </a:lnTo>
                  <a:lnTo>
                    <a:pt x="1427000" y="400373"/>
                  </a:lnTo>
                  <a:lnTo>
                    <a:pt x="1353929" y="405088"/>
                  </a:lnTo>
                  <a:lnTo>
                    <a:pt x="1274514" y="409319"/>
                  </a:lnTo>
                  <a:lnTo>
                    <a:pt x="1188877" y="413109"/>
                  </a:lnTo>
                  <a:lnTo>
                    <a:pt x="1097864" y="416486"/>
                  </a:lnTo>
                  <a:lnTo>
                    <a:pt x="1003248" y="419459"/>
                  </a:lnTo>
                  <a:lnTo>
                    <a:pt x="907865" y="422027"/>
                  </a:lnTo>
                  <a:lnTo>
                    <a:pt x="815537" y="424179"/>
                  </a:lnTo>
                  <a:lnTo>
                    <a:pt x="730712" y="425909"/>
                  </a:lnTo>
                  <a:lnTo>
                    <a:pt x="657779" y="427220"/>
                  </a:lnTo>
                  <a:lnTo>
                    <a:pt x="600174" y="428142"/>
                  </a:lnTo>
                  <a:lnTo>
                    <a:pt x="559558" y="428722"/>
                  </a:lnTo>
                  <a:lnTo>
                    <a:pt x="535312" y="429034"/>
                  </a:lnTo>
                  <a:lnTo>
                    <a:pt x="524501" y="429159"/>
                  </a:lnTo>
                  <a:lnTo>
                    <a:pt x="522151" y="429184"/>
                  </a:lnTo>
                  <a:lnTo>
                    <a:pt x="522133" y="429185"/>
                  </a:lnTo>
                  <a:lnTo>
                    <a:pt x="0" y="429185"/>
                  </a:lnTo>
                  <a:lnTo>
                    <a:pt x="0" y="429185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908" name="pg908"/>
            <p:cNvSpPr/>
            <p:nvPr/>
          </p:nvSpPr>
          <p:spPr>
            <a:xfrm>
              <a:off x="386606" y="3308881"/>
              <a:ext cx="8554953" cy="440479"/>
            </a:xfrm>
            <a:custGeom>
              <a:avLst/>
              <a:pathLst>
                <a:path w="8554953" h="440479">
                  <a:moveTo>
                    <a:pt x="0" y="429185"/>
                  </a:moveTo>
                  <a:lnTo>
                    <a:pt x="522133" y="429185"/>
                  </a:lnTo>
                  <a:lnTo>
                    <a:pt x="523400" y="429172"/>
                  </a:lnTo>
                  <a:lnTo>
                    <a:pt x="531682" y="429079"/>
                  </a:lnTo>
                  <a:lnTo>
                    <a:pt x="552388" y="428823"/>
                  </a:lnTo>
                  <a:lnTo>
                    <a:pt x="588971" y="428320"/>
                  </a:lnTo>
                  <a:lnTo>
                    <a:pt x="642612" y="427496"/>
                  </a:lnTo>
                  <a:lnTo>
                    <a:pt x="712163" y="426296"/>
                  </a:lnTo>
                  <a:lnTo>
                    <a:pt x="794543" y="424688"/>
                  </a:lnTo>
                  <a:lnTo>
                    <a:pt x="885505" y="422663"/>
                  </a:lnTo>
                  <a:lnTo>
                    <a:pt x="980543" y="420226"/>
                  </a:lnTo>
                  <a:lnTo>
                    <a:pt x="1075639" y="417385"/>
                  </a:lnTo>
                  <a:lnTo>
                    <a:pt x="1167709" y="414148"/>
                  </a:lnTo>
                  <a:lnTo>
                    <a:pt x="1254732" y="410506"/>
                  </a:lnTo>
                  <a:lnTo>
                    <a:pt x="1335660" y="406438"/>
                  </a:lnTo>
                  <a:lnTo>
                    <a:pt x="1410219" y="401903"/>
                  </a:lnTo>
                  <a:lnTo>
                    <a:pt x="1478687" y="396844"/>
                  </a:lnTo>
                  <a:lnTo>
                    <a:pt x="1541697" y="391187"/>
                  </a:lnTo>
                  <a:lnTo>
                    <a:pt x="1600086" y="384846"/>
                  </a:lnTo>
                  <a:lnTo>
                    <a:pt x="1654783" y="377729"/>
                  </a:lnTo>
                  <a:lnTo>
                    <a:pt x="1706721" y="369748"/>
                  </a:lnTo>
                  <a:lnTo>
                    <a:pt x="1756756" y="360844"/>
                  </a:lnTo>
                  <a:lnTo>
                    <a:pt x="1768425" y="358595"/>
                  </a:lnTo>
                  <a:lnTo>
                    <a:pt x="1821664" y="347528"/>
                  </a:lnTo>
                  <a:lnTo>
                    <a:pt x="1874389" y="335310"/>
                  </a:lnTo>
                  <a:lnTo>
                    <a:pt x="1927160" y="321925"/>
                  </a:lnTo>
                  <a:lnTo>
                    <a:pt x="1980353" y="307397"/>
                  </a:lnTo>
                  <a:lnTo>
                    <a:pt x="2034188" y="291799"/>
                  </a:lnTo>
                  <a:lnTo>
                    <a:pt x="2088744" y="275251"/>
                  </a:lnTo>
                  <a:lnTo>
                    <a:pt x="2143977" y="257921"/>
                  </a:lnTo>
                  <a:lnTo>
                    <a:pt x="2199747" y="240021"/>
                  </a:lnTo>
                  <a:lnTo>
                    <a:pt x="2255838" y="221794"/>
                  </a:lnTo>
                  <a:lnTo>
                    <a:pt x="2311994" y="203502"/>
                  </a:lnTo>
                  <a:lnTo>
                    <a:pt x="2367947" y="185414"/>
                  </a:lnTo>
                  <a:lnTo>
                    <a:pt x="2423460" y="167783"/>
                  </a:lnTo>
                  <a:lnTo>
                    <a:pt x="2478352" y="150837"/>
                  </a:lnTo>
                  <a:lnTo>
                    <a:pt x="2532530" y="134767"/>
                  </a:lnTo>
                  <a:lnTo>
                    <a:pt x="2586012" y="119715"/>
                  </a:lnTo>
                  <a:lnTo>
                    <a:pt x="2638948" y="105778"/>
                  </a:lnTo>
                  <a:lnTo>
                    <a:pt x="2691637" y="93001"/>
                  </a:lnTo>
                  <a:lnTo>
                    <a:pt x="2744547" y="81388"/>
                  </a:lnTo>
                  <a:lnTo>
                    <a:pt x="2770117" y="76236"/>
                  </a:lnTo>
                  <a:lnTo>
                    <a:pt x="2819811" y="67110"/>
                  </a:lnTo>
                  <a:lnTo>
                    <a:pt x="2871224" y="58915"/>
                  </a:lnTo>
                  <a:lnTo>
                    <a:pt x="2925184" y="51599"/>
                  </a:lnTo>
                  <a:lnTo>
                    <a:pt x="2982612" y="45083"/>
                  </a:lnTo>
                  <a:lnTo>
                    <a:pt x="3044445" y="39272"/>
                  </a:lnTo>
                  <a:lnTo>
                    <a:pt x="3111551" y="34078"/>
                  </a:lnTo>
                  <a:lnTo>
                    <a:pt x="3184624" y="29425"/>
                  </a:lnTo>
                  <a:lnTo>
                    <a:pt x="3264043" y="25251"/>
                  </a:lnTo>
                  <a:lnTo>
                    <a:pt x="3349682" y="21510"/>
                  </a:lnTo>
                  <a:lnTo>
                    <a:pt x="3440699" y="18178"/>
                  </a:lnTo>
                  <a:lnTo>
                    <a:pt x="3535316" y="15243"/>
                  </a:lnTo>
                  <a:lnTo>
                    <a:pt x="3630702" y="12709"/>
                  </a:lnTo>
                  <a:lnTo>
                    <a:pt x="3723030" y="10585"/>
                  </a:lnTo>
                  <a:lnTo>
                    <a:pt x="3807854" y="8879"/>
                  </a:lnTo>
                  <a:lnTo>
                    <a:pt x="3880785" y="7585"/>
                  </a:lnTo>
                  <a:lnTo>
                    <a:pt x="3938385" y="6676"/>
                  </a:lnTo>
                  <a:lnTo>
                    <a:pt x="3978996" y="6103"/>
                  </a:lnTo>
                  <a:lnTo>
                    <a:pt x="4003236" y="5795"/>
                  </a:lnTo>
                  <a:lnTo>
                    <a:pt x="4014044" y="5671"/>
                  </a:lnTo>
                  <a:lnTo>
                    <a:pt x="4016409" y="5647"/>
                  </a:lnTo>
                  <a:lnTo>
                    <a:pt x="4538543" y="5647"/>
                  </a:lnTo>
                  <a:lnTo>
                    <a:pt x="4539810" y="5660"/>
                  </a:lnTo>
                  <a:lnTo>
                    <a:pt x="4548091" y="5755"/>
                  </a:lnTo>
                  <a:lnTo>
                    <a:pt x="4568795" y="6018"/>
                  </a:lnTo>
                  <a:lnTo>
                    <a:pt x="4605374" y="6535"/>
                  </a:lnTo>
                  <a:lnTo>
                    <a:pt x="4659009" y="7380"/>
                  </a:lnTo>
                  <a:lnTo>
                    <a:pt x="4728554" y="8612"/>
                  </a:lnTo>
                  <a:lnTo>
                    <a:pt x="4810926" y="10262"/>
                  </a:lnTo>
                  <a:lnTo>
                    <a:pt x="4901883" y="12341"/>
                  </a:lnTo>
                  <a:lnTo>
                    <a:pt x="4996916" y="14843"/>
                  </a:lnTo>
                  <a:lnTo>
                    <a:pt x="5092008" y="17759"/>
                  </a:lnTo>
                  <a:lnTo>
                    <a:pt x="5184076" y="21083"/>
                  </a:lnTo>
                  <a:lnTo>
                    <a:pt x="5271098" y="24821"/>
                  </a:lnTo>
                  <a:lnTo>
                    <a:pt x="5352026" y="28998"/>
                  </a:lnTo>
                  <a:lnTo>
                    <a:pt x="5426586" y="33653"/>
                  </a:lnTo>
                  <a:lnTo>
                    <a:pt x="5495054" y="38846"/>
                  </a:lnTo>
                  <a:lnTo>
                    <a:pt x="5558065" y="44653"/>
                  </a:lnTo>
                  <a:lnTo>
                    <a:pt x="5616454" y="51162"/>
                  </a:lnTo>
                  <a:lnTo>
                    <a:pt x="5671152" y="58469"/>
                  </a:lnTo>
                  <a:lnTo>
                    <a:pt x="5723089" y="66661"/>
                  </a:lnTo>
                  <a:lnTo>
                    <a:pt x="5773123" y="75801"/>
                  </a:lnTo>
                  <a:lnTo>
                    <a:pt x="5784835" y="78119"/>
                  </a:lnTo>
                  <a:lnTo>
                    <a:pt x="5838022" y="89469"/>
                  </a:lnTo>
                  <a:lnTo>
                    <a:pt x="5890694" y="101998"/>
                  </a:lnTo>
                  <a:lnTo>
                    <a:pt x="5943412" y="115724"/>
                  </a:lnTo>
                  <a:lnTo>
                    <a:pt x="5996551" y="130620"/>
                  </a:lnTo>
                  <a:lnTo>
                    <a:pt x="6050329" y="146614"/>
                  </a:lnTo>
                  <a:lnTo>
                    <a:pt x="6104827" y="163581"/>
                  </a:lnTo>
                  <a:lnTo>
                    <a:pt x="6160002" y="181351"/>
                  </a:lnTo>
                  <a:lnTo>
                    <a:pt x="6215713" y="199707"/>
                  </a:lnTo>
                  <a:lnTo>
                    <a:pt x="6271747" y="218400"/>
                  </a:lnTo>
                  <a:lnTo>
                    <a:pt x="6327847" y="237161"/>
                  </a:lnTo>
                  <a:lnTo>
                    <a:pt x="6383749" y="255717"/>
                  </a:lnTo>
                  <a:lnTo>
                    <a:pt x="6439213" y="273807"/>
                  </a:lnTo>
                  <a:lnTo>
                    <a:pt x="6494058" y="291197"/>
                  </a:lnTo>
                  <a:lnTo>
                    <a:pt x="6548192" y="307693"/>
                  </a:lnTo>
                  <a:lnTo>
                    <a:pt x="6601630" y="323147"/>
                  </a:lnTo>
                  <a:lnTo>
                    <a:pt x="6654520" y="337460"/>
                  </a:lnTo>
                  <a:lnTo>
                    <a:pt x="6707158" y="350584"/>
                  </a:lnTo>
                  <a:lnTo>
                    <a:pt x="6760007" y="362515"/>
                  </a:lnTo>
                  <a:lnTo>
                    <a:pt x="6786527" y="368007"/>
                  </a:lnTo>
                  <a:lnTo>
                    <a:pt x="6836218" y="377376"/>
                  </a:lnTo>
                  <a:lnTo>
                    <a:pt x="6887630" y="385790"/>
                  </a:lnTo>
                  <a:lnTo>
                    <a:pt x="6941587" y="393300"/>
                  </a:lnTo>
                  <a:lnTo>
                    <a:pt x="6999012" y="399990"/>
                  </a:lnTo>
                  <a:lnTo>
                    <a:pt x="7060841" y="405956"/>
                  </a:lnTo>
                  <a:lnTo>
                    <a:pt x="7127943" y="411288"/>
                  </a:lnTo>
                  <a:lnTo>
                    <a:pt x="7201011" y="416065"/>
                  </a:lnTo>
                  <a:lnTo>
                    <a:pt x="7280424" y="420351"/>
                  </a:lnTo>
                  <a:lnTo>
                    <a:pt x="7366057" y="424191"/>
                  </a:lnTo>
                  <a:lnTo>
                    <a:pt x="7457068" y="427612"/>
                  </a:lnTo>
                  <a:lnTo>
                    <a:pt x="7551681" y="430625"/>
                  </a:lnTo>
                  <a:lnTo>
                    <a:pt x="7647062" y="433227"/>
                  </a:lnTo>
                  <a:lnTo>
                    <a:pt x="7739390" y="435407"/>
                  </a:lnTo>
                  <a:lnTo>
                    <a:pt x="7824216" y="437159"/>
                  </a:lnTo>
                  <a:lnTo>
                    <a:pt x="7897152" y="438489"/>
                  </a:lnTo>
                  <a:lnTo>
                    <a:pt x="7954761" y="439422"/>
                  </a:lnTo>
                  <a:lnTo>
                    <a:pt x="7995382" y="440010"/>
                  </a:lnTo>
                  <a:lnTo>
                    <a:pt x="8019633" y="440326"/>
                  </a:lnTo>
                  <a:lnTo>
                    <a:pt x="8030449" y="440453"/>
                  </a:lnTo>
                  <a:lnTo>
                    <a:pt x="8032819" y="440479"/>
                  </a:lnTo>
                  <a:lnTo>
                    <a:pt x="8554953" y="440479"/>
                  </a:lnTo>
                  <a:lnTo>
                    <a:pt x="8554953" y="434832"/>
                  </a:lnTo>
                  <a:lnTo>
                    <a:pt x="8032819" y="434832"/>
                  </a:lnTo>
                  <a:lnTo>
                    <a:pt x="8031552" y="434818"/>
                  </a:lnTo>
                  <a:lnTo>
                    <a:pt x="8023271" y="434723"/>
                  </a:lnTo>
                  <a:lnTo>
                    <a:pt x="8002567" y="434460"/>
                  </a:lnTo>
                  <a:lnTo>
                    <a:pt x="7965988" y="433944"/>
                  </a:lnTo>
                  <a:lnTo>
                    <a:pt x="7912353" y="433098"/>
                  </a:lnTo>
                  <a:lnTo>
                    <a:pt x="7842808" y="431866"/>
                  </a:lnTo>
                  <a:lnTo>
                    <a:pt x="7760436" y="430216"/>
                  </a:lnTo>
                  <a:lnTo>
                    <a:pt x="7669479" y="428137"/>
                  </a:lnTo>
                  <a:lnTo>
                    <a:pt x="7574446" y="425635"/>
                  </a:lnTo>
                  <a:lnTo>
                    <a:pt x="7479353" y="422719"/>
                  </a:lnTo>
                  <a:lnTo>
                    <a:pt x="7387286" y="419395"/>
                  </a:lnTo>
                  <a:lnTo>
                    <a:pt x="7300264" y="415657"/>
                  </a:lnTo>
                  <a:lnTo>
                    <a:pt x="7219336" y="411481"/>
                  </a:lnTo>
                  <a:lnTo>
                    <a:pt x="7144776" y="406826"/>
                  </a:lnTo>
                  <a:lnTo>
                    <a:pt x="7076308" y="401632"/>
                  </a:lnTo>
                  <a:lnTo>
                    <a:pt x="7013297" y="395825"/>
                  </a:lnTo>
                  <a:lnTo>
                    <a:pt x="6954908" y="389316"/>
                  </a:lnTo>
                  <a:lnTo>
                    <a:pt x="6900210" y="382010"/>
                  </a:lnTo>
                  <a:lnTo>
                    <a:pt x="6848273" y="373817"/>
                  </a:lnTo>
                  <a:lnTo>
                    <a:pt x="6798239" y="364677"/>
                  </a:lnTo>
                  <a:lnTo>
                    <a:pt x="6786527" y="362360"/>
                  </a:lnTo>
                  <a:lnTo>
                    <a:pt x="6733340" y="351010"/>
                  </a:lnTo>
                  <a:lnTo>
                    <a:pt x="6680668" y="338480"/>
                  </a:lnTo>
                  <a:lnTo>
                    <a:pt x="6627950" y="324754"/>
                  </a:lnTo>
                  <a:lnTo>
                    <a:pt x="6574811" y="309858"/>
                  </a:lnTo>
                  <a:lnTo>
                    <a:pt x="6521033" y="293864"/>
                  </a:lnTo>
                  <a:lnTo>
                    <a:pt x="6466535" y="276897"/>
                  </a:lnTo>
                  <a:lnTo>
                    <a:pt x="6411360" y="259127"/>
                  </a:lnTo>
                  <a:lnTo>
                    <a:pt x="6355649" y="240772"/>
                  </a:lnTo>
                  <a:lnTo>
                    <a:pt x="6299615" y="222078"/>
                  </a:lnTo>
                  <a:lnTo>
                    <a:pt x="6243515" y="203317"/>
                  </a:lnTo>
                  <a:lnTo>
                    <a:pt x="6187613" y="184761"/>
                  </a:lnTo>
                  <a:lnTo>
                    <a:pt x="6132149" y="166671"/>
                  </a:lnTo>
                  <a:lnTo>
                    <a:pt x="6077304" y="149281"/>
                  </a:lnTo>
                  <a:lnTo>
                    <a:pt x="6023170" y="132785"/>
                  </a:lnTo>
                  <a:lnTo>
                    <a:pt x="5969731" y="117332"/>
                  </a:lnTo>
                  <a:lnTo>
                    <a:pt x="5916841" y="103019"/>
                  </a:lnTo>
                  <a:lnTo>
                    <a:pt x="5864204" y="89894"/>
                  </a:lnTo>
                  <a:lnTo>
                    <a:pt x="5811355" y="77963"/>
                  </a:lnTo>
                  <a:lnTo>
                    <a:pt x="5784835" y="72472"/>
                  </a:lnTo>
                  <a:lnTo>
                    <a:pt x="5735144" y="63103"/>
                  </a:lnTo>
                  <a:lnTo>
                    <a:pt x="5683732" y="54689"/>
                  </a:lnTo>
                  <a:lnTo>
                    <a:pt x="5629775" y="47179"/>
                  </a:lnTo>
                  <a:lnTo>
                    <a:pt x="5572350" y="40488"/>
                  </a:lnTo>
                  <a:lnTo>
                    <a:pt x="5510521" y="34522"/>
                  </a:lnTo>
                  <a:lnTo>
                    <a:pt x="5443419" y="29190"/>
                  </a:lnTo>
                  <a:lnTo>
                    <a:pt x="5370351" y="24413"/>
                  </a:lnTo>
                  <a:lnTo>
                    <a:pt x="5290938" y="20128"/>
                  </a:lnTo>
                  <a:lnTo>
                    <a:pt x="5205304" y="16288"/>
                  </a:lnTo>
                  <a:lnTo>
                    <a:pt x="5114294" y="12866"/>
                  </a:lnTo>
                  <a:lnTo>
                    <a:pt x="5019681" y="9853"/>
                  </a:lnTo>
                  <a:lnTo>
                    <a:pt x="4924299" y="7252"/>
                  </a:lnTo>
                  <a:lnTo>
                    <a:pt x="4831972" y="5071"/>
                  </a:lnTo>
                  <a:lnTo>
                    <a:pt x="4747146" y="3319"/>
                  </a:lnTo>
                  <a:lnTo>
                    <a:pt x="4674210" y="1990"/>
                  </a:lnTo>
                  <a:lnTo>
                    <a:pt x="4616601" y="1056"/>
                  </a:lnTo>
                  <a:lnTo>
                    <a:pt x="4575979" y="468"/>
                  </a:lnTo>
                  <a:lnTo>
                    <a:pt x="4551729" y="152"/>
                  </a:lnTo>
                  <a:lnTo>
                    <a:pt x="4540913" y="25"/>
                  </a:lnTo>
                  <a:lnTo>
                    <a:pt x="4538543" y="0"/>
                  </a:lnTo>
                  <a:lnTo>
                    <a:pt x="4016409" y="0"/>
                  </a:lnTo>
                  <a:lnTo>
                    <a:pt x="4015142" y="12"/>
                  </a:lnTo>
                  <a:lnTo>
                    <a:pt x="4006860" y="105"/>
                  </a:lnTo>
                  <a:lnTo>
                    <a:pt x="3986154" y="361"/>
                  </a:lnTo>
                  <a:lnTo>
                    <a:pt x="3949571" y="864"/>
                  </a:lnTo>
                  <a:lnTo>
                    <a:pt x="3895930" y="1688"/>
                  </a:lnTo>
                  <a:lnTo>
                    <a:pt x="3826379" y="2888"/>
                  </a:lnTo>
                  <a:lnTo>
                    <a:pt x="3743999" y="4496"/>
                  </a:lnTo>
                  <a:lnTo>
                    <a:pt x="3653037" y="6521"/>
                  </a:lnTo>
                  <a:lnTo>
                    <a:pt x="3557999" y="8958"/>
                  </a:lnTo>
                  <a:lnTo>
                    <a:pt x="3462903" y="11799"/>
                  </a:lnTo>
                  <a:lnTo>
                    <a:pt x="3370833" y="15037"/>
                  </a:lnTo>
                  <a:lnTo>
                    <a:pt x="3283810" y="18678"/>
                  </a:lnTo>
                  <a:lnTo>
                    <a:pt x="3202882" y="22746"/>
                  </a:lnTo>
                  <a:lnTo>
                    <a:pt x="3128323" y="27281"/>
                  </a:lnTo>
                  <a:lnTo>
                    <a:pt x="3059855" y="32340"/>
                  </a:lnTo>
                  <a:lnTo>
                    <a:pt x="2996846" y="37997"/>
                  </a:lnTo>
                  <a:lnTo>
                    <a:pt x="2938456" y="44338"/>
                  </a:lnTo>
                  <a:lnTo>
                    <a:pt x="2883759" y="51455"/>
                  </a:lnTo>
                  <a:lnTo>
                    <a:pt x="2831821" y="59436"/>
                  </a:lnTo>
                  <a:lnTo>
                    <a:pt x="2781786" y="68340"/>
                  </a:lnTo>
                  <a:lnTo>
                    <a:pt x="2770117" y="70589"/>
                  </a:lnTo>
                  <a:lnTo>
                    <a:pt x="2716878" y="81656"/>
                  </a:lnTo>
                  <a:lnTo>
                    <a:pt x="2664153" y="93874"/>
                  </a:lnTo>
                  <a:lnTo>
                    <a:pt x="2611383" y="107259"/>
                  </a:lnTo>
                  <a:lnTo>
                    <a:pt x="2558189" y="121787"/>
                  </a:lnTo>
                  <a:lnTo>
                    <a:pt x="2504354" y="137385"/>
                  </a:lnTo>
                  <a:lnTo>
                    <a:pt x="2449798" y="153933"/>
                  </a:lnTo>
                  <a:lnTo>
                    <a:pt x="2394565" y="171263"/>
                  </a:lnTo>
                  <a:lnTo>
                    <a:pt x="2338795" y="189163"/>
                  </a:lnTo>
                  <a:lnTo>
                    <a:pt x="2282704" y="207390"/>
                  </a:lnTo>
                  <a:lnTo>
                    <a:pt x="2226549" y="225682"/>
                  </a:lnTo>
                  <a:lnTo>
                    <a:pt x="2170595" y="243770"/>
                  </a:lnTo>
                  <a:lnTo>
                    <a:pt x="2115082" y="261401"/>
                  </a:lnTo>
                  <a:lnTo>
                    <a:pt x="2060190" y="278347"/>
                  </a:lnTo>
                  <a:lnTo>
                    <a:pt x="2006012" y="294417"/>
                  </a:lnTo>
                  <a:lnTo>
                    <a:pt x="1952530" y="309469"/>
                  </a:lnTo>
                  <a:lnTo>
                    <a:pt x="1899594" y="323406"/>
                  </a:lnTo>
                  <a:lnTo>
                    <a:pt x="1846906" y="336183"/>
                  </a:lnTo>
                  <a:lnTo>
                    <a:pt x="1793995" y="347796"/>
                  </a:lnTo>
                  <a:lnTo>
                    <a:pt x="1768425" y="352948"/>
                  </a:lnTo>
                  <a:lnTo>
                    <a:pt x="1718731" y="362074"/>
                  </a:lnTo>
                  <a:lnTo>
                    <a:pt x="1667318" y="370269"/>
                  </a:lnTo>
                  <a:lnTo>
                    <a:pt x="1613358" y="377585"/>
                  </a:lnTo>
                  <a:lnTo>
                    <a:pt x="1555930" y="384101"/>
                  </a:lnTo>
                  <a:lnTo>
                    <a:pt x="1494097" y="389912"/>
                  </a:lnTo>
                  <a:lnTo>
                    <a:pt x="1426991" y="395106"/>
                  </a:lnTo>
                  <a:lnTo>
                    <a:pt x="1353918" y="399759"/>
                  </a:lnTo>
                  <a:lnTo>
                    <a:pt x="1274500" y="403933"/>
                  </a:lnTo>
                  <a:lnTo>
                    <a:pt x="1188860" y="407674"/>
                  </a:lnTo>
                  <a:lnTo>
                    <a:pt x="1097844" y="411006"/>
                  </a:lnTo>
                  <a:lnTo>
                    <a:pt x="1003226" y="413941"/>
                  </a:lnTo>
                  <a:lnTo>
                    <a:pt x="907841" y="416475"/>
                  </a:lnTo>
                  <a:lnTo>
                    <a:pt x="815512" y="418599"/>
                  </a:lnTo>
                  <a:lnTo>
                    <a:pt x="730688" y="420305"/>
                  </a:lnTo>
                  <a:lnTo>
                    <a:pt x="657757" y="421599"/>
                  </a:lnTo>
                  <a:lnTo>
                    <a:pt x="600157" y="422508"/>
                  </a:lnTo>
                  <a:lnTo>
                    <a:pt x="559546" y="423081"/>
                  </a:lnTo>
                  <a:lnTo>
                    <a:pt x="535306" y="423389"/>
                  </a:lnTo>
                  <a:lnTo>
                    <a:pt x="524499" y="423513"/>
                  </a:lnTo>
                  <a:lnTo>
                    <a:pt x="522133" y="423537"/>
                  </a:lnTo>
                  <a:lnTo>
                    <a:pt x="0" y="423537"/>
                  </a:lnTo>
                  <a:close/>
                </a:path>
              </a:pathLst>
            </a:custGeom>
            <a:solidFill>
              <a:srgbClr val="F28E5B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909" name="pl909"/>
            <p:cNvSpPr/>
            <p:nvPr/>
          </p:nvSpPr>
          <p:spPr>
            <a:xfrm>
              <a:off x="386606" y="3314528"/>
              <a:ext cx="8554953" cy="434832"/>
            </a:xfrm>
            <a:custGeom>
              <a:avLst/>
              <a:pathLst>
                <a:path w="8554953" h="434832">
                  <a:moveTo>
                    <a:pt x="0" y="423537"/>
                  </a:moveTo>
                  <a:lnTo>
                    <a:pt x="522133" y="423537"/>
                  </a:lnTo>
                  <a:lnTo>
                    <a:pt x="523400" y="423524"/>
                  </a:lnTo>
                  <a:lnTo>
                    <a:pt x="531682" y="423432"/>
                  </a:lnTo>
                  <a:lnTo>
                    <a:pt x="552388" y="423175"/>
                  </a:lnTo>
                  <a:lnTo>
                    <a:pt x="588971" y="422672"/>
                  </a:lnTo>
                  <a:lnTo>
                    <a:pt x="642612" y="421848"/>
                  </a:lnTo>
                  <a:lnTo>
                    <a:pt x="712163" y="420649"/>
                  </a:lnTo>
                  <a:lnTo>
                    <a:pt x="794543" y="419041"/>
                  </a:lnTo>
                  <a:lnTo>
                    <a:pt x="885505" y="417016"/>
                  </a:lnTo>
                  <a:lnTo>
                    <a:pt x="980543" y="414578"/>
                  </a:lnTo>
                  <a:lnTo>
                    <a:pt x="1075639" y="411738"/>
                  </a:lnTo>
                  <a:lnTo>
                    <a:pt x="1167709" y="408500"/>
                  </a:lnTo>
                  <a:lnTo>
                    <a:pt x="1254732" y="404859"/>
                  </a:lnTo>
                  <a:lnTo>
                    <a:pt x="1335660" y="400790"/>
                  </a:lnTo>
                  <a:lnTo>
                    <a:pt x="1410219" y="396256"/>
                  </a:lnTo>
                  <a:lnTo>
                    <a:pt x="1478687" y="391197"/>
                  </a:lnTo>
                  <a:lnTo>
                    <a:pt x="1541697" y="385540"/>
                  </a:lnTo>
                  <a:lnTo>
                    <a:pt x="1600086" y="379199"/>
                  </a:lnTo>
                  <a:lnTo>
                    <a:pt x="1654783" y="372081"/>
                  </a:lnTo>
                  <a:lnTo>
                    <a:pt x="1706721" y="364101"/>
                  </a:lnTo>
                  <a:lnTo>
                    <a:pt x="1756756" y="355197"/>
                  </a:lnTo>
                  <a:lnTo>
                    <a:pt x="1768425" y="352948"/>
                  </a:lnTo>
                  <a:lnTo>
                    <a:pt x="1821664" y="341881"/>
                  </a:lnTo>
                  <a:lnTo>
                    <a:pt x="1874389" y="329663"/>
                  </a:lnTo>
                  <a:lnTo>
                    <a:pt x="1927160" y="316277"/>
                  </a:lnTo>
                  <a:lnTo>
                    <a:pt x="1980353" y="301750"/>
                  </a:lnTo>
                  <a:lnTo>
                    <a:pt x="2034188" y="286152"/>
                  </a:lnTo>
                  <a:lnTo>
                    <a:pt x="2088744" y="269604"/>
                  </a:lnTo>
                  <a:lnTo>
                    <a:pt x="2143977" y="252274"/>
                  </a:lnTo>
                  <a:lnTo>
                    <a:pt x="2199747" y="234374"/>
                  </a:lnTo>
                  <a:lnTo>
                    <a:pt x="2255838" y="216147"/>
                  </a:lnTo>
                  <a:lnTo>
                    <a:pt x="2311994" y="197855"/>
                  </a:lnTo>
                  <a:lnTo>
                    <a:pt x="2367947" y="179767"/>
                  </a:lnTo>
                  <a:lnTo>
                    <a:pt x="2423460" y="162136"/>
                  </a:lnTo>
                  <a:lnTo>
                    <a:pt x="2478352" y="145190"/>
                  </a:lnTo>
                  <a:lnTo>
                    <a:pt x="2532530" y="129120"/>
                  </a:lnTo>
                  <a:lnTo>
                    <a:pt x="2586012" y="114068"/>
                  </a:lnTo>
                  <a:lnTo>
                    <a:pt x="2638948" y="100130"/>
                  </a:lnTo>
                  <a:lnTo>
                    <a:pt x="2691637" y="87354"/>
                  </a:lnTo>
                  <a:lnTo>
                    <a:pt x="2744547" y="75741"/>
                  </a:lnTo>
                  <a:lnTo>
                    <a:pt x="2770117" y="70589"/>
                  </a:lnTo>
                  <a:lnTo>
                    <a:pt x="2819811" y="61463"/>
                  </a:lnTo>
                  <a:lnTo>
                    <a:pt x="2871224" y="53267"/>
                  </a:lnTo>
                  <a:lnTo>
                    <a:pt x="2925184" y="45952"/>
                  </a:lnTo>
                  <a:lnTo>
                    <a:pt x="2982612" y="39435"/>
                  </a:lnTo>
                  <a:lnTo>
                    <a:pt x="3044445" y="33624"/>
                  </a:lnTo>
                  <a:lnTo>
                    <a:pt x="3111551" y="28431"/>
                  </a:lnTo>
                  <a:lnTo>
                    <a:pt x="3184624" y="23778"/>
                  </a:lnTo>
                  <a:lnTo>
                    <a:pt x="3264043" y="19603"/>
                  </a:lnTo>
                  <a:lnTo>
                    <a:pt x="3349682" y="15863"/>
                  </a:lnTo>
                  <a:lnTo>
                    <a:pt x="3440699" y="12531"/>
                  </a:lnTo>
                  <a:lnTo>
                    <a:pt x="3535316" y="9596"/>
                  </a:lnTo>
                  <a:lnTo>
                    <a:pt x="3630702" y="7062"/>
                  </a:lnTo>
                  <a:lnTo>
                    <a:pt x="3723030" y="4938"/>
                  </a:lnTo>
                  <a:lnTo>
                    <a:pt x="3807854" y="3232"/>
                  </a:lnTo>
                  <a:lnTo>
                    <a:pt x="3880785" y="1937"/>
                  </a:lnTo>
                  <a:lnTo>
                    <a:pt x="3938385" y="1028"/>
                  </a:lnTo>
                  <a:lnTo>
                    <a:pt x="3978996" y="455"/>
                  </a:lnTo>
                  <a:lnTo>
                    <a:pt x="4003236" y="148"/>
                  </a:lnTo>
                  <a:lnTo>
                    <a:pt x="4014044" y="24"/>
                  </a:lnTo>
                  <a:lnTo>
                    <a:pt x="4016392" y="0"/>
                  </a:lnTo>
                  <a:lnTo>
                    <a:pt x="4016409" y="0"/>
                  </a:lnTo>
                  <a:lnTo>
                    <a:pt x="4538543" y="0"/>
                  </a:lnTo>
                  <a:lnTo>
                    <a:pt x="4539810" y="13"/>
                  </a:lnTo>
                  <a:lnTo>
                    <a:pt x="4548091" y="108"/>
                  </a:lnTo>
                  <a:lnTo>
                    <a:pt x="4568795" y="371"/>
                  </a:lnTo>
                  <a:lnTo>
                    <a:pt x="4605374" y="887"/>
                  </a:lnTo>
                  <a:lnTo>
                    <a:pt x="4659009" y="1733"/>
                  </a:lnTo>
                  <a:lnTo>
                    <a:pt x="4728554" y="2965"/>
                  </a:lnTo>
                  <a:lnTo>
                    <a:pt x="4810926" y="4615"/>
                  </a:lnTo>
                  <a:lnTo>
                    <a:pt x="4901883" y="6694"/>
                  </a:lnTo>
                  <a:lnTo>
                    <a:pt x="4996916" y="9196"/>
                  </a:lnTo>
                  <a:lnTo>
                    <a:pt x="5092008" y="12112"/>
                  </a:lnTo>
                  <a:lnTo>
                    <a:pt x="5184076" y="15436"/>
                  </a:lnTo>
                  <a:lnTo>
                    <a:pt x="5271098" y="19174"/>
                  </a:lnTo>
                  <a:lnTo>
                    <a:pt x="5352026" y="23351"/>
                  </a:lnTo>
                  <a:lnTo>
                    <a:pt x="5426586" y="28006"/>
                  </a:lnTo>
                  <a:lnTo>
                    <a:pt x="5495054" y="33199"/>
                  </a:lnTo>
                  <a:lnTo>
                    <a:pt x="5558065" y="39006"/>
                  </a:lnTo>
                  <a:lnTo>
                    <a:pt x="5616454" y="45515"/>
                  </a:lnTo>
                  <a:lnTo>
                    <a:pt x="5671152" y="52822"/>
                  </a:lnTo>
                  <a:lnTo>
                    <a:pt x="5723089" y="61014"/>
                  </a:lnTo>
                  <a:lnTo>
                    <a:pt x="5773123" y="70154"/>
                  </a:lnTo>
                  <a:lnTo>
                    <a:pt x="5784835" y="72472"/>
                  </a:lnTo>
                  <a:lnTo>
                    <a:pt x="5838022" y="83821"/>
                  </a:lnTo>
                  <a:lnTo>
                    <a:pt x="5890694" y="96351"/>
                  </a:lnTo>
                  <a:lnTo>
                    <a:pt x="5943412" y="110077"/>
                  </a:lnTo>
                  <a:lnTo>
                    <a:pt x="5996551" y="124973"/>
                  </a:lnTo>
                  <a:lnTo>
                    <a:pt x="6050329" y="140967"/>
                  </a:lnTo>
                  <a:lnTo>
                    <a:pt x="6104827" y="157934"/>
                  </a:lnTo>
                  <a:lnTo>
                    <a:pt x="6160002" y="175704"/>
                  </a:lnTo>
                  <a:lnTo>
                    <a:pt x="6215713" y="194060"/>
                  </a:lnTo>
                  <a:lnTo>
                    <a:pt x="6271747" y="212753"/>
                  </a:lnTo>
                  <a:lnTo>
                    <a:pt x="6327847" y="231514"/>
                  </a:lnTo>
                  <a:lnTo>
                    <a:pt x="6383749" y="250070"/>
                  </a:lnTo>
                  <a:lnTo>
                    <a:pt x="6439213" y="268160"/>
                  </a:lnTo>
                  <a:lnTo>
                    <a:pt x="6494058" y="285550"/>
                  </a:lnTo>
                  <a:lnTo>
                    <a:pt x="6548192" y="302046"/>
                  </a:lnTo>
                  <a:lnTo>
                    <a:pt x="6601630" y="317499"/>
                  </a:lnTo>
                  <a:lnTo>
                    <a:pt x="6654520" y="331813"/>
                  </a:lnTo>
                  <a:lnTo>
                    <a:pt x="6707158" y="344937"/>
                  </a:lnTo>
                  <a:lnTo>
                    <a:pt x="6760007" y="356868"/>
                  </a:lnTo>
                  <a:lnTo>
                    <a:pt x="6786527" y="362360"/>
                  </a:lnTo>
                  <a:lnTo>
                    <a:pt x="6836218" y="371729"/>
                  </a:lnTo>
                  <a:lnTo>
                    <a:pt x="6887630" y="380143"/>
                  </a:lnTo>
                  <a:lnTo>
                    <a:pt x="6941587" y="387653"/>
                  </a:lnTo>
                  <a:lnTo>
                    <a:pt x="6999012" y="394343"/>
                  </a:lnTo>
                  <a:lnTo>
                    <a:pt x="7060841" y="400309"/>
                  </a:lnTo>
                  <a:lnTo>
                    <a:pt x="7127943" y="405641"/>
                  </a:lnTo>
                  <a:lnTo>
                    <a:pt x="7201011" y="410418"/>
                  </a:lnTo>
                  <a:lnTo>
                    <a:pt x="7280424" y="414704"/>
                  </a:lnTo>
                  <a:lnTo>
                    <a:pt x="7366057" y="418544"/>
                  </a:lnTo>
                  <a:lnTo>
                    <a:pt x="7457068" y="421965"/>
                  </a:lnTo>
                  <a:lnTo>
                    <a:pt x="7551681" y="424978"/>
                  </a:lnTo>
                  <a:lnTo>
                    <a:pt x="7647062" y="427580"/>
                  </a:lnTo>
                  <a:lnTo>
                    <a:pt x="7739390" y="429760"/>
                  </a:lnTo>
                  <a:lnTo>
                    <a:pt x="7824216" y="431512"/>
                  </a:lnTo>
                  <a:lnTo>
                    <a:pt x="7897152" y="432841"/>
                  </a:lnTo>
                  <a:lnTo>
                    <a:pt x="7954761" y="433775"/>
                  </a:lnTo>
                  <a:lnTo>
                    <a:pt x="7995382" y="434363"/>
                  </a:lnTo>
                  <a:lnTo>
                    <a:pt x="8019633" y="434679"/>
                  </a:lnTo>
                  <a:lnTo>
                    <a:pt x="8030449" y="434806"/>
                  </a:lnTo>
                  <a:lnTo>
                    <a:pt x="8032801" y="434831"/>
                  </a:lnTo>
                  <a:lnTo>
                    <a:pt x="8032819" y="434832"/>
                  </a:lnTo>
                  <a:lnTo>
                    <a:pt x="8554953" y="434832"/>
                  </a:lnTo>
                  <a:lnTo>
                    <a:pt x="8554953" y="434832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910" name="pl910"/>
            <p:cNvSpPr/>
            <p:nvPr/>
          </p:nvSpPr>
          <p:spPr>
            <a:xfrm>
              <a:off x="386606" y="3308881"/>
              <a:ext cx="8554953" cy="434832"/>
            </a:xfrm>
            <a:custGeom>
              <a:avLst/>
              <a:pathLst>
                <a:path w="8554953" h="434832">
                  <a:moveTo>
                    <a:pt x="8554953" y="434832"/>
                  </a:moveTo>
                  <a:lnTo>
                    <a:pt x="8032819" y="434832"/>
                  </a:lnTo>
                  <a:lnTo>
                    <a:pt x="8031552" y="434818"/>
                  </a:lnTo>
                  <a:lnTo>
                    <a:pt x="8023271" y="434723"/>
                  </a:lnTo>
                  <a:lnTo>
                    <a:pt x="8002567" y="434460"/>
                  </a:lnTo>
                  <a:lnTo>
                    <a:pt x="7965988" y="433944"/>
                  </a:lnTo>
                  <a:lnTo>
                    <a:pt x="7912353" y="433098"/>
                  </a:lnTo>
                  <a:lnTo>
                    <a:pt x="7842808" y="431866"/>
                  </a:lnTo>
                  <a:lnTo>
                    <a:pt x="7760436" y="430216"/>
                  </a:lnTo>
                  <a:lnTo>
                    <a:pt x="7669479" y="428137"/>
                  </a:lnTo>
                  <a:lnTo>
                    <a:pt x="7574446" y="425635"/>
                  </a:lnTo>
                  <a:lnTo>
                    <a:pt x="7479353" y="422719"/>
                  </a:lnTo>
                  <a:lnTo>
                    <a:pt x="7387286" y="419395"/>
                  </a:lnTo>
                  <a:lnTo>
                    <a:pt x="7300264" y="415657"/>
                  </a:lnTo>
                  <a:lnTo>
                    <a:pt x="7219336" y="411481"/>
                  </a:lnTo>
                  <a:lnTo>
                    <a:pt x="7144776" y="406826"/>
                  </a:lnTo>
                  <a:lnTo>
                    <a:pt x="7076308" y="401632"/>
                  </a:lnTo>
                  <a:lnTo>
                    <a:pt x="7013297" y="395825"/>
                  </a:lnTo>
                  <a:lnTo>
                    <a:pt x="6954908" y="389316"/>
                  </a:lnTo>
                  <a:lnTo>
                    <a:pt x="6900210" y="382010"/>
                  </a:lnTo>
                  <a:lnTo>
                    <a:pt x="6848273" y="373817"/>
                  </a:lnTo>
                  <a:lnTo>
                    <a:pt x="6798239" y="364677"/>
                  </a:lnTo>
                  <a:lnTo>
                    <a:pt x="6786527" y="362360"/>
                  </a:lnTo>
                  <a:lnTo>
                    <a:pt x="6733340" y="351010"/>
                  </a:lnTo>
                  <a:lnTo>
                    <a:pt x="6680668" y="338480"/>
                  </a:lnTo>
                  <a:lnTo>
                    <a:pt x="6627950" y="324754"/>
                  </a:lnTo>
                  <a:lnTo>
                    <a:pt x="6574811" y="309858"/>
                  </a:lnTo>
                  <a:lnTo>
                    <a:pt x="6521033" y="293864"/>
                  </a:lnTo>
                  <a:lnTo>
                    <a:pt x="6466535" y="276897"/>
                  </a:lnTo>
                  <a:lnTo>
                    <a:pt x="6411360" y="259127"/>
                  </a:lnTo>
                  <a:lnTo>
                    <a:pt x="6355649" y="240772"/>
                  </a:lnTo>
                  <a:lnTo>
                    <a:pt x="6299615" y="222078"/>
                  </a:lnTo>
                  <a:lnTo>
                    <a:pt x="6243515" y="203317"/>
                  </a:lnTo>
                  <a:lnTo>
                    <a:pt x="6187613" y="184761"/>
                  </a:lnTo>
                  <a:lnTo>
                    <a:pt x="6132149" y="166671"/>
                  </a:lnTo>
                  <a:lnTo>
                    <a:pt x="6077304" y="149281"/>
                  </a:lnTo>
                  <a:lnTo>
                    <a:pt x="6023170" y="132785"/>
                  </a:lnTo>
                  <a:lnTo>
                    <a:pt x="5969731" y="117332"/>
                  </a:lnTo>
                  <a:lnTo>
                    <a:pt x="5916841" y="103019"/>
                  </a:lnTo>
                  <a:lnTo>
                    <a:pt x="5864204" y="89894"/>
                  </a:lnTo>
                  <a:lnTo>
                    <a:pt x="5811355" y="77963"/>
                  </a:lnTo>
                  <a:lnTo>
                    <a:pt x="5784835" y="72472"/>
                  </a:lnTo>
                  <a:lnTo>
                    <a:pt x="5735144" y="63103"/>
                  </a:lnTo>
                  <a:lnTo>
                    <a:pt x="5683732" y="54689"/>
                  </a:lnTo>
                  <a:lnTo>
                    <a:pt x="5629775" y="47179"/>
                  </a:lnTo>
                  <a:lnTo>
                    <a:pt x="5572350" y="40488"/>
                  </a:lnTo>
                  <a:lnTo>
                    <a:pt x="5510521" y="34522"/>
                  </a:lnTo>
                  <a:lnTo>
                    <a:pt x="5443419" y="29190"/>
                  </a:lnTo>
                  <a:lnTo>
                    <a:pt x="5370351" y="24413"/>
                  </a:lnTo>
                  <a:lnTo>
                    <a:pt x="5290938" y="20128"/>
                  </a:lnTo>
                  <a:lnTo>
                    <a:pt x="5205304" y="16288"/>
                  </a:lnTo>
                  <a:lnTo>
                    <a:pt x="5114294" y="12866"/>
                  </a:lnTo>
                  <a:lnTo>
                    <a:pt x="5019681" y="9853"/>
                  </a:lnTo>
                  <a:lnTo>
                    <a:pt x="4924299" y="7252"/>
                  </a:lnTo>
                  <a:lnTo>
                    <a:pt x="4831972" y="5071"/>
                  </a:lnTo>
                  <a:lnTo>
                    <a:pt x="4747146" y="3319"/>
                  </a:lnTo>
                  <a:lnTo>
                    <a:pt x="4674210" y="1990"/>
                  </a:lnTo>
                  <a:lnTo>
                    <a:pt x="4616601" y="1056"/>
                  </a:lnTo>
                  <a:lnTo>
                    <a:pt x="4575979" y="468"/>
                  </a:lnTo>
                  <a:lnTo>
                    <a:pt x="4551729" y="152"/>
                  </a:lnTo>
                  <a:lnTo>
                    <a:pt x="4540913" y="25"/>
                  </a:lnTo>
                  <a:lnTo>
                    <a:pt x="4538561" y="0"/>
                  </a:lnTo>
                  <a:lnTo>
                    <a:pt x="4538543" y="0"/>
                  </a:lnTo>
                  <a:lnTo>
                    <a:pt x="4016409" y="0"/>
                  </a:lnTo>
                  <a:lnTo>
                    <a:pt x="4015142" y="12"/>
                  </a:lnTo>
                  <a:lnTo>
                    <a:pt x="4006860" y="105"/>
                  </a:lnTo>
                  <a:lnTo>
                    <a:pt x="3986154" y="361"/>
                  </a:lnTo>
                  <a:lnTo>
                    <a:pt x="3949571" y="864"/>
                  </a:lnTo>
                  <a:lnTo>
                    <a:pt x="3895930" y="1688"/>
                  </a:lnTo>
                  <a:lnTo>
                    <a:pt x="3826379" y="2888"/>
                  </a:lnTo>
                  <a:lnTo>
                    <a:pt x="3743999" y="4496"/>
                  </a:lnTo>
                  <a:lnTo>
                    <a:pt x="3653037" y="6521"/>
                  </a:lnTo>
                  <a:lnTo>
                    <a:pt x="3557999" y="8958"/>
                  </a:lnTo>
                  <a:lnTo>
                    <a:pt x="3462903" y="11799"/>
                  </a:lnTo>
                  <a:lnTo>
                    <a:pt x="3370833" y="15037"/>
                  </a:lnTo>
                  <a:lnTo>
                    <a:pt x="3283810" y="18678"/>
                  </a:lnTo>
                  <a:lnTo>
                    <a:pt x="3202882" y="22746"/>
                  </a:lnTo>
                  <a:lnTo>
                    <a:pt x="3128323" y="27281"/>
                  </a:lnTo>
                  <a:lnTo>
                    <a:pt x="3059855" y="32340"/>
                  </a:lnTo>
                  <a:lnTo>
                    <a:pt x="2996846" y="37997"/>
                  </a:lnTo>
                  <a:lnTo>
                    <a:pt x="2938456" y="44338"/>
                  </a:lnTo>
                  <a:lnTo>
                    <a:pt x="2883759" y="51455"/>
                  </a:lnTo>
                  <a:lnTo>
                    <a:pt x="2831821" y="59436"/>
                  </a:lnTo>
                  <a:lnTo>
                    <a:pt x="2781786" y="68340"/>
                  </a:lnTo>
                  <a:lnTo>
                    <a:pt x="2770117" y="70589"/>
                  </a:lnTo>
                  <a:lnTo>
                    <a:pt x="2716878" y="81656"/>
                  </a:lnTo>
                  <a:lnTo>
                    <a:pt x="2664153" y="93874"/>
                  </a:lnTo>
                  <a:lnTo>
                    <a:pt x="2611383" y="107259"/>
                  </a:lnTo>
                  <a:lnTo>
                    <a:pt x="2558189" y="121787"/>
                  </a:lnTo>
                  <a:lnTo>
                    <a:pt x="2504354" y="137385"/>
                  </a:lnTo>
                  <a:lnTo>
                    <a:pt x="2449798" y="153933"/>
                  </a:lnTo>
                  <a:lnTo>
                    <a:pt x="2394565" y="171263"/>
                  </a:lnTo>
                  <a:lnTo>
                    <a:pt x="2338795" y="189163"/>
                  </a:lnTo>
                  <a:lnTo>
                    <a:pt x="2282704" y="207390"/>
                  </a:lnTo>
                  <a:lnTo>
                    <a:pt x="2226549" y="225682"/>
                  </a:lnTo>
                  <a:lnTo>
                    <a:pt x="2170595" y="243770"/>
                  </a:lnTo>
                  <a:lnTo>
                    <a:pt x="2115082" y="261401"/>
                  </a:lnTo>
                  <a:lnTo>
                    <a:pt x="2060190" y="278347"/>
                  </a:lnTo>
                  <a:lnTo>
                    <a:pt x="2006012" y="294417"/>
                  </a:lnTo>
                  <a:lnTo>
                    <a:pt x="1952530" y="309469"/>
                  </a:lnTo>
                  <a:lnTo>
                    <a:pt x="1899594" y="323406"/>
                  </a:lnTo>
                  <a:lnTo>
                    <a:pt x="1846906" y="336183"/>
                  </a:lnTo>
                  <a:lnTo>
                    <a:pt x="1793995" y="347796"/>
                  </a:lnTo>
                  <a:lnTo>
                    <a:pt x="1768425" y="352948"/>
                  </a:lnTo>
                  <a:lnTo>
                    <a:pt x="1718731" y="362074"/>
                  </a:lnTo>
                  <a:lnTo>
                    <a:pt x="1667318" y="370269"/>
                  </a:lnTo>
                  <a:lnTo>
                    <a:pt x="1613358" y="377585"/>
                  </a:lnTo>
                  <a:lnTo>
                    <a:pt x="1555930" y="384101"/>
                  </a:lnTo>
                  <a:lnTo>
                    <a:pt x="1494097" y="389912"/>
                  </a:lnTo>
                  <a:lnTo>
                    <a:pt x="1426991" y="395106"/>
                  </a:lnTo>
                  <a:lnTo>
                    <a:pt x="1353918" y="399759"/>
                  </a:lnTo>
                  <a:lnTo>
                    <a:pt x="1274500" y="403933"/>
                  </a:lnTo>
                  <a:lnTo>
                    <a:pt x="1188860" y="407674"/>
                  </a:lnTo>
                  <a:lnTo>
                    <a:pt x="1097844" y="411006"/>
                  </a:lnTo>
                  <a:lnTo>
                    <a:pt x="1003226" y="413941"/>
                  </a:lnTo>
                  <a:lnTo>
                    <a:pt x="907841" y="416475"/>
                  </a:lnTo>
                  <a:lnTo>
                    <a:pt x="815512" y="418599"/>
                  </a:lnTo>
                  <a:lnTo>
                    <a:pt x="730688" y="420305"/>
                  </a:lnTo>
                  <a:lnTo>
                    <a:pt x="657757" y="421599"/>
                  </a:lnTo>
                  <a:lnTo>
                    <a:pt x="600157" y="422508"/>
                  </a:lnTo>
                  <a:lnTo>
                    <a:pt x="559546" y="423081"/>
                  </a:lnTo>
                  <a:lnTo>
                    <a:pt x="535306" y="423389"/>
                  </a:lnTo>
                  <a:lnTo>
                    <a:pt x="524499" y="423513"/>
                  </a:lnTo>
                  <a:lnTo>
                    <a:pt x="522150" y="423537"/>
                  </a:lnTo>
                  <a:lnTo>
                    <a:pt x="522133" y="423537"/>
                  </a:lnTo>
                  <a:lnTo>
                    <a:pt x="0" y="423537"/>
                  </a:lnTo>
                  <a:lnTo>
                    <a:pt x="0" y="423537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911" name="pg911"/>
            <p:cNvSpPr/>
            <p:nvPr/>
          </p:nvSpPr>
          <p:spPr>
            <a:xfrm>
              <a:off x="386606" y="3387942"/>
              <a:ext cx="8554953" cy="1688504"/>
            </a:xfrm>
            <a:custGeom>
              <a:avLst/>
              <a:pathLst>
                <a:path w="8554953" h="1688504">
                  <a:moveTo>
                    <a:pt x="0" y="355771"/>
                  </a:moveTo>
                  <a:lnTo>
                    <a:pt x="522133" y="355771"/>
                  </a:lnTo>
                  <a:lnTo>
                    <a:pt x="523401" y="355761"/>
                  </a:lnTo>
                  <a:lnTo>
                    <a:pt x="531689" y="355684"/>
                  </a:lnTo>
                  <a:lnTo>
                    <a:pt x="552410" y="355472"/>
                  </a:lnTo>
                  <a:lnTo>
                    <a:pt x="589017" y="355056"/>
                  </a:lnTo>
                  <a:lnTo>
                    <a:pt x="642691" y="354374"/>
                  </a:lnTo>
                  <a:lnTo>
                    <a:pt x="712280" y="353382"/>
                  </a:lnTo>
                  <a:lnTo>
                    <a:pt x="794698" y="352052"/>
                  </a:lnTo>
                  <a:lnTo>
                    <a:pt x="885695" y="350377"/>
                  </a:lnTo>
                  <a:lnTo>
                    <a:pt x="980761" y="348360"/>
                  </a:lnTo>
                  <a:lnTo>
                    <a:pt x="1075877" y="346011"/>
                  </a:lnTo>
                  <a:lnTo>
                    <a:pt x="1167959" y="343333"/>
                  </a:lnTo>
                  <a:lnTo>
                    <a:pt x="1254987" y="340320"/>
                  </a:lnTo>
                  <a:lnTo>
                    <a:pt x="1335916" y="336955"/>
                  </a:lnTo>
                  <a:lnTo>
                    <a:pt x="1410473" y="333205"/>
                  </a:lnTo>
                  <a:lnTo>
                    <a:pt x="1478936" y="329020"/>
                  </a:lnTo>
                  <a:lnTo>
                    <a:pt x="1541942" y="324340"/>
                  </a:lnTo>
                  <a:lnTo>
                    <a:pt x="1600329" y="319094"/>
                  </a:lnTo>
                  <a:lnTo>
                    <a:pt x="1655025" y="313206"/>
                  </a:lnTo>
                  <a:lnTo>
                    <a:pt x="1706966" y="306603"/>
                  </a:lnTo>
                  <a:lnTo>
                    <a:pt x="1757006" y="299237"/>
                  </a:lnTo>
                  <a:lnTo>
                    <a:pt x="1768425" y="297417"/>
                  </a:lnTo>
                  <a:lnTo>
                    <a:pt x="1821977" y="288212"/>
                  </a:lnTo>
                  <a:lnTo>
                    <a:pt x="1875012" y="278043"/>
                  </a:lnTo>
                  <a:lnTo>
                    <a:pt x="1928099" y="266898"/>
                  </a:lnTo>
                  <a:lnTo>
                    <a:pt x="1981618" y="254799"/>
                  </a:lnTo>
                  <a:lnTo>
                    <a:pt x="2035791" y="241805"/>
                  </a:lnTo>
                  <a:lnTo>
                    <a:pt x="2090692" y="228021"/>
                  </a:lnTo>
                  <a:lnTo>
                    <a:pt x="2146276" y="213589"/>
                  </a:lnTo>
                  <a:lnTo>
                    <a:pt x="2202395" y="198688"/>
                  </a:lnTo>
                  <a:lnTo>
                    <a:pt x="2258828" y="183523"/>
                  </a:lnTo>
                  <a:lnTo>
                    <a:pt x="2315310" y="168316"/>
                  </a:lnTo>
                  <a:lnTo>
                    <a:pt x="2371574" y="153293"/>
                  </a:lnTo>
                  <a:lnTo>
                    <a:pt x="2427377" y="138665"/>
                  </a:lnTo>
                  <a:lnTo>
                    <a:pt x="2482542" y="124622"/>
                  </a:lnTo>
                  <a:lnTo>
                    <a:pt x="2536982" y="111323"/>
                  </a:lnTo>
                  <a:lnTo>
                    <a:pt x="2590726" y="98883"/>
                  </a:lnTo>
                  <a:lnTo>
                    <a:pt x="2643937" y="87381"/>
                  </a:lnTo>
                  <a:lnTo>
                    <a:pt x="2696936" y="76851"/>
                  </a:lnTo>
                  <a:lnTo>
                    <a:pt x="2750217" y="67293"/>
                  </a:lnTo>
                  <a:lnTo>
                    <a:pt x="2770117" y="64001"/>
                  </a:lnTo>
                  <a:lnTo>
                    <a:pt x="2819824" y="56455"/>
                  </a:lnTo>
                  <a:lnTo>
                    <a:pt x="2871251" y="49678"/>
                  </a:lnTo>
                  <a:lnTo>
                    <a:pt x="2925226" y="43630"/>
                  </a:lnTo>
                  <a:lnTo>
                    <a:pt x="2982672" y="38242"/>
                  </a:lnTo>
                  <a:lnTo>
                    <a:pt x="3044527" y="33438"/>
                  </a:lnTo>
                  <a:lnTo>
                    <a:pt x="3111658" y="29144"/>
                  </a:lnTo>
                  <a:lnTo>
                    <a:pt x="3184759" y="25297"/>
                  </a:lnTo>
                  <a:lnTo>
                    <a:pt x="3264210" y="21846"/>
                  </a:lnTo>
                  <a:lnTo>
                    <a:pt x="3349884" y="18754"/>
                  </a:lnTo>
                  <a:lnTo>
                    <a:pt x="3440935" y="15999"/>
                  </a:lnTo>
                  <a:lnTo>
                    <a:pt x="3535583" y="13573"/>
                  </a:lnTo>
                  <a:lnTo>
                    <a:pt x="3630989" y="11479"/>
                  </a:lnTo>
                  <a:lnTo>
                    <a:pt x="3723324" y="9724"/>
                  </a:lnTo>
                  <a:lnTo>
                    <a:pt x="3808136" y="8314"/>
                  </a:lnTo>
                  <a:lnTo>
                    <a:pt x="3881034" y="7245"/>
                  </a:lnTo>
                  <a:lnTo>
                    <a:pt x="3938584" y="6495"/>
                  </a:lnTo>
                  <a:lnTo>
                    <a:pt x="3979134" y="6022"/>
                  </a:lnTo>
                  <a:lnTo>
                    <a:pt x="4003313" y="5769"/>
                  </a:lnTo>
                  <a:lnTo>
                    <a:pt x="4014070" y="5667"/>
                  </a:lnTo>
                  <a:lnTo>
                    <a:pt x="4016409" y="5647"/>
                  </a:lnTo>
                  <a:lnTo>
                    <a:pt x="4538543" y="5647"/>
                  </a:lnTo>
                  <a:lnTo>
                    <a:pt x="4539767" y="5696"/>
                  </a:lnTo>
                  <a:lnTo>
                    <a:pt x="4547779" y="6052"/>
                  </a:lnTo>
                  <a:lnTo>
                    <a:pt x="4567834" y="7035"/>
                  </a:lnTo>
                  <a:lnTo>
                    <a:pt x="4603327" y="8966"/>
                  </a:lnTo>
                  <a:lnTo>
                    <a:pt x="4655490" y="12130"/>
                  </a:lnTo>
                  <a:lnTo>
                    <a:pt x="4723326" y="16745"/>
                  </a:lnTo>
                  <a:lnTo>
                    <a:pt x="4803952" y="22937"/>
                  </a:lnTo>
                  <a:lnTo>
                    <a:pt x="4893321" y="30749"/>
                  </a:lnTo>
                  <a:lnTo>
                    <a:pt x="4987065" y="40167"/>
                  </a:lnTo>
                  <a:lnTo>
                    <a:pt x="5081233" y="51152"/>
                  </a:lnTo>
                  <a:lnTo>
                    <a:pt x="5172735" y="63681"/>
                  </a:lnTo>
                  <a:lnTo>
                    <a:pt x="5259497" y="77772"/>
                  </a:lnTo>
                  <a:lnTo>
                    <a:pt x="5340393" y="93501"/>
                  </a:lnTo>
                  <a:lnTo>
                    <a:pt x="5415065" y="111015"/>
                  </a:lnTo>
                  <a:lnTo>
                    <a:pt x="5483712" y="130523"/>
                  </a:lnTo>
                  <a:lnTo>
                    <a:pt x="5546902" y="152299"/>
                  </a:lnTo>
                  <a:lnTo>
                    <a:pt x="5605416" y="176668"/>
                  </a:lnTo>
                  <a:lnTo>
                    <a:pt x="5660142" y="203981"/>
                  </a:lnTo>
                  <a:lnTo>
                    <a:pt x="5711988" y="234582"/>
                  </a:lnTo>
                  <a:lnTo>
                    <a:pt x="5761802" y="268730"/>
                  </a:lnTo>
                  <a:lnTo>
                    <a:pt x="5784835" y="286123"/>
                  </a:lnTo>
                  <a:lnTo>
                    <a:pt x="5829176" y="322384"/>
                  </a:lnTo>
                  <a:lnTo>
                    <a:pt x="5873086" y="361796"/>
                  </a:lnTo>
                  <a:lnTo>
                    <a:pt x="5916915" y="404418"/>
                  </a:lnTo>
                  <a:lnTo>
                    <a:pt x="5960924" y="450234"/>
                  </a:lnTo>
                  <a:lnTo>
                    <a:pt x="6005288" y="499143"/>
                  </a:lnTo>
                  <a:lnTo>
                    <a:pt x="6050114" y="550955"/>
                  </a:lnTo>
                  <a:lnTo>
                    <a:pt x="6095441" y="605385"/>
                  </a:lnTo>
                  <a:lnTo>
                    <a:pt x="6141249" y="662059"/>
                  </a:lnTo>
                  <a:lnTo>
                    <a:pt x="6187470" y="720516"/>
                  </a:lnTo>
                  <a:lnTo>
                    <a:pt x="6233996" y="780227"/>
                  </a:lnTo>
                  <a:lnTo>
                    <a:pt x="6280691" y="840612"/>
                  </a:lnTo>
                  <a:lnTo>
                    <a:pt x="6327402" y="901063"/>
                  </a:lnTo>
                  <a:lnTo>
                    <a:pt x="6373976" y="960968"/>
                  </a:lnTo>
                  <a:lnTo>
                    <a:pt x="6420273" y="1019740"/>
                  </a:lnTo>
                  <a:lnTo>
                    <a:pt x="6466176" y="1076835"/>
                  </a:lnTo>
                  <a:lnTo>
                    <a:pt x="6511609" y="1131779"/>
                  </a:lnTo>
                  <a:lnTo>
                    <a:pt x="6556541" y="1184177"/>
                  </a:lnTo>
                  <a:lnTo>
                    <a:pt x="6600998" y="1233726"/>
                  </a:lnTo>
                  <a:lnTo>
                    <a:pt x="6645070" y="1280213"/>
                  </a:lnTo>
                  <a:lnTo>
                    <a:pt x="6688919" y="1323521"/>
                  </a:lnTo>
                  <a:lnTo>
                    <a:pt x="6732785" y="1363616"/>
                  </a:lnTo>
                  <a:lnTo>
                    <a:pt x="6777000" y="1400542"/>
                  </a:lnTo>
                  <a:lnTo>
                    <a:pt x="6786527" y="1408027"/>
                  </a:lnTo>
                  <a:lnTo>
                    <a:pt x="6835642" y="1443893"/>
                  </a:lnTo>
                  <a:lnTo>
                    <a:pt x="6886428" y="1476145"/>
                  </a:lnTo>
                  <a:lnTo>
                    <a:pt x="6939683" y="1504971"/>
                  </a:lnTo>
                  <a:lnTo>
                    <a:pt x="6996295" y="1530686"/>
                  </a:lnTo>
                  <a:lnTo>
                    <a:pt x="7057170" y="1553644"/>
                  </a:lnTo>
                  <a:lnTo>
                    <a:pt x="7123152" y="1574186"/>
                  </a:lnTo>
                  <a:lnTo>
                    <a:pt x="7194928" y="1592611"/>
                  </a:lnTo>
                  <a:lnTo>
                    <a:pt x="7272890" y="1609161"/>
                  </a:lnTo>
                  <a:lnTo>
                    <a:pt x="7356970" y="1624012"/>
                  </a:lnTo>
                  <a:lnTo>
                    <a:pt x="7446430" y="1637273"/>
                  </a:lnTo>
                  <a:lnTo>
                    <a:pt x="7539662" y="1648988"/>
                  </a:lnTo>
                  <a:lnTo>
                    <a:pt x="7634053" y="1659151"/>
                  </a:lnTo>
                  <a:lnTo>
                    <a:pt x="7726021" y="1667726"/>
                  </a:lnTo>
                  <a:lnTo>
                    <a:pt x="7811320" y="1674682"/>
                  </a:lnTo>
                  <a:lnTo>
                    <a:pt x="7885647" y="1680031"/>
                  </a:lnTo>
                  <a:lnTo>
                    <a:pt x="7945465" y="1683859"/>
                  </a:lnTo>
                  <a:lnTo>
                    <a:pt x="7988817" y="1686340"/>
                  </a:lnTo>
                  <a:lnTo>
                    <a:pt x="8015866" y="1687732"/>
                  </a:lnTo>
                  <a:lnTo>
                    <a:pt x="8029018" y="1688343"/>
                  </a:lnTo>
                  <a:lnTo>
                    <a:pt x="8032686" y="1688498"/>
                  </a:lnTo>
                  <a:lnTo>
                    <a:pt x="8032819" y="1688504"/>
                  </a:lnTo>
                  <a:lnTo>
                    <a:pt x="8554953" y="1688504"/>
                  </a:lnTo>
                  <a:lnTo>
                    <a:pt x="8554953" y="1682856"/>
                  </a:lnTo>
                  <a:lnTo>
                    <a:pt x="8032819" y="1682856"/>
                  </a:lnTo>
                  <a:lnTo>
                    <a:pt x="8031595" y="1682807"/>
                  </a:lnTo>
                  <a:lnTo>
                    <a:pt x="8023583" y="1682451"/>
                  </a:lnTo>
                  <a:lnTo>
                    <a:pt x="8003527" y="1681468"/>
                  </a:lnTo>
                  <a:lnTo>
                    <a:pt x="7968035" y="1679537"/>
                  </a:lnTo>
                  <a:lnTo>
                    <a:pt x="7915872" y="1676373"/>
                  </a:lnTo>
                  <a:lnTo>
                    <a:pt x="7848036" y="1671758"/>
                  </a:lnTo>
                  <a:lnTo>
                    <a:pt x="7767409" y="1665566"/>
                  </a:lnTo>
                  <a:lnTo>
                    <a:pt x="7678041" y="1657754"/>
                  </a:lnTo>
                  <a:lnTo>
                    <a:pt x="7584297" y="1648336"/>
                  </a:lnTo>
                  <a:lnTo>
                    <a:pt x="7490129" y="1637351"/>
                  </a:lnTo>
                  <a:lnTo>
                    <a:pt x="7398627" y="1624822"/>
                  </a:lnTo>
                  <a:lnTo>
                    <a:pt x="7311865" y="1610732"/>
                  </a:lnTo>
                  <a:lnTo>
                    <a:pt x="7230969" y="1595002"/>
                  </a:lnTo>
                  <a:lnTo>
                    <a:pt x="7156297" y="1577489"/>
                  </a:lnTo>
                  <a:lnTo>
                    <a:pt x="7087650" y="1557981"/>
                  </a:lnTo>
                  <a:lnTo>
                    <a:pt x="7024460" y="1536204"/>
                  </a:lnTo>
                  <a:lnTo>
                    <a:pt x="6965946" y="1511836"/>
                  </a:lnTo>
                  <a:lnTo>
                    <a:pt x="6911219" y="1484522"/>
                  </a:lnTo>
                  <a:lnTo>
                    <a:pt x="6859374" y="1453921"/>
                  </a:lnTo>
                  <a:lnTo>
                    <a:pt x="6809560" y="1419773"/>
                  </a:lnTo>
                  <a:lnTo>
                    <a:pt x="6786527" y="1402380"/>
                  </a:lnTo>
                  <a:lnTo>
                    <a:pt x="6742186" y="1366119"/>
                  </a:lnTo>
                  <a:lnTo>
                    <a:pt x="6698276" y="1326707"/>
                  </a:lnTo>
                  <a:lnTo>
                    <a:pt x="6654447" y="1284085"/>
                  </a:lnTo>
                  <a:lnTo>
                    <a:pt x="6610438" y="1238269"/>
                  </a:lnTo>
                  <a:lnTo>
                    <a:pt x="6566074" y="1189360"/>
                  </a:lnTo>
                  <a:lnTo>
                    <a:pt x="6521248" y="1137548"/>
                  </a:lnTo>
                  <a:lnTo>
                    <a:pt x="6475921" y="1083118"/>
                  </a:lnTo>
                  <a:lnTo>
                    <a:pt x="6430113" y="1026445"/>
                  </a:lnTo>
                  <a:lnTo>
                    <a:pt x="6383892" y="967988"/>
                  </a:lnTo>
                  <a:lnTo>
                    <a:pt x="6337365" y="908276"/>
                  </a:lnTo>
                  <a:lnTo>
                    <a:pt x="6290671" y="847891"/>
                  </a:lnTo>
                  <a:lnTo>
                    <a:pt x="6243960" y="787440"/>
                  </a:lnTo>
                  <a:lnTo>
                    <a:pt x="6197386" y="727535"/>
                  </a:lnTo>
                  <a:lnTo>
                    <a:pt x="6151089" y="668764"/>
                  </a:lnTo>
                  <a:lnTo>
                    <a:pt x="6105185" y="611668"/>
                  </a:lnTo>
                  <a:lnTo>
                    <a:pt x="6059753" y="556724"/>
                  </a:lnTo>
                  <a:lnTo>
                    <a:pt x="6014821" y="504326"/>
                  </a:lnTo>
                  <a:lnTo>
                    <a:pt x="5970364" y="454778"/>
                  </a:lnTo>
                  <a:lnTo>
                    <a:pt x="5926292" y="408290"/>
                  </a:lnTo>
                  <a:lnTo>
                    <a:pt x="5882443" y="364982"/>
                  </a:lnTo>
                  <a:lnTo>
                    <a:pt x="5838577" y="324887"/>
                  </a:lnTo>
                  <a:lnTo>
                    <a:pt x="5794362" y="287961"/>
                  </a:lnTo>
                  <a:lnTo>
                    <a:pt x="5784835" y="280476"/>
                  </a:lnTo>
                  <a:lnTo>
                    <a:pt x="5735720" y="244610"/>
                  </a:lnTo>
                  <a:lnTo>
                    <a:pt x="5684934" y="212358"/>
                  </a:lnTo>
                  <a:lnTo>
                    <a:pt x="5631679" y="183532"/>
                  </a:lnTo>
                  <a:lnTo>
                    <a:pt x="5575067" y="157817"/>
                  </a:lnTo>
                  <a:lnTo>
                    <a:pt x="5514192" y="134859"/>
                  </a:lnTo>
                  <a:lnTo>
                    <a:pt x="5448210" y="114317"/>
                  </a:lnTo>
                  <a:lnTo>
                    <a:pt x="5376434" y="95892"/>
                  </a:lnTo>
                  <a:lnTo>
                    <a:pt x="5298472" y="79342"/>
                  </a:lnTo>
                  <a:lnTo>
                    <a:pt x="5214392" y="64491"/>
                  </a:lnTo>
                  <a:lnTo>
                    <a:pt x="5124932" y="51230"/>
                  </a:lnTo>
                  <a:lnTo>
                    <a:pt x="5031700" y="39515"/>
                  </a:lnTo>
                  <a:lnTo>
                    <a:pt x="4937309" y="29353"/>
                  </a:lnTo>
                  <a:lnTo>
                    <a:pt x="4845341" y="20777"/>
                  </a:lnTo>
                  <a:lnTo>
                    <a:pt x="4760042" y="13821"/>
                  </a:lnTo>
                  <a:lnTo>
                    <a:pt x="4685715" y="8472"/>
                  </a:lnTo>
                  <a:lnTo>
                    <a:pt x="4625897" y="4644"/>
                  </a:lnTo>
                  <a:lnTo>
                    <a:pt x="4582545" y="2163"/>
                  </a:lnTo>
                  <a:lnTo>
                    <a:pt x="4555496" y="771"/>
                  </a:lnTo>
                  <a:lnTo>
                    <a:pt x="4542344" y="160"/>
                  </a:lnTo>
                  <a:lnTo>
                    <a:pt x="4538676" y="5"/>
                  </a:lnTo>
                  <a:lnTo>
                    <a:pt x="4538543" y="0"/>
                  </a:lnTo>
                  <a:lnTo>
                    <a:pt x="4016409" y="0"/>
                  </a:lnTo>
                  <a:lnTo>
                    <a:pt x="4015141" y="10"/>
                  </a:lnTo>
                  <a:lnTo>
                    <a:pt x="4006853" y="87"/>
                  </a:lnTo>
                  <a:lnTo>
                    <a:pt x="3986132" y="299"/>
                  </a:lnTo>
                  <a:lnTo>
                    <a:pt x="3949525" y="715"/>
                  </a:lnTo>
                  <a:lnTo>
                    <a:pt x="3895852" y="1397"/>
                  </a:lnTo>
                  <a:lnTo>
                    <a:pt x="3826262" y="2389"/>
                  </a:lnTo>
                  <a:lnTo>
                    <a:pt x="3743844" y="3719"/>
                  </a:lnTo>
                  <a:lnTo>
                    <a:pt x="3652847" y="5394"/>
                  </a:lnTo>
                  <a:lnTo>
                    <a:pt x="3557781" y="7410"/>
                  </a:lnTo>
                  <a:lnTo>
                    <a:pt x="3462665" y="9760"/>
                  </a:lnTo>
                  <a:lnTo>
                    <a:pt x="3370583" y="12438"/>
                  </a:lnTo>
                  <a:lnTo>
                    <a:pt x="3283555" y="15450"/>
                  </a:lnTo>
                  <a:lnTo>
                    <a:pt x="3202626" y="18815"/>
                  </a:lnTo>
                  <a:lnTo>
                    <a:pt x="3128070" y="22566"/>
                  </a:lnTo>
                  <a:lnTo>
                    <a:pt x="3059606" y="26751"/>
                  </a:lnTo>
                  <a:lnTo>
                    <a:pt x="2996600" y="31431"/>
                  </a:lnTo>
                  <a:lnTo>
                    <a:pt x="2938214" y="36676"/>
                  </a:lnTo>
                  <a:lnTo>
                    <a:pt x="2883517" y="42565"/>
                  </a:lnTo>
                  <a:lnTo>
                    <a:pt x="2831577" y="49167"/>
                  </a:lnTo>
                  <a:lnTo>
                    <a:pt x="2781536" y="56534"/>
                  </a:lnTo>
                  <a:lnTo>
                    <a:pt x="2770117" y="58354"/>
                  </a:lnTo>
                  <a:lnTo>
                    <a:pt x="2716565" y="67559"/>
                  </a:lnTo>
                  <a:lnTo>
                    <a:pt x="2663530" y="77728"/>
                  </a:lnTo>
                  <a:lnTo>
                    <a:pt x="2610444" y="88873"/>
                  </a:lnTo>
                  <a:lnTo>
                    <a:pt x="2556924" y="100972"/>
                  </a:lnTo>
                  <a:lnTo>
                    <a:pt x="2502751" y="113965"/>
                  </a:lnTo>
                  <a:lnTo>
                    <a:pt x="2447850" y="127749"/>
                  </a:lnTo>
                  <a:lnTo>
                    <a:pt x="2392266" y="142181"/>
                  </a:lnTo>
                  <a:lnTo>
                    <a:pt x="2336147" y="157083"/>
                  </a:lnTo>
                  <a:lnTo>
                    <a:pt x="2279715" y="172248"/>
                  </a:lnTo>
                  <a:lnTo>
                    <a:pt x="2223232" y="187454"/>
                  </a:lnTo>
                  <a:lnTo>
                    <a:pt x="2166969" y="202478"/>
                  </a:lnTo>
                  <a:lnTo>
                    <a:pt x="2111165" y="217106"/>
                  </a:lnTo>
                  <a:lnTo>
                    <a:pt x="2056000" y="231148"/>
                  </a:lnTo>
                  <a:lnTo>
                    <a:pt x="2001560" y="244448"/>
                  </a:lnTo>
                  <a:lnTo>
                    <a:pt x="1947816" y="256887"/>
                  </a:lnTo>
                  <a:lnTo>
                    <a:pt x="1894605" y="268390"/>
                  </a:lnTo>
                  <a:lnTo>
                    <a:pt x="1841607" y="278920"/>
                  </a:lnTo>
                  <a:lnTo>
                    <a:pt x="1788325" y="288477"/>
                  </a:lnTo>
                  <a:lnTo>
                    <a:pt x="1768425" y="291770"/>
                  </a:lnTo>
                  <a:lnTo>
                    <a:pt x="1718719" y="299316"/>
                  </a:lnTo>
                  <a:lnTo>
                    <a:pt x="1667291" y="306093"/>
                  </a:lnTo>
                  <a:lnTo>
                    <a:pt x="1613316" y="312141"/>
                  </a:lnTo>
                  <a:lnTo>
                    <a:pt x="1555870" y="317529"/>
                  </a:lnTo>
                  <a:lnTo>
                    <a:pt x="1494016" y="322333"/>
                  </a:lnTo>
                  <a:lnTo>
                    <a:pt x="1426885" y="326627"/>
                  </a:lnTo>
                  <a:lnTo>
                    <a:pt x="1353783" y="330474"/>
                  </a:lnTo>
                  <a:lnTo>
                    <a:pt x="1274332" y="333925"/>
                  </a:lnTo>
                  <a:lnTo>
                    <a:pt x="1188658" y="337017"/>
                  </a:lnTo>
                  <a:lnTo>
                    <a:pt x="1097608" y="339772"/>
                  </a:lnTo>
                  <a:lnTo>
                    <a:pt x="1002960" y="342197"/>
                  </a:lnTo>
                  <a:lnTo>
                    <a:pt x="907553" y="344292"/>
                  </a:lnTo>
                  <a:lnTo>
                    <a:pt x="815218" y="346047"/>
                  </a:lnTo>
                  <a:lnTo>
                    <a:pt x="730406" y="347456"/>
                  </a:lnTo>
                  <a:lnTo>
                    <a:pt x="657508" y="348526"/>
                  </a:lnTo>
                  <a:lnTo>
                    <a:pt x="599958" y="349276"/>
                  </a:lnTo>
                  <a:lnTo>
                    <a:pt x="559408" y="349749"/>
                  </a:lnTo>
                  <a:lnTo>
                    <a:pt x="535229" y="350002"/>
                  </a:lnTo>
                  <a:lnTo>
                    <a:pt x="524472" y="350104"/>
                  </a:lnTo>
                  <a:lnTo>
                    <a:pt x="522133" y="350124"/>
                  </a:lnTo>
                  <a:lnTo>
                    <a:pt x="0" y="350124"/>
                  </a:lnTo>
                  <a:close/>
                </a:path>
              </a:pathLst>
            </a:custGeom>
            <a:solidFill>
              <a:srgbClr val="F28E5B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912" name="pl912"/>
            <p:cNvSpPr/>
            <p:nvPr/>
          </p:nvSpPr>
          <p:spPr>
            <a:xfrm>
              <a:off x="386606" y="3393589"/>
              <a:ext cx="8554953" cy="1682856"/>
            </a:xfrm>
            <a:custGeom>
              <a:avLst/>
              <a:pathLst>
                <a:path w="8554953" h="1682856">
                  <a:moveTo>
                    <a:pt x="0" y="350124"/>
                  </a:moveTo>
                  <a:lnTo>
                    <a:pt x="522133" y="350124"/>
                  </a:lnTo>
                  <a:lnTo>
                    <a:pt x="523401" y="350113"/>
                  </a:lnTo>
                  <a:lnTo>
                    <a:pt x="531689" y="350037"/>
                  </a:lnTo>
                  <a:lnTo>
                    <a:pt x="552410" y="349825"/>
                  </a:lnTo>
                  <a:lnTo>
                    <a:pt x="589017" y="349409"/>
                  </a:lnTo>
                  <a:lnTo>
                    <a:pt x="642691" y="348727"/>
                  </a:lnTo>
                  <a:lnTo>
                    <a:pt x="712280" y="347734"/>
                  </a:lnTo>
                  <a:lnTo>
                    <a:pt x="794698" y="346405"/>
                  </a:lnTo>
                  <a:lnTo>
                    <a:pt x="885695" y="344729"/>
                  </a:lnTo>
                  <a:lnTo>
                    <a:pt x="980761" y="342713"/>
                  </a:lnTo>
                  <a:lnTo>
                    <a:pt x="1075877" y="340364"/>
                  </a:lnTo>
                  <a:lnTo>
                    <a:pt x="1167959" y="337686"/>
                  </a:lnTo>
                  <a:lnTo>
                    <a:pt x="1254987" y="334673"/>
                  </a:lnTo>
                  <a:lnTo>
                    <a:pt x="1335916" y="331308"/>
                  </a:lnTo>
                  <a:lnTo>
                    <a:pt x="1410473" y="327557"/>
                  </a:lnTo>
                  <a:lnTo>
                    <a:pt x="1478936" y="323373"/>
                  </a:lnTo>
                  <a:lnTo>
                    <a:pt x="1541942" y="318693"/>
                  </a:lnTo>
                  <a:lnTo>
                    <a:pt x="1600329" y="313447"/>
                  </a:lnTo>
                  <a:lnTo>
                    <a:pt x="1655025" y="307559"/>
                  </a:lnTo>
                  <a:lnTo>
                    <a:pt x="1706966" y="300956"/>
                  </a:lnTo>
                  <a:lnTo>
                    <a:pt x="1757006" y="293590"/>
                  </a:lnTo>
                  <a:lnTo>
                    <a:pt x="1768425" y="291770"/>
                  </a:lnTo>
                  <a:lnTo>
                    <a:pt x="1821977" y="282565"/>
                  </a:lnTo>
                  <a:lnTo>
                    <a:pt x="1875012" y="272396"/>
                  </a:lnTo>
                  <a:lnTo>
                    <a:pt x="1928099" y="261251"/>
                  </a:lnTo>
                  <a:lnTo>
                    <a:pt x="1981618" y="249151"/>
                  </a:lnTo>
                  <a:lnTo>
                    <a:pt x="2035791" y="236158"/>
                  </a:lnTo>
                  <a:lnTo>
                    <a:pt x="2090692" y="222374"/>
                  </a:lnTo>
                  <a:lnTo>
                    <a:pt x="2146276" y="207942"/>
                  </a:lnTo>
                  <a:lnTo>
                    <a:pt x="2202395" y="193041"/>
                  </a:lnTo>
                  <a:lnTo>
                    <a:pt x="2258828" y="177876"/>
                  </a:lnTo>
                  <a:lnTo>
                    <a:pt x="2315310" y="162669"/>
                  </a:lnTo>
                  <a:lnTo>
                    <a:pt x="2371574" y="147645"/>
                  </a:lnTo>
                  <a:lnTo>
                    <a:pt x="2427377" y="133017"/>
                  </a:lnTo>
                  <a:lnTo>
                    <a:pt x="2482542" y="118975"/>
                  </a:lnTo>
                  <a:lnTo>
                    <a:pt x="2536982" y="105676"/>
                  </a:lnTo>
                  <a:lnTo>
                    <a:pt x="2590726" y="93236"/>
                  </a:lnTo>
                  <a:lnTo>
                    <a:pt x="2643937" y="81734"/>
                  </a:lnTo>
                  <a:lnTo>
                    <a:pt x="2696936" y="71204"/>
                  </a:lnTo>
                  <a:lnTo>
                    <a:pt x="2750217" y="61646"/>
                  </a:lnTo>
                  <a:lnTo>
                    <a:pt x="2770117" y="58354"/>
                  </a:lnTo>
                  <a:lnTo>
                    <a:pt x="2819824" y="50808"/>
                  </a:lnTo>
                  <a:lnTo>
                    <a:pt x="2871251" y="44031"/>
                  </a:lnTo>
                  <a:lnTo>
                    <a:pt x="2925226" y="37983"/>
                  </a:lnTo>
                  <a:lnTo>
                    <a:pt x="2982672" y="32595"/>
                  </a:lnTo>
                  <a:lnTo>
                    <a:pt x="3044527" y="27790"/>
                  </a:lnTo>
                  <a:lnTo>
                    <a:pt x="3111658" y="23497"/>
                  </a:lnTo>
                  <a:lnTo>
                    <a:pt x="3184759" y="19650"/>
                  </a:lnTo>
                  <a:lnTo>
                    <a:pt x="3264210" y="16199"/>
                  </a:lnTo>
                  <a:lnTo>
                    <a:pt x="3349884" y="13107"/>
                  </a:lnTo>
                  <a:lnTo>
                    <a:pt x="3440935" y="10352"/>
                  </a:lnTo>
                  <a:lnTo>
                    <a:pt x="3535583" y="7926"/>
                  </a:lnTo>
                  <a:lnTo>
                    <a:pt x="3630989" y="5832"/>
                  </a:lnTo>
                  <a:lnTo>
                    <a:pt x="3723324" y="4077"/>
                  </a:lnTo>
                  <a:lnTo>
                    <a:pt x="3808136" y="2667"/>
                  </a:lnTo>
                  <a:lnTo>
                    <a:pt x="3881034" y="1598"/>
                  </a:lnTo>
                  <a:lnTo>
                    <a:pt x="3938584" y="848"/>
                  </a:lnTo>
                  <a:lnTo>
                    <a:pt x="3979134" y="375"/>
                  </a:lnTo>
                  <a:lnTo>
                    <a:pt x="4003313" y="121"/>
                  </a:lnTo>
                  <a:lnTo>
                    <a:pt x="4014070" y="20"/>
                  </a:lnTo>
                  <a:lnTo>
                    <a:pt x="4016393" y="0"/>
                  </a:lnTo>
                  <a:lnTo>
                    <a:pt x="4016409" y="0"/>
                  </a:lnTo>
                  <a:lnTo>
                    <a:pt x="4538543" y="0"/>
                  </a:lnTo>
                  <a:lnTo>
                    <a:pt x="4539767" y="49"/>
                  </a:lnTo>
                  <a:lnTo>
                    <a:pt x="4547779" y="405"/>
                  </a:lnTo>
                  <a:lnTo>
                    <a:pt x="4567834" y="1388"/>
                  </a:lnTo>
                  <a:lnTo>
                    <a:pt x="4603327" y="3319"/>
                  </a:lnTo>
                  <a:lnTo>
                    <a:pt x="4655490" y="6483"/>
                  </a:lnTo>
                  <a:lnTo>
                    <a:pt x="4723326" y="11098"/>
                  </a:lnTo>
                  <a:lnTo>
                    <a:pt x="4803952" y="17290"/>
                  </a:lnTo>
                  <a:lnTo>
                    <a:pt x="4893321" y="25102"/>
                  </a:lnTo>
                  <a:lnTo>
                    <a:pt x="4987065" y="34520"/>
                  </a:lnTo>
                  <a:lnTo>
                    <a:pt x="5081233" y="45505"/>
                  </a:lnTo>
                  <a:lnTo>
                    <a:pt x="5172735" y="58034"/>
                  </a:lnTo>
                  <a:lnTo>
                    <a:pt x="5259497" y="72124"/>
                  </a:lnTo>
                  <a:lnTo>
                    <a:pt x="5340393" y="87854"/>
                  </a:lnTo>
                  <a:lnTo>
                    <a:pt x="5415065" y="105367"/>
                  </a:lnTo>
                  <a:lnTo>
                    <a:pt x="5483712" y="124875"/>
                  </a:lnTo>
                  <a:lnTo>
                    <a:pt x="5546902" y="146652"/>
                  </a:lnTo>
                  <a:lnTo>
                    <a:pt x="5605416" y="171020"/>
                  </a:lnTo>
                  <a:lnTo>
                    <a:pt x="5660142" y="198334"/>
                  </a:lnTo>
                  <a:lnTo>
                    <a:pt x="5711988" y="228935"/>
                  </a:lnTo>
                  <a:lnTo>
                    <a:pt x="5761802" y="263083"/>
                  </a:lnTo>
                  <a:lnTo>
                    <a:pt x="5784835" y="280476"/>
                  </a:lnTo>
                  <a:lnTo>
                    <a:pt x="5829176" y="316737"/>
                  </a:lnTo>
                  <a:lnTo>
                    <a:pt x="5873086" y="356149"/>
                  </a:lnTo>
                  <a:lnTo>
                    <a:pt x="5916915" y="398771"/>
                  </a:lnTo>
                  <a:lnTo>
                    <a:pt x="5960924" y="444587"/>
                  </a:lnTo>
                  <a:lnTo>
                    <a:pt x="6005288" y="493496"/>
                  </a:lnTo>
                  <a:lnTo>
                    <a:pt x="6050114" y="545308"/>
                  </a:lnTo>
                  <a:lnTo>
                    <a:pt x="6095441" y="599738"/>
                  </a:lnTo>
                  <a:lnTo>
                    <a:pt x="6141249" y="656411"/>
                  </a:lnTo>
                  <a:lnTo>
                    <a:pt x="6187470" y="714868"/>
                  </a:lnTo>
                  <a:lnTo>
                    <a:pt x="6233996" y="774580"/>
                  </a:lnTo>
                  <a:lnTo>
                    <a:pt x="6280691" y="834965"/>
                  </a:lnTo>
                  <a:lnTo>
                    <a:pt x="6327402" y="895416"/>
                  </a:lnTo>
                  <a:lnTo>
                    <a:pt x="6373976" y="955321"/>
                  </a:lnTo>
                  <a:lnTo>
                    <a:pt x="6420273" y="1014092"/>
                  </a:lnTo>
                  <a:lnTo>
                    <a:pt x="6466176" y="1071188"/>
                  </a:lnTo>
                  <a:lnTo>
                    <a:pt x="6511609" y="1126132"/>
                  </a:lnTo>
                  <a:lnTo>
                    <a:pt x="6556541" y="1178530"/>
                  </a:lnTo>
                  <a:lnTo>
                    <a:pt x="6600998" y="1228078"/>
                  </a:lnTo>
                  <a:lnTo>
                    <a:pt x="6645070" y="1274566"/>
                  </a:lnTo>
                  <a:lnTo>
                    <a:pt x="6688919" y="1317874"/>
                  </a:lnTo>
                  <a:lnTo>
                    <a:pt x="6732785" y="1357969"/>
                  </a:lnTo>
                  <a:lnTo>
                    <a:pt x="6777000" y="1394895"/>
                  </a:lnTo>
                  <a:lnTo>
                    <a:pt x="6786527" y="1402380"/>
                  </a:lnTo>
                  <a:lnTo>
                    <a:pt x="6835642" y="1438245"/>
                  </a:lnTo>
                  <a:lnTo>
                    <a:pt x="6886428" y="1470498"/>
                  </a:lnTo>
                  <a:lnTo>
                    <a:pt x="6939683" y="1499324"/>
                  </a:lnTo>
                  <a:lnTo>
                    <a:pt x="6996295" y="1525039"/>
                  </a:lnTo>
                  <a:lnTo>
                    <a:pt x="7057170" y="1547997"/>
                  </a:lnTo>
                  <a:lnTo>
                    <a:pt x="7123152" y="1568539"/>
                  </a:lnTo>
                  <a:lnTo>
                    <a:pt x="7194928" y="1586964"/>
                  </a:lnTo>
                  <a:lnTo>
                    <a:pt x="7272890" y="1603514"/>
                  </a:lnTo>
                  <a:lnTo>
                    <a:pt x="7356970" y="1618365"/>
                  </a:lnTo>
                  <a:lnTo>
                    <a:pt x="7446430" y="1631626"/>
                  </a:lnTo>
                  <a:lnTo>
                    <a:pt x="7539662" y="1643341"/>
                  </a:lnTo>
                  <a:lnTo>
                    <a:pt x="7634053" y="1653503"/>
                  </a:lnTo>
                  <a:lnTo>
                    <a:pt x="7726021" y="1662079"/>
                  </a:lnTo>
                  <a:lnTo>
                    <a:pt x="7811320" y="1669035"/>
                  </a:lnTo>
                  <a:lnTo>
                    <a:pt x="7885647" y="1674384"/>
                  </a:lnTo>
                  <a:lnTo>
                    <a:pt x="7945465" y="1678212"/>
                  </a:lnTo>
                  <a:lnTo>
                    <a:pt x="7988817" y="1680693"/>
                  </a:lnTo>
                  <a:lnTo>
                    <a:pt x="8015866" y="1682085"/>
                  </a:lnTo>
                  <a:lnTo>
                    <a:pt x="8029018" y="1682696"/>
                  </a:lnTo>
                  <a:lnTo>
                    <a:pt x="8032686" y="1682851"/>
                  </a:lnTo>
                  <a:lnTo>
                    <a:pt x="8032819" y="1682856"/>
                  </a:lnTo>
                  <a:lnTo>
                    <a:pt x="8554953" y="1682856"/>
                  </a:lnTo>
                  <a:lnTo>
                    <a:pt x="8554953" y="1682856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913" name="pl913"/>
            <p:cNvSpPr/>
            <p:nvPr/>
          </p:nvSpPr>
          <p:spPr>
            <a:xfrm>
              <a:off x="386606" y="3387942"/>
              <a:ext cx="8554953" cy="1682856"/>
            </a:xfrm>
            <a:custGeom>
              <a:avLst/>
              <a:pathLst>
                <a:path w="8554953" h="1682856">
                  <a:moveTo>
                    <a:pt x="8554953" y="1682856"/>
                  </a:moveTo>
                  <a:lnTo>
                    <a:pt x="8032819" y="1682856"/>
                  </a:lnTo>
                  <a:lnTo>
                    <a:pt x="8031595" y="1682807"/>
                  </a:lnTo>
                  <a:lnTo>
                    <a:pt x="8023583" y="1682451"/>
                  </a:lnTo>
                  <a:lnTo>
                    <a:pt x="8003527" y="1681468"/>
                  </a:lnTo>
                  <a:lnTo>
                    <a:pt x="7968035" y="1679537"/>
                  </a:lnTo>
                  <a:lnTo>
                    <a:pt x="7915872" y="1676373"/>
                  </a:lnTo>
                  <a:lnTo>
                    <a:pt x="7848036" y="1671758"/>
                  </a:lnTo>
                  <a:lnTo>
                    <a:pt x="7767409" y="1665566"/>
                  </a:lnTo>
                  <a:lnTo>
                    <a:pt x="7678041" y="1657754"/>
                  </a:lnTo>
                  <a:lnTo>
                    <a:pt x="7584297" y="1648336"/>
                  </a:lnTo>
                  <a:lnTo>
                    <a:pt x="7490129" y="1637351"/>
                  </a:lnTo>
                  <a:lnTo>
                    <a:pt x="7398627" y="1624822"/>
                  </a:lnTo>
                  <a:lnTo>
                    <a:pt x="7311865" y="1610732"/>
                  </a:lnTo>
                  <a:lnTo>
                    <a:pt x="7230969" y="1595002"/>
                  </a:lnTo>
                  <a:lnTo>
                    <a:pt x="7156297" y="1577489"/>
                  </a:lnTo>
                  <a:lnTo>
                    <a:pt x="7087650" y="1557981"/>
                  </a:lnTo>
                  <a:lnTo>
                    <a:pt x="7024460" y="1536204"/>
                  </a:lnTo>
                  <a:lnTo>
                    <a:pt x="6965946" y="1511836"/>
                  </a:lnTo>
                  <a:lnTo>
                    <a:pt x="6911219" y="1484522"/>
                  </a:lnTo>
                  <a:lnTo>
                    <a:pt x="6859374" y="1453921"/>
                  </a:lnTo>
                  <a:lnTo>
                    <a:pt x="6809560" y="1419773"/>
                  </a:lnTo>
                  <a:lnTo>
                    <a:pt x="6786527" y="1402380"/>
                  </a:lnTo>
                  <a:lnTo>
                    <a:pt x="6742186" y="1366119"/>
                  </a:lnTo>
                  <a:lnTo>
                    <a:pt x="6698276" y="1326707"/>
                  </a:lnTo>
                  <a:lnTo>
                    <a:pt x="6654447" y="1284085"/>
                  </a:lnTo>
                  <a:lnTo>
                    <a:pt x="6610438" y="1238269"/>
                  </a:lnTo>
                  <a:lnTo>
                    <a:pt x="6566074" y="1189360"/>
                  </a:lnTo>
                  <a:lnTo>
                    <a:pt x="6521248" y="1137548"/>
                  </a:lnTo>
                  <a:lnTo>
                    <a:pt x="6475921" y="1083118"/>
                  </a:lnTo>
                  <a:lnTo>
                    <a:pt x="6430113" y="1026445"/>
                  </a:lnTo>
                  <a:lnTo>
                    <a:pt x="6383892" y="967988"/>
                  </a:lnTo>
                  <a:lnTo>
                    <a:pt x="6337365" y="908276"/>
                  </a:lnTo>
                  <a:lnTo>
                    <a:pt x="6290671" y="847891"/>
                  </a:lnTo>
                  <a:lnTo>
                    <a:pt x="6243960" y="787440"/>
                  </a:lnTo>
                  <a:lnTo>
                    <a:pt x="6197386" y="727535"/>
                  </a:lnTo>
                  <a:lnTo>
                    <a:pt x="6151089" y="668764"/>
                  </a:lnTo>
                  <a:lnTo>
                    <a:pt x="6105185" y="611668"/>
                  </a:lnTo>
                  <a:lnTo>
                    <a:pt x="6059753" y="556724"/>
                  </a:lnTo>
                  <a:lnTo>
                    <a:pt x="6014821" y="504326"/>
                  </a:lnTo>
                  <a:lnTo>
                    <a:pt x="5970364" y="454778"/>
                  </a:lnTo>
                  <a:lnTo>
                    <a:pt x="5926292" y="408290"/>
                  </a:lnTo>
                  <a:lnTo>
                    <a:pt x="5882443" y="364982"/>
                  </a:lnTo>
                  <a:lnTo>
                    <a:pt x="5838577" y="324887"/>
                  </a:lnTo>
                  <a:lnTo>
                    <a:pt x="5794362" y="287961"/>
                  </a:lnTo>
                  <a:lnTo>
                    <a:pt x="5784835" y="280476"/>
                  </a:lnTo>
                  <a:lnTo>
                    <a:pt x="5735720" y="244610"/>
                  </a:lnTo>
                  <a:lnTo>
                    <a:pt x="5684934" y="212358"/>
                  </a:lnTo>
                  <a:lnTo>
                    <a:pt x="5631679" y="183532"/>
                  </a:lnTo>
                  <a:lnTo>
                    <a:pt x="5575067" y="157817"/>
                  </a:lnTo>
                  <a:lnTo>
                    <a:pt x="5514192" y="134859"/>
                  </a:lnTo>
                  <a:lnTo>
                    <a:pt x="5448210" y="114317"/>
                  </a:lnTo>
                  <a:lnTo>
                    <a:pt x="5376434" y="95892"/>
                  </a:lnTo>
                  <a:lnTo>
                    <a:pt x="5298472" y="79342"/>
                  </a:lnTo>
                  <a:lnTo>
                    <a:pt x="5214392" y="64491"/>
                  </a:lnTo>
                  <a:lnTo>
                    <a:pt x="5124932" y="51230"/>
                  </a:lnTo>
                  <a:lnTo>
                    <a:pt x="5031700" y="39515"/>
                  </a:lnTo>
                  <a:lnTo>
                    <a:pt x="4937309" y="29353"/>
                  </a:lnTo>
                  <a:lnTo>
                    <a:pt x="4845341" y="20777"/>
                  </a:lnTo>
                  <a:lnTo>
                    <a:pt x="4760042" y="13821"/>
                  </a:lnTo>
                  <a:lnTo>
                    <a:pt x="4685715" y="8472"/>
                  </a:lnTo>
                  <a:lnTo>
                    <a:pt x="4625897" y="4644"/>
                  </a:lnTo>
                  <a:lnTo>
                    <a:pt x="4582545" y="2163"/>
                  </a:lnTo>
                  <a:lnTo>
                    <a:pt x="4555496" y="771"/>
                  </a:lnTo>
                  <a:lnTo>
                    <a:pt x="4542344" y="160"/>
                  </a:lnTo>
                  <a:lnTo>
                    <a:pt x="4538676" y="5"/>
                  </a:lnTo>
                  <a:lnTo>
                    <a:pt x="4538543" y="0"/>
                  </a:lnTo>
                  <a:lnTo>
                    <a:pt x="4016409" y="0"/>
                  </a:lnTo>
                  <a:lnTo>
                    <a:pt x="4015141" y="10"/>
                  </a:lnTo>
                  <a:lnTo>
                    <a:pt x="4006853" y="87"/>
                  </a:lnTo>
                  <a:lnTo>
                    <a:pt x="3986132" y="299"/>
                  </a:lnTo>
                  <a:lnTo>
                    <a:pt x="3949525" y="715"/>
                  </a:lnTo>
                  <a:lnTo>
                    <a:pt x="3895852" y="1397"/>
                  </a:lnTo>
                  <a:lnTo>
                    <a:pt x="3826262" y="2389"/>
                  </a:lnTo>
                  <a:lnTo>
                    <a:pt x="3743844" y="3719"/>
                  </a:lnTo>
                  <a:lnTo>
                    <a:pt x="3652847" y="5394"/>
                  </a:lnTo>
                  <a:lnTo>
                    <a:pt x="3557781" y="7410"/>
                  </a:lnTo>
                  <a:lnTo>
                    <a:pt x="3462665" y="9760"/>
                  </a:lnTo>
                  <a:lnTo>
                    <a:pt x="3370583" y="12438"/>
                  </a:lnTo>
                  <a:lnTo>
                    <a:pt x="3283555" y="15450"/>
                  </a:lnTo>
                  <a:lnTo>
                    <a:pt x="3202626" y="18815"/>
                  </a:lnTo>
                  <a:lnTo>
                    <a:pt x="3128070" y="22566"/>
                  </a:lnTo>
                  <a:lnTo>
                    <a:pt x="3059606" y="26751"/>
                  </a:lnTo>
                  <a:lnTo>
                    <a:pt x="2996600" y="31431"/>
                  </a:lnTo>
                  <a:lnTo>
                    <a:pt x="2938214" y="36676"/>
                  </a:lnTo>
                  <a:lnTo>
                    <a:pt x="2883517" y="42565"/>
                  </a:lnTo>
                  <a:lnTo>
                    <a:pt x="2831577" y="49167"/>
                  </a:lnTo>
                  <a:lnTo>
                    <a:pt x="2781536" y="56534"/>
                  </a:lnTo>
                  <a:lnTo>
                    <a:pt x="2770117" y="58354"/>
                  </a:lnTo>
                  <a:lnTo>
                    <a:pt x="2716565" y="67559"/>
                  </a:lnTo>
                  <a:lnTo>
                    <a:pt x="2663530" y="77728"/>
                  </a:lnTo>
                  <a:lnTo>
                    <a:pt x="2610444" y="88873"/>
                  </a:lnTo>
                  <a:lnTo>
                    <a:pt x="2556924" y="100972"/>
                  </a:lnTo>
                  <a:lnTo>
                    <a:pt x="2502751" y="113965"/>
                  </a:lnTo>
                  <a:lnTo>
                    <a:pt x="2447850" y="127749"/>
                  </a:lnTo>
                  <a:lnTo>
                    <a:pt x="2392266" y="142181"/>
                  </a:lnTo>
                  <a:lnTo>
                    <a:pt x="2336147" y="157083"/>
                  </a:lnTo>
                  <a:lnTo>
                    <a:pt x="2279715" y="172248"/>
                  </a:lnTo>
                  <a:lnTo>
                    <a:pt x="2223232" y="187454"/>
                  </a:lnTo>
                  <a:lnTo>
                    <a:pt x="2166969" y="202478"/>
                  </a:lnTo>
                  <a:lnTo>
                    <a:pt x="2111165" y="217106"/>
                  </a:lnTo>
                  <a:lnTo>
                    <a:pt x="2056000" y="231148"/>
                  </a:lnTo>
                  <a:lnTo>
                    <a:pt x="2001560" y="244448"/>
                  </a:lnTo>
                  <a:lnTo>
                    <a:pt x="1947816" y="256887"/>
                  </a:lnTo>
                  <a:lnTo>
                    <a:pt x="1894605" y="268390"/>
                  </a:lnTo>
                  <a:lnTo>
                    <a:pt x="1841607" y="278920"/>
                  </a:lnTo>
                  <a:lnTo>
                    <a:pt x="1788325" y="288477"/>
                  </a:lnTo>
                  <a:lnTo>
                    <a:pt x="1768425" y="291770"/>
                  </a:lnTo>
                  <a:lnTo>
                    <a:pt x="1718719" y="299316"/>
                  </a:lnTo>
                  <a:lnTo>
                    <a:pt x="1667291" y="306093"/>
                  </a:lnTo>
                  <a:lnTo>
                    <a:pt x="1613316" y="312141"/>
                  </a:lnTo>
                  <a:lnTo>
                    <a:pt x="1555870" y="317529"/>
                  </a:lnTo>
                  <a:lnTo>
                    <a:pt x="1494016" y="322333"/>
                  </a:lnTo>
                  <a:lnTo>
                    <a:pt x="1426885" y="326627"/>
                  </a:lnTo>
                  <a:lnTo>
                    <a:pt x="1353783" y="330474"/>
                  </a:lnTo>
                  <a:lnTo>
                    <a:pt x="1274332" y="333925"/>
                  </a:lnTo>
                  <a:lnTo>
                    <a:pt x="1188658" y="337017"/>
                  </a:lnTo>
                  <a:lnTo>
                    <a:pt x="1097608" y="339772"/>
                  </a:lnTo>
                  <a:lnTo>
                    <a:pt x="1002960" y="342197"/>
                  </a:lnTo>
                  <a:lnTo>
                    <a:pt x="907553" y="344292"/>
                  </a:lnTo>
                  <a:lnTo>
                    <a:pt x="815218" y="346047"/>
                  </a:lnTo>
                  <a:lnTo>
                    <a:pt x="730406" y="347456"/>
                  </a:lnTo>
                  <a:lnTo>
                    <a:pt x="657508" y="348526"/>
                  </a:lnTo>
                  <a:lnTo>
                    <a:pt x="599958" y="349276"/>
                  </a:lnTo>
                  <a:lnTo>
                    <a:pt x="559408" y="349749"/>
                  </a:lnTo>
                  <a:lnTo>
                    <a:pt x="535229" y="350002"/>
                  </a:lnTo>
                  <a:lnTo>
                    <a:pt x="524472" y="350104"/>
                  </a:lnTo>
                  <a:lnTo>
                    <a:pt x="522149" y="350124"/>
                  </a:lnTo>
                  <a:lnTo>
                    <a:pt x="522133" y="350124"/>
                  </a:lnTo>
                  <a:lnTo>
                    <a:pt x="0" y="350124"/>
                  </a:lnTo>
                  <a:lnTo>
                    <a:pt x="0" y="350124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914" name="pg914"/>
            <p:cNvSpPr/>
            <p:nvPr/>
          </p:nvSpPr>
          <p:spPr>
            <a:xfrm>
              <a:off x="386606" y="2134270"/>
              <a:ext cx="8554953" cy="1451322"/>
            </a:xfrm>
            <a:custGeom>
              <a:avLst/>
              <a:pathLst>
                <a:path w="8554953" h="1451322">
                  <a:moveTo>
                    <a:pt x="0" y="1451322"/>
                  </a:moveTo>
                  <a:lnTo>
                    <a:pt x="522133" y="1451322"/>
                  </a:lnTo>
                  <a:lnTo>
                    <a:pt x="523369" y="1451279"/>
                  </a:lnTo>
                  <a:lnTo>
                    <a:pt x="531454" y="1450971"/>
                  </a:lnTo>
                  <a:lnTo>
                    <a:pt x="551687" y="1450118"/>
                  </a:lnTo>
                  <a:lnTo>
                    <a:pt x="587476" y="1448444"/>
                  </a:lnTo>
                  <a:lnTo>
                    <a:pt x="640043" y="1445700"/>
                  </a:lnTo>
                  <a:lnTo>
                    <a:pt x="708347" y="1441700"/>
                  </a:lnTo>
                  <a:lnTo>
                    <a:pt x="789455" y="1436335"/>
                  </a:lnTo>
                  <a:lnTo>
                    <a:pt x="879262" y="1429569"/>
                  </a:lnTo>
                  <a:lnTo>
                    <a:pt x="973364" y="1421415"/>
                  </a:lnTo>
                  <a:lnTo>
                    <a:pt x="1067790" y="1411908"/>
                  </a:lnTo>
                  <a:lnTo>
                    <a:pt x="1159452" y="1401067"/>
                  </a:lnTo>
                  <a:lnTo>
                    <a:pt x="1246288" y="1388873"/>
                  </a:lnTo>
                  <a:lnTo>
                    <a:pt x="1327196" y="1375259"/>
                  </a:lnTo>
                  <a:lnTo>
                    <a:pt x="1401839" y="1360096"/>
                  </a:lnTo>
                  <a:lnTo>
                    <a:pt x="1470438" y="1343200"/>
                  </a:lnTo>
                  <a:lnTo>
                    <a:pt x="1533577" y="1324330"/>
                  </a:lnTo>
                  <a:lnTo>
                    <a:pt x="1592056" y="1303203"/>
                  </a:lnTo>
                  <a:lnTo>
                    <a:pt x="1646772" y="1279514"/>
                  </a:lnTo>
                  <a:lnTo>
                    <a:pt x="1698640" y="1252968"/>
                  </a:lnTo>
                  <a:lnTo>
                    <a:pt x="1748512" y="1223344"/>
                  </a:lnTo>
                  <a:lnTo>
                    <a:pt x="1768425" y="1210377"/>
                  </a:lnTo>
                  <a:lnTo>
                    <a:pt x="1814536" y="1177918"/>
                  </a:lnTo>
                  <a:lnTo>
                    <a:pt x="1860197" y="1142528"/>
                  </a:lnTo>
                  <a:lnTo>
                    <a:pt x="1905797" y="1104154"/>
                  </a:lnTo>
                  <a:lnTo>
                    <a:pt x="1951617" y="1062818"/>
                  </a:lnTo>
                  <a:lnTo>
                    <a:pt x="1997845" y="1018631"/>
                  </a:lnTo>
                  <a:lnTo>
                    <a:pt x="2044586" y="971792"/>
                  </a:lnTo>
                  <a:lnTo>
                    <a:pt x="2091869" y="922596"/>
                  </a:lnTo>
                  <a:lnTo>
                    <a:pt x="2139657" y="871429"/>
                  </a:lnTo>
                  <a:lnTo>
                    <a:pt x="2187857" y="818756"/>
                  </a:lnTo>
                  <a:lnTo>
                    <a:pt x="2236337" y="765108"/>
                  </a:lnTo>
                  <a:lnTo>
                    <a:pt x="2284934" y="711059"/>
                  </a:lnTo>
                  <a:lnTo>
                    <a:pt x="2333475" y="657201"/>
                  </a:lnTo>
                  <a:lnTo>
                    <a:pt x="2381792" y="604118"/>
                  </a:lnTo>
                  <a:lnTo>
                    <a:pt x="2429740" y="552359"/>
                  </a:lnTo>
                  <a:lnTo>
                    <a:pt x="2477209" y="502414"/>
                  </a:lnTo>
                  <a:lnTo>
                    <a:pt x="2524143" y="454698"/>
                  </a:lnTo>
                  <a:lnTo>
                    <a:pt x="2570546" y="409540"/>
                  </a:lnTo>
                  <a:lnTo>
                    <a:pt x="2616494" y="367174"/>
                  </a:lnTo>
                  <a:lnTo>
                    <a:pt x="2662145" y="327740"/>
                  </a:lnTo>
                  <a:lnTo>
                    <a:pt x="2707746" y="291291"/>
                  </a:lnTo>
                  <a:lnTo>
                    <a:pt x="2753645" y="257801"/>
                  </a:lnTo>
                  <a:lnTo>
                    <a:pt x="2770117" y="246593"/>
                  </a:lnTo>
                  <a:lnTo>
                    <a:pt x="2819390" y="215689"/>
                  </a:lnTo>
                  <a:lnTo>
                    <a:pt x="2870348" y="187909"/>
                  </a:lnTo>
                  <a:lnTo>
                    <a:pt x="2923796" y="163089"/>
                  </a:lnTo>
                  <a:lnTo>
                    <a:pt x="2980631" y="140956"/>
                  </a:lnTo>
                  <a:lnTo>
                    <a:pt x="3041768" y="121203"/>
                  </a:lnTo>
                  <a:lnTo>
                    <a:pt x="3108057" y="103534"/>
                  </a:lnTo>
                  <a:lnTo>
                    <a:pt x="3180187" y="87691"/>
                  </a:lnTo>
                  <a:lnTo>
                    <a:pt x="3258547" y="73464"/>
                  </a:lnTo>
                  <a:lnTo>
                    <a:pt x="3343053" y="60704"/>
                  </a:lnTo>
                  <a:lnTo>
                    <a:pt x="3432941" y="49316"/>
                  </a:lnTo>
                  <a:lnTo>
                    <a:pt x="3526555" y="39265"/>
                  </a:lnTo>
                  <a:lnTo>
                    <a:pt x="3621226" y="30556"/>
                  </a:lnTo>
                  <a:lnTo>
                    <a:pt x="3713303" y="23221"/>
                  </a:lnTo>
                  <a:lnTo>
                    <a:pt x="3798486" y="17286"/>
                  </a:lnTo>
                  <a:lnTo>
                    <a:pt x="3872446" y="12739"/>
                  </a:lnTo>
                  <a:lnTo>
                    <a:pt x="3931669" y="9502"/>
                  </a:lnTo>
                  <a:lnTo>
                    <a:pt x="3974276" y="7419"/>
                  </a:lnTo>
                  <a:lnTo>
                    <a:pt x="4000552" y="6264"/>
                  </a:lnTo>
                  <a:lnTo>
                    <a:pt x="4013045" y="5768"/>
                  </a:lnTo>
                  <a:lnTo>
                    <a:pt x="4016409" y="5647"/>
                  </a:lnTo>
                  <a:lnTo>
                    <a:pt x="4538543" y="5647"/>
                  </a:lnTo>
                  <a:lnTo>
                    <a:pt x="4539806" y="5667"/>
                  </a:lnTo>
                  <a:lnTo>
                    <a:pt x="4548062" y="5808"/>
                  </a:lnTo>
                  <a:lnTo>
                    <a:pt x="4568707" y="6200"/>
                  </a:lnTo>
                  <a:lnTo>
                    <a:pt x="4605187" y="6969"/>
                  </a:lnTo>
                  <a:lnTo>
                    <a:pt x="4658688" y="8228"/>
                  </a:lnTo>
                  <a:lnTo>
                    <a:pt x="4728079" y="10062"/>
                  </a:lnTo>
                  <a:lnTo>
                    <a:pt x="4810294" y="12520"/>
                  </a:lnTo>
                  <a:lnTo>
                    <a:pt x="4901107" y="15616"/>
                  </a:lnTo>
                  <a:lnTo>
                    <a:pt x="4996025" y="19344"/>
                  </a:lnTo>
                  <a:lnTo>
                    <a:pt x="5091036" y="23689"/>
                  </a:lnTo>
                  <a:lnTo>
                    <a:pt x="5183054" y="28641"/>
                  </a:lnTo>
                  <a:lnTo>
                    <a:pt x="5270054" y="34211"/>
                  </a:lnTo>
                  <a:lnTo>
                    <a:pt x="5350981" y="40433"/>
                  </a:lnTo>
                  <a:lnTo>
                    <a:pt x="5425551" y="47368"/>
                  </a:lnTo>
                  <a:lnTo>
                    <a:pt x="5494036" y="55103"/>
                  </a:lnTo>
                  <a:lnTo>
                    <a:pt x="5557062" y="63751"/>
                  </a:lnTo>
                  <a:lnTo>
                    <a:pt x="5615462" y="73444"/>
                  </a:lnTo>
                  <a:lnTo>
                    <a:pt x="5670162" y="84322"/>
                  </a:lnTo>
                  <a:lnTo>
                    <a:pt x="5722089" y="96518"/>
                  </a:lnTo>
                  <a:lnTo>
                    <a:pt x="5772103" y="110126"/>
                  </a:lnTo>
                  <a:lnTo>
                    <a:pt x="5784835" y="113884"/>
                  </a:lnTo>
                  <a:lnTo>
                    <a:pt x="5836836" y="130435"/>
                  </a:lnTo>
                  <a:lnTo>
                    <a:pt x="5888331" y="148670"/>
                  </a:lnTo>
                  <a:lnTo>
                    <a:pt x="5939851" y="168611"/>
                  </a:lnTo>
                  <a:lnTo>
                    <a:pt x="5991754" y="190228"/>
                  </a:lnTo>
                  <a:lnTo>
                    <a:pt x="6044256" y="213424"/>
                  </a:lnTo>
                  <a:lnTo>
                    <a:pt x="6097443" y="238033"/>
                  </a:lnTo>
                  <a:lnTo>
                    <a:pt x="6151289" y="263824"/>
                  </a:lnTo>
                  <a:lnTo>
                    <a:pt x="6205674" y="290504"/>
                  </a:lnTo>
                  <a:lnTo>
                    <a:pt x="6260409" y="317732"/>
                  </a:lnTo>
                  <a:lnTo>
                    <a:pt x="6315258" y="345136"/>
                  </a:lnTo>
                  <a:lnTo>
                    <a:pt x="6369973" y="372334"/>
                  </a:lnTo>
                  <a:lnTo>
                    <a:pt x="6424322" y="398955"/>
                  </a:lnTo>
                  <a:lnTo>
                    <a:pt x="6478120" y="424663"/>
                  </a:lnTo>
                  <a:lnTo>
                    <a:pt x="6531252" y="449169"/>
                  </a:lnTo>
                  <a:lnTo>
                    <a:pt x="6583703" y="472246"/>
                  </a:lnTo>
                  <a:lnTo>
                    <a:pt x="6635566" y="493734"/>
                  </a:lnTo>
                  <a:lnTo>
                    <a:pt x="6687069" y="513542"/>
                  </a:lnTo>
                  <a:lnTo>
                    <a:pt x="6738583" y="531642"/>
                  </a:lnTo>
                  <a:lnTo>
                    <a:pt x="6786527" y="546834"/>
                  </a:lnTo>
                  <a:lnTo>
                    <a:pt x="6836166" y="560813"/>
                  </a:lnTo>
                  <a:lnTo>
                    <a:pt x="6887521" y="573368"/>
                  </a:lnTo>
                  <a:lnTo>
                    <a:pt x="6941415" y="584576"/>
                  </a:lnTo>
                  <a:lnTo>
                    <a:pt x="6998766" y="594562"/>
                  </a:lnTo>
                  <a:lnTo>
                    <a:pt x="7060509" y="603468"/>
                  </a:lnTo>
                  <a:lnTo>
                    <a:pt x="7127509" y="611428"/>
                  </a:lnTo>
                  <a:lnTo>
                    <a:pt x="7200460" y="618560"/>
                  </a:lnTo>
                  <a:lnTo>
                    <a:pt x="7279741" y="624960"/>
                  </a:lnTo>
                  <a:lnTo>
                    <a:pt x="7365234" y="630694"/>
                  </a:lnTo>
                  <a:lnTo>
                    <a:pt x="7456105" y="635805"/>
                  </a:lnTo>
                  <a:lnTo>
                    <a:pt x="7550594" y="640307"/>
                  </a:lnTo>
                  <a:lnTo>
                    <a:pt x="7645889" y="644196"/>
                  </a:lnTo>
                  <a:lnTo>
                    <a:pt x="7738188" y="647457"/>
                  </a:lnTo>
                  <a:lnTo>
                    <a:pt x="7823062" y="650080"/>
                  </a:lnTo>
                  <a:lnTo>
                    <a:pt x="7896131" y="652073"/>
                  </a:lnTo>
                  <a:lnTo>
                    <a:pt x="7953944" y="653474"/>
                  </a:lnTo>
                  <a:lnTo>
                    <a:pt x="7994815" y="654360"/>
                  </a:lnTo>
                  <a:lnTo>
                    <a:pt x="8019317" y="654838"/>
                  </a:lnTo>
                  <a:lnTo>
                    <a:pt x="8030337" y="655032"/>
                  </a:lnTo>
                  <a:lnTo>
                    <a:pt x="8032819" y="655071"/>
                  </a:lnTo>
                  <a:lnTo>
                    <a:pt x="8554953" y="655071"/>
                  </a:lnTo>
                  <a:lnTo>
                    <a:pt x="8554953" y="649424"/>
                  </a:lnTo>
                  <a:lnTo>
                    <a:pt x="8032819" y="649424"/>
                  </a:lnTo>
                  <a:lnTo>
                    <a:pt x="8031556" y="649404"/>
                  </a:lnTo>
                  <a:lnTo>
                    <a:pt x="8023300" y="649263"/>
                  </a:lnTo>
                  <a:lnTo>
                    <a:pt x="8002655" y="648871"/>
                  </a:lnTo>
                  <a:lnTo>
                    <a:pt x="7966175" y="648102"/>
                  </a:lnTo>
                  <a:lnTo>
                    <a:pt x="7912674" y="646843"/>
                  </a:lnTo>
                  <a:lnTo>
                    <a:pt x="7843283" y="645009"/>
                  </a:lnTo>
                  <a:lnTo>
                    <a:pt x="7761068" y="642551"/>
                  </a:lnTo>
                  <a:lnTo>
                    <a:pt x="7670255" y="639454"/>
                  </a:lnTo>
                  <a:lnTo>
                    <a:pt x="7575337" y="635727"/>
                  </a:lnTo>
                  <a:lnTo>
                    <a:pt x="7480326" y="631382"/>
                  </a:lnTo>
                  <a:lnTo>
                    <a:pt x="7388307" y="626430"/>
                  </a:lnTo>
                  <a:lnTo>
                    <a:pt x="7301308" y="620860"/>
                  </a:lnTo>
                  <a:lnTo>
                    <a:pt x="7220381" y="614638"/>
                  </a:lnTo>
                  <a:lnTo>
                    <a:pt x="7145811" y="607703"/>
                  </a:lnTo>
                  <a:lnTo>
                    <a:pt x="7077326" y="599968"/>
                  </a:lnTo>
                  <a:lnTo>
                    <a:pt x="7014300" y="591320"/>
                  </a:lnTo>
                  <a:lnTo>
                    <a:pt x="6955899" y="581627"/>
                  </a:lnTo>
                  <a:lnTo>
                    <a:pt x="6901200" y="570749"/>
                  </a:lnTo>
                  <a:lnTo>
                    <a:pt x="6849272" y="558552"/>
                  </a:lnTo>
                  <a:lnTo>
                    <a:pt x="6799259" y="544945"/>
                  </a:lnTo>
                  <a:lnTo>
                    <a:pt x="6786527" y="541187"/>
                  </a:lnTo>
                  <a:lnTo>
                    <a:pt x="6734526" y="524635"/>
                  </a:lnTo>
                  <a:lnTo>
                    <a:pt x="6683031" y="506401"/>
                  </a:lnTo>
                  <a:lnTo>
                    <a:pt x="6631511" y="486459"/>
                  </a:lnTo>
                  <a:lnTo>
                    <a:pt x="6579608" y="464842"/>
                  </a:lnTo>
                  <a:lnTo>
                    <a:pt x="6527106" y="441647"/>
                  </a:lnTo>
                  <a:lnTo>
                    <a:pt x="6473919" y="417038"/>
                  </a:lnTo>
                  <a:lnTo>
                    <a:pt x="6420073" y="391247"/>
                  </a:lnTo>
                  <a:lnTo>
                    <a:pt x="6365688" y="364567"/>
                  </a:lnTo>
                  <a:lnTo>
                    <a:pt x="6310953" y="337339"/>
                  </a:lnTo>
                  <a:lnTo>
                    <a:pt x="6256104" y="309935"/>
                  </a:lnTo>
                  <a:lnTo>
                    <a:pt x="6201389" y="282737"/>
                  </a:lnTo>
                  <a:lnTo>
                    <a:pt x="6147040" y="256115"/>
                  </a:lnTo>
                  <a:lnTo>
                    <a:pt x="6093242" y="230408"/>
                  </a:lnTo>
                  <a:lnTo>
                    <a:pt x="6040109" y="205902"/>
                  </a:lnTo>
                  <a:lnTo>
                    <a:pt x="5987659" y="182825"/>
                  </a:lnTo>
                  <a:lnTo>
                    <a:pt x="5935796" y="161337"/>
                  </a:lnTo>
                  <a:lnTo>
                    <a:pt x="5884293" y="141529"/>
                  </a:lnTo>
                  <a:lnTo>
                    <a:pt x="5832779" y="123429"/>
                  </a:lnTo>
                  <a:lnTo>
                    <a:pt x="5784835" y="108237"/>
                  </a:lnTo>
                  <a:lnTo>
                    <a:pt x="5735196" y="94258"/>
                  </a:lnTo>
                  <a:lnTo>
                    <a:pt x="5683841" y="81703"/>
                  </a:lnTo>
                  <a:lnTo>
                    <a:pt x="5629947" y="70495"/>
                  </a:lnTo>
                  <a:lnTo>
                    <a:pt x="5572596" y="60509"/>
                  </a:lnTo>
                  <a:lnTo>
                    <a:pt x="5510853" y="51603"/>
                  </a:lnTo>
                  <a:lnTo>
                    <a:pt x="5443853" y="43643"/>
                  </a:lnTo>
                  <a:lnTo>
                    <a:pt x="5370902" y="36511"/>
                  </a:lnTo>
                  <a:lnTo>
                    <a:pt x="5291621" y="30111"/>
                  </a:lnTo>
                  <a:lnTo>
                    <a:pt x="5206128" y="24376"/>
                  </a:lnTo>
                  <a:lnTo>
                    <a:pt x="5115257" y="19266"/>
                  </a:lnTo>
                  <a:lnTo>
                    <a:pt x="5020768" y="14764"/>
                  </a:lnTo>
                  <a:lnTo>
                    <a:pt x="4925473" y="10875"/>
                  </a:lnTo>
                  <a:lnTo>
                    <a:pt x="4833174" y="7613"/>
                  </a:lnTo>
                  <a:lnTo>
                    <a:pt x="4748299" y="4990"/>
                  </a:lnTo>
                  <a:lnTo>
                    <a:pt x="4675231" y="2998"/>
                  </a:lnTo>
                  <a:lnTo>
                    <a:pt x="4617418" y="1597"/>
                  </a:lnTo>
                  <a:lnTo>
                    <a:pt x="4576547" y="711"/>
                  </a:lnTo>
                  <a:lnTo>
                    <a:pt x="4552045" y="233"/>
                  </a:lnTo>
                  <a:lnTo>
                    <a:pt x="4541025" y="39"/>
                  </a:lnTo>
                  <a:lnTo>
                    <a:pt x="4538543" y="0"/>
                  </a:lnTo>
                  <a:lnTo>
                    <a:pt x="4016409" y="0"/>
                  </a:lnTo>
                  <a:lnTo>
                    <a:pt x="4015173" y="43"/>
                  </a:lnTo>
                  <a:lnTo>
                    <a:pt x="4007088" y="351"/>
                  </a:lnTo>
                  <a:lnTo>
                    <a:pt x="3986855" y="1204"/>
                  </a:lnTo>
                  <a:lnTo>
                    <a:pt x="3951066" y="2878"/>
                  </a:lnTo>
                  <a:lnTo>
                    <a:pt x="3898500" y="5622"/>
                  </a:lnTo>
                  <a:lnTo>
                    <a:pt x="3830195" y="9622"/>
                  </a:lnTo>
                  <a:lnTo>
                    <a:pt x="3749087" y="14987"/>
                  </a:lnTo>
                  <a:lnTo>
                    <a:pt x="3659280" y="21753"/>
                  </a:lnTo>
                  <a:lnTo>
                    <a:pt x="3565178" y="29907"/>
                  </a:lnTo>
                  <a:lnTo>
                    <a:pt x="3470752" y="39414"/>
                  </a:lnTo>
                  <a:lnTo>
                    <a:pt x="3379091" y="50255"/>
                  </a:lnTo>
                  <a:lnTo>
                    <a:pt x="3292254" y="62449"/>
                  </a:lnTo>
                  <a:lnTo>
                    <a:pt x="3211346" y="76063"/>
                  </a:lnTo>
                  <a:lnTo>
                    <a:pt x="3136703" y="91226"/>
                  </a:lnTo>
                  <a:lnTo>
                    <a:pt x="3068104" y="108122"/>
                  </a:lnTo>
                  <a:lnTo>
                    <a:pt x="3004965" y="126992"/>
                  </a:lnTo>
                  <a:lnTo>
                    <a:pt x="2946486" y="148119"/>
                  </a:lnTo>
                  <a:lnTo>
                    <a:pt x="2891770" y="171808"/>
                  </a:lnTo>
                  <a:lnTo>
                    <a:pt x="2839902" y="198354"/>
                  </a:lnTo>
                  <a:lnTo>
                    <a:pt x="2790030" y="227978"/>
                  </a:lnTo>
                  <a:lnTo>
                    <a:pt x="2770117" y="240945"/>
                  </a:lnTo>
                  <a:lnTo>
                    <a:pt x="2724006" y="273404"/>
                  </a:lnTo>
                  <a:lnTo>
                    <a:pt x="2678345" y="308794"/>
                  </a:lnTo>
                  <a:lnTo>
                    <a:pt x="2632745" y="347168"/>
                  </a:lnTo>
                  <a:lnTo>
                    <a:pt x="2586925" y="388504"/>
                  </a:lnTo>
                  <a:lnTo>
                    <a:pt x="2540697" y="432691"/>
                  </a:lnTo>
                  <a:lnTo>
                    <a:pt x="2493956" y="479530"/>
                  </a:lnTo>
                  <a:lnTo>
                    <a:pt x="2446673" y="528726"/>
                  </a:lnTo>
                  <a:lnTo>
                    <a:pt x="2398886" y="579893"/>
                  </a:lnTo>
                  <a:lnTo>
                    <a:pt x="2350685" y="632566"/>
                  </a:lnTo>
                  <a:lnTo>
                    <a:pt x="2302205" y="686214"/>
                  </a:lnTo>
                  <a:lnTo>
                    <a:pt x="2253608" y="740263"/>
                  </a:lnTo>
                  <a:lnTo>
                    <a:pt x="2205067" y="794121"/>
                  </a:lnTo>
                  <a:lnTo>
                    <a:pt x="2156750" y="847204"/>
                  </a:lnTo>
                  <a:lnTo>
                    <a:pt x="2108802" y="898963"/>
                  </a:lnTo>
                  <a:lnTo>
                    <a:pt x="2061333" y="948908"/>
                  </a:lnTo>
                  <a:lnTo>
                    <a:pt x="2014399" y="996624"/>
                  </a:lnTo>
                  <a:lnTo>
                    <a:pt x="1967996" y="1041782"/>
                  </a:lnTo>
                  <a:lnTo>
                    <a:pt x="1922048" y="1084148"/>
                  </a:lnTo>
                  <a:lnTo>
                    <a:pt x="1876397" y="1123582"/>
                  </a:lnTo>
                  <a:lnTo>
                    <a:pt x="1830797" y="1160031"/>
                  </a:lnTo>
                  <a:lnTo>
                    <a:pt x="1784897" y="1193521"/>
                  </a:lnTo>
                  <a:lnTo>
                    <a:pt x="1768425" y="1204729"/>
                  </a:lnTo>
                  <a:lnTo>
                    <a:pt x="1719152" y="1235633"/>
                  </a:lnTo>
                  <a:lnTo>
                    <a:pt x="1668194" y="1263413"/>
                  </a:lnTo>
                  <a:lnTo>
                    <a:pt x="1614746" y="1288233"/>
                  </a:lnTo>
                  <a:lnTo>
                    <a:pt x="1557911" y="1310366"/>
                  </a:lnTo>
                  <a:lnTo>
                    <a:pt x="1496775" y="1330119"/>
                  </a:lnTo>
                  <a:lnTo>
                    <a:pt x="1430485" y="1347788"/>
                  </a:lnTo>
                  <a:lnTo>
                    <a:pt x="1358356" y="1363631"/>
                  </a:lnTo>
                  <a:lnTo>
                    <a:pt x="1279996" y="1377858"/>
                  </a:lnTo>
                  <a:lnTo>
                    <a:pt x="1195489" y="1390618"/>
                  </a:lnTo>
                  <a:lnTo>
                    <a:pt x="1105602" y="1402006"/>
                  </a:lnTo>
                  <a:lnTo>
                    <a:pt x="1011987" y="1412057"/>
                  </a:lnTo>
                  <a:lnTo>
                    <a:pt x="917317" y="1420766"/>
                  </a:lnTo>
                  <a:lnTo>
                    <a:pt x="825239" y="1428101"/>
                  </a:lnTo>
                  <a:lnTo>
                    <a:pt x="740056" y="1434036"/>
                  </a:lnTo>
                  <a:lnTo>
                    <a:pt x="666097" y="1438583"/>
                  </a:lnTo>
                  <a:lnTo>
                    <a:pt x="606874" y="1441820"/>
                  </a:lnTo>
                  <a:lnTo>
                    <a:pt x="564267" y="1443903"/>
                  </a:lnTo>
                  <a:lnTo>
                    <a:pt x="537990" y="1445058"/>
                  </a:lnTo>
                  <a:lnTo>
                    <a:pt x="525497" y="1445554"/>
                  </a:lnTo>
                  <a:lnTo>
                    <a:pt x="522133" y="1445675"/>
                  </a:lnTo>
                  <a:lnTo>
                    <a:pt x="0" y="1445675"/>
                  </a:lnTo>
                  <a:close/>
                </a:path>
              </a:pathLst>
            </a:custGeom>
            <a:solidFill>
              <a:srgbClr val="F28E5B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915" name="pl915"/>
            <p:cNvSpPr/>
            <p:nvPr/>
          </p:nvSpPr>
          <p:spPr>
            <a:xfrm>
              <a:off x="386606" y="2139917"/>
              <a:ext cx="8554953" cy="1445675"/>
            </a:xfrm>
            <a:custGeom>
              <a:avLst/>
              <a:pathLst>
                <a:path w="8554953" h="1445675">
                  <a:moveTo>
                    <a:pt x="0" y="1445675"/>
                  </a:moveTo>
                  <a:lnTo>
                    <a:pt x="522133" y="1445675"/>
                  </a:lnTo>
                  <a:lnTo>
                    <a:pt x="523369" y="1445632"/>
                  </a:lnTo>
                  <a:lnTo>
                    <a:pt x="531454" y="1445324"/>
                  </a:lnTo>
                  <a:lnTo>
                    <a:pt x="551687" y="1444471"/>
                  </a:lnTo>
                  <a:lnTo>
                    <a:pt x="587476" y="1442796"/>
                  </a:lnTo>
                  <a:lnTo>
                    <a:pt x="640043" y="1440053"/>
                  </a:lnTo>
                  <a:lnTo>
                    <a:pt x="708347" y="1436053"/>
                  </a:lnTo>
                  <a:lnTo>
                    <a:pt x="789455" y="1430688"/>
                  </a:lnTo>
                  <a:lnTo>
                    <a:pt x="879262" y="1423921"/>
                  </a:lnTo>
                  <a:lnTo>
                    <a:pt x="973364" y="1415768"/>
                  </a:lnTo>
                  <a:lnTo>
                    <a:pt x="1067790" y="1406261"/>
                  </a:lnTo>
                  <a:lnTo>
                    <a:pt x="1159452" y="1395419"/>
                  </a:lnTo>
                  <a:lnTo>
                    <a:pt x="1246288" y="1383226"/>
                  </a:lnTo>
                  <a:lnTo>
                    <a:pt x="1327196" y="1369612"/>
                  </a:lnTo>
                  <a:lnTo>
                    <a:pt x="1401839" y="1354449"/>
                  </a:lnTo>
                  <a:lnTo>
                    <a:pt x="1470438" y="1337553"/>
                  </a:lnTo>
                  <a:lnTo>
                    <a:pt x="1533577" y="1318682"/>
                  </a:lnTo>
                  <a:lnTo>
                    <a:pt x="1592056" y="1297556"/>
                  </a:lnTo>
                  <a:lnTo>
                    <a:pt x="1646772" y="1273867"/>
                  </a:lnTo>
                  <a:lnTo>
                    <a:pt x="1698640" y="1247320"/>
                  </a:lnTo>
                  <a:lnTo>
                    <a:pt x="1748512" y="1217697"/>
                  </a:lnTo>
                  <a:lnTo>
                    <a:pt x="1768425" y="1204729"/>
                  </a:lnTo>
                  <a:lnTo>
                    <a:pt x="1814536" y="1172271"/>
                  </a:lnTo>
                  <a:lnTo>
                    <a:pt x="1860197" y="1136881"/>
                  </a:lnTo>
                  <a:lnTo>
                    <a:pt x="1905797" y="1098506"/>
                  </a:lnTo>
                  <a:lnTo>
                    <a:pt x="1951617" y="1057171"/>
                  </a:lnTo>
                  <a:lnTo>
                    <a:pt x="1997845" y="1012983"/>
                  </a:lnTo>
                  <a:lnTo>
                    <a:pt x="2044586" y="966144"/>
                  </a:lnTo>
                  <a:lnTo>
                    <a:pt x="2091869" y="916949"/>
                  </a:lnTo>
                  <a:lnTo>
                    <a:pt x="2139657" y="865781"/>
                  </a:lnTo>
                  <a:lnTo>
                    <a:pt x="2187857" y="813109"/>
                  </a:lnTo>
                  <a:lnTo>
                    <a:pt x="2236337" y="759461"/>
                  </a:lnTo>
                  <a:lnTo>
                    <a:pt x="2284934" y="705412"/>
                  </a:lnTo>
                  <a:lnTo>
                    <a:pt x="2333475" y="651554"/>
                  </a:lnTo>
                  <a:lnTo>
                    <a:pt x="2381792" y="598471"/>
                  </a:lnTo>
                  <a:lnTo>
                    <a:pt x="2429740" y="546712"/>
                  </a:lnTo>
                  <a:lnTo>
                    <a:pt x="2477209" y="496767"/>
                  </a:lnTo>
                  <a:lnTo>
                    <a:pt x="2524143" y="449051"/>
                  </a:lnTo>
                  <a:lnTo>
                    <a:pt x="2570546" y="403893"/>
                  </a:lnTo>
                  <a:lnTo>
                    <a:pt x="2616494" y="361527"/>
                  </a:lnTo>
                  <a:lnTo>
                    <a:pt x="2662145" y="322093"/>
                  </a:lnTo>
                  <a:lnTo>
                    <a:pt x="2707746" y="285644"/>
                  </a:lnTo>
                  <a:lnTo>
                    <a:pt x="2753645" y="252154"/>
                  </a:lnTo>
                  <a:lnTo>
                    <a:pt x="2770117" y="240945"/>
                  </a:lnTo>
                  <a:lnTo>
                    <a:pt x="2819390" y="210042"/>
                  </a:lnTo>
                  <a:lnTo>
                    <a:pt x="2870348" y="182262"/>
                  </a:lnTo>
                  <a:lnTo>
                    <a:pt x="2923796" y="157442"/>
                  </a:lnTo>
                  <a:lnTo>
                    <a:pt x="2980631" y="135309"/>
                  </a:lnTo>
                  <a:lnTo>
                    <a:pt x="3041768" y="115555"/>
                  </a:lnTo>
                  <a:lnTo>
                    <a:pt x="3108057" y="97887"/>
                  </a:lnTo>
                  <a:lnTo>
                    <a:pt x="3180187" y="82043"/>
                  </a:lnTo>
                  <a:lnTo>
                    <a:pt x="3258547" y="67817"/>
                  </a:lnTo>
                  <a:lnTo>
                    <a:pt x="3343053" y="55057"/>
                  </a:lnTo>
                  <a:lnTo>
                    <a:pt x="3432941" y="43669"/>
                  </a:lnTo>
                  <a:lnTo>
                    <a:pt x="3526555" y="33618"/>
                  </a:lnTo>
                  <a:lnTo>
                    <a:pt x="3621226" y="24909"/>
                  </a:lnTo>
                  <a:lnTo>
                    <a:pt x="3713303" y="17574"/>
                  </a:lnTo>
                  <a:lnTo>
                    <a:pt x="3798486" y="11639"/>
                  </a:lnTo>
                  <a:lnTo>
                    <a:pt x="3872446" y="7092"/>
                  </a:lnTo>
                  <a:lnTo>
                    <a:pt x="3931669" y="3855"/>
                  </a:lnTo>
                  <a:lnTo>
                    <a:pt x="3974276" y="1772"/>
                  </a:lnTo>
                  <a:lnTo>
                    <a:pt x="4000552" y="617"/>
                  </a:lnTo>
                  <a:lnTo>
                    <a:pt x="4013045" y="121"/>
                  </a:lnTo>
                  <a:lnTo>
                    <a:pt x="4016323" y="2"/>
                  </a:lnTo>
                  <a:lnTo>
                    <a:pt x="4016409" y="0"/>
                  </a:lnTo>
                  <a:lnTo>
                    <a:pt x="4538543" y="0"/>
                  </a:lnTo>
                  <a:lnTo>
                    <a:pt x="4539806" y="19"/>
                  </a:lnTo>
                  <a:lnTo>
                    <a:pt x="4548062" y="161"/>
                  </a:lnTo>
                  <a:lnTo>
                    <a:pt x="4568707" y="553"/>
                  </a:lnTo>
                  <a:lnTo>
                    <a:pt x="4605187" y="1322"/>
                  </a:lnTo>
                  <a:lnTo>
                    <a:pt x="4658688" y="2581"/>
                  </a:lnTo>
                  <a:lnTo>
                    <a:pt x="4728079" y="4415"/>
                  </a:lnTo>
                  <a:lnTo>
                    <a:pt x="4810294" y="6873"/>
                  </a:lnTo>
                  <a:lnTo>
                    <a:pt x="4901107" y="9969"/>
                  </a:lnTo>
                  <a:lnTo>
                    <a:pt x="4996025" y="13697"/>
                  </a:lnTo>
                  <a:lnTo>
                    <a:pt x="5091036" y="18041"/>
                  </a:lnTo>
                  <a:lnTo>
                    <a:pt x="5183054" y="22994"/>
                  </a:lnTo>
                  <a:lnTo>
                    <a:pt x="5270054" y="28564"/>
                  </a:lnTo>
                  <a:lnTo>
                    <a:pt x="5350981" y="34786"/>
                  </a:lnTo>
                  <a:lnTo>
                    <a:pt x="5425551" y="41721"/>
                  </a:lnTo>
                  <a:lnTo>
                    <a:pt x="5494036" y="49456"/>
                  </a:lnTo>
                  <a:lnTo>
                    <a:pt x="5557062" y="58104"/>
                  </a:lnTo>
                  <a:lnTo>
                    <a:pt x="5615462" y="67797"/>
                  </a:lnTo>
                  <a:lnTo>
                    <a:pt x="5670162" y="78675"/>
                  </a:lnTo>
                  <a:lnTo>
                    <a:pt x="5722089" y="90871"/>
                  </a:lnTo>
                  <a:lnTo>
                    <a:pt x="5772103" y="104479"/>
                  </a:lnTo>
                  <a:lnTo>
                    <a:pt x="5784835" y="108237"/>
                  </a:lnTo>
                  <a:lnTo>
                    <a:pt x="5836836" y="124788"/>
                  </a:lnTo>
                  <a:lnTo>
                    <a:pt x="5888331" y="143022"/>
                  </a:lnTo>
                  <a:lnTo>
                    <a:pt x="5939851" y="162964"/>
                  </a:lnTo>
                  <a:lnTo>
                    <a:pt x="5991754" y="184581"/>
                  </a:lnTo>
                  <a:lnTo>
                    <a:pt x="6044256" y="207777"/>
                  </a:lnTo>
                  <a:lnTo>
                    <a:pt x="6097443" y="232386"/>
                  </a:lnTo>
                  <a:lnTo>
                    <a:pt x="6151289" y="258177"/>
                  </a:lnTo>
                  <a:lnTo>
                    <a:pt x="6205674" y="284856"/>
                  </a:lnTo>
                  <a:lnTo>
                    <a:pt x="6260409" y="312084"/>
                  </a:lnTo>
                  <a:lnTo>
                    <a:pt x="6315258" y="339488"/>
                  </a:lnTo>
                  <a:lnTo>
                    <a:pt x="6369973" y="366686"/>
                  </a:lnTo>
                  <a:lnTo>
                    <a:pt x="6424322" y="393308"/>
                  </a:lnTo>
                  <a:lnTo>
                    <a:pt x="6478120" y="419016"/>
                  </a:lnTo>
                  <a:lnTo>
                    <a:pt x="6531252" y="443522"/>
                  </a:lnTo>
                  <a:lnTo>
                    <a:pt x="6583703" y="466598"/>
                  </a:lnTo>
                  <a:lnTo>
                    <a:pt x="6635566" y="488087"/>
                  </a:lnTo>
                  <a:lnTo>
                    <a:pt x="6687069" y="507895"/>
                  </a:lnTo>
                  <a:lnTo>
                    <a:pt x="6738583" y="525995"/>
                  </a:lnTo>
                  <a:lnTo>
                    <a:pt x="6786527" y="541187"/>
                  </a:lnTo>
                  <a:lnTo>
                    <a:pt x="6836166" y="555166"/>
                  </a:lnTo>
                  <a:lnTo>
                    <a:pt x="6887521" y="567721"/>
                  </a:lnTo>
                  <a:lnTo>
                    <a:pt x="6941415" y="578929"/>
                  </a:lnTo>
                  <a:lnTo>
                    <a:pt x="6998766" y="588915"/>
                  </a:lnTo>
                  <a:lnTo>
                    <a:pt x="7060509" y="597821"/>
                  </a:lnTo>
                  <a:lnTo>
                    <a:pt x="7127509" y="605781"/>
                  </a:lnTo>
                  <a:lnTo>
                    <a:pt x="7200460" y="612913"/>
                  </a:lnTo>
                  <a:lnTo>
                    <a:pt x="7279741" y="619313"/>
                  </a:lnTo>
                  <a:lnTo>
                    <a:pt x="7365234" y="625047"/>
                  </a:lnTo>
                  <a:lnTo>
                    <a:pt x="7456105" y="630158"/>
                  </a:lnTo>
                  <a:lnTo>
                    <a:pt x="7550594" y="634660"/>
                  </a:lnTo>
                  <a:lnTo>
                    <a:pt x="7645889" y="638549"/>
                  </a:lnTo>
                  <a:lnTo>
                    <a:pt x="7738188" y="641810"/>
                  </a:lnTo>
                  <a:lnTo>
                    <a:pt x="7823062" y="644433"/>
                  </a:lnTo>
                  <a:lnTo>
                    <a:pt x="7896131" y="646426"/>
                  </a:lnTo>
                  <a:lnTo>
                    <a:pt x="7953944" y="647827"/>
                  </a:lnTo>
                  <a:lnTo>
                    <a:pt x="7994815" y="648713"/>
                  </a:lnTo>
                  <a:lnTo>
                    <a:pt x="8019317" y="649191"/>
                  </a:lnTo>
                  <a:lnTo>
                    <a:pt x="8030337" y="649384"/>
                  </a:lnTo>
                  <a:lnTo>
                    <a:pt x="8032796" y="649424"/>
                  </a:lnTo>
                  <a:lnTo>
                    <a:pt x="8032819" y="649424"/>
                  </a:lnTo>
                  <a:lnTo>
                    <a:pt x="8554953" y="649424"/>
                  </a:lnTo>
                  <a:lnTo>
                    <a:pt x="8554953" y="649424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916" name="pl916"/>
            <p:cNvSpPr/>
            <p:nvPr/>
          </p:nvSpPr>
          <p:spPr>
            <a:xfrm>
              <a:off x="386606" y="2134270"/>
              <a:ext cx="8554953" cy="1445675"/>
            </a:xfrm>
            <a:custGeom>
              <a:avLst/>
              <a:pathLst>
                <a:path w="8554953" h="1445675">
                  <a:moveTo>
                    <a:pt x="8554953" y="649424"/>
                  </a:moveTo>
                  <a:lnTo>
                    <a:pt x="8032819" y="649424"/>
                  </a:lnTo>
                  <a:lnTo>
                    <a:pt x="8031556" y="649404"/>
                  </a:lnTo>
                  <a:lnTo>
                    <a:pt x="8023300" y="649263"/>
                  </a:lnTo>
                  <a:lnTo>
                    <a:pt x="8002655" y="648871"/>
                  </a:lnTo>
                  <a:lnTo>
                    <a:pt x="7966175" y="648102"/>
                  </a:lnTo>
                  <a:lnTo>
                    <a:pt x="7912674" y="646843"/>
                  </a:lnTo>
                  <a:lnTo>
                    <a:pt x="7843283" y="645009"/>
                  </a:lnTo>
                  <a:lnTo>
                    <a:pt x="7761068" y="642551"/>
                  </a:lnTo>
                  <a:lnTo>
                    <a:pt x="7670255" y="639454"/>
                  </a:lnTo>
                  <a:lnTo>
                    <a:pt x="7575337" y="635727"/>
                  </a:lnTo>
                  <a:lnTo>
                    <a:pt x="7480326" y="631382"/>
                  </a:lnTo>
                  <a:lnTo>
                    <a:pt x="7388307" y="626430"/>
                  </a:lnTo>
                  <a:lnTo>
                    <a:pt x="7301308" y="620860"/>
                  </a:lnTo>
                  <a:lnTo>
                    <a:pt x="7220381" y="614638"/>
                  </a:lnTo>
                  <a:lnTo>
                    <a:pt x="7145811" y="607703"/>
                  </a:lnTo>
                  <a:lnTo>
                    <a:pt x="7077326" y="599968"/>
                  </a:lnTo>
                  <a:lnTo>
                    <a:pt x="7014300" y="591320"/>
                  </a:lnTo>
                  <a:lnTo>
                    <a:pt x="6955899" y="581627"/>
                  </a:lnTo>
                  <a:lnTo>
                    <a:pt x="6901200" y="570749"/>
                  </a:lnTo>
                  <a:lnTo>
                    <a:pt x="6849272" y="558552"/>
                  </a:lnTo>
                  <a:lnTo>
                    <a:pt x="6799259" y="544945"/>
                  </a:lnTo>
                  <a:lnTo>
                    <a:pt x="6786527" y="541187"/>
                  </a:lnTo>
                  <a:lnTo>
                    <a:pt x="6734526" y="524635"/>
                  </a:lnTo>
                  <a:lnTo>
                    <a:pt x="6683031" y="506401"/>
                  </a:lnTo>
                  <a:lnTo>
                    <a:pt x="6631511" y="486459"/>
                  </a:lnTo>
                  <a:lnTo>
                    <a:pt x="6579608" y="464842"/>
                  </a:lnTo>
                  <a:lnTo>
                    <a:pt x="6527106" y="441647"/>
                  </a:lnTo>
                  <a:lnTo>
                    <a:pt x="6473919" y="417038"/>
                  </a:lnTo>
                  <a:lnTo>
                    <a:pt x="6420073" y="391247"/>
                  </a:lnTo>
                  <a:lnTo>
                    <a:pt x="6365688" y="364567"/>
                  </a:lnTo>
                  <a:lnTo>
                    <a:pt x="6310953" y="337339"/>
                  </a:lnTo>
                  <a:lnTo>
                    <a:pt x="6256104" y="309935"/>
                  </a:lnTo>
                  <a:lnTo>
                    <a:pt x="6201389" y="282737"/>
                  </a:lnTo>
                  <a:lnTo>
                    <a:pt x="6147040" y="256115"/>
                  </a:lnTo>
                  <a:lnTo>
                    <a:pt x="6093242" y="230408"/>
                  </a:lnTo>
                  <a:lnTo>
                    <a:pt x="6040109" y="205902"/>
                  </a:lnTo>
                  <a:lnTo>
                    <a:pt x="5987659" y="182825"/>
                  </a:lnTo>
                  <a:lnTo>
                    <a:pt x="5935796" y="161337"/>
                  </a:lnTo>
                  <a:lnTo>
                    <a:pt x="5884293" y="141529"/>
                  </a:lnTo>
                  <a:lnTo>
                    <a:pt x="5832779" y="123429"/>
                  </a:lnTo>
                  <a:lnTo>
                    <a:pt x="5784835" y="108237"/>
                  </a:lnTo>
                  <a:lnTo>
                    <a:pt x="5735196" y="94258"/>
                  </a:lnTo>
                  <a:lnTo>
                    <a:pt x="5683841" y="81703"/>
                  </a:lnTo>
                  <a:lnTo>
                    <a:pt x="5629947" y="70495"/>
                  </a:lnTo>
                  <a:lnTo>
                    <a:pt x="5572596" y="60509"/>
                  </a:lnTo>
                  <a:lnTo>
                    <a:pt x="5510853" y="51603"/>
                  </a:lnTo>
                  <a:lnTo>
                    <a:pt x="5443853" y="43643"/>
                  </a:lnTo>
                  <a:lnTo>
                    <a:pt x="5370902" y="36511"/>
                  </a:lnTo>
                  <a:lnTo>
                    <a:pt x="5291621" y="30111"/>
                  </a:lnTo>
                  <a:lnTo>
                    <a:pt x="5206128" y="24376"/>
                  </a:lnTo>
                  <a:lnTo>
                    <a:pt x="5115257" y="19266"/>
                  </a:lnTo>
                  <a:lnTo>
                    <a:pt x="5020768" y="14764"/>
                  </a:lnTo>
                  <a:lnTo>
                    <a:pt x="4925473" y="10875"/>
                  </a:lnTo>
                  <a:lnTo>
                    <a:pt x="4833174" y="7613"/>
                  </a:lnTo>
                  <a:lnTo>
                    <a:pt x="4748299" y="4990"/>
                  </a:lnTo>
                  <a:lnTo>
                    <a:pt x="4675231" y="2998"/>
                  </a:lnTo>
                  <a:lnTo>
                    <a:pt x="4617418" y="1597"/>
                  </a:lnTo>
                  <a:lnTo>
                    <a:pt x="4576547" y="711"/>
                  </a:lnTo>
                  <a:lnTo>
                    <a:pt x="4552045" y="233"/>
                  </a:lnTo>
                  <a:lnTo>
                    <a:pt x="4541025" y="39"/>
                  </a:lnTo>
                  <a:lnTo>
                    <a:pt x="4538566" y="0"/>
                  </a:lnTo>
                  <a:lnTo>
                    <a:pt x="4538543" y="0"/>
                  </a:lnTo>
                  <a:lnTo>
                    <a:pt x="4016409" y="0"/>
                  </a:lnTo>
                  <a:lnTo>
                    <a:pt x="4015173" y="43"/>
                  </a:lnTo>
                  <a:lnTo>
                    <a:pt x="4007088" y="351"/>
                  </a:lnTo>
                  <a:lnTo>
                    <a:pt x="3986855" y="1204"/>
                  </a:lnTo>
                  <a:lnTo>
                    <a:pt x="3951066" y="2878"/>
                  </a:lnTo>
                  <a:lnTo>
                    <a:pt x="3898500" y="5622"/>
                  </a:lnTo>
                  <a:lnTo>
                    <a:pt x="3830195" y="9622"/>
                  </a:lnTo>
                  <a:lnTo>
                    <a:pt x="3749087" y="14987"/>
                  </a:lnTo>
                  <a:lnTo>
                    <a:pt x="3659280" y="21753"/>
                  </a:lnTo>
                  <a:lnTo>
                    <a:pt x="3565178" y="29907"/>
                  </a:lnTo>
                  <a:lnTo>
                    <a:pt x="3470752" y="39414"/>
                  </a:lnTo>
                  <a:lnTo>
                    <a:pt x="3379091" y="50255"/>
                  </a:lnTo>
                  <a:lnTo>
                    <a:pt x="3292254" y="62449"/>
                  </a:lnTo>
                  <a:lnTo>
                    <a:pt x="3211346" y="76063"/>
                  </a:lnTo>
                  <a:lnTo>
                    <a:pt x="3136703" y="91226"/>
                  </a:lnTo>
                  <a:lnTo>
                    <a:pt x="3068104" y="108122"/>
                  </a:lnTo>
                  <a:lnTo>
                    <a:pt x="3004965" y="126992"/>
                  </a:lnTo>
                  <a:lnTo>
                    <a:pt x="2946486" y="148119"/>
                  </a:lnTo>
                  <a:lnTo>
                    <a:pt x="2891770" y="171808"/>
                  </a:lnTo>
                  <a:lnTo>
                    <a:pt x="2839902" y="198354"/>
                  </a:lnTo>
                  <a:lnTo>
                    <a:pt x="2790030" y="227978"/>
                  </a:lnTo>
                  <a:lnTo>
                    <a:pt x="2770117" y="240945"/>
                  </a:lnTo>
                  <a:lnTo>
                    <a:pt x="2724006" y="273404"/>
                  </a:lnTo>
                  <a:lnTo>
                    <a:pt x="2678345" y="308794"/>
                  </a:lnTo>
                  <a:lnTo>
                    <a:pt x="2632745" y="347168"/>
                  </a:lnTo>
                  <a:lnTo>
                    <a:pt x="2586925" y="388504"/>
                  </a:lnTo>
                  <a:lnTo>
                    <a:pt x="2540697" y="432691"/>
                  </a:lnTo>
                  <a:lnTo>
                    <a:pt x="2493956" y="479530"/>
                  </a:lnTo>
                  <a:lnTo>
                    <a:pt x="2446673" y="528726"/>
                  </a:lnTo>
                  <a:lnTo>
                    <a:pt x="2398886" y="579893"/>
                  </a:lnTo>
                  <a:lnTo>
                    <a:pt x="2350685" y="632566"/>
                  </a:lnTo>
                  <a:lnTo>
                    <a:pt x="2302205" y="686214"/>
                  </a:lnTo>
                  <a:lnTo>
                    <a:pt x="2253608" y="740263"/>
                  </a:lnTo>
                  <a:lnTo>
                    <a:pt x="2205067" y="794121"/>
                  </a:lnTo>
                  <a:lnTo>
                    <a:pt x="2156750" y="847204"/>
                  </a:lnTo>
                  <a:lnTo>
                    <a:pt x="2108802" y="898963"/>
                  </a:lnTo>
                  <a:lnTo>
                    <a:pt x="2061333" y="948908"/>
                  </a:lnTo>
                  <a:lnTo>
                    <a:pt x="2014399" y="996624"/>
                  </a:lnTo>
                  <a:lnTo>
                    <a:pt x="1967996" y="1041782"/>
                  </a:lnTo>
                  <a:lnTo>
                    <a:pt x="1922048" y="1084148"/>
                  </a:lnTo>
                  <a:lnTo>
                    <a:pt x="1876397" y="1123582"/>
                  </a:lnTo>
                  <a:lnTo>
                    <a:pt x="1830797" y="1160031"/>
                  </a:lnTo>
                  <a:lnTo>
                    <a:pt x="1784897" y="1193521"/>
                  </a:lnTo>
                  <a:lnTo>
                    <a:pt x="1768425" y="1204729"/>
                  </a:lnTo>
                  <a:lnTo>
                    <a:pt x="1719152" y="1235633"/>
                  </a:lnTo>
                  <a:lnTo>
                    <a:pt x="1668194" y="1263413"/>
                  </a:lnTo>
                  <a:lnTo>
                    <a:pt x="1614746" y="1288233"/>
                  </a:lnTo>
                  <a:lnTo>
                    <a:pt x="1557911" y="1310366"/>
                  </a:lnTo>
                  <a:lnTo>
                    <a:pt x="1496775" y="1330119"/>
                  </a:lnTo>
                  <a:lnTo>
                    <a:pt x="1430485" y="1347788"/>
                  </a:lnTo>
                  <a:lnTo>
                    <a:pt x="1358356" y="1363631"/>
                  </a:lnTo>
                  <a:lnTo>
                    <a:pt x="1279996" y="1377858"/>
                  </a:lnTo>
                  <a:lnTo>
                    <a:pt x="1195489" y="1390618"/>
                  </a:lnTo>
                  <a:lnTo>
                    <a:pt x="1105602" y="1402006"/>
                  </a:lnTo>
                  <a:lnTo>
                    <a:pt x="1011987" y="1412057"/>
                  </a:lnTo>
                  <a:lnTo>
                    <a:pt x="917317" y="1420766"/>
                  </a:lnTo>
                  <a:lnTo>
                    <a:pt x="825239" y="1428101"/>
                  </a:lnTo>
                  <a:lnTo>
                    <a:pt x="740056" y="1434036"/>
                  </a:lnTo>
                  <a:lnTo>
                    <a:pt x="666097" y="1438583"/>
                  </a:lnTo>
                  <a:lnTo>
                    <a:pt x="606874" y="1441820"/>
                  </a:lnTo>
                  <a:lnTo>
                    <a:pt x="564267" y="1443903"/>
                  </a:lnTo>
                  <a:lnTo>
                    <a:pt x="537990" y="1445058"/>
                  </a:lnTo>
                  <a:lnTo>
                    <a:pt x="525497" y="1445554"/>
                  </a:lnTo>
                  <a:lnTo>
                    <a:pt x="522219" y="1445672"/>
                  </a:lnTo>
                  <a:lnTo>
                    <a:pt x="522133" y="1445675"/>
                  </a:lnTo>
                  <a:lnTo>
                    <a:pt x="0" y="1445675"/>
                  </a:lnTo>
                  <a:lnTo>
                    <a:pt x="0" y="1445675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917" name="pg917"/>
            <p:cNvSpPr/>
            <p:nvPr/>
          </p:nvSpPr>
          <p:spPr>
            <a:xfrm>
              <a:off x="386606" y="2151211"/>
              <a:ext cx="8554953" cy="1440028"/>
            </a:xfrm>
            <a:custGeom>
              <a:avLst/>
              <a:pathLst>
                <a:path w="8554953" h="1440028">
                  <a:moveTo>
                    <a:pt x="0" y="1440028"/>
                  </a:moveTo>
                  <a:lnTo>
                    <a:pt x="522133" y="1440028"/>
                  </a:lnTo>
                  <a:lnTo>
                    <a:pt x="523370" y="1439985"/>
                  </a:lnTo>
                  <a:lnTo>
                    <a:pt x="531458" y="1439679"/>
                  </a:lnTo>
                  <a:lnTo>
                    <a:pt x="551698" y="1438833"/>
                  </a:lnTo>
                  <a:lnTo>
                    <a:pt x="587501" y="1437171"/>
                  </a:lnTo>
                  <a:lnTo>
                    <a:pt x="640085" y="1434447"/>
                  </a:lnTo>
                  <a:lnTo>
                    <a:pt x="708411" y="1430477"/>
                  </a:lnTo>
                  <a:lnTo>
                    <a:pt x="789539" y="1425152"/>
                  </a:lnTo>
                  <a:lnTo>
                    <a:pt x="879366" y="1418436"/>
                  </a:lnTo>
                  <a:lnTo>
                    <a:pt x="973484" y="1410344"/>
                  </a:lnTo>
                  <a:lnTo>
                    <a:pt x="1067921" y="1400908"/>
                  </a:lnTo>
                  <a:lnTo>
                    <a:pt x="1159590" y="1390147"/>
                  </a:lnTo>
                  <a:lnTo>
                    <a:pt x="1246430" y="1378045"/>
                  </a:lnTo>
                  <a:lnTo>
                    <a:pt x="1327338" y="1364533"/>
                  </a:lnTo>
                  <a:lnTo>
                    <a:pt x="1401979" y="1349484"/>
                  </a:lnTo>
                  <a:lnTo>
                    <a:pt x="1470576" y="1332713"/>
                  </a:lnTo>
                  <a:lnTo>
                    <a:pt x="1533713" y="1313983"/>
                  </a:lnTo>
                  <a:lnTo>
                    <a:pt x="1592190" y="1293013"/>
                  </a:lnTo>
                  <a:lnTo>
                    <a:pt x="1646906" y="1269499"/>
                  </a:lnTo>
                  <a:lnTo>
                    <a:pt x="1698775" y="1243149"/>
                  </a:lnTo>
                  <a:lnTo>
                    <a:pt x="1748650" y="1213744"/>
                  </a:lnTo>
                  <a:lnTo>
                    <a:pt x="1768425" y="1200965"/>
                  </a:lnTo>
                  <a:lnTo>
                    <a:pt x="1814622" y="1168696"/>
                  </a:lnTo>
                  <a:lnTo>
                    <a:pt x="1860368" y="1133509"/>
                  </a:lnTo>
                  <a:lnTo>
                    <a:pt x="1906054" y="1095348"/>
                  </a:lnTo>
                  <a:lnTo>
                    <a:pt x="1951963" y="1054240"/>
                  </a:lnTo>
                  <a:lnTo>
                    <a:pt x="1998282" y="1010292"/>
                  </a:lnTo>
                  <a:lnTo>
                    <a:pt x="2045116" y="963706"/>
                  </a:lnTo>
                  <a:lnTo>
                    <a:pt x="2092494" y="914776"/>
                  </a:lnTo>
                  <a:lnTo>
                    <a:pt x="2140378" y="863889"/>
                  </a:lnTo>
                  <a:lnTo>
                    <a:pt x="2188675" y="811510"/>
                  </a:lnTo>
                  <a:lnTo>
                    <a:pt x="2237250" y="758169"/>
                  </a:lnTo>
                  <a:lnTo>
                    <a:pt x="2285939" y="704439"/>
                  </a:lnTo>
                  <a:lnTo>
                    <a:pt x="2334568" y="650913"/>
                  </a:lnTo>
                  <a:lnTo>
                    <a:pt x="2382969" y="598170"/>
                  </a:lnTo>
                  <a:lnTo>
                    <a:pt x="2430995" y="546759"/>
                  </a:lnTo>
                  <a:lnTo>
                    <a:pt x="2478540" y="497166"/>
                  </a:lnTo>
                  <a:lnTo>
                    <a:pt x="2525546" y="449805"/>
                  </a:lnTo>
                  <a:lnTo>
                    <a:pt x="2572020" y="404998"/>
                  </a:lnTo>
                  <a:lnTo>
                    <a:pt x="2618042" y="362978"/>
                  </a:lnTo>
                  <a:lnTo>
                    <a:pt x="2663772" y="323881"/>
                  </a:lnTo>
                  <a:lnTo>
                    <a:pt x="2709463" y="287758"/>
                  </a:lnTo>
                  <a:lnTo>
                    <a:pt x="2755468" y="254579"/>
                  </a:lnTo>
                  <a:lnTo>
                    <a:pt x="2770117" y="244710"/>
                  </a:lnTo>
                  <a:lnTo>
                    <a:pt x="2819397" y="214044"/>
                  </a:lnTo>
                  <a:lnTo>
                    <a:pt x="2870363" y="186478"/>
                  </a:lnTo>
                  <a:lnTo>
                    <a:pt x="2923819" y="161849"/>
                  </a:lnTo>
                  <a:lnTo>
                    <a:pt x="2980664" y="139887"/>
                  </a:lnTo>
                  <a:lnTo>
                    <a:pt x="3041812" y="120287"/>
                  </a:lnTo>
                  <a:lnTo>
                    <a:pt x="3108115" y="102755"/>
                  </a:lnTo>
                  <a:lnTo>
                    <a:pt x="3180260" y="87035"/>
                  </a:lnTo>
                  <a:lnTo>
                    <a:pt x="3258638" y="72919"/>
                  </a:lnTo>
                  <a:lnTo>
                    <a:pt x="3343163" y="60258"/>
                  </a:lnTo>
                  <a:lnTo>
                    <a:pt x="3433070" y="48960"/>
                  </a:lnTo>
                  <a:lnTo>
                    <a:pt x="3526702" y="38988"/>
                  </a:lnTo>
                  <a:lnTo>
                    <a:pt x="3621384" y="30348"/>
                  </a:lnTo>
                  <a:lnTo>
                    <a:pt x="3713466" y="23072"/>
                  </a:lnTo>
                  <a:lnTo>
                    <a:pt x="3798644" y="17185"/>
                  </a:lnTo>
                  <a:lnTo>
                    <a:pt x="3872587" y="12676"/>
                  </a:lnTo>
                  <a:lnTo>
                    <a:pt x="3931783" y="9466"/>
                  </a:lnTo>
                  <a:lnTo>
                    <a:pt x="3974357" y="7401"/>
                  </a:lnTo>
                  <a:lnTo>
                    <a:pt x="4000599" y="6257"/>
                  </a:lnTo>
                  <a:lnTo>
                    <a:pt x="4013064" y="5766"/>
                  </a:lnTo>
                  <a:lnTo>
                    <a:pt x="4016409" y="5647"/>
                  </a:lnTo>
                  <a:lnTo>
                    <a:pt x="4538543" y="5647"/>
                  </a:lnTo>
                  <a:lnTo>
                    <a:pt x="4539790" y="5682"/>
                  </a:lnTo>
                  <a:lnTo>
                    <a:pt x="4547947" y="5935"/>
                  </a:lnTo>
                  <a:lnTo>
                    <a:pt x="4568353" y="6634"/>
                  </a:lnTo>
                  <a:lnTo>
                    <a:pt x="4604433" y="8008"/>
                  </a:lnTo>
                  <a:lnTo>
                    <a:pt x="4657392" y="10257"/>
                  </a:lnTo>
                  <a:lnTo>
                    <a:pt x="4726153" y="13535"/>
                  </a:lnTo>
                  <a:lnTo>
                    <a:pt x="4807728" y="17931"/>
                  </a:lnTo>
                  <a:lnTo>
                    <a:pt x="4897960" y="23472"/>
                  </a:lnTo>
                  <a:lnTo>
                    <a:pt x="4992408" y="30146"/>
                  </a:lnTo>
                  <a:lnTo>
                    <a:pt x="5087082" y="37926"/>
                  </a:lnTo>
                  <a:lnTo>
                    <a:pt x="5178896" y="46798"/>
                  </a:lnTo>
                  <a:lnTo>
                    <a:pt x="5265803" y="56775"/>
                  </a:lnTo>
                  <a:lnTo>
                    <a:pt x="5346720" y="67917"/>
                  </a:lnTo>
                  <a:lnTo>
                    <a:pt x="5421333" y="80330"/>
                  </a:lnTo>
                  <a:lnTo>
                    <a:pt x="5489884" y="94169"/>
                  </a:lnTo>
                  <a:lnTo>
                    <a:pt x="5552976" y="109631"/>
                  </a:lnTo>
                  <a:lnTo>
                    <a:pt x="5611420" y="126949"/>
                  </a:lnTo>
                  <a:lnTo>
                    <a:pt x="5666128" y="146376"/>
                  </a:lnTo>
                  <a:lnTo>
                    <a:pt x="5718020" y="168151"/>
                  </a:lnTo>
                  <a:lnTo>
                    <a:pt x="5767950" y="192448"/>
                  </a:lnTo>
                  <a:lnTo>
                    <a:pt x="5784835" y="201415"/>
                  </a:lnTo>
                  <a:lnTo>
                    <a:pt x="5833035" y="229047"/>
                  </a:lnTo>
                  <a:lnTo>
                    <a:pt x="5880763" y="259285"/>
                  </a:lnTo>
                  <a:lnTo>
                    <a:pt x="5928457" y="292175"/>
                  </a:lnTo>
                  <a:lnTo>
                    <a:pt x="5976425" y="327686"/>
                  </a:lnTo>
                  <a:lnTo>
                    <a:pt x="6024865" y="365704"/>
                  </a:lnTo>
                  <a:lnTo>
                    <a:pt x="6073880" y="406024"/>
                  </a:lnTo>
                  <a:lnTo>
                    <a:pt x="6123482" y="448351"/>
                  </a:lnTo>
                  <a:lnTo>
                    <a:pt x="6173609" y="492304"/>
                  </a:lnTo>
                  <a:lnTo>
                    <a:pt x="6224139" y="537427"/>
                  </a:lnTo>
                  <a:lnTo>
                    <a:pt x="6274904" y="583211"/>
                  </a:lnTo>
                  <a:lnTo>
                    <a:pt x="6325711" y="629111"/>
                  </a:lnTo>
                  <a:lnTo>
                    <a:pt x="6376363" y="674579"/>
                  </a:lnTo>
                  <a:lnTo>
                    <a:pt x="6426680" y="719088"/>
                  </a:lnTo>
                  <a:lnTo>
                    <a:pt x="6476516" y="762155"/>
                  </a:lnTo>
                  <a:lnTo>
                    <a:pt x="6525783" y="803368"/>
                  </a:lnTo>
                  <a:lnTo>
                    <a:pt x="6574460" y="842392"/>
                  </a:lnTo>
                  <a:lnTo>
                    <a:pt x="6622610" y="878985"/>
                  </a:lnTo>
                  <a:lnTo>
                    <a:pt x="6670388" y="912995"/>
                  </a:lnTo>
                  <a:lnTo>
                    <a:pt x="6718057" y="944357"/>
                  </a:lnTo>
                  <a:lnTo>
                    <a:pt x="6765995" y="973084"/>
                  </a:lnTo>
                  <a:lnTo>
                    <a:pt x="6786527" y="984490"/>
                  </a:lnTo>
                  <a:lnTo>
                    <a:pt x="6835954" y="1009672"/>
                  </a:lnTo>
                  <a:lnTo>
                    <a:pt x="6887080" y="1032302"/>
                  </a:lnTo>
                  <a:lnTo>
                    <a:pt x="6940715" y="1052512"/>
                  </a:lnTo>
                  <a:lnTo>
                    <a:pt x="6997767" y="1070529"/>
                  </a:lnTo>
                  <a:lnTo>
                    <a:pt x="7059159" y="1086603"/>
                  </a:lnTo>
                  <a:lnTo>
                    <a:pt x="7125747" y="1100976"/>
                  </a:lnTo>
                  <a:lnTo>
                    <a:pt x="7198222" y="1113861"/>
                  </a:lnTo>
                  <a:lnTo>
                    <a:pt x="7276970" y="1125426"/>
                  </a:lnTo>
                  <a:lnTo>
                    <a:pt x="7361891" y="1135796"/>
                  </a:lnTo>
                  <a:lnTo>
                    <a:pt x="7452194" y="1145045"/>
                  </a:lnTo>
                  <a:lnTo>
                    <a:pt x="7546179" y="1153202"/>
                  </a:lnTo>
                  <a:lnTo>
                    <a:pt x="7641115" y="1160260"/>
                  </a:lnTo>
                  <a:lnTo>
                    <a:pt x="7733292" y="1166194"/>
                  </a:lnTo>
                  <a:lnTo>
                    <a:pt x="7818351" y="1170984"/>
                  </a:lnTo>
                  <a:lnTo>
                    <a:pt x="7891943" y="1174640"/>
                  </a:lnTo>
                  <a:lnTo>
                    <a:pt x="7950578" y="1177230"/>
                  </a:lnTo>
                  <a:lnTo>
                    <a:pt x="7992456" y="1178885"/>
                  </a:lnTo>
                  <a:lnTo>
                    <a:pt x="8017983" y="1179791"/>
                  </a:lnTo>
                  <a:lnTo>
                    <a:pt x="8029848" y="1180172"/>
                  </a:lnTo>
                  <a:lnTo>
                    <a:pt x="8032819" y="1180258"/>
                  </a:lnTo>
                  <a:lnTo>
                    <a:pt x="8554953" y="1180258"/>
                  </a:lnTo>
                  <a:lnTo>
                    <a:pt x="8554953" y="1174611"/>
                  </a:lnTo>
                  <a:lnTo>
                    <a:pt x="8032819" y="1174611"/>
                  </a:lnTo>
                  <a:lnTo>
                    <a:pt x="8031572" y="1174576"/>
                  </a:lnTo>
                  <a:lnTo>
                    <a:pt x="8023415" y="1174323"/>
                  </a:lnTo>
                  <a:lnTo>
                    <a:pt x="8003009" y="1173624"/>
                  </a:lnTo>
                  <a:lnTo>
                    <a:pt x="7966929" y="1172250"/>
                  </a:lnTo>
                  <a:lnTo>
                    <a:pt x="7913970" y="1170001"/>
                  </a:lnTo>
                  <a:lnTo>
                    <a:pt x="7845208" y="1166722"/>
                  </a:lnTo>
                  <a:lnTo>
                    <a:pt x="7763634" y="1162327"/>
                  </a:lnTo>
                  <a:lnTo>
                    <a:pt x="7673402" y="1156786"/>
                  </a:lnTo>
                  <a:lnTo>
                    <a:pt x="7578954" y="1150112"/>
                  </a:lnTo>
                  <a:lnTo>
                    <a:pt x="7484280" y="1142331"/>
                  </a:lnTo>
                  <a:lnTo>
                    <a:pt x="7392466" y="1133460"/>
                  </a:lnTo>
                  <a:lnTo>
                    <a:pt x="7305559" y="1123483"/>
                  </a:lnTo>
                  <a:lnTo>
                    <a:pt x="7224642" y="1112340"/>
                  </a:lnTo>
                  <a:lnTo>
                    <a:pt x="7150029" y="1099927"/>
                  </a:lnTo>
                  <a:lnTo>
                    <a:pt x="7081478" y="1086089"/>
                  </a:lnTo>
                  <a:lnTo>
                    <a:pt x="7018386" y="1070627"/>
                  </a:lnTo>
                  <a:lnTo>
                    <a:pt x="6959941" y="1053309"/>
                  </a:lnTo>
                  <a:lnTo>
                    <a:pt x="6905234" y="1033882"/>
                  </a:lnTo>
                  <a:lnTo>
                    <a:pt x="6853342" y="1012107"/>
                  </a:lnTo>
                  <a:lnTo>
                    <a:pt x="6803411" y="987810"/>
                  </a:lnTo>
                  <a:lnTo>
                    <a:pt x="6786527" y="978842"/>
                  </a:lnTo>
                  <a:lnTo>
                    <a:pt x="6738327" y="951211"/>
                  </a:lnTo>
                  <a:lnTo>
                    <a:pt x="6690598" y="920973"/>
                  </a:lnTo>
                  <a:lnTo>
                    <a:pt x="6642905" y="888083"/>
                  </a:lnTo>
                  <a:lnTo>
                    <a:pt x="6594937" y="852571"/>
                  </a:lnTo>
                  <a:lnTo>
                    <a:pt x="6546497" y="814554"/>
                  </a:lnTo>
                  <a:lnTo>
                    <a:pt x="6497482" y="774234"/>
                  </a:lnTo>
                  <a:lnTo>
                    <a:pt x="6447880" y="731907"/>
                  </a:lnTo>
                  <a:lnTo>
                    <a:pt x="6397752" y="687954"/>
                  </a:lnTo>
                  <a:lnTo>
                    <a:pt x="6347222" y="642831"/>
                  </a:lnTo>
                  <a:lnTo>
                    <a:pt x="6296458" y="597047"/>
                  </a:lnTo>
                  <a:lnTo>
                    <a:pt x="6245651" y="551147"/>
                  </a:lnTo>
                  <a:lnTo>
                    <a:pt x="6194999" y="505678"/>
                  </a:lnTo>
                  <a:lnTo>
                    <a:pt x="6144682" y="461170"/>
                  </a:lnTo>
                  <a:lnTo>
                    <a:pt x="6094846" y="418102"/>
                  </a:lnTo>
                  <a:lnTo>
                    <a:pt x="6045579" y="376890"/>
                  </a:lnTo>
                  <a:lnTo>
                    <a:pt x="5996902" y="337866"/>
                  </a:lnTo>
                  <a:lnTo>
                    <a:pt x="5948752" y="301273"/>
                  </a:lnTo>
                  <a:lnTo>
                    <a:pt x="5900974" y="267263"/>
                  </a:lnTo>
                  <a:lnTo>
                    <a:pt x="5853305" y="235901"/>
                  </a:lnTo>
                  <a:lnTo>
                    <a:pt x="5805367" y="207174"/>
                  </a:lnTo>
                  <a:lnTo>
                    <a:pt x="5784835" y="195768"/>
                  </a:lnTo>
                  <a:lnTo>
                    <a:pt x="5735408" y="170586"/>
                  </a:lnTo>
                  <a:lnTo>
                    <a:pt x="5684282" y="147956"/>
                  </a:lnTo>
                  <a:lnTo>
                    <a:pt x="5630647" y="127745"/>
                  </a:lnTo>
                  <a:lnTo>
                    <a:pt x="5573595" y="109729"/>
                  </a:lnTo>
                  <a:lnTo>
                    <a:pt x="5512203" y="93655"/>
                  </a:lnTo>
                  <a:lnTo>
                    <a:pt x="5445615" y="79282"/>
                  </a:lnTo>
                  <a:lnTo>
                    <a:pt x="5373140" y="66397"/>
                  </a:lnTo>
                  <a:lnTo>
                    <a:pt x="5294392" y="54832"/>
                  </a:lnTo>
                  <a:lnTo>
                    <a:pt x="5209471" y="44462"/>
                  </a:lnTo>
                  <a:lnTo>
                    <a:pt x="5119168" y="35213"/>
                  </a:lnTo>
                  <a:lnTo>
                    <a:pt x="5025183" y="27056"/>
                  </a:lnTo>
                  <a:lnTo>
                    <a:pt x="4930247" y="19998"/>
                  </a:lnTo>
                  <a:lnTo>
                    <a:pt x="4838070" y="14064"/>
                  </a:lnTo>
                  <a:lnTo>
                    <a:pt x="4753011" y="9274"/>
                  </a:lnTo>
                  <a:lnTo>
                    <a:pt x="4679419" y="5618"/>
                  </a:lnTo>
                  <a:lnTo>
                    <a:pt x="4620784" y="3028"/>
                  </a:lnTo>
                  <a:lnTo>
                    <a:pt x="4578906" y="1373"/>
                  </a:lnTo>
                  <a:lnTo>
                    <a:pt x="4553379" y="467"/>
                  </a:lnTo>
                  <a:lnTo>
                    <a:pt x="4541514" y="86"/>
                  </a:lnTo>
                  <a:lnTo>
                    <a:pt x="4538543" y="0"/>
                  </a:lnTo>
                  <a:lnTo>
                    <a:pt x="4016409" y="0"/>
                  </a:lnTo>
                  <a:lnTo>
                    <a:pt x="4015173" y="42"/>
                  </a:lnTo>
                  <a:lnTo>
                    <a:pt x="4007084" y="348"/>
                  </a:lnTo>
                  <a:lnTo>
                    <a:pt x="3986844" y="1195"/>
                  </a:lnTo>
                  <a:lnTo>
                    <a:pt x="3951041" y="2857"/>
                  </a:lnTo>
                  <a:lnTo>
                    <a:pt x="3898457" y="5581"/>
                  </a:lnTo>
                  <a:lnTo>
                    <a:pt x="3830132" y="9551"/>
                  </a:lnTo>
                  <a:lnTo>
                    <a:pt x="3749003" y="14876"/>
                  </a:lnTo>
                  <a:lnTo>
                    <a:pt x="3659176" y="21592"/>
                  </a:lnTo>
                  <a:lnTo>
                    <a:pt x="3565058" y="29684"/>
                  </a:lnTo>
                  <a:lnTo>
                    <a:pt x="3470621" y="39120"/>
                  </a:lnTo>
                  <a:lnTo>
                    <a:pt x="3378952" y="49880"/>
                  </a:lnTo>
                  <a:lnTo>
                    <a:pt x="3292112" y="61982"/>
                  </a:lnTo>
                  <a:lnTo>
                    <a:pt x="3211204" y="75495"/>
                  </a:lnTo>
                  <a:lnTo>
                    <a:pt x="3136563" y="90544"/>
                  </a:lnTo>
                  <a:lnTo>
                    <a:pt x="3067966" y="107315"/>
                  </a:lnTo>
                  <a:lnTo>
                    <a:pt x="3004829" y="126045"/>
                  </a:lnTo>
                  <a:lnTo>
                    <a:pt x="2946352" y="147015"/>
                  </a:lnTo>
                  <a:lnTo>
                    <a:pt x="2891636" y="170529"/>
                  </a:lnTo>
                  <a:lnTo>
                    <a:pt x="2839767" y="196879"/>
                  </a:lnTo>
                  <a:lnTo>
                    <a:pt x="2789892" y="226283"/>
                  </a:lnTo>
                  <a:lnTo>
                    <a:pt x="2770117" y="239063"/>
                  </a:lnTo>
                  <a:lnTo>
                    <a:pt x="2723920" y="271331"/>
                  </a:lnTo>
                  <a:lnTo>
                    <a:pt x="2678174" y="306519"/>
                  </a:lnTo>
                  <a:lnTo>
                    <a:pt x="2632488" y="344679"/>
                  </a:lnTo>
                  <a:lnTo>
                    <a:pt x="2586580" y="385788"/>
                  </a:lnTo>
                  <a:lnTo>
                    <a:pt x="2540260" y="429736"/>
                  </a:lnTo>
                  <a:lnTo>
                    <a:pt x="2493426" y="476322"/>
                  </a:lnTo>
                  <a:lnTo>
                    <a:pt x="2446048" y="525251"/>
                  </a:lnTo>
                  <a:lnTo>
                    <a:pt x="2398164" y="576139"/>
                  </a:lnTo>
                  <a:lnTo>
                    <a:pt x="2349867" y="628518"/>
                  </a:lnTo>
                  <a:lnTo>
                    <a:pt x="2301292" y="681859"/>
                  </a:lnTo>
                  <a:lnTo>
                    <a:pt x="2252603" y="735588"/>
                  </a:lnTo>
                  <a:lnTo>
                    <a:pt x="2203974" y="789115"/>
                  </a:lnTo>
                  <a:lnTo>
                    <a:pt x="2155573" y="841857"/>
                  </a:lnTo>
                  <a:lnTo>
                    <a:pt x="2107547" y="893269"/>
                  </a:lnTo>
                  <a:lnTo>
                    <a:pt x="2060002" y="942861"/>
                  </a:lnTo>
                  <a:lnTo>
                    <a:pt x="2012996" y="990223"/>
                  </a:lnTo>
                  <a:lnTo>
                    <a:pt x="1966522" y="1035029"/>
                  </a:lnTo>
                  <a:lnTo>
                    <a:pt x="1920500" y="1077050"/>
                  </a:lnTo>
                  <a:lnTo>
                    <a:pt x="1874770" y="1116146"/>
                  </a:lnTo>
                  <a:lnTo>
                    <a:pt x="1829079" y="1152269"/>
                  </a:lnTo>
                  <a:lnTo>
                    <a:pt x="1783074" y="1185449"/>
                  </a:lnTo>
                  <a:lnTo>
                    <a:pt x="1768425" y="1195317"/>
                  </a:lnTo>
                  <a:lnTo>
                    <a:pt x="1719145" y="1225983"/>
                  </a:lnTo>
                  <a:lnTo>
                    <a:pt x="1668179" y="1253550"/>
                  </a:lnTo>
                  <a:lnTo>
                    <a:pt x="1614723" y="1278178"/>
                  </a:lnTo>
                  <a:lnTo>
                    <a:pt x="1557878" y="1300141"/>
                  </a:lnTo>
                  <a:lnTo>
                    <a:pt x="1496730" y="1319741"/>
                  </a:lnTo>
                  <a:lnTo>
                    <a:pt x="1430427" y="1337273"/>
                  </a:lnTo>
                  <a:lnTo>
                    <a:pt x="1358282" y="1352993"/>
                  </a:lnTo>
                  <a:lnTo>
                    <a:pt x="1279904" y="1367108"/>
                  </a:lnTo>
                  <a:lnTo>
                    <a:pt x="1195379" y="1379769"/>
                  </a:lnTo>
                  <a:lnTo>
                    <a:pt x="1105472" y="1391067"/>
                  </a:lnTo>
                  <a:lnTo>
                    <a:pt x="1011841" y="1401040"/>
                  </a:lnTo>
                  <a:lnTo>
                    <a:pt x="917158" y="1409680"/>
                  </a:lnTo>
                  <a:lnTo>
                    <a:pt x="825076" y="1416956"/>
                  </a:lnTo>
                  <a:lnTo>
                    <a:pt x="739899" y="1422842"/>
                  </a:lnTo>
                  <a:lnTo>
                    <a:pt x="665955" y="1427352"/>
                  </a:lnTo>
                  <a:lnTo>
                    <a:pt x="606759" y="1430562"/>
                  </a:lnTo>
                  <a:lnTo>
                    <a:pt x="564185" y="1432627"/>
                  </a:lnTo>
                  <a:lnTo>
                    <a:pt x="537943" y="1433771"/>
                  </a:lnTo>
                  <a:lnTo>
                    <a:pt x="525478" y="1434261"/>
                  </a:lnTo>
                  <a:lnTo>
                    <a:pt x="522133" y="1434381"/>
                  </a:lnTo>
                  <a:lnTo>
                    <a:pt x="0" y="1434381"/>
                  </a:lnTo>
                  <a:close/>
                </a:path>
              </a:pathLst>
            </a:custGeom>
            <a:solidFill>
              <a:srgbClr val="F28E5B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918" name="pl918"/>
            <p:cNvSpPr/>
            <p:nvPr/>
          </p:nvSpPr>
          <p:spPr>
            <a:xfrm>
              <a:off x="386606" y="2156858"/>
              <a:ext cx="8554953" cy="1434381"/>
            </a:xfrm>
            <a:custGeom>
              <a:avLst/>
              <a:pathLst>
                <a:path w="8554953" h="1434381">
                  <a:moveTo>
                    <a:pt x="0" y="1434381"/>
                  </a:moveTo>
                  <a:lnTo>
                    <a:pt x="522133" y="1434381"/>
                  </a:lnTo>
                  <a:lnTo>
                    <a:pt x="523370" y="1434338"/>
                  </a:lnTo>
                  <a:lnTo>
                    <a:pt x="531458" y="1434032"/>
                  </a:lnTo>
                  <a:lnTo>
                    <a:pt x="551698" y="1433186"/>
                  </a:lnTo>
                  <a:lnTo>
                    <a:pt x="587501" y="1431523"/>
                  </a:lnTo>
                  <a:lnTo>
                    <a:pt x="640085" y="1428800"/>
                  </a:lnTo>
                  <a:lnTo>
                    <a:pt x="708411" y="1424830"/>
                  </a:lnTo>
                  <a:lnTo>
                    <a:pt x="789539" y="1419505"/>
                  </a:lnTo>
                  <a:lnTo>
                    <a:pt x="879366" y="1412789"/>
                  </a:lnTo>
                  <a:lnTo>
                    <a:pt x="973484" y="1404697"/>
                  </a:lnTo>
                  <a:lnTo>
                    <a:pt x="1067921" y="1395260"/>
                  </a:lnTo>
                  <a:lnTo>
                    <a:pt x="1159590" y="1384500"/>
                  </a:lnTo>
                  <a:lnTo>
                    <a:pt x="1246430" y="1372398"/>
                  </a:lnTo>
                  <a:lnTo>
                    <a:pt x="1327338" y="1358886"/>
                  </a:lnTo>
                  <a:lnTo>
                    <a:pt x="1401979" y="1343836"/>
                  </a:lnTo>
                  <a:lnTo>
                    <a:pt x="1470576" y="1327066"/>
                  </a:lnTo>
                  <a:lnTo>
                    <a:pt x="1533713" y="1308336"/>
                  </a:lnTo>
                  <a:lnTo>
                    <a:pt x="1592190" y="1287366"/>
                  </a:lnTo>
                  <a:lnTo>
                    <a:pt x="1646906" y="1263852"/>
                  </a:lnTo>
                  <a:lnTo>
                    <a:pt x="1698775" y="1237501"/>
                  </a:lnTo>
                  <a:lnTo>
                    <a:pt x="1748650" y="1208097"/>
                  </a:lnTo>
                  <a:lnTo>
                    <a:pt x="1768425" y="1195317"/>
                  </a:lnTo>
                  <a:lnTo>
                    <a:pt x="1814622" y="1163049"/>
                  </a:lnTo>
                  <a:lnTo>
                    <a:pt x="1860368" y="1127861"/>
                  </a:lnTo>
                  <a:lnTo>
                    <a:pt x="1906054" y="1089701"/>
                  </a:lnTo>
                  <a:lnTo>
                    <a:pt x="1951963" y="1048593"/>
                  </a:lnTo>
                  <a:lnTo>
                    <a:pt x="1998282" y="1004645"/>
                  </a:lnTo>
                  <a:lnTo>
                    <a:pt x="2045116" y="958058"/>
                  </a:lnTo>
                  <a:lnTo>
                    <a:pt x="2092494" y="909129"/>
                  </a:lnTo>
                  <a:lnTo>
                    <a:pt x="2140378" y="858242"/>
                  </a:lnTo>
                  <a:lnTo>
                    <a:pt x="2188675" y="805862"/>
                  </a:lnTo>
                  <a:lnTo>
                    <a:pt x="2237250" y="752521"/>
                  </a:lnTo>
                  <a:lnTo>
                    <a:pt x="2285939" y="698792"/>
                  </a:lnTo>
                  <a:lnTo>
                    <a:pt x="2334568" y="645266"/>
                  </a:lnTo>
                  <a:lnTo>
                    <a:pt x="2382969" y="592523"/>
                  </a:lnTo>
                  <a:lnTo>
                    <a:pt x="2430995" y="541112"/>
                  </a:lnTo>
                  <a:lnTo>
                    <a:pt x="2478540" y="491519"/>
                  </a:lnTo>
                  <a:lnTo>
                    <a:pt x="2525546" y="444157"/>
                  </a:lnTo>
                  <a:lnTo>
                    <a:pt x="2572020" y="399351"/>
                  </a:lnTo>
                  <a:lnTo>
                    <a:pt x="2618042" y="357331"/>
                  </a:lnTo>
                  <a:lnTo>
                    <a:pt x="2663772" y="318234"/>
                  </a:lnTo>
                  <a:lnTo>
                    <a:pt x="2709463" y="282111"/>
                  </a:lnTo>
                  <a:lnTo>
                    <a:pt x="2755468" y="248932"/>
                  </a:lnTo>
                  <a:lnTo>
                    <a:pt x="2770117" y="239063"/>
                  </a:lnTo>
                  <a:lnTo>
                    <a:pt x="2819397" y="208397"/>
                  </a:lnTo>
                  <a:lnTo>
                    <a:pt x="2870363" y="180831"/>
                  </a:lnTo>
                  <a:lnTo>
                    <a:pt x="2923819" y="156202"/>
                  </a:lnTo>
                  <a:lnTo>
                    <a:pt x="2980664" y="134240"/>
                  </a:lnTo>
                  <a:lnTo>
                    <a:pt x="3041812" y="114640"/>
                  </a:lnTo>
                  <a:lnTo>
                    <a:pt x="3108115" y="97108"/>
                  </a:lnTo>
                  <a:lnTo>
                    <a:pt x="3180260" y="81388"/>
                  </a:lnTo>
                  <a:lnTo>
                    <a:pt x="3258638" y="67272"/>
                  </a:lnTo>
                  <a:lnTo>
                    <a:pt x="3343163" y="54611"/>
                  </a:lnTo>
                  <a:lnTo>
                    <a:pt x="3433070" y="43313"/>
                  </a:lnTo>
                  <a:lnTo>
                    <a:pt x="3526702" y="33341"/>
                  </a:lnTo>
                  <a:lnTo>
                    <a:pt x="3621384" y="24701"/>
                  </a:lnTo>
                  <a:lnTo>
                    <a:pt x="3713466" y="17425"/>
                  </a:lnTo>
                  <a:lnTo>
                    <a:pt x="3798644" y="11538"/>
                  </a:lnTo>
                  <a:lnTo>
                    <a:pt x="3872587" y="7028"/>
                  </a:lnTo>
                  <a:lnTo>
                    <a:pt x="3931783" y="3819"/>
                  </a:lnTo>
                  <a:lnTo>
                    <a:pt x="3974357" y="1754"/>
                  </a:lnTo>
                  <a:lnTo>
                    <a:pt x="4000599" y="610"/>
                  </a:lnTo>
                  <a:lnTo>
                    <a:pt x="4013064" y="119"/>
                  </a:lnTo>
                  <a:lnTo>
                    <a:pt x="4016325" y="2"/>
                  </a:lnTo>
                  <a:lnTo>
                    <a:pt x="4016409" y="0"/>
                  </a:lnTo>
                  <a:lnTo>
                    <a:pt x="4538543" y="0"/>
                  </a:lnTo>
                  <a:lnTo>
                    <a:pt x="4539790" y="35"/>
                  </a:lnTo>
                  <a:lnTo>
                    <a:pt x="4547947" y="288"/>
                  </a:lnTo>
                  <a:lnTo>
                    <a:pt x="4568353" y="987"/>
                  </a:lnTo>
                  <a:lnTo>
                    <a:pt x="4604433" y="2360"/>
                  </a:lnTo>
                  <a:lnTo>
                    <a:pt x="4657392" y="4610"/>
                  </a:lnTo>
                  <a:lnTo>
                    <a:pt x="4726153" y="7888"/>
                  </a:lnTo>
                  <a:lnTo>
                    <a:pt x="4807728" y="12284"/>
                  </a:lnTo>
                  <a:lnTo>
                    <a:pt x="4897960" y="17825"/>
                  </a:lnTo>
                  <a:lnTo>
                    <a:pt x="4992408" y="24499"/>
                  </a:lnTo>
                  <a:lnTo>
                    <a:pt x="5087082" y="32279"/>
                  </a:lnTo>
                  <a:lnTo>
                    <a:pt x="5178896" y="41150"/>
                  </a:lnTo>
                  <a:lnTo>
                    <a:pt x="5265803" y="51128"/>
                  </a:lnTo>
                  <a:lnTo>
                    <a:pt x="5346720" y="62270"/>
                  </a:lnTo>
                  <a:lnTo>
                    <a:pt x="5421333" y="74683"/>
                  </a:lnTo>
                  <a:lnTo>
                    <a:pt x="5489884" y="88522"/>
                  </a:lnTo>
                  <a:lnTo>
                    <a:pt x="5552976" y="103983"/>
                  </a:lnTo>
                  <a:lnTo>
                    <a:pt x="5611420" y="121302"/>
                  </a:lnTo>
                  <a:lnTo>
                    <a:pt x="5666128" y="140729"/>
                  </a:lnTo>
                  <a:lnTo>
                    <a:pt x="5718020" y="162503"/>
                  </a:lnTo>
                  <a:lnTo>
                    <a:pt x="5767950" y="186800"/>
                  </a:lnTo>
                  <a:lnTo>
                    <a:pt x="5784835" y="195768"/>
                  </a:lnTo>
                  <a:lnTo>
                    <a:pt x="5833035" y="223400"/>
                  </a:lnTo>
                  <a:lnTo>
                    <a:pt x="5880763" y="253638"/>
                  </a:lnTo>
                  <a:lnTo>
                    <a:pt x="5928457" y="286528"/>
                  </a:lnTo>
                  <a:lnTo>
                    <a:pt x="5976425" y="322039"/>
                  </a:lnTo>
                  <a:lnTo>
                    <a:pt x="6024865" y="360057"/>
                  </a:lnTo>
                  <a:lnTo>
                    <a:pt x="6073880" y="400377"/>
                  </a:lnTo>
                  <a:lnTo>
                    <a:pt x="6123482" y="442704"/>
                  </a:lnTo>
                  <a:lnTo>
                    <a:pt x="6173609" y="486656"/>
                  </a:lnTo>
                  <a:lnTo>
                    <a:pt x="6224139" y="531780"/>
                  </a:lnTo>
                  <a:lnTo>
                    <a:pt x="6274904" y="577563"/>
                  </a:lnTo>
                  <a:lnTo>
                    <a:pt x="6325711" y="623464"/>
                  </a:lnTo>
                  <a:lnTo>
                    <a:pt x="6376363" y="668932"/>
                  </a:lnTo>
                  <a:lnTo>
                    <a:pt x="6426680" y="713441"/>
                  </a:lnTo>
                  <a:lnTo>
                    <a:pt x="6476516" y="756508"/>
                  </a:lnTo>
                  <a:lnTo>
                    <a:pt x="6525783" y="797721"/>
                  </a:lnTo>
                  <a:lnTo>
                    <a:pt x="6574460" y="836745"/>
                  </a:lnTo>
                  <a:lnTo>
                    <a:pt x="6622610" y="873338"/>
                  </a:lnTo>
                  <a:lnTo>
                    <a:pt x="6670388" y="907348"/>
                  </a:lnTo>
                  <a:lnTo>
                    <a:pt x="6718057" y="938710"/>
                  </a:lnTo>
                  <a:lnTo>
                    <a:pt x="6765995" y="967437"/>
                  </a:lnTo>
                  <a:lnTo>
                    <a:pt x="6786527" y="978842"/>
                  </a:lnTo>
                  <a:lnTo>
                    <a:pt x="6835954" y="1004025"/>
                  </a:lnTo>
                  <a:lnTo>
                    <a:pt x="6887080" y="1026655"/>
                  </a:lnTo>
                  <a:lnTo>
                    <a:pt x="6940715" y="1046865"/>
                  </a:lnTo>
                  <a:lnTo>
                    <a:pt x="6997767" y="1064882"/>
                  </a:lnTo>
                  <a:lnTo>
                    <a:pt x="7059159" y="1080956"/>
                  </a:lnTo>
                  <a:lnTo>
                    <a:pt x="7125747" y="1095329"/>
                  </a:lnTo>
                  <a:lnTo>
                    <a:pt x="7198222" y="1108213"/>
                  </a:lnTo>
                  <a:lnTo>
                    <a:pt x="7276970" y="1119779"/>
                  </a:lnTo>
                  <a:lnTo>
                    <a:pt x="7361891" y="1130149"/>
                  </a:lnTo>
                  <a:lnTo>
                    <a:pt x="7452194" y="1139398"/>
                  </a:lnTo>
                  <a:lnTo>
                    <a:pt x="7546179" y="1147555"/>
                  </a:lnTo>
                  <a:lnTo>
                    <a:pt x="7641115" y="1154613"/>
                  </a:lnTo>
                  <a:lnTo>
                    <a:pt x="7733292" y="1160547"/>
                  </a:lnTo>
                  <a:lnTo>
                    <a:pt x="7818351" y="1165337"/>
                  </a:lnTo>
                  <a:lnTo>
                    <a:pt x="7891943" y="1168993"/>
                  </a:lnTo>
                  <a:lnTo>
                    <a:pt x="7950578" y="1171583"/>
                  </a:lnTo>
                  <a:lnTo>
                    <a:pt x="7992456" y="1173237"/>
                  </a:lnTo>
                  <a:lnTo>
                    <a:pt x="8017983" y="1174144"/>
                  </a:lnTo>
                  <a:lnTo>
                    <a:pt x="8029848" y="1174524"/>
                  </a:lnTo>
                  <a:lnTo>
                    <a:pt x="8032766" y="1174610"/>
                  </a:lnTo>
                  <a:lnTo>
                    <a:pt x="8032819" y="1174611"/>
                  </a:lnTo>
                  <a:lnTo>
                    <a:pt x="8554953" y="1174611"/>
                  </a:lnTo>
                  <a:lnTo>
                    <a:pt x="8554953" y="1174611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919" name="pl919"/>
            <p:cNvSpPr/>
            <p:nvPr/>
          </p:nvSpPr>
          <p:spPr>
            <a:xfrm>
              <a:off x="386606" y="2151211"/>
              <a:ext cx="8554953" cy="1434381"/>
            </a:xfrm>
            <a:custGeom>
              <a:avLst/>
              <a:pathLst>
                <a:path w="8554953" h="1434381">
                  <a:moveTo>
                    <a:pt x="8554953" y="1174611"/>
                  </a:moveTo>
                  <a:lnTo>
                    <a:pt x="8032819" y="1174611"/>
                  </a:lnTo>
                  <a:lnTo>
                    <a:pt x="8031572" y="1174576"/>
                  </a:lnTo>
                  <a:lnTo>
                    <a:pt x="8023415" y="1174323"/>
                  </a:lnTo>
                  <a:lnTo>
                    <a:pt x="8003009" y="1173624"/>
                  </a:lnTo>
                  <a:lnTo>
                    <a:pt x="7966929" y="1172250"/>
                  </a:lnTo>
                  <a:lnTo>
                    <a:pt x="7913970" y="1170001"/>
                  </a:lnTo>
                  <a:lnTo>
                    <a:pt x="7845208" y="1166722"/>
                  </a:lnTo>
                  <a:lnTo>
                    <a:pt x="7763634" y="1162327"/>
                  </a:lnTo>
                  <a:lnTo>
                    <a:pt x="7673402" y="1156786"/>
                  </a:lnTo>
                  <a:lnTo>
                    <a:pt x="7578954" y="1150112"/>
                  </a:lnTo>
                  <a:lnTo>
                    <a:pt x="7484280" y="1142331"/>
                  </a:lnTo>
                  <a:lnTo>
                    <a:pt x="7392466" y="1133460"/>
                  </a:lnTo>
                  <a:lnTo>
                    <a:pt x="7305559" y="1123483"/>
                  </a:lnTo>
                  <a:lnTo>
                    <a:pt x="7224642" y="1112340"/>
                  </a:lnTo>
                  <a:lnTo>
                    <a:pt x="7150029" y="1099927"/>
                  </a:lnTo>
                  <a:lnTo>
                    <a:pt x="7081478" y="1086089"/>
                  </a:lnTo>
                  <a:lnTo>
                    <a:pt x="7018386" y="1070627"/>
                  </a:lnTo>
                  <a:lnTo>
                    <a:pt x="6959941" y="1053309"/>
                  </a:lnTo>
                  <a:lnTo>
                    <a:pt x="6905234" y="1033882"/>
                  </a:lnTo>
                  <a:lnTo>
                    <a:pt x="6853342" y="1012107"/>
                  </a:lnTo>
                  <a:lnTo>
                    <a:pt x="6803411" y="987810"/>
                  </a:lnTo>
                  <a:lnTo>
                    <a:pt x="6786527" y="978842"/>
                  </a:lnTo>
                  <a:lnTo>
                    <a:pt x="6738327" y="951211"/>
                  </a:lnTo>
                  <a:lnTo>
                    <a:pt x="6690598" y="920973"/>
                  </a:lnTo>
                  <a:lnTo>
                    <a:pt x="6642905" y="888083"/>
                  </a:lnTo>
                  <a:lnTo>
                    <a:pt x="6594937" y="852571"/>
                  </a:lnTo>
                  <a:lnTo>
                    <a:pt x="6546497" y="814554"/>
                  </a:lnTo>
                  <a:lnTo>
                    <a:pt x="6497482" y="774234"/>
                  </a:lnTo>
                  <a:lnTo>
                    <a:pt x="6447880" y="731907"/>
                  </a:lnTo>
                  <a:lnTo>
                    <a:pt x="6397752" y="687954"/>
                  </a:lnTo>
                  <a:lnTo>
                    <a:pt x="6347222" y="642831"/>
                  </a:lnTo>
                  <a:lnTo>
                    <a:pt x="6296458" y="597047"/>
                  </a:lnTo>
                  <a:lnTo>
                    <a:pt x="6245651" y="551147"/>
                  </a:lnTo>
                  <a:lnTo>
                    <a:pt x="6194999" y="505678"/>
                  </a:lnTo>
                  <a:lnTo>
                    <a:pt x="6144682" y="461170"/>
                  </a:lnTo>
                  <a:lnTo>
                    <a:pt x="6094846" y="418102"/>
                  </a:lnTo>
                  <a:lnTo>
                    <a:pt x="6045579" y="376890"/>
                  </a:lnTo>
                  <a:lnTo>
                    <a:pt x="5996902" y="337866"/>
                  </a:lnTo>
                  <a:lnTo>
                    <a:pt x="5948752" y="301273"/>
                  </a:lnTo>
                  <a:lnTo>
                    <a:pt x="5900974" y="267263"/>
                  </a:lnTo>
                  <a:lnTo>
                    <a:pt x="5853305" y="235901"/>
                  </a:lnTo>
                  <a:lnTo>
                    <a:pt x="5805367" y="207174"/>
                  </a:lnTo>
                  <a:lnTo>
                    <a:pt x="5784835" y="195768"/>
                  </a:lnTo>
                  <a:lnTo>
                    <a:pt x="5735408" y="170586"/>
                  </a:lnTo>
                  <a:lnTo>
                    <a:pt x="5684282" y="147956"/>
                  </a:lnTo>
                  <a:lnTo>
                    <a:pt x="5630647" y="127745"/>
                  </a:lnTo>
                  <a:lnTo>
                    <a:pt x="5573595" y="109729"/>
                  </a:lnTo>
                  <a:lnTo>
                    <a:pt x="5512203" y="93655"/>
                  </a:lnTo>
                  <a:lnTo>
                    <a:pt x="5445615" y="79282"/>
                  </a:lnTo>
                  <a:lnTo>
                    <a:pt x="5373140" y="66397"/>
                  </a:lnTo>
                  <a:lnTo>
                    <a:pt x="5294392" y="54832"/>
                  </a:lnTo>
                  <a:lnTo>
                    <a:pt x="5209471" y="44462"/>
                  </a:lnTo>
                  <a:lnTo>
                    <a:pt x="5119168" y="35213"/>
                  </a:lnTo>
                  <a:lnTo>
                    <a:pt x="5025183" y="27056"/>
                  </a:lnTo>
                  <a:lnTo>
                    <a:pt x="4930247" y="19998"/>
                  </a:lnTo>
                  <a:lnTo>
                    <a:pt x="4838070" y="14064"/>
                  </a:lnTo>
                  <a:lnTo>
                    <a:pt x="4753011" y="9274"/>
                  </a:lnTo>
                  <a:lnTo>
                    <a:pt x="4679419" y="5618"/>
                  </a:lnTo>
                  <a:lnTo>
                    <a:pt x="4620784" y="3028"/>
                  </a:lnTo>
                  <a:lnTo>
                    <a:pt x="4578906" y="1373"/>
                  </a:lnTo>
                  <a:lnTo>
                    <a:pt x="4553379" y="467"/>
                  </a:lnTo>
                  <a:lnTo>
                    <a:pt x="4541514" y="86"/>
                  </a:lnTo>
                  <a:lnTo>
                    <a:pt x="4538596" y="1"/>
                  </a:lnTo>
                  <a:lnTo>
                    <a:pt x="4538543" y="0"/>
                  </a:lnTo>
                  <a:lnTo>
                    <a:pt x="4016409" y="0"/>
                  </a:lnTo>
                  <a:lnTo>
                    <a:pt x="4015173" y="42"/>
                  </a:lnTo>
                  <a:lnTo>
                    <a:pt x="4007084" y="348"/>
                  </a:lnTo>
                  <a:lnTo>
                    <a:pt x="3986844" y="1195"/>
                  </a:lnTo>
                  <a:lnTo>
                    <a:pt x="3951041" y="2857"/>
                  </a:lnTo>
                  <a:lnTo>
                    <a:pt x="3898457" y="5581"/>
                  </a:lnTo>
                  <a:lnTo>
                    <a:pt x="3830132" y="9551"/>
                  </a:lnTo>
                  <a:lnTo>
                    <a:pt x="3749003" y="14876"/>
                  </a:lnTo>
                  <a:lnTo>
                    <a:pt x="3659176" y="21592"/>
                  </a:lnTo>
                  <a:lnTo>
                    <a:pt x="3565058" y="29684"/>
                  </a:lnTo>
                  <a:lnTo>
                    <a:pt x="3470621" y="39120"/>
                  </a:lnTo>
                  <a:lnTo>
                    <a:pt x="3378952" y="49880"/>
                  </a:lnTo>
                  <a:lnTo>
                    <a:pt x="3292112" y="61982"/>
                  </a:lnTo>
                  <a:lnTo>
                    <a:pt x="3211204" y="75495"/>
                  </a:lnTo>
                  <a:lnTo>
                    <a:pt x="3136563" y="90544"/>
                  </a:lnTo>
                  <a:lnTo>
                    <a:pt x="3067966" y="107315"/>
                  </a:lnTo>
                  <a:lnTo>
                    <a:pt x="3004829" y="126045"/>
                  </a:lnTo>
                  <a:lnTo>
                    <a:pt x="2946352" y="147015"/>
                  </a:lnTo>
                  <a:lnTo>
                    <a:pt x="2891636" y="170529"/>
                  </a:lnTo>
                  <a:lnTo>
                    <a:pt x="2839767" y="196879"/>
                  </a:lnTo>
                  <a:lnTo>
                    <a:pt x="2789892" y="226283"/>
                  </a:lnTo>
                  <a:lnTo>
                    <a:pt x="2770117" y="239063"/>
                  </a:lnTo>
                  <a:lnTo>
                    <a:pt x="2723920" y="271331"/>
                  </a:lnTo>
                  <a:lnTo>
                    <a:pt x="2678174" y="306519"/>
                  </a:lnTo>
                  <a:lnTo>
                    <a:pt x="2632488" y="344679"/>
                  </a:lnTo>
                  <a:lnTo>
                    <a:pt x="2586580" y="385788"/>
                  </a:lnTo>
                  <a:lnTo>
                    <a:pt x="2540260" y="429736"/>
                  </a:lnTo>
                  <a:lnTo>
                    <a:pt x="2493426" y="476322"/>
                  </a:lnTo>
                  <a:lnTo>
                    <a:pt x="2446048" y="525251"/>
                  </a:lnTo>
                  <a:lnTo>
                    <a:pt x="2398164" y="576139"/>
                  </a:lnTo>
                  <a:lnTo>
                    <a:pt x="2349867" y="628518"/>
                  </a:lnTo>
                  <a:lnTo>
                    <a:pt x="2301292" y="681859"/>
                  </a:lnTo>
                  <a:lnTo>
                    <a:pt x="2252603" y="735588"/>
                  </a:lnTo>
                  <a:lnTo>
                    <a:pt x="2203974" y="789115"/>
                  </a:lnTo>
                  <a:lnTo>
                    <a:pt x="2155573" y="841857"/>
                  </a:lnTo>
                  <a:lnTo>
                    <a:pt x="2107547" y="893269"/>
                  </a:lnTo>
                  <a:lnTo>
                    <a:pt x="2060002" y="942861"/>
                  </a:lnTo>
                  <a:lnTo>
                    <a:pt x="2012996" y="990223"/>
                  </a:lnTo>
                  <a:lnTo>
                    <a:pt x="1966522" y="1035029"/>
                  </a:lnTo>
                  <a:lnTo>
                    <a:pt x="1920500" y="1077050"/>
                  </a:lnTo>
                  <a:lnTo>
                    <a:pt x="1874770" y="1116146"/>
                  </a:lnTo>
                  <a:lnTo>
                    <a:pt x="1829079" y="1152269"/>
                  </a:lnTo>
                  <a:lnTo>
                    <a:pt x="1783074" y="1185449"/>
                  </a:lnTo>
                  <a:lnTo>
                    <a:pt x="1768425" y="1195317"/>
                  </a:lnTo>
                  <a:lnTo>
                    <a:pt x="1719145" y="1225983"/>
                  </a:lnTo>
                  <a:lnTo>
                    <a:pt x="1668179" y="1253550"/>
                  </a:lnTo>
                  <a:lnTo>
                    <a:pt x="1614723" y="1278178"/>
                  </a:lnTo>
                  <a:lnTo>
                    <a:pt x="1557878" y="1300141"/>
                  </a:lnTo>
                  <a:lnTo>
                    <a:pt x="1496730" y="1319741"/>
                  </a:lnTo>
                  <a:lnTo>
                    <a:pt x="1430427" y="1337273"/>
                  </a:lnTo>
                  <a:lnTo>
                    <a:pt x="1358282" y="1352993"/>
                  </a:lnTo>
                  <a:lnTo>
                    <a:pt x="1279904" y="1367108"/>
                  </a:lnTo>
                  <a:lnTo>
                    <a:pt x="1195379" y="1379769"/>
                  </a:lnTo>
                  <a:lnTo>
                    <a:pt x="1105472" y="1391067"/>
                  </a:lnTo>
                  <a:lnTo>
                    <a:pt x="1011841" y="1401040"/>
                  </a:lnTo>
                  <a:lnTo>
                    <a:pt x="917158" y="1409680"/>
                  </a:lnTo>
                  <a:lnTo>
                    <a:pt x="825076" y="1416956"/>
                  </a:lnTo>
                  <a:lnTo>
                    <a:pt x="739899" y="1422842"/>
                  </a:lnTo>
                  <a:lnTo>
                    <a:pt x="665955" y="1427352"/>
                  </a:lnTo>
                  <a:lnTo>
                    <a:pt x="606759" y="1430562"/>
                  </a:lnTo>
                  <a:lnTo>
                    <a:pt x="564185" y="1432627"/>
                  </a:lnTo>
                  <a:lnTo>
                    <a:pt x="537943" y="1433771"/>
                  </a:lnTo>
                  <a:lnTo>
                    <a:pt x="525478" y="1434261"/>
                  </a:lnTo>
                  <a:lnTo>
                    <a:pt x="522218" y="1434378"/>
                  </a:lnTo>
                  <a:lnTo>
                    <a:pt x="522133" y="1434381"/>
                  </a:lnTo>
                  <a:lnTo>
                    <a:pt x="0" y="1434381"/>
                  </a:lnTo>
                  <a:lnTo>
                    <a:pt x="0" y="1434381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920" name="pg920"/>
            <p:cNvSpPr/>
            <p:nvPr/>
          </p:nvSpPr>
          <p:spPr>
            <a:xfrm>
              <a:off x="386606" y="2173800"/>
              <a:ext cx="8554953" cy="1536030"/>
            </a:xfrm>
            <a:custGeom>
              <a:avLst/>
              <a:pathLst>
                <a:path w="8554953" h="1536030">
                  <a:moveTo>
                    <a:pt x="0" y="1423087"/>
                  </a:moveTo>
                  <a:lnTo>
                    <a:pt x="522133" y="1423087"/>
                  </a:lnTo>
                  <a:lnTo>
                    <a:pt x="523370" y="1423044"/>
                  </a:lnTo>
                  <a:lnTo>
                    <a:pt x="531464" y="1422742"/>
                  </a:lnTo>
                  <a:lnTo>
                    <a:pt x="551716" y="1421905"/>
                  </a:lnTo>
                  <a:lnTo>
                    <a:pt x="587538" y="1420261"/>
                  </a:lnTo>
                  <a:lnTo>
                    <a:pt x="640149" y="1417568"/>
                  </a:lnTo>
                  <a:lnTo>
                    <a:pt x="708505" y="1413642"/>
                  </a:lnTo>
                  <a:lnTo>
                    <a:pt x="789665" y="1408377"/>
                  </a:lnTo>
                  <a:lnTo>
                    <a:pt x="879520" y="1401737"/>
                  </a:lnTo>
                  <a:lnTo>
                    <a:pt x="973662" y="1393737"/>
                  </a:lnTo>
                  <a:lnTo>
                    <a:pt x="1068116" y="1384407"/>
                  </a:lnTo>
                  <a:lnTo>
                    <a:pt x="1159795" y="1373769"/>
                  </a:lnTo>
                  <a:lnTo>
                    <a:pt x="1246640" y="1361804"/>
                  </a:lnTo>
                  <a:lnTo>
                    <a:pt x="1327549" y="1348445"/>
                  </a:lnTo>
                  <a:lnTo>
                    <a:pt x="1402188" y="1333566"/>
                  </a:lnTo>
                  <a:lnTo>
                    <a:pt x="1470782" y="1316984"/>
                  </a:lnTo>
                  <a:lnTo>
                    <a:pt x="1533916" y="1298465"/>
                  </a:lnTo>
                  <a:lnTo>
                    <a:pt x="1592390" y="1277730"/>
                  </a:lnTo>
                  <a:lnTo>
                    <a:pt x="1647106" y="1254479"/>
                  </a:lnTo>
                  <a:lnTo>
                    <a:pt x="1698976" y="1228423"/>
                  </a:lnTo>
                  <a:lnTo>
                    <a:pt x="1748855" y="1199348"/>
                  </a:lnTo>
                  <a:lnTo>
                    <a:pt x="1768425" y="1186847"/>
                  </a:lnTo>
                  <a:lnTo>
                    <a:pt x="1814752" y="1154866"/>
                  </a:lnTo>
                  <a:lnTo>
                    <a:pt x="1860626" y="1119983"/>
                  </a:lnTo>
                  <a:lnTo>
                    <a:pt x="1906441" y="1082147"/>
                  </a:lnTo>
                  <a:lnTo>
                    <a:pt x="1952482" y="1041381"/>
                  </a:lnTo>
                  <a:lnTo>
                    <a:pt x="1998938" y="997795"/>
                  </a:lnTo>
                  <a:lnTo>
                    <a:pt x="2045913" y="951590"/>
                  </a:lnTo>
                  <a:lnTo>
                    <a:pt x="2093435" y="903063"/>
                  </a:lnTo>
                  <a:lnTo>
                    <a:pt x="2141463" y="852599"/>
                  </a:lnTo>
                  <a:lnTo>
                    <a:pt x="2189905" y="800664"/>
                  </a:lnTo>
                  <a:lnTo>
                    <a:pt x="2238622" y="747786"/>
                  </a:lnTo>
                  <a:lnTo>
                    <a:pt x="2287449" y="694540"/>
                  </a:lnTo>
                  <a:lnTo>
                    <a:pt x="2336210" y="641513"/>
                  </a:lnTo>
                  <a:lnTo>
                    <a:pt x="2384736" y="589284"/>
                  </a:lnTo>
                  <a:lnTo>
                    <a:pt x="2432881" y="538397"/>
                  </a:lnTo>
                  <a:lnTo>
                    <a:pt x="2480539" y="489335"/>
                  </a:lnTo>
                  <a:lnTo>
                    <a:pt x="2527653" y="442505"/>
                  </a:lnTo>
                  <a:lnTo>
                    <a:pt x="2574235" y="398227"/>
                  </a:lnTo>
                  <a:lnTo>
                    <a:pt x="2620368" y="356727"/>
                  </a:lnTo>
                  <a:lnTo>
                    <a:pt x="2666218" y="318136"/>
                  </a:lnTo>
                  <a:lnTo>
                    <a:pt x="2712044" y="282501"/>
                  </a:lnTo>
                  <a:lnTo>
                    <a:pt x="2758211" y="249787"/>
                  </a:lnTo>
                  <a:lnTo>
                    <a:pt x="2770117" y="241887"/>
                  </a:lnTo>
                  <a:lnTo>
                    <a:pt x="2819408" y="211577"/>
                  </a:lnTo>
                  <a:lnTo>
                    <a:pt x="2870385" y="184331"/>
                  </a:lnTo>
                  <a:lnTo>
                    <a:pt x="2923854" y="159990"/>
                  </a:lnTo>
                  <a:lnTo>
                    <a:pt x="2980713" y="138285"/>
                  </a:lnTo>
                  <a:lnTo>
                    <a:pt x="3041878" y="118914"/>
                  </a:lnTo>
                  <a:lnTo>
                    <a:pt x="3108202" y="101588"/>
                  </a:lnTo>
                  <a:lnTo>
                    <a:pt x="3180370" y="86052"/>
                  </a:lnTo>
                  <a:lnTo>
                    <a:pt x="3258774" y="72103"/>
                  </a:lnTo>
                  <a:lnTo>
                    <a:pt x="3343327" y="59591"/>
                  </a:lnTo>
                  <a:lnTo>
                    <a:pt x="3433262" y="48427"/>
                  </a:lnTo>
                  <a:lnTo>
                    <a:pt x="3526919" y="38573"/>
                  </a:lnTo>
                  <a:lnTo>
                    <a:pt x="3621619" y="30037"/>
                  </a:lnTo>
                  <a:lnTo>
                    <a:pt x="3713708" y="22849"/>
                  </a:lnTo>
                  <a:lnTo>
                    <a:pt x="3798878" y="17034"/>
                  </a:lnTo>
                  <a:lnTo>
                    <a:pt x="3872796" y="12581"/>
                  </a:lnTo>
                  <a:lnTo>
                    <a:pt x="3931953" y="9412"/>
                  </a:lnTo>
                  <a:lnTo>
                    <a:pt x="3974478" y="7375"/>
                  </a:lnTo>
                  <a:lnTo>
                    <a:pt x="4000669" y="6247"/>
                  </a:lnTo>
                  <a:lnTo>
                    <a:pt x="4013091" y="5764"/>
                  </a:lnTo>
                  <a:lnTo>
                    <a:pt x="4016409" y="5647"/>
                  </a:lnTo>
                  <a:lnTo>
                    <a:pt x="4538543" y="5647"/>
                  </a:lnTo>
                  <a:lnTo>
                    <a:pt x="4539775" y="5692"/>
                  </a:lnTo>
                  <a:lnTo>
                    <a:pt x="4547835" y="6018"/>
                  </a:lnTo>
                  <a:lnTo>
                    <a:pt x="4568007" y="6917"/>
                  </a:lnTo>
                  <a:lnTo>
                    <a:pt x="4603695" y="8684"/>
                  </a:lnTo>
                  <a:lnTo>
                    <a:pt x="4656123" y="11580"/>
                  </a:lnTo>
                  <a:lnTo>
                    <a:pt x="4724268" y="15801"/>
                  </a:lnTo>
                  <a:lnTo>
                    <a:pt x="4805211" y="21464"/>
                  </a:lnTo>
                  <a:lnTo>
                    <a:pt x="4894869" y="28607"/>
                  </a:lnTo>
                  <a:lnTo>
                    <a:pt x="4988849" y="37215"/>
                  </a:lnTo>
                  <a:lnTo>
                    <a:pt x="5083187" y="47254"/>
                  </a:lnTo>
                  <a:lnTo>
                    <a:pt x="5174794" y="58702"/>
                  </a:lnTo>
                  <a:lnTo>
                    <a:pt x="5261606" y="71578"/>
                  </a:lnTo>
                  <a:lnTo>
                    <a:pt x="5342510" y="85953"/>
                  </a:lnTo>
                  <a:lnTo>
                    <a:pt x="5417163" y="101961"/>
                  </a:lnTo>
                  <a:lnTo>
                    <a:pt x="5485778" y="119798"/>
                  </a:lnTo>
                  <a:lnTo>
                    <a:pt x="5548935" y="139715"/>
                  </a:lnTo>
                  <a:lnTo>
                    <a:pt x="5607425" y="162009"/>
                  </a:lnTo>
                  <a:lnTo>
                    <a:pt x="5662145" y="187005"/>
                  </a:lnTo>
                  <a:lnTo>
                    <a:pt x="5714005" y="215013"/>
                  </a:lnTo>
                  <a:lnTo>
                    <a:pt x="5763857" y="246268"/>
                  </a:lnTo>
                  <a:lnTo>
                    <a:pt x="5784835" y="260711"/>
                  </a:lnTo>
                  <a:lnTo>
                    <a:pt x="5830305" y="294569"/>
                  </a:lnTo>
                  <a:lnTo>
                    <a:pt x="5875332" y="331443"/>
                  </a:lnTo>
                  <a:lnTo>
                    <a:pt x="5920290" y="371389"/>
                  </a:lnTo>
                  <a:lnTo>
                    <a:pt x="5965453" y="414384"/>
                  </a:lnTo>
                  <a:lnTo>
                    <a:pt x="6011005" y="460325"/>
                  </a:lnTo>
                  <a:lnTo>
                    <a:pt x="6057051" y="509011"/>
                  </a:lnTo>
                  <a:lnTo>
                    <a:pt x="6103624" y="560153"/>
                  </a:lnTo>
                  <a:lnTo>
                    <a:pt x="6150694" y="613366"/>
                  </a:lnTo>
                  <a:lnTo>
                    <a:pt x="6198179" y="668187"/>
                  </a:lnTo>
                  <a:lnTo>
                    <a:pt x="6245953" y="724083"/>
                  </a:lnTo>
                  <a:lnTo>
                    <a:pt x="6293863" y="780476"/>
                  </a:lnTo>
                  <a:lnTo>
                    <a:pt x="6341746" y="836766"/>
                  </a:lnTo>
                  <a:lnTo>
                    <a:pt x="6389437" y="892358"/>
                  </a:lnTo>
                  <a:lnTo>
                    <a:pt x="6436792" y="946686"/>
                  </a:lnTo>
                  <a:lnTo>
                    <a:pt x="6483699" y="999241"/>
                  </a:lnTo>
                  <a:lnTo>
                    <a:pt x="6530093" y="1049583"/>
                  </a:lnTo>
                  <a:lnTo>
                    <a:pt x="6575963" y="1097360"/>
                  </a:lnTo>
                  <a:lnTo>
                    <a:pt x="6621367" y="1142312"/>
                  </a:lnTo>
                  <a:lnTo>
                    <a:pt x="6666435" y="1184273"/>
                  </a:lnTo>
                  <a:lnTo>
                    <a:pt x="6711381" y="1223169"/>
                  </a:lnTo>
                  <a:lnTo>
                    <a:pt x="6756511" y="1259003"/>
                  </a:lnTo>
                  <a:lnTo>
                    <a:pt x="6786527" y="1280966"/>
                  </a:lnTo>
                  <a:lnTo>
                    <a:pt x="6835746" y="1313647"/>
                  </a:lnTo>
                  <a:lnTo>
                    <a:pt x="6886646" y="1343028"/>
                  </a:lnTo>
                  <a:lnTo>
                    <a:pt x="6940027" y="1369282"/>
                  </a:lnTo>
                  <a:lnTo>
                    <a:pt x="6996786" y="1392697"/>
                  </a:lnTo>
                  <a:lnTo>
                    <a:pt x="7057833" y="1413596"/>
                  </a:lnTo>
                  <a:lnTo>
                    <a:pt x="7124018" y="1432292"/>
                  </a:lnTo>
                  <a:lnTo>
                    <a:pt x="7196026" y="1449058"/>
                  </a:lnTo>
                  <a:lnTo>
                    <a:pt x="7274250" y="1464115"/>
                  </a:lnTo>
                  <a:lnTo>
                    <a:pt x="7358611" y="1477622"/>
                  </a:lnTo>
                  <a:lnTo>
                    <a:pt x="7448353" y="1489679"/>
                  </a:lnTo>
                  <a:lnTo>
                    <a:pt x="7541837" y="1500324"/>
                  </a:lnTo>
                  <a:lnTo>
                    <a:pt x="7636412" y="1509550"/>
                  </a:lnTo>
                  <a:lnTo>
                    <a:pt x="7728453" y="1517327"/>
                  </a:lnTo>
                  <a:lnTo>
                    <a:pt x="7813677" y="1523624"/>
                  </a:lnTo>
                  <a:lnTo>
                    <a:pt x="7887764" y="1528455"/>
                  </a:lnTo>
                  <a:lnTo>
                    <a:pt x="7947191" y="1531900"/>
                  </a:lnTo>
                  <a:lnTo>
                    <a:pt x="7990053" y="1534123"/>
                  </a:lnTo>
                  <a:lnTo>
                    <a:pt x="8016593" y="1535361"/>
                  </a:lnTo>
                  <a:lnTo>
                    <a:pt x="8029310" y="1535896"/>
                  </a:lnTo>
                  <a:lnTo>
                    <a:pt x="8032819" y="1536030"/>
                  </a:lnTo>
                  <a:lnTo>
                    <a:pt x="8554953" y="1536030"/>
                  </a:lnTo>
                  <a:lnTo>
                    <a:pt x="8554953" y="1530383"/>
                  </a:lnTo>
                  <a:lnTo>
                    <a:pt x="8032819" y="1530383"/>
                  </a:lnTo>
                  <a:lnTo>
                    <a:pt x="8031587" y="1530337"/>
                  </a:lnTo>
                  <a:lnTo>
                    <a:pt x="8023527" y="1530012"/>
                  </a:lnTo>
                  <a:lnTo>
                    <a:pt x="8003355" y="1529112"/>
                  </a:lnTo>
                  <a:lnTo>
                    <a:pt x="7967667" y="1527345"/>
                  </a:lnTo>
                  <a:lnTo>
                    <a:pt x="7915239" y="1524450"/>
                  </a:lnTo>
                  <a:lnTo>
                    <a:pt x="7847094" y="1520229"/>
                  </a:lnTo>
                  <a:lnTo>
                    <a:pt x="7766151" y="1514566"/>
                  </a:lnTo>
                  <a:lnTo>
                    <a:pt x="7676493" y="1507423"/>
                  </a:lnTo>
                  <a:lnTo>
                    <a:pt x="7582513" y="1498815"/>
                  </a:lnTo>
                  <a:lnTo>
                    <a:pt x="7488175" y="1488776"/>
                  </a:lnTo>
                  <a:lnTo>
                    <a:pt x="7396568" y="1477327"/>
                  </a:lnTo>
                  <a:lnTo>
                    <a:pt x="7309756" y="1464452"/>
                  </a:lnTo>
                  <a:lnTo>
                    <a:pt x="7228852" y="1450076"/>
                  </a:lnTo>
                  <a:lnTo>
                    <a:pt x="7154199" y="1434068"/>
                  </a:lnTo>
                  <a:lnTo>
                    <a:pt x="7085584" y="1416232"/>
                  </a:lnTo>
                  <a:lnTo>
                    <a:pt x="7022427" y="1396315"/>
                  </a:lnTo>
                  <a:lnTo>
                    <a:pt x="6963937" y="1374020"/>
                  </a:lnTo>
                  <a:lnTo>
                    <a:pt x="6909217" y="1349024"/>
                  </a:lnTo>
                  <a:lnTo>
                    <a:pt x="6857357" y="1321016"/>
                  </a:lnTo>
                  <a:lnTo>
                    <a:pt x="6807505" y="1289762"/>
                  </a:lnTo>
                  <a:lnTo>
                    <a:pt x="6786527" y="1275319"/>
                  </a:lnTo>
                  <a:lnTo>
                    <a:pt x="6741057" y="1241461"/>
                  </a:lnTo>
                  <a:lnTo>
                    <a:pt x="6696030" y="1204586"/>
                  </a:lnTo>
                  <a:lnTo>
                    <a:pt x="6651072" y="1164641"/>
                  </a:lnTo>
                  <a:lnTo>
                    <a:pt x="6605909" y="1121645"/>
                  </a:lnTo>
                  <a:lnTo>
                    <a:pt x="6560357" y="1075705"/>
                  </a:lnTo>
                  <a:lnTo>
                    <a:pt x="6514311" y="1027018"/>
                  </a:lnTo>
                  <a:lnTo>
                    <a:pt x="6467738" y="975877"/>
                  </a:lnTo>
                  <a:lnTo>
                    <a:pt x="6420668" y="922663"/>
                  </a:lnTo>
                  <a:lnTo>
                    <a:pt x="6373183" y="867843"/>
                  </a:lnTo>
                  <a:lnTo>
                    <a:pt x="6325409" y="811947"/>
                  </a:lnTo>
                  <a:lnTo>
                    <a:pt x="6277499" y="755554"/>
                  </a:lnTo>
                  <a:lnTo>
                    <a:pt x="6229616" y="699264"/>
                  </a:lnTo>
                  <a:lnTo>
                    <a:pt x="6181925" y="643672"/>
                  </a:lnTo>
                  <a:lnTo>
                    <a:pt x="6134570" y="589343"/>
                  </a:lnTo>
                  <a:lnTo>
                    <a:pt x="6087663" y="536789"/>
                  </a:lnTo>
                  <a:lnTo>
                    <a:pt x="6041269" y="486447"/>
                  </a:lnTo>
                  <a:lnTo>
                    <a:pt x="5995399" y="438670"/>
                  </a:lnTo>
                  <a:lnTo>
                    <a:pt x="5949995" y="393718"/>
                  </a:lnTo>
                  <a:lnTo>
                    <a:pt x="5904927" y="351756"/>
                  </a:lnTo>
                  <a:lnTo>
                    <a:pt x="5859981" y="312861"/>
                  </a:lnTo>
                  <a:lnTo>
                    <a:pt x="5814851" y="277026"/>
                  </a:lnTo>
                  <a:lnTo>
                    <a:pt x="5784835" y="255063"/>
                  </a:lnTo>
                  <a:lnTo>
                    <a:pt x="5735616" y="222383"/>
                  </a:lnTo>
                  <a:lnTo>
                    <a:pt x="5684716" y="193001"/>
                  </a:lnTo>
                  <a:lnTo>
                    <a:pt x="5631335" y="166748"/>
                  </a:lnTo>
                  <a:lnTo>
                    <a:pt x="5574576" y="143333"/>
                  </a:lnTo>
                  <a:lnTo>
                    <a:pt x="5513529" y="122433"/>
                  </a:lnTo>
                  <a:lnTo>
                    <a:pt x="5447344" y="103737"/>
                  </a:lnTo>
                  <a:lnTo>
                    <a:pt x="5375336" y="86971"/>
                  </a:lnTo>
                  <a:lnTo>
                    <a:pt x="5297112" y="71915"/>
                  </a:lnTo>
                  <a:lnTo>
                    <a:pt x="5212751" y="58407"/>
                  </a:lnTo>
                  <a:lnTo>
                    <a:pt x="5123009" y="46351"/>
                  </a:lnTo>
                  <a:lnTo>
                    <a:pt x="5029525" y="35706"/>
                  </a:lnTo>
                  <a:lnTo>
                    <a:pt x="4934950" y="26479"/>
                  </a:lnTo>
                  <a:lnTo>
                    <a:pt x="4842908" y="18703"/>
                  </a:lnTo>
                  <a:lnTo>
                    <a:pt x="4757685" y="12405"/>
                  </a:lnTo>
                  <a:lnTo>
                    <a:pt x="4683598" y="7574"/>
                  </a:lnTo>
                  <a:lnTo>
                    <a:pt x="4624171" y="4129"/>
                  </a:lnTo>
                  <a:lnTo>
                    <a:pt x="4581309" y="1906"/>
                  </a:lnTo>
                  <a:lnTo>
                    <a:pt x="4554769" y="669"/>
                  </a:lnTo>
                  <a:lnTo>
                    <a:pt x="4542052" y="134"/>
                  </a:lnTo>
                  <a:lnTo>
                    <a:pt x="4538543" y="0"/>
                  </a:lnTo>
                  <a:lnTo>
                    <a:pt x="4016409" y="0"/>
                  </a:lnTo>
                  <a:lnTo>
                    <a:pt x="4015172" y="42"/>
                  </a:lnTo>
                  <a:lnTo>
                    <a:pt x="4007078" y="345"/>
                  </a:lnTo>
                  <a:lnTo>
                    <a:pt x="3986827" y="1181"/>
                  </a:lnTo>
                  <a:lnTo>
                    <a:pt x="3951004" y="2825"/>
                  </a:lnTo>
                  <a:lnTo>
                    <a:pt x="3898394" y="5518"/>
                  </a:lnTo>
                  <a:lnTo>
                    <a:pt x="3830037" y="9444"/>
                  </a:lnTo>
                  <a:lnTo>
                    <a:pt x="3748877" y="14709"/>
                  </a:lnTo>
                  <a:lnTo>
                    <a:pt x="3659022" y="21349"/>
                  </a:lnTo>
                  <a:lnTo>
                    <a:pt x="3564880" y="29350"/>
                  </a:lnTo>
                  <a:lnTo>
                    <a:pt x="3470426" y="38679"/>
                  </a:lnTo>
                  <a:lnTo>
                    <a:pt x="3378747" y="49317"/>
                  </a:lnTo>
                  <a:lnTo>
                    <a:pt x="3291902" y="61282"/>
                  </a:lnTo>
                  <a:lnTo>
                    <a:pt x="3210994" y="74641"/>
                  </a:lnTo>
                  <a:lnTo>
                    <a:pt x="3136354" y="89520"/>
                  </a:lnTo>
                  <a:lnTo>
                    <a:pt x="3067761" y="106102"/>
                  </a:lnTo>
                  <a:lnTo>
                    <a:pt x="3004627" y="124621"/>
                  </a:lnTo>
                  <a:lnTo>
                    <a:pt x="2946152" y="145356"/>
                  </a:lnTo>
                  <a:lnTo>
                    <a:pt x="2891437" y="168607"/>
                  </a:lnTo>
                  <a:lnTo>
                    <a:pt x="2839566" y="194663"/>
                  </a:lnTo>
                  <a:lnTo>
                    <a:pt x="2789688" y="223738"/>
                  </a:lnTo>
                  <a:lnTo>
                    <a:pt x="2770117" y="236239"/>
                  </a:lnTo>
                  <a:lnTo>
                    <a:pt x="2723791" y="268220"/>
                  </a:lnTo>
                  <a:lnTo>
                    <a:pt x="2677916" y="303103"/>
                  </a:lnTo>
                  <a:lnTo>
                    <a:pt x="2632101" y="340940"/>
                  </a:lnTo>
                  <a:lnTo>
                    <a:pt x="2586060" y="381706"/>
                  </a:lnTo>
                  <a:lnTo>
                    <a:pt x="2539604" y="425291"/>
                  </a:lnTo>
                  <a:lnTo>
                    <a:pt x="2492629" y="471496"/>
                  </a:lnTo>
                  <a:lnTo>
                    <a:pt x="2445108" y="520023"/>
                  </a:lnTo>
                  <a:lnTo>
                    <a:pt x="2397079" y="570487"/>
                  </a:lnTo>
                  <a:lnTo>
                    <a:pt x="2348637" y="622422"/>
                  </a:lnTo>
                  <a:lnTo>
                    <a:pt x="2299921" y="675300"/>
                  </a:lnTo>
                  <a:lnTo>
                    <a:pt x="2251094" y="728546"/>
                  </a:lnTo>
                  <a:lnTo>
                    <a:pt x="2202332" y="781573"/>
                  </a:lnTo>
                  <a:lnTo>
                    <a:pt x="2153806" y="833802"/>
                  </a:lnTo>
                  <a:lnTo>
                    <a:pt x="2105661" y="884689"/>
                  </a:lnTo>
                  <a:lnTo>
                    <a:pt x="2058004" y="933751"/>
                  </a:lnTo>
                  <a:lnTo>
                    <a:pt x="2010889" y="980581"/>
                  </a:lnTo>
                  <a:lnTo>
                    <a:pt x="1964307" y="1024859"/>
                  </a:lnTo>
                  <a:lnTo>
                    <a:pt x="1918174" y="1066359"/>
                  </a:lnTo>
                  <a:lnTo>
                    <a:pt x="1872324" y="1104950"/>
                  </a:lnTo>
                  <a:lnTo>
                    <a:pt x="1826498" y="1140585"/>
                  </a:lnTo>
                  <a:lnTo>
                    <a:pt x="1780331" y="1173299"/>
                  </a:lnTo>
                  <a:lnTo>
                    <a:pt x="1768425" y="1181199"/>
                  </a:lnTo>
                  <a:lnTo>
                    <a:pt x="1719134" y="1211509"/>
                  </a:lnTo>
                  <a:lnTo>
                    <a:pt x="1668157" y="1238755"/>
                  </a:lnTo>
                  <a:lnTo>
                    <a:pt x="1614689" y="1263096"/>
                  </a:lnTo>
                  <a:lnTo>
                    <a:pt x="1557829" y="1284802"/>
                  </a:lnTo>
                  <a:lnTo>
                    <a:pt x="1496664" y="1304172"/>
                  </a:lnTo>
                  <a:lnTo>
                    <a:pt x="1430341" y="1321498"/>
                  </a:lnTo>
                  <a:lnTo>
                    <a:pt x="1358172" y="1337034"/>
                  </a:lnTo>
                  <a:lnTo>
                    <a:pt x="1279768" y="1350983"/>
                  </a:lnTo>
                  <a:lnTo>
                    <a:pt x="1195215" y="1363495"/>
                  </a:lnTo>
                  <a:lnTo>
                    <a:pt x="1105280" y="1374659"/>
                  </a:lnTo>
                  <a:lnTo>
                    <a:pt x="1011624" y="1384513"/>
                  </a:lnTo>
                  <a:lnTo>
                    <a:pt x="916923" y="1393049"/>
                  </a:lnTo>
                  <a:lnTo>
                    <a:pt x="824834" y="1400238"/>
                  </a:lnTo>
                  <a:lnTo>
                    <a:pt x="739664" y="1406052"/>
                  </a:lnTo>
                  <a:lnTo>
                    <a:pt x="665746" y="1410505"/>
                  </a:lnTo>
                  <a:lnTo>
                    <a:pt x="606589" y="1413674"/>
                  </a:lnTo>
                  <a:lnTo>
                    <a:pt x="564064" y="1415711"/>
                  </a:lnTo>
                  <a:lnTo>
                    <a:pt x="537873" y="1416839"/>
                  </a:lnTo>
                  <a:lnTo>
                    <a:pt x="525451" y="1417322"/>
                  </a:lnTo>
                  <a:lnTo>
                    <a:pt x="522133" y="1417439"/>
                  </a:lnTo>
                  <a:lnTo>
                    <a:pt x="0" y="1417439"/>
                  </a:lnTo>
                  <a:close/>
                </a:path>
              </a:pathLst>
            </a:custGeom>
            <a:solidFill>
              <a:srgbClr val="F28E5B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921" name="pl921"/>
            <p:cNvSpPr/>
            <p:nvPr/>
          </p:nvSpPr>
          <p:spPr>
            <a:xfrm>
              <a:off x="386606" y="2179447"/>
              <a:ext cx="8554953" cy="1530383"/>
            </a:xfrm>
            <a:custGeom>
              <a:avLst/>
              <a:pathLst>
                <a:path w="8554953" h="1530383">
                  <a:moveTo>
                    <a:pt x="0" y="1417439"/>
                  </a:moveTo>
                  <a:lnTo>
                    <a:pt x="522133" y="1417439"/>
                  </a:lnTo>
                  <a:lnTo>
                    <a:pt x="523370" y="1417397"/>
                  </a:lnTo>
                  <a:lnTo>
                    <a:pt x="531464" y="1417094"/>
                  </a:lnTo>
                  <a:lnTo>
                    <a:pt x="551716" y="1416258"/>
                  </a:lnTo>
                  <a:lnTo>
                    <a:pt x="587538" y="1414614"/>
                  </a:lnTo>
                  <a:lnTo>
                    <a:pt x="640149" y="1411921"/>
                  </a:lnTo>
                  <a:lnTo>
                    <a:pt x="708505" y="1407995"/>
                  </a:lnTo>
                  <a:lnTo>
                    <a:pt x="789665" y="1402730"/>
                  </a:lnTo>
                  <a:lnTo>
                    <a:pt x="879520" y="1396090"/>
                  </a:lnTo>
                  <a:lnTo>
                    <a:pt x="973662" y="1388089"/>
                  </a:lnTo>
                  <a:lnTo>
                    <a:pt x="1068116" y="1378760"/>
                  </a:lnTo>
                  <a:lnTo>
                    <a:pt x="1159795" y="1368122"/>
                  </a:lnTo>
                  <a:lnTo>
                    <a:pt x="1246640" y="1356157"/>
                  </a:lnTo>
                  <a:lnTo>
                    <a:pt x="1327549" y="1342798"/>
                  </a:lnTo>
                  <a:lnTo>
                    <a:pt x="1402188" y="1327918"/>
                  </a:lnTo>
                  <a:lnTo>
                    <a:pt x="1470782" y="1311337"/>
                  </a:lnTo>
                  <a:lnTo>
                    <a:pt x="1533916" y="1292818"/>
                  </a:lnTo>
                  <a:lnTo>
                    <a:pt x="1592390" y="1272083"/>
                  </a:lnTo>
                  <a:lnTo>
                    <a:pt x="1647106" y="1248832"/>
                  </a:lnTo>
                  <a:lnTo>
                    <a:pt x="1698976" y="1222776"/>
                  </a:lnTo>
                  <a:lnTo>
                    <a:pt x="1748855" y="1193701"/>
                  </a:lnTo>
                  <a:lnTo>
                    <a:pt x="1768425" y="1181199"/>
                  </a:lnTo>
                  <a:lnTo>
                    <a:pt x="1814752" y="1149219"/>
                  </a:lnTo>
                  <a:lnTo>
                    <a:pt x="1860626" y="1114336"/>
                  </a:lnTo>
                  <a:lnTo>
                    <a:pt x="1906441" y="1076499"/>
                  </a:lnTo>
                  <a:lnTo>
                    <a:pt x="1952482" y="1035733"/>
                  </a:lnTo>
                  <a:lnTo>
                    <a:pt x="1998938" y="992147"/>
                  </a:lnTo>
                  <a:lnTo>
                    <a:pt x="2045913" y="945943"/>
                  </a:lnTo>
                  <a:lnTo>
                    <a:pt x="2093435" y="897416"/>
                  </a:lnTo>
                  <a:lnTo>
                    <a:pt x="2141463" y="846952"/>
                  </a:lnTo>
                  <a:lnTo>
                    <a:pt x="2189905" y="795016"/>
                  </a:lnTo>
                  <a:lnTo>
                    <a:pt x="2238622" y="742139"/>
                  </a:lnTo>
                  <a:lnTo>
                    <a:pt x="2287449" y="688893"/>
                  </a:lnTo>
                  <a:lnTo>
                    <a:pt x="2336210" y="635866"/>
                  </a:lnTo>
                  <a:lnTo>
                    <a:pt x="2384736" y="583637"/>
                  </a:lnTo>
                  <a:lnTo>
                    <a:pt x="2432881" y="532750"/>
                  </a:lnTo>
                  <a:lnTo>
                    <a:pt x="2480539" y="483687"/>
                  </a:lnTo>
                  <a:lnTo>
                    <a:pt x="2527653" y="436858"/>
                  </a:lnTo>
                  <a:lnTo>
                    <a:pt x="2574235" y="392580"/>
                  </a:lnTo>
                  <a:lnTo>
                    <a:pt x="2620368" y="351080"/>
                  </a:lnTo>
                  <a:lnTo>
                    <a:pt x="2666218" y="312489"/>
                  </a:lnTo>
                  <a:lnTo>
                    <a:pt x="2712044" y="276854"/>
                  </a:lnTo>
                  <a:lnTo>
                    <a:pt x="2758211" y="244140"/>
                  </a:lnTo>
                  <a:lnTo>
                    <a:pt x="2770117" y="236239"/>
                  </a:lnTo>
                  <a:lnTo>
                    <a:pt x="2819408" y="205930"/>
                  </a:lnTo>
                  <a:lnTo>
                    <a:pt x="2870385" y="178684"/>
                  </a:lnTo>
                  <a:lnTo>
                    <a:pt x="2923854" y="154343"/>
                  </a:lnTo>
                  <a:lnTo>
                    <a:pt x="2980713" y="132637"/>
                  </a:lnTo>
                  <a:lnTo>
                    <a:pt x="3041878" y="113267"/>
                  </a:lnTo>
                  <a:lnTo>
                    <a:pt x="3108202" y="95940"/>
                  </a:lnTo>
                  <a:lnTo>
                    <a:pt x="3180370" y="80405"/>
                  </a:lnTo>
                  <a:lnTo>
                    <a:pt x="3258774" y="66456"/>
                  </a:lnTo>
                  <a:lnTo>
                    <a:pt x="3343327" y="53944"/>
                  </a:lnTo>
                  <a:lnTo>
                    <a:pt x="3433262" y="42780"/>
                  </a:lnTo>
                  <a:lnTo>
                    <a:pt x="3526919" y="32926"/>
                  </a:lnTo>
                  <a:lnTo>
                    <a:pt x="3621619" y="24389"/>
                  </a:lnTo>
                  <a:lnTo>
                    <a:pt x="3713708" y="17201"/>
                  </a:lnTo>
                  <a:lnTo>
                    <a:pt x="3798878" y="11387"/>
                  </a:lnTo>
                  <a:lnTo>
                    <a:pt x="3872796" y="6934"/>
                  </a:lnTo>
                  <a:lnTo>
                    <a:pt x="3931953" y="3765"/>
                  </a:lnTo>
                  <a:lnTo>
                    <a:pt x="3974478" y="1728"/>
                  </a:lnTo>
                  <a:lnTo>
                    <a:pt x="4000669" y="600"/>
                  </a:lnTo>
                  <a:lnTo>
                    <a:pt x="4013091" y="117"/>
                  </a:lnTo>
                  <a:lnTo>
                    <a:pt x="4016327" y="2"/>
                  </a:lnTo>
                  <a:lnTo>
                    <a:pt x="4016409" y="0"/>
                  </a:lnTo>
                  <a:lnTo>
                    <a:pt x="4538543" y="0"/>
                  </a:lnTo>
                  <a:lnTo>
                    <a:pt x="4539775" y="45"/>
                  </a:lnTo>
                  <a:lnTo>
                    <a:pt x="4547835" y="370"/>
                  </a:lnTo>
                  <a:lnTo>
                    <a:pt x="4568007" y="1270"/>
                  </a:lnTo>
                  <a:lnTo>
                    <a:pt x="4603695" y="3037"/>
                  </a:lnTo>
                  <a:lnTo>
                    <a:pt x="4656123" y="5933"/>
                  </a:lnTo>
                  <a:lnTo>
                    <a:pt x="4724268" y="10154"/>
                  </a:lnTo>
                  <a:lnTo>
                    <a:pt x="4805211" y="15817"/>
                  </a:lnTo>
                  <a:lnTo>
                    <a:pt x="4894869" y="22960"/>
                  </a:lnTo>
                  <a:lnTo>
                    <a:pt x="4988849" y="31568"/>
                  </a:lnTo>
                  <a:lnTo>
                    <a:pt x="5083187" y="41607"/>
                  </a:lnTo>
                  <a:lnTo>
                    <a:pt x="5174794" y="53055"/>
                  </a:lnTo>
                  <a:lnTo>
                    <a:pt x="5261606" y="65931"/>
                  </a:lnTo>
                  <a:lnTo>
                    <a:pt x="5342510" y="80306"/>
                  </a:lnTo>
                  <a:lnTo>
                    <a:pt x="5417163" y="96314"/>
                  </a:lnTo>
                  <a:lnTo>
                    <a:pt x="5485778" y="114151"/>
                  </a:lnTo>
                  <a:lnTo>
                    <a:pt x="5548935" y="134068"/>
                  </a:lnTo>
                  <a:lnTo>
                    <a:pt x="5607425" y="156362"/>
                  </a:lnTo>
                  <a:lnTo>
                    <a:pt x="5662145" y="181358"/>
                  </a:lnTo>
                  <a:lnTo>
                    <a:pt x="5714005" y="209366"/>
                  </a:lnTo>
                  <a:lnTo>
                    <a:pt x="5763857" y="240621"/>
                  </a:lnTo>
                  <a:lnTo>
                    <a:pt x="5784835" y="255063"/>
                  </a:lnTo>
                  <a:lnTo>
                    <a:pt x="5830305" y="288922"/>
                  </a:lnTo>
                  <a:lnTo>
                    <a:pt x="5875332" y="325796"/>
                  </a:lnTo>
                  <a:lnTo>
                    <a:pt x="5920290" y="365742"/>
                  </a:lnTo>
                  <a:lnTo>
                    <a:pt x="5965453" y="408737"/>
                  </a:lnTo>
                  <a:lnTo>
                    <a:pt x="6011005" y="454677"/>
                  </a:lnTo>
                  <a:lnTo>
                    <a:pt x="6057051" y="503364"/>
                  </a:lnTo>
                  <a:lnTo>
                    <a:pt x="6103624" y="554506"/>
                  </a:lnTo>
                  <a:lnTo>
                    <a:pt x="6150694" y="607719"/>
                  </a:lnTo>
                  <a:lnTo>
                    <a:pt x="6198179" y="662540"/>
                  </a:lnTo>
                  <a:lnTo>
                    <a:pt x="6245953" y="718436"/>
                  </a:lnTo>
                  <a:lnTo>
                    <a:pt x="6293863" y="774829"/>
                  </a:lnTo>
                  <a:lnTo>
                    <a:pt x="6341746" y="831119"/>
                  </a:lnTo>
                  <a:lnTo>
                    <a:pt x="6389437" y="886710"/>
                  </a:lnTo>
                  <a:lnTo>
                    <a:pt x="6436792" y="941039"/>
                  </a:lnTo>
                  <a:lnTo>
                    <a:pt x="6483699" y="993593"/>
                  </a:lnTo>
                  <a:lnTo>
                    <a:pt x="6530093" y="1043935"/>
                  </a:lnTo>
                  <a:lnTo>
                    <a:pt x="6575963" y="1091712"/>
                  </a:lnTo>
                  <a:lnTo>
                    <a:pt x="6621367" y="1136665"/>
                  </a:lnTo>
                  <a:lnTo>
                    <a:pt x="6666435" y="1178626"/>
                  </a:lnTo>
                  <a:lnTo>
                    <a:pt x="6711381" y="1217521"/>
                  </a:lnTo>
                  <a:lnTo>
                    <a:pt x="6756511" y="1253356"/>
                  </a:lnTo>
                  <a:lnTo>
                    <a:pt x="6786527" y="1275319"/>
                  </a:lnTo>
                  <a:lnTo>
                    <a:pt x="6835746" y="1307999"/>
                  </a:lnTo>
                  <a:lnTo>
                    <a:pt x="6886646" y="1337381"/>
                  </a:lnTo>
                  <a:lnTo>
                    <a:pt x="6940027" y="1363635"/>
                  </a:lnTo>
                  <a:lnTo>
                    <a:pt x="6996786" y="1387050"/>
                  </a:lnTo>
                  <a:lnTo>
                    <a:pt x="7057833" y="1407949"/>
                  </a:lnTo>
                  <a:lnTo>
                    <a:pt x="7124018" y="1426645"/>
                  </a:lnTo>
                  <a:lnTo>
                    <a:pt x="7196026" y="1443411"/>
                  </a:lnTo>
                  <a:lnTo>
                    <a:pt x="7274250" y="1458468"/>
                  </a:lnTo>
                  <a:lnTo>
                    <a:pt x="7358611" y="1471975"/>
                  </a:lnTo>
                  <a:lnTo>
                    <a:pt x="7448353" y="1484032"/>
                  </a:lnTo>
                  <a:lnTo>
                    <a:pt x="7541837" y="1494676"/>
                  </a:lnTo>
                  <a:lnTo>
                    <a:pt x="7636412" y="1503903"/>
                  </a:lnTo>
                  <a:lnTo>
                    <a:pt x="7728453" y="1511679"/>
                  </a:lnTo>
                  <a:lnTo>
                    <a:pt x="7813677" y="1517977"/>
                  </a:lnTo>
                  <a:lnTo>
                    <a:pt x="7887764" y="1522808"/>
                  </a:lnTo>
                  <a:lnTo>
                    <a:pt x="7947191" y="1526253"/>
                  </a:lnTo>
                  <a:lnTo>
                    <a:pt x="7990053" y="1528476"/>
                  </a:lnTo>
                  <a:lnTo>
                    <a:pt x="8016593" y="1529713"/>
                  </a:lnTo>
                  <a:lnTo>
                    <a:pt x="8029310" y="1530249"/>
                  </a:lnTo>
                  <a:lnTo>
                    <a:pt x="8032718" y="1530379"/>
                  </a:lnTo>
                  <a:lnTo>
                    <a:pt x="8032819" y="1530383"/>
                  </a:lnTo>
                  <a:lnTo>
                    <a:pt x="8554953" y="1530383"/>
                  </a:lnTo>
                  <a:lnTo>
                    <a:pt x="8554953" y="1530383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922" name="pl922"/>
            <p:cNvSpPr/>
            <p:nvPr/>
          </p:nvSpPr>
          <p:spPr>
            <a:xfrm>
              <a:off x="386606" y="2173800"/>
              <a:ext cx="8554953" cy="1530383"/>
            </a:xfrm>
            <a:custGeom>
              <a:avLst/>
              <a:pathLst>
                <a:path w="8554953" h="1530383">
                  <a:moveTo>
                    <a:pt x="8554953" y="1530383"/>
                  </a:moveTo>
                  <a:lnTo>
                    <a:pt x="8032819" y="1530383"/>
                  </a:lnTo>
                  <a:lnTo>
                    <a:pt x="8031587" y="1530337"/>
                  </a:lnTo>
                  <a:lnTo>
                    <a:pt x="8023527" y="1530012"/>
                  </a:lnTo>
                  <a:lnTo>
                    <a:pt x="8003355" y="1529112"/>
                  </a:lnTo>
                  <a:lnTo>
                    <a:pt x="7967667" y="1527345"/>
                  </a:lnTo>
                  <a:lnTo>
                    <a:pt x="7915239" y="1524450"/>
                  </a:lnTo>
                  <a:lnTo>
                    <a:pt x="7847094" y="1520229"/>
                  </a:lnTo>
                  <a:lnTo>
                    <a:pt x="7766151" y="1514566"/>
                  </a:lnTo>
                  <a:lnTo>
                    <a:pt x="7676493" y="1507423"/>
                  </a:lnTo>
                  <a:lnTo>
                    <a:pt x="7582513" y="1498815"/>
                  </a:lnTo>
                  <a:lnTo>
                    <a:pt x="7488175" y="1488776"/>
                  </a:lnTo>
                  <a:lnTo>
                    <a:pt x="7396568" y="1477327"/>
                  </a:lnTo>
                  <a:lnTo>
                    <a:pt x="7309756" y="1464452"/>
                  </a:lnTo>
                  <a:lnTo>
                    <a:pt x="7228852" y="1450076"/>
                  </a:lnTo>
                  <a:lnTo>
                    <a:pt x="7154199" y="1434068"/>
                  </a:lnTo>
                  <a:lnTo>
                    <a:pt x="7085584" y="1416232"/>
                  </a:lnTo>
                  <a:lnTo>
                    <a:pt x="7022427" y="1396315"/>
                  </a:lnTo>
                  <a:lnTo>
                    <a:pt x="6963937" y="1374020"/>
                  </a:lnTo>
                  <a:lnTo>
                    <a:pt x="6909217" y="1349024"/>
                  </a:lnTo>
                  <a:lnTo>
                    <a:pt x="6857357" y="1321016"/>
                  </a:lnTo>
                  <a:lnTo>
                    <a:pt x="6807505" y="1289762"/>
                  </a:lnTo>
                  <a:lnTo>
                    <a:pt x="6786527" y="1275319"/>
                  </a:lnTo>
                  <a:lnTo>
                    <a:pt x="6741057" y="1241461"/>
                  </a:lnTo>
                  <a:lnTo>
                    <a:pt x="6696030" y="1204586"/>
                  </a:lnTo>
                  <a:lnTo>
                    <a:pt x="6651072" y="1164641"/>
                  </a:lnTo>
                  <a:lnTo>
                    <a:pt x="6605909" y="1121645"/>
                  </a:lnTo>
                  <a:lnTo>
                    <a:pt x="6560357" y="1075705"/>
                  </a:lnTo>
                  <a:lnTo>
                    <a:pt x="6514311" y="1027018"/>
                  </a:lnTo>
                  <a:lnTo>
                    <a:pt x="6467738" y="975877"/>
                  </a:lnTo>
                  <a:lnTo>
                    <a:pt x="6420668" y="922663"/>
                  </a:lnTo>
                  <a:lnTo>
                    <a:pt x="6373183" y="867843"/>
                  </a:lnTo>
                  <a:lnTo>
                    <a:pt x="6325409" y="811947"/>
                  </a:lnTo>
                  <a:lnTo>
                    <a:pt x="6277499" y="755554"/>
                  </a:lnTo>
                  <a:lnTo>
                    <a:pt x="6229616" y="699264"/>
                  </a:lnTo>
                  <a:lnTo>
                    <a:pt x="6181925" y="643672"/>
                  </a:lnTo>
                  <a:lnTo>
                    <a:pt x="6134570" y="589343"/>
                  </a:lnTo>
                  <a:lnTo>
                    <a:pt x="6087663" y="536789"/>
                  </a:lnTo>
                  <a:lnTo>
                    <a:pt x="6041269" y="486447"/>
                  </a:lnTo>
                  <a:lnTo>
                    <a:pt x="5995399" y="438670"/>
                  </a:lnTo>
                  <a:lnTo>
                    <a:pt x="5949995" y="393718"/>
                  </a:lnTo>
                  <a:lnTo>
                    <a:pt x="5904927" y="351756"/>
                  </a:lnTo>
                  <a:lnTo>
                    <a:pt x="5859981" y="312861"/>
                  </a:lnTo>
                  <a:lnTo>
                    <a:pt x="5814851" y="277026"/>
                  </a:lnTo>
                  <a:lnTo>
                    <a:pt x="5784835" y="255063"/>
                  </a:lnTo>
                  <a:lnTo>
                    <a:pt x="5735616" y="222383"/>
                  </a:lnTo>
                  <a:lnTo>
                    <a:pt x="5684716" y="193001"/>
                  </a:lnTo>
                  <a:lnTo>
                    <a:pt x="5631335" y="166748"/>
                  </a:lnTo>
                  <a:lnTo>
                    <a:pt x="5574576" y="143333"/>
                  </a:lnTo>
                  <a:lnTo>
                    <a:pt x="5513529" y="122433"/>
                  </a:lnTo>
                  <a:lnTo>
                    <a:pt x="5447344" y="103737"/>
                  </a:lnTo>
                  <a:lnTo>
                    <a:pt x="5375336" y="86971"/>
                  </a:lnTo>
                  <a:lnTo>
                    <a:pt x="5297112" y="71915"/>
                  </a:lnTo>
                  <a:lnTo>
                    <a:pt x="5212751" y="58407"/>
                  </a:lnTo>
                  <a:lnTo>
                    <a:pt x="5123009" y="46351"/>
                  </a:lnTo>
                  <a:lnTo>
                    <a:pt x="5029525" y="35706"/>
                  </a:lnTo>
                  <a:lnTo>
                    <a:pt x="4934950" y="26479"/>
                  </a:lnTo>
                  <a:lnTo>
                    <a:pt x="4842908" y="18703"/>
                  </a:lnTo>
                  <a:lnTo>
                    <a:pt x="4757685" y="12405"/>
                  </a:lnTo>
                  <a:lnTo>
                    <a:pt x="4683598" y="7574"/>
                  </a:lnTo>
                  <a:lnTo>
                    <a:pt x="4624171" y="4129"/>
                  </a:lnTo>
                  <a:lnTo>
                    <a:pt x="4581309" y="1906"/>
                  </a:lnTo>
                  <a:lnTo>
                    <a:pt x="4554769" y="669"/>
                  </a:lnTo>
                  <a:lnTo>
                    <a:pt x="4542052" y="134"/>
                  </a:lnTo>
                  <a:lnTo>
                    <a:pt x="4538644" y="3"/>
                  </a:lnTo>
                  <a:lnTo>
                    <a:pt x="4538543" y="0"/>
                  </a:lnTo>
                  <a:lnTo>
                    <a:pt x="4016409" y="0"/>
                  </a:lnTo>
                  <a:lnTo>
                    <a:pt x="4015172" y="42"/>
                  </a:lnTo>
                  <a:lnTo>
                    <a:pt x="4007078" y="345"/>
                  </a:lnTo>
                  <a:lnTo>
                    <a:pt x="3986827" y="1181"/>
                  </a:lnTo>
                  <a:lnTo>
                    <a:pt x="3951004" y="2825"/>
                  </a:lnTo>
                  <a:lnTo>
                    <a:pt x="3898394" y="5518"/>
                  </a:lnTo>
                  <a:lnTo>
                    <a:pt x="3830037" y="9444"/>
                  </a:lnTo>
                  <a:lnTo>
                    <a:pt x="3748877" y="14709"/>
                  </a:lnTo>
                  <a:lnTo>
                    <a:pt x="3659022" y="21349"/>
                  </a:lnTo>
                  <a:lnTo>
                    <a:pt x="3564880" y="29350"/>
                  </a:lnTo>
                  <a:lnTo>
                    <a:pt x="3470426" y="38679"/>
                  </a:lnTo>
                  <a:lnTo>
                    <a:pt x="3378747" y="49317"/>
                  </a:lnTo>
                  <a:lnTo>
                    <a:pt x="3291902" y="61282"/>
                  </a:lnTo>
                  <a:lnTo>
                    <a:pt x="3210994" y="74641"/>
                  </a:lnTo>
                  <a:lnTo>
                    <a:pt x="3136354" y="89520"/>
                  </a:lnTo>
                  <a:lnTo>
                    <a:pt x="3067761" y="106102"/>
                  </a:lnTo>
                  <a:lnTo>
                    <a:pt x="3004627" y="124621"/>
                  </a:lnTo>
                  <a:lnTo>
                    <a:pt x="2946152" y="145356"/>
                  </a:lnTo>
                  <a:lnTo>
                    <a:pt x="2891437" y="168607"/>
                  </a:lnTo>
                  <a:lnTo>
                    <a:pt x="2839566" y="194663"/>
                  </a:lnTo>
                  <a:lnTo>
                    <a:pt x="2789688" y="223738"/>
                  </a:lnTo>
                  <a:lnTo>
                    <a:pt x="2770117" y="236239"/>
                  </a:lnTo>
                  <a:lnTo>
                    <a:pt x="2723791" y="268220"/>
                  </a:lnTo>
                  <a:lnTo>
                    <a:pt x="2677916" y="303103"/>
                  </a:lnTo>
                  <a:lnTo>
                    <a:pt x="2632101" y="340940"/>
                  </a:lnTo>
                  <a:lnTo>
                    <a:pt x="2586060" y="381706"/>
                  </a:lnTo>
                  <a:lnTo>
                    <a:pt x="2539604" y="425291"/>
                  </a:lnTo>
                  <a:lnTo>
                    <a:pt x="2492629" y="471496"/>
                  </a:lnTo>
                  <a:lnTo>
                    <a:pt x="2445108" y="520023"/>
                  </a:lnTo>
                  <a:lnTo>
                    <a:pt x="2397079" y="570487"/>
                  </a:lnTo>
                  <a:lnTo>
                    <a:pt x="2348637" y="622422"/>
                  </a:lnTo>
                  <a:lnTo>
                    <a:pt x="2299921" y="675300"/>
                  </a:lnTo>
                  <a:lnTo>
                    <a:pt x="2251094" y="728546"/>
                  </a:lnTo>
                  <a:lnTo>
                    <a:pt x="2202332" y="781573"/>
                  </a:lnTo>
                  <a:lnTo>
                    <a:pt x="2153806" y="833802"/>
                  </a:lnTo>
                  <a:lnTo>
                    <a:pt x="2105661" y="884689"/>
                  </a:lnTo>
                  <a:lnTo>
                    <a:pt x="2058004" y="933751"/>
                  </a:lnTo>
                  <a:lnTo>
                    <a:pt x="2010889" y="980581"/>
                  </a:lnTo>
                  <a:lnTo>
                    <a:pt x="1964307" y="1024859"/>
                  </a:lnTo>
                  <a:lnTo>
                    <a:pt x="1918174" y="1066359"/>
                  </a:lnTo>
                  <a:lnTo>
                    <a:pt x="1872324" y="1104950"/>
                  </a:lnTo>
                  <a:lnTo>
                    <a:pt x="1826498" y="1140585"/>
                  </a:lnTo>
                  <a:lnTo>
                    <a:pt x="1780331" y="1173299"/>
                  </a:lnTo>
                  <a:lnTo>
                    <a:pt x="1768425" y="1181199"/>
                  </a:lnTo>
                  <a:lnTo>
                    <a:pt x="1719134" y="1211509"/>
                  </a:lnTo>
                  <a:lnTo>
                    <a:pt x="1668157" y="1238755"/>
                  </a:lnTo>
                  <a:lnTo>
                    <a:pt x="1614689" y="1263096"/>
                  </a:lnTo>
                  <a:lnTo>
                    <a:pt x="1557829" y="1284802"/>
                  </a:lnTo>
                  <a:lnTo>
                    <a:pt x="1496664" y="1304172"/>
                  </a:lnTo>
                  <a:lnTo>
                    <a:pt x="1430341" y="1321498"/>
                  </a:lnTo>
                  <a:lnTo>
                    <a:pt x="1358172" y="1337034"/>
                  </a:lnTo>
                  <a:lnTo>
                    <a:pt x="1279768" y="1350983"/>
                  </a:lnTo>
                  <a:lnTo>
                    <a:pt x="1195215" y="1363495"/>
                  </a:lnTo>
                  <a:lnTo>
                    <a:pt x="1105280" y="1374659"/>
                  </a:lnTo>
                  <a:lnTo>
                    <a:pt x="1011624" y="1384513"/>
                  </a:lnTo>
                  <a:lnTo>
                    <a:pt x="916923" y="1393049"/>
                  </a:lnTo>
                  <a:lnTo>
                    <a:pt x="824834" y="1400238"/>
                  </a:lnTo>
                  <a:lnTo>
                    <a:pt x="739664" y="1406052"/>
                  </a:lnTo>
                  <a:lnTo>
                    <a:pt x="665746" y="1410505"/>
                  </a:lnTo>
                  <a:lnTo>
                    <a:pt x="606589" y="1413674"/>
                  </a:lnTo>
                  <a:lnTo>
                    <a:pt x="564064" y="1415711"/>
                  </a:lnTo>
                  <a:lnTo>
                    <a:pt x="537873" y="1416839"/>
                  </a:lnTo>
                  <a:lnTo>
                    <a:pt x="525451" y="1417322"/>
                  </a:lnTo>
                  <a:lnTo>
                    <a:pt x="522215" y="1417437"/>
                  </a:lnTo>
                  <a:lnTo>
                    <a:pt x="522133" y="1417439"/>
                  </a:lnTo>
                  <a:lnTo>
                    <a:pt x="0" y="1417439"/>
                  </a:lnTo>
                  <a:lnTo>
                    <a:pt x="0" y="1417439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923" name="pg923"/>
            <p:cNvSpPr/>
            <p:nvPr/>
          </p:nvSpPr>
          <p:spPr>
            <a:xfrm>
              <a:off x="386606" y="2196388"/>
              <a:ext cx="8554953" cy="1886155"/>
            </a:xfrm>
            <a:custGeom>
              <a:avLst/>
              <a:pathLst>
                <a:path w="8554953" h="1886155">
                  <a:moveTo>
                    <a:pt x="0" y="1406145"/>
                  </a:moveTo>
                  <a:lnTo>
                    <a:pt x="522133" y="1406145"/>
                  </a:lnTo>
                  <a:lnTo>
                    <a:pt x="523371" y="1406103"/>
                  </a:lnTo>
                  <a:lnTo>
                    <a:pt x="531469" y="1405804"/>
                  </a:lnTo>
                  <a:lnTo>
                    <a:pt x="551733" y="1404977"/>
                  </a:lnTo>
                  <a:lnTo>
                    <a:pt x="587574" y="1403352"/>
                  </a:lnTo>
                  <a:lnTo>
                    <a:pt x="640211" y="1400689"/>
                  </a:lnTo>
                  <a:lnTo>
                    <a:pt x="708598" y="1396808"/>
                  </a:lnTo>
                  <a:lnTo>
                    <a:pt x="789790" y="1391603"/>
                  </a:lnTo>
                  <a:lnTo>
                    <a:pt x="879673" y="1385039"/>
                  </a:lnTo>
                  <a:lnTo>
                    <a:pt x="973838" y="1377130"/>
                  </a:lnTo>
                  <a:lnTo>
                    <a:pt x="1068309" y="1367908"/>
                  </a:lnTo>
                  <a:lnTo>
                    <a:pt x="1159998" y="1357392"/>
                  </a:lnTo>
                  <a:lnTo>
                    <a:pt x="1246848" y="1345564"/>
                  </a:lnTo>
                  <a:lnTo>
                    <a:pt x="1327757" y="1332358"/>
                  </a:lnTo>
                  <a:lnTo>
                    <a:pt x="1402395" y="1317649"/>
                  </a:lnTo>
                  <a:lnTo>
                    <a:pt x="1470985" y="1301257"/>
                  </a:lnTo>
                  <a:lnTo>
                    <a:pt x="1534116" y="1282949"/>
                  </a:lnTo>
                  <a:lnTo>
                    <a:pt x="1592588" y="1262450"/>
                  </a:lnTo>
                  <a:lnTo>
                    <a:pt x="1647303" y="1239463"/>
                  </a:lnTo>
                  <a:lnTo>
                    <a:pt x="1699175" y="1213702"/>
                  </a:lnTo>
                  <a:lnTo>
                    <a:pt x="1749057" y="1184956"/>
                  </a:lnTo>
                  <a:lnTo>
                    <a:pt x="1768425" y="1172729"/>
                  </a:lnTo>
                  <a:lnTo>
                    <a:pt x="1814881" y="1141037"/>
                  </a:lnTo>
                  <a:lnTo>
                    <a:pt x="1860884" y="1106462"/>
                  </a:lnTo>
                  <a:lnTo>
                    <a:pt x="1906829" y="1068952"/>
                  </a:lnTo>
                  <a:lnTo>
                    <a:pt x="1953003" y="1028531"/>
                  </a:lnTo>
                  <a:lnTo>
                    <a:pt x="1999596" y="985311"/>
                  </a:lnTo>
                  <a:lnTo>
                    <a:pt x="2046712" y="939492"/>
                  </a:lnTo>
                  <a:lnTo>
                    <a:pt x="2094377" y="891371"/>
                  </a:lnTo>
                  <a:lnTo>
                    <a:pt x="2142551" y="841334"/>
                  </a:lnTo>
                  <a:lnTo>
                    <a:pt x="2191137" y="789846"/>
                  </a:lnTo>
                  <a:lnTo>
                    <a:pt x="2239996" y="737437"/>
                  </a:lnTo>
                  <a:lnTo>
                    <a:pt x="2288961" y="684676"/>
                  </a:lnTo>
                  <a:lnTo>
                    <a:pt x="2337855" y="632152"/>
                  </a:lnTo>
                  <a:lnTo>
                    <a:pt x="2386507" y="580441"/>
                  </a:lnTo>
                  <a:lnTo>
                    <a:pt x="2434771" y="530080"/>
                  </a:lnTo>
                  <a:lnTo>
                    <a:pt x="2482541" y="481551"/>
                  </a:lnTo>
                  <a:lnTo>
                    <a:pt x="2529764" y="435256"/>
                  </a:lnTo>
                  <a:lnTo>
                    <a:pt x="2576454" y="391508"/>
                  </a:lnTo>
                  <a:lnTo>
                    <a:pt x="2622698" y="350527"/>
                  </a:lnTo>
                  <a:lnTo>
                    <a:pt x="2668668" y="312443"/>
                  </a:lnTo>
                  <a:lnTo>
                    <a:pt x="2714632" y="277295"/>
                  </a:lnTo>
                  <a:lnTo>
                    <a:pt x="2760963" y="245046"/>
                  </a:lnTo>
                  <a:lnTo>
                    <a:pt x="2770117" y="239063"/>
                  </a:lnTo>
                  <a:lnTo>
                    <a:pt x="2819418" y="209110"/>
                  </a:lnTo>
                  <a:lnTo>
                    <a:pt x="2870406" y="182185"/>
                  </a:lnTo>
                  <a:lnTo>
                    <a:pt x="2923888" y="158131"/>
                  </a:lnTo>
                  <a:lnTo>
                    <a:pt x="2980762" y="136683"/>
                  </a:lnTo>
                  <a:lnTo>
                    <a:pt x="3041944" y="117541"/>
                  </a:lnTo>
                  <a:lnTo>
                    <a:pt x="3108287" y="100421"/>
                  </a:lnTo>
                  <a:lnTo>
                    <a:pt x="3180479" y="85070"/>
                  </a:lnTo>
                  <a:lnTo>
                    <a:pt x="3258908" y="71287"/>
                  </a:lnTo>
                  <a:lnTo>
                    <a:pt x="3343490" y="58925"/>
                  </a:lnTo>
                  <a:lnTo>
                    <a:pt x="3433452" y="47894"/>
                  </a:lnTo>
                  <a:lnTo>
                    <a:pt x="3527133" y="38159"/>
                  </a:lnTo>
                  <a:lnTo>
                    <a:pt x="3621852" y="29726"/>
                  </a:lnTo>
                  <a:lnTo>
                    <a:pt x="3713948" y="22626"/>
                  </a:lnTo>
                  <a:lnTo>
                    <a:pt x="3799109" y="16883"/>
                  </a:lnTo>
                  <a:lnTo>
                    <a:pt x="3873003" y="12486"/>
                  </a:lnTo>
                  <a:lnTo>
                    <a:pt x="3932121" y="9359"/>
                  </a:lnTo>
                  <a:lnTo>
                    <a:pt x="3974597" y="7349"/>
                  </a:lnTo>
                  <a:lnTo>
                    <a:pt x="4000739" y="6237"/>
                  </a:lnTo>
                  <a:lnTo>
                    <a:pt x="4013118" y="5761"/>
                  </a:lnTo>
                  <a:lnTo>
                    <a:pt x="4016409" y="5647"/>
                  </a:lnTo>
                  <a:lnTo>
                    <a:pt x="4538543" y="5647"/>
                  </a:lnTo>
                  <a:lnTo>
                    <a:pt x="4539757" y="5702"/>
                  </a:lnTo>
                  <a:lnTo>
                    <a:pt x="4547700" y="6095"/>
                  </a:lnTo>
                  <a:lnTo>
                    <a:pt x="4567591" y="7184"/>
                  </a:lnTo>
                  <a:lnTo>
                    <a:pt x="4602807" y="9322"/>
                  </a:lnTo>
                  <a:lnTo>
                    <a:pt x="4654594" y="12828"/>
                  </a:lnTo>
                  <a:lnTo>
                    <a:pt x="4721992" y="17941"/>
                  </a:lnTo>
                  <a:lnTo>
                    <a:pt x="4802169" y="24805"/>
                  </a:lnTo>
                  <a:lnTo>
                    <a:pt x="4891126" y="33469"/>
                  </a:lnTo>
                  <a:lnTo>
                    <a:pt x="4984534" y="43917"/>
                  </a:lnTo>
                  <a:lnTo>
                    <a:pt x="5078457" y="56107"/>
                  </a:lnTo>
                  <a:lnTo>
                    <a:pt x="5169807" y="70012"/>
                  </a:lnTo>
                  <a:lnTo>
                    <a:pt x="5256496" y="85650"/>
                  </a:lnTo>
                  <a:lnTo>
                    <a:pt x="5337380" y="103104"/>
                  </a:lnTo>
                  <a:lnTo>
                    <a:pt x="5412078" y="122532"/>
                  </a:lnTo>
                  <a:lnTo>
                    <a:pt x="5480771" y="144165"/>
                  </a:lnTo>
                  <a:lnTo>
                    <a:pt x="5544007" y="168302"/>
                  </a:lnTo>
                  <a:lnTo>
                    <a:pt x="5602555" y="195301"/>
                  </a:lnTo>
                  <a:lnTo>
                    <a:pt x="5657293" y="225551"/>
                  </a:lnTo>
                  <a:lnTo>
                    <a:pt x="5709119" y="259434"/>
                  </a:lnTo>
                  <a:lnTo>
                    <a:pt x="5758881" y="297245"/>
                  </a:lnTo>
                  <a:lnTo>
                    <a:pt x="5784835" y="319065"/>
                  </a:lnTo>
                  <a:lnTo>
                    <a:pt x="5827771" y="358239"/>
                  </a:lnTo>
                  <a:lnTo>
                    <a:pt x="5870291" y="400711"/>
                  </a:lnTo>
                  <a:lnTo>
                    <a:pt x="5912719" y="446543"/>
                  </a:lnTo>
                  <a:lnTo>
                    <a:pt x="5955295" y="495726"/>
                  </a:lnTo>
                  <a:lnTo>
                    <a:pt x="5998187" y="548167"/>
                  </a:lnTo>
                  <a:lnTo>
                    <a:pt x="6041501" y="603688"/>
                  </a:lnTo>
                  <a:lnTo>
                    <a:pt x="6085282" y="662016"/>
                  </a:lnTo>
                  <a:lnTo>
                    <a:pt x="6129523" y="722790"/>
                  </a:lnTo>
                  <a:lnTo>
                    <a:pt x="6174171" y="785562"/>
                  </a:lnTo>
                  <a:lnTo>
                    <a:pt x="6219138" y="849814"/>
                  </a:lnTo>
                  <a:lnTo>
                    <a:pt x="6264305" y="914970"/>
                  </a:lnTo>
                  <a:lnTo>
                    <a:pt x="6309539" y="980420"/>
                  </a:lnTo>
                  <a:lnTo>
                    <a:pt x="6354699" y="1045542"/>
                  </a:lnTo>
                  <a:lnTo>
                    <a:pt x="6399651" y="1109728"/>
                  </a:lnTo>
                  <a:lnTo>
                    <a:pt x="6444279" y="1172403"/>
                  </a:lnTo>
                  <a:lnTo>
                    <a:pt x="6488495" y="1233053"/>
                  </a:lnTo>
                  <a:lnTo>
                    <a:pt x="6532250" y="1291236"/>
                  </a:lnTo>
                  <a:lnTo>
                    <a:pt x="6575539" y="1346594"/>
                  </a:lnTo>
                  <a:lnTo>
                    <a:pt x="6618411" y="1398861"/>
                  </a:lnTo>
                  <a:lnTo>
                    <a:pt x="6660974" y="1447861"/>
                  </a:lnTo>
                  <a:lnTo>
                    <a:pt x="6703399" y="1493508"/>
                  </a:lnTo>
                  <a:lnTo>
                    <a:pt x="6745933" y="1535797"/>
                  </a:lnTo>
                  <a:lnTo>
                    <a:pt x="6786527" y="1572737"/>
                  </a:lnTo>
                  <a:lnTo>
                    <a:pt x="6835493" y="1612701"/>
                  </a:lnTo>
                  <a:lnTo>
                    <a:pt x="6886119" y="1648652"/>
                  </a:lnTo>
                  <a:lnTo>
                    <a:pt x="6939194" y="1680795"/>
                  </a:lnTo>
                  <a:lnTo>
                    <a:pt x="6995598" y="1709479"/>
                  </a:lnTo>
                  <a:lnTo>
                    <a:pt x="7056229" y="1735095"/>
                  </a:lnTo>
                  <a:lnTo>
                    <a:pt x="7121925" y="1758022"/>
                  </a:lnTo>
                  <a:lnTo>
                    <a:pt x="7193371" y="1778593"/>
                  </a:lnTo>
                  <a:lnTo>
                    <a:pt x="7270962" y="1797076"/>
                  </a:lnTo>
                  <a:lnTo>
                    <a:pt x="7354644" y="1813668"/>
                  </a:lnTo>
                  <a:lnTo>
                    <a:pt x="7443704" y="1828491"/>
                  </a:lnTo>
                  <a:lnTo>
                    <a:pt x="7536576" y="1841597"/>
                  </a:lnTo>
                  <a:lnTo>
                    <a:pt x="7630701" y="1852979"/>
                  </a:lnTo>
                  <a:lnTo>
                    <a:pt x="7722560" y="1862599"/>
                  </a:lnTo>
                  <a:lnTo>
                    <a:pt x="7807958" y="1870422"/>
                  </a:lnTo>
                  <a:lnTo>
                    <a:pt x="7882618" y="1876458"/>
                  </a:lnTo>
                  <a:lnTo>
                    <a:pt x="7942983" y="1880797"/>
                  </a:lnTo>
                  <a:lnTo>
                    <a:pt x="7987026" y="1883629"/>
                  </a:lnTo>
                  <a:lnTo>
                    <a:pt x="8014801" y="1885235"/>
                  </a:lnTo>
                  <a:lnTo>
                    <a:pt x="8028577" y="1885954"/>
                  </a:lnTo>
                  <a:lnTo>
                    <a:pt x="8032630" y="1886146"/>
                  </a:lnTo>
                  <a:lnTo>
                    <a:pt x="8032819" y="1886155"/>
                  </a:lnTo>
                  <a:lnTo>
                    <a:pt x="8554953" y="1886155"/>
                  </a:lnTo>
                  <a:lnTo>
                    <a:pt x="8554953" y="1880507"/>
                  </a:lnTo>
                  <a:lnTo>
                    <a:pt x="8032819" y="1880507"/>
                  </a:lnTo>
                  <a:lnTo>
                    <a:pt x="8031605" y="1880452"/>
                  </a:lnTo>
                  <a:lnTo>
                    <a:pt x="8023661" y="1880059"/>
                  </a:lnTo>
                  <a:lnTo>
                    <a:pt x="8003771" y="1878970"/>
                  </a:lnTo>
                  <a:lnTo>
                    <a:pt x="7968555" y="1876832"/>
                  </a:lnTo>
                  <a:lnTo>
                    <a:pt x="7916768" y="1873326"/>
                  </a:lnTo>
                  <a:lnTo>
                    <a:pt x="7849370" y="1868213"/>
                  </a:lnTo>
                  <a:lnTo>
                    <a:pt x="7769193" y="1861349"/>
                  </a:lnTo>
                  <a:lnTo>
                    <a:pt x="7680236" y="1852685"/>
                  </a:lnTo>
                  <a:lnTo>
                    <a:pt x="7586828" y="1842237"/>
                  </a:lnTo>
                  <a:lnTo>
                    <a:pt x="7492905" y="1830047"/>
                  </a:lnTo>
                  <a:lnTo>
                    <a:pt x="7401555" y="1816142"/>
                  </a:lnTo>
                  <a:lnTo>
                    <a:pt x="7314866" y="1800504"/>
                  </a:lnTo>
                  <a:lnTo>
                    <a:pt x="7233982" y="1783050"/>
                  </a:lnTo>
                  <a:lnTo>
                    <a:pt x="7159284" y="1763622"/>
                  </a:lnTo>
                  <a:lnTo>
                    <a:pt x="7090591" y="1741989"/>
                  </a:lnTo>
                  <a:lnTo>
                    <a:pt x="7027355" y="1717852"/>
                  </a:lnTo>
                  <a:lnTo>
                    <a:pt x="6968807" y="1690853"/>
                  </a:lnTo>
                  <a:lnTo>
                    <a:pt x="6914069" y="1660603"/>
                  </a:lnTo>
                  <a:lnTo>
                    <a:pt x="6862243" y="1626720"/>
                  </a:lnTo>
                  <a:lnTo>
                    <a:pt x="6812481" y="1588909"/>
                  </a:lnTo>
                  <a:lnTo>
                    <a:pt x="6786527" y="1567089"/>
                  </a:lnTo>
                  <a:lnTo>
                    <a:pt x="6743591" y="1527915"/>
                  </a:lnTo>
                  <a:lnTo>
                    <a:pt x="6701070" y="1485443"/>
                  </a:lnTo>
                  <a:lnTo>
                    <a:pt x="6658643" y="1439611"/>
                  </a:lnTo>
                  <a:lnTo>
                    <a:pt x="6616067" y="1390428"/>
                  </a:lnTo>
                  <a:lnTo>
                    <a:pt x="6573175" y="1337987"/>
                  </a:lnTo>
                  <a:lnTo>
                    <a:pt x="6529861" y="1282466"/>
                  </a:lnTo>
                  <a:lnTo>
                    <a:pt x="6486080" y="1224138"/>
                  </a:lnTo>
                  <a:lnTo>
                    <a:pt x="6441839" y="1163364"/>
                  </a:lnTo>
                  <a:lnTo>
                    <a:pt x="6397191" y="1100592"/>
                  </a:lnTo>
                  <a:lnTo>
                    <a:pt x="6352224" y="1036340"/>
                  </a:lnTo>
                  <a:lnTo>
                    <a:pt x="6307057" y="971184"/>
                  </a:lnTo>
                  <a:lnTo>
                    <a:pt x="6261823" y="905734"/>
                  </a:lnTo>
                  <a:lnTo>
                    <a:pt x="6216663" y="840612"/>
                  </a:lnTo>
                  <a:lnTo>
                    <a:pt x="6171711" y="776427"/>
                  </a:lnTo>
                  <a:lnTo>
                    <a:pt x="6127083" y="713751"/>
                  </a:lnTo>
                  <a:lnTo>
                    <a:pt x="6082867" y="653101"/>
                  </a:lnTo>
                  <a:lnTo>
                    <a:pt x="6039112" y="594918"/>
                  </a:lnTo>
                  <a:lnTo>
                    <a:pt x="5995823" y="539560"/>
                  </a:lnTo>
                  <a:lnTo>
                    <a:pt x="5952951" y="487293"/>
                  </a:lnTo>
                  <a:lnTo>
                    <a:pt x="5910388" y="438293"/>
                  </a:lnTo>
                  <a:lnTo>
                    <a:pt x="5867963" y="392646"/>
                  </a:lnTo>
                  <a:lnTo>
                    <a:pt x="5825429" y="350357"/>
                  </a:lnTo>
                  <a:lnTo>
                    <a:pt x="5784835" y="313417"/>
                  </a:lnTo>
                  <a:lnTo>
                    <a:pt x="5735869" y="273453"/>
                  </a:lnTo>
                  <a:lnTo>
                    <a:pt x="5685242" y="237503"/>
                  </a:lnTo>
                  <a:lnTo>
                    <a:pt x="5632168" y="205359"/>
                  </a:lnTo>
                  <a:lnTo>
                    <a:pt x="5575764" y="176675"/>
                  </a:lnTo>
                  <a:lnTo>
                    <a:pt x="5515133" y="151059"/>
                  </a:lnTo>
                  <a:lnTo>
                    <a:pt x="5449437" y="128132"/>
                  </a:lnTo>
                  <a:lnTo>
                    <a:pt x="5377991" y="107561"/>
                  </a:lnTo>
                  <a:lnTo>
                    <a:pt x="5300400" y="89078"/>
                  </a:lnTo>
                  <a:lnTo>
                    <a:pt x="5216718" y="72486"/>
                  </a:lnTo>
                  <a:lnTo>
                    <a:pt x="5127658" y="57663"/>
                  </a:lnTo>
                  <a:lnTo>
                    <a:pt x="5034786" y="44557"/>
                  </a:lnTo>
                  <a:lnTo>
                    <a:pt x="4940661" y="33175"/>
                  </a:lnTo>
                  <a:lnTo>
                    <a:pt x="4848802" y="23555"/>
                  </a:lnTo>
                  <a:lnTo>
                    <a:pt x="4763404" y="15732"/>
                  </a:lnTo>
                  <a:lnTo>
                    <a:pt x="4688744" y="9696"/>
                  </a:lnTo>
                  <a:lnTo>
                    <a:pt x="4628379" y="5357"/>
                  </a:lnTo>
                  <a:lnTo>
                    <a:pt x="4584336" y="2525"/>
                  </a:lnTo>
                  <a:lnTo>
                    <a:pt x="4556561" y="919"/>
                  </a:lnTo>
                  <a:lnTo>
                    <a:pt x="4542785" y="200"/>
                  </a:lnTo>
                  <a:lnTo>
                    <a:pt x="4538732" y="8"/>
                  </a:lnTo>
                  <a:lnTo>
                    <a:pt x="4538543" y="0"/>
                  </a:lnTo>
                  <a:lnTo>
                    <a:pt x="4016409" y="0"/>
                  </a:lnTo>
                  <a:lnTo>
                    <a:pt x="4015171" y="41"/>
                  </a:lnTo>
                  <a:lnTo>
                    <a:pt x="4007073" y="341"/>
                  </a:lnTo>
                  <a:lnTo>
                    <a:pt x="3986809" y="1168"/>
                  </a:lnTo>
                  <a:lnTo>
                    <a:pt x="3950968" y="2793"/>
                  </a:lnTo>
                  <a:lnTo>
                    <a:pt x="3898331" y="5456"/>
                  </a:lnTo>
                  <a:lnTo>
                    <a:pt x="3829944" y="9336"/>
                  </a:lnTo>
                  <a:lnTo>
                    <a:pt x="3748753" y="14541"/>
                  </a:lnTo>
                  <a:lnTo>
                    <a:pt x="3658869" y="21106"/>
                  </a:lnTo>
                  <a:lnTo>
                    <a:pt x="3564704" y="29015"/>
                  </a:lnTo>
                  <a:lnTo>
                    <a:pt x="3470233" y="38237"/>
                  </a:lnTo>
                  <a:lnTo>
                    <a:pt x="3378544" y="48753"/>
                  </a:lnTo>
                  <a:lnTo>
                    <a:pt x="3291695" y="60580"/>
                  </a:lnTo>
                  <a:lnTo>
                    <a:pt x="3210785" y="73787"/>
                  </a:lnTo>
                  <a:lnTo>
                    <a:pt x="3136147" y="88495"/>
                  </a:lnTo>
                  <a:lnTo>
                    <a:pt x="3067557" y="104887"/>
                  </a:lnTo>
                  <a:lnTo>
                    <a:pt x="3004426" y="123195"/>
                  </a:lnTo>
                  <a:lnTo>
                    <a:pt x="2945954" y="143695"/>
                  </a:lnTo>
                  <a:lnTo>
                    <a:pt x="2891239" y="166682"/>
                  </a:lnTo>
                  <a:lnTo>
                    <a:pt x="2839367" y="192443"/>
                  </a:lnTo>
                  <a:lnTo>
                    <a:pt x="2789485" y="221189"/>
                  </a:lnTo>
                  <a:lnTo>
                    <a:pt x="2770117" y="233416"/>
                  </a:lnTo>
                  <a:lnTo>
                    <a:pt x="2723661" y="265108"/>
                  </a:lnTo>
                  <a:lnTo>
                    <a:pt x="2677658" y="299683"/>
                  </a:lnTo>
                  <a:lnTo>
                    <a:pt x="2631713" y="337193"/>
                  </a:lnTo>
                  <a:lnTo>
                    <a:pt x="2585539" y="377613"/>
                  </a:lnTo>
                  <a:lnTo>
                    <a:pt x="2538946" y="420834"/>
                  </a:lnTo>
                  <a:lnTo>
                    <a:pt x="2491830" y="466653"/>
                  </a:lnTo>
                  <a:lnTo>
                    <a:pt x="2444165" y="514773"/>
                  </a:lnTo>
                  <a:lnTo>
                    <a:pt x="2395991" y="564811"/>
                  </a:lnTo>
                  <a:lnTo>
                    <a:pt x="2347405" y="616299"/>
                  </a:lnTo>
                  <a:lnTo>
                    <a:pt x="2298546" y="668708"/>
                  </a:lnTo>
                  <a:lnTo>
                    <a:pt x="2249581" y="721468"/>
                  </a:lnTo>
                  <a:lnTo>
                    <a:pt x="2200687" y="773992"/>
                  </a:lnTo>
                  <a:lnTo>
                    <a:pt x="2152036" y="825704"/>
                  </a:lnTo>
                  <a:lnTo>
                    <a:pt x="2103772" y="876064"/>
                  </a:lnTo>
                  <a:lnTo>
                    <a:pt x="2056002" y="924593"/>
                  </a:lnTo>
                  <a:lnTo>
                    <a:pt x="2008778" y="970889"/>
                  </a:lnTo>
                  <a:lnTo>
                    <a:pt x="1962089" y="1014637"/>
                  </a:lnTo>
                  <a:lnTo>
                    <a:pt x="1915845" y="1055617"/>
                  </a:lnTo>
                  <a:lnTo>
                    <a:pt x="1869874" y="1093702"/>
                  </a:lnTo>
                  <a:lnTo>
                    <a:pt x="1823910" y="1128850"/>
                  </a:lnTo>
                  <a:lnTo>
                    <a:pt x="1777579" y="1161099"/>
                  </a:lnTo>
                  <a:lnTo>
                    <a:pt x="1768425" y="1167082"/>
                  </a:lnTo>
                  <a:lnTo>
                    <a:pt x="1719124" y="1197035"/>
                  </a:lnTo>
                  <a:lnTo>
                    <a:pt x="1668136" y="1223960"/>
                  </a:lnTo>
                  <a:lnTo>
                    <a:pt x="1614655" y="1248013"/>
                  </a:lnTo>
                  <a:lnTo>
                    <a:pt x="1557781" y="1269462"/>
                  </a:lnTo>
                  <a:lnTo>
                    <a:pt x="1496598" y="1288603"/>
                  </a:lnTo>
                  <a:lnTo>
                    <a:pt x="1430255" y="1305724"/>
                  </a:lnTo>
                  <a:lnTo>
                    <a:pt x="1358063" y="1321074"/>
                  </a:lnTo>
                  <a:lnTo>
                    <a:pt x="1279634" y="1334858"/>
                  </a:lnTo>
                  <a:lnTo>
                    <a:pt x="1195052" y="1347220"/>
                  </a:lnTo>
                  <a:lnTo>
                    <a:pt x="1105090" y="1358251"/>
                  </a:lnTo>
                  <a:lnTo>
                    <a:pt x="1011409" y="1367986"/>
                  </a:lnTo>
                  <a:lnTo>
                    <a:pt x="916690" y="1376419"/>
                  </a:lnTo>
                  <a:lnTo>
                    <a:pt x="824594" y="1383519"/>
                  </a:lnTo>
                  <a:lnTo>
                    <a:pt x="739433" y="1389261"/>
                  </a:lnTo>
                  <a:lnTo>
                    <a:pt x="665539" y="1393658"/>
                  </a:lnTo>
                  <a:lnTo>
                    <a:pt x="606421" y="1396786"/>
                  </a:lnTo>
                  <a:lnTo>
                    <a:pt x="563945" y="1398796"/>
                  </a:lnTo>
                  <a:lnTo>
                    <a:pt x="537804" y="1399908"/>
                  </a:lnTo>
                  <a:lnTo>
                    <a:pt x="525424" y="1400383"/>
                  </a:lnTo>
                  <a:lnTo>
                    <a:pt x="522133" y="1400498"/>
                  </a:lnTo>
                  <a:lnTo>
                    <a:pt x="0" y="1400498"/>
                  </a:lnTo>
                  <a:close/>
                </a:path>
              </a:pathLst>
            </a:custGeom>
            <a:solidFill>
              <a:srgbClr val="F28E5B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924" name="pl924"/>
            <p:cNvSpPr/>
            <p:nvPr/>
          </p:nvSpPr>
          <p:spPr>
            <a:xfrm>
              <a:off x="386606" y="2202036"/>
              <a:ext cx="8554953" cy="1880507"/>
            </a:xfrm>
            <a:custGeom>
              <a:avLst/>
              <a:pathLst>
                <a:path w="8554953" h="1880507">
                  <a:moveTo>
                    <a:pt x="0" y="1400498"/>
                  </a:moveTo>
                  <a:lnTo>
                    <a:pt x="522133" y="1400498"/>
                  </a:lnTo>
                  <a:lnTo>
                    <a:pt x="523371" y="1400456"/>
                  </a:lnTo>
                  <a:lnTo>
                    <a:pt x="531469" y="1400157"/>
                  </a:lnTo>
                  <a:lnTo>
                    <a:pt x="551733" y="1399329"/>
                  </a:lnTo>
                  <a:lnTo>
                    <a:pt x="587574" y="1397704"/>
                  </a:lnTo>
                  <a:lnTo>
                    <a:pt x="640211" y="1395042"/>
                  </a:lnTo>
                  <a:lnTo>
                    <a:pt x="708598" y="1391161"/>
                  </a:lnTo>
                  <a:lnTo>
                    <a:pt x="789790" y="1385956"/>
                  </a:lnTo>
                  <a:lnTo>
                    <a:pt x="879673" y="1379392"/>
                  </a:lnTo>
                  <a:lnTo>
                    <a:pt x="973838" y="1371483"/>
                  </a:lnTo>
                  <a:lnTo>
                    <a:pt x="1068309" y="1362261"/>
                  </a:lnTo>
                  <a:lnTo>
                    <a:pt x="1159998" y="1351744"/>
                  </a:lnTo>
                  <a:lnTo>
                    <a:pt x="1246848" y="1339917"/>
                  </a:lnTo>
                  <a:lnTo>
                    <a:pt x="1327757" y="1326711"/>
                  </a:lnTo>
                  <a:lnTo>
                    <a:pt x="1402395" y="1312002"/>
                  </a:lnTo>
                  <a:lnTo>
                    <a:pt x="1470985" y="1295610"/>
                  </a:lnTo>
                  <a:lnTo>
                    <a:pt x="1534116" y="1277302"/>
                  </a:lnTo>
                  <a:lnTo>
                    <a:pt x="1592588" y="1256803"/>
                  </a:lnTo>
                  <a:lnTo>
                    <a:pt x="1647303" y="1233816"/>
                  </a:lnTo>
                  <a:lnTo>
                    <a:pt x="1699175" y="1208055"/>
                  </a:lnTo>
                  <a:lnTo>
                    <a:pt x="1749057" y="1179309"/>
                  </a:lnTo>
                  <a:lnTo>
                    <a:pt x="1768425" y="1167082"/>
                  </a:lnTo>
                  <a:lnTo>
                    <a:pt x="1814881" y="1135390"/>
                  </a:lnTo>
                  <a:lnTo>
                    <a:pt x="1860884" y="1100815"/>
                  </a:lnTo>
                  <a:lnTo>
                    <a:pt x="1906829" y="1063305"/>
                  </a:lnTo>
                  <a:lnTo>
                    <a:pt x="1953003" y="1022884"/>
                  </a:lnTo>
                  <a:lnTo>
                    <a:pt x="1999596" y="979664"/>
                  </a:lnTo>
                  <a:lnTo>
                    <a:pt x="2046712" y="933845"/>
                  </a:lnTo>
                  <a:lnTo>
                    <a:pt x="2094377" y="885724"/>
                  </a:lnTo>
                  <a:lnTo>
                    <a:pt x="2142551" y="835687"/>
                  </a:lnTo>
                  <a:lnTo>
                    <a:pt x="2191137" y="784199"/>
                  </a:lnTo>
                  <a:lnTo>
                    <a:pt x="2239996" y="731789"/>
                  </a:lnTo>
                  <a:lnTo>
                    <a:pt x="2288961" y="679029"/>
                  </a:lnTo>
                  <a:lnTo>
                    <a:pt x="2337855" y="626505"/>
                  </a:lnTo>
                  <a:lnTo>
                    <a:pt x="2386507" y="574793"/>
                  </a:lnTo>
                  <a:lnTo>
                    <a:pt x="2434771" y="524433"/>
                  </a:lnTo>
                  <a:lnTo>
                    <a:pt x="2482541" y="475904"/>
                  </a:lnTo>
                  <a:lnTo>
                    <a:pt x="2529764" y="429608"/>
                  </a:lnTo>
                  <a:lnTo>
                    <a:pt x="2576454" y="385860"/>
                  </a:lnTo>
                  <a:lnTo>
                    <a:pt x="2622698" y="344880"/>
                  </a:lnTo>
                  <a:lnTo>
                    <a:pt x="2668668" y="306796"/>
                  </a:lnTo>
                  <a:lnTo>
                    <a:pt x="2714632" y="271648"/>
                  </a:lnTo>
                  <a:lnTo>
                    <a:pt x="2760963" y="239399"/>
                  </a:lnTo>
                  <a:lnTo>
                    <a:pt x="2770117" y="233416"/>
                  </a:lnTo>
                  <a:lnTo>
                    <a:pt x="2819418" y="203462"/>
                  </a:lnTo>
                  <a:lnTo>
                    <a:pt x="2870406" y="176538"/>
                  </a:lnTo>
                  <a:lnTo>
                    <a:pt x="2923888" y="152484"/>
                  </a:lnTo>
                  <a:lnTo>
                    <a:pt x="2980762" y="131035"/>
                  </a:lnTo>
                  <a:lnTo>
                    <a:pt x="3041944" y="111894"/>
                  </a:lnTo>
                  <a:lnTo>
                    <a:pt x="3108287" y="94774"/>
                  </a:lnTo>
                  <a:lnTo>
                    <a:pt x="3180479" y="79423"/>
                  </a:lnTo>
                  <a:lnTo>
                    <a:pt x="3258908" y="65640"/>
                  </a:lnTo>
                  <a:lnTo>
                    <a:pt x="3343490" y="53278"/>
                  </a:lnTo>
                  <a:lnTo>
                    <a:pt x="3433452" y="42247"/>
                  </a:lnTo>
                  <a:lnTo>
                    <a:pt x="3527133" y="32512"/>
                  </a:lnTo>
                  <a:lnTo>
                    <a:pt x="3621852" y="24079"/>
                  </a:lnTo>
                  <a:lnTo>
                    <a:pt x="3713948" y="16979"/>
                  </a:lnTo>
                  <a:lnTo>
                    <a:pt x="3799109" y="11236"/>
                  </a:lnTo>
                  <a:lnTo>
                    <a:pt x="3873003" y="6839"/>
                  </a:lnTo>
                  <a:lnTo>
                    <a:pt x="3932121" y="3712"/>
                  </a:lnTo>
                  <a:lnTo>
                    <a:pt x="3974597" y="1702"/>
                  </a:lnTo>
                  <a:lnTo>
                    <a:pt x="4000739" y="590"/>
                  </a:lnTo>
                  <a:lnTo>
                    <a:pt x="4013118" y="114"/>
                  </a:lnTo>
                  <a:lnTo>
                    <a:pt x="4016330" y="2"/>
                  </a:lnTo>
                  <a:lnTo>
                    <a:pt x="4016409" y="0"/>
                  </a:lnTo>
                  <a:lnTo>
                    <a:pt x="4538543" y="0"/>
                  </a:lnTo>
                  <a:lnTo>
                    <a:pt x="4539757" y="55"/>
                  </a:lnTo>
                  <a:lnTo>
                    <a:pt x="4547700" y="448"/>
                  </a:lnTo>
                  <a:lnTo>
                    <a:pt x="4567591" y="1537"/>
                  </a:lnTo>
                  <a:lnTo>
                    <a:pt x="4602807" y="3675"/>
                  </a:lnTo>
                  <a:lnTo>
                    <a:pt x="4654594" y="7181"/>
                  </a:lnTo>
                  <a:lnTo>
                    <a:pt x="4721992" y="12294"/>
                  </a:lnTo>
                  <a:lnTo>
                    <a:pt x="4802169" y="19158"/>
                  </a:lnTo>
                  <a:lnTo>
                    <a:pt x="4891126" y="27822"/>
                  </a:lnTo>
                  <a:lnTo>
                    <a:pt x="4984534" y="38270"/>
                  </a:lnTo>
                  <a:lnTo>
                    <a:pt x="5078457" y="50460"/>
                  </a:lnTo>
                  <a:lnTo>
                    <a:pt x="5169807" y="64364"/>
                  </a:lnTo>
                  <a:lnTo>
                    <a:pt x="5256496" y="80003"/>
                  </a:lnTo>
                  <a:lnTo>
                    <a:pt x="5337380" y="97457"/>
                  </a:lnTo>
                  <a:lnTo>
                    <a:pt x="5412078" y="116885"/>
                  </a:lnTo>
                  <a:lnTo>
                    <a:pt x="5480771" y="138518"/>
                  </a:lnTo>
                  <a:lnTo>
                    <a:pt x="5544007" y="162655"/>
                  </a:lnTo>
                  <a:lnTo>
                    <a:pt x="5602555" y="189654"/>
                  </a:lnTo>
                  <a:lnTo>
                    <a:pt x="5657293" y="219904"/>
                  </a:lnTo>
                  <a:lnTo>
                    <a:pt x="5709119" y="253787"/>
                  </a:lnTo>
                  <a:lnTo>
                    <a:pt x="5758881" y="291598"/>
                  </a:lnTo>
                  <a:lnTo>
                    <a:pt x="5784835" y="313417"/>
                  </a:lnTo>
                  <a:lnTo>
                    <a:pt x="5827771" y="352592"/>
                  </a:lnTo>
                  <a:lnTo>
                    <a:pt x="5870291" y="395064"/>
                  </a:lnTo>
                  <a:lnTo>
                    <a:pt x="5912719" y="440896"/>
                  </a:lnTo>
                  <a:lnTo>
                    <a:pt x="5955295" y="490078"/>
                  </a:lnTo>
                  <a:lnTo>
                    <a:pt x="5998187" y="542520"/>
                  </a:lnTo>
                  <a:lnTo>
                    <a:pt x="6041501" y="598041"/>
                  </a:lnTo>
                  <a:lnTo>
                    <a:pt x="6085282" y="656369"/>
                  </a:lnTo>
                  <a:lnTo>
                    <a:pt x="6129523" y="717143"/>
                  </a:lnTo>
                  <a:lnTo>
                    <a:pt x="6174171" y="779915"/>
                  </a:lnTo>
                  <a:lnTo>
                    <a:pt x="6219138" y="844167"/>
                  </a:lnTo>
                  <a:lnTo>
                    <a:pt x="6264305" y="909323"/>
                  </a:lnTo>
                  <a:lnTo>
                    <a:pt x="6309539" y="974773"/>
                  </a:lnTo>
                  <a:lnTo>
                    <a:pt x="6354699" y="1039895"/>
                  </a:lnTo>
                  <a:lnTo>
                    <a:pt x="6399651" y="1104080"/>
                  </a:lnTo>
                  <a:lnTo>
                    <a:pt x="6444279" y="1166756"/>
                  </a:lnTo>
                  <a:lnTo>
                    <a:pt x="6488495" y="1227406"/>
                  </a:lnTo>
                  <a:lnTo>
                    <a:pt x="6532250" y="1285589"/>
                  </a:lnTo>
                  <a:lnTo>
                    <a:pt x="6575539" y="1340947"/>
                  </a:lnTo>
                  <a:lnTo>
                    <a:pt x="6618411" y="1393214"/>
                  </a:lnTo>
                  <a:lnTo>
                    <a:pt x="6660974" y="1442214"/>
                  </a:lnTo>
                  <a:lnTo>
                    <a:pt x="6703399" y="1487861"/>
                  </a:lnTo>
                  <a:lnTo>
                    <a:pt x="6745933" y="1530149"/>
                  </a:lnTo>
                  <a:lnTo>
                    <a:pt x="6786527" y="1567089"/>
                  </a:lnTo>
                  <a:lnTo>
                    <a:pt x="6835493" y="1607054"/>
                  </a:lnTo>
                  <a:lnTo>
                    <a:pt x="6886119" y="1643004"/>
                  </a:lnTo>
                  <a:lnTo>
                    <a:pt x="6939194" y="1675148"/>
                  </a:lnTo>
                  <a:lnTo>
                    <a:pt x="6995598" y="1703832"/>
                  </a:lnTo>
                  <a:lnTo>
                    <a:pt x="7056229" y="1729448"/>
                  </a:lnTo>
                  <a:lnTo>
                    <a:pt x="7121925" y="1752375"/>
                  </a:lnTo>
                  <a:lnTo>
                    <a:pt x="7193371" y="1772946"/>
                  </a:lnTo>
                  <a:lnTo>
                    <a:pt x="7270962" y="1791429"/>
                  </a:lnTo>
                  <a:lnTo>
                    <a:pt x="7354644" y="1808021"/>
                  </a:lnTo>
                  <a:lnTo>
                    <a:pt x="7443704" y="1822844"/>
                  </a:lnTo>
                  <a:lnTo>
                    <a:pt x="7536576" y="1835950"/>
                  </a:lnTo>
                  <a:lnTo>
                    <a:pt x="7630701" y="1847332"/>
                  </a:lnTo>
                  <a:lnTo>
                    <a:pt x="7722560" y="1856952"/>
                  </a:lnTo>
                  <a:lnTo>
                    <a:pt x="7807958" y="1864775"/>
                  </a:lnTo>
                  <a:lnTo>
                    <a:pt x="7882618" y="1870811"/>
                  </a:lnTo>
                  <a:lnTo>
                    <a:pt x="7942983" y="1875150"/>
                  </a:lnTo>
                  <a:lnTo>
                    <a:pt x="7987026" y="1877982"/>
                  </a:lnTo>
                  <a:lnTo>
                    <a:pt x="8014801" y="1879588"/>
                  </a:lnTo>
                  <a:lnTo>
                    <a:pt x="8028577" y="1880307"/>
                  </a:lnTo>
                  <a:lnTo>
                    <a:pt x="8032630" y="1880499"/>
                  </a:lnTo>
                  <a:lnTo>
                    <a:pt x="8032819" y="1880507"/>
                  </a:lnTo>
                  <a:lnTo>
                    <a:pt x="8554953" y="1880507"/>
                  </a:lnTo>
                  <a:lnTo>
                    <a:pt x="8554953" y="1880507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925" name="pl925"/>
            <p:cNvSpPr/>
            <p:nvPr/>
          </p:nvSpPr>
          <p:spPr>
            <a:xfrm>
              <a:off x="386606" y="2196388"/>
              <a:ext cx="8554953" cy="1880507"/>
            </a:xfrm>
            <a:custGeom>
              <a:avLst/>
              <a:pathLst>
                <a:path w="8554953" h="1880507">
                  <a:moveTo>
                    <a:pt x="8554953" y="1880507"/>
                  </a:moveTo>
                  <a:lnTo>
                    <a:pt x="8032819" y="1880507"/>
                  </a:lnTo>
                  <a:lnTo>
                    <a:pt x="8031605" y="1880452"/>
                  </a:lnTo>
                  <a:lnTo>
                    <a:pt x="8023661" y="1880059"/>
                  </a:lnTo>
                  <a:lnTo>
                    <a:pt x="8003771" y="1878970"/>
                  </a:lnTo>
                  <a:lnTo>
                    <a:pt x="7968555" y="1876832"/>
                  </a:lnTo>
                  <a:lnTo>
                    <a:pt x="7916768" y="1873326"/>
                  </a:lnTo>
                  <a:lnTo>
                    <a:pt x="7849370" y="1868213"/>
                  </a:lnTo>
                  <a:lnTo>
                    <a:pt x="7769193" y="1861349"/>
                  </a:lnTo>
                  <a:lnTo>
                    <a:pt x="7680236" y="1852685"/>
                  </a:lnTo>
                  <a:lnTo>
                    <a:pt x="7586828" y="1842237"/>
                  </a:lnTo>
                  <a:lnTo>
                    <a:pt x="7492905" y="1830047"/>
                  </a:lnTo>
                  <a:lnTo>
                    <a:pt x="7401555" y="1816142"/>
                  </a:lnTo>
                  <a:lnTo>
                    <a:pt x="7314866" y="1800504"/>
                  </a:lnTo>
                  <a:lnTo>
                    <a:pt x="7233982" y="1783050"/>
                  </a:lnTo>
                  <a:lnTo>
                    <a:pt x="7159284" y="1763622"/>
                  </a:lnTo>
                  <a:lnTo>
                    <a:pt x="7090591" y="1741989"/>
                  </a:lnTo>
                  <a:lnTo>
                    <a:pt x="7027355" y="1717852"/>
                  </a:lnTo>
                  <a:lnTo>
                    <a:pt x="6968807" y="1690853"/>
                  </a:lnTo>
                  <a:lnTo>
                    <a:pt x="6914069" y="1660603"/>
                  </a:lnTo>
                  <a:lnTo>
                    <a:pt x="6862243" y="1626720"/>
                  </a:lnTo>
                  <a:lnTo>
                    <a:pt x="6812481" y="1588909"/>
                  </a:lnTo>
                  <a:lnTo>
                    <a:pt x="6786527" y="1567089"/>
                  </a:lnTo>
                  <a:lnTo>
                    <a:pt x="6743591" y="1527915"/>
                  </a:lnTo>
                  <a:lnTo>
                    <a:pt x="6701070" y="1485443"/>
                  </a:lnTo>
                  <a:lnTo>
                    <a:pt x="6658643" y="1439611"/>
                  </a:lnTo>
                  <a:lnTo>
                    <a:pt x="6616067" y="1390428"/>
                  </a:lnTo>
                  <a:lnTo>
                    <a:pt x="6573175" y="1337987"/>
                  </a:lnTo>
                  <a:lnTo>
                    <a:pt x="6529861" y="1282466"/>
                  </a:lnTo>
                  <a:lnTo>
                    <a:pt x="6486080" y="1224138"/>
                  </a:lnTo>
                  <a:lnTo>
                    <a:pt x="6441839" y="1163364"/>
                  </a:lnTo>
                  <a:lnTo>
                    <a:pt x="6397191" y="1100592"/>
                  </a:lnTo>
                  <a:lnTo>
                    <a:pt x="6352224" y="1036340"/>
                  </a:lnTo>
                  <a:lnTo>
                    <a:pt x="6307057" y="971184"/>
                  </a:lnTo>
                  <a:lnTo>
                    <a:pt x="6261823" y="905734"/>
                  </a:lnTo>
                  <a:lnTo>
                    <a:pt x="6216663" y="840612"/>
                  </a:lnTo>
                  <a:lnTo>
                    <a:pt x="6171711" y="776427"/>
                  </a:lnTo>
                  <a:lnTo>
                    <a:pt x="6127083" y="713751"/>
                  </a:lnTo>
                  <a:lnTo>
                    <a:pt x="6082867" y="653101"/>
                  </a:lnTo>
                  <a:lnTo>
                    <a:pt x="6039112" y="594918"/>
                  </a:lnTo>
                  <a:lnTo>
                    <a:pt x="5995823" y="539560"/>
                  </a:lnTo>
                  <a:lnTo>
                    <a:pt x="5952951" y="487293"/>
                  </a:lnTo>
                  <a:lnTo>
                    <a:pt x="5910388" y="438293"/>
                  </a:lnTo>
                  <a:lnTo>
                    <a:pt x="5867963" y="392646"/>
                  </a:lnTo>
                  <a:lnTo>
                    <a:pt x="5825429" y="350357"/>
                  </a:lnTo>
                  <a:lnTo>
                    <a:pt x="5784835" y="313417"/>
                  </a:lnTo>
                  <a:lnTo>
                    <a:pt x="5735869" y="273453"/>
                  </a:lnTo>
                  <a:lnTo>
                    <a:pt x="5685242" y="237503"/>
                  </a:lnTo>
                  <a:lnTo>
                    <a:pt x="5632168" y="205359"/>
                  </a:lnTo>
                  <a:lnTo>
                    <a:pt x="5575764" y="176675"/>
                  </a:lnTo>
                  <a:lnTo>
                    <a:pt x="5515133" y="151059"/>
                  </a:lnTo>
                  <a:lnTo>
                    <a:pt x="5449437" y="128132"/>
                  </a:lnTo>
                  <a:lnTo>
                    <a:pt x="5377991" y="107561"/>
                  </a:lnTo>
                  <a:lnTo>
                    <a:pt x="5300400" y="89078"/>
                  </a:lnTo>
                  <a:lnTo>
                    <a:pt x="5216718" y="72486"/>
                  </a:lnTo>
                  <a:lnTo>
                    <a:pt x="5127658" y="57663"/>
                  </a:lnTo>
                  <a:lnTo>
                    <a:pt x="5034786" y="44557"/>
                  </a:lnTo>
                  <a:lnTo>
                    <a:pt x="4940661" y="33175"/>
                  </a:lnTo>
                  <a:lnTo>
                    <a:pt x="4848802" y="23555"/>
                  </a:lnTo>
                  <a:lnTo>
                    <a:pt x="4763404" y="15732"/>
                  </a:lnTo>
                  <a:lnTo>
                    <a:pt x="4688744" y="9696"/>
                  </a:lnTo>
                  <a:lnTo>
                    <a:pt x="4628379" y="5357"/>
                  </a:lnTo>
                  <a:lnTo>
                    <a:pt x="4584336" y="2525"/>
                  </a:lnTo>
                  <a:lnTo>
                    <a:pt x="4556561" y="919"/>
                  </a:lnTo>
                  <a:lnTo>
                    <a:pt x="4542785" y="200"/>
                  </a:lnTo>
                  <a:lnTo>
                    <a:pt x="4538732" y="8"/>
                  </a:lnTo>
                  <a:lnTo>
                    <a:pt x="4538543" y="0"/>
                  </a:lnTo>
                  <a:lnTo>
                    <a:pt x="4016409" y="0"/>
                  </a:lnTo>
                  <a:lnTo>
                    <a:pt x="4015171" y="41"/>
                  </a:lnTo>
                  <a:lnTo>
                    <a:pt x="4007073" y="341"/>
                  </a:lnTo>
                  <a:lnTo>
                    <a:pt x="3986809" y="1168"/>
                  </a:lnTo>
                  <a:lnTo>
                    <a:pt x="3950968" y="2793"/>
                  </a:lnTo>
                  <a:lnTo>
                    <a:pt x="3898331" y="5456"/>
                  </a:lnTo>
                  <a:lnTo>
                    <a:pt x="3829944" y="9336"/>
                  </a:lnTo>
                  <a:lnTo>
                    <a:pt x="3748753" y="14541"/>
                  </a:lnTo>
                  <a:lnTo>
                    <a:pt x="3658869" y="21106"/>
                  </a:lnTo>
                  <a:lnTo>
                    <a:pt x="3564704" y="29015"/>
                  </a:lnTo>
                  <a:lnTo>
                    <a:pt x="3470233" y="38237"/>
                  </a:lnTo>
                  <a:lnTo>
                    <a:pt x="3378544" y="48753"/>
                  </a:lnTo>
                  <a:lnTo>
                    <a:pt x="3291695" y="60580"/>
                  </a:lnTo>
                  <a:lnTo>
                    <a:pt x="3210785" y="73787"/>
                  </a:lnTo>
                  <a:lnTo>
                    <a:pt x="3136147" y="88495"/>
                  </a:lnTo>
                  <a:lnTo>
                    <a:pt x="3067557" y="104887"/>
                  </a:lnTo>
                  <a:lnTo>
                    <a:pt x="3004426" y="123195"/>
                  </a:lnTo>
                  <a:lnTo>
                    <a:pt x="2945954" y="143695"/>
                  </a:lnTo>
                  <a:lnTo>
                    <a:pt x="2891239" y="166682"/>
                  </a:lnTo>
                  <a:lnTo>
                    <a:pt x="2839367" y="192443"/>
                  </a:lnTo>
                  <a:lnTo>
                    <a:pt x="2789485" y="221189"/>
                  </a:lnTo>
                  <a:lnTo>
                    <a:pt x="2770117" y="233416"/>
                  </a:lnTo>
                  <a:lnTo>
                    <a:pt x="2723661" y="265108"/>
                  </a:lnTo>
                  <a:lnTo>
                    <a:pt x="2677658" y="299683"/>
                  </a:lnTo>
                  <a:lnTo>
                    <a:pt x="2631713" y="337193"/>
                  </a:lnTo>
                  <a:lnTo>
                    <a:pt x="2585539" y="377613"/>
                  </a:lnTo>
                  <a:lnTo>
                    <a:pt x="2538946" y="420834"/>
                  </a:lnTo>
                  <a:lnTo>
                    <a:pt x="2491830" y="466653"/>
                  </a:lnTo>
                  <a:lnTo>
                    <a:pt x="2444165" y="514773"/>
                  </a:lnTo>
                  <a:lnTo>
                    <a:pt x="2395991" y="564811"/>
                  </a:lnTo>
                  <a:lnTo>
                    <a:pt x="2347405" y="616299"/>
                  </a:lnTo>
                  <a:lnTo>
                    <a:pt x="2298546" y="668708"/>
                  </a:lnTo>
                  <a:lnTo>
                    <a:pt x="2249581" y="721468"/>
                  </a:lnTo>
                  <a:lnTo>
                    <a:pt x="2200687" y="773992"/>
                  </a:lnTo>
                  <a:lnTo>
                    <a:pt x="2152036" y="825704"/>
                  </a:lnTo>
                  <a:lnTo>
                    <a:pt x="2103772" y="876064"/>
                  </a:lnTo>
                  <a:lnTo>
                    <a:pt x="2056002" y="924593"/>
                  </a:lnTo>
                  <a:lnTo>
                    <a:pt x="2008778" y="970889"/>
                  </a:lnTo>
                  <a:lnTo>
                    <a:pt x="1962089" y="1014637"/>
                  </a:lnTo>
                  <a:lnTo>
                    <a:pt x="1915845" y="1055617"/>
                  </a:lnTo>
                  <a:lnTo>
                    <a:pt x="1869874" y="1093702"/>
                  </a:lnTo>
                  <a:lnTo>
                    <a:pt x="1823910" y="1128850"/>
                  </a:lnTo>
                  <a:lnTo>
                    <a:pt x="1777579" y="1161099"/>
                  </a:lnTo>
                  <a:lnTo>
                    <a:pt x="1768425" y="1167082"/>
                  </a:lnTo>
                  <a:lnTo>
                    <a:pt x="1719124" y="1197035"/>
                  </a:lnTo>
                  <a:lnTo>
                    <a:pt x="1668136" y="1223960"/>
                  </a:lnTo>
                  <a:lnTo>
                    <a:pt x="1614655" y="1248013"/>
                  </a:lnTo>
                  <a:lnTo>
                    <a:pt x="1557781" y="1269462"/>
                  </a:lnTo>
                  <a:lnTo>
                    <a:pt x="1496598" y="1288603"/>
                  </a:lnTo>
                  <a:lnTo>
                    <a:pt x="1430255" y="1305724"/>
                  </a:lnTo>
                  <a:lnTo>
                    <a:pt x="1358063" y="1321074"/>
                  </a:lnTo>
                  <a:lnTo>
                    <a:pt x="1279634" y="1334858"/>
                  </a:lnTo>
                  <a:lnTo>
                    <a:pt x="1195052" y="1347220"/>
                  </a:lnTo>
                  <a:lnTo>
                    <a:pt x="1105090" y="1358251"/>
                  </a:lnTo>
                  <a:lnTo>
                    <a:pt x="1011409" y="1367986"/>
                  </a:lnTo>
                  <a:lnTo>
                    <a:pt x="916690" y="1376419"/>
                  </a:lnTo>
                  <a:lnTo>
                    <a:pt x="824594" y="1383519"/>
                  </a:lnTo>
                  <a:lnTo>
                    <a:pt x="739433" y="1389261"/>
                  </a:lnTo>
                  <a:lnTo>
                    <a:pt x="665539" y="1393658"/>
                  </a:lnTo>
                  <a:lnTo>
                    <a:pt x="606421" y="1396786"/>
                  </a:lnTo>
                  <a:lnTo>
                    <a:pt x="563945" y="1398796"/>
                  </a:lnTo>
                  <a:lnTo>
                    <a:pt x="537804" y="1399908"/>
                  </a:lnTo>
                  <a:lnTo>
                    <a:pt x="525424" y="1400383"/>
                  </a:lnTo>
                  <a:lnTo>
                    <a:pt x="522213" y="1400495"/>
                  </a:lnTo>
                  <a:lnTo>
                    <a:pt x="522133" y="1400498"/>
                  </a:lnTo>
                  <a:lnTo>
                    <a:pt x="0" y="1400498"/>
                  </a:lnTo>
                  <a:lnTo>
                    <a:pt x="0" y="1400498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926" name="pg926"/>
            <p:cNvSpPr/>
            <p:nvPr/>
          </p:nvSpPr>
          <p:spPr>
            <a:xfrm>
              <a:off x="386606" y="2343215"/>
              <a:ext cx="8554953" cy="3636778"/>
            </a:xfrm>
            <a:custGeom>
              <a:avLst/>
              <a:pathLst>
                <a:path w="8554953" h="3636778">
                  <a:moveTo>
                    <a:pt x="0" y="1270613"/>
                  </a:moveTo>
                  <a:lnTo>
                    <a:pt x="522133" y="1270613"/>
                  </a:lnTo>
                  <a:lnTo>
                    <a:pt x="523377" y="1270575"/>
                  </a:lnTo>
                  <a:lnTo>
                    <a:pt x="531513" y="1270305"/>
                  </a:lnTo>
                  <a:lnTo>
                    <a:pt x="551868" y="1269557"/>
                  </a:lnTo>
                  <a:lnTo>
                    <a:pt x="587863" y="1268089"/>
                  </a:lnTo>
                  <a:lnTo>
                    <a:pt x="640707" y="1265683"/>
                  </a:lnTo>
                  <a:lnTo>
                    <a:pt x="709336" y="1262177"/>
                  </a:lnTo>
                  <a:lnTo>
                    <a:pt x="790774" y="1257477"/>
                  </a:lnTo>
                  <a:lnTo>
                    <a:pt x="880882" y="1251550"/>
                  </a:lnTo>
                  <a:lnTo>
                    <a:pt x="975229" y="1244410"/>
                  </a:lnTo>
                  <a:lnTo>
                    <a:pt x="1069831" y="1236086"/>
                  </a:lnTo>
                  <a:lnTo>
                    <a:pt x="1161601" y="1226594"/>
                  </a:lnTo>
                  <a:lnTo>
                    <a:pt x="1248488" y="1215919"/>
                  </a:lnTo>
                  <a:lnTo>
                    <a:pt x="1329402" y="1203999"/>
                  </a:lnTo>
                  <a:lnTo>
                    <a:pt x="1404024" y="1190720"/>
                  </a:lnTo>
                  <a:lnTo>
                    <a:pt x="1472589" y="1175918"/>
                  </a:lnTo>
                  <a:lnTo>
                    <a:pt x="1535695" y="1159382"/>
                  </a:lnTo>
                  <a:lnTo>
                    <a:pt x="1594149" y="1140862"/>
                  </a:lnTo>
                  <a:lnTo>
                    <a:pt x="1648859" y="1120091"/>
                  </a:lnTo>
                  <a:lnTo>
                    <a:pt x="1700744" y="1096811"/>
                  </a:lnTo>
                  <a:lnTo>
                    <a:pt x="1750657" y="1070833"/>
                  </a:lnTo>
                  <a:lnTo>
                    <a:pt x="1768425" y="1060726"/>
                  </a:lnTo>
                  <a:lnTo>
                    <a:pt x="1815969" y="1031527"/>
                  </a:lnTo>
                  <a:lnTo>
                    <a:pt x="1863049" y="999609"/>
                  </a:lnTo>
                  <a:lnTo>
                    <a:pt x="1910085" y="964925"/>
                  </a:lnTo>
                  <a:lnTo>
                    <a:pt x="1957377" y="927505"/>
                  </a:lnTo>
                  <a:lnTo>
                    <a:pt x="2005122" y="887461"/>
                  </a:lnTo>
                  <a:lnTo>
                    <a:pt x="2053422" y="844999"/>
                  </a:lnTo>
                  <a:lnTo>
                    <a:pt x="2102295" y="800414"/>
                  </a:lnTo>
                  <a:lnTo>
                    <a:pt x="2151688" y="754092"/>
                  </a:lnTo>
                  <a:lnTo>
                    <a:pt x="2201488" y="706493"/>
                  </a:lnTo>
                  <a:lnTo>
                    <a:pt x="2251538" y="658138"/>
                  </a:lnTo>
                  <a:lnTo>
                    <a:pt x="2301656" y="609582"/>
                  </a:lnTo>
                  <a:lnTo>
                    <a:pt x="2351652" y="561392"/>
                  </a:lnTo>
                  <a:lnTo>
                    <a:pt x="2401347" y="514114"/>
                  </a:lnTo>
                  <a:lnTo>
                    <a:pt x="2450597" y="468256"/>
                  </a:lnTo>
                  <a:lnTo>
                    <a:pt x="2499305" y="424256"/>
                  </a:lnTo>
                  <a:lnTo>
                    <a:pt x="2547437" y="382474"/>
                  </a:lnTo>
                  <a:lnTo>
                    <a:pt x="2595035" y="343180"/>
                  </a:lnTo>
                  <a:lnTo>
                    <a:pt x="2642228" y="306553"/>
                  </a:lnTo>
                  <a:lnTo>
                    <a:pt x="2689240" y="272679"/>
                  </a:lnTo>
                  <a:lnTo>
                    <a:pt x="2736407" y="241564"/>
                  </a:lnTo>
                  <a:lnTo>
                    <a:pt x="2770117" y="221180"/>
                  </a:lnTo>
                  <a:lnTo>
                    <a:pt x="2819500" y="194205"/>
                  </a:lnTo>
                  <a:lnTo>
                    <a:pt x="2870576" y="169961"/>
                  </a:lnTo>
                  <a:lnTo>
                    <a:pt x="2924156" y="148307"/>
                  </a:lnTo>
                  <a:lnTo>
                    <a:pt x="2981145" y="129002"/>
                  </a:lnTo>
                  <a:lnTo>
                    <a:pt x="3042462" y="111776"/>
                  </a:lnTo>
                  <a:lnTo>
                    <a:pt x="3108963" y="96372"/>
                  </a:lnTo>
                  <a:lnTo>
                    <a:pt x="3181337" y="82562"/>
                  </a:lnTo>
                  <a:lnTo>
                    <a:pt x="3259972" y="70164"/>
                  </a:lnTo>
                  <a:lnTo>
                    <a:pt x="3344772" y="59047"/>
                  </a:lnTo>
                  <a:lnTo>
                    <a:pt x="3434954" y="49130"/>
                  </a:lnTo>
                  <a:lnTo>
                    <a:pt x="3528831" y="40382"/>
                  </a:lnTo>
                  <a:lnTo>
                    <a:pt x="3623690" y="32809"/>
                  </a:lnTo>
                  <a:lnTo>
                    <a:pt x="3715838" y="26439"/>
                  </a:lnTo>
                  <a:lnTo>
                    <a:pt x="3800935" y="21294"/>
                  </a:lnTo>
                  <a:lnTo>
                    <a:pt x="3874635" y="17362"/>
                  </a:lnTo>
                  <a:lnTo>
                    <a:pt x="3933443" y="14573"/>
                  </a:lnTo>
                  <a:lnTo>
                    <a:pt x="3975534" y="12787"/>
                  </a:lnTo>
                  <a:lnTo>
                    <a:pt x="4001279" y="11805"/>
                  </a:lnTo>
                  <a:lnTo>
                    <a:pt x="4013327" y="11390"/>
                  </a:lnTo>
                  <a:lnTo>
                    <a:pt x="4016409" y="11294"/>
                  </a:lnTo>
                  <a:lnTo>
                    <a:pt x="4538543" y="11294"/>
                  </a:lnTo>
                  <a:lnTo>
                    <a:pt x="4539630" y="11389"/>
                  </a:lnTo>
                  <a:lnTo>
                    <a:pt x="4546763" y="12066"/>
                  </a:lnTo>
                  <a:lnTo>
                    <a:pt x="4564689" y="13939"/>
                  </a:lnTo>
                  <a:lnTo>
                    <a:pt x="4596595" y="17622"/>
                  </a:lnTo>
                  <a:lnTo>
                    <a:pt x="4643849" y="23675"/>
                  </a:lnTo>
                  <a:lnTo>
                    <a:pt x="4705906" y="32539"/>
                  </a:lnTo>
                  <a:lnTo>
                    <a:pt x="4780528" y="44494"/>
                  </a:lnTo>
                  <a:lnTo>
                    <a:pt x="4864314" y="59661"/>
                  </a:lnTo>
                  <a:lnTo>
                    <a:pt x="4953397" y="78037"/>
                  </a:lnTo>
                  <a:lnTo>
                    <a:pt x="5044090" y="99553"/>
                  </a:lnTo>
                  <a:lnTo>
                    <a:pt x="5133337" y="124148"/>
                  </a:lnTo>
                  <a:lnTo>
                    <a:pt x="5218926" y="151816"/>
                  </a:lnTo>
                  <a:lnTo>
                    <a:pt x="5299493" y="182652"/>
                  </a:lnTo>
                  <a:lnTo>
                    <a:pt x="5374410" y="216867"/>
                  </a:lnTo>
                  <a:lnTo>
                    <a:pt x="5443613" y="254794"/>
                  </a:lnTo>
                  <a:lnTo>
                    <a:pt x="5507437" y="296892"/>
                  </a:lnTo>
                  <a:lnTo>
                    <a:pt x="5566473" y="343722"/>
                  </a:lnTo>
                  <a:lnTo>
                    <a:pt x="5621458" y="395928"/>
                  </a:lnTo>
                  <a:lnTo>
                    <a:pt x="5673190" y="454187"/>
                  </a:lnTo>
                  <a:lnTo>
                    <a:pt x="5722467" y="519130"/>
                  </a:lnTo>
                  <a:lnTo>
                    <a:pt x="5770021" y="591193"/>
                  </a:lnTo>
                  <a:lnTo>
                    <a:pt x="5784835" y="615541"/>
                  </a:lnTo>
                  <a:lnTo>
                    <a:pt x="5818509" y="674157"/>
                  </a:lnTo>
                  <a:lnTo>
                    <a:pt x="5851880" y="736647"/>
                  </a:lnTo>
                  <a:lnTo>
                    <a:pt x="5885116" y="803091"/>
                  </a:lnTo>
                  <a:lnTo>
                    <a:pt x="5918353" y="873518"/>
                  </a:lnTo>
                  <a:lnTo>
                    <a:pt x="5951699" y="947901"/>
                  </a:lnTo>
                  <a:lnTo>
                    <a:pt x="5985234" y="1026155"/>
                  </a:lnTo>
                  <a:lnTo>
                    <a:pt x="6019013" y="1108128"/>
                  </a:lnTo>
                  <a:lnTo>
                    <a:pt x="6053069" y="1193605"/>
                  </a:lnTo>
                  <a:lnTo>
                    <a:pt x="6087415" y="1282301"/>
                  </a:lnTo>
                  <a:lnTo>
                    <a:pt x="6122042" y="1373869"/>
                  </a:lnTo>
                  <a:lnTo>
                    <a:pt x="6156928" y="1467899"/>
                  </a:lnTo>
                  <a:lnTo>
                    <a:pt x="6192032" y="1563926"/>
                  </a:lnTo>
                  <a:lnTo>
                    <a:pt x="6227306" y="1661440"/>
                  </a:lnTo>
                  <a:lnTo>
                    <a:pt x="6262688" y="1759896"/>
                  </a:lnTo>
                  <a:lnTo>
                    <a:pt x="6298115" y="1858727"/>
                  </a:lnTo>
                  <a:lnTo>
                    <a:pt x="6333517" y="1957355"/>
                  </a:lnTo>
                  <a:lnTo>
                    <a:pt x="6368830" y="2055209"/>
                  </a:lnTo>
                  <a:lnTo>
                    <a:pt x="6403990" y="2151734"/>
                  </a:lnTo>
                  <a:lnTo>
                    <a:pt x="6438946" y="2246410"/>
                  </a:lnTo>
                  <a:lnTo>
                    <a:pt x="6473654" y="2338757"/>
                  </a:lnTo>
                  <a:lnTo>
                    <a:pt x="6508085" y="2428349"/>
                  </a:lnTo>
                  <a:lnTo>
                    <a:pt x="6542227" y="2514818"/>
                  </a:lnTo>
                  <a:lnTo>
                    <a:pt x="6576086" y="2597861"/>
                  </a:lnTo>
                  <a:lnTo>
                    <a:pt x="6609688" y="2677242"/>
                  </a:lnTo>
                  <a:lnTo>
                    <a:pt x="6643084" y="2752791"/>
                  </a:lnTo>
                  <a:lnTo>
                    <a:pt x="6676344" y="2824403"/>
                  </a:lnTo>
                  <a:lnTo>
                    <a:pt x="6709567" y="2892033"/>
                  </a:lnTo>
                  <a:lnTo>
                    <a:pt x="6742882" y="2955696"/>
                  </a:lnTo>
                  <a:lnTo>
                    <a:pt x="6776446" y="3015456"/>
                  </a:lnTo>
                  <a:lnTo>
                    <a:pt x="6786527" y="3032530"/>
                  </a:lnTo>
                  <a:lnTo>
                    <a:pt x="6833668" y="3106885"/>
                  </a:lnTo>
                  <a:lnTo>
                    <a:pt x="6882325" y="3174051"/>
                  </a:lnTo>
                  <a:lnTo>
                    <a:pt x="6933194" y="3234366"/>
                  </a:lnTo>
                  <a:lnTo>
                    <a:pt x="6987061" y="3288418"/>
                  </a:lnTo>
                  <a:lnTo>
                    <a:pt x="7044729" y="3336879"/>
                  </a:lnTo>
                  <a:lnTo>
                    <a:pt x="7106963" y="3380411"/>
                  </a:lnTo>
                  <a:lnTo>
                    <a:pt x="7174410" y="3419605"/>
                  </a:lnTo>
                  <a:lnTo>
                    <a:pt x="7247500" y="3454954"/>
                  </a:lnTo>
                  <a:lnTo>
                    <a:pt x="7326314" y="3486832"/>
                  </a:lnTo>
                  <a:lnTo>
                    <a:pt x="7410421" y="3515489"/>
                  </a:lnTo>
                  <a:lnTo>
                    <a:pt x="7498706" y="3541054"/>
                  </a:lnTo>
                  <a:lnTo>
                    <a:pt x="7589234" y="3563552"/>
                  </a:lnTo>
                  <a:lnTo>
                    <a:pt x="7679203" y="3582931"/>
                  </a:lnTo>
                  <a:lnTo>
                    <a:pt x="7765090" y="3599120"/>
                  </a:lnTo>
                  <a:lnTo>
                    <a:pt x="7843020" y="3612087"/>
                  </a:lnTo>
                  <a:lnTo>
                    <a:pt x="7909370" y="3621908"/>
                  </a:lnTo>
                  <a:lnTo>
                    <a:pt x="7961463" y="3628811"/>
                  </a:lnTo>
                  <a:lnTo>
                    <a:pt x="7998177" y="3633189"/>
                  </a:lnTo>
                  <a:lnTo>
                    <a:pt x="8020270" y="3635571"/>
                  </a:lnTo>
                  <a:lnTo>
                    <a:pt x="8030380" y="3636560"/>
                  </a:lnTo>
                  <a:lnTo>
                    <a:pt x="8032819" y="3636778"/>
                  </a:lnTo>
                  <a:lnTo>
                    <a:pt x="8554953" y="3636778"/>
                  </a:lnTo>
                  <a:lnTo>
                    <a:pt x="8554953" y="3625483"/>
                  </a:lnTo>
                  <a:lnTo>
                    <a:pt x="8032819" y="3625483"/>
                  </a:lnTo>
                  <a:lnTo>
                    <a:pt x="8031732" y="3625388"/>
                  </a:lnTo>
                  <a:lnTo>
                    <a:pt x="8024599" y="3624711"/>
                  </a:lnTo>
                  <a:lnTo>
                    <a:pt x="8006672" y="3622838"/>
                  </a:lnTo>
                  <a:lnTo>
                    <a:pt x="7974767" y="3619155"/>
                  </a:lnTo>
                  <a:lnTo>
                    <a:pt x="7927513" y="3613102"/>
                  </a:lnTo>
                  <a:lnTo>
                    <a:pt x="7865456" y="3604238"/>
                  </a:lnTo>
                  <a:lnTo>
                    <a:pt x="7790834" y="3592283"/>
                  </a:lnTo>
                  <a:lnTo>
                    <a:pt x="7707048" y="3577116"/>
                  </a:lnTo>
                  <a:lnTo>
                    <a:pt x="7617965" y="3558740"/>
                  </a:lnTo>
                  <a:lnTo>
                    <a:pt x="7527272" y="3537224"/>
                  </a:lnTo>
                  <a:lnTo>
                    <a:pt x="7438025" y="3512629"/>
                  </a:lnTo>
                  <a:lnTo>
                    <a:pt x="7352436" y="3484961"/>
                  </a:lnTo>
                  <a:lnTo>
                    <a:pt x="7271869" y="3454125"/>
                  </a:lnTo>
                  <a:lnTo>
                    <a:pt x="7196952" y="3419911"/>
                  </a:lnTo>
                  <a:lnTo>
                    <a:pt x="7127749" y="3381983"/>
                  </a:lnTo>
                  <a:lnTo>
                    <a:pt x="7063925" y="3339885"/>
                  </a:lnTo>
                  <a:lnTo>
                    <a:pt x="7004889" y="3293056"/>
                  </a:lnTo>
                  <a:lnTo>
                    <a:pt x="6949904" y="3240850"/>
                  </a:lnTo>
                  <a:lnTo>
                    <a:pt x="6898172" y="3182590"/>
                  </a:lnTo>
                  <a:lnTo>
                    <a:pt x="6848895" y="3117648"/>
                  </a:lnTo>
                  <a:lnTo>
                    <a:pt x="6801341" y="3045584"/>
                  </a:lnTo>
                  <a:lnTo>
                    <a:pt x="6786527" y="3021236"/>
                  </a:lnTo>
                  <a:lnTo>
                    <a:pt x="6752853" y="2962620"/>
                  </a:lnTo>
                  <a:lnTo>
                    <a:pt x="6719482" y="2900130"/>
                  </a:lnTo>
                  <a:lnTo>
                    <a:pt x="6686246" y="2833686"/>
                  </a:lnTo>
                  <a:lnTo>
                    <a:pt x="6653009" y="2763259"/>
                  </a:lnTo>
                  <a:lnTo>
                    <a:pt x="6619662" y="2688876"/>
                  </a:lnTo>
                  <a:lnTo>
                    <a:pt x="6586128" y="2610622"/>
                  </a:lnTo>
                  <a:lnTo>
                    <a:pt x="6552349" y="2528649"/>
                  </a:lnTo>
                  <a:lnTo>
                    <a:pt x="6518293" y="2443172"/>
                  </a:lnTo>
                  <a:lnTo>
                    <a:pt x="6483947" y="2354476"/>
                  </a:lnTo>
                  <a:lnTo>
                    <a:pt x="6449320" y="2262908"/>
                  </a:lnTo>
                  <a:lnTo>
                    <a:pt x="6414434" y="2168879"/>
                  </a:lnTo>
                  <a:lnTo>
                    <a:pt x="6379330" y="2072852"/>
                  </a:lnTo>
                  <a:lnTo>
                    <a:pt x="6344056" y="1975337"/>
                  </a:lnTo>
                  <a:lnTo>
                    <a:pt x="6308674" y="1876881"/>
                  </a:lnTo>
                  <a:lnTo>
                    <a:pt x="6273247" y="1778050"/>
                  </a:lnTo>
                  <a:lnTo>
                    <a:pt x="6237845" y="1679422"/>
                  </a:lnTo>
                  <a:lnTo>
                    <a:pt x="6202532" y="1581569"/>
                  </a:lnTo>
                  <a:lnTo>
                    <a:pt x="6167371" y="1485043"/>
                  </a:lnTo>
                  <a:lnTo>
                    <a:pt x="6132416" y="1390367"/>
                  </a:lnTo>
                  <a:lnTo>
                    <a:pt x="6097708" y="1298020"/>
                  </a:lnTo>
                  <a:lnTo>
                    <a:pt x="6063277" y="1208429"/>
                  </a:lnTo>
                  <a:lnTo>
                    <a:pt x="6029135" y="1121960"/>
                  </a:lnTo>
                  <a:lnTo>
                    <a:pt x="5995276" y="1038916"/>
                  </a:lnTo>
                  <a:lnTo>
                    <a:pt x="5961673" y="959535"/>
                  </a:lnTo>
                  <a:lnTo>
                    <a:pt x="5928278" y="883986"/>
                  </a:lnTo>
                  <a:lnTo>
                    <a:pt x="5895018" y="812375"/>
                  </a:lnTo>
                  <a:lnTo>
                    <a:pt x="5861795" y="744744"/>
                  </a:lnTo>
                  <a:lnTo>
                    <a:pt x="5828480" y="681081"/>
                  </a:lnTo>
                  <a:lnTo>
                    <a:pt x="5794916" y="621321"/>
                  </a:lnTo>
                  <a:lnTo>
                    <a:pt x="5784835" y="604247"/>
                  </a:lnTo>
                  <a:lnTo>
                    <a:pt x="5737693" y="529892"/>
                  </a:lnTo>
                  <a:lnTo>
                    <a:pt x="5689037" y="462727"/>
                  </a:lnTo>
                  <a:lnTo>
                    <a:pt x="5638168" y="402411"/>
                  </a:lnTo>
                  <a:lnTo>
                    <a:pt x="5584301" y="348360"/>
                  </a:lnTo>
                  <a:lnTo>
                    <a:pt x="5526633" y="299898"/>
                  </a:lnTo>
                  <a:lnTo>
                    <a:pt x="5464399" y="256367"/>
                  </a:lnTo>
                  <a:lnTo>
                    <a:pt x="5396952" y="217172"/>
                  </a:lnTo>
                  <a:lnTo>
                    <a:pt x="5323862" y="181823"/>
                  </a:lnTo>
                  <a:lnTo>
                    <a:pt x="5245048" y="149945"/>
                  </a:lnTo>
                  <a:lnTo>
                    <a:pt x="5160941" y="121288"/>
                  </a:lnTo>
                  <a:lnTo>
                    <a:pt x="5072656" y="95723"/>
                  </a:lnTo>
                  <a:lnTo>
                    <a:pt x="4982128" y="73226"/>
                  </a:lnTo>
                  <a:lnTo>
                    <a:pt x="4892159" y="53846"/>
                  </a:lnTo>
                  <a:lnTo>
                    <a:pt x="4806272" y="37657"/>
                  </a:lnTo>
                  <a:lnTo>
                    <a:pt x="4728342" y="24690"/>
                  </a:lnTo>
                  <a:lnTo>
                    <a:pt x="4661992" y="14869"/>
                  </a:lnTo>
                  <a:lnTo>
                    <a:pt x="4609899" y="7966"/>
                  </a:lnTo>
                  <a:lnTo>
                    <a:pt x="4573185" y="3588"/>
                  </a:lnTo>
                  <a:lnTo>
                    <a:pt x="4551091" y="1206"/>
                  </a:lnTo>
                  <a:lnTo>
                    <a:pt x="4540982" y="217"/>
                  </a:lnTo>
                  <a:lnTo>
                    <a:pt x="4538543" y="0"/>
                  </a:lnTo>
                  <a:lnTo>
                    <a:pt x="4016409" y="0"/>
                  </a:lnTo>
                  <a:lnTo>
                    <a:pt x="4015165" y="37"/>
                  </a:lnTo>
                  <a:lnTo>
                    <a:pt x="4007029" y="308"/>
                  </a:lnTo>
                  <a:lnTo>
                    <a:pt x="3986674" y="1055"/>
                  </a:lnTo>
                  <a:lnTo>
                    <a:pt x="3950679" y="2524"/>
                  </a:lnTo>
                  <a:lnTo>
                    <a:pt x="3897835" y="4929"/>
                  </a:lnTo>
                  <a:lnTo>
                    <a:pt x="3829207" y="8435"/>
                  </a:lnTo>
                  <a:lnTo>
                    <a:pt x="3747768" y="13136"/>
                  </a:lnTo>
                  <a:lnTo>
                    <a:pt x="3657660" y="19063"/>
                  </a:lnTo>
                  <a:lnTo>
                    <a:pt x="3563313" y="26203"/>
                  </a:lnTo>
                  <a:lnTo>
                    <a:pt x="3468711" y="34527"/>
                  </a:lnTo>
                  <a:lnTo>
                    <a:pt x="3376941" y="44018"/>
                  </a:lnTo>
                  <a:lnTo>
                    <a:pt x="3290054" y="54693"/>
                  </a:lnTo>
                  <a:lnTo>
                    <a:pt x="3209140" y="66614"/>
                  </a:lnTo>
                  <a:lnTo>
                    <a:pt x="3134518" y="79893"/>
                  </a:lnTo>
                  <a:lnTo>
                    <a:pt x="3065953" y="94695"/>
                  </a:lnTo>
                  <a:lnTo>
                    <a:pt x="3002847" y="111231"/>
                  </a:lnTo>
                  <a:lnTo>
                    <a:pt x="2944393" y="129750"/>
                  </a:lnTo>
                  <a:lnTo>
                    <a:pt x="2889683" y="150522"/>
                  </a:lnTo>
                  <a:lnTo>
                    <a:pt x="2837798" y="173802"/>
                  </a:lnTo>
                  <a:lnTo>
                    <a:pt x="2787885" y="199780"/>
                  </a:lnTo>
                  <a:lnTo>
                    <a:pt x="2770117" y="209886"/>
                  </a:lnTo>
                  <a:lnTo>
                    <a:pt x="2722573" y="239086"/>
                  </a:lnTo>
                  <a:lnTo>
                    <a:pt x="2675493" y="271004"/>
                  </a:lnTo>
                  <a:lnTo>
                    <a:pt x="2628457" y="305687"/>
                  </a:lnTo>
                  <a:lnTo>
                    <a:pt x="2581165" y="343107"/>
                  </a:lnTo>
                  <a:lnTo>
                    <a:pt x="2533420" y="383151"/>
                  </a:lnTo>
                  <a:lnTo>
                    <a:pt x="2485120" y="425614"/>
                  </a:lnTo>
                  <a:lnTo>
                    <a:pt x="2436247" y="470198"/>
                  </a:lnTo>
                  <a:lnTo>
                    <a:pt x="2386854" y="516521"/>
                  </a:lnTo>
                  <a:lnTo>
                    <a:pt x="2337054" y="564120"/>
                  </a:lnTo>
                  <a:lnTo>
                    <a:pt x="2287004" y="612475"/>
                  </a:lnTo>
                  <a:lnTo>
                    <a:pt x="2236886" y="661031"/>
                  </a:lnTo>
                  <a:lnTo>
                    <a:pt x="2186891" y="709221"/>
                  </a:lnTo>
                  <a:lnTo>
                    <a:pt x="2137195" y="756498"/>
                  </a:lnTo>
                  <a:lnTo>
                    <a:pt x="2087945" y="802357"/>
                  </a:lnTo>
                  <a:lnTo>
                    <a:pt x="2039237" y="846357"/>
                  </a:lnTo>
                  <a:lnTo>
                    <a:pt x="1991105" y="888139"/>
                  </a:lnTo>
                  <a:lnTo>
                    <a:pt x="1943507" y="927432"/>
                  </a:lnTo>
                  <a:lnTo>
                    <a:pt x="1896314" y="964060"/>
                  </a:lnTo>
                  <a:lnTo>
                    <a:pt x="1849302" y="997934"/>
                  </a:lnTo>
                  <a:lnTo>
                    <a:pt x="1802135" y="1029049"/>
                  </a:lnTo>
                  <a:lnTo>
                    <a:pt x="1768425" y="1049432"/>
                  </a:lnTo>
                  <a:lnTo>
                    <a:pt x="1719043" y="1076408"/>
                  </a:lnTo>
                  <a:lnTo>
                    <a:pt x="1667966" y="1100651"/>
                  </a:lnTo>
                  <a:lnTo>
                    <a:pt x="1614386" y="1122305"/>
                  </a:lnTo>
                  <a:lnTo>
                    <a:pt x="1557397" y="1141611"/>
                  </a:lnTo>
                  <a:lnTo>
                    <a:pt x="1496080" y="1158836"/>
                  </a:lnTo>
                  <a:lnTo>
                    <a:pt x="1429579" y="1174240"/>
                  </a:lnTo>
                  <a:lnTo>
                    <a:pt x="1357205" y="1188050"/>
                  </a:lnTo>
                  <a:lnTo>
                    <a:pt x="1278570" y="1200448"/>
                  </a:lnTo>
                  <a:lnTo>
                    <a:pt x="1193770" y="1211565"/>
                  </a:lnTo>
                  <a:lnTo>
                    <a:pt x="1103589" y="1221482"/>
                  </a:lnTo>
                  <a:lnTo>
                    <a:pt x="1009711" y="1230230"/>
                  </a:lnTo>
                  <a:lnTo>
                    <a:pt x="914852" y="1237803"/>
                  </a:lnTo>
                  <a:lnTo>
                    <a:pt x="822704" y="1244173"/>
                  </a:lnTo>
                  <a:lnTo>
                    <a:pt x="737607" y="1249318"/>
                  </a:lnTo>
                  <a:lnTo>
                    <a:pt x="663907" y="1253250"/>
                  </a:lnTo>
                  <a:lnTo>
                    <a:pt x="605099" y="1256040"/>
                  </a:lnTo>
                  <a:lnTo>
                    <a:pt x="563008" y="1257826"/>
                  </a:lnTo>
                  <a:lnTo>
                    <a:pt x="537263" y="1258807"/>
                  </a:lnTo>
                  <a:lnTo>
                    <a:pt x="525216" y="1259222"/>
                  </a:lnTo>
                  <a:lnTo>
                    <a:pt x="522133" y="1259319"/>
                  </a:lnTo>
                  <a:lnTo>
                    <a:pt x="0" y="1259319"/>
                  </a:lnTo>
                  <a:close/>
                </a:path>
              </a:pathLst>
            </a:custGeom>
            <a:solidFill>
              <a:srgbClr val="F28E5B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927" name="pl927"/>
            <p:cNvSpPr/>
            <p:nvPr/>
          </p:nvSpPr>
          <p:spPr>
            <a:xfrm>
              <a:off x="386606" y="2354509"/>
              <a:ext cx="8554953" cy="3625483"/>
            </a:xfrm>
            <a:custGeom>
              <a:avLst/>
              <a:pathLst>
                <a:path w="8554953" h="3625483">
                  <a:moveTo>
                    <a:pt x="0" y="1259319"/>
                  </a:moveTo>
                  <a:lnTo>
                    <a:pt x="522133" y="1259319"/>
                  </a:lnTo>
                  <a:lnTo>
                    <a:pt x="523377" y="1259281"/>
                  </a:lnTo>
                  <a:lnTo>
                    <a:pt x="531513" y="1259010"/>
                  </a:lnTo>
                  <a:lnTo>
                    <a:pt x="551868" y="1258263"/>
                  </a:lnTo>
                  <a:lnTo>
                    <a:pt x="587863" y="1256794"/>
                  </a:lnTo>
                  <a:lnTo>
                    <a:pt x="640707" y="1254389"/>
                  </a:lnTo>
                  <a:lnTo>
                    <a:pt x="709336" y="1250883"/>
                  </a:lnTo>
                  <a:lnTo>
                    <a:pt x="790774" y="1246182"/>
                  </a:lnTo>
                  <a:lnTo>
                    <a:pt x="880882" y="1240255"/>
                  </a:lnTo>
                  <a:lnTo>
                    <a:pt x="975229" y="1233115"/>
                  </a:lnTo>
                  <a:lnTo>
                    <a:pt x="1069831" y="1224791"/>
                  </a:lnTo>
                  <a:lnTo>
                    <a:pt x="1161601" y="1215300"/>
                  </a:lnTo>
                  <a:lnTo>
                    <a:pt x="1248488" y="1204625"/>
                  </a:lnTo>
                  <a:lnTo>
                    <a:pt x="1329402" y="1192704"/>
                  </a:lnTo>
                  <a:lnTo>
                    <a:pt x="1404024" y="1179425"/>
                  </a:lnTo>
                  <a:lnTo>
                    <a:pt x="1472589" y="1164624"/>
                  </a:lnTo>
                  <a:lnTo>
                    <a:pt x="1535695" y="1148087"/>
                  </a:lnTo>
                  <a:lnTo>
                    <a:pt x="1594149" y="1129568"/>
                  </a:lnTo>
                  <a:lnTo>
                    <a:pt x="1648859" y="1108797"/>
                  </a:lnTo>
                  <a:lnTo>
                    <a:pt x="1700744" y="1085516"/>
                  </a:lnTo>
                  <a:lnTo>
                    <a:pt x="1750657" y="1059539"/>
                  </a:lnTo>
                  <a:lnTo>
                    <a:pt x="1768425" y="1049432"/>
                  </a:lnTo>
                  <a:lnTo>
                    <a:pt x="1815969" y="1020232"/>
                  </a:lnTo>
                  <a:lnTo>
                    <a:pt x="1863049" y="988314"/>
                  </a:lnTo>
                  <a:lnTo>
                    <a:pt x="1910085" y="953631"/>
                  </a:lnTo>
                  <a:lnTo>
                    <a:pt x="1957377" y="916211"/>
                  </a:lnTo>
                  <a:lnTo>
                    <a:pt x="2005122" y="876167"/>
                  </a:lnTo>
                  <a:lnTo>
                    <a:pt x="2053422" y="833705"/>
                  </a:lnTo>
                  <a:lnTo>
                    <a:pt x="2102295" y="789120"/>
                  </a:lnTo>
                  <a:lnTo>
                    <a:pt x="2151688" y="742797"/>
                  </a:lnTo>
                  <a:lnTo>
                    <a:pt x="2201488" y="695199"/>
                  </a:lnTo>
                  <a:lnTo>
                    <a:pt x="2251538" y="646843"/>
                  </a:lnTo>
                  <a:lnTo>
                    <a:pt x="2301656" y="598288"/>
                  </a:lnTo>
                  <a:lnTo>
                    <a:pt x="2351652" y="550097"/>
                  </a:lnTo>
                  <a:lnTo>
                    <a:pt x="2401347" y="502820"/>
                  </a:lnTo>
                  <a:lnTo>
                    <a:pt x="2450597" y="456961"/>
                  </a:lnTo>
                  <a:lnTo>
                    <a:pt x="2499305" y="412961"/>
                  </a:lnTo>
                  <a:lnTo>
                    <a:pt x="2547437" y="371179"/>
                  </a:lnTo>
                  <a:lnTo>
                    <a:pt x="2595035" y="331886"/>
                  </a:lnTo>
                  <a:lnTo>
                    <a:pt x="2642228" y="295258"/>
                  </a:lnTo>
                  <a:lnTo>
                    <a:pt x="2689240" y="261384"/>
                  </a:lnTo>
                  <a:lnTo>
                    <a:pt x="2736407" y="230269"/>
                  </a:lnTo>
                  <a:lnTo>
                    <a:pt x="2770117" y="209886"/>
                  </a:lnTo>
                  <a:lnTo>
                    <a:pt x="2819500" y="182910"/>
                  </a:lnTo>
                  <a:lnTo>
                    <a:pt x="2870576" y="158667"/>
                  </a:lnTo>
                  <a:lnTo>
                    <a:pt x="2924156" y="137013"/>
                  </a:lnTo>
                  <a:lnTo>
                    <a:pt x="2981145" y="117708"/>
                  </a:lnTo>
                  <a:lnTo>
                    <a:pt x="3042462" y="100482"/>
                  </a:lnTo>
                  <a:lnTo>
                    <a:pt x="3108963" y="85078"/>
                  </a:lnTo>
                  <a:lnTo>
                    <a:pt x="3181337" y="71268"/>
                  </a:lnTo>
                  <a:lnTo>
                    <a:pt x="3259972" y="58870"/>
                  </a:lnTo>
                  <a:lnTo>
                    <a:pt x="3344772" y="47753"/>
                  </a:lnTo>
                  <a:lnTo>
                    <a:pt x="3434954" y="37836"/>
                  </a:lnTo>
                  <a:lnTo>
                    <a:pt x="3528831" y="29088"/>
                  </a:lnTo>
                  <a:lnTo>
                    <a:pt x="3623690" y="21515"/>
                  </a:lnTo>
                  <a:lnTo>
                    <a:pt x="3715838" y="15145"/>
                  </a:lnTo>
                  <a:lnTo>
                    <a:pt x="3800935" y="10000"/>
                  </a:lnTo>
                  <a:lnTo>
                    <a:pt x="3874635" y="6068"/>
                  </a:lnTo>
                  <a:lnTo>
                    <a:pt x="3933443" y="3278"/>
                  </a:lnTo>
                  <a:lnTo>
                    <a:pt x="3975534" y="1493"/>
                  </a:lnTo>
                  <a:lnTo>
                    <a:pt x="4001279" y="511"/>
                  </a:lnTo>
                  <a:lnTo>
                    <a:pt x="4013327" y="96"/>
                  </a:lnTo>
                  <a:lnTo>
                    <a:pt x="4016348" y="1"/>
                  </a:lnTo>
                  <a:lnTo>
                    <a:pt x="4016409" y="0"/>
                  </a:lnTo>
                  <a:lnTo>
                    <a:pt x="4538543" y="0"/>
                  </a:lnTo>
                  <a:lnTo>
                    <a:pt x="4539630" y="94"/>
                  </a:lnTo>
                  <a:lnTo>
                    <a:pt x="4546763" y="772"/>
                  </a:lnTo>
                  <a:lnTo>
                    <a:pt x="4564689" y="2645"/>
                  </a:lnTo>
                  <a:lnTo>
                    <a:pt x="4596595" y="6328"/>
                  </a:lnTo>
                  <a:lnTo>
                    <a:pt x="4643849" y="12381"/>
                  </a:lnTo>
                  <a:lnTo>
                    <a:pt x="4705906" y="21244"/>
                  </a:lnTo>
                  <a:lnTo>
                    <a:pt x="4780528" y="33200"/>
                  </a:lnTo>
                  <a:lnTo>
                    <a:pt x="4864314" y="48367"/>
                  </a:lnTo>
                  <a:lnTo>
                    <a:pt x="4953397" y="66742"/>
                  </a:lnTo>
                  <a:lnTo>
                    <a:pt x="5044090" y="88259"/>
                  </a:lnTo>
                  <a:lnTo>
                    <a:pt x="5133337" y="112854"/>
                  </a:lnTo>
                  <a:lnTo>
                    <a:pt x="5218926" y="140522"/>
                  </a:lnTo>
                  <a:lnTo>
                    <a:pt x="5299493" y="171358"/>
                  </a:lnTo>
                  <a:lnTo>
                    <a:pt x="5374410" y="205572"/>
                  </a:lnTo>
                  <a:lnTo>
                    <a:pt x="5443613" y="243500"/>
                  </a:lnTo>
                  <a:lnTo>
                    <a:pt x="5507437" y="285597"/>
                  </a:lnTo>
                  <a:lnTo>
                    <a:pt x="5566473" y="332427"/>
                  </a:lnTo>
                  <a:lnTo>
                    <a:pt x="5621458" y="384633"/>
                  </a:lnTo>
                  <a:lnTo>
                    <a:pt x="5673190" y="442893"/>
                  </a:lnTo>
                  <a:lnTo>
                    <a:pt x="5722467" y="507835"/>
                  </a:lnTo>
                  <a:lnTo>
                    <a:pt x="5770021" y="579899"/>
                  </a:lnTo>
                  <a:lnTo>
                    <a:pt x="5784835" y="604247"/>
                  </a:lnTo>
                  <a:lnTo>
                    <a:pt x="5818509" y="662863"/>
                  </a:lnTo>
                  <a:lnTo>
                    <a:pt x="5851880" y="725353"/>
                  </a:lnTo>
                  <a:lnTo>
                    <a:pt x="5885116" y="791797"/>
                  </a:lnTo>
                  <a:lnTo>
                    <a:pt x="5918353" y="862224"/>
                  </a:lnTo>
                  <a:lnTo>
                    <a:pt x="5951699" y="936607"/>
                  </a:lnTo>
                  <a:lnTo>
                    <a:pt x="5985234" y="1014861"/>
                  </a:lnTo>
                  <a:lnTo>
                    <a:pt x="6019013" y="1096834"/>
                  </a:lnTo>
                  <a:lnTo>
                    <a:pt x="6053069" y="1182311"/>
                  </a:lnTo>
                  <a:lnTo>
                    <a:pt x="6087415" y="1271007"/>
                  </a:lnTo>
                  <a:lnTo>
                    <a:pt x="6122042" y="1362575"/>
                  </a:lnTo>
                  <a:lnTo>
                    <a:pt x="6156928" y="1456604"/>
                  </a:lnTo>
                  <a:lnTo>
                    <a:pt x="6192032" y="1552631"/>
                  </a:lnTo>
                  <a:lnTo>
                    <a:pt x="6227306" y="1650145"/>
                  </a:lnTo>
                  <a:lnTo>
                    <a:pt x="6262688" y="1748602"/>
                  </a:lnTo>
                  <a:lnTo>
                    <a:pt x="6298115" y="1847433"/>
                  </a:lnTo>
                  <a:lnTo>
                    <a:pt x="6333517" y="1946061"/>
                  </a:lnTo>
                  <a:lnTo>
                    <a:pt x="6368830" y="2043914"/>
                  </a:lnTo>
                  <a:lnTo>
                    <a:pt x="6403990" y="2140440"/>
                  </a:lnTo>
                  <a:lnTo>
                    <a:pt x="6438946" y="2235115"/>
                  </a:lnTo>
                  <a:lnTo>
                    <a:pt x="6473654" y="2327463"/>
                  </a:lnTo>
                  <a:lnTo>
                    <a:pt x="6508085" y="2417054"/>
                  </a:lnTo>
                  <a:lnTo>
                    <a:pt x="6542227" y="2503523"/>
                  </a:lnTo>
                  <a:lnTo>
                    <a:pt x="6576086" y="2586567"/>
                  </a:lnTo>
                  <a:lnTo>
                    <a:pt x="6609688" y="2665948"/>
                  </a:lnTo>
                  <a:lnTo>
                    <a:pt x="6643084" y="2741497"/>
                  </a:lnTo>
                  <a:lnTo>
                    <a:pt x="6676344" y="2813108"/>
                  </a:lnTo>
                  <a:lnTo>
                    <a:pt x="6709567" y="2880739"/>
                  </a:lnTo>
                  <a:lnTo>
                    <a:pt x="6742882" y="2944402"/>
                  </a:lnTo>
                  <a:lnTo>
                    <a:pt x="6776446" y="3004161"/>
                  </a:lnTo>
                  <a:lnTo>
                    <a:pt x="6786527" y="3021236"/>
                  </a:lnTo>
                  <a:lnTo>
                    <a:pt x="6833668" y="3095590"/>
                  </a:lnTo>
                  <a:lnTo>
                    <a:pt x="6882325" y="3162756"/>
                  </a:lnTo>
                  <a:lnTo>
                    <a:pt x="6933194" y="3223072"/>
                  </a:lnTo>
                  <a:lnTo>
                    <a:pt x="6987061" y="3277123"/>
                  </a:lnTo>
                  <a:lnTo>
                    <a:pt x="7044729" y="3325585"/>
                  </a:lnTo>
                  <a:lnTo>
                    <a:pt x="7106963" y="3369116"/>
                  </a:lnTo>
                  <a:lnTo>
                    <a:pt x="7174410" y="3408311"/>
                  </a:lnTo>
                  <a:lnTo>
                    <a:pt x="7247500" y="3443660"/>
                  </a:lnTo>
                  <a:lnTo>
                    <a:pt x="7326314" y="3475538"/>
                  </a:lnTo>
                  <a:lnTo>
                    <a:pt x="7410421" y="3504195"/>
                  </a:lnTo>
                  <a:lnTo>
                    <a:pt x="7498706" y="3529760"/>
                  </a:lnTo>
                  <a:lnTo>
                    <a:pt x="7589234" y="3552257"/>
                  </a:lnTo>
                  <a:lnTo>
                    <a:pt x="7679203" y="3571637"/>
                  </a:lnTo>
                  <a:lnTo>
                    <a:pt x="7765090" y="3587826"/>
                  </a:lnTo>
                  <a:lnTo>
                    <a:pt x="7843020" y="3600793"/>
                  </a:lnTo>
                  <a:lnTo>
                    <a:pt x="7909370" y="3610614"/>
                  </a:lnTo>
                  <a:lnTo>
                    <a:pt x="7961463" y="3617517"/>
                  </a:lnTo>
                  <a:lnTo>
                    <a:pt x="7998177" y="3621895"/>
                  </a:lnTo>
                  <a:lnTo>
                    <a:pt x="8020270" y="3624276"/>
                  </a:lnTo>
                  <a:lnTo>
                    <a:pt x="8030380" y="3625265"/>
                  </a:lnTo>
                  <a:lnTo>
                    <a:pt x="8032783" y="3625480"/>
                  </a:lnTo>
                  <a:lnTo>
                    <a:pt x="8032819" y="3625483"/>
                  </a:lnTo>
                  <a:lnTo>
                    <a:pt x="8554953" y="3625483"/>
                  </a:lnTo>
                  <a:lnTo>
                    <a:pt x="8554953" y="3625483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928" name="pl928"/>
            <p:cNvSpPr/>
            <p:nvPr/>
          </p:nvSpPr>
          <p:spPr>
            <a:xfrm>
              <a:off x="386606" y="2343215"/>
              <a:ext cx="8554953" cy="3625483"/>
            </a:xfrm>
            <a:custGeom>
              <a:avLst/>
              <a:pathLst>
                <a:path w="8554953" h="3625483">
                  <a:moveTo>
                    <a:pt x="8554953" y="3625483"/>
                  </a:moveTo>
                  <a:lnTo>
                    <a:pt x="8032819" y="3625483"/>
                  </a:lnTo>
                  <a:lnTo>
                    <a:pt x="8031732" y="3625388"/>
                  </a:lnTo>
                  <a:lnTo>
                    <a:pt x="8024599" y="3624711"/>
                  </a:lnTo>
                  <a:lnTo>
                    <a:pt x="8006672" y="3622838"/>
                  </a:lnTo>
                  <a:lnTo>
                    <a:pt x="7974767" y="3619155"/>
                  </a:lnTo>
                  <a:lnTo>
                    <a:pt x="7927513" y="3613102"/>
                  </a:lnTo>
                  <a:lnTo>
                    <a:pt x="7865456" y="3604238"/>
                  </a:lnTo>
                  <a:lnTo>
                    <a:pt x="7790834" y="3592283"/>
                  </a:lnTo>
                  <a:lnTo>
                    <a:pt x="7707048" y="3577116"/>
                  </a:lnTo>
                  <a:lnTo>
                    <a:pt x="7617965" y="3558740"/>
                  </a:lnTo>
                  <a:lnTo>
                    <a:pt x="7527272" y="3537224"/>
                  </a:lnTo>
                  <a:lnTo>
                    <a:pt x="7438025" y="3512629"/>
                  </a:lnTo>
                  <a:lnTo>
                    <a:pt x="7352436" y="3484961"/>
                  </a:lnTo>
                  <a:lnTo>
                    <a:pt x="7271869" y="3454125"/>
                  </a:lnTo>
                  <a:lnTo>
                    <a:pt x="7196952" y="3419911"/>
                  </a:lnTo>
                  <a:lnTo>
                    <a:pt x="7127749" y="3381983"/>
                  </a:lnTo>
                  <a:lnTo>
                    <a:pt x="7063925" y="3339885"/>
                  </a:lnTo>
                  <a:lnTo>
                    <a:pt x="7004889" y="3293056"/>
                  </a:lnTo>
                  <a:lnTo>
                    <a:pt x="6949904" y="3240850"/>
                  </a:lnTo>
                  <a:lnTo>
                    <a:pt x="6898172" y="3182590"/>
                  </a:lnTo>
                  <a:lnTo>
                    <a:pt x="6848895" y="3117648"/>
                  </a:lnTo>
                  <a:lnTo>
                    <a:pt x="6801341" y="3045584"/>
                  </a:lnTo>
                  <a:lnTo>
                    <a:pt x="6786527" y="3021236"/>
                  </a:lnTo>
                  <a:lnTo>
                    <a:pt x="6752853" y="2962620"/>
                  </a:lnTo>
                  <a:lnTo>
                    <a:pt x="6719482" y="2900130"/>
                  </a:lnTo>
                  <a:lnTo>
                    <a:pt x="6686246" y="2833686"/>
                  </a:lnTo>
                  <a:lnTo>
                    <a:pt x="6653009" y="2763259"/>
                  </a:lnTo>
                  <a:lnTo>
                    <a:pt x="6619662" y="2688876"/>
                  </a:lnTo>
                  <a:lnTo>
                    <a:pt x="6586128" y="2610622"/>
                  </a:lnTo>
                  <a:lnTo>
                    <a:pt x="6552349" y="2528649"/>
                  </a:lnTo>
                  <a:lnTo>
                    <a:pt x="6518293" y="2443172"/>
                  </a:lnTo>
                  <a:lnTo>
                    <a:pt x="6483947" y="2354476"/>
                  </a:lnTo>
                  <a:lnTo>
                    <a:pt x="6449320" y="2262908"/>
                  </a:lnTo>
                  <a:lnTo>
                    <a:pt x="6414434" y="2168879"/>
                  </a:lnTo>
                  <a:lnTo>
                    <a:pt x="6379330" y="2072852"/>
                  </a:lnTo>
                  <a:lnTo>
                    <a:pt x="6344056" y="1975337"/>
                  </a:lnTo>
                  <a:lnTo>
                    <a:pt x="6308674" y="1876881"/>
                  </a:lnTo>
                  <a:lnTo>
                    <a:pt x="6273247" y="1778050"/>
                  </a:lnTo>
                  <a:lnTo>
                    <a:pt x="6237845" y="1679422"/>
                  </a:lnTo>
                  <a:lnTo>
                    <a:pt x="6202532" y="1581569"/>
                  </a:lnTo>
                  <a:lnTo>
                    <a:pt x="6167371" y="1485043"/>
                  </a:lnTo>
                  <a:lnTo>
                    <a:pt x="6132416" y="1390367"/>
                  </a:lnTo>
                  <a:lnTo>
                    <a:pt x="6097708" y="1298020"/>
                  </a:lnTo>
                  <a:lnTo>
                    <a:pt x="6063277" y="1208429"/>
                  </a:lnTo>
                  <a:lnTo>
                    <a:pt x="6029135" y="1121960"/>
                  </a:lnTo>
                  <a:lnTo>
                    <a:pt x="5995276" y="1038916"/>
                  </a:lnTo>
                  <a:lnTo>
                    <a:pt x="5961673" y="959535"/>
                  </a:lnTo>
                  <a:lnTo>
                    <a:pt x="5928278" y="883986"/>
                  </a:lnTo>
                  <a:lnTo>
                    <a:pt x="5895018" y="812375"/>
                  </a:lnTo>
                  <a:lnTo>
                    <a:pt x="5861795" y="744744"/>
                  </a:lnTo>
                  <a:lnTo>
                    <a:pt x="5828480" y="681081"/>
                  </a:lnTo>
                  <a:lnTo>
                    <a:pt x="5794916" y="621321"/>
                  </a:lnTo>
                  <a:lnTo>
                    <a:pt x="5784835" y="604247"/>
                  </a:lnTo>
                  <a:lnTo>
                    <a:pt x="5737693" y="529892"/>
                  </a:lnTo>
                  <a:lnTo>
                    <a:pt x="5689037" y="462727"/>
                  </a:lnTo>
                  <a:lnTo>
                    <a:pt x="5638168" y="402411"/>
                  </a:lnTo>
                  <a:lnTo>
                    <a:pt x="5584301" y="348360"/>
                  </a:lnTo>
                  <a:lnTo>
                    <a:pt x="5526633" y="299898"/>
                  </a:lnTo>
                  <a:lnTo>
                    <a:pt x="5464399" y="256367"/>
                  </a:lnTo>
                  <a:lnTo>
                    <a:pt x="5396952" y="217172"/>
                  </a:lnTo>
                  <a:lnTo>
                    <a:pt x="5323862" y="181823"/>
                  </a:lnTo>
                  <a:lnTo>
                    <a:pt x="5245048" y="149945"/>
                  </a:lnTo>
                  <a:lnTo>
                    <a:pt x="5160941" y="121288"/>
                  </a:lnTo>
                  <a:lnTo>
                    <a:pt x="5072656" y="95723"/>
                  </a:lnTo>
                  <a:lnTo>
                    <a:pt x="4982128" y="73226"/>
                  </a:lnTo>
                  <a:lnTo>
                    <a:pt x="4892159" y="53846"/>
                  </a:lnTo>
                  <a:lnTo>
                    <a:pt x="4806272" y="37657"/>
                  </a:lnTo>
                  <a:lnTo>
                    <a:pt x="4728342" y="24690"/>
                  </a:lnTo>
                  <a:lnTo>
                    <a:pt x="4661992" y="14869"/>
                  </a:lnTo>
                  <a:lnTo>
                    <a:pt x="4609899" y="7966"/>
                  </a:lnTo>
                  <a:lnTo>
                    <a:pt x="4573185" y="3588"/>
                  </a:lnTo>
                  <a:lnTo>
                    <a:pt x="4551091" y="1206"/>
                  </a:lnTo>
                  <a:lnTo>
                    <a:pt x="4540982" y="217"/>
                  </a:lnTo>
                  <a:lnTo>
                    <a:pt x="4538579" y="2"/>
                  </a:lnTo>
                  <a:lnTo>
                    <a:pt x="4538543" y="0"/>
                  </a:lnTo>
                  <a:lnTo>
                    <a:pt x="4016409" y="0"/>
                  </a:lnTo>
                  <a:lnTo>
                    <a:pt x="4015165" y="37"/>
                  </a:lnTo>
                  <a:lnTo>
                    <a:pt x="4007029" y="308"/>
                  </a:lnTo>
                  <a:lnTo>
                    <a:pt x="3986674" y="1055"/>
                  </a:lnTo>
                  <a:lnTo>
                    <a:pt x="3950679" y="2524"/>
                  </a:lnTo>
                  <a:lnTo>
                    <a:pt x="3897835" y="4929"/>
                  </a:lnTo>
                  <a:lnTo>
                    <a:pt x="3829207" y="8435"/>
                  </a:lnTo>
                  <a:lnTo>
                    <a:pt x="3747768" y="13136"/>
                  </a:lnTo>
                  <a:lnTo>
                    <a:pt x="3657660" y="19063"/>
                  </a:lnTo>
                  <a:lnTo>
                    <a:pt x="3563313" y="26203"/>
                  </a:lnTo>
                  <a:lnTo>
                    <a:pt x="3468711" y="34527"/>
                  </a:lnTo>
                  <a:lnTo>
                    <a:pt x="3376941" y="44018"/>
                  </a:lnTo>
                  <a:lnTo>
                    <a:pt x="3290054" y="54693"/>
                  </a:lnTo>
                  <a:lnTo>
                    <a:pt x="3209140" y="66614"/>
                  </a:lnTo>
                  <a:lnTo>
                    <a:pt x="3134518" y="79893"/>
                  </a:lnTo>
                  <a:lnTo>
                    <a:pt x="3065953" y="94695"/>
                  </a:lnTo>
                  <a:lnTo>
                    <a:pt x="3002847" y="111231"/>
                  </a:lnTo>
                  <a:lnTo>
                    <a:pt x="2944393" y="129750"/>
                  </a:lnTo>
                  <a:lnTo>
                    <a:pt x="2889683" y="150522"/>
                  </a:lnTo>
                  <a:lnTo>
                    <a:pt x="2837798" y="173802"/>
                  </a:lnTo>
                  <a:lnTo>
                    <a:pt x="2787885" y="199780"/>
                  </a:lnTo>
                  <a:lnTo>
                    <a:pt x="2770117" y="209886"/>
                  </a:lnTo>
                  <a:lnTo>
                    <a:pt x="2722573" y="239086"/>
                  </a:lnTo>
                  <a:lnTo>
                    <a:pt x="2675493" y="271004"/>
                  </a:lnTo>
                  <a:lnTo>
                    <a:pt x="2628457" y="305687"/>
                  </a:lnTo>
                  <a:lnTo>
                    <a:pt x="2581165" y="343107"/>
                  </a:lnTo>
                  <a:lnTo>
                    <a:pt x="2533420" y="383151"/>
                  </a:lnTo>
                  <a:lnTo>
                    <a:pt x="2485120" y="425614"/>
                  </a:lnTo>
                  <a:lnTo>
                    <a:pt x="2436247" y="470198"/>
                  </a:lnTo>
                  <a:lnTo>
                    <a:pt x="2386854" y="516521"/>
                  </a:lnTo>
                  <a:lnTo>
                    <a:pt x="2337054" y="564120"/>
                  </a:lnTo>
                  <a:lnTo>
                    <a:pt x="2287004" y="612475"/>
                  </a:lnTo>
                  <a:lnTo>
                    <a:pt x="2236886" y="661031"/>
                  </a:lnTo>
                  <a:lnTo>
                    <a:pt x="2186891" y="709221"/>
                  </a:lnTo>
                  <a:lnTo>
                    <a:pt x="2137195" y="756498"/>
                  </a:lnTo>
                  <a:lnTo>
                    <a:pt x="2087945" y="802357"/>
                  </a:lnTo>
                  <a:lnTo>
                    <a:pt x="2039237" y="846357"/>
                  </a:lnTo>
                  <a:lnTo>
                    <a:pt x="1991105" y="888139"/>
                  </a:lnTo>
                  <a:lnTo>
                    <a:pt x="1943507" y="927432"/>
                  </a:lnTo>
                  <a:lnTo>
                    <a:pt x="1896314" y="964060"/>
                  </a:lnTo>
                  <a:lnTo>
                    <a:pt x="1849302" y="997934"/>
                  </a:lnTo>
                  <a:lnTo>
                    <a:pt x="1802135" y="1029049"/>
                  </a:lnTo>
                  <a:lnTo>
                    <a:pt x="1768425" y="1049432"/>
                  </a:lnTo>
                  <a:lnTo>
                    <a:pt x="1719043" y="1076408"/>
                  </a:lnTo>
                  <a:lnTo>
                    <a:pt x="1667966" y="1100651"/>
                  </a:lnTo>
                  <a:lnTo>
                    <a:pt x="1614386" y="1122305"/>
                  </a:lnTo>
                  <a:lnTo>
                    <a:pt x="1557397" y="1141611"/>
                  </a:lnTo>
                  <a:lnTo>
                    <a:pt x="1496080" y="1158836"/>
                  </a:lnTo>
                  <a:lnTo>
                    <a:pt x="1429579" y="1174240"/>
                  </a:lnTo>
                  <a:lnTo>
                    <a:pt x="1357205" y="1188050"/>
                  </a:lnTo>
                  <a:lnTo>
                    <a:pt x="1278570" y="1200448"/>
                  </a:lnTo>
                  <a:lnTo>
                    <a:pt x="1193770" y="1211565"/>
                  </a:lnTo>
                  <a:lnTo>
                    <a:pt x="1103589" y="1221482"/>
                  </a:lnTo>
                  <a:lnTo>
                    <a:pt x="1009711" y="1230230"/>
                  </a:lnTo>
                  <a:lnTo>
                    <a:pt x="914852" y="1237803"/>
                  </a:lnTo>
                  <a:lnTo>
                    <a:pt x="822704" y="1244173"/>
                  </a:lnTo>
                  <a:lnTo>
                    <a:pt x="737607" y="1249318"/>
                  </a:lnTo>
                  <a:lnTo>
                    <a:pt x="663907" y="1253250"/>
                  </a:lnTo>
                  <a:lnTo>
                    <a:pt x="605099" y="1256040"/>
                  </a:lnTo>
                  <a:lnTo>
                    <a:pt x="563008" y="1257826"/>
                  </a:lnTo>
                  <a:lnTo>
                    <a:pt x="537263" y="1258807"/>
                  </a:lnTo>
                  <a:lnTo>
                    <a:pt x="525216" y="1259222"/>
                  </a:lnTo>
                  <a:lnTo>
                    <a:pt x="522195" y="1259317"/>
                  </a:lnTo>
                  <a:lnTo>
                    <a:pt x="522133" y="1259319"/>
                  </a:lnTo>
                  <a:lnTo>
                    <a:pt x="0" y="1259319"/>
                  </a:lnTo>
                  <a:lnTo>
                    <a:pt x="0" y="1259319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929" name="pg929"/>
            <p:cNvSpPr/>
            <p:nvPr/>
          </p:nvSpPr>
          <p:spPr>
            <a:xfrm>
              <a:off x="386606" y="1315430"/>
              <a:ext cx="8554953" cy="3427832"/>
            </a:xfrm>
            <a:custGeom>
              <a:avLst/>
              <a:pathLst>
                <a:path w="8554953" h="3427832">
                  <a:moveTo>
                    <a:pt x="0" y="2676759"/>
                  </a:moveTo>
                  <a:lnTo>
                    <a:pt x="522133" y="2676759"/>
                  </a:lnTo>
                  <a:lnTo>
                    <a:pt x="523393" y="2676781"/>
                  </a:lnTo>
                  <a:lnTo>
                    <a:pt x="531635" y="2676945"/>
                  </a:lnTo>
                  <a:lnTo>
                    <a:pt x="552244" y="2677397"/>
                  </a:lnTo>
                  <a:lnTo>
                    <a:pt x="588664" y="2678285"/>
                  </a:lnTo>
                  <a:lnTo>
                    <a:pt x="642084" y="2679738"/>
                  </a:lnTo>
                  <a:lnTo>
                    <a:pt x="711379" y="2681856"/>
                  </a:lnTo>
                  <a:lnTo>
                    <a:pt x="793499" y="2684693"/>
                  </a:lnTo>
                  <a:lnTo>
                    <a:pt x="884225" y="2688269"/>
                  </a:lnTo>
                  <a:lnTo>
                    <a:pt x="979073" y="2692574"/>
                  </a:lnTo>
                  <a:lnTo>
                    <a:pt x="1074034" y="2697591"/>
                  </a:lnTo>
                  <a:lnTo>
                    <a:pt x="1166022" y="2703310"/>
                  </a:lnTo>
                  <a:lnTo>
                    <a:pt x="1253008" y="2709743"/>
                  </a:lnTo>
                  <a:lnTo>
                    <a:pt x="1333933" y="2716928"/>
                  </a:lnTo>
                  <a:lnTo>
                    <a:pt x="1408510" y="2724935"/>
                  </a:lnTo>
                  <a:lnTo>
                    <a:pt x="1477005" y="2733866"/>
                  </a:lnTo>
                  <a:lnTo>
                    <a:pt x="1540041" y="2743851"/>
                  </a:lnTo>
                  <a:lnTo>
                    <a:pt x="1598448" y="2755040"/>
                  </a:lnTo>
                  <a:lnTo>
                    <a:pt x="1653148" y="2767597"/>
                  </a:lnTo>
                  <a:lnTo>
                    <a:pt x="1705070" y="2781675"/>
                  </a:lnTo>
                  <a:lnTo>
                    <a:pt x="1755071" y="2797382"/>
                  </a:lnTo>
                  <a:lnTo>
                    <a:pt x="1768425" y="2801938"/>
                  </a:lnTo>
                  <a:lnTo>
                    <a:pt x="1819762" y="2820821"/>
                  </a:lnTo>
                  <a:lnTo>
                    <a:pt x="1870599" y="2841601"/>
                  </a:lnTo>
                  <a:lnTo>
                    <a:pt x="1921448" y="2864305"/>
                  </a:lnTo>
                  <a:lnTo>
                    <a:pt x="1972661" y="2888900"/>
                  </a:lnTo>
                  <a:lnTo>
                    <a:pt x="2024450" y="2915281"/>
                  </a:lnTo>
                  <a:lnTo>
                    <a:pt x="2076905" y="2943270"/>
                  </a:lnTo>
                  <a:lnTo>
                    <a:pt x="2130008" y="2972614"/>
                  </a:lnTo>
                  <a:lnTo>
                    <a:pt x="2183650" y="3002991"/>
                  </a:lnTo>
                  <a:lnTo>
                    <a:pt x="2237654" y="3034028"/>
                  </a:lnTo>
                  <a:lnTo>
                    <a:pt x="2291797" y="3065314"/>
                  </a:lnTo>
                  <a:lnTo>
                    <a:pt x="2345841" y="3096422"/>
                  </a:lnTo>
                  <a:lnTo>
                    <a:pt x="2399558" y="3126938"/>
                  </a:lnTo>
                  <a:lnTo>
                    <a:pt x="2452761" y="3156479"/>
                  </a:lnTo>
                  <a:lnTo>
                    <a:pt x="2505329" y="3184715"/>
                  </a:lnTo>
                  <a:lnTo>
                    <a:pt x="2557227" y="3211381"/>
                  </a:lnTo>
                  <a:lnTo>
                    <a:pt x="2608525" y="3236285"/>
                  </a:lnTo>
                  <a:lnTo>
                    <a:pt x="2659415" y="3259311"/>
                  </a:lnTo>
                  <a:lnTo>
                    <a:pt x="2710223" y="3280414"/>
                  </a:lnTo>
                  <a:lnTo>
                    <a:pt x="2761433" y="3299611"/>
                  </a:lnTo>
                  <a:lnTo>
                    <a:pt x="2770117" y="3302653"/>
                  </a:lnTo>
                  <a:lnTo>
                    <a:pt x="2819725" y="3318811"/>
                  </a:lnTo>
                  <a:lnTo>
                    <a:pt x="2871045" y="3333324"/>
                  </a:lnTo>
                  <a:lnTo>
                    <a:pt x="2924900" y="3346280"/>
                  </a:lnTo>
                  <a:lnTo>
                    <a:pt x="2982206" y="3357825"/>
                  </a:lnTo>
                  <a:lnTo>
                    <a:pt x="3043896" y="3368121"/>
                  </a:lnTo>
                  <a:lnTo>
                    <a:pt x="3110834" y="3377325"/>
                  </a:lnTo>
                  <a:lnTo>
                    <a:pt x="3183714" y="3385572"/>
                  </a:lnTo>
                  <a:lnTo>
                    <a:pt x="3262915" y="3392972"/>
                  </a:lnTo>
                  <a:lnTo>
                    <a:pt x="3348322" y="3399604"/>
                  </a:lnTo>
                  <a:lnTo>
                    <a:pt x="3439108" y="3405515"/>
                  </a:lnTo>
                  <a:lnTo>
                    <a:pt x="3533522" y="3410723"/>
                  </a:lnTo>
                  <a:lnTo>
                    <a:pt x="3628764" y="3415223"/>
                  </a:lnTo>
                  <a:lnTo>
                    <a:pt x="3721046" y="3418999"/>
                  </a:lnTo>
                  <a:lnTo>
                    <a:pt x="3805949" y="3422037"/>
                  </a:lnTo>
                  <a:lnTo>
                    <a:pt x="3879097" y="3424346"/>
                  </a:lnTo>
                  <a:lnTo>
                    <a:pt x="3937035" y="3425972"/>
                  </a:lnTo>
                  <a:lnTo>
                    <a:pt x="3978057" y="3427002"/>
                  </a:lnTo>
                  <a:lnTo>
                    <a:pt x="4002712" y="3427558"/>
                  </a:lnTo>
                  <a:lnTo>
                    <a:pt x="4013857" y="3427785"/>
                  </a:lnTo>
                  <a:lnTo>
                    <a:pt x="4016409" y="3427832"/>
                  </a:lnTo>
                  <a:lnTo>
                    <a:pt x="4538543" y="3427832"/>
                  </a:lnTo>
                  <a:lnTo>
                    <a:pt x="4539647" y="3427741"/>
                  </a:lnTo>
                  <a:lnTo>
                    <a:pt x="4546888" y="3427092"/>
                  </a:lnTo>
                  <a:lnTo>
                    <a:pt x="4565078" y="3425295"/>
                  </a:lnTo>
                  <a:lnTo>
                    <a:pt x="4597429" y="3421763"/>
                  </a:lnTo>
                  <a:lnTo>
                    <a:pt x="4645297" y="3415961"/>
                  </a:lnTo>
                  <a:lnTo>
                    <a:pt x="4708083" y="3407469"/>
                  </a:lnTo>
                  <a:lnTo>
                    <a:pt x="4783471" y="3396021"/>
                  </a:lnTo>
                  <a:lnTo>
                    <a:pt x="4867979" y="3381509"/>
                  </a:lnTo>
                  <a:lnTo>
                    <a:pt x="4957677" y="3363938"/>
                  </a:lnTo>
                  <a:lnTo>
                    <a:pt x="5048839" y="3343374"/>
                  </a:lnTo>
                  <a:lnTo>
                    <a:pt x="5138401" y="3319876"/>
                  </a:lnTo>
                  <a:lnTo>
                    <a:pt x="5224165" y="3293444"/>
                  </a:lnTo>
                  <a:lnTo>
                    <a:pt x="5304794" y="3263981"/>
                  </a:lnTo>
                  <a:lnTo>
                    <a:pt x="5379693" y="3231277"/>
                  </a:lnTo>
                  <a:lnTo>
                    <a:pt x="5448832" y="3195003"/>
                  </a:lnTo>
                  <a:lnTo>
                    <a:pt x="5512575" y="3154713"/>
                  </a:lnTo>
                  <a:lnTo>
                    <a:pt x="5571538" y="3109859"/>
                  </a:lnTo>
                  <a:lnTo>
                    <a:pt x="5626478" y="3059820"/>
                  </a:lnTo>
                  <a:lnTo>
                    <a:pt x="5678208" y="3003946"/>
                  </a:lnTo>
                  <a:lnTo>
                    <a:pt x="5727534" y="2941645"/>
                  </a:lnTo>
                  <a:lnTo>
                    <a:pt x="5775190" y="2872526"/>
                  </a:lnTo>
                  <a:lnTo>
                    <a:pt x="5784835" y="2857468"/>
                  </a:lnTo>
                  <a:lnTo>
                    <a:pt x="5819336" y="2800726"/>
                  </a:lnTo>
                  <a:lnTo>
                    <a:pt x="5853524" y="2740141"/>
                  </a:lnTo>
                  <a:lnTo>
                    <a:pt x="5887578" y="2675636"/>
                  </a:lnTo>
                  <a:lnTo>
                    <a:pt x="5921643" y="2607183"/>
                  </a:lnTo>
                  <a:lnTo>
                    <a:pt x="5955831" y="2534814"/>
                  </a:lnTo>
                  <a:lnTo>
                    <a:pt x="5990226" y="2458625"/>
                  </a:lnTo>
                  <a:lnTo>
                    <a:pt x="6024884" y="2378776"/>
                  </a:lnTo>
                  <a:lnTo>
                    <a:pt x="6059836" y="2295500"/>
                  </a:lnTo>
                  <a:lnTo>
                    <a:pt x="6095092" y="2209095"/>
                  </a:lnTo>
                  <a:lnTo>
                    <a:pt x="6130640" y="2119931"/>
                  </a:lnTo>
                  <a:lnTo>
                    <a:pt x="6166450" y="2028435"/>
                  </a:lnTo>
                  <a:lnTo>
                    <a:pt x="6202477" y="1935093"/>
                  </a:lnTo>
                  <a:lnTo>
                    <a:pt x="6238663" y="1840435"/>
                  </a:lnTo>
                  <a:lnTo>
                    <a:pt x="6274943" y="1745021"/>
                  </a:lnTo>
                  <a:lnTo>
                    <a:pt x="6311243" y="1649434"/>
                  </a:lnTo>
                  <a:lnTo>
                    <a:pt x="6347493" y="1554260"/>
                  </a:lnTo>
                  <a:lnTo>
                    <a:pt x="6383622" y="1460072"/>
                  </a:lnTo>
                  <a:lnTo>
                    <a:pt x="6419567" y="1367423"/>
                  </a:lnTo>
                  <a:lnTo>
                    <a:pt x="6455274" y="1276824"/>
                  </a:lnTo>
                  <a:lnTo>
                    <a:pt x="6490706" y="1188738"/>
                  </a:lnTo>
                  <a:lnTo>
                    <a:pt x="6525838" y="1103571"/>
                  </a:lnTo>
                  <a:lnTo>
                    <a:pt x="6560668" y="1021662"/>
                  </a:lnTo>
                  <a:lnTo>
                    <a:pt x="6595213" y="943284"/>
                  </a:lnTo>
                  <a:lnTo>
                    <a:pt x="6629515" y="868639"/>
                  </a:lnTo>
                  <a:lnTo>
                    <a:pt x="6663641" y="797862"/>
                  </a:lnTo>
                  <a:lnTo>
                    <a:pt x="6697686" y="731021"/>
                  </a:lnTo>
                  <a:lnTo>
                    <a:pt x="6731775" y="668123"/>
                  </a:lnTo>
                  <a:lnTo>
                    <a:pt x="6766067" y="609120"/>
                  </a:lnTo>
                  <a:lnTo>
                    <a:pt x="6786527" y="576011"/>
                  </a:lnTo>
                  <a:lnTo>
                    <a:pt x="6833920" y="505475"/>
                  </a:lnTo>
                  <a:lnTo>
                    <a:pt x="6882846" y="441795"/>
                  </a:lnTo>
                  <a:lnTo>
                    <a:pt x="6934018" y="384645"/>
                  </a:lnTo>
                  <a:lnTo>
                    <a:pt x="6988231" y="333459"/>
                  </a:lnTo>
                  <a:lnTo>
                    <a:pt x="7046302" y="287592"/>
                  </a:lnTo>
                  <a:lnTo>
                    <a:pt x="7109007" y="246412"/>
                  </a:lnTo>
                  <a:lnTo>
                    <a:pt x="7176997" y="209352"/>
                  </a:lnTo>
                  <a:lnTo>
                    <a:pt x="7250699" y="175945"/>
                  </a:lnTo>
                  <a:lnTo>
                    <a:pt x="7330179" y="145838"/>
                  </a:lnTo>
                  <a:lnTo>
                    <a:pt x="7414969" y="118794"/>
                  </a:lnTo>
                  <a:lnTo>
                    <a:pt x="7503901" y="94696"/>
                  </a:lnTo>
                  <a:lnTo>
                    <a:pt x="7594958" y="73525"/>
                  </a:lnTo>
                  <a:lnTo>
                    <a:pt x="7685243" y="55334"/>
                  </a:lnTo>
                  <a:lnTo>
                    <a:pt x="7771141" y="40189"/>
                  </a:lnTo>
                  <a:lnTo>
                    <a:pt x="7848713" y="28116"/>
                  </a:lnTo>
                  <a:lnTo>
                    <a:pt x="7914327" y="19033"/>
                  </a:lnTo>
                  <a:lnTo>
                    <a:pt x="7965371" y="12707"/>
                  </a:lnTo>
                  <a:lnTo>
                    <a:pt x="8000865" y="8749"/>
                  </a:lnTo>
                  <a:lnTo>
                    <a:pt x="8021760" y="6643"/>
                  </a:lnTo>
                  <a:lnTo>
                    <a:pt x="8030907" y="5807"/>
                  </a:lnTo>
                  <a:lnTo>
                    <a:pt x="8032819" y="5647"/>
                  </a:lnTo>
                  <a:lnTo>
                    <a:pt x="8554953" y="5647"/>
                  </a:lnTo>
                  <a:lnTo>
                    <a:pt x="8554953" y="0"/>
                  </a:lnTo>
                  <a:lnTo>
                    <a:pt x="8032819" y="0"/>
                  </a:lnTo>
                  <a:lnTo>
                    <a:pt x="8031715" y="91"/>
                  </a:lnTo>
                  <a:lnTo>
                    <a:pt x="8024473" y="740"/>
                  </a:lnTo>
                  <a:lnTo>
                    <a:pt x="8006284" y="2536"/>
                  </a:lnTo>
                  <a:lnTo>
                    <a:pt x="7973933" y="6069"/>
                  </a:lnTo>
                  <a:lnTo>
                    <a:pt x="7926065" y="11871"/>
                  </a:lnTo>
                  <a:lnTo>
                    <a:pt x="7863279" y="20363"/>
                  </a:lnTo>
                  <a:lnTo>
                    <a:pt x="7787891" y="31811"/>
                  </a:lnTo>
                  <a:lnTo>
                    <a:pt x="7703383" y="46323"/>
                  </a:lnTo>
                  <a:lnTo>
                    <a:pt x="7613685" y="63894"/>
                  </a:lnTo>
                  <a:lnTo>
                    <a:pt x="7522523" y="84458"/>
                  </a:lnTo>
                  <a:lnTo>
                    <a:pt x="7432961" y="107956"/>
                  </a:lnTo>
                  <a:lnTo>
                    <a:pt x="7347197" y="134388"/>
                  </a:lnTo>
                  <a:lnTo>
                    <a:pt x="7266568" y="163851"/>
                  </a:lnTo>
                  <a:lnTo>
                    <a:pt x="7191668" y="196555"/>
                  </a:lnTo>
                  <a:lnTo>
                    <a:pt x="7122530" y="232829"/>
                  </a:lnTo>
                  <a:lnTo>
                    <a:pt x="7058787" y="273119"/>
                  </a:lnTo>
                  <a:lnTo>
                    <a:pt x="6999824" y="317973"/>
                  </a:lnTo>
                  <a:lnTo>
                    <a:pt x="6944884" y="368012"/>
                  </a:lnTo>
                  <a:lnTo>
                    <a:pt x="6893154" y="423886"/>
                  </a:lnTo>
                  <a:lnTo>
                    <a:pt x="6843828" y="486187"/>
                  </a:lnTo>
                  <a:lnTo>
                    <a:pt x="6796171" y="555306"/>
                  </a:lnTo>
                  <a:lnTo>
                    <a:pt x="6786527" y="570364"/>
                  </a:lnTo>
                  <a:lnTo>
                    <a:pt x="6752026" y="627106"/>
                  </a:lnTo>
                  <a:lnTo>
                    <a:pt x="6717838" y="687691"/>
                  </a:lnTo>
                  <a:lnTo>
                    <a:pt x="6683784" y="752196"/>
                  </a:lnTo>
                  <a:lnTo>
                    <a:pt x="6649719" y="820649"/>
                  </a:lnTo>
                  <a:lnTo>
                    <a:pt x="6615531" y="893018"/>
                  </a:lnTo>
                  <a:lnTo>
                    <a:pt x="6581136" y="969207"/>
                  </a:lnTo>
                  <a:lnTo>
                    <a:pt x="6546478" y="1049056"/>
                  </a:lnTo>
                  <a:lnTo>
                    <a:pt x="6511526" y="1132332"/>
                  </a:lnTo>
                  <a:lnTo>
                    <a:pt x="6476270" y="1218737"/>
                  </a:lnTo>
                  <a:lnTo>
                    <a:pt x="6440722" y="1307901"/>
                  </a:lnTo>
                  <a:lnTo>
                    <a:pt x="6404912" y="1399397"/>
                  </a:lnTo>
                  <a:lnTo>
                    <a:pt x="6368885" y="1492739"/>
                  </a:lnTo>
                  <a:lnTo>
                    <a:pt x="6332699" y="1587397"/>
                  </a:lnTo>
                  <a:lnTo>
                    <a:pt x="6296419" y="1682811"/>
                  </a:lnTo>
                  <a:lnTo>
                    <a:pt x="6260118" y="1778398"/>
                  </a:lnTo>
                  <a:lnTo>
                    <a:pt x="6223869" y="1873572"/>
                  </a:lnTo>
                  <a:lnTo>
                    <a:pt x="6187740" y="1967759"/>
                  </a:lnTo>
                  <a:lnTo>
                    <a:pt x="6151795" y="2060409"/>
                  </a:lnTo>
                  <a:lnTo>
                    <a:pt x="6116087" y="2151008"/>
                  </a:lnTo>
                  <a:lnTo>
                    <a:pt x="6080656" y="2239094"/>
                  </a:lnTo>
                  <a:lnTo>
                    <a:pt x="6045524" y="2324261"/>
                  </a:lnTo>
                  <a:lnTo>
                    <a:pt x="6010694" y="2406170"/>
                  </a:lnTo>
                  <a:lnTo>
                    <a:pt x="5976149" y="2484548"/>
                  </a:lnTo>
                  <a:lnTo>
                    <a:pt x="5941847" y="2559192"/>
                  </a:lnTo>
                  <a:lnTo>
                    <a:pt x="5907721" y="2629970"/>
                  </a:lnTo>
                  <a:lnTo>
                    <a:pt x="5873676" y="2696811"/>
                  </a:lnTo>
                  <a:lnTo>
                    <a:pt x="5839586" y="2759709"/>
                  </a:lnTo>
                  <a:lnTo>
                    <a:pt x="5805295" y="2818712"/>
                  </a:lnTo>
                  <a:lnTo>
                    <a:pt x="5784835" y="2851821"/>
                  </a:lnTo>
                  <a:lnTo>
                    <a:pt x="5737442" y="2922357"/>
                  </a:lnTo>
                  <a:lnTo>
                    <a:pt x="5688515" y="2986037"/>
                  </a:lnTo>
                  <a:lnTo>
                    <a:pt x="5637344" y="3043187"/>
                  </a:lnTo>
                  <a:lnTo>
                    <a:pt x="5583131" y="3094373"/>
                  </a:lnTo>
                  <a:lnTo>
                    <a:pt x="5525060" y="3140240"/>
                  </a:lnTo>
                  <a:lnTo>
                    <a:pt x="5462355" y="3181420"/>
                  </a:lnTo>
                  <a:lnTo>
                    <a:pt x="5394365" y="3218480"/>
                  </a:lnTo>
                  <a:lnTo>
                    <a:pt x="5320663" y="3251886"/>
                  </a:lnTo>
                  <a:lnTo>
                    <a:pt x="5241183" y="3281994"/>
                  </a:lnTo>
                  <a:lnTo>
                    <a:pt x="5156393" y="3309038"/>
                  </a:lnTo>
                  <a:lnTo>
                    <a:pt x="5067461" y="3333136"/>
                  </a:lnTo>
                  <a:lnTo>
                    <a:pt x="4976404" y="3354306"/>
                  </a:lnTo>
                  <a:lnTo>
                    <a:pt x="4886118" y="3372498"/>
                  </a:lnTo>
                  <a:lnTo>
                    <a:pt x="4800221" y="3387643"/>
                  </a:lnTo>
                  <a:lnTo>
                    <a:pt x="4722649" y="3399716"/>
                  </a:lnTo>
                  <a:lnTo>
                    <a:pt x="4657035" y="3408799"/>
                  </a:lnTo>
                  <a:lnTo>
                    <a:pt x="4605991" y="3415125"/>
                  </a:lnTo>
                  <a:lnTo>
                    <a:pt x="4570497" y="3419083"/>
                  </a:lnTo>
                  <a:lnTo>
                    <a:pt x="4549602" y="3421189"/>
                  </a:lnTo>
                  <a:lnTo>
                    <a:pt x="4540455" y="3422025"/>
                  </a:lnTo>
                  <a:lnTo>
                    <a:pt x="4538543" y="3422185"/>
                  </a:lnTo>
                  <a:lnTo>
                    <a:pt x="4016409" y="3422185"/>
                  </a:lnTo>
                  <a:lnTo>
                    <a:pt x="4015149" y="3422162"/>
                  </a:lnTo>
                  <a:lnTo>
                    <a:pt x="4006907" y="3421999"/>
                  </a:lnTo>
                  <a:lnTo>
                    <a:pt x="3986298" y="3421547"/>
                  </a:lnTo>
                  <a:lnTo>
                    <a:pt x="3949878" y="3420659"/>
                  </a:lnTo>
                  <a:lnTo>
                    <a:pt x="3896459" y="3419205"/>
                  </a:lnTo>
                  <a:lnTo>
                    <a:pt x="3827163" y="3417088"/>
                  </a:lnTo>
                  <a:lnTo>
                    <a:pt x="3745044" y="3414250"/>
                  </a:lnTo>
                  <a:lnTo>
                    <a:pt x="3654317" y="3410675"/>
                  </a:lnTo>
                  <a:lnTo>
                    <a:pt x="3559469" y="3406370"/>
                  </a:lnTo>
                  <a:lnTo>
                    <a:pt x="3464508" y="3401353"/>
                  </a:lnTo>
                  <a:lnTo>
                    <a:pt x="3372520" y="3395634"/>
                  </a:lnTo>
                  <a:lnTo>
                    <a:pt x="3285534" y="3389201"/>
                  </a:lnTo>
                  <a:lnTo>
                    <a:pt x="3204609" y="3382016"/>
                  </a:lnTo>
                  <a:lnTo>
                    <a:pt x="3130032" y="3374009"/>
                  </a:lnTo>
                  <a:lnTo>
                    <a:pt x="3061537" y="3365077"/>
                  </a:lnTo>
                  <a:lnTo>
                    <a:pt x="2998501" y="3355093"/>
                  </a:lnTo>
                  <a:lnTo>
                    <a:pt x="2940094" y="3343904"/>
                  </a:lnTo>
                  <a:lnTo>
                    <a:pt x="2885394" y="3331347"/>
                  </a:lnTo>
                  <a:lnTo>
                    <a:pt x="2833472" y="3317269"/>
                  </a:lnTo>
                  <a:lnTo>
                    <a:pt x="2783471" y="3301561"/>
                  </a:lnTo>
                  <a:lnTo>
                    <a:pt x="2770117" y="3297006"/>
                  </a:lnTo>
                  <a:lnTo>
                    <a:pt x="2718781" y="3278123"/>
                  </a:lnTo>
                  <a:lnTo>
                    <a:pt x="2667943" y="3257343"/>
                  </a:lnTo>
                  <a:lnTo>
                    <a:pt x="2617094" y="3234639"/>
                  </a:lnTo>
                  <a:lnTo>
                    <a:pt x="2565881" y="3210044"/>
                  </a:lnTo>
                  <a:lnTo>
                    <a:pt x="2514092" y="3183663"/>
                  </a:lnTo>
                  <a:lnTo>
                    <a:pt x="2461637" y="3155674"/>
                  </a:lnTo>
                  <a:lnTo>
                    <a:pt x="2408534" y="3126330"/>
                  </a:lnTo>
                  <a:lnTo>
                    <a:pt x="2354892" y="3095952"/>
                  </a:lnTo>
                  <a:lnTo>
                    <a:pt x="2300888" y="3064915"/>
                  </a:lnTo>
                  <a:lnTo>
                    <a:pt x="2246745" y="3033630"/>
                  </a:lnTo>
                  <a:lnTo>
                    <a:pt x="2192701" y="3002522"/>
                  </a:lnTo>
                  <a:lnTo>
                    <a:pt x="2138984" y="2972006"/>
                  </a:lnTo>
                  <a:lnTo>
                    <a:pt x="2085781" y="2942465"/>
                  </a:lnTo>
                  <a:lnTo>
                    <a:pt x="2033213" y="2914229"/>
                  </a:lnTo>
                  <a:lnTo>
                    <a:pt x="1981316" y="2887563"/>
                  </a:lnTo>
                  <a:lnTo>
                    <a:pt x="1930017" y="2862658"/>
                  </a:lnTo>
                  <a:lnTo>
                    <a:pt x="1879127" y="2839633"/>
                  </a:lnTo>
                  <a:lnTo>
                    <a:pt x="1828319" y="2818530"/>
                  </a:lnTo>
                  <a:lnTo>
                    <a:pt x="1777110" y="2799333"/>
                  </a:lnTo>
                  <a:lnTo>
                    <a:pt x="1768425" y="2796290"/>
                  </a:lnTo>
                  <a:lnTo>
                    <a:pt x="1718818" y="2780133"/>
                  </a:lnTo>
                  <a:lnTo>
                    <a:pt x="1667497" y="2765620"/>
                  </a:lnTo>
                  <a:lnTo>
                    <a:pt x="1613642" y="2752664"/>
                  </a:lnTo>
                  <a:lnTo>
                    <a:pt x="1556336" y="2741119"/>
                  </a:lnTo>
                  <a:lnTo>
                    <a:pt x="1494646" y="2730823"/>
                  </a:lnTo>
                  <a:lnTo>
                    <a:pt x="1427708" y="2721619"/>
                  </a:lnTo>
                  <a:lnTo>
                    <a:pt x="1354828" y="2713372"/>
                  </a:lnTo>
                  <a:lnTo>
                    <a:pt x="1275627" y="2705971"/>
                  </a:lnTo>
                  <a:lnTo>
                    <a:pt x="1190220" y="2699339"/>
                  </a:lnTo>
                  <a:lnTo>
                    <a:pt x="1099434" y="2693428"/>
                  </a:lnTo>
                  <a:lnTo>
                    <a:pt x="1005020" y="2688220"/>
                  </a:lnTo>
                  <a:lnTo>
                    <a:pt x="909779" y="2683720"/>
                  </a:lnTo>
                  <a:lnTo>
                    <a:pt x="817497" y="2679945"/>
                  </a:lnTo>
                  <a:lnTo>
                    <a:pt x="732593" y="2676907"/>
                  </a:lnTo>
                  <a:lnTo>
                    <a:pt x="659445" y="2674598"/>
                  </a:lnTo>
                  <a:lnTo>
                    <a:pt x="601507" y="2672972"/>
                  </a:lnTo>
                  <a:lnTo>
                    <a:pt x="560485" y="2671942"/>
                  </a:lnTo>
                  <a:lnTo>
                    <a:pt x="535830" y="2671386"/>
                  </a:lnTo>
                  <a:lnTo>
                    <a:pt x="524685" y="2671159"/>
                  </a:lnTo>
                  <a:lnTo>
                    <a:pt x="522133" y="2671111"/>
                  </a:lnTo>
                  <a:lnTo>
                    <a:pt x="0" y="2671111"/>
                  </a:lnTo>
                  <a:close/>
                </a:path>
              </a:pathLst>
            </a:custGeom>
            <a:solidFill>
              <a:srgbClr val="F28E5B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930" name="pl930"/>
            <p:cNvSpPr/>
            <p:nvPr/>
          </p:nvSpPr>
          <p:spPr>
            <a:xfrm>
              <a:off x="386606" y="1321077"/>
              <a:ext cx="8554953" cy="3422185"/>
            </a:xfrm>
            <a:custGeom>
              <a:avLst/>
              <a:pathLst>
                <a:path w="8554953" h="3422185">
                  <a:moveTo>
                    <a:pt x="0" y="2671111"/>
                  </a:moveTo>
                  <a:lnTo>
                    <a:pt x="522133" y="2671111"/>
                  </a:lnTo>
                  <a:lnTo>
                    <a:pt x="523393" y="2671134"/>
                  </a:lnTo>
                  <a:lnTo>
                    <a:pt x="531635" y="2671298"/>
                  </a:lnTo>
                  <a:lnTo>
                    <a:pt x="552244" y="2671750"/>
                  </a:lnTo>
                  <a:lnTo>
                    <a:pt x="588664" y="2672637"/>
                  </a:lnTo>
                  <a:lnTo>
                    <a:pt x="642084" y="2674091"/>
                  </a:lnTo>
                  <a:lnTo>
                    <a:pt x="711379" y="2676209"/>
                  </a:lnTo>
                  <a:lnTo>
                    <a:pt x="793499" y="2679046"/>
                  </a:lnTo>
                  <a:lnTo>
                    <a:pt x="884225" y="2682622"/>
                  </a:lnTo>
                  <a:lnTo>
                    <a:pt x="979073" y="2686927"/>
                  </a:lnTo>
                  <a:lnTo>
                    <a:pt x="1074034" y="2691943"/>
                  </a:lnTo>
                  <a:lnTo>
                    <a:pt x="1166022" y="2697663"/>
                  </a:lnTo>
                  <a:lnTo>
                    <a:pt x="1253008" y="2704095"/>
                  </a:lnTo>
                  <a:lnTo>
                    <a:pt x="1333933" y="2711280"/>
                  </a:lnTo>
                  <a:lnTo>
                    <a:pt x="1408510" y="2719288"/>
                  </a:lnTo>
                  <a:lnTo>
                    <a:pt x="1477005" y="2728219"/>
                  </a:lnTo>
                  <a:lnTo>
                    <a:pt x="1540041" y="2738204"/>
                  </a:lnTo>
                  <a:lnTo>
                    <a:pt x="1598448" y="2749393"/>
                  </a:lnTo>
                  <a:lnTo>
                    <a:pt x="1653148" y="2761950"/>
                  </a:lnTo>
                  <a:lnTo>
                    <a:pt x="1705070" y="2776028"/>
                  </a:lnTo>
                  <a:lnTo>
                    <a:pt x="1755071" y="2791735"/>
                  </a:lnTo>
                  <a:lnTo>
                    <a:pt x="1768425" y="2796290"/>
                  </a:lnTo>
                  <a:lnTo>
                    <a:pt x="1819762" y="2815174"/>
                  </a:lnTo>
                  <a:lnTo>
                    <a:pt x="1870599" y="2835954"/>
                  </a:lnTo>
                  <a:lnTo>
                    <a:pt x="1921448" y="2858658"/>
                  </a:lnTo>
                  <a:lnTo>
                    <a:pt x="1972661" y="2883253"/>
                  </a:lnTo>
                  <a:lnTo>
                    <a:pt x="2024450" y="2909634"/>
                  </a:lnTo>
                  <a:lnTo>
                    <a:pt x="2076905" y="2937623"/>
                  </a:lnTo>
                  <a:lnTo>
                    <a:pt x="2130008" y="2966966"/>
                  </a:lnTo>
                  <a:lnTo>
                    <a:pt x="2183650" y="2997344"/>
                  </a:lnTo>
                  <a:lnTo>
                    <a:pt x="2237654" y="3028381"/>
                  </a:lnTo>
                  <a:lnTo>
                    <a:pt x="2291797" y="3059666"/>
                  </a:lnTo>
                  <a:lnTo>
                    <a:pt x="2345841" y="3090775"/>
                  </a:lnTo>
                  <a:lnTo>
                    <a:pt x="2399558" y="3121290"/>
                  </a:lnTo>
                  <a:lnTo>
                    <a:pt x="2452761" y="3150832"/>
                  </a:lnTo>
                  <a:lnTo>
                    <a:pt x="2505329" y="3179068"/>
                  </a:lnTo>
                  <a:lnTo>
                    <a:pt x="2557227" y="3205734"/>
                  </a:lnTo>
                  <a:lnTo>
                    <a:pt x="2608525" y="3230638"/>
                  </a:lnTo>
                  <a:lnTo>
                    <a:pt x="2659415" y="3253664"/>
                  </a:lnTo>
                  <a:lnTo>
                    <a:pt x="2710223" y="3274766"/>
                  </a:lnTo>
                  <a:lnTo>
                    <a:pt x="2761433" y="3293964"/>
                  </a:lnTo>
                  <a:lnTo>
                    <a:pt x="2770117" y="3297006"/>
                  </a:lnTo>
                  <a:lnTo>
                    <a:pt x="2819725" y="3313163"/>
                  </a:lnTo>
                  <a:lnTo>
                    <a:pt x="2871045" y="3327677"/>
                  </a:lnTo>
                  <a:lnTo>
                    <a:pt x="2924900" y="3340633"/>
                  </a:lnTo>
                  <a:lnTo>
                    <a:pt x="2982206" y="3352178"/>
                  </a:lnTo>
                  <a:lnTo>
                    <a:pt x="3043896" y="3362474"/>
                  </a:lnTo>
                  <a:lnTo>
                    <a:pt x="3110834" y="3371677"/>
                  </a:lnTo>
                  <a:lnTo>
                    <a:pt x="3183714" y="3379925"/>
                  </a:lnTo>
                  <a:lnTo>
                    <a:pt x="3262915" y="3387325"/>
                  </a:lnTo>
                  <a:lnTo>
                    <a:pt x="3348322" y="3393957"/>
                  </a:lnTo>
                  <a:lnTo>
                    <a:pt x="3439108" y="3399868"/>
                  </a:lnTo>
                  <a:lnTo>
                    <a:pt x="3533522" y="3405076"/>
                  </a:lnTo>
                  <a:lnTo>
                    <a:pt x="3628764" y="3409576"/>
                  </a:lnTo>
                  <a:lnTo>
                    <a:pt x="3721046" y="3413352"/>
                  </a:lnTo>
                  <a:lnTo>
                    <a:pt x="3805949" y="3416389"/>
                  </a:lnTo>
                  <a:lnTo>
                    <a:pt x="3879097" y="3418699"/>
                  </a:lnTo>
                  <a:lnTo>
                    <a:pt x="3937035" y="3420325"/>
                  </a:lnTo>
                  <a:lnTo>
                    <a:pt x="3978057" y="3421355"/>
                  </a:lnTo>
                  <a:lnTo>
                    <a:pt x="4002712" y="3421911"/>
                  </a:lnTo>
                  <a:lnTo>
                    <a:pt x="4013857" y="3422138"/>
                  </a:lnTo>
                  <a:lnTo>
                    <a:pt x="4016383" y="3422185"/>
                  </a:lnTo>
                  <a:lnTo>
                    <a:pt x="4016409" y="3422185"/>
                  </a:lnTo>
                  <a:lnTo>
                    <a:pt x="4538543" y="3422185"/>
                  </a:lnTo>
                  <a:lnTo>
                    <a:pt x="4539647" y="3422094"/>
                  </a:lnTo>
                  <a:lnTo>
                    <a:pt x="4546888" y="3421444"/>
                  </a:lnTo>
                  <a:lnTo>
                    <a:pt x="4565078" y="3419648"/>
                  </a:lnTo>
                  <a:lnTo>
                    <a:pt x="4597429" y="3416116"/>
                  </a:lnTo>
                  <a:lnTo>
                    <a:pt x="4645297" y="3410314"/>
                  </a:lnTo>
                  <a:lnTo>
                    <a:pt x="4708083" y="3401821"/>
                  </a:lnTo>
                  <a:lnTo>
                    <a:pt x="4783471" y="3390374"/>
                  </a:lnTo>
                  <a:lnTo>
                    <a:pt x="4867979" y="3375861"/>
                  </a:lnTo>
                  <a:lnTo>
                    <a:pt x="4957677" y="3358291"/>
                  </a:lnTo>
                  <a:lnTo>
                    <a:pt x="5048839" y="3337727"/>
                  </a:lnTo>
                  <a:lnTo>
                    <a:pt x="5138401" y="3314229"/>
                  </a:lnTo>
                  <a:lnTo>
                    <a:pt x="5224165" y="3287797"/>
                  </a:lnTo>
                  <a:lnTo>
                    <a:pt x="5304794" y="3258334"/>
                  </a:lnTo>
                  <a:lnTo>
                    <a:pt x="5379693" y="3225630"/>
                  </a:lnTo>
                  <a:lnTo>
                    <a:pt x="5448832" y="3189356"/>
                  </a:lnTo>
                  <a:lnTo>
                    <a:pt x="5512575" y="3149065"/>
                  </a:lnTo>
                  <a:lnTo>
                    <a:pt x="5571538" y="3104212"/>
                  </a:lnTo>
                  <a:lnTo>
                    <a:pt x="5626478" y="3054173"/>
                  </a:lnTo>
                  <a:lnTo>
                    <a:pt x="5678208" y="2998298"/>
                  </a:lnTo>
                  <a:lnTo>
                    <a:pt x="5727534" y="2935998"/>
                  </a:lnTo>
                  <a:lnTo>
                    <a:pt x="5775190" y="2866878"/>
                  </a:lnTo>
                  <a:lnTo>
                    <a:pt x="5784835" y="2851821"/>
                  </a:lnTo>
                  <a:lnTo>
                    <a:pt x="5819336" y="2795079"/>
                  </a:lnTo>
                  <a:lnTo>
                    <a:pt x="5853524" y="2734494"/>
                  </a:lnTo>
                  <a:lnTo>
                    <a:pt x="5887578" y="2669988"/>
                  </a:lnTo>
                  <a:lnTo>
                    <a:pt x="5921643" y="2601535"/>
                  </a:lnTo>
                  <a:lnTo>
                    <a:pt x="5955831" y="2529167"/>
                  </a:lnTo>
                  <a:lnTo>
                    <a:pt x="5990226" y="2452977"/>
                  </a:lnTo>
                  <a:lnTo>
                    <a:pt x="6024884" y="2373129"/>
                  </a:lnTo>
                  <a:lnTo>
                    <a:pt x="6059836" y="2289852"/>
                  </a:lnTo>
                  <a:lnTo>
                    <a:pt x="6095092" y="2203448"/>
                  </a:lnTo>
                  <a:lnTo>
                    <a:pt x="6130640" y="2114283"/>
                  </a:lnTo>
                  <a:lnTo>
                    <a:pt x="6166450" y="2022788"/>
                  </a:lnTo>
                  <a:lnTo>
                    <a:pt x="6202477" y="1929446"/>
                  </a:lnTo>
                  <a:lnTo>
                    <a:pt x="6238663" y="1834787"/>
                  </a:lnTo>
                  <a:lnTo>
                    <a:pt x="6274943" y="1739374"/>
                  </a:lnTo>
                  <a:lnTo>
                    <a:pt x="6311243" y="1643787"/>
                  </a:lnTo>
                  <a:lnTo>
                    <a:pt x="6347493" y="1548612"/>
                  </a:lnTo>
                  <a:lnTo>
                    <a:pt x="6383622" y="1454425"/>
                  </a:lnTo>
                  <a:lnTo>
                    <a:pt x="6419567" y="1361776"/>
                  </a:lnTo>
                  <a:lnTo>
                    <a:pt x="6455274" y="1271177"/>
                  </a:lnTo>
                  <a:lnTo>
                    <a:pt x="6490706" y="1183091"/>
                  </a:lnTo>
                  <a:lnTo>
                    <a:pt x="6525838" y="1097923"/>
                  </a:lnTo>
                  <a:lnTo>
                    <a:pt x="6560668" y="1016015"/>
                  </a:lnTo>
                  <a:lnTo>
                    <a:pt x="6595213" y="937637"/>
                  </a:lnTo>
                  <a:lnTo>
                    <a:pt x="6629515" y="862992"/>
                  </a:lnTo>
                  <a:lnTo>
                    <a:pt x="6663641" y="792215"/>
                  </a:lnTo>
                  <a:lnTo>
                    <a:pt x="6697686" y="725374"/>
                  </a:lnTo>
                  <a:lnTo>
                    <a:pt x="6731775" y="662476"/>
                  </a:lnTo>
                  <a:lnTo>
                    <a:pt x="6766067" y="603473"/>
                  </a:lnTo>
                  <a:lnTo>
                    <a:pt x="6786527" y="570364"/>
                  </a:lnTo>
                  <a:lnTo>
                    <a:pt x="6833920" y="499828"/>
                  </a:lnTo>
                  <a:lnTo>
                    <a:pt x="6882846" y="436148"/>
                  </a:lnTo>
                  <a:lnTo>
                    <a:pt x="6934018" y="378998"/>
                  </a:lnTo>
                  <a:lnTo>
                    <a:pt x="6988231" y="327812"/>
                  </a:lnTo>
                  <a:lnTo>
                    <a:pt x="7046302" y="281945"/>
                  </a:lnTo>
                  <a:lnTo>
                    <a:pt x="7109007" y="240765"/>
                  </a:lnTo>
                  <a:lnTo>
                    <a:pt x="7176997" y="203705"/>
                  </a:lnTo>
                  <a:lnTo>
                    <a:pt x="7250699" y="170298"/>
                  </a:lnTo>
                  <a:lnTo>
                    <a:pt x="7330179" y="140190"/>
                  </a:lnTo>
                  <a:lnTo>
                    <a:pt x="7414969" y="113147"/>
                  </a:lnTo>
                  <a:lnTo>
                    <a:pt x="7503901" y="89048"/>
                  </a:lnTo>
                  <a:lnTo>
                    <a:pt x="7594958" y="67878"/>
                  </a:lnTo>
                  <a:lnTo>
                    <a:pt x="7685243" y="49686"/>
                  </a:lnTo>
                  <a:lnTo>
                    <a:pt x="7771141" y="34542"/>
                  </a:lnTo>
                  <a:lnTo>
                    <a:pt x="7848713" y="22469"/>
                  </a:lnTo>
                  <a:lnTo>
                    <a:pt x="7914327" y="13386"/>
                  </a:lnTo>
                  <a:lnTo>
                    <a:pt x="7965371" y="7060"/>
                  </a:lnTo>
                  <a:lnTo>
                    <a:pt x="8000865" y="3102"/>
                  </a:lnTo>
                  <a:lnTo>
                    <a:pt x="8021760" y="996"/>
                  </a:lnTo>
                  <a:lnTo>
                    <a:pt x="8030907" y="160"/>
                  </a:lnTo>
                  <a:lnTo>
                    <a:pt x="8032809" y="0"/>
                  </a:lnTo>
                  <a:lnTo>
                    <a:pt x="8032819" y="0"/>
                  </a:lnTo>
                  <a:lnTo>
                    <a:pt x="8554953" y="0"/>
                  </a:lnTo>
                  <a:lnTo>
                    <a:pt x="8554953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931" name="pl931"/>
            <p:cNvSpPr/>
            <p:nvPr/>
          </p:nvSpPr>
          <p:spPr>
            <a:xfrm>
              <a:off x="386606" y="1315430"/>
              <a:ext cx="8554953" cy="3422185"/>
            </a:xfrm>
            <a:custGeom>
              <a:avLst/>
              <a:pathLst>
                <a:path w="8554953" h="3422185">
                  <a:moveTo>
                    <a:pt x="8554953" y="0"/>
                  </a:moveTo>
                  <a:lnTo>
                    <a:pt x="8032819" y="0"/>
                  </a:lnTo>
                  <a:lnTo>
                    <a:pt x="8031715" y="91"/>
                  </a:lnTo>
                  <a:lnTo>
                    <a:pt x="8024473" y="740"/>
                  </a:lnTo>
                  <a:lnTo>
                    <a:pt x="8006284" y="2536"/>
                  </a:lnTo>
                  <a:lnTo>
                    <a:pt x="7973933" y="6069"/>
                  </a:lnTo>
                  <a:lnTo>
                    <a:pt x="7926065" y="11871"/>
                  </a:lnTo>
                  <a:lnTo>
                    <a:pt x="7863279" y="20363"/>
                  </a:lnTo>
                  <a:lnTo>
                    <a:pt x="7787891" y="31811"/>
                  </a:lnTo>
                  <a:lnTo>
                    <a:pt x="7703383" y="46323"/>
                  </a:lnTo>
                  <a:lnTo>
                    <a:pt x="7613685" y="63894"/>
                  </a:lnTo>
                  <a:lnTo>
                    <a:pt x="7522523" y="84458"/>
                  </a:lnTo>
                  <a:lnTo>
                    <a:pt x="7432961" y="107956"/>
                  </a:lnTo>
                  <a:lnTo>
                    <a:pt x="7347197" y="134388"/>
                  </a:lnTo>
                  <a:lnTo>
                    <a:pt x="7266568" y="163851"/>
                  </a:lnTo>
                  <a:lnTo>
                    <a:pt x="7191668" y="196555"/>
                  </a:lnTo>
                  <a:lnTo>
                    <a:pt x="7122530" y="232829"/>
                  </a:lnTo>
                  <a:lnTo>
                    <a:pt x="7058787" y="273119"/>
                  </a:lnTo>
                  <a:lnTo>
                    <a:pt x="6999824" y="317973"/>
                  </a:lnTo>
                  <a:lnTo>
                    <a:pt x="6944884" y="368012"/>
                  </a:lnTo>
                  <a:lnTo>
                    <a:pt x="6893154" y="423886"/>
                  </a:lnTo>
                  <a:lnTo>
                    <a:pt x="6843828" y="486187"/>
                  </a:lnTo>
                  <a:lnTo>
                    <a:pt x="6796171" y="555306"/>
                  </a:lnTo>
                  <a:lnTo>
                    <a:pt x="6786527" y="570364"/>
                  </a:lnTo>
                  <a:lnTo>
                    <a:pt x="6752026" y="627106"/>
                  </a:lnTo>
                  <a:lnTo>
                    <a:pt x="6717838" y="687691"/>
                  </a:lnTo>
                  <a:lnTo>
                    <a:pt x="6683784" y="752196"/>
                  </a:lnTo>
                  <a:lnTo>
                    <a:pt x="6649719" y="820649"/>
                  </a:lnTo>
                  <a:lnTo>
                    <a:pt x="6615531" y="893018"/>
                  </a:lnTo>
                  <a:lnTo>
                    <a:pt x="6581136" y="969207"/>
                  </a:lnTo>
                  <a:lnTo>
                    <a:pt x="6546478" y="1049056"/>
                  </a:lnTo>
                  <a:lnTo>
                    <a:pt x="6511526" y="1132332"/>
                  </a:lnTo>
                  <a:lnTo>
                    <a:pt x="6476270" y="1218737"/>
                  </a:lnTo>
                  <a:lnTo>
                    <a:pt x="6440722" y="1307901"/>
                  </a:lnTo>
                  <a:lnTo>
                    <a:pt x="6404912" y="1399397"/>
                  </a:lnTo>
                  <a:lnTo>
                    <a:pt x="6368885" y="1492739"/>
                  </a:lnTo>
                  <a:lnTo>
                    <a:pt x="6332699" y="1587397"/>
                  </a:lnTo>
                  <a:lnTo>
                    <a:pt x="6296419" y="1682811"/>
                  </a:lnTo>
                  <a:lnTo>
                    <a:pt x="6260118" y="1778398"/>
                  </a:lnTo>
                  <a:lnTo>
                    <a:pt x="6223869" y="1873572"/>
                  </a:lnTo>
                  <a:lnTo>
                    <a:pt x="6187740" y="1967759"/>
                  </a:lnTo>
                  <a:lnTo>
                    <a:pt x="6151795" y="2060409"/>
                  </a:lnTo>
                  <a:lnTo>
                    <a:pt x="6116087" y="2151008"/>
                  </a:lnTo>
                  <a:lnTo>
                    <a:pt x="6080656" y="2239094"/>
                  </a:lnTo>
                  <a:lnTo>
                    <a:pt x="6045524" y="2324261"/>
                  </a:lnTo>
                  <a:lnTo>
                    <a:pt x="6010694" y="2406170"/>
                  </a:lnTo>
                  <a:lnTo>
                    <a:pt x="5976149" y="2484548"/>
                  </a:lnTo>
                  <a:lnTo>
                    <a:pt x="5941847" y="2559192"/>
                  </a:lnTo>
                  <a:lnTo>
                    <a:pt x="5907721" y="2629970"/>
                  </a:lnTo>
                  <a:lnTo>
                    <a:pt x="5873676" y="2696811"/>
                  </a:lnTo>
                  <a:lnTo>
                    <a:pt x="5839586" y="2759709"/>
                  </a:lnTo>
                  <a:lnTo>
                    <a:pt x="5805295" y="2818712"/>
                  </a:lnTo>
                  <a:lnTo>
                    <a:pt x="5784835" y="2851821"/>
                  </a:lnTo>
                  <a:lnTo>
                    <a:pt x="5737442" y="2922357"/>
                  </a:lnTo>
                  <a:lnTo>
                    <a:pt x="5688515" y="2986037"/>
                  </a:lnTo>
                  <a:lnTo>
                    <a:pt x="5637344" y="3043187"/>
                  </a:lnTo>
                  <a:lnTo>
                    <a:pt x="5583131" y="3094373"/>
                  </a:lnTo>
                  <a:lnTo>
                    <a:pt x="5525060" y="3140240"/>
                  </a:lnTo>
                  <a:lnTo>
                    <a:pt x="5462355" y="3181420"/>
                  </a:lnTo>
                  <a:lnTo>
                    <a:pt x="5394365" y="3218480"/>
                  </a:lnTo>
                  <a:lnTo>
                    <a:pt x="5320663" y="3251886"/>
                  </a:lnTo>
                  <a:lnTo>
                    <a:pt x="5241183" y="3281994"/>
                  </a:lnTo>
                  <a:lnTo>
                    <a:pt x="5156393" y="3309038"/>
                  </a:lnTo>
                  <a:lnTo>
                    <a:pt x="5067461" y="3333136"/>
                  </a:lnTo>
                  <a:lnTo>
                    <a:pt x="4976404" y="3354306"/>
                  </a:lnTo>
                  <a:lnTo>
                    <a:pt x="4886118" y="3372498"/>
                  </a:lnTo>
                  <a:lnTo>
                    <a:pt x="4800221" y="3387643"/>
                  </a:lnTo>
                  <a:lnTo>
                    <a:pt x="4722649" y="3399716"/>
                  </a:lnTo>
                  <a:lnTo>
                    <a:pt x="4657035" y="3408799"/>
                  </a:lnTo>
                  <a:lnTo>
                    <a:pt x="4605991" y="3415125"/>
                  </a:lnTo>
                  <a:lnTo>
                    <a:pt x="4570497" y="3419083"/>
                  </a:lnTo>
                  <a:lnTo>
                    <a:pt x="4549602" y="3421189"/>
                  </a:lnTo>
                  <a:lnTo>
                    <a:pt x="4540455" y="3422025"/>
                  </a:lnTo>
                  <a:lnTo>
                    <a:pt x="4538553" y="3422184"/>
                  </a:lnTo>
                  <a:lnTo>
                    <a:pt x="4538543" y="3422185"/>
                  </a:lnTo>
                  <a:lnTo>
                    <a:pt x="4016409" y="3422185"/>
                  </a:lnTo>
                  <a:lnTo>
                    <a:pt x="4015149" y="3422162"/>
                  </a:lnTo>
                  <a:lnTo>
                    <a:pt x="4006907" y="3421999"/>
                  </a:lnTo>
                  <a:lnTo>
                    <a:pt x="3986298" y="3421547"/>
                  </a:lnTo>
                  <a:lnTo>
                    <a:pt x="3949878" y="3420659"/>
                  </a:lnTo>
                  <a:lnTo>
                    <a:pt x="3896459" y="3419205"/>
                  </a:lnTo>
                  <a:lnTo>
                    <a:pt x="3827163" y="3417088"/>
                  </a:lnTo>
                  <a:lnTo>
                    <a:pt x="3745044" y="3414250"/>
                  </a:lnTo>
                  <a:lnTo>
                    <a:pt x="3654317" y="3410675"/>
                  </a:lnTo>
                  <a:lnTo>
                    <a:pt x="3559469" y="3406370"/>
                  </a:lnTo>
                  <a:lnTo>
                    <a:pt x="3464508" y="3401353"/>
                  </a:lnTo>
                  <a:lnTo>
                    <a:pt x="3372520" y="3395634"/>
                  </a:lnTo>
                  <a:lnTo>
                    <a:pt x="3285534" y="3389201"/>
                  </a:lnTo>
                  <a:lnTo>
                    <a:pt x="3204609" y="3382016"/>
                  </a:lnTo>
                  <a:lnTo>
                    <a:pt x="3130032" y="3374009"/>
                  </a:lnTo>
                  <a:lnTo>
                    <a:pt x="3061537" y="3365077"/>
                  </a:lnTo>
                  <a:lnTo>
                    <a:pt x="2998501" y="3355093"/>
                  </a:lnTo>
                  <a:lnTo>
                    <a:pt x="2940094" y="3343904"/>
                  </a:lnTo>
                  <a:lnTo>
                    <a:pt x="2885394" y="3331347"/>
                  </a:lnTo>
                  <a:lnTo>
                    <a:pt x="2833472" y="3317269"/>
                  </a:lnTo>
                  <a:lnTo>
                    <a:pt x="2783471" y="3301561"/>
                  </a:lnTo>
                  <a:lnTo>
                    <a:pt x="2770117" y="3297006"/>
                  </a:lnTo>
                  <a:lnTo>
                    <a:pt x="2718781" y="3278123"/>
                  </a:lnTo>
                  <a:lnTo>
                    <a:pt x="2667943" y="3257343"/>
                  </a:lnTo>
                  <a:lnTo>
                    <a:pt x="2617094" y="3234639"/>
                  </a:lnTo>
                  <a:lnTo>
                    <a:pt x="2565881" y="3210044"/>
                  </a:lnTo>
                  <a:lnTo>
                    <a:pt x="2514092" y="3183663"/>
                  </a:lnTo>
                  <a:lnTo>
                    <a:pt x="2461637" y="3155674"/>
                  </a:lnTo>
                  <a:lnTo>
                    <a:pt x="2408534" y="3126330"/>
                  </a:lnTo>
                  <a:lnTo>
                    <a:pt x="2354892" y="3095952"/>
                  </a:lnTo>
                  <a:lnTo>
                    <a:pt x="2300888" y="3064915"/>
                  </a:lnTo>
                  <a:lnTo>
                    <a:pt x="2246745" y="3033630"/>
                  </a:lnTo>
                  <a:lnTo>
                    <a:pt x="2192701" y="3002522"/>
                  </a:lnTo>
                  <a:lnTo>
                    <a:pt x="2138984" y="2972006"/>
                  </a:lnTo>
                  <a:lnTo>
                    <a:pt x="2085781" y="2942465"/>
                  </a:lnTo>
                  <a:lnTo>
                    <a:pt x="2033213" y="2914229"/>
                  </a:lnTo>
                  <a:lnTo>
                    <a:pt x="1981316" y="2887563"/>
                  </a:lnTo>
                  <a:lnTo>
                    <a:pt x="1930017" y="2862658"/>
                  </a:lnTo>
                  <a:lnTo>
                    <a:pt x="1879127" y="2839633"/>
                  </a:lnTo>
                  <a:lnTo>
                    <a:pt x="1828319" y="2818530"/>
                  </a:lnTo>
                  <a:lnTo>
                    <a:pt x="1777110" y="2799333"/>
                  </a:lnTo>
                  <a:lnTo>
                    <a:pt x="1768425" y="2796290"/>
                  </a:lnTo>
                  <a:lnTo>
                    <a:pt x="1718818" y="2780133"/>
                  </a:lnTo>
                  <a:lnTo>
                    <a:pt x="1667497" y="2765620"/>
                  </a:lnTo>
                  <a:lnTo>
                    <a:pt x="1613642" y="2752664"/>
                  </a:lnTo>
                  <a:lnTo>
                    <a:pt x="1556336" y="2741119"/>
                  </a:lnTo>
                  <a:lnTo>
                    <a:pt x="1494646" y="2730823"/>
                  </a:lnTo>
                  <a:lnTo>
                    <a:pt x="1427708" y="2721619"/>
                  </a:lnTo>
                  <a:lnTo>
                    <a:pt x="1354828" y="2713372"/>
                  </a:lnTo>
                  <a:lnTo>
                    <a:pt x="1275627" y="2705971"/>
                  </a:lnTo>
                  <a:lnTo>
                    <a:pt x="1190220" y="2699339"/>
                  </a:lnTo>
                  <a:lnTo>
                    <a:pt x="1099434" y="2693428"/>
                  </a:lnTo>
                  <a:lnTo>
                    <a:pt x="1005020" y="2688220"/>
                  </a:lnTo>
                  <a:lnTo>
                    <a:pt x="909779" y="2683720"/>
                  </a:lnTo>
                  <a:lnTo>
                    <a:pt x="817497" y="2679945"/>
                  </a:lnTo>
                  <a:lnTo>
                    <a:pt x="732593" y="2676907"/>
                  </a:lnTo>
                  <a:lnTo>
                    <a:pt x="659445" y="2674598"/>
                  </a:lnTo>
                  <a:lnTo>
                    <a:pt x="601507" y="2672972"/>
                  </a:lnTo>
                  <a:lnTo>
                    <a:pt x="560485" y="2671942"/>
                  </a:lnTo>
                  <a:lnTo>
                    <a:pt x="535830" y="2671386"/>
                  </a:lnTo>
                  <a:lnTo>
                    <a:pt x="524685" y="2671159"/>
                  </a:lnTo>
                  <a:lnTo>
                    <a:pt x="522159" y="2671112"/>
                  </a:lnTo>
                  <a:lnTo>
                    <a:pt x="522133" y="2671111"/>
                  </a:lnTo>
                  <a:lnTo>
                    <a:pt x="0" y="2671111"/>
                  </a:lnTo>
                  <a:lnTo>
                    <a:pt x="0" y="2671111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932" name="pg932"/>
            <p:cNvSpPr/>
            <p:nvPr/>
          </p:nvSpPr>
          <p:spPr>
            <a:xfrm>
              <a:off x="386606" y="3992189"/>
              <a:ext cx="8554953" cy="886605"/>
            </a:xfrm>
            <a:custGeom>
              <a:avLst/>
              <a:pathLst>
                <a:path w="8554953" h="886605">
                  <a:moveTo>
                    <a:pt x="0" y="5647"/>
                  </a:moveTo>
                  <a:lnTo>
                    <a:pt x="522133" y="5647"/>
                  </a:lnTo>
                  <a:lnTo>
                    <a:pt x="523390" y="5673"/>
                  </a:lnTo>
                  <a:lnTo>
                    <a:pt x="531609" y="5865"/>
                  </a:lnTo>
                  <a:lnTo>
                    <a:pt x="552165" y="6393"/>
                  </a:lnTo>
                  <a:lnTo>
                    <a:pt x="588496" y="7432"/>
                  </a:lnTo>
                  <a:lnTo>
                    <a:pt x="641795" y="9132"/>
                  </a:lnTo>
                  <a:lnTo>
                    <a:pt x="710951" y="11609"/>
                  </a:lnTo>
                  <a:lnTo>
                    <a:pt x="792928" y="14929"/>
                  </a:lnTo>
                  <a:lnTo>
                    <a:pt x="883525" y="19113"/>
                  </a:lnTo>
                  <a:lnTo>
                    <a:pt x="978268" y="24151"/>
                  </a:lnTo>
                  <a:lnTo>
                    <a:pt x="1073155" y="30022"/>
                  </a:lnTo>
                  <a:lnTo>
                    <a:pt x="1165097" y="36716"/>
                  </a:lnTo>
                  <a:lnTo>
                    <a:pt x="1252063" y="44245"/>
                  </a:lnTo>
                  <a:lnTo>
                    <a:pt x="1332987" y="52654"/>
                  </a:lnTo>
                  <a:lnTo>
                    <a:pt x="1407573" y="62025"/>
                  </a:lnTo>
                  <a:lnTo>
                    <a:pt x="1476083" y="72475"/>
                  </a:lnTo>
                  <a:lnTo>
                    <a:pt x="1539133" y="84156"/>
                  </a:lnTo>
                  <a:lnTo>
                    <a:pt x="1597550" y="97245"/>
                  </a:lnTo>
                  <a:lnTo>
                    <a:pt x="1652252" y="111932"/>
                  </a:lnTo>
                  <a:lnTo>
                    <a:pt x="1704166" y="128397"/>
                  </a:lnTo>
                  <a:lnTo>
                    <a:pt x="1754148" y="146767"/>
                  </a:lnTo>
                  <a:lnTo>
                    <a:pt x="1768425" y="152473"/>
                  </a:lnTo>
                  <a:lnTo>
                    <a:pt x="1818846" y="174206"/>
                  </a:lnTo>
                  <a:lnTo>
                    <a:pt x="1868776" y="198081"/>
                  </a:lnTo>
                  <a:lnTo>
                    <a:pt x="1918704" y="224135"/>
                  </a:lnTo>
                  <a:lnTo>
                    <a:pt x="1968967" y="252331"/>
                  </a:lnTo>
                  <a:lnTo>
                    <a:pt x="2019777" y="282560"/>
                  </a:lnTo>
                  <a:lnTo>
                    <a:pt x="2071225" y="314629"/>
                  </a:lnTo>
                  <a:lnTo>
                    <a:pt x="2123305" y="348266"/>
                  </a:lnTo>
                  <a:lnTo>
                    <a:pt x="2175922" y="383122"/>
                  </a:lnTo>
                  <a:lnTo>
                    <a:pt x="2228916" y="418788"/>
                  </a:lnTo>
                  <a:lnTo>
                    <a:pt x="2282081" y="454811"/>
                  </a:lnTo>
                  <a:lnTo>
                    <a:pt x="2335192" y="490720"/>
                  </a:lnTo>
                  <a:lnTo>
                    <a:pt x="2388028" y="526050"/>
                  </a:lnTo>
                  <a:lnTo>
                    <a:pt x="2440403" y="560366"/>
                  </a:lnTo>
                  <a:lnTo>
                    <a:pt x="2492185" y="593287"/>
                  </a:lnTo>
                  <a:lnTo>
                    <a:pt x="2543320" y="624499"/>
                  </a:lnTo>
                  <a:lnTo>
                    <a:pt x="2593848" y="653767"/>
                  </a:lnTo>
                  <a:lnTo>
                    <a:pt x="2643916" y="680940"/>
                  </a:lnTo>
                  <a:lnTo>
                    <a:pt x="2693794" y="705944"/>
                  </a:lnTo>
                  <a:lnTo>
                    <a:pt x="2743889" y="728780"/>
                  </a:lnTo>
                  <a:lnTo>
                    <a:pt x="2770117" y="739779"/>
                  </a:lnTo>
                  <a:lnTo>
                    <a:pt x="2819678" y="758713"/>
                  </a:lnTo>
                  <a:lnTo>
                    <a:pt x="2870947" y="775723"/>
                  </a:lnTo>
                  <a:lnTo>
                    <a:pt x="2924744" y="790910"/>
                  </a:lnTo>
                  <a:lnTo>
                    <a:pt x="2981984" y="804443"/>
                  </a:lnTo>
                  <a:lnTo>
                    <a:pt x="3043596" y="816515"/>
                  </a:lnTo>
                  <a:lnTo>
                    <a:pt x="3110442" y="827306"/>
                  </a:lnTo>
                  <a:lnTo>
                    <a:pt x="3183216" y="836977"/>
                  </a:lnTo>
                  <a:lnTo>
                    <a:pt x="3262298" y="845655"/>
                  </a:lnTo>
                  <a:lnTo>
                    <a:pt x="3347578" y="853434"/>
                  </a:lnTo>
                  <a:lnTo>
                    <a:pt x="3438238" y="860368"/>
                  </a:lnTo>
                  <a:lnTo>
                    <a:pt x="3532540" y="866479"/>
                  </a:lnTo>
                  <a:lnTo>
                    <a:pt x="3627702" y="871761"/>
                  </a:lnTo>
                  <a:lnTo>
                    <a:pt x="3719958" y="876195"/>
                  </a:lnTo>
                  <a:lnTo>
                    <a:pt x="3804903" y="879766"/>
                  </a:lnTo>
                  <a:lnTo>
                    <a:pt x="3878169" y="882484"/>
                  </a:lnTo>
                  <a:lnTo>
                    <a:pt x="3936290" y="884400"/>
                  </a:lnTo>
                  <a:lnTo>
                    <a:pt x="3977537" y="885617"/>
                  </a:lnTo>
                  <a:lnTo>
                    <a:pt x="4002420" y="886276"/>
                  </a:lnTo>
                  <a:lnTo>
                    <a:pt x="4013752" y="886547"/>
                  </a:lnTo>
                  <a:lnTo>
                    <a:pt x="4016409" y="886605"/>
                  </a:lnTo>
                  <a:lnTo>
                    <a:pt x="4538543" y="886605"/>
                  </a:lnTo>
                  <a:lnTo>
                    <a:pt x="4539813" y="886603"/>
                  </a:lnTo>
                  <a:lnTo>
                    <a:pt x="4548113" y="886590"/>
                  </a:lnTo>
                  <a:lnTo>
                    <a:pt x="4568865" y="886552"/>
                  </a:lnTo>
                  <a:lnTo>
                    <a:pt x="4605523" y="886478"/>
                  </a:lnTo>
                  <a:lnTo>
                    <a:pt x="4659265" y="886357"/>
                  </a:lnTo>
                  <a:lnTo>
                    <a:pt x="4728934" y="886181"/>
                  </a:lnTo>
                  <a:lnTo>
                    <a:pt x="4811433" y="885944"/>
                  </a:lnTo>
                  <a:lnTo>
                    <a:pt x="4902503" y="885647"/>
                  </a:lnTo>
                  <a:lnTo>
                    <a:pt x="4997628" y="885289"/>
                  </a:lnTo>
                  <a:lnTo>
                    <a:pt x="5092786" y="884871"/>
                  </a:lnTo>
                  <a:lnTo>
                    <a:pt x="5184893" y="884396"/>
                  </a:lnTo>
                  <a:lnTo>
                    <a:pt x="5271932" y="883860"/>
                  </a:lnTo>
                  <a:lnTo>
                    <a:pt x="5352862" y="883263"/>
                  </a:lnTo>
                  <a:lnTo>
                    <a:pt x="5427413" y="882596"/>
                  </a:lnTo>
                  <a:lnTo>
                    <a:pt x="5495868" y="881853"/>
                  </a:lnTo>
                  <a:lnTo>
                    <a:pt x="5558865" y="881021"/>
                  </a:lnTo>
                  <a:lnTo>
                    <a:pt x="5617247" y="880089"/>
                  </a:lnTo>
                  <a:lnTo>
                    <a:pt x="5671943" y="879043"/>
                  </a:lnTo>
                  <a:lnTo>
                    <a:pt x="5723888" y="877870"/>
                  </a:lnTo>
                  <a:lnTo>
                    <a:pt x="5773939" y="876561"/>
                  </a:lnTo>
                  <a:lnTo>
                    <a:pt x="5784835" y="876252"/>
                  </a:lnTo>
                  <a:lnTo>
                    <a:pt x="5839071" y="874597"/>
                  </a:lnTo>
                  <a:lnTo>
                    <a:pt x="5892786" y="872766"/>
                  </a:lnTo>
                  <a:lnTo>
                    <a:pt x="5946566" y="870758"/>
                  </a:lnTo>
                  <a:lnTo>
                    <a:pt x="6000801" y="868576"/>
                  </a:lnTo>
                  <a:lnTo>
                    <a:pt x="6055713" y="866232"/>
                  </a:lnTo>
                  <a:lnTo>
                    <a:pt x="6111373" y="863746"/>
                  </a:lnTo>
                  <a:lnTo>
                    <a:pt x="6167725" y="861144"/>
                  </a:lnTo>
                  <a:lnTo>
                    <a:pt x="6224607" y="858460"/>
                  </a:lnTo>
                  <a:lnTo>
                    <a:pt x="6281785" y="855732"/>
                  </a:lnTo>
                  <a:lnTo>
                    <a:pt x="6338981" y="853001"/>
                  </a:lnTo>
                  <a:lnTo>
                    <a:pt x="6395919" y="850309"/>
                  </a:lnTo>
                  <a:lnTo>
                    <a:pt x="6452355" y="847694"/>
                  </a:lnTo>
                  <a:lnTo>
                    <a:pt x="6508115" y="845190"/>
                  </a:lnTo>
                  <a:lnTo>
                    <a:pt x="6563128" y="842826"/>
                  </a:lnTo>
                  <a:lnTo>
                    <a:pt x="6617445" y="840621"/>
                  </a:lnTo>
                  <a:lnTo>
                    <a:pt x="6671268" y="838589"/>
                  </a:lnTo>
                  <a:lnTo>
                    <a:pt x="6724962" y="836734"/>
                  </a:lnTo>
                  <a:lnTo>
                    <a:pt x="6779085" y="835055"/>
                  </a:lnTo>
                  <a:lnTo>
                    <a:pt x="6786527" y="834840"/>
                  </a:lnTo>
                  <a:lnTo>
                    <a:pt x="6836260" y="833500"/>
                  </a:lnTo>
                  <a:lnTo>
                    <a:pt x="6887717" y="832297"/>
                  </a:lnTo>
                  <a:lnTo>
                    <a:pt x="6941725" y="831224"/>
                  </a:lnTo>
                  <a:lnTo>
                    <a:pt x="6999209" y="830268"/>
                  </a:lnTo>
                  <a:lnTo>
                    <a:pt x="7061107" y="829415"/>
                  </a:lnTo>
                  <a:lnTo>
                    <a:pt x="7128290" y="828653"/>
                  </a:lnTo>
                  <a:lnTo>
                    <a:pt x="7201452" y="827970"/>
                  </a:lnTo>
                  <a:lnTo>
                    <a:pt x="7280970" y="827358"/>
                  </a:lnTo>
                  <a:lnTo>
                    <a:pt x="7366717" y="826810"/>
                  </a:lnTo>
                  <a:lnTo>
                    <a:pt x="7457839" y="826321"/>
                  </a:lnTo>
                  <a:lnTo>
                    <a:pt x="7552550" y="825891"/>
                  </a:lnTo>
                  <a:lnTo>
                    <a:pt x="7648001" y="825519"/>
                  </a:lnTo>
                  <a:lnTo>
                    <a:pt x="7740350" y="825208"/>
                  </a:lnTo>
                  <a:lnTo>
                    <a:pt x="7825136" y="824958"/>
                  </a:lnTo>
                  <a:lnTo>
                    <a:pt x="7897966" y="824769"/>
                  </a:lnTo>
                  <a:lnTo>
                    <a:pt x="7955411" y="824636"/>
                  </a:lnTo>
                  <a:lnTo>
                    <a:pt x="7995833" y="824553"/>
                  </a:lnTo>
                  <a:lnTo>
                    <a:pt x="8019883" y="824508"/>
                  </a:lnTo>
                  <a:lnTo>
                    <a:pt x="8030536" y="824490"/>
                  </a:lnTo>
                  <a:lnTo>
                    <a:pt x="8032819" y="824486"/>
                  </a:lnTo>
                  <a:lnTo>
                    <a:pt x="8554953" y="824486"/>
                  </a:lnTo>
                  <a:lnTo>
                    <a:pt x="8554953" y="818839"/>
                  </a:lnTo>
                  <a:lnTo>
                    <a:pt x="8032819" y="818839"/>
                  </a:lnTo>
                  <a:lnTo>
                    <a:pt x="8031549" y="818841"/>
                  </a:lnTo>
                  <a:lnTo>
                    <a:pt x="8023249" y="818855"/>
                  </a:lnTo>
                  <a:lnTo>
                    <a:pt x="8002497" y="818893"/>
                  </a:lnTo>
                  <a:lnTo>
                    <a:pt x="7965839" y="818966"/>
                  </a:lnTo>
                  <a:lnTo>
                    <a:pt x="7912097" y="819088"/>
                  </a:lnTo>
                  <a:lnTo>
                    <a:pt x="7842428" y="819264"/>
                  </a:lnTo>
                  <a:lnTo>
                    <a:pt x="7759929" y="819500"/>
                  </a:lnTo>
                  <a:lnTo>
                    <a:pt x="7668859" y="819798"/>
                  </a:lnTo>
                  <a:lnTo>
                    <a:pt x="7573734" y="820156"/>
                  </a:lnTo>
                  <a:lnTo>
                    <a:pt x="7478576" y="820573"/>
                  </a:lnTo>
                  <a:lnTo>
                    <a:pt x="7386469" y="821049"/>
                  </a:lnTo>
                  <a:lnTo>
                    <a:pt x="7299430" y="821584"/>
                  </a:lnTo>
                  <a:lnTo>
                    <a:pt x="7218500" y="822182"/>
                  </a:lnTo>
                  <a:lnTo>
                    <a:pt x="7143949" y="822848"/>
                  </a:lnTo>
                  <a:lnTo>
                    <a:pt x="7075494" y="823592"/>
                  </a:lnTo>
                  <a:lnTo>
                    <a:pt x="7012497" y="824423"/>
                  </a:lnTo>
                  <a:lnTo>
                    <a:pt x="6954115" y="825355"/>
                  </a:lnTo>
                  <a:lnTo>
                    <a:pt x="6899419" y="826402"/>
                  </a:lnTo>
                  <a:lnTo>
                    <a:pt x="6847474" y="827575"/>
                  </a:lnTo>
                  <a:lnTo>
                    <a:pt x="6797423" y="828884"/>
                  </a:lnTo>
                  <a:lnTo>
                    <a:pt x="6786527" y="829192"/>
                  </a:lnTo>
                  <a:lnTo>
                    <a:pt x="6732291" y="830848"/>
                  </a:lnTo>
                  <a:lnTo>
                    <a:pt x="6678576" y="832679"/>
                  </a:lnTo>
                  <a:lnTo>
                    <a:pt x="6624796" y="834687"/>
                  </a:lnTo>
                  <a:lnTo>
                    <a:pt x="6570561" y="836869"/>
                  </a:lnTo>
                  <a:lnTo>
                    <a:pt x="6515649" y="839212"/>
                  </a:lnTo>
                  <a:lnTo>
                    <a:pt x="6459989" y="841699"/>
                  </a:lnTo>
                  <a:lnTo>
                    <a:pt x="6403637" y="844300"/>
                  </a:lnTo>
                  <a:lnTo>
                    <a:pt x="6346755" y="846985"/>
                  </a:lnTo>
                  <a:lnTo>
                    <a:pt x="6289577" y="849712"/>
                  </a:lnTo>
                  <a:lnTo>
                    <a:pt x="6232381" y="852443"/>
                  </a:lnTo>
                  <a:lnTo>
                    <a:pt x="6175443" y="855136"/>
                  </a:lnTo>
                  <a:lnTo>
                    <a:pt x="6119007" y="857751"/>
                  </a:lnTo>
                  <a:lnTo>
                    <a:pt x="6063247" y="860254"/>
                  </a:lnTo>
                  <a:lnTo>
                    <a:pt x="6008234" y="862619"/>
                  </a:lnTo>
                  <a:lnTo>
                    <a:pt x="5953917" y="864824"/>
                  </a:lnTo>
                  <a:lnTo>
                    <a:pt x="5900094" y="866856"/>
                  </a:lnTo>
                  <a:lnTo>
                    <a:pt x="5846400" y="868711"/>
                  </a:lnTo>
                  <a:lnTo>
                    <a:pt x="5792277" y="870390"/>
                  </a:lnTo>
                  <a:lnTo>
                    <a:pt x="5784835" y="870605"/>
                  </a:lnTo>
                  <a:lnTo>
                    <a:pt x="5735102" y="871945"/>
                  </a:lnTo>
                  <a:lnTo>
                    <a:pt x="5683645" y="873147"/>
                  </a:lnTo>
                  <a:lnTo>
                    <a:pt x="5629637" y="874221"/>
                  </a:lnTo>
                  <a:lnTo>
                    <a:pt x="5572153" y="875177"/>
                  </a:lnTo>
                  <a:lnTo>
                    <a:pt x="5510255" y="876030"/>
                  </a:lnTo>
                  <a:lnTo>
                    <a:pt x="5443072" y="876792"/>
                  </a:lnTo>
                  <a:lnTo>
                    <a:pt x="5369910" y="877474"/>
                  </a:lnTo>
                  <a:lnTo>
                    <a:pt x="5290391" y="878087"/>
                  </a:lnTo>
                  <a:lnTo>
                    <a:pt x="5204645" y="878635"/>
                  </a:lnTo>
                  <a:lnTo>
                    <a:pt x="5113523" y="879124"/>
                  </a:lnTo>
                  <a:lnTo>
                    <a:pt x="5018812" y="879554"/>
                  </a:lnTo>
                  <a:lnTo>
                    <a:pt x="4923361" y="879926"/>
                  </a:lnTo>
                  <a:lnTo>
                    <a:pt x="4831012" y="880237"/>
                  </a:lnTo>
                  <a:lnTo>
                    <a:pt x="4746226" y="880487"/>
                  </a:lnTo>
                  <a:lnTo>
                    <a:pt x="4673396" y="880676"/>
                  </a:lnTo>
                  <a:lnTo>
                    <a:pt x="4615951" y="880809"/>
                  </a:lnTo>
                  <a:lnTo>
                    <a:pt x="4575529" y="880892"/>
                  </a:lnTo>
                  <a:lnTo>
                    <a:pt x="4551479" y="880937"/>
                  </a:lnTo>
                  <a:lnTo>
                    <a:pt x="4540826" y="880955"/>
                  </a:lnTo>
                  <a:lnTo>
                    <a:pt x="4538543" y="880958"/>
                  </a:lnTo>
                  <a:lnTo>
                    <a:pt x="4016409" y="880958"/>
                  </a:lnTo>
                  <a:lnTo>
                    <a:pt x="4015152" y="880931"/>
                  </a:lnTo>
                  <a:lnTo>
                    <a:pt x="4006933" y="880740"/>
                  </a:lnTo>
                  <a:lnTo>
                    <a:pt x="3986377" y="880212"/>
                  </a:lnTo>
                  <a:lnTo>
                    <a:pt x="3950047" y="879173"/>
                  </a:lnTo>
                  <a:lnTo>
                    <a:pt x="3896747" y="877473"/>
                  </a:lnTo>
                  <a:lnTo>
                    <a:pt x="3827591" y="874996"/>
                  </a:lnTo>
                  <a:lnTo>
                    <a:pt x="3745615" y="871676"/>
                  </a:lnTo>
                  <a:lnTo>
                    <a:pt x="3655017" y="867492"/>
                  </a:lnTo>
                  <a:lnTo>
                    <a:pt x="3560274" y="862454"/>
                  </a:lnTo>
                  <a:lnTo>
                    <a:pt x="3465388" y="856583"/>
                  </a:lnTo>
                  <a:lnTo>
                    <a:pt x="3373445" y="849889"/>
                  </a:lnTo>
                  <a:lnTo>
                    <a:pt x="3286479" y="842360"/>
                  </a:lnTo>
                  <a:lnTo>
                    <a:pt x="3205556" y="833951"/>
                  </a:lnTo>
                  <a:lnTo>
                    <a:pt x="3130969" y="824580"/>
                  </a:lnTo>
                  <a:lnTo>
                    <a:pt x="3062459" y="814130"/>
                  </a:lnTo>
                  <a:lnTo>
                    <a:pt x="2999409" y="802449"/>
                  </a:lnTo>
                  <a:lnTo>
                    <a:pt x="2940992" y="789360"/>
                  </a:lnTo>
                  <a:lnTo>
                    <a:pt x="2886290" y="774673"/>
                  </a:lnTo>
                  <a:lnTo>
                    <a:pt x="2834376" y="758208"/>
                  </a:lnTo>
                  <a:lnTo>
                    <a:pt x="2784394" y="739837"/>
                  </a:lnTo>
                  <a:lnTo>
                    <a:pt x="2770117" y="734132"/>
                  </a:lnTo>
                  <a:lnTo>
                    <a:pt x="2719696" y="712399"/>
                  </a:lnTo>
                  <a:lnTo>
                    <a:pt x="2669766" y="688523"/>
                  </a:lnTo>
                  <a:lnTo>
                    <a:pt x="2619838" y="662470"/>
                  </a:lnTo>
                  <a:lnTo>
                    <a:pt x="2569575" y="634274"/>
                  </a:lnTo>
                  <a:lnTo>
                    <a:pt x="2518766" y="604045"/>
                  </a:lnTo>
                  <a:lnTo>
                    <a:pt x="2467317" y="571975"/>
                  </a:lnTo>
                  <a:lnTo>
                    <a:pt x="2415238" y="538339"/>
                  </a:lnTo>
                  <a:lnTo>
                    <a:pt x="2362620" y="503483"/>
                  </a:lnTo>
                  <a:lnTo>
                    <a:pt x="2309626" y="467817"/>
                  </a:lnTo>
                  <a:lnTo>
                    <a:pt x="2256461" y="431794"/>
                  </a:lnTo>
                  <a:lnTo>
                    <a:pt x="2203350" y="395885"/>
                  </a:lnTo>
                  <a:lnTo>
                    <a:pt x="2150514" y="360555"/>
                  </a:lnTo>
                  <a:lnTo>
                    <a:pt x="2098139" y="326238"/>
                  </a:lnTo>
                  <a:lnTo>
                    <a:pt x="2046357" y="293318"/>
                  </a:lnTo>
                  <a:lnTo>
                    <a:pt x="1995222" y="262106"/>
                  </a:lnTo>
                  <a:lnTo>
                    <a:pt x="1944694" y="232837"/>
                  </a:lnTo>
                  <a:lnTo>
                    <a:pt x="1894626" y="205665"/>
                  </a:lnTo>
                  <a:lnTo>
                    <a:pt x="1844748" y="180660"/>
                  </a:lnTo>
                  <a:lnTo>
                    <a:pt x="1794653" y="157825"/>
                  </a:lnTo>
                  <a:lnTo>
                    <a:pt x="1768425" y="146826"/>
                  </a:lnTo>
                  <a:lnTo>
                    <a:pt x="1718865" y="127892"/>
                  </a:lnTo>
                  <a:lnTo>
                    <a:pt x="1667595" y="110882"/>
                  </a:lnTo>
                  <a:lnTo>
                    <a:pt x="1613798" y="95695"/>
                  </a:lnTo>
                  <a:lnTo>
                    <a:pt x="1556558" y="82161"/>
                  </a:lnTo>
                  <a:lnTo>
                    <a:pt x="1494946" y="70090"/>
                  </a:lnTo>
                  <a:lnTo>
                    <a:pt x="1428100" y="59299"/>
                  </a:lnTo>
                  <a:lnTo>
                    <a:pt x="1355326" y="49628"/>
                  </a:lnTo>
                  <a:lnTo>
                    <a:pt x="1276244" y="40950"/>
                  </a:lnTo>
                  <a:lnTo>
                    <a:pt x="1190964" y="33171"/>
                  </a:lnTo>
                  <a:lnTo>
                    <a:pt x="1100304" y="26237"/>
                  </a:lnTo>
                  <a:lnTo>
                    <a:pt x="1006002" y="20126"/>
                  </a:lnTo>
                  <a:lnTo>
                    <a:pt x="910840" y="14843"/>
                  </a:lnTo>
                  <a:lnTo>
                    <a:pt x="818584" y="10409"/>
                  </a:lnTo>
                  <a:lnTo>
                    <a:pt x="733639" y="6839"/>
                  </a:lnTo>
                  <a:lnTo>
                    <a:pt x="660374" y="4121"/>
                  </a:lnTo>
                  <a:lnTo>
                    <a:pt x="602252" y="2205"/>
                  </a:lnTo>
                  <a:lnTo>
                    <a:pt x="561005" y="988"/>
                  </a:lnTo>
                  <a:lnTo>
                    <a:pt x="536123" y="329"/>
                  </a:lnTo>
                  <a:lnTo>
                    <a:pt x="524790" y="57"/>
                  </a:lnTo>
                  <a:lnTo>
                    <a:pt x="5221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28E5B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933" name="pl933"/>
            <p:cNvSpPr/>
            <p:nvPr/>
          </p:nvSpPr>
          <p:spPr>
            <a:xfrm>
              <a:off x="386606" y="3997836"/>
              <a:ext cx="8554953" cy="880958"/>
            </a:xfrm>
            <a:custGeom>
              <a:avLst/>
              <a:pathLst>
                <a:path w="8554953" h="880958">
                  <a:moveTo>
                    <a:pt x="0" y="0"/>
                  </a:moveTo>
                  <a:lnTo>
                    <a:pt x="522133" y="0"/>
                  </a:lnTo>
                  <a:lnTo>
                    <a:pt x="523390" y="26"/>
                  </a:lnTo>
                  <a:lnTo>
                    <a:pt x="531609" y="217"/>
                  </a:lnTo>
                  <a:lnTo>
                    <a:pt x="552165" y="746"/>
                  </a:lnTo>
                  <a:lnTo>
                    <a:pt x="588496" y="1784"/>
                  </a:lnTo>
                  <a:lnTo>
                    <a:pt x="641795" y="3485"/>
                  </a:lnTo>
                  <a:lnTo>
                    <a:pt x="710951" y="5962"/>
                  </a:lnTo>
                  <a:lnTo>
                    <a:pt x="792928" y="9282"/>
                  </a:lnTo>
                  <a:lnTo>
                    <a:pt x="883525" y="13466"/>
                  </a:lnTo>
                  <a:lnTo>
                    <a:pt x="978268" y="18504"/>
                  </a:lnTo>
                  <a:lnTo>
                    <a:pt x="1073155" y="24375"/>
                  </a:lnTo>
                  <a:lnTo>
                    <a:pt x="1165097" y="31069"/>
                  </a:lnTo>
                  <a:lnTo>
                    <a:pt x="1252063" y="38598"/>
                  </a:lnTo>
                  <a:lnTo>
                    <a:pt x="1332987" y="47007"/>
                  </a:lnTo>
                  <a:lnTo>
                    <a:pt x="1407573" y="56378"/>
                  </a:lnTo>
                  <a:lnTo>
                    <a:pt x="1476083" y="66828"/>
                  </a:lnTo>
                  <a:lnTo>
                    <a:pt x="1539133" y="78509"/>
                  </a:lnTo>
                  <a:lnTo>
                    <a:pt x="1597550" y="91598"/>
                  </a:lnTo>
                  <a:lnTo>
                    <a:pt x="1652252" y="106284"/>
                  </a:lnTo>
                  <a:lnTo>
                    <a:pt x="1704166" y="122749"/>
                  </a:lnTo>
                  <a:lnTo>
                    <a:pt x="1754148" y="141120"/>
                  </a:lnTo>
                  <a:lnTo>
                    <a:pt x="1768425" y="146826"/>
                  </a:lnTo>
                  <a:lnTo>
                    <a:pt x="1818846" y="168558"/>
                  </a:lnTo>
                  <a:lnTo>
                    <a:pt x="1868776" y="192434"/>
                  </a:lnTo>
                  <a:lnTo>
                    <a:pt x="1918704" y="218488"/>
                  </a:lnTo>
                  <a:lnTo>
                    <a:pt x="1968967" y="246684"/>
                  </a:lnTo>
                  <a:lnTo>
                    <a:pt x="2019777" y="276913"/>
                  </a:lnTo>
                  <a:lnTo>
                    <a:pt x="2071225" y="308982"/>
                  </a:lnTo>
                  <a:lnTo>
                    <a:pt x="2123305" y="342619"/>
                  </a:lnTo>
                  <a:lnTo>
                    <a:pt x="2175922" y="377475"/>
                  </a:lnTo>
                  <a:lnTo>
                    <a:pt x="2228916" y="413140"/>
                  </a:lnTo>
                  <a:lnTo>
                    <a:pt x="2282081" y="449164"/>
                  </a:lnTo>
                  <a:lnTo>
                    <a:pt x="2335192" y="485073"/>
                  </a:lnTo>
                  <a:lnTo>
                    <a:pt x="2388028" y="520403"/>
                  </a:lnTo>
                  <a:lnTo>
                    <a:pt x="2440403" y="554719"/>
                  </a:lnTo>
                  <a:lnTo>
                    <a:pt x="2492185" y="587640"/>
                  </a:lnTo>
                  <a:lnTo>
                    <a:pt x="2543320" y="618852"/>
                  </a:lnTo>
                  <a:lnTo>
                    <a:pt x="2593848" y="648120"/>
                  </a:lnTo>
                  <a:lnTo>
                    <a:pt x="2643916" y="675293"/>
                  </a:lnTo>
                  <a:lnTo>
                    <a:pt x="2693794" y="700297"/>
                  </a:lnTo>
                  <a:lnTo>
                    <a:pt x="2743889" y="723132"/>
                  </a:lnTo>
                  <a:lnTo>
                    <a:pt x="2770117" y="734132"/>
                  </a:lnTo>
                  <a:lnTo>
                    <a:pt x="2819678" y="753066"/>
                  </a:lnTo>
                  <a:lnTo>
                    <a:pt x="2870947" y="770076"/>
                  </a:lnTo>
                  <a:lnTo>
                    <a:pt x="2924744" y="785263"/>
                  </a:lnTo>
                  <a:lnTo>
                    <a:pt x="2981984" y="798796"/>
                  </a:lnTo>
                  <a:lnTo>
                    <a:pt x="3043596" y="810867"/>
                  </a:lnTo>
                  <a:lnTo>
                    <a:pt x="3110442" y="821659"/>
                  </a:lnTo>
                  <a:lnTo>
                    <a:pt x="3183216" y="831330"/>
                  </a:lnTo>
                  <a:lnTo>
                    <a:pt x="3262298" y="840008"/>
                  </a:lnTo>
                  <a:lnTo>
                    <a:pt x="3347578" y="847787"/>
                  </a:lnTo>
                  <a:lnTo>
                    <a:pt x="3438238" y="854721"/>
                  </a:lnTo>
                  <a:lnTo>
                    <a:pt x="3532540" y="860832"/>
                  </a:lnTo>
                  <a:lnTo>
                    <a:pt x="3627702" y="866114"/>
                  </a:lnTo>
                  <a:lnTo>
                    <a:pt x="3719958" y="870548"/>
                  </a:lnTo>
                  <a:lnTo>
                    <a:pt x="3804903" y="874119"/>
                  </a:lnTo>
                  <a:lnTo>
                    <a:pt x="3878169" y="876837"/>
                  </a:lnTo>
                  <a:lnTo>
                    <a:pt x="3936290" y="878753"/>
                  </a:lnTo>
                  <a:lnTo>
                    <a:pt x="3977537" y="879970"/>
                  </a:lnTo>
                  <a:lnTo>
                    <a:pt x="4002420" y="880629"/>
                  </a:lnTo>
                  <a:lnTo>
                    <a:pt x="4013752" y="880900"/>
                  </a:lnTo>
                  <a:lnTo>
                    <a:pt x="4016377" y="880958"/>
                  </a:lnTo>
                  <a:lnTo>
                    <a:pt x="4016409" y="880958"/>
                  </a:lnTo>
                  <a:lnTo>
                    <a:pt x="4538543" y="880958"/>
                  </a:lnTo>
                  <a:lnTo>
                    <a:pt x="4539813" y="880956"/>
                  </a:lnTo>
                  <a:lnTo>
                    <a:pt x="4548113" y="880943"/>
                  </a:lnTo>
                  <a:lnTo>
                    <a:pt x="4568865" y="880905"/>
                  </a:lnTo>
                  <a:lnTo>
                    <a:pt x="4605523" y="880831"/>
                  </a:lnTo>
                  <a:lnTo>
                    <a:pt x="4659265" y="880710"/>
                  </a:lnTo>
                  <a:lnTo>
                    <a:pt x="4728934" y="880534"/>
                  </a:lnTo>
                  <a:lnTo>
                    <a:pt x="4811433" y="880297"/>
                  </a:lnTo>
                  <a:lnTo>
                    <a:pt x="4902503" y="880000"/>
                  </a:lnTo>
                  <a:lnTo>
                    <a:pt x="4997628" y="879641"/>
                  </a:lnTo>
                  <a:lnTo>
                    <a:pt x="5092786" y="879224"/>
                  </a:lnTo>
                  <a:lnTo>
                    <a:pt x="5184893" y="878748"/>
                  </a:lnTo>
                  <a:lnTo>
                    <a:pt x="5271932" y="878213"/>
                  </a:lnTo>
                  <a:lnTo>
                    <a:pt x="5352862" y="877616"/>
                  </a:lnTo>
                  <a:lnTo>
                    <a:pt x="5427413" y="876949"/>
                  </a:lnTo>
                  <a:lnTo>
                    <a:pt x="5495868" y="876206"/>
                  </a:lnTo>
                  <a:lnTo>
                    <a:pt x="5558865" y="875374"/>
                  </a:lnTo>
                  <a:lnTo>
                    <a:pt x="5617247" y="874442"/>
                  </a:lnTo>
                  <a:lnTo>
                    <a:pt x="5671943" y="873396"/>
                  </a:lnTo>
                  <a:lnTo>
                    <a:pt x="5723888" y="872222"/>
                  </a:lnTo>
                  <a:lnTo>
                    <a:pt x="5773939" y="870913"/>
                  </a:lnTo>
                  <a:lnTo>
                    <a:pt x="5784835" y="870605"/>
                  </a:lnTo>
                  <a:lnTo>
                    <a:pt x="5839071" y="868950"/>
                  </a:lnTo>
                  <a:lnTo>
                    <a:pt x="5892786" y="867119"/>
                  </a:lnTo>
                  <a:lnTo>
                    <a:pt x="5946566" y="865111"/>
                  </a:lnTo>
                  <a:lnTo>
                    <a:pt x="6000801" y="862929"/>
                  </a:lnTo>
                  <a:lnTo>
                    <a:pt x="6055713" y="860585"/>
                  </a:lnTo>
                  <a:lnTo>
                    <a:pt x="6111373" y="858099"/>
                  </a:lnTo>
                  <a:lnTo>
                    <a:pt x="6167725" y="855497"/>
                  </a:lnTo>
                  <a:lnTo>
                    <a:pt x="6224607" y="852813"/>
                  </a:lnTo>
                  <a:lnTo>
                    <a:pt x="6281785" y="850085"/>
                  </a:lnTo>
                  <a:lnTo>
                    <a:pt x="6338981" y="847354"/>
                  </a:lnTo>
                  <a:lnTo>
                    <a:pt x="6395919" y="844662"/>
                  </a:lnTo>
                  <a:lnTo>
                    <a:pt x="6452355" y="842047"/>
                  </a:lnTo>
                  <a:lnTo>
                    <a:pt x="6508115" y="839543"/>
                  </a:lnTo>
                  <a:lnTo>
                    <a:pt x="6563128" y="837179"/>
                  </a:lnTo>
                  <a:lnTo>
                    <a:pt x="6617445" y="834974"/>
                  </a:lnTo>
                  <a:lnTo>
                    <a:pt x="6671268" y="832942"/>
                  </a:lnTo>
                  <a:lnTo>
                    <a:pt x="6724962" y="831087"/>
                  </a:lnTo>
                  <a:lnTo>
                    <a:pt x="6779085" y="829408"/>
                  </a:lnTo>
                  <a:lnTo>
                    <a:pt x="6786527" y="829192"/>
                  </a:lnTo>
                  <a:lnTo>
                    <a:pt x="6836260" y="827853"/>
                  </a:lnTo>
                  <a:lnTo>
                    <a:pt x="6887717" y="826650"/>
                  </a:lnTo>
                  <a:lnTo>
                    <a:pt x="6941725" y="825577"/>
                  </a:lnTo>
                  <a:lnTo>
                    <a:pt x="6999209" y="824620"/>
                  </a:lnTo>
                  <a:lnTo>
                    <a:pt x="7061107" y="823768"/>
                  </a:lnTo>
                  <a:lnTo>
                    <a:pt x="7128290" y="823006"/>
                  </a:lnTo>
                  <a:lnTo>
                    <a:pt x="7201452" y="822323"/>
                  </a:lnTo>
                  <a:lnTo>
                    <a:pt x="7280970" y="821711"/>
                  </a:lnTo>
                  <a:lnTo>
                    <a:pt x="7366717" y="821162"/>
                  </a:lnTo>
                  <a:lnTo>
                    <a:pt x="7457839" y="820674"/>
                  </a:lnTo>
                  <a:lnTo>
                    <a:pt x="7552550" y="820243"/>
                  </a:lnTo>
                  <a:lnTo>
                    <a:pt x="7648001" y="819872"/>
                  </a:lnTo>
                  <a:lnTo>
                    <a:pt x="7740350" y="819561"/>
                  </a:lnTo>
                  <a:lnTo>
                    <a:pt x="7825136" y="819311"/>
                  </a:lnTo>
                  <a:lnTo>
                    <a:pt x="7897966" y="819122"/>
                  </a:lnTo>
                  <a:lnTo>
                    <a:pt x="7955411" y="818989"/>
                  </a:lnTo>
                  <a:lnTo>
                    <a:pt x="7995833" y="818905"/>
                  </a:lnTo>
                  <a:lnTo>
                    <a:pt x="8019883" y="818861"/>
                  </a:lnTo>
                  <a:lnTo>
                    <a:pt x="8030536" y="818843"/>
                  </a:lnTo>
                  <a:lnTo>
                    <a:pt x="8032805" y="818839"/>
                  </a:lnTo>
                  <a:lnTo>
                    <a:pt x="8032819" y="818839"/>
                  </a:lnTo>
                  <a:lnTo>
                    <a:pt x="8554953" y="818839"/>
                  </a:lnTo>
                  <a:lnTo>
                    <a:pt x="8554953" y="818839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934" name="pl934"/>
            <p:cNvSpPr/>
            <p:nvPr/>
          </p:nvSpPr>
          <p:spPr>
            <a:xfrm>
              <a:off x="386606" y="3992189"/>
              <a:ext cx="8554953" cy="880958"/>
            </a:xfrm>
            <a:custGeom>
              <a:avLst/>
              <a:pathLst>
                <a:path w="8554953" h="880958">
                  <a:moveTo>
                    <a:pt x="8554953" y="818839"/>
                  </a:moveTo>
                  <a:lnTo>
                    <a:pt x="8032819" y="818839"/>
                  </a:lnTo>
                  <a:lnTo>
                    <a:pt x="8031549" y="818841"/>
                  </a:lnTo>
                  <a:lnTo>
                    <a:pt x="8023249" y="818855"/>
                  </a:lnTo>
                  <a:lnTo>
                    <a:pt x="8002497" y="818893"/>
                  </a:lnTo>
                  <a:lnTo>
                    <a:pt x="7965839" y="818966"/>
                  </a:lnTo>
                  <a:lnTo>
                    <a:pt x="7912097" y="819088"/>
                  </a:lnTo>
                  <a:lnTo>
                    <a:pt x="7842428" y="819264"/>
                  </a:lnTo>
                  <a:lnTo>
                    <a:pt x="7759929" y="819500"/>
                  </a:lnTo>
                  <a:lnTo>
                    <a:pt x="7668859" y="819798"/>
                  </a:lnTo>
                  <a:lnTo>
                    <a:pt x="7573734" y="820156"/>
                  </a:lnTo>
                  <a:lnTo>
                    <a:pt x="7478576" y="820573"/>
                  </a:lnTo>
                  <a:lnTo>
                    <a:pt x="7386469" y="821049"/>
                  </a:lnTo>
                  <a:lnTo>
                    <a:pt x="7299430" y="821584"/>
                  </a:lnTo>
                  <a:lnTo>
                    <a:pt x="7218500" y="822182"/>
                  </a:lnTo>
                  <a:lnTo>
                    <a:pt x="7143949" y="822848"/>
                  </a:lnTo>
                  <a:lnTo>
                    <a:pt x="7075494" y="823592"/>
                  </a:lnTo>
                  <a:lnTo>
                    <a:pt x="7012497" y="824423"/>
                  </a:lnTo>
                  <a:lnTo>
                    <a:pt x="6954115" y="825355"/>
                  </a:lnTo>
                  <a:lnTo>
                    <a:pt x="6899419" y="826402"/>
                  </a:lnTo>
                  <a:lnTo>
                    <a:pt x="6847474" y="827575"/>
                  </a:lnTo>
                  <a:lnTo>
                    <a:pt x="6797423" y="828884"/>
                  </a:lnTo>
                  <a:lnTo>
                    <a:pt x="6786527" y="829192"/>
                  </a:lnTo>
                  <a:lnTo>
                    <a:pt x="6732291" y="830848"/>
                  </a:lnTo>
                  <a:lnTo>
                    <a:pt x="6678576" y="832679"/>
                  </a:lnTo>
                  <a:lnTo>
                    <a:pt x="6624796" y="834687"/>
                  </a:lnTo>
                  <a:lnTo>
                    <a:pt x="6570561" y="836869"/>
                  </a:lnTo>
                  <a:lnTo>
                    <a:pt x="6515649" y="839212"/>
                  </a:lnTo>
                  <a:lnTo>
                    <a:pt x="6459989" y="841699"/>
                  </a:lnTo>
                  <a:lnTo>
                    <a:pt x="6403637" y="844300"/>
                  </a:lnTo>
                  <a:lnTo>
                    <a:pt x="6346755" y="846985"/>
                  </a:lnTo>
                  <a:lnTo>
                    <a:pt x="6289577" y="849712"/>
                  </a:lnTo>
                  <a:lnTo>
                    <a:pt x="6232381" y="852443"/>
                  </a:lnTo>
                  <a:lnTo>
                    <a:pt x="6175443" y="855136"/>
                  </a:lnTo>
                  <a:lnTo>
                    <a:pt x="6119007" y="857751"/>
                  </a:lnTo>
                  <a:lnTo>
                    <a:pt x="6063247" y="860254"/>
                  </a:lnTo>
                  <a:lnTo>
                    <a:pt x="6008234" y="862619"/>
                  </a:lnTo>
                  <a:lnTo>
                    <a:pt x="5953917" y="864824"/>
                  </a:lnTo>
                  <a:lnTo>
                    <a:pt x="5900094" y="866856"/>
                  </a:lnTo>
                  <a:lnTo>
                    <a:pt x="5846400" y="868711"/>
                  </a:lnTo>
                  <a:lnTo>
                    <a:pt x="5792277" y="870390"/>
                  </a:lnTo>
                  <a:lnTo>
                    <a:pt x="5784835" y="870605"/>
                  </a:lnTo>
                  <a:lnTo>
                    <a:pt x="5735102" y="871945"/>
                  </a:lnTo>
                  <a:lnTo>
                    <a:pt x="5683645" y="873147"/>
                  </a:lnTo>
                  <a:lnTo>
                    <a:pt x="5629637" y="874221"/>
                  </a:lnTo>
                  <a:lnTo>
                    <a:pt x="5572153" y="875177"/>
                  </a:lnTo>
                  <a:lnTo>
                    <a:pt x="5510255" y="876030"/>
                  </a:lnTo>
                  <a:lnTo>
                    <a:pt x="5443072" y="876792"/>
                  </a:lnTo>
                  <a:lnTo>
                    <a:pt x="5369910" y="877474"/>
                  </a:lnTo>
                  <a:lnTo>
                    <a:pt x="5290391" y="878087"/>
                  </a:lnTo>
                  <a:lnTo>
                    <a:pt x="5204645" y="878635"/>
                  </a:lnTo>
                  <a:lnTo>
                    <a:pt x="5113523" y="879124"/>
                  </a:lnTo>
                  <a:lnTo>
                    <a:pt x="5018812" y="879554"/>
                  </a:lnTo>
                  <a:lnTo>
                    <a:pt x="4923361" y="879926"/>
                  </a:lnTo>
                  <a:lnTo>
                    <a:pt x="4831012" y="880237"/>
                  </a:lnTo>
                  <a:lnTo>
                    <a:pt x="4746226" y="880487"/>
                  </a:lnTo>
                  <a:lnTo>
                    <a:pt x="4673396" y="880676"/>
                  </a:lnTo>
                  <a:lnTo>
                    <a:pt x="4615951" y="880809"/>
                  </a:lnTo>
                  <a:lnTo>
                    <a:pt x="4575529" y="880892"/>
                  </a:lnTo>
                  <a:lnTo>
                    <a:pt x="4551479" y="880937"/>
                  </a:lnTo>
                  <a:lnTo>
                    <a:pt x="4540826" y="880955"/>
                  </a:lnTo>
                  <a:lnTo>
                    <a:pt x="4538557" y="880958"/>
                  </a:lnTo>
                  <a:lnTo>
                    <a:pt x="4538543" y="880958"/>
                  </a:lnTo>
                  <a:lnTo>
                    <a:pt x="4016409" y="880958"/>
                  </a:lnTo>
                  <a:lnTo>
                    <a:pt x="4015152" y="880931"/>
                  </a:lnTo>
                  <a:lnTo>
                    <a:pt x="4006933" y="880740"/>
                  </a:lnTo>
                  <a:lnTo>
                    <a:pt x="3986377" y="880212"/>
                  </a:lnTo>
                  <a:lnTo>
                    <a:pt x="3950047" y="879173"/>
                  </a:lnTo>
                  <a:lnTo>
                    <a:pt x="3896747" y="877473"/>
                  </a:lnTo>
                  <a:lnTo>
                    <a:pt x="3827591" y="874996"/>
                  </a:lnTo>
                  <a:lnTo>
                    <a:pt x="3745615" y="871676"/>
                  </a:lnTo>
                  <a:lnTo>
                    <a:pt x="3655017" y="867492"/>
                  </a:lnTo>
                  <a:lnTo>
                    <a:pt x="3560274" y="862454"/>
                  </a:lnTo>
                  <a:lnTo>
                    <a:pt x="3465388" y="856583"/>
                  </a:lnTo>
                  <a:lnTo>
                    <a:pt x="3373445" y="849889"/>
                  </a:lnTo>
                  <a:lnTo>
                    <a:pt x="3286479" y="842360"/>
                  </a:lnTo>
                  <a:lnTo>
                    <a:pt x="3205556" y="833951"/>
                  </a:lnTo>
                  <a:lnTo>
                    <a:pt x="3130969" y="824580"/>
                  </a:lnTo>
                  <a:lnTo>
                    <a:pt x="3062459" y="814130"/>
                  </a:lnTo>
                  <a:lnTo>
                    <a:pt x="2999409" y="802449"/>
                  </a:lnTo>
                  <a:lnTo>
                    <a:pt x="2940992" y="789360"/>
                  </a:lnTo>
                  <a:lnTo>
                    <a:pt x="2886290" y="774673"/>
                  </a:lnTo>
                  <a:lnTo>
                    <a:pt x="2834376" y="758208"/>
                  </a:lnTo>
                  <a:lnTo>
                    <a:pt x="2784394" y="739837"/>
                  </a:lnTo>
                  <a:lnTo>
                    <a:pt x="2770117" y="734132"/>
                  </a:lnTo>
                  <a:lnTo>
                    <a:pt x="2719696" y="712399"/>
                  </a:lnTo>
                  <a:lnTo>
                    <a:pt x="2669766" y="688523"/>
                  </a:lnTo>
                  <a:lnTo>
                    <a:pt x="2619838" y="662470"/>
                  </a:lnTo>
                  <a:lnTo>
                    <a:pt x="2569575" y="634274"/>
                  </a:lnTo>
                  <a:lnTo>
                    <a:pt x="2518766" y="604045"/>
                  </a:lnTo>
                  <a:lnTo>
                    <a:pt x="2467317" y="571975"/>
                  </a:lnTo>
                  <a:lnTo>
                    <a:pt x="2415238" y="538339"/>
                  </a:lnTo>
                  <a:lnTo>
                    <a:pt x="2362620" y="503483"/>
                  </a:lnTo>
                  <a:lnTo>
                    <a:pt x="2309626" y="467817"/>
                  </a:lnTo>
                  <a:lnTo>
                    <a:pt x="2256461" y="431794"/>
                  </a:lnTo>
                  <a:lnTo>
                    <a:pt x="2203350" y="395885"/>
                  </a:lnTo>
                  <a:lnTo>
                    <a:pt x="2150514" y="360555"/>
                  </a:lnTo>
                  <a:lnTo>
                    <a:pt x="2098139" y="326238"/>
                  </a:lnTo>
                  <a:lnTo>
                    <a:pt x="2046357" y="293318"/>
                  </a:lnTo>
                  <a:lnTo>
                    <a:pt x="1995222" y="262106"/>
                  </a:lnTo>
                  <a:lnTo>
                    <a:pt x="1944694" y="232837"/>
                  </a:lnTo>
                  <a:lnTo>
                    <a:pt x="1894626" y="205665"/>
                  </a:lnTo>
                  <a:lnTo>
                    <a:pt x="1844748" y="180660"/>
                  </a:lnTo>
                  <a:lnTo>
                    <a:pt x="1794653" y="157825"/>
                  </a:lnTo>
                  <a:lnTo>
                    <a:pt x="1768425" y="146826"/>
                  </a:lnTo>
                  <a:lnTo>
                    <a:pt x="1718865" y="127892"/>
                  </a:lnTo>
                  <a:lnTo>
                    <a:pt x="1667595" y="110882"/>
                  </a:lnTo>
                  <a:lnTo>
                    <a:pt x="1613798" y="95695"/>
                  </a:lnTo>
                  <a:lnTo>
                    <a:pt x="1556558" y="82161"/>
                  </a:lnTo>
                  <a:lnTo>
                    <a:pt x="1494946" y="70090"/>
                  </a:lnTo>
                  <a:lnTo>
                    <a:pt x="1428100" y="59299"/>
                  </a:lnTo>
                  <a:lnTo>
                    <a:pt x="1355326" y="49628"/>
                  </a:lnTo>
                  <a:lnTo>
                    <a:pt x="1276244" y="40950"/>
                  </a:lnTo>
                  <a:lnTo>
                    <a:pt x="1190964" y="33171"/>
                  </a:lnTo>
                  <a:lnTo>
                    <a:pt x="1100304" y="26237"/>
                  </a:lnTo>
                  <a:lnTo>
                    <a:pt x="1006002" y="20126"/>
                  </a:lnTo>
                  <a:lnTo>
                    <a:pt x="910840" y="14843"/>
                  </a:lnTo>
                  <a:lnTo>
                    <a:pt x="818584" y="10409"/>
                  </a:lnTo>
                  <a:lnTo>
                    <a:pt x="733639" y="6839"/>
                  </a:lnTo>
                  <a:lnTo>
                    <a:pt x="660374" y="4121"/>
                  </a:lnTo>
                  <a:lnTo>
                    <a:pt x="602252" y="2205"/>
                  </a:lnTo>
                  <a:lnTo>
                    <a:pt x="561005" y="988"/>
                  </a:lnTo>
                  <a:lnTo>
                    <a:pt x="536123" y="329"/>
                  </a:lnTo>
                  <a:lnTo>
                    <a:pt x="524790" y="57"/>
                  </a:lnTo>
                  <a:lnTo>
                    <a:pt x="522165" y="0"/>
                  </a:lnTo>
                  <a:lnTo>
                    <a:pt x="522133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935" name="pg935"/>
            <p:cNvSpPr/>
            <p:nvPr/>
          </p:nvSpPr>
          <p:spPr>
            <a:xfrm>
              <a:off x="386606" y="3997836"/>
              <a:ext cx="8554953" cy="1694151"/>
            </a:xfrm>
            <a:custGeom>
              <a:avLst/>
              <a:pathLst>
                <a:path w="8554953" h="1694151">
                  <a:moveTo>
                    <a:pt x="0" y="5647"/>
                  </a:moveTo>
                  <a:lnTo>
                    <a:pt x="522133" y="5647"/>
                  </a:lnTo>
                  <a:lnTo>
                    <a:pt x="523390" y="5674"/>
                  </a:lnTo>
                  <a:lnTo>
                    <a:pt x="531608" y="5866"/>
                  </a:lnTo>
                  <a:lnTo>
                    <a:pt x="552161" y="6398"/>
                  </a:lnTo>
                  <a:lnTo>
                    <a:pt x="588488" y="7443"/>
                  </a:lnTo>
                  <a:lnTo>
                    <a:pt x="641781" y="9154"/>
                  </a:lnTo>
                  <a:lnTo>
                    <a:pt x="710931" y="11646"/>
                  </a:lnTo>
                  <a:lnTo>
                    <a:pt x="792901" y="14987"/>
                  </a:lnTo>
                  <a:lnTo>
                    <a:pt x="883492" y="19198"/>
                  </a:lnTo>
                  <a:lnTo>
                    <a:pt x="978231" y="24267"/>
                  </a:lnTo>
                  <a:lnTo>
                    <a:pt x="1073113" y="30176"/>
                  </a:lnTo>
                  <a:lnTo>
                    <a:pt x="1165054" y="36912"/>
                  </a:lnTo>
                  <a:lnTo>
                    <a:pt x="1252019" y="44488"/>
                  </a:lnTo>
                  <a:lnTo>
                    <a:pt x="1332942" y="52950"/>
                  </a:lnTo>
                  <a:lnTo>
                    <a:pt x="1407529" y="62380"/>
                  </a:lnTo>
                  <a:lnTo>
                    <a:pt x="1476039" y="72896"/>
                  </a:lnTo>
                  <a:lnTo>
                    <a:pt x="1539090" y="84651"/>
                  </a:lnTo>
                  <a:lnTo>
                    <a:pt x="1597508" y="97821"/>
                  </a:lnTo>
                  <a:lnTo>
                    <a:pt x="1652210" y="112601"/>
                  </a:lnTo>
                  <a:lnTo>
                    <a:pt x="1704123" y="129169"/>
                  </a:lnTo>
                  <a:lnTo>
                    <a:pt x="1754104" y="147655"/>
                  </a:lnTo>
                  <a:lnTo>
                    <a:pt x="1768425" y="153414"/>
                  </a:lnTo>
                  <a:lnTo>
                    <a:pt x="1818805" y="175267"/>
                  </a:lnTo>
                  <a:lnTo>
                    <a:pt x="1868695" y="199274"/>
                  </a:lnTo>
                  <a:lnTo>
                    <a:pt x="1918581" y="225468"/>
                  </a:lnTo>
                  <a:lnTo>
                    <a:pt x="1968802" y="253816"/>
                  </a:lnTo>
                  <a:lnTo>
                    <a:pt x="2019567" y="284206"/>
                  </a:lnTo>
                  <a:lnTo>
                    <a:pt x="2070970" y="316447"/>
                  </a:lnTo>
                  <a:lnTo>
                    <a:pt x="2123004" y="350264"/>
                  </a:lnTo>
                  <a:lnTo>
                    <a:pt x="2175575" y="385308"/>
                  </a:lnTo>
                  <a:lnTo>
                    <a:pt x="2228524" y="421169"/>
                  </a:lnTo>
                  <a:lnTo>
                    <a:pt x="2281645" y="457392"/>
                  </a:lnTo>
                  <a:lnTo>
                    <a:pt x="2334713" y="493505"/>
                  </a:lnTo>
                  <a:lnTo>
                    <a:pt x="2387509" y="529040"/>
                  </a:lnTo>
                  <a:lnTo>
                    <a:pt x="2439847" y="563561"/>
                  </a:lnTo>
                  <a:lnTo>
                    <a:pt x="2491594" y="596682"/>
                  </a:lnTo>
                  <a:lnTo>
                    <a:pt x="2542695" y="628090"/>
                  </a:lnTo>
                  <a:lnTo>
                    <a:pt x="2593188" y="657549"/>
                  </a:lnTo>
                  <a:lnTo>
                    <a:pt x="2643220" y="684902"/>
                  </a:lnTo>
                  <a:lnTo>
                    <a:pt x="2693056" y="710078"/>
                  </a:lnTo>
                  <a:lnTo>
                    <a:pt x="2743104" y="733073"/>
                  </a:lnTo>
                  <a:lnTo>
                    <a:pt x="2770117" y="744485"/>
                  </a:lnTo>
                  <a:lnTo>
                    <a:pt x="2819675" y="763540"/>
                  </a:lnTo>
                  <a:lnTo>
                    <a:pt x="2870942" y="780658"/>
                  </a:lnTo>
                  <a:lnTo>
                    <a:pt x="2924737" y="795942"/>
                  </a:lnTo>
                  <a:lnTo>
                    <a:pt x="2981974" y="809562"/>
                  </a:lnTo>
                  <a:lnTo>
                    <a:pt x="3043582" y="821710"/>
                  </a:lnTo>
                  <a:lnTo>
                    <a:pt x="3110424" y="832570"/>
                  </a:lnTo>
                  <a:lnTo>
                    <a:pt x="3183193" y="842303"/>
                  </a:lnTo>
                  <a:lnTo>
                    <a:pt x="3262269" y="851037"/>
                  </a:lnTo>
                  <a:lnTo>
                    <a:pt x="3347544" y="858866"/>
                  </a:lnTo>
                  <a:lnTo>
                    <a:pt x="3438197" y="865844"/>
                  </a:lnTo>
                  <a:lnTo>
                    <a:pt x="3532494" y="871994"/>
                  </a:lnTo>
                  <a:lnTo>
                    <a:pt x="3627652" y="877311"/>
                  </a:lnTo>
                  <a:lnTo>
                    <a:pt x="3719907" y="881774"/>
                  </a:lnTo>
                  <a:lnTo>
                    <a:pt x="3804854" y="885368"/>
                  </a:lnTo>
                  <a:lnTo>
                    <a:pt x="3878125" y="888103"/>
                  </a:lnTo>
                  <a:lnTo>
                    <a:pt x="3936255" y="890032"/>
                  </a:lnTo>
                  <a:lnTo>
                    <a:pt x="3977512" y="891257"/>
                  </a:lnTo>
                  <a:lnTo>
                    <a:pt x="4002406" y="891921"/>
                  </a:lnTo>
                  <a:lnTo>
                    <a:pt x="4013747" y="892194"/>
                  </a:lnTo>
                  <a:lnTo>
                    <a:pt x="4016409" y="892253"/>
                  </a:lnTo>
                  <a:lnTo>
                    <a:pt x="4538543" y="892253"/>
                  </a:lnTo>
                  <a:lnTo>
                    <a:pt x="4539802" y="892277"/>
                  </a:lnTo>
                  <a:lnTo>
                    <a:pt x="4548035" y="892451"/>
                  </a:lnTo>
                  <a:lnTo>
                    <a:pt x="4568624" y="892933"/>
                  </a:lnTo>
                  <a:lnTo>
                    <a:pt x="4605011" y="893880"/>
                  </a:lnTo>
                  <a:lnTo>
                    <a:pt x="4658386" y="895431"/>
                  </a:lnTo>
                  <a:lnTo>
                    <a:pt x="4727629" y="897689"/>
                  </a:lnTo>
                  <a:lnTo>
                    <a:pt x="4809696" y="900716"/>
                  </a:lnTo>
                  <a:lnTo>
                    <a:pt x="4900374" y="904530"/>
                  </a:lnTo>
                  <a:lnTo>
                    <a:pt x="4995183" y="909122"/>
                  </a:lnTo>
                  <a:lnTo>
                    <a:pt x="5090116" y="914474"/>
                  </a:lnTo>
                  <a:lnTo>
                    <a:pt x="5182087" y="920576"/>
                  </a:lnTo>
                  <a:lnTo>
                    <a:pt x="5269066" y="927438"/>
                  </a:lnTo>
                  <a:lnTo>
                    <a:pt x="5349990" y="935103"/>
                  </a:lnTo>
                  <a:lnTo>
                    <a:pt x="5424571" y="943645"/>
                  </a:lnTo>
                  <a:lnTo>
                    <a:pt x="5493071" y="953172"/>
                  </a:lnTo>
                  <a:lnTo>
                    <a:pt x="5556112" y="963822"/>
                  </a:lnTo>
                  <a:lnTo>
                    <a:pt x="5614523" y="975756"/>
                  </a:lnTo>
                  <a:lnTo>
                    <a:pt x="5669224" y="989149"/>
                  </a:lnTo>
                  <a:lnTo>
                    <a:pt x="5721143" y="1004163"/>
                  </a:lnTo>
                  <a:lnTo>
                    <a:pt x="5771136" y="1020916"/>
                  </a:lnTo>
                  <a:lnTo>
                    <a:pt x="5784835" y="1025902"/>
                  </a:lnTo>
                  <a:lnTo>
                    <a:pt x="5835821" y="1045918"/>
                  </a:lnTo>
                  <a:lnTo>
                    <a:pt x="5886311" y="1067930"/>
                  </a:lnTo>
                  <a:lnTo>
                    <a:pt x="5936807" y="1091969"/>
                  </a:lnTo>
                  <a:lnTo>
                    <a:pt x="5987656" y="1118001"/>
                  </a:lnTo>
                  <a:lnTo>
                    <a:pt x="6039069" y="1145918"/>
                  </a:lnTo>
                  <a:lnTo>
                    <a:pt x="6091139" y="1175536"/>
                  </a:lnTo>
                  <a:lnTo>
                    <a:pt x="6143849" y="1206592"/>
                  </a:lnTo>
                  <a:lnTo>
                    <a:pt x="6197099" y="1238756"/>
                  </a:lnTo>
                  <a:lnTo>
                    <a:pt x="6250717" y="1271636"/>
                  </a:lnTo>
                  <a:lnTo>
                    <a:pt x="6304486" y="1304806"/>
                  </a:lnTo>
                  <a:lnTo>
                    <a:pt x="6358174" y="1337819"/>
                  </a:lnTo>
                  <a:lnTo>
                    <a:pt x="6411555" y="1370242"/>
                  </a:lnTo>
                  <a:lnTo>
                    <a:pt x="6464442" y="1401669"/>
                  </a:lnTo>
                  <a:lnTo>
                    <a:pt x="6516710" y="1431750"/>
                  </a:lnTo>
                  <a:lnTo>
                    <a:pt x="6568316" y="1460201"/>
                  </a:lnTo>
                  <a:lnTo>
                    <a:pt x="6619318" y="1486814"/>
                  </a:lnTo>
                  <a:lnTo>
                    <a:pt x="6669890" y="1511459"/>
                  </a:lnTo>
                  <a:lnTo>
                    <a:pt x="6720337" y="1534080"/>
                  </a:lnTo>
                  <a:lnTo>
                    <a:pt x="6771111" y="1554690"/>
                  </a:lnTo>
                  <a:lnTo>
                    <a:pt x="6786527" y="1560501"/>
                  </a:lnTo>
                  <a:lnTo>
                    <a:pt x="6836117" y="1577746"/>
                  </a:lnTo>
                  <a:lnTo>
                    <a:pt x="6887418" y="1593237"/>
                  </a:lnTo>
                  <a:lnTo>
                    <a:pt x="6941252" y="1607066"/>
                  </a:lnTo>
                  <a:lnTo>
                    <a:pt x="6998533" y="1619390"/>
                  </a:lnTo>
                  <a:lnTo>
                    <a:pt x="7060194" y="1630381"/>
                  </a:lnTo>
                  <a:lnTo>
                    <a:pt x="7127098" y="1640206"/>
                  </a:lnTo>
                  <a:lnTo>
                    <a:pt x="7199938" y="1649010"/>
                  </a:lnTo>
                  <a:lnTo>
                    <a:pt x="7279095" y="1656911"/>
                  </a:lnTo>
                  <a:lnTo>
                    <a:pt x="7364455" y="1663992"/>
                  </a:lnTo>
                  <a:lnTo>
                    <a:pt x="7455193" y="1670303"/>
                  </a:lnTo>
                  <a:lnTo>
                    <a:pt x="7549566" y="1675864"/>
                  </a:lnTo>
                  <a:lnTo>
                    <a:pt x="7644778" y="1680670"/>
                  </a:lnTo>
                  <a:lnTo>
                    <a:pt x="7737050" y="1684703"/>
                  </a:lnTo>
                  <a:lnTo>
                    <a:pt x="7821969" y="1687949"/>
                  </a:lnTo>
                  <a:lnTo>
                    <a:pt x="7895161" y="1690418"/>
                  </a:lnTo>
                  <a:lnTo>
                    <a:pt x="7953167" y="1692157"/>
                  </a:lnTo>
                  <a:lnTo>
                    <a:pt x="7994273" y="1693259"/>
                  </a:lnTo>
                  <a:lnTo>
                    <a:pt x="8019013" y="1693855"/>
                  </a:lnTo>
                  <a:lnTo>
                    <a:pt x="8030228" y="1694100"/>
                  </a:lnTo>
                  <a:lnTo>
                    <a:pt x="8032819" y="1694151"/>
                  </a:lnTo>
                  <a:lnTo>
                    <a:pt x="8554953" y="1694151"/>
                  </a:lnTo>
                  <a:lnTo>
                    <a:pt x="8554953" y="1688504"/>
                  </a:lnTo>
                  <a:lnTo>
                    <a:pt x="8032819" y="1688504"/>
                  </a:lnTo>
                  <a:lnTo>
                    <a:pt x="8031560" y="1688479"/>
                  </a:lnTo>
                  <a:lnTo>
                    <a:pt x="8023327" y="1688305"/>
                  </a:lnTo>
                  <a:lnTo>
                    <a:pt x="8002738" y="1687823"/>
                  </a:lnTo>
                  <a:lnTo>
                    <a:pt x="7966351" y="1686876"/>
                  </a:lnTo>
                  <a:lnTo>
                    <a:pt x="7912976" y="1685326"/>
                  </a:lnTo>
                  <a:lnTo>
                    <a:pt x="7843732" y="1683067"/>
                  </a:lnTo>
                  <a:lnTo>
                    <a:pt x="7761666" y="1680040"/>
                  </a:lnTo>
                  <a:lnTo>
                    <a:pt x="7670988" y="1676226"/>
                  </a:lnTo>
                  <a:lnTo>
                    <a:pt x="7576179" y="1671634"/>
                  </a:lnTo>
                  <a:lnTo>
                    <a:pt x="7481246" y="1666282"/>
                  </a:lnTo>
                  <a:lnTo>
                    <a:pt x="7389275" y="1660181"/>
                  </a:lnTo>
                  <a:lnTo>
                    <a:pt x="7302296" y="1653318"/>
                  </a:lnTo>
                  <a:lnTo>
                    <a:pt x="7221372" y="1645653"/>
                  </a:lnTo>
                  <a:lnTo>
                    <a:pt x="7146791" y="1637111"/>
                  </a:lnTo>
                  <a:lnTo>
                    <a:pt x="7078291" y="1627584"/>
                  </a:lnTo>
                  <a:lnTo>
                    <a:pt x="7015250" y="1616934"/>
                  </a:lnTo>
                  <a:lnTo>
                    <a:pt x="6956839" y="1605000"/>
                  </a:lnTo>
                  <a:lnTo>
                    <a:pt x="6902138" y="1591607"/>
                  </a:lnTo>
                  <a:lnTo>
                    <a:pt x="6850219" y="1576593"/>
                  </a:lnTo>
                  <a:lnTo>
                    <a:pt x="6800226" y="1559841"/>
                  </a:lnTo>
                  <a:lnTo>
                    <a:pt x="6786527" y="1554854"/>
                  </a:lnTo>
                  <a:lnTo>
                    <a:pt x="6735541" y="1534838"/>
                  </a:lnTo>
                  <a:lnTo>
                    <a:pt x="6685051" y="1512826"/>
                  </a:lnTo>
                  <a:lnTo>
                    <a:pt x="6634555" y="1488787"/>
                  </a:lnTo>
                  <a:lnTo>
                    <a:pt x="6583706" y="1462755"/>
                  </a:lnTo>
                  <a:lnTo>
                    <a:pt x="6532293" y="1434838"/>
                  </a:lnTo>
                  <a:lnTo>
                    <a:pt x="6480223" y="1405221"/>
                  </a:lnTo>
                  <a:lnTo>
                    <a:pt x="6427513" y="1374164"/>
                  </a:lnTo>
                  <a:lnTo>
                    <a:pt x="6374263" y="1342000"/>
                  </a:lnTo>
                  <a:lnTo>
                    <a:pt x="6320645" y="1309120"/>
                  </a:lnTo>
                  <a:lnTo>
                    <a:pt x="6266876" y="1275950"/>
                  </a:lnTo>
                  <a:lnTo>
                    <a:pt x="6213188" y="1242937"/>
                  </a:lnTo>
                  <a:lnTo>
                    <a:pt x="6159807" y="1210514"/>
                  </a:lnTo>
                  <a:lnTo>
                    <a:pt x="6106920" y="1179087"/>
                  </a:lnTo>
                  <a:lnTo>
                    <a:pt x="6054652" y="1149006"/>
                  </a:lnTo>
                  <a:lnTo>
                    <a:pt x="6003046" y="1120555"/>
                  </a:lnTo>
                  <a:lnTo>
                    <a:pt x="5952044" y="1093942"/>
                  </a:lnTo>
                  <a:lnTo>
                    <a:pt x="5901472" y="1069297"/>
                  </a:lnTo>
                  <a:lnTo>
                    <a:pt x="5851025" y="1046676"/>
                  </a:lnTo>
                  <a:lnTo>
                    <a:pt x="5800251" y="1026067"/>
                  </a:lnTo>
                  <a:lnTo>
                    <a:pt x="5784835" y="1020255"/>
                  </a:lnTo>
                  <a:lnTo>
                    <a:pt x="5735245" y="1003010"/>
                  </a:lnTo>
                  <a:lnTo>
                    <a:pt x="5683944" y="987520"/>
                  </a:lnTo>
                  <a:lnTo>
                    <a:pt x="5630110" y="973690"/>
                  </a:lnTo>
                  <a:lnTo>
                    <a:pt x="5572829" y="961366"/>
                  </a:lnTo>
                  <a:lnTo>
                    <a:pt x="5511168" y="950375"/>
                  </a:lnTo>
                  <a:lnTo>
                    <a:pt x="5444264" y="940550"/>
                  </a:lnTo>
                  <a:lnTo>
                    <a:pt x="5371424" y="931746"/>
                  </a:lnTo>
                  <a:lnTo>
                    <a:pt x="5292267" y="923845"/>
                  </a:lnTo>
                  <a:lnTo>
                    <a:pt x="5206907" y="916765"/>
                  </a:lnTo>
                  <a:lnTo>
                    <a:pt x="5116169" y="910453"/>
                  </a:lnTo>
                  <a:lnTo>
                    <a:pt x="5021796" y="904892"/>
                  </a:lnTo>
                  <a:lnTo>
                    <a:pt x="4926584" y="900086"/>
                  </a:lnTo>
                  <a:lnTo>
                    <a:pt x="4834312" y="896053"/>
                  </a:lnTo>
                  <a:lnTo>
                    <a:pt x="4749393" y="892807"/>
                  </a:lnTo>
                  <a:lnTo>
                    <a:pt x="4676201" y="890339"/>
                  </a:lnTo>
                  <a:lnTo>
                    <a:pt x="4618195" y="888599"/>
                  </a:lnTo>
                  <a:lnTo>
                    <a:pt x="4577089" y="887497"/>
                  </a:lnTo>
                  <a:lnTo>
                    <a:pt x="4552349" y="886901"/>
                  </a:lnTo>
                  <a:lnTo>
                    <a:pt x="4541134" y="886657"/>
                  </a:lnTo>
                  <a:lnTo>
                    <a:pt x="4538543" y="886605"/>
                  </a:lnTo>
                  <a:lnTo>
                    <a:pt x="4016409" y="886605"/>
                  </a:lnTo>
                  <a:lnTo>
                    <a:pt x="4015152" y="886578"/>
                  </a:lnTo>
                  <a:lnTo>
                    <a:pt x="4006934" y="886386"/>
                  </a:lnTo>
                  <a:lnTo>
                    <a:pt x="3986381" y="885854"/>
                  </a:lnTo>
                  <a:lnTo>
                    <a:pt x="3950054" y="884809"/>
                  </a:lnTo>
                  <a:lnTo>
                    <a:pt x="3896761" y="883098"/>
                  </a:lnTo>
                  <a:lnTo>
                    <a:pt x="3827611" y="880606"/>
                  </a:lnTo>
                  <a:lnTo>
                    <a:pt x="3745641" y="877265"/>
                  </a:lnTo>
                  <a:lnTo>
                    <a:pt x="3655050" y="873055"/>
                  </a:lnTo>
                  <a:lnTo>
                    <a:pt x="3560312" y="867985"/>
                  </a:lnTo>
                  <a:lnTo>
                    <a:pt x="3465429" y="862076"/>
                  </a:lnTo>
                  <a:lnTo>
                    <a:pt x="3373488" y="855340"/>
                  </a:lnTo>
                  <a:lnTo>
                    <a:pt x="3286523" y="847764"/>
                  </a:lnTo>
                  <a:lnTo>
                    <a:pt x="3205600" y="839302"/>
                  </a:lnTo>
                  <a:lnTo>
                    <a:pt x="3131013" y="829872"/>
                  </a:lnTo>
                  <a:lnTo>
                    <a:pt x="3062503" y="819356"/>
                  </a:lnTo>
                  <a:lnTo>
                    <a:pt x="2999452" y="807602"/>
                  </a:lnTo>
                  <a:lnTo>
                    <a:pt x="2941035" y="794431"/>
                  </a:lnTo>
                  <a:lnTo>
                    <a:pt x="2886332" y="779651"/>
                  </a:lnTo>
                  <a:lnTo>
                    <a:pt x="2834419" y="763083"/>
                  </a:lnTo>
                  <a:lnTo>
                    <a:pt x="2784438" y="744597"/>
                  </a:lnTo>
                  <a:lnTo>
                    <a:pt x="2770117" y="738838"/>
                  </a:lnTo>
                  <a:lnTo>
                    <a:pt x="2719737" y="716985"/>
                  </a:lnTo>
                  <a:lnTo>
                    <a:pt x="2669848" y="692978"/>
                  </a:lnTo>
                  <a:lnTo>
                    <a:pt x="2619962" y="666784"/>
                  </a:lnTo>
                  <a:lnTo>
                    <a:pt x="2569741" y="638436"/>
                  </a:lnTo>
                  <a:lnTo>
                    <a:pt x="2518975" y="608046"/>
                  </a:lnTo>
                  <a:lnTo>
                    <a:pt x="2467572" y="575805"/>
                  </a:lnTo>
                  <a:lnTo>
                    <a:pt x="2415539" y="541988"/>
                  </a:lnTo>
                  <a:lnTo>
                    <a:pt x="2362967" y="506944"/>
                  </a:lnTo>
                  <a:lnTo>
                    <a:pt x="2310018" y="471083"/>
                  </a:lnTo>
                  <a:lnTo>
                    <a:pt x="2256897" y="434860"/>
                  </a:lnTo>
                  <a:lnTo>
                    <a:pt x="2203829" y="398747"/>
                  </a:lnTo>
                  <a:lnTo>
                    <a:pt x="2151033" y="363212"/>
                  </a:lnTo>
                  <a:lnTo>
                    <a:pt x="2098695" y="328692"/>
                  </a:lnTo>
                  <a:lnTo>
                    <a:pt x="2046949" y="295570"/>
                  </a:lnTo>
                  <a:lnTo>
                    <a:pt x="1995848" y="264162"/>
                  </a:lnTo>
                  <a:lnTo>
                    <a:pt x="1945354" y="234703"/>
                  </a:lnTo>
                  <a:lnTo>
                    <a:pt x="1895323" y="207350"/>
                  </a:lnTo>
                  <a:lnTo>
                    <a:pt x="1845486" y="182174"/>
                  </a:lnTo>
                  <a:lnTo>
                    <a:pt x="1795438" y="159179"/>
                  </a:lnTo>
                  <a:lnTo>
                    <a:pt x="1768425" y="147767"/>
                  </a:lnTo>
                  <a:lnTo>
                    <a:pt x="1718867" y="128712"/>
                  </a:lnTo>
                  <a:lnTo>
                    <a:pt x="1667600" y="111594"/>
                  </a:lnTo>
                  <a:lnTo>
                    <a:pt x="1613805" y="96310"/>
                  </a:lnTo>
                  <a:lnTo>
                    <a:pt x="1556569" y="82690"/>
                  </a:lnTo>
                  <a:lnTo>
                    <a:pt x="1494960" y="70542"/>
                  </a:lnTo>
                  <a:lnTo>
                    <a:pt x="1428118" y="59682"/>
                  </a:lnTo>
                  <a:lnTo>
                    <a:pt x="1355350" y="49949"/>
                  </a:lnTo>
                  <a:lnTo>
                    <a:pt x="1276273" y="41215"/>
                  </a:lnTo>
                  <a:lnTo>
                    <a:pt x="1190999" y="33387"/>
                  </a:lnTo>
                  <a:lnTo>
                    <a:pt x="1100345" y="26408"/>
                  </a:lnTo>
                  <a:lnTo>
                    <a:pt x="1006049" y="20258"/>
                  </a:lnTo>
                  <a:lnTo>
                    <a:pt x="910890" y="14941"/>
                  </a:lnTo>
                  <a:lnTo>
                    <a:pt x="818636" y="10478"/>
                  </a:lnTo>
                  <a:lnTo>
                    <a:pt x="733688" y="6884"/>
                  </a:lnTo>
                  <a:lnTo>
                    <a:pt x="660417" y="4149"/>
                  </a:lnTo>
                  <a:lnTo>
                    <a:pt x="602287" y="2220"/>
                  </a:lnTo>
                  <a:lnTo>
                    <a:pt x="561030" y="995"/>
                  </a:lnTo>
                  <a:lnTo>
                    <a:pt x="536136" y="331"/>
                  </a:lnTo>
                  <a:lnTo>
                    <a:pt x="524795" y="58"/>
                  </a:lnTo>
                  <a:lnTo>
                    <a:pt x="5221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28E5B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936" name="pl936"/>
            <p:cNvSpPr/>
            <p:nvPr/>
          </p:nvSpPr>
          <p:spPr>
            <a:xfrm>
              <a:off x="386606" y="4003483"/>
              <a:ext cx="8554953" cy="1688504"/>
            </a:xfrm>
            <a:custGeom>
              <a:avLst/>
              <a:pathLst>
                <a:path w="8554953" h="1688504">
                  <a:moveTo>
                    <a:pt x="0" y="0"/>
                  </a:moveTo>
                  <a:lnTo>
                    <a:pt x="522133" y="0"/>
                  </a:lnTo>
                  <a:lnTo>
                    <a:pt x="523390" y="26"/>
                  </a:lnTo>
                  <a:lnTo>
                    <a:pt x="531608" y="219"/>
                  </a:lnTo>
                  <a:lnTo>
                    <a:pt x="552161" y="751"/>
                  </a:lnTo>
                  <a:lnTo>
                    <a:pt x="588488" y="1796"/>
                  </a:lnTo>
                  <a:lnTo>
                    <a:pt x="641781" y="3507"/>
                  </a:lnTo>
                  <a:lnTo>
                    <a:pt x="710931" y="5999"/>
                  </a:lnTo>
                  <a:lnTo>
                    <a:pt x="792901" y="9340"/>
                  </a:lnTo>
                  <a:lnTo>
                    <a:pt x="883492" y="13550"/>
                  </a:lnTo>
                  <a:lnTo>
                    <a:pt x="978231" y="18620"/>
                  </a:lnTo>
                  <a:lnTo>
                    <a:pt x="1073113" y="24529"/>
                  </a:lnTo>
                  <a:lnTo>
                    <a:pt x="1165054" y="31265"/>
                  </a:lnTo>
                  <a:lnTo>
                    <a:pt x="1252019" y="38841"/>
                  </a:lnTo>
                  <a:lnTo>
                    <a:pt x="1332942" y="47303"/>
                  </a:lnTo>
                  <a:lnTo>
                    <a:pt x="1407529" y="56733"/>
                  </a:lnTo>
                  <a:lnTo>
                    <a:pt x="1476039" y="67249"/>
                  </a:lnTo>
                  <a:lnTo>
                    <a:pt x="1539090" y="79003"/>
                  </a:lnTo>
                  <a:lnTo>
                    <a:pt x="1597508" y="92174"/>
                  </a:lnTo>
                  <a:lnTo>
                    <a:pt x="1652210" y="106953"/>
                  </a:lnTo>
                  <a:lnTo>
                    <a:pt x="1704123" y="123522"/>
                  </a:lnTo>
                  <a:lnTo>
                    <a:pt x="1754104" y="142008"/>
                  </a:lnTo>
                  <a:lnTo>
                    <a:pt x="1768425" y="147767"/>
                  </a:lnTo>
                  <a:lnTo>
                    <a:pt x="1818805" y="169620"/>
                  </a:lnTo>
                  <a:lnTo>
                    <a:pt x="1868695" y="193627"/>
                  </a:lnTo>
                  <a:lnTo>
                    <a:pt x="1918581" y="219821"/>
                  </a:lnTo>
                  <a:lnTo>
                    <a:pt x="1968802" y="248169"/>
                  </a:lnTo>
                  <a:lnTo>
                    <a:pt x="2019567" y="278559"/>
                  </a:lnTo>
                  <a:lnTo>
                    <a:pt x="2070970" y="310800"/>
                  </a:lnTo>
                  <a:lnTo>
                    <a:pt x="2123004" y="344617"/>
                  </a:lnTo>
                  <a:lnTo>
                    <a:pt x="2175575" y="379661"/>
                  </a:lnTo>
                  <a:lnTo>
                    <a:pt x="2228524" y="415522"/>
                  </a:lnTo>
                  <a:lnTo>
                    <a:pt x="2281645" y="451745"/>
                  </a:lnTo>
                  <a:lnTo>
                    <a:pt x="2334713" y="487858"/>
                  </a:lnTo>
                  <a:lnTo>
                    <a:pt x="2387509" y="523393"/>
                  </a:lnTo>
                  <a:lnTo>
                    <a:pt x="2439847" y="557913"/>
                  </a:lnTo>
                  <a:lnTo>
                    <a:pt x="2491594" y="591035"/>
                  </a:lnTo>
                  <a:lnTo>
                    <a:pt x="2542695" y="622443"/>
                  </a:lnTo>
                  <a:lnTo>
                    <a:pt x="2593188" y="651901"/>
                  </a:lnTo>
                  <a:lnTo>
                    <a:pt x="2643220" y="679255"/>
                  </a:lnTo>
                  <a:lnTo>
                    <a:pt x="2693056" y="704431"/>
                  </a:lnTo>
                  <a:lnTo>
                    <a:pt x="2743104" y="727426"/>
                  </a:lnTo>
                  <a:lnTo>
                    <a:pt x="2770117" y="738838"/>
                  </a:lnTo>
                  <a:lnTo>
                    <a:pt x="2819675" y="757893"/>
                  </a:lnTo>
                  <a:lnTo>
                    <a:pt x="2870942" y="775011"/>
                  </a:lnTo>
                  <a:lnTo>
                    <a:pt x="2924737" y="790294"/>
                  </a:lnTo>
                  <a:lnTo>
                    <a:pt x="2981974" y="803915"/>
                  </a:lnTo>
                  <a:lnTo>
                    <a:pt x="3043582" y="816063"/>
                  </a:lnTo>
                  <a:lnTo>
                    <a:pt x="3110424" y="826923"/>
                  </a:lnTo>
                  <a:lnTo>
                    <a:pt x="3183193" y="836656"/>
                  </a:lnTo>
                  <a:lnTo>
                    <a:pt x="3262269" y="845390"/>
                  </a:lnTo>
                  <a:lnTo>
                    <a:pt x="3347544" y="853218"/>
                  </a:lnTo>
                  <a:lnTo>
                    <a:pt x="3438197" y="860197"/>
                  </a:lnTo>
                  <a:lnTo>
                    <a:pt x="3532494" y="866347"/>
                  </a:lnTo>
                  <a:lnTo>
                    <a:pt x="3627652" y="871664"/>
                  </a:lnTo>
                  <a:lnTo>
                    <a:pt x="3719907" y="876126"/>
                  </a:lnTo>
                  <a:lnTo>
                    <a:pt x="3804854" y="879720"/>
                  </a:lnTo>
                  <a:lnTo>
                    <a:pt x="3878125" y="882456"/>
                  </a:lnTo>
                  <a:lnTo>
                    <a:pt x="3936255" y="884385"/>
                  </a:lnTo>
                  <a:lnTo>
                    <a:pt x="3977512" y="885610"/>
                  </a:lnTo>
                  <a:lnTo>
                    <a:pt x="4002406" y="886274"/>
                  </a:lnTo>
                  <a:lnTo>
                    <a:pt x="4013747" y="886547"/>
                  </a:lnTo>
                  <a:lnTo>
                    <a:pt x="4016377" y="886605"/>
                  </a:lnTo>
                  <a:lnTo>
                    <a:pt x="4016409" y="886605"/>
                  </a:lnTo>
                  <a:lnTo>
                    <a:pt x="4538543" y="886605"/>
                  </a:lnTo>
                  <a:lnTo>
                    <a:pt x="4539802" y="886630"/>
                  </a:lnTo>
                  <a:lnTo>
                    <a:pt x="4548035" y="886804"/>
                  </a:lnTo>
                  <a:lnTo>
                    <a:pt x="4568624" y="887286"/>
                  </a:lnTo>
                  <a:lnTo>
                    <a:pt x="4605011" y="888233"/>
                  </a:lnTo>
                  <a:lnTo>
                    <a:pt x="4658386" y="889783"/>
                  </a:lnTo>
                  <a:lnTo>
                    <a:pt x="4727629" y="892042"/>
                  </a:lnTo>
                  <a:lnTo>
                    <a:pt x="4809696" y="895069"/>
                  </a:lnTo>
                  <a:lnTo>
                    <a:pt x="4900374" y="898883"/>
                  </a:lnTo>
                  <a:lnTo>
                    <a:pt x="4995183" y="903475"/>
                  </a:lnTo>
                  <a:lnTo>
                    <a:pt x="5090116" y="908827"/>
                  </a:lnTo>
                  <a:lnTo>
                    <a:pt x="5182087" y="914928"/>
                  </a:lnTo>
                  <a:lnTo>
                    <a:pt x="5269066" y="921791"/>
                  </a:lnTo>
                  <a:lnTo>
                    <a:pt x="5349990" y="929456"/>
                  </a:lnTo>
                  <a:lnTo>
                    <a:pt x="5424571" y="937998"/>
                  </a:lnTo>
                  <a:lnTo>
                    <a:pt x="5493071" y="947525"/>
                  </a:lnTo>
                  <a:lnTo>
                    <a:pt x="5556112" y="958175"/>
                  </a:lnTo>
                  <a:lnTo>
                    <a:pt x="5614523" y="970109"/>
                  </a:lnTo>
                  <a:lnTo>
                    <a:pt x="5669224" y="983502"/>
                  </a:lnTo>
                  <a:lnTo>
                    <a:pt x="5721143" y="998516"/>
                  </a:lnTo>
                  <a:lnTo>
                    <a:pt x="5771136" y="1015268"/>
                  </a:lnTo>
                  <a:lnTo>
                    <a:pt x="5784835" y="1020255"/>
                  </a:lnTo>
                  <a:lnTo>
                    <a:pt x="5835821" y="1040271"/>
                  </a:lnTo>
                  <a:lnTo>
                    <a:pt x="5886311" y="1062283"/>
                  </a:lnTo>
                  <a:lnTo>
                    <a:pt x="5936807" y="1086322"/>
                  </a:lnTo>
                  <a:lnTo>
                    <a:pt x="5987656" y="1112354"/>
                  </a:lnTo>
                  <a:lnTo>
                    <a:pt x="6039069" y="1140271"/>
                  </a:lnTo>
                  <a:lnTo>
                    <a:pt x="6091139" y="1169888"/>
                  </a:lnTo>
                  <a:lnTo>
                    <a:pt x="6143849" y="1200945"/>
                  </a:lnTo>
                  <a:lnTo>
                    <a:pt x="6197099" y="1233109"/>
                  </a:lnTo>
                  <a:lnTo>
                    <a:pt x="6250717" y="1265989"/>
                  </a:lnTo>
                  <a:lnTo>
                    <a:pt x="6304486" y="1299159"/>
                  </a:lnTo>
                  <a:lnTo>
                    <a:pt x="6358174" y="1332172"/>
                  </a:lnTo>
                  <a:lnTo>
                    <a:pt x="6411555" y="1364595"/>
                  </a:lnTo>
                  <a:lnTo>
                    <a:pt x="6464442" y="1396022"/>
                  </a:lnTo>
                  <a:lnTo>
                    <a:pt x="6516710" y="1426103"/>
                  </a:lnTo>
                  <a:lnTo>
                    <a:pt x="6568316" y="1454554"/>
                  </a:lnTo>
                  <a:lnTo>
                    <a:pt x="6619318" y="1481167"/>
                  </a:lnTo>
                  <a:lnTo>
                    <a:pt x="6669890" y="1505812"/>
                  </a:lnTo>
                  <a:lnTo>
                    <a:pt x="6720337" y="1528433"/>
                  </a:lnTo>
                  <a:lnTo>
                    <a:pt x="6771111" y="1549042"/>
                  </a:lnTo>
                  <a:lnTo>
                    <a:pt x="6786527" y="1554854"/>
                  </a:lnTo>
                  <a:lnTo>
                    <a:pt x="6836117" y="1572099"/>
                  </a:lnTo>
                  <a:lnTo>
                    <a:pt x="6887418" y="1587589"/>
                  </a:lnTo>
                  <a:lnTo>
                    <a:pt x="6941252" y="1601419"/>
                  </a:lnTo>
                  <a:lnTo>
                    <a:pt x="6998533" y="1613743"/>
                  </a:lnTo>
                  <a:lnTo>
                    <a:pt x="7060194" y="1624734"/>
                  </a:lnTo>
                  <a:lnTo>
                    <a:pt x="7127098" y="1634559"/>
                  </a:lnTo>
                  <a:lnTo>
                    <a:pt x="7199938" y="1643363"/>
                  </a:lnTo>
                  <a:lnTo>
                    <a:pt x="7279095" y="1651264"/>
                  </a:lnTo>
                  <a:lnTo>
                    <a:pt x="7364455" y="1658345"/>
                  </a:lnTo>
                  <a:lnTo>
                    <a:pt x="7455193" y="1664656"/>
                  </a:lnTo>
                  <a:lnTo>
                    <a:pt x="7549566" y="1670217"/>
                  </a:lnTo>
                  <a:lnTo>
                    <a:pt x="7644778" y="1675023"/>
                  </a:lnTo>
                  <a:lnTo>
                    <a:pt x="7737050" y="1679056"/>
                  </a:lnTo>
                  <a:lnTo>
                    <a:pt x="7821969" y="1682302"/>
                  </a:lnTo>
                  <a:lnTo>
                    <a:pt x="7895161" y="1684770"/>
                  </a:lnTo>
                  <a:lnTo>
                    <a:pt x="7953167" y="1686510"/>
                  </a:lnTo>
                  <a:lnTo>
                    <a:pt x="7994273" y="1687612"/>
                  </a:lnTo>
                  <a:lnTo>
                    <a:pt x="8019013" y="1688208"/>
                  </a:lnTo>
                  <a:lnTo>
                    <a:pt x="8030228" y="1688452"/>
                  </a:lnTo>
                  <a:lnTo>
                    <a:pt x="8032791" y="1688503"/>
                  </a:lnTo>
                  <a:lnTo>
                    <a:pt x="8032819" y="1688504"/>
                  </a:lnTo>
                  <a:lnTo>
                    <a:pt x="8554953" y="1688504"/>
                  </a:lnTo>
                  <a:lnTo>
                    <a:pt x="8554953" y="1688504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937" name="pl937"/>
            <p:cNvSpPr/>
            <p:nvPr/>
          </p:nvSpPr>
          <p:spPr>
            <a:xfrm>
              <a:off x="386606" y="3997836"/>
              <a:ext cx="8554953" cy="1688504"/>
            </a:xfrm>
            <a:custGeom>
              <a:avLst/>
              <a:pathLst>
                <a:path w="8554953" h="1688504">
                  <a:moveTo>
                    <a:pt x="8554953" y="1688504"/>
                  </a:moveTo>
                  <a:lnTo>
                    <a:pt x="8032819" y="1688504"/>
                  </a:lnTo>
                  <a:lnTo>
                    <a:pt x="8031560" y="1688479"/>
                  </a:lnTo>
                  <a:lnTo>
                    <a:pt x="8023327" y="1688305"/>
                  </a:lnTo>
                  <a:lnTo>
                    <a:pt x="8002738" y="1687823"/>
                  </a:lnTo>
                  <a:lnTo>
                    <a:pt x="7966351" y="1686876"/>
                  </a:lnTo>
                  <a:lnTo>
                    <a:pt x="7912976" y="1685326"/>
                  </a:lnTo>
                  <a:lnTo>
                    <a:pt x="7843732" y="1683067"/>
                  </a:lnTo>
                  <a:lnTo>
                    <a:pt x="7761666" y="1680040"/>
                  </a:lnTo>
                  <a:lnTo>
                    <a:pt x="7670988" y="1676226"/>
                  </a:lnTo>
                  <a:lnTo>
                    <a:pt x="7576179" y="1671634"/>
                  </a:lnTo>
                  <a:lnTo>
                    <a:pt x="7481246" y="1666282"/>
                  </a:lnTo>
                  <a:lnTo>
                    <a:pt x="7389275" y="1660181"/>
                  </a:lnTo>
                  <a:lnTo>
                    <a:pt x="7302296" y="1653318"/>
                  </a:lnTo>
                  <a:lnTo>
                    <a:pt x="7221372" y="1645653"/>
                  </a:lnTo>
                  <a:lnTo>
                    <a:pt x="7146791" y="1637111"/>
                  </a:lnTo>
                  <a:lnTo>
                    <a:pt x="7078291" y="1627584"/>
                  </a:lnTo>
                  <a:lnTo>
                    <a:pt x="7015250" y="1616934"/>
                  </a:lnTo>
                  <a:lnTo>
                    <a:pt x="6956839" y="1605000"/>
                  </a:lnTo>
                  <a:lnTo>
                    <a:pt x="6902138" y="1591607"/>
                  </a:lnTo>
                  <a:lnTo>
                    <a:pt x="6850219" y="1576593"/>
                  </a:lnTo>
                  <a:lnTo>
                    <a:pt x="6800226" y="1559841"/>
                  </a:lnTo>
                  <a:lnTo>
                    <a:pt x="6786527" y="1554854"/>
                  </a:lnTo>
                  <a:lnTo>
                    <a:pt x="6735541" y="1534838"/>
                  </a:lnTo>
                  <a:lnTo>
                    <a:pt x="6685051" y="1512826"/>
                  </a:lnTo>
                  <a:lnTo>
                    <a:pt x="6634555" y="1488787"/>
                  </a:lnTo>
                  <a:lnTo>
                    <a:pt x="6583706" y="1462755"/>
                  </a:lnTo>
                  <a:lnTo>
                    <a:pt x="6532293" y="1434838"/>
                  </a:lnTo>
                  <a:lnTo>
                    <a:pt x="6480223" y="1405221"/>
                  </a:lnTo>
                  <a:lnTo>
                    <a:pt x="6427513" y="1374164"/>
                  </a:lnTo>
                  <a:lnTo>
                    <a:pt x="6374263" y="1342000"/>
                  </a:lnTo>
                  <a:lnTo>
                    <a:pt x="6320645" y="1309120"/>
                  </a:lnTo>
                  <a:lnTo>
                    <a:pt x="6266876" y="1275950"/>
                  </a:lnTo>
                  <a:lnTo>
                    <a:pt x="6213188" y="1242937"/>
                  </a:lnTo>
                  <a:lnTo>
                    <a:pt x="6159807" y="1210514"/>
                  </a:lnTo>
                  <a:lnTo>
                    <a:pt x="6106920" y="1179087"/>
                  </a:lnTo>
                  <a:lnTo>
                    <a:pt x="6054652" y="1149006"/>
                  </a:lnTo>
                  <a:lnTo>
                    <a:pt x="6003046" y="1120555"/>
                  </a:lnTo>
                  <a:lnTo>
                    <a:pt x="5952044" y="1093942"/>
                  </a:lnTo>
                  <a:lnTo>
                    <a:pt x="5901472" y="1069297"/>
                  </a:lnTo>
                  <a:lnTo>
                    <a:pt x="5851025" y="1046676"/>
                  </a:lnTo>
                  <a:lnTo>
                    <a:pt x="5800251" y="1026067"/>
                  </a:lnTo>
                  <a:lnTo>
                    <a:pt x="5784835" y="1020255"/>
                  </a:lnTo>
                  <a:lnTo>
                    <a:pt x="5735245" y="1003010"/>
                  </a:lnTo>
                  <a:lnTo>
                    <a:pt x="5683944" y="987520"/>
                  </a:lnTo>
                  <a:lnTo>
                    <a:pt x="5630110" y="973690"/>
                  </a:lnTo>
                  <a:lnTo>
                    <a:pt x="5572829" y="961366"/>
                  </a:lnTo>
                  <a:lnTo>
                    <a:pt x="5511168" y="950375"/>
                  </a:lnTo>
                  <a:lnTo>
                    <a:pt x="5444264" y="940550"/>
                  </a:lnTo>
                  <a:lnTo>
                    <a:pt x="5371424" y="931746"/>
                  </a:lnTo>
                  <a:lnTo>
                    <a:pt x="5292267" y="923845"/>
                  </a:lnTo>
                  <a:lnTo>
                    <a:pt x="5206907" y="916765"/>
                  </a:lnTo>
                  <a:lnTo>
                    <a:pt x="5116169" y="910453"/>
                  </a:lnTo>
                  <a:lnTo>
                    <a:pt x="5021796" y="904892"/>
                  </a:lnTo>
                  <a:lnTo>
                    <a:pt x="4926584" y="900086"/>
                  </a:lnTo>
                  <a:lnTo>
                    <a:pt x="4834312" y="896053"/>
                  </a:lnTo>
                  <a:lnTo>
                    <a:pt x="4749393" y="892807"/>
                  </a:lnTo>
                  <a:lnTo>
                    <a:pt x="4676201" y="890339"/>
                  </a:lnTo>
                  <a:lnTo>
                    <a:pt x="4618195" y="888599"/>
                  </a:lnTo>
                  <a:lnTo>
                    <a:pt x="4577089" y="887497"/>
                  </a:lnTo>
                  <a:lnTo>
                    <a:pt x="4552349" y="886901"/>
                  </a:lnTo>
                  <a:lnTo>
                    <a:pt x="4541134" y="886657"/>
                  </a:lnTo>
                  <a:lnTo>
                    <a:pt x="4538571" y="886606"/>
                  </a:lnTo>
                  <a:lnTo>
                    <a:pt x="4538543" y="886605"/>
                  </a:lnTo>
                  <a:lnTo>
                    <a:pt x="4016409" y="886605"/>
                  </a:lnTo>
                  <a:lnTo>
                    <a:pt x="4015152" y="886578"/>
                  </a:lnTo>
                  <a:lnTo>
                    <a:pt x="4006934" y="886386"/>
                  </a:lnTo>
                  <a:lnTo>
                    <a:pt x="3986381" y="885854"/>
                  </a:lnTo>
                  <a:lnTo>
                    <a:pt x="3950054" y="884809"/>
                  </a:lnTo>
                  <a:lnTo>
                    <a:pt x="3896761" y="883098"/>
                  </a:lnTo>
                  <a:lnTo>
                    <a:pt x="3827611" y="880606"/>
                  </a:lnTo>
                  <a:lnTo>
                    <a:pt x="3745641" y="877265"/>
                  </a:lnTo>
                  <a:lnTo>
                    <a:pt x="3655050" y="873055"/>
                  </a:lnTo>
                  <a:lnTo>
                    <a:pt x="3560312" y="867985"/>
                  </a:lnTo>
                  <a:lnTo>
                    <a:pt x="3465429" y="862076"/>
                  </a:lnTo>
                  <a:lnTo>
                    <a:pt x="3373488" y="855340"/>
                  </a:lnTo>
                  <a:lnTo>
                    <a:pt x="3286523" y="847764"/>
                  </a:lnTo>
                  <a:lnTo>
                    <a:pt x="3205600" y="839302"/>
                  </a:lnTo>
                  <a:lnTo>
                    <a:pt x="3131013" y="829872"/>
                  </a:lnTo>
                  <a:lnTo>
                    <a:pt x="3062503" y="819356"/>
                  </a:lnTo>
                  <a:lnTo>
                    <a:pt x="2999452" y="807602"/>
                  </a:lnTo>
                  <a:lnTo>
                    <a:pt x="2941035" y="794431"/>
                  </a:lnTo>
                  <a:lnTo>
                    <a:pt x="2886332" y="779651"/>
                  </a:lnTo>
                  <a:lnTo>
                    <a:pt x="2834419" y="763083"/>
                  </a:lnTo>
                  <a:lnTo>
                    <a:pt x="2784438" y="744597"/>
                  </a:lnTo>
                  <a:lnTo>
                    <a:pt x="2770117" y="738838"/>
                  </a:lnTo>
                  <a:lnTo>
                    <a:pt x="2719737" y="716985"/>
                  </a:lnTo>
                  <a:lnTo>
                    <a:pt x="2669848" y="692978"/>
                  </a:lnTo>
                  <a:lnTo>
                    <a:pt x="2619962" y="666784"/>
                  </a:lnTo>
                  <a:lnTo>
                    <a:pt x="2569741" y="638436"/>
                  </a:lnTo>
                  <a:lnTo>
                    <a:pt x="2518975" y="608046"/>
                  </a:lnTo>
                  <a:lnTo>
                    <a:pt x="2467572" y="575805"/>
                  </a:lnTo>
                  <a:lnTo>
                    <a:pt x="2415539" y="541988"/>
                  </a:lnTo>
                  <a:lnTo>
                    <a:pt x="2362967" y="506944"/>
                  </a:lnTo>
                  <a:lnTo>
                    <a:pt x="2310018" y="471083"/>
                  </a:lnTo>
                  <a:lnTo>
                    <a:pt x="2256897" y="434860"/>
                  </a:lnTo>
                  <a:lnTo>
                    <a:pt x="2203829" y="398747"/>
                  </a:lnTo>
                  <a:lnTo>
                    <a:pt x="2151033" y="363212"/>
                  </a:lnTo>
                  <a:lnTo>
                    <a:pt x="2098695" y="328692"/>
                  </a:lnTo>
                  <a:lnTo>
                    <a:pt x="2046949" y="295570"/>
                  </a:lnTo>
                  <a:lnTo>
                    <a:pt x="1995848" y="264162"/>
                  </a:lnTo>
                  <a:lnTo>
                    <a:pt x="1945354" y="234703"/>
                  </a:lnTo>
                  <a:lnTo>
                    <a:pt x="1895323" y="207350"/>
                  </a:lnTo>
                  <a:lnTo>
                    <a:pt x="1845486" y="182174"/>
                  </a:lnTo>
                  <a:lnTo>
                    <a:pt x="1795438" y="159179"/>
                  </a:lnTo>
                  <a:lnTo>
                    <a:pt x="1768425" y="147767"/>
                  </a:lnTo>
                  <a:lnTo>
                    <a:pt x="1718867" y="128712"/>
                  </a:lnTo>
                  <a:lnTo>
                    <a:pt x="1667600" y="111594"/>
                  </a:lnTo>
                  <a:lnTo>
                    <a:pt x="1613805" y="96310"/>
                  </a:lnTo>
                  <a:lnTo>
                    <a:pt x="1556569" y="82690"/>
                  </a:lnTo>
                  <a:lnTo>
                    <a:pt x="1494960" y="70542"/>
                  </a:lnTo>
                  <a:lnTo>
                    <a:pt x="1428118" y="59682"/>
                  </a:lnTo>
                  <a:lnTo>
                    <a:pt x="1355350" y="49949"/>
                  </a:lnTo>
                  <a:lnTo>
                    <a:pt x="1276273" y="41215"/>
                  </a:lnTo>
                  <a:lnTo>
                    <a:pt x="1190999" y="33387"/>
                  </a:lnTo>
                  <a:lnTo>
                    <a:pt x="1100345" y="26408"/>
                  </a:lnTo>
                  <a:lnTo>
                    <a:pt x="1006049" y="20258"/>
                  </a:lnTo>
                  <a:lnTo>
                    <a:pt x="910890" y="14941"/>
                  </a:lnTo>
                  <a:lnTo>
                    <a:pt x="818636" y="10478"/>
                  </a:lnTo>
                  <a:lnTo>
                    <a:pt x="733688" y="6884"/>
                  </a:lnTo>
                  <a:lnTo>
                    <a:pt x="660417" y="4149"/>
                  </a:lnTo>
                  <a:lnTo>
                    <a:pt x="602287" y="2220"/>
                  </a:lnTo>
                  <a:lnTo>
                    <a:pt x="561030" y="995"/>
                  </a:lnTo>
                  <a:lnTo>
                    <a:pt x="536136" y="331"/>
                  </a:lnTo>
                  <a:lnTo>
                    <a:pt x="524795" y="58"/>
                  </a:lnTo>
                  <a:lnTo>
                    <a:pt x="522165" y="0"/>
                  </a:lnTo>
                  <a:lnTo>
                    <a:pt x="522133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938" name="pg938"/>
            <p:cNvSpPr/>
            <p:nvPr/>
          </p:nvSpPr>
          <p:spPr>
            <a:xfrm>
              <a:off x="386606" y="1597788"/>
              <a:ext cx="8554953" cy="3501246"/>
            </a:xfrm>
            <a:custGeom>
              <a:avLst/>
              <a:pathLst>
                <a:path w="8554953" h="3501246">
                  <a:moveTo>
                    <a:pt x="0" y="2439577"/>
                  </a:moveTo>
                  <a:lnTo>
                    <a:pt x="522133" y="2439577"/>
                  </a:lnTo>
                  <a:lnTo>
                    <a:pt x="523384" y="2439610"/>
                  </a:lnTo>
                  <a:lnTo>
                    <a:pt x="531567" y="2439839"/>
                  </a:lnTo>
                  <a:lnTo>
                    <a:pt x="552035" y="2440473"/>
                  </a:lnTo>
                  <a:lnTo>
                    <a:pt x="588220" y="2441718"/>
                  </a:lnTo>
                  <a:lnTo>
                    <a:pt x="641321" y="2443758"/>
                  </a:lnTo>
                  <a:lnTo>
                    <a:pt x="710246" y="2446731"/>
                  </a:lnTo>
                  <a:lnTo>
                    <a:pt x="791989" y="2450715"/>
                  </a:lnTo>
                  <a:lnTo>
                    <a:pt x="882373" y="2455737"/>
                  </a:lnTo>
                  <a:lnTo>
                    <a:pt x="976944" y="2461786"/>
                  </a:lnTo>
                  <a:lnTo>
                    <a:pt x="1071707" y="2468836"/>
                  </a:lnTo>
                  <a:lnTo>
                    <a:pt x="1163575" y="2476875"/>
                  </a:lnTo>
                  <a:lnTo>
                    <a:pt x="1250507" y="2485916"/>
                  </a:lnTo>
                  <a:lnTo>
                    <a:pt x="1331427" y="2496013"/>
                  </a:lnTo>
                  <a:lnTo>
                    <a:pt x="1406029" y="2507263"/>
                  </a:lnTo>
                  <a:lnTo>
                    <a:pt x="1474563" y="2519807"/>
                  </a:lnTo>
                  <a:lnTo>
                    <a:pt x="1537637" y="2533824"/>
                  </a:lnTo>
                  <a:lnTo>
                    <a:pt x="1596070" y="2549528"/>
                  </a:lnTo>
                  <a:lnTo>
                    <a:pt x="1650775" y="2567145"/>
                  </a:lnTo>
                  <a:lnTo>
                    <a:pt x="1702676" y="2586893"/>
                  </a:lnTo>
                  <a:lnTo>
                    <a:pt x="1752628" y="2608928"/>
                  </a:lnTo>
                  <a:lnTo>
                    <a:pt x="1768425" y="2616522"/>
                  </a:lnTo>
                  <a:lnTo>
                    <a:pt x="1817494" y="2641972"/>
                  </a:lnTo>
                  <a:lnTo>
                    <a:pt x="1866084" y="2669865"/>
                  </a:lnTo>
                  <a:lnTo>
                    <a:pt x="1914650" y="2700243"/>
                  </a:lnTo>
                  <a:lnTo>
                    <a:pt x="1963515" y="2733073"/>
                  </a:lnTo>
                  <a:lnTo>
                    <a:pt x="2012880" y="2768239"/>
                  </a:lnTo>
                  <a:lnTo>
                    <a:pt x="2062845" y="2805542"/>
                  </a:lnTo>
                  <a:lnTo>
                    <a:pt x="2113415" y="2844689"/>
                  </a:lnTo>
                  <a:lnTo>
                    <a:pt x="2164517" y="2885309"/>
                  </a:lnTo>
                  <a:lnTo>
                    <a:pt x="2216013" y="2926958"/>
                  </a:lnTo>
                  <a:lnTo>
                    <a:pt x="2267721" y="2969145"/>
                  </a:lnTo>
                  <a:lnTo>
                    <a:pt x="2319435" y="3011347"/>
                  </a:lnTo>
                  <a:lnTo>
                    <a:pt x="2370950" y="3053044"/>
                  </a:lnTo>
                  <a:lnTo>
                    <a:pt x="2422079" y="3093738"/>
                  </a:lnTo>
                  <a:lnTo>
                    <a:pt x="2472684" y="3132985"/>
                  </a:lnTo>
                  <a:lnTo>
                    <a:pt x="2522686" y="3170406"/>
                  </a:lnTo>
                  <a:lnTo>
                    <a:pt x="2572086" y="3205708"/>
                  </a:lnTo>
                  <a:lnTo>
                    <a:pt x="2620975" y="3238682"/>
                  </a:lnTo>
                  <a:lnTo>
                    <a:pt x="2669552" y="3269208"/>
                  </a:lnTo>
                  <a:lnTo>
                    <a:pt x="2718129" y="3297250"/>
                  </a:lnTo>
                  <a:lnTo>
                    <a:pt x="2767154" y="3322843"/>
                  </a:lnTo>
                  <a:lnTo>
                    <a:pt x="2770117" y="3324301"/>
                  </a:lnTo>
                  <a:lnTo>
                    <a:pt x="2819600" y="3347086"/>
                  </a:lnTo>
                  <a:lnTo>
                    <a:pt x="2870785" y="3367558"/>
                  </a:lnTo>
                  <a:lnTo>
                    <a:pt x="2924488" y="3385840"/>
                  </a:lnTo>
                  <a:lnTo>
                    <a:pt x="2981618" y="3402135"/>
                  </a:lnTo>
                  <a:lnTo>
                    <a:pt x="3043102" y="3416671"/>
                  </a:lnTo>
                  <a:lnTo>
                    <a:pt x="3109798" y="3429668"/>
                  </a:lnTo>
                  <a:lnTo>
                    <a:pt x="3182397" y="3441318"/>
                  </a:lnTo>
                  <a:lnTo>
                    <a:pt x="3261284" y="3451773"/>
                  </a:lnTo>
                  <a:lnTo>
                    <a:pt x="3346355" y="3461147"/>
                  </a:lnTo>
                  <a:lnTo>
                    <a:pt x="3436806" y="3469505"/>
                  </a:lnTo>
                  <a:lnTo>
                    <a:pt x="3530924" y="3476874"/>
                  </a:lnTo>
                  <a:lnTo>
                    <a:pt x="3625955" y="3483248"/>
                  </a:lnTo>
                  <a:lnTo>
                    <a:pt x="3718165" y="3488603"/>
                  </a:lnTo>
                  <a:lnTo>
                    <a:pt x="3803178" y="3492922"/>
                  </a:lnTo>
                  <a:lnTo>
                    <a:pt x="3876634" y="3496214"/>
                  </a:lnTo>
                  <a:lnTo>
                    <a:pt x="3935056" y="3498542"/>
                  </a:lnTo>
                  <a:lnTo>
                    <a:pt x="3976672" y="3500025"/>
                  </a:lnTo>
                  <a:lnTo>
                    <a:pt x="4001930" y="3500834"/>
                  </a:lnTo>
                  <a:lnTo>
                    <a:pt x="4013572" y="3501171"/>
                  </a:lnTo>
                  <a:lnTo>
                    <a:pt x="4016409" y="3501246"/>
                  </a:lnTo>
                  <a:lnTo>
                    <a:pt x="4538543" y="3501246"/>
                  </a:lnTo>
                  <a:lnTo>
                    <a:pt x="4539641" y="3501153"/>
                  </a:lnTo>
                  <a:lnTo>
                    <a:pt x="4546847" y="3500494"/>
                  </a:lnTo>
                  <a:lnTo>
                    <a:pt x="4564949" y="3498672"/>
                  </a:lnTo>
                  <a:lnTo>
                    <a:pt x="4597153" y="3495089"/>
                  </a:lnTo>
                  <a:lnTo>
                    <a:pt x="4644818" y="3489201"/>
                  </a:lnTo>
                  <a:lnTo>
                    <a:pt x="4707364" y="3480583"/>
                  </a:lnTo>
                  <a:lnTo>
                    <a:pt x="4782499" y="3468964"/>
                  </a:lnTo>
                  <a:lnTo>
                    <a:pt x="4866769" y="3454230"/>
                  </a:lnTo>
                  <a:lnTo>
                    <a:pt x="4956265" y="3436387"/>
                  </a:lnTo>
                  <a:lnTo>
                    <a:pt x="5047273" y="3415502"/>
                  </a:lnTo>
                  <a:lnTo>
                    <a:pt x="5136732" y="3391634"/>
                  </a:lnTo>
                  <a:lnTo>
                    <a:pt x="5222439" y="3364784"/>
                  </a:lnTo>
                  <a:lnTo>
                    <a:pt x="5303049" y="3334858"/>
                  </a:lnTo>
                  <a:lnTo>
                    <a:pt x="5377954" y="3301645"/>
                  </a:lnTo>
                  <a:lnTo>
                    <a:pt x="5447114" y="3264812"/>
                  </a:lnTo>
                  <a:lnTo>
                    <a:pt x="5510884" y="3223911"/>
                  </a:lnTo>
                  <a:lnTo>
                    <a:pt x="5569871" y="3178388"/>
                  </a:lnTo>
                  <a:lnTo>
                    <a:pt x="5624825" y="3127615"/>
                  </a:lnTo>
                  <a:lnTo>
                    <a:pt x="5676556" y="3070932"/>
                  </a:lnTo>
                  <a:lnTo>
                    <a:pt x="5725865" y="3007736"/>
                  </a:lnTo>
                  <a:lnTo>
                    <a:pt x="5773487" y="2937617"/>
                  </a:lnTo>
                  <a:lnTo>
                    <a:pt x="5784835" y="2919587"/>
                  </a:lnTo>
                  <a:lnTo>
                    <a:pt x="5819055" y="2862212"/>
                  </a:lnTo>
                  <a:lnTo>
                    <a:pt x="5852964" y="2800984"/>
                  </a:lnTo>
                  <a:lnTo>
                    <a:pt x="5886740" y="2735823"/>
                  </a:lnTo>
                  <a:lnTo>
                    <a:pt x="5920523" y="2666702"/>
                  </a:lnTo>
                  <a:lnTo>
                    <a:pt x="5954424" y="2593651"/>
                  </a:lnTo>
                  <a:lnTo>
                    <a:pt x="5988526" y="2516763"/>
                  </a:lnTo>
                  <a:lnTo>
                    <a:pt x="6022884" y="2436194"/>
                  </a:lnTo>
                  <a:lnTo>
                    <a:pt x="6057531" y="2352171"/>
                  </a:lnTo>
                  <a:lnTo>
                    <a:pt x="6092476" y="2264989"/>
                  </a:lnTo>
                  <a:lnTo>
                    <a:pt x="6127711" y="2175008"/>
                  </a:lnTo>
                  <a:lnTo>
                    <a:pt x="6163206" y="2082651"/>
                  </a:lnTo>
                  <a:lnTo>
                    <a:pt x="6198919" y="1988396"/>
                  </a:lnTo>
                  <a:lnTo>
                    <a:pt x="6234795" y="1892766"/>
                  </a:lnTo>
                  <a:lnTo>
                    <a:pt x="6270769" y="1796318"/>
                  </a:lnTo>
                  <a:lnTo>
                    <a:pt x="6306773" y="1699628"/>
                  </a:lnTo>
                  <a:lnTo>
                    <a:pt x="6342736" y="1603280"/>
                  </a:lnTo>
                  <a:lnTo>
                    <a:pt x="6378588" y="1507847"/>
                  </a:lnTo>
                  <a:lnTo>
                    <a:pt x="6414268" y="1413882"/>
                  </a:lnTo>
                  <a:lnTo>
                    <a:pt x="6449721" y="1321901"/>
                  </a:lnTo>
                  <a:lnTo>
                    <a:pt x="6484907" y="1232372"/>
                  </a:lnTo>
                  <a:lnTo>
                    <a:pt x="6519801" y="1145708"/>
                  </a:lnTo>
                  <a:lnTo>
                    <a:pt x="6554397" y="1062259"/>
                  </a:lnTo>
                  <a:lnTo>
                    <a:pt x="6588709" y="982308"/>
                  </a:lnTo>
                  <a:lnTo>
                    <a:pt x="6622771" y="906069"/>
                  </a:lnTo>
                  <a:lnTo>
                    <a:pt x="6656645" y="833688"/>
                  </a:lnTo>
                  <a:lnTo>
                    <a:pt x="6690419" y="765247"/>
                  </a:lnTo>
                  <a:lnTo>
                    <a:pt x="6724206" y="700765"/>
                  </a:lnTo>
                  <a:lnTo>
                    <a:pt x="6758155" y="640205"/>
                  </a:lnTo>
                  <a:lnTo>
                    <a:pt x="6786527" y="592952"/>
                  </a:lnTo>
                  <a:lnTo>
                    <a:pt x="6833837" y="521138"/>
                  </a:lnTo>
                  <a:lnTo>
                    <a:pt x="6882674" y="456291"/>
                  </a:lnTo>
                  <a:lnTo>
                    <a:pt x="6933746" y="398082"/>
                  </a:lnTo>
                  <a:lnTo>
                    <a:pt x="6987845" y="345938"/>
                  </a:lnTo>
                  <a:lnTo>
                    <a:pt x="7045783" y="299204"/>
                  </a:lnTo>
                  <a:lnTo>
                    <a:pt x="7108332" y="257238"/>
                  </a:lnTo>
                  <a:lnTo>
                    <a:pt x="7176143" y="219466"/>
                  </a:lnTo>
                  <a:lnTo>
                    <a:pt x="7249643" y="185411"/>
                  </a:lnTo>
                  <a:lnTo>
                    <a:pt x="7328903" y="154713"/>
                  </a:lnTo>
                  <a:lnTo>
                    <a:pt x="7413468" y="127131"/>
                  </a:lnTo>
                  <a:lnTo>
                    <a:pt x="7502187" y="102545"/>
                  </a:lnTo>
                  <a:lnTo>
                    <a:pt x="7593070" y="80933"/>
                  </a:lnTo>
                  <a:lnTo>
                    <a:pt x="7683253" y="62347"/>
                  </a:lnTo>
                  <a:lnTo>
                    <a:pt x="7769150" y="46856"/>
                  </a:lnTo>
                  <a:lnTo>
                    <a:pt x="7846844" y="34487"/>
                  </a:lnTo>
                  <a:lnTo>
                    <a:pt x="7912703" y="25161"/>
                  </a:lnTo>
                  <a:lnTo>
                    <a:pt x="7964096" y="18646"/>
                  </a:lnTo>
                  <a:lnTo>
                    <a:pt x="7999993" y="14551"/>
                  </a:lnTo>
                  <a:lnTo>
                    <a:pt x="8021282" y="12357"/>
                  </a:lnTo>
                  <a:lnTo>
                    <a:pt x="8030742" y="11472"/>
                  </a:lnTo>
                  <a:lnTo>
                    <a:pt x="8032819" y="11294"/>
                  </a:lnTo>
                  <a:lnTo>
                    <a:pt x="8554953" y="11294"/>
                  </a:lnTo>
                  <a:lnTo>
                    <a:pt x="8554953" y="0"/>
                  </a:lnTo>
                  <a:lnTo>
                    <a:pt x="8032819" y="0"/>
                  </a:lnTo>
                  <a:lnTo>
                    <a:pt x="8031721" y="92"/>
                  </a:lnTo>
                  <a:lnTo>
                    <a:pt x="8024515" y="751"/>
                  </a:lnTo>
                  <a:lnTo>
                    <a:pt x="8006413" y="2573"/>
                  </a:lnTo>
                  <a:lnTo>
                    <a:pt x="7974209" y="6156"/>
                  </a:lnTo>
                  <a:lnTo>
                    <a:pt x="7926544" y="12044"/>
                  </a:lnTo>
                  <a:lnTo>
                    <a:pt x="7863998" y="20662"/>
                  </a:lnTo>
                  <a:lnTo>
                    <a:pt x="7788863" y="32281"/>
                  </a:lnTo>
                  <a:lnTo>
                    <a:pt x="7704593" y="47015"/>
                  </a:lnTo>
                  <a:lnTo>
                    <a:pt x="7615097" y="64858"/>
                  </a:lnTo>
                  <a:lnTo>
                    <a:pt x="7524089" y="85743"/>
                  </a:lnTo>
                  <a:lnTo>
                    <a:pt x="7434630" y="109611"/>
                  </a:lnTo>
                  <a:lnTo>
                    <a:pt x="7348923" y="136461"/>
                  </a:lnTo>
                  <a:lnTo>
                    <a:pt x="7268313" y="166387"/>
                  </a:lnTo>
                  <a:lnTo>
                    <a:pt x="7193408" y="199600"/>
                  </a:lnTo>
                  <a:lnTo>
                    <a:pt x="7124247" y="236433"/>
                  </a:lnTo>
                  <a:lnTo>
                    <a:pt x="7060478" y="277334"/>
                  </a:lnTo>
                  <a:lnTo>
                    <a:pt x="7001491" y="322857"/>
                  </a:lnTo>
                  <a:lnTo>
                    <a:pt x="6946537" y="373630"/>
                  </a:lnTo>
                  <a:lnTo>
                    <a:pt x="6894806" y="430313"/>
                  </a:lnTo>
                  <a:lnTo>
                    <a:pt x="6845497" y="493509"/>
                  </a:lnTo>
                  <a:lnTo>
                    <a:pt x="6797875" y="563628"/>
                  </a:lnTo>
                  <a:lnTo>
                    <a:pt x="6786527" y="581658"/>
                  </a:lnTo>
                  <a:lnTo>
                    <a:pt x="6752307" y="639033"/>
                  </a:lnTo>
                  <a:lnTo>
                    <a:pt x="6718398" y="700261"/>
                  </a:lnTo>
                  <a:lnTo>
                    <a:pt x="6684622" y="765422"/>
                  </a:lnTo>
                  <a:lnTo>
                    <a:pt x="6650839" y="834543"/>
                  </a:lnTo>
                  <a:lnTo>
                    <a:pt x="6616938" y="907594"/>
                  </a:lnTo>
                  <a:lnTo>
                    <a:pt x="6582836" y="984482"/>
                  </a:lnTo>
                  <a:lnTo>
                    <a:pt x="6548478" y="1065051"/>
                  </a:lnTo>
                  <a:lnTo>
                    <a:pt x="6513831" y="1149074"/>
                  </a:lnTo>
                  <a:lnTo>
                    <a:pt x="6478886" y="1236257"/>
                  </a:lnTo>
                  <a:lnTo>
                    <a:pt x="6443651" y="1326238"/>
                  </a:lnTo>
                  <a:lnTo>
                    <a:pt x="6408156" y="1418594"/>
                  </a:lnTo>
                  <a:lnTo>
                    <a:pt x="6372443" y="1512849"/>
                  </a:lnTo>
                  <a:lnTo>
                    <a:pt x="6336567" y="1608479"/>
                  </a:lnTo>
                  <a:lnTo>
                    <a:pt x="6300593" y="1704927"/>
                  </a:lnTo>
                  <a:lnTo>
                    <a:pt x="6264589" y="1801617"/>
                  </a:lnTo>
                  <a:lnTo>
                    <a:pt x="6228626" y="1897965"/>
                  </a:lnTo>
                  <a:lnTo>
                    <a:pt x="6192774" y="1993398"/>
                  </a:lnTo>
                  <a:lnTo>
                    <a:pt x="6157094" y="2087363"/>
                  </a:lnTo>
                  <a:lnTo>
                    <a:pt x="6121641" y="2179344"/>
                  </a:lnTo>
                  <a:lnTo>
                    <a:pt x="6086455" y="2268873"/>
                  </a:lnTo>
                  <a:lnTo>
                    <a:pt x="6051560" y="2355537"/>
                  </a:lnTo>
                  <a:lnTo>
                    <a:pt x="6016965" y="2438986"/>
                  </a:lnTo>
                  <a:lnTo>
                    <a:pt x="5982653" y="2518937"/>
                  </a:lnTo>
                  <a:lnTo>
                    <a:pt x="5948591" y="2595176"/>
                  </a:lnTo>
                  <a:lnTo>
                    <a:pt x="5914717" y="2667557"/>
                  </a:lnTo>
                  <a:lnTo>
                    <a:pt x="5880943" y="2735998"/>
                  </a:lnTo>
                  <a:lnTo>
                    <a:pt x="5847156" y="2800480"/>
                  </a:lnTo>
                  <a:lnTo>
                    <a:pt x="5813207" y="2861040"/>
                  </a:lnTo>
                  <a:lnTo>
                    <a:pt x="5784835" y="2908293"/>
                  </a:lnTo>
                  <a:lnTo>
                    <a:pt x="5737525" y="2980107"/>
                  </a:lnTo>
                  <a:lnTo>
                    <a:pt x="5688688" y="3044954"/>
                  </a:lnTo>
                  <a:lnTo>
                    <a:pt x="5637616" y="3103163"/>
                  </a:lnTo>
                  <a:lnTo>
                    <a:pt x="5583517" y="3155307"/>
                  </a:lnTo>
                  <a:lnTo>
                    <a:pt x="5525579" y="3202041"/>
                  </a:lnTo>
                  <a:lnTo>
                    <a:pt x="5463030" y="3244007"/>
                  </a:lnTo>
                  <a:lnTo>
                    <a:pt x="5395219" y="3281779"/>
                  </a:lnTo>
                  <a:lnTo>
                    <a:pt x="5321719" y="3315834"/>
                  </a:lnTo>
                  <a:lnTo>
                    <a:pt x="5242459" y="3346532"/>
                  </a:lnTo>
                  <a:lnTo>
                    <a:pt x="5157894" y="3374114"/>
                  </a:lnTo>
                  <a:lnTo>
                    <a:pt x="5069175" y="3398701"/>
                  </a:lnTo>
                  <a:lnTo>
                    <a:pt x="4978292" y="3420312"/>
                  </a:lnTo>
                  <a:lnTo>
                    <a:pt x="4888109" y="3438898"/>
                  </a:lnTo>
                  <a:lnTo>
                    <a:pt x="4802212" y="3454389"/>
                  </a:lnTo>
                  <a:lnTo>
                    <a:pt x="4724518" y="3466758"/>
                  </a:lnTo>
                  <a:lnTo>
                    <a:pt x="4658659" y="3476084"/>
                  </a:lnTo>
                  <a:lnTo>
                    <a:pt x="4607266" y="3482599"/>
                  </a:lnTo>
                  <a:lnTo>
                    <a:pt x="4571369" y="3486694"/>
                  </a:lnTo>
                  <a:lnTo>
                    <a:pt x="4550080" y="3488888"/>
                  </a:lnTo>
                  <a:lnTo>
                    <a:pt x="4540620" y="3489774"/>
                  </a:lnTo>
                  <a:lnTo>
                    <a:pt x="4538543" y="3489951"/>
                  </a:lnTo>
                  <a:lnTo>
                    <a:pt x="4016409" y="3489951"/>
                  </a:lnTo>
                  <a:lnTo>
                    <a:pt x="4015158" y="3489919"/>
                  </a:lnTo>
                  <a:lnTo>
                    <a:pt x="4006975" y="3489690"/>
                  </a:lnTo>
                  <a:lnTo>
                    <a:pt x="3986507" y="3489056"/>
                  </a:lnTo>
                  <a:lnTo>
                    <a:pt x="3950323" y="3487810"/>
                  </a:lnTo>
                  <a:lnTo>
                    <a:pt x="3897222" y="3485770"/>
                  </a:lnTo>
                  <a:lnTo>
                    <a:pt x="3828296" y="3482798"/>
                  </a:lnTo>
                  <a:lnTo>
                    <a:pt x="3746554" y="3478814"/>
                  </a:lnTo>
                  <a:lnTo>
                    <a:pt x="3656169" y="3473791"/>
                  </a:lnTo>
                  <a:lnTo>
                    <a:pt x="3561598" y="3467743"/>
                  </a:lnTo>
                  <a:lnTo>
                    <a:pt x="3466835" y="3460692"/>
                  </a:lnTo>
                  <a:lnTo>
                    <a:pt x="3374967" y="3452654"/>
                  </a:lnTo>
                  <a:lnTo>
                    <a:pt x="3288035" y="3443612"/>
                  </a:lnTo>
                  <a:lnTo>
                    <a:pt x="3207116" y="3433515"/>
                  </a:lnTo>
                  <a:lnTo>
                    <a:pt x="3132513" y="3422265"/>
                  </a:lnTo>
                  <a:lnTo>
                    <a:pt x="3063980" y="3409722"/>
                  </a:lnTo>
                  <a:lnTo>
                    <a:pt x="3000905" y="3395704"/>
                  </a:lnTo>
                  <a:lnTo>
                    <a:pt x="2942472" y="3380001"/>
                  </a:lnTo>
                  <a:lnTo>
                    <a:pt x="2887767" y="3362384"/>
                  </a:lnTo>
                  <a:lnTo>
                    <a:pt x="2835866" y="3342635"/>
                  </a:lnTo>
                  <a:lnTo>
                    <a:pt x="2785914" y="3320600"/>
                  </a:lnTo>
                  <a:lnTo>
                    <a:pt x="2770117" y="3313007"/>
                  </a:lnTo>
                  <a:lnTo>
                    <a:pt x="2721048" y="3287557"/>
                  </a:lnTo>
                  <a:lnTo>
                    <a:pt x="2672458" y="3259664"/>
                  </a:lnTo>
                  <a:lnTo>
                    <a:pt x="2623892" y="3229286"/>
                  </a:lnTo>
                  <a:lnTo>
                    <a:pt x="2575027" y="3196456"/>
                  </a:lnTo>
                  <a:lnTo>
                    <a:pt x="2525662" y="3161289"/>
                  </a:lnTo>
                  <a:lnTo>
                    <a:pt x="2475697" y="3123987"/>
                  </a:lnTo>
                  <a:lnTo>
                    <a:pt x="2425127" y="3084840"/>
                  </a:lnTo>
                  <a:lnTo>
                    <a:pt x="2374025" y="3044220"/>
                  </a:lnTo>
                  <a:lnTo>
                    <a:pt x="2322529" y="3002570"/>
                  </a:lnTo>
                  <a:lnTo>
                    <a:pt x="2270821" y="2960384"/>
                  </a:lnTo>
                  <a:lnTo>
                    <a:pt x="2219107" y="2918181"/>
                  </a:lnTo>
                  <a:lnTo>
                    <a:pt x="2167593" y="2876485"/>
                  </a:lnTo>
                  <a:lnTo>
                    <a:pt x="2116463" y="2835791"/>
                  </a:lnTo>
                  <a:lnTo>
                    <a:pt x="2065858" y="2796544"/>
                  </a:lnTo>
                  <a:lnTo>
                    <a:pt x="2015856" y="2759122"/>
                  </a:lnTo>
                  <a:lnTo>
                    <a:pt x="1966457" y="2723821"/>
                  </a:lnTo>
                  <a:lnTo>
                    <a:pt x="1917567" y="2690847"/>
                  </a:lnTo>
                  <a:lnTo>
                    <a:pt x="1868990" y="2660321"/>
                  </a:lnTo>
                  <a:lnTo>
                    <a:pt x="1820413" y="2632279"/>
                  </a:lnTo>
                  <a:lnTo>
                    <a:pt x="1771388" y="2606685"/>
                  </a:lnTo>
                  <a:lnTo>
                    <a:pt x="1768425" y="2605228"/>
                  </a:lnTo>
                  <a:lnTo>
                    <a:pt x="1718942" y="2582443"/>
                  </a:lnTo>
                  <a:lnTo>
                    <a:pt x="1667757" y="2561970"/>
                  </a:lnTo>
                  <a:lnTo>
                    <a:pt x="1614054" y="2543689"/>
                  </a:lnTo>
                  <a:lnTo>
                    <a:pt x="1556924" y="2527394"/>
                  </a:lnTo>
                  <a:lnTo>
                    <a:pt x="1495440" y="2512857"/>
                  </a:lnTo>
                  <a:lnTo>
                    <a:pt x="1428745" y="2499860"/>
                  </a:lnTo>
                  <a:lnTo>
                    <a:pt x="1356145" y="2488211"/>
                  </a:lnTo>
                  <a:lnTo>
                    <a:pt x="1277258" y="2477755"/>
                  </a:lnTo>
                  <a:lnTo>
                    <a:pt x="1192187" y="2468382"/>
                  </a:lnTo>
                  <a:lnTo>
                    <a:pt x="1101736" y="2460024"/>
                  </a:lnTo>
                  <a:lnTo>
                    <a:pt x="1007619" y="2452655"/>
                  </a:lnTo>
                  <a:lnTo>
                    <a:pt x="912587" y="2446281"/>
                  </a:lnTo>
                  <a:lnTo>
                    <a:pt x="820377" y="2440925"/>
                  </a:lnTo>
                  <a:lnTo>
                    <a:pt x="735364" y="2436607"/>
                  </a:lnTo>
                  <a:lnTo>
                    <a:pt x="661908" y="2433315"/>
                  </a:lnTo>
                  <a:lnTo>
                    <a:pt x="603486" y="2430987"/>
                  </a:lnTo>
                  <a:lnTo>
                    <a:pt x="561870" y="2429504"/>
                  </a:lnTo>
                  <a:lnTo>
                    <a:pt x="536612" y="2428694"/>
                  </a:lnTo>
                  <a:lnTo>
                    <a:pt x="524971" y="2428358"/>
                  </a:lnTo>
                  <a:lnTo>
                    <a:pt x="522133" y="2428283"/>
                  </a:lnTo>
                  <a:lnTo>
                    <a:pt x="0" y="2428283"/>
                  </a:lnTo>
                  <a:close/>
                </a:path>
              </a:pathLst>
            </a:custGeom>
            <a:solidFill>
              <a:srgbClr val="F28E5B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939" name="pl939"/>
            <p:cNvSpPr/>
            <p:nvPr/>
          </p:nvSpPr>
          <p:spPr>
            <a:xfrm>
              <a:off x="386606" y="1609083"/>
              <a:ext cx="8554953" cy="3489951"/>
            </a:xfrm>
            <a:custGeom>
              <a:avLst/>
              <a:pathLst>
                <a:path w="8554953" h="3489951">
                  <a:moveTo>
                    <a:pt x="0" y="2428283"/>
                  </a:moveTo>
                  <a:lnTo>
                    <a:pt x="522133" y="2428283"/>
                  </a:lnTo>
                  <a:lnTo>
                    <a:pt x="523384" y="2428315"/>
                  </a:lnTo>
                  <a:lnTo>
                    <a:pt x="531567" y="2428545"/>
                  </a:lnTo>
                  <a:lnTo>
                    <a:pt x="552035" y="2429179"/>
                  </a:lnTo>
                  <a:lnTo>
                    <a:pt x="588220" y="2430424"/>
                  </a:lnTo>
                  <a:lnTo>
                    <a:pt x="641321" y="2432464"/>
                  </a:lnTo>
                  <a:lnTo>
                    <a:pt x="710246" y="2435436"/>
                  </a:lnTo>
                  <a:lnTo>
                    <a:pt x="791989" y="2439421"/>
                  </a:lnTo>
                  <a:lnTo>
                    <a:pt x="882373" y="2444443"/>
                  </a:lnTo>
                  <a:lnTo>
                    <a:pt x="976944" y="2450492"/>
                  </a:lnTo>
                  <a:lnTo>
                    <a:pt x="1071707" y="2457542"/>
                  </a:lnTo>
                  <a:lnTo>
                    <a:pt x="1163575" y="2465581"/>
                  </a:lnTo>
                  <a:lnTo>
                    <a:pt x="1250507" y="2474622"/>
                  </a:lnTo>
                  <a:lnTo>
                    <a:pt x="1331427" y="2484719"/>
                  </a:lnTo>
                  <a:lnTo>
                    <a:pt x="1406029" y="2495969"/>
                  </a:lnTo>
                  <a:lnTo>
                    <a:pt x="1474563" y="2508513"/>
                  </a:lnTo>
                  <a:lnTo>
                    <a:pt x="1537637" y="2522530"/>
                  </a:lnTo>
                  <a:lnTo>
                    <a:pt x="1596070" y="2538233"/>
                  </a:lnTo>
                  <a:lnTo>
                    <a:pt x="1650775" y="2555851"/>
                  </a:lnTo>
                  <a:lnTo>
                    <a:pt x="1702676" y="2575599"/>
                  </a:lnTo>
                  <a:lnTo>
                    <a:pt x="1752628" y="2597634"/>
                  </a:lnTo>
                  <a:lnTo>
                    <a:pt x="1768425" y="2605228"/>
                  </a:lnTo>
                  <a:lnTo>
                    <a:pt x="1817494" y="2630677"/>
                  </a:lnTo>
                  <a:lnTo>
                    <a:pt x="1866084" y="2658571"/>
                  </a:lnTo>
                  <a:lnTo>
                    <a:pt x="1914650" y="2688948"/>
                  </a:lnTo>
                  <a:lnTo>
                    <a:pt x="1963515" y="2721778"/>
                  </a:lnTo>
                  <a:lnTo>
                    <a:pt x="2012880" y="2756945"/>
                  </a:lnTo>
                  <a:lnTo>
                    <a:pt x="2062845" y="2794247"/>
                  </a:lnTo>
                  <a:lnTo>
                    <a:pt x="2113415" y="2833395"/>
                  </a:lnTo>
                  <a:lnTo>
                    <a:pt x="2164517" y="2874014"/>
                  </a:lnTo>
                  <a:lnTo>
                    <a:pt x="2216013" y="2915664"/>
                  </a:lnTo>
                  <a:lnTo>
                    <a:pt x="2267721" y="2957851"/>
                  </a:lnTo>
                  <a:lnTo>
                    <a:pt x="2319435" y="3000053"/>
                  </a:lnTo>
                  <a:lnTo>
                    <a:pt x="2370950" y="3041749"/>
                  </a:lnTo>
                  <a:lnTo>
                    <a:pt x="2422079" y="3082444"/>
                  </a:lnTo>
                  <a:lnTo>
                    <a:pt x="2472684" y="3121690"/>
                  </a:lnTo>
                  <a:lnTo>
                    <a:pt x="2522686" y="3159112"/>
                  </a:lnTo>
                  <a:lnTo>
                    <a:pt x="2572086" y="3194414"/>
                  </a:lnTo>
                  <a:lnTo>
                    <a:pt x="2620975" y="3227387"/>
                  </a:lnTo>
                  <a:lnTo>
                    <a:pt x="2669552" y="3257914"/>
                  </a:lnTo>
                  <a:lnTo>
                    <a:pt x="2718129" y="3285956"/>
                  </a:lnTo>
                  <a:lnTo>
                    <a:pt x="2767154" y="3311549"/>
                  </a:lnTo>
                  <a:lnTo>
                    <a:pt x="2770117" y="3313007"/>
                  </a:lnTo>
                  <a:lnTo>
                    <a:pt x="2819600" y="3335792"/>
                  </a:lnTo>
                  <a:lnTo>
                    <a:pt x="2870785" y="3356264"/>
                  </a:lnTo>
                  <a:lnTo>
                    <a:pt x="2924488" y="3374546"/>
                  </a:lnTo>
                  <a:lnTo>
                    <a:pt x="2981618" y="3390841"/>
                  </a:lnTo>
                  <a:lnTo>
                    <a:pt x="3043102" y="3405377"/>
                  </a:lnTo>
                  <a:lnTo>
                    <a:pt x="3109798" y="3418374"/>
                  </a:lnTo>
                  <a:lnTo>
                    <a:pt x="3182397" y="3430023"/>
                  </a:lnTo>
                  <a:lnTo>
                    <a:pt x="3261284" y="3440479"/>
                  </a:lnTo>
                  <a:lnTo>
                    <a:pt x="3346355" y="3449852"/>
                  </a:lnTo>
                  <a:lnTo>
                    <a:pt x="3436806" y="3458211"/>
                  </a:lnTo>
                  <a:lnTo>
                    <a:pt x="3530924" y="3465580"/>
                  </a:lnTo>
                  <a:lnTo>
                    <a:pt x="3625955" y="3471954"/>
                  </a:lnTo>
                  <a:lnTo>
                    <a:pt x="3718165" y="3477309"/>
                  </a:lnTo>
                  <a:lnTo>
                    <a:pt x="3803178" y="3481627"/>
                  </a:lnTo>
                  <a:lnTo>
                    <a:pt x="3876634" y="3484920"/>
                  </a:lnTo>
                  <a:lnTo>
                    <a:pt x="3935056" y="3487248"/>
                  </a:lnTo>
                  <a:lnTo>
                    <a:pt x="3976672" y="3488731"/>
                  </a:lnTo>
                  <a:lnTo>
                    <a:pt x="4001930" y="3489540"/>
                  </a:lnTo>
                  <a:lnTo>
                    <a:pt x="4013572" y="3489877"/>
                  </a:lnTo>
                  <a:lnTo>
                    <a:pt x="4016366" y="3489950"/>
                  </a:lnTo>
                  <a:lnTo>
                    <a:pt x="4016409" y="3489951"/>
                  </a:lnTo>
                  <a:lnTo>
                    <a:pt x="4538543" y="3489951"/>
                  </a:lnTo>
                  <a:lnTo>
                    <a:pt x="4539641" y="3489859"/>
                  </a:lnTo>
                  <a:lnTo>
                    <a:pt x="4546847" y="3489200"/>
                  </a:lnTo>
                  <a:lnTo>
                    <a:pt x="4564949" y="3487378"/>
                  </a:lnTo>
                  <a:lnTo>
                    <a:pt x="4597153" y="3483794"/>
                  </a:lnTo>
                  <a:lnTo>
                    <a:pt x="4644818" y="3477907"/>
                  </a:lnTo>
                  <a:lnTo>
                    <a:pt x="4707364" y="3469289"/>
                  </a:lnTo>
                  <a:lnTo>
                    <a:pt x="4782499" y="3457670"/>
                  </a:lnTo>
                  <a:lnTo>
                    <a:pt x="4866769" y="3442936"/>
                  </a:lnTo>
                  <a:lnTo>
                    <a:pt x="4956265" y="3425093"/>
                  </a:lnTo>
                  <a:lnTo>
                    <a:pt x="5047273" y="3404208"/>
                  </a:lnTo>
                  <a:lnTo>
                    <a:pt x="5136732" y="3380340"/>
                  </a:lnTo>
                  <a:lnTo>
                    <a:pt x="5222439" y="3353490"/>
                  </a:lnTo>
                  <a:lnTo>
                    <a:pt x="5303049" y="3323564"/>
                  </a:lnTo>
                  <a:lnTo>
                    <a:pt x="5377954" y="3290350"/>
                  </a:lnTo>
                  <a:lnTo>
                    <a:pt x="5447114" y="3253517"/>
                  </a:lnTo>
                  <a:lnTo>
                    <a:pt x="5510884" y="3212616"/>
                  </a:lnTo>
                  <a:lnTo>
                    <a:pt x="5569871" y="3167094"/>
                  </a:lnTo>
                  <a:lnTo>
                    <a:pt x="5624825" y="3116321"/>
                  </a:lnTo>
                  <a:lnTo>
                    <a:pt x="5676556" y="3059638"/>
                  </a:lnTo>
                  <a:lnTo>
                    <a:pt x="5725865" y="2996441"/>
                  </a:lnTo>
                  <a:lnTo>
                    <a:pt x="5773487" y="2926323"/>
                  </a:lnTo>
                  <a:lnTo>
                    <a:pt x="5784835" y="2908293"/>
                  </a:lnTo>
                  <a:lnTo>
                    <a:pt x="5819055" y="2850918"/>
                  </a:lnTo>
                  <a:lnTo>
                    <a:pt x="5852964" y="2789689"/>
                  </a:lnTo>
                  <a:lnTo>
                    <a:pt x="5886740" y="2724528"/>
                  </a:lnTo>
                  <a:lnTo>
                    <a:pt x="5920523" y="2655408"/>
                  </a:lnTo>
                  <a:lnTo>
                    <a:pt x="5954424" y="2582357"/>
                  </a:lnTo>
                  <a:lnTo>
                    <a:pt x="5988526" y="2505468"/>
                  </a:lnTo>
                  <a:lnTo>
                    <a:pt x="6022884" y="2424900"/>
                  </a:lnTo>
                  <a:lnTo>
                    <a:pt x="6057531" y="2340877"/>
                  </a:lnTo>
                  <a:lnTo>
                    <a:pt x="6092476" y="2253694"/>
                  </a:lnTo>
                  <a:lnTo>
                    <a:pt x="6127711" y="2163713"/>
                  </a:lnTo>
                  <a:lnTo>
                    <a:pt x="6163206" y="2071356"/>
                  </a:lnTo>
                  <a:lnTo>
                    <a:pt x="6198919" y="1977102"/>
                  </a:lnTo>
                  <a:lnTo>
                    <a:pt x="6234795" y="1881472"/>
                  </a:lnTo>
                  <a:lnTo>
                    <a:pt x="6270769" y="1785024"/>
                  </a:lnTo>
                  <a:lnTo>
                    <a:pt x="6306773" y="1688334"/>
                  </a:lnTo>
                  <a:lnTo>
                    <a:pt x="6342736" y="1591985"/>
                  </a:lnTo>
                  <a:lnTo>
                    <a:pt x="6378588" y="1496553"/>
                  </a:lnTo>
                  <a:lnTo>
                    <a:pt x="6414268" y="1402588"/>
                  </a:lnTo>
                  <a:lnTo>
                    <a:pt x="6449721" y="1310606"/>
                  </a:lnTo>
                  <a:lnTo>
                    <a:pt x="6484907" y="1221077"/>
                  </a:lnTo>
                  <a:lnTo>
                    <a:pt x="6519801" y="1134414"/>
                  </a:lnTo>
                  <a:lnTo>
                    <a:pt x="6554397" y="1050965"/>
                  </a:lnTo>
                  <a:lnTo>
                    <a:pt x="6588709" y="971014"/>
                  </a:lnTo>
                  <a:lnTo>
                    <a:pt x="6622771" y="894775"/>
                  </a:lnTo>
                  <a:lnTo>
                    <a:pt x="6656645" y="822394"/>
                  </a:lnTo>
                  <a:lnTo>
                    <a:pt x="6690419" y="753953"/>
                  </a:lnTo>
                  <a:lnTo>
                    <a:pt x="6724206" y="689470"/>
                  </a:lnTo>
                  <a:lnTo>
                    <a:pt x="6758155" y="628910"/>
                  </a:lnTo>
                  <a:lnTo>
                    <a:pt x="6786527" y="581658"/>
                  </a:lnTo>
                  <a:lnTo>
                    <a:pt x="6833837" y="509844"/>
                  </a:lnTo>
                  <a:lnTo>
                    <a:pt x="6882674" y="444997"/>
                  </a:lnTo>
                  <a:lnTo>
                    <a:pt x="6933746" y="386788"/>
                  </a:lnTo>
                  <a:lnTo>
                    <a:pt x="6987845" y="334644"/>
                  </a:lnTo>
                  <a:lnTo>
                    <a:pt x="7045783" y="287910"/>
                  </a:lnTo>
                  <a:lnTo>
                    <a:pt x="7108332" y="245944"/>
                  </a:lnTo>
                  <a:lnTo>
                    <a:pt x="7176143" y="208172"/>
                  </a:lnTo>
                  <a:lnTo>
                    <a:pt x="7249643" y="174117"/>
                  </a:lnTo>
                  <a:lnTo>
                    <a:pt x="7328903" y="143419"/>
                  </a:lnTo>
                  <a:lnTo>
                    <a:pt x="7413468" y="115837"/>
                  </a:lnTo>
                  <a:lnTo>
                    <a:pt x="7502187" y="91250"/>
                  </a:lnTo>
                  <a:lnTo>
                    <a:pt x="7593070" y="69639"/>
                  </a:lnTo>
                  <a:lnTo>
                    <a:pt x="7683253" y="51052"/>
                  </a:lnTo>
                  <a:lnTo>
                    <a:pt x="7769150" y="35562"/>
                  </a:lnTo>
                  <a:lnTo>
                    <a:pt x="7846844" y="23193"/>
                  </a:lnTo>
                  <a:lnTo>
                    <a:pt x="7912703" y="13867"/>
                  </a:lnTo>
                  <a:lnTo>
                    <a:pt x="7964096" y="7352"/>
                  </a:lnTo>
                  <a:lnTo>
                    <a:pt x="7999993" y="3257"/>
                  </a:lnTo>
                  <a:lnTo>
                    <a:pt x="8021282" y="1062"/>
                  </a:lnTo>
                  <a:lnTo>
                    <a:pt x="8030742" y="177"/>
                  </a:lnTo>
                  <a:lnTo>
                    <a:pt x="8032803" y="1"/>
                  </a:lnTo>
                  <a:lnTo>
                    <a:pt x="8032819" y="0"/>
                  </a:lnTo>
                  <a:lnTo>
                    <a:pt x="8554953" y="0"/>
                  </a:lnTo>
                  <a:lnTo>
                    <a:pt x="8554953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940" name="pl940"/>
            <p:cNvSpPr/>
            <p:nvPr/>
          </p:nvSpPr>
          <p:spPr>
            <a:xfrm>
              <a:off x="386606" y="1597788"/>
              <a:ext cx="8554953" cy="3489951"/>
            </a:xfrm>
            <a:custGeom>
              <a:avLst/>
              <a:pathLst>
                <a:path w="8554953" h="3489951">
                  <a:moveTo>
                    <a:pt x="8554953" y="0"/>
                  </a:moveTo>
                  <a:lnTo>
                    <a:pt x="8032819" y="0"/>
                  </a:lnTo>
                  <a:lnTo>
                    <a:pt x="8031721" y="92"/>
                  </a:lnTo>
                  <a:lnTo>
                    <a:pt x="8024515" y="751"/>
                  </a:lnTo>
                  <a:lnTo>
                    <a:pt x="8006413" y="2573"/>
                  </a:lnTo>
                  <a:lnTo>
                    <a:pt x="7974209" y="6156"/>
                  </a:lnTo>
                  <a:lnTo>
                    <a:pt x="7926544" y="12044"/>
                  </a:lnTo>
                  <a:lnTo>
                    <a:pt x="7863998" y="20662"/>
                  </a:lnTo>
                  <a:lnTo>
                    <a:pt x="7788863" y="32281"/>
                  </a:lnTo>
                  <a:lnTo>
                    <a:pt x="7704593" y="47015"/>
                  </a:lnTo>
                  <a:lnTo>
                    <a:pt x="7615097" y="64858"/>
                  </a:lnTo>
                  <a:lnTo>
                    <a:pt x="7524089" y="85743"/>
                  </a:lnTo>
                  <a:lnTo>
                    <a:pt x="7434630" y="109611"/>
                  </a:lnTo>
                  <a:lnTo>
                    <a:pt x="7348923" y="136461"/>
                  </a:lnTo>
                  <a:lnTo>
                    <a:pt x="7268313" y="166387"/>
                  </a:lnTo>
                  <a:lnTo>
                    <a:pt x="7193408" y="199600"/>
                  </a:lnTo>
                  <a:lnTo>
                    <a:pt x="7124247" y="236433"/>
                  </a:lnTo>
                  <a:lnTo>
                    <a:pt x="7060478" y="277334"/>
                  </a:lnTo>
                  <a:lnTo>
                    <a:pt x="7001491" y="322857"/>
                  </a:lnTo>
                  <a:lnTo>
                    <a:pt x="6946537" y="373630"/>
                  </a:lnTo>
                  <a:lnTo>
                    <a:pt x="6894806" y="430313"/>
                  </a:lnTo>
                  <a:lnTo>
                    <a:pt x="6845497" y="493509"/>
                  </a:lnTo>
                  <a:lnTo>
                    <a:pt x="6797875" y="563628"/>
                  </a:lnTo>
                  <a:lnTo>
                    <a:pt x="6786527" y="581658"/>
                  </a:lnTo>
                  <a:lnTo>
                    <a:pt x="6752307" y="639033"/>
                  </a:lnTo>
                  <a:lnTo>
                    <a:pt x="6718398" y="700261"/>
                  </a:lnTo>
                  <a:lnTo>
                    <a:pt x="6684622" y="765422"/>
                  </a:lnTo>
                  <a:lnTo>
                    <a:pt x="6650839" y="834543"/>
                  </a:lnTo>
                  <a:lnTo>
                    <a:pt x="6616938" y="907594"/>
                  </a:lnTo>
                  <a:lnTo>
                    <a:pt x="6582836" y="984482"/>
                  </a:lnTo>
                  <a:lnTo>
                    <a:pt x="6548478" y="1065051"/>
                  </a:lnTo>
                  <a:lnTo>
                    <a:pt x="6513831" y="1149074"/>
                  </a:lnTo>
                  <a:lnTo>
                    <a:pt x="6478886" y="1236257"/>
                  </a:lnTo>
                  <a:lnTo>
                    <a:pt x="6443651" y="1326238"/>
                  </a:lnTo>
                  <a:lnTo>
                    <a:pt x="6408156" y="1418594"/>
                  </a:lnTo>
                  <a:lnTo>
                    <a:pt x="6372443" y="1512849"/>
                  </a:lnTo>
                  <a:lnTo>
                    <a:pt x="6336567" y="1608479"/>
                  </a:lnTo>
                  <a:lnTo>
                    <a:pt x="6300593" y="1704927"/>
                  </a:lnTo>
                  <a:lnTo>
                    <a:pt x="6264589" y="1801617"/>
                  </a:lnTo>
                  <a:lnTo>
                    <a:pt x="6228626" y="1897965"/>
                  </a:lnTo>
                  <a:lnTo>
                    <a:pt x="6192774" y="1993398"/>
                  </a:lnTo>
                  <a:lnTo>
                    <a:pt x="6157094" y="2087363"/>
                  </a:lnTo>
                  <a:lnTo>
                    <a:pt x="6121641" y="2179344"/>
                  </a:lnTo>
                  <a:lnTo>
                    <a:pt x="6086455" y="2268873"/>
                  </a:lnTo>
                  <a:lnTo>
                    <a:pt x="6051560" y="2355537"/>
                  </a:lnTo>
                  <a:lnTo>
                    <a:pt x="6016965" y="2438986"/>
                  </a:lnTo>
                  <a:lnTo>
                    <a:pt x="5982653" y="2518937"/>
                  </a:lnTo>
                  <a:lnTo>
                    <a:pt x="5948591" y="2595176"/>
                  </a:lnTo>
                  <a:lnTo>
                    <a:pt x="5914717" y="2667557"/>
                  </a:lnTo>
                  <a:lnTo>
                    <a:pt x="5880943" y="2735998"/>
                  </a:lnTo>
                  <a:lnTo>
                    <a:pt x="5847156" y="2800480"/>
                  </a:lnTo>
                  <a:lnTo>
                    <a:pt x="5813207" y="2861040"/>
                  </a:lnTo>
                  <a:lnTo>
                    <a:pt x="5784835" y="2908293"/>
                  </a:lnTo>
                  <a:lnTo>
                    <a:pt x="5737525" y="2980107"/>
                  </a:lnTo>
                  <a:lnTo>
                    <a:pt x="5688688" y="3044954"/>
                  </a:lnTo>
                  <a:lnTo>
                    <a:pt x="5637616" y="3103163"/>
                  </a:lnTo>
                  <a:lnTo>
                    <a:pt x="5583517" y="3155307"/>
                  </a:lnTo>
                  <a:lnTo>
                    <a:pt x="5525579" y="3202041"/>
                  </a:lnTo>
                  <a:lnTo>
                    <a:pt x="5463030" y="3244007"/>
                  </a:lnTo>
                  <a:lnTo>
                    <a:pt x="5395219" y="3281779"/>
                  </a:lnTo>
                  <a:lnTo>
                    <a:pt x="5321719" y="3315834"/>
                  </a:lnTo>
                  <a:lnTo>
                    <a:pt x="5242459" y="3346532"/>
                  </a:lnTo>
                  <a:lnTo>
                    <a:pt x="5157894" y="3374114"/>
                  </a:lnTo>
                  <a:lnTo>
                    <a:pt x="5069175" y="3398701"/>
                  </a:lnTo>
                  <a:lnTo>
                    <a:pt x="4978292" y="3420312"/>
                  </a:lnTo>
                  <a:lnTo>
                    <a:pt x="4888109" y="3438898"/>
                  </a:lnTo>
                  <a:lnTo>
                    <a:pt x="4802212" y="3454389"/>
                  </a:lnTo>
                  <a:lnTo>
                    <a:pt x="4724518" y="3466758"/>
                  </a:lnTo>
                  <a:lnTo>
                    <a:pt x="4658659" y="3476084"/>
                  </a:lnTo>
                  <a:lnTo>
                    <a:pt x="4607266" y="3482599"/>
                  </a:lnTo>
                  <a:lnTo>
                    <a:pt x="4571369" y="3486694"/>
                  </a:lnTo>
                  <a:lnTo>
                    <a:pt x="4550080" y="3488888"/>
                  </a:lnTo>
                  <a:lnTo>
                    <a:pt x="4540620" y="3489774"/>
                  </a:lnTo>
                  <a:lnTo>
                    <a:pt x="4538559" y="3489950"/>
                  </a:lnTo>
                  <a:lnTo>
                    <a:pt x="4538543" y="3489951"/>
                  </a:lnTo>
                  <a:lnTo>
                    <a:pt x="4016409" y="3489951"/>
                  </a:lnTo>
                  <a:lnTo>
                    <a:pt x="4015158" y="3489919"/>
                  </a:lnTo>
                  <a:lnTo>
                    <a:pt x="4006975" y="3489690"/>
                  </a:lnTo>
                  <a:lnTo>
                    <a:pt x="3986507" y="3489056"/>
                  </a:lnTo>
                  <a:lnTo>
                    <a:pt x="3950323" y="3487810"/>
                  </a:lnTo>
                  <a:lnTo>
                    <a:pt x="3897222" y="3485770"/>
                  </a:lnTo>
                  <a:lnTo>
                    <a:pt x="3828296" y="3482798"/>
                  </a:lnTo>
                  <a:lnTo>
                    <a:pt x="3746554" y="3478814"/>
                  </a:lnTo>
                  <a:lnTo>
                    <a:pt x="3656169" y="3473791"/>
                  </a:lnTo>
                  <a:lnTo>
                    <a:pt x="3561598" y="3467743"/>
                  </a:lnTo>
                  <a:lnTo>
                    <a:pt x="3466835" y="3460692"/>
                  </a:lnTo>
                  <a:lnTo>
                    <a:pt x="3374967" y="3452654"/>
                  </a:lnTo>
                  <a:lnTo>
                    <a:pt x="3288035" y="3443612"/>
                  </a:lnTo>
                  <a:lnTo>
                    <a:pt x="3207116" y="3433515"/>
                  </a:lnTo>
                  <a:lnTo>
                    <a:pt x="3132513" y="3422265"/>
                  </a:lnTo>
                  <a:lnTo>
                    <a:pt x="3063980" y="3409722"/>
                  </a:lnTo>
                  <a:lnTo>
                    <a:pt x="3000905" y="3395704"/>
                  </a:lnTo>
                  <a:lnTo>
                    <a:pt x="2942472" y="3380001"/>
                  </a:lnTo>
                  <a:lnTo>
                    <a:pt x="2887767" y="3362384"/>
                  </a:lnTo>
                  <a:lnTo>
                    <a:pt x="2835866" y="3342635"/>
                  </a:lnTo>
                  <a:lnTo>
                    <a:pt x="2785914" y="3320600"/>
                  </a:lnTo>
                  <a:lnTo>
                    <a:pt x="2770117" y="3313007"/>
                  </a:lnTo>
                  <a:lnTo>
                    <a:pt x="2721048" y="3287557"/>
                  </a:lnTo>
                  <a:lnTo>
                    <a:pt x="2672458" y="3259664"/>
                  </a:lnTo>
                  <a:lnTo>
                    <a:pt x="2623892" y="3229286"/>
                  </a:lnTo>
                  <a:lnTo>
                    <a:pt x="2575027" y="3196456"/>
                  </a:lnTo>
                  <a:lnTo>
                    <a:pt x="2525662" y="3161289"/>
                  </a:lnTo>
                  <a:lnTo>
                    <a:pt x="2475697" y="3123987"/>
                  </a:lnTo>
                  <a:lnTo>
                    <a:pt x="2425127" y="3084840"/>
                  </a:lnTo>
                  <a:lnTo>
                    <a:pt x="2374025" y="3044220"/>
                  </a:lnTo>
                  <a:lnTo>
                    <a:pt x="2322529" y="3002570"/>
                  </a:lnTo>
                  <a:lnTo>
                    <a:pt x="2270821" y="2960384"/>
                  </a:lnTo>
                  <a:lnTo>
                    <a:pt x="2219107" y="2918181"/>
                  </a:lnTo>
                  <a:lnTo>
                    <a:pt x="2167593" y="2876485"/>
                  </a:lnTo>
                  <a:lnTo>
                    <a:pt x="2116463" y="2835791"/>
                  </a:lnTo>
                  <a:lnTo>
                    <a:pt x="2065858" y="2796544"/>
                  </a:lnTo>
                  <a:lnTo>
                    <a:pt x="2015856" y="2759122"/>
                  </a:lnTo>
                  <a:lnTo>
                    <a:pt x="1966457" y="2723821"/>
                  </a:lnTo>
                  <a:lnTo>
                    <a:pt x="1917567" y="2690847"/>
                  </a:lnTo>
                  <a:lnTo>
                    <a:pt x="1868990" y="2660321"/>
                  </a:lnTo>
                  <a:lnTo>
                    <a:pt x="1820413" y="2632279"/>
                  </a:lnTo>
                  <a:lnTo>
                    <a:pt x="1771388" y="2606685"/>
                  </a:lnTo>
                  <a:lnTo>
                    <a:pt x="1768425" y="2605228"/>
                  </a:lnTo>
                  <a:lnTo>
                    <a:pt x="1718942" y="2582443"/>
                  </a:lnTo>
                  <a:lnTo>
                    <a:pt x="1667757" y="2561970"/>
                  </a:lnTo>
                  <a:lnTo>
                    <a:pt x="1614054" y="2543689"/>
                  </a:lnTo>
                  <a:lnTo>
                    <a:pt x="1556924" y="2527394"/>
                  </a:lnTo>
                  <a:lnTo>
                    <a:pt x="1495440" y="2512857"/>
                  </a:lnTo>
                  <a:lnTo>
                    <a:pt x="1428745" y="2499860"/>
                  </a:lnTo>
                  <a:lnTo>
                    <a:pt x="1356145" y="2488211"/>
                  </a:lnTo>
                  <a:lnTo>
                    <a:pt x="1277258" y="2477755"/>
                  </a:lnTo>
                  <a:lnTo>
                    <a:pt x="1192187" y="2468382"/>
                  </a:lnTo>
                  <a:lnTo>
                    <a:pt x="1101736" y="2460024"/>
                  </a:lnTo>
                  <a:lnTo>
                    <a:pt x="1007619" y="2452655"/>
                  </a:lnTo>
                  <a:lnTo>
                    <a:pt x="912587" y="2446281"/>
                  </a:lnTo>
                  <a:lnTo>
                    <a:pt x="820377" y="2440925"/>
                  </a:lnTo>
                  <a:lnTo>
                    <a:pt x="735364" y="2436607"/>
                  </a:lnTo>
                  <a:lnTo>
                    <a:pt x="661908" y="2433315"/>
                  </a:lnTo>
                  <a:lnTo>
                    <a:pt x="603486" y="2430987"/>
                  </a:lnTo>
                  <a:lnTo>
                    <a:pt x="561870" y="2429504"/>
                  </a:lnTo>
                  <a:lnTo>
                    <a:pt x="536612" y="2428694"/>
                  </a:lnTo>
                  <a:lnTo>
                    <a:pt x="524971" y="2428358"/>
                  </a:lnTo>
                  <a:lnTo>
                    <a:pt x="522176" y="2428284"/>
                  </a:lnTo>
                  <a:lnTo>
                    <a:pt x="522133" y="2428283"/>
                  </a:lnTo>
                  <a:lnTo>
                    <a:pt x="0" y="2428283"/>
                  </a:lnTo>
                  <a:lnTo>
                    <a:pt x="0" y="2428283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941" name="pg941"/>
            <p:cNvSpPr/>
            <p:nvPr/>
          </p:nvSpPr>
          <p:spPr>
            <a:xfrm>
              <a:off x="386606" y="1784145"/>
              <a:ext cx="8554953" cy="3326183"/>
            </a:xfrm>
            <a:custGeom>
              <a:avLst/>
              <a:pathLst>
                <a:path w="8554953" h="3326183">
                  <a:moveTo>
                    <a:pt x="0" y="2258868"/>
                  </a:moveTo>
                  <a:lnTo>
                    <a:pt x="522133" y="2258868"/>
                  </a:lnTo>
                  <a:lnTo>
                    <a:pt x="523384" y="2258900"/>
                  </a:lnTo>
                  <a:lnTo>
                    <a:pt x="531566" y="2259131"/>
                  </a:lnTo>
                  <a:lnTo>
                    <a:pt x="552031" y="2259768"/>
                  </a:lnTo>
                  <a:lnTo>
                    <a:pt x="588210" y="2261020"/>
                  </a:lnTo>
                  <a:lnTo>
                    <a:pt x="641304" y="2263070"/>
                  </a:lnTo>
                  <a:lnTo>
                    <a:pt x="710222" y="2266058"/>
                  </a:lnTo>
                  <a:lnTo>
                    <a:pt x="791957" y="2270063"/>
                  </a:lnTo>
                  <a:lnTo>
                    <a:pt x="882334" y="2275111"/>
                  </a:lnTo>
                  <a:lnTo>
                    <a:pt x="976899" y="2281192"/>
                  </a:lnTo>
                  <a:lnTo>
                    <a:pt x="1071658" y="2288279"/>
                  </a:lnTo>
                  <a:lnTo>
                    <a:pt x="1163523" y="2296359"/>
                  </a:lnTo>
                  <a:lnTo>
                    <a:pt x="1250454" y="2305447"/>
                  </a:lnTo>
                  <a:lnTo>
                    <a:pt x="1331373" y="2315597"/>
                  </a:lnTo>
                  <a:lnTo>
                    <a:pt x="1405976" y="2326905"/>
                  </a:lnTo>
                  <a:lnTo>
                    <a:pt x="1474511" y="2339514"/>
                  </a:lnTo>
                  <a:lnTo>
                    <a:pt x="1537586" y="2353604"/>
                  </a:lnTo>
                  <a:lnTo>
                    <a:pt x="1596019" y="2369388"/>
                  </a:lnTo>
                  <a:lnTo>
                    <a:pt x="1650725" y="2387096"/>
                  </a:lnTo>
                  <a:lnTo>
                    <a:pt x="1702625" y="2406946"/>
                  </a:lnTo>
                  <a:lnTo>
                    <a:pt x="1752576" y="2429095"/>
                  </a:lnTo>
                  <a:lnTo>
                    <a:pt x="1768425" y="2436754"/>
                  </a:lnTo>
                  <a:lnTo>
                    <a:pt x="1817451" y="2462315"/>
                  </a:lnTo>
                  <a:lnTo>
                    <a:pt x="1865998" y="2490329"/>
                  </a:lnTo>
                  <a:lnTo>
                    <a:pt x="1914521" y="2520835"/>
                  </a:lnTo>
                  <a:lnTo>
                    <a:pt x="1963341" y="2553803"/>
                  </a:lnTo>
                  <a:lnTo>
                    <a:pt x="2012660" y="2589117"/>
                  </a:lnTo>
                  <a:lnTo>
                    <a:pt x="2062578" y="2626574"/>
                  </a:lnTo>
                  <a:lnTo>
                    <a:pt x="2113100" y="2665885"/>
                  </a:lnTo>
                  <a:lnTo>
                    <a:pt x="2164153" y="2706676"/>
                  </a:lnTo>
                  <a:lnTo>
                    <a:pt x="2215601" y="2748505"/>
                  </a:lnTo>
                  <a:lnTo>
                    <a:pt x="2267263" y="2790876"/>
                  </a:lnTo>
                  <a:lnTo>
                    <a:pt x="2318932" y="2833267"/>
                  </a:lnTo>
                  <a:lnTo>
                    <a:pt x="2370404" y="2875156"/>
                  </a:lnTo>
                  <a:lnTo>
                    <a:pt x="2421493" y="2916044"/>
                  </a:lnTo>
                  <a:lnTo>
                    <a:pt x="2472060" y="2955485"/>
                  </a:lnTo>
                  <a:lnTo>
                    <a:pt x="2522026" y="2993098"/>
                  </a:lnTo>
                  <a:lnTo>
                    <a:pt x="2571389" y="3028586"/>
                  </a:lnTo>
                  <a:lnTo>
                    <a:pt x="2620242" y="3061742"/>
                  </a:lnTo>
                  <a:lnTo>
                    <a:pt x="2668778" y="3092442"/>
                  </a:lnTo>
                  <a:lnTo>
                    <a:pt x="2717309" y="3120648"/>
                  </a:lnTo>
                  <a:lnTo>
                    <a:pt x="2766278" y="3146397"/>
                  </a:lnTo>
                  <a:lnTo>
                    <a:pt x="2770117" y="3148297"/>
                  </a:lnTo>
                  <a:lnTo>
                    <a:pt x="2819597" y="3171202"/>
                  </a:lnTo>
                  <a:lnTo>
                    <a:pt x="2870780" y="3191783"/>
                  </a:lnTo>
                  <a:lnTo>
                    <a:pt x="2924479" y="3210161"/>
                  </a:lnTo>
                  <a:lnTo>
                    <a:pt x="2981606" y="3226542"/>
                  </a:lnTo>
                  <a:lnTo>
                    <a:pt x="3043085" y="3241155"/>
                  </a:lnTo>
                  <a:lnTo>
                    <a:pt x="3109776" y="3254221"/>
                  </a:lnTo>
                  <a:lnTo>
                    <a:pt x="3182369" y="3265932"/>
                  </a:lnTo>
                  <a:lnTo>
                    <a:pt x="3261249" y="3276444"/>
                  </a:lnTo>
                  <a:lnTo>
                    <a:pt x="3346313" y="3285867"/>
                  </a:lnTo>
                  <a:lnTo>
                    <a:pt x="3436757" y="3294270"/>
                  </a:lnTo>
                  <a:lnTo>
                    <a:pt x="3530868" y="3301678"/>
                  </a:lnTo>
                  <a:lnTo>
                    <a:pt x="3625895" y="3308086"/>
                  </a:lnTo>
                  <a:lnTo>
                    <a:pt x="3718104" y="3313471"/>
                  </a:lnTo>
                  <a:lnTo>
                    <a:pt x="3803119" y="3317812"/>
                  </a:lnTo>
                  <a:lnTo>
                    <a:pt x="3876582" y="3321123"/>
                  </a:lnTo>
                  <a:lnTo>
                    <a:pt x="3935014" y="3323464"/>
                  </a:lnTo>
                  <a:lnTo>
                    <a:pt x="3976642" y="3324955"/>
                  </a:lnTo>
                  <a:lnTo>
                    <a:pt x="4001913" y="3325769"/>
                  </a:lnTo>
                  <a:lnTo>
                    <a:pt x="4013565" y="3326108"/>
                  </a:lnTo>
                  <a:lnTo>
                    <a:pt x="4016409" y="3326183"/>
                  </a:lnTo>
                  <a:lnTo>
                    <a:pt x="4538543" y="3326183"/>
                  </a:lnTo>
                  <a:lnTo>
                    <a:pt x="4539655" y="3326094"/>
                  </a:lnTo>
                  <a:lnTo>
                    <a:pt x="4546950" y="3325459"/>
                  </a:lnTo>
                  <a:lnTo>
                    <a:pt x="4565269" y="3323703"/>
                  </a:lnTo>
                  <a:lnTo>
                    <a:pt x="4597838" y="3320249"/>
                  </a:lnTo>
                  <a:lnTo>
                    <a:pt x="4646006" y="3314576"/>
                  </a:lnTo>
                  <a:lnTo>
                    <a:pt x="4709149" y="3306276"/>
                  </a:lnTo>
                  <a:lnTo>
                    <a:pt x="4784911" y="3295092"/>
                  </a:lnTo>
                  <a:lnTo>
                    <a:pt x="4869771" y="3280917"/>
                  </a:lnTo>
                  <a:lnTo>
                    <a:pt x="4959766" y="3263761"/>
                  </a:lnTo>
                  <a:lnTo>
                    <a:pt x="5051154" y="3243687"/>
                  </a:lnTo>
                  <a:lnTo>
                    <a:pt x="5140867" y="3220753"/>
                  </a:lnTo>
                  <a:lnTo>
                    <a:pt x="5226713" y="3194956"/>
                  </a:lnTo>
                  <a:lnTo>
                    <a:pt x="5307370" y="3166199"/>
                  </a:lnTo>
                  <a:lnTo>
                    <a:pt x="5382260" y="3134272"/>
                  </a:lnTo>
                  <a:lnTo>
                    <a:pt x="5451366" y="3098849"/>
                  </a:lnTo>
                  <a:lnTo>
                    <a:pt x="5515070" y="3059491"/>
                  </a:lnTo>
                  <a:lnTo>
                    <a:pt x="5573997" y="3015659"/>
                  </a:lnTo>
                  <a:lnTo>
                    <a:pt x="5628916" y="2966742"/>
                  </a:lnTo>
                  <a:lnTo>
                    <a:pt x="5680647" y="2912106"/>
                  </a:lnTo>
                  <a:lnTo>
                    <a:pt x="5729999" y="2851179"/>
                  </a:lnTo>
                  <a:lnTo>
                    <a:pt x="5777707" y="2783591"/>
                  </a:lnTo>
                  <a:lnTo>
                    <a:pt x="5784835" y="2772761"/>
                  </a:lnTo>
                  <a:lnTo>
                    <a:pt x="5819771" y="2716983"/>
                  </a:lnTo>
                  <a:lnTo>
                    <a:pt x="5854387" y="2657381"/>
                  </a:lnTo>
                  <a:lnTo>
                    <a:pt x="5888871" y="2593877"/>
                  </a:lnTo>
                  <a:lnTo>
                    <a:pt x="5923370" y="2526445"/>
                  </a:lnTo>
                  <a:lnTo>
                    <a:pt x="5958001" y="2455120"/>
                  </a:lnTo>
                  <a:lnTo>
                    <a:pt x="5992848" y="2380002"/>
                  </a:lnTo>
                  <a:lnTo>
                    <a:pt x="6027968" y="2301259"/>
                  </a:lnTo>
                  <a:lnTo>
                    <a:pt x="6063392" y="2219128"/>
                  </a:lnTo>
                  <a:lnTo>
                    <a:pt x="6099127" y="2133919"/>
                  </a:lnTo>
                  <a:lnTo>
                    <a:pt x="6135159" y="2046009"/>
                  </a:lnTo>
                  <a:lnTo>
                    <a:pt x="6171454" y="1955839"/>
                  </a:lnTo>
                  <a:lnTo>
                    <a:pt x="6207964" y="1863902"/>
                  </a:lnTo>
                  <a:lnTo>
                    <a:pt x="6244628" y="1770738"/>
                  </a:lnTo>
                  <a:lnTo>
                    <a:pt x="6281376" y="1676918"/>
                  </a:lnTo>
                  <a:lnTo>
                    <a:pt x="6318132" y="1583028"/>
                  </a:lnTo>
                  <a:lnTo>
                    <a:pt x="6354822" y="1489659"/>
                  </a:lnTo>
                  <a:lnTo>
                    <a:pt x="6391374" y="1397385"/>
                  </a:lnTo>
                  <a:lnTo>
                    <a:pt x="6427724" y="1306755"/>
                  </a:lnTo>
                  <a:lnTo>
                    <a:pt x="6463821" y="1218274"/>
                  </a:lnTo>
                  <a:lnTo>
                    <a:pt x="6499628" y="1132396"/>
                  </a:lnTo>
                  <a:lnTo>
                    <a:pt x="6535125" y="1049514"/>
                  </a:lnTo>
                  <a:lnTo>
                    <a:pt x="6570314" y="969953"/>
                  </a:lnTo>
                  <a:lnTo>
                    <a:pt x="6605221" y="893968"/>
                  </a:lnTo>
                  <a:lnTo>
                    <a:pt x="6639896" y="821744"/>
                  </a:lnTo>
                  <a:lnTo>
                    <a:pt x="6674417" y="753395"/>
                  </a:lnTo>
                  <a:lnTo>
                    <a:pt x="6708892" y="688970"/>
                  </a:lnTo>
                  <a:lnTo>
                    <a:pt x="6743462" y="628460"/>
                  </a:lnTo>
                  <a:lnTo>
                    <a:pt x="6778305" y="571796"/>
                  </a:lnTo>
                  <a:lnTo>
                    <a:pt x="6786527" y="559069"/>
                  </a:lnTo>
                  <a:lnTo>
                    <a:pt x="6834042" y="490463"/>
                  </a:lnTo>
                  <a:lnTo>
                    <a:pt x="6883101" y="428542"/>
                  </a:lnTo>
                  <a:lnTo>
                    <a:pt x="6934420" y="372986"/>
                  </a:lnTo>
                  <a:lnTo>
                    <a:pt x="6988802" y="323243"/>
                  </a:lnTo>
                  <a:lnTo>
                    <a:pt x="7047071" y="278681"/>
                  </a:lnTo>
                  <a:lnTo>
                    <a:pt x="7110006" y="238681"/>
                  </a:lnTo>
                  <a:lnTo>
                    <a:pt x="7178261" y="202693"/>
                  </a:lnTo>
                  <a:lnTo>
                    <a:pt x="7252263" y="170260"/>
                  </a:lnTo>
                  <a:lnTo>
                    <a:pt x="7332068" y="141039"/>
                  </a:lnTo>
                  <a:lnTo>
                    <a:pt x="7417192" y="114801"/>
                  </a:lnTo>
                  <a:lnTo>
                    <a:pt x="7506438" y="91436"/>
                  </a:lnTo>
                  <a:lnTo>
                    <a:pt x="7597748" y="70926"/>
                  </a:lnTo>
                  <a:lnTo>
                    <a:pt x="7688183" y="53323"/>
                  </a:lnTo>
                  <a:lnTo>
                    <a:pt x="7774077" y="38693"/>
                  </a:lnTo>
                  <a:lnTo>
                    <a:pt x="7851464" y="27059"/>
                  </a:lnTo>
                  <a:lnTo>
                    <a:pt x="7916707" y="18335"/>
                  </a:lnTo>
                  <a:lnTo>
                    <a:pt x="7967232" y="12286"/>
                  </a:lnTo>
                  <a:lnTo>
                    <a:pt x="8002129" y="8528"/>
                  </a:lnTo>
                  <a:lnTo>
                    <a:pt x="8022444" y="6551"/>
                  </a:lnTo>
                  <a:lnTo>
                    <a:pt x="8031135" y="5783"/>
                  </a:lnTo>
                  <a:lnTo>
                    <a:pt x="8032819" y="5647"/>
                  </a:lnTo>
                  <a:lnTo>
                    <a:pt x="8554953" y="5647"/>
                  </a:lnTo>
                  <a:lnTo>
                    <a:pt x="8554953" y="0"/>
                  </a:lnTo>
                  <a:lnTo>
                    <a:pt x="8032819" y="0"/>
                  </a:lnTo>
                  <a:lnTo>
                    <a:pt x="8031707" y="89"/>
                  </a:lnTo>
                  <a:lnTo>
                    <a:pt x="8024412" y="724"/>
                  </a:lnTo>
                  <a:lnTo>
                    <a:pt x="8006093" y="2480"/>
                  </a:lnTo>
                  <a:lnTo>
                    <a:pt x="7973524" y="5934"/>
                  </a:lnTo>
                  <a:lnTo>
                    <a:pt x="7925356" y="11606"/>
                  </a:lnTo>
                  <a:lnTo>
                    <a:pt x="7862213" y="19906"/>
                  </a:lnTo>
                  <a:lnTo>
                    <a:pt x="7786451" y="31091"/>
                  </a:lnTo>
                  <a:lnTo>
                    <a:pt x="7701591" y="45266"/>
                  </a:lnTo>
                  <a:lnTo>
                    <a:pt x="7611596" y="62422"/>
                  </a:lnTo>
                  <a:lnTo>
                    <a:pt x="7520208" y="82495"/>
                  </a:lnTo>
                  <a:lnTo>
                    <a:pt x="7430495" y="105429"/>
                  </a:lnTo>
                  <a:lnTo>
                    <a:pt x="7344649" y="131227"/>
                  </a:lnTo>
                  <a:lnTo>
                    <a:pt x="7263992" y="159984"/>
                  </a:lnTo>
                  <a:lnTo>
                    <a:pt x="7189102" y="191911"/>
                  </a:lnTo>
                  <a:lnTo>
                    <a:pt x="7119996" y="227334"/>
                  </a:lnTo>
                  <a:lnTo>
                    <a:pt x="7056292" y="266692"/>
                  </a:lnTo>
                  <a:lnTo>
                    <a:pt x="6997365" y="310524"/>
                  </a:lnTo>
                  <a:lnTo>
                    <a:pt x="6942446" y="359441"/>
                  </a:lnTo>
                  <a:lnTo>
                    <a:pt x="6890715" y="414076"/>
                  </a:lnTo>
                  <a:lnTo>
                    <a:pt x="6841363" y="475004"/>
                  </a:lnTo>
                  <a:lnTo>
                    <a:pt x="6793654" y="542592"/>
                  </a:lnTo>
                  <a:lnTo>
                    <a:pt x="6786527" y="553422"/>
                  </a:lnTo>
                  <a:lnTo>
                    <a:pt x="6751591" y="609200"/>
                  </a:lnTo>
                  <a:lnTo>
                    <a:pt x="6716975" y="668801"/>
                  </a:lnTo>
                  <a:lnTo>
                    <a:pt x="6682491" y="732306"/>
                  </a:lnTo>
                  <a:lnTo>
                    <a:pt x="6647992" y="799738"/>
                  </a:lnTo>
                  <a:lnTo>
                    <a:pt x="6613361" y="871062"/>
                  </a:lnTo>
                  <a:lnTo>
                    <a:pt x="6578514" y="946181"/>
                  </a:lnTo>
                  <a:lnTo>
                    <a:pt x="6543394" y="1024924"/>
                  </a:lnTo>
                  <a:lnTo>
                    <a:pt x="6507970" y="1107055"/>
                  </a:lnTo>
                  <a:lnTo>
                    <a:pt x="6472235" y="1192264"/>
                  </a:lnTo>
                  <a:lnTo>
                    <a:pt x="6436203" y="1280174"/>
                  </a:lnTo>
                  <a:lnTo>
                    <a:pt x="6399908" y="1370344"/>
                  </a:lnTo>
                  <a:lnTo>
                    <a:pt x="6363398" y="1462281"/>
                  </a:lnTo>
                  <a:lnTo>
                    <a:pt x="6326734" y="1555444"/>
                  </a:lnTo>
                  <a:lnTo>
                    <a:pt x="6289986" y="1649265"/>
                  </a:lnTo>
                  <a:lnTo>
                    <a:pt x="6253230" y="1743154"/>
                  </a:lnTo>
                  <a:lnTo>
                    <a:pt x="6216540" y="1836524"/>
                  </a:lnTo>
                  <a:lnTo>
                    <a:pt x="6179988" y="1928798"/>
                  </a:lnTo>
                  <a:lnTo>
                    <a:pt x="6143638" y="2019428"/>
                  </a:lnTo>
                  <a:lnTo>
                    <a:pt x="6107541" y="2107909"/>
                  </a:lnTo>
                  <a:lnTo>
                    <a:pt x="6071734" y="2193787"/>
                  </a:lnTo>
                  <a:lnTo>
                    <a:pt x="6036237" y="2276669"/>
                  </a:lnTo>
                  <a:lnTo>
                    <a:pt x="6001048" y="2356230"/>
                  </a:lnTo>
                  <a:lnTo>
                    <a:pt x="5966141" y="2432214"/>
                  </a:lnTo>
                  <a:lnTo>
                    <a:pt x="5931466" y="2504439"/>
                  </a:lnTo>
                  <a:lnTo>
                    <a:pt x="5896945" y="2572788"/>
                  </a:lnTo>
                  <a:lnTo>
                    <a:pt x="5862470" y="2637212"/>
                  </a:lnTo>
                  <a:lnTo>
                    <a:pt x="5827900" y="2697723"/>
                  </a:lnTo>
                  <a:lnTo>
                    <a:pt x="5793057" y="2754387"/>
                  </a:lnTo>
                  <a:lnTo>
                    <a:pt x="5784835" y="2767113"/>
                  </a:lnTo>
                  <a:lnTo>
                    <a:pt x="5737320" y="2835720"/>
                  </a:lnTo>
                  <a:lnTo>
                    <a:pt x="5688261" y="2897641"/>
                  </a:lnTo>
                  <a:lnTo>
                    <a:pt x="5636942" y="2953197"/>
                  </a:lnTo>
                  <a:lnTo>
                    <a:pt x="5582560" y="3002940"/>
                  </a:lnTo>
                  <a:lnTo>
                    <a:pt x="5524291" y="3047502"/>
                  </a:lnTo>
                  <a:lnTo>
                    <a:pt x="5461356" y="3087501"/>
                  </a:lnTo>
                  <a:lnTo>
                    <a:pt x="5393101" y="3123490"/>
                  </a:lnTo>
                  <a:lnTo>
                    <a:pt x="5319099" y="3155923"/>
                  </a:lnTo>
                  <a:lnTo>
                    <a:pt x="5239294" y="3185144"/>
                  </a:lnTo>
                  <a:lnTo>
                    <a:pt x="5154170" y="3211381"/>
                  </a:lnTo>
                  <a:lnTo>
                    <a:pt x="5064924" y="3234747"/>
                  </a:lnTo>
                  <a:lnTo>
                    <a:pt x="4973614" y="3255257"/>
                  </a:lnTo>
                  <a:lnTo>
                    <a:pt x="4883179" y="3272860"/>
                  </a:lnTo>
                  <a:lnTo>
                    <a:pt x="4797285" y="3287489"/>
                  </a:lnTo>
                  <a:lnTo>
                    <a:pt x="4719898" y="3299124"/>
                  </a:lnTo>
                  <a:lnTo>
                    <a:pt x="4654655" y="3307848"/>
                  </a:lnTo>
                  <a:lnTo>
                    <a:pt x="4604129" y="3313896"/>
                  </a:lnTo>
                  <a:lnTo>
                    <a:pt x="4569233" y="3317655"/>
                  </a:lnTo>
                  <a:lnTo>
                    <a:pt x="4548918" y="3319632"/>
                  </a:lnTo>
                  <a:lnTo>
                    <a:pt x="4540227" y="3320400"/>
                  </a:lnTo>
                  <a:lnTo>
                    <a:pt x="4538543" y="3320536"/>
                  </a:lnTo>
                  <a:lnTo>
                    <a:pt x="4016409" y="3320536"/>
                  </a:lnTo>
                  <a:lnTo>
                    <a:pt x="4015158" y="3320504"/>
                  </a:lnTo>
                  <a:lnTo>
                    <a:pt x="4006976" y="3320273"/>
                  </a:lnTo>
                  <a:lnTo>
                    <a:pt x="3986511" y="3319636"/>
                  </a:lnTo>
                  <a:lnTo>
                    <a:pt x="3950332" y="3318384"/>
                  </a:lnTo>
                  <a:lnTo>
                    <a:pt x="3897238" y="3316334"/>
                  </a:lnTo>
                  <a:lnTo>
                    <a:pt x="3828320" y="3313346"/>
                  </a:lnTo>
                  <a:lnTo>
                    <a:pt x="3746586" y="3309341"/>
                  </a:lnTo>
                  <a:lnTo>
                    <a:pt x="3656208" y="3304293"/>
                  </a:lnTo>
                  <a:lnTo>
                    <a:pt x="3561643" y="3298213"/>
                  </a:lnTo>
                  <a:lnTo>
                    <a:pt x="3466884" y="3291125"/>
                  </a:lnTo>
                  <a:lnTo>
                    <a:pt x="3375019" y="3283045"/>
                  </a:lnTo>
                  <a:lnTo>
                    <a:pt x="3288088" y="3273957"/>
                  </a:lnTo>
                  <a:lnTo>
                    <a:pt x="3207169" y="3263807"/>
                  </a:lnTo>
                  <a:lnTo>
                    <a:pt x="3132566" y="3252499"/>
                  </a:lnTo>
                  <a:lnTo>
                    <a:pt x="3064032" y="3239890"/>
                  </a:lnTo>
                  <a:lnTo>
                    <a:pt x="3000956" y="3225800"/>
                  </a:lnTo>
                  <a:lnTo>
                    <a:pt x="2942523" y="3210016"/>
                  </a:lnTo>
                  <a:lnTo>
                    <a:pt x="2887817" y="3192308"/>
                  </a:lnTo>
                  <a:lnTo>
                    <a:pt x="2835917" y="3172458"/>
                  </a:lnTo>
                  <a:lnTo>
                    <a:pt x="2785966" y="3150309"/>
                  </a:lnTo>
                  <a:lnTo>
                    <a:pt x="2770117" y="3142650"/>
                  </a:lnTo>
                  <a:lnTo>
                    <a:pt x="2721091" y="3117089"/>
                  </a:lnTo>
                  <a:lnTo>
                    <a:pt x="2672544" y="3089075"/>
                  </a:lnTo>
                  <a:lnTo>
                    <a:pt x="2624021" y="3058569"/>
                  </a:lnTo>
                  <a:lnTo>
                    <a:pt x="2575201" y="3025601"/>
                  </a:lnTo>
                  <a:lnTo>
                    <a:pt x="2525882" y="2990287"/>
                  </a:lnTo>
                  <a:lnTo>
                    <a:pt x="2475964" y="2952830"/>
                  </a:lnTo>
                  <a:lnTo>
                    <a:pt x="2425442" y="2913519"/>
                  </a:lnTo>
                  <a:lnTo>
                    <a:pt x="2374389" y="2872728"/>
                  </a:lnTo>
                  <a:lnTo>
                    <a:pt x="2322941" y="2830899"/>
                  </a:lnTo>
                  <a:lnTo>
                    <a:pt x="2271280" y="2788528"/>
                  </a:lnTo>
                  <a:lnTo>
                    <a:pt x="2219610" y="2746137"/>
                  </a:lnTo>
                  <a:lnTo>
                    <a:pt x="2168139" y="2704248"/>
                  </a:lnTo>
                  <a:lnTo>
                    <a:pt x="2117049" y="2663360"/>
                  </a:lnTo>
                  <a:lnTo>
                    <a:pt x="2066482" y="2623919"/>
                  </a:lnTo>
                  <a:lnTo>
                    <a:pt x="2016517" y="2586306"/>
                  </a:lnTo>
                  <a:lnTo>
                    <a:pt x="1967153" y="2550818"/>
                  </a:lnTo>
                  <a:lnTo>
                    <a:pt x="1918300" y="2517663"/>
                  </a:lnTo>
                  <a:lnTo>
                    <a:pt x="1869764" y="2486962"/>
                  </a:lnTo>
                  <a:lnTo>
                    <a:pt x="1821233" y="2458756"/>
                  </a:lnTo>
                  <a:lnTo>
                    <a:pt x="1772264" y="2433007"/>
                  </a:lnTo>
                  <a:lnTo>
                    <a:pt x="1768425" y="2431107"/>
                  </a:lnTo>
                  <a:lnTo>
                    <a:pt x="1718945" y="2408202"/>
                  </a:lnTo>
                  <a:lnTo>
                    <a:pt x="1667763" y="2387621"/>
                  </a:lnTo>
                  <a:lnTo>
                    <a:pt x="1614063" y="2369243"/>
                  </a:lnTo>
                  <a:lnTo>
                    <a:pt x="1556936" y="2352862"/>
                  </a:lnTo>
                  <a:lnTo>
                    <a:pt x="1495457" y="2338249"/>
                  </a:lnTo>
                  <a:lnTo>
                    <a:pt x="1428766" y="2325183"/>
                  </a:lnTo>
                  <a:lnTo>
                    <a:pt x="1356173" y="2313472"/>
                  </a:lnTo>
                  <a:lnTo>
                    <a:pt x="1277293" y="2302960"/>
                  </a:lnTo>
                  <a:lnTo>
                    <a:pt x="1192229" y="2293537"/>
                  </a:lnTo>
                  <a:lnTo>
                    <a:pt x="1101785" y="2285134"/>
                  </a:lnTo>
                  <a:lnTo>
                    <a:pt x="1007674" y="2277726"/>
                  </a:lnTo>
                  <a:lnTo>
                    <a:pt x="912647" y="2271318"/>
                  </a:lnTo>
                  <a:lnTo>
                    <a:pt x="820438" y="2265934"/>
                  </a:lnTo>
                  <a:lnTo>
                    <a:pt x="735423" y="2261592"/>
                  </a:lnTo>
                  <a:lnTo>
                    <a:pt x="661960" y="2258281"/>
                  </a:lnTo>
                  <a:lnTo>
                    <a:pt x="603528" y="2255940"/>
                  </a:lnTo>
                  <a:lnTo>
                    <a:pt x="561900" y="2254449"/>
                  </a:lnTo>
                  <a:lnTo>
                    <a:pt x="536629" y="2253635"/>
                  </a:lnTo>
                  <a:lnTo>
                    <a:pt x="524977" y="2253296"/>
                  </a:lnTo>
                  <a:lnTo>
                    <a:pt x="522133" y="2253221"/>
                  </a:lnTo>
                  <a:lnTo>
                    <a:pt x="0" y="2253221"/>
                  </a:lnTo>
                  <a:close/>
                </a:path>
              </a:pathLst>
            </a:custGeom>
            <a:solidFill>
              <a:srgbClr val="F28E5B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942" name="pl942"/>
            <p:cNvSpPr/>
            <p:nvPr/>
          </p:nvSpPr>
          <p:spPr>
            <a:xfrm>
              <a:off x="386606" y="1789792"/>
              <a:ext cx="8554953" cy="3320536"/>
            </a:xfrm>
            <a:custGeom>
              <a:avLst/>
              <a:pathLst>
                <a:path w="8554953" h="3320536">
                  <a:moveTo>
                    <a:pt x="0" y="2253221"/>
                  </a:moveTo>
                  <a:lnTo>
                    <a:pt x="522133" y="2253221"/>
                  </a:lnTo>
                  <a:lnTo>
                    <a:pt x="523384" y="2253253"/>
                  </a:lnTo>
                  <a:lnTo>
                    <a:pt x="531566" y="2253484"/>
                  </a:lnTo>
                  <a:lnTo>
                    <a:pt x="552031" y="2254121"/>
                  </a:lnTo>
                  <a:lnTo>
                    <a:pt x="588210" y="2255373"/>
                  </a:lnTo>
                  <a:lnTo>
                    <a:pt x="641304" y="2257423"/>
                  </a:lnTo>
                  <a:lnTo>
                    <a:pt x="710222" y="2260411"/>
                  </a:lnTo>
                  <a:lnTo>
                    <a:pt x="791957" y="2264416"/>
                  </a:lnTo>
                  <a:lnTo>
                    <a:pt x="882334" y="2269464"/>
                  </a:lnTo>
                  <a:lnTo>
                    <a:pt x="976899" y="2275544"/>
                  </a:lnTo>
                  <a:lnTo>
                    <a:pt x="1071658" y="2282631"/>
                  </a:lnTo>
                  <a:lnTo>
                    <a:pt x="1163523" y="2290712"/>
                  </a:lnTo>
                  <a:lnTo>
                    <a:pt x="1250454" y="2299800"/>
                  </a:lnTo>
                  <a:lnTo>
                    <a:pt x="1331373" y="2309949"/>
                  </a:lnTo>
                  <a:lnTo>
                    <a:pt x="1405976" y="2321258"/>
                  </a:lnTo>
                  <a:lnTo>
                    <a:pt x="1474511" y="2333867"/>
                  </a:lnTo>
                  <a:lnTo>
                    <a:pt x="1537586" y="2347957"/>
                  </a:lnTo>
                  <a:lnTo>
                    <a:pt x="1596019" y="2363741"/>
                  </a:lnTo>
                  <a:lnTo>
                    <a:pt x="1650725" y="2381449"/>
                  </a:lnTo>
                  <a:lnTo>
                    <a:pt x="1702625" y="2401299"/>
                  </a:lnTo>
                  <a:lnTo>
                    <a:pt x="1752576" y="2423448"/>
                  </a:lnTo>
                  <a:lnTo>
                    <a:pt x="1768425" y="2431107"/>
                  </a:lnTo>
                  <a:lnTo>
                    <a:pt x="1817451" y="2456668"/>
                  </a:lnTo>
                  <a:lnTo>
                    <a:pt x="1865998" y="2484681"/>
                  </a:lnTo>
                  <a:lnTo>
                    <a:pt x="1914521" y="2515188"/>
                  </a:lnTo>
                  <a:lnTo>
                    <a:pt x="1963341" y="2548156"/>
                  </a:lnTo>
                  <a:lnTo>
                    <a:pt x="2012660" y="2583469"/>
                  </a:lnTo>
                  <a:lnTo>
                    <a:pt x="2062578" y="2620927"/>
                  </a:lnTo>
                  <a:lnTo>
                    <a:pt x="2113100" y="2660238"/>
                  </a:lnTo>
                  <a:lnTo>
                    <a:pt x="2164153" y="2701029"/>
                  </a:lnTo>
                  <a:lnTo>
                    <a:pt x="2215601" y="2742858"/>
                  </a:lnTo>
                  <a:lnTo>
                    <a:pt x="2267263" y="2785229"/>
                  </a:lnTo>
                  <a:lnTo>
                    <a:pt x="2318932" y="2827620"/>
                  </a:lnTo>
                  <a:lnTo>
                    <a:pt x="2370404" y="2869509"/>
                  </a:lnTo>
                  <a:lnTo>
                    <a:pt x="2421493" y="2910397"/>
                  </a:lnTo>
                  <a:lnTo>
                    <a:pt x="2472060" y="2949838"/>
                  </a:lnTo>
                  <a:lnTo>
                    <a:pt x="2522026" y="2987451"/>
                  </a:lnTo>
                  <a:lnTo>
                    <a:pt x="2571389" y="3022939"/>
                  </a:lnTo>
                  <a:lnTo>
                    <a:pt x="2620242" y="3056094"/>
                  </a:lnTo>
                  <a:lnTo>
                    <a:pt x="2668778" y="3086795"/>
                  </a:lnTo>
                  <a:lnTo>
                    <a:pt x="2717309" y="3115001"/>
                  </a:lnTo>
                  <a:lnTo>
                    <a:pt x="2766278" y="3140750"/>
                  </a:lnTo>
                  <a:lnTo>
                    <a:pt x="2770117" y="3142650"/>
                  </a:lnTo>
                  <a:lnTo>
                    <a:pt x="2819597" y="3165555"/>
                  </a:lnTo>
                  <a:lnTo>
                    <a:pt x="2870780" y="3186136"/>
                  </a:lnTo>
                  <a:lnTo>
                    <a:pt x="2924479" y="3204514"/>
                  </a:lnTo>
                  <a:lnTo>
                    <a:pt x="2981606" y="3220895"/>
                  </a:lnTo>
                  <a:lnTo>
                    <a:pt x="3043085" y="3235508"/>
                  </a:lnTo>
                  <a:lnTo>
                    <a:pt x="3109776" y="3248574"/>
                  </a:lnTo>
                  <a:lnTo>
                    <a:pt x="3182369" y="3260285"/>
                  </a:lnTo>
                  <a:lnTo>
                    <a:pt x="3261249" y="3270797"/>
                  </a:lnTo>
                  <a:lnTo>
                    <a:pt x="3346313" y="3280220"/>
                  </a:lnTo>
                  <a:lnTo>
                    <a:pt x="3436757" y="3288622"/>
                  </a:lnTo>
                  <a:lnTo>
                    <a:pt x="3530868" y="3296031"/>
                  </a:lnTo>
                  <a:lnTo>
                    <a:pt x="3625895" y="3302439"/>
                  </a:lnTo>
                  <a:lnTo>
                    <a:pt x="3718104" y="3307823"/>
                  </a:lnTo>
                  <a:lnTo>
                    <a:pt x="3803119" y="3312165"/>
                  </a:lnTo>
                  <a:lnTo>
                    <a:pt x="3876582" y="3315476"/>
                  </a:lnTo>
                  <a:lnTo>
                    <a:pt x="3935014" y="3317816"/>
                  </a:lnTo>
                  <a:lnTo>
                    <a:pt x="3976642" y="3319308"/>
                  </a:lnTo>
                  <a:lnTo>
                    <a:pt x="4001913" y="3320122"/>
                  </a:lnTo>
                  <a:lnTo>
                    <a:pt x="4013565" y="3320461"/>
                  </a:lnTo>
                  <a:lnTo>
                    <a:pt x="4016365" y="3320535"/>
                  </a:lnTo>
                  <a:lnTo>
                    <a:pt x="4016409" y="3320536"/>
                  </a:lnTo>
                  <a:lnTo>
                    <a:pt x="4538543" y="3320536"/>
                  </a:lnTo>
                  <a:lnTo>
                    <a:pt x="4539655" y="3320447"/>
                  </a:lnTo>
                  <a:lnTo>
                    <a:pt x="4546950" y="3319812"/>
                  </a:lnTo>
                  <a:lnTo>
                    <a:pt x="4565269" y="3318055"/>
                  </a:lnTo>
                  <a:lnTo>
                    <a:pt x="4597838" y="3314602"/>
                  </a:lnTo>
                  <a:lnTo>
                    <a:pt x="4646006" y="3308929"/>
                  </a:lnTo>
                  <a:lnTo>
                    <a:pt x="4709149" y="3300629"/>
                  </a:lnTo>
                  <a:lnTo>
                    <a:pt x="4784911" y="3289445"/>
                  </a:lnTo>
                  <a:lnTo>
                    <a:pt x="4869771" y="3275270"/>
                  </a:lnTo>
                  <a:lnTo>
                    <a:pt x="4959766" y="3258114"/>
                  </a:lnTo>
                  <a:lnTo>
                    <a:pt x="5051154" y="3238040"/>
                  </a:lnTo>
                  <a:lnTo>
                    <a:pt x="5140867" y="3215106"/>
                  </a:lnTo>
                  <a:lnTo>
                    <a:pt x="5226713" y="3189309"/>
                  </a:lnTo>
                  <a:lnTo>
                    <a:pt x="5307370" y="3160552"/>
                  </a:lnTo>
                  <a:lnTo>
                    <a:pt x="5382260" y="3128625"/>
                  </a:lnTo>
                  <a:lnTo>
                    <a:pt x="5451366" y="3093202"/>
                  </a:lnTo>
                  <a:lnTo>
                    <a:pt x="5515070" y="3053844"/>
                  </a:lnTo>
                  <a:lnTo>
                    <a:pt x="5573997" y="3010012"/>
                  </a:lnTo>
                  <a:lnTo>
                    <a:pt x="5628916" y="2961095"/>
                  </a:lnTo>
                  <a:lnTo>
                    <a:pt x="5680647" y="2906459"/>
                  </a:lnTo>
                  <a:lnTo>
                    <a:pt x="5729999" y="2845532"/>
                  </a:lnTo>
                  <a:lnTo>
                    <a:pt x="5777707" y="2777944"/>
                  </a:lnTo>
                  <a:lnTo>
                    <a:pt x="5784835" y="2767113"/>
                  </a:lnTo>
                  <a:lnTo>
                    <a:pt x="5819771" y="2711336"/>
                  </a:lnTo>
                  <a:lnTo>
                    <a:pt x="5854387" y="2651734"/>
                  </a:lnTo>
                  <a:lnTo>
                    <a:pt x="5888871" y="2588230"/>
                  </a:lnTo>
                  <a:lnTo>
                    <a:pt x="5923370" y="2520798"/>
                  </a:lnTo>
                  <a:lnTo>
                    <a:pt x="5958001" y="2449473"/>
                  </a:lnTo>
                  <a:lnTo>
                    <a:pt x="5992848" y="2374355"/>
                  </a:lnTo>
                  <a:lnTo>
                    <a:pt x="6027968" y="2295611"/>
                  </a:lnTo>
                  <a:lnTo>
                    <a:pt x="6063392" y="2213481"/>
                  </a:lnTo>
                  <a:lnTo>
                    <a:pt x="6099127" y="2128272"/>
                  </a:lnTo>
                  <a:lnTo>
                    <a:pt x="6135159" y="2040362"/>
                  </a:lnTo>
                  <a:lnTo>
                    <a:pt x="6171454" y="1950192"/>
                  </a:lnTo>
                  <a:lnTo>
                    <a:pt x="6207964" y="1858255"/>
                  </a:lnTo>
                  <a:lnTo>
                    <a:pt x="6244628" y="1765091"/>
                  </a:lnTo>
                  <a:lnTo>
                    <a:pt x="6281376" y="1671271"/>
                  </a:lnTo>
                  <a:lnTo>
                    <a:pt x="6318132" y="1577381"/>
                  </a:lnTo>
                  <a:lnTo>
                    <a:pt x="6354822" y="1484012"/>
                  </a:lnTo>
                  <a:lnTo>
                    <a:pt x="6391374" y="1391738"/>
                  </a:lnTo>
                  <a:lnTo>
                    <a:pt x="6427724" y="1301108"/>
                  </a:lnTo>
                  <a:lnTo>
                    <a:pt x="6463821" y="1212627"/>
                  </a:lnTo>
                  <a:lnTo>
                    <a:pt x="6499628" y="1126749"/>
                  </a:lnTo>
                  <a:lnTo>
                    <a:pt x="6535125" y="1043867"/>
                  </a:lnTo>
                  <a:lnTo>
                    <a:pt x="6570314" y="964306"/>
                  </a:lnTo>
                  <a:lnTo>
                    <a:pt x="6605221" y="888321"/>
                  </a:lnTo>
                  <a:lnTo>
                    <a:pt x="6639896" y="816097"/>
                  </a:lnTo>
                  <a:lnTo>
                    <a:pt x="6674417" y="747748"/>
                  </a:lnTo>
                  <a:lnTo>
                    <a:pt x="6708892" y="683323"/>
                  </a:lnTo>
                  <a:lnTo>
                    <a:pt x="6743462" y="622813"/>
                  </a:lnTo>
                  <a:lnTo>
                    <a:pt x="6778305" y="566149"/>
                  </a:lnTo>
                  <a:lnTo>
                    <a:pt x="6786527" y="553422"/>
                  </a:lnTo>
                  <a:lnTo>
                    <a:pt x="6834042" y="484816"/>
                  </a:lnTo>
                  <a:lnTo>
                    <a:pt x="6883101" y="422895"/>
                  </a:lnTo>
                  <a:lnTo>
                    <a:pt x="6934420" y="367339"/>
                  </a:lnTo>
                  <a:lnTo>
                    <a:pt x="6988802" y="317596"/>
                  </a:lnTo>
                  <a:lnTo>
                    <a:pt x="7047071" y="273034"/>
                  </a:lnTo>
                  <a:lnTo>
                    <a:pt x="7110006" y="233034"/>
                  </a:lnTo>
                  <a:lnTo>
                    <a:pt x="7178261" y="197046"/>
                  </a:lnTo>
                  <a:lnTo>
                    <a:pt x="7252263" y="164613"/>
                  </a:lnTo>
                  <a:lnTo>
                    <a:pt x="7332068" y="135391"/>
                  </a:lnTo>
                  <a:lnTo>
                    <a:pt x="7417192" y="109154"/>
                  </a:lnTo>
                  <a:lnTo>
                    <a:pt x="7506438" y="85788"/>
                  </a:lnTo>
                  <a:lnTo>
                    <a:pt x="7597748" y="65279"/>
                  </a:lnTo>
                  <a:lnTo>
                    <a:pt x="7688183" y="47676"/>
                  </a:lnTo>
                  <a:lnTo>
                    <a:pt x="7774077" y="33046"/>
                  </a:lnTo>
                  <a:lnTo>
                    <a:pt x="7851464" y="21412"/>
                  </a:lnTo>
                  <a:lnTo>
                    <a:pt x="7916707" y="12687"/>
                  </a:lnTo>
                  <a:lnTo>
                    <a:pt x="7967232" y="6639"/>
                  </a:lnTo>
                  <a:lnTo>
                    <a:pt x="8002129" y="2881"/>
                  </a:lnTo>
                  <a:lnTo>
                    <a:pt x="8022444" y="903"/>
                  </a:lnTo>
                  <a:lnTo>
                    <a:pt x="8031135" y="136"/>
                  </a:lnTo>
                  <a:lnTo>
                    <a:pt x="8032815" y="0"/>
                  </a:lnTo>
                  <a:lnTo>
                    <a:pt x="8032819" y="0"/>
                  </a:lnTo>
                  <a:lnTo>
                    <a:pt x="8554953" y="0"/>
                  </a:lnTo>
                  <a:lnTo>
                    <a:pt x="8554953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943" name="pl943"/>
            <p:cNvSpPr/>
            <p:nvPr/>
          </p:nvSpPr>
          <p:spPr>
            <a:xfrm>
              <a:off x="386606" y="1784145"/>
              <a:ext cx="8554953" cy="3320536"/>
            </a:xfrm>
            <a:custGeom>
              <a:avLst/>
              <a:pathLst>
                <a:path w="8554953" h="3320536">
                  <a:moveTo>
                    <a:pt x="8554953" y="0"/>
                  </a:moveTo>
                  <a:lnTo>
                    <a:pt x="8032819" y="0"/>
                  </a:lnTo>
                  <a:lnTo>
                    <a:pt x="8031707" y="89"/>
                  </a:lnTo>
                  <a:lnTo>
                    <a:pt x="8024412" y="724"/>
                  </a:lnTo>
                  <a:lnTo>
                    <a:pt x="8006093" y="2480"/>
                  </a:lnTo>
                  <a:lnTo>
                    <a:pt x="7973524" y="5934"/>
                  </a:lnTo>
                  <a:lnTo>
                    <a:pt x="7925356" y="11606"/>
                  </a:lnTo>
                  <a:lnTo>
                    <a:pt x="7862213" y="19906"/>
                  </a:lnTo>
                  <a:lnTo>
                    <a:pt x="7786451" y="31091"/>
                  </a:lnTo>
                  <a:lnTo>
                    <a:pt x="7701591" y="45266"/>
                  </a:lnTo>
                  <a:lnTo>
                    <a:pt x="7611596" y="62422"/>
                  </a:lnTo>
                  <a:lnTo>
                    <a:pt x="7520208" y="82495"/>
                  </a:lnTo>
                  <a:lnTo>
                    <a:pt x="7430495" y="105429"/>
                  </a:lnTo>
                  <a:lnTo>
                    <a:pt x="7344649" y="131227"/>
                  </a:lnTo>
                  <a:lnTo>
                    <a:pt x="7263992" y="159984"/>
                  </a:lnTo>
                  <a:lnTo>
                    <a:pt x="7189102" y="191911"/>
                  </a:lnTo>
                  <a:lnTo>
                    <a:pt x="7119996" y="227334"/>
                  </a:lnTo>
                  <a:lnTo>
                    <a:pt x="7056292" y="266692"/>
                  </a:lnTo>
                  <a:lnTo>
                    <a:pt x="6997365" y="310524"/>
                  </a:lnTo>
                  <a:lnTo>
                    <a:pt x="6942446" y="359441"/>
                  </a:lnTo>
                  <a:lnTo>
                    <a:pt x="6890715" y="414076"/>
                  </a:lnTo>
                  <a:lnTo>
                    <a:pt x="6841363" y="475004"/>
                  </a:lnTo>
                  <a:lnTo>
                    <a:pt x="6793654" y="542592"/>
                  </a:lnTo>
                  <a:lnTo>
                    <a:pt x="6786527" y="553422"/>
                  </a:lnTo>
                  <a:lnTo>
                    <a:pt x="6751591" y="609200"/>
                  </a:lnTo>
                  <a:lnTo>
                    <a:pt x="6716975" y="668801"/>
                  </a:lnTo>
                  <a:lnTo>
                    <a:pt x="6682491" y="732306"/>
                  </a:lnTo>
                  <a:lnTo>
                    <a:pt x="6647992" y="799738"/>
                  </a:lnTo>
                  <a:lnTo>
                    <a:pt x="6613361" y="871062"/>
                  </a:lnTo>
                  <a:lnTo>
                    <a:pt x="6578514" y="946181"/>
                  </a:lnTo>
                  <a:lnTo>
                    <a:pt x="6543394" y="1024924"/>
                  </a:lnTo>
                  <a:lnTo>
                    <a:pt x="6507970" y="1107055"/>
                  </a:lnTo>
                  <a:lnTo>
                    <a:pt x="6472235" y="1192264"/>
                  </a:lnTo>
                  <a:lnTo>
                    <a:pt x="6436203" y="1280174"/>
                  </a:lnTo>
                  <a:lnTo>
                    <a:pt x="6399908" y="1370344"/>
                  </a:lnTo>
                  <a:lnTo>
                    <a:pt x="6363398" y="1462281"/>
                  </a:lnTo>
                  <a:lnTo>
                    <a:pt x="6326734" y="1555444"/>
                  </a:lnTo>
                  <a:lnTo>
                    <a:pt x="6289986" y="1649265"/>
                  </a:lnTo>
                  <a:lnTo>
                    <a:pt x="6253230" y="1743154"/>
                  </a:lnTo>
                  <a:lnTo>
                    <a:pt x="6216540" y="1836524"/>
                  </a:lnTo>
                  <a:lnTo>
                    <a:pt x="6179988" y="1928798"/>
                  </a:lnTo>
                  <a:lnTo>
                    <a:pt x="6143638" y="2019428"/>
                  </a:lnTo>
                  <a:lnTo>
                    <a:pt x="6107541" y="2107909"/>
                  </a:lnTo>
                  <a:lnTo>
                    <a:pt x="6071734" y="2193787"/>
                  </a:lnTo>
                  <a:lnTo>
                    <a:pt x="6036237" y="2276669"/>
                  </a:lnTo>
                  <a:lnTo>
                    <a:pt x="6001048" y="2356230"/>
                  </a:lnTo>
                  <a:lnTo>
                    <a:pt x="5966141" y="2432214"/>
                  </a:lnTo>
                  <a:lnTo>
                    <a:pt x="5931466" y="2504439"/>
                  </a:lnTo>
                  <a:lnTo>
                    <a:pt x="5896945" y="2572788"/>
                  </a:lnTo>
                  <a:lnTo>
                    <a:pt x="5862470" y="2637212"/>
                  </a:lnTo>
                  <a:lnTo>
                    <a:pt x="5827900" y="2697723"/>
                  </a:lnTo>
                  <a:lnTo>
                    <a:pt x="5793057" y="2754387"/>
                  </a:lnTo>
                  <a:lnTo>
                    <a:pt x="5784835" y="2767113"/>
                  </a:lnTo>
                  <a:lnTo>
                    <a:pt x="5737320" y="2835720"/>
                  </a:lnTo>
                  <a:lnTo>
                    <a:pt x="5688261" y="2897641"/>
                  </a:lnTo>
                  <a:lnTo>
                    <a:pt x="5636942" y="2953197"/>
                  </a:lnTo>
                  <a:lnTo>
                    <a:pt x="5582560" y="3002940"/>
                  </a:lnTo>
                  <a:lnTo>
                    <a:pt x="5524291" y="3047502"/>
                  </a:lnTo>
                  <a:lnTo>
                    <a:pt x="5461356" y="3087501"/>
                  </a:lnTo>
                  <a:lnTo>
                    <a:pt x="5393101" y="3123490"/>
                  </a:lnTo>
                  <a:lnTo>
                    <a:pt x="5319099" y="3155923"/>
                  </a:lnTo>
                  <a:lnTo>
                    <a:pt x="5239294" y="3185144"/>
                  </a:lnTo>
                  <a:lnTo>
                    <a:pt x="5154170" y="3211381"/>
                  </a:lnTo>
                  <a:lnTo>
                    <a:pt x="5064924" y="3234747"/>
                  </a:lnTo>
                  <a:lnTo>
                    <a:pt x="4973614" y="3255257"/>
                  </a:lnTo>
                  <a:lnTo>
                    <a:pt x="4883179" y="3272860"/>
                  </a:lnTo>
                  <a:lnTo>
                    <a:pt x="4797285" y="3287489"/>
                  </a:lnTo>
                  <a:lnTo>
                    <a:pt x="4719898" y="3299124"/>
                  </a:lnTo>
                  <a:lnTo>
                    <a:pt x="4654655" y="3307848"/>
                  </a:lnTo>
                  <a:lnTo>
                    <a:pt x="4604129" y="3313896"/>
                  </a:lnTo>
                  <a:lnTo>
                    <a:pt x="4569233" y="3317655"/>
                  </a:lnTo>
                  <a:lnTo>
                    <a:pt x="4548918" y="3319632"/>
                  </a:lnTo>
                  <a:lnTo>
                    <a:pt x="4540227" y="3320400"/>
                  </a:lnTo>
                  <a:lnTo>
                    <a:pt x="4538547" y="3320536"/>
                  </a:lnTo>
                  <a:lnTo>
                    <a:pt x="4538543" y="3320536"/>
                  </a:lnTo>
                  <a:lnTo>
                    <a:pt x="4016409" y="3320536"/>
                  </a:lnTo>
                  <a:lnTo>
                    <a:pt x="4015158" y="3320504"/>
                  </a:lnTo>
                  <a:lnTo>
                    <a:pt x="4006976" y="3320273"/>
                  </a:lnTo>
                  <a:lnTo>
                    <a:pt x="3986511" y="3319636"/>
                  </a:lnTo>
                  <a:lnTo>
                    <a:pt x="3950332" y="3318384"/>
                  </a:lnTo>
                  <a:lnTo>
                    <a:pt x="3897238" y="3316334"/>
                  </a:lnTo>
                  <a:lnTo>
                    <a:pt x="3828320" y="3313346"/>
                  </a:lnTo>
                  <a:lnTo>
                    <a:pt x="3746586" y="3309341"/>
                  </a:lnTo>
                  <a:lnTo>
                    <a:pt x="3656208" y="3304293"/>
                  </a:lnTo>
                  <a:lnTo>
                    <a:pt x="3561643" y="3298213"/>
                  </a:lnTo>
                  <a:lnTo>
                    <a:pt x="3466884" y="3291125"/>
                  </a:lnTo>
                  <a:lnTo>
                    <a:pt x="3375019" y="3283045"/>
                  </a:lnTo>
                  <a:lnTo>
                    <a:pt x="3288088" y="3273957"/>
                  </a:lnTo>
                  <a:lnTo>
                    <a:pt x="3207169" y="3263807"/>
                  </a:lnTo>
                  <a:lnTo>
                    <a:pt x="3132566" y="3252499"/>
                  </a:lnTo>
                  <a:lnTo>
                    <a:pt x="3064032" y="3239890"/>
                  </a:lnTo>
                  <a:lnTo>
                    <a:pt x="3000956" y="3225800"/>
                  </a:lnTo>
                  <a:lnTo>
                    <a:pt x="2942523" y="3210016"/>
                  </a:lnTo>
                  <a:lnTo>
                    <a:pt x="2887817" y="3192308"/>
                  </a:lnTo>
                  <a:lnTo>
                    <a:pt x="2835917" y="3172458"/>
                  </a:lnTo>
                  <a:lnTo>
                    <a:pt x="2785966" y="3150309"/>
                  </a:lnTo>
                  <a:lnTo>
                    <a:pt x="2770117" y="3142650"/>
                  </a:lnTo>
                  <a:lnTo>
                    <a:pt x="2721091" y="3117089"/>
                  </a:lnTo>
                  <a:lnTo>
                    <a:pt x="2672544" y="3089075"/>
                  </a:lnTo>
                  <a:lnTo>
                    <a:pt x="2624021" y="3058569"/>
                  </a:lnTo>
                  <a:lnTo>
                    <a:pt x="2575201" y="3025601"/>
                  </a:lnTo>
                  <a:lnTo>
                    <a:pt x="2525882" y="2990287"/>
                  </a:lnTo>
                  <a:lnTo>
                    <a:pt x="2475964" y="2952830"/>
                  </a:lnTo>
                  <a:lnTo>
                    <a:pt x="2425442" y="2913519"/>
                  </a:lnTo>
                  <a:lnTo>
                    <a:pt x="2374389" y="2872728"/>
                  </a:lnTo>
                  <a:lnTo>
                    <a:pt x="2322941" y="2830899"/>
                  </a:lnTo>
                  <a:lnTo>
                    <a:pt x="2271280" y="2788528"/>
                  </a:lnTo>
                  <a:lnTo>
                    <a:pt x="2219610" y="2746137"/>
                  </a:lnTo>
                  <a:lnTo>
                    <a:pt x="2168139" y="2704248"/>
                  </a:lnTo>
                  <a:lnTo>
                    <a:pt x="2117049" y="2663360"/>
                  </a:lnTo>
                  <a:lnTo>
                    <a:pt x="2066482" y="2623919"/>
                  </a:lnTo>
                  <a:lnTo>
                    <a:pt x="2016517" y="2586306"/>
                  </a:lnTo>
                  <a:lnTo>
                    <a:pt x="1967153" y="2550818"/>
                  </a:lnTo>
                  <a:lnTo>
                    <a:pt x="1918300" y="2517663"/>
                  </a:lnTo>
                  <a:lnTo>
                    <a:pt x="1869764" y="2486962"/>
                  </a:lnTo>
                  <a:lnTo>
                    <a:pt x="1821233" y="2458756"/>
                  </a:lnTo>
                  <a:lnTo>
                    <a:pt x="1772264" y="2433007"/>
                  </a:lnTo>
                  <a:lnTo>
                    <a:pt x="1768425" y="2431107"/>
                  </a:lnTo>
                  <a:lnTo>
                    <a:pt x="1718945" y="2408202"/>
                  </a:lnTo>
                  <a:lnTo>
                    <a:pt x="1667763" y="2387621"/>
                  </a:lnTo>
                  <a:lnTo>
                    <a:pt x="1614063" y="2369243"/>
                  </a:lnTo>
                  <a:lnTo>
                    <a:pt x="1556936" y="2352862"/>
                  </a:lnTo>
                  <a:lnTo>
                    <a:pt x="1495457" y="2338249"/>
                  </a:lnTo>
                  <a:lnTo>
                    <a:pt x="1428766" y="2325183"/>
                  </a:lnTo>
                  <a:lnTo>
                    <a:pt x="1356173" y="2313472"/>
                  </a:lnTo>
                  <a:lnTo>
                    <a:pt x="1277293" y="2302960"/>
                  </a:lnTo>
                  <a:lnTo>
                    <a:pt x="1192229" y="2293537"/>
                  </a:lnTo>
                  <a:lnTo>
                    <a:pt x="1101785" y="2285134"/>
                  </a:lnTo>
                  <a:lnTo>
                    <a:pt x="1007674" y="2277726"/>
                  </a:lnTo>
                  <a:lnTo>
                    <a:pt x="912647" y="2271318"/>
                  </a:lnTo>
                  <a:lnTo>
                    <a:pt x="820438" y="2265934"/>
                  </a:lnTo>
                  <a:lnTo>
                    <a:pt x="735423" y="2261592"/>
                  </a:lnTo>
                  <a:lnTo>
                    <a:pt x="661960" y="2258281"/>
                  </a:lnTo>
                  <a:lnTo>
                    <a:pt x="603528" y="2255940"/>
                  </a:lnTo>
                  <a:lnTo>
                    <a:pt x="561900" y="2254449"/>
                  </a:lnTo>
                  <a:lnTo>
                    <a:pt x="536629" y="2253635"/>
                  </a:lnTo>
                  <a:lnTo>
                    <a:pt x="524977" y="2253296"/>
                  </a:lnTo>
                  <a:lnTo>
                    <a:pt x="522177" y="2253222"/>
                  </a:lnTo>
                  <a:lnTo>
                    <a:pt x="522133" y="2253221"/>
                  </a:lnTo>
                  <a:lnTo>
                    <a:pt x="0" y="2253221"/>
                  </a:lnTo>
                  <a:lnTo>
                    <a:pt x="0" y="2253221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944" name="pg944"/>
            <p:cNvSpPr/>
            <p:nvPr/>
          </p:nvSpPr>
          <p:spPr>
            <a:xfrm>
              <a:off x="386606" y="1970502"/>
              <a:ext cx="8554953" cy="3156768"/>
            </a:xfrm>
            <a:custGeom>
              <a:avLst/>
              <a:pathLst>
                <a:path w="8554953" h="3156768">
                  <a:moveTo>
                    <a:pt x="0" y="2078158"/>
                  </a:moveTo>
                  <a:lnTo>
                    <a:pt x="522133" y="2078158"/>
                  </a:lnTo>
                  <a:lnTo>
                    <a:pt x="523384" y="2078191"/>
                  </a:lnTo>
                  <a:lnTo>
                    <a:pt x="531563" y="2078424"/>
                  </a:lnTo>
                  <a:lnTo>
                    <a:pt x="552022" y="2079068"/>
                  </a:lnTo>
                  <a:lnTo>
                    <a:pt x="588191" y="2080333"/>
                  </a:lnTo>
                  <a:lnTo>
                    <a:pt x="641272" y="2082404"/>
                  </a:lnTo>
                  <a:lnTo>
                    <a:pt x="710174" y="2085422"/>
                  </a:lnTo>
                  <a:lnTo>
                    <a:pt x="791892" y="2089469"/>
                  </a:lnTo>
                  <a:lnTo>
                    <a:pt x="882255" y="2094569"/>
                  </a:lnTo>
                  <a:lnTo>
                    <a:pt x="976808" y="2100712"/>
                  </a:lnTo>
                  <a:lnTo>
                    <a:pt x="1071558" y="2107872"/>
                  </a:lnTo>
                  <a:lnTo>
                    <a:pt x="1163418" y="2116036"/>
                  </a:lnTo>
                  <a:lnTo>
                    <a:pt x="1250347" y="2125218"/>
                  </a:lnTo>
                  <a:lnTo>
                    <a:pt x="1331266" y="2135473"/>
                  </a:lnTo>
                  <a:lnTo>
                    <a:pt x="1405870" y="2146898"/>
                  </a:lnTo>
                  <a:lnTo>
                    <a:pt x="1474406" y="2159636"/>
                  </a:lnTo>
                  <a:lnTo>
                    <a:pt x="1537483" y="2173871"/>
                  </a:lnTo>
                  <a:lnTo>
                    <a:pt x="1595918" y="2189818"/>
                  </a:lnTo>
                  <a:lnTo>
                    <a:pt x="1650623" y="2207708"/>
                  </a:lnTo>
                  <a:lnTo>
                    <a:pt x="1702523" y="2227761"/>
                  </a:lnTo>
                  <a:lnTo>
                    <a:pt x="1752471" y="2250137"/>
                  </a:lnTo>
                  <a:lnTo>
                    <a:pt x="1768425" y="2257927"/>
                  </a:lnTo>
                  <a:lnTo>
                    <a:pt x="1817364" y="2283710"/>
                  </a:lnTo>
                  <a:lnTo>
                    <a:pt x="1865826" y="2311963"/>
                  </a:lnTo>
                  <a:lnTo>
                    <a:pt x="1914262" y="2342727"/>
                  </a:lnTo>
                  <a:lnTo>
                    <a:pt x="1962992" y="2375969"/>
                  </a:lnTo>
                  <a:lnTo>
                    <a:pt x="2012220" y="2411575"/>
                  </a:lnTo>
                  <a:lnTo>
                    <a:pt x="2062043" y="2449342"/>
                  </a:lnTo>
                  <a:lnTo>
                    <a:pt x="2112468" y="2488979"/>
                  </a:lnTo>
                  <a:lnTo>
                    <a:pt x="2163425" y="2530112"/>
                  </a:lnTo>
                  <a:lnTo>
                    <a:pt x="2214777" y="2572295"/>
                  </a:lnTo>
                  <a:lnTo>
                    <a:pt x="2266344" y="2615034"/>
                  </a:lnTo>
                  <a:lnTo>
                    <a:pt x="2317924" y="2657802"/>
                  </a:lnTo>
                  <a:lnTo>
                    <a:pt x="2369310" y="2700075"/>
                  </a:lnTo>
                  <a:lnTo>
                    <a:pt x="2420319" y="2741350"/>
                  </a:lnTo>
                  <a:lnTo>
                    <a:pt x="2470810" y="2781177"/>
                  </a:lnTo>
                  <a:lnTo>
                    <a:pt x="2520703" y="2819172"/>
                  </a:lnTo>
                  <a:lnTo>
                    <a:pt x="2569994" y="2855035"/>
                  </a:lnTo>
                  <a:lnTo>
                    <a:pt x="2618773" y="2888552"/>
                  </a:lnTo>
                  <a:lnTo>
                    <a:pt x="2667229" y="2919600"/>
                  </a:lnTo>
                  <a:lnTo>
                    <a:pt x="2715667" y="2948137"/>
                  </a:lnTo>
                  <a:lnTo>
                    <a:pt x="2764525" y="2974197"/>
                  </a:lnTo>
                  <a:lnTo>
                    <a:pt x="2770117" y="2977000"/>
                  </a:lnTo>
                  <a:lnTo>
                    <a:pt x="2819592" y="3000145"/>
                  </a:lnTo>
                  <a:lnTo>
                    <a:pt x="2870769" y="3020941"/>
                  </a:lnTo>
                  <a:lnTo>
                    <a:pt x="2924462" y="3039513"/>
                  </a:lnTo>
                  <a:lnTo>
                    <a:pt x="2981581" y="3056066"/>
                  </a:lnTo>
                  <a:lnTo>
                    <a:pt x="3043051" y="3070833"/>
                  </a:lnTo>
                  <a:lnTo>
                    <a:pt x="3109731" y="3084037"/>
                  </a:lnTo>
                  <a:lnTo>
                    <a:pt x="3182313" y="3095871"/>
                  </a:lnTo>
                  <a:lnTo>
                    <a:pt x="3261180" y="3106494"/>
                  </a:lnTo>
                  <a:lnTo>
                    <a:pt x="3346229" y="3116017"/>
                  </a:lnTo>
                  <a:lnTo>
                    <a:pt x="3436659" y="3124508"/>
                  </a:lnTo>
                  <a:lnTo>
                    <a:pt x="3530757" y="3131996"/>
                  </a:lnTo>
                  <a:lnTo>
                    <a:pt x="3625775" y="3138472"/>
                  </a:lnTo>
                  <a:lnTo>
                    <a:pt x="3717980" y="3143914"/>
                  </a:lnTo>
                  <a:lnTo>
                    <a:pt x="3803000" y="3148303"/>
                  </a:lnTo>
                  <a:lnTo>
                    <a:pt x="3876476" y="3151650"/>
                  </a:lnTo>
                  <a:lnTo>
                    <a:pt x="3934929" y="3154016"/>
                  </a:lnTo>
                  <a:lnTo>
                    <a:pt x="3976582" y="3155525"/>
                  </a:lnTo>
                  <a:lnTo>
                    <a:pt x="4001879" y="3156349"/>
                  </a:lnTo>
                  <a:lnTo>
                    <a:pt x="4013553" y="3156692"/>
                  </a:lnTo>
                  <a:lnTo>
                    <a:pt x="4016409" y="3156768"/>
                  </a:lnTo>
                  <a:lnTo>
                    <a:pt x="4538543" y="3156768"/>
                  </a:lnTo>
                  <a:lnTo>
                    <a:pt x="4539669" y="3156683"/>
                  </a:lnTo>
                  <a:lnTo>
                    <a:pt x="4547051" y="3156072"/>
                  </a:lnTo>
                  <a:lnTo>
                    <a:pt x="4565581" y="3154384"/>
                  </a:lnTo>
                  <a:lnTo>
                    <a:pt x="4598507" y="3151066"/>
                  </a:lnTo>
                  <a:lnTo>
                    <a:pt x="4647166" y="3145617"/>
                  </a:lnTo>
                  <a:lnTo>
                    <a:pt x="4710890" y="3137647"/>
                  </a:lnTo>
                  <a:lnTo>
                    <a:pt x="4787259" y="3126914"/>
                  </a:lnTo>
                  <a:lnTo>
                    <a:pt x="4872689" y="3113318"/>
                  </a:lnTo>
                  <a:lnTo>
                    <a:pt x="4963165" y="3096871"/>
                  </a:lnTo>
                  <a:lnTo>
                    <a:pt x="5054916" y="3077635"/>
                  </a:lnTo>
                  <a:lnTo>
                    <a:pt x="5144870" y="3055663"/>
                  </a:lnTo>
                  <a:lnTo>
                    <a:pt x="5230847" y="3030949"/>
                  </a:lnTo>
                  <a:lnTo>
                    <a:pt x="5311547" y="3003395"/>
                  </a:lnTo>
                  <a:lnTo>
                    <a:pt x="5386418" y="2972795"/>
                  </a:lnTo>
                  <a:lnTo>
                    <a:pt x="5455471" y="2938828"/>
                  </a:lnTo>
                  <a:lnTo>
                    <a:pt x="5519110" y="2901067"/>
                  </a:lnTo>
                  <a:lnTo>
                    <a:pt x="5577981" y="2858987"/>
                  </a:lnTo>
                  <a:lnTo>
                    <a:pt x="5632868" y="2811999"/>
                  </a:lnTo>
                  <a:lnTo>
                    <a:pt x="5684602" y="2759495"/>
                  </a:lnTo>
                  <a:lnTo>
                    <a:pt x="5734000" y="2700934"/>
                  </a:lnTo>
                  <a:lnTo>
                    <a:pt x="5781795" y="2635986"/>
                  </a:lnTo>
                  <a:lnTo>
                    <a:pt x="5784835" y="2631581"/>
                  </a:lnTo>
                  <a:lnTo>
                    <a:pt x="5820527" y="2577457"/>
                  </a:lnTo>
                  <a:lnTo>
                    <a:pt x="5855890" y="2519542"/>
                  </a:lnTo>
                  <a:lnTo>
                    <a:pt x="5891122" y="2457759"/>
                  </a:lnTo>
                  <a:lnTo>
                    <a:pt x="5926379" y="2392085"/>
                  </a:lnTo>
                  <a:lnTo>
                    <a:pt x="5961782" y="2322560"/>
                  </a:lnTo>
                  <a:lnTo>
                    <a:pt x="5997419" y="2249292"/>
                  </a:lnTo>
                  <a:lnTo>
                    <a:pt x="6033346" y="2172460"/>
                  </a:lnTo>
                  <a:lnTo>
                    <a:pt x="6069593" y="2092313"/>
                  </a:lnTo>
                  <a:lnTo>
                    <a:pt x="6106164" y="2009178"/>
                  </a:lnTo>
                  <a:lnTo>
                    <a:pt x="6143039" y="1923448"/>
                  </a:lnTo>
                  <a:lnTo>
                    <a:pt x="6180180" y="1835581"/>
                  </a:lnTo>
                  <a:lnTo>
                    <a:pt x="6217530" y="1746088"/>
                  </a:lnTo>
                  <a:lnTo>
                    <a:pt x="6255023" y="1655525"/>
                  </a:lnTo>
                  <a:lnTo>
                    <a:pt x="6292580" y="1564475"/>
                  </a:lnTo>
                  <a:lnTo>
                    <a:pt x="6330123" y="1473535"/>
                  </a:lnTo>
                  <a:lnTo>
                    <a:pt x="6367572" y="1383298"/>
                  </a:lnTo>
                  <a:lnTo>
                    <a:pt x="6404853" y="1294340"/>
                  </a:lnTo>
                  <a:lnTo>
                    <a:pt x="6441902" y="1207201"/>
                  </a:lnTo>
                  <a:lnTo>
                    <a:pt x="6478668" y="1122374"/>
                  </a:lnTo>
                  <a:lnTo>
                    <a:pt x="6515121" y="1040295"/>
                  </a:lnTo>
                  <a:lnTo>
                    <a:pt x="6551249" y="961332"/>
                  </a:lnTo>
                  <a:lnTo>
                    <a:pt x="6587065" y="885783"/>
                  </a:lnTo>
                  <a:lnTo>
                    <a:pt x="6622608" y="813874"/>
                  </a:lnTo>
                  <a:lnTo>
                    <a:pt x="6657945" y="745755"/>
                  </a:lnTo>
                  <a:lnTo>
                    <a:pt x="6693177" y="681509"/>
                  </a:lnTo>
                  <a:lnTo>
                    <a:pt x="6728437" y="621152"/>
                  </a:lnTo>
                  <a:lnTo>
                    <a:pt x="6763896" y="564641"/>
                  </a:lnTo>
                  <a:lnTo>
                    <a:pt x="6786527" y="530834"/>
                  </a:lnTo>
                  <a:lnTo>
                    <a:pt x="6834241" y="465471"/>
                  </a:lnTo>
                  <a:lnTo>
                    <a:pt x="6883515" y="406505"/>
                  </a:lnTo>
                  <a:lnTo>
                    <a:pt x="6935075" y="353626"/>
                  </a:lnTo>
                  <a:lnTo>
                    <a:pt x="6989733" y="306301"/>
                  </a:lnTo>
                  <a:lnTo>
                    <a:pt x="7048323" y="263923"/>
                  </a:lnTo>
                  <a:lnTo>
                    <a:pt x="7111633" y="225900"/>
                  </a:lnTo>
                  <a:lnTo>
                    <a:pt x="7180322" y="191703"/>
                  </a:lnTo>
                  <a:lnTo>
                    <a:pt x="7254813" y="160896"/>
                  </a:lnTo>
                  <a:lnTo>
                    <a:pt x="7335147" y="133154"/>
                  </a:lnTo>
                  <a:lnTo>
                    <a:pt x="7420814" y="108261"/>
                  </a:lnTo>
                  <a:lnTo>
                    <a:pt x="7510567" y="86114"/>
                  </a:lnTo>
                  <a:lnTo>
                    <a:pt x="7602286" y="66700"/>
                  </a:lnTo>
                  <a:lnTo>
                    <a:pt x="7692953" y="50072"/>
                  </a:lnTo>
                  <a:lnTo>
                    <a:pt x="7778829" y="36291"/>
                  </a:lnTo>
                  <a:lnTo>
                    <a:pt x="7855899" y="25374"/>
                  </a:lnTo>
                  <a:lnTo>
                    <a:pt x="7920526" y="17232"/>
                  </a:lnTo>
                  <a:lnTo>
                    <a:pt x="7970197" y="11631"/>
                  </a:lnTo>
                  <a:lnTo>
                    <a:pt x="8004118" y="8189"/>
                  </a:lnTo>
                  <a:lnTo>
                    <a:pt x="8023497" y="6413"/>
                  </a:lnTo>
                  <a:lnTo>
                    <a:pt x="8031466" y="5750"/>
                  </a:lnTo>
                  <a:lnTo>
                    <a:pt x="8032819" y="5647"/>
                  </a:lnTo>
                  <a:lnTo>
                    <a:pt x="8554953" y="5647"/>
                  </a:lnTo>
                  <a:lnTo>
                    <a:pt x="8554953" y="0"/>
                  </a:lnTo>
                  <a:lnTo>
                    <a:pt x="8032819" y="0"/>
                  </a:lnTo>
                  <a:lnTo>
                    <a:pt x="8031693" y="85"/>
                  </a:lnTo>
                  <a:lnTo>
                    <a:pt x="8024311" y="695"/>
                  </a:lnTo>
                  <a:lnTo>
                    <a:pt x="8005781" y="2383"/>
                  </a:lnTo>
                  <a:lnTo>
                    <a:pt x="7972855" y="5702"/>
                  </a:lnTo>
                  <a:lnTo>
                    <a:pt x="7924196" y="11151"/>
                  </a:lnTo>
                  <a:lnTo>
                    <a:pt x="7860472" y="19120"/>
                  </a:lnTo>
                  <a:lnTo>
                    <a:pt x="7784103" y="29854"/>
                  </a:lnTo>
                  <a:lnTo>
                    <a:pt x="7698673" y="43450"/>
                  </a:lnTo>
                  <a:lnTo>
                    <a:pt x="7608197" y="59897"/>
                  </a:lnTo>
                  <a:lnTo>
                    <a:pt x="7516446" y="79133"/>
                  </a:lnTo>
                  <a:lnTo>
                    <a:pt x="7426492" y="101105"/>
                  </a:lnTo>
                  <a:lnTo>
                    <a:pt x="7340515" y="125819"/>
                  </a:lnTo>
                  <a:lnTo>
                    <a:pt x="7259815" y="153372"/>
                  </a:lnTo>
                  <a:lnTo>
                    <a:pt x="7184944" y="183972"/>
                  </a:lnTo>
                  <a:lnTo>
                    <a:pt x="7115891" y="217939"/>
                  </a:lnTo>
                  <a:lnTo>
                    <a:pt x="7052252" y="255701"/>
                  </a:lnTo>
                  <a:lnTo>
                    <a:pt x="6993381" y="297781"/>
                  </a:lnTo>
                  <a:lnTo>
                    <a:pt x="6938494" y="344768"/>
                  </a:lnTo>
                  <a:lnTo>
                    <a:pt x="6886760" y="397272"/>
                  </a:lnTo>
                  <a:lnTo>
                    <a:pt x="6837362" y="455833"/>
                  </a:lnTo>
                  <a:lnTo>
                    <a:pt x="6789567" y="520782"/>
                  </a:lnTo>
                  <a:lnTo>
                    <a:pt x="6786527" y="525186"/>
                  </a:lnTo>
                  <a:lnTo>
                    <a:pt x="6750835" y="579310"/>
                  </a:lnTo>
                  <a:lnTo>
                    <a:pt x="6715472" y="637225"/>
                  </a:lnTo>
                  <a:lnTo>
                    <a:pt x="6680240" y="699009"/>
                  </a:lnTo>
                  <a:lnTo>
                    <a:pt x="6644983" y="764683"/>
                  </a:lnTo>
                  <a:lnTo>
                    <a:pt x="6609580" y="834207"/>
                  </a:lnTo>
                  <a:lnTo>
                    <a:pt x="6573943" y="907475"/>
                  </a:lnTo>
                  <a:lnTo>
                    <a:pt x="6538016" y="984308"/>
                  </a:lnTo>
                  <a:lnTo>
                    <a:pt x="6501769" y="1064454"/>
                  </a:lnTo>
                  <a:lnTo>
                    <a:pt x="6465198" y="1147589"/>
                  </a:lnTo>
                  <a:lnTo>
                    <a:pt x="6428323" y="1233320"/>
                  </a:lnTo>
                  <a:lnTo>
                    <a:pt x="6391182" y="1321187"/>
                  </a:lnTo>
                  <a:lnTo>
                    <a:pt x="6353832" y="1410680"/>
                  </a:lnTo>
                  <a:lnTo>
                    <a:pt x="6316339" y="1501243"/>
                  </a:lnTo>
                  <a:lnTo>
                    <a:pt x="6278782" y="1592293"/>
                  </a:lnTo>
                  <a:lnTo>
                    <a:pt x="6241239" y="1683233"/>
                  </a:lnTo>
                  <a:lnTo>
                    <a:pt x="6203790" y="1773469"/>
                  </a:lnTo>
                  <a:lnTo>
                    <a:pt x="6166509" y="1862427"/>
                  </a:lnTo>
                  <a:lnTo>
                    <a:pt x="6129460" y="1949566"/>
                  </a:lnTo>
                  <a:lnTo>
                    <a:pt x="6092693" y="2034393"/>
                  </a:lnTo>
                  <a:lnTo>
                    <a:pt x="6056241" y="2116473"/>
                  </a:lnTo>
                  <a:lnTo>
                    <a:pt x="6020113" y="2195436"/>
                  </a:lnTo>
                  <a:lnTo>
                    <a:pt x="5984297" y="2270984"/>
                  </a:lnTo>
                  <a:lnTo>
                    <a:pt x="5948754" y="2342894"/>
                  </a:lnTo>
                  <a:lnTo>
                    <a:pt x="5913417" y="2411013"/>
                  </a:lnTo>
                  <a:lnTo>
                    <a:pt x="5878185" y="2475259"/>
                  </a:lnTo>
                  <a:lnTo>
                    <a:pt x="5842925" y="2535616"/>
                  </a:lnTo>
                  <a:lnTo>
                    <a:pt x="5807466" y="2592127"/>
                  </a:lnTo>
                  <a:lnTo>
                    <a:pt x="5784835" y="2625934"/>
                  </a:lnTo>
                  <a:lnTo>
                    <a:pt x="5737120" y="2691296"/>
                  </a:lnTo>
                  <a:lnTo>
                    <a:pt x="5687847" y="2750262"/>
                  </a:lnTo>
                  <a:lnTo>
                    <a:pt x="5636287" y="2803142"/>
                  </a:lnTo>
                  <a:lnTo>
                    <a:pt x="5581629" y="2850467"/>
                  </a:lnTo>
                  <a:lnTo>
                    <a:pt x="5523039" y="2892844"/>
                  </a:lnTo>
                  <a:lnTo>
                    <a:pt x="5459729" y="2930868"/>
                  </a:lnTo>
                  <a:lnTo>
                    <a:pt x="5391040" y="2965065"/>
                  </a:lnTo>
                  <a:lnTo>
                    <a:pt x="5316549" y="2995871"/>
                  </a:lnTo>
                  <a:lnTo>
                    <a:pt x="5236215" y="3023614"/>
                  </a:lnTo>
                  <a:lnTo>
                    <a:pt x="5150548" y="3048506"/>
                  </a:lnTo>
                  <a:lnTo>
                    <a:pt x="5060795" y="3070654"/>
                  </a:lnTo>
                  <a:lnTo>
                    <a:pt x="4969076" y="3090067"/>
                  </a:lnTo>
                  <a:lnTo>
                    <a:pt x="4878409" y="3106696"/>
                  </a:lnTo>
                  <a:lnTo>
                    <a:pt x="4792533" y="3120477"/>
                  </a:lnTo>
                  <a:lnTo>
                    <a:pt x="4715463" y="3131394"/>
                  </a:lnTo>
                  <a:lnTo>
                    <a:pt x="4650836" y="3139536"/>
                  </a:lnTo>
                  <a:lnTo>
                    <a:pt x="4601165" y="3145137"/>
                  </a:lnTo>
                  <a:lnTo>
                    <a:pt x="4567244" y="3148578"/>
                  </a:lnTo>
                  <a:lnTo>
                    <a:pt x="4547865" y="3150355"/>
                  </a:lnTo>
                  <a:lnTo>
                    <a:pt x="4539896" y="3151018"/>
                  </a:lnTo>
                  <a:lnTo>
                    <a:pt x="4538543" y="3151121"/>
                  </a:lnTo>
                  <a:lnTo>
                    <a:pt x="4016409" y="3151121"/>
                  </a:lnTo>
                  <a:lnTo>
                    <a:pt x="4015158" y="3151088"/>
                  </a:lnTo>
                  <a:lnTo>
                    <a:pt x="4006979" y="3150855"/>
                  </a:lnTo>
                  <a:lnTo>
                    <a:pt x="3986520" y="3150212"/>
                  </a:lnTo>
                  <a:lnTo>
                    <a:pt x="3950351" y="3148947"/>
                  </a:lnTo>
                  <a:lnTo>
                    <a:pt x="3897270" y="3146875"/>
                  </a:lnTo>
                  <a:lnTo>
                    <a:pt x="3828368" y="3143857"/>
                  </a:lnTo>
                  <a:lnTo>
                    <a:pt x="3746650" y="3139811"/>
                  </a:lnTo>
                  <a:lnTo>
                    <a:pt x="3656287" y="3134710"/>
                  </a:lnTo>
                  <a:lnTo>
                    <a:pt x="3561734" y="3128568"/>
                  </a:lnTo>
                  <a:lnTo>
                    <a:pt x="3466984" y="3121407"/>
                  </a:lnTo>
                  <a:lnTo>
                    <a:pt x="3375124" y="3113243"/>
                  </a:lnTo>
                  <a:lnTo>
                    <a:pt x="3288195" y="3104061"/>
                  </a:lnTo>
                  <a:lnTo>
                    <a:pt x="3207276" y="3093807"/>
                  </a:lnTo>
                  <a:lnTo>
                    <a:pt x="3132672" y="3082382"/>
                  </a:lnTo>
                  <a:lnTo>
                    <a:pt x="3064136" y="3069643"/>
                  </a:lnTo>
                  <a:lnTo>
                    <a:pt x="3001059" y="3055408"/>
                  </a:lnTo>
                  <a:lnTo>
                    <a:pt x="2942625" y="3039462"/>
                  </a:lnTo>
                  <a:lnTo>
                    <a:pt x="2887919" y="3021572"/>
                  </a:lnTo>
                  <a:lnTo>
                    <a:pt x="2836019" y="3001518"/>
                  </a:lnTo>
                  <a:lnTo>
                    <a:pt x="2786071" y="2979143"/>
                  </a:lnTo>
                  <a:lnTo>
                    <a:pt x="2770117" y="2971353"/>
                  </a:lnTo>
                  <a:lnTo>
                    <a:pt x="2721178" y="2945569"/>
                  </a:lnTo>
                  <a:lnTo>
                    <a:pt x="2672717" y="2917316"/>
                  </a:lnTo>
                  <a:lnTo>
                    <a:pt x="2624280" y="2886552"/>
                  </a:lnTo>
                  <a:lnTo>
                    <a:pt x="2575550" y="2853310"/>
                  </a:lnTo>
                  <a:lnTo>
                    <a:pt x="2526322" y="2817704"/>
                  </a:lnTo>
                  <a:lnTo>
                    <a:pt x="2476499" y="2779937"/>
                  </a:lnTo>
                  <a:lnTo>
                    <a:pt x="2426074" y="2740301"/>
                  </a:lnTo>
                  <a:lnTo>
                    <a:pt x="2375117" y="2699168"/>
                  </a:lnTo>
                  <a:lnTo>
                    <a:pt x="2323765" y="2656984"/>
                  </a:lnTo>
                  <a:lnTo>
                    <a:pt x="2272198" y="2614246"/>
                  </a:lnTo>
                  <a:lnTo>
                    <a:pt x="2220618" y="2571477"/>
                  </a:lnTo>
                  <a:lnTo>
                    <a:pt x="2169232" y="2529205"/>
                  </a:lnTo>
                  <a:lnTo>
                    <a:pt x="2118223" y="2487929"/>
                  </a:lnTo>
                  <a:lnTo>
                    <a:pt x="2067732" y="2448103"/>
                  </a:lnTo>
                  <a:lnTo>
                    <a:pt x="2017840" y="2410107"/>
                  </a:lnTo>
                  <a:lnTo>
                    <a:pt x="1968548" y="2374245"/>
                  </a:lnTo>
                  <a:lnTo>
                    <a:pt x="1919769" y="2340727"/>
                  </a:lnTo>
                  <a:lnTo>
                    <a:pt x="1871313" y="2309679"/>
                  </a:lnTo>
                  <a:lnTo>
                    <a:pt x="1822875" y="2281142"/>
                  </a:lnTo>
                  <a:lnTo>
                    <a:pt x="1774017" y="2255083"/>
                  </a:lnTo>
                  <a:lnTo>
                    <a:pt x="1768425" y="2252280"/>
                  </a:lnTo>
                  <a:lnTo>
                    <a:pt x="1718950" y="2229134"/>
                  </a:lnTo>
                  <a:lnTo>
                    <a:pt x="1667774" y="2208338"/>
                  </a:lnTo>
                  <a:lnTo>
                    <a:pt x="1614080" y="2189767"/>
                  </a:lnTo>
                  <a:lnTo>
                    <a:pt x="1556961" y="2173213"/>
                  </a:lnTo>
                  <a:lnTo>
                    <a:pt x="1495491" y="2158446"/>
                  </a:lnTo>
                  <a:lnTo>
                    <a:pt x="1428811" y="2145243"/>
                  </a:lnTo>
                  <a:lnTo>
                    <a:pt x="1356229" y="2133408"/>
                  </a:lnTo>
                  <a:lnTo>
                    <a:pt x="1277362" y="2122786"/>
                  </a:lnTo>
                  <a:lnTo>
                    <a:pt x="1192313" y="2113263"/>
                  </a:lnTo>
                  <a:lnTo>
                    <a:pt x="1101883" y="2104771"/>
                  </a:lnTo>
                  <a:lnTo>
                    <a:pt x="1007785" y="2097284"/>
                  </a:lnTo>
                  <a:lnTo>
                    <a:pt x="912767" y="2090807"/>
                  </a:lnTo>
                  <a:lnTo>
                    <a:pt x="820562" y="2085365"/>
                  </a:lnTo>
                  <a:lnTo>
                    <a:pt x="735542" y="2080977"/>
                  </a:lnTo>
                  <a:lnTo>
                    <a:pt x="662066" y="2077630"/>
                  </a:lnTo>
                  <a:lnTo>
                    <a:pt x="603613" y="2075263"/>
                  </a:lnTo>
                  <a:lnTo>
                    <a:pt x="561960" y="2073754"/>
                  </a:lnTo>
                  <a:lnTo>
                    <a:pt x="536663" y="2072931"/>
                  </a:lnTo>
                  <a:lnTo>
                    <a:pt x="524990" y="2072588"/>
                  </a:lnTo>
                  <a:lnTo>
                    <a:pt x="522133" y="2072511"/>
                  </a:lnTo>
                  <a:lnTo>
                    <a:pt x="0" y="2072511"/>
                  </a:lnTo>
                  <a:close/>
                </a:path>
              </a:pathLst>
            </a:custGeom>
            <a:solidFill>
              <a:srgbClr val="F28E5B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945" name="pl945"/>
            <p:cNvSpPr/>
            <p:nvPr/>
          </p:nvSpPr>
          <p:spPr>
            <a:xfrm>
              <a:off x="386606" y="1976149"/>
              <a:ext cx="8554953" cy="3151121"/>
            </a:xfrm>
            <a:custGeom>
              <a:avLst/>
              <a:pathLst>
                <a:path w="8554953" h="3151121">
                  <a:moveTo>
                    <a:pt x="0" y="2072511"/>
                  </a:moveTo>
                  <a:lnTo>
                    <a:pt x="522133" y="2072511"/>
                  </a:lnTo>
                  <a:lnTo>
                    <a:pt x="523384" y="2072544"/>
                  </a:lnTo>
                  <a:lnTo>
                    <a:pt x="531563" y="2072777"/>
                  </a:lnTo>
                  <a:lnTo>
                    <a:pt x="552022" y="2073421"/>
                  </a:lnTo>
                  <a:lnTo>
                    <a:pt x="588191" y="2074685"/>
                  </a:lnTo>
                  <a:lnTo>
                    <a:pt x="641272" y="2076757"/>
                  </a:lnTo>
                  <a:lnTo>
                    <a:pt x="710174" y="2079775"/>
                  </a:lnTo>
                  <a:lnTo>
                    <a:pt x="791892" y="2083822"/>
                  </a:lnTo>
                  <a:lnTo>
                    <a:pt x="882255" y="2088922"/>
                  </a:lnTo>
                  <a:lnTo>
                    <a:pt x="976808" y="2095065"/>
                  </a:lnTo>
                  <a:lnTo>
                    <a:pt x="1071558" y="2102225"/>
                  </a:lnTo>
                  <a:lnTo>
                    <a:pt x="1163418" y="2110389"/>
                  </a:lnTo>
                  <a:lnTo>
                    <a:pt x="1250347" y="2119571"/>
                  </a:lnTo>
                  <a:lnTo>
                    <a:pt x="1331266" y="2129825"/>
                  </a:lnTo>
                  <a:lnTo>
                    <a:pt x="1405870" y="2141250"/>
                  </a:lnTo>
                  <a:lnTo>
                    <a:pt x="1474406" y="2153989"/>
                  </a:lnTo>
                  <a:lnTo>
                    <a:pt x="1537483" y="2168224"/>
                  </a:lnTo>
                  <a:lnTo>
                    <a:pt x="1595918" y="2184171"/>
                  </a:lnTo>
                  <a:lnTo>
                    <a:pt x="1650623" y="2202061"/>
                  </a:lnTo>
                  <a:lnTo>
                    <a:pt x="1702523" y="2222114"/>
                  </a:lnTo>
                  <a:lnTo>
                    <a:pt x="1752471" y="2244490"/>
                  </a:lnTo>
                  <a:lnTo>
                    <a:pt x="1768425" y="2252280"/>
                  </a:lnTo>
                  <a:lnTo>
                    <a:pt x="1817364" y="2278063"/>
                  </a:lnTo>
                  <a:lnTo>
                    <a:pt x="1865826" y="2306316"/>
                  </a:lnTo>
                  <a:lnTo>
                    <a:pt x="1914262" y="2337080"/>
                  </a:lnTo>
                  <a:lnTo>
                    <a:pt x="1962992" y="2370322"/>
                  </a:lnTo>
                  <a:lnTo>
                    <a:pt x="2012220" y="2405928"/>
                  </a:lnTo>
                  <a:lnTo>
                    <a:pt x="2062043" y="2443695"/>
                  </a:lnTo>
                  <a:lnTo>
                    <a:pt x="2112468" y="2483332"/>
                  </a:lnTo>
                  <a:lnTo>
                    <a:pt x="2163425" y="2524464"/>
                  </a:lnTo>
                  <a:lnTo>
                    <a:pt x="2214777" y="2566648"/>
                  </a:lnTo>
                  <a:lnTo>
                    <a:pt x="2266344" y="2609387"/>
                  </a:lnTo>
                  <a:lnTo>
                    <a:pt x="2317924" y="2652155"/>
                  </a:lnTo>
                  <a:lnTo>
                    <a:pt x="2369310" y="2694428"/>
                  </a:lnTo>
                  <a:lnTo>
                    <a:pt x="2420319" y="2735703"/>
                  </a:lnTo>
                  <a:lnTo>
                    <a:pt x="2470810" y="2775530"/>
                  </a:lnTo>
                  <a:lnTo>
                    <a:pt x="2520703" y="2813525"/>
                  </a:lnTo>
                  <a:lnTo>
                    <a:pt x="2569994" y="2849388"/>
                  </a:lnTo>
                  <a:lnTo>
                    <a:pt x="2618773" y="2882905"/>
                  </a:lnTo>
                  <a:lnTo>
                    <a:pt x="2667229" y="2913953"/>
                  </a:lnTo>
                  <a:lnTo>
                    <a:pt x="2715667" y="2942490"/>
                  </a:lnTo>
                  <a:lnTo>
                    <a:pt x="2764525" y="2968550"/>
                  </a:lnTo>
                  <a:lnTo>
                    <a:pt x="2770117" y="2971353"/>
                  </a:lnTo>
                  <a:lnTo>
                    <a:pt x="2819592" y="2994498"/>
                  </a:lnTo>
                  <a:lnTo>
                    <a:pt x="2870769" y="3015294"/>
                  </a:lnTo>
                  <a:lnTo>
                    <a:pt x="2924462" y="3033866"/>
                  </a:lnTo>
                  <a:lnTo>
                    <a:pt x="2981581" y="3050419"/>
                  </a:lnTo>
                  <a:lnTo>
                    <a:pt x="3043051" y="3065186"/>
                  </a:lnTo>
                  <a:lnTo>
                    <a:pt x="3109731" y="3078389"/>
                  </a:lnTo>
                  <a:lnTo>
                    <a:pt x="3182313" y="3090224"/>
                  </a:lnTo>
                  <a:lnTo>
                    <a:pt x="3261180" y="3100846"/>
                  </a:lnTo>
                  <a:lnTo>
                    <a:pt x="3346229" y="3110369"/>
                  </a:lnTo>
                  <a:lnTo>
                    <a:pt x="3436659" y="3118861"/>
                  </a:lnTo>
                  <a:lnTo>
                    <a:pt x="3530757" y="3126348"/>
                  </a:lnTo>
                  <a:lnTo>
                    <a:pt x="3625775" y="3132825"/>
                  </a:lnTo>
                  <a:lnTo>
                    <a:pt x="3717980" y="3138267"/>
                  </a:lnTo>
                  <a:lnTo>
                    <a:pt x="3803000" y="3142656"/>
                  </a:lnTo>
                  <a:lnTo>
                    <a:pt x="3876476" y="3146002"/>
                  </a:lnTo>
                  <a:lnTo>
                    <a:pt x="3934929" y="3148369"/>
                  </a:lnTo>
                  <a:lnTo>
                    <a:pt x="3976582" y="3149878"/>
                  </a:lnTo>
                  <a:lnTo>
                    <a:pt x="4001879" y="3150701"/>
                  </a:lnTo>
                  <a:lnTo>
                    <a:pt x="4013553" y="3151045"/>
                  </a:lnTo>
                  <a:lnTo>
                    <a:pt x="4016365" y="3151120"/>
                  </a:lnTo>
                  <a:lnTo>
                    <a:pt x="4016409" y="3151121"/>
                  </a:lnTo>
                  <a:lnTo>
                    <a:pt x="4538543" y="3151121"/>
                  </a:lnTo>
                  <a:lnTo>
                    <a:pt x="4539669" y="3151035"/>
                  </a:lnTo>
                  <a:lnTo>
                    <a:pt x="4547051" y="3150425"/>
                  </a:lnTo>
                  <a:lnTo>
                    <a:pt x="4565581" y="3148737"/>
                  </a:lnTo>
                  <a:lnTo>
                    <a:pt x="4598507" y="3145419"/>
                  </a:lnTo>
                  <a:lnTo>
                    <a:pt x="4647166" y="3139970"/>
                  </a:lnTo>
                  <a:lnTo>
                    <a:pt x="4710890" y="3132000"/>
                  </a:lnTo>
                  <a:lnTo>
                    <a:pt x="4787259" y="3121266"/>
                  </a:lnTo>
                  <a:lnTo>
                    <a:pt x="4872689" y="3107671"/>
                  </a:lnTo>
                  <a:lnTo>
                    <a:pt x="4963165" y="3091223"/>
                  </a:lnTo>
                  <a:lnTo>
                    <a:pt x="5054916" y="3071987"/>
                  </a:lnTo>
                  <a:lnTo>
                    <a:pt x="5144870" y="3050016"/>
                  </a:lnTo>
                  <a:lnTo>
                    <a:pt x="5230847" y="3025302"/>
                  </a:lnTo>
                  <a:lnTo>
                    <a:pt x="5311547" y="2997748"/>
                  </a:lnTo>
                  <a:lnTo>
                    <a:pt x="5386418" y="2967148"/>
                  </a:lnTo>
                  <a:lnTo>
                    <a:pt x="5455471" y="2933181"/>
                  </a:lnTo>
                  <a:lnTo>
                    <a:pt x="5519110" y="2895419"/>
                  </a:lnTo>
                  <a:lnTo>
                    <a:pt x="5577981" y="2853340"/>
                  </a:lnTo>
                  <a:lnTo>
                    <a:pt x="5632868" y="2806352"/>
                  </a:lnTo>
                  <a:lnTo>
                    <a:pt x="5684602" y="2753848"/>
                  </a:lnTo>
                  <a:lnTo>
                    <a:pt x="5734000" y="2695287"/>
                  </a:lnTo>
                  <a:lnTo>
                    <a:pt x="5781795" y="2630339"/>
                  </a:lnTo>
                  <a:lnTo>
                    <a:pt x="5784835" y="2625934"/>
                  </a:lnTo>
                  <a:lnTo>
                    <a:pt x="5820527" y="2571810"/>
                  </a:lnTo>
                  <a:lnTo>
                    <a:pt x="5855890" y="2513895"/>
                  </a:lnTo>
                  <a:lnTo>
                    <a:pt x="5891122" y="2452112"/>
                  </a:lnTo>
                  <a:lnTo>
                    <a:pt x="5926379" y="2386438"/>
                  </a:lnTo>
                  <a:lnTo>
                    <a:pt x="5961782" y="2316913"/>
                  </a:lnTo>
                  <a:lnTo>
                    <a:pt x="5997419" y="2243645"/>
                  </a:lnTo>
                  <a:lnTo>
                    <a:pt x="6033346" y="2166812"/>
                  </a:lnTo>
                  <a:lnTo>
                    <a:pt x="6069593" y="2086666"/>
                  </a:lnTo>
                  <a:lnTo>
                    <a:pt x="6106164" y="2003531"/>
                  </a:lnTo>
                  <a:lnTo>
                    <a:pt x="6143039" y="1917801"/>
                  </a:lnTo>
                  <a:lnTo>
                    <a:pt x="6180180" y="1829934"/>
                  </a:lnTo>
                  <a:lnTo>
                    <a:pt x="6217530" y="1740441"/>
                  </a:lnTo>
                  <a:lnTo>
                    <a:pt x="6255023" y="1649878"/>
                  </a:lnTo>
                  <a:lnTo>
                    <a:pt x="6292580" y="1558828"/>
                  </a:lnTo>
                  <a:lnTo>
                    <a:pt x="6330123" y="1467888"/>
                  </a:lnTo>
                  <a:lnTo>
                    <a:pt x="6367572" y="1377651"/>
                  </a:lnTo>
                  <a:lnTo>
                    <a:pt x="6404853" y="1288693"/>
                  </a:lnTo>
                  <a:lnTo>
                    <a:pt x="6441902" y="1201554"/>
                  </a:lnTo>
                  <a:lnTo>
                    <a:pt x="6478668" y="1116727"/>
                  </a:lnTo>
                  <a:lnTo>
                    <a:pt x="6515121" y="1034648"/>
                  </a:lnTo>
                  <a:lnTo>
                    <a:pt x="6551249" y="955685"/>
                  </a:lnTo>
                  <a:lnTo>
                    <a:pt x="6587065" y="880136"/>
                  </a:lnTo>
                  <a:lnTo>
                    <a:pt x="6622608" y="808227"/>
                  </a:lnTo>
                  <a:lnTo>
                    <a:pt x="6657945" y="740108"/>
                  </a:lnTo>
                  <a:lnTo>
                    <a:pt x="6693177" y="675861"/>
                  </a:lnTo>
                  <a:lnTo>
                    <a:pt x="6728437" y="615504"/>
                  </a:lnTo>
                  <a:lnTo>
                    <a:pt x="6763896" y="558994"/>
                  </a:lnTo>
                  <a:lnTo>
                    <a:pt x="6786527" y="525186"/>
                  </a:lnTo>
                  <a:lnTo>
                    <a:pt x="6834241" y="459824"/>
                  </a:lnTo>
                  <a:lnTo>
                    <a:pt x="6883515" y="400858"/>
                  </a:lnTo>
                  <a:lnTo>
                    <a:pt x="6935075" y="347979"/>
                  </a:lnTo>
                  <a:lnTo>
                    <a:pt x="6989733" y="300654"/>
                  </a:lnTo>
                  <a:lnTo>
                    <a:pt x="7048323" y="258276"/>
                  </a:lnTo>
                  <a:lnTo>
                    <a:pt x="7111633" y="220253"/>
                  </a:lnTo>
                  <a:lnTo>
                    <a:pt x="7180322" y="186056"/>
                  </a:lnTo>
                  <a:lnTo>
                    <a:pt x="7254813" y="155249"/>
                  </a:lnTo>
                  <a:lnTo>
                    <a:pt x="7335147" y="127507"/>
                  </a:lnTo>
                  <a:lnTo>
                    <a:pt x="7420814" y="102614"/>
                  </a:lnTo>
                  <a:lnTo>
                    <a:pt x="7510567" y="80467"/>
                  </a:lnTo>
                  <a:lnTo>
                    <a:pt x="7602286" y="61053"/>
                  </a:lnTo>
                  <a:lnTo>
                    <a:pt x="7692953" y="44424"/>
                  </a:lnTo>
                  <a:lnTo>
                    <a:pt x="7778829" y="30643"/>
                  </a:lnTo>
                  <a:lnTo>
                    <a:pt x="7855899" y="19727"/>
                  </a:lnTo>
                  <a:lnTo>
                    <a:pt x="7920526" y="11585"/>
                  </a:lnTo>
                  <a:lnTo>
                    <a:pt x="7970197" y="5984"/>
                  </a:lnTo>
                  <a:lnTo>
                    <a:pt x="8004118" y="2542"/>
                  </a:lnTo>
                  <a:lnTo>
                    <a:pt x="8023497" y="766"/>
                  </a:lnTo>
                  <a:lnTo>
                    <a:pt x="8031466" y="103"/>
                  </a:lnTo>
                  <a:lnTo>
                    <a:pt x="8032819" y="0"/>
                  </a:lnTo>
                  <a:lnTo>
                    <a:pt x="8032819" y="0"/>
                  </a:lnTo>
                  <a:lnTo>
                    <a:pt x="8554953" y="0"/>
                  </a:lnTo>
                  <a:lnTo>
                    <a:pt x="8554953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946" name="pl946"/>
            <p:cNvSpPr/>
            <p:nvPr/>
          </p:nvSpPr>
          <p:spPr>
            <a:xfrm>
              <a:off x="386606" y="1970502"/>
              <a:ext cx="8554953" cy="3151121"/>
            </a:xfrm>
            <a:custGeom>
              <a:avLst/>
              <a:pathLst>
                <a:path w="8554953" h="3151121">
                  <a:moveTo>
                    <a:pt x="8554953" y="0"/>
                  </a:moveTo>
                  <a:lnTo>
                    <a:pt x="8032819" y="0"/>
                  </a:lnTo>
                  <a:lnTo>
                    <a:pt x="8031693" y="85"/>
                  </a:lnTo>
                  <a:lnTo>
                    <a:pt x="8024311" y="695"/>
                  </a:lnTo>
                  <a:lnTo>
                    <a:pt x="8005781" y="2383"/>
                  </a:lnTo>
                  <a:lnTo>
                    <a:pt x="7972855" y="5702"/>
                  </a:lnTo>
                  <a:lnTo>
                    <a:pt x="7924196" y="11151"/>
                  </a:lnTo>
                  <a:lnTo>
                    <a:pt x="7860472" y="19120"/>
                  </a:lnTo>
                  <a:lnTo>
                    <a:pt x="7784103" y="29854"/>
                  </a:lnTo>
                  <a:lnTo>
                    <a:pt x="7698673" y="43450"/>
                  </a:lnTo>
                  <a:lnTo>
                    <a:pt x="7608197" y="59897"/>
                  </a:lnTo>
                  <a:lnTo>
                    <a:pt x="7516446" y="79133"/>
                  </a:lnTo>
                  <a:lnTo>
                    <a:pt x="7426492" y="101105"/>
                  </a:lnTo>
                  <a:lnTo>
                    <a:pt x="7340515" y="125819"/>
                  </a:lnTo>
                  <a:lnTo>
                    <a:pt x="7259815" y="153372"/>
                  </a:lnTo>
                  <a:lnTo>
                    <a:pt x="7184944" y="183972"/>
                  </a:lnTo>
                  <a:lnTo>
                    <a:pt x="7115891" y="217939"/>
                  </a:lnTo>
                  <a:lnTo>
                    <a:pt x="7052252" y="255701"/>
                  </a:lnTo>
                  <a:lnTo>
                    <a:pt x="6993381" y="297781"/>
                  </a:lnTo>
                  <a:lnTo>
                    <a:pt x="6938494" y="344768"/>
                  </a:lnTo>
                  <a:lnTo>
                    <a:pt x="6886760" y="397272"/>
                  </a:lnTo>
                  <a:lnTo>
                    <a:pt x="6837362" y="455833"/>
                  </a:lnTo>
                  <a:lnTo>
                    <a:pt x="6789567" y="520782"/>
                  </a:lnTo>
                  <a:lnTo>
                    <a:pt x="6786527" y="525186"/>
                  </a:lnTo>
                  <a:lnTo>
                    <a:pt x="6750835" y="579310"/>
                  </a:lnTo>
                  <a:lnTo>
                    <a:pt x="6715472" y="637225"/>
                  </a:lnTo>
                  <a:lnTo>
                    <a:pt x="6680240" y="699009"/>
                  </a:lnTo>
                  <a:lnTo>
                    <a:pt x="6644983" y="764683"/>
                  </a:lnTo>
                  <a:lnTo>
                    <a:pt x="6609580" y="834207"/>
                  </a:lnTo>
                  <a:lnTo>
                    <a:pt x="6573943" y="907475"/>
                  </a:lnTo>
                  <a:lnTo>
                    <a:pt x="6538016" y="984308"/>
                  </a:lnTo>
                  <a:lnTo>
                    <a:pt x="6501769" y="1064454"/>
                  </a:lnTo>
                  <a:lnTo>
                    <a:pt x="6465198" y="1147589"/>
                  </a:lnTo>
                  <a:lnTo>
                    <a:pt x="6428323" y="1233320"/>
                  </a:lnTo>
                  <a:lnTo>
                    <a:pt x="6391182" y="1321187"/>
                  </a:lnTo>
                  <a:lnTo>
                    <a:pt x="6353832" y="1410680"/>
                  </a:lnTo>
                  <a:lnTo>
                    <a:pt x="6316339" y="1501243"/>
                  </a:lnTo>
                  <a:lnTo>
                    <a:pt x="6278782" y="1592293"/>
                  </a:lnTo>
                  <a:lnTo>
                    <a:pt x="6241239" y="1683233"/>
                  </a:lnTo>
                  <a:lnTo>
                    <a:pt x="6203790" y="1773469"/>
                  </a:lnTo>
                  <a:lnTo>
                    <a:pt x="6166509" y="1862427"/>
                  </a:lnTo>
                  <a:lnTo>
                    <a:pt x="6129460" y="1949566"/>
                  </a:lnTo>
                  <a:lnTo>
                    <a:pt x="6092693" y="2034393"/>
                  </a:lnTo>
                  <a:lnTo>
                    <a:pt x="6056241" y="2116473"/>
                  </a:lnTo>
                  <a:lnTo>
                    <a:pt x="6020113" y="2195436"/>
                  </a:lnTo>
                  <a:lnTo>
                    <a:pt x="5984297" y="2270984"/>
                  </a:lnTo>
                  <a:lnTo>
                    <a:pt x="5948754" y="2342894"/>
                  </a:lnTo>
                  <a:lnTo>
                    <a:pt x="5913417" y="2411013"/>
                  </a:lnTo>
                  <a:lnTo>
                    <a:pt x="5878185" y="2475259"/>
                  </a:lnTo>
                  <a:lnTo>
                    <a:pt x="5842925" y="2535616"/>
                  </a:lnTo>
                  <a:lnTo>
                    <a:pt x="5807466" y="2592127"/>
                  </a:lnTo>
                  <a:lnTo>
                    <a:pt x="5784835" y="2625934"/>
                  </a:lnTo>
                  <a:lnTo>
                    <a:pt x="5737120" y="2691296"/>
                  </a:lnTo>
                  <a:lnTo>
                    <a:pt x="5687847" y="2750262"/>
                  </a:lnTo>
                  <a:lnTo>
                    <a:pt x="5636287" y="2803142"/>
                  </a:lnTo>
                  <a:lnTo>
                    <a:pt x="5581629" y="2850467"/>
                  </a:lnTo>
                  <a:lnTo>
                    <a:pt x="5523039" y="2892844"/>
                  </a:lnTo>
                  <a:lnTo>
                    <a:pt x="5459729" y="2930868"/>
                  </a:lnTo>
                  <a:lnTo>
                    <a:pt x="5391040" y="2965065"/>
                  </a:lnTo>
                  <a:lnTo>
                    <a:pt x="5316549" y="2995871"/>
                  </a:lnTo>
                  <a:lnTo>
                    <a:pt x="5236215" y="3023614"/>
                  </a:lnTo>
                  <a:lnTo>
                    <a:pt x="5150548" y="3048506"/>
                  </a:lnTo>
                  <a:lnTo>
                    <a:pt x="5060795" y="3070654"/>
                  </a:lnTo>
                  <a:lnTo>
                    <a:pt x="4969076" y="3090067"/>
                  </a:lnTo>
                  <a:lnTo>
                    <a:pt x="4878409" y="3106696"/>
                  </a:lnTo>
                  <a:lnTo>
                    <a:pt x="4792533" y="3120477"/>
                  </a:lnTo>
                  <a:lnTo>
                    <a:pt x="4715463" y="3131394"/>
                  </a:lnTo>
                  <a:lnTo>
                    <a:pt x="4650836" y="3139536"/>
                  </a:lnTo>
                  <a:lnTo>
                    <a:pt x="4601165" y="3145137"/>
                  </a:lnTo>
                  <a:lnTo>
                    <a:pt x="4567244" y="3148578"/>
                  </a:lnTo>
                  <a:lnTo>
                    <a:pt x="4547865" y="3150355"/>
                  </a:lnTo>
                  <a:lnTo>
                    <a:pt x="4539896" y="3151018"/>
                  </a:lnTo>
                  <a:lnTo>
                    <a:pt x="4538543" y="3151121"/>
                  </a:lnTo>
                  <a:lnTo>
                    <a:pt x="4538543" y="3151121"/>
                  </a:lnTo>
                  <a:lnTo>
                    <a:pt x="4016409" y="3151121"/>
                  </a:lnTo>
                  <a:lnTo>
                    <a:pt x="4015158" y="3151088"/>
                  </a:lnTo>
                  <a:lnTo>
                    <a:pt x="4006979" y="3150855"/>
                  </a:lnTo>
                  <a:lnTo>
                    <a:pt x="3986520" y="3150212"/>
                  </a:lnTo>
                  <a:lnTo>
                    <a:pt x="3950351" y="3148947"/>
                  </a:lnTo>
                  <a:lnTo>
                    <a:pt x="3897270" y="3146875"/>
                  </a:lnTo>
                  <a:lnTo>
                    <a:pt x="3828368" y="3143857"/>
                  </a:lnTo>
                  <a:lnTo>
                    <a:pt x="3746650" y="3139811"/>
                  </a:lnTo>
                  <a:lnTo>
                    <a:pt x="3656287" y="3134710"/>
                  </a:lnTo>
                  <a:lnTo>
                    <a:pt x="3561734" y="3128568"/>
                  </a:lnTo>
                  <a:lnTo>
                    <a:pt x="3466984" y="3121407"/>
                  </a:lnTo>
                  <a:lnTo>
                    <a:pt x="3375124" y="3113243"/>
                  </a:lnTo>
                  <a:lnTo>
                    <a:pt x="3288195" y="3104061"/>
                  </a:lnTo>
                  <a:lnTo>
                    <a:pt x="3207276" y="3093807"/>
                  </a:lnTo>
                  <a:lnTo>
                    <a:pt x="3132672" y="3082382"/>
                  </a:lnTo>
                  <a:lnTo>
                    <a:pt x="3064136" y="3069643"/>
                  </a:lnTo>
                  <a:lnTo>
                    <a:pt x="3001059" y="3055408"/>
                  </a:lnTo>
                  <a:lnTo>
                    <a:pt x="2942625" y="3039462"/>
                  </a:lnTo>
                  <a:lnTo>
                    <a:pt x="2887919" y="3021572"/>
                  </a:lnTo>
                  <a:lnTo>
                    <a:pt x="2836019" y="3001518"/>
                  </a:lnTo>
                  <a:lnTo>
                    <a:pt x="2786071" y="2979143"/>
                  </a:lnTo>
                  <a:lnTo>
                    <a:pt x="2770117" y="2971353"/>
                  </a:lnTo>
                  <a:lnTo>
                    <a:pt x="2721178" y="2945569"/>
                  </a:lnTo>
                  <a:lnTo>
                    <a:pt x="2672717" y="2917316"/>
                  </a:lnTo>
                  <a:lnTo>
                    <a:pt x="2624280" y="2886552"/>
                  </a:lnTo>
                  <a:lnTo>
                    <a:pt x="2575550" y="2853310"/>
                  </a:lnTo>
                  <a:lnTo>
                    <a:pt x="2526322" y="2817704"/>
                  </a:lnTo>
                  <a:lnTo>
                    <a:pt x="2476499" y="2779937"/>
                  </a:lnTo>
                  <a:lnTo>
                    <a:pt x="2426074" y="2740301"/>
                  </a:lnTo>
                  <a:lnTo>
                    <a:pt x="2375117" y="2699168"/>
                  </a:lnTo>
                  <a:lnTo>
                    <a:pt x="2323765" y="2656984"/>
                  </a:lnTo>
                  <a:lnTo>
                    <a:pt x="2272198" y="2614246"/>
                  </a:lnTo>
                  <a:lnTo>
                    <a:pt x="2220618" y="2571477"/>
                  </a:lnTo>
                  <a:lnTo>
                    <a:pt x="2169232" y="2529205"/>
                  </a:lnTo>
                  <a:lnTo>
                    <a:pt x="2118223" y="2487929"/>
                  </a:lnTo>
                  <a:lnTo>
                    <a:pt x="2067732" y="2448103"/>
                  </a:lnTo>
                  <a:lnTo>
                    <a:pt x="2017840" y="2410107"/>
                  </a:lnTo>
                  <a:lnTo>
                    <a:pt x="1968548" y="2374245"/>
                  </a:lnTo>
                  <a:lnTo>
                    <a:pt x="1919769" y="2340727"/>
                  </a:lnTo>
                  <a:lnTo>
                    <a:pt x="1871313" y="2309679"/>
                  </a:lnTo>
                  <a:lnTo>
                    <a:pt x="1822875" y="2281142"/>
                  </a:lnTo>
                  <a:lnTo>
                    <a:pt x="1774017" y="2255083"/>
                  </a:lnTo>
                  <a:lnTo>
                    <a:pt x="1768425" y="2252280"/>
                  </a:lnTo>
                  <a:lnTo>
                    <a:pt x="1718950" y="2229134"/>
                  </a:lnTo>
                  <a:lnTo>
                    <a:pt x="1667774" y="2208338"/>
                  </a:lnTo>
                  <a:lnTo>
                    <a:pt x="1614080" y="2189767"/>
                  </a:lnTo>
                  <a:lnTo>
                    <a:pt x="1556961" y="2173213"/>
                  </a:lnTo>
                  <a:lnTo>
                    <a:pt x="1495491" y="2158446"/>
                  </a:lnTo>
                  <a:lnTo>
                    <a:pt x="1428811" y="2145243"/>
                  </a:lnTo>
                  <a:lnTo>
                    <a:pt x="1356229" y="2133408"/>
                  </a:lnTo>
                  <a:lnTo>
                    <a:pt x="1277362" y="2122786"/>
                  </a:lnTo>
                  <a:lnTo>
                    <a:pt x="1192313" y="2113263"/>
                  </a:lnTo>
                  <a:lnTo>
                    <a:pt x="1101883" y="2104771"/>
                  </a:lnTo>
                  <a:lnTo>
                    <a:pt x="1007785" y="2097284"/>
                  </a:lnTo>
                  <a:lnTo>
                    <a:pt x="912767" y="2090807"/>
                  </a:lnTo>
                  <a:lnTo>
                    <a:pt x="820562" y="2085365"/>
                  </a:lnTo>
                  <a:lnTo>
                    <a:pt x="735542" y="2080977"/>
                  </a:lnTo>
                  <a:lnTo>
                    <a:pt x="662066" y="2077630"/>
                  </a:lnTo>
                  <a:lnTo>
                    <a:pt x="603613" y="2075263"/>
                  </a:lnTo>
                  <a:lnTo>
                    <a:pt x="561960" y="2073754"/>
                  </a:lnTo>
                  <a:lnTo>
                    <a:pt x="536663" y="2072931"/>
                  </a:lnTo>
                  <a:lnTo>
                    <a:pt x="524990" y="2072588"/>
                  </a:lnTo>
                  <a:lnTo>
                    <a:pt x="522178" y="2072512"/>
                  </a:lnTo>
                  <a:lnTo>
                    <a:pt x="522133" y="2072511"/>
                  </a:lnTo>
                  <a:lnTo>
                    <a:pt x="0" y="2072511"/>
                  </a:lnTo>
                  <a:lnTo>
                    <a:pt x="0" y="2072511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947" name="pg947"/>
            <p:cNvSpPr/>
            <p:nvPr/>
          </p:nvSpPr>
          <p:spPr>
            <a:xfrm>
              <a:off x="386606" y="4048661"/>
              <a:ext cx="8554953" cy="1112492"/>
            </a:xfrm>
            <a:custGeom>
              <a:avLst/>
              <a:pathLst>
                <a:path w="8554953" h="1112492">
                  <a:moveTo>
                    <a:pt x="0" y="5647"/>
                  </a:moveTo>
                  <a:lnTo>
                    <a:pt x="522133" y="5647"/>
                  </a:lnTo>
                  <a:lnTo>
                    <a:pt x="523383" y="5680"/>
                  </a:lnTo>
                  <a:lnTo>
                    <a:pt x="531556" y="5919"/>
                  </a:lnTo>
                  <a:lnTo>
                    <a:pt x="551999" y="6579"/>
                  </a:lnTo>
                  <a:lnTo>
                    <a:pt x="588143" y="7876"/>
                  </a:lnTo>
                  <a:lnTo>
                    <a:pt x="641189" y="10000"/>
                  </a:lnTo>
                  <a:lnTo>
                    <a:pt x="710051" y="13095"/>
                  </a:lnTo>
                  <a:lnTo>
                    <a:pt x="791728" y="17244"/>
                  </a:lnTo>
                  <a:lnTo>
                    <a:pt x="882053" y="22474"/>
                  </a:lnTo>
                  <a:lnTo>
                    <a:pt x="976576" y="28774"/>
                  </a:lnTo>
                  <a:lnTo>
                    <a:pt x="1071305" y="36117"/>
                  </a:lnTo>
                  <a:lnTo>
                    <a:pt x="1163152" y="44489"/>
                  </a:lnTo>
                  <a:lnTo>
                    <a:pt x="1250074" y="53906"/>
                  </a:lnTo>
                  <a:lnTo>
                    <a:pt x="1330993" y="64422"/>
                  </a:lnTo>
                  <a:lnTo>
                    <a:pt x="1405599" y="76139"/>
                  </a:lnTo>
                  <a:lnTo>
                    <a:pt x="1474140" y="89201"/>
                  </a:lnTo>
                  <a:lnTo>
                    <a:pt x="1537221" y="103798"/>
                  </a:lnTo>
                  <a:lnTo>
                    <a:pt x="1595658" y="120149"/>
                  </a:lnTo>
                  <a:lnTo>
                    <a:pt x="1650365" y="138493"/>
                  </a:lnTo>
                  <a:lnTo>
                    <a:pt x="1702262" y="159054"/>
                  </a:lnTo>
                  <a:lnTo>
                    <a:pt x="1752205" y="181997"/>
                  </a:lnTo>
                  <a:lnTo>
                    <a:pt x="1768425" y="190121"/>
                  </a:lnTo>
                  <a:lnTo>
                    <a:pt x="1817147" y="216456"/>
                  </a:lnTo>
                  <a:lnTo>
                    <a:pt x="1865394" y="245302"/>
                  </a:lnTo>
                  <a:lnTo>
                    <a:pt x="1913613" y="276702"/>
                  </a:lnTo>
                  <a:lnTo>
                    <a:pt x="1962119" y="310623"/>
                  </a:lnTo>
                  <a:lnTo>
                    <a:pt x="2011116" y="346952"/>
                  </a:lnTo>
                  <a:lnTo>
                    <a:pt x="2060702" y="385484"/>
                  </a:lnTo>
                  <a:lnTo>
                    <a:pt x="2110886" y="425926"/>
                  </a:lnTo>
                  <a:lnTo>
                    <a:pt x="2161599" y="467904"/>
                  </a:lnTo>
                  <a:lnTo>
                    <a:pt x="2212710" y="510967"/>
                  </a:lnTo>
                  <a:lnTo>
                    <a:pt x="2264043" y="554616"/>
                  </a:lnTo>
                  <a:lnTo>
                    <a:pt x="2315397" y="598319"/>
                  </a:lnTo>
                  <a:lnTo>
                    <a:pt x="2366568" y="641544"/>
                  </a:lnTo>
                  <a:lnTo>
                    <a:pt x="2417375" y="683780"/>
                  </a:lnTo>
                  <a:lnTo>
                    <a:pt x="2467675" y="724569"/>
                  </a:lnTo>
                  <a:lnTo>
                    <a:pt x="2517384" y="763516"/>
                  </a:lnTo>
                  <a:lnTo>
                    <a:pt x="2566496" y="800312"/>
                  </a:lnTo>
                  <a:lnTo>
                    <a:pt x="2615089" y="834735"/>
                  </a:lnTo>
                  <a:lnTo>
                    <a:pt x="2663345" y="866654"/>
                  </a:lnTo>
                  <a:lnTo>
                    <a:pt x="2711554" y="896018"/>
                  </a:lnTo>
                  <a:lnTo>
                    <a:pt x="2760136" y="922858"/>
                  </a:lnTo>
                  <a:lnTo>
                    <a:pt x="2770117" y="928018"/>
                  </a:lnTo>
                  <a:lnTo>
                    <a:pt x="2819578" y="951763"/>
                  </a:lnTo>
                  <a:lnTo>
                    <a:pt x="2870740" y="973099"/>
                  </a:lnTo>
                  <a:lnTo>
                    <a:pt x="2924417" y="992153"/>
                  </a:lnTo>
                  <a:lnTo>
                    <a:pt x="2981517" y="1009137"/>
                  </a:lnTo>
                  <a:lnTo>
                    <a:pt x="3042965" y="1024288"/>
                  </a:lnTo>
                  <a:lnTo>
                    <a:pt x="3109619" y="1037836"/>
                  </a:lnTo>
                  <a:lnTo>
                    <a:pt x="3182170" y="1049980"/>
                  </a:lnTo>
                  <a:lnTo>
                    <a:pt x="3261003" y="1060879"/>
                  </a:lnTo>
                  <a:lnTo>
                    <a:pt x="3346016" y="1070651"/>
                  </a:lnTo>
                  <a:lnTo>
                    <a:pt x="3436409" y="1079366"/>
                  </a:lnTo>
                  <a:lnTo>
                    <a:pt x="3530475" y="1087050"/>
                  </a:lnTo>
                  <a:lnTo>
                    <a:pt x="3625469" y="1093697"/>
                  </a:lnTo>
                  <a:lnTo>
                    <a:pt x="3717667" y="1099284"/>
                  </a:lnTo>
                  <a:lnTo>
                    <a:pt x="3802698" y="1103790"/>
                  </a:lnTo>
                  <a:lnTo>
                    <a:pt x="3876207" y="1107228"/>
                  </a:lnTo>
                  <a:lnTo>
                    <a:pt x="3934712" y="1109660"/>
                  </a:lnTo>
                  <a:lnTo>
                    <a:pt x="3976429" y="1111211"/>
                  </a:lnTo>
                  <a:lnTo>
                    <a:pt x="4001792" y="1112059"/>
                  </a:lnTo>
                  <a:lnTo>
                    <a:pt x="4013520" y="1112413"/>
                  </a:lnTo>
                  <a:lnTo>
                    <a:pt x="4016409" y="1112492"/>
                  </a:lnTo>
                  <a:lnTo>
                    <a:pt x="4538543" y="1112492"/>
                  </a:lnTo>
                  <a:lnTo>
                    <a:pt x="4539796" y="1112462"/>
                  </a:lnTo>
                  <a:lnTo>
                    <a:pt x="4547994" y="1112247"/>
                  </a:lnTo>
                  <a:lnTo>
                    <a:pt x="4568497" y="1111652"/>
                  </a:lnTo>
                  <a:lnTo>
                    <a:pt x="4604739" y="1110484"/>
                  </a:lnTo>
                  <a:lnTo>
                    <a:pt x="4657918" y="1108571"/>
                  </a:lnTo>
                  <a:lnTo>
                    <a:pt x="4726935" y="1105784"/>
                  </a:lnTo>
                  <a:lnTo>
                    <a:pt x="4808770" y="1102047"/>
                  </a:lnTo>
                  <a:lnTo>
                    <a:pt x="4899239" y="1097338"/>
                  </a:lnTo>
                  <a:lnTo>
                    <a:pt x="4993878" y="1091667"/>
                  </a:lnTo>
                  <a:lnTo>
                    <a:pt x="5088690" y="1085058"/>
                  </a:lnTo>
                  <a:lnTo>
                    <a:pt x="5180588" y="1077522"/>
                  </a:lnTo>
                  <a:lnTo>
                    <a:pt x="5267533" y="1069046"/>
                  </a:lnTo>
                  <a:lnTo>
                    <a:pt x="5348454" y="1059579"/>
                  </a:lnTo>
                  <a:lnTo>
                    <a:pt x="5423050" y="1049032"/>
                  </a:lnTo>
                  <a:lnTo>
                    <a:pt x="5491575" y="1037270"/>
                  </a:lnTo>
                  <a:lnTo>
                    <a:pt x="5554639" y="1024125"/>
                  </a:lnTo>
                  <a:lnTo>
                    <a:pt x="5613066" y="1009398"/>
                  </a:lnTo>
                  <a:lnTo>
                    <a:pt x="5667770" y="992875"/>
                  </a:lnTo>
                  <a:lnTo>
                    <a:pt x="5719676" y="974352"/>
                  </a:lnTo>
                  <a:lnTo>
                    <a:pt x="5769639" y="953685"/>
                  </a:lnTo>
                  <a:lnTo>
                    <a:pt x="5784835" y="946842"/>
                  </a:lnTo>
                  <a:lnTo>
                    <a:pt x="5834419" y="922753"/>
                  </a:lnTo>
                  <a:lnTo>
                    <a:pt x="5883518" y="896327"/>
                  </a:lnTo>
                  <a:lnTo>
                    <a:pt x="5932603" y="867526"/>
                  </a:lnTo>
                  <a:lnTo>
                    <a:pt x="5981999" y="836383"/>
                  </a:lnTo>
                  <a:lnTo>
                    <a:pt x="6031913" y="803012"/>
                  </a:lnTo>
                  <a:lnTo>
                    <a:pt x="6082442" y="767613"/>
                  </a:lnTo>
                  <a:lnTo>
                    <a:pt x="6133586" y="730470"/>
                  </a:lnTo>
                  <a:lnTo>
                    <a:pt x="6185265" y="691949"/>
                  </a:lnTo>
                  <a:lnTo>
                    <a:pt x="6237332" y="652481"/>
                  </a:lnTo>
                  <a:lnTo>
                    <a:pt x="6289596" y="612546"/>
                  </a:lnTo>
                  <a:lnTo>
                    <a:pt x="6341844" y="572650"/>
                  </a:lnTo>
                  <a:lnTo>
                    <a:pt x="6393864" y="533294"/>
                  </a:lnTo>
                  <a:lnTo>
                    <a:pt x="6445471" y="494953"/>
                  </a:lnTo>
                  <a:lnTo>
                    <a:pt x="6496526" y="458050"/>
                  </a:lnTo>
                  <a:lnTo>
                    <a:pt x="6546961" y="422938"/>
                  </a:lnTo>
                  <a:lnTo>
                    <a:pt x="6596789" y="389890"/>
                  </a:lnTo>
                  <a:lnTo>
                    <a:pt x="6646123" y="359093"/>
                  </a:lnTo>
                  <a:lnTo>
                    <a:pt x="6695185" y="330647"/>
                  </a:lnTo>
                  <a:lnTo>
                    <a:pt x="6744324" y="304575"/>
                  </a:lnTo>
                  <a:lnTo>
                    <a:pt x="6786527" y="284240"/>
                  </a:lnTo>
                  <a:lnTo>
                    <a:pt x="6836041" y="262897"/>
                  </a:lnTo>
                  <a:lnTo>
                    <a:pt x="6887259" y="243722"/>
                  </a:lnTo>
                  <a:lnTo>
                    <a:pt x="6940999" y="226600"/>
                  </a:lnTo>
                  <a:lnTo>
                    <a:pt x="6998173" y="211339"/>
                  </a:lnTo>
                  <a:lnTo>
                    <a:pt x="7059707" y="197727"/>
                  </a:lnTo>
                  <a:lnTo>
                    <a:pt x="7126463" y="185557"/>
                  </a:lnTo>
                  <a:lnTo>
                    <a:pt x="7199131" y="174649"/>
                  </a:lnTo>
                  <a:lnTo>
                    <a:pt x="7278095" y="164859"/>
                  </a:lnTo>
                  <a:lnTo>
                    <a:pt x="7363249" y="156084"/>
                  </a:lnTo>
                  <a:lnTo>
                    <a:pt x="7453783" y="148260"/>
                  </a:lnTo>
                  <a:lnTo>
                    <a:pt x="7547973" y="141363"/>
                  </a:lnTo>
                  <a:lnTo>
                    <a:pt x="7643057" y="135399"/>
                  </a:lnTo>
                  <a:lnTo>
                    <a:pt x="7735285" y="130389"/>
                  </a:lnTo>
                  <a:lnTo>
                    <a:pt x="7820271" y="126352"/>
                  </a:lnTo>
                  <a:lnTo>
                    <a:pt x="7893653" y="123277"/>
                  </a:lnTo>
                  <a:lnTo>
                    <a:pt x="7951956" y="121104"/>
                  </a:lnTo>
                  <a:lnTo>
                    <a:pt x="7993425" y="119722"/>
                  </a:lnTo>
                  <a:lnTo>
                    <a:pt x="8018535" y="118970"/>
                  </a:lnTo>
                  <a:lnTo>
                    <a:pt x="8030054" y="118658"/>
                  </a:lnTo>
                  <a:lnTo>
                    <a:pt x="8032819" y="118590"/>
                  </a:lnTo>
                  <a:lnTo>
                    <a:pt x="8554953" y="118590"/>
                  </a:lnTo>
                  <a:lnTo>
                    <a:pt x="8554953" y="112943"/>
                  </a:lnTo>
                  <a:lnTo>
                    <a:pt x="8032819" y="112943"/>
                  </a:lnTo>
                  <a:lnTo>
                    <a:pt x="8031566" y="112973"/>
                  </a:lnTo>
                  <a:lnTo>
                    <a:pt x="8023368" y="113188"/>
                  </a:lnTo>
                  <a:lnTo>
                    <a:pt x="8002865" y="113783"/>
                  </a:lnTo>
                  <a:lnTo>
                    <a:pt x="7966623" y="114951"/>
                  </a:lnTo>
                  <a:lnTo>
                    <a:pt x="7913444" y="116864"/>
                  </a:lnTo>
                  <a:lnTo>
                    <a:pt x="7844427" y="119651"/>
                  </a:lnTo>
                  <a:lnTo>
                    <a:pt x="7762592" y="123388"/>
                  </a:lnTo>
                  <a:lnTo>
                    <a:pt x="7672123" y="128097"/>
                  </a:lnTo>
                  <a:lnTo>
                    <a:pt x="7577484" y="133768"/>
                  </a:lnTo>
                  <a:lnTo>
                    <a:pt x="7482672" y="140378"/>
                  </a:lnTo>
                  <a:lnTo>
                    <a:pt x="7390774" y="147914"/>
                  </a:lnTo>
                  <a:lnTo>
                    <a:pt x="7303829" y="156390"/>
                  </a:lnTo>
                  <a:lnTo>
                    <a:pt x="7222908" y="165856"/>
                  </a:lnTo>
                  <a:lnTo>
                    <a:pt x="7148311" y="176404"/>
                  </a:lnTo>
                  <a:lnTo>
                    <a:pt x="7079787" y="188165"/>
                  </a:lnTo>
                  <a:lnTo>
                    <a:pt x="7016722" y="201310"/>
                  </a:lnTo>
                  <a:lnTo>
                    <a:pt x="6958296" y="216037"/>
                  </a:lnTo>
                  <a:lnTo>
                    <a:pt x="6903592" y="232560"/>
                  </a:lnTo>
                  <a:lnTo>
                    <a:pt x="6851686" y="251083"/>
                  </a:lnTo>
                  <a:lnTo>
                    <a:pt x="6801722" y="271750"/>
                  </a:lnTo>
                  <a:lnTo>
                    <a:pt x="6786527" y="278593"/>
                  </a:lnTo>
                  <a:lnTo>
                    <a:pt x="6736943" y="302682"/>
                  </a:lnTo>
                  <a:lnTo>
                    <a:pt x="6687844" y="329108"/>
                  </a:lnTo>
                  <a:lnTo>
                    <a:pt x="6638759" y="357909"/>
                  </a:lnTo>
                  <a:lnTo>
                    <a:pt x="6589363" y="389052"/>
                  </a:lnTo>
                  <a:lnTo>
                    <a:pt x="6539449" y="422423"/>
                  </a:lnTo>
                  <a:lnTo>
                    <a:pt x="6488920" y="457822"/>
                  </a:lnTo>
                  <a:lnTo>
                    <a:pt x="6437776" y="494965"/>
                  </a:lnTo>
                  <a:lnTo>
                    <a:pt x="6386097" y="533487"/>
                  </a:lnTo>
                  <a:lnTo>
                    <a:pt x="6334030" y="572955"/>
                  </a:lnTo>
                  <a:lnTo>
                    <a:pt x="6281766" y="612889"/>
                  </a:lnTo>
                  <a:lnTo>
                    <a:pt x="6229518" y="652785"/>
                  </a:lnTo>
                  <a:lnTo>
                    <a:pt x="6177498" y="692141"/>
                  </a:lnTo>
                  <a:lnTo>
                    <a:pt x="6125891" y="730482"/>
                  </a:lnTo>
                  <a:lnTo>
                    <a:pt x="6074836" y="767386"/>
                  </a:lnTo>
                  <a:lnTo>
                    <a:pt x="6024401" y="802497"/>
                  </a:lnTo>
                  <a:lnTo>
                    <a:pt x="5974573" y="835545"/>
                  </a:lnTo>
                  <a:lnTo>
                    <a:pt x="5925239" y="866342"/>
                  </a:lnTo>
                  <a:lnTo>
                    <a:pt x="5876177" y="894788"/>
                  </a:lnTo>
                  <a:lnTo>
                    <a:pt x="5827038" y="920860"/>
                  </a:lnTo>
                  <a:lnTo>
                    <a:pt x="5784835" y="941195"/>
                  </a:lnTo>
                  <a:lnTo>
                    <a:pt x="5735321" y="962538"/>
                  </a:lnTo>
                  <a:lnTo>
                    <a:pt x="5684103" y="981713"/>
                  </a:lnTo>
                  <a:lnTo>
                    <a:pt x="5630363" y="998836"/>
                  </a:lnTo>
                  <a:lnTo>
                    <a:pt x="5573189" y="1014096"/>
                  </a:lnTo>
                  <a:lnTo>
                    <a:pt x="5511655" y="1027708"/>
                  </a:lnTo>
                  <a:lnTo>
                    <a:pt x="5444899" y="1039879"/>
                  </a:lnTo>
                  <a:lnTo>
                    <a:pt x="5372231" y="1050786"/>
                  </a:lnTo>
                  <a:lnTo>
                    <a:pt x="5293267" y="1060576"/>
                  </a:lnTo>
                  <a:lnTo>
                    <a:pt x="5208113" y="1069351"/>
                  </a:lnTo>
                  <a:lnTo>
                    <a:pt x="5117579" y="1077175"/>
                  </a:lnTo>
                  <a:lnTo>
                    <a:pt x="5023389" y="1084072"/>
                  </a:lnTo>
                  <a:lnTo>
                    <a:pt x="4928305" y="1090037"/>
                  </a:lnTo>
                  <a:lnTo>
                    <a:pt x="4836077" y="1095046"/>
                  </a:lnTo>
                  <a:lnTo>
                    <a:pt x="4751091" y="1099083"/>
                  </a:lnTo>
                  <a:lnTo>
                    <a:pt x="4677709" y="1102159"/>
                  </a:lnTo>
                  <a:lnTo>
                    <a:pt x="4619406" y="1104331"/>
                  </a:lnTo>
                  <a:lnTo>
                    <a:pt x="4577937" y="1105713"/>
                  </a:lnTo>
                  <a:lnTo>
                    <a:pt x="4552827" y="1106465"/>
                  </a:lnTo>
                  <a:lnTo>
                    <a:pt x="4541308" y="1106777"/>
                  </a:lnTo>
                  <a:lnTo>
                    <a:pt x="4538543" y="1106845"/>
                  </a:lnTo>
                  <a:lnTo>
                    <a:pt x="4016409" y="1106845"/>
                  </a:lnTo>
                  <a:lnTo>
                    <a:pt x="4015159" y="1106812"/>
                  </a:lnTo>
                  <a:lnTo>
                    <a:pt x="4006986" y="1106573"/>
                  </a:lnTo>
                  <a:lnTo>
                    <a:pt x="3986543" y="1105913"/>
                  </a:lnTo>
                  <a:lnTo>
                    <a:pt x="3950399" y="1104616"/>
                  </a:lnTo>
                  <a:lnTo>
                    <a:pt x="3897353" y="1102492"/>
                  </a:lnTo>
                  <a:lnTo>
                    <a:pt x="3828491" y="1099397"/>
                  </a:lnTo>
                  <a:lnTo>
                    <a:pt x="3746814" y="1095248"/>
                  </a:lnTo>
                  <a:lnTo>
                    <a:pt x="3656489" y="1090017"/>
                  </a:lnTo>
                  <a:lnTo>
                    <a:pt x="3561966" y="1083718"/>
                  </a:lnTo>
                  <a:lnTo>
                    <a:pt x="3467237" y="1076375"/>
                  </a:lnTo>
                  <a:lnTo>
                    <a:pt x="3375390" y="1068002"/>
                  </a:lnTo>
                  <a:lnTo>
                    <a:pt x="3288468" y="1058586"/>
                  </a:lnTo>
                  <a:lnTo>
                    <a:pt x="3207549" y="1048070"/>
                  </a:lnTo>
                  <a:lnTo>
                    <a:pt x="3132943" y="1036353"/>
                  </a:lnTo>
                  <a:lnTo>
                    <a:pt x="3064402" y="1023290"/>
                  </a:lnTo>
                  <a:lnTo>
                    <a:pt x="3001321" y="1008694"/>
                  </a:lnTo>
                  <a:lnTo>
                    <a:pt x="2942884" y="992342"/>
                  </a:lnTo>
                  <a:lnTo>
                    <a:pt x="2888177" y="973999"/>
                  </a:lnTo>
                  <a:lnTo>
                    <a:pt x="2836280" y="953438"/>
                  </a:lnTo>
                  <a:lnTo>
                    <a:pt x="2786337" y="930495"/>
                  </a:lnTo>
                  <a:lnTo>
                    <a:pt x="2770117" y="922371"/>
                  </a:lnTo>
                  <a:lnTo>
                    <a:pt x="2721395" y="896036"/>
                  </a:lnTo>
                  <a:lnTo>
                    <a:pt x="2673148" y="867189"/>
                  </a:lnTo>
                  <a:lnTo>
                    <a:pt x="2624930" y="835790"/>
                  </a:lnTo>
                  <a:lnTo>
                    <a:pt x="2576423" y="801868"/>
                  </a:lnTo>
                  <a:lnTo>
                    <a:pt x="2527426" y="765540"/>
                  </a:lnTo>
                  <a:lnTo>
                    <a:pt x="2477841" y="727008"/>
                  </a:lnTo>
                  <a:lnTo>
                    <a:pt x="2427656" y="686565"/>
                  </a:lnTo>
                  <a:lnTo>
                    <a:pt x="2376943" y="644588"/>
                  </a:lnTo>
                  <a:lnTo>
                    <a:pt x="2325832" y="601524"/>
                  </a:lnTo>
                  <a:lnTo>
                    <a:pt x="2274499" y="557876"/>
                  </a:lnTo>
                  <a:lnTo>
                    <a:pt x="2223145" y="514173"/>
                  </a:lnTo>
                  <a:lnTo>
                    <a:pt x="2171974" y="470948"/>
                  </a:lnTo>
                  <a:lnTo>
                    <a:pt x="2121167" y="428711"/>
                  </a:lnTo>
                  <a:lnTo>
                    <a:pt x="2070867" y="387923"/>
                  </a:lnTo>
                  <a:lnTo>
                    <a:pt x="2021158" y="348976"/>
                  </a:lnTo>
                  <a:lnTo>
                    <a:pt x="1972046" y="312180"/>
                  </a:lnTo>
                  <a:lnTo>
                    <a:pt x="1923453" y="277756"/>
                  </a:lnTo>
                  <a:lnTo>
                    <a:pt x="1875197" y="245838"/>
                  </a:lnTo>
                  <a:lnTo>
                    <a:pt x="1826988" y="216473"/>
                  </a:lnTo>
                  <a:lnTo>
                    <a:pt x="1778406" y="189634"/>
                  </a:lnTo>
                  <a:lnTo>
                    <a:pt x="1768425" y="184474"/>
                  </a:lnTo>
                  <a:lnTo>
                    <a:pt x="1718964" y="160729"/>
                  </a:lnTo>
                  <a:lnTo>
                    <a:pt x="1667802" y="139393"/>
                  </a:lnTo>
                  <a:lnTo>
                    <a:pt x="1614125" y="120339"/>
                  </a:lnTo>
                  <a:lnTo>
                    <a:pt x="1557025" y="103355"/>
                  </a:lnTo>
                  <a:lnTo>
                    <a:pt x="1495578" y="88203"/>
                  </a:lnTo>
                  <a:lnTo>
                    <a:pt x="1428923" y="74656"/>
                  </a:lnTo>
                  <a:lnTo>
                    <a:pt x="1356372" y="62512"/>
                  </a:lnTo>
                  <a:lnTo>
                    <a:pt x="1277540" y="51612"/>
                  </a:lnTo>
                  <a:lnTo>
                    <a:pt x="1192526" y="41840"/>
                  </a:lnTo>
                  <a:lnTo>
                    <a:pt x="1102133" y="33126"/>
                  </a:lnTo>
                  <a:lnTo>
                    <a:pt x="1008067" y="25442"/>
                  </a:lnTo>
                  <a:lnTo>
                    <a:pt x="913073" y="18794"/>
                  </a:lnTo>
                  <a:lnTo>
                    <a:pt x="820876" y="13208"/>
                  </a:lnTo>
                  <a:lnTo>
                    <a:pt x="735844" y="8701"/>
                  </a:lnTo>
                  <a:lnTo>
                    <a:pt x="662335" y="5264"/>
                  </a:lnTo>
                  <a:lnTo>
                    <a:pt x="603830" y="2832"/>
                  </a:lnTo>
                  <a:lnTo>
                    <a:pt x="562113" y="1280"/>
                  </a:lnTo>
                  <a:lnTo>
                    <a:pt x="536750" y="433"/>
                  </a:lnTo>
                  <a:lnTo>
                    <a:pt x="525022" y="79"/>
                  </a:lnTo>
                  <a:lnTo>
                    <a:pt x="5221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28E5B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948" name="pl948"/>
            <p:cNvSpPr/>
            <p:nvPr/>
          </p:nvSpPr>
          <p:spPr>
            <a:xfrm>
              <a:off x="386606" y="4054308"/>
              <a:ext cx="8554953" cy="1106845"/>
            </a:xfrm>
            <a:custGeom>
              <a:avLst/>
              <a:pathLst>
                <a:path w="8554953" h="1106845">
                  <a:moveTo>
                    <a:pt x="0" y="0"/>
                  </a:moveTo>
                  <a:lnTo>
                    <a:pt x="522133" y="0"/>
                  </a:lnTo>
                  <a:lnTo>
                    <a:pt x="523383" y="33"/>
                  </a:lnTo>
                  <a:lnTo>
                    <a:pt x="531556" y="272"/>
                  </a:lnTo>
                  <a:lnTo>
                    <a:pt x="551999" y="932"/>
                  </a:lnTo>
                  <a:lnTo>
                    <a:pt x="588143" y="2229"/>
                  </a:lnTo>
                  <a:lnTo>
                    <a:pt x="641189" y="4353"/>
                  </a:lnTo>
                  <a:lnTo>
                    <a:pt x="710051" y="7448"/>
                  </a:lnTo>
                  <a:lnTo>
                    <a:pt x="791728" y="11597"/>
                  </a:lnTo>
                  <a:lnTo>
                    <a:pt x="882053" y="16827"/>
                  </a:lnTo>
                  <a:lnTo>
                    <a:pt x="976576" y="23127"/>
                  </a:lnTo>
                  <a:lnTo>
                    <a:pt x="1071305" y="30470"/>
                  </a:lnTo>
                  <a:lnTo>
                    <a:pt x="1163152" y="38842"/>
                  </a:lnTo>
                  <a:lnTo>
                    <a:pt x="1250074" y="48259"/>
                  </a:lnTo>
                  <a:lnTo>
                    <a:pt x="1330993" y="58775"/>
                  </a:lnTo>
                  <a:lnTo>
                    <a:pt x="1405599" y="70491"/>
                  </a:lnTo>
                  <a:lnTo>
                    <a:pt x="1474140" y="83554"/>
                  </a:lnTo>
                  <a:lnTo>
                    <a:pt x="1537221" y="98151"/>
                  </a:lnTo>
                  <a:lnTo>
                    <a:pt x="1595658" y="114502"/>
                  </a:lnTo>
                  <a:lnTo>
                    <a:pt x="1650365" y="132846"/>
                  </a:lnTo>
                  <a:lnTo>
                    <a:pt x="1702262" y="153407"/>
                  </a:lnTo>
                  <a:lnTo>
                    <a:pt x="1752205" y="176349"/>
                  </a:lnTo>
                  <a:lnTo>
                    <a:pt x="1768425" y="184474"/>
                  </a:lnTo>
                  <a:lnTo>
                    <a:pt x="1817147" y="210809"/>
                  </a:lnTo>
                  <a:lnTo>
                    <a:pt x="1865394" y="239655"/>
                  </a:lnTo>
                  <a:lnTo>
                    <a:pt x="1913613" y="271055"/>
                  </a:lnTo>
                  <a:lnTo>
                    <a:pt x="1962119" y="304976"/>
                  </a:lnTo>
                  <a:lnTo>
                    <a:pt x="2011116" y="341305"/>
                  </a:lnTo>
                  <a:lnTo>
                    <a:pt x="2060702" y="379836"/>
                  </a:lnTo>
                  <a:lnTo>
                    <a:pt x="2110886" y="420279"/>
                  </a:lnTo>
                  <a:lnTo>
                    <a:pt x="2161599" y="462257"/>
                  </a:lnTo>
                  <a:lnTo>
                    <a:pt x="2212710" y="505320"/>
                  </a:lnTo>
                  <a:lnTo>
                    <a:pt x="2264043" y="548969"/>
                  </a:lnTo>
                  <a:lnTo>
                    <a:pt x="2315397" y="592672"/>
                  </a:lnTo>
                  <a:lnTo>
                    <a:pt x="2366568" y="635896"/>
                  </a:lnTo>
                  <a:lnTo>
                    <a:pt x="2417375" y="678133"/>
                  </a:lnTo>
                  <a:lnTo>
                    <a:pt x="2467675" y="718921"/>
                  </a:lnTo>
                  <a:lnTo>
                    <a:pt x="2517384" y="757869"/>
                  </a:lnTo>
                  <a:lnTo>
                    <a:pt x="2566496" y="794665"/>
                  </a:lnTo>
                  <a:lnTo>
                    <a:pt x="2615089" y="829088"/>
                  </a:lnTo>
                  <a:lnTo>
                    <a:pt x="2663345" y="861006"/>
                  </a:lnTo>
                  <a:lnTo>
                    <a:pt x="2711554" y="890371"/>
                  </a:lnTo>
                  <a:lnTo>
                    <a:pt x="2760136" y="917211"/>
                  </a:lnTo>
                  <a:lnTo>
                    <a:pt x="2770117" y="922371"/>
                  </a:lnTo>
                  <a:lnTo>
                    <a:pt x="2819578" y="946116"/>
                  </a:lnTo>
                  <a:lnTo>
                    <a:pt x="2870740" y="967452"/>
                  </a:lnTo>
                  <a:lnTo>
                    <a:pt x="2924417" y="986506"/>
                  </a:lnTo>
                  <a:lnTo>
                    <a:pt x="2981517" y="1003489"/>
                  </a:lnTo>
                  <a:lnTo>
                    <a:pt x="3042965" y="1018641"/>
                  </a:lnTo>
                  <a:lnTo>
                    <a:pt x="3109619" y="1032189"/>
                  </a:lnTo>
                  <a:lnTo>
                    <a:pt x="3182170" y="1044332"/>
                  </a:lnTo>
                  <a:lnTo>
                    <a:pt x="3261003" y="1055232"/>
                  </a:lnTo>
                  <a:lnTo>
                    <a:pt x="3346016" y="1065004"/>
                  </a:lnTo>
                  <a:lnTo>
                    <a:pt x="3436409" y="1073719"/>
                  </a:lnTo>
                  <a:lnTo>
                    <a:pt x="3530475" y="1081403"/>
                  </a:lnTo>
                  <a:lnTo>
                    <a:pt x="3625469" y="1088050"/>
                  </a:lnTo>
                  <a:lnTo>
                    <a:pt x="3717667" y="1093637"/>
                  </a:lnTo>
                  <a:lnTo>
                    <a:pt x="3802698" y="1098143"/>
                  </a:lnTo>
                  <a:lnTo>
                    <a:pt x="3876207" y="1101581"/>
                  </a:lnTo>
                  <a:lnTo>
                    <a:pt x="3934712" y="1104013"/>
                  </a:lnTo>
                  <a:lnTo>
                    <a:pt x="3976429" y="1105564"/>
                  </a:lnTo>
                  <a:lnTo>
                    <a:pt x="4001792" y="1106412"/>
                  </a:lnTo>
                  <a:lnTo>
                    <a:pt x="4013520" y="1106766"/>
                  </a:lnTo>
                  <a:lnTo>
                    <a:pt x="4016362" y="1106844"/>
                  </a:lnTo>
                  <a:lnTo>
                    <a:pt x="4016409" y="1106845"/>
                  </a:lnTo>
                  <a:lnTo>
                    <a:pt x="4538543" y="1106845"/>
                  </a:lnTo>
                  <a:lnTo>
                    <a:pt x="4539796" y="1106815"/>
                  </a:lnTo>
                  <a:lnTo>
                    <a:pt x="4547994" y="1106600"/>
                  </a:lnTo>
                  <a:lnTo>
                    <a:pt x="4568497" y="1106005"/>
                  </a:lnTo>
                  <a:lnTo>
                    <a:pt x="4604739" y="1104837"/>
                  </a:lnTo>
                  <a:lnTo>
                    <a:pt x="4657918" y="1102924"/>
                  </a:lnTo>
                  <a:lnTo>
                    <a:pt x="4726935" y="1100137"/>
                  </a:lnTo>
                  <a:lnTo>
                    <a:pt x="4808770" y="1096400"/>
                  </a:lnTo>
                  <a:lnTo>
                    <a:pt x="4899239" y="1091691"/>
                  </a:lnTo>
                  <a:lnTo>
                    <a:pt x="4993878" y="1086020"/>
                  </a:lnTo>
                  <a:lnTo>
                    <a:pt x="5088690" y="1079410"/>
                  </a:lnTo>
                  <a:lnTo>
                    <a:pt x="5180588" y="1071874"/>
                  </a:lnTo>
                  <a:lnTo>
                    <a:pt x="5267533" y="1063398"/>
                  </a:lnTo>
                  <a:lnTo>
                    <a:pt x="5348454" y="1053932"/>
                  </a:lnTo>
                  <a:lnTo>
                    <a:pt x="5423050" y="1043384"/>
                  </a:lnTo>
                  <a:lnTo>
                    <a:pt x="5491575" y="1031623"/>
                  </a:lnTo>
                  <a:lnTo>
                    <a:pt x="5554639" y="1018478"/>
                  </a:lnTo>
                  <a:lnTo>
                    <a:pt x="5613066" y="1003751"/>
                  </a:lnTo>
                  <a:lnTo>
                    <a:pt x="5667770" y="987228"/>
                  </a:lnTo>
                  <a:lnTo>
                    <a:pt x="5719676" y="968705"/>
                  </a:lnTo>
                  <a:lnTo>
                    <a:pt x="5769639" y="948038"/>
                  </a:lnTo>
                  <a:lnTo>
                    <a:pt x="5784835" y="941195"/>
                  </a:lnTo>
                  <a:lnTo>
                    <a:pt x="5834419" y="917106"/>
                  </a:lnTo>
                  <a:lnTo>
                    <a:pt x="5883518" y="890680"/>
                  </a:lnTo>
                  <a:lnTo>
                    <a:pt x="5932603" y="861879"/>
                  </a:lnTo>
                  <a:lnTo>
                    <a:pt x="5981999" y="830736"/>
                  </a:lnTo>
                  <a:lnTo>
                    <a:pt x="6031913" y="797365"/>
                  </a:lnTo>
                  <a:lnTo>
                    <a:pt x="6082442" y="761966"/>
                  </a:lnTo>
                  <a:lnTo>
                    <a:pt x="6133586" y="724823"/>
                  </a:lnTo>
                  <a:lnTo>
                    <a:pt x="6185265" y="686301"/>
                  </a:lnTo>
                  <a:lnTo>
                    <a:pt x="6237332" y="646833"/>
                  </a:lnTo>
                  <a:lnTo>
                    <a:pt x="6289596" y="606899"/>
                  </a:lnTo>
                  <a:lnTo>
                    <a:pt x="6341844" y="567003"/>
                  </a:lnTo>
                  <a:lnTo>
                    <a:pt x="6393864" y="527647"/>
                  </a:lnTo>
                  <a:lnTo>
                    <a:pt x="6445471" y="489306"/>
                  </a:lnTo>
                  <a:lnTo>
                    <a:pt x="6496526" y="452402"/>
                  </a:lnTo>
                  <a:lnTo>
                    <a:pt x="6546961" y="417291"/>
                  </a:lnTo>
                  <a:lnTo>
                    <a:pt x="6596789" y="384243"/>
                  </a:lnTo>
                  <a:lnTo>
                    <a:pt x="6646123" y="353446"/>
                  </a:lnTo>
                  <a:lnTo>
                    <a:pt x="6695185" y="325000"/>
                  </a:lnTo>
                  <a:lnTo>
                    <a:pt x="6744324" y="298928"/>
                  </a:lnTo>
                  <a:lnTo>
                    <a:pt x="6786527" y="278593"/>
                  </a:lnTo>
                  <a:lnTo>
                    <a:pt x="6836041" y="257250"/>
                  </a:lnTo>
                  <a:lnTo>
                    <a:pt x="6887259" y="238075"/>
                  </a:lnTo>
                  <a:lnTo>
                    <a:pt x="6940999" y="220952"/>
                  </a:lnTo>
                  <a:lnTo>
                    <a:pt x="6998173" y="205692"/>
                  </a:lnTo>
                  <a:lnTo>
                    <a:pt x="7059707" y="192080"/>
                  </a:lnTo>
                  <a:lnTo>
                    <a:pt x="7126463" y="179909"/>
                  </a:lnTo>
                  <a:lnTo>
                    <a:pt x="7199131" y="169002"/>
                  </a:lnTo>
                  <a:lnTo>
                    <a:pt x="7278095" y="159212"/>
                  </a:lnTo>
                  <a:lnTo>
                    <a:pt x="7363249" y="150437"/>
                  </a:lnTo>
                  <a:lnTo>
                    <a:pt x="7453783" y="142613"/>
                  </a:lnTo>
                  <a:lnTo>
                    <a:pt x="7547973" y="135715"/>
                  </a:lnTo>
                  <a:lnTo>
                    <a:pt x="7643057" y="129751"/>
                  </a:lnTo>
                  <a:lnTo>
                    <a:pt x="7735285" y="124742"/>
                  </a:lnTo>
                  <a:lnTo>
                    <a:pt x="7820271" y="120705"/>
                  </a:lnTo>
                  <a:lnTo>
                    <a:pt x="7893653" y="117629"/>
                  </a:lnTo>
                  <a:lnTo>
                    <a:pt x="7951956" y="115457"/>
                  </a:lnTo>
                  <a:lnTo>
                    <a:pt x="7993425" y="114075"/>
                  </a:lnTo>
                  <a:lnTo>
                    <a:pt x="8018535" y="113323"/>
                  </a:lnTo>
                  <a:lnTo>
                    <a:pt x="8030054" y="113011"/>
                  </a:lnTo>
                  <a:lnTo>
                    <a:pt x="8032780" y="112944"/>
                  </a:lnTo>
                  <a:lnTo>
                    <a:pt x="8032819" y="112943"/>
                  </a:lnTo>
                  <a:lnTo>
                    <a:pt x="8554953" y="112943"/>
                  </a:lnTo>
                  <a:lnTo>
                    <a:pt x="8554953" y="112943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949" name="pl949"/>
            <p:cNvSpPr/>
            <p:nvPr/>
          </p:nvSpPr>
          <p:spPr>
            <a:xfrm>
              <a:off x="386606" y="4048661"/>
              <a:ext cx="8554953" cy="1106845"/>
            </a:xfrm>
            <a:custGeom>
              <a:avLst/>
              <a:pathLst>
                <a:path w="8554953" h="1106845">
                  <a:moveTo>
                    <a:pt x="8554953" y="112943"/>
                  </a:moveTo>
                  <a:lnTo>
                    <a:pt x="8032819" y="112943"/>
                  </a:lnTo>
                  <a:lnTo>
                    <a:pt x="8031566" y="112973"/>
                  </a:lnTo>
                  <a:lnTo>
                    <a:pt x="8023368" y="113188"/>
                  </a:lnTo>
                  <a:lnTo>
                    <a:pt x="8002865" y="113783"/>
                  </a:lnTo>
                  <a:lnTo>
                    <a:pt x="7966623" y="114951"/>
                  </a:lnTo>
                  <a:lnTo>
                    <a:pt x="7913444" y="116864"/>
                  </a:lnTo>
                  <a:lnTo>
                    <a:pt x="7844427" y="119651"/>
                  </a:lnTo>
                  <a:lnTo>
                    <a:pt x="7762592" y="123388"/>
                  </a:lnTo>
                  <a:lnTo>
                    <a:pt x="7672123" y="128097"/>
                  </a:lnTo>
                  <a:lnTo>
                    <a:pt x="7577484" y="133768"/>
                  </a:lnTo>
                  <a:lnTo>
                    <a:pt x="7482672" y="140378"/>
                  </a:lnTo>
                  <a:lnTo>
                    <a:pt x="7390774" y="147914"/>
                  </a:lnTo>
                  <a:lnTo>
                    <a:pt x="7303829" y="156390"/>
                  </a:lnTo>
                  <a:lnTo>
                    <a:pt x="7222908" y="165856"/>
                  </a:lnTo>
                  <a:lnTo>
                    <a:pt x="7148311" y="176404"/>
                  </a:lnTo>
                  <a:lnTo>
                    <a:pt x="7079787" y="188165"/>
                  </a:lnTo>
                  <a:lnTo>
                    <a:pt x="7016722" y="201310"/>
                  </a:lnTo>
                  <a:lnTo>
                    <a:pt x="6958296" y="216037"/>
                  </a:lnTo>
                  <a:lnTo>
                    <a:pt x="6903592" y="232560"/>
                  </a:lnTo>
                  <a:lnTo>
                    <a:pt x="6851686" y="251083"/>
                  </a:lnTo>
                  <a:lnTo>
                    <a:pt x="6801722" y="271750"/>
                  </a:lnTo>
                  <a:lnTo>
                    <a:pt x="6786527" y="278593"/>
                  </a:lnTo>
                  <a:lnTo>
                    <a:pt x="6736943" y="302682"/>
                  </a:lnTo>
                  <a:lnTo>
                    <a:pt x="6687844" y="329108"/>
                  </a:lnTo>
                  <a:lnTo>
                    <a:pt x="6638759" y="357909"/>
                  </a:lnTo>
                  <a:lnTo>
                    <a:pt x="6589363" y="389052"/>
                  </a:lnTo>
                  <a:lnTo>
                    <a:pt x="6539449" y="422423"/>
                  </a:lnTo>
                  <a:lnTo>
                    <a:pt x="6488920" y="457822"/>
                  </a:lnTo>
                  <a:lnTo>
                    <a:pt x="6437776" y="494965"/>
                  </a:lnTo>
                  <a:lnTo>
                    <a:pt x="6386097" y="533487"/>
                  </a:lnTo>
                  <a:lnTo>
                    <a:pt x="6334030" y="572955"/>
                  </a:lnTo>
                  <a:lnTo>
                    <a:pt x="6281766" y="612889"/>
                  </a:lnTo>
                  <a:lnTo>
                    <a:pt x="6229518" y="652785"/>
                  </a:lnTo>
                  <a:lnTo>
                    <a:pt x="6177498" y="692141"/>
                  </a:lnTo>
                  <a:lnTo>
                    <a:pt x="6125891" y="730482"/>
                  </a:lnTo>
                  <a:lnTo>
                    <a:pt x="6074836" y="767386"/>
                  </a:lnTo>
                  <a:lnTo>
                    <a:pt x="6024401" y="802497"/>
                  </a:lnTo>
                  <a:lnTo>
                    <a:pt x="5974573" y="835545"/>
                  </a:lnTo>
                  <a:lnTo>
                    <a:pt x="5925239" y="866342"/>
                  </a:lnTo>
                  <a:lnTo>
                    <a:pt x="5876177" y="894788"/>
                  </a:lnTo>
                  <a:lnTo>
                    <a:pt x="5827038" y="920860"/>
                  </a:lnTo>
                  <a:lnTo>
                    <a:pt x="5784835" y="941195"/>
                  </a:lnTo>
                  <a:lnTo>
                    <a:pt x="5735321" y="962538"/>
                  </a:lnTo>
                  <a:lnTo>
                    <a:pt x="5684103" y="981713"/>
                  </a:lnTo>
                  <a:lnTo>
                    <a:pt x="5630363" y="998836"/>
                  </a:lnTo>
                  <a:lnTo>
                    <a:pt x="5573189" y="1014096"/>
                  </a:lnTo>
                  <a:lnTo>
                    <a:pt x="5511655" y="1027708"/>
                  </a:lnTo>
                  <a:lnTo>
                    <a:pt x="5444899" y="1039879"/>
                  </a:lnTo>
                  <a:lnTo>
                    <a:pt x="5372231" y="1050786"/>
                  </a:lnTo>
                  <a:lnTo>
                    <a:pt x="5293267" y="1060576"/>
                  </a:lnTo>
                  <a:lnTo>
                    <a:pt x="5208113" y="1069351"/>
                  </a:lnTo>
                  <a:lnTo>
                    <a:pt x="5117579" y="1077175"/>
                  </a:lnTo>
                  <a:lnTo>
                    <a:pt x="5023389" y="1084072"/>
                  </a:lnTo>
                  <a:lnTo>
                    <a:pt x="4928305" y="1090037"/>
                  </a:lnTo>
                  <a:lnTo>
                    <a:pt x="4836077" y="1095046"/>
                  </a:lnTo>
                  <a:lnTo>
                    <a:pt x="4751091" y="1099083"/>
                  </a:lnTo>
                  <a:lnTo>
                    <a:pt x="4677709" y="1102159"/>
                  </a:lnTo>
                  <a:lnTo>
                    <a:pt x="4619406" y="1104331"/>
                  </a:lnTo>
                  <a:lnTo>
                    <a:pt x="4577937" y="1105713"/>
                  </a:lnTo>
                  <a:lnTo>
                    <a:pt x="4552827" y="1106465"/>
                  </a:lnTo>
                  <a:lnTo>
                    <a:pt x="4541308" y="1106777"/>
                  </a:lnTo>
                  <a:lnTo>
                    <a:pt x="4538582" y="1106844"/>
                  </a:lnTo>
                  <a:lnTo>
                    <a:pt x="4538543" y="1106845"/>
                  </a:lnTo>
                  <a:lnTo>
                    <a:pt x="4016409" y="1106845"/>
                  </a:lnTo>
                  <a:lnTo>
                    <a:pt x="4015159" y="1106812"/>
                  </a:lnTo>
                  <a:lnTo>
                    <a:pt x="4006986" y="1106573"/>
                  </a:lnTo>
                  <a:lnTo>
                    <a:pt x="3986543" y="1105913"/>
                  </a:lnTo>
                  <a:lnTo>
                    <a:pt x="3950399" y="1104616"/>
                  </a:lnTo>
                  <a:lnTo>
                    <a:pt x="3897353" y="1102492"/>
                  </a:lnTo>
                  <a:lnTo>
                    <a:pt x="3828491" y="1099397"/>
                  </a:lnTo>
                  <a:lnTo>
                    <a:pt x="3746814" y="1095248"/>
                  </a:lnTo>
                  <a:lnTo>
                    <a:pt x="3656489" y="1090017"/>
                  </a:lnTo>
                  <a:lnTo>
                    <a:pt x="3561966" y="1083718"/>
                  </a:lnTo>
                  <a:lnTo>
                    <a:pt x="3467237" y="1076375"/>
                  </a:lnTo>
                  <a:lnTo>
                    <a:pt x="3375390" y="1068002"/>
                  </a:lnTo>
                  <a:lnTo>
                    <a:pt x="3288468" y="1058586"/>
                  </a:lnTo>
                  <a:lnTo>
                    <a:pt x="3207549" y="1048070"/>
                  </a:lnTo>
                  <a:lnTo>
                    <a:pt x="3132943" y="1036353"/>
                  </a:lnTo>
                  <a:lnTo>
                    <a:pt x="3064402" y="1023290"/>
                  </a:lnTo>
                  <a:lnTo>
                    <a:pt x="3001321" y="1008694"/>
                  </a:lnTo>
                  <a:lnTo>
                    <a:pt x="2942884" y="992342"/>
                  </a:lnTo>
                  <a:lnTo>
                    <a:pt x="2888177" y="973999"/>
                  </a:lnTo>
                  <a:lnTo>
                    <a:pt x="2836280" y="953438"/>
                  </a:lnTo>
                  <a:lnTo>
                    <a:pt x="2786337" y="930495"/>
                  </a:lnTo>
                  <a:lnTo>
                    <a:pt x="2770117" y="922371"/>
                  </a:lnTo>
                  <a:lnTo>
                    <a:pt x="2721395" y="896036"/>
                  </a:lnTo>
                  <a:lnTo>
                    <a:pt x="2673148" y="867189"/>
                  </a:lnTo>
                  <a:lnTo>
                    <a:pt x="2624930" y="835790"/>
                  </a:lnTo>
                  <a:lnTo>
                    <a:pt x="2576423" y="801868"/>
                  </a:lnTo>
                  <a:lnTo>
                    <a:pt x="2527426" y="765540"/>
                  </a:lnTo>
                  <a:lnTo>
                    <a:pt x="2477841" y="727008"/>
                  </a:lnTo>
                  <a:lnTo>
                    <a:pt x="2427656" y="686565"/>
                  </a:lnTo>
                  <a:lnTo>
                    <a:pt x="2376943" y="644588"/>
                  </a:lnTo>
                  <a:lnTo>
                    <a:pt x="2325832" y="601524"/>
                  </a:lnTo>
                  <a:lnTo>
                    <a:pt x="2274499" y="557876"/>
                  </a:lnTo>
                  <a:lnTo>
                    <a:pt x="2223145" y="514173"/>
                  </a:lnTo>
                  <a:lnTo>
                    <a:pt x="2171974" y="470948"/>
                  </a:lnTo>
                  <a:lnTo>
                    <a:pt x="2121167" y="428711"/>
                  </a:lnTo>
                  <a:lnTo>
                    <a:pt x="2070867" y="387923"/>
                  </a:lnTo>
                  <a:lnTo>
                    <a:pt x="2021158" y="348976"/>
                  </a:lnTo>
                  <a:lnTo>
                    <a:pt x="1972046" y="312180"/>
                  </a:lnTo>
                  <a:lnTo>
                    <a:pt x="1923453" y="277756"/>
                  </a:lnTo>
                  <a:lnTo>
                    <a:pt x="1875197" y="245838"/>
                  </a:lnTo>
                  <a:lnTo>
                    <a:pt x="1826988" y="216473"/>
                  </a:lnTo>
                  <a:lnTo>
                    <a:pt x="1778406" y="189634"/>
                  </a:lnTo>
                  <a:lnTo>
                    <a:pt x="1768425" y="184474"/>
                  </a:lnTo>
                  <a:lnTo>
                    <a:pt x="1718964" y="160729"/>
                  </a:lnTo>
                  <a:lnTo>
                    <a:pt x="1667802" y="139393"/>
                  </a:lnTo>
                  <a:lnTo>
                    <a:pt x="1614125" y="120339"/>
                  </a:lnTo>
                  <a:lnTo>
                    <a:pt x="1557025" y="103355"/>
                  </a:lnTo>
                  <a:lnTo>
                    <a:pt x="1495578" y="88203"/>
                  </a:lnTo>
                  <a:lnTo>
                    <a:pt x="1428923" y="74656"/>
                  </a:lnTo>
                  <a:lnTo>
                    <a:pt x="1356372" y="62512"/>
                  </a:lnTo>
                  <a:lnTo>
                    <a:pt x="1277540" y="51612"/>
                  </a:lnTo>
                  <a:lnTo>
                    <a:pt x="1192526" y="41840"/>
                  </a:lnTo>
                  <a:lnTo>
                    <a:pt x="1102133" y="33126"/>
                  </a:lnTo>
                  <a:lnTo>
                    <a:pt x="1008067" y="25442"/>
                  </a:lnTo>
                  <a:lnTo>
                    <a:pt x="913073" y="18794"/>
                  </a:lnTo>
                  <a:lnTo>
                    <a:pt x="820876" y="13208"/>
                  </a:lnTo>
                  <a:lnTo>
                    <a:pt x="735844" y="8701"/>
                  </a:lnTo>
                  <a:lnTo>
                    <a:pt x="662335" y="5264"/>
                  </a:lnTo>
                  <a:lnTo>
                    <a:pt x="603830" y="2832"/>
                  </a:lnTo>
                  <a:lnTo>
                    <a:pt x="562113" y="1280"/>
                  </a:lnTo>
                  <a:lnTo>
                    <a:pt x="536750" y="433"/>
                  </a:lnTo>
                  <a:lnTo>
                    <a:pt x="525022" y="79"/>
                  </a:lnTo>
                  <a:lnTo>
                    <a:pt x="522180" y="1"/>
                  </a:lnTo>
                  <a:lnTo>
                    <a:pt x="522133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950" name="pg950"/>
            <p:cNvSpPr/>
            <p:nvPr/>
          </p:nvSpPr>
          <p:spPr>
            <a:xfrm>
              <a:off x="386606" y="4054308"/>
              <a:ext cx="8554953" cy="1168964"/>
            </a:xfrm>
            <a:custGeom>
              <a:avLst/>
              <a:pathLst>
                <a:path w="8554953" h="1168964">
                  <a:moveTo>
                    <a:pt x="0" y="5647"/>
                  </a:moveTo>
                  <a:lnTo>
                    <a:pt x="522133" y="5647"/>
                  </a:lnTo>
                  <a:lnTo>
                    <a:pt x="523382" y="5681"/>
                  </a:lnTo>
                  <a:lnTo>
                    <a:pt x="531548" y="5926"/>
                  </a:lnTo>
                  <a:lnTo>
                    <a:pt x="551976" y="6602"/>
                  </a:lnTo>
                  <a:lnTo>
                    <a:pt x="588094" y="7931"/>
                  </a:lnTo>
                  <a:lnTo>
                    <a:pt x="641104" y="10107"/>
                  </a:lnTo>
                  <a:lnTo>
                    <a:pt x="709925" y="13279"/>
                  </a:lnTo>
                  <a:lnTo>
                    <a:pt x="791560" y="17531"/>
                  </a:lnTo>
                  <a:lnTo>
                    <a:pt x="881847" y="22891"/>
                  </a:lnTo>
                  <a:lnTo>
                    <a:pt x="976339" y="29346"/>
                  </a:lnTo>
                  <a:lnTo>
                    <a:pt x="1071046" y="36872"/>
                  </a:lnTo>
                  <a:lnTo>
                    <a:pt x="1162879" y="45453"/>
                  </a:lnTo>
                  <a:lnTo>
                    <a:pt x="1249795" y="55103"/>
                  </a:lnTo>
                  <a:lnTo>
                    <a:pt x="1330713" y="65881"/>
                  </a:lnTo>
                  <a:lnTo>
                    <a:pt x="1405322" y="77888"/>
                  </a:lnTo>
                  <a:lnTo>
                    <a:pt x="1473867" y="91274"/>
                  </a:lnTo>
                  <a:lnTo>
                    <a:pt x="1536952" y="106232"/>
                  </a:lnTo>
                  <a:lnTo>
                    <a:pt x="1595393" y="122987"/>
                  </a:lnTo>
                  <a:lnTo>
                    <a:pt x="1650100" y="141783"/>
                  </a:lnTo>
                  <a:lnTo>
                    <a:pt x="1701995" y="162850"/>
                  </a:lnTo>
                  <a:lnTo>
                    <a:pt x="1751933" y="186358"/>
                  </a:lnTo>
                  <a:lnTo>
                    <a:pt x="1768425" y="194827"/>
                  </a:lnTo>
                  <a:lnTo>
                    <a:pt x="1816930" y="221707"/>
                  </a:lnTo>
                  <a:lnTo>
                    <a:pt x="1864961" y="251138"/>
                  </a:lnTo>
                  <a:lnTo>
                    <a:pt x="1912961" y="283165"/>
                  </a:lnTo>
                  <a:lnTo>
                    <a:pt x="1961244" y="317756"/>
                  </a:lnTo>
                  <a:lnTo>
                    <a:pt x="2010009" y="354796"/>
                  </a:lnTo>
                  <a:lnTo>
                    <a:pt x="2059357" y="394081"/>
                  </a:lnTo>
                  <a:lnTo>
                    <a:pt x="2109299" y="435317"/>
                  </a:lnTo>
                  <a:lnTo>
                    <a:pt x="2159768" y="478126"/>
                  </a:lnTo>
                  <a:lnTo>
                    <a:pt x="2210638" y="522057"/>
                  </a:lnTo>
                  <a:lnTo>
                    <a:pt x="2261735" y="566604"/>
                  </a:lnTo>
                  <a:lnTo>
                    <a:pt x="2312861" y="611230"/>
                  </a:lnTo>
                  <a:lnTo>
                    <a:pt x="2363817" y="655397"/>
                  </a:lnTo>
                  <a:lnTo>
                    <a:pt x="2414420" y="698586"/>
                  </a:lnTo>
                  <a:lnTo>
                    <a:pt x="2464528" y="740329"/>
                  </a:lnTo>
                  <a:lnTo>
                    <a:pt x="2514053" y="780224"/>
                  </a:lnTo>
                  <a:lnTo>
                    <a:pt x="2562984" y="817950"/>
                  </a:lnTo>
                  <a:lnTo>
                    <a:pt x="2611393" y="853279"/>
                  </a:lnTo>
                  <a:lnTo>
                    <a:pt x="2659449" y="886068"/>
                  </a:lnTo>
                  <a:lnTo>
                    <a:pt x="2707431" y="916263"/>
                  </a:lnTo>
                  <a:lnTo>
                    <a:pt x="2755742" y="943886"/>
                  </a:lnTo>
                  <a:lnTo>
                    <a:pt x="2770117" y="951548"/>
                  </a:lnTo>
                  <a:lnTo>
                    <a:pt x="2819565" y="975892"/>
                  </a:lnTo>
                  <a:lnTo>
                    <a:pt x="2870711" y="997767"/>
                  </a:lnTo>
                  <a:lnTo>
                    <a:pt x="2924371" y="1017303"/>
                  </a:lnTo>
                  <a:lnTo>
                    <a:pt x="2981451" y="1034718"/>
                  </a:lnTo>
                  <a:lnTo>
                    <a:pt x="3042876" y="1050254"/>
                  </a:lnTo>
                  <a:lnTo>
                    <a:pt x="3109503" y="1064145"/>
                  </a:lnTo>
                  <a:lnTo>
                    <a:pt x="3182023" y="1076598"/>
                  </a:lnTo>
                  <a:lnTo>
                    <a:pt x="3260821" y="1087775"/>
                  </a:lnTo>
                  <a:lnTo>
                    <a:pt x="3345797" y="1097796"/>
                  </a:lnTo>
                  <a:lnTo>
                    <a:pt x="3436153" y="1106733"/>
                  </a:lnTo>
                  <a:lnTo>
                    <a:pt x="3530185" y="1114614"/>
                  </a:lnTo>
                  <a:lnTo>
                    <a:pt x="3625156" y="1121433"/>
                  </a:lnTo>
                  <a:lnTo>
                    <a:pt x="3717345" y="1127164"/>
                  </a:lnTo>
                  <a:lnTo>
                    <a:pt x="3802388" y="1131788"/>
                  </a:lnTo>
                  <a:lnTo>
                    <a:pt x="3875931" y="1135317"/>
                  </a:lnTo>
                  <a:lnTo>
                    <a:pt x="3934489" y="1137815"/>
                  </a:lnTo>
                  <a:lnTo>
                    <a:pt x="3976273" y="1139409"/>
                  </a:lnTo>
                  <a:lnTo>
                    <a:pt x="4001702" y="1140281"/>
                  </a:lnTo>
                  <a:lnTo>
                    <a:pt x="4013487" y="1140646"/>
                  </a:lnTo>
                  <a:lnTo>
                    <a:pt x="4016409" y="1140728"/>
                  </a:lnTo>
                  <a:lnTo>
                    <a:pt x="4538543" y="1140728"/>
                  </a:lnTo>
                  <a:lnTo>
                    <a:pt x="4539813" y="1140729"/>
                  </a:lnTo>
                  <a:lnTo>
                    <a:pt x="4548114" y="1140735"/>
                  </a:lnTo>
                  <a:lnTo>
                    <a:pt x="4568866" y="1140752"/>
                  </a:lnTo>
                  <a:lnTo>
                    <a:pt x="4605525" y="1140786"/>
                  </a:lnTo>
                  <a:lnTo>
                    <a:pt x="4659269" y="1140841"/>
                  </a:lnTo>
                  <a:lnTo>
                    <a:pt x="4728940" y="1140921"/>
                  </a:lnTo>
                  <a:lnTo>
                    <a:pt x="4811441" y="1141028"/>
                  </a:lnTo>
                  <a:lnTo>
                    <a:pt x="4902513" y="1141164"/>
                  </a:lnTo>
                  <a:lnTo>
                    <a:pt x="4997640" y="1141327"/>
                  </a:lnTo>
                  <a:lnTo>
                    <a:pt x="5092799" y="1141516"/>
                  </a:lnTo>
                  <a:lnTo>
                    <a:pt x="5184906" y="1141733"/>
                  </a:lnTo>
                  <a:lnTo>
                    <a:pt x="5271946" y="1141976"/>
                  </a:lnTo>
                  <a:lnTo>
                    <a:pt x="5352875" y="1142247"/>
                  </a:lnTo>
                  <a:lnTo>
                    <a:pt x="5427426" y="1142550"/>
                  </a:lnTo>
                  <a:lnTo>
                    <a:pt x="5495881" y="1142888"/>
                  </a:lnTo>
                  <a:lnTo>
                    <a:pt x="5558879" y="1143266"/>
                  </a:lnTo>
                  <a:lnTo>
                    <a:pt x="5617260" y="1143690"/>
                  </a:lnTo>
                  <a:lnTo>
                    <a:pt x="5671956" y="1144166"/>
                  </a:lnTo>
                  <a:lnTo>
                    <a:pt x="5723901" y="1144699"/>
                  </a:lnTo>
                  <a:lnTo>
                    <a:pt x="5773952" y="1145294"/>
                  </a:lnTo>
                  <a:lnTo>
                    <a:pt x="5784835" y="1145434"/>
                  </a:lnTo>
                  <a:lnTo>
                    <a:pt x="5839090" y="1146187"/>
                  </a:lnTo>
                  <a:lnTo>
                    <a:pt x="5892822" y="1147019"/>
                  </a:lnTo>
                  <a:lnTo>
                    <a:pt x="5946620" y="1147932"/>
                  </a:lnTo>
                  <a:lnTo>
                    <a:pt x="6000875" y="1148925"/>
                  </a:lnTo>
                  <a:lnTo>
                    <a:pt x="6055806" y="1149990"/>
                  </a:lnTo>
                  <a:lnTo>
                    <a:pt x="6111487" y="1151121"/>
                  </a:lnTo>
                  <a:lnTo>
                    <a:pt x="6167859" y="1152304"/>
                  </a:lnTo>
                  <a:lnTo>
                    <a:pt x="6224762" y="1153525"/>
                  </a:lnTo>
                  <a:lnTo>
                    <a:pt x="6281959" y="1154765"/>
                  </a:lnTo>
                  <a:lnTo>
                    <a:pt x="6339175" y="1156007"/>
                  </a:lnTo>
                  <a:lnTo>
                    <a:pt x="6396131" y="1157231"/>
                  </a:lnTo>
                  <a:lnTo>
                    <a:pt x="6452583" y="1158420"/>
                  </a:lnTo>
                  <a:lnTo>
                    <a:pt x="6508359" y="1159558"/>
                  </a:lnTo>
                  <a:lnTo>
                    <a:pt x="6563387" y="1160633"/>
                  </a:lnTo>
                  <a:lnTo>
                    <a:pt x="6617720" y="1161635"/>
                  </a:lnTo>
                  <a:lnTo>
                    <a:pt x="6671559" y="1162559"/>
                  </a:lnTo>
                  <a:lnTo>
                    <a:pt x="6725272" y="1163402"/>
                  </a:lnTo>
                  <a:lnTo>
                    <a:pt x="6779418" y="1164164"/>
                  </a:lnTo>
                  <a:lnTo>
                    <a:pt x="6786527" y="1164258"/>
                  </a:lnTo>
                  <a:lnTo>
                    <a:pt x="6836261" y="1164867"/>
                  </a:lnTo>
                  <a:lnTo>
                    <a:pt x="6887718" y="1165414"/>
                  </a:lnTo>
                  <a:lnTo>
                    <a:pt x="6941727" y="1165901"/>
                  </a:lnTo>
                  <a:lnTo>
                    <a:pt x="6999212" y="1166336"/>
                  </a:lnTo>
                  <a:lnTo>
                    <a:pt x="7061112" y="1166724"/>
                  </a:lnTo>
                  <a:lnTo>
                    <a:pt x="7128296" y="1167070"/>
                  </a:lnTo>
                  <a:lnTo>
                    <a:pt x="7201460" y="1167380"/>
                  </a:lnTo>
                  <a:lnTo>
                    <a:pt x="7280980" y="1167659"/>
                  </a:lnTo>
                  <a:lnTo>
                    <a:pt x="7366727" y="1167908"/>
                  </a:lnTo>
                  <a:lnTo>
                    <a:pt x="7457852" y="1168130"/>
                  </a:lnTo>
                  <a:lnTo>
                    <a:pt x="7552565" y="1168326"/>
                  </a:lnTo>
                  <a:lnTo>
                    <a:pt x="7648016" y="1168495"/>
                  </a:lnTo>
                  <a:lnTo>
                    <a:pt x="7740366" y="1168636"/>
                  </a:lnTo>
                  <a:lnTo>
                    <a:pt x="7825151" y="1168750"/>
                  </a:lnTo>
                  <a:lnTo>
                    <a:pt x="7897980" y="1168836"/>
                  </a:lnTo>
                  <a:lnTo>
                    <a:pt x="7955421" y="1168896"/>
                  </a:lnTo>
                  <a:lnTo>
                    <a:pt x="7995840" y="1168934"/>
                  </a:lnTo>
                  <a:lnTo>
                    <a:pt x="8019887" y="1168954"/>
                  </a:lnTo>
                  <a:lnTo>
                    <a:pt x="8030537" y="1168962"/>
                  </a:lnTo>
                  <a:lnTo>
                    <a:pt x="8032819" y="1168964"/>
                  </a:lnTo>
                  <a:lnTo>
                    <a:pt x="8554953" y="1168964"/>
                  </a:lnTo>
                  <a:lnTo>
                    <a:pt x="8554953" y="1163317"/>
                  </a:lnTo>
                  <a:lnTo>
                    <a:pt x="8032819" y="1163317"/>
                  </a:lnTo>
                  <a:lnTo>
                    <a:pt x="8031549" y="1163316"/>
                  </a:lnTo>
                  <a:lnTo>
                    <a:pt x="8023248" y="1163310"/>
                  </a:lnTo>
                  <a:lnTo>
                    <a:pt x="8002496" y="1163293"/>
                  </a:lnTo>
                  <a:lnTo>
                    <a:pt x="7965837" y="1163259"/>
                  </a:lnTo>
                  <a:lnTo>
                    <a:pt x="7912093" y="1163204"/>
                  </a:lnTo>
                  <a:lnTo>
                    <a:pt x="7842422" y="1163124"/>
                  </a:lnTo>
                  <a:lnTo>
                    <a:pt x="7759921" y="1163016"/>
                  </a:lnTo>
                  <a:lnTo>
                    <a:pt x="7668849" y="1162881"/>
                  </a:lnTo>
                  <a:lnTo>
                    <a:pt x="7573722" y="1162718"/>
                  </a:lnTo>
                  <a:lnTo>
                    <a:pt x="7478563" y="1162529"/>
                  </a:lnTo>
                  <a:lnTo>
                    <a:pt x="7386456" y="1162312"/>
                  </a:lnTo>
                  <a:lnTo>
                    <a:pt x="7299416" y="1162069"/>
                  </a:lnTo>
                  <a:lnTo>
                    <a:pt x="7218486" y="1161797"/>
                  </a:lnTo>
                  <a:lnTo>
                    <a:pt x="7143936" y="1161494"/>
                  </a:lnTo>
                  <a:lnTo>
                    <a:pt x="7075481" y="1161156"/>
                  </a:lnTo>
                  <a:lnTo>
                    <a:pt x="7012483" y="1160779"/>
                  </a:lnTo>
                  <a:lnTo>
                    <a:pt x="6954102" y="1160355"/>
                  </a:lnTo>
                  <a:lnTo>
                    <a:pt x="6899406" y="1159879"/>
                  </a:lnTo>
                  <a:lnTo>
                    <a:pt x="6847461" y="1159346"/>
                  </a:lnTo>
                  <a:lnTo>
                    <a:pt x="6797409" y="1158751"/>
                  </a:lnTo>
                  <a:lnTo>
                    <a:pt x="6786527" y="1158611"/>
                  </a:lnTo>
                  <a:lnTo>
                    <a:pt x="6732272" y="1157858"/>
                  </a:lnTo>
                  <a:lnTo>
                    <a:pt x="6678540" y="1157026"/>
                  </a:lnTo>
                  <a:lnTo>
                    <a:pt x="6624742" y="1156112"/>
                  </a:lnTo>
                  <a:lnTo>
                    <a:pt x="6570487" y="1155120"/>
                  </a:lnTo>
                  <a:lnTo>
                    <a:pt x="6515556" y="1154054"/>
                  </a:lnTo>
                  <a:lnTo>
                    <a:pt x="6459875" y="1152924"/>
                  </a:lnTo>
                  <a:lnTo>
                    <a:pt x="6403503" y="1151741"/>
                  </a:lnTo>
                  <a:lnTo>
                    <a:pt x="6346600" y="1150520"/>
                  </a:lnTo>
                  <a:lnTo>
                    <a:pt x="6289403" y="1149280"/>
                  </a:lnTo>
                  <a:lnTo>
                    <a:pt x="6232187" y="1148038"/>
                  </a:lnTo>
                  <a:lnTo>
                    <a:pt x="6175231" y="1146814"/>
                  </a:lnTo>
                  <a:lnTo>
                    <a:pt x="6118779" y="1145625"/>
                  </a:lnTo>
                  <a:lnTo>
                    <a:pt x="6063003" y="1144487"/>
                  </a:lnTo>
                  <a:lnTo>
                    <a:pt x="6007975" y="1143412"/>
                  </a:lnTo>
                  <a:lnTo>
                    <a:pt x="5953642" y="1142410"/>
                  </a:lnTo>
                  <a:lnTo>
                    <a:pt x="5899803" y="1141486"/>
                  </a:lnTo>
                  <a:lnTo>
                    <a:pt x="5846090" y="1140643"/>
                  </a:lnTo>
                  <a:lnTo>
                    <a:pt x="5791944" y="1139880"/>
                  </a:lnTo>
                  <a:lnTo>
                    <a:pt x="5784835" y="1139787"/>
                  </a:lnTo>
                  <a:lnTo>
                    <a:pt x="5735101" y="1139178"/>
                  </a:lnTo>
                  <a:lnTo>
                    <a:pt x="5683644" y="1138631"/>
                  </a:lnTo>
                  <a:lnTo>
                    <a:pt x="5629635" y="1138143"/>
                  </a:lnTo>
                  <a:lnTo>
                    <a:pt x="5572150" y="1137709"/>
                  </a:lnTo>
                  <a:lnTo>
                    <a:pt x="5510250" y="1137321"/>
                  </a:lnTo>
                  <a:lnTo>
                    <a:pt x="5443066" y="1136975"/>
                  </a:lnTo>
                  <a:lnTo>
                    <a:pt x="5369902" y="1136664"/>
                  </a:lnTo>
                  <a:lnTo>
                    <a:pt x="5290382" y="1136386"/>
                  </a:lnTo>
                  <a:lnTo>
                    <a:pt x="5204634" y="1136137"/>
                  </a:lnTo>
                  <a:lnTo>
                    <a:pt x="5113510" y="1135915"/>
                  </a:lnTo>
                  <a:lnTo>
                    <a:pt x="5018797" y="1135719"/>
                  </a:lnTo>
                  <a:lnTo>
                    <a:pt x="4923346" y="1135550"/>
                  </a:lnTo>
                  <a:lnTo>
                    <a:pt x="4830996" y="1135409"/>
                  </a:lnTo>
                  <a:lnTo>
                    <a:pt x="4746211" y="1135295"/>
                  </a:lnTo>
                  <a:lnTo>
                    <a:pt x="4673382" y="1135209"/>
                  </a:lnTo>
                  <a:lnTo>
                    <a:pt x="4615941" y="1135149"/>
                  </a:lnTo>
                  <a:lnTo>
                    <a:pt x="4575522" y="1135111"/>
                  </a:lnTo>
                  <a:lnTo>
                    <a:pt x="4551475" y="1135091"/>
                  </a:lnTo>
                  <a:lnTo>
                    <a:pt x="4540825" y="1135082"/>
                  </a:lnTo>
                  <a:lnTo>
                    <a:pt x="4538543" y="1135081"/>
                  </a:lnTo>
                  <a:lnTo>
                    <a:pt x="4016409" y="1135081"/>
                  </a:lnTo>
                  <a:lnTo>
                    <a:pt x="4015160" y="1135047"/>
                  </a:lnTo>
                  <a:lnTo>
                    <a:pt x="4006994" y="1134802"/>
                  </a:lnTo>
                  <a:lnTo>
                    <a:pt x="3986566" y="1134125"/>
                  </a:lnTo>
                  <a:lnTo>
                    <a:pt x="3950449" y="1132797"/>
                  </a:lnTo>
                  <a:lnTo>
                    <a:pt x="3897438" y="1130620"/>
                  </a:lnTo>
                  <a:lnTo>
                    <a:pt x="3828617" y="1127449"/>
                  </a:lnTo>
                  <a:lnTo>
                    <a:pt x="3746982" y="1123197"/>
                  </a:lnTo>
                  <a:lnTo>
                    <a:pt x="3656695" y="1117837"/>
                  </a:lnTo>
                  <a:lnTo>
                    <a:pt x="3562203" y="1111381"/>
                  </a:lnTo>
                  <a:lnTo>
                    <a:pt x="3467496" y="1103855"/>
                  </a:lnTo>
                  <a:lnTo>
                    <a:pt x="3375663" y="1095275"/>
                  </a:lnTo>
                  <a:lnTo>
                    <a:pt x="3288747" y="1085624"/>
                  </a:lnTo>
                  <a:lnTo>
                    <a:pt x="3207829" y="1074847"/>
                  </a:lnTo>
                  <a:lnTo>
                    <a:pt x="3133220" y="1062840"/>
                  </a:lnTo>
                  <a:lnTo>
                    <a:pt x="3064675" y="1049453"/>
                  </a:lnTo>
                  <a:lnTo>
                    <a:pt x="3001590" y="1034496"/>
                  </a:lnTo>
                  <a:lnTo>
                    <a:pt x="2943149" y="1017741"/>
                  </a:lnTo>
                  <a:lnTo>
                    <a:pt x="2888442" y="998945"/>
                  </a:lnTo>
                  <a:lnTo>
                    <a:pt x="2836547" y="977877"/>
                  </a:lnTo>
                  <a:lnTo>
                    <a:pt x="2786609" y="954369"/>
                  </a:lnTo>
                  <a:lnTo>
                    <a:pt x="2770117" y="945901"/>
                  </a:lnTo>
                  <a:lnTo>
                    <a:pt x="2721612" y="919021"/>
                  </a:lnTo>
                  <a:lnTo>
                    <a:pt x="2673581" y="889589"/>
                  </a:lnTo>
                  <a:lnTo>
                    <a:pt x="2625581" y="857562"/>
                  </a:lnTo>
                  <a:lnTo>
                    <a:pt x="2577299" y="822972"/>
                  </a:lnTo>
                  <a:lnTo>
                    <a:pt x="2528533" y="785932"/>
                  </a:lnTo>
                  <a:lnTo>
                    <a:pt x="2479185" y="746647"/>
                  </a:lnTo>
                  <a:lnTo>
                    <a:pt x="2429243" y="705410"/>
                  </a:lnTo>
                  <a:lnTo>
                    <a:pt x="2378774" y="662601"/>
                  </a:lnTo>
                  <a:lnTo>
                    <a:pt x="2327904" y="618671"/>
                  </a:lnTo>
                  <a:lnTo>
                    <a:pt x="2276808" y="574124"/>
                  </a:lnTo>
                  <a:lnTo>
                    <a:pt x="2225681" y="529497"/>
                  </a:lnTo>
                  <a:lnTo>
                    <a:pt x="2174725" y="485331"/>
                  </a:lnTo>
                  <a:lnTo>
                    <a:pt x="2124122" y="442141"/>
                  </a:lnTo>
                  <a:lnTo>
                    <a:pt x="2074015" y="400399"/>
                  </a:lnTo>
                  <a:lnTo>
                    <a:pt x="2024489" y="360504"/>
                  </a:lnTo>
                  <a:lnTo>
                    <a:pt x="1975558" y="322777"/>
                  </a:lnTo>
                  <a:lnTo>
                    <a:pt x="1927150" y="287449"/>
                  </a:lnTo>
                  <a:lnTo>
                    <a:pt x="1879094" y="254660"/>
                  </a:lnTo>
                  <a:lnTo>
                    <a:pt x="1831111" y="224464"/>
                  </a:lnTo>
                  <a:lnTo>
                    <a:pt x="1782800" y="196841"/>
                  </a:lnTo>
                  <a:lnTo>
                    <a:pt x="1768425" y="189180"/>
                  </a:lnTo>
                  <a:lnTo>
                    <a:pt x="1718978" y="164835"/>
                  </a:lnTo>
                  <a:lnTo>
                    <a:pt x="1667831" y="142960"/>
                  </a:lnTo>
                  <a:lnTo>
                    <a:pt x="1614171" y="123424"/>
                  </a:lnTo>
                  <a:lnTo>
                    <a:pt x="1557091" y="106010"/>
                  </a:lnTo>
                  <a:lnTo>
                    <a:pt x="1495666" y="90474"/>
                  </a:lnTo>
                  <a:lnTo>
                    <a:pt x="1429039" y="76582"/>
                  </a:lnTo>
                  <a:lnTo>
                    <a:pt x="1356519" y="64130"/>
                  </a:lnTo>
                  <a:lnTo>
                    <a:pt x="1277721" y="52952"/>
                  </a:lnTo>
                  <a:lnTo>
                    <a:pt x="1192745" y="42931"/>
                  </a:lnTo>
                  <a:lnTo>
                    <a:pt x="1102389" y="33994"/>
                  </a:lnTo>
                  <a:lnTo>
                    <a:pt x="1008357" y="26113"/>
                  </a:lnTo>
                  <a:lnTo>
                    <a:pt x="913386" y="19295"/>
                  </a:lnTo>
                  <a:lnTo>
                    <a:pt x="821197" y="13563"/>
                  </a:lnTo>
                  <a:lnTo>
                    <a:pt x="736154" y="8939"/>
                  </a:lnTo>
                  <a:lnTo>
                    <a:pt x="662611" y="5411"/>
                  </a:lnTo>
                  <a:lnTo>
                    <a:pt x="604053" y="2913"/>
                  </a:lnTo>
                  <a:lnTo>
                    <a:pt x="562269" y="1319"/>
                  </a:lnTo>
                  <a:lnTo>
                    <a:pt x="536840" y="447"/>
                  </a:lnTo>
                  <a:lnTo>
                    <a:pt x="525056" y="82"/>
                  </a:lnTo>
                  <a:lnTo>
                    <a:pt x="5221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28E5B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951" name="pl951"/>
            <p:cNvSpPr/>
            <p:nvPr/>
          </p:nvSpPr>
          <p:spPr>
            <a:xfrm>
              <a:off x="386606" y="4059955"/>
              <a:ext cx="8554953" cy="1163317"/>
            </a:xfrm>
            <a:custGeom>
              <a:avLst/>
              <a:pathLst>
                <a:path w="8554953" h="1163317">
                  <a:moveTo>
                    <a:pt x="0" y="0"/>
                  </a:moveTo>
                  <a:lnTo>
                    <a:pt x="522133" y="0"/>
                  </a:lnTo>
                  <a:lnTo>
                    <a:pt x="523382" y="34"/>
                  </a:lnTo>
                  <a:lnTo>
                    <a:pt x="531548" y="278"/>
                  </a:lnTo>
                  <a:lnTo>
                    <a:pt x="551976" y="955"/>
                  </a:lnTo>
                  <a:lnTo>
                    <a:pt x="588094" y="2284"/>
                  </a:lnTo>
                  <a:lnTo>
                    <a:pt x="641104" y="4460"/>
                  </a:lnTo>
                  <a:lnTo>
                    <a:pt x="709925" y="7632"/>
                  </a:lnTo>
                  <a:lnTo>
                    <a:pt x="791560" y="11884"/>
                  </a:lnTo>
                  <a:lnTo>
                    <a:pt x="881847" y="17243"/>
                  </a:lnTo>
                  <a:lnTo>
                    <a:pt x="976339" y="23699"/>
                  </a:lnTo>
                  <a:lnTo>
                    <a:pt x="1071046" y="31225"/>
                  </a:lnTo>
                  <a:lnTo>
                    <a:pt x="1162879" y="39805"/>
                  </a:lnTo>
                  <a:lnTo>
                    <a:pt x="1249795" y="49456"/>
                  </a:lnTo>
                  <a:lnTo>
                    <a:pt x="1330713" y="60233"/>
                  </a:lnTo>
                  <a:lnTo>
                    <a:pt x="1405322" y="72241"/>
                  </a:lnTo>
                  <a:lnTo>
                    <a:pt x="1473867" y="85627"/>
                  </a:lnTo>
                  <a:lnTo>
                    <a:pt x="1536952" y="100585"/>
                  </a:lnTo>
                  <a:lnTo>
                    <a:pt x="1595393" y="117340"/>
                  </a:lnTo>
                  <a:lnTo>
                    <a:pt x="1650100" y="136135"/>
                  </a:lnTo>
                  <a:lnTo>
                    <a:pt x="1701995" y="157203"/>
                  </a:lnTo>
                  <a:lnTo>
                    <a:pt x="1751933" y="180711"/>
                  </a:lnTo>
                  <a:lnTo>
                    <a:pt x="1768425" y="189180"/>
                  </a:lnTo>
                  <a:lnTo>
                    <a:pt x="1816930" y="216059"/>
                  </a:lnTo>
                  <a:lnTo>
                    <a:pt x="1864961" y="245491"/>
                  </a:lnTo>
                  <a:lnTo>
                    <a:pt x="1912961" y="277518"/>
                  </a:lnTo>
                  <a:lnTo>
                    <a:pt x="1961244" y="312109"/>
                  </a:lnTo>
                  <a:lnTo>
                    <a:pt x="2010009" y="349149"/>
                  </a:lnTo>
                  <a:lnTo>
                    <a:pt x="2059357" y="388434"/>
                  </a:lnTo>
                  <a:lnTo>
                    <a:pt x="2109299" y="429670"/>
                  </a:lnTo>
                  <a:lnTo>
                    <a:pt x="2159768" y="472479"/>
                  </a:lnTo>
                  <a:lnTo>
                    <a:pt x="2210638" y="516410"/>
                  </a:lnTo>
                  <a:lnTo>
                    <a:pt x="2261735" y="560956"/>
                  </a:lnTo>
                  <a:lnTo>
                    <a:pt x="2312861" y="605583"/>
                  </a:lnTo>
                  <a:lnTo>
                    <a:pt x="2363817" y="649750"/>
                  </a:lnTo>
                  <a:lnTo>
                    <a:pt x="2414420" y="692939"/>
                  </a:lnTo>
                  <a:lnTo>
                    <a:pt x="2464528" y="734682"/>
                  </a:lnTo>
                  <a:lnTo>
                    <a:pt x="2514053" y="774576"/>
                  </a:lnTo>
                  <a:lnTo>
                    <a:pt x="2562984" y="812303"/>
                  </a:lnTo>
                  <a:lnTo>
                    <a:pt x="2611393" y="847631"/>
                  </a:lnTo>
                  <a:lnTo>
                    <a:pt x="2659449" y="880421"/>
                  </a:lnTo>
                  <a:lnTo>
                    <a:pt x="2707431" y="910616"/>
                  </a:lnTo>
                  <a:lnTo>
                    <a:pt x="2755742" y="938239"/>
                  </a:lnTo>
                  <a:lnTo>
                    <a:pt x="2770117" y="945901"/>
                  </a:lnTo>
                  <a:lnTo>
                    <a:pt x="2819565" y="970245"/>
                  </a:lnTo>
                  <a:lnTo>
                    <a:pt x="2870711" y="992120"/>
                  </a:lnTo>
                  <a:lnTo>
                    <a:pt x="2924371" y="1011656"/>
                  </a:lnTo>
                  <a:lnTo>
                    <a:pt x="2981451" y="1029071"/>
                  </a:lnTo>
                  <a:lnTo>
                    <a:pt x="3042876" y="1044606"/>
                  </a:lnTo>
                  <a:lnTo>
                    <a:pt x="3109503" y="1058498"/>
                  </a:lnTo>
                  <a:lnTo>
                    <a:pt x="3182023" y="1070951"/>
                  </a:lnTo>
                  <a:lnTo>
                    <a:pt x="3260821" y="1082128"/>
                  </a:lnTo>
                  <a:lnTo>
                    <a:pt x="3345797" y="1092149"/>
                  </a:lnTo>
                  <a:lnTo>
                    <a:pt x="3436153" y="1101086"/>
                  </a:lnTo>
                  <a:lnTo>
                    <a:pt x="3530185" y="1108967"/>
                  </a:lnTo>
                  <a:lnTo>
                    <a:pt x="3625156" y="1115786"/>
                  </a:lnTo>
                  <a:lnTo>
                    <a:pt x="3717345" y="1121517"/>
                  </a:lnTo>
                  <a:lnTo>
                    <a:pt x="3802388" y="1126141"/>
                  </a:lnTo>
                  <a:lnTo>
                    <a:pt x="3875931" y="1129670"/>
                  </a:lnTo>
                  <a:lnTo>
                    <a:pt x="3934489" y="1132168"/>
                  </a:lnTo>
                  <a:lnTo>
                    <a:pt x="3976273" y="1133762"/>
                  </a:lnTo>
                  <a:lnTo>
                    <a:pt x="4001702" y="1134634"/>
                  </a:lnTo>
                  <a:lnTo>
                    <a:pt x="4013487" y="1134999"/>
                  </a:lnTo>
                  <a:lnTo>
                    <a:pt x="4016360" y="1135080"/>
                  </a:lnTo>
                  <a:lnTo>
                    <a:pt x="4016409" y="1135081"/>
                  </a:lnTo>
                  <a:lnTo>
                    <a:pt x="4538543" y="1135081"/>
                  </a:lnTo>
                  <a:lnTo>
                    <a:pt x="4539813" y="1135082"/>
                  </a:lnTo>
                  <a:lnTo>
                    <a:pt x="4548114" y="1135088"/>
                  </a:lnTo>
                  <a:lnTo>
                    <a:pt x="4568866" y="1135105"/>
                  </a:lnTo>
                  <a:lnTo>
                    <a:pt x="4605525" y="1135139"/>
                  </a:lnTo>
                  <a:lnTo>
                    <a:pt x="4659269" y="1135194"/>
                  </a:lnTo>
                  <a:lnTo>
                    <a:pt x="4728940" y="1135274"/>
                  </a:lnTo>
                  <a:lnTo>
                    <a:pt x="4811441" y="1135381"/>
                  </a:lnTo>
                  <a:lnTo>
                    <a:pt x="4902513" y="1135517"/>
                  </a:lnTo>
                  <a:lnTo>
                    <a:pt x="4997640" y="1135679"/>
                  </a:lnTo>
                  <a:lnTo>
                    <a:pt x="5092799" y="1135869"/>
                  </a:lnTo>
                  <a:lnTo>
                    <a:pt x="5184906" y="1136085"/>
                  </a:lnTo>
                  <a:lnTo>
                    <a:pt x="5271946" y="1136329"/>
                  </a:lnTo>
                  <a:lnTo>
                    <a:pt x="5352875" y="1136600"/>
                  </a:lnTo>
                  <a:lnTo>
                    <a:pt x="5427426" y="1136903"/>
                  </a:lnTo>
                  <a:lnTo>
                    <a:pt x="5495881" y="1137241"/>
                  </a:lnTo>
                  <a:lnTo>
                    <a:pt x="5558879" y="1137619"/>
                  </a:lnTo>
                  <a:lnTo>
                    <a:pt x="5617260" y="1138043"/>
                  </a:lnTo>
                  <a:lnTo>
                    <a:pt x="5671956" y="1138519"/>
                  </a:lnTo>
                  <a:lnTo>
                    <a:pt x="5723901" y="1139052"/>
                  </a:lnTo>
                  <a:lnTo>
                    <a:pt x="5773952" y="1139647"/>
                  </a:lnTo>
                  <a:lnTo>
                    <a:pt x="5784835" y="1139787"/>
                  </a:lnTo>
                  <a:lnTo>
                    <a:pt x="5839090" y="1140540"/>
                  </a:lnTo>
                  <a:lnTo>
                    <a:pt x="5892822" y="1141372"/>
                  </a:lnTo>
                  <a:lnTo>
                    <a:pt x="5946620" y="1142285"/>
                  </a:lnTo>
                  <a:lnTo>
                    <a:pt x="6000875" y="1143278"/>
                  </a:lnTo>
                  <a:lnTo>
                    <a:pt x="6055806" y="1144343"/>
                  </a:lnTo>
                  <a:lnTo>
                    <a:pt x="6111487" y="1145474"/>
                  </a:lnTo>
                  <a:lnTo>
                    <a:pt x="6167859" y="1146657"/>
                  </a:lnTo>
                  <a:lnTo>
                    <a:pt x="6224762" y="1147878"/>
                  </a:lnTo>
                  <a:lnTo>
                    <a:pt x="6281959" y="1149118"/>
                  </a:lnTo>
                  <a:lnTo>
                    <a:pt x="6339175" y="1150360"/>
                  </a:lnTo>
                  <a:lnTo>
                    <a:pt x="6396131" y="1151584"/>
                  </a:lnTo>
                  <a:lnTo>
                    <a:pt x="6452583" y="1152773"/>
                  </a:lnTo>
                  <a:lnTo>
                    <a:pt x="6508359" y="1153911"/>
                  </a:lnTo>
                  <a:lnTo>
                    <a:pt x="6563387" y="1154986"/>
                  </a:lnTo>
                  <a:lnTo>
                    <a:pt x="6617720" y="1155988"/>
                  </a:lnTo>
                  <a:lnTo>
                    <a:pt x="6671559" y="1156911"/>
                  </a:lnTo>
                  <a:lnTo>
                    <a:pt x="6725272" y="1157754"/>
                  </a:lnTo>
                  <a:lnTo>
                    <a:pt x="6779418" y="1158517"/>
                  </a:lnTo>
                  <a:lnTo>
                    <a:pt x="6786527" y="1158611"/>
                  </a:lnTo>
                  <a:lnTo>
                    <a:pt x="6836261" y="1159220"/>
                  </a:lnTo>
                  <a:lnTo>
                    <a:pt x="6887718" y="1159766"/>
                  </a:lnTo>
                  <a:lnTo>
                    <a:pt x="6941727" y="1160254"/>
                  </a:lnTo>
                  <a:lnTo>
                    <a:pt x="6999212" y="1160689"/>
                  </a:lnTo>
                  <a:lnTo>
                    <a:pt x="7061112" y="1161077"/>
                  </a:lnTo>
                  <a:lnTo>
                    <a:pt x="7128296" y="1161423"/>
                  </a:lnTo>
                  <a:lnTo>
                    <a:pt x="7201460" y="1161733"/>
                  </a:lnTo>
                  <a:lnTo>
                    <a:pt x="7280980" y="1162012"/>
                  </a:lnTo>
                  <a:lnTo>
                    <a:pt x="7366727" y="1162261"/>
                  </a:lnTo>
                  <a:lnTo>
                    <a:pt x="7457852" y="1162483"/>
                  </a:lnTo>
                  <a:lnTo>
                    <a:pt x="7552565" y="1162679"/>
                  </a:lnTo>
                  <a:lnTo>
                    <a:pt x="7648016" y="1162847"/>
                  </a:lnTo>
                  <a:lnTo>
                    <a:pt x="7740366" y="1162989"/>
                  </a:lnTo>
                  <a:lnTo>
                    <a:pt x="7825151" y="1163102"/>
                  </a:lnTo>
                  <a:lnTo>
                    <a:pt x="7897980" y="1163188"/>
                  </a:lnTo>
                  <a:lnTo>
                    <a:pt x="7955421" y="1163249"/>
                  </a:lnTo>
                  <a:lnTo>
                    <a:pt x="7995840" y="1163287"/>
                  </a:lnTo>
                  <a:lnTo>
                    <a:pt x="8019887" y="1163307"/>
                  </a:lnTo>
                  <a:lnTo>
                    <a:pt x="8030537" y="1163315"/>
                  </a:lnTo>
                  <a:lnTo>
                    <a:pt x="8032805" y="1163317"/>
                  </a:lnTo>
                  <a:lnTo>
                    <a:pt x="8032819" y="1163317"/>
                  </a:lnTo>
                  <a:lnTo>
                    <a:pt x="8554953" y="1163317"/>
                  </a:lnTo>
                  <a:lnTo>
                    <a:pt x="8554953" y="1163317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952" name="pl952"/>
            <p:cNvSpPr/>
            <p:nvPr/>
          </p:nvSpPr>
          <p:spPr>
            <a:xfrm>
              <a:off x="386606" y="4054308"/>
              <a:ext cx="8554953" cy="1163317"/>
            </a:xfrm>
            <a:custGeom>
              <a:avLst/>
              <a:pathLst>
                <a:path w="8554953" h="1163317">
                  <a:moveTo>
                    <a:pt x="8554953" y="1163317"/>
                  </a:moveTo>
                  <a:lnTo>
                    <a:pt x="8032819" y="1163317"/>
                  </a:lnTo>
                  <a:lnTo>
                    <a:pt x="8031549" y="1163316"/>
                  </a:lnTo>
                  <a:lnTo>
                    <a:pt x="8023248" y="1163310"/>
                  </a:lnTo>
                  <a:lnTo>
                    <a:pt x="8002496" y="1163293"/>
                  </a:lnTo>
                  <a:lnTo>
                    <a:pt x="7965837" y="1163259"/>
                  </a:lnTo>
                  <a:lnTo>
                    <a:pt x="7912093" y="1163204"/>
                  </a:lnTo>
                  <a:lnTo>
                    <a:pt x="7842422" y="1163124"/>
                  </a:lnTo>
                  <a:lnTo>
                    <a:pt x="7759921" y="1163016"/>
                  </a:lnTo>
                  <a:lnTo>
                    <a:pt x="7668849" y="1162881"/>
                  </a:lnTo>
                  <a:lnTo>
                    <a:pt x="7573722" y="1162718"/>
                  </a:lnTo>
                  <a:lnTo>
                    <a:pt x="7478563" y="1162529"/>
                  </a:lnTo>
                  <a:lnTo>
                    <a:pt x="7386456" y="1162312"/>
                  </a:lnTo>
                  <a:lnTo>
                    <a:pt x="7299416" y="1162069"/>
                  </a:lnTo>
                  <a:lnTo>
                    <a:pt x="7218486" y="1161797"/>
                  </a:lnTo>
                  <a:lnTo>
                    <a:pt x="7143936" y="1161494"/>
                  </a:lnTo>
                  <a:lnTo>
                    <a:pt x="7075481" y="1161156"/>
                  </a:lnTo>
                  <a:lnTo>
                    <a:pt x="7012483" y="1160779"/>
                  </a:lnTo>
                  <a:lnTo>
                    <a:pt x="6954102" y="1160355"/>
                  </a:lnTo>
                  <a:lnTo>
                    <a:pt x="6899406" y="1159879"/>
                  </a:lnTo>
                  <a:lnTo>
                    <a:pt x="6847461" y="1159346"/>
                  </a:lnTo>
                  <a:lnTo>
                    <a:pt x="6797409" y="1158751"/>
                  </a:lnTo>
                  <a:lnTo>
                    <a:pt x="6786527" y="1158611"/>
                  </a:lnTo>
                  <a:lnTo>
                    <a:pt x="6732272" y="1157858"/>
                  </a:lnTo>
                  <a:lnTo>
                    <a:pt x="6678540" y="1157026"/>
                  </a:lnTo>
                  <a:lnTo>
                    <a:pt x="6624742" y="1156112"/>
                  </a:lnTo>
                  <a:lnTo>
                    <a:pt x="6570487" y="1155120"/>
                  </a:lnTo>
                  <a:lnTo>
                    <a:pt x="6515556" y="1154054"/>
                  </a:lnTo>
                  <a:lnTo>
                    <a:pt x="6459875" y="1152924"/>
                  </a:lnTo>
                  <a:lnTo>
                    <a:pt x="6403503" y="1151741"/>
                  </a:lnTo>
                  <a:lnTo>
                    <a:pt x="6346600" y="1150520"/>
                  </a:lnTo>
                  <a:lnTo>
                    <a:pt x="6289403" y="1149280"/>
                  </a:lnTo>
                  <a:lnTo>
                    <a:pt x="6232187" y="1148038"/>
                  </a:lnTo>
                  <a:lnTo>
                    <a:pt x="6175231" y="1146814"/>
                  </a:lnTo>
                  <a:lnTo>
                    <a:pt x="6118779" y="1145625"/>
                  </a:lnTo>
                  <a:lnTo>
                    <a:pt x="6063003" y="1144487"/>
                  </a:lnTo>
                  <a:lnTo>
                    <a:pt x="6007975" y="1143412"/>
                  </a:lnTo>
                  <a:lnTo>
                    <a:pt x="5953642" y="1142410"/>
                  </a:lnTo>
                  <a:lnTo>
                    <a:pt x="5899803" y="1141486"/>
                  </a:lnTo>
                  <a:lnTo>
                    <a:pt x="5846090" y="1140643"/>
                  </a:lnTo>
                  <a:lnTo>
                    <a:pt x="5791944" y="1139880"/>
                  </a:lnTo>
                  <a:lnTo>
                    <a:pt x="5784835" y="1139787"/>
                  </a:lnTo>
                  <a:lnTo>
                    <a:pt x="5735101" y="1139178"/>
                  </a:lnTo>
                  <a:lnTo>
                    <a:pt x="5683644" y="1138631"/>
                  </a:lnTo>
                  <a:lnTo>
                    <a:pt x="5629635" y="1138143"/>
                  </a:lnTo>
                  <a:lnTo>
                    <a:pt x="5572150" y="1137709"/>
                  </a:lnTo>
                  <a:lnTo>
                    <a:pt x="5510250" y="1137321"/>
                  </a:lnTo>
                  <a:lnTo>
                    <a:pt x="5443066" y="1136975"/>
                  </a:lnTo>
                  <a:lnTo>
                    <a:pt x="5369902" y="1136664"/>
                  </a:lnTo>
                  <a:lnTo>
                    <a:pt x="5290382" y="1136386"/>
                  </a:lnTo>
                  <a:lnTo>
                    <a:pt x="5204634" y="1136137"/>
                  </a:lnTo>
                  <a:lnTo>
                    <a:pt x="5113510" y="1135915"/>
                  </a:lnTo>
                  <a:lnTo>
                    <a:pt x="5018797" y="1135719"/>
                  </a:lnTo>
                  <a:lnTo>
                    <a:pt x="4923346" y="1135550"/>
                  </a:lnTo>
                  <a:lnTo>
                    <a:pt x="4830996" y="1135409"/>
                  </a:lnTo>
                  <a:lnTo>
                    <a:pt x="4746211" y="1135295"/>
                  </a:lnTo>
                  <a:lnTo>
                    <a:pt x="4673382" y="1135209"/>
                  </a:lnTo>
                  <a:lnTo>
                    <a:pt x="4615941" y="1135149"/>
                  </a:lnTo>
                  <a:lnTo>
                    <a:pt x="4575522" y="1135111"/>
                  </a:lnTo>
                  <a:lnTo>
                    <a:pt x="4551475" y="1135091"/>
                  </a:lnTo>
                  <a:lnTo>
                    <a:pt x="4540825" y="1135082"/>
                  </a:lnTo>
                  <a:lnTo>
                    <a:pt x="4538557" y="1135081"/>
                  </a:lnTo>
                  <a:lnTo>
                    <a:pt x="4538543" y="1135081"/>
                  </a:lnTo>
                  <a:lnTo>
                    <a:pt x="4016409" y="1135081"/>
                  </a:lnTo>
                  <a:lnTo>
                    <a:pt x="4015160" y="1135047"/>
                  </a:lnTo>
                  <a:lnTo>
                    <a:pt x="4006994" y="1134802"/>
                  </a:lnTo>
                  <a:lnTo>
                    <a:pt x="3986566" y="1134125"/>
                  </a:lnTo>
                  <a:lnTo>
                    <a:pt x="3950449" y="1132797"/>
                  </a:lnTo>
                  <a:lnTo>
                    <a:pt x="3897438" y="1130620"/>
                  </a:lnTo>
                  <a:lnTo>
                    <a:pt x="3828617" y="1127449"/>
                  </a:lnTo>
                  <a:lnTo>
                    <a:pt x="3746982" y="1123197"/>
                  </a:lnTo>
                  <a:lnTo>
                    <a:pt x="3656695" y="1117837"/>
                  </a:lnTo>
                  <a:lnTo>
                    <a:pt x="3562203" y="1111381"/>
                  </a:lnTo>
                  <a:lnTo>
                    <a:pt x="3467496" y="1103855"/>
                  </a:lnTo>
                  <a:lnTo>
                    <a:pt x="3375663" y="1095275"/>
                  </a:lnTo>
                  <a:lnTo>
                    <a:pt x="3288747" y="1085624"/>
                  </a:lnTo>
                  <a:lnTo>
                    <a:pt x="3207829" y="1074847"/>
                  </a:lnTo>
                  <a:lnTo>
                    <a:pt x="3133220" y="1062840"/>
                  </a:lnTo>
                  <a:lnTo>
                    <a:pt x="3064675" y="1049453"/>
                  </a:lnTo>
                  <a:lnTo>
                    <a:pt x="3001590" y="1034496"/>
                  </a:lnTo>
                  <a:lnTo>
                    <a:pt x="2943149" y="1017741"/>
                  </a:lnTo>
                  <a:lnTo>
                    <a:pt x="2888442" y="998945"/>
                  </a:lnTo>
                  <a:lnTo>
                    <a:pt x="2836547" y="977877"/>
                  </a:lnTo>
                  <a:lnTo>
                    <a:pt x="2786609" y="954369"/>
                  </a:lnTo>
                  <a:lnTo>
                    <a:pt x="2770117" y="945901"/>
                  </a:lnTo>
                  <a:lnTo>
                    <a:pt x="2721612" y="919021"/>
                  </a:lnTo>
                  <a:lnTo>
                    <a:pt x="2673581" y="889589"/>
                  </a:lnTo>
                  <a:lnTo>
                    <a:pt x="2625581" y="857562"/>
                  </a:lnTo>
                  <a:lnTo>
                    <a:pt x="2577299" y="822972"/>
                  </a:lnTo>
                  <a:lnTo>
                    <a:pt x="2528533" y="785932"/>
                  </a:lnTo>
                  <a:lnTo>
                    <a:pt x="2479185" y="746647"/>
                  </a:lnTo>
                  <a:lnTo>
                    <a:pt x="2429243" y="705410"/>
                  </a:lnTo>
                  <a:lnTo>
                    <a:pt x="2378774" y="662601"/>
                  </a:lnTo>
                  <a:lnTo>
                    <a:pt x="2327904" y="618671"/>
                  </a:lnTo>
                  <a:lnTo>
                    <a:pt x="2276808" y="574124"/>
                  </a:lnTo>
                  <a:lnTo>
                    <a:pt x="2225681" y="529497"/>
                  </a:lnTo>
                  <a:lnTo>
                    <a:pt x="2174725" y="485331"/>
                  </a:lnTo>
                  <a:lnTo>
                    <a:pt x="2124122" y="442141"/>
                  </a:lnTo>
                  <a:lnTo>
                    <a:pt x="2074015" y="400399"/>
                  </a:lnTo>
                  <a:lnTo>
                    <a:pt x="2024489" y="360504"/>
                  </a:lnTo>
                  <a:lnTo>
                    <a:pt x="1975558" y="322777"/>
                  </a:lnTo>
                  <a:lnTo>
                    <a:pt x="1927150" y="287449"/>
                  </a:lnTo>
                  <a:lnTo>
                    <a:pt x="1879094" y="254660"/>
                  </a:lnTo>
                  <a:lnTo>
                    <a:pt x="1831111" y="224464"/>
                  </a:lnTo>
                  <a:lnTo>
                    <a:pt x="1782800" y="196841"/>
                  </a:lnTo>
                  <a:lnTo>
                    <a:pt x="1768425" y="189180"/>
                  </a:lnTo>
                  <a:lnTo>
                    <a:pt x="1718978" y="164835"/>
                  </a:lnTo>
                  <a:lnTo>
                    <a:pt x="1667831" y="142960"/>
                  </a:lnTo>
                  <a:lnTo>
                    <a:pt x="1614171" y="123424"/>
                  </a:lnTo>
                  <a:lnTo>
                    <a:pt x="1557091" y="106010"/>
                  </a:lnTo>
                  <a:lnTo>
                    <a:pt x="1495666" y="90474"/>
                  </a:lnTo>
                  <a:lnTo>
                    <a:pt x="1429039" y="76582"/>
                  </a:lnTo>
                  <a:lnTo>
                    <a:pt x="1356519" y="64130"/>
                  </a:lnTo>
                  <a:lnTo>
                    <a:pt x="1277721" y="52952"/>
                  </a:lnTo>
                  <a:lnTo>
                    <a:pt x="1192745" y="42931"/>
                  </a:lnTo>
                  <a:lnTo>
                    <a:pt x="1102389" y="33994"/>
                  </a:lnTo>
                  <a:lnTo>
                    <a:pt x="1008357" y="26113"/>
                  </a:lnTo>
                  <a:lnTo>
                    <a:pt x="913386" y="19295"/>
                  </a:lnTo>
                  <a:lnTo>
                    <a:pt x="821197" y="13563"/>
                  </a:lnTo>
                  <a:lnTo>
                    <a:pt x="736154" y="8939"/>
                  </a:lnTo>
                  <a:lnTo>
                    <a:pt x="662611" y="5411"/>
                  </a:lnTo>
                  <a:lnTo>
                    <a:pt x="604053" y="2913"/>
                  </a:lnTo>
                  <a:lnTo>
                    <a:pt x="562269" y="1319"/>
                  </a:lnTo>
                  <a:lnTo>
                    <a:pt x="536840" y="447"/>
                  </a:lnTo>
                  <a:lnTo>
                    <a:pt x="525056" y="82"/>
                  </a:lnTo>
                  <a:lnTo>
                    <a:pt x="522182" y="1"/>
                  </a:lnTo>
                  <a:lnTo>
                    <a:pt x="522133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953" name="pg953"/>
            <p:cNvSpPr/>
            <p:nvPr/>
          </p:nvSpPr>
          <p:spPr>
            <a:xfrm>
              <a:off x="386606" y="824126"/>
              <a:ext cx="8554953" cy="3405244"/>
            </a:xfrm>
            <a:custGeom>
              <a:avLst/>
              <a:pathLst>
                <a:path w="8554953" h="3405244">
                  <a:moveTo>
                    <a:pt x="0" y="3066413"/>
                  </a:moveTo>
                  <a:lnTo>
                    <a:pt x="522133" y="3066413"/>
                  </a:lnTo>
                  <a:lnTo>
                    <a:pt x="523401" y="3066424"/>
                  </a:lnTo>
                  <a:lnTo>
                    <a:pt x="531690" y="3066498"/>
                  </a:lnTo>
                  <a:lnTo>
                    <a:pt x="552413" y="3066703"/>
                  </a:lnTo>
                  <a:lnTo>
                    <a:pt x="589023" y="3067106"/>
                  </a:lnTo>
                  <a:lnTo>
                    <a:pt x="642701" y="3067766"/>
                  </a:lnTo>
                  <a:lnTo>
                    <a:pt x="712296" y="3068726"/>
                  </a:lnTo>
                  <a:lnTo>
                    <a:pt x="794719" y="3070013"/>
                  </a:lnTo>
                  <a:lnTo>
                    <a:pt x="885721" y="3071635"/>
                  </a:lnTo>
                  <a:lnTo>
                    <a:pt x="980791" y="3073586"/>
                  </a:lnTo>
                  <a:lnTo>
                    <a:pt x="1075910" y="3075860"/>
                  </a:lnTo>
                  <a:lnTo>
                    <a:pt x="1167993" y="3078452"/>
                  </a:lnTo>
                  <a:lnTo>
                    <a:pt x="1255022" y="3081367"/>
                  </a:lnTo>
                  <a:lnTo>
                    <a:pt x="1335951" y="3084624"/>
                  </a:lnTo>
                  <a:lnTo>
                    <a:pt x="1410507" y="3088254"/>
                  </a:lnTo>
                  <a:lnTo>
                    <a:pt x="1478970" y="3092304"/>
                  </a:lnTo>
                  <a:lnTo>
                    <a:pt x="1541976" y="3096833"/>
                  </a:lnTo>
                  <a:lnTo>
                    <a:pt x="1600362" y="3101910"/>
                  </a:lnTo>
                  <a:lnTo>
                    <a:pt x="1655059" y="3107609"/>
                  </a:lnTo>
                  <a:lnTo>
                    <a:pt x="1706999" y="3114000"/>
                  </a:lnTo>
                  <a:lnTo>
                    <a:pt x="1757040" y="3121129"/>
                  </a:lnTo>
                  <a:lnTo>
                    <a:pt x="1768425" y="3122885"/>
                  </a:lnTo>
                  <a:lnTo>
                    <a:pt x="1822020" y="3131801"/>
                  </a:lnTo>
                  <a:lnTo>
                    <a:pt x="1875099" y="3141651"/>
                  </a:lnTo>
                  <a:lnTo>
                    <a:pt x="1928229" y="3152447"/>
                  </a:lnTo>
                  <a:lnTo>
                    <a:pt x="1981795" y="3164169"/>
                  </a:lnTo>
                  <a:lnTo>
                    <a:pt x="2036014" y="3176756"/>
                  </a:lnTo>
                  <a:lnTo>
                    <a:pt x="2090964" y="3190110"/>
                  </a:lnTo>
                  <a:lnTo>
                    <a:pt x="2146597" y="3204090"/>
                  </a:lnTo>
                  <a:lnTo>
                    <a:pt x="2202764" y="3218525"/>
                  </a:lnTo>
                  <a:lnTo>
                    <a:pt x="2259244" y="3233214"/>
                  </a:lnTo>
                  <a:lnTo>
                    <a:pt x="2315772" y="3247941"/>
                  </a:lnTo>
                  <a:lnTo>
                    <a:pt x="2372079" y="3262490"/>
                  </a:lnTo>
                  <a:lnTo>
                    <a:pt x="2427923" y="3276653"/>
                  </a:lnTo>
                  <a:lnTo>
                    <a:pt x="2483126" y="3290247"/>
                  </a:lnTo>
                  <a:lnTo>
                    <a:pt x="2537602" y="3303119"/>
                  </a:lnTo>
                  <a:lnTo>
                    <a:pt x="2591382" y="3315157"/>
                  </a:lnTo>
                  <a:lnTo>
                    <a:pt x="2644632" y="3326286"/>
                  </a:lnTo>
                  <a:lnTo>
                    <a:pt x="2697674" y="3336471"/>
                  </a:lnTo>
                  <a:lnTo>
                    <a:pt x="2751008" y="3345715"/>
                  </a:lnTo>
                  <a:lnTo>
                    <a:pt x="2770117" y="3348772"/>
                  </a:lnTo>
                  <a:lnTo>
                    <a:pt x="2819825" y="3356075"/>
                  </a:lnTo>
                  <a:lnTo>
                    <a:pt x="2871255" y="3362633"/>
                  </a:lnTo>
                  <a:lnTo>
                    <a:pt x="2925232" y="3368486"/>
                  </a:lnTo>
                  <a:lnTo>
                    <a:pt x="2982681" y="3373701"/>
                  </a:lnTo>
                  <a:lnTo>
                    <a:pt x="3044538" y="3378350"/>
                  </a:lnTo>
                  <a:lnTo>
                    <a:pt x="3111672" y="3382505"/>
                  </a:lnTo>
                  <a:lnTo>
                    <a:pt x="3184778" y="3386228"/>
                  </a:lnTo>
                  <a:lnTo>
                    <a:pt x="3264233" y="3389568"/>
                  </a:lnTo>
                  <a:lnTo>
                    <a:pt x="3349912" y="3392560"/>
                  </a:lnTo>
                  <a:lnTo>
                    <a:pt x="3440967" y="3395226"/>
                  </a:lnTo>
                  <a:lnTo>
                    <a:pt x="3535619" y="3397573"/>
                  </a:lnTo>
                  <a:lnTo>
                    <a:pt x="3631028" y="3399600"/>
                  </a:lnTo>
                  <a:lnTo>
                    <a:pt x="3723365" y="3401298"/>
                  </a:lnTo>
                  <a:lnTo>
                    <a:pt x="3808174" y="3402663"/>
                  </a:lnTo>
                  <a:lnTo>
                    <a:pt x="3881069" y="3403697"/>
                  </a:lnTo>
                  <a:lnTo>
                    <a:pt x="3938612" y="3404423"/>
                  </a:lnTo>
                  <a:lnTo>
                    <a:pt x="3979153" y="3404881"/>
                  </a:lnTo>
                  <a:lnTo>
                    <a:pt x="4003324" y="3405126"/>
                  </a:lnTo>
                  <a:lnTo>
                    <a:pt x="4014074" y="3405224"/>
                  </a:lnTo>
                  <a:lnTo>
                    <a:pt x="4016409" y="3405244"/>
                  </a:lnTo>
                  <a:lnTo>
                    <a:pt x="4538543" y="3405244"/>
                  </a:lnTo>
                  <a:lnTo>
                    <a:pt x="4539649" y="3405153"/>
                  </a:lnTo>
                  <a:lnTo>
                    <a:pt x="4546902" y="3404507"/>
                  </a:lnTo>
                  <a:lnTo>
                    <a:pt x="4565121" y="3402719"/>
                  </a:lnTo>
                  <a:lnTo>
                    <a:pt x="4597520" y="3399204"/>
                  </a:lnTo>
                  <a:lnTo>
                    <a:pt x="4645455" y="3393430"/>
                  </a:lnTo>
                  <a:lnTo>
                    <a:pt x="4708321" y="3384980"/>
                  </a:lnTo>
                  <a:lnTo>
                    <a:pt x="4783793" y="3373591"/>
                  </a:lnTo>
                  <a:lnTo>
                    <a:pt x="4868380" y="3359153"/>
                  </a:lnTo>
                  <a:lnTo>
                    <a:pt x="4958144" y="3341673"/>
                  </a:lnTo>
                  <a:lnTo>
                    <a:pt x="5049357" y="3321218"/>
                  </a:lnTo>
                  <a:lnTo>
                    <a:pt x="5138953" y="3297845"/>
                  </a:lnTo>
                  <a:lnTo>
                    <a:pt x="5224735" y="3271552"/>
                  </a:lnTo>
                  <a:lnTo>
                    <a:pt x="5305371" y="3242245"/>
                  </a:lnTo>
                  <a:lnTo>
                    <a:pt x="5380268" y="3209713"/>
                  </a:lnTo>
                  <a:lnTo>
                    <a:pt x="5449400" y="3173626"/>
                  </a:lnTo>
                  <a:lnTo>
                    <a:pt x="5513134" y="3133541"/>
                  </a:lnTo>
                  <a:lnTo>
                    <a:pt x="5572089" y="3088913"/>
                  </a:lnTo>
                  <a:lnTo>
                    <a:pt x="5627024" y="3039121"/>
                  </a:lnTo>
                  <a:lnTo>
                    <a:pt x="5678754" y="2983519"/>
                  </a:lnTo>
                  <a:lnTo>
                    <a:pt x="5728086" y="2921521"/>
                  </a:lnTo>
                  <a:lnTo>
                    <a:pt x="5775754" y="2852738"/>
                  </a:lnTo>
                  <a:lnTo>
                    <a:pt x="5784835" y="2838644"/>
                  </a:lnTo>
                  <a:lnTo>
                    <a:pt x="5819432" y="2782115"/>
                  </a:lnTo>
                  <a:lnTo>
                    <a:pt x="5853713" y="2721747"/>
                  </a:lnTo>
                  <a:lnTo>
                    <a:pt x="5887862" y="2657462"/>
                  </a:lnTo>
                  <a:lnTo>
                    <a:pt x="5922022" y="2589233"/>
                  </a:lnTo>
                  <a:lnTo>
                    <a:pt x="5956307" y="2517095"/>
                  </a:lnTo>
                  <a:lnTo>
                    <a:pt x="5990801" y="2441141"/>
                  </a:lnTo>
                  <a:lnTo>
                    <a:pt x="6025560" y="2361535"/>
                  </a:lnTo>
                  <a:lnTo>
                    <a:pt x="6060616" y="2278511"/>
                  </a:lnTo>
                  <a:lnTo>
                    <a:pt x="6095977" y="2192369"/>
                  </a:lnTo>
                  <a:lnTo>
                    <a:pt x="6131631" y="2103480"/>
                  </a:lnTo>
                  <a:lnTo>
                    <a:pt x="6167548" y="2012275"/>
                  </a:lnTo>
                  <a:lnTo>
                    <a:pt x="6203681" y="1919242"/>
                  </a:lnTo>
                  <a:lnTo>
                    <a:pt x="6239972" y="1824912"/>
                  </a:lnTo>
                  <a:lnTo>
                    <a:pt x="6276354" y="1729848"/>
                  </a:lnTo>
                  <a:lnTo>
                    <a:pt x="6312755" y="1634634"/>
                  </a:lnTo>
                  <a:lnTo>
                    <a:pt x="6349102" y="1539856"/>
                  </a:lnTo>
                  <a:lnTo>
                    <a:pt x="6385324" y="1446089"/>
                  </a:lnTo>
                  <a:lnTo>
                    <a:pt x="6421358" y="1353883"/>
                  </a:lnTo>
                  <a:lnTo>
                    <a:pt x="6457151" y="1263750"/>
                  </a:lnTo>
                  <a:lnTo>
                    <a:pt x="6492665" y="1176151"/>
                  </a:lnTo>
                  <a:lnTo>
                    <a:pt x="6527877" y="1091487"/>
                  </a:lnTo>
                  <a:lnTo>
                    <a:pt x="6562786" y="1010096"/>
                  </a:lnTo>
                  <a:lnTo>
                    <a:pt x="6597410" y="932246"/>
                  </a:lnTo>
                  <a:lnTo>
                    <a:pt x="6631794" y="858136"/>
                  </a:lnTo>
                  <a:lnTo>
                    <a:pt x="6666006" y="787897"/>
                  </a:lnTo>
                  <a:lnTo>
                    <a:pt x="6700144" y="721591"/>
                  </a:lnTo>
                  <a:lnTo>
                    <a:pt x="6734337" y="659222"/>
                  </a:lnTo>
                  <a:lnTo>
                    <a:pt x="6768748" y="600739"/>
                  </a:lnTo>
                  <a:lnTo>
                    <a:pt x="6786527" y="572246"/>
                  </a:lnTo>
                  <a:lnTo>
                    <a:pt x="6833947" y="502138"/>
                  </a:lnTo>
                  <a:lnTo>
                    <a:pt x="6882903" y="438848"/>
                  </a:lnTo>
                  <a:lnTo>
                    <a:pt x="6934108" y="382051"/>
                  </a:lnTo>
                  <a:lnTo>
                    <a:pt x="6988359" y="331185"/>
                  </a:lnTo>
                  <a:lnTo>
                    <a:pt x="7046474" y="285608"/>
                  </a:lnTo>
                  <a:lnTo>
                    <a:pt x="7109230" y="244690"/>
                  </a:lnTo>
                  <a:lnTo>
                    <a:pt x="7177279" y="207868"/>
                  </a:lnTo>
                  <a:lnTo>
                    <a:pt x="7251049" y="174678"/>
                  </a:lnTo>
                  <a:lnTo>
                    <a:pt x="7330601" y="144767"/>
                  </a:lnTo>
                  <a:lnTo>
                    <a:pt x="7415466" y="117902"/>
                  </a:lnTo>
                  <a:lnTo>
                    <a:pt x="7504468" y="93967"/>
                  </a:lnTo>
                  <a:lnTo>
                    <a:pt x="7595582" y="72944"/>
                  </a:lnTo>
                  <a:lnTo>
                    <a:pt x="7685901" y="54883"/>
                  </a:lnTo>
                  <a:lnTo>
                    <a:pt x="7771799" y="39853"/>
                  </a:lnTo>
                  <a:lnTo>
                    <a:pt x="7849330" y="27878"/>
                  </a:lnTo>
                  <a:lnTo>
                    <a:pt x="7914861" y="18875"/>
                  </a:lnTo>
                  <a:lnTo>
                    <a:pt x="7965790" y="12612"/>
                  </a:lnTo>
                  <a:lnTo>
                    <a:pt x="8001150" y="8699"/>
                  </a:lnTo>
                  <a:lnTo>
                    <a:pt x="8021915" y="6622"/>
                  </a:lnTo>
                  <a:lnTo>
                    <a:pt x="8030960" y="5801"/>
                  </a:lnTo>
                  <a:lnTo>
                    <a:pt x="8032819" y="5647"/>
                  </a:lnTo>
                  <a:lnTo>
                    <a:pt x="8554953" y="5647"/>
                  </a:lnTo>
                  <a:lnTo>
                    <a:pt x="8554953" y="0"/>
                  </a:lnTo>
                  <a:lnTo>
                    <a:pt x="8032819" y="0"/>
                  </a:lnTo>
                  <a:lnTo>
                    <a:pt x="8031713" y="90"/>
                  </a:lnTo>
                  <a:lnTo>
                    <a:pt x="8024460" y="737"/>
                  </a:lnTo>
                  <a:lnTo>
                    <a:pt x="8006241" y="2524"/>
                  </a:lnTo>
                  <a:lnTo>
                    <a:pt x="7973842" y="6039"/>
                  </a:lnTo>
                  <a:lnTo>
                    <a:pt x="7925907" y="11813"/>
                  </a:lnTo>
                  <a:lnTo>
                    <a:pt x="7863041" y="20263"/>
                  </a:lnTo>
                  <a:lnTo>
                    <a:pt x="7787569" y="31652"/>
                  </a:lnTo>
                  <a:lnTo>
                    <a:pt x="7702982" y="46090"/>
                  </a:lnTo>
                  <a:lnTo>
                    <a:pt x="7613218" y="63570"/>
                  </a:lnTo>
                  <a:lnTo>
                    <a:pt x="7522005" y="84025"/>
                  </a:lnTo>
                  <a:lnTo>
                    <a:pt x="7432409" y="107399"/>
                  </a:lnTo>
                  <a:lnTo>
                    <a:pt x="7346627" y="133691"/>
                  </a:lnTo>
                  <a:lnTo>
                    <a:pt x="7265991" y="162998"/>
                  </a:lnTo>
                  <a:lnTo>
                    <a:pt x="7191094" y="195530"/>
                  </a:lnTo>
                  <a:lnTo>
                    <a:pt x="7121962" y="231617"/>
                  </a:lnTo>
                  <a:lnTo>
                    <a:pt x="7058228" y="271702"/>
                  </a:lnTo>
                  <a:lnTo>
                    <a:pt x="6999273" y="316330"/>
                  </a:lnTo>
                  <a:lnTo>
                    <a:pt x="6944338" y="366122"/>
                  </a:lnTo>
                  <a:lnTo>
                    <a:pt x="6892608" y="421724"/>
                  </a:lnTo>
                  <a:lnTo>
                    <a:pt x="6843276" y="483723"/>
                  </a:lnTo>
                  <a:lnTo>
                    <a:pt x="6795608" y="552505"/>
                  </a:lnTo>
                  <a:lnTo>
                    <a:pt x="6786527" y="566599"/>
                  </a:lnTo>
                  <a:lnTo>
                    <a:pt x="6751930" y="623128"/>
                  </a:lnTo>
                  <a:lnTo>
                    <a:pt x="6717648" y="683496"/>
                  </a:lnTo>
                  <a:lnTo>
                    <a:pt x="6683500" y="747782"/>
                  </a:lnTo>
                  <a:lnTo>
                    <a:pt x="6649340" y="816010"/>
                  </a:lnTo>
                  <a:lnTo>
                    <a:pt x="6615055" y="888149"/>
                  </a:lnTo>
                  <a:lnTo>
                    <a:pt x="6580561" y="964102"/>
                  </a:lnTo>
                  <a:lnTo>
                    <a:pt x="6545802" y="1043708"/>
                  </a:lnTo>
                  <a:lnTo>
                    <a:pt x="6510746" y="1126732"/>
                  </a:lnTo>
                  <a:lnTo>
                    <a:pt x="6475385" y="1212874"/>
                  </a:lnTo>
                  <a:lnTo>
                    <a:pt x="6439731" y="1301763"/>
                  </a:lnTo>
                  <a:lnTo>
                    <a:pt x="6403814" y="1392968"/>
                  </a:lnTo>
                  <a:lnTo>
                    <a:pt x="6367681" y="1486001"/>
                  </a:lnTo>
                  <a:lnTo>
                    <a:pt x="6331390" y="1580332"/>
                  </a:lnTo>
                  <a:lnTo>
                    <a:pt x="6295008" y="1675395"/>
                  </a:lnTo>
                  <a:lnTo>
                    <a:pt x="6258607" y="1770609"/>
                  </a:lnTo>
                  <a:lnTo>
                    <a:pt x="6222260" y="1865388"/>
                  </a:lnTo>
                  <a:lnTo>
                    <a:pt x="6186038" y="1959154"/>
                  </a:lnTo>
                  <a:lnTo>
                    <a:pt x="6150004" y="2051360"/>
                  </a:lnTo>
                  <a:lnTo>
                    <a:pt x="6114211" y="2141493"/>
                  </a:lnTo>
                  <a:lnTo>
                    <a:pt x="6078697" y="2229093"/>
                  </a:lnTo>
                  <a:lnTo>
                    <a:pt x="6043484" y="2313757"/>
                  </a:lnTo>
                  <a:lnTo>
                    <a:pt x="6008576" y="2395147"/>
                  </a:lnTo>
                  <a:lnTo>
                    <a:pt x="5973952" y="2472997"/>
                  </a:lnTo>
                  <a:lnTo>
                    <a:pt x="5939568" y="2547107"/>
                  </a:lnTo>
                  <a:lnTo>
                    <a:pt x="5905356" y="2617347"/>
                  </a:lnTo>
                  <a:lnTo>
                    <a:pt x="5871218" y="2683652"/>
                  </a:lnTo>
                  <a:lnTo>
                    <a:pt x="5837025" y="2746021"/>
                  </a:lnTo>
                  <a:lnTo>
                    <a:pt x="5802614" y="2804504"/>
                  </a:lnTo>
                  <a:lnTo>
                    <a:pt x="5784835" y="2832997"/>
                  </a:lnTo>
                  <a:lnTo>
                    <a:pt x="5737415" y="2903105"/>
                  </a:lnTo>
                  <a:lnTo>
                    <a:pt x="5688459" y="2966395"/>
                  </a:lnTo>
                  <a:lnTo>
                    <a:pt x="5637254" y="3023192"/>
                  </a:lnTo>
                  <a:lnTo>
                    <a:pt x="5583003" y="3074058"/>
                  </a:lnTo>
                  <a:lnTo>
                    <a:pt x="5524888" y="3119635"/>
                  </a:lnTo>
                  <a:lnTo>
                    <a:pt x="5462132" y="3160553"/>
                  </a:lnTo>
                  <a:lnTo>
                    <a:pt x="5394083" y="3197375"/>
                  </a:lnTo>
                  <a:lnTo>
                    <a:pt x="5320313" y="3230566"/>
                  </a:lnTo>
                  <a:lnTo>
                    <a:pt x="5240761" y="3260477"/>
                  </a:lnTo>
                  <a:lnTo>
                    <a:pt x="5155896" y="3287341"/>
                  </a:lnTo>
                  <a:lnTo>
                    <a:pt x="5066894" y="3311276"/>
                  </a:lnTo>
                  <a:lnTo>
                    <a:pt x="4975780" y="3332300"/>
                  </a:lnTo>
                  <a:lnTo>
                    <a:pt x="4885461" y="3350360"/>
                  </a:lnTo>
                  <a:lnTo>
                    <a:pt x="4799563" y="3365390"/>
                  </a:lnTo>
                  <a:lnTo>
                    <a:pt x="4722032" y="3377365"/>
                  </a:lnTo>
                  <a:lnTo>
                    <a:pt x="4656501" y="3386368"/>
                  </a:lnTo>
                  <a:lnTo>
                    <a:pt x="4605572" y="3392631"/>
                  </a:lnTo>
                  <a:lnTo>
                    <a:pt x="4570212" y="3396545"/>
                  </a:lnTo>
                  <a:lnTo>
                    <a:pt x="4549447" y="3398621"/>
                  </a:lnTo>
                  <a:lnTo>
                    <a:pt x="4540402" y="3399442"/>
                  </a:lnTo>
                  <a:lnTo>
                    <a:pt x="4538543" y="3399597"/>
                  </a:lnTo>
                  <a:lnTo>
                    <a:pt x="4016409" y="3399597"/>
                  </a:lnTo>
                  <a:lnTo>
                    <a:pt x="4015141" y="3399586"/>
                  </a:lnTo>
                  <a:lnTo>
                    <a:pt x="4006852" y="3399512"/>
                  </a:lnTo>
                  <a:lnTo>
                    <a:pt x="3986129" y="3399307"/>
                  </a:lnTo>
                  <a:lnTo>
                    <a:pt x="3949519" y="3398904"/>
                  </a:lnTo>
                  <a:lnTo>
                    <a:pt x="3895841" y="3398244"/>
                  </a:lnTo>
                  <a:lnTo>
                    <a:pt x="3826246" y="3397284"/>
                  </a:lnTo>
                  <a:lnTo>
                    <a:pt x="3743823" y="3395997"/>
                  </a:lnTo>
                  <a:lnTo>
                    <a:pt x="3652821" y="3394375"/>
                  </a:lnTo>
                  <a:lnTo>
                    <a:pt x="3557751" y="3392424"/>
                  </a:lnTo>
                  <a:lnTo>
                    <a:pt x="3462632" y="3390150"/>
                  </a:lnTo>
                  <a:lnTo>
                    <a:pt x="3370549" y="3387558"/>
                  </a:lnTo>
                  <a:lnTo>
                    <a:pt x="3283520" y="3384643"/>
                  </a:lnTo>
                  <a:lnTo>
                    <a:pt x="3202591" y="3381386"/>
                  </a:lnTo>
                  <a:lnTo>
                    <a:pt x="3128035" y="3377756"/>
                  </a:lnTo>
                  <a:lnTo>
                    <a:pt x="3059572" y="3373706"/>
                  </a:lnTo>
                  <a:lnTo>
                    <a:pt x="2996567" y="3369177"/>
                  </a:lnTo>
                  <a:lnTo>
                    <a:pt x="2938180" y="3364100"/>
                  </a:lnTo>
                  <a:lnTo>
                    <a:pt x="2883484" y="3358401"/>
                  </a:lnTo>
                  <a:lnTo>
                    <a:pt x="2831543" y="3352010"/>
                  </a:lnTo>
                  <a:lnTo>
                    <a:pt x="2781502" y="3344881"/>
                  </a:lnTo>
                  <a:lnTo>
                    <a:pt x="2770117" y="3343125"/>
                  </a:lnTo>
                  <a:lnTo>
                    <a:pt x="2716522" y="3334209"/>
                  </a:lnTo>
                  <a:lnTo>
                    <a:pt x="2663444" y="3324359"/>
                  </a:lnTo>
                  <a:lnTo>
                    <a:pt x="2610313" y="3313563"/>
                  </a:lnTo>
                  <a:lnTo>
                    <a:pt x="2556747" y="3301841"/>
                  </a:lnTo>
                  <a:lnTo>
                    <a:pt x="2502528" y="3289254"/>
                  </a:lnTo>
                  <a:lnTo>
                    <a:pt x="2447578" y="3275900"/>
                  </a:lnTo>
                  <a:lnTo>
                    <a:pt x="2391945" y="3261920"/>
                  </a:lnTo>
                  <a:lnTo>
                    <a:pt x="2335778" y="3247485"/>
                  </a:lnTo>
                  <a:lnTo>
                    <a:pt x="2279298" y="3232796"/>
                  </a:lnTo>
                  <a:lnTo>
                    <a:pt x="2222770" y="3218069"/>
                  </a:lnTo>
                  <a:lnTo>
                    <a:pt x="2166463" y="3203520"/>
                  </a:lnTo>
                  <a:lnTo>
                    <a:pt x="2110620" y="3189357"/>
                  </a:lnTo>
                  <a:lnTo>
                    <a:pt x="2055416" y="3175763"/>
                  </a:lnTo>
                  <a:lnTo>
                    <a:pt x="2000940" y="3162890"/>
                  </a:lnTo>
                  <a:lnTo>
                    <a:pt x="1947160" y="3150853"/>
                  </a:lnTo>
                  <a:lnTo>
                    <a:pt x="1893910" y="3139724"/>
                  </a:lnTo>
                  <a:lnTo>
                    <a:pt x="1840868" y="3129539"/>
                  </a:lnTo>
                  <a:lnTo>
                    <a:pt x="1787534" y="3120295"/>
                  </a:lnTo>
                  <a:lnTo>
                    <a:pt x="1768425" y="3117238"/>
                  </a:lnTo>
                  <a:lnTo>
                    <a:pt x="1718717" y="3109935"/>
                  </a:lnTo>
                  <a:lnTo>
                    <a:pt x="1667288" y="3103377"/>
                  </a:lnTo>
                  <a:lnTo>
                    <a:pt x="1613310" y="3097524"/>
                  </a:lnTo>
                  <a:lnTo>
                    <a:pt x="1555861" y="3092309"/>
                  </a:lnTo>
                  <a:lnTo>
                    <a:pt x="1494004" y="3087660"/>
                  </a:lnTo>
                  <a:lnTo>
                    <a:pt x="1426870" y="3083505"/>
                  </a:lnTo>
                  <a:lnTo>
                    <a:pt x="1353764" y="3079782"/>
                  </a:lnTo>
                  <a:lnTo>
                    <a:pt x="1274309" y="3076442"/>
                  </a:lnTo>
                  <a:lnTo>
                    <a:pt x="1188631" y="3073450"/>
                  </a:lnTo>
                  <a:lnTo>
                    <a:pt x="1097575" y="3070784"/>
                  </a:lnTo>
                  <a:lnTo>
                    <a:pt x="1002923" y="3068436"/>
                  </a:lnTo>
                  <a:lnTo>
                    <a:pt x="907514" y="3066410"/>
                  </a:lnTo>
                  <a:lnTo>
                    <a:pt x="815177" y="3064711"/>
                  </a:lnTo>
                  <a:lnTo>
                    <a:pt x="730368" y="3063347"/>
                  </a:lnTo>
                  <a:lnTo>
                    <a:pt x="657474" y="3062313"/>
                  </a:lnTo>
                  <a:lnTo>
                    <a:pt x="599930" y="3061587"/>
                  </a:lnTo>
                  <a:lnTo>
                    <a:pt x="559389" y="3061129"/>
                  </a:lnTo>
                  <a:lnTo>
                    <a:pt x="535219" y="3060884"/>
                  </a:lnTo>
                  <a:lnTo>
                    <a:pt x="524468" y="3060786"/>
                  </a:lnTo>
                  <a:lnTo>
                    <a:pt x="522133" y="3060766"/>
                  </a:lnTo>
                  <a:lnTo>
                    <a:pt x="0" y="3060766"/>
                  </a:lnTo>
                  <a:close/>
                </a:path>
              </a:pathLst>
            </a:custGeom>
            <a:solidFill>
              <a:srgbClr val="F28E5B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954" name="pl954"/>
            <p:cNvSpPr/>
            <p:nvPr/>
          </p:nvSpPr>
          <p:spPr>
            <a:xfrm>
              <a:off x="386606" y="829773"/>
              <a:ext cx="8554953" cy="3399597"/>
            </a:xfrm>
            <a:custGeom>
              <a:avLst/>
              <a:pathLst>
                <a:path w="8554953" h="3399597">
                  <a:moveTo>
                    <a:pt x="0" y="3060766"/>
                  </a:moveTo>
                  <a:lnTo>
                    <a:pt x="522133" y="3060766"/>
                  </a:lnTo>
                  <a:lnTo>
                    <a:pt x="523401" y="3060777"/>
                  </a:lnTo>
                  <a:lnTo>
                    <a:pt x="531690" y="3060851"/>
                  </a:lnTo>
                  <a:lnTo>
                    <a:pt x="552413" y="3061056"/>
                  </a:lnTo>
                  <a:lnTo>
                    <a:pt x="589023" y="3061459"/>
                  </a:lnTo>
                  <a:lnTo>
                    <a:pt x="642701" y="3062118"/>
                  </a:lnTo>
                  <a:lnTo>
                    <a:pt x="712296" y="3063079"/>
                  </a:lnTo>
                  <a:lnTo>
                    <a:pt x="794719" y="3064366"/>
                  </a:lnTo>
                  <a:lnTo>
                    <a:pt x="885721" y="3065987"/>
                  </a:lnTo>
                  <a:lnTo>
                    <a:pt x="980791" y="3067939"/>
                  </a:lnTo>
                  <a:lnTo>
                    <a:pt x="1075910" y="3070213"/>
                  </a:lnTo>
                  <a:lnTo>
                    <a:pt x="1167993" y="3072805"/>
                  </a:lnTo>
                  <a:lnTo>
                    <a:pt x="1255022" y="3075720"/>
                  </a:lnTo>
                  <a:lnTo>
                    <a:pt x="1335951" y="3078977"/>
                  </a:lnTo>
                  <a:lnTo>
                    <a:pt x="1410507" y="3082607"/>
                  </a:lnTo>
                  <a:lnTo>
                    <a:pt x="1478970" y="3086657"/>
                  </a:lnTo>
                  <a:lnTo>
                    <a:pt x="1541976" y="3091186"/>
                  </a:lnTo>
                  <a:lnTo>
                    <a:pt x="1600362" y="3096263"/>
                  </a:lnTo>
                  <a:lnTo>
                    <a:pt x="1655059" y="3101962"/>
                  </a:lnTo>
                  <a:lnTo>
                    <a:pt x="1706999" y="3108352"/>
                  </a:lnTo>
                  <a:lnTo>
                    <a:pt x="1757040" y="3115482"/>
                  </a:lnTo>
                  <a:lnTo>
                    <a:pt x="1768425" y="3117238"/>
                  </a:lnTo>
                  <a:lnTo>
                    <a:pt x="1822020" y="3126154"/>
                  </a:lnTo>
                  <a:lnTo>
                    <a:pt x="1875099" y="3136004"/>
                  </a:lnTo>
                  <a:lnTo>
                    <a:pt x="1928229" y="3146800"/>
                  </a:lnTo>
                  <a:lnTo>
                    <a:pt x="1981795" y="3158522"/>
                  </a:lnTo>
                  <a:lnTo>
                    <a:pt x="2036014" y="3171109"/>
                  </a:lnTo>
                  <a:lnTo>
                    <a:pt x="2090964" y="3184462"/>
                  </a:lnTo>
                  <a:lnTo>
                    <a:pt x="2146597" y="3198443"/>
                  </a:lnTo>
                  <a:lnTo>
                    <a:pt x="2202764" y="3212878"/>
                  </a:lnTo>
                  <a:lnTo>
                    <a:pt x="2259244" y="3227567"/>
                  </a:lnTo>
                  <a:lnTo>
                    <a:pt x="2315772" y="3242294"/>
                  </a:lnTo>
                  <a:lnTo>
                    <a:pt x="2372079" y="3256843"/>
                  </a:lnTo>
                  <a:lnTo>
                    <a:pt x="2427923" y="3271006"/>
                  </a:lnTo>
                  <a:lnTo>
                    <a:pt x="2483126" y="3284600"/>
                  </a:lnTo>
                  <a:lnTo>
                    <a:pt x="2537602" y="3297472"/>
                  </a:lnTo>
                  <a:lnTo>
                    <a:pt x="2591382" y="3309510"/>
                  </a:lnTo>
                  <a:lnTo>
                    <a:pt x="2644632" y="3320638"/>
                  </a:lnTo>
                  <a:lnTo>
                    <a:pt x="2697674" y="3330824"/>
                  </a:lnTo>
                  <a:lnTo>
                    <a:pt x="2751008" y="3340068"/>
                  </a:lnTo>
                  <a:lnTo>
                    <a:pt x="2770117" y="3343125"/>
                  </a:lnTo>
                  <a:lnTo>
                    <a:pt x="2819825" y="3350428"/>
                  </a:lnTo>
                  <a:lnTo>
                    <a:pt x="2871255" y="3356986"/>
                  </a:lnTo>
                  <a:lnTo>
                    <a:pt x="2925232" y="3362839"/>
                  </a:lnTo>
                  <a:lnTo>
                    <a:pt x="2982681" y="3368053"/>
                  </a:lnTo>
                  <a:lnTo>
                    <a:pt x="3044538" y="3372703"/>
                  </a:lnTo>
                  <a:lnTo>
                    <a:pt x="3111672" y="3376858"/>
                  </a:lnTo>
                  <a:lnTo>
                    <a:pt x="3184778" y="3380581"/>
                  </a:lnTo>
                  <a:lnTo>
                    <a:pt x="3264233" y="3383921"/>
                  </a:lnTo>
                  <a:lnTo>
                    <a:pt x="3349912" y="3386913"/>
                  </a:lnTo>
                  <a:lnTo>
                    <a:pt x="3440967" y="3389579"/>
                  </a:lnTo>
                  <a:lnTo>
                    <a:pt x="3535619" y="3391926"/>
                  </a:lnTo>
                  <a:lnTo>
                    <a:pt x="3631028" y="3393953"/>
                  </a:lnTo>
                  <a:lnTo>
                    <a:pt x="3723365" y="3395651"/>
                  </a:lnTo>
                  <a:lnTo>
                    <a:pt x="3808174" y="3397015"/>
                  </a:lnTo>
                  <a:lnTo>
                    <a:pt x="3881069" y="3398050"/>
                  </a:lnTo>
                  <a:lnTo>
                    <a:pt x="3938612" y="3398776"/>
                  </a:lnTo>
                  <a:lnTo>
                    <a:pt x="3979153" y="3399233"/>
                  </a:lnTo>
                  <a:lnTo>
                    <a:pt x="4003324" y="3399479"/>
                  </a:lnTo>
                  <a:lnTo>
                    <a:pt x="4014074" y="3399577"/>
                  </a:lnTo>
                  <a:lnTo>
                    <a:pt x="4016393" y="3399596"/>
                  </a:lnTo>
                  <a:lnTo>
                    <a:pt x="4016409" y="3399597"/>
                  </a:lnTo>
                  <a:lnTo>
                    <a:pt x="4538543" y="3399597"/>
                  </a:lnTo>
                  <a:lnTo>
                    <a:pt x="4539649" y="3399506"/>
                  </a:lnTo>
                  <a:lnTo>
                    <a:pt x="4546902" y="3398859"/>
                  </a:lnTo>
                  <a:lnTo>
                    <a:pt x="4565121" y="3397072"/>
                  </a:lnTo>
                  <a:lnTo>
                    <a:pt x="4597520" y="3393557"/>
                  </a:lnTo>
                  <a:lnTo>
                    <a:pt x="4645455" y="3387783"/>
                  </a:lnTo>
                  <a:lnTo>
                    <a:pt x="4708321" y="3379333"/>
                  </a:lnTo>
                  <a:lnTo>
                    <a:pt x="4783793" y="3367944"/>
                  </a:lnTo>
                  <a:lnTo>
                    <a:pt x="4868380" y="3353506"/>
                  </a:lnTo>
                  <a:lnTo>
                    <a:pt x="4958144" y="3336026"/>
                  </a:lnTo>
                  <a:lnTo>
                    <a:pt x="5049357" y="3315571"/>
                  </a:lnTo>
                  <a:lnTo>
                    <a:pt x="5138953" y="3292197"/>
                  </a:lnTo>
                  <a:lnTo>
                    <a:pt x="5224735" y="3265905"/>
                  </a:lnTo>
                  <a:lnTo>
                    <a:pt x="5305371" y="3236598"/>
                  </a:lnTo>
                  <a:lnTo>
                    <a:pt x="5380268" y="3204066"/>
                  </a:lnTo>
                  <a:lnTo>
                    <a:pt x="5449400" y="3167979"/>
                  </a:lnTo>
                  <a:lnTo>
                    <a:pt x="5513134" y="3127894"/>
                  </a:lnTo>
                  <a:lnTo>
                    <a:pt x="5572089" y="3083266"/>
                  </a:lnTo>
                  <a:lnTo>
                    <a:pt x="5627024" y="3033474"/>
                  </a:lnTo>
                  <a:lnTo>
                    <a:pt x="5678754" y="2977872"/>
                  </a:lnTo>
                  <a:lnTo>
                    <a:pt x="5728086" y="2915873"/>
                  </a:lnTo>
                  <a:lnTo>
                    <a:pt x="5775754" y="2847091"/>
                  </a:lnTo>
                  <a:lnTo>
                    <a:pt x="5784835" y="2832997"/>
                  </a:lnTo>
                  <a:lnTo>
                    <a:pt x="5819432" y="2776468"/>
                  </a:lnTo>
                  <a:lnTo>
                    <a:pt x="5853713" y="2716100"/>
                  </a:lnTo>
                  <a:lnTo>
                    <a:pt x="5887862" y="2651814"/>
                  </a:lnTo>
                  <a:lnTo>
                    <a:pt x="5922022" y="2583586"/>
                  </a:lnTo>
                  <a:lnTo>
                    <a:pt x="5956307" y="2511447"/>
                  </a:lnTo>
                  <a:lnTo>
                    <a:pt x="5990801" y="2435494"/>
                  </a:lnTo>
                  <a:lnTo>
                    <a:pt x="6025560" y="2355888"/>
                  </a:lnTo>
                  <a:lnTo>
                    <a:pt x="6060616" y="2272864"/>
                  </a:lnTo>
                  <a:lnTo>
                    <a:pt x="6095977" y="2186722"/>
                  </a:lnTo>
                  <a:lnTo>
                    <a:pt x="6131631" y="2097833"/>
                  </a:lnTo>
                  <a:lnTo>
                    <a:pt x="6167548" y="2006628"/>
                  </a:lnTo>
                  <a:lnTo>
                    <a:pt x="6203681" y="1913595"/>
                  </a:lnTo>
                  <a:lnTo>
                    <a:pt x="6239972" y="1819264"/>
                  </a:lnTo>
                  <a:lnTo>
                    <a:pt x="6276354" y="1724201"/>
                  </a:lnTo>
                  <a:lnTo>
                    <a:pt x="6312755" y="1628987"/>
                  </a:lnTo>
                  <a:lnTo>
                    <a:pt x="6349102" y="1534208"/>
                  </a:lnTo>
                  <a:lnTo>
                    <a:pt x="6385324" y="1440442"/>
                  </a:lnTo>
                  <a:lnTo>
                    <a:pt x="6421358" y="1348236"/>
                  </a:lnTo>
                  <a:lnTo>
                    <a:pt x="6457151" y="1258103"/>
                  </a:lnTo>
                  <a:lnTo>
                    <a:pt x="6492665" y="1170503"/>
                  </a:lnTo>
                  <a:lnTo>
                    <a:pt x="6527877" y="1085839"/>
                  </a:lnTo>
                  <a:lnTo>
                    <a:pt x="6562786" y="1004449"/>
                  </a:lnTo>
                  <a:lnTo>
                    <a:pt x="6597410" y="926599"/>
                  </a:lnTo>
                  <a:lnTo>
                    <a:pt x="6631794" y="852489"/>
                  </a:lnTo>
                  <a:lnTo>
                    <a:pt x="6666006" y="782249"/>
                  </a:lnTo>
                  <a:lnTo>
                    <a:pt x="6700144" y="715944"/>
                  </a:lnTo>
                  <a:lnTo>
                    <a:pt x="6734337" y="653575"/>
                  </a:lnTo>
                  <a:lnTo>
                    <a:pt x="6768748" y="595092"/>
                  </a:lnTo>
                  <a:lnTo>
                    <a:pt x="6786527" y="566599"/>
                  </a:lnTo>
                  <a:lnTo>
                    <a:pt x="6833947" y="496491"/>
                  </a:lnTo>
                  <a:lnTo>
                    <a:pt x="6882903" y="433201"/>
                  </a:lnTo>
                  <a:lnTo>
                    <a:pt x="6934108" y="376404"/>
                  </a:lnTo>
                  <a:lnTo>
                    <a:pt x="6988359" y="325538"/>
                  </a:lnTo>
                  <a:lnTo>
                    <a:pt x="7046474" y="279961"/>
                  </a:lnTo>
                  <a:lnTo>
                    <a:pt x="7109230" y="239043"/>
                  </a:lnTo>
                  <a:lnTo>
                    <a:pt x="7177279" y="202221"/>
                  </a:lnTo>
                  <a:lnTo>
                    <a:pt x="7251049" y="169030"/>
                  </a:lnTo>
                  <a:lnTo>
                    <a:pt x="7330601" y="139119"/>
                  </a:lnTo>
                  <a:lnTo>
                    <a:pt x="7415466" y="112255"/>
                  </a:lnTo>
                  <a:lnTo>
                    <a:pt x="7504468" y="88320"/>
                  </a:lnTo>
                  <a:lnTo>
                    <a:pt x="7595582" y="67296"/>
                  </a:lnTo>
                  <a:lnTo>
                    <a:pt x="7685901" y="49236"/>
                  </a:lnTo>
                  <a:lnTo>
                    <a:pt x="7771799" y="34206"/>
                  </a:lnTo>
                  <a:lnTo>
                    <a:pt x="7849330" y="22231"/>
                  </a:lnTo>
                  <a:lnTo>
                    <a:pt x="7914861" y="13228"/>
                  </a:lnTo>
                  <a:lnTo>
                    <a:pt x="7965790" y="6965"/>
                  </a:lnTo>
                  <a:lnTo>
                    <a:pt x="8001150" y="3051"/>
                  </a:lnTo>
                  <a:lnTo>
                    <a:pt x="8021915" y="975"/>
                  </a:lnTo>
                  <a:lnTo>
                    <a:pt x="8030960" y="154"/>
                  </a:lnTo>
                  <a:lnTo>
                    <a:pt x="8032811" y="0"/>
                  </a:lnTo>
                  <a:lnTo>
                    <a:pt x="8032819" y="0"/>
                  </a:lnTo>
                  <a:lnTo>
                    <a:pt x="8554953" y="0"/>
                  </a:lnTo>
                  <a:lnTo>
                    <a:pt x="8554953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955" name="pl955"/>
            <p:cNvSpPr/>
            <p:nvPr/>
          </p:nvSpPr>
          <p:spPr>
            <a:xfrm>
              <a:off x="386606" y="824126"/>
              <a:ext cx="8554953" cy="3399597"/>
            </a:xfrm>
            <a:custGeom>
              <a:avLst/>
              <a:pathLst>
                <a:path w="8554953" h="3399597">
                  <a:moveTo>
                    <a:pt x="8554953" y="0"/>
                  </a:moveTo>
                  <a:lnTo>
                    <a:pt x="8032819" y="0"/>
                  </a:lnTo>
                  <a:lnTo>
                    <a:pt x="8031713" y="90"/>
                  </a:lnTo>
                  <a:lnTo>
                    <a:pt x="8024460" y="737"/>
                  </a:lnTo>
                  <a:lnTo>
                    <a:pt x="8006241" y="2524"/>
                  </a:lnTo>
                  <a:lnTo>
                    <a:pt x="7973842" y="6039"/>
                  </a:lnTo>
                  <a:lnTo>
                    <a:pt x="7925907" y="11813"/>
                  </a:lnTo>
                  <a:lnTo>
                    <a:pt x="7863041" y="20263"/>
                  </a:lnTo>
                  <a:lnTo>
                    <a:pt x="7787569" y="31652"/>
                  </a:lnTo>
                  <a:lnTo>
                    <a:pt x="7702982" y="46090"/>
                  </a:lnTo>
                  <a:lnTo>
                    <a:pt x="7613218" y="63570"/>
                  </a:lnTo>
                  <a:lnTo>
                    <a:pt x="7522005" y="84025"/>
                  </a:lnTo>
                  <a:lnTo>
                    <a:pt x="7432409" y="107399"/>
                  </a:lnTo>
                  <a:lnTo>
                    <a:pt x="7346627" y="133691"/>
                  </a:lnTo>
                  <a:lnTo>
                    <a:pt x="7265991" y="162998"/>
                  </a:lnTo>
                  <a:lnTo>
                    <a:pt x="7191094" y="195530"/>
                  </a:lnTo>
                  <a:lnTo>
                    <a:pt x="7121962" y="231617"/>
                  </a:lnTo>
                  <a:lnTo>
                    <a:pt x="7058228" y="271702"/>
                  </a:lnTo>
                  <a:lnTo>
                    <a:pt x="6999273" y="316330"/>
                  </a:lnTo>
                  <a:lnTo>
                    <a:pt x="6944338" y="366122"/>
                  </a:lnTo>
                  <a:lnTo>
                    <a:pt x="6892608" y="421724"/>
                  </a:lnTo>
                  <a:lnTo>
                    <a:pt x="6843276" y="483723"/>
                  </a:lnTo>
                  <a:lnTo>
                    <a:pt x="6795608" y="552505"/>
                  </a:lnTo>
                  <a:lnTo>
                    <a:pt x="6786527" y="566599"/>
                  </a:lnTo>
                  <a:lnTo>
                    <a:pt x="6751930" y="623128"/>
                  </a:lnTo>
                  <a:lnTo>
                    <a:pt x="6717648" y="683496"/>
                  </a:lnTo>
                  <a:lnTo>
                    <a:pt x="6683500" y="747782"/>
                  </a:lnTo>
                  <a:lnTo>
                    <a:pt x="6649340" y="816010"/>
                  </a:lnTo>
                  <a:lnTo>
                    <a:pt x="6615055" y="888149"/>
                  </a:lnTo>
                  <a:lnTo>
                    <a:pt x="6580561" y="964102"/>
                  </a:lnTo>
                  <a:lnTo>
                    <a:pt x="6545802" y="1043708"/>
                  </a:lnTo>
                  <a:lnTo>
                    <a:pt x="6510746" y="1126732"/>
                  </a:lnTo>
                  <a:lnTo>
                    <a:pt x="6475385" y="1212874"/>
                  </a:lnTo>
                  <a:lnTo>
                    <a:pt x="6439731" y="1301763"/>
                  </a:lnTo>
                  <a:lnTo>
                    <a:pt x="6403814" y="1392968"/>
                  </a:lnTo>
                  <a:lnTo>
                    <a:pt x="6367681" y="1486001"/>
                  </a:lnTo>
                  <a:lnTo>
                    <a:pt x="6331390" y="1580332"/>
                  </a:lnTo>
                  <a:lnTo>
                    <a:pt x="6295008" y="1675395"/>
                  </a:lnTo>
                  <a:lnTo>
                    <a:pt x="6258607" y="1770609"/>
                  </a:lnTo>
                  <a:lnTo>
                    <a:pt x="6222260" y="1865388"/>
                  </a:lnTo>
                  <a:lnTo>
                    <a:pt x="6186038" y="1959154"/>
                  </a:lnTo>
                  <a:lnTo>
                    <a:pt x="6150004" y="2051360"/>
                  </a:lnTo>
                  <a:lnTo>
                    <a:pt x="6114211" y="2141493"/>
                  </a:lnTo>
                  <a:lnTo>
                    <a:pt x="6078697" y="2229093"/>
                  </a:lnTo>
                  <a:lnTo>
                    <a:pt x="6043484" y="2313757"/>
                  </a:lnTo>
                  <a:lnTo>
                    <a:pt x="6008576" y="2395147"/>
                  </a:lnTo>
                  <a:lnTo>
                    <a:pt x="5973952" y="2472997"/>
                  </a:lnTo>
                  <a:lnTo>
                    <a:pt x="5939568" y="2547107"/>
                  </a:lnTo>
                  <a:lnTo>
                    <a:pt x="5905356" y="2617347"/>
                  </a:lnTo>
                  <a:lnTo>
                    <a:pt x="5871218" y="2683652"/>
                  </a:lnTo>
                  <a:lnTo>
                    <a:pt x="5837025" y="2746021"/>
                  </a:lnTo>
                  <a:lnTo>
                    <a:pt x="5802614" y="2804504"/>
                  </a:lnTo>
                  <a:lnTo>
                    <a:pt x="5784835" y="2832997"/>
                  </a:lnTo>
                  <a:lnTo>
                    <a:pt x="5737415" y="2903105"/>
                  </a:lnTo>
                  <a:lnTo>
                    <a:pt x="5688459" y="2966395"/>
                  </a:lnTo>
                  <a:lnTo>
                    <a:pt x="5637254" y="3023192"/>
                  </a:lnTo>
                  <a:lnTo>
                    <a:pt x="5583003" y="3074058"/>
                  </a:lnTo>
                  <a:lnTo>
                    <a:pt x="5524888" y="3119635"/>
                  </a:lnTo>
                  <a:lnTo>
                    <a:pt x="5462132" y="3160553"/>
                  </a:lnTo>
                  <a:lnTo>
                    <a:pt x="5394083" y="3197375"/>
                  </a:lnTo>
                  <a:lnTo>
                    <a:pt x="5320313" y="3230566"/>
                  </a:lnTo>
                  <a:lnTo>
                    <a:pt x="5240761" y="3260477"/>
                  </a:lnTo>
                  <a:lnTo>
                    <a:pt x="5155896" y="3287341"/>
                  </a:lnTo>
                  <a:lnTo>
                    <a:pt x="5066894" y="3311276"/>
                  </a:lnTo>
                  <a:lnTo>
                    <a:pt x="4975780" y="3332300"/>
                  </a:lnTo>
                  <a:lnTo>
                    <a:pt x="4885461" y="3350360"/>
                  </a:lnTo>
                  <a:lnTo>
                    <a:pt x="4799563" y="3365390"/>
                  </a:lnTo>
                  <a:lnTo>
                    <a:pt x="4722032" y="3377365"/>
                  </a:lnTo>
                  <a:lnTo>
                    <a:pt x="4656501" y="3386368"/>
                  </a:lnTo>
                  <a:lnTo>
                    <a:pt x="4605572" y="3392631"/>
                  </a:lnTo>
                  <a:lnTo>
                    <a:pt x="4570212" y="3396545"/>
                  </a:lnTo>
                  <a:lnTo>
                    <a:pt x="4549447" y="3398621"/>
                  </a:lnTo>
                  <a:lnTo>
                    <a:pt x="4540402" y="3399442"/>
                  </a:lnTo>
                  <a:lnTo>
                    <a:pt x="4538551" y="3399596"/>
                  </a:lnTo>
                  <a:lnTo>
                    <a:pt x="4538543" y="3399597"/>
                  </a:lnTo>
                  <a:lnTo>
                    <a:pt x="4016409" y="3399597"/>
                  </a:lnTo>
                  <a:lnTo>
                    <a:pt x="4015141" y="3399586"/>
                  </a:lnTo>
                  <a:lnTo>
                    <a:pt x="4006852" y="3399512"/>
                  </a:lnTo>
                  <a:lnTo>
                    <a:pt x="3986129" y="3399307"/>
                  </a:lnTo>
                  <a:lnTo>
                    <a:pt x="3949519" y="3398904"/>
                  </a:lnTo>
                  <a:lnTo>
                    <a:pt x="3895841" y="3398244"/>
                  </a:lnTo>
                  <a:lnTo>
                    <a:pt x="3826246" y="3397284"/>
                  </a:lnTo>
                  <a:lnTo>
                    <a:pt x="3743823" y="3395997"/>
                  </a:lnTo>
                  <a:lnTo>
                    <a:pt x="3652821" y="3394375"/>
                  </a:lnTo>
                  <a:lnTo>
                    <a:pt x="3557751" y="3392424"/>
                  </a:lnTo>
                  <a:lnTo>
                    <a:pt x="3462632" y="3390150"/>
                  </a:lnTo>
                  <a:lnTo>
                    <a:pt x="3370549" y="3387558"/>
                  </a:lnTo>
                  <a:lnTo>
                    <a:pt x="3283520" y="3384643"/>
                  </a:lnTo>
                  <a:lnTo>
                    <a:pt x="3202591" y="3381386"/>
                  </a:lnTo>
                  <a:lnTo>
                    <a:pt x="3128035" y="3377756"/>
                  </a:lnTo>
                  <a:lnTo>
                    <a:pt x="3059572" y="3373706"/>
                  </a:lnTo>
                  <a:lnTo>
                    <a:pt x="2996567" y="3369177"/>
                  </a:lnTo>
                  <a:lnTo>
                    <a:pt x="2938180" y="3364100"/>
                  </a:lnTo>
                  <a:lnTo>
                    <a:pt x="2883484" y="3358401"/>
                  </a:lnTo>
                  <a:lnTo>
                    <a:pt x="2831543" y="3352010"/>
                  </a:lnTo>
                  <a:lnTo>
                    <a:pt x="2781502" y="3344881"/>
                  </a:lnTo>
                  <a:lnTo>
                    <a:pt x="2770117" y="3343125"/>
                  </a:lnTo>
                  <a:lnTo>
                    <a:pt x="2716522" y="3334209"/>
                  </a:lnTo>
                  <a:lnTo>
                    <a:pt x="2663444" y="3324359"/>
                  </a:lnTo>
                  <a:lnTo>
                    <a:pt x="2610313" y="3313563"/>
                  </a:lnTo>
                  <a:lnTo>
                    <a:pt x="2556747" y="3301841"/>
                  </a:lnTo>
                  <a:lnTo>
                    <a:pt x="2502528" y="3289254"/>
                  </a:lnTo>
                  <a:lnTo>
                    <a:pt x="2447578" y="3275900"/>
                  </a:lnTo>
                  <a:lnTo>
                    <a:pt x="2391945" y="3261920"/>
                  </a:lnTo>
                  <a:lnTo>
                    <a:pt x="2335778" y="3247485"/>
                  </a:lnTo>
                  <a:lnTo>
                    <a:pt x="2279298" y="3232796"/>
                  </a:lnTo>
                  <a:lnTo>
                    <a:pt x="2222770" y="3218069"/>
                  </a:lnTo>
                  <a:lnTo>
                    <a:pt x="2166463" y="3203520"/>
                  </a:lnTo>
                  <a:lnTo>
                    <a:pt x="2110620" y="3189357"/>
                  </a:lnTo>
                  <a:lnTo>
                    <a:pt x="2055416" y="3175763"/>
                  </a:lnTo>
                  <a:lnTo>
                    <a:pt x="2000940" y="3162890"/>
                  </a:lnTo>
                  <a:lnTo>
                    <a:pt x="1947160" y="3150853"/>
                  </a:lnTo>
                  <a:lnTo>
                    <a:pt x="1893910" y="3139724"/>
                  </a:lnTo>
                  <a:lnTo>
                    <a:pt x="1840868" y="3129539"/>
                  </a:lnTo>
                  <a:lnTo>
                    <a:pt x="1787534" y="3120295"/>
                  </a:lnTo>
                  <a:lnTo>
                    <a:pt x="1768425" y="3117238"/>
                  </a:lnTo>
                  <a:lnTo>
                    <a:pt x="1718717" y="3109935"/>
                  </a:lnTo>
                  <a:lnTo>
                    <a:pt x="1667288" y="3103377"/>
                  </a:lnTo>
                  <a:lnTo>
                    <a:pt x="1613310" y="3097524"/>
                  </a:lnTo>
                  <a:lnTo>
                    <a:pt x="1555861" y="3092309"/>
                  </a:lnTo>
                  <a:lnTo>
                    <a:pt x="1494004" y="3087660"/>
                  </a:lnTo>
                  <a:lnTo>
                    <a:pt x="1426870" y="3083505"/>
                  </a:lnTo>
                  <a:lnTo>
                    <a:pt x="1353764" y="3079782"/>
                  </a:lnTo>
                  <a:lnTo>
                    <a:pt x="1274309" y="3076442"/>
                  </a:lnTo>
                  <a:lnTo>
                    <a:pt x="1188631" y="3073450"/>
                  </a:lnTo>
                  <a:lnTo>
                    <a:pt x="1097575" y="3070784"/>
                  </a:lnTo>
                  <a:lnTo>
                    <a:pt x="1002923" y="3068436"/>
                  </a:lnTo>
                  <a:lnTo>
                    <a:pt x="907514" y="3066410"/>
                  </a:lnTo>
                  <a:lnTo>
                    <a:pt x="815177" y="3064711"/>
                  </a:lnTo>
                  <a:lnTo>
                    <a:pt x="730368" y="3063347"/>
                  </a:lnTo>
                  <a:lnTo>
                    <a:pt x="657474" y="3062313"/>
                  </a:lnTo>
                  <a:lnTo>
                    <a:pt x="599930" y="3061587"/>
                  </a:lnTo>
                  <a:lnTo>
                    <a:pt x="559389" y="3061129"/>
                  </a:lnTo>
                  <a:lnTo>
                    <a:pt x="535219" y="3060884"/>
                  </a:lnTo>
                  <a:lnTo>
                    <a:pt x="524468" y="3060786"/>
                  </a:lnTo>
                  <a:lnTo>
                    <a:pt x="522149" y="3060766"/>
                  </a:lnTo>
                  <a:lnTo>
                    <a:pt x="522133" y="3060766"/>
                  </a:lnTo>
                  <a:lnTo>
                    <a:pt x="0" y="3060766"/>
                  </a:lnTo>
                  <a:lnTo>
                    <a:pt x="0" y="3060766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956" name="pg956"/>
            <p:cNvSpPr/>
            <p:nvPr/>
          </p:nvSpPr>
          <p:spPr>
            <a:xfrm>
              <a:off x="386606" y="2422275"/>
              <a:ext cx="8554953" cy="1835330"/>
            </a:xfrm>
            <a:custGeom>
              <a:avLst/>
              <a:pathLst>
                <a:path w="8554953" h="1835330">
                  <a:moveTo>
                    <a:pt x="0" y="1473911"/>
                  </a:moveTo>
                  <a:lnTo>
                    <a:pt x="522133" y="1473911"/>
                  </a:lnTo>
                  <a:lnTo>
                    <a:pt x="523401" y="1473922"/>
                  </a:lnTo>
                  <a:lnTo>
                    <a:pt x="531688" y="1474001"/>
                  </a:lnTo>
                  <a:lnTo>
                    <a:pt x="552407" y="1474220"/>
                  </a:lnTo>
                  <a:lnTo>
                    <a:pt x="589011" y="1474650"/>
                  </a:lnTo>
                  <a:lnTo>
                    <a:pt x="642679" y="1475353"/>
                  </a:lnTo>
                  <a:lnTo>
                    <a:pt x="712263" y="1476378"/>
                  </a:lnTo>
                  <a:lnTo>
                    <a:pt x="794676" y="1477750"/>
                  </a:lnTo>
                  <a:lnTo>
                    <a:pt x="885668" y="1479479"/>
                  </a:lnTo>
                  <a:lnTo>
                    <a:pt x="980730" y="1481560"/>
                  </a:lnTo>
                  <a:lnTo>
                    <a:pt x="1075844" y="1483985"/>
                  </a:lnTo>
                  <a:lnTo>
                    <a:pt x="1167924" y="1486750"/>
                  </a:lnTo>
                  <a:lnTo>
                    <a:pt x="1254951" y="1489859"/>
                  </a:lnTo>
                  <a:lnTo>
                    <a:pt x="1335880" y="1493332"/>
                  </a:lnTo>
                  <a:lnTo>
                    <a:pt x="1410437" y="1497204"/>
                  </a:lnTo>
                  <a:lnTo>
                    <a:pt x="1478901" y="1501523"/>
                  </a:lnTo>
                  <a:lnTo>
                    <a:pt x="1541907" y="1506353"/>
                  </a:lnTo>
                  <a:lnTo>
                    <a:pt x="1600294" y="1511768"/>
                  </a:lnTo>
                  <a:lnTo>
                    <a:pt x="1654991" y="1517845"/>
                  </a:lnTo>
                  <a:lnTo>
                    <a:pt x="1706931" y="1524660"/>
                  </a:lnTo>
                  <a:lnTo>
                    <a:pt x="1756970" y="1532263"/>
                  </a:lnTo>
                  <a:lnTo>
                    <a:pt x="1768425" y="1534148"/>
                  </a:lnTo>
                  <a:lnTo>
                    <a:pt x="1821932" y="1543641"/>
                  </a:lnTo>
                  <a:lnTo>
                    <a:pt x="1874923" y="1554128"/>
                  </a:lnTo>
                  <a:lnTo>
                    <a:pt x="1927964" y="1565621"/>
                  </a:lnTo>
                  <a:lnTo>
                    <a:pt x="1981437" y="1578097"/>
                  </a:lnTo>
                  <a:lnTo>
                    <a:pt x="2035561" y="1591495"/>
                  </a:lnTo>
                  <a:lnTo>
                    <a:pt x="2090413" y="1605708"/>
                  </a:lnTo>
                  <a:lnTo>
                    <a:pt x="2145947" y="1620590"/>
                  </a:lnTo>
                  <a:lnTo>
                    <a:pt x="2202016" y="1635957"/>
                  </a:lnTo>
                  <a:lnTo>
                    <a:pt x="2258399" y="1651597"/>
                  </a:lnTo>
                  <a:lnTo>
                    <a:pt x="2314835" y="1667281"/>
                  </a:lnTo>
                  <a:lnTo>
                    <a:pt x="2371054" y="1682779"/>
                  </a:lnTo>
                  <a:lnTo>
                    <a:pt x="2426816" y="1697871"/>
                  </a:lnTo>
                  <a:lnTo>
                    <a:pt x="2481942" y="1712362"/>
                  </a:lnTo>
                  <a:lnTo>
                    <a:pt x="2536345" y="1726088"/>
                  </a:lnTo>
                  <a:lnTo>
                    <a:pt x="2590051" y="1738929"/>
                  </a:lnTo>
                  <a:lnTo>
                    <a:pt x="2643222" y="1750806"/>
                  </a:lnTo>
                  <a:lnTo>
                    <a:pt x="2696176" y="1761680"/>
                  </a:lnTo>
                  <a:lnTo>
                    <a:pt x="2749404" y="1771553"/>
                  </a:lnTo>
                  <a:lnTo>
                    <a:pt x="2770117" y="1775094"/>
                  </a:lnTo>
                  <a:lnTo>
                    <a:pt x="2819822" y="1782883"/>
                  </a:lnTo>
                  <a:lnTo>
                    <a:pt x="2871247" y="1789878"/>
                  </a:lnTo>
                  <a:lnTo>
                    <a:pt x="2925220" y="1796121"/>
                  </a:lnTo>
                  <a:lnTo>
                    <a:pt x="2982664" y="1801683"/>
                  </a:lnTo>
                  <a:lnTo>
                    <a:pt x="3044515" y="1806642"/>
                  </a:lnTo>
                  <a:lnTo>
                    <a:pt x="3111642" y="1811074"/>
                  </a:lnTo>
                  <a:lnTo>
                    <a:pt x="3184740" y="1815045"/>
                  </a:lnTo>
                  <a:lnTo>
                    <a:pt x="3264186" y="1818607"/>
                  </a:lnTo>
                  <a:lnTo>
                    <a:pt x="3349855" y="1821799"/>
                  </a:lnTo>
                  <a:lnTo>
                    <a:pt x="3440901" y="1824643"/>
                  </a:lnTo>
                  <a:lnTo>
                    <a:pt x="3535545" y="1827147"/>
                  </a:lnTo>
                  <a:lnTo>
                    <a:pt x="3630948" y="1829309"/>
                  </a:lnTo>
                  <a:lnTo>
                    <a:pt x="3723283" y="1831120"/>
                  </a:lnTo>
                  <a:lnTo>
                    <a:pt x="3808096" y="1832576"/>
                  </a:lnTo>
                  <a:lnTo>
                    <a:pt x="3880999" y="1833680"/>
                  </a:lnTo>
                  <a:lnTo>
                    <a:pt x="3938556" y="1834454"/>
                  </a:lnTo>
                  <a:lnTo>
                    <a:pt x="3979115" y="1834942"/>
                  </a:lnTo>
                  <a:lnTo>
                    <a:pt x="4003302" y="1835204"/>
                  </a:lnTo>
                  <a:lnTo>
                    <a:pt x="4014067" y="1835309"/>
                  </a:lnTo>
                  <a:lnTo>
                    <a:pt x="4016409" y="1835330"/>
                  </a:lnTo>
                  <a:lnTo>
                    <a:pt x="4538543" y="1835330"/>
                  </a:lnTo>
                  <a:lnTo>
                    <a:pt x="4539760" y="1835276"/>
                  </a:lnTo>
                  <a:lnTo>
                    <a:pt x="4547721" y="1834892"/>
                  </a:lnTo>
                  <a:lnTo>
                    <a:pt x="4567655" y="1833831"/>
                  </a:lnTo>
                  <a:lnTo>
                    <a:pt x="4602945" y="1831745"/>
                  </a:lnTo>
                  <a:lnTo>
                    <a:pt x="4654833" y="1828327"/>
                  </a:lnTo>
                  <a:lnTo>
                    <a:pt x="4722347" y="1823340"/>
                  </a:lnTo>
                  <a:lnTo>
                    <a:pt x="4802644" y="1816648"/>
                  </a:lnTo>
                  <a:lnTo>
                    <a:pt x="4891711" y="1808201"/>
                  </a:lnTo>
                  <a:lnTo>
                    <a:pt x="4985208" y="1798015"/>
                  </a:lnTo>
                  <a:lnTo>
                    <a:pt x="5079197" y="1786133"/>
                  </a:lnTo>
                  <a:lnTo>
                    <a:pt x="5170587" y="1772579"/>
                  </a:lnTo>
                  <a:lnTo>
                    <a:pt x="5257296" y="1757336"/>
                  </a:lnTo>
                  <a:lnTo>
                    <a:pt x="5338183" y="1740321"/>
                  </a:lnTo>
                  <a:lnTo>
                    <a:pt x="5412874" y="1721382"/>
                  </a:lnTo>
                  <a:lnTo>
                    <a:pt x="5481555" y="1700291"/>
                  </a:lnTo>
                  <a:lnTo>
                    <a:pt x="5544779" y="1676755"/>
                  </a:lnTo>
                  <a:lnTo>
                    <a:pt x="5603318" y="1650426"/>
                  </a:lnTo>
                  <a:lnTo>
                    <a:pt x="5658053" y="1620923"/>
                  </a:lnTo>
                  <a:lnTo>
                    <a:pt x="5709884" y="1587876"/>
                  </a:lnTo>
                  <a:lnTo>
                    <a:pt x="5759660" y="1550996"/>
                  </a:lnTo>
                  <a:lnTo>
                    <a:pt x="5784835" y="1530383"/>
                  </a:lnTo>
                  <a:lnTo>
                    <a:pt x="5828125" y="1491937"/>
                  </a:lnTo>
                  <a:lnTo>
                    <a:pt x="5870996" y="1450229"/>
                  </a:lnTo>
                  <a:lnTo>
                    <a:pt x="5913777" y="1405197"/>
                  </a:lnTo>
                  <a:lnTo>
                    <a:pt x="5956714" y="1356851"/>
                  </a:lnTo>
                  <a:lnTo>
                    <a:pt x="5999977" y="1305287"/>
                  </a:lnTo>
                  <a:lnTo>
                    <a:pt x="6043672" y="1250686"/>
                  </a:lnTo>
                  <a:lnTo>
                    <a:pt x="6087842" y="1193323"/>
                  </a:lnTo>
                  <a:lnTo>
                    <a:pt x="6132478" y="1133566"/>
                  </a:lnTo>
                  <a:lnTo>
                    <a:pt x="6177523" y="1071863"/>
                  </a:lnTo>
                  <a:lnTo>
                    <a:pt x="6222883" y="1008738"/>
                  </a:lnTo>
                  <a:lnTo>
                    <a:pt x="6268437" y="944767"/>
                  </a:lnTo>
                  <a:lnTo>
                    <a:pt x="6314046" y="880562"/>
                  </a:lnTo>
                  <a:lnTo>
                    <a:pt x="6359565" y="816742"/>
                  </a:lnTo>
                  <a:lnTo>
                    <a:pt x="6404859" y="753912"/>
                  </a:lnTo>
                  <a:lnTo>
                    <a:pt x="6449812" y="692638"/>
                  </a:lnTo>
                  <a:lnTo>
                    <a:pt x="6494337" y="633427"/>
                  </a:lnTo>
                  <a:lnTo>
                    <a:pt x="6538390" y="576707"/>
                  </a:lnTo>
                  <a:lnTo>
                    <a:pt x="6581973" y="522825"/>
                  </a:lnTo>
                  <a:lnTo>
                    <a:pt x="6625145" y="472032"/>
                  </a:lnTo>
                  <a:lnTo>
                    <a:pt x="6668025" y="424489"/>
                  </a:lnTo>
                  <a:lnTo>
                    <a:pt x="6710802" y="380270"/>
                  </a:lnTo>
                  <a:lnTo>
                    <a:pt x="6753742" y="339366"/>
                  </a:lnTo>
                  <a:lnTo>
                    <a:pt x="6786527" y="310594"/>
                  </a:lnTo>
                  <a:lnTo>
                    <a:pt x="6835533" y="271680"/>
                  </a:lnTo>
                  <a:lnTo>
                    <a:pt x="6886202" y="236678"/>
                  </a:lnTo>
                  <a:lnTo>
                    <a:pt x="6939324" y="205386"/>
                  </a:lnTo>
                  <a:lnTo>
                    <a:pt x="6995783" y="177464"/>
                  </a:lnTo>
                  <a:lnTo>
                    <a:pt x="7056479" y="152530"/>
                  </a:lnTo>
                  <a:lnTo>
                    <a:pt x="7122252" y="130215"/>
                  </a:lnTo>
                  <a:lnTo>
                    <a:pt x="7193785" y="110196"/>
                  </a:lnTo>
                  <a:lnTo>
                    <a:pt x="7271475" y="92210"/>
                  </a:lnTo>
                  <a:lnTo>
                    <a:pt x="7355263" y="76065"/>
                  </a:lnTo>
                  <a:lnTo>
                    <a:pt x="7444430" y="61644"/>
                  </a:lnTo>
                  <a:lnTo>
                    <a:pt x="7537397" y="48896"/>
                  </a:lnTo>
                  <a:lnTo>
                    <a:pt x="7631594" y="37828"/>
                  </a:lnTo>
                  <a:lnTo>
                    <a:pt x="7723482" y="28478"/>
                  </a:lnTo>
                  <a:lnTo>
                    <a:pt x="7808855" y="20879"/>
                  </a:lnTo>
                  <a:lnTo>
                    <a:pt x="7883427" y="15022"/>
                  </a:lnTo>
                  <a:lnTo>
                    <a:pt x="7943648" y="10816"/>
                  </a:lnTo>
                  <a:lnTo>
                    <a:pt x="7987507" y="8076"/>
                  </a:lnTo>
                  <a:lnTo>
                    <a:pt x="8015088" y="6526"/>
                  </a:lnTo>
                  <a:lnTo>
                    <a:pt x="8028697" y="5836"/>
                  </a:lnTo>
                  <a:lnTo>
                    <a:pt x="8032646" y="5654"/>
                  </a:lnTo>
                  <a:lnTo>
                    <a:pt x="8032819" y="5647"/>
                  </a:lnTo>
                  <a:lnTo>
                    <a:pt x="8554953" y="5647"/>
                  </a:lnTo>
                  <a:lnTo>
                    <a:pt x="8554953" y="0"/>
                  </a:lnTo>
                  <a:lnTo>
                    <a:pt x="8032819" y="0"/>
                  </a:lnTo>
                  <a:lnTo>
                    <a:pt x="8031602" y="53"/>
                  </a:lnTo>
                  <a:lnTo>
                    <a:pt x="8023640" y="437"/>
                  </a:lnTo>
                  <a:lnTo>
                    <a:pt x="8003706" y="1499"/>
                  </a:lnTo>
                  <a:lnTo>
                    <a:pt x="7968417" y="3584"/>
                  </a:lnTo>
                  <a:lnTo>
                    <a:pt x="7916529" y="7003"/>
                  </a:lnTo>
                  <a:lnTo>
                    <a:pt x="7849015" y="11989"/>
                  </a:lnTo>
                  <a:lnTo>
                    <a:pt x="7768718" y="18682"/>
                  </a:lnTo>
                  <a:lnTo>
                    <a:pt x="7679651" y="27129"/>
                  </a:lnTo>
                  <a:lnTo>
                    <a:pt x="7586154" y="37314"/>
                  </a:lnTo>
                  <a:lnTo>
                    <a:pt x="7492165" y="49197"/>
                  </a:lnTo>
                  <a:lnTo>
                    <a:pt x="7400775" y="62751"/>
                  </a:lnTo>
                  <a:lnTo>
                    <a:pt x="7314066" y="77994"/>
                  </a:lnTo>
                  <a:lnTo>
                    <a:pt x="7233179" y="95008"/>
                  </a:lnTo>
                  <a:lnTo>
                    <a:pt x="7158488" y="113948"/>
                  </a:lnTo>
                  <a:lnTo>
                    <a:pt x="7089807" y="135039"/>
                  </a:lnTo>
                  <a:lnTo>
                    <a:pt x="7026583" y="158575"/>
                  </a:lnTo>
                  <a:lnTo>
                    <a:pt x="6968044" y="184904"/>
                  </a:lnTo>
                  <a:lnTo>
                    <a:pt x="6913309" y="214407"/>
                  </a:lnTo>
                  <a:lnTo>
                    <a:pt x="6861478" y="247454"/>
                  </a:lnTo>
                  <a:lnTo>
                    <a:pt x="6811702" y="284333"/>
                  </a:lnTo>
                  <a:lnTo>
                    <a:pt x="6786527" y="304947"/>
                  </a:lnTo>
                  <a:lnTo>
                    <a:pt x="6743236" y="343393"/>
                  </a:lnTo>
                  <a:lnTo>
                    <a:pt x="6700366" y="385100"/>
                  </a:lnTo>
                  <a:lnTo>
                    <a:pt x="6657585" y="430133"/>
                  </a:lnTo>
                  <a:lnTo>
                    <a:pt x="6614648" y="478478"/>
                  </a:lnTo>
                  <a:lnTo>
                    <a:pt x="6571385" y="530043"/>
                  </a:lnTo>
                  <a:lnTo>
                    <a:pt x="6527690" y="584644"/>
                  </a:lnTo>
                  <a:lnTo>
                    <a:pt x="6483520" y="642006"/>
                  </a:lnTo>
                  <a:lnTo>
                    <a:pt x="6438884" y="701764"/>
                  </a:lnTo>
                  <a:lnTo>
                    <a:pt x="6393839" y="763467"/>
                  </a:lnTo>
                  <a:lnTo>
                    <a:pt x="6348478" y="826592"/>
                  </a:lnTo>
                  <a:lnTo>
                    <a:pt x="6302925" y="890562"/>
                  </a:lnTo>
                  <a:lnTo>
                    <a:pt x="6257316" y="954768"/>
                  </a:lnTo>
                  <a:lnTo>
                    <a:pt x="6211797" y="1018588"/>
                  </a:lnTo>
                  <a:lnTo>
                    <a:pt x="6166503" y="1081417"/>
                  </a:lnTo>
                  <a:lnTo>
                    <a:pt x="6121550" y="1142691"/>
                  </a:lnTo>
                  <a:lnTo>
                    <a:pt x="6077025" y="1201903"/>
                  </a:lnTo>
                  <a:lnTo>
                    <a:pt x="6032972" y="1258622"/>
                  </a:lnTo>
                  <a:lnTo>
                    <a:pt x="5989388" y="1312505"/>
                  </a:lnTo>
                  <a:lnTo>
                    <a:pt x="5946217" y="1363298"/>
                  </a:lnTo>
                  <a:lnTo>
                    <a:pt x="5903337" y="1410840"/>
                  </a:lnTo>
                  <a:lnTo>
                    <a:pt x="5860560" y="1455060"/>
                  </a:lnTo>
                  <a:lnTo>
                    <a:pt x="5817620" y="1495964"/>
                  </a:lnTo>
                  <a:lnTo>
                    <a:pt x="5784835" y="1524736"/>
                  </a:lnTo>
                  <a:lnTo>
                    <a:pt x="5735829" y="1563649"/>
                  </a:lnTo>
                  <a:lnTo>
                    <a:pt x="5685160" y="1598651"/>
                  </a:lnTo>
                  <a:lnTo>
                    <a:pt x="5632038" y="1629944"/>
                  </a:lnTo>
                  <a:lnTo>
                    <a:pt x="5575579" y="1657866"/>
                  </a:lnTo>
                  <a:lnTo>
                    <a:pt x="5514883" y="1682800"/>
                  </a:lnTo>
                  <a:lnTo>
                    <a:pt x="5449110" y="1705114"/>
                  </a:lnTo>
                  <a:lnTo>
                    <a:pt x="5377577" y="1725134"/>
                  </a:lnTo>
                  <a:lnTo>
                    <a:pt x="5299887" y="1743120"/>
                  </a:lnTo>
                  <a:lnTo>
                    <a:pt x="5216099" y="1759264"/>
                  </a:lnTo>
                  <a:lnTo>
                    <a:pt x="5126932" y="1773686"/>
                  </a:lnTo>
                  <a:lnTo>
                    <a:pt x="5033964" y="1786433"/>
                  </a:lnTo>
                  <a:lnTo>
                    <a:pt x="4939768" y="1797501"/>
                  </a:lnTo>
                  <a:lnTo>
                    <a:pt x="4847880" y="1806852"/>
                  </a:lnTo>
                  <a:lnTo>
                    <a:pt x="4762507" y="1814451"/>
                  </a:lnTo>
                  <a:lnTo>
                    <a:pt x="4687934" y="1820308"/>
                  </a:lnTo>
                  <a:lnTo>
                    <a:pt x="4627714" y="1824514"/>
                  </a:lnTo>
                  <a:lnTo>
                    <a:pt x="4583855" y="1827254"/>
                  </a:lnTo>
                  <a:lnTo>
                    <a:pt x="4556274" y="1828803"/>
                  </a:lnTo>
                  <a:lnTo>
                    <a:pt x="4542665" y="1829493"/>
                  </a:lnTo>
                  <a:lnTo>
                    <a:pt x="4538716" y="1829676"/>
                  </a:lnTo>
                  <a:lnTo>
                    <a:pt x="4538543" y="1829683"/>
                  </a:lnTo>
                  <a:lnTo>
                    <a:pt x="4016409" y="1829683"/>
                  </a:lnTo>
                  <a:lnTo>
                    <a:pt x="4015142" y="1829672"/>
                  </a:lnTo>
                  <a:lnTo>
                    <a:pt x="4006854" y="1829593"/>
                  </a:lnTo>
                  <a:lnTo>
                    <a:pt x="3986135" y="1829374"/>
                  </a:lnTo>
                  <a:lnTo>
                    <a:pt x="3949532" y="1828944"/>
                  </a:lnTo>
                  <a:lnTo>
                    <a:pt x="3895863" y="1828241"/>
                  </a:lnTo>
                  <a:lnTo>
                    <a:pt x="3826279" y="1827216"/>
                  </a:lnTo>
                  <a:lnTo>
                    <a:pt x="3743866" y="1825844"/>
                  </a:lnTo>
                  <a:lnTo>
                    <a:pt x="3652874" y="1824115"/>
                  </a:lnTo>
                  <a:lnTo>
                    <a:pt x="3557812" y="1822034"/>
                  </a:lnTo>
                  <a:lnTo>
                    <a:pt x="3462699" y="1819609"/>
                  </a:lnTo>
                  <a:lnTo>
                    <a:pt x="3370618" y="1816844"/>
                  </a:lnTo>
                  <a:lnTo>
                    <a:pt x="3283591" y="1813735"/>
                  </a:lnTo>
                  <a:lnTo>
                    <a:pt x="3202662" y="1810262"/>
                  </a:lnTo>
                  <a:lnTo>
                    <a:pt x="3128105" y="1806390"/>
                  </a:lnTo>
                  <a:lnTo>
                    <a:pt x="3059641" y="1802071"/>
                  </a:lnTo>
                  <a:lnTo>
                    <a:pt x="2996635" y="1797241"/>
                  </a:lnTo>
                  <a:lnTo>
                    <a:pt x="2938248" y="1791826"/>
                  </a:lnTo>
                  <a:lnTo>
                    <a:pt x="2883551" y="1785749"/>
                  </a:lnTo>
                  <a:lnTo>
                    <a:pt x="2831611" y="1778934"/>
                  </a:lnTo>
                  <a:lnTo>
                    <a:pt x="2781572" y="1771331"/>
                  </a:lnTo>
                  <a:lnTo>
                    <a:pt x="2770117" y="1769446"/>
                  </a:lnTo>
                  <a:lnTo>
                    <a:pt x="2716610" y="1759953"/>
                  </a:lnTo>
                  <a:lnTo>
                    <a:pt x="2663620" y="1749466"/>
                  </a:lnTo>
                  <a:lnTo>
                    <a:pt x="2610578" y="1737973"/>
                  </a:lnTo>
                  <a:lnTo>
                    <a:pt x="2557105" y="1725497"/>
                  </a:lnTo>
                  <a:lnTo>
                    <a:pt x="2502981" y="1712099"/>
                  </a:lnTo>
                  <a:lnTo>
                    <a:pt x="2448129" y="1697886"/>
                  </a:lnTo>
                  <a:lnTo>
                    <a:pt x="2392595" y="1683004"/>
                  </a:lnTo>
                  <a:lnTo>
                    <a:pt x="2336526" y="1667637"/>
                  </a:lnTo>
                  <a:lnTo>
                    <a:pt x="2280143" y="1651997"/>
                  </a:lnTo>
                  <a:lnTo>
                    <a:pt x="2223707" y="1636313"/>
                  </a:lnTo>
                  <a:lnTo>
                    <a:pt x="2167488" y="1620815"/>
                  </a:lnTo>
                  <a:lnTo>
                    <a:pt x="2111726" y="1605723"/>
                  </a:lnTo>
                  <a:lnTo>
                    <a:pt x="2056600" y="1591232"/>
                  </a:lnTo>
                  <a:lnTo>
                    <a:pt x="2002198" y="1577506"/>
                  </a:lnTo>
                  <a:lnTo>
                    <a:pt x="1948492" y="1564665"/>
                  </a:lnTo>
                  <a:lnTo>
                    <a:pt x="1895320" y="1552788"/>
                  </a:lnTo>
                  <a:lnTo>
                    <a:pt x="1842366" y="1541914"/>
                  </a:lnTo>
                  <a:lnTo>
                    <a:pt x="1789138" y="1532042"/>
                  </a:lnTo>
                  <a:lnTo>
                    <a:pt x="1768425" y="1528500"/>
                  </a:lnTo>
                  <a:lnTo>
                    <a:pt x="1718720" y="1520711"/>
                  </a:lnTo>
                  <a:lnTo>
                    <a:pt x="1667295" y="1513716"/>
                  </a:lnTo>
                  <a:lnTo>
                    <a:pt x="1613322" y="1507473"/>
                  </a:lnTo>
                  <a:lnTo>
                    <a:pt x="1555878" y="1501911"/>
                  </a:lnTo>
                  <a:lnTo>
                    <a:pt x="1494027" y="1496952"/>
                  </a:lnTo>
                  <a:lnTo>
                    <a:pt x="1426900" y="1492520"/>
                  </a:lnTo>
                  <a:lnTo>
                    <a:pt x="1353802" y="1488549"/>
                  </a:lnTo>
                  <a:lnTo>
                    <a:pt x="1274356" y="1484987"/>
                  </a:lnTo>
                  <a:lnTo>
                    <a:pt x="1188687" y="1481795"/>
                  </a:lnTo>
                  <a:lnTo>
                    <a:pt x="1097641" y="1478951"/>
                  </a:lnTo>
                  <a:lnTo>
                    <a:pt x="1002997" y="1476447"/>
                  </a:lnTo>
                  <a:lnTo>
                    <a:pt x="907594" y="1474285"/>
                  </a:lnTo>
                  <a:lnTo>
                    <a:pt x="815259" y="1472474"/>
                  </a:lnTo>
                  <a:lnTo>
                    <a:pt x="730446" y="1471018"/>
                  </a:lnTo>
                  <a:lnTo>
                    <a:pt x="657543" y="1469915"/>
                  </a:lnTo>
                  <a:lnTo>
                    <a:pt x="599986" y="1469140"/>
                  </a:lnTo>
                  <a:lnTo>
                    <a:pt x="559427" y="1468652"/>
                  </a:lnTo>
                  <a:lnTo>
                    <a:pt x="535240" y="1468390"/>
                  </a:lnTo>
                  <a:lnTo>
                    <a:pt x="524476" y="1468285"/>
                  </a:lnTo>
                  <a:lnTo>
                    <a:pt x="522133" y="1468264"/>
                  </a:lnTo>
                  <a:lnTo>
                    <a:pt x="0" y="1468264"/>
                  </a:lnTo>
                  <a:close/>
                </a:path>
              </a:pathLst>
            </a:custGeom>
            <a:solidFill>
              <a:srgbClr val="F28E5B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957" name="pl957"/>
            <p:cNvSpPr/>
            <p:nvPr/>
          </p:nvSpPr>
          <p:spPr>
            <a:xfrm>
              <a:off x="386606" y="2427922"/>
              <a:ext cx="8554953" cy="1829683"/>
            </a:xfrm>
            <a:custGeom>
              <a:avLst/>
              <a:pathLst>
                <a:path w="8554953" h="1829683">
                  <a:moveTo>
                    <a:pt x="0" y="1468264"/>
                  </a:moveTo>
                  <a:lnTo>
                    <a:pt x="522133" y="1468264"/>
                  </a:lnTo>
                  <a:lnTo>
                    <a:pt x="523401" y="1468275"/>
                  </a:lnTo>
                  <a:lnTo>
                    <a:pt x="531688" y="1468354"/>
                  </a:lnTo>
                  <a:lnTo>
                    <a:pt x="552407" y="1468573"/>
                  </a:lnTo>
                  <a:lnTo>
                    <a:pt x="589011" y="1469003"/>
                  </a:lnTo>
                  <a:lnTo>
                    <a:pt x="642679" y="1469706"/>
                  </a:lnTo>
                  <a:lnTo>
                    <a:pt x="712263" y="1470731"/>
                  </a:lnTo>
                  <a:lnTo>
                    <a:pt x="794676" y="1472103"/>
                  </a:lnTo>
                  <a:lnTo>
                    <a:pt x="885668" y="1473832"/>
                  </a:lnTo>
                  <a:lnTo>
                    <a:pt x="980730" y="1475913"/>
                  </a:lnTo>
                  <a:lnTo>
                    <a:pt x="1075844" y="1478338"/>
                  </a:lnTo>
                  <a:lnTo>
                    <a:pt x="1167924" y="1481103"/>
                  </a:lnTo>
                  <a:lnTo>
                    <a:pt x="1254951" y="1484212"/>
                  </a:lnTo>
                  <a:lnTo>
                    <a:pt x="1335880" y="1487685"/>
                  </a:lnTo>
                  <a:lnTo>
                    <a:pt x="1410437" y="1491557"/>
                  </a:lnTo>
                  <a:lnTo>
                    <a:pt x="1478901" y="1495876"/>
                  </a:lnTo>
                  <a:lnTo>
                    <a:pt x="1541907" y="1500706"/>
                  </a:lnTo>
                  <a:lnTo>
                    <a:pt x="1600294" y="1506120"/>
                  </a:lnTo>
                  <a:lnTo>
                    <a:pt x="1654991" y="1512198"/>
                  </a:lnTo>
                  <a:lnTo>
                    <a:pt x="1706931" y="1519013"/>
                  </a:lnTo>
                  <a:lnTo>
                    <a:pt x="1756970" y="1526616"/>
                  </a:lnTo>
                  <a:lnTo>
                    <a:pt x="1768425" y="1528500"/>
                  </a:lnTo>
                  <a:lnTo>
                    <a:pt x="1821932" y="1537994"/>
                  </a:lnTo>
                  <a:lnTo>
                    <a:pt x="1874923" y="1548481"/>
                  </a:lnTo>
                  <a:lnTo>
                    <a:pt x="1927964" y="1559974"/>
                  </a:lnTo>
                  <a:lnTo>
                    <a:pt x="1981437" y="1572450"/>
                  </a:lnTo>
                  <a:lnTo>
                    <a:pt x="2035561" y="1585848"/>
                  </a:lnTo>
                  <a:lnTo>
                    <a:pt x="2090413" y="1600061"/>
                  </a:lnTo>
                  <a:lnTo>
                    <a:pt x="2145947" y="1614943"/>
                  </a:lnTo>
                  <a:lnTo>
                    <a:pt x="2202016" y="1630310"/>
                  </a:lnTo>
                  <a:lnTo>
                    <a:pt x="2258399" y="1645949"/>
                  </a:lnTo>
                  <a:lnTo>
                    <a:pt x="2314835" y="1661634"/>
                  </a:lnTo>
                  <a:lnTo>
                    <a:pt x="2371054" y="1677132"/>
                  </a:lnTo>
                  <a:lnTo>
                    <a:pt x="2426816" y="1692224"/>
                  </a:lnTo>
                  <a:lnTo>
                    <a:pt x="2481942" y="1706714"/>
                  </a:lnTo>
                  <a:lnTo>
                    <a:pt x="2536345" y="1720441"/>
                  </a:lnTo>
                  <a:lnTo>
                    <a:pt x="2590051" y="1733282"/>
                  </a:lnTo>
                  <a:lnTo>
                    <a:pt x="2643222" y="1745159"/>
                  </a:lnTo>
                  <a:lnTo>
                    <a:pt x="2696176" y="1756033"/>
                  </a:lnTo>
                  <a:lnTo>
                    <a:pt x="2749404" y="1765905"/>
                  </a:lnTo>
                  <a:lnTo>
                    <a:pt x="2770117" y="1769446"/>
                  </a:lnTo>
                  <a:lnTo>
                    <a:pt x="2819822" y="1777236"/>
                  </a:lnTo>
                  <a:lnTo>
                    <a:pt x="2871247" y="1784231"/>
                  </a:lnTo>
                  <a:lnTo>
                    <a:pt x="2925220" y="1790474"/>
                  </a:lnTo>
                  <a:lnTo>
                    <a:pt x="2982664" y="1796036"/>
                  </a:lnTo>
                  <a:lnTo>
                    <a:pt x="3044515" y="1800995"/>
                  </a:lnTo>
                  <a:lnTo>
                    <a:pt x="3111642" y="1805427"/>
                  </a:lnTo>
                  <a:lnTo>
                    <a:pt x="3184740" y="1809398"/>
                  </a:lnTo>
                  <a:lnTo>
                    <a:pt x="3264186" y="1812960"/>
                  </a:lnTo>
                  <a:lnTo>
                    <a:pt x="3349855" y="1816152"/>
                  </a:lnTo>
                  <a:lnTo>
                    <a:pt x="3440901" y="1818995"/>
                  </a:lnTo>
                  <a:lnTo>
                    <a:pt x="3535545" y="1821500"/>
                  </a:lnTo>
                  <a:lnTo>
                    <a:pt x="3630948" y="1823662"/>
                  </a:lnTo>
                  <a:lnTo>
                    <a:pt x="3723283" y="1825473"/>
                  </a:lnTo>
                  <a:lnTo>
                    <a:pt x="3808096" y="1826929"/>
                  </a:lnTo>
                  <a:lnTo>
                    <a:pt x="3880999" y="1828032"/>
                  </a:lnTo>
                  <a:lnTo>
                    <a:pt x="3938556" y="1828807"/>
                  </a:lnTo>
                  <a:lnTo>
                    <a:pt x="3979115" y="1829295"/>
                  </a:lnTo>
                  <a:lnTo>
                    <a:pt x="4003302" y="1829557"/>
                  </a:lnTo>
                  <a:lnTo>
                    <a:pt x="4014067" y="1829662"/>
                  </a:lnTo>
                  <a:lnTo>
                    <a:pt x="4016393" y="1829683"/>
                  </a:lnTo>
                  <a:lnTo>
                    <a:pt x="4016409" y="1829683"/>
                  </a:lnTo>
                  <a:lnTo>
                    <a:pt x="4538543" y="1829683"/>
                  </a:lnTo>
                  <a:lnTo>
                    <a:pt x="4539760" y="1829629"/>
                  </a:lnTo>
                  <a:lnTo>
                    <a:pt x="4547721" y="1829245"/>
                  </a:lnTo>
                  <a:lnTo>
                    <a:pt x="4567655" y="1828184"/>
                  </a:lnTo>
                  <a:lnTo>
                    <a:pt x="4602945" y="1826098"/>
                  </a:lnTo>
                  <a:lnTo>
                    <a:pt x="4654833" y="1822679"/>
                  </a:lnTo>
                  <a:lnTo>
                    <a:pt x="4722347" y="1817693"/>
                  </a:lnTo>
                  <a:lnTo>
                    <a:pt x="4802644" y="1811000"/>
                  </a:lnTo>
                  <a:lnTo>
                    <a:pt x="4891711" y="1802553"/>
                  </a:lnTo>
                  <a:lnTo>
                    <a:pt x="4985208" y="1792368"/>
                  </a:lnTo>
                  <a:lnTo>
                    <a:pt x="5079197" y="1780486"/>
                  </a:lnTo>
                  <a:lnTo>
                    <a:pt x="5170587" y="1766932"/>
                  </a:lnTo>
                  <a:lnTo>
                    <a:pt x="5257296" y="1751689"/>
                  </a:lnTo>
                  <a:lnTo>
                    <a:pt x="5338183" y="1734674"/>
                  </a:lnTo>
                  <a:lnTo>
                    <a:pt x="5412874" y="1715734"/>
                  </a:lnTo>
                  <a:lnTo>
                    <a:pt x="5481555" y="1694644"/>
                  </a:lnTo>
                  <a:lnTo>
                    <a:pt x="5544779" y="1671108"/>
                  </a:lnTo>
                  <a:lnTo>
                    <a:pt x="5603318" y="1644779"/>
                  </a:lnTo>
                  <a:lnTo>
                    <a:pt x="5658053" y="1615276"/>
                  </a:lnTo>
                  <a:lnTo>
                    <a:pt x="5709884" y="1582229"/>
                  </a:lnTo>
                  <a:lnTo>
                    <a:pt x="5759660" y="1545349"/>
                  </a:lnTo>
                  <a:lnTo>
                    <a:pt x="5784835" y="1524736"/>
                  </a:lnTo>
                  <a:lnTo>
                    <a:pt x="5828125" y="1486290"/>
                  </a:lnTo>
                  <a:lnTo>
                    <a:pt x="5870996" y="1444582"/>
                  </a:lnTo>
                  <a:lnTo>
                    <a:pt x="5913777" y="1399550"/>
                  </a:lnTo>
                  <a:lnTo>
                    <a:pt x="5956714" y="1351204"/>
                  </a:lnTo>
                  <a:lnTo>
                    <a:pt x="5999977" y="1299640"/>
                  </a:lnTo>
                  <a:lnTo>
                    <a:pt x="6043672" y="1245039"/>
                  </a:lnTo>
                  <a:lnTo>
                    <a:pt x="6087842" y="1187676"/>
                  </a:lnTo>
                  <a:lnTo>
                    <a:pt x="6132478" y="1127919"/>
                  </a:lnTo>
                  <a:lnTo>
                    <a:pt x="6177523" y="1066216"/>
                  </a:lnTo>
                  <a:lnTo>
                    <a:pt x="6222883" y="1003091"/>
                  </a:lnTo>
                  <a:lnTo>
                    <a:pt x="6268437" y="939120"/>
                  </a:lnTo>
                  <a:lnTo>
                    <a:pt x="6314046" y="874915"/>
                  </a:lnTo>
                  <a:lnTo>
                    <a:pt x="6359565" y="811095"/>
                  </a:lnTo>
                  <a:lnTo>
                    <a:pt x="6404859" y="748265"/>
                  </a:lnTo>
                  <a:lnTo>
                    <a:pt x="6449812" y="686991"/>
                  </a:lnTo>
                  <a:lnTo>
                    <a:pt x="6494337" y="627779"/>
                  </a:lnTo>
                  <a:lnTo>
                    <a:pt x="6538390" y="571060"/>
                  </a:lnTo>
                  <a:lnTo>
                    <a:pt x="6581973" y="517178"/>
                  </a:lnTo>
                  <a:lnTo>
                    <a:pt x="6625145" y="466385"/>
                  </a:lnTo>
                  <a:lnTo>
                    <a:pt x="6668025" y="418842"/>
                  </a:lnTo>
                  <a:lnTo>
                    <a:pt x="6710802" y="374623"/>
                  </a:lnTo>
                  <a:lnTo>
                    <a:pt x="6753742" y="333719"/>
                  </a:lnTo>
                  <a:lnTo>
                    <a:pt x="6786527" y="304947"/>
                  </a:lnTo>
                  <a:lnTo>
                    <a:pt x="6835533" y="266033"/>
                  </a:lnTo>
                  <a:lnTo>
                    <a:pt x="6886202" y="231031"/>
                  </a:lnTo>
                  <a:lnTo>
                    <a:pt x="6939324" y="199739"/>
                  </a:lnTo>
                  <a:lnTo>
                    <a:pt x="6995783" y="171817"/>
                  </a:lnTo>
                  <a:lnTo>
                    <a:pt x="7056479" y="146883"/>
                  </a:lnTo>
                  <a:lnTo>
                    <a:pt x="7122252" y="124568"/>
                  </a:lnTo>
                  <a:lnTo>
                    <a:pt x="7193785" y="104549"/>
                  </a:lnTo>
                  <a:lnTo>
                    <a:pt x="7271475" y="86562"/>
                  </a:lnTo>
                  <a:lnTo>
                    <a:pt x="7355263" y="70418"/>
                  </a:lnTo>
                  <a:lnTo>
                    <a:pt x="7444430" y="55997"/>
                  </a:lnTo>
                  <a:lnTo>
                    <a:pt x="7537397" y="43249"/>
                  </a:lnTo>
                  <a:lnTo>
                    <a:pt x="7631594" y="32181"/>
                  </a:lnTo>
                  <a:lnTo>
                    <a:pt x="7723482" y="22831"/>
                  </a:lnTo>
                  <a:lnTo>
                    <a:pt x="7808855" y="15232"/>
                  </a:lnTo>
                  <a:lnTo>
                    <a:pt x="7883427" y="9375"/>
                  </a:lnTo>
                  <a:lnTo>
                    <a:pt x="7943648" y="5169"/>
                  </a:lnTo>
                  <a:lnTo>
                    <a:pt x="7987507" y="2429"/>
                  </a:lnTo>
                  <a:lnTo>
                    <a:pt x="8015088" y="879"/>
                  </a:lnTo>
                  <a:lnTo>
                    <a:pt x="8028697" y="189"/>
                  </a:lnTo>
                  <a:lnTo>
                    <a:pt x="8032646" y="7"/>
                  </a:lnTo>
                  <a:lnTo>
                    <a:pt x="8032819" y="0"/>
                  </a:lnTo>
                  <a:lnTo>
                    <a:pt x="8554953" y="0"/>
                  </a:lnTo>
                  <a:lnTo>
                    <a:pt x="8554953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958" name="pl958"/>
            <p:cNvSpPr/>
            <p:nvPr/>
          </p:nvSpPr>
          <p:spPr>
            <a:xfrm>
              <a:off x="386606" y="2422275"/>
              <a:ext cx="8554953" cy="1829683"/>
            </a:xfrm>
            <a:custGeom>
              <a:avLst/>
              <a:pathLst>
                <a:path w="8554953" h="1829683">
                  <a:moveTo>
                    <a:pt x="8554953" y="0"/>
                  </a:moveTo>
                  <a:lnTo>
                    <a:pt x="8032819" y="0"/>
                  </a:lnTo>
                  <a:lnTo>
                    <a:pt x="8031602" y="53"/>
                  </a:lnTo>
                  <a:lnTo>
                    <a:pt x="8023640" y="437"/>
                  </a:lnTo>
                  <a:lnTo>
                    <a:pt x="8003706" y="1499"/>
                  </a:lnTo>
                  <a:lnTo>
                    <a:pt x="7968417" y="3584"/>
                  </a:lnTo>
                  <a:lnTo>
                    <a:pt x="7916529" y="7003"/>
                  </a:lnTo>
                  <a:lnTo>
                    <a:pt x="7849015" y="11989"/>
                  </a:lnTo>
                  <a:lnTo>
                    <a:pt x="7768718" y="18682"/>
                  </a:lnTo>
                  <a:lnTo>
                    <a:pt x="7679651" y="27129"/>
                  </a:lnTo>
                  <a:lnTo>
                    <a:pt x="7586154" y="37314"/>
                  </a:lnTo>
                  <a:lnTo>
                    <a:pt x="7492165" y="49197"/>
                  </a:lnTo>
                  <a:lnTo>
                    <a:pt x="7400775" y="62751"/>
                  </a:lnTo>
                  <a:lnTo>
                    <a:pt x="7314066" y="77994"/>
                  </a:lnTo>
                  <a:lnTo>
                    <a:pt x="7233179" y="95008"/>
                  </a:lnTo>
                  <a:lnTo>
                    <a:pt x="7158488" y="113948"/>
                  </a:lnTo>
                  <a:lnTo>
                    <a:pt x="7089807" y="135039"/>
                  </a:lnTo>
                  <a:lnTo>
                    <a:pt x="7026583" y="158575"/>
                  </a:lnTo>
                  <a:lnTo>
                    <a:pt x="6968044" y="184904"/>
                  </a:lnTo>
                  <a:lnTo>
                    <a:pt x="6913309" y="214407"/>
                  </a:lnTo>
                  <a:lnTo>
                    <a:pt x="6861478" y="247454"/>
                  </a:lnTo>
                  <a:lnTo>
                    <a:pt x="6811702" y="284333"/>
                  </a:lnTo>
                  <a:lnTo>
                    <a:pt x="6786527" y="304947"/>
                  </a:lnTo>
                  <a:lnTo>
                    <a:pt x="6743236" y="343393"/>
                  </a:lnTo>
                  <a:lnTo>
                    <a:pt x="6700366" y="385100"/>
                  </a:lnTo>
                  <a:lnTo>
                    <a:pt x="6657585" y="430133"/>
                  </a:lnTo>
                  <a:lnTo>
                    <a:pt x="6614648" y="478478"/>
                  </a:lnTo>
                  <a:lnTo>
                    <a:pt x="6571385" y="530043"/>
                  </a:lnTo>
                  <a:lnTo>
                    <a:pt x="6527690" y="584644"/>
                  </a:lnTo>
                  <a:lnTo>
                    <a:pt x="6483520" y="642006"/>
                  </a:lnTo>
                  <a:lnTo>
                    <a:pt x="6438884" y="701764"/>
                  </a:lnTo>
                  <a:lnTo>
                    <a:pt x="6393839" y="763467"/>
                  </a:lnTo>
                  <a:lnTo>
                    <a:pt x="6348478" y="826592"/>
                  </a:lnTo>
                  <a:lnTo>
                    <a:pt x="6302925" y="890562"/>
                  </a:lnTo>
                  <a:lnTo>
                    <a:pt x="6257316" y="954768"/>
                  </a:lnTo>
                  <a:lnTo>
                    <a:pt x="6211797" y="1018588"/>
                  </a:lnTo>
                  <a:lnTo>
                    <a:pt x="6166503" y="1081417"/>
                  </a:lnTo>
                  <a:lnTo>
                    <a:pt x="6121550" y="1142691"/>
                  </a:lnTo>
                  <a:lnTo>
                    <a:pt x="6077025" y="1201903"/>
                  </a:lnTo>
                  <a:lnTo>
                    <a:pt x="6032972" y="1258622"/>
                  </a:lnTo>
                  <a:lnTo>
                    <a:pt x="5989388" y="1312505"/>
                  </a:lnTo>
                  <a:lnTo>
                    <a:pt x="5946217" y="1363298"/>
                  </a:lnTo>
                  <a:lnTo>
                    <a:pt x="5903337" y="1410840"/>
                  </a:lnTo>
                  <a:lnTo>
                    <a:pt x="5860560" y="1455060"/>
                  </a:lnTo>
                  <a:lnTo>
                    <a:pt x="5817620" y="1495964"/>
                  </a:lnTo>
                  <a:lnTo>
                    <a:pt x="5784835" y="1524736"/>
                  </a:lnTo>
                  <a:lnTo>
                    <a:pt x="5735829" y="1563649"/>
                  </a:lnTo>
                  <a:lnTo>
                    <a:pt x="5685160" y="1598651"/>
                  </a:lnTo>
                  <a:lnTo>
                    <a:pt x="5632038" y="1629944"/>
                  </a:lnTo>
                  <a:lnTo>
                    <a:pt x="5575579" y="1657866"/>
                  </a:lnTo>
                  <a:lnTo>
                    <a:pt x="5514883" y="1682800"/>
                  </a:lnTo>
                  <a:lnTo>
                    <a:pt x="5449110" y="1705114"/>
                  </a:lnTo>
                  <a:lnTo>
                    <a:pt x="5377577" y="1725134"/>
                  </a:lnTo>
                  <a:lnTo>
                    <a:pt x="5299887" y="1743120"/>
                  </a:lnTo>
                  <a:lnTo>
                    <a:pt x="5216099" y="1759264"/>
                  </a:lnTo>
                  <a:lnTo>
                    <a:pt x="5126932" y="1773686"/>
                  </a:lnTo>
                  <a:lnTo>
                    <a:pt x="5033964" y="1786433"/>
                  </a:lnTo>
                  <a:lnTo>
                    <a:pt x="4939768" y="1797501"/>
                  </a:lnTo>
                  <a:lnTo>
                    <a:pt x="4847880" y="1806852"/>
                  </a:lnTo>
                  <a:lnTo>
                    <a:pt x="4762507" y="1814451"/>
                  </a:lnTo>
                  <a:lnTo>
                    <a:pt x="4687934" y="1820308"/>
                  </a:lnTo>
                  <a:lnTo>
                    <a:pt x="4627714" y="1824514"/>
                  </a:lnTo>
                  <a:lnTo>
                    <a:pt x="4583855" y="1827254"/>
                  </a:lnTo>
                  <a:lnTo>
                    <a:pt x="4556274" y="1828803"/>
                  </a:lnTo>
                  <a:lnTo>
                    <a:pt x="4542665" y="1829493"/>
                  </a:lnTo>
                  <a:lnTo>
                    <a:pt x="4538716" y="1829676"/>
                  </a:lnTo>
                  <a:lnTo>
                    <a:pt x="4538543" y="1829683"/>
                  </a:lnTo>
                  <a:lnTo>
                    <a:pt x="4016409" y="1829683"/>
                  </a:lnTo>
                  <a:lnTo>
                    <a:pt x="4015142" y="1829672"/>
                  </a:lnTo>
                  <a:lnTo>
                    <a:pt x="4006854" y="1829593"/>
                  </a:lnTo>
                  <a:lnTo>
                    <a:pt x="3986135" y="1829374"/>
                  </a:lnTo>
                  <a:lnTo>
                    <a:pt x="3949532" y="1828944"/>
                  </a:lnTo>
                  <a:lnTo>
                    <a:pt x="3895863" y="1828241"/>
                  </a:lnTo>
                  <a:lnTo>
                    <a:pt x="3826279" y="1827216"/>
                  </a:lnTo>
                  <a:lnTo>
                    <a:pt x="3743866" y="1825844"/>
                  </a:lnTo>
                  <a:lnTo>
                    <a:pt x="3652874" y="1824115"/>
                  </a:lnTo>
                  <a:lnTo>
                    <a:pt x="3557812" y="1822034"/>
                  </a:lnTo>
                  <a:lnTo>
                    <a:pt x="3462699" y="1819609"/>
                  </a:lnTo>
                  <a:lnTo>
                    <a:pt x="3370618" y="1816844"/>
                  </a:lnTo>
                  <a:lnTo>
                    <a:pt x="3283591" y="1813735"/>
                  </a:lnTo>
                  <a:lnTo>
                    <a:pt x="3202662" y="1810262"/>
                  </a:lnTo>
                  <a:lnTo>
                    <a:pt x="3128105" y="1806390"/>
                  </a:lnTo>
                  <a:lnTo>
                    <a:pt x="3059641" y="1802071"/>
                  </a:lnTo>
                  <a:lnTo>
                    <a:pt x="2996635" y="1797241"/>
                  </a:lnTo>
                  <a:lnTo>
                    <a:pt x="2938248" y="1791826"/>
                  </a:lnTo>
                  <a:lnTo>
                    <a:pt x="2883551" y="1785749"/>
                  </a:lnTo>
                  <a:lnTo>
                    <a:pt x="2831611" y="1778934"/>
                  </a:lnTo>
                  <a:lnTo>
                    <a:pt x="2781572" y="1771331"/>
                  </a:lnTo>
                  <a:lnTo>
                    <a:pt x="2770117" y="1769446"/>
                  </a:lnTo>
                  <a:lnTo>
                    <a:pt x="2716610" y="1759953"/>
                  </a:lnTo>
                  <a:lnTo>
                    <a:pt x="2663620" y="1749466"/>
                  </a:lnTo>
                  <a:lnTo>
                    <a:pt x="2610578" y="1737973"/>
                  </a:lnTo>
                  <a:lnTo>
                    <a:pt x="2557105" y="1725497"/>
                  </a:lnTo>
                  <a:lnTo>
                    <a:pt x="2502981" y="1712099"/>
                  </a:lnTo>
                  <a:lnTo>
                    <a:pt x="2448129" y="1697886"/>
                  </a:lnTo>
                  <a:lnTo>
                    <a:pt x="2392595" y="1683004"/>
                  </a:lnTo>
                  <a:lnTo>
                    <a:pt x="2336526" y="1667637"/>
                  </a:lnTo>
                  <a:lnTo>
                    <a:pt x="2280143" y="1651997"/>
                  </a:lnTo>
                  <a:lnTo>
                    <a:pt x="2223707" y="1636313"/>
                  </a:lnTo>
                  <a:lnTo>
                    <a:pt x="2167488" y="1620815"/>
                  </a:lnTo>
                  <a:lnTo>
                    <a:pt x="2111726" y="1605723"/>
                  </a:lnTo>
                  <a:lnTo>
                    <a:pt x="2056600" y="1591232"/>
                  </a:lnTo>
                  <a:lnTo>
                    <a:pt x="2002198" y="1577506"/>
                  </a:lnTo>
                  <a:lnTo>
                    <a:pt x="1948492" y="1564665"/>
                  </a:lnTo>
                  <a:lnTo>
                    <a:pt x="1895320" y="1552788"/>
                  </a:lnTo>
                  <a:lnTo>
                    <a:pt x="1842366" y="1541914"/>
                  </a:lnTo>
                  <a:lnTo>
                    <a:pt x="1789138" y="1532042"/>
                  </a:lnTo>
                  <a:lnTo>
                    <a:pt x="1768425" y="1528500"/>
                  </a:lnTo>
                  <a:lnTo>
                    <a:pt x="1718720" y="1520711"/>
                  </a:lnTo>
                  <a:lnTo>
                    <a:pt x="1667295" y="1513716"/>
                  </a:lnTo>
                  <a:lnTo>
                    <a:pt x="1613322" y="1507473"/>
                  </a:lnTo>
                  <a:lnTo>
                    <a:pt x="1555878" y="1501911"/>
                  </a:lnTo>
                  <a:lnTo>
                    <a:pt x="1494027" y="1496952"/>
                  </a:lnTo>
                  <a:lnTo>
                    <a:pt x="1426900" y="1492520"/>
                  </a:lnTo>
                  <a:lnTo>
                    <a:pt x="1353802" y="1488549"/>
                  </a:lnTo>
                  <a:lnTo>
                    <a:pt x="1274356" y="1484987"/>
                  </a:lnTo>
                  <a:lnTo>
                    <a:pt x="1188687" y="1481795"/>
                  </a:lnTo>
                  <a:lnTo>
                    <a:pt x="1097641" y="1478951"/>
                  </a:lnTo>
                  <a:lnTo>
                    <a:pt x="1002997" y="1476447"/>
                  </a:lnTo>
                  <a:lnTo>
                    <a:pt x="907594" y="1474285"/>
                  </a:lnTo>
                  <a:lnTo>
                    <a:pt x="815259" y="1472474"/>
                  </a:lnTo>
                  <a:lnTo>
                    <a:pt x="730446" y="1471018"/>
                  </a:lnTo>
                  <a:lnTo>
                    <a:pt x="657543" y="1469915"/>
                  </a:lnTo>
                  <a:lnTo>
                    <a:pt x="599986" y="1469140"/>
                  </a:lnTo>
                  <a:lnTo>
                    <a:pt x="559427" y="1468652"/>
                  </a:lnTo>
                  <a:lnTo>
                    <a:pt x="535240" y="1468390"/>
                  </a:lnTo>
                  <a:lnTo>
                    <a:pt x="524476" y="1468285"/>
                  </a:lnTo>
                  <a:lnTo>
                    <a:pt x="522150" y="1468264"/>
                  </a:lnTo>
                  <a:lnTo>
                    <a:pt x="522133" y="1468264"/>
                  </a:lnTo>
                  <a:lnTo>
                    <a:pt x="0" y="1468264"/>
                  </a:lnTo>
                  <a:lnTo>
                    <a:pt x="0" y="1468264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959" name="pg959"/>
            <p:cNvSpPr/>
            <p:nvPr/>
          </p:nvSpPr>
          <p:spPr>
            <a:xfrm>
              <a:off x="386606" y="3794538"/>
              <a:ext cx="8554953" cy="496951"/>
            </a:xfrm>
            <a:custGeom>
              <a:avLst/>
              <a:pathLst>
                <a:path w="8554953" h="496951">
                  <a:moveTo>
                    <a:pt x="0" y="124237"/>
                  </a:moveTo>
                  <a:lnTo>
                    <a:pt x="522133" y="124237"/>
                  </a:lnTo>
                  <a:lnTo>
                    <a:pt x="523400" y="124249"/>
                  </a:lnTo>
                  <a:lnTo>
                    <a:pt x="531687" y="124330"/>
                  </a:lnTo>
                  <a:lnTo>
                    <a:pt x="552404" y="124556"/>
                  </a:lnTo>
                  <a:lnTo>
                    <a:pt x="589004" y="124999"/>
                  </a:lnTo>
                  <a:lnTo>
                    <a:pt x="642668" y="125724"/>
                  </a:lnTo>
                  <a:lnTo>
                    <a:pt x="712246" y="126781"/>
                  </a:lnTo>
                  <a:lnTo>
                    <a:pt x="794653" y="128196"/>
                  </a:lnTo>
                  <a:lnTo>
                    <a:pt x="885640" y="129979"/>
                  </a:lnTo>
                  <a:lnTo>
                    <a:pt x="980698" y="132125"/>
                  </a:lnTo>
                  <a:lnTo>
                    <a:pt x="1075809" y="134625"/>
                  </a:lnTo>
                  <a:lnTo>
                    <a:pt x="1167887" y="137476"/>
                  </a:lnTo>
                  <a:lnTo>
                    <a:pt x="1254914" y="140682"/>
                  </a:lnTo>
                  <a:lnTo>
                    <a:pt x="1335842" y="144263"/>
                  </a:lnTo>
                  <a:lnTo>
                    <a:pt x="1410400" y="148256"/>
                  </a:lnTo>
                  <a:lnTo>
                    <a:pt x="1478864" y="152710"/>
                  </a:lnTo>
                  <a:lnTo>
                    <a:pt x="1541871" y="157690"/>
                  </a:lnTo>
                  <a:lnTo>
                    <a:pt x="1600259" y="163273"/>
                  </a:lnTo>
                  <a:lnTo>
                    <a:pt x="1654956" y="169540"/>
                  </a:lnTo>
                  <a:lnTo>
                    <a:pt x="1706895" y="176567"/>
                  </a:lnTo>
                  <a:lnTo>
                    <a:pt x="1756934" y="184407"/>
                  </a:lnTo>
                  <a:lnTo>
                    <a:pt x="1768425" y="186356"/>
                  </a:lnTo>
                  <a:lnTo>
                    <a:pt x="1821886" y="196138"/>
                  </a:lnTo>
                  <a:lnTo>
                    <a:pt x="1874831" y="206941"/>
                  </a:lnTo>
                  <a:lnTo>
                    <a:pt x="1927826" y="218781"/>
                  </a:lnTo>
                  <a:lnTo>
                    <a:pt x="1981251" y="231633"/>
                  </a:lnTo>
                  <a:lnTo>
                    <a:pt x="2035325" y="245434"/>
                  </a:lnTo>
                  <a:lnTo>
                    <a:pt x="2090126" y="260075"/>
                  </a:lnTo>
                  <a:lnTo>
                    <a:pt x="2145608" y="275405"/>
                  </a:lnTo>
                  <a:lnTo>
                    <a:pt x="2201626" y="291236"/>
                  </a:lnTo>
                  <a:lnTo>
                    <a:pt x="2257959" y="307349"/>
                  </a:lnTo>
                  <a:lnTo>
                    <a:pt x="2314347" y="323510"/>
                  </a:lnTo>
                  <a:lnTo>
                    <a:pt x="2370520" y="339482"/>
                  </a:lnTo>
                  <a:lnTo>
                    <a:pt x="2426240" y="355037"/>
                  </a:lnTo>
                  <a:lnTo>
                    <a:pt x="2481325" y="369975"/>
                  </a:lnTo>
                  <a:lnTo>
                    <a:pt x="2535689" y="384128"/>
                  </a:lnTo>
                  <a:lnTo>
                    <a:pt x="2589357" y="397371"/>
                  </a:lnTo>
                  <a:lnTo>
                    <a:pt x="2642488" y="409622"/>
                  </a:lnTo>
                  <a:lnTo>
                    <a:pt x="2695396" y="420841"/>
                  </a:lnTo>
                  <a:lnTo>
                    <a:pt x="2748569" y="431029"/>
                  </a:lnTo>
                  <a:lnTo>
                    <a:pt x="2770117" y="434832"/>
                  </a:lnTo>
                  <a:lnTo>
                    <a:pt x="2819820" y="442864"/>
                  </a:lnTo>
                  <a:lnTo>
                    <a:pt x="2871243" y="450077"/>
                  </a:lnTo>
                  <a:lnTo>
                    <a:pt x="2925214" y="456515"/>
                  </a:lnTo>
                  <a:lnTo>
                    <a:pt x="2982655" y="462251"/>
                  </a:lnTo>
                  <a:lnTo>
                    <a:pt x="3044503" y="467365"/>
                  </a:lnTo>
                  <a:lnTo>
                    <a:pt x="3111627" y="471936"/>
                  </a:lnTo>
                  <a:lnTo>
                    <a:pt x="3184721" y="476030"/>
                  </a:lnTo>
                  <a:lnTo>
                    <a:pt x="3264162" y="479704"/>
                  </a:lnTo>
                  <a:lnTo>
                    <a:pt x="3349826" y="482996"/>
                  </a:lnTo>
                  <a:lnTo>
                    <a:pt x="3440867" y="485928"/>
                  </a:lnTo>
                  <a:lnTo>
                    <a:pt x="3535506" y="488510"/>
                  </a:lnTo>
                  <a:lnTo>
                    <a:pt x="3630906" y="490740"/>
                  </a:lnTo>
                  <a:lnTo>
                    <a:pt x="3723240" y="492608"/>
                  </a:lnTo>
                  <a:lnTo>
                    <a:pt x="3808055" y="494109"/>
                  </a:lnTo>
                  <a:lnTo>
                    <a:pt x="3880963" y="495248"/>
                  </a:lnTo>
                  <a:lnTo>
                    <a:pt x="3938527" y="496047"/>
                  </a:lnTo>
                  <a:lnTo>
                    <a:pt x="3979095" y="496551"/>
                  </a:lnTo>
                  <a:lnTo>
                    <a:pt x="4003291" y="496821"/>
                  </a:lnTo>
                  <a:lnTo>
                    <a:pt x="4014063" y="496929"/>
                  </a:lnTo>
                  <a:lnTo>
                    <a:pt x="4016409" y="496951"/>
                  </a:lnTo>
                  <a:lnTo>
                    <a:pt x="4538543" y="496951"/>
                  </a:lnTo>
                  <a:lnTo>
                    <a:pt x="4539809" y="496936"/>
                  </a:lnTo>
                  <a:lnTo>
                    <a:pt x="4548086" y="496832"/>
                  </a:lnTo>
                  <a:lnTo>
                    <a:pt x="4568781" y="496546"/>
                  </a:lnTo>
                  <a:lnTo>
                    <a:pt x="4605345" y="495982"/>
                  </a:lnTo>
                  <a:lnTo>
                    <a:pt x="4658959" y="495060"/>
                  </a:lnTo>
                  <a:lnTo>
                    <a:pt x="4728480" y="493717"/>
                  </a:lnTo>
                  <a:lnTo>
                    <a:pt x="4810828" y="491918"/>
                  </a:lnTo>
                  <a:lnTo>
                    <a:pt x="4901762" y="489651"/>
                  </a:lnTo>
                  <a:lnTo>
                    <a:pt x="4996778" y="486922"/>
                  </a:lnTo>
                  <a:lnTo>
                    <a:pt x="5091858" y="483742"/>
                  </a:lnTo>
                  <a:lnTo>
                    <a:pt x="5183918" y="480118"/>
                  </a:lnTo>
                  <a:lnTo>
                    <a:pt x="5270937" y="476041"/>
                  </a:lnTo>
                  <a:lnTo>
                    <a:pt x="5351864" y="471487"/>
                  </a:lnTo>
                  <a:lnTo>
                    <a:pt x="5426426" y="466411"/>
                  </a:lnTo>
                  <a:lnTo>
                    <a:pt x="5494897" y="460748"/>
                  </a:lnTo>
                  <a:lnTo>
                    <a:pt x="5557910" y="454416"/>
                  </a:lnTo>
                  <a:lnTo>
                    <a:pt x="5616301" y="447318"/>
                  </a:lnTo>
                  <a:lnTo>
                    <a:pt x="5670998" y="439351"/>
                  </a:lnTo>
                  <a:lnTo>
                    <a:pt x="5722934" y="430418"/>
                  </a:lnTo>
                  <a:lnTo>
                    <a:pt x="5772965" y="420452"/>
                  </a:lnTo>
                  <a:lnTo>
                    <a:pt x="5784835" y="417890"/>
                  </a:lnTo>
                  <a:lnTo>
                    <a:pt x="5837829" y="405556"/>
                  </a:lnTo>
                  <a:lnTo>
                    <a:pt x="5890311" y="391944"/>
                  </a:lnTo>
                  <a:lnTo>
                    <a:pt x="5942835" y="377037"/>
                  </a:lnTo>
                  <a:lnTo>
                    <a:pt x="5995773" y="360861"/>
                  </a:lnTo>
                  <a:lnTo>
                    <a:pt x="6049344" y="343495"/>
                  </a:lnTo>
                  <a:lnTo>
                    <a:pt x="6103629" y="325072"/>
                  </a:lnTo>
                  <a:lnTo>
                    <a:pt x="6158589" y="305776"/>
                  </a:lnTo>
                  <a:lnTo>
                    <a:pt x="6214085" y="285838"/>
                  </a:lnTo>
                  <a:lnTo>
                    <a:pt x="6269909" y="265527"/>
                  </a:lnTo>
                  <a:lnTo>
                    <a:pt x="6325807" y="245132"/>
                  </a:lnTo>
                  <a:lnTo>
                    <a:pt x="6381518" y="224949"/>
                  </a:lnTo>
                  <a:lnTo>
                    <a:pt x="6436802" y="205259"/>
                  </a:lnTo>
                  <a:lnTo>
                    <a:pt x="6491480" y="186318"/>
                  </a:lnTo>
                  <a:lnTo>
                    <a:pt x="6545452" y="168336"/>
                  </a:lnTo>
                  <a:lnTo>
                    <a:pt x="6598730" y="151476"/>
                  </a:lnTo>
                  <a:lnTo>
                    <a:pt x="6651452" y="135846"/>
                  </a:lnTo>
                  <a:lnTo>
                    <a:pt x="6703901" y="121503"/>
                  </a:lnTo>
                  <a:lnTo>
                    <a:pt x="6756526" y="108453"/>
                  </a:lnTo>
                  <a:lnTo>
                    <a:pt x="6786527" y="101649"/>
                  </a:lnTo>
                  <a:lnTo>
                    <a:pt x="6836210" y="91429"/>
                  </a:lnTo>
                  <a:lnTo>
                    <a:pt x="6887613" y="82252"/>
                  </a:lnTo>
                  <a:lnTo>
                    <a:pt x="6941560" y="74060"/>
                  </a:lnTo>
                  <a:lnTo>
                    <a:pt x="6998974" y="66762"/>
                  </a:lnTo>
                  <a:lnTo>
                    <a:pt x="7060790" y="60254"/>
                  </a:lnTo>
                  <a:lnTo>
                    <a:pt x="7127876" y="54438"/>
                  </a:lnTo>
                  <a:lnTo>
                    <a:pt x="7200926" y="49227"/>
                  </a:lnTo>
                  <a:lnTo>
                    <a:pt x="7280318" y="44552"/>
                  </a:lnTo>
                  <a:lnTo>
                    <a:pt x="7365930" y="40363"/>
                  </a:lnTo>
                  <a:lnTo>
                    <a:pt x="7456919" y="36630"/>
                  </a:lnTo>
                  <a:lnTo>
                    <a:pt x="7551513" y="33343"/>
                  </a:lnTo>
                  <a:lnTo>
                    <a:pt x="7646881" y="30504"/>
                  </a:lnTo>
                  <a:lnTo>
                    <a:pt x="7739204" y="28125"/>
                  </a:lnTo>
                  <a:lnTo>
                    <a:pt x="7824037" y="26213"/>
                  </a:lnTo>
                  <a:lnTo>
                    <a:pt x="7896994" y="24762"/>
                  </a:lnTo>
                  <a:lnTo>
                    <a:pt x="7954635" y="23743"/>
                  </a:lnTo>
                  <a:lnTo>
                    <a:pt x="7995295" y="23100"/>
                  </a:lnTo>
                  <a:lnTo>
                    <a:pt x="8019585" y="22755"/>
                  </a:lnTo>
                  <a:lnTo>
                    <a:pt x="8030432" y="22616"/>
                  </a:lnTo>
                  <a:lnTo>
                    <a:pt x="8032819" y="22588"/>
                  </a:lnTo>
                  <a:lnTo>
                    <a:pt x="8554953" y="22588"/>
                  </a:lnTo>
                  <a:lnTo>
                    <a:pt x="8554953" y="0"/>
                  </a:lnTo>
                  <a:lnTo>
                    <a:pt x="8032819" y="0"/>
                  </a:lnTo>
                  <a:lnTo>
                    <a:pt x="8031553" y="14"/>
                  </a:lnTo>
                  <a:lnTo>
                    <a:pt x="8023276" y="118"/>
                  </a:lnTo>
                  <a:lnTo>
                    <a:pt x="8002581" y="405"/>
                  </a:lnTo>
                  <a:lnTo>
                    <a:pt x="7966017" y="968"/>
                  </a:lnTo>
                  <a:lnTo>
                    <a:pt x="7912403" y="1890"/>
                  </a:lnTo>
                  <a:lnTo>
                    <a:pt x="7842882" y="3233"/>
                  </a:lnTo>
                  <a:lnTo>
                    <a:pt x="7760534" y="5032"/>
                  </a:lnTo>
                  <a:lnTo>
                    <a:pt x="7669599" y="7299"/>
                  </a:lnTo>
                  <a:lnTo>
                    <a:pt x="7574584" y="10028"/>
                  </a:lnTo>
                  <a:lnTo>
                    <a:pt x="7479504" y="13208"/>
                  </a:lnTo>
                  <a:lnTo>
                    <a:pt x="7387444" y="16832"/>
                  </a:lnTo>
                  <a:lnTo>
                    <a:pt x="7300425" y="20909"/>
                  </a:lnTo>
                  <a:lnTo>
                    <a:pt x="7219498" y="25463"/>
                  </a:lnTo>
                  <a:lnTo>
                    <a:pt x="7144936" y="30540"/>
                  </a:lnTo>
                  <a:lnTo>
                    <a:pt x="7076465" y="36202"/>
                  </a:lnTo>
                  <a:lnTo>
                    <a:pt x="7013452" y="42535"/>
                  </a:lnTo>
                  <a:lnTo>
                    <a:pt x="6955061" y="49632"/>
                  </a:lnTo>
                  <a:lnTo>
                    <a:pt x="6900364" y="57599"/>
                  </a:lnTo>
                  <a:lnTo>
                    <a:pt x="6848428" y="66532"/>
                  </a:lnTo>
                  <a:lnTo>
                    <a:pt x="6798397" y="76498"/>
                  </a:lnTo>
                  <a:lnTo>
                    <a:pt x="6786527" y="79060"/>
                  </a:lnTo>
                  <a:lnTo>
                    <a:pt x="6733532" y="91394"/>
                  </a:lnTo>
                  <a:lnTo>
                    <a:pt x="6681051" y="105006"/>
                  </a:lnTo>
                  <a:lnTo>
                    <a:pt x="6628527" y="119914"/>
                  </a:lnTo>
                  <a:lnTo>
                    <a:pt x="6575589" y="136089"/>
                  </a:lnTo>
                  <a:lnTo>
                    <a:pt x="6522018" y="153455"/>
                  </a:lnTo>
                  <a:lnTo>
                    <a:pt x="6467733" y="171878"/>
                  </a:lnTo>
                  <a:lnTo>
                    <a:pt x="6412773" y="191174"/>
                  </a:lnTo>
                  <a:lnTo>
                    <a:pt x="6357277" y="211112"/>
                  </a:lnTo>
                  <a:lnTo>
                    <a:pt x="6301453" y="231423"/>
                  </a:lnTo>
                  <a:lnTo>
                    <a:pt x="6245555" y="251818"/>
                  </a:lnTo>
                  <a:lnTo>
                    <a:pt x="6189844" y="272001"/>
                  </a:lnTo>
                  <a:lnTo>
                    <a:pt x="6134559" y="291691"/>
                  </a:lnTo>
                  <a:lnTo>
                    <a:pt x="6079882" y="310632"/>
                  </a:lnTo>
                  <a:lnTo>
                    <a:pt x="6025910" y="328614"/>
                  </a:lnTo>
                  <a:lnTo>
                    <a:pt x="5972632" y="345474"/>
                  </a:lnTo>
                  <a:lnTo>
                    <a:pt x="5919910" y="361104"/>
                  </a:lnTo>
                  <a:lnTo>
                    <a:pt x="5867461" y="375447"/>
                  </a:lnTo>
                  <a:lnTo>
                    <a:pt x="5814835" y="388497"/>
                  </a:lnTo>
                  <a:lnTo>
                    <a:pt x="5784835" y="395301"/>
                  </a:lnTo>
                  <a:lnTo>
                    <a:pt x="5735152" y="405521"/>
                  </a:lnTo>
                  <a:lnTo>
                    <a:pt x="5683749" y="414698"/>
                  </a:lnTo>
                  <a:lnTo>
                    <a:pt x="5629802" y="422890"/>
                  </a:lnTo>
                  <a:lnTo>
                    <a:pt x="5572388" y="430188"/>
                  </a:lnTo>
                  <a:lnTo>
                    <a:pt x="5510572" y="436696"/>
                  </a:lnTo>
                  <a:lnTo>
                    <a:pt x="5443486" y="442512"/>
                  </a:lnTo>
                  <a:lnTo>
                    <a:pt x="5370436" y="447723"/>
                  </a:lnTo>
                  <a:lnTo>
                    <a:pt x="5291044" y="452398"/>
                  </a:lnTo>
                  <a:lnTo>
                    <a:pt x="5205432" y="456587"/>
                  </a:lnTo>
                  <a:lnTo>
                    <a:pt x="5114443" y="460320"/>
                  </a:lnTo>
                  <a:lnTo>
                    <a:pt x="5019849" y="463607"/>
                  </a:lnTo>
                  <a:lnTo>
                    <a:pt x="4924481" y="466446"/>
                  </a:lnTo>
                  <a:lnTo>
                    <a:pt x="4832158" y="468825"/>
                  </a:lnTo>
                  <a:lnTo>
                    <a:pt x="4747325" y="470737"/>
                  </a:lnTo>
                  <a:lnTo>
                    <a:pt x="4674368" y="472188"/>
                  </a:lnTo>
                  <a:lnTo>
                    <a:pt x="4616727" y="473207"/>
                  </a:lnTo>
                  <a:lnTo>
                    <a:pt x="4576067" y="473850"/>
                  </a:lnTo>
                  <a:lnTo>
                    <a:pt x="4551777" y="474195"/>
                  </a:lnTo>
                  <a:lnTo>
                    <a:pt x="4540930" y="474334"/>
                  </a:lnTo>
                  <a:lnTo>
                    <a:pt x="4538543" y="474362"/>
                  </a:lnTo>
                  <a:lnTo>
                    <a:pt x="4016409" y="474362"/>
                  </a:lnTo>
                  <a:lnTo>
                    <a:pt x="4015142" y="474350"/>
                  </a:lnTo>
                  <a:lnTo>
                    <a:pt x="4006855" y="474269"/>
                  </a:lnTo>
                  <a:lnTo>
                    <a:pt x="3986139" y="474043"/>
                  </a:lnTo>
                  <a:lnTo>
                    <a:pt x="3949538" y="473600"/>
                  </a:lnTo>
                  <a:lnTo>
                    <a:pt x="3895874" y="472875"/>
                  </a:lnTo>
                  <a:lnTo>
                    <a:pt x="3826296" y="471819"/>
                  </a:lnTo>
                  <a:lnTo>
                    <a:pt x="3743889" y="470403"/>
                  </a:lnTo>
                  <a:lnTo>
                    <a:pt x="3652902" y="468620"/>
                  </a:lnTo>
                  <a:lnTo>
                    <a:pt x="3557844" y="466474"/>
                  </a:lnTo>
                  <a:lnTo>
                    <a:pt x="3462733" y="463974"/>
                  </a:lnTo>
                  <a:lnTo>
                    <a:pt x="3370655" y="461123"/>
                  </a:lnTo>
                  <a:lnTo>
                    <a:pt x="3283628" y="457917"/>
                  </a:lnTo>
                  <a:lnTo>
                    <a:pt x="3202700" y="454336"/>
                  </a:lnTo>
                  <a:lnTo>
                    <a:pt x="3128142" y="450344"/>
                  </a:lnTo>
                  <a:lnTo>
                    <a:pt x="3059678" y="445890"/>
                  </a:lnTo>
                  <a:lnTo>
                    <a:pt x="2996671" y="440909"/>
                  </a:lnTo>
                  <a:lnTo>
                    <a:pt x="2938283" y="435326"/>
                  </a:lnTo>
                  <a:lnTo>
                    <a:pt x="2883586" y="429059"/>
                  </a:lnTo>
                  <a:lnTo>
                    <a:pt x="2831647" y="422032"/>
                  </a:lnTo>
                  <a:lnTo>
                    <a:pt x="2781608" y="414193"/>
                  </a:lnTo>
                  <a:lnTo>
                    <a:pt x="2770117" y="412243"/>
                  </a:lnTo>
                  <a:lnTo>
                    <a:pt x="2716656" y="402461"/>
                  </a:lnTo>
                  <a:lnTo>
                    <a:pt x="2663711" y="391658"/>
                  </a:lnTo>
                  <a:lnTo>
                    <a:pt x="2610716" y="379818"/>
                  </a:lnTo>
                  <a:lnTo>
                    <a:pt x="2557291" y="366966"/>
                  </a:lnTo>
                  <a:lnTo>
                    <a:pt x="2503217" y="353165"/>
                  </a:lnTo>
                  <a:lnTo>
                    <a:pt x="2448416" y="338524"/>
                  </a:lnTo>
                  <a:lnTo>
                    <a:pt x="2392934" y="323194"/>
                  </a:lnTo>
                  <a:lnTo>
                    <a:pt x="2336916" y="307363"/>
                  </a:lnTo>
                  <a:lnTo>
                    <a:pt x="2280583" y="291250"/>
                  </a:lnTo>
                  <a:lnTo>
                    <a:pt x="2224195" y="275089"/>
                  </a:lnTo>
                  <a:lnTo>
                    <a:pt x="2168022" y="259117"/>
                  </a:lnTo>
                  <a:lnTo>
                    <a:pt x="2112303" y="243562"/>
                  </a:lnTo>
                  <a:lnTo>
                    <a:pt x="2057217" y="228624"/>
                  </a:lnTo>
                  <a:lnTo>
                    <a:pt x="2002853" y="214471"/>
                  </a:lnTo>
                  <a:lnTo>
                    <a:pt x="1949185" y="201228"/>
                  </a:lnTo>
                  <a:lnTo>
                    <a:pt x="1896054" y="188977"/>
                  </a:lnTo>
                  <a:lnTo>
                    <a:pt x="1843146" y="177758"/>
                  </a:lnTo>
                  <a:lnTo>
                    <a:pt x="1789973" y="167570"/>
                  </a:lnTo>
                  <a:lnTo>
                    <a:pt x="1768425" y="163767"/>
                  </a:lnTo>
                  <a:lnTo>
                    <a:pt x="1718722" y="155735"/>
                  </a:lnTo>
                  <a:lnTo>
                    <a:pt x="1667299" y="148522"/>
                  </a:lnTo>
                  <a:lnTo>
                    <a:pt x="1613328" y="142084"/>
                  </a:lnTo>
                  <a:lnTo>
                    <a:pt x="1555887" y="136348"/>
                  </a:lnTo>
                  <a:lnTo>
                    <a:pt x="1494039" y="131234"/>
                  </a:lnTo>
                  <a:lnTo>
                    <a:pt x="1426915" y="126664"/>
                  </a:lnTo>
                  <a:lnTo>
                    <a:pt x="1353822" y="122569"/>
                  </a:lnTo>
                  <a:lnTo>
                    <a:pt x="1274380" y="118895"/>
                  </a:lnTo>
                  <a:lnTo>
                    <a:pt x="1188716" y="115604"/>
                  </a:lnTo>
                  <a:lnTo>
                    <a:pt x="1097675" y="112671"/>
                  </a:lnTo>
                  <a:lnTo>
                    <a:pt x="1003036" y="110089"/>
                  </a:lnTo>
                  <a:lnTo>
                    <a:pt x="907636" y="107859"/>
                  </a:lnTo>
                  <a:lnTo>
                    <a:pt x="815302" y="105991"/>
                  </a:lnTo>
                  <a:lnTo>
                    <a:pt x="730487" y="104490"/>
                  </a:lnTo>
                  <a:lnTo>
                    <a:pt x="657580" y="103351"/>
                  </a:lnTo>
                  <a:lnTo>
                    <a:pt x="600015" y="102552"/>
                  </a:lnTo>
                  <a:lnTo>
                    <a:pt x="559448" y="102049"/>
                  </a:lnTo>
                  <a:lnTo>
                    <a:pt x="535251" y="101779"/>
                  </a:lnTo>
                  <a:lnTo>
                    <a:pt x="524479" y="101670"/>
                  </a:lnTo>
                  <a:lnTo>
                    <a:pt x="522133" y="101649"/>
                  </a:lnTo>
                  <a:lnTo>
                    <a:pt x="0" y="101649"/>
                  </a:lnTo>
                  <a:close/>
                </a:path>
              </a:pathLst>
            </a:custGeom>
            <a:solidFill>
              <a:srgbClr val="F28E5B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960" name="pl960"/>
            <p:cNvSpPr/>
            <p:nvPr/>
          </p:nvSpPr>
          <p:spPr>
            <a:xfrm>
              <a:off x="386606" y="3817127"/>
              <a:ext cx="8554953" cy="474362"/>
            </a:xfrm>
            <a:custGeom>
              <a:avLst/>
              <a:pathLst>
                <a:path w="8554953" h="474362">
                  <a:moveTo>
                    <a:pt x="0" y="101649"/>
                  </a:moveTo>
                  <a:lnTo>
                    <a:pt x="522133" y="101649"/>
                  </a:lnTo>
                  <a:lnTo>
                    <a:pt x="523400" y="101660"/>
                  </a:lnTo>
                  <a:lnTo>
                    <a:pt x="531687" y="101742"/>
                  </a:lnTo>
                  <a:lnTo>
                    <a:pt x="552404" y="101967"/>
                  </a:lnTo>
                  <a:lnTo>
                    <a:pt x="589004" y="102410"/>
                  </a:lnTo>
                  <a:lnTo>
                    <a:pt x="642668" y="103136"/>
                  </a:lnTo>
                  <a:lnTo>
                    <a:pt x="712246" y="104192"/>
                  </a:lnTo>
                  <a:lnTo>
                    <a:pt x="794653" y="105607"/>
                  </a:lnTo>
                  <a:lnTo>
                    <a:pt x="885640" y="107390"/>
                  </a:lnTo>
                  <a:lnTo>
                    <a:pt x="980698" y="109536"/>
                  </a:lnTo>
                  <a:lnTo>
                    <a:pt x="1075809" y="112037"/>
                  </a:lnTo>
                  <a:lnTo>
                    <a:pt x="1167887" y="114887"/>
                  </a:lnTo>
                  <a:lnTo>
                    <a:pt x="1254914" y="118093"/>
                  </a:lnTo>
                  <a:lnTo>
                    <a:pt x="1335842" y="121675"/>
                  </a:lnTo>
                  <a:lnTo>
                    <a:pt x="1410400" y="125667"/>
                  </a:lnTo>
                  <a:lnTo>
                    <a:pt x="1478864" y="130121"/>
                  </a:lnTo>
                  <a:lnTo>
                    <a:pt x="1541871" y="135101"/>
                  </a:lnTo>
                  <a:lnTo>
                    <a:pt x="1600259" y="140684"/>
                  </a:lnTo>
                  <a:lnTo>
                    <a:pt x="1654956" y="146951"/>
                  </a:lnTo>
                  <a:lnTo>
                    <a:pt x="1706895" y="153978"/>
                  </a:lnTo>
                  <a:lnTo>
                    <a:pt x="1756934" y="161818"/>
                  </a:lnTo>
                  <a:lnTo>
                    <a:pt x="1768425" y="163767"/>
                  </a:lnTo>
                  <a:lnTo>
                    <a:pt x="1821886" y="173549"/>
                  </a:lnTo>
                  <a:lnTo>
                    <a:pt x="1874831" y="184353"/>
                  </a:lnTo>
                  <a:lnTo>
                    <a:pt x="1927826" y="196192"/>
                  </a:lnTo>
                  <a:lnTo>
                    <a:pt x="1981251" y="209044"/>
                  </a:lnTo>
                  <a:lnTo>
                    <a:pt x="2035325" y="222845"/>
                  </a:lnTo>
                  <a:lnTo>
                    <a:pt x="2090126" y="237486"/>
                  </a:lnTo>
                  <a:lnTo>
                    <a:pt x="2145608" y="252817"/>
                  </a:lnTo>
                  <a:lnTo>
                    <a:pt x="2201626" y="268647"/>
                  </a:lnTo>
                  <a:lnTo>
                    <a:pt x="2257959" y="284761"/>
                  </a:lnTo>
                  <a:lnTo>
                    <a:pt x="2314347" y="300922"/>
                  </a:lnTo>
                  <a:lnTo>
                    <a:pt x="2370520" y="316893"/>
                  </a:lnTo>
                  <a:lnTo>
                    <a:pt x="2426240" y="332449"/>
                  </a:lnTo>
                  <a:lnTo>
                    <a:pt x="2481325" y="347387"/>
                  </a:lnTo>
                  <a:lnTo>
                    <a:pt x="2535689" y="361540"/>
                  </a:lnTo>
                  <a:lnTo>
                    <a:pt x="2589357" y="374783"/>
                  </a:lnTo>
                  <a:lnTo>
                    <a:pt x="2642488" y="387034"/>
                  </a:lnTo>
                  <a:lnTo>
                    <a:pt x="2695396" y="398253"/>
                  </a:lnTo>
                  <a:lnTo>
                    <a:pt x="2748569" y="408440"/>
                  </a:lnTo>
                  <a:lnTo>
                    <a:pt x="2770117" y="412243"/>
                  </a:lnTo>
                  <a:lnTo>
                    <a:pt x="2819820" y="420275"/>
                  </a:lnTo>
                  <a:lnTo>
                    <a:pt x="2871243" y="427489"/>
                  </a:lnTo>
                  <a:lnTo>
                    <a:pt x="2925214" y="433927"/>
                  </a:lnTo>
                  <a:lnTo>
                    <a:pt x="2982655" y="439662"/>
                  </a:lnTo>
                  <a:lnTo>
                    <a:pt x="3044503" y="444776"/>
                  </a:lnTo>
                  <a:lnTo>
                    <a:pt x="3111627" y="449347"/>
                  </a:lnTo>
                  <a:lnTo>
                    <a:pt x="3184721" y="453442"/>
                  </a:lnTo>
                  <a:lnTo>
                    <a:pt x="3264162" y="457115"/>
                  </a:lnTo>
                  <a:lnTo>
                    <a:pt x="3349826" y="460407"/>
                  </a:lnTo>
                  <a:lnTo>
                    <a:pt x="3440867" y="463339"/>
                  </a:lnTo>
                  <a:lnTo>
                    <a:pt x="3535506" y="465922"/>
                  </a:lnTo>
                  <a:lnTo>
                    <a:pt x="3630906" y="468151"/>
                  </a:lnTo>
                  <a:lnTo>
                    <a:pt x="3723240" y="470020"/>
                  </a:lnTo>
                  <a:lnTo>
                    <a:pt x="3808055" y="471521"/>
                  </a:lnTo>
                  <a:lnTo>
                    <a:pt x="3880963" y="472659"/>
                  </a:lnTo>
                  <a:lnTo>
                    <a:pt x="3938527" y="473458"/>
                  </a:lnTo>
                  <a:lnTo>
                    <a:pt x="3979095" y="473962"/>
                  </a:lnTo>
                  <a:lnTo>
                    <a:pt x="4003291" y="474232"/>
                  </a:lnTo>
                  <a:lnTo>
                    <a:pt x="4014063" y="474340"/>
                  </a:lnTo>
                  <a:lnTo>
                    <a:pt x="4016392" y="474362"/>
                  </a:lnTo>
                  <a:lnTo>
                    <a:pt x="4016409" y="474362"/>
                  </a:lnTo>
                  <a:lnTo>
                    <a:pt x="4538543" y="474362"/>
                  </a:lnTo>
                  <a:lnTo>
                    <a:pt x="4539809" y="474347"/>
                  </a:lnTo>
                  <a:lnTo>
                    <a:pt x="4548086" y="474244"/>
                  </a:lnTo>
                  <a:lnTo>
                    <a:pt x="4568781" y="473957"/>
                  </a:lnTo>
                  <a:lnTo>
                    <a:pt x="4605345" y="473394"/>
                  </a:lnTo>
                  <a:lnTo>
                    <a:pt x="4658959" y="472472"/>
                  </a:lnTo>
                  <a:lnTo>
                    <a:pt x="4728480" y="471128"/>
                  </a:lnTo>
                  <a:lnTo>
                    <a:pt x="4810828" y="469329"/>
                  </a:lnTo>
                  <a:lnTo>
                    <a:pt x="4901762" y="467062"/>
                  </a:lnTo>
                  <a:lnTo>
                    <a:pt x="4996778" y="464333"/>
                  </a:lnTo>
                  <a:lnTo>
                    <a:pt x="5091858" y="461154"/>
                  </a:lnTo>
                  <a:lnTo>
                    <a:pt x="5183918" y="457529"/>
                  </a:lnTo>
                  <a:lnTo>
                    <a:pt x="5270937" y="453452"/>
                  </a:lnTo>
                  <a:lnTo>
                    <a:pt x="5351864" y="448898"/>
                  </a:lnTo>
                  <a:lnTo>
                    <a:pt x="5426426" y="443822"/>
                  </a:lnTo>
                  <a:lnTo>
                    <a:pt x="5494897" y="438159"/>
                  </a:lnTo>
                  <a:lnTo>
                    <a:pt x="5557910" y="431827"/>
                  </a:lnTo>
                  <a:lnTo>
                    <a:pt x="5616301" y="424729"/>
                  </a:lnTo>
                  <a:lnTo>
                    <a:pt x="5670998" y="416762"/>
                  </a:lnTo>
                  <a:lnTo>
                    <a:pt x="5722934" y="407829"/>
                  </a:lnTo>
                  <a:lnTo>
                    <a:pt x="5772965" y="397863"/>
                  </a:lnTo>
                  <a:lnTo>
                    <a:pt x="5784835" y="395301"/>
                  </a:lnTo>
                  <a:lnTo>
                    <a:pt x="5837829" y="382967"/>
                  </a:lnTo>
                  <a:lnTo>
                    <a:pt x="5890311" y="369355"/>
                  </a:lnTo>
                  <a:lnTo>
                    <a:pt x="5942835" y="354448"/>
                  </a:lnTo>
                  <a:lnTo>
                    <a:pt x="5995773" y="338272"/>
                  </a:lnTo>
                  <a:lnTo>
                    <a:pt x="6049344" y="320907"/>
                  </a:lnTo>
                  <a:lnTo>
                    <a:pt x="6103629" y="302484"/>
                  </a:lnTo>
                  <a:lnTo>
                    <a:pt x="6158589" y="283187"/>
                  </a:lnTo>
                  <a:lnTo>
                    <a:pt x="6214085" y="263249"/>
                  </a:lnTo>
                  <a:lnTo>
                    <a:pt x="6269909" y="242938"/>
                  </a:lnTo>
                  <a:lnTo>
                    <a:pt x="6325807" y="222543"/>
                  </a:lnTo>
                  <a:lnTo>
                    <a:pt x="6381518" y="202360"/>
                  </a:lnTo>
                  <a:lnTo>
                    <a:pt x="6436802" y="182671"/>
                  </a:lnTo>
                  <a:lnTo>
                    <a:pt x="6491480" y="163729"/>
                  </a:lnTo>
                  <a:lnTo>
                    <a:pt x="6545452" y="145747"/>
                  </a:lnTo>
                  <a:lnTo>
                    <a:pt x="6598730" y="128887"/>
                  </a:lnTo>
                  <a:lnTo>
                    <a:pt x="6651452" y="113258"/>
                  </a:lnTo>
                  <a:lnTo>
                    <a:pt x="6703901" y="98914"/>
                  </a:lnTo>
                  <a:lnTo>
                    <a:pt x="6756526" y="85864"/>
                  </a:lnTo>
                  <a:lnTo>
                    <a:pt x="6786527" y="79060"/>
                  </a:lnTo>
                  <a:lnTo>
                    <a:pt x="6836210" y="68841"/>
                  </a:lnTo>
                  <a:lnTo>
                    <a:pt x="6887613" y="59663"/>
                  </a:lnTo>
                  <a:lnTo>
                    <a:pt x="6941560" y="51471"/>
                  </a:lnTo>
                  <a:lnTo>
                    <a:pt x="6998974" y="44173"/>
                  </a:lnTo>
                  <a:lnTo>
                    <a:pt x="7060790" y="37666"/>
                  </a:lnTo>
                  <a:lnTo>
                    <a:pt x="7127876" y="31849"/>
                  </a:lnTo>
                  <a:lnTo>
                    <a:pt x="7200926" y="26638"/>
                  </a:lnTo>
                  <a:lnTo>
                    <a:pt x="7280318" y="21963"/>
                  </a:lnTo>
                  <a:lnTo>
                    <a:pt x="7365930" y="17774"/>
                  </a:lnTo>
                  <a:lnTo>
                    <a:pt x="7456919" y="14042"/>
                  </a:lnTo>
                  <a:lnTo>
                    <a:pt x="7551513" y="10754"/>
                  </a:lnTo>
                  <a:lnTo>
                    <a:pt x="7646881" y="7916"/>
                  </a:lnTo>
                  <a:lnTo>
                    <a:pt x="7739204" y="5537"/>
                  </a:lnTo>
                  <a:lnTo>
                    <a:pt x="7824037" y="3625"/>
                  </a:lnTo>
                  <a:lnTo>
                    <a:pt x="7896994" y="2174"/>
                  </a:lnTo>
                  <a:lnTo>
                    <a:pt x="7954635" y="1155"/>
                  </a:lnTo>
                  <a:lnTo>
                    <a:pt x="7995295" y="512"/>
                  </a:lnTo>
                  <a:lnTo>
                    <a:pt x="8019585" y="167"/>
                  </a:lnTo>
                  <a:lnTo>
                    <a:pt x="8030432" y="27"/>
                  </a:lnTo>
                  <a:lnTo>
                    <a:pt x="8032801" y="0"/>
                  </a:lnTo>
                  <a:lnTo>
                    <a:pt x="8032819" y="0"/>
                  </a:lnTo>
                  <a:lnTo>
                    <a:pt x="8554953" y="0"/>
                  </a:lnTo>
                  <a:lnTo>
                    <a:pt x="8554953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961" name="pl961"/>
            <p:cNvSpPr/>
            <p:nvPr/>
          </p:nvSpPr>
          <p:spPr>
            <a:xfrm>
              <a:off x="386606" y="3794538"/>
              <a:ext cx="8554953" cy="474362"/>
            </a:xfrm>
            <a:custGeom>
              <a:avLst/>
              <a:pathLst>
                <a:path w="8554953" h="474362">
                  <a:moveTo>
                    <a:pt x="8554953" y="0"/>
                  </a:moveTo>
                  <a:lnTo>
                    <a:pt x="8032819" y="0"/>
                  </a:lnTo>
                  <a:lnTo>
                    <a:pt x="8031553" y="14"/>
                  </a:lnTo>
                  <a:lnTo>
                    <a:pt x="8023276" y="118"/>
                  </a:lnTo>
                  <a:lnTo>
                    <a:pt x="8002581" y="405"/>
                  </a:lnTo>
                  <a:lnTo>
                    <a:pt x="7966017" y="968"/>
                  </a:lnTo>
                  <a:lnTo>
                    <a:pt x="7912403" y="1890"/>
                  </a:lnTo>
                  <a:lnTo>
                    <a:pt x="7842882" y="3233"/>
                  </a:lnTo>
                  <a:lnTo>
                    <a:pt x="7760534" y="5032"/>
                  </a:lnTo>
                  <a:lnTo>
                    <a:pt x="7669599" y="7299"/>
                  </a:lnTo>
                  <a:lnTo>
                    <a:pt x="7574584" y="10028"/>
                  </a:lnTo>
                  <a:lnTo>
                    <a:pt x="7479504" y="13208"/>
                  </a:lnTo>
                  <a:lnTo>
                    <a:pt x="7387444" y="16832"/>
                  </a:lnTo>
                  <a:lnTo>
                    <a:pt x="7300425" y="20909"/>
                  </a:lnTo>
                  <a:lnTo>
                    <a:pt x="7219498" y="25463"/>
                  </a:lnTo>
                  <a:lnTo>
                    <a:pt x="7144936" y="30540"/>
                  </a:lnTo>
                  <a:lnTo>
                    <a:pt x="7076465" y="36202"/>
                  </a:lnTo>
                  <a:lnTo>
                    <a:pt x="7013452" y="42535"/>
                  </a:lnTo>
                  <a:lnTo>
                    <a:pt x="6955061" y="49632"/>
                  </a:lnTo>
                  <a:lnTo>
                    <a:pt x="6900364" y="57599"/>
                  </a:lnTo>
                  <a:lnTo>
                    <a:pt x="6848428" y="66532"/>
                  </a:lnTo>
                  <a:lnTo>
                    <a:pt x="6798397" y="76498"/>
                  </a:lnTo>
                  <a:lnTo>
                    <a:pt x="6786527" y="79060"/>
                  </a:lnTo>
                  <a:lnTo>
                    <a:pt x="6733532" y="91394"/>
                  </a:lnTo>
                  <a:lnTo>
                    <a:pt x="6681051" y="105006"/>
                  </a:lnTo>
                  <a:lnTo>
                    <a:pt x="6628527" y="119914"/>
                  </a:lnTo>
                  <a:lnTo>
                    <a:pt x="6575589" y="136089"/>
                  </a:lnTo>
                  <a:lnTo>
                    <a:pt x="6522018" y="153455"/>
                  </a:lnTo>
                  <a:lnTo>
                    <a:pt x="6467733" y="171878"/>
                  </a:lnTo>
                  <a:lnTo>
                    <a:pt x="6412773" y="191174"/>
                  </a:lnTo>
                  <a:lnTo>
                    <a:pt x="6357277" y="211112"/>
                  </a:lnTo>
                  <a:lnTo>
                    <a:pt x="6301453" y="231423"/>
                  </a:lnTo>
                  <a:lnTo>
                    <a:pt x="6245555" y="251818"/>
                  </a:lnTo>
                  <a:lnTo>
                    <a:pt x="6189844" y="272001"/>
                  </a:lnTo>
                  <a:lnTo>
                    <a:pt x="6134559" y="291691"/>
                  </a:lnTo>
                  <a:lnTo>
                    <a:pt x="6079882" y="310632"/>
                  </a:lnTo>
                  <a:lnTo>
                    <a:pt x="6025910" y="328614"/>
                  </a:lnTo>
                  <a:lnTo>
                    <a:pt x="5972632" y="345474"/>
                  </a:lnTo>
                  <a:lnTo>
                    <a:pt x="5919910" y="361104"/>
                  </a:lnTo>
                  <a:lnTo>
                    <a:pt x="5867461" y="375447"/>
                  </a:lnTo>
                  <a:lnTo>
                    <a:pt x="5814835" y="388497"/>
                  </a:lnTo>
                  <a:lnTo>
                    <a:pt x="5784835" y="395301"/>
                  </a:lnTo>
                  <a:lnTo>
                    <a:pt x="5735152" y="405521"/>
                  </a:lnTo>
                  <a:lnTo>
                    <a:pt x="5683749" y="414698"/>
                  </a:lnTo>
                  <a:lnTo>
                    <a:pt x="5629802" y="422890"/>
                  </a:lnTo>
                  <a:lnTo>
                    <a:pt x="5572388" y="430188"/>
                  </a:lnTo>
                  <a:lnTo>
                    <a:pt x="5510572" y="436696"/>
                  </a:lnTo>
                  <a:lnTo>
                    <a:pt x="5443486" y="442512"/>
                  </a:lnTo>
                  <a:lnTo>
                    <a:pt x="5370436" y="447723"/>
                  </a:lnTo>
                  <a:lnTo>
                    <a:pt x="5291044" y="452398"/>
                  </a:lnTo>
                  <a:lnTo>
                    <a:pt x="5205432" y="456587"/>
                  </a:lnTo>
                  <a:lnTo>
                    <a:pt x="5114443" y="460320"/>
                  </a:lnTo>
                  <a:lnTo>
                    <a:pt x="5019849" y="463607"/>
                  </a:lnTo>
                  <a:lnTo>
                    <a:pt x="4924481" y="466446"/>
                  </a:lnTo>
                  <a:lnTo>
                    <a:pt x="4832158" y="468825"/>
                  </a:lnTo>
                  <a:lnTo>
                    <a:pt x="4747325" y="470737"/>
                  </a:lnTo>
                  <a:lnTo>
                    <a:pt x="4674368" y="472188"/>
                  </a:lnTo>
                  <a:lnTo>
                    <a:pt x="4616727" y="473207"/>
                  </a:lnTo>
                  <a:lnTo>
                    <a:pt x="4576067" y="473850"/>
                  </a:lnTo>
                  <a:lnTo>
                    <a:pt x="4551777" y="474195"/>
                  </a:lnTo>
                  <a:lnTo>
                    <a:pt x="4540930" y="474334"/>
                  </a:lnTo>
                  <a:lnTo>
                    <a:pt x="4538561" y="474362"/>
                  </a:lnTo>
                  <a:lnTo>
                    <a:pt x="4538543" y="474362"/>
                  </a:lnTo>
                  <a:lnTo>
                    <a:pt x="4016409" y="474362"/>
                  </a:lnTo>
                  <a:lnTo>
                    <a:pt x="4015142" y="474350"/>
                  </a:lnTo>
                  <a:lnTo>
                    <a:pt x="4006855" y="474269"/>
                  </a:lnTo>
                  <a:lnTo>
                    <a:pt x="3986139" y="474043"/>
                  </a:lnTo>
                  <a:lnTo>
                    <a:pt x="3949538" y="473600"/>
                  </a:lnTo>
                  <a:lnTo>
                    <a:pt x="3895874" y="472875"/>
                  </a:lnTo>
                  <a:lnTo>
                    <a:pt x="3826296" y="471819"/>
                  </a:lnTo>
                  <a:lnTo>
                    <a:pt x="3743889" y="470403"/>
                  </a:lnTo>
                  <a:lnTo>
                    <a:pt x="3652902" y="468620"/>
                  </a:lnTo>
                  <a:lnTo>
                    <a:pt x="3557844" y="466474"/>
                  </a:lnTo>
                  <a:lnTo>
                    <a:pt x="3462733" y="463974"/>
                  </a:lnTo>
                  <a:lnTo>
                    <a:pt x="3370655" y="461123"/>
                  </a:lnTo>
                  <a:lnTo>
                    <a:pt x="3283628" y="457917"/>
                  </a:lnTo>
                  <a:lnTo>
                    <a:pt x="3202700" y="454336"/>
                  </a:lnTo>
                  <a:lnTo>
                    <a:pt x="3128142" y="450344"/>
                  </a:lnTo>
                  <a:lnTo>
                    <a:pt x="3059678" y="445890"/>
                  </a:lnTo>
                  <a:lnTo>
                    <a:pt x="2996671" y="440909"/>
                  </a:lnTo>
                  <a:lnTo>
                    <a:pt x="2938283" y="435326"/>
                  </a:lnTo>
                  <a:lnTo>
                    <a:pt x="2883586" y="429059"/>
                  </a:lnTo>
                  <a:lnTo>
                    <a:pt x="2831647" y="422032"/>
                  </a:lnTo>
                  <a:lnTo>
                    <a:pt x="2781608" y="414193"/>
                  </a:lnTo>
                  <a:lnTo>
                    <a:pt x="2770117" y="412243"/>
                  </a:lnTo>
                  <a:lnTo>
                    <a:pt x="2716656" y="402461"/>
                  </a:lnTo>
                  <a:lnTo>
                    <a:pt x="2663711" y="391658"/>
                  </a:lnTo>
                  <a:lnTo>
                    <a:pt x="2610716" y="379818"/>
                  </a:lnTo>
                  <a:lnTo>
                    <a:pt x="2557291" y="366966"/>
                  </a:lnTo>
                  <a:lnTo>
                    <a:pt x="2503217" y="353165"/>
                  </a:lnTo>
                  <a:lnTo>
                    <a:pt x="2448416" y="338524"/>
                  </a:lnTo>
                  <a:lnTo>
                    <a:pt x="2392934" y="323194"/>
                  </a:lnTo>
                  <a:lnTo>
                    <a:pt x="2336916" y="307363"/>
                  </a:lnTo>
                  <a:lnTo>
                    <a:pt x="2280583" y="291250"/>
                  </a:lnTo>
                  <a:lnTo>
                    <a:pt x="2224195" y="275089"/>
                  </a:lnTo>
                  <a:lnTo>
                    <a:pt x="2168022" y="259117"/>
                  </a:lnTo>
                  <a:lnTo>
                    <a:pt x="2112303" y="243562"/>
                  </a:lnTo>
                  <a:lnTo>
                    <a:pt x="2057217" y="228624"/>
                  </a:lnTo>
                  <a:lnTo>
                    <a:pt x="2002853" y="214471"/>
                  </a:lnTo>
                  <a:lnTo>
                    <a:pt x="1949185" y="201228"/>
                  </a:lnTo>
                  <a:lnTo>
                    <a:pt x="1896054" y="188977"/>
                  </a:lnTo>
                  <a:lnTo>
                    <a:pt x="1843146" y="177758"/>
                  </a:lnTo>
                  <a:lnTo>
                    <a:pt x="1789973" y="167570"/>
                  </a:lnTo>
                  <a:lnTo>
                    <a:pt x="1768425" y="163767"/>
                  </a:lnTo>
                  <a:lnTo>
                    <a:pt x="1718722" y="155735"/>
                  </a:lnTo>
                  <a:lnTo>
                    <a:pt x="1667299" y="148522"/>
                  </a:lnTo>
                  <a:lnTo>
                    <a:pt x="1613328" y="142084"/>
                  </a:lnTo>
                  <a:lnTo>
                    <a:pt x="1555887" y="136348"/>
                  </a:lnTo>
                  <a:lnTo>
                    <a:pt x="1494039" y="131234"/>
                  </a:lnTo>
                  <a:lnTo>
                    <a:pt x="1426915" y="126664"/>
                  </a:lnTo>
                  <a:lnTo>
                    <a:pt x="1353822" y="122569"/>
                  </a:lnTo>
                  <a:lnTo>
                    <a:pt x="1274380" y="118895"/>
                  </a:lnTo>
                  <a:lnTo>
                    <a:pt x="1188716" y="115604"/>
                  </a:lnTo>
                  <a:lnTo>
                    <a:pt x="1097675" y="112671"/>
                  </a:lnTo>
                  <a:lnTo>
                    <a:pt x="1003036" y="110089"/>
                  </a:lnTo>
                  <a:lnTo>
                    <a:pt x="907636" y="107859"/>
                  </a:lnTo>
                  <a:lnTo>
                    <a:pt x="815302" y="105991"/>
                  </a:lnTo>
                  <a:lnTo>
                    <a:pt x="730487" y="104490"/>
                  </a:lnTo>
                  <a:lnTo>
                    <a:pt x="657580" y="103351"/>
                  </a:lnTo>
                  <a:lnTo>
                    <a:pt x="600015" y="102552"/>
                  </a:lnTo>
                  <a:lnTo>
                    <a:pt x="559448" y="102049"/>
                  </a:lnTo>
                  <a:lnTo>
                    <a:pt x="535251" y="101779"/>
                  </a:lnTo>
                  <a:lnTo>
                    <a:pt x="524479" y="101670"/>
                  </a:lnTo>
                  <a:lnTo>
                    <a:pt x="522150" y="101649"/>
                  </a:lnTo>
                  <a:lnTo>
                    <a:pt x="522133" y="101649"/>
                  </a:lnTo>
                  <a:lnTo>
                    <a:pt x="0" y="101649"/>
                  </a:lnTo>
                  <a:lnTo>
                    <a:pt x="0" y="101649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962" name="pg962"/>
            <p:cNvSpPr/>
            <p:nvPr/>
          </p:nvSpPr>
          <p:spPr>
            <a:xfrm>
              <a:off x="386606" y="3918776"/>
              <a:ext cx="8554953" cy="1744975"/>
            </a:xfrm>
            <a:custGeom>
              <a:avLst/>
              <a:pathLst>
                <a:path w="8554953" h="1744975">
                  <a:moveTo>
                    <a:pt x="0" y="5647"/>
                  </a:moveTo>
                  <a:lnTo>
                    <a:pt x="522133" y="5647"/>
                  </a:lnTo>
                  <a:lnTo>
                    <a:pt x="523399" y="5660"/>
                  </a:lnTo>
                  <a:lnTo>
                    <a:pt x="531679" y="5758"/>
                  </a:lnTo>
                  <a:lnTo>
                    <a:pt x="552381" y="6028"/>
                  </a:lnTo>
                  <a:lnTo>
                    <a:pt x="588956" y="6558"/>
                  </a:lnTo>
                  <a:lnTo>
                    <a:pt x="642585" y="7425"/>
                  </a:lnTo>
                  <a:lnTo>
                    <a:pt x="712123" y="8689"/>
                  </a:lnTo>
                  <a:lnTo>
                    <a:pt x="794489" y="10381"/>
                  </a:lnTo>
                  <a:lnTo>
                    <a:pt x="885439" y="12514"/>
                  </a:lnTo>
                  <a:lnTo>
                    <a:pt x="980468" y="15081"/>
                  </a:lnTo>
                  <a:lnTo>
                    <a:pt x="1075557" y="18072"/>
                  </a:lnTo>
                  <a:lnTo>
                    <a:pt x="1167623" y="21482"/>
                  </a:lnTo>
                  <a:lnTo>
                    <a:pt x="1254643" y="25317"/>
                  </a:lnTo>
                  <a:lnTo>
                    <a:pt x="1335572" y="29602"/>
                  </a:lnTo>
                  <a:lnTo>
                    <a:pt x="1410132" y="34377"/>
                  </a:lnTo>
                  <a:lnTo>
                    <a:pt x="1478601" y="39704"/>
                  </a:lnTo>
                  <a:lnTo>
                    <a:pt x="1541612" y="45662"/>
                  </a:lnTo>
                  <a:lnTo>
                    <a:pt x="1600002" y="52339"/>
                  </a:lnTo>
                  <a:lnTo>
                    <a:pt x="1654699" y="59834"/>
                  </a:lnTo>
                  <a:lnTo>
                    <a:pt x="1706636" y="68238"/>
                  </a:lnTo>
                  <a:lnTo>
                    <a:pt x="1756670" y="77615"/>
                  </a:lnTo>
                  <a:lnTo>
                    <a:pt x="1768425" y="80001"/>
                  </a:lnTo>
                  <a:lnTo>
                    <a:pt x="1821558" y="91633"/>
                  </a:lnTo>
                  <a:lnTo>
                    <a:pt x="1874178" y="104474"/>
                  </a:lnTo>
                  <a:lnTo>
                    <a:pt x="1926841" y="118539"/>
                  </a:lnTo>
                  <a:lnTo>
                    <a:pt x="1979924" y="133802"/>
                  </a:lnTo>
                  <a:lnTo>
                    <a:pt x="2033645" y="150190"/>
                  </a:lnTo>
                  <a:lnTo>
                    <a:pt x="2088083" y="167575"/>
                  </a:lnTo>
                  <a:lnTo>
                    <a:pt x="2143198" y="185783"/>
                  </a:lnTo>
                  <a:lnTo>
                    <a:pt x="2198849" y="204593"/>
                  </a:lnTo>
                  <a:lnTo>
                    <a:pt x="2254825" y="223750"/>
                  </a:lnTo>
                  <a:lnTo>
                    <a:pt x="2310869" y="242980"/>
                  </a:lnTo>
                  <a:lnTo>
                    <a:pt x="2366717" y="262002"/>
                  </a:lnTo>
                  <a:lnTo>
                    <a:pt x="2422131" y="280550"/>
                  </a:lnTo>
                  <a:lnTo>
                    <a:pt x="2476930" y="298385"/>
                  </a:lnTo>
                  <a:lnTo>
                    <a:pt x="2531019" y="315305"/>
                  </a:lnTo>
                  <a:lnTo>
                    <a:pt x="2584412" y="331161"/>
                  </a:lnTo>
                  <a:lnTo>
                    <a:pt x="2637255" y="345850"/>
                  </a:lnTo>
                  <a:lnTo>
                    <a:pt x="2689840" y="359322"/>
                  </a:lnTo>
                  <a:lnTo>
                    <a:pt x="2742627" y="371572"/>
                  </a:lnTo>
                  <a:lnTo>
                    <a:pt x="2770117" y="377419"/>
                  </a:lnTo>
                  <a:lnTo>
                    <a:pt x="2819806" y="387031"/>
                  </a:lnTo>
                  <a:lnTo>
                    <a:pt x="2871215" y="395663"/>
                  </a:lnTo>
                  <a:lnTo>
                    <a:pt x="2925170" y="403368"/>
                  </a:lnTo>
                  <a:lnTo>
                    <a:pt x="2982591" y="410232"/>
                  </a:lnTo>
                  <a:lnTo>
                    <a:pt x="3044417" y="416352"/>
                  </a:lnTo>
                  <a:lnTo>
                    <a:pt x="3111514" y="421823"/>
                  </a:lnTo>
                  <a:lnTo>
                    <a:pt x="3184578" y="426724"/>
                  </a:lnTo>
                  <a:lnTo>
                    <a:pt x="3263985" y="431121"/>
                  </a:lnTo>
                  <a:lnTo>
                    <a:pt x="3349612" y="435061"/>
                  </a:lnTo>
                  <a:lnTo>
                    <a:pt x="3440617" y="438571"/>
                  </a:lnTo>
                  <a:lnTo>
                    <a:pt x="3535224" y="441662"/>
                  </a:lnTo>
                  <a:lnTo>
                    <a:pt x="3630602" y="444332"/>
                  </a:lnTo>
                  <a:lnTo>
                    <a:pt x="3722929" y="446569"/>
                  </a:lnTo>
                  <a:lnTo>
                    <a:pt x="3807756" y="448367"/>
                  </a:lnTo>
                  <a:lnTo>
                    <a:pt x="3880698" y="449730"/>
                  </a:lnTo>
                  <a:lnTo>
                    <a:pt x="3938316" y="450688"/>
                  </a:lnTo>
                  <a:lnTo>
                    <a:pt x="3978948" y="451292"/>
                  </a:lnTo>
                  <a:lnTo>
                    <a:pt x="4003210" y="451617"/>
                  </a:lnTo>
                  <a:lnTo>
                    <a:pt x="4014034" y="451747"/>
                  </a:lnTo>
                  <a:lnTo>
                    <a:pt x="4016409" y="451773"/>
                  </a:lnTo>
                  <a:lnTo>
                    <a:pt x="4538543" y="451773"/>
                  </a:lnTo>
                  <a:lnTo>
                    <a:pt x="4539785" y="451812"/>
                  </a:lnTo>
                  <a:lnTo>
                    <a:pt x="4547913" y="452089"/>
                  </a:lnTo>
                  <a:lnTo>
                    <a:pt x="4568247" y="452856"/>
                  </a:lnTo>
                  <a:lnTo>
                    <a:pt x="4604206" y="454362"/>
                  </a:lnTo>
                  <a:lnTo>
                    <a:pt x="4657003" y="456830"/>
                  </a:lnTo>
                  <a:lnTo>
                    <a:pt x="4725575" y="460426"/>
                  </a:lnTo>
                  <a:lnTo>
                    <a:pt x="4806956" y="465249"/>
                  </a:lnTo>
                  <a:lnTo>
                    <a:pt x="4897013" y="471329"/>
                  </a:lnTo>
                  <a:lnTo>
                    <a:pt x="4991317" y="478655"/>
                  </a:lnTo>
                  <a:lnTo>
                    <a:pt x="5085889" y="487195"/>
                  </a:lnTo>
                  <a:lnTo>
                    <a:pt x="5177641" y="496934"/>
                  </a:lnTo>
                  <a:lnTo>
                    <a:pt x="5264519" y="507886"/>
                  </a:lnTo>
                  <a:lnTo>
                    <a:pt x="5345432" y="520117"/>
                  </a:lnTo>
                  <a:lnTo>
                    <a:pt x="5420058" y="533740"/>
                  </a:lnTo>
                  <a:lnTo>
                    <a:pt x="5488629" y="548926"/>
                  </a:lnTo>
                  <a:lnTo>
                    <a:pt x="5551740" y="565889"/>
                  </a:lnTo>
                  <a:lnTo>
                    <a:pt x="5610199" y="584886"/>
                  </a:lnTo>
                  <a:lnTo>
                    <a:pt x="5664910" y="606193"/>
                  </a:lnTo>
                  <a:lnTo>
                    <a:pt x="5716792" y="630072"/>
                  </a:lnTo>
                  <a:lnTo>
                    <a:pt x="5766698" y="656718"/>
                  </a:lnTo>
                  <a:lnTo>
                    <a:pt x="5784835" y="667307"/>
                  </a:lnTo>
                  <a:lnTo>
                    <a:pt x="5832117" y="697118"/>
                  </a:lnTo>
                  <a:lnTo>
                    <a:pt x="5878937" y="729690"/>
                  </a:lnTo>
                  <a:lnTo>
                    <a:pt x="5925711" y="765070"/>
                  </a:lnTo>
                  <a:lnTo>
                    <a:pt x="5972733" y="803230"/>
                  </a:lnTo>
                  <a:lnTo>
                    <a:pt x="6020201" y="844058"/>
                  </a:lnTo>
                  <a:lnTo>
                    <a:pt x="6068215" y="887350"/>
                  </a:lnTo>
                  <a:lnTo>
                    <a:pt x="6116796" y="932809"/>
                  </a:lnTo>
                  <a:lnTo>
                    <a:pt x="6165896" y="980049"/>
                  </a:lnTo>
                  <a:lnTo>
                    <a:pt x="6215404" y="1028608"/>
                  </a:lnTo>
                  <a:lnTo>
                    <a:pt x="6265168" y="1077962"/>
                  </a:lnTo>
                  <a:lnTo>
                    <a:pt x="6315009" y="1127552"/>
                  </a:lnTo>
                  <a:lnTo>
                    <a:pt x="6364741" y="1176805"/>
                  </a:lnTo>
                  <a:lnTo>
                    <a:pt x="6414186" y="1225167"/>
                  </a:lnTo>
                  <a:lnTo>
                    <a:pt x="6463201" y="1272124"/>
                  </a:lnTo>
                  <a:lnTo>
                    <a:pt x="6511684" y="1317225"/>
                  </a:lnTo>
                  <a:lnTo>
                    <a:pt x="6559597" y="1360100"/>
                  </a:lnTo>
                  <a:lnTo>
                    <a:pt x="6606976" y="1400469"/>
                  </a:lnTo>
                  <a:lnTo>
                    <a:pt x="6653938" y="1438143"/>
                  </a:lnTo>
                  <a:lnTo>
                    <a:pt x="6700694" y="1473025"/>
                  </a:lnTo>
                  <a:lnTo>
                    <a:pt x="6747563" y="1505103"/>
                  </a:lnTo>
                  <a:lnTo>
                    <a:pt x="6786527" y="1529442"/>
                  </a:lnTo>
                  <a:lnTo>
                    <a:pt x="6835891" y="1557133"/>
                  </a:lnTo>
                  <a:lnTo>
                    <a:pt x="6886947" y="1582021"/>
                  </a:lnTo>
                  <a:lnTo>
                    <a:pt x="6940504" y="1604252"/>
                  </a:lnTo>
                  <a:lnTo>
                    <a:pt x="6997466" y="1624072"/>
                  </a:lnTo>
                  <a:lnTo>
                    <a:pt x="7058752" y="1641758"/>
                  </a:lnTo>
                  <a:lnTo>
                    <a:pt x="7125217" y="1657574"/>
                  </a:lnTo>
                  <a:lnTo>
                    <a:pt x="7197549" y="1671754"/>
                  </a:lnTo>
                  <a:lnTo>
                    <a:pt x="7276136" y="1684485"/>
                  </a:lnTo>
                  <a:lnTo>
                    <a:pt x="7360886" y="1695901"/>
                  </a:lnTo>
                  <a:lnTo>
                    <a:pt x="7451016" y="1706085"/>
                  </a:lnTo>
                  <a:lnTo>
                    <a:pt x="7544848" y="1715070"/>
                  </a:lnTo>
                  <a:lnTo>
                    <a:pt x="7639675" y="1722849"/>
                  </a:lnTo>
                  <a:lnTo>
                    <a:pt x="7731812" y="1729394"/>
                  </a:lnTo>
                  <a:lnTo>
                    <a:pt x="7816924" y="1734681"/>
                  </a:lnTo>
                  <a:lnTo>
                    <a:pt x="7890669" y="1738724"/>
                  </a:lnTo>
                  <a:lnTo>
                    <a:pt x="7949548" y="1741594"/>
                  </a:lnTo>
                  <a:lnTo>
                    <a:pt x="7991729" y="1743433"/>
                  </a:lnTo>
                  <a:lnTo>
                    <a:pt x="8017565" y="1744446"/>
                  </a:lnTo>
                  <a:lnTo>
                    <a:pt x="8029689" y="1744875"/>
                  </a:lnTo>
                  <a:lnTo>
                    <a:pt x="8032819" y="1744975"/>
                  </a:lnTo>
                  <a:lnTo>
                    <a:pt x="8554953" y="1744975"/>
                  </a:lnTo>
                  <a:lnTo>
                    <a:pt x="8554953" y="1739328"/>
                  </a:lnTo>
                  <a:lnTo>
                    <a:pt x="8032819" y="1739328"/>
                  </a:lnTo>
                  <a:lnTo>
                    <a:pt x="8031576" y="1739289"/>
                  </a:lnTo>
                  <a:lnTo>
                    <a:pt x="8023449" y="1739012"/>
                  </a:lnTo>
                  <a:lnTo>
                    <a:pt x="8003115" y="1738245"/>
                  </a:lnTo>
                  <a:lnTo>
                    <a:pt x="7967156" y="1736739"/>
                  </a:lnTo>
                  <a:lnTo>
                    <a:pt x="7914359" y="1734271"/>
                  </a:lnTo>
                  <a:lnTo>
                    <a:pt x="7845787" y="1730675"/>
                  </a:lnTo>
                  <a:lnTo>
                    <a:pt x="7764406" y="1725853"/>
                  </a:lnTo>
                  <a:lnTo>
                    <a:pt x="7674349" y="1719772"/>
                  </a:lnTo>
                  <a:lnTo>
                    <a:pt x="7580044" y="1712447"/>
                  </a:lnTo>
                  <a:lnTo>
                    <a:pt x="7485472" y="1703906"/>
                  </a:lnTo>
                  <a:lnTo>
                    <a:pt x="7393721" y="1694168"/>
                  </a:lnTo>
                  <a:lnTo>
                    <a:pt x="7306843" y="1683215"/>
                  </a:lnTo>
                  <a:lnTo>
                    <a:pt x="7225930" y="1670985"/>
                  </a:lnTo>
                  <a:lnTo>
                    <a:pt x="7151304" y="1657361"/>
                  </a:lnTo>
                  <a:lnTo>
                    <a:pt x="7082733" y="1642176"/>
                  </a:lnTo>
                  <a:lnTo>
                    <a:pt x="7019622" y="1625212"/>
                  </a:lnTo>
                  <a:lnTo>
                    <a:pt x="6961163" y="1606215"/>
                  </a:lnTo>
                  <a:lnTo>
                    <a:pt x="6906452" y="1584909"/>
                  </a:lnTo>
                  <a:lnTo>
                    <a:pt x="6854570" y="1561030"/>
                  </a:lnTo>
                  <a:lnTo>
                    <a:pt x="6804664" y="1534384"/>
                  </a:lnTo>
                  <a:lnTo>
                    <a:pt x="6786527" y="1523795"/>
                  </a:lnTo>
                  <a:lnTo>
                    <a:pt x="6739245" y="1493983"/>
                  </a:lnTo>
                  <a:lnTo>
                    <a:pt x="6692424" y="1461411"/>
                  </a:lnTo>
                  <a:lnTo>
                    <a:pt x="6645651" y="1426032"/>
                  </a:lnTo>
                  <a:lnTo>
                    <a:pt x="6598629" y="1387871"/>
                  </a:lnTo>
                  <a:lnTo>
                    <a:pt x="6551161" y="1347043"/>
                  </a:lnTo>
                  <a:lnTo>
                    <a:pt x="6503147" y="1303751"/>
                  </a:lnTo>
                  <a:lnTo>
                    <a:pt x="6454565" y="1258292"/>
                  </a:lnTo>
                  <a:lnTo>
                    <a:pt x="6405466" y="1211052"/>
                  </a:lnTo>
                  <a:lnTo>
                    <a:pt x="6355958" y="1162494"/>
                  </a:lnTo>
                  <a:lnTo>
                    <a:pt x="6306194" y="1113139"/>
                  </a:lnTo>
                  <a:lnTo>
                    <a:pt x="6256353" y="1063550"/>
                  </a:lnTo>
                  <a:lnTo>
                    <a:pt x="6206621" y="1014296"/>
                  </a:lnTo>
                  <a:lnTo>
                    <a:pt x="6157175" y="965934"/>
                  </a:lnTo>
                  <a:lnTo>
                    <a:pt x="6108161" y="918977"/>
                  </a:lnTo>
                  <a:lnTo>
                    <a:pt x="6059678" y="873876"/>
                  </a:lnTo>
                  <a:lnTo>
                    <a:pt x="6011765" y="831001"/>
                  </a:lnTo>
                  <a:lnTo>
                    <a:pt x="5964386" y="790633"/>
                  </a:lnTo>
                  <a:lnTo>
                    <a:pt x="5917424" y="752959"/>
                  </a:lnTo>
                  <a:lnTo>
                    <a:pt x="5870667" y="718076"/>
                  </a:lnTo>
                  <a:lnTo>
                    <a:pt x="5823799" y="685998"/>
                  </a:lnTo>
                  <a:lnTo>
                    <a:pt x="5784835" y="661660"/>
                  </a:lnTo>
                  <a:lnTo>
                    <a:pt x="5735471" y="633968"/>
                  </a:lnTo>
                  <a:lnTo>
                    <a:pt x="5684415" y="609080"/>
                  </a:lnTo>
                  <a:lnTo>
                    <a:pt x="5630858" y="586849"/>
                  </a:lnTo>
                  <a:lnTo>
                    <a:pt x="5573895" y="567029"/>
                  </a:lnTo>
                  <a:lnTo>
                    <a:pt x="5512609" y="549344"/>
                  </a:lnTo>
                  <a:lnTo>
                    <a:pt x="5446145" y="533527"/>
                  </a:lnTo>
                  <a:lnTo>
                    <a:pt x="5373813" y="519347"/>
                  </a:lnTo>
                  <a:lnTo>
                    <a:pt x="5295226" y="506617"/>
                  </a:lnTo>
                  <a:lnTo>
                    <a:pt x="5210476" y="495201"/>
                  </a:lnTo>
                  <a:lnTo>
                    <a:pt x="5120346" y="485017"/>
                  </a:lnTo>
                  <a:lnTo>
                    <a:pt x="5026513" y="476032"/>
                  </a:lnTo>
                  <a:lnTo>
                    <a:pt x="4931687" y="468253"/>
                  </a:lnTo>
                  <a:lnTo>
                    <a:pt x="4839550" y="461708"/>
                  </a:lnTo>
                  <a:lnTo>
                    <a:pt x="4754438" y="456420"/>
                  </a:lnTo>
                  <a:lnTo>
                    <a:pt x="4680693" y="452377"/>
                  </a:lnTo>
                  <a:lnTo>
                    <a:pt x="4621814" y="449507"/>
                  </a:lnTo>
                  <a:lnTo>
                    <a:pt x="4579633" y="447668"/>
                  </a:lnTo>
                  <a:lnTo>
                    <a:pt x="4553797" y="446656"/>
                  </a:lnTo>
                  <a:lnTo>
                    <a:pt x="4541673" y="446227"/>
                  </a:lnTo>
                  <a:lnTo>
                    <a:pt x="4538543" y="446126"/>
                  </a:lnTo>
                  <a:lnTo>
                    <a:pt x="4016409" y="446126"/>
                  </a:lnTo>
                  <a:lnTo>
                    <a:pt x="4015143" y="446112"/>
                  </a:lnTo>
                  <a:lnTo>
                    <a:pt x="4006863" y="446015"/>
                  </a:lnTo>
                  <a:lnTo>
                    <a:pt x="3986161" y="445745"/>
                  </a:lnTo>
                  <a:lnTo>
                    <a:pt x="3949587" y="445215"/>
                  </a:lnTo>
                  <a:lnTo>
                    <a:pt x="3895957" y="444348"/>
                  </a:lnTo>
                  <a:lnTo>
                    <a:pt x="3826419" y="443084"/>
                  </a:lnTo>
                  <a:lnTo>
                    <a:pt x="3744053" y="441391"/>
                  </a:lnTo>
                  <a:lnTo>
                    <a:pt x="3653103" y="439259"/>
                  </a:lnTo>
                  <a:lnTo>
                    <a:pt x="3558075" y="436692"/>
                  </a:lnTo>
                  <a:lnTo>
                    <a:pt x="3462985" y="433700"/>
                  </a:lnTo>
                  <a:lnTo>
                    <a:pt x="3370920" y="430291"/>
                  </a:lnTo>
                  <a:lnTo>
                    <a:pt x="3283899" y="426455"/>
                  </a:lnTo>
                  <a:lnTo>
                    <a:pt x="3202971" y="422171"/>
                  </a:lnTo>
                  <a:lnTo>
                    <a:pt x="3128410" y="417396"/>
                  </a:lnTo>
                  <a:lnTo>
                    <a:pt x="3059941" y="412068"/>
                  </a:lnTo>
                  <a:lnTo>
                    <a:pt x="2996930" y="406111"/>
                  </a:lnTo>
                  <a:lnTo>
                    <a:pt x="2938540" y="399434"/>
                  </a:lnTo>
                  <a:lnTo>
                    <a:pt x="2883843" y="391938"/>
                  </a:lnTo>
                  <a:lnTo>
                    <a:pt x="2831906" y="383534"/>
                  </a:lnTo>
                  <a:lnTo>
                    <a:pt x="2781873" y="374158"/>
                  </a:lnTo>
                  <a:lnTo>
                    <a:pt x="2770117" y="371772"/>
                  </a:lnTo>
                  <a:lnTo>
                    <a:pt x="2716984" y="360139"/>
                  </a:lnTo>
                  <a:lnTo>
                    <a:pt x="2664364" y="347299"/>
                  </a:lnTo>
                  <a:lnTo>
                    <a:pt x="2611701" y="333234"/>
                  </a:lnTo>
                  <a:lnTo>
                    <a:pt x="2558618" y="317971"/>
                  </a:lnTo>
                  <a:lnTo>
                    <a:pt x="2504897" y="301583"/>
                  </a:lnTo>
                  <a:lnTo>
                    <a:pt x="2450459" y="284198"/>
                  </a:lnTo>
                  <a:lnTo>
                    <a:pt x="2395344" y="265990"/>
                  </a:lnTo>
                  <a:lnTo>
                    <a:pt x="2339693" y="247180"/>
                  </a:lnTo>
                  <a:lnTo>
                    <a:pt x="2283717" y="228022"/>
                  </a:lnTo>
                  <a:lnTo>
                    <a:pt x="2227673" y="208793"/>
                  </a:lnTo>
                  <a:lnTo>
                    <a:pt x="2171825" y="189770"/>
                  </a:lnTo>
                  <a:lnTo>
                    <a:pt x="2116411" y="171222"/>
                  </a:lnTo>
                  <a:lnTo>
                    <a:pt x="2061612" y="153388"/>
                  </a:lnTo>
                  <a:lnTo>
                    <a:pt x="2007523" y="136467"/>
                  </a:lnTo>
                  <a:lnTo>
                    <a:pt x="1954130" y="120612"/>
                  </a:lnTo>
                  <a:lnTo>
                    <a:pt x="1901287" y="105923"/>
                  </a:lnTo>
                  <a:lnTo>
                    <a:pt x="1848702" y="92451"/>
                  </a:lnTo>
                  <a:lnTo>
                    <a:pt x="1795916" y="80201"/>
                  </a:lnTo>
                  <a:lnTo>
                    <a:pt x="1768425" y="74354"/>
                  </a:lnTo>
                  <a:lnTo>
                    <a:pt x="1718736" y="64742"/>
                  </a:lnTo>
                  <a:lnTo>
                    <a:pt x="1667327" y="56110"/>
                  </a:lnTo>
                  <a:lnTo>
                    <a:pt x="1613373" y="48405"/>
                  </a:lnTo>
                  <a:lnTo>
                    <a:pt x="1555951" y="41541"/>
                  </a:lnTo>
                  <a:lnTo>
                    <a:pt x="1494125" y="35420"/>
                  </a:lnTo>
                  <a:lnTo>
                    <a:pt x="1427028" y="29950"/>
                  </a:lnTo>
                  <a:lnTo>
                    <a:pt x="1353965" y="25049"/>
                  </a:lnTo>
                  <a:lnTo>
                    <a:pt x="1274557" y="20652"/>
                  </a:lnTo>
                  <a:lnTo>
                    <a:pt x="1188930" y="16712"/>
                  </a:lnTo>
                  <a:lnTo>
                    <a:pt x="1097925" y="13202"/>
                  </a:lnTo>
                  <a:lnTo>
                    <a:pt x="1003318" y="10111"/>
                  </a:lnTo>
                  <a:lnTo>
                    <a:pt x="907940" y="7441"/>
                  </a:lnTo>
                  <a:lnTo>
                    <a:pt x="815614" y="5204"/>
                  </a:lnTo>
                  <a:lnTo>
                    <a:pt x="730786" y="3406"/>
                  </a:lnTo>
                  <a:lnTo>
                    <a:pt x="657844" y="2042"/>
                  </a:lnTo>
                  <a:lnTo>
                    <a:pt x="600226" y="1084"/>
                  </a:lnTo>
                  <a:lnTo>
                    <a:pt x="559594" y="480"/>
                  </a:lnTo>
                  <a:lnTo>
                    <a:pt x="535332" y="156"/>
                  </a:lnTo>
                  <a:lnTo>
                    <a:pt x="524508" y="26"/>
                  </a:lnTo>
                  <a:lnTo>
                    <a:pt x="5221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28E5B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963" name="pl963"/>
            <p:cNvSpPr/>
            <p:nvPr/>
          </p:nvSpPr>
          <p:spPr>
            <a:xfrm>
              <a:off x="386606" y="3924423"/>
              <a:ext cx="8554953" cy="1739328"/>
            </a:xfrm>
            <a:custGeom>
              <a:avLst/>
              <a:pathLst>
                <a:path w="8554953" h="1739328">
                  <a:moveTo>
                    <a:pt x="0" y="0"/>
                  </a:moveTo>
                  <a:lnTo>
                    <a:pt x="522133" y="0"/>
                  </a:lnTo>
                  <a:lnTo>
                    <a:pt x="523399" y="13"/>
                  </a:lnTo>
                  <a:lnTo>
                    <a:pt x="531679" y="111"/>
                  </a:lnTo>
                  <a:lnTo>
                    <a:pt x="552381" y="381"/>
                  </a:lnTo>
                  <a:lnTo>
                    <a:pt x="588956" y="910"/>
                  </a:lnTo>
                  <a:lnTo>
                    <a:pt x="642585" y="1778"/>
                  </a:lnTo>
                  <a:lnTo>
                    <a:pt x="712123" y="3041"/>
                  </a:lnTo>
                  <a:lnTo>
                    <a:pt x="794489" y="4734"/>
                  </a:lnTo>
                  <a:lnTo>
                    <a:pt x="885439" y="6867"/>
                  </a:lnTo>
                  <a:lnTo>
                    <a:pt x="980468" y="9434"/>
                  </a:lnTo>
                  <a:lnTo>
                    <a:pt x="1075557" y="12425"/>
                  </a:lnTo>
                  <a:lnTo>
                    <a:pt x="1167623" y="15835"/>
                  </a:lnTo>
                  <a:lnTo>
                    <a:pt x="1254643" y="19670"/>
                  </a:lnTo>
                  <a:lnTo>
                    <a:pt x="1335572" y="23954"/>
                  </a:lnTo>
                  <a:lnTo>
                    <a:pt x="1410132" y="28730"/>
                  </a:lnTo>
                  <a:lnTo>
                    <a:pt x="1478601" y="34057"/>
                  </a:lnTo>
                  <a:lnTo>
                    <a:pt x="1541612" y="40014"/>
                  </a:lnTo>
                  <a:lnTo>
                    <a:pt x="1600002" y="46692"/>
                  </a:lnTo>
                  <a:lnTo>
                    <a:pt x="1654699" y="54187"/>
                  </a:lnTo>
                  <a:lnTo>
                    <a:pt x="1706636" y="62591"/>
                  </a:lnTo>
                  <a:lnTo>
                    <a:pt x="1756670" y="71967"/>
                  </a:lnTo>
                  <a:lnTo>
                    <a:pt x="1768425" y="74354"/>
                  </a:lnTo>
                  <a:lnTo>
                    <a:pt x="1821558" y="85986"/>
                  </a:lnTo>
                  <a:lnTo>
                    <a:pt x="1874178" y="98826"/>
                  </a:lnTo>
                  <a:lnTo>
                    <a:pt x="1926841" y="112891"/>
                  </a:lnTo>
                  <a:lnTo>
                    <a:pt x="1979924" y="128155"/>
                  </a:lnTo>
                  <a:lnTo>
                    <a:pt x="2033645" y="144542"/>
                  </a:lnTo>
                  <a:lnTo>
                    <a:pt x="2088083" y="161928"/>
                  </a:lnTo>
                  <a:lnTo>
                    <a:pt x="2143198" y="180136"/>
                  </a:lnTo>
                  <a:lnTo>
                    <a:pt x="2198849" y="198946"/>
                  </a:lnTo>
                  <a:lnTo>
                    <a:pt x="2254825" y="218103"/>
                  </a:lnTo>
                  <a:lnTo>
                    <a:pt x="2310869" y="237333"/>
                  </a:lnTo>
                  <a:lnTo>
                    <a:pt x="2366717" y="256355"/>
                  </a:lnTo>
                  <a:lnTo>
                    <a:pt x="2422131" y="274903"/>
                  </a:lnTo>
                  <a:lnTo>
                    <a:pt x="2476930" y="292738"/>
                  </a:lnTo>
                  <a:lnTo>
                    <a:pt x="2531019" y="309658"/>
                  </a:lnTo>
                  <a:lnTo>
                    <a:pt x="2584412" y="325514"/>
                  </a:lnTo>
                  <a:lnTo>
                    <a:pt x="2637255" y="340203"/>
                  </a:lnTo>
                  <a:lnTo>
                    <a:pt x="2689840" y="353674"/>
                  </a:lnTo>
                  <a:lnTo>
                    <a:pt x="2742627" y="365925"/>
                  </a:lnTo>
                  <a:lnTo>
                    <a:pt x="2770117" y="371772"/>
                  </a:lnTo>
                  <a:lnTo>
                    <a:pt x="2819806" y="381383"/>
                  </a:lnTo>
                  <a:lnTo>
                    <a:pt x="2871215" y="390016"/>
                  </a:lnTo>
                  <a:lnTo>
                    <a:pt x="2925170" y="397720"/>
                  </a:lnTo>
                  <a:lnTo>
                    <a:pt x="2982591" y="404585"/>
                  </a:lnTo>
                  <a:lnTo>
                    <a:pt x="3044417" y="410705"/>
                  </a:lnTo>
                  <a:lnTo>
                    <a:pt x="3111514" y="416175"/>
                  </a:lnTo>
                  <a:lnTo>
                    <a:pt x="3184578" y="421077"/>
                  </a:lnTo>
                  <a:lnTo>
                    <a:pt x="3263985" y="425474"/>
                  </a:lnTo>
                  <a:lnTo>
                    <a:pt x="3349612" y="429413"/>
                  </a:lnTo>
                  <a:lnTo>
                    <a:pt x="3440617" y="432924"/>
                  </a:lnTo>
                  <a:lnTo>
                    <a:pt x="3535224" y="436015"/>
                  </a:lnTo>
                  <a:lnTo>
                    <a:pt x="3630602" y="438684"/>
                  </a:lnTo>
                  <a:lnTo>
                    <a:pt x="3722929" y="440922"/>
                  </a:lnTo>
                  <a:lnTo>
                    <a:pt x="3807756" y="442719"/>
                  </a:lnTo>
                  <a:lnTo>
                    <a:pt x="3880698" y="444083"/>
                  </a:lnTo>
                  <a:lnTo>
                    <a:pt x="3938316" y="445041"/>
                  </a:lnTo>
                  <a:lnTo>
                    <a:pt x="3978948" y="445645"/>
                  </a:lnTo>
                  <a:lnTo>
                    <a:pt x="4003210" y="445969"/>
                  </a:lnTo>
                  <a:lnTo>
                    <a:pt x="4014034" y="446100"/>
                  </a:lnTo>
                  <a:lnTo>
                    <a:pt x="4016391" y="446126"/>
                  </a:lnTo>
                  <a:lnTo>
                    <a:pt x="4016409" y="446126"/>
                  </a:lnTo>
                  <a:lnTo>
                    <a:pt x="4538543" y="446126"/>
                  </a:lnTo>
                  <a:lnTo>
                    <a:pt x="4539785" y="446165"/>
                  </a:lnTo>
                  <a:lnTo>
                    <a:pt x="4547913" y="446442"/>
                  </a:lnTo>
                  <a:lnTo>
                    <a:pt x="4568247" y="447209"/>
                  </a:lnTo>
                  <a:lnTo>
                    <a:pt x="4604206" y="448715"/>
                  </a:lnTo>
                  <a:lnTo>
                    <a:pt x="4657003" y="451183"/>
                  </a:lnTo>
                  <a:lnTo>
                    <a:pt x="4725575" y="454779"/>
                  </a:lnTo>
                  <a:lnTo>
                    <a:pt x="4806956" y="459602"/>
                  </a:lnTo>
                  <a:lnTo>
                    <a:pt x="4897013" y="465682"/>
                  </a:lnTo>
                  <a:lnTo>
                    <a:pt x="4991317" y="473008"/>
                  </a:lnTo>
                  <a:lnTo>
                    <a:pt x="5085889" y="481548"/>
                  </a:lnTo>
                  <a:lnTo>
                    <a:pt x="5177641" y="491287"/>
                  </a:lnTo>
                  <a:lnTo>
                    <a:pt x="5264519" y="502239"/>
                  </a:lnTo>
                  <a:lnTo>
                    <a:pt x="5345432" y="514470"/>
                  </a:lnTo>
                  <a:lnTo>
                    <a:pt x="5420058" y="528093"/>
                  </a:lnTo>
                  <a:lnTo>
                    <a:pt x="5488629" y="543279"/>
                  </a:lnTo>
                  <a:lnTo>
                    <a:pt x="5551740" y="560242"/>
                  </a:lnTo>
                  <a:lnTo>
                    <a:pt x="5610199" y="579239"/>
                  </a:lnTo>
                  <a:lnTo>
                    <a:pt x="5664910" y="600545"/>
                  </a:lnTo>
                  <a:lnTo>
                    <a:pt x="5716792" y="624425"/>
                  </a:lnTo>
                  <a:lnTo>
                    <a:pt x="5766698" y="651070"/>
                  </a:lnTo>
                  <a:lnTo>
                    <a:pt x="5784835" y="661660"/>
                  </a:lnTo>
                  <a:lnTo>
                    <a:pt x="5832117" y="691471"/>
                  </a:lnTo>
                  <a:lnTo>
                    <a:pt x="5878937" y="724043"/>
                  </a:lnTo>
                  <a:lnTo>
                    <a:pt x="5925711" y="759423"/>
                  </a:lnTo>
                  <a:lnTo>
                    <a:pt x="5972733" y="797583"/>
                  </a:lnTo>
                  <a:lnTo>
                    <a:pt x="6020201" y="838411"/>
                  </a:lnTo>
                  <a:lnTo>
                    <a:pt x="6068215" y="881703"/>
                  </a:lnTo>
                  <a:lnTo>
                    <a:pt x="6116796" y="927162"/>
                  </a:lnTo>
                  <a:lnTo>
                    <a:pt x="6165896" y="974402"/>
                  </a:lnTo>
                  <a:lnTo>
                    <a:pt x="6215404" y="1022961"/>
                  </a:lnTo>
                  <a:lnTo>
                    <a:pt x="6265168" y="1072315"/>
                  </a:lnTo>
                  <a:lnTo>
                    <a:pt x="6315009" y="1121905"/>
                  </a:lnTo>
                  <a:lnTo>
                    <a:pt x="6364741" y="1171158"/>
                  </a:lnTo>
                  <a:lnTo>
                    <a:pt x="6414186" y="1219520"/>
                  </a:lnTo>
                  <a:lnTo>
                    <a:pt x="6463201" y="1266477"/>
                  </a:lnTo>
                  <a:lnTo>
                    <a:pt x="6511684" y="1311578"/>
                  </a:lnTo>
                  <a:lnTo>
                    <a:pt x="6559597" y="1354453"/>
                  </a:lnTo>
                  <a:lnTo>
                    <a:pt x="6606976" y="1394821"/>
                  </a:lnTo>
                  <a:lnTo>
                    <a:pt x="6653938" y="1432496"/>
                  </a:lnTo>
                  <a:lnTo>
                    <a:pt x="6700694" y="1467378"/>
                  </a:lnTo>
                  <a:lnTo>
                    <a:pt x="6747563" y="1499456"/>
                  </a:lnTo>
                  <a:lnTo>
                    <a:pt x="6786527" y="1523795"/>
                  </a:lnTo>
                  <a:lnTo>
                    <a:pt x="6835891" y="1551486"/>
                  </a:lnTo>
                  <a:lnTo>
                    <a:pt x="6886947" y="1576374"/>
                  </a:lnTo>
                  <a:lnTo>
                    <a:pt x="6940504" y="1598605"/>
                  </a:lnTo>
                  <a:lnTo>
                    <a:pt x="6997466" y="1618425"/>
                  </a:lnTo>
                  <a:lnTo>
                    <a:pt x="7058752" y="1636111"/>
                  </a:lnTo>
                  <a:lnTo>
                    <a:pt x="7125217" y="1651927"/>
                  </a:lnTo>
                  <a:lnTo>
                    <a:pt x="7197549" y="1666107"/>
                  </a:lnTo>
                  <a:lnTo>
                    <a:pt x="7276136" y="1678837"/>
                  </a:lnTo>
                  <a:lnTo>
                    <a:pt x="7360886" y="1690253"/>
                  </a:lnTo>
                  <a:lnTo>
                    <a:pt x="7451016" y="1700438"/>
                  </a:lnTo>
                  <a:lnTo>
                    <a:pt x="7544848" y="1709423"/>
                  </a:lnTo>
                  <a:lnTo>
                    <a:pt x="7639675" y="1717201"/>
                  </a:lnTo>
                  <a:lnTo>
                    <a:pt x="7731812" y="1723746"/>
                  </a:lnTo>
                  <a:lnTo>
                    <a:pt x="7816924" y="1729034"/>
                  </a:lnTo>
                  <a:lnTo>
                    <a:pt x="7890669" y="1733077"/>
                  </a:lnTo>
                  <a:lnTo>
                    <a:pt x="7949548" y="1735947"/>
                  </a:lnTo>
                  <a:lnTo>
                    <a:pt x="7991729" y="1737786"/>
                  </a:lnTo>
                  <a:lnTo>
                    <a:pt x="8017565" y="1738799"/>
                  </a:lnTo>
                  <a:lnTo>
                    <a:pt x="8029689" y="1739228"/>
                  </a:lnTo>
                  <a:lnTo>
                    <a:pt x="8032754" y="1739326"/>
                  </a:lnTo>
                  <a:lnTo>
                    <a:pt x="8032819" y="1739328"/>
                  </a:lnTo>
                  <a:lnTo>
                    <a:pt x="8554953" y="1739328"/>
                  </a:lnTo>
                  <a:lnTo>
                    <a:pt x="8554953" y="1739328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964" name="pl964"/>
            <p:cNvSpPr/>
            <p:nvPr/>
          </p:nvSpPr>
          <p:spPr>
            <a:xfrm>
              <a:off x="386606" y="3918776"/>
              <a:ext cx="8554953" cy="1739328"/>
            </a:xfrm>
            <a:custGeom>
              <a:avLst/>
              <a:pathLst>
                <a:path w="8554953" h="1739328">
                  <a:moveTo>
                    <a:pt x="8554953" y="1739328"/>
                  </a:moveTo>
                  <a:lnTo>
                    <a:pt x="8032819" y="1739328"/>
                  </a:lnTo>
                  <a:lnTo>
                    <a:pt x="8031576" y="1739289"/>
                  </a:lnTo>
                  <a:lnTo>
                    <a:pt x="8023449" y="1739012"/>
                  </a:lnTo>
                  <a:lnTo>
                    <a:pt x="8003115" y="1738245"/>
                  </a:lnTo>
                  <a:lnTo>
                    <a:pt x="7967156" y="1736739"/>
                  </a:lnTo>
                  <a:lnTo>
                    <a:pt x="7914359" y="1734271"/>
                  </a:lnTo>
                  <a:lnTo>
                    <a:pt x="7845787" y="1730675"/>
                  </a:lnTo>
                  <a:lnTo>
                    <a:pt x="7764406" y="1725853"/>
                  </a:lnTo>
                  <a:lnTo>
                    <a:pt x="7674349" y="1719772"/>
                  </a:lnTo>
                  <a:lnTo>
                    <a:pt x="7580044" y="1712447"/>
                  </a:lnTo>
                  <a:lnTo>
                    <a:pt x="7485472" y="1703906"/>
                  </a:lnTo>
                  <a:lnTo>
                    <a:pt x="7393721" y="1694168"/>
                  </a:lnTo>
                  <a:lnTo>
                    <a:pt x="7306843" y="1683215"/>
                  </a:lnTo>
                  <a:lnTo>
                    <a:pt x="7225930" y="1670985"/>
                  </a:lnTo>
                  <a:lnTo>
                    <a:pt x="7151304" y="1657361"/>
                  </a:lnTo>
                  <a:lnTo>
                    <a:pt x="7082733" y="1642176"/>
                  </a:lnTo>
                  <a:lnTo>
                    <a:pt x="7019622" y="1625212"/>
                  </a:lnTo>
                  <a:lnTo>
                    <a:pt x="6961163" y="1606215"/>
                  </a:lnTo>
                  <a:lnTo>
                    <a:pt x="6906452" y="1584909"/>
                  </a:lnTo>
                  <a:lnTo>
                    <a:pt x="6854570" y="1561030"/>
                  </a:lnTo>
                  <a:lnTo>
                    <a:pt x="6804664" y="1534384"/>
                  </a:lnTo>
                  <a:lnTo>
                    <a:pt x="6786527" y="1523795"/>
                  </a:lnTo>
                  <a:lnTo>
                    <a:pt x="6739245" y="1493983"/>
                  </a:lnTo>
                  <a:lnTo>
                    <a:pt x="6692424" y="1461411"/>
                  </a:lnTo>
                  <a:lnTo>
                    <a:pt x="6645651" y="1426032"/>
                  </a:lnTo>
                  <a:lnTo>
                    <a:pt x="6598629" y="1387871"/>
                  </a:lnTo>
                  <a:lnTo>
                    <a:pt x="6551161" y="1347043"/>
                  </a:lnTo>
                  <a:lnTo>
                    <a:pt x="6503147" y="1303751"/>
                  </a:lnTo>
                  <a:lnTo>
                    <a:pt x="6454565" y="1258292"/>
                  </a:lnTo>
                  <a:lnTo>
                    <a:pt x="6405466" y="1211052"/>
                  </a:lnTo>
                  <a:lnTo>
                    <a:pt x="6355958" y="1162494"/>
                  </a:lnTo>
                  <a:lnTo>
                    <a:pt x="6306194" y="1113139"/>
                  </a:lnTo>
                  <a:lnTo>
                    <a:pt x="6256353" y="1063550"/>
                  </a:lnTo>
                  <a:lnTo>
                    <a:pt x="6206621" y="1014296"/>
                  </a:lnTo>
                  <a:lnTo>
                    <a:pt x="6157175" y="965934"/>
                  </a:lnTo>
                  <a:lnTo>
                    <a:pt x="6108161" y="918977"/>
                  </a:lnTo>
                  <a:lnTo>
                    <a:pt x="6059678" y="873876"/>
                  </a:lnTo>
                  <a:lnTo>
                    <a:pt x="6011765" y="831001"/>
                  </a:lnTo>
                  <a:lnTo>
                    <a:pt x="5964386" y="790633"/>
                  </a:lnTo>
                  <a:lnTo>
                    <a:pt x="5917424" y="752959"/>
                  </a:lnTo>
                  <a:lnTo>
                    <a:pt x="5870667" y="718076"/>
                  </a:lnTo>
                  <a:lnTo>
                    <a:pt x="5823799" y="685998"/>
                  </a:lnTo>
                  <a:lnTo>
                    <a:pt x="5784835" y="661660"/>
                  </a:lnTo>
                  <a:lnTo>
                    <a:pt x="5735471" y="633968"/>
                  </a:lnTo>
                  <a:lnTo>
                    <a:pt x="5684415" y="609080"/>
                  </a:lnTo>
                  <a:lnTo>
                    <a:pt x="5630858" y="586849"/>
                  </a:lnTo>
                  <a:lnTo>
                    <a:pt x="5573895" y="567029"/>
                  </a:lnTo>
                  <a:lnTo>
                    <a:pt x="5512609" y="549344"/>
                  </a:lnTo>
                  <a:lnTo>
                    <a:pt x="5446145" y="533527"/>
                  </a:lnTo>
                  <a:lnTo>
                    <a:pt x="5373813" y="519347"/>
                  </a:lnTo>
                  <a:lnTo>
                    <a:pt x="5295226" y="506617"/>
                  </a:lnTo>
                  <a:lnTo>
                    <a:pt x="5210476" y="495201"/>
                  </a:lnTo>
                  <a:lnTo>
                    <a:pt x="5120346" y="485017"/>
                  </a:lnTo>
                  <a:lnTo>
                    <a:pt x="5026513" y="476032"/>
                  </a:lnTo>
                  <a:lnTo>
                    <a:pt x="4931687" y="468253"/>
                  </a:lnTo>
                  <a:lnTo>
                    <a:pt x="4839550" y="461708"/>
                  </a:lnTo>
                  <a:lnTo>
                    <a:pt x="4754438" y="456420"/>
                  </a:lnTo>
                  <a:lnTo>
                    <a:pt x="4680693" y="452377"/>
                  </a:lnTo>
                  <a:lnTo>
                    <a:pt x="4621814" y="449507"/>
                  </a:lnTo>
                  <a:lnTo>
                    <a:pt x="4579633" y="447668"/>
                  </a:lnTo>
                  <a:lnTo>
                    <a:pt x="4553797" y="446656"/>
                  </a:lnTo>
                  <a:lnTo>
                    <a:pt x="4541673" y="446227"/>
                  </a:lnTo>
                  <a:lnTo>
                    <a:pt x="4538608" y="446128"/>
                  </a:lnTo>
                  <a:lnTo>
                    <a:pt x="4538543" y="446126"/>
                  </a:lnTo>
                  <a:lnTo>
                    <a:pt x="4016409" y="446126"/>
                  </a:lnTo>
                  <a:lnTo>
                    <a:pt x="4015143" y="446112"/>
                  </a:lnTo>
                  <a:lnTo>
                    <a:pt x="4006863" y="446015"/>
                  </a:lnTo>
                  <a:lnTo>
                    <a:pt x="3986161" y="445745"/>
                  </a:lnTo>
                  <a:lnTo>
                    <a:pt x="3949587" y="445215"/>
                  </a:lnTo>
                  <a:lnTo>
                    <a:pt x="3895957" y="444348"/>
                  </a:lnTo>
                  <a:lnTo>
                    <a:pt x="3826419" y="443084"/>
                  </a:lnTo>
                  <a:lnTo>
                    <a:pt x="3744053" y="441391"/>
                  </a:lnTo>
                  <a:lnTo>
                    <a:pt x="3653103" y="439259"/>
                  </a:lnTo>
                  <a:lnTo>
                    <a:pt x="3558075" y="436692"/>
                  </a:lnTo>
                  <a:lnTo>
                    <a:pt x="3462985" y="433700"/>
                  </a:lnTo>
                  <a:lnTo>
                    <a:pt x="3370920" y="430291"/>
                  </a:lnTo>
                  <a:lnTo>
                    <a:pt x="3283899" y="426455"/>
                  </a:lnTo>
                  <a:lnTo>
                    <a:pt x="3202971" y="422171"/>
                  </a:lnTo>
                  <a:lnTo>
                    <a:pt x="3128410" y="417396"/>
                  </a:lnTo>
                  <a:lnTo>
                    <a:pt x="3059941" y="412068"/>
                  </a:lnTo>
                  <a:lnTo>
                    <a:pt x="2996930" y="406111"/>
                  </a:lnTo>
                  <a:lnTo>
                    <a:pt x="2938540" y="399434"/>
                  </a:lnTo>
                  <a:lnTo>
                    <a:pt x="2883843" y="391938"/>
                  </a:lnTo>
                  <a:lnTo>
                    <a:pt x="2831906" y="383534"/>
                  </a:lnTo>
                  <a:lnTo>
                    <a:pt x="2781873" y="374158"/>
                  </a:lnTo>
                  <a:lnTo>
                    <a:pt x="2770117" y="371772"/>
                  </a:lnTo>
                  <a:lnTo>
                    <a:pt x="2716984" y="360139"/>
                  </a:lnTo>
                  <a:lnTo>
                    <a:pt x="2664364" y="347299"/>
                  </a:lnTo>
                  <a:lnTo>
                    <a:pt x="2611701" y="333234"/>
                  </a:lnTo>
                  <a:lnTo>
                    <a:pt x="2558618" y="317971"/>
                  </a:lnTo>
                  <a:lnTo>
                    <a:pt x="2504897" y="301583"/>
                  </a:lnTo>
                  <a:lnTo>
                    <a:pt x="2450459" y="284198"/>
                  </a:lnTo>
                  <a:lnTo>
                    <a:pt x="2395344" y="265990"/>
                  </a:lnTo>
                  <a:lnTo>
                    <a:pt x="2339693" y="247180"/>
                  </a:lnTo>
                  <a:lnTo>
                    <a:pt x="2283717" y="228022"/>
                  </a:lnTo>
                  <a:lnTo>
                    <a:pt x="2227673" y="208793"/>
                  </a:lnTo>
                  <a:lnTo>
                    <a:pt x="2171825" y="189770"/>
                  </a:lnTo>
                  <a:lnTo>
                    <a:pt x="2116411" y="171222"/>
                  </a:lnTo>
                  <a:lnTo>
                    <a:pt x="2061612" y="153388"/>
                  </a:lnTo>
                  <a:lnTo>
                    <a:pt x="2007523" y="136467"/>
                  </a:lnTo>
                  <a:lnTo>
                    <a:pt x="1954130" y="120612"/>
                  </a:lnTo>
                  <a:lnTo>
                    <a:pt x="1901287" y="105923"/>
                  </a:lnTo>
                  <a:lnTo>
                    <a:pt x="1848702" y="92451"/>
                  </a:lnTo>
                  <a:lnTo>
                    <a:pt x="1795916" y="80201"/>
                  </a:lnTo>
                  <a:lnTo>
                    <a:pt x="1768425" y="74354"/>
                  </a:lnTo>
                  <a:lnTo>
                    <a:pt x="1718736" y="64742"/>
                  </a:lnTo>
                  <a:lnTo>
                    <a:pt x="1667327" y="56110"/>
                  </a:lnTo>
                  <a:lnTo>
                    <a:pt x="1613373" y="48405"/>
                  </a:lnTo>
                  <a:lnTo>
                    <a:pt x="1555951" y="41541"/>
                  </a:lnTo>
                  <a:lnTo>
                    <a:pt x="1494125" y="35420"/>
                  </a:lnTo>
                  <a:lnTo>
                    <a:pt x="1427028" y="29950"/>
                  </a:lnTo>
                  <a:lnTo>
                    <a:pt x="1353965" y="25049"/>
                  </a:lnTo>
                  <a:lnTo>
                    <a:pt x="1274557" y="20652"/>
                  </a:lnTo>
                  <a:lnTo>
                    <a:pt x="1188930" y="16712"/>
                  </a:lnTo>
                  <a:lnTo>
                    <a:pt x="1097925" y="13202"/>
                  </a:lnTo>
                  <a:lnTo>
                    <a:pt x="1003318" y="10111"/>
                  </a:lnTo>
                  <a:lnTo>
                    <a:pt x="907940" y="7441"/>
                  </a:lnTo>
                  <a:lnTo>
                    <a:pt x="815614" y="5204"/>
                  </a:lnTo>
                  <a:lnTo>
                    <a:pt x="730786" y="3406"/>
                  </a:lnTo>
                  <a:lnTo>
                    <a:pt x="657844" y="2042"/>
                  </a:lnTo>
                  <a:lnTo>
                    <a:pt x="600226" y="1084"/>
                  </a:lnTo>
                  <a:lnTo>
                    <a:pt x="559594" y="480"/>
                  </a:lnTo>
                  <a:lnTo>
                    <a:pt x="535332" y="156"/>
                  </a:lnTo>
                  <a:lnTo>
                    <a:pt x="524508" y="26"/>
                  </a:lnTo>
                  <a:lnTo>
                    <a:pt x="522151" y="0"/>
                  </a:lnTo>
                  <a:lnTo>
                    <a:pt x="522133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965" name="pg965"/>
            <p:cNvSpPr/>
            <p:nvPr/>
          </p:nvSpPr>
          <p:spPr>
            <a:xfrm>
              <a:off x="386606" y="1806734"/>
              <a:ext cx="8554953" cy="3422185"/>
            </a:xfrm>
            <a:custGeom>
              <a:avLst/>
              <a:pathLst>
                <a:path w="8554953" h="3422185">
                  <a:moveTo>
                    <a:pt x="0" y="2264515"/>
                  </a:moveTo>
                  <a:lnTo>
                    <a:pt x="522133" y="2264515"/>
                  </a:lnTo>
                  <a:lnTo>
                    <a:pt x="523381" y="2264550"/>
                  </a:lnTo>
                  <a:lnTo>
                    <a:pt x="531542" y="2264799"/>
                  </a:lnTo>
                  <a:lnTo>
                    <a:pt x="551957" y="2265489"/>
                  </a:lnTo>
                  <a:lnTo>
                    <a:pt x="588053" y="2266843"/>
                  </a:lnTo>
                  <a:lnTo>
                    <a:pt x="641035" y="2269062"/>
                  </a:lnTo>
                  <a:lnTo>
                    <a:pt x="709822" y="2272294"/>
                  </a:lnTo>
                  <a:lnTo>
                    <a:pt x="791423" y="2276628"/>
                  </a:lnTo>
                  <a:lnTo>
                    <a:pt x="881679" y="2282091"/>
                  </a:lnTo>
                  <a:lnTo>
                    <a:pt x="976145" y="2288672"/>
                  </a:lnTo>
                  <a:lnTo>
                    <a:pt x="1070834" y="2296343"/>
                  </a:lnTo>
                  <a:lnTo>
                    <a:pt x="1162656" y="2305090"/>
                  </a:lnTo>
                  <a:lnTo>
                    <a:pt x="1249567" y="2314928"/>
                  </a:lnTo>
                  <a:lnTo>
                    <a:pt x="1330484" y="2325914"/>
                  </a:lnTo>
                  <a:lnTo>
                    <a:pt x="1405096" y="2338153"/>
                  </a:lnTo>
                  <a:lnTo>
                    <a:pt x="1473644" y="2351798"/>
                  </a:lnTo>
                  <a:lnTo>
                    <a:pt x="1536733" y="2367044"/>
                  </a:lnTo>
                  <a:lnTo>
                    <a:pt x="1595176" y="2384121"/>
                  </a:lnTo>
                  <a:lnTo>
                    <a:pt x="1649884" y="2403278"/>
                  </a:lnTo>
                  <a:lnTo>
                    <a:pt x="1701777" y="2424750"/>
                  </a:lnTo>
                  <a:lnTo>
                    <a:pt x="1751710" y="2448709"/>
                  </a:lnTo>
                  <a:lnTo>
                    <a:pt x="1768425" y="2457460"/>
                  </a:lnTo>
                  <a:lnTo>
                    <a:pt x="1816756" y="2484771"/>
                  </a:lnTo>
                  <a:lnTo>
                    <a:pt x="1864614" y="2514666"/>
                  </a:lnTo>
                  <a:lnTo>
                    <a:pt x="1912439" y="2547188"/>
                  </a:lnTo>
                  <a:lnTo>
                    <a:pt x="1960542" y="2582307"/>
                  </a:lnTo>
                  <a:lnTo>
                    <a:pt x="2009122" y="2619908"/>
                  </a:lnTo>
                  <a:lnTo>
                    <a:pt x="2058279" y="2659787"/>
                  </a:lnTo>
                  <a:lnTo>
                    <a:pt x="2108027" y="2701649"/>
                  </a:lnTo>
                  <a:lnTo>
                    <a:pt x="2158301" y="2745115"/>
                  </a:lnTo>
                  <a:lnTo>
                    <a:pt x="2208977" y="2789730"/>
                  </a:lnTo>
                  <a:lnTo>
                    <a:pt x="2259884" y="2834987"/>
                  </a:lnTo>
                  <a:lnTo>
                    <a:pt x="2310828" y="2880344"/>
                  </a:lnTo>
                  <a:lnTo>
                    <a:pt x="2361611" y="2925257"/>
                  </a:lnTo>
                  <a:lnTo>
                    <a:pt x="2412050" y="2969202"/>
                  </a:lnTo>
                  <a:lnTo>
                    <a:pt x="2462003" y="3011704"/>
                  </a:lnTo>
                  <a:lnTo>
                    <a:pt x="2511381" y="3052352"/>
                  </a:lnTo>
                  <a:lnTo>
                    <a:pt x="2560167" y="3090821"/>
                  </a:lnTo>
                  <a:lnTo>
                    <a:pt x="2608427" y="3126873"/>
                  </a:lnTo>
                  <a:lnTo>
                    <a:pt x="2656325" y="3160359"/>
                  </a:lnTo>
                  <a:lnTo>
                    <a:pt x="2704127" y="3191221"/>
                  </a:lnTo>
                  <a:lnTo>
                    <a:pt x="2752224" y="3219474"/>
                  </a:lnTo>
                  <a:lnTo>
                    <a:pt x="2770117" y="3229240"/>
                  </a:lnTo>
                  <a:lnTo>
                    <a:pt x="2819553" y="3254064"/>
                  </a:lnTo>
                  <a:lnTo>
                    <a:pt x="2870688" y="3276370"/>
                  </a:lnTo>
                  <a:lnTo>
                    <a:pt x="2924334" y="3296292"/>
                  </a:lnTo>
                  <a:lnTo>
                    <a:pt x="2981398" y="3314050"/>
                  </a:lnTo>
                  <a:lnTo>
                    <a:pt x="3042804" y="3329893"/>
                  </a:lnTo>
                  <a:lnTo>
                    <a:pt x="3109409" y="3344060"/>
                  </a:lnTo>
                  <a:lnTo>
                    <a:pt x="3181903" y="3356760"/>
                  </a:lnTo>
                  <a:lnTo>
                    <a:pt x="3260673" y="3368159"/>
                  </a:lnTo>
                  <a:lnTo>
                    <a:pt x="3345618" y="3378379"/>
                  </a:lnTo>
                  <a:lnTo>
                    <a:pt x="3435943" y="3387494"/>
                  </a:lnTo>
                  <a:lnTo>
                    <a:pt x="3529949" y="3395533"/>
                  </a:lnTo>
                  <a:lnTo>
                    <a:pt x="3624900" y="3402489"/>
                  </a:lnTo>
                  <a:lnTo>
                    <a:pt x="3717082" y="3408336"/>
                  </a:lnTo>
                  <a:lnTo>
                    <a:pt x="3802135" y="3413054"/>
                  </a:lnTo>
                  <a:lnTo>
                    <a:pt x="3875705" y="3416656"/>
                  </a:lnTo>
                  <a:lnTo>
                    <a:pt x="3934307" y="3419206"/>
                  </a:lnTo>
                  <a:lnTo>
                    <a:pt x="3976144" y="3420835"/>
                  </a:lnTo>
                  <a:lnTo>
                    <a:pt x="4001629" y="3421727"/>
                  </a:lnTo>
                  <a:lnTo>
                    <a:pt x="4013459" y="3422100"/>
                  </a:lnTo>
                  <a:lnTo>
                    <a:pt x="4016409" y="3422185"/>
                  </a:lnTo>
                  <a:lnTo>
                    <a:pt x="4538543" y="3422185"/>
                  </a:lnTo>
                  <a:lnTo>
                    <a:pt x="4539648" y="3422094"/>
                  </a:lnTo>
                  <a:lnTo>
                    <a:pt x="4546895" y="3421446"/>
                  </a:lnTo>
                  <a:lnTo>
                    <a:pt x="4565099" y="3419654"/>
                  </a:lnTo>
                  <a:lnTo>
                    <a:pt x="4597475" y="3416131"/>
                  </a:lnTo>
                  <a:lnTo>
                    <a:pt x="4645376" y="3410343"/>
                  </a:lnTo>
                  <a:lnTo>
                    <a:pt x="4708202" y="3401872"/>
                  </a:lnTo>
                  <a:lnTo>
                    <a:pt x="4783632" y="3390453"/>
                  </a:lnTo>
                  <a:lnTo>
                    <a:pt x="4868180" y="3375978"/>
                  </a:lnTo>
                  <a:lnTo>
                    <a:pt x="4957911" y="3358453"/>
                  </a:lnTo>
                  <a:lnTo>
                    <a:pt x="5049098" y="3337943"/>
                  </a:lnTo>
                  <a:lnTo>
                    <a:pt x="5138677" y="3314507"/>
                  </a:lnTo>
                  <a:lnTo>
                    <a:pt x="5224450" y="3288145"/>
                  </a:lnTo>
                  <a:lnTo>
                    <a:pt x="5305083" y="3258760"/>
                  </a:lnTo>
                  <a:lnTo>
                    <a:pt x="5379981" y="3226142"/>
                  </a:lnTo>
                  <a:lnTo>
                    <a:pt x="5449116" y="3189961"/>
                  </a:lnTo>
                  <a:lnTo>
                    <a:pt x="5512855" y="3149773"/>
                  </a:lnTo>
                  <a:lnTo>
                    <a:pt x="5571814" y="3105032"/>
                  </a:lnTo>
                  <a:lnTo>
                    <a:pt x="5626751" y="3055116"/>
                  </a:lnTo>
                  <a:lnTo>
                    <a:pt x="5678481" y="2999378"/>
                  </a:lnTo>
                  <a:lnTo>
                    <a:pt x="5727810" y="2937228"/>
                  </a:lnTo>
                  <a:lnTo>
                    <a:pt x="5775472" y="2868277"/>
                  </a:lnTo>
                  <a:lnTo>
                    <a:pt x="5784835" y="2853703"/>
                  </a:lnTo>
                  <a:lnTo>
                    <a:pt x="5819384" y="2797067"/>
                  </a:lnTo>
                  <a:lnTo>
                    <a:pt x="5853619" y="2736591"/>
                  </a:lnTo>
                  <a:lnTo>
                    <a:pt x="5887720" y="2672195"/>
                  </a:lnTo>
                  <a:lnTo>
                    <a:pt x="5921832" y="2603855"/>
                  </a:lnTo>
                  <a:lnTo>
                    <a:pt x="5956069" y="2531601"/>
                  </a:lnTo>
                  <a:lnTo>
                    <a:pt x="5990513" y="2455529"/>
                  </a:lnTo>
                  <a:lnTo>
                    <a:pt x="6025221" y="2375802"/>
                  </a:lnTo>
                  <a:lnTo>
                    <a:pt x="6060225" y="2292651"/>
                  </a:lnTo>
                  <a:lnTo>
                    <a:pt x="6095534" y="2206378"/>
                  </a:lnTo>
                  <a:lnTo>
                    <a:pt x="6131135" y="2117351"/>
                  </a:lnTo>
                  <a:lnTo>
                    <a:pt x="6166998" y="2026000"/>
                  </a:lnTo>
                  <a:lnTo>
                    <a:pt x="6203078" y="1932813"/>
                  </a:lnTo>
                  <a:lnTo>
                    <a:pt x="6239316" y="1838318"/>
                  </a:lnTo>
                  <a:lnTo>
                    <a:pt x="6275647" y="1743079"/>
                  </a:lnTo>
                  <a:lnTo>
                    <a:pt x="6311998" y="1647678"/>
                  </a:lnTo>
                  <a:lnTo>
                    <a:pt x="6348296" y="1552701"/>
                  </a:lnTo>
                  <a:lnTo>
                    <a:pt x="6384471" y="1458724"/>
                  </a:lnTo>
                  <a:lnTo>
                    <a:pt x="6420461" y="1366296"/>
                  </a:lnTo>
                  <a:lnTo>
                    <a:pt x="6456211" y="1275930"/>
                  </a:lnTo>
                  <a:lnTo>
                    <a:pt x="6491684" y="1188087"/>
                  </a:lnTo>
                  <a:lnTo>
                    <a:pt x="6526856" y="1103171"/>
                  </a:lnTo>
                  <a:lnTo>
                    <a:pt x="6561725" y="1021521"/>
                  </a:lnTo>
                  <a:lnTo>
                    <a:pt x="6596310" y="943407"/>
                  </a:lnTo>
                  <a:lnTo>
                    <a:pt x="6630652" y="869029"/>
                  </a:lnTo>
                  <a:lnTo>
                    <a:pt x="6664821" y="798521"/>
                  </a:lnTo>
                  <a:lnTo>
                    <a:pt x="6698913" y="731947"/>
                  </a:lnTo>
                  <a:lnTo>
                    <a:pt x="6733054" y="669314"/>
                  </a:lnTo>
                  <a:lnTo>
                    <a:pt x="6767405" y="610570"/>
                  </a:lnTo>
                  <a:lnTo>
                    <a:pt x="6786527" y="579776"/>
                  </a:lnTo>
                  <a:lnTo>
                    <a:pt x="6833933" y="509454"/>
                  </a:lnTo>
                  <a:lnTo>
                    <a:pt x="6882875" y="445969"/>
                  </a:lnTo>
                  <a:lnTo>
                    <a:pt x="6934063" y="388995"/>
                  </a:lnTo>
                  <a:lnTo>
                    <a:pt x="6988295" y="337969"/>
                  </a:lnTo>
                  <a:lnTo>
                    <a:pt x="7046388" y="292247"/>
                  </a:lnTo>
                  <a:lnTo>
                    <a:pt x="7109118" y="251198"/>
                  </a:lnTo>
                  <a:lnTo>
                    <a:pt x="7177138" y="214257"/>
                  </a:lnTo>
                  <a:lnTo>
                    <a:pt x="7250874" y="180958"/>
                  </a:lnTo>
                  <a:lnTo>
                    <a:pt x="7330390" y="150949"/>
                  </a:lnTo>
                  <a:lnTo>
                    <a:pt x="7415218" y="123995"/>
                  </a:lnTo>
                  <a:lnTo>
                    <a:pt x="7504185" y="99978"/>
                  </a:lnTo>
                  <a:lnTo>
                    <a:pt x="7595270" y="78881"/>
                  </a:lnTo>
                  <a:lnTo>
                    <a:pt x="7685573" y="60755"/>
                  </a:lnTo>
                  <a:lnTo>
                    <a:pt x="7771471" y="45668"/>
                  </a:lnTo>
                  <a:lnTo>
                    <a:pt x="7849022" y="33644"/>
                  </a:lnTo>
                  <a:lnTo>
                    <a:pt x="7914594" y="24601"/>
                  </a:lnTo>
                  <a:lnTo>
                    <a:pt x="7965581" y="18306"/>
                  </a:lnTo>
                  <a:lnTo>
                    <a:pt x="8001008" y="14371"/>
                  </a:lnTo>
                  <a:lnTo>
                    <a:pt x="8021838" y="12280"/>
                  </a:lnTo>
                  <a:lnTo>
                    <a:pt x="8030934" y="11451"/>
                  </a:lnTo>
                  <a:lnTo>
                    <a:pt x="8032819" y="11294"/>
                  </a:lnTo>
                  <a:lnTo>
                    <a:pt x="8554953" y="11294"/>
                  </a:lnTo>
                  <a:lnTo>
                    <a:pt x="8554953" y="0"/>
                  </a:lnTo>
                  <a:lnTo>
                    <a:pt x="8032819" y="0"/>
                  </a:lnTo>
                  <a:lnTo>
                    <a:pt x="8031714" y="90"/>
                  </a:lnTo>
                  <a:lnTo>
                    <a:pt x="8024467" y="738"/>
                  </a:lnTo>
                  <a:lnTo>
                    <a:pt x="8006263" y="2530"/>
                  </a:lnTo>
                  <a:lnTo>
                    <a:pt x="7973887" y="6054"/>
                  </a:lnTo>
                  <a:lnTo>
                    <a:pt x="7925986" y="11842"/>
                  </a:lnTo>
                  <a:lnTo>
                    <a:pt x="7863160" y="20313"/>
                  </a:lnTo>
                  <a:lnTo>
                    <a:pt x="7787730" y="31731"/>
                  </a:lnTo>
                  <a:lnTo>
                    <a:pt x="7703182" y="46207"/>
                  </a:lnTo>
                  <a:lnTo>
                    <a:pt x="7613451" y="63732"/>
                  </a:lnTo>
                  <a:lnTo>
                    <a:pt x="7522264" y="84242"/>
                  </a:lnTo>
                  <a:lnTo>
                    <a:pt x="7432685" y="107677"/>
                  </a:lnTo>
                  <a:lnTo>
                    <a:pt x="7346912" y="134040"/>
                  </a:lnTo>
                  <a:lnTo>
                    <a:pt x="7266279" y="163425"/>
                  </a:lnTo>
                  <a:lnTo>
                    <a:pt x="7191381" y="196043"/>
                  </a:lnTo>
                  <a:lnTo>
                    <a:pt x="7122246" y="232224"/>
                  </a:lnTo>
                  <a:lnTo>
                    <a:pt x="7058507" y="272411"/>
                  </a:lnTo>
                  <a:lnTo>
                    <a:pt x="6999548" y="317152"/>
                  </a:lnTo>
                  <a:lnTo>
                    <a:pt x="6944611" y="367068"/>
                  </a:lnTo>
                  <a:lnTo>
                    <a:pt x="6892881" y="422806"/>
                  </a:lnTo>
                  <a:lnTo>
                    <a:pt x="6843552" y="484956"/>
                  </a:lnTo>
                  <a:lnTo>
                    <a:pt x="6795890" y="553907"/>
                  </a:lnTo>
                  <a:lnTo>
                    <a:pt x="6786527" y="568481"/>
                  </a:lnTo>
                  <a:lnTo>
                    <a:pt x="6751978" y="625117"/>
                  </a:lnTo>
                  <a:lnTo>
                    <a:pt x="6717743" y="685594"/>
                  </a:lnTo>
                  <a:lnTo>
                    <a:pt x="6683642" y="749989"/>
                  </a:lnTo>
                  <a:lnTo>
                    <a:pt x="6649530" y="818330"/>
                  </a:lnTo>
                  <a:lnTo>
                    <a:pt x="6615293" y="890584"/>
                  </a:lnTo>
                  <a:lnTo>
                    <a:pt x="6580849" y="966656"/>
                  </a:lnTo>
                  <a:lnTo>
                    <a:pt x="6546141" y="1046383"/>
                  </a:lnTo>
                  <a:lnTo>
                    <a:pt x="6511137" y="1129534"/>
                  </a:lnTo>
                  <a:lnTo>
                    <a:pt x="6475828" y="1215807"/>
                  </a:lnTo>
                  <a:lnTo>
                    <a:pt x="6440227" y="1304834"/>
                  </a:lnTo>
                  <a:lnTo>
                    <a:pt x="6404364" y="1396184"/>
                  </a:lnTo>
                  <a:lnTo>
                    <a:pt x="6368284" y="1489372"/>
                  </a:lnTo>
                  <a:lnTo>
                    <a:pt x="6332046" y="1583867"/>
                  </a:lnTo>
                  <a:lnTo>
                    <a:pt x="6295715" y="1679106"/>
                  </a:lnTo>
                  <a:lnTo>
                    <a:pt x="6259364" y="1774507"/>
                  </a:lnTo>
                  <a:lnTo>
                    <a:pt x="6223066" y="1869483"/>
                  </a:lnTo>
                  <a:lnTo>
                    <a:pt x="6186891" y="1963461"/>
                  </a:lnTo>
                  <a:lnTo>
                    <a:pt x="6150901" y="2055888"/>
                  </a:lnTo>
                  <a:lnTo>
                    <a:pt x="6115151" y="2146255"/>
                  </a:lnTo>
                  <a:lnTo>
                    <a:pt x="6079678" y="2234098"/>
                  </a:lnTo>
                  <a:lnTo>
                    <a:pt x="6044506" y="2319014"/>
                  </a:lnTo>
                  <a:lnTo>
                    <a:pt x="6009637" y="2400664"/>
                  </a:lnTo>
                  <a:lnTo>
                    <a:pt x="5975052" y="2478778"/>
                  </a:lnTo>
                  <a:lnTo>
                    <a:pt x="5940710" y="2553155"/>
                  </a:lnTo>
                  <a:lnTo>
                    <a:pt x="5906541" y="2623664"/>
                  </a:lnTo>
                  <a:lnTo>
                    <a:pt x="5872449" y="2690238"/>
                  </a:lnTo>
                  <a:lnTo>
                    <a:pt x="5838308" y="2752871"/>
                  </a:lnTo>
                  <a:lnTo>
                    <a:pt x="5803957" y="2811614"/>
                  </a:lnTo>
                  <a:lnTo>
                    <a:pt x="5784835" y="2842409"/>
                  </a:lnTo>
                  <a:lnTo>
                    <a:pt x="5737429" y="2912731"/>
                  </a:lnTo>
                  <a:lnTo>
                    <a:pt x="5688487" y="2976216"/>
                  </a:lnTo>
                  <a:lnTo>
                    <a:pt x="5637299" y="3033190"/>
                  </a:lnTo>
                  <a:lnTo>
                    <a:pt x="5583067" y="3084216"/>
                  </a:lnTo>
                  <a:lnTo>
                    <a:pt x="5524974" y="3129938"/>
                  </a:lnTo>
                  <a:lnTo>
                    <a:pt x="5462244" y="3170987"/>
                  </a:lnTo>
                  <a:lnTo>
                    <a:pt x="5394224" y="3207928"/>
                  </a:lnTo>
                  <a:lnTo>
                    <a:pt x="5320488" y="3241226"/>
                  </a:lnTo>
                  <a:lnTo>
                    <a:pt x="5240972" y="3271236"/>
                  </a:lnTo>
                  <a:lnTo>
                    <a:pt x="5156144" y="3298190"/>
                  </a:lnTo>
                  <a:lnTo>
                    <a:pt x="5067177" y="3322207"/>
                  </a:lnTo>
                  <a:lnTo>
                    <a:pt x="4976092" y="3343303"/>
                  </a:lnTo>
                  <a:lnTo>
                    <a:pt x="4885789" y="3361430"/>
                  </a:lnTo>
                  <a:lnTo>
                    <a:pt x="4799891" y="3376517"/>
                  </a:lnTo>
                  <a:lnTo>
                    <a:pt x="4722340" y="3388541"/>
                  </a:lnTo>
                  <a:lnTo>
                    <a:pt x="4656768" y="3397584"/>
                  </a:lnTo>
                  <a:lnTo>
                    <a:pt x="4605781" y="3403878"/>
                  </a:lnTo>
                  <a:lnTo>
                    <a:pt x="4570354" y="3407814"/>
                  </a:lnTo>
                  <a:lnTo>
                    <a:pt x="4549524" y="3409905"/>
                  </a:lnTo>
                  <a:lnTo>
                    <a:pt x="4540428" y="3410734"/>
                  </a:lnTo>
                  <a:lnTo>
                    <a:pt x="4538543" y="3410891"/>
                  </a:lnTo>
                  <a:lnTo>
                    <a:pt x="4016409" y="3410891"/>
                  </a:lnTo>
                  <a:lnTo>
                    <a:pt x="4015161" y="3410856"/>
                  </a:lnTo>
                  <a:lnTo>
                    <a:pt x="4007000" y="3410607"/>
                  </a:lnTo>
                  <a:lnTo>
                    <a:pt x="3986585" y="3409917"/>
                  </a:lnTo>
                  <a:lnTo>
                    <a:pt x="3950489" y="3408563"/>
                  </a:lnTo>
                  <a:lnTo>
                    <a:pt x="3897507" y="3406344"/>
                  </a:lnTo>
                  <a:lnTo>
                    <a:pt x="3828720" y="3403112"/>
                  </a:lnTo>
                  <a:lnTo>
                    <a:pt x="3747120" y="3398778"/>
                  </a:lnTo>
                  <a:lnTo>
                    <a:pt x="3656864" y="3393315"/>
                  </a:lnTo>
                  <a:lnTo>
                    <a:pt x="3562397" y="3386734"/>
                  </a:lnTo>
                  <a:lnTo>
                    <a:pt x="3467708" y="3379063"/>
                  </a:lnTo>
                  <a:lnTo>
                    <a:pt x="3375886" y="3370316"/>
                  </a:lnTo>
                  <a:lnTo>
                    <a:pt x="3288975" y="3360478"/>
                  </a:lnTo>
                  <a:lnTo>
                    <a:pt x="3208058" y="3349492"/>
                  </a:lnTo>
                  <a:lnTo>
                    <a:pt x="3133446" y="3337253"/>
                  </a:lnTo>
                  <a:lnTo>
                    <a:pt x="3064898" y="3323608"/>
                  </a:lnTo>
                  <a:lnTo>
                    <a:pt x="3001809" y="3308362"/>
                  </a:lnTo>
                  <a:lnTo>
                    <a:pt x="2943366" y="3291285"/>
                  </a:lnTo>
                  <a:lnTo>
                    <a:pt x="2888659" y="3272128"/>
                  </a:lnTo>
                  <a:lnTo>
                    <a:pt x="2836765" y="3250656"/>
                  </a:lnTo>
                  <a:lnTo>
                    <a:pt x="2786832" y="3226697"/>
                  </a:lnTo>
                  <a:lnTo>
                    <a:pt x="2770117" y="3217946"/>
                  </a:lnTo>
                  <a:lnTo>
                    <a:pt x="2721787" y="3190635"/>
                  </a:lnTo>
                  <a:lnTo>
                    <a:pt x="2673928" y="3160740"/>
                  </a:lnTo>
                  <a:lnTo>
                    <a:pt x="2626103" y="3128218"/>
                  </a:lnTo>
                  <a:lnTo>
                    <a:pt x="2578000" y="3093099"/>
                  </a:lnTo>
                  <a:lnTo>
                    <a:pt x="2529421" y="3055498"/>
                  </a:lnTo>
                  <a:lnTo>
                    <a:pt x="2480263" y="3015619"/>
                  </a:lnTo>
                  <a:lnTo>
                    <a:pt x="2430515" y="2973756"/>
                  </a:lnTo>
                  <a:lnTo>
                    <a:pt x="2380241" y="2930291"/>
                  </a:lnTo>
                  <a:lnTo>
                    <a:pt x="2329565" y="2885676"/>
                  </a:lnTo>
                  <a:lnTo>
                    <a:pt x="2278658" y="2840419"/>
                  </a:lnTo>
                  <a:lnTo>
                    <a:pt x="2227714" y="2795062"/>
                  </a:lnTo>
                  <a:lnTo>
                    <a:pt x="2176931" y="2750149"/>
                  </a:lnTo>
                  <a:lnTo>
                    <a:pt x="2126492" y="2706204"/>
                  </a:lnTo>
                  <a:lnTo>
                    <a:pt x="2076539" y="2663702"/>
                  </a:lnTo>
                  <a:lnTo>
                    <a:pt x="2027161" y="2623054"/>
                  </a:lnTo>
                  <a:lnTo>
                    <a:pt x="1978375" y="2584585"/>
                  </a:lnTo>
                  <a:lnTo>
                    <a:pt x="1930115" y="2548533"/>
                  </a:lnTo>
                  <a:lnTo>
                    <a:pt x="1882218" y="2515046"/>
                  </a:lnTo>
                  <a:lnTo>
                    <a:pt x="1834415" y="2484185"/>
                  </a:lnTo>
                  <a:lnTo>
                    <a:pt x="1786318" y="2455932"/>
                  </a:lnTo>
                  <a:lnTo>
                    <a:pt x="1768425" y="2446166"/>
                  </a:lnTo>
                  <a:lnTo>
                    <a:pt x="1718989" y="2421342"/>
                  </a:lnTo>
                  <a:lnTo>
                    <a:pt x="1667854" y="2399036"/>
                  </a:lnTo>
                  <a:lnTo>
                    <a:pt x="1614209" y="2379114"/>
                  </a:lnTo>
                  <a:lnTo>
                    <a:pt x="1557144" y="2361356"/>
                  </a:lnTo>
                  <a:lnTo>
                    <a:pt x="1495738" y="2345513"/>
                  </a:lnTo>
                  <a:lnTo>
                    <a:pt x="1429133" y="2331346"/>
                  </a:lnTo>
                  <a:lnTo>
                    <a:pt x="1356639" y="2318646"/>
                  </a:lnTo>
                  <a:lnTo>
                    <a:pt x="1277869" y="2307247"/>
                  </a:lnTo>
                  <a:lnTo>
                    <a:pt x="1192924" y="2297027"/>
                  </a:lnTo>
                  <a:lnTo>
                    <a:pt x="1102599" y="2287912"/>
                  </a:lnTo>
                  <a:lnTo>
                    <a:pt x="1008593" y="2279873"/>
                  </a:lnTo>
                  <a:lnTo>
                    <a:pt x="913642" y="2272917"/>
                  </a:lnTo>
                  <a:lnTo>
                    <a:pt x="821460" y="2267070"/>
                  </a:lnTo>
                  <a:lnTo>
                    <a:pt x="736408" y="2262352"/>
                  </a:lnTo>
                  <a:lnTo>
                    <a:pt x="662837" y="2258750"/>
                  </a:lnTo>
                  <a:lnTo>
                    <a:pt x="604235" y="2256200"/>
                  </a:lnTo>
                  <a:lnTo>
                    <a:pt x="562398" y="2254571"/>
                  </a:lnTo>
                  <a:lnTo>
                    <a:pt x="536913" y="2253679"/>
                  </a:lnTo>
                  <a:lnTo>
                    <a:pt x="525083" y="2253305"/>
                  </a:lnTo>
                  <a:lnTo>
                    <a:pt x="522133" y="2253221"/>
                  </a:lnTo>
                  <a:lnTo>
                    <a:pt x="0" y="2253221"/>
                  </a:lnTo>
                  <a:close/>
                </a:path>
              </a:pathLst>
            </a:custGeom>
            <a:solidFill>
              <a:srgbClr val="F28E5B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966" name="pl966"/>
            <p:cNvSpPr/>
            <p:nvPr/>
          </p:nvSpPr>
          <p:spPr>
            <a:xfrm>
              <a:off x="386606" y="1818028"/>
              <a:ext cx="8554953" cy="3410891"/>
            </a:xfrm>
            <a:custGeom>
              <a:avLst/>
              <a:pathLst>
                <a:path w="8554953" h="3410891">
                  <a:moveTo>
                    <a:pt x="0" y="2253221"/>
                  </a:moveTo>
                  <a:lnTo>
                    <a:pt x="522133" y="2253221"/>
                  </a:lnTo>
                  <a:lnTo>
                    <a:pt x="523381" y="2253256"/>
                  </a:lnTo>
                  <a:lnTo>
                    <a:pt x="531542" y="2253505"/>
                  </a:lnTo>
                  <a:lnTo>
                    <a:pt x="551957" y="2254195"/>
                  </a:lnTo>
                  <a:lnTo>
                    <a:pt x="588053" y="2255549"/>
                  </a:lnTo>
                  <a:lnTo>
                    <a:pt x="641035" y="2257767"/>
                  </a:lnTo>
                  <a:lnTo>
                    <a:pt x="709822" y="2261000"/>
                  </a:lnTo>
                  <a:lnTo>
                    <a:pt x="791423" y="2265334"/>
                  </a:lnTo>
                  <a:lnTo>
                    <a:pt x="881679" y="2270797"/>
                  </a:lnTo>
                  <a:lnTo>
                    <a:pt x="976145" y="2277378"/>
                  </a:lnTo>
                  <a:lnTo>
                    <a:pt x="1070834" y="2285049"/>
                  </a:lnTo>
                  <a:lnTo>
                    <a:pt x="1162656" y="2293796"/>
                  </a:lnTo>
                  <a:lnTo>
                    <a:pt x="1249567" y="2303633"/>
                  </a:lnTo>
                  <a:lnTo>
                    <a:pt x="1330484" y="2314619"/>
                  </a:lnTo>
                  <a:lnTo>
                    <a:pt x="1405096" y="2326859"/>
                  </a:lnTo>
                  <a:lnTo>
                    <a:pt x="1473644" y="2340503"/>
                  </a:lnTo>
                  <a:lnTo>
                    <a:pt x="1536733" y="2355749"/>
                  </a:lnTo>
                  <a:lnTo>
                    <a:pt x="1595176" y="2372827"/>
                  </a:lnTo>
                  <a:lnTo>
                    <a:pt x="1649884" y="2391983"/>
                  </a:lnTo>
                  <a:lnTo>
                    <a:pt x="1701777" y="2413455"/>
                  </a:lnTo>
                  <a:lnTo>
                    <a:pt x="1751710" y="2437414"/>
                  </a:lnTo>
                  <a:lnTo>
                    <a:pt x="1768425" y="2446166"/>
                  </a:lnTo>
                  <a:lnTo>
                    <a:pt x="1816756" y="2473477"/>
                  </a:lnTo>
                  <a:lnTo>
                    <a:pt x="1864614" y="2503371"/>
                  </a:lnTo>
                  <a:lnTo>
                    <a:pt x="1912439" y="2535893"/>
                  </a:lnTo>
                  <a:lnTo>
                    <a:pt x="1960542" y="2571012"/>
                  </a:lnTo>
                  <a:lnTo>
                    <a:pt x="2009122" y="2608614"/>
                  </a:lnTo>
                  <a:lnTo>
                    <a:pt x="2058279" y="2648493"/>
                  </a:lnTo>
                  <a:lnTo>
                    <a:pt x="2108027" y="2690355"/>
                  </a:lnTo>
                  <a:lnTo>
                    <a:pt x="2158301" y="2733821"/>
                  </a:lnTo>
                  <a:lnTo>
                    <a:pt x="2208977" y="2778436"/>
                  </a:lnTo>
                  <a:lnTo>
                    <a:pt x="2259884" y="2823692"/>
                  </a:lnTo>
                  <a:lnTo>
                    <a:pt x="2310828" y="2869050"/>
                  </a:lnTo>
                  <a:lnTo>
                    <a:pt x="2361611" y="2913962"/>
                  </a:lnTo>
                  <a:lnTo>
                    <a:pt x="2412050" y="2957908"/>
                  </a:lnTo>
                  <a:lnTo>
                    <a:pt x="2462003" y="3000409"/>
                  </a:lnTo>
                  <a:lnTo>
                    <a:pt x="2511381" y="3041058"/>
                  </a:lnTo>
                  <a:lnTo>
                    <a:pt x="2560167" y="3079527"/>
                  </a:lnTo>
                  <a:lnTo>
                    <a:pt x="2608427" y="3115578"/>
                  </a:lnTo>
                  <a:lnTo>
                    <a:pt x="2656325" y="3149065"/>
                  </a:lnTo>
                  <a:lnTo>
                    <a:pt x="2704127" y="3179926"/>
                  </a:lnTo>
                  <a:lnTo>
                    <a:pt x="2752224" y="3208180"/>
                  </a:lnTo>
                  <a:lnTo>
                    <a:pt x="2770117" y="3217946"/>
                  </a:lnTo>
                  <a:lnTo>
                    <a:pt x="2819553" y="3242769"/>
                  </a:lnTo>
                  <a:lnTo>
                    <a:pt x="2870688" y="3265076"/>
                  </a:lnTo>
                  <a:lnTo>
                    <a:pt x="2924334" y="3284997"/>
                  </a:lnTo>
                  <a:lnTo>
                    <a:pt x="2981398" y="3302756"/>
                  </a:lnTo>
                  <a:lnTo>
                    <a:pt x="3042804" y="3318599"/>
                  </a:lnTo>
                  <a:lnTo>
                    <a:pt x="3109409" y="3332766"/>
                  </a:lnTo>
                  <a:lnTo>
                    <a:pt x="3181903" y="3345465"/>
                  </a:lnTo>
                  <a:lnTo>
                    <a:pt x="3260673" y="3356865"/>
                  </a:lnTo>
                  <a:lnTo>
                    <a:pt x="3345618" y="3367085"/>
                  </a:lnTo>
                  <a:lnTo>
                    <a:pt x="3435943" y="3376200"/>
                  </a:lnTo>
                  <a:lnTo>
                    <a:pt x="3529949" y="3384239"/>
                  </a:lnTo>
                  <a:lnTo>
                    <a:pt x="3624900" y="3391194"/>
                  </a:lnTo>
                  <a:lnTo>
                    <a:pt x="3717082" y="3397042"/>
                  </a:lnTo>
                  <a:lnTo>
                    <a:pt x="3802135" y="3401760"/>
                  </a:lnTo>
                  <a:lnTo>
                    <a:pt x="3875705" y="3405362"/>
                  </a:lnTo>
                  <a:lnTo>
                    <a:pt x="3934307" y="3407912"/>
                  </a:lnTo>
                  <a:lnTo>
                    <a:pt x="3976144" y="3409541"/>
                  </a:lnTo>
                  <a:lnTo>
                    <a:pt x="4001629" y="3410432"/>
                  </a:lnTo>
                  <a:lnTo>
                    <a:pt x="4013459" y="3410806"/>
                  </a:lnTo>
                  <a:lnTo>
                    <a:pt x="4016358" y="3410889"/>
                  </a:lnTo>
                  <a:lnTo>
                    <a:pt x="4016409" y="3410891"/>
                  </a:lnTo>
                  <a:lnTo>
                    <a:pt x="4538543" y="3410891"/>
                  </a:lnTo>
                  <a:lnTo>
                    <a:pt x="4539648" y="3410800"/>
                  </a:lnTo>
                  <a:lnTo>
                    <a:pt x="4546895" y="3410152"/>
                  </a:lnTo>
                  <a:lnTo>
                    <a:pt x="4565099" y="3408360"/>
                  </a:lnTo>
                  <a:lnTo>
                    <a:pt x="4597475" y="3404837"/>
                  </a:lnTo>
                  <a:lnTo>
                    <a:pt x="4645376" y="3399048"/>
                  </a:lnTo>
                  <a:lnTo>
                    <a:pt x="4708202" y="3390577"/>
                  </a:lnTo>
                  <a:lnTo>
                    <a:pt x="4783632" y="3379159"/>
                  </a:lnTo>
                  <a:lnTo>
                    <a:pt x="4868180" y="3364683"/>
                  </a:lnTo>
                  <a:lnTo>
                    <a:pt x="4957911" y="3347158"/>
                  </a:lnTo>
                  <a:lnTo>
                    <a:pt x="5049098" y="3326649"/>
                  </a:lnTo>
                  <a:lnTo>
                    <a:pt x="5138677" y="3303213"/>
                  </a:lnTo>
                  <a:lnTo>
                    <a:pt x="5224450" y="3276851"/>
                  </a:lnTo>
                  <a:lnTo>
                    <a:pt x="5305083" y="3247465"/>
                  </a:lnTo>
                  <a:lnTo>
                    <a:pt x="5379981" y="3214847"/>
                  </a:lnTo>
                  <a:lnTo>
                    <a:pt x="5449116" y="3178667"/>
                  </a:lnTo>
                  <a:lnTo>
                    <a:pt x="5512855" y="3138479"/>
                  </a:lnTo>
                  <a:lnTo>
                    <a:pt x="5571814" y="3093738"/>
                  </a:lnTo>
                  <a:lnTo>
                    <a:pt x="5626751" y="3043822"/>
                  </a:lnTo>
                  <a:lnTo>
                    <a:pt x="5678481" y="2988084"/>
                  </a:lnTo>
                  <a:lnTo>
                    <a:pt x="5727810" y="2925934"/>
                  </a:lnTo>
                  <a:lnTo>
                    <a:pt x="5775472" y="2856983"/>
                  </a:lnTo>
                  <a:lnTo>
                    <a:pt x="5784835" y="2842409"/>
                  </a:lnTo>
                  <a:lnTo>
                    <a:pt x="5819384" y="2785773"/>
                  </a:lnTo>
                  <a:lnTo>
                    <a:pt x="5853619" y="2725297"/>
                  </a:lnTo>
                  <a:lnTo>
                    <a:pt x="5887720" y="2660901"/>
                  </a:lnTo>
                  <a:lnTo>
                    <a:pt x="5921832" y="2592560"/>
                  </a:lnTo>
                  <a:lnTo>
                    <a:pt x="5956069" y="2520306"/>
                  </a:lnTo>
                  <a:lnTo>
                    <a:pt x="5990513" y="2444235"/>
                  </a:lnTo>
                  <a:lnTo>
                    <a:pt x="6025221" y="2364508"/>
                  </a:lnTo>
                  <a:lnTo>
                    <a:pt x="6060225" y="2281357"/>
                  </a:lnTo>
                  <a:lnTo>
                    <a:pt x="6095534" y="2195084"/>
                  </a:lnTo>
                  <a:lnTo>
                    <a:pt x="6131135" y="2106056"/>
                  </a:lnTo>
                  <a:lnTo>
                    <a:pt x="6166998" y="2014706"/>
                  </a:lnTo>
                  <a:lnTo>
                    <a:pt x="6203078" y="1921518"/>
                  </a:lnTo>
                  <a:lnTo>
                    <a:pt x="6239316" y="1827023"/>
                  </a:lnTo>
                  <a:lnTo>
                    <a:pt x="6275647" y="1731785"/>
                  </a:lnTo>
                  <a:lnTo>
                    <a:pt x="6311998" y="1636384"/>
                  </a:lnTo>
                  <a:lnTo>
                    <a:pt x="6348296" y="1541407"/>
                  </a:lnTo>
                  <a:lnTo>
                    <a:pt x="6384471" y="1447430"/>
                  </a:lnTo>
                  <a:lnTo>
                    <a:pt x="6420461" y="1355002"/>
                  </a:lnTo>
                  <a:lnTo>
                    <a:pt x="6456211" y="1264635"/>
                  </a:lnTo>
                  <a:lnTo>
                    <a:pt x="6491684" y="1176792"/>
                  </a:lnTo>
                  <a:lnTo>
                    <a:pt x="6526856" y="1091876"/>
                  </a:lnTo>
                  <a:lnTo>
                    <a:pt x="6561725" y="1010226"/>
                  </a:lnTo>
                  <a:lnTo>
                    <a:pt x="6596310" y="932112"/>
                  </a:lnTo>
                  <a:lnTo>
                    <a:pt x="6630652" y="857735"/>
                  </a:lnTo>
                  <a:lnTo>
                    <a:pt x="6664821" y="787226"/>
                  </a:lnTo>
                  <a:lnTo>
                    <a:pt x="6698913" y="720653"/>
                  </a:lnTo>
                  <a:lnTo>
                    <a:pt x="6733054" y="658019"/>
                  </a:lnTo>
                  <a:lnTo>
                    <a:pt x="6767405" y="599276"/>
                  </a:lnTo>
                  <a:lnTo>
                    <a:pt x="6786527" y="568481"/>
                  </a:lnTo>
                  <a:lnTo>
                    <a:pt x="6833933" y="498159"/>
                  </a:lnTo>
                  <a:lnTo>
                    <a:pt x="6882875" y="434674"/>
                  </a:lnTo>
                  <a:lnTo>
                    <a:pt x="6934063" y="377701"/>
                  </a:lnTo>
                  <a:lnTo>
                    <a:pt x="6988295" y="326675"/>
                  </a:lnTo>
                  <a:lnTo>
                    <a:pt x="7046388" y="280953"/>
                  </a:lnTo>
                  <a:lnTo>
                    <a:pt x="7109118" y="239903"/>
                  </a:lnTo>
                  <a:lnTo>
                    <a:pt x="7177138" y="202963"/>
                  </a:lnTo>
                  <a:lnTo>
                    <a:pt x="7250874" y="169664"/>
                  </a:lnTo>
                  <a:lnTo>
                    <a:pt x="7330390" y="139655"/>
                  </a:lnTo>
                  <a:lnTo>
                    <a:pt x="7415218" y="112700"/>
                  </a:lnTo>
                  <a:lnTo>
                    <a:pt x="7504185" y="88684"/>
                  </a:lnTo>
                  <a:lnTo>
                    <a:pt x="7595270" y="67587"/>
                  </a:lnTo>
                  <a:lnTo>
                    <a:pt x="7685573" y="49461"/>
                  </a:lnTo>
                  <a:lnTo>
                    <a:pt x="7771471" y="34374"/>
                  </a:lnTo>
                  <a:lnTo>
                    <a:pt x="7849022" y="22350"/>
                  </a:lnTo>
                  <a:lnTo>
                    <a:pt x="7914594" y="13307"/>
                  </a:lnTo>
                  <a:lnTo>
                    <a:pt x="7965581" y="7012"/>
                  </a:lnTo>
                  <a:lnTo>
                    <a:pt x="8001008" y="3077"/>
                  </a:lnTo>
                  <a:lnTo>
                    <a:pt x="8021838" y="985"/>
                  </a:lnTo>
                  <a:lnTo>
                    <a:pt x="8030934" y="157"/>
                  </a:lnTo>
                  <a:lnTo>
                    <a:pt x="8032810" y="0"/>
                  </a:lnTo>
                  <a:lnTo>
                    <a:pt x="8032819" y="0"/>
                  </a:lnTo>
                  <a:lnTo>
                    <a:pt x="8554953" y="0"/>
                  </a:lnTo>
                  <a:lnTo>
                    <a:pt x="8554953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967" name="pl967"/>
            <p:cNvSpPr/>
            <p:nvPr/>
          </p:nvSpPr>
          <p:spPr>
            <a:xfrm>
              <a:off x="386606" y="1806734"/>
              <a:ext cx="8554953" cy="3410891"/>
            </a:xfrm>
            <a:custGeom>
              <a:avLst/>
              <a:pathLst>
                <a:path w="8554953" h="3410891">
                  <a:moveTo>
                    <a:pt x="8554953" y="0"/>
                  </a:moveTo>
                  <a:lnTo>
                    <a:pt x="8032819" y="0"/>
                  </a:lnTo>
                  <a:lnTo>
                    <a:pt x="8031714" y="90"/>
                  </a:lnTo>
                  <a:lnTo>
                    <a:pt x="8024467" y="738"/>
                  </a:lnTo>
                  <a:lnTo>
                    <a:pt x="8006263" y="2530"/>
                  </a:lnTo>
                  <a:lnTo>
                    <a:pt x="7973887" y="6054"/>
                  </a:lnTo>
                  <a:lnTo>
                    <a:pt x="7925986" y="11842"/>
                  </a:lnTo>
                  <a:lnTo>
                    <a:pt x="7863160" y="20313"/>
                  </a:lnTo>
                  <a:lnTo>
                    <a:pt x="7787730" y="31731"/>
                  </a:lnTo>
                  <a:lnTo>
                    <a:pt x="7703182" y="46207"/>
                  </a:lnTo>
                  <a:lnTo>
                    <a:pt x="7613451" y="63732"/>
                  </a:lnTo>
                  <a:lnTo>
                    <a:pt x="7522264" y="84242"/>
                  </a:lnTo>
                  <a:lnTo>
                    <a:pt x="7432685" y="107677"/>
                  </a:lnTo>
                  <a:lnTo>
                    <a:pt x="7346912" y="134040"/>
                  </a:lnTo>
                  <a:lnTo>
                    <a:pt x="7266279" y="163425"/>
                  </a:lnTo>
                  <a:lnTo>
                    <a:pt x="7191381" y="196043"/>
                  </a:lnTo>
                  <a:lnTo>
                    <a:pt x="7122246" y="232224"/>
                  </a:lnTo>
                  <a:lnTo>
                    <a:pt x="7058507" y="272411"/>
                  </a:lnTo>
                  <a:lnTo>
                    <a:pt x="6999548" y="317152"/>
                  </a:lnTo>
                  <a:lnTo>
                    <a:pt x="6944611" y="367068"/>
                  </a:lnTo>
                  <a:lnTo>
                    <a:pt x="6892881" y="422806"/>
                  </a:lnTo>
                  <a:lnTo>
                    <a:pt x="6843552" y="484956"/>
                  </a:lnTo>
                  <a:lnTo>
                    <a:pt x="6795890" y="553907"/>
                  </a:lnTo>
                  <a:lnTo>
                    <a:pt x="6786527" y="568481"/>
                  </a:lnTo>
                  <a:lnTo>
                    <a:pt x="6751978" y="625117"/>
                  </a:lnTo>
                  <a:lnTo>
                    <a:pt x="6717743" y="685594"/>
                  </a:lnTo>
                  <a:lnTo>
                    <a:pt x="6683642" y="749989"/>
                  </a:lnTo>
                  <a:lnTo>
                    <a:pt x="6649530" y="818330"/>
                  </a:lnTo>
                  <a:lnTo>
                    <a:pt x="6615293" y="890584"/>
                  </a:lnTo>
                  <a:lnTo>
                    <a:pt x="6580849" y="966656"/>
                  </a:lnTo>
                  <a:lnTo>
                    <a:pt x="6546141" y="1046383"/>
                  </a:lnTo>
                  <a:lnTo>
                    <a:pt x="6511137" y="1129534"/>
                  </a:lnTo>
                  <a:lnTo>
                    <a:pt x="6475828" y="1215807"/>
                  </a:lnTo>
                  <a:lnTo>
                    <a:pt x="6440227" y="1304834"/>
                  </a:lnTo>
                  <a:lnTo>
                    <a:pt x="6404364" y="1396184"/>
                  </a:lnTo>
                  <a:lnTo>
                    <a:pt x="6368284" y="1489372"/>
                  </a:lnTo>
                  <a:lnTo>
                    <a:pt x="6332046" y="1583867"/>
                  </a:lnTo>
                  <a:lnTo>
                    <a:pt x="6295715" y="1679106"/>
                  </a:lnTo>
                  <a:lnTo>
                    <a:pt x="6259364" y="1774507"/>
                  </a:lnTo>
                  <a:lnTo>
                    <a:pt x="6223066" y="1869483"/>
                  </a:lnTo>
                  <a:lnTo>
                    <a:pt x="6186891" y="1963461"/>
                  </a:lnTo>
                  <a:lnTo>
                    <a:pt x="6150901" y="2055888"/>
                  </a:lnTo>
                  <a:lnTo>
                    <a:pt x="6115151" y="2146255"/>
                  </a:lnTo>
                  <a:lnTo>
                    <a:pt x="6079678" y="2234098"/>
                  </a:lnTo>
                  <a:lnTo>
                    <a:pt x="6044506" y="2319014"/>
                  </a:lnTo>
                  <a:lnTo>
                    <a:pt x="6009637" y="2400664"/>
                  </a:lnTo>
                  <a:lnTo>
                    <a:pt x="5975052" y="2478778"/>
                  </a:lnTo>
                  <a:lnTo>
                    <a:pt x="5940710" y="2553155"/>
                  </a:lnTo>
                  <a:lnTo>
                    <a:pt x="5906541" y="2623664"/>
                  </a:lnTo>
                  <a:lnTo>
                    <a:pt x="5872449" y="2690238"/>
                  </a:lnTo>
                  <a:lnTo>
                    <a:pt x="5838308" y="2752871"/>
                  </a:lnTo>
                  <a:lnTo>
                    <a:pt x="5803957" y="2811614"/>
                  </a:lnTo>
                  <a:lnTo>
                    <a:pt x="5784835" y="2842409"/>
                  </a:lnTo>
                  <a:lnTo>
                    <a:pt x="5737429" y="2912731"/>
                  </a:lnTo>
                  <a:lnTo>
                    <a:pt x="5688487" y="2976216"/>
                  </a:lnTo>
                  <a:lnTo>
                    <a:pt x="5637299" y="3033190"/>
                  </a:lnTo>
                  <a:lnTo>
                    <a:pt x="5583067" y="3084216"/>
                  </a:lnTo>
                  <a:lnTo>
                    <a:pt x="5524974" y="3129938"/>
                  </a:lnTo>
                  <a:lnTo>
                    <a:pt x="5462244" y="3170987"/>
                  </a:lnTo>
                  <a:lnTo>
                    <a:pt x="5394224" y="3207928"/>
                  </a:lnTo>
                  <a:lnTo>
                    <a:pt x="5320488" y="3241226"/>
                  </a:lnTo>
                  <a:lnTo>
                    <a:pt x="5240972" y="3271236"/>
                  </a:lnTo>
                  <a:lnTo>
                    <a:pt x="5156144" y="3298190"/>
                  </a:lnTo>
                  <a:lnTo>
                    <a:pt x="5067177" y="3322207"/>
                  </a:lnTo>
                  <a:lnTo>
                    <a:pt x="4976092" y="3343303"/>
                  </a:lnTo>
                  <a:lnTo>
                    <a:pt x="4885789" y="3361430"/>
                  </a:lnTo>
                  <a:lnTo>
                    <a:pt x="4799891" y="3376517"/>
                  </a:lnTo>
                  <a:lnTo>
                    <a:pt x="4722340" y="3388541"/>
                  </a:lnTo>
                  <a:lnTo>
                    <a:pt x="4656768" y="3397584"/>
                  </a:lnTo>
                  <a:lnTo>
                    <a:pt x="4605781" y="3403878"/>
                  </a:lnTo>
                  <a:lnTo>
                    <a:pt x="4570354" y="3407814"/>
                  </a:lnTo>
                  <a:lnTo>
                    <a:pt x="4549524" y="3409905"/>
                  </a:lnTo>
                  <a:lnTo>
                    <a:pt x="4540428" y="3410734"/>
                  </a:lnTo>
                  <a:lnTo>
                    <a:pt x="4538552" y="3410890"/>
                  </a:lnTo>
                  <a:lnTo>
                    <a:pt x="4538543" y="3410891"/>
                  </a:lnTo>
                  <a:lnTo>
                    <a:pt x="4016409" y="3410891"/>
                  </a:lnTo>
                  <a:lnTo>
                    <a:pt x="4015161" y="3410856"/>
                  </a:lnTo>
                  <a:lnTo>
                    <a:pt x="4007000" y="3410607"/>
                  </a:lnTo>
                  <a:lnTo>
                    <a:pt x="3986585" y="3409917"/>
                  </a:lnTo>
                  <a:lnTo>
                    <a:pt x="3950489" y="3408563"/>
                  </a:lnTo>
                  <a:lnTo>
                    <a:pt x="3897507" y="3406344"/>
                  </a:lnTo>
                  <a:lnTo>
                    <a:pt x="3828720" y="3403112"/>
                  </a:lnTo>
                  <a:lnTo>
                    <a:pt x="3747120" y="3398778"/>
                  </a:lnTo>
                  <a:lnTo>
                    <a:pt x="3656864" y="3393315"/>
                  </a:lnTo>
                  <a:lnTo>
                    <a:pt x="3562397" y="3386734"/>
                  </a:lnTo>
                  <a:lnTo>
                    <a:pt x="3467708" y="3379063"/>
                  </a:lnTo>
                  <a:lnTo>
                    <a:pt x="3375886" y="3370316"/>
                  </a:lnTo>
                  <a:lnTo>
                    <a:pt x="3288975" y="3360478"/>
                  </a:lnTo>
                  <a:lnTo>
                    <a:pt x="3208058" y="3349492"/>
                  </a:lnTo>
                  <a:lnTo>
                    <a:pt x="3133446" y="3337253"/>
                  </a:lnTo>
                  <a:lnTo>
                    <a:pt x="3064898" y="3323608"/>
                  </a:lnTo>
                  <a:lnTo>
                    <a:pt x="3001809" y="3308362"/>
                  </a:lnTo>
                  <a:lnTo>
                    <a:pt x="2943366" y="3291285"/>
                  </a:lnTo>
                  <a:lnTo>
                    <a:pt x="2888659" y="3272128"/>
                  </a:lnTo>
                  <a:lnTo>
                    <a:pt x="2836765" y="3250656"/>
                  </a:lnTo>
                  <a:lnTo>
                    <a:pt x="2786832" y="3226697"/>
                  </a:lnTo>
                  <a:lnTo>
                    <a:pt x="2770117" y="3217946"/>
                  </a:lnTo>
                  <a:lnTo>
                    <a:pt x="2721787" y="3190635"/>
                  </a:lnTo>
                  <a:lnTo>
                    <a:pt x="2673928" y="3160740"/>
                  </a:lnTo>
                  <a:lnTo>
                    <a:pt x="2626103" y="3128218"/>
                  </a:lnTo>
                  <a:lnTo>
                    <a:pt x="2578000" y="3093099"/>
                  </a:lnTo>
                  <a:lnTo>
                    <a:pt x="2529421" y="3055498"/>
                  </a:lnTo>
                  <a:lnTo>
                    <a:pt x="2480263" y="3015619"/>
                  </a:lnTo>
                  <a:lnTo>
                    <a:pt x="2430515" y="2973756"/>
                  </a:lnTo>
                  <a:lnTo>
                    <a:pt x="2380241" y="2930291"/>
                  </a:lnTo>
                  <a:lnTo>
                    <a:pt x="2329565" y="2885676"/>
                  </a:lnTo>
                  <a:lnTo>
                    <a:pt x="2278658" y="2840419"/>
                  </a:lnTo>
                  <a:lnTo>
                    <a:pt x="2227714" y="2795062"/>
                  </a:lnTo>
                  <a:lnTo>
                    <a:pt x="2176931" y="2750149"/>
                  </a:lnTo>
                  <a:lnTo>
                    <a:pt x="2126492" y="2706204"/>
                  </a:lnTo>
                  <a:lnTo>
                    <a:pt x="2076539" y="2663702"/>
                  </a:lnTo>
                  <a:lnTo>
                    <a:pt x="2027161" y="2623054"/>
                  </a:lnTo>
                  <a:lnTo>
                    <a:pt x="1978375" y="2584585"/>
                  </a:lnTo>
                  <a:lnTo>
                    <a:pt x="1930115" y="2548533"/>
                  </a:lnTo>
                  <a:lnTo>
                    <a:pt x="1882218" y="2515046"/>
                  </a:lnTo>
                  <a:lnTo>
                    <a:pt x="1834415" y="2484185"/>
                  </a:lnTo>
                  <a:lnTo>
                    <a:pt x="1786318" y="2455932"/>
                  </a:lnTo>
                  <a:lnTo>
                    <a:pt x="1768425" y="2446166"/>
                  </a:lnTo>
                  <a:lnTo>
                    <a:pt x="1718989" y="2421342"/>
                  </a:lnTo>
                  <a:lnTo>
                    <a:pt x="1667854" y="2399036"/>
                  </a:lnTo>
                  <a:lnTo>
                    <a:pt x="1614209" y="2379114"/>
                  </a:lnTo>
                  <a:lnTo>
                    <a:pt x="1557144" y="2361356"/>
                  </a:lnTo>
                  <a:lnTo>
                    <a:pt x="1495738" y="2345513"/>
                  </a:lnTo>
                  <a:lnTo>
                    <a:pt x="1429133" y="2331346"/>
                  </a:lnTo>
                  <a:lnTo>
                    <a:pt x="1356639" y="2318646"/>
                  </a:lnTo>
                  <a:lnTo>
                    <a:pt x="1277869" y="2307247"/>
                  </a:lnTo>
                  <a:lnTo>
                    <a:pt x="1192924" y="2297027"/>
                  </a:lnTo>
                  <a:lnTo>
                    <a:pt x="1102599" y="2287912"/>
                  </a:lnTo>
                  <a:lnTo>
                    <a:pt x="1008593" y="2279873"/>
                  </a:lnTo>
                  <a:lnTo>
                    <a:pt x="913642" y="2272917"/>
                  </a:lnTo>
                  <a:lnTo>
                    <a:pt x="821460" y="2267070"/>
                  </a:lnTo>
                  <a:lnTo>
                    <a:pt x="736408" y="2262352"/>
                  </a:lnTo>
                  <a:lnTo>
                    <a:pt x="662837" y="2258750"/>
                  </a:lnTo>
                  <a:lnTo>
                    <a:pt x="604235" y="2256200"/>
                  </a:lnTo>
                  <a:lnTo>
                    <a:pt x="562398" y="2254571"/>
                  </a:lnTo>
                  <a:lnTo>
                    <a:pt x="536913" y="2253679"/>
                  </a:lnTo>
                  <a:lnTo>
                    <a:pt x="525083" y="2253305"/>
                  </a:lnTo>
                  <a:lnTo>
                    <a:pt x="522184" y="2253222"/>
                  </a:lnTo>
                  <a:lnTo>
                    <a:pt x="522133" y="2253221"/>
                  </a:lnTo>
                  <a:lnTo>
                    <a:pt x="0" y="2253221"/>
                  </a:lnTo>
                  <a:lnTo>
                    <a:pt x="0" y="2253221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968" name="pg968"/>
            <p:cNvSpPr/>
            <p:nvPr/>
          </p:nvSpPr>
          <p:spPr>
            <a:xfrm>
              <a:off x="386606" y="3930070"/>
              <a:ext cx="8554953" cy="1338379"/>
            </a:xfrm>
            <a:custGeom>
              <a:avLst/>
              <a:pathLst>
                <a:path w="8554953" h="1338379">
                  <a:moveTo>
                    <a:pt x="0" y="146826"/>
                  </a:moveTo>
                  <a:lnTo>
                    <a:pt x="522133" y="146826"/>
                  </a:lnTo>
                  <a:lnTo>
                    <a:pt x="523380" y="146862"/>
                  </a:lnTo>
                  <a:lnTo>
                    <a:pt x="531533" y="147118"/>
                  </a:lnTo>
                  <a:lnTo>
                    <a:pt x="551928" y="147827"/>
                  </a:lnTo>
                  <a:lnTo>
                    <a:pt x="587992" y="149220"/>
                  </a:lnTo>
                  <a:lnTo>
                    <a:pt x="640928" y="151501"/>
                  </a:lnTo>
                  <a:lnTo>
                    <a:pt x="709664" y="154824"/>
                  </a:lnTo>
                  <a:lnTo>
                    <a:pt x="791212" y="159281"/>
                  </a:lnTo>
                  <a:lnTo>
                    <a:pt x="881420" y="164899"/>
                  </a:lnTo>
                  <a:lnTo>
                    <a:pt x="975848" y="171667"/>
                  </a:lnTo>
                  <a:lnTo>
                    <a:pt x="1070508" y="179556"/>
                  </a:lnTo>
                  <a:lnTo>
                    <a:pt x="1162314" y="188552"/>
                  </a:lnTo>
                  <a:lnTo>
                    <a:pt x="1249217" y="198669"/>
                  </a:lnTo>
                  <a:lnTo>
                    <a:pt x="1330133" y="209968"/>
                  </a:lnTo>
                  <a:lnTo>
                    <a:pt x="1404748" y="222554"/>
                  </a:lnTo>
                  <a:lnTo>
                    <a:pt x="1473302" y="236586"/>
                  </a:lnTo>
                  <a:lnTo>
                    <a:pt x="1536396" y="252263"/>
                  </a:lnTo>
                  <a:lnTo>
                    <a:pt x="1594843" y="269823"/>
                  </a:lnTo>
                  <a:lnTo>
                    <a:pt x="1649551" y="289519"/>
                  </a:lnTo>
                  <a:lnTo>
                    <a:pt x="1701442" y="311596"/>
                  </a:lnTo>
                  <a:lnTo>
                    <a:pt x="1751369" y="336230"/>
                  </a:lnTo>
                  <a:lnTo>
                    <a:pt x="1768425" y="345418"/>
                  </a:lnTo>
                  <a:lnTo>
                    <a:pt x="1816494" y="373368"/>
                  </a:lnTo>
                  <a:lnTo>
                    <a:pt x="1864093" y="403948"/>
                  </a:lnTo>
                  <a:lnTo>
                    <a:pt x="1911655" y="437202"/>
                  </a:lnTo>
                  <a:lnTo>
                    <a:pt x="1959487" y="473102"/>
                  </a:lnTo>
                  <a:lnTo>
                    <a:pt x="2007789" y="511532"/>
                  </a:lnTo>
                  <a:lnTo>
                    <a:pt x="2056660" y="552289"/>
                  </a:lnTo>
                  <a:lnTo>
                    <a:pt x="2106117" y="595076"/>
                  </a:lnTo>
                  <a:lnTo>
                    <a:pt x="2156097" y="639511"/>
                  </a:lnTo>
                  <a:lnTo>
                    <a:pt x="2206482" y="685139"/>
                  </a:lnTo>
                  <a:lnTo>
                    <a:pt x="2257104" y="731445"/>
                  </a:lnTo>
                  <a:lnTo>
                    <a:pt x="2307774" y="777885"/>
                  </a:lnTo>
                  <a:lnTo>
                    <a:pt x="2358295" y="823905"/>
                  </a:lnTo>
                  <a:lnTo>
                    <a:pt x="2408487" y="868973"/>
                  </a:lnTo>
                  <a:lnTo>
                    <a:pt x="2458207" y="912604"/>
                  </a:lnTo>
                  <a:lnTo>
                    <a:pt x="2507362" y="954378"/>
                  </a:lnTo>
                  <a:lnTo>
                    <a:pt x="2555931" y="993957"/>
                  </a:lnTo>
                  <a:lnTo>
                    <a:pt x="2603970" y="1031091"/>
                  </a:lnTo>
                  <a:lnTo>
                    <a:pt x="2651630" y="1065625"/>
                  </a:lnTo>
                  <a:lnTo>
                    <a:pt x="2699166" y="1097488"/>
                  </a:lnTo>
                  <a:lnTo>
                    <a:pt x="2746946" y="1126690"/>
                  </a:lnTo>
                  <a:lnTo>
                    <a:pt x="2770117" y="1139787"/>
                  </a:lnTo>
                  <a:lnTo>
                    <a:pt x="2819536" y="1165328"/>
                  </a:lnTo>
                  <a:lnTo>
                    <a:pt x="2870651" y="1188281"/>
                  </a:lnTo>
                  <a:lnTo>
                    <a:pt x="2924276" y="1208781"/>
                  </a:lnTo>
                  <a:lnTo>
                    <a:pt x="2981316" y="1227055"/>
                  </a:lnTo>
                  <a:lnTo>
                    <a:pt x="3042693" y="1243359"/>
                  </a:lnTo>
                  <a:lnTo>
                    <a:pt x="3109264" y="1257939"/>
                  </a:lnTo>
                  <a:lnTo>
                    <a:pt x="3181720" y="1271009"/>
                  </a:lnTo>
                  <a:lnTo>
                    <a:pt x="3260445" y="1282741"/>
                  </a:lnTo>
                  <a:lnTo>
                    <a:pt x="3345343" y="1293260"/>
                  </a:lnTo>
                  <a:lnTo>
                    <a:pt x="3435622" y="1302642"/>
                  </a:lnTo>
                  <a:lnTo>
                    <a:pt x="3529586" y="1310917"/>
                  </a:lnTo>
                  <a:lnTo>
                    <a:pt x="3624508" y="1318079"/>
                  </a:lnTo>
                  <a:lnTo>
                    <a:pt x="3716679" y="1324100"/>
                  </a:lnTo>
                  <a:lnTo>
                    <a:pt x="3801746" y="1328960"/>
                  </a:lnTo>
                  <a:lnTo>
                    <a:pt x="3875358" y="1332672"/>
                  </a:lnTo>
                  <a:lnTo>
                    <a:pt x="3934027" y="1335301"/>
                  </a:lnTo>
                  <a:lnTo>
                    <a:pt x="3975947" y="1336982"/>
                  </a:lnTo>
                  <a:lnTo>
                    <a:pt x="4001516" y="1337903"/>
                  </a:lnTo>
                  <a:lnTo>
                    <a:pt x="4013417" y="1338291"/>
                  </a:lnTo>
                  <a:lnTo>
                    <a:pt x="4016409" y="1338379"/>
                  </a:lnTo>
                  <a:lnTo>
                    <a:pt x="4538543" y="1338379"/>
                  </a:lnTo>
                  <a:lnTo>
                    <a:pt x="4539784" y="1338339"/>
                  </a:lnTo>
                  <a:lnTo>
                    <a:pt x="4547901" y="1338054"/>
                  </a:lnTo>
                  <a:lnTo>
                    <a:pt x="4568209" y="1337264"/>
                  </a:lnTo>
                  <a:lnTo>
                    <a:pt x="4604126" y="1335714"/>
                  </a:lnTo>
                  <a:lnTo>
                    <a:pt x="4656865" y="1333175"/>
                  </a:lnTo>
                  <a:lnTo>
                    <a:pt x="4725371" y="1329473"/>
                  </a:lnTo>
                  <a:lnTo>
                    <a:pt x="4806684" y="1324509"/>
                  </a:lnTo>
                  <a:lnTo>
                    <a:pt x="4896678" y="1318250"/>
                  </a:lnTo>
                  <a:lnTo>
                    <a:pt x="4990932" y="1310709"/>
                  </a:lnTo>
                  <a:lnTo>
                    <a:pt x="5085468" y="1301917"/>
                  </a:lnTo>
                  <a:lnTo>
                    <a:pt x="5177197" y="1291891"/>
                  </a:lnTo>
                  <a:lnTo>
                    <a:pt x="5264065" y="1280615"/>
                  </a:lnTo>
                  <a:lnTo>
                    <a:pt x="5344977" y="1268024"/>
                  </a:lnTo>
                  <a:lnTo>
                    <a:pt x="5419607" y="1254000"/>
                  </a:lnTo>
                  <a:lnTo>
                    <a:pt x="5488185" y="1238368"/>
                  </a:lnTo>
                  <a:lnTo>
                    <a:pt x="5551303" y="1220908"/>
                  </a:lnTo>
                  <a:lnTo>
                    <a:pt x="5609767" y="1201355"/>
                  </a:lnTo>
                  <a:lnTo>
                    <a:pt x="5664479" y="1179428"/>
                  </a:lnTo>
                  <a:lnTo>
                    <a:pt x="5716358" y="1154853"/>
                  </a:lnTo>
                  <a:lnTo>
                    <a:pt x="5766255" y="1127430"/>
                  </a:lnTo>
                  <a:lnTo>
                    <a:pt x="5784835" y="1116257"/>
                  </a:lnTo>
                  <a:lnTo>
                    <a:pt x="5831812" y="1085743"/>
                  </a:lnTo>
                  <a:lnTo>
                    <a:pt x="5878330" y="1052422"/>
                  </a:lnTo>
                  <a:lnTo>
                    <a:pt x="5924797" y="1016244"/>
                  </a:lnTo>
                  <a:lnTo>
                    <a:pt x="5971507" y="977236"/>
                  </a:lnTo>
                  <a:lnTo>
                    <a:pt x="6018650" y="935511"/>
                  </a:lnTo>
                  <a:lnTo>
                    <a:pt x="6066332" y="891270"/>
                  </a:lnTo>
                  <a:lnTo>
                    <a:pt x="6114575" y="844813"/>
                  </a:lnTo>
                  <a:lnTo>
                    <a:pt x="6163333" y="796523"/>
                  </a:lnTo>
                  <a:lnTo>
                    <a:pt x="6212501" y="746866"/>
                  </a:lnTo>
                  <a:lnTo>
                    <a:pt x="6261931" y="696367"/>
                  </a:lnTo>
                  <a:lnTo>
                    <a:pt x="6311449" y="645591"/>
                  </a:lnTo>
                  <a:lnTo>
                    <a:pt x="6360872" y="595115"/>
                  </a:lnTo>
                  <a:lnTo>
                    <a:pt x="6410026" y="545504"/>
                  </a:lnTo>
                  <a:lnTo>
                    <a:pt x="6458764" y="497281"/>
                  </a:lnTo>
                  <a:lnTo>
                    <a:pt x="6506984" y="450906"/>
                  </a:lnTo>
                  <a:lnTo>
                    <a:pt x="6554643" y="406763"/>
                  </a:lnTo>
                  <a:lnTo>
                    <a:pt x="6601767" y="365145"/>
                  </a:lnTo>
                  <a:lnTo>
                    <a:pt x="6648462" y="326251"/>
                  </a:lnTo>
                  <a:lnTo>
                    <a:pt x="6694925" y="290190"/>
                  </a:lnTo>
                  <a:lnTo>
                    <a:pt x="6741453" y="256985"/>
                  </a:lnTo>
                  <a:lnTo>
                    <a:pt x="6786527" y="227769"/>
                  </a:lnTo>
                  <a:lnTo>
                    <a:pt x="6835868" y="199243"/>
                  </a:lnTo>
                  <a:lnTo>
                    <a:pt x="6886900" y="173604"/>
                  </a:lnTo>
                  <a:lnTo>
                    <a:pt x="6940430" y="150701"/>
                  </a:lnTo>
                  <a:lnTo>
                    <a:pt x="6997360" y="130280"/>
                  </a:lnTo>
                  <a:lnTo>
                    <a:pt x="7058609" y="112058"/>
                  </a:lnTo>
                  <a:lnTo>
                    <a:pt x="7125030" y="95761"/>
                  </a:lnTo>
                  <a:lnTo>
                    <a:pt x="7197311" y="81150"/>
                  </a:lnTo>
                  <a:lnTo>
                    <a:pt x="7275842" y="68031"/>
                  </a:lnTo>
                  <a:lnTo>
                    <a:pt x="7360531" y="56267"/>
                  </a:lnTo>
                  <a:lnTo>
                    <a:pt x="7450601" y="45771"/>
                  </a:lnTo>
                  <a:lnTo>
                    <a:pt x="7544379" y="36509"/>
                  </a:lnTo>
                  <a:lnTo>
                    <a:pt x="7639167" y="28490"/>
                  </a:lnTo>
                  <a:lnTo>
                    <a:pt x="7731289" y="21741"/>
                  </a:lnTo>
                  <a:lnTo>
                    <a:pt x="7816419" y="16286"/>
                  </a:lnTo>
                  <a:lnTo>
                    <a:pt x="7890218" y="12113"/>
                  </a:lnTo>
                  <a:lnTo>
                    <a:pt x="7949183" y="9148"/>
                  </a:lnTo>
                  <a:lnTo>
                    <a:pt x="7991470" y="7247"/>
                  </a:lnTo>
                  <a:lnTo>
                    <a:pt x="8017416" y="6198"/>
                  </a:lnTo>
                  <a:lnTo>
                    <a:pt x="8029632" y="5752"/>
                  </a:lnTo>
                  <a:lnTo>
                    <a:pt x="8032819" y="5647"/>
                  </a:lnTo>
                  <a:lnTo>
                    <a:pt x="8554953" y="5647"/>
                  </a:lnTo>
                  <a:lnTo>
                    <a:pt x="8554953" y="0"/>
                  </a:lnTo>
                  <a:lnTo>
                    <a:pt x="8032819" y="0"/>
                  </a:lnTo>
                  <a:lnTo>
                    <a:pt x="8031578" y="39"/>
                  </a:lnTo>
                  <a:lnTo>
                    <a:pt x="8023461" y="325"/>
                  </a:lnTo>
                  <a:lnTo>
                    <a:pt x="8003153" y="1114"/>
                  </a:lnTo>
                  <a:lnTo>
                    <a:pt x="7967236" y="2664"/>
                  </a:lnTo>
                  <a:lnTo>
                    <a:pt x="7914497" y="5204"/>
                  </a:lnTo>
                  <a:lnTo>
                    <a:pt x="7845991" y="8905"/>
                  </a:lnTo>
                  <a:lnTo>
                    <a:pt x="7764678" y="13869"/>
                  </a:lnTo>
                  <a:lnTo>
                    <a:pt x="7674684" y="20129"/>
                  </a:lnTo>
                  <a:lnTo>
                    <a:pt x="7580429" y="27670"/>
                  </a:lnTo>
                  <a:lnTo>
                    <a:pt x="7485894" y="36462"/>
                  </a:lnTo>
                  <a:lnTo>
                    <a:pt x="7394165" y="46488"/>
                  </a:lnTo>
                  <a:lnTo>
                    <a:pt x="7307297" y="57764"/>
                  </a:lnTo>
                  <a:lnTo>
                    <a:pt x="7226385" y="70354"/>
                  </a:lnTo>
                  <a:lnTo>
                    <a:pt x="7151755" y="84379"/>
                  </a:lnTo>
                  <a:lnTo>
                    <a:pt x="7083177" y="100010"/>
                  </a:lnTo>
                  <a:lnTo>
                    <a:pt x="7020059" y="117471"/>
                  </a:lnTo>
                  <a:lnTo>
                    <a:pt x="6961595" y="137023"/>
                  </a:lnTo>
                  <a:lnTo>
                    <a:pt x="6906883" y="158951"/>
                  </a:lnTo>
                  <a:lnTo>
                    <a:pt x="6855004" y="183526"/>
                  </a:lnTo>
                  <a:lnTo>
                    <a:pt x="6805107" y="210948"/>
                  </a:lnTo>
                  <a:lnTo>
                    <a:pt x="6786527" y="222122"/>
                  </a:lnTo>
                  <a:lnTo>
                    <a:pt x="6739550" y="252636"/>
                  </a:lnTo>
                  <a:lnTo>
                    <a:pt x="6693032" y="285957"/>
                  </a:lnTo>
                  <a:lnTo>
                    <a:pt x="6646565" y="322135"/>
                  </a:lnTo>
                  <a:lnTo>
                    <a:pt x="6599855" y="361142"/>
                  </a:lnTo>
                  <a:lnTo>
                    <a:pt x="6552711" y="402868"/>
                  </a:lnTo>
                  <a:lnTo>
                    <a:pt x="6505030" y="447108"/>
                  </a:lnTo>
                  <a:lnTo>
                    <a:pt x="6456787" y="493566"/>
                  </a:lnTo>
                  <a:lnTo>
                    <a:pt x="6408029" y="541856"/>
                  </a:lnTo>
                  <a:lnTo>
                    <a:pt x="6358861" y="591513"/>
                  </a:lnTo>
                  <a:lnTo>
                    <a:pt x="6309431" y="642012"/>
                  </a:lnTo>
                  <a:lnTo>
                    <a:pt x="6259913" y="692788"/>
                  </a:lnTo>
                  <a:lnTo>
                    <a:pt x="6210490" y="743263"/>
                  </a:lnTo>
                  <a:lnTo>
                    <a:pt x="6161336" y="792874"/>
                  </a:lnTo>
                  <a:lnTo>
                    <a:pt x="6112598" y="841098"/>
                  </a:lnTo>
                  <a:lnTo>
                    <a:pt x="6064378" y="887472"/>
                  </a:lnTo>
                  <a:lnTo>
                    <a:pt x="6016719" y="931615"/>
                  </a:lnTo>
                  <a:lnTo>
                    <a:pt x="5969595" y="973233"/>
                  </a:lnTo>
                  <a:lnTo>
                    <a:pt x="5922900" y="1012127"/>
                  </a:lnTo>
                  <a:lnTo>
                    <a:pt x="5876437" y="1048189"/>
                  </a:lnTo>
                  <a:lnTo>
                    <a:pt x="5829909" y="1081394"/>
                  </a:lnTo>
                  <a:lnTo>
                    <a:pt x="5784835" y="1110610"/>
                  </a:lnTo>
                  <a:lnTo>
                    <a:pt x="5735494" y="1139136"/>
                  </a:lnTo>
                  <a:lnTo>
                    <a:pt x="5684462" y="1164775"/>
                  </a:lnTo>
                  <a:lnTo>
                    <a:pt x="5630932" y="1187678"/>
                  </a:lnTo>
                  <a:lnTo>
                    <a:pt x="5574002" y="1208098"/>
                  </a:lnTo>
                  <a:lnTo>
                    <a:pt x="5512753" y="1226320"/>
                  </a:lnTo>
                  <a:lnTo>
                    <a:pt x="5446332" y="1242618"/>
                  </a:lnTo>
                  <a:lnTo>
                    <a:pt x="5374051" y="1257229"/>
                  </a:lnTo>
                  <a:lnTo>
                    <a:pt x="5295520" y="1270347"/>
                  </a:lnTo>
                  <a:lnTo>
                    <a:pt x="5210831" y="1282112"/>
                  </a:lnTo>
                  <a:lnTo>
                    <a:pt x="5120761" y="1292608"/>
                  </a:lnTo>
                  <a:lnTo>
                    <a:pt x="5026983" y="1301869"/>
                  </a:lnTo>
                  <a:lnTo>
                    <a:pt x="4932195" y="1309889"/>
                  </a:lnTo>
                  <a:lnTo>
                    <a:pt x="4840073" y="1316638"/>
                  </a:lnTo>
                  <a:lnTo>
                    <a:pt x="4754943" y="1322093"/>
                  </a:lnTo>
                  <a:lnTo>
                    <a:pt x="4681144" y="1326266"/>
                  </a:lnTo>
                  <a:lnTo>
                    <a:pt x="4622179" y="1329230"/>
                  </a:lnTo>
                  <a:lnTo>
                    <a:pt x="4579892" y="1331132"/>
                  </a:lnTo>
                  <a:lnTo>
                    <a:pt x="4553946" y="1332180"/>
                  </a:lnTo>
                  <a:lnTo>
                    <a:pt x="4541730" y="1332626"/>
                  </a:lnTo>
                  <a:lnTo>
                    <a:pt x="4538543" y="1332732"/>
                  </a:lnTo>
                  <a:lnTo>
                    <a:pt x="4016409" y="1332732"/>
                  </a:lnTo>
                  <a:lnTo>
                    <a:pt x="4015163" y="1332696"/>
                  </a:lnTo>
                  <a:lnTo>
                    <a:pt x="4007009" y="1332440"/>
                  </a:lnTo>
                  <a:lnTo>
                    <a:pt x="3986614" y="1331731"/>
                  </a:lnTo>
                  <a:lnTo>
                    <a:pt x="3950551" y="1330338"/>
                  </a:lnTo>
                  <a:lnTo>
                    <a:pt x="3897614" y="1328057"/>
                  </a:lnTo>
                  <a:lnTo>
                    <a:pt x="3828878" y="1324733"/>
                  </a:lnTo>
                  <a:lnTo>
                    <a:pt x="3747330" y="1320277"/>
                  </a:lnTo>
                  <a:lnTo>
                    <a:pt x="3657122" y="1314658"/>
                  </a:lnTo>
                  <a:lnTo>
                    <a:pt x="3562694" y="1307891"/>
                  </a:lnTo>
                  <a:lnTo>
                    <a:pt x="3468034" y="1300001"/>
                  </a:lnTo>
                  <a:lnTo>
                    <a:pt x="3376229" y="1291006"/>
                  </a:lnTo>
                  <a:lnTo>
                    <a:pt x="3289325" y="1280888"/>
                  </a:lnTo>
                  <a:lnTo>
                    <a:pt x="3208409" y="1269590"/>
                  </a:lnTo>
                  <a:lnTo>
                    <a:pt x="3133794" y="1257003"/>
                  </a:lnTo>
                  <a:lnTo>
                    <a:pt x="3065240" y="1242972"/>
                  </a:lnTo>
                  <a:lnTo>
                    <a:pt x="3002146" y="1227295"/>
                  </a:lnTo>
                  <a:lnTo>
                    <a:pt x="2943699" y="1209735"/>
                  </a:lnTo>
                  <a:lnTo>
                    <a:pt x="2888991" y="1190039"/>
                  </a:lnTo>
                  <a:lnTo>
                    <a:pt x="2837100" y="1167962"/>
                  </a:lnTo>
                  <a:lnTo>
                    <a:pt x="2787174" y="1143327"/>
                  </a:lnTo>
                  <a:lnTo>
                    <a:pt x="2770117" y="1134140"/>
                  </a:lnTo>
                  <a:lnTo>
                    <a:pt x="2722048" y="1106190"/>
                  </a:lnTo>
                  <a:lnTo>
                    <a:pt x="2674449" y="1075610"/>
                  </a:lnTo>
                  <a:lnTo>
                    <a:pt x="2626887" y="1042356"/>
                  </a:lnTo>
                  <a:lnTo>
                    <a:pt x="2579055" y="1006456"/>
                  </a:lnTo>
                  <a:lnTo>
                    <a:pt x="2530753" y="968025"/>
                  </a:lnTo>
                  <a:lnTo>
                    <a:pt x="2481882" y="927269"/>
                  </a:lnTo>
                  <a:lnTo>
                    <a:pt x="2432426" y="884482"/>
                  </a:lnTo>
                  <a:lnTo>
                    <a:pt x="2382445" y="840047"/>
                  </a:lnTo>
                  <a:lnTo>
                    <a:pt x="2332061" y="794419"/>
                  </a:lnTo>
                  <a:lnTo>
                    <a:pt x="2281438" y="748113"/>
                  </a:lnTo>
                  <a:lnTo>
                    <a:pt x="2230769" y="701673"/>
                  </a:lnTo>
                  <a:lnTo>
                    <a:pt x="2180247" y="655653"/>
                  </a:lnTo>
                  <a:lnTo>
                    <a:pt x="2130055" y="610584"/>
                  </a:lnTo>
                  <a:lnTo>
                    <a:pt x="2080335" y="566953"/>
                  </a:lnTo>
                  <a:lnTo>
                    <a:pt x="2031180" y="525180"/>
                  </a:lnTo>
                  <a:lnTo>
                    <a:pt x="1982612" y="485601"/>
                  </a:lnTo>
                  <a:lnTo>
                    <a:pt x="1934572" y="448467"/>
                  </a:lnTo>
                  <a:lnTo>
                    <a:pt x="1886912" y="413933"/>
                  </a:lnTo>
                  <a:lnTo>
                    <a:pt x="1839376" y="382070"/>
                  </a:lnTo>
                  <a:lnTo>
                    <a:pt x="1791596" y="352868"/>
                  </a:lnTo>
                  <a:lnTo>
                    <a:pt x="1768425" y="339771"/>
                  </a:lnTo>
                  <a:lnTo>
                    <a:pt x="1719006" y="314229"/>
                  </a:lnTo>
                  <a:lnTo>
                    <a:pt x="1667891" y="291277"/>
                  </a:lnTo>
                  <a:lnTo>
                    <a:pt x="1614266" y="270777"/>
                  </a:lnTo>
                  <a:lnTo>
                    <a:pt x="1557226" y="252503"/>
                  </a:lnTo>
                  <a:lnTo>
                    <a:pt x="1495849" y="236199"/>
                  </a:lnTo>
                  <a:lnTo>
                    <a:pt x="1429278" y="221619"/>
                  </a:lnTo>
                  <a:lnTo>
                    <a:pt x="1356823" y="208549"/>
                  </a:lnTo>
                  <a:lnTo>
                    <a:pt x="1278097" y="196817"/>
                  </a:lnTo>
                  <a:lnTo>
                    <a:pt x="1193199" y="186298"/>
                  </a:lnTo>
                  <a:lnTo>
                    <a:pt x="1102920" y="176916"/>
                  </a:lnTo>
                  <a:lnTo>
                    <a:pt x="1008956" y="168640"/>
                  </a:lnTo>
                  <a:lnTo>
                    <a:pt x="914035" y="161479"/>
                  </a:lnTo>
                  <a:lnTo>
                    <a:pt x="821864" y="155458"/>
                  </a:lnTo>
                  <a:lnTo>
                    <a:pt x="736797" y="150598"/>
                  </a:lnTo>
                  <a:lnTo>
                    <a:pt x="663184" y="146886"/>
                  </a:lnTo>
                  <a:lnTo>
                    <a:pt x="604515" y="144257"/>
                  </a:lnTo>
                  <a:lnTo>
                    <a:pt x="562595" y="142576"/>
                  </a:lnTo>
                  <a:lnTo>
                    <a:pt x="537026" y="141655"/>
                  </a:lnTo>
                  <a:lnTo>
                    <a:pt x="525126" y="141267"/>
                  </a:lnTo>
                  <a:lnTo>
                    <a:pt x="522133" y="141179"/>
                  </a:lnTo>
                  <a:lnTo>
                    <a:pt x="0" y="141179"/>
                  </a:lnTo>
                  <a:close/>
                </a:path>
              </a:pathLst>
            </a:custGeom>
            <a:solidFill>
              <a:srgbClr val="F28E5B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969" name="pl969"/>
            <p:cNvSpPr/>
            <p:nvPr/>
          </p:nvSpPr>
          <p:spPr>
            <a:xfrm>
              <a:off x="386606" y="3935717"/>
              <a:ext cx="8554953" cy="1332732"/>
            </a:xfrm>
            <a:custGeom>
              <a:avLst/>
              <a:pathLst>
                <a:path w="8554953" h="1332732">
                  <a:moveTo>
                    <a:pt x="0" y="141179"/>
                  </a:moveTo>
                  <a:lnTo>
                    <a:pt x="522133" y="141179"/>
                  </a:lnTo>
                  <a:lnTo>
                    <a:pt x="523380" y="141215"/>
                  </a:lnTo>
                  <a:lnTo>
                    <a:pt x="531533" y="141471"/>
                  </a:lnTo>
                  <a:lnTo>
                    <a:pt x="551928" y="142180"/>
                  </a:lnTo>
                  <a:lnTo>
                    <a:pt x="587992" y="143572"/>
                  </a:lnTo>
                  <a:lnTo>
                    <a:pt x="640928" y="145853"/>
                  </a:lnTo>
                  <a:lnTo>
                    <a:pt x="709664" y="149177"/>
                  </a:lnTo>
                  <a:lnTo>
                    <a:pt x="791212" y="153634"/>
                  </a:lnTo>
                  <a:lnTo>
                    <a:pt x="881420" y="159252"/>
                  </a:lnTo>
                  <a:lnTo>
                    <a:pt x="975848" y="166020"/>
                  </a:lnTo>
                  <a:lnTo>
                    <a:pt x="1070508" y="173909"/>
                  </a:lnTo>
                  <a:lnTo>
                    <a:pt x="1162314" y="182905"/>
                  </a:lnTo>
                  <a:lnTo>
                    <a:pt x="1249217" y="193022"/>
                  </a:lnTo>
                  <a:lnTo>
                    <a:pt x="1330133" y="204320"/>
                  </a:lnTo>
                  <a:lnTo>
                    <a:pt x="1404748" y="216907"/>
                  </a:lnTo>
                  <a:lnTo>
                    <a:pt x="1473302" y="230939"/>
                  </a:lnTo>
                  <a:lnTo>
                    <a:pt x="1536396" y="246616"/>
                  </a:lnTo>
                  <a:lnTo>
                    <a:pt x="1594843" y="264175"/>
                  </a:lnTo>
                  <a:lnTo>
                    <a:pt x="1649551" y="283872"/>
                  </a:lnTo>
                  <a:lnTo>
                    <a:pt x="1701442" y="305949"/>
                  </a:lnTo>
                  <a:lnTo>
                    <a:pt x="1751369" y="330583"/>
                  </a:lnTo>
                  <a:lnTo>
                    <a:pt x="1768425" y="339771"/>
                  </a:lnTo>
                  <a:lnTo>
                    <a:pt x="1816494" y="367721"/>
                  </a:lnTo>
                  <a:lnTo>
                    <a:pt x="1864093" y="398300"/>
                  </a:lnTo>
                  <a:lnTo>
                    <a:pt x="1911655" y="431555"/>
                  </a:lnTo>
                  <a:lnTo>
                    <a:pt x="1959487" y="467455"/>
                  </a:lnTo>
                  <a:lnTo>
                    <a:pt x="2007789" y="505885"/>
                  </a:lnTo>
                  <a:lnTo>
                    <a:pt x="2056660" y="546642"/>
                  </a:lnTo>
                  <a:lnTo>
                    <a:pt x="2106117" y="589429"/>
                  </a:lnTo>
                  <a:lnTo>
                    <a:pt x="2156097" y="633864"/>
                  </a:lnTo>
                  <a:lnTo>
                    <a:pt x="2206482" y="679492"/>
                  </a:lnTo>
                  <a:lnTo>
                    <a:pt x="2257104" y="725798"/>
                  </a:lnTo>
                  <a:lnTo>
                    <a:pt x="2307774" y="772238"/>
                  </a:lnTo>
                  <a:lnTo>
                    <a:pt x="2358295" y="818258"/>
                  </a:lnTo>
                  <a:lnTo>
                    <a:pt x="2408487" y="863326"/>
                  </a:lnTo>
                  <a:lnTo>
                    <a:pt x="2458207" y="906957"/>
                  </a:lnTo>
                  <a:lnTo>
                    <a:pt x="2507362" y="948731"/>
                  </a:lnTo>
                  <a:lnTo>
                    <a:pt x="2555931" y="988310"/>
                  </a:lnTo>
                  <a:lnTo>
                    <a:pt x="2603970" y="1025444"/>
                  </a:lnTo>
                  <a:lnTo>
                    <a:pt x="2651630" y="1059977"/>
                  </a:lnTo>
                  <a:lnTo>
                    <a:pt x="2699166" y="1091840"/>
                  </a:lnTo>
                  <a:lnTo>
                    <a:pt x="2746946" y="1121043"/>
                  </a:lnTo>
                  <a:lnTo>
                    <a:pt x="2770117" y="1134140"/>
                  </a:lnTo>
                  <a:lnTo>
                    <a:pt x="2819536" y="1159681"/>
                  </a:lnTo>
                  <a:lnTo>
                    <a:pt x="2870651" y="1182634"/>
                  </a:lnTo>
                  <a:lnTo>
                    <a:pt x="2924276" y="1203133"/>
                  </a:lnTo>
                  <a:lnTo>
                    <a:pt x="2981316" y="1221408"/>
                  </a:lnTo>
                  <a:lnTo>
                    <a:pt x="3042693" y="1237712"/>
                  </a:lnTo>
                  <a:lnTo>
                    <a:pt x="3109264" y="1252292"/>
                  </a:lnTo>
                  <a:lnTo>
                    <a:pt x="3181720" y="1265361"/>
                  </a:lnTo>
                  <a:lnTo>
                    <a:pt x="3260445" y="1277093"/>
                  </a:lnTo>
                  <a:lnTo>
                    <a:pt x="3345343" y="1287613"/>
                  </a:lnTo>
                  <a:lnTo>
                    <a:pt x="3435622" y="1296995"/>
                  </a:lnTo>
                  <a:lnTo>
                    <a:pt x="3529586" y="1305270"/>
                  </a:lnTo>
                  <a:lnTo>
                    <a:pt x="3624508" y="1312431"/>
                  </a:lnTo>
                  <a:lnTo>
                    <a:pt x="3716679" y="1318453"/>
                  </a:lnTo>
                  <a:lnTo>
                    <a:pt x="3801746" y="1323313"/>
                  </a:lnTo>
                  <a:lnTo>
                    <a:pt x="3875358" y="1327024"/>
                  </a:lnTo>
                  <a:lnTo>
                    <a:pt x="3934027" y="1329654"/>
                  </a:lnTo>
                  <a:lnTo>
                    <a:pt x="3975947" y="1331335"/>
                  </a:lnTo>
                  <a:lnTo>
                    <a:pt x="4001516" y="1332256"/>
                  </a:lnTo>
                  <a:lnTo>
                    <a:pt x="4013417" y="1332643"/>
                  </a:lnTo>
                  <a:lnTo>
                    <a:pt x="4016355" y="1332730"/>
                  </a:lnTo>
                  <a:lnTo>
                    <a:pt x="4016409" y="1332732"/>
                  </a:lnTo>
                  <a:lnTo>
                    <a:pt x="4538543" y="1332732"/>
                  </a:lnTo>
                  <a:lnTo>
                    <a:pt x="4539784" y="1332692"/>
                  </a:lnTo>
                  <a:lnTo>
                    <a:pt x="4547901" y="1332406"/>
                  </a:lnTo>
                  <a:lnTo>
                    <a:pt x="4568209" y="1331617"/>
                  </a:lnTo>
                  <a:lnTo>
                    <a:pt x="4604126" y="1330067"/>
                  </a:lnTo>
                  <a:lnTo>
                    <a:pt x="4656865" y="1327527"/>
                  </a:lnTo>
                  <a:lnTo>
                    <a:pt x="4725371" y="1323826"/>
                  </a:lnTo>
                  <a:lnTo>
                    <a:pt x="4806684" y="1318862"/>
                  </a:lnTo>
                  <a:lnTo>
                    <a:pt x="4896678" y="1312603"/>
                  </a:lnTo>
                  <a:lnTo>
                    <a:pt x="4990932" y="1305062"/>
                  </a:lnTo>
                  <a:lnTo>
                    <a:pt x="5085468" y="1296269"/>
                  </a:lnTo>
                  <a:lnTo>
                    <a:pt x="5177197" y="1286244"/>
                  </a:lnTo>
                  <a:lnTo>
                    <a:pt x="5264065" y="1274968"/>
                  </a:lnTo>
                  <a:lnTo>
                    <a:pt x="5344977" y="1262377"/>
                  </a:lnTo>
                  <a:lnTo>
                    <a:pt x="5419607" y="1248352"/>
                  </a:lnTo>
                  <a:lnTo>
                    <a:pt x="5488185" y="1232721"/>
                  </a:lnTo>
                  <a:lnTo>
                    <a:pt x="5551303" y="1215261"/>
                  </a:lnTo>
                  <a:lnTo>
                    <a:pt x="5609767" y="1195708"/>
                  </a:lnTo>
                  <a:lnTo>
                    <a:pt x="5664479" y="1173780"/>
                  </a:lnTo>
                  <a:lnTo>
                    <a:pt x="5716358" y="1149206"/>
                  </a:lnTo>
                  <a:lnTo>
                    <a:pt x="5766255" y="1121783"/>
                  </a:lnTo>
                  <a:lnTo>
                    <a:pt x="5784835" y="1110610"/>
                  </a:lnTo>
                  <a:lnTo>
                    <a:pt x="5831812" y="1080096"/>
                  </a:lnTo>
                  <a:lnTo>
                    <a:pt x="5878330" y="1046775"/>
                  </a:lnTo>
                  <a:lnTo>
                    <a:pt x="5924797" y="1010597"/>
                  </a:lnTo>
                  <a:lnTo>
                    <a:pt x="5971507" y="971589"/>
                  </a:lnTo>
                  <a:lnTo>
                    <a:pt x="6018650" y="929863"/>
                  </a:lnTo>
                  <a:lnTo>
                    <a:pt x="6066332" y="885623"/>
                  </a:lnTo>
                  <a:lnTo>
                    <a:pt x="6114575" y="839165"/>
                  </a:lnTo>
                  <a:lnTo>
                    <a:pt x="6163333" y="790876"/>
                  </a:lnTo>
                  <a:lnTo>
                    <a:pt x="6212501" y="741219"/>
                  </a:lnTo>
                  <a:lnTo>
                    <a:pt x="6261931" y="690720"/>
                  </a:lnTo>
                  <a:lnTo>
                    <a:pt x="6311449" y="639944"/>
                  </a:lnTo>
                  <a:lnTo>
                    <a:pt x="6360872" y="589468"/>
                  </a:lnTo>
                  <a:lnTo>
                    <a:pt x="6410026" y="539857"/>
                  </a:lnTo>
                  <a:lnTo>
                    <a:pt x="6458764" y="491633"/>
                  </a:lnTo>
                  <a:lnTo>
                    <a:pt x="6506984" y="445259"/>
                  </a:lnTo>
                  <a:lnTo>
                    <a:pt x="6554643" y="401116"/>
                  </a:lnTo>
                  <a:lnTo>
                    <a:pt x="6601767" y="359498"/>
                  </a:lnTo>
                  <a:lnTo>
                    <a:pt x="6648462" y="320604"/>
                  </a:lnTo>
                  <a:lnTo>
                    <a:pt x="6694925" y="284543"/>
                  </a:lnTo>
                  <a:lnTo>
                    <a:pt x="6741453" y="251338"/>
                  </a:lnTo>
                  <a:lnTo>
                    <a:pt x="6786527" y="222122"/>
                  </a:lnTo>
                  <a:lnTo>
                    <a:pt x="6835868" y="193596"/>
                  </a:lnTo>
                  <a:lnTo>
                    <a:pt x="6886900" y="167957"/>
                  </a:lnTo>
                  <a:lnTo>
                    <a:pt x="6940430" y="145054"/>
                  </a:lnTo>
                  <a:lnTo>
                    <a:pt x="6997360" y="124633"/>
                  </a:lnTo>
                  <a:lnTo>
                    <a:pt x="7058609" y="106411"/>
                  </a:lnTo>
                  <a:lnTo>
                    <a:pt x="7125030" y="90114"/>
                  </a:lnTo>
                  <a:lnTo>
                    <a:pt x="7197311" y="75502"/>
                  </a:lnTo>
                  <a:lnTo>
                    <a:pt x="7275842" y="62384"/>
                  </a:lnTo>
                  <a:lnTo>
                    <a:pt x="7360531" y="50619"/>
                  </a:lnTo>
                  <a:lnTo>
                    <a:pt x="7450601" y="40123"/>
                  </a:lnTo>
                  <a:lnTo>
                    <a:pt x="7544379" y="30862"/>
                  </a:lnTo>
                  <a:lnTo>
                    <a:pt x="7639167" y="22843"/>
                  </a:lnTo>
                  <a:lnTo>
                    <a:pt x="7731289" y="16093"/>
                  </a:lnTo>
                  <a:lnTo>
                    <a:pt x="7816419" y="10638"/>
                  </a:lnTo>
                  <a:lnTo>
                    <a:pt x="7890218" y="6465"/>
                  </a:lnTo>
                  <a:lnTo>
                    <a:pt x="7949183" y="3501"/>
                  </a:lnTo>
                  <a:lnTo>
                    <a:pt x="7991470" y="1600"/>
                  </a:lnTo>
                  <a:lnTo>
                    <a:pt x="8017416" y="551"/>
                  </a:lnTo>
                  <a:lnTo>
                    <a:pt x="8029632" y="105"/>
                  </a:lnTo>
                  <a:lnTo>
                    <a:pt x="8032749" y="2"/>
                  </a:lnTo>
                  <a:lnTo>
                    <a:pt x="8032819" y="0"/>
                  </a:lnTo>
                  <a:lnTo>
                    <a:pt x="8554953" y="0"/>
                  </a:lnTo>
                  <a:lnTo>
                    <a:pt x="8554953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970" name="pl970"/>
            <p:cNvSpPr/>
            <p:nvPr/>
          </p:nvSpPr>
          <p:spPr>
            <a:xfrm>
              <a:off x="386606" y="3930070"/>
              <a:ext cx="8554953" cy="1332732"/>
            </a:xfrm>
            <a:custGeom>
              <a:avLst/>
              <a:pathLst>
                <a:path w="8554953" h="1332732">
                  <a:moveTo>
                    <a:pt x="8554953" y="0"/>
                  </a:moveTo>
                  <a:lnTo>
                    <a:pt x="8032819" y="0"/>
                  </a:lnTo>
                  <a:lnTo>
                    <a:pt x="8031578" y="39"/>
                  </a:lnTo>
                  <a:lnTo>
                    <a:pt x="8023461" y="325"/>
                  </a:lnTo>
                  <a:lnTo>
                    <a:pt x="8003153" y="1114"/>
                  </a:lnTo>
                  <a:lnTo>
                    <a:pt x="7967236" y="2664"/>
                  </a:lnTo>
                  <a:lnTo>
                    <a:pt x="7914497" y="5204"/>
                  </a:lnTo>
                  <a:lnTo>
                    <a:pt x="7845991" y="8905"/>
                  </a:lnTo>
                  <a:lnTo>
                    <a:pt x="7764678" y="13869"/>
                  </a:lnTo>
                  <a:lnTo>
                    <a:pt x="7674684" y="20129"/>
                  </a:lnTo>
                  <a:lnTo>
                    <a:pt x="7580429" y="27670"/>
                  </a:lnTo>
                  <a:lnTo>
                    <a:pt x="7485894" y="36462"/>
                  </a:lnTo>
                  <a:lnTo>
                    <a:pt x="7394165" y="46488"/>
                  </a:lnTo>
                  <a:lnTo>
                    <a:pt x="7307297" y="57764"/>
                  </a:lnTo>
                  <a:lnTo>
                    <a:pt x="7226385" y="70354"/>
                  </a:lnTo>
                  <a:lnTo>
                    <a:pt x="7151755" y="84379"/>
                  </a:lnTo>
                  <a:lnTo>
                    <a:pt x="7083177" y="100010"/>
                  </a:lnTo>
                  <a:lnTo>
                    <a:pt x="7020059" y="117471"/>
                  </a:lnTo>
                  <a:lnTo>
                    <a:pt x="6961595" y="137023"/>
                  </a:lnTo>
                  <a:lnTo>
                    <a:pt x="6906883" y="158951"/>
                  </a:lnTo>
                  <a:lnTo>
                    <a:pt x="6855004" y="183526"/>
                  </a:lnTo>
                  <a:lnTo>
                    <a:pt x="6805107" y="210948"/>
                  </a:lnTo>
                  <a:lnTo>
                    <a:pt x="6786527" y="222122"/>
                  </a:lnTo>
                  <a:lnTo>
                    <a:pt x="6739550" y="252636"/>
                  </a:lnTo>
                  <a:lnTo>
                    <a:pt x="6693032" y="285957"/>
                  </a:lnTo>
                  <a:lnTo>
                    <a:pt x="6646565" y="322135"/>
                  </a:lnTo>
                  <a:lnTo>
                    <a:pt x="6599855" y="361142"/>
                  </a:lnTo>
                  <a:lnTo>
                    <a:pt x="6552711" y="402868"/>
                  </a:lnTo>
                  <a:lnTo>
                    <a:pt x="6505030" y="447108"/>
                  </a:lnTo>
                  <a:lnTo>
                    <a:pt x="6456787" y="493566"/>
                  </a:lnTo>
                  <a:lnTo>
                    <a:pt x="6408029" y="541856"/>
                  </a:lnTo>
                  <a:lnTo>
                    <a:pt x="6358861" y="591513"/>
                  </a:lnTo>
                  <a:lnTo>
                    <a:pt x="6309431" y="642012"/>
                  </a:lnTo>
                  <a:lnTo>
                    <a:pt x="6259913" y="692788"/>
                  </a:lnTo>
                  <a:lnTo>
                    <a:pt x="6210490" y="743263"/>
                  </a:lnTo>
                  <a:lnTo>
                    <a:pt x="6161336" y="792874"/>
                  </a:lnTo>
                  <a:lnTo>
                    <a:pt x="6112598" y="841098"/>
                  </a:lnTo>
                  <a:lnTo>
                    <a:pt x="6064378" y="887472"/>
                  </a:lnTo>
                  <a:lnTo>
                    <a:pt x="6016719" y="931615"/>
                  </a:lnTo>
                  <a:lnTo>
                    <a:pt x="5969595" y="973233"/>
                  </a:lnTo>
                  <a:lnTo>
                    <a:pt x="5922900" y="1012127"/>
                  </a:lnTo>
                  <a:lnTo>
                    <a:pt x="5876437" y="1048189"/>
                  </a:lnTo>
                  <a:lnTo>
                    <a:pt x="5829909" y="1081394"/>
                  </a:lnTo>
                  <a:lnTo>
                    <a:pt x="5784835" y="1110610"/>
                  </a:lnTo>
                  <a:lnTo>
                    <a:pt x="5735494" y="1139136"/>
                  </a:lnTo>
                  <a:lnTo>
                    <a:pt x="5684462" y="1164775"/>
                  </a:lnTo>
                  <a:lnTo>
                    <a:pt x="5630932" y="1187678"/>
                  </a:lnTo>
                  <a:lnTo>
                    <a:pt x="5574002" y="1208098"/>
                  </a:lnTo>
                  <a:lnTo>
                    <a:pt x="5512753" y="1226320"/>
                  </a:lnTo>
                  <a:lnTo>
                    <a:pt x="5446332" y="1242618"/>
                  </a:lnTo>
                  <a:lnTo>
                    <a:pt x="5374051" y="1257229"/>
                  </a:lnTo>
                  <a:lnTo>
                    <a:pt x="5295520" y="1270347"/>
                  </a:lnTo>
                  <a:lnTo>
                    <a:pt x="5210831" y="1282112"/>
                  </a:lnTo>
                  <a:lnTo>
                    <a:pt x="5120761" y="1292608"/>
                  </a:lnTo>
                  <a:lnTo>
                    <a:pt x="5026983" y="1301869"/>
                  </a:lnTo>
                  <a:lnTo>
                    <a:pt x="4932195" y="1309889"/>
                  </a:lnTo>
                  <a:lnTo>
                    <a:pt x="4840073" y="1316638"/>
                  </a:lnTo>
                  <a:lnTo>
                    <a:pt x="4754943" y="1322093"/>
                  </a:lnTo>
                  <a:lnTo>
                    <a:pt x="4681144" y="1326266"/>
                  </a:lnTo>
                  <a:lnTo>
                    <a:pt x="4622179" y="1329230"/>
                  </a:lnTo>
                  <a:lnTo>
                    <a:pt x="4579892" y="1331132"/>
                  </a:lnTo>
                  <a:lnTo>
                    <a:pt x="4553946" y="1332180"/>
                  </a:lnTo>
                  <a:lnTo>
                    <a:pt x="4541730" y="1332626"/>
                  </a:lnTo>
                  <a:lnTo>
                    <a:pt x="4538613" y="1332730"/>
                  </a:lnTo>
                  <a:lnTo>
                    <a:pt x="4538543" y="1332732"/>
                  </a:lnTo>
                  <a:lnTo>
                    <a:pt x="4016409" y="1332732"/>
                  </a:lnTo>
                  <a:lnTo>
                    <a:pt x="4015163" y="1332696"/>
                  </a:lnTo>
                  <a:lnTo>
                    <a:pt x="4007009" y="1332440"/>
                  </a:lnTo>
                  <a:lnTo>
                    <a:pt x="3986614" y="1331731"/>
                  </a:lnTo>
                  <a:lnTo>
                    <a:pt x="3950551" y="1330338"/>
                  </a:lnTo>
                  <a:lnTo>
                    <a:pt x="3897614" y="1328057"/>
                  </a:lnTo>
                  <a:lnTo>
                    <a:pt x="3828878" y="1324733"/>
                  </a:lnTo>
                  <a:lnTo>
                    <a:pt x="3747330" y="1320277"/>
                  </a:lnTo>
                  <a:lnTo>
                    <a:pt x="3657122" y="1314658"/>
                  </a:lnTo>
                  <a:lnTo>
                    <a:pt x="3562694" y="1307891"/>
                  </a:lnTo>
                  <a:lnTo>
                    <a:pt x="3468034" y="1300001"/>
                  </a:lnTo>
                  <a:lnTo>
                    <a:pt x="3376229" y="1291006"/>
                  </a:lnTo>
                  <a:lnTo>
                    <a:pt x="3289325" y="1280888"/>
                  </a:lnTo>
                  <a:lnTo>
                    <a:pt x="3208409" y="1269590"/>
                  </a:lnTo>
                  <a:lnTo>
                    <a:pt x="3133794" y="1257003"/>
                  </a:lnTo>
                  <a:lnTo>
                    <a:pt x="3065240" y="1242972"/>
                  </a:lnTo>
                  <a:lnTo>
                    <a:pt x="3002146" y="1227295"/>
                  </a:lnTo>
                  <a:lnTo>
                    <a:pt x="2943699" y="1209735"/>
                  </a:lnTo>
                  <a:lnTo>
                    <a:pt x="2888991" y="1190039"/>
                  </a:lnTo>
                  <a:lnTo>
                    <a:pt x="2837100" y="1167962"/>
                  </a:lnTo>
                  <a:lnTo>
                    <a:pt x="2787174" y="1143327"/>
                  </a:lnTo>
                  <a:lnTo>
                    <a:pt x="2770117" y="1134140"/>
                  </a:lnTo>
                  <a:lnTo>
                    <a:pt x="2722048" y="1106190"/>
                  </a:lnTo>
                  <a:lnTo>
                    <a:pt x="2674449" y="1075610"/>
                  </a:lnTo>
                  <a:lnTo>
                    <a:pt x="2626887" y="1042356"/>
                  </a:lnTo>
                  <a:lnTo>
                    <a:pt x="2579055" y="1006456"/>
                  </a:lnTo>
                  <a:lnTo>
                    <a:pt x="2530753" y="968025"/>
                  </a:lnTo>
                  <a:lnTo>
                    <a:pt x="2481882" y="927269"/>
                  </a:lnTo>
                  <a:lnTo>
                    <a:pt x="2432426" y="884482"/>
                  </a:lnTo>
                  <a:lnTo>
                    <a:pt x="2382445" y="840047"/>
                  </a:lnTo>
                  <a:lnTo>
                    <a:pt x="2332061" y="794419"/>
                  </a:lnTo>
                  <a:lnTo>
                    <a:pt x="2281438" y="748113"/>
                  </a:lnTo>
                  <a:lnTo>
                    <a:pt x="2230769" y="701673"/>
                  </a:lnTo>
                  <a:lnTo>
                    <a:pt x="2180247" y="655653"/>
                  </a:lnTo>
                  <a:lnTo>
                    <a:pt x="2130055" y="610584"/>
                  </a:lnTo>
                  <a:lnTo>
                    <a:pt x="2080335" y="566953"/>
                  </a:lnTo>
                  <a:lnTo>
                    <a:pt x="2031180" y="525180"/>
                  </a:lnTo>
                  <a:lnTo>
                    <a:pt x="1982612" y="485601"/>
                  </a:lnTo>
                  <a:lnTo>
                    <a:pt x="1934572" y="448467"/>
                  </a:lnTo>
                  <a:lnTo>
                    <a:pt x="1886912" y="413933"/>
                  </a:lnTo>
                  <a:lnTo>
                    <a:pt x="1839376" y="382070"/>
                  </a:lnTo>
                  <a:lnTo>
                    <a:pt x="1791596" y="352868"/>
                  </a:lnTo>
                  <a:lnTo>
                    <a:pt x="1768425" y="339771"/>
                  </a:lnTo>
                  <a:lnTo>
                    <a:pt x="1719006" y="314229"/>
                  </a:lnTo>
                  <a:lnTo>
                    <a:pt x="1667891" y="291277"/>
                  </a:lnTo>
                  <a:lnTo>
                    <a:pt x="1614266" y="270777"/>
                  </a:lnTo>
                  <a:lnTo>
                    <a:pt x="1557226" y="252503"/>
                  </a:lnTo>
                  <a:lnTo>
                    <a:pt x="1495849" y="236199"/>
                  </a:lnTo>
                  <a:lnTo>
                    <a:pt x="1429278" y="221619"/>
                  </a:lnTo>
                  <a:lnTo>
                    <a:pt x="1356823" y="208549"/>
                  </a:lnTo>
                  <a:lnTo>
                    <a:pt x="1278097" y="196817"/>
                  </a:lnTo>
                  <a:lnTo>
                    <a:pt x="1193199" y="186298"/>
                  </a:lnTo>
                  <a:lnTo>
                    <a:pt x="1102920" y="176916"/>
                  </a:lnTo>
                  <a:lnTo>
                    <a:pt x="1008956" y="168640"/>
                  </a:lnTo>
                  <a:lnTo>
                    <a:pt x="914035" y="161479"/>
                  </a:lnTo>
                  <a:lnTo>
                    <a:pt x="821864" y="155458"/>
                  </a:lnTo>
                  <a:lnTo>
                    <a:pt x="736797" y="150598"/>
                  </a:lnTo>
                  <a:lnTo>
                    <a:pt x="663184" y="146886"/>
                  </a:lnTo>
                  <a:lnTo>
                    <a:pt x="604515" y="144257"/>
                  </a:lnTo>
                  <a:lnTo>
                    <a:pt x="562595" y="142576"/>
                  </a:lnTo>
                  <a:lnTo>
                    <a:pt x="537026" y="141655"/>
                  </a:lnTo>
                  <a:lnTo>
                    <a:pt x="525126" y="141267"/>
                  </a:lnTo>
                  <a:lnTo>
                    <a:pt x="522187" y="141180"/>
                  </a:lnTo>
                  <a:lnTo>
                    <a:pt x="522133" y="141179"/>
                  </a:lnTo>
                  <a:lnTo>
                    <a:pt x="0" y="141179"/>
                  </a:lnTo>
                  <a:lnTo>
                    <a:pt x="0" y="141179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971" name="pg971"/>
            <p:cNvSpPr/>
            <p:nvPr/>
          </p:nvSpPr>
          <p:spPr>
            <a:xfrm>
              <a:off x="386606" y="4076896"/>
              <a:ext cx="8554953" cy="1654621"/>
            </a:xfrm>
            <a:custGeom>
              <a:avLst/>
              <a:pathLst>
                <a:path w="8554953" h="1654621">
                  <a:moveTo>
                    <a:pt x="0" y="5647"/>
                  </a:moveTo>
                  <a:lnTo>
                    <a:pt x="522133" y="5647"/>
                  </a:lnTo>
                  <a:lnTo>
                    <a:pt x="523377" y="5684"/>
                  </a:lnTo>
                  <a:lnTo>
                    <a:pt x="531517" y="5952"/>
                  </a:lnTo>
                  <a:lnTo>
                    <a:pt x="551878" y="6693"/>
                  </a:lnTo>
                  <a:lnTo>
                    <a:pt x="587885" y="8149"/>
                  </a:lnTo>
                  <a:lnTo>
                    <a:pt x="640745" y="10534"/>
                  </a:lnTo>
                  <a:lnTo>
                    <a:pt x="709391" y="14010"/>
                  </a:lnTo>
                  <a:lnTo>
                    <a:pt x="790848" y="18670"/>
                  </a:lnTo>
                  <a:lnTo>
                    <a:pt x="880974" y="24546"/>
                  </a:lnTo>
                  <a:lnTo>
                    <a:pt x="975334" y="31624"/>
                  </a:lnTo>
                  <a:lnTo>
                    <a:pt x="1069947" y="39875"/>
                  </a:lnTo>
                  <a:lnTo>
                    <a:pt x="1161722" y="49284"/>
                  </a:lnTo>
                  <a:lnTo>
                    <a:pt x="1248612" y="59867"/>
                  </a:lnTo>
                  <a:lnTo>
                    <a:pt x="1329527" y="71684"/>
                  </a:lnTo>
                  <a:lnTo>
                    <a:pt x="1404148" y="84847"/>
                  </a:lnTo>
                  <a:lnTo>
                    <a:pt x="1472711" y="99521"/>
                  </a:lnTo>
                  <a:lnTo>
                    <a:pt x="1535814" y="115914"/>
                  </a:lnTo>
                  <a:lnTo>
                    <a:pt x="1594267" y="134274"/>
                  </a:lnTo>
                  <a:lnTo>
                    <a:pt x="1648977" y="154867"/>
                  </a:lnTo>
                  <a:lnTo>
                    <a:pt x="1700863" y="177947"/>
                  </a:lnTo>
                  <a:lnTo>
                    <a:pt x="1750778" y="203702"/>
                  </a:lnTo>
                  <a:lnTo>
                    <a:pt x="1768425" y="213651"/>
                  </a:lnTo>
                  <a:lnTo>
                    <a:pt x="1816057" y="242645"/>
                  </a:lnTo>
                  <a:lnTo>
                    <a:pt x="1863223" y="274343"/>
                  </a:lnTo>
                  <a:lnTo>
                    <a:pt x="1910346" y="308791"/>
                  </a:lnTo>
                  <a:lnTo>
                    <a:pt x="1957729" y="345962"/>
                  </a:lnTo>
                  <a:lnTo>
                    <a:pt x="2005567" y="385741"/>
                  </a:lnTo>
                  <a:lnTo>
                    <a:pt x="2053961" y="427923"/>
                  </a:lnTo>
                  <a:lnTo>
                    <a:pt x="2102931" y="472213"/>
                  </a:lnTo>
                  <a:lnTo>
                    <a:pt x="2152422" y="518226"/>
                  </a:lnTo>
                  <a:lnTo>
                    <a:pt x="2202320" y="565501"/>
                  </a:lnTo>
                  <a:lnTo>
                    <a:pt x="2252466" y="613519"/>
                  </a:lnTo>
                  <a:lnTo>
                    <a:pt x="2302676" y="661727"/>
                  </a:lnTo>
                  <a:lnTo>
                    <a:pt x="2352759" y="709560"/>
                  </a:lnTo>
                  <a:lnTo>
                    <a:pt x="2402538" y="756472"/>
                  </a:lnTo>
                  <a:lnTo>
                    <a:pt x="2451866" y="801963"/>
                  </a:lnTo>
                  <a:lnTo>
                    <a:pt x="2500649" y="845594"/>
                  </a:lnTo>
                  <a:lnTo>
                    <a:pt x="2548854" y="887010"/>
                  </a:lnTo>
                  <a:lnTo>
                    <a:pt x="2596525" y="925944"/>
                  </a:lnTo>
                  <a:lnTo>
                    <a:pt x="2643795" y="962223"/>
                  </a:lnTo>
                  <a:lnTo>
                    <a:pt x="2690894" y="995761"/>
                  </a:lnTo>
                  <a:lnTo>
                    <a:pt x="2738161" y="1026556"/>
                  </a:lnTo>
                  <a:lnTo>
                    <a:pt x="2770117" y="1045667"/>
                  </a:lnTo>
                  <a:lnTo>
                    <a:pt x="2819506" y="1072404"/>
                  </a:lnTo>
                  <a:lnTo>
                    <a:pt x="2870589" y="1096432"/>
                  </a:lnTo>
                  <a:lnTo>
                    <a:pt x="2924177" y="1117894"/>
                  </a:lnTo>
                  <a:lnTo>
                    <a:pt x="2981174" y="1137028"/>
                  </a:lnTo>
                  <a:lnTo>
                    <a:pt x="3042502" y="1154100"/>
                  </a:lnTo>
                  <a:lnTo>
                    <a:pt x="3109015" y="1169367"/>
                  </a:lnTo>
                  <a:lnTo>
                    <a:pt x="3181402" y="1183054"/>
                  </a:lnTo>
                  <a:lnTo>
                    <a:pt x="3260052" y="1195340"/>
                  </a:lnTo>
                  <a:lnTo>
                    <a:pt x="3344870" y="1206358"/>
                  </a:lnTo>
                  <a:lnTo>
                    <a:pt x="3435067" y="1216186"/>
                  </a:lnTo>
                  <a:lnTo>
                    <a:pt x="3528959" y="1224855"/>
                  </a:lnTo>
                  <a:lnTo>
                    <a:pt x="3623829" y="1232359"/>
                  </a:lnTo>
                  <a:lnTo>
                    <a:pt x="3715982" y="1238671"/>
                  </a:lnTo>
                  <a:lnTo>
                    <a:pt x="3801073" y="1243769"/>
                  </a:lnTo>
                  <a:lnTo>
                    <a:pt x="3874758" y="1247664"/>
                  </a:lnTo>
                  <a:lnTo>
                    <a:pt x="3933542" y="1250426"/>
                  </a:lnTo>
                  <a:lnTo>
                    <a:pt x="3975605" y="1252195"/>
                  </a:lnTo>
                  <a:lnTo>
                    <a:pt x="4001320" y="1253166"/>
                  </a:lnTo>
                  <a:lnTo>
                    <a:pt x="4013342" y="1253576"/>
                  </a:lnTo>
                  <a:lnTo>
                    <a:pt x="4016409" y="1253671"/>
                  </a:lnTo>
                  <a:lnTo>
                    <a:pt x="4538543" y="1253671"/>
                  </a:lnTo>
                  <a:lnTo>
                    <a:pt x="4539810" y="1253684"/>
                  </a:lnTo>
                  <a:lnTo>
                    <a:pt x="4548094" y="1253772"/>
                  </a:lnTo>
                  <a:lnTo>
                    <a:pt x="4568805" y="1254014"/>
                  </a:lnTo>
                  <a:lnTo>
                    <a:pt x="4605396" y="1254491"/>
                  </a:lnTo>
                  <a:lnTo>
                    <a:pt x="4659048" y="1255271"/>
                  </a:lnTo>
                  <a:lnTo>
                    <a:pt x="4728612" y="1256407"/>
                  </a:lnTo>
                  <a:lnTo>
                    <a:pt x="4811004" y="1257929"/>
                  </a:lnTo>
                  <a:lnTo>
                    <a:pt x="4901977" y="1259846"/>
                  </a:lnTo>
                  <a:lnTo>
                    <a:pt x="4997024" y="1262154"/>
                  </a:lnTo>
                  <a:lnTo>
                    <a:pt x="5092127" y="1264844"/>
                  </a:lnTo>
                  <a:lnTo>
                    <a:pt x="5184201" y="1267909"/>
                  </a:lnTo>
                  <a:lnTo>
                    <a:pt x="5271225" y="1271358"/>
                  </a:lnTo>
                  <a:lnTo>
                    <a:pt x="5352154" y="1275210"/>
                  </a:lnTo>
                  <a:lnTo>
                    <a:pt x="5426712" y="1279503"/>
                  </a:lnTo>
                  <a:lnTo>
                    <a:pt x="5495179" y="1284293"/>
                  </a:lnTo>
                  <a:lnTo>
                    <a:pt x="5558187" y="1289650"/>
                  </a:lnTo>
                  <a:lnTo>
                    <a:pt x="5616575" y="1295654"/>
                  </a:lnTo>
                  <a:lnTo>
                    <a:pt x="5671272" y="1302394"/>
                  </a:lnTo>
                  <a:lnTo>
                    <a:pt x="5723211" y="1309951"/>
                  </a:lnTo>
                  <a:lnTo>
                    <a:pt x="5773248" y="1318382"/>
                  </a:lnTo>
                  <a:lnTo>
                    <a:pt x="5784835" y="1320496"/>
                  </a:lnTo>
                  <a:lnTo>
                    <a:pt x="5838176" y="1330994"/>
                  </a:lnTo>
                  <a:lnTo>
                    <a:pt x="5891001" y="1342586"/>
                  </a:lnTo>
                  <a:lnTo>
                    <a:pt x="5943874" y="1355287"/>
                  </a:lnTo>
                  <a:lnTo>
                    <a:pt x="5997174" y="1369073"/>
                  </a:lnTo>
                  <a:lnTo>
                    <a:pt x="6051118" y="1383876"/>
                  </a:lnTo>
                  <a:lnTo>
                    <a:pt x="6105786" y="1399580"/>
                  </a:lnTo>
                  <a:lnTo>
                    <a:pt x="6161134" y="1416025"/>
                  </a:lnTo>
                  <a:lnTo>
                    <a:pt x="6217017" y="1433009"/>
                  </a:lnTo>
                  <a:lnTo>
                    <a:pt x="6273219" y="1450301"/>
                  </a:lnTo>
                  <a:lnTo>
                    <a:pt x="6329480" y="1467648"/>
                  </a:lnTo>
                  <a:lnTo>
                    <a:pt x="6385535" y="1484799"/>
                  </a:lnTo>
                  <a:lnTo>
                    <a:pt x="6441142" y="1501509"/>
                  </a:lnTo>
                  <a:lnTo>
                    <a:pt x="6496123" y="1517564"/>
                  </a:lnTo>
                  <a:lnTo>
                    <a:pt x="6550386" y="1532783"/>
                  </a:lnTo>
                  <a:lnTo>
                    <a:pt x="6603953" y="1547031"/>
                  </a:lnTo>
                  <a:lnTo>
                    <a:pt x="6656978" y="1560218"/>
                  </a:lnTo>
                  <a:lnTo>
                    <a:pt x="6709767" y="1572301"/>
                  </a:lnTo>
                  <a:lnTo>
                    <a:pt x="6762797" y="1583279"/>
                  </a:lnTo>
                  <a:lnTo>
                    <a:pt x="6786527" y="1587796"/>
                  </a:lnTo>
                  <a:lnTo>
                    <a:pt x="6836225" y="1596436"/>
                  </a:lnTo>
                  <a:lnTo>
                    <a:pt x="6887643" y="1604195"/>
                  </a:lnTo>
                  <a:lnTo>
                    <a:pt x="6941608" y="1611120"/>
                  </a:lnTo>
                  <a:lnTo>
                    <a:pt x="6999042" y="1617290"/>
                  </a:lnTo>
                  <a:lnTo>
                    <a:pt x="7060882" y="1622791"/>
                  </a:lnTo>
                  <a:lnTo>
                    <a:pt x="7127996" y="1627708"/>
                  </a:lnTo>
                  <a:lnTo>
                    <a:pt x="7201078" y="1632113"/>
                  </a:lnTo>
                  <a:lnTo>
                    <a:pt x="7280507" y="1636065"/>
                  </a:lnTo>
                  <a:lnTo>
                    <a:pt x="7366158" y="1639606"/>
                  </a:lnTo>
                  <a:lnTo>
                    <a:pt x="7457186" y="1642760"/>
                  </a:lnTo>
                  <a:lnTo>
                    <a:pt x="7551814" y="1645538"/>
                  </a:lnTo>
                  <a:lnTo>
                    <a:pt x="7647206" y="1647937"/>
                  </a:lnTo>
                  <a:lnTo>
                    <a:pt x="7739537" y="1649947"/>
                  </a:lnTo>
                  <a:lnTo>
                    <a:pt x="7824356" y="1651562"/>
                  </a:lnTo>
                  <a:lnTo>
                    <a:pt x="7897276" y="1652787"/>
                  </a:lnTo>
                  <a:lnTo>
                    <a:pt x="7954860" y="1653647"/>
                  </a:lnTo>
                  <a:lnTo>
                    <a:pt x="7995451" y="1654190"/>
                  </a:lnTo>
                  <a:lnTo>
                    <a:pt x="8019672" y="1654480"/>
                  </a:lnTo>
                  <a:lnTo>
                    <a:pt x="8030462" y="1654597"/>
                  </a:lnTo>
                  <a:lnTo>
                    <a:pt x="8032819" y="1654621"/>
                  </a:lnTo>
                  <a:lnTo>
                    <a:pt x="8554953" y="1654621"/>
                  </a:lnTo>
                  <a:lnTo>
                    <a:pt x="8554953" y="1648973"/>
                  </a:lnTo>
                  <a:lnTo>
                    <a:pt x="8032819" y="1648973"/>
                  </a:lnTo>
                  <a:lnTo>
                    <a:pt x="8031552" y="1648961"/>
                  </a:lnTo>
                  <a:lnTo>
                    <a:pt x="8023268" y="1648873"/>
                  </a:lnTo>
                  <a:lnTo>
                    <a:pt x="8002557" y="1648631"/>
                  </a:lnTo>
                  <a:lnTo>
                    <a:pt x="7965966" y="1648154"/>
                  </a:lnTo>
                  <a:lnTo>
                    <a:pt x="7912314" y="1647374"/>
                  </a:lnTo>
                  <a:lnTo>
                    <a:pt x="7842750" y="1646238"/>
                  </a:lnTo>
                  <a:lnTo>
                    <a:pt x="7760358" y="1644716"/>
                  </a:lnTo>
                  <a:lnTo>
                    <a:pt x="7669385" y="1642799"/>
                  </a:lnTo>
                  <a:lnTo>
                    <a:pt x="7574338" y="1640491"/>
                  </a:lnTo>
                  <a:lnTo>
                    <a:pt x="7479235" y="1637801"/>
                  </a:lnTo>
                  <a:lnTo>
                    <a:pt x="7387161" y="1634735"/>
                  </a:lnTo>
                  <a:lnTo>
                    <a:pt x="7300137" y="1631287"/>
                  </a:lnTo>
                  <a:lnTo>
                    <a:pt x="7219208" y="1627435"/>
                  </a:lnTo>
                  <a:lnTo>
                    <a:pt x="7144650" y="1623142"/>
                  </a:lnTo>
                  <a:lnTo>
                    <a:pt x="7076183" y="1618352"/>
                  </a:lnTo>
                  <a:lnTo>
                    <a:pt x="7013175" y="1612995"/>
                  </a:lnTo>
                  <a:lnTo>
                    <a:pt x="6954787" y="1606991"/>
                  </a:lnTo>
                  <a:lnTo>
                    <a:pt x="6900090" y="1600251"/>
                  </a:lnTo>
                  <a:lnTo>
                    <a:pt x="6848151" y="1592694"/>
                  </a:lnTo>
                  <a:lnTo>
                    <a:pt x="6798114" y="1584263"/>
                  </a:lnTo>
                  <a:lnTo>
                    <a:pt x="6786527" y="1582149"/>
                  </a:lnTo>
                  <a:lnTo>
                    <a:pt x="6733186" y="1571651"/>
                  </a:lnTo>
                  <a:lnTo>
                    <a:pt x="6680361" y="1560059"/>
                  </a:lnTo>
                  <a:lnTo>
                    <a:pt x="6627488" y="1547358"/>
                  </a:lnTo>
                  <a:lnTo>
                    <a:pt x="6574188" y="1533572"/>
                  </a:lnTo>
                  <a:lnTo>
                    <a:pt x="6520244" y="1518769"/>
                  </a:lnTo>
                  <a:lnTo>
                    <a:pt x="6465576" y="1503065"/>
                  </a:lnTo>
                  <a:lnTo>
                    <a:pt x="6410228" y="1486620"/>
                  </a:lnTo>
                  <a:lnTo>
                    <a:pt x="6354345" y="1469636"/>
                  </a:lnTo>
                  <a:lnTo>
                    <a:pt x="6298143" y="1452344"/>
                  </a:lnTo>
                  <a:lnTo>
                    <a:pt x="6241882" y="1434996"/>
                  </a:lnTo>
                  <a:lnTo>
                    <a:pt x="6185827" y="1417846"/>
                  </a:lnTo>
                  <a:lnTo>
                    <a:pt x="6130220" y="1401136"/>
                  </a:lnTo>
                  <a:lnTo>
                    <a:pt x="6075239" y="1385081"/>
                  </a:lnTo>
                  <a:lnTo>
                    <a:pt x="6020976" y="1369862"/>
                  </a:lnTo>
                  <a:lnTo>
                    <a:pt x="5967409" y="1355614"/>
                  </a:lnTo>
                  <a:lnTo>
                    <a:pt x="5914384" y="1342427"/>
                  </a:lnTo>
                  <a:lnTo>
                    <a:pt x="5861595" y="1330344"/>
                  </a:lnTo>
                  <a:lnTo>
                    <a:pt x="5808565" y="1319366"/>
                  </a:lnTo>
                  <a:lnTo>
                    <a:pt x="5784835" y="1314849"/>
                  </a:lnTo>
                  <a:lnTo>
                    <a:pt x="5735137" y="1306209"/>
                  </a:lnTo>
                  <a:lnTo>
                    <a:pt x="5683719" y="1298450"/>
                  </a:lnTo>
                  <a:lnTo>
                    <a:pt x="5629754" y="1291525"/>
                  </a:lnTo>
                  <a:lnTo>
                    <a:pt x="5572320" y="1285355"/>
                  </a:lnTo>
                  <a:lnTo>
                    <a:pt x="5510480" y="1279854"/>
                  </a:lnTo>
                  <a:lnTo>
                    <a:pt x="5443366" y="1274937"/>
                  </a:lnTo>
                  <a:lnTo>
                    <a:pt x="5370283" y="1270532"/>
                  </a:lnTo>
                  <a:lnTo>
                    <a:pt x="5290855" y="1266580"/>
                  </a:lnTo>
                  <a:lnTo>
                    <a:pt x="5205204" y="1263039"/>
                  </a:lnTo>
                  <a:lnTo>
                    <a:pt x="5114176" y="1259885"/>
                  </a:lnTo>
                  <a:lnTo>
                    <a:pt x="5019548" y="1257107"/>
                  </a:lnTo>
                  <a:lnTo>
                    <a:pt x="4924156" y="1254708"/>
                  </a:lnTo>
                  <a:lnTo>
                    <a:pt x="4831825" y="1252698"/>
                  </a:lnTo>
                  <a:lnTo>
                    <a:pt x="4747006" y="1251083"/>
                  </a:lnTo>
                  <a:lnTo>
                    <a:pt x="4674085" y="1249858"/>
                  </a:lnTo>
                  <a:lnTo>
                    <a:pt x="4616502" y="1248997"/>
                  </a:lnTo>
                  <a:lnTo>
                    <a:pt x="4575911" y="1248455"/>
                  </a:lnTo>
                  <a:lnTo>
                    <a:pt x="4551690" y="1248165"/>
                  </a:lnTo>
                  <a:lnTo>
                    <a:pt x="4540900" y="1248048"/>
                  </a:lnTo>
                  <a:lnTo>
                    <a:pt x="4538543" y="1248024"/>
                  </a:lnTo>
                  <a:lnTo>
                    <a:pt x="4016409" y="1248024"/>
                  </a:lnTo>
                  <a:lnTo>
                    <a:pt x="4015165" y="1247987"/>
                  </a:lnTo>
                  <a:lnTo>
                    <a:pt x="4007026" y="1247719"/>
                  </a:lnTo>
                  <a:lnTo>
                    <a:pt x="3986664" y="1246978"/>
                  </a:lnTo>
                  <a:lnTo>
                    <a:pt x="3950657" y="1245522"/>
                  </a:lnTo>
                  <a:lnTo>
                    <a:pt x="3897797" y="1243137"/>
                  </a:lnTo>
                  <a:lnTo>
                    <a:pt x="3829151" y="1239661"/>
                  </a:lnTo>
                  <a:lnTo>
                    <a:pt x="3747694" y="1235001"/>
                  </a:lnTo>
                  <a:lnTo>
                    <a:pt x="3657568" y="1229125"/>
                  </a:lnTo>
                  <a:lnTo>
                    <a:pt x="3563208" y="1222047"/>
                  </a:lnTo>
                  <a:lnTo>
                    <a:pt x="3468596" y="1213796"/>
                  </a:lnTo>
                  <a:lnTo>
                    <a:pt x="3376820" y="1204387"/>
                  </a:lnTo>
                  <a:lnTo>
                    <a:pt x="3289930" y="1193804"/>
                  </a:lnTo>
                  <a:lnTo>
                    <a:pt x="3209015" y="1181987"/>
                  </a:lnTo>
                  <a:lnTo>
                    <a:pt x="3134395" y="1168824"/>
                  </a:lnTo>
                  <a:lnTo>
                    <a:pt x="3065832" y="1154150"/>
                  </a:lnTo>
                  <a:lnTo>
                    <a:pt x="3002728" y="1137757"/>
                  </a:lnTo>
                  <a:lnTo>
                    <a:pt x="2944275" y="1119397"/>
                  </a:lnTo>
                  <a:lnTo>
                    <a:pt x="2889565" y="1098804"/>
                  </a:lnTo>
                  <a:lnTo>
                    <a:pt x="2837679" y="1075724"/>
                  </a:lnTo>
                  <a:lnTo>
                    <a:pt x="2787764" y="1049969"/>
                  </a:lnTo>
                  <a:lnTo>
                    <a:pt x="2770117" y="1040020"/>
                  </a:lnTo>
                  <a:lnTo>
                    <a:pt x="2722485" y="1011026"/>
                  </a:lnTo>
                  <a:lnTo>
                    <a:pt x="2675319" y="979328"/>
                  </a:lnTo>
                  <a:lnTo>
                    <a:pt x="2628196" y="944880"/>
                  </a:lnTo>
                  <a:lnTo>
                    <a:pt x="2580813" y="907709"/>
                  </a:lnTo>
                  <a:lnTo>
                    <a:pt x="2532976" y="867930"/>
                  </a:lnTo>
                  <a:lnTo>
                    <a:pt x="2484581" y="825748"/>
                  </a:lnTo>
                  <a:lnTo>
                    <a:pt x="2435611" y="781458"/>
                  </a:lnTo>
                  <a:lnTo>
                    <a:pt x="2386120" y="735445"/>
                  </a:lnTo>
                  <a:lnTo>
                    <a:pt x="2336222" y="688170"/>
                  </a:lnTo>
                  <a:lnTo>
                    <a:pt x="2286076" y="640152"/>
                  </a:lnTo>
                  <a:lnTo>
                    <a:pt x="2235866" y="591944"/>
                  </a:lnTo>
                  <a:lnTo>
                    <a:pt x="2185783" y="544111"/>
                  </a:lnTo>
                  <a:lnTo>
                    <a:pt x="2136004" y="497199"/>
                  </a:lnTo>
                  <a:lnTo>
                    <a:pt x="2086676" y="451708"/>
                  </a:lnTo>
                  <a:lnTo>
                    <a:pt x="2037893" y="408077"/>
                  </a:lnTo>
                  <a:lnTo>
                    <a:pt x="1989688" y="366661"/>
                  </a:lnTo>
                  <a:lnTo>
                    <a:pt x="1942017" y="327726"/>
                  </a:lnTo>
                  <a:lnTo>
                    <a:pt x="1894747" y="291448"/>
                  </a:lnTo>
                  <a:lnTo>
                    <a:pt x="1847648" y="257910"/>
                  </a:lnTo>
                  <a:lnTo>
                    <a:pt x="1800381" y="227115"/>
                  </a:lnTo>
                  <a:lnTo>
                    <a:pt x="1768425" y="208004"/>
                  </a:lnTo>
                  <a:lnTo>
                    <a:pt x="1719036" y="181267"/>
                  </a:lnTo>
                  <a:lnTo>
                    <a:pt x="1667953" y="157239"/>
                  </a:lnTo>
                  <a:lnTo>
                    <a:pt x="1614365" y="135777"/>
                  </a:lnTo>
                  <a:lnTo>
                    <a:pt x="1557368" y="116643"/>
                  </a:lnTo>
                  <a:lnTo>
                    <a:pt x="1496041" y="99571"/>
                  </a:lnTo>
                  <a:lnTo>
                    <a:pt x="1429528" y="84304"/>
                  </a:lnTo>
                  <a:lnTo>
                    <a:pt x="1357140" y="70617"/>
                  </a:lnTo>
                  <a:lnTo>
                    <a:pt x="1278490" y="58331"/>
                  </a:lnTo>
                  <a:lnTo>
                    <a:pt x="1193673" y="47313"/>
                  </a:lnTo>
                  <a:lnTo>
                    <a:pt x="1103475" y="37485"/>
                  </a:lnTo>
                  <a:lnTo>
                    <a:pt x="1009583" y="28816"/>
                  </a:lnTo>
                  <a:lnTo>
                    <a:pt x="914713" y="21312"/>
                  </a:lnTo>
                  <a:lnTo>
                    <a:pt x="822561" y="15000"/>
                  </a:lnTo>
                  <a:lnTo>
                    <a:pt x="737469" y="9902"/>
                  </a:lnTo>
                  <a:lnTo>
                    <a:pt x="663784" y="6007"/>
                  </a:lnTo>
                  <a:lnTo>
                    <a:pt x="605000" y="3245"/>
                  </a:lnTo>
                  <a:lnTo>
                    <a:pt x="562937" y="1476"/>
                  </a:lnTo>
                  <a:lnTo>
                    <a:pt x="537222" y="505"/>
                  </a:lnTo>
                  <a:lnTo>
                    <a:pt x="525200" y="95"/>
                  </a:lnTo>
                  <a:lnTo>
                    <a:pt x="5221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28E5B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972" name="pl972"/>
            <p:cNvSpPr/>
            <p:nvPr/>
          </p:nvSpPr>
          <p:spPr>
            <a:xfrm>
              <a:off x="386606" y="4082544"/>
              <a:ext cx="8554953" cy="1648973"/>
            </a:xfrm>
            <a:custGeom>
              <a:avLst/>
              <a:pathLst>
                <a:path w="8554953" h="1648973">
                  <a:moveTo>
                    <a:pt x="0" y="0"/>
                  </a:moveTo>
                  <a:lnTo>
                    <a:pt x="522133" y="0"/>
                  </a:lnTo>
                  <a:lnTo>
                    <a:pt x="523377" y="37"/>
                  </a:lnTo>
                  <a:lnTo>
                    <a:pt x="531517" y="305"/>
                  </a:lnTo>
                  <a:lnTo>
                    <a:pt x="551878" y="1046"/>
                  </a:lnTo>
                  <a:lnTo>
                    <a:pt x="587885" y="2502"/>
                  </a:lnTo>
                  <a:lnTo>
                    <a:pt x="640745" y="4887"/>
                  </a:lnTo>
                  <a:lnTo>
                    <a:pt x="709391" y="8362"/>
                  </a:lnTo>
                  <a:lnTo>
                    <a:pt x="790848" y="13023"/>
                  </a:lnTo>
                  <a:lnTo>
                    <a:pt x="880974" y="18898"/>
                  </a:lnTo>
                  <a:lnTo>
                    <a:pt x="975334" y="25976"/>
                  </a:lnTo>
                  <a:lnTo>
                    <a:pt x="1069947" y="34228"/>
                  </a:lnTo>
                  <a:lnTo>
                    <a:pt x="1161722" y="43637"/>
                  </a:lnTo>
                  <a:lnTo>
                    <a:pt x="1248612" y="54219"/>
                  </a:lnTo>
                  <a:lnTo>
                    <a:pt x="1329527" y="66036"/>
                  </a:lnTo>
                  <a:lnTo>
                    <a:pt x="1404148" y="79200"/>
                  </a:lnTo>
                  <a:lnTo>
                    <a:pt x="1472711" y="93874"/>
                  </a:lnTo>
                  <a:lnTo>
                    <a:pt x="1535814" y="110267"/>
                  </a:lnTo>
                  <a:lnTo>
                    <a:pt x="1594267" y="128627"/>
                  </a:lnTo>
                  <a:lnTo>
                    <a:pt x="1648977" y="149220"/>
                  </a:lnTo>
                  <a:lnTo>
                    <a:pt x="1700863" y="172300"/>
                  </a:lnTo>
                  <a:lnTo>
                    <a:pt x="1750778" y="198055"/>
                  </a:lnTo>
                  <a:lnTo>
                    <a:pt x="1768425" y="208004"/>
                  </a:lnTo>
                  <a:lnTo>
                    <a:pt x="1816057" y="236998"/>
                  </a:lnTo>
                  <a:lnTo>
                    <a:pt x="1863223" y="268695"/>
                  </a:lnTo>
                  <a:lnTo>
                    <a:pt x="1910346" y="303144"/>
                  </a:lnTo>
                  <a:lnTo>
                    <a:pt x="1957729" y="340315"/>
                  </a:lnTo>
                  <a:lnTo>
                    <a:pt x="2005567" y="380093"/>
                  </a:lnTo>
                  <a:lnTo>
                    <a:pt x="2053961" y="422276"/>
                  </a:lnTo>
                  <a:lnTo>
                    <a:pt x="2102931" y="466566"/>
                  </a:lnTo>
                  <a:lnTo>
                    <a:pt x="2152422" y="512579"/>
                  </a:lnTo>
                  <a:lnTo>
                    <a:pt x="2202320" y="559854"/>
                  </a:lnTo>
                  <a:lnTo>
                    <a:pt x="2252466" y="607872"/>
                  </a:lnTo>
                  <a:lnTo>
                    <a:pt x="2302676" y="656080"/>
                  </a:lnTo>
                  <a:lnTo>
                    <a:pt x="2352759" y="703912"/>
                  </a:lnTo>
                  <a:lnTo>
                    <a:pt x="2402538" y="750825"/>
                  </a:lnTo>
                  <a:lnTo>
                    <a:pt x="2451866" y="796315"/>
                  </a:lnTo>
                  <a:lnTo>
                    <a:pt x="2500649" y="839947"/>
                  </a:lnTo>
                  <a:lnTo>
                    <a:pt x="2548854" y="881363"/>
                  </a:lnTo>
                  <a:lnTo>
                    <a:pt x="2596525" y="920297"/>
                  </a:lnTo>
                  <a:lnTo>
                    <a:pt x="2643795" y="956576"/>
                  </a:lnTo>
                  <a:lnTo>
                    <a:pt x="2690894" y="990114"/>
                  </a:lnTo>
                  <a:lnTo>
                    <a:pt x="2738161" y="1020909"/>
                  </a:lnTo>
                  <a:lnTo>
                    <a:pt x="2770117" y="1040020"/>
                  </a:lnTo>
                  <a:lnTo>
                    <a:pt x="2819506" y="1066757"/>
                  </a:lnTo>
                  <a:lnTo>
                    <a:pt x="2870589" y="1090785"/>
                  </a:lnTo>
                  <a:lnTo>
                    <a:pt x="2924177" y="1112247"/>
                  </a:lnTo>
                  <a:lnTo>
                    <a:pt x="2981174" y="1131381"/>
                  </a:lnTo>
                  <a:lnTo>
                    <a:pt x="3042502" y="1148453"/>
                  </a:lnTo>
                  <a:lnTo>
                    <a:pt x="3109015" y="1163720"/>
                  </a:lnTo>
                  <a:lnTo>
                    <a:pt x="3181402" y="1177406"/>
                  </a:lnTo>
                  <a:lnTo>
                    <a:pt x="3260052" y="1189693"/>
                  </a:lnTo>
                  <a:lnTo>
                    <a:pt x="3344870" y="1200711"/>
                  </a:lnTo>
                  <a:lnTo>
                    <a:pt x="3435067" y="1210538"/>
                  </a:lnTo>
                  <a:lnTo>
                    <a:pt x="3528959" y="1219208"/>
                  </a:lnTo>
                  <a:lnTo>
                    <a:pt x="3623829" y="1226712"/>
                  </a:lnTo>
                  <a:lnTo>
                    <a:pt x="3715982" y="1233024"/>
                  </a:lnTo>
                  <a:lnTo>
                    <a:pt x="3801073" y="1238121"/>
                  </a:lnTo>
                  <a:lnTo>
                    <a:pt x="3874758" y="1242017"/>
                  </a:lnTo>
                  <a:lnTo>
                    <a:pt x="3933542" y="1244779"/>
                  </a:lnTo>
                  <a:lnTo>
                    <a:pt x="3975605" y="1246547"/>
                  </a:lnTo>
                  <a:lnTo>
                    <a:pt x="4001320" y="1247519"/>
                  </a:lnTo>
                  <a:lnTo>
                    <a:pt x="4013342" y="1247929"/>
                  </a:lnTo>
                  <a:lnTo>
                    <a:pt x="4016349" y="1248023"/>
                  </a:lnTo>
                  <a:lnTo>
                    <a:pt x="4016409" y="1248024"/>
                  </a:lnTo>
                  <a:lnTo>
                    <a:pt x="4538543" y="1248024"/>
                  </a:lnTo>
                  <a:lnTo>
                    <a:pt x="4539810" y="1248037"/>
                  </a:lnTo>
                  <a:lnTo>
                    <a:pt x="4548094" y="1248124"/>
                  </a:lnTo>
                  <a:lnTo>
                    <a:pt x="4568805" y="1248367"/>
                  </a:lnTo>
                  <a:lnTo>
                    <a:pt x="4605396" y="1248843"/>
                  </a:lnTo>
                  <a:lnTo>
                    <a:pt x="4659048" y="1249623"/>
                  </a:lnTo>
                  <a:lnTo>
                    <a:pt x="4728612" y="1250760"/>
                  </a:lnTo>
                  <a:lnTo>
                    <a:pt x="4811004" y="1252282"/>
                  </a:lnTo>
                  <a:lnTo>
                    <a:pt x="4901977" y="1254199"/>
                  </a:lnTo>
                  <a:lnTo>
                    <a:pt x="4997024" y="1256507"/>
                  </a:lnTo>
                  <a:lnTo>
                    <a:pt x="5092127" y="1259197"/>
                  </a:lnTo>
                  <a:lnTo>
                    <a:pt x="5184201" y="1262262"/>
                  </a:lnTo>
                  <a:lnTo>
                    <a:pt x="5271225" y="1265711"/>
                  </a:lnTo>
                  <a:lnTo>
                    <a:pt x="5352154" y="1269562"/>
                  </a:lnTo>
                  <a:lnTo>
                    <a:pt x="5426712" y="1273856"/>
                  </a:lnTo>
                  <a:lnTo>
                    <a:pt x="5495179" y="1278646"/>
                  </a:lnTo>
                  <a:lnTo>
                    <a:pt x="5558187" y="1284003"/>
                  </a:lnTo>
                  <a:lnTo>
                    <a:pt x="5616575" y="1290007"/>
                  </a:lnTo>
                  <a:lnTo>
                    <a:pt x="5671272" y="1296747"/>
                  </a:lnTo>
                  <a:lnTo>
                    <a:pt x="5723211" y="1304304"/>
                  </a:lnTo>
                  <a:lnTo>
                    <a:pt x="5773248" y="1312735"/>
                  </a:lnTo>
                  <a:lnTo>
                    <a:pt x="5784835" y="1314849"/>
                  </a:lnTo>
                  <a:lnTo>
                    <a:pt x="5838176" y="1325347"/>
                  </a:lnTo>
                  <a:lnTo>
                    <a:pt x="5891001" y="1336939"/>
                  </a:lnTo>
                  <a:lnTo>
                    <a:pt x="5943874" y="1349640"/>
                  </a:lnTo>
                  <a:lnTo>
                    <a:pt x="5997174" y="1363426"/>
                  </a:lnTo>
                  <a:lnTo>
                    <a:pt x="6051118" y="1378229"/>
                  </a:lnTo>
                  <a:lnTo>
                    <a:pt x="6105786" y="1393933"/>
                  </a:lnTo>
                  <a:lnTo>
                    <a:pt x="6161134" y="1410378"/>
                  </a:lnTo>
                  <a:lnTo>
                    <a:pt x="6217017" y="1427362"/>
                  </a:lnTo>
                  <a:lnTo>
                    <a:pt x="6273219" y="1444653"/>
                  </a:lnTo>
                  <a:lnTo>
                    <a:pt x="6329480" y="1462001"/>
                  </a:lnTo>
                  <a:lnTo>
                    <a:pt x="6385535" y="1479152"/>
                  </a:lnTo>
                  <a:lnTo>
                    <a:pt x="6441142" y="1495862"/>
                  </a:lnTo>
                  <a:lnTo>
                    <a:pt x="6496123" y="1511917"/>
                  </a:lnTo>
                  <a:lnTo>
                    <a:pt x="6550386" y="1527136"/>
                  </a:lnTo>
                  <a:lnTo>
                    <a:pt x="6603953" y="1541383"/>
                  </a:lnTo>
                  <a:lnTo>
                    <a:pt x="6656978" y="1554571"/>
                  </a:lnTo>
                  <a:lnTo>
                    <a:pt x="6709767" y="1566654"/>
                  </a:lnTo>
                  <a:lnTo>
                    <a:pt x="6762797" y="1577632"/>
                  </a:lnTo>
                  <a:lnTo>
                    <a:pt x="6786527" y="1582149"/>
                  </a:lnTo>
                  <a:lnTo>
                    <a:pt x="6836225" y="1590789"/>
                  </a:lnTo>
                  <a:lnTo>
                    <a:pt x="6887643" y="1598548"/>
                  </a:lnTo>
                  <a:lnTo>
                    <a:pt x="6941608" y="1605473"/>
                  </a:lnTo>
                  <a:lnTo>
                    <a:pt x="6999042" y="1611643"/>
                  </a:lnTo>
                  <a:lnTo>
                    <a:pt x="7060882" y="1617144"/>
                  </a:lnTo>
                  <a:lnTo>
                    <a:pt x="7127996" y="1622061"/>
                  </a:lnTo>
                  <a:lnTo>
                    <a:pt x="7201078" y="1626466"/>
                  </a:lnTo>
                  <a:lnTo>
                    <a:pt x="7280507" y="1630418"/>
                  </a:lnTo>
                  <a:lnTo>
                    <a:pt x="7366158" y="1633958"/>
                  </a:lnTo>
                  <a:lnTo>
                    <a:pt x="7457186" y="1637113"/>
                  </a:lnTo>
                  <a:lnTo>
                    <a:pt x="7551814" y="1639891"/>
                  </a:lnTo>
                  <a:lnTo>
                    <a:pt x="7647206" y="1642290"/>
                  </a:lnTo>
                  <a:lnTo>
                    <a:pt x="7739537" y="1644300"/>
                  </a:lnTo>
                  <a:lnTo>
                    <a:pt x="7824356" y="1645915"/>
                  </a:lnTo>
                  <a:lnTo>
                    <a:pt x="7897276" y="1647140"/>
                  </a:lnTo>
                  <a:lnTo>
                    <a:pt x="7954860" y="1648000"/>
                  </a:lnTo>
                  <a:lnTo>
                    <a:pt x="7995451" y="1648542"/>
                  </a:lnTo>
                  <a:lnTo>
                    <a:pt x="8019672" y="1648833"/>
                  </a:lnTo>
                  <a:lnTo>
                    <a:pt x="8030462" y="1648950"/>
                  </a:lnTo>
                  <a:lnTo>
                    <a:pt x="8032802" y="1648973"/>
                  </a:lnTo>
                  <a:lnTo>
                    <a:pt x="8032819" y="1648973"/>
                  </a:lnTo>
                  <a:lnTo>
                    <a:pt x="8554953" y="1648973"/>
                  </a:lnTo>
                  <a:lnTo>
                    <a:pt x="8554953" y="1648973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973" name="pl973"/>
            <p:cNvSpPr/>
            <p:nvPr/>
          </p:nvSpPr>
          <p:spPr>
            <a:xfrm>
              <a:off x="386606" y="4076896"/>
              <a:ext cx="8554953" cy="1648973"/>
            </a:xfrm>
            <a:custGeom>
              <a:avLst/>
              <a:pathLst>
                <a:path w="8554953" h="1648973">
                  <a:moveTo>
                    <a:pt x="8554953" y="1648973"/>
                  </a:moveTo>
                  <a:lnTo>
                    <a:pt x="8032819" y="1648973"/>
                  </a:lnTo>
                  <a:lnTo>
                    <a:pt x="8031552" y="1648961"/>
                  </a:lnTo>
                  <a:lnTo>
                    <a:pt x="8023268" y="1648873"/>
                  </a:lnTo>
                  <a:lnTo>
                    <a:pt x="8002557" y="1648631"/>
                  </a:lnTo>
                  <a:lnTo>
                    <a:pt x="7965966" y="1648154"/>
                  </a:lnTo>
                  <a:lnTo>
                    <a:pt x="7912314" y="1647374"/>
                  </a:lnTo>
                  <a:lnTo>
                    <a:pt x="7842750" y="1646238"/>
                  </a:lnTo>
                  <a:lnTo>
                    <a:pt x="7760358" y="1644716"/>
                  </a:lnTo>
                  <a:lnTo>
                    <a:pt x="7669385" y="1642799"/>
                  </a:lnTo>
                  <a:lnTo>
                    <a:pt x="7574338" y="1640491"/>
                  </a:lnTo>
                  <a:lnTo>
                    <a:pt x="7479235" y="1637801"/>
                  </a:lnTo>
                  <a:lnTo>
                    <a:pt x="7387161" y="1634735"/>
                  </a:lnTo>
                  <a:lnTo>
                    <a:pt x="7300137" y="1631287"/>
                  </a:lnTo>
                  <a:lnTo>
                    <a:pt x="7219208" y="1627435"/>
                  </a:lnTo>
                  <a:lnTo>
                    <a:pt x="7144650" y="1623142"/>
                  </a:lnTo>
                  <a:lnTo>
                    <a:pt x="7076183" y="1618352"/>
                  </a:lnTo>
                  <a:lnTo>
                    <a:pt x="7013175" y="1612995"/>
                  </a:lnTo>
                  <a:lnTo>
                    <a:pt x="6954787" y="1606991"/>
                  </a:lnTo>
                  <a:lnTo>
                    <a:pt x="6900090" y="1600251"/>
                  </a:lnTo>
                  <a:lnTo>
                    <a:pt x="6848151" y="1592694"/>
                  </a:lnTo>
                  <a:lnTo>
                    <a:pt x="6798114" y="1584263"/>
                  </a:lnTo>
                  <a:lnTo>
                    <a:pt x="6786527" y="1582149"/>
                  </a:lnTo>
                  <a:lnTo>
                    <a:pt x="6733186" y="1571651"/>
                  </a:lnTo>
                  <a:lnTo>
                    <a:pt x="6680361" y="1560059"/>
                  </a:lnTo>
                  <a:lnTo>
                    <a:pt x="6627488" y="1547358"/>
                  </a:lnTo>
                  <a:lnTo>
                    <a:pt x="6574188" y="1533572"/>
                  </a:lnTo>
                  <a:lnTo>
                    <a:pt x="6520244" y="1518769"/>
                  </a:lnTo>
                  <a:lnTo>
                    <a:pt x="6465576" y="1503065"/>
                  </a:lnTo>
                  <a:lnTo>
                    <a:pt x="6410228" y="1486620"/>
                  </a:lnTo>
                  <a:lnTo>
                    <a:pt x="6354345" y="1469636"/>
                  </a:lnTo>
                  <a:lnTo>
                    <a:pt x="6298143" y="1452344"/>
                  </a:lnTo>
                  <a:lnTo>
                    <a:pt x="6241882" y="1434996"/>
                  </a:lnTo>
                  <a:lnTo>
                    <a:pt x="6185827" y="1417846"/>
                  </a:lnTo>
                  <a:lnTo>
                    <a:pt x="6130220" y="1401136"/>
                  </a:lnTo>
                  <a:lnTo>
                    <a:pt x="6075239" y="1385081"/>
                  </a:lnTo>
                  <a:lnTo>
                    <a:pt x="6020976" y="1369862"/>
                  </a:lnTo>
                  <a:lnTo>
                    <a:pt x="5967409" y="1355614"/>
                  </a:lnTo>
                  <a:lnTo>
                    <a:pt x="5914384" y="1342427"/>
                  </a:lnTo>
                  <a:lnTo>
                    <a:pt x="5861595" y="1330344"/>
                  </a:lnTo>
                  <a:lnTo>
                    <a:pt x="5808565" y="1319366"/>
                  </a:lnTo>
                  <a:lnTo>
                    <a:pt x="5784835" y="1314849"/>
                  </a:lnTo>
                  <a:lnTo>
                    <a:pt x="5735137" y="1306209"/>
                  </a:lnTo>
                  <a:lnTo>
                    <a:pt x="5683719" y="1298450"/>
                  </a:lnTo>
                  <a:lnTo>
                    <a:pt x="5629754" y="1291525"/>
                  </a:lnTo>
                  <a:lnTo>
                    <a:pt x="5572320" y="1285355"/>
                  </a:lnTo>
                  <a:lnTo>
                    <a:pt x="5510480" y="1279854"/>
                  </a:lnTo>
                  <a:lnTo>
                    <a:pt x="5443366" y="1274937"/>
                  </a:lnTo>
                  <a:lnTo>
                    <a:pt x="5370283" y="1270532"/>
                  </a:lnTo>
                  <a:lnTo>
                    <a:pt x="5290855" y="1266580"/>
                  </a:lnTo>
                  <a:lnTo>
                    <a:pt x="5205204" y="1263039"/>
                  </a:lnTo>
                  <a:lnTo>
                    <a:pt x="5114176" y="1259885"/>
                  </a:lnTo>
                  <a:lnTo>
                    <a:pt x="5019548" y="1257107"/>
                  </a:lnTo>
                  <a:lnTo>
                    <a:pt x="4924156" y="1254708"/>
                  </a:lnTo>
                  <a:lnTo>
                    <a:pt x="4831825" y="1252698"/>
                  </a:lnTo>
                  <a:lnTo>
                    <a:pt x="4747006" y="1251083"/>
                  </a:lnTo>
                  <a:lnTo>
                    <a:pt x="4674085" y="1249858"/>
                  </a:lnTo>
                  <a:lnTo>
                    <a:pt x="4616502" y="1248997"/>
                  </a:lnTo>
                  <a:lnTo>
                    <a:pt x="4575911" y="1248455"/>
                  </a:lnTo>
                  <a:lnTo>
                    <a:pt x="4551690" y="1248165"/>
                  </a:lnTo>
                  <a:lnTo>
                    <a:pt x="4540900" y="1248048"/>
                  </a:lnTo>
                  <a:lnTo>
                    <a:pt x="4538560" y="1248024"/>
                  </a:lnTo>
                  <a:lnTo>
                    <a:pt x="4538543" y="1248024"/>
                  </a:lnTo>
                  <a:lnTo>
                    <a:pt x="4016409" y="1248024"/>
                  </a:lnTo>
                  <a:lnTo>
                    <a:pt x="4015165" y="1247987"/>
                  </a:lnTo>
                  <a:lnTo>
                    <a:pt x="4007026" y="1247719"/>
                  </a:lnTo>
                  <a:lnTo>
                    <a:pt x="3986664" y="1246978"/>
                  </a:lnTo>
                  <a:lnTo>
                    <a:pt x="3950657" y="1245522"/>
                  </a:lnTo>
                  <a:lnTo>
                    <a:pt x="3897797" y="1243137"/>
                  </a:lnTo>
                  <a:lnTo>
                    <a:pt x="3829151" y="1239661"/>
                  </a:lnTo>
                  <a:lnTo>
                    <a:pt x="3747694" y="1235001"/>
                  </a:lnTo>
                  <a:lnTo>
                    <a:pt x="3657568" y="1229125"/>
                  </a:lnTo>
                  <a:lnTo>
                    <a:pt x="3563208" y="1222047"/>
                  </a:lnTo>
                  <a:lnTo>
                    <a:pt x="3468596" y="1213796"/>
                  </a:lnTo>
                  <a:lnTo>
                    <a:pt x="3376820" y="1204387"/>
                  </a:lnTo>
                  <a:lnTo>
                    <a:pt x="3289930" y="1193804"/>
                  </a:lnTo>
                  <a:lnTo>
                    <a:pt x="3209015" y="1181987"/>
                  </a:lnTo>
                  <a:lnTo>
                    <a:pt x="3134395" y="1168824"/>
                  </a:lnTo>
                  <a:lnTo>
                    <a:pt x="3065832" y="1154150"/>
                  </a:lnTo>
                  <a:lnTo>
                    <a:pt x="3002728" y="1137757"/>
                  </a:lnTo>
                  <a:lnTo>
                    <a:pt x="2944275" y="1119397"/>
                  </a:lnTo>
                  <a:lnTo>
                    <a:pt x="2889565" y="1098804"/>
                  </a:lnTo>
                  <a:lnTo>
                    <a:pt x="2837679" y="1075724"/>
                  </a:lnTo>
                  <a:lnTo>
                    <a:pt x="2787764" y="1049969"/>
                  </a:lnTo>
                  <a:lnTo>
                    <a:pt x="2770117" y="1040020"/>
                  </a:lnTo>
                  <a:lnTo>
                    <a:pt x="2722485" y="1011026"/>
                  </a:lnTo>
                  <a:lnTo>
                    <a:pt x="2675319" y="979328"/>
                  </a:lnTo>
                  <a:lnTo>
                    <a:pt x="2628196" y="944880"/>
                  </a:lnTo>
                  <a:lnTo>
                    <a:pt x="2580813" y="907709"/>
                  </a:lnTo>
                  <a:lnTo>
                    <a:pt x="2532976" y="867930"/>
                  </a:lnTo>
                  <a:lnTo>
                    <a:pt x="2484581" y="825748"/>
                  </a:lnTo>
                  <a:lnTo>
                    <a:pt x="2435611" y="781458"/>
                  </a:lnTo>
                  <a:lnTo>
                    <a:pt x="2386120" y="735445"/>
                  </a:lnTo>
                  <a:lnTo>
                    <a:pt x="2336222" y="688170"/>
                  </a:lnTo>
                  <a:lnTo>
                    <a:pt x="2286076" y="640152"/>
                  </a:lnTo>
                  <a:lnTo>
                    <a:pt x="2235866" y="591944"/>
                  </a:lnTo>
                  <a:lnTo>
                    <a:pt x="2185783" y="544111"/>
                  </a:lnTo>
                  <a:lnTo>
                    <a:pt x="2136004" y="497199"/>
                  </a:lnTo>
                  <a:lnTo>
                    <a:pt x="2086676" y="451708"/>
                  </a:lnTo>
                  <a:lnTo>
                    <a:pt x="2037893" y="408077"/>
                  </a:lnTo>
                  <a:lnTo>
                    <a:pt x="1989688" y="366661"/>
                  </a:lnTo>
                  <a:lnTo>
                    <a:pt x="1942017" y="327726"/>
                  </a:lnTo>
                  <a:lnTo>
                    <a:pt x="1894747" y="291448"/>
                  </a:lnTo>
                  <a:lnTo>
                    <a:pt x="1847648" y="257910"/>
                  </a:lnTo>
                  <a:lnTo>
                    <a:pt x="1800381" y="227115"/>
                  </a:lnTo>
                  <a:lnTo>
                    <a:pt x="1768425" y="208004"/>
                  </a:lnTo>
                  <a:lnTo>
                    <a:pt x="1719036" y="181267"/>
                  </a:lnTo>
                  <a:lnTo>
                    <a:pt x="1667953" y="157239"/>
                  </a:lnTo>
                  <a:lnTo>
                    <a:pt x="1614365" y="135777"/>
                  </a:lnTo>
                  <a:lnTo>
                    <a:pt x="1557368" y="116643"/>
                  </a:lnTo>
                  <a:lnTo>
                    <a:pt x="1496041" y="99571"/>
                  </a:lnTo>
                  <a:lnTo>
                    <a:pt x="1429528" y="84304"/>
                  </a:lnTo>
                  <a:lnTo>
                    <a:pt x="1357140" y="70617"/>
                  </a:lnTo>
                  <a:lnTo>
                    <a:pt x="1278490" y="58331"/>
                  </a:lnTo>
                  <a:lnTo>
                    <a:pt x="1193673" y="47313"/>
                  </a:lnTo>
                  <a:lnTo>
                    <a:pt x="1103475" y="37485"/>
                  </a:lnTo>
                  <a:lnTo>
                    <a:pt x="1009583" y="28816"/>
                  </a:lnTo>
                  <a:lnTo>
                    <a:pt x="914713" y="21312"/>
                  </a:lnTo>
                  <a:lnTo>
                    <a:pt x="822561" y="15000"/>
                  </a:lnTo>
                  <a:lnTo>
                    <a:pt x="737469" y="9902"/>
                  </a:lnTo>
                  <a:lnTo>
                    <a:pt x="663784" y="6007"/>
                  </a:lnTo>
                  <a:lnTo>
                    <a:pt x="605000" y="3245"/>
                  </a:lnTo>
                  <a:lnTo>
                    <a:pt x="562937" y="1476"/>
                  </a:lnTo>
                  <a:lnTo>
                    <a:pt x="537222" y="505"/>
                  </a:lnTo>
                  <a:lnTo>
                    <a:pt x="525200" y="95"/>
                  </a:lnTo>
                  <a:lnTo>
                    <a:pt x="522193" y="1"/>
                  </a:lnTo>
                  <a:lnTo>
                    <a:pt x="522133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974" name="pg974"/>
            <p:cNvSpPr/>
            <p:nvPr/>
          </p:nvSpPr>
          <p:spPr>
            <a:xfrm>
              <a:off x="386606" y="3867951"/>
              <a:ext cx="8554953" cy="813192"/>
            </a:xfrm>
            <a:custGeom>
              <a:avLst/>
              <a:pathLst>
                <a:path w="8554953" h="813192">
                  <a:moveTo>
                    <a:pt x="0" y="118590"/>
                  </a:moveTo>
                  <a:lnTo>
                    <a:pt x="522133" y="118590"/>
                  </a:lnTo>
                  <a:lnTo>
                    <a:pt x="523395" y="118611"/>
                  </a:lnTo>
                  <a:lnTo>
                    <a:pt x="531645" y="118763"/>
                  </a:lnTo>
                  <a:lnTo>
                    <a:pt x="552274" y="119181"/>
                  </a:lnTo>
                  <a:lnTo>
                    <a:pt x="588729" y="120003"/>
                  </a:lnTo>
                  <a:lnTo>
                    <a:pt x="642195" y="121349"/>
                  </a:lnTo>
                  <a:lnTo>
                    <a:pt x="711545" y="123309"/>
                  </a:lnTo>
                  <a:lnTo>
                    <a:pt x="793719" y="125936"/>
                  </a:lnTo>
                  <a:lnTo>
                    <a:pt x="884496" y="129245"/>
                  </a:lnTo>
                  <a:lnTo>
                    <a:pt x="979384" y="133230"/>
                  </a:lnTo>
                  <a:lnTo>
                    <a:pt x="1074373" y="137874"/>
                  </a:lnTo>
                  <a:lnTo>
                    <a:pt x="1166379" y="143167"/>
                  </a:lnTo>
                  <a:lnTo>
                    <a:pt x="1253373" y="149121"/>
                  </a:lnTo>
                  <a:lnTo>
                    <a:pt x="1334299" y="155772"/>
                  </a:lnTo>
                  <a:lnTo>
                    <a:pt x="1408872" y="163184"/>
                  </a:lnTo>
                  <a:lnTo>
                    <a:pt x="1477361" y="171451"/>
                  </a:lnTo>
                  <a:lnTo>
                    <a:pt x="1540391" y="180694"/>
                  </a:lnTo>
                  <a:lnTo>
                    <a:pt x="1598794" y="191053"/>
                  </a:lnTo>
                  <a:lnTo>
                    <a:pt x="1653494" y="202679"/>
                  </a:lnTo>
                  <a:lnTo>
                    <a:pt x="1705419" y="215713"/>
                  </a:lnTo>
                  <a:lnTo>
                    <a:pt x="1755427" y="230255"/>
                  </a:lnTo>
                  <a:lnTo>
                    <a:pt x="1768425" y="234357"/>
                  </a:lnTo>
                  <a:lnTo>
                    <a:pt x="1820137" y="251956"/>
                  </a:lnTo>
                  <a:lnTo>
                    <a:pt x="1871347" y="271334"/>
                  </a:lnTo>
                  <a:lnTo>
                    <a:pt x="1922575" y="292519"/>
                  </a:lnTo>
                  <a:lnTo>
                    <a:pt x="1974178" y="315477"/>
                  </a:lnTo>
                  <a:lnTo>
                    <a:pt x="2026370" y="340107"/>
                  </a:lnTo>
                  <a:lnTo>
                    <a:pt x="2079239" y="366238"/>
                  </a:lnTo>
                  <a:lnTo>
                    <a:pt x="2132762" y="393629"/>
                  </a:lnTo>
                  <a:lnTo>
                    <a:pt x="2186825" y="421972"/>
                  </a:lnTo>
                  <a:lnTo>
                    <a:pt x="2241242" y="450913"/>
                  </a:lnTo>
                  <a:lnTo>
                    <a:pt x="2295785" y="480060"/>
                  </a:lnTo>
                  <a:lnTo>
                    <a:pt x="2350209" y="509012"/>
                  </a:lnTo>
                  <a:lnTo>
                    <a:pt x="2404284" y="537377"/>
                  </a:lnTo>
                  <a:lnTo>
                    <a:pt x="2457824" y="564799"/>
                  </a:lnTo>
                  <a:lnTo>
                    <a:pt x="2510712" y="590969"/>
                  </a:lnTo>
                  <a:lnTo>
                    <a:pt x="2562922" y="615643"/>
                  </a:lnTo>
                  <a:lnTo>
                    <a:pt x="2614540" y="638649"/>
                  </a:lnTo>
                  <a:lnTo>
                    <a:pt x="2665774" y="659883"/>
                  </a:lnTo>
                  <a:lnTo>
                    <a:pt x="2716978" y="679312"/>
                  </a:lnTo>
                  <a:lnTo>
                    <a:pt x="2768668" y="696960"/>
                  </a:lnTo>
                  <a:lnTo>
                    <a:pt x="2770117" y="697425"/>
                  </a:lnTo>
                  <a:lnTo>
                    <a:pt x="2819743" y="712373"/>
                  </a:lnTo>
                  <a:lnTo>
                    <a:pt x="2871083" y="725799"/>
                  </a:lnTo>
                  <a:lnTo>
                    <a:pt x="2924960" y="737784"/>
                  </a:lnTo>
                  <a:lnTo>
                    <a:pt x="2982292" y="748463"/>
                  </a:lnTo>
                  <a:lnTo>
                    <a:pt x="3044012" y="757987"/>
                  </a:lnTo>
                  <a:lnTo>
                    <a:pt x="3110986" y="766499"/>
                  </a:lnTo>
                  <a:lnTo>
                    <a:pt x="3183906" y="774127"/>
                  </a:lnTo>
                  <a:lnTo>
                    <a:pt x="3263153" y="780972"/>
                  </a:lnTo>
                  <a:lnTo>
                    <a:pt x="3348610" y="787105"/>
                  </a:lnTo>
                  <a:lnTo>
                    <a:pt x="3439444" y="792572"/>
                  </a:lnTo>
                  <a:lnTo>
                    <a:pt x="3533901" y="797387"/>
                  </a:lnTo>
                  <a:lnTo>
                    <a:pt x="3629174" y="801548"/>
                  </a:lnTo>
                  <a:lnTo>
                    <a:pt x="3721466" y="805038"/>
                  </a:lnTo>
                  <a:lnTo>
                    <a:pt x="3806352" y="807845"/>
                  </a:lnTo>
                  <a:lnTo>
                    <a:pt x="3879455" y="809978"/>
                  </a:lnTo>
                  <a:lnTo>
                    <a:pt x="3937321" y="811479"/>
                  </a:lnTo>
                  <a:lnTo>
                    <a:pt x="3978257" y="812428"/>
                  </a:lnTo>
                  <a:lnTo>
                    <a:pt x="4002824" y="812941"/>
                  </a:lnTo>
                  <a:lnTo>
                    <a:pt x="4013898" y="813149"/>
                  </a:lnTo>
                  <a:lnTo>
                    <a:pt x="4016409" y="813192"/>
                  </a:lnTo>
                  <a:lnTo>
                    <a:pt x="4538543" y="813192"/>
                  </a:lnTo>
                  <a:lnTo>
                    <a:pt x="4539802" y="813168"/>
                  </a:lnTo>
                  <a:lnTo>
                    <a:pt x="4548034" y="812992"/>
                  </a:lnTo>
                  <a:lnTo>
                    <a:pt x="4568621" y="812507"/>
                  </a:lnTo>
                  <a:lnTo>
                    <a:pt x="4605004" y="811553"/>
                  </a:lnTo>
                  <a:lnTo>
                    <a:pt x="4658373" y="809992"/>
                  </a:lnTo>
                  <a:lnTo>
                    <a:pt x="4727611" y="807718"/>
                  </a:lnTo>
                  <a:lnTo>
                    <a:pt x="4809671" y="804670"/>
                  </a:lnTo>
                  <a:lnTo>
                    <a:pt x="4900344" y="800830"/>
                  </a:lnTo>
                  <a:lnTo>
                    <a:pt x="4995148" y="796205"/>
                  </a:lnTo>
                  <a:lnTo>
                    <a:pt x="5090078" y="790816"/>
                  </a:lnTo>
                  <a:lnTo>
                    <a:pt x="5182047" y="784672"/>
                  </a:lnTo>
                  <a:lnTo>
                    <a:pt x="5269025" y="777762"/>
                  </a:lnTo>
                  <a:lnTo>
                    <a:pt x="5349950" y="770044"/>
                  </a:lnTo>
                  <a:lnTo>
                    <a:pt x="5424531" y="761443"/>
                  </a:lnTo>
                  <a:lnTo>
                    <a:pt x="5493031" y="751850"/>
                  </a:lnTo>
                  <a:lnTo>
                    <a:pt x="5556073" y="741126"/>
                  </a:lnTo>
                  <a:lnTo>
                    <a:pt x="5614484" y="729109"/>
                  </a:lnTo>
                  <a:lnTo>
                    <a:pt x="5669185" y="715624"/>
                  </a:lnTo>
                  <a:lnTo>
                    <a:pt x="5721104" y="700505"/>
                  </a:lnTo>
                  <a:lnTo>
                    <a:pt x="5771097" y="683637"/>
                  </a:lnTo>
                  <a:lnTo>
                    <a:pt x="5784835" y="678601"/>
                  </a:lnTo>
                  <a:lnTo>
                    <a:pt x="5835781" y="658461"/>
                  </a:lnTo>
                  <a:lnTo>
                    <a:pt x="5886232" y="636313"/>
                  </a:lnTo>
                  <a:lnTo>
                    <a:pt x="5936688" y="612128"/>
                  </a:lnTo>
                  <a:lnTo>
                    <a:pt x="5987496" y="585939"/>
                  </a:lnTo>
                  <a:lnTo>
                    <a:pt x="6038867" y="557854"/>
                  </a:lnTo>
                  <a:lnTo>
                    <a:pt x="6090893" y="528058"/>
                  </a:lnTo>
                  <a:lnTo>
                    <a:pt x="6143559" y="496813"/>
                  </a:lnTo>
                  <a:lnTo>
                    <a:pt x="6196765" y="464454"/>
                  </a:lnTo>
                  <a:lnTo>
                    <a:pt x="6250339" y="431371"/>
                  </a:lnTo>
                  <a:lnTo>
                    <a:pt x="6304066" y="397995"/>
                  </a:lnTo>
                  <a:lnTo>
                    <a:pt x="6357713" y="364771"/>
                  </a:lnTo>
                  <a:lnTo>
                    <a:pt x="6411056" y="332139"/>
                  </a:lnTo>
                  <a:lnTo>
                    <a:pt x="6463907" y="300504"/>
                  </a:lnTo>
                  <a:lnTo>
                    <a:pt x="6516141" y="270218"/>
                  </a:lnTo>
                  <a:lnTo>
                    <a:pt x="6567714" y="241569"/>
                  </a:lnTo>
                  <a:lnTo>
                    <a:pt x="6618683" y="214766"/>
                  </a:lnTo>
                  <a:lnTo>
                    <a:pt x="6669220" y="189941"/>
                  </a:lnTo>
                  <a:lnTo>
                    <a:pt x="6719626" y="167151"/>
                  </a:lnTo>
                  <a:lnTo>
                    <a:pt x="6770351" y="146384"/>
                  </a:lnTo>
                  <a:lnTo>
                    <a:pt x="6786527" y="140238"/>
                  </a:lnTo>
                  <a:lnTo>
                    <a:pt x="6836115" y="122872"/>
                  </a:lnTo>
                  <a:lnTo>
                    <a:pt x="6887414" y="107273"/>
                  </a:lnTo>
                  <a:lnTo>
                    <a:pt x="6941245" y="93346"/>
                  </a:lnTo>
                  <a:lnTo>
                    <a:pt x="6998524" y="80936"/>
                  </a:lnTo>
                  <a:lnTo>
                    <a:pt x="7060181" y="69868"/>
                  </a:lnTo>
                  <a:lnTo>
                    <a:pt x="7127081" y="59974"/>
                  </a:lnTo>
                  <a:lnTo>
                    <a:pt x="7199917" y="51107"/>
                  </a:lnTo>
                  <a:lnTo>
                    <a:pt x="7279068" y="43151"/>
                  </a:lnTo>
                  <a:lnTo>
                    <a:pt x="7364423" y="36021"/>
                  </a:lnTo>
                  <a:lnTo>
                    <a:pt x="7455156" y="29665"/>
                  </a:lnTo>
                  <a:lnTo>
                    <a:pt x="7549523" y="24064"/>
                  </a:lnTo>
                  <a:lnTo>
                    <a:pt x="7644732" y="19224"/>
                  </a:lnTo>
                  <a:lnTo>
                    <a:pt x="7737003" y="15163"/>
                  </a:lnTo>
                  <a:lnTo>
                    <a:pt x="7821924" y="11894"/>
                  </a:lnTo>
                  <a:lnTo>
                    <a:pt x="7895121" y="9407"/>
                  </a:lnTo>
                  <a:lnTo>
                    <a:pt x="7953135" y="7656"/>
                  </a:lnTo>
                  <a:lnTo>
                    <a:pt x="7994251" y="6545"/>
                  </a:lnTo>
                  <a:lnTo>
                    <a:pt x="8019001" y="5944"/>
                  </a:lnTo>
                  <a:lnTo>
                    <a:pt x="8030224" y="5698"/>
                  </a:lnTo>
                  <a:lnTo>
                    <a:pt x="8032819" y="5647"/>
                  </a:lnTo>
                  <a:lnTo>
                    <a:pt x="8554953" y="5647"/>
                  </a:lnTo>
                  <a:lnTo>
                    <a:pt x="8554953" y="0"/>
                  </a:lnTo>
                  <a:lnTo>
                    <a:pt x="8032819" y="0"/>
                  </a:lnTo>
                  <a:lnTo>
                    <a:pt x="8031560" y="24"/>
                  </a:lnTo>
                  <a:lnTo>
                    <a:pt x="8023328" y="200"/>
                  </a:lnTo>
                  <a:lnTo>
                    <a:pt x="8002741" y="685"/>
                  </a:lnTo>
                  <a:lnTo>
                    <a:pt x="7966358" y="1638"/>
                  </a:lnTo>
                  <a:lnTo>
                    <a:pt x="7912988" y="3200"/>
                  </a:lnTo>
                  <a:lnTo>
                    <a:pt x="7843751" y="5474"/>
                  </a:lnTo>
                  <a:lnTo>
                    <a:pt x="7761691" y="8521"/>
                  </a:lnTo>
                  <a:lnTo>
                    <a:pt x="7671018" y="12362"/>
                  </a:lnTo>
                  <a:lnTo>
                    <a:pt x="7576214" y="16986"/>
                  </a:lnTo>
                  <a:lnTo>
                    <a:pt x="7481284" y="22375"/>
                  </a:lnTo>
                  <a:lnTo>
                    <a:pt x="7389315" y="28519"/>
                  </a:lnTo>
                  <a:lnTo>
                    <a:pt x="7302337" y="35429"/>
                  </a:lnTo>
                  <a:lnTo>
                    <a:pt x="7221412" y="43148"/>
                  </a:lnTo>
                  <a:lnTo>
                    <a:pt x="7146831" y="51749"/>
                  </a:lnTo>
                  <a:lnTo>
                    <a:pt x="7078331" y="61342"/>
                  </a:lnTo>
                  <a:lnTo>
                    <a:pt x="7015288" y="72066"/>
                  </a:lnTo>
                  <a:lnTo>
                    <a:pt x="6956878" y="84083"/>
                  </a:lnTo>
                  <a:lnTo>
                    <a:pt x="6902177" y="97568"/>
                  </a:lnTo>
                  <a:lnTo>
                    <a:pt x="6850258" y="112686"/>
                  </a:lnTo>
                  <a:lnTo>
                    <a:pt x="6800265" y="129554"/>
                  </a:lnTo>
                  <a:lnTo>
                    <a:pt x="6786527" y="134590"/>
                  </a:lnTo>
                  <a:lnTo>
                    <a:pt x="6735581" y="154731"/>
                  </a:lnTo>
                  <a:lnTo>
                    <a:pt x="6685130" y="176878"/>
                  </a:lnTo>
                  <a:lnTo>
                    <a:pt x="6634674" y="201064"/>
                  </a:lnTo>
                  <a:lnTo>
                    <a:pt x="6583866" y="227253"/>
                  </a:lnTo>
                  <a:lnTo>
                    <a:pt x="6532495" y="255338"/>
                  </a:lnTo>
                  <a:lnTo>
                    <a:pt x="6480469" y="285134"/>
                  </a:lnTo>
                  <a:lnTo>
                    <a:pt x="6427803" y="316378"/>
                  </a:lnTo>
                  <a:lnTo>
                    <a:pt x="6374597" y="348738"/>
                  </a:lnTo>
                  <a:lnTo>
                    <a:pt x="6321023" y="381821"/>
                  </a:lnTo>
                  <a:lnTo>
                    <a:pt x="6267296" y="415197"/>
                  </a:lnTo>
                  <a:lnTo>
                    <a:pt x="6213649" y="448420"/>
                  </a:lnTo>
                  <a:lnTo>
                    <a:pt x="6160306" y="481053"/>
                  </a:lnTo>
                  <a:lnTo>
                    <a:pt x="6107455" y="512688"/>
                  </a:lnTo>
                  <a:lnTo>
                    <a:pt x="6055221" y="542973"/>
                  </a:lnTo>
                  <a:lnTo>
                    <a:pt x="6003648" y="571622"/>
                  </a:lnTo>
                  <a:lnTo>
                    <a:pt x="5952679" y="598425"/>
                  </a:lnTo>
                  <a:lnTo>
                    <a:pt x="5902142" y="623250"/>
                  </a:lnTo>
                  <a:lnTo>
                    <a:pt x="5851736" y="646041"/>
                  </a:lnTo>
                  <a:lnTo>
                    <a:pt x="5801011" y="666808"/>
                  </a:lnTo>
                  <a:lnTo>
                    <a:pt x="5784835" y="672954"/>
                  </a:lnTo>
                  <a:lnTo>
                    <a:pt x="5735247" y="690320"/>
                  </a:lnTo>
                  <a:lnTo>
                    <a:pt x="5683948" y="705919"/>
                  </a:lnTo>
                  <a:lnTo>
                    <a:pt x="5630117" y="719846"/>
                  </a:lnTo>
                  <a:lnTo>
                    <a:pt x="5572838" y="732256"/>
                  </a:lnTo>
                  <a:lnTo>
                    <a:pt x="5511181" y="743324"/>
                  </a:lnTo>
                  <a:lnTo>
                    <a:pt x="5444281" y="753218"/>
                  </a:lnTo>
                  <a:lnTo>
                    <a:pt x="5371445" y="762084"/>
                  </a:lnTo>
                  <a:lnTo>
                    <a:pt x="5292294" y="770040"/>
                  </a:lnTo>
                  <a:lnTo>
                    <a:pt x="5206939" y="777171"/>
                  </a:lnTo>
                  <a:lnTo>
                    <a:pt x="5116206" y="783527"/>
                  </a:lnTo>
                  <a:lnTo>
                    <a:pt x="5021839" y="789127"/>
                  </a:lnTo>
                  <a:lnTo>
                    <a:pt x="4926630" y="793967"/>
                  </a:lnTo>
                  <a:lnTo>
                    <a:pt x="4834359" y="798029"/>
                  </a:lnTo>
                  <a:lnTo>
                    <a:pt x="4749438" y="801298"/>
                  </a:lnTo>
                  <a:lnTo>
                    <a:pt x="4676241" y="803784"/>
                  </a:lnTo>
                  <a:lnTo>
                    <a:pt x="4618226" y="805536"/>
                  </a:lnTo>
                  <a:lnTo>
                    <a:pt x="4577111" y="806646"/>
                  </a:lnTo>
                  <a:lnTo>
                    <a:pt x="4552361" y="807247"/>
                  </a:lnTo>
                  <a:lnTo>
                    <a:pt x="4541138" y="807493"/>
                  </a:lnTo>
                  <a:lnTo>
                    <a:pt x="4538543" y="807545"/>
                  </a:lnTo>
                  <a:lnTo>
                    <a:pt x="4016409" y="807545"/>
                  </a:lnTo>
                  <a:lnTo>
                    <a:pt x="4015147" y="807524"/>
                  </a:lnTo>
                  <a:lnTo>
                    <a:pt x="4006897" y="807372"/>
                  </a:lnTo>
                  <a:lnTo>
                    <a:pt x="3986268" y="806954"/>
                  </a:lnTo>
                  <a:lnTo>
                    <a:pt x="3949813" y="806132"/>
                  </a:lnTo>
                  <a:lnTo>
                    <a:pt x="3896347" y="804786"/>
                  </a:lnTo>
                  <a:lnTo>
                    <a:pt x="3826997" y="802826"/>
                  </a:lnTo>
                  <a:lnTo>
                    <a:pt x="3744823" y="800199"/>
                  </a:lnTo>
                  <a:lnTo>
                    <a:pt x="3654046" y="796890"/>
                  </a:lnTo>
                  <a:lnTo>
                    <a:pt x="3559158" y="792905"/>
                  </a:lnTo>
                  <a:lnTo>
                    <a:pt x="3464169" y="788261"/>
                  </a:lnTo>
                  <a:lnTo>
                    <a:pt x="3372163" y="782968"/>
                  </a:lnTo>
                  <a:lnTo>
                    <a:pt x="3285169" y="777014"/>
                  </a:lnTo>
                  <a:lnTo>
                    <a:pt x="3204244" y="770363"/>
                  </a:lnTo>
                  <a:lnTo>
                    <a:pt x="3129670" y="762951"/>
                  </a:lnTo>
                  <a:lnTo>
                    <a:pt x="3061181" y="754684"/>
                  </a:lnTo>
                  <a:lnTo>
                    <a:pt x="2998151" y="745441"/>
                  </a:lnTo>
                  <a:lnTo>
                    <a:pt x="2939748" y="735082"/>
                  </a:lnTo>
                  <a:lnTo>
                    <a:pt x="2885048" y="723456"/>
                  </a:lnTo>
                  <a:lnTo>
                    <a:pt x="2833123" y="710422"/>
                  </a:lnTo>
                  <a:lnTo>
                    <a:pt x="2783115" y="695880"/>
                  </a:lnTo>
                  <a:lnTo>
                    <a:pt x="2770117" y="691778"/>
                  </a:lnTo>
                  <a:lnTo>
                    <a:pt x="2718405" y="674179"/>
                  </a:lnTo>
                  <a:lnTo>
                    <a:pt x="2667195" y="654801"/>
                  </a:lnTo>
                  <a:lnTo>
                    <a:pt x="2615967" y="633616"/>
                  </a:lnTo>
                  <a:lnTo>
                    <a:pt x="2564364" y="610658"/>
                  </a:lnTo>
                  <a:lnTo>
                    <a:pt x="2512172" y="586028"/>
                  </a:lnTo>
                  <a:lnTo>
                    <a:pt x="2459303" y="559897"/>
                  </a:lnTo>
                  <a:lnTo>
                    <a:pt x="2405780" y="532507"/>
                  </a:lnTo>
                  <a:lnTo>
                    <a:pt x="2351717" y="504163"/>
                  </a:lnTo>
                  <a:lnTo>
                    <a:pt x="2297300" y="475222"/>
                  </a:lnTo>
                  <a:lnTo>
                    <a:pt x="2242757" y="446075"/>
                  </a:lnTo>
                  <a:lnTo>
                    <a:pt x="2188333" y="417123"/>
                  </a:lnTo>
                  <a:lnTo>
                    <a:pt x="2134258" y="388758"/>
                  </a:lnTo>
                  <a:lnTo>
                    <a:pt x="2080718" y="361336"/>
                  </a:lnTo>
                  <a:lnTo>
                    <a:pt x="2027830" y="335167"/>
                  </a:lnTo>
                  <a:lnTo>
                    <a:pt x="1975620" y="310492"/>
                  </a:lnTo>
                  <a:lnTo>
                    <a:pt x="1924003" y="287486"/>
                  </a:lnTo>
                  <a:lnTo>
                    <a:pt x="1872768" y="266252"/>
                  </a:lnTo>
                  <a:lnTo>
                    <a:pt x="1821564" y="246823"/>
                  </a:lnTo>
                  <a:lnTo>
                    <a:pt x="1769874" y="229176"/>
                  </a:lnTo>
                  <a:lnTo>
                    <a:pt x="1768425" y="228710"/>
                  </a:lnTo>
                  <a:lnTo>
                    <a:pt x="1718799" y="213762"/>
                  </a:lnTo>
                  <a:lnTo>
                    <a:pt x="1667459" y="200336"/>
                  </a:lnTo>
                  <a:lnTo>
                    <a:pt x="1613582" y="188351"/>
                  </a:lnTo>
                  <a:lnTo>
                    <a:pt x="1556250" y="177672"/>
                  </a:lnTo>
                  <a:lnTo>
                    <a:pt x="1494530" y="168148"/>
                  </a:lnTo>
                  <a:lnTo>
                    <a:pt x="1427556" y="159636"/>
                  </a:lnTo>
                  <a:lnTo>
                    <a:pt x="1354636" y="152008"/>
                  </a:lnTo>
                  <a:lnTo>
                    <a:pt x="1275389" y="145163"/>
                  </a:lnTo>
                  <a:lnTo>
                    <a:pt x="1189933" y="139030"/>
                  </a:lnTo>
                  <a:lnTo>
                    <a:pt x="1099098" y="133563"/>
                  </a:lnTo>
                  <a:lnTo>
                    <a:pt x="1004641" y="128748"/>
                  </a:lnTo>
                  <a:lnTo>
                    <a:pt x="909369" y="124587"/>
                  </a:lnTo>
                  <a:lnTo>
                    <a:pt x="817076" y="121098"/>
                  </a:lnTo>
                  <a:lnTo>
                    <a:pt x="732190" y="118290"/>
                  </a:lnTo>
                  <a:lnTo>
                    <a:pt x="659088" y="116157"/>
                  </a:lnTo>
                  <a:lnTo>
                    <a:pt x="601221" y="114656"/>
                  </a:lnTo>
                  <a:lnTo>
                    <a:pt x="560285" y="113707"/>
                  </a:lnTo>
                  <a:lnTo>
                    <a:pt x="535718" y="113194"/>
                  </a:lnTo>
                  <a:lnTo>
                    <a:pt x="524645" y="112986"/>
                  </a:lnTo>
                  <a:lnTo>
                    <a:pt x="522133" y="112943"/>
                  </a:lnTo>
                  <a:lnTo>
                    <a:pt x="0" y="112943"/>
                  </a:lnTo>
                  <a:close/>
                </a:path>
              </a:pathLst>
            </a:custGeom>
            <a:solidFill>
              <a:srgbClr val="F28E5B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975" name="pl975"/>
            <p:cNvSpPr/>
            <p:nvPr/>
          </p:nvSpPr>
          <p:spPr>
            <a:xfrm>
              <a:off x="386606" y="3873598"/>
              <a:ext cx="8554953" cy="807545"/>
            </a:xfrm>
            <a:custGeom>
              <a:avLst/>
              <a:pathLst>
                <a:path w="8554953" h="807545">
                  <a:moveTo>
                    <a:pt x="0" y="112943"/>
                  </a:moveTo>
                  <a:lnTo>
                    <a:pt x="522133" y="112943"/>
                  </a:lnTo>
                  <a:lnTo>
                    <a:pt x="523395" y="112964"/>
                  </a:lnTo>
                  <a:lnTo>
                    <a:pt x="531645" y="113115"/>
                  </a:lnTo>
                  <a:lnTo>
                    <a:pt x="552274" y="113534"/>
                  </a:lnTo>
                  <a:lnTo>
                    <a:pt x="588729" y="114356"/>
                  </a:lnTo>
                  <a:lnTo>
                    <a:pt x="642195" y="115702"/>
                  </a:lnTo>
                  <a:lnTo>
                    <a:pt x="711545" y="117662"/>
                  </a:lnTo>
                  <a:lnTo>
                    <a:pt x="793719" y="120289"/>
                  </a:lnTo>
                  <a:lnTo>
                    <a:pt x="884496" y="123598"/>
                  </a:lnTo>
                  <a:lnTo>
                    <a:pt x="979384" y="127583"/>
                  </a:lnTo>
                  <a:lnTo>
                    <a:pt x="1074373" y="132227"/>
                  </a:lnTo>
                  <a:lnTo>
                    <a:pt x="1166379" y="137520"/>
                  </a:lnTo>
                  <a:lnTo>
                    <a:pt x="1253373" y="143474"/>
                  </a:lnTo>
                  <a:lnTo>
                    <a:pt x="1334299" y="150125"/>
                  </a:lnTo>
                  <a:lnTo>
                    <a:pt x="1408872" y="157537"/>
                  </a:lnTo>
                  <a:lnTo>
                    <a:pt x="1477361" y="165804"/>
                  </a:lnTo>
                  <a:lnTo>
                    <a:pt x="1540391" y="175047"/>
                  </a:lnTo>
                  <a:lnTo>
                    <a:pt x="1598794" y="185406"/>
                  </a:lnTo>
                  <a:lnTo>
                    <a:pt x="1653494" y="197032"/>
                  </a:lnTo>
                  <a:lnTo>
                    <a:pt x="1705419" y="210066"/>
                  </a:lnTo>
                  <a:lnTo>
                    <a:pt x="1755427" y="224608"/>
                  </a:lnTo>
                  <a:lnTo>
                    <a:pt x="1768425" y="228710"/>
                  </a:lnTo>
                  <a:lnTo>
                    <a:pt x="1820137" y="246309"/>
                  </a:lnTo>
                  <a:lnTo>
                    <a:pt x="1871347" y="265687"/>
                  </a:lnTo>
                  <a:lnTo>
                    <a:pt x="1922575" y="286872"/>
                  </a:lnTo>
                  <a:lnTo>
                    <a:pt x="1974178" y="309830"/>
                  </a:lnTo>
                  <a:lnTo>
                    <a:pt x="2026370" y="334460"/>
                  </a:lnTo>
                  <a:lnTo>
                    <a:pt x="2079239" y="360591"/>
                  </a:lnTo>
                  <a:lnTo>
                    <a:pt x="2132762" y="387981"/>
                  </a:lnTo>
                  <a:lnTo>
                    <a:pt x="2186825" y="416325"/>
                  </a:lnTo>
                  <a:lnTo>
                    <a:pt x="2241242" y="445266"/>
                  </a:lnTo>
                  <a:lnTo>
                    <a:pt x="2295785" y="474413"/>
                  </a:lnTo>
                  <a:lnTo>
                    <a:pt x="2350209" y="503365"/>
                  </a:lnTo>
                  <a:lnTo>
                    <a:pt x="2404284" y="531730"/>
                  </a:lnTo>
                  <a:lnTo>
                    <a:pt x="2457824" y="559152"/>
                  </a:lnTo>
                  <a:lnTo>
                    <a:pt x="2510712" y="585321"/>
                  </a:lnTo>
                  <a:lnTo>
                    <a:pt x="2562922" y="609996"/>
                  </a:lnTo>
                  <a:lnTo>
                    <a:pt x="2614540" y="633002"/>
                  </a:lnTo>
                  <a:lnTo>
                    <a:pt x="2665774" y="654236"/>
                  </a:lnTo>
                  <a:lnTo>
                    <a:pt x="2716978" y="673665"/>
                  </a:lnTo>
                  <a:lnTo>
                    <a:pt x="2768668" y="691312"/>
                  </a:lnTo>
                  <a:lnTo>
                    <a:pt x="2770117" y="691778"/>
                  </a:lnTo>
                  <a:lnTo>
                    <a:pt x="2819743" y="706725"/>
                  </a:lnTo>
                  <a:lnTo>
                    <a:pt x="2871083" y="720151"/>
                  </a:lnTo>
                  <a:lnTo>
                    <a:pt x="2924960" y="732137"/>
                  </a:lnTo>
                  <a:lnTo>
                    <a:pt x="2982292" y="742816"/>
                  </a:lnTo>
                  <a:lnTo>
                    <a:pt x="3044012" y="752339"/>
                  </a:lnTo>
                  <a:lnTo>
                    <a:pt x="3110986" y="760852"/>
                  </a:lnTo>
                  <a:lnTo>
                    <a:pt x="3183906" y="768480"/>
                  </a:lnTo>
                  <a:lnTo>
                    <a:pt x="3263153" y="775325"/>
                  </a:lnTo>
                  <a:lnTo>
                    <a:pt x="3348610" y="781458"/>
                  </a:lnTo>
                  <a:lnTo>
                    <a:pt x="3439444" y="786925"/>
                  </a:lnTo>
                  <a:lnTo>
                    <a:pt x="3533901" y="791740"/>
                  </a:lnTo>
                  <a:lnTo>
                    <a:pt x="3629174" y="795901"/>
                  </a:lnTo>
                  <a:lnTo>
                    <a:pt x="3721466" y="799390"/>
                  </a:lnTo>
                  <a:lnTo>
                    <a:pt x="3806352" y="802197"/>
                  </a:lnTo>
                  <a:lnTo>
                    <a:pt x="3879455" y="804331"/>
                  </a:lnTo>
                  <a:lnTo>
                    <a:pt x="3937321" y="805832"/>
                  </a:lnTo>
                  <a:lnTo>
                    <a:pt x="3978257" y="806781"/>
                  </a:lnTo>
                  <a:lnTo>
                    <a:pt x="4002824" y="807293"/>
                  </a:lnTo>
                  <a:lnTo>
                    <a:pt x="4013898" y="807502"/>
                  </a:lnTo>
                  <a:lnTo>
                    <a:pt x="4016385" y="807545"/>
                  </a:lnTo>
                  <a:lnTo>
                    <a:pt x="4016409" y="807545"/>
                  </a:lnTo>
                  <a:lnTo>
                    <a:pt x="4538543" y="807545"/>
                  </a:lnTo>
                  <a:lnTo>
                    <a:pt x="4539802" y="807520"/>
                  </a:lnTo>
                  <a:lnTo>
                    <a:pt x="4548034" y="807345"/>
                  </a:lnTo>
                  <a:lnTo>
                    <a:pt x="4568621" y="806859"/>
                  </a:lnTo>
                  <a:lnTo>
                    <a:pt x="4605004" y="805906"/>
                  </a:lnTo>
                  <a:lnTo>
                    <a:pt x="4658373" y="804345"/>
                  </a:lnTo>
                  <a:lnTo>
                    <a:pt x="4727611" y="802071"/>
                  </a:lnTo>
                  <a:lnTo>
                    <a:pt x="4809671" y="799023"/>
                  </a:lnTo>
                  <a:lnTo>
                    <a:pt x="4900344" y="795182"/>
                  </a:lnTo>
                  <a:lnTo>
                    <a:pt x="4995148" y="790558"/>
                  </a:lnTo>
                  <a:lnTo>
                    <a:pt x="5090078" y="785169"/>
                  </a:lnTo>
                  <a:lnTo>
                    <a:pt x="5182047" y="779025"/>
                  </a:lnTo>
                  <a:lnTo>
                    <a:pt x="5269025" y="772115"/>
                  </a:lnTo>
                  <a:lnTo>
                    <a:pt x="5349950" y="764397"/>
                  </a:lnTo>
                  <a:lnTo>
                    <a:pt x="5424531" y="755796"/>
                  </a:lnTo>
                  <a:lnTo>
                    <a:pt x="5493031" y="746202"/>
                  </a:lnTo>
                  <a:lnTo>
                    <a:pt x="5556073" y="735479"/>
                  </a:lnTo>
                  <a:lnTo>
                    <a:pt x="5614484" y="723462"/>
                  </a:lnTo>
                  <a:lnTo>
                    <a:pt x="5669185" y="709977"/>
                  </a:lnTo>
                  <a:lnTo>
                    <a:pt x="5721104" y="694858"/>
                  </a:lnTo>
                  <a:lnTo>
                    <a:pt x="5771097" y="677990"/>
                  </a:lnTo>
                  <a:lnTo>
                    <a:pt x="5784835" y="672954"/>
                  </a:lnTo>
                  <a:lnTo>
                    <a:pt x="5835781" y="652814"/>
                  </a:lnTo>
                  <a:lnTo>
                    <a:pt x="5886232" y="630666"/>
                  </a:lnTo>
                  <a:lnTo>
                    <a:pt x="5936688" y="606481"/>
                  </a:lnTo>
                  <a:lnTo>
                    <a:pt x="5987496" y="580292"/>
                  </a:lnTo>
                  <a:lnTo>
                    <a:pt x="6038867" y="552207"/>
                  </a:lnTo>
                  <a:lnTo>
                    <a:pt x="6090893" y="522411"/>
                  </a:lnTo>
                  <a:lnTo>
                    <a:pt x="6143559" y="491166"/>
                  </a:lnTo>
                  <a:lnTo>
                    <a:pt x="6196765" y="458807"/>
                  </a:lnTo>
                  <a:lnTo>
                    <a:pt x="6250339" y="425724"/>
                  </a:lnTo>
                  <a:lnTo>
                    <a:pt x="6304066" y="392348"/>
                  </a:lnTo>
                  <a:lnTo>
                    <a:pt x="6357713" y="359124"/>
                  </a:lnTo>
                  <a:lnTo>
                    <a:pt x="6411056" y="326492"/>
                  </a:lnTo>
                  <a:lnTo>
                    <a:pt x="6463907" y="294856"/>
                  </a:lnTo>
                  <a:lnTo>
                    <a:pt x="6516141" y="264571"/>
                  </a:lnTo>
                  <a:lnTo>
                    <a:pt x="6567714" y="235922"/>
                  </a:lnTo>
                  <a:lnTo>
                    <a:pt x="6618683" y="209119"/>
                  </a:lnTo>
                  <a:lnTo>
                    <a:pt x="6669220" y="184294"/>
                  </a:lnTo>
                  <a:lnTo>
                    <a:pt x="6719626" y="161504"/>
                  </a:lnTo>
                  <a:lnTo>
                    <a:pt x="6770351" y="140737"/>
                  </a:lnTo>
                  <a:lnTo>
                    <a:pt x="6786527" y="134590"/>
                  </a:lnTo>
                  <a:lnTo>
                    <a:pt x="6836115" y="117225"/>
                  </a:lnTo>
                  <a:lnTo>
                    <a:pt x="6887414" y="101626"/>
                  </a:lnTo>
                  <a:lnTo>
                    <a:pt x="6941245" y="87699"/>
                  </a:lnTo>
                  <a:lnTo>
                    <a:pt x="6998524" y="75289"/>
                  </a:lnTo>
                  <a:lnTo>
                    <a:pt x="7060181" y="64221"/>
                  </a:lnTo>
                  <a:lnTo>
                    <a:pt x="7127081" y="54327"/>
                  </a:lnTo>
                  <a:lnTo>
                    <a:pt x="7199917" y="45460"/>
                  </a:lnTo>
                  <a:lnTo>
                    <a:pt x="7279068" y="37504"/>
                  </a:lnTo>
                  <a:lnTo>
                    <a:pt x="7364423" y="30373"/>
                  </a:lnTo>
                  <a:lnTo>
                    <a:pt x="7455156" y="24018"/>
                  </a:lnTo>
                  <a:lnTo>
                    <a:pt x="7549523" y="18417"/>
                  </a:lnTo>
                  <a:lnTo>
                    <a:pt x="7644732" y="13577"/>
                  </a:lnTo>
                  <a:lnTo>
                    <a:pt x="7737003" y="9516"/>
                  </a:lnTo>
                  <a:lnTo>
                    <a:pt x="7821924" y="6247"/>
                  </a:lnTo>
                  <a:lnTo>
                    <a:pt x="7895121" y="3760"/>
                  </a:lnTo>
                  <a:lnTo>
                    <a:pt x="7953135" y="2008"/>
                  </a:lnTo>
                  <a:lnTo>
                    <a:pt x="7994251" y="898"/>
                  </a:lnTo>
                  <a:lnTo>
                    <a:pt x="8019001" y="297"/>
                  </a:lnTo>
                  <a:lnTo>
                    <a:pt x="8030224" y="51"/>
                  </a:lnTo>
                  <a:lnTo>
                    <a:pt x="8032790" y="0"/>
                  </a:lnTo>
                  <a:lnTo>
                    <a:pt x="8032819" y="0"/>
                  </a:lnTo>
                  <a:lnTo>
                    <a:pt x="8554953" y="0"/>
                  </a:lnTo>
                  <a:lnTo>
                    <a:pt x="8554953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976" name="pl976"/>
            <p:cNvSpPr/>
            <p:nvPr/>
          </p:nvSpPr>
          <p:spPr>
            <a:xfrm>
              <a:off x="386606" y="3867951"/>
              <a:ext cx="8554953" cy="807545"/>
            </a:xfrm>
            <a:custGeom>
              <a:avLst/>
              <a:pathLst>
                <a:path w="8554953" h="807545">
                  <a:moveTo>
                    <a:pt x="8554953" y="0"/>
                  </a:moveTo>
                  <a:lnTo>
                    <a:pt x="8032819" y="0"/>
                  </a:lnTo>
                  <a:lnTo>
                    <a:pt x="8031560" y="24"/>
                  </a:lnTo>
                  <a:lnTo>
                    <a:pt x="8023328" y="200"/>
                  </a:lnTo>
                  <a:lnTo>
                    <a:pt x="8002741" y="685"/>
                  </a:lnTo>
                  <a:lnTo>
                    <a:pt x="7966358" y="1638"/>
                  </a:lnTo>
                  <a:lnTo>
                    <a:pt x="7912988" y="3200"/>
                  </a:lnTo>
                  <a:lnTo>
                    <a:pt x="7843751" y="5474"/>
                  </a:lnTo>
                  <a:lnTo>
                    <a:pt x="7761691" y="8521"/>
                  </a:lnTo>
                  <a:lnTo>
                    <a:pt x="7671018" y="12362"/>
                  </a:lnTo>
                  <a:lnTo>
                    <a:pt x="7576214" y="16986"/>
                  </a:lnTo>
                  <a:lnTo>
                    <a:pt x="7481284" y="22375"/>
                  </a:lnTo>
                  <a:lnTo>
                    <a:pt x="7389315" y="28519"/>
                  </a:lnTo>
                  <a:lnTo>
                    <a:pt x="7302337" y="35429"/>
                  </a:lnTo>
                  <a:lnTo>
                    <a:pt x="7221412" y="43148"/>
                  </a:lnTo>
                  <a:lnTo>
                    <a:pt x="7146831" y="51749"/>
                  </a:lnTo>
                  <a:lnTo>
                    <a:pt x="7078331" y="61342"/>
                  </a:lnTo>
                  <a:lnTo>
                    <a:pt x="7015288" y="72066"/>
                  </a:lnTo>
                  <a:lnTo>
                    <a:pt x="6956878" y="84083"/>
                  </a:lnTo>
                  <a:lnTo>
                    <a:pt x="6902177" y="97568"/>
                  </a:lnTo>
                  <a:lnTo>
                    <a:pt x="6850258" y="112686"/>
                  </a:lnTo>
                  <a:lnTo>
                    <a:pt x="6800265" y="129554"/>
                  </a:lnTo>
                  <a:lnTo>
                    <a:pt x="6786527" y="134590"/>
                  </a:lnTo>
                  <a:lnTo>
                    <a:pt x="6735581" y="154731"/>
                  </a:lnTo>
                  <a:lnTo>
                    <a:pt x="6685130" y="176878"/>
                  </a:lnTo>
                  <a:lnTo>
                    <a:pt x="6634674" y="201064"/>
                  </a:lnTo>
                  <a:lnTo>
                    <a:pt x="6583866" y="227253"/>
                  </a:lnTo>
                  <a:lnTo>
                    <a:pt x="6532495" y="255338"/>
                  </a:lnTo>
                  <a:lnTo>
                    <a:pt x="6480469" y="285134"/>
                  </a:lnTo>
                  <a:lnTo>
                    <a:pt x="6427803" y="316378"/>
                  </a:lnTo>
                  <a:lnTo>
                    <a:pt x="6374597" y="348738"/>
                  </a:lnTo>
                  <a:lnTo>
                    <a:pt x="6321023" y="381821"/>
                  </a:lnTo>
                  <a:lnTo>
                    <a:pt x="6267296" y="415197"/>
                  </a:lnTo>
                  <a:lnTo>
                    <a:pt x="6213649" y="448420"/>
                  </a:lnTo>
                  <a:lnTo>
                    <a:pt x="6160306" y="481053"/>
                  </a:lnTo>
                  <a:lnTo>
                    <a:pt x="6107455" y="512688"/>
                  </a:lnTo>
                  <a:lnTo>
                    <a:pt x="6055221" y="542973"/>
                  </a:lnTo>
                  <a:lnTo>
                    <a:pt x="6003648" y="571622"/>
                  </a:lnTo>
                  <a:lnTo>
                    <a:pt x="5952679" y="598425"/>
                  </a:lnTo>
                  <a:lnTo>
                    <a:pt x="5902142" y="623250"/>
                  </a:lnTo>
                  <a:lnTo>
                    <a:pt x="5851736" y="646041"/>
                  </a:lnTo>
                  <a:lnTo>
                    <a:pt x="5801011" y="666808"/>
                  </a:lnTo>
                  <a:lnTo>
                    <a:pt x="5784835" y="672954"/>
                  </a:lnTo>
                  <a:lnTo>
                    <a:pt x="5735247" y="690320"/>
                  </a:lnTo>
                  <a:lnTo>
                    <a:pt x="5683948" y="705919"/>
                  </a:lnTo>
                  <a:lnTo>
                    <a:pt x="5630117" y="719846"/>
                  </a:lnTo>
                  <a:lnTo>
                    <a:pt x="5572838" y="732256"/>
                  </a:lnTo>
                  <a:lnTo>
                    <a:pt x="5511181" y="743324"/>
                  </a:lnTo>
                  <a:lnTo>
                    <a:pt x="5444281" y="753218"/>
                  </a:lnTo>
                  <a:lnTo>
                    <a:pt x="5371445" y="762084"/>
                  </a:lnTo>
                  <a:lnTo>
                    <a:pt x="5292294" y="770040"/>
                  </a:lnTo>
                  <a:lnTo>
                    <a:pt x="5206939" y="777171"/>
                  </a:lnTo>
                  <a:lnTo>
                    <a:pt x="5116206" y="783527"/>
                  </a:lnTo>
                  <a:lnTo>
                    <a:pt x="5021839" y="789127"/>
                  </a:lnTo>
                  <a:lnTo>
                    <a:pt x="4926630" y="793967"/>
                  </a:lnTo>
                  <a:lnTo>
                    <a:pt x="4834359" y="798029"/>
                  </a:lnTo>
                  <a:lnTo>
                    <a:pt x="4749438" y="801298"/>
                  </a:lnTo>
                  <a:lnTo>
                    <a:pt x="4676241" y="803784"/>
                  </a:lnTo>
                  <a:lnTo>
                    <a:pt x="4618226" y="805536"/>
                  </a:lnTo>
                  <a:lnTo>
                    <a:pt x="4577111" y="806646"/>
                  </a:lnTo>
                  <a:lnTo>
                    <a:pt x="4552361" y="807247"/>
                  </a:lnTo>
                  <a:lnTo>
                    <a:pt x="4541138" y="807493"/>
                  </a:lnTo>
                  <a:lnTo>
                    <a:pt x="4538571" y="807544"/>
                  </a:lnTo>
                  <a:lnTo>
                    <a:pt x="4538543" y="807545"/>
                  </a:lnTo>
                  <a:lnTo>
                    <a:pt x="4016409" y="807545"/>
                  </a:lnTo>
                  <a:lnTo>
                    <a:pt x="4015147" y="807524"/>
                  </a:lnTo>
                  <a:lnTo>
                    <a:pt x="4006897" y="807372"/>
                  </a:lnTo>
                  <a:lnTo>
                    <a:pt x="3986268" y="806954"/>
                  </a:lnTo>
                  <a:lnTo>
                    <a:pt x="3949813" y="806132"/>
                  </a:lnTo>
                  <a:lnTo>
                    <a:pt x="3896347" y="804786"/>
                  </a:lnTo>
                  <a:lnTo>
                    <a:pt x="3826997" y="802826"/>
                  </a:lnTo>
                  <a:lnTo>
                    <a:pt x="3744823" y="800199"/>
                  </a:lnTo>
                  <a:lnTo>
                    <a:pt x="3654046" y="796890"/>
                  </a:lnTo>
                  <a:lnTo>
                    <a:pt x="3559158" y="792905"/>
                  </a:lnTo>
                  <a:lnTo>
                    <a:pt x="3464169" y="788261"/>
                  </a:lnTo>
                  <a:lnTo>
                    <a:pt x="3372163" y="782968"/>
                  </a:lnTo>
                  <a:lnTo>
                    <a:pt x="3285169" y="777014"/>
                  </a:lnTo>
                  <a:lnTo>
                    <a:pt x="3204244" y="770363"/>
                  </a:lnTo>
                  <a:lnTo>
                    <a:pt x="3129670" y="762951"/>
                  </a:lnTo>
                  <a:lnTo>
                    <a:pt x="3061181" y="754684"/>
                  </a:lnTo>
                  <a:lnTo>
                    <a:pt x="2998151" y="745441"/>
                  </a:lnTo>
                  <a:lnTo>
                    <a:pt x="2939748" y="735082"/>
                  </a:lnTo>
                  <a:lnTo>
                    <a:pt x="2885048" y="723456"/>
                  </a:lnTo>
                  <a:lnTo>
                    <a:pt x="2833123" y="710422"/>
                  </a:lnTo>
                  <a:lnTo>
                    <a:pt x="2783115" y="695880"/>
                  </a:lnTo>
                  <a:lnTo>
                    <a:pt x="2770117" y="691778"/>
                  </a:lnTo>
                  <a:lnTo>
                    <a:pt x="2718405" y="674179"/>
                  </a:lnTo>
                  <a:lnTo>
                    <a:pt x="2667195" y="654801"/>
                  </a:lnTo>
                  <a:lnTo>
                    <a:pt x="2615967" y="633616"/>
                  </a:lnTo>
                  <a:lnTo>
                    <a:pt x="2564364" y="610658"/>
                  </a:lnTo>
                  <a:lnTo>
                    <a:pt x="2512172" y="586028"/>
                  </a:lnTo>
                  <a:lnTo>
                    <a:pt x="2459303" y="559897"/>
                  </a:lnTo>
                  <a:lnTo>
                    <a:pt x="2405780" y="532507"/>
                  </a:lnTo>
                  <a:lnTo>
                    <a:pt x="2351717" y="504163"/>
                  </a:lnTo>
                  <a:lnTo>
                    <a:pt x="2297300" y="475222"/>
                  </a:lnTo>
                  <a:lnTo>
                    <a:pt x="2242757" y="446075"/>
                  </a:lnTo>
                  <a:lnTo>
                    <a:pt x="2188333" y="417123"/>
                  </a:lnTo>
                  <a:lnTo>
                    <a:pt x="2134258" y="388758"/>
                  </a:lnTo>
                  <a:lnTo>
                    <a:pt x="2080718" y="361336"/>
                  </a:lnTo>
                  <a:lnTo>
                    <a:pt x="2027830" y="335167"/>
                  </a:lnTo>
                  <a:lnTo>
                    <a:pt x="1975620" y="310492"/>
                  </a:lnTo>
                  <a:lnTo>
                    <a:pt x="1924003" y="287486"/>
                  </a:lnTo>
                  <a:lnTo>
                    <a:pt x="1872768" y="266252"/>
                  </a:lnTo>
                  <a:lnTo>
                    <a:pt x="1821564" y="246823"/>
                  </a:lnTo>
                  <a:lnTo>
                    <a:pt x="1769874" y="229176"/>
                  </a:lnTo>
                  <a:lnTo>
                    <a:pt x="1768425" y="228710"/>
                  </a:lnTo>
                  <a:lnTo>
                    <a:pt x="1718799" y="213762"/>
                  </a:lnTo>
                  <a:lnTo>
                    <a:pt x="1667459" y="200336"/>
                  </a:lnTo>
                  <a:lnTo>
                    <a:pt x="1613582" y="188351"/>
                  </a:lnTo>
                  <a:lnTo>
                    <a:pt x="1556250" y="177672"/>
                  </a:lnTo>
                  <a:lnTo>
                    <a:pt x="1494530" y="168148"/>
                  </a:lnTo>
                  <a:lnTo>
                    <a:pt x="1427556" y="159636"/>
                  </a:lnTo>
                  <a:lnTo>
                    <a:pt x="1354636" y="152008"/>
                  </a:lnTo>
                  <a:lnTo>
                    <a:pt x="1275389" y="145163"/>
                  </a:lnTo>
                  <a:lnTo>
                    <a:pt x="1189933" y="139030"/>
                  </a:lnTo>
                  <a:lnTo>
                    <a:pt x="1099098" y="133563"/>
                  </a:lnTo>
                  <a:lnTo>
                    <a:pt x="1004641" y="128748"/>
                  </a:lnTo>
                  <a:lnTo>
                    <a:pt x="909369" y="124587"/>
                  </a:lnTo>
                  <a:lnTo>
                    <a:pt x="817076" y="121098"/>
                  </a:lnTo>
                  <a:lnTo>
                    <a:pt x="732190" y="118290"/>
                  </a:lnTo>
                  <a:lnTo>
                    <a:pt x="659088" y="116157"/>
                  </a:lnTo>
                  <a:lnTo>
                    <a:pt x="601221" y="114656"/>
                  </a:lnTo>
                  <a:lnTo>
                    <a:pt x="560285" y="113707"/>
                  </a:lnTo>
                  <a:lnTo>
                    <a:pt x="535718" y="113194"/>
                  </a:lnTo>
                  <a:lnTo>
                    <a:pt x="524645" y="112986"/>
                  </a:lnTo>
                  <a:lnTo>
                    <a:pt x="522157" y="112943"/>
                  </a:lnTo>
                  <a:lnTo>
                    <a:pt x="522133" y="112943"/>
                  </a:lnTo>
                  <a:lnTo>
                    <a:pt x="0" y="112943"/>
                  </a:lnTo>
                  <a:lnTo>
                    <a:pt x="0" y="112943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977" name="pg977"/>
            <p:cNvSpPr/>
            <p:nvPr/>
          </p:nvSpPr>
          <p:spPr>
            <a:xfrm>
              <a:off x="386606" y="1055660"/>
              <a:ext cx="8554953" cy="2445225"/>
            </a:xfrm>
            <a:custGeom>
              <a:avLst/>
              <a:pathLst>
                <a:path w="8554953" h="2445225">
                  <a:moveTo>
                    <a:pt x="0" y="2445225"/>
                  </a:moveTo>
                  <a:lnTo>
                    <a:pt x="522133" y="2445225"/>
                  </a:lnTo>
                  <a:lnTo>
                    <a:pt x="523342" y="2445167"/>
                  </a:lnTo>
                  <a:lnTo>
                    <a:pt x="531257" y="2444759"/>
                  </a:lnTo>
                  <a:lnTo>
                    <a:pt x="551077" y="2443629"/>
                  </a:lnTo>
                  <a:lnTo>
                    <a:pt x="586176" y="2441409"/>
                  </a:lnTo>
                  <a:lnTo>
                    <a:pt x="637804" y="2437770"/>
                  </a:lnTo>
                  <a:lnTo>
                    <a:pt x="705014" y="2432461"/>
                  </a:lnTo>
                  <a:lnTo>
                    <a:pt x="785000" y="2425333"/>
                  </a:lnTo>
                  <a:lnTo>
                    <a:pt x="873781" y="2416334"/>
                  </a:lnTo>
                  <a:lnTo>
                    <a:pt x="967044" y="2405480"/>
                  </a:lnTo>
                  <a:lnTo>
                    <a:pt x="1060863" y="2392816"/>
                  </a:lnTo>
                  <a:lnTo>
                    <a:pt x="1152147" y="2378369"/>
                  </a:lnTo>
                  <a:lnTo>
                    <a:pt x="1238804" y="2362121"/>
                  </a:lnTo>
                  <a:lnTo>
                    <a:pt x="1319682" y="2343987"/>
                  </a:lnTo>
                  <a:lnTo>
                    <a:pt x="1394391" y="2323805"/>
                  </a:lnTo>
                  <a:lnTo>
                    <a:pt x="1463103" y="2301336"/>
                  </a:lnTo>
                  <a:lnTo>
                    <a:pt x="1526359" y="2276271"/>
                  </a:lnTo>
                  <a:lnTo>
                    <a:pt x="1584922" y="2248240"/>
                  </a:lnTo>
                  <a:lnTo>
                    <a:pt x="1639665" y="2216838"/>
                  </a:lnTo>
                  <a:lnTo>
                    <a:pt x="1691484" y="2181669"/>
                  </a:lnTo>
                  <a:lnTo>
                    <a:pt x="1741224" y="2142422"/>
                  </a:lnTo>
                  <a:lnTo>
                    <a:pt x="1768425" y="2118630"/>
                  </a:lnTo>
                  <a:lnTo>
                    <a:pt x="1810820" y="2078347"/>
                  </a:lnTo>
                  <a:lnTo>
                    <a:pt x="1852805" y="2034717"/>
                  </a:lnTo>
                  <a:lnTo>
                    <a:pt x="1894693" y="1987674"/>
                  </a:lnTo>
                  <a:lnTo>
                    <a:pt x="1936718" y="1937225"/>
                  </a:lnTo>
                  <a:lnTo>
                    <a:pt x="1979045" y="1883459"/>
                  </a:lnTo>
                  <a:lnTo>
                    <a:pt x="2021778" y="1826551"/>
                  </a:lnTo>
                  <a:lnTo>
                    <a:pt x="2064965" y="1766767"/>
                  </a:lnTo>
                  <a:lnTo>
                    <a:pt x="2108603" y="1704462"/>
                  </a:lnTo>
                  <a:lnTo>
                    <a:pt x="2152645" y="1640077"/>
                  </a:lnTo>
                  <a:lnTo>
                    <a:pt x="2197009" y="1574126"/>
                  </a:lnTo>
                  <a:lnTo>
                    <a:pt x="2241585" y="1507180"/>
                  </a:lnTo>
                  <a:lnTo>
                    <a:pt x="2286244" y="1439847"/>
                  </a:lnTo>
                  <a:lnTo>
                    <a:pt x="2330851" y="1372751"/>
                  </a:lnTo>
                  <a:lnTo>
                    <a:pt x="2375277" y="1306507"/>
                  </a:lnTo>
                  <a:lnTo>
                    <a:pt x="2419405" y="1241697"/>
                  </a:lnTo>
                  <a:lnTo>
                    <a:pt x="2463146" y="1178850"/>
                  </a:lnTo>
                  <a:lnTo>
                    <a:pt x="2506443" y="1118425"/>
                  </a:lnTo>
                  <a:lnTo>
                    <a:pt x="2549283" y="1060799"/>
                  </a:lnTo>
                  <a:lnTo>
                    <a:pt x="2591700" y="1006260"/>
                  </a:lnTo>
                  <a:lnTo>
                    <a:pt x="2633785" y="955004"/>
                  </a:lnTo>
                  <a:lnTo>
                    <a:pt x="2675687" y="907140"/>
                  </a:lnTo>
                  <a:lnTo>
                    <a:pt x="2717623" y="862694"/>
                  </a:lnTo>
                  <a:lnTo>
                    <a:pt x="2759887" y="821618"/>
                  </a:lnTo>
                  <a:lnTo>
                    <a:pt x="2770117" y="812251"/>
                  </a:lnTo>
                  <a:lnTo>
                    <a:pt x="2819020" y="770657"/>
                  </a:lnTo>
                  <a:lnTo>
                    <a:pt x="2869578" y="733235"/>
                  </a:lnTo>
                  <a:lnTo>
                    <a:pt x="2922576" y="699770"/>
                  </a:lnTo>
                  <a:lnTo>
                    <a:pt x="2978891" y="669904"/>
                  </a:lnTo>
                  <a:lnTo>
                    <a:pt x="3039418" y="643227"/>
                  </a:lnTo>
                  <a:lnTo>
                    <a:pt x="3104993" y="619348"/>
                  </a:lnTo>
                  <a:lnTo>
                    <a:pt x="3176297" y="597921"/>
                  </a:lnTo>
                  <a:lnTo>
                    <a:pt x="3253731" y="578666"/>
                  </a:lnTo>
                  <a:lnTo>
                    <a:pt x="3337243" y="561378"/>
                  </a:lnTo>
                  <a:lnTo>
                    <a:pt x="3426132" y="545929"/>
                  </a:lnTo>
                  <a:lnTo>
                    <a:pt x="3518850" y="532266"/>
                  </a:lnTo>
                  <a:lnTo>
                    <a:pt x="3612861" y="520394"/>
                  </a:lnTo>
                  <a:lnTo>
                    <a:pt x="3704671" y="510353"/>
                  </a:lnTo>
                  <a:lnTo>
                    <a:pt x="3790109" y="502179"/>
                  </a:lnTo>
                  <a:lnTo>
                    <a:pt x="3864908" y="495864"/>
                  </a:lnTo>
                  <a:lnTo>
                    <a:pt x="3925503" y="491315"/>
                  </a:lnTo>
                  <a:lnTo>
                    <a:pt x="3969840" y="488337"/>
                  </a:lnTo>
                  <a:lnTo>
                    <a:pt x="3997924" y="486641"/>
                  </a:lnTo>
                  <a:lnTo>
                    <a:pt x="4011969" y="485875"/>
                  </a:lnTo>
                  <a:lnTo>
                    <a:pt x="4016192" y="485666"/>
                  </a:lnTo>
                  <a:lnTo>
                    <a:pt x="4016409" y="485656"/>
                  </a:lnTo>
                  <a:lnTo>
                    <a:pt x="4538543" y="485656"/>
                  </a:lnTo>
                  <a:lnTo>
                    <a:pt x="4539809" y="485642"/>
                  </a:lnTo>
                  <a:lnTo>
                    <a:pt x="4548086" y="485537"/>
                  </a:lnTo>
                  <a:lnTo>
                    <a:pt x="4568779" y="485246"/>
                  </a:lnTo>
                  <a:lnTo>
                    <a:pt x="4605340" y="484677"/>
                  </a:lnTo>
                  <a:lnTo>
                    <a:pt x="4658952" y="483743"/>
                  </a:lnTo>
                  <a:lnTo>
                    <a:pt x="4728469" y="482385"/>
                  </a:lnTo>
                  <a:lnTo>
                    <a:pt x="4810814" y="480564"/>
                  </a:lnTo>
                  <a:lnTo>
                    <a:pt x="4901745" y="478270"/>
                  </a:lnTo>
                  <a:lnTo>
                    <a:pt x="4996757" y="475509"/>
                  </a:lnTo>
                  <a:lnTo>
                    <a:pt x="5091835" y="472292"/>
                  </a:lnTo>
                  <a:lnTo>
                    <a:pt x="5183894" y="468624"/>
                  </a:lnTo>
                  <a:lnTo>
                    <a:pt x="5270912" y="464499"/>
                  </a:lnTo>
                  <a:lnTo>
                    <a:pt x="5351840" y="459891"/>
                  </a:lnTo>
                  <a:lnTo>
                    <a:pt x="5426402" y="454754"/>
                  </a:lnTo>
                  <a:lnTo>
                    <a:pt x="5494873" y="449024"/>
                  </a:lnTo>
                  <a:lnTo>
                    <a:pt x="5557886" y="442617"/>
                  </a:lnTo>
                  <a:lnTo>
                    <a:pt x="5616278" y="435436"/>
                  </a:lnTo>
                  <a:lnTo>
                    <a:pt x="5670975" y="427374"/>
                  </a:lnTo>
                  <a:lnTo>
                    <a:pt x="5722911" y="418336"/>
                  </a:lnTo>
                  <a:lnTo>
                    <a:pt x="5772942" y="408252"/>
                  </a:lnTo>
                  <a:lnTo>
                    <a:pt x="5784835" y="405655"/>
                  </a:lnTo>
                  <a:lnTo>
                    <a:pt x="5837801" y="393181"/>
                  </a:lnTo>
                  <a:lnTo>
                    <a:pt x="5890255" y="379415"/>
                  </a:lnTo>
                  <a:lnTo>
                    <a:pt x="5942749" y="364340"/>
                  </a:lnTo>
                  <a:lnTo>
                    <a:pt x="5995658" y="347983"/>
                  </a:lnTo>
                  <a:lnTo>
                    <a:pt x="6049198" y="330423"/>
                  </a:lnTo>
                  <a:lnTo>
                    <a:pt x="6103452" y="311794"/>
                  </a:lnTo>
                  <a:lnTo>
                    <a:pt x="6158379" y="292281"/>
                  </a:lnTo>
                  <a:lnTo>
                    <a:pt x="6213844" y="272119"/>
                  </a:lnTo>
                  <a:lnTo>
                    <a:pt x="6269636" y="251578"/>
                  </a:lnTo>
                  <a:lnTo>
                    <a:pt x="6325505" y="230951"/>
                  </a:lnTo>
                  <a:lnTo>
                    <a:pt x="6381187" y="210537"/>
                  </a:lnTo>
                  <a:lnTo>
                    <a:pt x="6436445" y="190620"/>
                  </a:lnTo>
                  <a:lnTo>
                    <a:pt x="6491097" y="171457"/>
                  </a:lnTo>
                  <a:lnTo>
                    <a:pt x="6545045" y="153263"/>
                  </a:lnTo>
                  <a:lnTo>
                    <a:pt x="6598299" y="136203"/>
                  </a:lnTo>
                  <a:lnTo>
                    <a:pt x="6650996" y="120385"/>
                  </a:lnTo>
                  <a:lnTo>
                    <a:pt x="6703418" y="105867"/>
                  </a:lnTo>
                  <a:lnTo>
                    <a:pt x="6756010" y="92656"/>
                  </a:lnTo>
                  <a:lnTo>
                    <a:pt x="6786527" y="85648"/>
                  </a:lnTo>
                  <a:lnTo>
                    <a:pt x="6836209" y="75308"/>
                  </a:lnTo>
                  <a:lnTo>
                    <a:pt x="6887610" y="66021"/>
                  </a:lnTo>
                  <a:lnTo>
                    <a:pt x="6941556" y="57732"/>
                  </a:lnTo>
                  <a:lnTo>
                    <a:pt x="6998968" y="50347"/>
                  </a:lnTo>
                  <a:lnTo>
                    <a:pt x="7060782" y="43762"/>
                  </a:lnTo>
                  <a:lnTo>
                    <a:pt x="7127866" y="37877"/>
                  </a:lnTo>
                  <a:lnTo>
                    <a:pt x="7200913" y="32603"/>
                  </a:lnTo>
                  <a:lnTo>
                    <a:pt x="7280302" y="27873"/>
                  </a:lnTo>
                  <a:lnTo>
                    <a:pt x="7365911" y="23634"/>
                  </a:lnTo>
                  <a:lnTo>
                    <a:pt x="7456897" y="19857"/>
                  </a:lnTo>
                  <a:lnTo>
                    <a:pt x="7551487" y="16530"/>
                  </a:lnTo>
                  <a:lnTo>
                    <a:pt x="7646854" y="13658"/>
                  </a:lnTo>
                  <a:lnTo>
                    <a:pt x="7739176" y="11250"/>
                  </a:lnTo>
                  <a:lnTo>
                    <a:pt x="7824010" y="9315"/>
                  </a:lnTo>
                  <a:lnTo>
                    <a:pt x="7896971" y="7847"/>
                  </a:lnTo>
                  <a:lnTo>
                    <a:pt x="7954616" y="6816"/>
                  </a:lnTo>
                  <a:lnTo>
                    <a:pt x="7995282" y="6165"/>
                  </a:lnTo>
                  <a:lnTo>
                    <a:pt x="8019577" y="5816"/>
                  </a:lnTo>
                  <a:lnTo>
                    <a:pt x="8030429" y="5675"/>
                  </a:lnTo>
                  <a:lnTo>
                    <a:pt x="8032819" y="5647"/>
                  </a:lnTo>
                  <a:lnTo>
                    <a:pt x="8554953" y="5647"/>
                  </a:lnTo>
                  <a:lnTo>
                    <a:pt x="8554953" y="0"/>
                  </a:lnTo>
                  <a:lnTo>
                    <a:pt x="8032819" y="0"/>
                  </a:lnTo>
                  <a:lnTo>
                    <a:pt x="8031553" y="14"/>
                  </a:lnTo>
                  <a:lnTo>
                    <a:pt x="8023276" y="119"/>
                  </a:lnTo>
                  <a:lnTo>
                    <a:pt x="8002583" y="409"/>
                  </a:lnTo>
                  <a:lnTo>
                    <a:pt x="7966022" y="979"/>
                  </a:lnTo>
                  <a:lnTo>
                    <a:pt x="7912410" y="1912"/>
                  </a:lnTo>
                  <a:lnTo>
                    <a:pt x="7842893" y="3271"/>
                  </a:lnTo>
                  <a:lnTo>
                    <a:pt x="7760548" y="5092"/>
                  </a:lnTo>
                  <a:lnTo>
                    <a:pt x="7669617" y="7386"/>
                  </a:lnTo>
                  <a:lnTo>
                    <a:pt x="7574605" y="10147"/>
                  </a:lnTo>
                  <a:lnTo>
                    <a:pt x="7479527" y="13364"/>
                  </a:lnTo>
                  <a:lnTo>
                    <a:pt x="7387468" y="17032"/>
                  </a:lnTo>
                  <a:lnTo>
                    <a:pt x="7300450" y="21157"/>
                  </a:lnTo>
                  <a:lnTo>
                    <a:pt x="7219522" y="25765"/>
                  </a:lnTo>
                  <a:lnTo>
                    <a:pt x="7144960" y="30901"/>
                  </a:lnTo>
                  <a:lnTo>
                    <a:pt x="7076489" y="36631"/>
                  </a:lnTo>
                  <a:lnTo>
                    <a:pt x="7013476" y="43038"/>
                  </a:lnTo>
                  <a:lnTo>
                    <a:pt x="6955084" y="50220"/>
                  </a:lnTo>
                  <a:lnTo>
                    <a:pt x="6900387" y="58281"/>
                  </a:lnTo>
                  <a:lnTo>
                    <a:pt x="6848451" y="67320"/>
                  </a:lnTo>
                  <a:lnTo>
                    <a:pt x="6798420" y="77404"/>
                  </a:lnTo>
                  <a:lnTo>
                    <a:pt x="6786527" y="80001"/>
                  </a:lnTo>
                  <a:lnTo>
                    <a:pt x="6733561" y="92475"/>
                  </a:lnTo>
                  <a:lnTo>
                    <a:pt x="6681107" y="106241"/>
                  </a:lnTo>
                  <a:lnTo>
                    <a:pt x="6628613" y="121316"/>
                  </a:lnTo>
                  <a:lnTo>
                    <a:pt x="6575704" y="137672"/>
                  </a:lnTo>
                  <a:lnTo>
                    <a:pt x="6522164" y="155232"/>
                  </a:lnTo>
                  <a:lnTo>
                    <a:pt x="6467910" y="173862"/>
                  </a:lnTo>
                  <a:lnTo>
                    <a:pt x="6412983" y="193374"/>
                  </a:lnTo>
                  <a:lnTo>
                    <a:pt x="6357518" y="213537"/>
                  </a:lnTo>
                  <a:lnTo>
                    <a:pt x="6301726" y="234078"/>
                  </a:lnTo>
                  <a:lnTo>
                    <a:pt x="6245857" y="254704"/>
                  </a:lnTo>
                  <a:lnTo>
                    <a:pt x="6190175" y="275119"/>
                  </a:lnTo>
                  <a:lnTo>
                    <a:pt x="6134917" y="295036"/>
                  </a:lnTo>
                  <a:lnTo>
                    <a:pt x="6080265" y="314199"/>
                  </a:lnTo>
                  <a:lnTo>
                    <a:pt x="6026317" y="332392"/>
                  </a:lnTo>
                  <a:lnTo>
                    <a:pt x="5973063" y="349453"/>
                  </a:lnTo>
                  <a:lnTo>
                    <a:pt x="5920366" y="365271"/>
                  </a:lnTo>
                  <a:lnTo>
                    <a:pt x="5867944" y="379789"/>
                  </a:lnTo>
                  <a:lnTo>
                    <a:pt x="5815352" y="393000"/>
                  </a:lnTo>
                  <a:lnTo>
                    <a:pt x="5784835" y="400007"/>
                  </a:lnTo>
                  <a:lnTo>
                    <a:pt x="5735153" y="410348"/>
                  </a:lnTo>
                  <a:lnTo>
                    <a:pt x="5683752" y="419635"/>
                  </a:lnTo>
                  <a:lnTo>
                    <a:pt x="5629806" y="427924"/>
                  </a:lnTo>
                  <a:lnTo>
                    <a:pt x="5572394" y="435309"/>
                  </a:lnTo>
                  <a:lnTo>
                    <a:pt x="5510580" y="441894"/>
                  </a:lnTo>
                  <a:lnTo>
                    <a:pt x="5443496" y="447779"/>
                  </a:lnTo>
                  <a:lnTo>
                    <a:pt x="5370449" y="453052"/>
                  </a:lnTo>
                  <a:lnTo>
                    <a:pt x="5291060" y="457783"/>
                  </a:lnTo>
                  <a:lnTo>
                    <a:pt x="5205451" y="462022"/>
                  </a:lnTo>
                  <a:lnTo>
                    <a:pt x="5114465" y="465799"/>
                  </a:lnTo>
                  <a:lnTo>
                    <a:pt x="5019875" y="469125"/>
                  </a:lnTo>
                  <a:lnTo>
                    <a:pt x="4924508" y="471998"/>
                  </a:lnTo>
                  <a:lnTo>
                    <a:pt x="4832186" y="474405"/>
                  </a:lnTo>
                  <a:lnTo>
                    <a:pt x="4747351" y="476340"/>
                  </a:lnTo>
                  <a:lnTo>
                    <a:pt x="4674391" y="477809"/>
                  </a:lnTo>
                  <a:lnTo>
                    <a:pt x="4616746" y="478840"/>
                  </a:lnTo>
                  <a:lnTo>
                    <a:pt x="4576080" y="479491"/>
                  </a:lnTo>
                  <a:lnTo>
                    <a:pt x="4551785" y="479840"/>
                  </a:lnTo>
                  <a:lnTo>
                    <a:pt x="4540933" y="479981"/>
                  </a:lnTo>
                  <a:lnTo>
                    <a:pt x="4538543" y="480009"/>
                  </a:lnTo>
                  <a:lnTo>
                    <a:pt x="4016409" y="480009"/>
                  </a:lnTo>
                  <a:lnTo>
                    <a:pt x="4015200" y="480066"/>
                  </a:lnTo>
                  <a:lnTo>
                    <a:pt x="4007285" y="480475"/>
                  </a:lnTo>
                  <a:lnTo>
                    <a:pt x="3987465" y="481605"/>
                  </a:lnTo>
                  <a:lnTo>
                    <a:pt x="3952366" y="483825"/>
                  </a:lnTo>
                  <a:lnTo>
                    <a:pt x="3900739" y="487464"/>
                  </a:lnTo>
                  <a:lnTo>
                    <a:pt x="3833528" y="492773"/>
                  </a:lnTo>
                  <a:lnTo>
                    <a:pt x="3753542" y="499901"/>
                  </a:lnTo>
                  <a:lnTo>
                    <a:pt x="3664761" y="508900"/>
                  </a:lnTo>
                  <a:lnTo>
                    <a:pt x="3571498" y="519753"/>
                  </a:lnTo>
                  <a:lnTo>
                    <a:pt x="3477679" y="532418"/>
                  </a:lnTo>
                  <a:lnTo>
                    <a:pt x="3386395" y="546865"/>
                  </a:lnTo>
                  <a:lnTo>
                    <a:pt x="3299738" y="563113"/>
                  </a:lnTo>
                  <a:lnTo>
                    <a:pt x="3218860" y="581247"/>
                  </a:lnTo>
                  <a:lnTo>
                    <a:pt x="3144151" y="601429"/>
                  </a:lnTo>
                  <a:lnTo>
                    <a:pt x="3075439" y="623897"/>
                  </a:lnTo>
                  <a:lnTo>
                    <a:pt x="3012183" y="648963"/>
                  </a:lnTo>
                  <a:lnTo>
                    <a:pt x="2953620" y="676994"/>
                  </a:lnTo>
                  <a:lnTo>
                    <a:pt x="2898877" y="708396"/>
                  </a:lnTo>
                  <a:lnTo>
                    <a:pt x="2847058" y="743565"/>
                  </a:lnTo>
                  <a:lnTo>
                    <a:pt x="2797318" y="782812"/>
                  </a:lnTo>
                  <a:lnTo>
                    <a:pt x="2770117" y="806604"/>
                  </a:lnTo>
                  <a:lnTo>
                    <a:pt x="2727722" y="846886"/>
                  </a:lnTo>
                  <a:lnTo>
                    <a:pt x="2685737" y="890517"/>
                  </a:lnTo>
                  <a:lnTo>
                    <a:pt x="2643849" y="937560"/>
                  </a:lnTo>
                  <a:lnTo>
                    <a:pt x="2601825" y="988008"/>
                  </a:lnTo>
                  <a:lnTo>
                    <a:pt x="2559497" y="1041774"/>
                  </a:lnTo>
                  <a:lnTo>
                    <a:pt x="2516764" y="1098682"/>
                  </a:lnTo>
                  <a:lnTo>
                    <a:pt x="2473577" y="1158467"/>
                  </a:lnTo>
                  <a:lnTo>
                    <a:pt x="2429940" y="1220772"/>
                  </a:lnTo>
                  <a:lnTo>
                    <a:pt x="2385897" y="1285156"/>
                  </a:lnTo>
                  <a:lnTo>
                    <a:pt x="2341533" y="1351108"/>
                  </a:lnTo>
                  <a:lnTo>
                    <a:pt x="2296958" y="1418054"/>
                  </a:lnTo>
                  <a:lnTo>
                    <a:pt x="2252299" y="1485387"/>
                  </a:lnTo>
                  <a:lnTo>
                    <a:pt x="2207691" y="1552483"/>
                  </a:lnTo>
                  <a:lnTo>
                    <a:pt x="2163265" y="1618726"/>
                  </a:lnTo>
                  <a:lnTo>
                    <a:pt x="2119137" y="1683536"/>
                  </a:lnTo>
                  <a:lnTo>
                    <a:pt x="2075396" y="1746383"/>
                  </a:lnTo>
                  <a:lnTo>
                    <a:pt x="2032099" y="1806808"/>
                  </a:lnTo>
                  <a:lnTo>
                    <a:pt x="1989259" y="1864435"/>
                  </a:lnTo>
                  <a:lnTo>
                    <a:pt x="1946842" y="1918974"/>
                  </a:lnTo>
                  <a:lnTo>
                    <a:pt x="1904757" y="1970230"/>
                  </a:lnTo>
                  <a:lnTo>
                    <a:pt x="1862855" y="2018094"/>
                  </a:lnTo>
                  <a:lnTo>
                    <a:pt x="1820919" y="2062540"/>
                  </a:lnTo>
                  <a:lnTo>
                    <a:pt x="1778655" y="2103616"/>
                  </a:lnTo>
                  <a:lnTo>
                    <a:pt x="1768425" y="2112983"/>
                  </a:lnTo>
                  <a:lnTo>
                    <a:pt x="1719522" y="2154577"/>
                  </a:lnTo>
                  <a:lnTo>
                    <a:pt x="1668964" y="2191999"/>
                  </a:lnTo>
                  <a:lnTo>
                    <a:pt x="1615967" y="2225463"/>
                  </a:lnTo>
                  <a:lnTo>
                    <a:pt x="1559652" y="2255330"/>
                  </a:lnTo>
                  <a:lnTo>
                    <a:pt x="1499124" y="2282007"/>
                  </a:lnTo>
                  <a:lnTo>
                    <a:pt x="1433549" y="2305886"/>
                  </a:lnTo>
                  <a:lnTo>
                    <a:pt x="1362245" y="2327313"/>
                  </a:lnTo>
                  <a:lnTo>
                    <a:pt x="1284811" y="2346568"/>
                  </a:lnTo>
                  <a:lnTo>
                    <a:pt x="1201299" y="2363856"/>
                  </a:lnTo>
                  <a:lnTo>
                    <a:pt x="1112410" y="2379304"/>
                  </a:lnTo>
                  <a:lnTo>
                    <a:pt x="1019692" y="2392967"/>
                  </a:lnTo>
                  <a:lnTo>
                    <a:pt x="925681" y="2404840"/>
                  </a:lnTo>
                  <a:lnTo>
                    <a:pt x="833871" y="2414881"/>
                  </a:lnTo>
                  <a:lnTo>
                    <a:pt x="748434" y="2423055"/>
                  </a:lnTo>
                  <a:lnTo>
                    <a:pt x="673635" y="2429370"/>
                  </a:lnTo>
                  <a:lnTo>
                    <a:pt x="613039" y="2433919"/>
                  </a:lnTo>
                  <a:lnTo>
                    <a:pt x="568702" y="2436896"/>
                  </a:lnTo>
                  <a:lnTo>
                    <a:pt x="540618" y="2438592"/>
                  </a:lnTo>
                  <a:lnTo>
                    <a:pt x="526573" y="2439358"/>
                  </a:lnTo>
                  <a:lnTo>
                    <a:pt x="522350" y="2439567"/>
                  </a:lnTo>
                  <a:lnTo>
                    <a:pt x="522133" y="2439577"/>
                  </a:lnTo>
                  <a:lnTo>
                    <a:pt x="0" y="2439577"/>
                  </a:lnTo>
                  <a:close/>
                </a:path>
              </a:pathLst>
            </a:custGeom>
            <a:solidFill>
              <a:srgbClr val="F28E5B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978" name="pl978"/>
            <p:cNvSpPr/>
            <p:nvPr/>
          </p:nvSpPr>
          <p:spPr>
            <a:xfrm>
              <a:off x="386606" y="1061307"/>
              <a:ext cx="8554953" cy="2439577"/>
            </a:xfrm>
            <a:custGeom>
              <a:avLst/>
              <a:pathLst>
                <a:path w="8554953" h="2439577">
                  <a:moveTo>
                    <a:pt x="0" y="2439577"/>
                  </a:moveTo>
                  <a:lnTo>
                    <a:pt x="522133" y="2439577"/>
                  </a:lnTo>
                  <a:lnTo>
                    <a:pt x="523342" y="2439520"/>
                  </a:lnTo>
                  <a:lnTo>
                    <a:pt x="531257" y="2439112"/>
                  </a:lnTo>
                  <a:lnTo>
                    <a:pt x="551077" y="2437982"/>
                  </a:lnTo>
                  <a:lnTo>
                    <a:pt x="586176" y="2435762"/>
                  </a:lnTo>
                  <a:lnTo>
                    <a:pt x="637804" y="2432123"/>
                  </a:lnTo>
                  <a:lnTo>
                    <a:pt x="705014" y="2426814"/>
                  </a:lnTo>
                  <a:lnTo>
                    <a:pt x="785000" y="2419686"/>
                  </a:lnTo>
                  <a:lnTo>
                    <a:pt x="873781" y="2410687"/>
                  </a:lnTo>
                  <a:lnTo>
                    <a:pt x="967044" y="2399833"/>
                  </a:lnTo>
                  <a:lnTo>
                    <a:pt x="1060863" y="2387169"/>
                  </a:lnTo>
                  <a:lnTo>
                    <a:pt x="1152147" y="2372722"/>
                  </a:lnTo>
                  <a:lnTo>
                    <a:pt x="1238804" y="2356474"/>
                  </a:lnTo>
                  <a:lnTo>
                    <a:pt x="1319682" y="2338339"/>
                  </a:lnTo>
                  <a:lnTo>
                    <a:pt x="1394391" y="2318158"/>
                  </a:lnTo>
                  <a:lnTo>
                    <a:pt x="1463103" y="2295689"/>
                  </a:lnTo>
                  <a:lnTo>
                    <a:pt x="1526359" y="2270624"/>
                  </a:lnTo>
                  <a:lnTo>
                    <a:pt x="1584922" y="2242592"/>
                  </a:lnTo>
                  <a:lnTo>
                    <a:pt x="1639665" y="2211190"/>
                  </a:lnTo>
                  <a:lnTo>
                    <a:pt x="1691484" y="2176022"/>
                  </a:lnTo>
                  <a:lnTo>
                    <a:pt x="1741224" y="2136774"/>
                  </a:lnTo>
                  <a:lnTo>
                    <a:pt x="1768425" y="2112983"/>
                  </a:lnTo>
                  <a:lnTo>
                    <a:pt x="1810820" y="2072700"/>
                  </a:lnTo>
                  <a:lnTo>
                    <a:pt x="1852805" y="2029070"/>
                  </a:lnTo>
                  <a:lnTo>
                    <a:pt x="1894693" y="1982027"/>
                  </a:lnTo>
                  <a:lnTo>
                    <a:pt x="1936718" y="1931578"/>
                  </a:lnTo>
                  <a:lnTo>
                    <a:pt x="1979045" y="1877812"/>
                  </a:lnTo>
                  <a:lnTo>
                    <a:pt x="2021778" y="1820904"/>
                  </a:lnTo>
                  <a:lnTo>
                    <a:pt x="2064965" y="1761120"/>
                  </a:lnTo>
                  <a:lnTo>
                    <a:pt x="2108603" y="1698815"/>
                  </a:lnTo>
                  <a:lnTo>
                    <a:pt x="2152645" y="1634430"/>
                  </a:lnTo>
                  <a:lnTo>
                    <a:pt x="2197009" y="1568479"/>
                  </a:lnTo>
                  <a:lnTo>
                    <a:pt x="2241585" y="1501532"/>
                  </a:lnTo>
                  <a:lnTo>
                    <a:pt x="2286244" y="1434200"/>
                  </a:lnTo>
                  <a:lnTo>
                    <a:pt x="2330851" y="1367104"/>
                  </a:lnTo>
                  <a:lnTo>
                    <a:pt x="2375277" y="1300860"/>
                  </a:lnTo>
                  <a:lnTo>
                    <a:pt x="2419405" y="1236050"/>
                  </a:lnTo>
                  <a:lnTo>
                    <a:pt x="2463146" y="1173203"/>
                  </a:lnTo>
                  <a:lnTo>
                    <a:pt x="2506443" y="1112778"/>
                  </a:lnTo>
                  <a:lnTo>
                    <a:pt x="2549283" y="1055152"/>
                  </a:lnTo>
                  <a:lnTo>
                    <a:pt x="2591700" y="1000613"/>
                  </a:lnTo>
                  <a:lnTo>
                    <a:pt x="2633785" y="949357"/>
                  </a:lnTo>
                  <a:lnTo>
                    <a:pt x="2675687" y="901493"/>
                  </a:lnTo>
                  <a:lnTo>
                    <a:pt x="2717623" y="857047"/>
                  </a:lnTo>
                  <a:lnTo>
                    <a:pt x="2759887" y="815971"/>
                  </a:lnTo>
                  <a:lnTo>
                    <a:pt x="2770117" y="806604"/>
                  </a:lnTo>
                  <a:lnTo>
                    <a:pt x="2819020" y="765010"/>
                  </a:lnTo>
                  <a:lnTo>
                    <a:pt x="2869578" y="727587"/>
                  </a:lnTo>
                  <a:lnTo>
                    <a:pt x="2922576" y="694123"/>
                  </a:lnTo>
                  <a:lnTo>
                    <a:pt x="2978891" y="664256"/>
                  </a:lnTo>
                  <a:lnTo>
                    <a:pt x="3039418" y="637580"/>
                  </a:lnTo>
                  <a:lnTo>
                    <a:pt x="3104993" y="613701"/>
                  </a:lnTo>
                  <a:lnTo>
                    <a:pt x="3176297" y="592274"/>
                  </a:lnTo>
                  <a:lnTo>
                    <a:pt x="3253731" y="573019"/>
                  </a:lnTo>
                  <a:lnTo>
                    <a:pt x="3337243" y="555731"/>
                  </a:lnTo>
                  <a:lnTo>
                    <a:pt x="3426132" y="540282"/>
                  </a:lnTo>
                  <a:lnTo>
                    <a:pt x="3518850" y="526619"/>
                  </a:lnTo>
                  <a:lnTo>
                    <a:pt x="3612861" y="514747"/>
                  </a:lnTo>
                  <a:lnTo>
                    <a:pt x="3704671" y="504705"/>
                  </a:lnTo>
                  <a:lnTo>
                    <a:pt x="3790109" y="496532"/>
                  </a:lnTo>
                  <a:lnTo>
                    <a:pt x="3864908" y="490217"/>
                  </a:lnTo>
                  <a:lnTo>
                    <a:pt x="3925503" y="485668"/>
                  </a:lnTo>
                  <a:lnTo>
                    <a:pt x="3969840" y="482690"/>
                  </a:lnTo>
                  <a:lnTo>
                    <a:pt x="3997924" y="480994"/>
                  </a:lnTo>
                  <a:lnTo>
                    <a:pt x="4011969" y="480228"/>
                  </a:lnTo>
                  <a:lnTo>
                    <a:pt x="4016192" y="480019"/>
                  </a:lnTo>
                  <a:lnTo>
                    <a:pt x="4016409" y="480009"/>
                  </a:lnTo>
                  <a:lnTo>
                    <a:pt x="4538543" y="480009"/>
                  </a:lnTo>
                  <a:lnTo>
                    <a:pt x="4539809" y="479994"/>
                  </a:lnTo>
                  <a:lnTo>
                    <a:pt x="4548086" y="479889"/>
                  </a:lnTo>
                  <a:lnTo>
                    <a:pt x="4568779" y="479599"/>
                  </a:lnTo>
                  <a:lnTo>
                    <a:pt x="4605340" y="479029"/>
                  </a:lnTo>
                  <a:lnTo>
                    <a:pt x="4658952" y="478096"/>
                  </a:lnTo>
                  <a:lnTo>
                    <a:pt x="4728469" y="476737"/>
                  </a:lnTo>
                  <a:lnTo>
                    <a:pt x="4810814" y="474917"/>
                  </a:lnTo>
                  <a:lnTo>
                    <a:pt x="4901745" y="472623"/>
                  </a:lnTo>
                  <a:lnTo>
                    <a:pt x="4996757" y="469862"/>
                  </a:lnTo>
                  <a:lnTo>
                    <a:pt x="5091835" y="466644"/>
                  </a:lnTo>
                  <a:lnTo>
                    <a:pt x="5183894" y="462977"/>
                  </a:lnTo>
                  <a:lnTo>
                    <a:pt x="5270912" y="458852"/>
                  </a:lnTo>
                  <a:lnTo>
                    <a:pt x="5351840" y="454244"/>
                  </a:lnTo>
                  <a:lnTo>
                    <a:pt x="5426402" y="449107"/>
                  </a:lnTo>
                  <a:lnTo>
                    <a:pt x="5494873" y="443377"/>
                  </a:lnTo>
                  <a:lnTo>
                    <a:pt x="5557886" y="436970"/>
                  </a:lnTo>
                  <a:lnTo>
                    <a:pt x="5616278" y="429788"/>
                  </a:lnTo>
                  <a:lnTo>
                    <a:pt x="5670975" y="421727"/>
                  </a:lnTo>
                  <a:lnTo>
                    <a:pt x="5722911" y="412689"/>
                  </a:lnTo>
                  <a:lnTo>
                    <a:pt x="5772942" y="402605"/>
                  </a:lnTo>
                  <a:lnTo>
                    <a:pt x="5784835" y="400007"/>
                  </a:lnTo>
                  <a:lnTo>
                    <a:pt x="5837801" y="387533"/>
                  </a:lnTo>
                  <a:lnTo>
                    <a:pt x="5890255" y="373768"/>
                  </a:lnTo>
                  <a:lnTo>
                    <a:pt x="5942749" y="358693"/>
                  </a:lnTo>
                  <a:lnTo>
                    <a:pt x="5995658" y="342336"/>
                  </a:lnTo>
                  <a:lnTo>
                    <a:pt x="6049198" y="324776"/>
                  </a:lnTo>
                  <a:lnTo>
                    <a:pt x="6103452" y="306147"/>
                  </a:lnTo>
                  <a:lnTo>
                    <a:pt x="6158379" y="286634"/>
                  </a:lnTo>
                  <a:lnTo>
                    <a:pt x="6213844" y="266472"/>
                  </a:lnTo>
                  <a:lnTo>
                    <a:pt x="6269636" y="245931"/>
                  </a:lnTo>
                  <a:lnTo>
                    <a:pt x="6325505" y="225304"/>
                  </a:lnTo>
                  <a:lnTo>
                    <a:pt x="6381187" y="204890"/>
                  </a:lnTo>
                  <a:lnTo>
                    <a:pt x="6436445" y="184973"/>
                  </a:lnTo>
                  <a:lnTo>
                    <a:pt x="6491097" y="165810"/>
                  </a:lnTo>
                  <a:lnTo>
                    <a:pt x="6545045" y="147616"/>
                  </a:lnTo>
                  <a:lnTo>
                    <a:pt x="6598299" y="130555"/>
                  </a:lnTo>
                  <a:lnTo>
                    <a:pt x="6650996" y="114738"/>
                  </a:lnTo>
                  <a:lnTo>
                    <a:pt x="6703418" y="100220"/>
                  </a:lnTo>
                  <a:lnTo>
                    <a:pt x="6756010" y="87009"/>
                  </a:lnTo>
                  <a:lnTo>
                    <a:pt x="6786527" y="80001"/>
                  </a:lnTo>
                  <a:lnTo>
                    <a:pt x="6836209" y="69661"/>
                  </a:lnTo>
                  <a:lnTo>
                    <a:pt x="6887610" y="60374"/>
                  </a:lnTo>
                  <a:lnTo>
                    <a:pt x="6941556" y="52085"/>
                  </a:lnTo>
                  <a:lnTo>
                    <a:pt x="6998968" y="44700"/>
                  </a:lnTo>
                  <a:lnTo>
                    <a:pt x="7060782" y="38115"/>
                  </a:lnTo>
                  <a:lnTo>
                    <a:pt x="7127866" y="32229"/>
                  </a:lnTo>
                  <a:lnTo>
                    <a:pt x="7200913" y="26956"/>
                  </a:lnTo>
                  <a:lnTo>
                    <a:pt x="7280302" y="22225"/>
                  </a:lnTo>
                  <a:lnTo>
                    <a:pt x="7365911" y="17987"/>
                  </a:lnTo>
                  <a:lnTo>
                    <a:pt x="7456897" y="14210"/>
                  </a:lnTo>
                  <a:lnTo>
                    <a:pt x="7551487" y="10883"/>
                  </a:lnTo>
                  <a:lnTo>
                    <a:pt x="7646854" y="8011"/>
                  </a:lnTo>
                  <a:lnTo>
                    <a:pt x="7739176" y="5603"/>
                  </a:lnTo>
                  <a:lnTo>
                    <a:pt x="7824010" y="3668"/>
                  </a:lnTo>
                  <a:lnTo>
                    <a:pt x="7896971" y="2200"/>
                  </a:lnTo>
                  <a:lnTo>
                    <a:pt x="7954616" y="1169"/>
                  </a:lnTo>
                  <a:lnTo>
                    <a:pt x="7995282" y="518"/>
                  </a:lnTo>
                  <a:lnTo>
                    <a:pt x="8019577" y="169"/>
                  </a:lnTo>
                  <a:lnTo>
                    <a:pt x="8030429" y="28"/>
                  </a:lnTo>
                  <a:lnTo>
                    <a:pt x="8032801" y="0"/>
                  </a:lnTo>
                  <a:lnTo>
                    <a:pt x="8032819" y="0"/>
                  </a:lnTo>
                  <a:lnTo>
                    <a:pt x="8554953" y="0"/>
                  </a:lnTo>
                  <a:lnTo>
                    <a:pt x="8554953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979" name="pl979"/>
            <p:cNvSpPr/>
            <p:nvPr/>
          </p:nvSpPr>
          <p:spPr>
            <a:xfrm>
              <a:off x="386606" y="1055660"/>
              <a:ext cx="8554953" cy="2439577"/>
            </a:xfrm>
            <a:custGeom>
              <a:avLst/>
              <a:pathLst>
                <a:path w="8554953" h="2439577">
                  <a:moveTo>
                    <a:pt x="8554953" y="0"/>
                  </a:moveTo>
                  <a:lnTo>
                    <a:pt x="8032819" y="0"/>
                  </a:lnTo>
                  <a:lnTo>
                    <a:pt x="8031553" y="14"/>
                  </a:lnTo>
                  <a:lnTo>
                    <a:pt x="8023276" y="119"/>
                  </a:lnTo>
                  <a:lnTo>
                    <a:pt x="8002583" y="409"/>
                  </a:lnTo>
                  <a:lnTo>
                    <a:pt x="7966022" y="979"/>
                  </a:lnTo>
                  <a:lnTo>
                    <a:pt x="7912410" y="1912"/>
                  </a:lnTo>
                  <a:lnTo>
                    <a:pt x="7842893" y="3271"/>
                  </a:lnTo>
                  <a:lnTo>
                    <a:pt x="7760548" y="5092"/>
                  </a:lnTo>
                  <a:lnTo>
                    <a:pt x="7669617" y="7386"/>
                  </a:lnTo>
                  <a:lnTo>
                    <a:pt x="7574605" y="10147"/>
                  </a:lnTo>
                  <a:lnTo>
                    <a:pt x="7479527" y="13364"/>
                  </a:lnTo>
                  <a:lnTo>
                    <a:pt x="7387468" y="17032"/>
                  </a:lnTo>
                  <a:lnTo>
                    <a:pt x="7300450" y="21157"/>
                  </a:lnTo>
                  <a:lnTo>
                    <a:pt x="7219522" y="25765"/>
                  </a:lnTo>
                  <a:lnTo>
                    <a:pt x="7144960" y="30901"/>
                  </a:lnTo>
                  <a:lnTo>
                    <a:pt x="7076489" y="36631"/>
                  </a:lnTo>
                  <a:lnTo>
                    <a:pt x="7013476" y="43038"/>
                  </a:lnTo>
                  <a:lnTo>
                    <a:pt x="6955084" y="50220"/>
                  </a:lnTo>
                  <a:lnTo>
                    <a:pt x="6900387" y="58281"/>
                  </a:lnTo>
                  <a:lnTo>
                    <a:pt x="6848451" y="67320"/>
                  </a:lnTo>
                  <a:lnTo>
                    <a:pt x="6798420" y="77404"/>
                  </a:lnTo>
                  <a:lnTo>
                    <a:pt x="6786527" y="80001"/>
                  </a:lnTo>
                  <a:lnTo>
                    <a:pt x="6733561" y="92475"/>
                  </a:lnTo>
                  <a:lnTo>
                    <a:pt x="6681107" y="106241"/>
                  </a:lnTo>
                  <a:lnTo>
                    <a:pt x="6628613" y="121316"/>
                  </a:lnTo>
                  <a:lnTo>
                    <a:pt x="6575704" y="137672"/>
                  </a:lnTo>
                  <a:lnTo>
                    <a:pt x="6522164" y="155232"/>
                  </a:lnTo>
                  <a:lnTo>
                    <a:pt x="6467910" y="173862"/>
                  </a:lnTo>
                  <a:lnTo>
                    <a:pt x="6412983" y="193374"/>
                  </a:lnTo>
                  <a:lnTo>
                    <a:pt x="6357518" y="213537"/>
                  </a:lnTo>
                  <a:lnTo>
                    <a:pt x="6301726" y="234078"/>
                  </a:lnTo>
                  <a:lnTo>
                    <a:pt x="6245857" y="254704"/>
                  </a:lnTo>
                  <a:lnTo>
                    <a:pt x="6190175" y="275119"/>
                  </a:lnTo>
                  <a:lnTo>
                    <a:pt x="6134917" y="295036"/>
                  </a:lnTo>
                  <a:lnTo>
                    <a:pt x="6080265" y="314199"/>
                  </a:lnTo>
                  <a:lnTo>
                    <a:pt x="6026317" y="332392"/>
                  </a:lnTo>
                  <a:lnTo>
                    <a:pt x="5973063" y="349453"/>
                  </a:lnTo>
                  <a:lnTo>
                    <a:pt x="5920366" y="365271"/>
                  </a:lnTo>
                  <a:lnTo>
                    <a:pt x="5867944" y="379789"/>
                  </a:lnTo>
                  <a:lnTo>
                    <a:pt x="5815352" y="393000"/>
                  </a:lnTo>
                  <a:lnTo>
                    <a:pt x="5784835" y="400007"/>
                  </a:lnTo>
                  <a:lnTo>
                    <a:pt x="5735153" y="410348"/>
                  </a:lnTo>
                  <a:lnTo>
                    <a:pt x="5683752" y="419635"/>
                  </a:lnTo>
                  <a:lnTo>
                    <a:pt x="5629806" y="427924"/>
                  </a:lnTo>
                  <a:lnTo>
                    <a:pt x="5572394" y="435309"/>
                  </a:lnTo>
                  <a:lnTo>
                    <a:pt x="5510580" y="441894"/>
                  </a:lnTo>
                  <a:lnTo>
                    <a:pt x="5443496" y="447779"/>
                  </a:lnTo>
                  <a:lnTo>
                    <a:pt x="5370449" y="453052"/>
                  </a:lnTo>
                  <a:lnTo>
                    <a:pt x="5291060" y="457783"/>
                  </a:lnTo>
                  <a:lnTo>
                    <a:pt x="5205451" y="462022"/>
                  </a:lnTo>
                  <a:lnTo>
                    <a:pt x="5114465" y="465799"/>
                  </a:lnTo>
                  <a:lnTo>
                    <a:pt x="5019875" y="469125"/>
                  </a:lnTo>
                  <a:lnTo>
                    <a:pt x="4924508" y="471998"/>
                  </a:lnTo>
                  <a:lnTo>
                    <a:pt x="4832186" y="474405"/>
                  </a:lnTo>
                  <a:lnTo>
                    <a:pt x="4747351" y="476340"/>
                  </a:lnTo>
                  <a:lnTo>
                    <a:pt x="4674391" y="477809"/>
                  </a:lnTo>
                  <a:lnTo>
                    <a:pt x="4616746" y="478840"/>
                  </a:lnTo>
                  <a:lnTo>
                    <a:pt x="4576080" y="479491"/>
                  </a:lnTo>
                  <a:lnTo>
                    <a:pt x="4551785" y="479840"/>
                  </a:lnTo>
                  <a:lnTo>
                    <a:pt x="4540933" y="479981"/>
                  </a:lnTo>
                  <a:lnTo>
                    <a:pt x="4538561" y="480009"/>
                  </a:lnTo>
                  <a:lnTo>
                    <a:pt x="4538543" y="480009"/>
                  </a:lnTo>
                  <a:lnTo>
                    <a:pt x="4016409" y="480009"/>
                  </a:lnTo>
                  <a:lnTo>
                    <a:pt x="4015200" y="480066"/>
                  </a:lnTo>
                  <a:lnTo>
                    <a:pt x="4007285" y="480475"/>
                  </a:lnTo>
                  <a:lnTo>
                    <a:pt x="3987465" y="481605"/>
                  </a:lnTo>
                  <a:lnTo>
                    <a:pt x="3952366" y="483825"/>
                  </a:lnTo>
                  <a:lnTo>
                    <a:pt x="3900739" y="487464"/>
                  </a:lnTo>
                  <a:lnTo>
                    <a:pt x="3833528" y="492773"/>
                  </a:lnTo>
                  <a:lnTo>
                    <a:pt x="3753542" y="499901"/>
                  </a:lnTo>
                  <a:lnTo>
                    <a:pt x="3664761" y="508900"/>
                  </a:lnTo>
                  <a:lnTo>
                    <a:pt x="3571498" y="519753"/>
                  </a:lnTo>
                  <a:lnTo>
                    <a:pt x="3477679" y="532418"/>
                  </a:lnTo>
                  <a:lnTo>
                    <a:pt x="3386395" y="546865"/>
                  </a:lnTo>
                  <a:lnTo>
                    <a:pt x="3299738" y="563113"/>
                  </a:lnTo>
                  <a:lnTo>
                    <a:pt x="3218860" y="581247"/>
                  </a:lnTo>
                  <a:lnTo>
                    <a:pt x="3144151" y="601429"/>
                  </a:lnTo>
                  <a:lnTo>
                    <a:pt x="3075439" y="623897"/>
                  </a:lnTo>
                  <a:lnTo>
                    <a:pt x="3012183" y="648963"/>
                  </a:lnTo>
                  <a:lnTo>
                    <a:pt x="2953620" y="676994"/>
                  </a:lnTo>
                  <a:lnTo>
                    <a:pt x="2898877" y="708396"/>
                  </a:lnTo>
                  <a:lnTo>
                    <a:pt x="2847058" y="743565"/>
                  </a:lnTo>
                  <a:lnTo>
                    <a:pt x="2797318" y="782812"/>
                  </a:lnTo>
                  <a:lnTo>
                    <a:pt x="2770117" y="806604"/>
                  </a:lnTo>
                  <a:lnTo>
                    <a:pt x="2727722" y="846886"/>
                  </a:lnTo>
                  <a:lnTo>
                    <a:pt x="2685737" y="890517"/>
                  </a:lnTo>
                  <a:lnTo>
                    <a:pt x="2643849" y="937560"/>
                  </a:lnTo>
                  <a:lnTo>
                    <a:pt x="2601825" y="988008"/>
                  </a:lnTo>
                  <a:lnTo>
                    <a:pt x="2559497" y="1041774"/>
                  </a:lnTo>
                  <a:lnTo>
                    <a:pt x="2516764" y="1098682"/>
                  </a:lnTo>
                  <a:lnTo>
                    <a:pt x="2473577" y="1158467"/>
                  </a:lnTo>
                  <a:lnTo>
                    <a:pt x="2429940" y="1220772"/>
                  </a:lnTo>
                  <a:lnTo>
                    <a:pt x="2385897" y="1285156"/>
                  </a:lnTo>
                  <a:lnTo>
                    <a:pt x="2341533" y="1351108"/>
                  </a:lnTo>
                  <a:lnTo>
                    <a:pt x="2296958" y="1418054"/>
                  </a:lnTo>
                  <a:lnTo>
                    <a:pt x="2252299" y="1485387"/>
                  </a:lnTo>
                  <a:lnTo>
                    <a:pt x="2207691" y="1552483"/>
                  </a:lnTo>
                  <a:lnTo>
                    <a:pt x="2163265" y="1618726"/>
                  </a:lnTo>
                  <a:lnTo>
                    <a:pt x="2119137" y="1683536"/>
                  </a:lnTo>
                  <a:lnTo>
                    <a:pt x="2075396" y="1746383"/>
                  </a:lnTo>
                  <a:lnTo>
                    <a:pt x="2032099" y="1806808"/>
                  </a:lnTo>
                  <a:lnTo>
                    <a:pt x="1989259" y="1864435"/>
                  </a:lnTo>
                  <a:lnTo>
                    <a:pt x="1946842" y="1918974"/>
                  </a:lnTo>
                  <a:lnTo>
                    <a:pt x="1904757" y="1970230"/>
                  </a:lnTo>
                  <a:lnTo>
                    <a:pt x="1862855" y="2018094"/>
                  </a:lnTo>
                  <a:lnTo>
                    <a:pt x="1820919" y="2062540"/>
                  </a:lnTo>
                  <a:lnTo>
                    <a:pt x="1778655" y="2103616"/>
                  </a:lnTo>
                  <a:lnTo>
                    <a:pt x="1768425" y="2112983"/>
                  </a:lnTo>
                  <a:lnTo>
                    <a:pt x="1719522" y="2154577"/>
                  </a:lnTo>
                  <a:lnTo>
                    <a:pt x="1668964" y="2191999"/>
                  </a:lnTo>
                  <a:lnTo>
                    <a:pt x="1615967" y="2225463"/>
                  </a:lnTo>
                  <a:lnTo>
                    <a:pt x="1559652" y="2255330"/>
                  </a:lnTo>
                  <a:lnTo>
                    <a:pt x="1499124" y="2282007"/>
                  </a:lnTo>
                  <a:lnTo>
                    <a:pt x="1433549" y="2305886"/>
                  </a:lnTo>
                  <a:lnTo>
                    <a:pt x="1362245" y="2327313"/>
                  </a:lnTo>
                  <a:lnTo>
                    <a:pt x="1284811" y="2346568"/>
                  </a:lnTo>
                  <a:lnTo>
                    <a:pt x="1201299" y="2363856"/>
                  </a:lnTo>
                  <a:lnTo>
                    <a:pt x="1112410" y="2379304"/>
                  </a:lnTo>
                  <a:lnTo>
                    <a:pt x="1019692" y="2392967"/>
                  </a:lnTo>
                  <a:lnTo>
                    <a:pt x="925681" y="2404840"/>
                  </a:lnTo>
                  <a:lnTo>
                    <a:pt x="833871" y="2414881"/>
                  </a:lnTo>
                  <a:lnTo>
                    <a:pt x="748434" y="2423055"/>
                  </a:lnTo>
                  <a:lnTo>
                    <a:pt x="673635" y="2429370"/>
                  </a:lnTo>
                  <a:lnTo>
                    <a:pt x="613039" y="2433919"/>
                  </a:lnTo>
                  <a:lnTo>
                    <a:pt x="568702" y="2436896"/>
                  </a:lnTo>
                  <a:lnTo>
                    <a:pt x="540618" y="2438592"/>
                  </a:lnTo>
                  <a:lnTo>
                    <a:pt x="526573" y="2439358"/>
                  </a:lnTo>
                  <a:lnTo>
                    <a:pt x="522350" y="2439567"/>
                  </a:lnTo>
                  <a:lnTo>
                    <a:pt x="522133" y="2439577"/>
                  </a:lnTo>
                  <a:lnTo>
                    <a:pt x="0" y="2439577"/>
                  </a:lnTo>
                  <a:lnTo>
                    <a:pt x="0" y="2439577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980" name="pg980"/>
            <p:cNvSpPr/>
            <p:nvPr/>
          </p:nvSpPr>
          <p:spPr>
            <a:xfrm>
              <a:off x="386606" y="1580847"/>
              <a:ext cx="8554953" cy="1925685"/>
            </a:xfrm>
            <a:custGeom>
              <a:avLst/>
              <a:pathLst>
                <a:path w="8554953" h="1925685">
                  <a:moveTo>
                    <a:pt x="0" y="1925685"/>
                  </a:moveTo>
                  <a:lnTo>
                    <a:pt x="522133" y="1925685"/>
                  </a:lnTo>
                  <a:lnTo>
                    <a:pt x="523345" y="1925629"/>
                  </a:lnTo>
                  <a:lnTo>
                    <a:pt x="531274" y="1925227"/>
                  </a:lnTo>
                  <a:lnTo>
                    <a:pt x="551129" y="1924118"/>
                  </a:lnTo>
                  <a:lnTo>
                    <a:pt x="586287" y="1921939"/>
                  </a:lnTo>
                  <a:lnTo>
                    <a:pt x="637996" y="1918367"/>
                  </a:lnTo>
                  <a:lnTo>
                    <a:pt x="705301" y="1913155"/>
                  </a:lnTo>
                  <a:lnTo>
                    <a:pt x="785383" y="1906159"/>
                  </a:lnTo>
                  <a:lnTo>
                    <a:pt x="874253" y="1897327"/>
                  </a:lnTo>
                  <a:lnTo>
                    <a:pt x="967589" y="1886676"/>
                  </a:lnTo>
                  <a:lnTo>
                    <a:pt x="1061460" y="1874248"/>
                  </a:lnTo>
                  <a:lnTo>
                    <a:pt x="1152777" y="1860071"/>
                  </a:lnTo>
                  <a:lnTo>
                    <a:pt x="1239451" y="1844128"/>
                  </a:lnTo>
                  <a:lnTo>
                    <a:pt x="1320332" y="1826333"/>
                  </a:lnTo>
                  <a:lnTo>
                    <a:pt x="1395035" y="1806527"/>
                  </a:lnTo>
                  <a:lnTo>
                    <a:pt x="1463738" y="1784475"/>
                  </a:lnTo>
                  <a:lnTo>
                    <a:pt x="1526983" y="1759873"/>
                  </a:lnTo>
                  <a:lnTo>
                    <a:pt x="1585539" y="1732356"/>
                  </a:lnTo>
                  <a:lnTo>
                    <a:pt x="1640280" y="1701528"/>
                  </a:lnTo>
                  <a:lnTo>
                    <a:pt x="1692102" y="1667001"/>
                  </a:lnTo>
                  <a:lnTo>
                    <a:pt x="1741853" y="1628469"/>
                  </a:lnTo>
                  <a:lnTo>
                    <a:pt x="1768425" y="1605678"/>
                  </a:lnTo>
                  <a:lnTo>
                    <a:pt x="1811089" y="1565946"/>
                  </a:lnTo>
                  <a:lnTo>
                    <a:pt x="1853340" y="1522891"/>
                  </a:lnTo>
                  <a:lnTo>
                    <a:pt x="1895496" y="1476448"/>
                  </a:lnTo>
                  <a:lnTo>
                    <a:pt x="1937795" y="1426627"/>
                  </a:lnTo>
                  <a:lnTo>
                    <a:pt x="1980403" y="1373517"/>
                  </a:lnTo>
                  <a:lnTo>
                    <a:pt x="2023425" y="1317297"/>
                  </a:lnTo>
                  <a:lnTo>
                    <a:pt x="2066907" y="1258233"/>
                  </a:lnTo>
                  <a:lnTo>
                    <a:pt x="2110844" y="1196687"/>
                  </a:lnTo>
                  <a:lnTo>
                    <a:pt x="2155188" y="1133101"/>
                  </a:lnTo>
                  <a:lnTo>
                    <a:pt x="2199852" y="1067991"/>
                  </a:lnTo>
                  <a:lnTo>
                    <a:pt x="2244722" y="1001932"/>
                  </a:lnTo>
                  <a:lnTo>
                    <a:pt x="2289667" y="935532"/>
                  </a:lnTo>
                  <a:lnTo>
                    <a:pt x="2334550" y="869416"/>
                  </a:lnTo>
                  <a:lnTo>
                    <a:pt x="2379238" y="804194"/>
                  </a:lnTo>
                  <a:lnTo>
                    <a:pt x="2423615" y="740444"/>
                  </a:lnTo>
                  <a:lnTo>
                    <a:pt x="2467593" y="678689"/>
                  </a:lnTo>
                  <a:lnTo>
                    <a:pt x="2511118" y="619380"/>
                  </a:lnTo>
                  <a:lnTo>
                    <a:pt x="2554181" y="562884"/>
                  </a:lnTo>
                  <a:lnTo>
                    <a:pt x="2596824" y="509477"/>
                  </a:lnTo>
                  <a:lnTo>
                    <a:pt x="2639145" y="459347"/>
                  </a:lnTo>
                  <a:lnTo>
                    <a:pt x="2681305" y="412591"/>
                  </a:lnTo>
                  <a:lnTo>
                    <a:pt x="2723536" y="369224"/>
                  </a:lnTo>
                  <a:lnTo>
                    <a:pt x="2766146" y="329189"/>
                  </a:lnTo>
                  <a:lnTo>
                    <a:pt x="2770117" y="325653"/>
                  </a:lnTo>
                  <a:lnTo>
                    <a:pt x="2819052" y="284873"/>
                  </a:lnTo>
                  <a:lnTo>
                    <a:pt x="2869644" y="248186"/>
                  </a:lnTo>
                  <a:lnTo>
                    <a:pt x="2922681" y="215382"/>
                  </a:lnTo>
                  <a:lnTo>
                    <a:pt x="2979040" y="186106"/>
                  </a:lnTo>
                  <a:lnTo>
                    <a:pt x="3039620" y="159959"/>
                  </a:lnTo>
                  <a:lnTo>
                    <a:pt x="3105256" y="136556"/>
                  </a:lnTo>
                  <a:lnTo>
                    <a:pt x="3176632" y="115557"/>
                  </a:lnTo>
                  <a:lnTo>
                    <a:pt x="3254145" y="96688"/>
                  </a:lnTo>
                  <a:lnTo>
                    <a:pt x="3337742" y="79748"/>
                  </a:lnTo>
                  <a:lnTo>
                    <a:pt x="3426718" y="64612"/>
                  </a:lnTo>
                  <a:lnTo>
                    <a:pt x="3519514" y="51228"/>
                  </a:lnTo>
                  <a:lnTo>
                    <a:pt x="3613582" y="39601"/>
                  </a:lnTo>
                  <a:lnTo>
                    <a:pt x="3705417" y="29770"/>
                  </a:lnTo>
                  <a:lnTo>
                    <a:pt x="3790835" y="21772"/>
                  </a:lnTo>
                  <a:lnTo>
                    <a:pt x="3865564" y="15597"/>
                  </a:lnTo>
                  <a:lnTo>
                    <a:pt x="3926044" y="11154"/>
                  </a:lnTo>
                  <a:lnTo>
                    <a:pt x="3970233" y="8249"/>
                  </a:lnTo>
                  <a:lnTo>
                    <a:pt x="3998160" y="6599"/>
                  </a:lnTo>
                  <a:lnTo>
                    <a:pt x="4012070" y="5856"/>
                  </a:lnTo>
                  <a:lnTo>
                    <a:pt x="4016206" y="5656"/>
                  </a:lnTo>
                  <a:lnTo>
                    <a:pt x="4016409" y="5647"/>
                  </a:lnTo>
                  <a:lnTo>
                    <a:pt x="4538543" y="5647"/>
                  </a:lnTo>
                  <a:lnTo>
                    <a:pt x="4539812" y="5650"/>
                  </a:lnTo>
                  <a:lnTo>
                    <a:pt x="4548112" y="5675"/>
                  </a:lnTo>
                  <a:lnTo>
                    <a:pt x="4568861" y="5743"/>
                  </a:lnTo>
                  <a:lnTo>
                    <a:pt x="4605516" y="5878"/>
                  </a:lnTo>
                  <a:lnTo>
                    <a:pt x="4659253" y="6098"/>
                  </a:lnTo>
                  <a:lnTo>
                    <a:pt x="4728915" y="6419"/>
                  </a:lnTo>
                  <a:lnTo>
                    <a:pt x="4811408" y="6848"/>
                  </a:lnTo>
                  <a:lnTo>
                    <a:pt x="4902473" y="7389"/>
                  </a:lnTo>
                  <a:lnTo>
                    <a:pt x="4997593" y="8040"/>
                  </a:lnTo>
                  <a:lnTo>
                    <a:pt x="5092748" y="8799"/>
                  </a:lnTo>
                  <a:lnTo>
                    <a:pt x="5184854" y="9664"/>
                  </a:lnTo>
                  <a:lnTo>
                    <a:pt x="5271892" y="10637"/>
                  </a:lnTo>
                  <a:lnTo>
                    <a:pt x="5352821" y="11724"/>
                  </a:lnTo>
                  <a:lnTo>
                    <a:pt x="5427373" y="12935"/>
                  </a:lnTo>
                  <a:lnTo>
                    <a:pt x="5495829" y="14287"/>
                  </a:lnTo>
                  <a:lnTo>
                    <a:pt x="5558827" y="15798"/>
                  </a:lnTo>
                  <a:lnTo>
                    <a:pt x="5617209" y="17493"/>
                  </a:lnTo>
                  <a:lnTo>
                    <a:pt x="5671905" y="19395"/>
                  </a:lnTo>
                  <a:lnTo>
                    <a:pt x="5723849" y="21528"/>
                  </a:lnTo>
                  <a:lnTo>
                    <a:pt x="5773900" y="23908"/>
                  </a:lnTo>
                  <a:lnTo>
                    <a:pt x="5784835" y="24471"/>
                  </a:lnTo>
                  <a:lnTo>
                    <a:pt x="5839019" y="27477"/>
                  </a:lnTo>
                  <a:lnTo>
                    <a:pt x="5892681" y="30802"/>
                  </a:lnTo>
                  <a:lnTo>
                    <a:pt x="5946407" y="34449"/>
                  </a:lnTo>
                  <a:lnTo>
                    <a:pt x="6000587" y="38411"/>
                  </a:lnTo>
                  <a:lnTo>
                    <a:pt x="6055441" y="42667"/>
                  </a:lnTo>
                  <a:lnTo>
                    <a:pt x="6111043" y="47182"/>
                  </a:lnTo>
                  <a:lnTo>
                    <a:pt x="6167336" y="51907"/>
                  </a:lnTo>
                  <a:lnTo>
                    <a:pt x="6224159" y="56781"/>
                  </a:lnTo>
                  <a:lnTo>
                    <a:pt x="6281279" y="61736"/>
                  </a:lnTo>
                  <a:lnTo>
                    <a:pt x="6338421" y="66696"/>
                  </a:lnTo>
                  <a:lnTo>
                    <a:pt x="6395307" y="71588"/>
                  </a:lnTo>
                  <a:lnTo>
                    <a:pt x="6451694" y="76340"/>
                  </a:lnTo>
                  <a:lnTo>
                    <a:pt x="6507408" y="80890"/>
                  </a:lnTo>
                  <a:lnTo>
                    <a:pt x="6562377" y="85189"/>
                  </a:lnTo>
                  <a:lnTo>
                    <a:pt x="6616650" y="89198"/>
                  </a:lnTo>
                  <a:lnTo>
                    <a:pt x="6670425" y="92894"/>
                  </a:lnTo>
                  <a:lnTo>
                    <a:pt x="6724064" y="96269"/>
                  </a:lnTo>
                  <a:lnTo>
                    <a:pt x="6778121" y="99324"/>
                  </a:lnTo>
                  <a:lnTo>
                    <a:pt x="6786527" y="99766"/>
                  </a:lnTo>
                  <a:lnTo>
                    <a:pt x="6836258" y="102201"/>
                  </a:lnTo>
                  <a:lnTo>
                    <a:pt x="6887712" y="104388"/>
                  </a:lnTo>
                  <a:lnTo>
                    <a:pt x="6941718" y="106340"/>
                  </a:lnTo>
                  <a:lnTo>
                    <a:pt x="6999199" y="108079"/>
                  </a:lnTo>
                  <a:lnTo>
                    <a:pt x="7061094" y="109629"/>
                  </a:lnTo>
                  <a:lnTo>
                    <a:pt x="7128274" y="111014"/>
                  </a:lnTo>
                  <a:lnTo>
                    <a:pt x="7201431" y="112255"/>
                  </a:lnTo>
                  <a:lnTo>
                    <a:pt x="7280944" y="113369"/>
                  </a:lnTo>
                  <a:lnTo>
                    <a:pt x="7366685" y="114366"/>
                  </a:lnTo>
                  <a:lnTo>
                    <a:pt x="7457802" y="115255"/>
                  </a:lnTo>
                  <a:lnTo>
                    <a:pt x="7552508" y="116037"/>
                  </a:lnTo>
                  <a:lnTo>
                    <a:pt x="7647956" y="116712"/>
                  </a:lnTo>
                  <a:lnTo>
                    <a:pt x="7740304" y="117278"/>
                  </a:lnTo>
                  <a:lnTo>
                    <a:pt x="7825092" y="117732"/>
                  </a:lnTo>
                  <a:lnTo>
                    <a:pt x="7897927" y="118077"/>
                  </a:lnTo>
                  <a:lnTo>
                    <a:pt x="7955379" y="118318"/>
                  </a:lnTo>
                  <a:lnTo>
                    <a:pt x="7995811" y="118470"/>
                  </a:lnTo>
                  <a:lnTo>
                    <a:pt x="8019871" y="118551"/>
                  </a:lnTo>
                  <a:lnTo>
                    <a:pt x="8030532" y="118584"/>
                  </a:lnTo>
                  <a:lnTo>
                    <a:pt x="8032819" y="118590"/>
                  </a:lnTo>
                  <a:lnTo>
                    <a:pt x="8554953" y="118590"/>
                  </a:lnTo>
                  <a:lnTo>
                    <a:pt x="8554953" y="112943"/>
                  </a:lnTo>
                  <a:lnTo>
                    <a:pt x="8032819" y="112943"/>
                  </a:lnTo>
                  <a:lnTo>
                    <a:pt x="8031549" y="112939"/>
                  </a:lnTo>
                  <a:lnTo>
                    <a:pt x="8023250" y="112915"/>
                  </a:lnTo>
                  <a:lnTo>
                    <a:pt x="8002501" y="112846"/>
                  </a:lnTo>
                  <a:lnTo>
                    <a:pt x="7965846" y="112712"/>
                  </a:lnTo>
                  <a:lnTo>
                    <a:pt x="7912109" y="112492"/>
                  </a:lnTo>
                  <a:lnTo>
                    <a:pt x="7842446" y="112171"/>
                  </a:lnTo>
                  <a:lnTo>
                    <a:pt x="7759954" y="111741"/>
                  </a:lnTo>
                  <a:lnTo>
                    <a:pt x="7668889" y="111200"/>
                  </a:lnTo>
                  <a:lnTo>
                    <a:pt x="7573768" y="110549"/>
                  </a:lnTo>
                  <a:lnTo>
                    <a:pt x="7478614" y="109790"/>
                  </a:lnTo>
                  <a:lnTo>
                    <a:pt x="7386508" y="108926"/>
                  </a:lnTo>
                  <a:lnTo>
                    <a:pt x="7299470" y="107953"/>
                  </a:lnTo>
                  <a:lnTo>
                    <a:pt x="7218541" y="106866"/>
                  </a:lnTo>
                  <a:lnTo>
                    <a:pt x="7143989" y="105655"/>
                  </a:lnTo>
                  <a:lnTo>
                    <a:pt x="7075533" y="104303"/>
                  </a:lnTo>
                  <a:lnTo>
                    <a:pt x="7012535" y="102791"/>
                  </a:lnTo>
                  <a:lnTo>
                    <a:pt x="6954153" y="101097"/>
                  </a:lnTo>
                  <a:lnTo>
                    <a:pt x="6899457" y="99194"/>
                  </a:lnTo>
                  <a:lnTo>
                    <a:pt x="6847513" y="97061"/>
                  </a:lnTo>
                  <a:lnTo>
                    <a:pt x="6797462" y="94682"/>
                  </a:lnTo>
                  <a:lnTo>
                    <a:pt x="6786527" y="94119"/>
                  </a:lnTo>
                  <a:lnTo>
                    <a:pt x="6732343" y="91112"/>
                  </a:lnTo>
                  <a:lnTo>
                    <a:pt x="6678681" y="87788"/>
                  </a:lnTo>
                  <a:lnTo>
                    <a:pt x="6624955" y="84140"/>
                  </a:lnTo>
                  <a:lnTo>
                    <a:pt x="6570775" y="80178"/>
                  </a:lnTo>
                  <a:lnTo>
                    <a:pt x="6515920" y="75922"/>
                  </a:lnTo>
                  <a:lnTo>
                    <a:pt x="6460319" y="71408"/>
                  </a:lnTo>
                  <a:lnTo>
                    <a:pt x="6404026" y="66683"/>
                  </a:lnTo>
                  <a:lnTo>
                    <a:pt x="6347203" y="61808"/>
                  </a:lnTo>
                  <a:lnTo>
                    <a:pt x="6290083" y="56854"/>
                  </a:lnTo>
                  <a:lnTo>
                    <a:pt x="6232941" y="51893"/>
                  </a:lnTo>
                  <a:lnTo>
                    <a:pt x="6176055" y="47002"/>
                  </a:lnTo>
                  <a:lnTo>
                    <a:pt x="6119668" y="42250"/>
                  </a:lnTo>
                  <a:lnTo>
                    <a:pt x="6063954" y="37699"/>
                  </a:lnTo>
                  <a:lnTo>
                    <a:pt x="6008985" y="33401"/>
                  </a:lnTo>
                  <a:lnTo>
                    <a:pt x="5954712" y="29392"/>
                  </a:lnTo>
                  <a:lnTo>
                    <a:pt x="5900937" y="25695"/>
                  </a:lnTo>
                  <a:lnTo>
                    <a:pt x="5847297" y="22321"/>
                  </a:lnTo>
                  <a:lnTo>
                    <a:pt x="5793241" y="19266"/>
                  </a:lnTo>
                  <a:lnTo>
                    <a:pt x="5784835" y="18823"/>
                  </a:lnTo>
                  <a:lnTo>
                    <a:pt x="5735104" y="16388"/>
                  </a:lnTo>
                  <a:lnTo>
                    <a:pt x="5683650" y="14201"/>
                  </a:lnTo>
                  <a:lnTo>
                    <a:pt x="5629644" y="12249"/>
                  </a:lnTo>
                  <a:lnTo>
                    <a:pt x="5572163" y="10511"/>
                  </a:lnTo>
                  <a:lnTo>
                    <a:pt x="5510268" y="8961"/>
                  </a:lnTo>
                  <a:lnTo>
                    <a:pt x="5443088" y="7575"/>
                  </a:lnTo>
                  <a:lnTo>
                    <a:pt x="5369931" y="6334"/>
                  </a:lnTo>
                  <a:lnTo>
                    <a:pt x="5290418" y="5221"/>
                  </a:lnTo>
                  <a:lnTo>
                    <a:pt x="5204677" y="4224"/>
                  </a:lnTo>
                  <a:lnTo>
                    <a:pt x="5113560" y="3335"/>
                  </a:lnTo>
                  <a:lnTo>
                    <a:pt x="5018854" y="2553"/>
                  </a:lnTo>
                  <a:lnTo>
                    <a:pt x="4923406" y="1877"/>
                  </a:lnTo>
                  <a:lnTo>
                    <a:pt x="4831058" y="1312"/>
                  </a:lnTo>
                  <a:lnTo>
                    <a:pt x="4746270" y="857"/>
                  </a:lnTo>
                  <a:lnTo>
                    <a:pt x="4673435" y="513"/>
                  </a:lnTo>
                  <a:lnTo>
                    <a:pt x="4615982" y="272"/>
                  </a:lnTo>
                  <a:lnTo>
                    <a:pt x="4575551" y="120"/>
                  </a:lnTo>
                  <a:lnTo>
                    <a:pt x="4551491" y="38"/>
                  </a:lnTo>
                  <a:lnTo>
                    <a:pt x="4540830" y="6"/>
                  </a:lnTo>
                  <a:lnTo>
                    <a:pt x="4538543" y="0"/>
                  </a:lnTo>
                  <a:lnTo>
                    <a:pt x="4016409" y="0"/>
                  </a:lnTo>
                  <a:lnTo>
                    <a:pt x="4015198" y="56"/>
                  </a:lnTo>
                  <a:lnTo>
                    <a:pt x="4007268" y="457"/>
                  </a:lnTo>
                  <a:lnTo>
                    <a:pt x="3987413" y="1566"/>
                  </a:lnTo>
                  <a:lnTo>
                    <a:pt x="3952255" y="3745"/>
                  </a:lnTo>
                  <a:lnTo>
                    <a:pt x="3900547" y="7318"/>
                  </a:lnTo>
                  <a:lnTo>
                    <a:pt x="3833242" y="12529"/>
                  </a:lnTo>
                  <a:lnTo>
                    <a:pt x="3753159" y="19525"/>
                  </a:lnTo>
                  <a:lnTo>
                    <a:pt x="3664289" y="28357"/>
                  </a:lnTo>
                  <a:lnTo>
                    <a:pt x="3570953" y="39009"/>
                  </a:lnTo>
                  <a:lnTo>
                    <a:pt x="3477082" y="51436"/>
                  </a:lnTo>
                  <a:lnTo>
                    <a:pt x="3385765" y="65613"/>
                  </a:lnTo>
                  <a:lnTo>
                    <a:pt x="3299091" y="81557"/>
                  </a:lnTo>
                  <a:lnTo>
                    <a:pt x="3218211" y="99352"/>
                  </a:lnTo>
                  <a:lnTo>
                    <a:pt x="3143507" y="119158"/>
                  </a:lnTo>
                  <a:lnTo>
                    <a:pt x="3074805" y="141209"/>
                  </a:lnTo>
                  <a:lnTo>
                    <a:pt x="3011559" y="165812"/>
                  </a:lnTo>
                  <a:lnTo>
                    <a:pt x="2953003" y="193328"/>
                  </a:lnTo>
                  <a:lnTo>
                    <a:pt x="2898263" y="224156"/>
                  </a:lnTo>
                  <a:lnTo>
                    <a:pt x="2846440" y="258684"/>
                  </a:lnTo>
                  <a:lnTo>
                    <a:pt x="2796689" y="297215"/>
                  </a:lnTo>
                  <a:lnTo>
                    <a:pt x="2770117" y="320006"/>
                  </a:lnTo>
                  <a:lnTo>
                    <a:pt x="2727453" y="359738"/>
                  </a:lnTo>
                  <a:lnTo>
                    <a:pt x="2685202" y="402794"/>
                  </a:lnTo>
                  <a:lnTo>
                    <a:pt x="2643046" y="449236"/>
                  </a:lnTo>
                  <a:lnTo>
                    <a:pt x="2600747" y="499057"/>
                  </a:lnTo>
                  <a:lnTo>
                    <a:pt x="2558139" y="552167"/>
                  </a:lnTo>
                  <a:lnTo>
                    <a:pt x="2515117" y="608388"/>
                  </a:lnTo>
                  <a:lnTo>
                    <a:pt x="2471635" y="667451"/>
                  </a:lnTo>
                  <a:lnTo>
                    <a:pt x="2427698" y="728998"/>
                  </a:lnTo>
                  <a:lnTo>
                    <a:pt x="2383354" y="792584"/>
                  </a:lnTo>
                  <a:lnTo>
                    <a:pt x="2338690" y="857693"/>
                  </a:lnTo>
                  <a:lnTo>
                    <a:pt x="2293820" y="923752"/>
                  </a:lnTo>
                  <a:lnTo>
                    <a:pt x="2248875" y="990152"/>
                  </a:lnTo>
                  <a:lnTo>
                    <a:pt x="2203993" y="1056269"/>
                  </a:lnTo>
                  <a:lnTo>
                    <a:pt x="2159305" y="1121491"/>
                  </a:lnTo>
                  <a:lnTo>
                    <a:pt x="2114927" y="1185240"/>
                  </a:lnTo>
                  <a:lnTo>
                    <a:pt x="2070949" y="1246995"/>
                  </a:lnTo>
                  <a:lnTo>
                    <a:pt x="2027424" y="1306304"/>
                  </a:lnTo>
                  <a:lnTo>
                    <a:pt x="1984361" y="1362801"/>
                  </a:lnTo>
                  <a:lnTo>
                    <a:pt x="1941718" y="1416207"/>
                  </a:lnTo>
                  <a:lnTo>
                    <a:pt x="1899397" y="1466337"/>
                  </a:lnTo>
                  <a:lnTo>
                    <a:pt x="1857237" y="1513093"/>
                  </a:lnTo>
                  <a:lnTo>
                    <a:pt x="1815006" y="1556460"/>
                  </a:lnTo>
                  <a:lnTo>
                    <a:pt x="1772396" y="1596495"/>
                  </a:lnTo>
                  <a:lnTo>
                    <a:pt x="1768425" y="1600031"/>
                  </a:lnTo>
                  <a:lnTo>
                    <a:pt x="1719490" y="1640811"/>
                  </a:lnTo>
                  <a:lnTo>
                    <a:pt x="1668898" y="1677498"/>
                  </a:lnTo>
                  <a:lnTo>
                    <a:pt x="1615861" y="1710302"/>
                  </a:lnTo>
                  <a:lnTo>
                    <a:pt x="1559502" y="1739578"/>
                  </a:lnTo>
                  <a:lnTo>
                    <a:pt x="1498922" y="1765725"/>
                  </a:lnTo>
                  <a:lnTo>
                    <a:pt x="1433286" y="1789128"/>
                  </a:lnTo>
                  <a:lnTo>
                    <a:pt x="1361910" y="1810127"/>
                  </a:lnTo>
                  <a:lnTo>
                    <a:pt x="1284397" y="1828996"/>
                  </a:lnTo>
                  <a:lnTo>
                    <a:pt x="1200800" y="1845936"/>
                  </a:lnTo>
                  <a:lnTo>
                    <a:pt x="1111824" y="1861072"/>
                  </a:lnTo>
                  <a:lnTo>
                    <a:pt x="1019028" y="1874456"/>
                  </a:lnTo>
                  <a:lnTo>
                    <a:pt x="924960" y="1886083"/>
                  </a:lnTo>
                  <a:lnTo>
                    <a:pt x="833125" y="1895914"/>
                  </a:lnTo>
                  <a:lnTo>
                    <a:pt x="747707" y="1903912"/>
                  </a:lnTo>
                  <a:lnTo>
                    <a:pt x="672978" y="1910087"/>
                  </a:lnTo>
                  <a:lnTo>
                    <a:pt x="612498" y="1914531"/>
                  </a:lnTo>
                  <a:lnTo>
                    <a:pt x="568310" y="1917435"/>
                  </a:lnTo>
                  <a:lnTo>
                    <a:pt x="540382" y="1919086"/>
                  </a:lnTo>
                  <a:lnTo>
                    <a:pt x="526473" y="1919828"/>
                  </a:lnTo>
                  <a:lnTo>
                    <a:pt x="522336" y="1920029"/>
                  </a:lnTo>
                  <a:lnTo>
                    <a:pt x="522133" y="1920038"/>
                  </a:lnTo>
                  <a:lnTo>
                    <a:pt x="0" y="1920038"/>
                  </a:lnTo>
                  <a:close/>
                </a:path>
              </a:pathLst>
            </a:custGeom>
            <a:solidFill>
              <a:srgbClr val="F28E5B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981" name="pl981"/>
            <p:cNvSpPr/>
            <p:nvPr/>
          </p:nvSpPr>
          <p:spPr>
            <a:xfrm>
              <a:off x="386606" y="1586494"/>
              <a:ext cx="8554953" cy="1920038"/>
            </a:xfrm>
            <a:custGeom>
              <a:avLst/>
              <a:pathLst>
                <a:path w="8554953" h="1920038">
                  <a:moveTo>
                    <a:pt x="0" y="1920038"/>
                  </a:moveTo>
                  <a:lnTo>
                    <a:pt x="522133" y="1920038"/>
                  </a:lnTo>
                  <a:lnTo>
                    <a:pt x="523345" y="1919981"/>
                  </a:lnTo>
                  <a:lnTo>
                    <a:pt x="531274" y="1919580"/>
                  </a:lnTo>
                  <a:lnTo>
                    <a:pt x="551129" y="1918471"/>
                  </a:lnTo>
                  <a:lnTo>
                    <a:pt x="586287" y="1916292"/>
                  </a:lnTo>
                  <a:lnTo>
                    <a:pt x="637996" y="1912719"/>
                  </a:lnTo>
                  <a:lnTo>
                    <a:pt x="705301" y="1907508"/>
                  </a:lnTo>
                  <a:lnTo>
                    <a:pt x="785383" y="1900512"/>
                  </a:lnTo>
                  <a:lnTo>
                    <a:pt x="874253" y="1891680"/>
                  </a:lnTo>
                  <a:lnTo>
                    <a:pt x="967589" y="1881029"/>
                  </a:lnTo>
                  <a:lnTo>
                    <a:pt x="1061460" y="1868601"/>
                  </a:lnTo>
                  <a:lnTo>
                    <a:pt x="1152777" y="1854424"/>
                  </a:lnTo>
                  <a:lnTo>
                    <a:pt x="1239451" y="1838481"/>
                  </a:lnTo>
                  <a:lnTo>
                    <a:pt x="1320332" y="1820685"/>
                  </a:lnTo>
                  <a:lnTo>
                    <a:pt x="1395035" y="1800880"/>
                  </a:lnTo>
                  <a:lnTo>
                    <a:pt x="1463738" y="1778828"/>
                  </a:lnTo>
                  <a:lnTo>
                    <a:pt x="1526983" y="1754226"/>
                  </a:lnTo>
                  <a:lnTo>
                    <a:pt x="1585539" y="1726709"/>
                  </a:lnTo>
                  <a:lnTo>
                    <a:pt x="1640280" y="1695881"/>
                  </a:lnTo>
                  <a:lnTo>
                    <a:pt x="1692102" y="1661354"/>
                  </a:lnTo>
                  <a:lnTo>
                    <a:pt x="1741853" y="1622822"/>
                  </a:lnTo>
                  <a:lnTo>
                    <a:pt x="1768425" y="1600031"/>
                  </a:lnTo>
                  <a:lnTo>
                    <a:pt x="1811089" y="1560299"/>
                  </a:lnTo>
                  <a:lnTo>
                    <a:pt x="1853340" y="1517243"/>
                  </a:lnTo>
                  <a:lnTo>
                    <a:pt x="1895496" y="1470801"/>
                  </a:lnTo>
                  <a:lnTo>
                    <a:pt x="1937795" y="1420980"/>
                  </a:lnTo>
                  <a:lnTo>
                    <a:pt x="1980403" y="1367870"/>
                  </a:lnTo>
                  <a:lnTo>
                    <a:pt x="2023425" y="1311649"/>
                  </a:lnTo>
                  <a:lnTo>
                    <a:pt x="2066907" y="1252586"/>
                  </a:lnTo>
                  <a:lnTo>
                    <a:pt x="2110844" y="1191040"/>
                  </a:lnTo>
                  <a:lnTo>
                    <a:pt x="2155188" y="1127453"/>
                  </a:lnTo>
                  <a:lnTo>
                    <a:pt x="2199852" y="1062344"/>
                  </a:lnTo>
                  <a:lnTo>
                    <a:pt x="2244722" y="996285"/>
                  </a:lnTo>
                  <a:lnTo>
                    <a:pt x="2289667" y="929885"/>
                  </a:lnTo>
                  <a:lnTo>
                    <a:pt x="2334550" y="863768"/>
                  </a:lnTo>
                  <a:lnTo>
                    <a:pt x="2379238" y="798546"/>
                  </a:lnTo>
                  <a:lnTo>
                    <a:pt x="2423615" y="734797"/>
                  </a:lnTo>
                  <a:lnTo>
                    <a:pt x="2467593" y="673042"/>
                  </a:lnTo>
                  <a:lnTo>
                    <a:pt x="2511118" y="613733"/>
                  </a:lnTo>
                  <a:lnTo>
                    <a:pt x="2554181" y="557236"/>
                  </a:lnTo>
                  <a:lnTo>
                    <a:pt x="2596824" y="503830"/>
                  </a:lnTo>
                  <a:lnTo>
                    <a:pt x="2639145" y="453700"/>
                  </a:lnTo>
                  <a:lnTo>
                    <a:pt x="2681305" y="406944"/>
                  </a:lnTo>
                  <a:lnTo>
                    <a:pt x="2723536" y="363577"/>
                  </a:lnTo>
                  <a:lnTo>
                    <a:pt x="2766146" y="323542"/>
                  </a:lnTo>
                  <a:lnTo>
                    <a:pt x="2770117" y="320006"/>
                  </a:lnTo>
                  <a:lnTo>
                    <a:pt x="2819052" y="279226"/>
                  </a:lnTo>
                  <a:lnTo>
                    <a:pt x="2869644" y="242539"/>
                  </a:lnTo>
                  <a:lnTo>
                    <a:pt x="2922681" y="209735"/>
                  </a:lnTo>
                  <a:lnTo>
                    <a:pt x="2979040" y="180459"/>
                  </a:lnTo>
                  <a:lnTo>
                    <a:pt x="3039620" y="154312"/>
                  </a:lnTo>
                  <a:lnTo>
                    <a:pt x="3105256" y="130909"/>
                  </a:lnTo>
                  <a:lnTo>
                    <a:pt x="3176632" y="109910"/>
                  </a:lnTo>
                  <a:lnTo>
                    <a:pt x="3254145" y="91041"/>
                  </a:lnTo>
                  <a:lnTo>
                    <a:pt x="3337742" y="74101"/>
                  </a:lnTo>
                  <a:lnTo>
                    <a:pt x="3426718" y="58965"/>
                  </a:lnTo>
                  <a:lnTo>
                    <a:pt x="3519514" y="45581"/>
                  </a:lnTo>
                  <a:lnTo>
                    <a:pt x="3613582" y="33954"/>
                  </a:lnTo>
                  <a:lnTo>
                    <a:pt x="3705417" y="24123"/>
                  </a:lnTo>
                  <a:lnTo>
                    <a:pt x="3790835" y="16125"/>
                  </a:lnTo>
                  <a:lnTo>
                    <a:pt x="3865564" y="9950"/>
                  </a:lnTo>
                  <a:lnTo>
                    <a:pt x="3926044" y="5507"/>
                  </a:lnTo>
                  <a:lnTo>
                    <a:pt x="3970233" y="2602"/>
                  </a:lnTo>
                  <a:lnTo>
                    <a:pt x="3998160" y="952"/>
                  </a:lnTo>
                  <a:lnTo>
                    <a:pt x="4012070" y="209"/>
                  </a:lnTo>
                  <a:lnTo>
                    <a:pt x="4016206" y="9"/>
                  </a:lnTo>
                  <a:lnTo>
                    <a:pt x="4016409" y="0"/>
                  </a:lnTo>
                  <a:lnTo>
                    <a:pt x="4538543" y="0"/>
                  </a:lnTo>
                  <a:lnTo>
                    <a:pt x="4539812" y="3"/>
                  </a:lnTo>
                  <a:lnTo>
                    <a:pt x="4548112" y="28"/>
                  </a:lnTo>
                  <a:lnTo>
                    <a:pt x="4568861" y="96"/>
                  </a:lnTo>
                  <a:lnTo>
                    <a:pt x="4605516" y="231"/>
                  </a:lnTo>
                  <a:lnTo>
                    <a:pt x="4659253" y="451"/>
                  </a:lnTo>
                  <a:lnTo>
                    <a:pt x="4728915" y="771"/>
                  </a:lnTo>
                  <a:lnTo>
                    <a:pt x="4811408" y="1201"/>
                  </a:lnTo>
                  <a:lnTo>
                    <a:pt x="4902473" y="1742"/>
                  </a:lnTo>
                  <a:lnTo>
                    <a:pt x="4997593" y="2393"/>
                  </a:lnTo>
                  <a:lnTo>
                    <a:pt x="5092748" y="3152"/>
                  </a:lnTo>
                  <a:lnTo>
                    <a:pt x="5184854" y="4017"/>
                  </a:lnTo>
                  <a:lnTo>
                    <a:pt x="5271892" y="4990"/>
                  </a:lnTo>
                  <a:lnTo>
                    <a:pt x="5352821" y="6076"/>
                  </a:lnTo>
                  <a:lnTo>
                    <a:pt x="5427373" y="7288"/>
                  </a:lnTo>
                  <a:lnTo>
                    <a:pt x="5495829" y="8640"/>
                  </a:lnTo>
                  <a:lnTo>
                    <a:pt x="5558827" y="10151"/>
                  </a:lnTo>
                  <a:lnTo>
                    <a:pt x="5617209" y="11846"/>
                  </a:lnTo>
                  <a:lnTo>
                    <a:pt x="5671905" y="13748"/>
                  </a:lnTo>
                  <a:lnTo>
                    <a:pt x="5723849" y="15881"/>
                  </a:lnTo>
                  <a:lnTo>
                    <a:pt x="5773900" y="18261"/>
                  </a:lnTo>
                  <a:lnTo>
                    <a:pt x="5784835" y="18823"/>
                  </a:lnTo>
                  <a:lnTo>
                    <a:pt x="5839019" y="21830"/>
                  </a:lnTo>
                  <a:lnTo>
                    <a:pt x="5892681" y="25155"/>
                  </a:lnTo>
                  <a:lnTo>
                    <a:pt x="5946407" y="28802"/>
                  </a:lnTo>
                  <a:lnTo>
                    <a:pt x="6000587" y="32764"/>
                  </a:lnTo>
                  <a:lnTo>
                    <a:pt x="6055441" y="37020"/>
                  </a:lnTo>
                  <a:lnTo>
                    <a:pt x="6111043" y="41535"/>
                  </a:lnTo>
                  <a:lnTo>
                    <a:pt x="6167336" y="46259"/>
                  </a:lnTo>
                  <a:lnTo>
                    <a:pt x="6224159" y="51134"/>
                  </a:lnTo>
                  <a:lnTo>
                    <a:pt x="6281279" y="56089"/>
                  </a:lnTo>
                  <a:lnTo>
                    <a:pt x="6338421" y="61049"/>
                  </a:lnTo>
                  <a:lnTo>
                    <a:pt x="6395307" y="65941"/>
                  </a:lnTo>
                  <a:lnTo>
                    <a:pt x="6451694" y="70693"/>
                  </a:lnTo>
                  <a:lnTo>
                    <a:pt x="6507408" y="75243"/>
                  </a:lnTo>
                  <a:lnTo>
                    <a:pt x="6562377" y="79541"/>
                  </a:lnTo>
                  <a:lnTo>
                    <a:pt x="6616650" y="83550"/>
                  </a:lnTo>
                  <a:lnTo>
                    <a:pt x="6670425" y="87247"/>
                  </a:lnTo>
                  <a:lnTo>
                    <a:pt x="6724064" y="90621"/>
                  </a:lnTo>
                  <a:lnTo>
                    <a:pt x="6778121" y="93676"/>
                  </a:lnTo>
                  <a:lnTo>
                    <a:pt x="6786527" y="94119"/>
                  </a:lnTo>
                  <a:lnTo>
                    <a:pt x="6836258" y="96554"/>
                  </a:lnTo>
                  <a:lnTo>
                    <a:pt x="6887712" y="98741"/>
                  </a:lnTo>
                  <a:lnTo>
                    <a:pt x="6941718" y="100693"/>
                  </a:lnTo>
                  <a:lnTo>
                    <a:pt x="6999199" y="102432"/>
                  </a:lnTo>
                  <a:lnTo>
                    <a:pt x="7061094" y="103982"/>
                  </a:lnTo>
                  <a:lnTo>
                    <a:pt x="7128274" y="105367"/>
                  </a:lnTo>
                  <a:lnTo>
                    <a:pt x="7201431" y="106608"/>
                  </a:lnTo>
                  <a:lnTo>
                    <a:pt x="7280944" y="107721"/>
                  </a:lnTo>
                  <a:lnTo>
                    <a:pt x="7366685" y="108719"/>
                  </a:lnTo>
                  <a:lnTo>
                    <a:pt x="7457802" y="109607"/>
                  </a:lnTo>
                  <a:lnTo>
                    <a:pt x="7552508" y="110390"/>
                  </a:lnTo>
                  <a:lnTo>
                    <a:pt x="7647956" y="111065"/>
                  </a:lnTo>
                  <a:lnTo>
                    <a:pt x="7740304" y="111631"/>
                  </a:lnTo>
                  <a:lnTo>
                    <a:pt x="7825092" y="112085"/>
                  </a:lnTo>
                  <a:lnTo>
                    <a:pt x="7897927" y="112429"/>
                  </a:lnTo>
                  <a:lnTo>
                    <a:pt x="7955379" y="112671"/>
                  </a:lnTo>
                  <a:lnTo>
                    <a:pt x="7995811" y="112823"/>
                  </a:lnTo>
                  <a:lnTo>
                    <a:pt x="8019871" y="112904"/>
                  </a:lnTo>
                  <a:lnTo>
                    <a:pt x="8030532" y="112937"/>
                  </a:lnTo>
                  <a:lnTo>
                    <a:pt x="8032805" y="112943"/>
                  </a:lnTo>
                  <a:lnTo>
                    <a:pt x="8032819" y="112943"/>
                  </a:lnTo>
                  <a:lnTo>
                    <a:pt x="8554953" y="112943"/>
                  </a:lnTo>
                  <a:lnTo>
                    <a:pt x="8554953" y="112943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982" name="pl982"/>
            <p:cNvSpPr/>
            <p:nvPr/>
          </p:nvSpPr>
          <p:spPr>
            <a:xfrm>
              <a:off x="386606" y="1580847"/>
              <a:ext cx="8554953" cy="1920038"/>
            </a:xfrm>
            <a:custGeom>
              <a:avLst/>
              <a:pathLst>
                <a:path w="8554953" h="1920038">
                  <a:moveTo>
                    <a:pt x="8554953" y="112943"/>
                  </a:moveTo>
                  <a:lnTo>
                    <a:pt x="8032819" y="112943"/>
                  </a:lnTo>
                  <a:lnTo>
                    <a:pt x="8031549" y="112939"/>
                  </a:lnTo>
                  <a:lnTo>
                    <a:pt x="8023250" y="112915"/>
                  </a:lnTo>
                  <a:lnTo>
                    <a:pt x="8002501" y="112846"/>
                  </a:lnTo>
                  <a:lnTo>
                    <a:pt x="7965846" y="112712"/>
                  </a:lnTo>
                  <a:lnTo>
                    <a:pt x="7912109" y="112492"/>
                  </a:lnTo>
                  <a:lnTo>
                    <a:pt x="7842446" y="112171"/>
                  </a:lnTo>
                  <a:lnTo>
                    <a:pt x="7759954" y="111741"/>
                  </a:lnTo>
                  <a:lnTo>
                    <a:pt x="7668889" y="111200"/>
                  </a:lnTo>
                  <a:lnTo>
                    <a:pt x="7573768" y="110549"/>
                  </a:lnTo>
                  <a:lnTo>
                    <a:pt x="7478614" y="109790"/>
                  </a:lnTo>
                  <a:lnTo>
                    <a:pt x="7386508" y="108926"/>
                  </a:lnTo>
                  <a:lnTo>
                    <a:pt x="7299470" y="107953"/>
                  </a:lnTo>
                  <a:lnTo>
                    <a:pt x="7218541" y="106866"/>
                  </a:lnTo>
                  <a:lnTo>
                    <a:pt x="7143989" y="105655"/>
                  </a:lnTo>
                  <a:lnTo>
                    <a:pt x="7075533" y="104303"/>
                  </a:lnTo>
                  <a:lnTo>
                    <a:pt x="7012535" y="102791"/>
                  </a:lnTo>
                  <a:lnTo>
                    <a:pt x="6954153" y="101097"/>
                  </a:lnTo>
                  <a:lnTo>
                    <a:pt x="6899457" y="99194"/>
                  </a:lnTo>
                  <a:lnTo>
                    <a:pt x="6847513" y="97061"/>
                  </a:lnTo>
                  <a:lnTo>
                    <a:pt x="6797462" y="94682"/>
                  </a:lnTo>
                  <a:lnTo>
                    <a:pt x="6786527" y="94119"/>
                  </a:lnTo>
                  <a:lnTo>
                    <a:pt x="6732343" y="91112"/>
                  </a:lnTo>
                  <a:lnTo>
                    <a:pt x="6678681" y="87788"/>
                  </a:lnTo>
                  <a:lnTo>
                    <a:pt x="6624955" y="84140"/>
                  </a:lnTo>
                  <a:lnTo>
                    <a:pt x="6570775" y="80178"/>
                  </a:lnTo>
                  <a:lnTo>
                    <a:pt x="6515920" y="75922"/>
                  </a:lnTo>
                  <a:lnTo>
                    <a:pt x="6460319" y="71408"/>
                  </a:lnTo>
                  <a:lnTo>
                    <a:pt x="6404026" y="66683"/>
                  </a:lnTo>
                  <a:lnTo>
                    <a:pt x="6347203" y="61808"/>
                  </a:lnTo>
                  <a:lnTo>
                    <a:pt x="6290083" y="56854"/>
                  </a:lnTo>
                  <a:lnTo>
                    <a:pt x="6232941" y="51893"/>
                  </a:lnTo>
                  <a:lnTo>
                    <a:pt x="6176055" y="47002"/>
                  </a:lnTo>
                  <a:lnTo>
                    <a:pt x="6119668" y="42250"/>
                  </a:lnTo>
                  <a:lnTo>
                    <a:pt x="6063954" y="37699"/>
                  </a:lnTo>
                  <a:lnTo>
                    <a:pt x="6008985" y="33401"/>
                  </a:lnTo>
                  <a:lnTo>
                    <a:pt x="5954712" y="29392"/>
                  </a:lnTo>
                  <a:lnTo>
                    <a:pt x="5900937" y="25695"/>
                  </a:lnTo>
                  <a:lnTo>
                    <a:pt x="5847297" y="22321"/>
                  </a:lnTo>
                  <a:lnTo>
                    <a:pt x="5793241" y="19266"/>
                  </a:lnTo>
                  <a:lnTo>
                    <a:pt x="5784835" y="18823"/>
                  </a:lnTo>
                  <a:lnTo>
                    <a:pt x="5735104" y="16388"/>
                  </a:lnTo>
                  <a:lnTo>
                    <a:pt x="5683650" y="14201"/>
                  </a:lnTo>
                  <a:lnTo>
                    <a:pt x="5629644" y="12249"/>
                  </a:lnTo>
                  <a:lnTo>
                    <a:pt x="5572163" y="10511"/>
                  </a:lnTo>
                  <a:lnTo>
                    <a:pt x="5510268" y="8961"/>
                  </a:lnTo>
                  <a:lnTo>
                    <a:pt x="5443088" y="7575"/>
                  </a:lnTo>
                  <a:lnTo>
                    <a:pt x="5369931" y="6334"/>
                  </a:lnTo>
                  <a:lnTo>
                    <a:pt x="5290418" y="5221"/>
                  </a:lnTo>
                  <a:lnTo>
                    <a:pt x="5204677" y="4224"/>
                  </a:lnTo>
                  <a:lnTo>
                    <a:pt x="5113560" y="3335"/>
                  </a:lnTo>
                  <a:lnTo>
                    <a:pt x="5018854" y="2553"/>
                  </a:lnTo>
                  <a:lnTo>
                    <a:pt x="4923406" y="1877"/>
                  </a:lnTo>
                  <a:lnTo>
                    <a:pt x="4831058" y="1312"/>
                  </a:lnTo>
                  <a:lnTo>
                    <a:pt x="4746270" y="857"/>
                  </a:lnTo>
                  <a:lnTo>
                    <a:pt x="4673435" y="513"/>
                  </a:lnTo>
                  <a:lnTo>
                    <a:pt x="4615982" y="272"/>
                  </a:lnTo>
                  <a:lnTo>
                    <a:pt x="4575551" y="120"/>
                  </a:lnTo>
                  <a:lnTo>
                    <a:pt x="4551491" y="38"/>
                  </a:lnTo>
                  <a:lnTo>
                    <a:pt x="4540830" y="6"/>
                  </a:lnTo>
                  <a:lnTo>
                    <a:pt x="4538557" y="0"/>
                  </a:lnTo>
                  <a:lnTo>
                    <a:pt x="4538543" y="0"/>
                  </a:lnTo>
                  <a:lnTo>
                    <a:pt x="4016409" y="0"/>
                  </a:lnTo>
                  <a:lnTo>
                    <a:pt x="4015198" y="56"/>
                  </a:lnTo>
                  <a:lnTo>
                    <a:pt x="4007268" y="457"/>
                  </a:lnTo>
                  <a:lnTo>
                    <a:pt x="3987413" y="1566"/>
                  </a:lnTo>
                  <a:lnTo>
                    <a:pt x="3952255" y="3745"/>
                  </a:lnTo>
                  <a:lnTo>
                    <a:pt x="3900547" y="7318"/>
                  </a:lnTo>
                  <a:lnTo>
                    <a:pt x="3833242" y="12529"/>
                  </a:lnTo>
                  <a:lnTo>
                    <a:pt x="3753159" y="19525"/>
                  </a:lnTo>
                  <a:lnTo>
                    <a:pt x="3664289" y="28357"/>
                  </a:lnTo>
                  <a:lnTo>
                    <a:pt x="3570953" y="39009"/>
                  </a:lnTo>
                  <a:lnTo>
                    <a:pt x="3477082" y="51436"/>
                  </a:lnTo>
                  <a:lnTo>
                    <a:pt x="3385765" y="65613"/>
                  </a:lnTo>
                  <a:lnTo>
                    <a:pt x="3299091" y="81557"/>
                  </a:lnTo>
                  <a:lnTo>
                    <a:pt x="3218211" y="99352"/>
                  </a:lnTo>
                  <a:lnTo>
                    <a:pt x="3143507" y="119158"/>
                  </a:lnTo>
                  <a:lnTo>
                    <a:pt x="3074805" y="141209"/>
                  </a:lnTo>
                  <a:lnTo>
                    <a:pt x="3011559" y="165812"/>
                  </a:lnTo>
                  <a:lnTo>
                    <a:pt x="2953003" y="193328"/>
                  </a:lnTo>
                  <a:lnTo>
                    <a:pt x="2898263" y="224156"/>
                  </a:lnTo>
                  <a:lnTo>
                    <a:pt x="2846440" y="258684"/>
                  </a:lnTo>
                  <a:lnTo>
                    <a:pt x="2796689" y="297215"/>
                  </a:lnTo>
                  <a:lnTo>
                    <a:pt x="2770117" y="320006"/>
                  </a:lnTo>
                  <a:lnTo>
                    <a:pt x="2727453" y="359738"/>
                  </a:lnTo>
                  <a:lnTo>
                    <a:pt x="2685202" y="402794"/>
                  </a:lnTo>
                  <a:lnTo>
                    <a:pt x="2643046" y="449236"/>
                  </a:lnTo>
                  <a:lnTo>
                    <a:pt x="2600747" y="499057"/>
                  </a:lnTo>
                  <a:lnTo>
                    <a:pt x="2558139" y="552167"/>
                  </a:lnTo>
                  <a:lnTo>
                    <a:pt x="2515117" y="608388"/>
                  </a:lnTo>
                  <a:lnTo>
                    <a:pt x="2471635" y="667451"/>
                  </a:lnTo>
                  <a:lnTo>
                    <a:pt x="2427698" y="728998"/>
                  </a:lnTo>
                  <a:lnTo>
                    <a:pt x="2383354" y="792584"/>
                  </a:lnTo>
                  <a:lnTo>
                    <a:pt x="2338690" y="857693"/>
                  </a:lnTo>
                  <a:lnTo>
                    <a:pt x="2293820" y="923752"/>
                  </a:lnTo>
                  <a:lnTo>
                    <a:pt x="2248875" y="990152"/>
                  </a:lnTo>
                  <a:lnTo>
                    <a:pt x="2203993" y="1056269"/>
                  </a:lnTo>
                  <a:lnTo>
                    <a:pt x="2159305" y="1121491"/>
                  </a:lnTo>
                  <a:lnTo>
                    <a:pt x="2114927" y="1185240"/>
                  </a:lnTo>
                  <a:lnTo>
                    <a:pt x="2070949" y="1246995"/>
                  </a:lnTo>
                  <a:lnTo>
                    <a:pt x="2027424" y="1306304"/>
                  </a:lnTo>
                  <a:lnTo>
                    <a:pt x="1984361" y="1362801"/>
                  </a:lnTo>
                  <a:lnTo>
                    <a:pt x="1941718" y="1416207"/>
                  </a:lnTo>
                  <a:lnTo>
                    <a:pt x="1899397" y="1466337"/>
                  </a:lnTo>
                  <a:lnTo>
                    <a:pt x="1857237" y="1513093"/>
                  </a:lnTo>
                  <a:lnTo>
                    <a:pt x="1815006" y="1556460"/>
                  </a:lnTo>
                  <a:lnTo>
                    <a:pt x="1772396" y="1596495"/>
                  </a:lnTo>
                  <a:lnTo>
                    <a:pt x="1768425" y="1600031"/>
                  </a:lnTo>
                  <a:lnTo>
                    <a:pt x="1719490" y="1640811"/>
                  </a:lnTo>
                  <a:lnTo>
                    <a:pt x="1668898" y="1677498"/>
                  </a:lnTo>
                  <a:lnTo>
                    <a:pt x="1615861" y="1710302"/>
                  </a:lnTo>
                  <a:lnTo>
                    <a:pt x="1559502" y="1739578"/>
                  </a:lnTo>
                  <a:lnTo>
                    <a:pt x="1498922" y="1765725"/>
                  </a:lnTo>
                  <a:lnTo>
                    <a:pt x="1433286" y="1789128"/>
                  </a:lnTo>
                  <a:lnTo>
                    <a:pt x="1361910" y="1810127"/>
                  </a:lnTo>
                  <a:lnTo>
                    <a:pt x="1284397" y="1828996"/>
                  </a:lnTo>
                  <a:lnTo>
                    <a:pt x="1200800" y="1845936"/>
                  </a:lnTo>
                  <a:lnTo>
                    <a:pt x="1111824" y="1861072"/>
                  </a:lnTo>
                  <a:lnTo>
                    <a:pt x="1019028" y="1874456"/>
                  </a:lnTo>
                  <a:lnTo>
                    <a:pt x="924960" y="1886083"/>
                  </a:lnTo>
                  <a:lnTo>
                    <a:pt x="833125" y="1895914"/>
                  </a:lnTo>
                  <a:lnTo>
                    <a:pt x="747707" y="1903912"/>
                  </a:lnTo>
                  <a:lnTo>
                    <a:pt x="672978" y="1910087"/>
                  </a:lnTo>
                  <a:lnTo>
                    <a:pt x="612498" y="1914531"/>
                  </a:lnTo>
                  <a:lnTo>
                    <a:pt x="568310" y="1917435"/>
                  </a:lnTo>
                  <a:lnTo>
                    <a:pt x="540382" y="1919086"/>
                  </a:lnTo>
                  <a:lnTo>
                    <a:pt x="526473" y="1919828"/>
                  </a:lnTo>
                  <a:lnTo>
                    <a:pt x="522336" y="1920029"/>
                  </a:lnTo>
                  <a:lnTo>
                    <a:pt x="522133" y="1920038"/>
                  </a:lnTo>
                  <a:lnTo>
                    <a:pt x="0" y="1920038"/>
                  </a:lnTo>
                  <a:lnTo>
                    <a:pt x="0" y="1920038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983" name="pg983"/>
            <p:cNvSpPr/>
            <p:nvPr/>
          </p:nvSpPr>
          <p:spPr>
            <a:xfrm>
              <a:off x="386606" y="1620377"/>
              <a:ext cx="8554953" cy="1897449"/>
            </a:xfrm>
            <a:custGeom>
              <a:avLst/>
              <a:pathLst>
                <a:path w="8554953" h="1897449">
                  <a:moveTo>
                    <a:pt x="0" y="1897449"/>
                  </a:moveTo>
                  <a:lnTo>
                    <a:pt x="522133" y="1897449"/>
                  </a:lnTo>
                  <a:lnTo>
                    <a:pt x="523346" y="1897394"/>
                  </a:lnTo>
                  <a:lnTo>
                    <a:pt x="531288" y="1896999"/>
                  </a:lnTo>
                  <a:lnTo>
                    <a:pt x="551174" y="1895908"/>
                  </a:lnTo>
                  <a:lnTo>
                    <a:pt x="586382" y="1893763"/>
                  </a:lnTo>
                  <a:lnTo>
                    <a:pt x="638158" y="1890248"/>
                  </a:lnTo>
                  <a:lnTo>
                    <a:pt x="705542" y="1885121"/>
                  </a:lnTo>
                  <a:lnTo>
                    <a:pt x="785706" y="1878238"/>
                  </a:lnTo>
                  <a:lnTo>
                    <a:pt x="874651" y="1869550"/>
                  </a:lnTo>
                  <a:lnTo>
                    <a:pt x="968048" y="1859073"/>
                  </a:lnTo>
                  <a:lnTo>
                    <a:pt x="1061964" y="1846849"/>
                  </a:lnTo>
                  <a:lnTo>
                    <a:pt x="1153309" y="1832905"/>
                  </a:lnTo>
                  <a:lnTo>
                    <a:pt x="1239996" y="1817223"/>
                  </a:lnTo>
                  <a:lnTo>
                    <a:pt x="1320879" y="1799720"/>
                  </a:lnTo>
                  <a:lnTo>
                    <a:pt x="1395578" y="1780238"/>
                  </a:lnTo>
                  <a:lnTo>
                    <a:pt x="1464272" y="1758545"/>
                  </a:lnTo>
                  <a:lnTo>
                    <a:pt x="1527510" y="1734342"/>
                  </a:lnTo>
                  <a:lnTo>
                    <a:pt x="1586059" y="1707269"/>
                  </a:lnTo>
                  <a:lnTo>
                    <a:pt x="1640798" y="1676936"/>
                  </a:lnTo>
                  <a:lnTo>
                    <a:pt x="1692623" y="1642961"/>
                  </a:lnTo>
                  <a:lnTo>
                    <a:pt x="1742384" y="1605046"/>
                  </a:lnTo>
                  <a:lnTo>
                    <a:pt x="1768425" y="1583090"/>
                  </a:lnTo>
                  <a:lnTo>
                    <a:pt x="1811322" y="1543835"/>
                  </a:lnTo>
                  <a:lnTo>
                    <a:pt x="1853804" y="1501279"/>
                  </a:lnTo>
                  <a:lnTo>
                    <a:pt x="1896192" y="1455360"/>
                  </a:lnTo>
                  <a:lnTo>
                    <a:pt x="1938728" y="1406085"/>
                  </a:lnTo>
                  <a:lnTo>
                    <a:pt x="1981580" y="1353547"/>
                  </a:lnTo>
                  <a:lnTo>
                    <a:pt x="2024852" y="1297926"/>
                  </a:lnTo>
                  <a:lnTo>
                    <a:pt x="2068590" y="1239491"/>
                  </a:lnTo>
                  <a:lnTo>
                    <a:pt x="2112787" y="1178606"/>
                  </a:lnTo>
                  <a:lnTo>
                    <a:pt x="2157392" y="1115717"/>
                  </a:lnTo>
                  <a:lnTo>
                    <a:pt x="2202315" y="1051342"/>
                  </a:lnTo>
                  <a:lnTo>
                    <a:pt x="2247440" y="986055"/>
                  </a:lnTo>
                  <a:lnTo>
                    <a:pt x="2292632" y="920469"/>
                  </a:lnTo>
                  <a:lnTo>
                    <a:pt x="2337752" y="855204"/>
                  </a:lnTo>
                  <a:lnTo>
                    <a:pt x="2382666" y="790869"/>
                  </a:lnTo>
                  <a:lnTo>
                    <a:pt x="2427258" y="728040"/>
                  </a:lnTo>
                  <a:lnTo>
                    <a:pt x="2471441" y="667231"/>
                  </a:lnTo>
                  <a:lnTo>
                    <a:pt x="2515163" y="608887"/>
                  </a:lnTo>
                  <a:lnTo>
                    <a:pt x="2558419" y="553365"/>
                  </a:lnTo>
                  <a:lnTo>
                    <a:pt x="2601258" y="500936"/>
                  </a:lnTo>
                  <a:lnTo>
                    <a:pt x="2643786" y="451774"/>
                  </a:lnTo>
                  <a:lnTo>
                    <a:pt x="2686173" y="405968"/>
                  </a:lnTo>
                  <a:lnTo>
                    <a:pt x="2728663" y="363526"/>
                  </a:lnTo>
                  <a:lnTo>
                    <a:pt x="2770117" y="325653"/>
                  </a:lnTo>
                  <a:lnTo>
                    <a:pt x="2819079" y="285572"/>
                  </a:lnTo>
                  <a:lnTo>
                    <a:pt x="2869700" y="249516"/>
                  </a:lnTo>
                  <a:lnTo>
                    <a:pt x="2922769" y="217278"/>
                  </a:lnTo>
                  <a:lnTo>
                    <a:pt x="2979167" y="188510"/>
                  </a:lnTo>
                  <a:lnTo>
                    <a:pt x="3039791" y="162818"/>
                  </a:lnTo>
                  <a:lnTo>
                    <a:pt x="3105479" y="139823"/>
                  </a:lnTo>
                  <a:lnTo>
                    <a:pt x="3176914" y="119191"/>
                  </a:lnTo>
                  <a:lnTo>
                    <a:pt x="3254494" y="100653"/>
                  </a:lnTo>
                  <a:lnTo>
                    <a:pt x="3338164" y="84011"/>
                  </a:lnTo>
                  <a:lnTo>
                    <a:pt x="3427212" y="69143"/>
                  </a:lnTo>
                  <a:lnTo>
                    <a:pt x="3520073" y="55998"/>
                  </a:lnTo>
                  <a:lnTo>
                    <a:pt x="3614191" y="44580"/>
                  </a:lnTo>
                  <a:lnTo>
                    <a:pt x="3706046" y="34930"/>
                  </a:lnTo>
                  <a:lnTo>
                    <a:pt x="3791447" y="27082"/>
                  </a:lnTo>
                  <a:lnTo>
                    <a:pt x="3866117" y="21027"/>
                  </a:lnTo>
                  <a:lnTo>
                    <a:pt x="3926498" y="16673"/>
                  </a:lnTo>
                  <a:lnTo>
                    <a:pt x="3970562" y="13830"/>
                  </a:lnTo>
                  <a:lnTo>
                    <a:pt x="3998358" y="12218"/>
                  </a:lnTo>
                  <a:lnTo>
                    <a:pt x="4012153" y="11496"/>
                  </a:lnTo>
                  <a:lnTo>
                    <a:pt x="4016218" y="11302"/>
                  </a:lnTo>
                  <a:lnTo>
                    <a:pt x="4016409" y="11294"/>
                  </a:lnTo>
                  <a:lnTo>
                    <a:pt x="4538543" y="11294"/>
                  </a:lnTo>
                  <a:lnTo>
                    <a:pt x="4539793" y="11327"/>
                  </a:lnTo>
                  <a:lnTo>
                    <a:pt x="4547966" y="11566"/>
                  </a:lnTo>
                  <a:lnTo>
                    <a:pt x="4568409" y="12226"/>
                  </a:lnTo>
                  <a:lnTo>
                    <a:pt x="4604553" y="13523"/>
                  </a:lnTo>
                  <a:lnTo>
                    <a:pt x="4657599" y="15647"/>
                  </a:lnTo>
                  <a:lnTo>
                    <a:pt x="4726461" y="18742"/>
                  </a:lnTo>
                  <a:lnTo>
                    <a:pt x="4808138" y="22891"/>
                  </a:lnTo>
                  <a:lnTo>
                    <a:pt x="4898463" y="28122"/>
                  </a:lnTo>
                  <a:lnTo>
                    <a:pt x="4992986" y="34421"/>
                  </a:lnTo>
                  <a:lnTo>
                    <a:pt x="5087715" y="41764"/>
                  </a:lnTo>
                  <a:lnTo>
                    <a:pt x="5179562" y="50137"/>
                  </a:lnTo>
                  <a:lnTo>
                    <a:pt x="5266484" y="59553"/>
                  </a:lnTo>
                  <a:lnTo>
                    <a:pt x="5347403" y="70069"/>
                  </a:lnTo>
                  <a:lnTo>
                    <a:pt x="5422009" y="81786"/>
                  </a:lnTo>
                  <a:lnTo>
                    <a:pt x="5490550" y="94849"/>
                  </a:lnTo>
                  <a:lnTo>
                    <a:pt x="5553631" y="109445"/>
                  </a:lnTo>
                  <a:lnTo>
                    <a:pt x="5612068" y="125797"/>
                  </a:lnTo>
                  <a:lnTo>
                    <a:pt x="5666775" y="144140"/>
                  </a:lnTo>
                  <a:lnTo>
                    <a:pt x="5718672" y="164701"/>
                  </a:lnTo>
                  <a:lnTo>
                    <a:pt x="5768615" y="187644"/>
                  </a:lnTo>
                  <a:lnTo>
                    <a:pt x="5784835" y="195768"/>
                  </a:lnTo>
                  <a:lnTo>
                    <a:pt x="5833557" y="222103"/>
                  </a:lnTo>
                  <a:lnTo>
                    <a:pt x="5881804" y="250949"/>
                  </a:lnTo>
                  <a:lnTo>
                    <a:pt x="5930022" y="282349"/>
                  </a:lnTo>
                  <a:lnTo>
                    <a:pt x="5978529" y="316271"/>
                  </a:lnTo>
                  <a:lnTo>
                    <a:pt x="6027526" y="352599"/>
                  </a:lnTo>
                  <a:lnTo>
                    <a:pt x="6077112" y="391131"/>
                  </a:lnTo>
                  <a:lnTo>
                    <a:pt x="6127296" y="431574"/>
                  </a:lnTo>
                  <a:lnTo>
                    <a:pt x="6178009" y="473551"/>
                  </a:lnTo>
                  <a:lnTo>
                    <a:pt x="6229120" y="516614"/>
                  </a:lnTo>
                  <a:lnTo>
                    <a:pt x="6280453" y="560263"/>
                  </a:lnTo>
                  <a:lnTo>
                    <a:pt x="6331807" y="603966"/>
                  </a:lnTo>
                  <a:lnTo>
                    <a:pt x="6382978" y="647191"/>
                  </a:lnTo>
                  <a:lnTo>
                    <a:pt x="6433785" y="689428"/>
                  </a:lnTo>
                  <a:lnTo>
                    <a:pt x="6484085" y="730216"/>
                  </a:lnTo>
                  <a:lnTo>
                    <a:pt x="6533794" y="769163"/>
                  </a:lnTo>
                  <a:lnTo>
                    <a:pt x="6582906" y="805959"/>
                  </a:lnTo>
                  <a:lnTo>
                    <a:pt x="6631499" y="840383"/>
                  </a:lnTo>
                  <a:lnTo>
                    <a:pt x="6679755" y="872301"/>
                  </a:lnTo>
                  <a:lnTo>
                    <a:pt x="6727964" y="901665"/>
                  </a:lnTo>
                  <a:lnTo>
                    <a:pt x="6776546" y="928505"/>
                  </a:lnTo>
                  <a:lnTo>
                    <a:pt x="6786527" y="933665"/>
                  </a:lnTo>
                  <a:lnTo>
                    <a:pt x="6835988" y="957410"/>
                  </a:lnTo>
                  <a:lnTo>
                    <a:pt x="6887150" y="978746"/>
                  </a:lnTo>
                  <a:lnTo>
                    <a:pt x="6940827" y="997800"/>
                  </a:lnTo>
                  <a:lnTo>
                    <a:pt x="6997927" y="1014784"/>
                  </a:lnTo>
                  <a:lnTo>
                    <a:pt x="7059375" y="1029935"/>
                  </a:lnTo>
                  <a:lnTo>
                    <a:pt x="7126029" y="1043483"/>
                  </a:lnTo>
                  <a:lnTo>
                    <a:pt x="7198580" y="1055627"/>
                  </a:lnTo>
                  <a:lnTo>
                    <a:pt x="7277412" y="1066526"/>
                  </a:lnTo>
                  <a:lnTo>
                    <a:pt x="7362426" y="1076299"/>
                  </a:lnTo>
                  <a:lnTo>
                    <a:pt x="7452819" y="1085013"/>
                  </a:lnTo>
                  <a:lnTo>
                    <a:pt x="7546885" y="1092697"/>
                  </a:lnTo>
                  <a:lnTo>
                    <a:pt x="7641879" y="1099345"/>
                  </a:lnTo>
                  <a:lnTo>
                    <a:pt x="7734076" y="1104931"/>
                  </a:lnTo>
                  <a:lnTo>
                    <a:pt x="7819108" y="1109437"/>
                  </a:lnTo>
                  <a:lnTo>
                    <a:pt x="7892617" y="1112875"/>
                  </a:lnTo>
                  <a:lnTo>
                    <a:pt x="7951122" y="1115307"/>
                  </a:lnTo>
                  <a:lnTo>
                    <a:pt x="7992839" y="1116858"/>
                  </a:lnTo>
                  <a:lnTo>
                    <a:pt x="8018202" y="1117706"/>
                  </a:lnTo>
                  <a:lnTo>
                    <a:pt x="8029930" y="1118060"/>
                  </a:lnTo>
                  <a:lnTo>
                    <a:pt x="8032819" y="1118139"/>
                  </a:lnTo>
                  <a:lnTo>
                    <a:pt x="8554953" y="1118139"/>
                  </a:lnTo>
                  <a:lnTo>
                    <a:pt x="8554953" y="1106845"/>
                  </a:lnTo>
                  <a:lnTo>
                    <a:pt x="8032819" y="1106845"/>
                  </a:lnTo>
                  <a:lnTo>
                    <a:pt x="8031569" y="1106812"/>
                  </a:lnTo>
                  <a:lnTo>
                    <a:pt x="8023396" y="1106573"/>
                  </a:lnTo>
                  <a:lnTo>
                    <a:pt x="8002953" y="1105913"/>
                  </a:lnTo>
                  <a:lnTo>
                    <a:pt x="7966809" y="1104616"/>
                  </a:lnTo>
                  <a:lnTo>
                    <a:pt x="7913763" y="1102492"/>
                  </a:lnTo>
                  <a:lnTo>
                    <a:pt x="7844901" y="1099397"/>
                  </a:lnTo>
                  <a:lnTo>
                    <a:pt x="7763224" y="1095248"/>
                  </a:lnTo>
                  <a:lnTo>
                    <a:pt x="7672899" y="1090017"/>
                  </a:lnTo>
                  <a:lnTo>
                    <a:pt x="7578376" y="1083718"/>
                  </a:lnTo>
                  <a:lnTo>
                    <a:pt x="7483647" y="1076375"/>
                  </a:lnTo>
                  <a:lnTo>
                    <a:pt x="7391800" y="1068002"/>
                  </a:lnTo>
                  <a:lnTo>
                    <a:pt x="7304878" y="1058586"/>
                  </a:lnTo>
                  <a:lnTo>
                    <a:pt x="7223959" y="1048070"/>
                  </a:lnTo>
                  <a:lnTo>
                    <a:pt x="7149353" y="1036353"/>
                  </a:lnTo>
                  <a:lnTo>
                    <a:pt x="7080812" y="1023290"/>
                  </a:lnTo>
                  <a:lnTo>
                    <a:pt x="7017731" y="1008694"/>
                  </a:lnTo>
                  <a:lnTo>
                    <a:pt x="6959294" y="992342"/>
                  </a:lnTo>
                  <a:lnTo>
                    <a:pt x="6904587" y="973999"/>
                  </a:lnTo>
                  <a:lnTo>
                    <a:pt x="6852690" y="953438"/>
                  </a:lnTo>
                  <a:lnTo>
                    <a:pt x="6802747" y="930495"/>
                  </a:lnTo>
                  <a:lnTo>
                    <a:pt x="6786527" y="922371"/>
                  </a:lnTo>
                  <a:lnTo>
                    <a:pt x="6737805" y="896036"/>
                  </a:lnTo>
                  <a:lnTo>
                    <a:pt x="6689558" y="867189"/>
                  </a:lnTo>
                  <a:lnTo>
                    <a:pt x="6641339" y="835790"/>
                  </a:lnTo>
                  <a:lnTo>
                    <a:pt x="6592833" y="801868"/>
                  </a:lnTo>
                  <a:lnTo>
                    <a:pt x="6543836" y="765540"/>
                  </a:lnTo>
                  <a:lnTo>
                    <a:pt x="6494250" y="727008"/>
                  </a:lnTo>
                  <a:lnTo>
                    <a:pt x="6444066" y="686565"/>
                  </a:lnTo>
                  <a:lnTo>
                    <a:pt x="6393353" y="644588"/>
                  </a:lnTo>
                  <a:lnTo>
                    <a:pt x="6342242" y="601524"/>
                  </a:lnTo>
                  <a:lnTo>
                    <a:pt x="6290909" y="557876"/>
                  </a:lnTo>
                  <a:lnTo>
                    <a:pt x="6239555" y="514173"/>
                  </a:lnTo>
                  <a:lnTo>
                    <a:pt x="6188384" y="470948"/>
                  </a:lnTo>
                  <a:lnTo>
                    <a:pt x="6137577" y="428711"/>
                  </a:lnTo>
                  <a:lnTo>
                    <a:pt x="6087277" y="387923"/>
                  </a:lnTo>
                  <a:lnTo>
                    <a:pt x="6037568" y="348976"/>
                  </a:lnTo>
                  <a:lnTo>
                    <a:pt x="5988456" y="312180"/>
                  </a:lnTo>
                  <a:lnTo>
                    <a:pt x="5939863" y="277756"/>
                  </a:lnTo>
                  <a:lnTo>
                    <a:pt x="5891607" y="245838"/>
                  </a:lnTo>
                  <a:lnTo>
                    <a:pt x="5843398" y="216473"/>
                  </a:lnTo>
                  <a:lnTo>
                    <a:pt x="5794816" y="189634"/>
                  </a:lnTo>
                  <a:lnTo>
                    <a:pt x="5784835" y="184474"/>
                  </a:lnTo>
                  <a:lnTo>
                    <a:pt x="5735374" y="160729"/>
                  </a:lnTo>
                  <a:lnTo>
                    <a:pt x="5684212" y="139393"/>
                  </a:lnTo>
                  <a:lnTo>
                    <a:pt x="5630535" y="120339"/>
                  </a:lnTo>
                  <a:lnTo>
                    <a:pt x="5573435" y="103355"/>
                  </a:lnTo>
                  <a:lnTo>
                    <a:pt x="5511987" y="88203"/>
                  </a:lnTo>
                  <a:lnTo>
                    <a:pt x="5445333" y="74656"/>
                  </a:lnTo>
                  <a:lnTo>
                    <a:pt x="5372782" y="62512"/>
                  </a:lnTo>
                  <a:lnTo>
                    <a:pt x="5293950" y="51612"/>
                  </a:lnTo>
                  <a:lnTo>
                    <a:pt x="5208936" y="41840"/>
                  </a:lnTo>
                  <a:lnTo>
                    <a:pt x="5118543" y="33126"/>
                  </a:lnTo>
                  <a:lnTo>
                    <a:pt x="5024477" y="25442"/>
                  </a:lnTo>
                  <a:lnTo>
                    <a:pt x="4929483" y="18794"/>
                  </a:lnTo>
                  <a:lnTo>
                    <a:pt x="4837286" y="13208"/>
                  </a:lnTo>
                  <a:lnTo>
                    <a:pt x="4752254" y="8701"/>
                  </a:lnTo>
                  <a:lnTo>
                    <a:pt x="4678745" y="5264"/>
                  </a:lnTo>
                  <a:lnTo>
                    <a:pt x="4620240" y="2832"/>
                  </a:lnTo>
                  <a:lnTo>
                    <a:pt x="4578523" y="1280"/>
                  </a:lnTo>
                  <a:lnTo>
                    <a:pt x="4553160" y="433"/>
                  </a:lnTo>
                  <a:lnTo>
                    <a:pt x="4541432" y="79"/>
                  </a:lnTo>
                  <a:lnTo>
                    <a:pt x="4538543" y="0"/>
                  </a:lnTo>
                  <a:lnTo>
                    <a:pt x="4016409" y="0"/>
                  </a:lnTo>
                  <a:lnTo>
                    <a:pt x="4015196" y="55"/>
                  </a:lnTo>
                  <a:lnTo>
                    <a:pt x="4007254" y="450"/>
                  </a:lnTo>
                  <a:lnTo>
                    <a:pt x="3987369" y="1541"/>
                  </a:lnTo>
                  <a:lnTo>
                    <a:pt x="3952161" y="3685"/>
                  </a:lnTo>
                  <a:lnTo>
                    <a:pt x="3900384" y="7200"/>
                  </a:lnTo>
                  <a:lnTo>
                    <a:pt x="3833000" y="12327"/>
                  </a:lnTo>
                  <a:lnTo>
                    <a:pt x="3752836" y="19210"/>
                  </a:lnTo>
                  <a:lnTo>
                    <a:pt x="3663891" y="27899"/>
                  </a:lnTo>
                  <a:lnTo>
                    <a:pt x="3570494" y="38376"/>
                  </a:lnTo>
                  <a:lnTo>
                    <a:pt x="3476578" y="50600"/>
                  </a:lnTo>
                  <a:lnTo>
                    <a:pt x="3385233" y="64543"/>
                  </a:lnTo>
                  <a:lnTo>
                    <a:pt x="3298546" y="80225"/>
                  </a:lnTo>
                  <a:lnTo>
                    <a:pt x="3217663" y="97728"/>
                  </a:lnTo>
                  <a:lnTo>
                    <a:pt x="3142964" y="117211"/>
                  </a:lnTo>
                  <a:lnTo>
                    <a:pt x="3074270" y="138903"/>
                  </a:lnTo>
                  <a:lnTo>
                    <a:pt x="3011032" y="163107"/>
                  </a:lnTo>
                  <a:lnTo>
                    <a:pt x="2952483" y="190180"/>
                  </a:lnTo>
                  <a:lnTo>
                    <a:pt x="2897745" y="220513"/>
                  </a:lnTo>
                  <a:lnTo>
                    <a:pt x="2845919" y="254488"/>
                  </a:lnTo>
                  <a:lnTo>
                    <a:pt x="2796158" y="292402"/>
                  </a:lnTo>
                  <a:lnTo>
                    <a:pt x="2770117" y="314359"/>
                  </a:lnTo>
                  <a:lnTo>
                    <a:pt x="2727220" y="353614"/>
                  </a:lnTo>
                  <a:lnTo>
                    <a:pt x="2684738" y="396169"/>
                  </a:lnTo>
                  <a:lnTo>
                    <a:pt x="2642350" y="442089"/>
                  </a:lnTo>
                  <a:lnTo>
                    <a:pt x="2599814" y="491363"/>
                  </a:lnTo>
                  <a:lnTo>
                    <a:pt x="2556962" y="543901"/>
                  </a:lnTo>
                  <a:lnTo>
                    <a:pt x="2513690" y="599523"/>
                  </a:lnTo>
                  <a:lnTo>
                    <a:pt x="2469952" y="657957"/>
                  </a:lnTo>
                  <a:lnTo>
                    <a:pt x="2425755" y="718842"/>
                  </a:lnTo>
                  <a:lnTo>
                    <a:pt x="2381150" y="781732"/>
                  </a:lnTo>
                  <a:lnTo>
                    <a:pt x="2336227" y="846107"/>
                  </a:lnTo>
                  <a:lnTo>
                    <a:pt x="2291102" y="911393"/>
                  </a:lnTo>
                  <a:lnTo>
                    <a:pt x="2245910" y="976980"/>
                  </a:lnTo>
                  <a:lnTo>
                    <a:pt x="2200790" y="1042245"/>
                  </a:lnTo>
                  <a:lnTo>
                    <a:pt x="2155876" y="1106579"/>
                  </a:lnTo>
                  <a:lnTo>
                    <a:pt x="2111284" y="1169409"/>
                  </a:lnTo>
                  <a:lnTo>
                    <a:pt x="2067101" y="1230218"/>
                  </a:lnTo>
                  <a:lnTo>
                    <a:pt x="2023380" y="1288562"/>
                  </a:lnTo>
                  <a:lnTo>
                    <a:pt x="1980123" y="1344083"/>
                  </a:lnTo>
                  <a:lnTo>
                    <a:pt x="1937284" y="1396513"/>
                  </a:lnTo>
                  <a:lnTo>
                    <a:pt x="1894756" y="1445675"/>
                  </a:lnTo>
                  <a:lnTo>
                    <a:pt x="1852369" y="1491480"/>
                  </a:lnTo>
                  <a:lnTo>
                    <a:pt x="1809879" y="1533923"/>
                  </a:lnTo>
                  <a:lnTo>
                    <a:pt x="1768425" y="1571795"/>
                  </a:lnTo>
                  <a:lnTo>
                    <a:pt x="1719463" y="1611876"/>
                  </a:lnTo>
                  <a:lnTo>
                    <a:pt x="1668842" y="1647932"/>
                  </a:lnTo>
                  <a:lnTo>
                    <a:pt x="1615773" y="1680170"/>
                  </a:lnTo>
                  <a:lnTo>
                    <a:pt x="1559375" y="1708939"/>
                  </a:lnTo>
                  <a:lnTo>
                    <a:pt x="1498752" y="1734631"/>
                  </a:lnTo>
                  <a:lnTo>
                    <a:pt x="1433063" y="1757626"/>
                  </a:lnTo>
                  <a:lnTo>
                    <a:pt x="1361628" y="1778258"/>
                  </a:lnTo>
                  <a:lnTo>
                    <a:pt x="1284048" y="1796796"/>
                  </a:lnTo>
                  <a:lnTo>
                    <a:pt x="1200378" y="1813438"/>
                  </a:lnTo>
                  <a:lnTo>
                    <a:pt x="1111330" y="1828305"/>
                  </a:lnTo>
                  <a:lnTo>
                    <a:pt x="1018469" y="1841451"/>
                  </a:lnTo>
                  <a:lnTo>
                    <a:pt x="924351" y="1852868"/>
                  </a:lnTo>
                  <a:lnTo>
                    <a:pt x="832496" y="1862518"/>
                  </a:lnTo>
                  <a:lnTo>
                    <a:pt x="747095" y="1870366"/>
                  </a:lnTo>
                  <a:lnTo>
                    <a:pt x="672425" y="1876422"/>
                  </a:lnTo>
                  <a:lnTo>
                    <a:pt x="612044" y="1880776"/>
                  </a:lnTo>
                  <a:lnTo>
                    <a:pt x="567980" y="1883618"/>
                  </a:lnTo>
                  <a:lnTo>
                    <a:pt x="540184" y="1885230"/>
                  </a:lnTo>
                  <a:lnTo>
                    <a:pt x="526389" y="1885953"/>
                  </a:lnTo>
                  <a:lnTo>
                    <a:pt x="522324" y="1886146"/>
                  </a:lnTo>
                  <a:lnTo>
                    <a:pt x="522133" y="1886155"/>
                  </a:lnTo>
                  <a:lnTo>
                    <a:pt x="0" y="1886155"/>
                  </a:lnTo>
                  <a:close/>
                </a:path>
              </a:pathLst>
            </a:custGeom>
            <a:solidFill>
              <a:srgbClr val="F28E5B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984" name="pl984"/>
            <p:cNvSpPr/>
            <p:nvPr/>
          </p:nvSpPr>
          <p:spPr>
            <a:xfrm>
              <a:off x="386606" y="1631671"/>
              <a:ext cx="8554953" cy="1886155"/>
            </a:xfrm>
            <a:custGeom>
              <a:avLst/>
              <a:pathLst>
                <a:path w="8554953" h="1886155">
                  <a:moveTo>
                    <a:pt x="0" y="1886155"/>
                  </a:moveTo>
                  <a:lnTo>
                    <a:pt x="522133" y="1886155"/>
                  </a:lnTo>
                  <a:lnTo>
                    <a:pt x="523346" y="1886099"/>
                  </a:lnTo>
                  <a:lnTo>
                    <a:pt x="531288" y="1885705"/>
                  </a:lnTo>
                  <a:lnTo>
                    <a:pt x="551174" y="1884613"/>
                  </a:lnTo>
                  <a:lnTo>
                    <a:pt x="586382" y="1882469"/>
                  </a:lnTo>
                  <a:lnTo>
                    <a:pt x="638158" y="1878954"/>
                  </a:lnTo>
                  <a:lnTo>
                    <a:pt x="705542" y="1873827"/>
                  </a:lnTo>
                  <a:lnTo>
                    <a:pt x="785706" y="1866944"/>
                  </a:lnTo>
                  <a:lnTo>
                    <a:pt x="874651" y="1858256"/>
                  </a:lnTo>
                  <a:lnTo>
                    <a:pt x="968048" y="1847779"/>
                  </a:lnTo>
                  <a:lnTo>
                    <a:pt x="1061964" y="1835555"/>
                  </a:lnTo>
                  <a:lnTo>
                    <a:pt x="1153309" y="1821611"/>
                  </a:lnTo>
                  <a:lnTo>
                    <a:pt x="1239996" y="1805929"/>
                  </a:lnTo>
                  <a:lnTo>
                    <a:pt x="1320879" y="1788426"/>
                  </a:lnTo>
                  <a:lnTo>
                    <a:pt x="1395578" y="1768944"/>
                  </a:lnTo>
                  <a:lnTo>
                    <a:pt x="1464272" y="1747251"/>
                  </a:lnTo>
                  <a:lnTo>
                    <a:pt x="1527510" y="1723047"/>
                  </a:lnTo>
                  <a:lnTo>
                    <a:pt x="1586059" y="1695974"/>
                  </a:lnTo>
                  <a:lnTo>
                    <a:pt x="1640798" y="1665641"/>
                  </a:lnTo>
                  <a:lnTo>
                    <a:pt x="1692623" y="1631666"/>
                  </a:lnTo>
                  <a:lnTo>
                    <a:pt x="1742384" y="1593752"/>
                  </a:lnTo>
                  <a:lnTo>
                    <a:pt x="1768425" y="1571795"/>
                  </a:lnTo>
                  <a:lnTo>
                    <a:pt x="1811322" y="1532541"/>
                  </a:lnTo>
                  <a:lnTo>
                    <a:pt x="1853804" y="1489985"/>
                  </a:lnTo>
                  <a:lnTo>
                    <a:pt x="1896192" y="1444065"/>
                  </a:lnTo>
                  <a:lnTo>
                    <a:pt x="1938728" y="1394791"/>
                  </a:lnTo>
                  <a:lnTo>
                    <a:pt x="1981580" y="1342253"/>
                  </a:lnTo>
                  <a:lnTo>
                    <a:pt x="2024852" y="1286631"/>
                  </a:lnTo>
                  <a:lnTo>
                    <a:pt x="2068590" y="1228197"/>
                  </a:lnTo>
                  <a:lnTo>
                    <a:pt x="2112787" y="1167312"/>
                  </a:lnTo>
                  <a:lnTo>
                    <a:pt x="2157392" y="1104423"/>
                  </a:lnTo>
                  <a:lnTo>
                    <a:pt x="2202315" y="1040047"/>
                  </a:lnTo>
                  <a:lnTo>
                    <a:pt x="2247440" y="974761"/>
                  </a:lnTo>
                  <a:lnTo>
                    <a:pt x="2292632" y="909174"/>
                  </a:lnTo>
                  <a:lnTo>
                    <a:pt x="2337752" y="843909"/>
                  </a:lnTo>
                  <a:lnTo>
                    <a:pt x="2382666" y="779575"/>
                  </a:lnTo>
                  <a:lnTo>
                    <a:pt x="2427258" y="716745"/>
                  </a:lnTo>
                  <a:lnTo>
                    <a:pt x="2471441" y="655937"/>
                  </a:lnTo>
                  <a:lnTo>
                    <a:pt x="2515163" y="597592"/>
                  </a:lnTo>
                  <a:lnTo>
                    <a:pt x="2558419" y="542071"/>
                  </a:lnTo>
                  <a:lnTo>
                    <a:pt x="2601258" y="489641"/>
                  </a:lnTo>
                  <a:lnTo>
                    <a:pt x="2643786" y="440479"/>
                  </a:lnTo>
                  <a:lnTo>
                    <a:pt x="2686173" y="394674"/>
                  </a:lnTo>
                  <a:lnTo>
                    <a:pt x="2728663" y="352231"/>
                  </a:lnTo>
                  <a:lnTo>
                    <a:pt x="2770117" y="314359"/>
                  </a:lnTo>
                  <a:lnTo>
                    <a:pt x="2819079" y="274278"/>
                  </a:lnTo>
                  <a:lnTo>
                    <a:pt x="2869700" y="238222"/>
                  </a:lnTo>
                  <a:lnTo>
                    <a:pt x="2922769" y="205984"/>
                  </a:lnTo>
                  <a:lnTo>
                    <a:pt x="2979167" y="177216"/>
                  </a:lnTo>
                  <a:lnTo>
                    <a:pt x="3039791" y="151523"/>
                  </a:lnTo>
                  <a:lnTo>
                    <a:pt x="3105479" y="128528"/>
                  </a:lnTo>
                  <a:lnTo>
                    <a:pt x="3176914" y="107896"/>
                  </a:lnTo>
                  <a:lnTo>
                    <a:pt x="3254494" y="89358"/>
                  </a:lnTo>
                  <a:lnTo>
                    <a:pt x="3338164" y="72717"/>
                  </a:lnTo>
                  <a:lnTo>
                    <a:pt x="3427212" y="57849"/>
                  </a:lnTo>
                  <a:lnTo>
                    <a:pt x="3520073" y="44703"/>
                  </a:lnTo>
                  <a:lnTo>
                    <a:pt x="3614191" y="33286"/>
                  </a:lnTo>
                  <a:lnTo>
                    <a:pt x="3706046" y="23636"/>
                  </a:lnTo>
                  <a:lnTo>
                    <a:pt x="3791447" y="15788"/>
                  </a:lnTo>
                  <a:lnTo>
                    <a:pt x="3866117" y="9732"/>
                  </a:lnTo>
                  <a:lnTo>
                    <a:pt x="3926498" y="5379"/>
                  </a:lnTo>
                  <a:lnTo>
                    <a:pt x="3970562" y="2536"/>
                  </a:lnTo>
                  <a:lnTo>
                    <a:pt x="3998358" y="924"/>
                  </a:lnTo>
                  <a:lnTo>
                    <a:pt x="4012153" y="201"/>
                  </a:lnTo>
                  <a:lnTo>
                    <a:pt x="4016218" y="8"/>
                  </a:lnTo>
                  <a:lnTo>
                    <a:pt x="4016409" y="0"/>
                  </a:lnTo>
                  <a:lnTo>
                    <a:pt x="4538543" y="0"/>
                  </a:lnTo>
                  <a:lnTo>
                    <a:pt x="4539793" y="33"/>
                  </a:lnTo>
                  <a:lnTo>
                    <a:pt x="4547966" y="272"/>
                  </a:lnTo>
                  <a:lnTo>
                    <a:pt x="4568409" y="932"/>
                  </a:lnTo>
                  <a:lnTo>
                    <a:pt x="4604553" y="2229"/>
                  </a:lnTo>
                  <a:lnTo>
                    <a:pt x="4657599" y="4353"/>
                  </a:lnTo>
                  <a:lnTo>
                    <a:pt x="4726461" y="7448"/>
                  </a:lnTo>
                  <a:lnTo>
                    <a:pt x="4808138" y="11597"/>
                  </a:lnTo>
                  <a:lnTo>
                    <a:pt x="4898463" y="16827"/>
                  </a:lnTo>
                  <a:lnTo>
                    <a:pt x="4992986" y="23127"/>
                  </a:lnTo>
                  <a:lnTo>
                    <a:pt x="5087715" y="30470"/>
                  </a:lnTo>
                  <a:lnTo>
                    <a:pt x="5179562" y="38842"/>
                  </a:lnTo>
                  <a:lnTo>
                    <a:pt x="5266484" y="48259"/>
                  </a:lnTo>
                  <a:lnTo>
                    <a:pt x="5347403" y="58775"/>
                  </a:lnTo>
                  <a:lnTo>
                    <a:pt x="5422009" y="70491"/>
                  </a:lnTo>
                  <a:lnTo>
                    <a:pt x="5490550" y="83554"/>
                  </a:lnTo>
                  <a:lnTo>
                    <a:pt x="5553631" y="98151"/>
                  </a:lnTo>
                  <a:lnTo>
                    <a:pt x="5612068" y="114502"/>
                  </a:lnTo>
                  <a:lnTo>
                    <a:pt x="5666775" y="132846"/>
                  </a:lnTo>
                  <a:lnTo>
                    <a:pt x="5718672" y="153407"/>
                  </a:lnTo>
                  <a:lnTo>
                    <a:pt x="5768615" y="176349"/>
                  </a:lnTo>
                  <a:lnTo>
                    <a:pt x="5784835" y="184474"/>
                  </a:lnTo>
                  <a:lnTo>
                    <a:pt x="5833557" y="210809"/>
                  </a:lnTo>
                  <a:lnTo>
                    <a:pt x="5881804" y="239655"/>
                  </a:lnTo>
                  <a:lnTo>
                    <a:pt x="5930022" y="271055"/>
                  </a:lnTo>
                  <a:lnTo>
                    <a:pt x="5978529" y="304976"/>
                  </a:lnTo>
                  <a:lnTo>
                    <a:pt x="6027526" y="341305"/>
                  </a:lnTo>
                  <a:lnTo>
                    <a:pt x="6077112" y="379836"/>
                  </a:lnTo>
                  <a:lnTo>
                    <a:pt x="6127296" y="420279"/>
                  </a:lnTo>
                  <a:lnTo>
                    <a:pt x="6178009" y="462257"/>
                  </a:lnTo>
                  <a:lnTo>
                    <a:pt x="6229120" y="505320"/>
                  </a:lnTo>
                  <a:lnTo>
                    <a:pt x="6280453" y="548969"/>
                  </a:lnTo>
                  <a:lnTo>
                    <a:pt x="6331807" y="592672"/>
                  </a:lnTo>
                  <a:lnTo>
                    <a:pt x="6382978" y="635896"/>
                  </a:lnTo>
                  <a:lnTo>
                    <a:pt x="6433785" y="678133"/>
                  </a:lnTo>
                  <a:lnTo>
                    <a:pt x="6484085" y="718921"/>
                  </a:lnTo>
                  <a:lnTo>
                    <a:pt x="6533794" y="757869"/>
                  </a:lnTo>
                  <a:lnTo>
                    <a:pt x="6582906" y="794665"/>
                  </a:lnTo>
                  <a:lnTo>
                    <a:pt x="6631499" y="829088"/>
                  </a:lnTo>
                  <a:lnTo>
                    <a:pt x="6679755" y="861006"/>
                  </a:lnTo>
                  <a:lnTo>
                    <a:pt x="6727964" y="890371"/>
                  </a:lnTo>
                  <a:lnTo>
                    <a:pt x="6776546" y="917211"/>
                  </a:lnTo>
                  <a:lnTo>
                    <a:pt x="6786527" y="922371"/>
                  </a:lnTo>
                  <a:lnTo>
                    <a:pt x="6835988" y="946116"/>
                  </a:lnTo>
                  <a:lnTo>
                    <a:pt x="6887150" y="967452"/>
                  </a:lnTo>
                  <a:lnTo>
                    <a:pt x="6940827" y="986506"/>
                  </a:lnTo>
                  <a:lnTo>
                    <a:pt x="6997927" y="1003489"/>
                  </a:lnTo>
                  <a:lnTo>
                    <a:pt x="7059375" y="1018641"/>
                  </a:lnTo>
                  <a:lnTo>
                    <a:pt x="7126029" y="1032189"/>
                  </a:lnTo>
                  <a:lnTo>
                    <a:pt x="7198580" y="1044332"/>
                  </a:lnTo>
                  <a:lnTo>
                    <a:pt x="7277412" y="1055232"/>
                  </a:lnTo>
                  <a:lnTo>
                    <a:pt x="7362426" y="1065004"/>
                  </a:lnTo>
                  <a:lnTo>
                    <a:pt x="7452819" y="1073719"/>
                  </a:lnTo>
                  <a:lnTo>
                    <a:pt x="7546885" y="1081403"/>
                  </a:lnTo>
                  <a:lnTo>
                    <a:pt x="7641879" y="1088050"/>
                  </a:lnTo>
                  <a:lnTo>
                    <a:pt x="7734076" y="1093637"/>
                  </a:lnTo>
                  <a:lnTo>
                    <a:pt x="7819108" y="1098143"/>
                  </a:lnTo>
                  <a:lnTo>
                    <a:pt x="7892617" y="1101581"/>
                  </a:lnTo>
                  <a:lnTo>
                    <a:pt x="7951122" y="1104013"/>
                  </a:lnTo>
                  <a:lnTo>
                    <a:pt x="7992839" y="1105564"/>
                  </a:lnTo>
                  <a:lnTo>
                    <a:pt x="8018202" y="1106412"/>
                  </a:lnTo>
                  <a:lnTo>
                    <a:pt x="8029930" y="1106766"/>
                  </a:lnTo>
                  <a:lnTo>
                    <a:pt x="8032772" y="1106844"/>
                  </a:lnTo>
                  <a:lnTo>
                    <a:pt x="8032819" y="1106845"/>
                  </a:lnTo>
                  <a:lnTo>
                    <a:pt x="8554953" y="1106845"/>
                  </a:lnTo>
                  <a:lnTo>
                    <a:pt x="8554953" y="1106845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985" name="pl985"/>
            <p:cNvSpPr/>
            <p:nvPr/>
          </p:nvSpPr>
          <p:spPr>
            <a:xfrm>
              <a:off x="386606" y="1620377"/>
              <a:ext cx="8554953" cy="1886155"/>
            </a:xfrm>
            <a:custGeom>
              <a:avLst/>
              <a:pathLst>
                <a:path w="8554953" h="1886155">
                  <a:moveTo>
                    <a:pt x="8554953" y="1106845"/>
                  </a:moveTo>
                  <a:lnTo>
                    <a:pt x="8032819" y="1106845"/>
                  </a:lnTo>
                  <a:lnTo>
                    <a:pt x="8031569" y="1106812"/>
                  </a:lnTo>
                  <a:lnTo>
                    <a:pt x="8023396" y="1106573"/>
                  </a:lnTo>
                  <a:lnTo>
                    <a:pt x="8002953" y="1105913"/>
                  </a:lnTo>
                  <a:lnTo>
                    <a:pt x="7966809" y="1104616"/>
                  </a:lnTo>
                  <a:lnTo>
                    <a:pt x="7913763" y="1102492"/>
                  </a:lnTo>
                  <a:lnTo>
                    <a:pt x="7844901" y="1099397"/>
                  </a:lnTo>
                  <a:lnTo>
                    <a:pt x="7763224" y="1095248"/>
                  </a:lnTo>
                  <a:lnTo>
                    <a:pt x="7672899" y="1090017"/>
                  </a:lnTo>
                  <a:lnTo>
                    <a:pt x="7578376" y="1083718"/>
                  </a:lnTo>
                  <a:lnTo>
                    <a:pt x="7483647" y="1076375"/>
                  </a:lnTo>
                  <a:lnTo>
                    <a:pt x="7391800" y="1068002"/>
                  </a:lnTo>
                  <a:lnTo>
                    <a:pt x="7304878" y="1058586"/>
                  </a:lnTo>
                  <a:lnTo>
                    <a:pt x="7223959" y="1048070"/>
                  </a:lnTo>
                  <a:lnTo>
                    <a:pt x="7149353" y="1036353"/>
                  </a:lnTo>
                  <a:lnTo>
                    <a:pt x="7080812" y="1023290"/>
                  </a:lnTo>
                  <a:lnTo>
                    <a:pt x="7017731" y="1008694"/>
                  </a:lnTo>
                  <a:lnTo>
                    <a:pt x="6959294" y="992342"/>
                  </a:lnTo>
                  <a:lnTo>
                    <a:pt x="6904587" y="973999"/>
                  </a:lnTo>
                  <a:lnTo>
                    <a:pt x="6852690" y="953438"/>
                  </a:lnTo>
                  <a:lnTo>
                    <a:pt x="6802747" y="930495"/>
                  </a:lnTo>
                  <a:lnTo>
                    <a:pt x="6786527" y="922371"/>
                  </a:lnTo>
                  <a:lnTo>
                    <a:pt x="6737805" y="896036"/>
                  </a:lnTo>
                  <a:lnTo>
                    <a:pt x="6689558" y="867189"/>
                  </a:lnTo>
                  <a:lnTo>
                    <a:pt x="6641339" y="835790"/>
                  </a:lnTo>
                  <a:lnTo>
                    <a:pt x="6592833" y="801868"/>
                  </a:lnTo>
                  <a:lnTo>
                    <a:pt x="6543836" y="765540"/>
                  </a:lnTo>
                  <a:lnTo>
                    <a:pt x="6494250" y="727008"/>
                  </a:lnTo>
                  <a:lnTo>
                    <a:pt x="6444066" y="686565"/>
                  </a:lnTo>
                  <a:lnTo>
                    <a:pt x="6393353" y="644588"/>
                  </a:lnTo>
                  <a:lnTo>
                    <a:pt x="6342242" y="601524"/>
                  </a:lnTo>
                  <a:lnTo>
                    <a:pt x="6290909" y="557876"/>
                  </a:lnTo>
                  <a:lnTo>
                    <a:pt x="6239555" y="514173"/>
                  </a:lnTo>
                  <a:lnTo>
                    <a:pt x="6188384" y="470948"/>
                  </a:lnTo>
                  <a:lnTo>
                    <a:pt x="6137577" y="428711"/>
                  </a:lnTo>
                  <a:lnTo>
                    <a:pt x="6087277" y="387923"/>
                  </a:lnTo>
                  <a:lnTo>
                    <a:pt x="6037568" y="348976"/>
                  </a:lnTo>
                  <a:lnTo>
                    <a:pt x="5988456" y="312180"/>
                  </a:lnTo>
                  <a:lnTo>
                    <a:pt x="5939863" y="277756"/>
                  </a:lnTo>
                  <a:lnTo>
                    <a:pt x="5891607" y="245838"/>
                  </a:lnTo>
                  <a:lnTo>
                    <a:pt x="5843398" y="216473"/>
                  </a:lnTo>
                  <a:lnTo>
                    <a:pt x="5794816" y="189634"/>
                  </a:lnTo>
                  <a:lnTo>
                    <a:pt x="5784835" y="184474"/>
                  </a:lnTo>
                  <a:lnTo>
                    <a:pt x="5735374" y="160729"/>
                  </a:lnTo>
                  <a:lnTo>
                    <a:pt x="5684212" y="139393"/>
                  </a:lnTo>
                  <a:lnTo>
                    <a:pt x="5630535" y="120339"/>
                  </a:lnTo>
                  <a:lnTo>
                    <a:pt x="5573435" y="103355"/>
                  </a:lnTo>
                  <a:lnTo>
                    <a:pt x="5511987" y="88203"/>
                  </a:lnTo>
                  <a:lnTo>
                    <a:pt x="5445333" y="74656"/>
                  </a:lnTo>
                  <a:lnTo>
                    <a:pt x="5372782" y="62512"/>
                  </a:lnTo>
                  <a:lnTo>
                    <a:pt x="5293950" y="51612"/>
                  </a:lnTo>
                  <a:lnTo>
                    <a:pt x="5208936" y="41840"/>
                  </a:lnTo>
                  <a:lnTo>
                    <a:pt x="5118543" y="33126"/>
                  </a:lnTo>
                  <a:lnTo>
                    <a:pt x="5024477" y="25442"/>
                  </a:lnTo>
                  <a:lnTo>
                    <a:pt x="4929483" y="18794"/>
                  </a:lnTo>
                  <a:lnTo>
                    <a:pt x="4837286" y="13208"/>
                  </a:lnTo>
                  <a:lnTo>
                    <a:pt x="4752254" y="8701"/>
                  </a:lnTo>
                  <a:lnTo>
                    <a:pt x="4678745" y="5264"/>
                  </a:lnTo>
                  <a:lnTo>
                    <a:pt x="4620240" y="2832"/>
                  </a:lnTo>
                  <a:lnTo>
                    <a:pt x="4578523" y="1280"/>
                  </a:lnTo>
                  <a:lnTo>
                    <a:pt x="4553160" y="433"/>
                  </a:lnTo>
                  <a:lnTo>
                    <a:pt x="4541432" y="79"/>
                  </a:lnTo>
                  <a:lnTo>
                    <a:pt x="4538590" y="1"/>
                  </a:lnTo>
                  <a:lnTo>
                    <a:pt x="4538543" y="0"/>
                  </a:lnTo>
                  <a:lnTo>
                    <a:pt x="4016409" y="0"/>
                  </a:lnTo>
                  <a:lnTo>
                    <a:pt x="4015196" y="55"/>
                  </a:lnTo>
                  <a:lnTo>
                    <a:pt x="4007254" y="450"/>
                  </a:lnTo>
                  <a:lnTo>
                    <a:pt x="3987369" y="1541"/>
                  </a:lnTo>
                  <a:lnTo>
                    <a:pt x="3952161" y="3685"/>
                  </a:lnTo>
                  <a:lnTo>
                    <a:pt x="3900384" y="7200"/>
                  </a:lnTo>
                  <a:lnTo>
                    <a:pt x="3833000" y="12327"/>
                  </a:lnTo>
                  <a:lnTo>
                    <a:pt x="3752836" y="19210"/>
                  </a:lnTo>
                  <a:lnTo>
                    <a:pt x="3663891" y="27899"/>
                  </a:lnTo>
                  <a:lnTo>
                    <a:pt x="3570494" y="38376"/>
                  </a:lnTo>
                  <a:lnTo>
                    <a:pt x="3476578" y="50600"/>
                  </a:lnTo>
                  <a:lnTo>
                    <a:pt x="3385233" y="64543"/>
                  </a:lnTo>
                  <a:lnTo>
                    <a:pt x="3298546" y="80225"/>
                  </a:lnTo>
                  <a:lnTo>
                    <a:pt x="3217663" y="97728"/>
                  </a:lnTo>
                  <a:lnTo>
                    <a:pt x="3142964" y="117211"/>
                  </a:lnTo>
                  <a:lnTo>
                    <a:pt x="3074270" y="138903"/>
                  </a:lnTo>
                  <a:lnTo>
                    <a:pt x="3011032" y="163107"/>
                  </a:lnTo>
                  <a:lnTo>
                    <a:pt x="2952483" y="190180"/>
                  </a:lnTo>
                  <a:lnTo>
                    <a:pt x="2897745" y="220513"/>
                  </a:lnTo>
                  <a:lnTo>
                    <a:pt x="2845919" y="254488"/>
                  </a:lnTo>
                  <a:lnTo>
                    <a:pt x="2796158" y="292402"/>
                  </a:lnTo>
                  <a:lnTo>
                    <a:pt x="2770117" y="314359"/>
                  </a:lnTo>
                  <a:lnTo>
                    <a:pt x="2727220" y="353614"/>
                  </a:lnTo>
                  <a:lnTo>
                    <a:pt x="2684738" y="396169"/>
                  </a:lnTo>
                  <a:lnTo>
                    <a:pt x="2642350" y="442089"/>
                  </a:lnTo>
                  <a:lnTo>
                    <a:pt x="2599814" y="491363"/>
                  </a:lnTo>
                  <a:lnTo>
                    <a:pt x="2556962" y="543901"/>
                  </a:lnTo>
                  <a:lnTo>
                    <a:pt x="2513690" y="599523"/>
                  </a:lnTo>
                  <a:lnTo>
                    <a:pt x="2469952" y="657957"/>
                  </a:lnTo>
                  <a:lnTo>
                    <a:pt x="2425755" y="718842"/>
                  </a:lnTo>
                  <a:lnTo>
                    <a:pt x="2381150" y="781732"/>
                  </a:lnTo>
                  <a:lnTo>
                    <a:pt x="2336227" y="846107"/>
                  </a:lnTo>
                  <a:lnTo>
                    <a:pt x="2291102" y="911393"/>
                  </a:lnTo>
                  <a:lnTo>
                    <a:pt x="2245910" y="976980"/>
                  </a:lnTo>
                  <a:lnTo>
                    <a:pt x="2200790" y="1042245"/>
                  </a:lnTo>
                  <a:lnTo>
                    <a:pt x="2155876" y="1106579"/>
                  </a:lnTo>
                  <a:lnTo>
                    <a:pt x="2111284" y="1169409"/>
                  </a:lnTo>
                  <a:lnTo>
                    <a:pt x="2067101" y="1230218"/>
                  </a:lnTo>
                  <a:lnTo>
                    <a:pt x="2023380" y="1288562"/>
                  </a:lnTo>
                  <a:lnTo>
                    <a:pt x="1980123" y="1344083"/>
                  </a:lnTo>
                  <a:lnTo>
                    <a:pt x="1937284" y="1396513"/>
                  </a:lnTo>
                  <a:lnTo>
                    <a:pt x="1894756" y="1445675"/>
                  </a:lnTo>
                  <a:lnTo>
                    <a:pt x="1852369" y="1491480"/>
                  </a:lnTo>
                  <a:lnTo>
                    <a:pt x="1809879" y="1533923"/>
                  </a:lnTo>
                  <a:lnTo>
                    <a:pt x="1768425" y="1571795"/>
                  </a:lnTo>
                  <a:lnTo>
                    <a:pt x="1719463" y="1611876"/>
                  </a:lnTo>
                  <a:lnTo>
                    <a:pt x="1668842" y="1647932"/>
                  </a:lnTo>
                  <a:lnTo>
                    <a:pt x="1615773" y="1680170"/>
                  </a:lnTo>
                  <a:lnTo>
                    <a:pt x="1559375" y="1708939"/>
                  </a:lnTo>
                  <a:lnTo>
                    <a:pt x="1498752" y="1734631"/>
                  </a:lnTo>
                  <a:lnTo>
                    <a:pt x="1433063" y="1757626"/>
                  </a:lnTo>
                  <a:lnTo>
                    <a:pt x="1361628" y="1778258"/>
                  </a:lnTo>
                  <a:lnTo>
                    <a:pt x="1284048" y="1796796"/>
                  </a:lnTo>
                  <a:lnTo>
                    <a:pt x="1200378" y="1813438"/>
                  </a:lnTo>
                  <a:lnTo>
                    <a:pt x="1111330" y="1828305"/>
                  </a:lnTo>
                  <a:lnTo>
                    <a:pt x="1018469" y="1841451"/>
                  </a:lnTo>
                  <a:lnTo>
                    <a:pt x="924351" y="1852868"/>
                  </a:lnTo>
                  <a:lnTo>
                    <a:pt x="832496" y="1862518"/>
                  </a:lnTo>
                  <a:lnTo>
                    <a:pt x="747095" y="1870366"/>
                  </a:lnTo>
                  <a:lnTo>
                    <a:pt x="672425" y="1876422"/>
                  </a:lnTo>
                  <a:lnTo>
                    <a:pt x="612044" y="1880776"/>
                  </a:lnTo>
                  <a:lnTo>
                    <a:pt x="567980" y="1883618"/>
                  </a:lnTo>
                  <a:lnTo>
                    <a:pt x="540184" y="1885230"/>
                  </a:lnTo>
                  <a:lnTo>
                    <a:pt x="526389" y="1885953"/>
                  </a:lnTo>
                  <a:lnTo>
                    <a:pt x="522324" y="1886146"/>
                  </a:lnTo>
                  <a:lnTo>
                    <a:pt x="522133" y="1886155"/>
                  </a:lnTo>
                  <a:lnTo>
                    <a:pt x="0" y="1886155"/>
                  </a:lnTo>
                  <a:lnTo>
                    <a:pt x="0" y="1886155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986" name="pg986"/>
            <p:cNvSpPr/>
            <p:nvPr/>
          </p:nvSpPr>
          <p:spPr>
            <a:xfrm>
              <a:off x="386606" y="1654260"/>
              <a:ext cx="8554953" cy="1869213"/>
            </a:xfrm>
            <a:custGeom>
              <a:avLst/>
              <a:pathLst>
                <a:path w="8554953" h="1869213">
                  <a:moveTo>
                    <a:pt x="0" y="1869213"/>
                  </a:moveTo>
                  <a:lnTo>
                    <a:pt x="522133" y="1869213"/>
                  </a:lnTo>
                  <a:lnTo>
                    <a:pt x="523348" y="1869158"/>
                  </a:lnTo>
                  <a:lnTo>
                    <a:pt x="531298" y="1868768"/>
                  </a:lnTo>
                  <a:lnTo>
                    <a:pt x="551203" y="1867688"/>
                  </a:lnTo>
                  <a:lnTo>
                    <a:pt x="586443" y="1865568"/>
                  </a:lnTo>
                  <a:lnTo>
                    <a:pt x="638264" y="1862091"/>
                  </a:lnTo>
                  <a:lnTo>
                    <a:pt x="705701" y="1857020"/>
                  </a:lnTo>
                  <a:lnTo>
                    <a:pt x="785919" y="1850213"/>
                  </a:lnTo>
                  <a:lnTo>
                    <a:pt x="874913" y="1841621"/>
                  </a:lnTo>
                  <a:lnTo>
                    <a:pt x="968350" y="1831261"/>
                  </a:lnTo>
                  <a:lnTo>
                    <a:pt x="1062296" y="1819173"/>
                  </a:lnTo>
                  <a:lnTo>
                    <a:pt x="1153659" y="1805385"/>
                  </a:lnTo>
                  <a:lnTo>
                    <a:pt x="1240355" y="1789878"/>
                  </a:lnTo>
                  <a:lnTo>
                    <a:pt x="1321240" y="1772570"/>
                  </a:lnTo>
                  <a:lnTo>
                    <a:pt x="1395936" y="1753305"/>
                  </a:lnTo>
                  <a:lnTo>
                    <a:pt x="1464624" y="1731852"/>
                  </a:lnTo>
                  <a:lnTo>
                    <a:pt x="1527856" y="1707915"/>
                  </a:lnTo>
                  <a:lnTo>
                    <a:pt x="1586402" y="1681139"/>
                  </a:lnTo>
                  <a:lnTo>
                    <a:pt x="1641138" y="1651137"/>
                  </a:lnTo>
                  <a:lnTo>
                    <a:pt x="1692966" y="1617532"/>
                  </a:lnTo>
                  <a:lnTo>
                    <a:pt x="1742733" y="1580031"/>
                  </a:lnTo>
                  <a:lnTo>
                    <a:pt x="1768425" y="1558619"/>
                  </a:lnTo>
                  <a:lnTo>
                    <a:pt x="1811479" y="1519686"/>
                  </a:lnTo>
                  <a:lnTo>
                    <a:pt x="1854115" y="1477467"/>
                  </a:lnTo>
                  <a:lnTo>
                    <a:pt x="1896660" y="1431899"/>
                  </a:lnTo>
                  <a:lnTo>
                    <a:pt x="1939356" y="1382994"/>
                  </a:lnTo>
                  <a:lnTo>
                    <a:pt x="1982371" y="1330842"/>
                  </a:lnTo>
                  <a:lnTo>
                    <a:pt x="2025811" y="1275625"/>
                  </a:lnTo>
                  <a:lnTo>
                    <a:pt x="2069721" y="1217616"/>
                  </a:lnTo>
                  <a:lnTo>
                    <a:pt x="2114093" y="1157179"/>
                  </a:lnTo>
                  <a:lnTo>
                    <a:pt x="2158873" y="1094760"/>
                  </a:lnTo>
                  <a:lnTo>
                    <a:pt x="2203970" y="1030881"/>
                  </a:lnTo>
                  <a:lnTo>
                    <a:pt x="2249266" y="966117"/>
                  </a:lnTo>
                  <a:lnTo>
                    <a:pt x="2294624" y="901078"/>
                  </a:lnTo>
                  <a:lnTo>
                    <a:pt x="2339903" y="836387"/>
                  </a:lnTo>
                  <a:lnTo>
                    <a:pt x="2384969" y="772651"/>
                  </a:lnTo>
                  <a:lnTo>
                    <a:pt x="2429705" y="710441"/>
                  </a:lnTo>
                  <a:lnTo>
                    <a:pt x="2474025" y="650267"/>
                  </a:lnTo>
                  <a:lnTo>
                    <a:pt x="2517878" y="592571"/>
                  </a:lnTo>
                  <a:lnTo>
                    <a:pt x="2561265" y="537703"/>
                  </a:lnTo>
                  <a:lnTo>
                    <a:pt x="2604236" y="485927"/>
                  </a:lnTo>
                  <a:lnTo>
                    <a:pt x="2646904" y="437412"/>
                  </a:lnTo>
                  <a:lnTo>
                    <a:pt x="2689445" y="392240"/>
                  </a:lnTo>
                  <a:lnTo>
                    <a:pt x="2732112" y="350413"/>
                  </a:lnTo>
                  <a:lnTo>
                    <a:pt x="2770117" y="316241"/>
                  </a:lnTo>
                  <a:lnTo>
                    <a:pt x="2819097" y="276627"/>
                  </a:lnTo>
                  <a:lnTo>
                    <a:pt x="2869737" y="240992"/>
                  </a:lnTo>
                  <a:lnTo>
                    <a:pt x="2922828" y="209132"/>
                  </a:lnTo>
                  <a:lnTo>
                    <a:pt x="2979250" y="180702"/>
                  </a:lnTo>
                  <a:lnTo>
                    <a:pt x="3039903" y="155313"/>
                  </a:lnTo>
                  <a:lnTo>
                    <a:pt x="3105625" y="132590"/>
                  </a:lnTo>
                  <a:lnTo>
                    <a:pt x="3177100" y="112203"/>
                  </a:lnTo>
                  <a:lnTo>
                    <a:pt x="3254724" y="93886"/>
                  </a:lnTo>
                  <a:lnTo>
                    <a:pt x="3338442" y="77443"/>
                  </a:lnTo>
                  <a:lnTo>
                    <a:pt x="3427538" y="62754"/>
                  </a:lnTo>
                  <a:lnTo>
                    <a:pt x="3520442" y="49768"/>
                  </a:lnTo>
                  <a:lnTo>
                    <a:pt x="3614591" y="38490"/>
                  </a:lnTo>
                  <a:lnTo>
                    <a:pt x="3706460" y="28960"/>
                  </a:lnTo>
                  <a:lnTo>
                    <a:pt x="3791850" y="21212"/>
                  </a:lnTo>
                  <a:lnTo>
                    <a:pt x="3866480" y="15236"/>
                  </a:lnTo>
                  <a:lnTo>
                    <a:pt x="3926797" y="10941"/>
                  </a:lnTo>
                  <a:lnTo>
                    <a:pt x="3970778" y="8140"/>
                  </a:lnTo>
                  <a:lnTo>
                    <a:pt x="3998488" y="6553"/>
                  </a:lnTo>
                  <a:lnTo>
                    <a:pt x="4012208" y="5844"/>
                  </a:lnTo>
                  <a:lnTo>
                    <a:pt x="4016226" y="5655"/>
                  </a:lnTo>
                  <a:lnTo>
                    <a:pt x="4016409" y="5647"/>
                  </a:lnTo>
                  <a:lnTo>
                    <a:pt x="4538543" y="5647"/>
                  </a:lnTo>
                  <a:lnTo>
                    <a:pt x="4539785" y="5686"/>
                  </a:lnTo>
                  <a:lnTo>
                    <a:pt x="4547908" y="5967"/>
                  </a:lnTo>
                  <a:lnTo>
                    <a:pt x="4568231" y="6743"/>
                  </a:lnTo>
                  <a:lnTo>
                    <a:pt x="4604172" y="8268"/>
                  </a:lnTo>
                  <a:lnTo>
                    <a:pt x="4656944" y="10767"/>
                  </a:lnTo>
                  <a:lnTo>
                    <a:pt x="4725488" y="14408"/>
                  </a:lnTo>
                  <a:lnTo>
                    <a:pt x="4806840" y="19291"/>
                  </a:lnTo>
                  <a:lnTo>
                    <a:pt x="4896870" y="25449"/>
                  </a:lnTo>
                  <a:lnTo>
                    <a:pt x="4991154" y="32867"/>
                  </a:lnTo>
                  <a:lnTo>
                    <a:pt x="5085710" y="41515"/>
                  </a:lnTo>
                  <a:lnTo>
                    <a:pt x="5177452" y="51377"/>
                  </a:lnTo>
                  <a:lnTo>
                    <a:pt x="5264326" y="62468"/>
                  </a:lnTo>
                  <a:lnTo>
                    <a:pt x="5345239" y="74853"/>
                  </a:lnTo>
                  <a:lnTo>
                    <a:pt x="5419866" y="88649"/>
                  </a:lnTo>
                  <a:lnTo>
                    <a:pt x="5488440" y="104025"/>
                  </a:lnTo>
                  <a:lnTo>
                    <a:pt x="5551554" y="121202"/>
                  </a:lnTo>
                  <a:lnTo>
                    <a:pt x="5610015" y="140437"/>
                  </a:lnTo>
                  <a:lnTo>
                    <a:pt x="5664727" y="162010"/>
                  </a:lnTo>
                  <a:lnTo>
                    <a:pt x="5716607" y="186188"/>
                  </a:lnTo>
                  <a:lnTo>
                    <a:pt x="5766509" y="213167"/>
                  </a:lnTo>
                  <a:lnTo>
                    <a:pt x="5784835" y="224004"/>
                  </a:lnTo>
                  <a:lnTo>
                    <a:pt x="5831986" y="254118"/>
                  </a:lnTo>
                  <a:lnTo>
                    <a:pt x="5878677" y="287013"/>
                  </a:lnTo>
                  <a:lnTo>
                    <a:pt x="5925319" y="322736"/>
                  </a:lnTo>
                  <a:lnTo>
                    <a:pt x="5972207" y="361262"/>
                  </a:lnTo>
                  <a:lnTo>
                    <a:pt x="6019536" y="402477"/>
                  </a:lnTo>
                  <a:lnTo>
                    <a:pt x="6067407" y="446178"/>
                  </a:lnTo>
                  <a:lnTo>
                    <a:pt x="6115844" y="492067"/>
                  </a:lnTo>
                  <a:lnTo>
                    <a:pt x="6164796" y="539760"/>
                  </a:lnTo>
                  <a:lnTo>
                    <a:pt x="6214159" y="588792"/>
                  </a:lnTo>
                  <a:lnTo>
                    <a:pt x="6263780" y="638640"/>
                  </a:lnTo>
                  <a:lnTo>
                    <a:pt x="6313482" y="688741"/>
                  </a:lnTo>
                  <a:lnTo>
                    <a:pt x="6363082" y="738520"/>
                  </a:lnTo>
                  <a:lnTo>
                    <a:pt x="6412402" y="787420"/>
                  </a:lnTo>
                  <a:lnTo>
                    <a:pt x="6461298" y="834921"/>
                  </a:lnTo>
                  <a:lnTo>
                    <a:pt x="6509669" y="880570"/>
                  </a:lnTo>
                  <a:lnTo>
                    <a:pt x="6557473" y="923989"/>
                  </a:lnTo>
                  <a:lnTo>
                    <a:pt x="6604743" y="964894"/>
                  </a:lnTo>
                  <a:lnTo>
                    <a:pt x="6651590" y="1003091"/>
                  </a:lnTo>
                  <a:lnTo>
                    <a:pt x="6698220" y="1038478"/>
                  </a:lnTo>
                  <a:lnTo>
                    <a:pt x="6744941" y="1071039"/>
                  </a:lnTo>
                  <a:lnTo>
                    <a:pt x="6786527" y="1097433"/>
                  </a:lnTo>
                  <a:lnTo>
                    <a:pt x="6835881" y="1125482"/>
                  </a:lnTo>
                  <a:lnTo>
                    <a:pt x="6886927" y="1150692"/>
                  </a:lnTo>
                  <a:lnTo>
                    <a:pt x="6940473" y="1173211"/>
                  </a:lnTo>
                  <a:lnTo>
                    <a:pt x="6997421" y="1193289"/>
                  </a:lnTo>
                  <a:lnTo>
                    <a:pt x="7058691" y="1211204"/>
                  </a:lnTo>
                  <a:lnTo>
                    <a:pt x="7125137" y="1227227"/>
                  </a:lnTo>
                  <a:lnTo>
                    <a:pt x="7197448" y="1241592"/>
                  </a:lnTo>
                  <a:lnTo>
                    <a:pt x="7276011" y="1254488"/>
                  </a:lnTo>
                  <a:lnTo>
                    <a:pt x="7360735" y="1266054"/>
                  </a:lnTo>
                  <a:lnTo>
                    <a:pt x="7450840" y="1276372"/>
                  </a:lnTo>
                  <a:lnTo>
                    <a:pt x="7544649" y="1285475"/>
                  </a:lnTo>
                  <a:lnTo>
                    <a:pt x="7639459" y="1293357"/>
                  </a:lnTo>
                  <a:lnTo>
                    <a:pt x="7731589" y="1299989"/>
                  </a:lnTo>
                  <a:lnTo>
                    <a:pt x="7816709" y="1305349"/>
                  </a:lnTo>
                  <a:lnTo>
                    <a:pt x="7890477" y="1309448"/>
                  </a:lnTo>
                  <a:lnTo>
                    <a:pt x="7949393" y="1312358"/>
                  </a:lnTo>
                  <a:lnTo>
                    <a:pt x="7991619" y="1314223"/>
                  </a:lnTo>
                  <a:lnTo>
                    <a:pt x="8017502" y="1315251"/>
                  </a:lnTo>
                  <a:lnTo>
                    <a:pt x="8029665" y="1315688"/>
                  </a:lnTo>
                  <a:lnTo>
                    <a:pt x="8032819" y="1315790"/>
                  </a:lnTo>
                  <a:lnTo>
                    <a:pt x="8554953" y="1315790"/>
                  </a:lnTo>
                  <a:lnTo>
                    <a:pt x="8554953" y="1310143"/>
                  </a:lnTo>
                  <a:lnTo>
                    <a:pt x="8032819" y="1310143"/>
                  </a:lnTo>
                  <a:lnTo>
                    <a:pt x="8031577" y="1310104"/>
                  </a:lnTo>
                  <a:lnTo>
                    <a:pt x="8023454" y="1309823"/>
                  </a:lnTo>
                  <a:lnTo>
                    <a:pt x="8003131" y="1309047"/>
                  </a:lnTo>
                  <a:lnTo>
                    <a:pt x="7967190" y="1307522"/>
                  </a:lnTo>
                  <a:lnTo>
                    <a:pt x="7914418" y="1305023"/>
                  </a:lnTo>
                  <a:lnTo>
                    <a:pt x="7845874" y="1301382"/>
                  </a:lnTo>
                  <a:lnTo>
                    <a:pt x="7764522" y="1296498"/>
                  </a:lnTo>
                  <a:lnTo>
                    <a:pt x="7674492" y="1290341"/>
                  </a:lnTo>
                  <a:lnTo>
                    <a:pt x="7580208" y="1282923"/>
                  </a:lnTo>
                  <a:lnTo>
                    <a:pt x="7485652" y="1274275"/>
                  </a:lnTo>
                  <a:lnTo>
                    <a:pt x="7393910" y="1264413"/>
                  </a:lnTo>
                  <a:lnTo>
                    <a:pt x="7307036" y="1253322"/>
                  </a:lnTo>
                  <a:lnTo>
                    <a:pt x="7226123" y="1240937"/>
                  </a:lnTo>
                  <a:lnTo>
                    <a:pt x="7151496" y="1227141"/>
                  </a:lnTo>
                  <a:lnTo>
                    <a:pt x="7082922" y="1211765"/>
                  </a:lnTo>
                  <a:lnTo>
                    <a:pt x="7019808" y="1194588"/>
                  </a:lnTo>
                  <a:lnTo>
                    <a:pt x="6961347" y="1175352"/>
                  </a:lnTo>
                  <a:lnTo>
                    <a:pt x="6906635" y="1153779"/>
                  </a:lnTo>
                  <a:lnTo>
                    <a:pt x="6854755" y="1129602"/>
                  </a:lnTo>
                  <a:lnTo>
                    <a:pt x="6804853" y="1102623"/>
                  </a:lnTo>
                  <a:lnTo>
                    <a:pt x="6786527" y="1091786"/>
                  </a:lnTo>
                  <a:lnTo>
                    <a:pt x="6739376" y="1061672"/>
                  </a:lnTo>
                  <a:lnTo>
                    <a:pt x="6692685" y="1028777"/>
                  </a:lnTo>
                  <a:lnTo>
                    <a:pt x="6646043" y="993054"/>
                  </a:lnTo>
                  <a:lnTo>
                    <a:pt x="6599155" y="954528"/>
                  </a:lnTo>
                  <a:lnTo>
                    <a:pt x="6551826" y="913313"/>
                  </a:lnTo>
                  <a:lnTo>
                    <a:pt x="6503955" y="869612"/>
                  </a:lnTo>
                  <a:lnTo>
                    <a:pt x="6455518" y="823722"/>
                  </a:lnTo>
                  <a:lnTo>
                    <a:pt x="6406565" y="776030"/>
                  </a:lnTo>
                  <a:lnTo>
                    <a:pt x="6357203" y="726998"/>
                  </a:lnTo>
                  <a:lnTo>
                    <a:pt x="6307582" y="677150"/>
                  </a:lnTo>
                  <a:lnTo>
                    <a:pt x="6257879" y="627049"/>
                  </a:lnTo>
                  <a:lnTo>
                    <a:pt x="6208280" y="577269"/>
                  </a:lnTo>
                  <a:lnTo>
                    <a:pt x="6158960" y="528370"/>
                  </a:lnTo>
                  <a:lnTo>
                    <a:pt x="6110064" y="480868"/>
                  </a:lnTo>
                  <a:lnTo>
                    <a:pt x="6061693" y="435220"/>
                  </a:lnTo>
                  <a:lnTo>
                    <a:pt x="6013888" y="391801"/>
                  </a:lnTo>
                  <a:lnTo>
                    <a:pt x="5966619" y="350896"/>
                  </a:lnTo>
                  <a:lnTo>
                    <a:pt x="5919772" y="312699"/>
                  </a:lnTo>
                  <a:lnTo>
                    <a:pt x="5873142" y="277312"/>
                  </a:lnTo>
                  <a:lnTo>
                    <a:pt x="5826421" y="244751"/>
                  </a:lnTo>
                  <a:lnTo>
                    <a:pt x="5784835" y="218357"/>
                  </a:lnTo>
                  <a:lnTo>
                    <a:pt x="5735481" y="190308"/>
                  </a:lnTo>
                  <a:lnTo>
                    <a:pt x="5684435" y="165098"/>
                  </a:lnTo>
                  <a:lnTo>
                    <a:pt x="5630889" y="142579"/>
                  </a:lnTo>
                  <a:lnTo>
                    <a:pt x="5573941" y="122501"/>
                  </a:lnTo>
                  <a:lnTo>
                    <a:pt x="5512670" y="104585"/>
                  </a:lnTo>
                  <a:lnTo>
                    <a:pt x="5446225" y="88563"/>
                  </a:lnTo>
                  <a:lnTo>
                    <a:pt x="5373914" y="74198"/>
                  </a:lnTo>
                  <a:lnTo>
                    <a:pt x="5295351" y="61301"/>
                  </a:lnTo>
                  <a:lnTo>
                    <a:pt x="5210627" y="49736"/>
                  </a:lnTo>
                  <a:lnTo>
                    <a:pt x="5120522" y="39418"/>
                  </a:lnTo>
                  <a:lnTo>
                    <a:pt x="5026713" y="30315"/>
                  </a:lnTo>
                  <a:lnTo>
                    <a:pt x="4931903" y="22433"/>
                  </a:lnTo>
                  <a:lnTo>
                    <a:pt x="4839773" y="15800"/>
                  </a:lnTo>
                  <a:lnTo>
                    <a:pt x="4754653" y="10441"/>
                  </a:lnTo>
                  <a:lnTo>
                    <a:pt x="4680885" y="6342"/>
                  </a:lnTo>
                  <a:lnTo>
                    <a:pt x="4621969" y="3432"/>
                  </a:lnTo>
                  <a:lnTo>
                    <a:pt x="4579743" y="1566"/>
                  </a:lnTo>
                  <a:lnTo>
                    <a:pt x="4553860" y="538"/>
                  </a:lnTo>
                  <a:lnTo>
                    <a:pt x="4541697" y="102"/>
                  </a:lnTo>
                  <a:lnTo>
                    <a:pt x="4538543" y="0"/>
                  </a:lnTo>
                  <a:lnTo>
                    <a:pt x="4016409" y="0"/>
                  </a:lnTo>
                  <a:lnTo>
                    <a:pt x="4015194" y="54"/>
                  </a:lnTo>
                  <a:lnTo>
                    <a:pt x="4007245" y="445"/>
                  </a:lnTo>
                  <a:lnTo>
                    <a:pt x="3987340" y="1524"/>
                  </a:lnTo>
                  <a:lnTo>
                    <a:pt x="3952099" y="3645"/>
                  </a:lnTo>
                  <a:lnTo>
                    <a:pt x="3900278" y="7122"/>
                  </a:lnTo>
                  <a:lnTo>
                    <a:pt x="3832841" y="12192"/>
                  </a:lnTo>
                  <a:lnTo>
                    <a:pt x="3752623" y="18999"/>
                  </a:lnTo>
                  <a:lnTo>
                    <a:pt x="3663629" y="27591"/>
                  </a:lnTo>
                  <a:lnTo>
                    <a:pt x="3570192" y="37952"/>
                  </a:lnTo>
                  <a:lnTo>
                    <a:pt x="3476246" y="50040"/>
                  </a:lnTo>
                  <a:lnTo>
                    <a:pt x="3384883" y="63828"/>
                  </a:lnTo>
                  <a:lnTo>
                    <a:pt x="3298187" y="79334"/>
                  </a:lnTo>
                  <a:lnTo>
                    <a:pt x="3217303" y="96643"/>
                  </a:lnTo>
                  <a:lnTo>
                    <a:pt x="3142606" y="115908"/>
                  </a:lnTo>
                  <a:lnTo>
                    <a:pt x="3073918" y="137360"/>
                  </a:lnTo>
                  <a:lnTo>
                    <a:pt x="3010686" y="161298"/>
                  </a:lnTo>
                  <a:lnTo>
                    <a:pt x="2952141" y="188074"/>
                  </a:lnTo>
                  <a:lnTo>
                    <a:pt x="2897404" y="218076"/>
                  </a:lnTo>
                  <a:lnTo>
                    <a:pt x="2845576" y="251680"/>
                  </a:lnTo>
                  <a:lnTo>
                    <a:pt x="2795809" y="289182"/>
                  </a:lnTo>
                  <a:lnTo>
                    <a:pt x="2770117" y="310594"/>
                  </a:lnTo>
                  <a:lnTo>
                    <a:pt x="2727063" y="349527"/>
                  </a:lnTo>
                  <a:lnTo>
                    <a:pt x="2684427" y="391746"/>
                  </a:lnTo>
                  <a:lnTo>
                    <a:pt x="2641882" y="437313"/>
                  </a:lnTo>
                  <a:lnTo>
                    <a:pt x="2599187" y="486219"/>
                  </a:lnTo>
                  <a:lnTo>
                    <a:pt x="2556171" y="538371"/>
                  </a:lnTo>
                  <a:lnTo>
                    <a:pt x="2512731" y="593587"/>
                  </a:lnTo>
                  <a:lnTo>
                    <a:pt x="2468821" y="651596"/>
                  </a:lnTo>
                  <a:lnTo>
                    <a:pt x="2424449" y="712034"/>
                  </a:lnTo>
                  <a:lnTo>
                    <a:pt x="2379669" y="774453"/>
                  </a:lnTo>
                  <a:lnTo>
                    <a:pt x="2334572" y="838332"/>
                  </a:lnTo>
                  <a:lnTo>
                    <a:pt x="2289276" y="903096"/>
                  </a:lnTo>
                  <a:lnTo>
                    <a:pt x="2243918" y="968134"/>
                  </a:lnTo>
                  <a:lnTo>
                    <a:pt x="2198639" y="1032825"/>
                  </a:lnTo>
                  <a:lnTo>
                    <a:pt x="2153573" y="1096561"/>
                  </a:lnTo>
                  <a:lnTo>
                    <a:pt x="2108837" y="1158772"/>
                  </a:lnTo>
                  <a:lnTo>
                    <a:pt x="2064518" y="1218945"/>
                  </a:lnTo>
                  <a:lnTo>
                    <a:pt x="2020664" y="1276642"/>
                  </a:lnTo>
                  <a:lnTo>
                    <a:pt x="1977277" y="1331510"/>
                  </a:lnTo>
                  <a:lnTo>
                    <a:pt x="1934306" y="1383286"/>
                  </a:lnTo>
                  <a:lnTo>
                    <a:pt x="1891639" y="1431801"/>
                  </a:lnTo>
                  <a:lnTo>
                    <a:pt x="1849097" y="1476973"/>
                  </a:lnTo>
                  <a:lnTo>
                    <a:pt x="1806430" y="1518799"/>
                  </a:lnTo>
                  <a:lnTo>
                    <a:pt x="1768425" y="1552972"/>
                  </a:lnTo>
                  <a:lnTo>
                    <a:pt x="1719445" y="1592586"/>
                  </a:lnTo>
                  <a:lnTo>
                    <a:pt x="1668805" y="1628221"/>
                  </a:lnTo>
                  <a:lnTo>
                    <a:pt x="1615714" y="1660080"/>
                  </a:lnTo>
                  <a:lnTo>
                    <a:pt x="1559292" y="1688510"/>
                  </a:lnTo>
                  <a:lnTo>
                    <a:pt x="1498639" y="1713899"/>
                  </a:lnTo>
                  <a:lnTo>
                    <a:pt x="1432917" y="1736623"/>
                  </a:lnTo>
                  <a:lnTo>
                    <a:pt x="1361442" y="1757009"/>
                  </a:lnTo>
                  <a:lnTo>
                    <a:pt x="1283818" y="1775327"/>
                  </a:lnTo>
                  <a:lnTo>
                    <a:pt x="1200101" y="1791770"/>
                  </a:lnTo>
                  <a:lnTo>
                    <a:pt x="1111004" y="1806459"/>
                  </a:lnTo>
                  <a:lnTo>
                    <a:pt x="1018100" y="1819445"/>
                  </a:lnTo>
                  <a:lnTo>
                    <a:pt x="923951" y="1830723"/>
                  </a:lnTo>
                  <a:lnTo>
                    <a:pt x="832082" y="1840253"/>
                  </a:lnTo>
                  <a:lnTo>
                    <a:pt x="746692" y="1848001"/>
                  </a:lnTo>
                  <a:lnTo>
                    <a:pt x="672062" y="1853977"/>
                  </a:lnTo>
                  <a:lnTo>
                    <a:pt x="611745" y="1858271"/>
                  </a:lnTo>
                  <a:lnTo>
                    <a:pt x="567764" y="1861073"/>
                  </a:lnTo>
                  <a:lnTo>
                    <a:pt x="540054" y="1862660"/>
                  </a:lnTo>
                  <a:lnTo>
                    <a:pt x="526335" y="1863369"/>
                  </a:lnTo>
                  <a:lnTo>
                    <a:pt x="522317" y="1863558"/>
                  </a:lnTo>
                  <a:lnTo>
                    <a:pt x="522133" y="1863566"/>
                  </a:lnTo>
                  <a:lnTo>
                    <a:pt x="0" y="1863566"/>
                  </a:lnTo>
                  <a:close/>
                </a:path>
              </a:pathLst>
            </a:custGeom>
            <a:solidFill>
              <a:srgbClr val="F28E5B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987" name="pl987"/>
            <p:cNvSpPr/>
            <p:nvPr/>
          </p:nvSpPr>
          <p:spPr>
            <a:xfrm>
              <a:off x="386606" y="1659907"/>
              <a:ext cx="8554953" cy="1863566"/>
            </a:xfrm>
            <a:custGeom>
              <a:avLst/>
              <a:pathLst>
                <a:path w="8554953" h="1863566">
                  <a:moveTo>
                    <a:pt x="0" y="1863566"/>
                  </a:moveTo>
                  <a:lnTo>
                    <a:pt x="522133" y="1863566"/>
                  </a:lnTo>
                  <a:lnTo>
                    <a:pt x="523348" y="1863511"/>
                  </a:lnTo>
                  <a:lnTo>
                    <a:pt x="531298" y="1863121"/>
                  </a:lnTo>
                  <a:lnTo>
                    <a:pt x="551203" y="1862041"/>
                  </a:lnTo>
                  <a:lnTo>
                    <a:pt x="586443" y="1859920"/>
                  </a:lnTo>
                  <a:lnTo>
                    <a:pt x="638264" y="1856444"/>
                  </a:lnTo>
                  <a:lnTo>
                    <a:pt x="705701" y="1851373"/>
                  </a:lnTo>
                  <a:lnTo>
                    <a:pt x="785919" y="1844566"/>
                  </a:lnTo>
                  <a:lnTo>
                    <a:pt x="874913" y="1835974"/>
                  </a:lnTo>
                  <a:lnTo>
                    <a:pt x="968350" y="1825613"/>
                  </a:lnTo>
                  <a:lnTo>
                    <a:pt x="1062296" y="1813526"/>
                  </a:lnTo>
                  <a:lnTo>
                    <a:pt x="1153659" y="1799738"/>
                  </a:lnTo>
                  <a:lnTo>
                    <a:pt x="1240355" y="1784231"/>
                  </a:lnTo>
                  <a:lnTo>
                    <a:pt x="1321240" y="1766923"/>
                  </a:lnTo>
                  <a:lnTo>
                    <a:pt x="1395936" y="1747657"/>
                  </a:lnTo>
                  <a:lnTo>
                    <a:pt x="1464624" y="1726205"/>
                  </a:lnTo>
                  <a:lnTo>
                    <a:pt x="1527856" y="1702268"/>
                  </a:lnTo>
                  <a:lnTo>
                    <a:pt x="1586402" y="1675492"/>
                  </a:lnTo>
                  <a:lnTo>
                    <a:pt x="1641138" y="1645490"/>
                  </a:lnTo>
                  <a:lnTo>
                    <a:pt x="1692966" y="1611885"/>
                  </a:lnTo>
                  <a:lnTo>
                    <a:pt x="1742733" y="1574384"/>
                  </a:lnTo>
                  <a:lnTo>
                    <a:pt x="1768425" y="1552972"/>
                  </a:lnTo>
                  <a:lnTo>
                    <a:pt x="1811479" y="1514038"/>
                  </a:lnTo>
                  <a:lnTo>
                    <a:pt x="1854115" y="1471820"/>
                  </a:lnTo>
                  <a:lnTo>
                    <a:pt x="1896660" y="1426252"/>
                  </a:lnTo>
                  <a:lnTo>
                    <a:pt x="1939356" y="1377347"/>
                  </a:lnTo>
                  <a:lnTo>
                    <a:pt x="1982371" y="1325195"/>
                  </a:lnTo>
                  <a:lnTo>
                    <a:pt x="2025811" y="1269978"/>
                  </a:lnTo>
                  <a:lnTo>
                    <a:pt x="2069721" y="1211969"/>
                  </a:lnTo>
                  <a:lnTo>
                    <a:pt x="2114093" y="1151532"/>
                  </a:lnTo>
                  <a:lnTo>
                    <a:pt x="2158873" y="1089113"/>
                  </a:lnTo>
                  <a:lnTo>
                    <a:pt x="2203970" y="1025233"/>
                  </a:lnTo>
                  <a:lnTo>
                    <a:pt x="2249266" y="960469"/>
                  </a:lnTo>
                  <a:lnTo>
                    <a:pt x="2294624" y="895431"/>
                  </a:lnTo>
                  <a:lnTo>
                    <a:pt x="2339903" y="830740"/>
                  </a:lnTo>
                  <a:lnTo>
                    <a:pt x="2384969" y="767004"/>
                  </a:lnTo>
                  <a:lnTo>
                    <a:pt x="2429705" y="704793"/>
                  </a:lnTo>
                  <a:lnTo>
                    <a:pt x="2474025" y="644620"/>
                  </a:lnTo>
                  <a:lnTo>
                    <a:pt x="2517878" y="586923"/>
                  </a:lnTo>
                  <a:lnTo>
                    <a:pt x="2561265" y="532056"/>
                  </a:lnTo>
                  <a:lnTo>
                    <a:pt x="2604236" y="480279"/>
                  </a:lnTo>
                  <a:lnTo>
                    <a:pt x="2646904" y="431764"/>
                  </a:lnTo>
                  <a:lnTo>
                    <a:pt x="2689445" y="386593"/>
                  </a:lnTo>
                  <a:lnTo>
                    <a:pt x="2732112" y="344766"/>
                  </a:lnTo>
                  <a:lnTo>
                    <a:pt x="2770117" y="310594"/>
                  </a:lnTo>
                  <a:lnTo>
                    <a:pt x="2819097" y="270980"/>
                  </a:lnTo>
                  <a:lnTo>
                    <a:pt x="2869737" y="235345"/>
                  </a:lnTo>
                  <a:lnTo>
                    <a:pt x="2922828" y="203485"/>
                  </a:lnTo>
                  <a:lnTo>
                    <a:pt x="2979250" y="175055"/>
                  </a:lnTo>
                  <a:lnTo>
                    <a:pt x="3039903" y="149666"/>
                  </a:lnTo>
                  <a:lnTo>
                    <a:pt x="3105625" y="126943"/>
                  </a:lnTo>
                  <a:lnTo>
                    <a:pt x="3177100" y="106556"/>
                  </a:lnTo>
                  <a:lnTo>
                    <a:pt x="3254724" y="88239"/>
                  </a:lnTo>
                  <a:lnTo>
                    <a:pt x="3338442" y="71796"/>
                  </a:lnTo>
                  <a:lnTo>
                    <a:pt x="3427538" y="57107"/>
                  </a:lnTo>
                  <a:lnTo>
                    <a:pt x="3520442" y="44120"/>
                  </a:lnTo>
                  <a:lnTo>
                    <a:pt x="3614591" y="32843"/>
                  </a:lnTo>
                  <a:lnTo>
                    <a:pt x="3706460" y="23313"/>
                  </a:lnTo>
                  <a:lnTo>
                    <a:pt x="3791850" y="15565"/>
                  </a:lnTo>
                  <a:lnTo>
                    <a:pt x="3866480" y="9589"/>
                  </a:lnTo>
                  <a:lnTo>
                    <a:pt x="3926797" y="5294"/>
                  </a:lnTo>
                  <a:lnTo>
                    <a:pt x="3970778" y="2493"/>
                  </a:lnTo>
                  <a:lnTo>
                    <a:pt x="3998488" y="906"/>
                  </a:lnTo>
                  <a:lnTo>
                    <a:pt x="4012208" y="196"/>
                  </a:lnTo>
                  <a:lnTo>
                    <a:pt x="4016226" y="7"/>
                  </a:lnTo>
                  <a:lnTo>
                    <a:pt x="4016409" y="0"/>
                  </a:lnTo>
                  <a:lnTo>
                    <a:pt x="4538543" y="0"/>
                  </a:lnTo>
                  <a:lnTo>
                    <a:pt x="4539785" y="39"/>
                  </a:lnTo>
                  <a:lnTo>
                    <a:pt x="4547908" y="320"/>
                  </a:lnTo>
                  <a:lnTo>
                    <a:pt x="4568231" y="1096"/>
                  </a:lnTo>
                  <a:lnTo>
                    <a:pt x="4604172" y="2621"/>
                  </a:lnTo>
                  <a:lnTo>
                    <a:pt x="4656944" y="5120"/>
                  </a:lnTo>
                  <a:lnTo>
                    <a:pt x="4725488" y="8761"/>
                  </a:lnTo>
                  <a:lnTo>
                    <a:pt x="4806840" y="13644"/>
                  </a:lnTo>
                  <a:lnTo>
                    <a:pt x="4896870" y="19801"/>
                  </a:lnTo>
                  <a:lnTo>
                    <a:pt x="4991154" y="27219"/>
                  </a:lnTo>
                  <a:lnTo>
                    <a:pt x="5085710" y="35868"/>
                  </a:lnTo>
                  <a:lnTo>
                    <a:pt x="5177452" y="45730"/>
                  </a:lnTo>
                  <a:lnTo>
                    <a:pt x="5264326" y="56821"/>
                  </a:lnTo>
                  <a:lnTo>
                    <a:pt x="5345239" y="69206"/>
                  </a:lnTo>
                  <a:lnTo>
                    <a:pt x="5419866" y="83002"/>
                  </a:lnTo>
                  <a:lnTo>
                    <a:pt x="5488440" y="98378"/>
                  </a:lnTo>
                  <a:lnTo>
                    <a:pt x="5551554" y="115555"/>
                  </a:lnTo>
                  <a:lnTo>
                    <a:pt x="5610015" y="134790"/>
                  </a:lnTo>
                  <a:lnTo>
                    <a:pt x="5664727" y="156363"/>
                  </a:lnTo>
                  <a:lnTo>
                    <a:pt x="5716607" y="180541"/>
                  </a:lnTo>
                  <a:lnTo>
                    <a:pt x="5766509" y="207520"/>
                  </a:lnTo>
                  <a:lnTo>
                    <a:pt x="5784835" y="218357"/>
                  </a:lnTo>
                  <a:lnTo>
                    <a:pt x="5831986" y="248471"/>
                  </a:lnTo>
                  <a:lnTo>
                    <a:pt x="5878677" y="281365"/>
                  </a:lnTo>
                  <a:lnTo>
                    <a:pt x="5925319" y="317089"/>
                  </a:lnTo>
                  <a:lnTo>
                    <a:pt x="5972207" y="355615"/>
                  </a:lnTo>
                  <a:lnTo>
                    <a:pt x="6019536" y="396830"/>
                  </a:lnTo>
                  <a:lnTo>
                    <a:pt x="6067407" y="440531"/>
                  </a:lnTo>
                  <a:lnTo>
                    <a:pt x="6115844" y="486420"/>
                  </a:lnTo>
                  <a:lnTo>
                    <a:pt x="6164796" y="534113"/>
                  </a:lnTo>
                  <a:lnTo>
                    <a:pt x="6214159" y="583145"/>
                  </a:lnTo>
                  <a:lnTo>
                    <a:pt x="6263780" y="632993"/>
                  </a:lnTo>
                  <a:lnTo>
                    <a:pt x="6313482" y="683094"/>
                  </a:lnTo>
                  <a:lnTo>
                    <a:pt x="6363082" y="732873"/>
                  </a:lnTo>
                  <a:lnTo>
                    <a:pt x="6412402" y="781773"/>
                  </a:lnTo>
                  <a:lnTo>
                    <a:pt x="6461298" y="829274"/>
                  </a:lnTo>
                  <a:lnTo>
                    <a:pt x="6509669" y="874922"/>
                  </a:lnTo>
                  <a:lnTo>
                    <a:pt x="6557473" y="918342"/>
                  </a:lnTo>
                  <a:lnTo>
                    <a:pt x="6604743" y="959247"/>
                  </a:lnTo>
                  <a:lnTo>
                    <a:pt x="6651590" y="997444"/>
                  </a:lnTo>
                  <a:lnTo>
                    <a:pt x="6698220" y="1032831"/>
                  </a:lnTo>
                  <a:lnTo>
                    <a:pt x="6744941" y="1065392"/>
                  </a:lnTo>
                  <a:lnTo>
                    <a:pt x="6786527" y="1091786"/>
                  </a:lnTo>
                  <a:lnTo>
                    <a:pt x="6835881" y="1119835"/>
                  </a:lnTo>
                  <a:lnTo>
                    <a:pt x="6886927" y="1145045"/>
                  </a:lnTo>
                  <a:lnTo>
                    <a:pt x="6940473" y="1167564"/>
                  </a:lnTo>
                  <a:lnTo>
                    <a:pt x="6997421" y="1187642"/>
                  </a:lnTo>
                  <a:lnTo>
                    <a:pt x="7058691" y="1205557"/>
                  </a:lnTo>
                  <a:lnTo>
                    <a:pt x="7125137" y="1221580"/>
                  </a:lnTo>
                  <a:lnTo>
                    <a:pt x="7197448" y="1235945"/>
                  </a:lnTo>
                  <a:lnTo>
                    <a:pt x="7276011" y="1248841"/>
                  </a:lnTo>
                  <a:lnTo>
                    <a:pt x="7360735" y="1260407"/>
                  </a:lnTo>
                  <a:lnTo>
                    <a:pt x="7450840" y="1270724"/>
                  </a:lnTo>
                  <a:lnTo>
                    <a:pt x="7544649" y="1279828"/>
                  </a:lnTo>
                  <a:lnTo>
                    <a:pt x="7639459" y="1287710"/>
                  </a:lnTo>
                  <a:lnTo>
                    <a:pt x="7731589" y="1294342"/>
                  </a:lnTo>
                  <a:lnTo>
                    <a:pt x="7816709" y="1299702"/>
                  </a:lnTo>
                  <a:lnTo>
                    <a:pt x="7890477" y="1303800"/>
                  </a:lnTo>
                  <a:lnTo>
                    <a:pt x="7949393" y="1306711"/>
                  </a:lnTo>
                  <a:lnTo>
                    <a:pt x="7991619" y="1308576"/>
                  </a:lnTo>
                  <a:lnTo>
                    <a:pt x="8017502" y="1309604"/>
                  </a:lnTo>
                  <a:lnTo>
                    <a:pt x="8029665" y="1310040"/>
                  </a:lnTo>
                  <a:lnTo>
                    <a:pt x="8032752" y="1310141"/>
                  </a:lnTo>
                  <a:lnTo>
                    <a:pt x="8032819" y="1310143"/>
                  </a:lnTo>
                  <a:lnTo>
                    <a:pt x="8554953" y="1310143"/>
                  </a:lnTo>
                  <a:lnTo>
                    <a:pt x="8554953" y="1310143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988" name="pl988"/>
            <p:cNvSpPr/>
            <p:nvPr/>
          </p:nvSpPr>
          <p:spPr>
            <a:xfrm>
              <a:off x="386606" y="1654260"/>
              <a:ext cx="8554953" cy="1863566"/>
            </a:xfrm>
            <a:custGeom>
              <a:avLst/>
              <a:pathLst>
                <a:path w="8554953" h="1863566">
                  <a:moveTo>
                    <a:pt x="8554953" y="1310143"/>
                  </a:moveTo>
                  <a:lnTo>
                    <a:pt x="8032819" y="1310143"/>
                  </a:lnTo>
                  <a:lnTo>
                    <a:pt x="8031577" y="1310104"/>
                  </a:lnTo>
                  <a:lnTo>
                    <a:pt x="8023454" y="1309823"/>
                  </a:lnTo>
                  <a:lnTo>
                    <a:pt x="8003131" y="1309047"/>
                  </a:lnTo>
                  <a:lnTo>
                    <a:pt x="7967190" y="1307522"/>
                  </a:lnTo>
                  <a:lnTo>
                    <a:pt x="7914418" y="1305023"/>
                  </a:lnTo>
                  <a:lnTo>
                    <a:pt x="7845874" y="1301382"/>
                  </a:lnTo>
                  <a:lnTo>
                    <a:pt x="7764522" y="1296498"/>
                  </a:lnTo>
                  <a:lnTo>
                    <a:pt x="7674492" y="1290341"/>
                  </a:lnTo>
                  <a:lnTo>
                    <a:pt x="7580208" y="1282923"/>
                  </a:lnTo>
                  <a:lnTo>
                    <a:pt x="7485652" y="1274275"/>
                  </a:lnTo>
                  <a:lnTo>
                    <a:pt x="7393910" y="1264413"/>
                  </a:lnTo>
                  <a:lnTo>
                    <a:pt x="7307036" y="1253322"/>
                  </a:lnTo>
                  <a:lnTo>
                    <a:pt x="7226123" y="1240937"/>
                  </a:lnTo>
                  <a:lnTo>
                    <a:pt x="7151496" y="1227141"/>
                  </a:lnTo>
                  <a:lnTo>
                    <a:pt x="7082922" y="1211765"/>
                  </a:lnTo>
                  <a:lnTo>
                    <a:pt x="7019808" y="1194588"/>
                  </a:lnTo>
                  <a:lnTo>
                    <a:pt x="6961347" y="1175352"/>
                  </a:lnTo>
                  <a:lnTo>
                    <a:pt x="6906635" y="1153779"/>
                  </a:lnTo>
                  <a:lnTo>
                    <a:pt x="6854755" y="1129602"/>
                  </a:lnTo>
                  <a:lnTo>
                    <a:pt x="6804853" y="1102623"/>
                  </a:lnTo>
                  <a:lnTo>
                    <a:pt x="6786527" y="1091786"/>
                  </a:lnTo>
                  <a:lnTo>
                    <a:pt x="6739376" y="1061672"/>
                  </a:lnTo>
                  <a:lnTo>
                    <a:pt x="6692685" y="1028777"/>
                  </a:lnTo>
                  <a:lnTo>
                    <a:pt x="6646043" y="993054"/>
                  </a:lnTo>
                  <a:lnTo>
                    <a:pt x="6599155" y="954528"/>
                  </a:lnTo>
                  <a:lnTo>
                    <a:pt x="6551826" y="913313"/>
                  </a:lnTo>
                  <a:lnTo>
                    <a:pt x="6503955" y="869612"/>
                  </a:lnTo>
                  <a:lnTo>
                    <a:pt x="6455518" y="823722"/>
                  </a:lnTo>
                  <a:lnTo>
                    <a:pt x="6406565" y="776030"/>
                  </a:lnTo>
                  <a:lnTo>
                    <a:pt x="6357203" y="726998"/>
                  </a:lnTo>
                  <a:lnTo>
                    <a:pt x="6307582" y="677150"/>
                  </a:lnTo>
                  <a:lnTo>
                    <a:pt x="6257879" y="627049"/>
                  </a:lnTo>
                  <a:lnTo>
                    <a:pt x="6208280" y="577269"/>
                  </a:lnTo>
                  <a:lnTo>
                    <a:pt x="6158960" y="528370"/>
                  </a:lnTo>
                  <a:lnTo>
                    <a:pt x="6110064" y="480868"/>
                  </a:lnTo>
                  <a:lnTo>
                    <a:pt x="6061693" y="435220"/>
                  </a:lnTo>
                  <a:lnTo>
                    <a:pt x="6013888" y="391801"/>
                  </a:lnTo>
                  <a:lnTo>
                    <a:pt x="5966619" y="350896"/>
                  </a:lnTo>
                  <a:lnTo>
                    <a:pt x="5919772" y="312699"/>
                  </a:lnTo>
                  <a:lnTo>
                    <a:pt x="5873142" y="277312"/>
                  </a:lnTo>
                  <a:lnTo>
                    <a:pt x="5826421" y="244751"/>
                  </a:lnTo>
                  <a:lnTo>
                    <a:pt x="5784835" y="218357"/>
                  </a:lnTo>
                  <a:lnTo>
                    <a:pt x="5735481" y="190308"/>
                  </a:lnTo>
                  <a:lnTo>
                    <a:pt x="5684435" y="165098"/>
                  </a:lnTo>
                  <a:lnTo>
                    <a:pt x="5630889" y="142579"/>
                  </a:lnTo>
                  <a:lnTo>
                    <a:pt x="5573941" y="122501"/>
                  </a:lnTo>
                  <a:lnTo>
                    <a:pt x="5512670" y="104585"/>
                  </a:lnTo>
                  <a:lnTo>
                    <a:pt x="5446225" y="88563"/>
                  </a:lnTo>
                  <a:lnTo>
                    <a:pt x="5373914" y="74198"/>
                  </a:lnTo>
                  <a:lnTo>
                    <a:pt x="5295351" y="61301"/>
                  </a:lnTo>
                  <a:lnTo>
                    <a:pt x="5210627" y="49736"/>
                  </a:lnTo>
                  <a:lnTo>
                    <a:pt x="5120522" y="39418"/>
                  </a:lnTo>
                  <a:lnTo>
                    <a:pt x="5026713" y="30315"/>
                  </a:lnTo>
                  <a:lnTo>
                    <a:pt x="4931903" y="22433"/>
                  </a:lnTo>
                  <a:lnTo>
                    <a:pt x="4839773" y="15800"/>
                  </a:lnTo>
                  <a:lnTo>
                    <a:pt x="4754653" y="10441"/>
                  </a:lnTo>
                  <a:lnTo>
                    <a:pt x="4680885" y="6342"/>
                  </a:lnTo>
                  <a:lnTo>
                    <a:pt x="4621969" y="3432"/>
                  </a:lnTo>
                  <a:lnTo>
                    <a:pt x="4579743" y="1566"/>
                  </a:lnTo>
                  <a:lnTo>
                    <a:pt x="4553860" y="538"/>
                  </a:lnTo>
                  <a:lnTo>
                    <a:pt x="4541697" y="102"/>
                  </a:lnTo>
                  <a:lnTo>
                    <a:pt x="4538610" y="2"/>
                  </a:lnTo>
                  <a:lnTo>
                    <a:pt x="4538543" y="0"/>
                  </a:lnTo>
                  <a:lnTo>
                    <a:pt x="4016409" y="0"/>
                  </a:lnTo>
                  <a:lnTo>
                    <a:pt x="4015194" y="54"/>
                  </a:lnTo>
                  <a:lnTo>
                    <a:pt x="4007245" y="445"/>
                  </a:lnTo>
                  <a:lnTo>
                    <a:pt x="3987340" y="1524"/>
                  </a:lnTo>
                  <a:lnTo>
                    <a:pt x="3952099" y="3645"/>
                  </a:lnTo>
                  <a:lnTo>
                    <a:pt x="3900278" y="7122"/>
                  </a:lnTo>
                  <a:lnTo>
                    <a:pt x="3832841" y="12192"/>
                  </a:lnTo>
                  <a:lnTo>
                    <a:pt x="3752623" y="18999"/>
                  </a:lnTo>
                  <a:lnTo>
                    <a:pt x="3663629" y="27591"/>
                  </a:lnTo>
                  <a:lnTo>
                    <a:pt x="3570192" y="37952"/>
                  </a:lnTo>
                  <a:lnTo>
                    <a:pt x="3476246" y="50040"/>
                  </a:lnTo>
                  <a:lnTo>
                    <a:pt x="3384883" y="63828"/>
                  </a:lnTo>
                  <a:lnTo>
                    <a:pt x="3298187" y="79334"/>
                  </a:lnTo>
                  <a:lnTo>
                    <a:pt x="3217303" y="96643"/>
                  </a:lnTo>
                  <a:lnTo>
                    <a:pt x="3142606" y="115908"/>
                  </a:lnTo>
                  <a:lnTo>
                    <a:pt x="3073918" y="137360"/>
                  </a:lnTo>
                  <a:lnTo>
                    <a:pt x="3010686" y="161298"/>
                  </a:lnTo>
                  <a:lnTo>
                    <a:pt x="2952141" y="188074"/>
                  </a:lnTo>
                  <a:lnTo>
                    <a:pt x="2897404" y="218076"/>
                  </a:lnTo>
                  <a:lnTo>
                    <a:pt x="2845576" y="251680"/>
                  </a:lnTo>
                  <a:lnTo>
                    <a:pt x="2795809" y="289182"/>
                  </a:lnTo>
                  <a:lnTo>
                    <a:pt x="2770117" y="310594"/>
                  </a:lnTo>
                  <a:lnTo>
                    <a:pt x="2727063" y="349527"/>
                  </a:lnTo>
                  <a:lnTo>
                    <a:pt x="2684427" y="391746"/>
                  </a:lnTo>
                  <a:lnTo>
                    <a:pt x="2641882" y="437313"/>
                  </a:lnTo>
                  <a:lnTo>
                    <a:pt x="2599187" y="486219"/>
                  </a:lnTo>
                  <a:lnTo>
                    <a:pt x="2556171" y="538371"/>
                  </a:lnTo>
                  <a:lnTo>
                    <a:pt x="2512731" y="593587"/>
                  </a:lnTo>
                  <a:lnTo>
                    <a:pt x="2468821" y="651596"/>
                  </a:lnTo>
                  <a:lnTo>
                    <a:pt x="2424449" y="712034"/>
                  </a:lnTo>
                  <a:lnTo>
                    <a:pt x="2379669" y="774453"/>
                  </a:lnTo>
                  <a:lnTo>
                    <a:pt x="2334572" y="838332"/>
                  </a:lnTo>
                  <a:lnTo>
                    <a:pt x="2289276" y="903096"/>
                  </a:lnTo>
                  <a:lnTo>
                    <a:pt x="2243918" y="968134"/>
                  </a:lnTo>
                  <a:lnTo>
                    <a:pt x="2198639" y="1032825"/>
                  </a:lnTo>
                  <a:lnTo>
                    <a:pt x="2153573" y="1096561"/>
                  </a:lnTo>
                  <a:lnTo>
                    <a:pt x="2108837" y="1158772"/>
                  </a:lnTo>
                  <a:lnTo>
                    <a:pt x="2064518" y="1218945"/>
                  </a:lnTo>
                  <a:lnTo>
                    <a:pt x="2020664" y="1276642"/>
                  </a:lnTo>
                  <a:lnTo>
                    <a:pt x="1977277" y="1331510"/>
                  </a:lnTo>
                  <a:lnTo>
                    <a:pt x="1934306" y="1383286"/>
                  </a:lnTo>
                  <a:lnTo>
                    <a:pt x="1891639" y="1431801"/>
                  </a:lnTo>
                  <a:lnTo>
                    <a:pt x="1849097" y="1476973"/>
                  </a:lnTo>
                  <a:lnTo>
                    <a:pt x="1806430" y="1518799"/>
                  </a:lnTo>
                  <a:lnTo>
                    <a:pt x="1768425" y="1552972"/>
                  </a:lnTo>
                  <a:lnTo>
                    <a:pt x="1719445" y="1592586"/>
                  </a:lnTo>
                  <a:lnTo>
                    <a:pt x="1668805" y="1628221"/>
                  </a:lnTo>
                  <a:lnTo>
                    <a:pt x="1615714" y="1660080"/>
                  </a:lnTo>
                  <a:lnTo>
                    <a:pt x="1559292" y="1688510"/>
                  </a:lnTo>
                  <a:lnTo>
                    <a:pt x="1498639" y="1713899"/>
                  </a:lnTo>
                  <a:lnTo>
                    <a:pt x="1432917" y="1736623"/>
                  </a:lnTo>
                  <a:lnTo>
                    <a:pt x="1361442" y="1757009"/>
                  </a:lnTo>
                  <a:lnTo>
                    <a:pt x="1283818" y="1775327"/>
                  </a:lnTo>
                  <a:lnTo>
                    <a:pt x="1200101" y="1791770"/>
                  </a:lnTo>
                  <a:lnTo>
                    <a:pt x="1111004" y="1806459"/>
                  </a:lnTo>
                  <a:lnTo>
                    <a:pt x="1018100" y="1819445"/>
                  </a:lnTo>
                  <a:lnTo>
                    <a:pt x="923951" y="1830723"/>
                  </a:lnTo>
                  <a:lnTo>
                    <a:pt x="832082" y="1840253"/>
                  </a:lnTo>
                  <a:lnTo>
                    <a:pt x="746692" y="1848001"/>
                  </a:lnTo>
                  <a:lnTo>
                    <a:pt x="672062" y="1853977"/>
                  </a:lnTo>
                  <a:lnTo>
                    <a:pt x="611745" y="1858271"/>
                  </a:lnTo>
                  <a:lnTo>
                    <a:pt x="567764" y="1861073"/>
                  </a:lnTo>
                  <a:lnTo>
                    <a:pt x="540054" y="1862660"/>
                  </a:lnTo>
                  <a:lnTo>
                    <a:pt x="526335" y="1863369"/>
                  </a:lnTo>
                  <a:lnTo>
                    <a:pt x="522317" y="1863558"/>
                  </a:lnTo>
                  <a:lnTo>
                    <a:pt x="522133" y="1863566"/>
                  </a:lnTo>
                  <a:lnTo>
                    <a:pt x="0" y="1863566"/>
                  </a:lnTo>
                  <a:lnTo>
                    <a:pt x="0" y="1863566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989" name="pg989"/>
            <p:cNvSpPr/>
            <p:nvPr/>
          </p:nvSpPr>
          <p:spPr>
            <a:xfrm>
              <a:off x="386606" y="1693790"/>
              <a:ext cx="8554953" cy="1835330"/>
            </a:xfrm>
            <a:custGeom>
              <a:avLst/>
              <a:pathLst>
                <a:path w="8554953" h="1835330">
                  <a:moveTo>
                    <a:pt x="0" y="1835330"/>
                  </a:moveTo>
                  <a:lnTo>
                    <a:pt x="522133" y="1835330"/>
                  </a:lnTo>
                  <a:lnTo>
                    <a:pt x="523350" y="1835276"/>
                  </a:lnTo>
                  <a:lnTo>
                    <a:pt x="531312" y="1834892"/>
                  </a:lnTo>
                  <a:lnTo>
                    <a:pt x="551246" y="1833831"/>
                  </a:lnTo>
                  <a:lnTo>
                    <a:pt x="586535" y="1831745"/>
                  </a:lnTo>
                  <a:lnTo>
                    <a:pt x="638423" y="1828327"/>
                  </a:lnTo>
                  <a:lnTo>
                    <a:pt x="705937" y="1823340"/>
                  </a:lnTo>
                  <a:lnTo>
                    <a:pt x="786234" y="1816648"/>
                  </a:lnTo>
                  <a:lnTo>
                    <a:pt x="875301" y="1808201"/>
                  </a:lnTo>
                  <a:lnTo>
                    <a:pt x="968798" y="1798015"/>
                  </a:lnTo>
                  <a:lnTo>
                    <a:pt x="1062787" y="1786133"/>
                  </a:lnTo>
                  <a:lnTo>
                    <a:pt x="1154177" y="1772579"/>
                  </a:lnTo>
                  <a:lnTo>
                    <a:pt x="1240886" y="1757336"/>
                  </a:lnTo>
                  <a:lnTo>
                    <a:pt x="1321773" y="1740321"/>
                  </a:lnTo>
                  <a:lnTo>
                    <a:pt x="1396465" y="1721382"/>
                  </a:lnTo>
                  <a:lnTo>
                    <a:pt x="1465145" y="1700291"/>
                  </a:lnTo>
                  <a:lnTo>
                    <a:pt x="1528369" y="1676755"/>
                  </a:lnTo>
                  <a:lnTo>
                    <a:pt x="1586908" y="1650426"/>
                  </a:lnTo>
                  <a:lnTo>
                    <a:pt x="1641643" y="1620923"/>
                  </a:lnTo>
                  <a:lnTo>
                    <a:pt x="1693474" y="1587876"/>
                  </a:lnTo>
                  <a:lnTo>
                    <a:pt x="1743250" y="1550996"/>
                  </a:lnTo>
                  <a:lnTo>
                    <a:pt x="1768425" y="1530383"/>
                  </a:lnTo>
                  <a:lnTo>
                    <a:pt x="1811716" y="1491937"/>
                  </a:lnTo>
                  <a:lnTo>
                    <a:pt x="1854586" y="1450229"/>
                  </a:lnTo>
                  <a:lnTo>
                    <a:pt x="1897367" y="1405197"/>
                  </a:lnTo>
                  <a:lnTo>
                    <a:pt x="1940304" y="1356851"/>
                  </a:lnTo>
                  <a:lnTo>
                    <a:pt x="1983567" y="1305287"/>
                  </a:lnTo>
                  <a:lnTo>
                    <a:pt x="2027262" y="1250686"/>
                  </a:lnTo>
                  <a:lnTo>
                    <a:pt x="2071432" y="1193323"/>
                  </a:lnTo>
                  <a:lnTo>
                    <a:pt x="2116068" y="1133566"/>
                  </a:lnTo>
                  <a:lnTo>
                    <a:pt x="2161113" y="1071863"/>
                  </a:lnTo>
                  <a:lnTo>
                    <a:pt x="2206474" y="1008738"/>
                  </a:lnTo>
                  <a:lnTo>
                    <a:pt x="2252027" y="944767"/>
                  </a:lnTo>
                  <a:lnTo>
                    <a:pt x="2297636" y="880562"/>
                  </a:lnTo>
                  <a:lnTo>
                    <a:pt x="2343155" y="816742"/>
                  </a:lnTo>
                  <a:lnTo>
                    <a:pt x="2388449" y="753912"/>
                  </a:lnTo>
                  <a:lnTo>
                    <a:pt x="2433402" y="692638"/>
                  </a:lnTo>
                  <a:lnTo>
                    <a:pt x="2477927" y="633427"/>
                  </a:lnTo>
                  <a:lnTo>
                    <a:pt x="2521980" y="576707"/>
                  </a:lnTo>
                  <a:lnTo>
                    <a:pt x="2565564" y="522825"/>
                  </a:lnTo>
                  <a:lnTo>
                    <a:pt x="2608735" y="472032"/>
                  </a:lnTo>
                  <a:lnTo>
                    <a:pt x="2651615" y="424489"/>
                  </a:lnTo>
                  <a:lnTo>
                    <a:pt x="2694393" y="380270"/>
                  </a:lnTo>
                  <a:lnTo>
                    <a:pt x="2737332" y="339366"/>
                  </a:lnTo>
                  <a:lnTo>
                    <a:pt x="2770117" y="310594"/>
                  </a:lnTo>
                  <a:lnTo>
                    <a:pt x="2819123" y="271680"/>
                  </a:lnTo>
                  <a:lnTo>
                    <a:pt x="2869792" y="236678"/>
                  </a:lnTo>
                  <a:lnTo>
                    <a:pt x="2922914" y="205386"/>
                  </a:lnTo>
                  <a:lnTo>
                    <a:pt x="2979373" y="177464"/>
                  </a:lnTo>
                  <a:lnTo>
                    <a:pt x="3040069" y="152530"/>
                  </a:lnTo>
                  <a:lnTo>
                    <a:pt x="3105842" y="130215"/>
                  </a:lnTo>
                  <a:lnTo>
                    <a:pt x="3177375" y="110196"/>
                  </a:lnTo>
                  <a:lnTo>
                    <a:pt x="3255065" y="92210"/>
                  </a:lnTo>
                  <a:lnTo>
                    <a:pt x="3338853" y="76065"/>
                  </a:lnTo>
                  <a:lnTo>
                    <a:pt x="3428020" y="61644"/>
                  </a:lnTo>
                  <a:lnTo>
                    <a:pt x="3520988" y="48896"/>
                  </a:lnTo>
                  <a:lnTo>
                    <a:pt x="3615184" y="37828"/>
                  </a:lnTo>
                  <a:lnTo>
                    <a:pt x="3707073" y="28478"/>
                  </a:lnTo>
                  <a:lnTo>
                    <a:pt x="3792445" y="20879"/>
                  </a:lnTo>
                  <a:lnTo>
                    <a:pt x="3867018" y="15022"/>
                  </a:lnTo>
                  <a:lnTo>
                    <a:pt x="3927238" y="10816"/>
                  </a:lnTo>
                  <a:lnTo>
                    <a:pt x="3971097" y="8076"/>
                  </a:lnTo>
                  <a:lnTo>
                    <a:pt x="3998679" y="6526"/>
                  </a:lnTo>
                  <a:lnTo>
                    <a:pt x="4012287" y="5836"/>
                  </a:lnTo>
                  <a:lnTo>
                    <a:pt x="4016236" y="5654"/>
                  </a:lnTo>
                  <a:lnTo>
                    <a:pt x="4016409" y="5647"/>
                  </a:lnTo>
                  <a:lnTo>
                    <a:pt x="4538543" y="5647"/>
                  </a:lnTo>
                  <a:lnTo>
                    <a:pt x="4539771" y="5695"/>
                  </a:lnTo>
                  <a:lnTo>
                    <a:pt x="4547805" y="6037"/>
                  </a:lnTo>
                  <a:lnTo>
                    <a:pt x="4567913" y="6983"/>
                  </a:lnTo>
                  <a:lnTo>
                    <a:pt x="4603494" y="8841"/>
                  </a:lnTo>
                  <a:lnTo>
                    <a:pt x="4655778" y="11887"/>
                  </a:lnTo>
                  <a:lnTo>
                    <a:pt x="4723754" y="16327"/>
                  </a:lnTo>
                  <a:lnTo>
                    <a:pt x="4804525" y="22285"/>
                  </a:lnTo>
                  <a:lnTo>
                    <a:pt x="4894025" y="29802"/>
                  </a:lnTo>
                  <a:lnTo>
                    <a:pt x="4987877" y="38861"/>
                  </a:lnTo>
                  <a:lnTo>
                    <a:pt x="5082122" y="49428"/>
                  </a:lnTo>
                  <a:lnTo>
                    <a:pt x="5173672" y="61478"/>
                  </a:lnTo>
                  <a:lnTo>
                    <a:pt x="5260456" y="75031"/>
                  </a:lnTo>
                  <a:lnTo>
                    <a:pt x="5341356" y="90161"/>
                  </a:lnTo>
                  <a:lnTo>
                    <a:pt x="5416020" y="107008"/>
                  </a:lnTo>
                  <a:lnTo>
                    <a:pt x="5484653" y="125777"/>
                  </a:lnTo>
                  <a:lnTo>
                    <a:pt x="5547827" y="146731"/>
                  </a:lnTo>
                  <a:lnTo>
                    <a:pt x="5606330" y="170182"/>
                  </a:lnTo>
                  <a:lnTo>
                    <a:pt x="5661054" y="196471"/>
                  </a:lnTo>
                  <a:lnTo>
                    <a:pt x="5712906" y="225926"/>
                  </a:lnTo>
                  <a:lnTo>
                    <a:pt x="5762737" y="258795"/>
                  </a:lnTo>
                  <a:lnTo>
                    <a:pt x="5784835" y="274828"/>
                  </a:lnTo>
                  <a:lnTo>
                    <a:pt x="5829673" y="310040"/>
                  </a:lnTo>
                  <a:lnTo>
                    <a:pt x="5874075" y="348344"/>
                  </a:lnTo>
                  <a:lnTo>
                    <a:pt x="5918402" y="389800"/>
                  </a:lnTo>
                  <a:lnTo>
                    <a:pt x="5962918" y="434388"/>
                  </a:lnTo>
                  <a:lnTo>
                    <a:pt x="6007806" y="482005"/>
                  </a:lnTo>
                  <a:lnTo>
                    <a:pt x="6053169" y="532459"/>
                  </a:lnTo>
                  <a:lnTo>
                    <a:pt x="6099044" y="585460"/>
                  </a:lnTo>
                  <a:lnTo>
                    <a:pt x="6145408" y="640630"/>
                  </a:lnTo>
                  <a:lnTo>
                    <a:pt x="6192186" y="697505"/>
                  </a:lnTo>
                  <a:lnTo>
                    <a:pt x="6239262" y="755556"/>
                  </a:lnTo>
                  <a:lnTo>
                    <a:pt x="6286494" y="814202"/>
                  </a:lnTo>
                  <a:lnTo>
                    <a:pt x="6333723" y="872838"/>
                  </a:lnTo>
                  <a:lnTo>
                    <a:pt x="6380791" y="930858"/>
                  </a:lnTo>
                  <a:lnTo>
                    <a:pt x="6427556" y="987684"/>
                  </a:lnTo>
                  <a:lnTo>
                    <a:pt x="6473905" y="1042786"/>
                  </a:lnTo>
                  <a:lnTo>
                    <a:pt x="6519762" y="1095705"/>
                  </a:lnTo>
                  <a:lnTo>
                    <a:pt x="6565108" y="1146065"/>
                  </a:lnTo>
                  <a:lnTo>
                    <a:pt x="6609980" y="1193582"/>
                  </a:lnTo>
                  <a:lnTo>
                    <a:pt x="6654487" y="1238063"/>
                  </a:lnTo>
                  <a:lnTo>
                    <a:pt x="6698811" y="1279410"/>
                  </a:lnTo>
                  <a:lnTo>
                    <a:pt x="6743221" y="1317607"/>
                  </a:lnTo>
                  <a:lnTo>
                    <a:pt x="6786527" y="1351556"/>
                  </a:lnTo>
                  <a:lnTo>
                    <a:pt x="6835689" y="1386008"/>
                  </a:lnTo>
                  <a:lnTo>
                    <a:pt x="6886527" y="1416986"/>
                  </a:lnTo>
                  <a:lnTo>
                    <a:pt x="6939839" y="1444670"/>
                  </a:lnTo>
                  <a:lnTo>
                    <a:pt x="6996518" y="1469364"/>
                  </a:lnTo>
                  <a:lnTo>
                    <a:pt x="7057471" y="1491408"/>
                  </a:lnTo>
                  <a:lnTo>
                    <a:pt x="7123546" y="1511130"/>
                  </a:lnTo>
                  <a:lnTo>
                    <a:pt x="7195427" y="1528818"/>
                  </a:lnTo>
                  <a:lnTo>
                    <a:pt x="7273508" y="1544705"/>
                  </a:lnTo>
                  <a:lnTo>
                    <a:pt x="7357716" y="1558959"/>
                  </a:lnTo>
                  <a:lnTo>
                    <a:pt x="7447304" y="1571684"/>
                  </a:lnTo>
                  <a:lnTo>
                    <a:pt x="7540651" y="1582923"/>
                  </a:lnTo>
                  <a:lnTo>
                    <a:pt x="7635126" y="1592669"/>
                  </a:lnTo>
                  <a:lnTo>
                    <a:pt x="7727128" y="1600889"/>
                  </a:lnTo>
                  <a:lnTo>
                    <a:pt x="7812393" y="1607551"/>
                  </a:lnTo>
                  <a:lnTo>
                    <a:pt x="7886612" y="1612669"/>
                  </a:lnTo>
                  <a:lnTo>
                    <a:pt x="7946252" y="1616325"/>
                  </a:lnTo>
                  <a:lnTo>
                    <a:pt x="7989381" y="1618691"/>
                  </a:lnTo>
                  <a:lnTo>
                    <a:pt x="8016199" y="1620013"/>
                  </a:lnTo>
                  <a:lnTo>
                    <a:pt x="8029152" y="1620590"/>
                  </a:lnTo>
                  <a:lnTo>
                    <a:pt x="8032819" y="1620738"/>
                  </a:lnTo>
                  <a:lnTo>
                    <a:pt x="8554953" y="1620738"/>
                  </a:lnTo>
                  <a:lnTo>
                    <a:pt x="8554953" y="1615090"/>
                  </a:lnTo>
                  <a:lnTo>
                    <a:pt x="8032819" y="1615090"/>
                  </a:lnTo>
                  <a:lnTo>
                    <a:pt x="8031591" y="1615043"/>
                  </a:lnTo>
                  <a:lnTo>
                    <a:pt x="8023557" y="1614700"/>
                  </a:lnTo>
                  <a:lnTo>
                    <a:pt x="8003449" y="1613754"/>
                  </a:lnTo>
                  <a:lnTo>
                    <a:pt x="7967868" y="1611896"/>
                  </a:lnTo>
                  <a:lnTo>
                    <a:pt x="7915584" y="1608850"/>
                  </a:lnTo>
                  <a:lnTo>
                    <a:pt x="7847608" y="1604410"/>
                  </a:lnTo>
                  <a:lnTo>
                    <a:pt x="7766837" y="1598452"/>
                  </a:lnTo>
                  <a:lnTo>
                    <a:pt x="7677337" y="1590935"/>
                  </a:lnTo>
                  <a:lnTo>
                    <a:pt x="7583485" y="1581876"/>
                  </a:lnTo>
                  <a:lnTo>
                    <a:pt x="7489240" y="1571310"/>
                  </a:lnTo>
                  <a:lnTo>
                    <a:pt x="7397690" y="1559259"/>
                  </a:lnTo>
                  <a:lnTo>
                    <a:pt x="7310906" y="1545706"/>
                  </a:lnTo>
                  <a:lnTo>
                    <a:pt x="7230006" y="1530576"/>
                  </a:lnTo>
                  <a:lnTo>
                    <a:pt x="7155342" y="1513729"/>
                  </a:lnTo>
                  <a:lnTo>
                    <a:pt x="7086709" y="1494960"/>
                  </a:lnTo>
                  <a:lnTo>
                    <a:pt x="7023535" y="1474006"/>
                  </a:lnTo>
                  <a:lnTo>
                    <a:pt x="6965032" y="1450555"/>
                  </a:lnTo>
                  <a:lnTo>
                    <a:pt x="6910308" y="1424266"/>
                  </a:lnTo>
                  <a:lnTo>
                    <a:pt x="6858456" y="1394811"/>
                  </a:lnTo>
                  <a:lnTo>
                    <a:pt x="6808625" y="1361942"/>
                  </a:lnTo>
                  <a:lnTo>
                    <a:pt x="6786527" y="1345909"/>
                  </a:lnTo>
                  <a:lnTo>
                    <a:pt x="6741689" y="1310697"/>
                  </a:lnTo>
                  <a:lnTo>
                    <a:pt x="6697287" y="1272393"/>
                  </a:lnTo>
                  <a:lnTo>
                    <a:pt x="6652960" y="1230937"/>
                  </a:lnTo>
                  <a:lnTo>
                    <a:pt x="6608444" y="1186350"/>
                  </a:lnTo>
                  <a:lnTo>
                    <a:pt x="6563556" y="1138732"/>
                  </a:lnTo>
                  <a:lnTo>
                    <a:pt x="6518193" y="1088278"/>
                  </a:lnTo>
                  <a:lnTo>
                    <a:pt x="6472318" y="1035277"/>
                  </a:lnTo>
                  <a:lnTo>
                    <a:pt x="6425954" y="980108"/>
                  </a:lnTo>
                  <a:lnTo>
                    <a:pt x="6379176" y="923232"/>
                  </a:lnTo>
                  <a:lnTo>
                    <a:pt x="6332100" y="865181"/>
                  </a:lnTo>
                  <a:lnTo>
                    <a:pt x="6284868" y="806535"/>
                  </a:lnTo>
                  <a:lnTo>
                    <a:pt x="6237639" y="747899"/>
                  </a:lnTo>
                  <a:lnTo>
                    <a:pt x="6190571" y="689879"/>
                  </a:lnTo>
                  <a:lnTo>
                    <a:pt x="6143806" y="633053"/>
                  </a:lnTo>
                  <a:lnTo>
                    <a:pt x="6097457" y="577951"/>
                  </a:lnTo>
                  <a:lnTo>
                    <a:pt x="6051600" y="525032"/>
                  </a:lnTo>
                  <a:lnTo>
                    <a:pt x="6006254" y="474672"/>
                  </a:lnTo>
                  <a:lnTo>
                    <a:pt x="5961382" y="427155"/>
                  </a:lnTo>
                  <a:lnTo>
                    <a:pt x="5916875" y="382674"/>
                  </a:lnTo>
                  <a:lnTo>
                    <a:pt x="5872551" y="341327"/>
                  </a:lnTo>
                  <a:lnTo>
                    <a:pt x="5828141" y="303130"/>
                  </a:lnTo>
                  <a:lnTo>
                    <a:pt x="5784835" y="269181"/>
                  </a:lnTo>
                  <a:lnTo>
                    <a:pt x="5735673" y="234729"/>
                  </a:lnTo>
                  <a:lnTo>
                    <a:pt x="5684835" y="203751"/>
                  </a:lnTo>
                  <a:lnTo>
                    <a:pt x="5631523" y="176067"/>
                  </a:lnTo>
                  <a:lnTo>
                    <a:pt x="5574844" y="151373"/>
                  </a:lnTo>
                  <a:lnTo>
                    <a:pt x="5513891" y="129329"/>
                  </a:lnTo>
                  <a:lnTo>
                    <a:pt x="5447816" y="109607"/>
                  </a:lnTo>
                  <a:lnTo>
                    <a:pt x="5375935" y="91919"/>
                  </a:lnTo>
                  <a:lnTo>
                    <a:pt x="5297853" y="76032"/>
                  </a:lnTo>
                  <a:lnTo>
                    <a:pt x="5213646" y="61778"/>
                  </a:lnTo>
                  <a:lnTo>
                    <a:pt x="5124058" y="49053"/>
                  </a:lnTo>
                  <a:lnTo>
                    <a:pt x="5030711" y="37814"/>
                  </a:lnTo>
                  <a:lnTo>
                    <a:pt x="4936236" y="28068"/>
                  </a:lnTo>
                  <a:lnTo>
                    <a:pt x="4844234" y="19849"/>
                  </a:lnTo>
                  <a:lnTo>
                    <a:pt x="4758968" y="13186"/>
                  </a:lnTo>
                  <a:lnTo>
                    <a:pt x="4684750" y="8068"/>
                  </a:lnTo>
                  <a:lnTo>
                    <a:pt x="4625110" y="4412"/>
                  </a:lnTo>
                  <a:lnTo>
                    <a:pt x="4581981" y="2046"/>
                  </a:lnTo>
                  <a:lnTo>
                    <a:pt x="4555163" y="724"/>
                  </a:lnTo>
                  <a:lnTo>
                    <a:pt x="4542210" y="148"/>
                  </a:lnTo>
                  <a:lnTo>
                    <a:pt x="4538543" y="0"/>
                  </a:lnTo>
                  <a:lnTo>
                    <a:pt x="4016409" y="0"/>
                  </a:lnTo>
                  <a:lnTo>
                    <a:pt x="4015193" y="53"/>
                  </a:lnTo>
                  <a:lnTo>
                    <a:pt x="4007231" y="437"/>
                  </a:lnTo>
                  <a:lnTo>
                    <a:pt x="3987297" y="1499"/>
                  </a:lnTo>
                  <a:lnTo>
                    <a:pt x="3952007" y="3584"/>
                  </a:lnTo>
                  <a:lnTo>
                    <a:pt x="3900119" y="7003"/>
                  </a:lnTo>
                  <a:lnTo>
                    <a:pt x="3832605" y="11989"/>
                  </a:lnTo>
                  <a:lnTo>
                    <a:pt x="3752308" y="18682"/>
                  </a:lnTo>
                  <a:lnTo>
                    <a:pt x="3663242" y="27129"/>
                  </a:lnTo>
                  <a:lnTo>
                    <a:pt x="3569744" y="37314"/>
                  </a:lnTo>
                  <a:lnTo>
                    <a:pt x="3475755" y="49197"/>
                  </a:lnTo>
                  <a:lnTo>
                    <a:pt x="3384365" y="62751"/>
                  </a:lnTo>
                  <a:lnTo>
                    <a:pt x="3297656" y="77994"/>
                  </a:lnTo>
                  <a:lnTo>
                    <a:pt x="3216769" y="95008"/>
                  </a:lnTo>
                  <a:lnTo>
                    <a:pt x="3142078" y="113948"/>
                  </a:lnTo>
                  <a:lnTo>
                    <a:pt x="3073397" y="135039"/>
                  </a:lnTo>
                  <a:lnTo>
                    <a:pt x="3010173" y="158575"/>
                  </a:lnTo>
                  <a:lnTo>
                    <a:pt x="2951634" y="184904"/>
                  </a:lnTo>
                  <a:lnTo>
                    <a:pt x="2896900" y="214407"/>
                  </a:lnTo>
                  <a:lnTo>
                    <a:pt x="2845068" y="247454"/>
                  </a:lnTo>
                  <a:lnTo>
                    <a:pt x="2795293" y="284333"/>
                  </a:lnTo>
                  <a:lnTo>
                    <a:pt x="2770117" y="304947"/>
                  </a:lnTo>
                  <a:lnTo>
                    <a:pt x="2726827" y="343393"/>
                  </a:lnTo>
                  <a:lnTo>
                    <a:pt x="2683956" y="385100"/>
                  </a:lnTo>
                  <a:lnTo>
                    <a:pt x="2641175" y="430133"/>
                  </a:lnTo>
                  <a:lnTo>
                    <a:pt x="2598238" y="478478"/>
                  </a:lnTo>
                  <a:lnTo>
                    <a:pt x="2554975" y="530043"/>
                  </a:lnTo>
                  <a:lnTo>
                    <a:pt x="2511280" y="584644"/>
                  </a:lnTo>
                  <a:lnTo>
                    <a:pt x="2467110" y="642006"/>
                  </a:lnTo>
                  <a:lnTo>
                    <a:pt x="2422475" y="701764"/>
                  </a:lnTo>
                  <a:lnTo>
                    <a:pt x="2377429" y="763467"/>
                  </a:lnTo>
                  <a:lnTo>
                    <a:pt x="2332069" y="826592"/>
                  </a:lnTo>
                  <a:lnTo>
                    <a:pt x="2286515" y="890562"/>
                  </a:lnTo>
                  <a:lnTo>
                    <a:pt x="2240906" y="954768"/>
                  </a:lnTo>
                  <a:lnTo>
                    <a:pt x="2195387" y="1018588"/>
                  </a:lnTo>
                  <a:lnTo>
                    <a:pt x="2150093" y="1081417"/>
                  </a:lnTo>
                  <a:lnTo>
                    <a:pt x="2105140" y="1142691"/>
                  </a:lnTo>
                  <a:lnTo>
                    <a:pt x="2060615" y="1201903"/>
                  </a:lnTo>
                  <a:lnTo>
                    <a:pt x="2016562" y="1258622"/>
                  </a:lnTo>
                  <a:lnTo>
                    <a:pt x="1972979" y="1312505"/>
                  </a:lnTo>
                  <a:lnTo>
                    <a:pt x="1929807" y="1363298"/>
                  </a:lnTo>
                  <a:lnTo>
                    <a:pt x="1886927" y="1410840"/>
                  </a:lnTo>
                  <a:lnTo>
                    <a:pt x="1844150" y="1455060"/>
                  </a:lnTo>
                  <a:lnTo>
                    <a:pt x="1801210" y="1495964"/>
                  </a:lnTo>
                  <a:lnTo>
                    <a:pt x="1768425" y="1524736"/>
                  </a:lnTo>
                  <a:lnTo>
                    <a:pt x="1719419" y="1563649"/>
                  </a:lnTo>
                  <a:lnTo>
                    <a:pt x="1668750" y="1598651"/>
                  </a:lnTo>
                  <a:lnTo>
                    <a:pt x="1615628" y="1629944"/>
                  </a:lnTo>
                  <a:lnTo>
                    <a:pt x="1559169" y="1657866"/>
                  </a:lnTo>
                  <a:lnTo>
                    <a:pt x="1498473" y="1682800"/>
                  </a:lnTo>
                  <a:lnTo>
                    <a:pt x="1432700" y="1705114"/>
                  </a:lnTo>
                  <a:lnTo>
                    <a:pt x="1361167" y="1725134"/>
                  </a:lnTo>
                  <a:lnTo>
                    <a:pt x="1283477" y="1743120"/>
                  </a:lnTo>
                  <a:lnTo>
                    <a:pt x="1199689" y="1759264"/>
                  </a:lnTo>
                  <a:lnTo>
                    <a:pt x="1110523" y="1773686"/>
                  </a:lnTo>
                  <a:lnTo>
                    <a:pt x="1017555" y="1786433"/>
                  </a:lnTo>
                  <a:lnTo>
                    <a:pt x="923358" y="1797501"/>
                  </a:lnTo>
                  <a:lnTo>
                    <a:pt x="831470" y="1806852"/>
                  </a:lnTo>
                  <a:lnTo>
                    <a:pt x="746097" y="1814451"/>
                  </a:lnTo>
                  <a:lnTo>
                    <a:pt x="671525" y="1820308"/>
                  </a:lnTo>
                  <a:lnTo>
                    <a:pt x="611304" y="1824514"/>
                  </a:lnTo>
                  <a:lnTo>
                    <a:pt x="567445" y="1827254"/>
                  </a:lnTo>
                  <a:lnTo>
                    <a:pt x="539864" y="1828803"/>
                  </a:lnTo>
                  <a:lnTo>
                    <a:pt x="526255" y="1829493"/>
                  </a:lnTo>
                  <a:lnTo>
                    <a:pt x="522306" y="1829676"/>
                  </a:lnTo>
                  <a:lnTo>
                    <a:pt x="522133" y="1829683"/>
                  </a:lnTo>
                  <a:lnTo>
                    <a:pt x="0" y="1829683"/>
                  </a:lnTo>
                  <a:close/>
                </a:path>
              </a:pathLst>
            </a:custGeom>
            <a:solidFill>
              <a:srgbClr val="F28E5B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990" name="pl990"/>
            <p:cNvSpPr/>
            <p:nvPr/>
          </p:nvSpPr>
          <p:spPr>
            <a:xfrm>
              <a:off x="386606" y="1699437"/>
              <a:ext cx="8554953" cy="1829683"/>
            </a:xfrm>
            <a:custGeom>
              <a:avLst/>
              <a:pathLst>
                <a:path w="8554953" h="1829683">
                  <a:moveTo>
                    <a:pt x="0" y="1829683"/>
                  </a:moveTo>
                  <a:lnTo>
                    <a:pt x="522133" y="1829683"/>
                  </a:lnTo>
                  <a:lnTo>
                    <a:pt x="523350" y="1829629"/>
                  </a:lnTo>
                  <a:lnTo>
                    <a:pt x="531312" y="1829245"/>
                  </a:lnTo>
                  <a:lnTo>
                    <a:pt x="551246" y="1828184"/>
                  </a:lnTo>
                  <a:lnTo>
                    <a:pt x="586535" y="1826098"/>
                  </a:lnTo>
                  <a:lnTo>
                    <a:pt x="638423" y="1822679"/>
                  </a:lnTo>
                  <a:lnTo>
                    <a:pt x="705937" y="1817693"/>
                  </a:lnTo>
                  <a:lnTo>
                    <a:pt x="786234" y="1811000"/>
                  </a:lnTo>
                  <a:lnTo>
                    <a:pt x="875301" y="1802553"/>
                  </a:lnTo>
                  <a:lnTo>
                    <a:pt x="968798" y="1792368"/>
                  </a:lnTo>
                  <a:lnTo>
                    <a:pt x="1062787" y="1780486"/>
                  </a:lnTo>
                  <a:lnTo>
                    <a:pt x="1154177" y="1766932"/>
                  </a:lnTo>
                  <a:lnTo>
                    <a:pt x="1240886" y="1751689"/>
                  </a:lnTo>
                  <a:lnTo>
                    <a:pt x="1321773" y="1734674"/>
                  </a:lnTo>
                  <a:lnTo>
                    <a:pt x="1396465" y="1715734"/>
                  </a:lnTo>
                  <a:lnTo>
                    <a:pt x="1465145" y="1694644"/>
                  </a:lnTo>
                  <a:lnTo>
                    <a:pt x="1528369" y="1671108"/>
                  </a:lnTo>
                  <a:lnTo>
                    <a:pt x="1586908" y="1644779"/>
                  </a:lnTo>
                  <a:lnTo>
                    <a:pt x="1641643" y="1615276"/>
                  </a:lnTo>
                  <a:lnTo>
                    <a:pt x="1693474" y="1582229"/>
                  </a:lnTo>
                  <a:lnTo>
                    <a:pt x="1743250" y="1545349"/>
                  </a:lnTo>
                  <a:lnTo>
                    <a:pt x="1768425" y="1524736"/>
                  </a:lnTo>
                  <a:lnTo>
                    <a:pt x="1811716" y="1486290"/>
                  </a:lnTo>
                  <a:lnTo>
                    <a:pt x="1854586" y="1444582"/>
                  </a:lnTo>
                  <a:lnTo>
                    <a:pt x="1897367" y="1399550"/>
                  </a:lnTo>
                  <a:lnTo>
                    <a:pt x="1940304" y="1351204"/>
                  </a:lnTo>
                  <a:lnTo>
                    <a:pt x="1983567" y="1299640"/>
                  </a:lnTo>
                  <a:lnTo>
                    <a:pt x="2027262" y="1245039"/>
                  </a:lnTo>
                  <a:lnTo>
                    <a:pt x="2071432" y="1187676"/>
                  </a:lnTo>
                  <a:lnTo>
                    <a:pt x="2116068" y="1127919"/>
                  </a:lnTo>
                  <a:lnTo>
                    <a:pt x="2161113" y="1066216"/>
                  </a:lnTo>
                  <a:lnTo>
                    <a:pt x="2206474" y="1003091"/>
                  </a:lnTo>
                  <a:lnTo>
                    <a:pt x="2252027" y="939120"/>
                  </a:lnTo>
                  <a:lnTo>
                    <a:pt x="2297636" y="874915"/>
                  </a:lnTo>
                  <a:lnTo>
                    <a:pt x="2343155" y="811095"/>
                  </a:lnTo>
                  <a:lnTo>
                    <a:pt x="2388449" y="748265"/>
                  </a:lnTo>
                  <a:lnTo>
                    <a:pt x="2433402" y="686991"/>
                  </a:lnTo>
                  <a:lnTo>
                    <a:pt x="2477927" y="627779"/>
                  </a:lnTo>
                  <a:lnTo>
                    <a:pt x="2521980" y="571060"/>
                  </a:lnTo>
                  <a:lnTo>
                    <a:pt x="2565564" y="517178"/>
                  </a:lnTo>
                  <a:lnTo>
                    <a:pt x="2608735" y="466385"/>
                  </a:lnTo>
                  <a:lnTo>
                    <a:pt x="2651615" y="418842"/>
                  </a:lnTo>
                  <a:lnTo>
                    <a:pt x="2694393" y="374623"/>
                  </a:lnTo>
                  <a:lnTo>
                    <a:pt x="2737332" y="333719"/>
                  </a:lnTo>
                  <a:lnTo>
                    <a:pt x="2770117" y="304947"/>
                  </a:lnTo>
                  <a:lnTo>
                    <a:pt x="2819123" y="266033"/>
                  </a:lnTo>
                  <a:lnTo>
                    <a:pt x="2869792" y="231031"/>
                  </a:lnTo>
                  <a:lnTo>
                    <a:pt x="2922914" y="199739"/>
                  </a:lnTo>
                  <a:lnTo>
                    <a:pt x="2979373" y="171817"/>
                  </a:lnTo>
                  <a:lnTo>
                    <a:pt x="3040069" y="146883"/>
                  </a:lnTo>
                  <a:lnTo>
                    <a:pt x="3105842" y="124568"/>
                  </a:lnTo>
                  <a:lnTo>
                    <a:pt x="3177375" y="104549"/>
                  </a:lnTo>
                  <a:lnTo>
                    <a:pt x="3255065" y="86562"/>
                  </a:lnTo>
                  <a:lnTo>
                    <a:pt x="3338853" y="70418"/>
                  </a:lnTo>
                  <a:lnTo>
                    <a:pt x="3428020" y="55997"/>
                  </a:lnTo>
                  <a:lnTo>
                    <a:pt x="3520988" y="43249"/>
                  </a:lnTo>
                  <a:lnTo>
                    <a:pt x="3615184" y="32181"/>
                  </a:lnTo>
                  <a:lnTo>
                    <a:pt x="3707073" y="22831"/>
                  </a:lnTo>
                  <a:lnTo>
                    <a:pt x="3792445" y="15232"/>
                  </a:lnTo>
                  <a:lnTo>
                    <a:pt x="3867018" y="9375"/>
                  </a:lnTo>
                  <a:lnTo>
                    <a:pt x="3927238" y="5169"/>
                  </a:lnTo>
                  <a:lnTo>
                    <a:pt x="3971097" y="2429"/>
                  </a:lnTo>
                  <a:lnTo>
                    <a:pt x="3998679" y="879"/>
                  </a:lnTo>
                  <a:lnTo>
                    <a:pt x="4012287" y="189"/>
                  </a:lnTo>
                  <a:lnTo>
                    <a:pt x="4016236" y="7"/>
                  </a:lnTo>
                  <a:lnTo>
                    <a:pt x="4016409" y="0"/>
                  </a:lnTo>
                  <a:lnTo>
                    <a:pt x="4538543" y="0"/>
                  </a:lnTo>
                  <a:lnTo>
                    <a:pt x="4539771" y="47"/>
                  </a:lnTo>
                  <a:lnTo>
                    <a:pt x="4547805" y="390"/>
                  </a:lnTo>
                  <a:lnTo>
                    <a:pt x="4567913" y="1336"/>
                  </a:lnTo>
                  <a:lnTo>
                    <a:pt x="4603494" y="3194"/>
                  </a:lnTo>
                  <a:lnTo>
                    <a:pt x="4655778" y="6240"/>
                  </a:lnTo>
                  <a:lnTo>
                    <a:pt x="4723754" y="10680"/>
                  </a:lnTo>
                  <a:lnTo>
                    <a:pt x="4804525" y="16638"/>
                  </a:lnTo>
                  <a:lnTo>
                    <a:pt x="4894025" y="24155"/>
                  </a:lnTo>
                  <a:lnTo>
                    <a:pt x="4987877" y="33214"/>
                  </a:lnTo>
                  <a:lnTo>
                    <a:pt x="5082122" y="43780"/>
                  </a:lnTo>
                  <a:lnTo>
                    <a:pt x="5173672" y="55831"/>
                  </a:lnTo>
                  <a:lnTo>
                    <a:pt x="5260456" y="69384"/>
                  </a:lnTo>
                  <a:lnTo>
                    <a:pt x="5341356" y="84514"/>
                  </a:lnTo>
                  <a:lnTo>
                    <a:pt x="5416020" y="101361"/>
                  </a:lnTo>
                  <a:lnTo>
                    <a:pt x="5484653" y="120130"/>
                  </a:lnTo>
                  <a:lnTo>
                    <a:pt x="5547827" y="141083"/>
                  </a:lnTo>
                  <a:lnTo>
                    <a:pt x="5606330" y="164535"/>
                  </a:lnTo>
                  <a:lnTo>
                    <a:pt x="5661054" y="190824"/>
                  </a:lnTo>
                  <a:lnTo>
                    <a:pt x="5712906" y="220279"/>
                  </a:lnTo>
                  <a:lnTo>
                    <a:pt x="5762737" y="253148"/>
                  </a:lnTo>
                  <a:lnTo>
                    <a:pt x="5784835" y="269181"/>
                  </a:lnTo>
                  <a:lnTo>
                    <a:pt x="5829673" y="304393"/>
                  </a:lnTo>
                  <a:lnTo>
                    <a:pt x="5874075" y="342697"/>
                  </a:lnTo>
                  <a:lnTo>
                    <a:pt x="5918402" y="384152"/>
                  </a:lnTo>
                  <a:lnTo>
                    <a:pt x="5962918" y="428740"/>
                  </a:lnTo>
                  <a:lnTo>
                    <a:pt x="6007806" y="476358"/>
                  </a:lnTo>
                  <a:lnTo>
                    <a:pt x="6053169" y="526812"/>
                  </a:lnTo>
                  <a:lnTo>
                    <a:pt x="6099044" y="579813"/>
                  </a:lnTo>
                  <a:lnTo>
                    <a:pt x="6145408" y="634982"/>
                  </a:lnTo>
                  <a:lnTo>
                    <a:pt x="6192186" y="691858"/>
                  </a:lnTo>
                  <a:lnTo>
                    <a:pt x="6239262" y="749909"/>
                  </a:lnTo>
                  <a:lnTo>
                    <a:pt x="6286494" y="808555"/>
                  </a:lnTo>
                  <a:lnTo>
                    <a:pt x="6333723" y="867191"/>
                  </a:lnTo>
                  <a:lnTo>
                    <a:pt x="6380791" y="925211"/>
                  </a:lnTo>
                  <a:lnTo>
                    <a:pt x="6427556" y="982036"/>
                  </a:lnTo>
                  <a:lnTo>
                    <a:pt x="6473905" y="1037139"/>
                  </a:lnTo>
                  <a:lnTo>
                    <a:pt x="6519762" y="1090058"/>
                  </a:lnTo>
                  <a:lnTo>
                    <a:pt x="6565108" y="1140418"/>
                  </a:lnTo>
                  <a:lnTo>
                    <a:pt x="6609980" y="1187934"/>
                  </a:lnTo>
                  <a:lnTo>
                    <a:pt x="6654487" y="1232416"/>
                  </a:lnTo>
                  <a:lnTo>
                    <a:pt x="6698811" y="1273763"/>
                  </a:lnTo>
                  <a:lnTo>
                    <a:pt x="6743221" y="1311959"/>
                  </a:lnTo>
                  <a:lnTo>
                    <a:pt x="6786527" y="1345909"/>
                  </a:lnTo>
                  <a:lnTo>
                    <a:pt x="6835689" y="1380361"/>
                  </a:lnTo>
                  <a:lnTo>
                    <a:pt x="6886527" y="1411339"/>
                  </a:lnTo>
                  <a:lnTo>
                    <a:pt x="6939839" y="1439023"/>
                  </a:lnTo>
                  <a:lnTo>
                    <a:pt x="6996518" y="1463717"/>
                  </a:lnTo>
                  <a:lnTo>
                    <a:pt x="7057471" y="1485761"/>
                  </a:lnTo>
                  <a:lnTo>
                    <a:pt x="7123546" y="1505483"/>
                  </a:lnTo>
                  <a:lnTo>
                    <a:pt x="7195427" y="1523171"/>
                  </a:lnTo>
                  <a:lnTo>
                    <a:pt x="7273508" y="1539058"/>
                  </a:lnTo>
                  <a:lnTo>
                    <a:pt x="7357716" y="1553312"/>
                  </a:lnTo>
                  <a:lnTo>
                    <a:pt x="7447304" y="1566037"/>
                  </a:lnTo>
                  <a:lnTo>
                    <a:pt x="7540651" y="1577276"/>
                  </a:lnTo>
                  <a:lnTo>
                    <a:pt x="7635126" y="1587022"/>
                  </a:lnTo>
                  <a:lnTo>
                    <a:pt x="7727128" y="1595241"/>
                  </a:lnTo>
                  <a:lnTo>
                    <a:pt x="7812393" y="1601904"/>
                  </a:lnTo>
                  <a:lnTo>
                    <a:pt x="7886612" y="1607022"/>
                  </a:lnTo>
                  <a:lnTo>
                    <a:pt x="7946252" y="1610678"/>
                  </a:lnTo>
                  <a:lnTo>
                    <a:pt x="7989381" y="1613043"/>
                  </a:lnTo>
                  <a:lnTo>
                    <a:pt x="8016199" y="1614366"/>
                  </a:lnTo>
                  <a:lnTo>
                    <a:pt x="8029152" y="1614942"/>
                  </a:lnTo>
                  <a:lnTo>
                    <a:pt x="8032701" y="1615086"/>
                  </a:lnTo>
                  <a:lnTo>
                    <a:pt x="8032819" y="1615090"/>
                  </a:lnTo>
                  <a:lnTo>
                    <a:pt x="8554953" y="1615090"/>
                  </a:lnTo>
                  <a:lnTo>
                    <a:pt x="8554953" y="161509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991" name="pl991"/>
            <p:cNvSpPr/>
            <p:nvPr/>
          </p:nvSpPr>
          <p:spPr>
            <a:xfrm>
              <a:off x="386606" y="1693790"/>
              <a:ext cx="8554953" cy="1829683"/>
            </a:xfrm>
            <a:custGeom>
              <a:avLst/>
              <a:pathLst>
                <a:path w="8554953" h="1829683">
                  <a:moveTo>
                    <a:pt x="8554953" y="1615090"/>
                  </a:moveTo>
                  <a:lnTo>
                    <a:pt x="8032819" y="1615090"/>
                  </a:lnTo>
                  <a:lnTo>
                    <a:pt x="8031591" y="1615043"/>
                  </a:lnTo>
                  <a:lnTo>
                    <a:pt x="8023557" y="1614700"/>
                  </a:lnTo>
                  <a:lnTo>
                    <a:pt x="8003449" y="1613754"/>
                  </a:lnTo>
                  <a:lnTo>
                    <a:pt x="7967868" y="1611896"/>
                  </a:lnTo>
                  <a:lnTo>
                    <a:pt x="7915584" y="1608850"/>
                  </a:lnTo>
                  <a:lnTo>
                    <a:pt x="7847608" y="1604410"/>
                  </a:lnTo>
                  <a:lnTo>
                    <a:pt x="7766837" y="1598452"/>
                  </a:lnTo>
                  <a:lnTo>
                    <a:pt x="7677337" y="1590935"/>
                  </a:lnTo>
                  <a:lnTo>
                    <a:pt x="7583485" y="1581876"/>
                  </a:lnTo>
                  <a:lnTo>
                    <a:pt x="7489240" y="1571310"/>
                  </a:lnTo>
                  <a:lnTo>
                    <a:pt x="7397690" y="1559259"/>
                  </a:lnTo>
                  <a:lnTo>
                    <a:pt x="7310906" y="1545706"/>
                  </a:lnTo>
                  <a:lnTo>
                    <a:pt x="7230006" y="1530576"/>
                  </a:lnTo>
                  <a:lnTo>
                    <a:pt x="7155342" y="1513729"/>
                  </a:lnTo>
                  <a:lnTo>
                    <a:pt x="7086709" y="1494960"/>
                  </a:lnTo>
                  <a:lnTo>
                    <a:pt x="7023535" y="1474006"/>
                  </a:lnTo>
                  <a:lnTo>
                    <a:pt x="6965032" y="1450555"/>
                  </a:lnTo>
                  <a:lnTo>
                    <a:pt x="6910308" y="1424266"/>
                  </a:lnTo>
                  <a:lnTo>
                    <a:pt x="6858456" y="1394811"/>
                  </a:lnTo>
                  <a:lnTo>
                    <a:pt x="6808625" y="1361942"/>
                  </a:lnTo>
                  <a:lnTo>
                    <a:pt x="6786527" y="1345909"/>
                  </a:lnTo>
                  <a:lnTo>
                    <a:pt x="6741689" y="1310697"/>
                  </a:lnTo>
                  <a:lnTo>
                    <a:pt x="6697287" y="1272393"/>
                  </a:lnTo>
                  <a:lnTo>
                    <a:pt x="6652960" y="1230937"/>
                  </a:lnTo>
                  <a:lnTo>
                    <a:pt x="6608444" y="1186350"/>
                  </a:lnTo>
                  <a:lnTo>
                    <a:pt x="6563556" y="1138732"/>
                  </a:lnTo>
                  <a:lnTo>
                    <a:pt x="6518193" y="1088278"/>
                  </a:lnTo>
                  <a:lnTo>
                    <a:pt x="6472318" y="1035277"/>
                  </a:lnTo>
                  <a:lnTo>
                    <a:pt x="6425954" y="980108"/>
                  </a:lnTo>
                  <a:lnTo>
                    <a:pt x="6379176" y="923232"/>
                  </a:lnTo>
                  <a:lnTo>
                    <a:pt x="6332100" y="865181"/>
                  </a:lnTo>
                  <a:lnTo>
                    <a:pt x="6284868" y="806535"/>
                  </a:lnTo>
                  <a:lnTo>
                    <a:pt x="6237639" y="747899"/>
                  </a:lnTo>
                  <a:lnTo>
                    <a:pt x="6190571" y="689879"/>
                  </a:lnTo>
                  <a:lnTo>
                    <a:pt x="6143806" y="633053"/>
                  </a:lnTo>
                  <a:lnTo>
                    <a:pt x="6097457" y="577951"/>
                  </a:lnTo>
                  <a:lnTo>
                    <a:pt x="6051600" y="525032"/>
                  </a:lnTo>
                  <a:lnTo>
                    <a:pt x="6006254" y="474672"/>
                  </a:lnTo>
                  <a:lnTo>
                    <a:pt x="5961382" y="427155"/>
                  </a:lnTo>
                  <a:lnTo>
                    <a:pt x="5916875" y="382674"/>
                  </a:lnTo>
                  <a:lnTo>
                    <a:pt x="5872551" y="341327"/>
                  </a:lnTo>
                  <a:lnTo>
                    <a:pt x="5828141" y="303130"/>
                  </a:lnTo>
                  <a:lnTo>
                    <a:pt x="5784835" y="269181"/>
                  </a:lnTo>
                  <a:lnTo>
                    <a:pt x="5735673" y="234729"/>
                  </a:lnTo>
                  <a:lnTo>
                    <a:pt x="5684835" y="203751"/>
                  </a:lnTo>
                  <a:lnTo>
                    <a:pt x="5631523" y="176067"/>
                  </a:lnTo>
                  <a:lnTo>
                    <a:pt x="5574844" y="151373"/>
                  </a:lnTo>
                  <a:lnTo>
                    <a:pt x="5513891" y="129329"/>
                  </a:lnTo>
                  <a:lnTo>
                    <a:pt x="5447816" y="109607"/>
                  </a:lnTo>
                  <a:lnTo>
                    <a:pt x="5375935" y="91919"/>
                  </a:lnTo>
                  <a:lnTo>
                    <a:pt x="5297853" y="76032"/>
                  </a:lnTo>
                  <a:lnTo>
                    <a:pt x="5213646" y="61778"/>
                  </a:lnTo>
                  <a:lnTo>
                    <a:pt x="5124058" y="49053"/>
                  </a:lnTo>
                  <a:lnTo>
                    <a:pt x="5030711" y="37814"/>
                  </a:lnTo>
                  <a:lnTo>
                    <a:pt x="4936236" y="28068"/>
                  </a:lnTo>
                  <a:lnTo>
                    <a:pt x="4844234" y="19849"/>
                  </a:lnTo>
                  <a:lnTo>
                    <a:pt x="4758968" y="13186"/>
                  </a:lnTo>
                  <a:lnTo>
                    <a:pt x="4684750" y="8068"/>
                  </a:lnTo>
                  <a:lnTo>
                    <a:pt x="4625110" y="4412"/>
                  </a:lnTo>
                  <a:lnTo>
                    <a:pt x="4581981" y="2046"/>
                  </a:lnTo>
                  <a:lnTo>
                    <a:pt x="4555163" y="724"/>
                  </a:lnTo>
                  <a:lnTo>
                    <a:pt x="4542210" y="148"/>
                  </a:lnTo>
                  <a:lnTo>
                    <a:pt x="4538660" y="4"/>
                  </a:lnTo>
                  <a:lnTo>
                    <a:pt x="4538543" y="0"/>
                  </a:lnTo>
                  <a:lnTo>
                    <a:pt x="4016409" y="0"/>
                  </a:lnTo>
                  <a:lnTo>
                    <a:pt x="4015193" y="53"/>
                  </a:lnTo>
                  <a:lnTo>
                    <a:pt x="4007231" y="437"/>
                  </a:lnTo>
                  <a:lnTo>
                    <a:pt x="3987297" y="1499"/>
                  </a:lnTo>
                  <a:lnTo>
                    <a:pt x="3952007" y="3584"/>
                  </a:lnTo>
                  <a:lnTo>
                    <a:pt x="3900119" y="7003"/>
                  </a:lnTo>
                  <a:lnTo>
                    <a:pt x="3832605" y="11989"/>
                  </a:lnTo>
                  <a:lnTo>
                    <a:pt x="3752308" y="18682"/>
                  </a:lnTo>
                  <a:lnTo>
                    <a:pt x="3663242" y="27129"/>
                  </a:lnTo>
                  <a:lnTo>
                    <a:pt x="3569744" y="37314"/>
                  </a:lnTo>
                  <a:lnTo>
                    <a:pt x="3475755" y="49197"/>
                  </a:lnTo>
                  <a:lnTo>
                    <a:pt x="3384365" y="62751"/>
                  </a:lnTo>
                  <a:lnTo>
                    <a:pt x="3297656" y="77994"/>
                  </a:lnTo>
                  <a:lnTo>
                    <a:pt x="3216769" y="95008"/>
                  </a:lnTo>
                  <a:lnTo>
                    <a:pt x="3142078" y="113948"/>
                  </a:lnTo>
                  <a:lnTo>
                    <a:pt x="3073397" y="135039"/>
                  </a:lnTo>
                  <a:lnTo>
                    <a:pt x="3010173" y="158575"/>
                  </a:lnTo>
                  <a:lnTo>
                    <a:pt x="2951634" y="184904"/>
                  </a:lnTo>
                  <a:lnTo>
                    <a:pt x="2896900" y="214407"/>
                  </a:lnTo>
                  <a:lnTo>
                    <a:pt x="2845068" y="247454"/>
                  </a:lnTo>
                  <a:lnTo>
                    <a:pt x="2795293" y="284333"/>
                  </a:lnTo>
                  <a:lnTo>
                    <a:pt x="2770117" y="304947"/>
                  </a:lnTo>
                  <a:lnTo>
                    <a:pt x="2726827" y="343393"/>
                  </a:lnTo>
                  <a:lnTo>
                    <a:pt x="2683956" y="385100"/>
                  </a:lnTo>
                  <a:lnTo>
                    <a:pt x="2641175" y="430133"/>
                  </a:lnTo>
                  <a:lnTo>
                    <a:pt x="2598238" y="478478"/>
                  </a:lnTo>
                  <a:lnTo>
                    <a:pt x="2554975" y="530043"/>
                  </a:lnTo>
                  <a:lnTo>
                    <a:pt x="2511280" y="584644"/>
                  </a:lnTo>
                  <a:lnTo>
                    <a:pt x="2467110" y="642006"/>
                  </a:lnTo>
                  <a:lnTo>
                    <a:pt x="2422475" y="701764"/>
                  </a:lnTo>
                  <a:lnTo>
                    <a:pt x="2377429" y="763467"/>
                  </a:lnTo>
                  <a:lnTo>
                    <a:pt x="2332069" y="826592"/>
                  </a:lnTo>
                  <a:lnTo>
                    <a:pt x="2286515" y="890562"/>
                  </a:lnTo>
                  <a:lnTo>
                    <a:pt x="2240906" y="954768"/>
                  </a:lnTo>
                  <a:lnTo>
                    <a:pt x="2195387" y="1018588"/>
                  </a:lnTo>
                  <a:lnTo>
                    <a:pt x="2150093" y="1081417"/>
                  </a:lnTo>
                  <a:lnTo>
                    <a:pt x="2105140" y="1142691"/>
                  </a:lnTo>
                  <a:lnTo>
                    <a:pt x="2060615" y="1201903"/>
                  </a:lnTo>
                  <a:lnTo>
                    <a:pt x="2016562" y="1258622"/>
                  </a:lnTo>
                  <a:lnTo>
                    <a:pt x="1972979" y="1312505"/>
                  </a:lnTo>
                  <a:lnTo>
                    <a:pt x="1929807" y="1363298"/>
                  </a:lnTo>
                  <a:lnTo>
                    <a:pt x="1886927" y="1410840"/>
                  </a:lnTo>
                  <a:lnTo>
                    <a:pt x="1844150" y="1455060"/>
                  </a:lnTo>
                  <a:lnTo>
                    <a:pt x="1801210" y="1495964"/>
                  </a:lnTo>
                  <a:lnTo>
                    <a:pt x="1768425" y="1524736"/>
                  </a:lnTo>
                  <a:lnTo>
                    <a:pt x="1719419" y="1563649"/>
                  </a:lnTo>
                  <a:lnTo>
                    <a:pt x="1668750" y="1598651"/>
                  </a:lnTo>
                  <a:lnTo>
                    <a:pt x="1615628" y="1629944"/>
                  </a:lnTo>
                  <a:lnTo>
                    <a:pt x="1559169" y="1657866"/>
                  </a:lnTo>
                  <a:lnTo>
                    <a:pt x="1498473" y="1682800"/>
                  </a:lnTo>
                  <a:lnTo>
                    <a:pt x="1432700" y="1705114"/>
                  </a:lnTo>
                  <a:lnTo>
                    <a:pt x="1361167" y="1725134"/>
                  </a:lnTo>
                  <a:lnTo>
                    <a:pt x="1283477" y="1743120"/>
                  </a:lnTo>
                  <a:lnTo>
                    <a:pt x="1199689" y="1759264"/>
                  </a:lnTo>
                  <a:lnTo>
                    <a:pt x="1110523" y="1773686"/>
                  </a:lnTo>
                  <a:lnTo>
                    <a:pt x="1017555" y="1786433"/>
                  </a:lnTo>
                  <a:lnTo>
                    <a:pt x="923358" y="1797501"/>
                  </a:lnTo>
                  <a:lnTo>
                    <a:pt x="831470" y="1806852"/>
                  </a:lnTo>
                  <a:lnTo>
                    <a:pt x="746097" y="1814451"/>
                  </a:lnTo>
                  <a:lnTo>
                    <a:pt x="671525" y="1820308"/>
                  </a:lnTo>
                  <a:lnTo>
                    <a:pt x="611304" y="1824514"/>
                  </a:lnTo>
                  <a:lnTo>
                    <a:pt x="567445" y="1827254"/>
                  </a:lnTo>
                  <a:lnTo>
                    <a:pt x="539864" y="1828803"/>
                  </a:lnTo>
                  <a:lnTo>
                    <a:pt x="526255" y="1829493"/>
                  </a:lnTo>
                  <a:lnTo>
                    <a:pt x="522306" y="1829676"/>
                  </a:lnTo>
                  <a:lnTo>
                    <a:pt x="522133" y="1829683"/>
                  </a:lnTo>
                  <a:lnTo>
                    <a:pt x="0" y="1829683"/>
                  </a:lnTo>
                  <a:lnTo>
                    <a:pt x="0" y="1829683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992" name="pg992"/>
            <p:cNvSpPr/>
            <p:nvPr/>
          </p:nvSpPr>
          <p:spPr>
            <a:xfrm>
              <a:off x="386606" y="1710732"/>
              <a:ext cx="8554953" cy="1948274"/>
            </a:xfrm>
            <a:custGeom>
              <a:avLst/>
              <a:pathLst>
                <a:path w="8554953" h="1948274">
                  <a:moveTo>
                    <a:pt x="0" y="1824036"/>
                  </a:moveTo>
                  <a:lnTo>
                    <a:pt x="522133" y="1824036"/>
                  </a:lnTo>
                  <a:lnTo>
                    <a:pt x="523350" y="1823982"/>
                  </a:lnTo>
                  <a:lnTo>
                    <a:pt x="531316" y="1823601"/>
                  </a:lnTo>
                  <a:lnTo>
                    <a:pt x="551260" y="1822545"/>
                  </a:lnTo>
                  <a:lnTo>
                    <a:pt x="586566" y="1820471"/>
                  </a:lnTo>
                  <a:lnTo>
                    <a:pt x="638475" y="1817072"/>
                  </a:lnTo>
                  <a:lnTo>
                    <a:pt x="706015" y="1812114"/>
                  </a:lnTo>
                  <a:lnTo>
                    <a:pt x="786338" y="1805459"/>
                  </a:lnTo>
                  <a:lnTo>
                    <a:pt x="875429" y="1797061"/>
                  </a:lnTo>
                  <a:lnTo>
                    <a:pt x="968946" y="1786934"/>
                  </a:lnTo>
                  <a:lnTo>
                    <a:pt x="1062949" y="1775120"/>
                  </a:lnTo>
                  <a:lnTo>
                    <a:pt x="1154348" y="1761645"/>
                  </a:lnTo>
                  <a:lnTo>
                    <a:pt x="1241061" y="1746490"/>
                  </a:lnTo>
                  <a:lnTo>
                    <a:pt x="1321949" y="1729573"/>
                  </a:lnTo>
                  <a:lnTo>
                    <a:pt x="1396639" y="1710742"/>
                  </a:lnTo>
                  <a:lnTo>
                    <a:pt x="1465317" y="1689772"/>
                  </a:lnTo>
                  <a:lnTo>
                    <a:pt x="1528538" y="1666371"/>
                  </a:lnTo>
                  <a:lnTo>
                    <a:pt x="1587075" y="1640191"/>
                  </a:lnTo>
                  <a:lnTo>
                    <a:pt x="1641809" y="1610855"/>
                  </a:lnTo>
                  <a:lnTo>
                    <a:pt x="1693641" y="1577994"/>
                  </a:lnTo>
                  <a:lnTo>
                    <a:pt x="1743420" y="1541323"/>
                  </a:lnTo>
                  <a:lnTo>
                    <a:pt x="1768425" y="1520971"/>
                  </a:lnTo>
                  <a:lnTo>
                    <a:pt x="1811795" y="1482689"/>
                  </a:lnTo>
                  <a:lnTo>
                    <a:pt x="1854744" y="1441153"/>
                  </a:lnTo>
                  <a:lnTo>
                    <a:pt x="1897605" y="1396301"/>
                  </a:lnTo>
                  <a:lnTo>
                    <a:pt x="1940622" y="1348144"/>
                  </a:lnTo>
                  <a:lnTo>
                    <a:pt x="1983969" y="1296777"/>
                  </a:lnTo>
                  <a:lnTo>
                    <a:pt x="2027749" y="1242383"/>
                  </a:lnTo>
                  <a:lnTo>
                    <a:pt x="2072006" y="1185239"/>
                  </a:lnTo>
                  <a:lnTo>
                    <a:pt x="2116730" y="1125710"/>
                  </a:lnTo>
                  <a:lnTo>
                    <a:pt x="2161864" y="1064249"/>
                  </a:lnTo>
                  <a:lnTo>
                    <a:pt x="2207313" y="1001378"/>
                  </a:lnTo>
                  <a:lnTo>
                    <a:pt x="2252954" y="937675"/>
                  </a:lnTo>
                  <a:lnTo>
                    <a:pt x="2298646" y="873750"/>
                  </a:lnTo>
                  <a:lnTo>
                    <a:pt x="2344245" y="810223"/>
                  </a:lnTo>
                  <a:lnTo>
                    <a:pt x="2389616" y="747698"/>
                  </a:lnTo>
                  <a:lnTo>
                    <a:pt x="2434641" y="686738"/>
                  </a:lnTo>
                  <a:lnTo>
                    <a:pt x="2479236" y="627849"/>
                  </a:lnTo>
                  <a:lnTo>
                    <a:pt x="2523355" y="571457"/>
                  </a:lnTo>
                  <a:lnTo>
                    <a:pt x="2567004" y="517905"/>
                  </a:lnTo>
                  <a:lnTo>
                    <a:pt x="2610243" y="467441"/>
                  </a:lnTo>
                  <a:lnTo>
                    <a:pt x="2653195" y="420222"/>
                  </a:lnTo>
                  <a:lnTo>
                    <a:pt x="2696052" y="376320"/>
                  </a:lnTo>
                  <a:lnTo>
                    <a:pt x="2739084" y="335724"/>
                  </a:lnTo>
                  <a:lnTo>
                    <a:pt x="2770117" y="308712"/>
                  </a:lnTo>
                  <a:lnTo>
                    <a:pt x="2819132" y="270032"/>
                  </a:lnTo>
                  <a:lnTo>
                    <a:pt x="2869810" y="235241"/>
                  </a:lnTo>
                  <a:lnTo>
                    <a:pt x="2922943" y="204137"/>
                  </a:lnTo>
                  <a:lnTo>
                    <a:pt x="2979414" y="176385"/>
                  </a:lnTo>
                  <a:lnTo>
                    <a:pt x="3040124" y="151603"/>
                  </a:lnTo>
                  <a:lnTo>
                    <a:pt x="3105914" y="129424"/>
                  </a:lnTo>
                  <a:lnTo>
                    <a:pt x="3177466" y="109528"/>
                  </a:lnTo>
                  <a:lnTo>
                    <a:pt x="3255178" y="91652"/>
                  </a:lnTo>
                  <a:lnTo>
                    <a:pt x="3338988" y="75607"/>
                  </a:lnTo>
                  <a:lnTo>
                    <a:pt x="3428179" y="61275"/>
                  </a:lnTo>
                  <a:lnTo>
                    <a:pt x="3521168" y="48607"/>
                  </a:lnTo>
                  <a:lnTo>
                    <a:pt x="3615380" y="37608"/>
                  </a:lnTo>
                  <a:lnTo>
                    <a:pt x="3707275" y="28318"/>
                  </a:lnTo>
                  <a:lnTo>
                    <a:pt x="3792642" y="20769"/>
                  </a:lnTo>
                  <a:lnTo>
                    <a:pt x="3867195" y="14951"/>
                  </a:lnTo>
                  <a:lnTo>
                    <a:pt x="3927383" y="10775"/>
                  </a:lnTo>
                  <a:lnTo>
                    <a:pt x="3971202" y="8055"/>
                  </a:lnTo>
                  <a:lnTo>
                    <a:pt x="3998741" y="6518"/>
                  </a:lnTo>
                  <a:lnTo>
                    <a:pt x="4012313" y="5834"/>
                  </a:lnTo>
                  <a:lnTo>
                    <a:pt x="4016240" y="5654"/>
                  </a:lnTo>
                  <a:lnTo>
                    <a:pt x="4016409" y="5647"/>
                  </a:lnTo>
                  <a:lnTo>
                    <a:pt x="4538543" y="5647"/>
                  </a:lnTo>
                  <a:lnTo>
                    <a:pt x="4539753" y="5703"/>
                  </a:lnTo>
                  <a:lnTo>
                    <a:pt x="4547674" y="6109"/>
                  </a:lnTo>
                  <a:lnTo>
                    <a:pt x="4567510" y="7230"/>
                  </a:lnTo>
                  <a:lnTo>
                    <a:pt x="4602634" y="9432"/>
                  </a:lnTo>
                  <a:lnTo>
                    <a:pt x="4654296" y="13043"/>
                  </a:lnTo>
                  <a:lnTo>
                    <a:pt x="4721548" y="18310"/>
                  </a:lnTo>
                  <a:lnTo>
                    <a:pt x="4801575" y="25382"/>
                  </a:lnTo>
                  <a:lnTo>
                    <a:pt x="4890394" y="34309"/>
                  </a:lnTo>
                  <a:lnTo>
                    <a:pt x="4983689" y="45076"/>
                  </a:lnTo>
                  <a:lnTo>
                    <a:pt x="5077530" y="57640"/>
                  </a:lnTo>
                  <a:lnTo>
                    <a:pt x="5168828" y="71971"/>
                  </a:lnTo>
                  <a:lnTo>
                    <a:pt x="5255493" y="88089"/>
                  </a:lnTo>
                  <a:lnTo>
                    <a:pt x="5336372" y="106078"/>
                  </a:lnTo>
                  <a:lnTo>
                    <a:pt x="5411079" y="126099"/>
                  </a:lnTo>
                  <a:lnTo>
                    <a:pt x="5479786" y="148389"/>
                  </a:lnTo>
                  <a:lnTo>
                    <a:pt x="5543038" y="173256"/>
                  </a:lnTo>
                  <a:lnTo>
                    <a:pt x="5601598" y="201067"/>
                  </a:lnTo>
                  <a:lnTo>
                    <a:pt x="5656340" y="232223"/>
                  </a:lnTo>
                  <a:lnTo>
                    <a:pt x="5708160" y="267118"/>
                  </a:lnTo>
                  <a:lnTo>
                    <a:pt x="5757905" y="306059"/>
                  </a:lnTo>
                  <a:lnTo>
                    <a:pt x="5784835" y="329418"/>
                  </a:lnTo>
                  <a:lnTo>
                    <a:pt x="5827345" y="369465"/>
                  </a:lnTo>
                  <a:lnTo>
                    <a:pt x="5869444" y="412850"/>
                  </a:lnTo>
                  <a:lnTo>
                    <a:pt x="5911446" y="459637"/>
                  </a:lnTo>
                  <a:lnTo>
                    <a:pt x="5953588" y="509818"/>
                  </a:lnTo>
                  <a:lnTo>
                    <a:pt x="5996035" y="563304"/>
                  </a:lnTo>
                  <a:lnTo>
                    <a:pt x="6038891" y="619920"/>
                  </a:lnTo>
                  <a:lnTo>
                    <a:pt x="6082204" y="679397"/>
                  </a:lnTo>
                  <a:lnTo>
                    <a:pt x="6125970" y="741378"/>
                  </a:lnTo>
                  <a:lnTo>
                    <a:pt x="6170141" y="805422"/>
                  </a:lnTo>
                  <a:lnTo>
                    <a:pt x="6214633" y="871015"/>
                  </a:lnTo>
                  <a:lnTo>
                    <a:pt x="6259335" y="937583"/>
                  </a:lnTo>
                  <a:lnTo>
                    <a:pt x="6304116" y="1004518"/>
                  </a:lnTo>
                  <a:lnTo>
                    <a:pt x="6348841" y="1071196"/>
                  </a:lnTo>
                  <a:lnTo>
                    <a:pt x="6393379" y="1137004"/>
                  </a:lnTo>
                  <a:lnTo>
                    <a:pt x="6437614" y="1201361"/>
                  </a:lnTo>
                  <a:lnTo>
                    <a:pt x="6481456" y="1263741"/>
                  </a:lnTo>
                  <a:lnTo>
                    <a:pt x="6524851" y="1323689"/>
                  </a:lnTo>
                  <a:lnTo>
                    <a:pt x="6567786" y="1380832"/>
                  </a:lnTo>
                  <a:lnTo>
                    <a:pt x="6610299" y="1434887"/>
                  </a:lnTo>
                  <a:lnTo>
                    <a:pt x="6652485" y="1485661"/>
                  </a:lnTo>
                  <a:lnTo>
                    <a:pt x="6694497" y="1533050"/>
                  </a:lnTo>
                  <a:lnTo>
                    <a:pt x="6736558" y="1577034"/>
                  </a:lnTo>
                  <a:lnTo>
                    <a:pt x="6778969" y="1617663"/>
                  </a:lnTo>
                  <a:lnTo>
                    <a:pt x="6786527" y="1624502"/>
                  </a:lnTo>
                  <a:lnTo>
                    <a:pt x="6835444" y="1665748"/>
                  </a:lnTo>
                  <a:lnTo>
                    <a:pt x="6886016" y="1702855"/>
                  </a:lnTo>
                  <a:lnTo>
                    <a:pt x="6939031" y="1736036"/>
                  </a:lnTo>
                  <a:lnTo>
                    <a:pt x="6995365" y="1765650"/>
                  </a:lnTo>
                  <a:lnTo>
                    <a:pt x="7055915" y="1792100"/>
                  </a:lnTo>
                  <a:lnTo>
                    <a:pt x="7121516" y="1815775"/>
                  </a:lnTo>
                  <a:lnTo>
                    <a:pt x="7192851" y="1837018"/>
                  </a:lnTo>
                  <a:lnTo>
                    <a:pt x="7270319" y="1856108"/>
                  </a:lnTo>
                  <a:lnTo>
                    <a:pt x="7353868" y="1873247"/>
                  </a:lnTo>
                  <a:lnTo>
                    <a:pt x="7442795" y="1888561"/>
                  </a:lnTo>
                  <a:lnTo>
                    <a:pt x="7535546" y="1902105"/>
                  </a:lnTo>
                  <a:lnTo>
                    <a:pt x="7629582" y="1913872"/>
                  </a:lnTo>
                  <a:lnTo>
                    <a:pt x="7721402" y="1923823"/>
                  </a:lnTo>
                  <a:lnTo>
                    <a:pt x="7806831" y="1931922"/>
                  </a:lnTo>
                  <a:lnTo>
                    <a:pt x="7881600" y="1938176"/>
                  </a:lnTo>
                  <a:lnTo>
                    <a:pt x="7942146" y="1942680"/>
                  </a:lnTo>
                  <a:lnTo>
                    <a:pt x="7986419" y="1945626"/>
                  </a:lnTo>
                  <a:lnTo>
                    <a:pt x="8014436" y="1947303"/>
                  </a:lnTo>
                  <a:lnTo>
                    <a:pt x="8028423" y="1948058"/>
                  </a:lnTo>
                  <a:lnTo>
                    <a:pt x="8032608" y="1948264"/>
                  </a:lnTo>
                  <a:lnTo>
                    <a:pt x="8032819" y="1948274"/>
                  </a:lnTo>
                  <a:lnTo>
                    <a:pt x="8554953" y="1948274"/>
                  </a:lnTo>
                  <a:lnTo>
                    <a:pt x="8554953" y="1942626"/>
                  </a:lnTo>
                  <a:lnTo>
                    <a:pt x="8032819" y="1942626"/>
                  </a:lnTo>
                  <a:lnTo>
                    <a:pt x="8031609" y="1942570"/>
                  </a:lnTo>
                  <a:lnTo>
                    <a:pt x="8023688" y="1942164"/>
                  </a:lnTo>
                  <a:lnTo>
                    <a:pt x="8003852" y="1941043"/>
                  </a:lnTo>
                  <a:lnTo>
                    <a:pt x="7968728" y="1938841"/>
                  </a:lnTo>
                  <a:lnTo>
                    <a:pt x="7917066" y="1935230"/>
                  </a:lnTo>
                  <a:lnTo>
                    <a:pt x="7849814" y="1929963"/>
                  </a:lnTo>
                  <a:lnTo>
                    <a:pt x="7769787" y="1922891"/>
                  </a:lnTo>
                  <a:lnTo>
                    <a:pt x="7680968" y="1913964"/>
                  </a:lnTo>
                  <a:lnTo>
                    <a:pt x="7587673" y="1903197"/>
                  </a:lnTo>
                  <a:lnTo>
                    <a:pt x="7493832" y="1890633"/>
                  </a:lnTo>
                  <a:lnTo>
                    <a:pt x="7402534" y="1876302"/>
                  </a:lnTo>
                  <a:lnTo>
                    <a:pt x="7315869" y="1860184"/>
                  </a:lnTo>
                  <a:lnTo>
                    <a:pt x="7234990" y="1842195"/>
                  </a:lnTo>
                  <a:lnTo>
                    <a:pt x="7160283" y="1822174"/>
                  </a:lnTo>
                  <a:lnTo>
                    <a:pt x="7091576" y="1799885"/>
                  </a:lnTo>
                  <a:lnTo>
                    <a:pt x="7028324" y="1775017"/>
                  </a:lnTo>
                  <a:lnTo>
                    <a:pt x="6969764" y="1747206"/>
                  </a:lnTo>
                  <a:lnTo>
                    <a:pt x="6915022" y="1716050"/>
                  </a:lnTo>
                  <a:lnTo>
                    <a:pt x="6863202" y="1681155"/>
                  </a:lnTo>
                  <a:lnTo>
                    <a:pt x="6813457" y="1642214"/>
                  </a:lnTo>
                  <a:lnTo>
                    <a:pt x="6786527" y="1618855"/>
                  </a:lnTo>
                  <a:lnTo>
                    <a:pt x="6744017" y="1578808"/>
                  </a:lnTo>
                  <a:lnTo>
                    <a:pt x="6701918" y="1535423"/>
                  </a:lnTo>
                  <a:lnTo>
                    <a:pt x="6659916" y="1488636"/>
                  </a:lnTo>
                  <a:lnTo>
                    <a:pt x="6617774" y="1438455"/>
                  </a:lnTo>
                  <a:lnTo>
                    <a:pt x="6575327" y="1384969"/>
                  </a:lnTo>
                  <a:lnTo>
                    <a:pt x="6532471" y="1328353"/>
                  </a:lnTo>
                  <a:lnTo>
                    <a:pt x="6489158" y="1268876"/>
                  </a:lnTo>
                  <a:lnTo>
                    <a:pt x="6445392" y="1206895"/>
                  </a:lnTo>
                  <a:lnTo>
                    <a:pt x="6401221" y="1142851"/>
                  </a:lnTo>
                  <a:lnTo>
                    <a:pt x="6356729" y="1077258"/>
                  </a:lnTo>
                  <a:lnTo>
                    <a:pt x="6312027" y="1010690"/>
                  </a:lnTo>
                  <a:lnTo>
                    <a:pt x="6267246" y="943755"/>
                  </a:lnTo>
                  <a:lnTo>
                    <a:pt x="6222521" y="877077"/>
                  </a:lnTo>
                  <a:lnTo>
                    <a:pt x="6177983" y="811269"/>
                  </a:lnTo>
                  <a:lnTo>
                    <a:pt x="6133748" y="746912"/>
                  </a:lnTo>
                  <a:lnTo>
                    <a:pt x="6089906" y="684532"/>
                  </a:lnTo>
                  <a:lnTo>
                    <a:pt x="6046511" y="624584"/>
                  </a:lnTo>
                  <a:lnTo>
                    <a:pt x="6003576" y="567441"/>
                  </a:lnTo>
                  <a:lnTo>
                    <a:pt x="5961063" y="513386"/>
                  </a:lnTo>
                  <a:lnTo>
                    <a:pt x="5918877" y="462612"/>
                  </a:lnTo>
                  <a:lnTo>
                    <a:pt x="5876865" y="415223"/>
                  </a:lnTo>
                  <a:lnTo>
                    <a:pt x="5834804" y="371239"/>
                  </a:lnTo>
                  <a:lnTo>
                    <a:pt x="5792393" y="330610"/>
                  </a:lnTo>
                  <a:lnTo>
                    <a:pt x="5784835" y="323771"/>
                  </a:lnTo>
                  <a:lnTo>
                    <a:pt x="5735918" y="282525"/>
                  </a:lnTo>
                  <a:lnTo>
                    <a:pt x="5685345" y="245418"/>
                  </a:lnTo>
                  <a:lnTo>
                    <a:pt x="5632331" y="212237"/>
                  </a:lnTo>
                  <a:lnTo>
                    <a:pt x="5575997" y="182623"/>
                  </a:lnTo>
                  <a:lnTo>
                    <a:pt x="5515447" y="156173"/>
                  </a:lnTo>
                  <a:lnTo>
                    <a:pt x="5449846" y="132498"/>
                  </a:lnTo>
                  <a:lnTo>
                    <a:pt x="5378511" y="111255"/>
                  </a:lnTo>
                  <a:lnTo>
                    <a:pt x="5301043" y="92165"/>
                  </a:lnTo>
                  <a:lnTo>
                    <a:pt x="5217494" y="75026"/>
                  </a:lnTo>
                  <a:lnTo>
                    <a:pt x="5128567" y="59712"/>
                  </a:lnTo>
                  <a:lnTo>
                    <a:pt x="5035816" y="46168"/>
                  </a:lnTo>
                  <a:lnTo>
                    <a:pt x="4941780" y="34401"/>
                  </a:lnTo>
                  <a:lnTo>
                    <a:pt x="4849960" y="24450"/>
                  </a:lnTo>
                  <a:lnTo>
                    <a:pt x="4764530" y="16351"/>
                  </a:lnTo>
                  <a:lnTo>
                    <a:pt x="4689762" y="10097"/>
                  </a:lnTo>
                  <a:lnTo>
                    <a:pt x="4629216" y="5593"/>
                  </a:lnTo>
                  <a:lnTo>
                    <a:pt x="4584943" y="2647"/>
                  </a:lnTo>
                  <a:lnTo>
                    <a:pt x="4556926" y="970"/>
                  </a:lnTo>
                  <a:lnTo>
                    <a:pt x="4542939" y="215"/>
                  </a:lnTo>
                  <a:lnTo>
                    <a:pt x="4538754" y="9"/>
                  </a:lnTo>
                  <a:lnTo>
                    <a:pt x="4538543" y="0"/>
                  </a:lnTo>
                  <a:lnTo>
                    <a:pt x="4016409" y="0"/>
                  </a:lnTo>
                  <a:lnTo>
                    <a:pt x="4015192" y="53"/>
                  </a:lnTo>
                  <a:lnTo>
                    <a:pt x="4007226" y="435"/>
                  </a:lnTo>
                  <a:lnTo>
                    <a:pt x="3987282" y="1490"/>
                  </a:lnTo>
                  <a:lnTo>
                    <a:pt x="3951977" y="3564"/>
                  </a:lnTo>
                  <a:lnTo>
                    <a:pt x="3900067" y="6963"/>
                  </a:lnTo>
                  <a:lnTo>
                    <a:pt x="3832528" y="11921"/>
                  </a:lnTo>
                  <a:lnTo>
                    <a:pt x="3752204" y="18576"/>
                  </a:lnTo>
                  <a:lnTo>
                    <a:pt x="3663114" y="26974"/>
                  </a:lnTo>
                  <a:lnTo>
                    <a:pt x="3569596" y="37101"/>
                  </a:lnTo>
                  <a:lnTo>
                    <a:pt x="3475594" y="48915"/>
                  </a:lnTo>
                  <a:lnTo>
                    <a:pt x="3384194" y="62391"/>
                  </a:lnTo>
                  <a:lnTo>
                    <a:pt x="3297481" y="77546"/>
                  </a:lnTo>
                  <a:lnTo>
                    <a:pt x="3216593" y="94462"/>
                  </a:lnTo>
                  <a:lnTo>
                    <a:pt x="3141903" y="113293"/>
                  </a:lnTo>
                  <a:lnTo>
                    <a:pt x="3073225" y="134263"/>
                  </a:lnTo>
                  <a:lnTo>
                    <a:pt x="3010005" y="157665"/>
                  </a:lnTo>
                  <a:lnTo>
                    <a:pt x="2951467" y="183844"/>
                  </a:lnTo>
                  <a:lnTo>
                    <a:pt x="2896733" y="213180"/>
                  </a:lnTo>
                  <a:lnTo>
                    <a:pt x="2844901" y="246041"/>
                  </a:lnTo>
                  <a:lnTo>
                    <a:pt x="2795122" y="282713"/>
                  </a:lnTo>
                  <a:lnTo>
                    <a:pt x="2770117" y="303064"/>
                  </a:lnTo>
                  <a:lnTo>
                    <a:pt x="2726747" y="341346"/>
                  </a:lnTo>
                  <a:lnTo>
                    <a:pt x="2683798" y="382882"/>
                  </a:lnTo>
                  <a:lnTo>
                    <a:pt x="2640938" y="427735"/>
                  </a:lnTo>
                  <a:lnTo>
                    <a:pt x="2597920" y="475891"/>
                  </a:lnTo>
                  <a:lnTo>
                    <a:pt x="2554574" y="527258"/>
                  </a:lnTo>
                  <a:lnTo>
                    <a:pt x="2510794" y="581652"/>
                  </a:lnTo>
                  <a:lnTo>
                    <a:pt x="2466536" y="638796"/>
                  </a:lnTo>
                  <a:lnTo>
                    <a:pt x="2421812" y="698325"/>
                  </a:lnTo>
                  <a:lnTo>
                    <a:pt x="2376678" y="759786"/>
                  </a:lnTo>
                  <a:lnTo>
                    <a:pt x="2331229" y="822657"/>
                  </a:lnTo>
                  <a:lnTo>
                    <a:pt x="2285589" y="886361"/>
                  </a:lnTo>
                  <a:lnTo>
                    <a:pt x="2239897" y="950286"/>
                  </a:lnTo>
                  <a:lnTo>
                    <a:pt x="2194297" y="1013812"/>
                  </a:lnTo>
                  <a:lnTo>
                    <a:pt x="2148927" y="1076338"/>
                  </a:lnTo>
                  <a:lnTo>
                    <a:pt x="2103901" y="1137297"/>
                  </a:lnTo>
                  <a:lnTo>
                    <a:pt x="2059307" y="1196186"/>
                  </a:lnTo>
                  <a:lnTo>
                    <a:pt x="2015187" y="1252578"/>
                  </a:lnTo>
                  <a:lnTo>
                    <a:pt x="1971538" y="1306131"/>
                  </a:lnTo>
                  <a:lnTo>
                    <a:pt x="1928299" y="1356595"/>
                  </a:lnTo>
                  <a:lnTo>
                    <a:pt x="1885347" y="1403813"/>
                  </a:lnTo>
                  <a:lnTo>
                    <a:pt x="1842490" y="1447715"/>
                  </a:lnTo>
                  <a:lnTo>
                    <a:pt x="1799458" y="1488312"/>
                  </a:lnTo>
                  <a:lnTo>
                    <a:pt x="1768425" y="1515324"/>
                  </a:lnTo>
                  <a:lnTo>
                    <a:pt x="1719411" y="1554003"/>
                  </a:lnTo>
                  <a:lnTo>
                    <a:pt x="1668732" y="1588795"/>
                  </a:lnTo>
                  <a:lnTo>
                    <a:pt x="1615599" y="1619898"/>
                  </a:lnTo>
                  <a:lnTo>
                    <a:pt x="1559128" y="1647650"/>
                  </a:lnTo>
                  <a:lnTo>
                    <a:pt x="1498418" y="1672432"/>
                  </a:lnTo>
                  <a:lnTo>
                    <a:pt x="1432629" y="1694611"/>
                  </a:lnTo>
                  <a:lnTo>
                    <a:pt x="1361076" y="1714508"/>
                  </a:lnTo>
                  <a:lnTo>
                    <a:pt x="1283365" y="1732383"/>
                  </a:lnTo>
                  <a:lnTo>
                    <a:pt x="1199554" y="1748429"/>
                  </a:lnTo>
                  <a:lnTo>
                    <a:pt x="1110364" y="1762761"/>
                  </a:lnTo>
                  <a:lnTo>
                    <a:pt x="1017375" y="1775429"/>
                  </a:lnTo>
                  <a:lnTo>
                    <a:pt x="923163" y="1786427"/>
                  </a:lnTo>
                  <a:lnTo>
                    <a:pt x="831268" y="1795717"/>
                  </a:lnTo>
                  <a:lnTo>
                    <a:pt x="745901" y="1803266"/>
                  </a:lnTo>
                  <a:lnTo>
                    <a:pt x="671348" y="1809084"/>
                  </a:lnTo>
                  <a:lnTo>
                    <a:pt x="611159" y="1813261"/>
                  </a:lnTo>
                  <a:lnTo>
                    <a:pt x="567340" y="1815981"/>
                  </a:lnTo>
                  <a:lnTo>
                    <a:pt x="539801" y="1817518"/>
                  </a:lnTo>
                  <a:lnTo>
                    <a:pt x="526229" y="1818202"/>
                  </a:lnTo>
                  <a:lnTo>
                    <a:pt x="522302" y="1818381"/>
                  </a:lnTo>
                  <a:lnTo>
                    <a:pt x="522133" y="1818389"/>
                  </a:lnTo>
                  <a:lnTo>
                    <a:pt x="0" y="1818389"/>
                  </a:lnTo>
                  <a:close/>
                </a:path>
              </a:pathLst>
            </a:custGeom>
            <a:solidFill>
              <a:srgbClr val="F28E5B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993" name="pl993"/>
            <p:cNvSpPr/>
            <p:nvPr/>
          </p:nvSpPr>
          <p:spPr>
            <a:xfrm>
              <a:off x="386606" y="1716379"/>
              <a:ext cx="8554953" cy="1942626"/>
            </a:xfrm>
            <a:custGeom>
              <a:avLst/>
              <a:pathLst>
                <a:path w="8554953" h="1942626">
                  <a:moveTo>
                    <a:pt x="0" y="1818389"/>
                  </a:moveTo>
                  <a:lnTo>
                    <a:pt x="522133" y="1818389"/>
                  </a:lnTo>
                  <a:lnTo>
                    <a:pt x="523350" y="1818335"/>
                  </a:lnTo>
                  <a:lnTo>
                    <a:pt x="531316" y="1817953"/>
                  </a:lnTo>
                  <a:lnTo>
                    <a:pt x="551260" y="1816898"/>
                  </a:lnTo>
                  <a:lnTo>
                    <a:pt x="586566" y="1814824"/>
                  </a:lnTo>
                  <a:lnTo>
                    <a:pt x="638475" y="1811425"/>
                  </a:lnTo>
                  <a:lnTo>
                    <a:pt x="706015" y="1806467"/>
                  </a:lnTo>
                  <a:lnTo>
                    <a:pt x="786338" y="1799812"/>
                  </a:lnTo>
                  <a:lnTo>
                    <a:pt x="875429" y="1791414"/>
                  </a:lnTo>
                  <a:lnTo>
                    <a:pt x="968946" y="1781287"/>
                  </a:lnTo>
                  <a:lnTo>
                    <a:pt x="1062949" y="1769473"/>
                  </a:lnTo>
                  <a:lnTo>
                    <a:pt x="1154348" y="1755998"/>
                  </a:lnTo>
                  <a:lnTo>
                    <a:pt x="1241061" y="1740842"/>
                  </a:lnTo>
                  <a:lnTo>
                    <a:pt x="1321949" y="1723926"/>
                  </a:lnTo>
                  <a:lnTo>
                    <a:pt x="1396639" y="1705095"/>
                  </a:lnTo>
                  <a:lnTo>
                    <a:pt x="1465317" y="1684125"/>
                  </a:lnTo>
                  <a:lnTo>
                    <a:pt x="1528538" y="1660723"/>
                  </a:lnTo>
                  <a:lnTo>
                    <a:pt x="1587075" y="1634544"/>
                  </a:lnTo>
                  <a:lnTo>
                    <a:pt x="1641809" y="1605208"/>
                  </a:lnTo>
                  <a:lnTo>
                    <a:pt x="1693641" y="1572347"/>
                  </a:lnTo>
                  <a:lnTo>
                    <a:pt x="1743420" y="1535676"/>
                  </a:lnTo>
                  <a:lnTo>
                    <a:pt x="1768425" y="1515324"/>
                  </a:lnTo>
                  <a:lnTo>
                    <a:pt x="1811795" y="1477042"/>
                  </a:lnTo>
                  <a:lnTo>
                    <a:pt x="1854744" y="1435506"/>
                  </a:lnTo>
                  <a:lnTo>
                    <a:pt x="1897605" y="1390653"/>
                  </a:lnTo>
                  <a:lnTo>
                    <a:pt x="1940622" y="1342497"/>
                  </a:lnTo>
                  <a:lnTo>
                    <a:pt x="1983969" y="1291130"/>
                  </a:lnTo>
                  <a:lnTo>
                    <a:pt x="2027749" y="1236736"/>
                  </a:lnTo>
                  <a:lnTo>
                    <a:pt x="2072006" y="1179592"/>
                  </a:lnTo>
                  <a:lnTo>
                    <a:pt x="2116730" y="1120063"/>
                  </a:lnTo>
                  <a:lnTo>
                    <a:pt x="2161864" y="1058602"/>
                  </a:lnTo>
                  <a:lnTo>
                    <a:pt x="2207313" y="995731"/>
                  </a:lnTo>
                  <a:lnTo>
                    <a:pt x="2252954" y="932027"/>
                  </a:lnTo>
                  <a:lnTo>
                    <a:pt x="2298646" y="868103"/>
                  </a:lnTo>
                  <a:lnTo>
                    <a:pt x="2344245" y="804576"/>
                  </a:lnTo>
                  <a:lnTo>
                    <a:pt x="2389616" y="742051"/>
                  </a:lnTo>
                  <a:lnTo>
                    <a:pt x="2434641" y="681091"/>
                  </a:lnTo>
                  <a:lnTo>
                    <a:pt x="2479236" y="622202"/>
                  </a:lnTo>
                  <a:lnTo>
                    <a:pt x="2523355" y="565810"/>
                  </a:lnTo>
                  <a:lnTo>
                    <a:pt x="2567004" y="512257"/>
                  </a:lnTo>
                  <a:lnTo>
                    <a:pt x="2610243" y="461793"/>
                  </a:lnTo>
                  <a:lnTo>
                    <a:pt x="2653195" y="414575"/>
                  </a:lnTo>
                  <a:lnTo>
                    <a:pt x="2696052" y="370673"/>
                  </a:lnTo>
                  <a:lnTo>
                    <a:pt x="2739084" y="330076"/>
                  </a:lnTo>
                  <a:lnTo>
                    <a:pt x="2770117" y="303064"/>
                  </a:lnTo>
                  <a:lnTo>
                    <a:pt x="2819132" y="264385"/>
                  </a:lnTo>
                  <a:lnTo>
                    <a:pt x="2869810" y="229593"/>
                  </a:lnTo>
                  <a:lnTo>
                    <a:pt x="2922943" y="198490"/>
                  </a:lnTo>
                  <a:lnTo>
                    <a:pt x="2979414" y="170738"/>
                  </a:lnTo>
                  <a:lnTo>
                    <a:pt x="3040124" y="145956"/>
                  </a:lnTo>
                  <a:lnTo>
                    <a:pt x="3105914" y="123777"/>
                  </a:lnTo>
                  <a:lnTo>
                    <a:pt x="3177466" y="103880"/>
                  </a:lnTo>
                  <a:lnTo>
                    <a:pt x="3255178" y="86005"/>
                  </a:lnTo>
                  <a:lnTo>
                    <a:pt x="3338988" y="69960"/>
                  </a:lnTo>
                  <a:lnTo>
                    <a:pt x="3428179" y="55628"/>
                  </a:lnTo>
                  <a:lnTo>
                    <a:pt x="3521168" y="42959"/>
                  </a:lnTo>
                  <a:lnTo>
                    <a:pt x="3615380" y="31961"/>
                  </a:lnTo>
                  <a:lnTo>
                    <a:pt x="3707275" y="22671"/>
                  </a:lnTo>
                  <a:lnTo>
                    <a:pt x="3792642" y="15122"/>
                  </a:lnTo>
                  <a:lnTo>
                    <a:pt x="3867195" y="9304"/>
                  </a:lnTo>
                  <a:lnTo>
                    <a:pt x="3927383" y="5127"/>
                  </a:lnTo>
                  <a:lnTo>
                    <a:pt x="3971202" y="2407"/>
                  </a:lnTo>
                  <a:lnTo>
                    <a:pt x="3998741" y="871"/>
                  </a:lnTo>
                  <a:lnTo>
                    <a:pt x="4012313" y="187"/>
                  </a:lnTo>
                  <a:lnTo>
                    <a:pt x="4016240" y="7"/>
                  </a:lnTo>
                  <a:lnTo>
                    <a:pt x="4016409" y="0"/>
                  </a:lnTo>
                  <a:lnTo>
                    <a:pt x="4538543" y="0"/>
                  </a:lnTo>
                  <a:lnTo>
                    <a:pt x="4539753" y="56"/>
                  </a:lnTo>
                  <a:lnTo>
                    <a:pt x="4547674" y="462"/>
                  </a:lnTo>
                  <a:lnTo>
                    <a:pt x="4567510" y="1583"/>
                  </a:lnTo>
                  <a:lnTo>
                    <a:pt x="4602634" y="3785"/>
                  </a:lnTo>
                  <a:lnTo>
                    <a:pt x="4654296" y="7396"/>
                  </a:lnTo>
                  <a:lnTo>
                    <a:pt x="4721548" y="12663"/>
                  </a:lnTo>
                  <a:lnTo>
                    <a:pt x="4801575" y="19735"/>
                  </a:lnTo>
                  <a:lnTo>
                    <a:pt x="4890394" y="28662"/>
                  </a:lnTo>
                  <a:lnTo>
                    <a:pt x="4983689" y="39429"/>
                  </a:lnTo>
                  <a:lnTo>
                    <a:pt x="5077530" y="51992"/>
                  </a:lnTo>
                  <a:lnTo>
                    <a:pt x="5168828" y="66324"/>
                  </a:lnTo>
                  <a:lnTo>
                    <a:pt x="5255493" y="82441"/>
                  </a:lnTo>
                  <a:lnTo>
                    <a:pt x="5336372" y="100430"/>
                  </a:lnTo>
                  <a:lnTo>
                    <a:pt x="5411079" y="120451"/>
                  </a:lnTo>
                  <a:lnTo>
                    <a:pt x="5479786" y="142741"/>
                  </a:lnTo>
                  <a:lnTo>
                    <a:pt x="5543038" y="167609"/>
                  </a:lnTo>
                  <a:lnTo>
                    <a:pt x="5601598" y="195420"/>
                  </a:lnTo>
                  <a:lnTo>
                    <a:pt x="5656340" y="226576"/>
                  </a:lnTo>
                  <a:lnTo>
                    <a:pt x="5708160" y="261471"/>
                  </a:lnTo>
                  <a:lnTo>
                    <a:pt x="5757905" y="300412"/>
                  </a:lnTo>
                  <a:lnTo>
                    <a:pt x="5784835" y="323771"/>
                  </a:lnTo>
                  <a:lnTo>
                    <a:pt x="5827345" y="363818"/>
                  </a:lnTo>
                  <a:lnTo>
                    <a:pt x="5869444" y="407203"/>
                  </a:lnTo>
                  <a:lnTo>
                    <a:pt x="5911446" y="453990"/>
                  </a:lnTo>
                  <a:lnTo>
                    <a:pt x="5953588" y="504171"/>
                  </a:lnTo>
                  <a:lnTo>
                    <a:pt x="5996035" y="557657"/>
                  </a:lnTo>
                  <a:lnTo>
                    <a:pt x="6038891" y="614272"/>
                  </a:lnTo>
                  <a:lnTo>
                    <a:pt x="6082204" y="673749"/>
                  </a:lnTo>
                  <a:lnTo>
                    <a:pt x="6125970" y="735731"/>
                  </a:lnTo>
                  <a:lnTo>
                    <a:pt x="6170141" y="799775"/>
                  </a:lnTo>
                  <a:lnTo>
                    <a:pt x="6214633" y="865368"/>
                  </a:lnTo>
                  <a:lnTo>
                    <a:pt x="6259335" y="931936"/>
                  </a:lnTo>
                  <a:lnTo>
                    <a:pt x="6304116" y="998871"/>
                  </a:lnTo>
                  <a:lnTo>
                    <a:pt x="6348841" y="1065549"/>
                  </a:lnTo>
                  <a:lnTo>
                    <a:pt x="6393379" y="1131356"/>
                  </a:lnTo>
                  <a:lnTo>
                    <a:pt x="6437614" y="1195714"/>
                  </a:lnTo>
                  <a:lnTo>
                    <a:pt x="6481456" y="1258094"/>
                  </a:lnTo>
                  <a:lnTo>
                    <a:pt x="6524851" y="1318042"/>
                  </a:lnTo>
                  <a:lnTo>
                    <a:pt x="6567786" y="1375185"/>
                  </a:lnTo>
                  <a:lnTo>
                    <a:pt x="6610299" y="1429240"/>
                  </a:lnTo>
                  <a:lnTo>
                    <a:pt x="6652485" y="1480014"/>
                  </a:lnTo>
                  <a:lnTo>
                    <a:pt x="6694497" y="1527403"/>
                  </a:lnTo>
                  <a:lnTo>
                    <a:pt x="6736558" y="1571386"/>
                  </a:lnTo>
                  <a:lnTo>
                    <a:pt x="6778969" y="1612016"/>
                  </a:lnTo>
                  <a:lnTo>
                    <a:pt x="6786527" y="1618855"/>
                  </a:lnTo>
                  <a:lnTo>
                    <a:pt x="6835444" y="1660101"/>
                  </a:lnTo>
                  <a:lnTo>
                    <a:pt x="6886016" y="1697208"/>
                  </a:lnTo>
                  <a:lnTo>
                    <a:pt x="6939031" y="1730389"/>
                  </a:lnTo>
                  <a:lnTo>
                    <a:pt x="6995365" y="1760003"/>
                  </a:lnTo>
                  <a:lnTo>
                    <a:pt x="7055915" y="1786452"/>
                  </a:lnTo>
                  <a:lnTo>
                    <a:pt x="7121516" y="1810128"/>
                  </a:lnTo>
                  <a:lnTo>
                    <a:pt x="7192851" y="1831371"/>
                  </a:lnTo>
                  <a:lnTo>
                    <a:pt x="7270319" y="1850461"/>
                  </a:lnTo>
                  <a:lnTo>
                    <a:pt x="7353868" y="1867600"/>
                  </a:lnTo>
                  <a:lnTo>
                    <a:pt x="7442795" y="1882914"/>
                  </a:lnTo>
                  <a:lnTo>
                    <a:pt x="7535546" y="1896458"/>
                  </a:lnTo>
                  <a:lnTo>
                    <a:pt x="7629582" y="1908225"/>
                  </a:lnTo>
                  <a:lnTo>
                    <a:pt x="7721402" y="1918176"/>
                  </a:lnTo>
                  <a:lnTo>
                    <a:pt x="7806831" y="1926274"/>
                  </a:lnTo>
                  <a:lnTo>
                    <a:pt x="7881600" y="1932529"/>
                  </a:lnTo>
                  <a:lnTo>
                    <a:pt x="7942146" y="1937033"/>
                  </a:lnTo>
                  <a:lnTo>
                    <a:pt x="7986419" y="1939979"/>
                  </a:lnTo>
                  <a:lnTo>
                    <a:pt x="8014436" y="1941655"/>
                  </a:lnTo>
                  <a:lnTo>
                    <a:pt x="8028423" y="1942411"/>
                  </a:lnTo>
                  <a:lnTo>
                    <a:pt x="8032608" y="1942617"/>
                  </a:lnTo>
                  <a:lnTo>
                    <a:pt x="8032819" y="1942626"/>
                  </a:lnTo>
                  <a:lnTo>
                    <a:pt x="8554953" y="1942626"/>
                  </a:lnTo>
                  <a:lnTo>
                    <a:pt x="8554953" y="1942626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994" name="pl994"/>
            <p:cNvSpPr/>
            <p:nvPr/>
          </p:nvSpPr>
          <p:spPr>
            <a:xfrm>
              <a:off x="386606" y="1710732"/>
              <a:ext cx="8554953" cy="1942626"/>
            </a:xfrm>
            <a:custGeom>
              <a:avLst/>
              <a:pathLst>
                <a:path w="8554953" h="1942626">
                  <a:moveTo>
                    <a:pt x="8554953" y="1942626"/>
                  </a:moveTo>
                  <a:lnTo>
                    <a:pt x="8032819" y="1942626"/>
                  </a:lnTo>
                  <a:lnTo>
                    <a:pt x="8031609" y="1942570"/>
                  </a:lnTo>
                  <a:lnTo>
                    <a:pt x="8023688" y="1942164"/>
                  </a:lnTo>
                  <a:lnTo>
                    <a:pt x="8003852" y="1941043"/>
                  </a:lnTo>
                  <a:lnTo>
                    <a:pt x="7968728" y="1938841"/>
                  </a:lnTo>
                  <a:lnTo>
                    <a:pt x="7917066" y="1935230"/>
                  </a:lnTo>
                  <a:lnTo>
                    <a:pt x="7849814" y="1929963"/>
                  </a:lnTo>
                  <a:lnTo>
                    <a:pt x="7769787" y="1922891"/>
                  </a:lnTo>
                  <a:lnTo>
                    <a:pt x="7680968" y="1913964"/>
                  </a:lnTo>
                  <a:lnTo>
                    <a:pt x="7587673" y="1903197"/>
                  </a:lnTo>
                  <a:lnTo>
                    <a:pt x="7493832" y="1890633"/>
                  </a:lnTo>
                  <a:lnTo>
                    <a:pt x="7402534" y="1876302"/>
                  </a:lnTo>
                  <a:lnTo>
                    <a:pt x="7315869" y="1860184"/>
                  </a:lnTo>
                  <a:lnTo>
                    <a:pt x="7234990" y="1842195"/>
                  </a:lnTo>
                  <a:lnTo>
                    <a:pt x="7160283" y="1822174"/>
                  </a:lnTo>
                  <a:lnTo>
                    <a:pt x="7091576" y="1799885"/>
                  </a:lnTo>
                  <a:lnTo>
                    <a:pt x="7028324" y="1775017"/>
                  </a:lnTo>
                  <a:lnTo>
                    <a:pt x="6969764" y="1747206"/>
                  </a:lnTo>
                  <a:lnTo>
                    <a:pt x="6915022" y="1716050"/>
                  </a:lnTo>
                  <a:lnTo>
                    <a:pt x="6863202" y="1681155"/>
                  </a:lnTo>
                  <a:lnTo>
                    <a:pt x="6813457" y="1642214"/>
                  </a:lnTo>
                  <a:lnTo>
                    <a:pt x="6786527" y="1618855"/>
                  </a:lnTo>
                  <a:lnTo>
                    <a:pt x="6744017" y="1578808"/>
                  </a:lnTo>
                  <a:lnTo>
                    <a:pt x="6701918" y="1535423"/>
                  </a:lnTo>
                  <a:lnTo>
                    <a:pt x="6659916" y="1488636"/>
                  </a:lnTo>
                  <a:lnTo>
                    <a:pt x="6617774" y="1438455"/>
                  </a:lnTo>
                  <a:lnTo>
                    <a:pt x="6575327" y="1384969"/>
                  </a:lnTo>
                  <a:lnTo>
                    <a:pt x="6532471" y="1328353"/>
                  </a:lnTo>
                  <a:lnTo>
                    <a:pt x="6489158" y="1268876"/>
                  </a:lnTo>
                  <a:lnTo>
                    <a:pt x="6445392" y="1206895"/>
                  </a:lnTo>
                  <a:lnTo>
                    <a:pt x="6401221" y="1142851"/>
                  </a:lnTo>
                  <a:lnTo>
                    <a:pt x="6356729" y="1077258"/>
                  </a:lnTo>
                  <a:lnTo>
                    <a:pt x="6312027" y="1010690"/>
                  </a:lnTo>
                  <a:lnTo>
                    <a:pt x="6267246" y="943755"/>
                  </a:lnTo>
                  <a:lnTo>
                    <a:pt x="6222521" y="877077"/>
                  </a:lnTo>
                  <a:lnTo>
                    <a:pt x="6177983" y="811269"/>
                  </a:lnTo>
                  <a:lnTo>
                    <a:pt x="6133748" y="746912"/>
                  </a:lnTo>
                  <a:lnTo>
                    <a:pt x="6089906" y="684532"/>
                  </a:lnTo>
                  <a:lnTo>
                    <a:pt x="6046511" y="624584"/>
                  </a:lnTo>
                  <a:lnTo>
                    <a:pt x="6003576" y="567441"/>
                  </a:lnTo>
                  <a:lnTo>
                    <a:pt x="5961063" y="513386"/>
                  </a:lnTo>
                  <a:lnTo>
                    <a:pt x="5918877" y="462612"/>
                  </a:lnTo>
                  <a:lnTo>
                    <a:pt x="5876865" y="415223"/>
                  </a:lnTo>
                  <a:lnTo>
                    <a:pt x="5834804" y="371239"/>
                  </a:lnTo>
                  <a:lnTo>
                    <a:pt x="5792393" y="330610"/>
                  </a:lnTo>
                  <a:lnTo>
                    <a:pt x="5784835" y="323771"/>
                  </a:lnTo>
                  <a:lnTo>
                    <a:pt x="5735918" y="282525"/>
                  </a:lnTo>
                  <a:lnTo>
                    <a:pt x="5685345" y="245418"/>
                  </a:lnTo>
                  <a:lnTo>
                    <a:pt x="5632331" y="212237"/>
                  </a:lnTo>
                  <a:lnTo>
                    <a:pt x="5575997" y="182623"/>
                  </a:lnTo>
                  <a:lnTo>
                    <a:pt x="5515447" y="156173"/>
                  </a:lnTo>
                  <a:lnTo>
                    <a:pt x="5449846" y="132498"/>
                  </a:lnTo>
                  <a:lnTo>
                    <a:pt x="5378511" y="111255"/>
                  </a:lnTo>
                  <a:lnTo>
                    <a:pt x="5301043" y="92165"/>
                  </a:lnTo>
                  <a:lnTo>
                    <a:pt x="5217494" y="75026"/>
                  </a:lnTo>
                  <a:lnTo>
                    <a:pt x="5128567" y="59712"/>
                  </a:lnTo>
                  <a:lnTo>
                    <a:pt x="5035816" y="46168"/>
                  </a:lnTo>
                  <a:lnTo>
                    <a:pt x="4941780" y="34401"/>
                  </a:lnTo>
                  <a:lnTo>
                    <a:pt x="4849960" y="24450"/>
                  </a:lnTo>
                  <a:lnTo>
                    <a:pt x="4764530" y="16351"/>
                  </a:lnTo>
                  <a:lnTo>
                    <a:pt x="4689762" y="10097"/>
                  </a:lnTo>
                  <a:lnTo>
                    <a:pt x="4629216" y="5593"/>
                  </a:lnTo>
                  <a:lnTo>
                    <a:pt x="4584943" y="2647"/>
                  </a:lnTo>
                  <a:lnTo>
                    <a:pt x="4556926" y="970"/>
                  </a:lnTo>
                  <a:lnTo>
                    <a:pt x="4542939" y="215"/>
                  </a:lnTo>
                  <a:lnTo>
                    <a:pt x="4538754" y="9"/>
                  </a:lnTo>
                  <a:lnTo>
                    <a:pt x="4538543" y="0"/>
                  </a:lnTo>
                  <a:lnTo>
                    <a:pt x="4016409" y="0"/>
                  </a:lnTo>
                  <a:lnTo>
                    <a:pt x="4015192" y="53"/>
                  </a:lnTo>
                  <a:lnTo>
                    <a:pt x="4007226" y="435"/>
                  </a:lnTo>
                  <a:lnTo>
                    <a:pt x="3987282" y="1490"/>
                  </a:lnTo>
                  <a:lnTo>
                    <a:pt x="3951977" y="3564"/>
                  </a:lnTo>
                  <a:lnTo>
                    <a:pt x="3900067" y="6963"/>
                  </a:lnTo>
                  <a:lnTo>
                    <a:pt x="3832528" y="11921"/>
                  </a:lnTo>
                  <a:lnTo>
                    <a:pt x="3752204" y="18576"/>
                  </a:lnTo>
                  <a:lnTo>
                    <a:pt x="3663114" y="26974"/>
                  </a:lnTo>
                  <a:lnTo>
                    <a:pt x="3569596" y="37101"/>
                  </a:lnTo>
                  <a:lnTo>
                    <a:pt x="3475594" y="48915"/>
                  </a:lnTo>
                  <a:lnTo>
                    <a:pt x="3384194" y="62391"/>
                  </a:lnTo>
                  <a:lnTo>
                    <a:pt x="3297481" y="77546"/>
                  </a:lnTo>
                  <a:lnTo>
                    <a:pt x="3216593" y="94462"/>
                  </a:lnTo>
                  <a:lnTo>
                    <a:pt x="3141903" y="113293"/>
                  </a:lnTo>
                  <a:lnTo>
                    <a:pt x="3073225" y="134263"/>
                  </a:lnTo>
                  <a:lnTo>
                    <a:pt x="3010005" y="157665"/>
                  </a:lnTo>
                  <a:lnTo>
                    <a:pt x="2951467" y="183844"/>
                  </a:lnTo>
                  <a:lnTo>
                    <a:pt x="2896733" y="213180"/>
                  </a:lnTo>
                  <a:lnTo>
                    <a:pt x="2844901" y="246041"/>
                  </a:lnTo>
                  <a:lnTo>
                    <a:pt x="2795122" y="282713"/>
                  </a:lnTo>
                  <a:lnTo>
                    <a:pt x="2770117" y="303064"/>
                  </a:lnTo>
                  <a:lnTo>
                    <a:pt x="2726747" y="341346"/>
                  </a:lnTo>
                  <a:lnTo>
                    <a:pt x="2683798" y="382882"/>
                  </a:lnTo>
                  <a:lnTo>
                    <a:pt x="2640938" y="427735"/>
                  </a:lnTo>
                  <a:lnTo>
                    <a:pt x="2597920" y="475891"/>
                  </a:lnTo>
                  <a:lnTo>
                    <a:pt x="2554574" y="527258"/>
                  </a:lnTo>
                  <a:lnTo>
                    <a:pt x="2510794" y="581652"/>
                  </a:lnTo>
                  <a:lnTo>
                    <a:pt x="2466536" y="638796"/>
                  </a:lnTo>
                  <a:lnTo>
                    <a:pt x="2421812" y="698325"/>
                  </a:lnTo>
                  <a:lnTo>
                    <a:pt x="2376678" y="759786"/>
                  </a:lnTo>
                  <a:lnTo>
                    <a:pt x="2331229" y="822657"/>
                  </a:lnTo>
                  <a:lnTo>
                    <a:pt x="2285589" y="886361"/>
                  </a:lnTo>
                  <a:lnTo>
                    <a:pt x="2239897" y="950286"/>
                  </a:lnTo>
                  <a:lnTo>
                    <a:pt x="2194297" y="1013812"/>
                  </a:lnTo>
                  <a:lnTo>
                    <a:pt x="2148927" y="1076338"/>
                  </a:lnTo>
                  <a:lnTo>
                    <a:pt x="2103901" y="1137297"/>
                  </a:lnTo>
                  <a:lnTo>
                    <a:pt x="2059307" y="1196186"/>
                  </a:lnTo>
                  <a:lnTo>
                    <a:pt x="2015187" y="1252578"/>
                  </a:lnTo>
                  <a:lnTo>
                    <a:pt x="1971538" y="1306131"/>
                  </a:lnTo>
                  <a:lnTo>
                    <a:pt x="1928299" y="1356595"/>
                  </a:lnTo>
                  <a:lnTo>
                    <a:pt x="1885347" y="1403813"/>
                  </a:lnTo>
                  <a:lnTo>
                    <a:pt x="1842490" y="1447715"/>
                  </a:lnTo>
                  <a:lnTo>
                    <a:pt x="1799458" y="1488312"/>
                  </a:lnTo>
                  <a:lnTo>
                    <a:pt x="1768425" y="1515324"/>
                  </a:lnTo>
                  <a:lnTo>
                    <a:pt x="1719411" y="1554003"/>
                  </a:lnTo>
                  <a:lnTo>
                    <a:pt x="1668732" y="1588795"/>
                  </a:lnTo>
                  <a:lnTo>
                    <a:pt x="1615599" y="1619898"/>
                  </a:lnTo>
                  <a:lnTo>
                    <a:pt x="1559128" y="1647650"/>
                  </a:lnTo>
                  <a:lnTo>
                    <a:pt x="1498418" y="1672432"/>
                  </a:lnTo>
                  <a:lnTo>
                    <a:pt x="1432629" y="1694611"/>
                  </a:lnTo>
                  <a:lnTo>
                    <a:pt x="1361076" y="1714508"/>
                  </a:lnTo>
                  <a:lnTo>
                    <a:pt x="1283365" y="1732383"/>
                  </a:lnTo>
                  <a:lnTo>
                    <a:pt x="1199554" y="1748429"/>
                  </a:lnTo>
                  <a:lnTo>
                    <a:pt x="1110364" y="1762761"/>
                  </a:lnTo>
                  <a:lnTo>
                    <a:pt x="1017375" y="1775429"/>
                  </a:lnTo>
                  <a:lnTo>
                    <a:pt x="923163" y="1786427"/>
                  </a:lnTo>
                  <a:lnTo>
                    <a:pt x="831268" y="1795717"/>
                  </a:lnTo>
                  <a:lnTo>
                    <a:pt x="745901" y="1803266"/>
                  </a:lnTo>
                  <a:lnTo>
                    <a:pt x="671348" y="1809084"/>
                  </a:lnTo>
                  <a:lnTo>
                    <a:pt x="611159" y="1813261"/>
                  </a:lnTo>
                  <a:lnTo>
                    <a:pt x="567340" y="1815981"/>
                  </a:lnTo>
                  <a:lnTo>
                    <a:pt x="539801" y="1817518"/>
                  </a:lnTo>
                  <a:lnTo>
                    <a:pt x="526229" y="1818202"/>
                  </a:lnTo>
                  <a:lnTo>
                    <a:pt x="522302" y="1818381"/>
                  </a:lnTo>
                  <a:lnTo>
                    <a:pt x="522133" y="1818389"/>
                  </a:lnTo>
                  <a:lnTo>
                    <a:pt x="0" y="1818389"/>
                  </a:lnTo>
                  <a:lnTo>
                    <a:pt x="0" y="1818389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995" name="pg995"/>
            <p:cNvSpPr/>
            <p:nvPr/>
          </p:nvSpPr>
          <p:spPr>
            <a:xfrm>
              <a:off x="386606" y="1733320"/>
              <a:ext cx="8554953" cy="2292751"/>
            </a:xfrm>
            <a:custGeom>
              <a:avLst/>
              <a:pathLst>
                <a:path w="8554953" h="2292751">
                  <a:moveTo>
                    <a:pt x="0" y="1812741"/>
                  </a:moveTo>
                  <a:lnTo>
                    <a:pt x="522133" y="1812741"/>
                  </a:lnTo>
                  <a:lnTo>
                    <a:pt x="523351" y="1812688"/>
                  </a:lnTo>
                  <a:lnTo>
                    <a:pt x="531323" y="1812310"/>
                  </a:lnTo>
                  <a:lnTo>
                    <a:pt x="551281" y="1811263"/>
                  </a:lnTo>
                  <a:lnTo>
                    <a:pt x="586611" y="1809207"/>
                  </a:lnTo>
                  <a:lnTo>
                    <a:pt x="638553" y="1805837"/>
                  </a:lnTo>
                  <a:lnTo>
                    <a:pt x="706130" y="1800922"/>
                  </a:lnTo>
                  <a:lnTo>
                    <a:pt x="786493" y="1794325"/>
                  </a:lnTo>
                  <a:lnTo>
                    <a:pt x="875619" y="1785999"/>
                  </a:lnTo>
                  <a:lnTo>
                    <a:pt x="969166" y="1775960"/>
                  </a:lnTo>
                  <a:lnTo>
                    <a:pt x="1063190" y="1764249"/>
                  </a:lnTo>
                  <a:lnTo>
                    <a:pt x="1154602" y="1750891"/>
                  </a:lnTo>
                  <a:lnTo>
                    <a:pt x="1241322" y="1735868"/>
                  </a:lnTo>
                  <a:lnTo>
                    <a:pt x="1322211" y="1719099"/>
                  </a:lnTo>
                  <a:lnTo>
                    <a:pt x="1396899" y="1700432"/>
                  </a:lnTo>
                  <a:lnTo>
                    <a:pt x="1465573" y="1679644"/>
                  </a:lnTo>
                  <a:lnTo>
                    <a:pt x="1528789" y="1656444"/>
                  </a:lnTo>
                  <a:lnTo>
                    <a:pt x="1587324" y="1630489"/>
                  </a:lnTo>
                  <a:lnTo>
                    <a:pt x="1642057" y="1601403"/>
                  </a:lnTo>
                  <a:lnTo>
                    <a:pt x="1693891" y="1568823"/>
                  </a:lnTo>
                  <a:lnTo>
                    <a:pt x="1743674" y="1532464"/>
                  </a:lnTo>
                  <a:lnTo>
                    <a:pt x="1768425" y="1512500"/>
                  </a:lnTo>
                  <a:lnTo>
                    <a:pt x="1811915" y="1474465"/>
                  </a:lnTo>
                  <a:lnTo>
                    <a:pt x="1854982" y="1433188"/>
                  </a:lnTo>
                  <a:lnTo>
                    <a:pt x="1897962" y="1388608"/>
                  </a:lnTo>
                  <a:lnTo>
                    <a:pt x="1941101" y="1340736"/>
                  </a:lnTo>
                  <a:lnTo>
                    <a:pt x="1984573" y="1289667"/>
                  </a:lnTo>
                  <a:lnTo>
                    <a:pt x="2028481" y="1235587"/>
                  </a:lnTo>
                  <a:lnTo>
                    <a:pt x="2072870" y="1178772"/>
                  </a:lnTo>
                  <a:lnTo>
                    <a:pt x="2117728" y="1119590"/>
                  </a:lnTo>
                  <a:lnTo>
                    <a:pt x="2162996" y="1058493"/>
                  </a:lnTo>
                  <a:lnTo>
                    <a:pt x="2208578" y="996006"/>
                  </a:lnTo>
                  <a:lnTo>
                    <a:pt x="2254348" y="932706"/>
                  </a:lnTo>
                  <a:lnTo>
                    <a:pt x="2300166" y="869204"/>
                  </a:lnTo>
                  <a:lnTo>
                    <a:pt x="2345886" y="806119"/>
                  </a:lnTo>
                  <a:lnTo>
                    <a:pt x="2391372" y="744053"/>
                  </a:lnTo>
                  <a:lnTo>
                    <a:pt x="2436506" y="683568"/>
                  </a:lnTo>
                  <a:lnTo>
                    <a:pt x="2481204" y="625164"/>
                  </a:lnTo>
                  <a:lnTo>
                    <a:pt x="2525424" y="569265"/>
                  </a:lnTo>
                  <a:lnTo>
                    <a:pt x="2569173" y="516208"/>
                  </a:lnTo>
                  <a:lnTo>
                    <a:pt x="2612513" y="466238"/>
                  </a:lnTo>
                  <a:lnTo>
                    <a:pt x="2655574" y="419507"/>
                  </a:lnTo>
                  <a:lnTo>
                    <a:pt x="2698552" y="376081"/>
                  </a:lnTo>
                  <a:lnTo>
                    <a:pt x="2741724" y="335945"/>
                  </a:lnTo>
                  <a:lnTo>
                    <a:pt x="2770117" y="311535"/>
                  </a:lnTo>
                  <a:lnTo>
                    <a:pt x="2819144" y="273206"/>
                  </a:lnTo>
                  <a:lnTo>
                    <a:pt x="2869837" y="238732"/>
                  </a:lnTo>
                  <a:lnTo>
                    <a:pt x="2922985" y="207913"/>
                  </a:lnTo>
                  <a:lnTo>
                    <a:pt x="2979474" y="180414"/>
                  </a:lnTo>
                  <a:lnTo>
                    <a:pt x="3040206" y="155860"/>
                  </a:lnTo>
                  <a:lnTo>
                    <a:pt x="3106020" y="133886"/>
                  </a:lnTo>
                  <a:lnTo>
                    <a:pt x="3177601" y="114173"/>
                  </a:lnTo>
                  <a:lnTo>
                    <a:pt x="3255345" y="96463"/>
                  </a:lnTo>
                  <a:lnTo>
                    <a:pt x="3339191" y="80567"/>
                  </a:lnTo>
                  <a:lnTo>
                    <a:pt x="3428415" y="66369"/>
                  </a:lnTo>
                  <a:lnTo>
                    <a:pt x="3521436" y="53820"/>
                  </a:lnTo>
                  <a:lnTo>
                    <a:pt x="3615671" y="42927"/>
                  </a:lnTo>
                  <a:lnTo>
                    <a:pt x="3707575" y="33726"/>
                  </a:lnTo>
                  <a:lnTo>
                    <a:pt x="3792934" y="26251"/>
                  </a:lnTo>
                  <a:lnTo>
                    <a:pt x="3867458" y="20492"/>
                  </a:lnTo>
                  <a:lnTo>
                    <a:pt x="3927599" y="16360"/>
                  </a:lnTo>
                  <a:lnTo>
                    <a:pt x="3971358" y="13670"/>
                  </a:lnTo>
                  <a:lnTo>
                    <a:pt x="3998834" y="12152"/>
                  </a:lnTo>
                  <a:lnTo>
                    <a:pt x="4012352" y="11477"/>
                  </a:lnTo>
                  <a:lnTo>
                    <a:pt x="4016245" y="11301"/>
                  </a:lnTo>
                  <a:lnTo>
                    <a:pt x="4016409" y="11294"/>
                  </a:lnTo>
                  <a:lnTo>
                    <a:pt x="4538543" y="11294"/>
                  </a:lnTo>
                  <a:lnTo>
                    <a:pt x="4539732" y="11359"/>
                  </a:lnTo>
                  <a:lnTo>
                    <a:pt x="4547520" y="11827"/>
                  </a:lnTo>
                  <a:lnTo>
                    <a:pt x="4567032" y="13120"/>
                  </a:lnTo>
                  <a:lnTo>
                    <a:pt x="4601614" y="15661"/>
                  </a:lnTo>
                  <a:lnTo>
                    <a:pt x="4652537" y="19828"/>
                  </a:lnTo>
                  <a:lnTo>
                    <a:pt x="4718925" y="25911"/>
                  </a:lnTo>
                  <a:lnTo>
                    <a:pt x="4798062" y="34085"/>
                  </a:lnTo>
                  <a:lnTo>
                    <a:pt x="4886063" y="44412"/>
                  </a:lnTo>
                  <a:lnTo>
                    <a:pt x="4978684" y="56875"/>
                  </a:lnTo>
                  <a:lnTo>
                    <a:pt x="5072033" y="71426"/>
                  </a:lnTo>
                  <a:lnTo>
                    <a:pt x="5163020" y="88030"/>
                  </a:lnTo>
                  <a:lnTo>
                    <a:pt x="5249532" y="106703"/>
                  </a:lnTo>
                  <a:lnTo>
                    <a:pt x="5330379" y="127538"/>
                  </a:lnTo>
                  <a:lnTo>
                    <a:pt x="5405134" y="150714"/>
                  </a:lnTo>
                  <a:lnTo>
                    <a:pt x="5473929" y="176497"/>
                  </a:lnTo>
                  <a:lnTo>
                    <a:pt x="5537274" y="205236"/>
                  </a:lnTo>
                  <a:lnTo>
                    <a:pt x="5595906" y="237350"/>
                  </a:lnTo>
                  <a:lnTo>
                    <a:pt x="5650674" y="273299"/>
                  </a:lnTo>
                  <a:lnTo>
                    <a:pt x="5702463" y="313540"/>
                  </a:lnTo>
                  <a:lnTo>
                    <a:pt x="5752112" y="358447"/>
                  </a:lnTo>
                  <a:lnTo>
                    <a:pt x="5784835" y="391537"/>
                  </a:lnTo>
                  <a:lnTo>
                    <a:pt x="5825154" y="436036"/>
                  </a:lnTo>
                  <a:lnTo>
                    <a:pt x="5865088" y="484054"/>
                  </a:lnTo>
                  <a:lnTo>
                    <a:pt x="5904910" y="535660"/>
                  </a:lnTo>
                  <a:lnTo>
                    <a:pt x="5944828" y="590858"/>
                  </a:lnTo>
                  <a:lnTo>
                    <a:pt x="5984996" y="649573"/>
                  </a:lnTo>
                  <a:lnTo>
                    <a:pt x="6025513" y="711649"/>
                  </a:lnTo>
                  <a:lnTo>
                    <a:pt x="6066433" y="776846"/>
                  </a:lnTo>
                  <a:lnTo>
                    <a:pt x="6107766" y="844836"/>
                  </a:lnTo>
                  <a:lnTo>
                    <a:pt x="6149487" y="915208"/>
                  </a:lnTo>
                  <a:lnTo>
                    <a:pt x="6191535" y="987477"/>
                  </a:lnTo>
                  <a:lnTo>
                    <a:pt x="6233825" y="1061097"/>
                  </a:lnTo>
                  <a:lnTo>
                    <a:pt x="6276256" y="1135474"/>
                  </a:lnTo>
                  <a:lnTo>
                    <a:pt x="6318712" y="1209989"/>
                  </a:lnTo>
                  <a:lnTo>
                    <a:pt x="6361079" y="1284020"/>
                  </a:lnTo>
                  <a:lnTo>
                    <a:pt x="6403246" y="1356960"/>
                  </a:lnTo>
                  <a:lnTo>
                    <a:pt x="6445121" y="1428238"/>
                  </a:lnTo>
                  <a:lnTo>
                    <a:pt x="6486631" y="1497340"/>
                  </a:lnTo>
                  <a:lnTo>
                    <a:pt x="6527736" y="1563823"/>
                  </a:lnTo>
                  <a:lnTo>
                    <a:pt x="6568428" y="1627319"/>
                  </a:lnTo>
                  <a:lnTo>
                    <a:pt x="6608741" y="1687551"/>
                  </a:lnTo>
                  <a:lnTo>
                    <a:pt x="6648755" y="1744323"/>
                  </a:lnTo>
                  <a:lnTo>
                    <a:pt x="6688597" y="1797528"/>
                  </a:lnTo>
                  <a:lnTo>
                    <a:pt x="6728452" y="1847134"/>
                  </a:lnTo>
                  <a:lnTo>
                    <a:pt x="6768562" y="1893182"/>
                  </a:lnTo>
                  <a:lnTo>
                    <a:pt x="6786527" y="1912508"/>
                  </a:lnTo>
                  <a:lnTo>
                    <a:pt x="6835151" y="1960676"/>
                  </a:lnTo>
                  <a:lnTo>
                    <a:pt x="6885407" y="2004040"/>
                  </a:lnTo>
                  <a:lnTo>
                    <a:pt x="6938065" y="2042843"/>
                  </a:lnTo>
                  <a:lnTo>
                    <a:pt x="6993989" y="2077498"/>
                  </a:lnTo>
                  <a:lnTo>
                    <a:pt x="7054058" y="2108469"/>
                  </a:lnTo>
                  <a:lnTo>
                    <a:pt x="7119097" y="2136208"/>
                  </a:lnTo>
                  <a:lnTo>
                    <a:pt x="7189782" y="2161111"/>
                  </a:lnTo>
                  <a:lnTo>
                    <a:pt x="7266519" y="2183504"/>
                  </a:lnTo>
                  <a:lnTo>
                    <a:pt x="7349282" y="2203623"/>
                  </a:lnTo>
                  <a:lnTo>
                    <a:pt x="7437416" y="2221620"/>
                  </a:lnTo>
                  <a:lnTo>
                    <a:pt x="7529448" y="2237559"/>
                  </a:lnTo>
                  <a:lnTo>
                    <a:pt x="7622944" y="2251439"/>
                  </a:lnTo>
                  <a:lnTo>
                    <a:pt x="7714523" y="2263215"/>
                  </a:lnTo>
                  <a:lnTo>
                    <a:pt x="7800116" y="2272843"/>
                  </a:lnTo>
                  <a:lnTo>
                    <a:pt x="7875507" y="2280327"/>
                  </a:lnTo>
                  <a:lnTo>
                    <a:pt x="7937103" y="2285765"/>
                  </a:lnTo>
                  <a:lnTo>
                    <a:pt x="7982726" y="2289368"/>
                  </a:lnTo>
                  <a:lnTo>
                    <a:pt x="8012181" y="2291460"/>
                  </a:lnTo>
                  <a:lnTo>
                    <a:pt x="8027435" y="2292439"/>
                  </a:lnTo>
                  <a:lnTo>
                    <a:pt x="8032445" y="2292731"/>
                  </a:lnTo>
                  <a:lnTo>
                    <a:pt x="8032819" y="2292751"/>
                  </a:lnTo>
                  <a:lnTo>
                    <a:pt x="8554953" y="2292751"/>
                  </a:lnTo>
                  <a:lnTo>
                    <a:pt x="8554953" y="2281457"/>
                  </a:lnTo>
                  <a:lnTo>
                    <a:pt x="8032819" y="2281457"/>
                  </a:lnTo>
                  <a:lnTo>
                    <a:pt x="8031630" y="2281391"/>
                  </a:lnTo>
                  <a:lnTo>
                    <a:pt x="8023842" y="2280923"/>
                  </a:lnTo>
                  <a:lnTo>
                    <a:pt x="8004330" y="2279630"/>
                  </a:lnTo>
                  <a:lnTo>
                    <a:pt x="7969748" y="2277089"/>
                  </a:lnTo>
                  <a:lnTo>
                    <a:pt x="7918825" y="2272922"/>
                  </a:lnTo>
                  <a:lnTo>
                    <a:pt x="7852437" y="2266839"/>
                  </a:lnTo>
                  <a:lnTo>
                    <a:pt x="7773300" y="2258666"/>
                  </a:lnTo>
                  <a:lnTo>
                    <a:pt x="7685299" y="2248339"/>
                  </a:lnTo>
                  <a:lnTo>
                    <a:pt x="7592678" y="2235875"/>
                  </a:lnTo>
                  <a:lnTo>
                    <a:pt x="7499329" y="2221324"/>
                  </a:lnTo>
                  <a:lnTo>
                    <a:pt x="7408342" y="2204721"/>
                  </a:lnTo>
                  <a:lnTo>
                    <a:pt x="7321830" y="2186048"/>
                  </a:lnTo>
                  <a:lnTo>
                    <a:pt x="7240983" y="2165212"/>
                  </a:lnTo>
                  <a:lnTo>
                    <a:pt x="7166228" y="2142037"/>
                  </a:lnTo>
                  <a:lnTo>
                    <a:pt x="7097433" y="2116253"/>
                  </a:lnTo>
                  <a:lnTo>
                    <a:pt x="7034088" y="2087514"/>
                  </a:lnTo>
                  <a:lnTo>
                    <a:pt x="6975456" y="2055400"/>
                  </a:lnTo>
                  <a:lnTo>
                    <a:pt x="6920688" y="2019452"/>
                  </a:lnTo>
                  <a:lnTo>
                    <a:pt x="6868899" y="1979210"/>
                  </a:lnTo>
                  <a:lnTo>
                    <a:pt x="6819250" y="1934304"/>
                  </a:lnTo>
                  <a:lnTo>
                    <a:pt x="6786527" y="1901214"/>
                  </a:lnTo>
                  <a:lnTo>
                    <a:pt x="6746208" y="1856715"/>
                  </a:lnTo>
                  <a:lnTo>
                    <a:pt x="6706274" y="1808697"/>
                  </a:lnTo>
                  <a:lnTo>
                    <a:pt x="6666452" y="1757090"/>
                  </a:lnTo>
                  <a:lnTo>
                    <a:pt x="6626533" y="1701893"/>
                  </a:lnTo>
                  <a:lnTo>
                    <a:pt x="6586366" y="1643178"/>
                  </a:lnTo>
                  <a:lnTo>
                    <a:pt x="6545849" y="1581101"/>
                  </a:lnTo>
                  <a:lnTo>
                    <a:pt x="6504929" y="1515904"/>
                  </a:lnTo>
                  <a:lnTo>
                    <a:pt x="6463596" y="1447914"/>
                  </a:lnTo>
                  <a:lnTo>
                    <a:pt x="6421875" y="1377542"/>
                  </a:lnTo>
                  <a:lnTo>
                    <a:pt x="6379827" y="1305273"/>
                  </a:lnTo>
                  <a:lnTo>
                    <a:pt x="6337536" y="1231654"/>
                  </a:lnTo>
                  <a:lnTo>
                    <a:pt x="6295106" y="1157277"/>
                  </a:lnTo>
                  <a:lnTo>
                    <a:pt x="6252650" y="1082761"/>
                  </a:lnTo>
                  <a:lnTo>
                    <a:pt x="6210283" y="1008730"/>
                  </a:lnTo>
                  <a:lnTo>
                    <a:pt x="6168116" y="935791"/>
                  </a:lnTo>
                  <a:lnTo>
                    <a:pt x="6126241" y="864513"/>
                  </a:lnTo>
                  <a:lnTo>
                    <a:pt x="6084730" y="795410"/>
                  </a:lnTo>
                  <a:lnTo>
                    <a:pt x="6043626" y="728928"/>
                  </a:lnTo>
                  <a:lnTo>
                    <a:pt x="6002934" y="665431"/>
                  </a:lnTo>
                  <a:lnTo>
                    <a:pt x="5962621" y="605200"/>
                  </a:lnTo>
                  <a:lnTo>
                    <a:pt x="5922607" y="548427"/>
                  </a:lnTo>
                  <a:lnTo>
                    <a:pt x="5882765" y="495223"/>
                  </a:lnTo>
                  <a:lnTo>
                    <a:pt x="5842910" y="445617"/>
                  </a:lnTo>
                  <a:lnTo>
                    <a:pt x="5802800" y="399568"/>
                  </a:lnTo>
                  <a:lnTo>
                    <a:pt x="5784835" y="380242"/>
                  </a:lnTo>
                  <a:lnTo>
                    <a:pt x="5736211" y="332075"/>
                  </a:lnTo>
                  <a:lnTo>
                    <a:pt x="5685955" y="288711"/>
                  </a:lnTo>
                  <a:lnTo>
                    <a:pt x="5633297" y="249907"/>
                  </a:lnTo>
                  <a:lnTo>
                    <a:pt x="5577373" y="215253"/>
                  </a:lnTo>
                  <a:lnTo>
                    <a:pt x="5517304" y="184282"/>
                  </a:lnTo>
                  <a:lnTo>
                    <a:pt x="5452265" y="156543"/>
                  </a:lnTo>
                  <a:lnTo>
                    <a:pt x="5381580" y="131639"/>
                  </a:lnTo>
                  <a:lnTo>
                    <a:pt x="5304843" y="109247"/>
                  </a:lnTo>
                  <a:lnTo>
                    <a:pt x="5222080" y="89127"/>
                  </a:lnTo>
                  <a:lnTo>
                    <a:pt x="5133946" y="71131"/>
                  </a:lnTo>
                  <a:lnTo>
                    <a:pt x="5041914" y="55191"/>
                  </a:lnTo>
                  <a:lnTo>
                    <a:pt x="4948418" y="41311"/>
                  </a:lnTo>
                  <a:lnTo>
                    <a:pt x="4856839" y="29535"/>
                  </a:lnTo>
                  <a:lnTo>
                    <a:pt x="4771246" y="19907"/>
                  </a:lnTo>
                  <a:lnTo>
                    <a:pt x="4695855" y="12423"/>
                  </a:lnTo>
                  <a:lnTo>
                    <a:pt x="4634259" y="6986"/>
                  </a:lnTo>
                  <a:lnTo>
                    <a:pt x="4588636" y="3382"/>
                  </a:lnTo>
                  <a:lnTo>
                    <a:pt x="4559181" y="1290"/>
                  </a:lnTo>
                  <a:lnTo>
                    <a:pt x="4543927" y="312"/>
                  </a:lnTo>
                  <a:lnTo>
                    <a:pt x="4538917" y="20"/>
                  </a:lnTo>
                  <a:lnTo>
                    <a:pt x="4538543" y="0"/>
                  </a:lnTo>
                  <a:lnTo>
                    <a:pt x="4016409" y="0"/>
                  </a:lnTo>
                  <a:lnTo>
                    <a:pt x="4015191" y="53"/>
                  </a:lnTo>
                  <a:lnTo>
                    <a:pt x="4007219" y="431"/>
                  </a:lnTo>
                  <a:lnTo>
                    <a:pt x="3987261" y="1478"/>
                  </a:lnTo>
                  <a:lnTo>
                    <a:pt x="3951931" y="3534"/>
                  </a:lnTo>
                  <a:lnTo>
                    <a:pt x="3899989" y="6904"/>
                  </a:lnTo>
                  <a:lnTo>
                    <a:pt x="3832412" y="11819"/>
                  </a:lnTo>
                  <a:lnTo>
                    <a:pt x="3752049" y="18416"/>
                  </a:lnTo>
                  <a:lnTo>
                    <a:pt x="3662923" y="26742"/>
                  </a:lnTo>
                  <a:lnTo>
                    <a:pt x="3569376" y="36781"/>
                  </a:lnTo>
                  <a:lnTo>
                    <a:pt x="3475352" y="48492"/>
                  </a:lnTo>
                  <a:lnTo>
                    <a:pt x="3383940" y="61850"/>
                  </a:lnTo>
                  <a:lnTo>
                    <a:pt x="3297220" y="76873"/>
                  </a:lnTo>
                  <a:lnTo>
                    <a:pt x="3216331" y="93642"/>
                  </a:lnTo>
                  <a:lnTo>
                    <a:pt x="3141644" y="112309"/>
                  </a:lnTo>
                  <a:lnTo>
                    <a:pt x="3072970" y="133097"/>
                  </a:lnTo>
                  <a:lnTo>
                    <a:pt x="3009753" y="156297"/>
                  </a:lnTo>
                  <a:lnTo>
                    <a:pt x="2951219" y="182252"/>
                  </a:lnTo>
                  <a:lnTo>
                    <a:pt x="2896486" y="211338"/>
                  </a:lnTo>
                  <a:lnTo>
                    <a:pt x="2844652" y="243918"/>
                  </a:lnTo>
                  <a:lnTo>
                    <a:pt x="2794868" y="280277"/>
                  </a:lnTo>
                  <a:lnTo>
                    <a:pt x="2770117" y="300241"/>
                  </a:lnTo>
                  <a:lnTo>
                    <a:pt x="2726628" y="338276"/>
                  </a:lnTo>
                  <a:lnTo>
                    <a:pt x="2683560" y="379553"/>
                  </a:lnTo>
                  <a:lnTo>
                    <a:pt x="2640581" y="424133"/>
                  </a:lnTo>
                  <a:lnTo>
                    <a:pt x="2597441" y="472005"/>
                  </a:lnTo>
                  <a:lnTo>
                    <a:pt x="2553969" y="523074"/>
                  </a:lnTo>
                  <a:lnTo>
                    <a:pt x="2510061" y="577154"/>
                  </a:lnTo>
                  <a:lnTo>
                    <a:pt x="2465672" y="633969"/>
                  </a:lnTo>
                  <a:lnTo>
                    <a:pt x="2420814" y="693151"/>
                  </a:lnTo>
                  <a:lnTo>
                    <a:pt x="2375546" y="754248"/>
                  </a:lnTo>
                  <a:lnTo>
                    <a:pt x="2329965" y="816735"/>
                  </a:lnTo>
                  <a:lnTo>
                    <a:pt x="2284194" y="880035"/>
                  </a:lnTo>
                  <a:lnTo>
                    <a:pt x="2238376" y="943537"/>
                  </a:lnTo>
                  <a:lnTo>
                    <a:pt x="2192656" y="1006622"/>
                  </a:lnTo>
                  <a:lnTo>
                    <a:pt x="2147171" y="1068688"/>
                  </a:lnTo>
                  <a:lnTo>
                    <a:pt x="2102036" y="1129173"/>
                  </a:lnTo>
                  <a:lnTo>
                    <a:pt x="2057338" y="1187577"/>
                  </a:lnTo>
                  <a:lnTo>
                    <a:pt x="2013118" y="1243476"/>
                  </a:lnTo>
                  <a:lnTo>
                    <a:pt x="1969369" y="1296533"/>
                  </a:lnTo>
                  <a:lnTo>
                    <a:pt x="1926029" y="1346503"/>
                  </a:lnTo>
                  <a:lnTo>
                    <a:pt x="1882968" y="1393234"/>
                  </a:lnTo>
                  <a:lnTo>
                    <a:pt x="1839991" y="1436660"/>
                  </a:lnTo>
                  <a:lnTo>
                    <a:pt x="1796818" y="1476796"/>
                  </a:lnTo>
                  <a:lnTo>
                    <a:pt x="1768425" y="1501206"/>
                  </a:lnTo>
                  <a:lnTo>
                    <a:pt x="1719398" y="1539535"/>
                  </a:lnTo>
                  <a:lnTo>
                    <a:pt x="1668706" y="1574009"/>
                  </a:lnTo>
                  <a:lnTo>
                    <a:pt x="1615557" y="1604828"/>
                  </a:lnTo>
                  <a:lnTo>
                    <a:pt x="1559068" y="1632326"/>
                  </a:lnTo>
                  <a:lnTo>
                    <a:pt x="1498336" y="1656881"/>
                  </a:lnTo>
                  <a:lnTo>
                    <a:pt x="1432522" y="1678855"/>
                  </a:lnTo>
                  <a:lnTo>
                    <a:pt x="1360941" y="1698568"/>
                  </a:lnTo>
                  <a:lnTo>
                    <a:pt x="1283197" y="1716278"/>
                  </a:lnTo>
                  <a:lnTo>
                    <a:pt x="1199352" y="1732174"/>
                  </a:lnTo>
                  <a:lnTo>
                    <a:pt x="1110127" y="1746372"/>
                  </a:lnTo>
                  <a:lnTo>
                    <a:pt x="1017106" y="1758921"/>
                  </a:lnTo>
                  <a:lnTo>
                    <a:pt x="922871" y="1769814"/>
                  </a:lnTo>
                  <a:lnTo>
                    <a:pt x="830967" y="1779015"/>
                  </a:lnTo>
                  <a:lnTo>
                    <a:pt x="745608" y="1786490"/>
                  </a:lnTo>
                  <a:lnTo>
                    <a:pt x="671084" y="1792249"/>
                  </a:lnTo>
                  <a:lnTo>
                    <a:pt x="610943" y="1796381"/>
                  </a:lnTo>
                  <a:lnTo>
                    <a:pt x="567184" y="1799071"/>
                  </a:lnTo>
                  <a:lnTo>
                    <a:pt x="539708" y="1800589"/>
                  </a:lnTo>
                  <a:lnTo>
                    <a:pt x="526190" y="1801264"/>
                  </a:lnTo>
                  <a:lnTo>
                    <a:pt x="522297" y="1801440"/>
                  </a:lnTo>
                  <a:lnTo>
                    <a:pt x="522133" y="1801447"/>
                  </a:lnTo>
                  <a:lnTo>
                    <a:pt x="0" y="1801447"/>
                  </a:lnTo>
                  <a:close/>
                </a:path>
              </a:pathLst>
            </a:custGeom>
            <a:solidFill>
              <a:srgbClr val="F28E5B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996" name="pl996"/>
            <p:cNvSpPr/>
            <p:nvPr/>
          </p:nvSpPr>
          <p:spPr>
            <a:xfrm>
              <a:off x="386606" y="1744615"/>
              <a:ext cx="8554953" cy="2281457"/>
            </a:xfrm>
            <a:custGeom>
              <a:avLst/>
              <a:pathLst>
                <a:path w="8554953" h="2281457">
                  <a:moveTo>
                    <a:pt x="0" y="1801447"/>
                  </a:moveTo>
                  <a:lnTo>
                    <a:pt x="522133" y="1801447"/>
                  </a:lnTo>
                  <a:lnTo>
                    <a:pt x="523351" y="1801394"/>
                  </a:lnTo>
                  <a:lnTo>
                    <a:pt x="531323" y="1801016"/>
                  </a:lnTo>
                  <a:lnTo>
                    <a:pt x="551281" y="1799969"/>
                  </a:lnTo>
                  <a:lnTo>
                    <a:pt x="586611" y="1797913"/>
                  </a:lnTo>
                  <a:lnTo>
                    <a:pt x="638553" y="1794543"/>
                  </a:lnTo>
                  <a:lnTo>
                    <a:pt x="706130" y="1789627"/>
                  </a:lnTo>
                  <a:lnTo>
                    <a:pt x="786493" y="1783030"/>
                  </a:lnTo>
                  <a:lnTo>
                    <a:pt x="875619" y="1774704"/>
                  </a:lnTo>
                  <a:lnTo>
                    <a:pt x="969166" y="1764666"/>
                  </a:lnTo>
                  <a:lnTo>
                    <a:pt x="1063190" y="1752955"/>
                  </a:lnTo>
                  <a:lnTo>
                    <a:pt x="1154602" y="1739597"/>
                  </a:lnTo>
                  <a:lnTo>
                    <a:pt x="1241322" y="1724574"/>
                  </a:lnTo>
                  <a:lnTo>
                    <a:pt x="1322211" y="1707805"/>
                  </a:lnTo>
                  <a:lnTo>
                    <a:pt x="1396899" y="1689138"/>
                  </a:lnTo>
                  <a:lnTo>
                    <a:pt x="1465573" y="1668349"/>
                  </a:lnTo>
                  <a:lnTo>
                    <a:pt x="1528789" y="1645149"/>
                  </a:lnTo>
                  <a:lnTo>
                    <a:pt x="1587324" y="1619194"/>
                  </a:lnTo>
                  <a:lnTo>
                    <a:pt x="1642057" y="1590109"/>
                  </a:lnTo>
                  <a:lnTo>
                    <a:pt x="1693891" y="1557528"/>
                  </a:lnTo>
                  <a:lnTo>
                    <a:pt x="1743674" y="1521170"/>
                  </a:lnTo>
                  <a:lnTo>
                    <a:pt x="1768425" y="1501206"/>
                  </a:lnTo>
                  <a:lnTo>
                    <a:pt x="1811915" y="1463171"/>
                  </a:lnTo>
                  <a:lnTo>
                    <a:pt x="1854982" y="1421894"/>
                  </a:lnTo>
                  <a:lnTo>
                    <a:pt x="1897962" y="1377313"/>
                  </a:lnTo>
                  <a:lnTo>
                    <a:pt x="1941101" y="1329441"/>
                  </a:lnTo>
                  <a:lnTo>
                    <a:pt x="1984573" y="1278373"/>
                  </a:lnTo>
                  <a:lnTo>
                    <a:pt x="2028481" y="1224293"/>
                  </a:lnTo>
                  <a:lnTo>
                    <a:pt x="2072870" y="1167477"/>
                  </a:lnTo>
                  <a:lnTo>
                    <a:pt x="2117728" y="1108295"/>
                  </a:lnTo>
                  <a:lnTo>
                    <a:pt x="2162996" y="1047199"/>
                  </a:lnTo>
                  <a:lnTo>
                    <a:pt x="2208578" y="984711"/>
                  </a:lnTo>
                  <a:lnTo>
                    <a:pt x="2254348" y="921411"/>
                  </a:lnTo>
                  <a:lnTo>
                    <a:pt x="2300166" y="857909"/>
                  </a:lnTo>
                  <a:lnTo>
                    <a:pt x="2345886" y="794825"/>
                  </a:lnTo>
                  <a:lnTo>
                    <a:pt x="2391372" y="732759"/>
                  </a:lnTo>
                  <a:lnTo>
                    <a:pt x="2436506" y="672274"/>
                  </a:lnTo>
                  <a:lnTo>
                    <a:pt x="2481204" y="613869"/>
                  </a:lnTo>
                  <a:lnTo>
                    <a:pt x="2525424" y="557971"/>
                  </a:lnTo>
                  <a:lnTo>
                    <a:pt x="2569173" y="504914"/>
                  </a:lnTo>
                  <a:lnTo>
                    <a:pt x="2612513" y="454944"/>
                  </a:lnTo>
                  <a:lnTo>
                    <a:pt x="2655574" y="408213"/>
                  </a:lnTo>
                  <a:lnTo>
                    <a:pt x="2698552" y="364787"/>
                  </a:lnTo>
                  <a:lnTo>
                    <a:pt x="2741724" y="324651"/>
                  </a:lnTo>
                  <a:lnTo>
                    <a:pt x="2770117" y="300241"/>
                  </a:lnTo>
                  <a:lnTo>
                    <a:pt x="2819144" y="261912"/>
                  </a:lnTo>
                  <a:lnTo>
                    <a:pt x="2869837" y="227437"/>
                  </a:lnTo>
                  <a:lnTo>
                    <a:pt x="2922985" y="196618"/>
                  </a:lnTo>
                  <a:lnTo>
                    <a:pt x="2979474" y="169120"/>
                  </a:lnTo>
                  <a:lnTo>
                    <a:pt x="3040206" y="144566"/>
                  </a:lnTo>
                  <a:lnTo>
                    <a:pt x="3106020" y="122592"/>
                  </a:lnTo>
                  <a:lnTo>
                    <a:pt x="3177601" y="102879"/>
                  </a:lnTo>
                  <a:lnTo>
                    <a:pt x="3255345" y="85169"/>
                  </a:lnTo>
                  <a:lnTo>
                    <a:pt x="3339191" y="69273"/>
                  </a:lnTo>
                  <a:lnTo>
                    <a:pt x="3428415" y="55075"/>
                  </a:lnTo>
                  <a:lnTo>
                    <a:pt x="3521436" y="42526"/>
                  </a:lnTo>
                  <a:lnTo>
                    <a:pt x="3615671" y="31632"/>
                  </a:lnTo>
                  <a:lnTo>
                    <a:pt x="3707575" y="22431"/>
                  </a:lnTo>
                  <a:lnTo>
                    <a:pt x="3792934" y="14957"/>
                  </a:lnTo>
                  <a:lnTo>
                    <a:pt x="3867458" y="9198"/>
                  </a:lnTo>
                  <a:lnTo>
                    <a:pt x="3927599" y="5066"/>
                  </a:lnTo>
                  <a:lnTo>
                    <a:pt x="3971358" y="2376"/>
                  </a:lnTo>
                  <a:lnTo>
                    <a:pt x="3998834" y="858"/>
                  </a:lnTo>
                  <a:lnTo>
                    <a:pt x="4012352" y="183"/>
                  </a:lnTo>
                  <a:lnTo>
                    <a:pt x="4016245" y="6"/>
                  </a:lnTo>
                  <a:lnTo>
                    <a:pt x="4016409" y="0"/>
                  </a:lnTo>
                  <a:lnTo>
                    <a:pt x="4538543" y="0"/>
                  </a:lnTo>
                  <a:lnTo>
                    <a:pt x="4539732" y="65"/>
                  </a:lnTo>
                  <a:lnTo>
                    <a:pt x="4547520" y="533"/>
                  </a:lnTo>
                  <a:lnTo>
                    <a:pt x="4567032" y="1826"/>
                  </a:lnTo>
                  <a:lnTo>
                    <a:pt x="4601614" y="4367"/>
                  </a:lnTo>
                  <a:lnTo>
                    <a:pt x="4652537" y="8534"/>
                  </a:lnTo>
                  <a:lnTo>
                    <a:pt x="4718925" y="14617"/>
                  </a:lnTo>
                  <a:lnTo>
                    <a:pt x="4798062" y="22790"/>
                  </a:lnTo>
                  <a:lnTo>
                    <a:pt x="4886063" y="33117"/>
                  </a:lnTo>
                  <a:lnTo>
                    <a:pt x="4978684" y="45581"/>
                  </a:lnTo>
                  <a:lnTo>
                    <a:pt x="5072033" y="60132"/>
                  </a:lnTo>
                  <a:lnTo>
                    <a:pt x="5163020" y="76735"/>
                  </a:lnTo>
                  <a:lnTo>
                    <a:pt x="5249532" y="95408"/>
                  </a:lnTo>
                  <a:lnTo>
                    <a:pt x="5330379" y="116244"/>
                  </a:lnTo>
                  <a:lnTo>
                    <a:pt x="5405134" y="139420"/>
                  </a:lnTo>
                  <a:lnTo>
                    <a:pt x="5473929" y="165203"/>
                  </a:lnTo>
                  <a:lnTo>
                    <a:pt x="5537274" y="193942"/>
                  </a:lnTo>
                  <a:lnTo>
                    <a:pt x="5595906" y="226056"/>
                  </a:lnTo>
                  <a:lnTo>
                    <a:pt x="5650674" y="262004"/>
                  </a:lnTo>
                  <a:lnTo>
                    <a:pt x="5702463" y="302246"/>
                  </a:lnTo>
                  <a:lnTo>
                    <a:pt x="5752112" y="347152"/>
                  </a:lnTo>
                  <a:lnTo>
                    <a:pt x="5784835" y="380242"/>
                  </a:lnTo>
                  <a:lnTo>
                    <a:pt x="5825154" y="424742"/>
                  </a:lnTo>
                  <a:lnTo>
                    <a:pt x="5865088" y="472759"/>
                  </a:lnTo>
                  <a:lnTo>
                    <a:pt x="5904910" y="524366"/>
                  </a:lnTo>
                  <a:lnTo>
                    <a:pt x="5944828" y="579563"/>
                  </a:lnTo>
                  <a:lnTo>
                    <a:pt x="5984996" y="638278"/>
                  </a:lnTo>
                  <a:lnTo>
                    <a:pt x="6025513" y="700355"/>
                  </a:lnTo>
                  <a:lnTo>
                    <a:pt x="6066433" y="765552"/>
                  </a:lnTo>
                  <a:lnTo>
                    <a:pt x="6107766" y="833542"/>
                  </a:lnTo>
                  <a:lnTo>
                    <a:pt x="6149487" y="903914"/>
                  </a:lnTo>
                  <a:lnTo>
                    <a:pt x="6191535" y="976183"/>
                  </a:lnTo>
                  <a:lnTo>
                    <a:pt x="6233825" y="1049802"/>
                  </a:lnTo>
                  <a:lnTo>
                    <a:pt x="6276256" y="1124179"/>
                  </a:lnTo>
                  <a:lnTo>
                    <a:pt x="6318712" y="1198695"/>
                  </a:lnTo>
                  <a:lnTo>
                    <a:pt x="6361079" y="1272726"/>
                  </a:lnTo>
                  <a:lnTo>
                    <a:pt x="6403246" y="1345665"/>
                  </a:lnTo>
                  <a:lnTo>
                    <a:pt x="6445121" y="1416943"/>
                  </a:lnTo>
                  <a:lnTo>
                    <a:pt x="6486631" y="1486046"/>
                  </a:lnTo>
                  <a:lnTo>
                    <a:pt x="6527736" y="1552528"/>
                  </a:lnTo>
                  <a:lnTo>
                    <a:pt x="6568428" y="1616025"/>
                  </a:lnTo>
                  <a:lnTo>
                    <a:pt x="6608741" y="1676256"/>
                  </a:lnTo>
                  <a:lnTo>
                    <a:pt x="6648755" y="1733029"/>
                  </a:lnTo>
                  <a:lnTo>
                    <a:pt x="6688597" y="1786233"/>
                  </a:lnTo>
                  <a:lnTo>
                    <a:pt x="6728452" y="1835840"/>
                  </a:lnTo>
                  <a:lnTo>
                    <a:pt x="6768562" y="1881888"/>
                  </a:lnTo>
                  <a:lnTo>
                    <a:pt x="6786527" y="1901214"/>
                  </a:lnTo>
                  <a:lnTo>
                    <a:pt x="6835151" y="1949381"/>
                  </a:lnTo>
                  <a:lnTo>
                    <a:pt x="6885407" y="1992746"/>
                  </a:lnTo>
                  <a:lnTo>
                    <a:pt x="6938065" y="2031549"/>
                  </a:lnTo>
                  <a:lnTo>
                    <a:pt x="6993989" y="2066203"/>
                  </a:lnTo>
                  <a:lnTo>
                    <a:pt x="7054058" y="2097175"/>
                  </a:lnTo>
                  <a:lnTo>
                    <a:pt x="7119097" y="2124913"/>
                  </a:lnTo>
                  <a:lnTo>
                    <a:pt x="7189782" y="2149817"/>
                  </a:lnTo>
                  <a:lnTo>
                    <a:pt x="7266519" y="2172209"/>
                  </a:lnTo>
                  <a:lnTo>
                    <a:pt x="7349282" y="2192329"/>
                  </a:lnTo>
                  <a:lnTo>
                    <a:pt x="7437416" y="2210325"/>
                  </a:lnTo>
                  <a:lnTo>
                    <a:pt x="7529448" y="2226265"/>
                  </a:lnTo>
                  <a:lnTo>
                    <a:pt x="7622944" y="2240145"/>
                  </a:lnTo>
                  <a:lnTo>
                    <a:pt x="7714523" y="2251921"/>
                  </a:lnTo>
                  <a:lnTo>
                    <a:pt x="7800116" y="2261549"/>
                  </a:lnTo>
                  <a:lnTo>
                    <a:pt x="7875507" y="2269033"/>
                  </a:lnTo>
                  <a:lnTo>
                    <a:pt x="7937103" y="2274470"/>
                  </a:lnTo>
                  <a:lnTo>
                    <a:pt x="7982726" y="2278074"/>
                  </a:lnTo>
                  <a:lnTo>
                    <a:pt x="8012181" y="2280166"/>
                  </a:lnTo>
                  <a:lnTo>
                    <a:pt x="8027435" y="2281145"/>
                  </a:lnTo>
                  <a:lnTo>
                    <a:pt x="8032445" y="2281436"/>
                  </a:lnTo>
                  <a:lnTo>
                    <a:pt x="8032819" y="2281457"/>
                  </a:lnTo>
                  <a:lnTo>
                    <a:pt x="8554953" y="2281457"/>
                  </a:lnTo>
                  <a:lnTo>
                    <a:pt x="8554953" y="2281457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997" name="pl997"/>
            <p:cNvSpPr/>
            <p:nvPr/>
          </p:nvSpPr>
          <p:spPr>
            <a:xfrm>
              <a:off x="386606" y="1733320"/>
              <a:ext cx="8554953" cy="2281457"/>
            </a:xfrm>
            <a:custGeom>
              <a:avLst/>
              <a:pathLst>
                <a:path w="8554953" h="2281457">
                  <a:moveTo>
                    <a:pt x="8554953" y="2281457"/>
                  </a:moveTo>
                  <a:lnTo>
                    <a:pt x="8032819" y="2281457"/>
                  </a:lnTo>
                  <a:lnTo>
                    <a:pt x="8031630" y="2281391"/>
                  </a:lnTo>
                  <a:lnTo>
                    <a:pt x="8023842" y="2280923"/>
                  </a:lnTo>
                  <a:lnTo>
                    <a:pt x="8004330" y="2279630"/>
                  </a:lnTo>
                  <a:lnTo>
                    <a:pt x="7969748" y="2277089"/>
                  </a:lnTo>
                  <a:lnTo>
                    <a:pt x="7918825" y="2272922"/>
                  </a:lnTo>
                  <a:lnTo>
                    <a:pt x="7852437" y="2266839"/>
                  </a:lnTo>
                  <a:lnTo>
                    <a:pt x="7773300" y="2258666"/>
                  </a:lnTo>
                  <a:lnTo>
                    <a:pt x="7685299" y="2248339"/>
                  </a:lnTo>
                  <a:lnTo>
                    <a:pt x="7592678" y="2235875"/>
                  </a:lnTo>
                  <a:lnTo>
                    <a:pt x="7499329" y="2221324"/>
                  </a:lnTo>
                  <a:lnTo>
                    <a:pt x="7408342" y="2204721"/>
                  </a:lnTo>
                  <a:lnTo>
                    <a:pt x="7321830" y="2186048"/>
                  </a:lnTo>
                  <a:lnTo>
                    <a:pt x="7240983" y="2165212"/>
                  </a:lnTo>
                  <a:lnTo>
                    <a:pt x="7166228" y="2142037"/>
                  </a:lnTo>
                  <a:lnTo>
                    <a:pt x="7097433" y="2116253"/>
                  </a:lnTo>
                  <a:lnTo>
                    <a:pt x="7034088" y="2087514"/>
                  </a:lnTo>
                  <a:lnTo>
                    <a:pt x="6975456" y="2055400"/>
                  </a:lnTo>
                  <a:lnTo>
                    <a:pt x="6920688" y="2019452"/>
                  </a:lnTo>
                  <a:lnTo>
                    <a:pt x="6868899" y="1979210"/>
                  </a:lnTo>
                  <a:lnTo>
                    <a:pt x="6819250" y="1934304"/>
                  </a:lnTo>
                  <a:lnTo>
                    <a:pt x="6786527" y="1901214"/>
                  </a:lnTo>
                  <a:lnTo>
                    <a:pt x="6746208" y="1856715"/>
                  </a:lnTo>
                  <a:lnTo>
                    <a:pt x="6706274" y="1808697"/>
                  </a:lnTo>
                  <a:lnTo>
                    <a:pt x="6666452" y="1757090"/>
                  </a:lnTo>
                  <a:lnTo>
                    <a:pt x="6626533" y="1701893"/>
                  </a:lnTo>
                  <a:lnTo>
                    <a:pt x="6586366" y="1643178"/>
                  </a:lnTo>
                  <a:lnTo>
                    <a:pt x="6545849" y="1581101"/>
                  </a:lnTo>
                  <a:lnTo>
                    <a:pt x="6504929" y="1515904"/>
                  </a:lnTo>
                  <a:lnTo>
                    <a:pt x="6463596" y="1447914"/>
                  </a:lnTo>
                  <a:lnTo>
                    <a:pt x="6421875" y="1377542"/>
                  </a:lnTo>
                  <a:lnTo>
                    <a:pt x="6379827" y="1305273"/>
                  </a:lnTo>
                  <a:lnTo>
                    <a:pt x="6337536" y="1231654"/>
                  </a:lnTo>
                  <a:lnTo>
                    <a:pt x="6295106" y="1157277"/>
                  </a:lnTo>
                  <a:lnTo>
                    <a:pt x="6252650" y="1082761"/>
                  </a:lnTo>
                  <a:lnTo>
                    <a:pt x="6210283" y="1008730"/>
                  </a:lnTo>
                  <a:lnTo>
                    <a:pt x="6168116" y="935791"/>
                  </a:lnTo>
                  <a:lnTo>
                    <a:pt x="6126241" y="864513"/>
                  </a:lnTo>
                  <a:lnTo>
                    <a:pt x="6084730" y="795410"/>
                  </a:lnTo>
                  <a:lnTo>
                    <a:pt x="6043626" y="728928"/>
                  </a:lnTo>
                  <a:lnTo>
                    <a:pt x="6002934" y="665431"/>
                  </a:lnTo>
                  <a:lnTo>
                    <a:pt x="5962621" y="605200"/>
                  </a:lnTo>
                  <a:lnTo>
                    <a:pt x="5922607" y="548427"/>
                  </a:lnTo>
                  <a:lnTo>
                    <a:pt x="5882765" y="495223"/>
                  </a:lnTo>
                  <a:lnTo>
                    <a:pt x="5842910" y="445617"/>
                  </a:lnTo>
                  <a:lnTo>
                    <a:pt x="5802800" y="399568"/>
                  </a:lnTo>
                  <a:lnTo>
                    <a:pt x="5784835" y="380242"/>
                  </a:lnTo>
                  <a:lnTo>
                    <a:pt x="5736211" y="332075"/>
                  </a:lnTo>
                  <a:lnTo>
                    <a:pt x="5685955" y="288711"/>
                  </a:lnTo>
                  <a:lnTo>
                    <a:pt x="5633297" y="249907"/>
                  </a:lnTo>
                  <a:lnTo>
                    <a:pt x="5577373" y="215253"/>
                  </a:lnTo>
                  <a:lnTo>
                    <a:pt x="5517304" y="184282"/>
                  </a:lnTo>
                  <a:lnTo>
                    <a:pt x="5452265" y="156543"/>
                  </a:lnTo>
                  <a:lnTo>
                    <a:pt x="5381580" y="131639"/>
                  </a:lnTo>
                  <a:lnTo>
                    <a:pt x="5304843" y="109247"/>
                  </a:lnTo>
                  <a:lnTo>
                    <a:pt x="5222080" y="89127"/>
                  </a:lnTo>
                  <a:lnTo>
                    <a:pt x="5133946" y="71131"/>
                  </a:lnTo>
                  <a:lnTo>
                    <a:pt x="5041914" y="55191"/>
                  </a:lnTo>
                  <a:lnTo>
                    <a:pt x="4948418" y="41311"/>
                  </a:lnTo>
                  <a:lnTo>
                    <a:pt x="4856839" y="29535"/>
                  </a:lnTo>
                  <a:lnTo>
                    <a:pt x="4771246" y="19907"/>
                  </a:lnTo>
                  <a:lnTo>
                    <a:pt x="4695855" y="12423"/>
                  </a:lnTo>
                  <a:lnTo>
                    <a:pt x="4634259" y="6986"/>
                  </a:lnTo>
                  <a:lnTo>
                    <a:pt x="4588636" y="3382"/>
                  </a:lnTo>
                  <a:lnTo>
                    <a:pt x="4559181" y="1290"/>
                  </a:lnTo>
                  <a:lnTo>
                    <a:pt x="4543927" y="312"/>
                  </a:lnTo>
                  <a:lnTo>
                    <a:pt x="4538917" y="20"/>
                  </a:lnTo>
                  <a:lnTo>
                    <a:pt x="4538543" y="0"/>
                  </a:lnTo>
                  <a:lnTo>
                    <a:pt x="4016409" y="0"/>
                  </a:lnTo>
                  <a:lnTo>
                    <a:pt x="4015191" y="53"/>
                  </a:lnTo>
                  <a:lnTo>
                    <a:pt x="4007219" y="431"/>
                  </a:lnTo>
                  <a:lnTo>
                    <a:pt x="3987261" y="1478"/>
                  </a:lnTo>
                  <a:lnTo>
                    <a:pt x="3951931" y="3534"/>
                  </a:lnTo>
                  <a:lnTo>
                    <a:pt x="3899989" y="6904"/>
                  </a:lnTo>
                  <a:lnTo>
                    <a:pt x="3832412" y="11819"/>
                  </a:lnTo>
                  <a:lnTo>
                    <a:pt x="3752049" y="18416"/>
                  </a:lnTo>
                  <a:lnTo>
                    <a:pt x="3662923" y="26742"/>
                  </a:lnTo>
                  <a:lnTo>
                    <a:pt x="3569376" y="36781"/>
                  </a:lnTo>
                  <a:lnTo>
                    <a:pt x="3475352" y="48492"/>
                  </a:lnTo>
                  <a:lnTo>
                    <a:pt x="3383940" y="61850"/>
                  </a:lnTo>
                  <a:lnTo>
                    <a:pt x="3297220" y="76873"/>
                  </a:lnTo>
                  <a:lnTo>
                    <a:pt x="3216331" y="93642"/>
                  </a:lnTo>
                  <a:lnTo>
                    <a:pt x="3141644" y="112309"/>
                  </a:lnTo>
                  <a:lnTo>
                    <a:pt x="3072970" y="133097"/>
                  </a:lnTo>
                  <a:lnTo>
                    <a:pt x="3009753" y="156297"/>
                  </a:lnTo>
                  <a:lnTo>
                    <a:pt x="2951219" y="182252"/>
                  </a:lnTo>
                  <a:lnTo>
                    <a:pt x="2896486" y="211338"/>
                  </a:lnTo>
                  <a:lnTo>
                    <a:pt x="2844652" y="243918"/>
                  </a:lnTo>
                  <a:lnTo>
                    <a:pt x="2794868" y="280277"/>
                  </a:lnTo>
                  <a:lnTo>
                    <a:pt x="2770117" y="300241"/>
                  </a:lnTo>
                  <a:lnTo>
                    <a:pt x="2726628" y="338276"/>
                  </a:lnTo>
                  <a:lnTo>
                    <a:pt x="2683560" y="379553"/>
                  </a:lnTo>
                  <a:lnTo>
                    <a:pt x="2640581" y="424133"/>
                  </a:lnTo>
                  <a:lnTo>
                    <a:pt x="2597441" y="472005"/>
                  </a:lnTo>
                  <a:lnTo>
                    <a:pt x="2553969" y="523074"/>
                  </a:lnTo>
                  <a:lnTo>
                    <a:pt x="2510061" y="577154"/>
                  </a:lnTo>
                  <a:lnTo>
                    <a:pt x="2465672" y="633969"/>
                  </a:lnTo>
                  <a:lnTo>
                    <a:pt x="2420814" y="693151"/>
                  </a:lnTo>
                  <a:lnTo>
                    <a:pt x="2375546" y="754248"/>
                  </a:lnTo>
                  <a:lnTo>
                    <a:pt x="2329965" y="816735"/>
                  </a:lnTo>
                  <a:lnTo>
                    <a:pt x="2284194" y="880035"/>
                  </a:lnTo>
                  <a:lnTo>
                    <a:pt x="2238376" y="943537"/>
                  </a:lnTo>
                  <a:lnTo>
                    <a:pt x="2192656" y="1006622"/>
                  </a:lnTo>
                  <a:lnTo>
                    <a:pt x="2147171" y="1068688"/>
                  </a:lnTo>
                  <a:lnTo>
                    <a:pt x="2102036" y="1129173"/>
                  </a:lnTo>
                  <a:lnTo>
                    <a:pt x="2057338" y="1187577"/>
                  </a:lnTo>
                  <a:lnTo>
                    <a:pt x="2013118" y="1243476"/>
                  </a:lnTo>
                  <a:lnTo>
                    <a:pt x="1969369" y="1296533"/>
                  </a:lnTo>
                  <a:lnTo>
                    <a:pt x="1926029" y="1346503"/>
                  </a:lnTo>
                  <a:lnTo>
                    <a:pt x="1882968" y="1393234"/>
                  </a:lnTo>
                  <a:lnTo>
                    <a:pt x="1839991" y="1436660"/>
                  </a:lnTo>
                  <a:lnTo>
                    <a:pt x="1796818" y="1476796"/>
                  </a:lnTo>
                  <a:lnTo>
                    <a:pt x="1768425" y="1501206"/>
                  </a:lnTo>
                  <a:lnTo>
                    <a:pt x="1719398" y="1539535"/>
                  </a:lnTo>
                  <a:lnTo>
                    <a:pt x="1668706" y="1574009"/>
                  </a:lnTo>
                  <a:lnTo>
                    <a:pt x="1615557" y="1604828"/>
                  </a:lnTo>
                  <a:lnTo>
                    <a:pt x="1559068" y="1632326"/>
                  </a:lnTo>
                  <a:lnTo>
                    <a:pt x="1498336" y="1656881"/>
                  </a:lnTo>
                  <a:lnTo>
                    <a:pt x="1432522" y="1678855"/>
                  </a:lnTo>
                  <a:lnTo>
                    <a:pt x="1360941" y="1698568"/>
                  </a:lnTo>
                  <a:lnTo>
                    <a:pt x="1283197" y="1716278"/>
                  </a:lnTo>
                  <a:lnTo>
                    <a:pt x="1199352" y="1732174"/>
                  </a:lnTo>
                  <a:lnTo>
                    <a:pt x="1110127" y="1746372"/>
                  </a:lnTo>
                  <a:lnTo>
                    <a:pt x="1017106" y="1758921"/>
                  </a:lnTo>
                  <a:lnTo>
                    <a:pt x="922871" y="1769814"/>
                  </a:lnTo>
                  <a:lnTo>
                    <a:pt x="830967" y="1779015"/>
                  </a:lnTo>
                  <a:lnTo>
                    <a:pt x="745608" y="1786490"/>
                  </a:lnTo>
                  <a:lnTo>
                    <a:pt x="671084" y="1792249"/>
                  </a:lnTo>
                  <a:lnTo>
                    <a:pt x="610943" y="1796381"/>
                  </a:lnTo>
                  <a:lnTo>
                    <a:pt x="567184" y="1799071"/>
                  </a:lnTo>
                  <a:lnTo>
                    <a:pt x="539708" y="1800589"/>
                  </a:lnTo>
                  <a:lnTo>
                    <a:pt x="526190" y="1801264"/>
                  </a:lnTo>
                  <a:lnTo>
                    <a:pt x="522297" y="1801440"/>
                  </a:lnTo>
                  <a:lnTo>
                    <a:pt x="522133" y="1801447"/>
                  </a:lnTo>
                  <a:lnTo>
                    <a:pt x="0" y="1801447"/>
                  </a:lnTo>
                  <a:lnTo>
                    <a:pt x="0" y="1801447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998" name="pg998"/>
            <p:cNvSpPr/>
            <p:nvPr/>
          </p:nvSpPr>
          <p:spPr>
            <a:xfrm>
              <a:off x="386606" y="1755909"/>
              <a:ext cx="8554953" cy="2518638"/>
            </a:xfrm>
            <a:custGeom>
              <a:avLst/>
              <a:pathLst>
                <a:path w="8554953" h="2518638">
                  <a:moveTo>
                    <a:pt x="0" y="1795800"/>
                  </a:moveTo>
                  <a:lnTo>
                    <a:pt x="522133" y="1795800"/>
                  </a:lnTo>
                  <a:lnTo>
                    <a:pt x="523352" y="1795747"/>
                  </a:lnTo>
                  <a:lnTo>
                    <a:pt x="531328" y="1795371"/>
                  </a:lnTo>
                  <a:lnTo>
                    <a:pt x="551295" y="1794330"/>
                  </a:lnTo>
                  <a:lnTo>
                    <a:pt x="586641" y="1792286"/>
                  </a:lnTo>
                  <a:lnTo>
                    <a:pt x="638604" y="1788935"/>
                  </a:lnTo>
                  <a:lnTo>
                    <a:pt x="706207" y="1784049"/>
                  </a:lnTo>
                  <a:lnTo>
                    <a:pt x="786595" y="1777490"/>
                  </a:lnTo>
                  <a:lnTo>
                    <a:pt x="875746" y="1769212"/>
                  </a:lnTo>
                  <a:lnTo>
                    <a:pt x="969311" y="1759233"/>
                  </a:lnTo>
                  <a:lnTo>
                    <a:pt x="1063350" y="1747590"/>
                  </a:lnTo>
                  <a:lnTo>
                    <a:pt x="1154771" y="1734311"/>
                  </a:lnTo>
                  <a:lnTo>
                    <a:pt x="1241494" y="1719376"/>
                  </a:lnTo>
                  <a:lnTo>
                    <a:pt x="1322384" y="1702706"/>
                  </a:lnTo>
                  <a:lnTo>
                    <a:pt x="1397070" y="1684148"/>
                  </a:lnTo>
                  <a:lnTo>
                    <a:pt x="1465742" y="1663480"/>
                  </a:lnTo>
                  <a:lnTo>
                    <a:pt x="1528956" y="1640415"/>
                  </a:lnTo>
                  <a:lnTo>
                    <a:pt x="1587488" y="1614610"/>
                  </a:lnTo>
                  <a:lnTo>
                    <a:pt x="1642221" y="1585692"/>
                  </a:lnTo>
                  <a:lnTo>
                    <a:pt x="1694056" y="1553299"/>
                  </a:lnTo>
                  <a:lnTo>
                    <a:pt x="1743842" y="1517149"/>
                  </a:lnTo>
                  <a:lnTo>
                    <a:pt x="1768425" y="1497441"/>
                  </a:lnTo>
                  <a:lnTo>
                    <a:pt x="1811995" y="1459572"/>
                  </a:lnTo>
                  <a:lnTo>
                    <a:pt x="1855141" y="1418468"/>
                  </a:lnTo>
                  <a:lnTo>
                    <a:pt x="1898201" y="1374070"/>
                  </a:lnTo>
                  <a:lnTo>
                    <a:pt x="1941422" y="1326389"/>
                  </a:lnTo>
                  <a:lnTo>
                    <a:pt x="1984977" y="1275521"/>
                  </a:lnTo>
                  <a:lnTo>
                    <a:pt x="2028972" y="1221651"/>
                  </a:lnTo>
                  <a:lnTo>
                    <a:pt x="2073449" y="1165057"/>
                  </a:lnTo>
                  <a:lnTo>
                    <a:pt x="2118395" y="1106107"/>
                  </a:lnTo>
                  <a:lnTo>
                    <a:pt x="2163753" y="1045255"/>
                  </a:lnTo>
                  <a:lnTo>
                    <a:pt x="2209424" y="983026"/>
                  </a:lnTo>
                  <a:lnTo>
                    <a:pt x="2255281" y="919996"/>
                  </a:lnTo>
                  <a:lnTo>
                    <a:pt x="2301183" y="856778"/>
                  </a:lnTo>
                  <a:lnTo>
                    <a:pt x="2346984" y="793990"/>
                  </a:lnTo>
                  <a:lnTo>
                    <a:pt x="2392546" y="732232"/>
                  </a:lnTo>
                  <a:lnTo>
                    <a:pt x="2437753" y="672064"/>
                  </a:lnTo>
                  <a:lnTo>
                    <a:pt x="2482521" y="613985"/>
                  </a:lnTo>
                  <a:lnTo>
                    <a:pt x="2526808" y="558416"/>
                  </a:lnTo>
                  <a:lnTo>
                    <a:pt x="2570623" y="505690"/>
                  </a:lnTo>
                  <a:lnTo>
                    <a:pt x="2614032" y="456050"/>
                  </a:lnTo>
                  <a:lnTo>
                    <a:pt x="2657165" y="409644"/>
                  </a:lnTo>
                  <a:lnTo>
                    <a:pt x="2700224" y="366535"/>
                  </a:lnTo>
                  <a:lnTo>
                    <a:pt x="2743491" y="326706"/>
                  </a:lnTo>
                  <a:lnTo>
                    <a:pt x="2770117" y="304006"/>
                  </a:lnTo>
                  <a:lnTo>
                    <a:pt x="2819153" y="265911"/>
                  </a:lnTo>
                  <a:lnTo>
                    <a:pt x="2869854" y="231648"/>
                  </a:lnTo>
                  <a:lnTo>
                    <a:pt x="2923013" y="201018"/>
                  </a:lnTo>
                  <a:lnTo>
                    <a:pt x="2979515" y="173689"/>
                  </a:lnTo>
                  <a:lnTo>
                    <a:pt x="3040260" y="149287"/>
                  </a:lnTo>
                  <a:lnTo>
                    <a:pt x="3106091" y="127449"/>
                  </a:lnTo>
                  <a:lnTo>
                    <a:pt x="3177691" y="107859"/>
                  </a:lnTo>
                  <a:lnTo>
                    <a:pt x="3255456" y="90259"/>
                  </a:lnTo>
                  <a:lnTo>
                    <a:pt x="3339324" y="74463"/>
                  </a:lnTo>
                  <a:lnTo>
                    <a:pt x="3428572" y="60354"/>
                  </a:lnTo>
                  <a:lnTo>
                    <a:pt x="3521613" y="47884"/>
                  </a:lnTo>
                  <a:lnTo>
                    <a:pt x="3615864" y="37061"/>
                  </a:lnTo>
                  <a:lnTo>
                    <a:pt x="3707775" y="27919"/>
                  </a:lnTo>
                  <a:lnTo>
                    <a:pt x="3793128" y="20494"/>
                  </a:lnTo>
                  <a:lnTo>
                    <a:pt x="3867633" y="14775"/>
                  </a:lnTo>
                  <a:lnTo>
                    <a:pt x="3927742" y="10672"/>
                  </a:lnTo>
                  <a:lnTo>
                    <a:pt x="3971461" y="8002"/>
                  </a:lnTo>
                  <a:lnTo>
                    <a:pt x="3998896" y="6496"/>
                  </a:lnTo>
                  <a:lnTo>
                    <a:pt x="4012377" y="5828"/>
                  </a:lnTo>
                  <a:lnTo>
                    <a:pt x="4016248" y="5653"/>
                  </a:lnTo>
                  <a:lnTo>
                    <a:pt x="4016409" y="5647"/>
                  </a:lnTo>
                  <a:lnTo>
                    <a:pt x="4538543" y="5647"/>
                  </a:lnTo>
                  <a:lnTo>
                    <a:pt x="4539717" y="5718"/>
                  </a:lnTo>
                  <a:lnTo>
                    <a:pt x="4547404" y="6226"/>
                  </a:lnTo>
                  <a:lnTo>
                    <a:pt x="4566674" y="7631"/>
                  </a:lnTo>
                  <a:lnTo>
                    <a:pt x="4600849" y="10392"/>
                  </a:lnTo>
                  <a:lnTo>
                    <a:pt x="4651217" y="14922"/>
                  </a:lnTo>
                  <a:lnTo>
                    <a:pt x="4716954" y="21538"/>
                  </a:lnTo>
                  <a:lnTo>
                    <a:pt x="4795418" y="30432"/>
                  </a:lnTo>
                  <a:lnTo>
                    <a:pt x="4882798" y="41676"/>
                  </a:lnTo>
                  <a:lnTo>
                    <a:pt x="4974904" y="55254"/>
                  </a:lnTo>
                  <a:lnTo>
                    <a:pt x="5067873" y="71113"/>
                  </a:lnTo>
                  <a:lnTo>
                    <a:pt x="5158618" y="89214"/>
                  </a:lnTo>
                  <a:lnTo>
                    <a:pt x="5245009" y="109571"/>
                  </a:lnTo>
                  <a:lnTo>
                    <a:pt x="5325827" y="132280"/>
                  </a:lnTo>
                  <a:lnTo>
                    <a:pt x="5400615" y="157530"/>
                  </a:lnTo>
                  <a:lnTo>
                    <a:pt x="5469475" y="185605"/>
                  </a:lnTo>
                  <a:lnTo>
                    <a:pt x="5532891" y="216880"/>
                  </a:lnTo>
                  <a:lnTo>
                    <a:pt x="5591578" y="251802"/>
                  </a:lnTo>
                  <a:lnTo>
                    <a:pt x="5646371" y="290872"/>
                  </a:lnTo>
                  <a:lnTo>
                    <a:pt x="5698140" y="334590"/>
                  </a:lnTo>
                  <a:lnTo>
                    <a:pt x="5747721" y="383372"/>
                  </a:lnTo>
                  <a:lnTo>
                    <a:pt x="5784835" y="424479"/>
                  </a:lnTo>
                  <a:lnTo>
                    <a:pt x="5823788" y="471760"/>
                  </a:lnTo>
                  <a:lnTo>
                    <a:pt x="5862373" y="522655"/>
                  </a:lnTo>
                  <a:lnTo>
                    <a:pt x="5900837" y="577236"/>
                  </a:lnTo>
                  <a:lnTo>
                    <a:pt x="5939376" y="635510"/>
                  </a:lnTo>
                  <a:lnTo>
                    <a:pt x="5978130" y="697415"/>
                  </a:lnTo>
                  <a:lnTo>
                    <a:pt x="6017198" y="762809"/>
                  </a:lnTo>
                  <a:lnTo>
                    <a:pt x="6056635" y="831468"/>
                  </a:lnTo>
                  <a:lnTo>
                    <a:pt x="6096459" y="903085"/>
                  </a:lnTo>
                  <a:lnTo>
                    <a:pt x="6136654" y="977275"/>
                  </a:lnTo>
                  <a:lnTo>
                    <a:pt x="6177175" y="1053575"/>
                  </a:lnTo>
                  <a:lnTo>
                    <a:pt x="6217952" y="1131461"/>
                  </a:lnTo>
                  <a:lnTo>
                    <a:pt x="6258897" y="1210358"/>
                  </a:lnTo>
                  <a:lnTo>
                    <a:pt x="6299910" y="1289659"/>
                  </a:lnTo>
                  <a:lnTo>
                    <a:pt x="6340886" y="1368746"/>
                  </a:lnTo>
                  <a:lnTo>
                    <a:pt x="6381725" y="1447004"/>
                  </a:lnTo>
                  <a:lnTo>
                    <a:pt x="6422332" y="1523848"/>
                  </a:lnTo>
                  <a:lnTo>
                    <a:pt x="6462633" y="1598736"/>
                  </a:lnTo>
                  <a:lnTo>
                    <a:pt x="6502574" y="1671186"/>
                  </a:lnTo>
                  <a:lnTo>
                    <a:pt x="6542129" y="1740787"/>
                  </a:lnTo>
                  <a:lnTo>
                    <a:pt x="6581306" y="1807208"/>
                  </a:lnTo>
                  <a:lnTo>
                    <a:pt x="6620148" y="1870200"/>
                  </a:lnTo>
                  <a:lnTo>
                    <a:pt x="6658739" y="1929596"/>
                  </a:lnTo>
                  <a:lnTo>
                    <a:pt x="6697209" y="1985310"/>
                  </a:lnTo>
                  <a:lnTo>
                    <a:pt x="6735733" y="2037329"/>
                  </a:lnTo>
                  <a:lnTo>
                    <a:pt x="6774543" y="2085705"/>
                  </a:lnTo>
                  <a:lnTo>
                    <a:pt x="6786527" y="2099806"/>
                  </a:lnTo>
                  <a:lnTo>
                    <a:pt x="6834929" y="2152636"/>
                  </a:lnTo>
                  <a:lnTo>
                    <a:pt x="6884946" y="2200221"/>
                  </a:lnTo>
                  <a:lnTo>
                    <a:pt x="6937336" y="2242824"/>
                  </a:lnTo>
                  <a:lnTo>
                    <a:pt x="6992951" y="2280891"/>
                  </a:lnTo>
                  <a:lnTo>
                    <a:pt x="7052658" y="2314929"/>
                  </a:lnTo>
                  <a:lnTo>
                    <a:pt x="7117273" y="2345427"/>
                  </a:lnTo>
                  <a:lnTo>
                    <a:pt x="7187470" y="2372820"/>
                  </a:lnTo>
                  <a:lnTo>
                    <a:pt x="7263657" y="2397462"/>
                  </a:lnTo>
                  <a:lnTo>
                    <a:pt x="7345827" y="2419616"/>
                  </a:lnTo>
                  <a:lnTo>
                    <a:pt x="7433362" y="2439447"/>
                  </a:lnTo>
                  <a:lnTo>
                    <a:pt x="7524845" y="2457031"/>
                  </a:lnTo>
                  <a:lnTo>
                    <a:pt x="7617922" y="2472369"/>
                  </a:lnTo>
                  <a:lnTo>
                    <a:pt x="7709301" y="2485412"/>
                  </a:lnTo>
                  <a:lnTo>
                    <a:pt x="7794994" y="2496113"/>
                  </a:lnTo>
                  <a:lnTo>
                    <a:pt x="7870829" y="2504471"/>
                  </a:lnTo>
                  <a:lnTo>
                    <a:pt x="7933195" y="2510583"/>
                  </a:lnTo>
                  <a:lnTo>
                    <a:pt x="7979825" y="2514673"/>
                  </a:lnTo>
                  <a:lnTo>
                    <a:pt x="8010368" y="2517082"/>
                  </a:lnTo>
                  <a:lnTo>
                    <a:pt x="8026602" y="2518238"/>
                  </a:lnTo>
                  <a:lnTo>
                    <a:pt x="8032278" y="2518606"/>
                  </a:lnTo>
                  <a:lnTo>
                    <a:pt x="8032819" y="2518638"/>
                  </a:lnTo>
                  <a:lnTo>
                    <a:pt x="8554953" y="2518638"/>
                  </a:lnTo>
                  <a:lnTo>
                    <a:pt x="8554953" y="2512991"/>
                  </a:lnTo>
                  <a:lnTo>
                    <a:pt x="8032819" y="2512991"/>
                  </a:lnTo>
                  <a:lnTo>
                    <a:pt x="8031645" y="2512919"/>
                  </a:lnTo>
                  <a:lnTo>
                    <a:pt x="8023958" y="2512411"/>
                  </a:lnTo>
                  <a:lnTo>
                    <a:pt x="8004687" y="2511006"/>
                  </a:lnTo>
                  <a:lnTo>
                    <a:pt x="7970513" y="2508245"/>
                  </a:lnTo>
                  <a:lnTo>
                    <a:pt x="7920144" y="2503715"/>
                  </a:lnTo>
                  <a:lnTo>
                    <a:pt x="7854408" y="2497100"/>
                  </a:lnTo>
                  <a:lnTo>
                    <a:pt x="7775944" y="2488206"/>
                  </a:lnTo>
                  <a:lnTo>
                    <a:pt x="7688564" y="2476962"/>
                  </a:lnTo>
                  <a:lnTo>
                    <a:pt x="7596458" y="2463383"/>
                  </a:lnTo>
                  <a:lnTo>
                    <a:pt x="7503489" y="2447524"/>
                  </a:lnTo>
                  <a:lnTo>
                    <a:pt x="7412744" y="2429424"/>
                  </a:lnTo>
                  <a:lnTo>
                    <a:pt x="7326353" y="2409067"/>
                  </a:lnTo>
                  <a:lnTo>
                    <a:pt x="7245535" y="2386357"/>
                  </a:lnTo>
                  <a:lnTo>
                    <a:pt x="7170747" y="2361107"/>
                  </a:lnTo>
                  <a:lnTo>
                    <a:pt x="7101887" y="2333032"/>
                  </a:lnTo>
                  <a:lnTo>
                    <a:pt x="7038471" y="2301758"/>
                  </a:lnTo>
                  <a:lnTo>
                    <a:pt x="6979784" y="2266835"/>
                  </a:lnTo>
                  <a:lnTo>
                    <a:pt x="6924991" y="2227765"/>
                  </a:lnTo>
                  <a:lnTo>
                    <a:pt x="6873222" y="2184048"/>
                  </a:lnTo>
                  <a:lnTo>
                    <a:pt x="6823641" y="2135265"/>
                  </a:lnTo>
                  <a:lnTo>
                    <a:pt x="6786527" y="2094159"/>
                  </a:lnTo>
                  <a:lnTo>
                    <a:pt x="6747574" y="2046877"/>
                  </a:lnTo>
                  <a:lnTo>
                    <a:pt x="6708989" y="1995982"/>
                  </a:lnTo>
                  <a:lnTo>
                    <a:pt x="6670524" y="1941402"/>
                  </a:lnTo>
                  <a:lnTo>
                    <a:pt x="6631986" y="1883127"/>
                  </a:lnTo>
                  <a:lnTo>
                    <a:pt x="6593232" y="1821222"/>
                  </a:lnTo>
                  <a:lnTo>
                    <a:pt x="6554164" y="1755829"/>
                  </a:lnTo>
                  <a:lnTo>
                    <a:pt x="6514727" y="1687170"/>
                  </a:lnTo>
                  <a:lnTo>
                    <a:pt x="6474903" y="1615552"/>
                  </a:lnTo>
                  <a:lnTo>
                    <a:pt x="6434708" y="1541362"/>
                  </a:lnTo>
                  <a:lnTo>
                    <a:pt x="6394187" y="1465062"/>
                  </a:lnTo>
                  <a:lnTo>
                    <a:pt x="6353410" y="1387177"/>
                  </a:lnTo>
                  <a:lnTo>
                    <a:pt x="6312465" y="1308280"/>
                  </a:lnTo>
                  <a:lnTo>
                    <a:pt x="6271452" y="1228978"/>
                  </a:lnTo>
                  <a:lnTo>
                    <a:pt x="6230476" y="1149892"/>
                  </a:lnTo>
                  <a:lnTo>
                    <a:pt x="6189637" y="1071634"/>
                  </a:lnTo>
                  <a:lnTo>
                    <a:pt x="6149030" y="994790"/>
                  </a:lnTo>
                  <a:lnTo>
                    <a:pt x="6108729" y="919902"/>
                  </a:lnTo>
                  <a:lnTo>
                    <a:pt x="6068788" y="847452"/>
                  </a:lnTo>
                  <a:lnTo>
                    <a:pt x="6029233" y="777850"/>
                  </a:lnTo>
                  <a:lnTo>
                    <a:pt x="5990056" y="711429"/>
                  </a:lnTo>
                  <a:lnTo>
                    <a:pt x="5951214" y="648437"/>
                  </a:lnTo>
                  <a:lnTo>
                    <a:pt x="5912622" y="589041"/>
                  </a:lnTo>
                  <a:lnTo>
                    <a:pt x="5874153" y="533327"/>
                  </a:lnTo>
                  <a:lnTo>
                    <a:pt x="5835629" y="481309"/>
                  </a:lnTo>
                  <a:lnTo>
                    <a:pt x="5796819" y="432932"/>
                  </a:lnTo>
                  <a:lnTo>
                    <a:pt x="5784835" y="418831"/>
                  </a:lnTo>
                  <a:lnTo>
                    <a:pt x="5736433" y="366002"/>
                  </a:lnTo>
                  <a:lnTo>
                    <a:pt x="5686416" y="318416"/>
                  </a:lnTo>
                  <a:lnTo>
                    <a:pt x="5634026" y="275813"/>
                  </a:lnTo>
                  <a:lnTo>
                    <a:pt x="5578411" y="237746"/>
                  </a:lnTo>
                  <a:lnTo>
                    <a:pt x="5518704" y="203708"/>
                  </a:lnTo>
                  <a:lnTo>
                    <a:pt x="5454089" y="173210"/>
                  </a:lnTo>
                  <a:lnTo>
                    <a:pt x="5383892" y="145817"/>
                  </a:lnTo>
                  <a:lnTo>
                    <a:pt x="5307705" y="121175"/>
                  </a:lnTo>
                  <a:lnTo>
                    <a:pt x="5225535" y="99022"/>
                  </a:lnTo>
                  <a:lnTo>
                    <a:pt x="5138000" y="79191"/>
                  </a:lnTo>
                  <a:lnTo>
                    <a:pt x="5046517" y="61606"/>
                  </a:lnTo>
                  <a:lnTo>
                    <a:pt x="4953440" y="46269"/>
                  </a:lnTo>
                  <a:lnTo>
                    <a:pt x="4862061" y="33225"/>
                  </a:lnTo>
                  <a:lnTo>
                    <a:pt x="4776368" y="22524"/>
                  </a:lnTo>
                  <a:lnTo>
                    <a:pt x="4700533" y="14166"/>
                  </a:lnTo>
                  <a:lnTo>
                    <a:pt x="4638167" y="8054"/>
                  </a:lnTo>
                  <a:lnTo>
                    <a:pt x="4591537" y="3965"/>
                  </a:lnTo>
                  <a:lnTo>
                    <a:pt x="4560994" y="1556"/>
                  </a:lnTo>
                  <a:lnTo>
                    <a:pt x="4544760" y="399"/>
                  </a:lnTo>
                  <a:lnTo>
                    <a:pt x="4539084" y="32"/>
                  </a:lnTo>
                  <a:lnTo>
                    <a:pt x="4538543" y="0"/>
                  </a:lnTo>
                  <a:lnTo>
                    <a:pt x="4016409" y="0"/>
                  </a:lnTo>
                  <a:lnTo>
                    <a:pt x="4015190" y="52"/>
                  </a:lnTo>
                  <a:lnTo>
                    <a:pt x="4007215" y="429"/>
                  </a:lnTo>
                  <a:lnTo>
                    <a:pt x="3987247" y="1469"/>
                  </a:lnTo>
                  <a:lnTo>
                    <a:pt x="3951901" y="3513"/>
                  </a:lnTo>
                  <a:lnTo>
                    <a:pt x="3899938" y="6864"/>
                  </a:lnTo>
                  <a:lnTo>
                    <a:pt x="3832335" y="11751"/>
                  </a:lnTo>
                  <a:lnTo>
                    <a:pt x="3751947" y="18310"/>
                  </a:lnTo>
                  <a:lnTo>
                    <a:pt x="3662797" y="26587"/>
                  </a:lnTo>
                  <a:lnTo>
                    <a:pt x="3569231" y="36567"/>
                  </a:lnTo>
                  <a:lnTo>
                    <a:pt x="3475193" y="48209"/>
                  </a:lnTo>
                  <a:lnTo>
                    <a:pt x="3383771" y="61488"/>
                  </a:lnTo>
                  <a:lnTo>
                    <a:pt x="3297048" y="76423"/>
                  </a:lnTo>
                  <a:lnTo>
                    <a:pt x="3216158" y="93094"/>
                  </a:lnTo>
                  <a:lnTo>
                    <a:pt x="3141472" y="111652"/>
                  </a:lnTo>
                  <a:lnTo>
                    <a:pt x="3072800" y="132319"/>
                  </a:lnTo>
                  <a:lnTo>
                    <a:pt x="3009586" y="155384"/>
                  </a:lnTo>
                  <a:lnTo>
                    <a:pt x="2951054" y="181189"/>
                  </a:lnTo>
                  <a:lnTo>
                    <a:pt x="2896321" y="210107"/>
                  </a:lnTo>
                  <a:lnTo>
                    <a:pt x="2844487" y="242500"/>
                  </a:lnTo>
                  <a:lnTo>
                    <a:pt x="2794700" y="278650"/>
                  </a:lnTo>
                  <a:lnTo>
                    <a:pt x="2770117" y="298358"/>
                  </a:lnTo>
                  <a:lnTo>
                    <a:pt x="2726548" y="336228"/>
                  </a:lnTo>
                  <a:lnTo>
                    <a:pt x="2683401" y="377331"/>
                  </a:lnTo>
                  <a:lnTo>
                    <a:pt x="2640342" y="421729"/>
                  </a:lnTo>
                  <a:lnTo>
                    <a:pt x="2597121" y="469410"/>
                  </a:lnTo>
                  <a:lnTo>
                    <a:pt x="2553565" y="520278"/>
                  </a:lnTo>
                  <a:lnTo>
                    <a:pt x="2509570" y="574148"/>
                  </a:lnTo>
                  <a:lnTo>
                    <a:pt x="2465094" y="630742"/>
                  </a:lnTo>
                  <a:lnTo>
                    <a:pt x="2420147" y="689692"/>
                  </a:lnTo>
                  <a:lnTo>
                    <a:pt x="2374789" y="750544"/>
                  </a:lnTo>
                  <a:lnTo>
                    <a:pt x="2329118" y="812774"/>
                  </a:lnTo>
                  <a:lnTo>
                    <a:pt x="2283261" y="875803"/>
                  </a:lnTo>
                  <a:lnTo>
                    <a:pt x="2237359" y="939021"/>
                  </a:lnTo>
                  <a:lnTo>
                    <a:pt x="2191558" y="1001809"/>
                  </a:lnTo>
                  <a:lnTo>
                    <a:pt x="2145996" y="1063568"/>
                  </a:lnTo>
                  <a:lnTo>
                    <a:pt x="2100789" y="1123735"/>
                  </a:lnTo>
                  <a:lnTo>
                    <a:pt x="2056021" y="1181815"/>
                  </a:lnTo>
                  <a:lnTo>
                    <a:pt x="2011734" y="1237384"/>
                  </a:lnTo>
                  <a:lnTo>
                    <a:pt x="1967919" y="1290109"/>
                  </a:lnTo>
                  <a:lnTo>
                    <a:pt x="1924510" y="1339750"/>
                  </a:lnTo>
                  <a:lnTo>
                    <a:pt x="1881377" y="1386155"/>
                  </a:lnTo>
                  <a:lnTo>
                    <a:pt x="1838318" y="1429264"/>
                  </a:lnTo>
                  <a:lnTo>
                    <a:pt x="1795051" y="1469093"/>
                  </a:lnTo>
                  <a:lnTo>
                    <a:pt x="1768425" y="1491794"/>
                  </a:lnTo>
                  <a:lnTo>
                    <a:pt x="1719389" y="1529889"/>
                  </a:lnTo>
                  <a:lnTo>
                    <a:pt x="1668688" y="1564152"/>
                  </a:lnTo>
                  <a:lnTo>
                    <a:pt x="1615529" y="1594781"/>
                  </a:lnTo>
                  <a:lnTo>
                    <a:pt x="1559028" y="1622110"/>
                  </a:lnTo>
                  <a:lnTo>
                    <a:pt x="1498282" y="1646513"/>
                  </a:lnTo>
                  <a:lnTo>
                    <a:pt x="1432451" y="1668350"/>
                  </a:lnTo>
                  <a:lnTo>
                    <a:pt x="1360851" y="1687941"/>
                  </a:lnTo>
                  <a:lnTo>
                    <a:pt x="1283086" y="1705541"/>
                  </a:lnTo>
                  <a:lnTo>
                    <a:pt x="1199218" y="1721337"/>
                  </a:lnTo>
                  <a:lnTo>
                    <a:pt x="1109970" y="1735446"/>
                  </a:lnTo>
                  <a:lnTo>
                    <a:pt x="1016929" y="1747915"/>
                  </a:lnTo>
                  <a:lnTo>
                    <a:pt x="922678" y="1758739"/>
                  </a:lnTo>
                  <a:lnTo>
                    <a:pt x="830768" y="1767880"/>
                  </a:lnTo>
                  <a:lnTo>
                    <a:pt x="745415" y="1775305"/>
                  </a:lnTo>
                  <a:lnTo>
                    <a:pt x="670910" y="1781025"/>
                  </a:lnTo>
                  <a:lnTo>
                    <a:pt x="610800" y="1785127"/>
                  </a:lnTo>
                  <a:lnTo>
                    <a:pt x="567081" y="1787797"/>
                  </a:lnTo>
                  <a:lnTo>
                    <a:pt x="539647" y="1789303"/>
                  </a:lnTo>
                  <a:lnTo>
                    <a:pt x="526165" y="1789972"/>
                  </a:lnTo>
                  <a:lnTo>
                    <a:pt x="522294" y="1790146"/>
                  </a:lnTo>
                  <a:lnTo>
                    <a:pt x="522133" y="1790153"/>
                  </a:lnTo>
                  <a:lnTo>
                    <a:pt x="0" y="1790153"/>
                  </a:lnTo>
                  <a:close/>
                </a:path>
              </a:pathLst>
            </a:custGeom>
            <a:solidFill>
              <a:srgbClr val="F28E5B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999" name="pl999"/>
            <p:cNvSpPr/>
            <p:nvPr/>
          </p:nvSpPr>
          <p:spPr>
            <a:xfrm>
              <a:off x="386606" y="1761556"/>
              <a:ext cx="8554953" cy="2512991"/>
            </a:xfrm>
            <a:custGeom>
              <a:avLst/>
              <a:pathLst>
                <a:path w="8554953" h="2512991">
                  <a:moveTo>
                    <a:pt x="0" y="1790153"/>
                  </a:moveTo>
                  <a:lnTo>
                    <a:pt x="522133" y="1790153"/>
                  </a:lnTo>
                  <a:lnTo>
                    <a:pt x="523352" y="1790100"/>
                  </a:lnTo>
                  <a:lnTo>
                    <a:pt x="531328" y="1789724"/>
                  </a:lnTo>
                  <a:lnTo>
                    <a:pt x="551295" y="1788683"/>
                  </a:lnTo>
                  <a:lnTo>
                    <a:pt x="586641" y="1786639"/>
                  </a:lnTo>
                  <a:lnTo>
                    <a:pt x="638604" y="1783288"/>
                  </a:lnTo>
                  <a:lnTo>
                    <a:pt x="706207" y="1778401"/>
                  </a:lnTo>
                  <a:lnTo>
                    <a:pt x="786595" y="1771843"/>
                  </a:lnTo>
                  <a:lnTo>
                    <a:pt x="875746" y="1763565"/>
                  </a:lnTo>
                  <a:lnTo>
                    <a:pt x="969311" y="1753585"/>
                  </a:lnTo>
                  <a:lnTo>
                    <a:pt x="1063350" y="1741943"/>
                  </a:lnTo>
                  <a:lnTo>
                    <a:pt x="1154771" y="1728664"/>
                  </a:lnTo>
                  <a:lnTo>
                    <a:pt x="1241494" y="1713729"/>
                  </a:lnTo>
                  <a:lnTo>
                    <a:pt x="1322384" y="1697059"/>
                  </a:lnTo>
                  <a:lnTo>
                    <a:pt x="1397070" y="1678501"/>
                  </a:lnTo>
                  <a:lnTo>
                    <a:pt x="1465742" y="1657833"/>
                  </a:lnTo>
                  <a:lnTo>
                    <a:pt x="1528956" y="1634768"/>
                  </a:lnTo>
                  <a:lnTo>
                    <a:pt x="1587488" y="1608963"/>
                  </a:lnTo>
                  <a:lnTo>
                    <a:pt x="1642221" y="1580045"/>
                  </a:lnTo>
                  <a:lnTo>
                    <a:pt x="1694056" y="1547652"/>
                  </a:lnTo>
                  <a:lnTo>
                    <a:pt x="1743842" y="1511502"/>
                  </a:lnTo>
                  <a:lnTo>
                    <a:pt x="1768425" y="1491794"/>
                  </a:lnTo>
                  <a:lnTo>
                    <a:pt x="1811995" y="1453924"/>
                  </a:lnTo>
                  <a:lnTo>
                    <a:pt x="1855141" y="1412821"/>
                  </a:lnTo>
                  <a:lnTo>
                    <a:pt x="1898201" y="1368423"/>
                  </a:lnTo>
                  <a:lnTo>
                    <a:pt x="1941422" y="1320742"/>
                  </a:lnTo>
                  <a:lnTo>
                    <a:pt x="1984977" y="1269874"/>
                  </a:lnTo>
                  <a:lnTo>
                    <a:pt x="2028972" y="1216004"/>
                  </a:lnTo>
                  <a:lnTo>
                    <a:pt x="2073449" y="1159410"/>
                  </a:lnTo>
                  <a:lnTo>
                    <a:pt x="2118395" y="1100460"/>
                  </a:lnTo>
                  <a:lnTo>
                    <a:pt x="2163753" y="1039608"/>
                  </a:lnTo>
                  <a:lnTo>
                    <a:pt x="2209424" y="977378"/>
                  </a:lnTo>
                  <a:lnTo>
                    <a:pt x="2255281" y="914349"/>
                  </a:lnTo>
                  <a:lnTo>
                    <a:pt x="2301183" y="851131"/>
                  </a:lnTo>
                  <a:lnTo>
                    <a:pt x="2346984" y="788343"/>
                  </a:lnTo>
                  <a:lnTo>
                    <a:pt x="2392546" y="726585"/>
                  </a:lnTo>
                  <a:lnTo>
                    <a:pt x="2437753" y="666417"/>
                  </a:lnTo>
                  <a:lnTo>
                    <a:pt x="2482521" y="608338"/>
                  </a:lnTo>
                  <a:lnTo>
                    <a:pt x="2526808" y="552768"/>
                  </a:lnTo>
                  <a:lnTo>
                    <a:pt x="2570623" y="500043"/>
                  </a:lnTo>
                  <a:lnTo>
                    <a:pt x="2614032" y="450403"/>
                  </a:lnTo>
                  <a:lnTo>
                    <a:pt x="2657165" y="403997"/>
                  </a:lnTo>
                  <a:lnTo>
                    <a:pt x="2700224" y="360888"/>
                  </a:lnTo>
                  <a:lnTo>
                    <a:pt x="2743491" y="321059"/>
                  </a:lnTo>
                  <a:lnTo>
                    <a:pt x="2770117" y="298358"/>
                  </a:lnTo>
                  <a:lnTo>
                    <a:pt x="2819153" y="260264"/>
                  </a:lnTo>
                  <a:lnTo>
                    <a:pt x="2869854" y="226000"/>
                  </a:lnTo>
                  <a:lnTo>
                    <a:pt x="2923013" y="195371"/>
                  </a:lnTo>
                  <a:lnTo>
                    <a:pt x="2979515" y="168042"/>
                  </a:lnTo>
                  <a:lnTo>
                    <a:pt x="3040260" y="143640"/>
                  </a:lnTo>
                  <a:lnTo>
                    <a:pt x="3106091" y="121802"/>
                  </a:lnTo>
                  <a:lnTo>
                    <a:pt x="3177691" y="102211"/>
                  </a:lnTo>
                  <a:lnTo>
                    <a:pt x="3255456" y="84612"/>
                  </a:lnTo>
                  <a:lnTo>
                    <a:pt x="3339324" y="68815"/>
                  </a:lnTo>
                  <a:lnTo>
                    <a:pt x="3428572" y="54707"/>
                  </a:lnTo>
                  <a:lnTo>
                    <a:pt x="3521613" y="42237"/>
                  </a:lnTo>
                  <a:lnTo>
                    <a:pt x="3615864" y="31413"/>
                  </a:lnTo>
                  <a:lnTo>
                    <a:pt x="3707775" y="22272"/>
                  </a:lnTo>
                  <a:lnTo>
                    <a:pt x="3793128" y="14847"/>
                  </a:lnTo>
                  <a:lnTo>
                    <a:pt x="3867633" y="9128"/>
                  </a:lnTo>
                  <a:lnTo>
                    <a:pt x="3927742" y="5025"/>
                  </a:lnTo>
                  <a:lnTo>
                    <a:pt x="3971461" y="2355"/>
                  </a:lnTo>
                  <a:lnTo>
                    <a:pt x="3998896" y="849"/>
                  </a:lnTo>
                  <a:lnTo>
                    <a:pt x="4012377" y="181"/>
                  </a:lnTo>
                  <a:lnTo>
                    <a:pt x="4016248" y="6"/>
                  </a:lnTo>
                  <a:lnTo>
                    <a:pt x="4016409" y="0"/>
                  </a:lnTo>
                  <a:lnTo>
                    <a:pt x="4538543" y="0"/>
                  </a:lnTo>
                  <a:lnTo>
                    <a:pt x="4539717" y="71"/>
                  </a:lnTo>
                  <a:lnTo>
                    <a:pt x="4547404" y="579"/>
                  </a:lnTo>
                  <a:lnTo>
                    <a:pt x="4566674" y="1984"/>
                  </a:lnTo>
                  <a:lnTo>
                    <a:pt x="4600849" y="4745"/>
                  </a:lnTo>
                  <a:lnTo>
                    <a:pt x="4651217" y="9275"/>
                  </a:lnTo>
                  <a:lnTo>
                    <a:pt x="4716954" y="15890"/>
                  </a:lnTo>
                  <a:lnTo>
                    <a:pt x="4795418" y="24784"/>
                  </a:lnTo>
                  <a:lnTo>
                    <a:pt x="4882798" y="36029"/>
                  </a:lnTo>
                  <a:lnTo>
                    <a:pt x="4974904" y="49607"/>
                  </a:lnTo>
                  <a:lnTo>
                    <a:pt x="5067873" y="65466"/>
                  </a:lnTo>
                  <a:lnTo>
                    <a:pt x="5158618" y="83567"/>
                  </a:lnTo>
                  <a:lnTo>
                    <a:pt x="5245009" y="103924"/>
                  </a:lnTo>
                  <a:lnTo>
                    <a:pt x="5325827" y="126633"/>
                  </a:lnTo>
                  <a:lnTo>
                    <a:pt x="5400615" y="151883"/>
                  </a:lnTo>
                  <a:lnTo>
                    <a:pt x="5469475" y="179958"/>
                  </a:lnTo>
                  <a:lnTo>
                    <a:pt x="5532891" y="211232"/>
                  </a:lnTo>
                  <a:lnTo>
                    <a:pt x="5591578" y="246155"/>
                  </a:lnTo>
                  <a:lnTo>
                    <a:pt x="5646371" y="285225"/>
                  </a:lnTo>
                  <a:lnTo>
                    <a:pt x="5698140" y="328942"/>
                  </a:lnTo>
                  <a:lnTo>
                    <a:pt x="5747721" y="377725"/>
                  </a:lnTo>
                  <a:lnTo>
                    <a:pt x="5784835" y="418831"/>
                  </a:lnTo>
                  <a:lnTo>
                    <a:pt x="5823788" y="466113"/>
                  </a:lnTo>
                  <a:lnTo>
                    <a:pt x="5862373" y="517008"/>
                  </a:lnTo>
                  <a:lnTo>
                    <a:pt x="5900837" y="571588"/>
                  </a:lnTo>
                  <a:lnTo>
                    <a:pt x="5939376" y="629863"/>
                  </a:lnTo>
                  <a:lnTo>
                    <a:pt x="5978130" y="691768"/>
                  </a:lnTo>
                  <a:lnTo>
                    <a:pt x="6017198" y="757161"/>
                  </a:lnTo>
                  <a:lnTo>
                    <a:pt x="6056635" y="825820"/>
                  </a:lnTo>
                  <a:lnTo>
                    <a:pt x="6096459" y="897438"/>
                  </a:lnTo>
                  <a:lnTo>
                    <a:pt x="6136654" y="971628"/>
                  </a:lnTo>
                  <a:lnTo>
                    <a:pt x="6177175" y="1047928"/>
                  </a:lnTo>
                  <a:lnTo>
                    <a:pt x="6217952" y="1125814"/>
                  </a:lnTo>
                  <a:lnTo>
                    <a:pt x="6258897" y="1204711"/>
                  </a:lnTo>
                  <a:lnTo>
                    <a:pt x="6299910" y="1284012"/>
                  </a:lnTo>
                  <a:lnTo>
                    <a:pt x="6340886" y="1363098"/>
                  </a:lnTo>
                  <a:lnTo>
                    <a:pt x="6381725" y="1441357"/>
                  </a:lnTo>
                  <a:lnTo>
                    <a:pt x="6422332" y="1518200"/>
                  </a:lnTo>
                  <a:lnTo>
                    <a:pt x="6462633" y="1593088"/>
                  </a:lnTo>
                  <a:lnTo>
                    <a:pt x="6502574" y="1665538"/>
                  </a:lnTo>
                  <a:lnTo>
                    <a:pt x="6542129" y="1735140"/>
                  </a:lnTo>
                  <a:lnTo>
                    <a:pt x="6581306" y="1801561"/>
                  </a:lnTo>
                  <a:lnTo>
                    <a:pt x="6620148" y="1864553"/>
                  </a:lnTo>
                  <a:lnTo>
                    <a:pt x="6658739" y="1923949"/>
                  </a:lnTo>
                  <a:lnTo>
                    <a:pt x="6697209" y="1979663"/>
                  </a:lnTo>
                  <a:lnTo>
                    <a:pt x="6735733" y="2031681"/>
                  </a:lnTo>
                  <a:lnTo>
                    <a:pt x="6774543" y="2080058"/>
                  </a:lnTo>
                  <a:lnTo>
                    <a:pt x="6786527" y="2094159"/>
                  </a:lnTo>
                  <a:lnTo>
                    <a:pt x="6834929" y="2146988"/>
                  </a:lnTo>
                  <a:lnTo>
                    <a:pt x="6884946" y="2194574"/>
                  </a:lnTo>
                  <a:lnTo>
                    <a:pt x="6937336" y="2237177"/>
                  </a:lnTo>
                  <a:lnTo>
                    <a:pt x="6992951" y="2275244"/>
                  </a:lnTo>
                  <a:lnTo>
                    <a:pt x="7052658" y="2309282"/>
                  </a:lnTo>
                  <a:lnTo>
                    <a:pt x="7117273" y="2339780"/>
                  </a:lnTo>
                  <a:lnTo>
                    <a:pt x="7187470" y="2367173"/>
                  </a:lnTo>
                  <a:lnTo>
                    <a:pt x="7263657" y="2391815"/>
                  </a:lnTo>
                  <a:lnTo>
                    <a:pt x="7345827" y="2413968"/>
                  </a:lnTo>
                  <a:lnTo>
                    <a:pt x="7433362" y="2433799"/>
                  </a:lnTo>
                  <a:lnTo>
                    <a:pt x="7524845" y="2451384"/>
                  </a:lnTo>
                  <a:lnTo>
                    <a:pt x="7617922" y="2466721"/>
                  </a:lnTo>
                  <a:lnTo>
                    <a:pt x="7709301" y="2479765"/>
                  </a:lnTo>
                  <a:lnTo>
                    <a:pt x="7794994" y="2490466"/>
                  </a:lnTo>
                  <a:lnTo>
                    <a:pt x="7870829" y="2498824"/>
                  </a:lnTo>
                  <a:lnTo>
                    <a:pt x="7933195" y="2504936"/>
                  </a:lnTo>
                  <a:lnTo>
                    <a:pt x="7979825" y="2509026"/>
                  </a:lnTo>
                  <a:lnTo>
                    <a:pt x="8010368" y="2511435"/>
                  </a:lnTo>
                  <a:lnTo>
                    <a:pt x="8026602" y="2512591"/>
                  </a:lnTo>
                  <a:lnTo>
                    <a:pt x="8032278" y="2512958"/>
                  </a:lnTo>
                  <a:lnTo>
                    <a:pt x="8032819" y="2512991"/>
                  </a:lnTo>
                  <a:lnTo>
                    <a:pt x="8554953" y="2512991"/>
                  </a:lnTo>
                  <a:lnTo>
                    <a:pt x="8554953" y="2512991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000" name="pl1000"/>
            <p:cNvSpPr/>
            <p:nvPr/>
          </p:nvSpPr>
          <p:spPr>
            <a:xfrm>
              <a:off x="386606" y="1755909"/>
              <a:ext cx="8554953" cy="2512991"/>
            </a:xfrm>
            <a:custGeom>
              <a:avLst/>
              <a:pathLst>
                <a:path w="8554953" h="2512991">
                  <a:moveTo>
                    <a:pt x="8554953" y="2512991"/>
                  </a:moveTo>
                  <a:lnTo>
                    <a:pt x="8032819" y="2512991"/>
                  </a:lnTo>
                  <a:lnTo>
                    <a:pt x="8031645" y="2512919"/>
                  </a:lnTo>
                  <a:lnTo>
                    <a:pt x="8023958" y="2512411"/>
                  </a:lnTo>
                  <a:lnTo>
                    <a:pt x="8004687" y="2511006"/>
                  </a:lnTo>
                  <a:lnTo>
                    <a:pt x="7970513" y="2508245"/>
                  </a:lnTo>
                  <a:lnTo>
                    <a:pt x="7920144" y="2503715"/>
                  </a:lnTo>
                  <a:lnTo>
                    <a:pt x="7854408" y="2497100"/>
                  </a:lnTo>
                  <a:lnTo>
                    <a:pt x="7775944" y="2488206"/>
                  </a:lnTo>
                  <a:lnTo>
                    <a:pt x="7688564" y="2476962"/>
                  </a:lnTo>
                  <a:lnTo>
                    <a:pt x="7596458" y="2463383"/>
                  </a:lnTo>
                  <a:lnTo>
                    <a:pt x="7503489" y="2447524"/>
                  </a:lnTo>
                  <a:lnTo>
                    <a:pt x="7412744" y="2429424"/>
                  </a:lnTo>
                  <a:lnTo>
                    <a:pt x="7326353" y="2409067"/>
                  </a:lnTo>
                  <a:lnTo>
                    <a:pt x="7245535" y="2386357"/>
                  </a:lnTo>
                  <a:lnTo>
                    <a:pt x="7170747" y="2361107"/>
                  </a:lnTo>
                  <a:lnTo>
                    <a:pt x="7101887" y="2333032"/>
                  </a:lnTo>
                  <a:lnTo>
                    <a:pt x="7038471" y="2301758"/>
                  </a:lnTo>
                  <a:lnTo>
                    <a:pt x="6979784" y="2266835"/>
                  </a:lnTo>
                  <a:lnTo>
                    <a:pt x="6924991" y="2227765"/>
                  </a:lnTo>
                  <a:lnTo>
                    <a:pt x="6873222" y="2184048"/>
                  </a:lnTo>
                  <a:lnTo>
                    <a:pt x="6823641" y="2135265"/>
                  </a:lnTo>
                  <a:lnTo>
                    <a:pt x="6786527" y="2094159"/>
                  </a:lnTo>
                  <a:lnTo>
                    <a:pt x="6747574" y="2046877"/>
                  </a:lnTo>
                  <a:lnTo>
                    <a:pt x="6708989" y="1995982"/>
                  </a:lnTo>
                  <a:lnTo>
                    <a:pt x="6670524" y="1941402"/>
                  </a:lnTo>
                  <a:lnTo>
                    <a:pt x="6631986" y="1883127"/>
                  </a:lnTo>
                  <a:lnTo>
                    <a:pt x="6593232" y="1821222"/>
                  </a:lnTo>
                  <a:lnTo>
                    <a:pt x="6554164" y="1755829"/>
                  </a:lnTo>
                  <a:lnTo>
                    <a:pt x="6514727" y="1687170"/>
                  </a:lnTo>
                  <a:lnTo>
                    <a:pt x="6474903" y="1615552"/>
                  </a:lnTo>
                  <a:lnTo>
                    <a:pt x="6434708" y="1541362"/>
                  </a:lnTo>
                  <a:lnTo>
                    <a:pt x="6394187" y="1465062"/>
                  </a:lnTo>
                  <a:lnTo>
                    <a:pt x="6353410" y="1387177"/>
                  </a:lnTo>
                  <a:lnTo>
                    <a:pt x="6312465" y="1308280"/>
                  </a:lnTo>
                  <a:lnTo>
                    <a:pt x="6271452" y="1228978"/>
                  </a:lnTo>
                  <a:lnTo>
                    <a:pt x="6230476" y="1149892"/>
                  </a:lnTo>
                  <a:lnTo>
                    <a:pt x="6189637" y="1071634"/>
                  </a:lnTo>
                  <a:lnTo>
                    <a:pt x="6149030" y="994790"/>
                  </a:lnTo>
                  <a:lnTo>
                    <a:pt x="6108729" y="919902"/>
                  </a:lnTo>
                  <a:lnTo>
                    <a:pt x="6068788" y="847452"/>
                  </a:lnTo>
                  <a:lnTo>
                    <a:pt x="6029233" y="777850"/>
                  </a:lnTo>
                  <a:lnTo>
                    <a:pt x="5990056" y="711429"/>
                  </a:lnTo>
                  <a:lnTo>
                    <a:pt x="5951214" y="648437"/>
                  </a:lnTo>
                  <a:lnTo>
                    <a:pt x="5912622" y="589041"/>
                  </a:lnTo>
                  <a:lnTo>
                    <a:pt x="5874153" y="533327"/>
                  </a:lnTo>
                  <a:lnTo>
                    <a:pt x="5835629" y="481309"/>
                  </a:lnTo>
                  <a:lnTo>
                    <a:pt x="5796819" y="432932"/>
                  </a:lnTo>
                  <a:lnTo>
                    <a:pt x="5784835" y="418831"/>
                  </a:lnTo>
                  <a:lnTo>
                    <a:pt x="5736433" y="366002"/>
                  </a:lnTo>
                  <a:lnTo>
                    <a:pt x="5686416" y="318416"/>
                  </a:lnTo>
                  <a:lnTo>
                    <a:pt x="5634026" y="275813"/>
                  </a:lnTo>
                  <a:lnTo>
                    <a:pt x="5578411" y="237746"/>
                  </a:lnTo>
                  <a:lnTo>
                    <a:pt x="5518704" y="203708"/>
                  </a:lnTo>
                  <a:lnTo>
                    <a:pt x="5454089" y="173210"/>
                  </a:lnTo>
                  <a:lnTo>
                    <a:pt x="5383892" y="145817"/>
                  </a:lnTo>
                  <a:lnTo>
                    <a:pt x="5307705" y="121175"/>
                  </a:lnTo>
                  <a:lnTo>
                    <a:pt x="5225535" y="99022"/>
                  </a:lnTo>
                  <a:lnTo>
                    <a:pt x="5138000" y="79191"/>
                  </a:lnTo>
                  <a:lnTo>
                    <a:pt x="5046517" y="61606"/>
                  </a:lnTo>
                  <a:lnTo>
                    <a:pt x="4953440" y="46269"/>
                  </a:lnTo>
                  <a:lnTo>
                    <a:pt x="4862061" y="33225"/>
                  </a:lnTo>
                  <a:lnTo>
                    <a:pt x="4776368" y="22524"/>
                  </a:lnTo>
                  <a:lnTo>
                    <a:pt x="4700533" y="14166"/>
                  </a:lnTo>
                  <a:lnTo>
                    <a:pt x="4638167" y="8054"/>
                  </a:lnTo>
                  <a:lnTo>
                    <a:pt x="4591537" y="3965"/>
                  </a:lnTo>
                  <a:lnTo>
                    <a:pt x="4560994" y="1556"/>
                  </a:lnTo>
                  <a:lnTo>
                    <a:pt x="4544760" y="399"/>
                  </a:lnTo>
                  <a:lnTo>
                    <a:pt x="4539084" y="32"/>
                  </a:lnTo>
                  <a:lnTo>
                    <a:pt x="4538543" y="0"/>
                  </a:lnTo>
                  <a:lnTo>
                    <a:pt x="4016409" y="0"/>
                  </a:lnTo>
                  <a:lnTo>
                    <a:pt x="4015190" y="52"/>
                  </a:lnTo>
                  <a:lnTo>
                    <a:pt x="4007215" y="429"/>
                  </a:lnTo>
                  <a:lnTo>
                    <a:pt x="3987247" y="1469"/>
                  </a:lnTo>
                  <a:lnTo>
                    <a:pt x="3951901" y="3513"/>
                  </a:lnTo>
                  <a:lnTo>
                    <a:pt x="3899938" y="6864"/>
                  </a:lnTo>
                  <a:lnTo>
                    <a:pt x="3832335" y="11751"/>
                  </a:lnTo>
                  <a:lnTo>
                    <a:pt x="3751947" y="18310"/>
                  </a:lnTo>
                  <a:lnTo>
                    <a:pt x="3662797" y="26587"/>
                  </a:lnTo>
                  <a:lnTo>
                    <a:pt x="3569231" y="36567"/>
                  </a:lnTo>
                  <a:lnTo>
                    <a:pt x="3475193" y="48209"/>
                  </a:lnTo>
                  <a:lnTo>
                    <a:pt x="3383771" y="61488"/>
                  </a:lnTo>
                  <a:lnTo>
                    <a:pt x="3297048" y="76423"/>
                  </a:lnTo>
                  <a:lnTo>
                    <a:pt x="3216158" y="93094"/>
                  </a:lnTo>
                  <a:lnTo>
                    <a:pt x="3141472" y="111652"/>
                  </a:lnTo>
                  <a:lnTo>
                    <a:pt x="3072800" y="132319"/>
                  </a:lnTo>
                  <a:lnTo>
                    <a:pt x="3009586" y="155384"/>
                  </a:lnTo>
                  <a:lnTo>
                    <a:pt x="2951054" y="181189"/>
                  </a:lnTo>
                  <a:lnTo>
                    <a:pt x="2896321" y="210107"/>
                  </a:lnTo>
                  <a:lnTo>
                    <a:pt x="2844487" y="242500"/>
                  </a:lnTo>
                  <a:lnTo>
                    <a:pt x="2794700" y="278650"/>
                  </a:lnTo>
                  <a:lnTo>
                    <a:pt x="2770117" y="298358"/>
                  </a:lnTo>
                  <a:lnTo>
                    <a:pt x="2726548" y="336228"/>
                  </a:lnTo>
                  <a:lnTo>
                    <a:pt x="2683401" y="377331"/>
                  </a:lnTo>
                  <a:lnTo>
                    <a:pt x="2640342" y="421729"/>
                  </a:lnTo>
                  <a:lnTo>
                    <a:pt x="2597121" y="469410"/>
                  </a:lnTo>
                  <a:lnTo>
                    <a:pt x="2553565" y="520278"/>
                  </a:lnTo>
                  <a:lnTo>
                    <a:pt x="2509570" y="574148"/>
                  </a:lnTo>
                  <a:lnTo>
                    <a:pt x="2465094" y="630742"/>
                  </a:lnTo>
                  <a:lnTo>
                    <a:pt x="2420147" y="689692"/>
                  </a:lnTo>
                  <a:lnTo>
                    <a:pt x="2374789" y="750544"/>
                  </a:lnTo>
                  <a:lnTo>
                    <a:pt x="2329118" y="812774"/>
                  </a:lnTo>
                  <a:lnTo>
                    <a:pt x="2283261" y="875803"/>
                  </a:lnTo>
                  <a:lnTo>
                    <a:pt x="2237359" y="939021"/>
                  </a:lnTo>
                  <a:lnTo>
                    <a:pt x="2191558" y="1001809"/>
                  </a:lnTo>
                  <a:lnTo>
                    <a:pt x="2145996" y="1063568"/>
                  </a:lnTo>
                  <a:lnTo>
                    <a:pt x="2100789" y="1123735"/>
                  </a:lnTo>
                  <a:lnTo>
                    <a:pt x="2056021" y="1181815"/>
                  </a:lnTo>
                  <a:lnTo>
                    <a:pt x="2011734" y="1237384"/>
                  </a:lnTo>
                  <a:lnTo>
                    <a:pt x="1967919" y="1290109"/>
                  </a:lnTo>
                  <a:lnTo>
                    <a:pt x="1924510" y="1339750"/>
                  </a:lnTo>
                  <a:lnTo>
                    <a:pt x="1881377" y="1386155"/>
                  </a:lnTo>
                  <a:lnTo>
                    <a:pt x="1838318" y="1429264"/>
                  </a:lnTo>
                  <a:lnTo>
                    <a:pt x="1795051" y="1469093"/>
                  </a:lnTo>
                  <a:lnTo>
                    <a:pt x="1768425" y="1491794"/>
                  </a:lnTo>
                  <a:lnTo>
                    <a:pt x="1719389" y="1529889"/>
                  </a:lnTo>
                  <a:lnTo>
                    <a:pt x="1668688" y="1564152"/>
                  </a:lnTo>
                  <a:lnTo>
                    <a:pt x="1615529" y="1594781"/>
                  </a:lnTo>
                  <a:lnTo>
                    <a:pt x="1559028" y="1622110"/>
                  </a:lnTo>
                  <a:lnTo>
                    <a:pt x="1498282" y="1646513"/>
                  </a:lnTo>
                  <a:lnTo>
                    <a:pt x="1432451" y="1668350"/>
                  </a:lnTo>
                  <a:lnTo>
                    <a:pt x="1360851" y="1687941"/>
                  </a:lnTo>
                  <a:lnTo>
                    <a:pt x="1283086" y="1705541"/>
                  </a:lnTo>
                  <a:lnTo>
                    <a:pt x="1199218" y="1721337"/>
                  </a:lnTo>
                  <a:lnTo>
                    <a:pt x="1109970" y="1735446"/>
                  </a:lnTo>
                  <a:lnTo>
                    <a:pt x="1016929" y="1747915"/>
                  </a:lnTo>
                  <a:lnTo>
                    <a:pt x="922678" y="1758739"/>
                  </a:lnTo>
                  <a:lnTo>
                    <a:pt x="830768" y="1767880"/>
                  </a:lnTo>
                  <a:lnTo>
                    <a:pt x="745415" y="1775305"/>
                  </a:lnTo>
                  <a:lnTo>
                    <a:pt x="670910" y="1781025"/>
                  </a:lnTo>
                  <a:lnTo>
                    <a:pt x="610800" y="1785127"/>
                  </a:lnTo>
                  <a:lnTo>
                    <a:pt x="567081" y="1787797"/>
                  </a:lnTo>
                  <a:lnTo>
                    <a:pt x="539647" y="1789303"/>
                  </a:lnTo>
                  <a:lnTo>
                    <a:pt x="526165" y="1789972"/>
                  </a:lnTo>
                  <a:lnTo>
                    <a:pt x="522294" y="1790146"/>
                  </a:lnTo>
                  <a:lnTo>
                    <a:pt x="522133" y="1790153"/>
                  </a:lnTo>
                  <a:lnTo>
                    <a:pt x="0" y="1790153"/>
                  </a:lnTo>
                  <a:lnTo>
                    <a:pt x="0" y="1790153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001" name="pg1001"/>
            <p:cNvSpPr/>
            <p:nvPr/>
          </p:nvSpPr>
          <p:spPr>
            <a:xfrm>
              <a:off x="386606" y="3455708"/>
              <a:ext cx="8554953" cy="1507794"/>
            </a:xfrm>
            <a:custGeom>
              <a:avLst/>
              <a:pathLst>
                <a:path w="8554953" h="1507794">
                  <a:moveTo>
                    <a:pt x="0" y="553422"/>
                  </a:moveTo>
                  <a:lnTo>
                    <a:pt x="522133" y="553422"/>
                  </a:lnTo>
                  <a:lnTo>
                    <a:pt x="523388" y="553451"/>
                  </a:lnTo>
                  <a:lnTo>
                    <a:pt x="531593" y="553658"/>
                  </a:lnTo>
                  <a:lnTo>
                    <a:pt x="552115" y="554230"/>
                  </a:lnTo>
                  <a:lnTo>
                    <a:pt x="588389" y="555352"/>
                  </a:lnTo>
                  <a:lnTo>
                    <a:pt x="641612" y="557191"/>
                  </a:lnTo>
                  <a:lnTo>
                    <a:pt x="710680" y="559870"/>
                  </a:lnTo>
                  <a:lnTo>
                    <a:pt x="792566" y="563461"/>
                  </a:lnTo>
                  <a:lnTo>
                    <a:pt x="883082" y="567987"/>
                  </a:lnTo>
                  <a:lnTo>
                    <a:pt x="977759" y="573437"/>
                  </a:lnTo>
                  <a:lnTo>
                    <a:pt x="1072598" y="579789"/>
                  </a:lnTo>
                  <a:lnTo>
                    <a:pt x="1164512" y="587031"/>
                  </a:lnTo>
                  <a:lnTo>
                    <a:pt x="1251465" y="595176"/>
                  </a:lnTo>
                  <a:lnTo>
                    <a:pt x="1332387" y="604273"/>
                  </a:lnTo>
                  <a:lnTo>
                    <a:pt x="1406979" y="614410"/>
                  </a:lnTo>
                  <a:lnTo>
                    <a:pt x="1475498" y="625713"/>
                  </a:lnTo>
                  <a:lnTo>
                    <a:pt x="1538558" y="638347"/>
                  </a:lnTo>
                  <a:lnTo>
                    <a:pt x="1596981" y="652502"/>
                  </a:lnTo>
                  <a:lnTo>
                    <a:pt x="1651684" y="668385"/>
                  </a:lnTo>
                  <a:lnTo>
                    <a:pt x="1703593" y="686189"/>
                  </a:lnTo>
                  <a:lnTo>
                    <a:pt x="1753563" y="706055"/>
                  </a:lnTo>
                  <a:lnTo>
                    <a:pt x="1768425" y="712484"/>
                  </a:lnTo>
                  <a:lnTo>
                    <a:pt x="1818305" y="735761"/>
                  </a:lnTo>
                  <a:lnTo>
                    <a:pt x="1867699" y="761309"/>
                  </a:lnTo>
                  <a:lnTo>
                    <a:pt x="1917082" y="789166"/>
                  </a:lnTo>
                  <a:lnTo>
                    <a:pt x="1966785" y="819297"/>
                  </a:lnTo>
                  <a:lnTo>
                    <a:pt x="2017016" y="851589"/>
                  </a:lnTo>
                  <a:lnTo>
                    <a:pt x="2067870" y="885846"/>
                  </a:lnTo>
                  <a:lnTo>
                    <a:pt x="2119345" y="921786"/>
                  </a:lnTo>
                  <a:lnTo>
                    <a:pt x="2171356" y="959048"/>
                  </a:lnTo>
                  <a:lnTo>
                    <a:pt x="2223752" y="997209"/>
                  </a:lnTo>
                  <a:lnTo>
                    <a:pt x="2276335" y="1035797"/>
                  </a:lnTo>
                  <a:lnTo>
                    <a:pt x="2328890" y="1074318"/>
                  </a:lnTo>
                  <a:lnTo>
                    <a:pt x="2381200" y="1112283"/>
                  </a:lnTo>
                  <a:lnTo>
                    <a:pt x="2433079" y="1149229"/>
                  </a:lnTo>
                  <a:lnTo>
                    <a:pt x="2484393" y="1184749"/>
                  </a:lnTo>
                  <a:lnTo>
                    <a:pt x="2535076" y="1218502"/>
                  </a:lnTo>
                  <a:lnTo>
                    <a:pt x="2585151" y="1250230"/>
                  </a:lnTo>
                  <a:lnTo>
                    <a:pt x="2634743" y="1279758"/>
                  </a:lnTo>
                  <a:lnTo>
                    <a:pt x="2684091" y="1306995"/>
                  </a:lnTo>
                  <a:lnTo>
                    <a:pt x="2733562" y="1331927"/>
                  </a:lnTo>
                  <a:lnTo>
                    <a:pt x="2770117" y="1348732"/>
                  </a:lnTo>
                  <a:lnTo>
                    <a:pt x="2819648" y="1369233"/>
                  </a:lnTo>
                  <a:lnTo>
                    <a:pt x="2870885" y="1387651"/>
                  </a:lnTo>
                  <a:lnTo>
                    <a:pt x="2924646" y="1404096"/>
                  </a:lnTo>
                  <a:lnTo>
                    <a:pt x="2981843" y="1418753"/>
                  </a:lnTo>
                  <a:lnTo>
                    <a:pt x="3043406" y="1431826"/>
                  </a:lnTo>
                  <a:lnTo>
                    <a:pt x="3110194" y="1443514"/>
                  </a:lnTo>
                  <a:lnTo>
                    <a:pt x="3182901" y="1453989"/>
                  </a:lnTo>
                  <a:lnTo>
                    <a:pt x="3261908" y="1463389"/>
                  </a:lnTo>
                  <a:lnTo>
                    <a:pt x="3347108" y="1471816"/>
                  </a:lnTo>
                  <a:lnTo>
                    <a:pt x="3437687" y="1479328"/>
                  </a:lnTo>
                  <a:lnTo>
                    <a:pt x="3531918" y="1485950"/>
                  </a:lnTo>
                  <a:lnTo>
                    <a:pt x="3627030" y="1491676"/>
                  </a:lnTo>
                  <a:lnTo>
                    <a:pt x="3719268" y="1496483"/>
                  </a:lnTo>
                  <a:lnTo>
                    <a:pt x="3804240" y="1500357"/>
                  </a:lnTo>
                  <a:lnTo>
                    <a:pt x="3877579" y="1503307"/>
                  </a:lnTo>
                  <a:lnTo>
                    <a:pt x="3935817" y="1505389"/>
                  </a:lnTo>
                  <a:lnTo>
                    <a:pt x="3977205" y="1506713"/>
                  </a:lnTo>
                  <a:lnTo>
                    <a:pt x="4002232" y="1507433"/>
                  </a:lnTo>
                  <a:lnTo>
                    <a:pt x="4013683" y="1507730"/>
                  </a:lnTo>
                  <a:lnTo>
                    <a:pt x="4016409" y="1507794"/>
                  </a:lnTo>
                  <a:lnTo>
                    <a:pt x="4538543" y="1507794"/>
                  </a:lnTo>
                  <a:lnTo>
                    <a:pt x="4539776" y="1507749"/>
                  </a:lnTo>
                  <a:lnTo>
                    <a:pt x="4547845" y="1507430"/>
                  </a:lnTo>
                  <a:lnTo>
                    <a:pt x="4568037" y="1506546"/>
                  </a:lnTo>
                  <a:lnTo>
                    <a:pt x="4603760" y="1504809"/>
                  </a:lnTo>
                  <a:lnTo>
                    <a:pt x="4656235" y="1501964"/>
                  </a:lnTo>
                  <a:lnTo>
                    <a:pt x="4724434" y="1497817"/>
                  </a:lnTo>
                  <a:lnTo>
                    <a:pt x="4805433" y="1492253"/>
                  </a:lnTo>
                  <a:lnTo>
                    <a:pt x="4895141" y="1485235"/>
                  </a:lnTo>
                  <a:lnTo>
                    <a:pt x="4989162" y="1476778"/>
                  </a:lnTo>
                  <a:lnTo>
                    <a:pt x="5083531" y="1466916"/>
                  </a:lnTo>
                  <a:lnTo>
                    <a:pt x="5175156" y="1455669"/>
                  </a:lnTo>
                  <a:lnTo>
                    <a:pt x="5261976" y="1443020"/>
                  </a:lnTo>
                  <a:lnTo>
                    <a:pt x="5342882" y="1428898"/>
                  </a:lnTo>
                  <a:lnTo>
                    <a:pt x="5417531" y="1413171"/>
                  </a:lnTo>
                  <a:lnTo>
                    <a:pt x="5486141" y="1395647"/>
                  </a:lnTo>
                  <a:lnTo>
                    <a:pt x="5549292" y="1376078"/>
                  </a:lnTo>
                  <a:lnTo>
                    <a:pt x="5607778" y="1354172"/>
                  </a:lnTo>
                  <a:lnTo>
                    <a:pt x="5662497" y="1329610"/>
                  </a:lnTo>
                  <a:lnTo>
                    <a:pt x="5714359" y="1302087"/>
                  </a:lnTo>
                  <a:lnTo>
                    <a:pt x="5764218" y="1271375"/>
                  </a:lnTo>
                  <a:lnTo>
                    <a:pt x="5784835" y="1257436"/>
                  </a:lnTo>
                  <a:lnTo>
                    <a:pt x="5830518" y="1224039"/>
                  </a:lnTo>
                  <a:lnTo>
                    <a:pt x="5875755" y="1187653"/>
                  </a:lnTo>
                  <a:lnTo>
                    <a:pt x="5920926" y="1148225"/>
                  </a:lnTo>
                  <a:lnTo>
                    <a:pt x="5966307" y="1105775"/>
                  </a:lnTo>
                  <a:lnTo>
                    <a:pt x="6012083" y="1060410"/>
                  </a:lnTo>
                  <a:lnTo>
                    <a:pt x="6058360" y="1012330"/>
                  </a:lnTo>
                  <a:lnTo>
                    <a:pt x="6105168" y="961827"/>
                  </a:lnTo>
                  <a:lnTo>
                    <a:pt x="6152476" y="909286"/>
                  </a:lnTo>
                  <a:lnTo>
                    <a:pt x="6200198" y="855170"/>
                  </a:lnTo>
                  <a:lnTo>
                    <a:pt x="6248207" y="800013"/>
                  </a:lnTo>
                  <a:lnTo>
                    <a:pt x="6296346" y="744391"/>
                  </a:lnTo>
                  <a:lnTo>
                    <a:pt x="6344447" y="688902"/>
                  </a:lnTo>
                  <a:lnTo>
                    <a:pt x="6392347" y="634138"/>
                  </a:lnTo>
                  <a:lnTo>
                    <a:pt x="6439899" y="580658"/>
                  </a:lnTo>
                  <a:lnTo>
                    <a:pt x="6486993" y="528966"/>
                  </a:lnTo>
                  <a:lnTo>
                    <a:pt x="6533567" y="479494"/>
                  </a:lnTo>
                  <a:lnTo>
                    <a:pt x="6579614" y="432587"/>
                  </a:lnTo>
                  <a:lnTo>
                    <a:pt x="6625197" y="388494"/>
                  </a:lnTo>
                  <a:lnTo>
                    <a:pt x="6670457" y="347375"/>
                  </a:lnTo>
                  <a:lnTo>
                    <a:pt x="6715618" y="309296"/>
                  </a:lnTo>
                  <a:lnTo>
                    <a:pt x="6760999" y="274245"/>
                  </a:lnTo>
                  <a:lnTo>
                    <a:pt x="6786527" y="256005"/>
                  </a:lnTo>
                  <a:lnTo>
                    <a:pt x="6835764" y="223916"/>
                  </a:lnTo>
                  <a:lnTo>
                    <a:pt x="6886684" y="195068"/>
                  </a:lnTo>
                  <a:lnTo>
                    <a:pt x="6940088" y="169291"/>
                  </a:lnTo>
                  <a:lnTo>
                    <a:pt x="6996872" y="146304"/>
                  </a:lnTo>
                  <a:lnTo>
                    <a:pt x="7057950" y="125786"/>
                  </a:lnTo>
                  <a:lnTo>
                    <a:pt x="7124170" y="107432"/>
                  </a:lnTo>
                  <a:lnTo>
                    <a:pt x="7196220" y="90974"/>
                  </a:lnTo>
                  <a:lnTo>
                    <a:pt x="7274490" y="76194"/>
                  </a:lnTo>
                  <a:lnTo>
                    <a:pt x="7358900" y="62935"/>
                  </a:lnTo>
                  <a:lnTo>
                    <a:pt x="7448691" y="51102"/>
                  </a:lnTo>
                  <a:lnTo>
                    <a:pt x="7542220" y="40655"/>
                  </a:lnTo>
                  <a:lnTo>
                    <a:pt x="7636827" y="31601"/>
                  </a:lnTo>
                  <a:lnTo>
                    <a:pt x="7728881" y="23972"/>
                  </a:lnTo>
                  <a:lnTo>
                    <a:pt x="7814091" y="17796"/>
                  </a:lnTo>
                  <a:lnTo>
                    <a:pt x="7888134" y="13060"/>
                  </a:lnTo>
                  <a:lnTo>
                    <a:pt x="7947492" y="9684"/>
                  </a:lnTo>
                  <a:lnTo>
                    <a:pt x="7990268" y="7508"/>
                  </a:lnTo>
                  <a:lnTo>
                    <a:pt x="8016718" y="6298"/>
                  </a:lnTo>
                  <a:lnTo>
                    <a:pt x="8029359" y="5776"/>
                  </a:lnTo>
                  <a:lnTo>
                    <a:pt x="8032819" y="5647"/>
                  </a:lnTo>
                  <a:lnTo>
                    <a:pt x="8554953" y="5647"/>
                  </a:lnTo>
                  <a:lnTo>
                    <a:pt x="8554953" y="0"/>
                  </a:lnTo>
                  <a:lnTo>
                    <a:pt x="8032819" y="0"/>
                  </a:lnTo>
                  <a:lnTo>
                    <a:pt x="8031586" y="44"/>
                  </a:lnTo>
                  <a:lnTo>
                    <a:pt x="8023517" y="364"/>
                  </a:lnTo>
                  <a:lnTo>
                    <a:pt x="8003325" y="1248"/>
                  </a:lnTo>
                  <a:lnTo>
                    <a:pt x="7967602" y="2984"/>
                  </a:lnTo>
                  <a:lnTo>
                    <a:pt x="7915127" y="5829"/>
                  </a:lnTo>
                  <a:lnTo>
                    <a:pt x="7846928" y="9977"/>
                  </a:lnTo>
                  <a:lnTo>
                    <a:pt x="7765929" y="15541"/>
                  </a:lnTo>
                  <a:lnTo>
                    <a:pt x="7676221" y="22559"/>
                  </a:lnTo>
                  <a:lnTo>
                    <a:pt x="7582199" y="31016"/>
                  </a:lnTo>
                  <a:lnTo>
                    <a:pt x="7487831" y="40878"/>
                  </a:lnTo>
                  <a:lnTo>
                    <a:pt x="7396206" y="52124"/>
                  </a:lnTo>
                  <a:lnTo>
                    <a:pt x="7309386" y="64773"/>
                  </a:lnTo>
                  <a:lnTo>
                    <a:pt x="7228480" y="78895"/>
                  </a:lnTo>
                  <a:lnTo>
                    <a:pt x="7153831" y="94623"/>
                  </a:lnTo>
                  <a:lnTo>
                    <a:pt x="7085221" y="112147"/>
                  </a:lnTo>
                  <a:lnTo>
                    <a:pt x="7022070" y="131716"/>
                  </a:lnTo>
                  <a:lnTo>
                    <a:pt x="6963584" y="153622"/>
                  </a:lnTo>
                  <a:lnTo>
                    <a:pt x="6908865" y="178184"/>
                  </a:lnTo>
                  <a:lnTo>
                    <a:pt x="6857003" y="205706"/>
                  </a:lnTo>
                  <a:lnTo>
                    <a:pt x="6807144" y="236419"/>
                  </a:lnTo>
                  <a:lnTo>
                    <a:pt x="6786527" y="250357"/>
                  </a:lnTo>
                  <a:lnTo>
                    <a:pt x="6740844" y="283754"/>
                  </a:lnTo>
                  <a:lnTo>
                    <a:pt x="6695607" y="320140"/>
                  </a:lnTo>
                  <a:lnTo>
                    <a:pt x="6650436" y="359569"/>
                  </a:lnTo>
                  <a:lnTo>
                    <a:pt x="6605055" y="402019"/>
                  </a:lnTo>
                  <a:lnTo>
                    <a:pt x="6559279" y="447384"/>
                  </a:lnTo>
                  <a:lnTo>
                    <a:pt x="6513002" y="495464"/>
                  </a:lnTo>
                  <a:lnTo>
                    <a:pt x="6466194" y="545966"/>
                  </a:lnTo>
                  <a:lnTo>
                    <a:pt x="6418886" y="598508"/>
                  </a:lnTo>
                  <a:lnTo>
                    <a:pt x="6371164" y="652623"/>
                  </a:lnTo>
                  <a:lnTo>
                    <a:pt x="6323155" y="707780"/>
                  </a:lnTo>
                  <a:lnTo>
                    <a:pt x="6275016" y="763402"/>
                  </a:lnTo>
                  <a:lnTo>
                    <a:pt x="6226915" y="818891"/>
                  </a:lnTo>
                  <a:lnTo>
                    <a:pt x="6179015" y="873656"/>
                  </a:lnTo>
                  <a:lnTo>
                    <a:pt x="6131463" y="927136"/>
                  </a:lnTo>
                  <a:lnTo>
                    <a:pt x="6084368" y="978827"/>
                  </a:lnTo>
                  <a:lnTo>
                    <a:pt x="6037795" y="1028299"/>
                  </a:lnTo>
                  <a:lnTo>
                    <a:pt x="5991748" y="1075207"/>
                  </a:lnTo>
                  <a:lnTo>
                    <a:pt x="5946165" y="1119299"/>
                  </a:lnTo>
                  <a:lnTo>
                    <a:pt x="5900905" y="1160419"/>
                  </a:lnTo>
                  <a:lnTo>
                    <a:pt x="5855744" y="1198498"/>
                  </a:lnTo>
                  <a:lnTo>
                    <a:pt x="5810363" y="1233549"/>
                  </a:lnTo>
                  <a:lnTo>
                    <a:pt x="5784835" y="1251789"/>
                  </a:lnTo>
                  <a:lnTo>
                    <a:pt x="5735598" y="1283878"/>
                  </a:lnTo>
                  <a:lnTo>
                    <a:pt x="5684678" y="1312726"/>
                  </a:lnTo>
                  <a:lnTo>
                    <a:pt x="5631274" y="1338502"/>
                  </a:lnTo>
                  <a:lnTo>
                    <a:pt x="5574490" y="1361490"/>
                  </a:lnTo>
                  <a:lnTo>
                    <a:pt x="5513412" y="1382008"/>
                  </a:lnTo>
                  <a:lnTo>
                    <a:pt x="5447192" y="1400361"/>
                  </a:lnTo>
                  <a:lnTo>
                    <a:pt x="5375142" y="1416820"/>
                  </a:lnTo>
                  <a:lnTo>
                    <a:pt x="5296872" y="1431600"/>
                  </a:lnTo>
                  <a:lnTo>
                    <a:pt x="5212462" y="1444859"/>
                  </a:lnTo>
                  <a:lnTo>
                    <a:pt x="5122671" y="1456692"/>
                  </a:lnTo>
                  <a:lnTo>
                    <a:pt x="5029142" y="1467139"/>
                  </a:lnTo>
                  <a:lnTo>
                    <a:pt x="4934535" y="1476193"/>
                  </a:lnTo>
                  <a:lnTo>
                    <a:pt x="4842481" y="1483822"/>
                  </a:lnTo>
                  <a:lnTo>
                    <a:pt x="4757271" y="1489998"/>
                  </a:lnTo>
                  <a:lnTo>
                    <a:pt x="4683228" y="1494734"/>
                  </a:lnTo>
                  <a:lnTo>
                    <a:pt x="4623870" y="1498110"/>
                  </a:lnTo>
                  <a:lnTo>
                    <a:pt x="4581094" y="1500286"/>
                  </a:lnTo>
                  <a:lnTo>
                    <a:pt x="4554644" y="1501495"/>
                  </a:lnTo>
                  <a:lnTo>
                    <a:pt x="4542003" y="1502017"/>
                  </a:lnTo>
                  <a:lnTo>
                    <a:pt x="4538543" y="1502147"/>
                  </a:lnTo>
                  <a:lnTo>
                    <a:pt x="4016409" y="1502147"/>
                  </a:lnTo>
                  <a:lnTo>
                    <a:pt x="4015154" y="1502118"/>
                  </a:lnTo>
                  <a:lnTo>
                    <a:pt x="4006949" y="1501911"/>
                  </a:lnTo>
                  <a:lnTo>
                    <a:pt x="3986427" y="1501340"/>
                  </a:lnTo>
                  <a:lnTo>
                    <a:pt x="3950153" y="1500217"/>
                  </a:lnTo>
                  <a:lnTo>
                    <a:pt x="3896930" y="1498378"/>
                  </a:lnTo>
                  <a:lnTo>
                    <a:pt x="3827862" y="1495699"/>
                  </a:lnTo>
                  <a:lnTo>
                    <a:pt x="3745976" y="1492108"/>
                  </a:lnTo>
                  <a:lnTo>
                    <a:pt x="3655460" y="1487582"/>
                  </a:lnTo>
                  <a:lnTo>
                    <a:pt x="3560783" y="1482133"/>
                  </a:lnTo>
                  <a:lnTo>
                    <a:pt x="3465944" y="1475780"/>
                  </a:lnTo>
                  <a:lnTo>
                    <a:pt x="3374030" y="1468539"/>
                  </a:lnTo>
                  <a:lnTo>
                    <a:pt x="3287077" y="1460393"/>
                  </a:lnTo>
                  <a:lnTo>
                    <a:pt x="3206155" y="1451296"/>
                  </a:lnTo>
                  <a:lnTo>
                    <a:pt x="3131563" y="1441160"/>
                  </a:lnTo>
                  <a:lnTo>
                    <a:pt x="3063044" y="1429856"/>
                  </a:lnTo>
                  <a:lnTo>
                    <a:pt x="2999984" y="1417222"/>
                  </a:lnTo>
                  <a:lnTo>
                    <a:pt x="2941561" y="1403067"/>
                  </a:lnTo>
                  <a:lnTo>
                    <a:pt x="2886858" y="1387185"/>
                  </a:lnTo>
                  <a:lnTo>
                    <a:pt x="2834949" y="1369380"/>
                  </a:lnTo>
                  <a:lnTo>
                    <a:pt x="2784979" y="1349515"/>
                  </a:lnTo>
                  <a:lnTo>
                    <a:pt x="2770117" y="1343085"/>
                  </a:lnTo>
                  <a:lnTo>
                    <a:pt x="2720237" y="1319808"/>
                  </a:lnTo>
                  <a:lnTo>
                    <a:pt x="2670843" y="1294260"/>
                  </a:lnTo>
                  <a:lnTo>
                    <a:pt x="2621461" y="1266403"/>
                  </a:lnTo>
                  <a:lnTo>
                    <a:pt x="2571757" y="1236272"/>
                  </a:lnTo>
                  <a:lnTo>
                    <a:pt x="2521527" y="1203980"/>
                  </a:lnTo>
                  <a:lnTo>
                    <a:pt x="2470672" y="1169723"/>
                  </a:lnTo>
                  <a:lnTo>
                    <a:pt x="2419197" y="1133784"/>
                  </a:lnTo>
                  <a:lnTo>
                    <a:pt x="2367186" y="1096521"/>
                  </a:lnTo>
                  <a:lnTo>
                    <a:pt x="2314791" y="1058360"/>
                  </a:lnTo>
                  <a:lnTo>
                    <a:pt x="2262207" y="1019772"/>
                  </a:lnTo>
                  <a:lnTo>
                    <a:pt x="2209653" y="981251"/>
                  </a:lnTo>
                  <a:lnTo>
                    <a:pt x="2157342" y="943287"/>
                  </a:lnTo>
                  <a:lnTo>
                    <a:pt x="2105463" y="906340"/>
                  </a:lnTo>
                  <a:lnTo>
                    <a:pt x="2054149" y="870820"/>
                  </a:lnTo>
                  <a:lnTo>
                    <a:pt x="2003466" y="837067"/>
                  </a:lnTo>
                  <a:lnTo>
                    <a:pt x="1953391" y="805339"/>
                  </a:lnTo>
                  <a:lnTo>
                    <a:pt x="1903799" y="775811"/>
                  </a:lnTo>
                  <a:lnTo>
                    <a:pt x="1854451" y="748574"/>
                  </a:lnTo>
                  <a:lnTo>
                    <a:pt x="1804980" y="723642"/>
                  </a:lnTo>
                  <a:lnTo>
                    <a:pt x="1768425" y="706837"/>
                  </a:lnTo>
                  <a:lnTo>
                    <a:pt x="1718894" y="686336"/>
                  </a:lnTo>
                  <a:lnTo>
                    <a:pt x="1667658" y="667918"/>
                  </a:lnTo>
                  <a:lnTo>
                    <a:pt x="1613897" y="651473"/>
                  </a:lnTo>
                  <a:lnTo>
                    <a:pt x="1556699" y="636817"/>
                  </a:lnTo>
                  <a:lnTo>
                    <a:pt x="1495136" y="623743"/>
                  </a:lnTo>
                  <a:lnTo>
                    <a:pt x="1428348" y="612056"/>
                  </a:lnTo>
                  <a:lnTo>
                    <a:pt x="1355641" y="601581"/>
                  </a:lnTo>
                  <a:lnTo>
                    <a:pt x="1276634" y="592180"/>
                  </a:lnTo>
                  <a:lnTo>
                    <a:pt x="1191434" y="583753"/>
                  </a:lnTo>
                  <a:lnTo>
                    <a:pt x="1100855" y="576241"/>
                  </a:lnTo>
                  <a:lnTo>
                    <a:pt x="1006624" y="569619"/>
                  </a:lnTo>
                  <a:lnTo>
                    <a:pt x="911512" y="563894"/>
                  </a:lnTo>
                  <a:lnTo>
                    <a:pt x="819274" y="559086"/>
                  </a:lnTo>
                  <a:lnTo>
                    <a:pt x="734302" y="555212"/>
                  </a:lnTo>
                  <a:lnTo>
                    <a:pt x="660963" y="552262"/>
                  </a:lnTo>
                  <a:lnTo>
                    <a:pt x="602725" y="550180"/>
                  </a:lnTo>
                  <a:lnTo>
                    <a:pt x="561337" y="548856"/>
                  </a:lnTo>
                  <a:lnTo>
                    <a:pt x="536310" y="548137"/>
                  </a:lnTo>
                  <a:lnTo>
                    <a:pt x="524859" y="547839"/>
                  </a:lnTo>
                  <a:lnTo>
                    <a:pt x="522133" y="547775"/>
                  </a:lnTo>
                  <a:lnTo>
                    <a:pt x="0" y="547775"/>
                  </a:lnTo>
                  <a:close/>
                </a:path>
              </a:pathLst>
            </a:custGeom>
            <a:solidFill>
              <a:srgbClr val="F28E5B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1002" name="pl1002"/>
            <p:cNvSpPr/>
            <p:nvPr/>
          </p:nvSpPr>
          <p:spPr>
            <a:xfrm>
              <a:off x="386606" y="3461355"/>
              <a:ext cx="8554953" cy="1502147"/>
            </a:xfrm>
            <a:custGeom>
              <a:avLst/>
              <a:pathLst>
                <a:path w="8554953" h="1502147">
                  <a:moveTo>
                    <a:pt x="0" y="547775"/>
                  </a:moveTo>
                  <a:lnTo>
                    <a:pt x="522133" y="547775"/>
                  </a:lnTo>
                  <a:lnTo>
                    <a:pt x="523388" y="547804"/>
                  </a:lnTo>
                  <a:lnTo>
                    <a:pt x="531593" y="548011"/>
                  </a:lnTo>
                  <a:lnTo>
                    <a:pt x="552115" y="548582"/>
                  </a:lnTo>
                  <a:lnTo>
                    <a:pt x="588389" y="549705"/>
                  </a:lnTo>
                  <a:lnTo>
                    <a:pt x="641612" y="551544"/>
                  </a:lnTo>
                  <a:lnTo>
                    <a:pt x="710680" y="554223"/>
                  </a:lnTo>
                  <a:lnTo>
                    <a:pt x="792566" y="557814"/>
                  </a:lnTo>
                  <a:lnTo>
                    <a:pt x="883082" y="562340"/>
                  </a:lnTo>
                  <a:lnTo>
                    <a:pt x="977759" y="567790"/>
                  </a:lnTo>
                  <a:lnTo>
                    <a:pt x="1072598" y="574142"/>
                  </a:lnTo>
                  <a:lnTo>
                    <a:pt x="1164512" y="581384"/>
                  </a:lnTo>
                  <a:lnTo>
                    <a:pt x="1251465" y="589529"/>
                  </a:lnTo>
                  <a:lnTo>
                    <a:pt x="1332387" y="598626"/>
                  </a:lnTo>
                  <a:lnTo>
                    <a:pt x="1406979" y="608762"/>
                  </a:lnTo>
                  <a:lnTo>
                    <a:pt x="1475498" y="620066"/>
                  </a:lnTo>
                  <a:lnTo>
                    <a:pt x="1538558" y="632700"/>
                  </a:lnTo>
                  <a:lnTo>
                    <a:pt x="1596981" y="646855"/>
                  </a:lnTo>
                  <a:lnTo>
                    <a:pt x="1651684" y="662737"/>
                  </a:lnTo>
                  <a:lnTo>
                    <a:pt x="1703593" y="680542"/>
                  </a:lnTo>
                  <a:lnTo>
                    <a:pt x="1753563" y="700408"/>
                  </a:lnTo>
                  <a:lnTo>
                    <a:pt x="1768425" y="706837"/>
                  </a:lnTo>
                  <a:lnTo>
                    <a:pt x="1818305" y="730114"/>
                  </a:lnTo>
                  <a:lnTo>
                    <a:pt x="1867699" y="755662"/>
                  </a:lnTo>
                  <a:lnTo>
                    <a:pt x="1917082" y="783519"/>
                  </a:lnTo>
                  <a:lnTo>
                    <a:pt x="1966785" y="813650"/>
                  </a:lnTo>
                  <a:lnTo>
                    <a:pt x="2017016" y="845942"/>
                  </a:lnTo>
                  <a:lnTo>
                    <a:pt x="2067870" y="880199"/>
                  </a:lnTo>
                  <a:lnTo>
                    <a:pt x="2119345" y="916139"/>
                  </a:lnTo>
                  <a:lnTo>
                    <a:pt x="2171356" y="953401"/>
                  </a:lnTo>
                  <a:lnTo>
                    <a:pt x="2223752" y="991562"/>
                  </a:lnTo>
                  <a:lnTo>
                    <a:pt x="2276335" y="1030150"/>
                  </a:lnTo>
                  <a:lnTo>
                    <a:pt x="2328890" y="1068671"/>
                  </a:lnTo>
                  <a:lnTo>
                    <a:pt x="2381200" y="1106635"/>
                  </a:lnTo>
                  <a:lnTo>
                    <a:pt x="2433079" y="1143582"/>
                  </a:lnTo>
                  <a:lnTo>
                    <a:pt x="2484393" y="1179102"/>
                  </a:lnTo>
                  <a:lnTo>
                    <a:pt x="2535076" y="1212855"/>
                  </a:lnTo>
                  <a:lnTo>
                    <a:pt x="2585151" y="1244583"/>
                  </a:lnTo>
                  <a:lnTo>
                    <a:pt x="2634743" y="1274111"/>
                  </a:lnTo>
                  <a:lnTo>
                    <a:pt x="2684091" y="1301348"/>
                  </a:lnTo>
                  <a:lnTo>
                    <a:pt x="2733562" y="1326280"/>
                  </a:lnTo>
                  <a:lnTo>
                    <a:pt x="2770117" y="1343085"/>
                  </a:lnTo>
                  <a:lnTo>
                    <a:pt x="2819648" y="1363586"/>
                  </a:lnTo>
                  <a:lnTo>
                    <a:pt x="2870885" y="1382004"/>
                  </a:lnTo>
                  <a:lnTo>
                    <a:pt x="2924646" y="1398449"/>
                  </a:lnTo>
                  <a:lnTo>
                    <a:pt x="2981843" y="1413105"/>
                  </a:lnTo>
                  <a:lnTo>
                    <a:pt x="3043406" y="1426179"/>
                  </a:lnTo>
                  <a:lnTo>
                    <a:pt x="3110194" y="1437866"/>
                  </a:lnTo>
                  <a:lnTo>
                    <a:pt x="3182901" y="1448341"/>
                  </a:lnTo>
                  <a:lnTo>
                    <a:pt x="3261908" y="1457742"/>
                  </a:lnTo>
                  <a:lnTo>
                    <a:pt x="3347108" y="1466169"/>
                  </a:lnTo>
                  <a:lnTo>
                    <a:pt x="3437687" y="1473681"/>
                  </a:lnTo>
                  <a:lnTo>
                    <a:pt x="3531918" y="1480303"/>
                  </a:lnTo>
                  <a:lnTo>
                    <a:pt x="3627030" y="1486029"/>
                  </a:lnTo>
                  <a:lnTo>
                    <a:pt x="3719268" y="1490836"/>
                  </a:lnTo>
                  <a:lnTo>
                    <a:pt x="3804240" y="1494710"/>
                  </a:lnTo>
                  <a:lnTo>
                    <a:pt x="3877579" y="1497660"/>
                  </a:lnTo>
                  <a:lnTo>
                    <a:pt x="3935817" y="1499742"/>
                  </a:lnTo>
                  <a:lnTo>
                    <a:pt x="3977205" y="1501066"/>
                  </a:lnTo>
                  <a:lnTo>
                    <a:pt x="4002232" y="1501785"/>
                  </a:lnTo>
                  <a:lnTo>
                    <a:pt x="4013683" y="1502083"/>
                  </a:lnTo>
                  <a:lnTo>
                    <a:pt x="4016373" y="1502146"/>
                  </a:lnTo>
                  <a:lnTo>
                    <a:pt x="4016409" y="1502147"/>
                  </a:lnTo>
                  <a:lnTo>
                    <a:pt x="4538543" y="1502147"/>
                  </a:lnTo>
                  <a:lnTo>
                    <a:pt x="4539776" y="1502102"/>
                  </a:lnTo>
                  <a:lnTo>
                    <a:pt x="4547845" y="1501783"/>
                  </a:lnTo>
                  <a:lnTo>
                    <a:pt x="4568037" y="1500899"/>
                  </a:lnTo>
                  <a:lnTo>
                    <a:pt x="4603760" y="1499162"/>
                  </a:lnTo>
                  <a:lnTo>
                    <a:pt x="4656235" y="1496317"/>
                  </a:lnTo>
                  <a:lnTo>
                    <a:pt x="4724434" y="1492169"/>
                  </a:lnTo>
                  <a:lnTo>
                    <a:pt x="4805433" y="1486606"/>
                  </a:lnTo>
                  <a:lnTo>
                    <a:pt x="4895141" y="1479588"/>
                  </a:lnTo>
                  <a:lnTo>
                    <a:pt x="4989162" y="1471131"/>
                  </a:lnTo>
                  <a:lnTo>
                    <a:pt x="5083531" y="1461269"/>
                  </a:lnTo>
                  <a:lnTo>
                    <a:pt x="5175156" y="1450022"/>
                  </a:lnTo>
                  <a:lnTo>
                    <a:pt x="5261976" y="1437373"/>
                  </a:lnTo>
                  <a:lnTo>
                    <a:pt x="5342882" y="1423251"/>
                  </a:lnTo>
                  <a:lnTo>
                    <a:pt x="5417531" y="1407524"/>
                  </a:lnTo>
                  <a:lnTo>
                    <a:pt x="5486141" y="1390000"/>
                  </a:lnTo>
                  <a:lnTo>
                    <a:pt x="5549292" y="1370431"/>
                  </a:lnTo>
                  <a:lnTo>
                    <a:pt x="5607778" y="1348524"/>
                  </a:lnTo>
                  <a:lnTo>
                    <a:pt x="5662497" y="1323963"/>
                  </a:lnTo>
                  <a:lnTo>
                    <a:pt x="5714359" y="1296440"/>
                  </a:lnTo>
                  <a:lnTo>
                    <a:pt x="5764218" y="1265728"/>
                  </a:lnTo>
                  <a:lnTo>
                    <a:pt x="5784835" y="1251789"/>
                  </a:lnTo>
                  <a:lnTo>
                    <a:pt x="5830518" y="1218392"/>
                  </a:lnTo>
                  <a:lnTo>
                    <a:pt x="5875755" y="1182006"/>
                  </a:lnTo>
                  <a:lnTo>
                    <a:pt x="5920926" y="1142578"/>
                  </a:lnTo>
                  <a:lnTo>
                    <a:pt x="5966307" y="1100127"/>
                  </a:lnTo>
                  <a:lnTo>
                    <a:pt x="6012083" y="1054763"/>
                  </a:lnTo>
                  <a:lnTo>
                    <a:pt x="6058360" y="1006683"/>
                  </a:lnTo>
                  <a:lnTo>
                    <a:pt x="6105168" y="956180"/>
                  </a:lnTo>
                  <a:lnTo>
                    <a:pt x="6152476" y="903638"/>
                  </a:lnTo>
                  <a:lnTo>
                    <a:pt x="6200198" y="849523"/>
                  </a:lnTo>
                  <a:lnTo>
                    <a:pt x="6248207" y="794366"/>
                  </a:lnTo>
                  <a:lnTo>
                    <a:pt x="6296346" y="738744"/>
                  </a:lnTo>
                  <a:lnTo>
                    <a:pt x="6344447" y="683255"/>
                  </a:lnTo>
                  <a:lnTo>
                    <a:pt x="6392347" y="628491"/>
                  </a:lnTo>
                  <a:lnTo>
                    <a:pt x="6439899" y="575010"/>
                  </a:lnTo>
                  <a:lnTo>
                    <a:pt x="6486993" y="523319"/>
                  </a:lnTo>
                  <a:lnTo>
                    <a:pt x="6533567" y="473847"/>
                  </a:lnTo>
                  <a:lnTo>
                    <a:pt x="6579614" y="426940"/>
                  </a:lnTo>
                  <a:lnTo>
                    <a:pt x="6625197" y="382847"/>
                  </a:lnTo>
                  <a:lnTo>
                    <a:pt x="6670457" y="341727"/>
                  </a:lnTo>
                  <a:lnTo>
                    <a:pt x="6715618" y="303649"/>
                  </a:lnTo>
                  <a:lnTo>
                    <a:pt x="6760999" y="268598"/>
                  </a:lnTo>
                  <a:lnTo>
                    <a:pt x="6786527" y="250357"/>
                  </a:lnTo>
                  <a:lnTo>
                    <a:pt x="6835764" y="218269"/>
                  </a:lnTo>
                  <a:lnTo>
                    <a:pt x="6886684" y="189420"/>
                  </a:lnTo>
                  <a:lnTo>
                    <a:pt x="6940088" y="163644"/>
                  </a:lnTo>
                  <a:lnTo>
                    <a:pt x="6996872" y="140656"/>
                  </a:lnTo>
                  <a:lnTo>
                    <a:pt x="7057950" y="120139"/>
                  </a:lnTo>
                  <a:lnTo>
                    <a:pt x="7124170" y="101785"/>
                  </a:lnTo>
                  <a:lnTo>
                    <a:pt x="7196220" y="85326"/>
                  </a:lnTo>
                  <a:lnTo>
                    <a:pt x="7274490" y="70546"/>
                  </a:lnTo>
                  <a:lnTo>
                    <a:pt x="7358900" y="57288"/>
                  </a:lnTo>
                  <a:lnTo>
                    <a:pt x="7448691" y="45455"/>
                  </a:lnTo>
                  <a:lnTo>
                    <a:pt x="7542220" y="35008"/>
                  </a:lnTo>
                  <a:lnTo>
                    <a:pt x="7636827" y="25954"/>
                  </a:lnTo>
                  <a:lnTo>
                    <a:pt x="7728881" y="18325"/>
                  </a:lnTo>
                  <a:lnTo>
                    <a:pt x="7814091" y="12148"/>
                  </a:lnTo>
                  <a:lnTo>
                    <a:pt x="7888134" y="7412"/>
                  </a:lnTo>
                  <a:lnTo>
                    <a:pt x="7947492" y="4037"/>
                  </a:lnTo>
                  <a:lnTo>
                    <a:pt x="7990268" y="1861"/>
                  </a:lnTo>
                  <a:lnTo>
                    <a:pt x="8016718" y="651"/>
                  </a:lnTo>
                  <a:lnTo>
                    <a:pt x="8029359" y="129"/>
                  </a:lnTo>
                  <a:lnTo>
                    <a:pt x="8032723" y="3"/>
                  </a:lnTo>
                  <a:lnTo>
                    <a:pt x="8032819" y="0"/>
                  </a:lnTo>
                  <a:lnTo>
                    <a:pt x="8554953" y="0"/>
                  </a:lnTo>
                  <a:lnTo>
                    <a:pt x="8554953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003" name="pl1003"/>
            <p:cNvSpPr/>
            <p:nvPr/>
          </p:nvSpPr>
          <p:spPr>
            <a:xfrm>
              <a:off x="386606" y="3455708"/>
              <a:ext cx="8554953" cy="1502147"/>
            </a:xfrm>
            <a:custGeom>
              <a:avLst/>
              <a:pathLst>
                <a:path w="8554953" h="1502147">
                  <a:moveTo>
                    <a:pt x="8554953" y="0"/>
                  </a:moveTo>
                  <a:lnTo>
                    <a:pt x="8032819" y="0"/>
                  </a:lnTo>
                  <a:lnTo>
                    <a:pt x="8031586" y="44"/>
                  </a:lnTo>
                  <a:lnTo>
                    <a:pt x="8023517" y="364"/>
                  </a:lnTo>
                  <a:lnTo>
                    <a:pt x="8003325" y="1248"/>
                  </a:lnTo>
                  <a:lnTo>
                    <a:pt x="7967602" y="2984"/>
                  </a:lnTo>
                  <a:lnTo>
                    <a:pt x="7915127" y="5829"/>
                  </a:lnTo>
                  <a:lnTo>
                    <a:pt x="7846928" y="9977"/>
                  </a:lnTo>
                  <a:lnTo>
                    <a:pt x="7765929" y="15541"/>
                  </a:lnTo>
                  <a:lnTo>
                    <a:pt x="7676221" y="22559"/>
                  </a:lnTo>
                  <a:lnTo>
                    <a:pt x="7582199" y="31016"/>
                  </a:lnTo>
                  <a:lnTo>
                    <a:pt x="7487831" y="40878"/>
                  </a:lnTo>
                  <a:lnTo>
                    <a:pt x="7396206" y="52124"/>
                  </a:lnTo>
                  <a:lnTo>
                    <a:pt x="7309386" y="64773"/>
                  </a:lnTo>
                  <a:lnTo>
                    <a:pt x="7228480" y="78895"/>
                  </a:lnTo>
                  <a:lnTo>
                    <a:pt x="7153831" y="94623"/>
                  </a:lnTo>
                  <a:lnTo>
                    <a:pt x="7085221" y="112147"/>
                  </a:lnTo>
                  <a:lnTo>
                    <a:pt x="7022070" y="131716"/>
                  </a:lnTo>
                  <a:lnTo>
                    <a:pt x="6963584" y="153622"/>
                  </a:lnTo>
                  <a:lnTo>
                    <a:pt x="6908865" y="178184"/>
                  </a:lnTo>
                  <a:lnTo>
                    <a:pt x="6857003" y="205706"/>
                  </a:lnTo>
                  <a:lnTo>
                    <a:pt x="6807144" y="236419"/>
                  </a:lnTo>
                  <a:lnTo>
                    <a:pt x="6786527" y="250357"/>
                  </a:lnTo>
                  <a:lnTo>
                    <a:pt x="6740844" y="283754"/>
                  </a:lnTo>
                  <a:lnTo>
                    <a:pt x="6695607" y="320140"/>
                  </a:lnTo>
                  <a:lnTo>
                    <a:pt x="6650436" y="359569"/>
                  </a:lnTo>
                  <a:lnTo>
                    <a:pt x="6605055" y="402019"/>
                  </a:lnTo>
                  <a:lnTo>
                    <a:pt x="6559279" y="447384"/>
                  </a:lnTo>
                  <a:lnTo>
                    <a:pt x="6513002" y="495464"/>
                  </a:lnTo>
                  <a:lnTo>
                    <a:pt x="6466194" y="545966"/>
                  </a:lnTo>
                  <a:lnTo>
                    <a:pt x="6418886" y="598508"/>
                  </a:lnTo>
                  <a:lnTo>
                    <a:pt x="6371164" y="652623"/>
                  </a:lnTo>
                  <a:lnTo>
                    <a:pt x="6323155" y="707780"/>
                  </a:lnTo>
                  <a:lnTo>
                    <a:pt x="6275016" y="763402"/>
                  </a:lnTo>
                  <a:lnTo>
                    <a:pt x="6226915" y="818891"/>
                  </a:lnTo>
                  <a:lnTo>
                    <a:pt x="6179015" y="873656"/>
                  </a:lnTo>
                  <a:lnTo>
                    <a:pt x="6131463" y="927136"/>
                  </a:lnTo>
                  <a:lnTo>
                    <a:pt x="6084368" y="978827"/>
                  </a:lnTo>
                  <a:lnTo>
                    <a:pt x="6037795" y="1028299"/>
                  </a:lnTo>
                  <a:lnTo>
                    <a:pt x="5991748" y="1075207"/>
                  </a:lnTo>
                  <a:lnTo>
                    <a:pt x="5946165" y="1119299"/>
                  </a:lnTo>
                  <a:lnTo>
                    <a:pt x="5900905" y="1160419"/>
                  </a:lnTo>
                  <a:lnTo>
                    <a:pt x="5855744" y="1198498"/>
                  </a:lnTo>
                  <a:lnTo>
                    <a:pt x="5810363" y="1233549"/>
                  </a:lnTo>
                  <a:lnTo>
                    <a:pt x="5784835" y="1251789"/>
                  </a:lnTo>
                  <a:lnTo>
                    <a:pt x="5735598" y="1283878"/>
                  </a:lnTo>
                  <a:lnTo>
                    <a:pt x="5684678" y="1312726"/>
                  </a:lnTo>
                  <a:lnTo>
                    <a:pt x="5631274" y="1338502"/>
                  </a:lnTo>
                  <a:lnTo>
                    <a:pt x="5574490" y="1361490"/>
                  </a:lnTo>
                  <a:lnTo>
                    <a:pt x="5513412" y="1382008"/>
                  </a:lnTo>
                  <a:lnTo>
                    <a:pt x="5447192" y="1400361"/>
                  </a:lnTo>
                  <a:lnTo>
                    <a:pt x="5375142" y="1416820"/>
                  </a:lnTo>
                  <a:lnTo>
                    <a:pt x="5296872" y="1431600"/>
                  </a:lnTo>
                  <a:lnTo>
                    <a:pt x="5212462" y="1444859"/>
                  </a:lnTo>
                  <a:lnTo>
                    <a:pt x="5122671" y="1456692"/>
                  </a:lnTo>
                  <a:lnTo>
                    <a:pt x="5029142" y="1467139"/>
                  </a:lnTo>
                  <a:lnTo>
                    <a:pt x="4934535" y="1476193"/>
                  </a:lnTo>
                  <a:lnTo>
                    <a:pt x="4842481" y="1483822"/>
                  </a:lnTo>
                  <a:lnTo>
                    <a:pt x="4757271" y="1489998"/>
                  </a:lnTo>
                  <a:lnTo>
                    <a:pt x="4683228" y="1494734"/>
                  </a:lnTo>
                  <a:lnTo>
                    <a:pt x="4623870" y="1498110"/>
                  </a:lnTo>
                  <a:lnTo>
                    <a:pt x="4581094" y="1500286"/>
                  </a:lnTo>
                  <a:lnTo>
                    <a:pt x="4554644" y="1501495"/>
                  </a:lnTo>
                  <a:lnTo>
                    <a:pt x="4542003" y="1502017"/>
                  </a:lnTo>
                  <a:lnTo>
                    <a:pt x="4538639" y="1502144"/>
                  </a:lnTo>
                  <a:lnTo>
                    <a:pt x="4538543" y="1502147"/>
                  </a:lnTo>
                  <a:lnTo>
                    <a:pt x="4016409" y="1502147"/>
                  </a:lnTo>
                  <a:lnTo>
                    <a:pt x="4015154" y="1502118"/>
                  </a:lnTo>
                  <a:lnTo>
                    <a:pt x="4006949" y="1501911"/>
                  </a:lnTo>
                  <a:lnTo>
                    <a:pt x="3986427" y="1501340"/>
                  </a:lnTo>
                  <a:lnTo>
                    <a:pt x="3950153" y="1500217"/>
                  </a:lnTo>
                  <a:lnTo>
                    <a:pt x="3896930" y="1498378"/>
                  </a:lnTo>
                  <a:lnTo>
                    <a:pt x="3827862" y="1495699"/>
                  </a:lnTo>
                  <a:lnTo>
                    <a:pt x="3745976" y="1492108"/>
                  </a:lnTo>
                  <a:lnTo>
                    <a:pt x="3655460" y="1487582"/>
                  </a:lnTo>
                  <a:lnTo>
                    <a:pt x="3560783" y="1482133"/>
                  </a:lnTo>
                  <a:lnTo>
                    <a:pt x="3465944" y="1475780"/>
                  </a:lnTo>
                  <a:lnTo>
                    <a:pt x="3374030" y="1468539"/>
                  </a:lnTo>
                  <a:lnTo>
                    <a:pt x="3287077" y="1460393"/>
                  </a:lnTo>
                  <a:lnTo>
                    <a:pt x="3206155" y="1451296"/>
                  </a:lnTo>
                  <a:lnTo>
                    <a:pt x="3131563" y="1441160"/>
                  </a:lnTo>
                  <a:lnTo>
                    <a:pt x="3063044" y="1429856"/>
                  </a:lnTo>
                  <a:lnTo>
                    <a:pt x="2999984" y="1417222"/>
                  </a:lnTo>
                  <a:lnTo>
                    <a:pt x="2941561" y="1403067"/>
                  </a:lnTo>
                  <a:lnTo>
                    <a:pt x="2886858" y="1387185"/>
                  </a:lnTo>
                  <a:lnTo>
                    <a:pt x="2834949" y="1369380"/>
                  </a:lnTo>
                  <a:lnTo>
                    <a:pt x="2784979" y="1349515"/>
                  </a:lnTo>
                  <a:lnTo>
                    <a:pt x="2770117" y="1343085"/>
                  </a:lnTo>
                  <a:lnTo>
                    <a:pt x="2720237" y="1319808"/>
                  </a:lnTo>
                  <a:lnTo>
                    <a:pt x="2670843" y="1294260"/>
                  </a:lnTo>
                  <a:lnTo>
                    <a:pt x="2621461" y="1266403"/>
                  </a:lnTo>
                  <a:lnTo>
                    <a:pt x="2571757" y="1236272"/>
                  </a:lnTo>
                  <a:lnTo>
                    <a:pt x="2521527" y="1203980"/>
                  </a:lnTo>
                  <a:lnTo>
                    <a:pt x="2470672" y="1169723"/>
                  </a:lnTo>
                  <a:lnTo>
                    <a:pt x="2419197" y="1133784"/>
                  </a:lnTo>
                  <a:lnTo>
                    <a:pt x="2367186" y="1096521"/>
                  </a:lnTo>
                  <a:lnTo>
                    <a:pt x="2314791" y="1058360"/>
                  </a:lnTo>
                  <a:lnTo>
                    <a:pt x="2262207" y="1019772"/>
                  </a:lnTo>
                  <a:lnTo>
                    <a:pt x="2209653" y="981251"/>
                  </a:lnTo>
                  <a:lnTo>
                    <a:pt x="2157342" y="943287"/>
                  </a:lnTo>
                  <a:lnTo>
                    <a:pt x="2105463" y="906340"/>
                  </a:lnTo>
                  <a:lnTo>
                    <a:pt x="2054149" y="870820"/>
                  </a:lnTo>
                  <a:lnTo>
                    <a:pt x="2003466" y="837067"/>
                  </a:lnTo>
                  <a:lnTo>
                    <a:pt x="1953391" y="805339"/>
                  </a:lnTo>
                  <a:lnTo>
                    <a:pt x="1903799" y="775811"/>
                  </a:lnTo>
                  <a:lnTo>
                    <a:pt x="1854451" y="748574"/>
                  </a:lnTo>
                  <a:lnTo>
                    <a:pt x="1804980" y="723642"/>
                  </a:lnTo>
                  <a:lnTo>
                    <a:pt x="1768425" y="706837"/>
                  </a:lnTo>
                  <a:lnTo>
                    <a:pt x="1718894" y="686336"/>
                  </a:lnTo>
                  <a:lnTo>
                    <a:pt x="1667658" y="667918"/>
                  </a:lnTo>
                  <a:lnTo>
                    <a:pt x="1613897" y="651473"/>
                  </a:lnTo>
                  <a:lnTo>
                    <a:pt x="1556699" y="636817"/>
                  </a:lnTo>
                  <a:lnTo>
                    <a:pt x="1495136" y="623743"/>
                  </a:lnTo>
                  <a:lnTo>
                    <a:pt x="1428348" y="612056"/>
                  </a:lnTo>
                  <a:lnTo>
                    <a:pt x="1355641" y="601581"/>
                  </a:lnTo>
                  <a:lnTo>
                    <a:pt x="1276634" y="592180"/>
                  </a:lnTo>
                  <a:lnTo>
                    <a:pt x="1191434" y="583753"/>
                  </a:lnTo>
                  <a:lnTo>
                    <a:pt x="1100855" y="576241"/>
                  </a:lnTo>
                  <a:lnTo>
                    <a:pt x="1006624" y="569619"/>
                  </a:lnTo>
                  <a:lnTo>
                    <a:pt x="911512" y="563894"/>
                  </a:lnTo>
                  <a:lnTo>
                    <a:pt x="819274" y="559086"/>
                  </a:lnTo>
                  <a:lnTo>
                    <a:pt x="734302" y="555212"/>
                  </a:lnTo>
                  <a:lnTo>
                    <a:pt x="660963" y="552262"/>
                  </a:lnTo>
                  <a:lnTo>
                    <a:pt x="602725" y="550180"/>
                  </a:lnTo>
                  <a:lnTo>
                    <a:pt x="561337" y="548856"/>
                  </a:lnTo>
                  <a:lnTo>
                    <a:pt x="536310" y="548137"/>
                  </a:lnTo>
                  <a:lnTo>
                    <a:pt x="524859" y="547839"/>
                  </a:lnTo>
                  <a:lnTo>
                    <a:pt x="522169" y="547776"/>
                  </a:lnTo>
                  <a:lnTo>
                    <a:pt x="522133" y="547775"/>
                  </a:lnTo>
                  <a:lnTo>
                    <a:pt x="0" y="547775"/>
                  </a:lnTo>
                  <a:lnTo>
                    <a:pt x="0" y="547775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004" name="pg1004"/>
            <p:cNvSpPr/>
            <p:nvPr/>
          </p:nvSpPr>
          <p:spPr>
            <a:xfrm>
              <a:off x="386606" y="3890540"/>
              <a:ext cx="8554953" cy="1084256"/>
            </a:xfrm>
            <a:custGeom>
              <a:avLst/>
              <a:pathLst>
                <a:path w="8554953" h="1084256">
                  <a:moveTo>
                    <a:pt x="0" y="129884"/>
                  </a:moveTo>
                  <a:lnTo>
                    <a:pt x="522133" y="129884"/>
                  </a:lnTo>
                  <a:lnTo>
                    <a:pt x="523388" y="129913"/>
                  </a:lnTo>
                  <a:lnTo>
                    <a:pt x="531593" y="130120"/>
                  </a:lnTo>
                  <a:lnTo>
                    <a:pt x="552115" y="130692"/>
                  </a:lnTo>
                  <a:lnTo>
                    <a:pt x="588389" y="131815"/>
                  </a:lnTo>
                  <a:lnTo>
                    <a:pt x="641612" y="133653"/>
                  </a:lnTo>
                  <a:lnTo>
                    <a:pt x="710680" y="136332"/>
                  </a:lnTo>
                  <a:lnTo>
                    <a:pt x="792566" y="139923"/>
                  </a:lnTo>
                  <a:lnTo>
                    <a:pt x="883082" y="144449"/>
                  </a:lnTo>
                  <a:lnTo>
                    <a:pt x="977759" y="149899"/>
                  </a:lnTo>
                  <a:lnTo>
                    <a:pt x="1072598" y="156251"/>
                  </a:lnTo>
                  <a:lnTo>
                    <a:pt x="1164512" y="163493"/>
                  </a:lnTo>
                  <a:lnTo>
                    <a:pt x="1251465" y="171638"/>
                  </a:lnTo>
                  <a:lnTo>
                    <a:pt x="1332387" y="180735"/>
                  </a:lnTo>
                  <a:lnTo>
                    <a:pt x="1406979" y="190872"/>
                  </a:lnTo>
                  <a:lnTo>
                    <a:pt x="1475498" y="202176"/>
                  </a:lnTo>
                  <a:lnTo>
                    <a:pt x="1538558" y="214809"/>
                  </a:lnTo>
                  <a:lnTo>
                    <a:pt x="1596981" y="228964"/>
                  </a:lnTo>
                  <a:lnTo>
                    <a:pt x="1651684" y="244847"/>
                  </a:lnTo>
                  <a:lnTo>
                    <a:pt x="1703593" y="262651"/>
                  </a:lnTo>
                  <a:lnTo>
                    <a:pt x="1753563" y="282517"/>
                  </a:lnTo>
                  <a:lnTo>
                    <a:pt x="1768425" y="288946"/>
                  </a:lnTo>
                  <a:lnTo>
                    <a:pt x="1818305" y="312223"/>
                  </a:lnTo>
                  <a:lnTo>
                    <a:pt x="1867699" y="337772"/>
                  </a:lnTo>
                  <a:lnTo>
                    <a:pt x="1917082" y="365628"/>
                  </a:lnTo>
                  <a:lnTo>
                    <a:pt x="1966785" y="395759"/>
                  </a:lnTo>
                  <a:lnTo>
                    <a:pt x="2017016" y="428052"/>
                  </a:lnTo>
                  <a:lnTo>
                    <a:pt x="2067870" y="462308"/>
                  </a:lnTo>
                  <a:lnTo>
                    <a:pt x="2119345" y="498248"/>
                  </a:lnTo>
                  <a:lnTo>
                    <a:pt x="2171356" y="535510"/>
                  </a:lnTo>
                  <a:lnTo>
                    <a:pt x="2223752" y="573671"/>
                  </a:lnTo>
                  <a:lnTo>
                    <a:pt x="2276335" y="612259"/>
                  </a:lnTo>
                  <a:lnTo>
                    <a:pt x="2328890" y="650780"/>
                  </a:lnTo>
                  <a:lnTo>
                    <a:pt x="2381200" y="688745"/>
                  </a:lnTo>
                  <a:lnTo>
                    <a:pt x="2433079" y="725691"/>
                  </a:lnTo>
                  <a:lnTo>
                    <a:pt x="2484393" y="761211"/>
                  </a:lnTo>
                  <a:lnTo>
                    <a:pt x="2535076" y="794965"/>
                  </a:lnTo>
                  <a:lnTo>
                    <a:pt x="2585151" y="826692"/>
                  </a:lnTo>
                  <a:lnTo>
                    <a:pt x="2634743" y="856220"/>
                  </a:lnTo>
                  <a:lnTo>
                    <a:pt x="2684091" y="883457"/>
                  </a:lnTo>
                  <a:lnTo>
                    <a:pt x="2733562" y="908389"/>
                  </a:lnTo>
                  <a:lnTo>
                    <a:pt x="2770117" y="925194"/>
                  </a:lnTo>
                  <a:lnTo>
                    <a:pt x="2819648" y="945695"/>
                  </a:lnTo>
                  <a:lnTo>
                    <a:pt x="2870885" y="964113"/>
                  </a:lnTo>
                  <a:lnTo>
                    <a:pt x="2924646" y="980558"/>
                  </a:lnTo>
                  <a:lnTo>
                    <a:pt x="2981843" y="995215"/>
                  </a:lnTo>
                  <a:lnTo>
                    <a:pt x="3043406" y="1008288"/>
                  </a:lnTo>
                  <a:lnTo>
                    <a:pt x="3110194" y="1019976"/>
                  </a:lnTo>
                  <a:lnTo>
                    <a:pt x="3182901" y="1030451"/>
                  </a:lnTo>
                  <a:lnTo>
                    <a:pt x="3261908" y="1039852"/>
                  </a:lnTo>
                  <a:lnTo>
                    <a:pt x="3347108" y="1048278"/>
                  </a:lnTo>
                  <a:lnTo>
                    <a:pt x="3437687" y="1055791"/>
                  </a:lnTo>
                  <a:lnTo>
                    <a:pt x="3531918" y="1062413"/>
                  </a:lnTo>
                  <a:lnTo>
                    <a:pt x="3627030" y="1068138"/>
                  </a:lnTo>
                  <a:lnTo>
                    <a:pt x="3719268" y="1072945"/>
                  </a:lnTo>
                  <a:lnTo>
                    <a:pt x="3804240" y="1076819"/>
                  </a:lnTo>
                  <a:lnTo>
                    <a:pt x="3877579" y="1079769"/>
                  </a:lnTo>
                  <a:lnTo>
                    <a:pt x="3935817" y="1081852"/>
                  </a:lnTo>
                  <a:lnTo>
                    <a:pt x="3977205" y="1083175"/>
                  </a:lnTo>
                  <a:lnTo>
                    <a:pt x="4002232" y="1083895"/>
                  </a:lnTo>
                  <a:lnTo>
                    <a:pt x="4013683" y="1084192"/>
                  </a:lnTo>
                  <a:lnTo>
                    <a:pt x="4016409" y="1084256"/>
                  </a:lnTo>
                  <a:lnTo>
                    <a:pt x="4538543" y="1084256"/>
                  </a:lnTo>
                  <a:lnTo>
                    <a:pt x="4539794" y="1084224"/>
                  </a:lnTo>
                  <a:lnTo>
                    <a:pt x="4547974" y="1083992"/>
                  </a:lnTo>
                  <a:lnTo>
                    <a:pt x="4568436" y="1083352"/>
                  </a:lnTo>
                  <a:lnTo>
                    <a:pt x="4604611" y="1082093"/>
                  </a:lnTo>
                  <a:lnTo>
                    <a:pt x="4657698" y="1080032"/>
                  </a:lnTo>
                  <a:lnTo>
                    <a:pt x="4726608" y="1077029"/>
                  </a:lnTo>
                  <a:lnTo>
                    <a:pt x="4808334" y="1073004"/>
                  </a:lnTo>
                  <a:lnTo>
                    <a:pt x="4898704" y="1067929"/>
                  </a:lnTo>
                  <a:lnTo>
                    <a:pt x="4993264" y="1061818"/>
                  </a:lnTo>
                  <a:lnTo>
                    <a:pt x="5088018" y="1054694"/>
                  </a:lnTo>
                  <a:lnTo>
                    <a:pt x="5179881" y="1046572"/>
                  </a:lnTo>
                  <a:lnTo>
                    <a:pt x="5266810" y="1037437"/>
                  </a:lnTo>
                  <a:lnTo>
                    <a:pt x="5347730" y="1027235"/>
                  </a:lnTo>
                  <a:lnTo>
                    <a:pt x="5422333" y="1015868"/>
                  </a:lnTo>
                  <a:lnTo>
                    <a:pt x="5490868" y="1003195"/>
                  </a:lnTo>
                  <a:lnTo>
                    <a:pt x="5553944" y="989032"/>
                  </a:lnTo>
                  <a:lnTo>
                    <a:pt x="5612378" y="973167"/>
                  </a:lnTo>
                  <a:lnTo>
                    <a:pt x="5667084" y="955367"/>
                  </a:lnTo>
                  <a:lnTo>
                    <a:pt x="5718984" y="935416"/>
                  </a:lnTo>
                  <a:lnTo>
                    <a:pt x="5768934" y="913153"/>
                  </a:lnTo>
                  <a:lnTo>
                    <a:pt x="5784835" y="905429"/>
                  </a:lnTo>
                  <a:lnTo>
                    <a:pt x="5833817" y="879757"/>
                  </a:lnTo>
                  <a:lnTo>
                    <a:pt x="5882322" y="851623"/>
                  </a:lnTo>
                  <a:lnTo>
                    <a:pt x="5930801" y="820988"/>
                  </a:lnTo>
                  <a:lnTo>
                    <a:pt x="5979577" y="787883"/>
                  </a:lnTo>
                  <a:lnTo>
                    <a:pt x="6028850" y="752423"/>
                  </a:lnTo>
                  <a:lnTo>
                    <a:pt x="6078720" y="714810"/>
                  </a:lnTo>
                  <a:lnTo>
                    <a:pt x="6129194" y="675336"/>
                  </a:lnTo>
                  <a:lnTo>
                    <a:pt x="6180199" y="634374"/>
                  </a:lnTo>
                  <a:lnTo>
                    <a:pt x="6231599" y="592368"/>
                  </a:lnTo>
                  <a:lnTo>
                    <a:pt x="6283214" y="549813"/>
                  </a:lnTo>
                  <a:lnTo>
                    <a:pt x="6334838" y="507232"/>
                  </a:lnTo>
                  <a:lnTo>
                    <a:pt x="6386267" y="465152"/>
                  </a:lnTo>
                  <a:lnTo>
                    <a:pt x="6437316" y="424070"/>
                  </a:lnTo>
                  <a:lnTo>
                    <a:pt x="6487845" y="384436"/>
                  </a:lnTo>
                  <a:lnTo>
                    <a:pt x="6537774" y="346632"/>
                  </a:lnTo>
                  <a:lnTo>
                    <a:pt x="6587102" y="310956"/>
                  </a:lnTo>
                  <a:lnTo>
                    <a:pt x="6635918" y="277620"/>
                  </a:lnTo>
                  <a:lnTo>
                    <a:pt x="6684414" y="246746"/>
                  </a:lnTo>
                  <a:lnTo>
                    <a:pt x="6732898" y="218374"/>
                  </a:lnTo>
                  <a:lnTo>
                    <a:pt x="6781812" y="192470"/>
                  </a:lnTo>
                  <a:lnTo>
                    <a:pt x="6786527" y="190121"/>
                  </a:lnTo>
                  <a:lnTo>
                    <a:pt x="6836005" y="167096"/>
                  </a:lnTo>
                  <a:lnTo>
                    <a:pt x="6887184" y="146407"/>
                  </a:lnTo>
                  <a:lnTo>
                    <a:pt x="6940880" y="127933"/>
                  </a:lnTo>
                  <a:lnTo>
                    <a:pt x="6998003" y="111465"/>
                  </a:lnTo>
                  <a:lnTo>
                    <a:pt x="7059478" y="96775"/>
                  </a:lnTo>
                  <a:lnTo>
                    <a:pt x="7126163" y="83641"/>
                  </a:lnTo>
                  <a:lnTo>
                    <a:pt x="7198751" y="71868"/>
                  </a:lnTo>
                  <a:lnTo>
                    <a:pt x="7277625" y="61301"/>
                  </a:lnTo>
                  <a:lnTo>
                    <a:pt x="7362681" y="51828"/>
                  </a:lnTo>
                  <a:lnTo>
                    <a:pt x="7453118" y="43381"/>
                  </a:lnTo>
                  <a:lnTo>
                    <a:pt x="7547223" y="35933"/>
                  </a:lnTo>
                  <a:lnTo>
                    <a:pt x="7642245" y="29490"/>
                  </a:lnTo>
                  <a:lnTo>
                    <a:pt x="7734452" y="24077"/>
                  </a:lnTo>
                  <a:lnTo>
                    <a:pt x="7819470" y="19712"/>
                  </a:lnTo>
                  <a:lnTo>
                    <a:pt x="7892939" y="16383"/>
                  </a:lnTo>
                  <a:lnTo>
                    <a:pt x="7951381" y="14029"/>
                  </a:lnTo>
                  <a:lnTo>
                    <a:pt x="7993022" y="12529"/>
                  </a:lnTo>
                  <a:lnTo>
                    <a:pt x="8018306" y="11711"/>
                  </a:lnTo>
                  <a:lnTo>
                    <a:pt x="8029969" y="11370"/>
                  </a:lnTo>
                  <a:lnTo>
                    <a:pt x="8032819" y="11294"/>
                  </a:lnTo>
                  <a:lnTo>
                    <a:pt x="8554953" y="11294"/>
                  </a:lnTo>
                  <a:lnTo>
                    <a:pt x="8554953" y="0"/>
                  </a:lnTo>
                  <a:lnTo>
                    <a:pt x="8032819" y="0"/>
                  </a:lnTo>
                  <a:lnTo>
                    <a:pt x="8031568" y="32"/>
                  </a:lnTo>
                  <a:lnTo>
                    <a:pt x="8023387" y="264"/>
                  </a:lnTo>
                  <a:lnTo>
                    <a:pt x="8002926" y="904"/>
                  </a:lnTo>
                  <a:lnTo>
                    <a:pt x="7966751" y="2163"/>
                  </a:lnTo>
                  <a:lnTo>
                    <a:pt x="7913664" y="4224"/>
                  </a:lnTo>
                  <a:lnTo>
                    <a:pt x="7844754" y="7227"/>
                  </a:lnTo>
                  <a:lnTo>
                    <a:pt x="7763028" y="11252"/>
                  </a:lnTo>
                  <a:lnTo>
                    <a:pt x="7672658" y="16327"/>
                  </a:lnTo>
                  <a:lnTo>
                    <a:pt x="7578098" y="22438"/>
                  </a:lnTo>
                  <a:lnTo>
                    <a:pt x="7483344" y="29562"/>
                  </a:lnTo>
                  <a:lnTo>
                    <a:pt x="7391481" y="37684"/>
                  </a:lnTo>
                  <a:lnTo>
                    <a:pt x="7304552" y="46819"/>
                  </a:lnTo>
                  <a:lnTo>
                    <a:pt x="7223632" y="57021"/>
                  </a:lnTo>
                  <a:lnTo>
                    <a:pt x="7149029" y="68388"/>
                  </a:lnTo>
                  <a:lnTo>
                    <a:pt x="7080494" y="81061"/>
                  </a:lnTo>
                  <a:lnTo>
                    <a:pt x="7017418" y="95224"/>
                  </a:lnTo>
                  <a:lnTo>
                    <a:pt x="6958983" y="111089"/>
                  </a:lnTo>
                  <a:lnTo>
                    <a:pt x="6904278" y="128888"/>
                  </a:lnTo>
                  <a:lnTo>
                    <a:pt x="6852378" y="148840"/>
                  </a:lnTo>
                  <a:lnTo>
                    <a:pt x="6802428" y="171102"/>
                  </a:lnTo>
                  <a:lnTo>
                    <a:pt x="6786527" y="178827"/>
                  </a:lnTo>
                  <a:lnTo>
                    <a:pt x="6737545" y="204499"/>
                  </a:lnTo>
                  <a:lnTo>
                    <a:pt x="6689040" y="232633"/>
                  </a:lnTo>
                  <a:lnTo>
                    <a:pt x="6640561" y="263268"/>
                  </a:lnTo>
                  <a:lnTo>
                    <a:pt x="6591785" y="296373"/>
                  </a:lnTo>
                  <a:lnTo>
                    <a:pt x="6542512" y="331833"/>
                  </a:lnTo>
                  <a:lnTo>
                    <a:pt x="6492642" y="369446"/>
                  </a:lnTo>
                  <a:lnTo>
                    <a:pt x="6442168" y="408920"/>
                  </a:lnTo>
                  <a:lnTo>
                    <a:pt x="6391163" y="449882"/>
                  </a:lnTo>
                  <a:lnTo>
                    <a:pt x="6339763" y="491888"/>
                  </a:lnTo>
                  <a:lnTo>
                    <a:pt x="6288148" y="534443"/>
                  </a:lnTo>
                  <a:lnTo>
                    <a:pt x="6236524" y="577023"/>
                  </a:lnTo>
                  <a:lnTo>
                    <a:pt x="6185095" y="619104"/>
                  </a:lnTo>
                  <a:lnTo>
                    <a:pt x="6134046" y="660186"/>
                  </a:lnTo>
                  <a:lnTo>
                    <a:pt x="6083517" y="699820"/>
                  </a:lnTo>
                  <a:lnTo>
                    <a:pt x="6033588" y="737624"/>
                  </a:lnTo>
                  <a:lnTo>
                    <a:pt x="5984260" y="773300"/>
                  </a:lnTo>
                  <a:lnTo>
                    <a:pt x="5935444" y="806636"/>
                  </a:lnTo>
                  <a:lnTo>
                    <a:pt x="5886948" y="837510"/>
                  </a:lnTo>
                  <a:lnTo>
                    <a:pt x="5838464" y="865882"/>
                  </a:lnTo>
                  <a:lnTo>
                    <a:pt x="5789550" y="891786"/>
                  </a:lnTo>
                  <a:lnTo>
                    <a:pt x="5784835" y="894135"/>
                  </a:lnTo>
                  <a:lnTo>
                    <a:pt x="5735357" y="917160"/>
                  </a:lnTo>
                  <a:lnTo>
                    <a:pt x="5684178" y="937848"/>
                  </a:lnTo>
                  <a:lnTo>
                    <a:pt x="5630482" y="956323"/>
                  </a:lnTo>
                  <a:lnTo>
                    <a:pt x="5573359" y="972790"/>
                  </a:lnTo>
                  <a:lnTo>
                    <a:pt x="5511884" y="987481"/>
                  </a:lnTo>
                  <a:lnTo>
                    <a:pt x="5445198" y="1000615"/>
                  </a:lnTo>
                  <a:lnTo>
                    <a:pt x="5372611" y="1012388"/>
                  </a:lnTo>
                  <a:lnTo>
                    <a:pt x="5293737" y="1022955"/>
                  </a:lnTo>
                  <a:lnTo>
                    <a:pt x="5208681" y="1032428"/>
                  </a:lnTo>
                  <a:lnTo>
                    <a:pt x="5118244" y="1040875"/>
                  </a:lnTo>
                  <a:lnTo>
                    <a:pt x="5024139" y="1048323"/>
                  </a:lnTo>
                  <a:lnTo>
                    <a:pt x="4929117" y="1054766"/>
                  </a:lnTo>
                  <a:lnTo>
                    <a:pt x="4836910" y="1060179"/>
                  </a:lnTo>
                  <a:lnTo>
                    <a:pt x="4751892" y="1064544"/>
                  </a:lnTo>
                  <a:lnTo>
                    <a:pt x="4678423" y="1067872"/>
                  </a:lnTo>
                  <a:lnTo>
                    <a:pt x="4619980" y="1070226"/>
                  </a:lnTo>
                  <a:lnTo>
                    <a:pt x="4578340" y="1071726"/>
                  </a:lnTo>
                  <a:lnTo>
                    <a:pt x="4553056" y="1072545"/>
                  </a:lnTo>
                  <a:lnTo>
                    <a:pt x="4541393" y="1072886"/>
                  </a:lnTo>
                  <a:lnTo>
                    <a:pt x="4538543" y="1072962"/>
                  </a:lnTo>
                  <a:lnTo>
                    <a:pt x="4016409" y="1072962"/>
                  </a:lnTo>
                  <a:lnTo>
                    <a:pt x="4015154" y="1072933"/>
                  </a:lnTo>
                  <a:lnTo>
                    <a:pt x="4006949" y="1072726"/>
                  </a:lnTo>
                  <a:lnTo>
                    <a:pt x="3986427" y="1072155"/>
                  </a:lnTo>
                  <a:lnTo>
                    <a:pt x="3950153" y="1071032"/>
                  </a:lnTo>
                  <a:lnTo>
                    <a:pt x="3896930" y="1069193"/>
                  </a:lnTo>
                  <a:lnTo>
                    <a:pt x="3827862" y="1066514"/>
                  </a:lnTo>
                  <a:lnTo>
                    <a:pt x="3745976" y="1062923"/>
                  </a:lnTo>
                  <a:lnTo>
                    <a:pt x="3655460" y="1058397"/>
                  </a:lnTo>
                  <a:lnTo>
                    <a:pt x="3560783" y="1052948"/>
                  </a:lnTo>
                  <a:lnTo>
                    <a:pt x="3465944" y="1046595"/>
                  </a:lnTo>
                  <a:lnTo>
                    <a:pt x="3374030" y="1039354"/>
                  </a:lnTo>
                  <a:lnTo>
                    <a:pt x="3287077" y="1031208"/>
                  </a:lnTo>
                  <a:lnTo>
                    <a:pt x="3206155" y="1022111"/>
                  </a:lnTo>
                  <a:lnTo>
                    <a:pt x="3131563" y="1011975"/>
                  </a:lnTo>
                  <a:lnTo>
                    <a:pt x="3063044" y="1000671"/>
                  </a:lnTo>
                  <a:lnTo>
                    <a:pt x="2999984" y="988037"/>
                  </a:lnTo>
                  <a:lnTo>
                    <a:pt x="2941561" y="973882"/>
                  </a:lnTo>
                  <a:lnTo>
                    <a:pt x="2886858" y="958000"/>
                  </a:lnTo>
                  <a:lnTo>
                    <a:pt x="2834949" y="940195"/>
                  </a:lnTo>
                  <a:lnTo>
                    <a:pt x="2784979" y="920330"/>
                  </a:lnTo>
                  <a:lnTo>
                    <a:pt x="2770117" y="913900"/>
                  </a:lnTo>
                  <a:lnTo>
                    <a:pt x="2720237" y="890623"/>
                  </a:lnTo>
                  <a:lnTo>
                    <a:pt x="2670843" y="865075"/>
                  </a:lnTo>
                  <a:lnTo>
                    <a:pt x="2621461" y="837218"/>
                  </a:lnTo>
                  <a:lnTo>
                    <a:pt x="2571757" y="807087"/>
                  </a:lnTo>
                  <a:lnTo>
                    <a:pt x="2521527" y="774795"/>
                  </a:lnTo>
                  <a:lnTo>
                    <a:pt x="2470672" y="740538"/>
                  </a:lnTo>
                  <a:lnTo>
                    <a:pt x="2419197" y="704599"/>
                  </a:lnTo>
                  <a:lnTo>
                    <a:pt x="2367186" y="667336"/>
                  </a:lnTo>
                  <a:lnTo>
                    <a:pt x="2314791" y="629175"/>
                  </a:lnTo>
                  <a:lnTo>
                    <a:pt x="2262207" y="590587"/>
                  </a:lnTo>
                  <a:lnTo>
                    <a:pt x="2209653" y="552066"/>
                  </a:lnTo>
                  <a:lnTo>
                    <a:pt x="2157342" y="514102"/>
                  </a:lnTo>
                  <a:lnTo>
                    <a:pt x="2105463" y="477155"/>
                  </a:lnTo>
                  <a:lnTo>
                    <a:pt x="2054149" y="441635"/>
                  </a:lnTo>
                  <a:lnTo>
                    <a:pt x="2003466" y="407882"/>
                  </a:lnTo>
                  <a:lnTo>
                    <a:pt x="1953391" y="376154"/>
                  </a:lnTo>
                  <a:lnTo>
                    <a:pt x="1903799" y="346626"/>
                  </a:lnTo>
                  <a:lnTo>
                    <a:pt x="1854451" y="319389"/>
                  </a:lnTo>
                  <a:lnTo>
                    <a:pt x="1804980" y="294457"/>
                  </a:lnTo>
                  <a:lnTo>
                    <a:pt x="1768425" y="277652"/>
                  </a:lnTo>
                  <a:lnTo>
                    <a:pt x="1718894" y="257151"/>
                  </a:lnTo>
                  <a:lnTo>
                    <a:pt x="1667658" y="238733"/>
                  </a:lnTo>
                  <a:lnTo>
                    <a:pt x="1613897" y="222288"/>
                  </a:lnTo>
                  <a:lnTo>
                    <a:pt x="1556699" y="207632"/>
                  </a:lnTo>
                  <a:lnTo>
                    <a:pt x="1495136" y="194558"/>
                  </a:lnTo>
                  <a:lnTo>
                    <a:pt x="1428348" y="182871"/>
                  </a:lnTo>
                  <a:lnTo>
                    <a:pt x="1355641" y="172396"/>
                  </a:lnTo>
                  <a:lnTo>
                    <a:pt x="1276634" y="162995"/>
                  </a:lnTo>
                  <a:lnTo>
                    <a:pt x="1191434" y="154568"/>
                  </a:lnTo>
                  <a:lnTo>
                    <a:pt x="1100855" y="147056"/>
                  </a:lnTo>
                  <a:lnTo>
                    <a:pt x="1006624" y="140434"/>
                  </a:lnTo>
                  <a:lnTo>
                    <a:pt x="911512" y="134709"/>
                  </a:lnTo>
                  <a:lnTo>
                    <a:pt x="819274" y="129901"/>
                  </a:lnTo>
                  <a:lnTo>
                    <a:pt x="734302" y="126027"/>
                  </a:lnTo>
                  <a:lnTo>
                    <a:pt x="660963" y="123077"/>
                  </a:lnTo>
                  <a:lnTo>
                    <a:pt x="602725" y="120995"/>
                  </a:lnTo>
                  <a:lnTo>
                    <a:pt x="561337" y="119671"/>
                  </a:lnTo>
                  <a:lnTo>
                    <a:pt x="536310" y="118952"/>
                  </a:lnTo>
                  <a:lnTo>
                    <a:pt x="524859" y="118654"/>
                  </a:lnTo>
                  <a:lnTo>
                    <a:pt x="522133" y="118590"/>
                  </a:lnTo>
                  <a:lnTo>
                    <a:pt x="0" y="118590"/>
                  </a:lnTo>
                  <a:close/>
                </a:path>
              </a:pathLst>
            </a:custGeom>
            <a:solidFill>
              <a:srgbClr val="F28E5B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1005" name="pl1005"/>
            <p:cNvSpPr/>
            <p:nvPr/>
          </p:nvSpPr>
          <p:spPr>
            <a:xfrm>
              <a:off x="386606" y="3901834"/>
              <a:ext cx="8554953" cy="1072962"/>
            </a:xfrm>
            <a:custGeom>
              <a:avLst/>
              <a:pathLst>
                <a:path w="8554953" h="1072962">
                  <a:moveTo>
                    <a:pt x="0" y="118590"/>
                  </a:moveTo>
                  <a:lnTo>
                    <a:pt x="522133" y="118590"/>
                  </a:lnTo>
                  <a:lnTo>
                    <a:pt x="523388" y="118619"/>
                  </a:lnTo>
                  <a:lnTo>
                    <a:pt x="531593" y="118826"/>
                  </a:lnTo>
                  <a:lnTo>
                    <a:pt x="552115" y="119397"/>
                  </a:lnTo>
                  <a:lnTo>
                    <a:pt x="588389" y="120520"/>
                  </a:lnTo>
                  <a:lnTo>
                    <a:pt x="641612" y="122359"/>
                  </a:lnTo>
                  <a:lnTo>
                    <a:pt x="710680" y="125038"/>
                  </a:lnTo>
                  <a:lnTo>
                    <a:pt x="792566" y="128629"/>
                  </a:lnTo>
                  <a:lnTo>
                    <a:pt x="883082" y="133155"/>
                  </a:lnTo>
                  <a:lnTo>
                    <a:pt x="977759" y="138605"/>
                  </a:lnTo>
                  <a:lnTo>
                    <a:pt x="1072598" y="144957"/>
                  </a:lnTo>
                  <a:lnTo>
                    <a:pt x="1164512" y="152199"/>
                  </a:lnTo>
                  <a:lnTo>
                    <a:pt x="1251465" y="160344"/>
                  </a:lnTo>
                  <a:lnTo>
                    <a:pt x="1332387" y="169441"/>
                  </a:lnTo>
                  <a:lnTo>
                    <a:pt x="1406979" y="179577"/>
                  </a:lnTo>
                  <a:lnTo>
                    <a:pt x="1475498" y="190881"/>
                  </a:lnTo>
                  <a:lnTo>
                    <a:pt x="1538558" y="203515"/>
                  </a:lnTo>
                  <a:lnTo>
                    <a:pt x="1596981" y="217670"/>
                  </a:lnTo>
                  <a:lnTo>
                    <a:pt x="1651684" y="233552"/>
                  </a:lnTo>
                  <a:lnTo>
                    <a:pt x="1703593" y="251357"/>
                  </a:lnTo>
                  <a:lnTo>
                    <a:pt x="1753563" y="271223"/>
                  </a:lnTo>
                  <a:lnTo>
                    <a:pt x="1768425" y="277652"/>
                  </a:lnTo>
                  <a:lnTo>
                    <a:pt x="1818305" y="300929"/>
                  </a:lnTo>
                  <a:lnTo>
                    <a:pt x="1867699" y="326477"/>
                  </a:lnTo>
                  <a:lnTo>
                    <a:pt x="1917082" y="354334"/>
                  </a:lnTo>
                  <a:lnTo>
                    <a:pt x="1966785" y="384465"/>
                  </a:lnTo>
                  <a:lnTo>
                    <a:pt x="2017016" y="416757"/>
                  </a:lnTo>
                  <a:lnTo>
                    <a:pt x="2067870" y="451014"/>
                  </a:lnTo>
                  <a:lnTo>
                    <a:pt x="2119345" y="486954"/>
                  </a:lnTo>
                  <a:lnTo>
                    <a:pt x="2171356" y="524216"/>
                  </a:lnTo>
                  <a:lnTo>
                    <a:pt x="2223752" y="562377"/>
                  </a:lnTo>
                  <a:lnTo>
                    <a:pt x="2276335" y="600965"/>
                  </a:lnTo>
                  <a:lnTo>
                    <a:pt x="2328890" y="639486"/>
                  </a:lnTo>
                  <a:lnTo>
                    <a:pt x="2381200" y="677450"/>
                  </a:lnTo>
                  <a:lnTo>
                    <a:pt x="2433079" y="714397"/>
                  </a:lnTo>
                  <a:lnTo>
                    <a:pt x="2484393" y="749917"/>
                  </a:lnTo>
                  <a:lnTo>
                    <a:pt x="2535076" y="783670"/>
                  </a:lnTo>
                  <a:lnTo>
                    <a:pt x="2585151" y="815398"/>
                  </a:lnTo>
                  <a:lnTo>
                    <a:pt x="2634743" y="844926"/>
                  </a:lnTo>
                  <a:lnTo>
                    <a:pt x="2684091" y="872163"/>
                  </a:lnTo>
                  <a:lnTo>
                    <a:pt x="2733562" y="897095"/>
                  </a:lnTo>
                  <a:lnTo>
                    <a:pt x="2770117" y="913900"/>
                  </a:lnTo>
                  <a:lnTo>
                    <a:pt x="2819648" y="934401"/>
                  </a:lnTo>
                  <a:lnTo>
                    <a:pt x="2870885" y="952819"/>
                  </a:lnTo>
                  <a:lnTo>
                    <a:pt x="2924646" y="969264"/>
                  </a:lnTo>
                  <a:lnTo>
                    <a:pt x="2981843" y="983920"/>
                  </a:lnTo>
                  <a:lnTo>
                    <a:pt x="3043406" y="996994"/>
                  </a:lnTo>
                  <a:lnTo>
                    <a:pt x="3110194" y="1008681"/>
                  </a:lnTo>
                  <a:lnTo>
                    <a:pt x="3182901" y="1019156"/>
                  </a:lnTo>
                  <a:lnTo>
                    <a:pt x="3261908" y="1028557"/>
                  </a:lnTo>
                  <a:lnTo>
                    <a:pt x="3347108" y="1036984"/>
                  </a:lnTo>
                  <a:lnTo>
                    <a:pt x="3437687" y="1044496"/>
                  </a:lnTo>
                  <a:lnTo>
                    <a:pt x="3531918" y="1051118"/>
                  </a:lnTo>
                  <a:lnTo>
                    <a:pt x="3627030" y="1056844"/>
                  </a:lnTo>
                  <a:lnTo>
                    <a:pt x="3719268" y="1061651"/>
                  </a:lnTo>
                  <a:lnTo>
                    <a:pt x="3804240" y="1065525"/>
                  </a:lnTo>
                  <a:lnTo>
                    <a:pt x="3877579" y="1068475"/>
                  </a:lnTo>
                  <a:lnTo>
                    <a:pt x="3935817" y="1070557"/>
                  </a:lnTo>
                  <a:lnTo>
                    <a:pt x="3977205" y="1071881"/>
                  </a:lnTo>
                  <a:lnTo>
                    <a:pt x="4002232" y="1072600"/>
                  </a:lnTo>
                  <a:lnTo>
                    <a:pt x="4013683" y="1072898"/>
                  </a:lnTo>
                  <a:lnTo>
                    <a:pt x="4016373" y="1072961"/>
                  </a:lnTo>
                  <a:lnTo>
                    <a:pt x="4016409" y="1072962"/>
                  </a:lnTo>
                  <a:lnTo>
                    <a:pt x="4538543" y="1072962"/>
                  </a:lnTo>
                  <a:lnTo>
                    <a:pt x="4539794" y="1072930"/>
                  </a:lnTo>
                  <a:lnTo>
                    <a:pt x="4547974" y="1072698"/>
                  </a:lnTo>
                  <a:lnTo>
                    <a:pt x="4568436" y="1072057"/>
                  </a:lnTo>
                  <a:lnTo>
                    <a:pt x="4604611" y="1070799"/>
                  </a:lnTo>
                  <a:lnTo>
                    <a:pt x="4657698" y="1068738"/>
                  </a:lnTo>
                  <a:lnTo>
                    <a:pt x="4726608" y="1065735"/>
                  </a:lnTo>
                  <a:lnTo>
                    <a:pt x="4808334" y="1061709"/>
                  </a:lnTo>
                  <a:lnTo>
                    <a:pt x="4898704" y="1056635"/>
                  </a:lnTo>
                  <a:lnTo>
                    <a:pt x="4993264" y="1050523"/>
                  </a:lnTo>
                  <a:lnTo>
                    <a:pt x="5088018" y="1043400"/>
                  </a:lnTo>
                  <a:lnTo>
                    <a:pt x="5179881" y="1035278"/>
                  </a:lnTo>
                  <a:lnTo>
                    <a:pt x="5266810" y="1026143"/>
                  </a:lnTo>
                  <a:lnTo>
                    <a:pt x="5347730" y="1015941"/>
                  </a:lnTo>
                  <a:lnTo>
                    <a:pt x="5422333" y="1004574"/>
                  </a:lnTo>
                  <a:lnTo>
                    <a:pt x="5490868" y="991900"/>
                  </a:lnTo>
                  <a:lnTo>
                    <a:pt x="5553944" y="977738"/>
                  </a:lnTo>
                  <a:lnTo>
                    <a:pt x="5612378" y="961872"/>
                  </a:lnTo>
                  <a:lnTo>
                    <a:pt x="5667084" y="944073"/>
                  </a:lnTo>
                  <a:lnTo>
                    <a:pt x="5718984" y="924121"/>
                  </a:lnTo>
                  <a:lnTo>
                    <a:pt x="5768934" y="901859"/>
                  </a:lnTo>
                  <a:lnTo>
                    <a:pt x="5784835" y="894135"/>
                  </a:lnTo>
                  <a:lnTo>
                    <a:pt x="5833817" y="868462"/>
                  </a:lnTo>
                  <a:lnTo>
                    <a:pt x="5882322" y="840329"/>
                  </a:lnTo>
                  <a:lnTo>
                    <a:pt x="5930801" y="809693"/>
                  </a:lnTo>
                  <a:lnTo>
                    <a:pt x="5979577" y="776588"/>
                  </a:lnTo>
                  <a:lnTo>
                    <a:pt x="6028850" y="741128"/>
                  </a:lnTo>
                  <a:lnTo>
                    <a:pt x="6078720" y="703516"/>
                  </a:lnTo>
                  <a:lnTo>
                    <a:pt x="6129194" y="664042"/>
                  </a:lnTo>
                  <a:lnTo>
                    <a:pt x="6180199" y="623080"/>
                  </a:lnTo>
                  <a:lnTo>
                    <a:pt x="6231599" y="581073"/>
                  </a:lnTo>
                  <a:lnTo>
                    <a:pt x="6283214" y="538518"/>
                  </a:lnTo>
                  <a:lnTo>
                    <a:pt x="6334838" y="495938"/>
                  </a:lnTo>
                  <a:lnTo>
                    <a:pt x="6386267" y="453857"/>
                  </a:lnTo>
                  <a:lnTo>
                    <a:pt x="6437316" y="412775"/>
                  </a:lnTo>
                  <a:lnTo>
                    <a:pt x="6487845" y="373142"/>
                  </a:lnTo>
                  <a:lnTo>
                    <a:pt x="6537774" y="335337"/>
                  </a:lnTo>
                  <a:lnTo>
                    <a:pt x="6587102" y="299662"/>
                  </a:lnTo>
                  <a:lnTo>
                    <a:pt x="6635918" y="266325"/>
                  </a:lnTo>
                  <a:lnTo>
                    <a:pt x="6684414" y="235451"/>
                  </a:lnTo>
                  <a:lnTo>
                    <a:pt x="6732898" y="207079"/>
                  </a:lnTo>
                  <a:lnTo>
                    <a:pt x="6781812" y="181175"/>
                  </a:lnTo>
                  <a:lnTo>
                    <a:pt x="6786527" y="178827"/>
                  </a:lnTo>
                  <a:lnTo>
                    <a:pt x="6836005" y="155802"/>
                  </a:lnTo>
                  <a:lnTo>
                    <a:pt x="6887184" y="135113"/>
                  </a:lnTo>
                  <a:lnTo>
                    <a:pt x="6940880" y="116638"/>
                  </a:lnTo>
                  <a:lnTo>
                    <a:pt x="6998003" y="100171"/>
                  </a:lnTo>
                  <a:lnTo>
                    <a:pt x="7059478" y="85481"/>
                  </a:lnTo>
                  <a:lnTo>
                    <a:pt x="7126163" y="72346"/>
                  </a:lnTo>
                  <a:lnTo>
                    <a:pt x="7198751" y="60573"/>
                  </a:lnTo>
                  <a:lnTo>
                    <a:pt x="7277625" y="50007"/>
                  </a:lnTo>
                  <a:lnTo>
                    <a:pt x="7362681" y="40533"/>
                  </a:lnTo>
                  <a:lnTo>
                    <a:pt x="7453118" y="32086"/>
                  </a:lnTo>
                  <a:lnTo>
                    <a:pt x="7547223" y="24638"/>
                  </a:lnTo>
                  <a:lnTo>
                    <a:pt x="7642245" y="18196"/>
                  </a:lnTo>
                  <a:lnTo>
                    <a:pt x="7734452" y="12783"/>
                  </a:lnTo>
                  <a:lnTo>
                    <a:pt x="7819470" y="8418"/>
                  </a:lnTo>
                  <a:lnTo>
                    <a:pt x="7892939" y="5089"/>
                  </a:lnTo>
                  <a:lnTo>
                    <a:pt x="7951381" y="2735"/>
                  </a:lnTo>
                  <a:lnTo>
                    <a:pt x="7993022" y="1235"/>
                  </a:lnTo>
                  <a:lnTo>
                    <a:pt x="8018306" y="416"/>
                  </a:lnTo>
                  <a:lnTo>
                    <a:pt x="8029969" y="75"/>
                  </a:lnTo>
                  <a:lnTo>
                    <a:pt x="8032775" y="1"/>
                  </a:lnTo>
                  <a:lnTo>
                    <a:pt x="8032819" y="0"/>
                  </a:lnTo>
                  <a:lnTo>
                    <a:pt x="8554953" y="0"/>
                  </a:lnTo>
                  <a:lnTo>
                    <a:pt x="8554953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006" name="pl1006"/>
            <p:cNvSpPr/>
            <p:nvPr/>
          </p:nvSpPr>
          <p:spPr>
            <a:xfrm>
              <a:off x="386606" y="3890540"/>
              <a:ext cx="8554953" cy="1072962"/>
            </a:xfrm>
            <a:custGeom>
              <a:avLst/>
              <a:pathLst>
                <a:path w="8554953" h="1072962">
                  <a:moveTo>
                    <a:pt x="8554953" y="0"/>
                  </a:moveTo>
                  <a:lnTo>
                    <a:pt x="8032819" y="0"/>
                  </a:lnTo>
                  <a:lnTo>
                    <a:pt x="8031568" y="32"/>
                  </a:lnTo>
                  <a:lnTo>
                    <a:pt x="8023387" y="264"/>
                  </a:lnTo>
                  <a:lnTo>
                    <a:pt x="8002926" y="904"/>
                  </a:lnTo>
                  <a:lnTo>
                    <a:pt x="7966751" y="2163"/>
                  </a:lnTo>
                  <a:lnTo>
                    <a:pt x="7913664" y="4224"/>
                  </a:lnTo>
                  <a:lnTo>
                    <a:pt x="7844754" y="7227"/>
                  </a:lnTo>
                  <a:lnTo>
                    <a:pt x="7763028" y="11252"/>
                  </a:lnTo>
                  <a:lnTo>
                    <a:pt x="7672658" y="16327"/>
                  </a:lnTo>
                  <a:lnTo>
                    <a:pt x="7578098" y="22438"/>
                  </a:lnTo>
                  <a:lnTo>
                    <a:pt x="7483344" y="29562"/>
                  </a:lnTo>
                  <a:lnTo>
                    <a:pt x="7391481" y="37684"/>
                  </a:lnTo>
                  <a:lnTo>
                    <a:pt x="7304552" y="46819"/>
                  </a:lnTo>
                  <a:lnTo>
                    <a:pt x="7223632" y="57021"/>
                  </a:lnTo>
                  <a:lnTo>
                    <a:pt x="7149029" y="68388"/>
                  </a:lnTo>
                  <a:lnTo>
                    <a:pt x="7080494" y="81061"/>
                  </a:lnTo>
                  <a:lnTo>
                    <a:pt x="7017418" y="95224"/>
                  </a:lnTo>
                  <a:lnTo>
                    <a:pt x="6958983" y="111089"/>
                  </a:lnTo>
                  <a:lnTo>
                    <a:pt x="6904278" y="128888"/>
                  </a:lnTo>
                  <a:lnTo>
                    <a:pt x="6852378" y="148840"/>
                  </a:lnTo>
                  <a:lnTo>
                    <a:pt x="6802428" y="171102"/>
                  </a:lnTo>
                  <a:lnTo>
                    <a:pt x="6786527" y="178827"/>
                  </a:lnTo>
                  <a:lnTo>
                    <a:pt x="6737545" y="204499"/>
                  </a:lnTo>
                  <a:lnTo>
                    <a:pt x="6689040" y="232633"/>
                  </a:lnTo>
                  <a:lnTo>
                    <a:pt x="6640561" y="263268"/>
                  </a:lnTo>
                  <a:lnTo>
                    <a:pt x="6591785" y="296373"/>
                  </a:lnTo>
                  <a:lnTo>
                    <a:pt x="6542512" y="331833"/>
                  </a:lnTo>
                  <a:lnTo>
                    <a:pt x="6492642" y="369446"/>
                  </a:lnTo>
                  <a:lnTo>
                    <a:pt x="6442168" y="408920"/>
                  </a:lnTo>
                  <a:lnTo>
                    <a:pt x="6391163" y="449882"/>
                  </a:lnTo>
                  <a:lnTo>
                    <a:pt x="6339763" y="491888"/>
                  </a:lnTo>
                  <a:lnTo>
                    <a:pt x="6288148" y="534443"/>
                  </a:lnTo>
                  <a:lnTo>
                    <a:pt x="6236524" y="577023"/>
                  </a:lnTo>
                  <a:lnTo>
                    <a:pt x="6185095" y="619104"/>
                  </a:lnTo>
                  <a:lnTo>
                    <a:pt x="6134046" y="660186"/>
                  </a:lnTo>
                  <a:lnTo>
                    <a:pt x="6083517" y="699820"/>
                  </a:lnTo>
                  <a:lnTo>
                    <a:pt x="6033588" y="737624"/>
                  </a:lnTo>
                  <a:lnTo>
                    <a:pt x="5984260" y="773300"/>
                  </a:lnTo>
                  <a:lnTo>
                    <a:pt x="5935444" y="806636"/>
                  </a:lnTo>
                  <a:lnTo>
                    <a:pt x="5886948" y="837510"/>
                  </a:lnTo>
                  <a:lnTo>
                    <a:pt x="5838464" y="865882"/>
                  </a:lnTo>
                  <a:lnTo>
                    <a:pt x="5789550" y="891786"/>
                  </a:lnTo>
                  <a:lnTo>
                    <a:pt x="5784835" y="894135"/>
                  </a:lnTo>
                  <a:lnTo>
                    <a:pt x="5735357" y="917160"/>
                  </a:lnTo>
                  <a:lnTo>
                    <a:pt x="5684178" y="937848"/>
                  </a:lnTo>
                  <a:lnTo>
                    <a:pt x="5630482" y="956323"/>
                  </a:lnTo>
                  <a:lnTo>
                    <a:pt x="5573359" y="972790"/>
                  </a:lnTo>
                  <a:lnTo>
                    <a:pt x="5511884" y="987481"/>
                  </a:lnTo>
                  <a:lnTo>
                    <a:pt x="5445198" y="1000615"/>
                  </a:lnTo>
                  <a:lnTo>
                    <a:pt x="5372611" y="1012388"/>
                  </a:lnTo>
                  <a:lnTo>
                    <a:pt x="5293737" y="1022955"/>
                  </a:lnTo>
                  <a:lnTo>
                    <a:pt x="5208681" y="1032428"/>
                  </a:lnTo>
                  <a:lnTo>
                    <a:pt x="5118244" y="1040875"/>
                  </a:lnTo>
                  <a:lnTo>
                    <a:pt x="5024139" y="1048323"/>
                  </a:lnTo>
                  <a:lnTo>
                    <a:pt x="4929117" y="1054766"/>
                  </a:lnTo>
                  <a:lnTo>
                    <a:pt x="4836910" y="1060179"/>
                  </a:lnTo>
                  <a:lnTo>
                    <a:pt x="4751892" y="1064544"/>
                  </a:lnTo>
                  <a:lnTo>
                    <a:pt x="4678423" y="1067872"/>
                  </a:lnTo>
                  <a:lnTo>
                    <a:pt x="4619980" y="1070226"/>
                  </a:lnTo>
                  <a:lnTo>
                    <a:pt x="4578340" y="1071726"/>
                  </a:lnTo>
                  <a:lnTo>
                    <a:pt x="4553056" y="1072545"/>
                  </a:lnTo>
                  <a:lnTo>
                    <a:pt x="4541393" y="1072886"/>
                  </a:lnTo>
                  <a:lnTo>
                    <a:pt x="4538587" y="1072961"/>
                  </a:lnTo>
                  <a:lnTo>
                    <a:pt x="4538543" y="1072962"/>
                  </a:lnTo>
                  <a:lnTo>
                    <a:pt x="4016409" y="1072962"/>
                  </a:lnTo>
                  <a:lnTo>
                    <a:pt x="4015154" y="1072933"/>
                  </a:lnTo>
                  <a:lnTo>
                    <a:pt x="4006949" y="1072726"/>
                  </a:lnTo>
                  <a:lnTo>
                    <a:pt x="3986427" y="1072155"/>
                  </a:lnTo>
                  <a:lnTo>
                    <a:pt x="3950153" y="1071032"/>
                  </a:lnTo>
                  <a:lnTo>
                    <a:pt x="3896930" y="1069193"/>
                  </a:lnTo>
                  <a:lnTo>
                    <a:pt x="3827862" y="1066514"/>
                  </a:lnTo>
                  <a:lnTo>
                    <a:pt x="3745976" y="1062923"/>
                  </a:lnTo>
                  <a:lnTo>
                    <a:pt x="3655460" y="1058397"/>
                  </a:lnTo>
                  <a:lnTo>
                    <a:pt x="3560783" y="1052948"/>
                  </a:lnTo>
                  <a:lnTo>
                    <a:pt x="3465944" y="1046595"/>
                  </a:lnTo>
                  <a:lnTo>
                    <a:pt x="3374030" y="1039354"/>
                  </a:lnTo>
                  <a:lnTo>
                    <a:pt x="3287077" y="1031208"/>
                  </a:lnTo>
                  <a:lnTo>
                    <a:pt x="3206155" y="1022111"/>
                  </a:lnTo>
                  <a:lnTo>
                    <a:pt x="3131563" y="1011975"/>
                  </a:lnTo>
                  <a:lnTo>
                    <a:pt x="3063044" y="1000671"/>
                  </a:lnTo>
                  <a:lnTo>
                    <a:pt x="2999984" y="988037"/>
                  </a:lnTo>
                  <a:lnTo>
                    <a:pt x="2941561" y="973882"/>
                  </a:lnTo>
                  <a:lnTo>
                    <a:pt x="2886858" y="958000"/>
                  </a:lnTo>
                  <a:lnTo>
                    <a:pt x="2834949" y="940195"/>
                  </a:lnTo>
                  <a:lnTo>
                    <a:pt x="2784979" y="920330"/>
                  </a:lnTo>
                  <a:lnTo>
                    <a:pt x="2770117" y="913900"/>
                  </a:lnTo>
                  <a:lnTo>
                    <a:pt x="2720237" y="890623"/>
                  </a:lnTo>
                  <a:lnTo>
                    <a:pt x="2670843" y="865075"/>
                  </a:lnTo>
                  <a:lnTo>
                    <a:pt x="2621461" y="837218"/>
                  </a:lnTo>
                  <a:lnTo>
                    <a:pt x="2571757" y="807087"/>
                  </a:lnTo>
                  <a:lnTo>
                    <a:pt x="2521527" y="774795"/>
                  </a:lnTo>
                  <a:lnTo>
                    <a:pt x="2470672" y="740538"/>
                  </a:lnTo>
                  <a:lnTo>
                    <a:pt x="2419197" y="704599"/>
                  </a:lnTo>
                  <a:lnTo>
                    <a:pt x="2367186" y="667336"/>
                  </a:lnTo>
                  <a:lnTo>
                    <a:pt x="2314791" y="629175"/>
                  </a:lnTo>
                  <a:lnTo>
                    <a:pt x="2262207" y="590587"/>
                  </a:lnTo>
                  <a:lnTo>
                    <a:pt x="2209653" y="552066"/>
                  </a:lnTo>
                  <a:lnTo>
                    <a:pt x="2157342" y="514102"/>
                  </a:lnTo>
                  <a:lnTo>
                    <a:pt x="2105463" y="477155"/>
                  </a:lnTo>
                  <a:lnTo>
                    <a:pt x="2054149" y="441635"/>
                  </a:lnTo>
                  <a:lnTo>
                    <a:pt x="2003466" y="407882"/>
                  </a:lnTo>
                  <a:lnTo>
                    <a:pt x="1953391" y="376154"/>
                  </a:lnTo>
                  <a:lnTo>
                    <a:pt x="1903799" y="346626"/>
                  </a:lnTo>
                  <a:lnTo>
                    <a:pt x="1854451" y="319389"/>
                  </a:lnTo>
                  <a:lnTo>
                    <a:pt x="1804980" y="294457"/>
                  </a:lnTo>
                  <a:lnTo>
                    <a:pt x="1768425" y="277652"/>
                  </a:lnTo>
                  <a:lnTo>
                    <a:pt x="1718894" y="257151"/>
                  </a:lnTo>
                  <a:lnTo>
                    <a:pt x="1667658" y="238733"/>
                  </a:lnTo>
                  <a:lnTo>
                    <a:pt x="1613897" y="222288"/>
                  </a:lnTo>
                  <a:lnTo>
                    <a:pt x="1556699" y="207632"/>
                  </a:lnTo>
                  <a:lnTo>
                    <a:pt x="1495136" y="194558"/>
                  </a:lnTo>
                  <a:lnTo>
                    <a:pt x="1428348" y="182871"/>
                  </a:lnTo>
                  <a:lnTo>
                    <a:pt x="1355641" y="172396"/>
                  </a:lnTo>
                  <a:lnTo>
                    <a:pt x="1276634" y="162995"/>
                  </a:lnTo>
                  <a:lnTo>
                    <a:pt x="1191434" y="154568"/>
                  </a:lnTo>
                  <a:lnTo>
                    <a:pt x="1100855" y="147056"/>
                  </a:lnTo>
                  <a:lnTo>
                    <a:pt x="1006624" y="140434"/>
                  </a:lnTo>
                  <a:lnTo>
                    <a:pt x="911512" y="134709"/>
                  </a:lnTo>
                  <a:lnTo>
                    <a:pt x="819274" y="129901"/>
                  </a:lnTo>
                  <a:lnTo>
                    <a:pt x="734302" y="126027"/>
                  </a:lnTo>
                  <a:lnTo>
                    <a:pt x="660963" y="123077"/>
                  </a:lnTo>
                  <a:lnTo>
                    <a:pt x="602725" y="120995"/>
                  </a:lnTo>
                  <a:lnTo>
                    <a:pt x="561337" y="119671"/>
                  </a:lnTo>
                  <a:lnTo>
                    <a:pt x="536310" y="118952"/>
                  </a:lnTo>
                  <a:lnTo>
                    <a:pt x="524859" y="118654"/>
                  </a:lnTo>
                  <a:lnTo>
                    <a:pt x="522169" y="118591"/>
                  </a:lnTo>
                  <a:lnTo>
                    <a:pt x="522133" y="118590"/>
                  </a:lnTo>
                  <a:lnTo>
                    <a:pt x="0" y="118590"/>
                  </a:lnTo>
                  <a:lnTo>
                    <a:pt x="0" y="11859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007" name="pg1007"/>
            <p:cNvSpPr/>
            <p:nvPr/>
          </p:nvSpPr>
          <p:spPr>
            <a:xfrm>
              <a:off x="386606" y="4020425"/>
              <a:ext cx="8554953" cy="965666"/>
            </a:xfrm>
            <a:custGeom>
              <a:avLst/>
              <a:pathLst>
                <a:path w="8554953" h="965666">
                  <a:moveTo>
                    <a:pt x="0" y="5647"/>
                  </a:moveTo>
                  <a:lnTo>
                    <a:pt x="522133" y="5647"/>
                  </a:lnTo>
                  <a:lnTo>
                    <a:pt x="523388" y="5676"/>
                  </a:lnTo>
                  <a:lnTo>
                    <a:pt x="531592" y="5884"/>
                  </a:lnTo>
                  <a:lnTo>
                    <a:pt x="552111" y="6459"/>
                  </a:lnTo>
                  <a:lnTo>
                    <a:pt x="588381" y="7588"/>
                  </a:lnTo>
                  <a:lnTo>
                    <a:pt x="641598" y="9437"/>
                  </a:lnTo>
                  <a:lnTo>
                    <a:pt x="710658" y="12132"/>
                  </a:lnTo>
                  <a:lnTo>
                    <a:pt x="792537" y="15744"/>
                  </a:lnTo>
                  <a:lnTo>
                    <a:pt x="883046" y="20296"/>
                  </a:lnTo>
                  <a:lnTo>
                    <a:pt x="977718" y="25777"/>
                  </a:lnTo>
                  <a:lnTo>
                    <a:pt x="1072553" y="32166"/>
                  </a:lnTo>
                  <a:lnTo>
                    <a:pt x="1164465" y="39450"/>
                  </a:lnTo>
                  <a:lnTo>
                    <a:pt x="1251417" y="47642"/>
                  </a:lnTo>
                  <a:lnTo>
                    <a:pt x="1332339" y="56792"/>
                  </a:lnTo>
                  <a:lnTo>
                    <a:pt x="1406932" y="66988"/>
                  </a:lnTo>
                  <a:lnTo>
                    <a:pt x="1475451" y="78357"/>
                  </a:lnTo>
                  <a:lnTo>
                    <a:pt x="1538512" y="91064"/>
                  </a:lnTo>
                  <a:lnTo>
                    <a:pt x="1596935" y="105301"/>
                  </a:lnTo>
                  <a:lnTo>
                    <a:pt x="1651638" y="121275"/>
                  </a:lnTo>
                  <a:lnTo>
                    <a:pt x="1703547" y="139182"/>
                  </a:lnTo>
                  <a:lnTo>
                    <a:pt x="1753516" y="159162"/>
                  </a:lnTo>
                  <a:lnTo>
                    <a:pt x="1768425" y="165650"/>
                  </a:lnTo>
                  <a:lnTo>
                    <a:pt x="1818263" y="189043"/>
                  </a:lnTo>
                  <a:lnTo>
                    <a:pt x="1867615" y="214718"/>
                  </a:lnTo>
                  <a:lnTo>
                    <a:pt x="1916955" y="242711"/>
                  </a:lnTo>
                  <a:lnTo>
                    <a:pt x="1966615" y="272988"/>
                  </a:lnTo>
                  <a:lnTo>
                    <a:pt x="2016801" y="305436"/>
                  </a:lnTo>
                  <a:lnTo>
                    <a:pt x="2067608" y="339857"/>
                  </a:lnTo>
                  <a:lnTo>
                    <a:pt x="2119037" y="375970"/>
                  </a:lnTo>
                  <a:lnTo>
                    <a:pt x="2171000" y="413414"/>
                  </a:lnTo>
                  <a:lnTo>
                    <a:pt x="2223349" y="451763"/>
                  </a:lnTo>
                  <a:lnTo>
                    <a:pt x="2275888" y="490545"/>
                  </a:lnTo>
                  <a:lnTo>
                    <a:pt x="2328398" y="529264"/>
                  </a:lnTo>
                  <a:lnTo>
                    <a:pt x="2380667" y="567428"/>
                  </a:lnTo>
                  <a:lnTo>
                    <a:pt x="2432508" y="604575"/>
                  </a:lnTo>
                  <a:lnTo>
                    <a:pt x="2483785" y="640293"/>
                  </a:lnTo>
                  <a:lnTo>
                    <a:pt x="2534433" y="674241"/>
                  </a:lnTo>
                  <a:lnTo>
                    <a:pt x="2584473" y="706158"/>
                  </a:lnTo>
                  <a:lnTo>
                    <a:pt x="2634028" y="735867"/>
                  </a:lnTo>
                  <a:lnTo>
                    <a:pt x="2683335" y="763276"/>
                  </a:lnTo>
                  <a:lnTo>
                    <a:pt x="2732758" y="788371"/>
                  </a:lnTo>
                  <a:lnTo>
                    <a:pt x="2770117" y="805663"/>
                  </a:lnTo>
                  <a:lnTo>
                    <a:pt x="2819645" y="826284"/>
                  </a:lnTo>
                  <a:lnTo>
                    <a:pt x="2870880" y="844810"/>
                  </a:lnTo>
                  <a:lnTo>
                    <a:pt x="2924638" y="861352"/>
                  </a:lnTo>
                  <a:lnTo>
                    <a:pt x="2981832" y="876095"/>
                  </a:lnTo>
                  <a:lnTo>
                    <a:pt x="3043391" y="889245"/>
                  </a:lnTo>
                  <a:lnTo>
                    <a:pt x="3110174" y="901002"/>
                  </a:lnTo>
                  <a:lnTo>
                    <a:pt x="3182876" y="911539"/>
                  </a:lnTo>
                  <a:lnTo>
                    <a:pt x="3261877" y="920995"/>
                  </a:lnTo>
                  <a:lnTo>
                    <a:pt x="3347070" y="929471"/>
                  </a:lnTo>
                  <a:lnTo>
                    <a:pt x="3437643" y="937028"/>
                  </a:lnTo>
                  <a:lnTo>
                    <a:pt x="3531868" y="943689"/>
                  </a:lnTo>
                  <a:lnTo>
                    <a:pt x="3626976" y="949449"/>
                  </a:lnTo>
                  <a:lnTo>
                    <a:pt x="3719213" y="954285"/>
                  </a:lnTo>
                  <a:lnTo>
                    <a:pt x="3804187" y="958182"/>
                  </a:lnTo>
                  <a:lnTo>
                    <a:pt x="3877532" y="961150"/>
                  </a:lnTo>
                  <a:lnTo>
                    <a:pt x="3935779" y="963245"/>
                  </a:lnTo>
                  <a:lnTo>
                    <a:pt x="3977179" y="964577"/>
                  </a:lnTo>
                  <a:lnTo>
                    <a:pt x="4002217" y="965302"/>
                  </a:lnTo>
                  <a:lnTo>
                    <a:pt x="4013678" y="965601"/>
                  </a:lnTo>
                  <a:lnTo>
                    <a:pt x="4016409" y="965666"/>
                  </a:lnTo>
                  <a:lnTo>
                    <a:pt x="4538543" y="965666"/>
                  </a:lnTo>
                  <a:lnTo>
                    <a:pt x="4539809" y="965651"/>
                  </a:lnTo>
                  <a:lnTo>
                    <a:pt x="4548084" y="965542"/>
                  </a:lnTo>
                  <a:lnTo>
                    <a:pt x="4568773" y="965242"/>
                  </a:lnTo>
                  <a:lnTo>
                    <a:pt x="4605327" y="964652"/>
                  </a:lnTo>
                  <a:lnTo>
                    <a:pt x="4658929" y="963686"/>
                  </a:lnTo>
                  <a:lnTo>
                    <a:pt x="4728435" y="962279"/>
                  </a:lnTo>
                  <a:lnTo>
                    <a:pt x="4810769" y="960395"/>
                  </a:lnTo>
                  <a:lnTo>
                    <a:pt x="4901689" y="958021"/>
                  </a:lnTo>
                  <a:lnTo>
                    <a:pt x="4996694" y="955162"/>
                  </a:lnTo>
                  <a:lnTo>
                    <a:pt x="5091766" y="951832"/>
                  </a:lnTo>
                  <a:lnTo>
                    <a:pt x="5183822" y="948036"/>
                  </a:lnTo>
                  <a:lnTo>
                    <a:pt x="5270838" y="943766"/>
                  </a:lnTo>
                  <a:lnTo>
                    <a:pt x="5351766" y="938996"/>
                  </a:lnTo>
                  <a:lnTo>
                    <a:pt x="5426328" y="933679"/>
                  </a:lnTo>
                  <a:lnTo>
                    <a:pt x="5494801" y="927748"/>
                  </a:lnTo>
                  <a:lnTo>
                    <a:pt x="5557815" y="921116"/>
                  </a:lnTo>
                  <a:lnTo>
                    <a:pt x="5616207" y="913682"/>
                  </a:lnTo>
                  <a:lnTo>
                    <a:pt x="5670905" y="905339"/>
                  </a:lnTo>
                  <a:lnTo>
                    <a:pt x="5722840" y="895983"/>
                  </a:lnTo>
                  <a:lnTo>
                    <a:pt x="5772869" y="885546"/>
                  </a:lnTo>
                  <a:lnTo>
                    <a:pt x="5784835" y="882841"/>
                  </a:lnTo>
                  <a:lnTo>
                    <a:pt x="5837714" y="869949"/>
                  </a:lnTo>
                  <a:lnTo>
                    <a:pt x="5890081" y="855724"/>
                  </a:lnTo>
                  <a:lnTo>
                    <a:pt x="5942487" y="840149"/>
                  </a:lnTo>
                  <a:lnTo>
                    <a:pt x="5995305" y="823250"/>
                  </a:lnTo>
                  <a:lnTo>
                    <a:pt x="6048752" y="805109"/>
                  </a:lnTo>
                  <a:lnTo>
                    <a:pt x="6102909" y="785864"/>
                  </a:lnTo>
                  <a:lnTo>
                    <a:pt x="6157739" y="765704"/>
                  </a:lnTo>
                  <a:lnTo>
                    <a:pt x="6213106" y="744872"/>
                  </a:lnTo>
                  <a:lnTo>
                    <a:pt x="6268804" y="723644"/>
                  </a:lnTo>
                  <a:lnTo>
                    <a:pt x="6324580" y="702324"/>
                  </a:lnTo>
                  <a:lnTo>
                    <a:pt x="6380175" y="681217"/>
                  </a:lnTo>
                  <a:lnTo>
                    <a:pt x="6435352" y="660619"/>
                  </a:lnTo>
                  <a:lnTo>
                    <a:pt x="6489927" y="640795"/>
                  </a:lnTo>
                  <a:lnTo>
                    <a:pt x="6543802" y="621965"/>
                  </a:lnTo>
                  <a:lnTo>
                    <a:pt x="6596984" y="604302"/>
                  </a:lnTo>
                  <a:lnTo>
                    <a:pt x="6649605" y="587919"/>
                  </a:lnTo>
                  <a:lnTo>
                    <a:pt x="6701942" y="572877"/>
                  </a:lnTo>
                  <a:lnTo>
                    <a:pt x="6754434" y="559183"/>
                  </a:lnTo>
                  <a:lnTo>
                    <a:pt x="6786527" y="551540"/>
                  </a:lnTo>
                  <a:lnTo>
                    <a:pt x="6836205" y="540835"/>
                  </a:lnTo>
                  <a:lnTo>
                    <a:pt x="6887603" y="531221"/>
                  </a:lnTo>
                  <a:lnTo>
                    <a:pt x="6941544" y="522640"/>
                  </a:lnTo>
                  <a:lnTo>
                    <a:pt x="6998951" y="514995"/>
                  </a:lnTo>
                  <a:lnTo>
                    <a:pt x="7060758" y="508178"/>
                  </a:lnTo>
                  <a:lnTo>
                    <a:pt x="7127835" y="502085"/>
                  </a:lnTo>
                  <a:lnTo>
                    <a:pt x="7200874" y="496626"/>
                  </a:lnTo>
                  <a:lnTo>
                    <a:pt x="7280254" y="491728"/>
                  </a:lnTo>
                  <a:lnTo>
                    <a:pt x="7365852" y="487339"/>
                  </a:lnTo>
                  <a:lnTo>
                    <a:pt x="7456828" y="483429"/>
                  </a:lnTo>
                  <a:lnTo>
                    <a:pt x="7551410" y="479985"/>
                  </a:lnTo>
                  <a:lnTo>
                    <a:pt x="7646770" y="477011"/>
                  </a:lnTo>
                  <a:lnTo>
                    <a:pt x="7739091" y="474518"/>
                  </a:lnTo>
                  <a:lnTo>
                    <a:pt x="7823928" y="472515"/>
                  </a:lnTo>
                  <a:lnTo>
                    <a:pt x="7896898" y="470994"/>
                  </a:lnTo>
                  <a:lnTo>
                    <a:pt x="7954558" y="469926"/>
                  </a:lnTo>
                  <a:lnTo>
                    <a:pt x="7995242" y="469252"/>
                  </a:lnTo>
                  <a:lnTo>
                    <a:pt x="8019555" y="468890"/>
                  </a:lnTo>
                  <a:lnTo>
                    <a:pt x="8030421" y="468744"/>
                  </a:lnTo>
                  <a:lnTo>
                    <a:pt x="8032819" y="468715"/>
                  </a:lnTo>
                  <a:lnTo>
                    <a:pt x="8554953" y="468715"/>
                  </a:lnTo>
                  <a:lnTo>
                    <a:pt x="8554953" y="463068"/>
                  </a:lnTo>
                  <a:lnTo>
                    <a:pt x="8032819" y="463068"/>
                  </a:lnTo>
                  <a:lnTo>
                    <a:pt x="8031553" y="463083"/>
                  </a:lnTo>
                  <a:lnTo>
                    <a:pt x="8023278" y="463191"/>
                  </a:lnTo>
                  <a:lnTo>
                    <a:pt x="8002589" y="463492"/>
                  </a:lnTo>
                  <a:lnTo>
                    <a:pt x="7966035" y="464082"/>
                  </a:lnTo>
                  <a:lnTo>
                    <a:pt x="7912433" y="465047"/>
                  </a:lnTo>
                  <a:lnTo>
                    <a:pt x="7842927" y="466454"/>
                  </a:lnTo>
                  <a:lnTo>
                    <a:pt x="7760593" y="468339"/>
                  </a:lnTo>
                  <a:lnTo>
                    <a:pt x="7669673" y="470713"/>
                  </a:lnTo>
                  <a:lnTo>
                    <a:pt x="7574668" y="473571"/>
                  </a:lnTo>
                  <a:lnTo>
                    <a:pt x="7479596" y="476901"/>
                  </a:lnTo>
                  <a:lnTo>
                    <a:pt x="7387540" y="480698"/>
                  </a:lnTo>
                  <a:lnTo>
                    <a:pt x="7300524" y="484968"/>
                  </a:lnTo>
                  <a:lnTo>
                    <a:pt x="7219596" y="489738"/>
                  </a:lnTo>
                  <a:lnTo>
                    <a:pt x="7145034" y="495054"/>
                  </a:lnTo>
                  <a:lnTo>
                    <a:pt x="7076561" y="500985"/>
                  </a:lnTo>
                  <a:lnTo>
                    <a:pt x="7013547" y="507617"/>
                  </a:lnTo>
                  <a:lnTo>
                    <a:pt x="6955155" y="515051"/>
                  </a:lnTo>
                  <a:lnTo>
                    <a:pt x="6900457" y="523395"/>
                  </a:lnTo>
                  <a:lnTo>
                    <a:pt x="6848522" y="532750"/>
                  </a:lnTo>
                  <a:lnTo>
                    <a:pt x="6798493" y="543187"/>
                  </a:lnTo>
                  <a:lnTo>
                    <a:pt x="6786527" y="545893"/>
                  </a:lnTo>
                  <a:lnTo>
                    <a:pt x="6733648" y="558785"/>
                  </a:lnTo>
                  <a:lnTo>
                    <a:pt x="6681281" y="573009"/>
                  </a:lnTo>
                  <a:lnTo>
                    <a:pt x="6628875" y="588584"/>
                  </a:lnTo>
                  <a:lnTo>
                    <a:pt x="6576057" y="605483"/>
                  </a:lnTo>
                  <a:lnTo>
                    <a:pt x="6522610" y="623624"/>
                  </a:lnTo>
                  <a:lnTo>
                    <a:pt x="6468453" y="642870"/>
                  </a:lnTo>
                  <a:lnTo>
                    <a:pt x="6413623" y="663029"/>
                  </a:lnTo>
                  <a:lnTo>
                    <a:pt x="6358256" y="683862"/>
                  </a:lnTo>
                  <a:lnTo>
                    <a:pt x="6302558" y="705089"/>
                  </a:lnTo>
                  <a:lnTo>
                    <a:pt x="6246782" y="726409"/>
                  </a:lnTo>
                  <a:lnTo>
                    <a:pt x="6191187" y="747516"/>
                  </a:lnTo>
                  <a:lnTo>
                    <a:pt x="6136010" y="768114"/>
                  </a:lnTo>
                  <a:lnTo>
                    <a:pt x="6081435" y="787939"/>
                  </a:lnTo>
                  <a:lnTo>
                    <a:pt x="6027560" y="806768"/>
                  </a:lnTo>
                  <a:lnTo>
                    <a:pt x="5974378" y="824431"/>
                  </a:lnTo>
                  <a:lnTo>
                    <a:pt x="5921757" y="840814"/>
                  </a:lnTo>
                  <a:lnTo>
                    <a:pt x="5869420" y="855857"/>
                  </a:lnTo>
                  <a:lnTo>
                    <a:pt x="5816928" y="869550"/>
                  </a:lnTo>
                  <a:lnTo>
                    <a:pt x="5784835" y="877193"/>
                  </a:lnTo>
                  <a:lnTo>
                    <a:pt x="5735157" y="887898"/>
                  </a:lnTo>
                  <a:lnTo>
                    <a:pt x="5683759" y="897512"/>
                  </a:lnTo>
                  <a:lnTo>
                    <a:pt x="5629818" y="906093"/>
                  </a:lnTo>
                  <a:lnTo>
                    <a:pt x="5572411" y="913738"/>
                  </a:lnTo>
                  <a:lnTo>
                    <a:pt x="5510604" y="920556"/>
                  </a:lnTo>
                  <a:lnTo>
                    <a:pt x="5443527" y="926649"/>
                  </a:lnTo>
                  <a:lnTo>
                    <a:pt x="5370488" y="932108"/>
                  </a:lnTo>
                  <a:lnTo>
                    <a:pt x="5291108" y="937006"/>
                  </a:lnTo>
                  <a:lnTo>
                    <a:pt x="5205510" y="941394"/>
                  </a:lnTo>
                  <a:lnTo>
                    <a:pt x="5114534" y="945304"/>
                  </a:lnTo>
                  <a:lnTo>
                    <a:pt x="5019952" y="948748"/>
                  </a:lnTo>
                  <a:lnTo>
                    <a:pt x="4924592" y="951722"/>
                  </a:lnTo>
                  <a:lnTo>
                    <a:pt x="4832271" y="954215"/>
                  </a:lnTo>
                  <a:lnTo>
                    <a:pt x="4747434" y="956219"/>
                  </a:lnTo>
                  <a:lnTo>
                    <a:pt x="4674464" y="957739"/>
                  </a:lnTo>
                  <a:lnTo>
                    <a:pt x="4616804" y="958807"/>
                  </a:lnTo>
                  <a:lnTo>
                    <a:pt x="4576120" y="959481"/>
                  </a:lnTo>
                  <a:lnTo>
                    <a:pt x="4551807" y="959843"/>
                  </a:lnTo>
                  <a:lnTo>
                    <a:pt x="4540941" y="959989"/>
                  </a:lnTo>
                  <a:lnTo>
                    <a:pt x="4538543" y="960019"/>
                  </a:lnTo>
                  <a:lnTo>
                    <a:pt x="4016409" y="960019"/>
                  </a:lnTo>
                  <a:lnTo>
                    <a:pt x="4015155" y="959989"/>
                  </a:lnTo>
                  <a:lnTo>
                    <a:pt x="4006950" y="959782"/>
                  </a:lnTo>
                  <a:lnTo>
                    <a:pt x="3986431" y="959207"/>
                  </a:lnTo>
                  <a:lnTo>
                    <a:pt x="3950161" y="958077"/>
                  </a:lnTo>
                  <a:lnTo>
                    <a:pt x="3896944" y="956228"/>
                  </a:lnTo>
                  <a:lnTo>
                    <a:pt x="3827884" y="953533"/>
                  </a:lnTo>
                  <a:lnTo>
                    <a:pt x="3746005" y="949922"/>
                  </a:lnTo>
                  <a:lnTo>
                    <a:pt x="3655496" y="945370"/>
                  </a:lnTo>
                  <a:lnTo>
                    <a:pt x="3560824" y="939888"/>
                  </a:lnTo>
                  <a:lnTo>
                    <a:pt x="3465989" y="933499"/>
                  </a:lnTo>
                  <a:lnTo>
                    <a:pt x="3374077" y="926215"/>
                  </a:lnTo>
                  <a:lnTo>
                    <a:pt x="3287125" y="918023"/>
                  </a:lnTo>
                  <a:lnTo>
                    <a:pt x="3206204" y="908873"/>
                  </a:lnTo>
                  <a:lnTo>
                    <a:pt x="3131610" y="898678"/>
                  </a:lnTo>
                  <a:lnTo>
                    <a:pt x="3063091" y="887308"/>
                  </a:lnTo>
                  <a:lnTo>
                    <a:pt x="3000030" y="874602"/>
                  </a:lnTo>
                  <a:lnTo>
                    <a:pt x="2941607" y="860365"/>
                  </a:lnTo>
                  <a:lnTo>
                    <a:pt x="2886904" y="844391"/>
                  </a:lnTo>
                  <a:lnTo>
                    <a:pt x="2834995" y="826483"/>
                  </a:lnTo>
                  <a:lnTo>
                    <a:pt x="2785026" y="806503"/>
                  </a:lnTo>
                  <a:lnTo>
                    <a:pt x="2770117" y="800015"/>
                  </a:lnTo>
                  <a:lnTo>
                    <a:pt x="2720279" y="776622"/>
                  </a:lnTo>
                  <a:lnTo>
                    <a:pt x="2670927" y="750947"/>
                  </a:lnTo>
                  <a:lnTo>
                    <a:pt x="2621587" y="722954"/>
                  </a:lnTo>
                  <a:lnTo>
                    <a:pt x="2571927" y="692678"/>
                  </a:lnTo>
                  <a:lnTo>
                    <a:pt x="2521742" y="660230"/>
                  </a:lnTo>
                  <a:lnTo>
                    <a:pt x="2470934" y="625808"/>
                  </a:lnTo>
                  <a:lnTo>
                    <a:pt x="2419506" y="589695"/>
                  </a:lnTo>
                  <a:lnTo>
                    <a:pt x="2367542" y="552251"/>
                  </a:lnTo>
                  <a:lnTo>
                    <a:pt x="2315193" y="513902"/>
                  </a:lnTo>
                  <a:lnTo>
                    <a:pt x="2262655" y="475120"/>
                  </a:lnTo>
                  <a:lnTo>
                    <a:pt x="2210144" y="436401"/>
                  </a:lnTo>
                  <a:lnTo>
                    <a:pt x="2157875" y="398237"/>
                  </a:lnTo>
                  <a:lnTo>
                    <a:pt x="2106034" y="361090"/>
                  </a:lnTo>
                  <a:lnTo>
                    <a:pt x="2054757" y="325372"/>
                  </a:lnTo>
                  <a:lnTo>
                    <a:pt x="2004109" y="291424"/>
                  </a:lnTo>
                  <a:lnTo>
                    <a:pt x="1954069" y="259508"/>
                  </a:lnTo>
                  <a:lnTo>
                    <a:pt x="1904514" y="229798"/>
                  </a:lnTo>
                  <a:lnTo>
                    <a:pt x="1855207" y="202389"/>
                  </a:lnTo>
                  <a:lnTo>
                    <a:pt x="1805784" y="177295"/>
                  </a:lnTo>
                  <a:lnTo>
                    <a:pt x="1768425" y="160003"/>
                  </a:lnTo>
                  <a:lnTo>
                    <a:pt x="1718897" y="139382"/>
                  </a:lnTo>
                  <a:lnTo>
                    <a:pt x="1667663" y="120855"/>
                  </a:lnTo>
                  <a:lnTo>
                    <a:pt x="1613904" y="104313"/>
                  </a:lnTo>
                  <a:lnTo>
                    <a:pt x="1556710" y="89571"/>
                  </a:lnTo>
                  <a:lnTo>
                    <a:pt x="1495152" y="76420"/>
                  </a:lnTo>
                  <a:lnTo>
                    <a:pt x="1428368" y="64664"/>
                  </a:lnTo>
                  <a:lnTo>
                    <a:pt x="1355667" y="54127"/>
                  </a:lnTo>
                  <a:lnTo>
                    <a:pt x="1276666" y="44670"/>
                  </a:lnTo>
                  <a:lnTo>
                    <a:pt x="1191472" y="36194"/>
                  </a:lnTo>
                  <a:lnTo>
                    <a:pt x="1100899" y="28637"/>
                  </a:lnTo>
                  <a:lnTo>
                    <a:pt x="1006674" y="21976"/>
                  </a:lnTo>
                  <a:lnTo>
                    <a:pt x="911566" y="16216"/>
                  </a:lnTo>
                  <a:lnTo>
                    <a:pt x="819329" y="11380"/>
                  </a:lnTo>
                  <a:lnTo>
                    <a:pt x="734355" y="7483"/>
                  </a:lnTo>
                  <a:lnTo>
                    <a:pt x="661010" y="4515"/>
                  </a:lnTo>
                  <a:lnTo>
                    <a:pt x="602763" y="2420"/>
                  </a:lnTo>
                  <a:lnTo>
                    <a:pt x="561363" y="1088"/>
                  </a:lnTo>
                  <a:lnTo>
                    <a:pt x="536325" y="364"/>
                  </a:lnTo>
                  <a:lnTo>
                    <a:pt x="524864" y="64"/>
                  </a:lnTo>
                  <a:lnTo>
                    <a:pt x="5221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28E5B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1008" name="pl1008"/>
            <p:cNvSpPr/>
            <p:nvPr/>
          </p:nvSpPr>
          <p:spPr>
            <a:xfrm>
              <a:off x="386606" y="4026072"/>
              <a:ext cx="8554953" cy="960019"/>
            </a:xfrm>
            <a:custGeom>
              <a:avLst/>
              <a:pathLst>
                <a:path w="8554953" h="960019">
                  <a:moveTo>
                    <a:pt x="0" y="0"/>
                  </a:moveTo>
                  <a:lnTo>
                    <a:pt x="522133" y="0"/>
                  </a:lnTo>
                  <a:lnTo>
                    <a:pt x="523388" y="29"/>
                  </a:lnTo>
                  <a:lnTo>
                    <a:pt x="531592" y="237"/>
                  </a:lnTo>
                  <a:lnTo>
                    <a:pt x="552111" y="812"/>
                  </a:lnTo>
                  <a:lnTo>
                    <a:pt x="588381" y="1941"/>
                  </a:lnTo>
                  <a:lnTo>
                    <a:pt x="641598" y="3790"/>
                  </a:lnTo>
                  <a:lnTo>
                    <a:pt x="710658" y="6485"/>
                  </a:lnTo>
                  <a:lnTo>
                    <a:pt x="792537" y="10097"/>
                  </a:lnTo>
                  <a:lnTo>
                    <a:pt x="883046" y="14648"/>
                  </a:lnTo>
                  <a:lnTo>
                    <a:pt x="977718" y="20130"/>
                  </a:lnTo>
                  <a:lnTo>
                    <a:pt x="1072553" y="26519"/>
                  </a:lnTo>
                  <a:lnTo>
                    <a:pt x="1164465" y="33803"/>
                  </a:lnTo>
                  <a:lnTo>
                    <a:pt x="1251417" y="41995"/>
                  </a:lnTo>
                  <a:lnTo>
                    <a:pt x="1332339" y="51145"/>
                  </a:lnTo>
                  <a:lnTo>
                    <a:pt x="1406932" y="61341"/>
                  </a:lnTo>
                  <a:lnTo>
                    <a:pt x="1475451" y="72710"/>
                  </a:lnTo>
                  <a:lnTo>
                    <a:pt x="1538512" y="85417"/>
                  </a:lnTo>
                  <a:lnTo>
                    <a:pt x="1596935" y="99654"/>
                  </a:lnTo>
                  <a:lnTo>
                    <a:pt x="1651638" y="115628"/>
                  </a:lnTo>
                  <a:lnTo>
                    <a:pt x="1703547" y="133535"/>
                  </a:lnTo>
                  <a:lnTo>
                    <a:pt x="1753516" y="153515"/>
                  </a:lnTo>
                  <a:lnTo>
                    <a:pt x="1768425" y="160003"/>
                  </a:lnTo>
                  <a:lnTo>
                    <a:pt x="1818263" y="183396"/>
                  </a:lnTo>
                  <a:lnTo>
                    <a:pt x="1867615" y="209071"/>
                  </a:lnTo>
                  <a:lnTo>
                    <a:pt x="1916955" y="237064"/>
                  </a:lnTo>
                  <a:lnTo>
                    <a:pt x="1966615" y="267340"/>
                  </a:lnTo>
                  <a:lnTo>
                    <a:pt x="2016801" y="299788"/>
                  </a:lnTo>
                  <a:lnTo>
                    <a:pt x="2067608" y="334210"/>
                  </a:lnTo>
                  <a:lnTo>
                    <a:pt x="2119037" y="370323"/>
                  </a:lnTo>
                  <a:lnTo>
                    <a:pt x="2171000" y="407767"/>
                  </a:lnTo>
                  <a:lnTo>
                    <a:pt x="2223349" y="446116"/>
                  </a:lnTo>
                  <a:lnTo>
                    <a:pt x="2275888" y="484898"/>
                  </a:lnTo>
                  <a:lnTo>
                    <a:pt x="2328398" y="523617"/>
                  </a:lnTo>
                  <a:lnTo>
                    <a:pt x="2380667" y="561781"/>
                  </a:lnTo>
                  <a:lnTo>
                    <a:pt x="2432508" y="598928"/>
                  </a:lnTo>
                  <a:lnTo>
                    <a:pt x="2483785" y="634646"/>
                  </a:lnTo>
                  <a:lnTo>
                    <a:pt x="2534433" y="668594"/>
                  </a:lnTo>
                  <a:lnTo>
                    <a:pt x="2584473" y="700510"/>
                  </a:lnTo>
                  <a:lnTo>
                    <a:pt x="2634028" y="730220"/>
                  </a:lnTo>
                  <a:lnTo>
                    <a:pt x="2683335" y="757629"/>
                  </a:lnTo>
                  <a:lnTo>
                    <a:pt x="2732758" y="782723"/>
                  </a:lnTo>
                  <a:lnTo>
                    <a:pt x="2770117" y="800015"/>
                  </a:lnTo>
                  <a:lnTo>
                    <a:pt x="2819645" y="820637"/>
                  </a:lnTo>
                  <a:lnTo>
                    <a:pt x="2870880" y="839163"/>
                  </a:lnTo>
                  <a:lnTo>
                    <a:pt x="2924638" y="855705"/>
                  </a:lnTo>
                  <a:lnTo>
                    <a:pt x="2981832" y="870448"/>
                  </a:lnTo>
                  <a:lnTo>
                    <a:pt x="3043391" y="883598"/>
                  </a:lnTo>
                  <a:lnTo>
                    <a:pt x="3110174" y="895355"/>
                  </a:lnTo>
                  <a:lnTo>
                    <a:pt x="3182876" y="905891"/>
                  </a:lnTo>
                  <a:lnTo>
                    <a:pt x="3261877" y="915348"/>
                  </a:lnTo>
                  <a:lnTo>
                    <a:pt x="3347070" y="923824"/>
                  </a:lnTo>
                  <a:lnTo>
                    <a:pt x="3437643" y="931381"/>
                  </a:lnTo>
                  <a:lnTo>
                    <a:pt x="3531868" y="938042"/>
                  </a:lnTo>
                  <a:lnTo>
                    <a:pt x="3626976" y="943802"/>
                  </a:lnTo>
                  <a:lnTo>
                    <a:pt x="3719213" y="948638"/>
                  </a:lnTo>
                  <a:lnTo>
                    <a:pt x="3804187" y="952535"/>
                  </a:lnTo>
                  <a:lnTo>
                    <a:pt x="3877532" y="955503"/>
                  </a:lnTo>
                  <a:lnTo>
                    <a:pt x="3935779" y="957598"/>
                  </a:lnTo>
                  <a:lnTo>
                    <a:pt x="3977179" y="958930"/>
                  </a:lnTo>
                  <a:lnTo>
                    <a:pt x="4002217" y="959654"/>
                  </a:lnTo>
                  <a:lnTo>
                    <a:pt x="4013678" y="959954"/>
                  </a:lnTo>
                  <a:lnTo>
                    <a:pt x="4016373" y="960018"/>
                  </a:lnTo>
                  <a:lnTo>
                    <a:pt x="4016409" y="960019"/>
                  </a:lnTo>
                  <a:lnTo>
                    <a:pt x="4538543" y="960019"/>
                  </a:lnTo>
                  <a:lnTo>
                    <a:pt x="4539809" y="960003"/>
                  </a:lnTo>
                  <a:lnTo>
                    <a:pt x="4548084" y="959895"/>
                  </a:lnTo>
                  <a:lnTo>
                    <a:pt x="4568773" y="959594"/>
                  </a:lnTo>
                  <a:lnTo>
                    <a:pt x="4605327" y="959005"/>
                  </a:lnTo>
                  <a:lnTo>
                    <a:pt x="4658929" y="958039"/>
                  </a:lnTo>
                  <a:lnTo>
                    <a:pt x="4728435" y="956632"/>
                  </a:lnTo>
                  <a:lnTo>
                    <a:pt x="4810769" y="954748"/>
                  </a:lnTo>
                  <a:lnTo>
                    <a:pt x="4901689" y="952373"/>
                  </a:lnTo>
                  <a:lnTo>
                    <a:pt x="4996694" y="949515"/>
                  </a:lnTo>
                  <a:lnTo>
                    <a:pt x="5091766" y="946185"/>
                  </a:lnTo>
                  <a:lnTo>
                    <a:pt x="5183822" y="942389"/>
                  </a:lnTo>
                  <a:lnTo>
                    <a:pt x="5270838" y="938118"/>
                  </a:lnTo>
                  <a:lnTo>
                    <a:pt x="5351766" y="933349"/>
                  </a:lnTo>
                  <a:lnTo>
                    <a:pt x="5426328" y="928032"/>
                  </a:lnTo>
                  <a:lnTo>
                    <a:pt x="5494801" y="922101"/>
                  </a:lnTo>
                  <a:lnTo>
                    <a:pt x="5557815" y="915469"/>
                  </a:lnTo>
                  <a:lnTo>
                    <a:pt x="5616207" y="908035"/>
                  </a:lnTo>
                  <a:lnTo>
                    <a:pt x="5670905" y="899692"/>
                  </a:lnTo>
                  <a:lnTo>
                    <a:pt x="5722840" y="890336"/>
                  </a:lnTo>
                  <a:lnTo>
                    <a:pt x="5772869" y="879899"/>
                  </a:lnTo>
                  <a:lnTo>
                    <a:pt x="5784835" y="877193"/>
                  </a:lnTo>
                  <a:lnTo>
                    <a:pt x="5837714" y="864302"/>
                  </a:lnTo>
                  <a:lnTo>
                    <a:pt x="5890081" y="850077"/>
                  </a:lnTo>
                  <a:lnTo>
                    <a:pt x="5942487" y="834502"/>
                  </a:lnTo>
                  <a:lnTo>
                    <a:pt x="5995305" y="817603"/>
                  </a:lnTo>
                  <a:lnTo>
                    <a:pt x="6048752" y="799462"/>
                  </a:lnTo>
                  <a:lnTo>
                    <a:pt x="6102909" y="780217"/>
                  </a:lnTo>
                  <a:lnTo>
                    <a:pt x="6157739" y="760057"/>
                  </a:lnTo>
                  <a:lnTo>
                    <a:pt x="6213106" y="739225"/>
                  </a:lnTo>
                  <a:lnTo>
                    <a:pt x="6268804" y="717997"/>
                  </a:lnTo>
                  <a:lnTo>
                    <a:pt x="6324580" y="696677"/>
                  </a:lnTo>
                  <a:lnTo>
                    <a:pt x="6380175" y="675570"/>
                  </a:lnTo>
                  <a:lnTo>
                    <a:pt x="6435352" y="654972"/>
                  </a:lnTo>
                  <a:lnTo>
                    <a:pt x="6489927" y="635147"/>
                  </a:lnTo>
                  <a:lnTo>
                    <a:pt x="6543802" y="616318"/>
                  </a:lnTo>
                  <a:lnTo>
                    <a:pt x="6596984" y="598655"/>
                  </a:lnTo>
                  <a:lnTo>
                    <a:pt x="6649605" y="582272"/>
                  </a:lnTo>
                  <a:lnTo>
                    <a:pt x="6701942" y="567230"/>
                  </a:lnTo>
                  <a:lnTo>
                    <a:pt x="6754434" y="553536"/>
                  </a:lnTo>
                  <a:lnTo>
                    <a:pt x="6786527" y="545893"/>
                  </a:lnTo>
                  <a:lnTo>
                    <a:pt x="6836205" y="535188"/>
                  </a:lnTo>
                  <a:lnTo>
                    <a:pt x="6887603" y="525574"/>
                  </a:lnTo>
                  <a:lnTo>
                    <a:pt x="6941544" y="516993"/>
                  </a:lnTo>
                  <a:lnTo>
                    <a:pt x="6998951" y="509348"/>
                  </a:lnTo>
                  <a:lnTo>
                    <a:pt x="7060758" y="502530"/>
                  </a:lnTo>
                  <a:lnTo>
                    <a:pt x="7127835" y="496438"/>
                  </a:lnTo>
                  <a:lnTo>
                    <a:pt x="7200874" y="490978"/>
                  </a:lnTo>
                  <a:lnTo>
                    <a:pt x="7280254" y="486081"/>
                  </a:lnTo>
                  <a:lnTo>
                    <a:pt x="7365852" y="481692"/>
                  </a:lnTo>
                  <a:lnTo>
                    <a:pt x="7456828" y="477782"/>
                  </a:lnTo>
                  <a:lnTo>
                    <a:pt x="7551410" y="474338"/>
                  </a:lnTo>
                  <a:lnTo>
                    <a:pt x="7646770" y="471364"/>
                  </a:lnTo>
                  <a:lnTo>
                    <a:pt x="7739091" y="468871"/>
                  </a:lnTo>
                  <a:lnTo>
                    <a:pt x="7823928" y="466868"/>
                  </a:lnTo>
                  <a:lnTo>
                    <a:pt x="7896898" y="465347"/>
                  </a:lnTo>
                  <a:lnTo>
                    <a:pt x="7954558" y="464279"/>
                  </a:lnTo>
                  <a:lnTo>
                    <a:pt x="7995242" y="463605"/>
                  </a:lnTo>
                  <a:lnTo>
                    <a:pt x="8019555" y="463243"/>
                  </a:lnTo>
                  <a:lnTo>
                    <a:pt x="8030421" y="463097"/>
                  </a:lnTo>
                  <a:lnTo>
                    <a:pt x="8032800" y="463068"/>
                  </a:lnTo>
                  <a:lnTo>
                    <a:pt x="8032819" y="463068"/>
                  </a:lnTo>
                  <a:lnTo>
                    <a:pt x="8554953" y="463068"/>
                  </a:lnTo>
                  <a:lnTo>
                    <a:pt x="8554953" y="463068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009" name="pl1009"/>
            <p:cNvSpPr/>
            <p:nvPr/>
          </p:nvSpPr>
          <p:spPr>
            <a:xfrm>
              <a:off x="386606" y="4020425"/>
              <a:ext cx="8554953" cy="960019"/>
            </a:xfrm>
            <a:custGeom>
              <a:avLst/>
              <a:pathLst>
                <a:path w="8554953" h="960019">
                  <a:moveTo>
                    <a:pt x="8554953" y="463068"/>
                  </a:moveTo>
                  <a:lnTo>
                    <a:pt x="8032819" y="463068"/>
                  </a:lnTo>
                  <a:lnTo>
                    <a:pt x="8031553" y="463083"/>
                  </a:lnTo>
                  <a:lnTo>
                    <a:pt x="8023278" y="463191"/>
                  </a:lnTo>
                  <a:lnTo>
                    <a:pt x="8002589" y="463492"/>
                  </a:lnTo>
                  <a:lnTo>
                    <a:pt x="7966035" y="464082"/>
                  </a:lnTo>
                  <a:lnTo>
                    <a:pt x="7912433" y="465047"/>
                  </a:lnTo>
                  <a:lnTo>
                    <a:pt x="7842927" y="466454"/>
                  </a:lnTo>
                  <a:lnTo>
                    <a:pt x="7760593" y="468339"/>
                  </a:lnTo>
                  <a:lnTo>
                    <a:pt x="7669673" y="470713"/>
                  </a:lnTo>
                  <a:lnTo>
                    <a:pt x="7574668" y="473571"/>
                  </a:lnTo>
                  <a:lnTo>
                    <a:pt x="7479596" y="476901"/>
                  </a:lnTo>
                  <a:lnTo>
                    <a:pt x="7387540" y="480698"/>
                  </a:lnTo>
                  <a:lnTo>
                    <a:pt x="7300524" y="484968"/>
                  </a:lnTo>
                  <a:lnTo>
                    <a:pt x="7219596" y="489738"/>
                  </a:lnTo>
                  <a:lnTo>
                    <a:pt x="7145034" y="495054"/>
                  </a:lnTo>
                  <a:lnTo>
                    <a:pt x="7076561" y="500985"/>
                  </a:lnTo>
                  <a:lnTo>
                    <a:pt x="7013547" y="507617"/>
                  </a:lnTo>
                  <a:lnTo>
                    <a:pt x="6955155" y="515051"/>
                  </a:lnTo>
                  <a:lnTo>
                    <a:pt x="6900457" y="523395"/>
                  </a:lnTo>
                  <a:lnTo>
                    <a:pt x="6848522" y="532750"/>
                  </a:lnTo>
                  <a:lnTo>
                    <a:pt x="6798493" y="543187"/>
                  </a:lnTo>
                  <a:lnTo>
                    <a:pt x="6786527" y="545893"/>
                  </a:lnTo>
                  <a:lnTo>
                    <a:pt x="6733648" y="558785"/>
                  </a:lnTo>
                  <a:lnTo>
                    <a:pt x="6681281" y="573009"/>
                  </a:lnTo>
                  <a:lnTo>
                    <a:pt x="6628875" y="588584"/>
                  </a:lnTo>
                  <a:lnTo>
                    <a:pt x="6576057" y="605483"/>
                  </a:lnTo>
                  <a:lnTo>
                    <a:pt x="6522610" y="623624"/>
                  </a:lnTo>
                  <a:lnTo>
                    <a:pt x="6468453" y="642870"/>
                  </a:lnTo>
                  <a:lnTo>
                    <a:pt x="6413623" y="663029"/>
                  </a:lnTo>
                  <a:lnTo>
                    <a:pt x="6358256" y="683862"/>
                  </a:lnTo>
                  <a:lnTo>
                    <a:pt x="6302558" y="705089"/>
                  </a:lnTo>
                  <a:lnTo>
                    <a:pt x="6246782" y="726409"/>
                  </a:lnTo>
                  <a:lnTo>
                    <a:pt x="6191187" y="747516"/>
                  </a:lnTo>
                  <a:lnTo>
                    <a:pt x="6136010" y="768114"/>
                  </a:lnTo>
                  <a:lnTo>
                    <a:pt x="6081435" y="787939"/>
                  </a:lnTo>
                  <a:lnTo>
                    <a:pt x="6027560" y="806768"/>
                  </a:lnTo>
                  <a:lnTo>
                    <a:pt x="5974378" y="824431"/>
                  </a:lnTo>
                  <a:lnTo>
                    <a:pt x="5921757" y="840814"/>
                  </a:lnTo>
                  <a:lnTo>
                    <a:pt x="5869420" y="855857"/>
                  </a:lnTo>
                  <a:lnTo>
                    <a:pt x="5816928" y="869550"/>
                  </a:lnTo>
                  <a:lnTo>
                    <a:pt x="5784835" y="877193"/>
                  </a:lnTo>
                  <a:lnTo>
                    <a:pt x="5735157" y="887898"/>
                  </a:lnTo>
                  <a:lnTo>
                    <a:pt x="5683759" y="897512"/>
                  </a:lnTo>
                  <a:lnTo>
                    <a:pt x="5629818" y="906093"/>
                  </a:lnTo>
                  <a:lnTo>
                    <a:pt x="5572411" y="913738"/>
                  </a:lnTo>
                  <a:lnTo>
                    <a:pt x="5510604" y="920556"/>
                  </a:lnTo>
                  <a:lnTo>
                    <a:pt x="5443527" y="926649"/>
                  </a:lnTo>
                  <a:lnTo>
                    <a:pt x="5370488" y="932108"/>
                  </a:lnTo>
                  <a:lnTo>
                    <a:pt x="5291108" y="937006"/>
                  </a:lnTo>
                  <a:lnTo>
                    <a:pt x="5205510" y="941394"/>
                  </a:lnTo>
                  <a:lnTo>
                    <a:pt x="5114534" y="945304"/>
                  </a:lnTo>
                  <a:lnTo>
                    <a:pt x="5019952" y="948748"/>
                  </a:lnTo>
                  <a:lnTo>
                    <a:pt x="4924592" y="951722"/>
                  </a:lnTo>
                  <a:lnTo>
                    <a:pt x="4832271" y="954215"/>
                  </a:lnTo>
                  <a:lnTo>
                    <a:pt x="4747434" y="956219"/>
                  </a:lnTo>
                  <a:lnTo>
                    <a:pt x="4674464" y="957739"/>
                  </a:lnTo>
                  <a:lnTo>
                    <a:pt x="4616804" y="958807"/>
                  </a:lnTo>
                  <a:lnTo>
                    <a:pt x="4576120" y="959481"/>
                  </a:lnTo>
                  <a:lnTo>
                    <a:pt x="4551807" y="959843"/>
                  </a:lnTo>
                  <a:lnTo>
                    <a:pt x="4540941" y="959989"/>
                  </a:lnTo>
                  <a:lnTo>
                    <a:pt x="4538562" y="960018"/>
                  </a:lnTo>
                  <a:lnTo>
                    <a:pt x="4538543" y="960019"/>
                  </a:lnTo>
                  <a:lnTo>
                    <a:pt x="4016409" y="960019"/>
                  </a:lnTo>
                  <a:lnTo>
                    <a:pt x="4015155" y="959989"/>
                  </a:lnTo>
                  <a:lnTo>
                    <a:pt x="4006950" y="959782"/>
                  </a:lnTo>
                  <a:lnTo>
                    <a:pt x="3986431" y="959207"/>
                  </a:lnTo>
                  <a:lnTo>
                    <a:pt x="3950161" y="958077"/>
                  </a:lnTo>
                  <a:lnTo>
                    <a:pt x="3896944" y="956228"/>
                  </a:lnTo>
                  <a:lnTo>
                    <a:pt x="3827884" y="953533"/>
                  </a:lnTo>
                  <a:lnTo>
                    <a:pt x="3746005" y="949922"/>
                  </a:lnTo>
                  <a:lnTo>
                    <a:pt x="3655496" y="945370"/>
                  </a:lnTo>
                  <a:lnTo>
                    <a:pt x="3560824" y="939888"/>
                  </a:lnTo>
                  <a:lnTo>
                    <a:pt x="3465989" y="933499"/>
                  </a:lnTo>
                  <a:lnTo>
                    <a:pt x="3374077" y="926215"/>
                  </a:lnTo>
                  <a:lnTo>
                    <a:pt x="3287125" y="918023"/>
                  </a:lnTo>
                  <a:lnTo>
                    <a:pt x="3206204" y="908873"/>
                  </a:lnTo>
                  <a:lnTo>
                    <a:pt x="3131610" y="898678"/>
                  </a:lnTo>
                  <a:lnTo>
                    <a:pt x="3063091" y="887308"/>
                  </a:lnTo>
                  <a:lnTo>
                    <a:pt x="3000030" y="874602"/>
                  </a:lnTo>
                  <a:lnTo>
                    <a:pt x="2941607" y="860365"/>
                  </a:lnTo>
                  <a:lnTo>
                    <a:pt x="2886904" y="844391"/>
                  </a:lnTo>
                  <a:lnTo>
                    <a:pt x="2834995" y="826483"/>
                  </a:lnTo>
                  <a:lnTo>
                    <a:pt x="2785026" y="806503"/>
                  </a:lnTo>
                  <a:lnTo>
                    <a:pt x="2770117" y="800015"/>
                  </a:lnTo>
                  <a:lnTo>
                    <a:pt x="2720279" y="776622"/>
                  </a:lnTo>
                  <a:lnTo>
                    <a:pt x="2670927" y="750947"/>
                  </a:lnTo>
                  <a:lnTo>
                    <a:pt x="2621587" y="722954"/>
                  </a:lnTo>
                  <a:lnTo>
                    <a:pt x="2571927" y="692678"/>
                  </a:lnTo>
                  <a:lnTo>
                    <a:pt x="2521742" y="660230"/>
                  </a:lnTo>
                  <a:lnTo>
                    <a:pt x="2470934" y="625808"/>
                  </a:lnTo>
                  <a:lnTo>
                    <a:pt x="2419506" y="589695"/>
                  </a:lnTo>
                  <a:lnTo>
                    <a:pt x="2367542" y="552251"/>
                  </a:lnTo>
                  <a:lnTo>
                    <a:pt x="2315193" y="513902"/>
                  </a:lnTo>
                  <a:lnTo>
                    <a:pt x="2262655" y="475120"/>
                  </a:lnTo>
                  <a:lnTo>
                    <a:pt x="2210144" y="436401"/>
                  </a:lnTo>
                  <a:lnTo>
                    <a:pt x="2157875" y="398237"/>
                  </a:lnTo>
                  <a:lnTo>
                    <a:pt x="2106034" y="361090"/>
                  </a:lnTo>
                  <a:lnTo>
                    <a:pt x="2054757" y="325372"/>
                  </a:lnTo>
                  <a:lnTo>
                    <a:pt x="2004109" y="291424"/>
                  </a:lnTo>
                  <a:lnTo>
                    <a:pt x="1954069" y="259508"/>
                  </a:lnTo>
                  <a:lnTo>
                    <a:pt x="1904514" y="229798"/>
                  </a:lnTo>
                  <a:lnTo>
                    <a:pt x="1855207" y="202389"/>
                  </a:lnTo>
                  <a:lnTo>
                    <a:pt x="1805784" y="177295"/>
                  </a:lnTo>
                  <a:lnTo>
                    <a:pt x="1768425" y="160003"/>
                  </a:lnTo>
                  <a:lnTo>
                    <a:pt x="1718897" y="139382"/>
                  </a:lnTo>
                  <a:lnTo>
                    <a:pt x="1667663" y="120855"/>
                  </a:lnTo>
                  <a:lnTo>
                    <a:pt x="1613904" y="104313"/>
                  </a:lnTo>
                  <a:lnTo>
                    <a:pt x="1556710" y="89571"/>
                  </a:lnTo>
                  <a:lnTo>
                    <a:pt x="1495152" y="76420"/>
                  </a:lnTo>
                  <a:lnTo>
                    <a:pt x="1428368" y="64664"/>
                  </a:lnTo>
                  <a:lnTo>
                    <a:pt x="1355667" y="54127"/>
                  </a:lnTo>
                  <a:lnTo>
                    <a:pt x="1276666" y="44670"/>
                  </a:lnTo>
                  <a:lnTo>
                    <a:pt x="1191472" y="36194"/>
                  </a:lnTo>
                  <a:lnTo>
                    <a:pt x="1100899" y="28637"/>
                  </a:lnTo>
                  <a:lnTo>
                    <a:pt x="1006674" y="21976"/>
                  </a:lnTo>
                  <a:lnTo>
                    <a:pt x="911566" y="16216"/>
                  </a:lnTo>
                  <a:lnTo>
                    <a:pt x="819329" y="11380"/>
                  </a:lnTo>
                  <a:lnTo>
                    <a:pt x="734355" y="7483"/>
                  </a:lnTo>
                  <a:lnTo>
                    <a:pt x="661010" y="4515"/>
                  </a:lnTo>
                  <a:lnTo>
                    <a:pt x="602763" y="2420"/>
                  </a:lnTo>
                  <a:lnTo>
                    <a:pt x="561363" y="1088"/>
                  </a:lnTo>
                  <a:lnTo>
                    <a:pt x="536325" y="364"/>
                  </a:lnTo>
                  <a:lnTo>
                    <a:pt x="524864" y="64"/>
                  </a:lnTo>
                  <a:lnTo>
                    <a:pt x="522169" y="0"/>
                  </a:lnTo>
                  <a:lnTo>
                    <a:pt x="522133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010" name="pg1010"/>
            <p:cNvSpPr/>
            <p:nvPr/>
          </p:nvSpPr>
          <p:spPr>
            <a:xfrm>
              <a:off x="386606" y="2190741"/>
              <a:ext cx="8554953" cy="3207593"/>
            </a:xfrm>
            <a:custGeom>
              <a:avLst/>
              <a:pathLst>
                <a:path w="8554953" h="3207593">
                  <a:moveTo>
                    <a:pt x="0" y="1897449"/>
                  </a:moveTo>
                  <a:lnTo>
                    <a:pt x="522133" y="1897449"/>
                  </a:lnTo>
                  <a:lnTo>
                    <a:pt x="523375" y="1897488"/>
                  </a:lnTo>
                  <a:lnTo>
                    <a:pt x="531498" y="1897769"/>
                  </a:lnTo>
                  <a:lnTo>
                    <a:pt x="551821" y="1898546"/>
                  </a:lnTo>
                  <a:lnTo>
                    <a:pt x="587762" y="1900071"/>
                  </a:lnTo>
                  <a:lnTo>
                    <a:pt x="640534" y="1902569"/>
                  </a:lnTo>
                  <a:lnTo>
                    <a:pt x="709078" y="1906211"/>
                  </a:lnTo>
                  <a:lnTo>
                    <a:pt x="790430" y="1911094"/>
                  </a:lnTo>
                  <a:lnTo>
                    <a:pt x="880461" y="1917251"/>
                  </a:lnTo>
                  <a:lnTo>
                    <a:pt x="974744" y="1924669"/>
                  </a:lnTo>
                  <a:lnTo>
                    <a:pt x="1069300" y="1933317"/>
                  </a:lnTo>
                  <a:lnTo>
                    <a:pt x="1161042" y="1943179"/>
                  </a:lnTo>
                  <a:lnTo>
                    <a:pt x="1247916" y="1954270"/>
                  </a:lnTo>
                  <a:lnTo>
                    <a:pt x="1328829" y="1966655"/>
                  </a:lnTo>
                  <a:lnTo>
                    <a:pt x="1403456" y="1980451"/>
                  </a:lnTo>
                  <a:lnTo>
                    <a:pt x="1472030" y="1995828"/>
                  </a:lnTo>
                  <a:lnTo>
                    <a:pt x="1535144" y="2013004"/>
                  </a:lnTo>
                  <a:lnTo>
                    <a:pt x="1593605" y="2032240"/>
                  </a:lnTo>
                  <a:lnTo>
                    <a:pt x="1648317" y="2053813"/>
                  </a:lnTo>
                  <a:lnTo>
                    <a:pt x="1700197" y="2077990"/>
                  </a:lnTo>
                  <a:lnTo>
                    <a:pt x="1750099" y="2104969"/>
                  </a:lnTo>
                  <a:lnTo>
                    <a:pt x="1768425" y="2115806"/>
                  </a:lnTo>
                  <a:lnTo>
                    <a:pt x="1815576" y="2145920"/>
                  </a:lnTo>
                  <a:lnTo>
                    <a:pt x="1862267" y="2178815"/>
                  </a:lnTo>
                  <a:lnTo>
                    <a:pt x="1908909" y="2214538"/>
                  </a:lnTo>
                  <a:lnTo>
                    <a:pt x="1955797" y="2253064"/>
                  </a:lnTo>
                  <a:lnTo>
                    <a:pt x="2003126" y="2294279"/>
                  </a:lnTo>
                  <a:lnTo>
                    <a:pt x="2050997" y="2337980"/>
                  </a:lnTo>
                  <a:lnTo>
                    <a:pt x="2099434" y="2383870"/>
                  </a:lnTo>
                  <a:lnTo>
                    <a:pt x="2148387" y="2431562"/>
                  </a:lnTo>
                  <a:lnTo>
                    <a:pt x="2197749" y="2480595"/>
                  </a:lnTo>
                  <a:lnTo>
                    <a:pt x="2247370" y="2530442"/>
                  </a:lnTo>
                  <a:lnTo>
                    <a:pt x="2297073" y="2580543"/>
                  </a:lnTo>
                  <a:lnTo>
                    <a:pt x="2346672" y="2630323"/>
                  </a:lnTo>
                  <a:lnTo>
                    <a:pt x="2395992" y="2679222"/>
                  </a:lnTo>
                  <a:lnTo>
                    <a:pt x="2444888" y="2726724"/>
                  </a:lnTo>
                  <a:lnTo>
                    <a:pt x="2493259" y="2772372"/>
                  </a:lnTo>
                  <a:lnTo>
                    <a:pt x="2541064" y="2815791"/>
                  </a:lnTo>
                  <a:lnTo>
                    <a:pt x="2588333" y="2856696"/>
                  </a:lnTo>
                  <a:lnTo>
                    <a:pt x="2635180" y="2894893"/>
                  </a:lnTo>
                  <a:lnTo>
                    <a:pt x="2681810" y="2930281"/>
                  </a:lnTo>
                  <a:lnTo>
                    <a:pt x="2728531" y="2962841"/>
                  </a:lnTo>
                  <a:lnTo>
                    <a:pt x="2770117" y="2989235"/>
                  </a:lnTo>
                  <a:lnTo>
                    <a:pt x="2819471" y="3017285"/>
                  </a:lnTo>
                  <a:lnTo>
                    <a:pt x="2870517" y="3042494"/>
                  </a:lnTo>
                  <a:lnTo>
                    <a:pt x="2924063" y="3065014"/>
                  </a:lnTo>
                  <a:lnTo>
                    <a:pt x="2981011" y="3085091"/>
                  </a:lnTo>
                  <a:lnTo>
                    <a:pt x="3042282" y="3103007"/>
                  </a:lnTo>
                  <a:lnTo>
                    <a:pt x="3108727" y="3119029"/>
                  </a:lnTo>
                  <a:lnTo>
                    <a:pt x="3181038" y="3133394"/>
                  </a:lnTo>
                  <a:lnTo>
                    <a:pt x="3259601" y="3146291"/>
                  </a:lnTo>
                  <a:lnTo>
                    <a:pt x="3344325" y="3157856"/>
                  </a:lnTo>
                  <a:lnTo>
                    <a:pt x="3434430" y="3168174"/>
                  </a:lnTo>
                  <a:lnTo>
                    <a:pt x="3528239" y="3177277"/>
                  </a:lnTo>
                  <a:lnTo>
                    <a:pt x="3623049" y="3185159"/>
                  </a:lnTo>
                  <a:lnTo>
                    <a:pt x="3715180" y="3191792"/>
                  </a:lnTo>
                  <a:lnTo>
                    <a:pt x="3800299" y="3197151"/>
                  </a:lnTo>
                  <a:lnTo>
                    <a:pt x="3874067" y="3201250"/>
                  </a:lnTo>
                  <a:lnTo>
                    <a:pt x="3932983" y="3204160"/>
                  </a:lnTo>
                  <a:lnTo>
                    <a:pt x="3975209" y="3206026"/>
                  </a:lnTo>
                  <a:lnTo>
                    <a:pt x="4001092" y="3207054"/>
                  </a:lnTo>
                  <a:lnTo>
                    <a:pt x="4013255" y="3207490"/>
                  </a:lnTo>
                  <a:lnTo>
                    <a:pt x="4016409" y="3207593"/>
                  </a:lnTo>
                  <a:lnTo>
                    <a:pt x="4538543" y="3207593"/>
                  </a:lnTo>
                  <a:lnTo>
                    <a:pt x="4539665" y="3207506"/>
                  </a:lnTo>
                  <a:lnTo>
                    <a:pt x="4547021" y="3206888"/>
                  </a:lnTo>
                  <a:lnTo>
                    <a:pt x="4565488" y="3205179"/>
                  </a:lnTo>
                  <a:lnTo>
                    <a:pt x="4598308" y="3201820"/>
                  </a:lnTo>
                  <a:lnTo>
                    <a:pt x="4646822" y="3196303"/>
                  </a:lnTo>
                  <a:lnTo>
                    <a:pt x="4710372" y="3188233"/>
                  </a:lnTo>
                  <a:lnTo>
                    <a:pt x="4786561" y="3177362"/>
                  </a:lnTo>
                  <a:lnTo>
                    <a:pt x="4871823" y="3163591"/>
                  </a:lnTo>
                  <a:lnTo>
                    <a:pt x="4962156" y="3146928"/>
                  </a:lnTo>
                  <a:lnTo>
                    <a:pt x="5053801" y="3127438"/>
                  </a:lnTo>
                  <a:lnTo>
                    <a:pt x="5143683" y="3105175"/>
                  </a:lnTo>
                  <a:lnTo>
                    <a:pt x="5229622" y="3080133"/>
                  </a:lnTo>
                  <a:lnTo>
                    <a:pt x="5310310" y="3052215"/>
                  </a:lnTo>
                  <a:lnTo>
                    <a:pt x="5385186" y="3021212"/>
                  </a:lnTo>
                  <a:lnTo>
                    <a:pt x="5454256" y="2986804"/>
                  </a:lnTo>
                  <a:lnTo>
                    <a:pt x="5517913" y="2948558"/>
                  </a:lnTo>
                  <a:lnTo>
                    <a:pt x="5576802" y="2905946"/>
                  </a:lnTo>
                  <a:lnTo>
                    <a:pt x="5631697" y="2858371"/>
                  </a:lnTo>
                  <a:lnTo>
                    <a:pt x="5683430" y="2805219"/>
                  </a:lnTo>
                  <a:lnTo>
                    <a:pt x="5732814" y="2745938"/>
                  </a:lnTo>
                  <a:lnTo>
                    <a:pt x="5780583" y="2680186"/>
                  </a:lnTo>
                  <a:lnTo>
                    <a:pt x="5784835" y="2673935"/>
                  </a:lnTo>
                  <a:lnTo>
                    <a:pt x="5820296" y="2619309"/>
                  </a:lnTo>
                  <a:lnTo>
                    <a:pt x="5855430" y="2560881"/>
                  </a:lnTo>
                  <a:lnTo>
                    <a:pt x="5890433" y="2498574"/>
                  </a:lnTo>
                  <a:lnTo>
                    <a:pt x="5925459" y="2432365"/>
                  </a:lnTo>
                  <a:lnTo>
                    <a:pt x="5960626" y="2362292"/>
                  </a:lnTo>
                  <a:lnTo>
                    <a:pt x="5996021" y="2288460"/>
                  </a:lnTo>
                  <a:lnTo>
                    <a:pt x="6031701" y="2211045"/>
                  </a:lnTo>
                  <a:lnTo>
                    <a:pt x="6067696" y="2130293"/>
                  </a:lnTo>
                  <a:lnTo>
                    <a:pt x="6104011" y="2046524"/>
                  </a:lnTo>
                  <a:lnTo>
                    <a:pt x="6140628" y="1960128"/>
                  </a:lnTo>
                  <a:lnTo>
                    <a:pt x="6177510" y="1871557"/>
                  </a:lnTo>
                  <a:lnTo>
                    <a:pt x="6214604" y="1781317"/>
                  </a:lnTo>
                  <a:lnTo>
                    <a:pt x="6251843" y="1689959"/>
                  </a:lnTo>
                  <a:lnTo>
                    <a:pt x="6289154" y="1598062"/>
                  </a:lnTo>
                  <a:lnTo>
                    <a:pt x="6326457" y="1506221"/>
                  </a:lnTo>
                  <a:lnTo>
                    <a:pt x="6363675" y="1415027"/>
                  </a:lnTo>
                  <a:lnTo>
                    <a:pt x="6400734" y="1325057"/>
                  </a:lnTo>
                  <a:lnTo>
                    <a:pt x="6437570" y="1236854"/>
                  </a:lnTo>
                  <a:lnTo>
                    <a:pt x="6474133" y="1150914"/>
                  </a:lnTo>
                  <a:lnTo>
                    <a:pt x="6510389" y="1067680"/>
                  </a:lnTo>
                  <a:lnTo>
                    <a:pt x="6546325" y="987527"/>
                  </a:lnTo>
                  <a:lnTo>
                    <a:pt x="6581949" y="910761"/>
                  </a:lnTo>
                  <a:lnTo>
                    <a:pt x="6617296" y="837618"/>
                  </a:lnTo>
                  <a:lnTo>
                    <a:pt x="6652429" y="768258"/>
                  </a:lnTo>
                  <a:lnTo>
                    <a:pt x="6687440" y="702774"/>
                  </a:lnTo>
                  <a:lnTo>
                    <a:pt x="6722455" y="641193"/>
                  </a:lnTo>
                  <a:lnTo>
                    <a:pt x="6757634" y="583480"/>
                  </a:lnTo>
                  <a:lnTo>
                    <a:pt x="6786527" y="539304"/>
                  </a:lnTo>
                  <a:lnTo>
                    <a:pt x="6834182" y="472965"/>
                  </a:lnTo>
                  <a:lnTo>
                    <a:pt x="6883392" y="413109"/>
                  </a:lnTo>
                  <a:lnTo>
                    <a:pt x="6934881" y="359425"/>
                  </a:lnTo>
                  <a:lnTo>
                    <a:pt x="6989457" y="311373"/>
                  </a:lnTo>
                  <a:lnTo>
                    <a:pt x="7047951" y="268338"/>
                  </a:lnTo>
                  <a:lnTo>
                    <a:pt x="7111150" y="229721"/>
                  </a:lnTo>
                  <a:lnTo>
                    <a:pt x="7179710" y="194986"/>
                  </a:lnTo>
                  <a:lnTo>
                    <a:pt x="7254056" y="163691"/>
                  </a:lnTo>
                  <a:lnTo>
                    <a:pt x="7334233" y="135505"/>
                  </a:lnTo>
                  <a:lnTo>
                    <a:pt x="7419739" y="110209"/>
                  </a:lnTo>
                  <a:lnTo>
                    <a:pt x="7509342" y="87696"/>
                  </a:lnTo>
                  <a:lnTo>
                    <a:pt x="7600940" y="67954"/>
                  </a:lnTo>
                  <a:lnTo>
                    <a:pt x="7691539" y="51034"/>
                  </a:lnTo>
                  <a:lnTo>
                    <a:pt x="7777423" y="37000"/>
                  </a:lnTo>
                  <a:lnTo>
                    <a:pt x="7854588" y="25870"/>
                  </a:lnTo>
                  <a:lnTo>
                    <a:pt x="7919400" y="17555"/>
                  </a:lnTo>
                  <a:lnTo>
                    <a:pt x="7969325" y="11822"/>
                  </a:lnTo>
                  <a:lnTo>
                    <a:pt x="8003536" y="8287"/>
                  </a:lnTo>
                  <a:lnTo>
                    <a:pt x="8023192" y="6452"/>
                  </a:lnTo>
                  <a:lnTo>
                    <a:pt x="8031373" y="5759"/>
                  </a:lnTo>
                  <a:lnTo>
                    <a:pt x="8032819" y="5647"/>
                  </a:lnTo>
                  <a:lnTo>
                    <a:pt x="8554953" y="5647"/>
                  </a:lnTo>
                  <a:lnTo>
                    <a:pt x="8554953" y="0"/>
                  </a:lnTo>
                  <a:lnTo>
                    <a:pt x="8032819" y="0"/>
                  </a:lnTo>
                  <a:lnTo>
                    <a:pt x="8031697" y="86"/>
                  </a:lnTo>
                  <a:lnTo>
                    <a:pt x="8024341" y="704"/>
                  </a:lnTo>
                  <a:lnTo>
                    <a:pt x="8005874" y="2413"/>
                  </a:lnTo>
                  <a:lnTo>
                    <a:pt x="7973054" y="5772"/>
                  </a:lnTo>
                  <a:lnTo>
                    <a:pt x="7924540" y="11289"/>
                  </a:lnTo>
                  <a:lnTo>
                    <a:pt x="7860989" y="19359"/>
                  </a:lnTo>
                  <a:lnTo>
                    <a:pt x="7784800" y="30230"/>
                  </a:lnTo>
                  <a:lnTo>
                    <a:pt x="7699539" y="44002"/>
                  </a:lnTo>
                  <a:lnTo>
                    <a:pt x="7609206" y="60664"/>
                  </a:lnTo>
                  <a:lnTo>
                    <a:pt x="7517561" y="80154"/>
                  </a:lnTo>
                  <a:lnTo>
                    <a:pt x="7427678" y="102417"/>
                  </a:lnTo>
                  <a:lnTo>
                    <a:pt x="7341740" y="127459"/>
                  </a:lnTo>
                  <a:lnTo>
                    <a:pt x="7261052" y="155378"/>
                  </a:lnTo>
                  <a:lnTo>
                    <a:pt x="7186176" y="186380"/>
                  </a:lnTo>
                  <a:lnTo>
                    <a:pt x="7117106" y="220788"/>
                  </a:lnTo>
                  <a:lnTo>
                    <a:pt x="7053449" y="259035"/>
                  </a:lnTo>
                  <a:lnTo>
                    <a:pt x="6994560" y="301647"/>
                  </a:lnTo>
                  <a:lnTo>
                    <a:pt x="6939665" y="349221"/>
                  </a:lnTo>
                  <a:lnTo>
                    <a:pt x="6887932" y="402373"/>
                  </a:lnTo>
                  <a:lnTo>
                    <a:pt x="6838548" y="461654"/>
                  </a:lnTo>
                  <a:lnTo>
                    <a:pt x="6790779" y="527406"/>
                  </a:lnTo>
                  <a:lnTo>
                    <a:pt x="6786527" y="533657"/>
                  </a:lnTo>
                  <a:lnTo>
                    <a:pt x="6751066" y="588283"/>
                  </a:lnTo>
                  <a:lnTo>
                    <a:pt x="6715931" y="646711"/>
                  </a:lnTo>
                  <a:lnTo>
                    <a:pt x="6680929" y="709018"/>
                  </a:lnTo>
                  <a:lnTo>
                    <a:pt x="6645903" y="775227"/>
                  </a:lnTo>
                  <a:lnTo>
                    <a:pt x="6610736" y="845300"/>
                  </a:lnTo>
                  <a:lnTo>
                    <a:pt x="6575341" y="919132"/>
                  </a:lnTo>
                  <a:lnTo>
                    <a:pt x="6539661" y="996548"/>
                  </a:lnTo>
                  <a:lnTo>
                    <a:pt x="6503666" y="1077299"/>
                  </a:lnTo>
                  <a:lnTo>
                    <a:pt x="6467351" y="1161068"/>
                  </a:lnTo>
                  <a:lnTo>
                    <a:pt x="6430734" y="1247464"/>
                  </a:lnTo>
                  <a:lnTo>
                    <a:pt x="6393852" y="1336035"/>
                  </a:lnTo>
                  <a:lnTo>
                    <a:pt x="6356758" y="1426275"/>
                  </a:lnTo>
                  <a:lnTo>
                    <a:pt x="6319519" y="1517633"/>
                  </a:lnTo>
                  <a:lnTo>
                    <a:pt x="6282208" y="1609530"/>
                  </a:lnTo>
                  <a:lnTo>
                    <a:pt x="6244905" y="1701372"/>
                  </a:lnTo>
                  <a:lnTo>
                    <a:pt x="6207687" y="1792565"/>
                  </a:lnTo>
                  <a:lnTo>
                    <a:pt x="6170628" y="1882535"/>
                  </a:lnTo>
                  <a:lnTo>
                    <a:pt x="6133792" y="1970738"/>
                  </a:lnTo>
                  <a:lnTo>
                    <a:pt x="6097229" y="2056678"/>
                  </a:lnTo>
                  <a:lnTo>
                    <a:pt x="6060973" y="2139912"/>
                  </a:lnTo>
                  <a:lnTo>
                    <a:pt x="6025037" y="2220065"/>
                  </a:lnTo>
                  <a:lnTo>
                    <a:pt x="5989413" y="2296831"/>
                  </a:lnTo>
                  <a:lnTo>
                    <a:pt x="5954066" y="2369974"/>
                  </a:lnTo>
                  <a:lnTo>
                    <a:pt x="5918933" y="2439334"/>
                  </a:lnTo>
                  <a:lnTo>
                    <a:pt x="5883922" y="2504818"/>
                  </a:lnTo>
                  <a:lnTo>
                    <a:pt x="5848907" y="2566400"/>
                  </a:lnTo>
                  <a:lnTo>
                    <a:pt x="5813728" y="2624112"/>
                  </a:lnTo>
                  <a:lnTo>
                    <a:pt x="5784835" y="2668288"/>
                  </a:lnTo>
                  <a:lnTo>
                    <a:pt x="5737180" y="2734627"/>
                  </a:lnTo>
                  <a:lnTo>
                    <a:pt x="5687970" y="2794483"/>
                  </a:lnTo>
                  <a:lnTo>
                    <a:pt x="5636481" y="2848167"/>
                  </a:lnTo>
                  <a:lnTo>
                    <a:pt x="5581905" y="2896220"/>
                  </a:lnTo>
                  <a:lnTo>
                    <a:pt x="5523411" y="2939254"/>
                  </a:lnTo>
                  <a:lnTo>
                    <a:pt x="5460212" y="2977871"/>
                  </a:lnTo>
                  <a:lnTo>
                    <a:pt x="5391652" y="3012606"/>
                  </a:lnTo>
                  <a:lnTo>
                    <a:pt x="5317306" y="3043901"/>
                  </a:lnTo>
                  <a:lnTo>
                    <a:pt x="5237129" y="3072088"/>
                  </a:lnTo>
                  <a:lnTo>
                    <a:pt x="5151623" y="3097384"/>
                  </a:lnTo>
                  <a:lnTo>
                    <a:pt x="5062020" y="3119896"/>
                  </a:lnTo>
                  <a:lnTo>
                    <a:pt x="4970422" y="3139638"/>
                  </a:lnTo>
                  <a:lnTo>
                    <a:pt x="4879823" y="3156558"/>
                  </a:lnTo>
                  <a:lnTo>
                    <a:pt x="4793939" y="3170592"/>
                  </a:lnTo>
                  <a:lnTo>
                    <a:pt x="4716774" y="3181722"/>
                  </a:lnTo>
                  <a:lnTo>
                    <a:pt x="4651962" y="3190037"/>
                  </a:lnTo>
                  <a:lnTo>
                    <a:pt x="4602036" y="3195770"/>
                  </a:lnTo>
                  <a:lnTo>
                    <a:pt x="4567825" y="3199305"/>
                  </a:lnTo>
                  <a:lnTo>
                    <a:pt x="4548170" y="3201140"/>
                  </a:lnTo>
                  <a:lnTo>
                    <a:pt x="4539989" y="3201833"/>
                  </a:lnTo>
                  <a:lnTo>
                    <a:pt x="4538543" y="3201946"/>
                  </a:lnTo>
                  <a:lnTo>
                    <a:pt x="4016409" y="3201946"/>
                  </a:lnTo>
                  <a:lnTo>
                    <a:pt x="4015167" y="3201906"/>
                  </a:lnTo>
                  <a:lnTo>
                    <a:pt x="4007044" y="3201625"/>
                  </a:lnTo>
                  <a:lnTo>
                    <a:pt x="3986721" y="3200849"/>
                  </a:lnTo>
                  <a:lnTo>
                    <a:pt x="3950780" y="3199324"/>
                  </a:lnTo>
                  <a:lnTo>
                    <a:pt x="3898008" y="3196825"/>
                  </a:lnTo>
                  <a:lnTo>
                    <a:pt x="3829464" y="3193184"/>
                  </a:lnTo>
                  <a:lnTo>
                    <a:pt x="3748112" y="3188301"/>
                  </a:lnTo>
                  <a:lnTo>
                    <a:pt x="3658082" y="3182144"/>
                  </a:lnTo>
                  <a:lnTo>
                    <a:pt x="3563798" y="3174726"/>
                  </a:lnTo>
                  <a:lnTo>
                    <a:pt x="3469242" y="3166077"/>
                  </a:lnTo>
                  <a:lnTo>
                    <a:pt x="3377500" y="3156215"/>
                  </a:lnTo>
                  <a:lnTo>
                    <a:pt x="3290626" y="3145124"/>
                  </a:lnTo>
                  <a:lnTo>
                    <a:pt x="3209713" y="3132739"/>
                  </a:lnTo>
                  <a:lnTo>
                    <a:pt x="3135086" y="3118943"/>
                  </a:lnTo>
                  <a:lnTo>
                    <a:pt x="3066512" y="3103567"/>
                  </a:lnTo>
                  <a:lnTo>
                    <a:pt x="3003398" y="3086390"/>
                  </a:lnTo>
                  <a:lnTo>
                    <a:pt x="2944937" y="3067155"/>
                  </a:lnTo>
                  <a:lnTo>
                    <a:pt x="2890225" y="3045582"/>
                  </a:lnTo>
                  <a:lnTo>
                    <a:pt x="2838345" y="3021404"/>
                  </a:lnTo>
                  <a:lnTo>
                    <a:pt x="2788443" y="2994425"/>
                  </a:lnTo>
                  <a:lnTo>
                    <a:pt x="2770117" y="2983588"/>
                  </a:lnTo>
                  <a:lnTo>
                    <a:pt x="2722966" y="2953474"/>
                  </a:lnTo>
                  <a:lnTo>
                    <a:pt x="2676275" y="2920580"/>
                  </a:lnTo>
                  <a:lnTo>
                    <a:pt x="2629633" y="2884856"/>
                  </a:lnTo>
                  <a:lnTo>
                    <a:pt x="2582745" y="2846330"/>
                  </a:lnTo>
                  <a:lnTo>
                    <a:pt x="2535416" y="2805115"/>
                  </a:lnTo>
                  <a:lnTo>
                    <a:pt x="2487545" y="2761414"/>
                  </a:lnTo>
                  <a:lnTo>
                    <a:pt x="2439108" y="2715525"/>
                  </a:lnTo>
                  <a:lnTo>
                    <a:pt x="2390156" y="2667832"/>
                  </a:lnTo>
                  <a:lnTo>
                    <a:pt x="2340793" y="2618800"/>
                  </a:lnTo>
                  <a:lnTo>
                    <a:pt x="2291172" y="2568952"/>
                  </a:lnTo>
                  <a:lnTo>
                    <a:pt x="2241470" y="2518851"/>
                  </a:lnTo>
                  <a:lnTo>
                    <a:pt x="2191870" y="2469072"/>
                  </a:lnTo>
                  <a:lnTo>
                    <a:pt x="2142550" y="2420172"/>
                  </a:lnTo>
                  <a:lnTo>
                    <a:pt x="2093654" y="2372671"/>
                  </a:lnTo>
                  <a:lnTo>
                    <a:pt x="2045283" y="2327023"/>
                  </a:lnTo>
                  <a:lnTo>
                    <a:pt x="1997479" y="2283603"/>
                  </a:lnTo>
                  <a:lnTo>
                    <a:pt x="1950209" y="2242698"/>
                  </a:lnTo>
                  <a:lnTo>
                    <a:pt x="1903362" y="2204501"/>
                  </a:lnTo>
                  <a:lnTo>
                    <a:pt x="1856732" y="2169114"/>
                  </a:lnTo>
                  <a:lnTo>
                    <a:pt x="1810011" y="2136553"/>
                  </a:lnTo>
                  <a:lnTo>
                    <a:pt x="1768425" y="2110159"/>
                  </a:lnTo>
                  <a:lnTo>
                    <a:pt x="1719071" y="2082110"/>
                  </a:lnTo>
                  <a:lnTo>
                    <a:pt x="1668025" y="2056900"/>
                  </a:lnTo>
                  <a:lnTo>
                    <a:pt x="1614479" y="2034381"/>
                  </a:lnTo>
                  <a:lnTo>
                    <a:pt x="1557531" y="2014303"/>
                  </a:lnTo>
                  <a:lnTo>
                    <a:pt x="1496261" y="1996388"/>
                  </a:lnTo>
                  <a:lnTo>
                    <a:pt x="1429815" y="1980365"/>
                  </a:lnTo>
                  <a:lnTo>
                    <a:pt x="1357504" y="1966000"/>
                  </a:lnTo>
                  <a:lnTo>
                    <a:pt x="1278941" y="1953104"/>
                  </a:lnTo>
                  <a:lnTo>
                    <a:pt x="1194217" y="1941538"/>
                  </a:lnTo>
                  <a:lnTo>
                    <a:pt x="1104112" y="1931221"/>
                  </a:lnTo>
                  <a:lnTo>
                    <a:pt x="1010303" y="1922117"/>
                  </a:lnTo>
                  <a:lnTo>
                    <a:pt x="915493" y="1914235"/>
                  </a:lnTo>
                  <a:lnTo>
                    <a:pt x="823363" y="1907603"/>
                  </a:lnTo>
                  <a:lnTo>
                    <a:pt x="738243" y="1902243"/>
                  </a:lnTo>
                  <a:lnTo>
                    <a:pt x="664475" y="1898145"/>
                  </a:lnTo>
                  <a:lnTo>
                    <a:pt x="605559" y="1895234"/>
                  </a:lnTo>
                  <a:lnTo>
                    <a:pt x="563333" y="1893369"/>
                  </a:lnTo>
                  <a:lnTo>
                    <a:pt x="537450" y="1892341"/>
                  </a:lnTo>
                  <a:lnTo>
                    <a:pt x="525287" y="1891905"/>
                  </a:lnTo>
                  <a:lnTo>
                    <a:pt x="522133" y="1891802"/>
                  </a:lnTo>
                  <a:lnTo>
                    <a:pt x="0" y="1891802"/>
                  </a:lnTo>
                  <a:close/>
                </a:path>
              </a:pathLst>
            </a:custGeom>
            <a:solidFill>
              <a:srgbClr val="F28E5B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1011" name="pl1011"/>
            <p:cNvSpPr/>
            <p:nvPr/>
          </p:nvSpPr>
          <p:spPr>
            <a:xfrm>
              <a:off x="386606" y="2196388"/>
              <a:ext cx="8554953" cy="3201946"/>
            </a:xfrm>
            <a:custGeom>
              <a:avLst/>
              <a:pathLst>
                <a:path w="8554953" h="3201946">
                  <a:moveTo>
                    <a:pt x="0" y="1891802"/>
                  </a:moveTo>
                  <a:lnTo>
                    <a:pt x="522133" y="1891802"/>
                  </a:lnTo>
                  <a:lnTo>
                    <a:pt x="523375" y="1891841"/>
                  </a:lnTo>
                  <a:lnTo>
                    <a:pt x="531498" y="1892122"/>
                  </a:lnTo>
                  <a:lnTo>
                    <a:pt x="551821" y="1892898"/>
                  </a:lnTo>
                  <a:lnTo>
                    <a:pt x="587762" y="1894423"/>
                  </a:lnTo>
                  <a:lnTo>
                    <a:pt x="640534" y="1896922"/>
                  </a:lnTo>
                  <a:lnTo>
                    <a:pt x="709078" y="1900563"/>
                  </a:lnTo>
                  <a:lnTo>
                    <a:pt x="790430" y="1905447"/>
                  </a:lnTo>
                  <a:lnTo>
                    <a:pt x="880461" y="1911604"/>
                  </a:lnTo>
                  <a:lnTo>
                    <a:pt x="974744" y="1919022"/>
                  </a:lnTo>
                  <a:lnTo>
                    <a:pt x="1069300" y="1927670"/>
                  </a:lnTo>
                  <a:lnTo>
                    <a:pt x="1161042" y="1937532"/>
                  </a:lnTo>
                  <a:lnTo>
                    <a:pt x="1247916" y="1948623"/>
                  </a:lnTo>
                  <a:lnTo>
                    <a:pt x="1328829" y="1961008"/>
                  </a:lnTo>
                  <a:lnTo>
                    <a:pt x="1403456" y="1974804"/>
                  </a:lnTo>
                  <a:lnTo>
                    <a:pt x="1472030" y="1990180"/>
                  </a:lnTo>
                  <a:lnTo>
                    <a:pt x="1535144" y="2007357"/>
                  </a:lnTo>
                  <a:lnTo>
                    <a:pt x="1593605" y="2026593"/>
                  </a:lnTo>
                  <a:lnTo>
                    <a:pt x="1648317" y="2048166"/>
                  </a:lnTo>
                  <a:lnTo>
                    <a:pt x="1700197" y="2072343"/>
                  </a:lnTo>
                  <a:lnTo>
                    <a:pt x="1750099" y="2099322"/>
                  </a:lnTo>
                  <a:lnTo>
                    <a:pt x="1768425" y="2110159"/>
                  </a:lnTo>
                  <a:lnTo>
                    <a:pt x="1815576" y="2140273"/>
                  </a:lnTo>
                  <a:lnTo>
                    <a:pt x="1862267" y="2173168"/>
                  </a:lnTo>
                  <a:lnTo>
                    <a:pt x="1908909" y="2208891"/>
                  </a:lnTo>
                  <a:lnTo>
                    <a:pt x="1955797" y="2247417"/>
                  </a:lnTo>
                  <a:lnTo>
                    <a:pt x="2003126" y="2288632"/>
                  </a:lnTo>
                  <a:lnTo>
                    <a:pt x="2050997" y="2332333"/>
                  </a:lnTo>
                  <a:lnTo>
                    <a:pt x="2099434" y="2378223"/>
                  </a:lnTo>
                  <a:lnTo>
                    <a:pt x="2148387" y="2425915"/>
                  </a:lnTo>
                  <a:lnTo>
                    <a:pt x="2197749" y="2474947"/>
                  </a:lnTo>
                  <a:lnTo>
                    <a:pt x="2247370" y="2524795"/>
                  </a:lnTo>
                  <a:lnTo>
                    <a:pt x="2297073" y="2574896"/>
                  </a:lnTo>
                  <a:lnTo>
                    <a:pt x="2346672" y="2624676"/>
                  </a:lnTo>
                  <a:lnTo>
                    <a:pt x="2395992" y="2673575"/>
                  </a:lnTo>
                  <a:lnTo>
                    <a:pt x="2444888" y="2721077"/>
                  </a:lnTo>
                  <a:lnTo>
                    <a:pt x="2493259" y="2766725"/>
                  </a:lnTo>
                  <a:lnTo>
                    <a:pt x="2541064" y="2810144"/>
                  </a:lnTo>
                  <a:lnTo>
                    <a:pt x="2588333" y="2851049"/>
                  </a:lnTo>
                  <a:lnTo>
                    <a:pt x="2635180" y="2889246"/>
                  </a:lnTo>
                  <a:lnTo>
                    <a:pt x="2681810" y="2924634"/>
                  </a:lnTo>
                  <a:lnTo>
                    <a:pt x="2728531" y="2957194"/>
                  </a:lnTo>
                  <a:lnTo>
                    <a:pt x="2770117" y="2983588"/>
                  </a:lnTo>
                  <a:lnTo>
                    <a:pt x="2819471" y="3011637"/>
                  </a:lnTo>
                  <a:lnTo>
                    <a:pt x="2870517" y="3036847"/>
                  </a:lnTo>
                  <a:lnTo>
                    <a:pt x="2924063" y="3059366"/>
                  </a:lnTo>
                  <a:lnTo>
                    <a:pt x="2981011" y="3079444"/>
                  </a:lnTo>
                  <a:lnTo>
                    <a:pt x="3042282" y="3097360"/>
                  </a:lnTo>
                  <a:lnTo>
                    <a:pt x="3108727" y="3113382"/>
                  </a:lnTo>
                  <a:lnTo>
                    <a:pt x="3181038" y="3127747"/>
                  </a:lnTo>
                  <a:lnTo>
                    <a:pt x="3259601" y="3140644"/>
                  </a:lnTo>
                  <a:lnTo>
                    <a:pt x="3344325" y="3152209"/>
                  </a:lnTo>
                  <a:lnTo>
                    <a:pt x="3434430" y="3162527"/>
                  </a:lnTo>
                  <a:lnTo>
                    <a:pt x="3528239" y="3171630"/>
                  </a:lnTo>
                  <a:lnTo>
                    <a:pt x="3623049" y="3179512"/>
                  </a:lnTo>
                  <a:lnTo>
                    <a:pt x="3715180" y="3186145"/>
                  </a:lnTo>
                  <a:lnTo>
                    <a:pt x="3800299" y="3191504"/>
                  </a:lnTo>
                  <a:lnTo>
                    <a:pt x="3874067" y="3195603"/>
                  </a:lnTo>
                  <a:lnTo>
                    <a:pt x="3932983" y="3198513"/>
                  </a:lnTo>
                  <a:lnTo>
                    <a:pt x="3975209" y="3200379"/>
                  </a:lnTo>
                  <a:lnTo>
                    <a:pt x="4001092" y="3201407"/>
                  </a:lnTo>
                  <a:lnTo>
                    <a:pt x="4013255" y="3201843"/>
                  </a:lnTo>
                  <a:lnTo>
                    <a:pt x="4016342" y="3201943"/>
                  </a:lnTo>
                  <a:lnTo>
                    <a:pt x="4016409" y="3201946"/>
                  </a:lnTo>
                  <a:lnTo>
                    <a:pt x="4538543" y="3201946"/>
                  </a:lnTo>
                  <a:lnTo>
                    <a:pt x="4539665" y="3201859"/>
                  </a:lnTo>
                  <a:lnTo>
                    <a:pt x="4547021" y="3201241"/>
                  </a:lnTo>
                  <a:lnTo>
                    <a:pt x="4565488" y="3199532"/>
                  </a:lnTo>
                  <a:lnTo>
                    <a:pt x="4598308" y="3196173"/>
                  </a:lnTo>
                  <a:lnTo>
                    <a:pt x="4646822" y="3190656"/>
                  </a:lnTo>
                  <a:lnTo>
                    <a:pt x="4710372" y="3182586"/>
                  </a:lnTo>
                  <a:lnTo>
                    <a:pt x="4786561" y="3171715"/>
                  </a:lnTo>
                  <a:lnTo>
                    <a:pt x="4871823" y="3157943"/>
                  </a:lnTo>
                  <a:lnTo>
                    <a:pt x="4962156" y="3141281"/>
                  </a:lnTo>
                  <a:lnTo>
                    <a:pt x="5053801" y="3121791"/>
                  </a:lnTo>
                  <a:lnTo>
                    <a:pt x="5143683" y="3099528"/>
                  </a:lnTo>
                  <a:lnTo>
                    <a:pt x="5229622" y="3074486"/>
                  </a:lnTo>
                  <a:lnTo>
                    <a:pt x="5310310" y="3046567"/>
                  </a:lnTo>
                  <a:lnTo>
                    <a:pt x="5385186" y="3015565"/>
                  </a:lnTo>
                  <a:lnTo>
                    <a:pt x="5454256" y="2981157"/>
                  </a:lnTo>
                  <a:lnTo>
                    <a:pt x="5517913" y="2942910"/>
                  </a:lnTo>
                  <a:lnTo>
                    <a:pt x="5576802" y="2900298"/>
                  </a:lnTo>
                  <a:lnTo>
                    <a:pt x="5631697" y="2852724"/>
                  </a:lnTo>
                  <a:lnTo>
                    <a:pt x="5683430" y="2799572"/>
                  </a:lnTo>
                  <a:lnTo>
                    <a:pt x="5732814" y="2740291"/>
                  </a:lnTo>
                  <a:lnTo>
                    <a:pt x="5780583" y="2674539"/>
                  </a:lnTo>
                  <a:lnTo>
                    <a:pt x="5784835" y="2668288"/>
                  </a:lnTo>
                  <a:lnTo>
                    <a:pt x="5820296" y="2613662"/>
                  </a:lnTo>
                  <a:lnTo>
                    <a:pt x="5855430" y="2555234"/>
                  </a:lnTo>
                  <a:lnTo>
                    <a:pt x="5890433" y="2492927"/>
                  </a:lnTo>
                  <a:lnTo>
                    <a:pt x="5925459" y="2426718"/>
                  </a:lnTo>
                  <a:lnTo>
                    <a:pt x="5960626" y="2356645"/>
                  </a:lnTo>
                  <a:lnTo>
                    <a:pt x="5996021" y="2282813"/>
                  </a:lnTo>
                  <a:lnTo>
                    <a:pt x="6031701" y="2205398"/>
                  </a:lnTo>
                  <a:lnTo>
                    <a:pt x="6067696" y="2124646"/>
                  </a:lnTo>
                  <a:lnTo>
                    <a:pt x="6104011" y="2040877"/>
                  </a:lnTo>
                  <a:lnTo>
                    <a:pt x="6140628" y="1954481"/>
                  </a:lnTo>
                  <a:lnTo>
                    <a:pt x="6177510" y="1865910"/>
                  </a:lnTo>
                  <a:lnTo>
                    <a:pt x="6214604" y="1775670"/>
                  </a:lnTo>
                  <a:lnTo>
                    <a:pt x="6251843" y="1684312"/>
                  </a:lnTo>
                  <a:lnTo>
                    <a:pt x="6289154" y="1592415"/>
                  </a:lnTo>
                  <a:lnTo>
                    <a:pt x="6326457" y="1500573"/>
                  </a:lnTo>
                  <a:lnTo>
                    <a:pt x="6363675" y="1409380"/>
                  </a:lnTo>
                  <a:lnTo>
                    <a:pt x="6400734" y="1319410"/>
                  </a:lnTo>
                  <a:lnTo>
                    <a:pt x="6437570" y="1231207"/>
                  </a:lnTo>
                  <a:lnTo>
                    <a:pt x="6474133" y="1145267"/>
                  </a:lnTo>
                  <a:lnTo>
                    <a:pt x="6510389" y="1062033"/>
                  </a:lnTo>
                  <a:lnTo>
                    <a:pt x="6546325" y="981880"/>
                  </a:lnTo>
                  <a:lnTo>
                    <a:pt x="6581949" y="905114"/>
                  </a:lnTo>
                  <a:lnTo>
                    <a:pt x="6617296" y="831971"/>
                  </a:lnTo>
                  <a:lnTo>
                    <a:pt x="6652429" y="762611"/>
                  </a:lnTo>
                  <a:lnTo>
                    <a:pt x="6687440" y="697127"/>
                  </a:lnTo>
                  <a:lnTo>
                    <a:pt x="6722455" y="635545"/>
                  </a:lnTo>
                  <a:lnTo>
                    <a:pt x="6757634" y="577833"/>
                  </a:lnTo>
                  <a:lnTo>
                    <a:pt x="6786527" y="533657"/>
                  </a:lnTo>
                  <a:lnTo>
                    <a:pt x="6834182" y="467318"/>
                  </a:lnTo>
                  <a:lnTo>
                    <a:pt x="6883392" y="407462"/>
                  </a:lnTo>
                  <a:lnTo>
                    <a:pt x="6934881" y="353778"/>
                  </a:lnTo>
                  <a:lnTo>
                    <a:pt x="6989457" y="305725"/>
                  </a:lnTo>
                  <a:lnTo>
                    <a:pt x="7047951" y="262691"/>
                  </a:lnTo>
                  <a:lnTo>
                    <a:pt x="7111150" y="224074"/>
                  </a:lnTo>
                  <a:lnTo>
                    <a:pt x="7179710" y="189339"/>
                  </a:lnTo>
                  <a:lnTo>
                    <a:pt x="7254056" y="158044"/>
                  </a:lnTo>
                  <a:lnTo>
                    <a:pt x="7334233" y="129857"/>
                  </a:lnTo>
                  <a:lnTo>
                    <a:pt x="7419739" y="104561"/>
                  </a:lnTo>
                  <a:lnTo>
                    <a:pt x="7509342" y="82049"/>
                  </a:lnTo>
                  <a:lnTo>
                    <a:pt x="7600940" y="62307"/>
                  </a:lnTo>
                  <a:lnTo>
                    <a:pt x="7691539" y="45387"/>
                  </a:lnTo>
                  <a:lnTo>
                    <a:pt x="7777423" y="31353"/>
                  </a:lnTo>
                  <a:lnTo>
                    <a:pt x="7854588" y="20223"/>
                  </a:lnTo>
                  <a:lnTo>
                    <a:pt x="7919400" y="11908"/>
                  </a:lnTo>
                  <a:lnTo>
                    <a:pt x="7969325" y="6175"/>
                  </a:lnTo>
                  <a:lnTo>
                    <a:pt x="8003536" y="2640"/>
                  </a:lnTo>
                  <a:lnTo>
                    <a:pt x="8023192" y="805"/>
                  </a:lnTo>
                  <a:lnTo>
                    <a:pt x="8031373" y="112"/>
                  </a:lnTo>
                  <a:lnTo>
                    <a:pt x="8032818" y="0"/>
                  </a:lnTo>
                  <a:lnTo>
                    <a:pt x="8032819" y="0"/>
                  </a:lnTo>
                  <a:lnTo>
                    <a:pt x="8554953" y="0"/>
                  </a:lnTo>
                  <a:lnTo>
                    <a:pt x="8554953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012" name="pl1012"/>
            <p:cNvSpPr/>
            <p:nvPr/>
          </p:nvSpPr>
          <p:spPr>
            <a:xfrm>
              <a:off x="386606" y="2190741"/>
              <a:ext cx="8554953" cy="3201946"/>
            </a:xfrm>
            <a:custGeom>
              <a:avLst/>
              <a:pathLst>
                <a:path w="8554953" h="3201946">
                  <a:moveTo>
                    <a:pt x="8554953" y="0"/>
                  </a:moveTo>
                  <a:lnTo>
                    <a:pt x="8032819" y="0"/>
                  </a:lnTo>
                  <a:lnTo>
                    <a:pt x="8031697" y="86"/>
                  </a:lnTo>
                  <a:lnTo>
                    <a:pt x="8024341" y="704"/>
                  </a:lnTo>
                  <a:lnTo>
                    <a:pt x="8005874" y="2413"/>
                  </a:lnTo>
                  <a:lnTo>
                    <a:pt x="7973054" y="5772"/>
                  </a:lnTo>
                  <a:lnTo>
                    <a:pt x="7924540" y="11289"/>
                  </a:lnTo>
                  <a:lnTo>
                    <a:pt x="7860989" y="19359"/>
                  </a:lnTo>
                  <a:lnTo>
                    <a:pt x="7784800" y="30230"/>
                  </a:lnTo>
                  <a:lnTo>
                    <a:pt x="7699539" y="44002"/>
                  </a:lnTo>
                  <a:lnTo>
                    <a:pt x="7609206" y="60664"/>
                  </a:lnTo>
                  <a:lnTo>
                    <a:pt x="7517561" y="80154"/>
                  </a:lnTo>
                  <a:lnTo>
                    <a:pt x="7427678" y="102417"/>
                  </a:lnTo>
                  <a:lnTo>
                    <a:pt x="7341740" y="127459"/>
                  </a:lnTo>
                  <a:lnTo>
                    <a:pt x="7261052" y="155378"/>
                  </a:lnTo>
                  <a:lnTo>
                    <a:pt x="7186176" y="186380"/>
                  </a:lnTo>
                  <a:lnTo>
                    <a:pt x="7117106" y="220788"/>
                  </a:lnTo>
                  <a:lnTo>
                    <a:pt x="7053449" y="259035"/>
                  </a:lnTo>
                  <a:lnTo>
                    <a:pt x="6994560" y="301647"/>
                  </a:lnTo>
                  <a:lnTo>
                    <a:pt x="6939665" y="349221"/>
                  </a:lnTo>
                  <a:lnTo>
                    <a:pt x="6887932" y="402373"/>
                  </a:lnTo>
                  <a:lnTo>
                    <a:pt x="6838548" y="461654"/>
                  </a:lnTo>
                  <a:lnTo>
                    <a:pt x="6790779" y="527406"/>
                  </a:lnTo>
                  <a:lnTo>
                    <a:pt x="6786527" y="533657"/>
                  </a:lnTo>
                  <a:lnTo>
                    <a:pt x="6751066" y="588283"/>
                  </a:lnTo>
                  <a:lnTo>
                    <a:pt x="6715931" y="646711"/>
                  </a:lnTo>
                  <a:lnTo>
                    <a:pt x="6680929" y="709018"/>
                  </a:lnTo>
                  <a:lnTo>
                    <a:pt x="6645903" y="775227"/>
                  </a:lnTo>
                  <a:lnTo>
                    <a:pt x="6610736" y="845300"/>
                  </a:lnTo>
                  <a:lnTo>
                    <a:pt x="6575341" y="919132"/>
                  </a:lnTo>
                  <a:lnTo>
                    <a:pt x="6539661" y="996548"/>
                  </a:lnTo>
                  <a:lnTo>
                    <a:pt x="6503666" y="1077299"/>
                  </a:lnTo>
                  <a:lnTo>
                    <a:pt x="6467351" y="1161068"/>
                  </a:lnTo>
                  <a:lnTo>
                    <a:pt x="6430734" y="1247464"/>
                  </a:lnTo>
                  <a:lnTo>
                    <a:pt x="6393852" y="1336035"/>
                  </a:lnTo>
                  <a:lnTo>
                    <a:pt x="6356758" y="1426275"/>
                  </a:lnTo>
                  <a:lnTo>
                    <a:pt x="6319519" y="1517633"/>
                  </a:lnTo>
                  <a:lnTo>
                    <a:pt x="6282208" y="1609530"/>
                  </a:lnTo>
                  <a:lnTo>
                    <a:pt x="6244905" y="1701372"/>
                  </a:lnTo>
                  <a:lnTo>
                    <a:pt x="6207687" y="1792565"/>
                  </a:lnTo>
                  <a:lnTo>
                    <a:pt x="6170628" y="1882535"/>
                  </a:lnTo>
                  <a:lnTo>
                    <a:pt x="6133792" y="1970738"/>
                  </a:lnTo>
                  <a:lnTo>
                    <a:pt x="6097229" y="2056678"/>
                  </a:lnTo>
                  <a:lnTo>
                    <a:pt x="6060973" y="2139912"/>
                  </a:lnTo>
                  <a:lnTo>
                    <a:pt x="6025037" y="2220065"/>
                  </a:lnTo>
                  <a:lnTo>
                    <a:pt x="5989413" y="2296831"/>
                  </a:lnTo>
                  <a:lnTo>
                    <a:pt x="5954066" y="2369974"/>
                  </a:lnTo>
                  <a:lnTo>
                    <a:pt x="5918933" y="2439334"/>
                  </a:lnTo>
                  <a:lnTo>
                    <a:pt x="5883922" y="2504818"/>
                  </a:lnTo>
                  <a:lnTo>
                    <a:pt x="5848907" y="2566400"/>
                  </a:lnTo>
                  <a:lnTo>
                    <a:pt x="5813728" y="2624112"/>
                  </a:lnTo>
                  <a:lnTo>
                    <a:pt x="5784835" y="2668288"/>
                  </a:lnTo>
                  <a:lnTo>
                    <a:pt x="5737180" y="2734627"/>
                  </a:lnTo>
                  <a:lnTo>
                    <a:pt x="5687970" y="2794483"/>
                  </a:lnTo>
                  <a:lnTo>
                    <a:pt x="5636481" y="2848167"/>
                  </a:lnTo>
                  <a:lnTo>
                    <a:pt x="5581905" y="2896220"/>
                  </a:lnTo>
                  <a:lnTo>
                    <a:pt x="5523411" y="2939254"/>
                  </a:lnTo>
                  <a:lnTo>
                    <a:pt x="5460212" y="2977871"/>
                  </a:lnTo>
                  <a:lnTo>
                    <a:pt x="5391652" y="3012606"/>
                  </a:lnTo>
                  <a:lnTo>
                    <a:pt x="5317306" y="3043901"/>
                  </a:lnTo>
                  <a:lnTo>
                    <a:pt x="5237129" y="3072088"/>
                  </a:lnTo>
                  <a:lnTo>
                    <a:pt x="5151623" y="3097384"/>
                  </a:lnTo>
                  <a:lnTo>
                    <a:pt x="5062020" y="3119896"/>
                  </a:lnTo>
                  <a:lnTo>
                    <a:pt x="4970422" y="3139638"/>
                  </a:lnTo>
                  <a:lnTo>
                    <a:pt x="4879823" y="3156558"/>
                  </a:lnTo>
                  <a:lnTo>
                    <a:pt x="4793939" y="3170592"/>
                  </a:lnTo>
                  <a:lnTo>
                    <a:pt x="4716774" y="3181722"/>
                  </a:lnTo>
                  <a:lnTo>
                    <a:pt x="4651962" y="3190037"/>
                  </a:lnTo>
                  <a:lnTo>
                    <a:pt x="4602036" y="3195770"/>
                  </a:lnTo>
                  <a:lnTo>
                    <a:pt x="4567825" y="3199305"/>
                  </a:lnTo>
                  <a:lnTo>
                    <a:pt x="4548170" y="3201140"/>
                  </a:lnTo>
                  <a:lnTo>
                    <a:pt x="4539989" y="3201833"/>
                  </a:lnTo>
                  <a:lnTo>
                    <a:pt x="4538544" y="3201945"/>
                  </a:lnTo>
                  <a:lnTo>
                    <a:pt x="4538543" y="3201946"/>
                  </a:lnTo>
                  <a:lnTo>
                    <a:pt x="4016409" y="3201946"/>
                  </a:lnTo>
                  <a:lnTo>
                    <a:pt x="4015167" y="3201906"/>
                  </a:lnTo>
                  <a:lnTo>
                    <a:pt x="4007044" y="3201625"/>
                  </a:lnTo>
                  <a:lnTo>
                    <a:pt x="3986721" y="3200849"/>
                  </a:lnTo>
                  <a:lnTo>
                    <a:pt x="3950780" y="3199324"/>
                  </a:lnTo>
                  <a:lnTo>
                    <a:pt x="3898008" y="3196825"/>
                  </a:lnTo>
                  <a:lnTo>
                    <a:pt x="3829464" y="3193184"/>
                  </a:lnTo>
                  <a:lnTo>
                    <a:pt x="3748112" y="3188301"/>
                  </a:lnTo>
                  <a:lnTo>
                    <a:pt x="3658082" y="3182144"/>
                  </a:lnTo>
                  <a:lnTo>
                    <a:pt x="3563798" y="3174726"/>
                  </a:lnTo>
                  <a:lnTo>
                    <a:pt x="3469242" y="3166077"/>
                  </a:lnTo>
                  <a:lnTo>
                    <a:pt x="3377500" y="3156215"/>
                  </a:lnTo>
                  <a:lnTo>
                    <a:pt x="3290626" y="3145124"/>
                  </a:lnTo>
                  <a:lnTo>
                    <a:pt x="3209713" y="3132739"/>
                  </a:lnTo>
                  <a:lnTo>
                    <a:pt x="3135086" y="3118943"/>
                  </a:lnTo>
                  <a:lnTo>
                    <a:pt x="3066512" y="3103567"/>
                  </a:lnTo>
                  <a:lnTo>
                    <a:pt x="3003398" y="3086390"/>
                  </a:lnTo>
                  <a:lnTo>
                    <a:pt x="2944937" y="3067155"/>
                  </a:lnTo>
                  <a:lnTo>
                    <a:pt x="2890225" y="3045582"/>
                  </a:lnTo>
                  <a:lnTo>
                    <a:pt x="2838345" y="3021404"/>
                  </a:lnTo>
                  <a:lnTo>
                    <a:pt x="2788443" y="2994425"/>
                  </a:lnTo>
                  <a:lnTo>
                    <a:pt x="2770117" y="2983588"/>
                  </a:lnTo>
                  <a:lnTo>
                    <a:pt x="2722966" y="2953474"/>
                  </a:lnTo>
                  <a:lnTo>
                    <a:pt x="2676275" y="2920580"/>
                  </a:lnTo>
                  <a:lnTo>
                    <a:pt x="2629633" y="2884856"/>
                  </a:lnTo>
                  <a:lnTo>
                    <a:pt x="2582745" y="2846330"/>
                  </a:lnTo>
                  <a:lnTo>
                    <a:pt x="2535416" y="2805115"/>
                  </a:lnTo>
                  <a:lnTo>
                    <a:pt x="2487545" y="2761414"/>
                  </a:lnTo>
                  <a:lnTo>
                    <a:pt x="2439108" y="2715525"/>
                  </a:lnTo>
                  <a:lnTo>
                    <a:pt x="2390156" y="2667832"/>
                  </a:lnTo>
                  <a:lnTo>
                    <a:pt x="2340793" y="2618800"/>
                  </a:lnTo>
                  <a:lnTo>
                    <a:pt x="2291172" y="2568952"/>
                  </a:lnTo>
                  <a:lnTo>
                    <a:pt x="2241470" y="2518851"/>
                  </a:lnTo>
                  <a:lnTo>
                    <a:pt x="2191870" y="2469072"/>
                  </a:lnTo>
                  <a:lnTo>
                    <a:pt x="2142550" y="2420172"/>
                  </a:lnTo>
                  <a:lnTo>
                    <a:pt x="2093654" y="2372671"/>
                  </a:lnTo>
                  <a:lnTo>
                    <a:pt x="2045283" y="2327023"/>
                  </a:lnTo>
                  <a:lnTo>
                    <a:pt x="1997479" y="2283603"/>
                  </a:lnTo>
                  <a:lnTo>
                    <a:pt x="1950209" y="2242698"/>
                  </a:lnTo>
                  <a:lnTo>
                    <a:pt x="1903362" y="2204501"/>
                  </a:lnTo>
                  <a:lnTo>
                    <a:pt x="1856732" y="2169114"/>
                  </a:lnTo>
                  <a:lnTo>
                    <a:pt x="1810011" y="2136553"/>
                  </a:lnTo>
                  <a:lnTo>
                    <a:pt x="1768425" y="2110159"/>
                  </a:lnTo>
                  <a:lnTo>
                    <a:pt x="1719071" y="2082110"/>
                  </a:lnTo>
                  <a:lnTo>
                    <a:pt x="1668025" y="2056900"/>
                  </a:lnTo>
                  <a:lnTo>
                    <a:pt x="1614479" y="2034381"/>
                  </a:lnTo>
                  <a:lnTo>
                    <a:pt x="1557531" y="2014303"/>
                  </a:lnTo>
                  <a:lnTo>
                    <a:pt x="1496261" y="1996388"/>
                  </a:lnTo>
                  <a:lnTo>
                    <a:pt x="1429815" y="1980365"/>
                  </a:lnTo>
                  <a:lnTo>
                    <a:pt x="1357504" y="1966000"/>
                  </a:lnTo>
                  <a:lnTo>
                    <a:pt x="1278941" y="1953104"/>
                  </a:lnTo>
                  <a:lnTo>
                    <a:pt x="1194217" y="1941538"/>
                  </a:lnTo>
                  <a:lnTo>
                    <a:pt x="1104112" y="1931221"/>
                  </a:lnTo>
                  <a:lnTo>
                    <a:pt x="1010303" y="1922117"/>
                  </a:lnTo>
                  <a:lnTo>
                    <a:pt x="915493" y="1914235"/>
                  </a:lnTo>
                  <a:lnTo>
                    <a:pt x="823363" y="1907603"/>
                  </a:lnTo>
                  <a:lnTo>
                    <a:pt x="738243" y="1902243"/>
                  </a:lnTo>
                  <a:lnTo>
                    <a:pt x="664475" y="1898145"/>
                  </a:lnTo>
                  <a:lnTo>
                    <a:pt x="605559" y="1895234"/>
                  </a:lnTo>
                  <a:lnTo>
                    <a:pt x="563333" y="1893369"/>
                  </a:lnTo>
                  <a:lnTo>
                    <a:pt x="537450" y="1892341"/>
                  </a:lnTo>
                  <a:lnTo>
                    <a:pt x="525287" y="1891905"/>
                  </a:lnTo>
                  <a:lnTo>
                    <a:pt x="522200" y="1891804"/>
                  </a:lnTo>
                  <a:lnTo>
                    <a:pt x="522133" y="1891802"/>
                  </a:lnTo>
                  <a:lnTo>
                    <a:pt x="0" y="1891802"/>
                  </a:lnTo>
                  <a:lnTo>
                    <a:pt x="0" y="1891802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013" name="pg1013"/>
            <p:cNvSpPr/>
            <p:nvPr/>
          </p:nvSpPr>
          <p:spPr>
            <a:xfrm>
              <a:off x="386606" y="3517826"/>
              <a:ext cx="8554953" cy="1936979"/>
            </a:xfrm>
            <a:custGeom>
              <a:avLst/>
              <a:pathLst>
                <a:path w="8554953" h="1936979">
                  <a:moveTo>
                    <a:pt x="0" y="576011"/>
                  </a:moveTo>
                  <a:lnTo>
                    <a:pt x="522133" y="576011"/>
                  </a:lnTo>
                  <a:lnTo>
                    <a:pt x="523373" y="576052"/>
                  </a:lnTo>
                  <a:lnTo>
                    <a:pt x="531482" y="576343"/>
                  </a:lnTo>
                  <a:lnTo>
                    <a:pt x="551772" y="577148"/>
                  </a:lnTo>
                  <a:lnTo>
                    <a:pt x="587658" y="578730"/>
                  </a:lnTo>
                  <a:lnTo>
                    <a:pt x="640355" y="581320"/>
                  </a:lnTo>
                  <a:lnTo>
                    <a:pt x="708812" y="585097"/>
                  </a:lnTo>
                  <a:lnTo>
                    <a:pt x="790075" y="590161"/>
                  </a:lnTo>
                  <a:lnTo>
                    <a:pt x="880024" y="596548"/>
                  </a:lnTo>
                  <a:lnTo>
                    <a:pt x="974241" y="604243"/>
                  </a:lnTo>
                  <a:lnTo>
                    <a:pt x="1068750" y="613214"/>
                  </a:lnTo>
                  <a:lnTo>
                    <a:pt x="1160463" y="623445"/>
                  </a:lnTo>
                  <a:lnTo>
                    <a:pt x="1247323" y="634951"/>
                  </a:lnTo>
                  <a:lnTo>
                    <a:pt x="1328234" y="647798"/>
                  </a:lnTo>
                  <a:lnTo>
                    <a:pt x="1402867" y="662109"/>
                  </a:lnTo>
                  <a:lnTo>
                    <a:pt x="1471450" y="678057"/>
                  </a:lnTo>
                  <a:lnTo>
                    <a:pt x="1534574" y="695872"/>
                  </a:lnTo>
                  <a:lnTo>
                    <a:pt x="1593041" y="715819"/>
                  </a:lnTo>
                  <a:lnTo>
                    <a:pt x="1647754" y="738190"/>
                  </a:lnTo>
                  <a:lnTo>
                    <a:pt x="1699630" y="763260"/>
                  </a:lnTo>
                  <a:lnTo>
                    <a:pt x="1749521" y="791235"/>
                  </a:lnTo>
                  <a:lnTo>
                    <a:pt x="1768425" y="802839"/>
                  </a:lnTo>
                  <a:lnTo>
                    <a:pt x="1815185" y="833848"/>
                  </a:lnTo>
                  <a:lnTo>
                    <a:pt x="1861488" y="867696"/>
                  </a:lnTo>
                  <a:lnTo>
                    <a:pt x="1907737" y="904434"/>
                  </a:lnTo>
                  <a:lnTo>
                    <a:pt x="1954223" y="944037"/>
                  </a:lnTo>
                  <a:lnTo>
                    <a:pt x="2001136" y="986392"/>
                  </a:lnTo>
                  <a:lnTo>
                    <a:pt x="2048582" y="1031297"/>
                  </a:lnTo>
                  <a:lnTo>
                    <a:pt x="2096584" y="1078455"/>
                  </a:lnTo>
                  <a:lnTo>
                    <a:pt x="2145097" y="1127481"/>
                  </a:lnTo>
                  <a:lnTo>
                    <a:pt x="2194023" y="1177909"/>
                  </a:lnTo>
                  <a:lnTo>
                    <a:pt x="2243215" y="1229212"/>
                  </a:lnTo>
                  <a:lnTo>
                    <a:pt x="2292502" y="1280822"/>
                  </a:lnTo>
                  <a:lnTo>
                    <a:pt x="2341704" y="1332158"/>
                  </a:lnTo>
                  <a:lnTo>
                    <a:pt x="2390649" y="1382651"/>
                  </a:lnTo>
                  <a:lnTo>
                    <a:pt x="2439190" y="1431770"/>
                  </a:lnTo>
                  <a:lnTo>
                    <a:pt x="2487223" y="1479047"/>
                  </a:lnTo>
                  <a:lnTo>
                    <a:pt x="2534700" y="1524090"/>
                  </a:lnTo>
                  <a:lnTo>
                    <a:pt x="2581642" y="1566597"/>
                  </a:lnTo>
                  <a:lnTo>
                    <a:pt x="2628148" y="1606361"/>
                  </a:lnTo>
                  <a:lnTo>
                    <a:pt x="2674404" y="1643265"/>
                  </a:lnTo>
                  <a:lnTo>
                    <a:pt x="2720694" y="1677279"/>
                  </a:lnTo>
                  <a:lnTo>
                    <a:pt x="2767415" y="1708448"/>
                  </a:lnTo>
                  <a:lnTo>
                    <a:pt x="2770117" y="1710151"/>
                  </a:lnTo>
                  <a:lnTo>
                    <a:pt x="2819442" y="1739272"/>
                  </a:lnTo>
                  <a:lnTo>
                    <a:pt x="2870455" y="1765447"/>
                  </a:lnTo>
                  <a:lnTo>
                    <a:pt x="2923966" y="1788830"/>
                  </a:lnTo>
                  <a:lnTo>
                    <a:pt x="2980873" y="1809679"/>
                  </a:lnTo>
                  <a:lnTo>
                    <a:pt x="3042094" y="1828284"/>
                  </a:lnTo>
                  <a:lnTo>
                    <a:pt x="3108483" y="1844925"/>
                  </a:lnTo>
                  <a:lnTo>
                    <a:pt x="3180728" y="1859844"/>
                  </a:lnTo>
                  <a:lnTo>
                    <a:pt x="3259217" y="1873239"/>
                  </a:lnTo>
                  <a:lnTo>
                    <a:pt x="3343861" y="1885253"/>
                  </a:lnTo>
                  <a:lnTo>
                    <a:pt x="3433887" y="1895972"/>
                  </a:lnTo>
                  <a:lnTo>
                    <a:pt x="3527625" y="1905431"/>
                  </a:lnTo>
                  <a:lnTo>
                    <a:pt x="3622385" y="1913622"/>
                  </a:lnTo>
                  <a:lnTo>
                    <a:pt x="3714496" y="1920518"/>
                  </a:lnTo>
                  <a:lnTo>
                    <a:pt x="3799639" y="1926092"/>
                  </a:lnTo>
                  <a:lnTo>
                    <a:pt x="3873477" y="1930358"/>
                  </a:lnTo>
                  <a:lnTo>
                    <a:pt x="3932506" y="1933390"/>
                  </a:lnTo>
                  <a:lnTo>
                    <a:pt x="3974870" y="1935337"/>
                  </a:lnTo>
                  <a:lnTo>
                    <a:pt x="4000897" y="1936412"/>
                  </a:lnTo>
                  <a:lnTo>
                    <a:pt x="4013180" y="1936870"/>
                  </a:lnTo>
                  <a:lnTo>
                    <a:pt x="4016409" y="1936979"/>
                  </a:lnTo>
                  <a:lnTo>
                    <a:pt x="4538543" y="1936979"/>
                  </a:lnTo>
                  <a:lnTo>
                    <a:pt x="4539754" y="1936923"/>
                  </a:lnTo>
                  <a:lnTo>
                    <a:pt x="4547679" y="1936519"/>
                  </a:lnTo>
                  <a:lnTo>
                    <a:pt x="4567525" y="1935404"/>
                  </a:lnTo>
                  <a:lnTo>
                    <a:pt x="4602666" y="1933213"/>
                  </a:lnTo>
                  <a:lnTo>
                    <a:pt x="4654351" y="1929622"/>
                  </a:lnTo>
                  <a:lnTo>
                    <a:pt x="4721629" y="1924383"/>
                  </a:lnTo>
                  <a:lnTo>
                    <a:pt x="4801684" y="1917349"/>
                  </a:lnTo>
                  <a:lnTo>
                    <a:pt x="4890529" y="1908469"/>
                  </a:lnTo>
                  <a:lnTo>
                    <a:pt x="4983844" y="1897760"/>
                  </a:lnTo>
                  <a:lnTo>
                    <a:pt x="5077701" y="1885264"/>
                  </a:lnTo>
                  <a:lnTo>
                    <a:pt x="5169008" y="1871010"/>
                  </a:lnTo>
                  <a:lnTo>
                    <a:pt x="5255677" y="1854979"/>
                  </a:lnTo>
                  <a:lnTo>
                    <a:pt x="5336557" y="1837087"/>
                  </a:lnTo>
                  <a:lnTo>
                    <a:pt x="5411262" y="1817174"/>
                  </a:lnTo>
                  <a:lnTo>
                    <a:pt x="5479967" y="1795003"/>
                  </a:lnTo>
                  <a:lnTo>
                    <a:pt x="5543216" y="1770268"/>
                  </a:lnTo>
                  <a:lnTo>
                    <a:pt x="5601774" y="1742604"/>
                  </a:lnTo>
                  <a:lnTo>
                    <a:pt x="5656515" y="1711612"/>
                  </a:lnTo>
                  <a:lnTo>
                    <a:pt x="5708336" y="1676901"/>
                  </a:lnTo>
                  <a:lnTo>
                    <a:pt x="5758085" y="1638164"/>
                  </a:lnTo>
                  <a:lnTo>
                    <a:pt x="5784835" y="1615090"/>
                  </a:lnTo>
                  <a:lnTo>
                    <a:pt x="5827422" y="1575200"/>
                  </a:lnTo>
                  <a:lnTo>
                    <a:pt x="5869597" y="1531980"/>
                  </a:lnTo>
                  <a:lnTo>
                    <a:pt x="5911676" y="1485365"/>
                  </a:lnTo>
                  <a:lnTo>
                    <a:pt x="5953896" y="1435363"/>
                  </a:lnTo>
                  <a:lnTo>
                    <a:pt x="5996423" y="1382065"/>
                  </a:lnTo>
                  <a:lnTo>
                    <a:pt x="6039362" y="1325646"/>
                  </a:lnTo>
                  <a:lnTo>
                    <a:pt x="6082759" y="1266375"/>
                  </a:lnTo>
                  <a:lnTo>
                    <a:pt x="6126611" y="1204611"/>
                  </a:lnTo>
                  <a:lnTo>
                    <a:pt x="6170868" y="1140795"/>
                  </a:lnTo>
                  <a:lnTo>
                    <a:pt x="6215446" y="1075443"/>
                  </a:lnTo>
                  <a:lnTo>
                    <a:pt x="6260232" y="1009129"/>
                  </a:lnTo>
                  <a:lnTo>
                    <a:pt x="6305095" y="942461"/>
                  </a:lnTo>
                  <a:lnTo>
                    <a:pt x="6349899" y="876063"/>
                  </a:lnTo>
                  <a:lnTo>
                    <a:pt x="6394512" y="810548"/>
                  </a:lnTo>
                  <a:lnTo>
                    <a:pt x="6438818" y="746494"/>
                  </a:lnTo>
                  <a:lnTo>
                    <a:pt x="6482727" y="684425"/>
                  </a:lnTo>
                  <a:lnTo>
                    <a:pt x="6526187" y="624796"/>
                  </a:lnTo>
                  <a:lnTo>
                    <a:pt x="6569186" y="567976"/>
                  </a:lnTo>
                  <a:lnTo>
                    <a:pt x="6611764" y="514246"/>
                  </a:lnTo>
                  <a:lnTo>
                    <a:pt x="6654017" y="463794"/>
                  </a:lnTo>
                  <a:lnTo>
                    <a:pt x="6696103" y="416721"/>
                  </a:lnTo>
                  <a:lnTo>
                    <a:pt x="6738249" y="373046"/>
                  </a:lnTo>
                  <a:lnTo>
                    <a:pt x="6780759" y="332713"/>
                  </a:lnTo>
                  <a:lnTo>
                    <a:pt x="6786527" y="327535"/>
                  </a:lnTo>
                  <a:lnTo>
                    <a:pt x="6835453" y="286523"/>
                  </a:lnTo>
                  <a:lnTo>
                    <a:pt x="6886035" y="249625"/>
                  </a:lnTo>
                  <a:lnTo>
                    <a:pt x="6939061" y="216633"/>
                  </a:lnTo>
                  <a:lnTo>
                    <a:pt x="6995408" y="187188"/>
                  </a:lnTo>
                  <a:lnTo>
                    <a:pt x="7055972" y="160890"/>
                  </a:lnTo>
                  <a:lnTo>
                    <a:pt x="7121591" y="137351"/>
                  </a:lnTo>
                  <a:lnTo>
                    <a:pt x="7192947" y="116229"/>
                  </a:lnTo>
                  <a:lnTo>
                    <a:pt x="7270437" y="97250"/>
                  </a:lnTo>
                  <a:lnTo>
                    <a:pt x="7354010" y="80210"/>
                  </a:lnTo>
                  <a:lnTo>
                    <a:pt x="7442962" y="64985"/>
                  </a:lnTo>
                  <a:lnTo>
                    <a:pt x="7535735" y="51521"/>
                  </a:lnTo>
                  <a:lnTo>
                    <a:pt x="7629787" y="39824"/>
                  </a:lnTo>
                  <a:lnTo>
                    <a:pt x="7721615" y="29934"/>
                  </a:lnTo>
                  <a:lnTo>
                    <a:pt x="7807039" y="21885"/>
                  </a:lnTo>
                  <a:lnTo>
                    <a:pt x="7881788" y="15670"/>
                  </a:lnTo>
                  <a:lnTo>
                    <a:pt x="7942300" y="11197"/>
                  </a:lnTo>
                  <a:lnTo>
                    <a:pt x="7986531" y="8271"/>
                  </a:lnTo>
                  <a:lnTo>
                    <a:pt x="8014503" y="6608"/>
                  </a:lnTo>
                  <a:lnTo>
                    <a:pt x="8028451" y="5859"/>
                  </a:lnTo>
                  <a:lnTo>
                    <a:pt x="8032612" y="5656"/>
                  </a:lnTo>
                  <a:lnTo>
                    <a:pt x="8032819" y="5647"/>
                  </a:lnTo>
                  <a:lnTo>
                    <a:pt x="8554953" y="5647"/>
                  </a:lnTo>
                  <a:lnTo>
                    <a:pt x="8554953" y="0"/>
                  </a:lnTo>
                  <a:lnTo>
                    <a:pt x="8032819" y="0"/>
                  </a:lnTo>
                  <a:lnTo>
                    <a:pt x="8031608" y="56"/>
                  </a:lnTo>
                  <a:lnTo>
                    <a:pt x="8023683" y="459"/>
                  </a:lnTo>
                  <a:lnTo>
                    <a:pt x="8003837" y="1574"/>
                  </a:lnTo>
                  <a:lnTo>
                    <a:pt x="7968696" y="3765"/>
                  </a:lnTo>
                  <a:lnTo>
                    <a:pt x="7917011" y="7357"/>
                  </a:lnTo>
                  <a:lnTo>
                    <a:pt x="7849733" y="12596"/>
                  </a:lnTo>
                  <a:lnTo>
                    <a:pt x="7769678" y="19630"/>
                  </a:lnTo>
                  <a:lnTo>
                    <a:pt x="7680833" y="28510"/>
                  </a:lnTo>
                  <a:lnTo>
                    <a:pt x="7587518" y="39219"/>
                  </a:lnTo>
                  <a:lnTo>
                    <a:pt x="7493661" y="51715"/>
                  </a:lnTo>
                  <a:lnTo>
                    <a:pt x="7402354" y="65969"/>
                  </a:lnTo>
                  <a:lnTo>
                    <a:pt x="7315685" y="81999"/>
                  </a:lnTo>
                  <a:lnTo>
                    <a:pt x="7234805" y="99891"/>
                  </a:lnTo>
                  <a:lnTo>
                    <a:pt x="7160100" y="119805"/>
                  </a:lnTo>
                  <a:lnTo>
                    <a:pt x="7091395" y="141976"/>
                  </a:lnTo>
                  <a:lnTo>
                    <a:pt x="7028146" y="166711"/>
                  </a:lnTo>
                  <a:lnTo>
                    <a:pt x="6969588" y="194375"/>
                  </a:lnTo>
                  <a:lnTo>
                    <a:pt x="6914847" y="225367"/>
                  </a:lnTo>
                  <a:lnTo>
                    <a:pt x="6863026" y="260078"/>
                  </a:lnTo>
                  <a:lnTo>
                    <a:pt x="6813277" y="298815"/>
                  </a:lnTo>
                  <a:lnTo>
                    <a:pt x="6786527" y="321888"/>
                  </a:lnTo>
                  <a:lnTo>
                    <a:pt x="6743940" y="361779"/>
                  </a:lnTo>
                  <a:lnTo>
                    <a:pt x="6701765" y="404999"/>
                  </a:lnTo>
                  <a:lnTo>
                    <a:pt x="6659686" y="451614"/>
                  </a:lnTo>
                  <a:lnTo>
                    <a:pt x="6617466" y="501616"/>
                  </a:lnTo>
                  <a:lnTo>
                    <a:pt x="6574939" y="554914"/>
                  </a:lnTo>
                  <a:lnTo>
                    <a:pt x="6532000" y="611333"/>
                  </a:lnTo>
                  <a:lnTo>
                    <a:pt x="6488602" y="670603"/>
                  </a:lnTo>
                  <a:lnTo>
                    <a:pt x="6444751" y="732368"/>
                  </a:lnTo>
                  <a:lnTo>
                    <a:pt x="6400494" y="796184"/>
                  </a:lnTo>
                  <a:lnTo>
                    <a:pt x="6355916" y="861535"/>
                  </a:lnTo>
                  <a:lnTo>
                    <a:pt x="6311130" y="927850"/>
                  </a:lnTo>
                  <a:lnTo>
                    <a:pt x="6266267" y="994518"/>
                  </a:lnTo>
                  <a:lnTo>
                    <a:pt x="6221463" y="1060916"/>
                  </a:lnTo>
                  <a:lnTo>
                    <a:pt x="6176850" y="1126431"/>
                  </a:lnTo>
                  <a:lnTo>
                    <a:pt x="6132544" y="1190485"/>
                  </a:lnTo>
                  <a:lnTo>
                    <a:pt x="6088634" y="1252553"/>
                  </a:lnTo>
                  <a:lnTo>
                    <a:pt x="6045175" y="1312182"/>
                  </a:lnTo>
                  <a:lnTo>
                    <a:pt x="6002176" y="1369002"/>
                  </a:lnTo>
                  <a:lnTo>
                    <a:pt x="5959598" y="1422733"/>
                  </a:lnTo>
                  <a:lnTo>
                    <a:pt x="5917344" y="1473185"/>
                  </a:lnTo>
                  <a:lnTo>
                    <a:pt x="5875259" y="1520258"/>
                  </a:lnTo>
                  <a:lnTo>
                    <a:pt x="5833113" y="1563933"/>
                  </a:lnTo>
                  <a:lnTo>
                    <a:pt x="5790603" y="1604265"/>
                  </a:lnTo>
                  <a:lnTo>
                    <a:pt x="5784835" y="1609443"/>
                  </a:lnTo>
                  <a:lnTo>
                    <a:pt x="5735909" y="1650456"/>
                  </a:lnTo>
                  <a:lnTo>
                    <a:pt x="5685327" y="1687353"/>
                  </a:lnTo>
                  <a:lnTo>
                    <a:pt x="5632301" y="1720346"/>
                  </a:lnTo>
                  <a:lnTo>
                    <a:pt x="5575954" y="1749791"/>
                  </a:lnTo>
                  <a:lnTo>
                    <a:pt x="5515390" y="1776089"/>
                  </a:lnTo>
                  <a:lnTo>
                    <a:pt x="5449771" y="1799628"/>
                  </a:lnTo>
                  <a:lnTo>
                    <a:pt x="5378415" y="1820749"/>
                  </a:lnTo>
                  <a:lnTo>
                    <a:pt x="5300925" y="1839729"/>
                  </a:lnTo>
                  <a:lnTo>
                    <a:pt x="5217352" y="1856768"/>
                  </a:lnTo>
                  <a:lnTo>
                    <a:pt x="5128400" y="1871993"/>
                  </a:lnTo>
                  <a:lnTo>
                    <a:pt x="5035627" y="1885457"/>
                  </a:lnTo>
                  <a:lnTo>
                    <a:pt x="4941575" y="1897154"/>
                  </a:lnTo>
                  <a:lnTo>
                    <a:pt x="4849747" y="1907045"/>
                  </a:lnTo>
                  <a:lnTo>
                    <a:pt x="4764323" y="1915093"/>
                  </a:lnTo>
                  <a:lnTo>
                    <a:pt x="4689574" y="1921308"/>
                  </a:lnTo>
                  <a:lnTo>
                    <a:pt x="4629062" y="1925782"/>
                  </a:lnTo>
                  <a:lnTo>
                    <a:pt x="4584831" y="1928707"/>
                  </a:lnTo>
                  <a:lnTo>
                    <a:pt x="4556859" y="1930371"/>
                  </a:lnTo>
                  <a:lnTo>
                    <a:pt x="4542911" y="1931120"/>
                  </a:lnTo>
                  <a:lnTo>
                    <a:pt x="4538750" y="1931323"/>
                  </a:lnTo>
                  <a:lnTo>
                    <a:pt x="4538543" y="1931332"/>
                  </a:lnTo>
                  <a:lnTo>
                    <a:pt x="4016409" y="1931332"/>
                  </a:lnTo>
                  <a:lnTo>
                    <a:pt x="4015169" y="1931291"/>
                  </a:lnTo>
                  <a:lnTo>
                    <a:pt x="4007060" y="1931000"/>
                  </a:lnTo>
                  <a:lnTo>
                    <a:pt x="3986770" y="1930195"/>
                  </a:lnTo>
                  <a:lnTo>
                    <a:pt x="3950884" y="1928613"/>
                  </a:lnTo>
                  <a:lnTo>
                    <a:pt x="3898187" y="1926023"/>
                  </a:lnTo>
                  <a:lnTo>
                    <a:pt x="3829730" y="1922246"/>
                  </a:lnTo>
                  <a:lnTo>
                    <a:pt x="3748467" y="1917182"/>
                  </a:lnTo>
                  <a:lnTo>
                    <a:pt x="3658518" y="1910795"/>
                  </a:lnTo>
                  <a:lnTo>
                    <a:pt x="3564301" y="1903100"/>
                  </a:lnTo>
                  <a:lnTo>
                    <a:pt x="3469792" y="1894129"/>
                  </a:lnTo>
                  <a:lnTo>
                    <a:pt x="3378079" y="1883898"/>
                  </a:lnTo>
                  <a:lnTo>
                    <a:pt x="3291219" y="1872392"/>
                  </a:lnTo>
                  <a:lnTo>
                    <a:pt x="3210308" y="1859545"/>
                  </a:lnTo>
                  <a:lnTo>
                    <a:pt x="3135675" y="1845234"/>
                  </a:lnTo>
                  <a:lnTo>
                    <a:pt x="3067092" y="1829286"/>
                  </a:lnTo>
                  <a:lnTo>
                    <a:pt x="3003968" y="1811471"/>
                  </a:lnTo>
                  <a:lnTo>
                    <a:pt x="2945501" y="1791524"/>
                  </a:lnTo>
                  <a:lnTo>
                    <a:pt x="2890788" y="1769153"/>
                  </a:lnTo>
                  <a:lnTo>
                    <a:pt x="2838912" y="1744083"/>
                  </a:lnTo>
                  <a:lnTo>
                    <a:pt x="2789021" y="1716108"/>
                  </a:lnTo>
                  <a:lnTo>
                    <a:pt x="2770117" y="1704504"/>
                  </a:lnTo>
                  <a:lnTo>
                    <a:pt x="2723358" y="1673495"/>
                  </a:lnTo>
                  <a:lnTo>
                    <a:pt x="2677055" y="1639647"/>
                  </a:lnTo>
                  <a:lnTo>
                    <a:pt x="2630805" y="1602909"/>
                  </a:lnTo>
                  <a:lnTo>
                    <a:pt x="2584320" y="1563306"/>
                  </a:lnTo>
                  <a:lnTo>
                    <a:pt x="2537406" y="1520951"/>
                  </a:lnTo>
                  <a:lnTo>
                    <a:pt x="2489960" y="1476046"/>
                  </a:lnTo>
                  <a:lnTo>
                    <a:pt x="2441959" y="1428888"/>
                  </a:lnTo>
                  <a:lnTo>
                    <a:pt x="2393445" y="1379862"/>
                  </a:lnTo>
                  <a:lnTo>
                    <a:pt x="2344520" y="1329434"/>
                  </a:lnTo>
                  <a:lnTo>
                    <a:pt x="2295328" y="1278131"/>
                  </a:lnTo>
                  <a:lnTo>
                    <a:pt x="2246040" y="1226521"/>
                  </a:lnTo>
                  <a:lnTo>
                    <a:pt x="2196838" y="1175185"/>
                  </a:lnTo>
                  <a:lnTo>
                    <a:pt x="2147893" y="1124692"/>
                  </a:lnTo>
                  <a:lnTo>
                    <a:pt x="2099352" y="1075573"/>
                  </a:lnTo>
                  <a:lnTo>
                    <a:pt x="2051320" y="1028296"/>
                  </a:lnTo>
                  <a:lnTo>
                    <a:pt x="2003842" y="983253"/>
                  </a:lnTo>
                  <a:lnTo>
                    <a:pt x="1956900" y="940746"/>
                  </a:lnTo>
                  <a:lnTo>
                    <a:pt x="1910394" y="900981"/>
                  </a:lnTo>
                  <a:lnTo>
                    <a:pt x="1864138" y="864078"/>
                  </a:lnTo>
                  <a:lnTo>
                    <a:pt x="1817848" y="830064"/>
                  </a:lnTo>
                  <a:lnTo>
                    <a:pt x="1771127" y="798895"/>
                  </a:lnTo>
                  <a:lnTo>
                    <a:pt x="1768425" y="797192"/>
                  </a:lnTo>
                  <a:lnTo>
                    <a:pt x="1719101" y="768071"/>
                  </a:lnTo>
                  <a:lnTo>
                    <a:pt x="1668087" y="741896"/>
                  </a:lnTo>
                  <a:lnTo>
                    <a:pt x="1614577" y="718513"/>
                  </a:lnTo>
                  <a:lnTo>
                    <a:pt x="1557669" y="697664"/>
                  </a:lnTo>
                  <a:lnTo>
                    <a:pt x="1496448" y="679059"/>
                  </a:lnTo>
                  <a:lnTo>
                    <a:pt x="1430059" y="662418"/>
                  </a:lnTo>
                  <a:lnTo>
                    <a:pt x="1357815" y="647499"/>
                  </a:lnTo>
                  <a:lnTo>
                    <a:pt x="1279326" y="634104"/>
                  </a:lnTo>
                  <a:lnTo>
                    <a:pt x="1194681" y="622090"/>
                  </a:lnTo>
                  <a:lnTo>
                    <a:pt x="1104655" y="611371"/>
                  </a:lnTo>
                  <a:lnTo>
                    <a:pt x="1010917" y="601912"/>
                  </a:lnTo>
                  <a:lnTo>
                    <a:pt x="916157" y="593721"/>
                  </a:lnTo>
                  <a:lnTo>
                    <a:pt x="824046" y="586825"/>
                  </a:lnTo>
                  <a:lnTo>
                    <a:pt x="738903" y="581251"/>
                  </a:lnTo>
                  <a:lnTo>
                    <a:pt x="665065" y="576985"/>
                  </a:lnTo>
                  <a:lnTo>
                    <a:pt x="606037" y="573953"/>
                  </a:lnTo>
                  <a:lnTo>
                    <a:pt x="563672" y="572006"/>
                  </a:lnTo>
                  <a:lnTo>
                    <a:pt x="537646" y="570931"/>
                  </a:lnTo>
                  <a:lnTo>
                    <a:pt x="525363" y="570473"/>
                  </a:lnTo>
                  <a:lnTo>
                    <a:pt x="522133" y="570364"/>
                  </a:lnTo>
                  <a:lnTo>
                    <a:pt x="0" y="570364"/>
                  </a:lnTo>
                  <a:close/>
                </a:path>
              </a:pathLst>
            </a:custGeom>
            <a:solidFill>
              <a:srgbClr val="F28E5B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1014" name="pl1014"/>
            <p:cNvSpPr/>
            <p:nvPr/>
          </p:nvSpPr>
          <p:spPr>
            <a:xfrm>
              <a:off x="386606" y="3523474"/>
              <a:ext cx="8554953" cy="1931332"/>
            </a:xfrm>
            <a:custGeom>
              <a:avLst/>
              <a:pathLst>
                <a:path w="8554953" h="1931332">
                  <a:moveTo>
                    <a:pt x="0" y="570364"/>
                  </a:moveTo>
                  <a:lnTo>
                    <a:pt x="522133" y="570364"/>
                  </a:lnTo>
                  <a:lnTo>
                    <a:pt x="523373" y="570405"/>
                  </a:lnTo>
                  <a:lnTo>
                    <a:pt x="531482" y="570696"/>
                  </a:lnTo>
                  <a:lnTo>
                    <a:pt x="551772" y="571501"/>
                  </a:lnTo>
                  <a:lnTo>
                    <a:pt x="587658" y="573082"/>
                  </a:lnTo>
                  <a:lnTo>
                    <a:pt x="640355" y="575673"/>
                  </a:lnTo>
                  <a:lnTo>
                    <a:pt x="708812" y="579450"/>
                  </a:lnTo>
                  <a:lnTo>
                    <a:pt x="790075" y="584514"/>
                  </a:lnTo>
                  <a:lnTo>
                    <a:pt x="880024" y="590901"/>
                  </a:lnTo>
                  <a:lnTo>
                    <a:pt x="974241" y="598595"/>
                  </a:lnTo>
                  <a:lnTo>
                    <a:pt x="1068750" y="607567"/>
                  </a:lnTo>
                  <a:lnTo>
                    <a:pt x="1160463" y="617798"/>
                  </a:lnTo>
                  <a:lnTo>
                    <a:pt x="1247323" y="629304"/>
                  </a:lnTo>
                  <a:lnTo>
                    <a:pt x="1328234" y="642151"/>
                  </a:lnTo>
                  <a:lnTo>
                    <a:pt x="1402867" y="656461"/>
                  </a:lnTo>
                  <a:lnTo>
                    <a:pt x="1471450" y="672410"/>
                  </a:lnTo>
                  <a:lnTo>
                    <a:pt x="1534574" y="690225"/>
                  </a:lnTo>
                  <a:lnTo>
                    <a:pt x="1593041" y="710172"/>
                  </a:lnTo>
                  <a:lnTo>
                    <a:pt x="1647754" y="732542"/>
                  </a:lnTo>
                  <a:lnTo>
                    <a:pt x="1699630" y="757612"/>
                  </a:lnTo>
                  <a:lnTo>
                    <a:pt x="1749521" y="785588"/>
                  </a:lnTo>
                  <a:lnTo>
                    <a:pt x="1768425" y="797192"/>
                  </a:lnTo>
                  <a:lnTo>
                    <a:pt x="1815185" y="828201"/>
                  </a:lnTo>
                  <a:lnTo>
                    <a:pt x="1861488" y="862049"/>
                  </a:lnTo>
                  <a:lnTo>
                    <a:pt x="1907737" y="898787"/>
                  </a:lnTo>
                  <a:lnTo>
                    <a:pt x="1954223" y="938390"/>
                  </a:lnTo>
                  <a:lnTo>
                    <a:pt x="2001136" y="980745"/>
                  </a:lnTo>
                  <a:lnTo>
                    <a:pt x="2048582" y="1025650"/>
                  </a:lnTo>
                  <a:lnTo>
                    <a:pt x="2096584" y="1072808"/>
                  </a:lnTo>
                  <a:lnTo>
                    <a:pt x="2145097" y="1121834"/>
                  </a:lnTo>
                  <a:lnTo>
                    <a:pt x="2194023" y="1172261"/>
                  </a:lnTo>
                  <a:lnTo>
                    <a:pt x="2243215" y="1223564"/>
                  </a:lnTo>
                  <a:lnTo>
                    <a:pt x="2292502" y="1275175"/>
                  </a:lnTo>
                  <a:lnTo>
                    <a:pt x="2341704" y="1326511"/>
                  </a:lnTo>
                  <a:lnTo>
                    <a:pt x="2390649" y="1377004"/>
                  </a:lnTo>
                  <a:lnTo>
                    <a:pt x="2439190" y="1426123"/>
                  </a:lnTo>
                  <a:lnTo>
                    <a:pt x="2487223" y="1473399"/>
                  </a:lnTo>
                  <a:lnTo>
                    <a:pt x="2534700" y="1518443"/>
                  </a:lnTo>
                  <a:lnTo>
                    <a:pt x="2581642" y="1560950"/>
                  </a:lnTo>
                  <a:lnTo>
                    <a:pt x="2628148" y="1600714"/>
                  </a:lnTo>
                  <a:lnTo>
                    <a:pt x="2674404" y="1637618"/>
                  </a:lnTo>
                  <a:lnTo>
                    <a:pt x="2720694" y="1671632"/>
                  </a:lnTo>
                  <a:lnTo>
                    <a:pt x="2767415" y="1702801"/>
                  </a:lnTo>
                  <a:lnTo>
                    <a:pt x="2770117" y="1704504"/>
                  </a:lnTo>
                  <a:lnTo>
                    <a:pt x="2819442" y="1733625"/>
                  </a:lnTo>
                  <a:lnTo>
                    <a:pt x="2870455" y="1759800"/>
                  </a:lnTo>
                  <a:lnTo>
                    <a:pt x="2923966" y="1783183"/>
                  </a:lnTo>
                  <a:lnTo>
                    <a:pt x="2980873" y="1804032"/>
                  </a:lnTo>
                  <a:lnTo>
                    <a:pt x="3042094" y="1822637"/>
                  </a:lnTo>
                  <a:lnTo>
                    <a:pt x="3108483" y="1839277"/>
                  </a:lnTo>
                  <a:lnTo>
                    <a:pt x="3180728" y="1854197"/>
                  </a:lnTo>
                  <a:lnTo>
                    <a:pt x="3259217" y="1867592"/>
                  </a:lnTo>
                  <a:lnTo>
                    <a:pt x="3343861" y="1879606"/>
                  </a:lnTo>
                  <a:lnTo>
                    <a:pt x="3433887" y="1890325"/>
                  </a:lnTo>
                  <a:lnTo>
                    <a:pt x="3527625" y="1899784"/>
                  </a:lnTo>
                  <a:lnTo>
                    <a:pt x="3622385" y="1907975"/>
                  </a:lnTo>
                  <a:lnTo>
                    <a:pt x="3714496" y="1914871"/>
                  </a:lnTo>
                  <a:lnTo>
                    <a:pt x="3799639" y="1920445"/>
                  </a:lnTo>
                  <a:lnTo>
                    <a:pt x="3873477" y="1924711"/>
                  </a:lnTo>
                  <a:lnTo>
                    <a:pt x="3932506" y="1927743"/>
                  </a:lnTo>
                  <a:lnTo>
                    <a:pt x="3974870" y="1929690"/>
                  </a:lnTo>
                  <a:lnTo>
                    <a:pt x="4000897" y="1930765"/>
                  </a:lnTo>
                  <a:lnTo>
                    <a:pt x="4013180" y="1931223"/>
                  </a:lnTo>
                  <a:lnTo>
                    <a:pt x="4016335" y="1931330"/>
                  </a:lnTo>
                  <a:lnTo>
                    <a:pt x="4016409" y="1931332"/>
                  </a:lnTo>
                  <a:lnTo>
                    <a:pt x="4538543" y="1931332"/>
                  </a:lnTo>
                  <a:lnTo>
                    <a:pt x="4539754" y="1931276"/>
                  </a:lnTo>
                  <a:lnTo>
                    <a:pt x="4547679" y="1930872"/>
                  </a:lnTo>
                  <a:lnTo>
                    <a:pt x="4567525" y="1929757"/>
                  </a:lnTo>
                  <a:lnTo>
                    <a:pt x="4602666" y="1927566"/>
                  </a:lnTo>
                  <a:lnTo>
                    <a:pt x="4654351" y="1923975"/>
                  </a:lnTo>
                  <a:lnTo>
                    <a:pt x="4721629" y="1918735"/>
                  </a:lnTo>
                  <a:lnTo>
                    <a:pt x="4801684" y="1911701"/>
                  </a:lnTo>
                  <a:lnTo>
                    <a:pt x="4890529" y="1902822"/>
                  </a:lnTo>
                  <a:lnTo>
                    <a:pt x="4983844" y="1892112"/>
                  </a:lnTo>
                  <a:lnTo>
                    <a:pt x="5077701" y="1879617"/>
                  </a:lnTo>
                  <a:lnTo>
                    <a:pt x="5169008" y="1865363"/>
                  </a:lnTo>
                  <a:lnTo>
                    <a:pt x="5255677" y="1849332"/>
                  </a:lnTo>
                  <a:lnTo>
                    <a:pt x="5336557" y="1831440"/>
                  </a:lnTo>
                  <a:lnTo>
                    <a:pt x="5411262" y="1811527"/>
                  </a:lnTo>
                  <a:lnTo>
                    <a:pt x="5479967" y="1789356"/>
                  </a:lnTo>
                  <a:lnTo>
                    <a:pt x="5543216" y="1764621"/>
                  </a:lnTo>
                  <a:lnTo>
                    <a:pt x="5601774" y="1736957"/>
                  </a:lnTo>
                  <a:lnTo>
                    <a:pt x="5656515" y="1705965"/>
                  </a:lnTo>
                  <a:lnTo>
                    <a:pt x="5708336" y="1671253"/>
                  </a:lnTo>
                  <a:lnTo>
                    <a:pt x="5758085" y="1632517"/>
                  </a:lnTo>
                  <a:lnTo>
                    <a:pt x="5784835" y="1609443"/>
                  </a:lnTo>
                  <a:lnTo>
                    <a:pt x="5827422" y="1569553"/>
                  </a:lnTo>
                  <a:lnTo>
                    <a:pt x="5869597" y="1526332"/>
                  </a:lnTo>
                  <a:lnTo>
                    <a:pt x="5911676" y="1479717"/>
                  </a:lnTo>
                  <a:lnTo>
                    <a:pt x="5953896" y="1429716"/>
                  </a:lnTo>
                  <a:lnTo>
                    <a:pt x="5996423" y="1376418"/>
                  </a:lnTo>
                  <a:lnTo>
                    <a:pt x="6039362" y="1319999"/>
                  </a:lnTo>
                  <a:lnTo>
                    <a:pt x="6082759" y="1260728"/>
                  </a:lnTo>
                  <a:lnTo>
                    <a:pt x="6126611" y="1198964"/>
                  </a:lnTo>
                  <a:lnTo>
                    <a:pt x="6170868" y="1135148"/>
                  </a:lnTo>
                  <a:lnTo>
                    <a:pt x="6215446" y="1069796"/>
                  </a:lnTo>
                  <a:lnTo>
                    <a:pt x="6260232" y="1003482"/>
                  </a:lnTo>
                  <a:lnTo>
                    <a:pt x="6305095" y="936814"/>
                  </a:lnTo>
                  <a:lnTo>
                    <a:pt x="6349899" y="870416"/>
                  </a:lnTo>
                  <a:lnTo>
                    <a:pt x="6394512" y="804900"/>
                  </a:lnTo>
                  <a:lnTo>
                    <a:pt x="6438818" y="740846"/>
                  </a:lnTo>
                  <a:lnTo>
                    <a:pt x="6482727" y="678778"/>
                  </a:lnTo>
                  <a:lnTo>
                    <a:pt x="6526187" y="619149"/>
                  </a:lnTo>
                  <a:lnTo>
                    <a:pt x="6569186" y="562329"/>
                  </a:lnTo>
                  <a:lnTo>
                    <a:pt x="6611764" y="508599"/>
                  </a:lnTo>
                  <a:lnTo>
                    <a:pt x="6654017" y="458147"/>
                  </a:lnTo>
                  <a:lnTo>
                    <a:pt x="6696103" y="411074"/>
                  </a:lnTo>
                  <a:lnTo>
                    <a:pt x="6738249" y="367399"/>
                  </a:lnTo>
                  <a:lnTo>
                    <a:pt x="6780759" y="327066"/>
                  </a:lnTo>
                  <a:lnTo>
                    <a:pt x="6786527" y="321888"/>
                  </a:lnTo>
                  <a:lnTo>
                    <a:pt x="6835453" y="280875"/>
                  </a:lnTo>
                  <a:lnTo>
                    <a:pt x="6886035" y="243978"/>
                  </a:lnTo>
                  <a:lnTo>
                    <a:pt x="6939061" y="210986"/>
                  </a:lnTo>
                  <a:lnTo>
                    <a:pt x="6995408" y="181541"/>
                  </a:lnTo>
                  <a:lnTo>
                    <a:pt x="7055972" y="155243"/>
                  </a:lnTo>
                  <a:lnTo>
                    <a:pt x="7121591" y="131703"/>
                  </a:lnTo>
                  <a:lnTo>
                    <a:pt x="7192947" y="110582"/>
                  </a:lnTo>
                  <a:lnTo>
                    <a:pt x="7270437" y="91603"/>
                  </a:lnTo>
                  <a:lnTo>
                    <a:pt x="7354010" y="74563"/>
                  </a:lnTo>
                  <a:lnTo>
                    <a:pt x="7442962" y="59338"/>
                  </a:lnTo>
                  <a:lnTo>
                    <a:pt x="7535735" y="45874"/>
                  </a:lnTo>
                  <a:lnTo>
                    <a:pt x="7629787" y="34177"/>
                  </a:lnTo>
                  <a:lnTo>
                    <a:pt x="7721615" y="24286"/>
                  </a:lnTo>
                  <a:lnTo>
                    <a:pt x="7807039" y="16238"/>
                  </a:lnTo>
                  <a:lnTo>
                    <a:pt x="7881788" y="10023"/>
                  </a:lnTo>
                  <a:lnTo>
                    <a:pt x="7942300" y="5550"/>
                  </a:lnTo>
                  <a:lnTo>
                    <a:pt x="7986531" y="2624"/>
                  </a:lnTo>
                  <a:lnTo>
                    <a:pt x="8014503" y="961"/>
                  </a:lnTo>
                  <a:lnTo>
                    <a:pt x="8028451" y="212"/>
                  </a:lnTo>
                  <a:lnTo>
                    <a:pt x="8032612" y="9"/>
                  </a:lnTo>
                  <a:lnTo>
                    <a:pt x="8032819" y="0"/>
                  </a:lnTo>
                  <a:lnTo>
                    <a:pt x="8554953" y="0"/>
                  </a:lnTo>
                  <a:lnTo>
                    <a:pt x="8554953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015" name="pl1015"/>
            <p:cNvSpPr/>
            <p:nvPr/>
          </p:nvSpPr>
          <p:spPr>
            <a:xfrm>
              <a:off x="386606" y="3517826"/>
              <a:ext cx="8554953" cy="1931332"/>
            </a:xfrm>
            <a:custGeom>
              <a:avLst/>
              <a:pathLst>
                <a:path w="8554953" h="1931332">
                  <a:moveTo>
                    <a:pt x="8554953" y="0"/>
                  </a:moveTo>
                  <a:lnTo>
                    <a:pt x="8032819" y="0"/>
                  </a:lnTo>
                  <a:lnTo>
                    <a:pt x="8031608" y="56"/>
                  </a:lnTo>
                  <a:lnTo>
                    <a:pt x="8023683" y="459"/>
                  </a:lnTo>
                  <a:lnTo>
                    <a:pt x="8003837" y="1574"/>
                  </a:lnTo>
                  <a:lnTo>
                    <a:pt x="7968696" y="3765"/>
                  </a:lnTo>
                  <a:lnTo>
                    <a:pt x="7917011" y="7357"/>
                  </a:lnTo>
                  <a:lnTo>
                    <a:pt x="7849733" y="12596"/>
                  </a:lnTo>
                  <a:lnTo>
                    <a:pt x="7769678" y="19630"/>
                  </a:lnTo>
                  <a:lnTo>
                    <a:pt x="7680833" y="28510"/>
                  </a:lnTo>
                  <a:lnTo>
                    <a:pt x="7587518" y="39219"/>
                  </a:lnTo>
                  <a:lnTo>
                    <a:pt x="7493661" y="51715"/>
                  </a:lnTo>
                  <a:lnTo>
                    <a:pt x="7402354" y="65969"/>
                  </a:lnTo>
                  <a:lnTo>
                    <a:pt x="7315685" y="81999"/>
                  </a:lnTo>
                  <a:lnTo>
                    <a:pt x="7234805" y="99891"/>
                  </a:lnTo>
                  <a:lnTo>
                    <a:pt x="7160100" y="119805"/>
                  </a:lnTo>
                  <a:lnTo>
                    <a:pt x="7091395" y="141976"/>
                  </a:lnTo>
                  <a:lnTo>
                    <a:pt x="7028146" y="166711"/>
                  </a:lnTo>
                  <a:lnTo>
                    <a:pt x="6969588" y="194375"/>
                  </a:lnTo>
                  <a:lnTo>
                    <a:pt x="6914847" y="225367"/>
                  </a:lnTo>
                  <a:lnTo>
                    <a:pt x="6863026" y="260078"/>
                  </a:lnTo>
                  <a:lnTo>
                    <a:pt x="6813277" y="298815"/>
                  </a:lnTo>
                  <a:lnTo>
                    <a:pt x="6786527" y="321888"/>
                  </a:lnTo>
                  <a:lnTo>
                    <a:pt x="6743940" y="361779"/>
                  </a:lnTo>
                  <a:lnTo>
                    <a:pt x="6701765" y="404999"/>
                  </a:lnTo>
                  <a:lnTo>
                    <a:pt x="6659686" y="451614"/>
                  </a:lnTo>
                  <a:lnTo>
                    <a:pt x="6617466" y="501616"/>
                  </a:lnTo>
                  <a:lnTo>
                    <a:pt x="6574939" y="554914"/>
                  </a:lnTo>
                  <a:lnTo>
                    <a:pt x="6532000" y="611333"/>
                  </a:lnTo>
                  <a:lnTo>
                    <a:pt x="6488602" y="670603"/>
                  </a:lnTo>
                  <a:lnTo>
                    <a:pt x="6444751" y="732368"/>
                  </a:lnTo>
                  <a:lnTo>
                    <a:pt x="6400494" y="796184"/>
                  </a:lnTo>
                  <a:lnTo>
                    <a:pt x="6355916" y="861535"/>
                  </a:lnTo>
                  <a:lnTo>
                    <a:pt x="6311130" y="927850"/>
                  </a:lnTo>
                  <a:lnTo>
                    <a:pt x="6266267" y="994518"/>
                  </a:lnTo>
                  <a:lnTo>
                    <a:pt x="6221463" y="1060916"/>
                  </a:lnTo>
                  <a:lnTo>
                    <a:pt x="6176850" y="1126431"/>
                  </a:lnTo>
                  <a:lnTo>
                    <a:pt x="6132544" y="1190485"/>
                  </a:lnTo>
                  <a:lnTo>
                    <a:pt x="6088634" y="1252553"/>
                  </a:lnTo>
                  <a:lnTo>
                    <a:pt x="6045175" y="1312182"/>
                  </a:lnTo>
                  <a:lnTo>
                    <a:pt x="6002176" y="1369002"/>
                  </a:lnTo>
                  <a:lnTo>
                    <a:pt x="5959598" y="1422733"/>
                  </a:lnTo>
                  <a:lnTo>
                    <a:pt x="5917344" y="1473185"/>
                  </a:lnTo>
                  <a:lnTo>
                    <a:pt x="5875259" y="1520258"/>
                  </a:lnTo>
                  <a:lnTo>
                    <a:pt x="5833113" y="1563933"/>
                  </a:lnTo>
                  <a:lnTo>
                    <a:pt x="5790603" y="1604265"/>
                  </a:lnTo>
                  <a:lnTo>
                    <a:pt x="5784835" y="1609443"/>
                  </a:lnTo>
                  <a:lnTo>
                    <a:pt x="5735909" y="1650456"/>
                  </a:lnTo>
                  <a:lnTo>
                    <a:pt x="5685327" y="1687353"/>
                  </a:lnTo>
                  <a:lnTo>
                    <a:pt x="5632301" y="1720346"/>
                  </a:lnTo>
                  <a:lnTo>
                    <a:pt x="5575954" y="1749791"/>
                  </a:lnTo>
                  <a:lnTo>
                    <a:pt x="5515390" y="1776089"/>
                  </a:lnTo>
                  <a:lnTo>
                    <a:pt x="5449771" y="1799628"/>
                  </a:lnTo>
                  <a:lnTo>
                    <a:pt x="5378415" y="1820749"/>
                  </a:lnTo>
                  <a:lnTo>
                    <a:pt x="5300925" y="1839729"/>
                  </a:lnTo>
                  <a:lnTo>
                    <a:pt x="5217352" y="1856768"/>
                  </a:lnTo>
                  <a:lnTo>
                    <a:pt x="5128400" y="1871993"/>
                  </a:lnTo>
                  <a:lnTo>
                    <a:pt x="5035627" y="1885457"/>
                  </a:lnTo>
                  <a:lnTo>
                    <a:pt x="4941575" y="1897154"/>
                  </a:lnTo>
                  <a:lnTo>
                    <a:pt x="4849747" y="1907045"/>
                  </a:lnTo>
                  <a:lnTo>
                    <a:pt x="4764323" y="1915093"/>
                  </a:lnTo>
                  <a:lnTo>
                    <a:pt x="4689574" y="1921308"/>
                  </a:lnTo>
                  <a:lnTo>
                    <a:pt x="4629062" y="1925782"/>
                  </a:lnTo>
                  <a:lnTo>
                    <a:pt x="4584831" y="1928707"/>
                  </a:lnTo>
                  <a:lnTo>
                    <a:pt x="4556859" y="1930371"/>
                  </a:lnTo>
                  <a:lnTo>
                    <a:pt x="4542911" y="1931120"/>
                  </a:lnTo>
                  <a:lnTo>
                    <a:pt x="4538750" y="1931323"/>
                  </a:lnTo>
                  <a:lnTo>
                    <a:pt x="4538543" y="1931332"/>
                  </a:lnTo>
                  <a:lnTo>
                    <a:pt x="4016409" y="1931332"/>
                  </a:lnTo>
                  <a:lnTo>
                    <a:pt x="4015169" y="1931291"/>
                  </a:lnTo>
                  <a:lnTo>
                    <a:pt x="4007060" y="1931000"/>
                  </a:lnTo>
                  <a:lnTo>
                    <a:pt x="3986770" y="1930195"/>
                  </a:lnTo>
                  <a:lnTo>
                    <a:pt x="3950884" y="1928613"/>
                  </a:lnTo>
                  <a:lnTo>
                    <a:pt x="3898187" y="1926023"/>
                  </a:lnTo>
                  <a:lnTo>
                    <a:pt x="3829730" y="1922246"/>
                  </a:lnTo>
                  <a:lnTo>
                    <a:pt x="3748467" y="1917182"/>
                  </a:lnTo>
                  <a:lnTo>
                    <a:pt x="3658518" y="1910795"/>
                  </a:lnTo>
                  <a:lnTo>
                    <a:pt x="3564301" y="1903100"/>
                  </a:lnTo>
                  <a:lnTo>
                    <a:pt x="3469792" y="1894129"/>
                  </a:lnTo>
                  <a:lnTo>
                    <a:pt x="3378079" y="1883898"/>
                  </a:lnTo>
                  <a:lnTo>
                    <a:pt x="3291219" y="1872392"/>
                  </a:lnTo>
                  <a:lnTo>
                    <a:pt x="3210308" y="1859545"/>
                  </a:lnTo>
                  <a:lnTo>
                    <a:pt x="3135675" y="1845234"/>
                  </a:lnTo>
                  <a:lnTo>
                    <a:pt x="3067092" y="1829286"/>
                  </a:lnTo>
                  <a:lnTo>
                    <a:pt x="3003968" y="1811471"/>
                  </a:lnTo>
                  <a:lnTo>
                    <a:pt x="2945501" y="1791524"/>
                  </a:lnTo>
                  <a:lnTo>
                    <a:pt x="2890788" y="1769153"/>
                  </a:lnTo>
                  <a:lnTo>
                    <a:pt x="2838912" y="1744083"/>
                  </a:lnTo>
                  <a:lnTo>
                    <a:pt x="2789021" y="1716108"/>
                  </a:lnTo>
                  <a:lnTo>
                    <a:pt x="2770117" y="1704504"/>
                  </a:lnTo>
                  <a:lnTo>
                    <a:pt x="2723358" y="1673495"/>
                  </a:lnTo>
                  <a:lnTo>
                    <a:pt x="2677055" y="1639647"/>
                  </a:lnTo>
                  <a:lnTo>
                    <a:pt x="2630805" y="1602909"/>
                  </a:lnTo>
                  <a:lnTo>
                    <a:pt x="2584320" y="1563306"/>
                  </a:lnTo>
                  <a:lnTo>
                    <a:pt x="2537406" y="1520951"/>
                  </a:lnTo>
                  <a:lnTo>
                    <a:pt x="2489960" y="1476046"/>
                  </a:lnTo>
                  <a:lnTo>
                    <a:pt x="2441959" y="1428888"/>
                  </a:lnTo>
                  <a:lnTo>
                    <a:pt x="2393445" y="1379862"/>
                  </a:lnTo>
                  <a:lnTo>
                    <a:pt x="2344520" y="1329434"/>
                  </a:lnTo>
                  <a:lnTo>
                    <a:pt x="2295328" y="1278131"/>
                  </a:lnTo>
                  <a:lnTo>
                    <a:pt x="2246040" y="1226521"/>
                  </a:lnTo>
                  <a:lnTo>
                    <a:pt x="2196838" y="1175185"/>
                  </a:lnTo>
                  <a:lnTo>
                    <a:pt x="2147893" y="1124692"/>
                  </a:lnTo>
                  <a:lnTo>
                    <a:pt x="2099352" y="1075573"/>
                  </a:lnTo>
                  <a:lnTo>
                    <a:pt x="2051320" y="1028296"/>
                  </a:lnTo>
                  <a:lnTo>
                    <a:pt x="2003842" y="983253"/>
                  </a:lnTo>
                  <a:lnTo>
                    <a:pt x="1956900" y="940746"/>
                  </a:lnTo>
                  <a:lnTo>
                    <a:pt x="1910394" y="900981"/>
                  </a:lnTo>
                  <a:lnTo>
                    <a:pt x="1864138" y="864078"/>
                  </a:lnTo>
                  <a:lnTo>
                    <a:pt x="1817848" y="830064"/>
                  </a:lnTo>
                  <a:lnTo>
                    <a:pt x="1771127" y="798895"/>
                  </a:lnTo>
                  <a:lnTo>
                    <a:pt x="1768425" y="797192"/>
                  </a:lnTo>
                  <a:lnTo>
                    <a:pt x="1719101" y="768071"/>
                  </a:lnTo>
                  <a:lnTo>
                    <a:pt x="1668087" y="741896"/>
                  </a:lnTo>
                  <a:lnTo>
                    <a:pt x="1614577" y="718513"/>
                  </a:lnTo>
                  <a:lnTo>
                    <a:pt x="1557669" y="697664"/>
                  </a:lnTo>
                  <a:lnTo>
                    <a:pt x="1496448" y="679059"/>
                  </a:lnTo>
                  <a:lnTo>
                    <a:pt x="1430059" y="662418"/>
                  </a:lnTo>
                  <a:lnTo>
                    <a:pt x="1357815" y="647499"/>
                  </a:lnTo>
                  <a:lnTo>
                    <a:pt x="1279326" y="634104"/>
                  </a:lnTo>
                  <a:lnTo>
                    <a:pt x="1194681" y="622090"/>
                  </a:lnTo>
                  <a:lnTo>
                    <a:pt x="1104655" y="611371"/>
                  </a:lnTo>
                  <a:lnTo>
                    <a:pt x="1010917" y="601912"/>
                  </a:lnTo>
                  <a:lnTo>
                    <a:pt x="916157" y="593721"/>
                  </a:lnTo>
                  <a:lnTo>
                    <a:pt x="824046" y="586825"/>
                  </a:lnTo>
                  <a:lnTo>
                    <a:pt x="738903" y="581251"/>
                  </a:lnTo>
                  <a:lnTo>
                    <a:pt x="665065" y="576985"/>
                  </a:lnTo>
                  <a:lnTo>
                    <a:pt x="606037" y="573953"/>
                  </a:lnTo>
                  <a:lnTo>
                    <a:pt x="563672" y="572006"/>
                  </a:lnTo>
                  <a:lnTo>
                    <a:pt x="537646" y="570931"/>
                  </a:lnTo>
                  <a:lnTo>
                    <a:pt x="525363" y="570473"/>
                  </a:lnTo>
                  <a:lnTo>
                    <a:pt x="522207" y="570366"/>
                  </a:lnTo>
                  <a:lnTo>
                    <a:pt x="522133" y="570364"/>
                  </a:lnTo>
                  <a:lnTo>
                    <a:pt x="0" y="570364"/>
                  </a:lnTo>
                  <a:lnTo>
                    <a:pt x="0" y="570364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016" name="pg1016"/>
            <p:cNvSpPr/>
            <p:nvPr/>
          </p:nvSpPr>
          <p:spPr>
            <a:xfrm>
              <a:off x="386606" y="4167251"/>
              <a:ext cx="8554953" cy="2004745"/>
            </a:xfrm>
            <a:custGeom>
              <a:avLst/>
              <a:pathLst>
                <a:path w="8554953" h="2004745">
                  <a:moveTo>
                    <a:pt x="0" y="5647"/>
                  </a:moveTo>
                  <a:lnTo>
                    <a:pt x="522133" y="5647"/>
                  </a:lnTo>
                  <a:lnTo>
                    <a:pt x="523340" y="5705"/>
                  </a:lnTo>
                  <a:lnTo>
                    <a:pt x="531240" y="6121"/>
                  </a:lnTo>
                  <a:lnTo>
                    <a:pt x="551024" y="7271"/>
                  </a:lnTo>
                  <a:lnTo>
                    <a:pt x="586063" y="9532"/>
                  </a:lnTo>
                  <a:lnTo>
                    <a:pt x="637608" y="13237"/>
                  </a:lnTo>
                  <a:lnTo>
                    <a:pt x="704724" y="18643"/>
                  </a:lnTo>
                  <a:lnTo>
                    <a:pt x="784611" y="25902"/>
                  </a:lnTo>
                  <a:lnTo>
                    <a:pt x="873302" y="35067"/>
                  </a:lnTo>
                  <a:lnTo>
                    <a:pt x="966491" y="46122"/>
                  </a:lnTo>
                  <a:lnTo>
                    <a:pt x="1060255" y="59022"/>
                  </a:lnTo>
                  <a:lnTo>
                    <a:pt x="1151505" y="73739"/>
                  </a:lnTo>
                  <a:lnTo>
                    <a:pt x="1238146" y="90290"/>
                  </a:lnTo>
                  <a:lnTo>
                    <a:pt x="1319020" y="108761"/>
                  </a:lnTo>
                  <a:lnTo>
                    <a:pt x="1393735" y="129317"/>
                  </a:lnTo>
                  <a:lnTo>
                    <a:pt x="1462457" y="152201"/>
                  </a:lnTo>
                  <a:lnTo>
                    <a:pt x="1525723" y="177726"/>
                  </a:lnTo>
                  <a:lnTo>
                    <a:pt x="1584294" y="206269"/>
                  </a:lnTo>
                  <a:lnTo>
                    <a:pt x="1639040" y="238242"/>
                  </a:lnTo>
                  <a:lnTo>
                    <a:pt x="1690855" y="274049"/>
                  </a:lnTo>
                  <a:lnTo>
                    <a:pt x="1740584" y="314007"/>
                  </a:lnTo>
                  <a:lnTo>
                    <a:pt x="1768425" y="338830"/>
                  </a:lnTo>
                  <a:lnTo>
                    <a:pt x="1810554" y="379655"/>
                  </a:lnTo>
                  <a:lnTo>
                    <a:pt x="1852276" y="423852"/>
                  </a:lnTo>
                  <a:lnTo>
                    <a:pt x="1893899" y="471486"/>
                  </a:lnTo>
                  <a:lnTo>
                    <a:pt x="1935653" y="522551"/>
                  </a:lnTo>
                  <a:lnTo>
                    <a:pt x="1977702" y="576962"/>
                  </a:lnTo>
                  <a:lnTo>
                    <a:pt x="2020151" y="634545"/>
                  </a:lnTo>
                  <a:lnTo>
                    <a:pt x="2063046" y="695038"/>
                  </a:lnTo>
                  <a:lnTo>
                    <a:pt x="2106388" y="758086"/>
                  </a:lnTo>
                  <a:lnTo>
                    <a:pt x="2150132" y="823255"/>
                  </a:lnTo>
                  <a:lnTo>
                    <a:pt x="2194200" y="890033"/>
                  </a:lnTo>
                  <a:lnTo>
                    <a:pt x="2238484" y="957850"/>
                  </a:lnTo>
                  <a:lnTo>
                    <a:pt x="2282859" y="1026101"/>
                  </a:lnTo>
                  <a:lnTo>
                    <a:pt x="2327194" y="1094160"/>
                  </a:lnTo>
                  <a:lnTo>
                    <a:pt x="2371360" y="1161411"/>
                  </a:lnTo>
                  <a:lnTo>
                    <a:pt x="2415241" y="1227268"/>
                  </a:lnTo>
                  <a:lnTo>
                    <a:pt x="2458746" y="1291194"/>
                  </a:lnTo>
                  <a:lnTo>
                    <a:pt x="2501817" y="1352724"/>
                  </a:lnTo>
                  <a:lnTo>
                    <a:pt x="2544436" y="1411472"/>
                  </a:lnTo>
                  <a:lnTo>
                    <a:pt x="2586631" y="1467138"/>
                  </a:lnTo>
                  <a:lnTo>
                    <a:pt x="2628483" y="1519515"/>
                  </a:lnTo>
                  <a:lnTo>
                    <a:pt x="2670133" y="1568484"/>
                  </a:lnTo>
                  <a:lnTo>
                    <a:pt x="2711785" y="1614009"/>
                  </a:lnTo>
                  <a:lnTo>
                    <a:pt x="2753714" y="1656129"/>
                  </a:lnTo>
                  <a:lnTo>
                    <a:pt x="2770117" y="1671562"/>
                  </a:lnTo>
                  <a:lnTo>
                    <a:pt x="2818988" y="1713969"/>
                  </a:lnTo>
                  <a:lnTo>
                    <a:pt x="2869511" y="1752125"/>
                  </a:lnTo>
                  <a:lnTo>
                    <a:pt x="2922469" y="1786248"/>
                  </a:lnTo>
                  <a:lnTo>
                    <a:pt x="2978738" y="1816706"/>
                  </a:lnTo>
                  <a:lnTo>
                    <a:pt x="3039212" y="1843912"/>
                  </a:lnTo>
                  <a:lnTo>
                    <a:pt x="3104725" y="1868266"/>
                  </a:lnTo>
                  <a:lnTo>
                    <a:pt x="3175957" y="1890121"/>
                  </a:lnTo>
                  <a:lnTo>
                    <a:pt x="3253310" y="1909762"/>
                  </a:lnTo>
                  <a:lnTo>
                    <a:pt x="3336735" y="1927398"/>
                  </a:lnTo>
                  <a:lnTo>
                    <a:pt x="3425537" y="1943159"/>
                  </a:lnTo>
                  <a:lnTo>
                    <a:pt x="3518175" y="1957101"/>
                  </a:lnTo>
                  <a:lnTo>
                    <a:pt x="3612127" y="1969219"/>
                  </a:lnTo>
                  <a:lnTo>
                    <a:pt x="3703911" y="1979472"/>
                  </a:lnTo>
                  <a:lnTo>
                    <a:pt x="3789369" y="1987822"/>
                  </a:lnTo>
                  <a:lnTo>
                    <a:pt x="3864238" y="1994278"/>
                  </a:lnTo>
                  <a:lnTo>
                    <a:pt x="3924952" y="1998933"/>
                  </a:lnTo>
                  <a:lnTo>
                    <a:pt x="3969439" y="2001984"/>
                  </a:lnTo>
                  <a:lnTo>
                    <a:pt x="3997682" y="2003726"/>
                  </a:lnTo>
                  <a:lnTo>
                    <a:pt x="4011866" y="2004516"/>
                  </a:lnTo>
                  <a:lnTo>
                    <a:pt x="4016176" y="2004734"/>
                  </a:lnTo>
                  <a:lnTo>
                    <a:pt x="4016409" y="2004745"/>
                  </a:lnTo>
                  <a:lnTo>
                    <a:pt x="4538543" y="2004745"/>
                  </a:lnTo>
                  <a:lnTo>
                    <a:pt x="4539751" y="2004688"/>
                  </a:lnTo>
                  <a:lnTo>
                    <a:pt x="4547662" y="2004277"/>
                  </a:lnTo>
                  <a:lnTo>
                    <a:pt x="4567472" y="2003141"/>
                  </a:lnTo>
                  <a:lnTo>
                    <a:pt x="4602554" y="2000910"/>
                  </a:lnTo>
                  <a:lnTo>
                    <a:pt x="4654158" y="1997252"/>
                  </a:lnTo>
                  <a:lnTo>
                    <a:pt x="4721342" y="1991915"/>
                  </a:lnTo>
                  <a:lnTo>
                    <a:pt x="4801299" y="1984749"/>
                  </a:lnTo>
                  <a:lnTo>
                    <a:pt x="4890055" y="1975703"/>
                  </a:lnTo>
                  <a:lnTo>
                    <a:pt x="4983297" y="1964792"/>
                  </a:lnTo>
                  <a:lnTo>
                    <a:pt x="5077100" y="1952060"/>
                  </a:lnTo>
                  <a:lnTo>
                    <a:pt x="5168374" y="1937536"/>
                  </a:lnTo>
                  <a:lnTo>
                    <a:pt x="5255027" y="1921201"/>
                  </a:lnTo>
                  <a:lnTo>
                    <a:pt x="5335904" y="1902970"/>
                  </a:lnTo>
                  <a:lnTo>
                    <a:pt x="5410615" y="1882681"/>
                  </a:lnTo>
                  <a:lnTo>
                    <a:pt x="5479329" y="1860094"/>
                  </a:lnTo>
                  <a:lnTo>
                    <a:pt x="5542588" y="1834897"/>
                  </a:lnTo>
                  <a:lnTo>
                    <a:pt x="5601154" y="1806719"/>
                  </a:lnTo>
                  <a:lnTo>
                    <a:pt x="5655898" y="1775153"/>
                  </a:lnTo>
                  <a:lnTo>
                    <a:pt x="5707715" y="1739802"/>
                  </a:lnTo>
                  <a:lnTo>
                    <a:pt x="5757452" y="1700351"/>
                  </a:lnTo>
                  <a:lnTo>
                    <a:pt x="5784835" y="1676268"/>
                  </a:lnTo>
                  <a:lnTo>
                    <a:pt x="5827153" y="1635830"/>
                  </a:lnTo>
                  <a:lnTo>
                    <a:pt x="5869063" y="1592037"/>
                  </a:lnTo>
                  <a:lnTo>
                    <a:pt x="5910875" y="1544824"/>
                  </a:lnTo>
                  <a:lnTo>
                    <a:pt x="5952822" y="1494198"/>
                  </a:lnTo>
                  <a:lnTo>
                    <a:pt x="5995069" y="1440247"/>
                  </a:lnTo>
                  <a:lnTo>
                    <a:pt x="6037721" y="1383144"/>
                  </a:lnTo>
                  <a:lnTo>
                    <a:pt x="6080824" y="1323156"/>
                  </a:lnTo>
                  <a:lnTo>
                    <a:pt x="6124377" y="1260638"/>
                  </a:lnTo>
                  <a:lnTo>
                    <a:pt x="6168334" y="1196027"/>
                  </a:lnTo>
                  <a:lnTo>
                    <a:pt x="6212613" y="1129838"/>
                  </a:lnTo>
                  <a:lnTo>
                    <a:pt x="6257105" y="1062641"/>
                  </a:lnTo>
                  <a:lnTo>
                    <a:pt x="6301683" y="995045"/>
                  </a:lnTo>
                  <a:lnTo>
                    <a:pt x="6346212" y="927672"/>
                  </a:lnTo>
                  <a:lnTo>
                    <a:pt x="6390563" y="861139"/>
                  </a:lnTo>
                  <a:lnTo>
                    <a:pt x="6434621" y="796029"/>
                  </a:lnTo>
                  <a:lnTo>
                    <a:pt x="6478294" y="732872"/>
                  </a:lnTo>
                  <a:lnTo>
                    <a:pt x="6521526" y="672130"/>
                  </a:lnTo>
                  <a:lnTo>
                    <a:pt x="6564303" y="614183"/>
                  </a:lnTo>
                  <a:lnTo>
                    <a:pt x="6606656" y="559321"/>
                  </a:lnTo>
                  <a:lnTo>
                    <a:pt x="6648674" y="507744"/>
                  </a:lnTo>
                  <a:lnTo>
                    <a:pt x="6690503" y="459564"/>
                  </a:lnTo>
                  <a:lnTo>
                    <a:pt x="6732358" y="414810"/>
                  </a:lnTo>
                  <a:lnTo>
                    <a:pt x="6774524" y="373436"/>
                  </a:lnTo>
                  <a:lnTo>
                    <a:pt x="6786527" y="362360"/>
                  </a:lnTo>
                  <a:lnTo>
                    <a:pt x="6835421" y="320533"/>
                  </a:lnTo>
                  <a:lnTo>
                    <a:pt x="6885969" y="282901"/>
                  </a:lnTo>
                  <a:lnTo>
                    <a:pt x="6938955" y="249249"/>
                  </a:lnTo>
                  <a:lnTo>
                    <a:pt x="6995257" y="219213"/>
                  </a:lnTo>
                  <a:lnTo>
                    <a:pt x="7055769" y="192385"/>
                  </a:lnTo>
                  <a:lnTo>
                    <a:pt x="7121327" y="168370"/>
                  </a:lnTo>
                  <a:lnTo>
                    <a:pt x="7192611" y="146821"/>
                  </a:lnTo>
                  <a:lnTo>
                    <a:pt x="7270021" y="127456"/>
                  </a:lnTo>
                  <a:lnTo>
                    <a:pt x="7353508" y="110068"/>
                  </a:lnTo>
                  <a:lnTo>
                    <a:pt x="7442373" y="94530"/>
                  </a:lnTo>
                  <a:lnTo>
                    <a:pt x="7535068" y="80787"/>
                  </a:lnTo>
                  <a:lnTo>
                    <a:pt x="7629062" y="68845"/>
                  </a:lnTo>
                  <a:lnTo>
                    <a:pt x="7720865" y="58743"/>
                  </a:lnTo>
                  <a:lnTo>
                    <a:pt x="7806308" y="50519"/>
                  </a:lnTo>
                  <a:lnTo>
                    <a:pt x="7881127" y="44164"/>
                  </a:lnTo>
                  <a:lnTo>
                    <a:pt x="7941757" y="39585"/>
                  </a:lnTo>
                  <a:lnTo>
                    <a:pt x="7986136" y="36586"/>
                  </a:lnTo>
                  <a:lnTo>
                    <a:pt x="8014265" y="34877"/>
                  </a:lnTo>
                  <a:lnTo>
                    <a:pt x="8028350" y="34105"/>
                  </a:lnTo>
                  <a:lnTo>
                    <a:pt x="8032597" y="33893"/>
                  </a:lnTo>
                  <a:lnTo>
                    <a:pt x="8032819" y="33883"/>
                  </a:lnTo>
                  <a:lnTo>
                    <a:pt x="8554953" y="33883"/>
                  </a:lnTo>
                  <a:lnTo>
                    <a:pt x="8554953" y="28235"/>
                  </a:lnTo>
                  <a:lnTo>
                    <a:pt x="8032819" y="28235"/>
                  </a:lnTo>
                  <a:lnTo>
                    <a:pt x="8031610" y="28293"/>
                  </a:lnTo>
                  <a:lnTo>
                    <a:pt x="8023700" y="28704"/>
                  </a:lnTo>
                  <a:lnTo>
                    <a:pt x="8003890" y="29839"/>
                  </a:lnTo>
                  <a:lnTo>
                    <a:pt x="7968808" y="32071"/>
                  </a:lnTo>
                  <a:lnTo>
                    <a:pt x="7917204" y="35729"/>
                  </a:lnTo>
                  <a:lnTo>
                    <a:pt x="7850020" y="41066"/>
                  </a:lnTo>
                  <a:lnTo>
                    <a:pt x="7770063" y="48231"/>
                  </a:lnTo>
                  <a:lnTo>
                    <a:pt x="7681307" y="57278"/>
                  </a:lnTo>
                  <a:lnTo>
                    <a:pt x="7588065" y="68189"/>
                  </a:lnTo>
                  <a:lnTo>
                    <a:pt x="7494262" y="80921"/>
                  </a:lnTo>
                  <a:lnTo>
                    <a:pt x="7402988" y="95445"/>
                  </a:lnTo>
                  <a:lnTo>
                    <a:pt x="7316335" y="111780"/>
                  </a:lnTo>
                  <a:lnTo>
                    <a:pt x="7235458" y="130010"/>
                  </a:lnTo>
                  <a:lnTo>
                    <a:pt x="7160747" y="150299"/>
                  </a:lnTo>
                  <a:lnTo>
                    <a:pt x="7092033" y="172887"/>
                  </a:lnTo>
                  <a:lnTo>
                    <a:pt x="7028774" y="198084"/>
                  </a:lnTo>
                  <a:lnTo>
                    <a:pt x="6970208" y="226262"/>
                  </a:lnTo>
                  <a:lnTo>
                    <a:pt x="6915464" y="257827"/>
                  </a:lnTo>
                  <a:lnTo>
                    <a:pt x="6863647" y="293178"/>
                  </a:lnTo>
                  <a:lnTo>
                    <a:pt x="6813910" y="332629"/>
                  </a:lnTo>
                  <a:lnTo>
                    <a:pt x="6786527" y="356712"/>
                  </a:lnTo>
                  <a:lnTo>
                    <a:pt x="6744209" y="397151"/>
                  </a:lnTo>
                  <a:lnTo>
                    <a:pt x="6702299" y="440944"/>
                  </a:lnTo>
                  <a:lnTo>
                    <a:pt x="6660487" y="488157"/>
                  </a:lnTo>
                  <a:lnTo>
                    <a:pt x="6618540" y="538783"/>
                  </a:lnTo>
                  <a:lnTo>
                    <a:pt x="6576293" y="592734"/>
                  </a:lnTo>
                  <a:lnTo>
                    <a:pt x="6533641" y="649836"/>
                  </a:lnTo>
                  <a:lnTo>
                    <a:pt x="6490538" y="709824"/>
                  </a:lnTo>
                  <a:lnTo>
                    <a:pt x="6446985" y="772343"/>
                  </a:lnTo>
                  <a:lnTo>
                    <a:pt x="6403028" y="836953"/>
                  </a:lnTo>
                  <a:lnTo>
                    <a:pt x="6358749" y="903142"/>
                  </a:lnTo>
                  <a:lnTo>
                    <a:pt x="6314257" y="970339"/>
                  </a:lnTo>
                  <a:lnTo>
                    <a:pt x="6269679" y="1037936"/>
                  </a:lnTo>
                  <a:lnTo>
                    <a:pt x="6225150" y="1105308"/>
                  </a:lnTo>
                  <a:lnTo>
                    <a:pt x="6180799" y="1171841"/>
                  </a:lnTo>
                  <a:lnTo>
                    <a:pt x="6136741" y="1236952"/>
                  </a:lnTo>
                  <a:lnTo>
                    <a:pt x="6093068" y="1300109"/>
                  </a:lnTo>
                  <a:lnTo>
                    <a:pt x="6049836" y="1360850"/>
                  </a:lnTo>
                  <a:lnTo>
                    <a:pt x="6007059" y="1418798"/>
                  </a:lnTo>
                  <a:lnTo>
                    <a:pt x="5964706" y="1473660"/>
                  </a:lnTo>
                  <a:lnTo>
                    <a:pt x="5922688" y="1525236"/>
                  </a:lnTo>
                  <a:lnTo>
                    <a:pt x="5880859" y="1573416"/>
                  </a:lnTo>
                  <a:lnTo>
                    <a:pt x="5839004" y="1618171"/>
                  </a:lnTo>
                  <a:lnTo>
                    <a:pt x="5796838" y="1659545"/>
                  </a:lnTo>
                  <a:lnTo>
                    <a:pt x="5784835" y="1670621"/>
                  </a:lnTo>
                  <a:lnTo>
                    <a:pt x="5735941" y="1712448"/>
                  </a:lnTo>
                  <a:lnTo>
                    <a:pt x="5685393" y="1750080"/>
                  </a:lnTo>
                  <a:lnTo>
                    <a:pt x="5632407" y="1783732"/>
                  </a:lnTo>
                  <a:lnTo>
                    <a:pt x="5576105" y="1813768"/>
                  </a:lnTo>
                  <a:lnTo>
                    <a:pt x="5515593" y="1840595"/>
                  </a:lnTo>
                  <a:lnTo>
                    <a:pt x="5450035" y="1864610"/>
                  </a:lnTo>
                  <a:lnTo>
                    <a:pt x="5378751" y="1886160"/>
                  </a:lnTo>
                  <a:lnTo>
                    <a:pt x="5301341" y="1905525"/>
                  </a:lnTo>
                  <a:lnTo>
                    <a:pt x="5217854" y="1922913"/>
                  </a:lnTo>
                  <a:lnTo>
                    <a:pt x="5128989" y="1938450"/>
                  </a:lnTo>
                  <a:lnTo>
                    <a:pt x="5036294" y="1952193"/>
                  </a:lnTo>
                  <a:lnTo>
                    <a:pt x="4942300" y="1964135"/>
                  </a:lnTo>
                  <a:lnTo>
                    <a:pt x="4850497" y="1974237"/>
                  </a:lnTo>
                  <a:lnTo>
                    <a:pt x="4765053" y="1982461"/>
                  </a:lnTo>
                  <a:lnTo>
                    <a:pt x="4690234" y="1988817"/>
                  </a:lnTo>
                  <a:lnTo>
                    <a:pt x="4629605" y="1993396"/>
                  </a:lnTo>
                  <a:lnTo>
                    <a:pt x="4585226" y="1996394"/>
                  </a:lnTo>
                  <a:lnTo>
                    <a:pt x="4557097" y="1998103"/>
                  </a:lnTo>
                  <a:lnTo>
                    <a:pt x="4543012" y="1998876"/>
                  </a:lnTo>
                  <a:lnTo>
                    <a:pt x="4538764" y="1999088"/>
                  </a:lnTo>
                  <a:lnTo>
                    <a:pt x="4538543" y="1999098"/>
                  </a:lnTo>
                  <a:lnTo>
                    <a:pt x="4016409" y="1999098"/>
                  </a:lnTo>
                  <a:lnTo>
                    <a:pt x="4015202" y="1999040"/>
                  </a:lnTo>
                  <a:lnTo>
                    <a:pt x="4007302" y="1998624"/>
                  </a:lnTo>
                  <a:lnTo>
                    <a:pt x="3987518" y="1997473"/>
                  </a:lnTo>
                  <a:lnTo>
                    <a:pt x="3952479" y="1995213"/>
                  </a:lnTo>
                  <a:lnTo>
                    <a:pt x="3900934" y="1991508"/>
                  </a:lnTo>
                  <a:lnTo>
                    <a:pt x="3833819" y="1986102"/>
                  </a:lnTo>
                  <a:lnTo>
                    <a:pt x="3753931" y="1978843"/>
                  </a:lnTo>
                  <a:lnTo>
                    <a:pt x="3665241" y="1969678"/>
                  </a:lnTo>
                  <a:lnTo>
                    <a:pt x="3572051" y="1958623"/>
                  </a:lnTo>
                  <a:lnTo>
                    <a:pt x="3478287" y="1945722"/>
                  </a:lnTo>
                  <a:lnTo>
                    <a:pt x="3387037" y="1931006"/>
                  </a:lnTo>
                  <a:lnTo>
                    <a:pt x="3300396" y="1914455"/>
                  </a:lnTo>
                  <a:lnTo>
                    <a:pt x="3219522" y="1895984"/>
                  </a:lnTo>
                  <a:lnTo>
                    <a:pt x="3144807" y="1875427"/>
                  </a:lnTo>
                  <a:lnTo>
                    <a:pt x="3076085" y="1852544"/>
                  </a:lnTo>
                  <a:lnTo>
                    <a:pt x="3012819" y="1827019"/>
                  </a:lnTo>
                  <a:lnTo>
                    <a:pt x="2954248" y="1798475"/>
                  </a:lnTo>
                  <a:lnTo>
                    <a:pt x="2899502" y="1766502"/>
                  </a:lnTo>
                  <a:lnTo>
                    <a:pt x="2847688" y="1730696"/>
                  </a:lnTo>
                  <a:lnTo>
                    <a:pt x="2797958" y="1690738"/>
                  </a:lnTo>
                  <a:lnTo>
                    <a:pt x="2770117" y="1665915"/>
                  </a:lnTo>
                  <a:lnTo>
                    <a:pt x="2727988" y="1625090"/>
                  </a:lnTo>
                  <a:lnTo>
                    <a:pt x="2686266" y="1580893"/>
                  </a:lnTo>
                  <a:lnTo>
                    <a:pt x="2644644" y="1533259"/>
                  </a:lnTo>
                  <a:lnTo>
                    <a:pt x="2602889" y="1482193"/>
                  </a:lnTo>
                  <a:lnTo>
                    <a:pt x="2560840" y="1427783"/>
                  </a:lnTo>
                  <a:lnTo>
                    <a:pt x="2518392" y="1370200"/>
                  </a:lnTo>
                  <a:lnTo>
                    <a:pt x="2475496" y="1309707"/>
                  </a:lnTo>
                  <a:lnTo>
                    <a:pt x="2432154" y="1246658"/>
                  </a:lnTo>
                  <a:lnTo>
                    <a:pt x="2388410" y="1181490"/>
                  </a:lnTo>
                  <a:lnTo>
                    <a:pt x="2344342" y="1114712"/>
                  </a:lnTo>
                  <a:lnTo>
                    <a:pt x="2300058" y="1046894"/>
                  </a:lnTo>
                  <a:lnTo>
                    <a:pt x="2255683" y="978644"/>
                  </a:lnTo>
                  <a:lnTo>
                    <a:pt x="2211348" y="910585"/>
                  </a:lnTo>
                  <a:lnTo>
                    <a:pt x="2167182" y="843334"/>
                  </a:lnTo>
                  <a:lnTo>
                    <a:pt x="2123301" y="777477"/>
                  </a:lnTo>
                  <a:lnTo>
                    <a:pt x="2079796" y="713550"/>
                  </a:lnTo>
                  <a:lnTo>
                    <a:pt x="2036725" y="652020"/>
                  </a:lnTo>
                  <a:lnTo>
                    <a:pt x="1994107" y="593273"/>
                  </a:lnTo>
                  <a:lnTo>
                    <a:pt x="1951912" y="537607"/>
                  </a:lnTo>
                  <a:lnTo>
                    <a:pt x="1910059" y="485230"/>
                  </a:lnTo>
                  <a:lnTo>
                    <a:pt x="1868409" y="436261"/>
                  </a:lnTo>
                  <a:lnTo>
                    <a:pt x="1826757" y="390735"/>
                  </a:lnTo>
                  <a:lnTo>
                    <a:pt x="1784828" y="348615"/>
                  </a:lnTo>
                  <a:lnTo>
                    <a:pt x="1768425" y="333183"/>
                  </a:lnTo>
                  <a:lnTo>
                    <a:pt x="1719554" y="290776"/>
                  </a:lnTo>
                  <a:lnTo>
                    <a:pt x="1669032" y="252619"/>
                  </a:lnTo>
                  <a:lnTo>
                    <a:pt x="1616073" y="218496"/>
                  </a:lnTo>
                  <a:lnTo>
                    <a:pt x="1559804" y="188039"/>
                  </a:lnTo>
                  <a:lnTo>
                    <a:pt x="1499330" y="160833"/>
                  </a:lnTo>
                  <a:lnTo>
                    <a:pt x="1433817" y="136479"/>
                  </a:lnTo>
                  <a:lnTo>
                    <a:pt x="1362585" y="114624"/>
                  </a:lnTo>
                  <a:lnTo>
                    <a:pt x="1285232" y="94983"/>
                  </a:lnTo>
                  <a:lnTo>
                    <a:pt x="1201807" y="77347"/>
                  </a:lnTo>
                  <a:lnTo>
                    <a:pt x="1113005" y="61586"/>
                  </a:lnTo>
                  <a:lnTo>
                    <a:pt x="1020367" y="47644"/>
                  </a:lnTo>
                  <a:lnTo>
                    <a:pt x="926415" y="35526"/>
                  </a:lnTo>
                  <a:lnTo>
                    <a:pt x="834631" y="25273"/>
                  </a:lnTo>
                  <a:lnTo>
                    <a:pt x="749173" y="16923"/>
                  </a:lnTo>
                  <a:lnTo>
                    <a:pt x="674304" y="10467"/>
                  </a:lnTo>
                  <a:lnTo>
                    <a:pt x="613590" y="5812"/>
                  </a:lnTo>
                  <a:lnTo>
                    <a:pt x="569103" y="2761"/>
                  </a:lnTo>
                  <a:lnTo>
                    <a:pt x="540861" y="1019"/>
                  </a:lnTo>
                  <a:lnTo>
                    <a:pt x="526676" y="229"/>
                  </a:lnTo>
                  <a:lnTo>
                    <a:pt x="522366" y="10"/>
                  </a:lnTo>
                  <a:lnTo>
                    <a:pt x="5221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28E5B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1017" name="pl1017"/>
            <p:cNvSpPr/>
            <p:nvPr/>
          </p:nvSpPr>
          <p:spPr>
            <a:xfrm>
              <a:off x="386606" y="4172898"/>
              <a:ext cx="8554953" cy="1999098"/>
            </a:xfrm>
            <a:custGeom>
              <a:avLst/>
              <a:pathLst>
                <a:path w="8554953" h="1999098">
                  <a:moveTo>
                    <a:pt x="0" y="0"/>
                  </a:moveTo>
                  <a:lnTo>
                    <a:pt x="522133" y="0"/>
                  </a:lnTo>
                  <a:lnTo>
                    <a:pt x="523340" y="58"/>
                  </a:lnTo>
                  <a:lnTo>
                    <a:pt x="531240" y="474"/>
                  </a:lnTo>
                  <a:lnTo>
                    <a:pt x="551024" y="1624"/>
                  </a:lnTo>
                  <a:lnTo>
                    <a:pt x="586063" y="3884"/>
                  </a:lnTo>
                  <a:lnTo>
                    <a:pt x="637608" y="7590"/>
                  </a:lnTo>
                  <a:lnTo>
                    <a:pt x="704724" y="12996"/>
                  </a:lnTo>
                  <a:lnTo>
                    <a:pt x="784611" y="20255"/>
                  </a:lnTo>
                  <a:lnTo>
                    <a:pt x="873302" y="29420"/>
                  </a:lnTo>
                  <a:lnTo>
                    <a:pt x="966491" y="40475"/>
                  </a:lnTo>
                  <a:lnTo>
                    <a:pt x="1060255" y="53375"/>
                  </a:lnTo>
                  <a:lnTo>
                    <a:pt x="1151505" y="68092"/>
                  </a:lnTo>
                  <a:lnTo>
                    <a:pt x="1238146" y="84642"/>
                  </a:lnTo>
                  <a:lnTo>
                    <a:pt x="1319020" y="103114"/>
                  </a:lnTo>
                  <a:lnTo>
                    <a:pt x="1393735" y="123670"/>
                  </a:lnTo>
                  <a:lnTo>
                    <a:pt x="1462457" y="146553"/>
                  </a:lnTo>
                  <a:lnTo>
                    <a:pt x="1525723" y="172079"/>
                  </a:lnTo>
                  <a:lnTo>
                    <a:pt x="1584294" y="200622"/>
                  </a:lnTo>
                  <a:lnTo>
                    <a:pt x="1639040" y="232595"/>
                  </a:lnTo>
                  <a:lnTo>
                    <a:pt x="1690855" y="268401"/>
                  </a:lnTo>
                  <a:lnTo>
                    <a:pt x="1740584" y="308360"/>
                  </a:lnTo>
                  <a:lnTo>
                    <a:pt x="1768425" y="333183"/>
                  </a:lnTo>
                  <a:lnTo>
                    <a:pt x="1810554" y="374008"/>
                  </a:lnTo>
                  <a:lnTo>
                    <a:pt x="1852276" y="418204"/>
                  </a:lnTo>
                  <a:lnTo>
                    <a:pt x="1893899" y="465839"/>
                  </a:lnTo>
                  <a:lnTo>
                    <a:pt x="1935653" y="516904"/>
                  </a:lnTo>
                  <a:lnTo>
                    <a:pt x="1977702" y="571315"/>
                  </a:lnTo>
                  <a:lnTo>
                    <a:pt x="2020151" y="628898"/>
                  </a:lnTo>
                  <a:lnTo>
                    <a:pt x="2063046" y="689390"/>
                  </a:lnTo>
                  <a:lnTo>
                    <a:pt x="2106388" y="752439"/>
                  </a:lnTo>
                  <a:lnTo>
                    <a:pt x="2150132" y="817608"/>
                  </a:lnTo>
                  <a:lnTo>
                    <a:pt x="2194200" y="884385"/>
                  </a:lnTo>
                  <a:lnTo>
                    <a:pt x="2238484" y="952203"/>
                  </a:lnTo>
                  <a:lnTo>
                    <a:pt x="2282859" y="1020454"/>
                  </a:lnTo>
                  <a:lnTo>
                    <a:pt x="2327194" y="1088513"/>
                  </a:lnTo>
                  <a:lnTo>
                    <a:pt x="2371360" y="1155764"/>
                  </a:lnTo>
                  <a:lnTo>
                    <a:pt x="2415241" y="1221620"/>
                  </a:lnTo>
                  <a:lnTo>
                    <a:pt x="2458746" y="1285547"/>
                  </a:lnTo>
                  <a:lnTo>
                    <a:pt x="2501817" y="1347077"/>
                  </a:lnTo>
                  <a:lnTo>
                    <a:pt x="2544436" y="1405824"/>
                  </a:lnTo>
                  <a:lnTo>
                    <a:pt x="2586631" y="1461490"/>
                  </a:lnTo>
                  <a:lnTo>
                    <a:pt x="2628483" y="1513868"/>
                  </a:lnTo>
                  <a:lnTo>
                    <a:pt x="2670133" y="1562837"/>
                  </a:lnTo>
                  <a:lnTo>
                    <a:pt x="2711785" y="1608362"/>
                  </a:lnTo>
                  <a:lnTo>
                    <a:pt x="2753714" y="1650482"/>
                  </a:lnTo>
                  <a:lnTo>
                    <a:pt x="2770117" y="1665915"/>
                  </a:lnTo>
                  <a:lnTo>
                    <a:pt x="2818988" y="1708322"/>
                  </a:lnTo>
                  <a:lnTo>
                    <a:pt x="2869511" y="1746478"/>
                  </a:lnTo>
                  <a:lnTo>
                    <a:pt x="2922469" y="1780601"/>
                  </a:lnTo>
                  <a:lnTo>
                    <a:pt x="2978738" y="1811059"/>
                  </a:lnTo>
                  <a:lnTo>
                    <a:pt x="3039212" y="1838264"/>
                  </a:lnTo>
                  <a:lnTo>
                    <a:pt x="3104725" y="1862619"/>
                  </a:lnTo>
                  <a:lnTo>
                    <a:pt x="3175957" y="1884474"/>
                  </a:lnTo>
                  <a:lnTo>
                    <a:pt x="3253310" y="1904115"/>
                  </a:lnTo>
                  <a:lnTo>
                    <a:pt x="3336735" y="1921751"/>
                  </a:lnTo>
                  <a:lnTo>
                    <a:pt x="3425537" y="1937512"/>
                  </a:lnTo>
                  <a:lnTo>
                    <a:pt x="3518175" y="1951454"/>
                  </a:lnTo>
                  <a:lnTo>
                    <a:pt x="3612127" y="1963572"/>
                  </a:lnTo>
                  <a:lnTo>
                    <a:pt x="3703911" y="1973824"/>
                  </a:lnTo>
                  <a:lnTo>
                    <a:pt x="3789369" y="1982174"/>
                  </a:lnTo>
                  <a:lnTo>
                    <a:pt x="3864238" y="1988630"/>
                  </a:lnTo>
                  <a:lnTo>
                    <a:pt x="3924952" y="1993285"/>
                  </a:lnTo>
                  <a:lnTo>
                    <a:pt x="3969439" y="1996337"/>
                  </a:lnTo>
                  <a:lnTo>
                    <a:pt x="3997682" y="1998079"/>
                  </a:lnTo>
                  <a:lnTo>
                    <a:pt x="4011866" y="1998869"/>
                  </a:lnTo>
                  <a:lnTo>
                    <a:pt x="4016176" y="1999087"/>
                  </a:lnTo>
                  <a:lnTo>
                    <a:pt x="4016409" y="1999098"/>
                  </a:lnTo>
                  <a:lnTo>
                    <a:pt x="4538543" y="1999098"/>
                  </a:lnTo>
                  <a:lnTo>
                    <a:pt x="4539751" y="1999041"/>
                  </a:lnTo>
                  <a:lnTo>
                    <a:pt x="4547662" y="1998630"/>
                  </a:lnTo>
                  <a:lnTo>
                    <a:pt x="4567472" y="1997494"/>
                  </a:lnTo>
                  <a:lnTo>
                    <a:pt x="4602554" y="1995263"/>
                  </a:lnTo>
                  <a:lnTo>
                    <a:pt x="4654158" y="1991605"/>
                  </a:lnTo>
                  <a:lnTo>
                    <a:pt x="4721342" y="1986268"/>
                  </a:lnTo>
                  <a:lnTo>
                    <a:pt x="4801299" y="1979102"/>
                  </a:lnTo>
                  <a:lnTo>
                    <a:pt x="4890055" y="1970056"/>
                  </a:lnTo>
                  <a:lnTo>
                    <a:pt x="4983297" y="1959145"/>
                  </a:lnTo>
                  <a:lnTo>
                    <a:pt x="5077100" y="1946413"/>
                  </a:lnTo>
                  <a:lnTo>
                    <a:pt x="5168374" y="1931888"/>
                  </a:lnTo>
                  <a:lnTo>
                    <a:pt x="5255027" y="1915554"/>
                  </a:lnTo>
                  <a:lnTo>
                    <a:pt x="5335904" y="1897323"/>
                  </a:lnTo>
                  <a:lnTo>
                    <a:pt x="5410615" y="1877034"/>
                  </a:lnTo>
                  <a:lnTo>
                    <a:pt x="5479329" y="1854447"/>
                  </a:lnTo>
                  <a:lnTo>
                    <a:pt x="5542588" y="1829250"/>
                  </a:lnTo>
                  <a:lnTo>
                    <a:pt x="5601154" y="1801072"/>
                  </a:lnTo>
                  <a:lnTo>
                    <a:pt x="5655898" y="1769506"/>
                  </a:lnTo>
                  <a:lnTo>
                    <a:pt x="5707715" y="1734155"/>
                  </a:lnTo>
                  <a:lnTo>
                    <a:pt x="5757452" y="1694704"/>
                  </a:lnTo>
                  <a:lnTo>
                    <a:pt x="5784835" y="1670621"/>
                  </a:lnTo>
                  <a:lnTo>
                    <a:pt x="5827153" y="1630183"/>
                  </a:lnTo>
                  <a:lnTo>
                    <a:pt x="5869063" y="1586390"/>
                  </a:lnTo>
                  <a:lnTo>
                    <a:pt x="5910875" y="1539177"/>
                  </a:lnTo>
                  <a:lnTo>
                    <a:pt x="5952822" y="1488551"/>
                  </a:lnTo>
                  <a:lnTo>
                    <a:pt x="5995069" y="1434600"/>
                  </a:lnTo>
                  <a:lnTo>
                    <a:pt x="6037721" y="1377497"/>
                  </a:lnTo>
                  <a:lnTo>
                    <a:pt x="6080824" y="1317509"/>
                  </a:lnTo>
                  <a:lnTo>
                    <a:pt x="6124377" y="1254990"/>
                  </a:lnTo>
                  <a:lnTo>
                    <a:pt x="6168334" y="1190380"/>
                  </a:lnTo>
                  <a:lnTo>
                    <a:pt x="6212613" y="1124191"/>
                  </a:lnTo>
                  <a:lnTo>
                    <a:pt x="6257105" y="1056994"/>
                  </a:lnTo>
                  <a:lnTo>
                    <a:pt x="6301683" y="989398"/>
                  </a:lnTo>
                  <a:lnTo>
                    <a:pt x="6346212" y="922025"/>
                  </a:lnTo>
                  <a:lnTo>
                    <a:pt x="6390563" y="855492"/>
                  </a:lnTo>
                  <a:lnTo>
                    <a:pt x="6434621" y="790382"/>
                  </a:lnTo>
                  <a:lnTo>
                    <a:pt x="6478294" y="727225"/>
                  </a:lnTo>
                  <a:lnTo>
                    <a:pt x="6521526" y="666483"/>
                  </a:lnTo>
                  <a:lnTo>
                    <a:pt x="6564303" y="608536"/>
                  </a:lnTo>
                  <a:lnTo>
                    <a:pt x="6606656" y="553674"/>
                  </a:lnTo>
                  <a:lnTo>
                    <a:pt x="6648674" y="502097"/>
                  </a:lnTo>
                  <a:lnTo>
                    <a:pt x="6690503" y="453917"/>
                  </a:lnTo>
                  <a:lnTo>
                    <a:pt x="6732358" y="409163"/>
                  </a:lnTo>
                  <a:lnTo>
                    <a:pt x="6774524" y="367788"/>
                  </a:lnTo>
                  <a:lnTo>
                    <a:pt x="6786527" y="356712"/>
                  </a:lnTo>
                  <a:lnTo>
                    <a:pt x="6835421" y="314886"/>
                  </a:lnTo>
                  <a:lnTo>
                    <a:pt x="6885969" y="277254"/>
                  </a:lnTo>
                  <a:lnTo>
                    <a:pt x="6938955" y="243601"/>
                  </a:lnTo>
                  <a:lnTo>
                    <a:pt x="6995257" y="213566"/>
                  </a:lnTo>
                  <a:lnTo>
                    <a:pt x="7055769" y="186738"/>
                  </a:lnTo>
                  <a:lnTo>
                    <a:pt x="7121327" y="162723"/>
                  </a:lnTo>
                  <a:lnTo>
                    <a:pt x="7192611" y="141174"/>
                  </a:lnTo>
                  <a:lnTo>
                    <a:pt x="7270021" y="121808"/>
                  </a:lnTo>
                  <a:lnTo>
                    <a:pt x="7353508" y="104421"/>
                  </a:lnTo>
                  <a:lnTo>
                    <a:pt x="7442373" y="88883"/>
                  </a:lnTo>
                  <a:lnTo>
                    <a:pt x="7535068" y="75140"/>
                  </a:lnTo>
                  <a:lnTo>
                    <a:pt x="7629062" y="63198"/>
                  </a:lnTo>
                  <a:lnTo>
                    <a:pt x="7720865" y="53096"/>
                  </a:lnTo>
                  <a:lnTo>
                    <a:pt x="7806308" y="44872"/>
                  </a:lnTo>
                  <a:lnTo>
                    <a:pt x="7881127" y="38517"/>
                  </a:lnTo>
                  <a:lnTo>
                    <a:pt x="7941757" y="33938"/>
                  </a:lnTo>
                  <a:lnTo>
                    <a:pt x="7986136" y="30939"/>
                  </a:lnTo>
                  <a:lnTo>
                    <a:pt x="8014265" y="29230"/>
                  </a:lnTo>
                  <a:lnTo>
                    <a:pt x="8028350" y="28457"/>
                  </a:lnTo>
                  <a:lnTo>
                    <a:pt x="8032597" y="28246"/>
                  </a:lnTo>
                  <a:lnTo>
                    <a:pt x="8032819" y="28235"/>
                  </a:lnTo>
                  <a:lnTo>
                    <a:pt x="8554953" y="28235"/>
                  </a:lnTo>
                  <a:lnTo>
                    <a:pt x="8554953" y="28235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018" name="pl1018"/>
            <p:cNvSpPr/>
            <p:nvPr/>
          </p:nvSpPr>
          <p:spPr>
            <a:xfrm>
              <a:off x="386606" y="4167251"/>
              <a:ext cx="8554953" cy="1999098"/>
            </a:xfrm>
            <a:custGeom>
              <a:avLst/>
              <a:pathLst>
                <a:path w="8554953" h="1999098">
                  <a:moveTo>
                    <a:pt x="8554953" y="28235"/>
                  </a:moveTo>
                  <a:lnTo>
                    <a:pt x="8032819" y="28235"/>
                  </a:lnTo>
                  <a:lnTo>
                    <a:pt x="8031610" y="28293"/>
                  </a:lnTo>
                  <a:lnTo>
                    <a:pt x="8023700" y="28704"/>
                  </a:lnTo>
                  <a:lnTo>
                    <a:pt x="8003890" y="29839"/>
                  </a:lnTo>
                  <a:lnTo>
                    <a:pt x="7968808" y="32071"/>
                  </a:lnTo>
                  <a:lnTo>
                    <a:pt x="7917204" y="35729"/>
                  </a:lnTo>
                  <a:lnTo>
                    <a:pt x="7850020" y="41066"/>
                  </a:lnTo>
                  <a:lnTo>
                    <a:pt x="7770063" y="48231"/>
                  </a:lnTo>
                  <a:lnTo>
                    <a:pt x="7681307" y="57278"/>
                  </a:lnTo>
                  <a:lnTo>
                    <a:pt x="7588065" y="68189"/>
                  </a:lnTo>
                  <a:lnTo>
                    <a:pt x="7494262" y="80921"/>
                  </a:lnTo>
                  <a:lnTo>
                    <a:pt x="7402988" y="95445"/>
                  </a:lnTo>
                  <a:lnTo>
                    <a:pt x="7316335" y="111780"/>
                  </a:lnTo>
                  <a:lnTo>
                    <a:pt x="7235458" y="130010"/>
                  </a:lnTo>
                  <a:lnTo>
                    <a:pt x="7160747" y="150299"/>
                  </a:lnTo>
                  <a:lnTo>
                    <a:pt x="7092033" y="172887"/>
                  </a:lnTo>
                  <a:lnTo>
                    <a:pt x="7028774" y="198084"/>
                  </a:lnTo>
                  <a:lnTo>
                    <a:pt x="6970208" y="226262"/>
                  </a:lnTo>
                  <a:lnTo>
                    <a:pt x="6915464" y="257827"/>
                  </a:lnTo>
                  <a:lnTo>
                    <a:pt x="6863647" y="293178"/>
                  </a:lnTo>
                  <a:lnTo>
                    <a:pt x="6813910" y="332629"/>
                  </a:lnTo>
                  <a:lnTo>
                    <a:pt x="6786527" y="356712"/>
                  </a:lnTo>
                  <a:lnTo>
                    <a:pt x="6744209" y="397151"/>
                  </a:lnTo>
                  <a:lnTo>
                    <a:pt x="6702299" y="440944"/>
                  </a:lnTo>
                  <a:lnTo>
                    <a:pt x="6660487" y="488157"/>
                  </a:lnTo>
                  <a:lnTo>
                    <a:pt x="6618540" y="538783"/>
                  </a:lnTo>
                  <a:lnTo>
                    <a:pt x="6576293" y="592734"/>
                  </a:lnTo>
                  <a:lnTo>
                    <a:pt x="6533641" y="649836"/>
                  </a:lnTo>
                  <a:lnTo>
                    <a:pt x="6490538" y="709824"/>
                  </a:lnTo>
                  <a:lnTo>
                    <a:pt x="6446985" y="772343"/>
                  </a:lnTo>
                  <a:lnTo>
                    <a:pt x="6403028" y="836953"/>
                  </a:lnTo>
                  <a:lnTo>
                    <a:pt x="6358749" y="903142"/>
                  </a:lnTo>
                  <a:lnTo>
                    <a:pt x="6314257" y="970339"/>
                  </a:lnTo>
                  <a:lnTo>
                    <a:pt x="6269679" y="1037936"/>
                  </a:lnTo>
                  <a:lnTo>
                    <a:pt x="6225150" y="1105308"/>
                  </a:lnTo>
                  <a:lnTo>
                    <a:pt x="6180799" y="1171841"/>
                  </a:lnTo>
                  <a:lnTo>
                    <a:pt x="6136741" y="1236952"/>
                  </a:lnTo>
                  <a:lnTo>
                    <a:pt x="6093068" y="1300109"/>
                  </a:lnTo>
                  <a:lnTo>
                    <a:pt x="6049836" y="1360850"/>
                  </a:lnTo>
                  <a:lnTo>
                    <a:pt x="6007059" y="1418798"/>
                  </a:lnTo>
                  <a:lnTo>
                    <a:pt x="5964706" y="1473660"/>
                  </a:lnTo>
                  <a:lnTo>
                    <a:pt x="5922688" y="1525236"/>
                  </a:lnTo>
                  <a:lnTo>
                    <a:pt x="5880859" y="1573416"/>
                  </a:lnTo>
                  <a:lnTo>
                    <a:pt x="5839004" y="1618171"/>
                  </a:lnTo>
                  <a:lnTo>
                    <a:pt x="5796838" y="1659545"/>
                  </a:lnTo>
                  <a:lnTo>
                    <a:pt x="5784835" y="1670621"/>
                  </a:lnTo>
                  <a:lnTo>
                    <a:pt x="5735941" y="1712448"/>
                  </a:lnTo>
                  <a:lnTo>
                    <a:pt x="5685393" y="1750080"/>
                  </a:lnTo>
                  <a:lnTo>
                    <a:pt x="5632407" y="1783732"/>
                  </a:lnTo>
                  <a:lnTo>
                    <a:pt x="5576105" y="1813768"/>
                  </a:lnTo>
                  <a:lnTo>
                    <a:pt x="5515593" y="1840595"/>
                  </a:lnTo>
                  <a:lnTo>
                    <a:pt x="5450035" y="1864610"/>
                  </a:lnTo>
                  <a:lnTo>
                    <a:pt x="5378751" y="1886160"/>
                  </a:lnTo>
                  <a:lnTo>
                    <a:pt x="5301341" y="1905525"/>
                  </a:lnTo>
                  <a:lnTo>
                    <a:pt x="5217854" y="1922913"/>
                  </a:lnTo>
                  <a:lnTo>
                    <a:pt x="5128989" y="1938450"/>
                  </a:lnTo>
                  <a:lnTo>
                    <a:pt x="5036294" y="1952193"/>
                  </a:lnTo>
                  <a:lnTo>
                    <a:pt x="4942300" y="1964135"/>
                  </a:lnTo>
                  <a:lnTo>
                    <a:pt x="4850497" y="1974237"/>
                  </a:lnTo>
                  <a:lnTo>
                    <a:pt x="4765053" y="1982461"/>
                  </a:lnTo>
                  <a:lnTo>
                    <a:pt x="4690234" y="1988817"/>
                  </a:lnTo>
                  <a:lnTo>
                    <a:pt x="4629605" y="1993396"/>
                  </a:lnTo>
                  <a:lnTo>
                    <a:pt x="4585226" y="1996394"/>
                  </a:lnTo>
                  <a:lnTo>
                    <a:pt x="4557097" y="1998103"/>
                  </a:lnTo>
                  <a:lnTo>
                    <a:pt x="4543012" y="1998876"/>
                  </a:lnTo>
                  <a:lnTo>
                    <a:pt x="4538764" y="1999088"/>
                  </a:lnTo>
                  <a:lnTo>
                    <a:pt x="4538543" y="1999098"/>
                  </a:lnTo>
                  <a:lnTo>
                    <a:pt x="4016409" y="1999098"/>
                  </a:lnTo>
                  <a:lnTo>
                    <a:pt x="4015202" y="1999040"/>
                  </a:lnTo>
                  <a:lnTo>
                    <a:pt x="4007302" y="1998624"/>
                  </a:lnTo>
                  <a:lnTo>
                    <a:pt x="3987518" y="1997473"/>
                  </a:lnTo>
                  <a:lnTo>
                    <a:pt x="3952479" y="1995213"/>
                  </a:lnTo>
                  <a:lnTo>
                    <a:pt x="3900934" y="1991508"/>
                  </a:lnTo>
                  <a:lnTo>
                    <a:pt x="3833819" y="1986102"/>
                  </a:lnTo>
                  <a:lnTo>
                    <a:pt x="3753931" y="1978843"/>
                  </a:lnTo>
                  <a:lnTo>
                    <a:pt x="3665241" y="1969678"/>
                  </a:lnTo>
                  <a:lnTo>
                    <a:pt x="3572051" y="1958623"/>
                  </a:lnTo>
                  <a:lnTo>
                    <a:pt x="3478287" y="1945722"/>
                  </a:lnTo>
                  <a:lnTo>
                    <a:pt x="3387037" y="1931006"/>
                  </a:lnTo>
                  <a:lnTo>
                    <a:pt x="3300396" y="1914455"/>
                  </a:lnTo>
                  <a:lnTo>
                    <a:pt x="3219522" y="1895984"/>
                  </a:lnTo>
                  <a:lnTo>
                    <a:pt x="3144807" y="1875427"/>
                  </a:lnTo>
                  <a:lnTo>
                    <a:pt x="3076085" y="1852544"/>
                  </a:lnTo>
                  <a:lnTo>
                    <a:pt x="3012819" y="1827019"/>
                  </a:lnTo>
                  <a:lnTo>
                    <a:pt x="2954248" y="1798475"/>
                  </a:lnTo>
                  <a:lnTo>
                    <a:pt x="2899502" y="1766502"/>
                  </a:lnTo>
                  <a:lnTo>
                    <a:pt x="2847688" y="1730696"/>
                  </a:lnTo>
                  <a:lnTo>
                    <a:pt x="2797958" y="1690738"/>
                  </a:lnTo>
                  <a:lnTo>
                    <a:pt x="2770117" y="1665915"/>
                  </a:lnTo>
                  <a:lnTo>
                    <a:pt x="2727988" y="1625090"/>
                  </a:lnTo>
                  <a:lnTo>
                    <a:pt x="2686266" y="1580893"/>
                  </a:lnTo>
                  <a:lnTo>
                    <a:pt x="2644644" y="1533259"/>
                  </a:lnTo>
                  <a:lnTo>
                    <a:pt x="2602889" y="1482193"/>
                  </a:lnTo>
                  <a:lnTo>
                    <a:pt x="2560840" y="1427783"/>
                  </a:lnTo>
                  <a:lnTo>
                    <a:pt x="2518392" y="1370200"/>
                  </a:lnTo>
                  <a:lnTo>
                    <a:pt x="2475496" y="1309707"/>
                  </a:lnTo>
                  <a:lnTo>
                    <a:pt x="2432154" y="1246658"/>
                  </a:lnTo>
                  <a:lnTo>
                    <a:pt x="2388410" y="1181490"/>
                  </a:lnTo>
                  <a:lnTo>
                    <a:pt x="2344342" y="1114712"/>
                  </a:lnTo>
                  <a:lnTo>
                    <a:pt x="2300058" y="1046894"/>
                  </a:lnTo>
                  <a:lnTo>
                    <a:pt x="2255683" y="978644"/>
                  </a:lnTo>
                  <a:lnTo>
                    <a:pt x="2211348" y="910585"/>
                  </a:lnTo>
                  <a:lnTo>
                    <a:pt x="2167182" y="843334"/>
                  </a:lnTo>
                  <a:lnTo>
                    <a:pt x="2123301" y="777477"/>
                  </a:lnTo>
                  <a:lnTo>
                    <a:pt x="2079796" y="713550"/>
                  </a:lnTo>
                  <a:lnTo>
                    <a:pt x="2036725" y="652020"/>
                  </a:lnTo>
                  <a:lnTo>
                    <a:pt x="1994107" y="593273"/>
                  </a:lnTo>
                  <a:lnTo>
                    <a:pt x="1951912" y="537607"/>
                  </a:lnTo>
                  <a:lnTo>
                    <a:pt x="1910059" y="485230"/>
                  </a:lnTo>
                  <a:lnTo>
                    <a:pt x="1868409" y="436261"/>
                  </a:lnTo>
                  <a:lnTo>
                    <a:pt x="1826757" y="390735"/>
                  </a:lnTo>
                  <a:lnTo>
                    <a:pt x="1784828" y="348615"/>
                  </a:lnTo>
                  <a:lnTo>
                    <a:pt x="1768425" y="333183"/>
                  </a:lnTo>
                  <a:lnTo>
                    <a:pt x="1719554" y="290776"/>
                  </a:lnTo>
                  <a:lnTo>
                    <a:pt x="1669032" y="252619"/>
                  </a:lnTo>
                  <a:lnTo>
                    <a:pt x="1616073" y="218496"/>
                  </a:lnTo>
                  <a:lnTo>
                    <a:pt x="1559804" y="188039"/>
                  </a:lnTo>
                  <a:lnTo>
                    <a:pt x="1499330" y="160833"/>
                  </a:lnTo>
                  <a:lnTo>
                    <a:pt x="1433817" y="136479"/>
                  </a:lnTo>
                  <a:lnTo>
                    <a:pt x="1362585" y="114624"/>
                  </a:lnTo>
                  <a:lnTo>
                    <a:pt x="1285232" y="94983"/>
                  </a:lnTo>
                  <a:lnTo>
                    <a:pt x="1201807" y="77347"/>
                  </a:lnTo>
                  <a:lnTo>
                    <a:pt x="1113005" y="61586"/>
                  </a:lnTo>
                  <a:lnTo>
                    <a:pt x="1020367" y="47644"/>
                  </a:lnTo>
                  <a:lnTo>
                    <a:pt x="926415" y="35526"/>
                  </a:lnTo>
                  <a:lnTo>
                    <a:pt x="834631" y="25273"/>
                  </a:lnTo>
                  <a:lnTo>
                    <a:pt x="749173" y="16923"/>
                  </a:lnTo>
                  <a:lnTo>
                    <a:pt x="674304" y="10467"/>
                  </a:lnTo>
                  <a:lnTo>
                    <a:pt x="613590" y="5812"/>
                  </a:lnTo>
                  <a:lnTo>
                    <a:pt x="569103" y="2761"/>
                  </a:lnTo>
                  <a:lnTo>
                    <a:pt x="540861" y="1019"/>
                  </a:lnTo>
                  <a:lnTo>
                    <a:pt x="526676" y="229"/>
                  </a:lnTo>
                  <a:lnTo>
                    <a:pt x="522366" y="10"/>
                  </a:lnTo>
                  <a:lnTo>
                    <a:pt x="522133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019" name="pg1019"/>
            <p:cNvSpPr/>
            <p:nvPr/>
          </p:nvSpPr>
          <p:spPr>
            <a:xfrm>
              <a:off x="386606" y="1919677"/>
              <a:ext cx="8554953" cy="1869213"/>
            </a:xfrm>
            <a:custGeom>
              <a:avLst/>
              <a:pathLst>
                <a:path w="8554953" h="1869213">
                  <a:moveTo>
                    <a:pt x="0" y="1869213"/>
                  </a:moveTo>
                  <a:lnTo>
                    <a:pt x="522133" y="1869213"/>
                  </a:lnTo>
                  <a:lnTo>
                    <a:pt x="523403" y="1869210"/>
                  </a:lnTo>
                  <a:lnTo>
                    <a:pt x="531703" y="1869186"/>
                  </a:lnTo>
                  <a:lnTo>
                    <a:pt x="552452" y="1869121"/>
                  </a:lnTo>
                  <a:lnTo>
                    <a:pt x="589107" y="1868994"/>
                  </a:lnTo>
                  <a:lnTo>
                    <a:pt x="642844" y="1868784"/>
                  </a:lnTo>
                  <a:lnTo>
                    <a:pt x="712508" y="1868480"/>
                  </a:lnTo>
                  <a:lnTo>
                    <a:pt x="795002" y="1868072"/>
                  </a:lnTo>
                  <a:lnTo>
                    <a:pt x="886067" y="1867558"/>
                  </a:lnTo>
                  <a:lnTo>
                    <a:pt x="981188" y="1866939"/>
                  </a:lnTo>
                  <a:lnTo>
                    <a:pt x="1076344" y="1866218"/>
                  </a:lnTo>
                  <a:lnTo>
                    <a:pt x="1168449" y="1865397"/>
                  </a:lnTo>
                  <a:lnTo>
                    <a:pt x="1255488" y="1864472"/>
                  </a:lnTo>
                  <a:lnTo>
                    <a:pt x="1336417" y="1863440"/>
                  </a:lnTo>
                  <a:lnTo>
                    <a:pt x="1410969" y="1862289"/>
                  </a:lnTo>
                  <a:lnTo>
                    <a:pt x="1479424" y="1861005"/>
                  </a:lnTo>
                  <a:lnTo>
                    <a:pt x="1542422" y="1859569"/>
                  </a:lnTo>
                  <a:lnTo>
                    <a:pt x="1600804" y="1857959"/>
                  </a:lnTo>
                  <a:lnTo>
                    <a:pt x="1655500" y="1856152"/>
                  </a:lnTo>
                  <a:lnTo>
                    <a:pt x="1707445" y="1854125"/>
                  </a:lnTo>
                  <a:lnTo>
                    <a:pt x="1757495" y="1851865"/>
                  </a:lnTo>
                  <a:lnTo>
                    <a:pt x="1768425" y="1851330"/>
                  </a:lnTo>
                  <a:lnTo>
                    <a:pt x="1822616" y="1848474"/>
                  </a:lnTo>
                  <a:lnTo>
                    <a:pt x="1876286" y="1845315"/>
                  </a:lnTo>
                  <a:lnTo>
                    <a:pt x="1930019" y="1841849"/>
                  </a:lnTo>
                  <a:lnTo>
                    <a:pt x="1984207" y="1838085"/>
                  </a:lnTo>
                  <a:lnTo>
                    <a:pt x="2039069" y="1834041"/>
                  </a:lnTo>
                  <a:lnTo>
                    <a:pt x="2094679" y="1829751"/>
                  </a:lnTo>
                  <a:lnTo>
                    <a:pt x="2150980" y="1825262"/>
                  </a:lnTo>
                  <a:lnTo>
                    <a:pt x="2207812" y="1820630"/>
                  </a:lnTo>
                  <a:lnTo>
                    <a:pt x="2264940" y="1815923"/>
                  </a:lnTo>
                  <a:lnTo>
                    <a:pt x="2322089" y="1811210"/>
                  </a:lnTo>
                  <a:lnTo>
                    <a:pt x="2378982" y="1806562"/>
                  </a:lnTo>
                  <a:lnTo>
                    <a:pt x="2435376" y="1802047"/>
                  </a:lnTo>
                  <a:lnTo>
                    <a:pt x="2491097" y="1797724"/>
                  </a:lnTo>
                  <a:lnTo>
                    <a:pt x="2546072" y="1793641"/>
                  </a:lnTo>
                  <a:lnTo>
                    <a:pt x="2600351" y="1789832"/>
                  </a:lnTo>
                  <a:lnTo>
                    <a:pt x="2654133" y="1786321"/>
                  </a:lnTo>
                  <a:lnTo>
                    <a:pt x="2707780" y="1783115"/>
                  </a:lnTo>
                  <a:lnTo>
                    <a:pt x="2761846" y="1780213"/>
                  </a:lnTo>
                  <a:lnTo>
                    <a:pt x="2770117" y="1779800"/>
                  </a:lnTo>
                  <a:lnTo>
                    <a:pt x="2819849" y="1777486"/>
                  </a:lnTo>
                  <a:lnTo>
                    <a:pt x="2871303" y="1775408"/>
                  </a:lnTo>
                  <a:lnTo>
                    <a:pt x="2925309" y="1773554"/>
                  </a:lnTo>
                  <a:lnTo>
                    <a:pt x="2982791" y="1771903"/>
                  </a:lnTo>
                  <a:lnTo>
                    <a:pt x="3044686" y="1770430"/>
                  </a:lnTo>
                  <a:lnTo>
                    <a:pt x="3111866" y="1769114"/>
                  </a:lnTo>
                  <a:lnTo>
                    <a:pt x="3185024" y="1767935"/>
                  </a:lnTo>
                  <a:lnTo>
                    <a:pt x="3264538" y="1766877"/>
                  </a:lnTo>
                  <a:lnTo>
                    <a:pt x="3350279" y="1765930"/>
                  </a:lnTo>
                  <a:lnTo>
                    <a:pt x="3441397" y="1765086"/>
                  </a:lnTo>
                  <a:lnTo>
                    <a:pt x="3536104" y="1764342"/>
                  </a:lnTo>
                  <a:lnTo>
                    <a:pt x="3631552" y="1763701"/>
                  </a:lnTo>
                  <a:lnTo>
                    <a:pt x="3723901" y="1763163"/>
                  </a:lnTo>
                  <a:lnTo>
                    <a:pt x="3808688" y="1762732"/>
                  </a:lnTo>
                  <a:lnTo>
                    <a:pt x="3881523" y="1762405"/>
                  </a:lnTo>
                  <a:lnTo>
                    <a:pt x="3938974" y="1762175"/>
                  </a:lnTo>
                  <a:lnTo>
                    <a:pt x="3979404" y="1762031"/>
                  </a:lnTo>
                  <a:lnTo>
                    <a:pt x="4003463" y="1761954"/>
                  </a:lnTo>
                  <a:lnTo>
                    <a:pt x="4014122" y="1761923"/>
                  </a:lnTo>
                  <a:lnTo>
                    <a:pt x="4016409" y="1761917"/>
                  </a:lnTo>
                  <a:lnTo>
                    <a:pt x="4538543" y="1761917"/>
                  </a:lnTo>
                  <a:lnTo>
                    <a:pt x="4539764" y="1761865"/>
                  </a:lnTo>
                  <a:lnTo>
                    <a:pt x="4547753" y="1761497"/>
                  </a:lnTo>
                  <a:lnTo>
                    <a:pt x="4567753" y="1760477"/>
                  </a:lnTo>
                  <a:lnTo>
                    <a:pt x="4603154" y="1758474"/>
                  </a:lnTo>
                  <a:lnTo>
                    <a:pt x="4655192" y="1755192"/>
                  </a:lnTo>
                  <a:lnTo>
                    <a:pt x="4722882" y="1750405"/>
                  </a:lnTo>
                  <a:lnTo>
                    <a:pt x="4803360" y="1743981"/>
                  </a:lnTo>
                  <a:lnTo>
                    <a:pt x="4892592" y="1735874"/>
                  </a:lnTo>
                  <a:lnTo>
                    <a:pt x="4986225" y="1726101"/>
                  </a:lnTo>
                  <a:lnTo>
                    <a:pt x="5080312" y="1714699"/>
                  </a:lnTo>
                  <a:lnTo>
                    <a:pt x="5171763" y="1701696"/>
                  </a:lnTo>
                  <a:lnTo>
                    <a:pt x="5258501" y="1687071"/>
                  </a:lnTo>
                  <a:lnTo>
                    <a:pt x="5339393" y="1670746"/>
                  </a:lnTo>
                  <a:lnTo>
                    <a:pt x="5414074" y="1652571"/>
                  </a:lnTo>
                  <a:lnTo>
                    <a:pt x="5482737" y="1632330"/>
                  </a:lnTo>
                  <a:lnTo>
                    <a:pt x="5545942" y="1609737"/>
                  </a:lnTo>
                  <a:lnTo>
                    <a:pt x="5604467" y="1584459"/>
                  </a:lnTo>
                  <a:lnTo>
                    <a:pt x="5659197" y="1556130"/>
                  </a:lnTo>
                  <a:lnTo>
                    <a:pt x="5711036" y="1524394"/>
                  </a:lnTo>
                  <a:lnTo>
                    <a:pt x="5760833" y="1488978"/>
                  </a:lnTo>
                  <a:lnTo>
                    <a:pt x="5784835" y="1470146"/>
                  </a:lnTo>
                  <a:lnTo>
                    <a:pt x="5828686" y="1432862"/>
                  </a:lnTo>
                  <a:lnTo>
                    <a:pt x="5872112" y="1392373"/>
                  </a:lnTo>
                  <a:lnTo>
                    <a:pt x="5915452" y="1348619"/>
                  </a:lnTo>
                  <a:lnTo>
                    <a:pt x="5958961" y="1301615"/>
                  </a:lnTo>
                  <a:lnTo>
                    <a:pt x="6002812" y="1251457"/>
                  </a:lnTo>
                  <a:lnTo>
                    <a:pt x="6047110" y="1198332"/>
                  </a:lnTo>
                  <a:lnTo>
                    <a:pt x="6091897" y="1142522"/>
                  </a:lnTo>
                  <a:lnTo>
                    <a:pt x="6137158" y="1084396"/>
                  </a:lnTo>
                  <a:lnTo>
                    <a:pt x="6182832" y="1024412"/>
                  </a:lnTo>
                  <a:lnTo>
                    <a:pt x="6228815" y="963095"/>
                  </a:lnTo>
                  <a:lnTo>
                    <a:pt x="6274979" y="901024"/>
                  </a:lnTo>
                  <a:lnTo>
                    <a:pt x="6321177" y="838811"/>
                  </a:lnTo>
                  <a:lnTo>
                    <a:pt x="6367262" y="777070"/>
                  </a:lnTo>
                  <a:lnTo>
                    <a:pt x="6413093" y="716399"/>
                  </a:lnTo>
                  <a:lnTo>
                    <a:pt x="6458556" y="657351"/>
                  </a:lnTo>
                  <a:lnTo>
                    <a:pt x="6503567" y="600417"/>
                  </a:lnTo>
                  <a:lnTo>
                    <a:pt x="6548090" y="546008"/>
                  </a:lnTo>
                  <a:lnTo>
                    <a:pt x="6592139" y="494447"/>
                  </a:lnTo>
                  <a:lnTo>
                    <a:pt x="6635789" y="445964"/>
                  </a:lnTo>
                  <a:lnTo>
                    <a:pt x="6679181" y="400698"/>
                  </a:lnTo>
                  <a:lnTo>
                    <a:pt x="6722530" y="358700"/>
                  </a:lnTo>
                  <a:lnTo>
                    <a:pt x="6766136" y="319943"/>
                  </a:lnTo>
                  <a:lnTo>
                    <a:pt x="6786527" y="303064"/>
                  </a:lnTo>
                  <a:lnTo>
                    <a:pt x="6835592" y="265790"/>
                  </a:lnTo>
                  <a:lnTo>
                    <a:pt x="6886326" y="232267"/>
                  </a:lnTo>
                  <a:lnTo>
                    <a:pt x="6939520" y="202301"/>
                  </a:lnTo>
                  <a:lnTo>
                    <a:pt x="6996063" y="175566"/>
                  </a:lnTo>
                  <a:lnTo>
                    <a:pt x="7056857" y="151695"/>
                  </a:lnTo>
                  <a:lnTo>
                    <a:pt x="7122745" y="130335"/>
                  </a:lnTo>
                  <a:lnTo>
                    <a:pt x="7194410" y="111173"/>
                  </a:lnTo>
                  <a:lnTo>
                    <a:pt x="7272249" y="93960"/>
                  </a:lnTo>
                  <a:lnTo>
                    <a:pt x="7356197" y="78512"/>
                  </a:lnTo>
                  <a:lnTo>
                    <a:pt x="7445525" y="64716"/>
                  </a:lnTo>
                  <a:lnTo>
                    <a:pt x="7538637" y="52525"/>
                  </a:lnTo>
                  <a:lnTo>
                    <a:pt x="7632940" y="41945"/>
                  </a:lnTo>
                  <a:lnTo>
                    <a:pt x="7724873" y="33012"/>
                  </a:lnTo>
                  <a:lnTo>
                    <a:pt x="7810206" y="25760"/>
                  </a:lnTo>
                  <a:lnTo>
                    <a:pt x="7884645" y="20178"/>
                  </a:lnTo>
                  <a:lnTo>
                    <a:pt x="7944645" y="16177"/>
                  </a:lnTo>
                  <a:lnTo>
                    <a:pt x="7988227" y="13577"/>
                  </a:lnTo>
                  <a:lnTo>
                    <a:pt x="8015517" y="12114"/>
                  </a:lnTo>
                  <a:lnTo>
                    <a:pt x="8028875" y="11467"/>
                  </a:lnTo>
                  <a:lnTo>
                    <a:pt x="8032669" y="11300"/>
                  </a:lnTo>
                  <a:lnTo>
                    <a:pt x="8032819" y="11294"/>
                  </a:lnTo>
                  <a:lnTo>
                    <a:pt x="8554953" y="11294"/>
                  </a:lnTo>
                  <a:lnTo>
                    <a:pt x="8554953" y="0"/>
                  </a:lnTo>
                  <a:lnTo>
                    <a:pt x="8032819" y="0"/>
                  </a:lnTo>
                  <a:lnTo>
                    <a:pt x="8031598" y="51"/>
                  </a:lnTo>
                  <a:lnTo>
                    <a:pt x="8023609" y="420"/>
                  </a:lnTo>
                  <a:lnTo>
                    <a:pt x="8003609" y="1439"/>
                  </a:lnTo>
                  <a:lnTo>
                    <a:pt x="7968208" y="3442"/>
                  </a:lnTo>
                  <a:lnTo>
                    <a:pt x="7916170" y="6724"/>
                  </a:lnTo>
                  <a:lnTo>
                    <a:pt x="7848480" y="11511"/>
                  </a:lnTo>
                  <a:lnTo>
                    <a:pt x="7768002" y="17935"/>
                  </a:lnTo>
                  <a:lnTo>
                    <a:pt x="7678770" y="26042"/>
                  </a:lnTo>
                  <a:lnTo>
                    <a:pt x="7585137" y="35816"/>
                  </a:lnTo>
                  <a:lnTo>
                    <a:pt x="7491050" y="47217"/>
                  </a:lnTo>
                  <a:lnTo>
                    <a:pt x="7399599" y="60221"/>
                  </a:lnTo>
                  <a:lnTo>
                    <a:pt x="7312861" y="74845"/>
                  </a:lnTo>
                  <a:lnTo>
                    <a:pt x="7231969" y="91171"/>
                  </a:lnTo>
                  <a:lnTo>
                    <a:pt x="7157288" y="109345"/>
                  </a:lnTo>
                  <a:lnTo>
                    <a:pt x="7088625" y="129587"/>
                  </a:lnTo>
                  <a:lnTo>
                    <a:pt x="7025420" y="152179"/>
                  </a:lnTo>
                  <a:lnTo>
                    <a:pt x="6966895" y="177457"/>
                  </a:lnTo>
                  <a:lnTo>
                    <a:pt x="6912165" y="205787"/>
                  </a:lnTo>
                  <a:lnTo>
                    <a:pt x="6860326" y="237523"/>
                  </a:lnTo>
                  <a:lnTo>
                    <a:pt x="6810529" y="272939"/>
                  </a:lnTo>
                  <a:lnTo>
                    <a:pt x="6786527" y="291770"/>
                  </a:lnTo>
                  <a:lnTo>
                    <a:pt x="6742676" y="329055"/>
                  </a:lnTo>
                  <a:lnTo>
                    <a:pt x="6699250" y="369543"/>
                  </a:lnTo>
                  <a:lnTo>
                    <a:pt x="6655909" y="413297"/>
                  </a:lnTo>
                  <a:lnTo>
                    <a:pt x="6612401" y="460301"/>
                  </a:lnTo>
                  <a:lnTo>
                    <a:pt x="6568550" y="510459"/>
                  </a:lnTo>
                  <a:lnTo>
                    <a:pt x="6524252" y="563584"/>
                  </a:lnTo>
                  <a:lnTo>
                    <a:pt x="6479465" y="619395"/>
                  </a:lnTo>
                  <a:lnTo>
                    <a:pt x="6434204" y="677520"/>
                  </a:lnTo>
                  <a:lnTo>
                    <a:pt x="6388530" y="737505"/>
                  </a:lnTo>
                  <a:lnTo>
                    <a:pt x="6342547" y="798822"/>
                  </a:lnTo>
                  <a:lnTo>
                    <a:pt x="6296383" y="860892"/>
                  </a:lnTo>
                  <a:lnTo>
                    <a:pt x="6250185" y="923106"/>
                  </a:lnTo>
                  <a:lnTo>
                    <a:pt x="6204100" y="984846"/>
                  </a:lnTo>
                  <a:lnTo>
                    <a:pt x="6158269" y="1045517"/>
                  </a:lnTo>
                  <a:lnTo>
                    <a:pt x="6112806" y="1104565"/>
                  </a:lnTo>
                  <a:lnTo>
                    <a:pt x="6067795" y="1161500"/>
                  </a:lnTo>
                  <a:lnTo>
                    <a:pt x="6023272" y="1215909"/>
                  </a:lnTo>
                  <a:lnTo>
                    <a:pt x="5979223" y="1267470"/>
                  </a:lnTo>
                  <a:lnTo>
                    <a:pt x="5935573" y="1315953"/>
                  </a:lnTo>
                  <a:lnTo>
                    <a:pt x="5892181" y="1361218"/>
                  </a:lnTo>
                  <a:lnTo>
                    <a:pt x="5848831" y="1403216"/>
                  </a:lnTo>
                  <a:lnTo>
                    <a:pt x="5805226" y="1441973"/>
                  </a:lnTo>
                  <a:lnTo>
                    <a:pt x="5784835" y="1458852"/>
                  </a:lnTo>
                  <a:lnTo>
                    <a:pt x="5735770" y="1496126"/>
                  </a:lnTo>
                  <a:lnTo>
                    <a:pt x="5685036" y="1529650"/>
                  </a:lnTo>
                  <a:lnTo>
                    <a:pt x="5631842" y="1559616"/>
                  </a:lnTo>
                  <a:lnTo>
                    <a:pt x="5575299" y="1586350"/>
                  </a:lnTo>
                  <a:lnTo>
                    <a:pt x="5514505" y="1610221"/>
                  </a:lnTo>
                  <a:lnTo>
                    <a:pt x="5448617" y="1631582"/>
                  </a:lnTo>
                  <a:lnTo>
                    <a:pt x="5376952" y="1650743"/>
                  </a:lnTo>
                  <a:lnTo>
                    <a:pt x="5299112" y="1667956"/>
                  </a:lnTo>
                  <a:lnTo>
                    <a:pt x="5215165" y="1683404"/>
                  </a:lnTo>
                  <a:lnTo>
                    <a:pt x="5125837" y="1697200"/>
                  </a:lnTo>
                  <a:lnTo>
                    <a:pt x="5032725" y="1709392"/>
                  </a:lnTo>
                  <a:lnTo>
                    <a:pt x="4938422" y="1719972"/>
                  </a:lnTo>
                  <a:lnTo>
                    <a:pt x="4846489" y="1728904"/>
                  </a:lnTo>
                  <a:lnTo>
                    <a:pt x="4761156" y="1736156"/>
                  </a:lnTo>
                  <a:lnTo>
                    <a:pt x="4686717" y="1741738"/>
                  </a:lnTo>
                  <a:lnTo>
                    <a:pt x="4626717" y="1745739"/>
                  </a:lnTo>
                  <a:lnTo>
                    <a:pt x="4583135" y="1748339"/>
                  </a:lnTo>
                  <a:lnTo>
                    <a:pt x="4555845" y="1749802"/>
                  </a:lnTo>
                  <a:lnTo>
                    <a:pt x="4542487" y="1750449"/>
                  </a:lnTo>
                  <a:lnTo>
                    <a:pt x="4538693" y="1750616"/>
                  </a:lnTo>
                  <a:lnTo>
                    <a:pt x="4538543" y="1750623"/>
                  </a:lnTo>
                  <a:lnTo>
                    <a:pt x="4016409" y="1750623"/>
                  </a:lnTo>
                  <a:lnTo>
                    <a:pt x="4015140" y="1750626"/>
                  </a:lnTo>
                  <a:lnTo>
                    <a:pt x="4006840" y="1750649"/>
                  </a:lnTo>
                  <a:lnTo>
                    <a:pt x="3986090" y="1750714"/>
                  </a:lnTo>
                  <a:lnTo>
                    <a:pt x="3949435" y="1750842"/>
                  </a:lnTo>
                  <a:lnTo>
                    <a:pt x="3895698" y="1751051"/>
                  </a:lnTo>
                  <a:lnTo>
                    <a:pt x="3826034" y="1751356"/>
                  </a:lnTo>
                  <a:lnTo>
                    <a:pt x="3743540" y="1751764"/>
                  </a:lnTo>
                  <a:lnTo>
                    <a:pt x="3652475" y="1752278"/>
                  </a:lnTo>
                  <a:lnTo>
                    <a:pt x="3557354" y="1752897"/>
                  </a:lnTo>
                  <a:lnTo>
                    <a:pt x="3462198" y="1753617"/>
                  </a:lnTo>
                  <a:lnTo>
                    <a:pt x="3370093" y="1754439"/>
                  </a:lnTo>
                  <a:lnTo>
                    <a:pt x="3283054" y="1755363"/>
                  </a:lnTo>
                  <a:lnTo>
                    <a:pt x="3202125" y="1756396"/>
                  </a:lnTo>
                  <a:lnTo>
                    <a:pt x="3127574" y="1757547"/>
                  </a:lnTo>
                  <a:lnTo>
                    <a:pt x="3059118" y="1758831"/>
                  </a:lnTo>
                  <a:lnTo>
                    <a:pt x="2996120" y="1760267"/>
                  </a:lnTo>
                  <a:lnTo>
                    <a:pt x="2937738" y="1761877"/>
                  </a:lnTo>
                  <a:lnTo>
                    <a:pt x="2883042" y="1763684"/>
                  </a:lnTo>
                  <a:lnTo>
                    <a:pt x="2831097" y="1765710"/>
                  </a:lnTo>
                  <a:lnTo>
                    <a:pt x="2781047" y="1767971"/>
                  </a:lnTo>
                  <a:lnTo>
                    <a:pt x="2770117" y="1768505"/>
                  </a:lnTo>
                  <a:lnTo>
                    <a:pt x="2715926" y="1771362"/>
                  </a:lnTo>
                  <a:lnTo>
                    <a:pt x="2662257" y="1774521"/>
                  </a:lnTo>
                  <a:lnTo>
                    <a:pt x="2608523" y="1777987"/>
                  </a:lnTo>
                  <a:lnTo>
                    <a:pt x="2554335" y="1781751"/>
                  </a:lnTo>
                  <a:lnTo>
                    <a:pt x="2499473" y="1785795"/>
                  </a:lnTo>
                  <a:lnTo>
                    <a:pt x="2443863" y="1790085"/>
                  </a:lnTo>
                  <a:lnTo>
                    <a:pt x="2387562" y="1794574"/>
                  </a:lnTo>
                  <a:lnTo>
                    <a:pt x="2330730" y="1799205"/>
                  </a:lnTo>
                  <a:lnTo>
                    <a:pt x="2273602" y="1803913"/>
                  </a:lnTo>
                  <a:lnTo>
                    <a:pt x="2216453" y="1808626"/>
                  </a:lnTo>
                  <a:lnTo>
                    <a:pt x="2159560" y="1813273"/>
                  </a:lnTo>
                  <a:lnTo>
                    <a:pt x="2103166" y="1817788"/>
                  </a:lnTo>
                  <a:lnTo>
                    <a:pt x="2047445" y="1822111"/>
                  </a:lnTo>
                  <a:lnTo>
                    <a:pt x="1992471" y="1826195"/>
                  </a:lnTo>
                  <a:lnTo>
                    <a:pt x="1938191" y="1830003"/>
                  </a:lnTo>
                  <a:lnTo>
                    <a:pt x="1884409" y="1833515"/>
                  </a:lnTo>
                  <a:lnTo>
                    <a:pt x="1830762" y="1836721"/>
                  </a:lnTo>
                  <a:lnTo>
                    <a:pt x="1776697" y="1839622"/>
                  </a:lnTo>
                  <a:lnTo>
                    <a:pt x="1768425" y="1840036"/>
                  </a:lnTo>
                  <a:lnTo>
                    <a:pt x="1718694" y="1842350"/>
                  </a:lnTo>
                  <a:lnTo>
                    <a:pt x="1667239" y="1844427"/>
                  </a:lnTo>
                  <a:lnTo>
                    <a:pt x="1613233" y="1846281"/>
                  </a:lnTo>
                  <a:lnTo>
                    <a:pt x="1555752" y="1847933"/>
                  </a:lnTo>
                  <a:lnTo>
                    <a:pt x="1493856" y="1849406"/>
                  </a:lnTo>
                  <a:lnTo>
                    <a:pt x="1426676" y="1850722"/>
                  </a:lnTo>
                  <a:lnTo>
                    <a:pt x="1353518" y="1851901"/>
                  </a:lnTo>
                  <a:lnTo>
                    <a:pt x="1274004" y="1852958"/>
                  </a:lnTo>
                  <a:lnTo>
                    <a:pt x="1188263" y="1853906"/>
                  </a:lnTo>
                  <a:lnTo>
                    <a:pt x="1097145" y="1854750"/>
                  </a:lnTo>
                  <a:lnTo>
                    <a:pt x="1002438" y="1855493"/>
                  </a:lnTo>
                  <a:lnTo>
                    <a:pt x="906990" y="1856135"/>
                  </a:lnTo>
                  <a:lnTo>
                    <a:pt x="814642" y="1856672"/>
                  </a:lnTo>
                  <a:lnTo>
                    <a:pt x="729854" y="1857104"/>
                  </a:lnTo>
                  <a:lnTo>
                    <a:pt x="657020" y="1857431"/>
                  </a:lnTo>
                  <a:lnTo>
                    <a:pt x="599568" y="1857660"/>
                  </a:lnTo>
                  <a:lnTo>
                    <a:pt x="559138" y="1857805"/>
                  </a:lnTo>
                  <a:lnTo>
                    <a:pt x="535080" y="1857882"/>
                  </a:lnTo>
                  <a:lnTo>
                    <a:pt x="524420" y="1857913"/>
                  </a:lnTo>
                  <a:lnTo>
                    <a:pt x="522133" y="1857919"/>
                  </a:lnTo>
                  <a:lnTo>
                    <a:pt x="0" y="1857919"/>
                  </a:lnTo>
                  <a:close/>
                </a:path>
              </a:pathLst>
            </a:custGeom>
            <a:solidFill>
              <a:srgbClr val="F28E5B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1020" name="pl1020"/>
            <p:cNvSpPr/>
            <p:nvPr/>
          </p:nvSpPr>
          <p:spPr>
            <a:xfrm>
              <a:off x="386606" y="1930971"/>
              <a:ext cx="8554953" cy="1857919"/>
            </a:xfrm>
            <a:custGeom>
              <a:avLst/>
              <a:pathLst>
                <a:path w="8554953" h="1857919">
                  <a:moveTo>
                    <a:pt x="0" y="1857919"/>
                  </a:moveTo>
                  <a:lnTo>
                    <a:pt x="522133" y="1857919"/>
                  </a:lnTo>
                  <a:lnTo>
                    <a:pt x="523403" y="1857915"/>
                  </a:lnTo>
                  <a:lnTo>
                    <a:pt x="531703" y="1857892"/>
                  </a:lnTo>
                  <a:lnTo>
                    <a:pt x="552452" y="1857827"/>
                  </a:lnTo>
                  <a:lnTo>
                    <a:pt x="589107" y="1857699"/>
                  </a:lnTo>
                  <a:lnTo>
                    <a:pt x="642844" y="1857490"/>
                  </a:lnTo>
                  <a:lnTo>
                    <a:pt x="712508" y="1857185"/>
                  </a:lnTo>
                  <a:lnTo>
                    <a:pt x="795002" y="1856777"/>
                  </a:lnTo>
                  <a:lnTo>
                    <a:pt x="886067" y="1856263"/>
                  </a:lnTo>
                  <a:lnTo>
                    <a:pt x="981188" y="1855645"/>
                  </a:lnTo>
                  <a:lnTo>
                    <a:pt x="1076344" y="1854924"/>
                  </a:lnTo>
                  <a:lnTo>
                    <a:pt x="1168449" y="1854102"/>
                  </a:lnTo>
                  <a:lnTo>
                    <a:pt x="1255488" y="1853178"/>
                  </a:lnTo>
                  <a:lnTo>
                    <a:pt x="1336417" y="1852146"/>
                  </a:lnTo>
                  <a:lnTo>
                    <a:pt x="1410969" y="1850995"/>
                  </a:lnTo>
                  <a:lnTo>
                    <a:pt x="1479424" y="1849711"/>
                  </a:lnTo>
                  <a:lnTo>
                    <a:pt x="1542422" y="1848275"/>
                  </a:lnTo>
                  <a:lnTo>
                    <a:pt x="1600804" y="1846665"/>
                  </a:lnTo>
                  <a:lnTo>
                    <a:pt x="1655500" y="1844858"/>
                  </a:lnTo>
                  <a:lnTo>
                    <a:pt x="1707445" y="1842831"/>
                  </a:lnTo>
                  <a:lnTo>
                    <a:pt x="1757495" y="1840570"/>
                  </a:lnTo>
                  <a:lnTo>
                    <a:pt x="1768425" y="1840036"/>
                  </a:lnTo>
                  <a:lnTo>
                    <a:pt x="1822616" y="1837179"/>
                  </a:lnTo>
                  <a:lnTo>
                    <a:pt x="1876286" y="1834020"/>
                  </a:lnTo>
                  <a:lnTo>
                    <a:pt x="1930019" y="1830555"/>
                  </a:lnTo>
                  <a:lnTo>
                    <a:pt x="1984207" y="1826790"/>
                  </a:lnTo>
                  <a:lnTo>
                    <a:pt x="2039069" y="1822746"/>
                  </a:lnTo>
                  <a:lnTo>
                    <a:pt x="2094679" y="1818457"/>
                  </a:lnTo>
                  <a:lnTo>
                    <a:pt x="2150980" y="1813967"/>
                  </a:lnTo>
                  <a:lnTo>
                    <a:pt x="2207812" y="1809336"/>
                  </a:lnTo>
                  <a:lnTo>
                    <a:pt x="2264940" y="1804628"/>
                  </a:lnTo>
                  <a:lnTo>
                    <a:pt x="2322089" y="1799915"/>
                  </a:lnTo>
                  <a:lnTo>
                    <a:pt x="2378982" y="1795268"/>
                  </a:lnTo>
                  <a:lnTo>
                    <a:pt x="2435376" y="1790753"/>
                  </a:lnTo>
                  <a:lnTo>
                    <a:pt x="2491097" y="1786430"/>
                  </a:lnTo>
                  <a:lnTo>
                    <a:pt x="2546072" y="1782346"/>
                  </a:lnTo>
                  <a:lnTo>
                    <a:pt x="2600351" y="1778538"/>
                  </a:lnTo>
                  <a:lnTo>
                    <a:pt x="2654133" y="1775026"/>
                  </a:lnTo>
                  <a:lnTo>
                    <a:pt x="2707780" y="1771821"/>
                  </a:lnTo>
                  <a:lnTo>
                    <a:pt x="2761846" y="1768919"/>
                  </a:lnTo>
                  <a:lnTo>
                    <a:pt x="2770117" y="1768505"/>
                  </a:lnTo>
                  <a:lnTo>
                    <a:pt x="2819849" y="1766192"/>
                  </a:lnTo>
                  <a:lnTo>
                    <a:pt x="2871303" y="1764114"/>
                  </a:lnTo>
                  <a:lnTo>
                    <a:pt x="2925309" y="1762260"/>
                  </a:lnTo>
                  <a:lnTo>
                    <a:pt x="2982791" y="1760608"/>
                  </a:lnTo>
                  <a:lnTo>
                    <a:pt x="3044686" y="1759136"/>
                  </a:lnTo>
                  <a:lnTo>
                    <a:pt x="3111866" y="1757820"/>
                  </a:lnTo>
                  <a:lnTo>
                    <a:pt x="3185024" y="1756641"/>
                  </a:lnTo>
                  <a:lnTo>
                    <a:pt x="3264538" y="1755583"/>
                  </a:lnTo>
                  <a:lnTo>
                    <a:pt x="3350279" y="1754635"/>
                  </a:lnTo>
                  <a:lnTo>
                    <a:pt x="3441397" y="1753791"/>
                  </a:lnTo>
                  <a:lnTo>
                    <a:pt x="3536104" y="1753048"/>
                  </a:lnTo>
                  <a:lnTo>
                    <a:pt x="3631552" y="1752406"/>
                  </a:lnTo>
                  <a:lnTo>
                    <a:pt x="3723901" y="1751869"/>
                  </a:lnTo>
                  <a:lnTo>
                    <a:pt x="3808688" y="1751437"/>
                  </a:lnTo>
                  <a:lnTo>
                    <a:pt x="3881523" y="1751110"/>
                  </a:lnTo>
                  <a:lnTo>
                    <a:pt x="3938974" y="1750881"/>
                  </a:lnTo>
                  <a:lnTo>
                    <a:pt x="3979404" y="1750737"/>
                  </a:lnTo>
                  <a:lnTo>
                    <a:pt x="4003463" y="1750659"/>
                  </a:lnTo>
                  <a:lnTo>
                    <a:pt x="4014122" y="1750629"/>
                  </a:lnTo>
                  <a:lnTo>
                    <a:pt x="4016395" y="1750623"/>
                  </a:lnTo>
                  <a:lnTo>
                    <a:pt x="4016409" y="1750623"/>
                  </a:lnTo>
                  <a:lnTo>
                    <a:pt x="4538543" y="1750623"/>
                  </a:lnTo>
                  <a:lnTo>
                    <a:pt x="4539764" y="1750571"/>
                  </a:lnTo>
                  <a:lnTo>
                    <a:pt x="4547753" y="1750202"/>
                  </a:lnTo>
                  <a:lnTo>
                    <a:pt x="4567753" y="1749183"/>
                  </a:lnTo>
                  <a:lnTo>
                    <a:pt x="4603154" y="1747180"/>
                  </a:lnTo>
                  <a:lnTo>
                    <a:pt x="4655192" y="1743898"/>
                  </a:lnTo>
                  <a:lnTo>
                    <a:pt x="4722882" y="1739111"/>
                  </a:lnTo>
                  <a:lnTo>
                    <a:pt x="4803360" y="1732687"/>
                  </a:lnTo>
                  <a:lnTo>
                    <a:pt x="4892592" y="1724580"/>
                  </a:lnTo>
                  <a:lnTo>
                    <a:pt x="4986225" y="1714806"/>
                  </a:lnTo>
                  <a:lnTo>
                    <a:pt x="5080312" y="1703405"/>
                  </a:lnTo>
                  <a:lnTo>
                    <a:pt x="5171763" y="1690401"/>
                  </a:lnTo>
                  <a:lnTo>
                    <a:pt x="5258501" y="1675777"/>
                  </a:lnTo>
                  <a:lnTo>
                    <a:pt x="5339393" y="1659451"/>
                  </a:lnTo>
                  <a:lnTo>
                    <a:pt x="5414074" y="1641277"/>
                  </a:lnTo>
                  <a:lnTo>
                    <a:pt x="5482737" y="1621035"/>
                  </a:lnTo>
                  <a:lnTo>
                    <a:pt x="5545942" y="1598443"/>
                  </a:lnTo>
                  <a:lnTo>
                    <a:pt x="5604467" y="1573165"/>
                  </a:lnTo>
                  <a:lnTo>
                    <a:pt x="5659197" y="1544835"/>
                  </a:lnTo>
                  <a:lnTo>
                    <a:pt x="5711036" y="1513099"/>
                  </a:lnTo>
                  <a:lnTo>
                    <a:pt x="5760833" y="1477683"/>
                  </a:lnTo>
                  <a:lnTo>
                    <a:pt x="5784835" y="1458852"/>
                  </a:lnTo>
                  <a:lnTo>
                    <a:pt x="5828686" y="1421567"/>
                  </a:lnTo>
                  <a:lnTo>
                    <a:pt x="5872112" y="1381079"/>
                  </a:lnTo>
                  <a:lnTo>
                    <a:pt x="5915452" y="1337325"/>
                  </a:lnTo>
                  <a:lnTo>
                    <a:pt x="5958961" y="1290321"/>
                  </a:lnTo>
                  <a:lnTo>
                    <a:pt x="6002812" y="1240163"/>
                  </a:lnTo>
                  <a:lnTo>
                    <a:pt x="6047110" y="1187038"/>
                  </a:lnTo>
                  <a:lnTo>
                    <a:pt x="6091897" y="1131227"/>
                  </a:lnTo>
                  <a:lnTo>
                    <a:pt x="6137158" y="1073102"/>
                  </a:lnTo>
                  <a:lnTo>
                    <a:pt x="6182832" y="1013117"/>
                  </a:lnTo>
                  <a:lnTo>
                    <a:pt x="6228815" y="951800"/>
                  </a:lnTo>
                  <a:lnTo>
                    <a:pt x="6274979" y="889730"/>
                  </a:lnTo>
                  <a:lnTo>
                    <a:pt x="6321177" y="827516"/>
                  </a:lnTo>
                  <a:lnTo>
                    <a:pt x="6367262" y="765776"/>
                  </a:lnTo>
                  <a:lnTo>
                    <a:pt x="6413093" y="705105"/>
                  </a:lnTo>
                  <a:lnTo>
                    <a:pt x="6458556" y="646057"/>
                  </a:lnTo>
                  <a:lnTo>
                    <a:pt x="6503567" y="589123"/>
                  </a:lnTo>
                  <a:lnTo>
                    <a:pt x="6548090" y="534713"/>
                  </a:lnTo>
                  <a:lnTo>
                    <a:pt x="6592139" y="483152"/>
                  </a:lnTo>
                  <a:lnTo>
                    <a:pt x="6635789" y="434670"/>
                  </a:lnTo>
                  <a:lnTo>
                    <a:pt x="6679181" y="389404"/>
                  </a:lnTo>
                  <a:lnTo>
                    <a:pt x="6722530" y="347406"/>
                  </a:lnTo>
                  <a:lnTo>
                    <a:pt x="6766136" y="308649"/>
                  </a:lnTo>
                  <a:lnTo>
                    <a:pt x="6786527" y="291770"/>
                  </a:lnTo>
                  <a:lnTo>
                    <a:pt x="6835592" y="254496"/>
                  </a:lnTo>
                  <a:lnTo>
                    <a:pt x="6886326" y="220972"/>
                  </a:lnTo>
                  <a:lnTo>
                    <a:pt x="6939520" y="191006"/>
                  </a:lnTo>
                  <a:lnTo>
                    <a:pt x="6996063" y="164272"/>
                  </a:lnTo>
                  <a:lnTo>
                    <a:pt x="7056857" y="140401"/>
                  </a:lnTo>
                  <a:lnTo>
                    <a:pt x="7122745" y="119040"/>
                  </a:lnTo>
                  <a:lnTo>
                    <a:pt x="7194410" y="99879"/>
                  </a:lnTo>
                  <a:lnTo>
                    <a:pt x="7272249" y="82666"/>
                  </a:lnTo>
                  <a:lnTo>
                    <a:pt x="7356197" y="67218"/>
                  </a:lnTo>
                  <a:lnTo>
                    <a:pt x="7445525" y="53422"/>
                  </a:lnTo>
                  <a:lnTo>
                    <a:pt x="7538637" y="41230"/>
                  </a:lnTo>
                  <a:lnTo>
                    <a:pt x="7632940" y="30650"/>
                  </a:lnTo>
                  <a:lnTo>
                    <a:pt x="7724873" y="21718"/>
                  </a:lnTo>
                  <a:lnTo>
                    <a:pt x="7810206" y="14466"/>
                  </a:lnTo>
                  <a:lnTo>
                    <a:pt x="7884645" y="8884"/>
                  </a:lnTo>
                  <a:lnTo>
                    <a:pt x="7944645" y="4883"/>
                  </a:lnTo>
                  <a:lnTo>
                    <a:pt x="7988227" y="2283"/>
                  </a:lnTo>
                  <a:lnTo>
                    <a:pt x="8015517" y="820"/>
                  </a:lnTo>
                  <a:lnTo>
                    <a:pt x="8028875" y="173"/>
                  </a:lnTo>
                  <a:lnTo>
                    <a:pt x="8032669" y="6"/>
                  </a:lnTo>
                  <a:lnTo>
                    <a:pt x="8032819" y="0"/>
                  </a:lnTo>
                  <a:lnTo>
                    <a:pt x="8554953" y="0"/>
                  </a:lnTo>
                  <a:lnTo>
                    <a:pt x="8554953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021" name="pl1021"/>
            <p:cNvSpPr/>
            <p:nvPr/>
          </p:nvSpPr>
          <p:spPr>
            <a:xfrm>
              <a:off x="386606" y="1919677"/>
              <a:ext cx="8554953" cy="1857919"/>
            </a:xfrm>
            <a:custGeom>
              <a:avLst/>
              <a:pathLst>
                <a:path w="8554953" h="1857919">
                  <a:moveTo>
                    <a:pt x="8554953" y="0"/>
                  </a:moveTo>
                  <a:lnTo>
                    <a:pt x="8032819" y="0"/>
                  </a:lnTo>
                  <a:lnTo>
                    <a:pt x="8031598" y="51"/>
                  </a:lnTo>
                  <a:lnTo>
                    <a:pt x="8023609" y="420"/>
                  </a:lnTo>
                  <a:lnTo>
                    <a:pt x="8003609" y="1439"/>
                  </a:lnTo>
                  <a:lnTo>
                    <a:pt x="7968208" y="3442"/>
                  </a:lnTo>
                  <a:lnTo>
                    <a:pt x="7916170" y="6724"/>
                  </a:lnTo>
                  <a:lnTo>
                    <a:pt x="7848480" y="11511"/>
                  </a:lnTo>
                  <a:lnTo>
                    <a:pt x="7768002" y="17935"/>
                  </a:lnTo>
                  <a:lnTo>
                    <a:pt x="7678770" y="26042"/>
                  </a:lnTo>
                  <a:lnTo>
                    <a:pt x="7585137" y="35816"/>
                  </a:lnTo>
                  <a:lnTo>
                    <a:pt x="7491050" y="47217"/>
                  </a:lnTo>
                  <a:lnTo>
                    <a:pt x="7399599" y="60221"/>
                  </a:lnTo>
                  <a:lnTo>
                    <a:pt x="7312861" y="74845"/>
                  </a:lnTo>
                  <a:lnTo>
                    <a:pt x="7231969" y="91171"/>
                  </a:lnTo>
                  <a:lnTo>
                    <a:pt x="7157288" y="109345"/>
                  </a:lnTo>
                  <a:lnTo>
                    <a:pt x="7088625" y="129587"/>
                  </a:lnTo>
                  <a:lnTo>
                    <a:pt x="7025420" y="152179"/>
                  </a:lnTo>
                  <a:lnTo>
                    <a:pt x="6966895" y="177457"/>
                  </a:lnTo>
                  <a:lnTo>
                    <a:pt x="6912165" y="205787"/>
                  </a:lnTo>
                  <a:lnTo>
                    <a:pt x="6860326" y="237523"/>
                  </a:lnTo>
                  <a:lnTo>
                    <a:pt x="6810529" y="272939"/>
                  </a:lnTo>
                  <a:lnTo>
                    <a:pt x="6786527" y="291770"/>
                  </a:lnTo>
                  <a:lnTo>
                    <a:pt x="6742676" y="329055"/>
                  </a:lnTo>
                  <a:lnTo>
                    <a:pt x="6699250" y="369543"/>
                  </a:lnTo>
                  <a:lnTo>
                    <a:pt x="6655909" y="413297"/>
                  </a:lnTo>
                  <a:lnTo>
                    <a:pt x="6612401" y="460301"/>
                  </a:lnTo>
                  <a:lnTo>
                    <a:pt x="6568550" y="510459"/>
                  </a:lnTo>
                  <a:lnTo>
                    <a:pt x="6524252" y="563584"/>
                  </a:lnTo>
                  <a:lnTo>
                    <a:pt x="6479465" y="619395"/>
                  </a:lnTo>
                  <a:lnTo>
                    <a:pt x="6434204" y="677520"/>
                  </a:lnTo>
                  <a:lnTo>
                    <a:pt x="6388530" y="737505"/>
                  </a:lnTo>
                  <a:lnTo>
                    <a:pt x="6342547" y="798822"/>
                  </a:lnTo>
                  <a:lnTo>
                    <a:pt x="6296383" y="860892"/>
                  </a:lnTo>
                  <a:lnTo>
                    <a:pt x="6250185" y="923106"/>
                  </a:lnTo>
                  <a:lnTo>
                    <a:pt x="6204100" y="984846"/>
                  </a:lnTo>
                  <a:lnTo>
                    <a:pt x="6158269" y="1045517"/>
                  </a:lnTo>
                  <a:lnTo>
                    <a:pt x="6112806" y="1104565"/>
                  </a:lnTo>
                  <a:lnTo>
                    <a:pt x="6067795" y="1161500"/>
                  </a:lnTo>
                  <a:lnTo>
                    <a:pt x="6023272" y="1215909"/>
                  </a:lnTo>
                  <a:lnTo>
                    <a:pt x="5979223" y="1267470"/>
                  </a:lnTo>
                  <a:lnTo>
                    <a:pt x="5935573" y="1315953"/>
                  </a:lnTo>
                  <a:lnTo>
                    <a:pt x="5892181" y="1361218"/>
                  </a:lnTo>
                  <a:lnTo>
                    <a:pt x="5848831" y="1403216"/>
                  </a:lnTo>
                  <a:lnTo>
                    <a:pt x="5805226" y="1441973"/>
                  </a:lnTo>
                  <a:lnTo>
                    <a:pt x="5784835" y="1458852"/>
                  </a:lnTo>
                  <a:lnTo>
                    <a:pt x="5735770" y="1496126"/>
                  </a:lnTo>
                  <a:lnTo>
                    <a:pt x="5685036" y="1529650"/>
                  </a:lnTo>
                  <a:lnTo>
                    <a:pt x="5631842" y="1559616"/>
                  </a:lnTo>
                  <a:lnTo>
                    <a:pt x="5575299" y="1586350"/>
                  </a:lnTo>
                  <a:lnTo>
                    <a:pt x="5514505" y="1610221"/>
                  </a:lnTo>
                  <a:lnTo>
                    <a:pt x="5448617" y="1631582"/>
                  </a:lnTo>
                  <a:lnTo>
                    <a:pt x="5376952" y="1650743"/>
                  </a:lnTo>
                  <a:lnTo>
                    <a:pt x="5299112" y="1667956"/>
                  </a:lnTo>
                  <a:lnTo>
                    <a:pt x="5215165" y="1683404"/>
                  </a:lnTo>
                  <a:lnTo>
                    <a:pt x="5125837" y="1697200"/>
                  </a:lnTo>
                  <a:lnTo>
                    <a:pt x="5032725" y="1709392"/>
                  </a:lnTo>
                  <a:lnTo>
                    <a:pt x="4938422" y="1719972"/>
                  </a:lnTo>
                  <a:lnTo>
                    <a:pt x="4846489" y="1728904"/>
                  </a:lnTo>
                  <a:lnTo>
                    <a:pt x="4761156" y="1736156"/>
                  </a:lnTo>
                  <a:lnTo>
                    <a:pt x="4686717" y="1741738"/>
                  </a:lnTo>
                  <a:lnTo>
                    <a:pt x="4626717" y="1745739"/>
                  </a:lnTo>
                  <a:lnTo>
                    <a:pt x="4583135" y="1748339"/>
                  </a:lnTo>
                  <a:lnTo>
                    <a:pt x="4555845" y="1749802"/>
                  </a:lnTo>
                  <a:lnTo>
                    <a:pt x="4542487" y="1750449"/>
                  </a:lnTo>
                  <a:lnTo>
                    <a:pt x="4538693" y="1750616"/>
                  </a:lnTo>
                  <a:lnTo>
                    <a:pt x="4538543" y="1750623"/>
                  </a:lnTo>
                  <a:lnTo>
                    <a:pt x="4016409" y="1750623"/>
                  </a:lnTo>
                  <a:lnTo>
                    <a:pt x="4015140" y="1750626"/>
                  </a:lnTo>
                  <a:lnTo>
                    <a:pt x="4006840" y="1750649"/>
                  </a:lnTo>
                  <a:lnTo>
                    <a:pt x="3986090" y="1750714"/>
                  </a:lnTo>
                  <a:lnTo>
                    <a:pt x="3949435" y="1750842"/>
                  </a:lnTo>
                  <a:lnTo>
                    <a:pt x="3895698" y="1751051"/>
                  </a:lnTo>
                  <a:lnTo>
                    <a:pt x="3826034" y="1751356"/>
                  </a:lnTo>
                  <a:lnTo>
                    <a:pt x="3743540" y="1751764"/>
                  </a:lnTo>
                  <a:lnTo>
                    <a:pt x="3652475" y="1752278"/>
                  </a:lnTo>
                  <a:lnTo>
                    <a:pt x="3557354" y="1752897"/>
                  </a:lnTo>
                  <a:lnTo>
                    <a:pt x="3462198" y="1753617"/>
                  </a:lnTo>
                  <a:lnTo>
                    <a:pt x="3370093" y="1754439"/>
                  </a:lnTo>
                  <a:lnTo>
                    <a:pt x="3283054" y="1755363"/>
                  </a:lnTo>
                  <a:lnTo>
                    <a:pt x="3202125" y="1756396"/>
                  </a:lnTo>
                  <a:lnTo>
                    <a:pt x="3127574" y="1757547"/>
                  </a:lnTo>
                  <a:lnTo>
                    <a:pt x="3059118" y="1758831"/>
                  </a:lnTo>
                  <a:lnTo>
                    <a:pt x="2996120" y="1760267"/>
                  </a:lnTo>
                  <a:lnTo>
                    <a:pt x="2937738" y="1761877"/>
                  </a:lnTo>
                  <a:lnTo>
                    <a:pt x="2883042" y="1763684"/>
                  </a:lnTo>
                  <a:lnTo>
                    <a:pt x="2831097" y="1765710"/>
                  </a:lnTo>
                  <a:lnTo>
                    <a:pt x="2781047" y="1767971"/>
                  </a:lnTo>
                  <a:lnTo>
                    <a:pt x="2770117" y="1768505"/>
                  </a:lnTo>
                  <a:lnTo>
                    <a:pt x="2715926" y="1771362"/>
                  </a:lnTo>
                  <a:lnTo>
                    <a:pt x="2662257" y="1774521"/>
                  </a:lnTo>
                  <a:lnTo>
                    <a:pt x="2608523" y="1777987"/>
                  </a:lnTo>
                  <a:lnTo>
                    <a:pt x="2554335" y="1781751"/>
                  </a:lnTo>
                  <a:lnTo>
                    <a:pt x="2499473" y="1785795"/>
                  </a:lnTo>
                  <a:lnTo>
                    <a:pt x="2443863" y="1790085"/>
                  </a:lnTo>
                  <a:lnTo>
                    <a:pt x="2387562" y="1794574"/>
                  </a:lnTo>
                  <a:lnTo>
                    <a:pt x="2330730" y="1799205"/>
                  </a:lnTo>
                  <a:lnTo>
                    <a:pt x="2273602" y="1803913"/>
                  </a:lnTo>
                  <a:lnTo>
                    <a:pt x="2216453" y="1808626"/>
                  </a:lnTo>
                  <a:lnTo>
                    <a:pt x="2159560" y="1813273"/>
                  </a:lnTo>
                  <a:lnTo>
                    <a:pt x="2103166" y="1817788"/>
                  </a:lnTo>
                  <a:lnTo>
                    <a:pt x="2047445" y="1822111"/>
                  </a:lnTo>
                  <a:lnTo>
                    <a:pt x="1992471" y="1826195"/>
                  </a:lnTo>
                  <a:lnTo>
                    <a:pt x="1938191" y="1830003"/>
                  </a:lnTo>
                  <a:lnTo>
                    <a:pt x="1884409" y="1833515"/>
                  </a:lnTo>
                  <a:lnTo>
                    <a:pt x="1830762" y="1836721"/>
                  </a:lnTo>
                  <a:lnTo>
                    <a:pt x="1776697" y="1839622"/>
                  </a:lnTo>
                  <a:lnTo>
                    <a:pt x="1768425" y="1840036"/>
                  </a:lnTo>
                  <a:lnTo>
                    <a:pt x="1718694" y="1842350"/>
                  </a:lnTo>
                  <a:lnTo>
                    <a:pt x="1667239" y="1844427"/>
                  </a:lnTo>
                  <a:lnTo>
                    <a:pt x="1613233" y="1846281"/>
                  </a:lnTo>
                  <a:lnTo>
                    <a:pt x="1555752" y="1847933"/>
                  </a:lnTo>
                  <a:lnTo>
                    <a:pt x="1493856" y="1849406"/>
                  </a:lnTo>
                  <a:lnTo>
                    <a:pt x="1426676" y="1850722"/>
                  </a:lnTo>
                  <a:lnTo>
                    <a:pt x="1353518" y="1851901"/>
                  </a:lnTo>
                  <a:lnTo>
                    <a:pt x="1274004" y="1852958"/>
                  </a:lnTo>
                  <a:lnTo>
                    <a:pt x="1188263" y="1853906"/>
                  </a:lnTo>
                  <a:lnTo>
                    <a:pt x="1097145" y="1854750"/>
                  </a:lnTo>
                  <a:lnTo>
                    <a:pt x="1002438" y="1855493"/>
                  </a:lnTo>
                  <a:lnTo>
                    <a:pt x="906990" y="1856135"/>
                  </a:lnTo>
                  <a:lnTo>
                    <a:pt x="814642" y="1856672"/>
                  </a:lnTo>
                  <a:lnTo>
                    <a:pt x="729854" y="1857104"/>
                  </a:lnTo>
                  <a:lnTo>
                    <a:pt x="657020" y="1857431"/>
                  </a:lnTo>
                  <a:lnTo>
                    <a:pt x="599568" y="1857660"/>
                  </a:lnTo>
                  <a:lnTo>
                    <a:pt x="559138" y="1857805"/>
                  </a:lnTo>
                  <a:lnTo>
                    <a:pt x="535080" y="1857882"/>
                  </a:lnTo>
                  <a:lnTo>
                    <a:pt x="524420" y="1857913"/>
                  </a:lnTo>
                  <a:lnTo>
                    <a:pt x="522147" y="1857919"/>
                  </a:lnTo>
                  <a:lnTo>
                    <a:pt x="522133" y="1857919"/>
                  </a:lnTo>
                  <a:lnTo>
                    <a:pt x="0" y="1857919"/>
                  </a:lnTo>
                  <a:lnTo>
                    <a:pt x="0" y="1857919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022" name="pg1022"/>
            <p:cNvSpPr/>
            <p:nvPr/>
          </p:nvSpPr>
          <p:spPr>
            <a:xfrm>
              <a:off x="386606" y="2399687"/>
              <a:ext cx="8554953" cy="1394851"/>
            </a:xfrm>
            <a:custGeom>
              <a:avLst/>
              <a:pathLst>
                <a:path w="8554953" h="1394851">
                  <a:moveTo>
                    <a:pt x="0" y="1394851"/>
                  </a:moveTo>
                  <a:lnTo>
                    <a:pt x="522133" y="1394851"/>
                  </a:lnTo>
                  <a:lnTo>
                    <a:pt x="523403" y="1394848"/>
                  </a:lnTo>
                  <a:lnTo>
                    <a:pt x="531703" y="1394825"/>
                  </a:lnTo>
                  <a:lnTo>
                    <a:pt x="552452" y="1394764"/>
                  </a:lnTo>
                  <a:lnTo>
                    <a:pt x="589108" y="1394643"/>
                  </a:lnTo>
                  <a:lnTo>
                    <a:pt x="642846" y="1394445"/>
                  </a:lnTo>
                  <a:lnTo>
                    <a:pt x="712511" y="1394156"/>
                  </a:lnTo>
                  <a:lnTo>
                    <a:pt x="795005" y="1393769"/>
                  </a:lnTo>
                  <a:lnTo>
                    <a:pt x="886071" y="1393282"/>
                  </a:lnTo>
                  <a:lnTo>
                    <a:pt x="981193" y="1392696"/>
                  </a:lnTo>
                  <a:lnTo>
                    <a:pt x="1076349" y="1392013"/>
                  </a:lnTo>
                  <a:lnTo>
                    <a:pt x="1168454" y="1391235"/>
                  </a:lnTo>
                  <a:lnTo>
                    <a:pt x="1255493" y="1390359"/>
                  </a:lnTo>
                  <a:lnTo>
                    <a:pt x="1336422" y="1389381"/>
                  </a:lnTo>
                  <a:lnTo>
                    <a:pt x="1410974" y="1388291"/>
                  </a:lnTo>
                  <a:lnTo>
                    <a:pt x="1479429" y="1387075"/>
                  </a:lnTo>
                  <a:lnTo>
                    <a:pt x="1542428" y="1385714"/>
                  </a:lnTo>
                  <a:lnTo>
                    <a:pt x="1600809" y="1384189"/>
                  </a:lnTo>
                  <a:lnTo>
                    <a:pt x="1655505" y="1382477"/>
                  </a:lnTo>
                  <a:lnTo>
                    <a:pt x="1707450" y="1380557"/>
                  </a:lnTo>
                  <a:lnTo>
                    <a:pt x="1757500" y="1378415"/>
                  </a:lnTo>
                  <a:lnTo>
                    <a:pt x="1768425" y="1377909"/>
                  </a:lnTo>
                  <a:lnTo>
                    <a:pt x="1822623" y="1375203"/>
                  </a:lnTo>
                  <a:lnTo>
                    <a:pt x="1876299" y="1372209"/>
                  </a:lnTo>
                  <a:lnTo>
                    <a:pt x="1930040" y="1368926"/>
                  </a:lnTo>
                  <a:lnTo>
                    <a:pt x="1984235" y="1365359"/>
                  </a:lnTo>
                  <a:lnTo>
                    <a:pt x="2039105" y="1361527"/>
                  </a:lnTo>
                  <a:lnTo>
                    <a:pt x="2094723" y="1357462"/>
                  </a:lnTo>
                  <a:lnTo>
                    <a:pt x="2151031" y="1353209"/>
                  </a:lnTo>
                  <a:lnTo>
                    <a:pt x="2207871" y="1348820"/>
                  </a:lnTo>
                  <a:lnTo>
                    <a:pt x="2265007" y="1344360"/>
                  </a:lnTo>
                  <a:lnTo>
                    <a:pt x="2322164" y="1339894"/>
                  </a:lnTo>
                  <a:lnTo>
                    <a:pt x="2379064" y="1335491"/>
                  </a:lnTo>
                  <a:lnTo>
                    <a:pt x="2435464" y="1331214"/>
                  </a:lnTo>
                  <a:lnTo>
                    <a:pt x="2491191" y="1327118"/>
                  </a:lnTo>
                  <a:lnTo>
                    <a:pt x="2546171" y="1323249"/>
                  </a:lnTo>
                  <a:lnTo>
                    <a:pt x="2600457" y="1319641"/>
                  </a:lnTo>
                  <a:lnTo>
                    <a:pt x="2654245" y="1316314"/>
                  </a:lnTo>
                  <a:lnTo>
                    <a:pt x="2707899" y="1313278"/>
                  </a:lnTo>
                  <a:lnTo>
                    <a:pt x="2761973" y="1310529"/>
                  </a:lnTo>
                  <a:lnTo>
                    <a:pt x="2770117" y="1310143"/>
                  </a:lnTo>
                  <a:lnTo>
                    <a:pt x="2819849" y="1307951"/>
                  </a:lnTo>
                  <a:lnTo>
                    <a:pt x="2871304" y="1305983"/>
                  </a:lnTo>
                  <a:lnTo>
                    <a:pt x="2925310" y="1304227"/>
                  </a:lnTo>
                  <a:lnTo>
                    <a:pt x="2982792" y="1302662"/>
                  </a:lnTo>
                  <a:lnTo>
                    <a:pt x="3044688" y="1301267"/>
                  </a:lnTo>
                  <a:lnTo>
                    <a:pt x="3111868" y="1300020"/>
                  </a:lnTo>
                  <a:lnTo>
                    <a:pt x="3185027" y="1298903"/>
                  </a:lnTo>
                  <a:lnTo>
                    <a:pt x="3264541" y="1297901"/>
                  </a:lnTo>
                  <a:lnTo>
                    <a:pt x="3350284" y="1297003"/>
                  </a:lnTo>
                  <a:lnTo>
                    <a:pt x="3441402" y="1296203"/>
                  </a:lnTo>
                  <a:lnTo>
                    <a:pt x="3536110" y="1295499"/>
                  </a:lnTo>
                  <a:lnTo>
                    <a:pt x="3631558" y="1294892"/>
                  </a:lnTo>
                  <a:lnTo>
                    <a:pt x="3723907" y="1294382"/>
                  </a:lnTo>
                  <a:lnTo>
                    <a:pt x="3808694" y="1293974"/>
                  </a:lnTo>
                  <a:lnTo>
                    <a:pt x="3881528" y="1293664"/>
                  </a:lnTo>
                  <a:lnTo>
                    <a:pt x="3938978" y="1293447"/>
                  </a:lnTo>
                  <a:lnTo>
                    <a:pt x="3979407" y="1293310"/>
                  </a:lnTo>
                  <a:lnTo>
                    <a:pt x="4003464" y="1293237"/>
                  </a:lnTo>
                  <a:lnTo>
                    <a:pt x="4014123" y="1293207"/>
                  </a:lnTo>
                  <a:lnTo>
                    <a:pt x="4016409" y="1293202"/>
                  </a:lnTo>
                  <a:lnTo>
                    <a:pt x="4538543" y="1293202"/>
                  </a:lnTo>
                  <a:lnTo>
                    <a:pt x="4539786" y="1293163"/>
                  </a:lnTo>
                  <a:lnTo>
                    <a:pt x="4547915" y="1292887"/>
                  </a:lnTo>
                  <a:lnTo>
                    <a:pt x="4568252" y="1292123"/>
                  </a:lnTo>
                  <a:lnTo>
                    <a:pt x="4604217" y="1290623"/>
                  </a:lnTo>
                  <a:lnTo>
                    <a:pt x="4657022" y="1288166"/>
                  </a:lnTo>
                  <a:lnTo>
                    <a:pt x="4725604" y="1284585"/>
                  </a:lnTo>
                  <a:lnTo>
                    <a:pt x="4806994" y="1279783"/>
                  </a:lnTo>
                  <a:lnTo>
                    <a:pt x="4897060" y="1273728"/>
                  </a:lnTo>
                  <a:lnTo>
                    <a:pt x="4991372" y="1266433"/>
                  </a:lnTo>
                  <a:lnTo>
                    <a:pt x="5085949" y="1257929"/>
                  </a:lnTo>
                  <a:lnTo>
                    <a:pt x="5177703" y="1248231"/>
                  </a:lnTo>
                  <a:lnTo>
                    <a:pt x="5264583" y="1237325"/>
                  </a:lnTo>
                  <a:lnTo>
                    <a:pt x="5345496" y="1225146"/>
                  </a:lnTo>
                  <a:lnTo>
                    <a:pt x="5420121" y="1211580"/>
                  </a:lnTo>
                  <a:lnTo>
                    <a:pt x="5488691" y="1196458"/>
                  </a:lnTo>
                  <a:lnTo>
                    <a:pt x="5551801" y="1179566"/>
                  </a:lnTo>
                  <a:lnTo>
                    <a:pt x="5610259" y="1160648"/>
                  </a:lnTo>
                  <a:lnTo>
                    <a:pt x="5664970" y="1139431"/>
                  </a:lnTo>
                  <a:lnTo>
                    <a:pt x="5716853" y="1115652"/>
                  </a:lnTo>
                  <a:lnTo>
                    <a:pt x="5766760" y="1089117"/>
                  </a:lnTo>
                  <a:lnTo>
                    <a:pt x="5784835" y="1078609"/>
                  </a:lnTo>
                  <a:lnTo>
                    <a:pt x="5832161" y="1048899"/>
                  </a:lnTo>
                  <a:lnTo>
                    <a:pt x="5879024" y="1016436"/>
                  </a:lnTo>
                  <a:lnTo>
                    <a:pt x="5925841" y="981171"/>
                  </a:lnTo>
                  <a:lnTo>
                    <a:pt x="5972909" y="943133"/>
                  </a:lnTo>
                  <a:lnTo>
                    <a:pt x="6020422" y="902435"/>
                  </a:lnTo>
                  <a:lnTo>
                    <a:pt x="6068484" y="859280"/>
                  </a:lnTo>
                  <a:lnTo>
                    <a:pt x="6117114" y="813966"/>
                  </a:lnTo>
                  <a:lnTo>
                    <a:pt x="6166263" y="766877"/>
                  </a:lnTo>
                  <a:lnTo>
                    <a:pt x="6215819" y="718478"/>
                  </a:lnTo>
                  <a:lnTo>
                    <a:pt x="6265631" y="669289"/>
                  </a:lnTo>
                  <a:lnTo>
                    <a:pt x="6315519" y="619870"/>
                  </a:lnTo>
                  <a:lnTo>
                    <a:pt x="6365294" y="570793"/>
                  </a:lnTo>
                  <a:lnTo>
                    <a:pt x="6414781" y="522611"/>
                  </a:lnTo>
                  <a:lnTo>
                    <a:pt x="6463835" y="475836"/>
                  </a:lnTo>
                  <a:lnTo>
                    <a:pt x="6512356" y="430918"/>
                  </a:lnTo>
                  <a:lnTo>
                    <a:pt x="6560306" y="388225"/>
                  </a:lnTo>
                  <a:lnTo>
                    <a:pt x="6607721" y="348035"/>
                  </a:lnTo>
                  <a:lnTo>
                    <a:pt x="6654721" y="310536"/>
                  </a:lnTo>
                  <a:lnTo>
                    <a:pt x="6701520" y="275821"/>
                  </a:lnTo>
                  <a:lnTo>
                    <a:pt x="6748437" y="243904"/>
                  </a:lnTo>
                  <a:lnTo>
                    <a:pt x="6786527" y="220239"/>
                  </a:lnTo>
                  <a:lnTo>
                    <a:pt x="6835894" y="192667"/>
                  </a:lnTo>
                  <a:lnTo>
                    <a:pt x="6886953" y="167887"/>
                  </a:lnTo>
                  <a:lnTo>
                    <a:pt x="6940515" y="145752"/>
                  </a:lnTo>
                  <a:lnTo>
                    <a:pt x="6997481" y="126017"/>
                  </a:lnTo>
                  <a:lnTo>
                    <a:pt x="7058773" y="108408"/>
                  </a:lnTo>
                  <a:lnTo>
                    <a:pt x="7125243" y="92660"/>
                  </a:lnTo>
                  <a:lnTo>
                    <a:pt x="7197582" y="78542"/>
                  </a:lnTo>
                  <a:lnTo>
                    <a:pt x="7276177" y="65867"/>
                  </a:lnTo>
                  <a:lnTo>
                    <a:pt x="7360936" y="54501"/>
                  </a:lnTo>
                  <a:lnTo>
                    <a:pt x="7451075" y="44361"/>
                  </a:lnTo>
                  <a:lnTo>
                    <a:pt x="7544914" y="35416"/>
                  </a:lnTo>
                  <a:lnTo>
                    <a:pt x="7639747" y="27671"/>
                  </a:lnTo>
                  <a:lnTo>
                    <a:pt x="7731885" y="21156"/>
                  </a:lnTo>
                  <a:lnTo>
                    <a:pt x="7816995" y="15892"/>
                  </a:lnTo>
                  <a:lnTo>
                    <a:pt x="7890732" y="11867"/>
                  </a:lnTo>
                  <a:lnTo>
                    <a:pt x="7949600" y="9011"/>
                  </a:lnTo>
                  <a:lnTo>
                    <a:pt x="7991765" y="7181"/>
                  </a:lnTo>
                  <a:lnTo>
                    <a:pt x="8017586" y="6173"/>
                  </a:lnTo>
                  <a:lnTo>
                    <a:pt x="8029697" y="5747"/>
                  </a:lnTo>
                  <a:lnTo>
                    <a:pt x="8032819" y="5647"/>
                  </a:lnTo>
                  <a:lnTo>
                    <a:pt x="8554953" y="5647"/>
                  </a:lnTo>
                  <a:lnTo>
                    <a:pt x="8554953" y="0"/>
                  </a:lnTo>
                  <a:lnTo>
                    <a:pt x="8032819" y="0"/>
                  </a:lnTo>
                  <a:lnTo>
                    <a:pt x="8031576" y="38"/>
                  </a:lnTo>
                  <a:lnTo>
                    <a:pt x="8023447" y="314"/>
                  </a:lnTo>
                  <a:lnTo>
                    <a:pt x="8003110" y="1078"/>
                  </a:lnTo>
                  <a:lnTo>
                    <a:pt x="7967145" y="2578"/>
                  </a:lnTo>
                  <a:lnTo>
                    <a:pt x="7914340" y="5035"/>
                  </a:lnTo>
                  <a:lnTo>
                    <a:pt x="7845758" y="8616"/>
                  </a:lnTo>
                  <a:lnTo>
                    <a:pt x="7764367" y="13419"/>
                  </a:lnTo>
                  <a:lnTo>
                    <a:pt x="7674302" y="19474"/>
                  </a:lnTo>
                  <a:lnTo>
                    <a:pt x="7579990" y="26768"/>
                  </a:lnTo>
                  <a:lnTo>
                    <a:pt x="7485413" y="35273"/>
                  </a:lnTo>
                  <a:lnTo>
                    <a:pt x="7393659" y="44970"/>
                  </a:lnTo>
                  <a:lnTo>
                    <a:pt x="7306779" y="55876"/>
                  </a:lnTo>
                  <a:lnTo>
                    <a:pt x="7225866" y="68055"/>
                  </a:lnTo>
                  <a:lnTo>
                    <a:pt x="7151241" y="81621"/>
                  </a:lnTo>
                  <a:lnTo>
                    <a:pt x="7082671" y="96743"/>
                  </a:lnTo>
                  <a:lnTo>
                    <a:pt x="7019561" y="113635"/>
                  </a:lnTo>
                  <a:lnTo>
                    <a:pt x="6961103" y="132553"/>
                  </a:lnTo>
                  <a:lnTo>
                    <a:pt x="6906391" y="153770"/>
                  </a:lnTo>
                  <a:lnTo>
                    <a:pt x="6854509" y="177550"/>
                  </a:lnTo>
                  <a:lnTo>
                    <a:pt x="6804602" y="204084"/>
                  </a:lnTo>
                  <a:lnTo>
                    <a:pt x="6786527" y="214592"/>
                  </a:lnTo>
                  <a:lnTo>
                    <a:pt x="6739201" y="244302"/>
                  </a:lnTo>
                  <a:lnTo>
                    <a:pt x="6692338" y="276766"/>
                  </a:lnTo>
                  <a:lnTo>
                    <a:pt x="6645521" y="312030"/>
                  </a:lnTo>
                  <a:lnTo>
                    <a:pt x="6598453" y="350068"/>
                  </a:lnTo>
                  <a:lnTo>
                    <a:pt x="6550940" y="390766"/>
                  </a:lnTo>
                  <a:lnTo>
                    <a:pt x="6502878" y="433921"/>
                  </a:lnTo>
                  <a:lnTo>
                    <a:pt x="6454248" y="479235"/>
                  </a:lnTo>
                  <a:lnTo>
                    <a:pt x="6405099" y="526324"/>
                  </a:lnTo>
                  <a:lnTo>
                    <a:pt x="6355543" y="574724"/>
                  </a:lnTo>
                  <a:lnTo>
                    <a:pt x="6305731" y="623913"/>
                  </a:lnTo>
                  <a:lnTo>
                    <a:pt x="6255843" y="673331"/>
                  </a:lnTo>
                  <a:lnTo>
                    <a:pt x="6206068" y="722409"/>
                  </a:lnTo>
                  <a:lnTo>
                    <a:pt x="6156581" y="770591"/>
                  </a:lnTo>
                  <a:lnTo>
                    <a:pt x="6107527" y="817365"/>
                  </a:lnTo>
                  <a:lnTo>
                    <a:pt x="6059006" y="862283"/>
                  </a:lnTo>
                  <a:lnTo>
                    <a:pt x="6011056" y="904976"/>
                  </a:lnTo>
                  <a:lnTo>
                    <a:pt x="5963641" y="945166"/>
                  </a:lnTo>
                  <a:lnTo>
                    <a:pt x="5916641" y="982666"/>
                  </a:lnTo>
                  <a:lnTo>
                    <a:pt x="5869842" y="1017380"/>
                  </a:lnTo>
                  <a:lnTo>
                    <a:pt x="5822925" y="1049297"/>
                  </a:lnTo>
                  <a:lnTo>
                    <a:pt x="5784835" y="1072962"/>
                  </a:lnTo>
                  <a:lnTo>
                    <a:pt x="5735468" y="1100534"/>
                  </a:lnTo>
                  <a:lnTo>
                    <a:pt x="5684409" y="1125315"/>
                  </a:lnTo>
                  <a:lnTo>
                    <a:pt x="5630847" y="1147450"/>
                  </a:lnTo>
                  <a:lnTo>
                    <a:pt x="5573881" y="1167184"/>
                  </a:lnTo>
                  <a:lnTo>
                    <a:pt x="5512589" y="1184793"/>
                  </a:lnTo>
                  <a:lnTo>
                    <a:pt x="5446119" y="1200541"/>
                  </a:lnTo>
                  <a:lnTo>
                    <a:pt x="5373780" y="1214659"/>
                  </a:lnTo>
                  <a:lnTo>
                    <a:pt x="5295185" y="1227334"/>
                  </a:lnTo>
                  <a:lnTo>
                    <a:pt x="5210426" y="1238700"/>
                  </a:lnTo>
                  <a:lnTo>
                    <a:pt x="5120287" y="1248840"/>
                  </a:lnTo>
                  <a:lnTo>
                    <a:pt x="5026447" y="1257785"/>
                  </a:lnTo>
                  <a:lnTo>
                    <a:pt x="4931615" y="1265530"/>
                  </a:lnTo>
                  <a:lnTo>
                    <a:pt x="4839477" y="1272046"/>
                  </a:lnTo>
                  <a:lnTo>
                    <a:pt x="4754367" y="1277310"/>
                  </a:lnTo>
                  <a:lnTo>
                    <a:pt x="4680630" y="1281334"/>
                  </a:lnTo>
                  <a:lnTo>
                    <a:pt x="4621762" y="1284191"/>
                  </a:lnTo>
                  <a:lnTo>
                    <a:pt x="4579597" y="1286021"/>
                  </a:lnTo>
                  <a:lnTo>
                    <a:pt x="4553776" y="1287028"/>
                  </a:lnTo>
                  <a:lnTo>
                    <a:pt x="4541665" y="1287455"/>
                  </a:lnTo>
                  <a:lnTo>
                    <a:pt x="4538543" y="1287555"/>
                  </a:lnTo>
                  <a:lnTo>
                    <a:pt x="4016409" y="1287555"/>
                  </a:lnTo>
                  <a:lnTo>
                    <a:pt x="4015140" y="1287558"/>
                  </a:lnTo>
                  <a:lnTo>
                    <a:pt x="4006840" y="1287580"/>
                  </a:lnTo>
                  <a:lnTo>
                    <a:pt x="3986090" y="1287642"/>
                  </a:lnTo>
                  <a:lnTo>
                    <a:pt x="3949434" y="1287763"/>
                  </a:lnTo>
                  <a:lnTo>
                    <a:pt x="3895696" y="1287961"/>
                  </a:lnTo>
                  <a:lnTo>
                    <a:pt x="3826032" y="1288249"/>
                  </a:lnTo>
                  <a:lnTo>
                    <a:pt x="3743537" y="1288636"/>
                  </a:lnTo>
                  <a:lnTo>
                    <a:pt x="3652471" y="1289123"/>
                  </a:lnTo>
                  <a:lnTo>
                    <a:pt x="3557349" y="1289709"/>
                  </a:lnTo>
                  <a:lnTo>
                    <a:pt x="3462193" y="1290392"/>
                  </a:lnTo>
                  <a:lnTo>
                    <a:pt x="3370088" y="1291170"/>
                  </a:lnTo>
                  <a:lnTo>
                    <a:pt x="3283049" y="1292046"/>
                  </a:lnTo>
                  <a:lnTo>
                    <a:pt x="3202120" y="1293024"/>
                  </a:lnTo>
                  <a:lnTo>
                    <a:pt x="3127568" y="1294114"/>
                  </a:lnTo>
                  <a:lnTo>
                    <a:pt x="3059113" y="1295331"/>
                  </a:lnTo>
                  <a:lnTo>
                    <a:pt x="2996115" y="1296691"/>
                  </a:lnTo>
                  <a:lnTo>
                    <a:pt x="2937733" y="1298216"/>
                  </a:lnTo>
                  <a:lnTo>
                    <a:pt x="2883037" y="1299929"/>
                  </a:lnTo>
                  <a:lnTo>
                    <a:pt x="2831092" y="1301848"/>
                  </a:lnTo>
                  <a:lnTo>
                    <a:pt x="2781042" y="1303990"/>
                  </a:lnTo>
                  <a:lnTo>
                    <a:pt x="2770117" y="1304496"/>
                  </a:lnTo>
                  <a:lnTo>
                    <a:pt x="2715919" y="1307203"/>
                  </a:lnTo>
                  <a:lnTo>
                    <a:pt x="2662243" y="1310196"/>
                  </a:lnTo>
                  <a:lnTo>
                    <a:pt x="2608502" y="1313480"/>
                  </a:lnTo>
                  <a:lnTo>
                    <a:pt x="2554307" y="1317047"/>
                  </a:lnTo>
                  <a:lnTo>
                    <a:pt x="2499437" y="1320878"/>
                  </a:lnTo>
                  <a:lnTo>
                    <a:pt x="2443819" y="1324943"/>
                  </a:lnTo>
                  <a:lnTo>
                    <a:pt x="2387511" y="1329197"/>
                  </a:lnTo>
                  <a:lnTo>
                    <a:pt x="2330671" y="1333585"/>
                  </a:lnTo>
                  <a:lnTo>
                    <a:pt x="2273535" y="1338045"/>
                  </a:lnTo>
                  <a:lnTo>
                    <a:pt x="2216379" y="1342511"/>
                  </a:lnTo>
                  <a:lnTo>
                    <a:pt x="2159479" y="1346914"/>
                  </a:lnTo>
                  <a:lnTo>
                    <a:pt x="2103078" y="1351192"/>
                  </a:lnTo>
                  <a:lnTo>
                    <a:pt x="2047352" y="1355288"/>
                  </a:lnTo>
                  <a:lnTo>
                    <a:pt x="1992371" y="1359156"/>
                  </a:lnTo>
                  <a:lnTo>
                    <a:pt x="1938086" y="1362764"/>
                  </a:lnTo>
                  <a:lnTo>
                    <a:pt x="1884298" y="1366091"/>
                  </a:lnTo>
                  <a:lnTo>
                    <a:pt x="1830644" y="1369127"/>
                  </a:lnTo>
                  <a:lnTo>
                    <a:pt x="1776569" y="1371876"/>
                  </a:lnTo>
                  <a:lnTo>
                    <a:pt x="1768425" y="1372262"/>
                  </a:lnTo>
                  <a:lnTo>
                    <a:pt x="1718693" y="1374454"/>
                  </a:lnTo>
                  <a:lnTo>
                    <a:pt x="1667239" y="1376422"/>
                  </a:lnTo>
                  <a:lnTo>
                    <a:pt x="1613232" y="1378179"/>
                  </a:lnTo>
                  <a:lnTo>
                    <a:pt x="1555750" y="1379743"/>
                  </a:lnTo>
                  <a:lnTo>
                    <a:pt x="1493854" y="1381139"/>
                  </a:lnTo>
                  <a:lnTo>
                    <a:pt x="1426674" y="1382385"/>
                  </a:lnTo>
                  <a:lnTo>
                    <a:pt x="1353515" y="1383502"/>
                  </a:lnTo>
                  <a:lnTo>
                    <a:pt x="1274001" y="1384504"/>
                  </a:lnTo>
                  <a:lnTo>
                    <a:pt x="1188259" y="1385402"/>
                  </a:lnTo>
                  <a:lnTo>
                    <a:pt x="1097140" y="1386202"/>
                  </a:lnTo>
                  <a:lnTo>
                    <a:pt x="1002432" y="1386906"/>
                  </a:lnTo>
                  <a:lnTo>
                    <a:pt x="906984" y="1387514"/>
                  </a:lnTo>
                  <a:lnTo>
                    <a:pt x="814636" y="1388023"/>
                  </a:lnTo>
                  <a:lnTo>
                    <a:pt x="729848" y="1388432"/>
                  </a:lnTo>
                  <a:lnTo>
                    <a:pt x="657014" y="1388741"/>
                  </a:lnTo>
                  <a:lnTo>
                    <a:pt x="599564" y="1388959"/>
                  </a:lnTo>
                  <a:lnTo>
                    <a:pt x="559135" y="1389095"/>
                  </a:lnTo>
                  <a:lnTo>
                    <a:pt x="535078" y="1389169"/>
                  </a:lnTo>
                  <a:lnTo>
                    <a:pt x="524419" y="1389198"/>
                  </a:lnTo>
                  <a:lnTo>
                    <a:pt x="522133" y="1389204"/>
                  </a:lnTo>
                  <a:lnTo>
                    <a:pt x="0" y="1389204"/>
                  </a:lnTo>
                  <a:close/>
                </a:path>
              </a:pathLst>
            </a:custGeom>
            <a:solidFill>
              <a:srgbClr val="F28E5B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1023" name="pl1023"/>
            <p:cNvSpPr/>
            <p:nvPr/>
          </p:nvSpPr>
          <p:spPr>
            <a:xfrm>
              <a:off x="386606" y="2405334"/>
              <a:ext cx="8554953" cy="1389204"/>
            </a:xfrm>
            <a:custGeom>
              <a:avLst/>
              <a:pathLst>
                <a:path w="8554953" h="1389204">
                  <a:moveTo>
                    <a:pt x="0" y="1389204"/>
                  </a:moveTo>
                  <a:lnTo>
                    <a:pt x="522133" y="1389204"/>
                  </a:lnTo>
                  <a:lnTo>
                    <a:pt x="523403" y="1389200"/>
                  </a:lnTo>
                  <a:lnTo>
                    <a:pt x="531703" y="1389178"/>
                  </a:lnTo>
                  <a:lnTo>
                    <a:pt x="552452" y="1389117"/>
                  </a:lnTo>
                  <a:lnTo>
                    <a:pt x="589108" y="1388996"/>
                  </a:lnTo>
                  <a:lnTo>
                    <a:pt x="642846" y="1388797"/>
                  </a:lnTo>
                  <a:lnTo>
                    <a:pt x="712511" y="1388509"/>
                  </a:lnTo>
                  <a:lnTo>
                    <a:pt x="795005" y="1388122"/>
                  </a:lnTo>
                  <a:lnTo>
                    <a:pt x="886071" y="1387635"/>
                  </a:lnTo>
                  <a:lnTo>
                    <a:pt x="981193" y="1387049"/>
                  </a:lnTo>
                  <a:lnTo>
                    <a:pt x="1076349" y="1386366"/>
                  </a:lnTo>
                  <a:lnTo>
                    <a:pt x="1168454" y="1385588"/>
                  </a:lnTo>
                  <a:lnTo>
                    <a:pt x="1255493" y="1384712"/>
                  </a:lnTo>
                  <a:lnTo>
                    <a:pt x="1336422" y="1383734"/>
                  </a:lnTo>
                  <a:lnTo>
                    <a:pt x="1410974" y="1382644"/>
                  </a:lnTo>
                  <a:lnTo>
                    <a:pt x="1479429" y="1381427"/>
                  </a:lnTo>
                  <a:lnTo>
                    <a:pt x="1542428" y="1380067"/>
                  </a:lnTo>
                  <a:lnTo>
                    <a:pt x="1600809" y="1378542"/>
                  </a:lnTo>
                  <a:lnTo>
                    <a:pt x="1655505" y="1376830"/>
                  </a:lnTo>
                  <a:lnTo>
                    <a:pt x="1707450" y="1374910"/>
                  </a:lnTo>
                  <a:lnTo>
                    <a:pt x="1757500" y="1372768"/>
                  </a:lnTo>
                  <a:lnTo>
                    <a:pt x="1768425" y="1372262"/>
                  </a:lnTo>
                  <a:lnTo>
                    <a:pt x="1822623" y="1369555"/>
                  </a:lnTo>
                  <a:lnTo>
                    <a:pt x="1876299" y="1366562"/>
                  </a:lnTo>
                  <a:lnTo>
                    <a:pt x="1930040" y="1363278"/>
                  </a:lnTo>
                  <a:lnTo>
                    <a:pt x="1984235" y="1359711"/>
                  </a:lnTo>
                  <a:lnTo>
                    <a:pt x="2039105" y="1355880"/>
                  </a:lnTo>
                  <a:lnTo>
                    <a:pt x="2094723" y="1351815"/>
                  </a:lnTo>
                  <a:lnTo>
                    <a:pt x="2151031" y="1347562"/>
                  </a:lnTo>
                  <a:lnTo>
                    <a:pt x="2207871" y="1343173"/>
                  </a:lnTo>
                  <a:lnTo>
                    <a:pt x="2265007" y="1338713"/>
                  </a:lnTo>
                  <a:lnTo>
                    <a:pt x="2322164" y="1334247"/>
                  </a:lnTo>
                  <a:lnTo>
                    <a:pt x="2379064" y="1329844"/>
                  </a:lnTo>
                  <a:lnTo>
                    <a:pt x="2435464" y="1325566"/>
                  </a:lnTo>
                  <a:lnTo>
                    <a:pt x="2491191" y="1321471"/>
                  </a:lnTo>
                  <a:lnTo>
                    <a:pt x="2546171" y="1317602"/>
                  </a:lnTo>
                  <a:lnTo>
                    <a:pt x="2600457" y="1313994"/>
                  </a:lnTo>
                  <a:lnTo>
                    <a:pt x="2654245" y="1310667"/>
                  </a:lnTo>
                  <a:lnTo>
                    <a:pt x="2707899" y="1307631"/>
                  </a:lnTo>
                  <a:lnTo>
                    <a:pt x="2761973" y="1304882"/>
                  </a:lnTo>
                  <a:lnTo>
                    <a:pt x="2770117" y="1304496"/>
                  </a:lnTo>
                  <a:lnTo>
                    <a:pt x="2819849" y="1302304"/>
                  </a:lnTo>
                  <a:lnTo>
                    <a:pt x="2871304" y="1300336"/>
                  </a:lnTo>
                  <a:lnTo>
                    <a:pt x="2925310" y="1298579"/>
                  </a:lnTo>
                  <a:lnTo>
                    <a:pt x="2982792" y="1297015"/>
                  </a:lnTo>
                  <a:lnTo>
                    <a:pt x="3044688" y="1295620"/>
                  </a:lnTo>
                  <a:lnTo>
                    <a:pt x="3111868" y="1294373"/>
                  </a:lnTo>
                  <a:lnTo>
                    <a:pt x="3185027" y="1293256"/>
                  </a:lnTo>
                  <a:lnTo>
                    <a:pt x="3264541" y="1292254"/>
                  </a:lnTo>
                  <a:lnTo>
                    <a:pt x="3350284" y="1291356"/>
                  </a:lnTo>
                  <a:lnTo>
                    <a:pt x="3441402" y="1290556"/>
                  </a:lnTo>
                  <a:lnTo>
                    <a:pt x="3536110" y="1289852"/>
                  </a:lnTo>
                  <a:lnTo>
                    <a:pt x="3631558" y="1289244"/>
                  </a:lnTo>
                  <a:lnTo>
                    <a:pt x="3723907" y="1288735"/>
                  </a:lnTo>
                  <a:lnTo>
                    <a:pt x="3808694" y="1288326"/>
                  </a:lnTo>
                  <a:lnTo>
                    <a:pt x="3881528" y="1288017"/>
                  </a:lnTo>
                  <a:lnTo>
                    <a:pt x="3938978" y="1287799"/>
                  </a:lnTo>
                  <a:lnTo>
                    <a:pt x="3979407" y="1287663"/>
                  </a:lnTo>
                  <a:lnTo>
                    <a:pt x="4003464" y="1287589"/>
                  </a:lnTo>
                  <a:lnTo>
                    <a:pt x="4014123" y="1287560"/>
                  </a:lnTo>
                  <a:lnTo>
                    <a:pt x="4016395" y="1287555"/>
                  </a:lnTo>
                  <a:lnTo>
                    <a:pt x="4016409" y="1287555"/>
                  </a:lnTo>
                  <a:lnTo>
                    <a:pt x="4538543" y="1287555"/>
                  </a:lnTo>
                  <a:lnTo>
                    <a:pt x="4539786" y="1287516"/>
                  </a:lnTo>
                  <a:lnTo>
                    <a:pt x="4547915" y="1287240"/>
                  </a:lnTo>
                  <a:lnTo>
                    <a:pt x="4568252" y="1286476"/>
                  </a:lnTo>
                  <a:lnTo>
                    <a:pt x="4604217" y="1284976"/>
                  </a:lnTo>
                  <a:lnTo>
                    <a:pt x="4657022" y="1282519"/>
                  </a:lnTo>
                  <a:lnTo>
                    <a:pt x="4725604" y="1278938"/>
                  </a:lnTo>
                  <a:lnTo>
                    <a:pt x="4806994" y="1274135"/>
                  </a:lnTo>
                  <a:lnTo>
                    <a:pt x="4897060" y="1268080"/>
                  </a:lnTo>
                  <a:lnTo>
                    <a:pt x="4991372" y="1260786"/>
                  </a:lnTo>
                  <a:lnTo>
                    <a:pt x="5085949" y="1252281"/>
                  </a:lnTo>
                  <a:lnTo>
                    <a:pt x="5177703" y="1242584"/>
                  </a:lnTo>
                  <a:lnTo>
                    <a:pt x="5264583" y="1231678"/>
                  </a:lnTo>
                  <a:lnTo>
                    <a:pt x="5345496" y="1219499"/>
                  </a:lnTo>
                  <a:lnTo>
                    <a:pt x="5420121" y="1205933"/>
                  </a:lnTo>
                  <a:lnTo>
                    <a:pt x="5488691" y="1190811"/>
                  </a:lnTo>
                  <a:lnTo>
                    <a:pt x="5551801" y="1173919"/>
                  </a:lnTo>
                  <a:lnTo>
                    <a:pt x="5610259" y="1155001"/>
                  </a:lnTo>
                  <a:lnTo>
                    <a:pt x="5664970" y="1133784"/>
                  </a:lnTo>
                  <a:lnTo>
                    <a:pt x="5716853" y="1110004"/>
                  </a:lnTo>
                  <a:lnTo>
                    <a:pt x="5766760" y="1083470"/>
                  </a:lnTo>
                  <a:lnTo>
                    <a:pt x="5784835" y="1072962"/>
                  </a:lnTo>
                  <a:lnTo>
                    <a:pt x="5832161" y="1043252"/>
                  </a:lnTo>
                  <a:lnTo>
                    <a:pt x="5879024" y="1010789"/>
                  </a:lnTo>
                  <a:lnTo>
                    <a:pt x="5925841" y="975524"/>
                  </a:lnTo>
                  <a:lnTo>
                    <a:pt x="5972909" y="937486"/>
                  </a:lnTo>
                  <a:lnTo>
                    <a:pt x="6020422" y="896788"/>
                  </a:lnTo>
                  <a:lnTo>
                    <a:pt x="6068484" y="853633"/>
                  </a:lnTo>
                  <a:lnTo>
                    <a:pt x="6117114" y="808319"/>
                  </a:lnTo>
                  <a:lnTo>
                    <a:pt x="6166263" y="761230"/>
                  </a:lnTo>
                  <a:lnTo>
                    <a:pt x="6215819" y="712830"/>
                  </a:lnTo>
                  <a:lnTo>
                    <a:pt x="6265631" y="663641"/>
                  </a:lnTo>
                  <a:lnTo>
                    <a:pt x="6315519" y="614223"/>
                  </a:lnTo>
                  <a:lnTo>
                    <a:pt x="6365294" y="565146"/>
                  </a:lnTo>
                  <a:lnTo>
                    <a:pt x="6414781" y="516963"/>
                  </a:lnTo>
                  <a:lnTo>
                    <a:pt x="6463835" y="470189"/>
                  </a:lnTo>
                  <a:lnTo>
                    <a:pt x="6512356" y="425271"/>
                  </a:lnTo>
                  <a:lnTo>
                    <a:pt x="6560306" y="382578"/>
                  </a:lnTo>
                  <a:lnTo>
                    <a:pt x="6607721" y="342388"/>
                  </a:lnTo>
                  <a:lnTo>
                    <a:pt x="6654721" y="304888"/>
                  </a:lnTo>
                  <a:lnTo>
                    <a:pt x="6701520" y="270174"/>
                  </a:lnTo>
                  <a:lnTo>
                    <a:pt x="6748437" y="238257"/>
                  </a:lnTo>
                  <a:lnTo>
                    <a:pt x="6786527" y="214592"/>
                  </a:lnTo>
                  <a:lnTo>
                    <a:pt x="6835894" y="187020"/>
                  </a:lnTo>
                  <a:lnTo>
                    <a:pt x="6886953" y="162239"/>
                  </a:lnTo>
                  <a:lnTo>
                    <a:pt x="6940515" y="140104"/>
                  </a:lnTo>
                  <a:lnTo>
                    <a:pt x="6997481" y="120370"/>
                  </a:lnTo>
                  <a:lnTo>
                    <a:pt x="7058773" y="102761"/>
                  </a:lnTo>
                  <a:lnTo>
                    <a:pt x="7125243" y="87013"/>
                  </a:lnTo>
                  <a:lnTo>
                    <a:pt x="7197582" y="72895"/>
                  </a:lnTo>
                  <a:lnTo>
                    <a:pt x="7276177" y="60220"/>
                  </a:lnTo>
                  <a:lnTo>
                    <a:pt x="7360936" y="48854"/>
                  </a:lnTo>
                  <a:lnTo>
                    <a:pt x="7451075" y="38714"/>
                  </a:lnTo>
                  <a:lnTo>
                    <a:pt x="7544914" y="29769"/>
                  </a:lnTo>
                  <a:lnTo>
                    <a:pt x="7639747" y="22024"/>
                  </a:lnTo>
                  <a:lnTo>
                    <a:pt x="7731885" y="15508"/>
                  </a:lnTo>
                  <a:lnTo>
                    <a:pt x="7816995" y="10244"/>
                  </a:lnTo>
                  <a:lnTo>
                    <a:pt x="7890732" y="6220"/>
                  </a:lnTo>
                  <a:lnTo>
                    <a:pt x="7949600" y="3364"/>
                  </a:lnTo>
                  <a:lnTo>
                    <a:pt x="7991765" y="1533"/>
                  </a:lnTo>
                  <a:lnTo>
                    <a:pt x="8017586" y="526"/>
                  </a:lnTo>
                  <a:lnTo>
                    <a:pt x="8029697" y="99"/>
                  </a:lnTo>
                  <a:lnTo>
                    <a:pt x="8032754" y="1"/>
                  </a:lnTo>
                  <a:lnTo>
                    <a:pt x="8032819" y="0"/>
                  </a:lnTo>
                  <a:lnTo>
                    <a:pt x="8554953" y="0"/>
                  </a:lnTo>
                  <a:lnTo>
                    <a:pt x="8554953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024" name="pl1024"/>
            <p:cNvSpPr/>
            <p:nvPr/>
          </p:nvSpPr>
          <p:spPr>
            <a:xfrm>
              <a:off x="386606" y="2399687"/>
              <a:ext cx="8554953" cy="1389204"/>
            </a:xfrm>
            <a:custGeom>
              <a:avLst/>
              <a:pathLst>
                <a:path w="8554953" h="1389204">
                  <a:moveTo>
                    <a:pt x="8554953" y="0"/>
                  </a:moveTo>
                  <a:lnTo>
                    <a:pt x="8032819" y="0"/>
                  </a:lnTo>
                  <a:lnTo>
                    <a:pt x="8031576" y="38"/>
                  </a:lnTo>
                  <a:lnTo>
                    <a:pt x="8023447" y="314"/>
                  </a:lnTo>
                  <a:lnTo>
                    <a:pt x="8003110" y="1078"/>
                  </a:lnTo>
                  <a:lnTo>
                    <a:pt x="7967145" y="2578"/>
                  </a:lnTo>
                  <a:lnTo>
                    <a:pt x="7914340" y="5035"/>
                  </a:lnTo>
                  <a:lnTo>
                    <a:pt x="7845758" y="8616"/>
                  </a:lnTo>
                  <a:lnTo>
                    <a:pt x="7764367" y="13419"/>
                  </a:lnTo>
                  <a:lnTo>
                    <a:pt x="7674302" y="19474"/>
                  </a:lnTo>
                  <a:lnTo>
                    <a:pt x="7579990" y="26768"/>
                  </a:lnTo>
                  <a:lnTo>
                    <a:pt x="7485413" y="35273"/>
                  </a:lnTo>
                  <a:lnTo>
                    <a:pt x="7393659" y="44970"/>
                  </a:lnTo>
                  <a:lnTo>
                    <a:pt x="7306779" y="55876"/>
                  </a:lnTo>
                  <a:lnTo>
                    <a:pt x="7225866" y="68055"/>
                  </a:lnTo>
                  <a:lnTo>
                    <a:pt x="7151241" y="81621"/>
                  </a:lnTo>
                  <a:lnTo>
                    <a:pt x="7082671" y="96743"/>
                  </a:lnTo>
                  <a:lnTo>
                    <a:pt x="7019561" y="113635"/>
                  </a:lnTo>
                  <a:lnTo>
                    <a:pt x="6961103" y="132553"/>
                  </a:lnTo>
                  <a:lnTo>
                    <a:pt x="6906391" y="153770"/>
                  </a:lnTo>
                  <a:lnTo>
                    <a:pt x="6854509" y="177550"/>
                  </a:lnTo>
                  <a:lnTo>
                    <a:pt x="6804602" y="204084"/>
                  </a:lnTo>
                  <a:lnTo>
                    <a:pt x="6786527" y="214592"/>
                  </a:lnTo>
                  <a:lnTo>
                    <a:pt x="6739201" y="244302"/>
                  </a:lnTo>
                  <a:lnTo>
                    <a:pt x="6692338" y="276766"/>
                  </a:lnTo>
                  <a:lnTo>
                    <a:pt x="6645521" y="312030"/>
                  </a:lnTo>
                  <a:lnTo>
                    <a:pt x="6598453" y="350068"/>
                  </a:lnTo>
                  <a:lnTo>
                    <a:pt x="6550940" y="390766"/>
                  </a:lnTo>
                  <a:lnTo>
                    <a:pt x="6502878" y="433921"/>
                  </a:lnTo>
                  <a:lnTo>
                    <a:pt x="6454248" y="479235"/>
                  </a:lnTo>
                  <a:lnTo>
                    <a:pt x="6405099" y="526324"/>
                  </a:lnTo>
                  <a:lnTo>
                    <a:pt x="6355543" y="574724"/>
                  </a:lnTo>
                  <a:lnTo>
                    <a:pt x="6305731" y="623913"/>
                  </a:lnTo>
                  <a:lnTo>
                    <a:pt x="6255843" y="673331"/>
                  </a:lnTo>
                  <a:lnTo>
                    <a:pt x="6206068" y="722409"/>
                  </a:lnTo>
                  <a:lnTo>
                    <a:pt x="6156581" y="770591"/>
                  </a:lnTo>
                  <a:lnTo>
                    <a:pt x="6107527" y="817365"/>
                  </a:lnTo>
                  <a:lnTo>
                    <a:pt x="6059006" y="862283"/>
                  </a:lnTo>
                  <a:lnTo>
                    <a:pt x="6011056" y="904976"/>
                  </a:lnTo>
                  <a:lnTo>
                    <a:pt x="5963641" y="945166"/>
                  </a:lnTo>
                  <a:lnTo>
                    <a:pt x="5916641" y="982666"/>
                  </a:lnTo>
                  <a:lnTo>
                    <a:pt x="5869842" y="1017380"/>
                  </a:lnTo>
                  <a:lnTo>
                    <a:pt x="5822925" y="1049297"/>
                  </a:lnTo>
                  <a:lnTo>
                    <a:pt x="5784835" y="1072962"/>
                  </a:lnTo>
                  <a:lnTo>
                    <a:pt x="5735468" y="1100534"/>
                  </a:lnTo>
                  <a:lnTo>
                    <a:pt x="5684409" y="1125315"/>
                  </a:lnTo>
                  <a:lnTo>
                    <a:pt x="5630847" y="1147450"/>
                  </a:lnTo>
                  <a:lnTo>
                    <a:pt x="5573881" y="1167184"/>
                  </a:lnTo>
                  <a:lnTo>
                    <a:pt x="5512589" y="1184793"/>
                  </a:lnTo>
                  <a:lnTo>
                    <a:pt x="5446119" y="1200541"/>
                  </a:lnTo>
                  <a:lnTo>
                    <a:pt x="5373780" y="1214659"/>
                  </a:lnTo>
                  <a:lnTo>
                    <a:pt x="5295185" y="1227334"/>
                  </a:lnTo>
                  <a:lnTo>
                    <a:pt x="5210426" y="1238700"/>
                  </a:lnTo>
                  <a:lnTo>
                    <a:pt x="5120287" y="1248840"/>
                  </a:lnTo>
                  <a:lnTo>
                    <a:pt x="5026447" y="1257785"/>
                  </a:lnTo>
                  <a:lnTo>
                    <a:pt x="4931615" y="1265530"/>
                  </a:lnTo>
                  <a:lnTo>
                    <a:pt x="4839477" y="1272046"/>
                  </a:lnTo>
                  <a:lnTo>
                    <a:pt x="4754367" y="1277310"/>
                  </a:lnTo>
                  <a:lnTo>
                    <a:pt x="4680630" y="1281334"/>
                  </a:lnTo>
                  <a:lnTo>
                    <a:pt x="4621762" y="1284191"/>
                  </a:lnTo>
                  <a:lnTo>
                    <a:pt x="4579597" y="1286021"/>
                  </a:lnTo>
                  <a:lnTo>
                    <a:pt x="4553776" y="1287028"/>
                  </a:lnTo>
                  <a:lnTo>
                    <a:pt x="4541665" y="1287455"/>
                  </a:lnTo>
                  <a:lnTo>
                    <a:pt x="4538608" y="1287553"/>
                  </a:lnTo>
                  <a:lnTo>
                    <a:pt x="4538543" y="1287555"/>
                  </a:lnTo>
                  <a:lnTo>
                    <a:pt x="4016409" y="1287555"/>
                  </a:lnTo>
                  <a:lnTo>
                    <a:pt x="4015140" y="1287558"/>
                  </a:lnTo>
                  <a:lnTo>
                    <a:pt x="4006840" y="1287580"/>
                  </a:lnTo>
                  <a:lnTo>
                    <a:pt x="3986090" y="1287642"/>
                  </a:lnTo>
                  <a:lnTo>
                    <a:pt x="3949434" y="1287763"/>
                  </a:lnTo>
                  <a:lnTo>
                    <a:pt x="3895696" y="1287961"/>
                  </a:lnTo>
                  <a:lnTo>
                    <a:pt x="3826032" y="1288249"/>
                  </a:lnTo>
                  <a:lnTo>
                    <a:pt x="3743537" y="1288636"/>
                  </a:lnTo>
                  <a:lnTo>
                    <a:pt x="3652471" y="1289123"/>
                  </a:lnTo>
                  <a:lnTo>
                    <a:pt x="3557349" y="1289709"/>
                  </a:lnTo>
                  <a:lnTo>
                    <a:pt x="3462193" y="1290392"/>
                  </a:lnTo>
                  <a:lnTo>
                    <a:pt x="3370088" y="1291170"/>
                  </a:lnTo>
                  <a:lnTo>
                    <a:pt x="3283049" y="1292046"/>
                  </a:lnTo>
                  <a:lnTo>
                    <a:pt x="3202120" y="1293024"/>
                  </a:lnTo>
                  <a:lnTo>
                    <a:pt x="3127568" y="1294114"/>
                  </a:lnTo>
                  <a:lnTo>
                    <a:pt x="3059113" y="1295331"/>
                  </a:lnTo>
                  <a:lnTo>
                    <a:pt x="2996115" y="1296691"/>
                  </a:lnTo>
                  <a:lnTo>
                    <a:pt x="2937733" y="1298216"/>
                  </a:lnTo>
                  <a:lnTo>
                    <a:pt x="2883037" y="1299929"/>
                  </a:lnTo>
                  <a:lnTo>
                    <a:pt x="2831092" y="1301848"/>
                  </a:lnTo>
                  <a:lnTo>
                    <a:pt x="2781042" y="1303990"/>
                  </a:lnTo>
                  <a:lnTo>
                    <a:pt x="2770117" y="1304496"/>
                  </a:lnTo>
                  <a:lnTo>
                    <a:pt x="2715919" y="1307203"/>
                  </a:lnTo>
                  <a:lnTo>
                    <a:pt x="2662243" y="1310196"/>
                  </a:lnTo>
                  <a:lnTo>
                    <a:pt x="2608502" y="1313480"/>
                  </a:lnTo>
                  <a:lnTo>
                    <a:pt x="2554307" y="1317047"/>
                  </a:lnTo>
                  <a:lnTo>
                    <a:pt x="2499437" y="1320878"/>
                  </a:lnTo>
                  <a:lnTo>
                    <a:pt x="2443819" y="1324943"/>
                  </a:lnTo>
                  <a:lnTo>
                    <a:pt x="2387511" y="1329197"/>
                  </a:lnTo>
                  <a:lnTo>
                    <a:pt x="2330671" y="1333585"/>
                  </a:lnTo>
                  <a:lnTo>
                    <a:pt x="2273535" y="1338045"/>
                  </a:lnTo>
                  <a:lnTo>
                    <a:pt x="2216379" y="1342511"/>
                  </a:lnTo>
                  <a:lnTo>
                    <a:pt x="2159479" y="1346914"/>
                  </a:lnTo>
                  <a:lnTo>
                    <a:pt x="2103078" y="1351192"/>
                  </a:lnTo>
                  <a:lnTo>
                    <a:pt x="2047352" y="1355288"/>
                  </a:lnTo>
                  <a:lnTo>
                    <a:pt x="1992371" y="1359156"/>
                  </a:lnTo>
                  <a:lnTo>
                    <a:pt x="1938086" y="1362764"/>
                  </a:lnTo>
                  <a:lnTo>
                    <a:pt x="1884298" y="1366091"/>
                  </a:lnTo>
                  <a:lnTo>
                    <a:pt x="1830644" y="1369127"/>
                  </a:lnTo>
                  <a:lnTo>
                    <a:pt x="1776569" y="1371876"/>
                  </a:lnTo>
                  <a:lnTo>
                    <a:pt x="1768425" y="1372262"/>
                  </a:lnTo>
                  <a:lnTo>
                    <a:pt x="1718693" y="1374454"/>
                  </a:lnTo>
                  <a:lnTo>
                    <a:pt x="1667239" y="1376422"/>
                  </a:lnTo>
                  <a:lnTo>
                    <a:pt x="1613232" y="1378179"/>
                  </a:lnTo>
                  <a:lnTo>
                    <a:pt x="1555750" y="1379743"/>
                  </a:lnTo>
                  <a:lnTo>
                    <a:pt x="1493854" y="1381139"/>
                  </a:lnTo>
                  <a:lnTo>
                    <a:pt x="1426674" y="1382385"/>
                  </a:lnTo>
                  <a:lnTo>
                    <a:pt x="1353515" y="1383502"/>
                  </a:lnTo>
                  <a:lnTo>
                    <a:pt x="1274001" y="1384504"/>
                  </a:lnTo>
                  <a:lnTo>
                    <a:pt x="1188259" y="1385402"/>
                  </a:lnTo>
                  <a:lnTo>
                    <a:pt x="1097140" y="1386202"/>
                  </a:lnTo>
                  <a:lnTo>
                    <a:pt x="1002432" y="1386906"/>
                  </a:lnTo>
                  <a:lnTo>
                    <a:pt x="906984" y="1387514"/>
                  </a:lnTo>
                  <a:lnTo>
                    <a:pt x="814636" y="1388023"/>
                  </a:lnTo>
                  <a:lnTo>
                    <a:pt x="729848" y="1388432"/>
                  </a:lnTo>
                  <a:lnTo>
                    <a:pt x="657014" y="1388741"/>
                  </a:lnTo>
                  <a:lnTo>
                    <a:pt x="599564" y="1388959"/>
                  </a:lnTo>
                  <a:lnTo>
                    <a:pt x="559135" y="1389095"/>
                  </a:lnTo>
                  <a:lnTo>
                    <a:pt x="535078" y="1389169"/>
                  </a:lnTo>
                  <a:lnTo>
                    <a:pt x="524419" y="1389198"/>
                  </a:lnTo>
                  <a:lnTo>
                    <a:pt x="522147" y="1389204"/>
                  </a:lnTo>
                  <a:lnTo>
                    <a:pt x="522133" y="1389204"/>
                  </a:lnTo>
                  <a:lnTo>
                    <a:pt x="0" y="1389204"/>
                  </a:lnTo>
                  <a:lnTo>
                    <a:pt x="0" y="1389204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025" name="pg1025"/>
            <p:cNvSpPr/>
            <p:nvPr/>
          </p:nvSpPr>
          <p:spPr>
            <a:xfrm>
              <a:off x="386606" y="3145113"/>
              <a:ext cx="8554953" cy="660719"/>
            </a:xfrm>
            <a:custGeom>
              <a:avLst/>
              <a:pathLst>
                <a:path w="8554953" h="660719">
                  <a:moveTo>
                    <a:pt x="0" y="660719"/>
                  </a:moveTo>
                  <a:lnTo>
                    <a:pt x="522133" y="660719"/>
                  </a:lnTo>
                  <a:lnTo>
                    <a:pt x="523403" y="660716"/>
                  </a:lnTo>
                  <a:lnTo>
                    <a:pt x="531703" y="660702"/>
                  </a:lnTo>
                  <a:lnTo>
                    <a:pt x="552455" y="660660"/>
                  </a:lnTo>
                  <a:lnTo>
                    <a:pt x="589112" y="660580"/>
                  </a:lnTo>
                  <a:lnTo>
                    <a:pt x="642854" y="660448"/>
                  </a:lnTo>
                  <a:lnTo>
                    <a:pt x="712522" y="660255"/>
                  </a:lnTo>
                  <a:lnTo>
                    <a:pt x="795021" y="659998"/>
                  </a:lnTo>
                  <a:lnTo>
                    <a:pt x="886090" y="659673"/>
                  </a:lnTo>
                  <a:lnTo>
                    <a:pt x="981215" y="659282"/>
                  </a:lnTo>
                  <a:lnTo>
                    <a:pt x="1076373" y="658827"/>
                  </a:lnTo>
                  <a:lnTo>
                    <a:pt x="1168480" y="658308"/>
                  </a:lnTo>
                  <a:lnTo>
                    <a:pt x="1255519" y="657724"/>
                  </a:lnTo>
                  <a:lnTo>
                    <a:pt x="1336448" y="657072"/>
                  </a:lnTo>
                  <a:lnTo>
                    <a:pt x="1410999" y="656345"/>
                  </a:lnTo>
                  <a:lnTo>
                    <a:pt x="1479455" y="655534"/>
                  </a:lnTo>
                  <a:lnTo>
                    <a:pt x="1542452" y="654627"/>
                  </a:lnTo>
                  <a:lnTo>
                    <a:pt x="1600834" y="653610"/>
                  </a:lnTo>
                  <a:lnTo>
                    <a:pt x="1655530" y="652469"/>
                  </a:lnTo>
                  <a:lnTo>
                    <a:pt x="1707475" y="651189"/>
                  </a:lnTo>
                  <a:lnTo>
                    <a:pt x="1757526" y="649761"/>
                  </a:lnTo>
                  <a:lnTo>
                    <a:pt x="1768425" y="649424"/>
                  </a:lnTo>
                  <a:lnTo>
                    <a:pt x="1822657" y="647619"/>
                  </a:lnTo>
                  <a:lnTo>
                    <a:pt x="1876367" y="645622"/>
                  </a:lnTo>
                  <a:lnTo>
                    <a:pt x="1930143" y="643431"/>
                  </a:lnTo>
                  <a:lnTo>
                    <a:pt x="1984373" y="641051"/>
                  </a:lnTo>
                  <a:lnTo>
                    <a:pt x="2039280" y="638494"/>
                  </a:lnTo>
                  <a:lnTo>
                    <a:pt x="2094936" y="635782"/>
                  </a:lnTo>
                  <a:lnTo>
                    <a:pt x="2151283" y="632944"/>
                  </a:lnTo>
                  <a:lnTo>
                    <a:pt x="2208160" y="630017"/>
                  </a:lnTo>
                  <a:lnTo>
                    <a:pt x="2265333" y="627041"/>
                  </a:lnTo>
                  <a:lnTo>
                    <a:pt x="2322525" y="624062"/>
                  </a:lnTo>
                  <a:lnTo>
                    <a:pt x="2379459" y="621125"/>
                  </a:lnTo>
                  <a:lnTo>
                    <a:pt x="2435890" y="618272"/>
                  </a:lnTo>
                  <a:lnTo>
                    <a:pt x="2491647" y="615541"/>
                  </a:lnTo>
                  <a:lnTo>
                    <a:pt x="2546656" y="612962"/>
                  </a:lnTo>
                  <a:lnTo>
                    <a:pt x="2600970" y="610557"/>
                  </a:lnTo>
                  <a:lnTo>
                    <a:pt x="2654789" y="608339"/>
                  </a:lnTo>
                  <a:lnTo>
                    <a:pt x="2708478" y="606316"/>
                  </a:lnTo>
                  <a:lnTo>
                    <a:pt x="2762595" y="604484"/>
                  </a:lnTo>
                  <a:lnTo>
                    <a:pt x="2770117" y="604247"/>
                  </a:lnTo>
                  <a:lnTo>
                    <a:pt x="2819850" y="602786"/>
                  </a:lnTo>
                  <a:lnTo>
                    <a:pt x="2871306" y="601473"/>
                  </a:lnTo>
                  <a:lnTo>
                    <a:pt x="2925314" y="600302"/>
                  </a:lnTo>
                  <a:lnTo>
                    <a:pt x="2982798" y="599259"/>
                  </a:lnTo>
                  <a:lnTo>
                    <a:pt x="3044696" y="598329"/>
                  </a:lnTo>
                  <a:lnTo>
                    <a:pt x="3111879" y="597498"/>
                  </a:lnTo>
                  <a:lnTo>
                    <a:pt x="3185041" y="596753"/>
                  </a:lnTo>
                  <a:lnTo>
                    <a:pt x="3264558" y="596085"/>
                  </a:lnTo>
                  <a:lnTo>
                    <a:pt x="3350304" y="595487"/>
                  </a:lnTo>
                  <a:lnTo>
                    <a:pt x="3441426" y="594954"/>
                  </a:lnTo>
                  <a:lnTo>
                    <a:pt x="3536137" y="594484"/>
                  </a:lnTo>
                  <a:lnTo>
                    <a:pt x="3631587" y="594079"/>
                  </a:lnTo>
                  <a:lnTo>
                    <a:pt x="3723936" y="593740"/>
                  </a:lnTo>
                  <a:lnTo>
                    <a:pt x="3808722" y="593467"/>
                  </a:lnTo>
                  <a:lnTo>
                    <a:pt x="3881553" y="593260"/>
                  </a:lnTo>
                  <a:lnTo>
                    <a:pt x="3938998" y="593116"/>
                  </a:lnTo>
                  <a:lnTo>
                    <a:pt x="3979421" y="593025"/>
                  </a:lnTo>
                  <a:lnTo>
                    <a:pt x="4003472" y="592976"/>
                  </a:lnTo>
                  <a:lnTo>
                    <a:pt x="4014126" y="592956"/>
                  </a:lnTo>
                  <a:lnTo>
                    <a:pt x="4016409" y="592952"/>
                  </a:lnTo>
                  <a:lnTo>
                    <a:pt x="4538543" y="592952"/>
                  </a:lnTo>
                  <a:lnTo>
                    <a:pt x="4539807" y="592935"/>
                  </a:lnTo>
                  <a:lnTo>
                    <a:pt x="4548072" y="592808"/>
                  </a:lnTo>
                  <a:lnTo>
                    <a:pt x="4568738" y="592457"/>
                  </a:lnTo>
                  <a:lnTo>
                    <a:pt x="4605254" y="591767"/>
                  </a:lnTo>
                  <a:lnTo>
                    <a:pt x="4658803" y="590638"/>
                  </a:lnTo>
                  <a:lnTo>
                    <a:pt x="4728248" y="588994"/>
                  </a:lnTo>
                  <a:lnTo>
                    <a:pt x="4810520" y="586790"/>
                  </a:lnTo>
                  <a:lnTo>
                    <a:pt x="4901385" y="584014"/>
                  </a:lnTo>
                  <a:lnTo>
                    <a:pt x="4996344" y="580672"/>
                  </a:lnTo>
                  <a:lnTo>
                    <a:pt x="5091384" y="576778"/>
                  </a:lnTo>
                  <a:lnTo>
                    <a:pt x="5183420" y="572338"/>
                  </a:lnTo>
                  <a:lnTo>
                    <a:pt x="5270428" y="567345"/>
                  </a:lnTo>
                  <a:lnTo>
                    <a:pt x="5351355" y="561768"/>
                  </a:lnTo>
                  <a:lnTo>
                    <a:pt x="5425922" y="555551"/>
                  </a:lnTo>
                  <a:lnTo>
                    <a:pt x="5494401" y="548616"/>
                  </a:lnTo>
                  <a:lnTo>
                    <a:pt x="5557421" y="540863"/>
                  </a:lnTo>
                  <a:lnTo>
                    <a:pt x="5615818" y="532172"/>
                  </a:lnTo>
                  <a:lnTo>
                    <a:pt x="5670516" y="522418"/>
                  </a:lnTo>
                  <a:lnTo>
                    <a:pt x="5722447" y="511482"/>
                  </a:lnTo>
                  <a:lnTo>
                    <a:pt x="5772468" y="499280"/>
                  </a:lnTo>
                  <a:lnTo>
                    <a:pt x="5784835" y="496009"/>
                  </a:lnTo>
                  <a:lnTo>
                    <a:pt x="5837246" y="481061"/>
                  </a:lnTo>
                  <a:lnTo>
                    <a:pt x="5889148" y="464582"/>
                  </a:lnTo>
                  <a:lnTo>
                    <a:pt x="5941081" y="446549"/>
                  </a:lnTo>
                  <a:lnTo>
                    <a:pt x="5993411" y="426993"/>
                  </a:lnTo>
                  <a:lnTo>
                    <a:pt x="6046354" y="406004"/>
                  </a:lnTo>
                  <a:lnTo>
                    <a:pt x="6099994" y="383737"/>
                  </a:lnTo>
                  <a:lnTo>
                    <a:pt x="6154299" y="360406"/>
                  </a:lnTo>
                  <a:lnTo>
                    <a:pt x="6209143" y="336282"/>
                  </a:lnTo>
                  <a:lnTo>
                    <a:pt x="6264327" y="311680"/>
                  </a:lnTo>
                  <a:lnTo>
                    <a:pt x="6319610" y="286943"/>
                  </a:lnTo>
                  <a:lnTo>
                    <a:pt x="6374737" y="262421"/>
                  </a:lnTo>
                  <a:lnTo>
                    <a:pt x="6429474" y="238451"/>
                  </a:lnTo>
                  <a:lnTo>
                    <a:pt x="6483635" y="215340"/>
                  </a:lnTo>
                  <a:lnTo>
                    <a:pt x="6537115" y="193347"/>
                  </a:lnTo>
                  <a:lnTo>
                    <a:pt x="6589907" y="172673"/>
                  </a:lnTo>
                  <a:lnTo>
                    <a:pt x="6642122" y="153458"/>
                  </a:lnTo>
                  <a:lnTo>
                    <a:pt x="6694011" y="135778"/>
                  </a:lnTo>
                  <a:lnTo>
                    <a:pt x="6745975" y="119651"/>
                  </a:lnTo>
                  <a:lnTo>
                    <a:pt x="6786527" y="108237"/>
                  </a:lnTo>
                  <a:lnTo>
                    <a:pt x="6836185" y="95712"/>
                  </a:lnTo>
                  <a:lnTo>
                    <a:pt x="6887560" y="84463"/>
                  </a:lnTo>
                  <a:lnTo>
                    <a:pt x="6941476" y="74422"/>
                  </a:lnTo>
                  <a:lnTo>
                    <a:pt x="6998854" y="65476"/>
                  </a:lnTo>
                  <a:lnTo>
                    <a:pt x="7060628" y="57499"/>
                  </a:lnTo>
                  <a:lnTo>
                    <a:pt x="7127664" y="50368"/>
                  </a:lnTo>
                  <a:lnTo>
                    <a:pt x="7200657" y="43979"/>
                  </a:lnTo>
                  <a:lnTo>
                    <a:pt x="7279985" y="38247"/>
                  </a:lnTo>
                  <a:lnTo>
                    <a:pt x="7365529" y="33111"/>
                  </a:lnTo>
                  <a:lnTo>
                    <a:pt x="7456450" y="28534"/>
                  </a:lnTo>
                  <a:lnTo>
                    <a:pt x="7550983" y="24502"/>
                  </a:lnTo>
                  <a:lnTo>
                    <a:pt x="7646309" y="21020"/>
                  </a:lnTo>
                  <a:lnTo>
                    <a:pt x="7738619" y="18101"/>
                  </a:lnTo>
                  <a:lnTo>
                    <a:pt x="7823475" y="15753"/>
                  </a:lnTo>
                  <a:lnTo>
                    <a:pt x="7896497" y="13971"/>
                  </a:lnTo>
                  <a:lnTo>
                    <a:pt x="7954237" y="12718"/>
                  </a:lnTo>
                  <a:lnTo>
                    <a:pt x="7995019" y="11927"/>
                  </a:lnTo>
                  <a:lnTo>
                    <a:pt x="8019431" y="11501"/>
                  </a:lnTo>
                  <a:lnTo>
                    <a:pt x="8030378" y="11329"/>
                  </a:lnTo>
                  <a:lnTo>
                    <a:pt x="8032819" y="11294"/>
                  </a:lnTo>
                  <a:lnTo>
                    <a:pt x="8554953" y="11294"/>
                  </a:lnTo>
                  <a:lnTo>
                    <a:pt x="8554953" y="0"/>
                  </a:lnTo>
                  <a:lnTo>
                    <a:pt x="8032819" y="0"/>
                  </a:lnTo>
                  <a:lnTo>
                    <a:pt x="8031555" y="17"/>
                  </a:lnTo>
                  <a:lnTo>
                    <a:pt x="8023290" y="144"/>
                  </a:lnTo>
                  <a:lnTo>
                    <a:pt x="8002624" y="495"/>
                  </a:lnTo>
                  <a:lnTo>
                    <a:pt x="7966108" y="1185"/>
                  </a:lnTo>
                  <a:lnTo>
                    <a:pt x="7912559" y="2314"/>
                  </a:lnTo>
                  <a:lnTo>
                    <a:pt x="7843113" y="3958"/>
                  </a:lnTo>
                  <a:lnTo>
                    <a:pt x="7760842" y="6162"/>
                  </a:lnTo>
                  <a:lnTo>
                    <a:pt x="7669977" y="8938"/>
                  </a:lnTo>
                  <a:lnTo>
                    <a:pt x="7575018" y="12280"/>
                  </a:lnTo>
                  <a:lnTo>
                    <a:pt x="7479978" y="16174"/>
                  </a:lnTo>
                  <a:lnTo>
                    <a:pt x="7387942" y="20614"/>
                  </a:lnTo>
                  <a:lnTo>
                    <a:pt x="7300934" y="25607"/>
                  </a:lnTo>
                  <a:lnTo>
                    <a:pt x="7220007" y="31184"/>
                  </a:lnTo>
                  <a:lnTo>
                    <a:pt x="7145440" y="37401"/>
                  </a:lnTo>
                  <a:lnTo>
                    <a:pt x="7076961" y="44336"/>
                  </a:lnTo>
                  <a:lnTo>
                    <a:pt x="7013941" y="52089"/>
                  </a:lnTo>
                  <a:lnTo>
                    <a:pt x="6955544" y="60780"/>
                  </a:lnTo>
                  <a:lnTo>
                    <a:pt x="6900846" y="70534"/>
                  </a:lnTo>
                  <a:lnTo>
                    <a:pt x="6848915" y="81470"/>
                  </a:lnTo>
                  <a:lnTo>
                    <a:pt x="6798894" y="93672"/>
                  </a:lnTo>
                  <a:lnTo>
                    <a:pt x="6786527" y="96943"/>
                  </a:lnTo>
                  <a:lnTo>
                    <a:pt x="6734116" y="111891"/>
                  </a:lnTo>
                  <a:lnTo>
                    <a:pt x="6682214" y="128370"/>
                  </a:lnTo>
                  <a:lnTo>
                    <a:pt x="6630281" y="146403"/>
                  </a:lnTo>
                  <a:lnTo>
                    <a:pt x="6577951" y="165959"/>
                  </a:lnTo>
                  <a:lnTo>
                    <a:pt x="6525008" y="186948"/>
                  </a:lnTo>
                  <a:lnTo>
                    <a:pt x="6471368" y="209215"/>
                  </a:lnTo>
                  <a:lnTo>
                    <a:pt x="6417063" y="232546"/>
                  </a:lnTo>
                  <a:lnTo>
                    <a:pt x="6362219" y="256670"/>
                  </a:lnTo>
                  <a:lnTo>
                    <a:pt x="6307035" y="281272"/>
                  </a:lnTo>
                  <a:lnTo>
                    <a:pt x="6251752" y="306009"/>
                  </a:lnTo>
                  <a:lnTo>
                    <a:pt x="6196625" y="330531"/>
                  </a:lnTo>
                  <a:lnTo>
                    <a:pt x="6141888" y="354501"/>
                  </a:lnTo>
                  <a:lnTo>
                    <a:pt x="6087727" y="377612"/>
                  </a:lnTo>
                  <a:lnTo>
                    <a:pt x="6034247" y="399605"/>
                  </a:lnTo>
                  <a:lnTo>
                    <a:pt x="5981455" y="420279"/>
                  </a:lnTo>
                  <a:lnTo>
                    <a:pt x="5929240" y="439494"/>
                  </a:lnTo>
                  <a:lnTo>
                    <a:pt x="5877351" y="457174"/>
                  </a:lnTo>
                  <a:lnTo>
                    <a:pt x="5825387" y="473301"/>
                  </a:lnTo>
                  <a:lnTo>
                    <a:pt x="5784835" y="484715"/>
                  </a:lnTo>
                  <a:lnTo>
                    <a:pt x="5735177" y="497240"/>
                  </a:lnTo>
                  <a:lnTo>
                    <a:pt x="5683802" y="508489"/>
                  </a:lnTo>
                  <a:lnTo>
                    <a:pt x="5629886" y="518529"/>
                  </a:lnTo>
                  <a:lnTo>
                    <a:pt x="5572508" y="527476"/>
                  </a:lnTo>
                  <a:lnTo>
                    <a:pt x="5510734" y="535453"/>
                  </a:lnTo>
                  <a:lnTo>
                    <a:pt x="5443698" y="542584"/>
                  </a:lnTo>
                  <a:lnTo>
                    <a:pt x="5370705" y="548973"/>
                  </a:lnTo>
                  <a:lnTo>
                    <a:pt x="5291377" y="554705"/>
                  </a:lnTo>
                  <a:lnTo>
                    <a:pt x="5205833" y="559841"/>
                  </a:lnTo>
                  <a:lnTo>
                    <a:pt x="5114912" y="564418"/>
                  </a:lnTo>
                  <a:lnTo>
                    <a:pt x="5020379" y="568450"/>
                  </a:lnTo>
                  <a:lnTo>
                    <a:pt x="4925053" y="571932"/>
                  </a:lnTo>
                  <a:lnTo>
                    <a:pt x="4832743" y="574851"/>
                  </a:lnTo>
                  <a:lnTo>
                    <a:pt x="4747886" y="577199"/>
                  </a:lnTo>
                  <a:lnTo>
                    <a:pt x="4674865" y="578981"/>
                  </a:lnTo>
                  <a:lnTo>
                    <a:pt x="4617125" y="580234"/>
                  </a:lnTo>
                  <a:lnTo>
                    <a:pt x="4576343" y="581025"/>
                  </a:lnTo>
                  <a:lnTo>
                    <a:pt x="4551931" y="581451"/>
                  </a:lnTo>
                  <a:lnTo>
                    <a:pt x="4540984" y="581623"/>
                  </a:lnTo>
                  <a:lnTo>
                    <a:pt x="4538543" y="581658"/>
                  </a:lnTo>
                  <a:lnTo>
                    <a:pt x="4016409" y="581658"/>
                  </a:lnTo>
                  <a:lnTo>
                    <a:pt x="4015139" y="581660"/>
                  </a:lnTo>
                  <a:lnTo>
                    <a:pt x="4006839" y="581675"/>
                  </a:lnTo>
                  <a:lnTo>
                    <a:pt x="3986088" y="581716"/>
                  </a:lnTo>
                  <a:lnTo>
                    <a:pt x="3949430" y="581797"/>
                  </a:lnTo>
                  <a:lnTo>
                    <a:pt x="3895688" y="581929"/>
                  </a:lnTo>
                  <a:lnTo>
                    <a:pt x="3826020" y="582121"/>
                  </a:lnTo>
                  <a:lnTo>
                    <a:pt x="3743521" y="582379"/>
                  </a:lnTo>
                  <a:lnTo>
                    <a:pt x="3652452" y="582704"/>
                  </a:lnTo>
                  <a:lnTo>
                    <a:pt x="3557327" y="583095"/>
                  </a:lnTo>
                  <a:lnTo>
                    <a:pt x="3462169" y="583550"/>
                  </a:lnTo>
                  <a:lnTo>
                    <a:pt x="3370062" y="584069"/>
                  </a:lnTo>
                  <a:lnTo>
                    <a:pt x="3283023" y="584652"/>
                  </a:lnTo>
                  <a:lnTo>
                    <a:pt x="3202094" y="585305"/>
                  </a:lnTo>
                  <a:lnTo>
                    <a:pt x="3127543" y="586032"/>
                  </a:lnTo>
                  <a:lnTo>
                    <a:pt x="3059087" y="586843"/>
                  </a:lnTo>
                  <a:lnTo>
                    <a:pt x="2996090" y="587750"/>
                  </a:lnTo>
                  <a:lnTo>
                    <a:pt x="2937709" y="588767"/>
                  </a:lnTo>
                  <a:lnTo>
                    <a:pt x="2883012" y="589908"/>
                  </a:lnTo>
                  <a:lnTo>
                    <a:pt x="2831067" y="591188"/>
                  </a:lnTo>
                  <a:lnTo>
                    <a:pt x="2781016" y="592616"/>
                  </a:lnTo>
                  <a:lnTo>
                    <a:pt x="2770117" y="592952"/>
                  </a:lnTo>
                  <a:lnTo>
                    <a:pt x="2715885" y="594758"/>
                  </a:lnTo>
                  <a:lnTo>
                    <a:pt x="2662175" y="596755"/>
                  </a:lnTo>
                  <a:lnTo>
                    <a:pt x="2608400" y="598946"/>
                  </a:lnTo>
                  <a:lnTo>
                    <a:pt x="2554169" y="601326"/>
                  </a:lnTo>
                  <a:lnTo>
                    <a:pt x="2499262" y="603882"/>
                  </a:lnTo>
                  <a:lnTo>
                    <a:pt x="2443606" y="606594"/>
                  </a:lnTo>
                  <a:lnTo>
                    <a:pt x="2387260" y="609432"/>
                  </a:lnTo>
                  <a:lnTo>
                    <a:pt x="2330382" y="612360"/>
                  </a:lnTo>
                  <a:lnTo>
                    <a:pt x="2273209" y="615336"/>
                  </a:lnTo>
                  <a:lnTo>
                    <a:pt x="2216017" y="618315"/>
                  </a:lnTo>
                  <a:lnTo>
                    <a:pt x="2159083" y="621251"/>
                  </a:lnTo>
                  <a:lnTo>
                    <a:pt x="2102652" y="624104"/>
                  </a:lnTo>
                  <a:lnTo>
                    <a:pt x="2046895" y="626835"/>
                  </a:lnTo>
                  <a:lnTo>
                    <a:pt x="1991887" y="629415"/>
                  </a:lnTo>
                  <a:lnTo>
                    <a:pt x="1937572" y="631820"/>
                  </a:lnTo>
                  <a:lnTo>
                    <a:pt x="1883754" y="634037"/>
                  </a:lnTo>
                  <a:lnTo>
                    <a:pt x="1830064" y="636061"/>
                  </a:lnTo>
                  <a:lnTo>
                    <a:pt x="1775947" y="637892"/>
                  </a:lnTo>
                  <a:lnTo>
                    <a:pt x="1768425" y="638130"/>
                  </a:lnTo>
                  <a:lnTo>
                    <a:pt x="1718692" y="639591"/>
                  </a:lnTo>
                  <a:lnTo>
                    <a:pt x="1667236" y="640903"/>
                  </a:lnTo>
                  <a:lnTo>
                    <a:pt x="1613228" y="642074"/>
                  </a:lnTo>
                  <a:lnTo>
                    <a:pt x="1555744" y="643118"/>
                  </a:lnTo>
                  <a:lnTo>
                    <a:pt x="1493846" y="644048"/>
                  </a:lnTo>
                  <a:lnTo>
                    <a:pt x="1426663" y="644879"/>
                  </a:lnTo>
                  <a:lnTo>
                    <a:pt x="1353501" y="645623"/>
                  </a:lnTo>
                  <a:lnTo>
                    <a:pt x="1273984" y="646291"/>
                  </a:lnTo>
                  <a:lnTo>
                    <a:pt x="1188238" y="646890"/>
                  </a:lnTo>
                  <a:lnTo>
                    <a:pt x="1097116" y="647423"/>
                  </a:lnTo>
                  <a:lnTo>
                    <a:pt x="1002405" y="647893"/>
                  </a:lnTo>
                  <a:lnTo>
                    <a:pt x="906955" y="648298"/>
                  </a:lnTo>
                  <a:lnTo>
                    <a:pt x="814606" y="648637"/>
                  </a:lnTo>
                  <a:lnTo>
                    <a:pt x="729820" y="648910"/>
                  </a:lnTo>
                  <a:lnTo>
                    <a:pt x="656989" y="649116"/>
                  </a:lnTo>
                  <a:lnTo>
                    <a:pt x="599544" y="649261"/>
                  </a:lnTo>
                  <a:lnTo>
                    <a:pt x="559121" y="649352"/>
                  </a:lnTo>
                  <a:lnTo>
                    <a:pt x="535070" y="649401"/>
                  </a:lnTo>
                  <a:lnTo>
                    <a:pt x="524417" y="649420"/>
                  </a:lnTo>
                  <a:lnTo>
                    <a:pt x="522133" y="649424"/>
                  </a:lnTo>
                  <a:lnTo>
                    <a:pt x="0" y="649424"/>
                  </a:lnTo>
                  <a:close/>
                </a:path>
              </a:pathLst>
            </a:custGeom>
            <a:solidFill>
              <a:srgbClr val="F28E5B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1026" name="pl1026"/>
            <p:cNvSpPr/>
            <p:nvPr/>
          </p:nvSpPr>
          <p:spPr>
            <a:xfrm>
              <a:off x="386606" y="3156408"/>
              <a:ext cx="8554953" cy="649424"/>
            </a:xfrm>
            <a:custGeom>
              <a:avLst/>
              <a:pathLst>
                <a:path w="8554953" h="649424">
                  <a:moveTo>
                    <a:pt x="0" y="649424"/>
                  </a:moveTo>
                  <a:lnTo>
                    <a:pt x="522133" y="649424"/>
                  </a:lnTo>
                  <a:lnTo>
                    <a:pt x="523403" y="649422"/>
                  </a:lnTo>
                  <a:lnTo>
                    <a:pt x="531703" y="649407"/>
                  </a:lnTo>
                  <a:lnTo>
                    <a:pt x="552455" y="649366"/>
                  </a:lnTo>
                  <a:lnTo>
                    <a:pt x="589112" y="649285"/>
                  </a:lnTo>
                  <a:lnTo>
                    <a:pt x="642854" y="649153"/>
                  </a:lnTo>
                  <a:lnTo>
                    <a:pt x="712522" y="648961"/>
                  </a:lnTo>
                  <a:lnTo>
                    <a:pt x="795021" y="648703"/>
                  </a:lnTo>
                  <a:lnTo>
                    <a:pt x="886090" y="648379"/>
                  </a:lnTo>
                  <a:lnTo>
                    <a:pt x="981215" y="647988"/>
                  </a:lnTo>
                  <a:lnTo>
                    <a:pt x="1076373" y="647533"/>
                  </a:lnTo>
                  <a:lnTo>
                    <a:pt x="1168480" y="647014"/>
                  </a:lnTo>
                  <a:lnTo>
                    <a:pt x="1255519" y="646430"/>
                  </a:lnTo>
                  <a:lnTo>
                    <a:pt x="1336448" y="645778"/>
                  </a:lnTo>
                  <a:lnTo>
                    <a:pt x="1410999" y="645051"/>
                  </a:lnTo>
                  <a:lnTo>
                    <a:pt x="1479455" y="644240"/>
                  </a:lnTo>
                  <a:lnTo>
                    <a:pt x="1542452" y="643333"/>
                  </a:lnTo>
                  <a:lnTo>
                    <a:pt x="1600834" y="642316"/>
                  </a:lnTo>
                  <a:lnTo>
                    <a:pt x="1655530" y="641174"/>
                  </a:lnTo>
                  <a:lnTo>
                    <a:pt x="1707475" y="639894"/>
                  </a:lnTo>
                  <a:lnTo>
                    <a:pt x="1757526" y="638466"/>
                  </a:lnTo>
                  <a:lnTo>
                    <a:pt x="1768425" y="638130"/>
                  </a:lnTo>
                  <a:lnTo>
                    <a:pt x="1822657" y="636324"/>
                  </a:lnTo>
                  <a:lnTo>
                    <a:pt x="1876367" y="634327"/>
                  </a:lnTo>
                  <a:lnTo>
                    <a:pt x="1930143" y="632136"/>
                  </a:lnTo>
                  <a:lnTo>
                    <a:pt x="1984373" y="629756"/>
                  </a:lnTo>
                  <a:lnTo>
                    <a:pt x="2039280" y="627200"/>
                  </a:lnTo>
                  <a:lnTo>
                    <a:pt x="2094936" y="624488"/>
                  </a:lnTo>
                  <a:lnTo>
                    <a:pt x="2151283" y="621650"/>
                  </a:lnTo>
                  <a:lnTo>
                    <a:pt x="2208160" y="618722"/>
                  </a:lnTo>
                  <a:lnTo>
                    <a:pt x="2265333" y="615747"/>
                  </a:lnTo>
                  <a:lnTo>
                    <a:pt x="2322525" y="612768"/>
                  </a:lnTo>
                  <a:lnTo>
                    <a:pt x="2379459" y="609831"/>
                  </a:lnTo>
                  <a:lnTo>
                    <a:pt x="2435890" y="606978"/>
                  </a:lnTo>
                  <a:lnTo>
                    <a:pt x="2491647" y="604247"/>
                  </a:lnTo>
                  <a:lnTo>
                    <a:pt x="2546656" y="601668"/>
                  </a:lnTo>
                  <a:lnTo>
                    <a:pt x="2600970" y="599262"/>
                  </a:lnTo>
                  <a:lnTo>
                    <a:pt x="2654789" y="597045"/>
                  </a:lnTo>
                  <a:lnTo>
                    <a:pt x="2708478" y="595021"/>
                  </a:lnTo>
                  <a:lnTo>
                    <a:pt x="2762595" y="593190"/>
                  </a:lnTo>
                  <a:lnTo>
                    <a:pt x="2770117" y="592952"/>
                  </a:lnTo>
                  <a:lnTo>
                    <a:pt x="2819850" y="591491"/>
                  </a:lnTo>
                  <a:lnTo>
                    <a:pt x="2871306" y="590179"/>
                  </a:lnTo>
                  <a:lnTo>
                    <a:pt x="2925314" y="589008"/>
                  </a:lnTo>
                  <a:lnTo>
                    <a:pt x="2982798" y="587965"/>
                  </a:lnTo>
                  <a:lnTo>
                    <a:pt x="3044696" y="587035"/>
                  </a:lnTo>
                  <a:lnTo>
                    <a:pt x="3111879" y="586203"/>
                  </a:lnTo>
                  <a:lnTo>
                    <a:pt x="3185041" y="585459"/>
                  </a:lnTo>
                  <a:lnTo>
                    <a:pt x="3264558" y="584791"/>
                  </a:lnTo>
                  <a:lnTo>
                    <a:pt x="3350304" y="584192"/>
                  </a:lnTo>
                  <a:lnTo>
                    <a:pt x="3441426" y="583659"/>
                  </a:lnTo>
                  <a:lnTo>
                    <a:pt x="3536137" y="583190"/>
                  </a:lnTo>
                  <a:lnTo>
                    <a:pt x="3631587" y="582785"/>
                  </a:lnTo>
                  <a:lnTo>
                    <a:pt x="3723936" y="582445"/>
                  </a:lnTo>
                  <a:lnTo>
                    <a:pt x="3808722" y="582173"/>
                  </a:lnTo>
                  <a:lnTo>
                    <a:pt x="3881553" y="581966"/>
                  </a:lnTo>
                  <a:lnTo>
                    <a:pt x="3938998" y="581821"/>
                  </a:lnTo>
                  <a:lnTo>
                    <a:pt x="3979421" y="581730"/>
                  </a:lnTo>
                  <a:lnTo>
                    <a:pt x="4003472" y="581681"/>
                  </a:lnTo>
                  <a:lnTo>
                    <a:pt x="4014126" y="581662"/>
                  </a:lnTo>
                  <a:lnTo>
                    <a:pt x="4016395" y="581658"/>
                  </a:lnTo>
                  <a:lnTo>
                    <a:pt x="4016409" y="581658"/>
                  </a:lnTo>
                  <a:lnTo>
                    <a:pt x="4538543" y="581658"/>
                  </a:lnTo>
                  <a:lnTo>
                    <a:pt x="4539807" y="581640"/>
                  </a:lnTo>
                  <a:lnTo>
                    <a:pt x="4548072" y="581513"/>
                  </a:lnTo>
                  <a:lnTo>
                    <a:pt x="4568738" y="581162"/>
                  </a:lnTo>
                  <a:lnTo>
                    <a:pt x="4605254" y="580473"/>
                  </a:lnTo>
                  <a:lnTo>
                    <a:pt x="4658803" y="579344"/>
                  </a:lnTo>
                  <a:lnTo>
                    <a:pt x="4728248" y="577699"/>
                  </a:lnTo>
                  <a:lnTo>
                    <a:pt x="4810520" y="575496"/>
                  </a:lnTo>
                  <a:lnTo>
                    <a:pt x="4901385" y="572720"/>
                  </a:lnTo>
                  <a:lnTo>
                    <a:pt x="4996344" y="569378"/>
                  </a:lnTo>
                  <a:lnTo>
                    <a:pt x="5091384" y="565483"/>
                  </a:lnTo>
                  <a:lnTo>
                    <a:pt x="5183420" y="561044"/>
                  </a:lnTo>
                  <a:lnTo>
                    <a:pt x="5270428" y="556051"/>
                  </a:lnTo>
                  <a:lnTo>
                    <a:pt x="5351355" y="550473"/>
                  </a:lnTo>
                  <a:lnTo>
                    <a:pt x="5425922" y="544257"/>
                  </a:lnTo>
                  <a:lnTo>
                    <a:pt x="5494401" y="537322"/>
                  </a:lnTo>
                  <a:lnTo>
                    <a:pt x="5557421" y="529568"/>
                  </a:lnTo>
                  <a:lnTo>
                    <a:pt x="5615818" y="520878"/>
                  </a:lnTo>
                  <a:lnTo>
                    <a:pt x="5670516" y="511124"/>
                  </a:lnTo>
                  <a:lnTo>
                    <a:pt x="5722447" y="500187"/>
                  </a:lnTo>
                  <a:lnTo>
                    <a:pt x="5772468" y="487986"/>
                  </a:lnTo>
                  <a:lnTo>
                    <a:pt x="5784835" y="484715"/>
                  </a:lnTo>
                  <a:lnTo>
                    <a:pt x="5837246" y="469767"/>
                  </a:lnTo>
                  <a:lnTo>
                    <a:pt x="5889148" y="453288"/>
                  </a:lnTo>
                  <a:lnTo>
                    <a:pt x="5941081" y="435254"/>
                  </a:lnTo>
                  <a:lnTo>
                    <a:pt x="5993411" y="415698"/>
                  </a:lnTo>
                  <a:lnTo>
                    <a:pt x="6046354" y="394710"/>
                  </a:lnTo>
                  <a:lnTo>
                    <a:pt x="6099994" y="372443"/>
                  </a:lnTo>
                  <a:lnTo>
                    <a:pt x="6154299" y="349111"/>
                  </a:lnTo>
                  <a:lnTo>
                    <a:pt x="6209143" y="324988"/>
                  </a:lnTo>
                  <a:lnTo>
                    <a:pt x="6264327" y="300386"/>
                  </a:lnTo>
                  <a:lnTo>
                    <a:pt x="6319610" y="275649"/>
                  </a:lnTo>
                  <a:lnTo>
                    <a:pt x="6374737" y="251127"/>
                  </a:lnTo>
                  <a:lnTo>
                    <a:pt x="6429474" y="227157"/>
                  </a:lnTo>
                  <a:lnTo>
                    <a:pt x="6483635" y="204046"/>
                  </a:lnTo>
                  <a:lnTo>
                    <a:pt x="6537115" y="182053"/>
                  </a:lnTo>
                  <a:lnTo>
                    <a:pt x="6589907" y="161379"/>
                  </a:lnTo>
                  <a:lnTo>
                    <a:pt x="6642122" y="142164"/>
                  </a:lnTo>
                  <a:lnTo>
                    <a:pt x="6694011" y="124484"/>
                  </a:lnTo>
                  <a:lnTo>
                    <a:pt x="6745975" y="108356"/>
                  </a:lnTo>
                  <a:lnTo>
                    <a:pt x="6786527" y="96943"/>
                  </a:lnTo>
                  <a:lnTo>
                    <a:pt x="6836185" y="84418"/>
                  </a:lnTo>
                  <a:lnTo>
                    <a:pt x="6887560" y="73169"/>
                  </a:lnTo>
                  <a:lnTo>
                    <a:pt x="6941476" y="63128"/>
                  </a:lnTo>
                  <a:lnTo>
                    <a:pt x="6998854" y="54182"/>
                  </a:lnTo>
                  <a:lnTo>
                    <a:pt x="7060628" y="46204"/>
                  </a:lnTo>
                  <a:lnTo>
                    <a:pt x="7127664" y="39074"/>
                  </a:lnTo>
                  <a:lnTo>
                    <a:pt x="7200657" y="32685"/>
                  </a:lnTo>
                  <a:lnTo>
                    <a:pt x="7279985" y="26953"/>
                  </a:lnTo>
                  <a:lnTo>
                    <a:pt x="7365529" y="21817"/>
                  </a:lnTo>
                  <a:lnTo>
                    <a:pt x="7456450" y="17239"/>
                  </a:lnTo>
                  <a:lnTo>
                    <a:pt x="7550983" y="13208"/>
                  </a:lnTo>
                  <a:lnTo>
                    <a:pt x="7646309" y="9726"/>
                  </a:lnTo>
                  <a:lnTo>
                    <a:pt x="7738619" y="6806"/>
                  </a:lnTo>
                  <a:lnTo>
                    <a:pt x="7823475" y="4459"/>
                  </a:lnTo>
                  <a:lnTo>
                    <a:pt x="7896497" y="2677"/>
                  </a:lnTo>
                  <a:lnTo>
                    <a:pt x="7954237" y="1424"/>
                  </a:lnTo>
                  <a:lnTo>
                    <a:pt x="7995019" y="633"/>
                  </a:lnTo>
                  <a:lnTo>
                    <a:pt x="8019431" y="207"/>
                  </a:lnTo>
                  <a:lnTo>
                    <a:pt x="8030378" y="35"/>
                  </a:lnTo>
                  <a:lnTo>
                    <a:pt x="8032798" y="0"/>
                  </a:lnTo>
                  <a:lnTo>
                    <a:pt x="8032819" y="0"/>
                  </a:lnTo>
                  <a:lnTo>
                    <a:pt x="8554953" y="0"/>
                  </a:lnTo>
                  <a:lnTo>
                    <a:pt x="8554953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027" name="pl1027"/>
            <p:cNvSpPr/>
            <p:nvPr/>
          </p:nvSpPr>
          <p:spPr>
            <a:xfrm>
              <a:off x="386606" y="3145113"/>
              <a:ext cx="8554953" cy="649424"/>
            </a:xfrm>
            <a:custGeom>
              <a:avLst/>
              <a:pathLst>
                <a:path w="8554953" h="649424">
                  <a:moveTo>
                    <a:pt x="8554953" y="0"/>
                  </a:moveTo>
                  <a:lnTo>
                    <a:pt x="8032819" y="0"/>
                  </a:lnTo>
                  <a:lnTo>
                    <a:pt x="8031555" y="17"/>
                  </a:lnTo>
                  <a:lnTo>
                    <a:pt x="8023290" y="144"/>
                  </a:lnTo>
                  <a:lnTo>
                    <a:pt x="8002624" y="495"/>
                  </a:lnTo>
                  <a:lnTo>
                    <a:pt x="7966108" y="1185"/>
                  </a:lnTo>
                  <a:lnTo>
                    <a:pt x="7912559" y="2314"/>
                  </a:lnTo>
                  <a:lnTo>
                    <a:pt x="7843113" y="3958"/>
                  </a:lnTo>
                  <a:lnTo>
                    <a:pt x="7760842" y="6162"/>
                  </a:lnTo>
                  <a:lnTo>
                    <a:pt x="7669977" y="8938"/>
                  </a:lnTo>
                  <a:lnTo>
                    <a:pt x="7575018" y="12280"/>
                  </a:lnTo>
                  <a:lnTo>
                    <a:pt x="7479978" y="16174"/>
                  </a:lnTo>
                  <a:lnTo>
                    <a:pt x="7387942" y="20614"/>
                  </a:lnTo>
                  <a:lnTo>
                    <a:pt x="7300934" y="25607"/>
                  </a:lnTo>
                  <a:lnTo>
                    <a:pt x="7220007" y="31184"/>
                  </a:lnTo>
                  <a:lnTo>
                    <a:pt x="7145440" y="37401"/>
                  </a:lnTo>
                  <a:lnTo>
                    <a:pt x="7076961" y="44336"/>
                  </a:lnTo>
                  <a:lnTo>
                    <a:pt x="7013941" y="52089"/>
                  </a:lnTo>
                  <a:lnTo>
                    <a:pt x="6955544" y="60780"/>
                  </a:lnTo>
                  <a:lnTo>
                    <a:pt x="6900846" y="70534"/>
                  </a:lnTo>
                  <a:lnTo>
                    <a:pt x="6848915" y="81470"/>
                  </a:lnTo>
                  <a:lnTo>
                    <a:pt x="6798894" y="93672"/>
                  </a:lnTo>
                  <a:lnTo>
                    <a:pt x="6786527" y="96943"/>
                  </a:lnTo>
                  <a:lnTo>
                    <a:pt x="6734116" y="111891"/>
                  </a:lnTo>
                  <a:lnTo>
                    <a:pt x="6682214" y="128370"/>
                  </a:lnTo>
                  <a:lnTo>
                    <a:pt x="6630281" y="146403"/>
                  </a:lnTo>
                  <a:lnTo>
                    <a:pt x="6577951" y="165959"/>
                  </a:lnTo>
                  <a:lnTo>
                    <a:pt x="6525008" y="186948"/>
                  </a:lnTo>
                  <a:lnTo>
                    <a:pt x="6471368" y="209215"/>
                  </a:lnTo>
                  <a:lnTo>
                    <a:pt x="6417063" y="232546"/>
                  </a:lnTo>
                  <a:lnTo>
                    <a:pt x="6362219" y="256670"/>
                  </a:lnTo>
                  <a:lnTo>
                    <a:pt x="6307035" y="281272"/>
                  </a:lnTo>
                  <a:lnTo>
                    <a:pt x="6251752" y="306009"/>
                  </a:lnTo>
                  <a:lnTo>
                    <a:pt x="6196625" y="330531"/>
                  </a:lnTo>
                  <a:lnTo>
                    <a:pt x="6141888" y="354501"/>
                  </a:lnTo>
                  <a:lnTo>
                    <a:pt x="6087727" y="377612"/>
                  </a:lnTo>
                  <a:lnTo>
                    <a:pt x="6034247" y="399605"/>
                  </a:lnTo>
                  <a:lnTo>
                    <a:pt x="5981455" y="420279"/>
                  </a:lnTo>
                  <a:lnTo>
                    <a:pt x="5929240" y="439494"/>
                  </a:lnTo>
                  <a:lnTo>
                    <a:pt x="5877351" y="457174"/>
                  </a:lnTo>
                  <a:lnTo>
                    <a:pt x="5825387" y="473301"/>
                  </a:lnTo>
                  <a:lnTo>
                    <a:pt x="5784835" y="484715"/>
                  </a:lnTo>
                  <a:lnTo>
                    <a:pt x="5735177" y="497240"/>
                  </a:lnTo>
                  <a:lnTo>
                    <a:pt x="5683802" y="508489"/>
                  </a:lnTo>
                  <a:lnTo>
                    <a:pt x="5629886" y="518529"/>
                  </a:lnTo>
                  <a:lnTo>
                    <a:pt x="5572508" y="527476"/>
                  </a:lnTo>
                  <a:lnTo>
                    <a:pt x="5510734" y="535453"/>
                  </a:lnTo>
                  <a:lnTo>
                    <a:pt x="5443698" y="542584"/>
                  </a:lnTo>
                  <a:lnTo>
                    <a:pt x="5370705" y="548973"/>
                  </a:lnTo>
                  <a:lnTo>
                    <a:pt x="5291377" y="554705"/>
                  </a:lnTo>
                  <a:lnTo>
                    <a:pt x="5205833" y="559841"/>
                  </a:lnTo>
                  <a:lnTo>
                    <a:pt x="5114912" y="564418"/>
                  </a:lnTo>
                  <a:lnTo>
                    <a:pt x="5020379" y="568450"/>
                  </a:lnTo>
                  <a:lnTo>
                    <a:pt x="4925053" y="571932"/>
                  </a:lnTo>
                  <a:lnTo>
                    <a:pt x="4832743" y="574851"/>
                  </a:lnTo>
                  <a:lnTo>
                    <a:pt x="4747886" y="577199"/>
                  </a:lnTo>
                  <a:lnTo>
                    <a:pt x="4674865" y="578981"/>
                  </a:lnTo>
                  <a:lnTo>
                    <a:pt x="4617125" y="580234"/>
                  </a:lnTo>
                  <a:lnTo>
                    <a:pt x="4576343" y="581025"/>
                  </a:lnTo>
                  <a:lnTo>
                    <a:pt x="4551931" y="581451"/>
                  </a:lnTo>
                  <a:lnTo>
                    <a:pt x="4540984" y="581623"/>
                  </a:lnTo>
                  <a:lnTo>
                    <a:pt x="4538564" y="581658"/>
                  </a:lnTo>
                  <a:lnTo>
                    <a:pt x="4538543" y="581658"/>
                  </a:lnTo>
                  <a:lnTo>
                    <a:pt x="4016409" y="581658"/>
                  </a:lnTo>
                  <a:lnTo>
                    <a:pt x="4015139" y="581660"/>
                  </a:lnTo>
                  <a:lnTo>
                    <a:pt x="4006839" y="581675"/>
                  </a:lnTo>
                  <a:lnTo>
                    <a:pt x="3986088" y="581716"/>
                  </a:lnTo>
                  <a:lnTo>
                    <a:pt x="3949430" y="581797"/>
                  </a:lnTo>
                  <a:lnTo>
                    <a:pt x="3895688" y="581929"/>
                  </a:lnTo>
                  <a:lnTo>
                    <a:pt x="3826020" y="582121"/>
                  </a:lnTo>
                  <a:lnTo>
                    <a:pt x="3743521" y="582379"/>
                  </a:lnTo>
                  <a:lnTo>
                    <a:pt x="3652452" y="582704"/>
                  </a:lnTo>
                  <a:lnTo>
                    <a:pt x="3557327" y="583095"/>
                  </a:lnTo>
                  <a:lnTo>
                    <a:pt x="3462169" y="583550"/>
                  </a:lnTo>
                  <a:lnTo>
                    <a:pt x="3370062" y="584069"/>
                  </a:lnTo>
                  <a:lnTo>
                    <a:pt x="3283023" y="584652"/>
                  </a:lnTo>
                  <a:lnTo>
                    <a:pt x="3202094" y="585305"/>
                  </a:lnTo>
                  <a:lnTo>
                    <a:pt x="3127543" y="586032"/>
                  </a:lnTo>
                  <a:lnTo>
                    <a:pt x="3059087" y="586843"/>
                  </a:lnTo>
                  <a:lnTo>
                    <a:pt x="2996090" y="587750"/>
                  </a:lnTo>
                  <a:lnTo>
                    <a:pt x="2937709" y="588767"/>
                  </a:lnTo>
                  <a:lnTo>
                    <a:pt x="2883012" y="589908"/>
                  </a:lnTo>
                  <a:lnTo>
                    <a:pt x="2831067" y="591188"/>
                  </a:lnTo>
                  <a:lnTo>
                    <a:pt x="2781016" y="592616"/>
                  </a:lnTo>
                  <a:lnTo>
                    <a:pt x="2770117" y="592952"/>
                  </a:lnTo>
                  <a:lnTo>
                    <a:pt x="2715885" y="594758"/>
                  </a:lnTo>
                  <a:lnTo>
                    <a:pt x="2662175" y="596755"/>
                  </a:lnTo>
                  <a:lnTo>
                    <a:pt x="2608400" y="598946"/>
                  </a:lnTo>
                  <a:lnTo>
                    <a:pt x="2554169" y="601326"/>
                  </a:lnTo>
                  <a:lnTo>
                    <a:pt x="2499262" y="603882"/>
                  </a:lnTo>
                  <a:lnTo>
                    <a:pt x="2443606" y="606594"/>
                  </a:lnTo>
                  <a:lnTo>
                    <a:pt x="2387260" y="609432"/>
                  </a:lnTo>
                  <a:lnTo>
                    <a:pt x="2330382" y="612360"/>
                  </a:lnTo>
                  <a:lnTo>
                    <a:pt x="2273209" y="615336"/>
                  </a:lnTo>
                  <a:lnTo>
                    <a:pt x="2216017" y="618315"/>
                  </a:lnTo>
                  <a:lnTo>
                    <a:pt x="2159083" y="621251"/>
                  </a:lnTo>
                  <a:lnTo>
                    <a:pt x="2102652" y="624104"/>
                  </a:lnTo>
                  <a:lnTo>
                    <a:pt x="2046895" y="626835"/>
                  </a:lnTo>
                  <a:lnTo>
                    <a:pt x="1991887" y="629415"/>
                  </a:lnTo>
                  <a:lnTo>
                    <a:pt x="1937572" y="631820"/>
                  </a:lnTo>
                  <a:lnTo>
                    <a:pt x="1883754" y="634037"/>
                  </a:lnTo>
                  <a:lnTo>
                    <a:pt x="1830064" y="636061"/>
                  </a:lnTo>
                  <a:lnTo>
                    <a:pt x="1775947" y="637892"/>
                  </a:lnTo>
                  <a:lnTo>
                    <a:pt x="1768425" y="638130"/>
                  </a:lnTo>
                  <a:lnTo>
                    <a:pt x="1718692" y="639591"/>
                  </a:lnTo>
                  <a:lnTo>
                    <a:pt x="1667236" y="640903"/>
                  </a:lnTo>
                  <a:lnTo>
                    <a:pt x="1613228" y="642074"/>
                  </a:lnTo>
                  <a:lnTo>
                    <a:pt x="1555744" y="643118"/>
                  </a:lnTo>
                  <a:lnTo>
                    <a:pt x="1493846" y="644048"/>
                  </a:lnTo>
                  <a:lnTo>
                    <a:pt x="1426663" y="644879"/>
                  </a:lnTo>
                  <a:lnTo>
                    <a:pt x="1353501" y="645623"/>
                  </a:lnTo>
                  <a:lnTo>
                    <a:pt x="1273984" y="646291"/>
                  </a:lnTo>
                  <a:lnTo>
                    <a:pt x="1188238" y="646890"/>
                  </a:lnTo>
                  <a:lnTo>
                    <a:pt x="1097116" y="647423"/>
                  </a:lnTo>
                  <a:lnTo>
                    <a:pt x="1002405" y="647893"/>
                  </a:lnTo>
                  <a:lnTo>
                    <a:pt x="906955" y="648298"/>
                  </a:lnTo>
                  <a:lnTo>
                    <a:pt x="814606" y="648637"/>
                  </a:lnTo>
                  <a:lnTo>
                    <a:pt x="729820" y="648910"/>
                  </a:lnTo>
                  <a:lnTo>
                    <a:pt x="656989" y="649116"/>
                  </a:lnTo>
                  <a:lnTo>
                    <a:pt x="599544" y="649261"/>
                  </a:lnTo>
                  <a:lnTo>
                    <a:pt x="559121" y="649352"/>
                  </a:lnTo>
                  <a:lnTo>
                    <a:pt x="535070" y="649401"/>
                  </a:lnTo>
                  <a:lnTo>
                    <a:pt x="524417" y="649420"/>
                  </a:lnTo>
                  <a:lnTo>
                    <a:pt x="522147" y="649424"/>
                  </a:lnTo>
                  <a:lnTo>
                    <a:pt x="522133" y="649424"/>
                  </a:lnTo>
                  <a:lnTo>
                    <a:pt x="0" y="649424"/>
                  </a:lnTo>
                  <a:lnTo>
                    <a:pt x="0" y="649424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028" name="pg1028"/>
            <p:cNvSpPr/>
            <p:nvPr/>
          </p:nvSpPr>
          <p:spPr>
            <a:xfrm>
              <a:off x="386606" y="3766302"/>
              <a:ext cx="8554953" cy="666366"/>
            </a:xfrm>
            <a:custGeom>
              <a:avLst/>
              <a:pathLst>
                <a:path w="8554953" h="666366">
                  <a:moveTo>
                    <a:pt x="0" y="50824"/>
                  </a:moveTo>
                  <a:lnTo>
                    <a:pt x="522133" y="50824"/>
                  </a:lnTo>
                  <a:lnTo>
                    <a:pt x="523403" y="50823"/>
                  </a:lnTo>
                  <a:lnTo>
                    <a:pt x="531704" y="50814"/>
                  </a:lnTo>
                  <a:lnTo>
                    <a:pt x="552456" y="50790"/>
                  </a:lnTo>
                  <a:lnTo>
                    <a:pt x="589115" y="50743"/>
                  </a:lnTo>
                  <a:lnTo>
                    <a:pt x="642858" y="50666"/>
                  </a:lnTo>
                  <a:lnTo>
                    <a:pt x="712529" y="50554"/>
                  </a:lnTo>
                  <a:lnTo>
                    <a:pt x="795029" y="50403"/>
                  </a:lnTo>
                  <a:lnTo>
                    <a:pt x="886101" y="50214"/>
                  </a:lnTo>
                  <a:lnTo>
                    <a:pt x="981227" y="49986"/>
                  </a:lnTo>
                  <a:lnTo>
                    <a:pt x="1076386" y="49721"/>
                  </a:lnTo>
                  <a:lnTo>
                    <a:pt x="1168493" y="49418"/>
                  </a:lnTo>
                  <a:lnTo>
                    <a:pt x="1255533" y="49077"/>
                  </a:lnTo>
                  <a:lnTo>
                    <a:pt x="1336462" y="48697"/>
                  </a:lnTo>
                  <a:lnTo>
                    <a:pt x="1411013" y="48273"/>
                  </a:lnTo>
                  <a:lnTo>
                    <a:pt x="1479468" y="47800"/>
                  </a:lnTo>
                  <a:lnTo>
                    <a:pt x="1542465" y="47271"/>
                  </a:lnTo>
                  <a:lnTo>
                    <a:pt x="1600847" y="46677"/>
                  </a:lnTo>
                  <a:lnTo>
                    <a:pt x="1655543" y="46011"/>
                  </a:lnTo>
                  <a:lnTo>
                    <a:pt x="1707488" y="45265"/>
                  </a:lnTo>
                  <a:lnTo>
                    <a:pt x="1757539" y="44432"/>
                  </a:lnTo>
                  <a:lnTo>
                    <a:pt x="1768425" y="44236"/>
                  </a:lnTo>
                  <a:lnTo>
                    <a:pt x="1822675" y="43182"/>
                  </a:lnTo>
                  <a:lnTo>
                    <a:pt x="1876403" y="42017"/>
                  </a:lnTo>
                  <a:lnTo>
                    <a:pt x="1930197" y="40738"/>
                  </a:lnTo>
                  <a:lnTo>
                    <a:pt x="1984446" y="39349"/>
                  </a:lnTo>
                  <a:lnTo>
                    <a:pt x="2039373" y="37857"/>
                  </a:lnTo>
                  <a:lnTo>
                    <a:pt x="2095048" y="36275"/>
                  </a:lnTo>
                  <a:lnTo>
                    <a:pt x="2151415" y="34618"/>
                  </a:lnTo>
                  <a:lnTo>
                    <a:pt x="2208313" y="32910"/>
                  </a:lnTo>
                  <a:lnTo>
                    <a:pt x="2265506" y="31174"/>
                  </a:lnTo>
                  <a:lnTo>
                    <a:pt x="2322717" y="29435"/>
                  </a:lnTo>
                  <a:lnTo>
                    <a:pt x="2379668" y="27722"/>
                  </a:lnTo>
                  <a:lnTo>
                    <a:pt x="2436116" y="26057"/>
                  </a:lnTo>
                  <a:lnTo>
                    <a:pt x="2491888" y="24464"/>
                  </a:lnTo>
                  <a:lnTo>
                    <a:pt x="2546912" y="22959"/>
                  </a:lnTo>
                  <a:lnTo>
                    <a:pt x="2601241" y="21556"/>
                  </a:lnTo>
                  <a:lnTo>
                    <a:pt x="2655076" y="20263"/>
                  </a:lnTo>
                  <a:lnTo>
                    <a:pt x="2708784" y="19083"/>
                  </a:lnTo>
                  <a:lnTo>
                    <a:pt x="2762924" y="18015"/>
                  </a:lnTo>
                  <a:lnTo>
                    <a:pt x="2770117" y="17882"/>
                  </a:lnTo>
                  <a:lnTo>
                    <a:pt x="2819851" y="17030"/>
                  </a:lnTo>
                  <a:lnTo>
                    <a:pt x="2871308" y="16264"/>
                  </a:lnTo>
                  <a:lnTo>
                    <a:pt x="2925316" y="15581"/>
                  </a:lnTo>
                  <a:lnTo>
                    <a:pt x="2982801" y="14973"/>
                  </a:lnTo>
                  <a:lnTo>
                    <a:pt x="3044701" y="14430"/>
                  </a:lnTo>
                  <a:lnTo>
                    <a:pt x="3111885" y="13945"/>
                  </a:lnTo>
                  <a:lnTo>
                    <a:pt x="3185048" y="13511"/>
                  </a:lnTo>
                  <a:lnTo>
                    <a:pt x="3264567" y="13121"/>
                  </a:lnTo>
                  <a:lnTo>
                    <a:pt x="3350315" y="12772"/>
                  </a:lnTo>
                  <a:lnTo>
                    <a:pt x="3441439" y="12461"/>
                  </a:lnTo>
                  <a:lnTo>
                    <a:pt x="3536151" y="12187"/>
                  </a:lnTo>
                  <a:lnTo>
                    <a:pt x="3631603" y="11951"/>
                  </a:lnTo>
                  <a:lnTo>
                    <a:pt x="3723952" y="11753"/>
                  </a:lnTo>
                  <a:lnTo>
                    <a:pt x="3808738" y="11594"/>
                  </a:lnTo>
                  <a:lnTo>
                    <a:pt x="3881566" y="11473"/>
                  </a:lnTo>
                  <a:lnTo>
                    <a:pt x="3939009" y="11389"/>
                  </a:lnTo>
                  <a:lnTo>
                    <a:pt x="3979428" y="11336"/>
                  </a:lnTo>
                  <a:lnTo>
                    <a:pt x="4003476" y="11307"/>
                  </a:lnTo>
                  <a:lnTo>
                    <a:pt x="4014127" y="11296"/>
                  </a:lnTo>
                  <a:lnTo>
                    <a:pt x="4016409" y="11294"/>
                  </a:lnTo>
                  <a:lnTo>
                    <a:pt x="4538543" y="11294"/>
                  </a:lnTo>
                  <a:lnTo>
                    <a:pt x="4539806" y="11314"/>
                  </a:lnTo>
                  <a:lnTo>
                    <a:pt x="4548061" y="11457"/>
                  </a:lnTo>
                  <a:lnTo>
                    <a:pt x="4568704" y="11852"/>
                  </a:lnTo>
                  <a:lnTo>
                    <a:pt x="4605181" y="12627"/>
                  </a:lnTo>
                  <a:lnTo>
                    <a:pt x="4658678" y="13897"/>
                  </a:lnTo>
                  <a:lnTo>
                    <a:pt x="4728064" y="15747"/>
                  </a:lnTo>
                  <a:lnTo>
                    <a:pt x="4810274" y="18226"/>
                  </a:lnTo>
                  <a:lnTo>
                    <a:pt x="4901083" y="21349"/>
                  </a:lnTo>
                  <a:lnTo>
                    <a:pt x="4995997" y="25109"/>
                  </a:lnTo>
                  <a:lnTo>
                    <a:pt x="5091005" y="29491"/>
                  </a:lnTo>
                  <a:lnTo>
                    <a:pt x="5183022" y="34486"/>
                  </a:lnTo>
                  <a:lnTo>
                    <a:pt x="5270021" y="40104"/>
                  </a:lnTo>
                  <a:lnTo>
                    <a:pt x="5350948" y="46380"/>
                  </a:lnTo>
                  <a:lnTo>
                    <a:pt x="5425518" y="53374"/>
                  </a:lnTo>
                  <a:lnTo>
                    <a:pt x="5494004" y="61176"/>
                  </a:lnTo>
                  <a:lnTo>
                    <a:pt x="5557030" y="69899"/>
                  </a:lnTo>
                  <a:lnTo>
                    <a:pt x="5615431" y="79675"/>
                  </a:lnTo>
                  <a:lnTo>
                    <a:pt x="5670130" y="90646"/>
                  </a:lnTo>
                  <a:lnTo>
                    <a:pt x="5722058" y="102948"/>
                  </a:lnTo>
                  <a:lnTo>
                    <a:pt x="5772070" y="116672"/>
                  </a:lnTo>
                  <a:lnTo>
                    <a:pt x="5784835" y="120472"/>
                  </a:lnTo>
                  <a:lnTo>
                    <a:pt x="5836800" y="137156"/>
                  </a:lnTo>
                  <a:lnTo>
                    <a:pt x="5888261" y="155534"/>
                  </a:lnTo>
                  <a:lnTo>
                    <a:pt x="5939744" y="175633"/>
                  </a:lnTo>
                  <a:lnTo>
                    <a:pt x="5991611" y="197419"/>
                  </a:lnTo>
                  <a:lnTo>
                    <a:pt x="6044075" y="220795"/>
                  </a:lnTo>
                  <a:lnTo>
                    <a:pt x="6097223" y="245596"/>
                  </a:lnTo>
                  <a:lnTo>
                    <a:pt x="6151029" y="271589"/>
                  </a:lnTo>
                  <a:lnTo>
                    <a:pt x="6205375" y="298478"/>
                  </a:lnTo>
                  <a:lnTo>
                    <a:pt x="6260070" y="325922"/>
                  </a:lnTo>
                  <a:lnTo>
                    <a:pt x="6314882" y="353545"/>
                  </a:lnTo>
                  <a:lnTo>
                    <a:pt x="6369561" y="380964"/>
                  </a:lnTo>
                  <a:lnTo>
                    <a:pt x="6423877" y="407805"/>
                  </a:lnTo>
                  <a:lnTo>
                    <a:pt x="6477643" y="433728"/>
                  </a:lnTo>
                  <a:lnTo>
                    <a:pt x="6530745" y="458442"/>
                  </a:lnTo>
                  <a:lnTo>
                    <a:pt x="6583166" y="481718"/>
                  </a:lnTo>
                  <a:lnTo>
                    <a:pt x="6634999" y="503396"/>
                  </a:lnTo>
                  <a:lnTo>
                    <a:pt x="6686469" y="523382"/>
                  </a:lnTo>
                  <a:lnTo>
                    <a:pt x="6737944" y="541648"/>
                  </a:lnTo>
                  <a:lnTo>
                    <a:pt x="6786527" y="557187"/>
                  </a:lnTo>
                  <a:lnTo>
                    <a:pt x="6836165" y="571287"/>
                  </a:lnTo>
                  <a:lnTo>
                    <a:pt x="6887518" y="583951"/>
                  </a:lnTo>
                  <a:lnTo>
                    <a:pt x="6941409" y="595256"/>
                  </a:lnTo>
                  <a:lnTo>
                    <a:pt x="6998758" y="605329"/>
                  </a:lnTo>
                  <a:lnTo>
                    <a:pt x="7060498" y="614312"/>
                  </a:lnTo>
                  <a:lnTo>
                    <a:pt x="7127495" y="622341"/>
                  </a:lnTo>
                  <a:lnTo>
                    <a:pt x="7200442" y="629536"/>
                  </a:lnTo>
                  <a:lnTo>
                    <a:pt x="7279719" y="635991"/>
                  </a:lnTo>
                  <a:lnTo>
                    <a:pt x="7365208" y="641775"/>
                  </a:lnTo>
                  <a:lnTo>
                    <a:pt x="7456074" y="646930"/>
                  </a:lnTo>
                  <a:lnTo>
                    <a:pt x="7550560" y="651471"/>
                  </a:lnTo>
                  <a:lnTo>
                    <a:pt x="7645852" y="655394"/>
                  </a:lnTo>
                  <a:lnTo>
                    <a:pt x="7738150" y="658684"/>
                  </a:lnTo>
                  <a:lnTo>
                    <a:pt x="7823026" y="661330"/>
                  </a:lnTo>
                  <a:lnTo>
                    <a:pt x="7896098" y="663340"/>
                  </a:lnTo>
                  <a:lnTo>
                    <a:pt x="7953919" y="664754"/>
                  </a:lnTo>
                  <a:lnTo>
                    <a:pt x="7994797" y="665648"/>
                  </a:lnTo>
                  <a:lnTo>
                    <a:pt x="8019307" y="666130"/>
                  </a:lnTo>
                  <a:lnTo>
                    <a:pt x="8030334" y="666326"/>
                  </a:lnTo>
                  <a:lnTo>
                    <a:pt x="8032819" y="666366"/>
                  </a:lnTo>
                  <a:lnTo>
                    <a:pt x="8554953" y="666366"/>
                  </a:lnTo>
                  <a:lnTo>
                    <a:pt x="8554953" y="655071"/>
                  </a:lnTo>
                  <a:lnTo>
                    <a:pt x="8032819" y="655071"/>
                  </a:lnTo>
                  <a:lnTo>
                    <a:pt x="8031556" y="655051"/>
                  </a:lnTo>
                  <a:lnTo>
                    <a:pt x="8023301" y="654909"/>
                  </a:lnTo>
                  <a:lnTo>
                    <a:pt x="8002658" y="654514"/>
                  </a:lnTo>
                  <a:lnTo>
                    <a:pt x="7966181" y="653738"/>
                  </a:lnTo>
                  <a:lnTo>
                    <a:pt x="7912684" y="652468"/>
                  </a:lnTo>
                  <a:lnTo>
                    <a:pt x="7843298" y="650618"/>
                  </a:lnTo>
                  <a:lnTo>
                    <a:pt x="7761088" y="648139"/>
                  </a:lnTo>
                  <a:lnTo>
                    <a:pt x="7670279" y="645016"/>
                  </a:lnTo>
                  <a:lnTo>
                    <a:pt x="7575365" y="641256"/>
                  </a:lnTo>
                  <a:lnTo>
                    <a:pt x="7480356" y="636874"/>
                  </a:lnTo>
                  <a:lnTo>
                    <a:pt x="7388340" y="631879"/>
                  </a:lnTo>
                  <a:lnTo>
                    <a:pt x="7301341" y="626261"/>
                  </a:lnTo>
                  <a:lnTo>
                    <a:pt x="7220414" y="619985"/>
                  </a:lnTo>
                  <a:lnTo>
                    <a:pt x="7145843" y="612991"/>
                  </a:lnTo>
                  <a:lnTo>
                    <a:pt x="7077358" y="605189"/>
                  </a:lnTo>
                  <a:lnTo>
                    <a:pt x="7014331" y="596467"/>
                  </a:lnTo>
                  <a:lnTo>
                    <a:pt x="6955931" y="586691"/>
                  </a:lnTo>
                  <a:lnTo>
                    <a:pt x="6901232" y="575719"/>
                  </a:lnTo>
                  <a:lnTo>
                    <a:pt x="6849304" y="563418"/>
                  </a:lnTo>
                  <a:lnTo>
                    <a:pt x="6799292" y="549693"/>
                  </a:lnTo>
                  <a:lnTo>
                    <a:pt x="6786527" y="545893"/>
                  </a:lnTo>
                  <a:lnTo>
                    <a:pt x="6734562" y="529209"/>
                  </a:lnTo>
                  <a:lnTo>
                    <a:pt x="6683101" y="510831"/>
                  </a:lnTo>
                  <a:lnTo>
                    <a:pt x="6631618" y="490733"/>
                  </a:lnTo>
                  <a:lnTo>
                    <a:pt x="6579751" y="468947"/>
                  </a:lnTo>
                  <a:lnTo>
                    <a:pt x="6527287" y="445570"/>
                  </a:lnTo>
                  <a:lnTo>
                    <a:pt x="6474139" y="420769"/>
                  </a:lnTo>
                  <a:lnTo>
                    <a:pt x="6420333" y="394777"/>
                  </a:lnTo>
                  <a:lnTo>
                    <a:pt x="6365987" y="367887"/>
                  </a:lnTo>
                  <a:lnTo>
                    <a:pt x="6311292" y="340443"/>
                  </a:lnTo>
                  <a:lnTo>
                    <a:pt x="6256480" y="312820"/>
                  </a:lnTo>
                  <a:lnTo>
                    <a:pt x="6201801" y="285401"/>
                  </a:lnTo>
                  <a:lnTo>
                    <a:pt x="6147485" y="258560"/>
                  </a:lnTo>
                  <a:lnTo>
                    <a:pt x="6093719" y="232637"/>
                  </a:lnTo>
                  <a:lnTo>
                    <a:pt x="6040617" y="207923"/>
                  </a:lnTo>
                  <a:lnTo>
                    <a:pt x="5988196" y="184647"/>
                  </a:lnTo>
                  <a:lnTo>
                    <a:pt x="5936363" y="162969"/>
                  </a:lnTo>
                  <a:lnTo>
                    <a:pt x="5884893" y="142983"/>
                  </a:lnTo>
                  <a:lnTo>
                    <a:pt x="5833418" y="124717"/>
                  </a:lnTo>
                  <a:lnTo>
                    <a:pt x="5784835" y="109178"/>
                  </a:lnTo>
                  <a:lnTo>
                    <a:pt x="5735197" y="95078"/>
                  </a:lnTo>
                  <a:lnTo>
                    <a:pt x="5683844" y="82414"/>
                  </a:lnTo>
                  <a:lnTo>
                    <a:pt x="5629953" y="71109"/>
                  </a:lnTo>
                  <a:lnTo>
                    <a:pt x="5572604" y="61036"/>
                  </a:lnTo>
                  <a:lnTo>
                    <a:pt x="5510864" y="52053"/>
                  </a:lnTo>
                  <a:lnTo>
                    <a:pt x="5443867" y="44024"/>
                  </a:lnTo>
                  <a:lnTo>
                    <a:pt x="5370920" y="36830"/>
                  </a:lnTo>
                  <a:lnTo>
                    <a:pt x="5291643" y="30374"/>
                  </a:lnTo>
                  <a:lnTo>
                    <a:pt x="5206154" y="24590"/>
                  </a:lnTo>
                  <a:lnTo>
                    <a:pt x="5115288" y="19435"/>
                  </a:lnTo>
                  <a:lnTo>
                    <a:pt x="5020802" y="14894"/>
                  </a:lnTo>
                  <a:lnTo>
                    <a:pt x="4925510" y="10971"/>
                  </a:lnTo>
                  <a:lnTo>
                    <a:pt x="4833212" y="7681"/>
                  </a:lnTo>
                  <a:lnTo>
                    <a:pt x="4748336" y="5035"/>
                  </a:lnTo>
                  <a:lnTo>
                    <a:pt x="4675263" y="3025"/>
                  </a:lnTo>
                  <a:lnTo>
                    <a:pt x="4617443" y="1611"/>
                  </a:lnTo>
                  <a:lnTo>
                    <a:pt x="4576565" y="717"/>
                  </a:lnTo>
                  <a:lnTo>
                    <a:pt x="4552055" y="235"/>
                  </a:lnTo>
                  <a:lnTo>
                    <a:pt x="4541028" y="40"/>
                  </a:lnTo>
                  <a:lnTo>
                    <a:pt x="4538543" y="0"/>
                  </a:lnTo>
                  <a:lnTo>
                    <a:pt x="4016409" y="0"/>
                  </a:lnTo>
                  <a:lnTo>
                    <a:pt x="4015139" y="1"/>
                  </a:lnTo>
                  <a:lnTo>
                    <a:pt x="4006838" y="9"/>
                  </a:lnTo>
                  <a:lnTo>
                    <a:pt x="3986086" y="33"/>
                  </a:lnTo>
                  <a:lnTo>
                    <a:pt x="3949427" y="80"/>
                  </a:lnTo>
                  <a:lnTo>
                    <a:pt x="3895684" y="157"/>
                  </a:lnTo>
                  <a:lnTo>
                    <a:pt x="3826014" y="270"/>
                  </a:lnTo>
                  <a:lnTo>
                    <a:pt x="3743513" y="420"/>
                  </a:lnTo>
                  <a:lnTo>
                    <a:pt x="3652442" y="609"/>
                  </a:lnTo>
                  <a:lnTo>
                    <a:pt x="3557315" y="837"/>
                  </a:lnTo>
                  <a:lnTo>
                    <a:pt x="3462157" y="1103"/>
                  </a:lnTo>
                  <a:lnTo>
                    <a:pt x="3370049" y="1406"/>
                  </a:lnTo>
                  <a:lnTo>
                    <a:pt x="3283009" y="1746"/>
                  </a:lnTo>
                  <a:lnTo>
                    <a:pt x="3202080" y="2127"/>
                  </a:lnTo>
                  <a:lnTo>
                    <a:pt x="3127529" y="2551"/>
                  </a:lnTo>
                  <a:lnTo>
                    <a:pt x="3059074" y="3024"/>
                  </a:lnTo>
                  <a:lnTo>
                    <a:pt x="2996077" y="3553"/>
                  </a:lnTo>
                  <a:lnTo>
                    <a:pt x="2937696" y="4146"/>
                  </a:lnTo>
                  <a:lnTo>
                    <a:pt x="2883000" y="4812"/>
                  </a:lnTo>
                  <a:lnTo>
                    <a:pt x="2831054" y="5559"/>
                  </a:lnTo>
                  <a:lnTo>
                    <a:pt x="2781003" y="6392"/>
                  </a:lnTo>
                  <a:lnTo>
                    <a:pt x="2770117" y="6588"/>
                  </a:lnTo>
                  <a:lnTo>
                    <a:pt x="2715867" y="7642"/>
                  </a:lnTo>
                  <a:lnTo>
                    <a:pt x="2662139" y="8807"/>
                  </a:lnTo>
                  <a:lnTo>
                    <a:pt x="2608345" y="10085"/>
                  </a:lnTo>
                  <a:lnTo>
                    <a:pt x="2554096" y="11474"/>
                  </a:lnTo>
                  <a:lnTo>
                    <a:pt x="2499169" y="12966"/>
                  </a:lnTo>
                  <a:lnTo>
                    <a:pt x="2443494" y="14549"/>
                  </a:lnTo>
                  <a:lnTo>
                    <a:pt x="2387127" y="16205"/>
                  </a:lnTo>
                  <a:lnTo>
                    <a:pt x="2330229" y="17914"/>
                  </a:lnTo>
                  <a:lnTo>
                    <a:pt x="2273037" y="19650"/>
                  </a:lnTo>
                  <a:lnTo>
                    <a:pt x="2215826" y="21388"/>
                  </a:lnTo>
                  <a:lnTo>
                    <a:pt x="2158874" y="23102"/>
                  </a:lnTo>
                  <a:lnTo>
                    <a:pt x="2102426" y="24766"/>
                  </a:lnTo>
                  <a:lnTo>
                    <a:pt x="2046654" y="26360"/>
                  </a:lnTo>
                  <a:lnTo>
                    <a:pt x="1991630" y="27864"/>
                  </a:lnTo>
                  <a:lnTo>
                    <a:pt x="1937301" y="29267"/>
                  </a:lnTo>
                  <a:lnTo>
                    <a:pt x="1883466" y="30561"/>
                  </a:lnTo>
                  <a:lnTo>
                    <a:pt x="1829758" y="31741"/>
                  </a:lnTo>
                  <a:lnTo>
                    <a:pt x="1775618" y="32809"/>
                  </a:lnTo>
                  <a:lnTo>
                    <a:pt x="1768425" y="32941"/>
                  </a:lnTo>
                  <a:lnTo>
                    <a:pt x="1718691" y="33794"/>
                  </a:lnTo>
                  <a:lnTo>
                    <a:pt x="1667234" y="34559"/>
                  </a:lnTo>
                  <a:lnTo>
                    <a:pt x="1613226" y="35242"/>
                  </a:lnTo>
                  <a:lnTo>
                    <a:pt x="1555741" y="35851"/>
                  </a:lnTo>
                  <a:lnTo>
                    <a:pt x="1493842" y="36393"/>
                  </a:lnTo>
                  <a:lnTo>
                    <a:pt x="1426657" y="36878"/>
                  </a:lnTo>
                  <a:lnTo>
                    <a:pt x="1353494" y="37313"/>
                  </a:lnTo>
                  <a:lnTo>
                    <a:pt x="1273975" y="37702"/>
                  </a:lnTo>
                  <a:lnTo>
                    <a:pt x="1188227" y="38051"/>
                  </a:lnTo>
                  <a:lnTo>
                    <a:pt x="1097103" y="38362"/>
                  </a:lnTo>
                  <a:lnTo>
                    <a:pt x="1002391" y="38636"/>
                  </a:lnTo>
                  <a:lnTo>
                    <a:pt x="906940" y="38873"/>
                  </a:lnTo>
                  <a:lnTo>
                    <a:pt x="814590" y="39071"/>
                  </a:lnTo>
                  <a:lnTo>
                    <a:pt x="729805" y="39230"/>
                  </a:lnTo>
                  <a:lnTo>
                    <a:pt x="656976" y="39350"/>
                  </a:lnTo>
                  <a:lnTo>
                    <a:pt x="599533" y="39435"/>
                  </a:lnTo>
                  <a:lnTo>
                    <a:pt x="559114" y="39488"/>
                  </a:lnTo>
                  <a:lnTo>
                    <a:pt x="535066" y="39516"/>
                  </a:lnTo>
                  <a:lnTo>
                    <a:pt x="524415" y="39527"/>
                  </a:lnTo>
                  <a:lnTo>
                    <a:pt x="522133" y="39530"/>
                  </a:lnTo>
                  <a:lnTo>
                    <a:pt x="0" y="39530"/>
                  </a:lnTo>
                  <a:close/>
                </a:path>
              </a:pathLst>
            </a:custGeom>
            <a:solidFill>
              <a:srgbClr val="F28E5B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1029" name="pl1029"/>
            <p:cNvSpPr/>
            <p:nvPr/>
          </p:nvSpPr>
          <p:spPr>
            <a:xfrm>
              <a:off x="386606" y="3777596"/>
              <a:ext cx="8554953" cy="655071"/>
            </a:xfrm>
            <a:custGeom>
              <a:avLst/>
              <a:pathLst>
                <a:path w="8554953" h="655071">
                  <a:moveTo>
                    <a:pt x="0" y="39530"/>
                  </a:moveTo>
                  <a:lnTo>
                    <a:pt x="522133" y="39530"/>
                  </a:lnTo>
                  <a:lnTo>
                    <a:pt x="523403" y="39528"/>
                  </a:lnTo>
                  <a:lnTo>
                    <a:pt x="531704" y="39520"/>
                  </a:lnTo>
                  <a:lnTo>
                    <a:pt x="552456" y="39496"/>
                  </a:lnTo>
                  <a:lnTo>
                    <a:pt x="589115" y="39449"/>
                  </a:lnTo>
                  <a:lnTo>
                    <a:pt x="642858" y="39372"/>
                  </a:lnTo>
                  <a:lnTo>
                    <a:pt x="712529" y="39259"/>
                  </a:lnTo>
                  <a:lnTo>
                    <a:pt x="795029" y="39109"/>
                  </a:lnTo>
                  <a:lnTo>
                    <a:pt x="886101" y="38920"/>
                  </a:lnTo>
                  <a:lnTo>
                    <a:pt x="981227" y="38692"/>
                  </a:lnTo>
                  <a:lnTo>
                    <a:pt x="1076386" y="38426"/>
                  </a:lnTo>
                  <a:lnTo>
                    <a:pt x="1168493" y="38123"/>
                  </a:lnTo>
                  <a:lnTo>
                    <a:pt x="1255533" y="37783"/>
                  </a:lnTo>
                  <a:lnTo>
                    <a:pt x="1336462" y="37403"/>
                  </a:lnTo>
                  <a:lnTo>
                    <a:pt x="1411013" y="36978"/>
                  </a:lnTo>
                  <a:lnTo>
                    <a:pt x="1479468" y="36505"/>
                  </a:lnTo>
                  <a:lnTo>
                    <a:pt x="1542465" y="35976"/>
                  </a:lnTo>
                  <a:lnTo>
                    <a:pt x="1600847" y="35383"/>
                  </a:lnTo>
                  <a:lnTo>
                    <a:pt x="1655543" y="34717"/>
                  </a:lnTo>
                  <a:lnTo>
                    <a:pt x="1707488" y="33970"/>
                  </a:lnTo>
                  <a:lnTo>
                    <a:pt x="1757539" y="33137"/>
                  </a:lnTo>
                  <a:lnTo>
                    <a:pt x="1768425" y="32941"/>
                  </a:lnTo>
                  <a:lnTo>
                    <a:pt x="1822675" y="31888"/>
                  </a:lnTo>
                  <a:lnTo>
                    <a:pt x="1876403" y="30722"/>
                  </a:lnTo>
                  <a:lnTo>
                    <a:pt x="1930197" y="29444"/>
                  </a:lnTo>
                  <a:lnTo>
                    <a:pt x="1984446" y="28055"/>
                  </a:lnTo>
                  <a:lnTo>
                    <a:pt x="2039373" y="26563"/>
                  </a:lnTo>
                  <a:lnTo>
                    <a:pt x="2095048" y="24980"/>
                  </a:lnTo>
                  <a:lnTo>
                    <a:pt x="2151415" y="23324"/>
                  </a:lnTo>
                  <a:lnTo>
                    <a:pt x="2208313" y="21616"/>
                  </a:lnTo>
                  <a:lnTo>
                    <a:pt x="2265506" y="19879"/>
                  </a:lnTo>
                  <a:lnTo>
                    <a:pt x="2322717" y="18141"/>
                  </a:lnTo>
                  <a:lnTo>
                    <a:pt x="2379668" y="16427"/>
                  </a:lnTo>
                  <a:lnTo>
                    <a:pt x="2436116" y="14763"/>
                  </a:lnTo>
                  <a:lnTo>
                    <a:pt x="2491888" y="13170"/>
                  </a:lnTo>
                  <a:lnTo>
                    <a:pt x="2546912" y="11665"/>
                  </a:lnTo>
                  <a:lnTo>
                    <a:pt x="2601241" y="10262"/>
                  </a:lnTo>
                  <a:lnTo>
                    <a:pt x="2655076" y="8969"/>
                  </a:lnTo>
                  <a:lnTo>
                    <a:pt x="2708784" y="7788"/>
                  </a:lnTo>
                  <a:lnTo>
                    <a:pt x="2762924" y="6720"/>
                  </a:lnTo>
                  <a:lnTo>
                    <a:pt x="2770117" y="6588"/>
                  </a:lnTo>
                  <a:lnTo>
                    <a:pt x="2819851" y="5735"/>
                  </a:lnTo>
                  <a:lnTo>
                    <a:pt x="2871308" y="4970"/>
                  </a:lnTo>
                  <a:lnTo>
                    <a:pt x="2925316" y="4287"/>
                  </a:lnTo>
                  <a:lnTo>
                    <a:pt x="2982801" y="3678"/>
                  </a:lnTo>
                  <a:lnTo>
                    <a:pt x="3044701" y="3136"/>
                  </a:lnTo>
                  <a:lnTo>
                    <a:pt x="3111885" y="2651"/>
                  </a:lnTo>
                  <a:lnTo>
                    <a:pt x="3185048" y="2217"/>
                  </a:lnTo>
                  <a:lnTo>
                    <a:pt x="3264567" y="1827"/>
                  </a:lnTo>
                  <a:lnTo>
                    <a:pt x="3350315" y="1478"/>
                  </a:lnTo>
                  <a:lnTo>
                    <a:pt x="3441439" y="1167"/>
                  </a:lnTo>
                  <a:lnTo>
                    <a:pt x="3536151" y="893"/>
                  </a:lnTo>
                  <a:lnTo>
                    <a:pt x="3631603" y="657"/>
                  </a:lnTo>
                  <a:lnTo>
                    <a:pt x="3723952" y="459"/>
                  </a:lnTo>
                  <a:lnTo>
                    <a:pt x="3808738" y="300"/>
                  </a:lnTo>
                  <a:lnTo>
                    <a:pt x="3881566" y="179"/>
                  </a:lnTo>
                  <a:lnTo>
                    <a:pt x="3939009" y="95"/>
                  </a:lnTo>
                  <a:lnTo>
                    <a:pt x="3979428" y="42"/>
                  </a:lnTo>
                  <a:lnTo>
                    <a:pt x="4003476" y="13"/>
                  </a:lnTo>
                  <a:lnTo>
                    <a:pt x="4014127" y="2"/>
                  </a:lnTo>
                  <a:lnTo>
                    <a:pt x="4016395" y="0"/>
                  </a:lnTo>
                  <a:lnTo>
                    <a:pt x="4016409" y="0"/>
                  </a:lnTo>
                  <a:lnTo>
                    <a:pt x="4538543" y="0"/>
                  </a:lnTo>
                  <a:lnTo>
                    <a:pt x="4539806" y="19"/>
                  </a:lnTo>
                  <a:lnTo>
                    <a:pt x="4548061" y="162"/>
                  </a:lnTo>
                  <a:lnTo>
                    <a:pt x="4568704" y="557"/>
                  </a:lnTo>
                  <a:lnTo>
                    <a:pt x="4605181" y="1333"/>
                  </a:lnTo>
                  <a:lnTo>
                    <a:pt x="4658678" y="2603"/>
                  </a:lnTo>
                  <a:lnTo>
                    <a:pt x="4728064" y="4453"/>
                  </a:lnTo>
                  <a:lnTo>
                    <a:pt x="4810274" y="6932"/>
                  </a:lnTo>
                  <a:lnTo>
                    <a:pt x="4901083" y="10055"/>
                  </a:lnTo>
                  <a:lnTo>
                    <a:pt x="4995997" y="13815"/>
                  </a:lnTo>
                  <a:lnTo>
                    <a:pt x="5091005" y="18197"/>
                  </a:lnTo>
                  <a:lnTo>
                    <a:pt x="5183022" y="23192"/>
                  </a:lnTo>
                  <a:lnTo>
                    <a:pt x="5270021" y="28810"/>
                  </a:lnTo>
                  <a:lnTo>
                    <a:pt x="5350948" y="35086"/>
                  </a:lnTo>
                  <a:lnTo>
                    <a:pt x="5425518" y="42080"/>
                  </a:lnTo>
                  <a:lnTo>
                    <a:pt x="5494004" y="49882"/>
                  </a:lnTo>
                  <a:lnTo>
                    <a:pt x="5557030" y="58604"/>
                  </a:lnTo>
                  <a:lnTo>
                    <a:pt x="5615431" y="68380"/>
                  </a:lnTo>
                  <a:lnTo>
                    <a:pt x="5670130" y="79352"/>
                  </a:lnTo>
                  <a:lnTo>
                    <a:pt x="5722058" y="91653"/>
                  </a:lnTo>
                  <a:lnTo>
                    <a:pt x="5772070" y="105378"/>
                  </a:lnTo>
                  <a:lnTo>
                    <a:pt x="5784835" y="109178"/>
                  </a:lnTo>
                  <a:lnTo>
                    <a:pt x="5836800" y="125861"/>
                  </a:lnTo>
                  <a:lnTo>
                    <a:pt x="5888261" y="144240"/>
                  </a:lnTo>
                  <a:lnTo>
                    <a:pt x="5939744" y="164338"/>
                  </a:lnTo>
                  <a:lnTo>
                    <a:pt x="5991611" y="186124"/>
                  </a:lnTo>
                  <a:lnTo>
                    <a:pt x="6044075" y="209501"/>
                  </a:lnTo>
                  <a:lnTo>
                    <a:pt x="6097223" y="234302"/>
                  </a:lnTo>
                  <a:lnTo>
                    <a:pt x="6151029" y="260294"/>
                  </a:lnTo>
                  <a:lnTo>
                    <a:pt x="6205375" y="287184"/>
                  </a:lnTo>
                  <a:lnTo>
                    <a:pt x="6260070" y="314628"/>
                  </a:lnTo>
                  <a:lnTo>
                    <a:pt x="6314882" y="342251"/>
                  </a:lnTo>
                  <a:lnTo>
                    <a:pt x="6369561" y="369670"/>
                  </a:lnTo>
                  <a:lnTo>
                    <a:pt x="6423877" y="396511"/>
                  </a:lnTo>
                  <a:lnTo>
                    <a:pt x="6477643" y="422433"/>
                  </a:lnTo>
                  <a:lnTo>
                    <a:pt x="6530745" y="447148"/>
                  </a:lnTo>
                  <a:lnTo>
                    <a:pt x="6583166" y="470424"/>
                  </a:lnTo>
                  <a:lnTo>
                    <a:pt x="6634999" y="492102"/>
                  </a:lnTo>
                  <a:lnTo>
                    <a:pt x="6686469" y="512088"/>
                  </a:lnTo>
                  <a:lnTo>
                    <a:pt x="6737944" y="530354"/>
                  </a:lnTo>
                  <a:lnTo>
                    <a:pt x="6786527" y="545893"/>
                  </a:lnTo>
                  <a:lnTo>
                    <a:pt x="6836165" y="559993"/>
                  </a:lnTo>
                  <a:lnTo>
                    <a:pt x="6887518" y="572657"/>
                  </a:lnTo>
                  <a:lnTo>
                    <a:pt x="6941409" y="583962"/>
                  </a:lnTo>
                  <a:lnTo>
                    <a:pt x="6998758" y="594035"/>
                  </a:lnTo>
                  <a:lnTo>
                    <a:pt x="7060498" y="603018"/>
                  </a:lnTo>
                  <a:lnTo>
                    <a:pt x="7127495" y="611047"/>
                  </a:lnTo>
                  <a:lnTo>
                    <a:pt x="7200442" y="618241"/>
                  </a:lnTo>
                  <a:lnTo>
                    <a:pt x="7279719" y="624696"/>
                  </a:lnTo>
                  <a:lnTo>
                    <a:pt x="7365208" y="630481"/>
                  </a:lnTo>
                  <a:lnTo>
                    <a:pt x="7456074" y="635636"/>
                  </a:lnTo>
                  <a:lnTo>
                    <a:pt x="7550560" y="640177"/>
                  </a:lnTo>
                  <a:lnTo>
                    <a:pt x="7645852" y="644100"/>
                  </a:lnTo>
                  <a:lnTo>
                    <a:pt x="7738150" y="647390"/>
                  </a:lnTo>
                  <a:lnTo>
                    <a:pt x="7823026" y="650036"/>
                  </a:lnTo>
                  <a:lnTo>
                    <a:pt x="7896098" y="652046"/>
                  </a:lnTo>
                  <a:lnTo>
                    <a:pt x="7953919" y="653460"/>
                  </a:lnTo>
                  <a:lnTo>
                    <a:pt x="7994797" y="654354"/>
                  </a:lnTo>
                  <a:lnTo>
                    <a:pt x="8019307" y="654835"/>
                  </a:lnTo>
                  <a:lnTo>
                    <a:pt x="8030334" y="655031"/>
                  </a:lnTo>
                  <a:lnTo>
                    <a:pt x="8032796" y="655071"/>
                  </a:lnTo>
                  <a:lnTo>
                    <a:pt x="8032819" y="655071"/>
                  </a:lnTo>
                  <a:lnTo>
                    <a:pt x="8554953" y="655071"/>
                  </a:lnTo>
                  <a:lnTo>
                    <a:pt x="8554953" y="655071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030" name="pl1030"/>
            <p:cNvSpPr/>
            <p:nvPr/>
          </p:nvSpPr>
          <p:spPr>
            <a:xfrm>
              <a:off x="386606" y="3766302"/>
              <a:ext cx="8554953" cy="655071"/>
            </a:xfrm>
            <a:custGeom>
              <a:avLst/>
              <a:pathLst>
                <a:path w="8554953" h="655071">
                  <a:moveTo>
                    <a:pt x="8554953" y="655071"/>
                  </a:moveTo>
                  <a:lnTo>
                    <a:pt x="8032819" y="655071"/>
                  </a:lnTo>
                  <a:lnTo>
                    <a:pt x="8031556" y="655051"/>
                  </a:lnTo>
                  <a:lnTo>
                    <a:pt x="8023301" y="654909"/>
                  </a:lnTo>
                  <a:lnTo>
                    <a:pt x="8002658" y="654514"/>
                  </a:lnTo>
                  <a:lnTo>
                    <a:pt x="7966181" y="653738"/>
                  </a:lnTo>
                  <a:lnTo>
                    <a:pt x="7912684" y="652468"/>
                  </a:lnTo>
                  <a:lnTo>
                    <a:pt x="7843298" y="650618"/>
                  </a:lnTo>
                  <a:lnTo>
                    <a:pt x="7761088" y="648139"/>
                  </a:lnTo>
                  <a:lnTo>
                    <a:pt x="7670279" y="645016"/>
                  </a:lnTo>
                  <a:lnTo>
                    <a:pt x="7575365" y="641256"/>
                  </a:lnTo>
                  <a:lnTo>
                    <a:pt x="7480356" y="636874"/>
                  </a:lnTo>
                  <a:lnTo>
                    <a:pt x="7388340" y="631879"/>
                  </a:lnTo>
                  <a:lnTo>
                    <a:pt x="7301341" y="626261"/>
                  </a:lnTo>
                  <a:lnTo>
                    <a:pt x="7220414" y="619985"/>
                  </a:lnTo>
                  <a:lnTo>
                    <a:pt x="7145843" y="612991"/>
                  </a:lnTo>
                  <a:lnTo>
                    <a:pt x="7077358" y="605189"/>
                  </a:lnTo>
                  <a:lnTo>
                    <a:pt x="7014331" y="596467"/>
                  </a:lnTo>
                  <a:lnTo>
                    <a:pt x="6955931" y="586691"/>
                  </a:lnTo>
                  <a:lnTo>
                    <a:pt x="6901232" y="575719"/>
                  </a:lnTo>
                  <a:lnTo>
                    <a:pt x="6849304" y="563418"/>
                  </a:lnTo>
                  <a:lnTo>
                    <a:pt x="6799292" y="549693"/>
                  </a:lnTo>
                  <a:lnTo>
                    <a:pt x="6786527" y="545893"/>
                  </a:lnTo>
                  <a:lnTo>
                    <a:pt x="6734562" y="529209"/>
                  </a:lnTo>
                  <a:lnTo>
                    <a:pt x="6683101" y="510831"/>
                  </a:lnTo>
                  <a:lnTo>
                    <a:pt x="6631618" y="490733"/>
                  </a:lnTo>
                  <a:lnTo>
                    <a:pt x="6579751" y="468947"/>
                  </a:lnTo>
                  <a:lnTo>
                    <a:pt x="6527287" y="445570"/>
                  </a:lnTo>
                  <a:lnTo>
                    <a:pt x="6474139" y="420769"/>
                  </a:lnTo>
                  <a:lnTo>
                    <a:pt x="6420333" y="394777"/>
                  </a:lnTo>
                  <a:lnTo>
                    <a:pt x="6365987" y="367887"/>
                  </a:lnTo>
                  <a:lnTo>
                    <a:pt x="6311292" y="340443"/>
                  </a:lnTo>
                  <a:lnTo>
                    <a:pt x="6256480" y="312820"/>
                  </a:lnTo>
                  <a:lnTo>
                    <a:pt x="6201801" y="285401"/>
                  </a:lnTo>
                  <a:lnTo>
                    <a:pt x="6147485" y="258560"/>
                  </a:lnTo>
                  <a:lnTo>
                    <a:pt x="6093719" y="232637"/>
                  </a:lnTo>
                  <a:lnTo>
                    <a:pt x="6040617" y="207923"/>
                  </a:lnTo>
                  <a:lnTo>
                    <a:pt x="5988196" y="184647"/>
                  </a:lnTo>
                  <a:lnTo>
                    <a:pt x="5936363" y="162969"/>
                  </a:lnTo>
                  <a:lnTo>
                    <a:pt x="5884893" y="142983"/>
                  </a:lnTo>
                  <a:lnTo>
                    <a:pt x="5833418" y="124717"/>
                  </a:lnTo>
                  <a:lnTo>
                    <a:pt x="5784835" y="109178"/>
                  </a:lnTo>
                  <a:lnTo>
                    <a:pt x="5735197" y="95078"/>
                  </a:lnTo>
                  <a:lnTo>
                    <a:pt x="5683844" y="82414"/>
                  </a:lnTo>
                  <a:lnTo>
                    <a:pt x="5629953" y="71109"/>
                  </a:lnTo>
                  <a:lnTo>
                    <a:pt x="5572604" y="61036"/>
                  </a:lnTo>
                  <a:lnTo>
                    <a:pt x="5510864" y="52053"/>
                  </a:lnTo>
                  <a:lnTo>
                    <a:pt x="5443867" y="44024"/>
                  </a:lnTo>
                  <a:lnTo>
                    <a:pt x="5370920" y="36830"/>
                  </a:lnTo>
                  <a:lnTo>
                    <a:pt x="5291643" y="30374"/>
                  </a:lnTo>
                  <a:lnTo>
                    <a:pt x="5206154" y="24590"/>
                  </a:lnTo>
                  <a:lnTo>
                    <a:pt x="5115288" y="19435"/>
                  </a:lnTo>
                  <a:lnTo>
                    <a:pt x="5020802" y="14894"/>
                  </a:lnTo>
                  <a:lnTo>
                    <a:pt x="4925510" y="10971"/>
                  </a:lnTo>
                  <a:lnTo>
                    <a:pt x="4833212" y="7681"/>
                  </a:lnTo>
                  <a:lnTo>
                    <a:pt x="4748336" y="5035"/>
                  </a:lnTo>
                  <a:lnTo>
                    <a:pt x="4675263" y="3025"/>
                  </a:lnTo>
                  <a:lnTo>
                    <a:pt x="4617443" y="1611"/>
                  </a:lnTo>
                  <a:lnTo>
                    <a:pt x="4576565" y="717"/>
                  </a:lnTo>
                  <a:lnTo>
                    <a:pt x="4552055" y="235"/>
                  </a:lnTo>
                  <a:lnTo>
                    <a:pt x="4541028" y="40"/>
                  </a:lnTo>
                  <a:lnTo>
                    <a:pt x="4538566" y="0"/>
                  </a:lnTo>
                  <a:lnTo>
                    <a:pt x="4538543" y="0"/>
                  </a:lnTo>
                  <a:lnTo>
                    <a:pt x="4016409" y="0"/>
                  </a:lnTo>
                  <a:lnTo>
                    <a:pt x="4015139" y="1"/>
                  </a:lnTo>
                  <a:lnTo>
                    <a:pt x="4006838" y="9"/>
                  </a:lnTo>
                  <a:lnTo>
                    <a:pt x="3986086" y="33"/>
                  </a:lnTo>
                  <a:lnTo>
                    <a:pt x="3949427" y="80"/>
                  </a:lnTo>
                  <a:lnTo>
                    <a:pt x="3895684" y="157"/>
                  </a:lnTo>
                  <a:lnTo>
                    <a:pt x="3826014" y="270"/>
                  </a:lnTo>
                  <a:lnTo>
                    <a:pt x="3743513" y="420"/>
                  </a:lnTo>
                  <a:lnTo>
                    <a:pt x="3652442" y="609"/>
                  </a:lnTo>
                  <a:lnTo>
                    <a:pt x="3557315" y="837"/>
                  </a:lnTo>
                  <a:lnTo>
                    <a:pt x="3462157" y="1103"/>
                  </a:lnTo>
                  <a:lnTo>
                    <a:pt x="3370049" y="1406"/>
                  </a:lnTo>
                  <a:lnTo>
                    <a:pt x="3283009" y="1746"/>
                  </a:lnTo>
                  <a:lnTo>
                    <a:pt x="3202080" y="2127"/>
                  </a:lnTo>
                  <a:lnTo>
                    <a:pt x="3127529" y="2551"/>
                  </a:lnTo>
                  <a:lnTo>
                    <a:pt x="3059074" y="3024"/>
                  </a:lnTo>
                  <a:lnTo>
                    <a:pt x="2996077" y="3553"/>
                  </a:lnTo>
                  <a:lnTo>
                    <a:pt x="2937696" y="4146"/>
                  </a:lnTo>
                  <a:lnTo>
                    <a:pt x="2883000" y="4812"/>
                  </a:lnTo>
                  <a:lnTo>
                    <a:pt x="2831054" y="5559"/>
                  </a:lnTo>
                  <a:lnTo>
                    <a:pt x="2781003" y="6392"/>
                  </a:lnTo>
                  <a:lnTo>
                    <a:pt x="2770117" y="6588"/>
                  </a:lnTo>
                  <a:lnTo>
                    <a:pt x="2715867" y="7642"/>
                  </a:lnTo>
                  <a:lnTo>
                    <a:pt x="2662139" y="8807"/>
                  </a:lnTo>
                  <a:lnTo>
                    <a:pt x="2608345" y="10085"/>
                  </a:lnTo>
                  <a:lnTo>
                    <a:pt x="2554096" y="11474"/>
                  </a:lnTo>
                  <a:lnTo>
                    <a:pt x="2499169" y="12966"/>
                  </a:lnTo>
                  <a:lnTo>
                    <a:pt x="2443494" y="14549"/>
                  </a:lnTo>
                  <a:lnTo>
                    <a:pt x="2387127" y="16205"/>
                  </a:lnTo>
                  <a:lnTo>
                    <a:pt x="2330229" y="17914"/>
                  </a:lnTo>
                  <a:lnTo>
                    <a:pt x="2273037" y="19650"/>
                  </a:lnTo>
                  <a:lnTo>
                    <a:pt x="2215826" y="21388"/>
                  </a:lnTo>
                  <a:lnTo>
                    <a:pt x="2158874" y="23102"/>
                  </a:lnTo>
                  <a:lnTo>
                    <a:pt x="2102426" y="24766"/>
                  </a:lnTo>
                  <a:lnTo>
                    <a:pt x="2046654" y="26360"/>
                  </a:lnTo>
                  <a:lnTo>
                    <a:pt x="1991630" y="27864"/>
                  </a:lnTo>
                  <a:lnTo>
                    <a:pt x="1937301" y="29267"/>
                  </a:lnTo>
                  <a:lnTo>
                    <a:pt x="1883466" y="30561"/>
                  </a:lnTo>
                  <a:lnTo>
                    <a:pt x="1829758" y="31741"/>
                  </a:lnTo>
                  <a:lnTo>
                    <a:pt x="1775618" y="32809"/>
                  </a:lnTo>
                  <a:lnTo>
                    <a:pt x="1768425" y="32941"/>
                  </a:lnTo>
                  <a:lnTo>
                    <a:pt x="1718691" y="33794"/>
                  </a:lnTo>
                  <a:lnTo>
                    <a:pt x="1667234" y="34559"/>
                  </a:lnTo>
                  <a:lnTo>
                    <a:pt x="1613226" y="35242"/>
                  </a:lnTo>
                  <a:lnTo>
                    <a:pt x="1555741" y="35851"/>
                  </a:lnTo>
                  <a:lnTo>
                    <a:pt x="1493842" y="36393"/>
                  </a:lnTo>
                  <a:lnTo>
                    <a:pt x="1426657" y="36878"/>
                  </a:lnTo>
                  <a:lnTo>
                    <a:pt x="1353494" y="37313"/>
                  </a:lnTo>
                  <a:lnTo>
                    <a:pt x="1273975" y="37702"/>
                  </a:lnTo>
                  <a:lnTo>
                    <a:pt x="1188227" y="38051"/>
                  </a:lnTo>
                  <a:lnTo>
                    <a:pt x="1097103" y="38362"/>
                  </a:lnTo>
                  <a:lnTo>
                    <a:pt x="1002391" y="38636"/>
                  </a:lnTo>
                  <a:lnTo>
                    <a:pt x="906940" y="38873"/>
                  </a:lnTo>
                  <a:lnTo>
                    <a:pt x="814590" y="39071"/>
                  </a:lnTo>
                  <a:lnTo>
                    <a:pt x="729805" y="39230"/>
                  </a:lnTo>
                  <a:lnTo>
                    <a:pt x="656976" y="39350"/>
                  </a:lnTo>
                  <a:lnTo>
                    <a:pt x="599533" y="39435"/>
                  </a:lnTo>
                  <a:lnTo>
                    <a:pt x="559114" y="39488"/>
                  </a:lnTo>
                  <a:lnTo>
                    <a:pt x="535066" y="39516"/>
                  </a:lnTo>
                  <a:lnTo>
                    <a:pt x="524415" y="39527"/>
                  </a:lnTo>
                  <a:lnTo>
                    <a:pt x="522147" y="39530"/>
                  </a:lnTo>
                  <a:lnTo>
                    <a:pt x="522133" y="39530"/>
                  </a:lnTo>
                  <a:lnTo>
                    <a:pt x="0" y="39530"/>
                  </a:lnTo>
                  <a:lnTo>
                    <a:pt x="0" y="3953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031" name="pg1031"/>
            <p:cNvSpPr/>
            <p:nvPr/>
          </p:nvSpPr>
          <p:spPr>
            <a:xfrm>
              <a:off x="386606" y="1117779"/>
              <a:ext cx="8554953" cy="4433029"/>
            </a:xfrm>
            <a:custGeom>
              <a:avLst/>
              <a:pathLst>
                <a:path w="8554953" h="4433029">
                  <a:moveTo>
                    <a:pt x="0" y="2987353"/>
                  </a:moveTo>
                  <a:lnTo>
                    <a:pt x="522133" y="2987353"/>
                  </a:lnTo>
                  <a:lnTo>
                    <a:pt x="523369" y="2987396"/>
                  </a:lnTo>
                  <a:lnTo>
                    <a:pt x="531454" y="2987705"/>
                  </a:lnTo>
                  <a:lnTo>
                    <a:pt x="551687" y="2988557"/>
                  </a:lnTo>
                  <a:lnTo>
                    <a:pt x="587476" y="2990232"/>
                  </a:lnTo>
                  <a:lnTo>
                    <a:pt x="640043" y="2992976"/>
                  </a:lnTo>
                  <a:lnTo>
                    <a:pt x="708347" y="2996976"/>
                  </a:lnTo>
                  <a:lnTo>
                    <a:pt x="789455" y="3002341"/>
                  </a:lnTo>
                  <a:lnTo>
                    <a:pt x="879262" y="3009107"/>
                  </a:lnTo>
                  <a:lnTo>
                    <a:pt x="973364" y="3017260"/>
                  </a:lnTo>
                  <a:lnTo>
                    <a:pt x="1067790" y="3026767"/>
                  </a:lnTo>
                  <a:lnTo>
                    <a:pt x="1159452" y="3037609"/>
                  </a:lnTo>
                  <a:lnTo>
                    <a:pt x="1246288" y="3049802"/>
                  </a:lnTo>
                  <a:lnTo>
                    <a:pt x="1327196" y="3063417"/>
                  </a:lnTo>
                  <a:lnTo>
                    <a:pt x="1401839" y="3078579"/>
                  </a:lnTo>
                  <a:lnTo>
                    <a:pt x="1470438" y="3095476"/>
                  </a:lnTo>
                  <a:lnTo>
                    <a:pt x="1533577" y="3114346"/>
                  </a:lnTo>
                  <a:lnTo>
                    <a:pt x="1592056" y="3135472"/>
                  </a:lnTo>
                  <a:lnTo>
                    <a:pt x="1646772" y="3159162"/>
                  </a:lnTo>
                  <a:lnTo>
                    <a:pt x="1698640" y="3185708"/>
                  </a:lnTo>
                  <a:lnTo>
                    <a:pt x="1748512" y="3215331"/>
                  </a:lnTo>
                  <a:lnTo>
                    <a:pt x="1768425" y="3228299"/>
                  </a:lnTo>
                  <a:lnTo>
                    <a:pt x="1814536" y="3260757"/>
                  </a:lnTo>
                  <a:lnTo>
                    <a:pt x="1860197" y="3296147"/>
                  </a:lnTo>
                  <a:lnTo>
                    <a:pt x="1905797" y="3334522"/>
                  </a:lnTo>
                  <a:lnTo>
                    <a:pt x="1951617" y="3375857"/>
                  </a:lnTo>
                  <a:lnTo>
                    <a:pt x="1997845" y="3420045"/>
                  </a:lnTo>
                  <a:lnTo>
                    <a:pt x="2044586" y="3466884"/>
                  </a:lnTo>
                  <a:lnTo>
                    <a:pt x="2091869" y="3516080"/>
                  </a:lnTo>
                  <a:lnTo>
                    <a:pt x="2139657" y="3567247"/>
                  </a:lnTo>
                  <a:lnTo>
                    <a:pt x="2187857" y="3619920"/>
                  </a:lnTo>
                  <a:lnTo>
                    <a:pt x="2236337" y="3673568"/>
                  </a:lnTo>
                  <a:lnTo>
                    <a:pt x="2284934" y="3727616"/>
                  </a:lnTo>
                  <a:lnTo>
                    <a:pt x="2333475" y="3781474"/>
                  </a:lnTo>
                  <a:lnTo>
                    <a:pt x="2381792" y="3834557"/>
                  </a:lnTo>
                  <a:lnTo>
                    <a:pt x="2429740" y="3886317"/>
                  </a:lnTo>
                  <a:lnTo>
                    <a:pt x="2477209" y="3936262"/>
                  </a:lnTo>
                  <a:lnTo>
                    <a:pt x="2524143" y="3983977"/>
                  </a:lnTo>
                  <a:lnTo>
                    <a:pt x="2570546" y="4029135"/>
                  </a:lnTo>
                  <a:lnTo>
                    <a:pt x="2616494" y="4071502"/>
                  </a:lnTo>
                  <a:lnTo>
                    <a:pt x="2662145" y="4110935"/>
                  </a:lnTo>
                  <a:lnTo>
                    <a:pt x="2707746" y="4147384"/>
                  </a:lnTo>
                  <a:lnTo>
                    <a:pt x="2753645" y="4180874"/>
                  </a:lnTo>
                  <a:lnTo>
                    <a:pt x="2770117" y="4192083"/>
                  </a:lnTo>
                  <a:lnTo>
                    <a:pt x="2819390" y="4222986"/>
                  </a:lnTo>
                  <a:lnTo>
                    <a:pt x="2870348" y="4250767"/>
                  </a:lnTo>
                  <a:lnTo>
                    <a:pt x="2923796" y="4275587"/>
                  </a:lnTo>
                  <a:lnTo>
                    <a:pt x="2980631" y="4297720"/>
                  </a:lnTo>
                  <a:lnTo>
                    <a:pt x="3041768" y="4317473"/>
                  </a:lnTo>
                  <a:lnTo>
                    <a:pt x="3108057" y="4335142"/>
                  </a:lnTo>
                  <a:lnTo>
                    <a:pt x="3180187" y="4350985"/>
                  </a:lnTo>
                  <a:lnTo>
                    <a:pt x="3258547" y="4365211"/>
                  </a:lnTo>
                  <a:lnTo>
                    <a:pt x="3343053" y="4377972"/>
                  </a:lnTo>
                  <a:lnTo>
                    <a:pt x="3432941" y="4389359"/>
                  </a:lnTo>
                  <a:lnTo>
                    <a:pt x="3526555" y="4399411"/>
                  </a:lnTo>
                  <a:lnTo>
                    <a:pt x="3621226" y="4408119"/>
                  </a:lnTo>
                  <a:lnTo>
                    <a:pt x="3713303" y="4415454"/>
                  </a:lnTo>
                  <a:lnTo>
                    <a:pt x="3798486" y="4421389"/>
                  </a:lnTo>
                  <a:lnTo>
                    <a:pt x="3872446" y="4425936"/>
                  </a:lnTo>
                  <a:lnTo>
                    <a:pt x="3931669" y="4429174"/>
                  </a:lnTo>
                  <a:lnTo>
                    <a:pt x="3974276" y="4431257"/>
                  </a:lnTo>
                  <a:lnTo>
                    <a:pt x="4000552" y="4432412"/>
                  </a:lnTo>
                  <a:lnTo>
                    <a:pt x="4013045" y="4432908"/>
                  </a:lnTo>
                  <a:lnTo>
                    <a:pt x="4016409" y="4433029"/>
                  </a:lnTo>
                  <a:lnTo>
                    <a:pt x="4538543" y="4433029"/>
                  </a:lnTo>
                  <a:lnTo>
                    <a:pt x="4539435" y="4432934"/>
                  </a:lnTo>
                  <a:lnTo>
                    <a:pt x="4545315" y="4432260"/>
                  </a:lnTo>
                  <a:lnTo>
                    <a:pt x="4560182" y="4430397"/>
                  </a:lnTo>
                  <a:lnTo>
                    <a:pt x="4586866" y="4426728"/>
                  </a:lnTo>
                  <a:lnTo>
                    <a:pt x="4626842" y="4420675"/>
                  </a:lnTo>
                  <a:lnTo>
                    <a:pt x="4680113" y="4411758"/>
                  </a:lnTo>
                  <a:lnTo>
                    <a:pt x="4745297" y="4399636"/>
                  </a:lnTo>
                  <a:lnTo>
                    <a:pt x="4819941" y="4384126"/>
                  </a:lnTo>
                  <a:lnTo>
                    <a:pt x="4900986" y="4365178"/>
                  </a:lnTo>
                  <a:lnTo>
                    <a:pt x="4985271" y="4342834"/>
                  </a:lnTo>
                  <a:lnTo>
                    <a:pt x="5069940" y="4317167"/>
                  </a:lnTo>
                  <a:lnTo>
                    <a:pt x="5152703" y="4288228"/>
                  </a:lnTo>
                  <a:lnTo>
                    <a:pt x="5231933" y="4255999"/>
                  </a:lnTo>
                  <a:lnTo>
                    <a:pt x="5306640" y="4220366"/>
                  </a:lnTo>
                  <a:lnTo>
                    <a:pt x="5376377" y="4181105"/>
                  </a:lnTo>
                  <a:lnTo>
                    <a:pt x="5441117" y="4137872"/>
                  </a:lnTo>
                  <a:lnTo>
                    <a:pt x="5501136" y="4090214"/>
                  </a:lnTo>
                  <a:lnTo>
                    <a:pt x="5556906" y="4037575"/>
                  </a:lnTo>
                  <a:lnTo>
                    <a:pt x="5609018" y="3979322"/>
                  </a:lnTo>
                  <a:lnTo>
                    <a:pt x="5658123" y="3914778"/>
                  </a:lnTo>
                  <a:lnTo>
                    <a:pt x="5704877" y="3843292"/>
                  </a:lnTo>
                  <a:lnTo>
                    <a:pt x="5749904" y="3764340"/>
                  </a:lnTo>
                  <a:lnTo>
                    <a:pt x="5784835" y="3696073"/>
                  </a:lnTo>
                  <a:lnTo>
                    <a:pt x="5815718" y="3630717"/>
                  </a:lnTo>
                  <a:lnTo>
                    <a:pt x="5846334" y="3561397"/>
                  </a:lnTo>
                  <a:lnTo>
                    <a:pt x="5876816" y="3488036"/>
                  </a:lnTo>
                  <a:lnTo>
                    <a:pt x="5907273" y="3410593"/>
                  </a:lnTo>
                  <a:lnTo>
                    <a:pt x="5937794" y="3329079"/>
                  </a:lnTo>
                  <a:lnTo>
                    <a:pt x="5968448" y="3243554"/>
                  </a:lnTo>
                  <a:lnTo>
                    <a:pt x="5999287" y="3154129"/>
                  </a:lnTo>
                  <a:lnTo>
                    <a:pt x="6030345" y="3060975"/>
                  </a:lnTo>
                  <a:lnTo>
                    <a:pt x="6061642" y="2964319"/>
                  </a:lnTo>
                  <a:lnTo>
                    <a:pt x="6093182" y="2864445"/>
                  </a:lnTo>
                  <a:lnTo>
                    <a:pt x="6124956" y="2761693"/>
                  </a:lnTo>
                  <a:lnTo>
                    <a:pt x="6156946" y="2656456"/>
                  </a:lnTo>
                  <a:lnTo>
                    <a:pt x="6189119" y="2549171"/>
                  </a:lnTo>
                  <a:lnTo>
                    <a:pt x="6221439" y="2440316"/>
                  </a:lnTo>
                  <a:lnTo>
                    <a:pt x="6253859" y="2330400"/>
                  </a:lnTo>
                  <a:lnTo>
                    <a:pt x="6286330" y="2219954"/>
                  </a:lnTo>
                  <a:lnTo>
                    <a:pt x="6318799" y="2109519"/>
                  </a:lnTo>
                  <a:lnTo>
                    <a:pt x="6351216" y="1999636"/>
                  </a:lnTo>
                  <a:lnTo>
                    <a:pt x="6383530" y="1890834"/>
                  </a:lnTo>
                  <a:lnTo>
                    <a:pt x="6415698" y="1783622"/>
                  </a:lnTo>
                  <a:lnTo>
                    <a:pt x="6447679" y="1678475"/>
                  </a:lnTo>
                  <a:lnTo>
                    <a:pt x="6479444" y="1575832"/>
                  </a:lnTo>
                  <a:lnTo>
                    <a:pt x="6510975" y="1476080"/>
                  </a:lnTo>
                  <a:lnTo>
                    <a:pt x="6542262" y="1379559"/>
                  </a:lnTo>
                  <a:lnTo>
                    <a:pt x="6573311" y="1286550"/>
                  </a:lnTo>
                  <a:lnTo>
                    <a:pt x="6604142" y="1197278"/>
                  </a:lnTo>
                  <a:lnTo>
                    <a:pt x="6634789" y="1111910"/>
                  </a:lnTo>
                  <a:lnTo>
                    <a:pt x="6665306" y="1030558"/>
                  </a:lnTo>
                  <a:lnTo>
                    <a:pt x="6695762" y="953279"/>
                  </a:lnTo>
                  <a:lnTo>
                    <a:pt x="6726247" y="880080"/>
                  </a:lnTo>
                  <a:lnTo>
                    <a:pt x="6756871" y="810921"/>
                  </a:lnTo>
                  <a:lnTo>
                    <a:pt x="6786527" y="748250"/>
                  </a:lnTo>
                  <a:lnTo>
                    <a:pt x="6830573" y="663178"/>
                  </a:lnTo>
                  <a:lnTo>
                    <a:pt x="6875906" y="585787"/>
                  </a:lnTo>
                  <a:lnTo>
                    <a:pt x="6923089" y="515773"/>
                  </a:lnTo>
                  <a:lnTo>
                    <a:pt x="6972756" y="452573"/>
                  </a:lnTo>
                  <a:lnTo>
                    <a:pt x="7025567" y="395525"/>
                  </a:lnTo>
                  <a:lnTo>
                    <a:pt x="7082162" y="343956"/>
                  </a:lnTo>
                  <a:lnTo>
                    <a:pt x="7143115" y="297247"/>
                  </a:lnTo>
                  <a:lnTo>
                    <a:pt x="7208865" y="254861"/>
                  </a:lnTo>
                  <a:lnTo>
                    <a:pt x="7279634" y="216368"/>
                  </a:lnTo>
                  <a:lnTo>
                    <a:pt x="7355320" y="181447"/>
                  </a:lnTo>
                  <a:lnTo>
                    <a:pt x="7435375" y="149899"/>
                  </a:lnTo>
                  <a:lnTo>
                    <a:pt x="7518683" y="121629"/>
                  </a:lnTo>
                  <a:lnTo>
                    <a:pt x="7603481" y="96637"/>
                  </a:lnTo>
                  <a:lnTo>
                    <a:pt x="7687349" y="74983"/>
                  </a:lnTo>
                  <a:lnTo>
                    <a:pt x="7767343" y="56738"/>
                  </a:lnTo>
                  <a:lnTo>
                    <a:pt x="7840286" y="41930"/>
                  </a:lnTo>
                  <a:lnTo>
                    <a:pt x="7903200" y="30485"/>
                  </a:lnTo>
                  <a:lnTo>
                    <a:pt x="7953816" y="22188"/>
                  </a:lnTo>
                  <a:lnTo>
                    <a:pt x="7991020" y="16667"/>
                  </a:lnTo>
                  <a:lnTo>
                    <a:pt x="8015115" y="13417"/>
                  </a:lnTo>
                  <a:lnTo>
                    <a:pt x="8027869" y="11848"/>
                  </a:lnTo>
                  <a:lnTo>
                    <a:pt x="8032366" y="11341"/>
                  </a:lnTo>
                  <a:lnTo>
                    <a:pt x="8032819" y="11294"/>
                  </a:lnTo>
                  <a:lnTo>
                    <a:pt x="8554953" y="11294"/>
                  </a:lnTo>
                  <a:lnTo>
                    <a:pt x="8554953" y="0"/>
                  </a:lnTo>
                  <a:lnTo>
                    <a:pt x="8032819" y="0"/>
                  </a:lnTo>
                  <a:lnTo>
                    <a:pt x="8031927" y="94"/>
                  </a:lnTo>
                  <a:lnTo>
                    <a:pt x="8026046" y="768"/>
                  </a:lnTo>
                  <a:lnTo>
                    <a:pt x="8011180" y="2631"/>
                  </a:lnTo>
                  <a:lnTo>
                    <a:pt x="7984495" y="6301"/>
                  </a:lnTo>
                  <a:lnTo>
                    <a:pt x="7944520" y="12354"/>
                  </a:lnTo>
                  <a:lnTo>
                    <a:pt x="7891249" y="21271"/>
                  </a:lnTo>
                  <a:lnTo>
                    <a:pt x="7826065" y="33392"/>
                  </a:lnTo>
                  <a:lnTo>
                    <a:pt x="7751421" y="48902"/>
                  </a:lnTo>
                  <a:lnTo>
                    <a:pt x="7670376" y="67850"/>
                  </a:lnTo>
                  <a:lnTo>
                    <a:pt x="7586091" y="90195"/>
                  </a:lnTo>
                  <a:lnTo>
                    <a:pt x="7501422" y="115862"/>
                  </a:lnTo>
                  <a:lnTo>
                    <a:pt x="7418659" y="144801"/>
                  </a:lnTo>
                  <a:lnTo>
                    <a:pt x="7339429" y="177029"/>
                  </a:lnTo>
                  <a:lnTo>
                    <a:pt x="7264722" y="212662"/>
                  </a:lnTo>
                  <a:lnTo>
                    <a:pt x="7194985" y="251924"/>
                  </a:lnTo>
                  <a:lnTo>
                    <a:pt x="7130245" y="295156"/>
                  </a:lnTo>
                  <a:lnTo>
                    <a:pt x="7070226" y="342815"/>
                  </a:lnTo>
                  <a:lnTo>
                    <a:pt x="7014456" y="395453"/>
                  </a:lnTo>
                  <a:lnTo>
                    <a:pt x="6962344" y="453707"/>
                  </a:lnTo>
                  <a:lnTo>
                    <a:pt x="6913239" y="518250"/>
                  </a:lnTo>
                  <a:lnTo>
                    <a:pt x="6866485" y="589736"/>
                  </a:lnTo>
                  <a:lnTo>
                    <a:pt x="6821458" y="668688"/>
                  </a:lnTo>
                  <a:lnTo>
                    <a:pt x="6786527" y="736955"/>
                  </a:lnTo>
                  <a:lnTo>
                    <a:pt x="6755644" y="802312"/>
                  </a:lnTo>
                  <a:lnTo>
                    <a:pt x="6725028" y="871631"/>
                  </a:lnTo>
                  <a:lnTo>
                    <a:pt x="6694546" y="944993"/>
                  </a:lnTo>
                  <a:lnTo>
                    <a:pt x="6664089" y="1022435"/>
                  </a:lnTo>
                  <a:lnTo>
                    <a:pt x="6633568" y="1103949"/>
                  </a:lnTo>
                  <a:lnTo>
                    <a:pt x="6602914" y="1189475"/>
                  </a:lnTo>
                  <a:lnTo>
                    <a:pt x="6572075" y="1278900"/>
                  </a:lnTo>
                  <a:lnTo>
                    <a:pt x="6541017" y="1372054"/>
                  </a:lnTo>
                  <a:lnTo>
                    <a:pt x="6509720" y="1468710"/>
                  </a:lnTo>
                  <a:lnTo>
                    <a:pt x="6478180" y="1568584"/>
                  </a:lnTo>
                  <a:lnTo>
                    <a:pt x="6446406" y="1671335"/>
                  </a:lnTo>
                  <a:lnTo>
                    <a:pt x="6414416" y="1776573"/>
                  </a:lnTo>
                  <a:lnTo>
                    <a:pt x="6382242" y="1883858"/>
                  </a:lnTo>
                  <a:lnTo>
                    <a:pt x="6349923" y="1992713"/>
                  </a:lnTo>
                  <a:lnTo>
                    <a:pt x="6317503" y="2102628"/>
                  </a:lnTo>
                  <a:lnTo>
                    <a:pt x="6285032" y="2213074"/>
                  </a:lnTo>
                  <a:lnTo>
                    <a:pt x="6252563" y="2323509"/>
                  </a:lnTo>
                  <a:lnTo>
                    <a:pt x="6220146" y="2433392"/>
                  </a:lnTo>
                  <a:lnTo>
                    <a:pt x="6187831" y="2542194"/>
                  </a:lnTo>
                  <a:lnTo>
                    <a:pt x="6155664" y="2649406"/>
                  </a:lnTo>
                  <a:lnTo>
                    <a:pt x="6123683" y="2754553"/>
                  </a:lnTo>
                  <a:lnTo>
                    <a:pt x="6091917" y="2857197"/>
                  </a:lnTo>
                  <a:lnTo>
                    <a:pt x="6060387" y="2956948"/>
                  </a:lnTo>
                  <a:lnTo>
                    <a:pt x="6029100" y="3053469"/>
                  </a:lnTo>
                  <a:lnTo>
                    <a:pt x="5998051" y="3146478"/>
                  </a:lnTo>
                  <a:lnTo>
                    <a:pt x="5967220" y="3235750"/>
                  </a:lnTo>
                  <a:lnTo>
                    <a:pt x="5936573" y="3321118"/>
                  </a:lnTo>
                  <a:lnTo>
                    <a:pt x="5906056" y="3402470"/>
                  </a:lnTo>
                  <a:lnTo>
                    <a:pt x="5875599" y="3479749"/>
                  </a:lnTo>
                  <a:lnTo>
                    <a:pt x="5845115" y="3552949"/>
                  </a:lnTo>
                  <a:lnTo>
                    <a:pt x="5814491" y="3622108"/>
                  </a:lnTo>
                  <a:lnTo>
                    <a:pt x="5784835" y="3684779"/>
                  </a:lnTo>
                  <a:lnTo>
                    <a:pt x="5740789" y="3769850"/>
                  </a:lnTo>
                  <a:lnTo>
                    <a:pt x="5695456" y="3847241"/>
                  </a:lnTo>
                  <a:lnTo>
                    <a:pt x="5648273" y="3917256"/>
                  </a:lnTo>
                  <a:lnTo>
                    <a:pt x="5598606" y="3980455"/>
                  </a:lnTo>
                  <a:lnTo>
                    <a:pt x="5545795" y="4037503"/>
                  </a:lnTo>
                  <a:lnTo>
                    <a:pt x="5489200" y="4089072"/>
                  </a:lnTo>
                  <a:lnTo>
                    <a:pt x="5428247" y="4135781"/>
                  </a:lnTo>
                  <a:lnTo>
                    <a:pt x="5362497" y="4178167"/>
                  </a:lnTo>
                  <a:lnTo>
                    <a:pt x="5291728" y="4216661"/>
                  </a:lnTo>
                  <a:lnTo>
                    <a:pt x="5216042" y="4251581"/>
                  </a:lnTo>
                  <a:lnTo>
                    <a:pt x="5135987" y="4283130"/>
                  </a:lnTo>
                  <a:lnTo>
                    <a:pt x="5052679" y="4311400"/>
                  </a:lnTo>
                  <a:lnTo>
                    <a:pt x="4967881" y="4336391"/>
                  </a:lnTo>
                  <a:lnTo>
                    <a:pt x="4884013" y="4358046"/>
                  </a:lnTo>
                  <a:lnTo>
                    <a:pt x="4804019" y="4376290"/>
                  </a:lnTo>
                  <a:lnTo>
                    <a:pt x="4731076" y="4391098"/>
                  </a:lnTo>
                  <a:lnTo>
                    <a:pt x="4668162" y="4402543"/>
                  </a:lnTo>
                  <a:lnTo>
                    <a:pt x="4617545" y="4410840"/>
                  </a:lnTo>
                  <a:lnTo>
                    <a:pt x="4580342" y="4416362"/>
                  </a:lnTo>
                  <a:lnTo>
                    <a:pt x="4556247" y="4419612"/>
                  </a:lnTo>
                  <a:lnTo>
                    <a:pt x="4543493" y="4421180"/>
                  </a:lnTo>
                  <a:lnTo>
                    <a:pt x="4538996" y="4421687"/>
                  </a:lnTo>
                  <a:lnTo>
                    <a:pt x="4538543" y="4421734"/>
                  </a:lnTo>
                  <a:lnTo>
                    <a:pt x="4016409" y="4421734"/>
                  </a:lnTo>
                  <a:lnTo>
                    <a:pt x="4015173" y="4421691"/>
                  </a:lnTo>
                  <a:lnTo>
                    <a:pt x="4007088" y="4421383"/>
                  </a:lnTo>
                  <a:lnTo>
                    <a:pt x="3986855" y="4420530"/>
                  </a:lnTo>
                  <a:lnTo>
                    <a:pt x="3951066" y="4418856"/>
                  </a:lnTo>
                  <a:lnTo>
                    <a:pt x="3898500" y="4416112"/>
                  </a:lnTo>
                  <a:lnTo>
                    <a:pt x="3830195" y="4412112"/>
                  </a:lnTo>
                  <a:lnTo>
                    <a:pt x="3749087" y="4406747"/>
                  </a:lnTo>
                  <a:lnTo>
                    <a:pt x="3659280" y="4399981"/>
                  </a:lnTo>
                  <a:lnTo>
                    <a:pt x="3565178" y="4391827"/>
                  </a:lnTo>
                  <a:lnTo>
                    <a:pt x="3470752" y="4382320"/>
                  </a:lnTo>
                  <a:lnTo>
                    <a:pt x="3379091" y="4371479"/>
                  </a:lnTo>
                  <a:lnTo>
                    <a:pt x="3292254" y="4359285"/>
                  </a:lnTo>
                  <a:lnTo>
                    <a:pt x="3211346" y="4345671"/>
                  </a:lnTo>
                  <a:lnTo>
                    <a:pt x="3136703" y="4330508"/>
                  </a:lnTo>
                  <a:lnTo>
                    <a:pt x="3068104" y="4313612"/>
                  </a:lnTo>
                  <a:lnTo>
                    <a:pt x="3004965" y="4294742"/>
                  </a:lnTo>
                  <a:lnTo>
                    <a:pt x="2946486" y="4273615"/>
                  </a:lnTo>
                  <a:lnTo>
                    <a:pt x="2891770" y="4249926"/>
                  </a:lnTo>
                  <a:lnTo>
                    <a:pt x="2839902" y="4223380"/>
                  </a:lnTo>
                  <a:lnTo>
                    <a:pt x="2790030" y="4193756"/>
                  </a:lnTo>
                  <a:lnTo>
                    <a:pt x="2770117" y="4180789"/>
                  </a:lnTo>
                  <a:lnTo>
                    <a:pt x="2724006" y="4148330"/>
                  </a:lnTo>
                  <a:lnTo>
                    <a:pt x="2678345" y="4112940"/>
                  </a:lnTo>
                  <a:lnTo>
                    <a:pt x="2632745" y="4074566"/>
                  </a:lnTo>
                  <a:lnTo>
                    <a:pt x="2586925" y="4033230"/>
                  </a:lnTo>
                  <a:lnTo>
                    <a:pt x="2540697" y="3989043"/>
                  </a:lnTo>
                  <a:lnTo>
                    <a:pt x="2493956" y="3942204"/>
                  </a:lnTo>
                  <a:lnTo>
                    <a:pt x="2446673" y="3893008"/>
                  </a:lnTo>
                  <a:lnTo>
                    <a:pt x="2398886" y="3841841"/>
                  </a:lnTo>
                  <a:lnTo>
                    <a:pt x="2350685" y="3789168"/>
                  </a:lnTo>
                  <a:lnTo>
                    <a:pt x="2302205" y="3735520"/>
                  </a:lnTo>
                  <a:lnTo>
                    <a:pt x="2253608" y="3681471"/>
                  </a:lnTo>
                  <a:lnTo>
                    <a:pt x="2205067" y="3627613"/>
                  </a:lnTo>
                  <a:lnTo>
                    <a:pt x="2156750" y="3574530"/>
                  </a:lnTo>
                  <a:lnTo>
                    <a:pt x="2108802" y="3522771"/>
                  </a:lnTo>
                  <a:lnTo>
                    <a:pt x="2061333" y="3472826"/>
                  </a:lnTo>
                  <a:lnTo>
                    <a:pt x="2014399" y="3425110"/>
                  </a:lnTo>
                  <a:lnTo>
                    <a:pt x="1967996" y="3379952"/>
                  </a:lnTo>
                  <a:lnTo>
                    <a:pt x="1922048" y="3337586"/>
                  </a:lnTo>
                  <a:lnTo>
                    <a:pt x="1876397" y="3298152"/>
                  </a:lnTo>
                  <a:lnTo>
                    <a:pt x="1830797" y="3261703"/>
                  </a:lnTo>
                  <a:lnTo>
                    <a:pt x="1784897" y="3228213"/>
                  </a:lnTo>
                  <a:lnTo>
                    <a:pt x="1768425" y="3217005"/>
                  </a:lnTo>
                  <a:lnTo>
                    <a:pt x="1719152" y="3186101"/>
                  </a:lnTo>
                  <a:lnTo>
                    <a:pt x="1668194" y="3158321"/>
                  </a:lnTo>
                  <a:lnTo>
                    <a:pt x="1614746" y="3133501"/>
                  </a:lnTo>
                  <a:lnTo>
                    <a:pt x="1557911" y="3111368"/>
                  </a:lnTo>
                  <a:lnTo>
                    <a:pt x="1496775" y="3091615"/>
                  </a:lnTo>
                  <a:lnTo>
                    <a:pt x="1430485" y="3073946"/>
                  </a:lnTo>
                  <a:lnTo>
                    <a:pt x="1358356" y="3058103"/>
                  </a:lnTo>
                  <a:lnTo>
                    <a:pt x="1279996" y="3043876"/>
                  </a:lnTo>
                  <a:lnTo>
                    <a:pt x="1195489" y="3031116"/>
                  </a:lnTo>
                  <a:lnTo>
                    <a:pt x="1105602" y="3019728"/>
                  </a:lnTo>
                  <a:lnTo>
                    <a:pt x="1011987" y="3009677"/>
                  </a:lnTo>
                  <a:lnTo>
                    <a:pt x="917317" y="3000968"/>
                  </a:lnTo>
                  <a:lnTo>
                    <a:pt x="825239" y="2993633"/>
                  </a:lnTo>
                  <a:lnTo>
                    <a:pt x="740056" y="2987698"/>
                  </a:lnTo>
                  <a:lnTo>
                    <a:pt x="666097" y="2983151"/>
                  </a:lnTo>
                  <a:lnTo>
                    <a:pt x="606874" y="2979914"/>
                  </a:lnTo>
                  <a:lnTo>
                    <a:pt x="564267" y="2977831"/>
                  </a:lnTo>
                  <a:lnTo>
                    <a:pt x="537990" y="2976676"/>
                  </a:lnTo>
                  <a:lnTo>
                    <a:pt x="525497" y="2976180"/>
                  </a:lnTo>
                  <a:lnTo>
                    <a:pt x="522133" y="2976059"/>
                  </a:lnTo>
                  <a:lnTo>
                    <a:pt x="0" y="2976059"/>
                  </a:lnTo>
                  <a:close/>
                </a:path>
              </a:pathLst>
            </a:custGeom>
            <a:solidFill>
              <a:srgbClr val="F28E5B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1032" name="pl1032"/>
            <p:cNvSpPr/>
            <p:nvPr/>
          </p:nvSpPr>
          <p:spPr>
            <a:xfrm>
              <a:off x="386606" y="1129073"/>
              <a:ext cx="8554953" cy="4421734"/>
            </a:xfrm>
            <a:custGeom>
              <a:avLst/>
              <a:pathLst>
                <a:path w="8554953" h="4421734">
                  <a:moveTo>
                    <a:pt x="0" y="2976059"/>
                  </a:moveTo>
                  <a:lnTo>
                    <a:pt x="522133" y="2976059"/>
                  </a:lnTo>
                  <a:lnTo>
                    <a:pt x="523369" y="2976102"/>
                  </a:lnTo>
                  <a:lnTo>
                    <a:pt x="531454" y="2976410"/>
                  </a:lnTo>
                  <a:lnTo>
                    <a:pt x="551687" y="2977263"/>
                  </a:lnTo>
                  <a:lnTo>
                    <a:pt x="587476" y="2978937"/>
                  </a:lnTo>
                  <a:lnTo>
                    <a:pt x="640043" y="2981681"/>
                  </a:lnTo>
                  <a:lnTo>
                    <a:pt x="708347" y="2985681"/>
                  </a:lnTo>
                  <a:lnTo>
                    <a:pt x="789455" y="2991046"/>
                  </a:lnTo>
                  <a:lnTo>
                    <a:pt x="879262" y="2997813"/>
                  </a:lnTo>
                  <a:lnTo>
                    <a:pt x="973364" y="3005966"/>
                  </a:lnTo>
                  <a:lnTo>
                    <a:pt x="1067790" y="3015473"/>
                  </a:lnTo>
                  <a:lnTo>
                    <a:pt x="1159452" y="3026315"/>
                  </a:lnTo>
                  <a:lnTo>
                    <a:pt x="1246288" y="3038508"/>
                  </a:lnTo>
                  <a:lnTo>
                    <a:pt x="1327196" y="3052122"/>
                  </a:lnTo>
                  <a:lnTo>
                    <a:pt x="1401839" y="3067285"/>
                  </a:lnTo>
                  <a:lnTo>
                    <a:pt x="1470438" y="3084181"/>
                  </a:lnTo>
                  <a:lnTo>
                    <a:pt x="1533577" y="3103052"/>
                  </a:lnTo>
                  <a:lnTo>
                    <a:pt x="1592056" y="3124178"/>
                  </a:lnTo>
                  <a:lnTo>
                    <a:pt x="1646772" y="3147867"/>
                  </a:lnTo>
                  <a:lnTo>
                    <a:pt x="1698640" y="3174414"/>
                  </a:lnTo>
                  <a:lnTo>
                    <a:pt x="1748512" y="3204037"/>
                  </a:lnTo>
                  <a:lnTo>
                    <a:pt x="1768425" y="3217005"/>
                  </a:lnTo>
                  <a:lnTo>
                    <a:pt x="1814536" y="3249463"/>
                  </a:lnTo>
                  <a:lnTo>
                    <a:pt x="1860197" y="3284853"/>
                  </a:lnTo>
                  <a:lnTo>
                    <a:pt x="1905797" y="3323228"/>
                  </a:lnTo>
                  <a:lnTo>
                    <a:pt x="1951617" y="3364563"/>
                  </a:lnTo>
                  <a:lnTo>
                    <a:pt x="1997845" y="3408751"/>
                  </a:lnTo>
                  <a:lnTo>
                    <a:pt x="2044586" y="3455590"/>
                  </a:lnTo>
                  <a:lnTo>
                    <a:pt x="2091869" y="3504785"/>
                  </a:lnTo>
                  <a:lnTo>
                    <a:pt x="2139657" y="3555953"/>
                  </a:lnTo>
                  <a:lnTo>
                    <a:pt x="2187857" y="3608625"/>
                  </a:lnTo>
                  <a:lnTo>
                    <a:pt x="2236337" y="3662273"/>
                  </a:lnTo>
                  <a:lnTo>
                    <a:pt x="2284934" y="3716322"/>
                  </a:lnTo>
                  <a:lnTo>
                    <a:pt x="2333475" y="3770180"/>
                  </a:lnTo>
                  <a:lnTo>
                    <a:pt x="2381792" y="3823263"/>
                  </a:lnTo>
                  <a:lnTo>
                    <a:pt x="2429740" y="3875022"/>
                  </a:lnTo>
                  <a:lnTo>
                    <a:pt x="2477209" y="3924967"/>
                  </a:lnTo>
                  <a:lnTo>
                    <a:pt x="2524143" y="3972683"/>
                  </a:lnTo>
                  <a:lnTo>
                    <a:pt x="2570546" y="4017841"/>
                  </a:lnTo>
                  <a:lnTo>
                    <a:pt x="2616494" y="4060207"/>
                  </a:lnTo>
                  <a:lnTo>
                    <a:pt x="2662145" y="4099641"/>
                  </a:lnTo>
                  <a:lnTo>
                    <a:pt x="2707746" y="4136090"/>
                  </a:lnTo>
                  <a:lnTo>
                    <a:pt x="2753645" y="4169580"/>
                  </a:lnTo>
                  <a:lnTo>
                    <a:pt x="2770117" y="4180789"/>
                  </a:lnTo>
                  <a:lnTo>
                    <a:pt x="2819390" y="4211692"/>
                  </a:lnTo>
                  <a:lnTo>
                    <a:pt x="2870348" y="4239472"/>
                  </a:lnTo>
                  <a:lnTo>
                    <a:pt x="2923796" y="4264292"/>
                  </a:lnTo>
                  <a:lnTo>
                    <a:pt x="2980631" y="4286425"/>
                  </a:lnTo>
                  <a:lnTo>
                    <a:pt x="3041768" y="4306179"/>
                  </a:lnTo>
                  <a:lnTo>
                    <a:pt x="3108057" y="4323847"/>
                  </a:lnTo>
                  <a:lnTo>
                    <a:pt x="3180187" y="4339691"/>
                  </a:lnTo>
                  <a:lnTo>
                    <a:pt x="3258547" y="4353917"/>
                  </a:lnTo>
                  <a:lnTo>
                    <a:pt x="3343053" y="4366677"/>
                  </a:lnTo>
                  <a:lnTo>
                    <a:pt x="3432941" y="4378065"/>
                  </a:lnTo>
                  <a:lnTo>
                    <a:pt x="3526555" y="4388116"/>
                  </a:lnTo>
                  <a:lnTo>
                    <a:pt x="3621226" y="4396825"/>
                  </a:lnTo>
                  <a:lnTo>
                    <a:pt x="3713303" y="4404160"/>
                  </a:lnTo>
                  <a:lnTo>
                    <a:pt x="3798486" y="4410095"/>
                  </a:lnTo>
                  <a:lnTo>
                    <a:pt x="3872446" y="4414642"/>
                  </a:lnTo>
                  <a:lnTo>
                    <a:pt x="3931669" y="4417879"/>
                  </a:lnTo>
                  <a:lnTo>
                    <a:pt x="3974276" y="4419962"/>
                  </a:lnTo>
                  <a:lnTo>
                    <a:pt x="4000552" y="4421117"/>
                  </a:lnTo>
                  <a:lnTo>
                    <a:pt x="4013045" y="4421613"/>
                  </a:lnTo>
                  <a:lnTo>
                    <a:pt x="4016323" y="4421732"/>
                  </a:lnTo>
                  <a:lnTo>
                    <a:pt x="4016409" y="4421734"/>
                  </a:lnTo>
                  <a:lnTo>
                    <a:pt x="4538543" y="4421734"/>
                  </a:lnTo>
                  <a:lnTo>
                    <a:pt x="4539435" y="4421640"/>
                  </a:lnTo>
                  <a:lnTo>
                    <a:pt x="4545315" y="4420966"/>
                  </a:lnTo>
                  <a:lnTo>
                    <a:pt x="4560182" y="4419103"/>
                  </a:lnTo>
                  <a:lnTo>
                    <a:pt x="4586866" y="4415433"/>
                  </a:lnTo>
                  <a:lnTo>
                    <a:pt x="4626842" y="4409380"/>
                  </a:lnTo>
                  <a:lnTo>
                    <a:pt x="4680113" y="4400463"/>
                  </a:lnTo>
                  <a:lnTo>
                    <a:pt x="4745297" y="4388342"/>
                  </a:lnTo>
                  <a:lnTo>
                    <a:pt x="4819941" y="4372832"/>
                  </a:lnTo>
                  <a:lnTo>
                    <a:pt x="4900986" y="4353884"/>
                  </a:lnTo>
                  <a:lnTo>
                    <a:pt x="4985271" y="4331539"/>
                  </a:lnTo>
                  <a:lnTo>
                    <a:pt x="5069940" y="4305872"/>
                  </a:lnTo>
                  <a:lnTo>
                    <a:pt x="5152703" y="4276933"/>
                  </a:lnTo>
                  <a:lnTo>
                    <a:pt x="5231933" y="4244704"/>
                  </a:lnTo>
                  <a:lnTo>
                    <a:pt x="5306640" y="4209072"/>
                  </a:lnTo>
                  <a:lnTo>
                    <a:pt x="5376377" y="4169810"/>
                  </a:lnTo>
                  <a:lnTo>
                    <a:pt x="5441117" y="4126578"/>
                  </a:lnTo>
                  <a:lnTo>
                    <a:pt x="5501136" y="4078919"/>
                  </a:lnTo>
                  <a:lnTo>
                    <a:pt x="5556906" y="4026281"/>
                  </a:lnTo>
                  <a:lnTo>
                    <a:pt x="5609018" y="3968027"/>
                  </a:lnTo>
                  <a:lnTo>
                    <a:pt x="5658123" y="3903484"/>
                  </a:lnTo>
                  <a:lnTo>
                    <a:pt x="5704877" y="3831998"/>
                  </a:lnTo>
                  <a:lnTo>
                    <a:pt x="5749904" y="3753046"/>
                  </a:lnTo>
                  <a:lnTo>
                    <a:pt x="5784835" y="3684779"/>
                  </a:lnTo>
                  <a:lnTo>
                    <a:pt x="5815718" y="3619422"/>
                  </a:lnTo>
                  <a:lnTo>
                    <a:pt x="5846334" y="3550103"/>
                  </a:lnTo>
                  <a:lnTo>
                    <a:pt x="5876816" y="3476741"/>
                  </a:lnTo>
                  <a:lnTo>
                    <a:pt x="5907273" y="3399299"/>
                  </a:lnTo>
                  <a:lnTo>
                    <a:pt x="5937794" y="3317785"/>
                  </a:lnTo>
                  <a:lnTo>
                    <a:pt x="5968448" y="3232259"/>
                  </a:lnTo>
                  <a:lnTo>
                    <a:pt x="5999287" y="3142834"/>
                  </a:lnTo>
                  <a:lnTo>
                    <a:pt x="6030345" y="3049680"/>
                  </a:lnTo>
                  <a:lnTo>
                    <a:pt x="6061642" y="2953024"/>
                  </a:lnTo>
                  <a:lnTo>
                    <a:pt x="6093182" y="2853150"/>
                  </a:lnTo>
                  <a:lnTo>
                    <a:pt x="6124956" y="2750399"/>
                  </a:lnTo>
                  <a:lnTo>
                    <a:pt x="6156946" y="2645161"/>
                  </a:lnTo>
                  <a:lnTo>
                    <a:pt x="6189119" y="2537876"/>
                  </a:lnTo>
                  <a:lnTo>
                    <a:pt x="6221439" y="2429021"/>
                  </a:lnTo>
                  <a:lnTo>
                    <a:pt x="6253859" y="2319106"/>
                  </a:lnTo>
                  <a:lnTo>
                    <a:pt x="6286330" y="2208660"/>
                  </a:lnTo>
                  <a:lnTo>
                    <a:pt x="6318799" y="2098225"/>
                  </a:lnTo>
                  <a:lnTo>
                    <a:pt x="6351216" y="1988342"/>
                  </a:lnTo>
                  <a:lnTo>
                    <a:pt x="6383530" y="1879540"/>
                  </a:lnTo>
                  <a:lnTo>
                    <a:pt x="6415698" y="1772328"/>
                  </a:lnTo>
                  <a:lnTo>
                    <a:pt x="6447679" y="1667181"/>
                  </a:lnTo>
                  <a:lnTo>
                    <a:pt x="6479444" y="1564537"/>
                  </a:lnTo>
                  <a:lnTo>
                    <a:pt x="6510975" y="1464786"/>
                  </a:lnTo>
                  <a:lnTo>
                    <a:pt x="6542262" y="1368265"/>
                  </a:lnTo>
                  <a:lnTo>
                    <a:pt x="6573311" y="1275255"/>
                  </a:lnTo>
                  <a:lnTo>
                    <a:pt x="6604142" y="1185984"/>
                  </a:lnTo>
                  <a:lnTo>
                    <a:pt x="6634789" y="1100616"/>
                  </a:lnTo>
                  <a:lnTo>
                    <a:pt x="6665306" y="1019264"/>
                  </a:lnTo>
                  <a:lnTo>
                    <a:pt x="6695762" y="941985"/>
                  </a:lnTo>
                  <a:lnTo>
                    <a:pt x="6726247" y="868785"/>
                  </a:lnTo>
                  <a:lnTo>
                    <a:pt x="6756871" y="799626"/>
                  </a:lnTo>
                  <a:lnTo>
                    <a:pt x="6786527" y="736955"/>
                  </a:lnTo>
                  <a:lnTo>
                    <a:pt x="6830573" y="651884"/>
                  </a:lnTo>
                  <a:lnTo>
                    <a:pt x="6875906" y="574493"/>
                  </a:lnTo>
                  <a:lnTo>
                    <a:pt x="6923089" y="504478"/>
                  </a:lnTo>
                  <a:lnTo>
                    <a:pt x="6972756" y="441279"/>
                  </a:lnTo>
                  <a:lnTo>
                    <a:pt x="7025567" y="384231"/>
                  </a:lnTo>
                  <a:lnTo>
                    <a:pt x="7082162" y="332662"/>
                  </a:lnTo>
                  <a:lnTo>
                    <a:pt x="7143115" y="285953"/>
                  </a:lnTo>
                  <a:lnTo>
                    <a:pt x="7208865" y="243567"/>
                  </a:lnTo>
                  <a:lnTo>
                    <a:pt x="7279634" y="205073"/>
                  </a:lnTo>
                  <a:lnTo>
                    <a:pt x="7355320" y="170153"/>
                  </a:lnTo>
                  <a:lnTo>
                    <a:pt x="7435375" y="138604"/>
                  </a:lnTo>
                  <a:lnTo>
                    <a:pt x="7518683" y="110334"/>
                  </a:lnTo>
                  <a:lnTo>
                    <a:pt x="7603481" y="85343"/>
                  </a:lnTo>
                  <a:lnTo>
                    <a:pt x="7687349" y="63688"/>
                  </a:lnTo>
                  <a:lnTo>
                    <a:pt x="7767343" y="45443"/>
                  </a:lnTo>
                  <a:lnTo>
                    <a:pt x="7840286" y="30636"/>
                  </a:lnTo>
                  <a:lnTo>
                    <a:pt x="7903200" y="19191"/>
                  </a:lnTo>
                  <a:lnTo>
                    <a:pt x="7953816" y="10894"/>
                  </a:lnTo>
                  <a:lnTo>
                    <a:pt x="7991020" y="5372"/>
                  </a:lnTo>
                  <a:lnTo>
                    <a:pt x="8015115" y="2122"/>
                  </a:lnTo>
                  <a:lnTo>
                    <a:pt x="8027869" y="554"/>
                  </a:lnTo>
                  <a:lnTo>
                    <a:pt x="8032366" y="47"/>
                  </a:lnTo>
                  <a:lnTo>
                    <a:pt x="8032819" y="0"/>
                  </a:lnTo>
                  <a:lnTo>
                    <a:pt x="8554953" y="0"/>
                  </a:lnTo>
                  <a:lnTo>
                    <a:pt x="8554953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033" name="pl1033"/>
            <p:cNvSpPr/>
            <p:nvPr/>
          </p:nvSpPr>
          <p:spPr>
            <a:xfrm>
              <a:off x="386606" y="1117779"/>
              <a:ext cx="8554953" cy="4421734"/>
            </a:xfrm>
            <a:custGeom>
              <a:avLst/>
              <a:pathLst>
                <a:path w="8554953" h="4421734">
                  <a:moveTo>
                    <a:pt x="8554953" y="0"/>
                  </a:moveTo>
                  <a:lnTo>
                    <a:pt x="8032819" y="0"/>
                  </a:lnTo>
                  <a:lnTo>
                    <a:pt x="8031927" y="94"/>
                  </a:lnTo>
                  <a:lnTo>
                    <a:pt x="8026046" y="768"/>
                  </a:lnTo>
                  <a:lnTo>
                    <a:pt x="8011180" y="2631"/>
                  </a:lnTo>
                  <a:lnTo>
                    <a:pt x="7984495" y="6301"/>
                  </a:lnTo>
                  <a:lnTo>
                    <a:pt x="7944520" y="12354"/>
                  </a:lnTo>
                  <a:lnTo>
                    <a:pt x="7891249" y="21271"/>
                  </a:lnTo>
                  <a:lnTo>
                    <a:pt x="7826065" y="33392"/>
                  </a:lnTo>
                  <a:lnTo>
                    <a:pt x="7751421" y="48902"/>
                  </a:lnTo>
                  <a:lnTo>
                    <a:pt x="7670376" y="67850"/>
                  </a:lnTo>
                  <a:lnTo>
                    <a:pt x="7586091" y="90195"/>
                  </a:lnTo>
                  <a:lnTo>
                    <a:pt x="7501422" y="115862"/>
                  </a:lnTo>
                  <a:lnTo>
                    <a:pt x="7418659" y="144801"/>
                  </a:lnTo>
                  <a:lnTo>
                    <a:pt x="7339429" y="177029"/>
                  </a:lnTo>
                  <a:lnTo>
                    <a:pt x="7264722" y="212662"/>
                  </a:lnTo>
                  <a:lnTo>
                    <a:pt x="7194985" y="251924"/>
                  </a:lnTo>
                  <a:lnTo>
                    <a:pt x="7130245" y="295156"/>
                  </a:lnTo>
                  <a:lnTo>
                    <a:pt x="7070226" y="342815"/>
                  </a:lnTo>
                  <a:lnTo>
                    <a:pt x="7014456" y="395453"/>
                  </a:lnTo>
                  <a:lnTo>
                    <a:pt x="6962344" y="453707"/>
                  </a:lnTo>
                  <a:lnTo>
                    <a:pt x="6913239" y="518250"/>
                  </a:lnTo>
                  <a:lnTo>
                    <a:pt x="6866485" y="589736"/>
                  </a:lnTo>
                  <a:lnTo>
                    <a:pt x="6821458" y="668688"/>
                  </a:lnTo>
                  <a:lnTo>
                    <a:pt x="6786527" y="736955"/>
                  </a:lnTo>
                  <a:lnTo>
                    <a:pt x="6755644" y="802312"/>
                  </a:lnTo>
                  <a:lnTo>
                    <a:pt x="6725028" y="871631"/>
                  </a:lnTo>
                  <a:lnTo>
                    <a:pt x="6694546" y="944993"/>
                  </a:lnTo>
                  <a:lnTo>
                    <a:pt x="6664089" y="1022435"/>
                  </a:lnTo>
                  <a:lnTo>
                    <a:pt x="6633568" y="1103949"/>
                  </a:lnTo>
                  <a:lnTo>
                    <a:pt x="6602914" y="1189475"/>
                  </a:lnTo>
                  <a:lnTo>
                    <a:pt x="6572075" y="1278900"/>
                  </a:lnTo>
                  <a:lnTo>
                    <a:pt x="6541017" y="1372054"/>
                  </a:lnTo>
                  <a:lnTo>
                    <a:pt x="6509720" y="1468710"/>
                  </a:lnTo>
                  <a:lnTo>
                    <a:pt x="6478180" y="1568584"/>
                  </a:lnTo>
                  <a:lnTo>
                    <a:pt x="6446406" y="1671335"/>
                  </a:lnTo>
                  <a:lnTo>
                    <a:pt x="6414416" y="1776573"/>
                  </a:lnTo>
                  <a:lnTo>
                    <a:pt x="6382242" y="1883858"/>
                  </a:lnTo>
                  <a:lnTo>
                    <a:pt x="6349923" y="1992713"/>
                  </a:lnTo>
                  <a:lnTo>
                    <a:pt x="6317503" y="2102628"/>
                  </a:lnTo>
                  <a:lnTo>
                    <a:pt x="6285032" y="2213074"/>
                  </a:lnTo>
                  <a:lnTo>
                    <a:pt x="6252563" y="2323509"/>
                  </a:lnTo>
                  <a:lnTo>
                    <a:pt x="6220146" y="2433392"/>
                  </a:lnTo>
                  <a:lnTo>
                    <a:pt x="6187831" y="2542194"/>
                  </a:lnTo>
                  <a:lnTo>
                    <a:pt x="6155664" y="2649406"/>
                  </a:lnTo>
                  <a:lnTo>
                    <a:pt x="6123683" y="2754553"/>
                  </a:lnTo>
                  <a:lnTo>
                    <a:pt x="6091917" y="2857197"/>
                  </a:lnTo>
                  <a:lnTo>
                    <a:pt x="6060387" y="2956948"/>
                  </a:lnTo>
                  <a:lnTo>
                    <a:pt x="6029100" y="3053469"/>
                  </a:lnTo>
                  <a:lnTo>
                    <a:pt x="5998051" y="3146478"/>
                  </a:lnTo>
                  <a:lnTo>
                    <a:pt x="5967220" y="3235750"/>
                  </a:lnTo>
                  <a:lnTo>
                    <a:pt x="5936573" y="3321118"/>
                  </a:lnTo>
                  <a:lnTo>
                    <a:pt x="5906056" y="3402470"/>
                  </a:lnTo>
                  <a:lnTo>
                    <a:pt x="5875599" y="3479749"/>
                  </a:lnTo>
                  <a:lnTo>
                    <a:pt x="5845115" y="3552949"/>
                  </a:lnTo>
                  <a:lnTo>
                    <a:pt x="5814491" y="3622108"/>
                  </a:lnTo>
                  <a:lnTo>
                    <a:pt x="5784835" y="3684779"/>
                  </a:lnTo>
                  <a:lnTo>
                    <a:pt x="5740789" y="3769850"/>
                  </a:lnTo>
                  <a:lnTo>
                    <a:pt x="5695456" y="3847241"/>
                  </a:lnTo>
                  <a:lnTo>
                    <a:pt x="5648273" y="3917256"/>
                  </a:lnTo>
                  <a:lnTo>
                    <a:pt x="5598606" y="3980455"/>
                  </a:lnTo>
                  <a:lnTo>
                    <a:pt x="5545795" y="4037503"/>
                  </a:lnTo>
                  <a:lnTo>
                    <a:pt x="5489200" y="4089072"/>
                  </a:lnTo>
                  <a:lnTo>
                    <a:pt x="5428247" y="4135781"/>
                  </a:lnTo>
                  <a:lnTo>
                    <a:pt x="5362497" y="4178167"/>
                  </a:lnTo>
                  <a:lnTo>
                    <a:pt x="5291728" y="4216661"/>
                  </a:lnTo>
                  <a:lnTo>
                    <a:pt x="5216042" y="4251581"/>
                  </a:lnTo>
                  <a:lnTo>
                    <a:pt x="5135987" y="4283130"/>
                  </a:lnTo>
                  <a:lnTo>
                    <a:pt x="5052679" y="4311400"/>
                  </a:lnTo>
                  <a:lnTo>
                    <a:pt x="4967881" y="4336391"/>
                  </a:lnTo>
                  <a:lnTo>
                    <a:pt x="4884013" y="4358046"/>
                  </a:lnTo>
                  <a:lnTo>
                    <a:pt x="4804019" y="4376290"/>
                  </a:lnTo>
                  <a:lnTo>
                    <a:pt x="4731076" y="4391098"/>
                  </a:lnTo>
                  <a:lnTo>
                    <a:pt x="4668162" y="4402543"/>
                  </a:lnTo>
                  <a:lnTo>
                    <a:pt x="4617545" y="4410840"/>
                  </a:lnTo>
                  <a:lnTo>
                    <a:pt x="4580342" y="4416362"/>
                  </a:lnTo>
                  <a:lnTo>
                    <a:pt x="4556247" y="4419612"/>
                  </a:lnTo>
                  <a:lnTo>
                    <a:pt x="4543493" y="4421180"/>
                  </a:lnTo>
                  <a:lnTo>
                    <a:pt x="4538996" y="4421687"/>
                  </a:lnTo>
                  <a:lnTo>
                    <a:pt x="4538543" y="4421734"/>
                  </a:lnTo>
                  <a:lnTo>
                    <a:pt x="4016409" y="4421734"/>
                  </a:lnTo>
                  <a:lnTo>
                    <a:pt x="4015173" y="4421691"/>
                  </a:lnTo>
                  <a:lnTo>
                    <a:pt x="4007088" y="4421383"/>
                  </a:lnTo>
                  <a:lnTo>
                    <a:pt x="3986855" y="4420530"/>
                  </a:lnTo>
                  <a:lnTo>
                    <a:pt x="3951066" y="4418856"/>
                  </a:lnTo>
                  <a:lnTo>
                    <a:pt x="3898500" y="4416112"/>
                  </a:lnTo>
                  <a:lnTo>
                    <a:pt x="3830195" y="4412112"/>
                  </a:lnTo>
                  <a:lnTo>
                    <a:pt x="3749087" y="4406747"/>
                  </a:lnTo>
                  <a:lnTo>
                    <a:pt x="3659280" y="4399981"/>
                  </a:lnTo>
                  <a:lnTo>
                    <a:pt x="3565178" y="4391827"/>
                  </a:lnTo>
                  <a:lnTo>
                    <a:pt x="3470752" y="4382320"/>
                  </a:lnTo>
                  <a:lnTo>
                    <a:pt x="3379091" y="4371479"/>
                  </a:lnTo>
                  <a:lnTo>
                    <a:pt x="3292254" y="4359285"/>
                  </a:lnTo>
                  <a:lnTo>
                    <a:pt x="3211346" y="4345671"/>
                  </a:lnTo>
                  <a:lnTo>
                    <a:pt x="3136703" y="4330508"/>
                  </a:lnTo>
                  <a:lnTo>
                    <a:pt x="3068104" y="4313612"/>
                  </a:lnTo>
                  <a:lnTo>
                    <a:pt x="3004965" y="4294742"/>
                  </a:lnTo>
                  <a:lnTo>
                    <a:pt x="2946486" y="4273615"/>
                  </a:lnTo>
                  <a:lnTo>
                    <a:pt x="2891770" y="4249926"/>
                  </a:lnTo>
                  <a:lnTo>
                    <a:pt x="2839902" y="4223380"/>
                  </a:lnTo>
                  <a:lnTo>
                    <a:pt x="2790030" y="4193756"/>
                  </a:lnTo>
                  <a:lnTo>
                    <a:pt x="2770117" y="4180789"/>
                  </a:lnTo>
                  <a:lnTo>
                    <a:pt x="2724006" y="4148330"/>
                  </a:lnTo>
                  <a:lnTo>
                    <a:pt x="2678345" y="4112940"/>
                  </a:lnTo>
                  <a:lnTo>
                    <a:pt x="2632745" y="4074566"/>
                  </a:lnTo>
                  <a:lnTo>
                    <a:pt x="2586925" y="4033230"/>
                  </a:lnTo>
                  <a:lnTo>
                    <a:pt x="2540697" y="3989043"/>
                  </a:lnTo>
                  <a:lnTo>
                    <a:pt x="2493956" y="3942204"/>
                  </a:lnTo>
                  <a:lnTo>
                    <a:pt x="2446673" y="3893008"/>
                  </a:lnTo>
                  <a:lnTo>
                    <a:pt x="2398886" y="3841841"/>
                  </a:lnTo>
                  <a:lnTo>
                    <a:pt x="2350685" y="3789168"/>
                  </a:lnTo>
                  <a:lnTo>
                    <a:pt x="2302205" y="3735520"/>
                  </a:lnTo>
                  <a:lnTo>
                    <a:pt x="2253608" y="3681471"/>
                  </a:lnTo>
                  <a:lnTo>
                    <a:pt x="2205067" y="3627613"/>
                  </a:lnTo>
                  <a:lnTo>
                    <a:pt x="2156750" y="3574530"/>
                  </a:lnTo>
                  <a:lnTo>
                    <a:pt x="2108802" y="3522771"/>
                  </a:lnTo>
                  <a:lnTo>
                    <a:pt x="2061333" y="3472826"/>
                  </a:lnTo>
                  <a:lnTo>
                    <a:pt x="2014399" y="3425110"/>
                  </a:lnTo>
                  <a:lnTo>
                    <a:pt x="1967996" y="3379952"/>
                  </a:lnTo>
                  <a:lnTo>
                    <a:pt x="1922048" y="3337586"/>
                  </a:lnTo>
                  <a:lnTo>
                    <a:pt x="1876397" y="3298152"/>
                  </a:lnTo>
                  <a:lnTo>
                    <a:pt x="1830797" y="3261703"/>
                  </a:lnTo>
                  <a:lnTo>
                    <a:pt x="1784897" y="3228213"/>
                  </a:lnTo>
                  <a:lnTo>
                    <a:pt x="1768425" y="3217005"/>
                  </a:lnTo>
                  <a:lnTo>
                    <a:pt x="1719152" y="3186101"/>
                  </a:lnTo>
                  <a:lnTo>
                    <a:pt x="1668194" y="3158321"/>
                  </a:lnTo>
                  <a:lnTo>
                    <a:pt x="1614746" y="3133501"/>
                  </a:lnTo>
                  <a:lnTo>
                    <a:pt x="1557911" y="3111368"/>
                  </a:lnTo>
                  <a:lnTo>
                    <a:pt x="1496775" y="3091615"/>
                  </a:lnTo>
                  <a:lnTo>
                    <a:pt x="1430485" y="3073946"/>
                  </a:lnTo>
                  <a:lnTo>
                    <a:pt x="1358356" y="3058103"/>
                  </a:lnTo>
                  <a:lnTo>
                    <a:pt x="1279996" y="3043876"/>
                  </a:lnTo>
                  <a:lnTo>
                    <a:pt x="1195489" y="3031116"/>
                  </a:lnTo>
                  <a:lnTo>
                    <a:pt x="1105602" y="3019728"/>
                  </a:lnTo>
                  <a:lnTo>
                    <a:pt x="1011987" y="3009677"/>
                  </a:lnTo>
                  <a:lnTo>
                    <a:pt x="917317" y="3000968"/>
                  </a:lnTo>
                  <a:lnTo>
                    <a:pt x="825239" y="2993633"/>
                  </a:lnTo>
                  <a:lnTo>
                    <a:pt x="740056" y="2987698"/>
                  </a:lnTo>
                  <a:lnTo>
                    <a:pt x="666097" y="2983151"/>
                  </a:lnTo>
                  <a:lnTo>
                    <a:pt x="606874" y="2979914"/>
                  </a:lnTo>
                  <a:lnTo>
                    <a:pt x="564267" y="2977831"/>
                  </a:lnTo>
                  <a:lnTo>
                    <a:pt x="537990" y="2976676"/>
                  </a:lnTo>
                  <a:lnTo>
                    <a:pt x="525497" y="2976180"/>
                  </a:lnTo>
                  <a:lnTo>
                    <a:pt x="522219" y="2976062"/>
                  </a:lnTo>
                  <a:lnTo>
                    <a:pt x="522133" y="2976059"/>
                  </a:lnTo>
                  <a:lnTo>
                    <a:pt x="0" y="2976059"/>
                  </a:lnTo>
                  <a:lnTo>
                    <a:pt x="0" y="2976059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034" name="pg1034"/>
            <p:cNvSpPr/>
            <p:nvPr/>
          </p:nvSpPr>
          <p:spPr>
            <a:xfrm>
              <a:off x="386606" y="2648162"/>
              <a:ext cx="8554953" cy="2908293"/>
            </a:xfrm>
            <a:custGeom>
              <a:avLst/>
              <a:pathLst>
                <a:path w="8554953" h="2908293">
                  <a:moveTo>
                    <a:pt x="0" y="1462617"/>
                  </a:moveTo>
                  <a:lnTo>
                    <a:pt x="522133" y="1462617"/>
                  </a:lnTo>
                  <a:lnTo>
                    <a:pt x="523369" y="1462660"/>
                  </a:lnTo>
                  <a:lnTo>
                    <a:pt x="531454" y="1462968"/>
                  </a:lnTo>
                  <a:lnTo>
                    <a:pt x="551687" y="1463821"/>
                  </a:lnTo>
                  <a:lnTo>
                    <a:pt x="587476" y="1465496"/>
                  </a:lnTo>
                  <a:lnTo>
                    <a:pt x="640043" y="1468240"/>
                  </a:lnTo>
                  <a:lnTo>
                    <a:pt x="708347" y="1472239"/>
                  </a:lnTo>
                  <a:lnTo>
                    <a:pt x="789455" y="1477604"/>
                  </a:lnTo>
                  <a:lnTo>
                    <a:pt x="879262" y="1484371"/>
                  </a:lnTo>
                  <a:lnTo>
                    <a:pt x="973364" y="1492524"/>
                  </a:lnTo>
                  <a:lnTo>
                    <a:pt x="1067790" y="1502031"/>
                  </a:lnTo>
                  <a:lnTo>
                    <a:pt x="1159452" y="1512873"/>
                  </a:lnTo>
                  <a:lnTo>
                    <a:pt x="1246288" y="1525066"/>
                  </a:lnTo>
                  <a:lnTo>
                    <a:pt x="1327196" y="1538680"/>
                  </a:lnTo>
                  <a:lnTo>
                    <a:pt x="1401839" y="1553843"/>
                  </a:lnTo>
                  <a:lnTo>
                    <a:pt x="1470438" y="1570740"/>
                  </a:lnTo>
                  <a:lnTo>
                    <a:pt x="1533577" y="1589610"/>
                  </a:lnTo>
                  <a:lnTo>
                    <a:pt x="1592056" y="1610736"/>
                  </a:lnTo>
                  <a:lnTo>
                    <a:pt x="1646772" y="1634425"/>
                  </a:lnTo>
                  <a:lnTo>
                    <a:pt x="1698640" y="1660972"/>
                  </a:lnTo>
                  <a:lnTo>
                    <a:pt x="1748512" y="1690595"/>
                  </a:lnTo>
                  <a:lnTo>
                    <a:pt x="1768425" y="1703563"/>
                  </a:lnTo>
                  <a:lnTo>
                    <a:pt x="1814536" y="1736021"/>
                  </a:lnTo>
                  <a:lnTo>
                    <a:pt x="1860197" y="1771411"/>
                  </a:lnTo>
                  <a:lnTo>
                    <a:pt x="1905797" y="1809786"/>
                  </a:lnTo>
                  <a:lnTo>
                    <a:pt x="1951617" y="1851121"/>
                  </a:lnTo>
                  <a:lnTo>
                    <a:pt x="1997845" y="1895309"/>
                  </a:lnTo>
                  <a:lnTo>
                    <a:pt x="2044586" y="1942148"/>
                  </a:lnTo>
                  <a:lnTo>
                    <a:pt x="2091869" y="1991343"/>
                  </a:lnTo>
                  <a:lnTo>
                    <a:pt x="2139657" y="2042511"/>
                  </a:lnTo>
                  <a:lnTo>
                    <a:pt x="2187857" y="2095184"/>
                  </a:lnTo>
                  <a:lnTo>
                    <a:pt x="2236337" y="2148831"/>
                  </a:lnTo>
                  <a:lnTo>
                    <a:pt x="2284934" y="2202880"/>
                  </a:lnTo>
                  <a:lnTo>
                    <a:pt x="2333475" y="2256738"/>
                  </a:lnTo>
                  <a:lnTo>
                    <a:pt x="2381792" y="2309821"/>
                  </a:lnTo>
                  <a:lnTo>
                    <a:pt x="2429740" y="2361580"/>
                  </a:lnTo>
                  <a:lnTo>
                    <a:pt x="2477209" y="2411526"/>
                  </a:lnTo>
                  <a:lnTo>
                    <a:pt x="2524143" y="2459241"/>
                  </a:lnTo>
                  <a:lnTo>
                    <a:pt x="2570546" y="2504399"/>
                  </a:lnTo>
                  <a:lnTo>
                    <a:pt x="2616494" y="2546765"/>
                  </a:lnTo>
                  <a:lnTo>
                    <a:pt x="2662145" y="2586199"/>
                  </a:lnTo>
                  <a:lnTo>
                    <a:pt x="2707746" y="2622648"/>
                  </a:lnTo>
                  <a:lnTo>
                    <a:pt x="2753645" y="2656138"/>
                  </a:lnTo>
                  <a:lnTo>
                    <a:pt x="2770117" y="2667347"/>
                  </a:lnTo>
                  <a:lnTo>
                    <a:pt x="2819390" y="2698250"/>
                  </a:lnTo>
                  <a:lnTo>
                    <a:pt x="2870348" y="2726030"/>
                  </a:lnTo>
                  <a:lnTo>
                    <a:pt x="2923796" y="2750850"/>
                  </a:lnTo>
                  <a:lnTo>
                    <a:pt x="2980631" y="2772983"/>
                  </a:lnTo>
                  <a:lnTo>
                    <a:pt x="3041768" y="2792737"/>
                  </a:lnTo>
                  <a:lnTo>
                    <a:pt x="3108057" y="2810405"/>
                  </a:lnTo>
                  <a:lnTo>
                    <a:pt x="3180187" y="2826249"/>
                  </a:lnTo>
                  <a:lnTo>
                    <a:pt x="3258547" y="2840475"/>
                  </a:lnTo>
                  <a:lnTo>
                    <a:pt x="3343053" y="2853236"/>
                  </a:lnTo>
                  <a:lnTo>
                    <a:pt x="3432941" y="2864623"/>
                  </a:lnTo>
                  <a:lnTo>
                    <a:pt x="3526555" y="2874675"/>
                  </a:lnTo>
                  <a:lnTo>
                    <a:pt x="3621226" y="2883383"/>
                  </a:lnTo>
                  <a:lnTo>
                    <a:pt x="3713303" y="2890718"/>
                  </a:lnTo>
                  <a:lnTo>
                    <a:pt x="3798486" y="2896653"/>
                  </a:lnTo>
                  <a:lnTo>
                    <a:pt x="3872446" y="2901200"/>
                  </a:lnTo>
                  <a:lnTo>
                    <a:pt x="3931669" y="2904437"/>
                  </a:lnTo>
                  <a:lnTo>
                    <a:pt x="3974276" y="2906521"/>
                  </a:lnTo>
                  <a:lnTo>
                    <a:pt x="4000552" y="2907676"/>
                  </a:lnTo>
                  <a:lnTo>
                    <a:pt x="4013045" y="2908171"/>
                  </a:lnTo>
                  <a:lnTo>
                    <a:pt x="4016409" y="2908293"/>
                  </a:lnTo>
                  <a:lnTo>
                    <a:pt x="4538543" y="2908293"/>
                  </a:lnTo>
                  <a:lnTo>
                    <a:pt x="4539688" y="2908212"/>
                  </a:lnTo>
                  <a:lnTo>
                    <a:pt x="4547194" y="2907640"/>
                  </a:lnTo>
                  <a:lnTo>
                    <a:pt x="4566023" y="2906058"/>
                  </a:lnTo>
                  <a:lnTo>
                    <a:pt x="4599456" y="2902948"/>
                  </a:lnTo>
                  <a:lnTo>
                    <a:pt x="4648808" y="2897842"/>
                  </a:lnTo>
                  <a:lnTo>
                    <a:pt x="4713351" y="2890379"/>
                  </a:lnTo>
                  <a:lnTo>
                    <a:pt x="4790574" y="2880336"/>
                  </a:lnTo>
                  <a:lnTo>
                    <a:pt x="4876802" y="2867624"/>
                  </a:lnTo>
                  <a:lnTo>
                    <a:pt x="4967948" y="2852257"/>
                  </a:lnTo>
                  <a:lnTo>
                    <a:pt x="5060203" y="2834295"/>
                  </a:lnTo>
                  <a:lnTo>
                    <a:pt x="5150487" y="2813785"/>
                  </a:lnTo>
                  <a:lnTo>
                    <a:pt x="5236638" y="2790716"/>
                  </a:lnTo>
                  <a:lnTo>
                    <a:pt x="5317392" y="2764991"/>
                  </a:lnTo>
                  <a:lnTo>
                    <a:pt x="5392233" y="2736409"/>
                  </a:lnTo>
                  <a:lnTo>
                    <a:pt x="5461209" y="2704660"/>
                  </a:lnTo>
                  <a:lnTo>
                    <a:pt x="5524757" y="2669336"/>
                  </a:lnTo>
                  <a:lnTo>
                    <a:pt x="5583551" y="2629939"/>
                  </a:lnTo>
                  <a:lnTo>
                    <a:pt x="5638396" y="2585913"/>
                  </a:lnTo>
                  <a:lnTo>
                    <a:pt x="5690140" y="2536689"/>
                  </a:lnTo>
                  <a:lnTo>
                    <a:pt x="5739608" y="2481774"/>
                  </a:lnTo>
                  <a:lnTo>
                    <a:pt x="5784835" y="2424518"/>
                  </a:lnTo>
                  <a:lnTo>
                    <a:pt x="5821715" y="2372933"/>
                  </a:lnTo>
                  <a:lnTo>
                    <a:pt x="5858251" y="2317615"/>
                  </a:lnTo>
                  <a:lnTo>
                    <a:pt x="5894660" y="2258488"/>
                  </a:lnTo>
                  <a:lnTo>
                    <a:pt x="5931110" y="2195534"/>
                  </a:lnTo>
                  <a:lnTo>
                    <a:pt x="5967730" y="2128803"/>
                  </a:lnTo>
                  <a:lnTo>
                    <a:pt x="6004612" y="2058413"/>
                  </a:lnTo>
                  <a:lnTo>
                    <a:pt x="6041812" y="1984561"/>
                  </a:lnTo>
                  <a:lnTo>
                    <a:pt x="6079358" y="1907517"/>
                  </a:lnTo>
                  <a:lnTo>
                    <a:pt x="6117245" y="1827631"/>
                  </a:lnTo>
                  <a:lnTo>
                    <a:pt x="6155447" y="1745321"/>
                  </a:lnTo>
                  <a:lnTo>
                    <a:pt x="6193915" y="1661072"/>
                  </a:lnTo>
                  <a:lnTo>
                    <a:pt x="6232581" y="1575420"/>
                  </a:lnTo>
                  <a:lnTo>
                    <a:pt x="6271367" y="1488944"/>
                  </a:lnTo>
                  <a:lnTo>
                    <a:pt x="6310185" y="1402244"/>
                  </a:lnTo>
                  <a:lnTo>
                    <a:pt x="6348948" y="1315927"/>
                  </a:lnTo>
                  <a:lnTo>
                    <a:pt x="6387569" y="1230590"/>
                  </a:lnTo>
                  <a:lnTo>
                    <a:pt x="6425973" y="1146799"/>
                  </a:lnTo>
                  <a:lnTo>
                    <a:pt x="6464096" y="1065081"/>
                  </a:lnTo>
                  <a:lnTo>
                    <a:pt x="6501896" y="985903"/>
                  </a:lnTo>
                  <a:lnTo>
                    <a:pt x="6539349" y="909667"/>
                  </a:lnTo>
                  <a:lnTo>
                    <a:pt x="6576463" y="836701"/>
                  </a:lnTo>
                  <a:lnTo>
                    <a:pt x="6613269" y="767256"/>
                  </a:lnTo>
                  <a:lnTo>
                    <a:pt x="6649834" y="701508"/>
                  </a:lnTo>
                  <a:lnTo>
                    <a:pt x="6686259" y="639557"/>
                  </a:lnTo>
                  <a:lnTo>
                    <a:pt x="6722683" y="581434"/>
                  </a:lnTo>
                  <a:lnTo>
                    <a:pt x="6759287" y="527105"/>
                  </a:lnTo>
                  <a:lnTo>
                    <a:pt x="6786527" y="489421"/>
                  </a:lnTo>
                  <a:lnTo>
                    <a:pt x="6834522" y="428881"/>
                  </a:lnTo>
                  <a:lnTo>
                    <a:pt x="6884098" y="374301"/>
                  </a:lnTo>
                  <a:lnTo>
                    <a:pt x="6935996" y="325387"/>
                  </a:lnTo>
                  <a:lnTo>
                    <a:pt x="6991043" y="281639"/>
                  </a:lnTo>
                  <a:lnTo>
                    <a:pt x="7050087" y="242489"/>
                  </a:lnTo>
                  <a:lnTo>
                    <a:pt x="7113927" y="207381"/>
                  </a:lnTo>
                  <a:lnTo>
                    <a:pt x="7183229" y="175822"/>
                  </a:lnTo>
                  <a:lnTo>
                    <a:pt x="7258409" y="147410"/>
                  </a:lnTo>
                  <a:lnTo>
                    <a:pt x="7339490" y="121840"/>
                  </a:lnTo>
                  <a:lnTo>
                    <a:pt x="7425919" y="98919"/>
                  </a:lnTo>
                  <a:lnTo>
                    <a:pt x="7516382" y="78554"/>
                  </a:lnTo>
                  <a:lnTo>
                    <a:pt x="7608664" y="60737"/>
                  </a:lnTo>
                  <a:lnTo>
                    <a:pt x="7699638" y="45520"/>
                  </a:lnTo>
                  <a:lnTo>
                    <a:pt x="7785462" y="32961"/>
                  </a:lnTo>
                  <a:lnTo>
                    <a:pt x="7862055" y="23067"/>
                  </a:lnTo>
                  <a:lnTo>
                    <a:pt x="7925786" y="15746"/>
                  </a:lnTo>
                  <a:lnTo>
                    <a:pt x="7974233" y="10765"/>
                  </a:lnTo>
                  <a:lnTo>
                    <a:pt x="8006780" y="7755"/>
                  </a:lnTo>
                  <a:lnTo>
                    <a:pt x="8024860" y="6244"/>
                  </a:lnTo>
                  <a:lnTo>
                    <a:pt x="8031855" y="5714"/>
                  </a:lnTo>
                  <a:lnTo>
                    <a:pt x="8032819" y="5647"/>
                  </a:lnTo>
                  <a:lnTo>
                    <a:pt x="8554953" y="5647"/>
                  </a:lnTo>
                  <a:lnTo>
                    <a:pt x="8554953" y="0"/>
                  </a:lnTo>
                  <a:lnTo>
                    <a:pt x="8032819" y="0"/>
                  </a:lnTo>
                  <a:lnTo>
                    <a:pt x="8031674" y="80"/>
                  </a:lnTo>
                  <a:lnTo>
                    <a:pt x="8024168" y="652"/>
                  </a:lnTo>
                  <a:lnTo>
                    <a:pt x="8005339" y="2234"/>
                  </a:lnTo>
                  <a:lnTo>
                    <a:pt x="7971906" y="5345"/>
                  </a:lnTo>
                  <a:lnTo>
                    <a:pt x="7922554" y="10450"/>
                  </a:lnTo>
                  <a:lnTo>
                    <a:pt x="7858011" y="17913"/>
                  </a:lnTo>
                  <a:lnTo>
                    <a:pt x="7780788" y="27956"/>
                  </a:lnTo>
                  <a:lnTo>
                    <a:pt x="7694560" y="40668"/>
                  </a:lnTo>
                  <a:lnTo>
                    <a:pt x="7603414" y="56035"/>
                  </a:lnTo>
                  <a:lnTo>
                    <a:pt x="7511159" y="73997"/>
                  </a:lnTo>
                  <a:lnTo>
                    <a:pt x="7420875" y="94508"/>
                  </a:lnTo>
                  <a:lnTo>
                    <a:pt x="7334723" y="117576"/>
                  </a:lnTo>
                  <a:lnTo>
                    <a:pt x="7253970" y="143301"/>
                  </a:lnTo>
                  <a:lnTo>
                    <a:pt x="7179129" y="171883"/>
                  </a:lnTo>
                  <a:lnTo>
                    <a:pt x="7110153" y="203632"/>
                  </a:lnTo>
                  <a:lnTo>
                    <a:pt x="7046605" y="238956"/>
                  </a:lnTo>
                  <a:lnTo>
                    <a:pt x="6987811" y="278353"/>
                  </a:lnTo>
                  <a:lnTo>
                    <a:pt x="6932966" y="322380"/>
                  </a:lnTo>
                  <a:lnTo>
                    <a:pt x="6881222" y="371603"/>
                  </a:lnTo>
                  <a:lnTo>
                    <a:pt x="6831754" y="426518"/>
                  </a:lnTo>
                  <a:lnTo>
                    <a:pt x="6786527" y="483774"/>
                  </a:lnTo>
                  <a:lnTo>
                    <a:pt x="6749647" y="535359"/>
                  </a:lnTo>
                  <a:lnTo>
                    <a:pt x="6713110" y="590677"/>
                  </a:lnTo>
                  <a:lnTo>
                    <a:pt x="6676702" y="649805"/>
                  </a:lnTo>
                  <a:lnTo>
                    <a:pt x="6640252" y="712758"/>
                  </a:lnTo>
                  <a:lnTo>
                    <a:pt x="6603632" y="779489"/>
                  </a:lnTo>
                  <a:lnTo>
                    <a:pt x="6566750" y="849879"/>
                  </a:lnTo>
                  <a:lnTo>
                    <a:pt x="6529550" y="923731"/>
                  </a:lnTo>
                  <a:lnTo>
                    <a:pt x="6492004" y="1000775"/>
                  </a:lnTo>
                  <a:lnTo>
                    <a:pt x="6454117" y="1080662"/>
                  </a:lnTo>
                  <a:lnTo>
                    <a:pt x="6415915" y="1162971"/>
                  </a:lnTo>
                  <a:lnTo>
                    <a:pt x="6377447" y="1247221"/>
                  </a:lnTo>
                  <a:lnTo>
                    <a:pt x="6338781" y="1332872"/>
                  </a:lnTo>
                  <a:lnTo>
                    <a:pt x="6299995" y="1419348"/>
                  </a:lnTo>
                  <a:lnTo>
                    <a:pt x="6261177" y="1506048"/>
                  </a:lnTo>
                  <a:lnTo>
                    <a:pt x="6222414" y="1592365"/>
                  </a:lnTo>
                  <a:lnTo>
                    <a:pt x="6183793" y="1677703"/>
                  </a:lnTo>
                  <a:lnTo>
                    <a:pt x="6145389" y="1761493"/>
                  </a:lnTo>
                  <a:lnTo>
                    <a:pt x="6107266" y="1843211"/>
                  </a:lnTo>
                  <a:lnTo>
                    <a:pt x="6069466" y="1922389"/>
                  </a:lnTo>
                  <a:lnTo>
                    <a:pt x="6032012" y="1998625"/>
                  </a:lnTo>
                  <a:lnTo>
                    <a:pt x="5994899" y="2071592"/>
                  </a:lnTo>
                  <a:lnTo>
                    <a:pt x="5958093" y="2141036"/>
                  </a:lnTo>
                  <a:lnTo>
                    <a:pt x="5921528" y="2206784"/>
                  </a:lnTo>
                  <a:lnTo>
                    <a:pt x="5885103" y="2268735"/>
                  </a:lnTo>
                  <a:lnTo>
                    <a:pt x="5848679" y="2326858"/>
                  </a:lnTo>
                  <a:lnTo>
                    <a:pt x="5812075" y="2381187"/>
                  </a:lnTo>
                  <a:lnTo>
                    <a:pt x="5784835" y="2418871"/>
                  </a:lnTo>
                  <a:lnTo>
                    <a:pt x="5736840" y="2479411"/>
                  </a:lnTo>
                  <a:lnTo>
                    <a:pt x="5687264" y="2533992"/>
                  </a:lnTo>
                  <a:lnTo>
                    <a:pt x="5635366" y="2582905"/>
                  </a:lnTo>
                  <a:lnTo>
                    <a:pt x="5580319" y="2626653"/>
                  </a:lnTo>
                  <a:lnTo>
                    <a:pt x="5521275" y="2665803"/>
                  </a:lnTo>
                  <a:lnTo>
                    <a:pt x="5457434" y="2700911"/>
                  </a:lnTo>
                  <a:lnTo>
                    <a:pt x="5388133" y="2732470"/>
                  </a:lnTo>
                  <a:lnTo>
                    <a:pt x="5312953" y="2760883"/>
                  </a:lnTo>
                  <a:lnTo>
                    <a:pt x="5231872" y="2786452"/>
                  </a:lnTo>
                  <a:lnTo>
                    <a:pt x="5145443" y="2809373"/>
                  </a:lnTo>
                  <a:lnTo>
                    <a:pt x="5054980" y="2829738"/>
                  </a:lnTo>
                  <a:lnTo>
                    <a:pt x="4962698" y="2847555"/>
                  </a:lnTo>
                  <a:lnTo>
                    <a:pt x="4871724" y="2862772"/>
                  </a:lnTo>
                  <a:lnTo>
                    <a:pt x="4785900" y="2875332"/>
                  </a:lnTo>
                  <a:lnTo>
                    <a:pt x="4709307" y="2885225"/>
                  </a:lnTo>
                  <a:lnTo>
                    <a:pt x="4645576" y="2892546"/>
                  </a:lnTo>
                  <a:lnTo>
                    <a:pt x="4597129" y="2897527"/>
                  </a:lnTo>
                  <a:lnTo>
                    <a:pt x="4564582" y="2900537"/>
                  </a:lnTo>
                  <a:lnTo>
                    <a:pt x="4546502" y="2902048"/>
                  </a:lnTo>
                  <a:lnTo>
                    <a:pt x="4539507" y="2902578"/>
                  </a:lnTo>
                  <a:lnTo>
                    <a:pt x="4538543" y="2902645"/>
                  </a:lnTo>
                  <a:lnTo>
                    <a:pt x="4016409" y="2902645"/>
                  </a:lnTo>
                  <a:lnTo>
                    <a:pt x="4015173" y="2902602"/>
                  </a:lnTo>
                  <a:lnTo>
                    <a:pt x="4007088" y="2902294"/>
                  </a:lnTo>
                  <a:lnTo>
                    <a:pt x="3986855" y="2901441"/>
                  </a:lnTo>
                  <a:lnTo>
                    <a:pt x="3951066" y="2899767"/>
                  </a:lnTo>
                  <a:lnTo>
                    <a:pt x="3898500" y="2897023"/>
                  </a:lnTo>
                  <a:lnTo>
                    <a:pt x="3830195" y="2893023"/>
                  </a:lnTo>
                  <a:lnTo>
                    <a:pt x="3749087" y="2887658"/>
                  </a:lnTo>
                  <a:lnTo>
                    <a:pt x="3659280" y="2880892"/>
                  </a:lnTo>
                  <a:lnTo>
                    <a:pt x="3565178" y="2872738"/>
                  </a:lnTo>
                  <a:lnTo>
                    <a:pt x="3470752" y="2863231"/>
                  </a:lnTo>
                  <a:lnTo>
                    <a:pt x="3379091" y="2852390"/>
                  </a:lnTo>
                  <a:lnTo>
                    <a:pt x="3292254" y="2840196"/>
                  </a:lnTo>
                  <a:lnTo>
                    <a:pt x="3211346" y="2826582"/>
                  </a:lnTo>
                  <a:lnTo>
                    <a:pt x="3136703" y="2811419"/>
                  </a:lnTo>
                  <a:lnTo>
                    <a:pt x="3068104" y="2794523"/>
                  </a:lnTo>
                  <a:lnTo>
                    <a:pt x="3004965" y="2775653"/>
                  </a:lnTo>
                  <a:lnTo>
                    <a:pt x="2946486" y="2754526"/>
                  </a:lnTo>
                  <a:lnTo>
                    <a:pt x="2891770" y="2730837"/>
                  </a:lnTo>
                  <a:lnTo>
                    <a:pt x="2839902" y="2704291"/>
                  </a:lnTo>
                  <a:lnTo>
                    <a:pt x="2790030" y="2674667"/>
                  </a:lnTo>
                  <a:lnTo>
                    <a:pt x="2770117" y="2661699"/>
                  </a:lnTo>
                  <a:lnTo>
                    <a:pt x="2724006" y="2629241"/>
                  </a:lnTo>
                  <a:lnTo>
                    <a:pt x="2678345" y="2593851"/>
                  </a:lnTo>
                  <a:lnTo>
                    <a:pt x="2632745" y="2555477"/>
                  </a:lnTo>
                  <a:lnTo>
                    <a:pt x="2586925" y="2514141"/>
                  </a:lnTo>
                  <a:lnTo>
                    <a:pt x="2540697" y="2469954"/>
                  </a:lnTo>
                  <a:lnTo>
                    <a:pt x="2493956" y="2423115"/>
                  </a:lnTo>
                  <a:lnTo>
                    <a:pt x="2446673" y="2373919"/>
                  </a:lnTo>
                  <a:lnTo>
                    <a:pt x="2398886" y="2322752"/>
                  </a:lnTo>
                  <a:lnTo>
                    <a:pt x="2350685" y="2270079"/>
                  </a:lnTo>
                  <a:lnTo>
                    <a:pt x="2302205" y="2216431"/>
                  </a:lnTo>
                  <a:lnTo>
                    <a:pt x="2253608" y="2162382"/>
                  </a:lnTo>
                  <a:lnTo>
                    <a:pt x="2205067" y="2108524"/>
                  </a:lnTo>
                  <a:lnTo>
                    <a:pt x="2156750" y="2055441"/>
                  </a:lnTo>
                  <a:lnTo>
                    <a:pt x="2108802" y="2003682"/>
                  </a:lnTo>
                  <a:lnTo>
                    <a:pt x="2061333" y="1953737"/>
                  </a:lnTo>
                  <a:lnTo>
                    <a:pt x="2014399" y="1906021"/>
                  </a:lnTo>
                  <a:lnTo>
                    <a:pt x="1967996" y="1860863"/>
                  </a:lnTo>
                  <a:lnTo>
                    <a:pt x="1922048" y="1818497"/>
                  </a:lnTo>
                  <a:lnTo>
                    <a:pt x="1876397" y="1779063"/>
                  </a:lnTo>
                  <a:lnTo>
                    <a:pt x="1830797" y="1742614"/>
                  </a:lnTo>
                  <a:lnTo>
                    <a:pt x="1784897" y="1709124"/>
                  </a:lnTo>
                  <a:lnTo>
                    <a:pt x="1768425" y="1697916"/>
                  </a:lnTo>
                  <a:lnTo>
                    <a:pt x="1719152" y="1667012"/>
                  </a:lnTo>
                  <a:lnTo>
                    <a:pt x="1668194" y="1639232"/>
                  </a:lnTo>
                  <a:lnTo>
                    <a:pt x="1614746" y="1614412"/>
                  </a:lnTo>
                  <a:lnTo>
                    <a:pt x="1557911" y="1592279"/>
                  </a:lnTo>
                  <a:lnTo>
                    <a:pt x="1496775" y="1572526"/>
                  </a:lnTo>
                  <a:lnTo>
                    <a:pt x="1430485" y="1554857"/>
                  </a:lnTo>
                  <a:lnTo>
                    <a:pt x="1358356" y="1539014"/>
                  </a:lnTo>
                  <a:lnTo>
                    <a:pt x="1279996" y="1524787"/>
                  </a:lnTo>
                  <a:lnTo>
                    <a:pt x="1195489" y="1512027"/>
                  </a:lnTo>
                  <a:lnTo>
                    <a:pt x="1105602" y="1500639"/>
                  </a:lnTo>
                  <a:lnTo>
                    <a:pt x="1011987" y="1490588"/>
                  </a:lnTo>
                  <a:lnTo>
                    <a:pt x="917317" y="1481879"/>
                  </a:lnTo>
                  <a:lnTo>
                    <a:pt x="825239" y="1474544"/>
                  </a:lnTo>
                  <a:lnTo>
                    <a:pt x="740056" y="1468609"/>
                  </a:lnTo>
                  <a:lnTo>
                    <a:pt x="666097" y="1464062"/>
                  </a:lnTo>
                  <a:lnTo>
                    <a:pt x="606874" y="1460825"/>
                  </a:lnTo>
                  <a:lnTo>
                    <a:pt x="564267" y="1458742"/>
                  </a:lnTo>
                  <a:lnTo>
                    <a:pt x="537990" y="1457587"/>
                  </a:lnTo>
                  <a:lnTo>
                    <a:pt x="525497" y="1457091"/>
                  </a:lnTo>
                  <a:lnTo>
                    <a:pt x="522133" y="1456970"/>
                  </a:lnTo>
                  <a:lnTo>
                    <a:pt x="0" y="1456970"/>
                  </a:lnTo>
                  <a:close/>
                </a:path>
              </a:pathLst>
            </a:custGeom>
            <a:solidFill>
              <a:srgbClr val="F28E5B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1035" name="pl1035"/>
            <p:cNvSpPr/>
            <p:nvPr/>
          </p:nvSpPr>
          <p:spPr>
            <a:xfrm>
              <a:off x="386606" y="2653809"/>
              <a:ext cx="8554953" cy="2902645"/>
            </a:xfrm>
            <a:custGeom>
              <a:avLst/>
              <a:pathLst>
                <a:path w="8554953" h="2902645">
                  <a:moveTo>
                    <a:pt x="0" y="1456970"/>
                  </a:moveTo>
                  <a:lnTo>
                    <a:pt x="522133" y="1456970"/>
                  </a:lnTo>
                  <a:lnTo>
                    <a:pt x="523369" y="1457013"/>
                  </a:lnTo>
                  <a:lnTo>
                    <a:pt x="531454" y="1457321"/>
                  </a:lnTo>
                  <a:lnTo>
                    <a:pt x="551687" y="1458174"/>
                  </a:lnTo>
                  <a:lnTo>
                    <a:pt x="587476" y="1459848"/>
                  </a:lnTo>
                  <a:lnTo>
                    <a:pt x="640043" y="1462592"/>
                  </a:lnTo>
                  <a:lnTo>
                    <a:pt x="708347" y="1466592"/>
                  </a:lnTo>
                  <a:lnTo>
                    <a:pt x="789455" y="1471957"/>
                  </a:lnTo>
                  <a:lnTo>
                    <a:pt x="879262" y="1478723"/>
                  </a:lnTo>
                  <a:lnTo>
                    <a:pt x="973364" y="1486877"/>
                  </a:lnTo>
                  <a:lnTo>
                    <a:pt x="1067790" y="1496384"/>
                  </a:lnTo>
                  <a:lnTo>
                    <a:pt x="1159452" y="1507226"/>
                  </a:lnTo>
                  <a:lnTo>
                    <a:pt x="1246288" y="1519419"/>
                  </a:lnTo>
                  <a:lnTo>
                    <a:pt x="1327196" y="1533033"/>
                  </a:lnTo>
                  <a:lnTo>
                    <a:pt x="1401839" y="1548196"/>
                  </a:lnTo>
                  <a:lnTo>
                    <a:pt x="1470438" y="1565092"/>
                  </a:lnTo>
                  <a:lnTo>
                    <a:pt x="1533577" y="1583962"/>
                  </a:lnTo>
                  <a:lnTo>
                    <a:pt x="1592056" y="1605089"/>
                  </a:lnTo>
                  <a:lnTo>
                    <a:pt x="1646772" y="1628778"/>
                  </a:lnTo>
                  <a:lnTo>
                    <a:pt x="1698640" y="1655325"/>
                  </a:lnTo>
                  <a:lnTo>
                    <a:pt x="1748512" y="1684948"/>
                  </a:lnTo>
                  <a:lnTo>
                    <a:pt x="1768425" y="1697916"/>
                  </a:lnTo>
                  <a:lnTo>
                    <a:pt x="1814536" y="1730374"/>
                  </a:lnTo>
                  <a:lnTo>
                    <a:pt x="1860197" y="1765764"/>
                  </a:lnTo>
                  <a:lnTo>
                    <a:pt x="1905797" y="1804138"/>
                  </a:lnTo>
                  <a:lnTo>
                    <a:pt x="1951617" y="1845474"/>
                  </a:lnTo>
                  <a:lnTo>
                    <a:pt x="1997845" y="1889662"/>
                  </a:lnTo>
                  <a:lnTo>
                    <a:pt x="2044586" y="1936501"/>
                  </a:lnTo>
                  <a:lnTo>
                    <a:pt x="2091869" y="1985696"/>
                  </a:lnTo>
                  <a:lnTo>
                    <a:pt x="2139657" y="2036863"/>
                  </a:lnTo>
                  <a:lnTo>
                    <a:pt x="2187857" y="2089536"/>
                  </a:lnTo>
                  <a:lnTo>
                    <a:pt x="2236337" y="2143184"/>
                  </a:lnTo>
                  <a:lnTo>
                    <a:pt x="2284934" y="2197233"/>
                  </a:lnTo>
                  <a:lnTo>
                    <a:pt x="2333475" y="2251091"/>
                  </a:lnTo>
                  <a:lnTo>
                    <a:pt x="2381792" y="2304174"/>
                  </a:lnTo>
                  <a:lnTo>
                    <a:pt x="2429740" y="2355933"/>
                  </a:lnTo>
                  <a:lnTo>
                    <a:pt x="2477209" y="2405878"/>
                  </a:lnTo>
                  <a:lnTo>
                    <a:pt x="2524143" y="2453594"/>
                  </a:lnTo>
                  <a:lnTo>
                    <a:pt x="2570546" y="2498752"/>
                  </a:lnTo>
                  <a:lnTo>
                    <a:pt x="2616494" y="2541118"/>
                  </a:lnTo>
                  <a:lnTo>
                    <a:pt x="2662145" y="2580552"/>
                  </a:lnTo>
                  <a:lnTo>
                    <a:pt x="2707746" y="2617001"/>
                  </a:lnTo>
                  <a:lnTo>
                    <a:pt x="2753645" y="2650491"/>
                  </a:lnTo>
                  <a:lnTo>
                    <a:pt x="2770117" y="2661699"/>
                  </a:lnTo>
                  <a:lnTo>
                    <a:pt x="2819390" y="2692603"/>
                  </a:lnTo>
                  <a:lnTo>
                    <a:pt x="2870348" y="2720383"/>
                  </a:lnTo>
                  <a:lnTo>
                    <a:pt x="2923796" y="2745203"/>
                  </a:lnTo>
                  <a:lnTo>
                    <a:pt x="2980631" y="2767336"/>
                  </a:lnTo>
                  <a:lnTo>
                    <a:pt x="3041768" y="2787089"/>
                  </a:lnTo>
                  <a:lnTo>
                    <a:pt x="3108057" y="2804758"/>
                  </a:lnTo>
                  <a:lnTo>
                    <a:pt x="3180187" y="2820602"/>
                  </a:lnTo>
                  <a:lnTo>
                    <a:pt x="3258547" y="2834828"/>
                  </a:lnTo>
                  <a:lnTo>
                    <a:pt x="3343053" y="2847588"/>
                  </a:lnTo>
                  <a:lnTo>
                    <a:pt x="3432941" y="2858976"/>
                  </a:lnTo>
                  <a:lnTo>
                    <a:pt x="3526555" y="2869027"/>
                  </a:lnTo>
                  <a:lnTo>
                    <a:pt x="3621226" y="2877736"/>
                  </a:lnTo>
                  <a:lnTo>
                    <a:pt x="3713303" y="2885071"/>
                  </a:lnTo>
                  <a:lnTo>
                    <a:pt x="3798486" y="2891006"/>
                  </a:lnTo>
                  <a:lnTo>
                    <a:pt x="3872446" y="2895553"/>
                  </a:lnTo>
                  <a:lnTo>
                    <a:pt x="3931669" y="2898790"/>
                  </a:lnTo>
                  <a:lnTo>
                    <a:pt x="3974276" y="2900873"/>
                  </a:lnTo>
                  <a:lnTo>
                    <a:pt x="4000552" y="2902028"/>
                  </a:lnTo>
                  <a:lnTo>
                    <a:pt x="4013045" y="2902524"/>
                  </a:lnTo>
                  <a:lnTo>
                    <a:pt x="4016323" y="2902643"/>
                  </a:lnTo>
                  <a:lnTo>
                    <a:pt x="4016409" y="2902645"/>
                  </a:lnTo>
                  <a:lnTo>
                    <a:pt x="4538543" y="2902645"/>
                  </a:lnTo>
                  <a:lnTo>
                    <a:pt x="4539688" y="2902565"/>
                  </a:lnTo>
                  <a:lnTo>
                    <a:pt x="4547194" y="2901993"/>
                  </a:lnTo>
                  <a:lnTo>
                    <a:pt x="4566023" y="2900411"/>
                  </a:lnTo>
                  <a:lnTo>
                    <a:pt x="4599456" y="2897300"/>
                  </a:lnTo>
                  <a:lnTo>
                    <a:pt x="4648808" y="2892195"/>
                  </a:lnTo>
                  <a:lnTo>
                    <a:pt x="4713351" y="2884732"/>
                  </a:lnTo>
                  <a:lnTo>
                    <a:pt x="4790574" y="2874689"/>
                  </a:lnTo>
                  <a:lnTo>
                    <a:pt x="4876802" y="2861977"/>
                  </a:lnTo>
                  <a:lnTo>
                    <a:pt x="4967948" y="2846610"/>
                  </a:lnTo>
                  <a:lnTo>
                    <a:pt x="5060203" y="2828648"/>
                  </a:lnTo>
                  <a:lnTo>
                    <a:pt x="5150487" y="2808137"/>
                  </a:lnTo>
                  <a:lnTo>
                    <a:pt x="5236638" y="2785069"/>
                  </a:lnTo>
                  <a:lnTo>
                    <a:pt x="5317392" y="2759344"/>
                  </a:lnTo>
                  <a:lnTo>
                    <a:pt x="5392233" y="2730762"/>
                  </a:lnTo>
                  <a:lnTo>
                    <a:pt x="5461209" y="2699013"/>
                  </a:lnTo>
                  <a:lnTo>
                    <a:pt x="5524757" y="2663689"/>
                  </a:lnTo>
                  <a:lnTo>
                    <a:pt x="5583551" y="2624292"/>
                  </a:lnTo>
                  <a:lnTo>
                    <a:pt x="5638396" y="2580265"/>
                  </a:lnTo>
                  <a:lnTo>
                    <a:pt x="5690140" y="2531041"/>
                  </a:lnTo>
                  <a:lnTo>
                    <a:pt x="5739608" y="2476127"/>
                  </a:lnTo>
                  <a:lnTo>
                    <a:pt x="5784835" y="2418871"/>
                  </a:lnTo>
                  <a:lnTo>
                    <a:pt x="5821715" y="2367286"/>
                  </a:lnTo>
                  <a:lnTo>
                    <a:pt x="5858251" y="2311968"/>
                  </a:lnTo>
                  <a:lnTo>
                    <a:pt x="5894660" y="2252840"/>
                  </a:lnTo>
                  <a:lnTo>
                    <a:pt x="5931110" y="2189887"/>
                  </a:lnTo>
                  <a:lnTo>
                    <a:pt x="5967730" y="2123156"/>
                  </a:lnTo>
                  <a:lnTo>
                    <a:pt x="6004612" y="2052766"/>
                  </a:lnTo>
                  <a:lnTo>
                    <a:pt x="6041812" y="1978914"/>
                  </a:lnTo>
                  <a:lnTo>
                    <a:pt x="6079358" y="1901870"/>
                  </a:lnTo>
                  <a:lnTo>
                    <a:pt x="6117245" y="1821983"/>
                  </a:lnTo>
                  <a:lnTo>
                    <a:pt x="6155447" y="1739674"/>
                  </a:lnTo>
                  <a:lnTo>
                    <a:pt x="6193915" y="1655424"/>
                  </a:lnTo>
                  <a:lnTo>
                    <a:pt x="6232581" y="1569773"/>
                  </a:lnTo>
                  <a:lnTo>
                    <a:pt x="6271367" y="1483297"/>
                  </a:lnTo>
                  <a:lnTo>
                    <a:pt x="6310185" y="1396597"/>
                  </a:lnTo>
                  <a:lnTo>
                    <a:pt x="6348948" y="1310280"/>
                  </a:lnTo>
                  <a:lnTo>
                    <a:pt x="6387569" y="1224942"/>
                  </a:lnTo>
                  <a:lnTo>
                    <a:pt x="6425973" y="1141152"/>
                  </a:lnTo>
                  <a:lnTo>
                    <a:pt x="6464096" y="1059434"/>
                  </a:lnTo>
                  <a:lnTo>
                    <a:pt x="6501896" y="980256"/>
                  </a:lnTo>
                  <a:lnTo>
                    <a:pt x="6539349" y="904020"/>
                  </a:lnTo>
                  <a:lnTo>
                    <a:pt x="6576463" y="831053"/>
                  </a:lnTo>
                  <a:lnTo>
                    <a:pt x="6613269" y="761609"/>
                  </a:lnTo>
                  <a:lnTo>
                    <a:pt x="6649834" y="695861"/>
                  </a:lnTo>
                  <a:lnTo>
                    <a:pt x="6686259" y="633910"/>
                  </a:lnTo>
                  <a:lnTo>
                    <a:pt x="6722683" y="575787"/>
                  </a:lnTo>
                  <a:lnTo>
                    <a:pt x="6759287" y="521458"/>
                  </a:lnTo>
                  <a:lnTo>
                    <a:pt x="6786527" y="483774"/>
                  </a:lnTo>
                  <a:lnTo>
                    <a:pt x="6834522" y="423234"/>
                  </a:lnTo>
                  <a:lnTo>
                    <a:pt x="6884098" y="368653"/>
                  </a:lnTo>
                  <a:lnTo>
                    <a:pt x="6935996" y="319740"/>
                  </a:lnTo>
                  <a:lnTo>
                    <a:pt x="6991043" y="275992"/>
                  </a:lnTo>
                  <a:lnTo>
                    <a:pt x="7050087" y="236842"/>
                  </a:lnTo>
                  <a:lnTo>
                    <a:pt x="7113927" y="201734"/>
                  </a:lnTo>
                  <a:lnTo>
                    <a:pt x="7183229" y="170175"/>
                  </a:lnTo>
                  <a:lnTo>
                    <a:pt x="7258409" y="141762"/>
                  </a:lnTo>
                  <a:lnTo>
                    <a:pt x="7339490" y="116193"/>
                  </a:lnTo>
                  <a:lnTo>
                    <a:pt x="7425919" y="93272"/>
                  </a:lnTo>
                  <a:lnTo>
                    <a:pt x="7516382" y="72906"/>
                  </a:lnTo>
                  <a:lnTo>
                    <a:pt x="7608664" y="55090"/>
                  </a:lnTo>
                  <a:lnTo>
                    <a:pt x="7699638" y="39873"/>
                  </a:lnTo>
                  <a:lnTo>
                    <a:pt x="7785462" y="27313"/>
                  </a:lnTo>
                  <a:lnTo>
                    <a:pt x="7862055" y="17420"/>
                  </a:lnTo>
                  <a:lnTo>
                    <a:pt x="7925786" y="10099"/>
                  </a:lnTo>
                  <a:lnTo>
                    <a:pt x="7974233" y="5118"/>
                  </a:lnTo>
                  <a:lnTo>
                    <a:pt x="8006780" y="2108"/>
                  </a:lnTo>
                  <a:lnTo>
                    <a:pt x="8024860" y="597"/>
                  </a:lnTo>
                  <a:lnTo>
                    <a:pt x="8031855" y="67"/>
                  </a:lnTo>
                  <a:lnTo>
                    <a:pt x="8032819" y="0"/>
                  </a:lnTo>
                  <a:lnTo>
                    <a:pt x="8554953" y="0"/>
                  </a:lnTo>
                  <a:lnTo>
                    <a:pt x="8554953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036" name="pl1036"/>
            <p:cNvSpPr/>
            <p:nvPr/>
          </p:nvSpPr>
          <p:spPr>
            <a:xfrm>
              <a:off x="386606" y="2648162"/>
              <a:ext cx="8554953" cy="2902645"/>
            </a:xfrm>
            <a:custGeom>
              <a:avLst/>
              <a:pathLst>
                <a:path w="8554953" h="2902645">
                  <a:moveTo>
                    <a:pt x="8554953" y="0"/>
                  </a:moveTo>
                  <a:lnTo>
                    <a:pt x="8032819" y="0"/>
                  </a:lnTo>
                  <a:lnTo>
                    <a:pt x="8031674" y="80"/>
                  </a:lnTo>
                  <a:lnTo>
                    <a:pt x="8024168" y="652"/>
                  </a:lnTo>
                  <a:lnTo>
                    <a:pt x="8005339" y="2234"/>
                  </a:lnTo>
                  <a:lnTo>
                    <a:pt x="7971906" y="5345"/>
                  </a:lnTo>
                  <a:lnTo>
                    <a:pt x="7922554" y="10450"/>
                  </a:lnTo>
                  <a:lnTo>
                    <a:pt x="7858011" y="17913"/>
                  </a:lnTo>
                  <a:lnTo>
                    <a:pt x="7780788" y="27956"/>
                  </a:lnTo>
                  <a:lnTo>
                    <a:pt x="7694560" y="40668"/>
                  </a:lnTo>
                  <a:lnTo>
                    <a:pt x="7603414" y="56035"/>
                  </a:lnTo>
                  <a:lnTo>
                    <a:pt x="7511159" y="73997"/>
                  </a:lnTo>
                  <a:lnTo>
                    <a:pt x="7420875" y="94508"/>
                  </a:lnTo>
                  <a:lnTo>
                    <a:pt x="7334723" y="117576"/>
                  </a:lnTo>
                  <a:lnTo>
                    <a:pt x="7253970" y="143301"/>
                  </a:lnTo>
                  <a:lnTo>
                    <a:pt x="7179129" y="171883"/>
                  </a:lnTo>
                  <a:lnTo>
                    <a:pt x="7110153" y="203632"/>
                  </a:lnTo>
                  <a:lnTo>
                    <a:pt x="7046605" y="238956"/>
                  </a:lnTo>
                  <a:lnTo>
                    <a:pt x="6987811" y="278353"/>
                  </a:lnTo>
                  <a:lnTo>
                    <a:pt x="6932966" y="322380"/>
                  </a:lnTo>
                  <a:lnTo>
                    <a:pt x="6881222" y="371603"/>
                  </a:lnTo>
                  <a:lnTo>
                    <a:pt x="6831754" y="426518"/>
                  </a:lnTo>
                  <a:lnTo>
                    <a:pt x="6786527" y="483774"/>
                  </a:lnTo>
                  <a:lnTo>
                    <a:pt x="6749647" y="535359"/>
                  </a:lnTo>
                  <a:lnTo>
                    <a:pt x="6713110" y="590677"/>
                  </a:lnTo>
                  <a:lnTo>
                    <a:pt x="6676702" y="649805"/>
                  </a:lnTo>
                  <a:lnTo>
                    <a:pt x="6640252" y="712758"/>
                  </a:lnTo>
                  <a:lnTo>
                    <a:pt x="6603632" y="779489"/>
                  </a:lnTo>
                  <a:lnTo>
                    <a:pt x="6566750" y="849879"/>
                  </a:lnTo>
                  <a:lnTo>
                    <a:pt x="6529550" y="923731"/>
                  </a:lnTo>
                  <a:lnTo>
                    <a:pt x="6492004" y="1000775"/>
                  </a:lnTo>
                  <a:lnTo>
                    <a:pt x="6454117" y="1080662"/>
                  </a:lnTo>
                  <a:lnTo>
                    <a:pt x="6415915" y="1162971"/>
                  </a:lnTo>
                  <a:lnTo>
                    <a:pt x="6377447" y="1247221"/>
                  </a:lnTo>
                  <a:lnTo>
                    <a:pt x="6338781" y="1332872"/>
                  </a:lnTo>
                  <a:lnTo>
                    <a:pt x="6299995" y="1419348"/>
                  </a:lnTo>
                  <a:lnTo>
                    <a:pt x="6261177" y="1506048"/>
                  </a:lnTo>
                  <a:lnTo>
                    <a:pt x="6222414" y="1592365"/>
                  </a:lnTo>
                  <a:lnTo>
                    <a:pt x="6183793" y="1677703"/>
                  </a:lnTo>
                  <a:lnTo>
                    <a:pt x="6145389" y="1761493"/>
                  </a:lnTo>
                  <a:lnTo>
                    <a:pt x="6107266" y="1843211"/>
                  </a:lnTo>
                  <a:lnTo>
                    <a:pt x="6069466" y="1922389"/>
                  </a:lnTo>
                  <a:lnTo>
                    <a:pt x="6032012" y="1998625"/>
                  </a:lnTo>
                  <a:lnTo>
                    <a:pt x="5994899" y="2071592"/>
                  </a:lnTo>
                  <a:lnTo>
                    <a:pt x="5958093" y="2141036"/>
                  </a:lnTo>
                  <a:lnTo>
                    <a:pt x="5921528" y="2206784"/>
                  </a:lnTo>
                  <a:lnTo>
                    <a:pt x="5885103" y="2268735"/>
                  </a:lnTo>
                  <a:lnTo>
                    <a:pt x="5848679" y="2326858"/>
                  </a:lnTo>
                  <a:lnTo>
                    <a:pt x="5812075" y="2381187"/>
                  </a:lnTo>
                  <a:lnTo>
                    <a:pt x="5784835" y="2418871"/>
                  </a:lnTo>
                  <a:lnTo>
                    <a:pt x="5736840" y="2479411"/>
                  </a:lnTo>
                  <a:lnTo>
                    <a:pt x="5687264" y="2533992"/>
                  </a:lnTo>
                  <a:lnTo>
                    <a:pt x="5635366" y="2582905"/>
                  </a:lnTo>
                  <a:lnTo>
                    <a:pt x="5580319" y="2626653"/>
                  </a:lnTo>
                  <a:lnTo>
                    <a:pt x="5521275" y="2665803"/>
                  </a:lnTo>
                  <a:lnTo>
                    <a:pt x="5457434" y="2700911"/>
                  </a:lnTo>
                  <a:lnTo>
                    <a:pt x="5388133" y="2732470"/>
                  </a:lnTo>
                  <a:lnTo>
                    <a:pt x="5312953" y="2760883"/>
                  </a:lnTo>
                  <a:lnTo>
                    <a:pt x="5231872" y="2786452"/>
                  </a:lnTo>
                  <a:lnTo>
                    <a:pt x="5145443" y="2809373"/>
                  </a:lnTo>
                  <a:lnTo>
                    <a:pt x="5054980" y="2829738"/>
                  </a:lnTo>
                  <a:lnTo>
                    <a:pt x="4962698" y="2847555"/>
                  </a:lnTo>
                  <a:lnTo>
                    <a:pt x="4871724" y="2862772"/>
                  </a:lnTo>
                  <a:lnTo>
                    <a:pt x="4785900" y="2875332"/>
                  </a:lnTo>
                  <a:lnTo>
                    <a:pt x="4709307" y="2885225"/>
                  </a:lnTo>
                  <a:lnTo>
                    <a:pt x="4645576" y="2892546"/>
                  </a:lnTo>
                  <a:lnTo>
                    <a:pt x="4597129" y="2897527"/>
                  </a:lnTo>
                  <a:lnTo>
                    <a:pt x="4564582" y="2900537"/>
                  </a:lnTo>
                  <a:lnTo>
                    <a:pt x="4546502" y="2902048"/>
                  </a:lnTo>
                  <a:lnTo>
                    <a:pt x="4539507" y="2902578"/>
                  </a:lnTo>
                  <a:lnTo>
                    <a:pt x="4538543" y="2902645"/>
                  </a:lnTo>
                  <a:lnTo>
                    <a:pt x="4016409" y="2902645"/>
                  </a:lnTo>
                  <a:lnTo>
                    <a:pt x="4015173" y="2902602"/>
                  </a:lnTo>
                  <a:lnTo>
                    <a:pt x="4007088" y="2902294"/>
                  </a:lnTo>
                  <a:lnTo>
                    <a:pt x="3986855" y="2901441"/>
                  </a:lnTo>
                  <a:lnTo>
                    <a:pt x="3951066" y="2899767"/>
                  </a:lnTo>
                  <a:lnTo>
                    <a:pt x="3898500" y="2897023"/>
                  </a:lnTo>
                  <a:lnTo>
                    <a:pt x="3830195" y="2893023"/>
                  </a:lnTo>
                  <a:lnTo>
                    <a:pt x="3749087" y="2887658"/>
                  </a:lnTo>
                  <a:lnTo>
                    <a:pt x="3659280" y="2880892"/>
                  </a:lnTo>
                  <a:lnTo>
                    <a:pt x="3565178" y="2872738"/>
                  </a:lnTo>
                  <a:lnTo>
                    <a:pt x="3470752" y="2863231"/>
                  </a:lnTo>
                  <a:lnTo>
                    <a:pt x="3379091" y="2852390"/>
                  </a:lnTo>
                  <a:lnTo>
                    <a:pt x="3292254" y="2840196"/>
                  </a:lnTo>
                  <a:lnTo>
                    <a:pt x="3211346" y="2826582"/>
                  </a:lnTo>
                  <a:lnTo>
                    <a:pt x="3136703" y="2811419"/>
                  </a:lnTo>
                  <a:lnTo>
                    <a:pt x="3068104" y="2794523"/>
                  </a:lnTo>
                  <a:lnTo>
                    <a:pt x="3004965" y="2775653"/>
                  </a:lnTo>
                  <a:lnTo>
                    <a:pt x="2946486" y="2754526"/>
                  </a:lnTo>
                  <a:lnTo>
                    <a:pt x="2891770" y="2730837"/>
                  </a:lnTo>
                  <a:lnTo>
                    <a:pt x="2839902" y="2704291"/>
                  </a:lnTo>
                  <a:lnTo>
                    <a:pt x="2790030" y="2674667"/>
                  </a:lnTo>
                  <a:lnTo>
                    <a:pt x="2770117" y="2661699"/>
                  </a:lnTo>
                  <a:lnTo>
                    <a:pt x="2724006" y="2629241"/>
                  </a:lnTo>
                  <a:lnTo>
                    <a:pt x="2678345" y="2593851"/>
                  </a:lnTo>
                  <a:lnTo>
                    <a:pt x="2632745" y="2555477"/>
                  </a:lnTo>
                  <a:lnTo>
                    <a:pt x="2586925" y="2514141"/>
                  </a:lnTo>
                  <a:lnTo>
                    <a:pt x="2540697" y="2469954"/>
                  </a:lnTo>
                  <a:lnTo>
                    <a:pt x="2493956" y="2423115"/>
                  </a:lnTo>
                  <a:lnTo>
                    <a:pt x="2446673" y="2373919"/>
                  </a:lnTo>
                  <a:lnTo>
                    <a:pt x="2398886" y="2322752"/>
                  </a:lnTo>
                  <a:lnTo>
                    <a:pt x="2350685" y="2270079"/>
                  </a:lnTo>
                  <a:lnTo>
                    <a:pt x="2302205" y="2216431"/>
                  </a:lnTo>
                  <a:lnTo>
                    <a:pt x="2253608" y="2162382"/>
                  </a:lnTo>
                  <a:lnTo>
                    <a:pt x="2205067" y="2108524"/>
                  </a:lnTo>
                  <a:lnTo>
                    <a:pt x="2156750" y="2055441"/>
                  </a:lnTo>
                  <a:lnTo>
                    <a:pt x="2108802" y="2003682"/>
                  </a:lnTo>
                  <a:lnTo>
                    <a:pt x="2061333" y="1953737"/>
                  </a:lnTo>
                  <a:lnTo>
                    <a:pt x="2014399" y="1906021"/>
                  </a:lnTo>
                  <a:lnTo>
                    <a:pt x="1967996" y="1860863"/>
                  </a:lnTo>
                  <a:lnTo>
                    <a:pt x="1922048" y="1818497"/>
                  </a:lnTo>
                  <a:lnTo>
                    <a:pt x="1876397" y="1779063"/>
                  </a:lnTo>
                  <a:lnTo>
                    <a:pt x="1830797" y="1742614"/>
                  </a:lnTo>
                  <a:lnTo>
                    <a:pt x="1784897" y="1709124"/>
                  </a:lnTo>
                  <a:lnTo>
                    <a:pt x="1768425" y="1697916"/>
                  </a:lnTo>
                  <a:lnTo>
                    <a:pt x="1719152" y="1667012"/>
                  </a:lnTo>
                  <a:lnTo>
                    <a:pt x="1668194" y="1639232"/>
                  </a:lnTo>
                  <a:lnTo>
                    <a:pt x="1614746" y="1614412"/>
                  </a:lnTo>
                  <a:lnTo>
                    <a:pt x="1557911" y="1592279"/>
                  </a:lnTo>
                  <a:lnTo>
                    <a:pt x="1496775" y="1572526"/>
                  </a:lnTo>
                  <a:lnTo>
                    <a:pt x="1430485" y="1554857"/>
                  </a:lnTo>
                  <a:lnTo>
                    <a:pt x="1358356" y="1539014"/>
                  </a:lnTo>
                  <a:lnTo>
                    <a:pt x="1279996" y="1524787"/>
                  </a:lnTo>
                  <a:lnTo>
                    <a:pt x="1195489" y="1512027"/>
                  </a:lnTo>
                  <a:lnTo>
                    <a:pt x="1105602" y="1500639"/>
                  </a:lnTo>
                  <a:lnTo>
                    <a:pt x="1011987" y="1490588"/>
                  </a:lnTo>
                  <a:lnTo>
                    <a:pt x="917317" y="1481879"/>
                  </a:lnTo>
                  <a:lnTo>
                    <a:pt x="825239" y="1474544"/>
                  </a:lnTo>
                  <a:lnTo>
                    <a:pt x="740056" y="1468609"/>
                  </a:lnTo>
                  <a:lnTo>
                    <a:pt x="666097" y="1464062"/>
                  </a:lnTo>
                  <a:lnTo>
                    <a:pt x="606874" y="1460825"/>
                  </a:lnTo>
                  <a:lnTo>
                    <a:pt x="564267" y="1458742"/>
                  </a:lnTo>
                  <a:lnTo>
                    <a:pt x="537990" y="1457587"/>
                  </a:lnTo>
                  <a:lnTo>
                    <a:pt x="525497" y="1457091"/>
                  </a:lnTo>
                  <a:lnTo>
                    <a:pt x="522219" y="1456973"/>
                  </a:lnTo>
                  <a:lnTo>
                    <a:pt x="522133" y="1456970"/>
                  </a:lnTo>
                  <a:lnTo>
                    <a:pt x="0" y="1456970"/>
                  </a:lnTo>
                  <a:lnTo>
                    <a:pt x="0" y="145697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037" name="pg1037"/>
            <p:cNvSpPr/>
            <p:nvPr/>
          </p:nvSpPr>
          <p:spPr>
            <a:xfrm>
              <a:off x="386606" y="451413"/>
              <a:ext cx="8554953" cy="3377008"/>
            </a:xfrm>
            <a:custGeom>
              <a:avLst/>
              <a:pathLst>
                <a:path w="8554953" h="3377008">
                  <a:moveTo>
                    <a:pt x="0" y="3371361"/>
                  </a:moveTo>
                  <a:lnTo>
                    <a:pt x="522133" y="3371361"/>
                  </a:lnTo>
                  <a:lnTo>
                    <a:pt x="523403" y="3371361"/>
                  </a:lnTo>
                  <a:lnTo>
                    <a:pt x="531704" y="3371362"/>
                  </a:lnTo>
                  <a:lnTo>
                    <a:pt x="552456" y="3371365"/>
                  </a:lnTo>
                  <a:lnTo>
                    <a:pt x="589116" y="3371372"/>
                  </a:lnTo>
                  <a:lnTo>
                    <a:pt x="642860" y="3371383"/>
                  </a:lnTo>
                  <a:lnTo>
                    <a:pt x="712532" y="3371399"/>
                  </a:lnTo>
                  <a:lnTo>
                    <a:pt x="795033" y="3371421"/>
                  </a:lnTo>
                  <a:lnTo>
                    <a:pt x="886106" y="3371448"/>
                  </a:lnTo>
                  <a:lnTo>
                    <a:pt x="981233" y="3371480"/>
                  </a:lnTo>
                  <a:lnTo>
                    <a:pt x="1076392" y="3371518"/>
                  </a:lnTo>
                  <a:lnTo>
                    <a:pt x="1168500" y="3371562"/>
                  </a:lnTo>
                  <a:lnTo>
                    <a:pt x="1255540" y="3371610"/>
                  </a:lnTo>
                  <a:lnTo>
                    <a:pt x="1336469" y="3371665"/>
                  </a:lnTo>
                  <a:lnTo>
                    <a:pt x="1411020" y="3371725"/>
                  </a:lnTo>
                  <a:lnTo>
                    <a:pt x="1479475" y="3371793"/>
                  </a:lnTo>
                  <a:lnTo>
                    <a:pt x="1542472" y="3371868"/>
                  </a:lnTo>
                  <a:lnTo>
                    <a:pt x="1600853" y="3371953"/>
                  </a:lnTo>
                  <a:lnTo>
                    <a:pt x="1655549" y="3372048"/>
                  </a:lnTo>
                  <a:lnTo>
                    <a:pt x="1707494" y="3372155"/>
                  </a:lnTo>
                  <a:lnTo>
                    <a:pt x="1757546" y="3372274"/>
                  </a:lnTo>
                  <a:lnTo>
                    <a:pt x="1768425" y="3372302"/>
                  </a:lnTo>
                  <a:lnTo>
                    <a:pt x="1822684" y="3372452"/>
                  </a:lnTo>
                  <a:lnTo>
                    <a:pt x="1876422" y="3372619"/>
                  </a:lnTo>
                  <a:lnTo>
                    <a:pt x="1930224" y="3372802"/>
                  </a:lnTo>
                  <a:lnTo>
                    <a:pt x="1984483" y="3373000"/>
                  </a:lnTo>
                  <a:lnTo>
                    <a:pt x="2039420" y="3373213"/>
                  </a:lnTo>
                  <a:lnTo>
                    <a:pt x="2095105" y="3373439"/>
                  </a:lnTo>
                  <a:lnTo>
                    <a:pt x="2151483" y="3373676"/>
                  </a:lnTo>
                  <a:lnTo>
                    <a:pt x="2208391" y="3373920"/>
                  </a:lnTo>
                  <a:lnTo>
                    <a:pt x="2265593" y="3374168"/>
                  </a:lnTo>
                  <a:lnTo>
                    <a:pt x="2322813" y="3374417"/>
                  </a:lnTo>
                  <a:lnTo>
                    <a:pt x="2379774" y="3374661"/>
                  </a:lnTo>
                  <a:lnTo>
                    <a:pt x="2436230" y="3374899"/>
                  </a:lnTo>
                  <a:lnTo>
                    <a:pt x="2492010" y="3375127"/>
                  </a:lnTo>
                  <a:lnTo>
                    <a:pt x="2547042" y="3375342"/>
                  </a:lnTo>
                  <a:lnTo>
                    <a:pt x="2601379" y="3375542"/>
                  </a:lnTo>
                  <a:lnTo>
                    <a:pt x="2655222" y="3375727"/>
                  </a:lnTo>
                  <a:lnTo>
                    <a:pt x="2708939" y="3375896"/>
                  </a:lnTo>
                  <a:lnTo>
                    <a:pt x="2763091" y="3376048"/>
                  </a:lnTo>
                  <a:lnTo>
                    <a:pt x="2770117" y="3376067"/>
                  </a:lnTo>
                  <a:lnTo>
                    <a:pt x="2819851" y="3376188"/>
                  </a:lnTo>
                  <a:lnTo>
                    <a:pt x="2871308" y="3376298"/>
                  </a:lnTo>
                  <a:lnTo>
                    <a:pt x="2925318" y="3376395"/>
                  </a:lnTo>
                  <a:lnTo>
                    <a:pt x="2982803" y="3376482"/>
                  </a:lnTo>
                  <a:lnTo>
                    <a:pt x="3044703" y="3376560"/>
                  </a:lnTo>
                  <a:lnTo>
                    <a:pt x="3111888" y="3376629"/>
                  </a:lnTo>
                  <a:lnTo>
                    <a:pt x="3185052" y="3376691"/>
                  </a:lnTo>
                  <a:lnTo>
                    <a:pt x="3264572" y="3376747"/>
                  </a:lnTo>
                  <a:lnTo>
                    <a:pt x="3350320" y="3376797"/>
                  </a:lnTo>
                  <a:lnTo>
                    <a:pt x="3441445" y="3376841"/>
                  </a:lnTo>
                  <a:lnTo>
                    <a:pt x="3536158" y="3376880"/>
                  </a:lnTo>
                  <a:lnTo>
                    <a:pt x="3631610" y="3376914"/>
                  </a:lnTo>
                  <a:lnTo>
                    <a:pt x="3723960" y="3376942"/>
                  </a:lnTo>
                  <a:lnTo>
                    <a:pt x="3808745" y="3376965"/>
                  </a:lnTo>
                  <a:lnTo>
                    <a:pt x="3881573" y="3376982"/>
                  </a:lnTo>
                  <a:lnTo>
                    <a:pt x="3939014" y="3376994"/>
                  </a:lnTo>
                  <a:lnTo>
                    <a:pt x="3979432" y="3377002"/>
                  </a:lnTo>
                  <a:lnTo>
                    <a:pt x="4003478" y="3377006"/>
                  </a:lnTo>
                  <a:lnTo>
                    <a:pt x="4014128" y="3377008"/>
                  </a:lnTo>
                  <a:lnTo>
                    <a:pt x="4016409" y="3377008"/>
                  </a:lnTo>
                  <a:lnTo>
                    <a:pt x="4538543" y="3377008"/>
                  </a:lnTo>
                  <a:lnTo>
                    <a:pt x="4539651" y="3376918"/>
                  </a:lnTo>
                  <a:lnTo>
                    <a:pt x="4546919" y="3376275"/>
                  </a:lnTo>
                  <a:lnTo>
                    <a:pt x="4565174" y="3374499"/>
                  </a:lnTo>
                  <a:lnTo>
                    <a:pt x="4597634" y="3371006"/>
                  </a:lnTo>
                  <a:lnTo>
                    <a:pt x="4645653" y="3365268"/>
                  </a:lnTo>
                  <a:lnTo>
                    <a:pt x="4708618" y="3356871"/>
                  </a:lnTo>
                  <a:lnTo>
                    <a:pt x="4784193" y="3345555"/>
                  </a:lnTo>
                  <a:lnTo>
                    <a:pt x="4868879" y="3331210"/>
                  </a:lnTo>
                  <a:lnTo>
                    <a:pt x="4958726" y="3313845"/>
                  </a:lnTo>
                  <a:lnTo>
                    <a:pt x="5050001" y="3293526"/>
                  </a:lnTo>
                  <a:lnTo>
                    <a:pt x="5139640" y="3270308"/>
                  </a:lnTo>
                  <a:lnTo>
                    <a:pt x="5225445" y="3244192"/>
                  </a:lnTo>
                  <a:lnTo>
                    <a:pt x="5306089" y="3215080"/>
                  </a:lnTo>
                  <a:lnTo>
                    <a:pt x="5380983" y="3182763"/>
                  </a:lnTo>
                  <a:lnTo>
                    <a:pt x="5450106" y="3146913"/>
                  </a:lnTo>
                  <a:lnTo>
                    <a:pt x="5513829" y="3107086"/>
                  </a:lnTo>
                  <a:lnTo>
                    <a:pt x="5572774" y="3062740"/>
                  </a:lnTo>
                  <a:lnTo>
                    <a:pt x="5627703" y="3013259"/>
                  </a:lnTo>
                  <a:lnTo>
                    <a:pt x="5679433" y="2958000"/>
                  </a:lnTo>
                  <a:lnTo>
                    <a:pt x="5728772" y="2896382"/>
                  </a:lnTo>
                  <a:lnTo>
                    <a:pt x="5776455" y="2828023"/>
                  </a:lnTo>
                  <a:lnTo>
                    <a:pt x="5784835" y="2815114"/>
                  </a:lnTo>
                  <a:lnTo>
                    <a:pt x="5819552" y="2758852"/>
                  </a:lnTo>
                  <a:lnTo>
                    <a:pt x="5853952" y="2698756"/>
                  </a:lnTo>
                  <a:lnTo>
                    <a:pt x="5888219" y="2634748"/>
                  </a:lnTo>
                  <a:lnTo>
                    <a:pt x="5922500" y="2566803"/>
                  </a:lnTo>
                  <a:lnTo>
                    <a:pt x="5956907" y="2494953"/>
                  </a:lnTo>
                  <a:lnTo>
                    <a:pt x="5991526" y="2419296"/>
                  </a:lnTo>
                  <a:lnTo>
                    <a:pt x="6026413" y="2339996"/>
                  </a:lnTo>
                  <a:lnTo>
                    <a:pt x="6061599" y="2257288"/>
                  </a:lnTo>
                  <a:lnTo>
                    <a:pt x="6097093" y="2171477"/>
                  </a:lnTo>
                  <a:lnTo>
                    <a:pt x="6132880" y="2082936"/>
                  </a:lnTo>
                  <a:lnTo>
                    <a:pt x="6168931" y="1992097"/>
                  </a:lnTo>
                  <a:lnTo>
                    <a:pt x="6205198" y="1899453"/>
                  </a:lnTo>
                  <a:lnTo>
                    <a:pt x="6241621" y="1805536"/>
                  </a:lnTo>
                  <a:lnTo>
                    <a:pt x="6278133" y="1710913"/>
                  </a:lnTo>
                  <a:lnTo>
                    <a:pt x="6314660" y="1616168"/>
                  </a:lnTo>
                  <a:lnTo>
                    <a:pt x="6351128" y="1521889"/>
                  </a:lnTo>
                  <a:lnTo>
                    <a:pt x="6387467" y="1428652"/>
                  </a:lnTo>
                  <a:lnTo>
                    <a:pt x="6423614" y="1337005"/>
                  </a:lnTo>
                  <a:lnTo>
                    <a:pt x="6459515" y="1247458"/>
                  </a:lnTo>
                  <a:lnTo>
                    <a:pt x="6495133" y="1160470"/>
                  </a:lnTo>
                  <a:lnTo>
                    <a:pt x="6530446" y="1076439"/>
                  </a:lnTo>
                  <a:lnTo>
                    <a:pt x="6565454" y="995698"/>
                  </a:lnTo>
                  <a:lnTo>
                    <a:pt x="6600178" y="918512"/>
                  </a:lnTo>
                  <a:lnTo>
                    <a:pt x="6634665" y="845073"/>
                  </a:lnTo>
                  <a:lnTo>
                    <a:pt x="6668986" y="775507"/>
                  </a:lnTo>
                  <a:lnTo>
                    <a:pt x="6703243" y="709871"/>
                  </a:lnTo>
                  <a:lnTo>
                    <a:pt x="6737568" y="648166"/>
                  </a:lnTo>
                  <a:lnTo>
                    <a:pt x="6772129" y="590332"/>
                  </a:lnTo>
                  <a:lnTo>
                    <a:pt x="6786527" y="567540"/>
                  </a:lnTo>
                  <a:lnTo>
                    <a:pt x="6833981" y="497967"/>
                  </a:lnTo>
                  <a:lnTo>
                    <a:pt x="6882974" y="435166"/>
                  </a:lnTo>
                  <a:lnTo>
                    <a:pt x="6934220" y="378811"/>
                  </a:lnTo>
                  <a:lnTo>
                    <a:pt x="6988518" y="328346"/>
                  </a:lnTo>
                  <a:lnTo>
                    <a:pt x="7046688" y="283131"/>
                  </a:lnTo>
                  <a:lnTo>
                    <a:pt x="7109508" y="242541"/>
                  </a:lnTo>
                  <a:lnTo>
                    <a:pt x="7177631" y="206016"/>
                  </a:lnTo>
                  <a:lnTo>
                    <a:pt x="7251484" y="173096"/>
                  </a:lnTo>
                  <a:lnTo>
                    <a:pt x="7331127" y="143432"/>
                  </a:lnTo>
                  <a:lnTo>
                    <a:pt x="7416085" y="116791"/>
                  </a:lnTo>
                  <a:lnTo>
                    <a:pt x="7505175" y="93059"/>
                  </a:lnTo>
                  <a:lnTo>
                    <a:pt x="7596359" y="72220"/>
                  </a:lnTo>
                  <a:lnTo>
                    <a:pt x="7686720" y="54323"/>
                  </a:lnTo>
                  <a:lnTo>
                    <a:pt x="7772617" y="39436"/>
                  </a:lnTo>
                  <a:lnTo>
                    <a:pt x="7850097" y="27583"/>
                  </a:lnTo>
                  <a:lnTo>
                    <a:pt x="7915525" y="18680"/>
                  </a:lnTo>
                  <a:lnTo>
                    <a:pt x="7966310" y="12494"/>
                  </a:lnTo>
                  <a:lnTo>
                    <a:pt x="8001503" y="8637"/>
                  </a:lnTo>
                  <a:lnTo>
                    <a:pt x="8022107" y="6596"/>
                  </a:lnTo>
                  <a:lnTo>
                    <a:pt x="8031024" y="5794"/>
                  </a:lnTo>
                  <a:lnTo>
                    <a:pt x="8032819" y="5647"/>
                  </a:lnTo>
                  <a:lnTo>
                    <a:pt x="8554953" y="5647"/>
                  </a:lnTo>
                  <a:lnTo>
                    <a:pt x="8554953" y="0"/>
                  </a:lnTo>
                  <a:lnTo>
                    <a:pt x="8032819" y="0"/>
                  </a:lnTo>
                  <a:lnTo>
                    <a:pt x="8031711" y="90"/>
                  </a:lnTo>
                  <a:lnTo>
                    <a:pt x="8024443" y="732"/>
                  </a:lnTo>
                  <a:lnTo>
                    <a:pt x="8006188" y="2508"/>
                  </a:lnTo>
                  <a:lnTo>
                    <a:pt x="7973728" y="6002"/>
                  </a:lnTo>
                  <a:lnTo>
                    <a:pt x="7925709" y="11740"/>
                  </a:lnTo>
                  <a:lnTo>
                    <a:pt x="7862744" y="20136"/>
                  </a:lnTo>
                  <a:lnTo>
                    <a:pt x="7787169" y="31453"/>
                  </a:lnTo>
                  <a:lnTo>
                    <a:pt x="7702483" y="45797"/>
                  </a:lnTo>
                  <a:lnTo>
                    <a:pt x="7612636" y="63162"/>
                  </a:lnTo>
                  <a:lnTo>
                    <a:pt x="7521361" y="83482"/>
                  </a:lnTo>
                  <a:lnTo>
                    <a:pt x="7431722" y="106699"/>
                  </a:lnTo>
                  <a:lnTo>
                    <a:pt x="7345917" y="132815"/>
                  </a:lnTo>
                  <a:lnTo>
                    <a:pt x="7265273" y="161927"/>
                  </a:lnTo>
                  <a:lnTo>
                    <a:pt x="7190379" y="194244"/>
                  </a:lnTo>
                  <a:lnTo>
                    <a:pt x="7121256" y="230095"/>
                  </a:lnTo>
                  <a:lnTo>
                    <a:pt x="7057533" y="269921"/>
                  </a:lnTo>
                  <a:lnTo>
                    <a:pt x="6998588" y="314267"/>
                  </a:lnTo>
                  <a:lnTo>
                    <a:pt x="6943659" y="363748"/>
                  </a:lnTo>
                  <a:lnTo>
                    <a:pt x="6891929" y="419007"/>
                  </a:lnTo>
                  <a:lnTo>
                    <a:pt x="6842589" y="480625"/>
                  </a:lnTo>
                  <a:lnTo>
                    <a:pt x="6794907" y="548984"/>
                  </a:lnTo>
                  <a:lnTo>
                    <a:pt x="6786527" y="561893"/>
                  </a:lnTo>
                  <a:lnTo>
                    <a:pt x="6751810" y="618155"/>
                  </a:lnTo>
                  <a:lnTo>
                    <a:pt x="6717410" y="678251"/>
                  </a:lnTo>
                  <a:lnTo>
                    <a:pt x="6683143" y="742259"/>
                  </a:lnTo>
                  <a:lnTo>
                    <a:pt x="6648862" y="810204"/>
                  </a:lnTo>
                  <a:lnTo>
                    <a:pt x="6614455" y="882054"/>
                  </a:lnTo>
                  <a:lnTo>
                    <a:pt x="6579836" y="957711"/>
                  </a:lnTo>
                  <a:lnTo>
                    <a:pt x="6544949" y="1037011"/>
                  </a:lnTo>
                  <a:lnTo>
                    <a:pt x="6509763" y="1119719"/>
                  </a:lnTo>
                  <a:lnTo>
                    <a:pt x="6474269" y="1205530"/>
                  </a:lnTo>
                  <a:lnTo>
                    <a:pt x="6438482" y="1294072"/>
                  </a:lnTo>
                  <a:lnTo>
                    <a:pt x="6402431" y="1384910"/>
                  </a:lnTo>
                  <a:lnTo>
                    <a:pt x="6366164" y="1477555"/>
                  </a:lnTo>
                  <a:lnTo>
                    <a:pt x="6329741" y="1571472"/>
                  </a:lnTo>
                  <a:lnTo>
                    <a:pt x="6293229" y="1666095"/>
                  </a:lnTo>
                  <a:lnTo>
                    <a:pt x="6256702" y="1760840"/>
                  </a:lnTo>
                  <a:lnTo>
                    <a:pt x="6220234" y="1855118"/>
                  </a:lnTo>
                  <a:lnTo>
                    <a:pt x="6183895" y="1948356"/>
                  </a:lnTo>
                  <a:lnTo>
                    <a:pt x="6147748" y="2040003"/>
                  </a:lnTo>
                  <a:lnTo>
                    <a:pt x="6111847" y="2129549"/>
                  </a:lnTo>
                  <a:lnTo>
                    <a:pt x="6076229" y="2216538"/>
                  </a:lnTo>
                  <a:lnTo>
                    <a:pt x="6040916" y="2300569"/>
                  </a:lnTo>
                  <a:lnTo>
                    <a:pt x="6005908" y="2381309"/>
                  </a:lnTo>
                  <a:lnTo>
                    <a:pt x="5971183" y="2458496"/>
                  </a:lnTo>
                  <a:lnTo>
                    <a:pt x="5936697" y="2531934"/>
                  </a:lnTo>
                  <a:lnTo>
                    <a:pt x="5902376" y="2601501"/>
                  </a:lnTo>
                  <a:lnTo>
                    <a:pt x="5868119" y="2667136"/>
                  </a:lnTo>
                  <a:lnTo>
                    <a:pt x="5833794" y="2728842"/>
                  </a:lnTo>
                  <a:lnTo>
                    <a:pt x="5799233" y="2786676"/>
                  </a:lnTo>
                  <a:lnTo>
                    <a:pt x="5784835" y="2809467"/>
                  </a:lnTo>
                  <a:lnTo>
                    <a:pt x="5737381" y="2879040"/>
                  </a:lnTo>
                  <a:lnTo>
                    <a:pt x="5688388" y="2941842"/>
                  </a:lnTo>
                  <a:lnTo>
                    <a:pt x="5637142" y="2998196"/>
                  </a:lnTo>
                  <a:lnTo>
                    <a:pt x="5582844" y="3048661"/>
                  </a:lnTo>
                  <a:lnTo>
                    <a:pt x="5524674" y="3093876"/>
                  </a:lnTo>
                  <a:lnTo>
                    <a:pt x="5461854" y="3134467"/>
                  </a:lnTo>
                  <a:lnTo>
                    <a:pt x="5393731" y="3170991"/>
                  </a:lnTo>
                  <a:lnTo>
                    <a:pt x="5319878" y="3203911"/>
                  </a:lnTo>
                  <a:lnTo>
                    <a:pt x="5240235" y="3233576"/>
                  </a:lnTo>
                  <a:lnTo>
                    <a:pt x="5155277" y="3260216"/>
                  </a:lnTo>
                  <a:lnTo>
                    <a:pt x="5066187" y="3283948"/>
                  </a:lnTo>
                  <a:lnTo>
                    <a:pt x="4975003" y="3304788"/>
                  </a:lnTo>
                  <a:lnTo>
                    <a:pt x="4884642" y="3322685"/>
                  </a:lnTo>
                  <a:lnTo>
                    <a:pt x="4798745" y="3337571"/>
                  </a:lnTo>
                  <a:lnTo>
                    <a:pt x="4721265" y="3349424"/>
                  </a:lnTo>
                  <a:lnTo>
                    <a:pt x="4655837" y="3358327"/>
                  </a:lnTo>
                  <a:lnTo>
                    <a:pt x="4605052" y="3364513"/>
                  </a:lnTo>
                  <a:lnTo>
                    <a:pt x="4569859" y="3368371"/>
                  </a:lnTo>
                  <a:lnTo>
                    <a:pt x="4549255" y="3370411"/>
                  </a:lnTo>
                  <a:lnTo>
                    <a:pt x="4540338" y="3371213"/>
                  </a:lnTo>
                  <a:lnTo>
                    <a:pt x="4538543" y="3371361"/>
                  </a:lnTo>
                  <a:lnTo>
                    <a:pt x="4016409" y="3371361"/>
                  </a:lnTo>
                  <a:lnTo>
                    <a:pt x="4015139" y="3371360"/>
                  </a:lnTo>
                  <a:lnTo>
                    <a:pt x="4006838" y="3371359"/>
                  </a:lnTo>
                  <a:lnTo>
                    <a:pt x="3986086" y="3371356"/>
                  </a:lnTo>
                  <a:lnTo>
                    <a:pt x="3949426" y="3371349"/>
                  </a:lnTo>
                  <a:lnTo>
                    <a:pt x="3895682" y="3371338"/>
                  </a:lnTo>
                  <a:lnTo>
                    <a:pt x="3826010" y="3371322"/>
                  </a:lnTo>
                  <a:lnTo>
                    <a:pt x="3743509" y="3371301"/>
                  </a:lnTo>
                  <a:lnTo>
                    <a:pt x="3652436" y="3371274"/>
                  </a:lnTo>
                  <a:lnTo>
                    <a:pt x="3557310" y="3371241"/>
                  </a:lnTo>
                  <a:lnTo>
                    <a:pt x="3462150" y="3371203"/>
                  </a:lnTo>
                  <a:lnTo>
                    <a:pt x="3370042" y="3371160"/>
                  </a:lnTo>
                  <a:lnTo>
                    <a:pt x="3283003" y="3371111"/>
                  </a:lnTo>
                  <a:lnTo>
                    <a:pt x="3202073" y="3371057"/>
                  </a:lnTo>
                  <a:lnTo>
                    <a:pt x="3127522" y="3370996"/>
                  </a:lnTo>
                  <a:lnTo>
                    <a:pt x="3059067" y="3370929"/>
                  </a:lnTo>
                  <a:lnTo>
                    <a:pt x="2996070" y="3370853"/>
                  </a:lnTo>
                  <a:lnTo>
                    <a:pt x="2937689" y="3370768"/>
                  </a:lnTo>
                  <a:lnTo>
                    <a:pt x="2882993" y="3370673"/>
                  </a:lnTo>
                  <a:lnTo>
                    <a:pt x="2831048" y="3370566"/>
                  </a:lnTo>
                  <a:lnTo>
                    <a:pt x="2780996" y="3370447"/>
                  </a:lnTo>
                  <a:lnTo>
                    <a:pt x="2770117" y="3370419"/>
                  </a:lnTo>
                  <a:lnTo>
                    <a:pt x="2715858" y="3370269"/>
                  </a:lnTo>
                  <a:lnTo>
                    <a:pt x="2662121" y="3370102"/>
                  </a:lnTo>
                  <a:lnTo>
                    <a:pt x="2608318" y="3369920"/>
                  </a:lnTo>
                  <a:lnTo>
                    <a:pt x="2554059" y="3369721"/>
                  </a:lnTo>
                  <a:lnTo>
                    <a:pt x="2499122" y="3369508"/>
                  </a:lnTo>
                  <a:lnTo>
                    <a:pt x="2443437" y="3369282"/>
                  </a:lnTo>
                  <a:lnTo>
                    <a:pt x="2387059" y="3369045"/>
                  </a:lnTo>
                  <a:lnTo>
                    <a:pt x="2330152" y="3368801"/>
                  </a:lnTo>
                  <a:lnTo>
                    <a:pt x="2272949" y="3368553"/>
                  </a:lnTo>
                  <a:lnTo>
                    <a:pt x="2215729" y="3368305"/>
                  </a:lnTo>
                  <a:lnTo>
                    <a:pt x="2158769" y="3368060"/>
                  </a:lnTo>
                  <a:lnTo>
                    <a:pt x="2102312" y="3367822"/>
                  </a:lnTo>
                  <a:lnTo>
                    <a:pt x="2046532" y="3367594"/>
                  </a:lnTo>
                  <a:lnTo>
                    <a:pt x="1991501" y="3367379"/>
                  </a:lnTo>
                  <a:lnTo>
                    <a:pt x="1937163" y="3367179"/>
                  </a:lnTo>
                  <a:lnTo>
                    <a:pt x="1883320" y="3366994"/>
                  </a:lnTo>
                  <a:lnTo>
                    <a:pt x="1829603" y="3366826"/>
                  </a:lnTo>
                  <a:lnTo>
                    <a:pt x="1775451" y="3366673"/>
                  </a:lnTo>
                  <a:lnTo>
                    <a:pt x="1768425" y="3366655"/>
                  </a:lnTo>
                  <a:lnTo>
                    <a:pt x="1718691" y="3366533"/>
                  </a:lnTo>
                  <a:lnTo>
                    <a:pt x="1667234" y="3366424"/>
                  </a:lnTo>
                  <a:lnTo>
                    <a:pt x="1613225" y="3366326"/>
                  </a:lnTo>
                  <a:lnTo>
                    <a:pt x="1555739" y="3366239"/>
                  </a:lnTo>
                  <a:lnTo>
                    <a:pt x="1493839" y="3366162"/>
                  </a:lnTo>
                  <a:lnTo>
                    <a:pt x="1426655" y="3366092"/>
                  </a:lnTo>
                  <a:lnTo>
                    <a:pt x="1353490" y="3366030"/>
                  </a:lnTo>
                  <a:lnTo>
                    <a:pt x="1273970" y="3365975"/>
                  </a:lnTo>
                  <a:lnTo>
                    <a:pt x="1188222" y="3365925"/>
                  </a:lnTo>
                  <a:lnTo>
                    <a:pt x="1097097" y="3365880"/>
                  </a:lnTo>
                  <a:lnTo>
                    <a:pt x="1002384" y="3365841"/>
                  </a:lnTo>
                  <a:lnTo>
                    <a:pt x="906932" y="3365807"/>
                  </a:lnTo>
                  <a:lnTo>
                    <a:pt x="814582" y="3365779"/>
                  </a:lnTo>
                  <a:lnTo>
                    <a:pt x="729797" y="3365756"/>
                  </a:lnTo>
                  <a:lnTo>
                    <a:pt x="656969" y="3365739"/>
                  </a:lnTo>
                  <a:lnTo>
                    <a:pt x="599528" y="3365727"/>
                  </a:lnTo>
                  <a:lnTo>
                    <a:pt x="559110" y="3365719"/>
                  </a:lnTo>
                  <a:lnTo>
                    <a:pt x="535064" y="3365715"/>
                  </a:lnTo>
                  <a:lnTo>
                    <a:pt x="524414" y="3365714"/>
                  </a:lnTo>
                  <a:lnTo>
                    <a:pt x="522133" y="3365713"/>
                  </a:lnTo>
                  <a:lnTo>
                    <a:pt x="0" y="3365713"/>
                  </a:lnTo>
                  <a:close/>
                </a:path>
              </a:pathLst>
            </a:custGeom>
            <a:solidFill>
              <a:srgbClr val="F28E5B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1038" name="pl1038"/>
            <p:cNvSpPr/>
            <p:nvPr/>
          </p:nvSpPr>
          <p:spPr>
            <a:xfrm>
              <a:off x="386606" y="457060"/>
              <a:ext cx="8554953" cy="3371361"/>
            </a:xfrm>
            <a:custGeom>
              <a:avLst/>
              <a:pathLst>
                <a:path w="8554953" h="3371361">
                  <a:moveTo>
                    <a:pt x="0" y="3365713"/>
                  </a:moveTo>
                  <a:lnTo>
                    <a:pt x="522133" y="3365713"/>
                  </a:lnTo>
                  <a:lnTo>
                    <a:pt x="523403" y="3365714"/>
                  </a:lnTo>
                  <a:lnTo>
                    <a:pt x="531704" y="3365715"/>
                  </a:lnTo>
                  <a:lnTo>
                    <a:pt x="552456" y="3365718"/>
                  </a:lnTo>
                  <a:lnTo>
                    <a:pt x="589116" y="3365725"/>
                  </a:lnTo>
                  <a:lnTo>
                    <a:pt x="642860" y="3365736"/>
                  </a:lnTo>
                  <a:lnTo>
                    <a:pt x="712532" y="3365752"/>
                  </a:lnTo>
                  <a:lnTo>
                    <a:pt x="795033" y="3365774"/>
                  </a:lnTo>
                  <a:lnTo>
                    <a:pt x="886106" y="3365801"/>
                  </a:lnTo>
                  <a:lnTo>
                    <a:pt x="981233" y="3365833"/>
                  </a:lnTo>
                  <a:lnTo>
                    <a:pt x="1076392" y="3365871"/>
                  </a:lnTo>
                  <a:lnTo>
                    <a:pt x="1168500" y="3365914"/>
                  </a:lnTo>
                  <a:lnTo>
                    <a:pt x="1255540" y="3365963"/>
                  </a:lnTo>
                  <a:lnTo>
                    <a:pt x="1336469" y="3366017"/>
                  </a:lnTo>
                  <a:lnTo>
                    <a:pt x="1411020" y="3366078"/>
                  </a:lnTo>
                  <a:lnTo>
                    <a:pt x="1479475" y="3366146"/>
                  </a:lnTo>
                  <a:lnTo>
                    <a:pt x="1542472" y="3366221"/>
                  </a:lnTo>
                  <a:lnTo>
                    <a:pt x="1600853" y="3366306"/>
                  </a:lnTo>
                  <a:lnTo>
                    <a:pt x="1655549" y="3366401"/>
                  </a:lnTo>
                  <a:lnTo>
                    <a:pt x="1707494" y="3366508"/>
                  </a:lnTo>
                  <a:lnTo>
                    <a:pt x="1757546" y="3366627"/>
                  </a:lnTo>
                  <a:lnTo>
                    <a:pt x="1768425" y="3366655"/>
                  </a:lnTo>
                  <a:lnTo>
                    <a:pt x="1822684" y="3366805"/>
                  </a:lnTo>
                  <a:lnTo>
                    <a:pt x="1876422" y="3366972"/>
                  </a:lnTo>
                  <a:lnTo>
                    <a:pt x="1930224" y="3367154"/>
                  </a:lnTo>
                  <a:lnTo>
                    <a:pt x="1984483" y="3367353"/>
                  </a:lnTo>
                  <a:lnTo>
                    <a:pt x="2039420" y="3367566"/>
                  </a:lnTo>
                  <a:lnTo>
                    <a:pt x="2095105" y="3367792"/>
                  </a:lnTo>
                  <a:lnTo>
                    <a:pt x="2151483" y="3368029"/>
                  </a:lnTo>
                  <a:lnTo>
                    <a:pt x="2208391" y="3368273"/>
                  </a:lnTo>
                  <a:lnTo>
                    <a:pt x="2265593" y="3368521"/>
                  </a:lnTo>
                  <a:lnTo>
                    <a:pt x="2322813" y="3368769"/>
                  </a:lnTo>
                  <a:lnTo>
                    <a:pt x="2379774" y="3369014"/>
                  </a:lnTo>
                  <a:lnTo>
                    <a:pt x="2436230" y="3369252"/>
                  </a:lnTo>
                  <a:lnTo>
                    <a:pt x="2492010" y="3369480"/>
                  </a:lnTo>
                  <a:lnTo>
                    <a:pt x="2547042" y="3369695"/>
                  </a:lnTo>
                  <a:lnTo>
                    <a:pt x="2601379" y="3369895"/>
                  </a:lnTo>
                  <a:lnTo>
                    <a:pt x="2655222" y="3370080"/>
                  </a:lnTo>
                  <a:lnTo>
                    <a:pt x="2708939" y="3370248"/>
                  </a:lnTo>
                  <a:lnTo>
                    <a:pt x="2763091" y="3370401"/>
                  </a:lnTo>
                  <a:lnTo>
                    <a:pt x="2770117" y="3370419"/>
                  </a:lnTo>
                  <a:lnTo>
                    <a:pt x="2819851" y="3370541"/>
                  </a:lnTo>
                  <a:lnTo>
                    <a:pt x="2871308" y="3370651"/>
                  </a:lnTo>
                  <a:lnTo>
                    <a:pt x="2925318" y="3370748"/>
                  </a:lnTo>
                  <a:lnTo>
                    <a:pt x="2982803" y="3370835"/>
                  </a:lnTo>
                  <a:lnTo>
                    <a:pt x="3044703" y="3370913"/>
                  </a:lnTo>
                  <a:lnTo>
                    <a:pt x="3111888" y="3370982"/>
                  </a:lnTo>
                  <a:lnTo>
                    <a:pt x="3185052" y="3371044"/>
                  </a:lnTo>
                  <a:lnTo>
                    <a:pt x="3264572" y="3371100"/>
                  </a:lnTo>
                  <a:lnTo>
                    <a:pt x="3350320" y="3371149"/>
                  </a:lnTo>
                  <a:lnTo>
                    <a:pt x="3441445" y="3371194"/>
                  </a:lnTo>
                  <a:lnTo>
                    <a:pt x="3536158" y="3371233"/>
                  </a:lnTo>
                  <a:lnTo>
                    <a:pt x="3631610" y="3371267"/>
                  </a:lnTo>
                  <a:lnTo>
                    <a:pt x="3723960" y="3371295"/>
                  </a:lnTo>
                  <a:lnTo>
                    <a:pt x="3808745" y="3371318"/>
                  </a:lnTo>
                  <a:lnTo>
                    <a:pt x="3881573" y="3371335"/>
                  </a:lnTo>
                  <a:lnTo>
                    <a:pt x="3939014" y="3371347"/>
                  </a:lnTo>
                  <a:lnTo>
                    <a:pt x="3979432" y="3371355"/>
                  </a:lnTo>
                  <a:lnTo>
                    <a:pt x="4003478" y="3371359"/>
                  </a:lnTo>
                  <a:lnTo>
                    <a:pt x="4014128" y="3371360"/>
                  </a:lnTo>
                  <a:lnTo>
                    <a:pt x="4016395" y="3371361"/>
                  </a:lnTo>
                  <a:lnTo>
                    <a:pt x="4016409" y="3371361"/>
                  </a:lnTo>
                  <a:lnTo>
                    <a:pt x="4538543" y="3371361"/>
                  </a:lnTo>
                  <a:lnTo>
                    <a:pt x="4539651" y="3371271"/>
                  </a:lnTo>
                  <a:lnTo>
                    <a:pt x="4546919" y="3370628"/>
                  </a:lnTo>
                  <a:lnTo>
                    <a:pt x="4565174" y="3368852"/>
                  </a:lnTo>
                  <a:lnTo>
                    <a:pt x="4597634" y="3365359"/>
                  </a:lnTo>
                  <a:lnTo>
                    <a:pt x="4645653" y="3359621"/>
                  </a:lnTo>
                  <a:lnTo>
                    <a:pt x="4708618" y="3351224"/>
                  </a:lnTo>
                  <a:lnTo>
                    <a:pt x="4784193" y="3339907"/>
                  </a:lnTo>
                  <a:lnTo>
                    <a:pt x="4868879" y="3325563"/>
                  </a:lnTo>
                  <a:lnTo>
                    <a:pt x="4958726" y="3308198"/>
                  </a:lnTo>
                  <a:lnTo>
                    <a:pt x="5050001" y="3287878"/>
                  </a:lnTo>
                  <a:lnTo>
                    <a:pt x="5139640" y="3264661"/>
                  </a:lnTo>
                  <a:lnTo>
                    <a:pt x="5225445" y="3238545"/>
                  </a:lnTo>
                  <a:lnTo>
                    <a:pt x="5306089" y="3209433"/>
                  </a:lnTo>
                  <a:lnTo>
                    <a:pt x="5380983" y="3177116"/>
                  </a:lnTo>
                  <a:lnTo>
                    <a:pt x="5450106" y="3141266"/>
                  </a:lnTo>
                  <a:lnTo>
                    <a:pt x="5513829" y="3101439"/>
                  </a:lnTo>
                  <a:lnTo>
                    <a:pt x="5572774" y="3057093"/>
                  </a:lnTo>
                  <a:lnTo>
                    <a:pt x="5627703" y="3007612"/>
                  </a:lnTo>
                  <a:lnTo>
                    <a:pt x="5679433" y="2952353"/>
                  </a:lnTo>
                  <a:lnTo>
                    <a:pt x="5728772" y="2890735"/>
                  </a:lnTo>
                  <a:lnTo>
                    <a:pt x="5776455" y="2822376"/>
                  </a:lnTo>
                  <a:lnTo>
                    <a:pt x="5784835" y="2809467"/>
                  </a:lnTo>
                  <a:lnTo>
                    <a:pt x="5819552" y="2753205"/>
                  </a:lnTo>
                  <a:lnTo>
                    <a:pt x="5853952" y="2693109"/>
                  </a:lnTo>
                  <a:lnTo>
                    <a:pt x="5888219" y="2629101"/>
                  </a:lnTo>
                  <a:lnTo>
                    <a:pt x="5922500" y="2561156"/>
                  </a:lnTo>
                  <a:lnTo>
                    <a:pt x="5956907" y="2489306"/>
                  </a:lnTo>
                  <a:lnTo>
                    <a:pt x="5991526" y="2413649"/>
                  </a:lnTo>
                  <a:lnTo>
                    <a:pt x="6026413" y="2334349"/>
                  </a:lnTo>
                  <a:lnTo>
                    <a:pt x="6061599" y="2251641"/>
                  </a:lnTo>
                  <a:lnTo>
                    <a:pt x="6097093" y="2165830"/>
                  </a:lnTo>
                  <a:lnTo>
                    <a:pt x="6132880" y="2077288"/>
                  </a:lnTo>
                  <a:lnTo>
                    <a:pt x="6168931" y="1986450"/>
                  </a:lnTo>
                  <a:lnTo>
                    <a:pt x="6205198" y="1893806"/>
                  </a:lnTo>
                  <a:lnTo>
                    <a:pt x="6241621" y="1799888"/>
                  </a:lnTo>
                  <a:lnTo>
                    <a:pt x="6278133" y="1705265"/>
                  </a:lnTo>
                  <a:lnTo>
                    <a:pt x="6314660" y="1610521"/>
                  </a:lnTo>
                  <a:lnTo>
                    <a:pt x="6351128" y="1516242"/>
                  </a:lnTo>
                  <a:lnTo>
                    <a:pt x="6387467" y="1423004"/>
                  </a:lnTo>
                  <a:lnTo>
                    <a:pt x="6423614" y="1331358"/>
                  </a:lnTo>
                  <a:lnTo>
                    <a:pt x="6459515" y="1241811"/>
                  </a:lnTo>
                  <a:lnTo>
                    <a:pt x="6495133" y="1154822"/>
                  </a:lnTo>
                  <a:lnTo>
                    <a:pt x="6530446" y="1070791"/>
                  </a:lnTo>
                  <a:lnTo>
                    <a:pt x="6565454" y="990051"/>
                  </a:lnTo>
                  <a:lnTo>
                    <a:pt x="6600178" y="912865"/>
                  </a:lnTo>
                  <a:lnTo>
                    <a:pt x="6634665" y="839426"/>
                  </a:lnTo>
                  <a:lnTo>
                    <a:pt x="6668986" y="769859"/>
                  </a:lnTo>
                  <a:lnTo>
                    <a:pt x="6703243" y="704224"/>
                  </a:lnTo>
                  <a:lnTo>
                    <a:pt x="6737568" y="642518"/>
                  </a:lnTo>
                  <a:lnTo>
                    <a:pt x="6772129" y="584685"/>
                  </a:lnTo>
                  <a:lnTo>
                    <a:pt x="6786527" y="561893"/>
                  </a:lnTo>
                  <a:lnTo>
                    <a:pt x="6833981" y="492320"/>
                  </a:lnTo>
                  <a:lnTo>
                    <a:pt x="6882974" y="429518"/>
                  </a:lnTo>
                  <a:lnTo>
                    <a:pt x="6934220" y="373164"/>
                  </a:lnTo>
                  <a:lnTo>
                    <a:pt x="6988518" y="322699"/>
                  </a:lnTo>
                  <a:lnTo>
                    <a:pt x="7046688" y="277484"/>
                  </a:lnTo>
                  <a:lnTo>
                    <a:pt x="7109508" y="236893"/>
                  </a:lnTo>
                  <a:lnTo>
                    <a:pt x="7177631" y="200369"/>
                  </a:lnTo>
                  <a:lnTo>
                    <a:pt x="7251484" y="167449"/>
                  </a:lnTo>
                  <a:lnTo>
                    <a:pt x="7331127" y="137784"/>
                  </a:lnTo>
                  <a:lnTo>
                    <a:pt x="7416085" y="111144"/>
                  </a:lnTo>
                  <a:lnTo>
                    <a:pt x="7505175" y="87412"/>
                  </a:lnTo>
                  <a:lnTo>
                    <a:pt x="7596359" y="66572"/>
                  </a:lnTo>
                  <a:lnTo>
                    <a:pt x="7686720" y="48675"/>
                  </a:lnTo>
                  <a:lnTo>
                    <a:pt x="7772617" y="33789"/>
                  </a:lnTo>
                  <a:lnTo>
                    <a:pt x="7850097" y="21936"/>
                  </a:lnTo>
                  <a:lnTo>
                    <a:pt x="7915525" y="13033"/>
                  </a:lnTo>
                  <a:lnTo>
                    <a:pt x="7966310" y="6847"/>
                  </a:lnTo>
                  <a:lnTo>
                    <a:pt x="8001503" y="2989"/>
                  </a:lnTo>
                  <a:lnTo>
                    <a:pt x="8022107" y="949"/>
                  </a:lnTo>
                  <a:lnTo>
                    <a:pt x="8031024" y="147"/>
                  </a:lnTo>
                  <a:lnTo>
                    <a:pt x="8032813" y="0"/>
                  </a:lnTo>
                  <a:lnTo>
                    <a:pt x="8032819" y="0"/>
                  </a:lnTo>
                  <a:lnTo>
                    <a:pt x="8554953" y="0"/>
                  </a:lnTo>
                  <a:lnTo>
                    <a:pt x="8554953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039" name="pl1039"/>
            <p:cNvSpPr/>
            <p:nvPr/>
          </p:nvSpPr>
          <p:spPr>
            <a:xfrm>
              <a:off x="386606" y="451413"/>
              <a:ext cx="8554953" cy="3371361"/>
            </a:xfrm>
            <a:custGeom>
              <a:avLst/>
              <a:pathLst>
                <a:path w="8554953" h="3371361">
                  <a:moveTo>
                    <a:pt x="8554953" y="0"/>
                  </a:moveTo>
                  <a:lnTo>
                    <a:pt x="8032819" y="0"/>
                  </a:lnTo>
                  <a:lnTo>
                    <a:pt x="8031711" y="90"/>
                  </a:lnTo>
                  <a:lnTo>
                    <a:pt x="8024443" y="732"/>
                  </a:lnTo>
                  <a:lnTo>
                    <a:pt x="8006188" y="2508"/>
                  </a:lnTo>
                  <a:lnTo>
                    <a:pt x="7973728" y="6002"/>
                  </a:lnTo>
                  <a:lnTo>
                    <a:pt x="7925709" y="11740"/>
                  </a:lnTo>
                  <a:lnTo>
                    <a:pt x="7862744" y="20136"/>
                  </a:lnTo>
                  <a:lnTo>
                    <a:pt x="7787169" y="31453"/>
                  </a:lnTo>
                  <a:lnTo>
                    <a:pt x="7702483" y="45797"/>
                  </a:lnTo>
                  <a:lnTo>
                    <a:pt x="7612636" y="63162"/>
                  </a:lnTo>
                  <a:lnTo>
                    <a:pt x="7521361" y="83482"/>
                  </a:lnTo>
                  <a:lnTo>
                    <a:pt x="7431722" y="106699"/>
                  </a:lnTo>
                  <a:lnTo>
                    <a:pt x="7345917" y="132815"/>
                  </a:lnTo>
                  <a:lnTo>
                    <a:pt x="7265273" y="161927"/>
                  </a:lnTo>
                  <a:lnTo>
                    <a:pt x="7190379" y="194244"/>
                  </a:lnTo>
                  <a:lnTo>
                    <a:pt x="7121256" y="230095"/>
                  </a:lnTo>
                  <a:lnTo>
                    <a:pt x="7057533" y="269921"/>
                  </a:lnTo>
                  <a:lnTo>
                    <a:pt x="6998588" y="314267"/>
                  </a:lnTo>
                  <a:lnTo>
                    <a:pt x="6943659" y="363748"/>
                  </a:lnTo>
                  <a:lnTo>
                    <a:pt x="6891929" y="419007"/>
                  </a:lnTo>
                  <a:lnTo>
                    <a:pt x="6842589" y="480625"/>
                  </a:lnTo>
                  <a:lnTo>
                    <a:pt x="6794907" y="548984"/>
                  </a:lnTo>
                  <a:lnTo>
                    <a:pt x="6786527" y="561893"/>
                  </a:lnTo>
                  <a:lnTo>
                    <a:pt x="6751810" y="618155"/>
                  </a:lnTo>
                  <a:lnTo>
                    <a:pt x="6717410" y="678251"/>
                  </a:lnTo>
                  <a:lnTo>
                    <a:pt x="6683143" y="742259"/>
                  </a:lnTo>
                  <a:lnTo>
                    <a:pt x="6648862" y="810204"/>
                  </a:lnTo>
                  <a:lnTo>
                    <a:pt x="6614455" y="882054"/>
                  </a:lnTo>
                  <a:lnTo>
                    <a:pt x="6579836" y="957711"/>
                  </a:lnTo>
                  <a:lnTo>
                    <a:pt x="6544949" y="1037011"/>
                  </a:lnTo>
                  <a:lnTo>
                    <a:pt x="6509763" y="1119719"/>
                  </a:lnTo>
                  <a:lnTo>
                    <a:pt x="6474269" y="1205530"/>
                  </a:lnTo>
                  <a:lnTo>
                    <a:pt x="6438482" y="1294072"/>
                  </a:lnTo>
                  <a:lnTo>
                    <a:pt x="6402431" y="1384910"/>
                  </a:lnTo>
                  <a:lnTo>
                    <a:pt x="6366164" y="1477555"/>
                  </a:lnTo>
                  <a:lnTo>
                    <a:pt x="6329741" y="1571472"/>
                  </a:lnTo>
                  <a:lnTo>
                    <a:pt x="6293229" y="1666095"/>
                  </a:lnTo>
                  <a:lnTo>
                    <a:pt x="6256702" y="1760840"/>
                  </a:lnTo>
                  <a:lnTo>
                    <a:pt x="6220234" y="1855118"/>
                  </a:lnTo>
                  <a:lnTo>
                    <a:pt x="6183895" y="1948356"/>
                  </a:lnTo>
                  <a:lnTo>
                    <a:pt x="6147748" y="2040003"/>
                  </a:lnTo>
                  <a:lnTo>
                    <a:pt x="6111847" y="2129549"/>
                  </a:lnTo>
                  <a:lnTo>
                    <a:pt x="6076229" y="2216538"/>
                  </a:lnTo>
                  <a:lnTo>
                    <a:pt x="6040916" y="2300569"/>
                  </a:lnTo>
                  <a:lnTo>
                    <a:pt x="6005908" y="2381309"/>
                  </a:lnTo>
                  <a:lnTo>
                    <a:pt x="5971183" y="2458496"/>
                  </a:lnTo>
                  <a:lnTo>
                    <a:pt x="5936697" y="2531934"/>
                  </a:lnTo>
                  <a:lnTo>
                    <a:pt x="5902376" y="2601501"/>
                  </a:lnTo>
                  <a:lnTo>
                    <a:pt x="5868119" y="2667136"/>
                  </a:lnTo>
                  <a:lnTo>
                    <a:pt x="5833794" y="2728842"/>
                  </a:lnTo>
                  <a:lnTo>
                    <a:pt x="5799233" y="2786676"/>
                  </a:lnTo>
                  <a:lnTo>
                    <a:pt x="5784835" y="2809467"/>
                  </a:lnTo>
                  <a:lnTo>
                    <a:pt x="5737381" y="2879040"/>
                  </a:lnTo>
                  <a:lnTo>
                    <a:pt x="5688388" y="2941842"/>
                  </a:lnTo>
                  <a:lnTo>
                    <a:pt x="5637142" y="2998196"/>
                  </a:lnTo>
                  <a:lnTo>
                    <a:pt x="5582844" y="3048661"/>
                  </a:lnTo>
                  <a:lnTo>
                    <a:pt x="5524674" y="3093876"/>
                  </a:lnTo>
                  <a:lnTo>
                    <a:pt x="5461854" y="3134467"/>
                  </a:lnTo>
                  <a:lnTo>
                    <a:pt x="5393731" y="3170991"/>
                  </a:lnTo>
                  <a:lnTo>
                    <a:pt x="5319878" y="3203911"/>
                  </a:lnTo>
                  <a:lnTo>
                    <a:pt x="5240235" y="3233576"/>
                  </a:lnTo>
                  <a:lnTo>
                    <a:pt x="5155277" y="3260216"/>
                  </a:lnTo>
                  <a:lnTo>
                    <a:pt x="5066187" y="3283948"/>
                  </a:lnTo>
                  <a:lnTo>
                    <a:pt x="4975003" y="3304788"/>
                  </a:lnTo>
                  <a:lnTo>
                    <a:pt x="4884642" y="3322685"/>
                  </a:lnTo>
                  <a:lnTo>
                    <a:pt x="4798745" y="3337571"/>
                  </a:lnTo>
                  <a:lnTo>
                    <a:pt x="4721265" y="3349424"/>
                  </a:lnTo>
                  <a:lnTo>
                    <a:pt x="4655837" y="3358327"/>
                  </a:lnTo>
                  <a:lnTo>
                    <a:pt x="4605052" y="3364513"/>
                  </a:lnTo>
                  <a:lnTo>
                    <a:pt x="4569859" y="3368371"/>
                  </a:lnTo>
                  <a:lnTo>
                    <a:pt x="4549255" y="3370411"/>
                  </a:lnTo>
                  <a:lnTo>
                    <a:pt x="4540338" y="3371213"/>
                  </a:lnTo>
                  <a:lnTo>
                    <a:pt x="4538549" y="3371360"/>
                  </a:lnTo>
                  <a:lnTo>
                    <a:pt x="4538543" y="3371361"/>
                  </a:lnTo>
                  <a:lnTo>
                    <a:pt x="4016409" y="3371361"/>
                  </a:lnTo>
                  <a:lnTo>
                    <a:pt x="4015139" y="3371360"/>
                  </a:lnTo>
                  <a:lnTo>
                    <a:pt x="4006838" y="3371359"/>
                  </a:lnTo>
                  <a:lnTo>
                    <a:pt x="3986086" y="3371356"/>
                  </a:lnTo>
                  <a:lnTo>
                    <a:pt x="3949426" y="3371349"/>
                  </a:lnTo>
                  <a:lnTo>
                    <a:pt x="3895682" y="3371338"/>
                  </a:lnTo>
                  <a:lnTo>
                    <a:pt x="3826010" y="3371322"/>
                  </a:lnTo>
                  <a:lnTo>
                    <a:pt x="3743509" y="3371301"/>
                  </a:lnTo>
                  <a:lnTo>
                    <a:pt x="3652436" y="3371274"/>
                  </a:lnTo>
                  <a:lnTo>
                    <a:pt x="3557310" y="3371241"/>
                  </a:lnTo>
                  <a:lnTo>
                    <a:pt x="3462150" y="3371203"/>
                  </a:lnTo>
                  <a:lnTo>
                    <a:pt x="3370042" y="3371160"/>
                  </a:lnTo>
                  <a:lnTo>
                    <a:pt x="3283003" y="3371111"/>
                  </a:lnTo>
                  <a:lnTo>
                    <a:pt x="3202073" y="3371057"/>
                  </a:lnTo>
                  <a:lnTo>
                    <a:pt x="3127522" y="3370996"/>
                  </a:lnTo>
                  <a:lnTo>
                    <a:pt x="3059067" y="3370929"/>
                  </a:lnTo>
                  <a:lnTo>
                    <a:pt x="2996070" y="3370853"/>
                  </a:lnTo>
                  <a:lnTo>
                    <a:pt x="2937689" y="3370768"/>
                  </a:lnTo>
                  <a:lnTo>
                    <a:pt x="2882993" y="3370673"/>
                  </a:lnTo>
                  <a:lnTo>
                    <a:pt x="2831048" y="3370566"/>
                  </a:lnTo>
                  <a:lnTo>
                    <a:pt x="2780996" y="3370447"/>
                  </a:lnTo>
                  <a:lnTo>
                    <a:pt x="2770117" y="3370419"/>
                  </a:lnTo>
                  <a:lnTo>
                    <a:pt x="2715858" y="3370269"/>
                  </a:lnTo>
                  <a:lnTo>
                    <a:pt x="2662121" y="3370102"/>
                  </a:lnTo>
                  <a:lnTo>
                    <a:pt x="2608318" y="3369920"/>
                  </a:lnTo>
                  <a:lnTo>
                    <a:pt x="2554059" y="3369721"/>
                  </a:lnTo>
                  <a:lnTo>
                    <a:pt x="2499122" y="3369508"/>
                  </a:lnTo>
                  <a:lnTo>
                    <a:pt x="2443437" y="3369282"/>
                  </a:lnTo>
                  <a:lnTo>
                    <a:pt x="2387059" y="3369045"/>
                  </a:lnTo>
                  <a:lnTo>
                    <a:pt x="2330152" y="3368801"/>
                  </a:lnTo>
                  <a:lnTo>
                    <a:pt x="2272949" y="3368553"/>
                  </a:lnTo>
                  <a:lnTo>
                    <a:pt x="2215729" y="3368305"/>
                  </a:lnTo>
                  <a:lnTo>
                    <a:pt x="2158769" y="3368060"/>
                  </a:lnTo>
                  <a:lnTo>
                    <a:pt x="2102312" y="3367822"/>
                  </a:lnTo>
                  <a:lnTo>
                    <a:pt x="2046532" y="3367594"/>
                  </a:lnTo>
                  <a:lnTo>
                    <a:pt x="1991501" y="3367379"/>
                  </a:lnTo>
                  <a:lnTo>
                    <a:pt x="1937163" y="3367179"/>
                  </a:lnTo>
                  <a:lnTo>
                    <a:pt x="1883320" y="3366994"/>
                  </a:lnTo>
                  <a:lnTo>
                    <a:pt x="1829603" y="3366826"/>
                  </a:lnTo>
                  <a:lnTo>
                    <a:pt x="1775451" y="3366673"/>
                  </a:lnTo>
                  <a:lnTo>
                    <a:pt x="1768425" y="3366655"/>
                  </a:lnTo>
                  <a:lnTo>
                    <a:pt x="1718691" y="3366533"/>
                  </a:lnTo>
                  <a:lnTo>
                    <a:pt x="1667234" y="3366424"/>
                  </a:lnTo>
                  <a:lnTo>
                    <a:pt x="1613225" y="3366326"/>
                  </a:lnTo>
                  <a:lnTo>
                    <a:pt x="1555739" y="3366239"/>
                  </a:lnTo>
                  <a:lnTo>
                    <a:pt x="1493839" y="3366162"/>
                  </a:lnTo>
                  <a:lnTo>
                    <a:pt x="1426655" y="3366092"/>
                  </a:lnTo>
                  <a:lnTo>
                    <a:pt x="1353490" y="3366030"/>
                  </a:lnTo>
                  <a:lnTo>
                    <a:pt x="1273970" y="3365975"/>
                  </a:lnTo>
                  <a:lnTo>
                    <a:pt x="1188222" y="3365925"/>
                  </a:lnTo>
                  <a:lnTo>
                    <a:pt x="1097097" y="3365880"/>
                  </a:lnTo>
                  <a:lnTo>
                    <a:pt x="1002384" y="3365841"/>
                  </a:lnTo>
                  <a:lnTo>
                    <a:pt x="906932" y="3365807"/>
                  </a:lnTo>
                  <a:lnTo>
                    <a:pt x="814582" y="3365779"/>
                  </a:lnTo>
                  <a:lnTo>
                    <a:pt x="729797" y="3365756"/>
                  </a:lnTo>
                  <a:lnTo>
                    <a:pt x="656969" y="3365739"/>
                  </a:lnTo>
                  <a:lnTo>
                    <a:pt x="599528" y="3365727"/>
                  </a:lnTo>
                  <a:lnTo>
                    <a:pt x="559110" y="3365719"/>
                  </a:lnTo>
                  <a:lnTo>
                    <a:pt x="535064" y="3365715"/>
                  </a:lnTo>
                  <a:lnTo>
                    <a:pt x="524414" y="3365714"/>
                  </a:lnTo>
                  <a:lnTo>
                    <a:pt x="522147" y="3365713"/>
                  </a:lnTo>
                  <a:lnTo>
                    <a:pt x="522133" y="3365713"/>
                  </a:lnTo>
                  <a:lnTo>
                    <a:pt x="0" y="3365713"/>
                  </a:lnTo>
                  <a:lnTo>
                    <a:pt x="0" y="3365713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040" name="pg1040"/>
            <p:cNvSpPr/>
            <p:nvPr/>
          </p:nvSpPr>
          <p:spPr>
            <a:xfrm>
              <a:off x="386606" y="1541317"/>
              <a:ext cx="8554953" cy="2360517"/>
            </a:xfrm>
            <a:custGeom>
              <a:avLst/>
              <a:pathLst>
                <a:path w="8554953" h="2360517">
                  <a:moveTo>
                    <a:pt x="0" y="2304045"/>
                  </a:moveTo>
                  <a:lnTo>
                    <a:pt x="522133" y="2304045"/>
                  </a:lnTo>
                  <a:lnTo>
                    <a:pt x="523403" y="2304047"/>
                  </a:lnTo>
                  <a:lnTo>
                    <a:pt x="531704" y="2304059"/>
                  </a:lnTo>
                  <a:lnTo>
                    <a:pt x="552455" y="2304094"/>
                  </a:lnTo>
                  <a:lnTo>
                    <a:pt x="589113" y="2304161"/>
                  </a:lnTo>
                  <a:lnTo>
                    <a:pt x="642856" y="2304271"/>
                  </a:lnTo>
                  <a:lnTo>
                    <a:pt x="712525" y="2304431"/>
                  </a:lnTo>
                  <a:lnTo>
                    <a:pt x="795025" y="2304646"/>
                  </a:lnTo>
                  <a:lnTo>
                    <a:pt x="886095" y="2304917"/>
                  </a:lnTo>
                  <a:lnTo>
                    <a:pt x="981220" y="2305242"/>
                  </a:lnTo>
                  <a:lnTo>
                    <a:pt x="1076379" y="2305622"/>
                  </a:lnTo>
                  <a:lnTo>
                    <a:pt x="1168486" y="2306054"/>
                  </a:lnTo>
                  <a:lnTo>
                    <a:pt x="1255525" y="2306541"/>
                  </a:lnTo>
                  <a:lnTo>
                    <a:pt x="1336455" y="2307084"/>
                  </a:lnTo>
                  <a:lnTo>
                    <a:pt x="1411006" y="2307690"/>
                  </a:lnTo>
                  <a:lnTo>
                    <a:pt x="1479461" y="2308366"/>
                  </a:lnTo>
                  <a:lnTo>
                    <a:pt x="1542458" y="2309122"/>
                  </a:lnTo>
                  <a:lnTo>
                    <a:pt x="1600840" y="2309969"/>
                  </a:lnTo>
                  <a:lnTo>
                    <a:pt x="1655536" y="2310920"/>
                  </a:lnTo>
                  <a:lnTo>
                    <a:pt x="1707481" y="2311987"/>
                  </a:lnTo>
                  <a:lnTo>
                    <a:pt x="1757532" y="2313177"/>
                  </a:lnTo>
                  <a:lnTo>
                    <a:pt x="1768425" y="2313457"/>
                  </a:lnTo>
                  <a:lnTo>
                    <a:pt x="1822666" y="2314962"/>
                  </a:lnTo>
                  <a:lnTo>
                    <a:pt x="1876384" y="2316627"/>
                  </a:lnTo>
                  <a:lnTo>
                    <a:pt x="1930168" y="2318453"/>
                  </a:lnTo>
                  <a:lnTo>
                    <a:pt x="1984407" y="2320436"/>
                  </a:lnTo>
                  <a:lnTo>
                    <a:pt x="2039323" y="2322567"/>
                  </a:lnTo>
                  <a:lnTo>
                    <a:pt x="2094988" y="2324828"/>
                  </a:lnTo>
                  <a:lnTo>
                    <a:pt x="2151344" y="2327193"/>
                  </a:lnTo>
                  <a:lnTo>
                    <a:pt x="2208231" y="2329633"/>
                  </a:lnTo>
                  <a:lnTo>
                    <a:pt x="2265413" y="2332113"/>
                  </a:lnTo>
                  <a:lnTo>
                    <a:pt x="2322614" y="2334596"/>
                  </a:lnTo>
                  <a:lnTo>
                    <a:pt x="2379556" y="2337044"/>
                  </a:lnTo>
                  <a:lnTo>
                    <a:pt x="2435995" y="2339421"/>
                  </a:lnTo>
                  <a:lnTo>
                    <a:pt x="2491758" y="2341697"/>
                  </a:lnTo>
                  <a:lnTo>
                    <a:pt x="2546774" y="2343847"/>
                  </a:lnTo>
                  <a:lnTo>
                    <a:pt x="2601096" y="2345851"/>
                  </a:lnTo>
                  <a:lnTo>
                    <a:pt x="2654922" y="2347699"/>
                  </a:lnTo>
                  <a:lnTo>
                    <a:pt x="2708620" y="2349385"/>
                  </a:lnTo>
                  <a:lnTo>
                    <a:pt x="2762748" y="2350911"/>
                  </a:lnTo>
                  <a:lnTo>
                    <a:pt x="2770117" y="2351105"/>
                  </a:lnTo>
                  <a:lnTo>
                    <a:pt x="2819850" y="2352323"/>
                  </a:lnTo>
                  <a:lnTo>
                    <a:pt x="2871307" y="2353416"/>
                  </a:lnTo>
                  <a:lnTo>
                    <a:pt x="2925315" y="2354392"/>
                  </a:lnTo>
                  <a:lnTo>
                    <a:pt x="2982799" y="2355261"/>
                  </a:lnTo>
                  <a:lnTo>
                    <a:pt x="3044698" y="2356037"/>
                  </a:lnTo>
                  <a:lnTo>
                    <a:pt x="3111882" y="2356729"/>
                  </a:lnTo>
                  <a:lnTo>
                    <a:pt x="3185044" y="2357350"/>
                  </a:lnTo>
                  <a:lnTo>
                    <a:pt x="3264563" y="2357906"/>
                  </a:lnTo>
                  <a:lnTo>
                    <a:pt x="3350309" y="2358405"/>
                  </a:lnTo>
                  <a:lnTo>
                    <a:pt x="3441432" y="2358849"/>
                  </a:lnTo>
                  <a:lnTo>
                    <a:pt x="3536143" y="2359241"/>
                  </a:lnTo>
                  <a:lnTo>
                    <a:pt x="3631594" y="2359578"/>
                  </a:lnTo>
                  <a:lnTo>
                    <a:pt x="3723944" y="2359861"/>
                  </a:lnTo>
                  <a:lnTo>
                    <a:pt x="3808729" y="2360088"/>
                  </a:lnTo>
                  <a:lnTo>
                    <a:pt x="3881559" y="2360260"/>
                  </a:lnTo>
                  <a:lnTo>
                    <a:pt x="3939003" y="2360381"/>
                  </a:lnTo>
                  <a:lnTo>
                    <a:pt x="3979424" y="2360457"/>
                  </a:lnTo>
                  <a:lnTo>
                    <a:pt x="4003474" y="2360498"/>
                  </a:lnTo>
                  <a:lnTo>
                    <a:pt x="4014126" y="2360514"/>
                  </a:lnTo>
                  <a:lnTo>
                    <a:pt x="4016409" y="2360517"/>
                  </a:lnTo>
                  <a:lnTo>
                    <a:pt x="4538543" y="2360517"/>
                  </a:lnTo>
                  <a:lnTo>
                    <a:pt x="4539729" y="2360450"/>
                  </a:lnTo>
                  <a:lnTo>
                    <a:pt x="4547492" y="2359972"/>
                  </a:lnTo>
                  <a:lnTo>
                    <a:pt x="4566947" y="2358652"/>
                  </a:lnTo>
                  <a:lnTo>
                    <a:pt x="4601432" y="2356056"/>
                  </a:lnTo>
                  <a:lnTo>
                    <a:pt x="4652224" y="2351799"/>
                  </a:lnTo>
                  <a:lnTo>
                    <a:pt x="4718457" y="2345584"/>
                  </a:lnTo>
                  <a:lnTo>
                    <a:pt x="4797435" y="2337233"/>
                  </a:lnTo>
                  <a:lnTo>
                    <a:pt x="4885289" y="2326679"/>
                  </a:lnTo>
                  <a:lnTo>
                    <a:pt x="4977788" y="2313940"/>
                  </a:lnTo>
                  <a:lnTo>
                    <a:pt x="5071047" y="2299066"/>
                  </a:lnTo>
                  <a:lnTo>
                    <a:pt x="5161978" y="2282093"/>
                  </a:lnTo>
                  <a:lnTo>
                    <a:pt x="5248461" y="2263004"/>
                  </a:lnTo>
                  <a:lnTo>
                    <a:pt x="5329302" y="2241707"/>
                  </a:lnTo>
                  <a:lnTo>
                    <a:pt x="5404065" y="2218019"/>
                  </a:lnTo>
                  <a:lnTo>
                    <a:pt x="5472876" y="2191669"/>
                  </a:lnTo>
                  <a:lnTo>
                    <a:pt x="5536238" y="2162303"/>
                  </a:lnTo>
                  <a:lnTo>
                    <a:pt x="5594882" y="2129494"/>
                  </a:lnTo>
                  <a:lnTo>
                    <a:pt x="5649656" y="2092772"/>
                  </a:lnTo>
                  <a:lnTo>
                    <a:pt x="5701440" y="2051670"/>
                  </a:lnTo>
                  <a:lnTo>
                    <a:pt x="5751072" y="2005802"/>
                  </a:lnTo>
                  <a:lnTo>
                    <a:pt x="5784835" y="1970862"/>
                  </a:lnTo>
                  <a:lnTo>
                    <a:pt x="5824811" y="1925667"/>
                  </a:lnTo>
                  <a:lnTo>
                    <a:pt x="5864406" y="1876928"/>
                  </a:lnTo>
                  <a:lnTo>
                    <a:pt x="5903887" y="1824574"/>
                  </a:lnTo>
                  <a:lnTo>
                    <a:pt x="5943459" y="1768603"/>
                  </a:lnTo>
                  <a:lnTo>
                    <a:pt x="5983272" y="1709084"/>
                  </a:lnTo>
                  <a:lnTo>
                    <a:pt x="6023424" y="1646171"/>
                  </a:lnTo>
                  <a:lnTo>
                    <a:pt x="6063971" y="1580100"/>
                  </a:lnTo>
                  <a:lnTo>
                    <a:pt x="6104925" y="1511193"/>
                  </a:lnTo>
                  <a:lnTo>
                    <a:pt x="6146262" y="1439856"/>
                  </a:lnTo>
                  <a:lnTo>
                    <a:pt x="6187927" y="1366567"/>
                  </a:lnTo>
                  <a:lnTo>
                    <a:pt x="6229839" y="1291869"/>
                  </a:lnTo>
                  <a:lnTo>
                    <a:pt x="6271898" y="1216351"/>
                  </a:lnTo>
                  <a:lnTo>
                    <a:pt x="6313994" y="1140628"/>
                  </a:lnTo>
                  <a:lnTo>
                    <a:pt x="6356014" y="1065324"/>
                  </a:lnTo>
                  <a:lnTo>
                    <a:pt x="6397851" y="991049"/>
                  </a:lnTo>
                  <a:lnTo>
                    <a:pt x="6439411" y="918375"/>
                  </a:lnTo>
                  <a:lnTo>
                    <a:pt x="6480620" y="847827"/>
                  </a:lnTo>
                  <a:lnTo>
                    <a:pt x="6521435" y="779857"/>
                  </a:lnTo>
                  <a:lnTo>
                    <a:pt x="6561842" y="714844"/>
                  </a:lnTo>
                  <a:lnTo>
                    <a:pt x="6601869" y="653080"/>
                  </a:lnTo>
                  <a:lnTo>
                    <a:pt x="6641585" y="594773"/>
                  </a:lnTo>
                  <a:lnTo>
                    <a:pt x="6681106" y="540047"/>
                  </a:lnTo>
                  <a:lnTo>
                    <a:pt x="6720600" y="488945"/>
                  </a:lnTo>
                  <a:lnTo>
                    <a:pt x="6760293" y="441440"/>
                  </a:lnTo>
                  <a:lnTo>
                    <a:pt x="6786527" y="412243"/>
                  </a:lnTo>
                  <a:lnTo>
                    <a:pt x="6835098" y="362933"/>
                  </a:lnTo>
                  <a:lnTo>
                    <a:pt x="6885297" y="318535"/>
                  </a:lnTo>
                  <a:lnTo>
                    <a:pt x="6937892" y="278802"/>
                  </a:lnTo>
                  <a:lnTo>
                    <a:pt x="6993743" y="243312"/>
                  </a:lnTo>
                  <a:lnTo>
                    <a:pt x="7053726" y="211591"/>
                  </a:lnTo>
                  <a:lnTo>
                    <a:pt x="7118664" y="183178"/>
                  </a:lnTo>
                  <a:lnTo>
                    <a:pt x="7189233" y="157666"/>
                  </a:lnTo>
                  <a:lnTo>
                    <a:pt x="7265840" y="134725"/>
                  </a:lnTo>
                  <a:lnTo>
                    <a:pt x="7348462" y="114109"/>
                  </a:lnTo>
                  <a:lnTo>
                    <a:pt x="7436455" y="95665"/>
                  </a:lnTo>
                  <a:lnTo>
                    <a:pt x="7528357" y="79325"/>
                  </a:lnTo>
                  <a:lnTo>
                    <a:pt x="7621754" y="65090"/>
                  </a:lnTo>
                  <a:lnTo>
                    <a:pt x="7713287" y="53007"/>
                  </a:lnTo>
                  <a:lnTo>
                    <a:pt x="7798905" y="43119"/>
                  </a:lnTo>
                  <a:lnTo>
                    <a:pt x="7874404" y="35425"/>
                  </a:lnTo>
                  <a:lnTo>
                    <a:pt x="7936184" y="29826"/>
                  </a:lnTo>
                  <a:lnTo>
                    <a:pt x="7982047" y="26106"/>
                  </a:lnTo>
                  <a:lnTo>
                    <a:pt x="8011759" y="23940"/>
                  </a:lnTo>
                  <a:lnTo>
                    <a:pt x="8027244" y="22920"/>
                  </a:lnTo>
                  <a:lnTo>
                    <a:pt x="8032409" y="22611"/>
                  </a:lnTo>
                  <a:lnTo>
                    <a:pt x="8032819" y="22588"/>
                  </a:lnTo>
                  <a:lnTo>
                    <a:pt x="8554953" y="22588"/>
                  </a:lnTo>
                  <a:lnTo>
                    <a:pt x="8554953" y="0"/>
                  </a:lnTo>
                  <a:lnTo>
                    <a:pt x="8032819" y="0"/>
                  </a:lnTo>
                  <a:lnTo>
                    <a:pt x="8031633" y="66"/>
                  </a:lnTo>
                  <a:lnTo>
                    <a:pt x="8023870" y="544"/>
                  </a:lnTo>
                  <a:lnTo>
                    <a:pt x="8004415" y="1865"/>
                  </a:lnTo>
                  <a:lnTo>
                    <a:pt x="7969930" y="4460"/>
                  </a:lnTo>
                  <a:lnTo>
                    <a:pt x="7919138" y="8718"/>
                  </a:lnTo>
                  <a:lnTo>
                    <a:pt x="7852905" y="14932"/>
                  </a:lnTo>
                  <a:lnTo>
                    <a:pt x="7773927" y="23284"/>
                  </a:lnTo>
                  <a:lnTo>
                    <a:pt x="7686073" y="33838"/>
                  </a:lnTo>
                  <a:lnTo>
                    <a:pt x="7593574" y="46576"/>
                  </a:lnTo>
                  <a:lnTo>
                    <a:pt x="7500315" y="61450"/>
                  </a:lnTo>
                  <a:lnTo>
                    <a:pt x="7409384" y="78423"/>
                  </a:lnTo>
                  <a:lnTo>
                    <a:pt x="7322901" y="97512"/>
                  </a:lnTo>
                  <a:lnTo>
                    <a:pt x="7242060" y="118810"/>
                  </a:lnTo>
                  <a:lnTo>
                    <a:pt x="7167297" y="142498"/>
                  </a:lnTo>
                  <a:lnTo>
                    <a:pt x="7098486" y="168847"/>
                  </a:lnTo>
                  <a:lnTo>
                    <a:pt x="7035124" y="198214"/>
                  </a:lnTo>
                  <a:lnTo>
                    <a:pt x="6976480" y="231022"/>
                  </a:lnTo>
                  <a:lnTo>
                    <a:pt x="6921706" y="267744"/>
                  </a:lnTo>
                  <a:lnTo>
                    <a:pt x="6869922" y="308847"/>
                  </a:lnTo>
                  <a:lnTo>
                    <a:pt x="6820290" y="354714"/>
                  </a:lnTo>
                  <a:lnTo>
                    <a:pt x="6786527" y="389654"/>
                  </a:lnTo>
                  <a:lnTo>
                    <a:pt x="6746551" y="434850"/>
                  </a:lnTo>
                  <a:lnTo>
                    <a:pt x="6706956" y="483589"/>
                  </a:lnTo>
                  <a:lnTo>
                    <a:pt x="6667475" y="535942"/>
                  </a:lnTo>
                  <a:lnTo>
                    <a:pt x="6627903" y="591914"/>
                  </a:lnTo>
                  <a:lnTo>
                    <a:pt x="6588090" y="651432"/>
                  </a:lnTo>
                  <a:lnTo>
                    <a:pt x="6547937" y="714346"/>
                  </a:lnTo>
                  <a:lnTo>
                    <a:pt x="6507391" y="780417"/>
                  </a:lnTo>
                  <a:lnTo>
                    <a:pt x="6466437" y="849324"/>
                  </a:lnTo>
                  <a:lnTo>
                    <a:pt x="6425099" y="920661"/>
                  </a:lnTo>
                  <a:lnTo>
                    <a:pt x="6383435" y="993949"/>
                  </a:lnTo>
                  <a:lnTo>
                    <a:pt x="6341523" y="1068647"/>
                  </a:lnTo>
                  <a:lnTo>
                    <a:pt x="6299464" y="1144166"/>
                  </a:lnTo>
                  <a:lnTo>
                    <a:pt x="6257368" y="1219888"/>
                  </a:lnTo>
                  <a:lnTo>
                    <a:pt x="6215348" y="1295192"/>
                  </a:lnTo>
                  <a:lnTo>
                    <a:pt x="6173511" y="1369468"/>
                  </a:lnTo>
                  <a:lnTo>
                    <a:pt x="6131951" y="1442141"/>
                  </a:lnTo>
                  <a:lnTo>
                    <a:pt x="6090741" y="1512690"/>
                  </a:lnTo>
                  <a:lnTo>
                    <a:pt x="6049927" y="1580659"/>
                  </a:lnTo>
                  <a:lnTo>
                    <a:pt x="6009520" y="1645673"/>
                  </a:lnTo>
                  <a:lnTo>
                    <a:pt x="5969493" y="1707437"/>
                  </a:lnTo>
                  <a:lnTo>
                    <a:pt x="5929777" y="1765743"/>
                  </a:lnTo>
                  <a:lnTo>
                    <a:pt x="5890256" y="1820470"/>
                  </a:lnTo>
                  <a:lnTo>
                    <a:pt x="5850762" y="1871571"/>
                  </a:lnTo>
                  <a:lnTo>
                    <a:pt x="5811069" y="1919076"/>
                  </a:lnTo>
                  <a:lnTo>
                    <a:pt x="5784835" y="1948274"/>
                  </a:lnTo>
                  <a:lnTo>
                    <a:pt x="5736264" y="1997584"/>
                  </a:lnTo>
                  <a:lnTo>
                    <a:pt x="5686065" y="2041981"/>
                  </a:lnTo>
                  <a:lnTo>
                    <a:pt x="5633470" y="2081715"/>
                  </a:lnTo>
                  <a:lnTo>
                    <a:pt x="5577619" y="2117204"/>
                  </a:lnTo>
                  <a:lnTo>
                    <a:pt x="5517636" y="2148925"/>
                  </a:lnTo>
                  <a:lnTo>
                    <a:pt x="5452698" y="2177338"/>
                  </a:lnTo>
                  <a:lnTo>
                    <a:pt x="5382128" y="2202850"/>
                  </a:lnTo>
                  <a:lnTo>
                    <a:pt x="5305522" y="2225792"/>
                  </a:lnTo>
                  <a:lnTo>
                    <a:pt x="5222900" y="2246408"/>
                  </a:lnTo>
                  <a:lnTo>
                    <a:pt x="5134907" y="2264851"/>
                  </a:lnTo>
                  <a:lnTo>
                    <a:pt x="5043005" y="2281192"/>
                  </a:lnTo>
                  <a:lnTo>
                    <a:pt x="4949608" y="2295426"/>
                  </a:lnTo>
                  <a:lnTo>
                    <a:pt x="4858075" y="2307510"/>
                  </a:lnTo>
                  <a:lnTo>
                    <a:pt x="4772457" y="2317397"/>
                  </a:lnTo>
                  <a:lnTo>
                    <a:pt x="4696958" y="2325092"/>
                  </a:lnTo>
                  <a:lnTo>
                    <a:pt x="4635178" y="2330691"/>
                  </a:lnTo>
                  <a:lnTo>
                    <a:pt x="4589315" y="2334410"/>
                  </a:lnTo>
                  <a:lnTo>
                    <a:pt x="4559603" y="2336577"/>
                  </a:lnTo>
                  <a:lnTo>
                    <a:pt x="4544117" y="2337597"/>
                  </a:lnTo>
                  <a:lnTo>
                    <a:pt x="4538953" y="2337906"/>
                  </a:lnTo>
                  <a:lnTo>
                    <a:pt x="4538543" y="2337928"/>
                  </a:lnTo>
                  <a:lnTo>
                    <a:pt x="4016409" y="2337928"/>
                  </a:lnTo>
                  <a:lnTo>
                    <a:pt x="4015139" y="2337927"/>
                  </a:lnTo>
                  <a:lnTo>
                    <a:pt x="4006839" y="2337914"/>
                  </a:lnTo>
                  <a:lnTo>
                    <a:pt x="3986087" y="2337880"/>
                  </a:lnTo>
                  <a:lnTo>
                    <a:pt x="3949429" y="2337813"/>
                  </a:lnTo>
                  <a:lnTo>
                    <a:pt x="3895686" y="2337703"/>
                  </a:lnTo>
                  <a:lnTo>
                    <a:pt x="3826017" y="2337542"/>
                  </a:lnTo>
                  <a:lnTo>
                    <a:pt x="3743518" y="2337328"/>
                  </a:lnTo>
                  <a:lnTo>
                    <a:pt x="3652447" y="2337057"/>
                  </a:lnTo>
                  <a:lnTo>
                    <a:pt x="3557322" y="2336731"/>
                  </a:lnTo>
                  <a:lnTo>
                    <a:pt x="3462163" y="2336352"/>
                  </a:lnTo>
                  <a:lnTo>
                    <a:pt x="3370056" y="2335919"/>
                  </a:lnTo>
                  <a:lnTo>
                    <a:pt x="3283017" y="2335433"/>
                  </a:lnTo>
                  <a:lnTo>
                    <a:pt x="3202087" y="2334890"/>
                  </a:lnTo>
                  <a:lnTo>
                    <a:pt x="3127536" y="2334284"/>
                  </a:lnTo>
                  <a:lnTo>
                    <a:pt x="3059081" y="2333608"/>
                  </a:lnTo>
                  <a:lnTo>
                    <a:pt x="2996084" y="2332852"/>
                  </a:lnTo>
                  <a:lnTo>
                    <a:pt x="2937703" y="2332005"/>
                  </a:lnTo>
                  <a:lnTo>
                    <a:pt x="2883006" y="2331053"/>
                  </a:lnTo>
                  <a:lnTo>
                    <a:pt x="2831061" y="2329987"/>
                  </a:lnTo>
                  <a:lnTo>
                    <a:pt x="2781010" y="2328797"/>
                  </a:lnTo>
                  <a:lnTo>
                    <a:pt x="2770117" y="2328516"/>
                  </a:lnTo>
                  <a:lnTo>
                    <a:pt x="2715877" y="2327011"/>
                  </a:lnTo>
                  <a:lnTo>
                    <a:pt x="2662158" y="2325347"/>
                  </a:lnTo>
                  <a:lnTo>
                    <a:pt x="2608374" y="2323521"/>
                  </a:lnTo>
                  <a:lnTo>
                    <a:pt x="2554135" y="2321537"/>
                  </a:lnTo>
                  <a:lnTo>
                    <a:pt x="2499219" y="2319406"/>
                  </a:lnTo>
                  <a:lnTo>
                    <a:pt x="2443554" y="2317146"/>
                  </a:lnTo>
                  <a:lnTo>
                    <a:pt x="2387198" y="2314781"/>
                  </a:lnTo>
                  <a:lnTo>
                    <a:pt x="2330311" y="2312340"/>
                  </a:lnTo>
                  <a:lnTo>
                    <a:pt x="2273129" y="2309860"/>
                  </a:lnTo>
                  <a:lnTo>
                    <a:pt x="2215928" y="2307377"/>
                  </a:lnTo>
                  <a:lnTo>
                    <a:pt x="2158987" y="2304930"/>
                  </a:lnTo>
                  <a:lnTo>
                    <a:pt x="2102548" y="2302552"/>
                  </a:lnTo>
                  <a:lnTo>
                    <a:pt x="2046784" y="2300276"/>
                  </a:lnTo>
                  <a:lnTo>
                    <a:pt x="1991768" y="2298127"/>
                  </a:lnTo>
                  <a:lnTo>
                    <a:pt x="1937447" y="2296122"/>
                  </a:lnTo>
                  <a:lnTo>
                    <a:pt x="1883620" y="2294275"/>
                  </a:lnTo>
                  <a:lnTo>
                    <a:pt x="1829923" y="2292589"/>
                  </a:lnTo>
                  <a:lnTo>
                    <a:pt x="1775795" y="2291062"/>
                  </a:lnTo>
                  <a:lnTo>
                    <a:pt x="1768425" y="2290869"/>
                  </a:lnTo>
                  <a:lnTo>
                    <a:pt x="1718692" y="2289651"/>
                  </a:lnTo>
                  <a:lnTo>
                    <a:pt x="1667235" y="2288557"/>
                  </a:lnTo>
                  <a:lnTo>
                    <a:pt x="1613227" y="2287581"/>
                  </a:lnTo>
                  <a:lnTo>
                    <a:pt x="1555743" y="2286712"/>
                  </a:lnTo>
                  <a:lnTo>
                    <a:pt x="1493844" y="2285937"/>
                  </a:lnTo>
                  <a:lnTo>
                    <a:pt x="1426661" y="2285244"/>
                  </a:lnTo>
                  <a:lnTo>
                    <a:pt x="1353498" y="2284624"/>
                  </a:lnTo>
                  <a:lnTo>
                    <a:pt x="1273980" y="2284067"/>
                  </a:lnTo>
                  <a:lnTo>
                    <a:pt x="1188233" y="2283568"/>
                  </a:lnTo>
                  <a:lnTo>
                    <a:pt x="1097110" y="2283124"/>
                  </a:lnTo>
                  <a:lnTo>
                    <a:pt x="1002399" y="2282733"/>
                  </a:lnTo>
                  <a:lnTo>
                    <a:pt x="906948" y="2282395"/>
                  </a:lnTo>
                  <a:lnTo>
                    <a:pt x="814598" y="2282113"/>
                  </a:lnTo>
                  <a:lnTo>
                    <a:pt x="729813" y="2281885"/>
                  </a:lnTo>
                  <a:lnTo>
                    <a:pt x="656983" y="2281713"/>
                  </a:lnTo>
                  <a:lnTo>
                    <a:pt x="599539" y="2281593"/>
                  </a:lnTo>
                  <a:lnTo>
                    <a:pt x="559118" y="2281517"/>
                  </a:lnTo>
                  <a:lnTo>
                    <a:pt x="535068" y="2281476"/>
                  </a:lnTo>
                  <a:lnTo>
                    <a:pt x="524416" y="2281460"/>
                  </a:lnTo>
                  <a:lnTo>
                    <a:pt x="522133" y="2281457"/>
                  </a:lnTo>
                  <a:lnTo>
                    <a:pt x="0" y="2281457"/>
                  </a:lnTo>
                  <a:close/>
                </a:path>
              </a:pathLst>
            </a:custGeom>
            <a:solidFill>
              <a:srgbClr val="F28E5B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1041" name="pl1041"/>
            <p:cNvSpPr/>
            <p:nvPr/>
          </p:nvSpPr>
          <p:spPr>
            <a:xfrm>
              <a:off x="386606" y="1563905"/>
              <a:ext cx="8554953" cy="2337928"/>
            </a:xfrm>
            <a:custGeom>
              <a:avLst/>
              <a:pathLst>
                <a:path w="8554953" h="2337928">
                  <a:moveTo>
                    <a:pt x="0" y="2281457"/>
                  </a:moveTo>
                  <a:lnTo>
                    <a:pt x="522133" y="2281457"/>
                  </a:lnTo>
                  <a:lnTo>
                    <a:pt x="523403" y="2281458"/>
                  </a:lnTo>
                  <a:lnTo>
                    <a:pt x="531704" y="2281471"/>
                  </a:lnTo>
                  <a:lnTo>
                    <a:pt x="552455" y="2281505"/>
                  </a:lnTo>
                  <a:lnTo>
                    <a:pt x="589113" y="2281572"/>
                  </a:lnTo>
                  <a:lnTo>
                    <a:pt x="642856" y="2281682"/>
                  </a:lnTo>
                  <a:lnTo>
                    <a:pt x="712525" y="2281843"/>
                  </a:lnTo>
                  <a:lnTo>
                    <a:pt x="795025" y="2282057"/>
                  </a:lnTo>
                  <a:lnTo>
                    <a:pt x="886095" y="2282328"/>
                  </a:lnTo>
                  <a:lnTo>
                    <a:pt x="981220" y="2282654"/>
                  </a:lnTo>
                  <a:lnTo>
                    <a:pt x="1076379" y="2283033"/>
                  </a:lnTo>
                  <a:lnTo>
                    <a:pt x="1168486" y="2283466"/>
                  </a:lnTo>
                  <a:lnTo>
                    <a:pt x="1255525" y="2283952"/>
                  </a:lnTo>
                  <a:lnTo>
                    <a:pt x="1336455" y="2284495"/>
                  </a:lnTo>
                  <a:lnTo>
                    <a:pt x="1411006" y="2285101"/>
                  </a:lnTo>
                  <a:lnTo>
                    <a:pt x="1479461" y="2285777"/>
                  </a:lnTo>
                  <a:lnTo>
                    <a:pt x="1542458" y="2286533"/>
                  </a:lnTo>
                  <a:lnTo>
                    <a:pt x="1600840" y="2287380"/>
                  </a:lnTo>
                  <a:lnTo>
                    <a:pt x="1655536" y="2288332"/>
                  </a:lnTo>
                  <a:lnTo>
                    <a:pt x="1707481" y="2289398"/>
                  </a:lnTo>
                  <a:lnTo>
                    <a:pt x="1757532" y="2290588"/>
                  </a:lnTo>
                  <a:lnTo>
                    <a:pt x="1768425" y="2290869"/>
                  </a:lnTo>
                  <a:lnTo>
                    <a:pt x="1822666" y="2292374"/>
                  </a:lnTo>
                  <a:lnTo>
                    <a:pt x="1876384" y="2294038"/>
                  </a:lnTo>
                  <a:lnTo>
                    <a:pt x="1930168" y="2295864"/>
                  </a:lnTo>
                  <a:lnTo>
                    <a:pt x="1984407" y="2297848"/>
                  </a:lnTo>
                  <a:lnTo>
                    <a:pt x="2039323" y="2299979"/>
                  </a:lnTo>
                  <a:lnTo>
                    <a:pt x="2094988" y="2302239"/>
                  </a:lnTo>
                  <a:lnTo>
                    <a:pt x="2151344" y="2304604"/>
                  </a:lnTo>
                  <a:lnTo>
                    <a:pt x="2208231" y="2307045"/>
                  </a:lnTo>
                  <a:lnTo>
                    <a:pt x="2265413" y="2309525"/>
                  </a:lnTo>
                  <a:lnTo>
                    <a:pt x="2322614" y="2312007"/>
                  </a:lnTo>
                  <a:lnTo>
                    <a:pt x="2379556" y="2314455"/>
                  </a:lnTo>
                  <a:lnTo>
                    <a:pt x="2435995" y="2316833"/>
                  </a:lnTo>
                  <a:lnTo>
                    <a:pt x="2491758" y="2319109"/>
                  </a:lnTo>
                  <a:lnTo>
                    <a:pt x="2546774" y="2321258"/>
                  </a:lnTo>
                  <a:lnTo>
                    <a:pt x="2601096" y="2323263"/>
                  </a:lnTo>
                  <a:lnTo>
                    <a:pt x="2654922" y="2325110"/>
                  </a:lnTo>
                  <a:lnTo>
                    <a:pt x="2708620" y="2326796"/>
                  </a:lnTo>
                  <a:lnTo>
                    <a:pt x="2762748" y="2328323"/>
                  </a:lnTo>
                  <a:lnTo>
                    <a:pt x="2770117" y="2328516"/>
                  </a:lnTo>
                  <a:lnTo>
                    <a:pt x="2819850" y="2329734"/>
                  </a:lnTo>
                  <a:lnTo>
                    <a:pt x="2871307" y="2330828"/>
                  </a:lnTo>
                  <a:lnTo>
                    <a:pt x="2925315" y="2331803"/>
                  </a:lnTo>
                  <a:lnTo>
                    <a:pt x="2982799" y="2332673"/>
                  </a:lnTo>
                  <a:lnTo>
                    <a:pt x="3044698" y="2333448"/>
                  </a:lnTo>
                  <a:lnTo>
                    <a:pt x="3111882" y="2334141"/>
                  </a:lnTo>
                  <a:lnTo>
                    <a:pt x="3185044" y="2334761"/>
                  </a:lnTo>
                  <a:lnTo>
                    <a:pt x="3264563" y="2335318"/>
                  </a:lnTo>
                  <a:lnTo>
                    <a:pt x="3350309" y="2335817"/>
                  </a:lnTo>
                  <a:lnTo>
                    <a:pt x="3441432" y="2336261"/>
                  </a:lnTo>
                  <a:lnTo>
                    <a:pt x="3536143" y="2336652"/>
                  </a:lnTo>
                  <a:lnTo>
                    <a:pt x="3631594" y="2336990"/>
                  </a:lnTo>
                  <a:lnTo>
                    <a:pt x="3723944" y="2337272"/>
                  </a:lnTo>
                  <a:lnTo>
                    <a:pt x="3808729" y="2337500"/>
                  </a:lnTo>
                  <a:lnTo>
                    <a:pt x="3881559" y="2337672"/>
                  </a:lnTo>
                  <a:lnTo>
                    <a:pt x="3939003" y="2337792"/>
                  </a:lnTo>
                  <a:lnTo>
                    <a:pt x="3979424" y="2337868"/>
                  </a:lnTo>
                  <a:lnTo>
                    <a:pt x="4003474" y="2337909"/>
                  </a:lnTo>
                  <a:lnTo>
                    <a:pt x="4014126" y="2337925"/>
                  </a:lnTo>
                  <a:lnTo>
                    <a:pt x="4016395" y="2337928"/>
                  </a:lnTo>
                  <a:lnTo>
                    <a:pt x="4016409" y="2337928"/>
                  </a:lnTo>
                  <a:lnTo>
                    <a:pt x="4538543" y="2337928"/>
                  </a:lnTo>
                  <a:lnTo>
                    <a:pt x="4539729" y="2337861"/>
                  </a:lnTo>
                  <a:lnTo>
                    <a:pt x="4547492" y="2337384"/>
                  </a:lnTo>
                  <a:lnTo>
                    <a:pt x="4566947" y="2336063"/>
                  </a:lnTo>
                  <a:lnTo>
                    <a:pt x="4601432" y="2333467"/>
                  </a:lnTo>
                  <a:lnTo>
                    <a:pt x="4652224" y="2329210"/>
                  </a:lnTo>
                  <a:lnTo>
                    <a:pt x="4718457" y="2322995"/>
                  </a:lnTo>
                  <a:lnTo>
                    <a:pt x="4797435" y="2314644"/>
                  </a:lnTo>
                  <a:lnTo>
                    <a:pt x="4885289" y="2304090"/>
                  </a:lnTo>
                  <a:lnTo>
                    <a:pt x="4977788" y="2291351"/>
                  </a:lnTo>
                  <a:lnTo>
                    <a:pt x="5071047" y="2276478"/>
                  </a:lnTo>
                  <a:lnTo>
                    <a:pt x="5161978" y="2259505"/>
                  </a:lnTo>
                  <a:lnTo>
                    <a:pt x="5248461" y="2240416"/>
                  </a:lnTo>
                  <a:lnTo>
                    <a:pt x="5329302" y="2219118"/>
                  </a:lnTo>
                  <a:lnTo>
                    <a:pt x="5404065" y="2195430"/>
                  </a:lnTo>
                  <a:lnTo>
                    <a:pt x="5472876" y="2169080"/>
                  </a:lnTo>
                  <a:lnTo>
                    <a:pt x="5536238" y="2139714"/>
                  </a:lnTo>
                  <a:lnTo>
                    <a:pt x="5594882" y="2106905"/>
                  </a:lnTo>
                  <a:lnTo>
                    <a:pt x="5649656" y="2070184"/>
                  </a:lnTo>
                  <a:lnTo>
                    <a:pt x="5701440" y="2029081"/>
                  </a:lnTo>
                  <a:lnTo>
                    <a:pt x="5751072" y="1983214"/>
                  </a:lnTo>
                  <a:lnTo>
                    <a:pt x="5784835" y="1948274"/>
                  </a:lnTo>
                  <a:lnTo>
                    <a:pt x="5824811" y="1903078"/>
                  </a:lnTo>
                  <a:lnTo>
                    <a:pt x="5864406" y="1854339"/>
                  </a:lnTo>
                  <a:lnTo>
                    <a:pt x="5903887" y="1801986"/>
                  </a:lnTo>
                  <a:lnTo>
                    <a:pt x="5943459" y="1746014"/>
                  </a:lnTo>
                  <a:lnTo>
                    <a:pt x="5983272" y="1686496"/>
                  </a:lnTo>
                  <a:lnTo>
                    <a:pt x="6023424" y="1623582"/>
                  </a:lnTo>
                  <a:lnTo>
                    <a:pt x="6063971" y="1557511"/>
                  </a:lnTo>
                  <a:lnTo>
                    <a:pt x="6104925" y="1488604"/>
                  </a:lnTo>
                  <a:lnTo>
                    <a:pt x="6146262" y="1417267"/>
                  </a:lnTo>
                  <a:lnTo>
                    <a:pt x="6187927" y="1343979"/>
                  </a:lnTo>
                  <a:lnTo>
                    <a:pt x="6229839" y="1269281"/>
                  </a:lnTo>
                  <a:lnTo>
                    <a:pt x="6271898" y="1193762"/>
                  </a:lnTo>
                  <a:lnTo>
                    <a:pt x="6313994" y="1118039"/>
                  </a:lnTo>
                  <a:lnTo>
                    <a:pt x="6356014" y="1042736"/>
                  </a:lnTo>
                  <a:lnTo>
                    <a:pt x="6397851" y="968460"/>
                  </a:lnTo>
                  <a:lnTo>
                    <a:pt x="6439411" y="895787"/>
                  </a:lnTo>
                  <a:lnTo>
                    <a:pt x="6480620" y="825238"/>
                  </a:lnTo>
                  <a:lnTo>
                    <a:pt x="6521435" y="757268"/>
                  </a:lnTo>
                  <a:lnTo>
                    <a:pt x="6561842" y="692255"/>
                  </a:lnTo>
                  <a:lnTo>
                    <a:pt x="6601869" y="630491"/>
                  </a:lnTo>
                  <a:lnTo>
                    <a:pt x="6641585" y="572184"/>
                  </a:lnTo>
                  <a:lnTo>
                    <a:pt x="6681106" y="517458"/>
                  </a:lnTo>
                  <a:lnTo>
                    <a:pt x="6720600" y="466356"/>
                  </a:lnTo>
                  <a:lnTo>
                    <a:pt x="6760293" y="418852"/>
                  </a:lnTo>
                  <a:lnTo>
                    <a:pt x="6786527" y="389654"/>
                  </a:lnTo>
                  <a:lnTo>
                    <a:pt x="6835098" y="340344"/>
                  </a:lnTo>
                  <a:lnTo>
                    <a:pt x="6885297" y="295946"/>
                  </a:lnTo>
                  <a:lnTo>
                    <a:pt x="6937892" y="256213"/>
                  </a:lnTo>
                  <a:lnTo>
                    <a:pt x="6993743" y="220724"/>
                  </a:lnTo>
                  <a:lnTo>
                    <a:pt x="7053726" y="189003"/>
                  </a:lnTo>
                  <a:lnTo>
                    <a:pt x="7118664" y="160590"/>
                  </a:lnTo>
                  <a:lnTo>
                    <a:pt x="7189233" y="135078"/>
                  </a:lnTo>
                  <a:lnTo>
                    <a:pt x="7265840" y="112136"/>
                  </a:lnTo>
                  <a:lnTo>
                    <a:pt x="7348462" y="91520"/>
                  </a:lnTo>
                  <a:lnTo>
                    <a:pt x="7436455" y="73077"/>
                  </a:lnTo>
                  <a:lnTo>
                    <a:pt x="7528357" y="56736"/>
                  </a:lnTo>
                  <a:lnTo>
                    <a:pt x="7621754" y="42502"/>
                  </a:lnTo>
                  <a:lnTo>
                    <a:pt x="7713287" y="30418"/>
                  </a:lnTo>
                  <a:lnTo>
                    <a:pt x="7798905" y="20531"/>
                  </a:lnTo>
                  <a:lnTo>
                    <a:pt x="7874404" y="12836"/>
                  </a:lnTo>
                  <a:lnTo>
                    <a:pt x="7936184" y="7237"/>
                  </a:lnTo>
                  <a:lnTo>
                    <a:pt x="7982047" y="3518"/>
                  </a:lnTo>
                  <a:lnTo>
                    <a:pt x="8011759" y="1351"/>
                  </a:lnTo>
                  <a:lnTo>
                    <a:pt x="8027244" y="331"/>
                  </a:lnTo>
                  <a:lnTo>
                    <a:pt x="8032409" y="22"/>
                  </a:lnTo>
                  <a:lnTo>
                    <a:pt x="8032819" y="0"/>
                  </a:lnTo>
                  <a:lnTo>
                    <a:pt x="8554953" y="0"/>
                  </a:lnTo>
                  <a:lnTo>
                    <a:pt x="8554953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042" name="pl1042"/>
            <p:cNvSpPr/>
            <p:nvPr/>
          </p:nvSpPr>
          <p:spPr>
            <a:xfrm>
              <a:off x="386606" y="1541317"/>
              <a:ext cx="8554953" cy="2337928"/>
            </a:xfrm>
            <a:custGeom>
              <a:avLst/>
              <a:pathLst>
                <a:path w="8554953" h="2337928">
                  <a:moveTo>
                    <a:pt x="8554953" y="0"/>
                  </a:moveTo>
                  <a:lnTo>
                    <a:pt x="8032819" y="0"/>
                  </a:lnTo>
                  <a:lnTo>
                    <a:pt x="8031633" y="66"/>
                  </a:lnTo>
                  <a:lnTo>
                    <a:pt x="8023870" y="544"/>
                  </a:lnTo>
                  <a:lnTo>
                    <a:pt x="8004415" y="1865"/>
                  </a:lnTo>
                  <a:lnTo>
                    <a:pt x="7969930" y="4460"/>
                  </a:lnTo>
                  <a:lnTo>
                    <a:pt x="7919138" y="8718"/>
                  </a:lnTo>
                  <a:lnTo>
                    <a:pt x="7852905" y="14932"/>
                  </a:lnTo>
                  <a:lnTo>
                    <a:pt x="7773927" y="23284"/>
                  </a:lnTo>
                  <a:lnTo>
                    <a:pt x="7686073" y="33838"/>
                  </a:lnTo>
                  <a:lnTo>
                    <a:pt x="7593574" y="46576"/>
                  </a:lnTo>
                  <a:lnTo>
                    <a:pt x="7500315" y="61450"/>
                  </a:lnTo>
                  <a:lnTo>
                    <a:pt x="7409384" y="78423"/>
                  </a:lnTo>
                  <a:lnTo>
                    <a:pt x="7322901" y="97512"/>
                  </a:lnTo>
                  <a:lnTo>
                    <a:pt x="7242060" y="118810"/>
                  </a:lnTo>
                  <a:lnTo>
                    <a:pt x="7167297" y="142498"/>
                  </a:lnTo>
                  <a:lnTo>
                    <a:pt x="7098486" y="168847"/>
                  </a:lnTo>
                  <a:lnTo>
                    <a:pt x="7035124" y="198214"/>
                  </a:lnTo>
                  <a:lnTo>
                    <a:pt x="6976480" y="231022"/>
                  </a:lnTo>
                  <a:lnTo>
                    <a:pt x="6921706" y="267744"/>
                  </a:lnTo>
                  <a:lnTo>
                    <a:pt x="6869922" y="308847"/>
                  </a:lnTo>
                  <a:lnTo>
                    <a:pt x="6820290" y="354714"/>
                  </a:lnTo>
                  <a:lnTo>
                    <a:pt x="6786527" y="389654"/>
                  </a:lnTo>
                  <a:lnTo>
                    <a:pt x="6746551" y="434850"/>
                  </a:lnTo>
                  <a:lnTo>
                    <a:pt x="6706956" y="483589"/>
                  </a:lnTo>
                  <a:lnTo>
                    <a:pt x="6667475" y="535942"/>
                  </a:lnTo>
                  <a:lnTo>
                    <a:pt x="6627903" y="591914"/>
                  </a:lnTo>
                  <a:lnTo>
                    <a:pt x="6588090" y="651432"/>
                  </a:lnTo>
                  <a:lnTo>
                    <a:pt x="6547937" y="714346"/>
                  </a:lnTo>
                  <a:lnTo>
                    <a:pt x="6507391" y="780417"/>
                  </a:lnTo>
                  <a:lnTo>
                    <a:pt x="6466437" y="849324"/>
                  </a:lnTo>
                  <a:lnTo>
                    <a:pt x="6425099" y="920661"/>
                  </a:lnTo>
                  <a:lnTo>
                    <a:pt x="6383435" y="993949"/>
                  </a:lnTo>
                  <a:lnTo>
                    <a:pt x="6341523" y="1068647"/>
                  </a:lnTo>
                  <a:lnTo>
                    <a:pt x="6299464" y="1144166"/>
                  </a:lnTo>
                  <a:lnTo>
                    <a:pt x="6257368" y="1219888"/>
                  </a:lnTo>
                  <a:lnTo>
                    <a:pt x="6215348" y="1295192"/>
                  </a:lnTo>
                  <a:lnTo>
                    <a:pt x="6173511" y="1369468"/>
                  </a:lnTo>
                  <a:lnTo>
                    <a:pt x="6131951" y="1442141"/>
                  </a:lnTo>
                  <a:lnTo>
                    <a:pt x="6090741" y="1512690"/>
                  </a:lnTo>
                  <a:lnTo>
                    <a:pt x="6049927" y="1580659"/>
                  </a:lnTo>
                  <a:lnTo>
                    <a:pt x="6009520" y="1645673"/>
                  </a:lnTo>
                  <a:lnTo>
                    <a:pt x="5969493" y="1707437"/>
                  </a:lnTo>
                  <a:lnTo>
                    <a:pt x="5929777" y="1765743"/>
                  </a:lnTo>
                  <a:lnTo>
                    <a:pt x="5890256" y="1820470"/>
                  </a:lnTo>
                  <a:lnTo>
                    <a:pt x="5850762" y="1871571"/>
                  </a:lnTo>
                  <a:lnTo>
                    <a:pt x="5811069" y="1919076"/>
                  </a:lnTo>
                  <a:lnTo>
                    <a:pt x="5784835" y="1948274"/>
                  </a:lnTo>
                  <a:lnTo>
                    <a:pt x="5736264" y="1997584"/>
                  </a:lnTo>
                  <a:lnTo>
                    <a:pt x="5686065" y="2041981"/>
                  </a:lnTo>
                  <a:lnTo>
                    <a:pt x="5633470" y="2081715"/>
                  </a:lnTo>
                  <a:lnTo>
                    <a:pt x="5577619" y="2117204"/>
                  </a:lnTo>
                  <a:lnTo>
                    <a:pt x="5517636" y="2148925"/>
                  </a:lnTo>
                  <a:lnTo>
                    <a:pt x="5452698" y="2177338"/>
                  </a:lnTo>
                  <a:lnTo>
                    <a:pt x="5382128" y="2202850"/>
                  </a:lnTo>
                  <a:lnTo>
                    <a:pt x="5305522" y="2225792"/>
                  </a:lnTo>
                  <a:lnTo>
                    <a:pt x="5222900" y="2246408"/>
                  </a:lnTo>
                  <a:lnTo>
                    <a:pt x="5134907" y="2264851"/>
                  </a:lnTo>
                  <a:lnTo>
                    <a:pt x="5043005" y="2281192"/>
                  </a:lnTo>
                  <a:lnTo>
                    <a:pt x="4949608" y="2295426"/>
                  </a:lnTo>
                  <a:lnTo>
                    <a:pt x="4858075" y="2307510"/>
                  </a:lnTo>
                  <a:lnTo>
                    <a:pt x="4772457" y="2317397"/>
                  </a:lnTo>
                  <a:lnTo>
                    <a:pt x="4696958" y="2325092"/>
                  </a:lnTo>
                  <a:lnTo>
                    <a:pt x="4635178" y="2330691"/>
                  </a:lnTo>
                  <a:lnTo>
                    <a:pt x="4589315" y="2334410"/>
                  </a:lnTo>
                  <a:lnTo>
                    <a:pt x="4559603" y="2336577"/>
                  </a:lnTo>
                  <a:lnTo>
                    <a:pt x="4544117" y="2337597"/>
                  </a:lnTo>
                  <a:lnTo>
                    <a:pt x="4538953" y="2337906"/>
                  </a:lnTo>
                  <a:lnTo>
                    <a:pt x="4538543" y="2337928"/>
                  </a:lnTo>
                  <a:lnTo>
                    <a:pt x="4016409" y="2337928"/>
                  </a:lnTo>
                  <a:lnTo>
                    <a:pt x="4015139" y="2337927"/>
                  </a:lnTo>
                  <a:lnTo>
                    <a:pt x="4006839" y="2337914"/>
                  </a:lnTo>
                  <a:lnTo>
                    <a:pt x="3986087" y="2337880"/>
                  </a:lnTo>
                  <a:lnTo>
                    <a:pt x="3949429" y="2337813"/>
                  </a:lnTo>
                  <a:lnTo>
                    <a:pt x="3895686" y="2337703"/>
                  </a:lnTo>
                  <a:lnTo>
                    <a:pt x="3826017" y="2337542"/>
                  </a:lnTo>
                  <a:lnTo>
                    <a:pt x="3743518" y="2337328"/>
                  </a:lnTo>
                  <a:lnTo>
                    <a:pt x="3652447" y="2337057"/>
                  </a:lnTo>
                  <a:lnTo>
                    <a:pt x="3557322" y="2336731"/>
                  </a:lnTo>
                  <a:lnTo>
                    <a:pt x="3462163" y="2336352"/>
                  </a:lnTo>
                  <a:lnTo>
                    <a:pt x="3370056" y="2335919"/>
                  </a:lnTo>
                  <a:lnTo>
                    <a:pt x="3283017" y="2335433"/>
                  </a:lnTo>
                  <a:lnTo>
                    <a:pt x="3202087" y="2334890"/>
                  </a:lnTo>
                  <a:lnTo>
                    <a:pt x="3127536" y="2334284"/>
                  </a:lnTo>
                  <a:lnTo>
                    <a:pt x="3059081" y="2333608"/>
                  </a:lnTo>
                  <a:lnTo>
                    <a:pt x="2996084" y="2332852"/>
                  </a:lnTo>
                  <a:lnTo>
                    <a:pt x="2937703" y="2332005"/>
                  </a:lnTo>
                  <a:lnTo>
                    <a:pt x="2883006" y="2331053"/>
                  </a:lnTo>
                  <a:lnTo>
                    <a:pt x="2831061" y="2329987"/>
                  </a:lnTo>
                  <a:lnTo>
                    <a:pt x="2781010" y="2328797"/>
                  </a:lnTo>
                  <a:lnTo>
                    <a:pt x="2770117" y="2328516"/>
                  </a:lnTo>
                  <a:lnTo>
                    <a:pt x="2715877" y="2327011"/>
                  </a:lnTo>
                  <a:lnTo>
                    <a:pt x="2662158" y="2325347"/>
                  </a:lnTo>
                  <a:lnTo>
                    <a:pt x="2608374" y="2323521"/>
                  </a:lnTo>
                  <a:lnTo>
                    <a:pt x="2554135" y="2321537"/>
                  </a:lnTo>
                  <a:lnTo>
                    <a:pt x="2499219" y="2319406"/>
                  </a:lnTo>
                  <a:lnTo>
                    <a:pt x="2443554" y="2317146"/>
                  </a:lnTo>
                  <a:lnTo>
                    <a:pt x="2387198" y="2314781"/>
                  </a:lnTo>
                  <a:lnTo>
                    <a:pt x="2330311" y="2312340"/>
                  </a:lnTo>
                  <a:lnTo>
                    <a:pt x="2273129" y="2309860"/>
                  </a:lnTo>
                  <a:lnTo>
                    <a:pt x="2215928" y="2307377"/>
                  </a:lnTo>
                  <a:lnTo>
                    <a:pt x="2158987" y="2304930"/>
                  </a:lnTo>
                  <a:lnTo>
                    <a:pt x="2102548" y="2302552"/>
                  </a:lnTo>
                  <a:lnTo>
                    <a:pt x="2046784" y="2300276"/>
                  </a:lnTo>
                  <a:lnTo>
                    <a:pt x="1991768" y="2298127"/>
                  </a:lnTo>
                  <a:lnTo>
                    <a:pt x="1937447" y="2296122"/>
                  </a:lnTo>
                  <a:lnTo>
                    <a:pt x="1883620" y="2294275"/>
                  </a:lnTo>
                  <a:lnTo>
                    <a:pt x="1829923" y="2292589"/>
                  </a:lnTo>
                  <a:lnTo>
                    <a:pt x="1775795" y="2291062"/>
                  </a:lnTo>
                  <a:lnTo>
                    <a:pt x="1768425" y="2290869"/>
                  </a:lnTo>
                  <a:lnTo>
                    <a:pt x="1718692" y="2289651"/>
                  </a:lnTo>
                  <a:lnTo>
                    <a:pt x="1667235" y="2288557"/>
                  </a:lnTo>
                  <a:lnTo>
                    <a:pt x="1613227" y="2287581"/>
                  </a:lnTo>
                  <a:lnTo>
                    <a:pt x="1555743" y="2286712"/>
                  </a:lnTo>
                  <a:lnTo>
                    <a:pt x="1493844" y="2285937"/>
                  </a:lnTo>
                  <a:lnTo>
                    <a:pt x="1426661" y="2285244"/>
                  </a:lnTo>
                  <a:lnTo>
                    <a:pt x="1353498" y="2284624"/>
                  </a:lnTo>
                  <a:lnTo>
                    <a:pt x="1273980" y="2284067"/>
                  </a:lnTo>
                  <a:lnTo>
                    <a:pt x="1188233" y="2283568"/>
                  </a:lnTo>
                  <a:lnTo>
                    <a:pt x="1097110" y="2283124"/>
                  </a:lnTo>
                  <a:lnTo>
                    <a:pt x="1002399" y="2282733"/>
                  </a:lnTo>
                  <a:lnTo>
                    <a:pt x="906948" y="2282395"/>
                  </a:lnTo>
                  <a:lnTo>
                    <a:pt x="814598" y="2282113"/>
                  </a:lnTo>
                  <a:lnTo>
                    <a:pt x="729813" y="2281885"/>
                  </a:lnTo>
                  <a:lnTo>
                    <a:pt x="656983" y="2281713"/>
                  </a:lnTo>
                  <a:lnTo>
                    <a:pt x="599539" y="2281593"/>
                  </a:lnTo>
                  <a:lnTo>
                    <a:pt x="559118" y="2281517"/>
                  </a:lnTo>
                  <a:lnTo>
                    <a:pt x="535068" y="2281476"/>
                  </a:lnTo>
                  <a:lnTo>
                    <a:pt x="524416" y="2281460"/>
                  </a:lnTo>
                  <a:lnTo>
                    <a:pt x="522147" y="2281457"/>
                  </a:lnTo>
                  <a:lnTo>
                    <a:pt x="522133" y="2281457"/>
                  </a:lnTo>
                  <a:lnTo>
                    <a:pt x="0" y="2281457"/>
                  </a:lnTo>
                  <a:lnTo>
                    <a:pt x="0" y="2281457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043" name="pg1043"/>
            <p:cNvSpPr/>
            <p:nvPr/>
          </p:nvSpPr>
          <p:spPr>
            <a:xfrm>
              <a:off x="386606" y="1733320"/>
              <a:ext cx="8554953" cy="2179808"/>
            </a:xfrm>
            <a:custGeom>
              <a:avLst/>
              <a:pathLst>
                <a:path w="8554953" h="2179808">
                  <a:moveTo>
                    <a:pt x="0" y="2117689"/>
                  </a:moveTo>
                  <a:lnTo>
                    <a:pt x="522133" y="2117689"/>
                  </a:lnTo>
                  <a:lnTo>
                    <a:pt x="523403" y="2117691"/>
                  </a:lnTo>
                  <a:lnTo>
                    <a:pt x="531703" y="2117704"/>
                  </a:lnTo>
                  <a:lnTo>
                    <a:pt x="552455" y="2117742"/>
                  </a:lnTo>
                  <a:lnTo>
                    <a:pt x="589113" y="2117816"/>
                  </a:lnTo>
                  <a:lnTo>
                    <a:pt x="642855" y="2117937"/>
                  </a:lnTo>
                  <a:lnTo>
                    <a:pt x="712524" y="2118113"/>
                  </a:lnTo>
                  <a:lnTo>
                    <a:pt x="795023" y="2118350"/>
                  </a:lnTo>
                  <a:lnTo>
                    <a:pt x="886093" y="2118647"/>
                  </a:lnTo>
                  <a:lnTo>
                    <a:pt x="981218" y="2119005"/>
                  </a:lnTo>
                  <a:lnTo>
                    <a:pt x="1076376" y="2119423"/>
                  </a:lnTo>
                  <a:lnTo>
                    <a:pt x="1168483" y="2119898"/>
                  </a:lnTo>
                  <a:lnTo>
                    <a:pt x="1255522" y="2120434"/>
                  </a:lnTo>
                  <a:lnTo>
                    <a:pt x="1336452" y="2121031"/>
                  </a:lnTo>
                  <a:lnTo>
                    <a:pt x="1411003" y="2121698"/>
                  </a:lnTo>
                  <a:lnTo>
                    <a:pt x="1479458" y="2122441"/>
                  </a:lnTo>
                  <a:lnTo>
                    <a:pt x="1542456" y="2123273"/>
                  </a:lnTo>
                  <a:lnTo>
                    <a:pt x="1600837" y="2124205"/>
                  </a:lnTo>
                  <a:lnTo>
                    <a:pt x="1655533" y="2125251"/>
                  </a:lnTo>
                  <a:lnTo>
                    <a:pt x="1707478" y="2126424"/>
                  </a:lnTo>
                  <a:lnTo>
                    <a:pt x="1757529" y="2127733"/>
                  </a:lnTo>
                  <a:lnTo>
                    <a:pt x="1768425" y="2128042"/>
                  </a:lnTo>
                  <a:lnTo>
                    <a:pt x="1822662" y="2129697"/>
                  </a:lnTo>
                  <a:lnTo>
                    <a:pt x="1876376" y="2131528"/>
                  </a:lnTo>
                  <a:lnTo>
                    <a:pt x="1930156" y="2133536"/>
                  </a:lnTo>
                  <a:lnTo>
                    <a:pt x="1984391" y="2135718"/>
                  </a:lnTo>
                  <a:lnTo>
                    <a:pt x="2039303" y="2138062"/>
                  </a:lnTo>
                  <a:lnTo>
                    <a:pt x="2094963" y="2140548"/>
                  </a:lnTo>
                  <a:lnTo>
                    <a:pt x="2151315" y="2143150"/>
                  </a:lnTo>
                  <a:lnTo>
                    <a:pt x="2208197" y="2145834"/>
                  </a:lnTo>
                  <a:lnTo>
                    <a:pt x="2265375" y="2148562"/>
                  </a:lnTo>
                  <a:lnTo>
                    <a:pt x="2322572" y="2151293"/>
                  </a:lnTo>
                  <a:lnTo>
                    <a:pt x="2379509" y="2153985"/>
                  </a:lnTo>
                  <a:lnTo>
                    <a:pt x="2435945" y="2156600"/>
                  </a:lnTo>
                  <a:lnTo>
                    <a:pt x="2491705" y="2159104"/>
                  </a:lnTo>
                  <a:lnTo>
                    <a:pt x="2546718" y="2161468"/>
                  </a:lnTo>
                  <a:lnTo>
                    <a:pt x="2601036" y="2163673"/>
                  </a:lnTo>
                  <a:lnTo>
                    <a:pt x="2654858" y="2165705"/>
                  </a:lnTo>
                  <a:lnTo>
                    <a:pt x="2708552" y="2167560"/>
                  </a:lnTo>
                  <a:lnTo>
                    <a:pt x="2762675" y="2169239"/>
                  </a:lnTo>
                  <a:lnTo>
                    <a:pt x="2770117" y="2169454"/>
                  </a:lnTo>
                  <a:lnTo>
                    <a:pt x="2819850" y="2170794"/>
                  </a:lnTo>
                  <a:lnTo>
                    <a:pt x="2871307" y="2171997"/>
                  </a:lnTo>
                  <a:lnTo>
                    <a:pt x="2925315" y="2173070"/>
                  </a:lnTo>
                  <a:lnTo>
                    <a:pt x="2982799" y="2174026"/>
                  </a:lnTo>
                  <a:lnTo>
                    <a:pt x="3044697" y="2174879"/>
                  </a:lnTo>
                  <a:lnTo>
                    <a:pt x="3111880" y="2175641"/>
                  </a:lnTo>
                  <a:lnTo>
                    <a:pt x="3185043" y="2176324"/>
                  </a:lnTo>
                  <a:lnTo>
                    <a:pt x="3264561" y="2176936"/>
                  </a:lnTo>
                  <a:lnTo>
                    <a:pt x="3350307" y="2177485"/>
                  </a:lnTo>
                  <a:lnTo>
                    <a:pt x="3441429" y="2177973"/>
                  </a:lnTo>
                  <a:lnTo>
                    <a:pt x="3536140" y="2178404"/>
                  </a:lnTo>
                  <a:lnTo>
                    <a:pt x="3631591" y="2178775"/>
                  </a:lnTo>
                  <a:lnTo>
                    <a:pt x="3723940" y="2179086"/>
                  </a:lnTo>
                  <a:lnTo>
                    <a:pt x="3808726" y="2179336"/>
                  </a:lnTo>
                  <a:lnTo>
                    <a:pt x="3881556" y="2179525"/>
                  </a:lnTo>
                  <a:lnTo>
                    <a:pt x="3939001" y="2179658"/>
                  </a:lnTo>
                  <a:lnTo>
                    <a:pt x="3979423" y="2179742"/>
                  </a:lnTo>
                  <a:lnTo>
                    <a:pt x="4003473" y="2179786"/>
                  </a:lnTo>
                  <a:lnTo>
                    <a:pt x="4014126" y="2179804"/>
                  </a:lnTo>
                  <a:lnTo>
                    <a:pt x="4016409" y="2179808"/>
                  </a:lnTo>
                  <a:lnTo>
                    <a:pt x="4538543" y="2179808"/>
                  </a:lnTo>
                  <a:lnTo>
                    <a:pt x="4539739" y="2179745"/>
                  </a:lnTo>
                  <a:lnTo>
                    <a:pt x="4547571" y="2179296"/>
                  </a:lnTo>
                  <a:lnTo>
                    <a:pt x="4567190" y="2178057"/>
                  </a:lnTo>
                  <a:lnTo>
                    <a:pt x="4601950" y="2175621"/>
                  </a:lnTo>
                  <a:lnTo>
                    <a:pt x="4653118" y="2171627"/>
                  </a:lnTo>
                  <a:lnTo>
                    <a:pt x="4719791" y="2165797"/>
                  </a:lnTo>
                  <a:lnTo>
                    <a:pt x="4799222" y="2157967"/>
                  </a:lnTo>
                  <a:lnTo>
                    <a:pt x="4887495" y="2148076"/>
                  </a:lnTo>
                  <a:lnTo>
                    <a:pt x="4980339" y="2136142"/>
                  </a:lnTo>
                  <a:lnTo>
                    <a:pt x="5073852" y="2122211"/>
                  </a:lnTo>
                  <a:lnTo>
                    <a:pt x="5164943" y="2106317"/>
                  </a:lnTo>
                  <a:lnTo>
                    <a:pt x="5251507" y="2088442"/>
                  </a:lnTo>
                  <a:lnTo>
                    <a:pt x="5332365" y="2068495"/>
                  </a:lnTo>
                  <a:lnTo>
                    <a:pt x="5407105" y="2046303"/>
                  </a:lnTo>
                  <a:lnTo>
                    <a:pt x="5475871" y="2021609"/>
                  </a:lnTo>
                  <a:lnTo>
                    <a:pt x="5539185" y="1994075"/>
                  </a:lnTo>
                  <a:lnTo>
                    <a:pt x="5597793" y="1963300"/>
                  </a:lnTo>
                  <a:lnTo>
                    <a:pt x="5652552" y="1928840"/>
                  </a:lnTo>
                  <a:lnTo>
                    <a:pt x="5704350" y="1890260"/>
                  </a:lnTo>
                  <a:lnTo>
                    <a:pt x="5754030" y="1847206"/>
                  </a:lnTo>
                  <a:lnTo>
                    <a:pt x="5784835" y="1817447"/>
                  </a:lnTo>
                  <a:lnTo>
                    <a:pt x="5825823" y="1774305"/>
                  </a:lnTo>
                  <a:lnTo>
                    <a:pt x="5866418" y="1727695"/>
                  </a:lnTo>
                  <a:lnTo>
                    <a:pt x="5906904" y="1677549"/>
                  </a:lnTo>
                  <a:lnTo>
                    <a:pt x="5947501" y="1623868"/>
                  </a:lnTo>
                  <a:lnTo>
                    <a:pt x="5988363" y="1566730"/>
                  </a:lnTo>
                  <a:lnTo>
                    <a:pt x="6029592" y="1506298"/>
                  </a:lnTo>
                  <a:lnTo>
                    <a:pt x="6071241" y="1442820"/>
                  </a:lnTo>
                  <a:lnTo>
                    <a:pt x="6113315" y="1376635"/>
                  </a:lnTo>
                  <a:lnTo>
                    <a:pt x="6155783" y="1308163"/>
                  </a:lnTo>
                  <a:lnTo>
                    <a:pt x="6198578" y="1237900"/>
                  </a:lnTo>
                  <a:lnTo>
                    <a:pt x="6241608" y="1166401"/>
                  </a:lnTo>
                  <a:lnTo>
                    <a:pt x="6284760" y="1094268"/>
                  </a:lnTo>
                  <a:lnTo>
                    <a:pt x="6327916" y="1022120"/>
                  </a:lnTo>
                  <a:lnTo>
                    <a:pt x="6370953" y="950582"/>
                  </a:lnTo>
                  <a:lnTo>
                    <a:pt x="6413760" y="880255"/>
                  </a:lnTo>
                  <a:lnTo>
                    <a:pt x="6456243" y="811696"/>
                  </a:lnTo>
                  <a:lnTo>
                    <a:pt x="6498336" y="745404"/>
                  </a:lnTo>
                  <a:lnTo>
                    <a:pt x="6540002" y="681803"/>
                  </a:lnTo>
                  <a:lnTo>
                    <a:pt x="6581249" y="621235"/>
                  </a:lnTo>
                  <a:lnTo>
                    <a:pt x="6622125" y="563953"/>
                  </a:lnTo>
                  <a:lnTo>
                    <a:pt x="6662730" y="510122"/>
                  </a:lnTo>
                  <a:lnTo>
                    <a:pt x="6703217" y="459825"/>
                  </a:lnTo>
                  <a:lnTo>
                    <a:pt x="6743802" y="413065"/>
                  </a:lnTo>
                  <a:lnTo>
                    <a:pt x="6784767" y="369777"/>
                  </a:lnTo>
                  <a:lnTo>
                    <a:pt x="6786527" y="368007"/>
                  </a:lnTo>
                  <a:lnTo>
                    <a:pt x="6835248" y="322019"/>
                  </a:lnTo>
                  <a:lnTo>
                    <a:pt x="6885608" y="280626"/>
                  </a:lnTo>
                  <a:lnTo>
                    <a:pt x="6938384" y="243596"/>
                  </a:lnTo>
                  <a:lnTo>
                    <a:pt x="6994444" y="210532"/>
                  </a:lnTo>
                  <a:lnTo>
                    <a:pt x="7054672" y="180988"/>
                  </a:lnTo>
                  <a:lnTo>
                    <a:pt x="7119896" y="154533"/>
                  </a:lnTo>
                  <a:lnTo>
                    <a:pt x="7190796" y="130786"/>
                  </a:lnTo>
                  <a:lnTo>
                    <a:pt x="7267775" y="109438"/>
                  </a:lnTo>
                  <a:lnTo>
                    <a:pt x="7350797" y="90262"/>
                  </a:lnTo>
                  <a:lnTo>
                    <a:pt x="7439194" y="73115"/>
                  </a:lnTo>
                  <a:lnTo>
                    <a:pt x="7531464" y="57936"/>
                  </a:lnTo>
                  <a:lnTo>
                    <a:pt x="7625140" y="44727"/>
                  </a:lnTo>
                  <a:lnTo>
                    <a:pt x="7716802" y="33533"/>
                  </a:lnTo>
                  <a:lnTo>
                    <a:pt x="7802345" y="24395"/>
                  </a:lnTo>
                  <a:lnTo>
                    <a:pt x="7877535" y="17306"/>
                  </a:lnTo>
                  <a:lnTo>
                    <a:pt x="7938787" y="12171"/>
                  </a:lnTo>
                  <a:lnTo>
                    <a:pt x="7983966" y="8782"/>
                  </a:lnTo>
                  <a:lnTo>
                    <a:pt x="8012945" y="6828"/>
                  </a:lnTo>
                  <a:lnTo>
                    <a:pt x="8027776" y="5924"/>
                  </a:lnTo>
                  <a:lnTo>
                    <a:pt x="8032506" y="5663"/>
                  </a:lnTo>
                  <a:lnTo>
                    <a:pt x="8032819" y="5647"/>
                  </a:lnTo>
                  <a:lnTo>
                    <a:pt x="8554953" y="5647"/>
                  </a:lnTo>
                  <a:lnTo>
                    <a:pt x="8554953" y="0"/>
                  </a:lnTo>
                  <a:lnTo>
                    <a:pt x="8032819" y="0"/>
                  </a:lnTo>
                  <a:lnTo>
                    <a:pt x="8031623" y="62"/>
                  </a:lnTo>
                  <a:lnTo>
                    <a:pt x="8023791" y="511"/>
                  </a:lnTo>
                  <a:lnTo>
                    <a:pt x="8004172" y="1750"/>
                  </a:lnTo>
                  <a:lnTo>
                    <a:pt x="7969412" y="4186"/>
                  </a:lnTo>
                  <a:lnTo>
                    <a:pt x="7918244" y="8180"/>
                  </a:lnTo>
                  <a:lnTo>
                    <a:pt x="7851571" y="14010"/>
                  </a:lnTo>
                  <a:lnTo>
                    <a:pt x="7772140" y="21840"/>
                  </a:lnTo>
                  <a:lnTo>
                    <a:pt x="7683867" y="31731"/>
                  </a:lnTo>
                  <a:lnTo>
                    <a:pt x="7591023" y="43665"/>
                  </a:lnTo>
                  <a:lnTo>
                    <a:pt x="7497510" y="57596"/>
                  </a:lnTo>
                  <a:lnTo>
                    <a:pt x="7406419" y="73490"/>
                  </a:lnTo>
                  <a:lnTo>
                    <a:pt x="7319855" y="91365"/>
                  </a:lnTo>
                  <a:lnTo>
                    <a:pt x="7238997" y="111312"/>
                  </a:lnTo>
                  <a:lnTo>
                    <a:pt x="7164257" y="133504"/>
                  </a:lnTo>
                  <a:lnTo>
                    <a:pt x="7095491" y="158198"/>
                  </a:lnTo>
                  <a:lnTo>
                    <a:pt x="7032177" y="185732"/>
                  </a:lnTo>
                  <a:lnTo>
                    <a:pt x="6973569" y="216507"/>
                  </a:lnTo>
                  <a:lnTo>
                    <a:pt x="6918810" y="250967"/>
                  </a:lnTo>
                  <a:lnTo>
                    <a:pt x="6867012" y="289547"/>
                  </a:lnTo>
                  <a:lnTo>
                    <a:pt x="6817332" y="332601"/>
                  </a:lnTo>
                  <a:lnTo>
                    <a:pt x="6786527" y="362360"/>
                  </a:lnTo>
                  <a:lnTo>
                    <a:pt x="6745539" y="405502"/>
                  </a:lnTo>
                  <a:lnTo>
                    <a:pt x="6704944" y="452112"/>
                  </a:lnTo>
                  <a:lnTo>
                    <a:pt x="6664457" y="502258"/>
                  </a:lnTo>
                  <a:lnTo>
                    <a:pt x="6623861" y="555939"/>
                  </a:lnTo>
                  <a:lnTo>
                    <a:pt x="6582999" y="613077"/>
                  </a:lnTo>
                  <a:lnTo>
                    <a:pt x="6541770" y="673509"/>
                  </a:lnTo>
                  <a:lnTo>
                    <a:pt x="6500121" y="736987"/>
                  </a:lnTo>
                  <a:lnTo>
                    <a:pt x="6458047" y="803172"/>
                  </a:lnTo>
                  <a:lnTo>
                    <a:pt x="6415579" y="871644"/>
                  </a:lnTo>
                  <a:lnTo>
                    <a:pt x="6372784" y="941907"/>
                  </a:lnTo>
                  <a:lnTo>
                    <a:pt x="6329754" y="1013406"/>
                  </a:lnTo>
                  <a:lnTo>
                    <a:pt x="6286602" y="1085539"/>
                  </a:lnTo>
                  <a:lnTo>
                    <a:pt x="6243446" y="1157687"/>
                  </a:lnTo>
                  <a:lnTo>
                    <a:pt x="6200409" y="1229225"/>
                  </a:lnTo>
                  <a:lnTo>
                    <a:pt x="6157602" y="1299552"/>
                  </a:lnTo>
                  <a:lnTo>
                    <a:pt x="6115119" y="1368111"/>
                  </a:lnTo>
                  <a:lnTo>
                    <a:pt x="6073026" y="1434403"/>
                  </a:lnTo>
                  <a:lnTo>
                    <a:pt x="6031359" y="1498004"/>
                  </a:lnTo>
                  <a:lnTo>
                    <a:pt x="5990113" y="1558572"/>
                  </a:lnTo>
                  <a:lnTo>
                    <a:pt x="5949237" y="1615854"/>
                  </a:lnTo>
                  <a:lnTo>
                    <a:pt x="5908632" y="1669685"/>
                  </a:lnTo>
                  <a:lnTo>
                    <a:pt x="5868145" y="1719982"/>
                  </a:lnTo>
                  <a:lnTo>
                    <a:pt x="5827560" y="1766742"/>
                  </a:lnTo>
                  <a:lnTo>
                    <a:pt x="5786595" y="1810030"/>
                  </a:lnTo>
                  <a:lnTo>
                    <a:pt x="5784835" y="1811800"/>
                  </a:lnTo>
                  <a:lnTo>
                    <a:pt x="5736114" y="1857788"/>
                  </a:lnTo>
                  <a:lnTo>
                    <a:pt x="5685754" y="1899181"/>
                  </a:lnTo>
                  <a:lnTo>
                    <a:pt x="5632977" y="1936211"/>
                  </a:lnTo>
                  <a:lnTo>
                    <a:pt x="5576918" y="1969275"/>
                  </a:lnTo>
                  <a:lnTo>
                    <a:pt x="5516690" y="1998819"/>
                  </a:lnTo>
                  <a:lnTo>
                    <a:pt x="5451466" y="2025274"/>
                  </a:lnTo>
                  <a:lnTo>
                    <a:pt x="5380566" y="2049021"/>
                  </a:lnTo>
                  <a:lnTo>
                    <a:pt x="5303587" y="2070369"/>
                  </a:lnTo>
                  <a:lnTo>
                    <a:pt x="5220565" y="2089545"/>
                  </a:lnTo>
                  <a:lnTo>
                    <a:pt x="5132168" y="2106692"/>
                  </a:lnTo>
                  <a:lnTo>
                    <a:pt x="5039898" y="2121871"/>
                  </a:lnTo>
                  <a:lnTo>
                    <a:pt x="4946222" y="2135080"/>
                  </a:lnTo>
                  <a:lnTo>
                    <a:pt x="4854560" y="2146274"/>
                  </a:lnTo>
                  <a:lnTo>
                    <a:pt x="4769017" y="2155412"/>
                  </a:lnTo>
                  <a:lnTo>
                    <a:pt x="4693827" y="2162501"/>
                  </a:lnTo>
                  <a:lnTo>
                    <a:pt x="4632575" y="2167636"/>
                  </a:lnTo>
                  <a:lnTo>
                    <a:pt x="4587396" y="2171025"/>
                  </a:lnTo>
                  <a:lnTo>
                    <a:pt x="4558417" y="2172979"/>
                  </a:lnTo>
                  <a:lnTo>
                    <a:pt x="4543586" y="2173883"/>
                  </a:lnTo>
                  <a:lnTo>
                    <a:pt x="4538856" y="2174144"/>
                  </a:lnTo>
                  <a:lnTo>
                    <a:pt x="4538543" y="2174160"/>
                  </a:lnTo>
                  <a:lnTo>
                    <a:pt x="4016409" y="2174160"/>
                  </a:lnTo>
                  <a:lnTo>
                    <a:pt x="4015139" y="2174158"/>
                  </a:lnTo>
                  <a:lnTo>
                    <a:pt x="4006839" y="2174145"/>
                  </a:lnTo>
                  <a:lnTo>
                    <a:pt x="3986087" y="2174107"/>
                  </a:lnTo>
                  <a:lnTo>
                    <a:pt x="3949429" y="2174033"/>
                  </a:lnTo>
                  <a:lnTo>
                    <a:pt x="3895687" y="2173912"/>
                  </a:lnTo>
                  <a:lnTo>
                    <a:pt x="3826018" y="2173736"/>
                  </a:lnTo>
                  <a:lnTo>
                    <a:pt x="3743519" y="2173499"/>
                  </a:lnTo>
                  <a:lnTo>
                    <a:pt x="3652449" y="2173202"/>
                  </a:lnTo>
                  <a:lnTo>
                    <a:pt x="3557324" y="2172844"/>
                  </a:lnTo>
                  <a:lnTo>
                    <a:pt x="3462166" y="2172426"/>
                  </a:lnTo>
                  <a:lnTo>
                    <a:pt x="3370059" y="2171951"/>
                  </a:lnTo>
                  <a:lnTo>
                    <a:pt x="3283020" y="2171416"/>
                  </a:lnTo>
                  <a:lnTo>
                    <a:pt x="3202090" y="2170818"/>
                  </a:lnTo>
                  <a:lnTo>
                    <a:pt x="3127539" y="2170151"/>
                  </a:lnTo>
                  <a:lnTo>
                    <a:pt x="3059084" y="2169408"/>
                  </a:lnTo>
                  <a:lnTo>
                    <a:pt x="2996087" y="2168576"/>
                  </a:lnTo>
                  <a:lnTo>
                    <a:pt x="2937705" y="2167644"/>
                  </a:lnTo>
                  <a:lnTo>
                    <a:pt x="2883009" y="2166598"/>
                  </a:lnTo>
                  <a:lnTo>
                    <a:pt x="2831064" y="2165425"/>
                  </a:lnTo>
                  <a:lnTo>
                    <a:pt x="2781013" y="2164116"/>
                  </a:lnTo>
                  <a:lnTo>
                    <a:pt x="2770117" y="2163807"/>
                  </a:lnTo>
                  <a:lnTo>
                    <a:pt x="2715881" y="2162152"/>
                  </a:lnTo>
                  <a:lnTo>
                    <a:pt x="2662166" y="2160321"/>
                  </a:lnTo>
                  <a:lnTo>
                    <a:pt x="2608386" y="2158313"/>
                  </a:lnTo>
                  <a:lnTo>
                    <a:pt x="2554151" y="2156131"/>
                  </a:lnTo>
                  <a:lnTo>
                    <a:pt x="2499239" y="2153787"/>
                  </a:lnTo>
                  <a:lnTo>
                    <a:pt x="2443579" y="2151301"/>
                  </a:lnTo>
                  <a:lnTo>
                    <a:pt x="2387227" y="2148699"/>
                  </a:lnTo>
                  <a:lnTo>
                    <a:pt x="2330345" y="2146015"/>
                  </a:lnTo>
                  <a:lnTo>
                    <a:pt x="2273167" y="2143287"/>
                  </a:lnTo>
                  <a:lnTo>
                    <a:pt x="2215971" y="2140556"/>
                  </a:lnTo>
                  <a:lnTo>
                    <a:pt x="2159033" y="2137864"/>
                  </a:lnTo>
                  <a:lnTo>
                    <a:pt x="2102597" y="2135249"/>
                  </a:lnTo>
                  <a:lnTo>
                    <a:pt x="2046837" y="2132745"/>
                  </a:lnTo>
                  <a:lnTo>
                    <a:pt x="1991825" y="2130381"/>
                  </a:lnTo>
                  <a:lnTo>
                    <a:pt x="1937507" y="2128176"/>
                  </a:lnTo>
                  <a:lnTo>
                    <a:pt x="1883684" y="2126144"/>
                  </a:lnTo>
                  <a:lnTo>
                    <a:pt x="1829990" y="2124289"/>
                  </a:lnTo>
                  <a:lnTo>
                    <a:pt x="1775867" y="2122610"/>
                  </a:lnTo>
                  <a:lnTo>
                    <a:pt x="1768425" y="2122395"/>
                  </a:lnTo>
                  <a:lnTo>
                    <a:pt x="1718692" y="2121055"/>
                  </a:lnTo>
                  <a:lnTo>
                    <a:pt x="1667236" y="2119852"/>
                  </a:lnTo>
                  <a:lnTo>
                    <a:pt x="1613227" y="2118779"/>
                  </a:lnTo>
                  <a:lnTo>
                    <a:pt x="1555743" y="2117823"/>
                  </a:lnTo>
                  <a:lnTo>
                    <a:pt x="1493845" y="2116970"/>
                  </a:lnTo>
                  <a:lnTo>
                    <a:pt x="1426662" y="2116208"/>
                  </a:lnTo>
                  <a:lnTo>
                    <a:pt x="1353500" y="2115525"/>
                  </a:lnTo>
                  <a:lnTo>
                    <a:pt x="1273982" y="2114913"/>
                  </a:lnTo>
                  <a:lnTo>
                    <a:pt x="1188235" y="2114365"/>
                  </a:lnTo>
                  <a:lnTo>
                    <a:pt x="1097113" y="2113876"/>
                  </a:lnTo>
                  <a:lnTo>
                    <a:pt x="1002402" y="2113446"/>
                  </a:lnTo>
                  <a:lnTo>
                    <a:pt x="906951" y="2113074"/>
                  </a:lnTo>
                  <a:lnTo>
                    <a:pt x="814602" y="2112763"/>
                  </a:lnTo>
                  <a:lnTo>
                    <a:pt x="729816" y="2112513"/>
                  </a:lnTo>
                  <a:lnTo>
                    <a:pt x="656986" y="2112324"/>
                  </a:lnTo>
                  <a:lnTo>
                    <a:pt x="599541" y="2112191"/>
                  </a:lnTo>
                  <a:lnTo>
                    <a:pt x="559119" y="2112108"/>
                  </a:lnTo>
                  <a:lnTo>
                    <a:pt x="535069" y="2112063"/>
                  </a:lnTo>
                  <a:lnTo>
                    <a:pt x="524416" y="2112045"/>
                  </a:lnTo>
                  <a:lnTo>
                    <a:pt x="522133" y="2112041"/>
                  </a:lnTo>
                  <a:lnTo>
                    <a:pt x="0" y="2112041"/>
                  </a:lnTo>
                  <a:close/>
                </a:path>
              </a:pathLst>
            </a:custGeom>
            <a:solidFill>
              <a:srgbClr val="F28E5B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1044" name="pl1044"/>
            <p:cNvSpPr/>
            <p:nvPr/>
          </p:nvSpPr>
          <p:spPr>
            <a:xfrm>
              <a:off x="386606" y="1738968"/>
              <a:ext cx="8554953" cy="2174160"/>
            </a:xfrm>
            <a:custGeom>
              <a:avLst/>
              <a:pathLst>
                <a:path w="8554953" h="2174160">
                  <a:moveTo>
                    <a:pt x="0" y="2112041"/>
                  </a:moveTo>
                  <a:lnTo>
                    <a:pt x="522133" y="2112041"/>
                  </a:lnTo>
                  <a:lnTo>
                    <a:pt x="523403" y="2112043"/>
                  </a:lnTo>
                  <a:lnTo>
                    <a:pt x="531703" y="2112057"/>
                  </a:lnTo>
                  <a:lnTo>
                    <a:pt x="552455" y="2112095"/>
                  </a:lnTo>
                  <a:lnTo>
                    <a:pt x="589113" y="2112169"/>
                  </a:lnTo>
                  <a:lnTo>
                    <a:pt x="642855" y="2112290"/>
                  </a:lnTo>
                  <a:lnTo>
                    <a:pt x="712524" y="2112466"/>
                  </a:lnTo>
                  <a:lnTo>
                    <a:pt x="795023" y="2112702"/>
                  </a:lnTo>
                  <a:lnTo>
                    <a:pt x="886093" y="2113000"/>
                  </a:lnTo>
                  <a:lnTo>
                    <a:pt x="981218" y="2113358"/>
                  </a:lnTo>
                  <a:lnTo>
                    <a:pt x="1076376" y="2113776"/>
                  </a:lnTo>
                  <a:lnTo>
                    <a:pt x="1168483" y="2114251"/>
                  </a:lnTo>
                  <a:lnTo>
                    <a:pt x="1255522" y="2114786"/>
                  </a:lnTo>
                  <a:lnTo>
                    <a:pt x="1336452" y="2115384"/>
                  </a:lnTo>
                  <a:lnTo>
                    <a:pt x="1411003" y="2116050"/>
                  </a:lnTo>
                  <a:lnTo>
                    <a:pt x="1479458" y="2116794"/>
                  </a:lnTo>
                  <a:lnTo>
                    <a:pt x="1542456" y="2117625"/>
                  </a:lnTo>
                  <a:lnTo>
                    <a:pt x="1600837" y="2118558"/>
                  </a:lnTo>
                  <a:lnTo>
                    <a:pt x="1655533" y="2119604"/>
                  </a:lnTo>
                  <a:lnTo>
                    <a:pt x="1707478" y="2120777"/>
                  </a:lnTo>
                  <a:lnTo>
                    <a:pt x="1757529" y="2122086"/>
                  </a:lnTo>
                  <a:lnTo>
                    <a:pt x="1768425" y="2122395"/>
                  </a:lnTo>
                  <a:lnTo>
                    <a:pt x="1822662" y="2124050"/>
                  </a:lnTo>
                  <a:lnTo>
                    <a:pt x="1876376" y="2125881"/>
                  </a:lnTo>
                  <a:lnTo>
                    <a:pt x="1930156" y="2127889"/>
                  </a:lnTo>
                  <a:lnTo>
                    <a:pt x="1984391" y="2130071"/>
                  </a:lnTo>
                  <a:lnTo>
                    <a:pt x="2039303" y="2132415"/>
                  </a:lnTo>
                  <a:lnTo>
                    <a:pt x="2094963" y="2134901"/>
                  </a:lnTo>
                  <a:lnTo>
                    <a:pt x="2151315" y="2137503"/>
                  </a:lnTo>
                  <a:lnTo>
                    <a:pt x="2208197" y="2140187"/>
                  </a:lnTo>
                  <a:lnTo>
                    <a:pt x="2265375" y="2142915"/>
                  </a:lnTo>
                  <a:lnTo>
                    <a:pt x="2322572" y="2145645"/>
                  </a:lnTo>
                  <a:lnTo>
                    <a:pt x="2379509" y="2148338"/>
                  </a:lnTo>
                  <a:lnTo>
                    <a:pt x="2435945" y="2150953"/>
                  </a:lnTo>
                  <a:lnTo>
                    <a:pt x="2491705" y="2153457"/>
                  </a:lnTo>
                  <a:lnTo>
                    <a:pt x="2546718" y="2155821"/>
                  </a:lnTo>
                  <a:lnTo>
                    <a:pt x="2601036" y="2158026"/>
                  </a:lnTo>
                  <a:lnTo>
                    <a:pt x="2654858" y="2160058"/>
                  </a:lnTo>
                  <a:lnTo>
                    <a:pt x="2708552" y="2161913"/>
                  </a:lnTo>
                  <a:lnTo>
                    <a:pt x="2762675" y="2163592"/>
                  </a:lnTo>
                  <a:lnTo>
                    <a:pt x="2770117" y="2163807"/>
                  </a:lnTo>
                  <a:lnTo>
                    <a:pt x="2819850" y="2165147"/>
                  </a:lnTo>
                  <a:lnTo>
                    <a:pt x="2871307" y="2166350"/>
                  </a:lnTo>
                  <a:lnTo>
                    <a:pt x="2925315" y="2167423"/>
                  </a:lnTo>
                  <a:lnTo>
                    <a:pt x="2982799" y="2168379"/>
                  </a:lnTo>
                  <a:lnTo>
                    <a:pt x="3044697" y="2169232"/>
                  </a:lnTo>
                  <a:lnTo>
                    <a:pt x="3111880" y="2169994"/>
                  </a:lnTo>
                  <a:lnTo>
                    <a:pt x="3185043" y="2170676"/>
                  </a:lnTo>
                  <a:lnTo>
                    <a:pt x="3264561" y="2171289"/>
                  </a:lnTo>
                  <a:lnTo>
                    <a:pt x="3350307" y="2171837"/>
                  </a:lnTo>
                  <a:lnTo>
                    <a:pt x="3441429" y="2172326"/>
                  </a:lnTo>
                  <a:lnTo>
                    <a:pt x="3536140" y="2172756"/>
                  </a:lnTo>
                  <a:lnTo>
                    <a:pt x="3631591" y="2173128"/>
                  </a:lnTo>
                  <a:lnTo>
                    <a:pt x="3723940" y="2173439"/>
                  </a:lnTo>
                  <a:lnTo>
                    <a:pt x="3808726" y="2173689"/>
                  </a:lnTo>
                  <a:lnTo>
                    <a:pt x="3881556" y="2173878"/>
                  </a:lnTo>
                  <a:lnTo>
                    <a:pt x="3939001" y="2174011"/>
                  </a:lnTo>
                  <a:lnTo>
                    <a:pt x="3979423" y="2174094"/>
                  </a:lnTo>
                  <a:lnTo>
                    <a:pt x="4003473" y="2174139"/>
                  </a:lnTo>
                  <a:lnTo>
                    <a:pt x="4014126" y="2174157"/>
                  </a:lnTo>
                  <a:lnTo>
                    <a:pt x="4016395" y="2174160"/>
                  </a:lnTo>
                  <a:lnTo>
                    <a:pt x="4016409" y="2174160"/>
                  </a:lnTo>
                  <a:lnTo>
                    <a:pt x="4538543" y="2174160"/>
                  </a:lnTo>
                  <a:lnTo>
                    <a:pt x="4539739" y="2174098"/>
                  </a:lnTo>
                  <a:lnTo>
                    <a:pt x="4547571" y="2173649"/>
                  </a:lnTo>
                  <a:lnTo>
                    <a:pt x="4567190" y="2172410"/>
                  </a:lnTo>
                  <a:lnTo>
                    <a:pt x="4601950" y="2169974"/>
                  </a:lnTo>
                  <a:lnTo>
                    <a:pt x="4653118" y="2165980"/>
                  </a:lnTo>
                  <a:lnTo>
                    <a:pt x="4719791" y="2160150"/>
                  </a:lnTo>
                  <a:lnTo>
                    <a:pt x="4799222" y="2152320"/>
                  </a:lnTo>
                  <a:lnTo>
                    <a:pt x="4887495" y="2142429"/>
                  </a:lnTo>
                  <a:lnTo>
                    <a:pt x="4980339" y="2130495"/>
                  </a:lnTo>
                  <a:lnTo>
                    <a:pt x="5073852" y="2116564"/>
                  </a:lnTo>
                  <a:lnTo>
                    <a:pt x="5164943" y="2100670"/>
                  </a:lnTo>
                  <a:lnTo>
                    <a:pt x="5251507" y="2082794"/>
                  </a:lnTo>
                  <a:lnTo>
                    <a:pt x="5332365" y="2062848"/>
                  </a:lnTo>
                  <a:lnTo>
                    <a:pt x="5407105" y="2040656"/>
                  </a:lnTo>
                  <a:lnTo>
                    <a:pt x="5475871" y="2015962"/>
                  </a:lnTo>
                  <a:lnTo>
                    <a:pt x="5539185" y="1988428"/>
                  </a:lnTo>
                  <a:lnTo>
                    <a:pt x="5597793" y="1957653"/>
                  </a:lnTo>
                  <a:lnTo>
                    <a:pt x="5652552" y="1923193"/>
                  </a:lnTo>
                  <a:lnTo>
                    <a:pt x="5704350" y="1884613"/>
                  </a:lnTo>
                  <a:lnTo>
                    <a:pt x="5754030" y="1841558"/>
                  </a:lnTo>
                  <a:lnTo>
                    <a:pt x="5784835" y="1811800"/>
                  </a:lnTo>
                  <a:lnTo>
                    <a:pt x="5825823" y="1768658"/>
                  </a:lnTo>
                  <a:lnTo>
                    <a:pt x="5866418" y="1722048"/>
                  </a:lnTo>
                  <a:lnTo>
                    <a:pt x="5906904" y="1671902"/>
                  </a:lnTo>
                  <a:lnTo>
                    <a:pt x="5947501" y="1618221"/>
                  </a:lnTo>
                  <a:lnTo>
                    <a:pt x="5988363" y="1561083"/>
                  </a:lnTo>
                  <a:lnTo>
                    <a:pt x="6029592" y="1500651"/>
                  </a:lnTo>
                  <a:lnTo>
                    <a:pt x="6071241" y="1437173"/>
                  </a:lnTo>
                  <a:lnTo>
                    <a:pt x="6113315" y="1370988"/>
                  </a:lnTo>
                  <a:lnTo>
                    <a:pt x="6155783" y="1302516"/>
                  </a:lnTo>
                  <a:lnTo>
                    <a:pt x="6198578" y="1232253"/>
                  </a:lnTo>
                  <a:lnTo>
                    <a:pt x="6241608" y="1160754"/>
                  </a:lnTo>
                  <a:lnTo>
                    <a:pt x="6284760" y="1088620"/>
                  </a:lnTo>
                  <a:lnTo>
                    <a:pt x="6327916" y="1016473"/>
                  </a:lnTo>
                  <a:lnTo>
                    <a:pt x="6370953" y="944935"/>
                  </a:lnTo>
                  <a:lnTo>
                    <a:pt x="6413760" y="874608"/>
                  </a:lnTo>
                  <a:lnTo>
                    <a:pt x="6456243" y="806049"/>
                  </a:lnTo>
                  <a:lnTo>
                    <a:pt x="6498336" y="739757"/>
                  </a:lnTo>
                  <a:lnTo>
                    <a:pt x="6540002" y="676156"/>
                  </a:lnTo>
                  <a:lnTo>
                    <a:pt x="6581249" y="615588"/>
                  </a:lnTo>
                  <a:lnTo>
                    <a:pt x="6622125" y="558306"/>
                  </a:lnTo>
                  <a:lnTo>
                    <a:pt x="6662730" y="504475"/>
                  </a:lnTo>
                  <a:lnTo>
                    <a:pt x="6703217" y="454178"/>
                  </a:lnTo>
                  <a:lnTo>
                    <a:pt x="6743802" y="407418"/>
                  </a:lnTo>
                  <a:lnTo>
                    <a:pt x="6784767" y="364130"/>
                  </a:lnTo>
                  <a:lnTo>
                    <a:pt x="6786527" y="362360"/>
                  </a:lnTo>
                  <a:lnTo>
                    <a:pt x="6835248" y="316372"/>
                  </a:lnTo>
                  <a:lnTo>
                    <a:pt x="6885608" y="274979"/>
                  </a:lnTo>
                  <a:lnTo>
                    <a:pt x="6938384" y="237948"/>
                  </a:lnTo>
                  <a:lnTo>
                    <a:pt x="6994444" y="204884"/>
                  </a:lnTo>
                  <a:lnTo>
                    <a:pt x="7054672" y="175341"/>
                  </a:lnTo>
                  <a:lnTo>
                    <a:pt x="7119896" y="148886"/>
                  </a:lnTo>
                  <a:lnTo>
                    <a:pt x="7190796" y="125139"/>
                  </a:lnTo>
                  <a:lnTo>
                    <a:pt x="7267775" y="103791"/>
                  </a:lnTo>
                  <a:lnTo>
                    <a:pt x="7350797" y="84615"/>
                  </a:lnTo>
                  <a:lnTo>
                    <a:pt x="7439194" y="67468"/>
                  </a:lnTo>
                  <a:lnTo>
                    <a:pt x="7531464" y="52289"/>
                  </a:lnTo>
                  <a:lnTo>
                    <a:pt x="7625140" y="39080"/>
                  </a:lnTo>
                  <a:lnTo>
                    <a:pt x="7716802" y="27886"/>
                  </a:lnTo>
                  <a:lnTo>
                    <a:pt x="7802345" y="18748"/>
                  </a:lnTo>
                  <a:lnTo>
                    <a:pt x="7877535" y="11659"/>
                  </a:lnTo>
                  <a:lnTo>
                    <a:pt x="7938787" y="6524"/>
                  </a:lnTo>
                  <a:lnTo>
                    <a:pt x="7983966" y="3135"/>
                  </a:lnTo>
                  <a:lnTo>
                    <a:pt x="8012945" y="1181"/>
                  </a:lnTo>
                  <a:lnTo>
                    <a:pt x="8027776" y="277"/>
                  </a:lnTo>
                  <a:lnTo>
                    <a:pt x="8032506" y="16"/>
                  </a:lnTo>
                  <a:lnTo>
                    <a:pt x="8032819" y="0"/>
                  </a:lnTo>
                  <a:lnTo>
                    <a:pt x="8554953" y="0"/>
                  </a:lnTo>
                  <a:lnTo>
                    <a:pt x="8554953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045" name="pl1045"/>
            <p:cNvSpPr/>
            <p:nvPr/>
          </p:nvSpPr>
          <p:spPr>
            <a:xfrm>
              <a:off x="386606" y="1733320"/>
              <a:ext cx="8554953" cy="2174160"/>
            </a:xfrm>
            <a:custGeom>
              <a:avLst/>
              <a:pathLst>
                <a:path w="8554953" h="2174160">
                  <a:moveTo>
                    <a:pt x="8554953" y="0"/>
                  </a:moveTo>
                  <a:lnTo>
                    <a:pt x="8032819" y="0"/>
                  </a:lnTo>
                  <a:lnTo>
                    <a:pt x="8031623" y="62"/>
                  </a:lnTo>
                  <a:lnTo>
                    <a:pt x="8023791" y="511"/>
                  </a:lnTo>
                  <a:lnTo>
                    <a:pt x="8004172" y="1750"/>
                  </a:lnTo>
                  <a:lnTo>
                    <a:pt x="7969412" y="4186"/>
                  </a:lnTo>
                  <a:lnTo>
                    <a:pt x="7918244" y="8180"/>
                  </a:lnTo>
                  <a:lnTo>
                    <a:pt x="7851571" y="14010"/>
                  </a:lnTo>
                  <a:lnTo>
                    <a:pt x="7772140" y="21840"/>
                  </a:lnTo>
                  <a:lnTo>
                    <a:pt x="7683867" y="31731"/>
                  </a:lnTo>
                  <a:lnTo>
                    <a:pt x="7591023" y="43665"/>
                  </a:lnTo>
                  <a:lnTo>
                    <a:pt x="7497510" y="57596"/>
                  </a:lnTo>
                  <a:lnTo>
                    <a:pt x="7406419" y="73490"/>
                  </a:lnTo>
                  <a:lnTo>
                    <a:pt x="7319855" y="91365"/>
                  </a:lnTo>
                  <a:lnTo>
                    <a:pt x="7238997" y="111312"/>
                  </a:lnTo>
                  <a:lnTo>
                    <a:pt x="7164257" y="133504"/>
                  </a:lnTo>
                  <a:lnTo>
                    <a:pt x="7095491" y="158198"/>
                  </a:lnTo>
                  <a:lnTo>
                    <a:pt x="7032177" y="185732"/>
                  </a:lnTo>
                  <a:lnTo>
                    <a:pt x="6973569" y="216507"/>
                  </a:lnTo>
                  <a:lnTo>
                    <a:pt x="6918810" y="250967"/>
                  </a:lnTo>
                  <a:lnTo>
                    <a:pt x="6867012" y="289547"/>
                  </a:lnTo>
                  <a:lnTo>
                    <a:pt x="6817332" y="332601"/>
                  </a:lnTo>
                  <a:lnTo>
                    <a:pt x="6786527" y="362360"/>
                  </a:lnTo>
                  <a:lnTo>
                    <a:pt x="6745539" y="405502"/>
                  </a:lnTo>
                  <a:lnTo>
                    <a:pt x="6704944" y="452112"/>
                  </a:lnTo>
                  <a:lnTo>
                    <a:pt x="6664457" y="502258"/>
                  </a:lnTo>
                  <a:lnTo>
                    <a:pt x="6623861" y="555939"/>
                  </a:lnTo>
                  <a:lnTo>
                    <a:pt x="6582999" y="613077"/>
                  </a:lnTo>
                  <a:lnTo>
                    <a:pt x="6541770" y="673509"/>
                  </a:lnTo>
                  <a:lnTo>
                    <a:pt x="6500121" y="736987"/>
                  </a:lnTo>
                  <a:lnTo>
                    <a:pt x="6458047" y="803172"/>
                  </a:lnTo>
                  <a:lnTo>
                    <a:pt x="6415579" y="871644"/>
                  </a:lnTo>
                  <a:lnTo>
                    <a:pt x="6372784" y="941907"/>
                  </a:lnTo>
                  <a:lnTo>
                    <a:pt x="6329754" y="1013406"/>
                  </a:lnTo>
                  <a:lnTo>
                    <a:pt x="6286602" y="1085539"/>
                  </a:lnTo>
                  <a:lnTo>
                    <a:pt x="6243446" y="1157687"/>
                  </a:lnTo>
                  <a:lnTo>
                    <a:pt x="6200409" y="1229225"/>
                  </a:lnTo>
                  <a:lnTo>
                    <a:pt x="6157602" y="1299552"/>
                  </a:lnTo>
                  <a:lnTo>
                    <a:pt x="6115119" y="1368111"/>
                  </a:lnTo>
                  <a:lnTo>
                    <a:pt x="6073026" y="1434403"/>
                  </a:lnTo>
                  <a:lnTo>
                    <a:pt x="6031359" y="1498004"/>
                  </a:lnTo>
                  <a:lnTo>
                    <a:pt x="5990113" y="1558572"/>
                  </a:lnTo>
                  <a:lnTo>
                    <a:pt x="5949237" y="1615854"/>
                  </a:lnTo>
                  <a:lnTo>
                    <a:pt x="5908632" y="1669685"/>
                  </a:lnTo>
                  <a:lnTo>
                    <a:pt x="5868145" y="1719982"/>
                  </a:lnTo>
                  <a:lnTo>
                    <a:pt x="5827560" y="1766742"/>
                  </a:lnTo>
                  <a:lnTo>
                    <a:pt x="5786595" y="1810030"/>
                  </a:lnTo>
                  <a:lnTo>
                    <a:pt x="5784835" y="1811800"/>
                  </a:lnTo>
                  <a:lnTo>
                    <a:pt x="5736114" y="1857788"/>
                  </a:lnTo>
                  <a:lnTo>
                    <a:pt x="5685754" y="1899181"/>
                  </a:lnTo>
                  <a:lnTo>
                    <a:pt x="5632977" y="1936211"/>
                  </a:lnTo>
                  <a:lnTo>
                    <a:pt x="5576918" y="1969275"/>
                  </a:lnTo>
                  <a:lnTo>
                    <a:pt x="5516690" y="1998819"/>
                  </a:lnTo>
                  <a:lnTo>
                    <a:pt x="5451466" y="2025274"/>
                  </a:lnTo>
                  <a:lnTo>
                    <a:pt x="5380566" y="2049021"/>
                  </a:lnTo>
                  <a:lnTo>
                    <a:pt x="5303587" y="2070369"/>
                  </a:lnTo>
                  <a:lnTo>
                    <a:pt x="5220565" y="2089545"/>
                  </a:lnTo>
                  <a:lnTo>
                    <a:pt x="5132168" y="2106692"/>
                  </a:lnTo>
                  <a:lnTo>
                    <a:pt x="5039898" y="2121871"/>
                  </a:lnTo>
                  <a:lnTo>
                    <a:pt x="4946222" y="2135080"/>
                  </a:lnTo>
                  <a:lnTo>
                    <a:pt x="4854560" y="2146274"/>
                  </a:lnTo>
                  <a:lnTo>
                    <a:pt x="4769017" y="2155412"/>
                  </a:lnTo>
                  <a:lnTo>
                    <a:pt x="4693827" y="2162501"/>
                  </a:lnTo>
                  <a:lnTo>
                    <a:pt x="4632575" y="2167636"/>
                  </a:lnTo>
                  <a:lnTo>
                    <a:pt x="4587396" y="2171025"/>
                  </a:lnTo>
                  <a:lnTo>
                    <a:pt x="4558417" y="2172979"/>
                  </a:lnTo>
                  <a:lnTo>
                    <a:pt x="4543586" y="2173883"/>
                  </a:lnTo>
                  <a:lnTo>
                    <a:pt x="4538856" y="2174144"/>
                  </a:lnTo>
                  <a:lnTo>
                    <a:pt x="4538543" y="2174160"/>
                  </a:lnTo>
                  <a:lnTo>
                    <a:pt x="4016409" y="2174160"/>
                  </a:lnTo>
                  <a:lnTo>
                    <a:pt x="4015139" y="2174158"/>
                  </a:lnTo>
                  <a:lnTo>
                    <a:pt x="4006839" y="2174145"/>
                  </a:lnTo>
                  <a:lnTo>
                    <a:pt x="3986087" y="2174107"/>
                  </a:lnTo>
                  <a:lnTo>
                    <a:pt x="3949429" y="2174033"/>
                  </a:lnTo>
                  <a:lnTo>
                    <a:pt x="3895687" y="2173912"/>
                  </a:lnTo>
                  <a:lnTo>
                    <a:pt x="3826018" y="2173736"/>
                  </a:lnTo>
                  <a:lnTo>
                    <a:pt x="3743519" y="2173499"/>
                  </a:lnTo>
                  <a:lnTo>
                    <a:pt x="3652449" y="2173202"/>
                  </a:lnTo>
                  <a:lnTo>
                    <a:pt x="3557324" y="2172844"/>
                  </a:lnTo>
                  <a:lnTo>
                    <a:pt x="3462166" y="2172426"/>
                  </a:lnTo>
                  <a:lnTo>
                    <a:pt x="3370059" y="2171951"/>
                  </a:lnTo>
                  <a:lnTo>
                    <a:pt x="3283020" y="2171416"/>
                  </a:lnTo>
                  <a:lnTo>
                    <a:pt x="3202090" y="2170818"/>
                  </a:lnTo>
                  <a:lnTo>
                    <a:pt x="3127539" y="2170151"/>
                  </a:lnTo>
                  <a:lnTo>
                    <a:pt x="3059084" y="2169408"/>
                  </a:lnTo>
                  <a:lnTo>
                    <a:pt x="2996087" y="2168576"/>
                  </a:lnTo>
                  <a:lnTo>
                    <a:pt x="2937705" y="2167644"/>
                  </a:lnTo>
                  <a:lnTo>
                    <a:pt x="2883009" y="2166598"/>
                  </a:lnTo>
                  <a:lnTo>
                    <a:pt x="2831064" y="2165425"/>
                  </a:lnTo>
                  <a:lnTo>
                    <a:pt x="2781013" y="2164116"/>
                  </a:lnTo>
                  <a:lnTo>
                    <a:pt x="2770117" y="2163807"/>
                  </a:lnTo>
                  <a:lnTo>
                    <a:pt x="2715881" y="2162152"/>
                  </a:lnTo>
                  <a:lnTo>
                    <a:pt x="2662166" y="2160321"/>
                  </a:lnTo>
                  <a:lnTo>
                    <a:pt x="2608386" y="2158313"/>
                  </a:lnTo>
                  <a:lnTo>
                    <a:pt x="2554151" y="2156131"/>
                  </a:lnTo>
                  <a:lnTo>
                    <a:pt x="2499239" y="2153787"/>
                  </a:lnTo>
                  <a:lnTo>
                    <a:pt x="2443579" y="2151301"/>
                  </a:lnTo>
                  <a:lnTo>
                    <a:pt x="2387227" y="2148699"/>
                  </a:lnTo>
                  <a:lnTo>
                    <a:pt x="2330345" y="2146015"/>
                  </a:lnTo>
                  <a:lnTo>
                    <a:pt x="2273167" y="2143287"/>
                  </a:lnTo>
                  <a:lnTo>
                    <a:pt x="2215971" y="2140556"/>
                  </a:lnTo>
                  <a:lnTo>
                    <a:pt x="2159033" y="2137864"/>
                  </a:lnTo>
                  <a:lnTo>
                    <a:pt x="2102597" y="2135249"/>
                  </a:lnTo>
                  <a:lnTo>
                    <a:pt x="2046837" y="2132745"/>
                  </a:lnTo>
                  <a:lnTo>
                    <a:pt x="1991825" y="2130381"/>
                  </a:lnTo>
                  <a:lnTo>
                    <a:pt x="1937507" y="2128176"/>
                  </a:lnTo>
                  <a:lnTo>
                    <a:pt x="1883684" y="2126144"/>
                  </a:lnTo>
                  <a:lnTo>
                    <a:pt x="1829990" y="2124289"/>
                  </a:lnTo>
                  <a:lnTo>
                    <a:pt x="1775867" y="2122610"/>
                  </a:lnTo>
                  <a:lnTo>
                    <a:pt x="1768425" y="2122395"/>
                  </a:lnTo>
                  <a:lnTo>
                    <a:pt x="1718692" y="2121055"/>
                  </a:lnTo>
                  <a:lnTo>
                    <a:pt x="1667236" y="2119852"/>
                  </a:lnTo>
                  <a:lnTo>
                    <a:pt x="1613227" y="2118779"/>
                  </a:lnTo>
                  <a:lnTo>
                    <a:pt x="1555743" y="2117823"/>
                  </a:lnTo>
                  <a:lnTo>
                    <a:pt x="1493845" y="2116970"/>
                  </a:lnTo>
                  <a:lnTo>
                    <a:pt x="1426662" y="2116208"/>
                  </a:lnTo>
                  <a:lnTo>
                    <a:pt x="1353500" y="2115525"/>
                  </a:lnTo>
                  <a:lnTo>
                    <a:pt x="1273982" y="2114913"/>
                  </a:lnTo>
                  <a:lnTo>
                    <a:pt x="1188235" y="2114365"/>
                  </a:lnTo>
                  <a:lnTo>
                    <a:pt x="1097113" y="2113876"/>
                  </a:lnTo>
                  <a:lnTo>
                    <a:pt x="1002402" y="2113446"/>
                  </a:lnTo>
                  <a:lnTo>
                    <a:pt x="906951" y="2113074"/>
                  </a:lnTo>
                  <a:lnTo>
                    <a:pt x="814602" y="2112763"/>
                  </a:lnTo>
                  <a:lnTo>
                    <a:pt x="729816" y="2112513"/>
                  </a:lnTo>
                  <a:lnTo>
                    <a:pt x="656986" y="2112324"/>
                  </a:lnTo>
                  <a:lnTo>
                    <a:pt x="599541" y="2112191"/>
                  </a:lnTo>
                  <a:lnTo>
                    <a:pt x="559119" y="2112108"/>
                  </a:lnTo>
                  <a:lnTo>
                    <a:pt x="535069" y="2112063"/>
                  </a:lnTo>
                  <a:lnTo>
                    <a:pt x="524416" y="2112045"/>
                  </a:lnTo>
                  <a:lnTo>
                    <a:pt x="522147" y="2112042"/>
                  </a:lnTo>
                  <a:lnTo>
                    <a:pt x="522133" y="2112041"/>
                  </a:lnTo>
                  <a:lnTo>
                    <a:pt x="0" y="2112041"/>
                  </a:lnTo>
                  <a:lnTo>
                    <a:pt x="0" y="2112041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046" name="pg1046"/>
            <p:cNvSpPr/>
            <p:nvPr/>
          </p:nvSpPr>
          <p:spPr>
            <a:xfrm>
              <a:off x="386606" y="1930971"/>
              <a:ext cx="8554953" cy="1987804"/>
            </a:xfrm>
            <a:custGeom>
              <a:avLst/>
              <a:pathLst>
                <a:path w="8554953" h="1987804">
                  <a:moveTo>
                    <a:pt x="0" y="1925685"/>
                  </a:moveTo>
                  <a:lnTo>
                    <a:pt x="522133" y="1925685"/>
                  </a:lnTo>
                  <a:lnTo>
                    <a:pt x="523403" y="1925687"/>
                  </a:lnTo>
                  <a:lnTo>
                    <a:pt x="531703" y="1925700"/>
                  </a:lnTo>
                  <a:lnTo>
                    <a:pt x="552455" y="1925738"/>
                  </a:lnTo>
                  <a:lnTo>
                    <a:pt x="589113" y="1925812"/>
                  </a:lnTo>
                  <a:lnTo>
                    <a:pt x="642855" y="1925933"/>
                  </a:lnTo>
                  <a:lnTo>
                    <a:pt x="712524" y="1926109"/>
                  </a:lnTo>
                  <a:lnTo>
                    <a:pt x="795023" y="1926346"/>
                  </a:lnTo>
                  <a:lnTo>
                    <a:pt x="886093" y="1926643"/>
                  </a:lnTo>
                  <a:lnTo>
                    <a:pt x="981218" y="1927002"/>
                  </a:lnTo>
                  <a:lnTo>
                    <a:pt x="1076376" y="1927419"/>
                  </a:lnTo>
                  <a:lnTo>
                    <a:pt x="1168483" y="1927895"/>
                  </a:lnTo>
                  <a:lnTo>
                    <a:pt x="1255522" y="1928430"/>
                  </a:lnTo>
                  <a:lnTo>
                    <a:pt x="1336452" y="1929027"/>
                  </a:lnTo>
                  <a:lnTo>
                    <a:pt x="1411003" y="1929694"/>
                  </a:lnTo>
                  <a:lnTo>
                    <a:pt x="1479458" y="1930437"/>
                  </a:lnTo>
                  <a:lnTo>
                    <a:pt x="1542456" y="1931269"/>
                  </a:lnTo>
                  <a:lnTo>
                    <a:pt x="1600837" y="1932201"/>
                  </a:lnTo>
                  <a:lnTo>
                    <a:pt x="1655533" y="1933247"/>
                  </a:lnTo>
                  <a:lnTo>
                    <a:pt x="1707478" y="1934421"/>
                  </a:lnTo>
                  <a:lnTo>
                    <a:pt x="1757529" y="1935730"/>
                  </a:lnTo>
                  <a:lnTo>
                    <a:pt x="1768425" y="1936038"/>
                  </a:lnTo>
                  <a:lnTo>
                    <a:pt x="1822662" y="1937693"/>
                  </a:lnTo>
                  <a:lnTo>
                    <a:pt x="1876376" y="1939524"/>
                  </a:lnTo>
                  <a:lnTo>
                    <a:pt x="1930156" y="1941532"/>
                  </a:lnTo>
                  <a:lnTo>
                    <a:pt x="1984391" y="1943714"/>
                  </a:lnTo>
                  <a:lnTo>
                    <a:pt x="2039303" y="1946058"/>
                  </a:lnTo>
                  <a:lnTo>
                    <a:pt x="2094963" y="1948544"/>
                  </a:lnTo>
                  <a:lnTo>
                    <a:pt x="2151315" y="1951146"/>
                  </a:lnTo>
                  <a:lnTo>
                    <a:pt x="2208197" y="1953830"/>
                  </a:lnTo>
                  <a:lnTo>
                    <a:pt x="2265375" y="1956558"/>
                  </a:lnTo>
                  <a:lnTo>
                    <a:pt x="2322572" y="1959289"/>
                  </a:lnTo>
                  <a:lnTo>
                    <a:pt x="2379509" y="1961981"/>
                  </a:lnTo>
                  <a:lnTo>
                    <a:pt x="2435945" y="1964596"/>
                  </a:lnTo>
                  <a:lnTo>
                    <a:pt x="2491705" y="1967100"/>
                  </a:lnTo>
                  <a:lnTo>
                    <a:pt x="2546718" y="1969464"/>
                  </a:lnTo>
                  <a:lnTo>
                    <a:pt x="2601036" y="1971669"/>
                  </a:lnTo>
                  <a:lnTo>
                    <a:pt x="2654858" y="1973702"/>
                  </a:lnTo>
                  <a:lnTo>
                    <a:pt x="2708552" y="1975556"/>
                  </a:lnTo>
                  <a:lnTo>
                    <a:pt x="2762675" y="1977235"/>
                  </a:lnTo>
                  <a:lnTo>
                    <a:pt x="2770117" y="1977451"/>
                  </a:lnTo>
                  <a:lnTo>
                    <a:pt x="2819850" y="1978790"/>
                  </a:lnTo>
                  <a:lnTo>
                    <a:pt x="2871307" y="1979993"/>
                  </a:lnTo>
                  <a:lnTo>
                    <a:pt x="2925315" y="1981066"/>
                  </a:lnTo>
                  <a:lnTo>
                    <a:pt x="2982799" y="1982023"/>
                  </a:lnTo>
                  <a:lnTo>
                    <a:pt x="3044697" y="1982875"/>
                  </a:lnTo>
                  <a:lnTo>
                    <a:pt x="3111880" y="1983637"/>
                  </a:lnTo>
                  <a:lnTo>
                    <a:pt x="3185043" y="1984320"/>
                  </a:lnTo>
                  <a:lnTo>
                    <a:pt x="3264561" y="1984932"/>
                  </a:lnTo>
                  <a:lnTo>
                    <a:pt x="3350307" y="1985481"/>
                  </a:lnTo>
                  <a:lnTo>
                    <a:pt x="3441429" y="1985969"/>
                  </a:lnTo>
                  <a:lnTo>
                    <a:pt x="3536140" y="1986400"/>
                  </a:lnTo>
                  <a:lnTo>
                    <a:pt x="3631591" y="1986771"/>
                  </a:lnTo>
                  <a:lnTo>
                    <a:pt x="3723940" y="1987082"/>
                  </a:lnTo>
                  <a:lnTo>
                    <a:pt x="3808726" y="1987332"/>
                  </a:lnTo>
                  <a:lnTo>
                    <a:pt x="3881556" y="1987521"/>
                  </a:lnTo>
                  <a:lnTo>
                    <a:pt x="3939001" y="1987654"/>
                  </a:lnTo>
                  <a:lnTo>
                    <a:pt x="3979423" y="1987738"/>
                  </a:lnTo>
                  <a:lnTo>
                    <a:pt x="4003473" y="1987782"/>
                  </a:lnTo>
                  <a:lnTo>
                    <a:pt x="4014126" y="1987800"/>
                  </a:lnTo>
                  <a:lnTo>
                    <a:pt x="4016409" y="1987804"/>
                  </a:lnTo>
                  <a:lnTo>
                    <a:pt x="4538543" y="1987804"/>
                  </a:lnTo>
                  <a:lnTo>
                    <a:pt x="4539751" y="1987746"/>
                  </a:lnTo>
                  <a:lnTo>
                    <a:pt x="4547657" y="1987333"/>
                  </a:lnTo>
                  <a:lnTo>
                    <a:pt x="4567457" y="1986191"/>
                  </a:lnTo>
                  <a:lnTo>
                    <a:pt x="4602521" y="1983948"/>
                  </a:lnTo>
                  <a:lnTo>
                    <a:pt x="4654102" y="1980271"/>
                  </a:lnTo>
                  <a:lnTo>
                    <a:pt x="4721259" y="1974907"/>
                  </a:lnTo>
                  <a:lnTo>
                    <a:pt x="4801188" y="1967704"/>
                  </a:lnTo>
                  <a:lnTo>
                    <a:pt x="4889918" y="1958610"/>
                  </a:lnTo>
                  <a:lnTo>
                    <a:pt x="4983139" y="1947641"/>
                  </a:lnTo>
                  <a:lnTo>
                    <a:pt x="5076927" y="1934842"/>
                  </a:lnTo>
                  <a:lnTo>
                    <a:pt x="5168191" y="1920241"/>
                  </a:lnTo>
                  <a:lnTo>
                    <a:pt x="5254839" y="1903820"/>
                  </a:lnTo>
                  <a:lnTo>
                    <a:pt x="5335715" y="1885492"/>
                  </a:lnTo>
                  <a:lnTo>
                    <a:pt x="5410428" y="1865096"/>
                  </a:lnTo>
                  <a:lnTo>
                    <a:pt x="5479145" y="1842391"/>
                  </a:lnTo>
                  <a:lnTo>
                    <a:pt x="5542407" y="1817062"/>
                  </a:lnTo>
                  <a:lnTo>
                    <a:pt x="5600975" y="1788738"/>
                  </a:lnTo>
                  <a:lnTo>
                    <a:pt x="5655719" y="1757009"/>
                  </a:lnTo>
                  <a:lnTo>
                    <a:pt x="5707535" y="1721476"/>
                  </a:lnTo>
                  <a:lnTo>
                    <a:pt x="5757270" y="1681821"/>
                  </a:lnTo>
                  <a:lnTo>
                    <a:pt x="5784835" y="1657444"/>
                  </a:lnTo>
                  <a:lnTo>
                    <a:pt x="5827077" y="1616851"/>
                  </a:lnTo>
                  <a:lnTo>
                    <a:pt x="5868912" y="1572896"/>
                  </a:lnTo>
                  <a:lnTo>
                    <a:pt x="5910648" y="1525514"/>
                  </a:lnTo>
                  <a:lnTo>
                    <a:pt x="5952517" y="1474711"/>
                  </a:lnTo>
                  <a:lnTo>
                    <a:pt x="5994686" y="1420576"/>
                  </a:lnTo>
                  <a:lnTo>
                    <a:pt x="6037255" y="1363280"/>
                  </a:lnTo>
                  <a:lnTo>
                    <a:pt x="6080275" y="1303090"/>
                  </a:lnTo>
                  <a:lnTo>
                    <a:pt x="6123744" y="1240358"/>
                  </a:lnTo>
                  <a:lnTo>
                    <a:pt x="6167615" y="1175524"/>
                  </a:lnTo>
                  <a:lnTo>
                    <a:pt x="6211810" y="1109098"/>
                  </a:lnTo>
                  <a:lnTo>
                    <a:pt x="6256218" y="1041652"/>
                  </a:lnTo>
                  <a:lnTo>
                    <a:pt x="6300715" y="973793"/>
                  </a:lnTo>
                  <a:lnTo>
                    <a:pt x="6345166" y="906145"/>
                  </a:lnTo>
                  <a:lnTo>
                    <a:pt x="6389443" y="839323"/>
                  </a:lnTo>
                  <a:lnTo>
                    <a:pt x="6433430" y="773914"/>
                  </a:lnTo>
                  <a:lnTo>
                    <a:pt x="6477036" y="710448"/>
                  </a:lnTo>
                  <a:lnTo>
                    <a:pt x="6520204" y="649390"/>
                  </a:lnTo>
                  <a:lnTo>
                    <a:pt x="6562917" y="591123"/>
                  </a:lnTo>
                  <a:lnTo>
                    <a:pt x="6605207" y="535939"/>
                  </a:lnTo>
                  <a:lnTo>
                    <a:pt x="6647158" y="484042"/>
                  </a:lnTo>
                  <a:lnTo>
                    <a:pt x="6688915" y="435546"/>
                  </a:lnTo>
                  <a:lnTo>
                    <a:pt x="6730688" y="390483"/>
                  </a:lnTo>
                  <a:lnTo>
                    <a:pt x="6772759" y="348811"/>
                  </a:lnTo>
                  <a:lnTo>
                    <a:pt x="6786527" y="336006"/>
                  </a:lnTo>
                  <a:lnTo>
                    <a:pt x="6835412" y="293947"/>
                  </a:lnTo>
                  <a:lnTo>
                    <a:pt x="6885949" y="256106"/>
                  </a:lnTo>
                  <a:lnTo>
                    <a:pt x="6938925" y="222265"/>
                  </a:lnTo>
                  <a:lnTo>
                    <a:pt x="6995214" y="192060"/>
                  </a:lnTo>
                  <a:lnTo>
                    <a:pt x="7055711" y="165081"/>
                  </a:lnTo>
                  <a:lnTo>
                    <a:pt x="7121250" y="140931"/>
                  </a:lnTo>
                  <a:lnTo>
                    <a:pt x="7192514" y="119259"/>
                  </a:lnTo>
                  <a:lnTo>
                    <a:pt x="7269901" y="99783"/>
                  </a:lnTo>
                  <a:lnTo>
                    <a:pt x="7353363" y="82297"/>
                  </a:lnTo>
                  <a:lnTo>
                    <a:pt x="7442203" y="66669"/>
                  </a:lnTo>
                  <a:lnTo>
                    <a:pt x="7534876" y="52847"/>
                  </a:lnTo>
                  <a:lnTo>
                    <a:pt x="7628853" y="40835"/>
                  </a:lnTo>
                  <a:lnTo>
                    <a:pt x="7720648" y="30672"/>
                  </a:lnTo>
                  <a:lnTo>
                    <a:pt x="7806097" y="22398"/>
                  </a:lnTo>
                  <a:lnTo>
                    <a:pt x="7880937" y="16002"/>
                  </a:lnTo>
                  <a:lnTo>
                    <a:pt x="7941599" y="11393"/>
                  </a:lnTo>
                  <a:lnTo>
                    <a:pt x="7986022" y="8373"/>
                  </a:lnTo>
                  <a:lnTo>
                    <a:pt x="8014196" y="6651"/>
                  </a:lnTo>
                  <a:lnTo>
                    <a:pt x="8028320" y="5871"/>
                  </a:lnTo>
                  <a:lnTo>
                    <a:pt x="8032593" y="5657"/>
                  </a:lnTo>
                  <a:lnTo>
                    <a:pt x="8032819" y="5647"/>
                  </a:lnTo>
                  <a:lnTo>
                    <a:pt x="8554953" y="5647"/>
                  </a:lnTo>
                  <a:lnTo>
                    <a:pt x="8554953" y="0"/>
                  </a:lnTo>
                  <a:lnTo>
                    <a:pt x="8032819" y="0"/>
                  </a:lnTo>
                  <a:lnTo>
                    <a:pt x="8031611" y="57"/>
                  </a:lnTo>
                  <a:lnTo>
                    <a:pt x="8023705" y="470"/>
                  </a:lnTo>
                  <a:lnTo>
                    <a:pt x="8003905" y="1612"/>
                  </a:lnTo>
                  <a:lnTo>
                    <a:pt x="7968841" y="3855"/>
                  </a:lnTo>
                  <a:lnTo>
                    <a:pt x="7917260" y="7532"/>
                  </a:lnTo>
                  <a:lnTo>
                    <a:pt x="7850103" y="12896"/>
                  </a:lnTo>
                  <a:lnTo>
                    <a:pt x="7770174" y="20099"/>
                  </a:lnTo>
                  <a:lnTo>
                    <a:pt x="7681444" y="29193"/>
                  </a:lnTo>
                  <a:lnTo>
                    <a:pt x="7588223" y="40162"/>
                  </a:lnTo>
                  <a:lnTo>
                    <a:pt x="7494435" y="52961"/>
                  </a:lnTo>
                  <a:lnTo>
                    <a:pt x="7403171" y="67563"/>
                  </a:lnTo>
                  <a:lnTo>
                    <a:pt x="7316523" y="83984"/>
                  </a:lnTo>
                  <a:lnTo>
                    <a:pt x="7235647" y="102311"/>
                  </a:lnTo>
                  <a:lnTo>
                    <a:pt x="7160934" y="122707"/>
                  </a:lnTo>
                  <a:lnTo>
                    <a:pt x="7092217" y="145413"/>
                  </a:lnTo>
                  <a:lnTo>
                    <a:pt x="7028955" y="170741"/>
                  </a:lnTo>
                  <a:lnTo>
                    <a:pt x="6970387" y="199065"/>
                  </a:lnTo>
                  <a:lnTo>
                    <a:pt x="6915643" y="230794"/>
                  </a:lnTo>
                  <a:lnTo>
                    <a:pt x="6863827" y="266328"/>
                  </a:lnTo>
                  <a:lnTo>
                    <a:pt x="6814092" y="305982"/>
                  </a:lnTo>
                  <a:lnTo>
                    <a:pt x="6786527" y="330359"/>
                  </a:lnTo>
                  <a:lnTo>
                    <a:pt x="6744285" y="370952"/>
                  </a:lnTo>
                  <a:lnTo>
                    <a:pt x="6702450" y="414907"/>
                  </a:lnTo>
                  <a:lnTo>
                    <a:pt x="6660714" y="462289"/>
                  </a:lnTo>
                  <a:lnTo>
                    <a:pt x="6618844" y="513092"/>
                  </a:lnTo>
                  <a:lnTo>
                    <a:pt x="6576676" y="567228"/>
                  </a:lnTo>
                  <a:lnTo>
                    <a:pt x="6534106" y="624523"/>
                  </a:lnTo>
                  <a:lnTo>
                    <a:pt x="6491087" y="684714"/>
                  </a:lnTo>
                  <a:lnTo>
                    <a:pt x="6447618" y="747445"/>
                  </a:lnTo>
                  <a:lnTo>
                    <a:pt x="6403747" y="812280"/>
                  </a:lnTo>
                  <a:lnTo>
                    <a:pt x="6359552" y="878705"/>
                  </a:lnTo>
                  <a:lnTo>
                    <a:pt x="6315144" y="946151"/>
                  </a:lnTo>
                  <a:lnTo>
                    <a:pt x="6270647" y="1014010"/>
                  </a:lnTo>
                  <a:lnTo>
                    <a:pt x="6226196" y="1081659"/>
                  </a:lnTo>
                  <a:lnTo>
                    <a:pt x="6181919" y="1148480"/>
                  </a:lnTo>
                  <a:lnTo>
                    <a:pt x="6137932" y="1213889"/>
                  </a:lnTo>
                  <a:lnTo>
                    <a:pt x="6094326" y="1277355"/>
                  </a:lnTo>
                  <a:lnTo>
                    <a:pt x="6051158" y="1338413"/>
                  </a:lnTo>
                  <a:lnTo>
                    <a:pt x="6008445" y="1396680"/>
                  </a:lnTo>
                  <a:lnTo>
                    <a:pt x="5966155" y="1451864"/>
                  </a:lnTo>
                  <a:lnTo>
                    <a:pt x="5924204" y="1503762"/>
                  </a:lnTo>
                  <a:lnTo>
                    <a:pt x="5882447" y="1552257"/>
                  </a:lnTo>
                  <a:lnTo>
                    <a:pt x="5840674" y="1597320"/>
                  </a:lnTo>
                  <a:lnTo>
                    <a:pt x="5798603" y="1638993"/>
                  </a:lnTo>
                  <a:lnTo>
                    <a:pt x="5784835" y="1651797"/>
                  </a:lnTo>
                  <a:lnTo>
                    <a:pt x="5735950" y="1693856"/>
                  </a:lnTo>
                  <a:lnTo>
                    <a:pt x="5685412" y="1731698"/>
                  </a:lnTo>
                  <a:lnTo>
                    <a:pt x="5632437" y="1765538"/>
                  </a:lnTo>
                  <a:lnTo>
                    <a:pt x="5576148" y="1795743"/>
                  </a:lnTo>
                  <a:lnTo>
                    <a:pt x="5515651" y="1822722"/>
                  </a:lnTo>
                  <a:lnTo>
                    <a:pt x="5450112" y="1846873"/>
                  </a:lnTo>
                  <a:lnTo>
                    <a:pt x="5378848" y="1868544"/>
                  </a:lnTo>
                  <a:lnTo>
                    <a:pt x="5301461" y="1888020"/>
                  </a:lnTo>
                  <a:lnTo>
                    <a:pt x="5217999" y="1905507"/>
                  </a:lnTo>
                  <a:lnTo>
                    <a:pt x="5129159" y="1921134"/>
                  </a:lnTo>
                  <a:lnTo>
                    <a:pt x="5036486" y="1934956"/>
                  </a:lnTo>
                  <a:lnTo>
                    <a:pt x="4942509" y="1946969"/>
                  </a:lnTo>
                  <a:lnTo>
                    <a:pt x="4850714" y="1957131"/>
                  </a:lnTo>
                  <a:lnTo>
                    <a:pt x="4765265" y="1965405"/>
                  </a:lnTo>
                  <a:lnTo>
                    <a:pt x="4690425" y="1971801"/>
                  </a:lnTo>
                  <a:lnTo>
                    <a:pt x="4629763" y="1976410"/>
                  </a:lnTo>
                  <a:lnTo>
                    <a:pt x="4585340" y="1979430"/>
                  </a:lnTo>
                  <a:lnTo>
                    <a:pt x="4557166" y="1981152"/>
                  </a:lnTo>
                  <a:lnTo>
                    <a:pt x="4543042" y="1981932"/>
                  </a:lnTo>
                  <a:lnTo>
                    <a:pt x="4538769" y="1982146"/>
                  </a:lnTo>
                  <a:lnTo>
                    <a:pt x="4538543" y="1982157"/>
                  </a:lnTo>
                  <a:lnTo>
                    <a:pt x="4016409" y="1982157"/>
                  </a:lnTo>
                  <a:lnTo>
                    <a:pt x="4015139" y="1982155"/>
                  </a:lnTo>
                  <a:lnTo>
                    <a:pt x="4006839" y="1982141"/>
                  </a:lnTo>
                  <a:lnTo>
                    <a:pt x="3986087" y="1982103"/>
                  </a:lnTo>
                  <a:lnTo>
                    <a:pt x="3949429" y="1982029"/>
                  </a:lnTo>
                  <a:lnTo>
                    <a:pt x="3895687" y="1981908"/>
                  </a:lnTo>
                  <a:lnTo>
                    <a:pt x="3826018" y="1981732"/>
                  </a:lnTo>
                  <a:lnTo>
                    <a:pt x="3743519" y="1981496"/>
                  </a:lnTo>
                  <a:lnTo>
                    <a:pt x="3652449" y="1981198"/>
                  </a:lnTo>
                  <a:lnTo>
                    <a:pt x="3557324" y="1980840"/>
                  </a:lnTo>
                  <a:lnTo>
                    <a:pt x="3462166" y="1980423"/>
                  </a:lnTo>
                  <a:lnTo>
                    <a:pt x="3370059" y="1979947"/>
                  </a:lnTo>
                  <a:lnTo>
                    <a:pt x="3283020" y="1979412"/>
                  </a:lnTo>
                  <a:lnTo>
                    <a:pt x="3202090" y="1978814"/>
                  </a:lnTo>
                  <a:lnTo>
                    <a:pt x="3127539" y="1978148"/>
                  </a:lnTo>
                  <a:lnTo>
                    <a:pt x="3059084" y="1977404"/>
                  </a:lnTo>
                  <a:lnTo>
                    <a:pt x="2996087" y="1976573"/>
                  </a:lnTo>
                  <a:lnTo>
                    <a:pt x="2937705" y="1975640"/>
                  </a:lnTo>
                  <a:lnTo>
                    <a:pt x="2883009" y="1974594"/>
                  </a:lnTo>
                  <a:lnTo>
                    <a:pt x="2831064" y="1973421"/>
                  </a:lnTo>
                  <a:lnTo>
                    <a:pt x="2781013" y="1972112"/>
                  </a:lnTo>
                  <a:lnTo>
                    <a:pt x="2770117" y="1971803"/>
                  </a:lnTo>
                  <a:lnTo>
                    <a:pt x="2715881" y="1970148"/>
                  </a:lnTo>
                  <a:lnTo>
                    <a:pt x="2662166" y="1968317"/>
                  </a:lnTo>
                  <a:lnTo>
                    <a:pt x="2608386" y="1966309"/>
                  </a:lnTo>
                  <a:lnTo>
                    <a:pt x="2554151" y="1964127"/>
                  </a:lnTo>
                  <a:lnTo>
                    <a:pt x="2499239" y="1961783"/>
                  </a:lnTo>
                  <a:lnTo>
                    <a:pt x="2443579" y="1959297"/>
                  </a:lnTo>
                  <a:lnTo>
                    <a:pt x="2387227" y="1956695"/>
                  </a:lnTo>
                  <a:lnTo>
                    <a:pt x="2330345" y="1954011"/>
                  </a:lnTo>
                  <a:lnTo>
                    <a:pt x="2273167" y="1951283"/>
                  </a:lnTo>
                  <a:lnTo>
                    <a:pt x="2215971" y="1948553"/>
                  </a:lnTo>
                  <a:lnTo>
                    <a:pt x="2159033" y="1945860"/>
                  </a:lnTo>
                  <a:lnTo>
                    <a:pt x="2102597" y="1943245"/>
                  </a:lnTo>
                  <a:lnTo>
                    <a:pt x="2046837" y="1940742"/>
                  </a:lnTo>
                  <a:lnTo>
                    <a:pt x="1991825" y="1938377"/>
                  </a:lnTo>
                  <a:lnTo>
                    <a:pt x="1937507" y="1936172"/>
                  </a:lnTo>
                  <a:lnTo>
                    <a:pt x="1883684" y="1934140"/>
                  </a:lnTo>
                  <a:lnTo>
                    <a:pt x="1829990" y="1932285"/>
                  </a:lnTo>
                  <a:lnTo>
                    <a:pt x="1775867" y="1930606"/>
                  </a:lnTo>
                  <a:lnTo>
                    <a:pt x="1768425" y="1930391"/>
                  </a:lnTo>
                  <a:lnTo>
                    <a:pt x="1718692" y="1929051"/>
                  </a:lnTo>
                  <a:lnTo>
                    <a:pt x="1667236" y="1927849"/>
                  </a:lnTo>
                  <a:lnTo>
                    <a:pt x="1613227" y="1926775"/>
                  </a:lnTo>
                  <a:lnTo>
                    <a:pt x="1555743" y="1925819"/>
                  </a:lnTo>
                  <a:lnTo>
                    <a:pt x="1493845" y="1924966"/>
                  </a:lnTo>
                  <a:lnTo>
                    <a:pt x="1426662" y="1924204"/>
                  </a:lnTo>
                  <a:lnTo>
                    <a:pt x="1353500" y="1923522"/>
                  </a:lnTo>
                  <a:lnTo>
                    <a:pt x="1273982" y="1922909"/>
                  </a:lnTo>
                  <a:lnTo>
                    <a:pt x="1188235" y="1922361"/>
                  </a:lnTo>
                  <a:lnTo>
                    <a:pt x="1097113" y="1921872"/>
                  </a:lnTo>
                  <a:lnTo>
                    <a:pt x="1002402" y="1921442"/>
                  </a:lnTo>
                  <a:lnTo>
                    <a:pt x="906951" y="1921070"/>
                  </a:lnTo>
                  <a:lnTo>
                    <a:pt x="814602" y="1920759"/>
                  </a:lnTo>
                  <a:lnTo>
                    <a:pt x="729816" y="1920509"/>
                  </a:lnTo>
                  <a:lnTo>
                    <a:pt x="656986" y="1920320"/>
                  </a:lnTo>
                  <a:lnTo>
                    <a:pt x="599541" y="1920187"/>
                  </a:lnTo>
                  <a:lnTo>
                    <a:pt x="559119" y="1920104"/>
                  </a:lnTo>
                  <a:lnTo>
                    <a:pt x="535069" y="1920059"/>
                  </a:lnTo>
                  <a:lnTo>
                    <a:pt x="524416" y="1920041"/>
                  </a:lnTo>
                  <a:lnTo>
                    <a:pt x="522133" y="1920038"/>
                  </a:lnTo>
                  <a:lnTo>
                    <a:pt x="0" y="1920038"/>
                  </a:lnTo>
                  <a:close/>
                </a:path>
              </a:pathLst>
            </a:custGeom>
            <a:solidFill>
              <a:srgbClr val="F28E5B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1047" name="pl1047"/>
            <p:cNvSpPr/>
            <p:nvPr/>
          </p:nvSpPr>
          <p:spPr>
            <a:xfrm>
              <a:off x="386606" y="1936619"/>
              <a:ext cx="8554953" cy="1982157"/>
            </a:xfrm>
            <a:custGeom>
              <a:avLst/>
              <a:pathLst>
                <a:path w="8554953" h="1982157">
                  <a:moveTo>
                    <a:pt x="0" y="1920038"/>
                  </a:moveTo>
                  <a:lnTo>
                    <a:pt x="522133" y="1920038"/>
                  </a:lnTo>
                  <a:lnTo>
                    <a:pt x="523403" y="1920040"/>
                  </a:lnTo>
                  <a:lnTo>
                    <a:pt x="531703" y="1920053"/>
                  </a:lnTo>
                  <a:lnTo>
                    <a:pt x="552455" y="1920091"/>
                  </a:lnTo>
                  <a:lnTo>
                    <a:pt x="589113" y="1920165"/>
                  </a:lnTo>
                  <a:lnTo>
                    <a:pt x="642855" y="1920286"/>
                  </a:lnTo>
                  <a:lnTo>
                    <a:pt x="712524" y="1920462"/>
                  </a:lnTo>
                  <a:lnTo>
                    <a:pt x="795023" y="1920699"/>
                  </a:lnTo>
                  <a:lnTo>
                    <a:pt x="886093" y="1920996"/>
                  </a:lnTo>
                  <a:lnTo>
                    <a:pt x="981218" y="1921354"/>
                  </a:lnTo>
                  <a:lnTo>
                    <a:pt x="1076376" y="1921772"/>
                  </a:lnTo>
                  <a:lnTo>
                    <a:pt x="1168483" y="1922247"/>
                  </a:lnTo>
                  <a:lnTo>
                    <a:pt x="1255522" y="1922783"/>
                  </a:lnTo>
                  <a:lnTo>
                    <a:pt x="1336452" y="1923380"/>
                  </a:lnTo>
                  <a:lnTo>
                    <a:pt x="1411003" y="1924047"/>
                  </a:lnTo>
                  <a:lnTo>
                    <a:pt x="1479458" y="1924790"/>
                  </a:lnTo>
                  <a:lnTo>
                    <a:pt x="1542456" y="1925622"/>
                  </a:lnTo>
                  <a:lnTo>
                    <a:pt x="1600837" y="1926554"/>
                  </a:lnTo>
                  <a:lnTo>
                    <a:pt x="1655533" y="1927600"/>
                  </a:lnTo>
                  <a:lnTo>
                    <a:pt x="1707478" y="1928773"/>
                  </a:lnTo>
                  <a:lnTo>
                    <a:pt x="1757529" y="1930083"/>
                  </a:lnTo>
                  <a:lnTo>
                    <a:pt x="1768425" y="1930391"/>
                  </a:lnTo>
                  <a:lnTo>
                    <a:pt x="1822662" y="1932046"/>
                  </a:lnTo>
                  <a:lnTo>
                    <a:pt x="1876376" y="1933877"/>
                  </a:lnTo>
                  <a:lnTo>
                    <a:pt x="1930156" y="1935885"/>
                  </a:lnTo>
                  <a:lnTo>
                    <a:pt x="1984391" y="1938067"/>
                  </a:lnTo>
                  <a:lnTo>
                    <a:pt x="2039303" y="1940411"/>
                  </a:lnTo>
                  <a:lnTo>
                    <a:pt x="2094963" y="1942897"/>
                  </a:lnTo>
                  <a:lnTo>
                    <a:pt x="2151315" y="1945499"/>
                  </a:lnTo>
                  <a:lnTo>
                    <a:pt x="2208197" y="1948183"/>
                  </a:lnTo>
                  <a:lnTo>
                    <a:pt x="2265375" y="1950911"/>
                  </a:lnTo>
                  <a:lnTo>
                    <a:pt x="2322572" y="1953642"/>
                  </a:lnTo>
                  <a:lnTo>
                    <a:pt x="2379509" y="1956334"/>
                  </a:lnTo>
                  <a:lnTo>
                    <a:pt x="2435945" y="1958949"/>
                  </a:lnTo>
                  <a:lnTo>
                    <a:pt x="2491705" y="1961453"/>
                  </a:lnTo>
                  <a:lnTo>
                    <a:pt x="2546718" y="1963817"/>
                  </a:lnTo>
                  <a:lnTo>
                    <a:pt x="2601036" y="1966022"/>
                  </a:lnTo>
                  <a:lnTo>
                    <a:pt x="2654858" y="1968054"/>
                  </a:lnTo>
                  <a:lnTo>
                    <a:pt x="2708552" y="1969909"/>
                  </a:lnTo>
                  <a:lnTo>
                    <a:pt x="2762675" y="1971588"/>
                  </a:lnTo>
                  <a:lnTo>
                    <a:pt x="2770117" y="1971803"/>
                  </a:lnTo>
                  <a:lnTo>
                    <a:pt x="2819850" y="1973143"/>
                  </a:lnTo>
                  <a:lnTo>
                    <a:pt x="2871307" y="1974346"/>
                  </a:lnTo>
                  <a:lnTo>
                    <a:pt x="2925315" y="1975419"/>
                  </a:lnTo>
                  <a:lnTo>
                    <a:pt x="2982799" y="1976375"/>
                  </a:lnTo>
                  <a:lnTo>
                    <a:pt x="3044697" y="1977228"/>
                  </a:lnTo>
                  <a:lnTo>
                    <a:pt x="3111880" y="1977990"/>
                  </a:lnTo>
                  <a:lnTo>
                    <a:pt x="3185043" y="1978673"/>
                  </a:lnTo>
                  <a:lnTo>
                    <a:pt x="3264561" y="1979285"/>
                  </a:lnTo>
                  <a:lnTo>
                    <a:pt x="3350307" y="1979834"/>
                  </a:lnTo>
                  <a:lnTo>
                    <a:pt x="3441429" y="1980322"/>
                  </a:lnTo>
                  <a:lnTo>
                    <a:pt x="3536140" y="1980753"/>
                  </a:lnTo>
                  <a:lnTo>
                    <a:pt x="3631591" y="1981124"/>
                  </a:lnTo>
                  <a:lnTo>
                    <a:pt x="3723940" y="1981435"/>
                  </a:lnTo>
                  <a:lnTo>
                    <a:pt x="3808726" y="1981685"/>
                  </a:lnTo>
                  <a:lnTo>
                    <a:pt x="3881556" y="1981874"/>
                  </a:lnTo>
                  <a:lnTo>
                    <a:pt x="3939001" y="1982007"/>
                  </a:lnTo>
                  <a:lnTo>
                    <a:pt x="3979423" y="1982091"/>
                  </a:lnTo>
                  <a:lnTo>
                    <a:pt x="4003473" y="1982135"/>
                  </a:lnTo>
                  <a:lnTo>
                    <a:pt x="4014126" y="1982153"/>
                  </a:lnTo>
                  <a:lnTo>
                    <a:pt x="4016395" y="1982157"/>
                  </a:lnTo>
                  <a:lnTo>
                    <a:pt x="4016409" y="1982157"/>
                  </a:lnTo>
                  <a:lnTo>
                    <a:pt x="4538543" y="1982157"/>
                  </a:lnTo>
                  <a:lnTo>
                    <a:pt x="4539751" y="1982099"/>
                  </a:lnTo>
                  <a:lnTo>
                    <a:pt x="4547657" y="1981686"/>
                  </a:lnTo>
                  <a:lnTo>
                    <a:pt x="4567457" y="1980544"/>
                  </a:lnTo>
                  <a:lnTo>
                    <a:pt x="4602521" y="1978301"/>
                  </a:lnTo>
                  <a:lnTo>
                    <a:pt x="4654102" y="1974624"/>
                  </a:lnTo>
                  <a:lnTo>
                    <a:pt x="4721259" y="1969260"/>
                  </a:lnTo>
                  <a:lnTo>
                    <a:pt x="4801188" y="1962057"/>
                  </a:lnTo>
                  <a:lnTo>
                    <a:pt x="4889918" y="1952963"/>
                  </a:lnTo>
                  <a:lnTo>
                    <a:pt x="4983139" y="1941994"/>
                  </a:lnTo>
                  <a:lnTo>
                    <a:pt x="5076927" y="1929195"/>
                  </a:lnTo>
                  <a:lnTo>
                    <a:pt x="5168191" y="1914594"/>
                  </a:lnTo>
                  <a:lnTo>
                    <a:pt x="5254839" y="1898172"/>
                  </a:lnTo>
                  <a:lnTo>
                    <a:pt x="5335715" y="1879845"/>
                  </a:lnTo>
                  <a:lnTo>
                    <a:pt x="5410428" y="1859449"/>
                  </a:lnTo>
                  <a:lnTo>
                    <a:pt x="5479145" y="1836744"/>
                  </a:lnTo>
                  <a:lnTo>
                    <a:pt x="5542407" y="1811415"/>
                  </a:lnTo>
                  <a:lnTo>
                    <a:pt x="5600975" y="1783091"/>
                  </a:lnTo>
                  <a:lnTo>
                    <a:pt x="5655719" y="1751362"/>
                  </a:lnTo>
                  <a:lnTo>
                    <a:pt x="5707535" y="1715828"/>
                  </a:lnTo>
                  <a:lnTo>
                    <a:pt x="5757270" y="1676174"/>
                  </a:lnTo>
                  <a:lnTo>
                    <a:pt x="5784835" y="1651797"/>
                  </a:lnTo>
                  <a:lnTo>
                    <a:pt x="5827077" y="1611204"/>
                  </a:lnTo>
                  <a:lnTo>
                    <a:pt x="5868912" y="1567249"/>
                  </a:lnTo>
                  <a:lnTo>
                    <a:pt x="5910648" y="1519867"/>
                  </a:lnTo>
                  <a:lnTo>
                    <a:pt x="5952517" y="1469064"/>
                  </a:lnTo>
                  <a:lnTo>
                    <a:pt x="5994686" y="1414928"/>
                  </a:lnTo>
                  <a:lnTo>
                    <a:pt x="6037255" y="1357633"/>
                  </a:lnTo>
                  <a:lnTo>
                    <a:pt x="6080275" y="1297443"/>
                  </a:lnTo>
                  <a:lnTo>
                    <a:pt x="6123744" y="1234711"/>
                  </a:lnTo>
                  <a:lnTo>
                    <a:pt x="6167615" y="1169876"/>
                  </a:lnTo>
                  <a:lnTo>
                    <a:pt x="6211810" y="1103451"/>
                  </a:lnTo>
                  <a:lnTo>
                    <a:pt x="6256218" y="1036005"/>
                  </a:lnTo>
                  <a:lnTo>
                    <a:pt x="6300715" y="968146"/>
                  </a:lnTo>
                  <a:lnTo>
                    <a:pt x="6345166" y="900498"/>
                  </a:lnTo>
                  <a:lnTo>
                    <a:pt x="6389443" y="833676"/>
                  </a:lnTo>
                  <a:lnTo>
                    <a:pt x="6433430" y="768267"/>
                  </a:lnTo>
                  <a:lnTo>
                    <a:pt x="6477036" y="704801"/>
                  </a:lnTo>
                  <a:lnTo>
                    <a:pt x="6520204" y="643743"/>
                  </a:lnTo>
                  <a:lnTo>
                    <a:pt x="6562917" y="585476"/>
                  </a:lnTo>
                  <a:lnTo>
                    <a:pt x="6605207" y="530292"/>
                  </a:lnTo>
                  <a:lnTo>
                    <a:pt x="6647158" y="478394"/>
                  </a:lnTo>
                  <a:lnTo>
                    <a:pt x="6688915" y="429899"/>
                  </a:lnTo>
                  <a:lnTo>
                    <a:pt x="6730688" y="384836"/>
                  </a:lnTo>
                  <a:lnTo>
                    <a:pt x="6772759" y="343163"/>
                  </a:lnTo>
                  <a:lnTo>
                    <a:pt x="6786527" y="330359"/>
                  </a:lnTo>
                  <a:lnTo>
                    <a:pt x="6835412" y="288300"/>
                  </a:lnTo>
                  <a:lnTo>
                    <a:pt x="6885949" y="250458"/>
                  </a:lnTo>
                  <a:lnTo>
                    <a:pt x="6938925" y="216618"/>
                  </a:lnTo>
                  <a:lnTo>
                    <a:pt x="6995214" y="186413"/>
                  </a:lnTo>
                  <a:lnTo>
                    <a:pt x="7055711" y="159434"/>
                  </a:lnTo>
                  <a:lnTo>
                    <a:pt x="7121250" y="135284"/>
                  </a:lnTo>
                  <a:lnTo>
                    <a:pt x="7192514" y="113612"/>
                  </a:lnTo>
                  <a:lnTo>
                    <a:pt x="7269901" y="94136"/>
                  </a:lnTo>
                  <a:lnTo>
                    <a:pt x="7353363" y="76649"/>
                  </a:lnTo>
                  <a:lnTo>
                    <a:pt x="7442203" y="61022"/>
                  </a:lnTo>
                  <a:lnTo>
                    <a:pt x="7534876" y="47200"/>
                  </a:lnTo>
                  <a:lnTo>
                    <a:pt x="7628853" y="35187"/>
                  </a:lnTo>
                  <a:lnTo>
                    <a:pt x="7720648" y="25025"/>
                  </a:lnTo>
                  <a:lnTo>
                    <a:pt x="7806097" y="16751"/>
                  </a:lnTo>
                  <a:lnTo>
                    <a:pt x="7880937" y="10355"/>
                  </a:lnTo>
                  <a:lnTo>
                    <a:pt x="7941599" y="5746"/>
                  </a:lnTo>
                  <a:lnTo>
                    <a:pt x="7986022" y="2726"/>
                  </a:lnTo>
                  <a:lnTo>
                    <a:pt x="8014196" y="1004"/>
                  </a:lnTo>
                  <a:lnTo>
                    <a:pt x="8028320" y="224"/>
                  </a:lnTo>
                  <a:lnTo>
                    <a:pt x="8032593" y="10"/>
                  </a:lnTo>
                  <a:lnTo>
                    <a:pt x="8032819" y="0"/>
                  </a:lnTo>
                  <a:lnTo>
                    <a:pt x="8554953" y="0"/>
                  </a:lnTo>
                  <a:lnTo>
                    <a:pt x="8554953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048" name="pl1048"/>
            <p:cNvSpPr/>
            <p:nvPr/>
          </p:nvSpPr>
          <p:spPr>
            <a:xfrm>
              <a:off x="386606" y="1930971"/>
              <a:ext cx="8554953" cy="1982157"/>
            </a:xfrm>
            <a:custGeom>
              <a:avLst/>
              <a:pathLst>
                <a:path w="8554953" h="1982157">
                  <a:moveTo>
                    <a:pt x="8554953" y="0"/>
                  </a:moveTo>
                  <a:lnTo>
                    <a:pt x="8032819" y="0"/>
                  </a:lnTo>
                  <a:lnTo>
                    <a:pt x="8031611" y="57"/>
                  </a:lnTo>
                  <a:lnTo>
                    <a:pt x="8023705" y="470"/>
                  </a:lnTo>
                  <a:lnTo>
                    <a:pt x="8003905" y="1612"/>
                  </a:lnTo>
                  <a:lnTo>
                    <a:pt x="7968841" y="3855"/>
                  </a:lnTo>
                  <a:lnTo>
                    <a:pt x="7917260" y="7532"/>
                  </a:lnTo>
                  <a:lnTo>
                    <a:pt x="7850103" y="12896"/>
                  </a:lnTo>
                  <a:lnTo>
                    <a:pt x="7770174" y="20099"/>
                  </a:lnTo>
                  <a:lnTo>
                    <a:pt x="7681444" y="29193"/>
                  </a:lnTo>
                  <a:lnTo>
                    <a:pt x="7588223" y="40162"/>
                  </a:lnTo>
                  <a:lnTo>
                    <a:pt x="7494435" y="52961"/>
                  </a:lnTo>
                  <a:lnTo>
                    <a:pt x="7403171" y="67563"/>
                  </a:lnTo>
                  <a:lnTo>
                    <a:pt x="7316523" y="83984"/>
                  </a:lnTo>
                  <a:lnTo>
                    <a:pt x="7235647" y="102311"/>
                  </a:lnTo>
                  <a:lnTo>
                    <a:pt x="7160934" y="122707"/>
                  </a:lnTo>
                  <a:lnTo>
                    <a:pt x="7092217" y="145413"/>
                  </a:lnTo>
                  <a:lnTo>
                    <a:pt x="7028955" y="170741"/>
                  </a:lnTo>
                  <a:lnTo>
                    <a:pt x="6970387" y="199065"/>
                  </a:lnTo>
                  <a:lnTo>
                    <a:pt x="6915643" y="230794"/>
                  </a:lnTo>
                  <a:lnTo>
                    <a:pt x="6863827" y="266328"/>
                  </a:lnTo>
                  <a:lnTo>
                    <a:pt x="6814092" y="305982"/>
                  </a:lnTo>
                  <a:lnTo>
                    <a:pt x="6786527" y="330359"/>
                  </a:lnTo>
                  <a:lnTo>
                    <a:pt x="6744285" y="370952"/>
                  </a:lnTo>
                  <a:lnTo>
                    <a:pt x="6702450" y="414907"/>
                  </a:lnTo>
                  <a:lnTo>
                    <a:pt x="6660714" y="462289"/>
                  </a:lnTo>
                  <a:lnTo>
                    <a:pt x="6618844" y="513092"/>
                  </a:lnTo>
                  <a:lnTo>
                    <a:pt x="6576676" y="567228"/>
                  </a:lnTo>
                  <a:lnTo>
                    <a:pt x="6534106" y="624523"/>
                  </a:lnTo>
                  <a:lnTo>
                    <a:pt x="6491087" y="684714"/>
                  </a:lnTo>
                  <a:lnTo>
                    <a:pt x="6447618" y="747445"/>
                  </a:lnTo>
                  <a:lnTo>
                    <a:pt x="6403747" y="812280"/>
                  </a:lnTo>
                  <a:lnTo>
                    <a:pt x="6359552" y="878705"/>
                  </a:lnTo>
                  <a:lnTo>
                    <a:pt x="6315144" y="946151"/>
                  </a:lnTo>
                  <a:lnTo>
                    <a:pt x="6270647" y="1014010"/>
                  </a:lnTo>
                  <a:lnTo>
                    <a:pt x="6226196" y="1081659"/>
                  </a:lnTo>
                  <a:lnTo>
                    <a:pt x="6181919" y="1148480"/>
                  </a:lnTo>
                  <a:lnTo>
                    <a:pt x="6137932" y="1213889"/>
                  </a:lnTo>
                  <a:lnTo>
                    <a:pt x="6094326" y="1277355"/>
                  </a:lnTo>
                  <a:lnTo>
                    <a:pt x="6051158" y="1338413"/>
                  </a:lnTo>
                  <a:lnTo>
                    <a:pt x="6008445" y="1396680"/>
                  </a:lnTo>
                  <a:lnTo>
                    <a:pt x="5966155" y="1451864"/>
                  </a:lnTo>
                  <a:lnTo>
                    <a:pt x="5924204" y="1503762"/>
                  </a:lnTo>
                  <a:lnTo>
                    <a:pt x="5882447" y="1552257"/>
                  </a:lnTo>
                  <a:lnTo>
                    <a:pt x="5840674" y="1597320"/>
                  </a:lnTo>
                  <a:lnTo>
                    <a:pt x="5798603" y="1638993"/>
                  </a:lnTo>
                  <a:lnTo>
                    <a:pt x="5784835" y="1651797"/>
                  </a:lnTo>
                  <a:lnTo>
                    <a:pt x="5735950" y="1693856"/>
                  </a:lnTo>
                  <a:lnTo>
                    <a:pt x="5685412" y="1731698"/>
                  </a:lnTo>
                  <a:lnTo>
                    <a:pt x="5632437" y="1765538"/>
                  </a:lnTo>
                  <a:lnTo>
                    <a:pt x="5576148" y="1795743"/>
                  </a:lnTo>
                  <a:lnTo>
                    <a:pt x="5515651" y="1822722"/>
                  </a:lnTo>
                  <a:lnTo>
                    <a:pt x="5450112" y="1846873"/>
                  </a:lnTo>
                  <a:lnTo>
                    <a:pt x="5378848" y="1868544"/>
                  </a:lnTo>
                  <a:lnTo>
                    <a:pt x="5301461" y="1888020"/>
                  </a:lnTo>
                  <a:lnTo>
                    <a:pt x="5217999" y="1905507"/>
                  </a:lnTo>
                  <a:lnTo>
                    <a:pt x="5129159" y="1921134"/>
                  </a:lnTo>
                  <a:lnTo>
                    <a:pt x="5036486" y="1934956"/>
                  </a:lnTo>
                  <a:lnTo>
                    <a:pt x="4942509" y="1946969"/>
                  </a:lnTo>
                  <a:lnTo>
                    <a:pt x="4850714" y="1957131"/>
                  </a:lnTo>
                  <a:lnTo>
                    <a:pt x="4765265" y="1965405"/>
                  </a:lnTo>
                  <a:lnTo>
                    <a:pt x="4690425" y="1971801"/>
                  </a:lnTo>
                  <a:lnTo>
                    <a:pt x="4629763" y="1976410"/>
                  </a:lnTo>
                  <a:lnTo>
                    <a:pt x="4585340" y="1979430"/>
                  </a:lnTo>
                  <a:lnTo>
                    <a:pt x="4557166" y="1981152"/>
                  </a:lnTo>
                  <a:lnTo>
                    <a:pt x="4543042" y="1981932"/>
                  </a:lnTo>
                  <a:lnTo>
                    <a:pt x="4538769" y="1982146"/>
                  </a:lnTo>
                  <a:lnTo>
                    <a:pt x="4538543" y="1982157"/>
                  </a:lnTo>
                  <a:lnTo>
                    <a:pt x="4016409" y="1982157"/>
                  </a:lnTo>
                  <a:lnTo>
                    <a:pt x="4015139" y="1982155"/>
                  </a:lnTo>
                  <a:lnTo>
                    <a:pt x="4006839" y="1982141"/>
                  </a:lnTo>
                  <a:lnTo>
                    <a:pt x="3986087" y="1982103"/>
                  </a:lnTo>
                  <a:lnTo>
                    <a:pt x="3949429" y="1982029"/>
                  </a:lnTo>
                  <a:lnTo>
                    <a:pt x="3895687" y="1981908"/>
                  </a:lnTo>
                  <a:lnTo>
                    <a:pt x="3826018" y="1981732"/>
                  </a:lnTo>
                  <a:lnTo>
                    <a:pt x="3743519" y="1981496"/>
                  </a:lnTo>
                  <a:lnTo>
                    <a:pt x="3652449" y="1981198"/>
                  </a:lnTo>
                  <a:lnTo>
                    <a:pt x="3557324" y="1980840"/>
                  </a:lnTo>
                  <a:lnTo>
                    <a:pt x="3462166" y="1980423"/>
                  </a:lnTo>
                  <a:lnTo>
                    <a:pt x="3370059" y="1979947"/>
                  </a:lnTo>
                  <a:lnTo>
                    <a:pt x="3283020" y="1979412"/>
                  </a:lnTo>
                  <a:lnTo>
                    <a:pt x="3202090" y="1978814"/>
                  </a:lnTo>
                  <a:lnTo>
                    <a:pt x="3127539" y="1978148"/>
                  </a:lnTo>
                  <a:lnTo>
                    <a:pt x="3059084" y="1977404"/>
                  </a:lnTo>
                  <a:lnTo>
                    <a:pt x="2996087" y="1976573"/>
                  </a:lnTo>
                  <a:lnTo>
                    <a:pt x="2937705" y="1975640"/>
                  </a:lnTo>
                  <a:lnTo>
                    <a:pt x="2883009" y="1974594"/>
                  </a:lnTo>
                  <a:lnTo>
                    <a:pt x="2831064" y="1973421"/>
                  </a:lnTo>
                  <a:lnTo>
                    <a:pt x="2781013" y="1972112"/>
                  </a:lnTo>
                  <a:lnTo>
                    <a:pt x="2770117" y="1971803"/>
                  </a:lnTo>
                  <a:lnTo>
                    <a:pt x="2715881" y="1970148"/>
                  </a:lnTo>
                  <a:lnTo>
                    <a:pt x="2662166" y="1968317"/>
                  </a:lnTo>
                  <a:lnTo>
                    <a:pt x="2608386" y="1966309"/>
                  </a:lnTo>
                  <a:lnTo>
                    <a:pt x="2554151" y="1964127"/>
                  </a:lnTo>
                  <a:lnTo>
                    <a:pt x="2499239" y="1961783"/>
                  </a:lnTo>
                  <a:lnTo>
                    <a:pt x="2443579" y="1959297"/>
                  </a:lnTo>
                  <a:lnTo>
                    <a:pt x="2387227" y="1956695"/>
                  </a:lnTo>
                  <a:lnTo>
                    <a:pt x="2330345" y="1954011"/>
                  </a:lnTo>
                  <a:lnTo>
                    <a:pt x="2273167" y="1951283"/>
                  </a:lnTo>
                  <a:lnTo>
                    <a:pt x="2215971" y="1948553"/>
                  </a:lnTo>
                  <a:lnTo>
                    <a:pt x="2159033" y="1945860"/>
                  </a:lnTo>
                  <a:lnTo>
                    <a:pt x="2102597" y="1943245"/>
                  </a:lnTo>
                  <a:lnTo>
                    <a:pt x="2046837" y="1940742"/>
                  </a:lnTo>
                  <a:lnTo>
                    <a:pt x="1991825" y="1938377"/>
                  </a:lnTo>
                  <a:lnTo>
                    <a:pt x="1937507" y="1936172"/>
                  </a:lnTo>
                  <a:lnTo>
                    <a:pt x="1883684" y="1934140"/>
                  </a:lnTo>
                  <a:lnTo>
                    <a:pt x="1829990" y="1932285"/>
                  </a:lnTo>
                  <a:lnTo>
                    <a:pt x="1775867" y="1930606"/>
                  </a:lnTo>
                  <a:lnTo>
                    <a:pt x="1768425" y="1930391"/>
                  </a:lnTo>
                  <a:lnTo>
                    <a:pt x="1718692" y="1929051"/>
                  </a:lnTo>
                  <a:lnTo>
                    <a:pt x="1667236" y="1927849"/>
                  </a:lnTo>
                  <a:lnTo>
                    <a:pt x="1613227" y="1926775"/>
                  </a:lnTo>
                  <a:lnTo>
                    <a:pt x="1555743" y="1925819"/>
                  </a:lnTo>
                  <a:lnTo>
                    <a:pt x="1493845" y="1924966"/>
                  </a:lnTo>
                  <a:lnTo>
                    <a:pt x="1426662" y="1924204"/>
                  </a:lnTo>
                  <a:lnTo>
                    <a:pt x="1353500" y="1923522"/>
                  </a:lnTo>
                  <a:lnTo>
                    <a:pt x="1273982" y="1922909"/>
                  </a:lnTo>
                  <a:lnTo>
                    <a:pt x="1188235" y="1922361"/>
                  </a:lnTo>
                  <a:lnTo>
                    <a:pt x="1097113" y="1921872"/>
                  </a:lnTo>
                  <a:lnTo>
                    <a:pt x="1002402" y="1921442"/>
                  </a:lnTo>
                  <a:lnTo>
                    <a:pt x="906951" y="1921070"/>
                  </a:lnTo>
                  <a:lnTo>
                    <a:pt x="814602" y="1920759"/>
                  </a:lnTo>
                  <a:lnTo>
                    <a:pt x="729816" y="1920509"/>
                  </a:lnTo>
                  <a:lnTo>
                    <a:pt x="656986" y="1920320"/>
                  </a:lnTo>
                  <a:lnTo>
                    <a:pt x="599541" y="1920187"/>
                  </a:lnTo>
                  <a:lnTo>
                    <a:pt x="559119" y="1920104"/>
                  </a:lnTo>
                  <a:lnTo>
                    <a:pt x="535069" y="1920059"/>
                  </a:lnTo>
                  <a:lnTo>
                    <a:pt x="524416" y="1920041"/>
                  </a:lnTo>
                  <a:lnTo>
                    <a:pt x="522147" y="1920038"/>
                  </a:lnTo>
                  <a:lnTo>
                    <a:pt x="522133" y="1920038"/>
                  </a:lnTo>
                  <a:lnTo>
                    <a:pt x="0" y="1920038"/>
                  </a:lnTo>
                  <a:lnTo>
                    <a:pt x="0" y="1920038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049" name="pg1049"/>
            <p:cNvSpPr/>
            <p:nvPr/>
          </p:nvSpPr>
          <p:spPr>
            <a:xfrm>
              <a:off x="386606" y="519179"/>
              <a:ext cx="8554953" cy="2817938"/>
            </a:xfrm>
            <a:custGeom>
              <a:avLst/>
              <a:pathLst>
                <a:path w="8554953" h="2817938">
                  <a:moveTo>
                    <a:pt x="0" y="2817938"/>
                  </a:moveTo>
                  <a:lnTo>
                    <a:pt x="522133" y="2817938"/>
                  </a:lnTo>
                  <a:lnTo>
                    <a:pt x="523285" y="2817860"/>
                  </a:lnTo>
                  <a:lnTo>
                    <a:pt x="530834" y="2817302"/>
                  </a:lnTo>
                  <a:lnTo>
                    <a:pt x="549769" y="2815759"/>
                  </a:lnTo>
                  <a:lnTo>
                    <a:pt x="583380" y="2812728"/>
                  </a:lnTo>
                  <a:lnTo>
                    <a:pt x="632976" y="2807752"/>
                  </a:lnTo>
                  <a:lnTo>
                    <a:pt x="697806" y="2800480"/>
                  </a:lnTo>
                  <a:lnTo>
                    <a:pt x="775328" y="2790695"/>
                  </a:lnTo>
                  <a:lnTo>
                    <a:pt x="861834" y="2778315"/>
                  </a:lnTo>
                  <a:lnTo>
                    <a:pt x="953213" y="2763353"/>
                  </a:lnTo>
                  <a:lnTo>
                    <a:pt x="1045642" y="2745867"/>
                  </a:lnTo>
                  <a:lnTo>
                    <a:pt x="1136039" y="2725903"/>
                  </a:lnTo>
                  <a:lnTo>
                    <a:pt x="1222250" y="2703449"/>
                  </a:lnTo>
                  <a:lnTo>
                    <a:pt x="1303020" y="2678408"/>
                  </a:lnTo>
                  <a:lnTo>
                    <a:pt x="1377849" y="2650580"/>
                  </a:lnTo>
                  <a:lnTo>
                    <a:pt x="1446798" y="2619662"/>
                  </a:lnTo>
                  <a:lnTo>
                    <a:pt x="1510314" y="2585252"/>
                  </a:lnTo>
                  <a:lnTo>
                    <a:pt x="1569082" y="2546864"/>
                  </a:lnTo>
                  <a:lnTo>
                    <a:pt x="1623913" y="2503953"/>
                  </a:lnTo>
                  <a:lnTo>
                    <a:pt x="1675662" y="2455967"/>
                  </a:lnTo>
                  <a:lnTo>
                    <a:pt x="1725156" y="2402430"/>
                  </a:lnTo>
                  <a:lnTo>
                    <a:pt x="1768425" y="2349223"/>
                  </a:lnTo>
                  <a:lnTo>
                    <a:pt x="1805762" y="2298598"/>
                  </a:lnTo>
                  <a:lnTo>
                    <a:pt x="1842750" y="2244264"/>
                  </a:lnTo>
                  <a:lnTo>
                    <a:pt x="1879611" y="2186146"/>
                  </a:lnTo>
                  <a:lnTo>
                    <a:pt x="1916521" y="2124229"/>
                  </a:lnTo>
                  <a:lnTo>
                    <a:pt x="1953610" y="2058564"/>
                  </a:lnTo>
                  <a:lnTo>
                    <a:pt x="1990972" y="1989277"/>
                  </a:lnTo>
                  <a:lnTo>
                    <a:pt x="2028664" y="1916567"/>
                  </a:lnTo>
                  <a:lnTo>
                    <a:pt x="2066710" y="1840715"/>
                  </a:lnTo>
                  <a:lnTo>
                    <a:pt x="2105105" y="1762079"/>
                  </a:lnTo>
                  <a:lnTo>
                    <a:pt x="2143818" y="1681087"/>
                  </a:lnTo>
                  <a:lnTo>
                    <a:pt x="2182796" y="1598232"/>
                  </a:lnTo>
                  <a:lnTo>
                    <a:pt x="2221966" y="1514062"/>
                  </a:lnTo>
                  <a:lnTo>
                    <a:pt x="2261246" y="1429161"/>
                  </a:lnTo>
                  <a:lnTo>
                    <a:pt x="2300545" y="1344135"/>
                  </a:lnTo>
                  <a:lnTo>
                    <a:pt x="2339771" y="1259594"/>
                  </a:lnTo>
                  <a:lnTo>
                    <a:pt x="2378837" y="1176134"/>
                  </a:lnTo>
                  <a:lnTo>
                    <a:pt x="2417665" y="1094319"/>
                  </a:lnTo>
                  <a:lnTo>
                    <a:pt x="2456195" y="1014665"/>
                  </a:lnTo>
                  <a:lnTo>
                    <a:pt x="2494386" y="937629"/>
                  </a:lnTo>
                  <a:lnTo>
                    <a:pt x="2532221" y="863598"/>
                  </a:lnTo>
                  <a:lnTo>
                    <a:pt x="2569713" y="792884"/>
                  </a:lnTo>
                  <a:lnTo>
                    <a:pt x="2606905" y="725721"/>
                  </a:lnTo>
                  <a:lnTo>
                    <a:pt x="2643874" y="662263"/>
                  </a:lnTo>
                  <a:lnTo>
                    <a:pt x="2680737" y="602592"/>
                  </a:lnTo>
                  <a:lnTo>
                    <a:pt x="2717649" y="546719"/>
                  </a:lnTo>
                  <a:lnTo>
                    <a:pt x="2754813" y="494592"/>
                  </a:lnTo>
                  <a:lnTo>
                    <a:pt x="2770117" y="474362"/>
                  </a:lnTo>
                  <a:lnTo>
                    <a:pt x="2818210" y="415594"/>
                  </a:lnTo>
                  <a:lnTo>
                    <a:pt x="2867892" y="362623"/>
                  </a:lnTo>
                  <a:lnTo>
                    <a:pt x="2919909" y="315163"/>
                  </a:lnTo>
                  <a:lnTo>
                    <a:pt x="2975092" y="272725"/>
                  </a:lnTo>
                  <a:lnTo>
                    <a:pt x="3034296" y="234755"/>
                  </a:lnTo>
                  <a:lnTo>
                    <a:pt x="3098322" y="200711"/>
                  </a:lnTo>
                  <a:lnTo>
                    <a:pt x="3167839" y="170116"/>
                  </a:lnTo>
                  <a:lnTo>
                    <a:pt x="3243261" y="142576"/>
                  </a:lnTo>
                  <a:lnTo>
                    <a:pt x="3324603" y="117798"/>
                  </a:lnTo>
                  <a:lnTo>
                    <a:pt x="3411299" y="95594"/>
                  </a:lnTo>
                  <a:lnTo>
                    <a:pt x="3502009" y="75874"/>
                  </a:lnTo>
                  <a:lnTo>
                    <a:pt x="3594485" y="58636"/>
                  </a:lnTo>
                  <a:lnTo>
                    <a:pt x="3685561" y="43927"/>
                  </a:lnTo>
                  <a:lnTo>
                    <a:pt x="3771360" y="31804"/>
                  </a:lnTo>
                  <a:lnTo>
                    <a:pt x="3847778" y="22275"/>
                  </a:lnTo>
                  <a:lnTo>
                    <a:pt x="3911186" y="15242"/>
                  </a:lnTo>
                  <a:lnTo>
                    <a:pt x="3959200" y="10477"/>
                  </a:lnTo>
                  <a:lnTo>
                    <a:pt x="3991264" y="7614"/>
                  </a:lnTo>
                  <a:lnTo>
                    <a:pt x="4008895" y="6192"/>
                  </a:lnTo>
                  <a:lnTo>
                    <a:pt x="4015562" y="5704"/>
                  </a:lnTo>
                  <a:lnTo>
                    <a:pt x="4016409" y="5647"/>
                  </a:lnTo>
                  <a:lnTo>
                    <a:pt x="4538543" y="5647"/>
                  </a:lnTo>
                  <a:lnTo>
                    <a:pt x="4539751" y="5704"/>
                  </a:lnTo>
                  <a:lnTo>
                    <a:pt x="4547660" y="6116"/>
                  </a:lnTo>
                  <a:lnTo>
                    <a:pt x="4567465" y="7255"/>
                  </a:lnTo>
                  <a:lnTo>
                    <a:pt x="4602538" y="9492"/>
                  </a:lnTo>
                  <a:lnTo>
                    <a:pt x="4654130" y="13160"/>
                  </a:lnTo>
                  <a:lnTo>
                    <a:pt x="4721300" y="18510"/>
                  </a:lnTo>
                  <a:lnTo>
                    <a:pt x="4801244" y="25694"/>
                  </a:lnTo>
                  <a:lnTo>
                    <a:pt x="4889987" y="34765"/>
                  </a:lnTo>
                  <a:lnTo>
                    <a:pt x="4983218" y="45705"/>
                  </a:lnTo>
                  <a:lnTo>
                    <a:pt x="5077013" y="58470"/>
                  </a:lnTo>
                  <a:lnTo>
                    <a:pt x="5168283" y="73033"/>
                  </a:lnTo>
                  <a:lnTo>
                    <a:pt x="5254933" y="89411"/>
                  </a:lnTo>
                  <a:lnTo>
                    <a:pt x="5335810" y="107690"/>
                  </a:lnTo>
                  <a:lnTo>
                    <a:pt x="5410521" y="128033"/>
                  </a:lnTo>
                  <a:lnTo>
                    <a:pt x="5479237" y="150679"/>
                  </a:lnTo>
                  <a:lnTo>
                    <a:pt x="5542498" y="175942"/>
                  </a:lnTo>
                  <a:lnTo>
                    <a:pt x="5601064" y="204193"/>
                  </a:lnTo>
                  <a:lnTo>
                    <a:pt x="5655808" y="235840"/>
                  </a:lnTo>
                  <a:lnTo>
                    <a:pt x="5707625" y="271283"/>
                  </a:lnTo>
                  <a:lnTo>
                    <a:pt x="5757361" y="310835"/>
                  </a:lnTo>
                  <a:lnTo>
                    <a:pt x="5784835" y="335065"/>
                  </a:lnTo>
                  <a:lnTo>
                    <a:pt x="5827115" y="375581"/>
                  </a:lnTo>
                  <a:lnTo>
                    <a:pt x="5868987" y="419455"/>
                  </a:lnTo>
                  <a:lnTo>
                    <a:pt x="5910761" y="466753"/>
                  </a:lnTo>
                  <a:lnTo>
                    <a:pt x="5952670" y="517467"/>
                  </a:lnTo>
                  <a:lnTo>
                    <a:pt x="5994877" y="571510"/>
                  </a:lnTo>
                  <a:lnTo>
                    <a:pt x="6037488" y="628709"/>
                  </a:lnTo>
                  <a:lnTo>
                    <a:pt x="6080549" y="688799"/>
                  </a:lnTo>
                  <a:lnTo>
                    <a:pt x="6124060" y="751424"/>
                  </a:lnTo>
                  <a:lnTo>
                    <a:pt x="6167974" y="816147"/>
                  </a:lnTo>
                  <a:lnTo>
                    <a:pt x="6212211" y="882454"/>
                  </a:lnTo>
                  <a:lnTo>
                    <a:pt x="6256661" y="949776"/>
                  </a:lnTo>
                  <a:lnTo>
                    <a:pt x="6301198" y="1017504"/>
                  </a:lnTo>
                  <a:lnTo>
                    <a:pt x="6345689" y="1085014"/>
                  </a:lnTo>
                  <a:lnTo>
                    <a:pt x="6390003" y="1151692"/>
                  </a:lnTo>
                  <a:lnTo>
                    <a:pt x="6434025" y="1216952"/>
                  </a:lnTo>
                  <a:lnTo>
                    <a:pt x="6477664" y="1280263"/>
                  </a:lnTo>
                  <a:lnTo>
                    <a:pt x="6520864" y="1341163"/>
                  </a:lnTo>
                  <a:lnTo>
                    <a:pt x="6563609" y="1399271"/>
                  </a:lnTo>
                  <a:lnTo>
                    <a:pt x="6605931" y="1454294"/>
                  </a:lnTo>
                  <a:lnTo>
                    <a:pt x="6647915" y="1506031"/>
                  </a:lnTo>
                  <a:lnTo>
                    <a:pt x="6689709" y="1554369"/>
                  </a:lnTo>
                  <a:lnTo>
                    <a:pt x="6731522" y="1599277"/>
                  </a:lnTo>
                  <a:lnTo>
                    <a:pt x="6773641" y="1640800"/>
                  </a:lnTo>
                  <a:lnTo>
                    <a:pt x="6786527" y="1652738"/>
                  </a:lnTo>
                  <a:lnTo>
                    <a:pt x="6835416" y="1694681"/>
                  </a:lnTo>
                  <a:lnTo>
                    <a:pt x="6885959" y="1732418"/>
                  </a:lnTo>
                  <a:lnTo>
                    <a:pt x="6938940" y="1766165"/>
                  </a:lnTo>
                  <a:lnTo>
                    <a:pt x="6995236" y="1796285"/>
                  </a:lnTo>
                  <a:lnTo>
                    <a:pt x="7055740" y="1823188"/>
                  </a:lnTo>
                  <a:lnTo>
                    <a:pt x="7121288" y="1847271"/>
                  </a:lnTo>
                  <a:lnTo>
                    <a:pt x="7192562" y="1868881"/>
                  </a:lnTo>
                  <a:lnTo>
                    <a:pt x="7269961" y="1888302"/>
                  </a:lnTo>
                  <a:lnTo>
                    <a:pt x="7353436" y="1905739"/>
                  </a:lnTo>
                  <a:lnTo>
                    <a:pt x="7442288" y="1921321"/>
                  </a:lnTo>
                  <a:lnTo>
                    <a:pt x="7534972" y="1935104"/>
                  </a:lnTo>
                  <a:lnTo>
                    <a:pt x="7628958" y="1947081"/>
                  </a:lnTo>
                  <a:lnTo>
                    <a:pt x="7720757" y="1957213"/>
                  </a:lnTo>
                  <a:lnTo>
                    <a:pt x="7806203" y="1965463"/>
                  </a:lnTo>
                  <a:lnTo>
                    <a:pt x="7881032" y="1971838"/>
                  </a:lnTo>
                  <a:lnTo>
                    <a:pt x="7941678" y="1976432"/>
                  </a:lnTo>
                  <a:lnTo>
                    <a:pt x="7986079" y="1979441"/>
                  </a:lnTo>
                  <a:lnTo>
                    <a:pt x="8014231" y="1981157"/>
                  </a:lnTo>
                  <a:lnTo>
                    <a:pt x="8028335" y="1981933"/>
                  </a:lnTo>
                  <a:lnTo>
                    <a:pt x="8032595" y="1982146"/>
                  </a:lnTo>
                  <a:lnTo>
                    <a:pt x="8032819" y="1982157"/>
                  </a:lnTo>
                  <a:lnTo>
                    <a:pt x="8554953" y="1982157"/>
                  </a:lnTo>
                  <a:lnTo>
                    <a:pt x="8554953" y="1976509"/>
                  </a:lnTo>
                  <a:lnTo>
                    <a:pt x="8032819" y="1976509"/>
                  </a:lnTo>
                  <a:lnTo>
                    <a:pt x="8031611" y="1976452"/>
                  </a:lnTo>
                  <a:lnTo>
                    <a:pt x="8023702" y="1976040"/>
                  </a:lnTo>
                  <a:lnTo>
                    <a:pt x="8003897" y="1974901"/>
                  </a:lnTo>
                  <a:lnTo>
                    <a:pt x="7968824" y="1972664"/>
                  </a:lnTo>
                  <a:lnTo>
                    <a:pt x="7917232" y="1968996"/>
                  </a:lnTo>
                  <a:lnTo>
                    <a:pt x="7850062" y="1963646"/>
                  </a:lnTo>
                  <a:lnTo>
                    <a:pt x="7770118" y="1956462"/>
                  </a:lnTo>
                  <a:lnTo>
                    <a:pt x="7681375" y="1947391"/>
                  </a:lnTo>
                  <a:lnTo>
                    <a:pt x="7588144" y="1936451"/>
                  </a:lnTo>
                  <a:lnTo>
                    <a:pt x="7494349" y="1923686"/>
                  </a:lnTo>
                  <a:lnTo>
                    <a:pt x="7403079" y="1909123"/>
                  </a:lnTo>
                  <a:lnTo>
                    <a:pt x="7316429" y="1892745"/>
                  </a:lnTo>
                  <a:lnTo>
                    <a:pt x="7235552" y="1874466"/>
                  </a:lnTo>
                  <a:lnTo>
                    <a:pt x="7160841" y="1854124"/>
                  </a:lnTo>
                  <a:lnTo>
                    <a:pt x="7092125" y="1831477"/>
                  </a:lnTo>
                  <a:lnTo>
                    <a:pt x="7028864" y="1806214"/>
                  </a:lnTo>
                  <a:lnTo>
                    <a:pt x="6970298" y="1777963"/>
                  </a:lnTo>
                  <a:lnTo>
                    <a:pt x="6915554" y="1746316"/>
                  </a:lnTo>
                  <a:lnTo>
                    <a:pt x="6863737" y="1710874"/>
                  </a:lnTo>
                  <a:lnTo>
                    <a:pt x="6814001" y="1671321"/>
                  </a:lnTo>
                  <a:lnTo>
                    <a:pt x="6786527" y="1647091"/>
                  </a:lnTo>
                  <a:lnTo>
                    <a:pt x="6744247" y="1606575"/>
                  </a:lnTo>
                  <a:lnTo>
                    <a:pt x="6702375" y="1562701"/>
                  </a:lnTo>
                  <a:lnTo>
                    <a:pt x="6660601" y="1515404"/>
                  </a:lnTo>
                  <a:lnTo>
                    <a:pt x="6618692" y="1464689"/>
                  </a:lnTo>
                  <a:lnTo>
                    <a:pt x="6576485" y="1410646"/>
                  </a:lnTo>
                  <a:lnTo>
                    <a:pt x="6533874" y="1353447"/>
                  </a:lnTo>
                  <a:lnTo>
                    <a:pt x="6490813" y="1293357"/>
                  </a:lnTo>
                  <a:lnTo>
                    <a:pt x="6447302" y="1230732"/>
                  </a:lnTo>
                  <a:lnTo>
                    <a:pt x="6403388" y="1166009"/>
                  </a:lnTo>
                  <a:lnTo>
                    <a:pt x="6359151" y="1099702"/>
                  </a:lnTo>
                  <a:lnTo>
                    <a:pt x="6314701" y="1032380"/>
                  </a:lnTo>
                  <a:lnTo>
                    <a:pt x="6270164" y="964652"/>
                  </a:lnTo>
                  <a:lnTo>
                    <a:pt x="6225673" y="897142"/>
                  </a:lnTo>
                  <a:lnTo>
                    <a:pt x="6181359" y="830464"/>
                  </a:lnTo>
                  <a:lnTo>
                    <a:pt x="6137337" y="765204"/>
                  </a:lnTo>
                  <a:lnTo>
                    <a:pt x="6093697" y="701893"/>
                  </a:lnTo>
                  <a:lnTo>
                    <a:pt x="6050497" y="640993"/>
                  </a:lnTo>
                  <a:lnTo>
                    <a:pt x="6007753" y="582885"/>
                  </a:lnTo>
                  <a:lnTo>
                    <a:pt x="5965431" y="527862"/>
                  </a:lnTo>
                  <a:lnTo>
                    <a:pt x="5923447" y="476125"/>
                  </a:lnTo>
                  <a:lnTo>
                    <a:pt x="5881653" y="427788"/>
                  </a:lnTo>
                  <a:lnTo>
                    <a:pt x="5839840" y="382879"/>
                  </a:lnTo>
                  <a:lnTo>
                    <a:pt x="5797721" y="341356"/>
                  </a:lnTo>
                  <a:lnTo>
                    <a:pt x="5784835" y="329418"/>
                  </a:lnTo>
                  <a:lnTo>
                    <a:pt x="5735946" y="287475"/>
                  </a:lnTo>
                  <a:lnTo>
                    <a:pt x="5685403" y="249738"/>
                  </a:lnTo>
                  <a:lnTo>
                    <a:pt x="5632422" y="215992"/>
                  </a:lnTo>
                  <a:lnTo>
                    <a:pt x="5576126" y="185871"/>
                  </a:lnTo>
                  <a:lnTo>
                    <a:pt x="5515622" y="158968"/>
                  </a:lnTo>
                  <a:lnTo>
                    <a:pt x="5450074" y="134885"/>
                  </a:lnTo>
                  <a:lnTo>
                    <a:pt x="5378800" y="113275"/>
                  </a:lnTo>
                  <a:lnTo>
                    <a:pt x="5301401" y="93854"/>
                  </a:lnTo>
                  <a:lnTo>
                    <a:pt x="5217926" y="76417"/>
                  </a:lnTo>
                  <a:lnTo>
                    <a:pt x="5129074" y="60835"/>
                  </a:lnTo>
                  <a:lnTo>
                    <a:pt x="5036390" y="47052"/>
                  </a:lnTo>
                  <a:lnTo>
                    <a:pt x="4942404" y="35075"/>
                  </a:lnTo>
                  <a:lnTo>
                    <a:pt x="4850605" y="24943"/>
                  </a:lnTo>
                  <a:lnTo>
                    <a:pt x="4765159" y="16693"/>
                  </a:lnTo>
                  <a:lnTo>
                    <a:pt x="4690330" y="10318"/>
                  </a:lnTo>
                  <a:lnTo>
                    <a:pt x="4629684" y="5724"/>
                  </a:lnTo>
                  <a:lnTo>
                    <a:pt x="4585283" y="2715"/>
                  </a:lnTo>
                  <a:lnTo>
                    <a:pt x="4557131" y="999"/>
                  </a:lnTo>
                  <a:lnTo>
                    <a:pt x="4543027" y="223"/>
                  </a:lnTo>
                  <a:lnTo>
                    <a:pt x="4538767" y="10"/>
                  </a:lnTo>
                  <a:lnTo>
                    <a:pt x="4538543" y="0"/>
                  </a:lnTo>
                  <a:lnTo>
                    <a:pt x="4016409" y="0"/>
                  </a:lnTo>
                  <a:lnTo>
                    <a:pt x="4015257" y="78"/>
                  </a:lnTo>
                  <a:lnTo>
                    <a:pt x="4007708" y="636"/>
                  </a:lnTo>
                  <a:lnTo>
                    <a:pt x="3988773" y="2178"/>
                  </a:lnTo>
                  <a:lnTo>
                    <a:pt x="3955162" y="5210"/>
                  </a:lnTo>
                  <a:lnTo>
                    <a:pt x="3905566" y="10186"/>
                  </a:lnTo>
                  <a:lnTo>
                    <a:pt x="3840736" y="17458"/>
                  </a:lnTo>
                  <a:lnTo>
                    <a:pt x="3763214" y="27242"/>
                  </a:lnTo>
                  <a:lnTo>
                    <a:pt x="3676708" y="39622"/>
                  </a:lnTo>
                  <a:lnTo>
                    <a:pt x="3585329" y="54584"/>
                  </a:lnTo>
                  <a:lnTo>
                    <a:pt x="3492900" y="72070"/>
                  </a:lnTo>
                  <a:lnTo>
                    <a:pt x="3402503" y="92034"/>
                  </a:lnTo>
                  <a:lnTo>
                    <a:pt x="3316292" y="114488"/>
                  </a:lnTo>
                  <a:lnTo>
                    <a:pt x="3235522" y="139529"/>
                  </a:lnTo>
                  <a:lnTo>
                    <a:pt x="3160693" y="167358"/>
                  </a:lnTo>
                  <a:lnTo>
                    <a:pt x="3091744" y="198275"/>
                  </a:lnTo>
                  <a:lnTo>
                    <a:pt x="3028228" y="232685"/>
                  </a:lnTo>
                  <a:lnTo>
                    <a:pt x="2969460" y="271073"/>
                  </a:lnTo>
                  <a:lnTo>
                    <a:pt x="2914629" y="313984"/>
                  </a:lnTo>
                  <a:lnTo>
                    <a:pt x="2862880" y="361970"/>
                  </a:lnTo>
                  <a:lnTo>
                    <a:pt x="2813386" y="415508"/>
                  </a:lnTo>
                  <a:lnTo>
                    <a:pt x="2770117" y="468715"/>
                  </a:lnTo>
                  <a:lnTo>
                    <a:pt x="2732780" y="519340"/>
                  </a:lnTo>
                  <a:lnTo>
                    <a:pt x="2695792" y="573673"/>
                  </a:lnTo>
                  <a:lnTo>
                    <a:pt x="2658931" y="631791"/>
                  </a:lnTo>
                  <a:lnTo>
                    <a:pt x="2622022" y="693708"/>
                  </a:lnTo>
                  <a:lnTo>
                    <a:pt x="2584932" y="759373"/>
                  </a:lnTo>
                  <a:lnTo>
                    <a:pt x="2547570" y="828661"/>
                  </a:lnTo>
                  <a:lnTo>
                    <a:pt x="2509878" y="901370"/>
                  </a:lnTo>
                  <a:lnTo>
                    <a:pt x="2471832" y="977222"/>
                  </a:lnTo>
                  <a:lnTo>
                    <a:pt x="2433437" y="1055858"/>
                  </a:lnTo>
                  <a:lnTo>
                    <a:pt x="2394724" y="1136851"/>
                  </a:lnTo>
                  <a:lnTo>
                    <a:pt x="2355747" y="1219705"/>
                  </a:lnTo>
                  <a:lnTo>
                    <a:pt x="2316576" y="1303875"/>
                  </a:lnTo>
                  <a:lnTo>
                    <a:pt x="2277296" y="1388776"/>
                  </a:lnTo>
                  <a:lnTo>
                    <a:pt x="2237997" y="1473802"/>
                  </a:lnTo>
                  <a:lnTo>
                    <a:pt x="2198771" y="1558343"/>
                  </a:lnTo>
                  <a:lnTo>
                    <a:pt x="2159705" y="1641803"/>
                  </a:lnTo>
                  <a:lnTo>
                    <a:pt x="2120877" y="1723618"/>
                  </a:lnTo>
                  <a:lnTo>
                    <a:pt x="2082347" y="1803273"/>
                  </a:lnTo>
                  <a:lnTo>
                    <a:pt x="2044156" y="1880309"/>
                  </a:lnTo>
                  <a:lnTo>
                    <a:pt x="2006321" y="1954339"/>
                  </a:lnTo>
                  <a:lnTo>
                    <a:pt x="1968829" y="2025053"/>
                  </a:lnTo>
                  <a:lnTo>
                    <a:pt x="1931637" y="2092217"/>
                  </a:lnTo>
                  <a:lnTo>
                    <a:pt x="1894668" y="2155674"/>
                  </a:lnTo>
                  <a:lnTo>
                    <a:pt x="1857806" y="2215345"/>
                  </a:lnTo>
                  <a:lnTo>
                    <a:pt x="1820894" y="2271218"/>
                  </a:lnTo>
                  <a:lnTo>
                    <a:pt x="1783729" y="2323345"/>
                  </a:lnTo>
                  <a:lnTo>
                    <a:pt x="1768425" y="2343576"/>
                  </a:lnTo>
                  <a:lnTo>
                    <a:pt x="1720332" y="2402343"/>
                  </a:lnTo>
                  <a:lnTo>
                    <a:pt x="1670650" y="2455314"/>
                  </a:lnTo>
                  <a:lnTo>
                    <a:pt x="1618633" y="2502774"/>
                  </a:lnTo>
                  <a:lnTo>
                    <a:pt x="1563450" y="2545212"/>
                  </a:lnTo>
                  <a:lnTo>
                    <a:pt x="1504246" y="2583183"/>
                  </a:lnTo>
                  <a:lnTo>
                    <a:pt x="1440220" y="2617226"/>
                  </a:lnTo>
                  <a:lnTo>
                    <a:pt x="1370704" y="2647821"/>
                  </a:lnTo>
                  <a:lnTo>
                    <a:pt x="1295282" y="2675362"/>
                  </a:lnTo>
                  <a:lnTo>
                    <a:pt x="1213939" y="2700139"/>
                  </a:lnTo>
                  <a:lnTo>
                    <a:pt x="1127243" y="2722344"/>
                  </a:lnTo>
                  <a:lnTo>
                    <a:pt x="1036533" y="2742063"/>
                  </a:lnTo>
                  <a:lnTo>
                    <a:pt x="944057" y="2759302"/>
                  </a:lnTo>
                  <a:lnTo>
                    <a:pt x="852981" y="2774010"/>
                  </a:lnTo>
                  <a:lnTo>
                    <a:pt x="767182" y="2786133"/>
                  </a:lnTo>
                  <a:lnTo>
                    <a:pt x="690765" y="2795663"/>
                  </a:lnTo>
                  <a:lnTo>
                    <a:pt x="627356" y="2802695"/>
                  </a:lnTo>
                  <a:lnTo>
                    <a:pt x="579342" y="2807461"/>
                  </a:lnTo>
                  <a:lnTo>
                    <a:pt x="547278" y="2810324"/>
                  </a:lnTo>
                  <a:lnTo>
                    <a:pt x="529648" y="2811745"/>
                  </a:lnTo>
                  <a:lnTo>
                    <a:pt x="522980" y="2812234"/>
                  </a:lnTo>
                  <a:lnTo>
                    <a:pt x="522133" y="2812291"/>
                  </a:lnTo>
                  <a:lnTo>
                    <a:pt x="0" y="2812291"/>
                  </a:lnTo>
                  <a:close/>
                </a:path>
              </a:pathLst>
            </a:custGeom>
            <a:solidFill>
              <a:srgbClr val="F28E5B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1050" name="pl1050"/>
            <p:cNvSpPr/>
            <p:nvPr/>
          </p:nvSpPr>
          <p:spPr>
            <a:xfrm>
              <a:off x="386606" y="524826"/>
              <a:ext cx="8554953" cy="2812291"/>
            </a:xfrm>
            <a:custGeom>
              <a:avLst/>
              <a:pathLst>
                <a:path w="8554953" h="2812291">
                  <a:moveTo>
                    <a:pt x="0" y="2812291"/>
                  </a:moveTo>
                  <a:lnTo>
                    <a:pt x="522133" y="2812291"/>
                  </a:lnTo>
                  <a:lnTo>
                    <a:pt x="523285" y="2812213"/>
                  </a:lnTo>
                  <a:lnTo>
                    <a:pt x="530834" y="2811655"/>
                  </a:lnTo>
                  <a:lnTo>
                    <a:pt x="549769" y="2810112"/>
                  </a:lnTo>
                  <a:lnTo>
                    <a:pt x="583380" y="2807080"/>
                  </a:lnTo>
                  <a:lnTo>
                    <a:pt x="632976" y="2802104"/>
                  </a:lnTo>
                  <a:lnTo>
                    <a:pt x="697806" y="2794833"/>
                  </a:lnTo>
                  <a:lnTo>
                    <a:pt x="775328" y="2785048"/>
                  </a:lnTo>
                  <a:lnTo>
                    <a:pt x="861834" y="2772668"/>
                  </a:lnTo>
                  <a:lnTo>
                    <a:pt x="953213" y="2757706"/>
                  </a:lnTo>
                  <a:lnTo>
                    <a:pt x="1045642" y="2740220"/>
                  </a:lnTo>
                  <a:lnTo>
                    <a:pt x="1136039" y="2720256"/>
                  </a:lnTo>
                  <a:lnTo>
                    <a:pt x="1222250" y="2697802"/>
                  </a:lnTo>
                  <a:lnTo>
                    <a:pt x="1303020" y="2672761"/>
                  </a:lnTo>
                  <a:lnTo>
                    <a:pt x="1377849" y="2644933"/>
                  </a:lnTo>
                  <a:lnTo>
                    <a:pt x="1446798" y="2614015"/>
                  </a:lnTo>
                  <a:lnTo>
                    <a:pt x="1510314" y="2579605"/>
                  </a:lnTo>
                  <a:lnTo>
                    <a:pt x="1569082" y="2541217"/>
                  </a:lnTo>
                  <a:lnTo>
                    <a:pt x="1623913" y="2498306"/>
                  </a:lnTo>
                  <a:lnTo>
                    <a:pt x="1675662" y="2450320"/>
                  </a:lnTo>
                  <a:lnTo>
                    <a:pt x="1725156" y="2396782"/>
                  </a:lnTo>
                  <a:lnTo>
                    <a:pt x="1768425" y="2343576"/>
                  </a:lnTo>
                  <a:lnTo>
                    <a:pt x="1805762" y="2292951"/>
                  </a:lnTo>
                  <a:lnTo>
                    <a:pt x="1842750" y="2238617"/>
                  </a:lnTo>
                  <a:lnTo>
                    <a:pt x="1879611" y="2180499"/>
                  </a:lnTo>
                  <a:lnTo>
                    <a:pt x="1916521" y="2118582"/>
                  </a:lnTo>
                  <a:lnTo>
                    <a:pt x="1953610" y="2052917"/>
                  </a:lnTo>
                  <a:lnTo>
                    <a:pt x="1990972" y="1983629"/>
                  </a:lnTo>
                  <a:lnTo>
                    <a:pt x="2028664" y="1910920"/>
                  </a:lnTo>
                  <a:lnTo>
                    <a:pt x="2066710" y="1835068"/>
                  </a:lnTo>
                  <a:lnTo>
                    <a:pt x="2105105" y="1756432"/>
                  </a:lnTo>
                  <a:lnTo>
                    <a:pt x="2143818" y="1675440"/>
                  </a:lnTo>
                  <a:lnTo>
                    <a:pt x="2182796" y="1592585"/>
                  </a:lnTo>
                  <a:lnTo>
                    <a:pt x="2221966" y="1508415"/>
                  </a:lnTo>
                  <a:lnTo>
                    <a:pt x="2261246" y="1423514"/>
                  </a:lnTo>
                  <a:lnTo>
                    <a:pt x="2300545" y="1338488"/>
                  </a:lnTo>
                  <a:lnTo>
                    <a:pt x="2339771" y="1253947"/>
                  </a:lnTo>
                  <a:lnTo>
                    <a:pt x="2378837" y="1170487"/>
                  </a:lnTo>
                  <a:lnTo>
                    <a:pt x="2417665" y="1088672"/>
                  </a:lnTo>
                  <a:lnTo>
                    <a:pt x="2456195" y="1009018"/>
                  </a:lnTo>
                  <a:lnTo>
                    <a:pt x="2494386" y="931982"/>
                  </a:lnTo>
                  <a:lnTo>
                    <a:pt x="2532221" y="857951"/>
                  </a:lnTo>
                  <a:lnTo>
                    <a:pt x="2569713" y="787237"/>
                  </a:lnTo>
                  <a:lnTo>
                    <a:pt x="2606905" y="720073"/>
                  </a:lnTo>
                  <a:lnTo>
                    <a:pt x="2643874" y="656616"/>
                  </a:lnTo>
                  <a:lnTo>
                    <a:pt x="2680737" y="596945"/>
                  </a:lnTo>
                  <a:lnTo>
                    <a:pt x="2717649" y="541072"/>
                  </a:lnTo>
                  <a:lnTo>
                    <a:pt x="2754813" y="488945"/>
                  </a:lnTo>
                  <a:lnTo>
                    <a:pt x="2770117" y="468715"/>
                  </a:lnTo>
                  <a:lnTo>
                    <a:pt x="2818210" y="409947"/>
                  </a:lnTo>
                  <a:lnTo>
                    <a:pt x="2867892" y="356976"/>
                  </a:lnTo>
                  <a:lnTo>
                    <a:pt x="2919909" y="309516"/>
                  </a:lnTo>
                  <a:lnTo>
                    <a:pt x="2975092" y="267078"/>
                  </a:lnTo>
                  <a:lnTo>
                    <a:pt x="3034296" y="229108"/>
                  </a:lnTo>
                  <a:lnTo>
                    <a:pt x="3098322" y="195064"/>
                  </a:lnTo>
                  <a:lnTo>
                    <a:pt x="3167839" y="164469"/>
                  </a:lnTo>
                  <a:lnTo>
                    <a:pt x="3243261" y="136929"/>
                  </a:lnTo>
                  <a:lnTo>
                    <a:pt x="3324603" y="112151"/>
                  </a:lnTo>
                  <a:lnTo>
                    <a:pt x="3411299" y="89946"/>
                  </a:lnTo>
                  <a:lnTo>
                    <a:pt x="3502009" y="70227"/>
                  </a:lnTo>
                  <a:lnTo>
                    <a:pt x="3594485" y="52989"/>
                  </a:lnTo>
                  <a:lnTo>
                    <a:pt x="3685561" y="38280"/>
                  </a:lnTo>
                  <a:lnTo>
                    <a:pt x="3771360" y="26157"/>
                  </a:lnTo>
                  <a:lnTo>
                    <a:pt x="3847778" y="16628"/>
                  </a:lnTo>
                  <a:lnTo>
                    <a:pt x="3911186" y="9595"/>
                  </a:lnTo>
                  <a:lnTo>
                    <a:pt x="3959200" y="4829"/>
                  </a:lnTo>
                  <a:lnTo>
                    <a:pt x="3991264" y="1967"/>
                  </a:lnTo>
                  <a:lnTo>
                    <a:pt x="4008895" y="545"/>
                  </a:lnTo>
                  <a:lnTo>
                    <a:pt x="4015562" y="57"/>
                  </a:lnTo>
                  <a:lnTo>
                    <a:pt x="4016409" y="0"/>
                  </a:lnTo>
                  <a:lnTo>
                    <a:pt x="4538543" y="0"/>
                  </a:lnTo>
                  <a:lnTo>
                    <a:pt x="4539751" y="57"/>
                  </a:lnTo>
                  <a:lnTo>
                    <a:pt x="4547660" y="469"/>
                  </a:lnTo>
                  <a:lnTo>
                    <a:pt x="4567465" y="1608"/>
                  </a:lnTo>
                  <a:lnTo>
                    <a:pt x="4602538" y="3845"/>
                  </a:lnTo>
                  <a:lnTo>
                    <a:pt x="4654130" y="7512"/>
                  </a:lnTo>
                  <a:lnTo>
                    <a:pt x="4721300" y="12863"/>
                  </a:lnTo>
                  <a:lnTo>
                    <a:pt x="4801244" y="20047"/>
                  </a:lnTo>
                  <a:lnTo>
                    <a:pt x="4889987" y="29118"/>
                  </a:lnTo>
                  <a:lnTo>
                    <a:pt x="4983218" y="40058"/>
                  </a:lnTo>
                  <a:lnTo>
                    <a:pt x="5077013" y="52823"/>
                  </a:lnTo>
                  <a:lnTo>
                    <a:pt x="5168283" y="67386"/>
                  </a:lnTo>
                  <a:lnTo>
                    <a:pt x="5254933" y="83764"/>
                  </a:lnTo>
                  <a:lnTo>
                    <a:pt x="5335810" y="102043"/>
                  </a:lnTo>
                  <a:lnTo>
                    <a:pt x="5410521" y="122385"/>
                  </a:lnTo>
                  <a:lnTo>
                    <a:pt x="5479237" y="145032"/>
                  </a:lnTo>
                  <a:lnTo>
                    <a:pt x="5542498" y="170295"/>
                  </a:lnTo>
                  <a:lnTo>
                    <a:pt x="5601064" y="198546"/>
                  </a:lnTo>
                  <a:lnTo>
                    <a:pt x="5655808" y="230193"/>
                  </a:lnTo>
                  <a:lnTo>
                    <a:pt x="5707625" y="265635"/>
                  </a:lnTo>
                  <a:lnTo>
                    <a:pt x="5757361" y="305188"/>
                  </a:lnTo>
                  <a:lnTo>
                    <a:pt x="5784835" y="329418"/>
                  </a:lnTo>
                  <a:lnTo>
                    <a:pt x="5827115" y="369934"/>
                  </a:lnTo>
                  <a:lnTo>
                    <a:pt x="5868987" y="413808"/>
                  </a:lnTo>
                  <a:lnTo>
                    <a:pt x="5910761" y="461105"/>
                  </a:lnTo>
                  <a:lnTo>
                    <a:pt x="5952670" y="511820"/>
                  </a:lnTo>
                  <a:lnTo>
                    <a:pt x="5994877" y="565863"/>
                  </a:lnTo>
                  <a:lnTo>
                    <a:pt x="6037488" y="623062"/>
                  </a:lnTo>
                  <a:lnTo>
                    <a:pt x="6080549" y="683152"/>
                  </a:lnTo>
                  <a:lnTo>
                    <a:pt x="6124060" y="745777"/>
                  </a:lnTo>
                  <a:lnTo>
                    <a:pt x="6167974" y="810500"/>
                  </a:lnTo>
                  <a:lnTo>
                    <a:pt x="6212211" y="876807"/>
                  </a:lnTo>
                  <a:lnTo>
                    <a:pt x="6256661" y="944129"/>
                  </a:lnTo>
                  <a:lnTo>
                    <a:pt x="6301198" y="1011857"/>
                  </a:lnTo>
                  <a:lnTo>
                    <a:pt x="6345689" y="1079367"/>
                  </a:lnTo>
                  <a:lnTo>
                    <a:pt x="6390003" y="1146044"/>
                  </a:lnTo>
                  <a:lnTo>
                    <a:pt x="6434025" y="1211305"/>
                  </a:lnTo>
                  <a:lnTo>
                    <a:pt x="6477664" y="1274616"/>
                  </a:lnTo>
                  <a:lnTo>
                    <a:pt x="6520864" y="1335516"/>
                  </a:lnTo>
                  <a:lnTo>
                    <a:pt x="6563609" y="1393623"/>
                  </a:lnTo>
                  <a:lnTo>
                    <a:pt x="6605931" y="1448646"/>
                  </a:lnTo>
                  <a:lnTo>
                    <a:pt x="6647915" y="1500383"/>
                  </a:lnTo>
                  <a:lnTo>
                    <a:pt x="6689709" y="1548721"/>
                  </a:lnTo>
                  <a:lnTo>
                    <a:pt x="6731522" y="1593630"/>
                  </a:lnTo>
                  <a:lnTo>
                    <a:pt x="6773641" y="1635153"/>
                  </a:lnTo>
                  <a:lnTo>
                    <a:pt x="6786527" y="1647091"/>
                  </a:lnTo>
                  <a:lnTo>
                    <a:pt x="6835416" y="1689034"/>
                  </a:lnTo>
                  <a:lnTo>
                    <a:pt x="6885959" y="1726771"/>
                  </a:lnTo>
                  <a:lnTo>
                    <a:pt x="6938940" y="1760517"/>
                  </a:lnTo>
                  <a:lnTo>
                    <a:pt x="6995236" y="1790637"/>
                  </a:lnTo>
                  <a:lnTo>
                    <a:pt x="7055740" y="1817541"/>
                  </a:lnTo>
                  <a:lnTo>
                    <a:pt x="7121288" y="1841624"/>
                  </a:lnTo>
                  <a:lnTo>
                    <a:pt x="7192562" y="1863234"/>
                  </a:lnTo>
                  <a:lnTo>
                    <a:pt x="7269961" y="1882655"/>
                  </a:lnTo>
                  <a:lnTo>
                    <a:pt x="7353436" y="1900092"/>
                  </a:lnTo>
                  <a:lnTo>
                    <a:pt x="7442288" y="1915674"/>
                  </a:lnTo>
                  <a:lnTo>
                    <a:pt x="7534972" y="1929457"/>
                  </a:lnTo>
                  <a:lnTo>
                    <a:pt x="7628958" y="1941434"/>
                  </a:lnTo>
                  <a:lnTo>
                    <a:pt x="7720757" y="1951566"/>
                  </a:lnTo>
                  <a:lnTo>
                    <a:pt x="7806203" y="1959815"/>
                  </a:lnTo>
                  <a:lnTo>
                    <a:pt x="7881032" y="1966191"/>
                  </a:lnTo>
                  <a:lnTo>
                    <a:pt x="7941678" y="1970785"/>
                  </a:lnTo>
                  <a:lnTo>
                    <a:pt x="7986079" y="1973794"/>
                  </a:lnTo>
                  <a:lnTo>
                    <a:pt x="8014231" y="1975510"/>
                  </a:lnTo>
                  <a:lnTo>
                    <a:pt x="8028335" y="1976286"/>
                  </a:lnTo>
                  <a:lnTo>
                    <a:pt x="8032595" y="1976499"/>
                  </a:lnTo>
                  <a:lnTo>
                    <a:pt x="8032819" y="1976509"/>
                  </a:lnTo>
                  <a:lnTo>
                    <a:pt x="8554953" y="1976509"/>
                  </a:lnTo>
                  <a:lnTo>
                    <a:pt x="8554953" y="1976509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051" name="pl1051"/>
            <p:cNvSpPr/>
            <p:nvPr/>
          </p:nvSpPr>
          <p:spPr>
            <a:xfrm>
              <a:off x="386606" y="519179"/>
              <a:ext cx="8554953" cy="2812291"/>
            </a:xfrm>
            <a:custGeom>
              <a:avLst/>
              <a:pathLst>
                <a:path w="8554953" h="2812291">
                  <a:moveTo>
                    <a:pt x="8554953" y="1976509"/>
                  </a:moveTo>
                  <a:lnTo>
                    <a:pt x="8032819" y="1976509"/>
                  </a:lnTo>
                  <a:lnTo>
                    <a:pt x="8031611" y="1976452"/>
                  </a:lnTo>
                  <a:lnTo>
                    <a:pt x="8023702" y="1976040"/>
                  </a:lnTo>
                  <a:lnTo>
                    <a:pt x="8003897" y="1974901"/>
                  </a:lnTo>
                  <a:lnTo>
                    <a:pt x="7968824" y="1972664"/>
                  </a:lnTo>
                  <a:lnTo>
                    <a:pt x="7917232" y="1968996"/>
                  </a:lnTo>
                  <a:lnTo>
                    <a:pt x="7850062" y="1963646"/>
                  </a:lnTo>
                  <a:lnTo>
                    <a:pt x="7770118" y="1956462"/>
                  </a:lnTo>
                  <a:lnTo>
                    <a:pt x="7681375" y="1947391"/>
                  </a:lnTo>
                  <a:lnTo>
                    <a:pt x="7588144" y="1936451"/>
                  </a:lnTo>
                  <a:lnTo>
                    <a:pt x="7494349" y="1923686"/>
                  </a:lnTo>
                  <a:lnTo>
                    <a:pt x="7403079" y="1909123"/>
                  </a:lnTo>
                  <a:lnTo>
                    <a:pt x="7316429" y="1892745"/>
                  </a:lnTo>
                  <a:lnTo>
                    <a:pt x="7235552" y="1874466"/>
                  </a:lnTo>
                  <a:lnTo>
                    <a:pt x="7160841" y="1854124"/>
                  </a:lnTo>
                  <a:lnTo>
                    <a:pt x="7092125" y="1831477"/>
                  </a:lnTo>
                  <a:lnTo>
                    <a:pt x="7028864" y="1806214"/>
                  </a:lnTo>
                  <a:lnTo>
                    <a:pt x="6970298" y="1777963"/>
                  </a:lnTo>
                  <a:lnTo>
                    <a:pt x="6915554" y="1746316"/>
                  </a:lnTo>
                  <a:lnTo>
                    <a:pt x="6863737" y="1710874"/>
                  </a:lnTo>
                  <a:lnTo>
                    <a:pt x="6814001" y="1671321"/>
                  </a:lnTo>
                  <a:lnTo>
                    <a:pt x="6786527" y="1647091"/>
                  </a:lnTo>
                  <a:lnTo>
                    <a:pt x="6744247" y="1606575"/>
                  </a:lnTo>
                  <a:lnTo>
                    <a:pt x="6702375" y="1562701"/>
                  </a:lnTo>
                  <a:lnTo>
                    <a:pt x="6660601" y="1515404"/>
                  </a:lnTo>
                  <a:lnTo>
                    <a:pt x="6618692" y="1464689"/>
                  </a:lnTo>
                  <a:lnTo>
                    <a:pt x="6576485" y="1410646"/>
                  </a:lnTo>
                  <a:lnTo>
                    <a:pt x="6533874" y="1353447"/>
                  </a:lnTo>
                  <a:lnTo>
                    <a:pt x="6490813" y="1293357"/>
                  </a:lnTo>
                  <a:lnTo>
                    <a:pt x="6447302" y="1230732"/>
                  </a:lnTo>
                  <a:lnTo>
                    <a:pt x="6403388" y="1166009"/>
                  </a:lnTo>
                  <a:lnTo>
                    <a:pt x="6359151" y="1099702"/>
                  </a:lnTo>
                  <a:lnTo>
                    <a:pt x="6314701" y="1032380"/>
                  </a:lnTo>
                  <a:lnTo>
                    <a:pt x="6270164" y="964652"/>
                  </a:lnTo>
                  <a:lnTo>
                    <a:pt x="6225673" y="897142"/>
                  </a:lnTo>
                  <a:lnTo>
                    <a:pt x="6181359" y="830464"/>
                  </a:lnTo>
                  <a:lnTo>
                    <a:pt x="6137337" y="765204"/>
                  </a:lnTo>
                  <a:lnTo>
                    <a:pt x="6093697" y="701893"/>
                  </a:lnTo>
                  <a:lnTo>
                    <a:pt x="6050497" y="640993"/>
                  </a:lnTo>
                  <a:lnTo>
                    <a:pt x="6007753" y="582885"/>
                  </a:lnTo>
                  <a:lnTo>
                    <a:pt x="5965431" y="527862"/>
                  </a:lnTo>
                  <a:lnTo>
                    <a:pt x="5923447" y="476125"/>
                  </a:lnTo>
                  <a:lnTo>
                    <a:pt x="5881653" y="427788"/>
                  </a:lnTo>
                  <a:lnTo>
                    <a:pt x="5839840" y="382879"/>
                  </a:lnTo>
                  <a:lnTo>
                    <a:pt x="5797721" y="341356"/>
                  </a:lnTo>
                  <a:lnTo>
                    <a:pt x="5784835" y="329418"/>
                  </a:lnTo>
                  <a:lnTo>
                    <a:pt x="5735946" y="287475"/>
                  </a:lnTo>
                  <a:lnTo>
                    <a:pt x="5685403" y="249738"/>
                  </a:lnTo>
                  <a:lnTo>
                    <a:pt x="5632422" y="215992"/>
                  </a:lnTo>
                  <a:lnTo>
                    <a:pt x="5576126" y="185871"/>
                  </a:lnTo>
                  <a:lnTo>
                    <a:pt x="5515622" y="158968"/>
                  </a:lnTo>
                  <a:lnTo>
                    <a:pt x="5450074" y="134885"/>
                  </a:lnTo>
                  <a:lnTo>
                    <a:pt x="5378800" y="113275"/>
                  </a:lnTo>
                  <a:lnTo>
                    <a:pt x="5301401" y="93854"/>
                  </a:lnTo>
                  <a:lnTo>
                    <a:pt x="5217926" y="76417"/>
                  </a:lnTo>
                  <a:lnTo>
                    <a:pt x="5129074" y="60835"/>
                  </a:lnTo>
                  <a:lnTo>
                    <a:pt x="5036390" y="47052"/>
                  </a:lnTo>
                  <a:lnTo>
                    <a:pt x="4942404" y="35075"/>
                  </a:lnTo>
                  <a:lnTo>
                    <a:pt x="4850605" y="24943"/>
                  </a:lnTo>
                  <a:lnTo>
                    <a:pt x="4765159" y="16693"/>
                  </a:lnTo>
                  <a:lnTo>
                    <a:pt x="4690330" y="10318"/>
                  </a:lnTo>
                  <a:lnTo>
                    <a:pt x="4629684" y="5724"/>
                  </a:lnTo>
                  <a:lnTo>
                    <a:pt x="4585283" y="2715"/>
                  </a:lnTo>
                  <a:lnTo>
                    <a:pt x="4557131" y="999"/>
                  </a:lnTo>
                  <a:lnTo>
                    <a:pt x="4543027" y="223"/>
                  </a:lnTo>
                  <a:lnTo>
                    <a:pt x="4538767" y="10"/>
                  </a:lnTo>
                  <a:lnTo>
                    <a:pt x="4538543" y="0"/>
                  </a:lnTo>
                  <a:lnTo>
                    <a:pt x="4016409" y="0"/>
                  </a:lnTo>
                  <a:lnTo>
                    <a:pt x="4015257" y="78"/>
                  </a:lnTo>
                  <a:lnTo>
                    <a:pt x="4007708" y="636"/>
                  </a:lnTo>
                  <a:lnTo>
                    <a:pt x="3988773" y="2178"/>
                  </a:lnTo>
                  <a:lnTo>
                    <a:pt x="3955162" y="5210"/>
                  </a:lnTo>
                  <a:lnTo>
                    <a:pt x="3905566" y="10186"/>
                  </a:lnTo>
                  <a:lnTo>
                    <a:pt x="3840736" y="17458"/>
                  </a:lnTo>
                  <a:lnTo>
                    <a:pt x="3763214" y="27242"/>
                  </a:lnTo>
                  <a:lnTo>
                    <a:pt x="3676708" y="39622"/>
                  </a:lnTo>
                  <a:lnTo>
                    <a:pt x="3585329" y="54584"/>
                  </a:lnTo>
                  <a:lnTo>
                    <a:pt x="3492900" y="72070"/>
                  </a:lnTo>
                  <a:lnTo>
                    <a:pt x="3402503" y="92034"/>
                  </a:lnTo>
                  <a:lnTo>
                    <a:pt x="3316292" y="114488"/>
                  </a:lnTo>
                  <a:lnTo>
                    <a:pt x="3235522" y="139529"/>
                  </a:lnTo>
                  <a:lnTo>
                    <a:pt x="3160693" y="167358"/>
                  </a:lnTo>
                  <a:lnTo>
                    <a:pt x="3091744" y="198275"/>
                  </a:lnTo>
                  <a:lnTo>
                    <a:pt x="3028228" y="232685"/>
                  </a:lnTo>
                  <a:lnTo>
                    <a:pt x="2969460" y="271073"/>
                  </a:lnTo>
                  <a:lnTo>
                    <a:pt x="2914629" y="313984"/>
                  </a:lnTo>
                  <a:lnTo>
                    <a:pt x="2862880" y="361970"/>
                  </a:lnTo>
                  <a:lnTo>
                    <a:pt x="2813386" y="415508"/>
                  </a:lnTo>
                  <a:lnTo>
                    <a:pt x="2770117" y="468715"/>
                  </a:lnTo>
                  <a:lnTo>
                    <a:pt x="2732780" y="519340"/>
                  </a:lnTo>
                  <a:lnTo>
                    <a:pt x="2695792" y="573673"/>
                  </a:lnTo>
                  <a:lnTo>
                    <a:pt x="2658931" y="631791"/>
                  </a:lnTo>
                  <a:lnTo>
                    <a:pt x="2622022" y="693708"/>
                  </a:lnTo>
                  <a:lnTo>
                    <a:pt x="2584932" y="759373"/>
                  </a:lnTo>
                  <a:lnTo>
                    <a:pt x="2547570" y="828661"/>
                  </a:lnTo>
                  <a:lnTo>
                    <a:pt x="2509878" y="901370"/>
                  </a:lnTo>
                  <a:lnTo>
                    <a:pt x="2471832" y="977222"/>
                  </a:lnTo>
                  <a:lnTo>
                    <a:pt x="2433437" y="1055858"/>
                  </a:lnTo>
                  <a:lnTo>
                    <a:pt x="2394724" y="1136851"/>
                  </a:lnTo>
                  <a:lnTo>
                    <a:pt x="2355747" y="1219705"/>
                  </a:lnTo>
                  <a:lnTo>
                    <a:pt x="2316576" y="1303875"/>
                  </a:lnTo>
                  <a:lnTo>
                    <a:pt x="2277296" y="1388776"/>
                  </a:lnTo>
                  <a:lnTo>
                    <a:pt x="2237997" y="1473802"/>
                  </a:lnTo>
                  <a:lnTo>
                    <a:pt x="2198771" y="1558343"/>
                  </a:lnTo>
                  <a:lnTo>
                    <a:pt x="2159705" y="1641803"/>
                  </a:lnTo>
                  <a:lnTo>
                    <a:pt x="2120877" y="1723618"/>
                  </a:lnTo>
                  <a:lnTo>
                    <a:pt x="2082347" y="1803273"/>
                  </a:lnTo>
                  <a:lnTo>
                    <a:pt x="2044156" y="1880309"/>
                  </a:lnTo>
                  <a:lnTo>
                    <a:pt x="2006321" y="1954339"/>
                  </a:lnTo>
                  <a:lnTo>
                    <a:pt x="1968829" y="2025053"/>
                  </a:lnTo>
                  <a:lnTo>
                    <a:pt x="1931637" y="2092217"/>
                  </a:lnTo>
                  <a:lnTo>
                    <a:pt x="1894668" y="2155674"/>
                  </a:lnTo>
                  <a:lnTo>
                    <a:pt x="1857806" y="2215345"/>
                  </a:lnTo>
                  <a:lnTo>
                    <a:pt x="1820894" y="2271218"/>
                  </a:lnTo>
                  <a:lnTo>
                    <a:pt x="1783729" y="2323345"/>
                  </a:lnTo>
                  <a:lnTo>
                    <a:pt x="1768425" y="2343576"/>
                  </a:lnTo>
                  <a:lnTo>
                    <a:pt x="1720332" y="2402343"/>
                  </a:lnTo>
                  <a:lnTo>
                    <a:pt x="1670650" y="2455314"/>
                  </a:lnTo>
                  <a:lnTo>
                    <a:pt x="1618633" y="2502774"/>
                  </a:lnTo>
                  <a:lnTo>
                    <a:pt x="1563450" y="2545212"/>
                  </a:lnTo>
                  <a:lnTo>
                    <a:pt x="1504246" y="2583183"/>
                  </a:lnTo>
                  <a:lnTo>
                    <a:pt x="1440220" y="2617226"/>
                  </a:lnTo>
                  <a:lnTo>
                    <a:pt x="1370704" y="2647821"/>
                  </a:lnTo>
                  <a:lnTo>
                    <a:pt x="1295282" y="2675362"/>
                  </a:lnTo>
                  <a:lnTo>
                    <a:pt x="1213939" y="2700139"/>
                  </a:lnTo>
                  <a:lnTo>
                    <a:pt x="1127243" y="2722344"/>
                  </a:lnTo>
                  <a:lnTo>
                    <a:pt x="1036533" y="2742063"/>
                  </a:lnTo>
                  <a:lnTo>
                    <a:pt x="944057" y="2759302"/>
                  </a:lnTo>
                  <a:lnTo>
                    <a:pt x="852981" y="2774010"/>
                  </a:lnTo>
                  <a:lnTo>
                    <a:pt x="767182" y="2786133"/>
                  </a:lnTo>
                  <a:lnTo>
                    <a:pt x="690765" y="2795663"/>
                  </a:lnTo>
                  <a:lnTo>
                    <a:pt x="627356" y="2802695"/>
                  </a:lnTo>
                  <a:lnTo>
                    <a:pt x="579342" y="2807461"/>
                  </a:lnTo>
                  <a:lnTo>
                    <a:pt x="547278" y="2810324"/>
                  </a:lnTo>
                  <a:lnTo>
                    <a:pt x="529648" y="2811745"/>
                  </a:lnTo>
                  <a:lnTo>
                    <a:pt x="522980" y="2812234"/>
                  </a:lnTo>
                  <a:lnTo>
                    <a:pt x="522133" y="2812291"/>
                  </a:lnTo>
                  <a:lnTo>
                    <a:pt x="0" y="2812291"/>
                  </a:lnTo>
                  <a:lnTo>
                    <a:pt x="0" y="2812291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052" name="pg1052"/>
            <p:cNvSpPr/>
            <p:nvPr/>
          </p:nvSpPr>
          <p:spPr>
            <a:xfrm>
              <a:off x="386606" y="609533"/>
              <a:ext cx="8554953" cy="2733230"/>
            </a:xfrm>
            <a:custGeom>
              <a:avLst/>
              <a:pathLst>
                <a:path w="8554953" h="2733230">
                  <a:moveTo>
                    <a:pt x="0" y="2733230"/>
                  </a:moveTo>
                  <a:lnTo>
                    <a:pt x="522133" y="2733230"/>
                  </a:lnTo>
                  <a:lnTo>
                    <a:pt x="523291" y="2733154"/>
                  </a:lnTo>
                  <a:lnTo>
                    <a:pt x="530881" y="2732610"/>
                  </a:lnTo>
                  <a:lnTo>
                    <a:pt x="549913" y="2731106"/>
                  </a:lnTo>
                  <a:lnTo>
                    <a:pt x="583687" y="2728149"/>
                  </a:lnTo>
                  <a:lnTo>
                    <a:pt x="633508" y="2723296"/>
                  </a:lnTo>
                  <a:lnTo>
                    <a:pt x="698601" y="2716207"/>
                  </a:lnTo>
                  <a:lnTo>
                    <a:pt x="776398" y="2706669"/>
                  </a:lnTo>
                  <a:lnTo>
                    <a:pt x="863159" y="2694605"/>
                  </a:lnTo>
                  <a:lnTo>
                    <a:pt x="954750" y="2680028"/>
                  </a:lnTo>
                  <a:lnTo>
                    <a:pt x="1047337" y="2662994"/>
                  </a:lnTo>
                  <a:lnTo>
                    <a:pt x="1137837" y="2643549"/>
                  </a:lnTo>
                  <a:lnTo>
                    <a:pt x="1224102" y="2621680"/>
                  </a:lnTo>
                  <a:lnTo>
                    <a:pt x="1304887" y="2597288"/>
                  </a:lnTo>
                  <a:lnTo>
                    <a:pt x="1379704" y="2570177"/>
                  </a:lnTo>
                  <a:lnTo>
                    <a:pt x="1448627" y="2540050"/>
                  </a:lnTo>
                  <a:lnTo>
                    <a:pt x="1512114" y="2506511"/>
                  </a:lnTo>
                  <a:lnTo>
                    <a:pt x="1570859" y="2469084"/>
                  </a:lnTo>
                  <a:lnTo>
                    <a:pt x="1625678" y="2427238"/>
                  </a:lnTo>
                  <a:lnTo>
                    <a:pt x="1677432" y="2380434"/>
                  </a:lnTo>
                  <a:lnTo>
                    <a:pt x="1726951" y="2328212"/>
                  </a:lnTo>
                  <a:lnTo>
                    <a:pt x="1768425" y="2278633"/>
                  </a:lnTo>
                  <a:lnTo>
                    <a:pt x="1806203" y="2228928"/>
                  </a:lnTo>
                  <a:lnTo>
                    <a:pt x="1843627" y="2175539"/>
                  </a:lnTo>
                  <a:lnTo>
                    <a:pt x="1880925" y="2118391"/>
                  </a:lnTo>
                  <a:lnTo>
                    <a:pt x="1918279" y="2057471"/>
                  </a:lnTo>
                  <a:lnTo>
                    <a:pt x="1955822" y="1992833"/>
                  </a:lnTo>
                  <a:lnTo>
                    <a:pt x="1993648" y="1924607"/>
                  </a:lnTo>
                  <a:lnTo>
                    <a:pt x="2031815" y="1853001"/>
                  </a:lnTo>
                  <a:lnTo>
                    <a:pt x="2070346" y="1778301"/>
                  </a:lnTo>
                  <a:lnTo>
                    <a:pt x="2109232" y="1700874"/>
                  </a:lnTo>
                  <a:lnTo>
                    <a:pt x="2148438" y="1621156"/>
                  </a:lnTo>
                  <a:lnTo>
                    <a:pt x="2187907" y="1539652"/>
                  </a:lnTo>
                  <a:lnTo>
                    <a:pt x="2227563" y="1456915"/>
                  </a:lnTo>
                  <a:lnTo>
                    <a:pt x="2267319" y="1373537"/>
                  </a:lnTo>
                  <a:lnTo>
                    <a:pt x="2307079" y="1290129"/>
                  </a:lnTo>
                  <a:lnTo>
                    <a:pt x="2346749" y="1207302"/>
                  </a:lnTo>
                  <a:lnTo>
                    <a:pt x="2386240" y="1125651"/>
                  </a:lnTo>
                  <a:lnTo>
                    <a:pt x="2425475" y="1045735"/>
                  </a:lnTo>
                  <a:lnTo>
                    <a:pt x="2464394" y="968062"/>
                  </a:lnTo>
                  <a:lnTo>
                    <a:pt x="2502960" y="893077"/>
                  </a:lnTo>
                  <a:lnTo>
                    <a:pt x="2541163" y="821153"/>
                  </a:lnTo>
                  <a:lnTo>
                    <a:pt x="2579021" y="752585"/>
                  </a:lnTo>
                  <a:lnTo>
                    <a:pt x="2616588" y="687589"/>
                  </a:lnTo>
                  <a:lnTo>
                    <a:pt x="2653955" y="626300"/>
                  </a:lnTo>
                  <a:lnTo>
                    <a:pt x="2691252" y="568781"/>
                  </a:lnTo>
                  <a:lnTo>
                    <a:pt x="2728654" y="515025"/>
                  </a:lnTo>
                  <a:lnTo>
                    <a:pt x="2766385" y="464963"/>
                  </a:lnTo>
                  <a:lnTo>
                    <a:pt x="2770117" y="460244"/>
                  </a:lnTo>
                  <a:lnTo>
                    <a:pt x="2818300" y="403146"/>
                  </a:lnTo>
                  <a:lnTo>
                    <a:pt x="2868080" y="351691"/>
                  </a:lnTo>
                  <a:lnTo>
                    <a:pt x="2920205" y="305599"/>
                  </a:lnTo>
                  <a:lnTo>
                    <a:pt x="2975514" y="264393"/>
                  </a:lnTo>
                  <a:lnTo>
                    <a:pt x="3034864" y="227532"/>
                  </a:lnTo>
                  <a:lnTo>
                    <a:pt x="3099061" y="194490"/>
                  </a:lnTo>
                  <a:lnTo>
                    <a:pt x="3168775" y="164799"/>
                  </a:lnTo>
                  <a:lnTo>
                    <a:pt x="3244420" y="138078"/>
                  </a:lnTo>
                  <a:lnTo>
                    <a:pt x="3326003" y="114042"/>
                  </a:lnTo>
                  <a:lnTo>
                    <a:pt x="3412943" y="92510"/>
                  </a:lnTo>
                  <a:lnTo>
                    <a:pt x="3503879" y="73395"/>
                  </a:lnTo>
                  <a:lnTo>
                    <a:pt x="3596532" y="56697"/>
                  </a:lnTo>
                  <a:lnTo>
                    <a:pt x="3687699" y="42462"/>
                  </a:lnTo>
                  <a:lnTo>
                    <a:pt x="3773471" y="30746"/>
                  </a:lnTo>
                  <a:lnTo>
                    <a:pt x="3849724" y="21553"/>
                  </a:lnTo>
                  <a:lnTo>
                    <a:pt x="3912833" y="14787"/>
                  </a:lnTo>
                  <a:lnTo>
                    <a:pt x="3960446" y="10218"/>
                  </a:lnTo>
                  <a:lnTo>
                    <a:pt x="3992068" y="7489"/>
                  </a:lnTo>
                  <a:lnTo>
                    <a:pt x="4009289" y="6146"/>
                  </a:lnTo>
                  <a:lnTo>
                    <a:pt x="4015660" y="5695"/>
                  </a:lnTo>
                  <a:lnTo>
                    <a:pt x="4016409" y="5647"/>
                  </a:lnTo>
                  <a:lnTo>
                    <a:pt x="4538543" y="5647"/>
                  </a:lnTo>
                  <a:lnTo>
                    <a:pt x="4539707" y="5721"/>
                  </a:lnTo>
                  <a:lnTo>
                    <a:pt x="4547330" y="6253"/>
                  </a:lnTo>
                  <a:lnTo>
                    <a:pt x="4566445" y="7724"/>
                  </a:lnTo>
                  <a:lnTo>
                    <a:pt x="4600359" y="10615"/>
                  </a:lnTo>
                  <a:lnTo>
                    <a:pt x="4650370" y="15358"/>
                  </a:lnTo>
                  <a:lnTo>
                    <a:pt x="4715688" y="22288"/>
                  </a:lnTo>
                  <a:lnTo>
                    <a:pt x="4793717" y="31608"/>
                  </a:lnTo>
                  <a:lnTo>
                    <a:pt x="4880694" y="43395"/>
                  </a:lnTo>
                  <a:lnTo>
                    <a:pt x="4972466" y="57635"/>
                  </a:lnTo>
                  <a:lnTo>
                    <a:pt x="5065187" y="74270"/>
                  </a:lnTo>
                  <a:lnTo>
                    <a:pt x="5155773" y="93260"/>
                  </a:lnTo>
                  <a:lnTo>
                    <a:pt x="5242082" y="114618"/>
                  </a:lnTo>
                  <a:lnTo>
                    <a:pt x="5322879" y="138440"/>
                  </a:lnTo>
                  <a:lnTo>
                    <a:pt x="5397686" y="164921"/>
                  </a:lnTo>
                  <a:lnTo>
                    <a:pt x="5466588" y="194354"/>
                  </a:lnTo>
                  <a:lnTo>
                    <a:pt x="5530050" y="227127"/>
                  </a:lnTo>
                  <a:lnTo>
                    <a:pt x="5588774" y="263708"/>
                  </a:lnTo>
                  <a:lnTo>
                    <a:pt x="5643584" y="304618"/>
                  </a:lnTo>
                  <a:lnTo>
                    <a:pt x="5695343" y="350381"/>
                  </a:lnTo>
                  <a:lnTo>
                    <a:pt x="5744883" y="401443"/>
                  </a:lnTo>
                  <a:lnTo>
                    <a:pt x="5784835" y="448008"/>
                  </a:lnTo>
                  <a:lnTo>
                    <a:pt x="5823006" y="496900"/>
                  </a:lnTo>
                  <a:lnTo>
                    <a:pt x="5860817" y="549453"/>
                  </a:lnTo>
                  <a:lnTo>
                    <a:pt x="5898505" y="605741"/>
                  </a:lnTo>
                  <a:lnTo>
                    <a:pt x="5936254" y="665776"/>
                  </a:lnTo>
                  <a:lnTo>
                    <a:pt x="5974201" y="729501"/>
                  </a:lnTo>
                  <a:lnTo>
                    <a:pt x="6012442" y="796781"/>
                  </a:lnTo>
                  <a:lnTo>
                    <a:pt x="6051032" y="867405"/>
                  </a:lnTo>
                  <a:lnTo>
                    <a:pt x="6089994" y="941078"/>
                  </a:lnTo>
                  <a:lnTo>
                    <a:pt x="6129317" y="1017427"/>
                  </a:lnTo>
                  <a:lnTo>
                    <a:pt x="6168962" y="1096007"/>
                  </a:lnTo>
                  <a:lnTo>
                    <a:pt x="6208869" y="1176307"/>
                  </a:lnTo>
                  <a:lnTo>
                    <a:pt x="6248957" y="1257765"/>
                  </a:lnTo>
                  <a:lnTo>
                    <a:pt x="6289134" y="1339785"/>
                  </a:lnTo>
                  <a:lnTo>
                    <a:pt x="6329302" y="1421752"/>
                  </a:lnTo>
                  <a:lnTo>
                    <a:pt x="6369365" y="1503052"/>
                  </a:lnTo>
                  <a:lnTo>
                    <a:pt x="6409232" y="1583095"/>
                  </a:lnTo>
                  <a:lnTo>
                    <a:pt x="6448826" y="1661327"/>
                  </a:lnTo>
                  <a:lnTo>
                    <a:pt x="6488088" y="1737246"/>
                  </a:lnTo>
                  <a:lnTo>
                    <a:pt x="6526986" y="1810419"/>
                  </a:lnTo>
                  <a:lnTo>
                    <a:pt x="6565514" y="1880487"/>
                  </a:lnTo>
                  <a:lnTo>
                    <a:pt x="6603700" y="1947170"/>
                  </a:lnTo>
                  <a:lnTo>
                    <a:pt x="6641605" y="2010268"/>
                  </a:lnTo>
                  <a:lnTo>
                    <a:pt x="6679332" y="2069661"/>
                  </a:lnTo>
                  <a:lnTo>
                    <a:pt x="6717027" y="2125305"/>
                  </a:lnTo>
                  <a:lnTo>
                    <a:pt x="6754882" y="2177222"/>
                  </a:lnTo>
                  <a:lnTo>
                    <a:pt x="6786527" y="2217455"/>
                  </a:lnTo>
                  <a:lnTo>
                    <a:pt x="6834787" y="2273099"/>
                  </a:lnTo>
                  <a:lnTo>
                    <a:pt x="6884649" y="2323235"/>
                  </a:lnTo>
                  <a:lnTo>
                    <a:pt x="6936866" y="2368137"/>
                  </a:lnTo>
                  <a:lnTo>
                    <a:pt x="6992282" y="2408272"/>
                  </a:lnTo>
                  <a:lnTo>
                    <a:pt x="7051756" y="2444169"/>
                  </a:lnTo>
                  <a:lnTo>
                    <a:pt x="7116099" y="2476343"/>
                  </a:lnTo>
                  <a:lnTo>
                    <a:pt x="7185981" y="2505249"/>
                  </a:lnTo>
                  <a:lnTo>
                    <a:pt x="7261815" y="2531259"/>
                  </a:lnTo>
                  <a:lnTo>
                    <a:pt x="7343603" y="2554651"/>
                  </a:lnTo>
                  <a:lnTo>
                    <a:pt x="7430750" y="2575601"/>
                  </a:lnTo>
                  <a:lnTo>
                    <a:pt x="7521877" y="2594192"/>
                  </a:lnTo>
                  <a:lnTo>
                    <a:pt x="7614679" y="2610423"/>
                  </a:lnTo>
                  <a:lnTo>
                    <a:pt x="7705922" y="2624249"/>
                  </a:lnTo>
                  <a:lnTo>
                    <a:pt x="7791669" y="2635615"/>
                  </a:lnTo>
                  <a:lnTo>
                    <a:pt x="7867778" y="2644520"/>
                  </a:lnTo>
                  <a:lnTo>
                    <a:pt x="7930631" y="2651059"/>
                  </a:lnTo>
                  <a:lnTo>
                    <a:pt x="7977902" y="2655461"/>
                  </a:lnTo>
                  <a:lnTo>
                    <a:pt x="8009148" y="2658077"/>
                  </a:lnTo>
                  <a:lnTo>
                    <a:pt x="8026022" y="2659354"/>
                  </a:lnTo>
                  <a:lnTo>
                    <a:pt x="8032148" y="2659775"/>
                  </a:lnTo>
                  <a:lnTo>
                    <a:pt x="8032819" y="2659817"/>
                  </a:lnTo>
                  <a:lnTo>
                    <a:pt x="8554953" y="2659817"/>
                  </a:lnTo>
                  <a:lnTo>
                    <a:pt x="8554953" y="2654170"/>
                  </a:lnTo>
                  <a:lnTo>
                    <a:pt x="8032819" y="2654170"/>
                  </a:lnTo>
                  <a:lnTo>
                    <a:pt x="8031655" y="2654095"/>
                  </a:lnTo>
                  <a:lnTo>
                    <a:pt x="8024032" y="2653563"/>
                  </a:lnTo>
                  <a:lnTo>
                    <a:pt x="8004917" y="2652093"/>
                  </a:lnTo>
                  <a:lnTo>
                    <a:pt x="7971003" y="2649202"/>
                  </a:lnTo>
                  <a:lnTo>
                    <a:pt x="7920992" y="2644458"/>
                  </a:lnTo>
                  <a:lnTo>
                    <a:pt x="7855674" y="2637528"/>
                  </a:lnTo>
                  <a:lnTo>
                    <a:pt x="7777645" y="2628209"/>
                  </a:lnTo>
                  <a:lnTo>
                    <a:pt x="7690668" y="2616421"/>
                  </a:lnTo>
                  <a:lnTo>
                    <a:pt x="7598896" y="2602182"/>
                  </a:lnTo>
                  <a:lnTo>
                    <a:pt x="7506175" y="2585546"/>
                  </a:lnTo>
                  <a:lnTo>
                    <a:pt x="7415589" y="2566557"/>
                  </a:lnTo>
                  <a:lnTo>
                    <a:pt x="7329280" y="2545199"/>
                  </a:lnTo>
                  <a:lnTo>
                    <a:pt x="7248483" y="2521377"/>
                  </a:lnTo>
                  <a:lnTo>
                    <a:pt x="7173676" y="2494896"/>
                  </a:lnTo>
                  <a:lnTo>
                    <a:pt x="7104774" y="2465462"/>
                  </a:lnTo>
                  <a:lnTo>
                    <a:pt x="7041312" y="2432689"/>
                  </a:lnTo>
                  <a:lnTo>
                    <a:pt x="6982588" y="2396108"/>
                  </a:lnTo>
                  <a:lnTo>
                    <a:pt x="6927778" y="2355199"/>
                  </a:lnTo>
                  <a:lnTo>
                    <a:pt x="6876019" y="2309436"/>
                  </a:lnTo>
                  <a:lnTo>
                    <a:pt x="6826479" y="2258374"/>
                  </a:lnTo>
                  <a:lnTo>
                    <a:pt x="6786527" y="2211808"/>
                  </a:lnTo>
                  <a:lnTo>
                    <a:pt x="6748356" y="2162917"/>
                  </a:lnTo>
                  <a:lnTo>
                    <a:pt x="6710545" y="2110364"/>
                  </a:lnTo>
                  <a:lnTo>
                    <a:pt x="6672857" y="2054076"/>
                  </a:lnTo>
                  <a:lnTo>
                    <a:pt x="6635108" y="1994040"/>
                  </a:lnTo>
                  <a:lnTo>
                    <a:pt x="6597161" y="1930316"/>
                  </a:lnTo>
                  <a:lnTo>
                    <a:pt x="6558920" y="1863035"/>
                  </a:lnTo>
                  <a:lnTo>
                    <a:pt x="6520330" y="1792412"/>
                  </a:lnTo>
                  <a:lnTo>
                    <a:pt x="6481368" y="1718739"/>
                  </a:lnTo>
                  <a:lnTo>
                    <a:pt x="6442045" y="1642389"/>
                  </a:lnTo>
                  <a:lnTo>
                    <a:pt x="6402400" y="1563809"/>
                  </a:lnTo>
                  <a:lnTo>
                    <a:pt x="6362493" y="1483510"/>
                  </a:lnTo>
                  <a:lnTo>
                    <a:pt x="6322405" y="1402051"/>
                  </a:lnTo>
                  <a:lnTo>
                    <a:pt x="6282228" y="1320032"/>
                  </a:lnTo>
                  <a:lnTo>
                    <a:pt x="6242060" y="1238065"/>
                  </a:lnTo>
                  <a:lnTo>
                    <a:pt x="6201997" y="1156764"/>
                  </a:lnTo>
                  <a:lnTo>
                    <a:pt x="6162130" y="1076721"/>
                  </a:lnTo>
                  <a:lnTo>
                    <a:pt x="6122536" y="998490"/>
                  </a:lnTo>
                  <a:lnTo>
                    <a:pt x="6083273" y="922571"/>
                  </a:lnTo>
                  <a:lnTo>
                    <a:pt x="6044375" y="849397"/>
                  </a:lnTo>
                  <a:lnTo>
                    <a:pt x="6005847" y="779329"/>
                  </a:lnTo>
                  <a:lnTo>
                    <a:pt x="5967662" y="712647"/>
                  </a:lnTo>
                  <a:lnTo>
                    <a:pt x="5929757" y="649549"/>
                  </a:lnTo>
                  <a:lnTo>
                    <a:pt x="5892030" y="590155"/>
                  </a:lnTo>
                  <a:lnTo>
                    <a:pt x="5854335" y="534512"/>
                  </a:lnTo>
                  <a:lnTo>
                    <a:pt x="5816480" y="482595"/>
                  </a:lnTo>
                  <a:lnTo>
                    <a:pt x="5784835" y="442361"/>
                  </a:lnTo>
                  <a:lnTo>
                    <a:pt x="5736575" y="386718"/>
                  </a:lnTo>
                  <a:lnTo>
                    <a:pt x="5686713" y="336582"/>
                  </a:lnTo>
                  <a:lnTo>
                    <a:pt x="5634496" y="291680"/>
                  </a:lnTo>
                  <a:lnTo>
                    <a:pt x="5579080" y="251545"/>
                  </a:lnTo>
                  <a:lnTo>
                    <a:pt x="5519606" y="215648"/>
                  </a:lnTo>
                  <a:lnTo>
                    <a:pt x="5455263" y="183474"/>
                  </a:lnTo>
                  <a:lnTo>
                    <a:pt x="5385381" y="154568"/>
                  </a:lnTo>
                  <a:lnTo>
                    <a:pt x="5309547" y="128557"/>
                  </a:lnTo>
                  <a:lnTo>
                    <a:pt x="5227759" y="105166"/>
                  </a:lnTo>
                  <a:lnTo>
                    <a:pt x="5140612" y="84215"/>
                  </a:lnTo>
                  <a:lnTo>
                    <a:pt x="5049485" y="65625"/>
                  </a:lnTo>
                  <a:lnTo>
                    <a:pt x="4956683" y="49393"/>
                  </a:lnTo>
                  <a:lnTo>
                    <a:pt x="4865440" y="35568"/>
                  </a:lnTo>
                  <a:lnTo>
                    <a:pt x="4779693" y="24201"/>
                  </a:lnTo>
                  <a:lnTo>
                    <a:pt x="4703584" y="15297"/>
                  </a:lnTo>
                  <a:lnTo>
                    <a:pt x="4640731" y="8757"/>
                  </a:lnTo>
                  <a:lnTo>
                    <a:pt x="4593460" y="4356"/>
                  </a:lnTo>
                  <a:lnTo>
                    <a:pt x="4562214" y="1739"/>
                  </a:lnTo>
                  <a:lnTo>
                    <a:pt x="4545340" y="463"/>
                  </a:lnTo>
                  <a:lnTo>
                    <a:pt x="4539214" y="42"/>
                  </a:lnTo>
                  <a:lnTo>
                    <a:pt x="4538543" y="0"/>
                  </a:lnTo>
                  <a:lnTo>
                    <a:pt x="4016409" y="0"/>
                  </a:lnTo>
                  <a:lnTo>
                    <a:pt x="4015251" y="76"/>
                  </a:lnTo>
                  <a:lnTo>
                    <a:pt x="4007662" y="620"/>
                  </a:lnTo>
                  <a:lnTo>
                    <a:pt x="3988629" y="2124"/>
                  </a:lnTo>
                  <a:lnTo>
                    <a:pt x="3954855" y="5081"/>
                  </a:lnTo>
                  <a:lnTo>
                    <a:pt x="3905034" y="9933"/>
                  </a:lnTo>
                  <a:lnTo>
                    <a:pt x="3839941" y="17023"/>
                  </a:lnTo>
                  <a:lnTo>
                    <a:pt x="3762144" y="26560"/>
                  </a:lnTo>
                  <a:lnTo>
                    <a:pt x="3675383" y="38625"/>
                  </a:lnTo>
                  <a:lnTo>
                    <a:pt x="3583792" y="53202"/>
                  </a:lnTo>
                  <a:lnTo>
                    <a:pt x="3491205" y="70235"/>
                  </a:lnTo>
                  <a:lnTo>
                    <a:pt x="3400705" y="89680"/>
                  </a:lnTo>
                  <a:lnTo>
                    <a:pt x="3314441" y="111550"/>
                  </a:lnTo>
                  <a:lnTo>
                    <a:pt x="3233655" y="135942"/>
                  </a:lnTo>
                  <a:lnTo>
                    <a:pt x="3158838" y="163053"/>
                  </a:lnTo>
                  <a:lnTo>
                    <a:pt x="3089915" y="193180"/>
                  </a:lnTo>
                  <a:lnTo>
                    <a:pt x="3026428" y="226719"/>
                  </a:lnTo>
                  <a:lnTo>
                    <a:pt x="2967684" y="264145"/>
                  </a:lnTo>
                  <a:lnTo>
                    <a:pt x="2912864" y="305992"/>
                  </a:lnTo>
                  <a:lnTo>
                    <a:pt x="2861110" y="352796"/>
                  </a:lnTo>
                  <a:lnTo>
                    <a:pt x="2811592" y="405017"/>
                  </a:lnTo>
                  <a:lnTo>
                    <a:pt x="2770117" y="454597"/>
                  </a:lnTo>
                  <a:lnTo>
                    <a:pt x="2732339" y="504302"/>
                  </a:lnTo>
                  <a:lnTo>
                    <a:pt x="2694915" y="557691"/>
                  </a:lnTo>
                  <a:lnTo>
                    <a:pt x="2657617" y="614839"/>
                  </a:lnTo>
                  <a:lnTo>
                    <a:pt x="2620263" y="675759"/>
                  </a:lnTo>
                  <a:lnTo>
                    <a:pt x="2582720" y="740397"/>
                  </a:lnTo>
                  <a:lnTo>
                    <a:pt x="2544894" y="808622"/>
                  </a:lnTo>
                  <a:lnTo>
                    <a:pt x="2506727" y="880229"/>
                  </a:lnTo>
                  <a:lnTo>
                    <a:pt x="2468196" y="954928"/>
                  </a:lnTo>
                  <a:lnTo>
                    <a:pt x="2429311" y="1032356"/>
                  </a:lnTo>
                  <a:lnTo>
                    <a:pt x="2390104" y="1112074"/>
                  </a:lnTo>
                  <a:lnTo>
                    <a:pt x="2350635" y="1193578"/>
                  </a:lnTo>
                  <a:lnTo>
                    <a:pt x="2310979" y="1276315"/>
                  </a:lnTo>
                  <a:lnTo>
                    <a:pt x="2271223" y="1359693"/>
                  </a:lnTo>
                  <a:lnTo>
                    <a:pt x="2231463" y="1443101"/>
                  </a:lnTo>
                  <a:lnTo>
                    <a:pt x="2191793" y="1525928"/>
                  </a:lnTo>
                  <a:lnTo>
                    <a:pt x="2152302" y="1607579"/>
                  </a:lnTo>
                  <a:lnTo>
                    <a:pt x="2113067" y="1687495"/>
                  </a:lnTo>
                  <a:lnTo>
                    <a:pt x="2074148" y="1765168"/>
                  </a:lnTo>
                  <a:lnTo>
                    <a:pt x="2035582" y="1840152"/>
                  </a:lnTo>
                  <a:lnTo>
                    <a:pt x="1997379" y="1912076"/>
                  </a:lnTo>
                  <a:lnTo>
                    <a:pt x="1959521" y="1980644"/>
                  </a:lnTo>
                  <a:lnTo>
                    <a:pt x="1921954" y="2045641"/>
                  </a:lnTo>
                  <a:lnTo>
                    <a:pt x="1884587" y="2106930"/>
                  </a:lnTo>
                  <a:lnTo>
                    <a:pt x="1847290" y="2164449"/>
                  </a:lnTo>
                  <a:lnTo>
                    <a:pt x="1809889" y="2218205"/>
                  </a:lnTo>
                  <a:lnTo>
                    <a:pt x="1772157" y="2268266"/>
                  </a:lnTo>
                  <a:lnTo>
                    <a:pt x="1768425" y="2272986"/>
                  </a:lnTo>
                  <a:lnTo>
                    <a:pt x="1720242" y="2330083"/>
                  </a:lnTo>
                  <a:lnTo>
                    <a:pt x="1670462" y="2381539"/>
                  </a:lnTo>
                  <a:lnTo>
                    <a:pt x="1618337" y="2427631"/>
                  </a:lnTo>
                  <a:lnTo>
                    <a:pt x="1563028" y="2468836"/>
                  </a:lnTo>
                  <a:lnTo>
                    <a:pt x="1503678" y="2505697"/>
                  </a:lnTo>
                  <a:lnTo>
                    <a:pt x="1439481" y="2538740"/>
                  </a:lnTo>
                  <a:lnTo>
                    <a:pt x="1369767" y="2568431"/>
                  </a:lnTo>
                  <a:lnTo>
                    <a:pt x="1294122" y="2595152"/>
                  </a:lnTo>
                  <a:lnTo>
                    <a:pt x="1212539" y="2619188"/>
                  </a:lnTo>
                  <a:lnTo>
                    <a:pt x="1125599" y="2640720"/>
                  </a:lnTo>
                  <a:lnTo>
                    <a:pt x="1034663" y="2659834"/>
                  </a:lnTo>
                  <a:lnTo>
                    <a:pt x="942010" y="2676533"/>
                  </a:lnTo>
                  <a:lnTo>
                    <a:pt x="850843" y="2690768"/>
                  </a:lnTo>
                  <a:lnTo>
                    <a:pt x="765071" y="2702484"/>
                  </a:lnTo>
                  <a:lnTo>
                    <a:pt x="688819" y="2711677"/>
                  </a:lnTo>
                  <a:lnTo>
                    <a:pt x="625709" y="2718443"/>
                  </a:lnTo>
                  <a:lnTo>
                    <a:pt x="578096" y="2723012"/>
                  </a:lnTo>
                  <a:lnTo>
                    <a:pt x="546474" y="2725741"/>
                  </a:lnTo>
                  <a:lnTo>
                    <a:pt x="529254" y="2727083"/>
                  </a:lnTo>
                  <a:lnTo>
                    <a:pt x="522882" y="2727534"/>
                  </a:lnTo>
                  <a:lnTo>
                    <a:pt x="522133" y="2727583"/>
                  </a:lnTo>
                  <a:lnTo>
                    <a:pt x="0" y="2727583"/>
                  </a:lnTo>
                  <a:close/>
                </a:path>
              </a:pathLst>
            </a:custGeom>
            <a:solidFill>
              <a:srgbClr val="F28E5B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1053" name="pl1053"/>
            <p:cNvSpPr/>
            <p:nvPr/>
          </p:nvSpPr>
          <p:spPr>
            <a:xfrm>
              <a:off x="386606" y="615181"/>
              <a:ext cx="8554953" cy="2727583"/>
            </a:xfrm>
            <a:custGeom>
              <a:avLst/>
              <a:pathLst>
                <a:path w="8554953" h="2727583">
                  <a:moveTo>
                    <a:pt x="0" y="2727583"/>
                  </a:moveTo>
                  <a:lnTo>
                    <a:pt x="522133" y="2727583"/>
                  </a:lnTo>
                  <a:lnTo>
                    <a:pt x="523291" y="2727507"/>
                  </a:lnTo>
                  <a:lnTo>
                    <a:pt x="530881" y="2726963"/>
                  </a:lnTo>
                  <a:lnTo>
                    <a:pt x="549913" y="2725458"/>
                  </a:lnTo>
                  <a:lnTo>
                    <a:pt x="583687" y="2722502"/>
                  </a:lnTo>
                  <a:lnTo>
                    <a:pt x="633508" y="2717649"/>
                  </a:lnTo>
                  <a:lnTo>
                    <a:pt x="698601" y="2710559"/>
                  </a:lnTo>
                  <a:lnTo>
                    <a:pt x="776398" y="2701022"/>
                  </a:lnTo>
                  <a:lnTo>
                    <a:pt x="863159" y="2688958"/>
                  </a:lnTo>
                  <a:lnTo>
                    <a:pt x="954750" y="2674380"/>
                  </a:lnTo>
                  <a:lnTo>
                    <a:pt x="1047337" y="2657347"/>
                  </a:lnTo>
                  <a:lnTo>
                    <a:pt x="1137837" y="2637902"/>
                  </a:lnTo>
                  <a:lnTo>
                    <a:pt x="1224102" y="2616033"/>
                  </a:lnTo>
                  <a:lnTo>
                    <a:pt x="1304887" y="2591641"/>
                  </a:lnTo>
                  <a:lnTo>
                    <a:pt x="1379704" y="2564530"/>
                  </a:lnTo>
                  <a:lnTo>
                    <a:pt x="1448627" y="2534403"/>
                  </a:lnTo>
                  <a:lnTo>
                    <a:pt x="1512114" y="2500864"/>
                  </a:lnTo>
                  <a:lnTo>
                    <a:pt x="1570859" y="2463437"/>
                  </a:lnTo>
                  <a:lnTo>
                    <a:pt x="1625678" y="2421591"/>
                  </a:lnTo>
                  <a:lnTo>
                    <a:pt x="1677432" y="2374787"/>
                  </a:lnTo>
                  <a:lnTo>
                    <a:pt x="1726951" y="2322565"/>
                  </a:lnTo>
                  <a:lnTo>
                    <a:pt x="1768425" y="2272986"/>
                  </a:lnTo>
                  <a:lnTo>
                    <a:pt x="1806203" y="2223281"/>
                  </a:lnTo>
                  <a:lnTo>
                    <a:pt x="1843627" y="2169892"/>
                  </a:lnTo>
                  <a:lnTo>
                    <a:pt x="1880925" y="2112744"/>
                  </a:lnTo>
                  <a:lnTo>
                    <a:pt x="1918279" y="2051823"/>
                  </a:lnTo>
                  <a:lnTo>
                    <a:pt x="1955822" y="1987186"/>
                  </a:lnTo>
                  <a:lnTo>
                    <a:pt x="1993648" y="1918960"/>
                  </a:lnTo>
                  <a:lnTo>
                    <a:pt x="2031815" y="1847354"/>
                  </a:lnTo>
                  <a:lnTo>
                    <a:pt x="2070346" y="1772654"/>
                  </a:lnTo>
                  <a:lnTo>
                    <a:pt x="2109232" y="1695226"/>
                  </a:lnTo>
                  <a:lnTo>
                    <a:pt x="2148438" y="1615509"/>
                  </a:lnTo>
                  <a:lnTo>
                    <a:pt x="2187907" y="1534005"/>
                  </a:lnTo>
                  <a:lnTo>
                    <a:pt x="2227563" y="1451268"/>
                  </a:lnTo>
                  <a:lnTo>
                    <a:pt x="2267319" y="1367890"/>
                  </a:lnTo>
                  <a:lnTo>
                    <a:pt x="2307079" y="1284481"/>
                  </a:lnTo>
                  <a:lnTo>
                    <a:pt x="2346749" y="1201655"/>
                  </a:lnTo>
                  <a:lnTo>
                    <a:pt x="2386240" y="1120004"/>
                  </a:lnTo>
                  <a:lnTo>
                    <a:pt x="2425475" y="1040088"/>
                  </a:lnTo>
                  <a:lnTo>
                    <a:pt x="2464394" y="962415"/>
                  </a:lnTo>
                  <a:lnTo>
                    <a:pt x="2502960" y="887430"/>
                  </a:lnTo>
                  <a:lnTo>
                    <a:pt x="2541163" y="815506"/>
                  </a:lnTo>
                  <a:lnTo>
                    <a:pt x="2579021" y="746938"/>
                  </a:lnTo>
                  <a:lnTo>
                    <a:pt x="2616588" y="681941"/>
                  </a:lnTo>
                  <a:lnTo>
                    <a:pt x="2653955" y="620653"/>
                  </a:lnTo>
                  <a:lnTo>
                    <a:pt x="2691252" y="563134"/>
                  </a:lnTo>
                  <a:lnTo>
                    <a:pt x="2728654" y="509378"/>
                  </a:lnTo>
                  <a:lnTo>
                    <a:pt x="2766385" y="459316"/>
                  </a:lnTo>
                  <a:lnTo>
                    <a:pt x="2770117" y="454597"/>
                  </a:lnTo>
                  <a:lnTo>
                    <a:pt x="2818300" y="397499"/>
                  </a:lnTo>
                  <a:lnTo>
                    <a:pt x="2868080" y="346044"/>
                  </a:lnTo>
                  <a:lnTo>
                    <a:pt x="2920205" y="299952"/>
                  </a:lnTo>
                  <a:lnTo>
                    <a:pt x="2975514" y="258746"/>
                  </a:lnTo>
                  <a:lnTo>
                    <a:pt x="3034864" y="221885"/>
                  </a:lnTo>
                  <a:lnTo>
                    <a:pt x="3099061" y="188842"/>
                  </a:lnTo>
                  <a:lnTo>
                    <a:pt x="3168775" y="159151"/>
                  </a:lnTo>
                  <a:lnTo>
                    <a:pt x="3244420" y="132430"/>
                  </a:lnTo>
                  <a:lnTo>
                    <a:pt x="3326003" y="108395"/>
                  </a:lnTo>
                  <a:lnTo>
                    <a:pt x="3412943" y="86862"/>
                  </a:lnTo>
                  <a:lnTo>
                    <a:pt x="3503879" y="67748"/>
                  </a:lnTo>
                  <a:lnTo>
                    <a:pt x="3596532" y="51050"/>
                  </a:lnTo>
                  <a:lnTo>
                    <a:pt x="3687699" y="36815"/>
                  </a:lnTo>
                  <a:lnTo>
                    <a:pt x="3773471" y="25099"/>
                  </a:lnTo>
                  <a:lnTo>
                    <a:pt x="3849724" y="15906"/>
                  </a:lnTo>
                  <a:lnTo>
                    <a:pt x="3912833" y="9140"/>
                  </a:lnTo>
                  <a:lnTo>
                    <a:pt x="3960446" y="4571"/>
                  </a:lnTo>
                  <a:lnTo>
                    <a:pt x="3992068" y="1842"/>
                  </a:lnTo>
                  <a:lnTo>
                    <a:pt x="4009289" y="499"/>
                  </a:lnTo>
                  <a:lnTo>
                    <a:pt x="4015660" y="48"/>
                  </a:lnTo>
                  <a:lnTo>
                    <a:pt x="4016409" y="0"/>
                  </a:lnTo>
                  <a:lnTo>
                    <a:pt x="4538543" y="0"/>
                  </a:lnTo>
                  <a:lnTo>
                    <a:pt x="4539707" y="74"/>
                  </a:lnTo>
                  <a:lnTo>
                    <a:pt x="4547330" y="606"/>
                  </a:lnTo>
                  <a:lnTo>
                    <a:pt x="4566445" y="2077"/>
                  </a:lnTo>
                  <a:lnTo>
                    <a:pt x="4600359" y="4968"/>
                  </a:lnTo>
                  <a:lnTo>
                    <a:pt x="4650370" y="9711"/>
                  </a:lnTo>
                  <a:lnTo>
                    <a:pt x="4715688" y="16641"/>
                  </a:lnTo>
                  <a:lnTo>
                    <a:pt x="4793717" y="25961"/>
                  </a:lnTo>
                  <a:lnTo>
                    <a:pt x="4880694" y="37748"/>
                  </a:lnTo>
                  <a:lnTo>
                    <a:pt x="4972466" y="51987"/>
                  </a:lnTo>
                  <a:lnTo>
                    <a:pt x="5065187" y="68623"/>
                  </a:lnTo>
                  <a:lnTo>
                    <a:pt x="5155773" y="87613"/>
                  </a:lnTo>
                  <a:lnTo>
                    <a:pt x="5242082" y="108970"/>
                  </a:lnTo>
                  <a:lnTo>
                    <a:pt x="5322879" y="132793"/>
                  </a:lnTo>
                  <a:lnTo>
                    <a:pt x="5397686" y="159274"/>
                  </a:lnTo>
                  <a:lnTo>
                    <a:pt x="5466588" y="188707"/>
                  </a:lnTo>
                  <a:lnTo>
                    <a:pt x="5530050" y="221480"/>
                  </a:lnTo>
                  <a:lnTo>
                    <a:pt x="5588774" y="258061"/>
                  </a:lnTo>
                  <a:lnTo>
                    <a:pt x="5643584" y="298971"/>
                  </a:lnTo>
                  <a:lnTo>
                    <a:pt x="5695343" y="344734"/>
                  </a:lnTo>
                  <a:lnTo>
                    <a:pt x="5744883" y="395795"/>
                  </a:lnTo>
                  <a:lnTo>
                    <a:pt x="5784835" y="442361"/>
                  </a:lnTo>
                  <a:lnTo>
                    <a:pt x="5823006" y="491253"/>
                  </a:lnTo>
                  <a:lnTo>
                    <a:pt x="5860817" y="543806"/>
                  </a:lnTo>
                  <a:lnTo>
                    <a:pt x="5898505" y="600094"/>
                  </a:lnTo>
                  <a:lnTo>
                    <a:pt x="5936254" y="660129"/>
                  </a:lnTo>
                  <a:lnTo>
                    <a:pt x="5974201" y="723854"/>
                  </a:lnTo>
                  <a:lnTo>
                    <a:pt x="6012442" y="791134"/>
                  </a:lnTo>
                  <a:lnTo>
                    <a:pt x="6051032" y="861758"/>
                  </a:lnTo>
                  <a:lnTo>
                    <a:pt x="6089994" y="935431"/>
                  </a:lnTo>
                  <a:lnTo>
                    <a:pt x="6129317" y="1011780"/>
                  </a:lnTo>
                  <a:lnTo>
                    <a:pt x="6168962" y="1090360"/>
                  </a:lnTo>
                  <a:lnTo>
                    <a:pt x="6208869" y="1170660"/>
                  </a:lnTo>
                  <a:lnTo>
                    <a:pt x="6248957" y="1252118"/>
                  </a:lnTo>
                  <a:lnTo>
                    <a:pt x="6289134" y="1334138"/>
                  </a:lnTo>
                  <a:lnTo>
                    <a:pt x="6329302" y="1416104"/>
                  </a:lnTo>
                  <a:lnTo>
                    <a:pt x="6369365" y="1497405"/>
                  </a:lnTo>
                  <a:lnTo>
                    <a:pt x="6409232" y="1577448"/>
                  </a:lnTo>
                  <a:lnTo>
                    <a:pt x="6448826" y="1655679"/>
                  </a:lnTo>
                  <a:lnTo>
                    <a:pt x="6488088" y="1731599"/>
                  </a:lnTo>
                  <a:lnTo>
                    <a:pt x="6526986" y="1804772"/>
                  </a:lnTo>
                  <a:lnTo>
                    <a:pt x="6565514" y="1874840"/>
                  </a:lnTo>
                  <a:lnTo>
                    <a:pt x="6603700" y="1941523"/>
                  </a:lnTo>
                  <a:lnTo>
                    <a:pt x="6641605" y="2004621"/>
                  </a:lnTo>
                  <a:lnTo>
                    <a:pt x="6679332" y="2064014"/>
                  </a:lnTo>
                  <a:lnTo>
                    <a:pt x="6717027" y="2119658"/>
                  </a:lnTo>
                  <a:lnTo>
                    <a:pt x="6754882" y="2171575"/>
                  </a:lnTo>
                  <a:lnTo>
                    <a:pt x="6786527" y="2211808"/>
                  </a:lnTo>
                  <a:lnTo>
                    <a:pt x="6834787" y="2267452"/>
                  </a:lnTo>
                  <a:lnTo>
                    <a:pt x="6884649" y="2317588"/>
                  </a:lnTo>
                  <a:lnTo>
                    <a:pt x="6936866" y="2362490"/>
                  </a:lnTo>
                  <a:lnTo>
                    <a:pt x="6992282" y="2402625"/>
                  </a:lnTo>
                  <a:lnTo>
                    <a:pt x="7051756" y="2438522"/>
                  </a:lnTo>
                  <a:lnTo>
                    <a:pt x="7116099" y="2470695"/>
                  </a:lnTo>
                  <a:lnTo>
                    <a:pt x="7185981" y="2499601"/>
                  </a:lnTo>
                  <a:lnTo>
                    <a:pt x="7261815" y="2525612"/>
                  </a:lnTo>
                  <a:lnTo>
                    <a:pt x="7343603" y="2549004"/>
                  </a:lnTo>
                  <a:lnTo>
                    <a:pt x="7430750" y="2569954"/>
                  </a:lnTo>
                  <a:lnTo>
                    <a:pt x="7521877" y="2588544"/>
                  </a:lnTo>
                  <a:lnTo>
                    <a:pt x="7614679" y="2604776"/>
                  </a:lnTo>
                  <a:lnTo>
                    <a:pt x="7705922" y="2618602"/>
                  </a:lnTo>
                  <a:lnTo>
                    <a:pt x="7791669" y="2629968"/>
                  </a:lnTo>
                  <a:lnTo>
                    <a:pt x="7867778" y="2638873"/>
                  </a:lnTo>
                  <a:lnTo>
                    <a:pt x="7930631" y="2645412"/>
                  </a:lnTo>
                  <a:lnTo>
                    <a:pt x="7977902" y="2649814"/>
                  </a:lnTo>
                  <a:lnTo>
                    <a:pt x="8009148" y="2652430"/>
                  </a:lnTo>
                  <a:lnTo>
                    <a:pt x="8026022" y="2653707"/>
                  </a:lnTo>
                  <a:lnTo>
                    <a:pt x="8032148" y="2654127"/>
                  </a:lnTo>
                  <a:lnTo>
                    <a:pt x="8032819" y="2654170"/>
                  </a:lnTo>
                  <a:lnTo>
                    <a:pt x="8554953" y="2654170"/>
                  </a:lnTo>
                  <a:lnTo>
                    <a:pt x="8554953" y="265417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054" name="pl1054"/>
            <p:cNvSpPr/>
            <p:nvPr/>
          </p:nvSpPr>
          <p:spPr>
            <a:xfrm>
              <a:off x="386606" y="609533"/>
              <a:ext cx="8554953" cy="2727583"/>
            </a:xfrm>
            <a:custGeom>
              <a:avLst/>
              <a:pathLst>
                <a:path w="8554953" h="2727583">
                  <a:moveTo>
                    <a:pt x="8554953" y="2654170"/>
                  </a:moveTo>
                  <a:lnTo>
                    <a:pt x="8032819" y="2654170"/>
                  </a:lnTo>
                  <a:lnTo>
                    <a:pt x="8031655" y="2654095"/>
                  </a:lnTo>
                  <a:lnTo>
                    <a:pt x="8024032" y="2653563"/>
                  </a:lnTo>
                  <a:lnTo>
                    <a:pt x="8004917" y="2652093"/>
                  </a:lnTo>
                  <a:lnTo>
                    <a:pt x="7971003" y="2649202"/>
                  </a:lnTo>
                  <a:lnTo>
                    <a:pt x="7920992" y="2644458"/>
                  </a:lnTo>
                  <a:lnTo>
                    <a:pt x="7855674" y="2637528"/>
                  </a:lnTo>
                  <a:lnTo>
                    <a:pt x="7777645" y="2628209"/>
                  </a:lnTo>
                  <a:lnTo>
                    <a:pt x="7690668" y="2616421"/>
                  </a:lnTo>
                  <a:lnTo>
                    <a:pt x="7598896" y="2602182"/>
                  </a:lnTo>
                  <a:lnTo>
                    <a:pt x="7506175" y="2585546"/>
                  </a:lnTo>
                  <a:lnTo>
                    <a:pt x="7415589" y="2566557"/>
                  </a:lnTo>
                  <a:lnTo>
                    <a:pt x="7329280" y="2545199"/>
                  </a:lnTo>
                  <a:lnTo>
                    <a:pt x="7248483" y="2521377"/>
                  </a:lnTo>
                  <a:lnTo>
                    <a:pt x="7173676" y="2494896"/>
                  </a:lnTo>
                  <a:lnTo>
                    <a:pt x="7104774" y="2465462"/>
                  </a:lnTo>
                  <a:lnTo>
                    <a:pt x="7041312" y="2432689"/>
                  </a:lnTo>
                  <a:lnTo>
                    <a:pt x="6982588" y="2396108"/>
                  </a:lnTo>
                  <a:lnTo>
                    <a:pt x="6927778" y="2355199"/>
                  </a:lnTo>
                  <a:lnTo>
                    <a:pt x="6876019" y="2309436"/>
                  </a:lnTo>
                  <a:lnTo>
                    <a:pt x="6826479" y="2258374"/>
                  </a:lnTo>
                  <a:lnTo>
                    <a:pt x="6786527" y="2211808"/>
                  </a:lnTo>
                  <a:lnTo>
                    <a:pt x="6748356" y="2162917"/>
                  </a:lnTo>
                  <a:lnTo>
                    <a:pt x="6710545" y="2110364"/>
                  </a:lnTo>
                  <a:lnTo>
                    <a:pt x="6672857" y="2054076"/>
                  </a:lnTo>
                  <a:lnTo>
                    <a:pt x="6635108" y="1994040"/>
                  </a:lnTo>
                  <a:lnTo>
                    <a:pt x="6597161" y="1930316"/>
                  </a:lnTo>
                  <a:lnTo>
                    <a:pt x="6558920" y="1863035"/>
                  </a:lnTo>
                  <a:lnTo>
                    <a:pt x="6520330" y="1792412"/>
                  </a:lnTo>
                  <a:lnTo>
                    <a:pt x="6481368" y="1718739"/>
                  </a:lnTo>
                  <a:lnTo>
                    <a:pt x="6442045" y="1642389"/>
                  </a:lnTo>
                  <a:lnTo>
                    <a:pt x="6402400" y="1563809"/>
                  </a:lnTo>
                  <a:lnTo>
                    <a:pt x="6362493" y="1483510"/>
                  </a:lnTo>
                  <a:lnTo>
                    <a:pt x="6322405" y="1402051"/>
                  </a:lnTo>
                  <a:lnTo>
                    <a:pt x="6282228" y="1320032"/>
                  </a:lnTo>
                  <a:lnTo>
                    <a:pt x="6242060" y="1238065"/>
                  </a:lnTo>
                  <a:lnTo>
                    <a:pt x="6201997" y="1156764"/>
                  </a:lnTo>
                  <a:lnTo>
                    <a:pt x="6162130" y="1076721"/>
                  </a:lnTo>
                  <a:lnTo>
                    <a:pt x="6122536" y="998490"/>
                  </a:lnTo>
                  <a:lnTo>
                    <a:pt x="6083273" y="922571"/>
                  </a:lnTo>
                  <a:lnTo>
                    <a:pt x="6044375" y="849397"/>
                  </a:lnTo>
                  <a:lnTo>
                    <a:pt x="6005847" y="779329"/>
                  </a:lnTo>
                  <a:lnTo>
                    <a:pt x="5967662" y="712647"/>
                  </a:lnTo>
                  <a:lnTo>
                    <a:pt x="5929757" y="649549"/>
                  </a:lnTo>
                  <a:lnTo>
                    <a:pt x="5892030" y="590155"/>
                  </a:lnTo>
                  <a:lnTo>
                    <a:pt x="5854335" y="534512"/>
                  </a:lnTo>
                  <a:lnTo>
                    <a:pt x="5816480" y="482595"/>
                  </a:lnTo>
                  <a:lnTo>
                    <a:pt x="5784835" y="442361"/>
                  </a:lnTo>
                  <a:lnTo>
                    <a:pt x="5736575" y="386718"/>
                  </a:lnTo>
                  <a:lnTo>
                    <a:pt x="5686713" y="336582"/>
                  </a:lnTo>
                  <a:lnTo>
                    <a:pt x="5634496" y="291680"/>
                  </a:lnTo>
                  <a:lnTo>
                    <a:pt x="5579080" y="251545"/>
                  </a:lnTo>
                  <a:lnTo>
                    <a:pt x="5519606" y="215648"/>
                  </a:lnTo>
                  <a:lnTo>
                    <a:pt x="5455263" y="183474"/>
                  </a:lnTo>
                  <a:lnTo>
                    <a:pt x="5385381" y="154568"/>
                  </a:lnTo>
                  <a:lnTo>
                    <a:pt x="5309547" y="128557"/>
                  </a:lnTo>
                  <a:lnTo>
                    <a:pt x="5227759" y="105166"/>
                  </a:lnTo>
                  <a:lnTo>
                    <a:pt x="5140612" y="84215"/>
                  </a:lnTo>
                  <a:lnTo>
                    <a:pt x="5049485" y="65625"/>
                  </a:lnTo>
                  <a:lnTo>
                    <a:pt x="4956683" y="49393"/>
                  </a:lnTo>
                  <a:lnTo>
                    <a:pt x="4865440" y="35568"/>
                  </a:lnTo>
                  <a:lnTo>
                    <a:pt x="4779693" y="24201"/>
                  </a:lnTo>
                  <a:lnTo>
                    <a:pt x="4703584" y="15297"/>
                  </a:lnTo>
                  <a:lnTo>
                    <a:pt x="4640731" y="8757"/>
                  </a:lnTo>
                  <a:lnTo>
                    <a:pt x="4593460" y="4356"/>
                  </a:lnTo>
                  <a:lnTo>
                    <a:pt x="4562214" y="1739"/>
                  </a:lnTo>
                  <a:lnTo>
                    <a:pt x="4545340" y="463"/>
                  </a:lnTo>
                  <a:lnTo>
                    <a:pt x="4539214" y="42"/>
                  </a:lnTo>
                  <a:lnTo>
                    <a:pt x="4538543" y="0"/>
                  </a:lnTo>
                  <a:lnTo>
                    <a:pt x="4016409" y="0"/>
                  </a:lnTo>
                  <a:lnTo>
                    <a:pt x="4015251" y="76"/>
                  </a:lnTo>
                  <a:lnTo>
                    <a:pt x="4007662" y="620"/>
                  </a:lnTo>
                  <a:lnTo>
                    <a:pt x="3988629" y="2124"/>
                  </a:lnTo>
                  <a:lnTo>
                    <a:pt x="3954855" y="5081"/>
                  </a:lnTo>
                  <a:lnTo>
                    <a:pt x="3905034" y="9933"/>
                  </a:lnTo>
                  <a:lnTo>
                    <a:pt x="3839941" y="17023"/>
                  </a:lnTo>
                  <a:lnTo>
                    <a:pt x="3762144" y="26560"/>
                  </a:lnTo>
                  <a:lnTo>
                    <a:pt x="3675383" y="38625"/>
                  </a:lnTo>
                  <a:lnTo>
                    <a:pt x="3583792" y="53202"/>
                  </a:lnTo>
                  <a:lnTo>
                    <a:pt x="3491205" y="70235"/>
                  </a:lnTo>
                  <a:lnTo>
                    <a:pt x="3400705" y="89680"/>
                  </a:lnTo>
                  <a:lnTo>
                    <a:pt x="3314441" y="111550"/>
                  </a:lnTo>
                  <a:lnTo>
                    <a:pt x="3233655" y="135942"/>
                  </a:lnTo>
                  <a:lnTo>
                    <a:pt x="3158838" y="163053"/>
                  </a:lnTo>
                  <a:lnTo>
                    <a:pt x="3089915" y="193180"/>
                  </a:lnTo>
                  <a:lnTo>
                    <a:pt x="3026428" y="226719"/>
                  </a:lnTo>
                  <a:lnTo>
                    <a:pt x="2967684" y="264145"/>
                  </a:lnTo>
                  <a:lnTo>
                    <a:pt x="2912864" y="305992"/>
                  </a:lnTo>
                  <a:lnTo>
                    <a:pt x="2861110" y="352796"/>
                  </a:lnTo>
                  <a:lnTo>
                    <a:pt x="2811592" y="405017"/>
                  </a:lnTo>
                  <a:lnTo>
                    <a:pt x="2770117" y="454597"/>
                  </a:lnTo>
                  <a:lnTo>
                    <a:pt x="2732339" y="504302"/>
                  </a:lnTo>
                  <a:lnTo>
                    <a:pt x="2694915" y="557691"/>
                  </a:lnTo>
                  <a:lnTo>
                    <a:pt x="2657617" y="614839"/>
                  </a:lnTo>
                  <a:lnTo>
                    <a:pt x="2620263" y="675759"/>
                  </a:lnTo>
                  <a:lnTo>
                    <a:pt x="2582720" y="740397"/>
                  </a:lnTo>
                  <a:lnTo>
                    <a:pt x="2544894" y="808622"/>
                  </a:lnTo>
                  <a:lnTo>
                    <a:pt x="2506727" y="880229"/>
                  </a:lnTo>
                  <a:lnTo>
                    <a:pt x="2468196" y="954928"/>
                  </a:lnTo>
                  <a:lnTo>
                    <a:pt x="2429311" y="1032356"/>
                  </a:lnTo>
                  <a:lnTo>
                    <a:pt x="2390104" y="1112074"/>
                  </a:lnTo>
                  <a:lnTo>
                    <a:pt x="2350635" y="1193578"/>
                  </a:lnTo>
                  <a:lnTo>
                    <a:pt x="2310979" y="1276315"/>
                  </a:lnTo>
                  <a:lnTo>
                    <a:pt x="2271223" y="1359693"/>
                  </a:lnTo>
                  <a:lnTo>
                    <a:pt x="2231463" y="1443101"/>
                  </a:lnTo>
                  <a:lnTo>
                    <a:pt x="2191793" y="1525928"/>
                  </a:lnTo>
                  <a:lnTo>
                    <a:pt x="2152302" y="1607579"/>
                  </a:lnTo>
                  <a:lnTo>
                    <a:pt x="2113067" y="1687495"/>
                  </a:lnTo>
                  <a:lnTo>
                    <a:pt x="2074148" y="1765168"/>
                  </a:lnTo>
                  <a:lnTo>
                    <a:pt x="2035582" y="1840152"/>
                  </a:lnTo>
                  <a:lnTo>
                    <a:pt x="1997379" y="1912076"/>
                  </a:lnTo>
                  <a:lnTo>
                    <a:pt x="1959521" y="1980644"/>
                  </a:lnTo>
                  <a:lnTo>
                    <a:pt x="1921954" y="2045641"/>
                  </a:lnTo>
                  <a:lnTo>
                    <a:pt x="1884587" y="2106930"/>
                  </a:lnTo>
                  <a:lnTo>
                    <a:pt x="1847290" y="2164449"/>
                  </a:lnTo>
                  <a:lnTo>
                    <a:pt x="1809889" y="2218205"/>
                  </a:lnTo>
                  <a:lnTo>
                    <a:pt x="1772157" y="2268266"/>
                  </a:lnTo>
                  <a:lnTo>
                    <a:pt x="1768425" y="2272986"/>
                  </a:lnTo>
                  <a:lnTo>
                    <a:pt x="1720242" y="2330083"/>
                  </a:lnTo>
                  <a:lnTo>
                    <a:pt x="1670462" y="2381539"/>
                  </a:lnTo>
                  <a:lnTo>
                    <a:pt x="1618337" y="2427631"/>
                  </a:lnTo>
                  <a:lnTo>
                    <a:pt x="1563028" y="2468836"/>
                  </a:lnTo>
                  <a:lnTo>
                    <a:pt x="1503678" y="2505697"/>
                  </a:lnTo>
                  <a:lnTo>
                    <a:pt x="1439481" y="2538740"/>
                  </a:lnTo>
                  <a:lnTo>
                    <a:pt x="1369767" y="2568431"/>
                  </a:lnTo>
                  <a:lnTo>
                    <a:pt x="1294122" y="2595152"/>
                  </a:lnTo>
                  <a:lnTo>
                    <a:pt x="1212539" y="2619188"/>
                  </a:lnTo>
                  <a:lnTo>
                    <a:pt x="1125599" y="2640720"/>
                  </a:lnTo>
                  <a:lnTo>
                    <a:pt x="1034663" y="2659834"/>
                  </a:lnTo>
                  <a:lnTo>
                    <a:pt x="942010" y="2676533"/>
                  </a:lnTo>
                  <a:lnTo>
                    <a:pt x="850843" y="2690768"/>
                  </a:lnTo>
                  <a:lnTo>
                    <a:pt x="765071" y="2702484"/>
                  </a:lnTo>
                  <a:lnTo>
                    <a:pt x="688819" y="2711677"/>
                  </a:lnTo>
                  <a:lnTo>
                    <a:pt x="625709" y="2718443"/>
                  </a:lnTo>
                  <a:lnTo>
                    <a:pt x="578096" y="2723012"/>
                  </a:lnTo>
                  <a:lnTo>
                    <a:pt x="546474" y="2725741"/>
                  </a:lnTo>
                  <a:lnTo>
                    <a:pt x="529254" y="2727083"/>
                  </a:lnTo>
                  <a:lnTo>
                    <a:pt x="522882" y="2727534"/>
                  </a:lnTo>
                  <a:lnTo>
                    <a:pt x="522133" y="2727583"/>
                  </a:lnTo>
                  <a:lnTo>
                    <a:pt x="0" y="2727583"/>
                  </a:lnTo>
                  <a:lnTo>
                    <a:pt x="0" y="2727583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055" name="pg1055"/>
            <p:cNvSpPr/>
            <p:nvPr/>
          </p:nvSpPr>
          <p:spPr>
            <a:xfrm>
              <a:off x="386606" y="649064"/>
              <a:ext cx="8554953" cy="2947823"/>
            </a:xfrm>
            <a:custGeom>
              <a:avLst/>
              <a:pathLst>
                <a:path w="8554953" h="2947823">
                  <a:moveTo>
                    <a:pt x="0" y="2699347"/>
                  </a:moveTo>
                  <a:lnTo>
                    <a:pt x="522133" y="2699347"/>
                  </a:lnTo>
                  <a:lnTo>
                    <a:pt x="523294" y="2699272"/>
                  </a:lnTo>
                  <a:lnTo>
                    <a:pt x="530899" y="2698733"/>
                  </a:lnTo>
                  <a:lnTo>
                    <a:pt x="549970" y="2697244"/>
                  </a:lnTo>
                  <a:lnTo>
                    <a:pt x="583809" y="2694318"/>
                  </a:lnTo>
                  <a:lnTo>
                    <a:pt x="633718" y="2689515"/>
                  </a:lnTo>
                  <a:lnTo>
                    <a:pt x="698915" y="2682499"/>
                  </a:lnTo>
                  <a:lnTo>
                    <a:pt x="776820" y="2673062"/>
                  </a:lnTo>
                  <a:lnTo>
                    <a:pt x="863681" y="2661125"/>
                  </a:lnTo>
                  <a:lnTo>
                    <a:pt x="955356" y="2646703"/>
                  </a:lnTo>
                  <a:lnTo>
                    <a:pt x="1048005" y="2629853"/>
                  </a:lnTo>
                  <a:lnTo>
                    <a:pt x="1138545" y="2610618"/>
                  </a:lnTo>
                  <a:lnTo>
                    <a:pt x="1224830" y="2588983"/>
                  </a:lnTo>
                  <a:lnTo>
                    <a:pt x="1305622" y="2564854"/>
                  </a:lnTo>
                  <a:lnTo>
                    <a:pt x="1380434" y="2538033"/>
                  </a:lnTo>
                  <a:lnTo>
                    <a:pt x="1449347" y="2508225"/>
                  </a:lnTo>
                  <a:lnTo>
                    <a:pt x="1512823" y="2475038"/>
                  </a:lnTo>
                  <a:lnTo>
                    <a:pt x="1571557" y="2438000"/>
                  </a:lnTo>
                  <a:lnTo>
                    <a:pt x="1626373" y="2396585"/>
                  </a:lnTo>
                  <a:lnTo>
                    <a:pt x="1678129" y="2350259"/>
                  </a:lnTo>
                  <a:lnTo>
                    <a:pt x="1727657" y="2298571"/>
                  </a:lnTo>
                  <a:lnTo>
                    <a:pt x="1768425" y="2250397"/>
                  </a:lnTo>
                  <a:lnTo>
                    <a:pt x="1806383" y="2201066"/>
                  </a:lnTo>
                  <a:lnTo>
                    <a:pt x="1843984" y="2148060"/>
                  </a:lnTo>
                  <a:lnTo>
                    <a:pt x="1881462" y="2091307"/>
                  </a:lnTo>
                  <a:lnTo>
                    <a:pt x="1918996" y="2030793"/>
                  </a:lnTo>
                  <a:lnTo>
                    <a:pt x="1956725" y="1966574"/>
                  </a:lnTo>
                  <a:lnTo>
                    <a:pt x="1994741" y="1898781"/>
                  </a:lnTo>
                  <a:lnTo>
                    <a:pt x="2033102" y="1827625"/>
                  </a:lnTo>
                  <a:lnTo>
                    <a:pt x="2071830" y="1753396"/>
                  </a:lnTo>
                  <a:lnTo>
                    <a:pt x="2110916" y="1676463"/>
                  </a:lnTo>
                  <a:lnTo>
                    <a:pt x="2150324" y="1597266"/>
                  </a:lnTo>
                  <a:lnTo>
                    <a:pt x="2189994" y="1516314"/>
                  </a:lnTo>
                  <a:lnTo>
                    <a:pt x="2229848" y="1434163"/>
                  </a:lnTo>
                  <a:lnTo>
                    <a:pt x="2269797" y="1351407"/>
                  </a:lnTo>
                  <a:lnTo>
                    <a:pt x="2309745" y="1268659"/>
                  </a:lnTo>
                  <a:lnTo>
                    <a:pt x="2349595" y="1186532"/>
                  </a:lnTo>
                  <a:lnTo>
                    <a:pt x="2389259" y="1105619"/>
                  </a:lnTo>
                  <a:lnTo>
                    <a:pt x="2428659" y="1026476"/>
                  </a:lnTo>
                  <a:lnTo>
                    <a:pt x="2467736" y="949608"/>
                  </a:lnTo>
                  <a:lnTo>
                    <a:pt x="2506454" y="875456"/>
                  </a:lnTo>
                  <a:lnTo>
                    <a:pt x="2544806" y="804385"/>
                  </a:lnTo>
                  <a:lnTo>
                    <a:pt x="2582814" y="736684"/>
                  </a:lnTo>
                  <a:lnTo>
                    <a:pt x="2620535" y="672561"/>
                  </a:lnTo>
                  <a:lnTo>
                    <a:pt x="2658067" y="612145"/>
                  </a:lnTo>
                  <a:lnTo>
                    <a:pt x="2695545" y="555491"/>
                  </a:lnTo>
                  <a:lnTo>
                    <a:pt x="2733152" y="502584"/>
                  </a:lnTo>
                  <a:lnTo>
                    <a:pt x="2770117" y="454597"/>
                  </a:lnTo>
                  <a:lnTo>
                    <a:pt x="2818336" y="398170"/>
                  </a:lnTo>
                  <a:lnTo>
                    <a:pt x="2868154" y="347323"/>
                  </a:lnTo>
                  <a:lnTo>
                    <a:pt x="2920322" y="301779"/>
                  </a:lnTo>
                  <a:lnTo>
                    <a:pt x="2975680" y="261067"/>
                  </a:lnTo>
                  <a:lnTo>
                    <a:pt x="3035088" y="224651"/>
                  </a:lnTo>
                  <a:lnTo>
                    <a:pt x="3099353" y="192009"/>
                  </a:lnTo>
                  <a:lnTo>
                    <a:pt x="3169145" y="162680"/>
                  </a:lnTo>
                  <a:lnTo>
                    <a:pt x="3244877" y="136287"/>
                  </a:lnTo>
                  <a:lnTo>
                    <a:pt x="3326555" y="112549"/>
                  </a:lnTo>
                  <a:lnTo>
                    <a:pt x="3413591" y="91285"/>
                  </a:lnTo>
                  <a:lnTo>
                    <a:pt x="3504616" y="72413"/>
                  </a:lnTo>
                  <a:lnTo>
                    <a:pt x="3597338" y="55930"/>
                  </a:lnTo>
                  <a:lnTo>
                    <a:pt x="3688541" y="41884"/>
                  </a:lnTo>
                  <a:lnTo>
                    <a:pt x="3774301" y="30330"/>
                  </a:lnTo>
                  <a:lnTo>
                    <a:pt x="3850487" y="21270"/>
                  </a:lnTo>
                  <a:lnTo>
                    <a:pt x="3913478" y="14609"/>
                  </a:lnTo>
                  <a:lnTo>
                    <a:pt x="3960933" y="10118"/>
                  </a:lnTo>
                  <a:lnTo>
                    <a:pt x="3992380" y="7441"/>
                  </a:lnTo>
                  <a:lnTo>
                    <a:pt x="4009440" y="6129"/>
                  </a:lnTo>
                  <a:lnTo>
                    <a:pt x="4015697" y="5692"/>
                  </a:lnTo>
                  <a:lnTo>
                    <a:pt x="4016409" y="5647"/>
                  </a:lnTo>
                  <a:lnTo>
                    <a:pt x="4538543" y="5647"/>
                  </a:lnTo>
                  <a:lnTo>
                    <a:pt x="4539685" y="5728"/>
                  </a:lnTo>
                  <a:lnTo>
                    <a:pt x="4547171" y="6306"/>
                  </a:lnTo>
                  <a:lnTo>
                    <a:pt x="4565954" y="7906"/>
                  </a:lnTo>
                  <a:lnTo>
                    <a:pt x="4599308" y="11050"/>
                  </a:lnTo>
                  <a:lnTo>
                    <a:pt x="4648552" y="16211"/>
                  </a:lnTo>
                  <a:lnTo>
                    <a:pt x="4712967" y="23756"/>
                  </a:lnTo>
                  <a:lnTo>
                    <a:pt x="4790058" y="33912"/>
                  </a:lnTo>
                  <a:lnTo>
                    <a:pt x="4876162" y="46767"/>
                  </a:lnTo>
                  <a:lnTo>
                    <a:pt x="4967204" y="62309"/>
                  </a:lnTo>
                  <a:lnTo>
                    <a:pt x="5059381" y="80478"/>
                  </a:lnTo>
                  <a:lnTo>
                    <a:pt x="5149614" y="101224"/>
                  </a:lnTo>
                  <a:lnTo>
                    <a:pt x="5235740" y="124559"/>
                  </a:lnTo>
                  <a:lnTo>
                    <a:pt x="5316485" y="150580"/>
                  </a:lnTo>
                  <a:lnTo>
                    <a:pt x="5391331" y="179489"/>
                  </a:lnTo>
                  <a:lnTo>
                    <a:pt x="5460319" y="211597"/>
                  </a:lnTo>
                  <a:lnTo>
                    <a:pt x="5523881" y="247317"/>
                  </a:lnTo>
                  <a:lnTo>
                    <a:pt x="5582688" y="287149"/>
                  </a:lnTo>
                  <a:lnTo>
                    <a:pt x="5637539" y="331657"/>
                  </a:lnTo>
                  <a:lnTo>
                    <a:pt x="5689281" y="381415"/>
                  </a:lnTo>
                  <a:lnTo>
                    <a:pt x="5738737" y="436924"/>
                  </a:lnTo>
                  <a:lnTo>
                    <a:pt x="5784835" y="496009"/>
                  </a:lnTo>
                  <a:lnTo>
                    <a:pt x="5821519" y="548008"/>
                  </a:lnTo>
                  <a:lnTo>
                    <a:pt x="5857863" y="603750"/>
                  </a:lnTo>
                  <a:lnTo>
                    <a:pt x="5894077" y="663311"/>
                  </a:lnTo>
                  <a:lnTo>
                    <a:pt x="5930331" y="726710"/>
                  </a:lnTo>
                  <a:lnTo>
                    <a:pt x="5966750" y="793899"/>
                  </a:lnTo>
                  <a:lnTo>
                    <a:pt x="6003427" y="864761"/>
                  </a:lnTo>
                  <a:lnTo>
                    <a:pt x="6040417" y="939103"/>
                  </a:lnTo>
                  <a:lnTo>
                    <a:pt x="6077748" y="1016657"/>
                  </a:lnTo>
                  <a:lnTo>
                    <a:pt x="6115418" y="1097078"/>
                  </a:lnTo>
                  <a:lnTo>
                    <a:pt x="6153402" y="1179951"/>
                  </a:lnTo>
                  <a:lnTo>
                    <a:pt x="6191651" y="1264797"/>
                  </a:lnTo>
                  <a:lnTo>
                    <a:pt x="6230101" y="1351081"/>
                  </a:lnTo>
                  <a:lnTo>
                    <a:pt x="6268675" y="1438231"/>
                  </a:lnTo>
                  <a:lnTo>
                    <a:pt x="6307287" y="1525648"/>
                  </a:lnTo>
                  <a:lnTo>
                    <a:pt x="6345850" y="1612725"/>
                  </a:lnTo>
                  <a:lnTo>
                    <a:pt x="6384280" y="1698868"/>
                  </a:lnTo>
                  <a:lnTo>
                    <a:pt x="6422500" y="1783505"/>
                  </a:lnTo>
                  <a:lnTo>
                    <a:pt x="6460449" y="1866110"/>
                  </a:lnTo>
                  <a:lnTo>
                    <a:pt x="6498080" y="1946211"/>
                  </a:lnTo>
                  <a:lnTo>
                    <a:pt x="6535370" y="2023398"/>
                  </a:lnTo>
                  <a:lnTo>
                    <a:pt x="6572321" y="2097338"/>
                  </a:lnTo>
                  <a:lnTo>
                    <a:pt x="6608963" y="2167771"/>
                  </a:lnTo>
                  <a:lnTo>
                    <a:pt x="6645357" y="2234513"/>
                  </a:lnTo>
                  <a:lnTo>
                    <a:pt x="6681599" y="2297456"/>
                  </a:lnTo>
                  <a:lnTo>
                    <a:pt x="6717819" y="2356560"/>
                  </a:lnTo>
                  <a:lnTo>
                    <a:pt x="6754191" y="2411851"/>
                  </a:lnTo>
                  <a:lnTo>
                    <a:pt x="6786527" y="2457460"/>
                  </a:lnTo>
                  <a:lnTo>
                    <a:pt x="6834478" y="2518772"/>
                  </a:lnTo>
                  <a:lnTo>
                    <a:pt x="6884008" y="2574055"/>
                  </a:lnTo>
                  <a:lnTo>
                    <a:pt x="6935853" y="2623602"/>
                  </a:lnTo>
                  <a:lnTo>
                    <a:pt x="6990839" y="2667921"/>
                  </a:lnTo>
                  <a:lnTo>
                    <a:pt x="7049813" y="2707587"/>
                  </a:lnTo>
                  <a:lnTo>
                    <a:pt x="7113570" y="2743160"/>
                  </a:lnTo>
                  <a:lnTo>
                    <a:pt x="7182776" y="2775139"/>
                  </a:lnTo>
                  <a:lnTo>
                    <a:pt x="7257849" y="2803933"/>
                  </a:lnTo>
                  <a:lnTo>
                    <a:pt x="7338814" y="2829849"/>
                  </a:lnTo>
                  <a:lnTo>
                    <a:pt x="7425124" y="2853083"/>
                  </a:lnTo>
                  <a:lnTo>
                    <a:pt x="7515477" y="2873732"/>
                  </a:lnTo>
                  <a:lnTo>
                    <a:pt x="7607673" y="2891802"/>
                  </a:lnTo>
                  <a:lnTo>
                    <a:pt x="7698600" y="2907242"/>
                  </a:lnTo>
                  <a:lnTo>
                    <a:pt x="7784435" y="2919994"/>
                  </a:lnTo>
                  <a:lnTo>
                    <a:pt x="7861104" y="2930048"/>
                  </a:lnTo>
                  <a:lnTo>
                    <a:pt x="7924977" y="2937497"/>
                  </a:lnTo>
                  <a:lnTo>
                    <a:pt x="7973616" y="2942574"/>
                  </a:lnTo>
                  <a:lnTo>
                    <a:pt x="8006376" y="2945650"/>
                  </a:lnTo>
                  <a:lnTo>
                    <a:pt x="8024657" y="2947201"/>
                  </a:lnTo>
                  <a:lnTo>
                    <a:pt x="8031800" y="2947751"/>
                  </a:lnTo>
                  <a:lnTo>
                    <a:pt x="8032819" y="2947823"/>
                  </a:lnTo>
                  <a:lnTo>
                    <a:pt x="8554953" y="2947823"/>
                  </a:lnTo>
                  <a:lnTo>
                    <a:pt x="8554953" y="2942176"/>
                  </a:lnTo>
                  <a:lnTo>
                    <a:pt x="8032819" y="2942176"/>
                  </a:lnTo>
                  <a:lnTo>
                    <a:pt x="8031677" y="2942095"/>
                  </a:lnTo>
                  <a:lnTo>
                    <a:pt x="8024191" y="2941516"/>
                  </a:lnTo>
                  <a:lnTo>
                    <a:pt x="8005408" y="2939917"/>
                  </a:lnTo>
                  <a:lnTo>
                    <a:pt x="7972054" y="2936772"/>
                  </a:lnTo>
                  <a:lnTo>
                    <a:pt x="7922810" y="2931611"/>
                  </a:lnTo>
                  <a:lnTo>
                    <a:pt x="7858395" y="2924066"/>
                  </a:lnTo>
                  <a:lnTo>
                    <a:pt x="7781304" y="2913910"/>
                  </a:lnTo>
                  <a:lnTo>
                    <a:pt x="7695200" y="2901055"/>
                  </a:lnTo>
                  <a:lnTo>
                    <a:pt x="7604158" y="2885513"/>
                  </a:lnTo>
                  <a:lnTo>
                    <a:pt x="7511981" y="2867345"/>
                  </a:lnTo>
                  <a:lnTo>
                    <a:pt x="7421747" y="2846598"/>
                  </a:lnTo>
                  <a:lnTo>
                    <a:pt x="7335622" y="2823263"/>
                  </a:lnTo>
                  <a:lnTo>
                    <a:pt x="7254876" y="2797243"/>
                  </a:lnTo>
                  <a:lnTo>
                    <a:pt x="7180031" y="2768333"/>
                  </a:lnTo>
                  <a:lnTo>
                    <a:pt x="7111043" y="2736225"/>
                  </a:lnTo>
                  <a:lnTo>
                    <a:pt x="7047481" y="2700506"/>
                  </a:lnTo>
                  <a:lnTo>
                    <a:pt x="6988674" y="2660673"/>
                  </a:lnTo>
                  <a:lnTo>
                    <a:pt x="6933823" y="2616165"/>
                  </a:lnTo>
                  <a:lnTo>
                    <a:pt x="6882081" y="2566407"/>
                  </a:lnTo>
                  <a:lnTo>
                    <a:pt x="6832625" y="2510898"/>
                  </a:lnTo>
                  <a:lnTo>
                    <a:pt x="6786527" y="2451813"/>
                  </a:lnTo>
                  <a:lnTo>
                    <a:pt x="6749843" y="2399814"/>
                  </a:lnTo>
                  <a:lnTo>
                    <a:pt x="6713499" y="2344072"/>
                  </a:lnTo>
                  <a:lnTo>
                    <a:pt x="6677285" y="2284511"/>
                  </a:lnTo>
                  <a:lnTo>
                    <a:pt x="6641031" y="2221112"/>
                  </a:lnTo>
                  <a:lnTo>
                    <a:pt x="6604612" y="2153923"/>
                  </a:lnTo>
                  <a:lnTo>
                    <a:pt x="6567935" y="2083062"/>
                  </a:lnTo>
                  <a:lnTo>
                    <a:pt x="6530945" y="2008719"/>
                  </a:lnTo>
                  <a:lnTo>
                    <a:pt x="6493614" y="1931166"/>
                  </a:lnTo>
                  <a:lnTo>
                    <a:pt x="6455943" y="1850744"/>
                  </a:lnTo>
                  <a:lnTo>
                    <a:pt x="6417960" y="1767871"/>
                  </a:lnTo>
                  <a:lnTo>
                    <a:pt x="6379711" y="1683025"/>
                  </a:lnTo>
                  <a:lnTo>
                    <a:pt x="6341261" y="1596741"/>
                  </a:lnTo>
                  <a:lnTo>
                    <a:pt x="6302687" y="1509591"/>
                  </a:lnTo>
                  <a:lnTo>
                    <a:pt x="6264075" y="1422175"/>
                  </a:lnTo>
                  <a:lnTo>
                    <a:pt x="6225512" y="1335097"/>
                  </a:lnTo>
                  <a:lnTo>
                    <a:pt x="6187082" y="1248955"/>
                  </a:lnTo>
                  <a:lnTo>
                    <a:pt x="6148861" y="1164317"/>
                  </a:lnTo>
                  <a:lnTo>
                    <a:pt x="6110913" y="1081712"/>
                  </a:lnTo>
                  <a:lnTo>
                    <a:pt x="6073282" y="1001612"/>
                  </a:lnTo>
                  <a:lnTo>
                    <a:pt x="6035992" y="924424"/>
                  </a:lnTo>
                  <a:lnTo>
                    <a:pt x="5999041" y="850484"/>
                  </a:lnTo>
                  <a:lnTo>
                    <a:pt x="5962399" y="780051"/>
                  </a:lnTo>
                  <a:lnTo>
                    <a:pt x="5926005" y="713309"/>
                  </a:lnTo>
                  <a:lnTo>
                    <a:pt x="5889763" y="650366"/>
                  </a:lnTo>
                  <a:lnTo>
                    <a:pt x="5853543" y="591262"/>
                  </a:lnTo>
                  <a:lnTo>
                    <a:pt x="5817171" y="535971"/>
                  </a:lnTo>
                  <a:lnTo>
                    <a:pt x="5784835" y="490362"/>
                  </a:lnTo>
                  <a:lnTo>
                    <a:pt x="5736884" y="429050"/>
                  </a:lnTo>
                  <a:lnTo>
                    <a:pt x="5687354" y="373768"/>
                  </a:lnTo>
                  <a:lnTo>
                    <a:pt x="5635509" y="324220"/>
                  </a:lnTo>
                  <a:lnTo>
                    <a:pt x="5580523" y="279901"/>
                  </a:lnTo>
                  <a:lnTo>
                    <a:pt x="5521549" y="240235"/>
                  </a:lnTo>
                  <a:lnTo>
                    <a:pt x="5457792" y="204662"/>
                  </a:lnTo>
                  <a:lnTo>
                    <a:pt x="5388586" y="172683"/>
                  </a:lnTo>
                  <a:lnTo>
                    <a:pt x="5313513" y="143889"/>
                  </a:lnTo>
                  <a:lnTo>
                    <a:pt x="5232548" y="117974"/>
                  </a:lnTo>
                  <a:lnTo>
                    <a:pt x="5146238" y="94739"/>
                  </a:lnTo>
                  <a:lnTo>
                    <a:pt x="5055885" y="74090"/>
                  </a:lnTo>
                  <a:lnTo>
                    <a:pt x="4963689" y="56021"/>
                  </a:lnTo>
                  <a:lnTo>
                    <a:pt x="4872762" y="40580"/>
                  </a:lnTo>
                  <a:lnTo>
                    <a:pt x="4786927" y="27828"/>
                  </a:lnTo>
                  <a:lnTo>
                    <a:pt x="4710258" y="17775"/>
                  </a:lnTo>
                  <a:lnTo>
                    <a:pt x="4646385" y="10325"/>
                  </a:lnTo>
                  <a:lnTo>
                    <a:pt x="4597746" y="5249"/>
                  </a:lnTo>
                  <a:lnTo>
                    <a:pt x="4564986" y="2172"/>
                  </a:lnTo>
                  <a:lnTo>
                    <a:pt x="4546705" y="622"/>
                  </a:lnTo>
                  <a:lnTo>
                    <a:pt x="4539562" y="72"/>
                  </a:lnTo>
                  <a:lnTo>
                    <a:pt x="4538543" y="0"/>
                  </a:lnTo>
                  <a:lnTo>
                    <a:pt x="4016409" y="0"/>
                  </a:lnTo>
                  <a:lnTo>
                    <a:pt x="4015248" y="75"/>
                  </a:lnTo>
                  <a:lnTo>
                    <a:pt x="4007643" y="613"/>
                  </a:lnTo>
                  <a:lnTo>
                    <a:pt x="3988572" y="2102"/>
                  </a:lnTo>
                  <a:lnTo>
                    <a:pt x="3954734" y="5029"/>
                  </a:lnTo>
                  <a:lnTo>
                    <a:pt x="3904824" y="9831"/>
                  </a:lnTo>
                  <a:lnTo>
                    <a:pt x="3839627" y="16848"/>
                  </a:lnTo>
                  <a:lnTo>
                    <a:pt x="3761722" y="26285"/>
                  </a:lnTo>
                  <a:lnTo>
                    <a:pt x="3674861" y="38222"/>
                  </a:lnTo>
                  <a:lnTo>
                    <a:pt x="3583186" y="52643"/>
                  </a:lnTo>
                  <a:lnTo>
                    <a:pt x="3490537" y="69494"/>
                  </a:lnTo>
                  <a:lnTo>
                    <a:pt x="3399997" y="88729"/>
                  </a:lnTo>
                  <a:lnTo>
                    <a:pt x="3313712" y="110363"/>
                  </a:lnTo>
                  <a:lnTo>
                    <a:pt x="3232921" y="134493"/>
                  </a:lnTo>
                  <a:lnTo>
                    <a:pt x="3158108" y="161314"/>
                  </a:lnTo>
                  <a:lnTo>
                    <a:pt x="3089195" y="191122"/>
                  </a:lnTo>
                  <a:lnTo>
                    <a:pt x="3025720" y="224309"/>
                  </a:lnTo>
                  <a:lnTo>
                    <a:pt x="2966985" y="261346"/>
                  </a:lnTo>
                  <a:lnTo>
                    <a:pt x="2912170" y="302762"/>
                  </a:lnTo>
                  <a:lnTo>
                    <a:pt x="2860413" y="349088"/>
                  </a:lnTo>
                  <a:lnTo>
                    <a:pt x="2810885" y="400776"/>
                  </a:lnTo>
                  <a:lnTo>
                    <a:pt x="2770117" y="448950"/>
                  </a:lnTo>
                  <a:lnTo>
                    <a:pt x="2732159" y="498281"/>
                  </a:lnTo>
                  <a:lnTo>
                    <a:pt x="2694558" y="551286"/>
                  </a:lnTo>
                  <a:lnTo>
                    <a:pt x="2657081" y="608040"/>
                  </a:lnTo>
                  <a:lnTo>
                    <a:pt x="2619546" y="668554"/>
                  </a:lnTo>
                  <a:lnTo>
                    <a:pt x="2581818" y="732773"/>
                  </a:lnTo>
                  <a:lnTo>
                    <a:pt x="2543801" y="800565"/>
                  </a:lnTo>
                  <a:lnTo>
                    <a:pt x="2505440" y="871721"/>
                  </a:lnTo>
                  <a:lnTo>
                    <a:pt x="2466712" y="945951"/>
                  </a:lnTo>
                  <a:lnTo>
                    <a:pt x="2427626" y="1022884"/>
                  </a:lnTo>
                  <a:lnTo>
                    <a:pt x="2388218" y="1102080"/>
                  </a:lnTo>
                  <a:lnTo>
                    <a:pt x="2348549" y="1183033"/>
                  </a:lnTo>
                  <a:lnTo>
                    <a:pt x="2308694" y="1265184"/>
                  </a:lnTo>
                  <a:lnTo>
                    <a:pt x="2268745" y="1347940"/>
                  </a:lnTo>
                  <a:lnTo>
                    <a:pt x="2228798" y="1430687"/>
                  </a:lnTo>
                  <a:lnTo>
                    <a:pt x="2188947" y="1512814"/>
                  </a:lnTo>
                  <a:lnTo>
                    <a:pt x="2149283" y="1593728"/>
                  </a:lnTo>
                  <a:lnTo>
                    <a:pt x="2109884" y="1672871"/>
                  </a:lnTo>
                  <a:lnTo>
                    <a:pt x="2070807" y="1749739"/>
                  </a:lnTo>
                  <a:lnTo>
                    <a:pt x="2032088" y="1823891"/>
                  </a:lnTo>
                  <a:lnTo>
                    <a:pt x="1993736" y="1894962"/>
                  </a:lnTo>
                  <a:lnTo>
                    <a:pt x="1955729" y="1962663"/>
                  </a:lnTo>
                  <a:lnTo>
                    <a:pt x="1918007" y="2026786"/>
                  </a:lnTo>
                  <a:lnTo>
                    <a:pt x="1880476" y="2087201"/>
                  </a:lnTo>
                  <a:lnTo>
                    <a:pt x="1842998" y="2143856"/>
                  </a:lnTo>
                  <a:lnTo>
                    <a:pt x="1805390" y="2196763"/>
                  </a:lnTo>
                  <a:lnTo>
                    <a:pt x="1768425" y="2244750"/>
                  </a:lnTo>
                  <a:lnTo>
                    <a:pt x="1720206" y="2301177"/>
                  </a:lnTo>
                  <a:lnTo>
                    <a:pt x="1670389" y="2352024"/>
                  </a:lnTo>
                  <a:lnTo>
                    <a:pt x="1618221" y="2397567"/>
                  </a:lnTo>
                  <a:lnTo>
                    <a:pt x="1562862" y="2438279"/>
                  </a:lnTo>
                  <a:lnTo>
                    <a:pt x="1503455" y="2474696"/>
                  </a:lnTo>
                  <a:lnTo>
                    <a:pt x="1439189" y="2507338"/>
                  </a:lnTo>
                  <a:lnTo>
                    <a:pt x="1369398" y="2536666"/>
                  </a:lnTo>
                  <a:lnTo>
                    <a:pt x="1293665" y="2563060"/>
                  </a:lnTo>
                  <a:lnTo>
                    <a:pt x="1211987" y="2586798"/>
                  </a:lnTo>
                  <a:lnTo>
                    <a:pt x="1124951" y="2608062"/>
                  </a:lnTo>
                  <a:lnTo>
                    <a:pt x="1033926" y="2626934"/>
                  </a:lnTo>
                  <a:lnTo>
                    <a:pt x="941204" y="2643417"/>
                  </a:lnTo>
                  <a:lnTo>
                    <a:pt x="850002" y="2657463"/>
                  </a:lnTo>
                  <a:lnTo>
                    <a:pt x="764241" y="2669017"/>
                  </a:lnTo>
                  <a:lnTo>
                    <a:pt x="688055" y="2678077"/>
                  </a:lnTo>
                  <a:lnTo>
                    <a:pt x="625064" y="2684738"/>
                  </a:lnTo>
                  <a:lnTo>
                    <a:pt x="577609" y="2689229"/>
                  </a:lnTo>
                  <a:lnTo>
                    <a:pt x="546162" y="2691906"/>
                  </a:lnTo>
                  <a:lnTo>
                    <a:pt x="529102" y="2693218"/>
                  </a:lnTo>
                  <a:lnTo>
                    <a:pt x="522845" y="2693654"/>
                  </a:lnTo>
                  <a:lnTo>
                    <a:pt x="522133" y="2693700"/>
                  </a:lnTo>
                  <a:lnTo>
                    <a:pt x="0" y="2693700"/>
                  </a:lnTo>
                  <a:close/>
                </a:path>
              </a:pathLst>
            </a:custGeom>
            <a:solidFill>
              <a:srgbClr val="F28E5B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1056" name="pl1056"/>
            <p:cNvSpPr/>
            <p:nvPr/>
          </p:nvSpPr>
          <p:spPr>
            <a:xfrm>
              <a:off x="386606" y="654711"/>
              <a:ext cx="8554953" cy="2942176"/>
            </a:xfrm>
            <a:custGeom>
              <a:avLst/>
              <a:pathLst>
                <a:path w="8554953" h="2942176">
                  <a:moveTo>
                    <a:pt x="0" y="2693700"/>
                  </a:moveTo>
                  <a:lnTo>
                    <a:pt x="522133" y="2693700"/>
                  </a:lnTo>
                  <a:lnTo>
                    <a:pt x="523294" y="2693625"/>
                  </a:lnTo>
                  <a:lnTo>
                    <a:pt x="530899" y="2693086"/>
                  </a:lnTo>
                  <a:lnTo>
                    <a:pt x="549970" y="2691597"/>
                  </a:lnTo>
                  <a:lnTo>
                    <a:pt x="583809" y="2688671"/>
                  </a:lnTo>
                  <a:lnTo>
                    <a:pt x="633718" y="2683868"/>
                  </a:lnTo>
                  <a:lnTo>
                    <a:pt x="698915" y="2676852"/>
                  </a:lnTo>
                  <a:lnTo>
                    <a:pt x="776820" y="2667415"/>
                  </a:lnTo>
                  <a:lnTo>
                    <a:pt x="863681" y="2655478"/>
                  </a:lnTo>
                  <a:lnTo>
                    <a:pt x="955356" y="2641056"/>
                  </a:lnTo>
                  <a:lnTo>
                    <a:pt x="1048005" y="2624206"/>
                  </a:lnTo>
                  <a:lnTo>
                    <a:pt x="1138545" y="2604970"/>
                  </a:lnTo>
                  <a:lnTo>
                    <a:pt x="1224830" y="2583336"/>
                  </a:lnTo>
                  <a:lnTo>
                    <a:pt x="1305622" y="2559207"/>
                  </a:lnTo>
                  <a:lnTo>
                    <a:pt x="1380434" y="2532386"/>
                  </a:lnTo>
                  <a:lnTo>
                    <a:pt x="1449347" y="2502578"/>
                  </a:lnTo>
                  <a:lnTo>
                    <a:pt x="1512823" y="2469391"/>
                  </a:lnTo>
                  <a:lnTo>
                    <a:pt x="1571557" y="2432353"/>
                  </a:lnTo>
                  <a:lnTo>
                    <a:pt x="1626373" y="2390938"/>
                  </a:lnTo>
                  <a:lnTo>
                    <a:pt x="1678129" y="2344612"/>
                  </a:lnTo>
                  <a:lnTo>
                    <a:pt x="1727657" y="2292923"/>
                  </a:lnTo>
                  <a:lnTo>
                    <a:pt x="1768425" y="2244750"/>
                  </a:lnTo>
                  <a:lnTo>
                    <a:pt x="1806383" y="2195419"/>
                  </a:lnTo>
                  <a:lnTo>
                    <a:pt x="1843984" y="2142413"/>
                  </a:lnTo>
                  <a:lnTo>
                    <a:pt x="1881462" y="2085660"/>
                  </a:lnTo>
                  <a:lnTo>
                    <a:pt x="1918996" y="2025146"/>
                  </a:lnTo>
                  <a:lnTo>
                    <a:pt x="1956725" y="1960927"/>
                  </a:lnTo>
                  <a:lnTo>
                    <a:pt x="1994741" y="1893134"/>
                  </a:lnTo>
                  <a:lnTo>
                    <a:pt x="2033102" y="1821978"/>
                  </a:lnTo>
                  <a:lnTo>
                    <a:pt x="2071830" y="1747749"/>
                  </a:lnTo>
                  <a:lnTo>
                    <a:pt x="2110916" y="1670815"/>
                  </a:lnTo>
                  <a:lnTo>
                    <a:pt x="2150324" y="1591619"/>
                  </a:lnTo>
                  <a:lnTo>
                    <a:pt x="2189994" y="1510667"/>
                  </a:lnTo>
                  <a:lnTo>
                    <a:pt x="2229848" y="1428515"/>
                  </a:lnTo>
                  <a:lnTo>
                    <a:pt x="2269797" y="1345760"/>
                  </a:lnTo>
                  <a:lnTo>
                    <a:pt x="2309745" y="1263012"/>
                  </a:lnTo>
                  <a:lnTo>
                    <a:pt x="2349595" y="1180885"/>
                  </a:lnTo>
                  <a:lnTo>
                    <a:pt x="2389259" y="1099972"/>
                  </a:lnTo>
                  <a:lnTo>
                    <a:pt x="2428659" y="1020829"/>
                  </a:lnTo>
                  <a:lnTo>
                    <a:pt x="2467736" y="943961"/>
                  </a:lnTo>
                  <a:lnTo>
                    <a:pt x="2506454" y="869808"/>
                  </a:lnTo>
                  <a:lnTo>
                    <a:pt x="2544806" y="798738"/>
                  </a:lnTo>
                  <a:lnTo>
                    <a:pt x="2582814" y="731037"/>
                  </a:lnTo>
                  <a:lnTo>
                    <a:pt x="2620535" y="666914"/>
                  </a:lnTo>
                  <a:lnTo>
                    <a:pt x="2658067" y="606498"/>
                  </a:lnTo>
                  <a:lnTo>
                    <a:pt x="2695545" y="549844"/>
                  </a:lnTo>
                  <a:lnTo>
                    <a:pt x="2733152" y="496936"/>
                  </a:lnTo>
                  <a:lnTo>
                    <a:pt x="2770117" y="448950"/>
                  </a:lnTo>
                  <a:lnTo>
                    <a:pt x="2818336" y="392522"/>
                  </a:lnTo>
                  <a:lnTo>
                    <a:pt x="2868154" y="341675"/>
                  </a:lnTo>
                  <a:lnTo>
                    <a:pt x="2920322" y="296132"/>
                  </a:lnTo>
                  <a:lnTo>
                    <a:pt x="2975680" y="255420"/>
                  </a:lnTo>
                  <a:lnTo>
                    <a:pt x="3035088" y="219004"/>
                  </a:lnTo>
                  <a:lnTo>
                    <a:pt x="3099353" y="186362"/>
                  </a:lnTo>
                  <a:lnTo>
                    <a:pt x="3169145" y="157033"/>
                  </a:lnTo>
                  <a:lnTo>
                    <a:pt x="3244877" y="130640"/>
                  </a:lnTo>
                  <a:lnTo>
                    <a:pt x="3326555" y="106901"/>
                  </a:lnTo>
                  <a:lnTo>
                    <a:pt x="3413591" y="85638"/>
                  </a:lnTo>
                  <a:lnTo>
                    <a:pt x="3504616" y="66765"/>
                  </a:lnTo>
                  <a:lnTo>
                    <a:pt x="3597338" y="50282"/>
                  </a:lnTo>
                  <a:lnTo>
                    <a:pt x="3688541" y="36237"/>
                  </a:lnTo>
                  <a:lnTo>
                    <a:pt x="3774301" y="24682"/>
                  </a:lnTo>
                  <a:lnTo>
                    <a:pt x="3850487" y="15623"/>
                  </a:lnTo>
                  <a:lnTo>
                    <a:pt x="3913478" y="8962"/>
                  </a:lnTo>
                  <a:lnTo>
                    <a:pt x="3960933" y="4471"/>
                  </a:lnTo>
                  <a:lnTo>
                    <a:pt x="3992380" y="1794"/>
                  </a:lnTo>
                  <a:lnTo>
                    <a:pt x="4009440" y="482"/>
                  </a:lnTo>
                  <a:lnTo>
                    <a:pt x="4015697" y="45"/>
                  </a:lnTo>
                  <a:lnTo>
                    <a:pt x="4016409" y="0"/>
                  </a:lnTo>
                  <a:lnTo>
                    <a:pt x="4538543" y="0"/>
                  </a:lnTo>
                  <a:lnTo>
                    <a:pt x="4539685" y="81"/>
                  </a:lnTo>
                  <a:lnTo>
                    <a:pt x="4547171" y="659"/>
                  </a:lnTo>
                  <a:lnTo>
                    <a:pt x="4565954" y="2258"/>
                  </a:lnTo>
                  <a:lnTo>
                    <a:pt x="4599308" y="5403"/>
                  </a:lnTo>
                  <a:lnTo>
                    <a:pt x="4648552" y="10564"/>
                  </a:lnTo>
                  <a:lnTo>
                    <a:pt x="4712967" y="18109"/>
                  </a:lnTo>
                  <a:lnTo>
                    <a:pt x="4790058" y="28265"/>
                  </a:lnTo>
                  <a:lnTo>
                    <a:pt x="4876162" y="41120"/>
                  </a:lnTo>
                  <a:lnTo>
                    <a:pt x="4967204" y="56662"/>
                  </a:lnTo>
                  <a:lnTo>
                    <a:pt x="5059381" y="74831"/>
                  </a:lnTo>
                  <a:lnTo>
                    <a:pt x="5149614" y="95577"/>
                  </a:lnTo>
                  <a:lnTo>
                    <a:pt x="5235740" y="118912"/>
                  </a:lnTo>
                  <a:lnTo>
                    <a:pt x="5316485" y="144932"/>
                  </a:lnTo>
                  <a:lnTo>
                    <a:pt x="5391331" y="173842"/>
                  </a:lnTo>
                  <a:lnTo>
                    <a:pt x="5460319" y="205950"/>
                  </a:lnTo>
                  <a:lnTo>
                    <a:pt x="5523881" y="241670"/>
                  </a:lnTo>
                  <a:lnTo>
                    <a:pt x="5582688" y="281502"/>
                  </a:lnTo>
                  <a:lnTo>
                    <a:pt x="5637539" y="326010"/>
                  </a:lnTo>
                  <a:lnTo>
                    <a:pt x="5689281" y="375768"/>
                  </a:lnTo>
                  <a:lnTo>
                    <a:pt x="5738737" y="431277"/>
                  </a:lnTo>
                  <a:lnTo>
                    <a:pt x="5784835" y="490362"/>
                  </a:lnTo>
                  <a:lnTo>
                    <a:pt x="5821519" y="542361"/>
                  </a:lnTo>
                  <a:lnTo>
                    <a:pt x="5857863" y="598103"/>
                  </a:lnTo>
                  <a:lnTo>
                    <a:pt x="5894077" y="657664"/>
                  </a:lnTo>
                  <a:lnTo>
                    <a:pt x="5930331" y="721063"/>
                  </a:lnTo>
                  <a:lnTo>
                    <a:pt x="5966750" y="788252"/>
                  </a:lnTo>
                  <a:lnTo>
                    <a:pt x="6003427" y="859114"/>
                  </a:lnTo>
                  <a:lnTo>
                    <a:pt x="6040417" y="933456"/>
                  </a:lnTo>
                  <a:lnTo>
                    <a:pt x="6077748" y="1011010"/>
                  </a:lnTo>
                  <a:lnTo>
                    <a:pt x="6115418" y="1091431"/>
                  </a:lnTo>
                  <a:lnTo>
                    <a:pt x="6153402" y="1174304"/>
                  </a:lnTo>
                  <a:lnTo>
                    <a:pt x="6191651" y="1259150"/>
                  </a:lnTo>
                  <a:lnTo>
                    <a:pt x="6230101" y="1345434"/>
                  </a:lnTo>
                  <a:lnTo>
                    <a:pt x="6268675" y="1432584"/>
                  </a:lnTo>
                  <a:lnTo>
                    <a:pt x="6307287" y="1520000"/>
                  </a:lnTo>
                  <a:lnTo>
                    <a:pt x="6345850" y="1607078"/>
                  </a:lnTo>
                  <a:lnTo>
                    <a:pt x="6384280" y="1693220"/>
                  </a:lnTo>
                  <a:lnTo>
                    <a:pt x="6422500" y="1777858"/>
                  </a:lnTo>
                  <a:lnTo>
                    <a:pt x="6460449" y="1860463"/>
                  </a:lnTo>
                  <a:lnTo>
                    <a:pt x="6498080" y="1940563"/>
                  </a:lnTo>
                  <a:lnTo>
                    <a:pt x="6535370" y="2017751"/>
                  </a:lnTo>
                  <a:lnTo>
                    <a:pt x="6572321" y="2091691"/>
                  </a:lnTo>
                  <a:lnTo>
                    <a:pt x="6608963" y="2162124"/>
                  </a:lnTo>
                  <a:lnTo>
                    <a:pt x="6645357" y="2228866"/>
                  </a:lnTo>
                  <a:lnTo>
                    <a:pt x="6681599" y="2291809"/>
                  </a:lnTo>
                  <a:lnTo>
                    <a:pt x="6717819" y="2350913"/>
                  </a:lnTo>
                  <a:lnTo>
                    <a:pt x="6754191" y="2406204"/>
                  </a:lnTo>
                  <a:lnTo>
                    <a:pt x="6786527" y="2451813"/>
                  </a:lnTo>
                  <a:lnTo>
                    <a:pt x="6834478" y="2513125"/>
                  </a:lnTo>
                  <a:lnTo>
                    <a:pt x="6884008" y="2568407"/>
                  </a:lnTo>
                  <a:lnTo>
                    <a:pt x="6935853" y="2617955"/>
                  </a:lnTo>
                  <a:lnTo>
                    <a:pt x="6990839" y="2662274"/>
                  </a:lnTo>
                  <a:lnTo>
                    <a:pt x="7049813" y="2701940"/>
                  </a:lnTo>
                  <a:lnTo>
                    <a:pt x="7113570" y="2737513"/>
                  </a:lnTo>
                  <a:lnTo>
                    <a:pt x="7182776" y="2769492"/>
                  </a:lnTo>
                  <a:lnTo>
                    <a:pt x="7257849" y="2798286"/>
                  </a:lnTo>
                  <a:lnTo>
                    <a:pt x="7338814" y="2824202"/>
                  </a:lnTo>
                  <a:lnTo>
                    <a:pt x="7425124" y="2847436"/>
                  </a:lnTo>
                  <a:lnTo>
                    <a:pt x="7515477" y="2868085"/>
                  </a:lnTo>
                  <a:lnTo>
                    <a:pt x="7607673" y="2886154"/>
                  </a:lnTo>
                  <a:lnTo>
                    <a:pt x="7698600" y="2901595"/>
                  </a:lnTo>
                  <a:lnTo>
                    <a:pt x="7784435" y="2914347"/>
                  </a:lnTo>
                  <a:lnTo>
                    <a:pt x="7861104" y="2924401"/>
                  </a:lnTo>
                  <a:lnTo>
                    <a:pt x="7924977" y="2931850"/>
                  </a:lnTo>
                  <a:lnTo>
                    <a:pt x="7973616" y="2936927"/>
                  </a:lnTo>
                  <a:lnTo>
                    <a:pt x="8006376" y="2940003"/>
                  </a:lnTo>
                  <a:lnTo>
                    <a:pt x="8024657" y="2941554"/>
                  </a:lnTo>
                  <a:lnTo>
                    <a:pt x="8031800" y="2942104"/>
                  </a:lnTo>
                  <a:lnTo>
                    <a:pt x="8032819" y="2942176"/>
                  </a:lnTo>
                  <a:lnTo>
                    <a:pt x="8554953" y="2942176"/>
                  </a:lnTo>
                  <a:lnTo>
                    <a:pt x="8554953" y="2942176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057" name="pl1057"/>
            <p:cNvSpPr/>
            <p:nvPr/>
          </p:nvSpPr>
          <p:spPr>
            <a:xfrm>
              <a:off x="386606" y="649064"/>
              <a:ext cx="8554953" cy="2942176"/>
            </a:xfrm>
            <a:custGeom>
              <a:avLst/>
              <a:pathLst>
                <a:path w="8554953" h="2942176">
                  <a:moveTo>
                    <a:pt x="8554953" y="2942176"/>
                  </a:moveTo>
                  <a:lnTo>
                    <a:pt x="8032819" y="2942176"/>
                  </a:lnTo>
                  <a:lnTo>
                    <a:pt x="8031677" y="2942095"/>
                  </a:lnTo>
                  <a:lnTo>
                    <a:pt x="8024191" y="2941516"/>
                  </a:lnTo>
                  <a:lnTo>
                    <a:pt x="8005408" y="2939917"/>
                  </a:lnTo>
                  <a:lnTo>
                    <a:pt x="7972054" y="2936772"/>
                  </a:lnTo>
                  <a:lnTo>
                    <a:pt x="7922810" y="2931611"/>
                  </a:lnTo>
                  <a:lnTo>
                    <a:pt x="7858395" y="2924066"/>
                  </a:lnTo>
                  <a:lnTo>
                    <a:pt x="7781304" y="2913910"/>
                  </a:lnTo>
                  <a:lnTo>
                    <a:pt x="7695200" y="2901055"/>
                  </a:lnTo>
                  <a:lnTo>
                    <a:pt x="7604158" y="2885513"/>
                  </a:lnTo>
                  <a:lnTo>
                    <a:pt x="7511981" y="2867345"/>
                  </a:lnTo>
                  <a:lnTo>
                    <a:pt x="7421747" y="2846598"/>
                  </a:lnTo>
                  <a:lnTo>
                    <a:pt x="7335622" y="2823263"/>
                  </a:lnTo>
                  <a:lnTo>
                    <a:pt x="7254876" y="2797243"/>
                  </a:lnTo>
                  <a:lnTo>
                    <a:pt x="7180031" y="2768333"/>
                  </a:lnTo>
                  <a:lnTo>
                    <a:pt x="7111043" y="2736225"/>
                  </a:lnTo>
                  <a:lnTo>
                    <a:pt x="7047481" y="2700506"/>
                  </a:lnTo>
                  <a:lnTo>
                    <a:pt x="6988674" y="2660673"/>
                  </a:lnTo>
                  <a:lnTo>
                    <a:pt x="6933823" y="2616165"/>
                  </a:lnTo>
                  <a:lnTo>
                    <a:pt x="6882081" y="2566407"/>
                  </a:lnTo>
                  <a:lnTo>
                    <a:pt x="6832625" y="2510898"/>
                  </a:lnTo>
                  <a:lnTo>
                    <a:pt x="6786527" y="2451813"/>
                  </a:lnTo>
                  <a:lnTo>
                    <a:pt x="6749843" y="2399814"/>
                  </a:lnTo>
                  <a:lnTo>
                    <a:pt x="6713499" y="2344072"/>
                  </a:lnTo>
                  <a:lnTo>
                    <a:pt x="6677285" y="2284511"/>
                  </a:lnTo>
                  <a:lnTo>
                    <a:pt x="6641031" y="2221112"/>
                  </a:lnTo>
                  <a:lnTo>
                    <a:pt x="6604612" y="2153923"/>
                  </a:lnTo>
                  <a:lnTo>
                    <a:pt x="6567935" y="2083062"/>
                  </a:lnTo>
                  <a:lnTo>
                    <a:pt x="6530945" y="2008719"/>
                  </a:lnTo>
                  <a:lnTo>
                    <a:pt x="6493614" y="1931166"/>
                  </a:lnTo>
                  <a:lnTo>
                    <a:pt x="6455943" y="1850744"/>
                  </a:lnTo>
                  <a:lnTo>
                    <a:pt x="6417960" y="1767871"/>
                  </a:lnTo>
                  <a:lnTo>
                    <a:pt x="6379711" y="1683025"/>
                  </a:lnTo>
                  <a:lnTo>
                    <a:pt x="6341261" y="1596741"/>
                  </a:lnTo>
                  <a:lnTo>
                    <a:pt x="6302687" y="1509591"/>
                  </a:lnTo>
                  <a:lnTo>
                    <a:pt x="6264075" y="1422175"/>
                  </a:lnTo>
                  <a:lnTo>
                    <a:pt x="6225512" y="1335097"/>
                  </a:lnTo>
                  <a:lnTo>
                    <a:pt x="6187082" y="1248955"/>
                  </a:lnTo>
                  <a:lnTo>
                    <a:pt x="6148861" y="1164317"/>
                  </a:lnTo>
                  <a:lnTo>
                    <a:pt x="6110913" y="1081712"/>
                  </a:lnTo>
                  <a:lnTo>
                    <a:pt x="6073282" y="1001612"/>
                  </a:lnTo>
                  <a:lnTo>
                    <a:pt x="6035992" y="924424"/>
                  </a:lnTo>
                  <a:lnTo>
                    <a:pt x="5999041" y="850484"/>
                  </a:lnTo>
                  <a:lnTo>
                    <a:pt x="5962399" y="780051"/>
                  </a:lnTo>
                  <a:lnTo>
                    <a:pt x="5926005" y="713309"/>
                  </a:lnTo>
                  <a:lnTo>
                    <a:pt x="5889763" y="650366"/>
                  </a:lnTo>
                  <a:lnTo>
                    <a:pt x="5853543" y="591262"/>
                  </a:lnTo>
                  <a:lnTo>
                    <a:pt x="5817171" y="535971"/>
                  </a:lnTo>
                  <a:lnTo>
                    <a:pt x="5784835" y="490362"/>
                  </a:lnTo>
                  <a:lnTo>
                    <a:pt x="5736884" y="429050"/>
                  </a:lnTo>
                  <a:lnTo>
                    <a:pt x="5687354" y="373768"/>
                  </a:lnTo>
                  <a:lnTo>
                    <a:pt x="5635509" y="324220"/>
                  </a:lnTo>
                  <a:lnTo>
                    <a:pt x="5580523" y="279901"/>
                  </a:lnTo>
                  <a:lnTo>
                    <a:pt x="5521549" y="240235"/>
                  </a:lnTo>
                  <a:lnTo>
                    <a:pt x="5457792" y="204662"/>
                  </a:lnTo>
                  <a:lnTo>
                    <a:pt x="5388586" y="172683"/>
                  </a:lnTo>
                  <a:lnTo>
                    <a:pt x="5313513" y="143889"/>
                  </a:lnTo>
                  <a:lnTo>
                    <a:pt x="5232548" y="117974"/>
                  </a:lnTo>
                  <a:lnTo>
                    <a:pt x="5146238" y="94739"/>
                  </a:lnTo>
                  <a:lnTo>
                    <a:pt x="5055885" y="74090"/>
                  </a:lnTo>
                  <a:lnTo>
                    <a:pt x="4963689" y="56021"/>
                  </a:lnTo>
                  <a:lnTo>
                    <a:pt x="4872762" y="40580"/>
                  </a:lnTo>
                  <a:lnTo>
                    <a:pt x="4786927" y="27828"/>
                  </a:lnTo>
                  <a:lnTo>
                    <a:pt x="4710258" y="17775"/>
                  </a:lnTo>
                  <a:lnTo>
                    <a:pt x="4646385" y="10325"/>
                  </a:lnTo>
                  <a:lnTo>
                    <a:pt x="4597746" y="5249"/>
                  </a:lnTo>
                  <a:lnTo>
                    <a:pt x="4564986" y="2172"/>
                  </a:lnTo>
                  <a:lnTo>
                    <a:pt x="4546705" y="622"/>
                  </a:lnTo>
                  <a:lnTo>
                    <a:pt x="4539562" y="72"/>
                  </a:lnTo>
                  <a:lnTo>
                    <a:pt x="4538543" y="0"/>
                  </a:lnTo>
                  <a:lnTo>
                    <a:pt x="4016409" y="0"/>
                  </a:lnTo>
                  <a:lnTo>
                    <a:pt x="4015248" y="75"/>
                  </a:lnTo>
                  <a:lnTo>
                    <a:pt x="4007643" y="613"/>
                  </a:lnTo>
                  <a:lnTo>
                    <a:pt x="3988572" y="2102"/>
                  </a:lnTo>
                  <a:lnTo>
                    <a:pt x="3954734" y="5029"/>
                  </a:lnTo>
                  <a:lnTo>
                    <a:pt x="3904824" y="9831"/>
                  </a:lnTo>
                  <a:lnTo>
                    <a:pt x="3839627" y="16848"/>
                  </a:lnTo>
                  <a:lnTo>
                    <a:pt x="3761722" y="26285"/>
                  </a:lnTo>
                  <a:lnTo>
                    <a:pt x="3674861" y="38222"/>
                  </a:lnTo>
                  <a:lnTo>
                    <a:pt x="3583186" y="52643"/>
                  </a:lnTo>
                  <a:lnTo>
                    <a:pt x="3490537" y="69494"/>
                  </a:lnTo>
                  <a:lnTo>
                    <a:pt x="3399997" y="88729"/>
                  </a:lnTo>
                  <a:lnTo>
                    <a:pt x="3313712" y="110363"/>
                  </a:lnTo>
                  <a:lnTo>
                    <a:pt x="3232921" y="134493"/>
                  </a:lnTo>
                  <a:lnTo>
                    <a:pt x="3158108" y="161314"/>
                  </a:lnTo>
                  <a:lnTo>
                    <a:pt x="3089195" y="191122"/>
                  </a:lnTo>
                  <a:lnTo>
                    <a:pt x="3025720" y="224309"/>
                  </a:lnTo>
                  <a:lnTo>
                    <a:pt x="2966985" y="261346"/>
                  </a:lnTo>
                  <a:lnTo>
                    <a:pt x="2912170" y="302762"/>
                  </a:lnTo>
                  <a:lnTo>
                    <a:pt x="2860413" y="349088"/>
                  </a:lnTo>
                  <a:lnTo>
                    <a:pt x="2810885" y="400776"/>
                  </a:lnTo>
                  <a:lnTo>
                    <a:pt x="2770117" y="448950"/>
                  </a:lnTo>
                  <a:lnTo>
                    <a:pt x="2732159" y="498281"/>
                  </a:lnTo>
                  <a:lnTo>
                    <a:pt x="2694558" y="551286"/>
                  </a:lnTo>
                  <a:lnTo>
                    <a:pt x="2657081" y="608040"/>
                  </a:lnTo>
                  <a:lnTo>
                    <a:pt x="2619546" y="668554"/>
                  </a:lnTo>
                  <a:lnTo>
                    <a:pt x="2581818" y="732773"/>
                  </a:lnTo>
                  <a:lnTo>
                    <a:pt x="2543801" y="800565"/>
                  </a:lnTo>
                  <a:lnTo>
                    <a:pt x="2505440" y="871721"/>
                  </a:lnTo>
                  <a:lnTo>
                    <a:pt x="2466712" y="945951"/>
                  </a:lnTo>
                  <a:lnTo>
                    <a:pt x="2427626" y="1022884"/>
                  </a:lnTo>
                  <a:lnTo>
                    <a:pt x="2388218" y="1102080"/>
                  </a:lnTo>
                  <a:lnTo>
                    <a:pt x="2348549" y="1183033"/>
                  </a:lnTo>
                  <a:lnTo>
                    <a:pt x="2308694" y="1265184"/>
                  </a:lnTo>
                  <a:lnTo>
                    <a:pt x="2268745" y="1347940"/>
                  </a:lnTo>
                  <a:lnTo>
                    <a:pt x="2228798" y="1430687"/>
                  </a:lnTo>
                  <a:lnTo>
                    <a:pt x="2188947" y="1512814"/>
                  </a:lnTo>
                  <a:lnTo>
                    <a:pt x="2149283" y="1593728"/>
                  </a:lnTo>
                  <a:lnTo>
                    <a:pt x="2109884" y="1672871"/>
                  </a:lnTo>
                  <a:lnTo>
                    <a:pt x="2070807" y="1749739"/>
                  </a:lnTo>
                  <a:lnTo>
                    <a:pt x="2032088" y="1823891"/>
                  </a:lnTo>
                  <a:lnTo>
                    <a:pt x="1993736" y="1894962"/>
                  </a:lnTo>
                  <a:lnTo>
                    <a:pt x="1955729" y="1962663"/>
                  </a:lnTo>
                  <a:lnTo>
                    <a:pt x="1918007" y="2026786"/>
                  </a:lnTo>
                  <a:lnTo>
                    <a:pt x="1880476" y="2087201"/>
                  </a:lnTo>
                  <a:lnTo>
                    <a:pt x="1842998" y="2143856"/>
                  </a:lnTo>
                  <a:lnTo>
                    <a:pt x="1805390" y="2196763"/>
                  </a:lnTo>
                  <a:lnTo>
                    <a:pt x="1768425" y="2244750"/>
                  </a:lnTo>
                  <a:lnTo>
                    <a:pt x="1720206" y="2301177"/>
                  </a:lnTo>
                  <a:lnTo>
                    <a:pt x="1670389" y="2352024"/>
                  </a:lnTo>
                  <a:lnTo>
                    <a:pt x="1618221" y="2397567"/>
                  </a:lnTo>
                  <a:lnTo>
                    <a:pt x="1562862" y="2438279"/>
                  </a:lnTo>
                  <a:lnTo>
                    <a:pt x="1503455" y="2474696"/>
                  </a:lnTo>
                  <a:lnTo>
                    <a:pt x="1439189" y="2507338"/>
                  </a:lnTo>
                  <a:lnTo>
                    <a:pt x="1369398" y="2536666"/>
                  </a:lnTo>
                  <a:lnTo>
                    <a:pt x="1293665" y="2563060"/>
                  </a:lnTo>
                  <a:lnTo>
                    <a:pt x="1211987" y="2586798"/>
                  </a:lnTo>
                  <a:lnTo>
                    <a:pt x="1124951" y="2608062"/>
                  </a:lnTo>
                  <a:lnTo>
                    <a:pt x="1033926" y="2626934"/>
                  </a:lnTo>
                  <a:lnTo>
                    <a:pt x="941204" y="2643417"/>
                  </a:lnTo>
                  <a:lnTo>
                    <a:pt x="850002" y="2657463"/>
                  </a:lnTo>
                  <a:lnTo>
                    <a:pt x="764241" y="2669017"/>
                  </a:lnTo>
                  <a:lnTo>
                    <a:pt x="688055" y="2678077"/>
                  </a:lnTo>
                  <a:lnTo>
                    <a:pt x="625064" y="2684738"/>
                  </a:lnTo>
                  <a:lnTo>
                    <a:pt x="577609" y="2689229"/>
                  </a:lnTo>
                  <a:lnTo>
                    <a:pt x="546162" y="2691906"/>
                  </a:lnTo>
                  <a:lnTo>
                    <a:pt x="529102" y="2693218"/>
                  </a:lnTo>
                  <a:lnTo>
                    <a:pt x="522845" y="2693654"/>
                  </a:lnTo>
                  <a:lnTo>
                    <a:pt x="522133" y="2693700"/>
                  </a:lnTo>
                  <a:lnTo>
                    <a:pt x="0" y="2693700"/>
                  </a:lnTo>
                  <a:lnTo>
                    <a:pt x="0" y="269370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058" name="pg1058"/>
            <p:cNvSpPr/>
            <p:nvPr/>
          </p:nvSpPr>
          <p:spPr>
            <a:xfrm>
              <a:off x="386606" y="784596"/>
              <a:ext cx="8554953" cy="5031629"/>
            </a:xfrm>
            <a:custGeom>
              <a:avLst/>
              <a:pathLst>
                <a:path w="8554953" h="5031629">
                  <a:moveTo>
                    <a:pt x="0" y="2580757"/>
                  </a:moveTo>
                  <a:lnTo>
                    <a:pt x="522133" y="2580757"/>
                  </a:lnTo>
                  <a:lnTo>
                    <a:pt x="523303" y="2580684"/>
                  </a:lnTo>
                  <a:lnTo>
                    <a:pt x="530968" y="2580168"/>
                  </a:lnTo>
                  <a:lnTo>
                    <a:pt x="550183" y="2578739"/>
                  </a:lnTo>
                  <a:lnTo>
                    <a:pt x="584265" y="2575930"/>
                  </a:lnTo>
                  <a:lnTo>
                    <a:pt x="634506" y="2571323"/>
                  </a:lnTo>
                  <a:lnTo>
                    <a:pt x="700094" y="2564593"/>
                  </a:lnTo>
                  <a:lnTo>
                    <a:pt x="778403" y="2555545"/>
                  </a:lnTo>
                  <a:lnTo>
                    <a:pt x="865640" y="2544104"/>
                  </a:lnTo>
                  <a:lnTo>
                    <a:pt x="957627" y="2530286"/>
                  </a:lnTo>
                  <a:lnTo>
                    <a:pt x="1050508" y="2514145"/>
                  </a:lnTo>
                  <a:lnTo>
                    <a:pt x="1141198" y="2495722"/>
                  </a:lnTo>
                  <a:lnTo>
                    <a:pt x="1227559" y="2475003"/>
                  </a:lnTo>
                  <a:lnTo>
                    <a:pt x="1308371" y="2451890"/>
                  </a:lnTo>
                  <a:lnTo>
                    <a:pt x="1383165" y="2426194"/>
                  </a:lnTo>
                  <a:lnTo>
                    <a:pt x="1452040" y="2397626"/>
                  </a:lnTo>
                  <a:lnTo>
                    <a:pt x="1515473" y="2365808"/>
                  </a:lnTo>
                  <a:lnTo>
                    <a:pt x="1574173" y="2330284"/>
                  </a:lnTo>
                  <a:lnTo>
                    <a:pt x="1628972" y="2290546"/>
                  </a:lnTo>
                  <a:lnTo>
                    <a:pt x="1680737" y="2246086"/>
                  </a:lnTo>
                  <a:lnTo>
                    <a:pt x="1730303" y="2196475"/>
                  </a:lnTo>
                  <a:lnTo>
                    <a:pt x="1768425" y="2153454"/>
                  </a:lnTo>
                  <a:lnTo>
                    <a:pt x="1807092" y="2105586"/>
                  </a:lnTo>
                  <a:lnTo>
                    <a:pt x="1845394" y="2054086"/>
                  </a:lnTo>
                  <a:lnTo>
                    <a:pt x="1883575" y="1998882"/>
                  </a:lnTo>
                  <a:lnTo>
                    <a:pt x="1921825" y="1939965"/>
                  </a:lnTo>
                  <a:lnTo>
                    <a:pt x="1960284" y="1877395"/>
                  </a:lnTo>
                  <a:lnTo>
                    <a:pt x="1999049" y="1811311"/>
                  </a:lnTo>
                  <a:lnTo>
                    <a:pt x="2038176" y="1741932"/>
                  </a:lnTo>
                  <a:lnTo>
                    <a:pt x="2077685" y="1669562"/>
                  </a:lnTo>
                  <a:lnTo>
                    <a:pt x="2117561" y="1594581"/>
                  </a:lnTo>
                  <a:lnTo>
                    <a:pt x="2157762" y="1517446"/>
                  </a:lnTo>
                  <a:lnTo>
                    <a:pt x="2198221" y="1438676"/>
                  </a:lnTo>
                  <a:lnTo>
                    <a:pt x="2238853" y="1358841"/>
                  </a:lnTo>
                  <a:lnTo>
                    <a:pt x="2279562" y="1278544"/>
                  </a:lnTo>
                  <a:lnTo>
                    <a:pt x="2320244" y="1198404"/>
                  </a:lnTo>
                  <a:lnTo>
                    <a:pt x="2360800" y="1119034"/>
                  </a:lnTo>
                  <a:lnTo>
                    <a:pt x="2401138" y="1041022"/>
                  </a:lnTo>
                  <a:lnTo>
                    <a:pt x="2441182" y="964914"/>
                  </a:lnTo>
                  <a:lnTo>
                    <a:pt x="2480876" y="891201"/>
                  </a:lnTo>
                  <a:lnTo>
                    <a:pt x="2520192" y="820300"/>
                  </a:lnTo>
                  <a:lnTo>
                    <a:pt x="2559131" y="752555"/>
                  </a:lnTo>
                  <a:lnTo>
                    <a:pt x="2597732" y="688225"/>
                  </a:lnTo>
                  <a:lnTo>
                    <a:pt x="2636071" y="627488"/>
                  </a:lnTo>
                  <a:lnTo>
                    <a:pt x="2674265" y="570445"/>
                  </a:lnTo>
                  <a:lnTo>
                    <a:pt x="2712480" y="517119"/>
                  </a:lnTo>
                  <a:lnTo>
                    <a:pt x="2750933" y="467468"/>
                  </a:lnTo>
                  <a:lnTo>
                    <a:pt x="2770117" y="444244"/>
                  </a:lnTo>
                  <a:lnTo>
                    <a:pt x="2818469" y="390398"/>
                  </a:lnTo>
                  <a:lnTo>
                    <a:pt x="2868430" y="341893"/>
                  </a:lnTo>
                  <a:lnTo>
                    <a:pt x="2920759" y="298461"/>
                  </a:lnTo>
                  <a:lnTo>
                    <a:pt x="2976303" y="259648"/>
                  </a:lnTo>
                  <a:lnTo>
                    <a:pt x="3035927" y="224940"/>
                  </a:lnTo>
                  <a:lnTo>
                    <a:pt x="3100446" y="193838"/>
                  </a:lnTo>
                  <a:lnTo>
                    <a:pt x="3170531" y="165899"/>
                  </a:lnTo>
                  <a:lnTo>
                    <a:pt x="3246592" y="140764"/>
                  </a:lnTo>
                  <a:lnTo>
                    <a:pt x="3328626" y="118165"/>
                  </a:lnTo>
                  <a:lnTo>
                    <a:pt x="3416023" y="97931"/>
                  </a:lnTo>
                  <a:lnTo>
                    <a:pt x="3507380" y="79985"/>
                  </a:lnTo>
                  <a:lnTo>
                    <a:pt x="3600360" y="64326"/>
                  </a:lnTo>
                  <a:lnTo>
                    <a:pt x="3691691" y="51001"/>
                  </a:lnTo>
                  <a:lnTo>
                    <a:pt x="3777404" y="40062"/>
                  </a:lnTo>
                  <a:lnTo>
                    <a:pt x="3853338" y="31509"/>
                  </a:lnTo>
                  <a:lnTo>
                    <a:pt x="3915878" y="25244"/>
                  </a:lnTo>
                  <a:lnTo>
                    <a:pt x="3962736" y="21044"/>
                  </a:lnTo>
                  <a:lnTo>
                    <a:pt x="3993529" y="18561"/>
                  </a:lnTo>
                  <a:lnTo>
                    <a:pt x="4009990" y="17362"/>
                  </a:lnTo>
                  <a:lnTo>
                    <a:pt x="4015824" y="16977"/>
                  </a:lnTo>
                  <a:lnTo>
                    <a:pt x="4016409" y="16941"/>
                  </a:lnTo>
                  <a:lnTo>
                    <a:pt x="4538543" y="16941"/>
                  </a:lnTo>
                  <a:lnTo>
                    <a:pt x="4539391" y="17043"/>
                  </a:lnTo>
                  <a:lnTo>
                    <a:pt x="4544988" y="17769"/>
                  </a:lnTo>
                  <a:lnTo>
                    <a:pt x="4559159" y="19774"/>
                  </a:lnTo>
                  <a:lnTo>
                    <a:pt x="4584645" y="23726"/>
                  </a:lnTo>
                  <a:lnTo>
                    <a:pt x="4622927" y="30250"/>
                  </a:lnTo>
                  <a:lnTo>
                    <a:pt x="4674115" y="39875"/>
                  </a:lnTo>
                  <a:lnTo>
                    <a:pt x="4737010" y="52981"/>
                  </a:lnTo>
                  <a:lnTo>
                    <a:pt x="4809369" y="69786"/>
                  </a:lnTo>
                  <a:lnTo>
                    <a:pt x="4888331" y="90360"/>
                  </a:lnTo>
                  <a:lnTo>
                    <a:pt x="4970879" y="114667"/>
                  </a:lnTo>
                  <a:lnTo>
                    <a:pt x="5054231" y="142628"/>
                  </a:lnTo>
                  <a:lnTo>
                    <a:pt x="5136105" y="174181"/>
                  </a:lnTo>
                  <a:lnTo>
                    <a:pt x="5214831" y="209328"/>
                  </a:lnTo>
                  <a:lnTo>
                    <a:pt x="5289345" y="248167"/>
                  </a:lnTo>
                  <a:lnTo>
                    <a:pt x="5359117" y="290913"/>
                  </a:lnTo>
                  <a:lnTo>
                    <a:pt x="5424035" y="337903"/>
                  </a:lnTo>
                  <a:lnTo>
                    <a:pt x="5484293" y="389597"/>
                  </a:lnTo>
                  <a:lnTo>
                    <a:pt x="5540299" y="446563"/>
                  </a:lnTo>
                  <a:lnTo>
                    <a:pt x="5592589" y="509463"/>
                  </a:lnTo>
                  <a:lnTo>
                    <a:pt x="5641766" y="579017"/>
                  </a:lnTo>
                  <a:lnTo>
                    <a:pt x="5688457" y="655946"/>
                  </a:lnTo>
                  <a:lnTo>
                    <a:pt x="5733272" y="740881"/>
                  </a:lnTo>
                  <a:lnTo>
                    <a:pt x="5776757" y="834207"/>
                  </a:lnTo>
                  <a:lnTo>
                    <a:pt x="5784835" y="852722"/>
                  </a:lnTo>
                  <a:lnTo>
                    <a:pt x="5814013" y="922613"/>
                  </a:lnTo>
                  <a:lnTo>
                    <a:pt x="5842945" y="996507"/>
                  </a:lnTo>
                  <a:lnTo>
                    <a:pt x="5871745" y="1074486"/>
                  </a:lnTo>
                  <a:lnTo>
                    <a:pt x="5900509" y="1156589"/>
                  </a:lnTo>
                  <a:lnTo>
                    <a:pt x="5929314" y="1242818"/>
                  </a:lnTo>
                  <a:lnTo>
                    <a:pt x="5958223" y="1333130"/>
                  </a:lnTo>
                  <a:lnTo>
                    <a:pt x="5987283" y="1427430"/>
                  </a:lnTo>
                  <a:lnTo>
                    <a:pt x="6016528" y="1525578"/>
                  </a:lnTo>
                  <a:lnTo>
                    <a:pt x="6045980" y="1627378"/>
                  </a:lnTo>
                  <a:lnTo>
                    <a:pt x="6075649" y="1732585"/>
                  </a:lnTo>
                  <a:lnTo>
                    <a:pt x="6105533" y="1840902"/>
                  </a:lnTo>
                  <a:lnTo>
                    <a:pt x="6135620" y="1951982"/>
                  </a:lnTo>
                  <a:lnTo>
                    <a:pt x="6165891" y="2065435"/>
                  </a:lnTo>
                  <a:lnTo>
                    <a:pt x="6196318" y="2180829"/>
                  </a:lnTo>
                  <a:lnTo>
                    <a:pt x="6226866" y="2297698"/>
                  </a:lnTo>
                  <a:lnTo>
                    <a:pt x="6257497" y="2415552"/>
                  </a:lnTo>
                  <a:lnTo>
                    <a:pt x="6288168" y="2533882"/>
                  </a:lnTo>
                  <a:lnTo>
                    <a:pt x="6318835" y="2652169"/>
                  </a:lnTo>
                  <a:lnTo>
                    <a:pt x="6349455" y="2769898"/>
                  </a:lnTo>
                  <a:lnTo>
                    <a:pt x="6379986" y="2886561"/>
                  </a:lnTo>
                  <a:lnTo>
                    <a:pt x="6410389" y="3001671"/>
                  </a:lnTo>
                  <a:lnTo>
                    <a:pt x="6440632" y="3114767"/>
                  </a:lnTo>
                  <a:lnTo>
                    <a:pt x="6470688" y="3225425"/>
                  </a:lnTo>
                  <a:lnTo>
                    <a:pt x="6500538" y="3333260"/>
                  </a:lnTo>
                  <a:lnTo>
                    <a:pt x="6530171" y="3437934"/>
                  </a:lnTo>
                  <a:lnTo>
                    <a:pt x="6559589" y="3539157"/>
                  </a:lnTo>
                  <a:lnTo>
                    <a:pt x="6588802" y="3636693"/>
                  </a:lnTo>
                  <a:lnTo>
                    <a:pt x="6617835" y="3730355"/>
                  </a:lnTo>
                  <a:lnTo>
                    <a:pt x="6646723" y="3820009"/>
                  </a:lnTo>
                  <a:lnTo>
                    <a:pt x="6675517" y="3905572"/>
                  </a:lnTo>
                  <a:lnTo>
                    <a:pt x="6704281" y="3987005"/>
                  </a:lnTo>
                  <a:lnTo>
                    <a:pt x="6733096" y="4064317"/>
                  </a:lnTo>
                  <a:lnTo>
                    <a:pt x="6762059" y="4137557"/>
                  </a:lnTo>
                  <a:lnTo>
                    <a:pt x="6786527" y="4195848"/>
                  </a:lnTo>
                  <a:lnTo>
                    <a:pt x="6829816" y="4290764"/>
                  </a:lnTo>
                  <a:lnTo>
                    <a:pt x="6874341" y="4377260"/>
                  </a:lnTo>
                  <a:lnTo>
                    <a:pt x="6920634" y="4455653"/>
                  </a:lnTo>
                  <a:lnTo>
                    <a:pt x="6969295" y="4526542"/>
                  </a:lnTo>
                  <a:lnTo>
                    <a:pt x="7020951" y="4590639"/>
                  </a:lnTo>
                  <a:lnTo>
                    <a:pt x="7076213" y="4648669"/>
                  </a:lnTo>
                  <a:lnTo>
                    <a:pt x="7135636" y="4701309"/>
                  </a:lnTo>
                  <a:lnTo>
                    <a:pt x="7199653" y="4749146"/>
                  </a:lnTo>
                  <a:lnTo>
                    <a:pt x="7268509" y="4792662"/>
                  </a:lnTo>
                  <a:lnTo>
                    <a:pt x="7342157" y="4832216"/>
                  </a:lnTo>
                  <a:lnTo>
                    <a:pt x="7420153" y="4868047"/>
                  </a:lnTo>
                  <a:lnTo>
                    <a:pt x="7501543" y="4900274"/>
                  </a:lnTo>
                  <a:lnTo>
                    <a:pt x="7584774" y="4928916"/>
                  </a:lnTo>
                  <a:lnTo>
                    <a:pt x="7667673" y="4953917"/>
                  </a:lnTo>
                  <a:lnTo>
                    <a:pt x="7747538" y="4975198"/>
                  </a:lnTo>
                  <a:lnTo>
                    <a:pt x="7821370" y="4992711"/>
                  </a:lnTo>
                  <a:lnTo>
                    <a:pt x="7886243" y="5006502"/>
                  </a:lnTo>
                  <a:lnTo>
                    <a:pt x="7939764" y="5016758"/>
                  </a:lnTo>
                  <a:lnTo>
                    <a:pt x="7980509" y="5023830"/>
                  </a:lnTo>
                  <a:lnTo>
                    <a:pt x="8008332" y="5028220"/>
                  </a:lnTo>
                  <a:lnTo>
                    <a:pt x="8024459" y="5030542"/>
                  </a:lnTo>
                  <a:lnTo>
                    <a:pt x="8031409" y="5031458"/>
                  </a:lnTo>
                  <a:lnTo>
                    <a:pt x="8032819" y="5031629"/>
                  </a:lnTo>
                  <a:lnTo>
                    <a:pt x="8554953" y="5031629"/>
                  </a:lnTo>
                  <a:lnTo>
                    <a:pt x="8554953" y="5014687"/>
                  </a:lnTo>
                  <a:lnTo>
                    <a:pt x="8032819" y="5014687"/>
                  </a:lnTo>
                  <a:lnTo>
                    <a:pt x="8031971" y="5014586"/>
                  </a:lnTo>
                  <a:lnTo>
                    <a:pt x="8026374" y="5013860"/>
                  </a:lnTo>
                  <a:lnTo>
                    <a:pt x="8012203" y="5011854"/>
                  </a:lnTo>
                  <a:lnTo>
                    <a:pt x="7986717" y="5007902"/>
                  </a:lnTo>
                  <a:lnTo>
                    <a:pt x="7948435" y="5001378"/>
                  </a:lnTo>
                  <a:lnTo>
                    <a:pt x="7897246" y="4991754"/>
                  </a:lnTo>
                  <a:lnTo>
                    <a:pt x="7834352" y="4978647"/>
                  </a:lnTo>
                  <a:lnTo>
                    <a:pt x="7761993" y="4961842"/>
                  </a:lnTo>
                  <a:lnTo>
                    <a:pt x="7683031" y="4941269"/>
                  </a:lnTo>
                  <a:lnTo>
                    <a:pt x="7600483" y="4916962"/>
                  </a:lnTo>
                  <a:lnTo>
                    <a:pt x="7517131" y="4889000"/>
                  </a:lnTo>
                  <a:lnTo>
                    <a:pt x="7435257" y="4857447"/>
                  </a:lnTo>
                  <a:lnTo>
                    <a:pt x="7356531" y="4822300"/>
                  </a:lnTo>
                  <a:lnTo>
                    <a:pt x="7282017" y="4783462"/>
                  </a:lnTo>
                  <a:lnTo>
                    <a:pt x="7212245" y="4740716"/>
                  </a:lnTo>
                  <a:lnTo>
                    <a:pt x="7147327" y="4693725"/>
                  </a:lnTo>
                  <a:lnTo>
                    <a:pt x="7087069" y="4642032"/>
                  </a:lnTo>
                  <a:lnTo>
                    <a:pt x="7031063" y="4585066"/>
                  </a:lnTo>
                  <a:lnTo>
                    <a:pt x="6978773" y="4522165"/>
                  </a:lnTo>
                  <a:lnTo>
                    <a:pt x="6929596" y="4452611"/>
                  </a:lnTo>
                  <a:lnTo>
                    <a:pt x="6882905" y="4375682"/>
                  </a:lnTo>
                  <a:lnTo>
                    <a:pt x="6838090" y="4290748"/>
                  </a:lnTo>
                  <a:lnTo>
                    <a:pt x="6794605" y="4197421"/>
                  </a:lnTo>
                  <a:lnTo>
                    <a:pt x="6786527" y="4178906"/>
                  </a:lnTo>
                  <a:lnTo>
                    <a:pt x="6757349" y="4109016"/>
                  </a:lnTo>
                  <a:lnTo>
                    <a:pt x="6728417" y="4035121"/>
                  </a:lnTo>
                  <a:lnTo>
                    <a:pt x="6699617" y="3957143"/>
                  </a:lnTo>
                  <a:lnTo>
                    <a:pt x="6670853" y="3875039"/>
                  </a:lnTo>
                  <a:lnTo>
                    <a:pt x="6642048" y="3788810"/>
                  </a:lnTo>
                  <a:lnTo>
                    <a:pt x="6613139" y="3698499"/>
                  </a:lnTo>
                  <a:lnTo>
                    <a:pt x="6584079" y="3604198"/>
                  </a:lnTo>
                  <a:lnTo>
                    <a:pt x="6554834" y="3506051"/>
                  </a:lnTo>
                  <a:lnTo>
                    <a:pt x="6525382" y="3404250"/>
                  </a:lnTo>
                  <a:lnTo>
                    <a:pt x="6495713" y="3299043"/>
                  </a:lnTo>
                  <a:lnTo>
                    <a:pt x="6465829" y="3190726"/>
                  </a:lnTo>
                  <a:lnTo>
                    <a:pt x="6435742" y="3079646"/>
                  </a:lnTo>
                  <a:lnTo>
                    <a:pt x="6405471" y="2966193"/>
                  </a:lnTo>
                  <a:lnTo>
                    <a:pt x="6375044" y="2850800"/>
                  </a:lnTo>
                  <a:lnTo>
                    <a:pt x="6344496" y="2733930"/>
                  </a:lnTo>
                  <a:lnTo>
                    <a:pt x="6313865" y="2616076"/>
                  </a:lnTo>
                  <a:lnTo>
                    <a:pt x="6283194" y="2497747"/>
                  </a:lnTo>
                  <a:lnTo>
                    <a:pt x="6252527" y="2379459"/>
                  </a:lnTo>
                  <a:lnTo>
                    <a:pt x="6221907" y="2261730"/>
                  </a:lnTo>
                  <a:lnTo>
                    <a:pt x="6191376" y="2145067"/>
                  </a:lnTo>
                  <a:lnTo>
                    <a:pt x="6160973" y="2029958"/>
                  </a:lnTo>
                  <a:lnTo>
                    <a:pt x="6130730" y="1916861"/>
                  </a:lnTo>
                  <a:lnTo>
                    <a:pt x="6100674" y="1806204"/>
                  </a:lnTo>
                  <a:lnTo>
                    <a:pt x="6070824" y="1698369"/>
                  </a:lnTo>
                  <a:lnTo>
                    <a:pt x="6041191" y="1593695"/>
                  </a:lnTo>
                  <a:lnTo>
                    <a:pt x="6011773" y="1492471"/>
                  </a:lnTo>
                  <a:lnTo>
                    <a:pt x="5982560" y="1394936"/>
                  </a:lnTo>
                  <a:lnTo>
                    <a:pt x="5953527" y="1301273"/>
                  </a:lnTo>
                  <a:lnTo>
                    <a:pt x="5924639" y="1211619"/>
                  </a:lnTo>
                  <a:lnTo>
                    <a:pt x="5895845" y="1126057"/>
                  </a:lnTo>
                  <a:lnTo>
                    <a:pt x="5867081" y="1044623"/>
                  </a:lnTo>
                  <a:lnTo>
                    <a:pt x="5838266" y="967311"/>
                  </a:lnTo>
                  <a:lnTo>
                    <a:pt x="5809303" y="894072"/>
                  </a:lnTo>
                  <a:lnTo>
                    <a:pt x="5784835" y="835781"/>
                  </a:lnTo>
                  <a:lnTo>
                    <a:pt x="5741546" y="740864"/>
                  </a:lnTo>
                  <a:lnTo>
                    <a:pt x="5697021" y="654369"/>
                  </a:lnTo>
                  <a:lnTo>
                    <a:pt x="5650728" y="575976"/>
                  </a:lnTo>
                  <a:lnTo>
                    <a:pt x="5602067" y="505087"/>
                  </a:lnTo>
                  <a:lnTo>
                    <a:pt x="5550411" y="440990"/>
                  </a:lnTo>
                  <a:lnTo>
                    <a:pt x="5495149" y="382959"/>
                  </a:lnTo>
                  <a:lnTo>
                    <a:pt x="5435726" y="330320"/>
                  </a:lnTo>
                  <a:lnTo>
                    <a:pt x="5371709" y="282482"/>
                  </a:lnTo>
                  <a:lnTo>
                    <a:pt x="5302853" y="238967"/>
                  </a:lnTo>
                  <a:lnTo>
                    <a:pt x="5229205" y="199412"/>
                  </a:lnTo>
                  <a:lnTo>
                    <a:pt x="5151209" y="163581"/>
                  </a:lnTo>
                  <a:lnTo>
                    <a:pt x="5069819" y="131354"/>
                  </a:lnTo>
                  <a:lnTo>
                    <a:pt x="4986588" y="102713"/>
                  </a:lnTo>
                  <a:lnTo>
                    <a:pt x="4903689" y="77712"/>
                  </a:lnTo>
                  <a:lnTo>
                    <a:pt x="4823823" y="56431"/>
                  </a:lnTo>
                  <a:lnTo>
                    <a:pt x="4749992" y="38917"/>
                  </a:lnTo>
                  <a:lnTo>
                    <a:pt x="4685119" y="25126"/>
                  </a:lnTo>
                  <a:lnTo>
                    <a:pt x="4631598" y="14870"/>
                  </a:lnTo>
                  <a:lnTo>
                    <a:pt x="4590853" y="7799"/>
                  </a:lnTo>
                  <a:lnTo>
                    <a:pt x="4563030" y="3408"/>
                  </a:lnTo>
                  <a:lnTo>
                    <a:pt x="4546903" y="1087"/>
                  </a:lnTo>
                  <a:lnTo>
                    <a:pt x="4539953" y="171"/>
                  </a:lnTo>
                  <a:lnTo>
                    <a:pt x="4538543" y="0"/>
                  </a:lnTo>
                  <a:lnTo>
                    <a:pt x="4016409" y="0"/>
                  </a:lnTo>
                  <a:lnTo>
                    <a:pt x="4015239" y="72"/>
                  </a:lnTo>
                  <a:lnTo>
                    <a:pt x="4007574" y="589"/>
                  </a:lnTo>
                  <a:lnTo>
                    <a:pt x="3988359" y="2018"/>
                  </a:lnTo>
                  <a:lnTo>
                    <a:pt x="3954277" y="4826"/>
                  </a:lnTo>
                  <a:lnTo>
                    <a:pt x="3904036" y="9433"/>
                  </a:lnTo>
                  <a:lnTo>
                    <a:pt x="3838448" y="16163"/>
                  </a:lnTo>
                  <a:lnTo>
                    <a:pt x="3760139" y="25211"/>
                  </a:lnTo>
                  <a:lnTo>
                    <a:pt x="3672902" y="36653"/>
                  </a:lnTo>
                  <a:lnTo>
                    <a:pt x="3580915" y="50470"/>
                  </a:lnTo>
                  <a:lnTo>
                    <a:pt x="3488034" y="66611"/>
                  </a:lnTo>
                  <a:lnTo>
                    <a:pt x="3397344" y="85034"/>
                  </a:lnTo>
                  <a:lnTo>
                    <a:pt x="3310983" y="105753"/>
                  </a:lnTo>
                  <a:lnTo>
                    <a:pt x="3230172" y="128866"/>
                  </a:lnTo>
                  <a:lnTo>
                    <a:pt x="3155377" y="154562"/>
                  </a:lnTo>
                  <a:lnTo>
                    <a:pt x="3086502" y="183130"/>
                  </a:lnTo>
                  <a:lnTo>
                    <a:pt x="3023070" y="214948"/>
                  </a:lnTo>
                  <a:lnTo>
                    <a:pt x="2964369" y="250472"/>
                  </a:lnTo>
                  <a:lnTo>
                    <a:pt x="2909571" y="290210"/>
                  </a:lnTo>
                  <a:lnTo>
                    <a:pt x="2857805" y="334670"/>
                  </a:lnTo>
                  <a:lnTo>
                    <a:pt x="2808239" y="384281"/>
                  </a:lnTo>
                  <a:lnTo>
                    <a:pt x="2770117" y="427302"/>
                  </a:lnTo>
                  <a:lnTo>
                    <a:pt x="2731450" y="475171"/>
                  </a:lnTo>
                  <a:lnTo>
                    <a:pt x="2693148" y="526670"/>
                  </a:lnTo>
                  <a:lnTo>
                    <a:pt x="2654967" y="581874"/>
                  </a:lnTo>
                  <a:lnTo>
                    <a:pt x="2616717" y="640792"/>
                  </a:lnTo>
                  <a:lnTo>
                    <a:pt x="2578258" y="703362"/>
                  </a:lnTo>
                  <a:lnTo>
                    <a:pt x="2539493" y="769446"/>
                  </a:lnTo>
                  <a:lnTo>
                    <a:pt x="2500366" y="838824"/>
                  </a:lnTo>
                  <a:lnTo>
                    <a:pt x="2460857" y="911194"/>
                  </a:lnTo>
                  <a:lnTo>
                    <a:pt x="2420981" y="986175"/>
                  </a:lnTo>
                  <a:lnTo>
                    <a:pt x="2380780" y="1063310"/>
                  </a:lnTo>
                  <a:lnTo>
                    <a:pt x="2340321" y="1142080"/>
                  </a:lnTo>
                  <a:lnTo>
                    <a:pt x="2299689" y="1221915"/>
                  </a:lnTo>
                  <a:lnTo>
                    <a:pt x="2258981" y="1302212"/>
                  </a:lnTo>
                  <a:lnTo>
                    <a:pt x="2218298" y="1382352"/>
                  </a:lnTo>
                  <a:lnTo>
                    <a:pt x="2177742" y="1461722"/>
                  </a:lnTo>
                  <a:lnTo>
                    <a:pt x="2137404" y="1539734"/>
                  </a:lnTo>
                  <a:lnTo>
                    <a:pt x="2097360" y="1615842"/>
                  </a:lnTo>
                  <a:lnTo>
                    <a:pt x="2057666" y="1689555"/>
                  </a:lnTo>
                  <a:lnTo>
                    <a:pt x="2018351" y="1760456"/>
                  </a:lnTo>
                  <a:lnTo>
                    <a:pt x="1979411" y="1828202"/>
                  </a:lnTo>
                  <a:lnTo>
                    <a:pt x="1940810" y="1892532"/>
                  </a:lnTo>
                  <a:lnTo>
                    <a:pt x="1902471" y="1953268"/>
                  </a:lnTo>
                  <a:lnTo>
                    <a:pt x="1864277" y="2010311"/>
                  </a:lnTo>
                  <a:lnTo>
                    <a:pt x="1826062" y="2063637"/>
                  </a:lnTo>
                  <a:lnTo>
                    <a:pt x="1787610" y="2113288"/>
                  </a:lnTo>
                  <a:lnTo>
                    <a:pt x="1768425" y="2136513"/>
                  </a:lnTo>
                  <a:lnTo>
                    <a:pt x="1720073" y="2190358"/>
                  </a:lnTo>
                  <a:lnTo>
                    <a:pt x="1670112" y="2238863"/>
                  </a:lnTo>
                  <a:lnTo>
                    <a:pt x="1617783" y="2282296"/>
                  </a:lnTo>
                  <a:lnTo>
                    <a:pt x="1562239" y="2321109"/>
                  </a:lnTo>
                  <a:lnTo>
                    <a:pt x="1502615" y="2355816"/>
                  </a:lnTo>
                  <a:lnTo>
                    <a:pt x="1438096" y="2386919"/>
                  </a:lnTo>
                  <a:lnTo>
                    <a:pt x="1368012" y="2414857"/>
                  </a:lnTo>
                  <a:lnTo>
                    <a:pt x="1291950" y="2439992"/>
                  </a:lnTo>
                  <a:lnTo>
                    <a:pt x="1209916" y="2462591"/>
                  </a:lnTo>
                  <a:lnTo>
                    <a:pt x="1122519" y="2482825"/>
                  </a:lnTo>
                  <a:lnTo>
                    <a:pt x="1031162" y="2500771"/>
                  </a:lnTo>
                  <a:lnTo>
                    <a:pt x="938183" y="2516430"/>
                  </a:lnTo>
                  <a:lnTo>
                    <a:pt x="846851" y="2529755"/>
                  </a:lnTo>
                  <a:lnTo>
                    <a:pt x="761138" y="2540694"/>
                  </a:lnTo>
                  <a:lnTo>
                    <a:pt x="685204" y="2549247"/>
                  </a:lnTo>
                  <a:lnTo>
                    <a:pt x="622664" y="2555512"/>
                  </a:lnTo>
                  <a:lnTo>
                    <a:pt x="575806" y="2559713"/>
                  </a:lnTo>
                  <a:lnTo>
                    <a:pt x="545013" y="2562195"/>
                  </a:lnTo>
                  <a:lnTo>
                    <a:pt x="528553" y="2563394"/>
                  </a:lnTo>
                  <a:lnTo>
                    <a:pt x="522718" y="2563780"/>
                  </a:lnTo>
                  <a:lnTo>
                    <a:pt x="522133" y="2563815"/>
                  </a:lnTo>
                  <a:lnTo>
                    <a:pt x="0" y="2563815"/>
                  </a:lnTo>
                  <a:close/>
                </a:path>
              </a:pathLst>
            </a:custGeom>
            <a:solidFill>
              <a:srgbClr val="F28E5B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1059" name="pl1059"/>
            <p:cNvSpPr/>
            <p:nvPr/>
          </p:nvSpPr>
          <p:spPr>
            <a:xfrm>
              <a:off x="386606" y="801537"/>
              <a:ext cx="8554953" cy="5014687"/>
            </a:xfrm>
            <a:custGeom>
              <a:avLst/>
              <a:pathLst>
                <a:path w="8554953" h="5014687">
                  <a:moveTo>
                    <a:pt x="0" y="2563815"/>
                  </a:moveTo>
                  <a:lnTo>
                    <a:pt x="522133" y="2563815"/>
                  </a:lnTo>
                  <a:lnTo>
                    <a:pt x="523303" y="2563743"/>
                  </a:lnTo>
                  <a:lnTo>
                    <a:pt x="530968" y="2563226"/>
                  </a:lnTo>
                  <a:lnTo>
                    <a:pt x="550183" y="2561797"/>
                  </a:lnTo>
                  <a:lnTo>
                    <a:pt x="584265" y="2558989"/>
                  </a:lnTo>
                  <a:lnTo>
                    <a:pt x="634506" y="2554381"/>
                  </a:lnTo>
                  <a:lnTo>
                    <a:pt x="700094" y="2547652"/>
                  </a:lnTo>
                  <a:lnTo>
                    <a:pt x="778403" y="2538603"/>
                  </a:lnTo>
                  <a:lnTo>
                    <a:pt x="865640" y="2527162"/>
                  </a:lnTo>
                  <a:lnTo>
                    <a:pt x="957627" y="2513344"/>
                  </a:lnTo>
                  <a:lnTo>
                    <a:pt x="1050508" y="2497204"/>
                  </a:lnTo>
                  <a:lnTo>
                    <a:pt x="1141198" y="2478781"/>
                  </a:lnTo>
                  <a:lnTo>
                    <a:pt x="1227559" y="2458061"/>
                  </a:lnTo>
                  <a:lnTo>
                    <a:pt x="1308371" y="2434949"/>
                  </a:lnTo>
                  <a:lnTo>
                    <a:pt x="1383165" y="2409252"/>
                  </a:lnTo>
                  <a:lnTo>
                    <a:pt x="1452040" y="2380685"/>
                  </a:lnTo>
                  <a:lnTo>
                    <a:pt x="1515473" y="2348867"/>
                  </a:lnTo>
                  <a:lnTo>
                    <a:pt x="1574173" y="2313342"/>
                  </a:lnTo>
                  <a:lnTo>
                    <a:pt x="1628972" y="2273605"/>
                  </a:lnTo>
                  <a:lnTo>
                    <a:pt x="1680737" y="2229144"/>
                  </a:lnTo>
                  <a:lnTo>
                    <a:pt x="1730303" y="2179534"/>
                  </a:lnTo>
                  <a:lnTo>
                    <a:pt x="1768425" y="2136513"/>
                  </a:lnTo>
                  <a:lnTo>
                    <a:pt x="1807092" y="2088644"/>
                  </a:lnTo>
                  <a:lnTo>
                    <a:pt x="1845394" y="2037145"/>
                  </a:lnTo>
                  <a:lnTo>
                    <a:pt x="1883575" y="1981941"/>
                  </a:lnTo>
                  <a:lnTo>
                    <a:pt x="1921825" y="1923023"/>
                  </a:lnTo>
                  <a:lnTo>
                    <a:pt x="1960284" y="1860453"/>
                  </a:lnTo>
                  <a:lnTo>
                    <a:pt x="1999049" y="1794369"/>
                  </a:lnTo>
                  <a:lnTo>
                    <a:pt x="2038176" y="1724991"/>
                  </a:lnTo>
                  <a:lnTo>
                    <a:pt x="2077685" y="1652621"/>
                  </a:lnTo>
                  <a:lnTo>
                    <a:pt x="2117561" y="1577640"/>
                  </a:lnTo>
                  <a:lnTo>
                    <a:pt x="2157762" y="1500505"/>
                  </a:lnTo>
                  <a:lnTo>
                    <a:pt x="2198221" y="1421735"/>
                  </a:lnTo>
                  <a:lnTo>
                    <a:pt x="2238853" y="1341900"/>
                  </a:lnTo>
                  <a:lnTo>
                    <a:pt x="2279562" y="1261603"/>
                  </a:lnTo>
                  <a:lnTo>
                    <a:pt x="2320244" y="1181463"/>
                  </a:lnTo>
                  <a:lnTo>
                    <a:pt x="2360800" y="1102092"/>
                  </a:lnTo>
                  <a:lnTo>
                    <a:pt x="2401138" y="1024080"/>
                  </a:lnTo>
                  <a:lnTo>
                    <a:pt x="2441182" y="947973"/>
                  </a:lnTo>
                  <a:lnTo>
                    <a:pt x="2480876" y="874259"/>
                  </a:lnTo>
                  <a:lnTo>
                    <a:pt x="2520192" y="803359"/>
                  </a:lnTo>
                  <a:lnTo>
                    <a:pt x="2559131" y="735613"/>
                  </a:lnTo>
                  <a:lnTo>
                    <a:pt x="2597732" y="671283"/>
                  </a:lnTo>
                  <a:lnTo>
                    <a:pt x="2636071" y="610547"/>
                  </a:lnTo>
                  <a:lnTo>
                    <a:pt x="2674265" y="553503"/>
                  </a:lnTo>
                  <a:lnTo>
                    <a:pt x="2712480" y="500178"/>
                  </a:lnTo>
                  <a:lnTo>
                    <a:pt x="2750933" y="450526"/>
                  </a:lnTo>
                  <a:lnTo>
                    <a:pt x="2770117" y="427302"/>
                  </a:lnTo>
                  <a:lnTo>
                    <a:pt x="2818469" y="373457"/>
                  </a:lnTo>
                  <a:lnTo>
                    <a:pt x="2868430" y="324951"/>
                  </a:lnTo>
                  <a:lnTo>
                    <a:pt x="2920759" y="281519"/>
                  </a:lnTo>
                  <a:lnTo>
                    <a:pt x="2976303" y="242706"/>
                  </a:lnTo>
                  <a:lnTo>
                    <a:pt x="3035927" y="207998"/>
                  </a:lnTo>
                  <a:lnTo>
                    <a:pt x="3100446" y="176896"/>
                  </a:lnTo>
                  <a:lnTo>
                    <a:pt x="3170531" y="148958"/>
                  </a:lnTo>
                  <a:lnTo>
                    <a:pt x="3246592" y="123823"/>
                  </a:lnTo>
                  <a:lnTo>
                    <a:pt x="3328626" y="101224"/>
                  </a:lnTo>
                  <a:lnTo>
                    <a:pt x="3416023" y="80990"/>
                  </a:lnTo>
                  <a:lnTo>
                    <a:pt x="3507380" y="63043"/>
                  </a:lnTo>
                  <a:lnTo>
                    <a:pt x="3600360" y="47384"/>
                  </a:lnTo>
                  <a:lnTo>
                    <a:pt x="3691691" y="34060"/>
                  </a:lnTo>
                  <a:lnTo>
                    <a:pt x="3777404" y="23121"/>
                  </a:lnTo>
                  <a:lnTo>
                    <a:pt x="3853338" y="14567"/>
                  </a:lnTo>
                  <a:lnTo>
                    <a:pt x="3915878" y="8302"/>
                  </a:lnTo>
                  <a:lnTo>
                    <a:pt x="3962736" y="4102"/>
                  </a:lnTo>
                  <a:lnTo>
                    <a:pt x="3993529" y="1620"/>
                  </a:lnTo>
                  <a:lnTo>
                    <a:pt x="4009990" y="421"/>
                  </a:lnTo>
                  <a:lnTo>
                    <a:pt x="4015824" y="35"/>
                  </a:lnTo>
                  <a:lnTo>
                    <a:pt x="4016409" y="0"/>
                  </a:lnTo>
                  <a:lnTo>
                    <a:pt x="4538543" y="0"/>
                  </a:lnTo>
                  <a:lnTo>
                    <a:pt x="4539391" y="101"/>
                  </a:lnTo>
                  <a:lnTo>
                    <a:pt x="4544988" y="827"/>
                  </a:lnTo>
                  <a:lnTo>
                    <a:pt x="4559159" y="2833"/>
                  </a:lnTo>
                  <a:lnTo>
                    <a:pt x="4584645" y="6785"/>
                  </a:lnTo>
                  <a:lnTo>
                    <a:pt x="4622927" y="13309"/>
                  </a:lnTo>
                  <a:lnTo>
                    <a:pt x="4674115" y="22933"/>
                  </a:lnTo>
                  <a:lnTo>
                    <a:pt x="4737010" y="36039"/>
                  </a:lnTo>
                  <a:lnTo>
                    <a:pt x="4809369" y="52845"/>
                  </a:lnTo>
                  <a:lnTo>
                    <a:pt x="4888331" y="73418"/>
                  </a:lnTo>
                  <a:lnTo>
                    <a:pt x="4970879" y="97725"/>
                  </a:lnTo>
                  <a:lnTo>
                    <a:pt x="5054231" y="125686"/>
                  </a:lnTo>
                  <a:lnTo>
                    <a:pt x="5136105" y="157240"/>
                  </a:lnTo>
                  <a:lnTo>
                    <a:pt x="5214831" y="192386"/>
                  </a:lnTo>
                  <a:lnTo>
                    <a:pt x="5289345" y="231225"/>
                  </a:lnTo>
                  <a:lnTo>
                    <a:pt x="5359117" y="273971"/>
                  </a:lnTo>
                  <a:lnTo>
                    <a:pt x="5424035" y="320962"/>
                  </a:lnTo>
                  <a:lnTo>
                    <a:pt x="5484293" y="372655"/>
                  </a:lnTo>
                  <a:lnTo>
                    <a:pt x="5540299" y="429621"/>
                  </a:lnTo>
                  <a:lnTo>
                    <a:pt x="5592589" y="492522"/>
                  </a:lnTo>
                  <a:lnTo>
                    <a:pt x="5641766" y="562076"/>
                  </a:lnTo>
                  <a:lnTo>
                    <a:pt x="5688457" y="639005"/>
                  </a:lnTo>
                  <a:lnTo>
                    <a:pt x="5733272" y="723939"/>
                  </a:lnTo>
                  <a:lnTo>
                    <a:pt x="5776757" y="817266"/>
                  </a:lnTo>
                  <a:lnTo>
                    <a:pt x="5784835" y="835781"/>
                  </a:lnTo>
                  <a:lnTo>
                    <a:pt x="5814013" y="905671"/>
                  </a:lnTo>
                  <a:lnTo>
                    <a:pt x="5842945" y="979566"/>
                  </a:lnTo>
                  <a:lnTo>
                    <a:pt x="5871745" y="1057544"/>
                  </a:lnTo>
                  <a:lnTo>
                    <a:pt x="5900509" y="1139648"/>
                  </a:lnTo>
                  <a:lnTo>
                    <a:pt x="5929314" y="1225877"/>
                  </a:lnTo>
                  <a:lnTo>
                    <a:pt x="5958223" y="1316188"/>
                  </a:lnTo>
                  <a:lnTo>
                    <a:pt x="5987283" y="1410489"/>
                  </a:lnTo>
                  <a:lnTo>
                    <a:pt x="6016528" y="1508636"/>
                  </a:lnTo>
                  <a:lnTo>
                    <a:pt x="6045980" y="1610437"/>
                  </a:lnTo>
                  <a:lnTo>
                    <a:pt x="6075649" y="1715644"/>
                  </a:lnTo>
                  <a:lnTo>
                    <a:pt x="6105533" y="1823961"/>
                  </a:lnTo>
                  <a:lnTo>
                    <a:pt x="6135620" y="1935041"/>
                  </a:lnTo>
                  <a:lnTo>
                    <a:pt x="6165891" y="2048494"/>
                  </a:lnTo>
                  <a:lnTo>
                    <a:pt x="6196318" y="2163887"/>
                  </a:lnTo>
                  <a:lnTo>
                    <a:pt x="6226866" y="2280757"/>
                  </a:lnTo>
                  <a:lnTo>
                    <a:pt x="6257497" y="2398611"/>
                  </a:lnTo>
                  <a:lnTo>
                    <a:pt x="6288168" y="2516940"/>
                  </a:lnTo>
                  <a:lnTo>
                    <a:pt x="6318835" y="2635228"/>
                  </a:lnTo>
                  <a:lnTo>
                    <a:pt x="6349455" y="2752957"/>
                  </a:lnTo>
                  <a:lnTo>
                    <a:pt x="6379986" y="2869620"/>
                  </a:lnTo>
                  <a:lnTo>
                    <a:pt x="6410389" y="2984729"/>
                  </a:lnTo>
                  <a:lnTo>
                    <a:pt x="6440632" y="3097826"/>
                  </a:lnTo>
                  <a:lnTo>
                    <a:pt x="6470688" y="3208483"/>
                  </a:lnTo>
                  <a:lnTo>
                    <a:pt x="6500538" y="3316318"/>
                  </a:lnTo>
                  <a:lnTo>
                    <a:pt x="6530171" y="3420992"/>
                  </a:lnTo>
                  <a:lnTo>
                    <a:pt x="6559589" y="3522216"/>
                  </a:lnTo>
                  <a:lnTo>
                    <a:pt x="6588802" y="3619751"/>
                  </a:lnTo>
                  <a:lnTo>
                    <a:pt x="6617835" y="3713414"/>
                  </a:lnTo>
                  <a:lnTo>
                    <a:pt x="6646723" y="3803068"/>
                  </a:lnTo>
                  <a:lnTo>
                    <a:pt x="6675517" y="3888630"/>
                  </a:lnTo>
                  <a:lnTo>
                    <a:pt x="6704281" y="3970064"/>
                  </a:lnTo>
                  <a:lnTo>
                    <a:pt x="6733096" y="4047376"/>
                  </a:lnTo>
                  <a:lnTo>
                    <a:pt x="6762059" y="4120615"/>
                  </a:lnTo>
                  <a:lnTo>
                    <a:pt x="6786527" y="4178906"/>
                  </a:lnTo>
                  <a:lnTo>
                    <a:pt x="6829816" y="4273823"/>
                  </a:lnTo>
                  <a:lnTo>
                    <a:pt x="6874341" y="4360318"/>
                  </a:lnTo>
                  <a:lnTo>
                    <a:pt x="6920634" y="4438711"/>
                  </a:lnTo>
                  <a:lnTo>
                    <a:pt x="6969295" y="4509600"/>
                  </a:lnTo>
                  <a:lnTo>
                    <a:pt x="7020951" y="4573697"/>
                  </a:lnTo>
                  <a:lnTo>
                    <a:pt x="7076213" y="4631728"/>
                  </a:lnTo>
                  <a:lnTo>
                    <a:pt x="7135636" y="4684367"/>
                  </a:lnTo>
                  <a:lnTo>
                    <a:pt x="7199653" y="4732205"/>
                  </a:lnTo>
                  <a:lnTo>
                    <a:pt x="7268509" y="4775720"/>
                  </a:lnTo>
                  <a:lnTo>
                    <a:pt x="7342157" y="4815275"/>
                  </a:lnTo>
                  <a:lnTo>
                    <a:pt x="7420153" y="4851106"/>
                  </a:lnTo>
                  <a:lnTo>
                    <a:pt x="7501543" y="4883333"/>
                  </a:lnTo>
                  <a:lnTo>
                    <a:pt x="7584774" y="4911974"/>
                  </a:lnTo>
                  <a:lnTo>
                    <a:pt x="7667673" y="4936975"/>
                  </a:lnTo>
                  <a:lnTo>
                    <a:pt x="7747538" y="4958256"/>
                  </a:lnTo>
                  <a:lnTo>
                    <a:pt x="7821370" y="4975770"/>
                  </a:lnTo>
                  <a:lnTo>
                    <a:pt x="7886243" y="4989561"/>
                  </a:lnTo>
                  <a:lnTo>
                    <a:pt x="7939764" y="4999817"/>
                  </a:lnTo>
                  <a:lnTo>
                    <a:pt x="7980509" y="5006888"/>
                  </a:lnTo>
                  <a:lnTo>
                    <a:pt x="8008332" y="5011278"/>
                  </a:lnTo>
                  <a:lnTo>
                    <a:pt x="8024459" y="5013600"/>
                  </a:lnTo>
                  <a:lnTo>
                    <a:pt x="8031409" y="5014516"/>
                  </a:lnTo>
                  <a:lnTo>
                    <a:pt x="8032813" y="5014687"/>
                  </a:lnTo>
                  <a:lnTo>
                    <a:pt x="8032819" y="5014687"/>
                  </a:lnTo>
                  <a:lnTo>
                    <a:pt x="8554953" y="5014687"/>
                  </a:lnTo>
                  <a:lnTo>
                    <a:pt x="8554953" y="5014687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060" name="pl1060"/>
            <p:cNvSpPr/>
            <p:nvPr/>
          </p:nvSpPr>
          <p:spPr>
            <a:xfrm>
              <a:off x="386606" y="784596"/>
              <a:ext cx="8554953" cy="5014687"/>
            </a:xfrm>
            <a:custGeom>
              <a:avLst/>
              <a:pathLst>
                <a:path w="8554953" h="5014687">
                  <a:moveTo>
                    <a:pt x="8554953" y="5014687"/>
                  </a:moveTo>
                  <a:lnTo>
                    <a:pt x="8032819" y="5014687"/>
                  </a:lnTo>
                  <a:lnTo>
                    <a:pt x="8031971" y="5014586"/>
                  </a:lnTo>
                  <a:lnTo>
                    <a:pt x="8026374" y="5013860"/>
                  </a:lnTo>
                  <a:lnTo>
                    <a:pt x="8012203" y="5011854"/>
                  </a:lnTo>
                  <a:lnTo>
                    <a:pt x="7986717" y="5007902"/>
                  </a:lnTo>
                  <a:lnTo>
                    <a:pt x="7948435" y="5001378"/>
                  </a:lnTo>
                  <a:lnTo>
                    <a:pt x="7897246" y="4991754"/>
                  </a:lnTo>
                  <a:lnTo>
                    <a:pt x="7834352" y="4978647"/>
                  </a:lnTo>
                  <a:lnTo>
                    <a:pt x="7761993" y="4961842"/>
                  </a:lnTo>
                  <a:lnTo>
                    <a:pt x="7683031" y="4941269"/>
                  </a:lnTo>
                  <a:lnTo>
                    <a:pt x="7600483" y="4916962"/>
                  </a:lnTo>
                  <a:lnTo>
                    <a:pt x="7517131" y="4889000"/>
                  </a:lnTo>
                  <a:lnTo>
                    <a:pt x="7435257" y="4857447"/>
                  </a:lnTo>
                  <a:lnTo>
                    <a:pt x="7356531" y="4822300"/>
                  </a:lnTo>
                  <a:lnTo>
                    <a:pt x="7282017" y="4783462"/>
                  </a:lnTo>
                  <a:lnTo>
                    <a:pt x="7212245" y="4740716"/>
                  </a:lnTo>
                  <a:lnTo>
                    <a:pt x="7147327" y="4693725"/>
                  </a:lnTo>
                  <a:lnTo>
                    <a:pt x="7087069" y="4642032"/>
                  </a:lnTo>
                  <a:lnTo>
                    <a:pt x="7031063" y="4585066"/>
                  </a:lnTo>
                  <a:lnTo>
                    <a:pt x="6978773" y="4522165"/>
                  </a:lnTo>
                  <a:lnTo>
                    <a:pt x="6929596" y="4452611"/>
                  </a:lnTo>
                  <a:lnTo>
                    <a:pt x="6882905" y="4375682"/>
                  </a:lnTo>
                  <a:lnTo>
                    <a:pt x="6838090" y="4290748"/>
                  </a:lnTo>
                  <a:lnTo>
                    <a:pt x="6794605" y="4197421"/>
                  </a:lnTo>
                  <a:lnTo>
                    <a:pt x="6786527" y="4178906"/>
                  </a:lnTo>
                  <a:lnTo>
                    <a:pt x="6757349" y="4109016"/>
                  </a:lnTo>
                  <a:lnTo>
                    <a:pt x="6728417" y="4035121"/>
                  </a:lnTo>
                  <a:lnTo>
                    <a:pt x="6699617" y="3957143"/>
                  </a:lnTo>
                  <a:lnTo>
                    <a:pt x="6670853" y="3875039"/>
                  </a:lnTo>
                  <a:lnTo>
                    <a:pt x="6642048" y="3788810"/>
                  </a:lnTo>
                  <a:lnTo>
                    <a:pt x="6613139" y="3698499"/>
                  </a:lnTo>
                  <a:lnTo>
                    <a:pt x="6584079" y="3604198"/>
                  </a:lnTo>
                  <a:lnTo>
                    <a:pt x="6554834" y="3506051"/>
                  </a:lnTo>
                  <a:lnTo>
                    <a:pt x="6525382" y="3404250"/>
                  </a:lnTo>
                  <a:lnTo>
                    <a:pt x="6495713" y="3299043"/>
                  </a:lnTo>
                  <a:lnTo>
                    <a:pt x="6465829" y="3190726"/>
                  </a:lnTo>
                  <a:lnTo>
                    <a:pt x="6435742" y="3079646"/>
                  </a:lnTo>
                  <a:lnTo>
                    <a:pt x="6405471" y="2966193"/>
                  </a:lnTo>
                  <a:lnTo>
                    <a:pt x="6375044" y="2850800"/>
                  </a:lnTo>
                  <a:lnTo>
                    <a:pt x="6344496" y="2733930"/>
                  </a:lnTo>
                  <a:lnTo>
                    <a:pt x="6313865" y="2616076"/>
                  </a:lnTo>
                  <a:lnTo>
                    <a:pt x="6283194" y="2497747"/>
                  </a:lnTo>
                  <a:lnTo>
                    <a:pt x="6252527" y="2379459"/>
                  </a:lnTo>
                  <a:lnTo>
                    <a:pt x="6221907" y="2261730"/>
                  </a:lnTo>
                  <a:lnTo>
                    <a:pt x="6191376" y="2145067"/>
                  </a:lnTo>
                  <a:lnTo>
                    <a:pt x="6160973" y="2029958"/>
                  </a:lnTo>
                  <a:lnTo>
                    <a:pt x="6130730" y="1916861"/>
                  </a:lnTo>
                  <a:lnTo>
                    <a:pt x="6100674" y="1806204"/>
                  </a:lnTo>
                  <a:lnTo>
                    <a:pt x="6070824" y="1698369"/>
                  </a:lnTo>
                  <a:lnTo>
                    <a:pt x="6041191" y="1593695"/>
                  </a:lnTo>
                  <a:lnTo>
                    <a:pt x="6011773" y="1492471"/>
                  </a:lnTo>
                  <a:lnTo>
                    <a:pt x="5982560" y="1394936"/>
                  </a:lnTo>
                  <a:lnTo>
                    <a:pt x="5953527" y="1301273"/>
                  </a:lnTo>
                  <a:lnTo>
                    <a:pt x="5924639" y="1211619"/>
                  </a:lnTo>
                  <a:lnTo>
                    <a:pt x="5895845" y="1126057"/>
                  </a:lnTo>
                  <a:lnTo>
                    <a:pt x="5867081" y="1044623"/>
                  </a:lnTo>
                  <a:lnTo>
                    <a:pt x="5838266" y="967311"/>
                  </a:lnTo>
                  <a:lnTo>
                    <a:pt x="5809303" y="894072"/>
                  </a:lnTo>
                  <a:lnTo>
                    <a:pt x="5784835" y="835781"/>
                  </a:lnTo>
                  <a:lnTo>
                    <a:pt x="5741546" y="740864"/>
                  </a:lnTo>
                  <a:lnTo>
                    <a:pt x="5697021" y="654369"/>
                  </a:lnTo>
                  <a:lnTo>
                    <a:pt x="5650728" y="575976"/>
                  </a:lnTo>
                  <a:lnTo>
                    <a:pt x="5602067" y="505087"/>
                  </a:lnTo>
                  <a:lnTo>
                    <a:pt x="5550411" y="440990"/>
                  </a:lnTo>
                  <a:lnTo>
                    <a:pt x="5495149" y="382959"/>
                  </a:lnTo>
                  <a:lnTo>
                    <a:pt x="5435726" y="330320"/>
                  </a:lnTo>
                  <a:lnTo>
                    <a:pt x="5371709" y="282482"/>
                  </a:lnTo>
                  <a:lnTo>
                    <a:pt x="5302853" y="238967"/>
                  </a:lnTo>
                  <a:lnTo>
                    <a:pt x="5229205" y="199412"/>
                  </a:lnTo>
                  <a:lnTo>
                    <a:pt x="5151209" y="163581"/>
                  </a:lnTo>
                  <a:lnTo>
                    <a:pt x="5069819" y="131354"/>
                  </a:lnTo>
                  <a:lnTo>
                    <a:pt x="4986588" y="102713"/>
                  </a:lnTo>
                  <a:lnTo>
                    <a:pt x="4903689" y="77712"/>
                  </a:lnTo>
                  <a:lnTo>
                    <a:pt x="4823823" y="56431"/>
                  </a:lnTo>
                  <a:lnTo>
                    <a:pt x="4749992" y="38917"/>
                  </a:lnTo>
                  <a:lnTo>
                    <a:pt x="4685119" y="25126"/>
                  </a:lnTo>
                  <a:lnTo>
                    <a:pt x="4631598" y="14870"/>
                  </a:lnTo>
                  <a:lnTo>
                    <a:pt x="4590853" y="7799"/>
                  </a:lnTo>
                  <a:lnTo>
                    <a:pt x="4563030" y="3408"/>
                  </a:lnTo>
                  <a:lnTo>
                    <a:pt x="4546903" y="1087"/>
                  </a:lnTo>
                  <a:lnTo>
                    <a:pt x="4539953" y="171"/>
                  </a:lnTo>
                  <a:lnTo>
                    <a:pt x="4538549" y="0"/>
                  </a:lnTo>
                  <a:lnTo>
                    <a:pt x="4538543" y="0"/>
                  </a:lnTo>
                  <a:lnTo>
                    <a:pt x="4016409" y="0"/>
                  </a:lnTo>
                  <a:lnTo>
                    <a:pt x="4015239" y="72"/>
                  </a:lnTo>
                  <a:lnTo>
                    <a:pt x="4007574" y="589"/>
                  </a:lnTo>
                  <a:lnTo>
                    <a:pt x="3988359" y="2018"/>
                  </a:lnTo>
                  <a:lnTo>
                    <a:pt x="3954277" y="4826"/>
                  </a:lnTo>
                  <a:lnTo>
                    <a:pt x="3904036" y="9433"/>
                  </a:lnTo>
                  <a:lnTo>
                    <a:pt x="3838448" y="16163"/>
                  </a:lnTo>
                  <a:lnTo>
                    <a:pt x="3760139" y="25211"/>
                  </a:lnTo>
                  <a:lnTo>
                    <a:pt x="3672902" y="36653"/>
                  </a:lnTo>
                  <a:lnTo>
                    <a:pt x="3580915" y="50470"/>
                  </a:lnTo>
                  <a:lnTo>
                    <a:pt x="3488034" y="66611"/>
                  </a:lnTo>
                  <a:lnTo>
                    <a:pt x="3397344" y="85034"/>
                  </a:lnTo>
                  <a:lnTo>
                    <a:pt x="3310983" y="105753"/>
                  </a:lnTo>
                  <a:lnTo>
                    <a:pt x="3230172" y="128866"/>
                  </a:lnTo>
                  <a:lnTo>
                    <a:pt x="3155377" y="154562"/>
                  </a:lnTo>
                  <a:lnTo>
                    <a:pt x="3086502" y="183130"/>
                  </a:lnTo>
                  <a:lnTo>
                    <a:pt x="3023070" y="214948"/>
                  </a:lnTo>
                  <a:lnTo>
                    <a:pt x="2964369" y="250472"/>
                  </a:lnTo>
                  <a:lnTo>
                    <a:pt x="2909571" y="290210"/>
                  </a:lnTo>
                  <a:lnTo>
                    <a:pt x="2857805" y="334670"/>
                  </a:lnTo>
                  <a:lnTo>
                    <a:pt x="2808239" y="384281"/>
                  </a:lnTo>
                  <a:lnTo>
                    <a:pt x="2770117" y="427302"/>
                  </a:lnTo>
                  <a:lnTo>
                    <a:pt x="2731450" y="475171"/>
                  </a:lnTo>
                  <a:lnTo>
                    <a:pt x="2693148" y="526670"/>
                  </a:lnTo>
                  <a:lnTo>
                    <a:pt x="2654967" y="581874"/>
                  </a:lnTo>
                  <a:lnTo>
                    <a:pt x="2616717" y="640792"/>
                  </a:lnTo>
                  <a:lnTo>
                    <a:pt x="2578258" y="703362"/>
                  </a:lnTo>
                  <a:lnTo>
                    <a:pt x="2539493" y="769446"/>
                  </a:lnTo>
                  <a:lnTo>
                    <a:pt x="2500366" y="838824"/>
                  </a:lnTo>
                  <a:lnTo>
                    <a:pt x="2460857" y="911194"/>
                  </a:lnTo>
                  <a:lnTo>
                    <a:pt x="2420981" y="986175"/>
                  </a:lnTo>
                  <a:lnTo>
                    <a:pt x="2380780" y="1063310"/>
                  </a:lnTo>
                  <a:lnTo>
                    <a:pt x="2340321" y="1142080"/>
                  </a:lnTo>
                  <a:lnTo>
                    <a:pt x="2299689" y="1221915"/>
                  </a:lnTo>
                  <a:lnTo>
                    <a:pt x="2258981" y="1302212"/>
                  </a:lnTo>
                  <a:lnTo>
                    <a:pt x="2218298" y="1382352"/>
                  </a:lnTo>
                  <a:lnTo>
                    <a:pt x="2177742" y="1461722"/>
                  </a:lnTo>
                  <a:lnTo>
                    <a:pt x="2137404" y="1539734"/>
                  </a:lnTo>
                  <a:lnTo>
                    <a:pt x="2097360" y="1615842"/>
                  </a:lnTo>
                  <a:lnTo>
                    <a:pt x="2057666" y="1689555"/>
                  </a:lnTo>
                  <a:lnTo>
                    <a:pt x="2018351" y="1760456"/>
                  </a:lnTo>
                  <a:lnTo>
                    <a:pt x="1979411" y="1828202"/>
                  </a:lnTo>
                  <a:lnTo>
                    <a:pt x="1940810" y="1892532"/>
                  </a:lnTo>
                  <a:lnTo>
                    <a:pt x="1902471" y="1953268"/>
                  </a:lnTo>
                  <a:lnTo>
                    <a:pt x="1864277" y="2010311"/>
                  </a:lnTo>
                  <a:lnTo>
                    <a:pt x="1826062" y="2063637"/>
                  </a:lnTo>
                  <a:lnTo>
                    <a:pt x="1787610" y="2113288"/>
                  </a:lnTo>
                  <a:lnTo>
                    <a:pt x="1768425" y="2136513"/>
                  </a:lnTo>
                  <a:lnTo>
                    <a:pt x="1720073" y="2190358"/>
                  </a:lnTo>
                  <a:lnTo>
                    <a:pt x="1670112" y="2238863"/>
                  </a:lnTo>
                  <a:lnTo>
                    <a:pt x="1617783" y="2282296"/>
                  </a:lnTo>
                  <a:lnTo>
                    <a:pt x="1562239" y="2321109"/>
                  </a:lnTo>
                  <a:lnTo>
                    <a:pt x="1502615" y="2355816"/>
                  </a:lnTo>
                  <a:lnTo>
                    <a:pt x="1438096" y="2386919"/>
                  </a:lnTo>
                  <a:lnTo>
                    <a:pt x="1368012" y="2414857"/>
                  </a:lnTo>
                  <a:lnTo>
                    <a:pt x="1291950" y="2439992"/>
                  </a:lnTo>
                  <a:lnTo>
                    <a:pt x="1209916" y="2462591"/>
                  </a:lnTo>
                  <a:lnTo>
                    <a:pt x="1122519" y="2482825"/>
                  </a:lnTo>
                  <a:lnTo>
                    <a:pt x="1031162" y="2500771"/>
                  </a:lnTo>
                  <a:lnTo>
                    <a:pt x="938183" y="2516430"/>
                  </a:lnTo>
                  <a:lnTo>
                    <a:pt x="846851" y="2529755"/>
                  </a:lnTo>
                  <a:lnTo>
                    <a:pt x="761138" y="2540694"/>
                  </a:lnTo>
                  <a:lnTo>
                    <a:pt x="685204" y="2549247"/>
                  </a:lnTo>
                  <a:lnTo>
                    <a:pt x="622664" y="2555512"/>
                  </a:lnTo>
                  <a:lnTo>
                    <a:pt x="575806" y="2559713"/>
                  </a:lnTo>
                  <a:lnTo>
                    <a:pt x="545013" y="2562195"/>
                  </a:lnTo>
                  <a:lnTo>
                    <a:pt x="528553" y="2563394"/>
                  </a:lnTo>
                  <a:lnTo>
                    <a:pt x="522718" y="2563780"/>
                  </a:lnTo>
                  <a:lnTo>
                    <a:pt x="522133" y="2563815"/>
                  </a:lnTo>
                  <a:lnTo>
                    <a:pt x="0" y="2563815"/>
                  </a:lnTo>
                  <a:lnTo>
                    <a:pt x="0" y="2563815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061" name="pg1061"/>
            <p:cNvSpPr/>
            <p:nvPr/>
          </p:nvSpPr>
          <p:spPr>
            <a:xfrm>
              <a:off x="386606" y="677299"/>
              <a:ext cx="8554953" cy="2693700"/>
            </a:xfrm>
            <a:custGeom>
              <a:avLst/>
              <a:pathLst>
                <a:path w="8554953" h="2693700">
                  <a:moveTo>
                    <a:pt x="0" y="2693700"/>
                  </a:moveTo>
                  <a:lnTo>
                    <a:pt x="522133" y="2693700"/>
                  </a:lnTo>
                  <a:lnTo>
                    <a:pt x="523306" y="2693629"/>
                  </a:lnTo>
                  <a:lnTo>
                    <a:pt x="530985" y="2693117"/>
                  </a:lnTo>
                  <a:lnTo>
                    <a:pt x="550238" y="2691705"/>
                  </a:lnTo>
                  <a:lnTo>
                    <a:pt x="584381" y="2688928"/>
                  </a:lnTo>
                  <a:lnTo>
                    <a:pt x="634708" y="2684372"/>
                  </a:lnTo>
                  <a:lnTo>
                    <a:pt x="700395" y="2677718"/>
                  </a:lnTo>
                  <a:lnTo>
                    <a:pt x="778808" y="2668772"/>
                  </a:lnTo>
                  <a:lnTo>
                    <a:pt x="866140" y="2657462"/>
                  </a:lnTo>
                  <a:lnTo>
                    <a:pt x="958207" y="2643804"/>
                  </a:lnTo>
                  <a:lnTo>
                    <a:pt x="1051146" y="2627851"/>
                  </a:lnTo>
                  <a:lnTo>
                    <a:pt x="1141873" y="2609643"/>
                  </a:lnTo>
                  <a:lnTo>
                    <a:pt x="1228254" y="2589165"/>
                  </a:lnTo>
                  <a:lnTo>
                    <a:pt x="1309070" y="2566320"/>
                  </a:lnTo>
                  <a:lnTo>
                    <a:pt x="1383860" y="2540921"/>
                  </a:lnTo>
                  <a:lnTo>
                    <a:pt x="1452725" y="2512681"/>
                  </a:lnTo>
                  <a:lnTo>
                    <a:pt x="1516147" y="2481226"/>
                  </a:lnTo>
                  <a:lnTo>
                    <a:pt x="1574838" y="2446102"/>
                  </a:lnTo>
                  <a:lnTo>
                    <a:pt x="1629633" y="2406808"/>
                  </a:lnTo>
                  <a:lnTo>
                    <a:pt x="1681401" y="2362843"/>
                  </a:lnTo>
                  <a:lnTo>
                    <a:pt x="1730977" y="2313783"/>
                  </a:lnTo>
                  <a:lnTo>
                    <a:pt x="1768425" y="2272045"/>
                  </a:lnTo>
                  <a:lnTo>
                    <a:pt x="1807283" y="2224566"/>
                  </a:lnTo>
                  <a:lnTo>
                    <a:pt x="1845772" y="2173469"/>
                  </a:lnTo>
                  <a:lnTo>
                    <a:pt x="1884142" y="2118680"/>
                  </a:lnTo>
                  <a:lnTo>
                    <a:pt x="1922583" y="2060190"/>
                  </a:lnTo>
                  <a:lnTo>
                    <a:pt x="1961239" y="1998062"/>
                  </a:lnTo>
                  <a:lnTo>
                    <a:pt x="2000205" y="1932437"/>
                  </a:lnTo>
                  <a:lnTo>
                    <a:pt x="2039538" y="1863536"/>
                  </a:lnTo>
                  <a:lnTo>
                    <a:pt x="2079256" y="1791666"/>
                  </a:lnTo>
                  <a:lnTo>
                    <a:pt x="2119345" y="1717211"/>
                  </a:lnTo>
                  <a:lnTo>
                    <a:pt x="2159758" y="1640631"/>
                  </a:lnTo>
                  <a:lnTo>
                    <a:pt x="2200429" y="1562448"/>
                  </a:lnTo>
                  <a:lnTo>
                    <a:pt x="2241269" y="1483236"/>
                  </a:lnTo>
                  <a:lnTo>
                    <a:pt x="2282180" y="1403601"/>
                  </a:lnTo>
                  <a:lnTo>
                    <a:pt x="2323058" y="1324161"/>
                  </a:lnTo>
                  <a:lnTo>
                    <a:pt x="2363802" y="1245530"/>
                  </a:lnTo>
                  <a:lnTo>
                    <a:pt x="2404319" y="1168295"/>
                  </a:lnTo>
                  <a:lnTo>
                    <a:pt x="2444534" y="1092998"/>
                  </a:lnTo>
                  <a:lnTo>
                    <a:pt x="2484392" y="1020125"/>
                  </a:lnTo>
                  <a:lnTo>
                    <a:pt x="2523867" y="950089"/>
                  </a:lnTo>
                  <a:lnTo>
                    <a:pt x="2562964" y="883225"/>
                  </a:lnTo>
                  <a:lnTo>
                    <a:pt x="2601726" y="819786"/>
                  </a:lnTo>
                  <a:lnTo>
                    <a:pt x="2640232" y="759942"/>
                  </a:lnTo>
                  <a:lnTo>
                    <a:pt x="2678608" y="703785"/>
                  </a:lnTo>
                  <a:lnTo>
                    <a:pt x="2717028" y="651330"/>
                  </a:lnTo>
                  <a:lnTo>
                    <a:pt x="2755717" y="602529"/>
                  </a:lnTo>
                  <a:lnTo>
                    <a:pt x="2770117" y="585423"/>
                  </a:lnTo>
                  <a:lnTo>
                    <a:pt x="2818503" y="532254"/>
                  </a:lnTo>
                  <a:lnTo>
                    <a:pt x="2868501" y="484362"/>
                  </a:lnTo>
                  <a:lnTo>
                    <a:pt x="2920871" y="441483"/>
                  </a:lnTo>
                  <a:lnTo>
                    <a:pt x="2976462" y="403166"/>
                  </a:lnTo>
                  <a:lnTo>
                    <a:pt x="3036142" y="368905"/>
                  </a:lnTo>
                  <a:lnTo>
                    <a:pt x="3100725" y="338206"/>
                  </a:lnTo>
                  <a:lnTo>
                    <a:pt x="3170884" y="310631"/>
                  </a:lnTo>
                  <a:lnTo>
                    <a:pt x="3247030" y="285824"/>
                  </a:lnTo>
                  <a:lnTo>
                    <a:pt x="3329154" y="263522"/>
                  </a:lnTo>
                  <a:lnTo>
                    <a:pt x="3416644" y="243557"/>
                  </a:lnTo>
                  <a:lnTo>
                    <a:pt x="3508085" y="225852"/>
                  </a:lnTo>
                  <a:lnTo>
                    <a:pt x="3601130" y="210407"/>
                  </a:lnTo>
                  <a:lnTo>
                    <a:pt x="3692493" y="197270"/>
                  </a:lnTo>
                  <a:lnTo>
                    <a:pt x="3778193" y="186490"/>
                  </a:lnTo>
                  <a:lnTo>
                    <a:pt x="3854061" y="178067"/>
                  </a:lnTo>
                  <a:lnTo>
                    <a:pt x="3916485" y="171904"/>
                  </a:lnTo>
                  <a:lnTo>
                    <a:pt x="3963190" y="167778"/>
                  </a:lnTo>
                  <a:lnTo>
                    <a:pt x="3993816" y="165345"/>
                  </a:lnTo>
                  <a:lnTo>
                    <a:pt x="4010125" y="164174"/>
                  </a:lnTo>
                  <a:lnTo>
                    <a:pt x="4015853" y="163801"/>
                  </a:lnTo>
                  <a:lnTo>
                    <a:pt x="4016409" y="163767"/>
                  </a:lnTo>
                  <a:lnTo>
                    <a:pt x="4538543" y="163767"/>
                  </a:lnTo>
                  <a:lnTo>
                    <a:pt x="4539812" y="163763"/>
                  </a:lnTo>
                  <a:lnTo>
                    <a:pt x="4548111" y="163728"/>
                  </a:lnTo>
                  <a:lnTo>
                    <a:pt x="4568857" y="163632"/>
                  </a:lnTo>
                  <a:lnTo>
                    <a:pt x="4605506" y="163444"/>
                  </a:lnTo>
                  <a:lnTo>
                    <a:pt x="4659236" y="163136"/>
                  </a:lnTo>
                  <a:lnTo>
                    <a:pt x="4728890" y="162687"/>
                  </a:lnTo>
                  <a:lnTo>
                    <a:pt x="4811375" y="162086"/>
                  </a:lnTo>
                  <a:lnTo>
                    <a:pt x="4902432" y="161328"/>
                  </a:lnTo>
                  <a:lnTo>
                    <a:pt x="4997546" y="160417"/>
                  </a:lnTo>
                  <a:lnTo>
                    <a:pt x="5092697" y="159355"/>
                  </a:lnTo>
                  <a:lnTo>
                    <a:pt x="5184800" y="158144"/>
                  </a:lnTo>
                  <a:lnTo>
                    <a:pt x="5271837" y="156782"/>
                  </a:lnTo>
                  <a:lnTo>
                    <a:pt x="5352766" y="155261"/>
                  </a:lnTo>
                  <a:lnTo>
                    <a:pt x="5427318" y="153565"/>
                  </a:lnTo>
                  <a:lnTo>
                    <a:pt x="5495775" y="151673"/>
                  </a:lnTo>
                  <a:lnTo>
                    <a:pt x="5558774" y="149557"/>
                  </a:lnTo>
                  <a:lnTo>
                    <a:pt x="5617156" y="147185"/>
                  </a:lnTo>
                  <a:lnTo>
                    <a:pt x="5671852" y="144522"/>
                  </a:lnTo>
                  <a:lnTo>
                    <a:pt x="5723796" y="141537"/>
                  </a:lnTo>
                  <a:lnTo>
                    <a:pt x="5773846" y="138205"/>
                  </a:lnTo>
                  <a:lnTo>
                    <a:pt x="5784835" y="137414"/>
                  </a:lnTo>
                  <a:lnTo>
                    <a:pt x="5838946" y="133211"/>
                  </a:lnTo>
                  <a:lnTo>
                    <a:pt x="5892537" y="128563"/>
                  </a:lnTo>
                  <a:lnTo>
                    <a:pt x="5946189" y="123465"/>
                  </a:lnTo>
                  <a:lnTo>
                    <a:pt x="6000294" y="117928"/>
                  </a:lnTo>
                  <a:lnTo>
                    <a:pt x="6055070" y="111980"/>
                  </a:lnTo>
                  <a:lnTo>
                    <a:pt x="6110592" y="105670"/>
                  </a:lnTo>
                  <a:lnTo>
                    <a:pt x="6166803" y="99067"/>
                  </a:lnTo>
                  <a:lnTo>
                    <a:pt x="6223546" y="92253"/>
                  </a:lnTo>
                  <a:lnTo>
                    <a:pt x="6280588" y="85327"/>
                  </a:lnTo>
                  <a:lnTo>
                    <a:pt x="6337654" y="78391"/>
                  </a:lnTo>
                  <a:lnTo>
                    <a:pt x="6394469" y="71550"/>
                  </a:lnTo>
                  <a:lnTo>
                    <a:pt x="6450790" y="64902"/>
                  </a:lnTo>
                  <a:lnTo>
                    <a:pt x="6506441" y="58535"/>
                  </a:lnTo>
                  <a:lnTo>
                    <a:pt x="6561349" y="52518"/>
                  </a:lnTo>
                  <a:lnTo>
                    <a:pt x="6615562" y="46905"/>
                  </a:lnTo>
                  <a:lnTo>
                    <a:pt x="6669272" y="41728"/>
                  </a:lnTo>
                  <a:lnTo>
                    <a:pt x="6722837" y="37000"/>
                  </a:lnTo>
                  <a:lnTo>
                    <a:pt x="6776803" y="32718"/>
                  </a:lnTo>
                  <a:lnTo>
                    <a:pt x="6786527" y="32000"/>
                  </a:lnTo>
                  <a:lnTo>
                    <a:pt x="6836255" y="28591"/>
                  </a:lnTo>
                  <a:lnTo>
                    <a:pt x="6887707" y="25529"/>
                  </a:lnTo>
                  <a:lnTo>
                    <a:pt x="6941709" y="22797"/>
                  </a:lnTo>
                  <a:lnTo>
                    <a:pt x="6999186" y="20363"/>
                  </a:lnTo>
                  <a:lnTo>
                    <a:pt x="7061077" y="18193"/>
                  </a:lnTo>
                  <a:lnTo>
                    <a:pt x="7128251" y="16254"/>
                  </a:lnTo>
                  <a:lnTo>
                    <a:pt x="7201402" y="14516"/>
                  </a:lnTo>
                  <a:lnTo>
                    <a:pt x="7280908" y="12957"/>
                  </a:lnTo>
                  <a:lnTo>
                    <a:pt x="7366641" y="11561"/>
                  </a:lnTo>
                  <a:lnTo>
                    <a:pt x="7457751" y="10317"/>
                  </a:lnTo>
                  <a:lnTo>
                    <a:pt x="7552451" y="9222"/>
                  </a:lnTo>
                  <a:lnTo>
                    <a:pt x="7647893" y="8276"/>
                  </a:lnTo>
                  <a:lnTo>
                    <a:pt x="7740240" y="7484"/>
                  </a:lnTo>
                  <a:lnTo>
                    <a:pt x="7825031" y="6848"/>
                  </a:lnTo>
                  <a:lnTo>
                    <a:pt x="7897873" y="6366"/>
                  </a:lnTo>
                  <a:lnTo>
                    <a:pt x="7955337" y="6028"/>
                  </a:lnTo>
                  <a:lnTo>
                    <a:pt x="7995781" y="5815"/>
                  </a:lnTo>
                  <a:lnTo>
                    <a:pt x="8019854" y="5701"/>
                  </a:lnTo>
                  <a:lnTo>
                    <a:pt x="8030526" y="5656"/>
                  </a:lnTo>
                  <a:lnTo>
                    <a:pt x="8032819" y="5647"/>
                  </a:lnTo>
                  <a:lnTo>
                    <a:pt x="8554953" y="5647"/>
                  </a:lnTo>
                  <a:lnTo>
                    <a:pt x="8554953" y="0"/>
                  </a:lnTo>
                  <a:lnTo>
                    <a:pt x="8032819" y="0"/>
                  </a:lnTo>
                  <a:lnTo>
                    <a:pt x="8031550" y="4"/>
                  </a:lnTo>
                  <a:lnTo>
                    <a:pt x="8023251" y="39"/>
                  </a:lnTo>
                  <a:lnTo>
                    <a:pt x="8002505" y="135"/>
                  </a:lnTo>
                  <a:lnTo>
                    <a:pt x="7965856" y="323"/>
                  </a:lnTo>
                  <a:lnTo>
                    <a:pt x="7912126" y="631"/>
                  </a:lnTo>
                  <a:lnTo>
                    <a:pt x="7842472" y="1080"/>
                  </a:lnTo>
                  <a:lnTo>
                    <a:pt x="7759987" y="1681"/>
                  </a:lnTo>
                  <a:lnTo>
                    <a:pt x="7668930" y="2439"/>
                  </a:lnTo>
                  <a:lnTo>
                    <a:pt x="7573816" y="3350"/>
                  </a:lnTo>
                  <a:lnTo>
                    <a:pt x="7478665" y="4412"/>
                  </a:lnTo>
                  <a:lnTo>
                    <a:pt x="7386562" y="5623"/>
                  </a:lnTo>
                  <a:lnTo>
                    <a:pt x="7299525" y="6985"/>
                  </a:lnTo>
                  <a:lnTo>
                    <a:pt x="7218596" y="8506"/>
                  </a:lnTo>
                  <a:lnTo>
                    <a:pt x="7144044" y="10202"/>
                  </a:lnTo>
                  <a:lnTo>
                    <a:pt x="7075587" y="12094"/>
                  </a:lnTo>
                  <a:lnTo>
                    <a:pt x="7012588" y="14210"/>
                  </a:lnTo>
                  <a:lnTo>
                    <a:pt x="6954206" y="16582"/>
                  </a:lnTo>
                  <a:lnTo>
                    <a:pt x="6899510" y="19245"/>
                  </a:lnTo>
                  <a:lnTo>
                    <a:pt x="6847565" y="22230"/>
                  </a:lnTo>
                  <a:lnTo>
                    <a:pt x="6797516" y="25562"/>
                  </a:lnTo>
                  <a:lnTo>
                    <a:pt x="6786527" y="26353"/>
                  </a:lnTo>
                  <a:lnTo>
                    <a:pt x="6732416" y="30556"/>
                  </a:lnTo>
                  <a:lnTo>
                    <a:pt x="6678825" y="35204"/>
                  </a:lnTo>
                  <a:lnTo>
                    <a:pt x="6625172" y="40302"/>
                  </a:lnTo>
                  <a:lnTo>
                    <a:pt x="6571068" y="45839"/>
                  </a:lnTo>
                  <a:lnTo>
                    <a:pt x="6516292" y="51787"/>
                  </a:lnTo>
                  <a:lnTo>
                    <a:pt x="6460770" y="58097"/>
                  </a:lnTo>
                  <a:lnTo>
                    <a:pt x="6404559" y="64700"/>
                  </a:lnTo>
                  <a:lnTo>
                    <a:pt x="6347816" y="71514"/>
                  </a:lnTo>
                  <a:lnTo>
                    <a:pt x="6290774" y="78440"/>
                  </a:lnTo>
                  <a:lnTo>
                    <a:pt x="6233708" y="85376"/>
                  </a:lnTo>
                  <a:lnTo>
                    <a:pt x="6176893" y="92217"/>
                  </a:lnTo>
                  <a:lnTo>
                    <a:pt x="6120572" y="98865"/>
                  </a:lnTo>
                  <a:lnTo>
                    <a:pt x="6064921" y="105232"/>
                  </a:lnTo>
                  <a:lnTo>
                    <a:pt x="6010013" y="111248"/>
                  </a:lnTo>
                  <a:lnTo>
                    <a:pt x="5955800" y="116862"/>
                  </a:lnTo>
                  <a:lnTo>
                    <a:pt x="5902090" y="122039"/>
                  </a:lnTo>
                  <a:lnTo>
                    <a:pt x="5848525" y="126767"/>
                  </a:lnTo>
                  <a:lnTo>
                    <a:pt x="5794559" y="131049"/>
                  </a:lnTo>
                  <a:lnTo>
                    <a:pt x="5784835" y="131767"/>
                  </a:lnTo>
                  <a:lnTo>
                    <a:pt x="5735107" y="135176"/>
                  </a:lnTo>
                  <a:lnTo>
                    <a:pt x="5683655" y="138238"/>
                  </a:lnTo>
                  <a:lnTo>
                    <a:pt x="5629653" y="140970"/>
                  </a:lnTo>
                  <a:lnTo>
                    <a:pt x="5572176" y="143404"/>
                  </a:lnTo>
                  <a:lnTo>
                    <a:pt x="5510285" y="145574"/>
                  </a:lnTo>
                  <a:lnTo>
                    <a:pt x="5443111" y="147513"/>
                  </a:lnTo>
                  <a:lnTo>
                    <a:pt x="5369960" y="149251"/>
                  </a:lnTo>
                  <a:lnTo>
                    <a:pt x="5290454" y="150810"/>
                  </a:lnTo>
                  <a:lnTo>
                    <a:pt x="5204721" y="152206"/>
                  </a:lnTo>
                  <a:lnTo>
                    <a:pt x="5113611" y="153450"/>
                  </a:lnTo>
                  <a:lnTo>
                    <a:pt x="5018911" y="154545"/>
                  </a:lnTo>
                  <a:lnTo>
                    <a:pt x="4923468" y="155491"/>
                  </a:lnTo>
                  <a:lnTo>
                    <a:pt x="4831122" y="156283"/>
                  </a:lnTo>
                  <a:lnTo>
                    <a:pt x="4746331" y="156919"/>
                  </a:lnTo>
                  <a:lnTo>
                    <a:pt x="4673489" y="157401"/>
                  </a:lnTo>
                  <a:lnTo>
                    <a:pt x="4616025" y="157739"/>
                  </a:lnTo>
                  <a:lnTo>
                    <a:pt x="4575581" y="157952"/>
                  </a:lnTo>
                  <a:lnTo>
                    <a:pt x="4551508" y="158066"/>
                  </a:lnTo>
                  <a:lnTo>
                    <a:pt x="4540836" y="158111"/>
                  </a:lnTo>
                  <a:lnTo>
                    <a:pt x="4538543" y="158120"/>
                  </a:lnTo>
                  <a:lnTo>
                    <a:pt x="4016409" y="158120"/>
                  </a:lnTo>
                  <a:lnTo>
                    <a:pt x="4015237" y="158192"/>
                  </a:lnTo>
                  <a:lnTo>
                    <a:pt x="4007557" y="158703"/>
                  </a:lnTo>
                  <a:lnTo>
                    <a:pt x="3988305" y="160116"/>
                  </a:lnTo>
                  <a:lnTo>
                    <a:pt x="3954161" y="162893"/>
                  </a:lnTo>
                  <a:lnTo>
                    <a:pt x="3903835" y="167449"/>
                  </a:lnTo>
                  <a:lnTo>
                    <a:pt x="3838147" y="174102"/>
                  </a:lnTo>
                  <a:lnTo>
                    <a:pt x="3759735" y="183048"/>
                  </a:lnTo>
                  <a:lnTo>
                    <a:pt x="3672402" y="194358"/>
                  </a:lnTo>
                  <a:lnTo>
                    <a:pt x="3580336" y="208016"/>
                  </a:lnTo>
                  <a:lnTo>
                    <a:pt x="3487396" y="223970"/>
                  </a:lnTo>
                  <a:lnTo>
                    <a:pt x="3396669" y="242178"/>
                  </a:lnTo>
                  <a:lnTo>
                    <a:pt x="3310288" y="262656"/>
                  </a:lnTo>
                  <a:lnTo>
                    <a:pt x="3229472" y="285500"/>
                  </a:lnTo>
                  <a:lnTo>
                    <a:pt x="3154682" y="310899"/>
                  </a:lnTo>
                  <a:lnTo>
                    <a:pt x="3085817" y="339139"/>
                  </a:lnTo>
                  <a:lnTo>
                    <a:pt x="3022396" y="370595"/>
                  </a:lnTo>
                  <a:lnTo>
                    <a:pt x="2963704" y="405719"/>
                  </a:lnTo>
                  <a:lnTo>
                    <a:pt x="2908909" y="445012"/>
                  </a:lnTo>
                  <a:lnTo>
                    <a:pt x="2857141" y="488978"/>
                  </a:lnTo>
                  <a:lnTo>
                    <a:pt x="2807565" y="538037"/>
                  </a:lnTo>
                  <a:lnTo>
                    <a:pt x="2770117" y="579776"/>
                  </a:lnTo>
                  <a:lnTo>
                    <a:pt x="2731260" y="627254"/>
                  </a:lnTo>
                  <a:lnTo>
                    <a:pt x="2692770" y="678351"/>
                  </a:lnTo>
                  <a:lnTo>
                    <a:pt x="2654400" y="733141"/>
                  </a:lnTo>
                  <a:lnTo>
                    <a:pt x="2615959" y="791631"/>
                  </a:lnTo>
                  <a:lnTo>
                    <a:pt x="2577303" y="853759"/>
                  </a:lnTo>
                  <a:lnTo>
                    <a:pt x="2538337" y="919384"/>
                  </a:lnTo>
                  <a:lnTo>
                    <a:pt x="2499004" y="988284"/>
                  </a:lnTo>
                  <a:lnTo>
                    <a:pt x="2459286" y="1060154"/>
                  </a:lnTo>
                  <a:lnTo>
                    <a:pt x="2419198" y="1134609"/>
                  </a:lnTo>
                  <a:lnTo>
                    <a:pt x="2378784" y="1211190"/>
                  </a:lnTo>
                  <a:lnTo>
                    <a:pt x="2338114" y="1289372"/>
                  </a:lnTo>
                  <a:lnTo>
                    <a:pt x="2297274" y="1368584"/>
                  </a:lnTo>
                  <a:lnTo>
                    <a:pt x="2256363" y="1448219"/>
                  </a:lnTo>
                  <a:lnTo>
                    <a:pt x="2215484" y="1527659"/>
                  </a:lnTo>
                  <a:lnTo>
                    <a:pt x="2174740" y="1606290"/>
                  </a:lnTo>
                  <a:lnTo>
                    <a:pt x="2134223" y="1683526"/>
                  </a:lnTo>
                  <a:lnTo>
                    <a:pt x="2094008" y="1758822"/>
                  </a:lnTo>
                  <a:lnTo>
                    <a:pt x="2054150" y="1831695"/>
                  </a:lnTo>
                  <a:lnTo>
                    <a:pt x="2014675" y="1901731"/>
                  </a:lnTo>
                  <a:lnTo>
                    <a:pt x="1975578" y="1968595"/>
                  </a:lnTo>
                  <a:lnTo>
                    <a:pt x="1936817" y="2032034"/>
                  </a:lnTo>
                  <a:lnTo>
                    <a:pt x="1898310" y="2091878"/>
                  </a:lnTo>
                  <a:lnTo>
                    <a:pt x="1859934" y="2148036"/>
                  </a:lnTo>
                  <a:lnTo>
                    <a:pt x="1821514" y="2200490"/>
                  </a:lnTo>
                  <a:lnTo>
                    <a:pt x="1782825" y="2249292"/>
                  </a:lnTo>
                  <a:lnTo>
                    <a:pt x="1768425" y="2266398"/>
                  </a:lnTo>
                  <a:lnTo>
                    <a:pt x="1720040" y="2319566"/>
                  </a:lnTo>
                  <a:lnTo>
                    <a:pt x="1670041" y="2367458"/>
                  </a:lnTo>
                  <a:lnTo>
                    <a:pt x="1617671" y="2410338"/>
                  </a:lnTo>
                  <a:lnTo>
                    <a:pt x="1562080" y="2448654"/>
                  </a:lnTo>
                  <a:lnTo>
                    <a:pt x="1502400" y="2482915"/>
                  </a:lnTo>
                  <a:lnTo>
                    <a:pt x="1437817" y="2513615"/>
                  </a:lnTo>
                  <a:lnTo>
                    <a:pt x="1367658" y="2541190"/>
                  </a:lnTo>
                  <a:lnTo>
                    <a:pt x="1291512" y="2565996"/>
                  </a:lnTo>
                  <a:lnTo>
                    <a:pt x="1209388" y="2588298"/>
                  </a:lnTo>
                  <a:lnTo>
                    <a:pt x="1121899" y="2608263"/>
                  </a:lnTo>
                  <a:lnTo>
                    <a:pt x="1030457" y="2625968"/>
                  </a:lnTo>
                  <a:lnTo>
                    <a:pt x="937413" y="2641413"/>
                  </a:lnTo>
                  <a:lnTo>
                    <a:pt x="846049" y="2654550"/>
                  </a:lnTo>
                  <a:lnTo>
                    <a:pt x="760349" y="2665330"/>
                  </a:lnTo>
                  <a:lnTo>
                    <a:pt x="684482" y="2673753"/>
                  </a:lnTo>
                  <a:lnTo>
                    <a:pt x="622057" y="2679916"/>
                  </a:lnTo>
                  <a:lnTo>
                    <a:pt x="575352" y="2684042"/>
                  </a:lnTo>
                  <a:lnTo>
                    <a:pt x="544726" y="2686476"/>
                  </a:lnTo>
                  <a:lnTo>
                    <a:pt x="528417" y="2687646"/>
                  </a:lnTo>
                  <a:lnTo>
                    <a:pt x="522689" y="2688020"/>
                  </a:lnTo>
                  <a:lnTo>
                    <a:pt x="522133" y="2688053"/>
                  </a:lnTo>
                  <a:lnTo>
                    <a:pt x="0" y="2688053"/>
                  </a:lnTo>
                  <a:close/>
                </a:path>
              </a:pathLst>
            </a:custGeom>
            <a:solidFill>
              <a:srgbClr val="F28E5B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1062" name="pl1062"/>
            <p:cNvSpPr/>
            <p:nvPr/>
          </p:nvSpPr>
          <p:spPr>
            <a:xfrm>
              <a:off x="386606" y="682947"/>
              <a:ext cx="8554953" cy="2688053"/>
            </a:xfrm>
            <a:custGeom>
              <a:avLst/>
              <a:pathLst>
                <a:path w="8554953" h="2688053">
                  <a:moveTo>
                    <a:pt x="0" y="2688053"/>
                  </a:moveTo>
                  <a:lnTo>
                    <a:pt x="522133" y="2688053"/>
                  </a:lnTo>
                  <a:lnTo>
                    <a:pt x="523306" y="2687981"/>
                  </a:lnTo>
                  <a:lnTo>
                    <a:pt x="530985" y="2687470"/>
                  </a:lnTo>
                  <a:lnTo>
                    <a:pt x="550238" y="2686057"/>
                  </a:lnTo>
                  <a:lnTo>
                    <a:pt x="584381" y="2683280"/>
                  </a:lnTo>
                  <a:lnTo>
                    <a:pt x="634708" y="2678725"/>
                  </a:lnTo>
                  <a:lnTo>
                    <a:pt x="700395" y="2672071"/>
                  </a:lnTo>
                  <a:lnTo>
                    <a:pt x="778808" y="2663125"/>
                  </a:lnTo>
                  <a:lnTo>
                    <a:pt x="866140" y="2651815"/>
                  </a:lnTo>
                  <a:lnTo>
                    <a:pt x="958207" y="2638157"/>
                  </a:lnTo>
                  <a:lnTo>
                    <a:pt x="1051146" y="2622204"/>
                  </a:lnTo>
                  <a:lnTo>
                    <a:pt x="1141873" y="2603996"/>
                  </a:lnTo>
                  <a:lnTo>
                    <a:pt x="1228254" y="2583517"/>
                  </a:lnTo>
                  <a:lnTo>
                    <a:pt x="1309070" y="2560673"/>
                  </a:lnTo>
                  <a:lnTo>
                    <a:pt x="1383860" y="2535274"/>
                  </a:lnTo>
                  <a:lnTo>
                    <a:pt x="1452725" y="2507034"/>
                  </a:lnTo>
                  <a:lnTo>
                    <a:pt x="1516147" y="2475578"/>
                  </a:lnTo>
                  <a:lnTo>
                    <a:pt x="1574838" y="2440455"/>
                  </a:lnTo>
                  <a:lnTo>
                    <a:pt x="1629633" y="2401161"/>
                  </a:lnTo>
                  <a:lnTo>
                    <a:pt x="1681401" y="2357195"/>
                  </a:lnTo>
                  <a:lnTo>
                    <a:pt x="1730977" y="2308136"/>
                  </a:lnTo>
                  <a:lnTo>
                    <a:pt x="1768425" y="2266398"/>
                  </a:lnTo>
                  <a:lnTo>
                    <a:pt x="1807283" y="2218919"/>
                  </a:lnTo>
                  <a:lnTo>
                    <a:pt x="1845772" y="2167822"/>
                  </a:lnTo>
                  <a:lnTo>
                    <a:pt x="1884142" y="2113032"/>
                  </a:lnTo>
                  <a:lnTo>
                    <a:pt x="1922583" y="2054542"/>
                  </a:lnTo>
                  <a:lnTo>
                    <a:pt x="1961239" y="1992415"/>
                  </a:lnTo>
                  <a:lnTo>
                    <a:pt x="2000205" y="1926789"/>
                  </a:lnTo>
                  <a:lnTo>
                    <a:pt x="2039538" y="1857889"/>
                  </a:lnTo>
                  <a:lnTo>
                    <a:pt x="2079256" y="1786019"/>
                  </a:lnTo>
                  <a:lnTo>
                    <a:pt x="2119345" y="1711564"/>
                  </a:lnTo>
                  <a:lnTo>
                    <a:pt x="2159758" y="1634983"/>
                  </a:lnTo>
                  <a:lnTo>
                    <a:pt x="2200429" y="1556801"/>
                  </a:lnTo>
                  <a:lnTo>
                    <a:pt x="2241269" y="1477589"/>
                  </a:lnTo>
                  <a:lnTo>
                    <a:pt x="2282180" y="1397954"/>
                  </a:lnTo>
                  <a:lnTo>
                    <a:pt x="2323058" y="1318514"/>
                  </a:lnTo>
                  <a:lnTo>
                    <a:pt x="2363802" y="1239883"/>
                  </a:lnTo>
                  <a:lnTo>
                    <a:pt x="2404319" y="1162648"/>
                  </a:lnTo>
                  <a:lnTo>
                    <a:pt x="2444534" y="1087351"/>
                  </a:lnTo>
                  <a:lnTo>
                    <a:pt x="2484392" y="1014478"/>
                  </a:lnTo>
                  <a:lnTo>
                    <a:pt x="2523867" y="944442"/>
                  </a:lnTo>
                  <a:lnTo>
                    <a:pt x="2562964" y="877578"/>
                  </a:lnTo>
                  <a:lnTo>
                    <a:pt x="2601726" y="814139"/>
                  </a:lnTo>
                  <a:lnTo>
                    <a:pt x="2640232" y="754295"/>
                  </a:lnTo>
                  <a:lnTo>
                    <a:pt x="2678608" y="698138"/>
                  </a:lnTo>
                  <a:lnTo>
                    <a:pt x="2717028" y="645683"/>
                  </a:lnTo>
                  <a:lnTo>
                    <a:pt x="2755717" y="596882"/>
                  </a:lnTo>
                  <a:lnTo>
                    <a:pt x="2770117" y="579776"/>
                  </a:lnTo>
                  <a:lnTo>
                    <a:pt x="2818503" y="526607"/>
                  </a:lnTo>
                  <a:lnTo>
                    <a:pt x="2868501" y="478715"/>
                  </a:lnTo>
                  <a:lnTo>
                    <a:pt x="2920871" y="435835"/>
                  </a:lnTo>
                  <a:lnTo>
                    <a:pt x="2976462" y="397519"/>
                  </a:lnTo>
                  <a:lnTo>
                    <a:pt x="3036142" y="363258"/>
                  </a:lnTo>
                  <a:lnTo>
                    <a:pt x="3100725" y="332558"/>
                  </a:lnTo>
                  <a:lnTo>
                    <a:pt x="3170884" y="304983"/>
                  </a:lnTo>
                  <a:lnTo>
                    <a:pt x="3247030" y="280177"/>
                  </a:lnTo>
                  <a:lnTo>
                    <a:pt x="3329154" y="257875"/>
                  </a:lnTo>
                  <a:lnTo>
                    <a:pt x="3416644" y="237910"/>
                  </a:lnTo>
                  <a:lnTo>
                    <a:pt x="3508085" y="220205"/>
                  </a:lnTo>
                  <a:lnTo>
                    <a:pt x="3601130" y="204760"/>
                  </a:lnTo>
                  <a:lnTo>
                    <a:pt x="3692493" y="191623"/>
                  </a:lnTo>
                  <a:lnTo>
                    <a:pt x="3778193" y="180843"/>
                  </a:lnTo>
                  <a:lnTo>
                    <a:pt x="3854061" y="172420"/>
                  </a:lnTo>
                  <a:lnTo>
                    <a:pt x="3916485" y="166257"/>
                  </a:lnTo>
                  <a:lnTo>
                    <a:pt x="3963190" y="162131"/>
                  </a:lnTo>
                  <a:lnTo>
                    <a:pt x="3993816" y="159697"/>
                  </a:lnTo>
                  <a:lnTo>
                    <a:pt x="4010125" y="158527"/>
                  </a:lnTo>
                  <a:lnTo>
                    <a:pt x="4015853" y="158154"/>
                  </a:lnTo>
                  <a:lnTo>
                    <a:pt x="4016409" y="158120"/>
                  </a:lnTo>
                  <a:lnTo>
                    <a:pt x="4538543" y="158120"/>
                  </a:lnTo>
                  <a:lnTo>
                    <a:pt x="4539812" y="158115"/>
                  </a:lnTo>
                  <a:lnTo>
                    <a:pt x="4548111" y="158081"/>
                  </a:lnTo>
                  <a:lnTo>
                    <a:pt x="4568857" y="157985"/>
                  </a:lnTo>
                  <a:lnTo>
                    <a:pt x="4605506" y="157797"/>
                  </a:lnTo>
                  <a:lnTo>
                    <a:pt x="4659236" y="157488"/>
                  </a:lnTo>
                  <a:lnTo>
                    <a:pt x="4728890" y="157040"/>
                  </a:lnTo>
                  <a:lnTo>
                    <a:pt x="4811375" y="156438"/>
                  </a:lnTo>
                  <a:lnTo>
                    <a:pt x="4902432" y="155681"/>
                  </a:lnTo>
                  <a:lnTo>
                    <a:pt x="4997546" y="154770"/>
                  </a:lnTo>
                  <a:lnTo>
                    <a:pt x="5092697" y="153707"/>
                  </a:lnTo>
                  <a:lnTo>
                    <a:pt x="5184800" y="152497"/>
                  </a:lnTo>
                  <a:lnTo>
                    <a:pt x="5271837" y="151135"/>
                  </a:lnTo>
                  <a:lnTo>
                    <a:pt x="5352766" y="149614"/>
                  </a:lnTo>
                  <a:lnTo>
                    <a:pt x="5427318" y="147918"/>
                  </a:lnTo>
                  <a:lnTo>
                    <a:pt x="5495775" y="146026"/>
                  </a:lnTo>
                  <a:lnTo>
                    <a:pt x="5558774" y="143910"/>
                  </a:lnTo>
                  <a:lnTo>
                    <a:pt x="5617156" y="141538"/>
                  </a:lnTo>
                  <a:lnTo>
                    <a:pt x="5671852" y="138875"/>
                  </a:lnTo>
                  <a:lnTo>
                    <a:pt x="5723796" y="135889"/>
                  </a:lnTo>
                  <a:lnTo>
                    <a:pt x="5773846" y="132558"/>
                  </a:lnTo>
                  <a:lnTo>
                    <a:pt x="5784835" y="131767"/>
                  </a:lnTo>
                  <a:lnTo>
                    <a:pt x="5838946" y="127564"/>
                  </a:lnTo>
                  <a:lnTo>
                    <a:pt x="5892537" y="122916"/>
                  </a:lnTo>
                  <a:lnTo>
                    <a:pt x="5946189" y="117818"/>
                  </a:lnTo>
                  <a:lnTo>
                    <a:pt x="6000294" y="112281"/>
                  </a:lnTo>
                  <a:lnTo>
                    <a:pt x="6055070" y="106333"/>
                  </a:lnTo>
                  <a:lnTo>
                    <a:pt x="6110592" y="100023"/>
                  </a:lnTo>
                  <a:lnTo>
                    <a:pt x="6166803" y="93420"/>
                  </a:lnTo>
                  <a:lnTo>
                    <a:pt x="6223546" y="86606"/>
                  </a:lnTo>
                  <a:lnTo>
                    <a:pt x="6280588" y="79680"/>
                  </a:lnTo>
                  <a:lnTo>
                    <a:pt x="6337654" y="72744"/>
                  </a:lnTo>
                  <a:lnTo>
                    <a:pt x="6394469" y="65903"/>
                  </a:lnTo>
                  <a:lnTo>
                    <a:pt x="6450790" y="59255"/>
                  </a:lnTo>
                  <a:lnTo>
                    <a:pt x="6506441" y="52888"/>
                  </a:lnTo>
                  <a:lnTo>
                    <a:pt x="6561349" y="46871"/>
                  </a:lnTo>
                  <a:lnTo>
                    <a:pt x="6615562" y="41258"/>
                  </a:lnTo>
                  <a:lnTo>
                    <a:pt x="6669272" y="36080"/>
                  </a:lnTo>
                  <a:lnTo>
                    <a:pt x="6722837" y="31352"/>
                  </a:lnTo>
                  <a:lnTo>
                    <a:pt x="6776803" y="27071"/>
                  </a:lnTo>
                  <a:lnTo>
                    <a:pt x="6786527" y="26353"/>
                  </a:lnTo>
                  <a:lnTo>
                    <a:pt x="6836255" y="22944"/>
                  </a:lnTo>
                  <a:lnTo>
                    <a:pt x="6887707" y="19882"/>
                  </a:lnTo>
                  <a:lnTo>
                    <a:pt x="6941709" y="17150"/>
                  </a:lnTo>
                  <a:lnTo>
                    <a:pt x="6999186" y="14716"/>
                  </a:lnTo>
                  <a:lnTo>
                    <a:pt x="7061077" y="12546"/>
                  </a:lnTo>
                  <a:lnTo>
                    <a:pt x="7128251" y="10606"/>
                  </a:lnTo>
                  <a:lnTo>
                    <a:pt x="7201402" y="8869"/>
                  </a:lnTo>
                  <a:lnTo>
                    <a:pt x="7280908" y="7310"/>
                  </a:lnTo>
                  <a:lnTo>
                    <a:pt x="7366641" y="5914"/>
                  </a:lnTo>
                  <a:lnTo>
                    <a:pt x="7457751" y="4670"/>
                  </a:lnTo>
                  <a:lnTo>
                    <a:pt x="7552451" y="3574"/>
                  </a:lnTo>
                  <a:lnTo>
                    <a:pt x="7647893" y="2629"/>
                  </a:lnTo>
                  <a:lnTo>
                    <a:pt x="7740240" y="1837"/>
                  </a:lnTo>
                  <a:lnTo>
                    <a:pt x="7825031" y="1201"/>
                  </a:lnTo>
                  <a:lnTo>
                    <a:pt x="7897873" y="719"/>
                  </a:lnTo>
                  <a:lnTo>
                    <a:pt x="7955337" y="381"/>
                  </a:lnTo>
                  <a:lnTo>
                    <a:pt x="7995781" y="168"/>
                  </a:lnTo>
                  <a:lnTo>
                    <a:pt x="8019854" y="54"/>
                  </a:lnTo>
                  <a:lnTo>
                    <a:pt x="8030526" y="8"/>
                  </a:lnTo>
                  <a:lnTo>
                    <a:pt x="8032804" y="0"/>
                  </a:lnTo>
                  <a:lnTo>
                    <a:pt x="8032819" y="0"/>
                  </a:lnTo>
                  <a:lnTo>
                    <a:pt x="8554953" y="0"/>
                  </a:lnTo>
                  <a:lnTo>
                    <a:pt x="8554953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063" name="pl1063"/>
            <p:cNvSpPr/>
            <p:nvPr/>
          </p:nvSpPr>
          <p:spPr>
            <a:xfrm>
              <a:off x="386606" y="677299"/>
              <a:ext cx="8554953" cy="2688053"/>
            </a:xfrm>
            <a:custGeom>
              <a:avLst/>
              <a:pathLst>
                <a:path w="8554953" h="2688053">
                  <a:moveTo>
                    <a:pt x="8554953" y="0"/>
                  </a:moveTo>
                  <a:lnTo>
                    <a:pt x="8032819" y="0"/>
                  </a:lnTo>
                  <a:lnTo>
                    <a:pt x="8031550" y="4"/>
                  </a:lnTo>
                  <a:lnTo>
                    <a:pt x="8023251" y="39"/>
                  </a:lnTo>
                  <a:lnTo>
                    <a:pt x="8002505" y="135"/>
                  </a:lnTo>
                  <a:lnTo>
                    <a:pt x="7965856" y="323"/>
                  </a:lnTo>
                  <a:lnTo>
                    <a:pt x="7912126" y="631"/>
                  </a:lnTo>
                  <a:lnTo>
                    <a:pt x="7842472" y="1080"/>
                  </a:lnTo>
                  <a:lnTo>
                    <a:pt x="7759987" y="1681"/>
                  </a:lnTo>
                  <a:lnTo>
                    <a:pt x="7668930" y="2439"/>
                  </a:lnTo>
                  <a:lnTo>
                    <a:pt x="7573816" y="3350"/>
                  </a:lnTo>
                  <a:lnTo>
                    <a:pt x="7478665" y="4412"/>
                  </a:lnTo>
                  <a:lnTo>
                    <a:pt x="7386562" y="5623"/>
                  </a:lnTo>
                  <a:lnTo>
                    <a:pt x="7299525" y="6985"/>
                  </a:lnTo>
                  <a:lnTo>
                    <a:pt x="7218596" y="8506"/>
                  </a:lnTo>
                  <a:lnTo>
                    <a:pt x="7144044" y="10202"/>
                  </a:lnTo>
                  <a:lnTo>
                    <a:pt x="7075587" y="12094"/>
                  </a:lnTo>
                  <a:lnTo>
                    <a:pt x="7012588" y="14210"/>
                  </a:lnTo>
                  <a:lnTo>
                    <a:pt x="6954206" y="16582"/>
                  </a:lnTo>
                  <a:lnTo>
                    <a:pt x="6899510" y="19245"/>
                  </a:lnTo>
                  <a:lnTo>
                    <a:pt x="6847565" y="22230"/>
                  </a:lnTo>
                  <a:lnTo>
                    <a:pt x="6797516" y="25562"/>
                  </a:lnTo>
                  <a:lnTo>
                    <a:pt x="6786527" y="26353"/>
                  </a:lnTo>
                  <a:lnTo>
                    <a:pt x="6732416" y="30556"/>
                  </a:lnTo>
                  <a:lnTo>
                    <a:pt x="6678825" y="35204"/>
                  </a:lnTo>
                  <a:lnTo>
                    <a:pt x="6625172" y="40302"/>
                  </a:lnTo>
                  <a:lnTo>
                    <a:pt x="6571068" y="45839"/>
                  </a:lnTo>
                  <a:lnTo>
                    <a:pt x="6516292" y="51787"/>
                  </a:lnTo>
                  <a:lnTo>
                    <a:pt x="6460770" y="58097"/>
                  </a:lnTo>
                  <a:lnTo>
                    <a:pt x="6404559" y="64700"/>
                  </a:lnTo>
                  <a:lnTo>
                    <a:pt x="6347816" y="71514"/>
                  </a:lnTo>
                  <a:lnTo>
                    <a:pt x="6290774" y="78440"/>
                  </a:lnTo>
                  <a:lnTo>
                    <a:pt x="6233708" y="85376"/>
                  </a:lnTo>
                  <a:lnTo>
                    <a:pt x="6176893" y="92217"/>
                  </a:lnTo>
                  <a:lnTo>
                    <a:pt x="6120572" y="98865"/>
                  </a:lnTo>
                  <a:lnTo>
                    <a:pt x="6064921" y="105232"/>
                  </a:lnTo>
                  <a:lnTo>
                    <a:pt x="6010013" y="111248"/>
                  </a:lnTo>
                  <a:lnTo>
                    <a:pt x="5955800" y="116862"/>
                  </a:lnTo>
                  <a:lnTo>
                    <a:pt x="5902090" y="122039"/>
                  </a:lnTo>
                  <a:lnTo>
                    <a:pt x="5848525" y="126767"/>
                  </a:lnTo>
                  <a:lnTo>
                    <a:pt x="5794559" y="131049"/>
                  </a:lnTo>
                  <a:lnTo>
                    <a:pt x="5784835" y="131767"/>
                  </a:lnTo>
                  <a:lnTo>
                    <a:pt x="5735107" y="135176"/>
                  </a:lnTo>
                  <a:lnTo>
                    <a:pt x="5683655" y="138238"/>
                  </a:lnTo>
                  <a:lnTo>
                    <a:pt x="5629653" y="140970"/>
                  </a:lnTo>
                  <a:lnTo>
                    <a:pt x="5572176" y="143404"/>
                  </a:lnTo>
                  <a:lnTo>
                    <a:pt x="5510285" y="145574"/>
                  </a:lnTo>
                  <a:lnTo>
                    <a:pt x="5443111" y="147513"/>
                  </a:lnTo>
                  <a:lnTo>
                    <a:pt x="5369960" y="149251"/>
                  </a:lnTo>
                  <a:lnTo>
                    <a:pt x="5290454" y="150810"/>
                  </a:lnTo>
                  <a:lnTo>
                    <a:pt x="5204721" y="152206"/>
                  </a:lnTo>
                  <a:lnTo>
                    <a:pt x="5113611" y="153450"/>
                  </a:lnTo>
                  <a:lnTo>
                    <a:pt x="5018911" y="154545"/>
                  </a:lnTo>
                  <a:lnTo>
                    <a:pt x="4923468" y="155491"/>
                  </a:lnTo>
                  <a:lnTo>
                    <a:pt x="4831122" y="156283"/>
                  </a:lnTo>
                  <a:lnTo>
                    <a:pt x="4746331" y="156919"/>
                  </a:lnTo>
                  <a:lnTo>
                    <a:pt x="4673489" y="157401"/>
                  </a:lnTo>
                  <a:lnTo>
                    <a:pt x="4616025" y="157739"/>
                  </a:lnTo>
                  <a:lnTo>
                    <a:pt x="4575581" y="157952"/>
                  </a:lnTo>
                  <a:lnTo>
                    <a:pt x="4551508" y="158066"/>
                  </a:lnTo>
                  <a:lnTo>
                    <a:pt x="4540836" y="158111"/>
                  </a:lnTo>
                  <a:lnTo>
                    <a:pt x="4538557" y="158120"/>
                  </a:lnTo>
                  <a:lnTo>
                    <a:pt x="4538543" y="158120"/>
                  </a:lnTo>
                  <a:lnTo>
                    <a:pt x="4016409" y="158120"/>
                  </a:lnTo>
                  <a:lnTo>
                    <a:pt x="4015237" y="158192"/>
                  </a:lnTo>
                  <a:lnTo>
                    <a:pt x="4007557" y="158703"/>
                  </a:lnTo>
                  <a:lnTo>
                    <a:pt x="3988305" y="160116"/>
                  </a:lnTo>
                  <a:lnTo>
                    <a:pt x="3954161" y="162893"/>
                  </a:lnTo>
                  <a:lnTo>
                    <a:pt x="3903835" y="167449"/>
                  </a:lnTo>
                  <a:lnTo>
                    <a:pt x="3838147" y="174102"/>
                  </a:lnTo>
                  <a:lnTo>
                    <a:pt x="3759735" y="183048"/>
                  </a:lnTo>
                  <a:lnTo>
                    <a:pt x="3672402" y="194358"/>
                  </a:lnTo>
                  <a:lnTo>
                    <a:pt x="3580336" y="208016"/>
                  </a:lnTo>
                  <a:lnTo>
                    <a:pt x="3487396" y="223970"/>
                  </a:lnTo>
                  <a:lnTo>
                    <a:pt x="3396669" y="242178"/>
                  </a:lnTo>
                  <a:lnTo>
                    <a:pt x="3310288" y="262656"/>
                  </a:lnTo>
                  <a:lnTo>
                    <a:pt x="3229472" y="285500"/>
                  </a:lnTo>
                  <a:lnTo>
                    <a:pt x="3154682" y="310899"/>
                  </a:lnTo>
                  <a:lnTo>
                    <a:pt x="3085817" y="339139"/>
                  </a:lnTo>
                  <a:lnTo>
                    <a:pt x="3022396" y="370595"/>
                  </a:lnTo>
                  <a:lnTo>
                    <a:pt x="2963704" y="405719"/>
                  </a:lnTo>
                  <a:lnTo>
                    <a:pt x="2908909" y="445012"/>
                  </a:lnTo>
                  <a:lnTo>
                    <a:pt x="2857141" y="488978"/>
                  </a:lnTo>
                  <a:lnTo>
                    <a:pt x="2807565" y="538037"/>
                  </a:lnTo>
                  <a:lnTo>
                    <a:pt x="2770117" y="579776"/>
                  </a:lnTo>
                  <a:lnTo>
                    <a:pt x="2731260" y="627254"/>
                  </a:lnTo>
                  <a:lnTo>
                    <a:pt x="2692770" y="678351"/>
                  </a:lnTo>
                  <a:lnTo>
                    <a:pt x="2654400" y="733141"/>
                  </a:lnTo>
                  <a:lnTo>
                    <a:pt x="2615959" y="791631"/>
                  </a:lnTo>
                  <a:lnTo>
                    <a:pt x="2577303" y="853759"/>
                  </a:lnTo>
                  <a:lnTo>
                    <a:pt x="2538337" y="919384"/>
                  </a:lnTo>
                  <a:lnTo>
                    <a:pt x="2499004" y="988284"/>
                  </a:lnTo>
                  <a:lnTo>
                    <a:pt x="2459286" y="1060154"/>
                  </a:lnTo>
                  <a:lnTo>
                    <a:pt x="2419198" y="1134609"/>
                  </a:lnTo>
                  <a:lnTo>
                    <a:pt x="2378784" y="1211190"/>
                  </a:lnTo>
                  <a:lnTo>
                    <a:pt x="2338114" y="1289372"/>
                  </a:lnTo>
                  <a:lnTo>
                    <a:pt x="2297274" y="1368584"/>
                  </a:lnTo>
                  <a:lnTo>
                    <a:pt x="2256363" y="1448219"/>
                  </a:lnTo>
                  <a:lnTo>
                    <a:pt x="2215484" y="1527659"/>
                  </a:lnTo>
                  <a:lnTo>
                    <a:pt x="2174740" y="1606290"/>
                  </a:lnTo>
                  <a:lnTo>
                    <a:pt x="2134223" y="1683526"/>
                  </a:lnTo>
                  <a:lnTo>
                    <a:pt x="2094008" y="1758822"/>
                  </a:lnTo>
                  <a:lnTo>
                    <a:pt x="2054150" y="1831695"/>
                  </a:lnTo>
                  <a:lnTo>
                    <a:pt x="2014675" y="1901731"/>
                  </a:lnTo>
                  <a:lnTo>
                    <a:pt x="1975578" y="1968595"/>
                  </a:lnTo>
                  <a:lnTo>
                    <a:pt x="1936817" y="2032034"/>
                  </a:lnTo>
                  <a:lnTo>
                    <a:pt x="1898310" y="2091878"/>
                  </a:lnTo>
                  <a:lnTo>
                    <a:pt x="1859934" y="2148036"/>
                  </a:lnTo>
                  <a:lnTo>
                    <a:pt x="1821514" y="2200490"/>
                  </a:lnTo>
                  <a:lnTo>
                    <a:pt x="1782825" y="2249292"/>
                  </a:lnTo>
                  <a:lnTo>
                    <a:pt x="1768425" y="2266398"/>
                  </a:lnTo>
                  <a:lnTo>
                    <a:pt x="1720040" y="2319566"/>
                  </a:lnTo>
                  <a:lnTo>
                    <a:pt x="1670041" y="2367458"/>
                  </a:lnTo>
                  <a:lnTo>
                    <a:pt x="1617671" y="2410338"/>
                  </a:lnTo>
                  <a:lnTo>
                    <a:pt x="1562080" y="2448654"/>
                  </a:lnTo>
                  <a:lnTo>
                    <a:pt x="1502400" y="2482915"/>
                  </a:lnTo>
                  <a:lnTo>
                    <a:pt x="1437817" y="2513615"/>
                  </a:lnTo>
                  <a:lnTo>
                    <a:pt x="1367658" y="2541190"/>
                  </a:lnTo>
                  <a:lnTo>
                    <a:pt x="1291512" y="2565996"/>
                  </a:lnTo>
                  <a:lnTo>
                    <a:pt x="1209388" y="2588298"/>
                  </a:lnTo>
                  <a:lnTo>
                    <a:pt x="1121899" y="2608263"/>
                  </a:lnTo>
                  <a:lnTo>
                    <a:pt x="1030457" y="2625968"/>
                  </a:lnTo>
                  <a:lnTo>
                    <a:pt x="937413" y="2641413"/>
                  </a:lnTo>
                  <a:lnTo>
                    <a:pt x="846049" y="2654550"/>
                  </a:lnTo>
                  <a:lnTo>
                    <a:pt x="760349" y="2665330"/>
                  </a:lnTo>
                  <a:lnTo>
                    <a:pt x="684482" y="2673753"/>
                  </a:lnTo>
                  <a:lnTo>
                    <a:pt x="622057" y="2679916"/>
                  </a:lnTo>
                  <a:lnTo>
                    <a:pt x="575352" y="2684042"/>
                  </a:lnTo>
                  <a:lnTo>
                    <a:pt x="544726" y="2686476"/>
                  </a:lnTo>
                  <a:lnTo>
                    <a:pt x="528417" y="2687646"/>
                  </a:lnTo>
                  <a:lnTo>
                    <a:pt x="522689" y="2688020"/>
                  </a:lnTo>
                  <a:lnTo>
                    <a:pt x="522133" y="2688053"/>
                  </a:lnTo>
                  <a:lnTo>
                    <a:pt x="0" y="2688053"/>
                  </a:lnTo>
                  <a:lnTo>
                    <a:pt x="0" y="2688053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064" name="pg1064"/>
            <p:cNvSpPr/>
            <p:nvPr/>
          </p:nvSpPr>
          <p:spPr>
            <a:xfrm>
              <a:off x="386606" y="863656"/>
              <a:ext cx="8554953" cy="2512991"/>
            </a:xfrm>
            <a:custGeom>
              <a:avLst/>
              <a:pathLst>
                <a:path w="8554953" h="2512991">
                  <a:moveTo>
                    <a:pt x="0" y="2512991"/>
                  </a:moveTo>
                  <a:lnTo>
                    <a:pt x="522133" y="2512991"/>
                  </a:lnTo>
                  <a:lnTo>
                    <a:pt x="523307" y="2512920"/>
                  </a:lnTo>
                  <a:lnTo>
                    <a:pt x="530997" y="2512412"/>
                  </a:lnTo>
                  <a:lnTo>
                    <a:pt x="550274" y="2511010"/>
                  </a:lnTo>
                  <a:lnTo>
                    <a:pt x="584459" y="2508254"/>
                  </a:lnTo>
                  <a:lnTo>
                    <a:pt x="634841" y="2503733"/>
                  </a:lnTo>
                  <a:lnTo>
                    <a:pt x="700594" y="2497130"/>
                  </a:lnTo>
                  <a:lnTo>
                    <a:pt x="779075" y="2488253"/>
                  </a:lnTo>
                  <a:lnTo>
                    <a:pt x="866470" y="2477031"/>
                  </a:lnTo>
                  <a:lnTo>
                    <a:pt x="958589" y="2463480"/>
                  </a:lnTo>
                  <a:lnTo>
                    <a:pt x="1051568" y="2447652"/>
                  </a:lnTo>
                  <a:lnTo>
                    <a:pt x="1142320" y="2429587"/>
                  </a:lnTo>
                  <a:lnTo>
                    <a:pt x="1228713" y="2409271"/>
                  </a:lnTo>
                  <a:lnTo>
                    <a:pt x="1309532" y="2386606"/>
                  </a:lnTo>
                  <a:lnTo>
                    <a:pt x="1384319" y="2361406"/>
                  </a:lnTo>
                  <a:lnTo>
                    <a:pt x="1453178" y="2333386"/>
                  </a:lnTo>
                  <a:lnTo>
                    <a:pt x="1516592" y="2302172"/>
                  </a:lnTo>
                  <a:lnTo>
                    <a:pt x="1575278" y="2267317"/>
                  </a:lnTo>
                  <a:lnTo>
                    <a:pt x="1630070" y="2228322"/>
                  </a:lnTo>
                  <a:lnTo>
                    <a:pt x="1681840" y="2184687"/>
                  </a:lnTo>
                  <a:lnTo>
                    <a:pt x="1731423" y="2135997"/>
                  </a:lnTo>
                  <a:lnTo>
                    <a:pt x="1768425" y="2095100"/>
                  </a:lnTo>
                  <a:lnTo>
                    <a:pt x="1807411" y="2047884"/>
                  </a:lnTo>
                  <a:lnTo>
                    <a:pt x="1846027" y="1997057"/>
                  </a:lnTo>
                  <a:lnTo>
                    <a:pt x="1884523" y="1942546"/>
                  </a:lnTo>
                  <a:lnTo>
                    <a:pt x="1923094" y="1884344"/>
                  </a:lnTo>
                  <a:lnTo>
                    <a:pt x="1961881" y="1822514"/>
                  </a:lnTo>
                  <a:lnTo>
                    <a:pt x="2000983" y="1757198"/>
                  </a:lnTo>
                  <a:lnTo>
                    <a:pt x="2040455" y="1688619"/>
                  </a:lnTo>
                  <a:lnTo>
                    <a:pt x="2080314" y="1617086"/>
                  </a:lnTo>
                  <a:lnTo>
                    <a:pt x="2120545" y="1542985"/>
                  </a:lnTo>
                  <a:lnTo>
                    <a:pt x="2161102" y="1466779"/>
                  </a:lnTo>
                  <a:lnTo>
                    <a:pt x="2201914" y="1388993"/>
                  </a:lnTo>
                  <a:lnTo>
                    <a:pt x="2242894" y="1310201"/>
                  </a:lnTo>
                  <a:lnTo>
                    <a:pt x="2283942" y="1231011"/>
                  </a:lnTo>
                  <a:lnTo>
                    <a:pt x="2324951" y="1152043"/>
                  </a:lnTo>
                  <a:lnTo>
                    <a:pt x="2365821" y="1073910"/>
                  </a:lnTo>
                  <a:lnTo>
                    <a:pt x="2406459" y="997197"/>
                  </a:lnTo>
                  <a:lnTo>
                    <a:pt x="2446789" y="922446"/>
                  </a:lnTo>
                  <a:lnTo>
                    <a:pt x="2486757" y="850137"/>
                  </a:lnTo>
                  <a:lnTo>
                    <a:pt x="2526339" y="780681"/>
                  </a:lnTo>
                  <a:lnTo>
                    <a:pt x="2565542" y="714408"/>
                  </a:lnTo>
                  <a:lnTo>
                    <a:pt x="2604411" y="651565"/>
                  </a:lnTo>
                  <a:lnTo>
                    <a:pt x="2643031" y="592318"/>
                  </a:lnTo>
                  <a:lnTo>
                    <a:pt x="2681532" y="536753"/>
                  </a:lnTo>
                  <a:lnTo>
                    <a:pt x="2720091" y="484880"/>
                  </a:lnTo>
                  <a:lnTo>
                    <a:pt x="2758942" y="436644"/>
                  </a:lnTo>
                  <a:lnTo>
                    <a:pt x="2770117" y="423537"/>
                  </a:lnTo>
                  <a:lnTo>
                    <a:pt x="2818525" y="370821"/>
                  </a:lnTo>
                  <a:lnTo>
                    <a:pt x="2868548" y="323338"/>
                  </a:lnTo>
                  <a:lnTo>
                    <a:pt x="2920945" y="280827"/>
                  </a:lnTo>
                  <a:lnTo>
                    <a:pt x="2976567" y="242843"/>
                  </a:lnTo>
                  <a:lnTo>
                    <a:pt x="3036283" y="208880"/>
                  </a:lnTo>
                  <a:lnTo>
                    <a:pt x="3100910" y="178448"/>
                  </a:lnTo>
                  <a:lnTo>
                    <a:pt x="3171118" y="151116"/>
                  </a:lnTo>
                  <a:lnTo>
                    <a:pt x="3247320" y="126528"/>
                  </a:lnTo>
                  <a:lnTo>
                    <a:pt x="3329504" y="104425"/>
                  </a:lnTo>
                  <a:lnTo>
                    <a:pt x="3417054" y="84639"/>
                  </a:lnTo>
                  <a:lnTo>
                    <a:pt x="3508551" y="67094"/>
                  </a:lnTo>
                  <a:lnTo>
                    <a:pt x="3601639" y="51793"/>
                  </a:lnTo>
                  <a:lnTo>
                    <a:pt x="3693023" y="38780"/>
                  </a:lnTo>
                  <a:lnTo>
                    <a:pt x="3778714" y="28106"/>
                  </a:lnTo>
                  <a:lnTo>
                    <a:pt x="3854538" y="19769"/>
                  </a:lnTo>
                  <a:lnTo>
                    <a:pt x="3916885" y="13674"/>
                  </a:lnTo>
                  <a:lnTo>
                    <a:pt x="3963489" y="9597"/>
                  </a:lnTo>
                  <a:lnTo>
                    <a:pt x="3994005" y="7196"/>
                  </a:lnTo>
                  <a:lnTo>
                    <a:pt x="4010214" y="6044"/>
                  </a:lnTo>
                  <a:lnTo>
                    <a:pt x="4015873" y="5679"/>
                  </a:lnTo>
                  <a:lnTo>
                    <a:pt x="4016409" y="5647"/>
                  </a:lnTo>
                  <a:lnTo>
                    <a:pt x="4538543" y="5647"/>
                  </a:lnTo>
                  <a:lnTo>
                    <a:pt x="4539811" y="5655"/>
                  </a:lnTo>
                  <a:lnTo>
                    <a:pt x="4548104" y="5716"/>
                  </a:lnTo>
                  <a:lnTo>
                    <a:pt x="4568837" y="5883"/>
                  </a:lnTo>
                  <a:lnTo>
                    <a:pt x="4605464" y="6213"/>
                  </a:lnTo>
                  <a:lnTo>
                    <a:pt x="4659164" y="6752"/>
                  </a:lnTo>
                  <a:lnTo>
                    <a:pt x="4728784" y="7536"/>
                  </a:lnTo>
                  <a:lnTo>
                    <a:pt x="4811234" y="8588"/>
                  </a:lnTo>
                  <a:lnTo>
                    <a:pt x="4902259" y="9913"/>
                  </a:lnTo>
                  <a:lnTo>
                    <a:pt x="4997348" y="11507"/>
                  </a:lnTo>
                  <a:lnTo>
                    <a:pt x="5092480" y="13365"/>
                  </a:lnTo>
                  <a:lnTo>
                    <a:pt x="5184572" y="15482"/>
                  </a:lnTo>
                  <a:lnTo>
                    <a:pt x="5271604" y="17864"/>
                  </a:lnTo>
                  <a:lnTo>
                    <a:pt x="5352533" y="20525"/>
                  </a:lnTo>
                  <a:lnTo>
                    <a:pt x="5427088" y="23491"/>
                  </a:lnTo>
                  <a:lnTo>
                    <a:pt x="5495548" y="26800"/>
                  </a:lnTo>
                  <a:lnTo>
                    <a:pt x="5558551" y="30500"/>
                  </a:lnTo>
                  <a:lnTo>
                    <a:pt x="5616935" y="34649"/>
                  </a:lnTo>
                  <a:lnTo>
                    <a:pt x="5671632" y="39305"/>
                  </a:lnTo>
                  <a:lnTo>
                    <a:pt x="5723574" y="44527"/>
                  </a:lnTo>
                  <a:lnTo>
                    <a:pt x="5773618" y="50352"/>
                  </a:lnTo>
                  <a:lnTo>
                    <a:pt x="5784835" y="51765"/>
                  </a:lnTo>
                  <a:lnTo>
                    <a:pt x="5838647" y="59078"/>
                  </a:lnTo>
                  <a:lnTo>
                    <a:pt x="5891940" y="67159"/>
                  </a:lnTo>
                  <a:lnTo>
                    <a:pt x="5945290" y="76020"/>
                  </a:lnTo>
                  <a:lnTo>
                    <a:pt x="5999082" y="85642"/>
                  </a:lnTo>
                  <a:lnTo>
                    <a:pt x="6053535" y="95976"/>
                  </a:lnTo>
                  <a:lnTo>
                    <a:pt x="6108725" y="106938"/>
                  </a:lnTo>
                  <a:lnTo>
                    <a:pt x="6164600" y="118414"/>
                  </a:lnTo>
                  <a:lnTo>
                    <a:pt x="6221010" y="130259"/>
                  </a:lnTo>
                  <a:lnTo>
                    <a:pt x="6277725" y="142308"/>
                  </a:lnTo>
                  <a:lnTo>
                    <a:pt x="6334480" y="154382"/>
                  </a:lnTo>
                  <a:lnTo>
                    <a:pt x="6391000" y="166302"/>
                  </a:lnTo>
                  <a:lnTo>
                    <a:pt x="6447045" y="177897"/>
                  </a:lnTo>
                  <a:lnTo>
                    <a:pt x="6502437" y="189016"/>
                  </a:lnTo>
                  <a:lnTo>
                    <a:pt x="6557095" y="199536"/>
                  </a:lnTo>
                  <a:lnTo>
                    <a:pt x="6611056" y="209364"/>
                  </a:lnTo>
                  <a:lnTo>
                    <a:pt x="6664498" y="218441"/>
                  </a:lnTo>
                  <a:lnTo>
                    <a:pt x="6717758" y="226741"/>
                  </a:lnTo>
                  <a:lnTo>
                    <a:pt x="6771355" y="234266"/>
                  </a:lnTo>
                  <a:lnTo>
                    <a:pt x="6786527" y="236239"/>
                  </a:lnTo>
                  <a:lnTo>
                    <a:pt x="6836244" y="242204"/>
                  </a:lnTo>
                  <a:lnTo>
                    <a:pt x="6887682" y="247561"/>
                  </a:lnTo>
                  <a:lnTo>
                    <a:pt x="6941670" y="252342"/>
                  </a:lnTo>
                  <a:lnTo>
                    <a:pt x="6999131" y="256601"/>
                  </a:lnTo>
                  <a:lnTo>
                    <a:pt x="7061003" y="260398"/>
                  </a:lnTo>
                  <a:lnTo>
                    <a:pt x="7128154" y="263792"/>
                  </a:lnTo>
                  <a:lnTo>
                    <a:pt x="7201279" y="266832"/>
                  </a:lnTo>
                  <a:lnTo>
                    <a:pt x="7280756" y="269560"/>
                  </a:lnTo>
                  <a:lnTo>
                    <a:pt x="7366457" y="272003"/>
                  </a:lnTo>
                  <a:lnTo>
                    <a:pt x="7457536" y="274180"/>
                  </a:lnTo>
                  <a:lnTo>
                    <a:pt x="7552209" y="276097"/>
                  </a:lnTo>
                  <a:lnTo>
                    <a:pt x="7647632" y="277752"/>
                  </a:lnTo>
                  <a:lnTo>
                    <a:pt x="7739973" y="279139"/>
                  </a:lnTo>
                  <a:lnTo>
                    <a:pt x="7824774" y="280253"/>
                  </a:lnTo>
                  <a:lnTo>
                    <a:pt x="7897646" y="281097"/>
                  </a:lnTo>
                  <a:lnTo>
                    <a:pt x="7955156" y="281689"/>
                  </a:lnTo>
                  <a:lnTo>
                    <a:pt x="7995656" y="282062"/>
                  </a:lnTo>
                  <a:lnTo>
                    <a:pt x="8019785" y="282262"/>
                  </a:lnTo>
                  <a:lnTo>
                    <a:pt x="8030502" y="282342"/>
                  </a:lnTo>
                  <a:lnTo>
                    <a:pt x="8032819" y="282358"/>
                  </a:lnTo>
                  <a:lnTo>
                    <a:pt x="8554953" y="282358"/>
                  </a:lnTo>
                  <a:lnTo>
                    <a:pt x="8554953" y="276711"/>
                  </a:lnTo>
                  <a:lnTo>
                    <a:pt x="8032819" y="276711"/>
                  </a:lnTo>
                  <a:lnTo>
                    <a:pt x="8031551" y="276702"/>
                  </a:lnTo>
                  <a:lnTo>
                    <a:pt x="8023258" y="276642"/>
                  </a:lnTo>
                  <a:lnTo>
                    <a:pt x="8002525" y="276474"/>
                  </a:lnTo>
                  <a:lnTo>
                    <a:pt x="7965898" y="276145"/>
                  </a:lnTo>
                  <a:lnTo>
                    <a:pt x="7912198" y="275606"/>
                  </a:lnTo>
                  <a:lnTo>
                    <a:pt x="7842578" y="274821"/>
                  </a:lnTo>
                  <a:lnTo>
                    <a:pt x="7760128" y="273770"/>
                  </a:lnTo>
                  <a:lnTo>
                    <a:pt x="7669103" y="272445"/>
                  </a:lnTo>
                  <a:lnTo>
                    <a:pt x="7574014" y="270851"/>
                  </a:lnTo>
                  <a:lnTo>
                    <a:pt x="7478882" y="268993"/>
                  </a:lnTo>
                  <a:lnTo>
                    <a:pt x="7386790" y="266875"/>
                  </a:lnTo>
                  <a:lnTo>
                    <a:pt x="7299758" y="264494"/>
                  </a:lnTo>
                  <a:lnTo>
                    <a:pt x="7218829" y="261833"/>
                  </a:lnTo>
                  <a:lnTo>
                    <a:pt x="7144274" y="258867"/>
                  </a:lnTo>
                  <a:lnTo>
                    <a:pt x="7075814" y="255558"/>
                  </a:lnTo>
                  <a:lnTo>
                    <a:pt x="7012811" y="251857"/>
                  </a:lnTo>
                  <a:lnTo>
                    <a:pt x="6954427" y="247709"/>
                  </a:lnTo>
                  <a:lnTo>
                    <a:pt x="6899730" y="243052"/>
                  </a:lnTo>
                  <a:lnTo>
                    <a:pt x="6847788" y="237831"/>
                  </a:lnTo>
                  <a:lnTo>
                    <a:pt x="6797744" y="232006"/>
                  </a:lnTo>
                  <a:lnTo>
                    <a:pt x="6786527" y="230592"/>
                  </a:lnTo>
                  <a:lnTo>
                    <a:pt x="6732715" y="223280"/>
                  </a:lnTo>
                  <a:lnTo>
                    <a:pt x="6679422" y="215198"/>
                  </a:lnTo>
                  <a:lnTo>
                    <a:pt x="6626072" y="206338"/>
                  </a:lnTo>
                  <a:lnTo>
                    <a:pt x="6572280" y="196715"/>
                  </a:lnTo>
                  <a:lnTo>
                    <a:pt x="6517827" y="186382"/>
                  </a:lnTo>
                  <a:lnTo>
                    <a:pt x="6462637" y="175419"/>
                  </a:lnTo>
                  <a:lnTo>
                    <a:pt x="6406761" y="163943"/>
                  </a:lnTo>
                  <a:lnTo>
                    <a:pt x="6350352" y="152098"/>
                  </a:lnTo>
                  <a:lnTo>
                    <a:pt x="6293636" y="140049"/>
                  </a:lnTo>
                  <a:lnTo>
                    <a:pt x="6236882" y="127975"/>
                  </a:lnTo>
                  <a:lnTo>
                    <a:pt x="6180361" y="116056"/>
                  </a:lnTo>
                  <a:lnTo>
                    <a:pt x="6124317" y="104461"/>
                  </a:lnTo>
                  <a:lnTo>
                    <a:pt x="6068925" y="93341"/>
                  </a:lnTo>
                  <a:lnTo>
                    <a:pt x="6014267" y="82822"/>
                  </a:lnTo>
                  <a:lnTo>
                    <a:pt x="5960306" y="72994"/>
                  </a:lnTo>
                  <a:lnTo>
                    <a:pt x="5906864" y="63917"/>
                  </a:lnTo>
                  <a:lnTo>
                    <a:pt x="5853604" y="55617"/>
                  </a:lnTo>
                  <a:lnTo>
                    <a:pt x="5800007" y="48091"/>
                  </a:lnTo>
                  <a:lnTo>
                    <a:pt x="5784835" y="46118"/>
                  </a:lnTo>
                  <a:lnTo>
                    <a:pt x="5735118" y="40153"/>
                  </a:lnTo>
                  <a:lnTo>
                    <a:pt x="5683680" y="34797"/>
                  </a:lnTo>
                  <a:lnTo>
                    <a:pt x="5629691" y="30016"/>
                  </a:lnTo>
                  <a:lnTo>
                    <a:pt x="5572231" y="25757"/>
                  </a:lnTo>
                  <a:lnTo>
                    <a:pt x="5510359" y="21960"/>
                  </a:lnTo>
                  <a:lnTo>
                    <a:pt x="5443208" y="18566"/>
                  </a:lnTo>
                  <a:lnTo>
                    <a:pt x="5370083" y="15525"/>
                  </a:lnTo>
                  <a:lnTo>
                    <a:pt x="5290606" y="12798"/>
                  </a:lnTo>
                  <a:lnTo>
                    <a:pt x="5204904" y="10354"/>
                  </a:lnTo>
                  <a:lnTo>
                    <a:pt x="5113826" y="8177"/>
                  </a:lnTo>
                  <a:lnTo>
                    <a:pt x="5019153" y="6260"/>
                  </a:lnTo>
                  <a:lnTo>
                    <a:pt x="4923730" y="4605"/>
                  </a:lnTo>
                  <a:lnTo>
                    <a:pt x="4831389" y="3219"/>
                  </a:lnTo>
                  <a:lnTo>
                    <a:pt x="4746588" y="2105"/>
                  </a:lnTo>
                  <a:lnTo>
                    <a:pt x="4673715" y="1261"/>
                  </a:lnTo>
                  <a:lnTo>
                    <a:pt x="4616206" y="668"/>
                  </a:lnTo>
                  <a:lnTo>
                    <a:pt x="4575706" y="295"/>
                  </a:lnTo>
                  <a:lnTo>
                    <a:pt x="4551577" y="95"/>
                  </a:lnTo>
                  <a:lnTo>
                    <a:pt x="4540860" y="15"/>
                  </a:lnTo>
                  <a:lnTo>
                    <a:pt x="4538543" y="0"/>
                  </a:lnTo>
                  <a:lnTo>
                    <a:pt x="4016409" y="0"/>
                  </a:lnTo>
                  <a:lnTo>
                    <a:pt x="4015235" y="71"/>
                  </a:lnTo>
                  <a:lnTo>
                    <a:pt x="4007545" y="578"/>
                  </a:lnTo>
                  <a:lnTo>
                    <a:pt x="3988269" y="1980"/>
                  </a:lnTo>
                  <a:lnTo>
                    <a:pt x="3954084" y="4736"/>
                  </a:lnTo>
                  <a:lnTo>
                    <a:pt x="3903701" y="9257"/>
                  </a:lnTo>
                  <a:lnTo>
                    <a:pt x="3837948" y="15860"/>
                  </a:lnTo>
                  <a:lnTo>
                    <a:pt x="3759467" y="24737"/>
                  </a:lnTo>
                  <a:lnTo>
                    <a:pt x="3672072" y="35959"/>
                  </a:lnTo>
                  <a:lnTo>
                    <a:pt x="3579953" y="49510"/>
                  </a:lnTo>
                  <a:lnTo>
                    <a:pt x="3486974" y="65338"/>
                  </a:lnTo>
                  <a:lnTo>
                    <a:pt x="3396222" y="83403"/>
                  </a:lnTo>
                  <a:lnTo>
                    <a:pt x="3309829" y="103719"/>
                  </a:lnTo>
                  <a:lnTo>
                    <a:pt x="3229010" y="126384"/>
                  </a:lnTo>
                  <a:lnTo>
                    <a:pt x="3154223" y="151584"/>
                  </a:lnTo>
                  <a:lnTo>
                    <a:pt x="3085365" y="179604"/>
                  </a:lnTo>
                  <a:lnTo>
                    <a:pt x="3021950" y="210818"/>
                  </a:lnTo>
                  <a:lnTo>
                    <a:pt x="2963265" y="245673"/>
                  </a:lnTo>
                  <a:lnTo>
                    <a:pt x="2908472" y="284669"/>
                  </a:lnTo>
                  <a:lnTo>
                    <a:pt x="2856703" y="328303"/>
                  </a:lnTo>
                  <a:lnTo>
                    <a:pt x="2807120" y="376993"/>
                  </a:lnTo>
                  <a:lnTo>
                    <a:pt x="2770117" y="417890"/>
                  </a:lnTo>
                  <a:lnTo>
                    <a:pt x="2731132" y="465106"/>
                  </a:lnTo>
                  <a:lnTo>
                    <a:pt x="2692516" y="515933"/>
                  </a:lnTo>
                  <a:lnTo>
                    <a:pt x="2654019" y="570444"/>
                  </a:lnTo>
                  <a:lnTo>
                    <a:pt x="2615448" y="628646"/>
                  </a:lnTo>
                  <a:lnTo>
                    <a:pt x="2576661" y="690476"/>
                  </a:lnTo>
                  <a:lnTo>
                    <a:pt x="2537559" y="755793"/>
                  </a:lnTo>
                  <a:lnTo>
                    <a:pt x="2498087" y="824371"/>
                  </a:lnTo>
                  <a:lnTo>
                    <a:pt x="2458228" y="895904"/>
                  </a:lnTo>
                  <a:lnTo>
                    <a:pt x="2417997" y="970005"/>
                  </a:lnTo>
                  <a:lnTo>
                    <a:pt x="2377440" y="1046211"/>
                  </a:lnTo>
                  <a:lnTo>
                    <a:pt x="2336628" y="1123997"/>
                  </a:lnTo>
                  <a:lnTo>
                    <a:pt x="2295648" y="1202789"/>
                  </a:lnTo>
                  <a:lnTo>
                    <a:pt x="2254601" y="1281979"/>
                  </a:lnTo>
                  <a:lnTo>
                    <a:pt x="2213591" y="1360947"/>
                  </a:lnTo>
                  <a:lnTo>
                    <a:pt x="2172721" y="1439080"/>
                  </a:lnTo>
                  <a:lnTo>
                    <a:pt x="2132083" y="1515793"/>
                  </a:lnTo>
                  <a:lnTo>
                    <a:pt x="2091754" y="1590544"/>
                  </a:lnTo>
                  <a:lnTo>
                    <a:pt x="2051785" y="1662853"/>
                  </a:lnTo>
                  <a:lnTo>
                    <a:pt x="2012203" y="1732309"/>
                  </a:lnTo>
                  <a:lnTo>
                    <a:pt x="1973000" y="1798582"/>
                  </a:lnTo>
                  <a:lnTo>
                    <a:pt x="1934131" y="1861425"/>
                  </a:lnTo>
                  <a:lnTo>
                    <a:pt x="1895511" y="1920672"/>
                  </a:lnTo>
                  <a:lnTo>
                    <a:pt x="1857010" y="1976238"/>
                  </a:lnTo>
                  <a:lnTo>
                    <a:pt x="1818451" y="2028111"/>
                  </a:lnTo>
                  <a:lnTo>
                    <a:pt x="1779600" y="2076346"/>
                  </a:lnTo>
                  <a:lnTo>
                    <a:pt x="1768425" y="2089453"/>
                  </a:lnTo>
                  <a:lnTo>
                    <a:pt x="1720017" y="2142170"/>
                  </a:lnTo>
                  <a:lnTo>
                    <a:pt x="1669995" y="2189652"/>
                  </a:lnTo>
                  <a:lnTo>
                    <a:pt x="1617597" y="2232163"/>
                  </a:lnTo>
                  <a:lnTo>
                    <a:pt x="1561975" y="2270148"/>
                  </a:lnTo>
                  <a:lnTo>
                    <a:pt x="1502259" y="2304111"/>
                  </a:lnTo>
                  <a:lnTo>
                    <a:pt x="1437633" y="2334542"/>
                  </a:lnTo>
                  <a:lnTo>
                    <a:pt x="1367424" y="2361874"/>
                  </a:lnTo>
                  <a:lnTo>
                    <a:pt x="1291223" y="2386462"/>
                  </a:lnTo>
                  <a:lnTo>
                    <a:pt x="1209038" y="2408565"/>
                  </a:lnTo>
                  <a:lnTo>
                    <a:pt x="1121488" y="2428352"/>
                  </a:lnTo>
                  <a:lnTo>
                    <a:pt x="1029991" y="2445896"/>
                  </a:lnTo>
                  <a:lnTo>
                    <a:pt x="936904" y="2461198"/>
                  </a:lnTo>
                  <a:lnTo>
                    <a:pt x="845519" y="2474210"/>
                  </a:lnTo>
                  <a:lnTo>
                    <a:pt x="759828" y="2484885"/>
                  </a:lnTo>
                  <a:lnTo>
                    <a:pt x="684004" y="2493221"/>
                  </a:lnTo>
                  <a:lnTo>
                    <a:pt x="621657" y="2499316"/>
                  </a:lnTo>
                  <a:lnTo>
                    <a:pt x="575053" y="2503393"/>
                  </a:lnTo>
                  <a:lnTo>
                    <a:pt x="544537" y="2505794"/>
                  </a:lnTo>
                  <a:lnTo>
                    <a:pt x="528328" y="2506946"/>
                  </a:lnTo>
                  <a:lnTo>
                    <a:pt x="522670" y="2507312"/>
                  </a:lnTo>
                  <a:lnTo>
                    <a:pt x="522133" y="2507343"/>
                  </a:lnTo>
                  <a:lnTo>
                    <a:pt x="0" y="2507343"/>
                  </a:lnTo>
                  <a:close/>
                </a:path>
              </a:pathLst>
            </a:custGeom>
            <a:solidFill>
              <a:srgbClr val="F28E5B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1065" name="pl1065"/>
            <p:cNvSpPr/>
            <p:nvPr/>
          </p:nvSpPr>
          <p:spPr>
            <a:xfrm>
              <a:off x="386606" y="869303"/>
              <a:ext cx="8554953" cy="2507343"/>
            </a:xfrm>
            <a:custGeom>
              <a:avLst/>
              <a:pathLst>
                <a:path w="8554953" h="2507343">
                  <a:moveTo>
                    <a:pt x="0" y="2507343"/>
                  </a:moveTo>
                  <a:lnTo>
                    <a:pt x="522133" y="2507343"/>
                  </a:lnTo>
                  <a:lnTo>
                    <a:pt x="523307" y="2507272"/>
                  </a:lnTo>
                  <a:lnTo>
                    <a:pt x="530997" y="2506765"/>
                  </a:lnTo>
                  <a:lnTo>
                    <a:pt x="550274" y="2505363"/>
                  </a:lnTo>
                  <a:lnTo>
                    <a:pt x="584459" y="2502607"/>
                  </a:lnTo>
                  <a:lnTo>
                    <a:pt x="634841" y="2498086"/>
                  </a:lnTo>
                  <a:lnTo>
                    <a:pt x="700594" y="2491483"/>
                  </a:lnTo>
                  <a:lnTo>
                    <a:pt x="779075" y="2482606"/>
                  </a:lnTo>
                  <a:lnTo>
                    <a:pt x="866470" y="2471384"/>
                  </a:lnTo>
                  <a:lnTo>
                    <a:pt x="958589" y="2457833"/>
                  </a:lnTo>
                  <a:lnTo>
                    <a:pt x="1051568" y="2442005"/>
                  </a:lnTo>
                  <a:lnTo>
                    <a:pt x="1142320" y="2423940"/>
                  </a:lnTo>
                  <a:lnTo>
                    <a:pt x="1228713" y="2403624"/>
                  </a:lnTo>
                  <a:lnTo>
                    <a:pt x="1309532" y="2380959"/>
                  </a:lnTo>
                  <a:lnTo>
                    <a:pt x="1384319" y="2355759"/>
                  </a:lnTo>
                  <a:lnTo>
                    <a:pt x="1453178" y="2327739"/>
                  </a:lnTo>
                  <a:lnTo>
                    <a:pt x="1516592" y="2296525"/>
                  </a:lnTo>
                  <a:lnTo>
                    <a:pt x="1575278" y="2261670"/>
                  </a:lnTo>
                  <a:lnTo>
                    <a:pt x="1630070" y="2222674"/>
                  </a:lnTo>
                  <a:lnTo>
                    <a:pt x="1681840" y="2179040"/>
                  </a:lnTo>
                  <a:lnTo>
                    <a:pt x="1731423" y="2130350"/>
                  </a:lnTo>
                  <a:lnTo>
                    <a:pt x="1768425" y="2089453"/>
                  </a:lnTo>
                  <a:lnTo>
                    <a:pt x="1807411" y="2042237"/>
                  </a:lnTo>
                  <a:lnTo>
                    <a:pt x="1846027" y="1991410"/>
                  </a:lnTo>
                  <a:lnTo>
                    <a:pt x="1884523" y="1936899"/>
                  </a:lnTo>
                  <a:lnTo>
                    <a:pt x="1923094" y="1878697"/>
                  </a:lnTo>
                  <a:lnTo>
                    <a:pt x="1961881" y="1816867"/>
                  </a:lnTo>
                  <a:lnTo>
                    <a:pt x="2000983" y="1751550"/>
                  </a:lnTo>
                  <a:lnTo>
                    <a:pt x="2040455" y="1682972"/>
                  </a:lnTo>
                  <a:lnTo>
                    <a:pt x="2080314" y="1611439"/>
                  </a:lnTo>
                  <a:lnTo>
                    <a:pt x="2120545" y="1537338"/>
                  </a:lnTo>
                  <a:lnTo>
                    <a:pt x="2161102" y="1461132"/>
                  </a:lnTo>
                  <a:lnTo>
                    <a:pt x="2201914" y="1383346"/>
                  </a:lnTo>
                  <a:lnTo>
                    <a:pt x="2242894" y="1304554"/>
                  </a:lnTo>
                  <a:lnTo>
                    <a:pt x="2283942" y="1225364"/>
                  </a:lnTo>
                  <a:lnTo>
                    <a:pt x="2324951" y="1146396"/>
                  </a:lnTo>
                  <a:lnTo>
                    <a:pt x="2365821" y="1068263"/>
                  </a:lnTo>
                  <a:lnTo>
                    <a:pt x="2406459" y="991550"/>
                  </a:lnTo>
                  <a:lnTo>
                    <a:pt x="2446789" y="916799"/>
                  </a:lnTo>
                  <a:lnTo>
                    <a:pt x="2486757" y="844490"/>
                  </a:lnTo>
                  <a:lnTo>
                    <a:pt x="2526339" y="775034"/>
                  </a:lnTo>
                  <a:lnTo>
                    <a:pt x="2565542" y="708761"/>
                  </a:lnTo>
                  <a:lnTo>
                    <a:pt x="2604411" y="645918"/>
                  </a:lnTo>
                  <a:lnTo>
                    <a:pt x="2643031" y="586671"/>
                  </a:lnTo>
                  <a:lnTo>
                    <a:pt x="2681532" y="531105"/>
                  </a:lnTo>
                  <a:lnTo>
                    <a:pt x="2720091" y="479232"/>
                  </a:lnTo>
                  <a:lnTo>
                    <a:pt x="2758942" y="430997"/>
                  </a:lnTo>
                  <a:lnTo>
                    <a:pt x="2770117" y="417890"/>
                  </a:lnTo>
                  <a:lnTo>
                    <a:pt x="2818525" y="365173"/>
                  </a:lnTo>
                  <a:lnTo>
                    <a:pt x="2868548" y="317691"/>
                  </a:lnTo>
                  <a:lnTo>
                    <a:pt x="2920945" y="275180"/>
                  </a:lnTo>
                  <a:lnTo>
                    <a:pt x="2976567" y="237195"/>
                  </a:lnTo>
                  <a:lnTo>
                    <a:pt x="3036283" y="203232"/>
                  </a:lnTo>
                  <a:lnTo>
                    <a:pt x="3100910" y="172801"/>
                  </a:lnTo>
                  <a:lnTo>
                    <a:pt x="3171118" y="145469"/>
                  </a:lnTo>
                  <a:lnTo>
                    <a:pt x="3247320" y="120881"/>
                  </a:lnTo>
                  <a:lnTo>
                    <a:pt x="3329504" y="98778"/>
                  </a:lnTo>
                  <a:lnTo>
                    <a:pt x="3417054" y="78991"/>
                  </a:lnTo>
                  <a:lnTo>
                    <a:pt x="3508551" y="61447"/>
                  </a:lnTo>
                  <a:lnTo>
                    <a:pt x="3601639" y="46145"/>
                  </a:lnTo>
                  <a:lnTo>
                    <a:pt x="3693023" y="33133"/>
                  </a:lnTo>
                  <a:lnTo>
                    <a:pt x="3778714" y="22458"/>
                  </a:lnTo>
                  <a:lnTo>
                    <a:pt x="3854538" y="14122"/>
                  </a:lnTo>
                  <a:lnTo>
                    <a:pt x="3916885" y="8027"/>
                  </a:lnTo>
                  <a:lnTo>
                    <a:pt x="3963489" y="3950"/>
                  </a:lnTo>
                  <a:lnTo>
                    <a:pt x="3994005" y="1549"/>
                  </a:lnTo>
                  <a:lnTo>
                    <a:pt x="4010214" y="397"/>
                  </a:lnTo>
                  <a:lnTo>
                    <a:pt x="4015873" y="31"/>
                  </a:lnTo>
                  <a:lnTo>
                    <a:pt x="4016409" y="0"/>
                  </a:lnTo>
                  <a:lnTo>
                    <a:pt x="4538543" y="0"/>
                  </a:lnTo>
                  <a:lnTo>
                    <a:pt x="4539811" y="8"/>
                  </a:lnTo>
                  <a:lnTo>
                    <a:pt x="4548104" y="69"/>
                  </a:lnTo>
                  <a:lnTo>
                    <a:pt x="4568837" y="236"/>
                  </a:lnTo>
                  <a:lnTo>
                    <a:pt x="4605464" y="565"/>
                  </a:lnTo>
                  <a:lnTo>
                    <a:pt x="4659164" y="1104"/>
                  </a:lnTo>
                  <a:lnTo>
                    <a:pt x="4728784" y="1889"/>
                  </a:lnTo>
                  <a:lnTo>
                    <a:pt x="4811234" y="2941"/>
                  </a:lnTo>
                  <a:lnTo>
                    <a:pt x="4902259" y="4265"/>
                  </a:lnTo>
                  <a:lnTo>
                    <a:pt x="4997348" y="5860"/>
                  </a:lnTo>
                  <a:lnTo>
                    <a:pt x="5092480" y="7717"/>
                  </a:lnTo>
                  <a:lnTo>
                    <a:pt x="5184572" y="9835"/>
                  </a:lnTo>
                  <a:lnTo>
                    <a:pt x="5271604" y="12217"/>
                  </a:lnTo>
                  <a:lnTo>
                    <a:pt x="5352533" y="14878"/>
                  </a:lnTo>
                  <a:lnTo>
                    <a:pt x="5427088" y="17844"/>
                  </a:lnTo>
                  <a:lnTo>
                    <a:pt x="5495548" y="21153"/>
                  </a:lnTo>
                  <a:lnTo>
                    <a:pt x="5558551" y="24853"/>
                  </a:lnTo>
                  <a:lnTo>
                    <a:pt x="5616935" y="29001"/>
                  </a:lnTo>
                  <a:lnTo>
                    <a:pt x="5671632" y="33658"/>
                  </a:lnTo>
                  <a:lnTo>
                    <a:pt x="5723574" y="38879"/>
                  </a:lnTo>
                  <a:lnTo>
                    <a:pt x="5773618" y="44705"/>
                  </a:lnTo>
                  <a:lnTo>
                    <a:pt x="5784835" y="46118"/>
                  </a:lnTo>
                  <a:lnTo>
                    <a:pt x="5838647" y="53431"/>
                  </a:lnTo>
                  <a:lnTo>
                    <a:pt x="5891940" y="61512"/>
                  </a:lnTo>
                  <a:lnTo>
                    <a:pt x="5945290" y="70373"/>
                  </a:lnTo>
                  <a:lnTo>
                    <a:pt x="5999082" y="79995"/>
                  </a:lnTo>
                  <a:lnTo>
                    <a:pt x="6053535" y="90329"/>
                  </a:lnTo>
                  <a:lnTo>
                    <a:pt x="6108725" y="101291"/>
                  </a:lnTo>
                  <a:lnTo>
                    <a:pt x="6164600" y="112767"/>
                  </a:lnTo>
                  <a:lnTo>
                    <a:pt x="6221010" y="124612"/>
                  </a:lnTo>
                  <a:lnTo>
                    <a:pt x="6277725" y="136661"/>
                  </a:lnTo>
                  <a:lnTo>
                    <a:pt x="6334480" y="148735"/>
                  </a:lnTo>
                  <a:lnTo>
                    <a:pt x="6391000" y="160655"/>
                  </a:lnTo>
                  <a:lnTo>
                    <a:pt x="6447045" y="172250"/>
                  </a:lnTo>
                  <a:lnTo>
                    <a:pt x="6502437" y="183369"/>
                  </a:lnTo>
                  <a:lnTo>
                    <a:pt x="6557095" y="193889"/>
                  </a:lnTo>
                  <a:lnTo>
                    <a:pt x="6611056" y="203717"/>
                  </a:lnTo>
                  <a:lnTo>
                    <a:pt x="6664498" y="212794"/>
                  </a:lnTo>
                  <a:lnTo>
                    <a:pt x="6717758" y="221094"/>
                  </a:lnTo>
                  <a:lnTo>
                    <a:pt x="6771355" y="228619"/>
                  </a:lnTo>
                  <a:lnTo>
                    <a:pt x="6786527" y="230592"/>
                  </a:lnTo>
                  <a:lnTo>
                    <a:pt x="6836244" y="236557"/>
                  </a:lnTo>
                  <a:lnTo>
                    <a:pt x="6887682" y="241914"/>
                  </a:lnTo>
                  <a:lnTo>
                    <a:pt x="6941670" y="246695"/>
                  </a:lnTo>
                  <a:lnTo>
                    <a:pt x="6999131" y="250953"/>
                  </a:lnTo>
                  <a:lnTo>
                    <a:pt x="7061003" y="254751"/>
                  </a:lnTo>
                  <a:lnTo>
                    <a:pt x="7128154" y="258144"/>
                  </a:lnTo>
                  <a:lnTo>
                    <a:pt x="7201279" y="261185"/>
                  </a:lnTo>
                  <a:lnTo>
                    <a:pt x="7280756" y="263912"/>
                  </a:lnTo>
                  <a:lnTo>
                    <a:pt x="7366457" y="266356"/>
                  </a:lnTo>
                  <a:lnTo>
                    <a:pt x="7457536" y="268533"/>
                  </a:lnTo>
                  <a:lnTo>
                    <a:pt x="7552209" y="270450"/>
                  </a:lnTo>
                  <a:lnTo>
                    <a:pt x="7647632" y="272105"/>
                  </a:lnTo>
                  <a:lnTo>
                    <a:pt x="7739973" y="273492"/>
                  </a:lnTo>
                  <a:lnTo>
                    <a:pt x="7824774" y="274605"/>
                  </a:lnTo>
                  <a:lnTo>
                    <a:pt x="7897646" y="275450"/>
                  </a:lnTo>
                  <a:lnTo>
                    <a:pt x="7955156" y="276042"/>
                  </a:lnTo>
                  <a:lnTo>
                    <a:pt x="7995656" y="276415"/>
                  </a:lnTo>
                  <a:lnTo>
                    <a:pt x="8019785" y="276615"/>
                  </a:lnTo>
                  <a:lnTo>
                    <a:pt x="8030502" y="276695"/>
                  </a:lnTo>
                  <a:lnTo>
                    <a:pt x="8032804" y="276711"/>
                  </a:lnTo>
                  <a:lnTo>
                    <a:pt x="8032819" y="276711"/>
                  </a:lnTo>
                  <a:lnTo>
                    <a:pt x="8554953" y="276711"/>
                  </a:lnTo>
                  <a:lnTo>
                    <a:pt x="8554953" y="276711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066" name="pl1066"/>
            <p:cNvSpPr/>
            <p:nvPr/>
          </p:nvSpPr>
          <p:spPr>
            <a:xfrm>
              <a:off x="386606" y="863656"/>
              <a:ext cx="8554953" cy="2507343"/>
            </a:xfrm>
            <a:custGeom>
              <a:avLst/>
              <a:pathLst>
                <a:path w="8554953" h="2507343">
                  <a:moveTo>
                    <a:pt x="8554953" y="276711"/>
                  </a:moveTo>
                  <a:lnTo>
                    <a:pt x="8032819" y="276711"/>
                  </a:lnTo>
                  <a:lnTo>
                    <a:pt x="8031551" y="276702"/>
                  </a:lnTo>
                  <a:lnTo>
                    <a:pt x="8023258" y="276642"/>
                  </a:lnTo>
                  <a:lnTo>
                    <a:pt x="8002525" y="276474"/>
                  </a:lnTo>
                  <a:lnTo>
                    <a:pt x="7965898" y="276145"/>
                  </a:lnTo>
                  <a:lnTo>
                    <a:pt x="7912198" y="275606"/>
                  </a:lnTo>
                  <a:lnTo>
                    <a:pt x="7842578" y="274821"/>
                  </a:lnTo>
                  <a:lnTo>
                    <a:pt x="7760128" y="273770"/>
                  </a:lnTo>
                  <a:lnTo>
                    <a:pt x="7669103" y="272445"/>
                  </a:lnTo>
                  <a:lnTo>
                    <a:pt x="7574014" y="270851"/>
                  </a:lnTo>
                  <a:lnTo>
                    <a:pt x="7478882" y="268993"/>
                  </a:lnTo>
                  <a:lnTo>
                    <a:pt x="7386790" y="266875"/>
                  </a:lnTo>
                  <a:lnTo>
                    <a:pt x="7299758" y="264494"/>
                  </a:lnTo>
                  <a:lnTo>
                    <a:pt x="7218829" y="261833"/>
                  </a:lnTo>
                  <a:lnTo>
                    <a:pt x="7144274" y="258867"/>
                  </a:lnTo>
                  <a:lnTo>
                    <a:pt x="7075814" y="255558"/>
                  </a:lnTo>
                  <a:lnTo>
                    <a:pt x="7012811" y="251857"/>
                  </a:lnTo>
                  <a:lnTo>
                    <a:pt x="6954427" y="247709"/>
                  </a:lnTo>
                  <a:lnTo>
                    <a:pt x="6899730" y="243052"/>
                  </a:lnTo>
                  <a:lnTo>
                    <a:pt x="6847788" y="237831"/>
                  </a:lnTo>
                  <a:lnTo>
                    <a:pt x="6797744" y="232006"/>
                  </a:lnTo>
                  <a:lnTo>
                    <a:pt x="6786527" y="230592"/>
                  </a:lnTo>
                  <a:lnTo>
                    <a:pt x="6732715" y="223280"/>
                  </a:lnTo>
                  <a:lnTo>
                    <a:pt x="6679422" y="215198"/>
                  </a:lnTo>
                  <a:lnTo>
                    <a:pt x="6626072" y="206338"/>
                  </a:lnTo>
                  <a:lnTo>
                    <a:pt x="6572280" y="196715"/>
                  </a:lnTo>
                  <a:lnTo>
                    <a:pt x="6517827" y="186382"/>
                  </a:lnTo>
                  <a:lnTo>
                    <a:pt x="6462637" y="175419"/>
                  </a:lnTo>
                  <a:lnTo>
                    <a:pt x="6406761" y="163943"/>
                  </a:lnTo>
                  <a:lnTo>
                    <a:pt x="6350352" y="152098"/>
                  </a:lnTo>
                  <a:lnTo>
                    <a:pt x="6293636" y="140049"/>
                  </a:lnTo>
                  <a:lnTo>
                    <a:pt x="6236882" y="127975"/>
                  </a:lnTo>
                  <a:lnTo>
                    <a:pt x="6180361" y="116056"/>
                  </a:lnTo>
                  <a:lnTo>
                    <a:pt x="6124317" y="104461"/>
                  </a:lnTo>
                  <a:lnTo>
                    <a:pt x="6068925" y="93341"/>
                  </a:lnTo>
                  <a:lnTo>
                    <a:pt x="6014267" y="82822"/>
                  </a:lnTo>
                  <a:lnTo>
                    <a:pt x="5960306" y="72994"/>
                  </a:lnTo>
                  <a:lnTo>
                    <a:pt x="5906864" y="63917"/>
                  </a:lnTo>
                  <a:lnTo>
                    <a:pt x="5853604" y="55617"/>
                  </a:lnTo>
                  <a:lnTo>
                    <a:pt x="5800007" y="48091"/>
                  </a:lnTo>
                  <a:lnTo>
                    <a:pt x="5784835" y="46118"/>
                  </a:lnTo>
                  <a:lnTo>
                    <a:pt x="5735118" y="40153"/>
                  </a:lnTo>
                  <a:lnTo>
                    <a:pt x="5683680" y="34797"/>
                  </a:lnTo>
                  <a:lnTo>
                    <a:pt x="5629691" y="30016"/>
                  </a:lnTo>
                  <a:lnTo>
                    <a:pt x="5572231" y="25757"/>
                  </a:lnTo>
                  <a:lnTo>
                    <a:pt x="5510359" y="21960"/>
                  </a:lnTo>
                  <a:lnTo>
                    <a:pt x="5443208" y="18566"/>
                  </a:lnTo>
                  <a:lnTo>
                    <a:pt x="5370083" y="15525"/>
                  </a:lnTo>
                  <a:lnTo>
                    <a:pt x="5290606" y="12798"/>
                  </a:lnTo>
                  <a:lnTo>
                    <a:pt x="5204904" y="10354"/>
                  </a:lnTo>
                  <a:lnTo>
                    <a:pt x="5113826" y="8177"/>
                  </a:lnTo>
                  <a:lnTo>
                    <a:pt x="5019153" y="6260"/>
                  </a:lnTo>
                  <a:lnTo>
                    <a:pt x="4923730" y="4605"/>
                  </a:lnTo>
                  <a:lnTo>
                    <a:pt x="4831389" y="3219"/>
                  </a:lnTo>
                  <a:lnTo>
                    <a:pt x="4746588" y="2105"/>
                  </a:lnTo>
                  <a:lnTo>
                    <a:pt x="4673715" y="1261"/>
                  </a:lnTo>
                  <a:lnTo>
                    <a:pt x="4616206" y="668"/>
                  </a:lnTo>
                  <a:lnTo>
                    <a:pt x="4575706" y="295"/>
                  </a:lnTo>
                  <a:lnTo>
                    <a:pt x="4551577" y="95"/>
                  </a:lnTo>
                  <a:lnTo>
                    <a:pt x="4540860" y="15"/>
                  </a:lnTo>
                  <a:lnTo>
                    <a:pt x="4538558" y="0"/>
                  </a:lnTo>
                  <a:lnTo>
                    <a:pt x="4538543" y="0"/>
                  </a:lnTo>
                  <a:lnTo>
                    <a:pt x="4016409" y="0"/>
                  </a:lnTo>
                  <a:lnTo>
                    <a:pt x="4015235" y="71"/>
                  </a:lnTo>
                  <a:lnTo>
                    <a:pt x="4007545" y="578"/>
                  </a:lnTo>
                  <a:lnTo>
                    <a:pt x="3988269" y="1980"/>
                  </a:lnTo>
                  <a:lnTo>
                    <a:pt x="3954084" y="4736"/>
                  </a:lnTo>
                  <a:lnTo>
                    <a:pt x="3903701" y="9257"/>
                  </a:lnTo>
                  <a:lnTo>
                    <a:pt x="3837948" y="15860"/>
                  </a:lnTo>
                  <a:lnTo>
                    <a:pt x="3759467" y="24737"/>
                  </a:lnTo>
                  <a:lnTo>
                    <a:pt x="3672072" y="35959"/>
                  </a:lnTo>
                  <a:lnTo>
                    <a:pt x="3579953" y="49510"/>
                  </a:lnTo>
                  <a:lnTo>
                    <a:pt x="3486974" y="65338"/>
                  </a:lnTo>
                  <a:lnTo>
                    <a:pt x="3396222" y="83403"/>
                  </a:lnTo>
                  <a:lnTo>
                    <a:pt x="3309829" y="103719"/>
                  </a:lnTo>
                  <a:lnTo>
                    <a:pt x="3229010" y="126384"/>
                  </a:lnTo>
                  <a:lnTo>
                    <a:pt x="3154223" y="151584"/>
                  </a:lnTo>
                  <a:lnTo>
                    <a:pt x="3085365" y="179604"/>
                  </a:lnTo>
                  <a:lnTo>
                    <a:pt x="3021950" y="210818"/>
                  </a:lnTo>
                  <a:lnTo>
                    <a:pt x="2963265" y="245673"/>
                  </a:lnTo>
                  <a:lnTo>
                    <a:pt x="2908472" y="284669"/>
                  </a:lnTo>
                  <a:lnTo>
                    <a:pt x="2856703" y="328303"/>
                  </a:lnTo>
                  <a:lnTo>
                    <a:pt x="2807120" y="376993"/>
                  </a:lnTo>
                  <a:lnTo>
                    <a:pt x="2770117" y="417890"/>
                  </a:lnTo>
                  <a:lnTo>
                    <a:pt x="2731132" y="465106"/>
                  </a:lnTo>
                  <a:lnTo>
                    <a:pt x="2692516" y="515933"/>
                  </a:lnTo>
                  <a:lnTo>
                    <a:pt x="2654019" y="570444"/>
                  </a:lnTo>
                  <a:lnTo>
                    <a:pt x="2615448" y="628646"/>
                  </a:lnTo>
                  <a:lnTo>
                    <a:pt x="2576661" y="690476"/>
                  </a:lnTo>
                  <a:lnTo>
                    <a:pt x="2537559" y="755793"/>
                  </a:lnTo>
                  <a:lnTo>
                    <a:pt x="2498087" y="824371"/>
                  </a:lnTo>
                  <a:lnTo>
                    <a:pt x="2458228" y="895904"/>
                  </a:lnTo>
                  <a:lnTo>
                    <a:pt x="2417997" y="970005"/>
                  </a:lnTo>
                  <a:lnTo>
                    <a:pt x="2377440" y="1046211"/>
                  </a:lnTo>
                  <a:lnTo>
                    <a:pt x="2336628" y="1123997"/>
                  </a:lnTo>
                  <a:lnTo>
                    <a:pt x="2295648" y="1202789"/>
                  </a:lnTo>
                  <a:lnTo>
                    <a:pt x="2254601" y="1281979"/>
                  </a:lnTo>
                  <a:lnTo>
                    <a:pt x="2213591" y="1360947"/>
                  </a:lnTo>
                  <a:lnTo>
                    <a:pt x="2172721" y="1439080"/>
                  </a:lnTo>
                  <a:lnTo>
                    <a:pt x="2132083" y="1515793"/>
                  </a:lnTo>
                  <a:lnTo>
                    <a:pt x="2091754" y="1590544"/>
                  </a:lnTo>
                  <a:lnTo>
                    <a:pt x="2051785" y="1662853"/>
                  </a:lnTo>
                  <a:lnTo>
                    <a:pt x="2012203" y="1732309"/>
                  </a:lnTo>
                  <a:lnTo>
                    <a:pt x="1973000" y="1798582"/>
                  </a:lnTo>
                  <a:lnTo>
                    <a:pt x="1934131" y="1861425"/>
                  </a:lnTo>
                  <a:lnTo>
                    <a:pt x="1895511" y="1920672"/>
                  </a:lnTo>
                  <a:lnTo>
                    <a:pt x="1857010" y="1976238"/>
                  </a:lnTo>
                  <a:lnTo>
                    <a:pt x="1818451" y="2028111"/>
                  </a:lnTo>
                  <a:lnTo>
                    <a:pt x="1779600" y="2076346"/>
                  </a:lnTo>
                  <a:lnTo>
                    <a:pt x="1768425" y="2089453"/>
                  </a:lnTo>
                  <a:lnTo>
                    <a:pt x="1720017" y="2142170"/>
                  </a:lnTo>
                  <a:lnTo>
                    <a:pt x="1669995" y="2189652"/>
                  </a:lnTo>
                  <a:lnTo>
                    <a:pt x="1617597" y="2232163"/>
                  </a:lnTo>
                  <a:lnTo>
                    <a:pt x="1561975" y="2270148"/>
                  </a:lnTo>
                  <a:lnTo>
                    <a:pt x="1502259" y="2304111"/>
                  </a:lnTo>
                  <a:lnTo>
                    <a:pt x="1437633" y="2334542"/>
                  </a:lnTo>
                  <a:lnTo>
                    <a:pt x="1367424" y="2361874"/>
                  </a:lnTo>
                  <a:lnTo>
                    <a:pt x="1291223" y="2386462"/>
                  </a:lnTo>
                  <a:lnTo>
                    <a:pt x="1209038" y="2408565"/>
                  </a:lnTo>
                  <a:lnTo>
                    <a:pt x="1121488" y="2428352"/>
                  </a:lnTo>
                  <a:lnTo>
                    <a:pt x="1029991" y="2445896"/>
                  </a:lnTo>
                  <a:lnTo>
                    <a:pt x="936904" y="2461198"/>
                  </a:lnTo>
                  <a:lnTo>
                    <a:pt x="845519" y="2474210"/>
                  </a:lnTo>
                  <a:lnTo>
                    <a:pt x="759828" y="2484885"/>
                  </a:lnTo>
                  <a:lnTo>
                    <a:pt x="684004" y="2493221"/>
                  </a:lnTo>
                  <a:lnTo>
                    <a:pt x="621657" y="2499316"/>
                  </a:lnTo>
                  <a:lnTo>
                    <a:pt x="575053" y="2503393"/>
                  </a:lnTo>
                  <a:lnTo>
                    <a:pt x="544537" y="2505794"/>
                  </a:lnTo>
                  <a:lnTo>
                    <a:pt x="528328" y="2506946"/>
                  </a:lnTo>
                  <a:lnTo>
                    <a:pt x="522670" y="2507312"/>
                  </a:lnTo>
                  <a:lnTo>
                    <a:pt x="522133" y="2507343"/>
                  </a:lnTo>
                  <a:lnTo>
                    <a:pt x="0" y="2507343"/>
                  </a:lnTo>
                  <a:lnTo>
                    <a:pt x="0" y="2507343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067" name="pg1067"/>
            <p:cNvSpPr/>
            <p:nvPr/>
          </p:nvSpPr>
          <p:spPr>
            <a:xfrm>
              <a:off x="386606" y="869303"/>
              <a:ext cx="8554953" cy="2512991"/>
            </a:xfrm>
            <a:custGeom>
              <a:avLst/>
              <a:pathLst>
                <a:path w="8554953" h="2512991">
                  <a:moveTo>
                    <a:pt x="0" y="2512991"/>
                  </a:moveTo>
                  <a:lnTo>
                    <a:pt x="522133" y="2512991"/>
                  </a:lnTo>
                  <a:lnTo>
                    <a:pt x="523307" y="2512920"/>
                  </a:lnTo>
                  <a:lnTo>
                    <a:pt x="530997" y="2512412"/>
                  </a:lnTo>
                  <a:lnTo>
                    <a:pt x="550274" y="2511010"/>
                  </a:lnTo>
                  <a:lnTo>
                    <a:pt x="584459" y="2508254"/>
                  </a:lnTo>
                  <a:lnTo>
                    <a:pt x="634841" y="2503733"/>
                  </a:lnTo>
                  <a:lnTo>
                    <a:pt x="700594" y="2497130"/>
                  </a:lnTo>
                  <a:lnTo>
                    <a:pt x="779075" y="2488253"/>
                  </a:lnTo>
                  <a:lnTo>
                    <a:pt x="866470" y="2477031"/>
                  </a:lnTo>
                  <a:lnTo>
                    <a:pt x="958589" y="2463480"/>
                  </a:lnTo>
                  <a:lnTo>
                    <a:pt x="1051568" y="2447652"/>
                  </a:lnTo>
                  <a:lnTo>
                    <a:pt x="1142320" y="2429587"/>
                  </a:lnTo>
                  <a:lnTo>
                    <a:pt x="1228713" y="2409271"/>
                  </a:lnTo>
                  <a:lnTo>
                    <a:pt x="1309532" y="2386606"/>
                  </a:lnTo>
                  <a:lnTo>
                    <a:pt x="1384319" y="2361406"/>
                  </a:lnTo>
                  <a:lnTo>
                    <a:pt x="1453178" y="2333386"/>
                  </a:lnTo>
                  <a:lnTo>
                    <a:pt x="1516592" y="2302172"/>
                  </a:lnTo>
                  <a:lnTo>
                    <a:pt x="1575278" y="2267317"/>
                  </a:lnTo>
                  <a:lnTo>
                    <a:pt x="1630070" y="2228322"/>
                  </a:lnTo>
                  <a:lnTo>
                    <a:pt x="1681840" y="2184687"/>
                  </a:lnTo>
                  <a:lnTo>
                    <a:pt x="1731423" y="2135997"/>
                  </a:lnTo>
                  <a:lnTo>
                    <a:pt x="1768425" y="2095100"/>
                  </a:lnTo>
                  <a:lnTo>
                    <a:pt x="1807411" y="2047884"/>
                  </a:lnTo>
                  <a:lnTo>
                    <a:pt x="1846027" y="1997057"/>
                  </a:lnTo>
                  <a:lnTo>
                    <a:pt x="1884523" y="1942546"/>
                  </a:lnTo>
                  <a:lnTo>
                    <a:pt x="1923094" y="1884344"/>
                  </a:lnTo>
                  <a:lnTo>
                    <a:pt x="1961881" y="1822514"/>
                  </a:lnTo>
                  <a:lnTo>
                    <a:pt x="2000983" y="1757198"/>
                  </a:lnTo>
                  <a:lnTo>
                    <a:pt x="2040455" y="1688619"/>
                  </a:lnTo>
                  <a:lnTo>
                    <a:pt x="2080314" y="1617086"/>
                  </a:lnTo>
                  <a:lnTo>
                    <a:pt x="2120545" y="1542985"/>
                  </a:lnTo>
                  <a:lnTo>
                    <a:pt x="2161102" y="1466779"/>
                  </a:lnTo>
                  <a:lnTo>
                    <a:pt x="2201914" y="1388993"/>
                  </a:lnTo>
                  <a:lnTo>
                    <a:pt x="2242894" y="1310201"/>
                  </a:lnTo>
                  <a:lnTo>
                    <a:pt x="2283942" y="1231011"/>
                  </a:lnTo>
                  <a:lnTo>
                    <a:pt x="2324951" y="1152043"/>
                  </a:lnTo>
                  <a:lnTo>
                    <a:pt x="2365821" y="1073910"/>
                  </a:lnTo>
                  <a:lnTo>
                    <a:pt x="2406459" y="997197"/>
                  </a:lnTo>
                  <a:lnTo>
                    <a:pt x="2446789" y="922446"/>
                  </a:lnTo>
                  <a:lnTo>
                    <a:pt x="2486757" y="850137"/>
                  </a:lnTo>
                  <a:lnTo>
                    <a:pt x="2526339" y="780681"/>
                  </a:lnTo>
                  <a:lnTo>
                    <a:pt x="2565542" y="714408"/>
                  </a:lnTo>
                  <a:lnTo>
                    <a:pt x="2604411" y="651565"/>
                  </a:lnTo>
                  <a:lnTo>
                    <a:pt x="2643031" y="592318"/>
                  </a:lnTo>
                  <a:lnTo>
                    <a:pt x="2681532" y="536753"/>
                  </a:lnTo>
                  <a:lnTo>
                    <a:pt x="2720091" y="484880"/>
                  </a:lnTo>
                  <a:lnTo>
                    <a:pt x="2758942" y="436644"/>
                  </a:lnTo>
                  <a:lnTo>
                    <a:pt x="2770117" y="423537"/>
                  </a:lnTo>
                  <a:lnTo>
                    <a:pt x="2818525" y="370821"/>
                  </a:lnTo>
                  <a:lnTo>
                    <a:pt x="2868548" y="323338"/>
                  </a:lnTo>
                  <a:lnTo>
                    <a:pt x="2920945" y="280827"/>
                  </a:lnTo>
                  <a:lnTo>
                    <a:pt x="2976567" y="242843"/>
                  </a:lnTo>
                  <a:lnTo>
                    <a:pt x="3036283" y="208880"/>
                  </a:lnTo>
                  <a:lnTo>
                    <a:pt x="3100910" y="178448"/>
                  </a:lnTo>
                  <a:lnTo>
                    <a:pt x="3171118" y="151116"/>
                  </a:lnTo>
                  <a:lnTo>
                    <a:pt x="3247320" y="126528"/>
                  </a:lnTo>
                  <a:lnTo>
                    <a:pt x="3329504" y="104425"/>
                  </a:lnTo>
                  <a:lnTo>
                    <a:pt x="3417054" y="84639"/>
                  </a:lnTo>
                  <a:lnTo>
                    <a:pt x="3508551" y="67094"/>
                  </a:lnTo>
                  <a:lnTo>
                    <a:pt x="3601639" y="51793"/>
                  </a:lnTo>
                  <a:lnTo>
                    <a:pt x="3693023" y="38780"/>
                  </a:lnTo>
                  <a:lnTo>
                    <a:pt x="3778714" y="28106"/>
                  </a:lnTo>
                  <a:lnTo>
                    <a:pt x="3854538" y="19769"/>
                  </a:lnTo>
                  <a:lnTo>
                    <a:pt x="3916885" y="13674"/>
                  </a:lnTo>
                  <a:lnTo>
                    <a:pt x="3963489" y="9597"/>
                  </a:lnTo>
                  <a:lnTo>
                    <a:pt x="3994005" y="7196"/>
                  </a:lnTo>
                  <a:lnTo>
                    <a:pt x="4010214" y="6044"/>
                  </a:lnTo>
                  <a:lnTo>
                    <a:pt x="4015873" y="5679"/>
                  </a:lnTo>
                  <a:lnTo>
                    <a:pt x="4016409" y="5647"/>
                  </a:lnTo>
                  <a:lnTo>
                    <a:pt x="4538543" y="5647"/>
                  </a:lnTo>
                  <a:lnTo>
                    <a:pt x="4539810" y="5658"/>
                  </a:lnTo>
                  <a:lnTo>
                    <a:pt x="4548096" y="5741"/>
                  </a:lnTo>
                  <a:lnTo>
                    <a:pt x="4568812" y="5970"/>
                  </a:lnTo>
                  <a:lnTo>
                    <a:pt x="4605410" y="6420"/>
                  </a:lnTo>
                  <a:lnTo>
                    <a:pt x="4659072" y="7156"/>
                  </a:lnTo>
                  <a:lnTo>
                    <a:pt x="4728648" y="8228"/>
                  </a:lnTo>
                  <a:lnTo>
                    <a:pt x="4811052" y="9665"/>
                  </a:lnTo>
                  <a:lnTo>
                    <a:pt x="4902036" y="11475"/>
                  </a:lnTo>
                  <a:lnTo>
                    <a:pt x="4997092" y="13653"/>
                  </a:lnTo>
                  <a:lnTo>
                    <a:pt x="5092201" y="16192"/>
                  </a:lnTo>
                  <a:lnTo>
                    <a:pt x="5184278" y="19085"/>
                  </a:lnTo>
                  <a:lnTo>
                    <a:pt x="5271305" y="22340"/>
                  </a:lnTo>
                  <a:lnTo>
                    <a:pt x="5352233" y="25975"/>
                  </a:lnTo>
                  <a:lnTo>
                    <a:pt x="5426791" y="30028"/>
                  </a:lnTo>
                  <a:lnTo>
                    <a:pt x="5495256" y="34549"/>
                  </a:lnTo>
                  <a:lnTo>
                    <a:pt x="5558263" y="39605"/>
                  </a:lnTo>
                  <a:lnTo>
                    <a:pt x="5616650" y="45272"/>
                  </a:lnTo>
                  <a:lnTo>
                    <a:pt x="5671347" y="51634"/>
                  </a:lnTo>
                  <a:lnTo>
                    <a:pt x="5723287" y="58767"/>
                  </a:lnTo>
                  <a:lnTo>
                    <a:pt x="5773325" y="66725"/>
                  </a:lnTo>
                  <a:lnTo>
                    <a:pt x="5784835" y="68707"/>
                  </a:lnTo>
                  <a:lnTo>
                    <a:pt x="5838272" y="78632"/>
                  </a:lnTo>
                  <a:lnTo>
                    <a:pt x="5891194" y="89594"/>
                  </a:lnTo>
                  <a:lnTo>
                    <a:pt x="5944165" y="101606"/>
                  </a:lnTo>
                  <a:lnTo>
                    <a:pt x="5997566" y="114646"/>
                  </a:lnTo>
                  <a:lnTo>
                    <a:pt x="6051615" y="128648"/>
                  </a:lnTo>
                  <a:lnTo>
                    <a:pt x="6106390" y="143502"/>
                  </a:lnTo>
                  <a:lnTo>
                    <a:pt x="6161846" y="159056"/>
                  </a:lnTo>
                  <a:lnTo>
                    <a:pt x="6217837" y="175118"/>
                  </a:lnTo>
                  <a:lnTo>
                    <a:pt x="6274145" y="191468"/>
                  </a:lnTo>
                  <a:lnTo>
                    <a:pt x="6330508" y="207867"/>
                  </a:lnTo>
                  <a:lnTo>
                    <a:pt x="6386658" y="224075"/>
                  </a:lnTo>
                  <a:lnTo>
                    <a:pt x="6442356" y="239861"/>
                  </a:lnTo>
                  <a:lnTo>
                    <a:pt x="6497421" y="255023"/>
                  </a:lnTo>
                  <a:lnTo>
                    <a:pt x="6551765" y="269389"/>
                  </a:lnTo>
                  <a:lnTo>
                    <a:pt x="6605413" y="282833"/>
                  </a:lnTo>
                  <a:lnTo>
                    <a:pt x="6658523" y="295271"/>
                  </a:lnTo>
                  <a:lnTo>
                    <a:pt x="6711408" y="306663"/>
                  </a:lnTo>
                  <a:lnTo>
                    <a:pt x="6764553" y="317009"/>
                  </a:lnTo>
                  <a:lnTo>
                    <a:pt x="6786527" y="320947"/>
                  </a:lnTo>
                  <a:lnTo>
                    <a:pt x="6836229" y="329101"/>
                  </a:lnTo>
                  <a:lnTo>
                    <a:pt x="6887651" y="336423"/>
                  </a:lnTo>
                  <a:lnTo>
                    <a:pt x="6941621" y="342959"/>
                  </a:lnTo>
                  <a:lnTo>
                    <a:pt x="6999061" y="348781"/>
                  </a:lnTo>
                  <a:lnTo>
                    <a:pt x="7060907" y="353973"/>
                  </a:lnTo>
                  <a:lnTo>
                    <a:pt x="7128029" y="358613"/>
                  </a:lnTo>
                  <a:lnTo>
                    <a:pt x="7201120" y="362770"/>
                  </a:lnTo>
                  <a:lnTo>
                    <a:pt x="7280559" y="366499"/>
                  </a:lnTo>
                  <a:lnTo>
                    <a:pt x="7366221" y="369840"/>
                  </a:lnTo>
                  <a:lnTo>
                    <a:pt x="7457259" y="372817"/>
                  </a:lnTo>
                  <a:lnTo>
                    <a:pt x="7551896" y="375439"/>
                  </a:lnTo>
                  <a:lnTo>
                    <a:pt x="7647295" y="377702"/>
                  </a:lnTo>
                  <a:lnTo>
                    <a:pt x="7739628" y="379599"/>
                  </a:lnTo>
                  <a:lnTo>
                    <a:pt x="7824444" y="381123"/>
                  </a:lnTo>
                  <a:lnTo>
                    <a:pt x="7897354" y="382278"/>
                  </a:lnTo>
                  <a:lnTo>
                    <a:pt x="7954922" y="383090"/>
                  </a:lnTo>
                  <a:lnTo>
                    <a:pt x="7995494" y="383601"/>
                  </a:lnTo>
                  <a:lnTo>
                    <a:pt x="8019695" y="383875"/>
                  </a:lnTo>
                  <a:lnTo>
                    <a:pt x="8030471" y="383985"/>
                  </a:lnTo>
                  <a:lnTo>
                    <a:pt x="8032819" y="384007"/>
                  </a:lnTo>
                  <a:lnTo>
                    <a:pt x="8554953" y="384007"/>
                  </a:lnTo>
                  <a:lnTo>
                    <a:pt x="8554953" y="378360"/>
                  </a:lnTo>
                  <a:lnTo>
                    <a:pt x="8032819" y="378360"/>
                  </a:lnTo>
                  <a:lnTo>
                    <a:pt x="8031552" y="378348"/>
                  </a:lnTo>
                  <a:lnTo>
                    <a:pt x="8023266" y="378266"/>
                  </a:lnTo>
                  <a:lnTo>
                    <a:pt x="8002550" y="378037"/>
                  </a:lnTo>
                  <a:lnTo>
                    <a:pt x="7965951" y="377587"/>
                  </a:lnTo>
                  <a:lnTo>
                    <a:pt x="7912290" y="376851"/>
                  </a:lnTo>
                  <a:lnTo>
                    <a:pt x="7842714" y="375778"/>
                  </a:lnTo>
                  <a:lnTo>
                    <a:pt x="7760310" y="374342"/>
                  </a:lnTo>
                  <a:lnTo>
                    <a:pt x="7669326" y="372532"/>
                  </a:lnTo>
                  <a:lnTo>
                    <a:pt x="7574270" y="370353"/>
                  </a:lnTo>
                  <a:lnTo>
                    <a:pt x="7479161" y="367815"/>
                  </a:lnTo>
                  <a:lnTo>
                    <a:pt x="7387084" y="364921"/>
                  </a:lnTo>
                  <a:lnTo>
                    <a:pt x="7300057" y="361667"/>
                  </a:lnTo>
                  <a:lnTo>
                    <a:pt x="7219129" y="358031"/>
                  </a:lnTo>
                  <a:lnTo>
                    <a:pt x="7144571" y="353979"/>
                  </a:lnTo>
                  <a:lnTo>
                    <a:pt x="7076106" y="349458"/>
                  </a:lnTo>
                  <a:lnTo>
                    <a:pt x="7013099" y="344402"/>
                  </a:lnTo>
                  <a:lnTo>
                    <a:pt x="6954711" y="338735"/>
                  </a:lnTo>
                  <a:lnTo>
                    <a:pt x="6900014" y="332373"/>
                  </a:lnTo>
                  <a:lnTo>
                    <a:pt x="6848075" y="325240"/>
                  </a:lnTo>
                  <a:lnTo>
                    <a:pt x="6798037" y="317282"/>
                  </a:lnTo>
                  <a:lnTo>
                    <a:pt x="6786527" y="315300"/>
                  </a:lnTo>
                  <a:lnTo>
                    <a:pt x="6733089" y="305375"/>
                  </a:lnTo>
                  <a:lnTo>
                    <a:pt x="6680168" y="294413"/>
                  </a:lnTo>
                  <a:lnTo>
                    <a:pt x="6627197" y="282401"/>
                  </a:lnTo>
                  <a:lnTo>
                    <a:pt x="6573796" y="269361"/>
                  </a:lnTo>
                  <a:lnTo>
                    <a:pt x="6519747" y="255359"/>
                  </a:lnTo>
                  <a:lnTo>
                    <a:pt x="6464972" y="240505"/>
                  </a:lnTo>
                  <a:lnTo>
                    <a:pt x="6409516" y="224951"/>
                  </a:lnTo>
                  <a:lnTo>
                    <a:pt x="6353525" y="208889"/>
                  </a:lnTo>
                  <a:lnTo>
                    <a:pt x="6297217" y="192539"/>
                  </a:lnTo>
                  <a:lnTo>
                    <a:pt x="6240854" y="176140"/>
                  </a:lnTo>
                  <a:lnTo>
                    <a:pt x="6184704" y="159932"/>
                  </a:lnTo>
                  <a:lnTo>
                    <a:pt x="6129006" y="144145"/>
                  </a:lnTo>
                  <a:lnTo>
                    <a:pt x="6073941" y="128984"/>
                  </a:lnTo>
                  <a:lnTo>
                    <a:pt x="6019597" y="114617"/>
                  </a:lnTo>
                  <a:lnTo>
                    <a:pt x="5965949" y="101173"/>
                  </a:lnTo>
                  <a:lnTo>
                    <a:pt x="5912839" y="88735"/>
                  </a:lnTo>
                  <a:lnTo>
                    <a:pt x="5859954" y="77343"/>
                  </a:lnTo>
                  <a:lnTo>
                    <a:pt x="5806809" y="66998"/>
                  </a:lnTo>
                  <a:lnTo>
                    <a:pt x="5784835" y="63060"/>
                  </a:lnTo>
                  <a:lnTo>
                    <a:pt x="5735133" y="54906"/>
                  </a:lnTo>
                  <a:lnTo>
                    <a:pt x="5683711" y="47583"/>
                  </a:lnTo>
                  <a:lnTo>
                    <a:pt x="5629741" y="41048"/>
                  </a:lnTo>
                  <a:lnTo>
                    <a:pt x="5572301" y="35225"/>
                  </a:lnTo>
                  <a:lnTo>
                    <a:pt x="5510455" y="30034"/>
                  </a:lnTo>
                  <a:lnTo>
                    <a:pt x="5443333" y="25394"/>
                  </a:lnTo>
                  <a:lnTo>
                    <a:pt x="5370242" y="21237"/>
                  </a:lnTo>
                  <a:lnTo>
                    <a:pt x="5290803" y="17508"/>
                  </a:lnTo>
                  <a:lnTo>
                    <a:pt x="5205141" y="14166"/>
                  </a:lnTo>
                  <a:lnTo>
                    <a:pt x="5114103" y="11190"/>
                  </a:lnTo>
                  <a:lnTo>
                    <a:pt x="5019466" y="8568"/>
                  </a:lnTo>
                  <a:lnTo>
                    <a:pt x="4924067" y="6305"/>
                  </a:lnTo>
                  <a:lnTo>
                    <a:pt x="4831734" y="4408"/>
                  </a:lnTo>
                  <a:lnTo>
                    <a:pt x="4746918" y="2884"/>
                  </a:lnTo>
                  <a:lnTo>
                    <a:pt x="4674008" y="1728"/>
                  </a:lnTo>
                  <a:lnTo>
                    <a:pt x="4616440" y="917"/>
                  </a:lnTo>
                  <a:lnTo>
                    <a:pt x="4575868" y="406"/>
                  </a:lnTo>
                  <a:lnTo>
                    <a:pt x="4551667" y="132"/>
                  </a:lnTo>
                  <a:lnTo>
                    <a:pt x="4540891" y="21"/>
                  </a:lnTo>
                  <a:lnTo>
                    <a:pt x="4538543" y="0"/>
                  </a:lnTo>
                  <a:lnTo>
                    <a:pt x="4016409" y="0"/>
                  </a:lnTo>
                  <a:lnTo>
                    <a:pt x="4015235" y="71"/>
                  </a:lnTo>
                  <a:lnTo>
                    <a:pt x="4007545" y="578"/>
                  </a:lnTo>
                  <a:lnTo>
                    <a:pt x="3988269" y="1980"/>
                  </a:lnTo>
                  <a:lnTo>
                    <a:pt x="3954084" y="4736"/>
                  </a:lnTo>
                  <a:lnTo>
                    <a:pt x="3903701" y="9257"/>
                  </a:lnTo>
                  <a:lnTo>
                    <a:pt x="3837948" y="15860"/>
                  </a:lnTo>
                  <a:lnTo>
                    <a:pt x="3759467" y="24737"/>
                  </a:lnTo>
                  <a:lnTo>
                    <a:pt x="3672072" y="35959"/>
                  </a:lnTo>
                  <a:lnTo>
                    <a:pt x="3579953" y="49510"/>
                  </a:lnTo>
                  <a:lnTo>
                    <a:pt x="3486974" y="65338"/>
                  </a:lnTo>
                  <a:lnTo>
                    <a:pt x="3396222" y="83403"/>
                  </a:lnTo>
                  <a:lnTo>
                    <a:pt x="3309829" y="103719"/>
                  </a:lnTo>
                  <a:lnTo>
                    <a:pt x="3229010" y="126384"/>
                  </a:lnTo>
                  <a:lnTo>
                    <a:pt x="3154223" y="151584"/>
                  </a:lnTo>
                  <a:lnTo>
                    <a:pt x="3085365" y="179604"/>
                  </a:lnTo>
                  <a:lnTo>
                    <a:pt x="3021950" y="210818"/>
                  </a:lnTo>
                  <a:lnTo>
                    <a:pt x="2963265" y="245673"/>
                  </a:lnTo>
                  <a:lnTo>
                    <a:pt x="2908472" y="284669"/>
                  </a:lnTo>
                  <a:lnTo>
                    <a:pt x="2856703" y="328303"/>
                  </a:lnTo>
                  <a:lnTo>
                    <a:pt x="2807120" y="376993"/>
                  </a:lnTo>
                  <a:lnTo>
                    <a:pt x="2770117" y="417890"/>
                  </a:lnTo>
                  <a:lnTo>
                    <a:pt x="2731132" y="465106"/>
                  </a:lnTo>
                  <a:lnTo>
                    <a:pt x="2692516" y="515933"/>
                  </a:lnTo>
                  <a:lnTo>
                    <a:pt x="2654019" y="570444"/>
                  </a:lnTo>
                  <a:lnTo>
                    <a:pt x="2615448" y="628646"/>
                  </a:lnTo>
                  <a:lnTo>
                    <a:pt x="2576661" y="690476"/>
                  </a:lnTo>
                  <a:lnTo>
                    <a:pt x="2537559" y="755793"/>
                  </a:lnTo>
                  <a:lnTo>
                    <a:pt x="2498087" y="824371"/>
                  </a:lnTo>
                  <a:lnTo>
                    <a:pt x="2458228" y="895904"/>
                  </a:lnTo>
                  <a:lnTo>
                    <a:pt x="2417997" y="970005"/>
                  </a:lnTo>
                  <a:lnTo>
                    <a:pt x="2377440" y="1046211"/>
                  </a:lnTo>
                  <a:lnTo>
                    <a:pt x="2336628" y="1123997"/>
                  </a:lnTo>
                  <a:lnTo>
                    <a:pt x="2295648" y="1202789"/>
                  </a:lnTo>
                  <a:lnTo>
                    <a:pt x="2254601" y="1281979"/>
                  </a:lnTo>
                  <a:lnTo>
                    <a:pt x="2213591" y="1360947"/>
                  </a:lnTo>
                  <a:lnTo>
                    <a:pt x="2172721" y="1439080"/>
                  </a:lnTo>
                  <a:lnTo>
                    <a:pt x="2132083" y="1515793"/>
                  </a:lnTo>
                  <a:lnTo>
                    <a:pt x="2091754" y="1590544"/>
                  </a:lnTo>
                  <a:lnTo>
                    <a:pt x="2051785" y="1662853"/>
                  </a:lnTo>
                  <a:lnTo>
                    <a:pt x="2012203" y="1732309"/>
                  </a:lnTo>
                  <a:lnTo>
                    <a:pt x="1973000" y="1798582"/>
                  </a:lnTo>
                  <a:lnTo>
                    <a:pt x="1934131" y="1861425"/>
                  </a:lnTo>
                  <a:lnTo>
                    <a:pt x="1895511" y="1920672"/>
                  </a:lnTo>
                  <a:lnTo>
                    <a:pt x="1857010" y="1976238"/>
                  </a:lnTo>
                  <a:lnTo>
                    <a:pt x="1818451" y="2028111"/>
                  </a:lnTo>
                  <a:lnTo>
                    <a:pt x="1779600" y="2076346"/>
                  </a:lnTo>
                  <a:lnTo>
                    <a:pt x="1768425" y="2089453"/>
                  </a:lnTo>
                  <a:lnTo>
                    <a:pt x="1720017" y="2142170"/>
                  </a:lnTo>
                  <a:lnTo>
                    <a:pt x="1669995" y="2189652"/>
                  </a:lnTo>
                  <a:lnTo>
                    <a:pt x="1617597" y="2232163"/>
                  </a:lnTo>
                  <a:lnTo>
                    <a:pt x="1561975" y="2270148"/>
                  </a:lnTo>
                  <a:lnTo>
                    <a:pt x="1502259" y="2304111"/>
                  </a:lnTo>
                  <a:lnTo>
                    <a:pt x="1437633" y="2334542"/>
                  </a:lnTo>
                  <a:lnTo>
                    <a:pt x="1367424" y="2361874"/>
                  </a:lnTo>
                  <a:lnTo>
                    <a:pt x="1291223" y="2386462"/>
                  </a:lnTo>
                  <a:lnTo>
                    <a:pt x="1209038" y="2408565"/>
                  </a:lnTo>
                  <a:lnTo>
                    <a:pt x="1121488" y="2428352"/>
                  </a:lnTo>
                  <a:lnTo>
                    <a:pt x="1029991" y="2445896"/>
                  </a:lnTo>
                  <a:lnTo>
                    <a:pt x="936904" y="2461198"/>
                  </a:lnTo>
                  <a:lnTo>
                    <a:pt x="845519" y="2474210"/>
                  </a:lnTo>
                  <a:lnTo>
                    <a:pt x="759828" y="2484885"/>
                  </a:lnTo>
                  <a:lnTo>
                    <a:pt x="684004" y="2493221"/>
                  </a:lnTo>
                  <a:lnTo>
                    <a:pt x="621657" y="2499316"/>
                  </a:lnTo>
                  <a:lnTo>
                    <a:pt x="575053" y="2503393"/>
                  </a:lnTo>
                  <a:lnTo>
                    <a:pt x="544537" y="2505794"/>
                  </a:lnTo>
                  <a:lnTo>
                    <a:pt x="528328" y="2506946"/>
                  </a:lnTo>
                  <a:lnTo>
                    <a:pt x="522670" y="2507312"/>
                  </a:lnTo>
                  <a:lnTo>
                    <a:pt x="522133" y="2507343"/>
                  </a:lnTo>
                  <a:lnTo>
                    <a:pt x="0" y="2507343"/>
                  </a:lnTo>
                  <a:close/>
                </a:path>
              </a:pathLst>
            </a:custGeom>
            <a:solidFill>
              <a:srgbClr val="F28E5B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1068" name="pl1068"/>
            <p:cNvSpPr/>
            <p:nvPr/>
          </p:nvSpPr>
          <p:spPr>
            <a:xfrm>
              <a:off x="386606" y="874950"/>
              <a:ext cx="8554953" cy="2507343"/>
            </a:xfrm>
            <a:custGeom>
              <a:avLst/>
              <a:pathLst>
                <a:path w="8554953" h="2507343">
                  <a:moveTo>
                    <a:pt x="0" y="2507343"/>
                  </a:moveTo>
                  <a:lnTo>
                    <a:pt x="522133" y="2507343"/>
                  </a:lnTo>
                  <a:lnTo>
                    <a:pt x="523307" y="2507272"/>
                  </a:lnTo>
                  <a:lnTo>
                    <a:pt x="530997" y="2506765"/>
                  </a:lnTo>
                  <a:lnTo>
                    <a:pt x="550274" y="2505363"/>
                  </a:lnTo>
                  <a:lnTo>
                    <a:pt x="584459" y="2502607"/>
                  </a:lnTo>
                  <a:lnTo>
                    <a:pt x="634841" y="2498086"/>
                  </a:lnTo>
                  <a:lnTo>
                    <a:pt x="700594" y="2491483"/>
                  </a:lnTo>
                  <a:lnTo>
                    <a:pt x="779075" y="2482606"/>
                  </a:lnTo>
                  <a:lnTo>
                    <a:pt x="866470" y="2471384"/>
                  </a:lnTo>
                  <a:lnTo>
                    <a:pt x="958589" y="2457833"/>
                  </a:lnTo>
                  <a:lnTo>
                    <a:pt x="1051568" y="2442005"/>
                  </a:lnTo>
                  <a:lnTo>
                    <a:pt x="1142320" y="2423940"/>
                  </a:lnTo>
                  <a:lnTo>
                    <a:pt x="1228713" y="2403624"/>
                  </a:lnTo>
                  <a:lnTo>
                    <a:pt x="1309532" y="2380959"/>
                  </a:lnTo>
                  <a:lnTo>
                    <a:pt x="1384319" y="2355759"/>
                  </a:lnTo>
                  <a:lnTo>
                    <a:pt x="1453178" y="2327739"/>
                  </a:lnTo>
                  <a:lnTo>
                    <a:pt x="1516592" y="2296525"/>
                  </a:lnTo>
                  <a:lnTo>
                    <a:pt x="1575278" y="2261670"/>
                  </a:lnTo>
                  <a:lnTo>
                    <a:pt x="1630070" y="2222674"/>
                  </a:lnTo>
                  <a:lnTo>
                    <a:pt x="1681840" y="2179040"/>
                  </a:lnTo>
                  <a:lnTo>
                    <a:pt x="1731423" y="2130350"/>
                  </a:lnTo>
                  <a:lnTo>
                    <a:pt x="1768425" y="2089453"/>
                  </a:lnTo>
                  <a:lnTo>
                    <a:pt x="1807411" y="2042237"/>
                  </a:lnTo>
                  <a:lnTo>
                    <a:pt x="1846027" y="1991410"/>
                  </a:lnTo>
                  <a:lnTo>
                    <a:pt x="1884523" y="1936899"/>
                  </a:lnTo>
                  <a:lnTo>
                    <a:pt x="1923094" y="1878697"/>
                  </a:lnTo>
                  <a:lnTo>
                    <a:pt x="1961881" y="1816867"/>
                  </a:lnTo>
                  <a:lnTo>
                    <a:pt x="2000983" y="1751550"/>
                  </a:lnTo>
                  <a:lnTo>
                    <a:pt x="2040455" y="1682972"/>
                  </a:lnTo>
                  <a:lnTo>
                    <a:pt x="2080314" y="1611439"/>
                  </a:lnTo>
                  <a:lnTo>
                    <a:pt x="2120545" y="1537338"/>
                  </a:lnTo>
                  <a:lnTo>
                    <a:pt x="2161102" y="1461132"/>
                  </a:lnTo>
                  <a:lnTo>
                    <a:pt x="2201914" y="1383346"/>
                  </a:lnTo>
                  <a:lnTo>
                    <a:pt x="2242894" y="1304554"/>
                  </a:lnTo>
                  <a:lnTo>
                    <a:pt x="2283942" y="1225364"/>
                  </a:lnTo>
                  <a:lnTo>
                    <a:pt x="2324951" y="1146396"/>
                  </a:lnTo>
                  <a:lnTo>
                    <a:pt x="2365821" y="1068263"/>
                  </a:lnTo>
                  <a:lnTo>
                    <a:pt x="2406459" y="991550"/>
                  </a:lnTo>
                  <a:lnTo>
                    <a:pt x="2446789" y="916799"/>
                  </a:lnTo>
                  <a:lnTo>
                    <a:pt x="2486757" y="844490"/>
                  </a:lnTo>
                  <a:lnTo>
                    <a:pt x="2526339" y="775034"/>
                  </a:lnTo>
                  <a:lnTo>
                    <a:pt x="2565542" y="708761"/>
                  </a:lnTo>
                  <a:lnTo>
                    <a:pt x="2604411" y="645918"/>
                  </a:lnTo>
                  <a:lnTo>
                    <a:pt x="2643031" y="586671"/>
                  </a:lnTo>
                  <a:lnTo>
                    <a:pt x="2681532" y="531105"/>
                  </a:lnTo>
                  <a:lnTo>
                    <a:pt x="2720091" y="479232"/>
                  </a:lnTo>
                  <a:lnTo>
                    <a:pt x="2758942" y="430997"/>
                  </a:lnTo>
                  <a:lnTo>
                    <a:pt x="2770117" y="417890"/>
                  </a:lnTo>
                  <a:lnTo>
                    <a:pt x="2818525" y="365173"/>
                  </a:lnTo>
                  <a:lnTo>
                    <a:pt x="2868548" y="317691"/>
                  </a:lnTo>
                  <a:lnTo>
                    <a:pt x="2920945" y="275180"/>
                  </a:lnTo>
                  <a:lnTo>
                    <a:pt x="2976567" y="237195"/>
                  </a:lnTo>
                  <a:lnTo>
                    <a:pt x="3036283" y="203232"/>
                  </a:lnTo>
                  <a:lnTo>
                    <a:pt x="3100910" y="172801"/>
                  </a:lnTo>
                  <a:lnTo>
                    <a:pt x="3171118" y="145469"/>
                  </a:lnTo>
                  <a:lnTo>
                    <a:pt x="3247320" y="120881"/>
                  </a:lnTo>
                  <a:lnTo>
                    <a:pt x="3329504" y="98778"/>
                  </a:lnTo>
                  <a:lnTo>
                    <a:pt x="3417054" y="78991"/>
                  </a:lnTo>
                  <a:lnTo>
                    <a:pt x="3508551" y="61447"/>
                  </a:lnTo>
                  <a:lnTo>
                    <a:pt x="3601639" y="46145"/>
                  </a:lnTo>
                  <a:lnTo>
                    <a:pt x="3693023" y="33133"/>
                  </a:lnTo>
                  <a:lnTo>
                    <a:pt x="3778714" y="22458"/>
                  </a:lnTo>
                  <a:lnTo>
                    <a:pt x="3854538" y="14122"/>
                  </a:lnTo>
                  <a:lnTo>
                    <a:pt x="3916885" y="8027"/>
                  </a:lnTo>
                  <a:lnTo>
                    <a:pt x="3963489" y="3950"/>
                  </a:lnTo>
                  <a:lnTo>
                    <a:pt x="3994005" y="1549"/>
                  </a:lnTo>
                  <a:lnTo>
                    <a:pt x="4010214" y="397"/>
                  </a:lnTo>
                  <a:lnTo>
                    <a:pt x="4015873" y="31"/>
                  </a:lnTo>
                  <a:lnTo>
                    <a:pt x="4016409" y="0"/>
                  </a:lnTo>
                  <a:lnTo>
                    <a:pt x="4538543" y="0"/>
                  </a:lnTo>
                  <a:lnTo>
                    <a:pt x="4539810" y="11"/>
                  </a:lnTo>
                  <a:lnTo>
                    <a:pt x="4548096" y="94"/>
                  </a:lnTo>
                  <a:lnTo>
                    <a:pt x="4568812" y="323"/>
                  </a:lnTo>
                  <a:lnTo>
                    <a:pt x="4605410" y="773"/>
                  </a:lnTo>
                  <a:lnTo>
                    <a:pt x="4659072" y="1509"/>
                  </a:lnTo>
                  <a:lnTo>
                    <a:pt x="4728648" y="2581"/>
                  </a:lnTo>
                  <a:lnTo>
                    <a:pt x="4811052" y="4018"/>
                  </a:lnTo>
                  <a:lnTo>
                    <a:pt x="4902036" y="5828"/>
                  </a:lnTo>
                  <a:lnTo>
                    <a:pt x="4997092" y="8006"/>
                  </a:lnTo>
                  <a:lnTo>
                    <a:pt x="5092201" y="10544"/>
                  </a:lnTo>
                  <a:lnTo>
                    <a:pt x="5184278" y="13438"/>
                  </a:lnTo>
                  <a:lnTo>
                    <a:pt x="5271305" y="16693"/>
                  </a:lnTo>
                  <a:lnTo>
                    <a:pt x="5352233" y="20328"/>
                  </a:lnTo>
                  <a:lnTo>
                    <a:pt x="5426791" y="24381"/>
                  </a:lnTo>
                  <a:lnTo>
                    <a:pt x="5495256" y="28902"/>
                  </a:lnTo>
                  <a:lnTo>
                    <a:pt x="5558263" y="33957"/>
                  </a:lnTo>
                  <a:lnTo>
                    <a:pt x="5616650" y="39625"/>
                  </a:lnTo>
                  <a:lnTo>
                    <a:pt x="5671347" y="45986"/>
                  </a:lnTo>
                  <a:lnTo>
                    <a:pt x="5723287" y="53119"/>
                  </a:lnTo>
                  <a:lnTo>
                    <a:pt x="5773325" y="61077"/>
                  </a:lnTo>
                  <a:lnTo>
                    <a:pt x="5784835" y="63060"/>
                  </a:lnTo>
                  <a:lnTo>
                    <a:pt x="5838272" y="72985"/>
                  </a:lnTo>
                  <a:lnTo>
                    <a:pt x="5891194" y="83946"/>
                  </a:lnTo>
                  <a:lnTo>
                    <a:pt x="5944165" y="95959"/>
                  </a:lnTo>
                  <a:lnTo>
                    <a:pt x="5997566" y="108999"/>
                  </a:lnTo>
                  <a:lnTo>
                    <a:pt x="6051615" y="123001"/>
                  </a:lnTo>
                  <a:lnTo>
                    <a:pt x="6106390" y="137855"/>
                  </a:lnTo>
                  <a:lnTo>
                    <a:pt x="6161846" y="153409"/>
                  </a:lnTo>
                  <a:lnTo>
                    <a:pt x="6217837" y="169471"/>
                  </a:lnTo>
                  <a:lnTo>
                    <a:pt x="6274145" y="185821"/>
                  </a:lnTo>
                  <a:lnTo>
                    <a:pt x="6330508" y="202220"/>
                  </a:lnTo>
                  <a:lnTo>
                    <a:pt x="6386658" y="218427"/>
                  </a:lnTo>
                  <a:lnTo>
                    <a:pt x="6442356" y="234214"/>
                  </a:lnTo>
                  <a:lnTo>
                    <a:pt x="6497421" y="249376"/>
                  </a:lnTo>
                  <a:lnTo>
                    <a:pt x="6551765" y="263742"/>
                  </a:lnTo>
                  <a:lnTo>
                    <a:pt x="6605413" y="277186"/>
                  </a:lnTo>
                  <a:lnTo>
                    <a:pt x="6658523" y="289624"/>
                  </a:lnTo>
                  <a:lnTo>
                    <a:pt x="6711408" y="301016"/>
                  </a:lnTo>
                  <a:lnTo>
                    <a:pt x="6764553" y="311361"/>
                  </a:lnTo>
                  <a:lnTo>
                    <a:pt x="6786527" y="315300"/>
                  </a:lnTo>
                  <a:lnTo>
                    <a:pt x="6836229" y="323454"/>
                  </a:lnTo>
                  <a:lnTo>
                    <a:pt x="6887651" y="330776"/>
                  </a:lnTo>
                  <a:lnTo>
                    <a:pt x="6941621" y="337312"/>
                  </a:lnTo>
                  <a:lnTo>
                    <a:pt x="6999061" y="343134"/>
                  </a:lnTo>
                  <a:lnTo>
                    <a:pt x="7060907" y="348326"/>
                  </a:lnTo>
                  <a:lnTo>
                    <a:pt x="7128029" y="352965"/>
                  </a:lnTo>
                  <a:lnTo>
                    <a:pt x="7201120" y="357122"/>
                  </a:lnTo>
                  <a:lnTo>
                    <a:pt x="7280559" y="360852"/>
                  </a:lnTo>
                  <a:lnTo>
                    <a:pt x="7366221" y="364193"/>
                  </a:lnTo>
                  <a:lnTo>
                    <a:pt x="7457259" y="367170"/>
                  </a:lnTo>
                  <a:lnTo>
                    <a:pt x="7551896" y="369791"/>
                  </a:lnTo>
                  <a:lnTo>
                    <a:pt x="7647295" y="372055"/>
                  </a:lnTo>
                  <a:lnTo>
                    <a:pt x="7739628" y="373952"/>
                  </a:lnTo>
                  <a:lnTo>
                    <a:pt x="7824444" y="375475"/>
                  </a:lnTo>
                  <a:lnTo>
                    <a:pt x="7897354" y="376631"/>
                  </a:lnTo>
                  <a:lnTo>
                    <a:pt x="7954922" y="377442"/>
                  </a:lnTo>
                  <a:lnTo>
                    <a:pt x="7995494" y="377954"/>
                  </a:lnTo>
                  <a:lnTo>
                    <a:pt x="8019695" y="378228"/>
                  </a:lnTo>
                  <a:lnTo>
                    <a:pt x="8030471" y="378338"/>
                  </a:lnTo>
                  <a:lnTo>
                    <a:pt x="8032802" y="378360"/>
                  </a:lnTo>
                  <a:lnTo>
                    <a:pt x="8032819" y="378360"/>
                  </a:lnTo>
                  <a:lnTo>
                    <a:pt x="8554953" y="378360"/>
                  </a:lnTo>
                  <a:lnTo>
                    <a:pt x="8554953" y="37836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069" name="pl1069"/>
            <p:cNvSpPr/>
            <p:nvPr/>
          </p:nvSpPr>
          <p:spPr>
            <a:xfrm>
              <a:off x="386606" y="869303"/>
              <a:ext cx="8554953" cy="2507343"/>
            </a:xfrm>
            <a:custGeom>
              <a:avLst/>
              <a:pathLst>
                <a:path w="8554953" h="2507343">
                  <a:moveTo>
                    <a:pt x="8554953" y="378360"/>
                  </a:moveTo>
                  <a:lnTo>
                    <a:pt x="8032819" y="378360"/>
                  </a:lnTo>
                  <a:lnTo>
                    <a:pt x="8031552" y="378348"/>
                  </a:lnTo>
                  <a:lnTo>
                    <a:pt x="8023266" y="378266"/>
                  </a:lnTo>
                  <a:lnTo>
                    <a:pt x="8002550" y="378037"/>
                  </a:lnTo>
                  <a:lnTo>
                    <a:pt x="7965951" y="377587"/>
                  </a:lnTo>
                  <a:lnTo>
                    <a:pt x="7912290" y="376851"/>
                  </a:lnTo>
                  <a:lnTo>
                    <a:pt x="7842714" y="375778"/>
                  </a:lnTo>
                  <a:lnTo>
                    <a:pt x="7760310" y="374342"/>
                  </a:lnTo>
                  <a:lnTo>
                    <a:pt x="7669326" y="372532"/>
                  </a:lnTo>
                  <a:lnTo>
                    <a:pt x="7574270" y="370353"/>
                  </a:lnTo>
                  <a:lnTo>
                    <a:pt x="7479161" y="367815"/>
                  </a:lnTo>
                  <a:lnTo>
                    <a:pt x="7387084" y="364921"/>
                  </a:lnTo>
                  <a:lnTo>
                    <a:pt x="7300057" y="361667"/>
                  </a:lnTo>
                  <a:lnTo>
                    <a:pt x="7219129" y="358031"/>
                  </a:lnTo>
                  <a:lnTo>
                    <a:pt x="7144571" y="353979"/>
                  </a:lnTo>
                  <a:lnTo>
                    <a:pt x="7076106" y="349458"/>
                  </a:lnTo>
                  <a:lnTo>
                    <a:pt x="7013099" y="344402"/>
                  </a:lnTo>
                  <a:lnTo>
                    <a:pt x="6954711" y="338735"/>
                  </a:lnTo>
                  <a:lnTo>
                    <a:pt x="6900014" y="332373"/>
                  </a:lnTo>
                  <a:lnTo>
                    <a:pt x="6848075" y="325240"/>
                  </a:lnTo>
                  <a:lnTo>
                    <a:pt x="6798037" y="317282"/>
                  </a:lnTo>
                  <a:lnTo>
                    <a:pt x="6786527" y="315300"/>
                  </a:lnTo>
                  <a:lnTo>
                    <a:pt x="6733089" y="305375"/>
                  </a:lnTo>
                  <a:lnTo>
                    <a:pt x="6680168" y="294413"/>
                  </a:lnTo>
                  <a:lnTo>
                    <a:pt x="6627197" y="282401"/>
                  </a:lnTo>
                  <a:lnTo>
                    <a:pt x="6573796" y="269361"/>
                  </a:lnTo>
                  <a:lnTo>
                    <a:pt x="6519747" y="255359"/>
                  </a:lnTo>
                  <a:lnTo>
                    <a:pt x="6464972" y="240505"/>
                  </a:lnTo>
                  <a:lnTo>
                    <a:pt x="6409516" y="224951"/>
                  </a:lnTo>
                  <a:lnTo>
                    <a:pt x="6353525" y="208889"/>
                  </a:lnTo>
                  <a:lnTo>
                    <a:pt x="6297217" y="192539"/>
                  </a:lnTo>
                  <a:lnTo>
                    <a:pt x="6240854" y="176140"/>
                  </a:lnTo>
                  <a:lnTo>
                    <a:pt x="6184704" y="159932"/>
                  </a:lnTo>
                  <a:lnTo>
                    <a:pt x="6129006" y="144145"/>
                  </a:lnTo>
                  <a:lnTo>
                    <a:pt x="6073941" y="128984"/>
                  </a:lnTo>
                  <a:lnTo>
                    <a:pt x="6019597" y="114617"/>
                  </a:lnTo>
                  <a:lnTo>
                    <a:pt x="5965949" y="101173"/>
                  </a:lnTo>
                  <a:lnTo>
                    <a:pt x="5912839" y="88735"/>
                  </a:lnTo>
                  <a:lnTo>
                    <a:pt x="5859954" y="77343"/>
                  </a:lnTo>
                  <a:lnTo>
                    <a:pt x="5806809" y="66998"/>
                  </a:lnTo>
                  <a:lnTo>
                    <a:pt x="5784835" y="63060"/>
                  </a:lnTo>
                  <a:lnTo>
                    <a:pt x="5735133" y="54906"/>
                  </a:lnTo>
                  <a:lnTo>
                    <a:pt x="5683711" y="47583"/>
                  </a:lnTo>
                  <a:lnTo>
                    <a:pt x="5629741" y="41048"/>
                  </a:lnTo>
                  <a:lnTo>
                    <a:pt x="5572301" y="35225"/>
                  </a:lnTo>
                  <a:lnTo>
                    <a:pt x="5510455" y="30034"/>
                  </a:lnTo>
                  <a:lnTo>
                    <a:pt x="5443333" y="25394"/>
                  </a:lnTo>
                  <a:lnTo>
                    <a:pt x="5370242" y="21237"/>
                  </a:lnTo>
                  <a:lnTo>
                    <a:pt x="5290803" y="17508"/>
                  </a:lnTo>
                  <a:lnTo>
                    <a:pt x="5205141" y="14166"/>
                  </a:lnTo>
                  <a:lnTo>
                    <a:pt x="5114103" y="11190"/>
                  </a:lnTo>
                  <a:lnTo>
                    <a:pt x="5019466" y="8568"/>
                  </a:lnTo>
                  <a:lnTo>
                    <a:pt x="4924067" y="6305"/>
                  </a:lnTo>
                  <a:lnTo>
                    <a:pt x="4831734" y="4408"/>
                  </a:lnTo>
                  <a:lnTo>
                    <a:pt x="4746918" y="2884"/>
                  </a:lnTo>
                  <a:lnTo>
                    <a:pt x="4674008" y="1728"/>
                  </a:lnTo>
                  <a:lnTo>
                    <a:pt x="4616440" y="917"/>
                  </a:lnTo>
                  <a:lnTo>
                    <a:pt x="4575868" y="406"/>
                  </a:lnTo>
                  <a:lnTo>
                    <a:pt x="4551667" y="132"/>
                  </a:lnTo>
                  <a:lnTo>
                    <a:pt x="4540891" y="21"/>
                  </a:lnTo>
                  <a:lnTo>
                    <a:pt x="4538560" y="0"/>
                  </a:lnTo>
                  <a:lnTo>
                    <a:pt x="4538543" y="0"/>
                  </a:lnTo>
                  <a:lnTo>
                    <a:pt x="4016409" y="0"/>
                  </a:lnTo>
                  <a:lnTo>
                    <a:pt x="4015235" y="71"/>
                  </a:lnTo>
                  <a:lnTo>
                    <a:pt x="4007545" y="578"/>
                  </a:lnTo>
                  <a:lnTo>
                    <a:pt x="3988269" y="1980"/>
                  </a:lnTo>
                  <a:lnTo>
                    <a:pt x="3954084" y="4736"/>
                  </a:lnTo>
                  <a:lnTo>
                    <a:pt x="3903701" y="9257"/>
                  </a:lnTo>
                  <a:lnTo>
                    <a:pt x="3837948" y="15860"/>
                  </a:lnTo>
                  <a:lnTo>
                    <a:pt x="3759467" y="24737"/>
                  </a:lnTo>
                  <a:lnTo>
                    <a:pt x="3672072" y="35959"/>
                  </a:lnTo>
                  <a:lnTo>
                    <a:pt x="3579953" y="49510"/>
                  </a:lnTo>
                  <a:lnTo>
                    <a:pt x="3486974" y="65338"/>
                  </a:lnTo>
                  <a:lnTo>
                    <a:pt x="3396222" y="83403"/>
                  </a:lnTo>
                  <a:lnTo>
                    <a:pt x="3309829" y="103719"/>
                  </a:lnTo>
                  <a:lnTo>
                    <a:pt x="3229010" y="126384"/>
                  </a:lnTo>
                  <a:lnTo>
                    <a:pt x="3154223" y="151584"/>
                  </a:lnTo>
                  <a:lnTo>
                    <a:pt x="3085365" y="179604"/>
                  </a:lnTo>
                  <a:lnTo>
                    <a:pt x="3021950" y="210818"/>
                  </a:lnTo>
                  <a:lnTo>
                    <a:pt x="2963265" y="245673"/>
                  </a:lnTo>
                  <a:lnTo>
                    <a:pt x="2908472" y="284669"/>
                  </a:lnTo>
                  <a:lnTo>
                    <a:pt x="2856703" y="328303"/>
                  </a:lnTo>
                  <a:lnTo>
                    <a:pt x="2807120" y="376993"/>
                  </a:lnTo>
                  <a:lnTo>
                    <a:pt x="2770117" y="417890"/>
                  </a:lnTo>
                  <a:lnTo>
                    <a:pt x="2731132" y="465106"/>
                  </a:lnTo>
                  <a:lnTo>
                    <a:pt x="2692516" y="515933"/>
                  </a:lnTo>
                  <a:lnTo>
                    <a:pt x="2654019" y="570444"/>
                  </a:lnTo>
                  <a:lnTo>
                    <a:pt x="2615448" y="628646"/>
                  </a:lnTo>
                  <a:lnTo>
                    <a:pt x="2576661" y="690476"/>
                  </a:lnTo>
                  <a:lnTo>
                    <a:pt x="2537559" y="755793"/>
                  </a:lnTo>
                  <a:lnTo>
                    <a:pt x="2498087" y="824371"/>
                  </a:lnTo>
                  <a:lnTo>
                    <a:pt x="2458228" y="895904"/>
                  </a:lnTo>
                  <a:lnTo>
                    <a:pt x="2417997" y="970005"/>
                  </a:lnTo>
                  <a:lnTo>
                    <a:pt x="2377440" y="1046211"/>
                  </a:lnTo>
                  <a:lnTo>
                    <a:pt x="2336628" y="1123997"/>
                  </a:lnTo>
                  <a:lnTo>
                    <a:pt x="2295648" y="1202789"/>
                  </a:lnTo>
                  <a:lnTo>
                    <a:pt x="2254601" y="1281979"/>
                  </a:lnTo>
                  <a:lnTo>
                    <a:pt x="2213591" y="1360947"/>
                  </a:lnTo>
                  <a:lnTo>
                    <a:pt x="2172721" y="1439080"/>
                  </a:lnTo>
                  <a:lnTo>
                    <a:pt x="2132083" y="1515793"/>
                  </a:lnTo>
                  <a:lnTo>
                    <a:pt x="2091754" y="1590544"/>
                  </a:lnTo>
                  <a:lnTo>
                    <a:pt x="2051785" y="1662853"/>
                  </a:lnTo>
                  <a:lnTo>
                    <a:pt x="2012203" y="1732309"/>
                  </a:lnTo>
                  <a:lnTo>
                    <a:pt x="1973000" y="1798582"/>
                  </a:lnTo>
                  <a:lnTo>
                    <a:pt x="1934131" y="1861425"/>
                  </a:lnTo>
                  <a:lnTo>
                    <a:pt x="1895511" y="1920672"/>
                  </a:lnTo>
                  <a:lnTo>
                    <a:pt x="1857010" y="1976238"/>
                  </a:lnTo>
                  <a:lnTo>
                    <a:pt x="1818451" y="2028111"/>
                  </a:lnTo>
                  <a:lnTo>
                    <a:pt x="1779600" y="2076346"/>
                  </a:lnTo>
                  <a:lnTo>
                    <a:pt x="1768425" y="2089453"/>
                  </a:lnTo>
                  <a:lnTo>
                    <a:pt x="1720017" y="2142170"/>
                  </a:lnTo>
                  <a:lnTo>
                    <a:pt x="1669995" y="2189652"/>
                  </a:lnTo>
                  <a:lnTo>
                    <a:pt x="1617597" y="2232163"/>
                  </a:lnTo>
                  <a:lnTo>
                    <a:pt x="1561975" y="2270148"/>
                  </a:lnTo>
                  <a:lnTo>
                    <a:pt x="1502259" y="2304111"/>
                  </a:lnTo>
                  <a:lnTo>
                    <a:pt x="1437633" y="2334542"/>
                  </a:lnTo>
                  <a:lnTo>
                    <a:pt x="1367424" y="2361874"/>
                  </a:lnTo>
                  <a:lnTo>
                    <a:pt x="1291223" y="2386462"/>
                  </a:lnTo>
                  <a:lnTo>
                    <a:pt x="1209038" y="2408565"/>
                  </a:lnTo>
                  <a:lnTo>
                    <a:pt x="1121488" y="2428352"/>
                  </a:lnTo>
                  <a:lnTo>
                    <a:pt x="1029991" y="2445896"/>
                  </a:lnTo>
                  <a:lnTo>
                    <a:pt x="936904" y="2461198"/>
                  </a:lnTo>
                  <a:lnTo>
                    <a:pt x="845519" y="2474210"/>
                  </a:lnTo>
                  <a:lnTo>
                    <a:pt x="759828" y="2484885"/>
                  </a:lnTo>
                  <a:lnTo>
                    <a:pt x="684004" y="2493221"/>
                  </a:lnTo>
                  <a:lnTo>
                    <a:pt x="621657" y="2499316"/>
                  </a:lnTo>
                  <a:lnTo>
                    <a:pt x="575053" y="2503393"/>
                  </a:lnTo>
                  <a:lnTo>
                    <a:pt x="544537" y="2505794"/>
                  </a:lnTo>
                  <a:lnTo>
                    <a:pt x="528328" y="2506946"/>
                  </a:lnTo>
                  <a:lnTo>
                    <a:pt x="522670" y="2507312"/>
                  </a:lnTo>
                  <a:lnTo>
                    <a:pt x="522133" y="2507343"/>
                  </a:lnTo>
                  <a:lnTo>
                    <a:pt x="0" y="2507343"/>
                  </a:lnTo>
                  <a:lnTo>
                    <a:pt x="0" y="2507343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070" name="pg1070"/>
            <p:cNvSpPr/>
            <p:nvPr/>
          </p:nvSpPr>
          <p:spPr>
            <a:xfrm>
              <a:off x="386606" y="880598"/>
              <a:ext cx="8554953" cy="2507343"/>
            </a:xfrm>
            <a:custGeom>
              <a:avLst/>
              <a:pathLst>
                <a:path w="8554953" h="2507343">
                  <a:moveTo>
                    <a:pt x="0" y="2507343"/>
                  </a:moveTo>
                  <a:lnTo>
                    <a:pt x="522133" y="2507343"/>
                  </a:lnTo>
                  <a:lnTo>
                    <a:pt x="523307" y="2507273"/>
                  </a:lnTo>
                  <a:lnTo>
                    <a:pt x="531000" y="2506766"/>
                  </a:lnTo>
                  <a:lnTo>
                    <a:pt x="550283" y="2505367"/>
                  </a:lnTo>
                  <a:lnTo>
                    <a:pt x="584478" y="2502616"/>
                  </a:lnTo>
                  <a:lnTo>
                    <a:pt x="634874" y="2498103"/>
                  </a:lnTo>
                  <a:lnTo>
                    <a:pt x="700644" y="2491513"/>
                  </a:lnTo>
                  <a:lnTo>
                    <a:pt x="779142" y="2482654"/>
                  </a:lnTo>
                  <a:lnTo>
                    <a:pt x="866552" y="2471454"/>
                  </a:lnTo>
                  <a:lnTo>
                    <a:pt x="958685" y="2457929"/>
                  </a:lnTo>
                  <a:lnTo>
                    <a:pt x="1051673" y="2442133"/>
                  </a:lnTo>
                  <a:lnTo>
                    <a:pt x="1142431" y="2424104"/>
                  </a:lnTo>
                  <a:lnTo>
                    <a:pt x="1228828" y="2403828"/>
                  </a:lnTo>
                  <a:lnTo>
                    <a:pt x="1309647" y="2381209"/>
                  </a:lnTo>
                  <a:lnTo>
                    <a:pt x="1384433" y="2356058"/>
                  </a:lnTo>
                  <a:lnTo>
                    <a:pt x="1453290" y="2328093"/>
                  </a:lnTo>
                  <a:lnTo>
                    <a:pt x="1516703" y="2296940"/>
                  </a:lnTo>
                  <a:lnTo>
                    <a:pt x="1575387" y="2262152"/>
                  </a:lnTo>
                  <a:lnTo>
                    <a:pt x="1630179" y="2223231"/>
                  </a:lnTo>
                  <a:lnTo>
                    <a:pt x="1681949" y="2179680"/>
                  </a:lnTo>
                  <a:lnTo>
                    <a:pt x="1731533" y="2131083"/>
                  </a:lnTo>
                  <a:lnTo>
                    <a:pt x="1768425" y="2090394"/>
                  </a:lnTo>
                  <a:lnTo>
                    <a:pt x="1807443" y="2043244"/>
                  </a:lnTo>
                  <a:lnTo>
                    <a:pt x="1846090" y="1992484"/>
                  </a:lnTo>
                  <a:lnTo>
                    <a:pt x="1884619" y="1938044"/>
                  </a:lnTo>
                  <a:lnTo>
                    <a:pt x="1923222" y="1879914"/>
                  </a:lnTo>
                  <a:lnTo>
                    <a:pt x="1962043" y="1818158"/>
                  </a:lnTo>
                  <a:lnTo>
                    <a:pt x="2001179" y="1752920"/>
                  </a:lnTo>
                  <a:lnTo>
                    <a:pt x="2040685" y="1684423"/>
                  </a:lnTo>
                  <a:lnTo>
                    <a:pt x="2080580" y="1612974"/>
                  </a:lnTo>
                  <a:lnTo>
                    <a:pt x="2120847" y="1538962"/>
                  </a:lnTo>
                  <a:lnTo>
                    <a:pt x="2161439" y="1462850"/>
                  </a:lnTo>
                  <a:lnTo>
                    <a:pt x="2202288" y="1385164"/>
                  </a:lnTo>
                  <a:lnTo>
                    <a:pt x="2243303" y="1306478"/>
                  </a:lnTo>
                  <a:lnTo>
                    <a:pt x="2284384" y="1227400"/>
                  </a:lnTo>
                  <a:lnTo>
                    <a:pt x="2325427" y="1148550"/>
                  </a:lnTo>
                  <a:lnTo>
                    <a:pt x="2366328" y="1070542"/>
                  </a:lnTo>
                  <a:lnTo>
                    <a:pt x="2406996" y="993960"/>
                  </a:lnTo>
                  <a:lnTo>
                    <a:pt x="2447355" y="919346"/>
                  </a:lnTo>
                  <a:lnTo>
                    <a:pt x="2487351" y="847179"/>
                  </a:lnTo>
                  <a:lnTo>
                    <a:pt x="2526960" y="777868"/>
                  </a:lnTo>
                  <a:lnTo>
                    <a:pt x="2566189" y="711743"/>
                  </a:lnTo>
                  <a:lnTo>
                    <a:pt x="2605086" y="649050"/>
                  </a:lnTo>
                  <a:lnTo>
                    <a:pt x="2643734" y="589952"/>
                  </a:lnTo>
                  <a:lnTo>
                    <a:pt x="2682266" y="534535"/>
                  </a:lnTo>
                  <a:lnTo>
                    <a:pt x="2720860" y="482807"/>
                  </a:lnTo>
                  <a:lnTo>
                    <a:pt x="2759753" y="434713"/>
                  </a:lnTo>
                  <a:lnTo>
                    <a:pt x="2770117" y="422596"/>
                  </a:lnTo>
                  <a:lnTo>
                    <a:pt x="2818531" y="369992"/>
                  </a:lnTo>
                  <a:lnTo>
                    <a:pt x="2868559" y="322612"/>
                  </a:lnTo>
                  <a:lnTo>
                    <a:pt x="2920963" y="280194"/>
                  </a:lnTo>
                  <a:lnTo>
                    <a:pt x="2976593" y="242292"/>
                  </a:lnTo>
                  <a:lnTo>
                    <a:pt x="3036319" y="208404"/>
                  </a:lnTo>
                  <a:lnTo>
                    <a:pt x="3100955" y="178039"/>
                  </a:lnTo>
                  <a:lnTo>
                    <a:pt x="3171176" y="150767"/>
                  </a:lnTo>
                  <a:lnTo>
                    <a:pt x="3247392" y="126235"/>
                  </a:lnTo>
                  <a:lnTo>
                    <a:pt x="3329591" y="104181"/>
                  </a:lnTo>
                  <a:lnTo>
                    <a:pt x="3417156" y="84440"/>
                  </a:lnTo>
                  <a:lnTo>
                    <a:pt x="3508667" y="66936"/>
                  </a:lnTo>
                  <a:lnTo>
                    <a:pt x="3601765" y="51669"/>
                  </a:lnTo>
                  <a:lnTo>
                    <a:pt x="3693155" y="38688"/>
                  </a:lnTo>
                  <a:lnTo>
                    <a:pt x="3778843" y="28040"/>
                  </a:lnTo>
                  <a:lnTo>
                    <a:pt x="3854657" y="19725"/>
                  </a:lnTo>
                  <a:lnTo>
                    <a:pt x="3916985" y="13647"/>
                  </a:lnTo>
                  <a:lnTo>
                    <a:pt x="3963563" y="9582"/>
                  </a:lnTo>
                  <a:lnTo>
                    <a:pt x="3994052" y="7189"/>
                  </a:lnTo>
                  <a:lnTo>
                    <a:pt x="4010236" y="6041"/>
                  </a:lnTo>
                  <a:lnTo>
                    <a:pt x="4015877" y="5678"/>
                  </a:lnTo>
                  <a:lnTo>
                    <a:pt x="4016409" y="5647"/>
                  </a:lnTo>
                  <a:lnTo>
                    <a:pt x="4538543" y="5647"/>
                  </a:lnTo>
                  <a:lnTo>
                    <a:pt x="4539808" y="5662"/>
                  </a:lnTo>
                  <a:lnTo>
                    <a:pt x="4548081" y="5775"/>
                  </a:lnTo>
                  <a:lnTo>
                    <a:pt x="4568766" y="6085"/>
                  </a:lnTo>
                  <a:lnTo>
                    <a:pt x="4605313" y="6695"/>
                  </a:lnTo>
                  <a:lnTo>
                    <a:pt x="4658905" y="7694"/>
                  </a:lnTo>
                  <a:lnTo>
                    <a:pt x="4728400" y="9148"/>
                  </a:lnTo>
                  <a:lnTo>
                    <a:pt x="4810722" y="11096"/>
                  </a:lnTo>
                  <a:lnTo>
                    <a:pt x="4901632" y="13551"/>
                  </a:lnTo>
                  <a:lnTo>
                    <a:pt x="4996628" y="16506"/>
                  </a:lnTo>
                  <a:lnTo>
                    <a:pt x="5091695" y="19949"/>
                  </a:lnTo>
                  <a:lnTo>
                    <a:pt x="5183746" y="23874"/>
                  </a:lnTo>
                  <a:lnTo>
                    <a:pt x="5270761" y="28289"/>
                  </a:lnTo>
                  <a:lnTo>
                    <a:pt x="5351689" y="33221"/>
                  </a:lnTo>
                  <a:lnTo>
                    <a:pt x="5426252" y="38718"/>
                  </a:lnTo>
                  <a:lnTo>
                    <a:pt x="5494726" y="44850"/>
                  </a:lnTo>
                  <a:lnTo>
                    <a:pt x="5557741" y="51706"/>
                  </a:lnTo>
                  <a:lnTo>
                    <a:pt x="5616134" y="59392"/>
                  </a:lnTo>
                  <a:lnTo>
                    <a:pt x="5670832" y="68018"/>
                  </a:lnTo>
                  <a:lnTo>
                    <a:pt x="5722766" y="77690"/>
                  </a:lnTo>
                  <a:lnTo>
                    <a:pt x="5772794" y="88481"/>
                  </a:lnTo>
                  <a:lnTo>
                    <a:pt x="5784835" y="91295"/>
                  </a:lnTo>
                  <a:lnTo>
                    <a:pt x="5837624" y="104603"/>
                  </a:lnTo>
                  <a:lnTo>
                    <a:pt x="5889903" y="119284"/>
                  </a:lnTo>
                  <a:lnTo>
                    <a:pt x="5942219" y="135357"/>
                  </a:lnTo>
                  <a:lnTo>
                    <a:pt x="5994944" y="152794"/>
                  </a:lnTo>
                  <a:lnTo>
                    <a:pt x="6048294" y="171512"/>
                  </a:lnTo>
                  <a:lnTo>
                    <a:pt x="6102352" y="191370"/>
                  </a:lnTo>
                  <a:lnTo>
                    <a:pt x="6157082" y="212172"/>
                  </a:lnTo>
                  <a:lnTo>
                    <a:pt x="6212350" y="233671"/>
                  </a:lnTo>
                  <a:lnTo>
                    <a:pt x="6267949" y="255581"/>
                  </a:lnTo>
                  <a:lnTo>
                    <a:pt x="6323632" y="277592"/>
                  </a:lnTo>
                  <a:lnTo>
                    <a:pt x="6379138" y="299387"/>
                  </a:lnTo>
                  <a:lnTo>
                    <a:pt x="6434230" y="320664"/>
                  </a:lnTo>
                  <a:lnTo>
                    <a:pt x="6488727" y="341150"/>
                  </a:lnTo>
                  <a:lnTo>
                    <a:pt x="6542527" y="360614"/>
                  </a:lnTo>
                  <a:lnTo>
                    <a:pt x="6595634" y="378879"/>
                  </a:lnTo>
                  <a:lnTo>
                    <a:pt x="6648177" y="395828"/>
                  </a:lnTo>
                  <a:lnTo>
                    <a:pt x="6700428" y="411396"/>
                  </a:lnTo>
                  <a:lnTo>
                    <a:pt x="6752818" y="425573"/>
                  </a:lnTo>
                  <a:lnTo>
                    <a:pt x="6786527" y="433890"/>
                  </a:lnTo>
                  <a:lnTo>
                    <a:pt x="6836202" y="444959"/>
                  </a:lnTo>
                  <a:lnTo>
                    <a:pt x="6887595" y="454900"/>
                  </a:lnTo>
                  <a:lnTo>
                    <a:pt x="6941531" y="463774"/>
                  </a:lnTo>
                  <a:lnTo>
                    <a:pt x="6998932" y="471679"/>
                  </a:lnTo>
                  <a:lnTo>
                    <a:pt x="7060734" y="478728"/>
                  </a:lnTo>
                  <a:lnTo>
                    <a:pt x="7127803" y="485029"/>
                  </a:lnTo>
                  <a:lnTo>
                    <a:pt x="7200833" y="490674"/>
                  </a:lnTo>
                  <a:lnTo>
                    <a:pt x="7280203" y="495739"/>
                  </a:lnTo>
                  <a:lnTo>
                    <a:pt x="7365791" y="500277"/>
                  </a:lnTo>
                  <a:lnTo>
                    <a:pt x="7456757" y="504320"/>
                  </a:lnTo>
                  <a:lnTo>
                    <a:pt x="7551330" y="507882"/>
                  </a:lnTo>
                  <a:lnTo>
                    <a:pt x="7646684" y="510957"/>
                  </a:lnTo>
                  <a:lnTo>
                    <a:pt x="7739002" y="513536"/>
                  </a:lnTo>
                  <a:lnTo>
                    <a:pt x="7823843" y="515608"/>
                  </a:lnTo>
                  <a:lnTo>
                    <a:pt x="7896823" y="517180"/>
                  </a:lnTo>
                  <a:lnTo>
                    <a:pt x="7954498" y="518285"/>
                  </a:lnTo>
                  <a:lnTo>
                    <a:pt x="7995200" y="518983"/>
                  </a:lnTo>
                  <a:lnTo>
                    <a:pt x="8019532" y="519357"/>
                  </a:lnTo>
                  <a:lnTo>
                    <a:pt x="8030413" y="519509"/>
                  </a:lnTo>
                  <a:lnTo>
                    <a:pt x="8032819" y="519539"/>
                  </a:lnTo>
                  <a:lnTo>
                    <a:pt x="8554953" y="519539"/>
                  </a:lnTo>
                  <a:lnTo>
                    <a:pt x="8554953" y="513892"/>
                  </a:lnTo>
                  <a:lnTo>
                    <a:pt x="8032819" y="513892"/>
                  </a:lnTo>
                  <a:lnTo>
                    <a:pt x="8031554" y="513876"/>
                  </a:lnTo>
                  <a:lnTo>
                    <a:pt x="8023281" y="513764"/>
                  </a:lnTo>
                  <a:lnTo>
                    <a:pt x="8002596" y="513454"/>
                  </a:lnTo>
                  <a:lnTo>
                    <a:pt x="7966049" y="512844"/>
                  </a:lnTo>
                  <a:lnTo>
                    <a:pt x="7912457" y="511845"/>
                  </a:lnTo>
                  <a:lnTo>
                    <a:pt x="7842962" y="510391"/>
                  </a:lnTo>
                  <a:lnTo>
                    <a:pt x="7760640" y="508443"/>
                  </a:lnTo>
                  <a:lnTo>
                    <a:pt x="7669730" y="505988"/>
                  </a:lnTo>
                  <a:lnTo>
                    <a:pt x="7574734" y="503033"/>
                  </a:lnTo>
                  <a:lnTo>
                    <a:pt x="7479667" y="499590"/>
                  </a:lnTo>
                  <a:lnTo>
                    <a:pt x="7387616" y="495664"/>
                  </a:lnTo>
                  <a:lnTo>
                    <a:pt x="7300601" y="491250"/>
                  </a:lnTo>
                  <a:lnTo>
                    <a:pt x="7219673" y="486318"/>
                  </a:lnTo>
                  <a:lnTo>
                    <a:pt x="7145110" y="480821"/>
                  </a:lnTo>
                  <a:lnTo>
                    <a:pt x="7076636" y="474689"/>
                  </a:lnTo>
                  <a:lnTo>
                    <a:pt x="7013621" y="467833"/>
                  </a:lnTo>
                  <a:lnTo>
                    <a:pt x="6955228" y="460147"/>
                  </a:lnTo>
                  <a:lnTo>
                    <a:pt x="6900530" y="451521"/>
                  </a:lnTo>
                  <a:lnTo>
                    <a:pt x="6848596" y="441849"/>
                  </a:lnTo>
                  <a:lnTo>
                    <a:pt x="6798568" y="431058"/>
                  </a:lnTo>
                  <a:lnTo>
                    <a:pt x="6786527" y="428243"/>
                  </a:lnTo>
                  <a:lnTo>
                    <a:pt x="6733737" y="414936"/>
                  </a:lnTo>
                  <a:lnTo>
                    <a:pt x="6681459" y="400255"/>
                  </a:lnTo>
                  <a:lnTo>
                    <a:pt x="6629143" y="384182"/>
                  </a:lnTo>
                  <a:lnTo>
                    <a:pt x="6576418" y="366745"/>
                  </a:lnTo>
                  <a:lnTo>
                    <a:pt x="6523068" y="348027"/>
                  </a:lnTo>
                  <a:lnTo>
                    <a:pt x="6469010" y="328169"/>
                  </a:lnTo>
                  <a:lnTo>
                    <a:pt x="6414280" y="307367"/>
                  </a:lnTo>
                  <a:lnTo>
                    <a:pt x="6359012" y="285868"/>
                  </a:lnTo>
                  <a:lnTo>
                    <a:pt x="6303413" y="263958"/>
                  </a:lnTo>
                  <a:lnTo>
                    <a:pt x="6247730" y="241947"/>
                  </a:lnTo>
                  <a:lnTo>
                    <a:pt x="6192224" y="220151"/>
                  </a:lnTo>
                  <a:lnTo>
                    <a:pt x="6137132" y="198874"/>
                  </a:lnTo>
                  <a:lnTo>
                    <a:pt x="6082635" y="178389"/>
                  </a:lnTo>
                  <a:lnTo>
                    <a:pt x="6028835" y="158925"/>
                  </a:lnTo>
                  <a:lnTo>
                    <a:pt x="5975728" y="140659"/>
                  </a:lnTo>
                  <a:lnTo>
                    <a:pt x="5923185" y="123711"/>
                  </a:lnTo>
                  <a:lnTo>
                    <a:pt x="5870934" y="108143"/>
                  </a:lnTo>
                  <a:lnTo>
                    <a:pt x="5818544" y="93966"/>
                  </a:lnTo>
                  <a:lnTo>
                    <a:pt x="5784835" y="85648"/>
                  </a:lnTo>
                  <a:lnTo>
                    <a:pt x="5735160" y="74579"/>
                  </a:lnTo>
                  <a:lnTo>
                    <a:pt x="5683767" y="64638"/>
                  </a:lnTo>
                  <a:lnTo>
                    <a:pt x="5629831" y="55765"/>
                  </a:lnTo>
                  <a:lnTo>
                    <a:pt x="5572430" y="47860"/>
                  </a:lnTo>
                  <a:lnTo>
                    <a:pt x="5510628" y="40810"/>
                  </a:lnTo>
                  <a:lnTo>
                    <a:pt x="5443559" y="34510"/>
                  </a:lnTo>
                  <a:lnTo>
                    <a:pt x="5370529" y="28865"/>
                  </a:lnTo>
                  <a:lnTo>
                    <a:pt x="5291159" y="23800"/>
                  </a:lnTo>
                  <a:lnTo>
                    <a:pt x="5205571" y="19262"/>
                  </a:lnTo>
                  <a:lnTo>
                    <a:pt x="5114605" y="15218"/>
                  </a:lnTo>
                  <a:lnTo>
                    <a:pt x="5020032" y="11657"/>
                  </a:lnTo>
                  <a:lnTo>
                    <a:pt x="4924678" y="8581"/>
                  </a:lnTo>
                  <a:lnTo>
                    <a:pt x="4832360" y="6003"/>
                  </a:lnTo>
                  <a:lnTo>
                    <a:pt x="4747518" y="3931"/>
                  </a:lnTo>
                  <a:lnTo>
                    <a:pt x="4674539" y="2358"/>
                  </a:lnTo>
                  <a:lnTo>
                    <a:pt x="4616864" y="1253"/>
                  </a:lnTo>
                  <a:lnTo>
                    <a:pt x="4576162" y="556"/>
                  </a:lnTo>
                  <a:lnTo>
                    <a:pt x="4551830" y="181"/>
                  </a:lnTo>
                  <a:lnTo>
                    <a:pt x="4540949" y="30"/>
                  </a:lnTo>
                  <a:lnTo>
                    <a:pt x="4538543" y="0"/>
                  </a:lnTo>
                  <a:lnTo>
                    <a:pt x="4016409" y="0"/>
                  </a:lnTo>
                  <a:lnTo>
                    <a:pt x="4015235" y="70"/>
                  </a:lnTo>
                  <a:lnTo>
                    <a:pt x="4007542" y="577"/>
                  </a:lnTo>
                  <a:lnTo>
                    <a:pt x="3988260" y="1976"/>
                  </a:lnTo>
                  <a:lnTo>
                    <a:pt x="3954064" y="4727"/>
                  </a:lnTo>
                  <a:lnTo>
                    <a:pt x="3903668" y="9239"/>
                  </a:lnTo>
                  <a:lnTo>
                    <a:pt x="3837899" y="15830"/>
                  </a:lnTo>
                  <a:lnTo>
                    <a:pt x="3759401" y="24689"/>
                  </a:lnTo>
                  <a:lnTo>
                    <a:pt x="3671990" y="35889"/>
                  </a:lnTo>
                  <a:lnTo>
                    <a:pt x="3579857" y="49414"/>
                  </a:lnTo>
                  <a:lnTo>
                    <a:pt x="3486869" y="65210"/>
                  </a:lnTo>
                  <a:lnTo>
                    <a:pt x="3396111" y="83239"/>
                  </a:lnTo>
                  <a:lnTo>
                    <a:pt x="3309715" y="103515"/>
                  </a:lnTo>
                  <a:lnTo>
                    <a:pt x="3228895" y="126134"/>
                  </a:lnTo>
                  <a:lnTo>
                    <a:pt x="3154109" y="151285"/>
                  </a:lnTo>
                  <a:lnTo>
                    <a:pt x="3085252" y="179250"/>
                  </a:lnTo>
                  <a:lnTo>
                    <a:pt x="3021839" y="210403"/>
                  </a:lnTo>
                  <a:lnTo>
                    <a:pt x="2963155" y="245191"/>
                  </a:lnTo>
                  <a:lnTo>
                    <a:pt x="2908364" y="284112"/>
                  </a:lnTo>
                  <a:lnTo>
                    <a:pt x="2856593" y="327663"/>
                  </a:lnTo>
                  <a:lnTo>
                    <a:pt x="2807009" y="376260"/>
                  </a:lnTo>
                  <a:lnTo>
                    <a:pt x="2770117" y="416949"/>
                  </a:lnTo>
                  <a:lnTo>
                    <a:pt x="2731099" y="464099"/>
                  </a:lnTo>
                  <a:lnTo>
                    <a:pt x="2692452" y="514859"/>
                  </a:lnTo>
                  <a:lnTo>
                    <a:pt x="2653923" y="569299"/>
                  </a:lnTo>
                  <a:lnTo>
                    <a:pt x="2615320" y="627429"/>
                  </a:lnTo>
                  <a:lnTo>
                    <a:pt x="2576499" y="689184"/>
                  </a:lnTo>
                  <a:lnTo>
                    <a:pt x="2537364" y="754423"/>
                  </a:lnTo>
                  <a:lnTo>
                    <a:pt x="2497857" y="822920"/>
                  </a:lnTo>
                  <a:lnTo>
                    <a:pt x="2457962" y="894369"/>
                  </a:lnTo>
                  <a:lnTo>
                    <a:pt x="2417695" y="968381"/>
                  </a:lnTo>
                  <a:lnTo>
                    <a:pt x="2377103" y="1044493"/>
                  </a:lnTo>
                  <a:lnTo>
                    <a:pt x="2336255" y="1122179"/>
                  </a:lnTo>
                  <a:lnTo>
                    <a:pt x="2295240" y="1200865"/>
                  </a:lnTo>
                  <a:lnTo>
                    <a:pt x="2254158" y="1279943"/>
                  </a:lnTo>
                  <a:lnTo>
                    <a:pt x="2213115" y="1358793"/>
                  </a:lnTo>
                  <a:lnTo>
                    <a:pt x="2172214" y="1436801"/>
                  </a:lnTo>
                  <a:lnTo>
                    <a:pt x="2131546" y="1513383"/>
                  </a:lnTo>
                  <a:lnTo>
                    <a:pt x="2091188" y="1587997"/>
                  </a:lnTo>
                  <a:lnTo>
                    <a:pt x="2051192" y="1660164"/>
                  </a:lnTo>
                  <a:lnTo>
                    <a:pt x="2011583" y="1729475"/>
                  </a:lnTo>
                  <a:lnTo>
                    <a:pt x="1972353" y="1795600"/>
                  </a:lnTo>
                  <a:lnTo>
                    <a:pt x="1933456" y="1858293"/>
                  </a:lnTo>
                  <a:lnTo>
                    <a:pt x="1894808" y="1917391"/>
                  </a:lnTo>
                  <a:lnTo>
                    <a:pt x="1856276" y="1972808"/>
                  </a:lnTo>
                  <a:lnTo>
                    <a:pt x="1817682" y="2024536"/>
                  </a:lnTo>
                  <a:lnTo>
                    <a:pt x="1778790" y="2072630"/>
                  </a:lnTo>
                  <a:lnTo>
                    <a:pt x="1768425" y="2084747"/>
                  </a:lnTo>
                  <a:lnTo>
                    <a:pt x="1720011" y="2137350"/>
                  </a:lnTo>
                  <a:lnTo>
                    <a:pt x="1669983" y="2184731"/>
                  </a:lnTo>
                  <a:lnTo>
                    <a:pt x="1617579" y="2227149"/>
                  </a:lnTo>
                  <a:lnTo>
                    <a:pt x="1561949" y="2265051"/>
                  </a:lnTo>
                  <a:lnTo>
                    <a:pt x="1502223" y="2298939"/>
                  </a:lnTo>
                  <a:lnTo>
                    <a:pt x="1437587" y="2329303"/>
                  </a:lnTo>
                  <a:lnTo>
                    <a:pt x="1367366" y="2356575"/>
                  </a:lnTo>
                  <a:lnTo>
                    <a:pt x="1291151" y="2381108"/>
                  </a:lnTo>
                  <a:lnTo>
                    <a:pt x="1208951" y="2403162"/>
                  </a:lnTo>
                  <a:lnTo>
                    <a:pt x="1121386" y="2422903"/>
                  </a:lnTo>
                  <a:lnTo>
                    <a:pt x="1029875" y="2440407"/>
                  </a:lnTo>
                  <a:lnTo>
                    <a:pt x="936777" y="2455674"/>
                  </a:lnTo>
                  <a:lnTo>
                    <a:pt x="845387" y="2468655"/>
                  </a:lnTo>
                  <a:lnTo>
                    <a:pt x="759699" y="2479303"/>
                  </a:lnTo>
                  <a:lnTo>
                    <a:pt x="683886" y="2487618"/>
                  </a:lnTo>
                  <a:lnTo>
                    <a:pt x="621557" y="2493696"/>
                  </a:lnTo>
                  <a:lnTo>
                    <a:pt x="574979" y="2497761"/>
                  </a:lnTo>
                  <a:lnTo>
                    <a:pt x="544491" y="2500154"/>
                  </a:lnTo>
                  <a:lnTo>
                    <a:pt x="528307" y="2501302"/>
                  </a:lnTo>
                  <a:lnTo>
                    <a:pt x="522665" y="2501665"/>
                  </a:lnTo>
                  <a:lnTo>
                    <a:pt x="522133" y="2501696"/>
                  </a:lnTo>
                  <a:lnTo>
                    <a:pt x="0" y="2501696"/>
                  </a:lnTo>
                  <a:close/>
                </a:path>
              </a:pathLst>
            </a:custGeom>
            <a:solidFill>
              <a:srgbClr val="F28E5B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1071" name="pl1071"/>
            <p:cNvSpPr/>
            <p:nvPr/>
          </p:nvSpPr>
          <p:spPr>
            <a:xfrm>
              <a:off x="386606" y="886245"/>
              <a:ext cx="8554953" cy="2501696"/>
            </a:xfrm>
            <a:custGeom>
              <a:avLst/>
              <a:pathLst>
                <a:path w="8554953" h="2501696">
                  <a:moveTo>
                    <a:pt x="0" y="2501696"/>
                  </a:moveTo>
                  <a:lnTo>
                    <a:pt x="522133" y="2501696"/>
                  </a:lnTo>
                  <a:lnTo>
                    <a:pt x="523307" y="2501625"/>
                  </a:lnTo>
                  <a:lnTo>
                    <a:pt x="531000" y="2501119"/>
                  </a:lnTo>
                  <a:lnTo>
                    <a:pt x="550283" y="2499720"/>
                  </a:lnTo>
                  <a:lnTo>
                    <a:pt x="584478" y="2496969"/>
                  </a:lnTo>
                  <a:lnTo>
                    <a:pt x="634874" y="2492456"/>
                  </a:lnTo>
                  <a:lnTo>
                    <a:pt x="700644" y="2485866"/>
                  </a:lnTo>
                  <a:lnTo>
                    <a:pt x="779142" y="2477007"/>
                  </a:lnTo>
                  <a:lnTo>
                    <a:pt x="866552" y="2465807"/>
                  </a:lnTo>
                  <a:lnTo>
                    <a:pt x="958685" y="2452282"/>
                  </a:lnTo>
                  <a:lnTo>
                    <a:pt x="1051673" y="2436486"/>
                  </a:lnTo>
                  <a:lnTo>
                    <a:pt x="1142431" y="2418457"/>
                  </a:lnTo>
                  <a:lnTo>
                    <a:pt x="1228828" y="2398181"/>
                  </a:lnTo>
                  <a:lnTo>
                    <a:pt x="1309647" y="2375562"/>
                  </a:lnTo>
                  <a:lnTo>
                    <a:pt x="1384433" y="2350411"/>
                  </a:lnTo>
                  <a:lnTo>
                    <a:pt x="1453290" y="2322446"/>
                  </a:lnTo>
                  <a:lnTo>
                    <a:pt x="1516703" y="2291293"/>
                  </a:lnTo>
                  <a:lnTo>
                    <a:pt x="1575387" y="2256505"/>
                  </a:lnTo>
                  <a:lnTo>
                    <a:pt x="1630179" y="2217584"/>
                  </a:lnTo>
                  <a:lnTo>
                    <a:pt x="1681949" y="2174033"/>
                  </a:lnTo>
                  <a:lnTo>
                    <a:pt x="1731533" y="2125436"/>
                  </a:lnTo>
                  <a:lnTo>
                    <a:pt x="1768425" y="2084747"/>
                  </a:lnTo>
                  <a:lnTo>
                    <a:pt x="1807443" y="2037596"/>
                  </a:lnTo>
                  <a:lnTo>
                    <a:pt x="1846090" y="1986837"/>
                  </a:lnTo>
                  <a:lnTo>
                    <a:pt x="1884619" y="1932397"/>
                  </a:lnTo>
                  <a:lnTo>
                    <a:pt x="1923222" y="1874267"/>
                  </a:lnTo>
                  <a:lnTo>
                    <a:pt x="1962043" y="1812511"/>
                  </a:lnTo>
                  <a:lnTo>
                    <a:pt x="2001179" y="1747273"/>
                  </a:lnTo>
                  <a:lnTo>
                    <a:pt x="2040685" y="1678775"/>
                  </a:lnTo>
                  <a:lnTo>
                    <a:pt x="2080580" y="1607327"/>
                  </a:lnTo>
                  <a:lnTo>
                    <a:pt x="2120847" y="1533315"/>
                  </a:lnTo>
                  <a:lnTo>
                    <a:pt x="2161439" y="1457203"/>
                  </a:lnTo>
                  <a:lnTo>
                    <a:pt x="2202288" y="1379516"/>
                  </a:lnTo>
                  <a:lnTo>
                    <a:pt x="2243303" y="1300830"/>
                  </a:lnTo>
                  <a:lnTo>
                    <a:pt x="2284384" y="1221753"/>
                  </a:lnTo>
                  <a:lnTo>
                    <a:pt x="2325427" y="1142903"/>
                  </a:lnTo>
                  <a:lnTo>
                    <a:pt x="2366328" y="1064895"/>
                  </a:lnTo>
                  <a:lnTo>
                    <a:pt x="2406996" y="988313"/>
                  </a:lnTo>
                  <a:lnTo>
                    <a:pt x="2447355" y="913698"/>
                  </a:lnTo>
                  <a:lnTo>
                    <a:pt x="2487351" y="841532"/>
                  </a:lnTo>
                  <a:lnTo>
                    <a:pt x="2526960" y="772221"/>
                  </a:lnTo>
                  <a:lnTo>
                    <a:pt x="2566189" y="706096"/>
                  </a:lnTo>
                  <a:lnTo>
                    <a:pt x="2605086" y="643403"/>
                  </a:lnTo>
                  <a:lnTo>
                    <a:pt x="2643734" y="584305"/>
                  </a:lnTo>
                  <a:lnTo>
                    <a:pt x="2682266" y="528888"/>
                  </a:lnTo>
                  <a:lnTo>
                    <a:pt x="2720860" y="477160"/>
                  </a:lnTo>
                  <a:lnTo>
                    <a:pt x="2759753" y="429066"/>
                  </a:lnTo>
                  <a:lnTo>
                    <a:pt x="2770117" y="416949"/>
                  </a:lnTo>
                  <a:lnTo>
                    <a:pt x="2818531" y="364345"/>
                  </a:lnTo>
                  <a:lnTo>
                    <a:pt x="2868559" y="316965"/>
                  </a:lnTo>
                  <a:lnTo>
                    <a:pt x="2920963" y="274546"/>
                  </a:lnTo>
                  <a:lnTo>
                    <a:pt x="2976593" y="236645"/>
                  </a:lnTo>
                  <a:lnTo>
                    <a:pt x="3036319" y="202756"/>
                  </a:lnTo>
                  <a:lnTo>
                    <a:pt x="3100955" y="172392"/>
                  </a:lnTo>
                  <a:lnTo>
                    <a:pt x="3171176" y="145120"/>
                  </a:lnTo>
                  <a:lnTo>
                    <a:pt x="3247392" y="120588"/>
                  </a:lnTo>
                  <a:lnTo>
                    <a:pt x="3329591" y="98534"/>
                  </a:lnTo>
                  <a:lnTo>
                    <a:pt x="3417156" y="78792"/>
                  </a:lnTo>
                  <a:lnTo>
                    <a:pt x="3508667" y="61288"/>
                  </a:lnTo>
                  <a:lnTo>
                    <a:pt x="3601765" y="46022"/>
                  </a:lnTo>
                  <a:lnTo>
                    <a:pt x="3693155" y="33041"/>
                  </a:lnTo>
                  <a:lnTo>
                    <a:pt x="3778843" y="22393"/>
                  </a:lnTo>
                  <a:lnTo>
                    <a:pt x="3854657" y="14078"/>
                  </a:lnTo>
                  <a:lnTo>
                    <a:pt x="3916985" y="8000"/>
                  </a:lnTo>
                  <a:lnTo>
                    <a:pt x="3963563" y="3935"/>
                  </a:lnTo>
                  <a:lnTo>
                    <a:pt x="3994052" y="1542"/>
                  </a:lnTo>
                  <a:lnTo>
                    <a:pt x="4010236" y="394"/>
                  </a:lnTo>
                  <a:lnTo>
                    <a:pt x="4015877" y="31"/>
                  </a:lnTo>
                  <a:lnTo>
                    <a:pt x="4016409" y="0"/>
                  </a:lnTo>
                  <a:lnTo>
                    <a:pt x="4538543" y="0"/>
                  </a:lnTo>
                  <a:lnTo>
                    <a:pt x="4539808" y="15"/>
                  </a:lnTo>
                  <a:lnTo>
                    <a:pt x="4548081" y="128"/>
                  </a:lnTo>
                  <a:lnTo>
                    <a:pt x="4568766" y="438"/>
                  </a:lnTo>
                  <a:lnTo>
                    <a:pt x="4605313" y="1048"/>
                  </a:lnTo>
                  <a:lnTo>
                    <a:pt x="4658905" y="2046"/>
                  </a:lnTo>
                  <a:lnTo>
                    <a:pt x="4728400" y="3501"/>
                  </a:lnTo>
                  <a:lnTo>
                    <a:pt x="4810722" y="5449"/>
                  </a:lnTo>
                  <a:lnTo>
                    <a:pt x="4901632" y="7904"/>
                  </a:lnTo>
                  <a:lnTo>
                    <a:pt x="4996628" y="10859"/>
                  </a:lnTo>
                  <a:lnTo>
                    <a:pt x="5091695" y="14302"/>
                  </a:lnTo>
                  <a:lnTo>
                    <a:pt x="5183746" y="18227"/>
                  </a:lnTo>
                  <a:lnTo>
                    <a:pt x="5270761" y="22642"/>
                  </a:lnTo>
                  <a:lnTo>
                    <a:pt x="5351689" y="27574"/>
                  </a:lnTo>
                  <a:lnTo>
                    <a:pt x="5426252" y="33070"/>
                  </a:lnTo>
                  <a:lnTo>
                    <a:pt x="5494726" y="39202"/>
                  </a:lnTo>
                  <a:lnTo>
                    <a:pt x="5557741" y="46059"/>
                  </a:lnTo>
                  <a:lnTo>
                    <a:pt x="5616134" y="53744"/>
                  </a:lnTo>
                  <a:lnTo>
                    <a:pt x="5670832" y="62371"/>
                  </a:lnTo>
                  <a:lnTo>
                    <a:pt x="5722766" y="72043"/>
                  </a:lnTo>
                  <a:lnTo>
                    <a:pt x="5772794" y="82834"/>
                  </a:lnTo>
                  <a:lnTo>
                    <a:pt x="5784835" y="85648"/>
                  </a:lnTo>
                  <a:lnTo>
                    <a:pt x="5837624" y="98956"/>
                  </a:lnTo>
                  <a:lnTo>
                    <a:pt x="5889903" y="113636"/>
                  </a:lnTo>
                  <a:lnTo>
                    <a:pt x="5942219" y="129710"/>
                  </a:lnTo>
                  <a:lnTo>
                    <a:pt x="5994944" y="147147"/>
                  </a:lnTo>
                  <a:lnTo>
                    <a:pt x="6048294" y="165865"/>
                  </a:lnTo>
                  <a:lnTo>
                    <a:pt x="6102352" y="185723"/>
                  </a:lnTo>
                  <a:lnTo>
                    <a:pt x="6157082" y="206525"/>
                  </a:lnTo>
                  <a:lnTo>
                    <a:pt x="6212350" y="228024"/>
                  </a:lnTo>
                  <a:lnTo>
                    <a:pt x="6267949" y="249934"/>
                  </a:lnTo>
                  <a:lnTo>
                    <a:pt x="6323632" y="271945"/>
                  </a:lnTo>
                  <a:lnTo>
                    <a:pt x="6379138" y="293740"/>
                  </a:lnTo>
                  <a:lnTo>
                    <a:pt x="6434230" y="315017"/>
                  </a:lnTo>
                  <a:lnTo>
                    <a:pt x="6488727" y="335503"/>
                  </a:lnTo>
                  <a:lnTo>
                    <a:pt x="6542527" y="354966"/>
                  </a:lnTo>
                  <a:lnTo>
                    <a:pt x="6595634" y="373232"/>
                  </a:lnTo>
                  <a:lnTo>
                    <a:pt x="6648177" y="390181"/>
                  </a:lnTo>
                  <a:lnTo>
                    <a:pt x="6700428" y="405749"/>
                  </a:lnTo>
                  <a:lnTo>
                    <a:pt x="6752818" y="419926"/>
                  </a:lnTo>
                  <a:lnTo>
                    <a:pt x="6786527" y="428243"/>
                  </a:lnTo>
                  <a:lnTo>
                    <a:pt x="6836202" y="439312"/>
                  </a:lnTo>
                  <a:lnTo>
                    <a:pt x="6887595" y="449253"/>
                  </a:lnTo>
                  <a:lnTo>
                    <a:pt x="6941531" y="458127"/>
                  </a:lnTo>
                  <a:lnTo>
                    <a:pt x="6998932" y="466032"/>
                  </a:lnTo>
                  <a:lnTo>
                    <a:pt x="7060734" y="473081"/>
                  </a:lnTo>
                  <a:lnTo>
                    <a:pt x="7127803" y="479382"/>
                  </a:lnTo>
                  <a:lnTo>
                    <a:pt x="7200833" y="485027"/>
                  </a:lnTo>
                  <a:lnTo>
                    <a:pt x="7280203" y="490092"/>
                  </a:lnTo>
                  <a:lnTo>
                    <a:pt x="7365791" y="494630"/>
                  </a:lnTo>
                  <a:lnTo>
                    <a:pt x="7456757" y="498673"/>
                  </a:lnTo>
                  <a:lnTo>
                    <a:pt x="7551330" y="502235"/>
                  </a:lnTo>
                  <a:lnTo>
                    <a:pt x="7646684" y="505310"/>
                  </a:lnTo>
                  <a:lnTo>
                    <a:pt x="7739002" y="507888"/>
                  </a:lnTo>
                  <a:lnTo>
                    <a:pt x="7823843" y="509961"/>
                  </a:lnTo>
                  <a:lnTo>
                    <a:pt x="7896823" y="511533"/>
                  </a:lnTo>
                  <a:lnTo>
                    <a:pt x="7954498" y="512638"/>
                  </a:lnTo>
                  <a:lnTo>
                    <a:pt x="7995200" y="513336"/>
                  </a:lnTo>
                  <a:lnTo>
                    <a:pt x="8019532" y="513710"/>
                  </a:lnTo>
                  <a:lnTo>
                    <a:pt x="8030413" y="513862"/>
                  </a:lnTo>
                  <a:lnTo>
                    <a:pt x="8032800" y="513892"/>
                  </a:lnTo>
                  <a:lnTo>
                    <a:pt x="8032819" y="513892"/>
                  </a:lnTo>
                  <a:lnTo>
                    <a:pt x="8554953" y="513892"/>
                  </a:lnTo>
                  <a:lnTo>
                    <a:pt x="8554953" y="513892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072" name="pl1072"/>
            <p:cNvSpPr/>
            <p:nvPr/>
          </p:nvSpPr>
          <p:spPr>
            <a:xfrm>
              <a:off x="386606" y="880598"/>
              <a:ext cx="8554953" cy="2501696"/>
            </a:xfrm>
            <a:custGeom>
              <a:avLst/>
              <a:pathLst>
                <a:path w="8554953" h="2501696">
                  <a:moveTo>
                    <a:pt x="8554953" y="513892"/>
                  </a:moveTo>
                  <a:lnTo>
                    <a:pt x="8032819" y="513892"/>
                  </a:lnTo>
                  <a:lnTo>
                    <a:pt x="8031554" y="513876"/>
                  </a:lnTo>
                  <a:lnTo>
                    <a:pt x="8023281" y="513764"/>
                  </a:lnTo>
                  <a:lnTo>
                    <a:pt x="8002596" y="513454"/>
                  </a:lnTo>
                  <a:lnTo>
                    <a:pt x="7966049" y="512844"/>
                  </a:lnTo>
                  <a:lnTo>
                    <a:pt x="7912457" y="511845"/>
                  </a:lnTo>
                  <a:lnTo>
                    <a:pt x="7842962" y="510391"/>
                  </a:lnTo>
                  <a:lnTo>
                    <a:pt x="7760640" y="508443"/>
                  </a:lnTo>
                  <a:lnTo>
                    <a:pt x="7669730" y="505988"/>
                  </a:lnTo>
                  <a:lnTo>
                    <a:pt x="7574734" y="503033"/>
                  </a:lnTo>
                  <a:lnTo>
                    <a:pt x="7479667" y="499590"/>
                  </a:lnTo>
                  <a:lnTo>
                    <a:pt x="7387616" y="495664"/>
                  </a:lnTo>
                  <a:lnTo>
                    <a:pt x="7300601" y="491250"/>
                  </a:lnTo>
                  <a:lnTo>
                    <a:pt x="7219673" y="486318"/>
                  </a:lnTo>
                  <a:lnTo>
                    <a:pt x="7145110" y="480821"/>
                  </a:lnTo>
                  <a:lnTo>
                    <a:pt x="7076636" y="474689"/>
                  </a:lnTo>
                  <a:lnTo>
                    <a:pt x="7013621" y="467833"/>
                  </a:lnTo>
                  <a:lnTo>
                    <a:pt x="6955228" y="460147"/>
                  </a:lnTo>
                  <a:lnTo>
                    <a:pt x="6900530" y="451521"/>
                  </a:lnTo>
                  <a:lnTo>
                    <a:pt x="6848596" y="441849"/>
                  </a:lnTo>
                  <a:lnTo>
                    <a:pt x="6798568" y="431058"/>
                  </a:lnTo>
                  <a:lnTo>
                    <a:pt x="6786527" y="428243"/>
                  </a:lnTo>
                  <a:lnTo>
                    <a:pt x="6733737" y="414936"/>
                  </a:lnTo>
                  <a:lnTo>
                    <a:pt x="6681459" y="400255"/>
                  </a:lnTo>
                  <a:lnTo>
                    <a:pt x="6629143" y="384182"/>
                  </a:lnTo>
                  <a:lnTo>
                    <a:pt x="6576418" y="366745"/>
                  </a:lnTo>
                  <a:lnTo>
                    <a:pt x="6523068" y="348027"/>
                  </a:lnTo>
                  <a:lnTo>
                    <a:pt x="6469010" y="328169"/>
                  </a:lnTo>
                  <a:lnTo>
                    <a:pt x="6414280" y="307367"/>
                  </a:lnTo>
                  <a:lnTo>
                    <a:pt x="6359012" y="285868"/>
                  </a:lnTo>
                  <a:lnTo>
                    <a:pt x="6303413" y="263958"/>
                  </a:lnTo>
                  <a:lnTo>
                    <a:pt x="6247730" y="241947"/>
                  </a:lnTo>
                  <a:lnTo>
                    <a:pt x="6192224" y="220151"/>
                  </a:lnTo>
                  <a:lnTo>
                    <a:pt x="6137132" y="198874"/>
                  </a:lnTo>
                  <a:lnTo>
                    <a:pt x="6082635" y="178389"/>
                  </a:lnTo>
                  <a:lnTo>
                    <a:pt x="6028835" y="158925"/>
                  </a:lnTo>
                  <a:lnTo>
                    <a:pt x="5975728" y="140659"/>
                  </a:lnTo>
                  <a:lnTo>
                    <a:pt x="5923185" y="123711"/>
                  </a:lnTo>
                  <a:lnTo>
                    <a:pt x="5870934" y="108143"/>
                  </a:lnTo>
                  <a:lnTo>
                    <a:pt x="5818544" y="93966"/>
                  </a:lnTo>
                  <a:lnTo>
                    <a:pt x="5784835" y="85648"/>
                  </a:lnTo>
                  <a:lnTo>
                    <a:pt x="5735160" y="74579"/>
                  </a:lnTo>
                  <a:lnTo>
                    <a:pt x="5683767" y="64638"/>
                  </a:lnTo>
                  <a:lnTo>
                    <a:pt x="5629831" y="55765"/>
                  </a:lnTo>
                  <a:lnTo>
                    <a:pt x="5572430" y="47860"/>
                  </a:lnTo>
                  <a:lnTo>
                    <a:pt x="5510628" y="40810"/>
                  </a:lnTo>
                  <a:lnTo>
                    <a:pt x="5443559" y="34510"/>
                  </a:lnTo>
                  <a:lnTo>
                    <a:pt x="5370529" y="28865"/>
                  </a:lnTo>
                  <a:lnTo>
                    <a:pt x="5291159" y="23800"/>
                  </a:lnTo>
                  <a:lnTo>
                    <a:pt x="5205571" y="19262"/>
                  </a:lnTo>
                  <a:lnTo>
                    <a:pt x="5114605" y="15218"/>
                  </a:lnTo>
                  <a:lnTo>
                    <a:pt x="5020032" y="11657"/>
                  </a:lnTo>
                  <a:lnTo>
                    <a:pt x="4924678" y="8581"/>
                  </a:lnTo>
                  <a:lnTo>
                    <a:pt x="4832360" y="6003"/>
                  </a:lnTo>
                  <a:lnTo>
                    <a:pt x="4747518" y="3931"/>
                  </a:lnTo>
                  <a:lnTo>
                    <a:pt x="4674539" y="2358"/>
                  </a:lnTo>
                  <a:lnTo>
                    <a:pt x="4616864" y="1253"/>
                  </a:lnTo>
                  <a:lnTo>
                    <a:pt x="4576162" y="556"/>
                  </a:lnTo>
                  <a:lnTo>
                    <a:pt x="4551830" y="181"/>
                  </a:lnTo>
                  <a:lnTo>
                    <a:pt x="4540949" y="30"/>
                  </a:lnTo>
                  <a:lnTo>
                    <a:pt x="4538562" y="0"/>
                  </a:lnTo>
                  <a:lnTo>
                    <a:pt x="4538543" y="0"/>
                  </a:lnTo>
                  <a:lnTo>
                    <a:pt x="4016409" y="0"/>
                  </a:lnTo>
                  <a:lnTo>
                    <a:pt x="4015235" y="70"/>
                  </a:lnTo>
                  <a:lnTo>
                    <a:pt x="4007542" y="577"/>
                  </a:lnTo>
                  <a:lnTo>
                    <a:pt x="3988260" y="1976"/>
                  </a:lnTo>
                  <a:lnTo>
                    <a:pt x="3954064" y="4727"/>
                  </a:lnTo>
                  <a:lnTo>
                    <a:pt x="3903668" y="9239"/>
                  </a:lnTo>
                  <a:lnTo>
                    <a:pt x="3837899" y="15830"/>
                  </a:lnTo>
                  <a:lnTo>
                    <a:pt x="3759401" y="24689"/>
                  </a:lnTo>
                  <a:lnTo>
                    <a:pt x="3671990" y="35889"/>
                  </a:lnTo>
                  <a:lnTo>
                    <a:pt x="3579857" y="49414"/>
                  </a:lnTo>
                  <a:lnTo>
                    <a:pt x="3486869" y="65210"/>
                  </a:lnTo>
                  <a:lnTo>
                    <a:pt x="3396111" y="83239"/>
                  </a:lnTo>
                  <a:lnTo>
                    <a:pt x="3309715" y="103515"/>
                  </a:lnTo>
                  <a:lnTo>
                    <a:pt x="3228895" y="126134"/>
                  </a:lnTo>
                  <a:lnTo>
                    <a:pt x="3154109" y="151285"/>
                  </a:lnTo>
                  <a:lnTo>
                    <a:pt x="3085252" y="179250"/>
                  </a:lnTo>
                  <a:lnTo>
                    <a:pt x="3021839" y="210403"/>
                  </a:lnTo>
                  <a:lnTo>
                    <a:pt x="2963155" y="245191"/>
                  </a:lnTo>
                  <a:lnTo>
                    <a:pt x="2908364" y="284112"/>
                  </a:lnTo>
                  <a:lnTo>
                    <a:pt x="2856593" y="327663"/>
                  </a:lnTo>
                  <a:lnTo>
                    <a:pt x="2807009" y="376260"/>
                  </a:lnTo>
                  <a:lnTo>
                    <a:pt x="2770117" y="416949"/>
                  </a:lnTo>
                  <a:lnTo>
                    <a:pt x="2731099" y="464099"/>
                  </a:lnTo>
                  <a:lnTo>
                    <a:pt x="2692452" y="514859"/>
                  </a:lnTo>
                  <a:lnTo>
                    <a:pt x="2653923" y="569299"/>
                  </a:lnTo>
                  <a:lnTo>
                    <a:pt x="2615320" y="627429"/>
                  </a:lnTo>
                  <a:lnTo>
                    <a:pt x="2576499" y="689184"/>
                  </a:lnTo>
                  <a:lnTo>
                    <a:pt x="2537364" y="754423"/>
                  </a:lnTo>
                  <a:lnTo>
                    <a:pt x="2497857" y="822920"/>
                  </a:lnTo>
                  <a:lnTo>
                    <a:pt x="2457962" y="894369"/>
                  </a:lnTo>
                  <a:lnTo>
                    <a:pt x="2417695" y="968381"/>
                  </a:lnTo>
                  <a:lnTo>
                    <a:pt x="2377103" y="1044493"/>
                  </a:lnTo>
                  <a:lnTo>
                    <a:pt x="2336255" y="1122179"/>
                  </a:lnTo>
                  <a:lnTo>
                    <a:pt x="2295240" y="1200865"/>
                  </a:lnTo>
                  <a:lnTo>
                    <a:pt x="2254158" y="1279943"/>
                  </a:lnTo>
                  <a:lnTo>
                    <a:pt x="2213115" y="1358793"/>
                  </a:lnTo>
                  <a:lnTo>
                    <a:pt x="2172214" y="1436801"/>
                  </a:lnTo>
                  <a:lnTo>
                    <a:pt x="2131546" y="1513383"/>
                  </a:lnTo>
                  <a:lnTo>
                    <a:pt x="2091188" y="1587997"/>
                  </a:lnTo>
                  <a:lnTo>
                    <a:pt x="2051192" y="1660164"/>
                  </a:lnTo>
                  <a:lnTo>
                    <a:pt x="2011583" y="1729475"/>
                  </a:lnTo>
                  <a:lnTo>
                    <a:pt x="1972353" y="1795600"/>
                  </a:lnTo>
                  <a:lnTo>
                    <a:pt x="1933456" y="1858293"/>
                  </a:lnTo>
                  <a:lnTo>
                    <a:pt x="1894808" y="1917391"/>
                  </a:lnTo>
                  <a:lnTo>
                    <a:pt x="1856276" y="1972808"/>
                  </a:lnTo>
                  <a:lnTo>
                    <a:pt x="1817682" y="2024536"/>
                  </a:lnTo>
                  <a:lnTo>
                    <a:pt x="1778790" y="2072630"/>
                  </a:lnTo>
                  <a:lnTo>
                    <a:pt x="1768425" y="2084747"/>
                  </a:lnTo>
                  <a:lnTo>
                    <a:pt x="1720011" y="2137350"/>
                  </a:lnTo>
                  <a:lnTo>
                    <a:pt x="1669983" y="2184731"/>
                  </a:lnTo>
                  <a:lnTo>
                    <a:pt x="1617579" y="2227149"/>
                  </a:lnTo>
                  <a:lnTo>
                    <a:pt x="1561949" y="2265051"/>
                  </a:lnTo>
                  <a:lnTo>
                    <a:pt x="1502223" y="2298939"/>
                  </a:lnTo>
                  <a:lnTo>
                    <a:pt x="1437587" y="2329303"/>
                  </a:lnTo>
                  <a:lnTo>
                    <a:pt x="1367366" y="2356575"/>
                  </a:lnTo>
                  <a:lnTo>
                    <a:pt x="1291151" y="2381108"/>
                  </a:lnTo>
                  <a:lnTo>
                    <a:pt x="1208951" y="2403162"/>
                  </a:lnTo>
                  <a:lnTo>
                    <a:pt x="1121386" y="2422903"/>
                  </a:lnTo>
                  <a:lnTo>
                    <a:pt x="1029875" y="2440407"/>
                  </a:lnTo>
                  <a:lnTo>
                    <a:pt x="936777" y="2455674"/>
                  </a:lnTo>
                  <a:lnTo>
                    <a:pt x="845387" y="2468655"/>
                  </a:lnTo>
                  <a:lnTo>
                    <a:pt x="759699" y="2479303"/>
                  </a:lnTo>
                  <a:lnTo>
                    <a:pt x="683886" y="2487618"/>
                  </a:lnTo>
                  <a:lnTo>
                    <a:pt x="621557" y="2493696"/>
                  </a:lnTo>
                  <a:lnTo>
                    <a:pt x="574979" y="2497761"/>
                  </a:lnTo>
                  <a:lnTo>
                    <a:pt x="544491" y="2500154"/>
                  </a:lnTo>
                  <a:lnTo>
                    <a:pt x="528307" y="2501302"/>
                  </a:lnTo>
                  <a:lnTo>
                    <a:pt x="522665" y="2501665"/>
                  </a:lnTo>
                  <a:lnTo>
                    <a:pt x="522133" y="2501696"/>
                  </a:lnTo>
                  <a:lnTo>
                    <a:pt x="0" y="2501696"/>
                  </a:lnTo>
                  <a:lnTo>
                    <a:pt x="0" y="2501696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073" name="pg1073"/>
            <p:cNvSpPr/>
            <p:nvPr/>
          </p:nvSpPr>
          <p:spPr>
            <a:xfrm>
              <a:off x="386606" y="914481"/>
              <a:ext cx="8554953" cy="2501696"/>
            </a:xfrm>
            <a:custGeom>
              <a:avLst/>
              <a:pathLst>
                <a:path w="8554953" h="2501696">
                  <a:moveTo>
                    <a:pt x="0" y="2501696"/>
                  </a:moveTo>
                  <a:lnTo>
                    <a:pt x="522133" y="2501696"/>
                  </a:lnTo>
                  <a:lnTo>
                    <a:pt x="523309" y="2501626"/>
                  </a:lnTo>
                  <a:lnTo>
                    <a:pt x="531014" y="2501125"/>
                  </a:lnTo>
                  <a:lnTo>
                    <a:pt x="550327" y="2499739"/>
                  </a:lnTo>
                  <a:lnTo>
                    <a:pt x="584574" y="2497014"/>
                  </a:lnTo>
                  <a:lnTo>
                    <a:pt x="635039" y="2492545"/>
                  </a:lnTo>
                  <a:lnTo>
                    <a:pt x="700890" y="2486019"/>
                  </a:lnTo>
                  <a:lnTo>
                    <a:pt x="779473" y="2477246"/>
                  </a:lnTo>
                  <a:lnTo>
                    <a:pt x="866962" y="2466156"/>
                  </a:lnTo>
                  <a:lnTo>
                    <a:pt x="959159" y="2452766"/>
                  </a:lnTo>
                  <a:lnTo>
                    <a:pt x="1052195" y="2437127"/>
                  </a:lnTo>
                  <a:lnTo>
                    <a:pt x="1142984" y="2419279"/>
                  </a:lnTo>
                  <a:lnTo>
                    <a:pt x="1229396" y="2399205"/>
                  </a:lnTo>
                  <a:lnTo>
                    <a:pt x="1310220" y="2376812"/>
                  </a:lnTo>
                  <a:lnTo>
                    <a:pt x="1385001" y="2351911"/>
                  </a:lnTo>
                  <a:lnTo>
                    <a:pt x="1453850" y="2324221"/>
                  </a:lnTo>
                  <a:lnTo>
                    <a:pt x="1517254" y="2293373"/>
                  </a:lnTo>
                  <a:lnTo>
                    <a:pt x="1575931" y="2258923"/>
                  </a:lnTo>
                  <a:lnTo>
                    <a:pt x="1630720" y="2220376"/>
                  </a:lnTo>
                  <a:lnTo>
                    <a:pt x="1682492" y="2177242"/>
                  </a:lnTo>
                  <a:lnTo>
                    <a:pt x="1732085" y="2129109"/>
                  </a:lnTo>
                  <a:lnTo>
                    <a:pt x="1768425" y="2089453"/>
                  </a:lnTo>
                  <a:lnTo>
                    <a:pt x="1807604" y="2042633"/>
                  </a:lnTo>
                  <a:lnTo>
                    <a:pt x="1846412" y="1992215"/>
                  </a:lnTo>
                  <a:lnTo>
                    <a:pt x="1885101" y="1938126"/>
                  </a:lnTo>
                  <a:lnTo>
                    <a:pt x="1923867" y="1880360"/>
                  </a:lnTo>
                  <a:lnTo>
                    <a:pt x="1962855" y="1818981"/>
                  </a:lnTo>
                  <a:lnTo>
                    <a:pt x="2002162" y="1754133"/>
                  </a:lnTo>
                  <a:lnTo>
                    <a:pt x="2041843" y="1686043"/>
                  </a:lnTo>
                  <a:lnTo>
                    <a:pt x="2081916" y="1615020"/>
                  </a:lnTo>
                  <a:lnTo>
                    <a:pt x="2122363" y="1541457"/>
                  </a:lnTo>
                  <a:lnTo>
                    <a:pt x="2163137" y="1465819"/>
                  </a:lnTo>
                  <a:lnTo>
                    <a:pt x="2204165" y="1388633"/>
                  </a:lnTo>
                  <a:lnTo>
                    <a:pt x="2245356" y="1310479"/>
                  </a:lnTo>
                  <a:lnTo>
                    <a:pt x="2286609" y="1231965"/>
                  </a:lnTo>
                  <a:lnTo>
                    <a:pt x="2327818" y="1153711"/>
                  </a:lnTo>
                  <a:lnTo>
                    <a:pt x="2368878" y="1076332"/>
                  </a:lnTo>
                  <a:lnTo>
                    <a:pt x="2409697" y="1000409"/>
                  </a:lnTo>
                  <a:lnTo>
                    <a:pt x="2450200" y="926482"/>
                  </a:lnTo>
                  <a:lnTo>
                    <a:pt x="2490335" y="855027"/>
                  </a:lnTo>
                  <a:lnTo>
                    <a:pt x="2530079" y="786446"/>
                  </a:lnTo>
                  <a:lnTo>
                    <a:pt x="2569443" y="721064"/>
                  </a:lnTo>
                  <a:lnTo>
                    <a:pt x="2608476" y="659120"/>
                  </a:lnTo>
                  <a:lnTo>
                    <a:pt x="2647269" y="600771"/>
                  </a:lnTo>
                  <a:lnTo>
                    <a:pt x="2685959" y="546095"/>
                  </a:lnTo>
                  <a:lnTo>
                    <a:pt x="2724732" y="495095"/>
                  </a:lnTo>
                  <a:lnTo>
                    <a:pt x="2763833" y="447708"/>
                  </a:lnTo>
                  <a:lnTo>
                    <a:pt x="2770117" y="440479"/>
                  </a:lnTo>
                  <a:lnTo>
                    <a:pt x="2818558" y="388441"/>
                  </a:lnTo>
                  <a:lnTo>
                    <a:pt x="2868617" y="341573"/>
                  </a:lnTo>
                  <a:lnTo>
                    <a:pt x="2921055" y="299616"/>
                  </a:lnTo>
                  <a:lnTo>
                    <a:pt x="2976723" y="262130"/>
                  </a:lnTo>
                  <a:lnTo>
                    <a:pt x="3036494" y="228614"/>
                  </a:lnTo>
                  <a:lnTo>
                    <a:pt x="3101184" y="198586"/>
                  </a:lnTo>
                  <a:lnTo>
                    <a:pt x="3171466" y="171617"/>
                  </a:lnTo>
                  <a:lnTo>
                    <a:pt x="3247750" y="147359"/>
                  </a:lnTo>
                  <a:lnTo>
                    <a:pt x="3330024" y="125553"/>
                  </a:lnTo>
                  <a:lnTo>
                    <a:pt x="3417664" y="106035"/>
                  </a:lnTo>
                  <a:lnTo>
                    <a:pt x="3509245" y="88732"/>
                  </a:lnTo>
                  <a:lnTo>
                    <a:pt x="3602396" y="73644"/>
                  </a:lnTo>
                  <a:lnTo>
                    <a:pt x="3693811" y="60818"/>
                  </a:lnTo>
                  <a:lnTo>
                    <a:pt x="3779488" y="50302"/>
                  </a:lnTo>
                  <a:lnTo>
                    <a:pt x="3855246" y="42095"/>
                  </a:lnTo>
                  <a:lnTo>
                    <a:pt x="3917479" y="36100"/>
                  </a:lnTo>
                  <a:lnTo>
                    <a:pt x="3963932" y="32096"/>
                  </a:lnTo>
                  <a:lnTo>
                    <a:pt x="3994284" y="29743"/>
                  </a:lnTo>
                  <a:lnTo>
                    <a:pt x="4010344" y="28618"/>
                  </a:lnTo>
                  <a:lnTo>
                    <a:pt x="4015900" y="28265"/>
                  </a:lnTo>
                  <a:lnTo>
                    <a:pt x="4016409" y="28235"/>
                  </a:lnTo>
                  <a:lnTo>
                    <a:pt x="4538543" y="28235"/>
                  </a:lnTo>
                  <a:lnTo>
                    <a:pt x="4539794" y="28268"/>
                  </a:lnTo>
                  <a:lnTo>
                    <a:pt x="4547973" y="28501"/>
                  </a:lnTo>
                  <a:lnTo>
                    <a:pt x="4568432" y="29145"/>
                  </a:lnTo>
                  <a:lnTo>
                    <a:pt x="4604601" y="30409"/>
                  </a:lnTo>
                  <a:lnTo>
                    <a:pt x="4657682" y="32481"/>
                  </a:lnTo>
                  <a:lnTo>
                    <a:pt x="4726584" y="35499"/>
                  </a:lnTo>
                  <a:lnTo>
                    <a:pt x="4808302" y="39546"/>
                  </a:lnTo>
                  <a:lnTo>
                    <a:pt x="4898665" y="44646"/>
                  </a:lnTo>
                  <a:lnTo>
                    <a:pt x="4993218" y="50789"/>
                  </a:lnTo>
                  <a:lnTo>
                    <a:pt x="5087968" y="57949"/>
                  </a:lnTo>
                  <a:lnTo>
                    <a:pt x="5179828" y="66113"/>
                  </a:lnTo>
                  <a:lnTo>
                    <a:pt x="5266757" y="75295"/>
                  </a:lnTo>
                  <a:lnTo>
                    <a:pt x="5347676" y="85549"/>
                  </a:lnTo>
                  <a:lnTo>
                    <a:pt x="5422280" y="96975"/>
                  </a:lnTo>
                  <a:lnTo>
                    <a:pt x="5490816" y="109713"/>
                  </a:lnTo>
                  <a:lnTo>
                    <a:pt x="5553893" y="123948"/>
                  </a:lnTo>
                  <a:lnTo>
                    <a:pt x="5612327" y="139895"/>
                  </a:lnTo>
                  <a:lnTo>
                    <a:pt x="5667033" y="157785"/>
                  </a:lnTo>
                  <a:lnTo>
                    <a:pt x="5718933" y="177838"/>
                  </a:lnTo>
                  <a:lnTo>
                    <a:pt x="5768881" y="200214"/>
                  </a:lnTo>
                  <a:lnTo>
                    <a:pt x="5784835" y="208004"/>
                  </a:lnTo>
                  <a:lnTo>
                    <a:pt x="5833774" y="233787"/>
                  </a:lnTo>
                  <a:lnTo>
                    <a:pt x="5882235" y="262040"/>
                  </a:lnTo>
                  <a:lnTo>
                    <a:pt x="5930672" y="292804"/>
                  </a:lnTo>
                  <a:lnTo>
                    <a:pt x="5979402" y="326046"/>
                  </a:lnTo>
                  <a:lnTo>
                    <a:pt x="6028630" y="361652"/>
                  </a:lnTo>
                  <a:lnTo>
                    <a:pt x="6078453" y="399419"/>
                  </a:lnTo>
                  <a:lnTo>
                    <a:pt x="6128878" y="439056"/>
                  </a:lnTo>
                  <a:lnTo>
                    <a:pt x="6179835" y="480188"/>
                  </a:lnTo>
                  <a:lnTo>
                    <a:pt x="6231187" y="522372"/>
                  </a:lnTo>
                  <a:lnTo>
                    <a:pt x="6282754" y="565111"/>
                  </a:lnTo>
                  <a:lnTo>
                    <a:pt x="6334334" y="607879"/>
                  </a:lnTo>
                  <a:lnTo>
                    <a:pt x="6385720" y="650152"/>
                  </a:lnTo>
                  <a:lnTo>
                    <a:pt x="6436729" y="691427"/>
                  </a:lnTo>
                  <a:lnTo>
                    <a:pt x="6487220" y="731254"/>
                  </a:lnTo>
                  <a:lnTo>
                    <a:pt x="6537112" y="769249"/>
                  </a:lnTo>
                  <a:lnTo>
                    <a:pt x="6586404" y="805112"/>
                  </a:lnTo>
                  <a:lnTo>
                    <a:pt x="6635183" y="838629"/>
                  </a:lnTo>
                  <a:lnTo>
                    <a:pt x="6683639" y="869677"/>
                  </a:lnTo>
                  <a:lnTo>
                    <a:pt x="6732077" y="898214"/>
                  </a:lnTo>
                  <a:lnTo>
                    <a:pt x="6780935" y="924274"/>
                  </a:lnTo>
                  <a:lnTo>
                    <a:pt x="6786527" y="927077"/>
                  </a:lnTo>
                  <a:lnTo>
                    <a:pt x="6836002" y="950222"/>
                  </a:lnTo>
                  <a:lnTo>
                    <a:pt x="6887178" y="971018"/>
                  </a:lnTo>
                  <a:lnTo>
                    <a:pt x="6940872" y="989590"/>
                  </a:lnTo>
                  <a:lnTo>
                    <a:pt x="6997991" y="1006143"/>
                  </a:lnTo>
                  <a:lnTo>
                    <a:pt x="7059461" y="1020910"/>
                  </a:lnTo>
                  <a:lnTo>
                    <a:pt x="7126141" y="1034114"/>
                  </a:lnTo>
                  <a:lnTo>
                    <a:pt x="7198723" y="1045948"/>
                  </a:lnTo>
                  <a:lnTo>
                    <a:pt x="7277590" y="1056571"/>
                  </a:lnTo>
                  <a:lnTo>
                    <a:pt x="7362639" y="1066093"/>
                  </a:lnTo>
                  <a:lnTo>
                    <a:pt x="7453069" y="1074585"/>
                  </a:lnTo>
                  <a:lnTo>
                    <a:pt x="7547167" y="1082072"/>
                  </a:lnTo>
                  <a:lnTo>
                    <a:pt x="7642185" y="1088549"/>
                  </a:lnTo>
                  <a:lnTo>
                    <a:pt x="7734390" y="1093991"/>
                  </a:lnTo>
                  <a:lnTo>
                    <a:pt x="7819410" y="1098380"/>
                  </a:lnTo>
                  <a:lnTo>
                    <a:pt x="7892886" y="1101726"/>
                  </a:lnTo>
                  <a:lnTo>
                    <a:pt x="7951339" y="1104093"/>
                  </a:lnTo>
                  <a:lnTo>
                    <a:pt x="7992992" y="1105602"/>
                  </a:lnTo>
                  <a:lnTo>
                    <a:pt x="8018289" y="1106426"/>
                  </a:lnTo>
                  <a:lnTo>
                    <a:pt x="8029962" y="1106769"/>
                  </a:lnTo>
                  <a:lnTo>
                    <a:pt x="8032819" y="1106845"/>
                  </a:lnTo>
                  <a:lnTo>
                    <a:pt x="8554953" y="1106845"/>
                  </a:lnTo>
                  <a:lnTo>
                    <a:pt x="8554953" y="1078609"/>
                  </a:lnTo>
                  <a:lnTo>
                    <a:pt x="8032819" y="1078609"/>
                  </a:lnTo>
                  <a:lnTo>
                    <a:pt x="8031568" y="1078577"/>
                  </a:lnTo>
                  <a:lnTo>
                    <a:pt x="8023389" y="1078344"/>
                  </a:lnTo>
                  <a:lnTo>
                    <a:pt x="8002930" y="1077700"/>
                  </a:lnTo>
                  <a:lnTo>
                    <a:pt x="7966761" y="1076435"/>
                  </a:lnTo>
                  <a:lnTo>
                    <a:pt x="7913680" y="1074364"/>
                  </a:lnTo>
                  <a:lnTo>
                    <a:pt x="7844778" y="1071345"/>
                  </a:lnTo>
                  <a:lnTo>
                    <a:pt x="7763060" y="1067299"/>
                  </a:lnTo>
                  <a:lnTo>
                    <a:pt x="7672697" y="1062199"/>
                  </a:lnTo>
                  <a:lnTo>
                    <a:pt x="7578144" y="1056056"/>
                  </a:lnTo>
                  <a:lnTo>
                    <a:pt x="7483394" y="1048895"/>
                  </a:lnTo>
                  <a:lnTo>
                    <a:pt x="7391534" y="1040732"/>
                  </a:lnTo>
                  <a:lnTo>
                    <a:pt x="7304605" y="1031549"/>
                  </a:lnTo>
                  <a:lnTo>
                    <a:pt x="7223686" y="1021295"/>
                  </a:lnTo>
                  <a:lnTo>
                    <a:pt x="7149082" y="1009870"/>
                  </a:lnTo>
                  <a:lnTo>
                    <a:pt x="7080546" y="997131"/>
                  </a:lnTo>
                  <a:lnTo>
                    <a:pt x="7017469" y="982897"/>
                  </a:lnTo>
                  <a:lnTo>
                    <a:pt x="6959035" y="966950"/>
                  </a:lnTo>
                  <a:lnTo>
                    <a:pt x="6904329" y="949060"/>
                  </a:lnTo>
                  <a:lnTo>
                    <a:pt x="6852429" y="929007"/>
                  </a:lnTo>
                  <a:lnTo>
                    <a:pt x="6802481" y="906631"/>
                  </a:lnTo>
                  <a:lnTo>
                    <a:pt x="6786527" y="898841"/>
                  </a:lnTo>
                  <a:lnTo>
                    <a:pt x="6737588" y="873057"/>
                  </a:lnTo>
                  <a:lnTo>
                    <a:pt x="6689126" y="844804"/>
                  </a:lnTo>
                  <a:lnTo>
                    <a:pt x="6640690" y="814040"/>
                  </a:lnTo>
                  <a:lnTo>
                    <a:pt x="6591960" y="780798"/>
                  </a:lnTo>
                  <a:lnTo>
                    <a:pt x="6542732" y="745193"/>
                  </a:lnTo>
                  <a:lnTo>
                    <a:pt x="6492909" y="707426"/>
                  </a:lnTo>
                  <a:lnTo>
                    <a:pt x="6442484" y="667789"/>
                  </a:lnTo>
                  <a:lnTo>
                    <a:pt x="6391527" y="626656"/>
                  </a:lnTo>
                  <a:lnTo>
                    <a:pt x="6340175" y="584472"/>
                  </a:lnTo>
                  <a:lnTo>
                    <a:pt x="6288608" y="541734"/>
                  </a:lnTo>
                  <a:lnTo>
                    <a:pt x="6237028" y="498965"/>
                  </a:lnTo>
                  <a:lnTo>
                    <a:pt x="6185642" y="456693"/>
                  </a:lnTo>
                  <a:lnTo>
                    <a:pt x="6134633" y="415418"/>
                  </a:lnTo>
                  <a:lnTo>
                    <a:pt x="6084142" y="375591"/>
                  </a:lnTo>
                  <a:lnTo>
                    <a:pt x="6034250" y="337596"/>
                  </a:lnTo>
                  <a:lnTo>
                    <a:pt x="5984958" y="301733"/>
                  </a:lnTo>
                  <a:lnTo>
                    <a:pt x="5936179" y="268215"/>
                  </a:lnTo>
                  <a:lnTo>
                    <a:pt x="5887723" y="237167"/>
                  </a:lnTo>
                  <a:lnTo>
                    <a:pt x="5839285" y="208630"/>
                  </a:lnTo>
                  <a:lnTo>
                    <a:pt x="5790427" y="182571"/>
                  </a:lnTo>
                  <a:lnTo>
                    <a:pt x="5784835" y="179768"/>
                  </a:lnTo>
                  <a:lnTo>
                    <a:pt x="5735360" y="156623"/>
                  </a:lnTo>
                  <a:lnTo>
                    <a:pt x="5684183" y="135826"/>
                  </a:lnTo>
                  <a:lnTo>
                    <a:pt x="5630490" y="117255"/>
                  </a:lnTo>
                  <a:lnTo>
                    <a:pt x="5573371" y="100702"/>
                  </a:lnTo>
                  <a:lnTo>
                    <a:pt x="5511901" y="85935"/>
                  </a:lnTo>
                  <a:lnTo>
                    <a:pt x="5445221" y="72731"/>
                  </a:lnTo>
                  <a:lnTo>
                    <a:pt x="5372639" y="60896"/>
                  </a:lnTo>
                  <a:lnTo>
                    <a:pt x="5293772" y="50274"/>
                  </a:lnTo>
                  <a:lnTo>
                    <a:pt x="5208723" y="40751"/>
                  </a:lnTo>
                  <a:lnTo>
                    <a:pt x="5118293" y="32259"/>
                  </a:lnTo>
                  <a:lnTo>
                    <a:pt x="5024195" y="24772"/>
                  </a:lnTo>
                  <a:lnTo>
                    <a:pt x="4929177" y="18296"/>
                  </a:lnTo>
                  <a:lnTo>
                    <a:pt x="4836972" y="12854"/>
                  </a:lnTo>
                  <a:lnTo>
                    <a:pt x="4751952" y="8465"/>
                  </a:lnTo>
                  <a:lnTo>
                    <a:pt x="4678476" y="5118"/>
                  </a:lnTo>
                  <a:lnTo>
                    <a:pt x="4620023" y="2751"/>
                  </a:lnTo>
                  <a:lnTo>
                    <a:pt x="4578370" y="1243"/>
                  </a:lnTo>
                  <a:lnTo>
                    <a:pt x="4553073" y="419"/>
                  </a:lnTo>
                  <a:lnTo>
                    <a:pt x="4541399" y="76"/>
                  </a:lnTo>
                  <a:lnTo>
                    <a:pt x="4538543" y="0"/>
                  </a:lnTo>
                  <a:lnTo>
                    <a:pt x="4016409" y="0"/>
                  </a:lnTo>
                  <a:lnTo>
                    <a:pt x="4015233" y="70"/>
                  </a:lnTo>
                  <a:lnTo>
                    <a:pt x="4007528" y="571"/>
                  </a:lnTo>
                  <a:lnTo>
                    <a:pt x="3988215" y="1957"/>
                  </a:lnTo>
                  <a:lnTo>
                    <a:pt x="3953969" y="4682"/>
                  </a:lnTo>
                  <a:lnTo>
                    <a:pt x="3903503" y="9151"/>
                  </a:lnTo>
                  <a:lnTo>
                    <a:pt x="3837652" y="15677"/>
                  </a:lnTo>
                  <a:lnTo>
                    <a:pt x="3759069" y="24450"/>
                  </a:lnTo>
                  <a:lnTo>
                    <a:pt x="3671580" y="35539"/>
                  </a:lnTo>
                  <a:lnTo>
                    <a:pt x="3579383" y="48930"/>
                  </a:lnTo>
                  <a:lnTo>
                    <a:pt x="3486347" y="64569"/>
                  </a:lnTo>
                  <a:lnTo>
                    <a:pt x="3395559" y="82417"/>
                  </a:lnTo>
                  <a:lnTo>
                    <a:pt x="3309146" y="102491"/>
                  </a:lnTo>
                  <a:lnTo>
                    <a:pt x="3228323" y="124884"/>
                  </a:lnTo>
                  <a:lnTo>
                    <a:pt x="3153541" y="149785"/>
                  </a:lnTo>
                  <a:lnTo>
                    <a:pt x="3084692" y="177474"/>
                  </a:lnTo>
                  <a:lnTo>
                    <a:pt x="3021288" y="208322"/>
                  </a:lnTo>
                  <a:lnTo>
                    <a:pt x="2962611" y="242773"/>
                  </a:lnTo>
                  <a:lnTo>
                    <a:pt x="2907823" y="281319"/>
                  </a:lnTo>
                  <a:lnTo>
                    <a:pt x="2856050" y="324454"/>
                  </a:lnTo>
                  <a:lnTo>
                    <a:pt x="2806457" y="372587"/>
                  </a:lnTo>
                  <a:lnTo>
                    <a:pt x="2770117" y="412243"/>
                  </a:lnTo>
                  <a:lnTo>
                    <a:pt x="2730938" y="459063"/>
                  </a:lnTo>
                  <a:lnTo>
                    <a:pt x="2692130" y="509481"/>
                  </a:lnTo>
                  <a:lnTo>
                    <a:pt x="2653441" y="563570"/>
                  </a:lnTo>
                  <a:lnTo>
                    <a:pt x="2614675" y="621336"/>
                  </a:lnTo>
                  <a:lnTo>
                    <a:pt x="2575687" y="682715"/>
                  </a:lnTo>
                  <a:lnTo>
                    <a:pt x="2536380" y="747563"/>
                  </a:lnTo>
                  <a:lnTo>
                    <a:pt x="2496699" y="815653"/>
                  </a:lnTo>
                  <a:lnTo>
                    <a:pt x="2456626" y="886675"/>
                  </a:lnTo>
                  <a:lnTo>
                    <a:pt x="2416179" y="960238"/>
                  </a:lnTo>
                  <a:lnTo>
                    <a:pt x="2375405" y="1035877"/>
                  </a:lnTo>
                  <a:lnTo>
                    <a:pt x="2334378" y="1113063"/>
                  </a:lnTo>
                  <a:lnTo>
                    <a:pt x="2293186" y="1191217"/>
                  </a:lnTo>
                  <a:lnTo>
                    <a:pt x="2251933" y="1269731"/>
                  </a:lnTo>
                  <a:lnTo>
                    <a:pt x="2210725" y="1347984"/>
                  </a:lnTo>
                  <a:lnTo>
                    <a:pt x="2169664" y="1425364"/>
                  </a:lnTo>
                  <a:lnTo>
                    <a:pt x="2128845" y="1501286"/>
                  </a:lnTo>
                  <a:lnTo>
                    <a:pt x="2088342" y="1575213"/>
                  </a:lnTo>
                  <a:lnTo>
                    <a:pt x="2048207" y="1646669"/>
                  </a:lnTo>
                  <a:lnTo>
                    <a:pt x="2008463" y="1715249"/>
                  </a:lnTo>
                  <a:lnTo>
                    <a:pt x="1969099" y="1780632"/>
                  </a:lnTo>
                  <a:lnTo>
                    <a:pt x="1930066" y="1842576"/>
                  </a:lnTo>
                  <a:lnTo>
                    <a:pt x="1891273" y="1900925"/>
                  </a:lnTo>
                  <a:lnTo>
                    <a:pt x="1852583" y="1955601"/>
                  </a:lnTo>
                  <a:lnTo>
                    <a:pt x="1813810" y="2006601"/>
                  </a:lnTo>
                  <a:lnTo>
                    <a:pt x="1774710" y="2053988"/>
                  </a:lnTo>
                  <a:lnTo>
                    <a:pt x="1768425" y="2061217"/>
                  </a:lnTo>
                  <a:lnTo>
                    <a:pt x="1719984" y="2113255"/>
                  </a:lnTo>
                  <a:lnTo>
                    <a:pt x="1669925" y="2160123"/>
                  </a:lnTo>
                  <a:lnTo>
                    <a:pt x="1617488" y="2202079"/>
                  </a:lnTo>
                  <a:lnTo>
                    <a:pt x="1561819" y="2239566"/>
                  </a:lnTo>
                  <a:lnTo>
                    <a:pt x="1502048" y="2273082"/>
                  </a:lnTo>
                  <a:lnTo>
                    <a:pt x="1437358" y="2303110"/>
                  </a:lnTo>
                  <a:lnTo>
                    <a:pt x="1367076" y="2330079"/>
                  </a:lnTo>
                  <a:lnTo>
                    <a:pt x="1290792" y="2354337"/>
                  </a:lnTo>
                  <a:lnTo>
                    <a:pt x="1208518" y="2376143"/>
                  </a:lnTo>
                  <a:lnTo>
                    <a:pt x="1120878" y="2395661"/>
                  </a:lnTo>
                  <a:lnTo>
                    <a:pt x="1029298" y="2412964"/>
                  </a:lnTo>
                  <a:lnTo>
                    <a:pt x="936147" y="2428052"/>
                  </a:lnTo>
                  <a:lnTo>
                    <a:pt x="844731" y="2440878"/>
                  </a:lnTo>
                  <a:lnTo>
                    <a:pt x="759054" y="2451394"/>
                  </a:lnTo>
                  <a:lnTo>
                    <a:pt x="683296" y="2459601"/>
                  </a:lnTo>
                  <a:lnTo>
                    <a:pt x="621063" y="2465596"/>
                  </a:lnTo>
                  <a:lnTo>
                    <a:pt x="574610" y="2469600"/>
                  </a:lnTo>
                  <a:lnTo>
                    <a:pt x="544259" y="2471953"/>
                  </a:lnTo>
                  <a:lnTo>
                    <a:pt x="528198" y="2473077"/>
                  </a:lnTo>
                  <a:lnTo>
                    <a:pt x="522642" y="2473431"/>
                  </a:lnTo>
                  <a:lnTo>
                    <a:pt x="522133" y="2473460"/>
                  </a:lnTo>
                  <a:lnTo>
                    <a:pt x="0" y="2473460"/>
                  </a:lnTo>
                  <a:close/>
                </a:path>
              </a:pathLst>
            </a:custGeom>
            <a:solidFill>
              <a:srgbClr val="F28E5B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1074" name="pl1074"/>
            <p:cNvSpPr/>
            <p:nvPr/>
          </p:nvSpPr>
          <p:spPr>
            <a:xfrm>
              <a:off x="386606" y="942716"/>
              <a:ext cx="8554953" cy="2473460"/>
            </a:xfrm>
            <a:custGeom>
              <a:avLst/>
              <a:pathLst>
                <a:path w="8554953" h="2473460">
                  <a:moveTo>
                    <a:pt x="0" y="2473460"/>
                  </a:moveTo>
                  <a:lnTo>
                    <a:pt x="522133" y="2473460"/>
                  </a:lnTo>
                  <a:lnTo>
                    <a:pt x="523309" y="2473390"/>
                  </a:lnTo>
                  <a:lnTo>
                    <a:pt x="531014" y="2472889"/>
                  </a:lnTo>
                  <a:lnTo>
                    <a:pt x="550327" y="2471503"/>
                  </a:lnTo>
                  <a:lnTo>
                    <a:pt x="584574" y="2468778"/>
                  </a:lnTo>
                  <a:lnTo>
                    <a:pt x="635039" y="2464309"/>
                  </a:lnTo>
                  <a:lnTo>
                    <a:pt x="700890" y="2457783"/>
                  </a:lnTo>
                  <a:lnTo>
                    <a:pt x="779473" y="2449010"/>
                  </a:lnTo>
                  <a:lnTo>
                    <a:pt x="866962" y="2437921"/>
                  </a:lnTo>
                  <a:lnTo>
                    <a:pt x="959159" y="2424530"/>
                  </a:lnTo>
                  <a:lnTo>
                    <a:pt x="1052195" y="2408891"/>
                  </a:lnTo>
                  <a:lnTo>
                    <a:pt x="1142984" y="2391043"/>
                  </a:lnTo>
                  <a:lnTo>
                    <a:pt x="1229396" y="2370969"/>
                  </a:lnTo>
                  <a:lnTo>
                    <a:pt x="1310220" y="2348576"/>
                  </a:lnTo>
                  <a:lnTo>
                    <a:pt x="1385001" y="2323675"/>
                  </a:lnTo>
                  <a:lnTo>
                    <a:pt x="1453850" y="2295985"/>
                  </a:lnTo>
                  <a:lnTo>
                    <a:pt x="1517254" y="2265137"/>
                  </a:lnTo>
                  <a:lnTo>
                    <a:pt x="1575931" y="2230687"/>
                  </a:lnTo>
                  <a:lnTo>
                    <a:pt x="1630720" y="2192140"/>
                  </a:lnTo>
                  <a:lnTo>
                    <a:pt x="1682492" y="2149006"/>
                  </a:lnTo>
                  <a:lnTo>
                    <a:pt x="1732085" y="2100873"/>
                  </a:lnTo>
                  <a:lnTo>
                    <a:pt x="1768425" y="2061217"/>
                  </a:lnTo>
                  <a:lnTo>
                    <a:pt x="1807604" y="2014397"/>
                  </a:lnTo>
                  <a:lnTo>
                    <a:pt x="1846412" y="1963979"/>
                  </a:lnTo>
                  <a:lnTo>
                    <a:pt x="1885101" y="1909890"/>
                  </a:lnTo>
                  <a:lnTo>
                    <a:pt x="1923867" y="1852124"/>
                  </a:lnTo>
                  <a:lnTo>
                    <a:pt x="1962855" y="1790745"/>
                  </a:lnTo>
                  <a:lnTo>
                    <a:pt x="2002162" y="1725897"/>
                  </a:lnTo>
                  <a:lnTo>
                    <a:pt x="2041843" y="1657807"/>
                  </a:lnTo>
                  <a:lnTo>
                    <a:pt x="2081916" y="1586785"/>
                  </a:lnTo>
                  <a:lnTo>
                    <a:pt x="2122363" y="1513221"/>
                  </a:lnTo>
                  <a:lnTo>
                    <a:pt x="2163137" y="1437583"/>
                  </a:lnTo>
                  <a:lnTo>
                    <a:pt x="2204165" y="1360397"/>
                  </a:lnTo>
                  <a:lnTo>
                    <a:pt x="2245356" y="1282243"/>
                  </a:lnTo>
                  <a:lnTo>
                    <a:pt x="2286609" y="1203729"/>
                  </a:lnTo>
                  <a:lnTo>
                    <a:pt x="2327818" y="1125475"/>
                  </a:lnTo>
                  <a:lnTo>
                    <a:pt x="2368878" y="1048096"/>
                  </a:lnTo>
                  <a:lnTo>
                    <a:pt x="2409697" y="972174"/>
                  </a:lnTo>
                  <a:lnTo>
                    <a:pt x="2450200" y="898247"/>
                  </a:lnTo>
                  <a:lnTo>
                    <a:pt x="2490335" y="826791"/>
                  </a:lnTo>
                  <a:lnTo>
                    <a:pt x="2530079" y="758210"/>
                  </a:lnTo>
                  <a:lnTo>
                    <a:pt x="2569443" y="692828"/>
                  </a:lnTo>
                  <a:lnTo>
                    <a:pt x="2608476" y="630884"/>
                  </a:lnTo>
                  <a:lnTo>
                    <a:pt x="2647269" y="572535"/>
                  </a:lnTo>
                  <a:lnTo>
                    <a:pt x="2685959" y="517859"/>
                  </a:lnTo>
                  <a:lnTo>
                    <a:pt x="2724732" y="466859"/>
                  </a:lnTo>
                  <a:lnTo>
                    <a:pt x="2763833" y="419472"/>
                  </a:lnTo>
                  <a:lnTo>
                    <a:pt x="2770117" y="412243"/>
                  </a:lnTo>
                  <a:lnTo>
                    <a:pt x="2818558" y="360205"/>
                  </a:lnTo>
                  <a:lnTo>
                    <a:pt x="2868617" y="313337"/>
                  </a:lnTo>
                  <a:lnTo>
                    <a:pt x="2921055" y="271380"/>
                  </a:lnTo>
                  <a:lnTo>
                    <a:pt x="2976723" y="233894"/>
                  </a:lnTo>
                  <a:lnTo>
                    <a:pt x="3036494" y="200378"/>
                  </a:lnTo>
                  <a:lnTo>
                    <a:pt x="3101184" y="170350"/>
                  </a:lnTo>
                  <a:lnTo>
                    <a:pt x="3171466" y="143381"/>
                  </a:lnTo>
                  <a:lnTo>
                    <a:pt x="3247750" y="119123"/>
                  </a:lnTo>
                  <a:lnTo>
                    <a:pt x="3330024" y="97317"/>
                  </a:lnTo>
                  <a:lnTo>
                    <a:pt x="3417664" y="77799"/>
                  </a:lnTo>
                  <a:lnTo>
                    <a:pt x="3509245" y="60496"/>
                  </a:lnTo>
                  <a:lnTo>
                    <a:pt x="3602396" y="45408"/>
                  </a:lnTo>
                  <a:lnTo>
                    <a:pt x="3693811" y="32582"/>
                  </a:lnTo>
                  <a:lnTo>
                    <a:pt x="3779488" y="22066"/>
                  </a:lnTo>
                  <a:lnTo>
                    <a:pt x="3855246" y="13859"/>
                  </a:lnTo>
                  <a:lnTo>
                    <a:pt x="3917479" y="7864"/>
                  </a:lnTo>
                  <a:lnTo>
                    <a:pt x="3963932" y="3860"/>
                  </a:lnTo>
                  <a:lnTo>
                    <a:pt x="3994284" y="1507"/>
                  </a:lnTo>
                  <a:lnTo>
                    <a:pt x="4010344" y="383"/>
                  </a:lnTo>
                  <a:lnTo>
                    <a:pt x="4015900" y="29"/>
                  </a:lnTo>
                  <a:lnTo>
                    <a:pt x="4016409" y="0"/>
                  </a:lnTo>
                  <a:lnTo>
                    <a:pt x="4538543" y="0"/>
                  </a:lnTo>
                  <a:lnTo>
                    <a:pt x="4539794" y="32"/>
                  </a:lnTo>
                  <a:lnTo>
                    <a:pt x="4547973" y="265"/>
                  </a:lnTo>
                  <a:lnTo>
                    <a:pt x="4568432" y="909"/>
                  </a:lnTo>
                  <a:lnTo>
                    <a:pt x="4604601" y="2174"/>
                  </a:lnTo>
                  <a:lnTo>
                    <a:pt x="4657682" y="4245"/>
                  </a:lnTo>
                  <a:lnTo>
                    <a:pt x="4726584" y="7263"/>
                  </a:lnTo>
                  <a:lnTo>
                    <a:pt x="4808302" y="11310"/>
                  </a:lnTo>
                  <a:lnTo>
                    <a:pt x="4898665" y="16410"/>
                  </a:lnTo>
                  <a:lnTo>
                    <a:pt x="4993218" y="22553"/>
                  </a:lnTo>
                  <a:lnTo>
                    <a:pt x="5087968" y="29713"/>
                  </a:lnTo>
                  <a:lnTo>
                    <a:pt x="5179828" y="37877"/>
                  </a:lnTo>
                  <a:lnTo>
                    <a:pt x="5266757" y="47059"/>
                  </a:lnTo>
                  <a:lnTo>
                    <a:pt x="5347676" y="57314"/>
                  </a:lnTo>
                  <a:lnTo>
                    <a:pt x="5422280" y="68739"/>
                  </a:lnTo>
                  <a:lnTo>
                    <a:pt x="5490816" y="81477"/>
                  </a:lnTo>
                  <a:lnTo>
                    <a:pt x="5553893" y="95712"/>
                  </a:lnTo>
                  <a:lnTo>
                    <a:pt x="5612327" y="111659"/>
                  </a:lnTo>
                  <a:lnTo>
                    <a:pt x="5667033" y="129549"/>
                  </a:lnTo>
                  <a:lnTo>
                    <a:pt x="5718933" y="149602"/>
                  </a:lnTo>
                  <a:lnTo>
                    <a:pt x="5768881" y="171978"/>
                  </a:lnTo>
                  <a:lnTo>
                    <a:pt x="5784835" y="179768"/>
                  </a:lnTo>
                  <a:lnTo>
                    <a:pt x="5833774" y="205551"/>
                  </a:lnTo>
                  <a:lnTo>
                    <a:pt x="5882235" y="233804"/>
                  </a:lnTo>
                  <a:lnTo>
                    <a:pt x="5930672" y="264568"/>
                  </a:lnTo>
                  <a:lnTo>
                    <a:pt x="5979402" y="297810"/>
                  </a:lnTo>
                  <a:lnTo>
                    <a:pt x="6028630" y="333416"/>
                  </a:lnTo>
                  <a:lnTo>
                    <a:pt x="6078453" y="371183"/>
                  </a:lnTo>
                  <a:lnTo>
                    <a:pt x="6128878" y="410820"/>
                  </a:lnTo>
                  <a:lnTo>
                    <a:pt x="6179835" y="451953"/>
                  </a:lnTo>
                  <a:lnTo>
                    <a:pt x="6231187" y="494136"/>
                  </a:lnTo>
                  <a:lnTo>
                    <a:pt x="6282754" y="536875"/>
                  </a:lnTo>
                  <a:lnTo>
                    <a:pt x="6334334" y="579643"/>
                  </a:lnTo>
                  <a:lnTo>
                    <a:pt x="6385720" y="621916"/>
                  </a:lnTo>
                  <a:lnTo>
                    <a:pt x="6436729" y="663191"/>
                  </a:lnTo>
                  <a:lnTo>
                    <a:pt x="6487220" y="703018"/>
                  </a:lnTo>
                  <a:lnTo>
                    <a:pt x="6537112" y="741013"/>
                  </a:lnTo>
                  <a:lnTo>
                    <a:pt x="6586404" y="776876"/>
                  </a:lnTo>
                  <a:lnTo>
                    <a:pt x="6635183" y="810393"/>
                  </a:lnTo>
                  <a:lnTo>
                    <a:pt x="6683639" y="841441"/>
                  </a:lnTo>
                  <a:lnTo>
                    <a:pt x="6732077" y="869978"/>
                  </a:lnTo>
                  <a:lnTo>
                    <a:pt x="6780935" y="896038"/>
                  </a:lnTo>
                  <a:lnTo>
                    <a:pt x="6786527" y="898841"/>
                  </a:lnTo>
                  <a:lnTo>
                    <a:pt x="6836002" y="921986"/>
                  </a:lnTo>
                  <a:lnTo>
                    <a:pt x="6887178" y="942782"/>
                  </a:lnTo>
                  <a:lnTo>
                    <a:pt x="6940872" y="961354"/>
                  </a:lnTo>
                  <a:lnTo>
                    <a:pt x="6997991" y="977907"/>
                  </a:lnTo>
                  <a:lnTo>
                    <a:pt x="7059461" y="992674"/>
                  </a:lnTo>
                  <a:lnTo>
                    <a:pt x="7126141" y="1005878"/>
                  </a:lnTo>
                  <a:lnTo>
                    <a:pt x="7198723" y="1017712"/>
                  </a:lnTo>
                  <a:lnTo>
                    <a:pt x="7277590" y="1028335"/>
                  </a:lnTo>
                  <a:lnTo>
                    <a:pt x="7362639" y="1037858"/>
                  </a:lnTo>
                  <a:lnTo>
                    <a:pt x="7453069" y="1046349"/>
                  </a:lnTo>
                  <a:lnTo>
                    <a:pt x="7547167" y="1053837"/>
                  </a:lnTo>
                  <a:lnTo>
                    <a:pt x="7642185" y="1060313"/>
                  </a:lnTo>
                  <a:lnTo>
                    <a:pt x="7734390" y="1065755"/>
                  </a:lnTo>
                  <a:lnTo>
                    <a:pt x="7819410" y="1070144"/>
                  </a:lnTo>
                  <a:lnTo>
                    <a:pt x="7892886" y="1073491"/>
                  </a:lnTo>
                  <a:lnTo>
                    <a:pt x="7951339" y="1075858"/>
                  </a:lnTo>
                  <a:lnTo>
                    <a:pt x="7992992" y="1077366"/>
                  </a:lnTo>
                  <a:lnTo>
                    <a:pt x="8018289" y="1078190"/>
                  </a:lnTo>
                  <a:lnTo>
                    <a:pt x="8029962" y="1078533"/>
                  </a:lnTo>
                  <a:lnTo>
                    <a:pt x="8032774" y="1078608"/>
                  </a:lnTo>
                  <a:lnTo>
                    <a:pt x="8032819" y="1078609"/>
                  </a:lnTo>
                  <a:lnTo>
                    <a:pt x="8554953" y="1078609"/>
                  </a:lnTo>
                  <a:lnTo>
                    <a:pt x="8554953" y="1078609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075" name="pl1075"/>
            <p:cNvSpPr/>
            <p:nvPr/>
          </p:nvSpPr>
          <p:spPr>
            <a:xfrm>
              <a:off x="386606" y="914481"/>
              <a:ext cx="8554953" cy="2473460"/>
            </a:xfrm>
            <a:custGeom>
              <a:avLst/>
              <a:pathLst>
                <a:path w="8554953" h="2473460">
                  <a:moveTo>
                    <a:pt x="8554953" y="1078609"/>
                  </a:moveTo>
                  <a:lnTo>
                    <a:pt x="8032819" y="1078609"/>
                  </a:lnTo>
                  <a:lnTo>
                    <a:pt x="8031568" y="1078577"/>
                  </a:lnTo>
                  <a:lnTo>
                    <a:pt x="8023389" y="1078344"/>
                  </a:lnTo>
                  <a:lnTo>
                    <a:pt x="8002930" y="1077700"/>
                  </a:lnTo>
                  <a:lnTo>
                    <a:pt x="7966761" y="1076435"/>
                  </a:lnTo>
                  <a:lnTo>
                    <a:pt x="7913680" y="1074364"/>
                  </a:lnTo>
                  <a:lnTo>
                    <a:pt x="7844778" y="1071345"/>
                  </a:lnTo>
                  <a:lnTo>
                    <a:pt x="7763060" y="1067299"/>
                  </a:lnTo>
                  <a:lnTo>
                    <a:pt x="7672697" y="1062199"/>
                  </a:lnTo>
                  <a:lnTo>
                    <a:pt x="7578144" y="1056056"/>
                  </a:lnTo>
                  <a:lnTo>
                    <a:pt x="7483394" y="1048895"/>
                  </a:lnTo>
                  <a:lnTo>
                    <a:pt x="7391534" y="1040732"/>
                  </a:lnTo>
                  <a:lnTo>
                    <a:pt x="7304605" y="1031549"/>
                  </a:lnTo>
                  <a:lnTo>
                    <a:pt x="7223686" y="1021295"/>
                  </a:lnTo>
                  <a:lnTo>
                    <a:pt x="7149082" y="1009870"/>
                  </a:lnTo>
                  <a:lnTo>
                    <a:pt x="7080546" y="997131"/>
                  </a:lnTo>
                  <a:lnTo>
                    <a:pt x="7017469" y="982897"/>
                  </a:lnTo>
                  <a:lnTo>
                    <a:pt x="6959035" y="966950"/>
                  </a:lnTo>
                  <a:lnTo>
                    <a:pt x="6904329" y="949060"/>
                  </a:lnTo>
                  <a:lnTo>
                    <a:pt x="6852429" y="929007"/>
                  </a:lnTo>
                  <a:lnTo>
                    <a:pt x="6802481" y="906631"/>
                  </a:lnTo>
                  <a:lnTo>
                    <a:pt x="6786527" y="898841"/>
                  </a:lnTo>
                  <a:lnTo>
                    <a:pt x="6737588" y="873057"/>
                  </a:lnTo>
                  <a:lnTo>
                    <a:pt x="6689126" y="844804"/>
                  </a:lnTo>
                  <a:lnTo>
                    <a:pt x="6640690" y="814040"/>
                  </a:lnTo>
                  <a:lnTo>
                    <a:pt x="6591960" y="780798"/>
                  </a:lnTo>
                  <a:lnTo>
                    <a:pt x="6542732" y="745193"/>
                  </a:lnTo>
                  <a:lnTo>
                    <a:pt x="6492909" y="707426"/>
                  </a:lnTo>
                  <a:lnTo>
                    <a:pt x="6442484" y="667789"/>
                  </a:lnTo>
                  <a:lnTo>
                    <a:pt x="6391527" y="626656"/>
                  </a:lnTo>
                  <a:lnTo>
                    <a:pt x="6340175" y="584472"/>
                  </a:lnTo>
                  <a:lnTo>
                    <a:pt x="6288608" y="541734"/>
                  </a:lnTo>
                  <a:lnTo>
                    <a:pt x="6237028" y="498965"/>
                  </a:lnTo>
                  <a:lnTo>
                    <a:pt x="6185642" y="456693"/>
                  </a:lnTo>
                  <a:lnTo>
                    <a:pt x="6134633" y="415418"/>
                  </a:lnTo>
                  <a:lnTo>
                    <a:pt x="6084142" y="375591"/>
                  </a:lnTo>
                  <a:lnTo>
                    <a:pt x="6034250" y="337596"/>
                  </a:lnTo>
                  <a:lnTo>
                    <a:pt x="5984958" y="301733"/>
                  </a:lnTo>
                  <a:lnTo>
                    <a:pt x="5936179" y="268215"/>
                  </a:lnTo>
                  <a:lnTo>
                    <a:pt x="5887723" y="237167"/>
                  </a:lnTo>
                  <a:lnTo>
                    <a:pt x="5839285" y="208630"/>
                  </a:lnTo>
                  <a:lnTo>
                    <a:pt x="5790427" y="182571"/>
                  </a:lnTo>
                  <a:lnTo>
                    <a:pt x="5784835" y="179768"/>
                  </a:lnTo>
                  <a:lnTo>
                    <a:pt x="5735360" y="156623"/>
                  </a:lnTo>
                  <a:lnTo>
                    <a:pt x="5684183" y="135826"/>
                  </a:lnTo>
                  <a:lnTo>
                    <a:pt x="5630490" y="117255"/>
                  </a:lnTo>
                  <a:lnTo>
                    <a:pt x="5573371" y="100702"/>
                  </a:lnTo>
                  <a:lnTo>
                    <a:pt x="5511901" y="85935"/>
                  </a:lnTo>
                  <a:lnTo>
                    <a:pt x="5445221" y="72731"/>
                  </a:lnTo>
                  <a:lnTo>
                    <a:pt x="5372639" y="60896"/>
                  </a:lnTo>
                  <a:lnTo>
                    <a:pt x="5293772" y="50274"/>
                  </a:lnTo>
                  <a:lnTo>
                    <a:pt x="5208723" y="40751"/>
                  </a:lnTo>
                  <a:lnTo>
                    <a:pt x="5118293" y="32259"/>
                  </a:lnTo>
                  <a:lnTo>
                    <a:pt x="5024195" y="24772"/>
                  </a:lnTo>
                  <a:lnTo>
                    <a:pt x="4929177" y="18296"/>
                  </a:lnTo>
                  <a:lnTo>
                    <a:pt x="4836972" y="12854"/>
                  </a:lnTo>
                  <a:lnTo>
                    <a:pt x="4751952" y="8465"/>
                  </a:lnTo>
                  <a:lnTo>
                    <a:pt x="4678476" y="5118"/>
                  </a:lnTo>
                  <a:lnTo>
                    <a:pt x="4620023" y="2751"/>
                  </a:lnTo>
                  <a:lnTo>
                    <a:pt x="4578370" y="1243"/>
                  </a:lnTo>
                  <a:lnTo>
                    <a:pt x="4553073" y="419"/>
                  </a:lnTo>
                  <a:lnTo>
                    <a:pt x="4541399" y="76"/>
                  </a:lnTo>
                  <a:lnTo>
                    <a:pt x="4538588" y="1"/>
                  </a:lnTo>
                  <a:lnTo>
                    <a:pt x="4538543" y="0"/>
                  </a:lnTo>
                  <a:lnTo>
                    <a:pt x="4016409" y="0"/>
                  </a:lnTo>
                  <a:lnTo>
                    <a:pt x="4015233" y="70"/>
                  </a:lnTo>
                  <a:lnTo>
                    <a:pt x="4007528" y="571"/>
                  </a:lnTo>
                  <a:lnTo>
                    <a:pt x="3988215" y="1957"/>
                  </a:lnTo>
                  <a:lnTo>
                    <a:pt x="3953969" y="4682"/>
                  </a:lnTo>
                  <a:lnTo>
                    <a:pt x="3903503" y="9151"/>
                  </a:lnTo>
                  <a:lnTo>
                    <a:pt x="3837652" y="15677"/>
                  </a:lnTo>
                  <a:lnTo>
                    <a:pt x="3759069" y="24450"/>
                  </a:lnTo>
                  <a:lnTo>
                    <a:pt x="3671580" y="35539"/>
                  </a:lnTo>
                  <a:lnTo>
                    <a:pt x="3579383" y="48930"/>
                  </a:lnTo>
                  <a:lnTo>
                    <a:pt x="3486347" y="64569"/>
                  </a:lnTo>
                  <a:lnTo>
                    <a:pt x="3395559" y="82417"/>
                  </a:lnTo>
                  <a:lnTo>
                    <a:pt x="3309146" y="102491"/>
                  </a:lnTo>
                  <a:lnTo>
                    <a:pt x="3228323" y="124884"/>
                  </a:lnTo>
                  <a:lnTo>
                    <a:pt x="3153541" y="149785"/>
                  </a:lnTo>
                  <a:lnTo>
                    <a:pt x="3084692" y="177474"/>
                  </a:lnTo>
                  <a:lnTo>
                    <a:pt x="3021288" y="208322"/>
                  </a:lnTo>
                  <a:lnTo>
                    <a:pt x="2962611" y="242773"/>
                  </a:lnTo>
                  <a:lnTo>
                    <a:pt x="2907823" y="281319"/>
                  </a:lnTo>
                  <a:lnTo>
                    <a:pt x="2856050" y="324454"/>
                  </a:lnTo>
                  <a:lnTo>
                    <a:pt x="2806457" y="372587"/>
                  </a:lnTo>
                  <a:lnTo>
                    <a:pt x="2770117" y="412243"/>
                  </a:lnTo>
                  <a:lnTo>
                    <a:pt x="2730938" y="459063"/>
                  </a:lnTo>
                  <a:lnTo>
                    <a:pt x="2692130" y="509481"/>
                  </a:lnTo>
                  <a:lnTo>
                    <a:pt x="2653441" y="563570"/>
                  </a:lnTo>
                  <a:lnTo>
                    <a:pt x="2614675" y="621336"/>
                  </a:lnTo>
                  <a:lnTo>
                    <a:pt x="2575687" y="682715"/>
                  </a:lnTo>
                  <a:lnTo>
                    <a:pt x="2536380" y="747563"/>
                  </a:lnTo>
                  <a:lnTo>
                    <a:pt x="2496699" y="815653"/>
                  </a:lnTo>
                  <a:lnTo>
                    <a:pt x="2456626" y="886675"/>
                  </a:lnTo>
                  <a:lnTo>
                    <a:pt x="2416179" y="960238"/>
                  </a:lnTo>
                  <a:lnTo>
                    <a:pt x="2375405" y="1035877"/>
                  </a:lnTo>
                  <a:lnTo>
                    <a:pt x="2334378" y="1113063"/>
                  </a:lnTo>
                  <a:lnTo>
                    <a:pt x="2293186" y="1191217"/>
                  </a:lnTo>
                  <a:lnTo>
                    <a:pt x="2251933" y="1269731"/>
                  </a:lnTo>
                  <a:lnTo>
                    <a:pt x="2210725" y="1347984"/>
                  </a:lnTo>
                  <a:lnTo>
                    <a:pt x="2169664" y="1425364"/>
                  </a:lnTo>
                  <a:lnTo>
                    <a:pt x="2128845" y="1501286"/>
                  </a:lnTo>
                  <a:lnTo>
                    <a:pt x="2088342" y="1575213"/>
                  </a:lnTo>
                  <a:lnTo>
                    <a:pt x="2048207" y="1646669"/>
                  </a:lnTo>
                  <a:lnTo>
                    <a:pt x="2008463" y="1715249"/>
                  </a:lnTo>
                  <a:lnTo>
                    <a:pt x="1969099" y="1780632"/>
                  </a:lnTo>
                  <a:lnTo>
                    <a:pt x="1930066" y="1842576"/>
                  </a:lnTo>
                  <a:lnTo>
                    <a:pt x="1891273" y="1900925"/>
                  </a:lnTo>
                  <a:lnTo>
                    <a:pt x="1852583" y="1955601"/>
                  </a:lnTo>
                  <a:lnTo>
                    <a:pt x="1813810" y="2006601"/>
                  </a:lnTo>
                  <a:lnTo>
                    <a:pt x="1774710" y="2053988"/>
                  </a:lnTo>
                  <a:lnTo>
                    <a:pt x="1768425" y="2061217"/>
                  </a:lnTo>
                  <a:lnTo>
                    <a:pt x="1719984" y="2113255"/>
                  </a:lnTo>
                  <a:lnTo>
                    <a:pt x="1669925" y="2160123"/>
                  </a:lnTo>
                  <a:lnTo>
                    <a:pt x="1617488" y="2202079"/>
                  </a:lnTo>
                  <a:lnTo>
                    <a:pt x="1561819" y="2239566"/>
                  </a:lnTo>
                  <a:lnTo>
                    <a:pt x="1502048" y="2273082"/>
                  </a:lnTo>
                  <a:lnTo>
                    <a:pt x="1437358" y="2303110"/>
                  </a:lnTo>
                  <a:lnTo>
                    <a:pt x="1367076" y="2330079"/>
                  </a:lnTo>
                  <a:lnTo>
                    <a:pt x="1290792" y="2354337"/>
                  </a:lnTo>
                  <a:lnTo>
                    <a:pt x="1208518" y="2376143"/>
                  </a:lnTo>
                  <a:lnTo>
                    <a:pt x="1120878" y="2395661"/>
                  </a:lnTo>
                  <a:lnTo>
                    <a:pt x="1029298" y="2412964"/>
                  </a:lnTo>
                  <a:lnTo>
                    <a:pt x="936147" y="2428052"/>
                  </a:lnTo>
                  <a:lnTo>
                    <a:pt x="844731" y="2440878"/>
                  </a:lnTo>
                  <a:lnTo>
                    <a:pt x="759054" y="2451394"/>
                  </a:lnTo>
                  <a:lnTo>
                    <a:pt x="683296" y="2459601"/>
                  </a:lnTo>
                  <a:lnTo>
                    <a:pt x="621063" y="2465596"/>
                  </a:lnTo>
                  <a:lnTo>
                    <a:pt x="574610" y="2469600"/>
                  </a:lnTo>
                  <a:lnTo>
                    <a:pt x="544259" y="2471953"/>
                  </a:lnTo>
                  <a:lnTo>
                    <a:pt x="528198" y="2473077"/>
                  </a:lnTo>
                  <a:lnTo>
                    <a:pt x="522642" y="2473431"/>
                  </a:lnTo>
                  <a:lnTo>
                    <a:pt x="522133" y="2473460"/>
                  </a:lnTo>
                  <a:lnTo>
                    <a:pt x="0" y="2473460"/>
                  </a:lnTo>
                  <a:lnTo>
                    <a:pt x="0" y="247346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076" name="pg1076"/>
            <p:cNvSpPr/>
            <p:nvPr/>
          </p:nvSpPr>
          <p:spPr>
            <a:xfrm>
              <a:off x="386606" y="965305"/>
              <a:ext cx="8554953" cy="2456519"/>
            </a:xfrm>
            <a:custGeom>
              <a:avLst/>
              <a:pathLst>
                <a:path w="8554953" h="2456519">
                  <a:moveTo>
                    <a:pt x="0" y="2456519"/>
                  </a:moveTo>
                  <a:lnTo>
                    <a:pt x="522133" y="2456519"/>
                  </a:lnTo>
                  <a:lnTo>
                    <a:pt x="523311" y="2456449"/>
                  </a:lnTo>
                  <a:lnTo>
                    <a:pt x="531026" y="2455952"/>
                  </a:lnTo>
                  <a:lnTo>
                    <a:pt x="550363" y="2454576"/>
                  </a:lnTo>
                  <a:lnTo>
                    <a:pt x="584650" y="2451873"/>
                  </a:lnTo>
                  <a:lnTo>
                    <a:pt x="635170" y="2447439"/>
                  </a:lnTo>
                  <a:lnTo>
                    <a:pt x="701086" y="2440965"/>
                  </a:lnTo>
                  <a:lnTo>
                    <a:pt x="779736" y="2432261"/>
                  </a:lnTo>
                  <a:lnTo>
                    <a:pt x="867287" y="2421260"/>
                  </a:lnTo>
                  <a:lnTo>
                    <a:pt x="959535" y="2407977"/>
                  </a:lnTo>
                  <a:lnTo>
                    <a:pt x="1052609" y="2392465"/>
                  </a:lnTo>
                  <a:lnTo>
                    <a:pt x="1143422" y="2374761"/>
                  </a:lnTo>
                  <a:lnTo>
                    <a:pt x="1229847" y="2354851"/>
                  </a:lnTo>
                  <a:lnTo>
                    <a:pt x="1310674" y="2332638"/>
                  </a:lnTo>
                  <a:lnTo>
                    <a:pt x="1385452" y="2307938"/>
                  </a:lnTo>
                  <a:lnTo>
                    <a:pt x="1454295" y="2280470"/>
                  </a:lnTo>
                  <a:lnTo>
                    <a:pt x="1517691" y="2249867"/>
                  </a:lnTo>
                  <a:lnTo>
                    <a:pt x="1576363" y="2215687"/>
                  </a:lnTo>
                  <a:lnTo>
                    <a:pt x="1631149" y="2177442"/>
                  </a:lnTo>
                  <a:lnTo>
                    <a:pt x="1682923" y="2134642"/>
                  </a:lnTo>
                  <a:lnTo>
                    <a:pt x="1732522" y="2086883"/>
                  </a:lnTo>
                  <a:lnTo>
                    <a:pt x="1768425" y="2048040"/>
                  </a:lnTo>
                  <a:lnTo>
                    <a:pt x="1807735" y="2001487"/>
                  </a:lnTo>
                  <a:lnTo>
                    <a:pt x="1846671" y="1951344"/>
                  </a:lnTo>
                  <a:lnTo>
                    <a:pt x="1885489" y="1897539"/>
                  </a:lnTo>
                  <a:lnTo>
                    <a:pt x="1924387" y="1840066"/>
                  </a:lnTo>
                  <a:lnTo>
                    <a:pt x="1963510" y="1778990"/>
                  </a:lnTo>
                  <a:lnTo>
                    <a:pt x="2002955" y="1714458"/>
                  </a:lnTo>
                  <a:lnTo>
                    <a:pt x="2042778" y="1646697"/>
                  </a:lnTo>
                  <a:lnTo>
                    <a:pt x="2082995" y="1576019"/>
                  </a:lnTo>
                  <a:lnTo>
                    <a:pt x="2123588" y="1502819"/>
                  </a:lnTo>
                  <a:lnTo>
                    <a:pt x="2164507" y="1427563"/>
                  </a:lnTo>
                  <a:lnTo>
                    <a:pt x="2205679" y="1350782"/>
                  </a:lnTo>
                  <a:lnTo>
                    <a:pt x="2247013" y="1273057"/>
                  </a:lnTo>
                  <a:lnTo>
                    <a:pt x="2288405" y="1194998"/>
                  </a:lnTo>
                  <a:lnTo>
                    <a:pt x="2329746" y="1117227"/>
                  </a:lnTo>
                  <a:lnTo>
                    <a:pt x="2370934" y="1040354"/>
                  </a:lnTo>
                  <a:lnTo>
                    <a:pt x="2411876" y="964964"/>
                  </a:lnTo>
                  <a:lnTo>
                    <a:pt x="2452495" y="891591"/>
                  </a:lnTo>
                  <a:lnTo>
                    <a:pt x="2492741" y="820708"/>
                  </a:lnTo>
                  <a:lnTo>
                    <a:pt x="2532594" y="752715"/>
                  </a:lnTo>
                  <a:lnTo>
                    <a:pt x="2572066" y="687930"/>
                  </a:lnTo>
                  <a:lnTo>
                    <a:pt x="2611210" y="626587"/>
                  </a:lnTo>
                  <a:lnTo>
                    <a:pt x="2650121" y="568839"/>
                  </a:lnTo>
                  <a:lnTo>
                    <a:pt x="2688939" y="514756"/>
                  </a:lnTo>
                  <a:lnTo>
                    <a:pt x="2727858" y="464338"/>
                  </a:lnTo>
                  <a:lnTo>
                    <a:pt x="2767129" y="417518"/>
                  </a:lnTo>
                  <a:lnTo>
                    <a:pt x="2770117" y="414125"/>
                  </a:lnTo>
                  <a:lnTo>
                    <a:pt x="2818581" y="362541"/>
                  </a:lnTo>
                  <a:lnTo>
                    <a:pt x="2868663" y="316084"/>
                  </a:lnTo>
                  <a:lnTo>
                    <a:pt x="2921127" y="274496"/>
                  </a:lnTo>
                  <a:lnTo>
                    <a:pt x="2976827" y="237342"/>
                  </a:lnTo>
                  <a:lnTo>
                    <a:pt x="3036634" y="204125"/>
                  </a:lnTo>
                  <a:lnTo>
                    <a:pt x="3101366" y="174366"/>
                  </a:lnTo>
                  <a:lnTo>
                    <a:pt x="3171696" y="147639"/>
                  </a:lnTo>
                  <a:lnTo>
                    <a:pt x="3248035" y="123600"/>
                  </a:lnTo>
                  <a:lnTo>
                    <a:pt x="3330368" y="101993"/>
                  </a:lnTo>
                  <a:lnTo>
                    <a:pt x="3418068" y="82654"/>
                  </a:lnTo>
                  <a:lnTo>
                    <a:pt x="3509703" y="65511"/>
                  </a:lnTo>
                  <a:lnTo>
                    <a:pt x="3602896" y="50566"/>
                  </a:lnTo>
                  <a:lnTo>
                    <a:pt x="3694332" y="37864"/>
                  </a:lnTo>
                  <a:lnTo>
                    <a:pt x="3779999" y="27453"/>
                  </a:lnTo>
                  <a:lnTo>
                    <a:pt x="3855714" y="19333"/>
                  </a:lnTo>
                  <a:lnTo>
                    <a:pt x="3917870" y="13405"/>
                  </a:lnTo>
                  <a:lnTo>
                    <a:pt x="3964224" y="9449"/>
                  </a:lnTo>
                  <a:lnTo>
                    <a:pt x="3994467" y="7127"/>
                  </a:lnTo>
                  <a:lnTo>
                    <a:pt x="4010429" y="6021"/>
                  </a:lnTo>
                  <a:lnTo>
                    <a:pt x="4015918" y="5675"/>
                  </a:lnTo>
                  <a:lnTo>
                    <a:pt x="4016409" y="5647"/>
                  </a:lnTo>
                  <a:lnTo>
                    <a:pt x="4538543" y="5647"/>
                  </a:lnTo>
                  <a:lnTo>
                    <a:pt x="4539785" y="5686"/>
                  </a:lnTo>
                  <a:lnTo>
                    <a:pt x="4547911" y="5964"/>
                  </a:lnTo>
                  <a:lnTo>
                    <a:pt x="4568241" y="6734"/>
                  </a:lnTo>
                  <a:lnTo>
                    <a:pt x="4604195" y="8247"/>
                  </a:lnTo>
                  <a:lnTo>
                    <a:pt x="4656983" y="10725"/>
                  </a:lnTo>
                  <a:lnTo>
                    <a:pt x="4725546" y="14336"/>
                  </a:lnTo>
                  <a:lnTo>
                    <a:pt x="4806918" y="19179"/>
                  </a:lnTo>
                  <a:lnTo>
                    <a:pt x="4896965" y="25285"/>
                  </a:lnTo>
                  <a:lnTo>
                    <a:pt x="4991263" y="32641"/>
                  </a:lnTo>
                  <a:lnTo>
                    <a:pt x="5085830" y="41218"/>
                  </a:lnTo>
                  <a:lnTo>
                    <a:pt x="5177578" y="50997"/>
                  </a:lnTo>
                  <a:lnTo>
                    <a:pt x="5264455" y="61996"/>
                  </a:lnTo>
                  <a:lnTo>
                    <a:pt x="5345368" y="74278"/>
                  </a:lnTo>
                  <a:lnTo>
                    <a:pt x="5419994" y="87959"/>
                  </a:lnTo>
                  <a:lnTo>
                    <a:pt x="5488566" y="103208"/>
                  </a:lnTo>
                  <a:lnTo>
                    <a:pt x="5551678" y="120243"/>
                  </a:lnTo>
                  <a:lnTo>
                    <a:pt x="5610138" y="139319"/>
                  </a:lnTo>
                  <a:lnTo>
                    <a:pt x="5664849" y="160715"/>
                  </a:lnTo>
                  <a:lnTo>
                    <a:pt x="5716730" y="184693"/>
                  </a:lnTo>
                  <a:lnTo>
                    <a:pt x="5766635" y="211450"/>
                  </a:lnTo>
                  <a:lnTo>
                    <a:pt x="5784835" y="222122"/>
                  </a:lnTo>
                  <a:lnTo>
                    <a:pt x="5832073" y="252034"/>
                  </a:lnTo>
                  <a:lnTo>
                    <a:pt x="5878851" y="284714"/>
                  </a:lnTo>
                  <a:lnTo>
                    <a:pt x="5925580" y="320208"/>
                  </a:lnTo>
                  <a:lnTo>
                    <a:pt x="5972558" y="358491"/>
                  </a:lnTo>
                  <a:lnTo>
                    <a:pt x="6019979" y="399449"/>
                  </a:lnTo>
                  <a:lnTo>
                    <a:pt x="6067945" y="442877"/>
                  </a:lnTo>
                  <a:lnTo>
                    <a:pt x="6116479" y="488480"/>
                  </a:lnTo>
                  <a:lnTo>
                    <a:pt x="6165529" y="535871"/>
                  </a:lnTo>
                  <a:lnTo>
                    <a:pt x="6214989" y="584588"/>
                  </a:lnTo>
                  <a:lnTo>
                    <a:pt x="6264705" y="634108"/>
                  </a:lnTo>
                  <a:lnTo>
                    <a:pt x="6314500" y="683868"/>
                  </a:lnTo>
                  <a:lnTo>
                    <a:pt x="6364188" y="733297"/>
                  </a:lnTo>
                  <a:lnTo>
                    <a:pt x="6413592" y="781839"/>
                  </a:lnTo>
                  <a:lnTo>
                    <a:pt x="6462566" y="828977"/>
                  </a:lnTo>
                  <a:lnTo>
                    <a:pt x="6511012" y="874261"/>
                  </a:lnTo>
                  <a:lnTo>
                    <a:pt x="6558889" y="917318"/>
                  </a:lnTo>
                  <a:lnTo>
                    <a:pt x="6606231" y="957865"/>
                  </a:lnTo>
                  <a:lnTo>
                    <a:pt x="6653155" y="995714"/>
                  </a:lnTo>
                  <a:lnTo>
                    <a:pt x="6699869" y="1030765"/>
                  </a:lnTo>
                  <a:lnTo>
                    <a:pt x="6746688" y="1063003"/>
                  </a:lnTo>
                  <a:lnTo>
                    <a:pt x="6786527" y="1088021"/>
                  </a:lnTo>
                  <a:lnTo>
                    <a:pt x="6835887" y="1115832"/>
                  </a:lnTo>
                  <a:lnTo>
                    <a:pt x="6886940" y="1140827"/>
                  </a:lnTo>
                  <a:lnTo>
                    <a:pt x="6940494" y="1163154"/>
                  </a:lnTo>
                  <a:lnTo>
                    <a:pt x="6997451" y="1183060"/>
                  </a:lnTo>
                  <a:lnTo>
                    <a:pt x="7058732" y="1200822"/>
                  </a:lnTo>
                  <a:lnTo>
                    <a:pt x="7125190" y="1216708"/>
                  </a:lnTo>
                  <a:lnTo>
                    <a:pt x="7197515" y="1230949"/>
                  </a:lnTo>
                  <a:lnTo>
                    <a:pt x="7276094" y="1243735"/>
                  </a:lnTo>
                  <a:lnTo>
                    <a:pt x="7360836" y="1255201"/>
                  </a:lnTo>
                  <a:lnTo>
                    <a:pt x="7450958" y="1265429"/>
                  </a:lnTo>
                  <a:lnTo>
                    <a:pt x="7544782" y="1274454"/>
                  </a:lnTo>
                  <a:lnTo>
                    <a:pt x="7639604" y="1282267"/>
                  </a:lnTo>
                  <a:lnTo>
                    <a:pt x="7731738" y="1288841"/>
                  </a:lnTo>
                  <a:lnTo>
                    <a:pt x="7816852" y="1294153"/>
                  </a:lnTo>
                  <a:lnTo>
                    <a:pt x="7890605" y="1298215"/>
                  </a:lnTo>
                  <a:lnTo>
                    <a:pt x="7949497" y="1301098"/>
                  </a:lnTo>
                  <a:lnTo>
                    <a:pt x="7991692" y="1302946"/>
                  </a:lnTo>
                  <a:lnTo>
                    <a:pt x="8017544" y="1303963"/>
                  </a:lnTo>
                  <a:lnTo>
                    <a:pt x="8029681" y="1304395"/>
                  </a:lnTo>
                  <a:lnTo>
                    <a:pt x="8032819" y="1304496"/>
                  </a:lnTo>
                  <a:lnTo>
                    <a:pt x="8554953" y="1304496"/>
                  </a:lnTo>
                  <a:lnTo>
                    <a:pt x="8554953" y="1298849"/>
                  </a:lnTo>
                  <a:lnTo>
                    <a:pt x="8032819" y="1298849"/>
                  </a:lnTo>
                  <a:lnTo>
                    <a:pt x="8031577" y="1298810"/>
                  </a:lnTo>
                  <a:lnTo>
                    <a:pt x="8023451" y="1298531"/>
                  </a:lnTo>
                  <a:lnTo>
                    <a:pt x="8003121" y="1297761"/>
                  </a:lnTo>
                  <a:lnTo>
                    <a:pt x="7967167" y="1296249"/>
                  </a:lnTo>
                  <a:lnTo>
                    <a:pt x="7914379" y="1293771"/>
                  </a:lnTo>
                  <a:lnTo>
                    <a:pt x="7845816" y="1290160"/>
                  </a:lnTo>
                  <a:lnTo>
                    <a:pt x="7764444" y="1285317"/>
                  </a:lnTo>
                  <a:lnTo>
                    <a:pt x="7674396" y="1279211"/>
                  </a:lnTo>
                  <a:lnTo>
                    <a:pt x="7580099" y="1271854"/>
                  </a:lnTo>
                  <a:lnTo>
                    <a:pt x="7485532" y="1263278"/>
                  </a:lnTo>
                  <a:lnTo>
                    <a:pt x="7393784" y="1253498"/>
                  </a:lnTo>
                  <a:lnTo>
                    <a:pt x="7306907" y="1242499"/>
                  </a:lnTo>
                  <a:lnTo>
                    <a:pt x="7225994" y="1230218"/>
                  </a:lnTo>
                  <a:lnTo>
                    <a:pt x="7151368" y="1216537"/>
                  </a:lnTo>
                  <a:lnTo>
                    <a:pt x="7082796" y="1201287"/>
                  </a:lnTo>
                  <a:lnTo>
                    <a:pt x="7019684" y="1184253"/>
                  </a:lnTo>
                  <a:lnTo>
                    <a:pt x="6961224" y="1165176"/>
                  </a:lnTo>
                  <a:lnTo>
                    <a:pt x="6906513" y="1143781"/>
                  </a:lnTo>
                  <a:lnTo>
                    <a:pt x="6854632" y="1119802"/>
                  </a:lnTo>
                  <a:lnTo>
                    <a:pt x="6804727" y="1093045"/>
                  </a:lnTo>
                  <a:lnTo>
                    <a:pt x="6786527" y="1082374"/>
                  </a:lnTo>
                  <a:lnTo>
                    <a:pt x="6739288" y="1052461"/>
                  </a:lnTo>
                  <a:lnTo>
                    <a:pt x="6692511" y="1019782"/>
                  </a:lnTo>
                  <a:lnTo>
                    <a:pt x="6645782" y="984287"/>
                  </a:lnTo>
                  <a:lnTo>
                    <a:pt x="6598804" y="946005"/>
                  </a:lnTo>
                  <a:lnTo>
                    <a:pt x="6551383" y="905047"/>
                  </a:lnTo>
                  <a:lnTo>
                    <a:pt x="6503417" y="861618"/>
                  </a:lnTo>
                  <a:lnTo>
                    <a:pt x="6454883" y="816016"/>
                  </a:lnTo>
                  <a:lnTo>
                    <a:pt x="6405833" y="768624"/>
                  </a:lnTo>
                  <a:lnTo>
                    <a:pt x="6356373" y="719907"/>
                  </a:lnTo>
                  <a:lnTo>
                    <a:pt x="6306657" y="670388"/>
                  </a:lnTo>
                  <a:lnTo>
                    <a:pt x="6256862" y="620627"/>
                  </a:lnTo>
                  <a:lnTo>
                    <a:pt x="6207174" y="571198"/>
                  </a:lnTo>
                  <a:lnTo>
                    <a:pt x="6157770" y="522657"/>
                  </a:lnTo>
                  <a:lnTo>
                    <a:pt x="6108795" y="475518"/>
                  </a:lnTo>
                  <a:lnTo>
                    <a:pt x="6060350" y="430234"/>
                  </a:lnTo>
                  <a:lnTo>
                    <a:pt x="6012473" y="387178"/>
                  </a:lnTo>
                  <a:lnTo>
                    <a:pt x="5965130" y="346630"/>
                  </a:lnTo>
                  <a:lnTo>
                    <a:pt x="5918207" y="308782"/>
                  </a:lnTo>
                  <a:lnTo>
                    <a:pt x="5871493" y="273731"/>
                  </a:lnTo>
                  <a:lnTo>
                    <a:pt x="5824674" y="241493"/>
                  </a:lnTo>
                  <a:lnTo>
                    <a:pt x="5784835" y="216474"/>
                  </a:lnTo>
                  <a:lnTo>
                    <a:pt x="5735475" y="188664"/>
                  </a:lnTo>
                  <a:lnTo>
                    <a:pt x="5684422" y="163668"/>
                  </a:lnTo>
                  <a:lnTo>
                    <a:pt x="5630868" y="141341"/>
                  </a:lnTo>
                  <a:lnTo>
                    <a:pt x="5573910" y="121435"/>
                  </a:lnTo>
                  <a:lnTo>
                    <a:pt x="5512630" y="103673"/>
                  </a:lnTo>
                  <a:lnTo>
                    <a:pt x="5446171" y="87788"/>
                  </a:lnTo>
                  <a:lnTo>
                    <a:pt x="5373847" y="73546"/>
                  </a:lnTo>
                  <a:lnTo>
                    <a:pt x="5295268" y="60761"/>
                  </a:lnTo>
                  <a:lnTo>
                    <a:pt x="5210526" y="49295"/>
                  </a:lnTo>
                  <a:lnTo>
                    <a:pt x="5120404" y="39066"/>
                  </a:lnTo>
                  <a:lnTo>
                    <a:pt x="5026580" y="30042"/>
                  </a:lnTo>
                  <a:lnTo>
                    <a:pt x="4931758" y="22228"/>
                  </a:lnTo>
                  <a:lnTo>
                    <a:pt x="4839624" y="15654"/>
                  </a:lnTo>
                  <a:lnTo>
                    <a:pt x="4754510" y="10343"/>
                  </a:lnTo>
                  <a:lnTo>
                    <a:pt x="4680757" y="6281"/>
                  </a:lnTo>
                  <a:lnTo>
                    <a:pt x="4621865" y="3398"/>
                  </a:lnTo>
                  <a:lnTo>
                    <a:pt x="4579670" y="1550"/>
                  </a:lnTo>
                  <a:lnTo>
                    <a:pt x="4553818" y="532"/>
                  </a:lnTo>
                  <a:lnTo>
                    <a:pt x="4541681" y="101"/>
                  </a:lnTo>
                  <a:lnTo>
                    <a:pt x="4538543" y="0"/>
                  </a:lnTo>
                  <a:lnTo>
                    <a:pt x="4016409" y="0"/>
                  </a:lnTo>
                  <a:lnTo>
                    <a:pt x="4015231" y="69"/>
                  </a:lnTo>
                  <a:lnTo>
                    <a:pt x="4007516" y="567"/>
                  </a:lnTo>
                  <a:lnTo>
                    <a:pt x="3988179" y="1942"/>
                  </a:lnTo>
                  <a:lnTo>
                    <a:pt x="3953893" y="4645"/>
                  </a:lnTo>
                  <a:lnTo>
                    <a:pt x="3903372" y="9079"/>
                  </a:lnTo>
                  <a:lnTo>
                    <a:pt x="3837456" y="15554"/>
                  </a:lnTo>
                  <a:lnTo>
                    <a:pt x="3758806" y="24257"/>
                  </a:lnTo>
                  <a:lnTo>
                    <a:pt x="3671255" y="35258"/>
                  </a:lnTo>
                  <a:lnTo>
                    <a:pt x="3579007" y="48541"/>
                  </a:lnTo>
                  <a:lnTo>
                    <a:pt x="3485933" y="64054"/>
                  </a:lnTo>
                  <a:lnTo>
                    <a:pt x="3395120" y="81757"/>
                  </a:lnTo>
                  <a:lnTo>
                    <a:pt x="3308695" y="101668"/>
                  </a:lnTo>
                  <a:lnTo>
                    <a:pt x="3227869" y="123880"/>
                  </a:lnTo>
                  <a:lnTo>
                    <a:pt x="3153090" y="148580"/>
                  </a:lnTo>
                  <a:lnTo>
                    <a:pt x="3084248" y="176049"/>
                  </a:lnTo>
                  <a:lnTo>
                    <a:pt x="3020851" y="206652"/>
                  </a:lnTo>
                  <a:lnTo>
                    <a:pt x="2962180" y="240832"/>
                  </a:lnTo>
                  <a:lnTo>
                    <a:pt x="2907394" y="279077"/>
                  </a:lnTo>
                  <a:lnTo>
                    <a:pt x="2855619" y="321876"/>
                  </a:lnTo>
                  <a:lnTo>
                    <a:pt x="2806020" y="369635"/>
                  </a:lnTo>
                  <a:lnTo>
                    <a:pt x="2770117" y="408478"/>
                  </a:lnTo>
                  <a:lnTo>
                    <a:pt x="2730807" y="455032"/>
                  </a:lnTo>
                  <a:lnTo>
                    <a:pt x="2691871" y="505175"/>
                  </a:lnTo>
                  <a:lnTo>
                    <a:pt x="2653053" y="558980"/>
                  </a:lnTo>
                  <a:lnTo>
                    <a:pt x="2614155" y="616453"/>
                  </a:lnTo>
                  <a:lnTo>
                    <a:pt x="2575032" y="677528"/>
                  </a:lnTo>
                  <a:lnTo>
                    <a:pt x="2535587" y="742061"/>
                  </a:lnTo>
                  <a:lnTo>
                    <a:pt x="2495764" y="809822"/>
                  </a:lnTo>
                  <a:lnTo>
                    <a:pt x="2455547" y="880499"/>
                  </a:lnTo>
                  <a:lnTo>
                    <a:pt x="2414955" y="953700"/>
                  </a:lnTo>
                  <a:lnTo>
                    <a:pt x="2374035" y="1028956"/>
                  </a:lnTo>
                  <a:lnTo>
                    <a:pt x="2332863" y="1105736"/>
                  </a:lnTo>
                  <a:lnTo>
                    <a:pt x="2291529" y="1183461"/>
                  </a:lnTo>
                  <a:lnTo>
                    <a:pt x="2250138" y="1261520"/>
                  </a:lnTo>
                  <a:lnTo>
                    <a:pt x="2208796" y="1339292"/>
                  </a:lnTo>
                  <a:lnTo>
                    <a:pt x="2167608" y="1416164"/>
                  </a:lnTo>
                  <a:lnTo>
                    <a:pt x="2126667" y="1491555"/>
                  </a:lnTo>
                  <a:lnTo>
                    <a:pt x="2086047" y="1564928"/>
                  </a:lnTo>
                  <a:lnTo>
                    <a:pt x="2045801" y="1635810"/>
                  </a:lnTo>
                  <a:lnTo>
                    <a:pt x="2005948" y="1703804"/>
                  </a:lnTo>
                  <a:lnTo>
                    <a:pt x="1966476" y="1768589"/>
                  </a:lnTo>
                  <a:lnTo>
                    <a:pt x="1927332" y="1829931"/>
                  </a:lnTo>
                  <a:lnTo>
                    <a:pt x="1888422" y="1887680"/>
                  </a:lnTo>
                  <a:lnTo>
                    <a:pt x="1849603" y="1941762"/>
                  </a:lnTo>
                  <a:lnTo>
                    <a:pt x="1810684" y="1992180"/>
                  </a:lnTo>
                  <a:lnTo>
                    <a:pt x="1771413" y="2039001"/>
                  </a:lnTo>
                  <a:lnTo>
                    <a:pt x="1768425" y="2042393"/>
                  </a:lnTo>
                  <a:lnTo>
                    <a:pt x="1719962" y="2093978"/>
                  </a:lnTo>
                  <a:lnTo>
                    <a:pt x="1669879" y="2140435"/>
                  </a:lnTo>
                  <a:lnTo>
                    <a:pt x="1617415" y="2182022"/>
                  </a:lnTo>
                  <a:lnTo>
                    <a:pt x="1561715" y="2219176"/>
                  </a:lnTo>
                  <a:lnTo>
                    <a:pt x="1501909" y="2252393"/>
                  </a:lnTo>
                  <a:lnTo>
                    <a:pt x="1437177" y="2282153"/>
                  </a:lnTo>
                  <a:lnTo>
                    <a:pt x="1366846" y="2308879"/>
                  </a:lnTo>
                  <a:lnTo>
                    <a:pt x="1290507" y="2332918"/>
                  </a:lnTo>
                  <a:lnTo>
                    <a:pt x="1208174" y="2354526"/>
                  </a:lnTo>
                  <a:lnTo>
                    <a:pt x="1120474" y="2373865"/>
                  </a:lnTo>
                  <a:lnTo>
                    <a:pt x="1028839" y="2391007"/>
                  </a:lnTo>
                  <a:lnTo>
                    <a:pt x="935646" y="2405953"/>
                  </a:lnTo>
                  <a:lnTo>
                    <a:pt x="844210" y="2418655"/>
                  </a:lnTo>
                  <a:lnTo>
                    <a:pt x="758543" y="2429065"/>
                  </a:lnTo>
                  <a:lnTo>
                    <a:pt x="682828" y="2437186"/>
                  </a:lnTo>
                  <a:lnTo>
                    <a:pt x="620672" y="2443114"/>
                  </a:lnTo>
                  <a:lnTo>
                    <a:pt x="574319" y="2447070"/>
                  </a:lnTo>
                  <a:lnTo>
                    <a:pt x="544075" y="2449391"/>
                  </a:lnTo>
                  <a:lnTo>
                    <a:pt x="528113" y="2450498"/>
                  </a:lnTo>
                  <a:lnTo>
                    <a:pt x="522624" y="2450843"/>
                  </a:lnTo>
                  <a:lnTo>
                    <a:pt x="522133" y="2450872"/>
                  </a:lnTo>
                  <a:lnTo>
                    <a:pt x="0" y="2450872"/>
                  </a:lnTo>
                  <a:close/>
                </a:path>
              </a:pathLst>
            </a:custGeom>
            <a:solidFill>
              <a:srgbClr val="F28E5B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1077" name="pl1077"/>
            <p:cNvSpPr/>
            <p:nvPr/>
          </p:nvSpPr>
          <p:spPr>
            <a:xfrm>
              <a:off x="386606" y="970952"/>
              <a:ext cx="8554953" cy="2450872"/>
            </a:xfrm>
            <a:custGeom>
              <a:avLst/>
              <a:pathLst>
                <a:path w="8554953" h="2450872">
                  <a:moveTo>
                    <a:pt x="0" y="2450872"/>
                  </a:moveTo>
                  <a:lnTo>
                    <a:pt x="522133" y="2450872"/>
                  </a:lnTo>
                  <a:lnTo>
                    <a:pt x="523311" y="2450802"/>
                  </a:lnTo>
                  <a:lnTo>
                    <a:pt x="531026" y="2450305"/>
                  </a:lnTo>
                  <a:lnTo>
                    <a:pt x="550363" y="2448929"/>
                  </a:lnTo>
                  <a:lnTo>
                    <a:pt x="584650" y="2446226"/>
                  </a:lnTo>
                  <a:lnTo>
                    <a:pt x="635170" y="2441792"/>
                  </a:lnTo>
                  <a:lnTo>
                    <a:pt x="701086" y="2435317"/>
                  </a:lnTo>
                  <a:lnTo>
                    <a:pt x="779736" y="2426614"/>
                  </a:lnTo>
                  <a:lnTo>
                    <a:pt x="867287" y="2415613"/>
                  </a:lnTo>
                  <a:lnTo>
                    <a:pt x="959535" y="2402330"/>
                  </a:lnTo>
                  <a:lnTo>
                    <a:pt x="1052609" y="2386818"/>
                  </a:lnTo>
                  <a:lnTo>
                    <a:pt x="1143422" y="2369114"/>
                  </a:lnTo>
                  <a:lnTo>
                    <a:pt x="1229847" y="2349204"/>
                  </a:lnTo>
                  <a:lnTo>
                    <a:pt x="1310674" y="2326991"/>
                  </a:lnTo>
                  <a:lnTo>
                    <a:pt x="1385452" y="2302291"/>
                  </a:lnTo>
                  <a:lnTo>
                    <a:pt x="1454295" y="2274823"/>
                  </a:lnTo>
                  <a:lnTo>
                    <a:pt x="1517691" y="2244219"/>
                  </a:lnTo>
                  <a:lnTo>
                    <a:pt x="1576363" y="2210040"/>
                  </a:lnTo>
                  <a:lnTo>
                    <a:pt x="1631149" y="2171795"/>
                  </a:lnTo>
                  <a:lnTo>
                    <a:pt x="1682923" y="2128995"/>
                  </a:lnTo>
                  <a:lnTo>
                    <a:pt x="1732522" y="2081236"/>
                  </a:lnTo>
                  <a:lnTo>
                    <a:pt x="1768425" y="2042393"/>
                  </a:lnTo>
                  <a:lnTo>
                    <a:pt x="1807735" y="1995840"/>
                  </a:lnTo>
                  <a:lnTo>
                    <a:pt x="1846671" y="1945696"/>
                  </a:lnTo>
                  <a:lnTo>
                    <a:pt x="1885489" y="1891892"/>
                  </a:lnTo>
                  <a:lnTo>
                    <a:pt x="1924387" y="1834418"/>
                  </a:lnTo>
                  <a:lnTo>
                    <a:pt x="1963510" y="1773343"/>
                  </a:lnTo>
                  <a:lnTo>
                    <a:pt x="2002955" y="1708811"/>
                  </a:lnTo>
                  <a:lnTo>
                    <a:pt x="2042778" y="1641050"/>
                  </a:lnTo>
                  <a:lnTo>
                    <a:pt x="2082995" y="1570372"/>
                  </a:lnTo>
                  <a:lnTo>
                    <a:pt x="2123588" y="1497171"/>
                  </a:lnTo>
                  <a:lnTo>
                    <a:pt x="2164507" y="1421915"/>
                  </a:lnTo>
                  <a:lnTo>
                    <a:pt x="2205679" y="1345135"/>
                  </a:lnTo>
                  <a:lnTo>
                    <a:pt x="2247013" y="1267410"/>
                  </a:lnTo>
                  <a:lnTo>
                    <a:pt x="2288405" y="1189351"/>
                  </a:lnTo>
                  <a:lnTo>
                    <a:pt x="2329746" y="1111579"/>
                  </a:lnTo>
                  <a:lnTo>
                    <a:pt x="2370934" y="1034707"/>
                  </a:lnTo>
                  <a:lnTo>
                    <a:pt x="2411876" y="959317"/>
                  </a:lnTo>
                  <a:lnTo>
                    <a:pt x="2452495" y="885944"/>
                  </a:lnTo>
                  <a:lnTo>
                    <a:pt x="2492741" y="815061"/>
                  </a:lnTo>
                  <a:lnTo>
                    <a:pt x="2532594" y="747068"/>
                  </a:lnTo>
                  <a:lnTo>
                    <a:pt x="2572066" y="682283"/>
                  </a:lnTo>
                  <a:lnTo>
                    <a:pt x="2611210" y="620940"/>
                  </a:lnTo>
                  <a:lnTo>
                    <a:pt x="2650121" y="563192"/>
                  </a:lnTo>
                  <a:lnTo>
                    <a:pt x="2688939" y="509109"/>
                  </a:lnTo>
                  <a:lnTo>
                    <a:pt x="2727858" y="458691"/>
                  </a:lnTo>
                  <a:lnTo>
                    <a:pt x="2767129" y="411871"/>
                  </a:lnTo>
                  <a:lnTo>
                    <a:pt x="2770117" y="408478"/>
                  </a:lnTo>
                  <a:lnTo>
                    <a:pt x="2818581" y="356894"/>
                  </a:lnTo>
                  <a:lnTo>
                    <a:pt x="2868663" y="310436"/>
                  </a:lnTo>
                  <a:lnTo>
                    <a:pt x="2921127" y="268849"/>
                  </a:lnTo>
                  <a:lnTo>
                    <a:pt x="2976827" y="231695"/>
                  </a:lnTo>
                  <a:lnTo>
                    <a:pt x="3036634" y="198478"/>
                  </a:lnTo>
                  <a:lnTo>
                    <a:pt x="3101366" y="168719"/>
                  </a:lnTo>
                  <a:lnTo>
                    <a:pt x="3171696" y="141992"/>
                  </a:lnTo>
                  <a:lnTo>
                    <a:pt x="3248035" y="117953"/>
                  </a:lnTo>
                  <a:lnTo>
                    <a:pt x="3330368" y="96345"/>
                  </a:lnTo>
                  <a:lnTo>
                    <a:pt x="3418068" y="77007"/>
                  </a:lnTo>
                  <a:lnTo>
                    <a:pt x="3509703" y="59864"/>
                  </a:lnTo>
                  <a:lnTo>
                    <a:pt x="3602896" y="44919"/>
                  </a:lnTo>
                  <a:lnTo>
                    <a:pt x="3694332" y="32217"/>
                  </a:lnTo>
                  <a:lnTo>
                    <a:pt x="3779999" y="21806"/>
                  </a:lnTo>
                  <a:lnTo>
                    <a:pt x="3855714" y="13686"/>
                  </a:lnTo>
                  <a:lnTo>
                    <a:pt x="3917870" y="7757"/>
                  </a:lnTo>
                  <a:lnTo>
                    <a:pt x="3964224" y="3801"/>
                  </a:lnTo>
                  <a:lnTo>
                    <a:pt x="3994467" y="1480"/>
                  </a:lnTo>
                  <a:lnTo>
                    <a:pt x="4010429" y="374"/>
                  </a:lnTo>
                  <a:lnTo>
                    <a:pt x="4015918" y="28"/>
                  </a:lnTo>
                  <a:lnTo>
                    <a:pt x="4016409" y="0"/>
                  </a:lnTo>
                  <a:lnTo>
                    <a:pt x="4538543" y="0"/>
                  </a:lnTo>
                  <a:lnTo>
                    <a:pt x="4539785" y="38"/>
                  </a:lnTo>
                  <a:lnTo>
                    <a:pt x="4547911" y="317"/>
                  </a:lnTo>
                  <a:lnTo>
                    <a:pt x="4568241" y="1087"/>
                  </a:lnTo>
                  <a:lnTo>
                    <a:pt x="4604195" y="2600"/>
                  </a:lnTo>
                  <a:lnTo>
                    <a:pt x="4656983" y="5077"/>
                  </a:lnTo>
                  <a:lnTo>
                    <a:pt x="4725546" y="8689"/>
                  </a:lnTo>
                  <a:lnTo>
                    <a:pt x="4806918" y="13531"/>
                  </a:lnTo>
                  <a:lnTo>
                    <a:pt x="4896965" y="19638"/>
                  </a:lnTo>
                  <a:lnTo>
                    <a:pt x="4991263" y="26994"/>
                  </a:lnTo>
                  <a:lnTo>
                    <a:pt x="5085830" y="35570"/>
                  </a:lnTo>
                  <a:lnTo>
                    <a:pt x="5177578" y="45350"/>
                  </a:lnTo>
                  <a:lnTo>
                    <a:pt x="5264455" y="56349"/>
                  </a:lnTo>
                  <a:lnTo>
                    <a:pt x="5345368" y="68631"/>
                  </a:lnTo>
                  <a:lnTo>
                    <a:pt x="5419994" y="82312"/>
                  </a:lnTo>
                  <a:lnTo>
                    <a:pt x="5488566" y="97561"/>
                  </a:lnTo>
                  <a:lnTo>
                    <a:pt x="5551678" y="114596"/>
                  </a:lnTo>
                  <a:lnTo>
                    <a:pt x="5610138" y="133672"/>
                  </a:lnTo>
                  <a:lnTo>
                    <a:pt x="5664849" y="155067"/>
                  </a:lnTo>
                  <a:lnTo>
                    <a:pt x="5716730" y="179046"/>
                  </a:lnTo>
                  <a:lnTo>
                    <a:pt x="5766635" y="205803"/>
                  </a:lnTo>
                  <a:lnTo>
                    <a:pt x="5784835" y="216474"/>
                  </a:lnTo>
                  <a:lnTo>
                    <a:pt x="5832073" y="246387"/>
                  </a:lnTo>
                  <a:lnTo>
                    <a:pt x="5878851" y="279066"/>
                  </a:lnTo>
                  <a:lnTo>
                    <a:pt x="5925580" y="314561"/>
                  </a:lnTo>
                  <a:lnTo>
                    <a:pt x="5972558" y="352844"/>
                  </a:lnTo>
                  <a:lnTo>
                    <a:pt x="6019979" y="393801"/>
                  </a:lnTo>
                  <a:lnTo>
                    <a:pt x="6067945" y="437230"/>
                  </a:lnTo>
                  <a:lnTo>
                    <a:pt x="6116479" y="482833"/>
                  </a:lnTo>
                  <a:lnTo>
                    <a:pt x="6165529" y="530224"/>
                  </a:lnTo>
                  <a:lnTo>
                    <a:pt x="6214989" y="578941"/>
                  </a:lnTo>
                  <a:lnTo>
                    <a:pt x="6264705" y="628460"/>
                  </a:lnTo>
                  <a:lnTo>
                    <a:pt x="6314500" y="678221"/>
                  </a:lnTo>
                  <a:lnTo>
                    <a:pt x="6364188" y="727650"/>
                  </a:lnTo>
                  <a:lnTo>
                    <a:pt x="6413592" y="776192"/>
                  </a:lnTo>
                  <a:lnTo>
                    <a:pt x="6462566" y="823330"/>
                  </a:lnTo>
                  <a:lnTo>
                    <a:pt x="6511012" y="868614"/>
                  </a:lnTo>
                  <a:lnTo>
                    <a:pt x="6558889" y="911671"/>
                  </a:lnTo>
                  <a:lnTo>
                    <a:pt x="6606231" y="952218"/>
                  </a:lnTo>
                  <a:lnTo>
                    <a:pt x="6653155" y="990066"/>
                  </a:lnTo>
                  <a:lnTo>
                    <a:pt x="6699869" y="1025117"/>
                  </a:lnTo>
                  <a:lnTo>
                    <a:pt x="6746688" y="1057356"/>
                  </a:lnTo>
                  <a:lnTo>
                    <a:pt x="6786527" y="1082374"/>
                  </a:lnTo>
                  <a:lnTo>
                    <a:pt x="6835887" y="1110185"/>
                  </a:lnTo>
                  <a:lnTo>
                    <a:pt x="6886940" y="1135180"/>
                  </a:lnTo>
                  <a:lnTo>
                    <a:pt x="6940494" y="1157507"/>
                  </a:lnTo>
                  <a:lnTo>
                    <a:pt x="6997451" y="1177413"/>
                  </a:lnTo>
                  <a:lnTo>
                    <a:pt x="7058732" y="1195175"/>
                  </a:lnTo>
                  <a:lnTo>
                    <a:pt x="7125190" y="1211060"/>
                  </a:lnTo>
                  <a:lnTo>
                    <a:pt x="7197515" y="1225302"/>
                  </a:lnTo>
                  <a:lnTo>
                    <a:pt x="7276094" y="1238088"/>
                  </a:lnTo>
                  <a:lnTo>
                    <a:pt x="7360836" y="1249554"/>
                  </a:lnTo>
                  <a:lnTo>
                    <a:pt x="7450958" y="1259782"/>
                  </a:lnTo>
                  <a:lnTo>
                    <a:pt x="7544782" y="1268807"/>
                  </a:lnTo>
                  <a:lnTo>
                    <a:pt x="7639604" y="1276620"/>
                  </a:lnTo>
                  <a:lnTo>
                    <a:pt x="7731738" y="1283194"/>
                  </a:lnTo>
                  <a:lnTo>
                    <a:pt x="7816852" y="1288506"/>
                  </a:lnTo>
                  <a:lnTo>
                    <a:pt x="7890605" y="1292567"/>
                  </a:lnTo>
                  <a:lnTo>
                    <a:pt x="7949497" y="1295451"/>
                  </a:lnTo>
                  <a:lnTo>
                    <a:pt x="7991692" y="1297298"/>
                  </a:lnTo>
                  <a:lnTo>
                    <a:pt x="8017544" y="1298316"/>
                  </a:lnTo>
                  <a:lnTo>
                    <a:pt x="8029681" y="1298748"/>
                  </a:lnTo>
                  <a:lnTo>
                    <a:pt x="8032753" y="1298847"/>
                  </a:lnTo>
                  <a:lnTo>
                    <a:pt x="8032819" y="1298849"/>
                  </a:lnTo>
                  <a:lnTo>
                    <a:pt x="8554953" y="1298849"/>
                  </a:lnTo>
                  <a:lnTo>
                    <a:pt x="8554953" y="1298849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078" name="pl1078"/>
            <p:cNvSpPr/>
            <p:nvPr/>
          </p:nvSpPr>
          <p:spPr>
            <a:xfrm>
              <a:off x="386606" y="965305"/>
              <a:ext cx="8554953" cy="2450872"/>
            </a:xfrm>
            <a:custGeom>
              <a:avLst/>
              <a:pathLst>
                <a:path w="8554953" h="2450872">
                  <a:moveTo>
                    <a:pt x="8554953" y="1298849"/>
                  </a:moveTo>
                  <a:lnTo>
                    <a:pt x="8032819" y="1298849"/>
                  </a:lnTo>
                  <a:lnTo>
                    <a:pt x="8031577" y="1298810"/>
                  </a:lnTo>
                  <a:lnTo>
                    <a:pt x="8023451" y="1298531"/>
                  </a:lnTo>
                  <a:lnTo>
                    <a:pt x="8003121" y="1297761"/>
                  </a:lnTo>
                  <a:lnTo>
                    <a:pt x="7967167" y="1296249"/>
                  </a:lnTo>
                  <a:lnTo>
                    <a:pt x="7914379" y="1293771"/>
                  </a:lnTo>
                  <a:lnTo>
                    <a:pt x="7845816" y="1290160"/>
                  </a:lnTo>
                  <a:lnTo>
                    <a:pt x="7764444" y="1285317"/>
                  </a:lnTo>
                  <a:lnTo>
                    <a:pt x="7674396" y="1279211"/>
                  </a:lnTo>
                  <a:lnTo>
                    <a:pt x="7580099" y="1271854"/>
                  </a:lnTo>
                  <a:lnTo>
                    <a:pt x="7485532" y="1263278"/>
                  </a:lnTo>
                  <a:lnTo>
                    <a:pt x="7393784" y="1253498"/>
                  </a:lnTo>
                  <a:lnTo>
                    <a:pt x="7306907" y="1242499"/>
                  </a:lnTo>
                  <a:lnTo>
                    <a:pt x="7225994" y="1230218"/>
                  </a:lnTo>
                  <a:lnTo>
                    <a:pt x="7151368" y="1216537"/>
                  </a:lnTo>
                  <a:lnTo>
                    <a:pt x="7082796" y="1201287"/>
                  </a:lnTo>
                  <a:lnTo>
                    <a:pt x="7019684" y="1184253"/>
                  </a:lnTo>
                  <a:lnTo>
                    <a:pt x="6961224" y="1165176"/>
                  </a:lnTo>
                  <a:lnTo>
                    <a:pt x="6906513" y="1143781"/>
                  </a:lnTo>
                  <a:lnTo>
                    <a:pt x="6854632" y="1119802"/>
                  </a:lnTo>
                  <a:lnTo>
                    <a:pt x="6804727" y="1093045"/>
                  </a:lnTo>
                  <a:lnTo>
                    <a:pt x="6786527" y="1082374"/>
                  </a:lnTo>
                  <a:lnTo>
                    <a:pt x="6739288" y="1052461"/>
                  </a:lnTo>
                  <a:lnTo>
                    <a:pt x="6692511" y="1019782"/>
                  </a:lnTo>
                  <a:lnTo>
                    <a:pt x="6645782" y="984287"/>
                  </a:lnTo>
                  <a:lnTo>
                    <a:pt x="6598804" y="946005"/>
                  </a:lnTo>
                  <a:lnTo>
                    <a:pt x="6551383" y="905047"/>
                  </a:lnTo>
                  <a:lnTo>
                    <a:pt x="6503417" y="861618"/>
                  </a:lnTo>
                  <a:lnTo>
                    <a:pt x="6454883" y="816016"/>
                  </a:lnTo>
                  <a:lnTo>
                    <a:pt x="6405833" y="768624"/>
                  </a:lnTo>
                  <a:lnTo>
                    <a:pt x="6356373" y="719907"/>
                  </a:lnTo>
                  <a:lnTo>
                    <a:pt x="6306657" y="670388"/>
                  </a:lnTo>
                  <a:lnTo>
                    <a:pt x="6256862" y="620627"/>
                  </a:lnTo>
                  <a:lnTo>
                    <a:pt x="6207174" y="571198"/>
                  </a:lnTo>
                  <a:lnTo>
                    <a:pt x="6157770" y="522657"/>
                  </a:lnTo>
                  <a:lnTo>
                    <a:pt x="6108795" y="475518"/>
                  </a:lnTo>
                  <a:lnTo>
                    <a:pt x="6060350" y="430234"/>
                  </a:lnTo>
                  <a:lnTo>
                    <a:pt x="6012473" y="387178"/>
                  </a:lnTo>
                  <a:lnTo>
                    <a:pt x="5965130" y="346630"/>
                  </a:lnTo>
                  <a:lnTo>
                    <a:pt x="5918207" y="308782"/>
                  </a:lnTo>
                  <a:lnTo>
                    <a:pt x="5871493" y="273731"/>
                  </a:lnTo>
                  <a:lnTo>
                    <a:pt x="5824674" y="241493"/>
                  </a:lnTo>
                  <a:lnTo>
                    <a:pt x="5784835" y="216474"/>
                  </a:lnTo>
                  <a:lnTo>
                    <a:pt x="5735475" y="188664"/>
                  </a:lnTo>
                  <a:lnTo>
                    <a:pt x="5684422" y="163668"/>
                  </a:lnTo>
                  <a:lnTo>
                    <a:pt x="5630868" y="141341"/>
                  </a:lnTo>
                  <a:lnTo>
                    <a:pt x="5573910" y="121435"/>
                  </a:lnTo>
                  <a:lnTo>
                    <a:pt x="5512630" y="103673"/>
                  </a:lnTo>
                  <a:lnTo>
                    <a:pt x="5446171" y="87788"/>
                  </a:lnTo>
                  <a:lnTo>
                    <a:pt x="5373847" y="73546"/>
                  </a:lnTo>
                  <a:lnTo>
                    <a:pt x="5295268" y="60761"/>
                  </a:lnTo>
                  <a:lnTo>
                    <a:pt x="5210526" y="49295"/>
                  </a:lnTo>
                  <a:lnTo>
                    <a:pt x="5120404" y="39066"/>
                  </a:lnTo>
                  <a:lnTo>
                    <a:pt x="5026580" y="30042"/>
                  </a:lnTo>
                  <a:lnTo>
                    <a:pt x="4931758" y="22228"/>
                  </a:lnTo>
                  <a:lnTo>
                    <a:pt x="4839624" y="15654"/>
                  </a:lnTo>
                  <a:lnTo>
                    <a:pt x="4754510" y="10343"/>
                  </a:lnTo>
                  <a:lnTo>
                    <a:pt x="4680757" y="6281"/>
                  </a:lnTo>
                  <a:lnTo>
                    <a:pt x="4621865" y="3398"/>
                  </a:lnTo>
                  <a:lnTo>
                    <a:pt x="4579670" y="1550"/>
                  </a:lnTo>
                  <a:lnTo>
                    <a:pt x="4553818" y="532"/>
                  </a:lnTo>
                  <a:lnTo>
                    <a:pt x="4541681" y="101"/>
                  </a:lnTo>
                  <a:lnTo>
                    <a:pt x="4538609" y="1"/>
                  </a:lnTo>
                  <a:lnTo>
                    <a:pt x="4538543" y="0"/>
                  </a:lnTo>
                  <a:lnTo>
                    <a:pt x="4016409" y="0"/>
                  </a:lnTo>
                  <a:lnTo>
                    <a:pt x="4015231" y="69"/>
                  </a:lnTo>
                  <a:lnTo>
                    <a:pt x="4007516" y="567"/>
                  </a:lnTo>
                  <a:lnTo>
                    <a:pt x="3988179" y="1942"/>
                  </a:lnTo>
                  <a:lnTo>
                    <a:pt x="3953893" y="4645"/>
                  </a:lnTo>
                  <a:lnTo>
                    <a:pt x="3903372" y="9079"/>
                  </a:lnTo>
                  <a:lnTo>
                    <a:pt x="3837456" y="15554"/>
                  </a:lnTo>
                  <a:lnTo>
                    <a:pt x="3758806" y="24257"/>
                  </a:lnTo>
                  <a:lnTo>
                    <a:pt x="3671255" y="35258"/>
                  </a:lnTo>
                  <a:lnTo>
                    <a:pt x="3579007" y="48541"/>
                  </a:lnTo>
                  <a:lnTo>
                    <a:pt x="3485933" y="64054"/>
                  </a:lnTo>
                  <a:lnTo>
                    <a:pt x="3395120" y="81757"/>
                  </a:lnTo>
                  <a:lnTo>
                    <a:pt x="3308695" y="101668"/>
                  </a:lnTo>
                  <a:lnTo>
                    <a:pt x="3227869" y="123880"/>
                  </a:lnTo>
                  <a:lnTo>
                    <a:pt x="3153090" y="148580"/>
                  </a:lnTo>
                  <a:lnTo>
                    <a:pt x="3084248" y="176049"/>
                  </a:lnTo>
                  <a:lnTo>
                    <a:pt x="3020851" y="206652"/>
                  </a:lnTo>
                  <a:lnTo>
                    <a:pt x="2962180" y="240832"/>
                  </a:lnTo>
                  <a:lnTo>
                    <a:pt x="2907394" y="279077"/>
                  </a:lnTo>
                  <a:lnTo>
                    <a:pt x="2855619" y="321876"/>
                  </a:lnTo>
                  <a:lnTo>
                    <a:pt x="2806020" y="369635"/>
                  </a:lnTo>
                  <a:lnTo>
                    <a:pt x="2770117" y="408478"/>
                  </a:lnTo>
                  <a:lnTo>
                    <a:pt x="2730807" y="455032"/>
                  </a:lnTo>
                  <a:lnTo>
                    <a:pt x="2691871" y="505175"/>
                  </a:lnTo>
                  <a:lnTo>
                    <a:pt x="2653053" y="558980"/>
                  </a:lnTo>
                  <a:lnTo>
                    <a:pt x="2614155" y="616453"/>
                  </a:lnTo>
                  <a:lnTo>
                    <a:pt x="2575032" y="677528"/>
                  </a:lnTo>
                  <a:lnTo>
                    <a:pt x="2535587" y="742061"/>
                  </a:lnTo>
                  <a:lnTo>
                    <a:pt x="2495764" y="809822"/>
                  </a:lnTo>
                  <a:lnTo>
                    <a:pt x="2455547" y="880499"/>
                  </a:lnTo>
                  <a:lnTo>
                    <a:pt x="2414955" y="953700"/>
                  </a:lnTo>
                  <a:lnTo>
                    <a:pt x="2374035" y="1028956"/>
                  </a:lnTo>
                  <a:lnTo>
                    <a:pt x="2332863" y="1105736"/>
                  </a:lnTo>
                  <a:lnTo>
                    <a:pt x="2291529" y="1183461"/>
                  </a:lnTo>
                  <a:lnTo>
                    <a:pt x="2250138" y="1261520"/>
                  </a:lnTo>
                  <a:lnTo>
                    <a:pt x="2208796" y="1339292"/>
                  </a:lnTo>
                  <a:lnTo>
                    <a:pt x="2167608" y="1416164"/>
                  </a:lnTo>
                  <a:lnTo>
                    <a:pt x="2126667" y="1491555"/>
                  </a:lnTo>
                  <a:lnTo>
                    <a:pt x="2086047" y="1564928"/>
                  </a:lnTo>
                  <a:lnTo>
                    <a:pt x="2045801" y="1635810"/>
                  </a:lnTo>
                  <a:lnTo>
                    <a:pt x="2005948" y="1703804"/>
                  </a:lnTo>
                  <a:lnTo>
                    <a:pt x="1966476" y="1768589"/>
                  </a:lnTo>
                  <a:lnTo>
                    <a:pt x="1927332" y="1829931"/>
                  </a:lnTo>
                  <a:lnTo>
                    <a:pt x="1888422" y="1887680"/>
                  </a:lnTo>
                  <a:lnTo>
                    <a:pt x="1849603" y="1941762"/>
                  </a:lnTo>
                  <a:lnTo>
                    <a:pt x="1810684" y="1992180"/>
                  </a:lnTo>
                  <a:lnTo>
                    <a:pt x="1771413" y="2039001"/>
                  </a:lnTo>
                  <a:lnTo>
                    <a:pt x="1768425" y="2042393"/>
                  </a:lnTo>
                  <a:lnTo>
                    <a:pt x="1719962" y="2093978"/>
                  </a:lnTo>
                  <a:lnTo>
                    <a:pt x="1669879" y="2140435"/>
                  </a:lnTo>
                  <a:lnTo>
                    <a:pt x="1617415" y="2182022"/>
                  </a:lnTo>
                  <a:lnTo>
                    <a:pt x="1561715" y="2219176"/>
                  </a:lnTo>
                  <a:lnTo>
                    <a:pt x="1501909" y="2252393"/>
                  </a:lnTo>
                  <a:lnTo>
                    <a:pt x="1437177" y="2282153"/>
                  </a:lnTo>
                  <a:lnTo>
                    <a:pt x="1366846" y="2308879"/>
                  </a:lnTo>
                  <a:lnTo>
                    <a:pt x="1290507" y="2332918"/>
                  </a:lnTo>
                  <a:lnTo>
                    <a:pt x="1208174" y="2354526"/>
                  </a:lnTo>
                  <a:lnTo>
                    <a:pt x="1120474" y="2373865"/>
                  </a:lnTo>
                  <a:lnTo>
                    <a:pt x="1028839" y="2391007"/>
                  </a:lnTo>
                  <a:lnTo>
                    <a:pt x="935646" y="2405953"/>
                  </a:lnTo>
                  <a:lnTo>
                    <a:pt x="844210" y="2418655"/>
                  </a:lnTo>
                  <a:lnTo>
                    <a:pt x="758543" y="2429065"/>
                  </a:lnTo>
                  <a:lnTo>
                    <a:pt x="682828" y="2437186"/>
                  </a:lnTo>
                  <a:lnTo>
                    <a:pt x="620672" y="2443114"/>
                  </a:lnTo>
                  <a:lnTo>
                    <a:pt x="574319" y="2447070"/>
                  </a:lnTo>
                  <a:lnTo>
                    <a:pt x="544075" y="2449391"/>
                  </a:lnTo>
                  <a:lnTo>
                    <a:pt x="528113" y="2450498"/>
                  </a:lnTo>
                  <a:lnTo>
                    <a:pt x="522624" y="2450843"/>
                  </a:lnTo>
                  <a:lnTo>
                    <a:pt x="522133" y="2450872"/>
                  </a:lnTo>
                  <a:lnTo>
                    <a:pt x="0" y="2450872"/>
                  </a:lnTo>
                  <a:lnTo>
                    <a:pt x="0" y="2450872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079" name="pg1079"/>
            <p:cNvSpPr/>
            <p:nvPr/>
          </p:nvSpPr>
          <p:spPr>
            <a:xfrm>
              <a:off x="386606" y="982247"/>
              <a:ext cx="8554953" cy="2445225"/>
            </a:xfrm>
            <a:custGeom>
              <a:avLst/>
              <a:pathLst>
                <a:path w="8554953" h="2445225">
                  <a:moveTo>
                    <a:pt x="0" y="2445225"/>
                  </a:moveTo>
                  <a:lnTo>
                    <a:pt x="522133" y="2445225"/>
                  </a:lnTo>
                  <a:lnTo>
                    <a:pt x="523312" y="2445155"/>
                  </a:lnTo>
                  <a:lnTo>
                    <a:pt x="531032" y="2444660"/>
                  </a:lnTo>
                  <a:lnTo>
                    <a:pt x="550381" y="2443290"/>
                  </a:lnTo>
                  <a:lnTo>
                    <a:pt x="584687" y="2440597"/>
                  </a:lnTo>
                  <a:lnTo>
                    <a:pt x="635236" y="2436181"/>
                  </a:lnTo>
                  <a:lnTo>
                    <a:pt x="701184" y="2429732"/>
                  </a:lnTo>
                  <a:lnTo>
                    <a:pt x="779867" y="2421063"/>
                  </a:lnTo>
                  <a:lnTo>
                    <a:pt x="867449" y="2410107"/>
                  </a:lnTo>
                  <a:lnTo>
                    <a:pt x="959723" y="2396878"/>
                  </a:lnTo>
                  <a:lnTo>
                    <a:pt x="1052816" y="2381429"/>
                  </a:lnTo>
                  <a:lnTo>
                    <a:pt x="1143641" y="2363798"/>
                  </a:lnTo>
                  <a:lnTo>
                    <a:pt x="1230071" y="2343969"/>
                  </a:lnTo>
                  <a:lnTo>
                    <a:pt x="1310899" y="2321847"/>
                  </a:lnTo>
                  <a:lnTo>
                    <a:pt x="1385676" y="2297247"/>
                  </a:lnTo>
                  <a:lnTo>
                    <a:pt x="1454516" y="2269890"/>
                  </a:lnTo>
                  <a:lnTo>
                    <a:pt x="1517909" y="2239410"/>
                  </a:lnTo>
                  <a:lnTo>
                    <a:pt x="1576577" y="2205366"/>
                  </a:lnTo>
                  <a:lnTo>
                    <a:pt x="1631362" y="2167272"/>
                  </a:lnTo>
                  <a:lnTo>
                    <a:pt x="1683137" y="2124640"/>
                  </a:lnTo>
                  <a:lnTo>
                    <a:pt x="1732740" y="2077069"/>
                  </a:lnTo>
                  <a:lnTo>
                    <a:pt x="1768425" y="2038628"/>
                  </a:lnTo>
                  <a:lnTo>
                    <a:pt x="1807800" y="1992209"/>
                  </a:lnTo>
                  <a:lnTo>
                    <a:pt x="1846801" y="1942204"/>
                  </a:lnTo>
                  <a:lnTo>
                    <a:pt x="1885685" y="1888541"/>
                  </a:lnTo>
                  <a:lnTo>
                    <a:pt x="1924649" y="1831216"/>
                  </a:lnTo>
                  <a:lnTo>
                    <a:pt x="1963839" y="1770293"/>
                  </a:lnTo>
                  <a:lnTo>
                    <a:pt x="2003354" y="1705920"/>
                  </a:lnTo>
                  <a:lnTo>
                    <a:pt x="2043248" y="1638324"/>
                  </a:lnTo>
                  <a:lnTo>
                    <a:pt x="2083538" y="1567820"/>
                  </a:lnTo>
                  <a:lnTo>
                    <a:pt x="2124203" y="1494802"/>
                  </a:lnTo>
                  <a:lnTo>
                    <a:pt x="2165196" y="1419739"/>
                  </a:lnTo>
                  <a:lnTo>
                    <a:pt x="2206441" y="1343162"/>
                  </a:lnTo>
                  <a:lnTo>
                    <a:pt x="2247846" y="1265654"/>
                  </a:lnTo>
                  <a:lnTo>
                    <a:pt x="2289307" y="1187824"/>
                  </a:lnTo>
                  <a:lnTo>
                    <a:pt x="2330716" y="1110294"/>
                  </a:lnTo>
                  <a:lnTo>
                    <a:pt x="2371968" y="1033677"/>
                  </a:lnTo>
                  <a:lnTo>
                    <a:pt x="2412971" y="958554"/>
                  </a:lnTo>
                  <a:lnTo>
                    <a:pt x="2453648" y="885459"/>
                  </a:lnTo>
                  <a:lnTo>
                    <a:pt x="2493951" y="814864"/>
                  </a:lnTo>
                  <a:lnTo>
                    <a:pt x="2533858" y="747166"/>
                  </a:lnTo>
                  <a:lnTo>
                    <a:pt x="2573385" y="682680"/>
                  </a:lnTo>
                  <a:lnTo>
                    <a:pt x="2612584" y="621639"/>
                  </a:lnTo>
                  <a:lnTo>
                    <a:pt x="2651554" y="564191"/>
                  </a:lnTo>
                  <a:lnTo>
                    <a:pt x="2690438" y="510406"/>
                  </a:lnTo>
                  <a:lnTo>
                    <a:pt x="2729431" y="460279"/>
                  </a:lnTo>
                  <a:lnTo>
                    <a:pt x="2768789" y="413741"/>
                  </a:lnTo>
                  <a:lnTo>
                    <a:pt x="2770117" y="412243"/>
                  </a:lnTo>
                  <a:lnTo>
                    <a:pt x="2818591" y="360885"/>
                  </a:lnTo>
                  <a:lnTo>
                    <a:pt x="2868686" y="314633"/>
                  </a:lnTo>
                  <a:lnTo>
                    <a:pt x="2921163" y="273231"/>
                  </a:lnTo>
                  <a:lnTo>
                    <a:pt x="2976878" y="236243"/>
                  </a:lnTo>
                  <a:lnTo>
                    <a:pt x="3036703" y="203176"/>
                  </a:lnTo>
                  <a:lnTo>
                    <a:pt x="3101456" y="173551"/>
                  </a:lnTo>
                  <a:lnTo>
                    <a:pt x="3171811" y="146946"/>
                  </a:lnTo>
                  <a:lnTo>
                    <a:pt x="3248177" y="123016"/>
                  </a:lnTo>
                  <a:lnTo>
                    <a:pt x="3330539" y="101508"/>
                  </a:lnTo>
                  <a:lnTo>
                    <a:pt x="3418269" y="82258"/>
                  </a:lnTo>
                  <a:lnTo>
                    <a:pt x="3509931" y="65196"/>
                  </a:lnTo>
                  <a:lnTo>
                    <a:pt x="3603145" y="50322"/>
                  </a:lnTo>
                  <a:lnTo>
                    <a:pt x="3694591" y="37682"/>
                  </a:lnTo>
                  <a:lnTo>
                    <a:pt x="3780253" y="27324"/>
                  </a:lnTo>
                  <a:lnTo>
                    <a:pt x="3855946" y="19246"/>
                  </a:lnTo>
                  <a:lnTo>
                    <a:pt x="3918065" y="13351"/>
                  </a:lnTo>
                  <a:lnTo>
                    <a:pt x="3964368" y="9419"/>
                  </a:lnTo>
                  <a:lnTo>
                    <a:pt x="3994557" y="7114"/>
                  </a:lnTo>
                  <a:lnTo>
                    <a:pt x="4010471" y="6016"/>
                  </a:lnTo>
                  <a:lnTo>
                    <a:pt x="4015927" y="5675"/>
                  </a:lnTo>
                  <a:lnTo>
                    <a:pt x="4016409" y="5647"/>
                  </a:lnTo>
                  <a:lnTo>
                    <a:pt x="4538543" y="5647"/>
                  </a:lnTo>
                  <a:lnTo>
                    <a:pt x="4539775" y="5692"/>
                  </a:lnTo>
                  <a:lnTo>
                    <a:pt x="4547835" y="6018"/>
                  </a:lnTo>
                  <a:lnTo>
                    <a:pt x="4568007" y="6917"/>
                  </a:lnTo>
                  <a:lnTo>
                    <a:pt x="4603695" y="8684"/>
                  </a:lnTo>
                  <a:lnTo>
                    <a:pt x="4656123" y="11580"/>
                  </a:lnTo>
                  <a:lnTo>
                    <a:pt x="4724268" y="15801"/>
                  </a:lnTo>
                  <a:lnTo>
                    <a:pt x="4805211" y="21464"/>
                  </a:lnTo>
                  <a:lnTo>
                    <a:pt x="4894869" y="28607"/>
                  </a:lnTo>
                  <a:lnTo>
                    <a:pt x="4988849" y="37215"/>
                  </a:lnTo>
                  <a:lnTo>
                    <a:pt x="5083187" y="47254"/>
                  </a:lnTo>
                  <a:lnTo>
                    <a:pt x="5174794" y="58702"/>
                  </a:lnTo>
                  <a:lnTo>
                    <a:pt x="5261606" y="71578"/>
                  </a:lnTo>
                  <a:lnTo>
                    <a:pt x="5342510" y="85953"/>
                  </a:lnTo>
                  <a:lnTo>
                    <a:pt x="5417163" y="101961"/>
                  </a:lnTo>
                  <a:lnTo>
                    <a:pt x="5485778" y="119798"/>
                  </a:lnTo>
                  <a:lnTo>
                    <a:pt x="5548935" y="139715"/>
                  </a:lnTo>
                  <a:lnTo>
                    <a:pt x="5607425" y="162009"/>
                  </a:lnTo>
                  <a:lnTo>
                    <a:pt x="5662145" y="187005"/>
                  </a:lnTo>
                  <a:lnTo>
                    <a:pt x="5714005" y="215013"/>
                  </a:lnTo>
                  <a:lnTo>
                    <a:pt x="5763857" y="246268"/>
                  </a:lnTo>
                  <a:lnTo>
                    <a:pt x="5784835" y="260711"/>
                  </a:lnTo>
                  <a:lnTo>
                    <a:pt x="5830305" y="294569"/>
                  </a:lnTo>
                  <a:lnTo>
                    <a:pt x="5875332" y="331443"/>
                  </a:lnTo>
                  <a:lnTo>
                    <a:pt x="5920290" y="371389"/>
                  </a:lnTo>
                  <a:lnTo>
                    <a:pt x="5965453" y="414384"/>
                  </a:lnTo>
                  <a:lnTo>
                    <a:pt x="6011005" y="460325"/>
                  </a:lnTo>
                  <a:lnTo>
                    <a:pt x="6057051" y="509011"/>
                  </a:lnTo>
                  <a:lnTo>
                    <a:pt x="6103624" y="560153"/>
                  </a:lnTo>
                  <a:lnTo>
                    <a:pt x="6150694" y="613366"/>
                  </a:lnTo>
                  <a:lnTo>
                    <a:pt x="6198179" y="668187"/>
                  </a:lnTo>
                  <a:lnTo>
                    <a:pt x="6245953" y="724083"/>
                  </a:lnTo>
                  <a:lnTo>
                    <a:pt x="6293863" y="780476"/>
                  </a:lnTo>
                  <a:lnTo>
                    <a:pt x="6341746" y="836766"/>
                  </a:lnTo>
                  <a:lnTo>
                    <a:pt x="6389437" y="892358"/>
                  </a:lnTo>
                  <a:lnTo>
                    <a:pt x="6436792" y="946686"/>
                  </a:lnTo>
                  <a:lnTo>
                    <a:pt x="6483699" y="999241"/>
                  </a:lnTo>
                  <a:lnTo>
                    <a:pt x="6530093" y="1049583"/>
                  </a:lnTo>
                  <a:lnTo>
                    <a:pt x="6575963" y="1097360"/>
                  </a:lnTo>
                  <a:lnTo>
                    <a:pt x="6621367" y="1142312"/>
                  </a:lnTo>
                  <a:lnTo>
                    <a:pt x="6666435" y="1184273"/>
                  </a:lnTo>
                  <a:lnTo>
                    <a:pt x="6711381" y="1223169"/>
                  </a:lnTo>
                  <a:lnTo>
                    <a:pt x="6756511" y="1259003"/>
                  </a:lnTo>
                  <a:lnTo>
                    <a:pt x="6786527" y="1280966"/>
                  </a:lnTo>
                  <a:lnTo>
                    <a:pt x="6835746" y="1313647"/>
                  </a:lnTo>
                  <a:lnTo>
                    <a:pt x="6886646" y="1343028"/>
                  </a:lnTo>
                  <a:lnTo>
                    <a:pt x="6940027" y="1369282"/>
                  </a:lnTo>
                  <a:lnTo>
                    <a:pt x="6996786" y="1392697"/>
                  </a:lnTo>
                  <a:lnTo>
                    <a:pt x="7057833" y="1413596"/>
                  </a:lnTo>
                  <a:lnTo>
                    <a:pt x="7124018" y="1432292"/>
                  </a:lnTo>
                  <a:lnTo>
                    <a:pt x="7196026" y="1449058"/>
                  </a:lnTo>
                  <a:lnTo>
                    <a:pt x="7274250" y="1464115"/>
                  </a:lnTo>
                  <a:lnTo>
                    <a:pt x="7358611" y="1477622"/>
                  </a:lnTo>
                  <a:lnTo>
                    <a:pt x="7448353" y="1489679"/>
                  </a:lnTo>
                  <a:lnTo>
                    <a:pt x="7541837" y="1500324"/>
                  </a:lnTo>
                  <a:lnTo>
                    <a:pt x="7636412" y="1509550"/>
                  </a:lnTo>
                  <a:lnTo>
                    <a:pt x="7728453" y="1517327"/>
                  </a:lnTo>
                  <a:lnTo>
                    <a:pt x="7813677" y="1523624"/>
                  </a:lnTo>
                  <a:lnTo>
                    <a:pt x="7887764" y="1528455"/>
                  </a:lnTo>
                  <a:lnTo>
                    <a:pt x="7947191" y="1531900"/>
                  </a:lnTo>
                  <a:lnTo>
                    <a:pt x="7990053" y="1534123"/>
                  </a:lnTo>
                  <a:lnTo>
                    <a:pt x="8016593" y="1535361"/>
                  </a:lnTo>
                  <a:lnTo>
                    <a:pt x="8029310" y="1535896"/>
                  </a:lnTo>
                  <a:lnTo>
                    <a:pt x="8032819" y="1536030"/>
                  </a:lnTo>
                  <a:lnTo>
                    <a:pt x="8554953" y="1536030"/>
                  </a:lnTo>
                  <a:lnTo>
                    <a:pt x="8554953" y="1530383"/>
                  </a:lnTo>
                  <a:lnTo>
                    <a:pt x="8032819" y="1530383"/>
                  </a:lnTo>
                  <a:lnTo>
                    <a:pt x="8031587" y="1530337"/>
                  </a:lnTo>
                  <a:lnTo>
                    <a:pt x="8023527" y="1530012"/>
                  </a:lnTo>
                  <a:lnTo>
                    <a:pt x="8003355" y="1529112"/>
                  </a:lnTo>
                  <a:lnTo>
                    <a:pt x="7967667" y="1527345"/>
                  </a:lnTo>
                  <a:lnTo>
                    <a:pt x="7915239" y="1524450"/>
                  </a:lnTo>
                  <a:lnTo>
                    <a:pt x="7847094" y="1520229"/>
                  </a:lnTo>
                  <a:lnTo>
                    <a:pt x="7766151" y="1514566"/>
                  </a:lnTo>
                  <a:lnTo>
                    <a:pt x="7676493" y="1507423"/>
                  </a:lnTo>
                  <a:lnTo>
                    <a:pt x="7582513" y="1498815"/>
                  </a:lnTo>
                  <a:lnTo>
                    <a:pt x="7488175" y="1488776"/>
                  </a:lnTo>
                  <a:lnTo>
                    <a:pt x="7396568" y="1477327"/>
                  </a:lnTo>
                  <a:lnTo>
                    <a:pt x="7309756" y="1464452"/>
                  </a:lnTo>
                  <a:lnTo>
                    <a:pt x="7228852" y="1450076"/>
                  </a:lnTo>
                  <a:lnTo>
                    <a:pt x="7154199" y="1434068"/>
                  </a:lnTo>
                  <a:lnTo>
                    <a:pt x="7085584" y="1416232"/>
                  </a:lnTo>
                  <a:lnTo>
                    <a:pt x="7022427" y="1396315"/>
                  </a:lnTo>
                  <a:lnTo>
                    <a:pt x="6963937" y="1374020"/>
                  </a:lnTo>
                  <a:lnTo>
                    <a:pt x="6909217" y="1349024"/>
                  </a:lnTo>
                  <a:lnTo>
                    <a:pt x="6857357" y="1321016"/>
                  </a:lnTo>
                  <a:lnTo>
                    <a:pt x="6807505" y="1289762"/>
                  </a:lnTo>
                  <a:lnTo>
                    <a:pt x="6786527" y="1275319"/>
                  </a:lnTo>
                  <a:lnTo>
                    <a:pt x="6741057" y="1241461"/>
                  </a:lnTo>
                  <a:lnTo>
                    <a:pt x="6696030" y="1204586"/>
                  </a:lnTo>
                  <a:lnTo>
                    <a:pt x="6651072" y="1164641"/>
                  </a:lnTo>
                  <a:lnTo>
                    <a:pt x="6605909" y="1121645"/>
                  </a:lnTo>
                  <a:lnTo>
                    <a:pt x="6560357" y="1075705"/>
                  </a:lnTo>
                  <a:lnTo>
                    <a:pt x="6514311" y="1027018"/>
                  </a:lnTo>
                  <a:lnTo>
                    <a:pt x="6467738" y="975877"/>
                  </a:lnTo>
                  <a:lnTo>
                    <a:pt x="6420668" y="922663"/>
                  </a:lnTo>
                  <a:lnTo>
                    <a:pt x="6373183" y="867843"/>
                  </a:lnTo>
                  <a:lnTo>
                    <a:pt x="6325409" y="811947"/>
                  </a:lnTo>
                  <a:lnTo>
                    <a:pt x="6277499" y="755554"/>
                  </a:lnTo>
                  <a:lnTo>
                    <a:pt x="6229616" y="699264"/>
                  </a:lnTo>
                  <a:lnTo>
                    <a:pt x="6181925" y="643672"/>
                  </a:lnTo>
                  <a:lnTo>
                    <a:pt x="6134570" y="589343"/>
                  </a:lnTo>
                  <a:lnTo>
                    <a:pt x="6087663" y="536789"/>
                  </a:lnTo>
                  <a:lnTo>
                    <a:pt x="6041269" y="486447"/>
                  </a:lnTo>
                  <a:lnTo>
                    <a:pt x="5995399" y="438670"/>
                  </a:lnTo>
                  <a:lnTo>
                    <a:pt x="5949995" y="393718"/>
                  </a:lnTo>
                  <a:lnTo>
                    <a:pt x="5904927" y="351756"/>
                  </a:lnTo>
                  <a:lnTo>
                    <a:pt x="5859981" y="312861"/>
                  </a:lnTo>
                  <a:lnTo>
                    <a:pt x="5814851" y="277026"/>
                  </a:lnTo>
                  <a:lnTo>
                    <a:pt x="5784835" y="255063"/>
                  </a:lnTo>
                  <a:lnTo>
                    <a:pt x="5735616" y="222383"/>
                  </a:lnTo>
                  <a:lnTo>
                    <a:pt x="5684716" y="193001"/>
                  </a:lnTo>
                  <a:lnTo>
                    <a:pt x="5631335" y="166748"/>
                  </a:lnTo>
                  <a:lnTo>
                    <a:pt x="5574576" y="143333"/>
                  </a:lnTo>
                  <a:lnTo>
                    <a:pt x="5513529" y="122433"/>
                  </a:lnTo>
                  <a:lnTo>
                    <a:pt x="5447344" y="103737"/>
                  </a:lnTo>
                  <a:lnTo>
                    <a:pt x="5375336" y="86971"/>
                  </a:lnTo>
                  <a:lnTo>
                    <a:pt x="5297112" y="71915"/>
                  </a:lnTo>
                  <a:lnTo>
                    <a:pt x="5212751" y="58407"/>
                  </a:lnTo>
                  <a:lnTo>
                    <a:pt x="5123009" y="46351"/>
                  </a:lnTo>
                  <a:lnTo>
                    <a:pt x="5029525" y="35706"/>
                  </a:lnTo>
                  <a:lnTo>
                    <a:pt x="4934950" y="26479"/>
                  </a:lnTo>
                  <a:lnTo>
                    <a:pt x="4842908" y="18703"/>
                  </a:lnTo>
                  <a:lnTo>
                    <a:pt x="4757685" y="12405"/>
                  </a:lnTo>
                  <a:lnTo>
                    <a:pt x="4683598" y="7574"/>
                  </a:lnTo>
                  <a:lnTo>
                    <a:pt x="4624171" y="4129"/>
                  </a:lnTo>
                  <a:lnTo>
                    <a:pt x="4581309" y="1906"/>
                  </a:lnTo>
                  <a:lnTo>
                    <a:pt x="4554769" y="669"/>
                  </a:lnTo>
                  <a:lnTo>
                    <a:pt x="4542052" y="134"/>
                  </a:lnTo>
                  <a:lnTo>
                    <a:pt x="4538543" y="0"/>
                  </a:lnTo>
                  <a:lnTo>
                    <a:pt x="4016409" y="0"/>
                  </a:lnTo>
                  <a:lnTo>
                    <a:pt x="4015230" y="69"/>
                  </a:lnTo>
                  <a:lnTo>
                    <a:pt x="4007511" y="564"/>
                  </a:lnTo>
                  <a:lnTo>
                    <a:pt x="3988162" y="1934"/>
                  </a:lnTo>
                  <a:lnTo>
                    <a:pt x="3953855" y="4627"/>
                  </a:lnTo>
                  <a:lnTo>
                    <a:pt x="3903306" y="9043"/>
                  </a:lnTo>
                  <a:lnTo>
                    <a:pt x="3837358" y="15492"/>
                  </a:lnTo>
                  <a:lnTo>
                    <a:pt x="3758675" y="24161"/>
                  </a:lnTo>
                  <a:lnTo>
                    <a:pt x="3671094" y="35118"/>
                  </a:lnTo>
                  <a:lnTo>
                    <a:pt x="3578819" y="48346"/>
                  </a:lnTo>
                  <a:lnTo>
                    <a:pt x="3485727" y="63795"/>
                  </a:lnTo>
                  <a:lnTo>
                    <a:pt x="3394902" y="81426"/>
                  </a:lnTo>
                  <a:lnTo>
                    <a:pt x="3308471" y="101255"/>
                  </a:lnTo>
                  <a:lnTo>
                    <a:pt x="3227643" y="123377"/>
                  </a:lnTo>
                  <a:lnTo>
                    <a:pt x="3152866" y="147977"/>
                  </a:lnTo>
                  <a:lnTo>
                    <a:pt x="3084027" y="175334"/>
                  </a:lnTo>
                  <a:lnTo>
                    <a:pt x="3020634" y="205814"/>
                  </a:lnTo>
                  <a:lnTo>
                    <a:pt x="2961965" y="239858"/>
                  </a:lnTo>
                  <a:lnTo>
                    <a:pt x="2907180" y="277952"/>
                  </a:lnTo>
                  <a:lnTo>
                    <a:pt x="2855405" y="320584"/>
                  </a:lnTo>
                  <a:lnTo>
                    <a:pt x="2805802" y="368155"/>
                  </a:lnTo>
                  <a:lnTo>
                    <a:pt x="2770117" y="406596"/>
                  </a:lnTo>
                  <a:lnTo>
                    <a:pt x="2730742" y="453016"/>
                  </a:lnTo>
                  <a:lnTo>
                    <a:pt x="2691741" y="503021"/>
                  </a:lnTo>
                  <a:lnTo>
                    <a:pt x="2652857" y="556683"/>
                  </a:lnTo>
                  <a:lnTo>
                    <a:pt x="2613893" y="614008"/>
                  </a:lnTo>
                  <a:lnTo>
                    <a:pt x="2574703" y="674931"/>
                  </a:lnTo>
                  <a:lnTo>
                    <a:pt x="2535188" y="739304"/>
                  </a:lnTo>
                  <a:lnTo>
                    <a:pt x="2495294" y="806900"/>
                  </a:lnTo>
                  <a:lnTo>
                    <a:pt x="2455005" y="877404"/>
                  </a:lnTo>
                  <a:lnTo>
                    <a:pt x="2414339" y="950422"/>
                  </a:lnTo>
                  <a:lnTo>
                    <a:pt x="2373346" y="1025486"/>
                  </a:lnTo>
                  <a:lnTo>
                    <a:pt x="2332101" y="1102062"/>
                  </a:lnTo>
                  <a:lnTo>
                    <a:pt x="2290696" y="1179571"/>
                  </a:lnTo>
                  <a:lnTo>
                    <a:pt x="2249235" y="1257401"/>
                  </a:lnTo>
                  <a:lnTo>
                    <a:pt x="2207826" y="1334930"/>
                  </a:lnTo>
                  <a:lnTo>
                    <a:pt x="2166574" y="1411547"/>
                  </a:lnTo>
                  <a:lnTo>
                    <a:pt x="2125572" y="1486670"/>
                  </a:lnTo>
                  <a:lnTo>
                    <a:pt x="2084894" y="1559765"/>
                  </a:lnTo>
                  <a:lnTo>
                    <a:pt x="2044591" y="1630360"/>
                  </a:lnTo>
                  <a:lnTo>
                    <a:pt x="2004684" y="1698058"/>
                  </a:lnTo>
                  <a:lnTo>
                    <a:pt x="1965158" y="1762544"/>
                  </a:lnTo>
                  <a:lnTo>
                    <a:pt x="1925958" y="1823585"/>
                  </a:lnTo>
                  <a:lnTo>
                    <a:pt x="1886988" y="1881033"/>
                  </a:lnTo>
                  <a:lnTo>
                    <a:pt x="1848105" y="1934818"/>
                  </a:lnTo>
                  <a:lnTo>
                    <a:pt x="1809111" y="1984945"/>
                  </a:lnTo>
                  <a:lnTo>
                    <a:pt x="1769753" y="2031483"/>
                  </a:lnTo>
                  <a:lnTo>
                    <a:pt x="1768425" y="2032981"/>
                  </a:lnTo>
                  <a:lnTo>
                    <a:pt x="1719951" y="2084339"/>
                  </a:lnTo>
                  <a:lnTo>
                    <a:pt x="1669857" y="2130591"/>
                  </a:lnTo>
                  <a:lnTo>
                    <a:pt x="1617379" y="2171993"/>
                  </a:lnTo>
                  <a:lnTo>
                    <a:pt x="1561664" y="2208981"/>
                  </a:lnTo>
                  <a:lnTo>
                    <a:pt x="1501839" y="2242048"/>
                  </a:lnTo>
                  <a:lnTo>
                    <a:pt x="1437086" y="2271673"/>
                  </a:lnTo>
                  <a:lnTo>
                    <a:pt x="1366731" y="2298278"/>
                  </a:lnTo>
                  <a:lnTo>
                    <a:pt x="1290365" y="2322208"/>
                  </a:lnTo>
                  <a:lnTo>
                    <a:pt x="1208003" y="2343716"/>
                  </a:lnTo>
                  <a:lnTo>
                    <a:pt x="1120273" y="2362966"/>
                  </a:lnTo>
                  <a:lnTo>
                    <a:pt x="1028611" y="2380028"/>
                  </a:lnTo>
                  <a:lnTo>
                    <a:pt x="935397" y="2394902"/>
                  </a:lnTo>
                  <a:lnTo>
                    <a:pt x="843951" y="2407542"/>
                  </a:lnTo>
                  <a:lnTo>
                    <a:pt x="758289" y="2417900"/>
                  </a:lnTo>
                  <a:lnTo>
                    <a:pt x="682596" y="2425978"/>
                  </a:lnTo>
                  <a:lnTo>
                    <a:pt x="620477" y="2431873"/>
                  </a:lnTo>
                  <a:lnTo>
                    <a:pt x="574174" y="2435805"/>
                  </a:lnTo>
                  <a:lnTo>
                    <a:pt x="543985" y="2438110"/>
                  </a:lnTo>
                  <a:lnTo>
                    <a:pt x="528071" y="2439208"/>
                  </a:lnTo>
                  <a:lnTo>
                    <a:pt x="522616" y="2439550"/>
                  </a:lnTo>
                  <a:lnTo>
                    <a:pt x="522133" y="2439577"/>
                  </a:lnTo>
                  <a:lnTo>
                    <a:pt x="0" y="2439577"/>
                  </a:lnTo>
                  <a:close/>
                </a:path>
              </a:pathLst>
            </a:custGeom>
            <a:solidFill>
              <a:srgbClr val="F28E5B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1080" name="pl1080"/>
            <p:cNvSpPr/>
            <p:nvPr/>
          </p:nvSpPr>
          <p:spPr>
            <a:xfrm>
              <a:off x="386606" y="987894"/>
              <a:ext cx="8554953" cy="2439577"/>
            </a:xfrm>
            <a:custGeom>
              <a:avLst/>
              <a:pathLst>
                <a:path w="8554953" h="2439577">
                  <a:moveTo>
                    <a:pt x="0" y="2439577"/>
                  </a:moveTo>
                  <a:lnTo>
                    <a:pt x="522133" y="2439577"/>
                  </a:lnTo>
                  <a:lnTo>
                    <a:pt x="523312" y="2439508"/>
                  </a:lnTo>
                  <a:lnTo>
                    <a:pt x="531032" y="2439013"/>
                  </a:lnTo>
                  <a:lnTo>
                    <a:pt x="550381" y="2437643"/>
                  </a:lnTo>
                  <a:lnTo>
                    <a:pt x="584687" y="2434950"/>
                  </a:lnTo>
                  <a:lnTo>
                    <a:pt x="635236" y="2430534"/>
                  </a:lnTo>
                  <a:lnTo>
                    <a:pt x="701184" y="2424085"/>
                  </a:lnTo>
                  <a:lnTo>
                    <a:pt x="779867" y="2415416"/>
                  </a:lnTo>
                  <a:lnTo>
                    <a:pt x="867449" y="2404459"/>
                  </a:lnTo>
                  <a:lnTo>
                    <a:pt x="959723" y="2391230"/>
                  </a:lnTo>
                  <a:lnTo>
                    <a:pt x="1052816" y="2375781"/>
                  </a:lnTo>
                  <a:lnTo>
                    <a:pt x="1143641" y="2358151"/>
                  </a:lnTo>
                  <a:lnTo>
                    <a:pt x="1230071" y="2338322"/>
                  </a:lnTo>
                  <a:lnTo>
                    <a:pt x="1310899" y="2316200"/>
                  </a:lnTo>
                  <a:lnTo>
                    <a:pt x="1385676" y="2291600"/>
                  </a:lnTo>
                  <a:lnTo>
                    <a:pt x="1454516" y="2264243"/>
                  </a:lnTo>
                  <a:lnTo>
                    <a:pt x="1517909" y="2233763"/>
                  </a:lnTo>
                  <a:lnTo>
                    <a:pt x="1576577" y="2199719"/>
                  </a:lnTo>
                  <a:lnTo>
                    <a:pt x="1631362" y="2161625"/>
                  </a:lnTo>
                  <a:lnTo>
                    <a:pt x="1683137" y="2118993"/>
                  </a:lnTo>
                  <a:lnTo>
                    <a:pt x="1732740" y="2071421"/>
                  </a:lnTo>
                  <a:lnTo>
                    <a:pt x="1768425" y="2032981"/>
                  </a:lnTo>
                  <a:lnTo>
                    <a:pt x="1807800" y="1986561"/>
                  </a:lnTo>
                  <a:lnTo>
                    <a:pt x="1846801" y="1936556"/>
                  </a:lnTo>
                  <a:lnTo>
                    <a:pt x="1885685" y="1882894"/>
                  </a:lnTo>
                  <a:lnTo>
                    <a:pt x="1924649" y="1825569"/>
                  </a:lnTo>
                  <a:lnTo>
                    <a:pt x="1963839" y="1764646"/>
                  </a:lnTo>
                  <a:lnTo>
                    <a:pt x="2003354" y="1700272"/>
                  </a:lnTo>
                  <a:lnTo>
                    <a:pt x="2043248" y="1632677"/>
                  </a:lnTo>
                  <a:lnTo>
                    <a:pt x="2083538" y="1562173"/>
                  </a:lnTo>
                  <a:lnTo>
                    <a:pt x="2124203" y="1489155"/>
                  </a:lnTo>
                  <a:lnTo>
                    <a:pt x="2165196" y="1414091"/>
                  </a:lnTo>
                  <a:lnTo>
                    <a:pt x="2206441" y="1337515"/>
                  </a:lnTo>
                  <a:lnTo>
                    <a:pt x="2247846" y="1260006"/>
                  </a:lnTo>
                  <a:lnTo>
                    <a:pt x="2289307" y="1182176"/>
                  </a:lnTo>
                  <a:lnTo>
                    <a:pt x="2330716" y="1104647"/>
                  </a:lnTo>
                  <a:lnTo>
                    <a:pt x="2371968" y="1028030"/>
                  </a:lnTo>
                  <a:lnTo>
                    <a:pt x="2412971" y="952907"/>
                  </a:lnTo>
                  <a:lnTo>
                    <a:pt x="2453648" y="879812"/>
                  </a:lnTo>
                  <a:lnTo>
                    <a:pt x="2493951" y="809217"/>
                  </a:lnTo>
                  <a:lnTo>
                    <a:pt x="2533858" y="741518"/>
                  </a:lnTo>
                  <a:lnTo>
                    <a:pt x="2573385" y="677033"/>
                  </a:lnTo>
                  <a:lnTo>
                    <a:pt x="2612584" y="615992"/>
                  </a:lnTo>
                  <a:lnTo>
                    <a:pt x="2651554" y="558544"/>
                  </a:lnTo>
                  <a:lnTo>
                    <a:pt x="2690438" y="504759"/>
                  </a:lnTo>
                  <a:lnTo>
                    <a:pt x="2729431" y="454632"/>
                  </a:lnTo>
                  <a:lnTo>
                    <a:pt x="2768789" y="408094"/>
                  </a:lnTo>
                  <a:lnTo>
                    <a:pt x="2770117" y="406596"/>
                  </a:lnTo>
                  <a:lnTo>
                    <a:pt x="2818591" y="355238"/>
                  </a:lnTo>
                  <a:lnTo>
                    <a:pt x="2868686" y="308986"/>
                  </a:lnTo>
                  <a:lnTo>
                    <a:pt x="2921163" y="267584"/>
                  </a:lnTo>
                  <a:lnTo>
                    <a:pt x="2976878" y="230596"/>
                  </a:lnTo>
                  <a:lnTo>
                    <a:pt x="3036703" y="197528"/>
                  </a:lnTo>
                  <a:lnTo>
                    <a:pt x="3101456" y="167904"/>
                  </a:lnTo>
                  <a:lnTo>
                    <a:pt x="3171811" y="141299"/>
                  </a:lnTo>
                  <a:lnTo>
                    <a:pt x="3248177" y="117369"/>
                  </a:lnTo>
                  <a:lnTo>
                    <a:pt x="3330539" y="95860"/>
                  </a:lnTo>
                  <a:lnTo>
                    <a:pt x="3418269" y="76611"/>
                  </a:lnTo>
                  <a:lnTo>
                    <a:pt x="3509931" y="59549"/>
                  </a:lnTo>
                  <a:lnTo>
                    <a:pt x="3603145" y="44675"/>
                  </a:lnTo>
                  <a:lnTo>
                    <a:pt x="3694591" y="32035"/>
                  </a:lnTo>
                  <a:lnTo>
                    <a:pt x="3780253" y="21677"/>
                  </a:lnTo>
                  <a:lnTo>
                    <a:pt x="3855946" y="13599"/>
                  </a:lnTo>
                  <a:lnTo>
                    <a:pt x="3918065" y="7704"/>
                  </a:lnTo>
                  <a:lnTo>
                    <a:pt x="3964368" y="3772"/>
                  </a:lnTo>
                  <a:lnTo>
                    <a:pt x="3994557" y="1467"/>
                  </a:lnTo>
                  <a:lnTo>
                    <a:pt x="4010471" y="369"/>
                  </a:lnTo>
                  <a:lnTo>
                    <a:pt x="4015927" y="27"/>
                  </a:lnTo>
                  <a:lnTo>
                    <a:pt x="4016409" y="0"/>
                  </a:lnTo>
                  <a:lnTo>
                    <a:pt x="4538543" y="0"/>
                  </a:lnTo>
                  <a:lnTo>
                    <a:pt x="4539775" y="45"/>
                  </a:lnTo>
                  <a:lnTo>
                    <a:pt x="4547835" y="370"/>
                  </a:lnTo>
                  <a:lnTo>
                    <a:pt x="4568007" y="1270"/>
                  </a:lnTo>
                  <a:lnTo>
                    <a:pt x="4603695" y="3037"/>
                  </a:lnTo>
                  <a:lnTo>
                    <a:pt x="4656123" y="5933"/>
                  </a:lnTo>
                  <a:lnTo>
                    <a:pt x="4724268" y="10154"/>
                  </a:lnTo>
                  <a:lnTo>
                    <a:pt x="4805211" y="15817"/>
                  </a:lnTo>
                  <a:lnTo>
                    <a:pt x="4894869" y="22960"/>
                  </a:lnTo>
                  <a:lnTo>
                    <a:pt x="4988849" y="31568"/>
                  </a:lnTo>
                  <a:lnTo>
                    <a:pt x="5083187" y="41607"/>
                  </a:lnTo>
                  <a:lnTo>
                    <a:pt x="5174794" y="53055"/>
                  </a:lnTo>
                  <a:lnTo>
                    <a:pt x="5261606" y="65931"/>
                  </a:lnTo>
                  <a:lnTo>
                    <a:pt x="5342510" y="80306"/>
                  </a:lnTo>
                  <a:lnTo>
                    <a:pt x="5417163" y="96314"/>
                  </a:lnTo>
                  <a:lnTo>
                    <a:pt x="5485778" y="114151"/>
                  </a:lnTo>
                  <a:lnTo>
                    <a:pt x="5548935" y="134068"/>
                  </a:lnTo>
                  <a:lnTo>
                    <a:pt x="5607425" y="156362"/>
                  </a:lnTo>
                  <a:lnTo>
                    <a:pt x="5662145" y="181358"/>
                  </a:lnTo>
                  <a:lnTo>
                    <a:pt x="5714005" y="209366"/>
                  </a:lnTo>
                  <a:lnTo>
                    <a:pt x="5763857" y="240621"/>
                  </a:lnTo>
                  <a:lnTo>
                    <a:pt x="5784835" y="255063"/>
                  </a:lnTo>
                  <a:lnTo>
                    <a:pt x="5830305" y="288922"/>
                  </a:lnTo>
                  <a:lnTo>
                    <a:pt x="5875332" y="325796"/>
                  </a:lnTo>
                  <a:lnTo>
                    <a:pt x="5920290" y="365742"/>
                  </a:lnTo>
                  <a:lnTo>
                    <a:pt x="5965453" y="408737"/>
                  </a:lnTo>
                  <a:lnTo>
                    <a:pt x="6011005" y="454677"/>
                  </a:lnTo>
                  <a:lnTo>
                    <a:pt x="6057051" y="503364"/>
                  </a:lnTo>
                  <a:lnTo>
                    <a:pt x="6103624" y="554506"/>
                  </a:lnTo>
                  <a:lnTo>
                    <a:pt x="6150694" y="607719"/>
                  </a:lnTo>
                  <a:lnTo>
                    <a:pt x="6198179" y="662540"/>
                  </a:lnTo>
                  <a:lnTo>
                    <a:pt x="6245953" y="718436"/>
                  </a:lnTo>
                  <a:lnTo>
                    <a:pt x="6293863" y="774829"/>
                  </a:lnTo>
                  <a:lnTo>
                    <a:pt x="6341746" y="831119"/>
                  </a:lnTo>
                  <a:lnTo>
                    <a:pt x="6389437" y="886710"/>
                  </a:lnTo>
                  <a:lnTo>
                    <a:pt x="6436792" y="941039"/>
                  </a:lnTo>
                  <a:lnTo>
                    <a:pt x="6483699" y="993593"/>
                  </a:lnTo>
                  <a:lnTo>
                    <a:pt x="6530093" y="1043935"/>
                  </a:lnTo>
                  <a:lnTo>
                    <a:pt x="6575963" y="1091712"/>
                  </a:lnTo>
                  <a:lnTo>
                    <a:pt x="6621367" y="1136665"/>
                  </a:lnTo>
                  <a:lnTo>
                    <a:pt x="6666435" y="1178626"/>
                  </a:lnTo>
                  <a:lnTo>
                    <a:pt x="6711381" y="1217521"/>
                  </a:lnTo>
                  <a:lnTo>
                    <a:pt x="6756511" y="1253356"/>
                  </a:lnTo>
                  <a:lnTo>
                    <a:pt x="6786527" y="1275319"/>
                  </a:lnTo>
                  <a:lnTo>
                    <a:pt x="6835746" y="1307999"/>
                  </a:lnTo>
                  <a:lnTo>
                    <a:pt x="6886646" y="1337381"/>
                  </a:lnTo>
                  <a:lnTo>
                    <a:pt x="6940027" y="1363635"/>
                  </a:lnTo>
                  <a:lnTo>
                    <a:pt x="6996786" y="1387050"/>
                  </a:lnTo>
                  <a:lnTo>
                    <a:pt x="7057833" y="1407949"/>
                  </a:lnTo>
                  <a:lnTo>
                    <a:pt x="7124018" y="1426645"/>
                  </a:lnTo>
                  <a:lnTo>
                    <a:pt x="7196026" y="1443411"/>
                  </a:lnTo>
                  <a:lnTo>
                    <a:pt x="7274250" y="1458468"/>
                  </a:lnTo>
                  <a:lnTo>
                    <a:pt x="7358611" y="1471975"/>
                  </a:lnTo>
                  <a:lnTo>
                    <a:pt x="7448353" y="1484032"/>
                  </a:lnTo>
                  <a:lnTo>
                    <a:pt x="7541837" y="1494676"/>
                  </a:lnTo>
                  <a:lnTo>
                    <a:pt x="7636412" y="1503903"/>
                  </a:lnTo>
                  <a:lnTo>
                    <a:pt x="7728453" y="1511679"/>
                  </a:lnTo>
                  <a:lnTo>
                    <a:pt x="7813677" y="1517977"/>
                  </a:lnTo>
                  <a:lnTo>
                    <a:pt x="7887764" y="1522808"/>
                  </a:lnTo>
                  <a:lnTo>
                    <a:pt x="7947191" y="1526253"/>
                  </a:lnTo>
                  <a:lnTo>
                    <a:pt x="7990053" y="1528476"/>
                  </a:lnTo>
                  <a:lnTo>
                    <a:pt x="8016593" y="1529713"/>
                  </a:lnTo>
                  <a:lnTo>
                    <a:pt x="8029310" y="1530249"/>
                  </a:lnTo>
                  <a:lnTo>
                    <a:pt x="8032718" y="1530379"/>
                  </a:lnTo>
                  <a:lnTo>
                    <a:pt x="8032819" y="1530383"/>
                  </a:lnTo>
                  <a:lnTo>
                    <a:pt x="8554953" y="1530383"/>
                  </a:lnTo>
                  <a:lnTo>
                    <a:pt x="8554953" y="1530383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081" name="pl1081"/>
            <p:cNvSpPr/>
            <p:nvPr/>
          </p:nvSpPr>
          <p:spPr>
            <a:xfrm>
              <a:off x="386606" y="982247"/>
              <a:ext cx="8554953" cy="2439577"/>
            </a:xfrm>
            <a:custGeom>
              <a:avLst/>
              <a:pathLst>
                <a:path w="8554953" h="2439577">
                  <a:moveTo>
                    <a:pt x="8554953" y="1530383"/>
                  </a:moveTo>
                  <a:lnTo>
                    <a:pt x="8032819" y="1530383"/>
                  </a:lnTo>
                  <a:lnTo>
                    <a:pt x="8031587" y="1530337"/>
                  </a:lnTo>
                  <a:lnTo>
                    <a:pt x="8023527" y="1530012"/>
                  </a:lnTo>
                  <a:lnTo>
                    <a:pt x="8003355" y="1529112"/>
                  </a:lnTo>
                  <a:lnTo>
                    <a:pt x="7967667" y="1527345"/>
                  </a:lnTo>
                  <a:lnTo>
                    <a:pt x="7915239" y="1524450"/>
                  </a:lnTo>
                  <a:lnTo>
                    <a:pt x="7847094" y="1520229"/>
                  </a:lnTo>
                  <a:lnTo>
                    <a:pt x="7766151" y="1514566"/>
                  </a:lnTo>
                  <a:lnTo>
                    <a:pt x="7676493" y="1507423"/>
                  </a:lnTo>
                  <a:lnTo>
                    <a:pt x="7582513" y="1498815"/>
                  </a:lnTo>
                  <a:lnTo>
                    <a:pt x="7488175" y="1488776"/>
                  </a:lnTo>
                  <a:lnTo>
                    <a:pt x="7396568" y="1477327"/>
                  </a:lnTo>
                  <a:lnTo>
                    <a:pt x="7309756" y="1464452"/>
                  </a:lnTo>
                  <a:lnTo>
                    <a:pt x="7228852" y="1450076"/>
                  </a:lnTo>
                  <a:lnTo>
                    <a:pt x="7154199" y="1434068"/>
                  </a:lnTo>
                  <a:lnTo>
                    <a:pt x="7085584" y="1416232"/>
                  </a:lnTo>
                  <a:lnTo>
                    <a:pt x="7022427" y="1396315"/>
                  </a:lnTo>
                  <a:lnTo>
                    <a:pt x="6963937" y="1374020"/>
                  </a:lnTo>
                  <a:lnTo>
                    <a:pt x="6909217" y="1349024"/>
                  </a:lnTo>
                  <a:lnTo>
                    <a:pt x="6857357" y="1321016"/>
                  </a:lnTo>
                  <a:lnTo>
                    <a:pt x="6807505" y="1289762"/>
                  </a:lnTo>
                  <a:lnTo>
                    <a:pt x="6786527" y="1275319"/>
                  </a:lnTo>
                  <a:lnTo>
                    <a:pt x="6741057" y="1241461"/>
                  </a:lnTo>
                  <a:lnTo>
                    <a:pt x="6696030" y="1204586"/>
                  </a:lnTo>
                  <a:lnTo>
                    <a:pt x="6651072" y="1164641"/>
                  </a:lnTo>
                  <a:lnTo>
                    <a:pt x="6605909" y="1121645"/>
                  </a:lnTo>
                  <a:lnTo>
                    <a:pt x="6560357" y="1075705"/>
                  </a:lnTo>
                  <a:lnTo>
                    <a:pt x="6514311" y="1027018"/>
                  </a:lnTo>
                  <a:lnTo>
                    <a:pt x="6467738" y="975877"/>
                  </a:lnTo>
                  <a:lnTo>
                    <a:pt x="6420668" y="922663"/>
                  </a:lnTo>
                  <a:lnTo>
                    <a:pt x="6373183" y="867843"/>
                  </a:lnTo>
                  <a:lnTo>
                    <a:pt x="6325409" y="811947"/>
                  </a:lnTo>
                  <a:lnTo>
                    <a:pt x="6277499" y="755554"/>
                  </a:lnTo>
                  <a:lnTo>
                    <a:pt x="6229616" y="699264"/>
                  </a:lnTo>
                  <a:lnTo>
                    <a:pt x="6181925" y="643672"/>
                  </a:lnTo>
                  <a:lnTo>
                    <a:pt x="6134570" y="589343"/>
                  </a:lnTo>
                  <a:lnTo>
                    <a:pt x="6087663" y="536789"/>
                  </a:lnTo>
                  <a:lnTo>
                    <a:pt x="6041269" y="486447"/>
                  </a:lnTo>
                  <a:lnTo>
                    <a:pt x="5995399" y="438670"/>
                  </a:lnTo>
                  <a:lnTo>
                    <a:pt x="5949995" y="393718"/>
                  </a:lnTo>
                  <a:lnTo>
                    <a:pt x="5904927" y="351756"/>
                  </a:lnTo>
                  <a:lnTo>
                    <a:pt x="5859981" y="312861"/>
                  </a:lnTo>
                  <a:lnTo>
                    <a:pt x="5814851" y="277026"/>
                  </a:lnTo>
                  <a:lnTo>
                    <a:pt x="5784835" y="255063"/>
                  </a:lnTo>
                  <a:lnTo>
                    <a:pt x="5735616" y="222383"/>
                  </a:lnTo>
                  <a:lnTo>
                    <a:pt x="5684716" y="193001"/>
                  </a:lnTo>
                  <a:lnTo>
                    <a:pt x="5631335" y="166748"/>
                  </a:lnTo>
                  <a:lnTo>
                    <a:pt x="5574576" y="143333"/>
                  </a:lnTo>
                  <a:lnTo>
                    <a:pt x="5513529" y="122433"/>
                  </a:lnTo>
                  <a:lnTo>
                    <a:pt x="5447344" y="103737"/>
                  </a:lnTo>
                  <a:lnTo>
                    <a:pt x="5375336" y="86971"/>
                  </a:lnTo>
                  <a:lnTo>
                    <a:pt x="5297112" y="71915"/>
                  </a:lnTo>
                  <a:lnTo>
                    <a:pt x="5212751" y="58407"/>
                  </a:lnTo>
                  <a:lnTo>
                    <a:pt x="5123009" y="46351"/>
                  </a:lnTo>
                  <a:lnTo>
                    <a:pt x="5029525" y="35706"/>
                  </a:lnTo>
                  <a:lnTo>
                    <a:pt x="4934950" y="26479"/>
                  </a:lnTo>
                  <a:lnTo>
                    <a:pt x="4842908" y="18703"/>
                  </a:lnTo>
                  <a:lnTo>
                    <a:pt x="4757685" y="12405"/>
                  </a:lnTo>
                  <a:lnTo>
                    <a:pt x="4683598" y="7574"/>
                  </a:lnTo>
                  <a:lnTo>
                    <a:pt x="4624171" y="4129"/>
                  </a:lnTo>
                  <a:lnTo>
                    <a:pt x="4581309" y="1906"/>
                  </a:lnTo>
                  <a:lnTo>
                    <a:pt x="4554769" y="669"/>
                  </a:lnTo>
                  <a:lnTo>
                    <a:pt x="4542052" y="134"/>
                  </a:lnTo>
                  <a:lnTo>
                    <a:pt x="4538644" y="3"/>
                  </a:lnTo>
                  <a:lnTo>
                    <a:pt x="4538543" y="0"/>
                  </a:lnTo>
                  <a:lnTo>
                    <a:pt x="4016409" y="0"/>
                  </a:lnTo>
                  <a:lnTo>
                    <a:pt x="4015230" y="69"/>
                  </a:lnTo>
                  <a:lnTo>
                    <a:pt x="4007511" y="564"/>
                  </a:lnTo>
                  <a:lnTo>
                    <a:pt x="3988162" y="1934"/>
                  </a:lnTo>
                  <a:lnTo>
                    <a:pt x="3953855" y="4627"/>
                  </a:lnTo>
                  <a:lnTo>
                    <a:pt x="3903306" y="9043"/>
                  </a:lnTo>
                  <a:lnTo>
                    <a:pt x="3837358" y="15492"/>
                  </a:lnTo>
                  <a:lnTo>
                    <a:pt x="3758675" y="24161"/>
                  </a:lnTo>
                  <a:lnTo>
                    <a:pt x="3671094" y="35118"/>
                  </a:lnTo>
                  <a:lnTo>
                    <a:pt x="3578819" y="48346"/>
                  </a:lnTo>
                  <a:lnTo>
                    <a:pt x="3485727" y="63795"/>
                  </a:lnTo>
                  <a:lnTo>
                    <a:pt x="3394902" y="81426"/>
                  </a:lnTo>
                  <a:lnTo>
                    <a:pt x="3308471" y="101255"/>
                  </a:lnTo>
                  <a:lnTo>
                    <a:pt x="3227643" y="123377"/>
                  </a:lnTo>
                  <a:lnTo>
                    <a:pt x="3152866" y="147977"/>
                  </a:lnTo>
                  <a:lnTo>
                    <a:pt x="3084027" y="175334"/>
                  </a:lnTo>
                  <a:lnTo>
                    <a:pt x="3020634" y="205814"/>
                  </a:lnTo>
                  <a:lnTo>
                    <a:pt x="2961965" y="239858"/>
                  </a:lnTo>
                  <a:lnTo>
                    <a:pt x="2907180" y="277952"/>
                  </a:lnTo>
                  <a:lnTo>
                    <a:pt x="2855405" y="320584"/>
                  </a:lnTo>
                  <a:lnTo>
                    <a:pt x="2805802" y="368155"/>
                  </a:lnTo>
                  <a:lnTo>
                    <a:pt x="2770117" y="406596"/>
                  </a:lnTo>
                  <a:lnTo>
                    <a:pt x="2730742" y="453016"/>
                  </a:lnTo>
                  <a:lnTo>
                    <a:pt x="2691741" y="503021"/>
                  </a:lnTo>
                  <a:lnTo>
                    <a:pt x="2652857" y="556683"/>
                  </a:lnTo>
                  <a:lnTo>
                    <a:pt x="2613893" y="614008"/>
                  </a:lnTo>
                  <a:lnTo>
                    <a:pt x="2574703" y="674931"/>
                  </a:lnTo>
                  <a:lnTo>
                    <a:pt x="2535188" y="739304"/>
                  </a:lnTo>
                  <a:lnTo>
                    <a:pt x="2495294" y="806900"/>
                  </a:lnTo>
                  <a:lnTo>
                    <a:pt x="2455005" y="877404"/>
                  </a:lnTo>
                  <a:lnTo>
                    <a:pt x="2414339" y="950422"/>
                  </a:lnTo>
                  <a:lnTo>
                    <a:pt x="2373346" y="1025486"/>
                  </a:lnTo>
                  <a:lnTo>
                    <a:pt x="2332101" y="1102062"/>
                  </a:lnTo>
                  <a:lnTo>
                    <a:pt x="2290696" y="1179571"/>
                  </a:lnTo>
                  <a:lnTo>
                    <a:pt x="2249235" y="1257401"/>
                  </a:lnTo>
                  <a:lnTo>
                    <a:pt x="2207826" y="1334930"/>
                  </a:lnTo>
                  <a:lnTo>
                    <a:pt x="2166574" y="1411547"/>
                  </a:lnTo>
                  <a:lnTo>
                    <a:pt x="2125572" y="1486670"/>
                  </a:lnTo>
                  <a:lnTo>
                    <a:pt x="2084894" y="1559765"/>
                  </a:lnTo>
                  <a:lnTo>
                    <a:pt x="2044591" y="1630360"/>
                  </a:lnTo>
                  <a:lnTo>
                    <a:pt x="2004684" y="1698058"/>
                  </a:lnTo>
                  <a:lnTo>
                    <a:pt x="1965158" y="1762544"/>
                  </a:lnTo>
                  <a:lnTo>
                    <a:pt x="1925958" y="1823585"/>
                  </a:lnTo>
                  <a:lnTo>
                    <a:pt x="1886988" y="1881033"/>
                  </a:lnTo>
                  <a:lnTo>
                    <a:pt x="1848105" y="1934818"/>
                  </a:lnTo>
                  <a:lnTo>
                    <a:pt x="1809111" y="1984945"/>
                  </a:lnTo>
                  <a:lnTo>
                    <a:pt x="1769753" y="2031483"/>
                  </a:lnTo>
                  <a:lnTo>
                    <a:pt x="1768425" y="2032981"/>
                  </a:lnTo>
                  <a:lnTo>
                    <a:pt x="1719951" y="2084339"/>
                  </a:lnTo>
                  <a:lnTo>
                    <a:pt x="1669857" y="2130591"/>
                  </a:lnTo>
                  <a:lnTo>
                    <a:pt x="1617379" y="2171993"/>
                  </a:lnTo>
                  <a:lnTo>
                    <a:pt x="1561664" y="2208981"/>
                  </a:lnTo>
                  <a:lnTo>
                    <a:pt x="1501839" y="2242048"/>
                  </a:lnTo>
                  <a:lnTo>
                    <a:pt x="1437086" y="2271673"/>
                  </a:lnTo>
                  <a:lnTo>
                    <a:pt x="1366731" y="2298278"/>
                  </a:lnTo>
                  <a:lnTo>
                    <a:pt x="1290365" y="2322208"/>
                  </a:lnTo>
                  <a:lnTo>
                    <a:pt x="1208003" y="2343716"/>
                  </a:lnTo>
                  <a:lnTo>
                    <a:pt x="1120273" y="2362966"/>
                  </a:lnTo>
                  <a:lnTo>
                    <a:pt x="1028611" y="2380028"/>
                  </a:lnTo>
                  <a:lnTo>
                    <a:pt x="935397" y="2394902"/>
                  </a:lnTo>
                  <a:lnTo>
                    <a:pt x="843951" y="2407542"/>
                  </a:lnTo>
                  <a:lnTo>
                    <a:pt x="758289" y="2417900"/>
                  </a:lnTo>
                  <a:lnTo>
                    <a:pt x="682596" y="2425978"/>
                  </a:lnTo>
                  <a:lnTo>
                    <a:pt x="620477" y="2431873"/>
                  </a:lnTo>
                  <a:lnTo>
                    <a:pt x="574174" y="2435805"/>
                  </a:lnTo>
                  <a:lnTo>
                    <a:pt x="543985" y="2438110"/>
                  </a:lnTo>
                  <a:lnTo>
                    <a:pt x="528071" y="2439208"/>
                  </a:lnTo>
                  <a:lnTo>
                    <a:pt x="522616" y="2439550"/>
                  </a:lnTo>
                  <a:lnTo>
                    <a:pt x="522133" y="2439577"/>
                  </a:lnTo>
                  <a:lnTo>
                    <a:pt x="0" y="2439577"/>
                  </a:lnTo>
                  <a:lnTo>
                    <a:pt x="0" y="2439577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082" name="pg1082"/>
            <p:cNvSpPr/>
            <p:nvPr/>
          </p:nvSpPr>
          <p:spPr>
            <a:xfrm>
              <a:off x="386606" y="1004835"/>
              <a:ext cx="8554953" cy="2433930"/>
            </a:xfrm>
            <a:custGeom>
              <a:avLst/>
              <a:pathLst>
                <a:path w="8554953" h="2433930">
                  <a:moveTo>
                    <a:pt x="0" y="2433930"/>
                  </a:moveTo>
                  <a:lnTo>
                    <a:pt x="522133" y="2433930"/>
                  </a:lnTo>
                  <a:lnTo>
                    <a:pt x="523313" y="2433861"/>
                  </a:lnTo>
                  <a:lnTo>
                    <a:pt x="531040" y="2433369"/>
                  </a:lnTo>
                  <a:lnTo>
                    <a:pt x="550407" y="2432007"/>
                  </a:lnTo>
                  <a:lnTo>
                    <a:pt x="584744" y="2429330"/>
                  </a:lnTo>
                  <a:lnTo>
                    <a:pt x="635333" y="2424940"/>
                  </a:lnTo>
                  <a:lnTo>
                    <a:pt x="701330" y="2418530"/>
                  </a:lnTo>
                  <a:lnTo>
                    <a:pt x="780062" y="2409914"/>
                  </a:lnTo>
                  <a:lnTo>
                    <a:pt x="867690" y="2399024"/>
                  </a:lnTo>
                  <a:lnTo>
                    <a:pt x="960002" y="2385876"/>
                  </a:lnTo>
                  <a:lnTo>
                    <a:pt x="1053123" y="2370523"/>
                  </a:lnTo>
                  <a:lnTo>
                    <a:pt x="1143966" y="2353001"/>
                  </a:lnTo>
                  <a:lnTo>
                    <a:pt x="1230406" y="2333294"/>
                  </a:lnTo>
                  <a:lnTo>
                    <a:pt x="1311236" y="2311309"/>
                  </a:lnTo>
                  <a:lnTo>
                    <a:pt x="1386011" y="2286861"/>
                  </a:lnTo>
                  <a:lnTo>
                    <a:pt x="1454845" y="2259670"/>
                  </a:lnTo>
                  <a:lnTo>
                    <a:pt x="1518233" y="2229374"/>
                  </a:lnTo>
                  <a:lnTo>
                    <a:pt x="1576898" y="2195535"/>
                  </a:lnTo>
                  <a:lnTo>
                    <a:pt x="1631681" y="2157668"/>
                  </a:lnTo>
                  <a:lnTo>
                    <a:pt x="1683457" y="2115289"/>
                  </a:lnTo>
                  <a:lnTo>
                    <a:pt x="1733065" y="2067999"/>
                  </a:lnTo>
                  <a:lnTo>
                    <a:pt x="1768425" y="2030158"/>
                  </a:lnTo>
                  <a:lnTo>
                    <a:pt x="1807899" y="1983939"/>
                  </a:lnTo>
                  <a:lnTo>
                    <a:pt x="1846998" y="1934143"/>
                  </a:lnTo>
                  <a:lnTo>
                    <a:pt x="1885980" y="1880695"/>
                  </a:lnTo>
                  <a:lnTo>
                    <a:pt x="1925044" y="1823592"/>
                  </a:lnTo>
                  <a:lnTo>
                    <a:pt x="1964336" y="1762900"/>
                  </a:lnTo>
                  <a:lnTo>
                    <a:pt x="2003955" y="1698766"/>
                  </a:lnTo>
                  <a:lnTo>
                    <a:pt x="2043957" y="1631420"/>
                  </a:lnTo>
                  <a:lnTo>
                    <a:pt x="2084355" y="1561178"/>
                  </a:lnTo>
                  <a:lnTo>
                    <a:pt x="2125131" y="1488435"/>
                  </a:lnTo>
                  <a:lnTo>
                    <a:pt x="2166234" y="1413662"/>
                  </a:lnTo>
                  <a:lnTo>
                    <a:pt x="2207589" y="1337393"/>
                  </a:lnTo>
                  <a:lnTo>
                    <a:pt x="2249102" y="1260211"/>
                  </a:lnTo>
                  <a:lnTo>
                    <a:pt x="2290668" y="1182726"/>
                  </a:lnTo>
                  <a:lnTo>
                    <a:pt x="2332177" y="1105562"/>
                  </a:lnTo>
                  <a:lnTo>
                    <a:pt x="2373526" y="1029329"/>
                  </a:lnTo>
                  <a:lnTo>
                    <a:pt x="2414620" y="954609"/>
                  </a:lnTo>
                  <a:lnTo>
                    <a:pt x="2455386" y="881934"/>
                  </a:lnTo>
                  <a:lnTo>
                    <a:pt x="2495773" y="811772"/>
                  </a:lnTo>
                  <a:lnTo>
                    <a:pt x="2535762" y="744517"/>
                  </a:lnTo>
                  <a:lnTo>
                    <a:pt x="2575371" y="680481"/>
                  </a:lnTo>
                  <a:lnTo>
                    <a:pt x="2614655" y="619893"/>
                  </a:lnTo>
                  <a:lnTo>
                    <a:pt x="2653714" y="562898"/>
                  </a:lnTo>
                  <a:lnTo>
                    <a:pt x="2692696" y="509559"/>
                  </a:lnTo>
                  <a:lnTo>
                    <a:pt x="2731802" y="459869"/>
                  </a:lnTo>
                  <a:lnTo>
                    <a:pt x="2770117" y="415067"/>
                  </a:lnTo>
                  <a:lnTo>
                    <a:pt x="2818608" y="364049"/>
                  </a:lnTo>
                  <a:lnTo>
                    <a:pt x="2868720" y="318106"/>
                  </a:lnTo>
                  <a:lnTo>
                    <a:pt x="2921217" y="276981"/>
                  </a:lnTo>
                  <a:lnTo>
                    <a:pt x="2976955" y="240243"/>
                  </a:lnTo>
                  <a:lnTo>
                    <a:pt x="3036806" y="207399"/>
                  </a:lnTo>
                  <a:lnTo>
                    <a:pt x="3101591" y="177976"/>
                  </a:lnTo>
                  <a:lnTo>
                    <a:pt x="3171982" y="151553"/>
                  </a:lnTo>
                  <a:lnTo>
                    <a:pt x="3248389" y="127788"/>
                  </a:lnTo>
                  <a:lnTo>
                    <a:pt x="3330794" y="106429"/>
                  </a:lnTo>
                  <a:lnTo>
                    <a:pt x="3418569" y="87314"/>
                  </a:lnTo>
                  <a:lnTo>
                    <a:pt x="3510271" y="70372"/>
                  </a:lnTo>
                  <a:lnTo>
                    <a:pt x="3603516" y="55604"/>
                  </a:lnTo>
                  <a:lnTo>
                    <a:pt x="3694977" y="43057"/>
                  </a:lnTo>
                  <a:lnTo>
                    <a:pt x="3780633" y="32778"/>
                  </a:lnTo>
                  <a:lnTo>
                    <a:pt x="3856293" y="24765"/>
                  </a:lnTo>
                  <a:lnTo>
                    <a:pt x="3918355" y="18919"/>
                  </a:lnTo>
                  <a:lnTo>
                    <a:pt x="3964584" y="15023"/>
                  </a:lnTo>
                  <a:lnTo>
                    <a:pt x="3994693" y="12741"/>
                  </a:lnTo>
                  <a:lnTo>
                    <a:pt x="4010534" y="11657"/>
                  </a:lnTo>
                  <a:lnTo>
                    <a:pt x="4015939" y="11321"/>
                  </a:lnTo>
                  <a:lnTo>
                    <a:pt x="4016409" y="11294"/>
                  </a:lnTo>
                  <a:lnTo>
                    <a:pt x="4538543" y="11294"/>
                  </a:lnTo>
                  <a:lnTo>
                    <a:pt x="4539753" y="11350"/>
                  </a:lnTo>
                  <a:lnTo>
                    <a:pt x="4547677" y="11755"/>
                  </a:lnTo>
                  <a:lnTo>
                    <a:pt x="4567517" y="12873"/>
                  </a:lnTo>
                  <a:lnTo>
                    <a:pt x="4602650" y="15070"/>
                  </a:lnTo>
                  <a:lnTo>
                    <a:pt x="4654324" y="18671"/>
                  </a:lnTo>
                  <a:lnTo>
                    <a:pt x="4721588" y="23924"/>
                  </a:lnTo>
                  <a:lnTo>
                    <a:pt x="4801629" y="30977"/>
                  </a:lnTo>
                  <a:lnTo>
                    <a:pt x="4890462" y="39880"/>
                  </a:lnTo>
                  <a:lnTo>
                    <a:pt x="4983767" y="50618"/>
                  </a:lnTo>
                  <a:lnTo>
                    <a:pt x="5077615" y="63148"/>
                  </a:lnTo>
                  <a:lnTo>
                    <a:pt x="5168918" y="77441"/>
                  </a:lnTo>
                  <a:lnTo>
                    <a:pt x="5255585" y="93515"/>
                  </a:lnTo>
                  <a:lnTo>
                    <a:pt x="5336464" y="111455"/>
                  </a:lnTo>
                  <a:lnTo>
                    <a:pt x="5411171" y="131423"/>
                  </a:lnTo>
                  <a:lnTo>
                    <a:pt x="5479877" y="153653"/>
                  </a:lnTo>
                  <a:lnTo>
                    <a:pt x="5543127" y="178454"/>
                  </a:lnTo>
                  <a:lnTo>
                    <a:pt x="5601686" y="206192"/>
                  </a:lnTo>
                  <a:lnTo>
                    <a:pt x="5656428" y="237266"/>
                  </a:lnTo>
                  <a:lnTo>
                    <a:pt x="5708248" y="272069"/>
                  </a:lnTo>
                  <a:lnTo>
                    <a:pt x="5757995" y="310908"/>
                  </a:lnTo>
                  <a:lnTo>
                    <a:pt x="5784835" y="334124"/>
                  </a:lnTo>
                  <a:lnTo>
                    <a:pt x="5827383" y="374093"/>
                  </a:lnTo>
                  <a:lnTo>
                    <a:pt x="5869520" y="417396"/>
                  </a:lnTo>
                  <a:lnTo>
                    <a:pt x="5911561" y="464097"/>
                  </a:lnTo>
                  <a:lnTo>
                    <a:pt x="5953742" y="514188"/>
                  </a:lnTo>
                  <a:lnTo>
                    <a:pt x="5996229" y="567580"/>
                  </a:lnTo>
                  <a:lnTo>
                    <a:pt x="6039126" y="624097"/>
                  </a:lnTo>
                  <a:lnTo>
                    <a:pt x="6082482" y="683471"/>
                  </a:lnTo>
                  <a:lnTo>
                    <a:pt x="6126290" y="745345"/>
                  </a:lnTo>
                  <a:lnTo>
                    <a:pt x="6170504" y="809275"/>
                  </a:lnTo>
                  <a:lnTo>
                    <a:pt x="6215039" y="874747"/>
                  </a:lnTo>
                  <a:lnTo>
                    <a:pt x="6259783" y="941189"/>
                  </a:lnTo>
                  <a:lnTo>
                    <a:pt x="6304605" y="1007990"/>
                  </a:lnTo>
                  <a:lnTo>
                    <a:pt x="6349369" y="1074528"/>
                  </a:lnTo>
                  <a:lnTo>
                    <a:pt x="6393945" y="1140190"/>
                  </a:lnTo>
                  <a:lnTo>
                    <a:pt x="6438215" y="1204396"/>
                  </a:lnTo>
                  <a:lnTo>
                    <a:pt x="6482091" y="1266620"/>
                  </a:lnTo>
                  <a:lnTo>
                    <a:pt x="6525518" y="1326409"/>
                  </a:lnTo>
                  <a:lnTo>
                    <a:pt x="6568485" y="1383390"/>
                  </a:lnTo>
                  <a:lnTo>
                    <a:pt x="6611031" y="1437283"/>
                  </a:lnTo>
                  <a:lnTo>
                    <a:pt x="6653251" y="1487896"/>
                  </a:lnTo>
                  <a:lnTo>
                    <a:pt x="6695299" y="1535127"/>
                  </a:lnTo>
                  <a:lnTo>
                    <a:pt x="6737403" y="1578956"/>
                  </a:lnTo>
                  <a:lnTo>
                    <a:pt x="6779863" y="1619438"/>
                  </a:lnTo>
                  <a:lnTo>
                    <a:pt x="6786527" y="1625444"/>
                  </a:lnTo>
                  <a:lnTo>
                    <a:pt x="6835448" y="1666573"/>
                  </a:lnTo>
                  <a:lnTo>
                    <a:pt x="6886026" y="1703575"/>
                  </a:lnTo>
                  <a:lnTo>
                    <a:pt x="6939046" y="1736662"/>
                  </a:lnTo>
                  <a:lnTo>
                    <a:pt x="6995386" y="1766191"/>
                  </a:lnTo>
                  <a:lnTo>
                    <a:pt x="7055944" y="1792565"/>
                  </a:lnTo>
                  <a:lnTo>
                    <a:pt x="7121554" y="1816172"/>
                  </a:lnTo>
                  <a:lnTo>
                    <a:pt x="7192899" y="1837355"/>
                  </a:lnTo>
                  <a:lnTo>
                    <a:pt x="7270378" y="1856389"/>
                  </a:lnTo>
                  <a:lnTo>
                    <a:pt x="7353939" y="1873478"/>
                  </a:lnTo>
                  <a:lnTo>
                    <a:pt x="7442878" y="1888748"/>
                  </a:lnTo>
                  <a:lnTo>
                    <a:pt x="7535641" y="1902252"/>
                  </a:lnTo>
                  <a:lnTo>
                    <a:pt x="7629685" y="1913984"/>
                  </a:lnTo>
                  <a:lnTo>
                    <a:pt x="7721509" y="1923905"/>
                  </a:lnTo>
                  <a:lnTo>
                    <a:pt x="7806935" y="1931978"/>
                  </a:lnTo>
                  <a:lnTo>
                    <a:pt x="7881694" y="1938213"/>
                  </a:lnTo>
                  <a:lnTo>
                    <a:pt x="7942223" y="1942702"/>
                  </a:lnTo>
                  <a:lnTo>
                    <a:pt x="7986475" y="1945638"/>
                  </a:lnTo>
                  <a:lnTo>
                    <a:pt x="8014470" y="1947307"/>
                  </a:lnTo>
                  <a:lnTo>
                    <a:pt x="8028437" y="1948060"/>
                  </a:lnTo>
                  <a:lnTo>
                    <a:pt x="8032610" y="1948264"/>
                  </a:lnTo>
                  <a:lnTo>
                    <a:pt x="8032819" y="1948274"/>
                  </a:lnTo>
                  <a:lnTo>
                    <a:pt x="8554953" y="1948274"/>
                  </a:lnTo>
                  <a:lnTo>
                    <a:pt x="8554953" y="1936979"/>
                  </a:lnTo>
                  <a:lnTo>
                    <a:pt x="8032819" y="1936979"/>
                  </a:lnTo>
                  <a:lnTo>
                    <a:pt x="8031608" y="1936923"/>
                  </a:lnTo>
                  <a:lnTo>
                    <a:pt x="8023685" y="1936518"/>
                  </a:lnTo>
                  <a:lnTo>
                    <a:pt x="8003845" y="1935400"/>
                  </a:lnTo>
                  <a:lnTo>
                    <a:pt x="7968712" y="1933203"/>
                  </a:lnTo>
                  <a:lnTo>
                    <a:pt x="7917038" y="1929602"/>
                  </a:lnTo>
                  <a:lnTo>
                    <a:pt x="7849773" y="1924349"/>
                  </a:lnTo>
                  <a:lnTo>
                    <a:pt x="7769733" y="1917296"/>
                  </a:lnTo>
                  <a:lnTo>
                    <a:pt x="7680900" y="1908393"/>
                  </a:lnTo>
                  <a:lnTo>
                    <a:pt x="7587595" y="1897655"/>
                  </a:lnTo>
                  <a:lnTo>
                    <a:pt x="7493747" y="1885125"/>
                  </a:lnTo>
                  <a:lnTo>
                    <a:pt x="7402444" y="1870833"/>
                  </a:lnTo>
                  <a:lnTo>
                    <a:pt x="7315777" y="1854758"/>
                  </a:lnTo>
                  <a:lnTo>
                    <a:pt x="7234898" y="1836818"/>
                  </a:lnTo>
                  <a:lnTo>
                    <a:pt x="7160191" y="1816850"/>
                  </a:lnTo>
                  <a:lnTo>
                    <a:pt x="7091485" y="1794620"/>
                  </a:lnTo>
                  <a:lnTo>
                    <a:pt x="7028235" y="1769819"/>
                  </a:lnTo>
                  <a:lnTo>
                    <a:pt x="6969676" y="1742081"/>
                  </a:lnTo>
                  <a:lnTo>
                    <a:pt x="6914934" y="1711007"/>
                  </a:lnTo>
                  <a:lnTo>
                    <a:pt x="6863114" y="1676204"/>
                  </a:lnTo>
                  <a:lnTo>
                    <a:pt x="6813367" y="1637365"/>
                  </a:lnTo>
                  <a:lnTo>
                    <a:pt x="6786527" y="1614149"/>
                  </a:lnTo>
                  <a:lnTo>
                    <a:pt x="6743979" y="1574180"/>
                  </a:lnTo>
                  <a:lnTo>
                    <a:pt x="6701842" y="1530877"/>
                  </a:lnTo>
                  <a:lnTo>
                    <a:pt x="6659801" y="1484176"/>
                  </a:lnTo>
                  <a:lnTo>
                    <a:pt x="6617620" y="1434085"/>
                  </a:lnTo>
                  <a:lnTo>
                    <a:pt x="6575133" y="1380693"/>
                  </a:lnTo>
                  <a:lnTo>
                    <a:pt x="6532235" y="1324176"/>
                  </a:lnTo>
                  <a:lnTo>
                    <a:pt x="6488880" y="1264802"/>
                  </a:lnTo>
                  <a:lnTo>
                    <a:pt x="6445072" y="1202928"/>
                  </a:lnTo>
                  <a:lnTo>
                    <a:pt x="6400858" y="1138998"/>
                  </a:lnTo>
                  <a:lnTo>
                    <a:pt x="6356323" y="1073526"/>
                  </a:lnTo>
                  <a:lnTo>
                    <a:pt x="6311579" y="1007084"/>
                  </a:lnTo>
                  <a:lnTo>
                    <a:pt x="6266757" y="940283"/>
                  </a:lnTo>
                  <a:lnTo>
                    <a:pt x="6221992" y="873745"/>
                  </a:lnTo>
                  <a:lnTo>
                    <a:pt x="6177417" y="808083"/>
                  </a:lnTo>
                  <a:lnTo>
                    <a:pt x="6133147" y="743877"/>
                  </a:lnTo>
                  <a:lnTo>
                    <a:pt x="6089271" y="681653"/>
                  </a:lnTo>
                  <a:lnTo>
                    <a:pt x="6045844" y="621864"/>
                  </a:lnTo>
                  <a:lnTo>
                    <a:pt x="6002876" y="564883"/>
                  </a:lnTo>
                  <a:lnTo>
                    <a:pt x="5960331" y="510990"/>
                  </a:lnTo>
                  <a:lnTo>
                    <a:pt x="5918111" y="460377"/>
                  </a:lnTo>
                  <a:lnTo>
                    <a:pt x="5876063" y="413146"/>
                  </a:lnTo>
                  <a:lnTo>
                    <a:pt x="5833959" y="369317"/>
                  </a:lnTo>
                  <a:lnTo>
                    <a:pt x="5791499" y="328835"/>
                  </a:lnTo>
                  <a:lnTo>
                    <a:pt x="5784835" y="322829"/>
                  </a:lnTo>
                  <a:lnTo>
                    <a:pt x="5735914" y="281700"/>
                  </a:lnTo>
                  <a:lnTo>
                    <a:pt x="5685336" y="244698"/>
                  </a:lnTo>
                  <a:lnTo>
                    <a:pt x="5632316" y="211611"/>
                  </a:lnTo>
                  <a:lnTo>
                    <a:pt x="5575976" y="182082"/>
                  </a:lnTo>
                  <a:lnTo>
                    <a:pt x="5515418" y="155708"/>
                  </a:lnTo>
                  <a:lnTo>
                    <a:pt x="5449808" y="132101"/>
                  </a:lnTo>
                  <a:lnTo>
                    <a:pt x="5378463" y="110918"/>
                  </a:lnTo>
                  <a:lnTo>
                    <a:pt x="5300984" y="91884"/>
                  </a:lnTo>
                  <a:lnTo>
                    <a:pt x="5217423" y="74795"/>
                  </a:lnTo>
                  <a:lnTo>
                    <a:pt x="5128484" y="59525"/>
                  </a:lnTo>
                  <a:lnTo>
                    <a:pt x="5035721" y="46021"/>
                  </a:lnTo>
                  <a:lnTo>
                    <a:pt x="4941677" y="34289"/>
                  </a:lnTo>
                  <a:lnTo>
                    <a:pt x="4849853" y="24368"/>
                  </a:lnTo>
                  <a:lnTo>
                    <a:pt x="4764427" y="16295"/>
                  </a:lnTo>
                  <a:lnTo>
                    <a:pt x="4689668" y="10060"/>
                  </a:lnTo>
                  <a:lnTo>
                    <a:pt x="4629139" y="5571"/>
                  </a:lnTo>
                  <a:lnTo>
                    <a:pt x="4584887" y="2636"/>
                  </a:lnTo>
                  <a:lnTo>
                    <a:pt x="4556892" y="966"/>
                  </a:lnTo>
                  <a:lnTo>
                    <a:pt x="4542925" y="213"/>
                  </a:lnTo>
                  <a:lnTo>
                    <a:pt x="4538752" y="9"/>
                  </a:lnTo>
                  <a:lnTo>
                    <a:pt x="4538543" y="0"/>
                  </a:lnTo>
                  <a:lnTo>
                    <a:pt x="4016409" y="0"/>
                  </a:lnTo>
                  <a:lnTo>
                    <a:pt x="4015229" y="68"/>
                  </a:lnTo>
                  <a:lnTo>
                    <a:pt x="4007502" y="561"/>
                  </a:lnTo>
                  <a:lnTo>
                    <a:pt x="3988135" y="1923"/>
                  </a:lnTo>
                  <a:lnTo>
                    <a:pt x="3953798" y="4599"/>
                  </a:lnTo>
                  <a:lnTo>
                    <a:pt x="3903209" y="8989"/>
                  </a:lnTo>
                  <a:lnTo>
                    <a:pt x="3837213" y="15400"/>
                  </a:lnTo>
                  <a:lnTo>
                    <a:pt x="3758480" y="24016"/>
                  </a:lnTo>
                  <a:lnTo>
                    <a:pt x="3670852" y="34906"/>
                  </a:lnTo>
                  <a:lnTo>
                    <a:pt x="3578540" y="48053"/>
                  </a:lnTo>
                  <a:lnTo>
                    <a:pt x="3485419" y="63407"/>
                  </a:lnTo>
                  <a:lnTo>
                    <a:pt x="3394576" y="80929"/>
                  </a:lnTo>
                  <a:lnTo>
                    <a:pt x="3308136" y="100635"/>
                  </a:lnTo>
                  <a:lnTo>
                    <a:pt x="3227306" y="122620"/>
                  </a:lnTo>
                  <a:lnTo>
                    <a:pt x="3152531" y="147069"/>
                  </a:lnTo>
                  <a:lnTo>
                    <a:pt x="3083697" y="174259"/>
                  </a:lnTo>
                  <a:lnTo>
                    <a:pt x="3020309" y="204555"/>
                  </a:lnTo>
                  <a:lnTo>
                    <a:pt x="2961645" y="238395"/>
                  </a:lnTo>
                  <a:lnTo>
                    <a:pt x="2906862" y="276262"/>
                  </a:lnTo>
                  <a:lnTo>
                    <a:pt x="2855085" y="318641"/>
                  </a:lnTo>
                  <a:lnTo>
                    <a:pt x="2805477" y="365931"/>
                  </a:lnTo>
                  <a:lnTo>
                    <a:pt x="2770117" y="403772"/>
                  </a:lnTo>
                  <a:lnTo>
                    <a:pt x="2730643" y="449990"/>
                  </a:lnTo>
                  <a:lnTo>
                    <a:pt x="2691544" y="499787"/>
                  </a:lnTo>
                  <a:lnTo>
                    <a:pt x="2652563" y="553234"/>
                  </a:lnTo>
                  <a:lnTo>
                    <a:pt x="2613499" y="610338"/>
                  </a:lnTo>
                  <a:lnTo>
                    <a:pt x="2574206" y="671030"/>
                  </a:lnTo>
                  <a:lnTo>
                    <a:pt x="2534587" y="735164"/>
                  </a:lnTo>
                  <a:lnTo>
                    <a:pt x="2494586" y="802510"/>
                  </a:lnTo>
                  <a:lnTo>
                    <a:pt x="2454187" y="872752"/>
                  </a:lnTo>
                  <a:lnTo>
                    <a:pt x="2413411" y="945495"/>
                  </a:lnTo>
                  <a:lnTo>
                    <a:pt x="2372308" y="1020268"/>
                  </a:lnTo>
                  <a:lnTo>
                    <a:pt x="2330953" y="1096536"/>
                  </a:lnTo>
                  <a:lnTo>
                    <a:pt x="2289440" y="1173719"/>
                  </a:lnTo>
                  <a:lnTo>
                    <a:pt x="2247875" y="1251203"/>
                  </a:lnTo>
                  <a:lnTo>
                    <a:pt x="2206365" y="1328368"/>
                  </a:lnTo>
                  <a:lnTo>
                    <a:pt x="2165016" y="1404600"/>
                  </a:lnTo>
                  <a:lnTo>
                    <a:pt x="2123922" y="1479320"/>
                  </a:lnTo>
                  <a:lnTo>
                    <a:pt x="2083156" y="1551996"/>
                  </a:lnTo>
                  <a:lnTo>
                    <a:pt x="2042769" y="1622158"/>
                  </a:lnTo>
                  <a:lnTo>
                    <a:pt x="2002780" y="1689413"/>
                  </a:lnTo>
                  <a:lnTo>
                    <a:pt x="1963171" y="1753448"/>
                  </a:lnTo>
                  <a:lnTo>
                    <a:pt x="1923887" y="1814036"/>
                  </a:lnTo>
                  <a:lnTo>
                    <a:pt x="1884828" y="1871032"/>
                  </a:lnTo>
                  <a:lnTo>
                    <a:pt x="1845846" y="1924371"/>
                  </a:lnTo>
                  <a:lnTo>
                    <a:pt x="1806740" y="1974061"/>
                  </a:lnTo>
                  <a:lnTo>
                    <a:pt x="1768425" y="2018863"/>
                  </a:lnTo>
                  <a:lnTo>
                    <a:pt x="1719934" y="2069880"/>
                  </a:lnTo>
                  <a:lnTo>
                    <a:pt x="1669822" y="2115824"/>
                  </a:lnTo>
                  <a:lnTo>
                    <a:pt x="1617325" y="2156948"/>
                  </a:lnTo>
                  <a:lnTo>
                    <a:pt x="1561587" y="2193687"/>
                  </a:lnTo>
                  <a:lnTo>
                    <a:pt x="1501736" y="2226530"/>
                  </a:lnTo>
                  <a:lnTo>
                    <a:pt x="1436952" y="2255954"/>
                  </a:lnTo>
                  <a:lnTo>
                    <a:pt x="1366560" y="2282377"/>
                  </a:lnTo>
                  <a:lnTo>
                    <a:pt x="1290154" y="2306141"/>
                  </a:lnTo>
                  <a:lnTo>
                    <a:pt x="1207748" y="2327501"/>
                  </a:lnTo>
                  <a:lnTo>
                    <a:pt x="1119973" y="2346616"/>
                  </a:lnTo>
                  <a:lnTo>
                    <a:pt x="1028271" y="2363558"/>
                  </a:lnTo>
                  <a:lnTo>
                    <a:pt x="935026" y="2378325"/>
                  </a:lnTo>
                  <a:lnTo>
                    <a:pt x="843565" y="2390872"/>
                  </a:lnTo>
                  <a:lnTo>
                    <a:pt x="757910" y="2401152"/>
                  </a:lnTo>
                  <a:lnTo>
                    <a:pt x="682249" y="2409165"/>
                  </a:lnTo>
                  <a:lnTo>
                    <a:pt x="620187" y="2415010"/>
                  </a:lnTo>
                  <a:lnTo>
                    <a:pt x="573958" y="2418906"/>
                  </a:lnTo>
                  <a:lnTo>
                    <a:pt x="543850" y="2421189"/>
                  </a:lnTo>
                  <a:lnTo>
                    <a:pt x="528009" y="2422273"/>
                  </a:lnTo>
                  <a:lnTo>
                    <a:pt x="522603" y="2422609"/>
                  </a:lnTo>
                  <a:lnTo>
                    <a:pt x="522133" y="2422636"/>
                  </a:lnTo>
                  <a:lnTo>
                    <a:pt x="0" y="2422636"/>
                  </a:lnTo>
                  <a:close/>
                </a:path>
              </a:pathLst>
            </a:custGeom>
            <a:solidFill>
              <a:srgbClr val="F28E5B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1083" name="pl1083"/>
            <p:cNvSpPr/>
            <p:nvPr/>
          </p:nvSpPr>
          <p:spPr>
            <a:xfrm>
              <a:off x="386606" y="1016130"/>
              <a:ext cx="8554953" cy="2422636"/>
            </a:xfrm>
            <a:custGeom>
              <a:avLst/>
              <a:pathLst>
                <a:path w="8554953" h="2422636">
                  <a:moveTo>
                    <a:pt x="0" y="2422636"/>
                  </a:moveTo>
                  <a:lnTo>
                    <a:pt x="522133" y="2422636"/>
                  </a:lnTo>
                  <a:lnTo>
                    <a:pt x="523313" y="2422567"/>
                  </a:lnTo>
                  <a:lnTo>
                    <a:pt x="531040" y="2422074"/>
                  </a:lnTo>
                  <a:lnTo>
                    <a:pt x="550407" y="2420712"/>
                  </a:lnTo>
                  <a:lnTo>
                    <a:pt x="584744" y="2418036"/>
                  </a:lnTo>
                  <a:lnTo>
                    <a:pt x="635333" y="2413646"/>
                  </a:lnTo>
                  <a:lnTo>
                    <a:pt x="701330" y="2407236"/>
                  </a:lnTo>
                  <a:lnTo>
                    <a:pt x="780062" y="2398620"/>
                  </a:lnTo>
                  <a:lnTo>
                    <a:pt x="867690" y="2387730"/>
                  </a:lnTo>
                  <a:lnTo>
                    <a:pt x="960002" y="2374582"/>
                  </a:lnTo>
                  <a:lnTo>
                    <a:pt x="1053123" y="2359228"/>
                  </a:lnTo>
                  <a:lnTo>
                    <a:pt x="1143966" y="2341706"/>
                  </a:lnTo>
                  <a:lnTo>
                    <a:pt x="1230406" y="2322000"/>
                  </a:lnTo>
                  <a:lnTo>
                    <a:pt x="1311236" y="2300015"/>
                  </a:lnTo>
                  <a:lnTo>
                    <a:pt x="1386011" y="2275566"/>
                  </a:lnTo>
                  <a:lnTo>
                    <a:pt x="1454845" y="2248376"/>
                  </a:lnTo>
                  <a:lnTo>
                    <a:pt x="1518233" y="2218080"/>
                  </a:lnTo>
                  <a:lnTo>
                    <a:pt x="1576898" y="2184240"/>
                  </a:lnTo>
                  <a:lnTo>
                    <a:pt x="1631681" y="2146373"/>
                  </a:lnTo>
                  <a:lnTo>
                    <a:pt x="1683457" y="2103995"/>
                  </a:lnTo>
                  <a:lnTo>
                    <a:pt x="1733065" y="2056705"/>
                  </a:lnTo>
                  <a:lnTo>
                    <a:pt x="1768425" y="2018863"/>
                  </a:lnTo>
                  <a:lnTo>
                    <a:pt x="1807899" y="1972645"/>
                  </a:lnTo>
                  <a:lnTo>
                    <a:pt x="1846998" y="1922848"/>
                  </a:lnTo>
                  <a:lnTo>
                    <a:pt x="1885980" y="1869401"/>
                  </a:lnTo>
                  <a:lnTo>
                    <a:pt x="1925044" y="1812298"/>
                  </a:lnTo>
                  <a:lnTo>
                    <a:pt x="1964336" y="1751606"/>
                  </a:lnTo>
                  <a:lnTo>
                    <a:pt x="2003955" y="1687471"/>
                  </a:lnTo>
                  <a:lnTo>
                    <a:pt x="2043957" y="1620126"/>
                  </a:lnTo>
                  <a:lnTo>
                    <a:pt x="2084355" y="1549883"/>
                  </a:lnTo>
                  <a:lnTo>
                    <a:pt x="2125131" y="1477140"/>
                  </a:lnTo>
                  <a:lnTo>
                    <a:pt x="2166234" y="1402368"/>
                  </a:lnTo>
                  <a:lnTo>
                    <a:pt x="2207589" y="1326099"/>
                  </a:lnTo>
                  <a:lnTo>
                    <a:pt x="2249102" y="1248917"/>
                  </a:lnTo>
                  <a:lnTo>
                    <a:pt x="2290668" y="1171432"/>
                  </a:lnTo>
                  <a:lnTo>
                    <a:pt x="2332177" y="1094268"/>
                  </a:lnTo>
                  <a:lnTo>
                    <a:pt x="2373526" y="1018035"/>
                  </a:lnTo>
                  <a:lnTo>
                    <a:pt x="2414620" y="943315"/>
                  </a:lnTo>
                  <a:lnTo>
                    <a:pt x="2455386" y="870640"/>
                  </a:lnTo>
                  <a:lnTo>
                    <a:pt x="2495773" y="800477"/>
                  </a:lnTo>
                  <a:lnTo>
                    <a:pt x="2535762" y="733222"/>
                  </a:lnTo>
                  <a:lnTo>
                    <a:pt x="2575371" y="669187"/>
                  </a:lnTo>
                  <a:lnTo>
                    <a:pt x="2614655" y="608599"/>
                  </a:lnTo>
                  <a:lnTo>
                    <a:pt x="2653714" y="551603"/>
                  </a:lnTo>
                  <a:lnTo>
                    <a:pt x="2692696" y="498264"/>
                  </a:lnTo>
                  <a:lnTo>
                    <a:pt x="2731802" y="448575"/>
                  </a:lnTo>
                  <a:lnTo>
                    <a:pt x="2770117" y="403772"/>
                  </a:lnTo>
                  <a:lnTo>
                    <a:pt x="2818608" y="352755"/>
                  </a:lnTo>
                  <a:lnTo>
                    <a:pt x="2868720" y="306812"/>
                  </a:lnTo>
                  <a:lnTo>
                    <a:pt x="2921217" y="265687"/>
                  </a:lnTo>
                  <a:lnTo>
                    <a:pt x="2976955" y="228948"/>
                  </a:lnTo>
                  <a:lnTo>
                    <a:pt x="3036806" y="196105"/>
                  </a:lnTo>
                  <a:lnTo>
                    <a:pt x="3101591" y="166682"/>
                  </a:lnTo>
                  <a:lnTo>
                    <a:pt x="3171982" y="140259"/>
                  </a:lnTo>
                  <a:lnTo>
                    <a:pt x="3248389" y="116494"/>
                  </a:lnTo>
                  <a:lnTo>
                    <a:pt x="3330794" y="95134"/>
                  </a:lnTo>
                  <a:lnTo>
                    <a:pt x="3418569" y="76019"/>
                  </a:lnTo>
                  <a:lnTo>
                    <a:pt x="3510271" y="59077"/>
                  </a:lnTo>
                  <a:lnTo>
                    <a:pt x="3603516" y="44310"/>
                  </a:lnTo>
                  <a:lnTo>
                    <a:pt x="3694977" y="31763"/>
                  </a:lnTo>
                  <a:lnTo>
                    <a:pt x="3780633" y="21484"/>
                  </a:lnTo>
                  <a:lnTo>
                    <a:pt x="3856293" y="13470"/>
                  </a:lnTo>
                  <a:lnTo>
                    <a:pt x="3918355" y="7625"/>
                  </a:lnTo>
                  <a:lnTo>
                    <a:pt x="3964584" y="3729"/>
                  </a:lnTo>
                  <a:lnTo>
                    <a:pt x="3994693" y="1447"/>
                  </a:lnTo>
                  <a:lnTo>
                    <a:pt x="4010534" y="362"/>
                  </a:lnTo>
                  <a:lnTo>
                    <a:pt x="4015939" y="26"/>
                  </a:lnTo>
                  <a:lnTo>
                    <a:pt x="4016409" y="0"/>
                  </a:lnTo>
                  <a:lnTo>
                    <a:pt x="4538543" y="0"/>
                  </a:lnTo>
                  <a:lnTo>
                    <a:pt x="4539753" y="56"/>
                  </a:lnTo>
                  <a:lnTo>
                    <a:pt x="4547677" y="461"/>
                  </a:lnTo>
                  <a:lnTo>
                    <a:pt x="4567517" y="1579"/>
                  </a:lnTo>
                  <a:lnTo>
                    <a:pt x="4602650" y="3775"/>
                  </a:lnTo>
                  <a:lnTo>
                    <a:pt x="4654324" y="7376"/>
                  </a:lnTo>
                  <a:lnTo>
                    <a:pt x="4721588" y="12630"/>
                  </a:lnTo>
                  <a:lnTo>
                    <a:pt x="4801629" y="19682"/>
                  </a:lnTo>
                  <a:lnTo>
                    <a:pt x="4890462" y="28586"/>
                  </a:lnTo>
                  <a:lnTo>
                    <a:pt x="4983767" y="39324"/>
                  </a:lnTo>
                  <a:lnTo>
                    <a:pt x="5077615" y="51854"/>
                  </a:lnTo>
                  <a:lnTo>
                    <a:pt x="5168918" y="66146"/>
                  </a:lnTo>
                  <a:lnTo>
                    <a:pt x="5255585" y="82220"/>
                  </a:lnTo>
                  <a:lnTo>
                    <a:pt x="5336464" y="100161"/>
                  </a:lnTo>
                  <a:lnTo>
                    <a:pt x="5411171" y="120128"/>
                  </a:lnTo>
                  <a:lnTo>
                    <a:pt x="5479877" y="142359"/>
                  </a:lnTo>
                  <a:lnTo>
                    <a:pt x="5543127" y="167160"/>
                  </a:lnTo>
                  <a:lnTo>
                    <a:pt x="5601686" y="194897"/>
                  </a:lnTo>
                  <a:lnTo>
                    <a:pt x="5656428" y="225972"/>
                  </a:lnTo>
                  <a:lnTo>
                    <a:pt x="5708248" y="260775"/>
                  </a:lnTo>
                  <a:lnTo>
                    <a:pt x="5757995" y="299613"/>
                  </a:lnTo>
                  <a:lnTo>
                    <a:pt x="5784835" y="322829"/>
                  </a:lnTo>
                  <a:lnTo>
                    <a:pt x="5827383" y="362799"/>
                  </a:lnTo>
                  <a:lnTo>
                    <a:pt x="5869520" y="406101"/>
                  </a:lnTo>
                  <a:lnTo>
                    <a:pt x="5911561" y="452802"/>
                  </a:lnTo>
                  <a:lnTo>
                    <a:pt x="5953742" y="502894"/>
                  </a:lnTo>
                  <a:lnTo>
                    <a:pt x="5996229" y="556286"/>
                  </a:lnTo>
                  <a:lnTo>
                    <a:pt x="6039126" y="612803"/>
                  </a:lnTo>
                  <a:lnTo>
                    <a:pt x="6082482" y="672177"/>
                  </a:lnTo>
                  <a:lnTo>
                    <a:pt x="6126290" y="734050"/>
                  </a:lnTo>
                  <a:lnTo>
                    <a:pt x="6170504" y="797981"/>
                  </a:lnTo>
                  <a:lnTo>
                    <a:pt x="6215039" y="863453"/>
                  </a:lnTo>
                  <a:lnTo>
                    <a:pt x="6259783" y="929894"/>
                  </a:lnTo>
                  <a:lnTo>
                    <a:pt x="6304605" y="996696"/>
                  </a:lnTo>
                  <a:lnTo>
                    <a:pt x="6349369" y="1063234"/>
                  </a:lnTo>
                  <a:lnTo>
                    <a:pt x="6393945" y="1128896"/>
                  </a:lnTo>
                  <a:lnTo>
                    <a:pt x="6438215" y="1193101"/>
                  </a:lnTo>
                  <a:lnTo>
                    <a:pt x="6482091" y="1255326"/>
                  </a:lnTo>
                  <a:lnTo>
                    <a:pt x="6525518" y="1315115"/>
                  </a:lnTo>
                  <a:lnTo>
                    <a:pt x="6568485" y="1372096"/>
                  </a:lnTo>
                  <a:lnTo>
                    <a:pt x="6611031" y="1425989"/>
                  </a:lnTo>
                  <a:lnTo>
                    <a:pt x="6653251" y="1476602"/>
                  </a:lnTo>
                  <a:lnTo>
                    <a:pt x="6695299" y="1523833"/>
                  </a:lnTo>
                  <a:lnTo>
                    <a:pt x="6737403" y="1567662"/>
                  </a:lnTo>
                  <a:lnTo>
                    <a:pt x="6779863" y="1608143"/>
                  </a:lnTo>
                  <a:lnTo>
                    <a:pt x="6786527" y="1614149"/>
                  </a:lnTo>
                  <a:lnTo>
                    <a:pt x="6835448" y="1655278"/>
                  </a:lnTo>
                  <a:lnTo>
                    <a:pt x="6886026" y="1692281"/>
                  </a:lnTo>
                  <a:lnTo>
                    <a:pt x="6939046" y="1725368"/>
                  </a:lnTo>
                  <a:lnTo>
                    <a:pt x="6995386" y="1754897"/>
                  </a:lnTo>
                  <a:lnTo>
                    <a:pt x="7055944" y="1781271"/>
                  </a:lnTo>
                  <a:lnTo>
                    <a:pt x="7121554" y="1804878"/>
                  </a:lnTo>
                  <a:lnTo>
                    <a:pt x="7192899" y="1826060"/>
                  </a:lnTo>
                  <a:lnTo>
                    <a:pt x="7270378" y="1845095"/>
                  </a:lnTo>
                  <a:lnTo>
                    <a:pt x="7353939" y="1862184"/>
                  </a:lnTo>
                  <a:lnTo>
                    <a:pt x="7442878" y="1877454"/>
                  </a:lnTo>
                  <a:lnTo>
                    <a:pt x="7535641" y="1890958"/>
                  </a:lnTo>
                  <a:lnTo>
                    <a:pt x="7629685" y="1902690"/>
                  </a:lnTo>
                  <a:lnTo>
                    <a:pt x="7721509" y="1912611"/>
                  </a:lnTo>
                  <a:lnTo>
                    <a:pt x="7806935" y="1920684"/>
                  </a:lnTo>
                  <a:lnTo>
                    <a:pt x="7881694" y="1926919"/>
                  </a:lnTo>
                  <a:lnTo>
                    <a:pt x="7942223" y="1931407"/>
                  </a:lnTo>
                  <a:lnTo>
                    <a:pt x="7986475" y="1934343"/>
                  </a:lnTo>
                  <a:lnTo>
                    <a:pt x="8014470" y="1936013"/>
                  </a:lnTo>
                  <a:lnTo>
                    <a:pt x="8028437" y="1936765"/>
                  </a:lnTo>
                  <a:lnTo>
                    <a:pt x="8032610" y="1936970"/>
                  </a:lnTo>
                  <a:lnTo>
                    <a:pt x="8032819" y="1936979"/>
                  </a:lnTo>
                  <a:lnTo>
                    <a:pt x="8554953" y="1936979"/>
                  </a:lnTo>
                  <a:lnTo>
                    <a:pt x="8554953" y="1936979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084" name="pl1084"/>
            <p:cNvSpPr/>
            <p:nvPr/>
          </p:nvSpPr>
          <p:spPr>
            <a:xfrm>
              <a:off x="386606" y="1004835"/>
              <a:ext cx="8554953" cy="2422636"/>
            </a:xfrm>
            <a:custGeom>
              <a:avLst/>
              <a:pathLst>
                <a:path w="8554953" h="2422636">
                  <a:moveTo>
                    <a:pt x="8554953" y="1936979"/>
                  </a:moveTo>
                  <a:lnTo>
                    <a:pt x="8032819" y="1936979"/>
                  </a:lnTo>
                  <a:lnTo>
                    <a:pt x="8031608" y="1936923"/>
                  </a:lnTo>
                  <a:lnTo>
                    <a:pt x="8023685" y="1936518"/>
                  </a:lnTo>
                  <a:lnTo>
                    <a:pt x="8003845" y="1935400"/>
                  </a:lnTo>
                  <a:lnTo>
                    <a:pt x="7968712" y="1933203"/>
                  </a:lnTo>
                  <a:lnTo>
                    <a:pt x="7917038" y="1929602"/>
                  </a:lnTo>
                  <a:lnTo>
                    <a:pt x="7849773" y="1924349"/>
                  </a:lnTo>
                  <a:lnTo>
                    <a:pt x="7769733" y="1917296"/>
                  </a:lnTo>
                  <a:lnTo>
                    <a:pt x="7680900" y="1908393"/>
                  </a:lnTo>
                  <a:lnTo>
                    <a:pt x="7587595" y="1897655"/>
                  </a:lnTo>
                  <a:lnTo>
                    <a:pt x="7493747" y="1885125"/>
                  </a:lnTo>
                  <a:lnTo>
                    <a:pt x="7402444" y="1870833"/>
                  </a:lnTo>
                  <a:lnTo>
                    <a:pt x="7315777" y="1854758"/>
                  </a:lnTo>
                  <a:lnTo>
                    <a:pt x="7234898" y="1836818"/>
                  </a:lnTo>
                  <a:lnTo>
                    <a:pt x="7160191" y="1816850"/>
                  </a:lnTo>
                  <a:lnTo>
                    <a:pt x="7091485" y="1794620"/>
                  </a:lnTo>
                  <a:lnTo>
                    <a:pt x="7028235" y="1769819"/>
                  </a:lnTo>
                  <a:lnTo>
                    <a:pt x="6969676" y="1742081"/>
                  </a:lnTo>
                  <a:lnTo>
                    <a:pt x="6914934" y="1711007"/>
                  </a:lnTo>
                  <a:lnTo>
                    <a:pt x="6863114" y="1676204"/>
                  </a:lnTo>
                  <a:lnTo>
                    <a:pt x="6813367" y="1637365"/>
                  </a:lnTo>
                  <a:lnTo>
                    <a:pt x="6786527" y="1614149"/>
                  </a:lnTo>
                  <a:lnTo>
                    <a:pt x="6743979" y="1574180"/>
                  </a:lnTo>
                  <a:lnTo>
                    <a:pt x="6701842" y="1530877"/>
                  </a:lnTo>
                  <a:lnTo>
                    <a:pt x="6659801" y="1484176"/>
                  </a:lnTo>
                  <a:lnTo>
                    <a:pt x="6617620" y="1434085"/>
                  </a:lnTo>
                  <a:lnTo>
                    <a:pt x="6575133" y="1380693"/>
                  </a:lnTo>
                  <a:lnTo>
                    <a:pt x="6532235" y="1324176"/>
                  </a:lnTo>
                  <a:lnTo>
                    <a:pt x="6488880" y="1264802"/>
                  </a:lnTo>
                  <a:lnTo>
                    <a:pt x="6445072" y="1202928"/>
                  </a:lnTo>
                  <a:lnTo>
                    <a:pt x="6400858" y="1138998"/>
                  </a:lnTo>
                  <a:lnTo>
                    <a:pt x="6356323" y="1073526"/>
                  </a:lnTo>
                  <a:lnTo>
                    <a:pt x="6311579" y="1007084"/>
                  </a:lnTo>
                  <a:lnTo>
                    <a:pt x="6266757" y="940283"/>
                  </a:lnTo>
                  <a:lnTo>
                    <a:pt x="6221992" y="873745"/>
                  </a:lnTo>
                  <a:lnTo>
                    <a:pt x="6177417" y="808083"/>
                  </a:lnTo>
                  <a:lnTo>
                    <a:pt x="6133147" y="743877"/>
                  </a:lnTo>
                  <a:lnTo>
                    <a:pt x="6089271" y="681653"/>
                  </a:lnTo>
                  <a:lnTo>
                    <a:pt x="6045844" y="621864"/>
                  </a:lnTo>
                  <a:lnTo>
                    <a:pt x="6002876" y="564883"/>
                  </a:lnTo>
                  <a:lnTo>
                    <a:pt x="5960331" y="510990"/>
                  </a:lnTo>
                  <a:lnTo>
                    <a:pt x="5918111" y="460377"/>
                  </a:lnTo>
                  <a:lnTo>
                    <a:pt x="5876063" y="413146"/>
                  </a:lnTo>
                  <a:lnTo>
                    <a:pt x="5833959" y="369317"/>
                  </a:lnTo>
                  <a:lnTo>
                    <a:pt x="5791499" y="328835"/>
                  </a:lnTo>
                  <a:lnTo>
                    <a:pt x="5784835" y="322829"/>
                  </a:lnTo>
                  <a:lnTo>
                    <a:pt x="5735914" y="281700"/>
                  </a:lnTo>
                  <a:lnTo>
                    <a:pt x="5685336" y="244698"/>
                  </a:lnTo>
                  <a:lnTo>
                    <a:pt x="5632316" y="211611"/>
                  </a:lnTo>
                  <a:lnTo>
                    <a:pt x="5575976" y="182082"/>
                  </a:lnTo>
                  <a:lnTo>
                    <a:pt x="5515418" y="155708"/>
                  </a:lnTo>
                  <a:lnTo>
                    <a:pt x="5449808" y="132101"/>
                  </a:lnTo>
                  <a:lnTo>
                    <a:pt x="5378463" y="110918"/>
                  </a:lnTo>
                  <a:lnTo>
                    <a:pt x="5300984" y="91884"/>
                  </a:lnTo>
                  <a:lnTo>
                    <a:pt x="5217423" y="74795"/>
                  </a:lnTo>
                  <a:lnTo>
                    <a:pt x="5128484" y="59525"/>
                  </a:lnTo>
                  <a:lnTo>
                    <a:pt x="5035721" y="46021"/>
                  </a:lnTo>
                  <a:lnTo>
                    <a:pt x="4941677" y="34289"/>
                  </a:lnTo>
                  <a:lnTo>
                    <a:pt x="4849853" y="24368"/>
                  </a:lnTo>
                  <a:lnTo>
                    <a:pt x="4764427" y="16295"/>
                  </a:lnTo>
                  <a:lnTo>
                    <a:pt x="4689668" y="10060"/>
                  </a:lnTo>
                  <a:lnTo>
                    <a:pt x="4629139" y="5571"/>
                  </a:lnTo>
                  <a:lnTo>
                    <a:pt x="4584887" y="2636"/>
                  </a:lnTo>
                  <a:lnTo>
                    <a:pt x="4556892" y="966"/>
                  </a:lnTo>
                  <a:lnTo>
                    <a:pt x="4542925" y="213"/>
                  </a:lnTo>
                  <a:lnTo>
                    <a:pt x="4538752" y="9"/>
                  </a:lnTo>
                  <a:lnTo>
                    <a:pt x="4538543" y="0"/>
                  </a:lnTo>
                  <a:lnTo>
                    <a:pt x="4016409" y="0"/>
                  </a:lnTo>
                  <a:lnTo>
                    <a:pt x="4015229" y="68"/>
                  </a:lnTo>
                  <a:lnTo>
                    <a:pt x="4007502" y="561"/>
                  </a:lnTo>
                  <a:lnTo>
                    <a:pt x="3988135" y="1923"/>
                  </a:lnTo>
                  <a:lnTo>
                    <a:pt x="3953798" y="4599"/>
                  </a:lnTo>
                  <a:lnTo>
                    <a:pt x="3903209" y="8989"/>
                  </a:lnTo>
                  <a:lnTo>
                    <a:pt x="3837213" y="15400"/>
                  </a:lnTo>
                  <a:lnTo>
                    <a:pt x="3758480" y="24016"/>
                  </a:lnTo>
                  <a:lnTo>
                    <a:pt x="3670852" y="34906"/>
                  </a:lnTo>
                  <a:lnTo>
                    <a:pt x="3578540" y="48053"/>
                  </a:lnTo>
                  <a:lnTo>
                    <a:pt x="3485419" y="63407"/>
                  </a:lnTo>
                  <a:lnTo>
                    <a:pt x="3394576" y="80929"/>
                  </a:lnTo>
                  <a:lnTo>
                    <a:pt x="3308136" y="100635"/>
                  </a:lnTo>
                  <a:lnTo>
                    <a:pt x="3227306" y="122620"/>
                  </a:lnTo>
                  <a:lnTo>
                    <a:pt x="3152531" y="147069"/>
                  </a:lnTo>
                  <a:lnTo>
                    <a:pt x="3083697" y="174259"/>
                  </a:lnTo>
                  <a:lnTo>
                    <a:pt x="3020309" y="204555"/>
                  </a:lnTo>
                  <a:lnTo>
                    <a:pt x="2961645" y="238395"/>
                  </a:lnTo>
                  <a:lnTo>
                    <a:pt x="2906862" y="276262"/>
                  </a:lnTo>
                  <a:lnTo>
                    <a:pt x="2855085" y="318641"/>
                  </a:lnTo>
                  <a:lnTo>
                    <a:pt x="2805477" y="365931"/>
                  </a:lnTo>
                  <a:lnTo>
                    <a:pt x="2770117" y="403772"/>
                  </a:lnTo>
                  <a:lnTo>
                    <a:pt x="2730643" y="449990"/>
                  </a:lnTo>
                  <a:lnTo>
                    <a:pt x="2691544" y="499787"/>
                  </a:lnTo>
                  <a:lnTo>
                    <a:pt x="2652563" y="553234"/>
                  </a:lnTo>
                  <a:lnTo>
                    <a:pt x="2613499" y="610338"/>
                  </a:lnTo>
                  <a:lnTo>
                    <a:pt x="2574206" y="671030"/>
                  </a:lnTo>
                  <a:lnTo>
                    <a:pt x="2534587" y="735164"/>
                  </a:lnTo>
                  <a:lnTo>
                    <a:pt x="2494586" y="802510"/>
                  </a:lnTo>
                  <a:lnTo>
                    <a:pt x="2454187" y="872752"/>
                  </a:lnTo>
                  <a:lnTo>
                    <a:pt x="2413411" y="945495"/>
                  </a:lnTo>
                  <a:lnTo>
                    <a:pt x="2372308" y="1020268"/>
                  </a:lnTo>
                  <a:lnTo>
                    <a:pt x="2330953" y="1096536"/>
                  </a:lnTo>
                  <a:lnTo>
                    <a:pt x="2289440" y="1173719"/>
                  </a:lnTo>
                  <a:lnTo>
                    <a:pt x="2247875" y="1251203"/>
                  </a:lnTo>
                  <a:lnTo>
                    <a:pt x="2206365" y="1328368"/>
                  </a:lnTo>
                  <a:lnTo>
                    <a:pt x="2165016" y="1404600"/>
                  </a:lnTo>
                  <a:lnTo>
                    <a:pt x="2123922" y="1479320"/>
                  </a:lnTo>
                  <a:lnTo>
                    <a:pt x="2083156" y="1551996"/>
                  </a:lnTo>
                  <a:lnTo>
                    <a:pt x="2042769" y="1622158"/>
                  </a:lnTo>
                  <a:lnTo>
                    <a:pt x="2002780" y="1689413"/>
                  </a:lnTo>
                  <a:lnTo>
                    <a:pt x="1963171" y="1753448"/>
                  </a:lnTo>
                  <a:lnTo>
                    <a:pt x="1923887" y="1814036"/>
                  </a:lnTo>
                  <a:lnTo>
                    <a:pt x="1884828" y="1871032"/>
                  </a:lnTo>
                  <a:lnTo>
                    <a:pt x="1845846" y="1924371"/>
                  </a:lnTo>
                  <a:lnTo>
                    <a:pt x="1806740" y="1974061"/>
                  </a:lnTo>
                  <a:lnTo>
                    <a:pt x="1768425" y="2018863"/>
                  </a:lnTo>
                  <a:lnTo>
                    <a:pt x="1719934" y="2069880"/>
                  </a:lnTo>
                  <a:lnTo>
                    <a:pt x="1669822" y="2115824"/>
                  </a:lnTo>
                  <a:lnTo>
                    <a:pt x="1617325" y="2156948"/>
                  </a:lnTo>
                  <a:lnTo>
                    <a:pt x="1561587" y="2193687"/>
                  </a:lnTo>
                  <a:lnTo>
                    <a:pt x="1501736" y="2226530"/>
                  </a:lnTo>
                  <a:lnTo>
                    <a:pt x="1436952" y="2255954"/>
                  </a:lnTo>
                  <a:lnTo>
                    <a:pt x="1366560" y="2282377"/>
                  </a:lnTo>
                  <a:lnTo>
                    <a:pt x="1290154" y="2306141"/>
                  </a:lnTo>
                  <a:lnTo>
                    <a:pt x="1207748" y="2327501"/>
                  </a:lnTo>
                  <a:lnTo>
                    <a:pt x="1119973" y="2346616"/>
                  </a:lnTo>
                  <a:lnTo>
                    <a:pt x="1028271" y="2363558"/>
                  </a:lnTo>
                  <a:lnTo>
                    <a:pt x="935026" y="2378325"/>
                  </a:lnTo>
                  <a:lnTo>
                    <a:pt x="843565" y="2390872"/>
                  </a:lnTo>
                  <a:lnTo>
                    <a:pt x="757910" y="2401152"/>
                  </a:lnTo>
                  <a:lnTo>
                    <a:pt x="682249" y="2409165"/>
                  </a:lnTo>
                  <a:lnTo>
                    <a:pt x="620187" y="2415010"/>
                  </a:lnTo>
                  <a:lnTo>
                    <a:pt x="573958" y="2418906"/>
                  </a:lnTo>
                  <a:lnTo>
                    <a:pt x="543850" y="2421189"/>
                  </a:lnTo>
                  <a:lnTo>
                    <a:pt x="528009" y="2422273"/>
                  </a:lnTo>
                  <a:lnTo>
                    <a:pt x="522603" y="2422609"/>
                  </a:lnTo>
                  <a:lnTo>
                    <a:pt x="522133" y="2422636"/>
                  </a:lnTo>
                  <a:lnTo>
                    <a:pt x="0" y="2422636"/>
                  </a:lnTo>
                  <a:lnTo>
                    <a:pt x="0" y="2422636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085" name="pg1085"/>
            <p:cNvSpPr/>
            <p:nvPr/>
          </p:nvSpPr>
          <p:spPr>
            <a:xfrm>
              <a:off x="386606" y="1061307"/>
              <a:ext cx="8554953" cy="3168062"/>
            </a:xfrm>
            <a:custGeom>
              <a:avLst/>
              <a:pathLst>
                <a:path w="8554953" h="3168062">
                  <a:moveTo>
                    <a:pt x="0" y="2383106"/>
                  </a:moveTo>
                  <a:lnTo>
                    <a:pt x="522133" y="2383106"/>
                  </a:lnTo>
                  <a:lnTo>
                    <a:pt x="523316" y="2383038"/>
                  </a:lnTo>
                  <a:lnTo>
                    <a:pt x="531063" y="2382553"/>
                  </a:lnTo>
                  <a:lnTo>
                    <a:pt x="550477" y="2381213"/>
                  </a:lnTo>
                  <a:lnTo>
                    <a:pt x="584893" y="2378580"/>
                  </a:lnTo>
                  <a:lnTo>
                    <a:pt x="635591" y="2374260"/>
                  </a:lnTo>
                  <a:lnTo>
                    <a:pt x="701715" y="2367954"/>
                  </a:lnTo>
                  <a:lnTo>
                    <a:pt x="780579" y="2359478"/>
                  </a:lnTo>
                  <a:lnTo>
                    <a:pt x="868328" y="2348767"/>
                  </a:lnTo>
                  <a:lnTo>
                    <a:pt x="960741" y="2335837"/>
                  </a:lnTo>
                  <a:lnTo>
                    <a:pt x="1053936" y="2320739"/>
                  </a:lnTo>
                  <a:lnTo>
                    <a:pt x="1144826" y="2303509"/>
                  </a:lnTo>
                  <a:lnTo>
                    <a:pt x="1231289" y="2284131"/>
                  </a:lnTo>
                  <a:lnTo>
                    <a:pt x="1312125" y="2262511"/>
                  </a:lnTo>
                  <a:lnTo>
                    <a:pt x="1386894" y="2238467"/>
                  </a:lnTo>
                  <a:lnTo>
                    <a:pt x="1455715" y="2211724"/>
                  </a:lnTo>
                  <a:lnTo>
                    <a:pt x="1519089" y="2181922"/>
                  </a:lnTo>
                  <a:lnTo>
                    <a:pt x="1577743" y="2148631"/>
                  </a:lnTo>
                  <a:lnTo>
                    <a:pt x="1632521" y="2111372"/>
                  </a:lnTo>
                  <a:lnTo>
                    <a:pt x="1684301" y="2069672"/>
                  </a:lnTo>
                  <a:lnTo>
                    <a:pt x="1733923" y="2023138"/>
                  </a:lnTo>
                  <a:lnTo>
                    <a:pt x="1768425" y="1986863"/>
                  </a:lnTo>
                  <a:lnTo>
                    <a:pt x="1808165" y="1941187"/>
                  </a:lnTo>
                  <a:lnTo>
                    <a:pt x="1847527" y="1891950"/>
                  </a:lnTo>
                  <a:lnTo>
                    <a:pt x="1886773" y="1839083"/>
                  </a:lnTo>
                  <a:lnTo>
                    <a:pt x="1926106" y="1782579"/>
                  </a:lnTo>
                  <a:lnTo>
                    <a:pt x="1965674" y="1722508"/>
                  </a:lnTo>
                  <a:lnTo>
                    <a:pt x="2005576" y="1659020"/>
                  </a:lnTo>
                  <a:lnTo>
                    <a:pt x="2045866" y="1592349"/>
                  </a:lnTo>
                  <a:lnTo>
                    <a:pt x="2086559" y="1522813"/>
                  </a:lnTo>
                  <a:lnTo>
                    <a:pt x="2127632" y="1450813"/>
                  </a:lnTo>
                  <a:lnTo>
                    <a:pt x="2169033" y="1376826"/>
                  </a:lnTo>
                  <a:lnTo>
                    <a:pt x="2210683" y="1301388"/>
                  </a:lnTo>
                  <a:lnTo>
                    <a:pt x="2252485" y="1225086"/>
                  </a:lnTo>
                  <a:lnTo>
                    <a:pt x="2294333" y="1148534"/>
                  </a:lnTo>
                  <a:lnTo>
                    <a:pt x="2336113" y="1072355"/>
                  </a:lnTo>
                  <a:lnTo>
                    <a:pt x="2377721" y="997159"/>
                  </a:lnTo>
                  <a:lnTo>
                    <a:pt x="2419062" y="923523"/>
                  </a:lnTo>
                  <a:lnTo>
                    <a:pt x="2460064" y="851976"/>
                  </a:lnTo>
                  <a:lnTo>
                    <a:pt x="2500678" y="782977"/>
                  </a:lnTo>
                  <a:lnTo>
                    <a:pt x="2540889" y="716913"/>
                  </a:lnTo>
                  <a:lnTo>
                    <a:pt x="2580719" y="654085"/>
                  </a:lnTo>
                  <a:lnTo>
                    <a:pt x="2620231" y="594710"/>
                  </a:lnTo>
                  <a:lnTo>
                    <a:pt x="2659533" y="538923"/>
                  </a:lnTo>
                  <a:lnTo>
                    <a:pt x="2698785" y="486776"/>
                  </a:lnTo>
                  <a:lnTo>
                    <a:pt x="2738198" y="438252"/>
                  </a:lnTo>
                  <a:lnTo>
                    <a:pt x="2770117" y="401890"/>
                  </a:lnTo>
                  <a:lnTo>
                    <a:pt x="2818651" y="351782"/>
                  </a:lnTo>
                  <a:lnTo>
                    <a:pt x="2868810" y="306662"/>
                  </a:lnTo>
                  <a:lnTo>
                    <a:pt x="2921360" y="266279"/>
                  </a:lnTo>
                  <a:lnTo>
                    <a:pt x="2977158" y="230206"/>
                  </a:lnTo>
                  <a:lnTo>
                    <a:pt x="3037080" y="197961"/>
                  </a:lnTo>
                  <a:lnTo>
                    <a:pt x="3101947" y="169076"/>
                  </a:lnTo>
                  <a:lnTo>
                    <a:pt x="3172434" y="143139"/>
                  </a:lnTo>
                  <a:lnTo>
                    <a:pt x="3248948" y="119813"/>
                  </a:lnTo>
                  <a:lnTo>
                    <a:pt x="3331469" y="98850"/>
                  </a:lnTo>
                  <a:lnTo>
                    <a:pt x="3419361" y="80093"/>
                  </a:lnTo>
                  <a:lnTo>
                    <a:pt x="3511171" y="63472"/>
                  </a:lnTo>
                  <a:lnTo>
                    <a:pt x="3604497" y="48989"/>
                  </a:lnTo>
                  <a:lnTo>
                    <a:pt x="3695997" y="36690"/>
                  </a:lnTo>
                  <a:lnTo>
                    <a:pt x="3781633" y="26620"/>
                  </a:lnTo>
                  <a:lnTo>
                    <a:pt x="3857207" y="18777"/>
                  </a:lnTo>
                  <a:lnTo>
                    <a:pt x="3919118" y="13064"/>
                  </a:lnTo>
                  <a:lnTo>
                    <a:pt x="3965151" y="9262"/>
                  </a:lnTo>
                  <a:lnTo>
                    <a:pt x="3995047" y="7042"/>
                  </a:lnTo>
                  <a:lnTo>
                    <a:pt x="4010696" y="5993"/>
                  </a:lnTo>
                  <a:lnTo>
                    <a:pt x="4015972" y="5671"/>
                  </a:lnTo>
                  <a:lnTo>
                    <a:pt x="4016409" y="5647"/>
                  </a:lnTo>
                  <a:lnTo>
                    <a:pt x="4538543" y="5647"/>
                  </a:lnTo>
                  <a:lnTo>
                    <a:pt x="4539668" y="5732"/>
                  </a:lnTo>
                  <a:lnTo>
                    <a:pt x="4547044" y="6345"/>
                  </a:lnTo>
                  <a:lnTo>
                    <a:pt x="4565560" y="8037"/>
                  </a:lnTo>
                  <a:lnTo>
                    <a:pt x="4598463" y="11365"/>
                  </a:lnTo>
                  <a:lnTo>
                    <a:pt x="4647090" y="16829"/>
                  </a:lnTo>
                  <a:lnTo>
                    <a:pt x="4710775" y="24821"/>
                  </a:lnTo>
                  <a:lnTo>
                    <a:pt x="4787104" y="35585"/>
                  </a:lnTo>
                  <a:lnTo>
                    <a:pt x="4872497" y="49220"/>
                  </a:lnTo>
                  <a:lnTo>
                    <a:pt x="4962942" y="65715"/>
                  </a:lnTo>
                  <a:lnTo>
                    <a:pt x="5054669" y="85008"/>
                  </a:lnTo>
                  <a:lnTo>
                    <a:pt x="5144608" y="107045"/>
                  </a:lnTo>
                  <a:lnTo>
                    <a:pt x="5230576" y="131832"/>
                  </a:lnTo>
                  <a:lnTo>
                    <a:pt x="5311273" y="159467"/>
                  </a:lnTo>
                  <a:lnTo>
                    <a:pt x="5386145" y="190157"/>
                  </a:lnTo>
                  <a:lnTo>
                    <a:pt x="5455202" y="224222"/>
                  </a:lnTo>
                  <a:lnTo>
                    <a:pt x="5518845" y="262092"/>
                  </a:lnTo>
                  <a:lnTo>
                    <a:pt x="5577720" y="304290"/>
                  </a:lnTo>
                  <a:lnTo>
                    <a:pt x="5632609" y="351409"/>
                  </a:lnTo>
                  <a:lnTo>
                    <a:pt x="5684342" y="404057"/>
                  </a:lnTo>
                  <a:lnTo>
                    <a:pt x="5733737" y="462779"/>
                  </a:lnTo>
                  <a:lnTo>
                    <a:pt x="5781527" y="527907"/>
                  </a:lnTo>
                  <a:lnTo>
                    <a:pt x="5784835" y="532716"/>
                  </a:lnTo>
                  <a:lnTo>
                    <a:pt x="5820475" y="586952"/>
                  </a:lnTo>
                  <a:lnTo>
                    <a:pt x="5855787" y="644981"/>
                  </a:lnTo>
                  <a:lnTo>
                    <a:pt x="5890968" y="706882"/>
                  </a:lnTo>
                  <a:lnTo>
                    <a:pt x="5926173" y="772675"/>
                  </a:lnTo>
                  <a:lnTo>
                    <a:pt x="5961524" y="842322"/>
                  </a:lnTo>
                  <a:lnTo>
                    <a:pt x="5997106" y="915716"/>
                  </a:lnTo>
                  <a:lnTo>
                    <a:pt x="6032978" y="992679"/>
                  </a:lnTo>
                  <a:lnTo>
                    <a:pt x="6069169" y="1072961"/>
                  </a:lnTo>
                  <a:lnTo>
                    <a:pt x="6105682" y="1156238"/>
                  </a:lnTo>
                  <a:lnTo>
                    <a:pt x="6142500" y="1242117"/>
                  </a:lnTo>
                  <a:lnTo>
                    <a:pt x="6179582" y="1330141"/>
                  </a:lnTo>
                  <a:lnTo>
                    <a:pt x="6216876" y="1419801"/>
                  </a:lnTo>
                  <a:lnTo>
                    <a:pt x="6254311" y="1510542"/>
                  </a:lnTo>
                  <a:lnTo>
                    <a:pt x="6291814" y="1601782"/>
                  </a:lnTo>
                  <a:lnTo>
                    <a:pt x="6329303" y="1692923"/>
                  </a:lnTo>
                  <a:lnTo>
                    <a:pt x="6366701" y="1783374"/>
                  </a:lnTo>
                  <a:lnTo>
                    <a:pt x="6403932" y="1872558"/>
                  </a:lnTo>
                  <a:lnTo>
                    <a:pt x="6440933" y="1959935"/>
                  </a:lnTo>
                  <a:lnTo>
                    <a:pt x="6477654" y="2045010"/>
                  </a:lnTo>
                  <a:lnTo>
                    <a:pt x="6514063" y="2127347"/>
                  </a:lnTo>
                  <a:lnTo>
                    <a:pt x="6550148" y="2206576"/>
                  </a:lnTo>
                  <a:lnTo>
                    <a:pt x="6585921" y="2282396"/>
                  </a:lnTo>
                  <a:lnTo>
                    <a:pt x="6621420" y="2354580"/>
                  </a:lnTo>
                  <a:lnTo>
                    <a:pt x="6656712" y="2422976"/>
                  </a:lnTo>
                  <a:lnTo>
                    <a:pt x="6691894" y="2487498"/>
                  </a:lnTo>
                  <a:lnTo>
                    <a:pt x="6727099" y="2548127"/>
                  </a:lnTo>
                  <a:lnTo>
                    <a:pt x="6762494" y="2604905"/>
                  </a:lnTo>
                  <a:lnTo>
                    <a:pt x="6786527" y="2640993"/>
                  </a:lnTo>
                  <a:lnTo>
                    <a:pt x="6834228" y="2706573"/>
                  </a:lnTo>
                  <a:lnTo>
                    <a:pt x="6883488" y="2765737"/>
                  </a:lnTo>
                  <a:lnTo>
                    <a:pt x="6935032" y="2818795"/>
                  </a:lnTo>
                  <a:lnTo>
                    <a:pt x="6989672" y="2866282"/>
                  </a:lnTo>
                  <a:lnTo>
                    <a:pt x="7048241" y="2908806"/>
                  </a:lnTo>
                  <a:lnTo>
                    <a:pt x="7111526" y="2946961"/>
                  </a:lnTo>
                  <a:lnTo>
                    <a:pt x="7180187" y="2981278"/>
                  </a:lnTo>
                  <a:lnTo>
                    <a:pt x="7254645" y="3012193"/>
                  </a:lnTo>
                  <a:lnTo>
                    <a:pt x="7334944" y="3040034"/>
                  </a:lnTo>
                  <a:lnTo>
                    <a:pt x="7420576" y="3065016"/>
                  </a:lnTo>
                  <a:lnTo>
                    <a:pt x="7510296" y="3087245"/>
                  </a:lnTo>
                  <a:lnTo>
                    <a:pt x="7601988" y="3106731"/>
                  </a:lnTo>
                  <a:lnTo>
                    <a:pt x="7692640" y="3123425"/>
                  </a:lnTo>
                  <a:lnTo>
                    <a:pt x="7778518" y="3137262"/>
                  </a:lnTo>
                  <a:lnTo>
                    <a:pt x="7855609" y="3148226"/>
                  </a:lnTo>
                  <a:lnTo>
                    <a:pt x="7920277" y="3156406"/>
                  </a:lnTo>
                  <a:lnTo>
                    <a:pt x="7970004" y="3162036"/>
                  </a:lnTo>
                  <a:lnTo>
                    <a:pt x="8003990" y="3165498"/>
                  </a:lnTo>
                  <a:lnTo>
                    <a:pt x="8023430" y="3167288"/>
                  </a:lnTo>
                  <a:lnTo>
                    <a:pt x="8031446" y="3167957"/>
                  </a:lnTo>
                  <a:lnTo>
                    <a:pt x="8032819" y="3168062"/>
                  </a:lnTo>
                  <a:lnTo>
                    <a:pt x="8554953" y="3168062"/>
                  </a:lnTo>
                  <a:lnTo>
                    <a:pt x="8554953" y="3162415"/>
                  </a:lnTo>
                  <a:lnTo>
                    <a:pt x="8032819" y="3162415"/>
                  </a:lnTo>
                  <a:lnTo>
                    <a:pt x="8031694" y="3162330"/>
                  </a:lnTo>
                  <a:lnTo>
                    <a:pt x="8024318" y="3161717"/>
                  </a:lnTo>
                  <a:lnTo>
                    <a:pt x="8005802" y="3160025"/>
                  </a:lnTo>
                  <a:lnTo>
                    <a:pt x="7972899" y="3156697"/>
                  </a:lnTo>
                  <a:lnTo>
                    <a:pt x="7924272" y="3151233"/>
                  </a:lnTo>
                  <a:lnTo>
                    <a:pt x="7860587" y="3143241"/>
                  </a:lnTo>
                  <a:lnTo>
                    <a:pt x="7784257" y="3132477"/>
                  </a:lnTo>
                  <a:lnTo>
                    <a:pt x="7698865" y="3118842"/>
                  </a:lnTo>
                  <a:lnTo>
                    <a:pt x="7608420" y="3102347"/>
                  </a:lnTo>
                  <a:lnTo>
                    <a:pt x="7516693" y="3083054"/>
                  </a:lnTo>
                  <a:lnTo>
                    <a:pt x="7426754" y="3061017"/>
                  </a:lnTo>
                  <a:lnTo>
                    <a:pt x="7340786" y="3036230"/>
                  </a:lnTo>
                  <a:lnTo>
                    <a:pt x="7260089" y="3008595"/>
                  </a:lnTo>
                  <a:lnTo>
                    <a:pt x="7185217" y="2977905"/>
                  </a:lnTo>
                  <a:lnTo>
                    <a:pt x="7116160" y="2943840"/>
                  </a:lnTo>
                  <a:lnTo>
                    <a:pt x="7052517" y="2905970"/>
                  </a:lnTo>
                  <a:lnTo>
                    <a:pt x="6993642" y="2863772"/>
                  </a:lnTo>
                  <a:lnTo>
                    <a:pt x="6938753" y="2816653"/>
                  </a:lnTo>
                  <a:lnTo>
                    <a:pt x="6887020" y="2764005"/>
                  </a:lnTo>
                  <a:lnTo>
                    <a:pt x="6837625" y="2705283"/>
                  </a:lnTo>
                  <a:lnTo>
                    <a:pt x="6789835" y="2640155"/>
                  </a:lnTo>
                  <a:lnTo>
                    <a:pt x="6786527" y="2635346"/>
                  </a:lnTo>
                  <a:lnTo>
                    <a:pt x="6750887" y="2581110"/>
                  </a:lnTo>
                  <a:lnTo>
                    <a:pt x="6715575" y="2523081"/>
                  </a:lnTo>
                  <a:lnTo>
                    <a:pt x="6680394" y="2461180"/>
                  </a:lnTo>
                  <a:lnTo>
                    <a:pt x="6645189" y="2395387"/>
                  </a:lnTo>
                  <a:lnTo>
                    <a:pt x="6609838" y="2325740"/>
                  </a:lnTo>
                  <a:lnTo>
                    <a:pt x="6574256" y="2252346"/>
                  </a:lnTo>
                  <a:lnTo>
                    <a:pt x="6538384" y="2175383"/>
                  </a:lnTo>
                  <a:lnTo>
                    <a:pt x="6502193" y="2095101"/>
                  </a:lnTo>
                  <a:lnTo>
                    <a:pt x="6465680" y="2011824"/>
                  </a:lnTo>
                  <a:lnTo>
                    <a:pt x="6428862" y="1925945"/>
                  </a:lnTo>
                  <a:lnTo>
                    <a:pt x="6391780" y="1837920"/>
                  </a:lnTo>
                  <a:lnTo>
                    <a:pt x="6354486" y="1748261"/>
                  </a:lnTo>
                  <a:lnTo>
                    <a:pt x="6317051" y="1657520"/>
                  </a:lnTo>
                  <a:lnTo>
                    <a:pt x="6279548" y="1566280"/>
                  </a:lnTo>
                  <a:lnTo>
                    <a:pt x="6242059" y="1475139"/>
                  </a:lnTo>
                  <a:lnTo>
                    <a:pt x="6204661" y="1384688"/>
                  </a:lnTo>
                  <a:lnTo>
                    <a:pt x="6167430" y="1295504"/>
                  </a:lnTo>
                  <a:lnTo>
                    <a:pt x="6130429" y="1208127"/>
                  </a:lnTo>
                  <a:lnTo>
                    <a:pt x="6093707" y="1123052"/>
                  </a:lnTo>
                  <a:lnTo>
                    <a:pt x="6057299" y="1040715"/>
                  </a:lnTo>
                  <a:lnTo>
                    <a:pt x="6021214" y="961486"/>
                  </a:lnTo>
                  <a:lnTo>
                    <a:pt x="5985441" y="885666"/>
                  </a:lnTo>
                  <a:lnTo>
                    <a:pt x="5949942" y="813482"/>
                  </a:lnTo>
                  <a:lnTo>
                    <a:pt x="5914650" y="745086"/>
                  </a:lnTo>
                  <a:lnTo>
                    <a:pt x="5879468" y="680564"/>
                  </a:lnTo>
                  <a:lnTo>
                    <a:pt x="5844263" y="619935"/>
                  </a:lnTo>
                  <a:lnTo>
                    <a:pt x="5808868" y="563157"/>
                  </a:lnTo>
                  <a:lnTo>
                    <a:pt x="5784835" y="527069"/>
                  </a:lnTo>
                  <a:lnTo>
                    <a:pt x="5737134" y="461489"/>
                  </a:lnTo>
                  <a:lnTo>
                    <a:pt x="5687874" y="402325"/>
                  </a:lnTo>
                  <a:lnTo>
                    <a:pt x="5636330" y="349267"/>
                  </a:lnTo>
                  <a:lnTo>
                    <a:pt x="5581690" y="301780"/>
                  </a:lnTo>
                  <a:lnTo>
                    <a:pt x="5523121" y="259256"/>
                  </a:lnTo>
                  <a:lnTo>
                    <a:pt x="5459836" y="221101"/>
                  </a:lnTo>
                  <a:lnTo>
                    <a:pt x="5391175" y="186784"/>
                  </a:lnTo>
                  <a:lnTo>
                    <a:pt x="5316717" y="155869"/>
                  </a:lnTo>
                  <a:lnTo>
                    <a:pt x="5236417" y="128028"/>
                  </a:lnTo>
                  <a:lnTo>
                    <a:pt x="5150786" y="103046"/>
                  </a:lnTo>
                  <a:lnTo>
                    <a:pt x="5061066" y="80817"/>
                  </a:lnTo>
                  <a:lnTo>
                    <a:pt x="4969373" y="61331"/>
                  </a:lnTo>
                  <a:lnTo>
                    <a:pt x="4878722" y="44637"/>
                  </a:lnTo>
                  <a:lnTo>
                    <a:pt x="4792844" y="30800"/>
                  </a:lnTo>
                  <a:lnTo>
                    <a:pt x="4715753" y="19836"/>
                  </a:lnTo>
                  <a:lnTo>
                    <a:pt x="4651085" y="11656"/>
                  </a:lnTo>
                  <a:lnTo>
                    <a:pt x="4601358" y="6026"/>
                  </a:lnTo>
                  <a:lnTo>
                    <a:pt x="4567372" y="2564"/>
                  </a:lnTo>
                  <a:lnTo>
                    <a:pt x="4547932" y="774"/>
                  </a:lnTo>
                  <a:lnTo>
                    <a:pt x="4539916" y="105"/>
                  </a:lnTo>
                  <a:lnTo>
                    <a:pt x="4538543" y="0"/>
                  </a:lnTo>
                  <a:lnTo>
                    <a:pt x="4016409" y="0"/>
                  </a:lnTo>
                  <a:lnTo>
                    <a:pt x="4015226" y="67"/>
                  </a:lnTo>
                  <a:lnTo>
                    <a:pt x="4007479" y="552"/>
                  </a:lnTo>
                  <a:lnTo>
                    <a:pt x="3988065" y="1892"/>
                  </a:lnTo>
                  <a:lnTo>
                    <a:pt x="3953649" y="4526"/>
                  </a:lnTo>
                  <a:lnTo>
                    <a:pt x="3902951" y="8845"/>
                  </a:lnTo>
                  <a:lnTo>
                    <a:pt x="3836828" y="15151"/>
                  </a:lnTo>
                  <a:lnTo>
                    <a:pt x="3757963" y="23627"/>
                  </a:lnTo>
                  <a:lnTo>
                    <a:pt x="3670214" y="34338"/>
                  </a:lnTo>
                  <a:lnTo>
                    <a:pt x="3577801" y="47268"/>
                  </a:lnTo>
                  <a:lnTo>
                    <a:pt x="3484606" y="62367"/>
                  </a:lnTo>
                  <a:lnTo>
                    <a:pt x="3393716" y="79597"/>
                  </a:lnTo>
                  <a:lnTo>
                    <a:pt x="3307253" y="98974"/>
                  </a:lnTo>
                  <a:lnTo>
                    <a:pt x="3226417" y="120594"/>
                  </a:lnTo>
                  <a:lnTo>
                    <a:pt x="3151648" y="144638"/>
                  </a:lnTo>
                  <a:lnTo>
                    <a:pt x="3082827" y="171381"/>
                  </a:lnTo>
                  <a:lnTo>
                    <a:pt x="3019453" y="201183"/>
                  </a:lnTo>
                  <a:lnTo>
                    <a:pt x="2960799" y="234475"/>
                  </a:lnTo>
                  <a:lnTo>
                    <a:pt x="2906021" y="271733"/>
                  </a:lnTo>
                  <a:lnTo>
                    <a:pt x="2854241" y="313434"/>
                  </a:lnTo>
                  <a:lnTo>
                    <a:pt x="2804620" y="359968"/>
                  </a:lnTo>
                  <a:lnTo>
                    <a:pt x="2770117" y="396243"/>
                  </a:lnTo>
                  <a:lnTo>
                    <a:pt x="2730377" y="441919"/>
                  </a:lnTo>
                  <a:lnTo>
                    <a:pt x="2691015" y="491155"/>
                  </a:lnTo>
                  <a:lnTo>
                    <a:pt x="2651769" y="544022"/>
                  </a:lnTo>
                  <a:lnTo>
                    <a:pt x="2612436" y="600526"/>
                  </a:lnTo>
                  <a:lnTo>
                    <a:pt x="2572868" y="660597"/>
                  </a:lnTo>
                  <a:lnTo>
                    <a:pt x="2532966" y="724085"/>
                  </a:lnTo>
                  <a:lnTo>
                    <a:pt x="2492676" y="790757"/>
                  </a:lnTo>
                  <a:lnTo>
                    <a:pt x="2451983" y="860292"/>
                  </a:lnTo>
                  <a:lnTo>
                    <a:pt x="2410910" y="932292"/>
                  </a:lnTo>
                  <a:lnTo>
                    <a:pt x="2369509" y="1006279"/>
                  </a:lnTo>
                  <a:lnTo>
                    <a:pt x="2327859" y="1081717"/>
                  </a:lnTo>
                  <a:lnTo>
                    <a:pt x="2286057" y="1158019"/>
                  </a:lnTo>
                  <a:lnTo>
                    <a:pt x="2244210" y="1234571"/>
                  </a:lnTo>
                  <a:lnTo>
                    <a:pt x="2202429" y="1310751"/>
                  </a:lnTo>
                  <a:lnTo>
                    <a:pt x="2160821" y="1385947"/>
                  </a:lnTo>
                  <a:lnTo>
                    <a:pt x="2119480" y="1459582"/>
                  </a:lnTo>
                  <a:lnTo>
                    <a:pt x="2078478" y="1531129"/>
                  </a:lnTo>
                  <a:lnTo>
                    <a:pt x="2037865" y="1600128"/>
                  </a:lnTo>
                  <a:lnTo>
                    <a:pt x="1997654" y="1666192"/>
                  </a:lnTo>
                  <a:lnTo>
                    <a:pt x="1957823" y="1729020"/>
                  </a:lnTo>
                  <a:lnTo>
                    <a:pt x="1918311" y="1788395"/>
                  </a:lnTo>
                  <a:lnTo>
                    <a:pt x="1879009" y="1844182"/>
                  </a:lnTo>
                  <a:lnTo>
                    <a:pt x="1839758" y="1896329"/>
                  </a:lnTo>
                  <a:lnTo>
                    <a:pt x="1800344" y="1944854"/>
                  </a:lnTo>
                  <a:lnTo>
                    <a:pt x="1768425" y="1981215"/>
                  </a:lnTo>
                  <a:lnTo>
                    <a:pt x="1719891" y="2031323"/>
                  </a:lnTo>
                  <a:lnTo>
                    <a:pt x="1669732" y="2076443"/>
                  </a:lnTo>
                  <a:lnTo>
                    <a:pt x="1617183" y="2116826"/>
                  </a:lnTo>
                  <a:lnTo>
                    <a:pt x="1561384" y="2152899"/>
                  </a:lnTo>
                  <a:lnTo>
                    <a:pt x="1501462" y="2185144"/>
                  </a:lnTo>
                  <a:lnTo>
                    <a:pt x="1436595" y="2214029"/>
                  </a:lnTo>
                  <a:lnTo>
                    <a:pt x="1366109" y="2239966"/>
                  </a:lnTo>
                  <a:lnTo>
                    <a:pt x="1289595" y="2263292"/>
                  </a:lnTo>
                  <a:lnTo>
                    <a:pt x="1207073" y="2284255"/>
                  </a:lnTo>
                  <a:lnTo>
                    <a:pt x="1119181" y="2303012"/>
                  </a:lnTo>
                  <a:lnTo>
                    <a:pt x="1027372" y="2319633"/>
                  </a:lnTo>
                  <a:lnTo>
                    <a:pt x="934045" y="2334116"/>
                  </a:lnTo>
                  <a:lnTo>
                    <a:pt x="842545" y="2346415"/>
                  </a:lnTo>
                  <a:lnTo>
                    <a:pt x="756909" y="2356485"/>
                  </a:lnTo>
                  <a:lnTo>
                    <a:pt x="681335" y="2364328"/>
                  </a:lnTo>
                  <a:lnTo>
                    <a:pt x="619424" y="2370042"/>
                  </a:lnTo>
                  <a:lnTo>
                    <a:pt x="573391" y="2373843"/>
                  </a:lnTo>
                  <a:lnTo>
                    <a:pt x="543495" y="2376063"/>
                  </a:lnTo>
                  <a:lnTo>
                    <a:pt x="527846" y="2377113"/>
                  </a:lnTo>
                  <a:lnTo>
                    <a:pt x="522570" y="2377434"/>
                  </a:lnTo>
                  <a:lnTo>
                    <a:pt x="522133" y="2377459"/>
                  </a:lnTo>
                  <a:lnTo>
                    <a:pt x="0" y="2377459"/>
                  </a:lnTo>
                  <a:close/>
                </a:path>
              </a:pathLst>
            </a:custGeom>
            <a:solidFill>
              <a:srgbClr val="F28E5B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1086" name="pl1086"/>
            <p:cNvSpPr/>
            <p:nvPr/>
          </p:nvSpPr>
          <p:spPr>
            <a:xfrm>
              <a:off x="386606" y="1066954"/>
              <a:ext cx="8554953" cy="3162415"/>
            </a:xfrm>
            <a:custGeom>
              <a:avLst/>
              <a:pathLst>
                <a:path w="8554953" h="3162415">
                  <a:moveTo>
                    <a:pt x="0" y="2377459"/>
                  </a:moveTo>
                  <a:lnTo>
                    <a:pt x="522133" y="2377459"/>
                  </a:lnTo>
                  <a:lnTo>
                    <a:pt x="523316" y="2377391"/>
                  </a:lnTo>
                  <a:lnTo>
                    <a:pt x="531063" y="2376906"/>
                  </a:lnTo>
                  <a:lnTo>
                    <a:pt x="550477" y="2375566"/>
                  </a:lnTo>
                  <a:lnTo>
                    <a:pt x="584893" y="2372932"/>
                  </a:lnTo>
                  <a:lnTo>
                    <a:pt x="635591" y="2368613"/>
                  </a:lnTo>
                  <a:lnTo>
                    <a:pt x="701715" y="2362307"/>
                  </a:lnTo>
                  <a:lnTo>
                    <a:pt x="780579" y="2353831"/>
                  </a:lnTo>
                  <a:lnTo>
                    <a:pt x="868328" y="2343120"/>
                  </a:lnTo>
                  <a:lnTo>
                    <a:pt x="960741" y="2330190"/>
                  </a:lnTo>
                  <a:lnTo>
                    <a:pt x="1053936" y="2315091"/>
                  </a:lnTo>
                  <a:lnTo>
                    <a:pt x="1144826" y="2297861"/>
                  </a:lnTo>
                  <a:lnTo>
                    <a:pt x="1231289" y="2278484"/>
                  </a:lnTo>
                  <a:lnTo>
                    <a:pt x="1312125" y="2256864"/>
                  </a:lnTo>
                  <a:lnTo>
                    <a:pt x="1386894" y="2232820"/>
                  </a:lnTo>
                  <a:lnTo>
                    <a:pt x="1455715" y="2206077"/>
                  </a:lnTo>
                  <a:lnTo>
                    <a:pt x="1519089" y="2176275"/>
                  </a:lnTo>
                  <a:lnTo>
                    <a:pt x="1577743" y="2142983"/>
                  </a:lnTo>
                  <a:lnTo>
                    <a:pt x="1632521" y="2105725"/>
                  </a:lnTo>
                  <a:lnTo>
                    <a:pt x="1684301" y="2064024"/>
                  </a:lnTo>
                  <a:lnTo>
                    <a:pt x="1733923" y="2017490"/>
                  </a:lnTo>
                  <a:lnTo>
                    <a:pt x="1768425" y="1981215"/>
                  </a:lnTo>
                  <a:lnTo>
                    <a:pt x="1808165" y="1935539"/>
                  </a:lnTo>
                  <a:lnTo>
                    <a:pt x="1847527" y="1886303"/>
                  </a:lnTo>
                  <a:lnTo>
                    <a:pt x="1886773" y="1833436"/>
                  </a:lnTo>
                  <a:lnTo>
                    <a:pt x="1926106" y="1776932"/>
                  </a:lnTo>
                  <a:lnTo>
                    <a:pt x="1965674" y="1716861"/>
                  </a:lnTo>
                  <a:lnTo>
                    <a:pt x="2005576" y="1653373"/>
                  </a:lnTo>
                  <a:lnTo>
                    <a:pt x="2045866" y="1586701"/>
                  </a:lnTo>
                  <a:lnTo>
                    <a:pt x="2086559" y="1517166"/>
                  </a:lnTo>
                  <a:lnTo>
                    <a:pt x="2127632" y="1445166"/>
                  </a:lnTo>
                  <a:lnTo>
                    <a:pt x="2169033" y="1371179"/>
                  </a:lnTo>
                  <a:lnTo>
                    <a:pt x="2210683" y="1295741"/>
                  </a:lnTo>
                  <a:lnTo>
                    <a:pt x="2252485" y="1219439"/>
                  </a:lnTo>
                  <a:lnTo>
                    <a:pt x="2294333" y="1142887"/>
                  </a:lnTo>
                  <a:lnTo>
                    <a:pt x="2336113" y="1066707"/>
                  </a:lnTo>
                  <a:lnTo>
                    <a:pt x="2377721" y="991511"/>
                  </a:lnTo>
                  <a:lnTo>
                    <a:pt x="2419062" y="917876"/>
                  </a:lnTo>
                  <a:lnTo>
                    <a:pt x="2460064" y="846329"/>
                  </a:lnTo>
                  <a:lnTo>
                    <a:pt x="2500678" y="777330"/>
                  </a:lnTo>
                  <a:lnTo>
                    <a:pt x="2540889" y="711266"/>
                  </a:lnTo>
                  <a:lnTo>
                    <a:pt x="2580719" y="648438"/>
                  </a:lnTo>
                  <a:lnTo>
                    <a:pt x="2620231" y="589063"/>
                  </a:lnTo>
                  <a:lnTo>
                    <a:pt x="2659533" y="533276"/>
                  </a:lnTo>
                  <a:lnTo>
                    <a:pt x="2698785" y="481129"/>
                  </a:lnTo>
                  <a:lnTo>
                    <a:pt x="2738198" y="432604"/>
                  </a:lnTo>
                  <a:lnTo>
                    <a:pt x="2770117" y="396243"/>
                  </a:lnTo>
                  <a:lnTo>
                    <a:pt x="2818651" y="346135"/>
                  </a:lnTo>
                  <a:lnTo>
                    <a:pt x="2868810" y="301015"/>
                  </a:lnTo>
                  <a:lnTo>
                    <a:pt x="2921360" y="260632"/>
                  </a:lnTo>
                  <a:lnTo>
                    <a:pt x="2977158" y="224559"/>
                  </a:lnTo>
                  <a:lnTo>
                    <a:pt x="3037080" y="192314"/>
                  </a:lnTo>
                  <a:lnTo>
                    <a:pt x="3101947" y="163429"/>
                  </a:lnTo>
                  <a:lnTo>
                    <a:pt x="3172434" y="137492"/>
                  </a:lnTo>
                  <a:lnTo>
                    <a:pt x="3248948" y="114166"/>
                  </a:lnTo>
                  <a:lnTo>
                    <a:pt x="3331469" y="93203"/>
                  </a:lnTo>
                  <a:lnTo>
                    <a:pt x="3419361" y="74446"/>
                  </a:lnTo>
                  <a:lnTo>
                    <a:pt x="3511171" y="57825"/>
                  </a:lnTo>
                  <a:lnTo>
                    <a:pt x="3604497" y="43342"/>
                  </a:lnTo>
                  <a:lnTo>
                    <a:pt x="3695997" y="31043"/>
                  </a:lnTo>
                  <a:lnTo>
                    <a:pt x="3781633" y="20973"/>
                  </a:lnTo>
                  <a:lnTo>
                    <a:pt x="3857207" y="13130"/>
                  </a:lnTo>
                  <a:lnTo>
                    <a:pt x="3919118" y="7416"/>
                  </a:lnTo>
                  <a:lnTo>
                    <a:pt x="3965151" y="3615"/>
                  </a:lnTo>
                  <a:lnTo>
                    <a:pt x="3995047" y="1395"/>
                  </a:lnTo>
                  <a:lnTo>
                    <a:pt x="4010696" y="345"/>
                  </a:lnTo>
                  <a:lnTo>
                    <a:pt x="4015972" y="24"/>
                  </a:lnTo>
                  <a:lnTo>
                    <a:pt x="4016409" y="0"/>
                  </a:lnTo>
                  <a:lnTo>
                    <a:pt x="4538543" y="0"/>
                  </a:lnTo>
                  <a:lnTo>
                    <a:pt x="4539668" y="85"/>
                  </a:lnTo>
                  <a:lnTo>
                    <a:pt x="4547044" y="697"/>
                  </a:lnTo>
                  <a:lnTo>
                    <a:pt x="4565560" y="2390"/>
                  </a:lnTo>
                  <a:lnTo>
                    <a:pt x="4598463" y="5717"/>
                  </a:lnTo>
                  <a:lnTo>
                    <a:pt x="4647090" y="11182"/>
                  </a:lnTo>
                  <a:lnTo>
                    <a:pt x="4710775" y="19174"/>
                  </a:lnTo>
                  <a:lnTo>
                    <a:pt x="4787104" y="29938"/>
                  </a:lnTo>
                  <a:lnTo>
                    <a:pt x="4872497" y="43573"/>
                  </a:lnTo>
                  <a:lnTo>
                    <a:pt x="4962942" y="60068"/>
                  </a:lnTo>
                  <a:lnTo>
                    <a:pt x="5054669" y="79361"/>
                  </a:lnTo>
                  <a:lnTo>
                    <a:pt x="5144608" y="101398"/>
                  </a:lnTo>
                  <a:lnTo>
                    <a:pt x="5230576" y="126185"/>
                  </a:lnTo>
                  <a:lnTo>
                    <a:pt x="5311273" y="153820"/>
                  </a:lnTo>
                  <a:lnTo>
                    <a:pt x="5386145" y="184509"/>
                  </a:lnTo>
                  <a:lnTo>
                    <a:pt x="5455202" y="218575"/>
                  </a:lnTo>
                  <a:lnTo>
                    <a:pt x="5518845" y="256445"/>
                  </a:lnTo>
                  <a:lnTo>
                    <a:pt x="5577720" y="298643"/>
                  </a:lnTo>
                  <a:lnTo>
                    <a:pt x="5632609" y="345762"/>
                  </a:lnTo>
                  <a:lnTo>
                    <a:pt x="5684342" y="398410"/>
                  </a:lnTo>
                  <a:lnTo>
                    <a:pt x="5733737" y="457132"/>
                  </a:lnTo>
                  <a:lnTo>
                    <a:pt x="5781527" y="522260"/>
                  </a:lnTo>
                  <a:lnTo>
                    <a:pt x="5784835" y="527069"/>
                  </a:lnTo>
                  <a:lnTo>
                    <a:pt x="5820475" y="581305"/>
                  </a:lnTo>
                  <a:lnTo>
                    <a:pt x="5855787" y="639334"/>
                  </a:lnTo>
                  <a:lnTo>
                    <a:pt x="5890968" y="701235"/>
                  </a:lnTo>
                  <a:lnTo>
                    <a:pt x="5926173" y="767028"/>
                  </a:lnTo>
                  <a:lnTo>
                    <a:pt x="5961524" y="836675"/>
                  </a:lnTo>
                  <a:lnTo>
                    <a:pt x="5997106" y="910069"/>
                  </a:lnTo>
                  <a:lnTo>
                    <a:pt x="6032978" y="987032"/>
                  </a:lnTo>
                  <a:lnTo>
                    <a:pt x="6069169" y="1067314"/>
                  </a:lnTo>
                  <a:lnTo>
                    <a:pt x="6105682" y="1150590"/>
                  </a:lnTo>
                  <a:lnTo>
                    <a:pt x="6142500" y="1236469"/>
                  </a:lnTo>
                  <a:lnTo>
                    <a:pt x="6179582" y="1324494"/>
                  </a:lnTo>
                  <a:lnTo>
                    <a:pt x="6216876" y="1414154"/>
                  </a:lnTo>
                  <a:lnTo>
                    <a:pt x="6254311" y="1504895"/>
                  </a:lnTo>
                  <a:lnTo>
                    <a:pt x="6291814" y="1596134"/>
                  </a:lnTo>
                  <a:lnTo>
                    <a:pt x="6329303" y="1687276"/>
                  </a:lnTo>
                  <a:lnTo>
                    <a:pt x="6366701" y="1777726"/>
                  </a:lnTo>
                  <a:lnTo>
                    <a:pt x="6403932" y="1866911"/>
                  </a:lnTo>
                  <a:lnTo>
                    <a:pt x="6440933" y="1954288"/>
                  </a:lnTo>
                  <a:lnTo>
                    <a:pt x="6477654" y="2039363"/>
                  </a:lnTo>
                  <a:lnTo>
                    <a:pt x="6514063" y="2121700"/>
                  </a:lnTo>
                  <a:lnTo>
                    <a:pt x="6550148" y="2200929"/>
                  </a:lnTo>
                  <a:lnTo>
                    <a:pt x="6585921" y="2276749"/>
                  </a:lnTo>
                  <a:lnTo>
                    <a:pt x="6621420" y="2348933"/>
                  </a:lnTo>
                  <a:lnTo>
                    <a:pt x="6656712" y="2417329"/>
                  </a:lnTo>
                  <a:lnTo>
                    <a:pt x="6691894" y="2481850"/>
                  </a:lnTo>
                  <a:lnTo>
                    <a:pt x="6727099" y="2542480"/>
                  </a:lnTo>
                  <a:lnTo>
                    <a:pt x="6762494" y="2599258"/>
                  </a:lnTo>
                  <a:lnTo>
                    <a:pt x="6786527" y="2635346"/>
                  </a:lnTo>
                  <a:lnTo>
                    <a:pt x="6834228" y="2700926"/>
                  </a:lnTo>
                  <a:lnTo>
                    <a:pt x="6883488" y="2760090"/>
                  </a:lnTo>
                  <a:lnTo>
                    <a:pt x="6935032" y="2813148"/>
                  </a:lnTo>
                  <a:lnTo>
                    <a:pt x="6989672" y="2860635"/>
                  </a:lnTo>
                  <a:lnTo>
                    <a:pt x="7048241" y="2903158"/>
                  </a:lnTo>
                  <a:lnTo>
                    <a:pt x="7111526" y="2941314"/>
                  </a:lnTo>
                  <a:lnTo>
                    <a:pt x="7180187" y="2975631"/>
                  </a:lnTo>
                  <a:lnTo>
                    <a:pt x="7254645" y="3006546"/>
                  </a:lnTo>
                  <a:lnTo>
                    <a:pt x="7334944" y="3034387"/>
                  </a:lnTo>
                  <a:lnTo>
                    <a:pt x="7420576" y="3059369"/>
                  </a:lnTo>
                  <a:lnTo>
                    <a:pt x="7510296" y="3081598"/>
                  </a:lnTo>
                  <a:lnTo>
                    <a:pt x="7601988" y="3101084"/>
                  </a:lnTo>
                  <a:lnTo>
                    <a:pt x="7692640" y="3117778"/>
                  </a:lnTo>
                  <a:lnTo>
                    <a:pt x="7778518" y="3131615"/>
                  </a:lnTo>
                  <a:lnTo>
                    <a:pt x="7855609" y="3142578"/>
                  </a:lnTo>
                  <a:lnTo>
                    <a:pt x="7920277" y="3150759"/>
                  </a:lnTo>
                  <a:lnTo>
                    <a:pt x="7970004" y="3156389"/>
                  </a:lnTo>
                  <a:lnTo>
                    <a:pt x="8003990" y="3159851"/>
                  </a:lnTo>
                  <a:lnTo>
                    <a:pt x="8023430" y="3161640"/>
                  </a:lnTo>
                  <a:lnTo>
                    <a:pt x="8031446" y="3162310"/>
                  </a:lnTo>
                  <a:lnTo>
                    <a:pt x="8032819" y="3162415"/>
                  </a:lnTo>
                  <a:lnTo>
                    <a:pt x="8032819" y="3162415"/>
                  </a:lnTo>
                  <a:lnTo>
                    <a:pt x="8554953" y="3162415"/>
                  </a:lnTo>
                  <a:lnTo>
                    <a:pt x="8554953" y="3162415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087" name="pl1087"/>
            <p:cNvSpPr/>
            <p:nvPr/>
          </p:nvSpPr>
          <p:spPr>
            <a:xfrm>
              <a:off x="386606" y="1061307"/>
              <a:ext cx="8554953" cy="3162415"/>
            </a:xfrm>
            <a:custGeom>
              <a:avLst/>
              <a:pathLst>
                <a:path w="8554953" h="3162415">
                  <a:moveTo>
                    <a:pt x="8554953" y="3162415"/>
                  </a:moveTo>
                  <a:lnTo>
                    <a:pt x="8032819" y="3162415"/>
                  </a:lnTo>
                  <a:lnTo>
                    <a:pt x="8031694" y="3162330"/>
                  </a:lnTo>
                  <a:lnTo>
                    <a:pt x="8024318" y="3161717"/>
                  </a:lnTo>
                  <a:lnTo>
                    <a:pt x="8005802" y="3160025"/>
                  </a:lnTo>
                  <a:lnTo>
                    <a:pt x="7972899" y="3156697"/>
                  </a:lnTo>
                  <a:lnTo>
                    <a:pt x="7924272" y="3151233"/>
                  </a:lnTo>
                  <a:lnTo>
                    <a:pt x="7860587" y="3143241"/>
                  </a:lnTo>
                  <a:lnTo>
                    <a:pt x="7784257" y="3132477"/>
                  </a:lnTo>
                  <a:lnTo>
                    <a:pt x="7698865" y="3118842"/>
                  </a:lnTo>
                  <a:lnTo>
                    <a:pt x="7608420" y="3102347"/>
                  </a:lnTo>
                  <a:lnTo>
                    <a:pt x="7516693" y="3083054"/>
                  </a:lnTo>
                  <a:lnTo>
                    <a:pt x="7426754" y="3061017"/>
                  </a:lnTo>
                  <a:lnTo>
                    <a:pt x="7340786" y="3036230"/>
                  </a:lnTo>
                  <a:lnTo>
                    <a:pt x="7260089" y="3008595"/>
                  </a:lnTo>
                  <a:lnTo>
                    <a:pt x="7185217" y="2977905"/>
                  </a:lnTo>
                  <a:lnTo>
                    <a:pt x="7116160" y="2943840"/>
                  </a:lnTo>
                  <a:lnTo>
                    <a:pt x="7052517" y="2905970"/>
                  </a:lnTo>
                  <a:lnTo>
                    <a:pt x="6993642" y="2863772"/>
                  </a:lnTo>
                  <a:lnTo>
                    <a:pt x="6938753" y="2816653"/>
                  </a:lnTo>
                  <a:lnTo>
                    <a:pt x="6887020" y="2764005"/>
                  </a:lnTo>
                  <a:lnTo>
                    <a:pt x="6837625" y="2705283"/>
                  </a:lnTo>
                  <a:lnTo>
                    <a:pt x="6789835" y="2640155"/>
                  </a:lnTo>
                  <a:lnTo>
                    <a:pt x="6786527" y="2635346"/>
                  </a:lnTo>
                  <a:lnTo>
                    <a:pt x="6750887" y="2581110"/>
                  </a:lnTo>
                  <a:lnTo>
                    <a:pt x="6715575" y="2523081"/>
                  </a:lnTo>
                  <a:lnTo>
                    <a:pt x="6680394" y="2461180"/>
                  </a:lnTo>
                  <a:lnTo>
                    <a:pt x="6645189" y="2395387"/>
                  </a:lnTo>
                  <a:lnTo>
                    <a:pt x="6609838" y="2325740"/>
                  </a:lnTo>
                  <a:lnTo>
                    <a:pt x="6574256" y="2252346"/>
                  </a:lnTo>
                  <a:lnTo>
                    <a:pt x="6538384" y="2175383"/>
                  </a:lnTo>
                  <a:lnTo>
                    <a:pt x="6502193" y="2095101"/>
                  </a:lnTo>
                  <a:lnTo>
                    <a:pt x="6465680" y="2011824"/>
                  </a:lnTo>
                  <a:lnTo>
                    <a:pt x="6428862" y="1925945"/>
                  </a:lnTo>
                  <a:lnTo>
                    <a:pt x="6391780" y="1837920"/>
                  </a:lnTo>
                  <a:lnTo>
                    <a:pt x="6354486" y="1748261"/>
                  </a:lnTo>
                  <a:lnTo>
                    <a:pt x="6317051" y="1657520"/>
                  </a:lnTo>
                  <a:lnTo>
                    <a:pt x="6279548" y="1566280"/>
                  </a:lnTo>
                  <a:lnTo>
                    <a:pt x="6242059" y="1475139"/>
                  </a:lnTo>
                  <a:lnTo>
                    <a:pt x="6204661" y="1384688"/>
                  </a:lnTo>
                  <a:lnTo>
                    <a:pt x="6167430" y="1295504"/>
                  </a:lnTo>
                  <a:lnTo>
                    <a:pt x="6130429" y="1208127"/>
                  </a:lnTo>
                  <a:lnTo>
                    <a:pt x="6093707" y="1123052"/>
                  </a:lnTo>
                  <a:lnTo>
                    <a:pt x="6057299" y="1040715"/>
                  </a:lnTo>
                  <a:lnTo>
                    <a:pt x="6021214" y="961486"/>
                  </a:lnTo>
                  <a:lnTo>
                    <a:pt x="5985441" y="885666"/>
                  </a:lnTo>
                  <a:lnTo>
                    <a:pt x="5949942" y="813482"/>
                  </a:lnTo>
                  <a:lnTo>
                    <a:pt x="5914650" y="745086"/>
                  </a:lnTo>
                  <a:lnTo>
                    <a:pt x="5879468" y="680564"/>
                  </a:lnTo>
                  <a:lnTo>
                    <a:pt x="5844263" y="619935"/>
                  </a:lnTo>
                  <a:lnTo>
                    <a:pt x="5808868" y="563157"/>
                  </a:lnTo>
                  <a:lnTo>
                    <a:pt x="5784835" y="527069"/>
                  </a:lnTo>
                  <a:lnTo>
                    <a:pt x="5737134" y="461489"/>
                  </a:lnTo>
                  <a:lnTo>
                    <a:pt x="5687874" y="402325"/>
                  </a:lnTo>
                  <a:lnTo>
                    <a:pt x="5636330" y="349267"/>
                  </a:lnTo>
                  <a:lnTo>
                    <a:pt x="5581690" y="301780"/>
                  </a:lnTo>
                  <a:lnTo>
                    <a:pt x="5523121" y="259256"/>
                  </a:lnTo>
                  <a:lnTo>
                    <a:pt x="5459836" y="221101"/>
                  </a:lnTo>
                  <a:lnTo>
                    <a:pt x="5391175" y="186784"/>
                  </a:lnTo>
                  <a:lnTo>
                    <a:pt x="5316717" y="155869"/>
                  </a:lnTo>
                  <a:lnTo>
                    <a:pt x="5236417" y="128028"/>
                  </a:lnTo>
                  <a:lnTo>
                    <a:pt x="5150786" y="103046"/>
                  </a:lnTo>
                  <a:lnTo>
                    <a:pt x="5061066" y="80817"/>
                  </a:lnTo>
                  <a:lnTo>
                    <a:pt x="4969373" y="61331"/>
                  </a:lnTo>
                  <a:lnTo>
                    <a:pt x="4878722" y="44637"/>
                  </a:lnTo>
                  <a:lnTo>
                    <a:pt x="4792844" y="30800"/>
                  </a:lnTo>
                  <a:lnTo>
                    <a:pt x="4715753" y="19836"/>
                  </a:lnTo>
                  <a:lnTo>
                    <a:pt x="4651085" y="11656"/>
                  </a:lnTo>
                  <a:lnTo>
                    <a:pt x="4601358" y="6026"/>
                  </a:lnTo>
                  <a:lnTo>
                    <a:pt x="4567372" y="2564"/>
                  </a:lnTo>
                  <a:lnTo>
                    <a:pt x="4547932" y="774"/>
                  </a:lnTo>
                  <a:lnTo>
                    <a:pt x="4539916" y="105"/>
                  </a:lnTo>
                  <a:lnTo>
                    <a:pt x="4538543" y="0"/>
                  </a:lnTo>
                  <a:lnTo>
                    <a:pt x="4538543" y="0"/>
                  </a:lnTo>
                  <a:lnTo>
                    <a:pt x="4016409" y="0"/>
                  </a:lnTo>
                  <a:lnTo>
                    <a:pt x="4015226" y="67"/>
                  </a:lnTo>
                  <a:lnTo>
                    <a:pt x="4007479" y="552"/>
                  </a:lnTo>
                  <a:lnTo>
                    <a:pt x="3988065" y="1892"/>
                  </a:lnTo>
                  <a:lnTo>
                    <a:pt x="3953649" y="4526"/>
                  </a:lnTo>
                  <a:lnTo>
                    <a:pt x="3902951" y="8845"/>
                  </a:lnTo>
                  <a:lnTo>
                    <a:pt x="3836828" y="15151"/>
                  </a:lnTo>
                  <a:lnTo>
                    <a:pt x="3757963" y="23627"/>
                  </a:lnTo>
                  <a:lnTo>
                    <a:pt x="3670214" y="34338"/>
                  </a:lnTo>
                  <a:lnTo>
                    <a:pt x="3577801" y="47268"/>
                  </a:lnTo>
                  <a:lnTo>
                    <a:pt x="3484606" y="62367"/>
                  </a:lnTo>
                  <a:lnTo>
                    <a:pt x="3393716" y="79597"/>
                  </a:lnTo>
                  <a:lnTo>
                    <a:pt x="3307253" y="98974"/>
                  </a:lnTo>
                  <a:lnTo>
                    <a:pt x="3226417" y="120594"/>
                  </a:lnTo>
                  <a:lnTo>
                    <a:pt x="3151648" y="144638"/>
                  </a:lnTo>
                  <a:lnTo>
                    <a:pt x="3082827" y="171381"/>
                  </a:lnTo>
                  <a:lnTo>
                    <a:pt x="3019453" y="201183"/>
                  </a:lnTo>
                  <a:lnTo>
                    <a:pt x="2960799" y="234475"/>
                  </a:lnTo>
                  <a:lnTo>
                    <a:pt x="2906021" y="271733"/>
                  </a:lnTo>
                  <a:lnTo>
                    <a:pt x="2854241" y="313434"/>
                  </a:lnTo>
                  <a:lnTo>
                    <a:pt x="2804620" y="359968"/>
                  </a:lnTo>
                  <a:lnTo>
                    <a:pt x="2770117" y="396243"/>
                  </a:lnTo>
                  <a:lnTo>
                    <a:pt x="2730377" y="441919"/>
                  </a:lnTo>
                  <a:lnTo>
                    <a:pt x="2691015" y="491155"/>
                  </a:lnTo>
                  <a:lnTo>
                    <a:pt x="2651769" y="544022"/>
                  </a:lnTo>
                  <a:lnTo>
                    <a:pt x="2612436" y="600526"/>
                  </a:lnTo>
                  <a:lnTo>
                    <a:pt x="2572868" y="660597"/>
                  </a:lnTo>
                  <a:lnTo>
                    <a:pt x="2532966" y="724085"/>
                  </a:lnTo>
                  <a:lnTo>
                    <a:pt x="2492676" y="790757"/>
                  </a:lnTo>
                  <a:lnTo>
                    <a:pt x="2451983" y="860292"/>
                  </a:lnTo>
                  <a:lnTo>
                    <a:pt x="2410910" y="932292"/>
                  </a:lnTo>
                  <a:lnTo>
                    <a:pt x="2369509" y="1006279"/>
                  </a:lnTo>
                  <a:lnTo>
                    <a:pt x="2327859" y="1081717"/>
                  </a:lnTo>
                  <a:lnTo>
                    <a:pt x="2286057" y="1158019"/>
                  </a:lnTo>
                  <a:lnTo>
                    <a:pt x="2244210" y="1234571"/>
                  </a:lnTo>
                  <a:lnTo>
                    <a:pt x="2202429" y="1310751"/>
                  </a:lnTo>
                  <a:lnTo>
                    <a:pt x="2160821" y="1385947"/>
                  </a:lnTo>
                  <a:lnTo>
                    <a:pt x="2119480" y="1459582"/>
                  </a:lnTo>
                  <a:lnTo>
                    <a:pt x="2078478" y="1531129"/>
                  </a:lnTo>
                  <a:lnTo>
                    <a:pt x="2037865" y="1600128"/>
                  </a:lnTo>
                  <a:lnTo>
                    <a:pt x="1997654" y="1666192"/>
                  </a:lnTo>
                  <a:lnTo>
                    <a:pt x="1957823" y="1729020"/>
                  </a:lnTo>
                  <a:lnTo>
                    <a:pt x="1918311" y="1788395"/>
                  </a:lnTo>
                  <a:lnTo>
                    <a:pt x="1879009" y="1844182"/>
                  </a:lnTo>
                  <a:lnTo>
                    <a:pt x="1839758" y="1896329"/>
                  </a:lnTo>
                  <a:lnTo>
                    <a:pt x="1800344" y="1944854"/>
                  </a:lnTo>
                  <a:lnTo>
                    <a:pt x="1768425" y="1981215"/>
                  </a:lnTo>
                  <a:lnTo>
                    <a:pt x="1719891" y="2031323"/>
                  </a:lnTo>
                  <a:lnTo>
                    <a:pt x="1669732" y="2076443"/>
                  </a:lnTo>
                  <a:lnTo>
                    <a:pt x="1617183" y="2116826"/>
                  </a:lnTo>
                  <a:lnTo>
                    <a:pt x="1561384" y="2152899"/>
                  </a:lnTo>
                  <a:lnTo>
                    <a:pt x="1501462" y="2185144"/>
                  </a:lnTo>
                  <a:lnTo>
                    <a:pt x="1436595" y="2214029"/>
                  </a:lnTo>
                  <a:lnTo>
                    <a:pt x="1366109" y="2239966"/>
                  </a:lnTo>
                  <a:lnTo>
                    <a:pt x="1289595" y="2263292"/>
                  </a:lnTo>
                  <a:lnTo>
                    <a:pt x="1207073" y="2284255"/>
                  </a:lnTo>
                  <a:lnTo>
                    <a:pt x="1119181" y="2303012"/>
                  </a:lnTo>
                  <a:lnTo>
                    <a:pt x="1027372" y="2319633"/>
                  </a:lnTo>
                  <a:lnTo>
                    <a:pt x="934045" y="2334116"/>
                  </a:lnTo>
                  <a:lnTo>
                    <a:pt x="842545" y="2346415"/>
                  </a:lnTo>
                  <a:lnTo>
                    <a:pt x="756909" y="2356485"/>
                  </a:lnTo>
                  <a:lnTo>
                    <a:pt x="681335" y="2364328"/>
                  </a:lnTo>
                  <a:lnTo>
                    <a:pt x="619424" y="2370042"/>
                  </a:lnTo>
                  <a:lnTo>
                    <a:pt x="573391" y="2373843"/>
                  </a:lnTo>
                  <a:lnTo>
                    <a:pt x="543495" y="2376063"/>
                  </a:lnTo>
                  <a:lnTo>
                    <a:pt x="527846" y="2377113"/>
                  </a:lnTo>
                  <a:lnTo>
                    <a:pt x="522570" y="2377434"/>
                  </a:lnTo>
                  <a:lnTo>
                    <a:pt x="522133" y="2377459"/>
                  </a:lnTo>
                  <a:lnTo>
                    <a:pt x="0" y="2377459"/>
                  </a:lnTo>
                  <a:lnTo>
                    <a:pt x="0" y="2377459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088" name="pg1088"/>
            <p:cNvSpPr/>
            <p:nvPr/>
          </p:nvSpPr>
          <p:spPr>
            <a:xfrm>
              <a:off x="386606" y="1106484"/>
              <a:ext cx="8554953" cy="3783604"/>
            </a:xfrm>
            <a:custGeom>
              <a:avLst/>
              <a:pathLst>
                <a:path w="8554953" h="3783604">
                  <a:moveTo>
                    <a:pt x="0" y="2343576"/>
                  </a:moveTo>
                  <a:lnTo>
                    <a:pt x="522133" y="2343576"/>
                  </a:lnTo>
                  <a:lnTo>
                    <a:pt x="523319" y="2343509"/>
                  </a:lnTo>
                  <a:lnTo>
                    <a:pt x="531082" y="2343031"/>
                  </a:lnTo>
                  <a:lnTo>
                    <a:pt x="550537" y="2341710"/>
                  </a:lnTo>
                  <a:lnTo>
                    <a:pt x="585022" y="2339115"/>
                  </a:lnTo>
                  <a:lnTo>
                    <a:pt x="635814" y="2334857"/>
                  </a:lnTo>
                  <a:lnTo>
                    <a:pt x="702047" y="2328643"/>
                  </a:lnTo>
                  <a:lnTo>
                    <a:pt x="781025" y="2320291"/>
                  </a:lnTo>
                  <a:lnTo>
                    <a:pt x="868879" y="2309737"/>
                  </a:lnTo>
                  <a:lnTo>
                    <a:pt x="961378" y="2296999"/>
                  </a:lnTo>
                  <a:lnTo>
                    <a:pt x="1054637" y="2282125"/>
                  </a:lnTo>
                  <a:lnTo>
                    <a:pt x="1145568" y="2265152"/>
                  </a:lnTo>
                  <a:lnTo>
                    <a:pt x="1232052" y="2246063"/>
                  </a:lnTo>
                  <a:lnTo>
                    <a:pt x="1312892" y="2224765"/>
                  </a:lnTo>
                  <a:lnTo>
                    <a:pt x="1387655" y="2201077"/>
                  </a:lnTo>
                  <a:lnTo>
                    <a:pt x="1456466" y="2174728"/>
                  </a:lnTo>
                  <a:lnTo>
                    <a:pt x="1519828" y="2145361"/>
                  </a:lnTo>
                  <a:lnTo>
                    <a:pt x="1578472" y="2112553"/>
                  </a:lnTo>
                  <a:lnTo>
                    <a:pt x="1633246" y="2075831"/>
                  </a:lnTo>
                  <a:lnTo>
                    <a:pt x="1685030" y="2034728"/>
                  </a:lnTo>
                  <a:lnTo>
                    <a:pt x="1734662" y="1988861"/>
                  </a:lnTo>
                  <a:lnTo>
                    <a:pt x="1768425" y="1953921"/>
                  </a:lnTo>
                  <a:lnTo>
                    <a:pt x="1808401" y="1908725"/>
                  </a:lnTo>
                  <a:lnTo>
                    <a:pt x="1847997" y="1859986"/>
                  </a:lnTo>
                  <a:lnTo>
                    <a:pt x="1887478" y="1807633"/>
                  </a:lnTo>
                  <a:lnTo>
                    <a:pt x="1927049" y="1751661"/>
                  </a:lnTo>
                  <a:lnTo>
                    <a:pt x="1966862" y="1692143"/>
                  </a:lnTo>
                  <a:lnTo>
                    <a:pt x="2007015" y="1629229"/>
                  </a:lnTo>
                  <a:lnTo>
                    <a:pt x="2047561" y="1563158"/>
                  </a:lnTo>
                  <a:lnTo>
                    <a:pt x="2088515" y="1494251"/>
                  </a:lnTo>
                  <a:lnTo>
                    <a:pt x="2129853" y="1422914"/>
                  </a:lnTo>
                  <a:lnTo>
                    <a:pt x="2171517" y="1349626"/>
                  </a:lnTo>
                  <a:lnTo>
                    <a:pt x="2213429" y="1274928"/>
                  </a:lnTo>
                  <a:lnTo>
                    <a:pt x="2255488" y="1199409"/>
                  </a:lnTo>
                  <a:lnTo>
                    <a:pt x="2297584" y="1123687"/>
                  </a:lnTo>
                  <a:lnTo>
                    <a:pt x="2339604" y="1048383"/>
                  </a:lnTo>
                  <a:lnTo>
                    <a:pt x="2381441" y="974107"/>
                  </a:lnTo>
                  <a:lnTo>
                    <a:pt x="2423001" y="901434"/>
                  </a:lnTo>
                  <a:lnTo>
                    <a:pt x="2464211" y="830885"/>
                  </a:lnTo>
                  <a:lnTo>
                    <a:pt x="2505025" y="762916"/>
                  </a:lnTo>
                  <a:lnTo>
                    <a:pt x="2545432" y="697902"/>
                  </a:lnTo>
                  <a:lnTo>
                    <a:pt x="2585459" y="636138"/>
                  </a:lnTo>
                  <a:lnTo>
                    <a:pt x="2625175" y="577832"/>
                  </a:lnTo>
                  <a:lnTo>
                    <a:pt x="2664696" y="523105"/>
                  </a:lnTo>
                  <a:lnTo>
                    <a:pt x="2704190" y="472004"/>
                  </a:lnTo>
                  <a:lnTo>
                    <a:pt x="2743883" y="424499"/>
                  </a:lnTo>
                  <a:lnTo>
                    <a:pt x="2770117" y="395301"/>
                  </a:lnTo>
                  <a:lnTo>
                    <a:pt x="2818688" y="345991"/>
                  </a:lnTo>
                  <a:lnTo>
                    <a:pt x="2868887" y="301594"/>
                  </a:lnTo>
                  <a:lnTo>
                    <a:pt x="2921483" y="261860"/>
                  </a:lnTo>
                  <a:lnTo>
                    <a:pt x="2977333" y="226371"/>
                  </a:lnTo>
                  <a:lnTo>
                    <a:pt x="3037316" y="194650"/>
                  </a:lnTo>
                  <a:lnTo>
                    <a:pt x="3102254" y="166237"/>
                  </a:lnTo>
                  <a:lnTo>
                    <a:pt x="3172824" y="140725"/>
                  </a:lnTo>
                  <a:lnTo>
                    <a:pt x="3249430" y="117783"/>
                  </a:lnTo>
                  <a:lnTo>
                    <a:pt x="3332052" y="97168"/>
                  </a:lnTo>
                  <a:lnTo>
                    <a:pt x="3420045" y="78724"/>
                  </a:lnTo>
                  <a:lnTo>
                    <a:pt x="3511947" y="62383"/>
                  </a:lnTo>
                  <a:lnTo>
                    <a:pt x="3605344" y="48149"/>
                  </a:lnTo>
                  <a:lnTo>
                    <a:pt x="3696877" y="36065"/>
                  </a:lnTo>
                  <a:lnTo>
                    <a:pt x="3782495" y="26178"/>
                  </a:lnTo>
                  <a:lnTo>
                    <a:pt x="3857994" y="18483"/>
                  </a:lnTo>
                  <a:lnTo>
                    <a:pt x="3919774" y="12884"/>
                  </a:lnTo>
                  <a:lnTo>
                    <a:pt x="3965637" y="9165"/>
                  </a:lnTo>
                  <a:lnTo>
                    <a:pt x="3995350" y="6998"/>
                  </a:lnTo>
                  <a:lnTo>
                    <a:pt x="4010835" y="5978"/>
                  </a:lnTo>
                  <a:lnTo>
                    <a:pt x="4015999" y="5669"/>
                  </a:lnTo>
                  <a:lnTo>
                    <a:pt x="4016409" y="5647"/>
                  </a:lnTo>
                  <a:lnTo>
                    <a:pt x="4538543" y="5647"/>
                  </a:lnTo>
                  <a:lnTo>
                    <a:pt x="4539482" y="5732"/>
                  </a:lnTo>
                  <a:lnTo>
                    <a:pt x="4545664" y="6339"/>
                  </a:lnTo>
                  <a:lnTo>
                    <a:pt x="4561269" y="8017"/>
                  </a:lnTo>
                  <a:lnTo>
                    <a:pt x="4589221" y="11320"/>
                  </a:lnTo>
                  <a:lnTo>
                    <a:pt x="4630978" y="16765"/>
                  </a:lnTo>
                  <a:lnTo>
                    <a:pt x="4686424" y="24775"/>
                  </a:lnTo>
                  <a:lnTo>
                    <a:pt x="4753979" y="35641"/>
                  </a:lnTo>
                  <a:lnTo>
                    <a:pt x="4830961" y="49516"/>
                  </a:lnTo>
                  <a:lnTo>
                    <a:pt x="4914107" y="66431"/>
                  </a:lnTo>
                  <a:lnTo>
                    <a:pt x="5000114" y="86340"/>
                  </a:lnTo>
                  <a:lnTo>
                    <a:pt x="5086058" y="109177"/>
                  </a:lnTo>
                  <a:lnTo>
                    <a:pt x="5169655" y="134906"/>
                  </a:lnTo>
                  <a:lnTo>
                    <a:pt x="5249328" y="163559"/>
                  </a:lnTo>
                  <a:lnTo>
                    <a:pt x="5324169" y="195258"/>
                  </a:lnTo>
                  <a:lnTo>
                    <a:pt x="5393825" y="230233"/>
                  </a:lnTo>
                  <a:lnTo>
                    <a:pt x="5458358" y="268817"/>
                  </a:lnTo>
                  <a:lnTo>
                    <a:pt x="5518124" y="311445"/>
                  </a:lnTo>
                  <a:lnTo>
                    <a:pt x="5573664" y="358638"/>
                  </a:lnTo>
                  <a:lnTo>
                    <a:pt x="5625625" y="410985"/>
                  </a:lnTo>
                  <a:lnTo>
                    <a:pt x="5674700" y="469092"/>
                  </a:lnTo>
                  <a:lnTo>
                    <a:pt x="5721573" y="533521"/>
                  </a:lnTo>
                  <a:lnTo>
                    <a:pt x="5766875" y="604667"/>
                  </a:lnTo>
                  <a:lnTo>
                    <a:pt x="5784835" y="635306"/>
                  </a:lnTo>
                  <a:lnTo>
                    <a:pt x="5817922" y="695282"/>
                  </a:lnTo>
                  <a:lnTo>
                    <a:pt x="5850713" y="759154"/>
                  </a:lnTo>
                  <a:lnTo>
                    <a:pt x="5883369" y="827000"/>
                  </a:lnTo>
                  <a:lnTo>
                    <a:pt x="5916021" y="898852"/>
                  </a:lnTo>
                  <a:lnTo>
                    <a:pt x="5948771" y="974688"/>
                  </a:lnTo>
                  <a:lnTo>
                    <a:pt x="5981697" y="1054428"/>
                  </a:lnTo>
                  <a:lnTo>
                    <a:pt x="6014854" y="1137928"/>
                  </a:lnTo>
                  <a:lnTo>
                    <a:pt x="6048277" y="1224982"/>
                  </a:lnTo>
                  <a:lnTo>
                    <a:pt x="6081978" y="1315319"/>
                  </a:lnTo>
                  <a:lnTo>
                    <a:pt x="6115953" y="1408604"/>
                  </a:lnTo>
                  <a:lnTo>
                    <a:pt x="6150183" y="1504441"/>
                  </a:lnTo>
                  <a:lnTo>
                    <a:pt x="6184633" y="1602382"/>
                  </a:lnTo>
                  <a:lnTo>
                    <a:pt x="6219257" y="1701931"/>
                  </a:lnTo>
                  <a:lnTo>
                    <a:pt x="6253999" y="1802554"/>
                  </a:lnTo>
                  <a:lnTo>
                    <a:pt x="6288800" y="1903695"/>
                  </a:lnTo>
                  <a:lnTo>
                    <a:pt x="6323595" y="2004785"/>
                  </a:lnTo>
                  <a:lnTo>
                    <a:pt x="6358321" y="2105257"/>
                  </a:lnTo>
                  <a:lnTo>
                    <a:pt x="6392917" y="2204555"/>
                  </a:lnTo>
                  <a:lnTo>
                    <a:pt x="6427331" y="2302154"/>
                  </a:lnTo>
                  <a:lnTo>
                    <a:pt x="6461517" y="2397566"/>
                  </a:lnTo>
                  <a:lnTo>
                    <a:pt x="6495445" y="2490350"/>
                  </a:lnTo>
                  <a:lnTo>
                    <a:pt x="6529096" y="2580121"/>
                  </a:lnTo>
                  <a:lnTo>
                    <a:pt x="6562469" y="2666557"/>
                  </a:lnTo>
                  <a:lnTo>
                    <a:pt x="6595582" y="2749396"/>
                  </a:lnTo>
                  <a:lnTo>
                    <a:pt x="6628472" y="2828444"/>
                  </a:lnTo>
                  <a:lnTo>
                    <a:pt x="6661198" y="2903570"/>
                  </a:lnTo>
                  <a:lnTo>
                    <a:pt x="6693842" y="2974705"/>
                  </a:lnTo>
                  <a:lnTo>
                    <a:pt x="6726512" y="3041835"/>
                  </a:lnTo>
                  <a:lnTo>
                    <a:pt x="6759343" y="3105001"/>
                  </a:lnTo>
                  <a:lnTo>
                    <a:pt x="6786527" y="3153945"/>
                  </a:lnTo>
                  <a:lnTo>
                    <a:pt x="6831352" y="3227842"/>
                  </a:lnTo>
                  <a:lnTo>
                    <a:pt x="6877520" y="3294948"/>
                  </a:lnTo>
                  <a:lnTo>
                    <a:pt x="6925626" y="3355545"/>
                  </a:lnTo>
                  <a:lnTo>
                    <a:pt x="6976338" y="3410144"/>
                  </a:lnTo>
                  <a:lnTo>
                    <a:pt x="7030352" y="3459344"/>
                  </a:lnTo>
                  <a:lnTo>
                    <a:pt x="7088340" y="3503747"/>
                  </a:lnTo>
                  <a:lnTo>
                    <a:pt x="7150894" y="3543904"/>
                  </a:lnTo>
                  <a:lnTo>
                    <a:pt x="7218456" y="3580290"/>
                  </a:lnTo>
                  <a:lnTo>
                    <a:pt x="7291221" y="3613278"/>
                  </a:lnTo>
                  <a:lnTo>
                    <a:pt x="7369020" y="3643139"/>
                  </a:lnTo>
                  <a:lnTo>
                    <a:pt x="7451183" y="3670040"/>
                  </a:lnTo>
                  <a:lnTo>
                    <a:pt x="7536416" y="3694045"/>
                  </a:lnTo>
                  <a:lnTo>
                    <a:pt x="7622717" y="3715143"/>
                  </a:lnTo>
                  <a:lnTo>
                    <a:pt x="7707401" y="3733273"/>
                  </a:lnTo>
                  <a:lnTo>
                    <a:pt x="7787276" y="3748377"/>
                  </a:lnTo>
                  <a:lnTo>
                    <a:pt x="7859003" y="3760447"/>
                  </a:lnTo>
                  <a:lnTo>
                    <a:pt x="7919598" y="3769582"/>
                  </a:lnTo>
                  <a:lnTo>
                    <a:pt x="7966981" y="3776017"/>
                  </a:lnTo>
                  <a:lnTo>
                    <a:pt x="8000417" y="3780127"/>
                  </a:lnTo>
                  <a:lnTo>
                    <a:pt x="8020730" y="3782395"/>
                  </a:lnTo>
                  <a:lnTo>
                    <a:pt x="8030278" y="3783367"/>
                  </a:lnTo>
                  <a:lnTo>
                    <a:pt x="8032819" y="3783604"/>
                  </a:lnTo>
                  <a:lnTo>
                    <a:pt x="8554953" y="3783604"/>
                  </a:lnTo>
                  <a:lnTo>
                    <a:pt x="8554953" y="3777957"/>
                  </a:lnTo>
                  <a:lnTo>
                    <a:pt x="8032819" y="3777957"/>
                  </a:lnTo>
                  <a:lnTo>
                    <a:pt x="8031880" y="3777872"/>
                  </a:lnTo>
                  <a:lnTo>
                    <a:pt x="8025698" y="3777265"/>
                  </a:lnTo>
                  <a:lnTo>
                    <a:pt x="8010093" y="3775587"/>
                  </a:lnTo>
                  <a:lnTo>
                    <a:pt x="7982141" y="3772283"/>
                  </a:lnTo>
                  <a:lnTo>
                    <a:pt x="7940384" y="3766838"/>
                  </a:lnTo>
                  <a:lnTo>
                    <a:pt x="7884938" y="3758829"/>
                  </a:lnTo>
                  <a:lnTo>
                    <a:pt x="7817383" y="3747962"/>
                  </a:lnTo>
                  <a:lnTo>
                    <a:pt x="7740401" y="3734087"/>
                  </a:lnTo>
                  <a:lnTo>
                    <a:pt x="7657255" y="3717173"/>
                  </a:lnTo>
                  <a:lnTo>
                    <a:pt x="7571248" y="3697264"/>
                  </a:lnTo>
                  <a:lnTo>
                    <a:pt x="7485304" y="3674427"/>
                  </a:lnTo>
                  <a:lnTo>
                    <a:pt x="7401707" y="3648698"/>
                  </a:lnTo>
                  <a:lnTo>
                    <a:pt x="7322034" y="3620045"/>
                  </a:lnTo>
                  <a:lnTo>
                    <a:pt x="7247192" y="3588345"/>
                  </a:lnTo>
                  <a:lnTo>
                    <a:pt x="7177537" y="3553370"/>
                  </a:lnTo>
                  <a:lnTo>
                    <a:pt x="7113004" y="3514786"/>
                  </a:lnTo>
                  <a:lnTo>
                    <a:pt x="7053238" y="3472159"/>
                  </a:lnTo>
                  <a:lnTo>
                    <a:pt x="6997698" y="3424965"/>
                  </a:lnTo>
                  <a:lnTo>
                    <a:pt x="6945737" y="3372619"/>
                  </a:lnTo>
                  <a:lnTo>
                    <a:pt x="6896662" y="3314512"/>
                  </a:lnTo>
                  <a:lnTo>
                    <a:pt x="6849789" y="3250083"/>
                  </a:lnTo>
                  <a:lnTo>
                    <a:pt x="6804487" y="3178937"/>
                  </a:lnTo>
                  <a:lnTo>
                    <a:pt x="6786527" y="3148297"/>
                  </a:lnTo>
                  <a:lnTo>
                    <a:pt x="6753440" y="3088321"/>
                  </a:lnTo>
                  <a:lnTo>
                    <a:pt x="6720649" y="3024450"/>
                  </a:lnTo>
                  <a:lnTo>
                    <a:pt x="6687993" y="2956604"/>
                  </a:lnTo>
                  <a:lnTo>
                    <a:pt x="6655341" y="2884751"/>
                  </a:lnTo>
                  <a:lnTo>
                    <a:pt x="6622591" y="2808915"/>
                  </a:lnTo>
                  <a:lnTo>
                    <a:pt x="6589665" y="2729176"/>
                  </a:lnTo>
                  <a:lnTo>
                    <a:pt x="6556508" y="2645676"/>
                  </a:lnTo>
                  <a:lnTo>
                    <a:pt x="6523085" y="2558622"/>
                  </a:lnTo>
                  <a:lnTo>
                    <a:pt x="6489384" y="2468285"/>
                  </a:lnTo>
                  <a:lnTo>
                    <a:pt x="6455409" y="2375000"/>
                  </a:lnTo>
                  <a:lnTo>
                    <a:pt x="6421179" y="2279162"/>
                  </a:lnTo>
                  <a:lnTo>
                    <a:pt x="6386729" y="2181221"/>
                  </a:lnTo>
                  <a:lnTo>
                    <a:pt x="6352105" y="2081673"/>
                  </a:lnTo>
                  <a:lnTo>
                    <a:pt x="6317362" y="1981050"/>
                  </a:lnTo>
                  <a:lnTo>
                    <a:pt x="6282562" y="1879908"/>
                  </a:lnTo>
                  <a:lnTo>
                    <a:pt x="6247767" y="1778818"/>
                  </a:lnTo>
                  <a:lnTo>
                    <a:pt x="6213041" y="1678347"/>
                  </a:lnTo>
                  <a:lnTo>
                    <a:pt x="6178445" y="1579049"/>
                  </a:lnTo>
                  <a:lnTo>
                    <a:pt x="6144031" y="1481450"/>
                  </a:lnTo>
                  <a:lnTo>
                    <a:pt x="6109845" y="1386038"/>
                  </a:lnTo>
                  <a:lnTo>
                    <a:pt x="6075917" y="1293254"/>
                  </a:lnTo>
                  <a:lnTo>
                    <a:pt x="6042266" y="1203482"/>
                  </a:lnTo>
                  <a:lnTo>
                    <a:pt x="6008893" y="1117047"/>
                  </a:lnTo>
                  <a:lnTo>
                    <a:pt x="5975780" y="1034208"/>
                  </a:lnTo>
                  <a:lnTo>
                    <a:pt x="5942890" y="955159"/>
                  </a:lnTo>
                  <a:lnTo>
                    <a:pt x="5910164" y="880033"/>
                  </a:lnTo>
                  <a:lnTo>
                    <a:pt x="5877520" y="808899"/>
                  </a:lnTo>
                  <a:lnTo>
                    <a:pt x="5844850" y="741769"/>
                  </a:lnTo>
                  <a:lnTo>
                    <a:pt x="5812019" y="678602"/>
                  </a:lnTo>
                  <a:lnTo>
                    <a:pt x="5784835" y="629659"/>
                  </a:lnTo>
                  <a:lnTo>
                    <a:pt x="5740010" y="555762"/>
                  </a:lnTo>
                  <a:lnTo>
                    <a:pt x="5693842" y="488655"/>
                  </a:lnTo>
                  <a:lnTo>
                    <a:pt x="5645736" y="428058"/>
                  </a:lnTo>
                  <a:lnTo>
                    <a:pt x="5595024" y="373460"/>
                  </a:lnTo>
                  <a:lnTo>
                    <a:pt x="5541009" y="324260"/>
                  </a:lnTo>
                  <a:lnTo>
                    <a:pt x="5483022" y="279857"/>
                  </a:lnTo>
                  <a:lnTo>
                    <a:pt x="5420468" y="239699"/>
                  </a:lnTo>
                  <a:lnTo>
                    <a:pt x="5352906" y="203314"/>
                  </a:lnTo>
                  <a:lnTo>
                    <a:pt x="5280141" y="170326"/>
                  </a:lnTo>
                  <a:lnTo>
                    <a:pt x="5202342" y="140464"/>
                  </a:lnTo>
                  <a:lnTo>
                    <a:pt x="5120179" y="113564"/>
                  </a:lnTo>
                  <a:lnTo>
                    <a:pt x="5034946" y="89559"/>
                  </a:lnTo>
                  <a:lnTo>
                    <a:pt x="4948645" y="68461"/>
                  </a:lnTo>
                  <a:lnTo>
                    <a:pt x="4863961" y="50330"/>
                  </a:lnTo>
                  <a:lnTo>
                    <a:pt x="4784086" y="35227"/>
                  </a:lnTo>
                  <a:lnTo>
                    <a:pt x="4712359" y="23157"/>
                  </a:lnTo>
                  <a:lnTo>
                    <a:pt x="4651764" y="14022"/>
                  </a:lnTo>
                  <a:lnTo>
                    <a:pt x="4604380" y="7586"/>
                  </a:lnTo>
                  <a:lnTo>
                    <a:pt x="4570945" y="3476"/>
                  </a:lnTo>
                  <a:lnTo>
                    <a:pt x="4550632" y="1208"/>
                  </a:lnTo>
                  <a:lnTo>
                    <a:pt x="4541084" y="236"/>
                  </a:lnTo>
                  <a:lnTo>
                    <a:pt x="4538543" y="0"/>
                  </a:lnTo>
                  <a:lnTo>
                    <a:pt x="4016409" y="0"/>
                  </a:lnTo>
                  <a:lnTo>
                    <a:pt x="4015224" y="66"/>
                  </a:lnTo>
                  <a:lnTo>
                    <a:pt x="4007460" y="544"/>
                  </a:lnTo>
                  <a:lnTo>
                    <a:pt x="3988005" y="1865"/>
                  </a:lnTo>
                  <a:lnTo>
                    <a:pt x="3953520" y="4460"/>
                  </a:lnTo>
                  <a:lnTo>
                    <a:pt x="3902728" y="8718"/>
                  </a:lnTo>
                  <a:lnTo>
                    <a:pt x="3836495" y="14932"/>
                  </a:lnTo>
                  <a:lnTo>
                    <a:pt x="3757517" y="23284"/>
                  </a:lnTo>
                  <a:lnTo>
                    <a:pt x="3669663" y="33838"/>
                  </a:lnTo>
                  <a:lnTo>
                    <a:pt x="3577164" y="46576"/>
                  </a:lnTo>
                  <a:lnTo>
                    <a:pt x="3483905" y="61450"/>
                  </a:lnTo>
                  <a:lnTo>
                    <a:pt x="3392974" y="78423"/>
                  </a:lnTo>
                  <a:lnTo>
                    <a:pt x="3306491" y="97512"/>
                  </a:lnTo>
                  <a:lnTo>
                    <a:pt x="3225650" y="118810"/>
                  </a:lnTo>
                  <a:lnTo>
                    <a:pt x="3150887" y="142498"/>
                  </a:lnTo>
                  <a:lnTo>
                    <a:pt x="3082076" y="168847"/>
                  </a:lnTo>
                  <a:lnTo>
                    <a:pt x="3018715" y="198214"/>
                  </a:lnTo>
                  <a:lnTo>
                    <a:pt x="2960070" y="231022"/>
                  </a:lnTo>
                  <a:lnTo>
                    <a:pt x="2905296" y="267744"/>
                  </a:lnTo>
                  <a:lnTo>
                    <a:pt x="2853512" y="308847"/>
                  </a:lnTo>
                  <a:lnTo>
                    <a:pt x="2803880" y="354714"/>
                  </a:lnTo>
                  <a:lnTo>
                    <a:pt x="2770117" y="389654"/>
                  </a:lnTo>
                  <a:lnTo>
                    <a:pt x="2730141" y="434850"/>
                  </a:lnTo>
                  <a:lnTo>
                    <a:pt x="2690546" y="483589"/>
                  </a:lnTo>
                  <a:lnTo>
                    <a:pt x="2651065" y="535942"/>
                  </a:lnTo>
                  <a:lnTo>
                    <a:pt x="2611493" y="591914"/>
                  </a:lnTo>
                  <a:lnTo>
                    <a:pt x="2571680" y="651432"/>
                  </a:lnTo>
                  <a:lnTo>
                    <a:pt x="2531528" y="714346"/>
                  </a:lnTo>
                  <a:lnTo>
                    <a:pt x="2490981" y="780417"/>
                  </a:lnTo>
                  <a:lnTo>
                    <a:pt x="2450027" y="849324"/>
                  </a:lnTo>
                  <a:lnTo>
                    <a:pt x="2408690" y="920661"/>
                  </a:lnTo>
                  <a:lnTo>
                    <a:pt x="2367025" y="993949"/>
                  </a:lnTo>
                  <a:lnTo>
                    <a:pt x="2325113" y="1068647"/>
                  </a:lnTo>
                  <a:lnTo>
                    <a:pt x="2283054" y="1144166"/>
                  </a:lnTo>
                  <a:lnTo>
                    <a:pt x="2240958" y="1219888"/>
                  </a:lnTo>
                  <a:lnTo>
                    <a:pt x="2198938" y="1295192"/>
                  </a:lnTo>
                  <a:lnTo>
                    <a:pt x="2157101" y="1369468"/>
                  </a:lnTo>
                  <a:lnTo>
                    <a:pt x="2115541" y="1442141"/>
                  </a:lnTo>
                  <a:lnTo>
                    <a:pt x="2074332" y="1512690"/>
                  </a:lnTo>
                  <a:lnTo>
                    <a:pt x="2033517" y="1580659"/>
                  </a:lnTo>
                  <a:lnTo>
                    <a:pt x="1993110" y="1645673"/>
                  </a:lnTo>
                  <a:lnTo>
                    <a:pt x="1953083" y="1707437"/>
                  </a:lnTo>
                  <a:lnTo>
                    <a:pt x="1913367" y="1765743"/>
                  </a:lnTo>
                  <a:lnTo>
                    <a:pt x="1873846" y="1820470"/>
                  </a:lnTo>
                  <a:lnTo>
                    <a:pt x="1834352" y="1871571"/>
                  </a:lnTo>
                  <a:lnTo>
                    <a:pt x="1794659" y="1919076"/>
                  </a:lnTo>
                  <a:lnTo>
                    <a:pt x="1768425" y="1948274"/>
                  </a:lnTo>
                  <a:lnTo>
                    <a:pt x="1719854" y="1997584"/>
                  </a:lnTo>
                  <a:lnTo>
                    <a:pt x="1669655" y="2041981"/>
                  </a:lnTo>
                  <a:lnTo>
                    <a:pt x="1617060" y="2081715"/>
                  </a:lnTo>
                  <a:lnTo>
                    <a:pt x="1561209" y="2117204"/>
                  </a:lnTo>
                  <a:lnTo>
                    <a:pt x="1501226" y="2148925"/>
                  </a:lnTo>
                  <a:lnTo>
                    <a:pt x="1436288" y="2177338"/>
                  </a:lnTo>
                  <a:lnTo>
                    <a:pt x="1365719" y="2202850"/>
                  </a:lnTo>
                  <a:lnTo>
                    <a:pt x="1289112" y="2225792"/>
                  </a:lnTo>
                  <a:lnTo>
                    <a:pt x="1206490" y="2246408"/>
                  </a:lnTo>
                  <a:lnTo>
                    <a:pt x="1118498" y="2264851"/>
                  </a:lnTo>
                  <a:lnTo>
                    <a:pt x="1026595" y="2281192"/>
                  </a:lnTo>
                  <a:lnTo>
                    <a:pt x="933198" y="2295426"/>
                  </a:lnTo>
                  <a:lnTo>
                    <a:pt x="841665" y="2307510"/>
                  </a:lnTo>
                  <a:lnTo>
                    <a:pt x="756047" y="2317397"/>
                  </a:lnTo>
                  <a:lnTo>
                    <a:pt x="680548" y="2325092"/>
                  </a:lnTo>
                  <a:lnTo>
                    <a:pt x="618768" y="2330691"/>
                  </a:lnTo>
                  <a:lnTo>
                    <a:pt x="572905" y="2334410"/>
                  </a:lnTo>
                  <a:lnTo>
                    <a:pt x="543193" y="2336577"/>
                  </a:lnTo>
                  <a:lnTo>
                    <a:pt x="527708" y="2337597"/>
                  </a:lnTo>
                  <a:lnTo>
                    <a:pt x="522543" y="2337906"/>
                  </a:lnTo>
                  <a:lnTo>
                    <a:pt x="522133" y="2337928"/>
                  </a:lnTo>
                  <a:lnTo>
                    <a:pt x="0" y="2337928"/>
                  </a:lnTo>
                  <a:close/>
                </a:path>
              </a:pathLst>
            </a:custGeom>
            <a:solidFill>
              <a:srgbClr val="F28E5B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1089" name="pl1089"/>
            <p:cNvSpPr/>
            <p:nvPr/>
          </p:nvSpPr>
          <p:spPr>
            <a:xfrm>
              <a:off x="386606" y="1112132"/>
              <a:ext cx="8554953" cy="3777957"/>
            </a:xfrm>
            <a:custGeom>
              <a:avLst/>
              <a:pathLst>
                <a:path w="8554953" h="3777957">
                  <a:moveTo>
                    <a:pt x="0" y="2337928"/>
                  </a:moveTo>
                  <a:lnTo>
                    <a:pt x="522133" y="2337928"/>
                  </a:lnTo>
                  <a:lnTo>
                    <a:pt x="523319" y="2337861"/>
                  </a:lnTo>
                  <a:lnTo>
                    <a:pt x="531082" y="2337384"/>
                  </a:lnTo>
                  <a:lnTo>
                    <a:pt x="550537" y="2336063"/>
                  </a:lnTo>
                  <a:lnTo>
                    <a:pt x="585022" y="2333467"/>
                  </a:lnTo>
                  <a:lnTo>
                    <a:pt x="635814" y="2329210"/>
                  </a:lnTo>
                  <a:lnTo>
                    <a:pt x="702047" y="2322995"/>
                  </a:lnTo>
                  <a:lnTo>
                    <a:pt x="781025" y="2314644"/>
                  </a:lnTo>
                  <a:lnTo>
                    <a:pt x="868879" y="2304090"/>
                  </a:lnTo>
                  <a:lnTo>
                    <a:pt x="961378" y="2291351"/>
                  </a:lnTo>
                  <a:lnTo>
                    <a:pt x="1054637" y="2276478"/>
                  </a:lnTo>
                  <a:lnTo>
                    <a:pt x="1145568" y="2259505"/>
                  </a:lnTo>
                  <a:lnTo>
                    <a:pt x="1232052" y="2240416"/>
                  </a:lnTo>
                  <a:lnTo>
                    <a:pt x="1312892" y="2219118"/>
                  </a:lnTo>
                  <a:lnTo>
                    <a:pt x="1387655" y="2195430"/>
                  </a:lnTo>
                  <a:lnTo>
                    <a:pt x="1456466" y="2169080"/>
                  </a:lnTo>
                  <a:lnTo>
                    <a:pt x="1519828" y="2139714"/>
                  </a:lnTo>
                  <a:lnTo>
                    <a:pt x="1578472" y="2106905"/>
                  </a:lnTo>
                  <a:lnTo>
                    <a:pt x="1633246" y="2070184"/>
                  </a:lnTo>
                  <a:lnTo>
                    <a:pt x="1685030" y="2029081"/>
                  </a:lnTo>
                  <a:lnTo>
                    <a:pt x="1734662" y="1983214"/>
                  </a:lnTo>
                  <a:lnTo>
                    <a:pt x="1768425" y="1948274"/>
                  </a:lnTo>
                  <a:lnTo>
                    <a:pt x="1808401" y="1903078"/>
                  </a:lnTo>
                  <a:lnTo>
                    <a:pt x="1847997" y="1854339"/>
                  </a:lnTo>
                  <a:lnTo>
                    <a:pt x="1887478" y="1801986"/>
                  </a:lnTo>
                  <a:lnTo>
                    <a:pt x="1927049" y="1746014"/>
                  </a:lnTo>
                  <a:lnTo>
                    <a:pt x="1966862" y="1686496"/>
                  </a:lnTo>
                  <a:lnTo>
                    <a:pt x="2007015" y="1623582"/>
                  </a:lnTo>
                  <a:lnTo>
                    <a:pt x="2047561" y="1557511"/>
                  </a:lnTo>
                  <a:lnTo>
                    <a:pt x="2088515" y="1488604"/>
                  </a:lnTo>
                  <a:lnTo>
                    <a:pt x="2129853" y="1417267"/>
                  </a:lnTo>
                  <a:lnTo>
                    <a:pt x="2171517" y="1343979"/>
                  </a:lnTo>
                  <a:lnTo>
                    <a:pt x="2213429" y="1269281"/>
                  </a:lnTo>
                  <a:lnTo>
                    <a:pt x="2255488" y="1193762"/>
                  </a:lnTo>
                  <a:lnTo>
                    <a:pt x="2297584" y="1118039"/>
                  </a:lnTo>
                  <a:lnTo>
                    <a:pt x="2339604" y="1042736"/>
                  </a:lnTo>
                  <a:lnTo>
                    <a:pt x="2381441" y="968460"/>
                  </a:lnTo>
                  <a:lnTo>
                    <a:pt x="2423001" y="895787"/>
                  </a:lnTo>
                  <a:lnTo>
                    <a:pt x="2464211" y="825238"/>
                  </a:lnTo>
                  <a:lnTo>
                    <a:pt x="2505025" y="757268"/>
                  </a:lnTo>
                  <a:lnTo>
                    <a:pt x="2545432" y="692255"/>
                  </a:lnTo>
                  <a:lnTo>
                    <a:pt x="2585459" y="630491"/>
                  </a:lnTo>
                  <a:lnTo>
                    <a:pt x="2625175" y="572184"/>
                  </a:lnTo>
                  <a:lnTo>
                    <a:pt x="2664696" y="517458"/>
                  </a:lnTo>
                  <a:lnTo>
                    <a:pt x="2704190" y="466356"/>
                  </a:lnTo>
                  <a:lnTo>
                    <a:pt x="2743883" y="418852"/>
                  </a:lnTo>
                  <a:lnTo>
                    <a:pt x="2770117" y="389654"/>
                  </a:lnTo>
                  <a:lnTo>
                    <a:pt x="2818688" y="340344"/>
                  </a:lnTo>
                  <a:lnTo>
                    <a:pt x="2868887" y="295946"/>
                  </a:lnTo>
                  <a:lnTo>
                    <a:pt x="2921483" y="256213"/>
                  </a:lnTo>
                  <a:lnTo>
                    <a:pt x="2977333" y="220724"/>
                  </a:lnTo>
                  <a:lnTo>
                    <a:pt x="3037316" y="189003"/>
                  </a:lnTo>
                  <a:lnTo>
                    <a:pt x="3102254" y="160590"/>
                  </a:lnTo>
                  <a:lnTo>
                    <a:pt x="3172824" y="135078"/>
                  </a:lnTo>
                  <a:lnTo>
                    <a:pt x="3249430" y="112136"/>
                  </a:lnTo>
                  <a:lnTo>
                    <a:pt x="3332052" y="91520"/>
                  </a:lnTo>
                  <a:lnTo>
                    <a:pt x="3420045" y="73077"/>
                  </a:lnTo>
                  <a:lnTo>
                    <a:pt x="3511947" y="56736"/>
                  </a:lnTo>
                  <a:lnTo>
                    <a:pt x="3605344" y="42502"/>
                  </a:lnTo>
                  <a:lnTo>
                    <a:pt x="3696877" y="30418"/>
                  </a:lnTo>
                  <a:lnTo>
                    <a:pt x="3782495" y="20531"/>
                  </a:lnTo>
                  <a:lnTo>
                    <a:pt x="3857994" y="12836"/>
                  </a:lnTo>
                  <a:lnTo>
                    <a:pt x="3919774" y="7237"/>
                  </a:lnTo>
                  <a:lnTo>
                    <a:pt x="3965637" y="3518"/>
                  </a:lnTo>
                  <a:lnTo>
                    <a:pt x="3995350" y="1351"/>
                  </a:lnTo>
                  <a:lnTo>
                    <a:pt x="4010835" y="331"/>
                  </a:lnTo>
                  <a:lnTo>
                    <a:pt x="4015999" y="22"/>
                  </a:lnTo>
                  <a:lnTo>
                    <a:pt x="4016409" y="0"/>
                  </a:lnTo>
                  <a:lnTo>
                    <a:pt x="4538543" y="0"/>
                  </a:lnTo>
                  <a:lnTo>
                    <a:pt x="4539482" y="85"/>
                  </a:lnTo>
                  <a:lnTo>
                    <a:pt x="4545664" y="692"/>
                  </a:lnTo>
                  <a:lnTo>
                    <a:pt x="4561269" y="2370"/>
                  </a:lnTo>
                  <a:lnTo>
                    <a:pt x="4589221" y="5673"/>
                  </a:lnTo>
                  <a:lnTo>
                    <a:pt x="4630978" y="11118"/>
                  </a:lnTo>
                  <a:lnTo>
                    <a:pt x="4686424" y="19127"/>
                  </a:lnTo>
                  <a:lnTo>
                    <a:pt x="4753979" y="29994"/>
                  </a:lnTo>
                  <a:lnTo>
                    <a:pt x="4830961" y="43869"/>
                  </a:lnTo>
                  <a:lnTo>
                    <a:pt x="4914107" y="60784"/>
                  </a:lnTo>
                  <a:lnTo>
                    <a:pt x="5000114" y="80693"/>
                  </a:lnTo>
                  <a:lnTo>
                    <a:pt x="5086058" y="103530"/>
                  </a:lnTo>
                  <a:lnTo>
                    <a:pt x="5169655" y="129259"/>
                  </a:lnTo>
                  <a:lnTo>
                    <a:pt x="5249328" y="157911"/>
                  </a:lnTo>
                  <a:lnTo>
                    <a:pt x="5324169" y="189611"/>
                  </a:lnTo>
                  <a:lnTo>
                    <a:pt x="5393825" y="224586"/>
                  </a:lnTo>
                  <a:lnTo>
                    <a:pt x="5458358" y="263170"/>
                  </a:lnTo>
                  <a:lnTo>
                    <a:pt x="5518124" y="305798"/>
                  </a:lnTo>
                  <a:lnTo>
                    <a:pt x="5573664" y="352991"/>
                  </a:lnTo>
                  <a:lnTo>
                    <a:pt x="5625625" y="405337"/>
                  </a:lnTo>
                  <a:lnTo>
                    <a:pt x="5674700" y="463445"/>
                  </a:lnTo>
                  <a:lnTo>
                    <a:pt x="5721573" y="527874"/>
                  </a:lnTo>
                  <a:lnTo>
                    <a:pt x="5766875" y="599020"/>
                  </a:lnTo>
                  <a:lnTo>
                    <a:pt x="5784835" y="629659"/>
                  </a:lnTo>
                  <a:lnTo>
                    <a:pt x="5817922" y="689635"/>
                  </a:lnTo>
                  <a:lnTo>
                    <a:pt x="5850713" y="753507"/>
                  </a:lnTo>
                  <a:lnTo>
                    <a:pt x="5883369" y="821353"/>
                  </a:lnTo>
                  <a:lnTo>
                    <a:pt x="5916021" y="893205"/>
                  </a:lnTo>
                  <a:lnTo>
                    <a:pt x="5948771" y="969041"/>
                  </a:lnTo>
                  <a:lnTo>
                    <a:pt x="5981697" y="1048780"/>
                  </a:lnTo>
                  <a:lnTo>
                    <a:pt x="6014854" y="1132280"/>
                  </a:lnTo>
                  <a:lnTo>
                    <a:pt x="6048277" y="1219335"/>
                  </a:lnTo>
                  <a:lnTo>
                    <a:pt x="6081978" y="1309672"/>
                  </a:lnTo>
                  <a:lnTo>
                    <a:pt x="6115953" y="1402957"/>
                  </a:lnTo>
                  <a:lnTo>
                    <a:pt x="6150183" y="1498794"/>
                  </a:lnTo>
                  <a:lnTo>
                    <a:pt x="6184633" y="1596735"/>
                  </a:lnTo>
                  <a:lnTo>
                    <a:pt x="6219257" y="1696283"/>
                  </a:lnTo>
                  <a:lnTo>
                    <a:pt x="6253999" y="1796907"/>
                  </a:lnTo>
                  <a:lnTo>
                    <a:pt x="6288800" y="1898048"/>
                  </a:lnTo>
                  <a:lnTo>
                    <a:pt x="6323595" y="1999138"/>
                  </a:lnTo>
                  <a:lnTo>
                    <a:pt x="6358321" y="2099609"/>
                  </a:lnTo>
                  <a:lnTo>
                    <a:pt x="6392917" y="2198908"/>
                  </a:lnTo>
                  <a:lnTo>
                    <a:pt x="6427331" y="2296507"/>
                  </a:lnTo>
                  <a:lnTo>
                    <a:pt x="6461517" y="2391919"/>
                  </a:lnTo>
                  <a:lnTo>
                    <a:pt x="6495445" y="2484702"/>
                  </a:lnTo>
                  <a:lnTo>
                    <a:pt x="6529096" y="2574474"/>
                  </a:lnTo>
                  <a:lnTo>
                    <a:pt x="6562469" y="2660909"/>
                  </a:lnTo>
                  <a:lnTo>
                    <a:pt x="6595582" y="2743749"/>
                  </a:lnTo>
                  <a:lnTo>
                    <a:pt x="6628472" y="2822797"/>
                  </a:lnTo>
                  <a:lnTo>
                    <a:pt x="6661198" y="2897923"/>
                  </a:lnTo>
                  <a:lnTo>
                    <a:pt x="6693842" y="2969058"/>
                  </a:lnTo>
                  <a:lnTo>
                    <a:pt x="6726512" y="3036188"/>
                  </a:lnTo>
                  <a:lnTo>
                    <a:pt x="6759343" y="3099354"/>
                  </a:lnTo>
                  <a:lnTo>
                    <a:pt x="6786527" y="3148297"/>
                  </a:lnTo>
                  <a:lnTo>
                    <a:pt x="6831352" y="3222195"/>
                  </a:lnTo>
                  <a:lnTo>
                    <a:pt x="6877520" y="3289301"/>
                  </a:lnTo>
                  <a:lnTo>
                    <a:pt x="6925626" y="3349898"/>
                  </a:lnTo>
                  <a:lnTo>
                    <a:pt x="6976338" y="3404497"/>
                  </a:lnTo>
                  <a:lnTo>
                    <a:pt x="7030352" y="3453697"/>
                  </a:lnTo>
                  <a:lnTo>
                    <a:pt x="7088340" y="3498099"/>
                  </a:lnTo>
                  <a:lnTo>
                    <a:pt x="7150894" y="3538257"/>
                  </a:lnTo>
                  <a:lnTo>
                    <a:pt x="7218456" y="3574642"/>
                  </a:lnTo>
                  <a:lnTo>
                    <a:pt x="7291221" y="3607631"/>
                  </a:lnTo>
                  <a:lnTo>
                    <a:pt x="7369020" y="3637492"/>
                  </a:lnTo>
                  <a:lnTo>
                    <a:pt x="7451183" y="3664392"/>
                  </a:lnTo>
                  <a:lnTo>
                    <a:pt x="7536416" y="3688398"/>
                  </a:lnTo>
                  <a:lnTo>
                    <a:pt x="7622717" y="3709496"/>
                  </a:lnTo>
                  <a:lnTo>
                    <a:pt x="7707401" y="3727626"/>
                  </a:lnTo>
                  <a:lnTo>
                    <a:pt x="7787276" y="3742729"/>
                  </a:lnTo>
                  <a:lnTo>
                    <a:pt x="7859003" y="3754800"/>
                  </a:lnTo>
                  <a:lnTo>
                    <a:pt x="7919598" y="3763935"/>
                  </a:lnTo>
                  <a:lnTo>
                    <a:pt x="7966981" y="3770370"/>
                  </a:lnTo>
                  <a:lnTo>
                    <a:pt x="8000417" y="3774480"/>
                  </a:lnTo>
                  <a:lnTo>
                    <a:pt x="8020730" y="3776748"/>
                  </a:lnTo>
                  <a:lnTo>
                    <a:pt x="8030278" y="3777720"/>
                  </a:lnTo>
                  <a:lnTo>
                    <a:pt x="8032756" y="3777951"/>
                  </a:lnTo>
                  <a:lnTo>
                    <a:pt x="8032819" y="3777957"/>
                  </a:lnTo>
                  <a:lnTo>
                    <a:pt x="8554953" y="3777957"/>
                  </a:lnTo>
                  <a:lnTo>
                    <a:pt x="8554953" y="3777957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090" name="pl1090"/>
            <p:cNvSpPr/>
            <p:nvPr/>
          </p:nvSpPr>
          <p:spPr>
            <a:xfrm>
              <a:off x="386606" y="1106484"/>
              <a:ext cx="8554953" cy="3777957"/>
            </a:xfrm>
            <a:custGeom>
              <a:avLst/>
              <a:pathLst>
                <a:path w="8554953" h="3777957">
                  <a:moveTo>
                    <a:pt x="8554953" y="3777957"/>
                  </a:moveTo>
                  <a:lnTo>
                    <a:pt x="8032819" y="3777957"/>
                  </a:lnTo>
                  <a:lnTo>
                    <a:pt x="8031880" y="3777872"/>
                  </a:lnTo>
                  <a:lnTo>
                    <a:pt x="8025698" y="3777265"/>
                  </a:lnTo>
                  <a:lnTo>
                    <a:pt x="8010093" y="3775587"/>
                  </a:lnTo>
                  <a:lnTo>
                    <a:pt x="7982141" y="3772283"/>
                  </a:lnTo>
                  <a:lnTo>
                    <a:pt x="7940384" y="3766838"/>
                  </a:lnTo>
                  <a:lnTo>
                    <a:pt x="7884938" y="3758829"/>
                  </a:lnTo>
                  <a:lnTo>
                    <a:pt x="7817383" y="3747962"/>
                  </a:lnTo>
                  <a:lnTo>
                    <a:pt x="7740401" y="3734087"/>
                  </a:lnTo>
                  <a:lnTo>
                    <a:pt x="7657255" y="3717173"/>
                  </a:lnTo>
                  <a:lnTo>
                    <a:pt x="7571248" y="3697264"/>
                  </a:lnTo>
                  <a:lnTo>
                    <a:pt x="7485304" y="3674427"/>
                  </a:lnTo>
                  <a:lnTo>
                    <a:pt x="7401707" y="3648698"/>
                  </a:lnTo>
                  <a:lnTo>
                    <a:pt x="7322034" y="3620045"/>
                  </a:lnTo>
                  <a:lnTo>
                    <a:pt x="7247192" y="3588345"/>
                  </a:lnTo>
                  <a:lnTo>
                    <a:pt x="7177537" y="3553370"/>
                  </a:lnTo>
                  <a:lnTo>
                    <a:pt x="7113004" y="3514786"/>
                  </a:lnTo>
                  <a:lnTo>
                    <a:pt x="7053238" y="3472159"/>
                  </a:lnTo>
                  <a:lnTo>
                    <a:pt x="6997698" y="3424965"/>
                  </a:lnTo>
                  <a:lnTo>
                    <a:pt x="6945737" y="3372619"/>
                  </a:lnTo>
                  <a:lnTo>
                    <a:pt x="6896662" y="3314512"/>
                  </a:lnTo>
                  <a:lnTo>
                    <a:pt x="6849789" y="3250083"/>
                  </a:lnTo>
                  <a:lnTo>
                    <a:pt x="6804487" y="3178937"/>
                  </a:lnTo>
                  <a:lnTo>
                    <a:pt x="6786527" y="3148297"/>
                  </a:lnTo>
                  <a:lnTo>
                    <a:pt x="6753440" y="3088321"/>
                  </a:lnTo>
                  <a:lnTo>
                    <a:pt x="6720649" y="3024450"/>
                  </a:lnTo>
                  <a:lnTo>
                    <a:pt x="6687993" y="2956604"/>
                  </a:lnTo>
                  <a:lnTo>
                    <a:pt x="6655341" y="2884751"/>
                  </a:lnTo>
                  <a:lnTo>
                    <a:pt x="6622591" y="2808915"/>
                  </a:lnTo>
                  <a:lnTo>
                    <a:pt x="6589665" y="2729176"/>
                  </a:lnTo>
                  <a:lnTo>
                    <a:pt x="6556508" y="2645676"/>
                  </a:lnTo>
                  <a:lnTo>
                    <a:pt x="6523085" y="2558622"/>
                  </a:lnTo>
                  <a:lnTo>
                    <a:pt x="6489384" y="2468285"/>
                  </a:lnTo>
                  <a:lnTo>
                    <a:pt x="6455409" y="2375000"/>
                  </a:lnTo>
                  <a:lnTo>
                    <a:pt x="6421179" y="2279162"/>
                  </a:lnTo>
                  <a:lnTo>
                    <a:pt x="6386729" y="2181221"/>
                  </a:lnTo>
                  <a:lnTo>
                    <a:pt x="6352105" y="2081673"/>
                  </a:lnTo>
                  <a:lnTo>
                    <a:pt x="6317362" y="1981050"/>
                  </a:lnTo>
                  <a:lnTo>
                    <a:pt x="6282562" y="1879908"/>
                  </a:lnTo>
                  <a:lnTo>
                    <a:pt x="6247767" y="1778818"/>
                  </a:lnTo>
                  <a:lnTo>
                    <a:pt x="6213041" y="1678347"/>
                  </a:lnTo>
                  <a:lnTo>
                    <a:pt x="6178445" y="1579049"/>
                  </a:lnTo>
                  <a:lnTo>
                    <a:pt x="6144031" y="1481450"/>
                  </a:lnTo>
                  <a:lnTo>
                    <a:pt x="6109845" y="1386038"/>
                  </a:lnTo>
                  <a:lnTo>
                    <a:pt x="6075917" y="1293254"/>
                  </a:lnTo>
                  <a:lnTo>
                    <a:pt x="6042266" y="1203482"/>
                  </a:lnTo>
                  <a:lnTo>
                    <a:pt x="6008893" y="1117047"/>
                  </a:lnTo>
                  <a:lnTo>
                    <a:pt x="5975780" y="1034208"/>
                  </a:lnTo>
                  <a:lnTo>
                    <a:pt x="5942890" y="955159"/>
                  </a:lnTo>
                  <a:lnTo>
                    <a:pt x="5910164" y="880033"/>
                  </a:lnTo>
                  <a:lnTo>
                    <a:pt x="5877520" y="808899"/>
                  </a:lnTo>
                  <a:lnTo>
                    <a:pt x="5844850" y="741769"/>
                  </a:lnTo>
                  <a:lnTo>
                    <a:pt x="5812019" y="678602"/>
                  </a:lnTo>
                  <a:lnTo>
                    <a:pt x="5784835" y="629659"/>
                  </a:lnTo>
                  <a:lnTo>
                    <a:pt x="5740010" y="555762"/>
                  </a:lnTo>
                  <a:lnTo>
                    <a:pt x="5693842" y="488655"/>
                  </a:lnTo>
                  <a:lnTo>
                    <a:pt x="5645736" y="428058"/>
                  </a:lnTo>
                  <a:lnTo>
                    <a:pt x="5595024" y="373460"/>
                  </a:lnTo>
                  <a:lnTo>
                    <a:pt x="5541009" y="324260"/>
                  </a:lnTo>
                  <a:lnTo>
                    <a:pt x="5483022" y="279857"/>
                  </a:lnTo>
                  <a:lnTo>
                    <a:pt x="5420468" y="239699"/>
                  </a:lnTo>
                  <a:lnTo>
                    <a:pt x="5352906" y="203314"/>
                  </a:lnTo>
                  <a:lnTo>
                    <a:pt x="5280141" y="170326"/>
                  </a:lnTo>
                  <a:lnTo>
                    <a:pt x="5202342" y="140464"/>
                  </a:lnTo>
                  <a:lnTo>
                    <a:pt x="5120179" y="113564"/>
                  </a:lnTo>
                  <a:lnTo>
                    <a:pt x="5034946" y="89559"/>
                  </a:lnTo>
                  <a:lnTo>
                    <a:pt x="4948645" y="68461"/>
                  </a:lnTo>
                  <a:lnTo>
                    <a:pt x="4863961" y="50330"/>
                  </a:lnTo>
                  <a:lnTo>
                    <a:pt x="4784086" y="35227"/>
                  </a:lnTo>
                  <a:lnTo>
                    <a:pt x="4712359" y="23157"/>
                  </a:lnTo>
                  <a:lnTo>
                    <a:pt x="4651764" y="14022"/>
                  </a:lnTo>
                  <a:lnTo>
                    <a:pt x="4604380" y="7586"/>
                  </a:lnTo>
                  <a:lnTo>
                    <a:pt x="4570945" y="3476"/>
                  </a:lnTo>
                  <a:lnTo>
                    <a:pt x="4550632" y="1208"/>
                  </a:lnTo>
                  <a:lnTo>
                    <a:pt x="4541084" y="236"/>
                  </a:lnTo>
                  <a:lnTo>
                    <a:pt x="4538606" y="5"/>
                  </a:lnTo>
                  <a:lnTo>
                    <a:pt x="4538543" y="0"/>
                  </a:lnTo>
                  <a:lnTo>
                    <a:pt x="4016409" y="0"/>
                  </a:lnTo>
                  <a:lnTo>
                    <a:pt x="4015224" y="66"/>
                  </a:lnTo>
                  <a:lnTo>
                    <a:pt x="4007460" y="544"/>
                  </a:lnTo>
                  <a:lnTo>
                    <a:pt x="3988005" y="1865"/>
                  </a:lnTo>
                  <a:lnTo>
                    <a:pt x="3953520" y="4460"/>
                  </a:lnTo>
                  <a:lnTo>
                    <a:pt x="3902728" y="8718"/>
                  </a:lnTo>
                  <a:lnTo>
                    <a:pt x="3836495" y="14932"/>
                  </a:lnTo>
                  <a:lnTo>
                    <a:pt x="3757517" y="23284"/>
                  </a:lnTo>
                  <a:lnTo>
                    <a:pt x="3669663" y="33838"/>
                  </a:lnTo>
                  <a:lnTo>
                    <a:pt x="3577164" y="46576"/>
                  </a:lnTo>
                  <a:lnTo>
                    <a:pt x="3483905" y="61450"/>
                  </a:lnTo>
                  <a:lnTo>
                    <a:pt x="3392974" y="78423"/>
                  </a:lnTo>
                  <a:lnTo>
                    <a:pt x="3306491" y="97512"/>
                  </a:lnTo>
                  <a:lnTo>
                    <a:pt x="3225650" y="118810"/>
                  </a:lnTo>
                  <a:lnTo>
                    <a:pt x="3150887" y="142498"/>
                  </a:lnTo>
                  <a:lnTo>
                    <a:pt x="3082076" y="168847"/>
                  </a:lnTo>
                  <a:lnTo>
                    <a:pt x="3018715" y="198214"/>
                  </a:lnTo>
                  <a:lnTo>
                    <a:pt x="2960070" y="231022"/>
                  </a:lnTo>
                  <a:lnTo>
                    <a:pt x="2905296" y="267744"/>
                  </a:lnTo>
                  <a:lnTo>
                    <a:pt x="2853512" y="308847"/>
                  </a:lnTo>
                  <a:lnTo>
                    <a:pt x="2803880" y="354714"/>
                  </a:lnTo>
                  <a:lnTo>
                    <a:pt x="2770117" y="389654"/>
                  </a:lnTo>
                  <a:lnTo>
                    <a:pt x="2730141" y="434850"/>
                  </a:lnTo>
                  <a:lnTo>
                    <a:pt x="2690546" y="483589"/>
                  </a:lnTo>
                  <a:lnTo>
                    <a:pt x="2651065" y="535942"/>
                  </a:lnTo>
                  <a:lnTo>
                    <a:pt x="2611493" y="591914"/>
                  </a:lnTo>
                  <a:lnTo>
                    <a:pt x="2571680" y="651432"/>
                  </a:lnTo>
                  <a:lnTo>
                    <a:pt x="2531528" y="714346"/>
                  </a:lnTo>
                  <a:lnTo>
                    <a:pt x="2490981" y="780417"/>
                  </a:lnTo>
                  <a:lnTo>
                    <a:pt x="2450027" y="849324"/>
                  </a:lnTo>
                  <a:lnTo>
                    <a:pt x="2408690" y="920661"/>
                  </a:lnTo>
                  <a:lnTo>
                    <a:pt x="2367025" y="993949"/>
                  </a:lnTo>
                  <a:lnTo>
                    <a:pt x="2325113" y="1068647"/>
                  </a:lnTo>
                  <a:lnTo>
                    <a:pt x="2283054" y="1144166"/>
                  </a:lnTo>
                  <a:lnTo>
                    <a:pt x="2240958" y="1219888"/>
                  </a:lnTo>
                  <a:lnTo>
                    <a:pt x="2198938" y="1295192"/>
                  </a:lnTo>
                  <a:lnTo>
                    <a:pt x="2157101" y="1369468"/>
                  </a:lnTo>
                  <a:lnTo>
                    <a:pt x="2115541" y="1442141"/>
                  </a:lnTo>
                  <a:lnTo>
                    <a:pt x="2074332" y="1512690"/>
                  </a:lnTo>
                  <a:lnTo>
                    <a:pt x="2033517" y="1580659"/>
                  </a:lnTo>
                  <a:lnTo>
                    <a:pt x="1993110" y="1645673"/>
                  </a:lnTo>
                  <a:lnTo>
                    <a:pt x="1953083" y="1707437"/>
                  </a:lnTo>
                  <a:lnTo>
                    <a:pt x="1913367" y="1765743"/>
                  </a:lnTo>
                  <a:lnTo>
                    <a:pt x="1873846" y="1820470"/>
                  </a:lnTo>
                  <a:lnTo>
                    <a:pt x="1834352" y="1871571"/>
                  </a:lnTo>
                  <a:lnTo>
                    <a:pt x="1794659" y="1919076"/>
                  </a:lnTo>
                  <a:lnTo>
                    <a:pt x="1768425" y="1948274"/>
                  </a:lnTo>
                  <a:lnTo>
                    <a:pt x="1719854" y="1997584"/>
                  </a:lnTo>
                  <a:lnTo>
                    <a:pt x="1669655" y="2041981"/>
                  </a:lnTo>
                  <a:lnTo>
                    <a:pt x="1617060" y="2081715"/>
                  </a:lnTo>
                  <a:lnTo>
                    <a:pt x="1561209" y="2117204"/>
                  </a:lnTo>
                  <a:lnTo>
                    <a:pt x="1501226" y="2148925"/>
                  </a:lnTo>
                  <a:lnTo>
                    <a:pt x="1436288" y="2177338"/>
                  </a:lnTo>
                  <a:lnTo>
                    <a:pt x="1365719" y="2202850"/>
                  </a:lnTo>
                  <a:lnTo>
                    <a:pt x="1289112" y="2225792"/>
                  </a:lnTo>
                  <a:lnTo>
                    <a:pt x="1206490" y="2246408"/>
                  </a:lnTo>
                  <a:lnTo>
                    <a:pt x="1118498" y="2264851"/>
                  </a:lnTo>
                  <a:lnTo>
                    <a:pt x="1026595" y="2281192"/>
                  </a:lnTo>
                  <a:lnTo>
                    <a:pt x="933198" y="2295426"/>
                  </a:lnTo>
                  <a:lnTo>
                    <a:pt x="841665" y="2307510"/>
                  </a:lnTo>
                  <a:lnTo>
                    <a:pt x="756047" y="2317397"/>
                  </a:lnTo>
                  <a:lnTo>
                    <a:pt x="680548" y="2325092"/>
                  </a:lnTo>
                  <a:lnTo>
                    <a:pt x="618768" y="2330691"/>
                  </a:lnTo>
                  <a:lnTo>
                    <a:pt x="572905" y="2334410"/>
                  </a:lnTo>
                  <a:lnTo>
                    <a:pt x="543193" y="2336577"/>
                  </a:lnTo>
                  <a:lnTo>
                    <a:pt x="527708" y="2337597"/>
                  </a:lnTo>
                  <a:lnTo>
                    <a:pt x="522543" y="2337906"/>
                  </a:lnTo>
                  <a:lnTo>
                    <a:pt x="522133" y="2337928"/>
                  </a:lnTo>
                  <a:lnTo>
                    <a:pt x="0" y="2337928"/>
                  </a:lnTo>
                  <a:lnTo>
                    <a:pt x="0" y="2337928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091" name="pg1091"/>
            <p:cNvSpPr/>
            <p:nvPr/>
          </p:nvSpPr>
          <p:spPr>
            <a:xfrm>
              <a:off x="386606" y="1117779"/>
              <a:ext cx="8554953" cy="4218436"/>
            </a:xfrm>
            <a:custGeom>
              <a:avLst/>
              <a:pathLst>
                <a:path w="8554953" h="4218436">
                  <a:moveTo>
                    <a:pt x="0" y="2343576"/>
                  </a:moveTo>
                  <a:lnTo>
                    <a:pt x="522133" y="2343576"/>
                  </a:lnTo>
                  <a:lnTo>
                    <a:pt x="523319" y="2343509"/>
                  </a:lnTo>
                  <a:lnTo>
                    <a:pt x="531085" y="2343032"/>
                  </a:lnTo>
                  <a:lnTo>
                    <a:pt x="550546" y="2341714"/>
                  </a:lnTo>
                  <a:lnTo>
                    <a:pt x="585041" y="2339124"/>
                  </a:lnTo>
                  <a:lnTo>
                    <a:pt x="635846" y="2334876"/>
                  </a:lnTo>
                  <a:lnTo>
                    <a:pt x="702094" y="2328674"/>
                  </a:lnTo>
                  <a:lnTo>
                    <a:pt x="781088" y="2320340"/>
                  </a:lnTo>
                  <a:lnTo>
                    <a:pt x="868957" y="2309809"/>
                  </a:lnTo>
                  <a:lnTo>
                    <a:pt x="961469" y="2297098"/>
                  </a:lnTo>
                  <a:lnTo>
                    <a:pt x="1054737" y="2282256"/>
                  </a:lnTo>
                  <a:lnTo>
                    <a:pt x="1145673" y="2265320"/>
                  </a:lnTo>
                  <a:lnTo>
                    <a:pt x="1232160" y="2246273"/>
                  </a:lnTo>
                  <a:lnTo>
                    <a:pt x="1313001" y="2225021"/>
                  </a:lnTo>
                  <a:lnTo>
                    <a:pt x="1387763" y="2201384"/>
                  </a:lnTo>
                  <a:lnTo>
                    <a:pt x="1456572" y="2175091"/>
                  </a:lnTo>
                  <a:lnTo>
                    <a:pt x="1519932" y="2145787"/>
                  </a:lnTo>
                  <a:lnTo>
                    <a:pt x="1578575" y="2113047"/>
                  </a:lnTo>
                  <a:lnTo>
                    <a:pt x="1633349" y="2076403"/>
                  </a:lnTo>
                  <a:lnTo>
                    <a:pt x="1685133" y="2035386"/>
                  </a:lnTo>
                  <a:lnTo>
                    <a:pt x="1734767" y="1989614"/>
                  </a:lnTo>
                  <a:lnTo>
                    <a:pt x="1768425" y="1954862"/>
                  </a:lnTo>
                  <a:lnTo>
                    <a:pt x="1808435" y="1909736"/>
                  </a:lnTo>
                  <a:lnTo>
                    <a:pt x="1848064" y="1861068"/>
                  </a:lnTo>
                  <a:lnTo>
                    <a:pt x="1887579" y="1808789"/>
                  </a:lnTo>
                  <a:lnTo>
                    <a:pt x="1927185" y="1752894"/>
                  </a:lnTo>
                  <a:lnTo>
                    <a:pt x="1967033" y="1693455"/>
                  </a:lnTo>
                  <a:lnTo>
                    <a:pt x="2007222" y="1630624"/>
                  </a:lnTo>
                  <a:lnTo>
                    <a:pt x="2047806" y="1564640"/>
                  </a:lnTo>
                  <a:lnTo>
                    <a:pt x="2088797" y="1495824"/>
                  </a:lnTo>
                  <a:lnTo>
                    <a:pt x="2130172" y="1424582"/>
                  </a:lnTo>
                  <a:lnTo>
                    <a:pt x="2171875" y="1351394"/>
                  </a:lnTo>
                  <a:lnTo>
                    <a:pt x="2213824" y="1276803"/>
                  </a:lnTo>
                  <a:lnTo>
                    <a:pt x="2255920" y="1201398"/>
                  </a:lnTo>
                  <a:lnTo>
                    <a:pt x="2298052" y="1125794"/>
                  </a:lnTo>
                  <a:lnTo>
                    <a:pt x="2340107" y="1050617"/>
                  </a:lnTo>
                  <a:lnTo>
                    <a:pt x="2381976" y="976473"/>
                  </a:lnTo>
                  <a:lnTo>
                    <a:pt x="2423568" y="903938"/>
                  </a:lnTo>
                  <a:lnTo>
                    <a:pt x="2464807" y="833533"/>
                  </a:lnTo>
                  <a:lnTo>
                    <a:pt x="2505650" y="765712"/>
                  </a:lnTo>
                  <a:lnTo>
                    <a:pt x="2546086" y="700849"/>
                  </a:lnTo>
                  <a:lnTo>
                    <a:pt x="2586141" y="639238"/>
                  </a:lnTo>
                  <a:lnTo>
                    <a:pt x="2625886" y="581084"/>
                  </a:lnTo>
                  <a:lnTo>
                    <a:pt x="2665439" y="526510"/>
                  </a:lnTo>
                  <a:lnTo>
                    <a:pt x="2704968" y="475557"/>
                  </a:lnTo>
                  <a:lnTo>
                    <a:pt x="2744702" y="428198"/>
                  </a:lnTo>
                  <a:lnTo>
                    <a:pt x="2770117" y="400007"/>
                  </a:lnTo>
                  <a:lnTo>
                    <a:pt x="2818694" y="350811"/>
                  </a:lnTo>
                  <a:lnTo>
                    <a:pt x="2868898" y="306517"/>
                  </a:lnTo>
                  <a:lnTo>
                    <a:pt x="2921500" y="266876"/>
                  </a:lnTo>
                  <a:lnTo>
                    <a:pt x="2977358" y="231470"/>
                  </a:lnTo>
                  <a:lnTo>
                    <a:pt x="3037350" y="199824"/>
                  </a:lnTo>
                  <a:lnTo>
                    <a:pt x="3102298" y="171479"/>
                  </a:lnTo>
                  <a:lnTo>
                    <a:pt x="3172879" y="146028"/>
                  </a:lnTo>
                  <a:lnTo>
                    <a:pt x="3249499" y="123141"/>
                  </a:lnTo>
                  <a:lnTo>
                    <a:pt x="3332135" y="102575"/>
                  </a:lnTo>
                  <a:lnTo>
                    <a:pt x="3420142" y="84176"/>
                  </a:lnTo>
                  <a:lnTo>
                    <a:pt x="3512057" y="67875"/>
                  </a:lnTo>
                  <a:lnTo>
                    <a:pt x="3605464" y="53677"/>
                  </a:lnTo>
                  <a:lnTo>
                    <a:pt x="3697002" y="41624"/>
                  </a:lnTo>
                  <a:lnTo>
                    <a:pt x="3782618" y="31762"/>
                  </a:lnTo>
                  <a:lnTo>
                    <a:pt x="3858105" y="24089"/>
                  </a:lnTo>
                  <a:lnTo>
                    <a:pt x="3919867" y="18506"/>
                  </a:lnTo>
                  <a:lnTo>
                    <a:pt x="3965706" y="14798"/>
                  </a:lnTo>
                  <a:lnTo>
                    <a:pt x="3995392" y="12639"/>
                  </a:lnTo>
                  <a:lnTo>
                    <a:pt x="4010854" y="11623"/>
                  </a:lnTo>
                  <a:lnTo>
                    <a:pt x="4016003" y="11316"/>
                  </a:lnTo>
                  <a:lnTo>
                    <a:pt x="4016409" y="11294"/>
                  </a:lnTo>
                  <a:lnTo>
                    <a:pt x="4538543" y="11294"/>
                  </a:lnTo>
                  <a:lnTo>
                    <a:pt x="4539451" y="11385"/>
                  </a:lnTo>
                  <a:lnTo>
                    <a:pt x="4545433" y="12039"/>
                  </a:lnTo>
                  <a:lnTo>
                    <a:pt x="4560549" y="13843"/>
                  </a:lnTo>
                  <a:lnTo>
                    <a:pt x="4587661" y="17398"/>
                  </a:lnTo>
                  <a:lnTo>
                    <a:pt x="4628240" y="23260"/>
                  </a:lnTo>
                  <a:lnTo>
                    <a:pt x="4682249" y="31891"/>
                  </a:lnTo>
                  <a:lnTo>
                    <a:pt x="4748240" y="43616"/>
                  </a:lnTo>
                  <a:lnTo>
                    <a:pt x="4823682" y="58608"/>
                  </a:lnTo>
                  <a:lnTo>
                    <a:pt x="4905449" y="76910"/>
                  </a:lnTo>
                  <a:lnTo>
                    <a:pt x="4990328" y="98478"/>
                  </a:lnTo>
                  <a:lnTo>
                    <a:pt x="5075441" y="123242"/>
                  </a:lnTo>
                  <a:lnTo>
                    <a:pt x="5158497" y="151154"/>
                  </a:lnTo>
                  <a:lnTo>
                    <a:pt x="5237887" y="182239"/>
                  </a:lnTo>
                  <a:lnTo>
                    <a:pt x="5312646" y="216614"/>
                  </a:lnTo>
                  <a:lnTo>
                    <a:pt x="5382360" y="254507"/>
                  </a:lnTo>
                  <a:lnTo>
                    <a:pt x="5447033" y="296258"/>
                  </a:lnTo>
                  <a:lnTo>
                    <a:pt x="5506965" y="342317"/>
                  </a:lnTo>
                  <a:lnTo>
                    <a:pt x="5562655" y="393230"/>
                  </a:lnTo>
                  <a:lnTo>
                    <a:pt x="5614713" y="449618"/>
                  </a:lnTo>
                  <a:lnTo>
                    <a:pt x="5663802" y="512136"/>
                  </a:lnTo>
                  <a:lnTo>
                    <a:pt x="5710590" y="581407"/>
                  </a:lnTo>
                  <a:lnTo>
                    <a:pt x="5755705" y="657914"/>
                  </a:lnTo>
                  <a:lnTo>
                    <a:pt x="5784835" y="712484"/>
                  </a:lnTo>
                  <a:lnTo>
                    <a:pt x="5816407" y="776106"/>
                  </a:lnTo>
                  <a:lnTo>
                    <a:pt x="5847704" y="843672"/>
                  </a:lnTo>
                  <a:lnTo>
                    <a:pt x="5878865" y="915261"/>
                  </a:lnTo>
                  <a:lnTo>
                    <a:pt x="5910007" y="990910"/>
                  </a:lnTo>
                  <a:lnTo>
                    <a:pt x="5941224" y="1070605"/>
                  </a:lnTo>
                  <a:lnTo>
                    <a:pt x="5972586" y="1154280"/>
                  </a:lnTo>
                  <a:lnTo>
                    <a:pt x="6004148" y="1241813"/>
                  </a:lnTo>
                  <a:lnTo>
                    <a:pt x="6035943" y="1333024"/>
                  </a:lnTo>
                  <a:lnTo>
                    <a:pt x="6067989" y="1427671"/>
                  </a:lnTo>
                  <a:lnTo>
                    <a:pt x="6100289" y="1525455"/>
                  </a:lnTo>
                  <a:lnTo>
                    <a:pt x="6132830" y="1626017"/>
                  </a:lnTo>
                  <a:lnTo>
                    <a:pt x="6165589" y="1728949"/>
                  </a:lnTo>
                  <a:lnTo>
                    <a:pt x="6198530" y="1833792"/>
                  </a:lnTo>
                  <a:lnTo>
                    <a:pt x="6231611" y="1940052"/>
                  </a:lnTo>
                  <a:lnTo>
                    <a:pt x="6264780" y="2047203"/>
                  </a:lnTo>
                  <a:lnTo>
                    <a:pt x="6297985" y="2154701"/>
                  </a:lnTo>
                  <a:lnTo>
                    <a:pt x="6331169" y="2261995"/>
                  </a:lnTo>
                  <a:lnTo>
                    <a:pt x="6364277" y="2368537"/>
                  </a:lnTo>
                  <a:lnTo>
                    <a:pt x="6397259" y="2473796"/>
                  </a:lnTo>
                  <a:lnTo>
                    <a:pt x="6430069" y="2577269"/>
                  </a:lnTo>
                  <a:lnTo>
                    <a:pt x="6462669" y="2678486"/>
                  </a:lnTo>
                  <a:lnTo>
                    <a:pt x="6495033" y="2777026"/>
                  </a:lnTo>
                  <a:lnTo>
                    <a:pt x="6527145" y="2872516"/>
                  </a:lnTo>
                  <a:lnTo>
                    <a:pt x="6559004" y="2964642"/>
                  </a:lnTo>
                  <a:lnTo>
                    <a:pt x="6590624" y="3053148"/>
                  </a:lnTo>
                  <a:lnTo>
                    <a:pt x="6622033" y="3137836"/>
                  </a:lnTo>
                  <a:lnTo>
                    <a:pt x="6653282" y="3218570"/>
                  </a:lnTo>
                  <a:lnTo>
                    <a:pt x="6684435" y="3295270"/>
                  </a:lnTo>
                  <a:lnTo>
                    <a:pt x="6715581" y="3367908"/>
                  </a:lnTo>
                  <a:lnTo>
                    <a:pt x="6746830" y="3436510"/>
                  </a:lnTo>
                  <a:lnTo>
                    <a:pt x="6778316" y="3501143"/>
                  </a:lnTo>
                  <a:lnTo>
                    <a:pt x="6786527" y="3517246"/>
                  </a:lnTo>
                  <a:lnTo>
                    <a:pt x="6830838" y="3598649"/>
                  </a:lnTo>
                  <a:lnTo>
                    <a:pt x="6876455" y="3672658"/>
                  </a:lnTo>
                  <a:lnTo>
                    <a:pt x="6923952" y="3739570"/>
                  </a:lnTo>
                  <a:lnTo>
                    <a:pt x="6973975" y="3799931"/>
                  </a:lnTo>
                  <a:lnTo>
                    <a:pt x="7027194" y="3854386"/>
                  </a:lnTo>
                  <a:lnTo>
                    <a:pt x="7084262" y="3903583"/>
                  </a:lnTo>
                  <a:lnTo>
                    <a:pt x="7145757" y="3948121"/>
                  </a:lnTo>
                  <a:lnTo>
                    <a:pt x="7212122" y="3988515"/>
                  </a:lnTo>
                  <a:lnTo>
                    <a:pt x="7283568" y="4025180"/>
                  </a:lnTo>
                  <a:lnTo>
                    <a:pt x="7359973" y="4058417"/>
                  </a:lnTo>
                  <a:lnTo>
                    <a:pt x="7440748" y="4088415"/>
                  </a:lnTo>
                  <a:lnTo>
                    <a:pt x="7524718" y="4115259"/>
                  </a:lnTo>
                  <a:lnTo>
                    <a:pt x="7610042" y="4138944"/>
                  </a:lnTo>
                  <a:lnTo>
                    <a:pt x="7694209" y="4159410"/>
                  </a:lnTo>
                  <a:lnTo>
                    <a:pt x="7774193" y="4176589"/>
                  </a:lnTo>
                  <a:lnTo>
                    <a:pt x="7846755" y="4190460"/>
                  </a:lnTo>
                  <a:lnTo>
                    <a:pt x="7908912" y="4201107"/>
                  </a:lnTo>
                  <a:lnTo>
                    <a:pt x="7958453" y="4208753"/>
                  </a:lnTo>
                  <a:lnTo>
                    <a:pt x="7994383" y="4213773"/>
                  </a:lnTo>
                  <a:lnTo>
                    <a:pt x="8017180" y="4216667"/>
                  </a:lnTo>
                  <a:lnTo>
                    <a:pt x="8028807" y="4218013"/>
                  </a:lnTo>
                  <a:lnTo>
                    <a:pt x="8032553" y="4218410"/>
                  </a:lnTo>
                  <a:lnTo>
                    <a:pt x="8032819" y="4218436"/>
                  </a:lnTo>
                  <a:lnTo>
                    <a:pt x="8554953" y="4218436"/>
                  </a:lnTo>
                  <a:lnTo>
                    <a:pt x="8554953" y="4207142"/>
                  </a:lnTo>
                  <a:lnTo>
                    <a:pt x="8032819" y="4207142"/>
                  </a:lnTo>
                  <a:lnTo>
                    <a:pt x="8031911" y="4207050"/>
                  </a:lnTo>
                  <a:lnTo>
                    <a:pt x="8025929" y="4206397"/>
                  </a:lnTo>
                  <a:lnTo>
                    <a:pt x="8010813" y="4204592"/>
                  </a:lnTo>
                  <a:lnTo>
                    <a:pt x="7983701" y="4201038"/>
                  </a:lnTo>
                  <a:lnTo>
                    <a:pt x="7943122" y="4195176"/>
                  </a:lnTo>
                  <a:lnTo>
                    <a:pt x="7889113" y="4186545"/>
                  </a:lnTo>
                  <a:lnTo>
                    <a:pt x="7823122" y="4174820"/>
                  </a:lnTo>
                  <a:lnTo>
                    <a:pt x="7747680" y="4159828"/>
                  </a:lnTo>
                  <a:lnTo>
                    <a:pt x="7665913" y="4141526"/>
                  </a:lnTo>
                  <a:lnTo>
                    <a:pt x="7581034" y="4119958"/>
                  </a:lnTo>
                  <a:lnTo>
                    <a:pt x="7495921" y="4095194"/>
                  </a:lnTo>
                  <a:lnTo>
                    <a:pt x="7412865" y="4067281"/>
                  </a:lnTo>
                  <a:lnTo>
                    <a:pt x="7333475" y="4036197"/>
                  </a:lnTo>
                  <a:lnTo>
                    <a:pt x="7258715" y="4001822"/>
                  </a:lnTo>
                  <a:lnTo>
                    <a:pt x="7189002" y="3963929"/>
                  </a:lnTo>
                  <a:lnTo>
                    <a:pt x="7124329" y="3922178"/>
                  </a:lnTo>
                  <a:lnTo>
                    <a:pt x="7064396" y="3876119"/>
                  </a:lnTo>
                  <a:lnTo>
                    <a:pt x="7008707" y="3825206"/>
                  </a:lnTo>
                  <a:lnTo>
                    <a:pt x="6956649" y="3768818"/>
                  </a:lnTo>
                  <a:lnTo>
                    <a:pt x="6907560" y="3706300"/>
                  </a:lnTo>
                  <a:lnTo>
                    <a:pt x="6860772" y="3637028"/>
                  </a:lnTo>
                  <a:lnTo>
                    <a:pt x="6815657" y="3560522"/>
                  </a:lnTo>
                  <a:lnTo>
                    <a:pt x="6786527" y="3505952"/>
                  </a:lnTo>
                  <a:lnTo>
                    <a:pt x="6754954" y="3442329"/>
                  </a:lnTo>
                  <a:lnTo>
                    <a:pt x="6723658" y="3374764"/>
                  </a:lnTo>
                  <a:lnTo>
                    <a:pt x="6692497" y="3303174"/>
                  </a:lnTo>
                  <a:lnTo>
                    <a:pt x="6661355" y="3227526"/>
                  </a:lnTo>
                  <a:lnTo>
                    <a:pt x="6630138" y="3147831"/>
                  </a:lnTo>
                  <a:lnTo>
                    <a:pt x="6598776" y="3064156"/>
                  </a:lnTo>
                  <a:lnTo>
                    <a:pt x="6567214" y="2976623"/>
                  </a:lnTo>
                  <a:lnTo>
                    <a:pt x="6535419" y="2885412"/>
                  </a:lnTo>
                  <a:lnTo>
                    <a:pt x="6503373" y="2790765"/>
                  </a:lnTo>
                  <a:lnTo>
                    <a:pt x="6471073" y="2692981"/>
                  </a:lnTo>
                  <a:lnTo>
                    <a:pt x="6438532" y="2592419"/>
                  </a:lnTo>
                  <a:lnTo>
                    <a:pt x="6405773" y="2489487"/>
                  </a:lnTo>
                  <a:lnTo>
                    <a:pt x="6372832" y="2384643"/>
                  </a:lnTo>
                  <a:lnTo>
                    <a:pt x="6339751" y="2278383"/>
                  </a:lnTo>
                  <a:lnTo>
                    <a:pt x="6306582" y="2171232"/>
                  </a:lnTo>
                  <a:lnTo>
                    <a:pt x="6273377" y="2063734"/>
                  </a:lnTo>
                  <a:lnTo>
                    <a:pt x="6240193" y="1956441"/>
                  </a:lnTo>
                  <a:lnTo>
                    <a:pt x="6207085" y="1849899"/>
                  </a:lnTo>
                  <a:lnTo>
                    <a:pt x="6174103" y="1744639"/>
                  </a:lnTo>
                  <a:lnTo>
                    <a:pt x="6141293" y="1641167"/>
                  </a:lnTo>
                  <a:lnTo>
                    <a:pt x="6108693" y="1539950"/>
                  </a:lnTo>
                  <a:lnTo>
                    <a:pt x="6076329" y="1441410"/>
                  </a:lnTo>
                  <a:lnTo>
                    <a:pt x="6044217" y="1345920"/>
                  </a:lnTo>
                  <a:lnTo>
                    <a:pt x="6012358" y="1253793"/>
                  </a:lnTo>
                  <a:lnTo>
                    <a:pt x="5980738" y="1165288"/>
                  </a:lnTo>
                  <a:lnTo>
                    <a:pt x="5949328" y="1080600"/>
                  </a:lnTo>
                  <a:lnTo>
                    <a:pt x="5918080" y="999866"/>
                  </a:lnTo>
                  <a:lnTo>
                    <a:pt x="5886927" y="923166"/>
                  </a:lnTo>
                  <a:lnTo>
                    <a:pt x="5855780" y="850527"/>
                  </a:lnTo>
                  <a:lnTo>
                    <a:pt x="5824532" y="781926"/>
                  </a:lnTo>
                  <a:lnTo>
                    <a:pt x="5793046" y="717292"/>
                  </a:lnTo>
                  <a:lnTo>
                    <a:pt x="5784835" y="701190"/>
                  </a:lnTo>
                  <a:lnTo>
                    <a:pt x="5740524" y="619787"/>
                  </a:lnTo>
                  <a:lnTo>
                    <a:pt x="5694907" y="545778"/>
                  </a:lnTo>
                  <a:lnTo>
                    <a:pt x="5647410" y="478866"/>
                  </a:lnTo>
                  <a:lnTo>
                    <a:pt x="5597387" y="418505"/>
                  </a:lnTo>
                  <a:lnTo>
                    <a:pt x="5544168" y="364050"/>
                  </a:lnTo>
                  <a:lnTo>
                    <a:pt x="5487100" y="314853"/>
                  </a:lnTo>
                  <a:lnTo>
                    <a:pt x="5425605" y="270315"/>
                  </a:lnTo>
                  <a:lnTo>
                    <a:pt x="5359240" y="229920"/>
                  </a:lnTo>
                  <a:lnTo>
                    <a:pt x="5287793" y="193256"/>
                  </a:lnTo>
                  <a:lnTo>
                    <a:pt x="5211389" y="160019"/>
                  </a:lnTo>
                  <a:lnTo>
                    <a:pt x="5130614" y="130021"/>
                  </a:lnTo>
                  <a:lnTo>
                    <a:pt x="5046643" y="103176"/>
                  </a:lnTo>
                  <a:lnTo>
                    <a:pt x="4961320" y="79491"/>
                  </a:lnTo>
                  <a:lnTo>
                    <a:pt x="4877153" y="59025"/>
                  </a:lnTo>
                  <a:lnTo>
                    <a:pt x="4797169" y="41847"/>
                  </a:lnTo>
                  <a:lnTo>
                    <a:pt x="4724607" y="27976"/>
                  </a:lnTo>
                  <a:lnTo>
                    <a:pt x="4662450" y="17329"/>
                  </a:lnTo>
                  <a:lnTo>
                    <a:pt x="4612909" y="9683"/>
                  </a:lnTo>
                  <a:lnTo>
                    <a:pt x="4576979" y="4663"/>
                  </a:lnTo>
                  <a:lnTo>
                    <a:pt x="4554182" y="1769"/>
                  </a:lnTo>
                  <a:lnTo>
                    <a:pt x="4542555" y="423"/>
                  </a:lnTo>
                  <a:lnTo>
                    <a:pt x="4538809" y="26"/>
                  </a:lnTo>
                  <a:lnTo>
                    <a:pt x="4538543" y="0"/>
                  </a:lnTo>
                  <a:lnTo>
                    <a:pt x="4016409" y="0"/>
                  </a:lnTo>
                  <a:lnTo>
                    <a:pt x="4015223" y="66"/>
                  </a:lnTo>
                  <a:lnTo>
                    <a:pt x="4007457" y="543"/>
                  </a:lnTo>
                  <a:lnTo>
                    <a:pt x="3987996" y="1861"/>
                  </a:lnTo>
                  <a:lnTo>
                    <a:pt x="3953502" y="4451"/>
                  </a:lnTo>
                  <a:lnTo>
                    <a:pt x="3902697" y="8699"/>
                  </a:lnTo>
                  <a:lnTo>
                    <a:pt x="3836448" y="14901"/>
                  </a:lnTo>
                  <a:lnTo>
                    <a:pt x="3757454" y="23235"/>
                  </a:lnTo>
                  <a:lnTo>
                    <a:pt x="3669585" y="33766"/>
                  </a:lnTo>
                  <a:lnTo>
                    <a:pt x="3577074" y="46477"/>
                  </a:lnTo>
                  <a:lnTo>
                    <a:pt x="3483806" y="61319"/>
                  </a:lnTo>
                  <a:lnTo>
                    <a:pt x="3392869" y="78255"/>
                  </a:lnTo>
                  <a:lnTo>
                    <a:pt x="3306383" y="97302"/>
                  </a:lnTo>
                  <a:lnTo>
                    <a:pt x="3225541" y="118554"/>
                  </a:lnTo>
                  <a:lnTo>
                    <a:pt x="3150779" y="142191"/>
                  </a:lnTo>
                  <a:lnTo>
                    <a:pt x="3081970" y="168484"/>
                  </a:lnTo>
                  <a:lnTo>
                    <a:pt x="3018610" y="197788"/>
                  </a:lnTo>
                  <a:lnTo>
                    <a:pt x="2959967" y="230528"/>
                  </a:lnTo>
                  <a:lnTo>
                    <a:pt x="2905193" y="267172"/>
                  </a:lnTo>
                  <a:lnTo>
                    <a:pt x="2853409" y="308189"/>
                  </a:lnTo>
                  <a:lnTo>
                    <a:pt x="2803775" y="353961"/>
                  </a:lnTo>
                  <a:lnTo>
                    <a:pt x="2770117" y="388713"/>
                  </a:lnTo>
                  <a:lnTo>
                    <a:pt x="2730107" y="433839"/>
                  </a:lnTo>
                  <a:lnTo>
                    <a:pt x="2690478" y="482507"/>
                  </a:lnTo>
                  <a:lnTo>
                    <a:pt x="2650963" y="534786"/>
                  </a:lnTo>
                  <a:lnTo>
                    <a:pt x="2611357" y="590681"/>
                  </a:lnTo>
                  <a:lnTo>
                    <a:pt x="2571509" y="650120"/>
                  </a:lnTo>
                  <a:lnTo>
                    <a:pt x="2531320" y="712951"/>
                  </a:lnTo>
                  <a:lnTo>
                    <a:pt x="2490737" y="778935"/>
                  </a:lnTo>
                  <a:lnTo>
                    <a:pt x="2449745" y="847751"/>
                  </a:lnTo>
                  <a:lnTo>
                    <a:pt x="2408370" y="918993"/>
                  </a:lnTo>
                  <a:lnTo>
                    <a:pt x="2366667" y="992181"/>
                  </a:lnTo>
                  <a:lnTo>
                    <a:pt x="2324718" y="1066772"/>
                  </a:lnTo>
                  <a:lnTo>
                    <a:pt x="2282622" y="1142177"/>
                  </a:lnTo>
                  <a:lnTo>
                    <a:pt x="2240490" y="1217781"/>
                  </a:lnTo>
                  <a:lnTo>
                    <a:pt x="2198435" y="1292958"/>
                  </a:lnTo>
                  <a:lnTo>
                    <a:pt x="2156566" y="1367102"/>
                  </a:lnTo>
                  <a:lnTo>
                    <a:pt x="2114975" y="1439637"/>
                  </a:lnTo>
                  <a:lnTo>
                    <a:pt x="2073735" y="1510042"/>
                  </a:lnTo>
                  <a:lnTo>
                    <a:pt x="2032892" y="1577863"/>
                  </a:lnTo>
                  <a:lnTo>
                    <a:pt x="1992456" y="1642726"/>
                  </a:lnTo>
                  <a:lnTo>
                    <a:pt x="1952401" y="1704337"/>
                  </a:lnTo>
                  <a:lnTo>
                    <a:pt x="1912656" y="1762491"/>
                  </a:lnTo>
                  <a:lnTo>
                    <a:pt x="1873103" y="1817065"/>
                  </a:lnTo>
                  <a:lnTo>
                    <a:pt x="1833574" y="1868018"/>
                  </a:lnTo>
                  <a:lnTo>
                    <a:pt x="1793840" y="1915377"/>
                  </a:lnTo>
                  <a:lnTo>
                    <a:pt x="1768425" y="1943568"/>
                  </a:lnTo>
                  <a:lnTo>
                    <a:pt x="1719848" y="1992764"/>
                  </a:lnTo>
                  <a:lnTo>
                    <a:pt x="1669644" y="2037058"/>
                  </a:lnTo>
                  <a:lnTo>
                    <a:pt x="1617042" y="2076699"/>
                  </a:lnTo>
                  <a:lnTo>
                    <a:pt x="1561184" y="2112105"/>
                  </a:lnTo>
                  <a:lnTo>
                    <a:pt x="1501193" y="2143751"/>
                  </a:lnTo>
                  <a:lnTo>
                    <a:pt x="1436244" y="2172096"/>
                  </a:lnTo>
                  <a:lnTo>
                    <a:pt x="1365663" y="2197547"/>
                  </a:lnTo>
                  <a:lnTo>
                    <a:pt x="1289043" y="2220434"/>
                  </a:lnTo>
                  <a:lnTo>
                    <a:pt x="1206407" y="2241000"/>
                  </a:lnTo>
                  <a:lnTo>
                    <a:pt x="1118401" y="2259399"/>
                  </a:lnTo>
                  <a:lnTo>
                    <a:pt x="1026485" y="2275700"/>
                  </a:lnTo>
                  <a:lnTo>
                    <a:pt x="933078" y="2289898"/>
                  </a:lnTo>
                  <a:lnTo>
                    <a:pt x="841540" y="2301951"/>
                  </a:lnTo>
                  <a:lnTo>
                    <a:pt x="755925" y="2311813"/>
                  </a:lnTo>
                  <a:lnTo>
                    <a:pt x="680437" y="2319486"/>
                  </a:lnTo>
                  <a:lnTo>
                    <a:pt x="618675" y="2325069"/>
                  </a:lnTo>
                  <a:lnTo>
                    <a:pt x="572836" y="2328777"/>
                  </a:lnTo>
                  <a:lnTo>
                    <a:pt x="543150" y="2330936"/>
                  </a:lnTo>
                  <a:lnTo>
                    <a:pt x="527688" y="2331952"/>
                  </a:lnTo>
                  <a:lnTo>
                    <a:pt x="522540" y="2332259"/>
                  </a:lnTo>
                  <a:lnTo>
                    <a:pt x="522133" y="2332281"/>
                  </a:lnTo>
                  <a:lnTo>
                    <a:pt x="0" y="2332281"/>
                  </a:lnTo>
                  <a:close/>
                </a:path>
              </a:pathLst>
            </a:custGeom>
            <a:solidFill>
              <a:srgbClr val="F28E5B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1092" name="pl1092"/>
            <p:cNvSpPr/>
            <p:nvPr/>
          </p:nvSpPr>
          <p:spPr>
            <a:xfrm>
              <a:off x="386606" y="1129073"/>
              <a:ext cx="8554953" cy="4207142"/>
            </a:xfrm>
            <a:custGeom>
              <a:avLst/>
              <a:pathLst>
                <a:path w="8554953" h="4207142">
                  <a:moveTo>
                    <a:pt x="0" y="2332281"/>
                  </a:moveTo>
                  <a:lnTo>
                    <a:pt x="522133" y="2332281"/>
                  </a:lnTo>
                  <a:lnTo>
                    <a:pt x="523319" y="2332214"/>
                  </a:lnTo>
                  <a:lnTo>
                    <a:pt x="531085" y="2331738"/>
                  </a:lnTo>
                  <a:lnTo>
                    <a:pt x="550546" y="2330420"/>
                  </a:lnTo>
                  <a:lnTo>
                    <a:pt x="585041" y="2327830"/>
                  </a:lnTo>
                  <a:lnTo>
                    <a:pt x="635846" y="2323581"/>
                  </a:lnTo>
                  <a:lnTo>
                    <a:pt x="702094" y="2317380"/>
                  </a:lnTo>
                  <a:lnTo>
                    <a:pt x="781088" y="2309046"/>
                  </a:lnTo>
                  <a:lnTo>
                    <a:pt x="868957" y="2298515"/>
                  </a:lnTo>
                  <a:lnTo>
                    <a:pt x="961469" y="2285803"/>
                  </a:lnTo>
                  <a:lnTo>
                    <a:pt x="1054737" y="2270962"/>
                  </a:lnTo>
                  <a:lnTo>
                    <a:pt x="1145673" y="2254026"/>
                  </a:lnTo>
                  <a:lnTo>
                    <a:pt x="1232160" y="2234978"/>
                  </a:lnTo>
                  <a:lnTo>
                    <a:pt x="1313001" y="2213727"/>
                  </a:lnTo>
                  <a:lnTo>
                    <a:pt x="1387763" y="2190089"/>
                  </a:lnTo>
                  <a:lnTo>
                    <a:pt x="1456572" y="2163796"/>
                  </a:lnTo>
                  <a:lnTo>
                    <a:pt x="1519932" y="2134493"/>
                  </a:lnTo>
                  <a:lnTo>
                    <a:pt x="1578575" y="2101753"/>
                  </a:lnTo>
                  <a:lnTo>
                    <a:pt x="1633349" y="2065108"/>
                  </a:lnTo>
                  <a:lnTo>
                    <a:pt x="1685133" y="2024091"/>
                  </a:lnTo>
                  <a:lnTo>
                    <a:pt x="1734767" y="1978320"/>
                  </a:lnTo>
                  <a:lnTo>
                    <a:pt x="1768425" y="1943568"/>
                  </a:lnTo>
                  <a:lnTo>
                    <a:pt x="1808435" y="1898441"/>
                  </a:lnTo>
                  <a:lnTo>
                    <a:pt x="1848064" y="1849774"/>
                  </a:lnTo>
                  <a:lnTo>
                    <a:pt x="1887579" y="1797494"/>
                  </a:lnTo>
                  <a:lnTo>
                    <a:pt x="1927185" y="1741600"/>
                  </a:lnTo>
                  <a:lnTo>
                    <a:pt x="1967033" y="1682161"/>
                  </a:lnTo>
                  <a:lnTo>
                    <a:pt x="2007222" y="1619330"/>
                  </a:lnTo>
                  <a:lnTo>
                    <a:pt x="2047806" y="1553345"/>
                  </a:lnTo>
                  <a:lnTo>
                    <a:pt x="2088797" y="1484529"/>
                  </a:lnTo>
                  <a:lnTo>
                    <a:pt x="2130172" y="1413287"/>
                  </a:lnTo>
                  <a:lnTo>
                    <a:pt x="2171875" y="1340100"/>
                  </a:lnTo>
                  <a:lnTo>
                    <a:pt x="2213824" y="1265509"/>
                  </a:lnTo>
                  <a:lnTo>
                    <a:pt x="2255920" y="1190103"/>
                  </a:lnTo>
                  <a:lnTo>
                    <a:pt x="2298052" y="1114500"/>
                  </a:lnTo>
                  <a:lnTo>
                    <a:pt x="2340107" y="1039322"/>
                  </a:lnTo>
                  <a:lnTo>
                    <a:pt x="2381976" y="965179"/>
                  </a:lnTo>
                  <a:lnTo>
                    <a:pt x="2423568" y="892644"/>
                  </a:lnTo>
                  <a:lnTo>
                    <a:pt x="2464807" y="822239"/>
                  </a:lnTo>
                  <a:lnTo>
                    <a:pt x="2505650" y="754417"/>
                  </a:lnTo>
                  <a:lnTo>
                    <a:pt x="2546086" y="689555"/>
                  </a:lnTo>
                  <a:lnTo>
                    <a:pt x="2586141" y="627944"/>
                  </a:lnTo>
                  <a:lnTo>
                    <a:pt x="2625886" y="569790"/>
                  </a:lnTo>
                  <a:lnTo>
                    <a:pt x="2665439" y="515215"/>
                  </a:lnTo>
                  <a:lnTo>
                    <a:pt x="2704968" y="464263"/>
                  </a:lnTo>
                  <a:lnTo>
                    <a:pt x="2744702" y="416904"/>
                  </a:lnTo>
                  <a:lnTo>
                    <a:pt x="2770117" y="388713"/>
                  </a:lnTo>
                  <a:lnTo>
                    <a:pt x="2818694" y="339517"/>
                  </a:lnTo>
                  <a:lnTo>
                    <a:pt x="2868898" y="295223"/>
                  </a:lnTo>
                  <a:lnTo>
                    <a:pt x="2921500" y="255582"/>
                  </a:lnTo>
                  <a:lnTo>
                    <a:pt x="2977358" y="220176"/>
                  </a:lnTo>
                  <a:lnTo>
                    <a:pt x="3037350" y="188530"/>
                  </a:lnTo>
                  <a:lnTo>
                    <a:pt x="3102298" y="160184"/>
                  </a:lnTo>
                  <a:lnTo>
                    <a:pt x="3172879" y="134733"/>
                  </a:lnTo>
                  <a:lnTo>
                    <a:pt x="3249499" y="111847"/>
                  </a:lnTo>
                  <a:lnTo>
                    <a:pt x="3332135" y="91280"/>
                  </a:lnTo>
                  <a:lnTo>
                    <a:pt x="3420142" y="72881"/>
                  </a:lnTo>
                  <a:lnTo>
                    <a:pt x="3512057" y="56581"/>
                  </a:lnTo>
                  <a:lnTo>
                    <a:pt x="3605464" y="42382"/>
                  </a:lnTo>
                  <a:lnTo>
                    <a:pt x="3697002" y="30329"/>
                  </a:lnTo>
                  <a:lnTo>
                    <a:pt x="3782618" y="20468"/>
                  </a:lnTo>
                  <a:lnTo>
                    <a:pt x="3858105" y="12794"/>
                  </a:lnTo>
                  <a:lnTo>
                    <a:pt x="3919867" y="7212"/>
                  </a:lnTo>
                  <a:lnTo>
                    <a:pt x="3965706" y="3504"/>
                  </a:lnTo>
                  <a:lnTo>
                    <a:pt x="3995392" y="1345"/>
                  </a:lnTo>
                  <a:lnTo>
                    <a:pt x="4010854" y="329"/>
                  </a:lnTo>
                  <a:lnTo>
                    <a:pt x="4016003" y="22"/>
                  </a:lnTo>
                  <a:lnTo>
                    <a:pt x="4016409" y="0"/>
                  </a:lnTo>
                  <a:lnTo>
                    <a:pt x="4538543" y="0"/>
                  </a:lnTo>
                  <a:lnTo>
                    <a:pt x="4539451" y="91"/>
                  </a:lnTo>
                  <a:lnTo>
                    <a:pt x="4545433" y="744"/>
                  </a:lnTo>
                  <a:lnTo>
                    <a:pt x="4560549" y="2549"/>
                  </a:lnTo>
                  <a:lnTo>
                    <a:pt x="4587661" y="6104"/>
                  </a:lnTo>
                  <a:lnTo>
                    <a:pt x="4628240" y="11965"/>
                  </a:lnTo>
                  <a:lnTo>
                    <a:pt x="4682249" y="20596"/>
                  </a:lnTo>
                  <a:lnTo>
                    <a:pt x="4748240" y="32321"/>
                  </a:lnTo>
                  <a:lnTo>
                    <a:pt x="4823682" y="47314"/>
                  </a:lnTo>
                  <a:lnTo>
                    <a:pt x="4905449" y="65615"/>
                  </a:lnTo>
                  <a:lnTo>
                    <a:pt x="4990328" y="87184"/>
                  </a:lnTo>
                  <a:lnTo>
                    <a:pt x="5075441" y="111947"/>
                  </a:lnTo>
                  <a:lnTo>
                    <a:pt x="5158497" y="139860"/>
                  </a:lnTo>
                  <a:lnTo>
                    <a:pt x="5237887" y="170945"/>
                  </a:lnTo>
                  <a:lnTo>
                    <a:pt x="5312646" y="205320"/>
                  </a:lnTo>
                  <a:lnTo>
                    <a:pt x="5382360" y="243212"/>
                  </a:lnTo>
                  <a:lnTo>
                    <a:pt x="5447033" y="284963"/>
                  </a:lnTo>
                  <a:lnTo>
                    <a:pt x="5506965" y="331022"/>
                  </a:lnTo>
                  <a:lnTo>
                    <a:pt x="5562655" y="381936"/>
                  </a:lnTo>
                  <a:lnTo>
                    <a:pt x="5614713" y="438324"/>
                  </a:lnTo>
                  <a:lnTo>
                    <a:pt x="5663802" y="500842"/>
                  </a:lnTo>
                  <a:lnTo>
                    <a:pt x="5710590" y="570113"/>
                  </a:lnTo>
                  <a:lnTo>
                    <a:pt x="5755705" y="646620"/>
                  </a:lnTo>
                  <a:lnTo>
                    <a:pt x="5784835" y="701190"/>
                  </a:lnTo>
                  <a:lnTo>
                    <a:pt x="5816407" y="764812"/>
                  </a:lnTo>
                  <a:lnTo>
                    <a:pt x="5847704" y="832378"/>
                  </a:lnTo>
                  <a:lnTo>
                    <a:pt x="5878865" y="903967"/>
                  </a:lnTo>
                  <a:lnTo>
                    <a:pt x="5910007" y="979615"/>
                  </a:lnTo>
                  <a:lnTo>
                    <a:pt x="5941224" y="1059310"/>
                  </a:lnTo>
                  <a:lnTo>
                    <a:pt x="5972586" y="1142985"/>
                  </a:lnTo>
                  <a:lnTo>
                    <a:pt x="6004148" y="1230519"/>
                  </a:lnTo>
                  <a:lnTo>
                    <a:pt x="6035943" y="1321730"/>
                  </a:lnTo>
                  <a:lnTo>
                    <a:pt x="6067989" y="1416377"/>
                  </a:lnTo>
                  <a:lnTo>
                    <a:pt x="6100289" y="1514160"/>
                  </a:lnTo>
                  <a:lnTo>
                    <a:pt x="6132830" y="1614723"/>
                  </a:lnTo>
                  <a:lnTo>
                    <a:pt x="6165589" y="1717654"/>
                  </a:lnTo>
                  <a:lnTo>
                    <a:pt x="6198530" y="1822498"/>
                  </a:lnTo>
                  <a:lnTo>
                    <a:pt x="6231611" y="1928758"/>
                  </a:lnTo>
                  <a:lnTo>
                    <a:pt x="6264780" y="2035909"/>
                  </a:lnTo>
                  <a:lnTo>
                    <a:pt x="6297985" y="2143407"/>
                  </a:lnTo>
                  <a:lnTo>
                    <a:pt x="6331169" y="2250701"/>
                  </a:lnTo>
                  <a:lnTo>
                    <a:pt x="6364277" y="2357243"/>
                  </a:lnTo>
                  <a:lnTo>
                    <a:pt x="6397259" y="2462502"/>
                  </a:lnTo>
                  <a:lnTo>
                    <a:pt x="6430069" y="2565974"/>
                  </a:lnTo>
                  <a:lnTo>
                    <a:pt x="6462669" y="2667192"/>
                  </a:lnTo>
                  <a:lnTo>
                    <a:pt x="6495033" y="2765731"/>
                  </a:lnTo>
                  <a:lnTo>
                    <a:pt x="6527145" y="2861222"/>
                  </a:lnTo>
                  <a:lnTo>
                    <a:pt x="6559004" y="2953348"/>
                  </a:lnTo>
                  <a:lnTo>
                    <a:pt x="6590624" y="3041853"/>
                  </a:lnTo>
                  <a:lnTo>
                    <a:pt x="6622033" y="3126542"/>
                  </a:lnTo>
                  <a:lnTo>
                    <a:pt x="6653282" y="3207276"/>
                  </a:lnTo>
                  <a:lnTo>
                    <a:pt x="6684435" y="3283975"/>
                  </a:lnTo>
                  <a:lnTo>
                    <a:pt x="6715581" y="3356614"/>
                  </a:lnTo>
                  <a:lnTo>
                    <a:pt x="6746830" y="3425216"/>
                  </a:lnTo>
                  <a:lnTo>
                    <a:pt x="6778316" y="3489849"/>
                  </a:lnTo>
                  <a:lnTo>
                    <a:pt x="6786527" y="3505952"/>
                  </a:lnTo>
                  <a:lnTo>
                    <a:pt x="6830838" y="3587355"/>
                  </a:lnTo>
                  <a:lnTo>
                    <a:pt x="6876455" y="3661363"/>
                  </a:lnTo>
                  <a:lnTo>
                    <a:pt x="6923952" y="3728275"/>
                  </a:lnTo>
                  <a:lnTo>
                    <a:pt x="6973975" y="3788637"/>
                  </a:lnTo>
                  <a:lnTo>
                    <a:pt x="7027194" y="3843091"/>
                  </a:lnTo>
                  <a:lnTo>
                    <a:pt x="7084262" y="3892288"/>
                  </a:lnTo>
                  <a:lnTo>
                    <a:pt x="7145757" y="3936826"/>
                  </a:lnTo>
                  <a:lnTo>
                    <a:pt x="7212122" y="3977221"/>
                  </a:lnTo>
                  <a:lnTo>
                    <a:pt x="7283568" y="4013885"/>
                  </a:lnTo>
                  <a:lnTo>
                    <a:pt x="7359973" y="4047122"/>
                  </a:lnTo>
                  <a:lnTo>
                    <a:pt x="7440748" y="4077121"/>
                  </a:lnTo>
                  <a:lnTo>
                    <a:pt x="7524718" y="4103965"/>
                  </a:lnTo>
                  <a:lnTo>
                    <a:pt x="7610042" y="4127650"/>
                  </a:lnTo>
                  <a:lnTo>
                    <a:pt x="7694209" y="4148116"/>
                  </a:lnTo>
                  <a:lnTo>
                    <a:pt x="7774193" y="4165295"/>
                  </a:lnTo>
                  <a:lnTo>
                    <a:pt x="7846755" y="4179166"/>
                  </a:lnTo>
                  <a:lnTo>
                    <a:pt x="7908912" y="4189812"/>
                  </a:lnTo>
                  <a:lnTo>
                    <a:pt x="7958453" y="4197458"/>
                  </a:lnTo>
                  <a:lnTo>
                    <a:pt x="7994383" y="4202478"/>
                  </a:lnTo>
                  <a:lnTo>
                    <a:pt x="8017180" y="4205372"/>
                  </a:lnTo>
                  <a:lnTo>
                    <a:pt x="8028807" y="4206718"/>
                  </a:lnTo>
                  <a:lnTo>
                    <a:pt x="8032553" y="4207116"/>
                  </a:lnTo>
                  <a:lnTo>
                    <a:pt x="8032819" y="4207142"/>
                  </a:lnTo>
                  <a:lnTo>
                    <a:pt x="8554953" y="4207142"/>
                  </a:lnTo>
                  <a:lnTo>
                    <a:pt x="8554953" y="4207142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093" name="pl1093"/>
            <p:cNvSpPr/>
            <p:nvPr/>
          </p:nvSpPr>
          <p:spPr>
            <a:xfrm>
              <a:off x="386606" y="1117779"/>
              <a:ext cx="8554953" cy="4207142"/>
            </a:xfrm>
            <a:custGeom>
              <a:avLst/>
              <a:pathLst>
                <a:path w="8554953" h="4207142">
                  <a:moveTo>
                    <a:pt x="8554953" y="4207142"/>
                  </a:moveTo>
                  <a:lnTo>
                    <a:pt x="8032819" y="4207142"/>
                  </a:lnTo>
                  <a:lnTo>
                    <a:pt x="8031911" y="4207050"/>
                  </a:lnTo>
                  <a:lnTo>
                    <a:pt x="8025929" y="4206397"/>
                  </a:lnTo>
                  <a:lnTo>
                    <a:pt x="8010813" y="4204592"/>
                  </a:lnTo>
                  <a:lnTo>
                    <a:pt x="7983701" y="4201038"/>
                  </a:lnTo>
                  <a:lnTo>
                    <a:pt x="7943122" y="4195176"/>
                  </a:lnTo>
                  <a:lnTo>
                    <a:pt x="7889113" y="4186545"/>
                  </a:lnTo>
                  <a:lnTo>
                    <a:pt x="7823122" y="4174820"/>
                  </a:lnTo>
                  <a:lnTo>
                    <a:pt x="7747680" y="4159828"/>
                  </a:lnTo>
                  <a:lnTo>
                    <a:pt x="7665913" y="4141526"/>
                  </a:lnTo>
                  <a:lnTo>
                    <a:pt x="7581034" y="4119958"/>
                  </a:lnTo>
                  <a:lnTo>
                    <a:pt x="7495921" y="4095194"/>
                  </a:lnTo>
                  <a:lnTo>
                    <a:pt x="7412865" y="4067281"/>
                  </a:lnTo>
                  <a:lnTo>
                    <a:pt x="7333475" y="4036197"/>
                  </a:lnTo>
                  <a:lnTo>
                    <a:pt x="7258715" y="4001822"/>
                  </a:lnTo>
                  <a:lnTo>
                    <a:pt x="7189002" y="3963929"/>
                  </a:lnTo>
                  <a:lnTo>
                    <a:pt x="7124329" y="3922178"/>
                  </a:lnTo>
                  <a:lnTo>
                    <a:pt x="7064396" y="3876119"/>
                  </a:lnTo>
                  <a:lnTo>
                    <a:pt x="7008707" y="3825206"/>
                  </a:lnTo>
                  <a:lnTo>
                    <a:pt x="6956649" y="3768818"/>
                  </a:lnTo>
                  <a:lnTo>
                    <a:pt x="6907560" y="3706300"/>
                  </a:lnTo>
                  <a:lnTo>
                    <a:pt x="6860772" y="3637028"/>
                  </a:lnTo>
                  <a:lnTo>
                    <a:pt x="6815657" y="3560522"/>
                  </a:lnTo>
                  <a:lnTo>
                    <a:pt x="6786527" y="3505952"/>
                  </a:lnTo>
                  <a:lnTo>
                    <a:pt x="6754954" y="3442329"/>
                  </a:lnTo>
                  <a:lnTo>
                    <a:pt x="6723658" y="3374764"/>
                  </a:lnTo>
                  <a:lnTo>
                    <a:pt x="6692497" y="3303174"/>
                  </a:lnTo>
                  <a:lnTo>
                    <a:pt x="6661355" y="3227526"/>
                  </a:lnTo>
                  <a:lnTo>
                    <a:pt x="6630138" y="3147831"/>
                  </a:lnTo>
                  <a:lnTo>
                    <a:pt x="6598776" y="3064156"/>
                  </a:lnTo>
                  <a:lnTo>
                    <a:pt x="6567214" y="2976623"/>
                  </a:lnTo>
                  <a:lnTo>
                    <a:pt x="6535419" y="2885412"/>
                  </a:lnTo>
                  <a:lnTo>
                    <a:pt x="6503373" y="2790765"/>
                  </a:lnTo>
                  <a:lnTo>
                    <a:pt x="6471073" y="2692981"/>
                  </a:lnTo>
                  <a:lnTo>
                    <a:pt x="6438532" y="2592419"/>
                  </a:lnTo>
                  <a:lnTo>
                    <a:pt x="6405773" y="2489487"/>
                  </a:lnTo>
                  <a:lnTo>
                    <a:pt x="6372832" y="2384643"/>
                  </a:lnTo>
                  <a:lnTo>
                    <a:pt x="6339751" y="2278383"/>
                  </a:lnTo>
                  <a:lnTo>
                    <a:pt x="6306582" y="2171232"/>
                  </a:lnTo>
                  <a:lnTo>
                    <a:pt x="6273377" y="2063734"/>
                  </a:lnTo>
                  <a:lnTo>
                    <a:pt x="6240193" y="1956441"/>
                  </a:lnTo>
                  <a:lnTo>
                    <a:pt x="6207085" y="1849899"/>
                  </a:lnTo>
                  <a:lnTo>
                    <a:pt x="6174103" y="1744639"/>
                  </a:lnTo>
                  <a:lnTo>
                    <a:pt x="6141293" y="1641167"/>
                  </a:lnTo>
                  <a:lnTo>
                    <a:pt x="6108693" y="1539950"/>
                  </a:lnTo>
                  <a:lnTo>
                    <a:pt x="6076329" y="1441410"/>
                  </a:lnTo>
                  <a:lnTo>
                    <a:pt x="6044217" y="1345920"/>
                  </a:lnTo>
                  <a:lnTo>
                    <a:pt x="6012358" y="1253793"/>
                  </a:lnTo>
                  <a:lnTo>
                    <a:pt x="5980738" y="1165288"/>
                  </a:lnTo>
                  <a:lnTo>
                    <a:pt x="5949328" y="1080600"/>
                  </a:lnTo>
                  <a:lnTo>
                    <a:pt x="5918080" y="999866"/>
                  </a:lnTo>
                  <a:lnTo>
                    <a:pt x="5886927" y="923166"/>
                  </a:lnTo>
                  <a:lnTo>
                    <a:pt x="5855780" y="850527"/>
                  </a:lnTo>
                  <a:lnTo>
                    <a:pt x="5824532" y="781926"/>
                  </a:lnTo>
                  <a:lnTo>
                    <a:pt x="5793046" y="717292"/>
                  </a:lnTo>
                  <a:lnTo>
                    <a:pt x="5784835" y="701190"/>
                  </a:lnTo>
                  <a:lnTo>
                    <a:pt x="5740524" y="619787"/>
                  </a:lnTo>
                  <a:lnTo>
                    <a:pt x="5694907" y="545778"/>
                  </a:lnTo>
                  <a:lnTo>
                    <a:pt x="5647410" y="478866"/>
                  </a:lnTo>
                  <a:lnTo>
                    <a:pt x="5597387" y="418505"/>
                  </a:lnTo>
                  <a:lnTo>
                    <a:pt x="5544168" y="364050"/>
                  </a:lnTo>
                  <a:lnTo>
                    <a:pt x="5487100" y="314853"/>
                  </a:lnTo>
                  <a:lnTo>
                    <a:pt x="5425605" y="270315"/>
                  </a:lnTo>
                  <a:lnTo>
                    <a:pt x="5359240" y="229920"/>
                  </a:lnTo>
                  <a:lnTo>
                    <a:pt x="5287793" y="193256"/>
                  </a:lnTo>
                  <a:lnTo>
                    <a:pt x="5211389" y="160019"/>
                  </a:lnTo>
                  <a:lnTo>
                    <a:pt x="5130614" y="130021"/>
                  </a:lnTo>
                  <a:lnTo>
                    <a:pt x="5046643" y="103176"/>
                  </a:lnTo>
                  <a:lnTo>
                    <a:pt x="4961320" y="79491"/>
                  </a:lnTo>
                  <a:lnTo>
                    <a:pt x="4877153" y="59025"/>
                  </a:lnTo>
                  <a:lnTo>
                    <a:pt x="4797169" y="41847"/>
                  </a:lnTo>
                  <a:lnTo>
                    <a:pt x="4724607" y="27976"/>
                  </a:lnTo>
                  <a:lnTo>
                    <a:pt x="4662450" y="17329"/>
                  </a:lnTo>
                  <a:lnTo>
                    <a:pt x="4612909" y="9683"/>
                  </a:lnTo>
                  <a:lnTo>
                    <a:pt x="4576979" y="4663"/>
                  </a:lnTo>
                  <a:lnTo>
                    <a:pt x="4554182" y="1769"/>
                  </a:lnTo>
                  <a:lnTo>
                    <a:pt x="4542555" y="423"/>
                  </a:lnTo>
                  <a:lnTo>
                    <a:pt x="4538809" y="26"/>
                  </a:lnTo>
                  <a:lnTo>
                    <a:pt x="4538543" y="0"/>
                  </a:lnTo>
                  <a:lnTo>
                    <a:pt x="4016409" y="0"/>
                  </a:lnTo>
                  <a:lnTo>
                    <a:pt x="4015223" y="66"/>
                  </a:lnTo>
                  <a:lnTo>
                    <a:pt x="4007457" y="543"/>
                  </a:lnTo>
                  <a:lnTo>
                    <a:pt x="3987996" y="1861"/>
                  </a:lnTo>
                  <a:lnTo>
                    <a:pt x="3953502" y="4451"/>
                  </a:lnTo>
                  <a:lnTo>
                    <a:pt x="3902697" y="8699"/>
                  </a:lnTo>
                  <a:lnTo>
                    <a:pt x="3836448" y="14901"/>
                  </a:lnTo>
                  <a:lnTo>
                    <a:pt x="3757454" y="23235"/>
                  </a:lnTo>
                  <a:lnTo>
                    <a:pt x="3669585" y="33766"/>
                  </a:lnTo>
                  <a:lnTo>
                    <a:pt x="3577074" y="46477"/>
                  </a:lnTo>
                  <a:lnTo>
                    <a:pt x="3483806" y="61319"/>
                  </a:lnTo>
                  <a:lnTo>
                    <a:pt x="3392869" y="78255"/>
                  </a:lnTo>
                  <a:lnTo>
                    <a:pt x="3306383" y="97302"/>
                  </a:lnTo>
                  <a:lnTo>
                    <a:pt x="3225541" y="118554"/>
                  </a:lnTo>
                  <a:lnTo>
                    <a:pt x="3150779" y="142191"/>
                  </a:lnTo>
                  <a:lnTo>
                    <a:pt x="3081970" y="168484"/>
                  </a:lnTo>
                  <a:lnTo>
                    <a:pt x="3018610" y="197788"/>
                  </a:lnTo>
                  <a:lnTo>
                    <a:pt x="2959967" y="230528"/>
                  </a:lnTo>
                  <a:lnTo>
                    <a:pt x="2905193" y="267172"/>
                  </a:lnTo>
                  <a:lnTo>
                    <a:pt x="2853409" y="308189"/>
                  </a:lnTo>
                  <a:lnTo>
                    <a:pt x="2803775" y="353961"/>
                  </a:lnTo>
                  <a:lnTo>
                    <a:pt x="2770117" y="388713"/>
                  </a:lnTo>
                  <a:lnTo>
                    <a:pt x="2730107" y="433839"/>
                  </a:lnTo>
                  <a:lnTo>
                    <a:pt x="2690478" y="482507"/>
                  </a:lnTo>
                  <a:lnTo>
                    <a:pt x="2650963" y="534786"/>
                  </a:lnTo>
                  <a:lnTo>
                    <a:pt x="2611357" y="590681"/>
                  </a:lnTo>
                  <a:lnTo>
                    <a:pt x="2571509" y="650120"/>
                  </a:lnTo>
                  <a:lnTo>
                    <a:pt x="2531320" y="712951"/>
                  </a:lnTo>
                  <a:lnTo>
                    <a:pt x="2490737" y="778935"/>
                  </a:lnTo>
                  <a:lnTo>
                    <a:pt x="2449745" y="847751"/>
                  </a:lnTo>
                  <a:lnTo>
                    <a:pt x="2408370" y="918993"/>
                  </a:lnTo>
                  <a:lnTo>
                    <a:pt x="2366667" y="992181"/>
                  </a:lnTo>
                  <a:lnTo>
                    <a:pt x="2324718" y="1066772"/>
                  </a:lnTo>
                  <a:lnTo>
                    <a:pt x="2282622" y="1142177"/>
                  </a:lnTo>
                  <a:lnTo>
                    <a:pt x="2240490" y="1217781"/>
                  </a:lnTo>
                  <a:lnTo>
                    <a:pt x="2198435" y="1292958"/>
                  </a:lnTo>
                  <a:lnTo>
                    <a:pt x="2156566" y="1367102"/>
                  </a:lnTo>
                  <a:lnTo>
                    <a:pt x="2114975" y="1439637"/>
                  </a:lnTo>
                  <a:lnTo>
                    <a:pt x="2073735" y="1510042"/>
                  </a:lnTo>
                  <a:lnTo>
                    <a:pt x="2032892" y="1577863"/>
                  </a:lnTo>
                  <a:lnTo>
                    <a:pt x="1992456" y="1642726"/>
                  </a:lnTo>
                  <a:lnTo>
                    <a:pt x="1952401" y="1704337"/>
                  </a:lnTo>
                  <a:lnTo>
                    <a:pt x="1912656" y="1762491"/>
                  </a:lnTo>
                  <a:lnTo>
                    <a:pt x="1873103" y="1817065"/>
                  </a:lnTo>
                  <a:lnTo>
                    <a:pt x="1833574" y="1868018"/>
                  </a:lnTo>
                  <a:lnTo>
                    <a:pt x="1793840" y="1915377"/>
                  </a:lnTo>
                  <a:lnTo>
                    <a:pt x="1768425" y="1943568"/>
                  </a:lnTo>
                  <a:lnTo>
                    <a:pt x="1719848" y="1992764"/>
                  </a:lnTo>
                  <a:lnTo>
                    <a:pt x="1669644" y="2037058"/>
                  </a:lnTo>
                  <a:lnTo>
                    <a:pt x="1617042" y="2076699"/>
                  </a:lnTo>
                  <a:lnTo>
                    <a:pt x="1561184" y="2112105"/>
                  </a:lnTo>
                  <a:lnTo>
                    <a:pt x="1501193" y="2143751"/>
                  </a:lnTo>
                  <a:lnTo>
                    <a:pt x="1436244" y="2172096"/>
                  </a:lnTo>
                  <a:lnTo>
                    <a:pt x="1365663" y="2197547"/>
                  </a:lnTo>
                  <a:lnTo>
                    <a:pt x="1289043" y="2220434"/>
                  </a:lnTo>
                  <a:lnTo>
                    <a:pt x="1206407" y="2241000"/>
                  </a:lnTo>
                  <a:lnTo>
                    <a:pt x="1118401" y="2259399"/>
                  </a:lnTo>
                  <a:lnTo>
                    <a:pt x="1026485" y="2275700"/>
                  </a:lnTo>
                  <a:lnTo>
                    <a:pt x="933078" y="2289898"/>
                  </a:lnTo>
                  <a:lnTo>
                    <a:pt x="841540" y="2301951"/>
                  </a:lnTo>
                  <a:lnTo>
                    <a:pt x="755925" y="2311813"/>
                  </a:lnTo>
                  <a:lnTo>
                    <a:pt x="680437" y="2319486"/>
                  </a:lnTo>
                  <a:lnTo>
                    <a:pt x="618675" y="2325069"/>
                  </a:lnTo>
                  <a:lnTo>
                    <a:pt x="572836" y="2328777"/>
                  </a:lnTo>
                  <a:lnTo>
                    <a:pt x="543150" y="2330936"/>
                  </a:lnTo>
                  <a:lnTo>
                    <a:pt x="527688" y="2331952"/>
                  </a:lnTo>
                  <a:lnTo>
                    <a:pt x="522540" y="2332259"/>
                  </a:lnTo>
                  <a:lnTo>
                    <a:pt x="522133" y="2332281"/>
                  </a:lnTo>
                  <a:lnTo>
                    <a:pt x="0" y="2332281"/>
                  </a:lnTo>
                  <a:lnTo>
                    <a:pt x="0" y="2332281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094" name="pg1094"/>
            <p:cNvSpPr/>
            <p:nvPr/>
          </p:nvSpPr>
          <p:spPr>
            <a:xfrm>
              <a:off x="386606" y="1140367"/>
              <a:ext cx="8554953" cy="4698446"/>
            </a:xfrm>
            <a:custGeom>
              <a:avLst/>
              <a:pathLst>
                <a:path w="8554953" h="4698446">
                  <a:moveTo>
                    <a:pt x="0" y="2326634"/>
                  </a:moveTo>
                  <a:lnTo>
                    <a:pt x="522133" y="2326634"/>
                  </a:lnTo>
                  <a:lnTo>
                    <a:pt x="523320" y="2326568"/>
                  </a:lnTo>
                  <a:lnTo>
                    <a:pt x="531091" y="2326093"/>
                  </a:lnTo>
                  <a:lnTo>
                    <a:pt x="550563" y="2324780"/>
                  </a:lnTo>
                  <a:lnTo>
                    <a:pt x="585077" y="2322201"/>
                  </a:lnTo>
                  <a:lnTo>
                    <a:pt x="635909" y="2317971"/>
                  </a:lnTo>
                  <a:lnTo>
                    <a:pt x="702188" y="2311795"/>
                  </a:lnTo>
                  <a:lnTo>
                    <a:pt x="781214" y="2303497"/>
                  </a:lnTo>
                  <a:lnTo>
                    <a:pt x="869113" y="2293011"/>
                  </a:lnTo>
                  <a:lnTo>
                    <a:pt x="961649" y="2280355"/>
                  </a:lnTo>
                  <a:lnTo>
                    <a:pt x="1054935" y="2265578"/>
                  </a:lnTo>
                  <a:lnTo>
                    <a:pt x="1145883" y="2248715"/>
                  </a:lnTo>
                  <a:lnTo>
                    <a:pt x="1232375" y="2229751"/>
                  </a:lnTo>
                  <a:lnTo>
                    <a:pt x="1313218" y="2208591"/>
                  </a:lnTo>
                  <a:lnTo>
                    <a:pt x="1387978" y="2185057"/>
                  </a:lnTo>
                  <a:lnTo>
                    <a:pt x="1456784" y="2158876"/>
                  </a:lnTo>
                  <a:lnTo>
                    <a:pt x="1520141" y="2129698"/>
                  </a:lnTo>
                  <a:lnTo>
                    <a:pt x="1578781" y="2097097"/>
                  </a:lnTo>
                  <a:lnTo>
                    <a:pt x="1633554" y="2060606"/>
                  </a:lnTo>
                  <a:lnTo>
                    <a:pt x="1685339" y="2019761"/>
                  </a:lnTo>
                  <a:lnTo>
                    <a:pt x="1734977" y="1974181"/>
                  </a:lnTo>
                  <a:lnTo>
                    <a:pt x="1768425" y="1939803"/>
                  </a:lnTo>
                  <a:lnTo>
                    <a:pt x="1808504" y="1894815"/>
                  </a:lnTo>
                  <a:lnTo>
                    <a:pt x="1848200" y="1846291"/>
                  </a:lnTo>
                  <a:lnTo>
                    <a:pt x="1887782" y="1794160"/>
                  </a:lnTo>
                  <a:lnTo>
                    <a:pt x="1927458" y="1738419"/>
                  </a:lnTo>
                  <a:lnTo>
                    <a:pt x="1967376" y="1679140"/>
                  </a:lnTo>
                  <a:lnTo>
                    <a:pt x="2007637" y="1616476"/>
                  </a:lnTo>
                  <a:lnTo>
                    <a:pt x="2048295" y="1550664"/>
                  </a:lnTo>
                  <a:lnTo>
                    <a:pt x="2089362" y="1482030"/>
                  </a:lnTo>
                  <a:lnTo>
                    <a:pt x="2130813" y="1410980"/>
                  </a:lnTo>
                  <a:lnTo>
                    <a:pt x="2172592" y="1337995"/>
                  </a:lnTo>
                  <a:lnTo>
                    <a:pt x="2214617" y="1263618"/>
                  </a:lnTo>
                  <a:lnTo>
                    <a:pt x="2256787" y="1188439"/>
                  </a:lnTo>
                  <a:lnTo>
                    <a:pt x="2298991" y="1113076"/>
                  </a:lnTo>
                  <a:lnTo>
                    <a:pt x="2341114" y="1038151"/>
                  </a:lnTo>
                  <a:lnTo>
                    <a:pt x="2383050" y="964274"/>
                  </a:lnTo>
                  <a:lnTo>
                    <a:pt x="2424704" y="892016"/>
                  </a:lnTo>
                  <a:lnTo>
                    <a:pt x="2466003" y="821899"/>
                  </a:lnTo>
                  <a:lnTo>
                    <a:pt x="2506904" y="754374"/>
                  </a:lnTo>
                  <a:lnTo>
                    <a:pt x="2547396" y="689813"/>
                  </a:lnTo>
                  <a:lnTo>
                    <a:pt x="2587508" y="628508"/>
                  </a:lnTo>
                  <a:lnTo>
                    <a:pt x="2627313" y="570660"/>
                  </a:lnTo>
                  <a:lnTo>
                    <a:pt x="2666929" y="516390"/>
                  </a:lnTo>
                  <a:lnTo>
                    <a:pt x="2706529" y="465736"/>
                  </a:lnTo>
                  <a:lnTo>
                    <a:pt x="2746345" y="418669"/>
                  </a:lnTo>
                  <a:lnTo>
                    <a:pt x="2770117" y="392478"/>
                  </a:lnTo>
                  <a:lnTo>
                    <a:pt x="2818704" y="343510"/>
                  </a:lnTo>
                  <a:lnTo>
                    <a:pt x="2868920" y="299422"/>
                  </a:lnTo>
                  <a:lnTo>
                    <a:pt x="2921535" y="259968"/>
                  </a:lnTo>
                  <a:lnTo>
                    <a:pt x="2977407" y="224729"/>
                  </a:lnTo>
                  <a:lnTo>
                    <a:pt x="3037416" y="193232"/>
                  </a:lnTo>
                  <a:lnTo>
                    <a:pt x="3102385" y="165022"/>
                  </a:lnTo>
                  <a:lnTo>
                    <a:pt x="3172989" y="139692"/>
                  </a:lnTo>
                  <a:lnTo>
                    <a:pt x="3249635" y="116915"/>
                  </a:lnTo>
                  <a:lnTo>
                    <a:pt x="3332300" y="96448"/>
                  </a:lnTo>
                  <a:lnTo>
                    <a:pt x="3420335" y="78139"/>
                  </a:lnTo>
                  <a:lnTo>
                    <a:pt x="3512276" y="61919"/>
                  </a:lnTo>
                  <a:lnTo>
                    <a:pt x="3605703" y="47791"/>
                  </a:lnTo>
                  <a:lnTo>
                    <a:pt x="3697251" y="35799"/>
                  </a:lnTo>
                  <a:lnTo>
                    <a:pt x="3782861" y="25990"/>
                  </a:lnTo>
                  <a:lnTo>
                    <a:pt x="3858327" y="18359"/>
                  </a:lnTo>
                  <a:lnTo>
                    <a:pt x="3920052" y="12808"/>
                  </a:lnTo>
                  <a:lnTo>
                    <a:pt x="3965843" y="9124"/>
                  </a:lnTo>
                  <a:lnTo>
                    <a:pt x="3995477" y="6980"/>
                  </a:lnTo>
                  <a:lnTo>
                    <a:pt x="4010893" y="5972"/>
                  </a:lnTo>
                  <a:lnTo>
                    <a:pt x="4016010" y="5669"/>
                  </a:lnTo>
                  <a:lnTo>
                    <a:pt x="4016409" y="5647"/>
                  </a:lnTo>
                  <a:lnTo>
                    <a:pt x="4538543" y="5647"/>
                  </a:lnTo>
                  <a:lnTo>
                    <a:pt x="4539415" y="5745"/>
                  </a:lnTo>
                  <a:lnTo>
                    <a:pt x="4545166" y="6444"/>
                  </a:lnTo>
                  <a:lnTo>
                    <a:pt x="4559716" y="8375"/>
                  </a:lnTo>
                  <a:lnTo>
                    <a:pt x="4585854" y="12180"/>
                  </a:lnTo>
                  <a:lnTo>
                    <a:pt x="4625059" y="18458"/>
                  </a:lnTo>
                  <a:lnTo>
                    <a:pt x="4677384" y="27714"/>
                  </a:lnTo>
                  <a:lnTo>
                    <a:pt x="4741531" y="40305"/>
                  </a:lnTo>
                  <a:lnTo>
                    <a:pt x="4815143" y="56432"/>
                  </a:lnTo>
                  <a:lnTo>
                    <a:pt x="4895251" y="76152"/>
                  </a:lnTo>
                  <a:lnTo>
                    <a:pt x="4978758" y="99426"/>
                  </a:lnTo>
                  <a:lnTo>
                    <a:pt x="5062841" y="126178"/>
                  </a:lnTo>
                  <a:lnTo>
                    <a:pt x="5145212" y="156352"/>
                  </a:lnTo>
                  <a:lnTo>
                    <a:pt x="5224223" y="189959"/>
                  </a:lnTo>
                  <a:lnTo>
                    <a:pt x="5298850" y="227105"/>
                  </a:lnTo>
                  <a:lnTo>
                    <a:pt x="5368609" y="268013"/>
                  </a:lnTo>
                  <a:lnTo>
                    <a:pt x="5433432" y="313023"/>
                  </a:lnTo>
                  <a:lnTo>
                    <a:pt x="5493561" y="362594"/>
                  </a:lnTo>
                  <a:lnTo>
                    <a:pt x="5549436" y="417290"/>
                  </a:lnTo>
                  <a:lnTo>
                    <a:pt x="5601625" y="477757"/>
                  </a:lnTo>
                  <a:lnTo>
                    <a:pt x="5650758" y="544695"/>
                  </a:lnTo>
                  <a:lnTo>
                    <a:pt x="5697477" y="618790"/>
                  </a:lnTo>
                  <a:lnTo>
                    <a:pt x="5742401" y="700614"/>
                  </a:lnTo>
                  <a:lnTo>
                    <a:pt x="5784835" y="787780"/>
                  </a:lnTo>
                  <a:lnTo>
                    <a:pt x="5814905" y="855253"/>
                  </a:lnTo>
                  <a:lnTo>
                    <a:pt x="5844718" y="926709"/>
                  </a:lnTo>
                  <a:lnTo>
                    <a:pt x="5874397" y="1002229"/>
                  </a:lnTo>
                  <a:lnTo>
                    <a:pt x="5904046" y="1081852"/>
                  </a:lnTo>
                  <a:lnTo>
                    <a:pt x="5933748" y="1165574"/>
                  </a:lnTo>
                  <a:lnTo>
                    <a:pt x="5963568" y="1253343"/>
                  </a:lnTo>
                  <a:lnTo>
                    <a:pt x="5993557" y="1345055"/>
                  </a:lnTo>
                  <a:lnTo>
                    <a:pt x="6023748" y="1440555"/>
                  </a:lnTo>
                  <a:lnTo>
                    <a:pt x="6054163" y="1539631"/>
                  </a:lnTo>
                  <a:lnTo>
                    <a:pt x="6084809" y="1642017"/>
                  </a:lnTo>
                  <a:lnTo>
                    <a:pt x="6115681" y="1747394"/>
                  </a:lnTo>
                  <a:lnTo>
                    <a:pt x="6146762" y="1855391"/>
                  </a:lnTo>
                  <a:lnTo>
                    <a:pt x="6178029" y="1965593"/>
                  </a:lnTo>
                  <a:lnTo>
                    <a:pt x="6209447" y="2077543"/>
                  </a:lnTo>
                  <a:lnTo>
                    <a:pt x="6240977" y="2190753"/>
                  </a:lnTo>
                  <a:lnTo>
                    <a:pt x="6272574" y="2304710"/>
                  </a:lnTo>
                  <a:lnTo>
                    <a:pt x="6304191" y="2418888"/>
                  </a:lnTo>
                  <a:lnTo>
                    <a:pt x="6335780" y="2532754"/>
                  </a:lnTo>
                  <a:lnTo>
                    <a:pt x="6367293" y="2645785"/>
                  </a:lnTo>
                  <a:lnTo>
                    <a:pt x="6398688" y="2757470"/>
                  </a:lnTo>
                  <a:lnTo>
                    <a:pt x="6429925" y="2867326"/>
                  </a:lnTo>
                  <a:lnTo>
                    <a:pt x="6460973" y="2974904"/>
                  </a:lnTo>
                  <a:lnTo>
                    <a:pt x="6491806" y="3079794"/>
                  </a:lnTo>
                  <a:lnTo>
                    <a:pt x="6522413" y="3181636"/>
                  </a:lnTo>
                  <a:lnTo>
                    <a:pt x="6552789" y="3280118"/>
                  </a:lnTo>
                  <a:lnTo>
                    <a:pt x="6582944" y="3374984"/>
                  </a:lnTo>
                  <a:lnTo>
                    <a:pt x="6612901" y="3466032"/>
                  </a:lnTo>
                  <a:lnTo>
                    <a:pt x="6642697" y="3553115"/>
                  </a:lnTo>
                  <a:lnTo>
                    <a:pt x="6672385" y="3636139"/>
                  </a:lnTo>
                  <a:lnTo>
                    <a:pt x="6702032" y="3715060"/>
                  </a:lnTo>
                  <a:lnTo>
                    <a:pt x="6731727" y="3789881"/>
                  </a:lnTo>
                  <a:lnTo>
                    <a:pt x="6761574" y="3860650"/>
                  </a:lnTo>
                  <a:lnTo>
                    <a:pt x="6786527" y="3916313"/>
                  </a:lnTo>
                  <a:lnTo>
                    <a:pt x="6830230" y="4005938"/>
                  </a:lnTo>
                  <a:lnTo>
                    <a:pt x="6875198" y="4087535"/>
                  </a:lnTo>
                  <a:lnTo>
                    <a:pt x="6921978" y="4161415"/>
                  </a:lnTo>
                  <a:lnTo>
                    <a:pt x="6971189" y="4228157"/>
                  </a:lnTo>
                  <a:lnTo>
                    <a:pt x="7023475" y="4288450"/>
                  </a:lnTo>
                  <a:lnTo>
                    <a:pt x="7079465" y="4342989"/>
                  </a:lnTo>
                  <a:lnTo>
                    <a:pt x="7139723" y="4392422"/>
                  </a:lnTo>
                  <a:lnTo>
                    <a:pt x="7204686" y="4437309"/>
                  </a:lnTo>
                  <a:lnTo>
                    <a:pt x="7274587" y="4478105"/>
                  </a:lnTo>
                  <a:lnTo>
                    <a:pt x="7349349" y="4515147"/>
                  </a:lnTo>
                  <a:lnTo>
                    <a:pt x="7428474" y="4548654"/>
                  </a:lnTo>
                  <a:lnTo>
                    <a:pt x="7510920" y="4578730"/>
                  </a:lnTo>
                  <a:lnTo>
                    <a:pt x="7595021" y="4605383"/>
                  </a:lnTo>
                  <a:lnTo>
                    <a:pt x="7678472" y="4628557"/>
                  </a:lnTo>
                  <a:lnTo>
                    <a:pt x="7758437" y="4648174"/>
                  </a:lnTo>
                  <a:lnTo>
                    <a:pt x="7831817" y="4664198"/>
                  </a:lnTo>
                  <a:lnTo>
                    <a:pt x="7895653" y="4676690"/>
                  </a:lnTo>
                  <a:lnTo>
                    <a:pt x="7947614" y="4685854"/>
                  </a:lnTo>
                  <a:lnTo>
                    <a:pt x="7986437" y="4692054"/>
                  </a:lnTo>
                  <a:lnTo>
                    <a:pt x="8012215" y="4695796"/>
                  </a:lnTo>
                  <a:lnTo>
                    <a:pt x="8026467" y="4697683"/>
                  </a:lnTo>
                  <a:lnTo>
                    <a:pt x="8032019" y="4698356"/>
                  </a:lnTo>
                  <a:lnTo>
                    <a:pt x="8032819" y="4698446"/>
                  </a:lnTo>
                  <a:lnTo>
                    <a:pt x="8554953" y="4698446"/>
                  </a:lnTo>
                  <a:lnTo>
                    <a:pt x="8554953" y="4692799"/>
                  </a:lnTo>
                  <a:lnTo>
                    <a:pt x="8032819" y="4692799"/>
                  </a:lnTo>
                  <a:lnTo>
                    <a:pt x="8031947" y="4692701"/>
                  </a:lnTo>
                  <a:lnTo>
                    <a:pt x="8026196" y="4692002"/>
                  </a:lnTo>
                  <a:lnTo>
                    <a:pt x="8011646" y="4690070"/>
                  </a:lnTo>
                  <a:lnTo>
                    <a:pt x="7985508" y="4686266"/>
                  </a:lnTo>
                  <a:lnTo>
                    <a:pt x="7946303" y="4679987"/>
                  </a:lnTo>
                  <a:lnTo>
                    <a:pt x="7893978" y="4670732"/>
                  </a:lnTo>
                  <a:lnTo>
                    <a:pt x="7829831" y="4658140"/>
                  </a:lnTo>
                  <a:lnTo>
                    <a:pt x="7756219" y="4642014"/>
                  </a:lnTo>
                  <a:lnTo>
                    <a:pt x="7676111" y="4622294"/>
                  </a:lnTo>
                  <a:lnTo>
                    <a:pt x="7592604" y="4599019"/>
                  </a:lnTo>
                  <a:lnTo>
                    <a:pt x="7508521" y="4572267"/>
                  </a:lnTo>
                  <a:lnTo>
                    <a:pt x="7426150" y="4542093"/>
                  </a:lnTo>
                  <a:lnTo>
                    <a:pt x="7347139" y="4508487"/>
                  </a:lnTo>
                  <a:lnTo>
                    <a:pt x="7272511" y="4471341"/>
                  </a:lnTo>
                  <a:lnTo>
                    <a:pt x="7202753" y="4430433"/>
                  </a:lnTo>
                  <a:lnTo>
                    <a:pt x="7137930" y="4385422"/>
                  </a:lnTo>
                  <a:lnTo>
                    <a:pt x="7077801" y="4335851"/>
                  </a:lnTo>
                  <a:lnTo>
                    <a:pt x="7021926" y="4281156"/>
                  </a:lnTo>
                  <a:lnTo>
                    <a:pt x="6969737" y="4220688"/>
                  </a:lnTo>
                  <a:lnTo>
                    <a:pt x="6920604" y="4153750"/>
                  </a:lnTo>
                  <a:lnTo>
                    <a:pt x="6873885" y="4079656"/>
                  </a:lnTo>
                  <a:lnTo>
                    <a:pt x="6828961" y="3997831"/>
                  </a:lnTo>
                  <a:lnTo>
                    <a:pt x="6786527" y="3910665"/>
                  </a:lnTo>
                  <a:lnTo>
                    <a:pt x="6756457" y="3843192"/>
                  </a:lnTo>
                  <a:lnTo>
                    <a:pt x="6726644" y="3771736"/>
                  </a:lnTo>
                  <a:lnTo>
                    <a:pt x="6696965" y="3696216"/>
                  </a:lnTo>
                  <a:lnTo>
                    <a:pt x="6667316" y="3616593"/>
                  </a:lnTo>
                  <a:lnTo>
                    <a:pt x="6637614" y="3532871"/>
                  </a:lnTo>
                  <a:lnTo>
                    <a:pt x="6607794" y="3445102"/>
                  </a:lnTo>
                  <a:lnTo>
                    <a:pt x="6577805" y="3353390"/>
                  </a:lnTo>
                  <a:lnTo>
                    <a:pt x="6547614" y="3257890"/>
                  </a:lnTo>
                  <a:lnTo>
                    <a:pt x="6517199" y="3158814"/>
                  </a:lnTo>
                  <a:lnTo>
                    <a:pt x="6486553" y="3056428"/>
                  </a:lnTo>
                  <a:lnTo>
                    <a:pt x="6455681" y="2951052"/>
                  </a:lnTo>
                  <a:lnTo>
                    <a:pt x="6424600" y="2843054"/>
                  </a:lnTo>
                  <a:lnTo>
                    <a:pt x="6393333" y="2732853"/>
                  </a:lnTo>
                  <a:lnTo>
                    <a:pt x="6361915" y="2620902"/>
                  </a:lnTo>
                  <a:lnTo>
                    <a:pt x="6330385" y="2507692"/>
                  </a:lnTo>
                  <a:lnTo>
                    <a:pt x="6298788" y="2393735"/>
                  </a:lnTo>
                  <a:lnTo>
                    <a:pt x="6267171" y="2279558"/>
                  </a:lnTo>
                  <a:lnTo>
                    <a:pt x="6235582" y="2165691"/>
                  </a:lnTo>
                  <a:lnTo>
                    <a:pt x="6204069" y="2052661"/>
                  </a:lnTo>
                  <a:lnTo>
                    <a:pt x="6172674" y="1940975"/>
                  </a:lnTo>
                  <a:lnTo>
                    <a:pt x="6141437" y="1831119"/>
                  </a:lnTo>
                  <a:lnTo>
                    <a:pt x="6110389" y="1723541"/>
                  </a:lnTo>
                  <a:lnTo>
                    <a:pt x="6079556" y="1618651"/>
                  </a:lnTo>
                  <a:lnTo>
                    <a:pt x="6048949" y="1516810"/>
                  </a:lnTo>
                  <a:lnTo>
                    <a:pt x="6018573" y="1418328"/>
                  </a:lnTo>
                  <a:lnTo>
                    <a:pt x="5988418" y="1323462"/>
                  </a:lnTo>
                  <a:lnTo>
                    <a:pt x="5958461" y="1232413"/>
                  </a:lnTo>
                  <a:lnTo>
                    <a:pt x="5928665" y="1145330"/>
                  </a:lnTo>
                  <a:lnTo>
                    <a:pt x="5898977" y="1062307"/>
                  </a:lnTo>
                  <a:lnTo>
                    <a:pt x="5869330" y="983386"/>
                  </a:lnTo>
                  <a:lnTo>
                    <a:pt x="5839635" y="908564"/>
                  </a:lnTo>
                  <a:lnTo>
                    <a:pt x="5809788" y="837795"/>
                  </a:lnTo>
                  <a:lnTo>
                    <a:pt x="5784835" y="782133"/>
                  </a:lnTo>
                  <a:lnTo>
                    <a:pt x="5741132" y="692507"/>
                  </a:lnTo>
                  <a:lnTo>
                    <a:pt x="5696164" y="610911"/>
                  </a:lnTo>
                  <a:lnTo>
                    <a:pt x="5649384" y="537031"/>
                  </a:lnTo>
                  <a:lnTo>
                    <a:pt x="5600173" y="470288"/>
                  </a:lnTo>
                  <a:lnTo>
                    <a:pt x="5547887" y="409996"/>
                  </a:lnTo>
                  <a:lnTo>
                    <a:pt x="5491897" y="355456"/>
                  </a:lnTo>
                  <a:lnTo>
                    <a:pt x="5431639" y="306023"/>
                  </a:lnTo>
                  <a:lnTo>
                    <a:pt x="5366676" y="261136"/>
                  </a:lnTo>
                  <a:lnTo>
                    <a:pt x="5296775" y="220341"/>
                  </a:lnTo>
                  <a:lnTo>
                    <a:pt x="5222013" y="183298"/>
                  </a:lnTo>
                  <a:lnTo>
                    <a:pt x="5142888" y="149791"/>
                  </a:lnTo>
                  <a:lnTo>
                    <a:pt x="5060442" y="119715"/>
                  </a:lnTo>
                  <a:lnTo>
                    <a:pt x="4976341" y="93062"/>
                  </a:lnTo>
                  <a:lnTo>
                    <a:pt x="4892890" y="69889"/>
                  </a:lnTo>
                  <a:lnTo>
                    <a:pt x="4812925" y="50272"/>
                  </a:lnTo>
                  <a:lnTo>
                    <a:pt x="4739545" y="34248"/>
                  </a:lnTo>
                  <a:lnTo>
                    <a:pt x="4675709" y="21756"/>
                  </a:lnTo>
                  <a:lnTo>
                    <a:pt x="4623748" y="12592"/>
                  </a:lnTo>
                  <a:lnTo>
                    <a:pt x="4584925" y="6392"/>
                  </a:lnTo>
                  <a:lnTo>
                    <a:pt x="4559147" y="2649"/>
                  </a:lnTo>
                  <a:lnTo>
                    <a:pt x="4544895" y="762"/>
                  </a:lnTo>
                  <a:lnTo>
                    <a:pt x="4539343" y="89"/>
                  </a:lnTo>
                  <a:lnTo>
                    <a:pt x="4538543" y="0"/>
                  </a:lnTo>
                  <a:lnTo>
                    <a:pt x="4016409" y="0"/>
                  </a:lnTo>
                  <a:lnTo>
                    <a:pt x="4015222" y="66"/>
                  </a:lnTo>
                  <a:lnTo>
                    <a:pt x="4007452" y="541"/>
                  </a:lnTo>
                  <a:lnTo>
                    <a:pt x="3987979" y="1853"/>
                  </a:lnTo>
                  <a:lnTo>
                    <a:pt x="3953465" y="4432"/>
                  </a:lnTo>
                  <a:lnTo>
                    <a:pt x="3902634" y="8663"/>
                  </a:lnTo>
                  <a:lnTo>
                    <a:pt x="3836354" y="14838"/>
                  </a:lnTo>
                  <a:lnTo>
                    <a:pt x="3757328" y="23136"/>
                  </a:lnTo>
                  <a:lnTo>
                    <a:pt x="3669429" y="33622"/>
                  </a:lnTo>
                  <a:lnTo>
                    <a:pt x="3576893" y="46279"/>
                  </a:lnTo>
                  <a:lnTo>
                    <a:pt x="3483607" y="61056"/>
                  </a:lnTo>
                  <a:lnTo>
                    <a:pt x="3392659" y="77918"/>
                  </a:lnTo>
                  <a:lnTo>
                    <a:pt x="3306167" y="96883"/>
                  </a:lnTo>
                  <a:lnTo>
                    <a:pt x="3225324" y="118042"/>
                  </a:lnTo>
                  <a:lnTo>
                    <a:pt x="3150564" y="141577"/>
                  </a:lnTo>
                  <a:lnTo>
                    <a:pt x="3081758" y="167757"/>
                  </a:lnTo>
                  <a:lnTo>
                    <a:pt x="3018401" y="196936"/>
                  </a:lnTo>
                  <a:lnTo>
                    <a:pt x="2959761" y="229537"/>
                  </a:lnTo>
                  <a:lnTo>
                    <a:pt x="2904988" y="266027"/>
                  </a:lnTo>
                  <a:lnTo>
                    <a:pt x="2853203" y="306873"/>
                  </a:lnTo>
                  <a:lnTo>
                    <a:pt x="2803566" y="352453"/>
                  </a:lnTo>
                  <a:lnTo>
                    <a:pt x="2770117" y="386831"/>
                  </a:lnTo>
                  <a:lnTo>
                    <a:pt x="2730039" y="431819"/>
                  </a:lnTo>
                  <a:lnTo>
                    <a:pt x="2690343" y="480343"/>
                  </a:lnTo>
                  <a:lnTo>
                    <a:pt x="2650760" y="532474"/>
                  </a:lnTo>
                  <a:lnTo>
                    <a:pt x="2611085" y="588214"/>
                  </a:lnTo>
                  <a:lnTo>
                    <a:pt x="2571166" y="647494"/>
                  </a:lnTo>
                  <a:lnTo>
                    <a:pt x="2530905" y="710158"/>
                  </a:lnTo>
                  <a:lnTo>
                    <a:pt x="2490247" y="775969"/>
                  </a:lnTo>
                  <a:lnTo>
                    <a:pt x="2449180" y="844603"/>
                  </a:lnTo>
                  <a:lnTo>
                    <a:pt x="2407729" y="915653"/>
                  </a:lnTo>
                  <a:lnTo>
                    <a:pt x="2365950" y="988638"/>
                  </a:lnTo>
                  <a:lnTo>
                    <a:pt x="2323925" y="1063015"/>
                  </a:lnTo>
                  <a:lnTo>
                    <a:pt x="2281755" y="1138194"/>
                  </a:lnTo>
                  <a:lnTo>
                    <a:pt x="2239552" y="1213558"/>
                  </a:lnTo>
                  <a:lnTo>
                    <a:pt x="2197428" y="1288482"/>
                  </a:lnTo>
                  <a:lnTo>
                    <a:pt x="2155492" y="1362360"/>
                  </a:lnTo>
                  <a:lnTo>
                    <a:pt x="2113839" y="1434617"/>
                  </a:lnTo>
                  <a:lnTo>
                    <a:pt x="2072539" y="1504734"/>
                  </a:lnTo>
                  <a:lnTo>
                    <a:pt x="2031638" y="1572260"/>
                  </a:lnTo>
                  <a:lnTo>
                    <a:pt x="1991146" y="1636820"/>
                  </a:lnTo>
                  <a:lnTo>
                    <a:pt x="1951034" y="1698126"/>
                  </a:lnTo>
                  <a:lnTo>
                    <a:pt x="1911230" y="1755973"/>
                  </a:lnTo>
                  <a:lnTo>
                    <a:pt x="1871613" y="1810244"/>
                  </a:lnTo>
                  <a:lnTo>
                    <a:pt x="1832013" y="1860897"/>
                  </a:lnTo>
                  <a:lnTo>
                    <a:pt x="1792197" y="1907965"/>
                  </a:lnTo>
                  <a:lnTo>
                    <a:pt x="1768425" y="1934156"/>
                  </a:lnTo>
                  <a:lnTo>
                    <a:pt x="1719838" y="1983123"/>
                  </a:lnTo>
                  <a:lnTo>
                    <a:pt x="1669622" y="2027211"/>
                  </a:lnTo>
                  <a:lnTo>
                    <a:pt x="1617007" y="2066666"/>
                  </a:lnTo>
                  <a:lnTo>
                    <a:pt x="1561135" y="2101905"/>
                  </a:lnTo>
                  <a:lnTo>
                    <a:pt x="1501126" y="2133401"/>
                  </a:lnTo>
                  <a:lnTo>
                    <a:pt x="1436157" y="2161612"/>
                  </a:lnTo>
                  <a:lnTo>
                    <a:pt x="1365553" y="2186942"/>
                  </a:lnTo>
                  <a:lnTo>
                    <a:pt x="1288907" y="2209718"/>
                  </a:lnTo>
                  <a:lnTo>
                    <a:pt x="1206242" y="2230185"/>
                  </a:lnTo>
                  <a:lnTo>
                    <a:pt x="1118207" y="2248495"/>
                  </a:lnTo>
                  <a:lnTo>
                    <a:pt x="1026266" y="2264715"/>
                  </a:lnTo>
                  <a:lnTo>
                    <a:pt x="932839" y="2278843"/>
                  </a:lnTo>
                  <a:lnTo>
                    <a:pt x="841292" y="2290834"/>
                  </a:lnTo>
                  <a:lnTo>
                    <a:pt x="755681" y="2300644"/>
                  </a:lnTo>
                  <a:lnTo>
                    <a:pt x="680215" y="2308275"/>
                  </a:lnTo>
                  <a:lnTo>
                    <a:pt x="618490" y="2313825"/>
                  </a:lnTo>
                  <a:lnTo>
                    <a:pt x="572700" y="2317510"/>
                  </a:lnTo>
                  <a:lnTo>
                    <a:pt x="543065" y="2319654"/>
                  </a:lnTo>
                  <a:lnTo>
                    <a:pt x="527650" y="2320661"/>
                  </a:lnTo>
                  <a:lnTo>
                    <a:pt x="522532" y="2320965"/>
                  </a:lnTo>
                  <a:lnTo>
                    <a:pt x="522133" y="2320987"/>
                  </a:lnTo>
                  <a:lnTo>
                    <a:pt x="0" y="2320987"/>
                  </a:lnTo>
                  <a:close/>
                </a:path>
              </a:pathLst>
            </a:custGeom>
            <a:solidFill>
              <a:srgbClr val="F28E5B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1095" name="pl1095"/>
            <p:cNvSpPr/>
            <p:nvPr/>
          </p:nvSpPr>
          <p:spPr>
            <a:xfrm>
              <a:off x="386606" y="1146015"/>
              <a:ext cx="8554953" cy="4692799"/>
            </a:xfrm>
            <a:custGeom>
              <a:avLst/>
              <a:pathLst>
                <a:path w="8554953" h="4692799">
                  <a:moveTo>
                    <a:pt x="0" y="2320987"/>
                  </a:moveTo>
                  <a:lnTo>
                    <a:pt x="522133" y="2320987"/>
                  </a:lnTo>
                  <a:lnTo>
                    <a:pt x="523320" y="2320920"/>
                  </a:lnTo>
                  <a:lnTo>
                    <a:pt x="531091" y="2320446"/>
                  </a:lnTo>
                  <a:lnTo>
                    <a:pt x="550563" y="2319133"/>
                  </a:lnTo>
                  <a:lnTo>
                    <a:pt x="585077" y="2316554"/>
                  </a:lnTo>
                  <a:lnTo>
                    <a:pt x="635909" y="2312324"/>
                  </a:lnTo>
                  <a:lnTo>
                    <a:pt x="702188" y="2306148"/>
                  </a:lnTo>
                  <a:lnTo>
                    <a:pt x="781214" y="2297850"/>
                  </a:lnTo>
                  <a:lnTo>
                    <a:pt x="869113" y="2287364"/>
                  </a:lnTo>
                  <a:lnTo>
                    <a:pt x="961649" y="2274708"/>
                  </a:lnTo>
                  <a:lnTo>
                    <a:pt x="1054935" y="2259930"/>
                  </a:lnTo>
                  <a:lnTo>
                    <a:pt x="1145883" y="2243068"/>
                  </a:lnTo>
                  <a:lnTo>
                    <a:pt x="1232375" y="2224104"/>
                  </a:lnTo>
                  <a:lnTo>
                    <a:pt x="1313218" y="2202944"/>
                  </a:lnTo>
                  <a:lnTo>
                    <a:pt x="1387978" y="2179409"/>
                  </a:lnTo>
                  <a:lnTo>
                    <a:pt x="1456784" y="2153229"/>
                  </a:lnTo>
                  <a:lnTo>
                    <a:pt x="1520141" y="2124051"/>
                  </a:lnTo>
                  <a:lnTo>
                    <a:pt x="1578781" y="2091450"/>
                  </a:lnTo>
                  <a:lnTo>
                    <a:pt x="1633554" y="2054959"/>
                  </a:lnTo>
                  <a:lnTo>
                    <a:pt x="1685339" y="2014114"/>
                  </a:lnTo>
                  <a:lnTo>
                    <a:pt x="1734977" y="1968534"/>
                  </a:lnTo>
                  <a:lnTo>
                    <a:pt x="1768425" y="1934156"/>
                  </a:lnTo>
                  <a:lnTo>
                    <a:pt x="1808504" y="1889168"/>
                  </a:lnTo>
                  <a:lnTo>
                    <a:pt x="1848200" y="1840644"/>
                  </a:lnTo>
                  <a:lnTo>
                    <a:pt x="1887782" y="1788513"/>
                  </a:lnTo>
                  <a:lnTo>
                    <a:pt x="1927458" y="1732772"/>
                  </a:lnTo>
                  <a:lnTo>
                    <a:pt x="1967376" y="1673493"/>
                  </a:lnTo>
                  <a:lnTo>
                    <a:pt x="2007637" y="1610828"/>
                  </a:lnTo>
                  <a:lnTo>
                    <a:pt x="2048295" y="1545017"/>
                  </a:lnTo>
                  <a:lnTo>
                    <a:pt x="2089362" y="1476383"/>
                  </a:lnTo>
                  <a:lnTo>
                    <a:pt x="2130813" y="1405333"/>
                  </a:lnTo>
                  <a:lnTo>
                    <a:pt x="2172592" y="1332348"/>
                  </a:lnTo>
                  <a:lnTo>
                    <a:pt x="2214617" y="1257971"/>
                  </a:lnTo>
                  <a:lnTo>
                    <a:pt x="2256787" y="1182792"/>
                  </a:lnTo>
                  <a:lnTo>
                    <a:pt x="2298991" y="1107429"/>
                  </a:lnTo>
                  <a:lnTo>
                    <a:pt x="2341114" y="1032504"/>
                  </a:lnTo>
                  <a:lnTo>
                    <a:pt x="2383050" y="958626"/>
                  </a:lnTo>
                  <a:lnTo>
                    <a:pt x="2424704" y="886369"/>
                  </a:lnTo>
                  <a:lnTo>
                    <a:pt x="2466003" y="816252"/>
                  </a:lnTo>
                  <a:lnTo>
                    <a:pt x="2506904" y="748726"/>
                  </a:lnTo>
                  <a:lnTo>
                    <a:pt x="2547396" y="684166"/>
                  </a:lnTo>
                  <a:lnTo>
                    <a:pt x="2587508" y="622861"/>
                  </a:lnTo>
                  <a:lnTo>
                    <a:pt x="2627313" y="565013"/>
                  </a:lnTo>
                  <a:lnTo>
                    <a:pt x="2666929" y="510742"/>
                  </a:lnTo>
                  <a:lnTo>
                    <a:pt x="2706529" y="460089"/>
                  </a:lnTo>
                  <a:lnTo>
                    <a:pt x="2746345" y="413022"/>
                  </a:lnTo>
                  <a:lnTo>
                    <a:pt x="2770117" y="386831"/>
                  </a:lnTo>
                  <a:lnTo>
                    <a:pt x="2818704" y="337863"/>
                  </a:lnTo>
                  <a:lnTo>
                    <a:pt x="2868920" y="293775"/>
                  </a:lnTo>
                  <a:lnTo>
                    <a:pt x="2921535" y="254320"/>
                  </a:lnTo>
                  <a:lnTo>
                    <a:pt x="2977407" y="219081"/>
                  </a:lnTo>
                  <a:lnTo>
                    <a:pt x="3037416" y="187585"/>
                  </a:lnTo>
                  <a:lnTo>
                    <a:pt x="3102385" y="159374"/>
                  </a:lnTo>
                  <a:lnTo>
                    <a:pt x="3172989" y="134045"/>
                  </a:lnTo>
                  <a:lnTo>
                    <a:pt x="3249635" y="111268"/>
                  </a:lnTo>
                  <a:lnTo>
                    <a:pt x="3332300" y="90801"/>
                  </a:lnTo>
                  <a:lnTo>
                    <a:pt x="3420335" y="72491"/>
                  </a:lnTo>
                  <a:lnTo>
                    <a:pt x="3512276" y="56271"/>
                  </a:lnTo>
                  <a:lnTo>
                    <a:pt x="3605703" y="42143"/>
                  </a:lnTo>
                  <a:lnTo>
                    <a:pt x="3697251" y="30152"/>
                  </a:lnTo>
                  <a:lnTo>
                    <a:pt x="3782861" y="20343"/>
                  </a:lnTo>
                  <a:lnTo>
                    <a:pt x="3858327" y="12711"/>
                  </a:lnTo>
                  <a:lnTo>
                    <a:pt x="3920052" y="7161"/>
                  </a:lnTo>
                  <a:lnTo>
                    <a:pt x="3965843" y="3477"/>
                  </a:lnTo>
                  <a:lnTo>
                    <a:pt x="3995477" y="1332"/>
                  </a:lnTo>
                  <a:lnTo>
                    <a:pt x="4010893" y="325"/>
                  </a:lnTo>
                  <a:lnTo>
                    <a:pt x="4016010" y="21"/>
                  </a:lnTo>
                  <a:lnTo>
                    <a:pt x="4016409" y="0"/>
                  </a:lnTo>
                  <a:lnTo>
                    <a:pt x="4538543" y="0"/>
                  </a:lnTo>
                  <a:lnTo>
                    <a:pt x="4539415" y="98"/>
                  </a:lnTo>
                  <a:lnTo>
                    <a:pt x="4545166" y="797"/>
                  </a:lnTo>
                  <a:lnTo>
                    <a:pt x="4559716" y="2728"/>
                  </a:lnTo>
                  <a:lnTo>
                    <a:pt x="4585854" y="6533"/>
                  </a:lnTo>
                  <a:lnTo>
                    <a:pt x="4625059" y="12811"/>
                  </a:lnTo>
                  <a:lnTo>
                    <a:pt x="4677384" y="22067"/>
                  </a:lnTo>
                  <a:lnTo>
                    <a:pt x="4741531" y="34658"/>
                  </a:lnTo>
                  <a:lnTo>
                    <a:pt x="4815143" y="50785"/>
                  </a:lnTo>
                  <a:lnTo>
                    <a:pt x="4895251" y="70504"/>
                  </a:lnTo>
                  <a:lnTo>
                    <a:pt x="4978758" y="93779"/>
                  </a:lnTo>
                  <a:lnTo>
                    <a:pt x="5062841" y="120531"/>
                  </a:lnTo>
                  <a:lnTo>
                    <a:pt x="5145212" y="150705"/>
                  </a:lnTo>
                  <a:lnTo>
                    <a:pt x="5224223" y="184311"/>
                  </a:lnTo>
                  <a:lnTo>
                    <a:pt x="5298850" y="221458"/>
                  </a:lnTo>
                  <a:lnTo>
                    <a:pt x="5368609" y="262365"/>
                  </a:lnTo>
                  <a:lnTo>
                    <a:pt x="5433432" y="307376"/>
                  </a:lnTo>
                  <a:lnTo>
                    <a:pt x="5493561" y="356947"/>
                  </a:lnTo>
                  <a:lnTo>
                    <a:pt x="5549436" y="411642"/>
                  </a:lnTo>
                  <a:lnTo>
                    <a:pt x="5601625" y="472110"/>
                  </a:lnTo>
                  <a:lnTo>
                    <a:pt x="5650758" y="539048"/>
                  </a:lnTo>
                  <a:lnTo>
                    <a:pt x="5697477" y="613142"/>
                  </a:lnTo>
                  <a:lnTo>
                    <a:pt x="5742401" y="694967"/>
                  </a:lnTo>
                  <a:lnTo>
                    <a:pt x="5784835" y="782133"/>
                  </a:lnTo>
                  <a:lnTo>
                    <a:pt x="5814905" y="849606"/>
                  </a:lnTo>
                  <a:lnTo>
                    <a:pt x="5844718" y="921062"/>
                  </a:lnTo>
                  <a:lnTo>
                    <a:pt x="5874397" y="996582"/>
                  </a:lnTo>
                  <a:lnTo>
                    <a:pt x="5904046" y="1076205"/>
                  </a:lnTo>
                  <a:lnTo>
                    <a:pt x="5933748" y="1159927"/>
                  </a:lnTo>
                  <a:lnTo>
                    <a:pt x="5963568" y="1247696"/>
                  </a:lnTo>
                  <a:lnTo>
                    <a:pt x="5993557" y="1339408"/>
                  </a:lnTo>
                  <a:lnTo>
                    <a:pt x="6023748" y="1434908"/>
                  </a:lnTo>
                  <a:lnTo>
                    <a:pt x="6054163" y="1533984"/>
                  </a:lnTo>
                  <a:lnTo>
                    <a:pt x="6084809" y="1636370"/>
                  </a:lnTo>
                  <a:lnTo>
                    <a:pt x="6115681" y="1741747"/>
                  </a:lnTo>
                  <a:lnTo>
                    <a:pt x="6146762" y="1849744"/>
                  </a:lnTo>
                  <a:lnTo>
                    <a:pt x="6178029" y="1959945"/>
                  </a:lnTo>
                  <a:lnTo>
                    <a:pt x="6209447" y="2071896"/>
                  </a:lnTo>
                  <a:lnTo>
                    <a:pt x="6240977" y="2185106"/>
                  </a:lnTo>
                  <a:lnTo>
                    <a:pt x="6272574" y="2299063"/>
                  </a:lnTo>
                  <a:lnTo>
                    <a:pt x="6304191" y="2413241"/>
                  </a:lnTo>
                  <a:lnTo>
                    <a:pt x="6335780" y="2527107"/>
                  </a:lnTo>
                  <a:lnTo>
                    <a:pt x="6367293" y="2640138"/>
                  </a:lnTo>
                  <a:lnTo>
                    <a:pt x="6398688" y="2751823"/>
                  </a:lnTo>
                  <a:lnTo>
                    <a:pt x="6429925" y="2861679"/>
                  </a:lnTo>
                  <a:lnTo>
                    <a:pt x="6460973" y="2969257"/>
                  </a:lnTo>
                  <a:lnTo>
                    <a:pt x="6491806" y="3074147"/>
                  </a:lnTo>
                  <a:lnTo>
                    <a:pt x="6522413" y="3175989"/>
                  </a:lnTo>
                  <a:lnTo>
                    <a:pt x="6552789" y="3274471"/>
                  </a:lnTo>
                  <a:lnTo>
                    <a:pt x="6582944" y="3369337"/>
                  </a:lnTo>
                  <a:lnTo>
                    <a:pt x="6612901" y="3460385"/>
                  </a:lnTo>
                  <a:lnTo>
                    <a:pt x="6642697" y="3547468"/>
                  </a:lnTo>
                  <a:lnTo>
                    <a:pt x="6672385" y="3630492"/>
                  </a:lnTo>
                  <a:lnTo>
                    <a:pt x="6702032" y="3709412"/>
                  </a:lnTo>
                  <a:lnTo>
                    <a:pt x="6731727" y="3784234"/>
                  </a:lnTo>
                  <a:lnTo>
                    <a:pt x="6761574" y="3855003"/>
                  </a:lnTo>
                  <a:lnTo>
                    <a:pt x="6786527" y="3910665"/>
                  </a:lnTo>
                  <a:lnTo>
                    <a:pt x="6830230" y="4000291"/>
                  </a:lnTo>
                  <a:lnTo>
                    <a:pt x="6875198" y="4081888"/>
                  </a:lnTo>
                  <a:lnTo>
                    <a:pt x="6921978" y="4155768"/>
                  </a:lnTo>
                  <a:lnTo>
                    <a:pt x="6971189" y="4222510"/>
                  </a:lnTo>
                  <a:lnTo>
                    <a:pt x="7023475" y="4282803"/>
                  </a:lnTo>
                  <a:lnTo>
                    <a:pt x="7079465" y="4337342"/>
                  </a:lnTo>
                  <a:lnTo>
                    <a:pt x="7139723" y="4386775"/>
                  </a:lnTo>
                  <a:lnTo>
                    <a:pt x="7204686" y="4431662"/>
                  </a:lnTo>
                  <a:lnTo>
                    <a:pt x="7274587" y="4472458"/>
                  </a:lnTo>
                  <a:lnTo>
                    <a:pt x="7349349" y="4509500"/>
                  </a:lnTo>
                  <a:lnTo>
                    <a:pt x="7428474" y="4543007"/>
                  </a:lnTo>
                  <a:lnTo>
                    <a:pt x="7510920" y="4573083"/>
                  </a:lnTo>
                  <a:lnTo>
                    <a:pt x="7595021" y="4599736"/>
                  </a:lnTo>
                  <a:lnTo>
                    <a:pt x="7678472" y="4622909"/>
                  </a:lnTo>
                  <a:lnTo>
                    <a:pt x="7758437" y="4642527"/>
                  </a:lnTo>
                  <a:lnTo>
                    <a:pt x="7831817" y="4658551"/>
                  </a:lnTo>
                  <a:lnTo>
                    <a:pt x="7895653" y="4671042"/>
                  </a:lnTo>
                  <a:lnTo>
                    <a:pt x="7947614" y="4680206"/>
                  </a:lnTo>
                  <a:lnTo>
                    <a:pt x="7986437" y="4686406"/>
                  </a:lnTo>
                  <a:lnTo>
                    <a:pt x="8012215" y="4690149"/>
                  </a:lnTo>
                  <a:lnTo>
                    <a:pt x="8026467" y="4692036"/>
                  </a:lnTo>
                  <a:lnTo>
                    <a:pt x="8032019" y="4692709"/>
                  </a:lnTo>
                  <a:lnTo>
                    <a:pt x="8032819" y="4692799"/>
                  </a:lnTo>
                  <a:lnTo>
                    <a:pt x="8554953" y="4692799"/>
                  </a:lnTo>
                  <a:lnTo>
                    <a:pt x="8554953" y="4692799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096" name="pl1096"/>
            <p:cNvSpPr/>
            <p:nvPr/>
          </p:nvSpPr>
          <p:spPr>
            <a:xfrm>
              <a:off x="386606" y="1140367"/>
              <a:ext cx="8554953" cy="4692799"/>
            </a:xfrm>
            <a:custGeom>
              <a:avLst/>
              <a:pathLst>
                <a:path w="8554953" h="4692799">
                  <a:moveTo>
                    <a:pt x="8554953" y="4692799"/>
                  </a:moveTo>
                  <a:lnTo>
                    <a:pt x="8032819" y="4692799"/>
                  </a:lnTo>
                  <a:lnTo>
                    <a:pt x="8031947" y="4692701"/>
                  </a:lnTo>
                  <a:lnTo>
                    <a:pt x="8026196" y="4692002"/>
                  </a:lnTo>
                  <a:lnTo>
                    <a:pt x="8011646" y="4690070"/>
                  </a:lnTo>
                  <a:lnTo>
                    <a:pt x="7985508" y="4686266"/>
                  </a:lnTo>
                  <a:lnTo>
                    <a:pt x="7946303" y="4679987"/>
                  </a:lnTo>
                  <a:lnTo>
                    <a:pt x="7893978" y="4670732"/>
                  </a:lnTo>
                  <a:lnTo>
                    <a:pt x="7829831" y="4658140"/>
                  </a:lnTo>
                  <a:lnTo>
                    <a:pt x="7756219" y="4642014"/>
                  </a:lnTo>
                  <a:lnTo>
                    <a:pt x="7676111" y="4622294"/>
                  </a:lnTo>
                  <a:lnTo>
                    <a:pt x="7592604" y="4599019"/>
                  </a:lnTo>
                  <a:lnTo>
                    <a:pt x="7508521" y="4572267"/>
                  </a:lnTo>
                  <a:lnTo>
                    <a:pt x="7426150" y="4542093"/>
                  </a:lnTo>
                  <a:lnTo>
                    <a:pt x="7347139" y="4508487"/>
                  </a:lnTo>
                  <a:lnTo>
                    <a:pt x="7272511" y="4471341"/>
                  </a:lnTo>
                  <a:lnTo>
                    <a:pt x="7202753" y="4430433"/>
                  </a:lnTo>
                  <a:lnTo>
                    <a:pt x="7137930" y="4385422"/>
                  </a:lnTo>
                  <a:lnTo>
                    <a:pt x="7077801" y="4335851"/>
                  </a:lnTo>
                  <a:lnTo>
                    <a:pt x="7021926" y="4281156"/>
                  </a:lnTo>
                  <a:lnTo>
                    <a:pt x="6969737" y="4220688"/>
                  </a:lnTo>
                  <a:lnTo>
                    <a:pt x="6920604" y="4153750"/>
                  </a:lnTo>
                  <a:lnTo>
                    <a:pt x="6873885" y="4079656"/>
                  </a:lnTo>
                  <a:lnTo>
                    <a:pt x="6828961" y="3997831"/>
                  </a:lnTo>
                  <a:lnTo>
                    <a:pt x="6786527" y="3910665"/>
                  </a:lnTo>
                  <a:lnTo>
                    <a:pt x="6756457" y="3843192"/>
                  </a:lnTo>
                  <a:lnTo>
                    <a:pt x="6726644" y="3771736"/>
                  </a:lnTo>
                  <a:lnTo>
                    <a:pt x="6696965" y="3696216"/>
                  </a:lnTo>
                  <a:lnTo>
                    <a:pt x="6667316" y="3616593"/>
                  </a:lnTo>
                  <a:lnTo>
                    <a:pt x="6637614" y="3532871"/>
                  </a:lnTo>
                  <a:lnTo>
                    <a:pt x="6607794" y="3445102"/>
                  </a:lnTo>
                  <a:lnTo>
                    <a:pt x="6577805" y="3353390"/>
                  </a:lnTo>
                  <a:lnTo>
                    <a:pt x="6547614" y="3257890"/>
                  </a:lnTo>
                  <a:lnTo>
                    <a:pt x="6517199" y="3158814"/>
                  </a:lnTo>
                  <a:lnTo>
                    <a:pt x="6486553" y="3056428"/>
                  </a:lnTo>
                  <a:lnTo>
                    <a:pt x="6455681" y="2951052"/>
                  </a:lnTo>
                  <a:lnTo>
                    <a:pt x="6424600" y="2843054"/>
                  </a:lnTo>
                  <a:lnTo>
                    <a:pt x="6393333" y="2732853"/>
                  </a:lnTo>
                  <a:lnTo>
                    <a:pt x="6361915" y="2620902"/>
                  </a:lnTo>
                  <a:lnTo>
                    <a:pt x="6330385" y="2507692"/>
                  </a:lnTo>
                  <a:lnTo>
                    <a:pt x="6298788" y="2393735"/>
                  </a:lnTo>
                  <a:lnTo>
                    <a:pt x="6267171" y="2279558"/>
                  </a:lnTo>
                  <a:lnTo>
                    <a:pt x="6235582" y="2165691"/>
                  </a:lnTo>
                  <a:lnTo>
                    <a:pt x="6204069" y="2052661"/>
                  </a:lnTo>
                  <a:lnTo>
                    <a:pt x="6172674" y="1940975"/>
                  </a:lnTo>
                  <a:lnTo>
                    <a:pt x="6141437" y="1831119"/>
                  </a:lnTo>
                  <a:lnTo>
                    <a:pt x="6110389" y="1723541"/>
                  </a:lnTo>
                  <a:lnTo>
                    <a:pt x="6079556" y="1618651"/>
                  </a:lnTo>
                  <a:lnTo>
                    <a:pt x="6048949" y="1516810"/>
                  </a:lnTo>
                  <a:lnTo>
                    <a:pt x="6018573" y="1418328"/>
                  </a:lnTo>
                  <a:lnTo>
                    <a:pt x="5988418" y="1323462"/>
                  </a:lnTo>
                  <a:lnTo>
                    <a:pt x="5958461" y="1232413"/>
                  </a:lnTo>
                  <a:lnTo>
                    <a:pt x="5928665" y="1145330"/>
                  </a:lnTo>
                  <a:lnTo>
                    <a:pt x="5898977" y="1062307"/>
                  </a:lnTo>
                  <a:lnTo>
                    <a:pt x="5869330" y="983386"/>
                  </a:lnTo>
                  <a:lnTo>
                    <a:pt x="5839635" y="908564"/>
                  </a:lnTo>
                  <a:lnTo>
                    <a:pt x="5809788" y="837795"/>
                  </a:lnTo>
                  <a:lnTo>
                    <a:pt x="5784835" y="782133"/>
                  </a:lnTo>
                  <a:lnTo>
                    <a:pt x="5741132" y="692507"/>
                  </a:lnTo>
                  <a:lnTo>
                    <a:pt x="5696164" y="610911"/>
                  </a:lnTo>
                  <a:lnTo>
                    <a:pt x="5649384" y="537031"/>
                  </a:lnTo>
                  <a:lnTo>
                    <a:pt x="5600173" y="470288"/>
                  </a:lnTo>
                  <a:lnTo>
                    <a:pt x="5547887" y="409996"/>
                  </a:lnTo>
                  <a:lnTo>
                    <a:pt x="5491897" y="355456"/>
                  </a:lnTo>
                  <a:lnTo>
                    <a:pt x="5431639" y="306023"/>
                  </a:lnTo>
                  <a:lnTo>
                    <a:pt x="5366676" y="261136"/>
                  </a:lnTo>
                  <a:lnTo>
                    <a:pt x="5296775" y="220341"/>
                  </a:lnTo>
                  <a:lnTo>
                    <a:pt x="5222013" y="183298"/>
                  </a:lnTo>
                  <a:lnTo>
                    <a:pt x="5142888" y="149791"/>
                  </a:lnTo>
                  <a:lnTo>
                    <a:pt x="5060442" y="119715"/>
                  </a:lnTo>
                  <a:lnTo>
                    <a:pt x="4976341" y="93062"/>
                  </a:lnTo>
                  <a:lnTo>
                    <a:pt x="4892890" y="69889"/>
                  </a:lnTo>
                  <a:lnTo>
                    <a:pt x="4812925" y="50272"/>
                  </a:lnTo>
                  <a:lnTo>
                    <a:pt x="4739545" y="34248"/>
                  </a:lnTo>
                  <a:lnTo>
                    <a:pt x="4675709" y="21756"/>
                  </a:lnTo>
                  <a:lnTo>
                    <a:pt x="4623748" y="12592"/>
                  </a:lnTo>
                  <a:lnTo>
                    <a:pt x="4584925" y="6392"/>
                  </a:lnTo>
                  <a:lnTo>
                    <a:pt x="4559147" y="2649"/>
                  </a:lnTo>
                  <a:lnTo>
                    <a:pt x="4544895" y="762"/>
                  </a:lnTo>
                  <a:lnTo>
                    <a:pt x="4539343" y="89"/>
                  </a:lnTo>
                  <a:lnTo>
                    <a:pt x="4538543" y="0"/>
                  </a:lnTo>
                  <a:lnTo>
                    <a:pt x="4016409" y="0"/>
                  </a:lnTo>
                  <a:lnTo>
                    <a:pt x="4015222" y="66"/>
                  </a:lnTo>
                  <a:lnTo>
                    <a:pt x="4007452" y="541"/>
                  </a:lnTo>
                  <a:lnTo>
                    <a:pt x="3987979" y="1853"/>
                  </a:lnTo>
                  <a:lnTo>
                    <a:pt x="3953465" y="4432"/>
                  </a:lnTo>
                  <a:lnTo>
                    <a:pt x="3902634" y="8663"/>
                  </a:lnTo>
                  <a:lnTo>
                    <a:pt x="3836354" y="14838"/>
                  </a:lnTo>
                  <a:lnTo>
                    <a:pt x="3757328" y="23136"/>
                  </a:lnTo>
                  <a:lnTo>
                    <a:pt x="3669429" y="33622"/>
                  </a:lnTo>
                  <a:lnTo>
                    <a:pt x="3576893" y="46279"/>
                  </a:lnTo>
                  <a:lnTo>
                    <a:pt x="3483607" y="61056"/>
                  </a:lnTo>
                  <a:lnTo>
                    <a:pt x="3392659" y="77918"/>
                  </a:lnTo>
                  <a:lnTo>
                    <a:pt x="3306167" y="96883"/>
                  </a:lnTo>
                  <a:lnTo>
                    <a:pt x="3225324" y="118042"/>
                  </a:lnTo>
                  <a:lnTo>
                    <a:pt x="3150564" y="141577"/>
                  </a:lnTo>
                  <a:lnTo>
                    <a:pt x="3081758" y="167757"/>
                  </a:lnTo>
                  <a:lnTo>
                    <a:pt x="3018401" y="196936"/>
                  </a:lnTo>
                  <a:lnTo>
                    <a:pt x="2959761" y="229537"/>
                  </a:lnTo>
                  <a:lnTo>
                    <a:pt x="2904988" y="266027"/>
                  </a:lnTo>
                  <a:lnTo>
                    <a:pt x="2853203" y="306873"/>
                  </a:lnTo>
                  <a:lnTo>
                    <a:pt x="2803566" y="352453"/>
                  </a:lnTo>
                  <a:lnTo>
                    <a:pt x="2770117" y="386831"/>
                  </a:lnTo>
                  <a:lnTo>
                    <a:pt x="2730039" y="431819"/>
                  </a:lnTo>
                  <a:lnTo>
                    <a:pt x="2690343" y="480343"/>
                  </a:lnTo>
                  <a:lnTo>
                    <a:pt x="2650760" y="532474"/>
                  </a:lnTo>
                  <a:lnTo>
                    <a:pt x="2611085" y="588214"/>
                  </a:lnTo>
                  <a:lnTo>
                    <a:pt x="2571166" y="647494"/>
                  </a:lnTo>
                  <a:lnTo>
                    <a:pt x="2530905" y="710158"/>
                  </a:lnTo>
                  <a:lnTo>
                    <a:pt x="2490247" y="775969"/>
                  </a:lnTo>
                  <a:lnTo>
                    <a:pt x="2449180" y="844603"/>
                  </a:lnTo>
                  <a:lnTo>
                    <a:pt x="2407729" y="915653"/>
                  </a:lnTo>
                  <a:lnTo>
                    <a:pt x="2365950" y="988638"/>
                  </a:lnTo>
                  <a:lnTo>
                    <a:pt x="2323925" y="1063015"/>
                  </a:lnTo>
                  <a:lnTo>
                    <a:pt x="2281755" y="1138194"/>
                  </a:lnTo>
                  <a:lnTo>
                    <a:pt x="2239552" y="1213558"/>
                  </a:lnTo>
                  <a:lnTo>
                    <a:pt x="2197428" y="1288482"/>
                  </a:lnTo>
                  <a:lnTo>
                    <a:pt x="2155492" y="1362360"/>
                  </a:lnTo>
                  <a:lnTo>
                    <a:pt x="2113839" y="1434617"/>
                  </a:lnTo>
                  <a:lnTo>
                    <a:pt x="2072539" y="1504734"/>
                  </a:lnTo>
                  <a:lnTo>
                    <a:pt x="2031638" y="1572260"/>
                  </a:lnTo>
                  <a:lnTo>
                    <a:pt x="1991146" y="1636820"/>
                  </a:lnTo>
                  <a:lnTo>
                    <a:pt x="1951034" y="1698126"/>
                  </a:lnTo>
                  <a:lnTo>
                    <a:pt x="1911230" y="1755973"/>
                  </a:lnTo>
                  <a:lnTo>
                    <a:pt x="1871613" y="1810244"/>
                  </a:lnTo>
                  <a:lnTo>
                    <a:pt x="1832013" y="1860897"/>
                  </a:lnTo>
                  <a:lnTo>
                    <a:pt x="1792197" y="1907965"/>
                  </a:lnTo>
                  <a:lnTo>
                    <a:pt x="1768425" y="1934156"/>
                  </a:lnTo>
                  <a:lnTo>
                    <a:pt x="1719838" y="1983123"/>
                  </a:lnTo>
                  <a:lnTo>
                    <a:pt x="1669622" y="2027211"/>
                  </a:lnTo>
                  <a:lnTo>
                    <a:pt x="1617007" y="2066666"/>
                  </a:lnTo>
                  <a:lnTo>
                    <a:pt x="1561135" y="2101905"/>
                  </a:lnTo>
                  <a:lnTo>
                    <a:pt x="1501126" y="2133401"/>
                  </a:lnTo>
                  <a:lnTo>
                    <a:pt x="1436157" y="2161612"/>
                  </a:lnTo>
                  <a:lnTo>
                    <a:pt x="1365553" y="2186942"/>
                  </a:lnTo>
                  <a:lnTo>
                    <a:pt x="1288907" y="2209718"/>
                  </a:lnTo>
                  <a:lnTo>
                    <a:pt x="1206242" y="2230185"/>
                  </a:lnTo>
                  <a:lnTo>
                    <a:pt x="1118207" y="2248495"/>
                  </a:lnTo>
                  <a:lnTo>
                    <a:pt x="1026266" y="2264715"/>
                  </a:lnTo>
                  <a:lnTo>
                    <a:pt x="932839" y="2278843"/>
                  </a:lnTo>
                  <a:lnTo>
                    <a:pt x="841292" y="2290834"/>
                  </a:lnTo>
                  <a:lnTo>
                    <a:pt x="755681" y="2300644"/>
                  </a:lnTo>
                  <a:lnTo>
                    <a:pt x="680215" y="2308275"/>
                  </a:lnTo>
                  <a:lnTo>
                    <a:pt x="618490" y="2313825"/>
                  </a:lnTo>
                  <a:lnTo>
                    <a:pt x="572700" y="2317510"/>
                  </a:lnTo>
                  <a:lnTo>
                    <a:pt x="543065" y="2319654"/>
                  </a:lnTo>
                  <a:lnTo>
                    <a:pt x="527650" y="2320661"/>
                  </a:lnTo>
                  <a:lnTo>
                    <a:pt x="522532" y="2320965"/>
                  </a:lnTo>
                  <a:lnTo>
                    <a:pt x="522133" y="2320987"/>
                  </a:lnTo>
                  <a:lnTo>
                    <a:pt x="0" y="2320987"/>
                  </a:lnTo>
                  <a:lnTo>
                    <a:pt x="0" y="2320987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097" name="pg1097"/>
            <p:cNvSpPr/>
            <p:nvPr/>
          </p:nvSpPr>
          <p:spPr>
            <a:xfrm>
              <a:off x="386606" y="3116877"/>
              <a:ext cx="8554953" cy="632483"/>
            </a:xfrm>
            <a:custGeom>
              <a:avLst/>
              <a:pathLst>
                <a:path w="8554953" h="632483">
                  <a:moveTo>
                    <a:pt x="0" y="632483"/>
                  </a:moveTo>
                  <a:lnTo>
                    <a:pt x="522133" y="632483"/>
                  </a:lnTo>
                  <a:lnTo>
                    <a:pt x="523402" y="632474"/>
                  </a:lnTo>
                  <a:lnTo>
                    <a:pt x="531695" y="632415"/>
                  </a:lnTo>
                  <a:lnTo>
                    <a:pt x="552428" y="632251"/>
                  </a:lnTo>
                  <a:lnTo>
                    <a:pt x="589057" y="631928"/>
                  </a:lnTo>
                  <a:lnTo>
                    <a:pt x="642759" y="631400"/>
                  </a:lnTo>
                  <a:lnTo>
                    <a:pt x="712381" y="630631"/>
                  </a:lnTo>
                  <a:lnTo>
                    <a:pt x="794832" y="629601"/>
                  </a:lnTo>
                  <a:lnTo>
                    <a:pt x="885859" y="628304"/>
                  </a:lnTo>
                  <a:lnTo>
                    <a:pt x="980950" y="626742"/>
                  </a:lnTo>
                  <a:lnTo>
                    <a:pt x="1076083" y="624922"/>
                  </a:lnTo>
                  <a:lnTo>
                    <a:pt x="1168176" y="622848"/>
                  </a:lnTo>
                  <a:lnTo>
                    <a:pt x="1255208" y="620514"/>
                  </a:lnTo>
                  <a:lnTo>
                    <a:pt x="1336137" y="617908"/>
                  </a:lnTo>
                  <a:lnTo>
                    <a:pt x="1410692" y="615002"/>
                  </a:lnTo>
                  <a:lnTo>
                    <a:pt x="1479152" y="611761"/>
                  </a:lnTo>
                  <a:lnTo>
                    <a:pt x="1542154" y="608136"/>
                  </a:lnTo>
                  <a:lnTo>
                    <a:pt x="1600539" y="604072"/>
                  </a:lnTo>
                  <a:lnTo>
                    <a:pt x="1655235" y="599510"/>
                  </a:lnTo>
                  <a:lnTo>
                    <a:pt x="1707177" y="594395"/>
                  </a:lnTo>
                  <a:lnTo>
                    <a:pt x="1757222" y="588688"/>
                  </a:lnTo>
                  <a:lnTo>
                    <a:pt x="1768425" y="587305"/>
                  </a:lnTo>
                  <a:lnTo>
                    <a:pt x="1822255" y="580139"/>
                  </a:lnTo>
                  <a:lnTo>
                    <a:pt x="1875566" y="572220"/>
                  </a:lnTo>
                  <a:lnTo>
                    <a:pt x="1928934" y="563536"/>
                  </a:lnTo>
                  <a:lnTo>
                    <a:pt x="1982744" y="554107"/>
                  </a:lnTo>
                  <a:lnTo>
                    <a:pt x="2037216" y="543980"/>
                  </a:lnTo>
                  <a:lnTo>
                    <a:pt x="2092425" y="533236"/>
                  </a:lnTo>
                  <a:lnTo>
                    <a:pt x="2148321" y="521990"/>
                  </a:lnTo>
                  <a:lnTo>
                    <a:pt x="2204750" y="510382"/>
                  </a:lnTo>
                  <a:lnTo>
                    <a:pt x="2261485" y="498575"/>
                  </a:lnTo>
                  <a:lnTo>
                    <a:pt x="2318258" y="486744"/>
                  </a:lnTo>
                  <a:lnTo>
                    <a:pt x="2374796" y="475064"/>
                  </a:lnTo>
                  <a:lnTo>
                    <a:pt x="2430857" y="463704"/>
                  </a:lnTo>
                  <a:lnTo>
                    <a:pt x="2486264" y="452810"/>
                  </a:lnTo>
                  <a:lnTo>
                    <a:pt x="2540937" y="442504"/>
                  </a:lnTo>
                  <a:lnTo>
                    <a:pt x="2594913" y="432877"/>
                  </a:lnTo>
                  <a:lnTo>
                    <a:pt x="2648371" y="423986"/>
                  </a:lnTo>
                  <a:lnTo>
                    <a:pt x="2701649" y="415857"/>
                  </a:lnTo>
                  <a:lnTo>
                    <a:pt x="2755267" y="408487"/>
                  </a:lnTo>
                  <a:lnTo>
                    <a:pt x="2770117" y="406596"/>
                  </a:lnTo>
                  <a:lnTo>
                    <a:pt x="2819835" y="400753"/>
                  </a:lnTo>
                  <a:lnTo>
                    <a:pt x="2871274" y="395505"/>
                  </a:lnTo>
                  <a:lnTo>
                    <a:pt x="2925263" y="390822"/>
                  </a:lnTo>
                  <a:lnTo>
                    <a:pt x="2982725" y="386650"/>
                  </a:lnTo>
                  <a:lnTo>
                    <a:pt x="3044597" y="382930"/>
                  </a:lnTo>
                  <a:lnTo>
                    <a:pt x="3111750" y="379606"/>
                  </a:lnTo>
                  <a:lnTo>
                    <a:pt x="3184876" y="376627"/>
                  </a:lnTo>
                  <a:lnTo>
                    <a:pt x="3264355" y="373955"/>
                  </a:lnTo>
                  <a:lnTo>
                    <a:pt x="3350059" y="371562"/>
                  </a:lnTo>
                  <a:lnTo>
                    <a:pt x="3441139" y="369429"/>
                  </a:lnTo>
                  <a:lnTo>
                    <a:pt x="3535813" y="367551"/>
                  </a:lnTo>
                  <a:lnTo>
                    <a:pt x="3631238" y="365930"/>
                  </a:lnTo>
                  <a:lnTo>
                    <a:pt x="3723579" y="364572"/>
                  </a:lnTo>
                  <a:lnTo>
                    <a:pt x="3808380" y="363481"/>
                  </a:lnTo>
                  <a:lnTo>
                    <a:pt x="3881250" y="362654"/>
                  </a:lnTo>
                  <a:lnTo>
                    <a:pt x="3938757" y="362073"/>
                  </a:lnTo>
                  <a:lnTo>
                    <a:pt x="3979254" y="361708"/>
                  </a:lnTo>
                  <a:lnTo>
                    <a:pt x="4003379" y="361512"/>
                  </a:lnTo>
                  <a:lnTo>
                    <a:pt x="4014093" y="361434"/>
                  </a:lnTo>
                  <a:lnTo>
                    <a:pt x="4016409" y="361418"/>
                  </a:lnTo>
                  <a:lnTo>
                    <a:pt x="4538543" y="361418"/>
                  </a:lnTo>
                  <a:lnTo>
                    <a:pt x="4539811" y="361408"/>
                  </a:lnTo>
                  <a:lnTo>
                    <a:pt x="4548098" y="361330"/>
                  </a:lnTo>
                  <a:lnTo>
                    <a:pt x="4568818" y="361114"/>
                  </a:lnTo>
                  <a:lnTo>
                    <a:pt x="4605424" y="360691"/>
                  </a:lnTo>
                  <a:lnTo>
                    <a:pt x="4659095" y="359999"/>
                  </a:lnTo>
                  <a:lnTo>
                    <a:pt x="4728682" y="358990"/>
                  </a:lnTo>
                  <a:lnTo>
                    <a:pt x="4811097" y="357639"/>
                  </a:lnTo>
                  <a:lnTo>
                    <a:pt x="4902092" y="355937"/>
                  </a:lnTo>
                  <a:lnTo>
                    <a:pt x="4997156" y="353888"/>
                  </a:lnTo>
                  <a:lnTo>
                    <a:pt x="5092270" y="351501"/>
                  </a:lnTo>
                  <a:lnTo>
                    <a:pt x="5184351" y="348780"/>
                  </a:lnTo>
                  <a:lnTo>
                    <a:pt x="5271379" y="345719"/>
                  </a:lnTo>
                  <a:lnTo>
                    <a:pt x="5352308" y="342300"/>
                  </a:lnTo>
                  <a:lnTo>
                    <a:pt x="5426865" y="338489"/>
                  </a:lnTo>
                  <a:lnTo>
                    <a:pt x="5495329" y="334237"/>
                  </a:lnTo>
                  <a:lnTo>
                    <a:pt x="5558335" y="329482"/>
                  </a:lnTo>
                  <a:lnTo>
                    <a:pt x="5616721" y="324152"/>
                  </a:lnTo>
                  <a:lnTo>
                    <a:pt x="5671418" y="318169"/>
                  </a:lnTo>
                  <a:lnTo>
                    <a:pt x="5723358" y="311460"/>
                  </a:lnTo>
                  <a:lnTo>
                    <a:pt x="5773398" y="303975"/>
                  </a:lnTo>
                  <a:lnTo>
                    <a:pt x="5784835" y="302123"/>
                  </a:lnTo>
                  <a:lnTo>
                    <a:pt x="5838365" y="292773"/>
                  </a:lnTo>
                  <a:lnTo>
                    <a:pt x="5891377" y="282446"/>
                  </a:lnTo>
                  <a:lnTo>
                    <a:pt x="5944442" y="271127"/>
                  </a:lnTo>
                  <a:lnTo>
                    <a:pt x="5997938" y="258838"/>
                  </a:lnTo>
                  <a:lnTo>
                    <a:pt x="6052087" y="245643"/>
                  </a:lnTo>
                  <a:lnTo>
                    <a:pt x="6106964" y="231644"/>
                  </a:lnTo>
                  <a:lnTo>
                    <a:pt x="6162523" y="216987"/>
                  </a:lnTo>
                  <a:lnTo>
                    <a:pt x="6218617" y="201853"/>
                  </a:lnTo>
                  <a:lnTo>
                    <a:pt x="6275025" y="186450"/>
                  </a:lnTo>
                  <a:lnTo>
                    <a:pt x="6331484" y="171005"/>
                  </a:lnTo>
                  <a:lnTo>
                    <a:pt x="6387726" y="155743"/>
                  </a:lnTo>
                  <a:lnTo>
                    <a:pt x="6443508" y="140883"/>
                  </a:lnTo>
                  <a:lnTo>
                    <a:pt x="6498654" y="126617"/>
                  </a:lnTo>
                  <a:lnTo>
                    <a:pt x="6553076" y="113104"/>
                  </a:lnTo>
                  <a:lnTo>
                    <a:pt x="6606800" y="100464"/>
                  </a:lnTo>
                  <a:lnTo>
                    <a:pt x="6659992" y="88774"/>
                  </a:lnTo>
                  <a:lnTo>
                    <a:pt x="6712968" y="78072"/>
                  </a:lnTo>
                  <a:lnTo>
                    <a:pt x="6766223" y="68357"/>
                  </a:lnTo>
                  <a:lnTo>
                    <a:pt x="6786527" y="64942"/>
                  </a:lnTo>
                  <a:lnTo>
                    <a:pt x="6836232" y="57274"/>
                  </a:lnTo>
                  <a:lnTo>
                    <a:pt x="6887659" y="50389"/>
                  </a:lnTo>
                  <a:lnTo>
                    <a:pt x="6941633" y="44243"/>
                  </a:lnTo>
                  <a:lnTo>
                    <a:pt x="6999078" y="38768"/>
                  </a:lnTo>
                  <a:lnTo>
                    <a:pt x="7060931" y="33886"/>
                  </a:lnTo>
                  <a:lnTo>
                    <a:pt x="7128060" y="29523"/>
                  </a:lnTo>
                  <a:lnTo>
                    <a:pt x="7201160" y="25614"/>
                  </a:lnTo>
                  <a:lnTo>
                    <a:pt x="7280608" y="22108"/>
                  </a:lnTo>
                  <a:lnTo>
                    <a:pt x="7366280" y="18966"/>
                  </a:lnTo>
                  <a:lnTo>
                    <a:pt x="7457328" y="16167"/>
                  </a:lnTo>
                  <a:lnTo>
                    <a:pt x="7551974" y="13702"/>
                  </a:lnTo>
                  <a:lnTo>
                    <a:pt x="7647379" y="11574"/>
                  </a:lnTo>
                  <a:lnTo>
                    <a:pt x="7739714" y="9790"/>
                  </a:lnTo>
                  <a:lnTo>
                    <a:pt x="7824526" y="8358"/>
                  </a:lnTo>
                  <a:lnTo>
                    <a:pt x="7897427" y="7271"/>
                  </a:lnTo>
                  <a:lnTo>
                    <a:pt x="7954980" y="6509"/>
                  </a:lnTo>
                  <a:lnTo>
                    <a:pt x="7995535" y="6028"/>
                  </a:lnTo>
                  <a:lnTo>
                    <a:pt x="8019718" y="5771"/>
                  </a:lnTo>
                  <a:lnTo>
                    <a:pt x="8030478" y="5667"/>
                  </a:lnTo>
                  <a:lnTo>
                    <a:pt x="8032819" y="5647"/>
                  </a:lnTo>
                  <a:lnTo>
                    <a:pt x="8554953" y="5647"/>
                  </a:lnTo>
                  <a:lnTo>
                    <a:pt x="8554953" y="0"/>
                  </a:lnTo>
                  <a:lnTo>
                    <a:pt x="8032819" y="0"/>
                  </a:lnTo>
                  <a:lnTo>
                    <a:pt x="8031551" y="10"/>
                  </a:lnTo>
                  <a:lnTo>
                    <a:pt x="8023264" y="88"/>
                  </a:lnTo>
                  <a:lnTo>
                    <a:pt x="8002544" y="304"/>
                  </a:lnTo>
                  <a:lnTo>
                    <a:pt x="7965938" y="727"/>
                  </a:lnTo>
                  <a:lnTo>
                    <a:pt x="7912267" y="1419"/>
                  </a:lnTo>
                  <a:lnTo>
                    <a:pt x="7842680" y="2428"/>
                  </a:lnTo>
                  <a:lnTo>
                    <a:pt x="7760265" y="3779"/>
                  </a:lnTo>
                  <a:lnTo>
                    <a:pt x="7669270" y="5481"/>
                  </a:lnTo>
                  <a:lnTo>
                    <a:pt x="7574206" y="7530"/>
                  </a:lnTo>
                  <a:lnTo>
                    <a:pt x="7479092" y="9917"/>
                  </a:lnTo>
                  <a:lnTo>
                    <a:pt x="7387010" y="12638"/>
                  </a:lnTo>
                  <a:lnTo>
                    <a:pt x="7299983" y="15699"/>
                  </a:lnTo>
                  <a:lnTo>
                    <a:pt x="7219054" y="19118"/>
                  </a:lnTo>
                  <a:lnTo>
                    <a:pt x="7144497" y="22929"/>
                  </a:lnTo>
                  <a:lnTo>
                    <a:pt x="7076033" y="27181"/>
                  </a:lnTo>
                  <a:lnTo>
                    <a:pt x="7013027" y="31936"/>
                  </a:lnTo>
                  <a:lnTo>
                    <a:pt x="6954641" y="37266"/>
                  </a:lnTo>
                  <a:lnTo>
                    <a:pt x="6899944" y="43249"/>
                  </a:lnTo>
                  <a:lnTo>
                    <a:pt x="6848004" y="49958"/>
                  </a:lnTo>
                  <a:lnTo>
                    <a:pt x="6797964" y="57443"/>
                  </a:lnTo>
                  <a:lnTo>
                    <a:pt x="6786527" y="59295"/>
                  </a:lnTo>
                  <a:lnTo>
                    <a:pt x="6732997" y="68644"/>
                  </a:lnTo>
                  <a:lnTo>
                    <a:pt x="6679985" y="78972"/>
                  </a:lnTo>
                  <a:lnTo>
                    <a:pt x="6626920" y="90291"/>
                  </a:lnTo>
                  <a:lnTo>
                    <a:pt x="6573424" y="102580"/>
                  </a:lnTo>
                  <a:lnTo>
                    <a:pt x="6519275" y="115775"/>
                  </a:lnTo>
                  <a:lnTo>
                    <a:pt x="6464398" y="129774"/>
                  </a:lnTo>
                  <a:lnTo>
                    <a:pt x="6408839" y="144431"/>
                  </a:lnTo>
                  <a:lnTo>
                    <a:pt x="6352745" y="159565"/>
                  </a:lnTo>
                  <a:lnTo>
                    <a:pt x="6296337" y="174968"/>
                  </a:lnTo>
                  <a:lnTo>
                    <a:pt x="6239878" y="190413"/>
                  </a:lnTo>
                  <a:lnTo>
                    <a:pt x="6183636" y="205675"/>
                  </a:lnTo>
                  <a:lnTo>
                    <a:pt x="6127853" y="220535"/>
                  </a:lnTo>
                  <a:lnTo>
                    <a:pt x="6072708" y="234801"/>
                  </a:lnTo>
                  <a:lnTo>
                    <a:pt x="6018286" y="248314"/>
                  </a:lnTo>
                  <a:lnTo>
                    <a:pt x="5964562" y="260954"/>
                  </a:lnTo>
                  <a:lnTo>
                    <a:pt x="5911370" y="272644"/>
                  </a:lnTo>
                  <a:lnTo>
                    <a:pt x="5858394" y="283346"/>
                  </a:lnTo>
                  <a:lnTo>
                    <a:pt x="5805139" y="293061"/>
                  </a:lnTo>
                  <a:lnTo>
                    <a:pt x="5784835" y="296476"/>
                  </a:lnTo>
                  <a:lnTo>
                    <a:pt x="5735129" y="304143"/>
                  </a:lnTo>
                  <a:lnTo>
                    <a:pt x="5683703" y="311029"/>
                  </a:lnTo>
                  <a:lnTo>
                    <a:pt x="5629729" y="317175"/>
                  </a:lnTo>
                  <a:lnTo>
                    <a:pt x="5572284" y="322650"/>
                  </a:lnTo>
                  <a:lnTo>
                    <a:pt x="5510431" y="327532"/>
                  </a:lnTo>
                  <a:lnTo>
                    <a:pt x="5443302" y="331895"/>
                  </a:lnTo>
                  <a:lnTo>
                    <a:pt x="5370202" y="335804"/>
                  </a:lnTo>
                  <a:lnTo>
                    <a:pt x="5290754" y="339310"/>
                  </a:lnTo>
                  <a:lnTo>
                    <a:pt x="5205082" y="342452"/>
                  </a:lnTo>
                  <a:lnTo>
                    <a:pt x="5114034" y="345251"/>
                  </a:lnTo>
                  <a:lnTo>
                    <a:pt x="5019388" y="347716"/>
                  </a:lnTo>
                  <a:lnTo>
                    <a:pt x="4923983" y="349844"/>
                  </a:lnTo>
                  <a:lnTo>
                    <a:pt x="4831648" y="351628"/>
                  </a:lnTo>
                  <a:lnTo>
                    <a:pt x="4746836" y="353060"/>
                  </a:lnTo>
                  <a:lnTo>
                    <a:pt x="4673935" y="354147"/>
                  </a:lnTo>
                  <a:lnTo>
                    <a:pt x="4616382" y="354909"/>
                  </a:lnTo>
                  <a:lnTo>
                    <a:pt x="4575827" y="355390"/>
                  </a:lnTo>
                  <a:lnTo>
                    <a:pt x="4551644" y="355647"/>
                  </a:lnTo>
                  <a:lnTo>
                    <a:pt x="4540884" y="355751"/>
                  </a:lnTo>
                  <a:lnTo>
                    <a:pt x="4538543" y="355771"/>
                  </a:lnTo>
                  <a:lnTo>
                    <a:pt x="4016409" y="355771"/>
                  </a:lnTo>
                  <a:lnTo>
                    <a:pt x="4015141" y="355780"/>
                  </a:lnTo>
                  <a:lnTo>
                    <a:pt x="4006847" y="355839"/>
                  </a:lnTo>
                  <a:lnTo>
                    <a:pt x="3986114" y="356003"/>
                  </a:lnTo>
                  <a:lnTo>
                    <a:pt x="3949485" y="356326"/>
                  </a:lnTo>
                  <a:lnTo>
                    <a:pt x="3895784" y="356854"/>
                  </a:lnTo>
                  <a:lnTo>
                    <a:pt x="3826161" y="357623"/>
                  </a:lnTo>
                  <a:lnTo>
                    <a:pt x="3743710" y="358653"/>
                  </a:lnTo>
                  <a:lnTo>
                    <a:pt x="3652683" y="359950"/>
                  </a:lnTo>
                  <a:lnTo>
                    <a:pt x="3557592" y="361512"/>
                  </a:lnTo>
                  <a:lnTo>
                    <a:pt x="3462459" y="363332"/>
                  </a:lnTo>
                  <a:lnTo>
                    <a:pt x="3370366" y="365406"/>
                  </a:lnTo>
                  <a:lnTo>
                    <a:pt x="3283334" y="367740"/>
                  </a:lnTo>
                  <a:lnTo>
                    <a:pt x="3202405" y="370346"/>
                  </a:lnTo>
                  <a:lnTo>
                    <a:pt x="3127850" y="373252"/>
                  </a:lnTo>
                  <a:lnTo>
                    <a:pt x="3059390" y="376493"/>
                  </a:lnTo>
                  <a:lnTo>
                    <a:pt x="2996388" y="380118"/>
                  </a:lnTo>
                  <a:lnTo>
                    <a:pt x="2938004" y="384182"/>
                  </a:lnTo>
                  <a:lnTo>
                    <a:pt x="2883307" y="388744"/>
                  </a:lnTo>
                  <a:lnTo>
                    <a:pt x="2831365" y="393859"/>
                  </a:lnTo>
                  <a:lnTo>
                    <a:pt x="2781320" y="399566"/>
                  </a:lnTo>
                  <a:lnTo>
                    <a:pt x="2770117" y="400949"/>
                  </a:lnTo>
                  <a:lnTo>
                    <a:pt x="2716287" y="408115"/>
                  </a:lnTo>
                  <a:lnTo>
                    <a:pt x="2662977" y="416034"/>
                  </a:lnTo>
                  <a:lnTo>
                    <a:pt x="2609609" y="424717"/>
                  </a:lnTo>
                  <a:lnTo>
                    <a:pt x="2555799" y="434147"/>
                  </a:lnTo>
                  <a:lnTo>
                    <a:pt x="2501326" y="444274"/>
                  </a:lnTo>
                  <a:lnTo>
                    <a:pt x="2446117" y="455018"/>
                  </a:lnTo>
                  <a:lnTo>
                    <a:pt x="2390221" y="466264"/>
                  </a:lnTo>
                  <a:lnTo>
                    <a:pt x="2333792" y="477872"/>
                  </a:lnTo>
                  <a:lnTo>
                    <a:pt x="2277057" y="489679"/>
                  </a:lnTo>
                  <a:lnTo>
                    <a:pt x="2220284" y="501510"/>
                  </a:lnTo>
                  <a:lnTo>
                    <a:pt x="2163746" y="513190"/>
                  </a:lnTo>
                  <a:lnTo>
                    <a:pt x="2107685" y="524550"/>
                  </a:lnTo>
                  <a:lnTo>
                    <a:pt x="2052278" y="535444"/>
                  </a:lnTo>
                  <a:lnTo>
                    <a:pt x="1997605" y="545750"/>
                  </a:lnTo>
                  <a:lnTo>
                    <a:pt x="1943629" y="555377"/>
                  </a:lnTo>
                  <a:lnTo>
                    <a:pt x="1890171" y="564268"/>
                  </a:lnTo>
                  <a:lnTo>
                    <a:pt x="1836893" y="572397"/>
                  </a:lnTo>
                  <a:lnTo>
                    <a:pt x="1783275" y="579767"/>
                  </a:lnTo>
                  <a:lnTo>
                    <a:pt x="1768425" y="581658"/>
                  </a:lnTo>
                  <a:lnTo>
                    <a:pt x="1718708" y="587501"/>
                  </a:lnTo>
                  <a:lnTo>
                    <a:pt x="1667268" y="592749"/>
                  </a:lnTo>
                  <a:lnTo>
                    <a:pt x="1613279" y="597432"/>
                  </a:lnTo>
                  <a:lnTo>
                    <a:pt x="1555818" y="601604"/>
                  </a:lnTo>
                  <a:lnTo>
                    <a:pt x="1493945" y="605324"/>
                  </a:lnTo>
                  <a:lnTo>
                    <a:pt x="1426793" y="608648"/>
                  </a:lnTo>
                  <a:lnTo>
                    <a:pt x="1353666" y="611627"/>
                  </a:lnTo>
                  <a:lnTo>
                    <a:pt x="1274187" y="614299"/>
                  </a:lnTo>
                  <a:lnTo>
                    <a:pt x="1188484" y="616692"/>
                  </a:lnTo>
                  <a:lnTo>
                    <a:pt x="1097403" y="618825"/>
                  </a:lnTo>
                  <a:lnTo>
                    <a:pt x="1002729" y="620703"/>
                  </a:lnTo>
                  <a:lnTo>
                    <a:pt x="907304" y="622324"/>
                  </a:lnTo>
                  <a:lnTo>
                    <a:pt x="814963" y="623682"/>
                  </a:lnTo>
                  <a:lnTo>
                    <a:pt x="730162" y="624773"/>
                  </a:lnTo>
                  <a:lnTo>
                    <a:pt x="657292" y="625600"/>
                  </a:lnTo>
                  <a:lnTo>
                    <a:pt x="599786" y="626180"/>
                  </a:lnTo>
                  <a:lnTo>
                    <a:pt x="559288" y="626546"/>
                  </a:lnTo>
                  <a:lnTo>
                    <a:pt x="535163" y="626742"/>
                  </a:lnTo>
                  <a:lnTo>
                    <a:pt x="524449" y="626820"/>
                  </a:lnTo>
                  <a:lnTo>
                    <a:pt x="522133" y="626835"/>
                  </a:lnTo>
                  <a:lnTo>
                    <a:pt x="0" y="626835"/>
                  </a:lnTo>
                  <a:close/>
                </a:path>
              </a:pathLst>
            </a:custGeom>
            <a:solidFill>
              <a:srgbClr val="F28E5B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1098" name="pl1098"/>
            <p:cNvSpPr/>
            <p:nvPr/>
          </p:nvSpPr>
          <p:spPr>
            <a:xfrm>
              <a:off x="386606" y="3122524"/>
              <a:ext cx="8554953" cy="626835"/>
            </a:xfrm>
            <a:custGeom>
              <a:avLst/>
              <a:pathLst>
                <a:path w="8554953" h="626835">
                  <a:moveTo>
                    <a:pt x="0" y="626835"/>
                  </a:moveTo>
                  <a:lnTo>
                    <a:pt x="522133" y="626835"/>
                  </a:lnTo>
                  <a:lnTo>
                    <a:pt x="523402" y="626827"/>
                  </a:lnTo>
                  <a:lnTo>
                    <a:pt x="531695" y="626768"/>
                  </a:lnTo>
                  <a:lnTo>
                    <a:pt x="552428" y="626604"/>
                  </a:lnTo>
                  <a:lnTo>
                    <a:pt x="589057" y="626281"/>
                  </a:lnTo>
                  <a:lnTo>
                    <a:pt x="642759" y="625753"/>
                  </a:lnTo>
                  <a:lnTo>
                    <a:pt x="712381" y="624984"/>
                  </a:lnTo>
                  <a:lnTo>
                    <a:pt x="794832" y="623954"/>
                  </a:lnTo>
                  <a:lnTo>
                    <a:pt x="885859" y="622657"/>
                  </a:lnTo>
                  <a:lnTo>
                    <a:pt x="980950" y="621095"/>
                  </a:lnTo>
                  <a:lnTo>
                    <a:pt x="1076083" y="619275"/>
                  </a:lnTo>
                  <a:lnTo>
                    <a:pt x="1168176" y="617200"/>
                  </a:lnTo>
                  <a:lnTo>
                    <a:pt x="1255208" y="614867"/>
                  </a:lnTo>
                  <a:lnTo>
                    <a:pt x="1336137" y="612261"/>
                  </a:lnTo>
                  <a:lnTo>
                    <a:pt x="1410692" y="609355"/>
                  </a:lnTo>
                  <a:lnTo>
                    <a:pt x="1479152" y="606113"/>
                  </a:lnTo>
                  <a:lnTo>
                    <a:pt x="1542154" y="602488"/>
                  </a:lnTo>
                  <a:lnTo>
                    <a:pt x="1600539" y="598424"/>
                  </a:lnTo>
                  <a:lnTo>
                    <a:pt x="1655235" y="593863"/>
                  </a:lnTo>
                  <a:lnTo>
                    <a:pt x="1707177" y="588748"/>
                  </a:lnTo>
                  <a:lnTo>
                    <a:pt x="1757222" y="583041"/>
                  </a:lnTo>
                  <a:lnTo>
                    <a:pt x="1768425" y="581658"/>
                  </a:lnTo>
                  <a:lnTo>
                    <a:pt x="1822255" y="574492"/>
                  </a:lnTo>
                  <a:lnTo>
                    <a:pt x="1875566" y="566573"/>
                  </a:lnTo>
                  <a:lnTo>
                    <a:pt x="1928934" y="557889"/>
                  </a:lnTo>
                  <a:lnTo>
                    <a:pt x="1982744" y="548460"/>
                  </a:lnTo>
                  <a:lnTo>
                    <a:pt x="2037216" y="538332"/>
                  </a:lnTo>
                  <a:lnTo>
                    <a:pt x="2092425" y="527589"/>
                  </a:lnTo>
                  <a:lnTo>
                    <a:pt x="2148321" y="516343"/>
                  </a:lnTo>
                  <a:lnTo>
                    <a:pt x="2204750" y="504735"/>
                  </a:lnTo>
                  <a:lnTo>
                    <a:pt x="2261485" y="492928"/>
                  </a:lnTo>
                  <a:lnTo>
                    <a:pt x="2318258" y="481096"/>
                  </a:lnTo>
                  <a:lnTo>
                    <a:pt x="2374796" y="469417"/>
                  </a:lnTo>
                  <a:lnTo>
                    <a:pt x="2430857" y="458056"/>
                  </a:lnTo>
                  <a:lnTo>
                    <a:pt x="2486264" y="447163"/>
                  </a:lnTo>
                  <a:lnTo>
                    <a:pt x="2540937" y="436857"/>
                  </a:lnTo>
                  <a:lnTo>
                    <a:pt x="2594913" y="427230"/>
                  </a:lnTo>
                  <a:lnTo>
                    <a:pt x="2648371" y="418339"/>
                  </a:lnTo>
                  <a:lnTo>
                    <a:pt x="2701649" y="410210"/>
                  </a:lnTo>
                  <a:lnTo>
                    <a:pt x="2755267" y="402840"/>
                  </a:lnTo>
                  <a:lnTo>
                    <a:pt x="2770117" y="400949"/>
                  </a:lnTo>
                  <a:lnTo>
                    <a:pt x="2819835" y="395105"/>
                  </a:lnTo>
                  <a:lnTo>
                    <a:pt x="2871274" y="389858"/>
                  </a:lnTo>
                  <a:lnTo>
                    <a:pt x="2925263" y="385175"/>
                  </a:lnTo>
                  <a:lnTo>
                    <a:pt x="2982725" y="381003"/>
                  </a:lnTo>
                  <a:lnTo>
                    <a:pt x="3044597" y="377283"/>
                  </a:lnTo>
                  <a:lnTo>
                    <a:pt x="3111750" y="373959"/>
                  </a:lnTo>
                  <a:lnTo>
                    <a:pt x="3184876" y="370980"/>
                  </a:lnTo>
                  <a:lnTo>
                    <a:pt x="3264355" y="368308"/>
                  </a:lnTo>
                  <a:lnTo>
                    <a:pt x="3350059" y="365914"/>
                  </a:lnTo>
                  <a:lnTo>
                    <a:pt x="3441139" y="363782"/>
                  </a:lnTo>
                  <a:lnTo>
                    <a:pt x="3535813" y="361904"/>
                  </a:lnTo>
                  <a:lnTo>
                    <a:pt x="3631238" y="360283"/>
                  </a:lnTo>
                  <a:lnTo>
                    <a:pt x="3723579" y="358925"/>
                  </a:lnTo>
                  <a:lnTo>
                    <a:pt x="3808380" y="357834"/>
                  </a:lnTo>
                  <a:lnTo>
                    <a:pt x="3881250" y="357007"/>
                  </a:lnTo>
                  <a:lnTo>
                    <a:pt x="3938757" y="356426"/>
                  </a:lnTo>
                  <a:lnTo>
                    <a:pt x="3979254" y="356061"/>
                  </a:lnTo>
                  <a:lnTo>
                    <a:pt x="4003379" y="355865"/>
                  </a:lnTo>
                  <a:lnTo>
                    <a:pt x="4014093" y="355787"/>
                  </a:lnTo>
                  <a:lnTo>
                    <a:pt x="4016394" y="355771"/>
                  </a:lnTo>
                  <a:lnTo>
                    <a:pt x="4016409" y="355771"/>
                  </a:lnTo>
                  <a:lnTo>
                    <a:pt x="4538543" y="355771"/>
                  </a:lnTo>
                  <a:lnTo>
                    <a:pt x="4539811" y="355760"/>
                  </a:lnTo>
                  <a:lnTo>
                    <a:pt x="4548098" y="355682"/>
                  </a:lnTo>
                  <a:lnTo>
                    <a:pt x="4568818" y="355467"/>
                  </a:lnTo>
                  <a:lnTo>
                    <a:pt x="4605424" y="355044"/>
                  </a:lnTo>
                  <a:lnTo>
                    <a:pt x="4659095" y="354352"/>
                  </a:lnTo>
                  <a:lnTo>
                    <a:pt x="4728682" y="353343"/>
                  </a:lnTo>
                  <a:lnTo>
                    <a:pt x="4811097" y="351992"/>
                  </a:lnTo>
                  <a:lnTo>
                    <a:pt x="4902092" y="350290"/>
                  </a:lnTo>
                  <a:lnTo>
                    <a:pt x="4997156" y="348241"/>
                  </a:lnTo>
                  <a:lnTo>
                    <a:pt x="5092270" y="345854"/>
                  </a:lnTo>
                  <a:lnTo>
                    <a:pt x="5184351" y="343133"/>
                  </a:lnTo>
                  <a:lnTo>
                    <a:pt x="5271379" y="340072"/>
                  </a:lnTo>
                  <a:lnTo>
                    <a:pt x="5352308" y="336653"/>
                  </a:lnTo>
                  <a:lnTo>
                    <a:pt x="5426865" y="332842"/>
                  </a:lnTo>
                  <a:lnTo>
                    <a:pt x="5495329" y="328590"/>
                  </a:lnTo>
                  <a:lnTo>
                    <a:pt x="5558335" y="323835"/>
                  </a:lnTo>
                  <a:lnTo>
                    <a:pt x="5616721" y="318505"/>
                  </a:lnTo>
                  <a:lnTo>
                    <a:pt x="5671418" y="312521"/>
                  </a:lnTo>
                  <a:lnTo>
                    <a:pt x="5723358" y="305813"/>
                  </a:lnTo>
                  <a:lnTo>
                    <a:pt x="5773398" y="298328"/>
                  </a:lnTo>
                  <a:lnTo>
                    <a:pt x="5784835" y="296476"/>
                  </a:lnTo>
                  <a:lnTo>
                    <a:pt x="5838365" y="287126"/>
                  </a:lnTo>
                  <a:lnTo>
                    <a:pt x="5891377" y="276799"/>
                  </a:lnTo>
                  <a:lnTo>
                    <a:pt x="5944442" y="265480"/>
                  </a:lnTo>
                  <a:lnTo>
                    <a:pt x="5997938" y="253191"/>
                  </a:lnTo>
                  <a:lnTo>
                    <a:pt x="6052087" y="239996"/>
                  </a:lnTo>
                  <a:lnTo>
                    <a:pt x="6106964" y="225997"/>
                  </a:lnTo>
                  <a:lnTo>
                    <a:pt x="6162523" y="211340"/>
                  </a:lnTo>
                  <a:lnTo>
                    <a:pt x="6218617" y="196206"/>
                  </a:lnTo>
                  <a:lnTo>
                    <a:pt x="6275025" y="180803"/>
                  </a:lnTo>
                  <a:lnTo>
                    <a:pt x="6331484" y="165357"/>
                  </a:lnTo>
                  <a:lnTo>
                    <a:pt x="6387726" y="150096"/>
                  </a:lnTo>
                  <a:lnTo>
                    <a:pt x="6443508" y="135236"/>
                  </a:lnTo>
                  <a:lnTo>
                    <a:pt x="6498654" y="120970"/>
                  </a:lnTo>
                  <a:lnTo>
                    <a:pt x="6553076" y="107457"/>
                  </a:lnTo>
                  <a:lnTo>
                    <a:pt x="6606800" y="94817"/>
                  </a:lnTo>
                  <a:lnTo>
                    <a:pt x="6659992" y="83127"/>
                  </a:lnTo>
                  <a:lnTo>
                    <a:pt x="6712968" y="72425"/>
                  </a:lnTo>
                  <a:lnTo>
                    <a:pt x="6766223" y="62710"/>
                  </a:lnTo>
                  <a:lnTo>
                    <a:pt x="6786527" y="59295"/>
                  </a:lnTo>
                  <a:lnTo>
                    <a:pt x="6836232" y="51627"/>
                  </a:lnTo>
                  <a:lnTo>
                    <a:pt x="6887659" y="44741"/>
                  </a:lnTo>
                  <a:lnTo>
                    <a:pt x="6941633" y="38596"/>
                  </a:lnTo>
                  <a:lnTo>
                    <a:pt x="6999078" y="33121"/>
                  </a:lnTo>
                  <a:lnTo>
                    <a:pt x="7060931" y="28239"/>
                  </a:lnTo>
                  <a:lnTo>
                    <a:pt x="7128060" y="23876"/>
                  </a:lnTo>
                  <a:lnTo>
                    <a:pt x="7201160" y="19967"/>
                  </a:lnTo>
                  <a:lnTo>
                    <a:pt x="7280608" y="16461"/>
                  </a:lnTo>
                  <a:lnTo>
                    <a:pt x="7366280" y="13319"/>
                  </a:lnTo>
                  <a:lnTo>
                    <a:pt x="7457328" y="10520"/>
                  </a:lnTo>
                  <a:lnTo>
                    <a:pt x="7551974" y="8055"/>
                  </a:lnTo>
                  <a:lnTo>
                    <a:pt x="7647379" y="5926"/>
                  </a:lnTo>
                  <a:lnTo>
                    <a:pt x="7739714" y="4143"/>
                  </a:lnTo>
                  <a:lnTo>
                    <a:pt x="7824526" y="2711"/>
                  </a:lnTo>
                  <a:lnTo>
                    <a:pt x="7897427" y="1624"/>
                  </a:lnTo>
                  <a:lnTo>
                    <a:pt x="7954980" y="862"/>
                  </a:lnTo>
                  <a:lnTo>
                    <a:pt x="7995535" y="381"/>
                  </a:lnTo>
                  <a:lnTo>
                    <a:pt x="8019718" y="123"/>
                  </a:lnTo>
                  <a:lnTo>
                    <a:pt x="8030478" y="20"/>
                  </a:lnTo>
                  <a:lnTo>
                    <a:pt x="8032803" y="0"/>
                  </a:lnTo>
                  <a:lnTo>
                    <a:pt x="8032819" y="0"/>
                  </a:lnTo>
                  <a:lnTo>
                    <a:pt x="8554953" y="0"/>
                  </a:lnTo>
                  <a:lnTo>
                    <a:pt x="8554953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099" name="pl1099"/>
            <p:cNvSpPr/>
            <p:nvPr/>
          </p:nvSpPr>
          <p:spPr>
            <a:xfrm>
              <a:off x="386606" y="3116877"/>
              <a:ext cx="8554953" cy="626835"/>
            </a:xfrm>
            <a:custGeom>
              <a:avLst/>
              <a:pathLst>
                <a:path w="8554953" h="626835">
                  <a:moveTo>
                    <a:pt x="8554953" y="0"/>
                  </a:moveTo>
                  <a:lnTo>
                    <a:pt x="8032819" y="0"/>
                  </a:lnTo>
                  <a:lnTo>
                    <a:pt x="8031551" y="10"/>
                  </a:lnTo>
                  <a:lnTo>
                    <a:pt x="8023264" y="88"/>
                  </a:lnTo>
                  <a:lnTo>
                    <a:pt x="8002544" y="304"/>
                  </a:lnTo>
                  <a:lnTo>
                    <a:pt x="7965938" y="727"/>
                  </a:lnTo>
                  <a:lnTo>
                    <a:pt x="7912267" y="1419"/>
                  </a:lnTo>
                  <a:lnTo>
                    <a:pt x="7842680" y="2428"/>
                  </a:lnTo>
                  <a:lnTo>
                    <a:pt x="7760265" y="3779"/>
                  </a:lnTo>
                  <a:lnTo>
                    <a:pt x="7669270" y="5481"/>
                  </a:lnTo>
                  <a:lnTo>
                    <a:pt x="7574206" y="7530"/>
                  </a:lnTo>
                  <a:lnTo>
                    <a:pt x="7479092" y="9917"/>
                  </a:lnTo>
                  <a:lnTo>
                    <a:pt x="7387010" y="12638"/>
                  </a:lnTo>
                  <a:lnTo>
                    <a:pt x="7299983" y="15699"/>
                  </a:lnTo>
                  <a:lnTo>
                    <a:pt x="7219054" y="19118"/>
                  </a:lnTo>
                  <a:lnTo>
                    <a:pt x="7144497" y="22929"/>
                  </a:lnTo>
                  <a:lnTo>
                    <a:pt x="7076033" y="27181"/>
                  </a:lnTo>
                  <a:lnTo>
                    <a:pt x="7013027" y="31936"/>
                  </a:lnTo>
                  <a:lnTo>
                    <a:pt x="6954641" y="37266"/>
                  </a:lnTo>
                  <a:lnTo>
                    <a:pt x="6899944" y="43249"/>
                  </a:lnTo>
                  <a:lnTo>
                    <a:pt x="6848004" y="49958"/>
                  </a:lnTo>
                  <a:lnTo>
                    <a:pt x="6797964" y="57443"/>
                  </a:lnTo>
                  <a:lnTo>
                    <a:pt x="6786527" y="59295"/>
                  </a:lnTo>
                  <a:lnTo>
                    <a:pt x="6732997" y="68644"/>
                  </a:lnTo>
                  <a:lnTo>
                    <a:pt x="6679985" y="78972"/>
                  </a:lnTo>
                  <a:lnTo>
                    <a:pt x="6626920" y="90291"/>
                  </a:lnTo>
                  <a:lnTo>
                    <a:pt x="6573424" y="102580"/>
                  </a:lnTo>
                  <a:lnTo>
                    <a:pt x="6519275" y="115775"/>
                  </a:lnTo>
                  <a:lnTo>
                    <a:pt x="6464398" y="129774"/>
                  </a:lnTo>
                  <a:lnTo>
                    <a:pt x="6408839" y="144431"/>
                  </a:lnTo>
                  <a:lnTo>
                    <a:pt x="6352745" y="159565"/>
                  </a:lnTo>
                  <a:lnTo>
                    <a:pt x="6296337" y="174968"/>
                  </a:lnTo>
                  <a:lnTo>
                    <a:pt x="6239878" y="190413"/>
                  </a:lnTo>
                  <a:lnTo>
                    <a:pt x="6183636" y="205675"/>
                  </a:lnTo>
                  <a:lnTo>
                    <a:pt x="6127853" y="220535"/>
                  </a:lnTo>
                  <a:lnTo>
                    <a:pt x="6072708" y="234801"/>
                  </a:lnTo>
                  <a:lnTo>
                    <a:pt x="6018286" y="248314"/>
                  </a:lnTo>
                  <a:lnTo>
                    <a:pt x="5964562" y="260954"/>
                  </a:lnTo>
                  <a:lnTo>
                    <a:pt x="5911370" y="272644"/>
                  </a:lnTo>
                  <a:lnTo>
                    <a:pt x="5858394" y="283346"/>
                  </a:lnTo>
                  <a:lnTo>
                    <a:pt x="5805139" y="293061"/>
                  </a:lnTo>
                  <a:lnTo>
                    <a:pt x="5784835" y="296476"/>
                  </a:lnTo>
                  <a:lnTo>
                    <a:pt x="5735129" y="304143"/>
                  </a:lnTo>
                  <a:lnTo>
                    <a:pt x="5683703" y="311029"/>
                  </a:lnTo>
                  <a:lnTo>
                    <a:pt x="5629729" y="317175"/>
                  </a:lnTo>
                  <a:lnTo>
                    <a:pt x="5572284" y="322650"/>
                  </a:lnTo>
                  <a:lnTo>
                    <a:pt x="5510431" y="327532"/>
                  </a:lnTo>
                  <a:lnTo>
                    <a:pt x="5443302" y="331895"/>
                  </a:lnTo>
                  <a:lnTo>
                    <a:pt x="5370202" y="335804"/>
                  </a:lnTo>
                  <a:lnTo>
                    <a:pt x="5290754" y="339310"/>
                  </a:lnTo>
                  <a:lnTo>
                    <a:pt x="5205082" y="342452"/>
                  </a:lnTo>
                  <a:lnTo>
                    <a:pt x="5114034" y="345251"/>
                  </a:lnTo>
                  <a:lnTo>
                    <a:pt x="5019388" y="347716"/>
                  </a:lnTo>
                  <a:lnTo>
                    <a:pt x="4923983" y="349844"/>
                  </a:lnTo>
                  <a:lnTo>
                    <a:pt x="4831648" y="351628"/>
                  </a:lnTo>
                  <a:lnTo>
                    <a:pt x="4746836" y="353060"/>
                  </a:lnTo>
                  <a:lnTo>
                    <a:pt x="4673935" y="354147"/>
                  </a:lnTo>
                  <a:lnTo>
                    <a:pt x="4616382" y="354909"/>
                  </a:lnTo>
                  <a:lnTo>
                    <a:pt x="4575827" y="355390"/>
                  </a:lnTo>
                  <a:lnTo>
                    <a:pt x="4551644" y="355647"/>
                  </a:lnTo>
                  <a:lnTo>
                    <a:pt x="4540884" y="355751"/>
                  </a:lnTo>
                  <a:lnTo>
                    <a:pt x="4538559" y="355771"/>
                  </a:lnTo>
                  <a:lnTo>
                    <a:pt x="4538543" y="355771"/>
                  </a:lnTo>
                  <a:lnTo>
                    <a:pt x="4016409" y="355771"/>
                  </a:lnTo>
                  <a:lnTo>
                    <a:pt x="4015141" y="355780"/>
                  </a:lnTo>
                  <a:lnTo>
                    <a:pt x="4006847" y="355839"/>
                  </a:lnTo>
                  <a:lnTo>
                    <a:pt x="3986114" y="356003"/>
                  </a:lnTo>
                  <a:lnTo>
                    <a:pt x="3949485" y="356326"/>
                  </a:lnTo>
                  <a:lnTo>
                    <a:pt x="3895784" y="356854"/>
                  </a:lnTo>
                  <a:lnTo>
                    <a:pt x="3826161" y="357623"/>
                  </a:lnTo>
                  <a:lnTo>
                    <a:pt x="3743710" y="358653"/>
                  </a:lnTo>
                  <a:lnTo>
                    <a:pt x="3652683" y="359950"/>
                  </a:lnTo>
                  <a:lnTo>
                    <a:pt x="3557592" y="361512"/>
                  </a:lnTo>
                  <a:lnTo>
                    <a:pt x="3462459" y="363332"/>
                  </a:lnTo>
                  <a:lnTo>
                    <a:pt x="3370366" y="365406"/>
                  </a:lnTo>
                  <a:lnTo>
                    <a:pt x="3283334" y="367740"/>
                  </a:lnTo>
                  <a:lnTo>
                    <a:pt x="3202405" y="370346"/>
                  </a:lnTo>
                  <a:lnTo>
                    <a:pt x="3127850" y="373252"/>
                  </a:lnTo>
                  <a:lnTo>
                    <a:pt x="3059390" y="376493"/>
                  </a:lnTo>
                  <a:lnTo>
                    <a:pt x="2996388" y="380118"/>
                  </a:lnTo>
                  <a:lnTo>
                    <a:pt x="2938004" y="384182"/>
                  </a:lnTo>
                  <a:lnTo>
                    <a:pt x="2883307" y="388744"/>
                  </a:lnTo>
                  <a:lnTo>
                    <a:pt x="2831365" y="393859"/>
                  </a:lnTo>
                  <a:lnTo>
                    <a:pt x="2781320" y="399566"/>
                  </a:lnTo>
                  <a:lnTo>
                    <a:pt x="2770117" y="400949"/>
                  </a:lnTo>
                  <a:lnTo>
                    <a:pt x="2716287" y="408115"/>
                  </a:lnTo>
                  <a:lnTo>
                    <a:pt x="2662977" y="416034"/>
                  </a:lnTo>
                  <a:lnTo>
                    <a:pt x="2609609" y="424717"/>
                  </a:lnTo>
                  <a:lnTo>
                    <a:pt x="2555799" y="434147"/>
                  </a:lnTo>
                  <a:lnTo>
                    <a:pt x="2501326" y="444274"/>
                  </a:lnTo>
                  <a:lnTo>
                    <a:pt x="2446117" y="455018"/>
                  </a:lnTo>
                  <a:lnTo>
                    <a:pt x="2390221" y="466264"/>
                  </a:lnTo>
                  <a:lnTo>
                    <a:pt x="2333792" y="477872"/>
                  </a:lnTo>
                  <a:lnTo>
                    <a:pt x="2277057" y="489679"/>
                  </a:lnTo>
                  <a:lnTo>
                    <a:pt x="2220284" y="501510"/>
                  </a:lnTo>
                  <a:lnTo>
                    <a:pt x="2163746" y="513190"/>
                  </a:lnTo>
                  <a:lnTo>
                    <a:pt x="2107685" y="524550"/>
                  </a:lnTo>
                  <a:lnTo>
                    <a:pt x="2052278" y="535444"/>
                  </a:lnTo>
                  <a:lnTo>
                    <a:pt x="1997605" y="545750"/>
                  </a:lnTo>
                  <a:lnTo>
                    <a:pt x="1943629" y="555377"/>
                  </a:lnTo>
                  <a:lnTo>
                    <a:pt x="1890171" y="564268"/>
                  </a:lnTo>
                  <a:lnTo>
                    <a:pt x="1836893" y="572397"/>
                  </a:lnTo>
                  <a:lnTo>
                    <a:pt x="1783275" y="579767"/>
                  </a:lnTo>
                  <a:lnTo>
                    <a:pt x="1768425" y="581658"/>
                  </a:lnTo>
                  <a:lnTo>
                    <a:pt x="1718708" y="587501"/>
                  </a:lnTo>
                  <a:lnTo>
                    <a:pt x="1667268" y="592749"/>
                  </a:lnTo>
                  <a:lnTo>
                    <a:pt x="1613279" y="597432"/>
                  </a:lnTo>
                  <a:lnTo>
                    <a:pt x="1555818" y="601604"/>
                  </a:lnTo>
                  <a:lnTo>
                    <a:pt x="1493945" y="605324"/>
                  </a:lnTo>
                  <a:lnTo>
                    <a:pt x="1426793" y="608648"/>
                  </a:lnTo>
                  <a:lnTo>
                    <a:pt x="1353666" y="611627"/>
                  </a:lnTo>
                  <a:lnTo>
                    <a:pt x="1274187" y="614299"/>
                  </a:lnTo>
                  <a:lnTo>
                    <a:pt x="1188484" y="616692"/>
                  </a:lnTo>
                  <a:lnTo>
                    <a:pt x="1097403" y="618825"/>
                  </a:lnTo>
                  <a:lnTo>
                    <a:pt x="1002729" y="620703"/>
                  </a:lnTo>
                  <a:lnTo>
                    <a:pt x="907304" y="622324"/>
                  </a:lnTo>
                  <a:lnTo>
                    <a:pt x="814963" y="623682"/>
                  </a:lnTo>
                  <a:lnTo>
                    <a:pt x="730162" y="624773"/>
                  </a:lnTo>
                  <a:lnTo>
                    <a:pt x="657292" y="625600"/>
                  </a:lnTo>
                  <a:lnTo>
                    <a:pt x="599786" y="626180"/>
                  </a:lnTo>
                  <a:lnTo>
                    <a:pt x="559288" y="626546"/>
                  </a:lnTo>
                  <a:lnTo>
                    <a:pt x="535163" y="626742"/>
                  </a:lnTo>
                  <a:lnTo>
                    <a:pt x="524449" y="626820"/>
                  </a:lnTo>
                  <a:lnTo>
                    <a:pt x="522148" y="626835"/>
                  </a:lnTo>
                  <a:lnTo>
                    <a:pt x="522133" y="626835"/>
                  </a:lnTo>
                  <a:lnTo>
                    <a:pt x="0" y="626835"/>
                  </a:lnTo>
                  <a:lnTo>
                    <a:pt x="0" y="626835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100" name="pg1100"/>
            <p:cNvSpPr/>
            <p:nvPr/>
          </p:nvSpPr>
          <p:spPr>
            <a:xfrm>
              <a:off x="386606" y="3506532"/>
              <a:ext cx="8554953" cy="248475"/>
            </a:xfrm>
            <a:custGeom>
              <a:avLst/>
              <a:pathLst>
                <a:path w="8554953" h="248475">
                  <a:moveTo>
                    <a:pt x="0" y="248475"/>
                  </a:moveTo>
                  <a:lnTo>
                    <a:pt x="522133" y="248475"/>
                  </a:lnTo>
                  <a:lnTo>
                    <a:pt x="523402" y="248468"/>
                  </a:lnTo>
                  <a:lnTo>
                    <a:pt x="531697" y="248414"/>
                  </a:lnTo>
                  <a:lnTo>
                    <a:pt x="552434" y="248267"/>
                  </a:lnTo>
                  <a:lnTo>
                    <a:pt x="589068" y="247978"/>
                  </a:lnTo>
                  <a:lnTo>
                    <a:pt x="642779" y="247505"/>
                  </a:lnTo>
                  <a:lnTo>
                    <a:pt x="712411" y="246816"/>
                  </a:lnTo>
                  <a:lnTo>
                    <a:pt x="794872" y="245893"/>
                  </a:lnTo>
                  <a:lnTo>
                    <a:pt x="885908" y="244731"/>
                  </a:lnTo>
                  <a:lnTo>
                    <a:pt x="981006" y="243331"/>
                  </a:lnTo>
                  <a:lnTo>
                    <a:pt x="1076144" y="241701"/>
                  </a:lnTo>
                  <a:lnTo>
                    <a:pt x="1168240" y="239842"/>
                  </a:lnTo>
                  <a:lnTo>
                    <a:pt x="1255274" y="237752"/>
                  </a:lnTo>
                  <a:lnTo>
                    <a:pt x="1336203" y="235416"/>
                  </a:lnTo>
                  <a:lnTo>
                    <a:pt x="1410757" y="232813"/>
                  </a:lnTo>
                  <a:lnTo>
                    <a:pt x="1479216" y="229909"/>
                  </a:lnTo>
                  <a:lnTo>
                    <a:pt x="1542217" y="226660"/>
                  </a:lnTo>
                  <a:lnTo>
                    <a:pt x="1600601" y="223019"/>
                  </a:lnTo>
                  <a:lnTo>
                    <a:pt x="1655297" y="218932"/>
                  </a:lnTo>
                  <a:lnTo>
                    <a:pt x="1707240" y="214349"/>
                  </a:lnTo>
                  <a:lnTo>
                    <a:pt x="1757286" y="209235"/>
                  </a:lnTo>
                  <a:lnTo>
                    <a:pt x="1768425" y="208004"/>
                  </a:lnTo>
                  <a:lnTo>
                    <a:pt x="1822338" y="201574"/>
                  </a:lnTo>
                  <a:lnTo>
                    <a:pt x="1875732" y="194466"/>
                  </a:lnTo>
                  <a:lnTo>
                    <a:pt x="1929184" y="186673"/>
                  </a:lnTo>
                  <a:lnTo>
                    <a:pt x="1983082" y="178208"/>
                  </a:lnTo>
                  <a:lnTo>
                    <a:pt x="2037644" y="169118"/>
                  </a:lnTo>
                  <a:lnTo>
                    <a:pt x="2092946" y="159474"/>
                  </a:lnTo>
                  <a:lnTo>
                    <a:pt x="2148936" y="149380"/>
                  </a:lnTo>
                  <a:lnTo>
                    <a:pt x="2205458" y="138962"/>
                  </a:lnTo>
                  <a:lnTo>
                    <a:pt x="2262284" y="128367"/>
                  </a:lnTo>
                  <a:lnTo>
                    <a:pt x="2319144" y="117752"/>
                  </a:lnTo>
                  <a:lnTo>
                    <a:pt x="2375764" y="107277"/>
                  </a:lnTo>
                  <a:lnTo>
                    <a:pt x="2431902" y="97090"/>
                  </a:lnTo>
                  <a:lnTo>
                    <a:pt x="2487382" y="87325"/>
                  </a:lnTo>
                  <a:lnTo>
                    <a:pt x="2542124" y="78091"/>
                  </a:lnTo>
                  <a:lnTo>
                    <a:pt x="2596171" y="69467"/>
                  </a:lnTo>
                  <a:lnTo>
                    <a:pt x="2649703" y="61506"/>
                  </a:lnTo>
                  <a:lnTo>
                    <a:pt x="2703066" y="54230"/>
                  </a:lnTo>
                  <a:lnTo>
                    <a:pt x="2756786" y="47636"/>
                  </a:lnTo>
                  <a:lnTo>
                    <a:pt x="2770117" y="46118"/>
                  </a:lnTo>
                  <a:lnTo>
                    <a:pt x="2819838" y="40883"/>
                  </a:lnTo>
                  <a:lnTo>
                    <a:pt x="2871281" y="36182"/>
                  </a:lnTo>
                  <a:lnTo>
                    <a:pt x="2925274" y="31987"/>
                  </a:lnTo>
                  <a:lnTo>
                    <a:pt x="2982740" y="28249"/>
                  </a:lnTo>
                  <a:lnTo>
                    <a:pt x="3044618" y="24917"/>
                  </a:lnTo>
                  <a:lnTo>
                    <a:pt x="3111777" y="21938"/>
                  </a:lnTo>
                  <a:lnTo>
                    <a:pt x="3184911" y="19270"/>
                  </a:lnTo>
                  <a:lnTo>
                    <a:pt x="3264398" y="16877"/>
                  </a:lnTo>
                  <a:lnTo>
                    <a:pt x="3350110" y="14732"/>
                  </a:lnTo>
                  <a:lnTo>
                    <a:pt x="3441199" y="12822"/>
                  </a:lnTo>
                  <a:lnTo>
                    <a:pt x="3535881" y="11139"/>
                  </a:lnTo>
                  <a:lnTo>
                    <a:pt x="3631311" y="9687"/>
                  </a:lnTo>
                  <a:lnTo>
                    <a:pt x="3723654" y="8471"/>
                  </a:lnTo>
                  <a:lnTo>
                    <a:pt x="3808452" y="7493"/>
                  </a:lnTo>
                  <a:lnTo>
                    <a:pt x="3881314" y="6753"/>
                  </a:lnTo>
                  <a:lnTo>
                    <a:pt x="3938808" y="6233"/>
                  </a:lnTo>
                  <a:lnTo>
                    <a:pt x="3979289" y="5906"/>
                  </a:lnTo>
                  <a:lnTo>
                    <a:pt x="4003399" y="5731"/>
                  </a:lnTo>
                  <a:lnTo>
                    <a:pt x="4014100" y="5660"/>
                  </a:lnTo>
                  <a:lnTo>
                    <a:pt x="4016409" y="5647"/>
                  </a:lnTo>
                  <a:lnTo>
                    <a:pt x="4538543" y="5647"/>
                  </a:lnTo>
                  <a:lnTo>
                    <a:pt x="4539812" y="5654"/>
                  </a:lnTo>
                  <a:lnTo>
                    <a:pt x="4548107" y="5707"/>
                  </a:lnTo>
                  <a:lnTo>
                    <a:pt x="4568844" y="5854"/>
                  </a:lnTo>
                  <a:lnTo>
                    <a:pt x="4605478" y="6143"/>
                  </a:lnTo>
                  <a:lnTo>
                    <a:pt x="4659189" y="6616"/>
                  </a:lnTo>
                  <a:lnTo>
                    <a:pt x="4728820" y="7305"/>
                  </a:lnTo>
                  <a:lnTo>
                    <a:pt x="4811282" y="8228"/>
                  </a:lnTo>
                  <a:lnTo>
                    <a:pt x="4902318" y="9391"/>
                  </a:lnTo>
                  <a:lnTo>
                    <a:pt x="4997416" y="10790"/>
                  </a:lnTo>
                  <a:lnTo>
                    <a:pt x="5092554" y="12421"/>
                  </a:lnTo>
                  <a:lnTo>
                    <a:pt x="5184650" y="14280"/>
                  </a:lnTo>
                  <a:lnTo>
                    <a:pt x="5271684" y="16370"/>
                  </a:lnTo>
                  <a:lnTo>
                    <a:pt x="5352613" y="18705"/>
                  </a:lnTo>
                  <a:lnTo>
                    <a:pt x="5427166" y="21309"/>
                  </a:lnTo>
                  <a:lnTo>
                    <a:pt x="5495626" y="24213"/>
                  </a:lnTo>
                  <a:lnTo>
                    <a:pt x="5558627" y="27461"/>
                  </a:lnTo>
                  <a:lnTo>
                    <a:pt x="5617011" y="31102"/>
                  </a:lnTo>
                  <a:lnTo>
                    <a:pt x="5671707" y="35190"/>
                  </a:lnTo>
                  <a:lnTo>
                    <a:pt x="5723650" y="39773"/>
                  </a:lnTo>
                  <a:lnTo>
                    <a:pt x="5773696" y="44886"/>
                  </a:lnTo>
                  <a:lnTo>
                    <a:pt x="5784835" y="46118"/>
                  </a:lnTo>
                  <a:lnTo>
                    <a:pt x="5838748" y="52548"/>
                  </a:lnTo>
                  <a:lnTo>
                    <a:pt x="5892142" y="59655"/>
                  </a:lnTo>
                  <a:lnTo>
                    <a:pt x="5945594" y="67449"/>
                  </a:lnTo>
                  <a:lnTo>
                    <a:pt x="5999492" y="75913"/>
                  </a:lnTo>
                  <a:lnTo>
                    <a:pt x="6054054" y="85004"/>
                  </a:lnTo>
                  <a:lnTo>
                    <a:pt x="6109356" y="94648"/>
                  </a:lnTo>
                  <a:lnTo>
                    <a:pt x="6165345" y="104742"/>
                  </a:lnTo>
                  <a:lnTo>
                    <a:pt x="6221868" y="115160"/>
                  </a:lnTo>
                  <a:lnTo>
                    <a:pt x="6278694" y="125755"/>
                  </a:lnTo>
                  <a:lnTo>
                    <a:pt x="6335554" y="136370"/>
                  </a:lnTo>
                  <a:lnTo>
                    <a:pt x="6392174" y="146845"/>
                  </a:lnTo>
                  <a:lnTo>
                    <a:pt x="6448312" y="157032"/>
                  </a:lnTo>
                  <a:lnTo>
                    <a:pt x="6503792" y="166797"/>
                  </a:lnTo>
                  <a:lnTo>
                    <a:pt x="6558534" y="176031"/>
                  </a:lnTo>
                  <a:lnTo>
                    <a:pt x="6612581" y="184654"/>
                  </a:lnTo>
                  <a:lnTo>
                    <a:pt x="6666113" y="192615"/>
                  </a:lnTo>
                  <a:lnTo>
                    <a:pt x="6719476" y="199891"/>
                  </a:lnTo>
                  <a:lnTo>
                    <a:pt x="6773196" y="206486"/>
                  </a:lnTo>
                  <a:lnTo>
                    <a:pt x="6786527" y="208004"/>
                  </a:lnTo>
                  <a:lnTo>
                    <a:pt x="6836248" y="213239"/>
                  </a:lnTo>
                  <a:lnTo>
                    <a:pt x="6887691" y="217940"/>
                  </a:lnTo>
                  <a:lnTo>
                    <a:pt x="6941684" y="222135"/>
                  </a:lnTo>
                  <a:lnTo>
                    <a:pt x="6999150" y="225873"/>
                  </a:lnTo>
                  <a:lnTo>
                    <a:pt x="7061028" y="229205"/>
                  </a:lnTo>
                  <a:lnTo>
                    <a:pt x="7128187" y="232183"/>
                  </a:lnTo>
                  <a:lnTo>
                    <a:pt x="7201321" y="234852"/>
                  </a:lnTo>
                  <a:lnTo>
                    <a:pt x="7280808" y="237245"/>
                  </a:lnTo>
                  <a:lnTo>
                    <a:pt x="7366520" y="239390"/>
                  </a:lnTo>
                  <a:lnTo>
                    <a:pt x="7457609" y="241300"/>
                  </a:lnTo>
                  <a:lnTo>
                    <a:pt x="7552291" y="242982"/>
                  </a:lnTo>
                  <a:lnTo>
                    <a:pt x="7647721" y="244435"/>
                  </a:lnTo>
                  <a:lnTo>
                    <a:pt x="7740064" y="245651"/>
                  </a:lnTo>
                  <a:lnTo>
                    <a:pt x="7824862" y="246628"/>
                  </a:lnTo>
                  <a:lnTo>
                    <a:pt x="7897724" y="247369"/>
                  </a:lnTo>
                  <a:lnTo>
                    <a:pt x="7955217" y="247889"/>
                  </a:lnTo>
                  <a:lnTo>
                    <a:pt x="7995699" y="248216"/>
                  </a:lnTo>
                  <a:lnTo>
                    <a:pt x="8019809" y="248391"/>
                  </a:lnTo>
                  <a:lnTo>
                    <a:pt x="8030510" y="248461"/>
                  </a:lnTo>
                  <a:lnTo>
                    <a:pt x="8032819" y="248475"/>
                  </a:lnTo>
                  <a:lnTo>
                    <a:pt x="8554953" y="248475"/>
                  </a:lnTo>
                  <a:lnTo>
                    <a:pt x="8554953" y="242828"/>
                  </a:lnTo>
                  <a:lnTo>
                    <a:pt x="8032819" y="242828"/>
                  </a:lnTo>
                  <a:lnTo>
                    <a:pt x="8031550" y="242820"/>
                  </a:lnTo>
                  <a:lnTo>
                    <a:pt x="8023255" y="242767"/>
                  </a:lnTo>
                  <a:lnTo>
                    <a:pt x="8002518" y="242620"/>
                  </a:lnTo>
                  <a:lnTo>
                    <a:pt x="7965884" y="242331"/>
                  </a:lnTo>
                  <a:lnTo>
                    <a:pt x="7912173" y="241858"/>
                  </a:lnTo>
                  <a:lnTo>
                    <a:pt x="7842541" y="241169"/>
                  </a:lnTo>
                  <a:lnTo>
                    <a:pt x="7760080" y="240246"/>
                  </a:lnTo>
                  <a:lnTo>
                    <a:pt x="7669044" y="239084"/>
                  </a:lnTo>
                  <a:lnTo>
                    <a:pt x="7573946" y="237684"/>
                  </a:lnTo>
                  <a:lnTo>
                    <a:pt x="7478808" y="236054"/>
                  </a:lnTo>
                  <a:lnTo>
                    <a:pt x="7386712" y="234195"/>
                  </a:lnTo>
                  <a:lnTo>
                    <a:pt x="7299678" y="232104"/>
                  </a:lnTo>
                  <a:lnTo>
                    <a:pt x="7218749" y="229769"/>
                  </a:lnTo>
                  <a:lnTo>
                    <a:pt x="7144196" y="227166"/>
                  </a:lnTo>
                  <a:lnTo>
                    <a:pt x="7075736" y="224261"/>
                  </a:lnTo>
                  <a:lnTo>
                    <a:pt x="7012735" y="221013"/>
                  </a:lnTo>
                  <a:lnTo>
                    <a:pt x="6954351" y="217372"/>
                  </a:lnTo>
                  <a:lnTo>
                    <a:pt x="6899655" y="213285"/>
                  </a:lnTo>
                  <a:lnTo>
                    <a:pt x="6847712" y="208701"/>
                  </a:lnTo>
                  <a:lnTo>
                    <a:pt x="6797666" y="203588"/>
                  </a:lnTo>
                  <a:lnTo>
                    <a:pt x="6786527" y="202356"/>
                  </a:lnTo>
                  <a:lnTo>
                    <a:pt x="6732614" y="195926"/>
                  </a:lnTo>
                  <a:lnTo>
                    <a:pt x="6679220" y="188819"/>
                  </a:lnTo>
                  <a:lnTo>
                    <a:pt x="6625768" y="181025"/>
                  </a:lnTo>
                  <a:lnTo>
                    <a:pt x="6571870" y="172561"/>
                  </a:lnTo>
                  <a:lnTo>
                    <a:pt x="6517308" y="163471"/>
                  </a:lnTo>
                  <a:lnTo>
                    <a:pt x="6462006" y="153827"/>
                  </a:lnTo>
                  <a:lnTo>
                    <a:pt x="6406017" y="143732"/>
                  </a:lnTo>
                  <a:lnTo>
                    <a:pt x="6349494" y="133314"/>
                  </a:lnTo>
                  <a:lnTo>
                    <a:pt x="6292668" y="122720"/>
                  </a:lnTo>
                  <a:lnTo>
                    <a:pt x="6235808" y="112105"/>
                  </a:lnTo>
                  <a:lnTo>
                    <a:pt x="6179188" y="101629"/>
                  </a:lnTo>
                  <a:lnTo>
                    <a:pt x="6123050" y="91443"/>
                  </a:lnTo>
                  <a:lnTo>
                    <a:pt x="6067570" y="81678"/>
                  </a:lnTo>
                  <a:lnTo>
                    <a:pt x="6012828" y="72443"/>
                  </a:lnTo>
                  <a:lnTo>
                    <a:pt x="5958781" y="63820"/>
                  </a:lnTo>
                  <a:lnTo>
                    <a:pt x="5905249" y="55859"/>
                  </a:lnTo>
                  <a:lnTo>
                    <a:pt x="5851886" y="48583"/>
                  </a:lnTo>
                  <a:lnTo>
                    <a:pt x="5798166" y="41989"/>
                  </a:lnTo>
                  <a:lnTo>
                    <a:pt x="5784835" y="40471"/>
                  </a:lnTo>
                  <a:lnTo>
                    <a:pt x="5735114" y="35236"/>
                  </a:lnTo>
                  <a:lnTo>
                    <a:pt x="5683671" y="30535"/>
                  </a:lnTo>
                  <a:lnTo>
                    <a:pt x="5629678" y="26339"/>
                  </a:lnTo>
                  <a:lnTo>
                    <a:pt x="5572212" y="22602"/>
                  </a:lnTo>
                  <a:lnTo>
                    <a:pt x="5510334" y="19269"/>
                  </a:lnTo>
                  <a:lnTo>
                    <a:pt x="5443175" y="16291"/>
                  </a:lnTo>
                  <a:lnTo>
                    <a:pt x="5370041" y="13623"/>
                  </a:lnTo>
                  <a:lnTo>
                    <a:pt x="5290554" y="11229"/>
                  </a:lnTo>
                  <a:lnTo>
                    <a:pt x="5204842" y="9085"/>
                  </a:lnTo>
                  <a:lnTo>
                    <a:pt x="5113753" y="7174"/>
                  </a:lnTo>
                  <a:lnTo>
                    <a:pt x="5019071" y="5492"/>
                  </a:lnTo>
                  <a:lnTo>
                    <a:pt x="4923641" y="4040"/>
                  </a:lnTo>
                  <a:lnTo>
                    <a:pt x="4831298" y="2823"/>
                  </a:lnTo>
                  <a:lnTo>
                    <a:pt x="4746500" y="1846"/>
                  </a:lnTo>
                  <a:lnTo>
                    <a:pt x="4673638" y="1105"/>
                  </a:lnTo>
                  <a:lnTo>
                    <a:pt x="4616145" y="586"/>
                  </a:lnTo>
                  <a:lnTo>
                    <a:pt x="4575663" y="259"/>
                  </a:lnTo>
                  <a:lnTo>
                    <a:pt x="4551553" y="83"/>
                  </a:lnTo>
                  <a:lnTo>
                    <a:pt x="4540852" y="13"/>
                  </a:lnTo>
                  <a:lnTo>
                    <a:pt x="4538543" y="0"/>
                  </a:lnTo>
                  <a:lnTo>
                    <a:pt x="4016409" y="0"/>
                  </a:lnTo>
                  <a:lnTo>
                    <a:pt x="4015140" y="7"/>
                  </a:lnTo>
                  <a:lnTo>
                    <a:pt x="4006845" y="60"/>
                  </a:lnTo>
                  <a:lnTo>
                    <a:pt x="3986108" y="207"/>
                  </a:lnTo>
                  <a:lnTo>
                    <a:pt x="3949474" y="496"/>
                  </a:lnTo>
                  <a:lnTo>
                    <a:pt x="3895764" y="969"/>
                  </a:lnTo>
                  <a:lnTo>
                    <a:pt x="3826132" y="1658"/>
                  </a:lnTo>
                  <a:lnTo>
                    <a:pt x="3743670" y="2581"/>
                  </a:lnTo>
                  <a:lnTo>
                    <a:pt x="3652634" y="3744"/>
                  </a:lnTo>
                  <a:lnTo>
                    <a:pt x="3557536" y="5143"/>
                  </a:lnTo>
                  <a:lnTo>
                    <a:pt x="3462398" y="6774"/>
                  </a:lnTo>
                  <a:lnTo>
                    <a:pt x="3370302" y="8632"/>
                  </a:lnTo>
                  <a:lnTo>
                    <a:pt x="3283268" y="10723"/>
                  </a:lnTo>
                  <a:lnTo>
                    <a:pt x="3202339" y="13058"/>
                  </a:lnTo>
                  <a:lnTo>
                    <a:pt x="3127786" y="15662"/>
                  </a:lnTo>
                  <a:lnTo>
                    <a:pt x="3059327" y="18566"/>
                  </a:lnTo>
                  <a:lnTo>
                    <a:pt x="2996325" y="21814"/>
                  </a:lnTo>
                  <a:lnTo>
                    <a:pt x="2937941" y="25455"/>
                  </a:lnTo>
                  <a:lnTo>
                    <a:pt x="2883245" y="29543"/>
                  </a:lnTo>
                  <a:lnTo>
                    <a:pt x="2831302" y="34126"/>
                  </a:lnTo>
                  <a:lnTo>
                    <a:pt x="2781256" y="39239"/>
                  </a:lnTo>
                  <a:lnTo>
                    <a:pt x="2770117" y="40471"/>
                  </a:lnTo>
                  <a:lnTo>
                    <a:pt x="2716204" y="46901"/>
                  </a:lnTo>
                  <a:lnTo>
                    <a:pt x="2662810" y="54008"/>
                  </a:lnTo>
                  <a:lnTo>
                    <a:pt x="2609358" y="61802"/>
                  </a:lnTo>
                  <a:lnTo>
                    <a:pt x="2555460" y="70266"/>
                  </a:lnTo>
                  <a:lnTo>
                    <a:pt x="2500898" y="79357"/>
                  </a:lnTo>
                  <a:lnTo>
                    <a:pt x="2445596" y="89000"/>
                  </a:lnTo>
                  <a:lnTo>
                    <a:pt x="2389607" y="99095"/>
                  </a:lnTo>
                  <a:lnTo>
                    <a:pt x="2333085" y="109513"/>
                  </a:lnTo>
                  <a:lnTo>
                    <a:pt x="2276258" y="120108"/>
                  </a:lnTo>
                  <a:lnTo>
                    <a:pt x="2219398" y="130722"/>
                  </a:lnTo>
                  <a:lnTo>
                    <a:pt x="2162778" y="141198"/>
                  </a:lnTo>
                  <a:lnTo>
                    <a:pt x="2106640" y="151385"/>
                  </a:lnTo>
                  <a:lnTo>
                    <a:pt x="2051160" y="161150"/>
                  </a:lnTo>
                  <a:lnTo>
                    <a:pt x="1996418" y="170384"/>
                  </a:lnTo>
                  <a:lnTo>
                    <a:pt x="1942372" y="179007"/>
                  </a:lnTo>
                  <a:lnTo>
                    <a:pt x="1888839" y="186968"/>
                  </a:lnTo>
                  <a:lnTo>
                    <a:pt x="1835476" y="194244"/>
                  </a:lnTo>
                  <a:lnTo>
                    <a:pt x="1781756" y="200838"/>
                  </a:lnTo>
                  <a:lnTo>
                    <a:pt x="1768425" y="202356"/>
                  </a:lnTo>
                  <a:lnTo>
                    <a:pt x="1718704" y="207591"/>
                  </a:lnTo>
                  <a:lnTo>
                    <a:pt x="1667261" y="212292"/>
                  </a:lnTo>
                  <a:lnTo>
                    <a:pt x="1613268" y="216488"/>
                  </a:lnTo>
                  <a:lnTo>
                    <a:pt x="1555802" y="220226"/>
                  </a:lnTo>
                  <a:lnTo>
                    <a:pt x="1493924" y="223558"/>
                  </a:lnTo>
                  <a:lnTo>
                    <a:pt x="1426765" y="226536"/>
                  </a:lnTo>
                  <a:lnTo>
                    <a:pt x="1353631" y="229204"/>
                  </a:lnTo>
                  <a:lnTo>
                    <a:pt x="1274144" y="231598"/>
                  </a:lnTo>
                  <a:lnTo>
                    <a:pt x="1188432" y="233742"/>
                  </a:lnTo>
                  <a:lnTo>
                    <a:pt x="1097343" y="235653"/>
                  </a:lnTo>
                  <a:lnTo>
                    <a:pt x="1002661" y="237335"/>
                  </a:lnTo>
                  <a:lnTo>
                    <a:pt x="907231" y="238787"/>
                  </a:lnTo>
                  <a:lnTo>
                    <a:pt x="814888" y="240004"/>
                  </a:lnTo>
                  <a:lnTo>
                    <a:pt x="730090" y="240981"/>
                  </a:lnTo>
                  <a:lnTo>
                    <a:pt x="657228" y="241722"/>
                  </a:lnTo>
                  <a:lnTo>
                    <a:pt x="599735" y="242242"/>
                  </a:lnTo>
                  <a:lnTo>
                    <a:pt x="559253" y="242569"/>
                  </a:lnTo>
                  <a:lnTo>
                    <a:pt x="535143" y="242744"/>
                  </a:lnTo>
                  <a:lnTo>
                    <a:pt x="524442" y="242814"/>
                  </a:lnTo>
                  <a:lnTo>
                    <a:pt x="522133" y="242828"/>
                  </a:lnTo>
                  <a:lnTo>
                    <a:pt x="0" y="242828"/>
                  </a:lnTo>
                  <a:close/>
                </a:path>
              </a:pathLst>
            </a:custGeom>
            <a:solidFill>
              <a:srgbClr val="F28E5B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1101" name="pl1101"/>
            <p:cNvSpPr/>
            <p:nvPr/>
          </p:nvSpPr>
          <p:spPr>
            <a:xfrm>
              <a:off x="386606" y="3512179"/>
              <a:ext cx="8554953" cy="242828"/>
            </a:xfrm>
            <a:custGeom>
              <a:avLst/>
              <a:pathLst>
                <a:path w="8554953" h="242828">
                  <a:moveTo>
                    <a:pt x="0" y="242828"/>
                  </a:moveTo>
                  <a:lnTo>
                    <a:pt x="522133" y="242828"/>
                  </a:lnTo>
                  <a:lnTo>
                    <a:pt x="523402" y="242820"/>
                  </a:lnTo>
                  <a:lnTo>
                    <a:pt x="531697" y="242767"/>
                  </a:lnTo>
                  <a:lnTo>
                    <a:pt x="552434" y="242620"/>
                  </a:lnTo>
                  <a:lnTo>
                    <a:pt x="589068" y="242331"/>
                  </a:lnTo>
                  <a:lnTo>
                    <a:pt x="642779" y="241858"/>
                  </a:lnTo>
                  <a:lnTo>
                    <a:pt x="712411" y="241169"/>
                  </a:lnTo>
                  <a:lnTo>
                    <a:pt x="794872" y="240246"/>
                  </a:lnTo>
                  <a:lnTo>
                    <a:pt x="885908" y="239084"/>
                  </a:lnTo>
                  <a:lnTo>
                    <a:pt x="981006" y="237684"/>
                  </a:lnTo>
                  <a:lnTo>
                    <a:pt x="1076144" y="236054"/>
                  </a:lnTo>
                  <a:lnTo>
                    <a:pt x="1168240" y="234195"/>
                  </a:lnTo>
                  <a:lnTo>
                    <a:pt x="1255274" y="232104"/>
                  </a:lnTo>
                  <a:lnTo>
                    <a:pt x="1336203" y="229769"/>
                  </a:lnTo>
                  <a:lnTo>
                    <a:pt x="1410757" y="227166"/>
                  </a:lnTo>
                  <a:lnTo>
                    <a:pt x="1479216" y="224261"/>
                  </a:lnTo>
                  <a:lnTo>
                    <a:pt x="1542217" y="221013"/>
                  </a:lnTo>
                  <a:lnTo>
                    <a:pt x="1600601" y="217372"/>
                  </a:lnTo>
                  <a:lnTo>
                    <a:pt x="1655297" y="213285"/>
                  </a:lnTo>
                  <a:lnTo>
                    <a:pt x="1707240" y="208701"/>
                  </a:lnTo>
                  <a:lnTo>
                    <a:pt x="1757286" y="203588"/>
                  </a:lnTo>
                  <a:lnTo>
                    <a:pt x="1768425" y="202356"/>
                  </a:lnTo>
                  <a:lnTo>
                    <a:pt x="1822338" y="195926"/>
                  </a:lnTo>
                  <a:lnTo>
                    <a:pt x="1875732" y="188819"/>
                  </a:lnTo>
                  <a:lnTo>
                    <a:pt x="1929184" y="181025"/>
                  </a:lnTo>
                  <a:lnTo>
                    <a:pt x="1983082" y="172561"/>
                  </a:lnTo>
                  <a:lnTo>
                    <a:pt x="2037644" y="163471"/>
                  </a:lnTo>
                  <a:lnTo>
                    <a:pt x="2092946" y="153827"/>
                  </a:lnTo>
                  <a:lnTo>
                    <a:pt x="2148936" y="143732"/>
                  </a:lnTo>
                  <a:lnTo>
                    <a:pt x="2205458" y="133314"/>
                  </a:lnTo>
                  <a:lnTo>
                    <a:pt x="2262284" y="122720"/>
                  </a:lnTo>
                  <a:lnTo>
                    <a:pt x="2319144" y="112105"/>
                  </a:lnTo>
                  <a:lnTo>
                    <a:pt x="2375764" y="101629"/>
                  </a:lnTo>
                  <a:lnTo>
                    <a:pt x="2431902" y="91443"/>
                  </a:lnTo>
                  <a:lnTo>
                    <a:pt x="2487382" y="81678"/>
                  </a:lnTo>
                  <a:lnTo>
                    <a:pt x="2542124" y="72443"/>
                  </a:lnTo>
                  <a:lnTo>
                    <a:pt x="2596171" y="63820"/>
                  </a:lnTo>
                  <a:lnTo>
                    <a:pt x="2649703" y="55859"/>
                  </a:lnTo>
                  <a:lnTo>
                    <a:pt x="2703066" y="48583"/>
                  </a:lnTo>
                  <a:lnTo>
                    <a:pt x="2756786" y="41989"/>
                  </a:lnTo>
                  <a:lnTo>
                    <a:pt x="2770117" y="40471"/>
                  </a:lnTo>
                  <a:lnTo>
                    <a:pt x="2819838" y="35236"/>
                  </a:lnTo>
                  <a:lnTo>
                    <a:pt x="2871281" y="30535"/>
                  </a:lnTo>
                  <a:lnTo>
                    <a:pt x="2925274" y="26339"/>
                  </a:lnTo>
                  <a:lnTo>
                    <a:pt x="2982740" y="22602"/>
                  </a:lnTo>
                  <a:lnTo>
                    <a:pt x="3044618" y="19269"/>
                  </a:lnTo>
                  <a:lnTo>
                    <a:pt x="3111777" y="16291"/>
                  </a:lnTo>
                  <a:lnTo>
                    <a:pt x="3184911" y="13623"/>
                  </a:lnTo>
                  <a:lnTo>
                    <a:pt x="3264398" y="11229"/>
                  </a:lnTo>
                  <a:lnTo>
                    <a:pt x="3350110" y="9085"/>
                  </a:lnTo>
                  <a:lnTo>
                    <a:pt x="3441199" y="7174"/>
                  </a:lnTo>
                  <a:lnTo>
                    <a:pt x="3535881" y="5492"/>
                  </a:lnTo>
                  <a:lnTo>
                    <a:pt x="3631311" y="4040"/>
                  </a:lnTo>
                  <a:lnTo>
                    <a:pt x="3723654" y="2823"/>
                  </a:lnTo>
                  <a:lnTo>
                    <a:pt x="3808452" y="1846"/>
                  </a:lnTo>
                  <a:lnTo>
                    <a:pt x="3881314" y="1105"/>
                  </a:lnTo>
                  <a:lnTo>
                    <a:pt x="3938808" y="586"/>
                  </a:lnTo>
                  <a:lnTo>
                    <a:pt x="3979289" y="259"/>
                  </a:lnTo>
                  <a:lnTo>
                    <a:pt x="4003399" y="83"/>
                  </a:lnTo>
                  <a:lnTo>
                    <a:pt x="4014100" y="13"/>
                  </a:lnTo>
                  <a:lnTo>
                    <a:pt x="4016394" y="0"/>
                  </a:lnTo>
                  <a:lnTo>
                    <a:pt x="4016409" y="0"/>
                  </a:lnTo>
                  <a:lnTo>
                    <a:pt x="4538543" y="0"/>
                  </a:lnTo>
                  <a:lnTo>
                    <a:pt x="4539812" y="7"/>
                  </a:lnTo>
                  <a:lnTo>
                    <a:pt x="4548107" y="60"/>
                  </a:lnTo>
                  <a:lnTo>
                    <a:pt x="4568844" y="207"/>
                  </a:lnTo>
                  <a:lnTo>
                    <a:pt x="4605478" y="496"/>
                  </a:lnTo>
                  <a:lnTo>
                    <a:pt x="4659189" y="969"/>
                  </a:lnTo>
                  <a:lnTo>
                    <a:pt x="4728820" y="1658"/>
                  </a:lnTo>
                  <a:lnTo>
                    <a:pt x="4811282" y="2581"/>
                  </a:lnTo>
                  <a:lnTo>
                    <a:pt x="4902318" y="3744"/>
                  </a:lnTo>
                  <a:lnTo>
                    <a:pt x="4997416" y="5143"/>
                  </a:lnTo>
                  <a:lnTo>
                    <a:pt x="5092554" y="6774"/>
                  </a:lnTo>
                  <a:lnTo>
                    <a:pt x="5184650" y="8632"/>
                  </a:lnTo>
                  <a:lnTo>
                    <a:pt x="5271684" y="10723"/>
                  </a:lnTo>
                  <a:lnTo>
                    <a:pt x="5352613" y="13058"/>
                  </a:lnTo>
                  <a:lnTo>
                    <a:pt x="5427166" y="15662"/>
                  </a:lnTo>
                  <a:lnTo>
                    <a:pt x="5495626" y="18566"/>
                  </a:lnTo>
                  <a:lnTo>
                    <a:pt x="5558627" y="21814"/>
                  </a:lnTo>
                  <a:lnTo>
                    <a:pt x="5617011" y="25455"/>
                  </a:lnTo>
                  <a:lnTo>
                    <a:pt x="5671707" y="29543"/>
                  </a:lnTo>
                  <a:lnTo>
                    <a:pt x="5723650" y="34126"/>
                  </a:lnTo>
                  <a:lnTo>
                    <a:pt x="5773696" y="39239"/>
                  </a:lnTo>
                  <a:lnTo>
                    <a:pt x="5784835" y="40471"/>
                  </a:lnTo>
                  <a:lnTo>
                    <a:pt x="5838748" y="46901"/>
                  </a:lnTo>
                  <a:lnTo>
                    <a:pt x="5892142" y="54008"/>
                  </a:lnTo>
                  <a:lnTo>
                    <a:pt x="5945594" y="61802"/>
                  </a:lnTo>
                  <a:lnTo>
                    <a:pt x="5999492" y="70266"/>
                  </a:lnTo>
                  <a:lnTo>
                    <a:pt x="6054054" y="79357"/>
                  </a:lnTo>
                  <a:lnTo>
                    <a:pt x="6109356" y="89000"/>
                  </a:lnTo>
                  <a:lnTo>
                    <a:pt x="6165345" y="99095"/>
                  </a:lnTo>
                  <a:lnTo>
                    <a:pt x="6221868" y="109513"/>
                  </a:lnTo>
                  <a:lnTo>
                    <a:pt x="6278694" y="120108"/>
                  </a:lnTo>
                  <a:lnTo>
                    <a:pt x="6335554" y="130722"/>
                  </a:lnTo>
                  <a:lnTo>
                    <a:pt x="6392174" y="141198"/>
                  </a:lnTo>
                  <a:lnTo>
                    <a:pt x="6448312" y="151385"/>
                  </a:lnTo>
                  <a:lnTo>
                    <a:pt x="6503792" y="161150"/>
                  </a:lnTo>
                  <a:lnTo>
                    <a:pt x="6558534" y="170384"/>
                  </a:lnTo>
                  <a:lnTo>
                    <a:pt x="6612581" y="179007"/>
                  </a:lnTo>
                  <a:lnTo>
                    <a:pt x="6666113" y="186968"/>
                  </a:lnTo>
                  <a:lnTo>
                    <a:pt x="6719476" y="194244"/>
                  </a:lnTo>
                  <a:lnTo>
                    <a:pt x="6773196" y="200838"/>
                  </a:lnTo>
                  <a:lnTo>
                    <a:pt x="6786527" y="202356"/>
                  </a:lnTo>
                  <a:lnTo>
                    <a:pt x="6836248" y="207591"/>
                  </a:lnTo>
                  <a:lnTo>
                    <a:pt x="6887691" y="212292"/>
                  </a:lnTo>
                  <a:lnTo>
                    <a:pt x="6941684" y="216488"/>
                  </a:lnTo>
                  <a:lnTo>
                    <a:pt x="6999150" y="220226"/>
                  </a:lnTo>
                  <a:lnTo>
                    <a:pt x="7061028" y="223558"/>
                  </a:lnTo>
                  <a:lnTo>
                    <a:pt x="7128187" y="226536"/>
                  </a:lnTo>
                  <a:lnTo>
                    <a:pt x="7201321" y="229204"/>
                  </a:lnTo>
                  <a:lnTo>
                    <a:pt x="7280808" y="231598"/>
                  </a:lnTo>
                  <a:lnTo>
                    <a:pt x="7366520" y="233742"/>
                  </a:lnTo>
                  <a:lnTo>
                    <a:pt x="7457609" y="235653"/>
                  </a:lnTo>
                  <a:lnTo>
                    <a:pt x="7552291" y="237335"/>
                  </a:lnTo>
                  <a:lnTo>
                    <a:pt x="7647721" y="238787"/>
                  </a:lnTo>
                  <a:lnTo>
                    <a:pt x="7740064" y="240004"/>
                  </a:lnTo>
                  <a:lnTo>
                    <a:pt x="7824862" y="240981"/>
                  </a:lnTo>
                  <a:lnTo>
                    <a:pt x="7897724" y="241722"/>
                  </a:lnTo>
                  <a:lnTo>
                    <a:pt x="7955217" y="242242"/>
                  </a:lnTo>
                  <a:lnTo>
                    <a:pt x="7995699" y="242569"/>
                  </a:lnTo>
                  <a:lnTo>
                    <a:pt x="8019809" y="242744"/>
                  </a:lnTo>
                  <a:lnTo>
                    <a:pt x="8030510" y="242814"/>
                  </a:lnTo>
                  <a:lnTo>
                    <a:pt x="8032804" y="242828"/>
                  </a:lnTo>
                  <a:lnTo>
                    <a:pt x="8032819" y="242828"/>
                  </a:lnTo>
                  <a:lnTo>
                    <a:pt x="8554953" y="242828"/>
                  </a:lnTo>
                  <a:lnTo>
                    <a:pt x="8554953" y="242828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102" name="pl1102"/>
            <p:cNvSpPr/>
            <p:nvPr/>
          </p:nvSpPr>
          <p:spPr>
            <a:xfrm>
              <a:off x="386606" y="3506532"/>
              <a:ext cx="8554953" cy="242828"/>
            </a:xfrm>
            <a:custGeom>
              <a:avLst/>
              <a:pathLst>
                <a:path w="8554953" h="242828">
                  <a:moveTo>
                    <a:pt x="8554953" y="242828"/>
                  </a:moveTo>
                  <a:lnTo>
                    <a:pt x="8032819" y="242828"/>
                  </a:lnTo>
                  <a:lnTo>
                    <a:pt x="8031550" y="242820"/>
                  </a:lnTo>
                  <a:lnTo>
                    <a:pt x="8023255" y="242767"/>
                  </a:lnTo>
                  <a:lnTo>
                    <a:pt x="8002518" y="242620"/>
                  </a:lnTo>
                  <a:lnTo>
                    <a:pt x="7965884" y="242331"/>
                  </a:lnTo>
                  <a:lnTo>
                    <a:pt x="7912173" y="241858"/>
                  </a:lnTo>
                  <a:lnTo>
                    <a:pt x="7842541" y="241169"/>
                  </a:lnTo>
                  <a:lnTo>
                    <a:pt x="7760080" y="240246"/>
                  </a:lnTo>
                  <a:lnTo>
                    <a:pt x="7669044" y="239084"/>
                  </a:lnTo>
                  <a:lnTo>
                    <a:pt x="7573946" y="237684"/>
                  </a:lnTo>
                  <a:lnTo>
                    <a:pt x="7478808" y="236054"/>
                  </a:lnTo>
                  <a:lnTo>
                    <a:pt x="7386712" y="234195"/>
                  </a:lnTo>
                  <a:lnTo>
                    <a:pt x="7299678" y="232104"/>
                  </a:lnTo>
                  <a:lnTo>
                    <a:pt x="7218749" y="229769"/>
                  </a:lnTo>
                  <a:lnTo>
                    <a:pt x="7144196" y="227166"/>
                  </a:lnTo>
                  <a:lnTo>
                    <a:pt x="7075736" y="224261"/>
                  </a:lnTo>
                  <a:lnTo>
                    <a:pt x="7012735" y="221013"/>
                  </a:lnTo>
                  <a:lnTo>
                    <a:pt x="6954351" y="217372"/>
                  </a:lnTo>
                  <a:lnTo>
                    <a:pt x="6899655" y="213285"/>
                  </a:lnTo>
                  <a:lnTo>
                    <a:pt x="6847712" y="208701"/>
                  </a:lnTo>
                  <a:lnTo>
                    <a:pt x="6797666" y="203588"/>
                  </a:lnTo>
                  <a:lnTo>
                    <a:pt x="6786527" y="202356"/>
                  </a:lnTo>
                  <a:lnTo>
                    <a:pt x="6732614" y="195926"/>
                  </a:lnTo>
                  <a:lnTo>
                    <a:pt x="6679220" y="188819"/>
                  </a:lnTo>
                  <a:lnTo>
                    <a:pt x="6625768" y="181025"/>
                  </a:lnTo>
                  <a:lnTo>
                    <a:pt x="6571870" y="172561"/>
                  </a:lnTo>
                  <a:lnTo>
                    <a:pt x="6517308" y="163471"/>
                  </a:lnTo>
                  <a:lnTo>
                    <a:pt x="6462006" y="153827"/>
                  </a:lnTo>
                  <a:lnTo>
                    <a:pt x="6406017" y="143732"/>
                  </a:lnTo>
                  <a:lnTo>
                    <a:pt x="6349494" y="133314"/>
                  </a:lnTo>
                  <a:lnTo>
                    <a:pt x="6292668" y="122720"/>
                  </a:lnTo>
                  <a:lnTo>
                    <a:pt x="6235808" y="112105"/>
                  </a:lnTo>
                  <a:lnTo>
                    <a:pt x="6179188" y="101629"/>
                  </a:lnTo>
                  <a:lnTo>
                    <a:pt x="6123050" y="91443"/>
                  </a:lnTo>
                  <a:lnTo>
                    <a:pt x="6067570" y="81678"/>
                  </a:lnTo>
                  <a:lnTo>
                    <a:pt x="6012828" y="72443"/>
                  </a:lnTo>
                  <a:lnTo>
                    <a:pt x="5958781" y="63820"/>
                  </a:lnTo>
                  <a:lnTo>
                    <a:pt x="5905249" y="55859"/>
                  </a:lnTo>
                  <a:lnTo>
                    <a:pt x="5851886" y="48583"/>
                  </a:lnTo>
                  <a:lnTo>
                    <a:pt x="5798166" y="41989"/>
                  </a:lnTo>
                  <a:lnTo>
                    <a:pt x="5784835" y="40471"/>
                  </a:lnTo>
                  <a:lnTo>
                    <a:pt x="5735114" y="35236"/>
                  </a:lnTo>
                  <a:lnTo>
                    <a:pt x="5683671" y="30535"/>
                  </a:lnTo>
                  <a:lnTo>
                    <a:pt x="5629678" y="26339"/>
                  </a:lnTo>
                  <a:lnTo>
                    <a:pt x="5572212" y="22602"/>
                  </a:lnTo>
                  <a:lnTo>
                    <a:pt x="5510334" y="19269"/>
                  </a:lnTo>
                  <a:lnTo>
                    <a:pt x="5443175" y="16291"/>
                  </a:lnTo>
                  <a:lnTo>
                    <a:pt x="5370041" y="13623"/>
                  </a:lnTo>
                  <a:lnTo>
                    <a:pt x="5290554" y="11229"/>
                  </a:lnTo>
                  <a:lnTo>
                    <a:pt x="5204842" y="9085"/>
                  </a:lnTo>
                  <a:lnTo>
                    <a:pt x="5113753" y="7174"/>
                  </a:lnTo>
                  <a:lnTo>
                    <a:pt x="5019071" y="5492"/>
                  </a:lnTo>
                  <a:lnTo>
                    <a:pt x="4923641" y="4040"/>
                  </a:lnTo>
                  <a:lnTo>
                    <a:pt x="4831298" y="2823"/>
                  </a:lnTo>
                  <a:lnTo>
                    <a:pt x="4746500" y="1846"/>
                  </a:lnTo>
                  <a:lnTo>
                    <a:pt x="4673638" y="1105"/>
                  </a:lnTo>
                  <a:lnTo>
                    <a:pt x="4616145" y="586"/>
                  </a:lnTo>
                  <a:lnTo>
                    <a:pt x="4575663" y="259"/>
                  </a:lnTo>
                  <a:lnTo>
                    <a:pt x="4551553" y="83"/>
                  </a:lnTo>
                  <a:lnTo>
                    <a:pt x="4540852" y="13"/>
                  </a:lnTo>
                  <a:lnTo>
                    <a:pt x="4538558" y="0"/>
                  </a:lnTo>
                  <a:lnTo>
                    <a:pt x="4538543" y="0"/>
                  </a:lnTo>
                  <a:lnTo>
                    <a:pt x="4016409" y="0"/>
                  </a:lnTo>
                  <a:lnTo>
                    <a:pt x="4015140" y="7"/>
                  </a:lnTo>
                  <a:lnTo>
                    <a:pt x="4006845" y="60"/>
                  </a:lnTo>
                  <a:lnTo>
                    <a:pt x="3986108" y="207"/>
                  </a:lnTo>
                  <a:lnTo>
                    <a:pt x="3949474" y="496"/>
                  </a:lnTo>
                  <a:lnTo>
                    <a:pt x="3895764" y="969"/>
                  </a:lnTo>
                  <a:lnTo>
                    <a:pt x="3826132" y="1658"/>
                  </a:lnTo>
                  <a:lnTo>
                    <a:pt x="3743670" y="2581"/>
                  </a:lnTo>
                  <a:lnTo>
                    <a:pt x="3652634" y="3744"/>
                  </a:lnTo>
                  <a:lnTo>
                    <a:pt x="3557536" y="5143"/>
                  </a:lnTo>
                  <a:lnTo>
                    <a:pt x="3462398" y="6774"/>
                  </a:lnTo>
                  <a:lnTo>
                    <a:pt x="3370302" y="8632"/>
                  </a:lnTo>
                  <a:lnTo>
                    <a:pt x="3283268" y="10723"/>
                  </a:lnTo>
                  <a:lnTo>
                    <a:pt x="3202339" y="13058"/>
                  </a:lnTo>
                  <a:lnTo>
                    <a:pt x="3127786" y="15662"/>
                  </a:lnTo>
                  <a:lnTo>
                    <a:pt x="3059327" y="18566"/>
                  </a:lnTo>
                  <a:lnTo>
                    <a:pt x="2996325" y="21814"/>
                  </a:lnTo>
                  <a:lnTo>
                    <a:pt x="2937941" y="25455"/>
                  </a:lnTo>
                  <a:lnTo>
                    <a:pt x="2883245" y="29543"/>
                  </a:lnTo>
                  <a:lnTo>
                    <a:pt x="2831302" y="34126"/>
                  </a:lnTo>
                  <a:lnTo>
                    <a:pt x="2781256" y="39239"/>
                  </a:lnTo>
                  <a:lnTo>
                    <a:pt x="2770117" y="40471"/>
                  </a:lnTo>
                  <a:lnTo>
                    <a:pt x="2716204" y="46901"/>
                  </a:lnTo>
                  <a:lnTo>
                    <a:pt x="2662810" y="54008"/>
                  </a:lnTo>
                  <a:lnTo>
                    <a:pt x="2609358" y="61802"/>
                  </a:lnTo>
                  <a:lnTo>
                    <a:pt x="2555460" y="70266"/>
                  </a:lnTo>
                  <a:lnTo>
                    <a:pt x="2500898" y="79357"/>
                  </a:lnTo>
                  <a:lnTo>
                    <a:pt x="2445596" y="89000"/>
                  </a:lnTo>
                  <a:lnTo>
                    <a:pt x="2389607" y="99095"/>
                  </a:lnTo>
                  <a:lnTo>
                    <a:pt x="2333085" y="109513"/>
                  </a:lnTo>
                  <a:lnTo>
                    <a:pt x="2276258" y="120108"/>
                  </a:lnTo>
                  <a:lnTo>
                    <a:pt x="2219398" y="130722"/>
                  </a:lnTo>
                  <a:lnTo>
                    <a:pt x="2162778" y="141198"/>
                  </a:lnTo>
                  <a:lnTo>
                    <a:pt x="2106640" y="151385"/>
                  </a:lnTo>
                  <a:lnTo>
                    <a:pt x="2051160" y="161150"/>
                  </a:lnTo>
                  <a:lnTo>
                    <a:pt x="1996418" y="170384"/>
                  </a:lnTo>
                  <a:lnTo>
                    <a:pt x="1942372" y="179007"/>
                  </a:lnTo>
                  <a:lnTo>
                    <a:pt x="1888839" y="186968"/>
                  </a:lnTo>
                  <a:lnTo>
                    <a:pt x="1835476" y="194244"/>
                  </a:lnTo>
                  <a:lnTo>
                    <a:pt x="1781756" y="200838"/>
                  </a:lnTo>
                  <a:lnTo>
                    <a:pt x="1768425" y="202356"/>
                  </a:lnTo>
                  <a:lnTo>
                    <a:pt x="1718704" y="207591"/>
                  </a:lnTo>
                  <a:lnTo>
                    <a:pt x="1667261" y="212292"/>
                  </a:lnTo>
                  <a:lnTo>
                    <a:pt x="1613268" y="216488"/>
                  </a:lnTo>
                  <a:lnTo>
                    <a:pt x="1555802" y="220226"/>
                  </a:lnTo>
                  <a:lnTo>
                    <a:pt x="1493924" y="223558"/>
                  </a:lnTo>
                  <a:lnTo>
                    <a:pt x="1426765" y="226536"/>
                  </a:lnTo>
                  <a:lnTo>
                    <a:pt x="1353631" y="229204"/>
                  </a:lnTo>
                  <a:lnTo>
                    <a:pt x="1274144" y="231598"/>
                  </a:lnTo>
                  <a:lnTo>
                    <a:pt x="1188432" y="233742"/>
                  </a:lnTo>
                  <a:lnTo>
                    <a:pt x="1097343" y="235653"/>
                  </a:lnTo>
                  <a:lnTo>
                    <a:pt x="1002661" y="237335"/>
                  </a:lnTo>
                  <a:lnTo>
                    <a:pt x="907231" y="238787"/>
                  </a:lnTo>
                  <a:lnTo>
                    <a:pt x="814888" y="240004"/>
                  </a:lnTo>
                  <a:lnTo>
                    <a:pt x="730090" y="240981"/>
                  </a:lnTo>
                  <a:lnTo>
                    <a:pt x="657228" y="241722"/>
                  </a:lnTo>
                  <a:lnTo>
                    <a:pt x="599735" y="242242"/>
                  </a:lnTo>
                  <a:lnTo>
                    <a:pt x="559253" y="242569"/>
                  </a:lnTo>
                  <a:lnTo>
                    <a:pt x="535143" y="242744"/>
                  </a:lnTo>
                  <a:lnTo>
                    <a:pt x="524442" y="242814"/>
                  </a:lnTo>
                  <a:lnTo>
                    <a:pt x="522148" y="242828"/>
                  </a:lnTo>
                  <a:lnTo>
                    <a:pt x="522133" y="242828"/>
                  </a:lnTo>
                  <a:lnTo>
                    <a:pt x="0" y="242828"/>
                  </a:lnTo>
                  <a:lnTo>
                    <a:pt x="0" y="242828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103" name="pg1103"/>
            <p:cNvSpPr/>
            <p:nvPr/>
          </p:nvSpPr>
          <p:spPr>
            <a:xfrm>
              <a:off x="386606" y="3546062"/>
              <a:ext cx="8554953" cy="864017"/>
            </a:xfrm>
            <a:custGeom>
              <a:avLst/>
              <a:pathLst>
                <a:path w="8554953" h="864017">
                  <a:moveTo>
                    <a:pt x="0" y="214592"/>
                  </a:moveTo>
                  <a:lnTo>
                    <a:pt x="522133" y="214592"/>
                  </a:lnTo>
                  <a:lnTo>
                    <a:pt x="523402" y="214586"/>
                  </a:lnTo>
                  <a:lnTo>
                    <a:pt x="531699" y="214540"/>
                  </a:lnTo>
                  <a:lnTo>
                    <a:pt x="552440" y="214413"/>
                  </a:lnTo>
                  <a:lnTo>
                    <a:pt x="589081" y="214164"/>
                  </a:lnTo>
                  <a:lnTo>
                    <a:pt x="642800" y="213757"/>
                  </a:lnTo>
                  <a:lnTo>
                    <a:pt x="712442" y="213164"/>
                  </a:lnTo>
                  <a:lnTo>
                    <a:pt x="794914" y="212370"/>
                  </a:lnTo>
                  <a:lnTo>
                    <a:pt x="885959" y="211370"/>
                  </a:lnTo>
                  <a:lnTo>
                    <a:pt x="981065" y="210165"/>
                  </a:lnTo>
                  <a:lnTo>
                    <a:pt x="1076209" y="208762"/>
                  </a:lnTo>
                  <a:lnTo>
                    <a:pt x="1168307" y="207162"/>
                  </a:lnTo>
                  <a:lnTo>
                    <a:pt x="1255343" y="205363"/>
                  </a:lnTo>
                  <a:lnTo>
                    <a:pt x="1336272" y="203354"/>
                  </a:lnTo>
                  <a:lnTo>
                    <a:pt x="1410825" y="201113"/>
                  </a:lnTo>
                  <a:lnTo>
                    <a:pt x="1479283" y="198613"/>
                  </a:lnTo>
                  <a:lnTo>
                    <a:pt x="1542283" y="195818"/>
                  </a:lnTo>
                  <a:lnTo>
                    <a:pt x="1600666" y="192684"/>
                  </a:lnTo>
                  <a:lnTo>
                    <a:pt x="1655363" y="189167"/>
                  </a:lnTo>
                  <a:lnTo>
                    <a:pt x="1707306" y="185222"/>
                  </a:lnTo>
                  <a:lnTo>
                    <a:pt x="1757353" y="180821"/>
                  </a:lnTo>
                  <a:lnTo>
                    <a:pt x="1768425" y="179768"/>
                  </a:lnTo>
                  <a:lnTo>
                    <a:pt x="1822427" y="174225"/>
                  </a:lnTo>
                  <a:lnTo>
                    <a:pt x="1875909" y="168098"/>
                  </a:lnTo>
                  <a:lnTo>
                    <a:pt x="1929451" y="161378"/>
                  </a:lnTo>
                  <a:lnTo>
                    <a:pt x="1983441" y="154080"/>
                  </a:lnTo>
                  <a:lnTo>
                    <a:pt x="2038100" y="146241"/>
                  </a:lnTo>
                  <a:lnTo>
                    <a:pt x="2093500" y="137925"/>
                  </a:lnTo>
                  <a:lnTo>
                    <a:pt x="2149589" y="129221"/>
                  </a:lnTo>
                  <a:lnTo>
                    <a:pt x="2206210" y="120239"/>
                  </a:lnTo>
                  <a:lnTo>
                    <a:pt x="2263133" y="111106"/>
                  </a:lnTo>
                  <a:lnTo>
                    <a:pt x="2320086" y="101959"/>
                  </a:lnTo>
                  <a:lnTo>
                    <a:pt x="2376793" y="92933"/>
                  </a:lnTo>
                  <a:lnTo>
                    <a:pt x="2433013" y="84159"/>
                  </a:lnTo>
                  <a:lnTo>
                    <a:pt x="2488570" y="75752"/>
                  </a:lnTo>
                  <a:lnTo>
                    <a:pt x="2543387" y="67804"/>
                  </a:lnTo>
                  <a:lnTo>
                    <a:pt x="2597508" y="60385"/>
                  </a:lnTo>
                  <a:lnTo>
                    <a:pt x="2651120" y="53538"/>
                  </a:lnTo>
                  <a:lnTo>
                    <a:pt x="2704573" y="47283"/>
                  </a:lnTo>
                  <a:lnTo>
                    <a:pt x="2758403" y="41617"/>
                  </a:lnTo>
                  <a:lnTo>
                    <a:pt x="2770117" y="40471"/>
                  </a:lnTo>
                  <a:lnTo>
                    <a:pt x="2819841" y="35966"/>
                  </a:lnTo>
                  <a:lnTo>
                    <a:pt x="2871288" y="31921"/>
                  </a:lnTo>
                  <a:lnTo>
                    <a:pt x="2925285" y="28311"/>
                  </a:lnTo>
                  <a:lnTo>
                    <a:pt x="2982756" y="25094"/>
                  </a:lnTo>
                  <a:lnTo>
                    <a:pt x="3044640" y="22227"/>
                  </a:lnTo>
                  <a:lnTo>
                    <a:pt x="3111806" y="19664"/>
                  </a:lnTo>
                  <a:lnTo>
                    <a:pt x="3184948" y="17368"/>
                  </a:lnTo>
                  <a:lnTo>
                    <a:pt x="3264443" y="15308"/>
                  </a:lnTo>
                  <a:lnTo>
                    <a:pt x="3350165" y="13463"/>
                  </a:lnTo>
                  <a:lnTo>
                    <a:pt x="3441263" y="11819"/>
                  </a:lnTo>
                  <a:lnTo>
                    <a:pt x="3535953" y="10372"/>
                  </a:lnTo>
                  <a:lnTo>
                    <a:pt x="3631389" y="9122"/>
                  </a:lnTo>
                  <a:lnTo>
                    <a:pt x="3723734" y="8076"/>
                  </a:lnTo>
                  <a:lnTo>
                    <a:pt x="3808528" y="7235"/>
                  </a:lnTo>
                  <a:lnTo>
                    <a:pt x="3881381" y="6598"/>
                  </a:lnTo>
                  <a:lnTo>
                    <a:pt x="3938861" y="6151"/>
                  </a:lnTo>
                  <a:lnTo>
                    <a:pt x="3979326" y="5869"/>
                  </a:lnTo>
                  <a:lnTo>
                    <a:pt x="4003419" y="5719"/>
                  </a:lnTo>
                  <a:lnTo>
                    <a:pt x="4014107" y="5659"/>
                  </a:lnTo>
                  <a:lnTo>
                    <a:pt x="4016409" y="5647"/>
                  </a:lnTo>
                  <a:lnTo>
                    <a:pt x="4538543" y="5647"/>
                  </a:lnTo>
                  <a:lnTo>
                    <a:pt x="4539801" y="5673"/>
                  </a:lnTo>
                  <a:lnTo>
                    <a:pt x="4548024" y="5859"/>
                  </a:lnTo>
                  <a:lnTo>
                    <a:pt x="4568589" y="6375"/>
                  </a:lnTo>
                  <a:lnTo>
                    <a:pt x="4604937" y="7387"/>
                  </a:lnTo>
                  <a:lnTo>
                    <a:pt x="4658258" y="9044"/>
                  </a:lnTo>
                  <a:lnTo>
                    <a:pt x="4727440" y="11459"/>
                  </a:lnTo>
                  <a:lnTo>
                    <a:pt x="4809443" y="14695"/>
                  </a:lnTo>
                  <a:lnTo>
                    <a:pt x="4900064" y="18774"/>
                  </a:lnTo>
                  <a:lnTo>
                    <a:pt x="4994827" y="23685"/>
                  </a:lnTo>
                  <a:lnTo>
                    <a:pt x="5089727" y="29408"/>
                  </a:lnTo>
                  <a:lnTo>
                    <a:pt x="5181678" y="35933"/>
                  </a:lnTo>
                  <a:lnTo>
                    <a:pt x="5268648" y="43272"/>
                  </a:lnTo>
                  <a:lnTo>
                    <a:pt x="5349572" y="51468"/>
                  </a:lnTo>
                  <a:lnTo>
                    <a:pt x="5424157" y="60603"/>
                  </a:lnTo>
                  <a:lnTo>
                    <a:pt x="5492663" y="70790"/>
                  </a:lnTo>
                  <a:lnTo>
                    <a:pt x="5555711" y="82176"/>
                  </a:lnTo>
                  <a:lnTo>
                    <a:pt x="5614126" y="94936"/>
                  </a:lnTo>
                  <a:lnTo>
                    <a:pt x="5668828" y="109254"/>
                  </a:lnTo>
                  <a:lnTo>
                    <a:pt x="5720743" y="125305"/>
                  </a:lnTo>
                  <a:lnTo>
                    <a:pt x="5770728" y="143214"/>
                  </a:lnTo>
                  <a:lnTo>
                    <a:pt x="5784835" y="148708"/>
                  </a:lnTo>
                  <a:lnTo>
                    <a:pt x="5835420" y="169956"/>
                  </a:lnTo>
                  <a:lnTo>
                    <a:pt x="5885512" y="193306"/>
                  </a:lnTo>
                  <a:lnTo>
                    <a:pt x="5935604" y="218792"/>
                  </a:lnTo>
                  <a:lnTo>
                    <a:pt x="5986037" y="246378"/>
                  </a:lnTo>
                  <a:lnTo>
                    <a:pt x="6037021" y="275956"/>
                  </a:lnTo>
                  <a:lnTo>
                    <a:pt x="6088649" y="307335"/>
                  </a:lnTo>
                  <a:lnTo>
                    <a:pt x="6140911" y="340245"/>
                  </a:lnTo>
                  <a:lnTo>
                    <a:pt x="6193712" y="374342"/>
                  </a:lnTo>
                  <a:lnTo>
                    <a:pt x="6246887" y="409223"/>
                  </a:lnTo>
                  <a:lnTo>
                    <a:pt x="6300227" y="444440"/>
                  </a:lnTo>
                  <a:lnTo>
                    <a:pt x="6353505" y="479531"/>
                  </a:lnTo>
                  <a:lnTo>
                    <a:pt x="6406499" y="514037"/>
                  </a:lnTo>
                  <a:lnTo>
                    <a:pt x="6459023" y="547534"/>
                  </a:lnTo>
                  <a:lnTo>
                    <a:pt x="6510946" y="579647"/>
                  </a:lnTo>
                  <a:lnTo>
                    <a:pt x="6562218" y="610073"/>
                  </a:lnTo>
                  <a:lnTo>
                    <a:pt x="6612883" y="638583"/>
                  </a:lnTo>
                  <a:lnTo>
                    <a:pt x="6663096" y="665033"/>
                  </a:lnTo>
                  <a:lnTo>
                    <a:pt x="6713136" y="689354"/>
                  </a:lnTo>
                  <a:lnTo>
                    <a:pt x="6763425" y="711549"/>
                  </a:lnTo>
                  <a:lnTo>
                    <a:pt x="6786527" y="720955"/>
                  </a:lnTo>
                  <a:lnTo>
                    <a:pt x="6836096" y="739407"/>
                  </a:lnTo>
                  <a:lnTo>
                    <a:pt x="6887375" y="755983"/>
                  </a:lnTo>
                  <a:lnTo>
                    <a:pt x="6941183" y="770782"/>
                  </a:lnTo>
                  <a:lnTo>
                    <a:pt x="6998435" y="783970"/>
                  </a:lnTo>
                  <a:lnTo>
                    <a:pt x="7060061" y="795733"/>
                  </a:lnTo>
                  <a:lnTo>
                    <a:pt x="7126925" y="806248"/>
                  </a:lnTo>
                  <a:lnTo>
                    <a:pt x="7199718" y="815671"/>
                  </a:lnTo>
                  <a:lnTo>
                    <a:pt x="7278822" y="824128"/>
                  </a:lnTo>
                  <a:lnTo>
                    <a:pt x="7364126" y="831707"/>
                  </a:lnTo>
                  <a:lnTo>
                    <a:pt x="7454809" y="838463"/>
                  </a:lnTo>
                  <a:lnTo>
                    <a:pt x="7549131" y="844417"/>
                  </a:lnTo>
                  <a:lnTo>
                    <a:pt x="7644309" y="849563"/>
                  </a:lnTo>
                  <a:lnTo>
                    <a:pt x="7736569" y="853883"/>
                  </a:lnTo>
                  <a:lnTo>
                    <a:pt x="7821507" y="857360"/>
                  </a:lnTo>
                  <a:lnTo>
                    <a:pt x="7894750" y="860007"/>
                  </a:lnTo>
                  <a:lnTo>
                    <a:pt x="7952838" y="861872"/>
                  </a:lnTo>
                  <a:lnTo>
                    <a:pt x="7994043" y="863056"/>
                  </a:lnTo>
                  <a:lnTo>
                    <a:pt x="8018884" y="863697"/>
                  </a:lnTo>
                  <a:lnTo>
                    <a:pt x="8030181" y="863961"/>
                  </a:lnTo>
                  <a:lnTo>
                    <a:pt x="8032819" y="864017"/>
                  </a:lnTo>
                  <a:lnTo>
                    <a:pt x="8554953" y="864017"/>
                  </a:lnTo>
                  <a:lnTo>
                    <a:pt x="8554953" y="858370"/>
                  </a:lnTo>
                  <a:lnTo>
                    <a:pt x="8032819" y="858370"/>
                  </a:lnTo>
                  <a:lnTo>
                    <a:pt x="8031561" y="858343"/>
                  </a:lnTo>
                  <a:lnTo>
                    <a:pt x="8023338" y="858157"/>
                  </a:lnTo>
                  <a:lnTo>
                    <a:pt x="8002773" y="857642"/>
                  </a:lnTo>
                  <a:lnTo>
                    <a:pt x="7966425" y="856629"/>
                  </a:lnTo>
                  <a:lnTo>
                    <a:pt x="7913104" y="854972"/>
                  </a:lnTo>
                  <a:lnTo>
                    <a:pt x="7843922" y="852557"/>
                  </a:lnTo>
                  <a:lnTo>
                    <a:pt x="7761919" y="849321"/>
                  </a:lnTo>
                  <a:lnTo>
                    <a:pt x="7671298" y="845242"/>
                  </a:lnTo>
                  <a:lnTo>
                    <a:pt x="7576535" y="840332"/>
                  </a:lnTo>
                  <a:lnTo>
                    <a:pt x="7481635" y="834608"/>
                  </a:lnTo>
                  <a:lnTo>
                    <a:pt x="7389684" y="828083"/>
                  </a:lnTo>
                  <a:lnTo>
                    <a:pt x="7302714" y="820745"/>
                  </a:lnTo>
                  <a:lnTo>
                    <a:pt x="7221790" y="812548"/>
                  </a:lnTo>
                  <a:lnTo>
                    <a:pt x="7147205" y="803414"/>
                  </a:lnTo>
                  <a:lnTo>
                    <a:pt x="7078699" y="793227"/>
                  </a:lnTo>
                  <a:lnTo>
                    <a:pt x="7015651" y="781840"/>
                  </a:lnTo>
                  <a:lnTo>
                    <a:pt x="6957236" y="769080"/>
                  </a:lnTo>
                  <a:lnTo>
                    <a:pt x="6902534" y="754763"/>
                  </a:lnTo>
                  <a:lnTo>
                    <a:pt x="6850619" y="738711"/>
                  </a:lnTo>
                  <a:lnTo>
                    <a:pt x="6800634" y="720802"/>
                  </a:lnTo>
                  <a:lnTo>
                    <a:pt x="6786527" y="715308"/>
                  </a:lnTo>
                  <a:lnTo>
                    <a:pt x="6735942" y="694060"/>
                  </a:lnTo>
                  <a:lnTo>
                    <a:pt x="6685850" y="670710"/>
                  </a:lnTo>
                  <a:lnTo>
                    <a:pt x="6635758" y="645225"/>
                  </a:lnTo>
                  <a:lnTo>
                    <a:pt x="6585325" y="617638"/>
                  </a:lnTo>
                  <a:lnTo>
                    <a:pt x="6534341" y="588060"/>
                  </a:lnTo>
                  <a:lnTo>
                    <a:pt x="6482713" y="556681"/>
                  </a:lnTo>
                  <a:lnTo>
                    <a:pt x="6430451" y="523771"/>
                  </a:lnTo>
                  <a:lnTo>
                    <a:pt x="6377650" y="489674"/>
                  </a:lnTo>
                  <a:lnTo>
                    <a:pt x="6324475" y="454793"/>
                  </a:lnTo>
                  <a:lnTo>
                    <a:pt x="6271135" y="419576"/>
                  </a:lnTo>
                  <a:lnTo>
                    <a:pt x="6217857" y="384485"/>
                  </a:lnTo>
                  <a:lnTo>
                    <a:pt x="6164863" y="349979"/>
                  </a:lnTo>
                  <a:lnTo>
                    <a:pt x="6112339" y="316482"/>
                  </a:lnTo>
                  <a:lnTo>
                    <a:pt x="6060416" y="284369"/>
                  </a:lnTo>
                  <a:lnTo>
                    <a:pt x="6009144" y="253944"/>
                  </a:lnTo>
                  <a:lnTo>
                    <a:pt x="5958479" y="225433"/>
                  </a:lnTo>
                  <a:lnTo>
                    <a:pt x="5908266" y="198983"/>
                  </a:lnTo>
                  <a:lnTo>
                    <a:pt x="5858226" y="174663"/>
                  </a:lnTo>
                  <a:lnTo>
                    <a:pt x="5807937" y="152467"/>
                  </a:lnTo>
                  <a:lnTo>
                    <a:pt x="5784835" y="143061"/>
                  </a:lnTo>
                  <a:lnTo>
                    <a:pt x="5735266" y="124609"/>
                  </a:lnTo>
                  <a:lnTo>
                    <a:pt x="5683987" y="108033"/>
                  </a:lnTo>
                  <a:lnTo>
                    <a:pt x="5630179" y="93234"/>
                  </a:lnTo>
                  <a:lnTo>
                    <a:pt x="5572927" y="80046"/>
                  </a:lnTo>
                  <a:lnTo>
                    <a:pt x="5511301" y="68283"/>
                  </a:lnTo>
                  <a:lnTo>
                    <a:pt x="5444437" y="57768"/>
                  </a:lnTo>
                  <a:lnTo>
                    <a:pt x="5371644" y="48345"/>
                  </a:lnTo>
                  <a:lnTo>
                    <a:pt x="5292540" y="39888"/>
                  </a:lnTo>
                  <a:lnTo>
                    <a:pt x="5207236" y="32309"/>
                  </a:lnTo>
                  <a:lnTo>
                    <a:pt x="5116553" y="25553"/>
                  </a:lnTo>
                  <a:lnTo>
                    <a:pt x="5022231" y="19599"/>
                  </a:lnTo>
                  <a:lnTo>
                    <a:pt x="4927053" y="14453"/>
                  </a:lnTo>
                  <a:lnTo>
                    <a:pt x="4834793" y="10134"/>
                  </a:lnTo>
                  <a:lnTo>
                    <a:pt x="4749855" y="6656"/>
                  </a:lnTo>
                  <a:lnTo>
                    <a:pt x="4676611" y="4010"/>
                  </a:lnTo>
                  <a:lnTo>
                    <a:pt x="4618524" y="2144"/>
                  </a:lnTo>
                  <a:lnTo>
                    <a:pt x="4577319" y="960"/>
                  </a:lnTo>
                  <a:lnTo>
                    <a:pt x="4552478" y="319"/>
                  </a:lnTo>
                  <a:lnTo>
                    <a:pt x="4541181" y="55"/>
                  </a:lnTo>
                  <a:lnTo>
                    <a:pt x="4538543" y="0"/>
                  </a:lnTo>
                  <a:lnTo>
                    <a:pt x="4016409" y="0"/>
                  </a:lnTo>
                  <a:lnTo>
                    <a:pt x="4015140" y="6"/>
                  </a:lnTo>
                  <a:lnTo>
                    <a:pt x="4006844" y="52"/>
                  </a:lnTo>
                  <a:lnTo>
                    <a:pt x="3986102" y="178"/>
                  </a:lnTo>
                  <a:lnTo>
                    <a:pt x="3949461" y="427"/>
                  </a:lnTo>
                  <a:lnTo>
                    <a:pt x="3895742" y="834"/>
                  </a:lnTo>
                  <a:lnTo>
                    <a:pt x="3826100" y="1427"/>
                  </a:lnTo>
                  <a:lnTo>
                    <a:pt x="3743628" y="2221"/>
                  </a:lnTo>
                  <a:lnTo>
                    <a:pt x="3652583" y="3222"/>
                  </a:lnTo>
                  <a:lnTo>
                    <a:pt x="3557478" y="4426"/>
                  </a:lnTo>
                  <a:lnTo>
                    <a:pt x="3462334" y="5830"/>
                  </a:lnTo>
                  <a:lnTo>
                    <a:pt x="3370235" y="7429"/>
                  </a:lnTo>
                  <a:lnTo>
                    <a:pt x="3283199" y="9228"/>
                  </a:lnTo>
                  <a:lnTo>
                    <a:pt x="3202270" y="11238"/>
                  </a:lnTo>
                  <a:lnTo>
                    <a:pt x="3127717" y="13478"/>
                  </a:lnTo>
                  <a:lnTo>
                    <a:pt x="3059259" y="15978"/>
                  </a:lnTo>
                  <a:lnTo>
                    <a:pt x="2996259" y="18773"/>
                  </a:lnTo>
                  <a:lnTo>
                    <a:pt x="2937876" y="21907"/>
                  </a:lnTo>
                  <a:lnTo>
                    <a:pt x="2883180" y="25425"/>
                  </a:lnTo>
                  <a:lnTo>
                    <a:pt x="2831236" y="29369"/>
                  </a:lnTo>
                  <a:lnTo>
                    <a:pt x="2781189" y="33770"/>
                  </a:lnTo>
                  <a:lnTo>
                    <a:pt x="2770117" y="34824"/>
                  </a:lnTo>
                  <a:lnTo>
                    <a:pt x="2716115" y="40366"/>
                  </a:lnTo>
                  <a:lnTo>
                    <a:pt x="2662633" y="46493"/>
                  </a:lnTo>
                  <a:lnTo>
                    <a:pt x="2609091" y="53213"/>
                  </a:lnTo>
                  <a:lnTo>
                    <a:pt x="2555101" y="60512"/>
                  </a:lnTo>
                  <a:lnTo>
                    <a:pt x="2500442" y="68351"/>
                  </a:lnTo>
                  <a:lnTo>
                    <a:pt x="2445042" y="76666"/>
                  </a:lnTo>
                  <a:lnTo>
                    <a:pt x="2388953" y="85370"/>
                  </a:lnTo>
                  <a:lnTo>
                    <a:pt x="2332332" y="94352"/>
                  </a:lnTo>
                  <a:lnTo>
                    <a:pt x="2275409" y="103485"/>
                  </a:lnTo>
                  <a:lnTo>
                    <a:pt x="2218456" y="112633"/>
                  </a:lnTo>
                  <a:lnTo>
                    <a:pt x="2161749" y="121658"/>
                  </a:lnTo>
                  <a:lnTo>
                    <a:pt x="2105529" y="130432"/>
                  </a:lnTo>
                  <a:lnTo>
                    <a:pt x="2049972" y="138840"/>
                  </a:lnTo>
                  <a:lnTo>
                    <a:pt x="1995155" y="146788"/>
                  </a:lnTo>
                  <a:lnTo>
                    <a:pt x="1941034" y="154207"/>
                  </a:lnTo>
                  <a:lnTo>
                    <a:pt x="1887422" y="161053"/>
                  </a:lnTo>
                  <a:lnTo>
                    <a:pt x="1833969" y="167308"/>
                  </a:lnTo>
                  <a:lnTo>
                    <a:pt x="1780139" y="172975"/>
                  </a:lnTo>
                  <a:lnTo>
                    <a:pt x="1768425" y="174121"/>
                  </a:lnTo>
                  <a:lnTo>
                    <a:pt x="1718701" y="178625"/>
                  </a:lnTo>
                  <a:lnTo>
                    <a:pt x="1667254" y="182671"/>
                  </a:lnTo>
                  <a:lnTo>
                    <a:pt x="1613257" y="186281"/>
                  </a:lnTo>
                  <a:lnTo>
                    <a:pt x="1555786" y="189497"/>
                  </a:lnTo>
                  <a:lnTo>
                    <a:pt x="1493902" y="192365"/>
                  </a:lnTo>
                  <a:lnTo>
                    <a:pt x="1426737" y="194927"/>
                  </a:lnTo>
                  <a:lnTo>
                    <a:pt x="1353595" y="197223"/>
                  </a:lnTo>
                  <a:lnTo>
                    <a:pt x="1274099" y="199283"/>
                  </a:lnTo>
                  <a:lnTo>
                    <a:pt x="1188377" y="201128"/>
                  </a:lnTo>
                  <a:lnTo>
                    <a:pt x="1097279" y="202772"/>
                  </a:lnTo>
                  <a:lnTo>
                    <a:pt x="1002589" y="204220"/>
                  </a:lnTo>
                  <a:lnTo>
                    <a:pt x="907153" y="205469"/>
                  </a:lnTo>
                  <a:lnTo>
                    <a:pt x="814808" y="206516"/>
                  </a:lnTo>
                  <a:lnTo>
                    <a:pt x="730014" y="207356"/>
                  </a:lnTo>
                  <a:lnTo>
                    <a:pt x="657161" y="207994"/>
                  </a:lnTo>
                  <a:lnTo>
                    <a:pt x="599681" y="208441"/>
                  </a:lnTo>
                  <a:lnTo>
                    <a:pt x="559216" y="208722"/>
                  </a:lnTo>
                  <a:lnTo>
                    <a:pt x="535123" y="208873"/>
                  </a:lnTo>
                  <a:lnTo>
                    <a:pt x="524435" y="208933"/>
                  </a:lnTo>
                  <a:lnTo>
                    <a:pt x="522133" y="208945"/>
                  </a:lnTo>
                  <a:lnTo>
                    <a:pt x="0" y="208945"/>
                  </a:lnTo>
                  <a:close/>
                </a:path>
              </a:pathLst>
            </a:custGeom>
            <a:solidFill>
              <a:srgbClr val="F28E5B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1104" name="pl1104"/>
            <p:cNvSpPr/>
            <p:nvPr/>
          </p:nvSpPr>
          <p:spPr>
            <a:xfrm>
              <a:off x="386606" y="3551709"/>
              <a:ext cx="8554953" cy="858370"/>
            </a:xfrm>
            <a:custGeom>
              <a:avLst/>
              <a:pathLst>
                <a:path w="8554953" h="858370">
                  <a:moveTo>
                    <a:pt x="0" y="208945"/>
                  </a:moveTo>
                  <a:lnTo>
                    <a:pt x="522133" y="208945"/>
                  </a:lnTo>
                  <a:lnTo>
                    <a:pt x="523402" y="208938"/>
                  </a:lnTo>
                  <a:lnTo>
                    <a:pt x="531699" y="208893"/>
                  </a:lnTo>
                  <a:lnTo>
                    <a:pt x="552440" y="208766"/>
                  </a:lnTo>
                  <a:lnTo>
                    <a:pt x="589081" y="208517"/>
                  </a:lnTo>
                  <a:lnTo>
                    <a:pt x="642800" y="208110"/>
                  </a:lnTo>
                  <a:lnTo>
                    <a:pt x="712442" y="207517"/>
                  </a:lnTo>
                  <a:lnTo>
                    <a:pt x="794914" y="206723"/>
                  </a:lnTo>
                  <a:lnTo>
                    <a:pt x="885959" y="205722"/>
                  </a:lnTo>
                  <a:lnTo>
                    <a:pt x="981065" y="204518"/>
                  </a:lnTo>
                  <a:lnTo>
                    <a:pt x="1076209" y="203115"/>
                  </a:lnTo>
                  <a:lnTo>
                    <a:pt x="1168307" y="201515"/>
                  </a:lnTo>
                  <a:lnTo>
                    <a:pt x="1255343" y="199716"/>
                  </a:lnTo>
                  <a:lnTo>
                    <a:pt x="1336272" y="197706"/>
                  </a:lnTo>
                  <a:lnTo>
                    <a:pt x="1410825" y="195466"/>
                  </a:lnTo>
                  <a:lnTo>
                    <a:pt x="1479283" y="192966"/>
                  </a:lnTo>
                  <a:lnTo>
                    <a:pt x="1542283" y="190171"/>
                  </a:lnTo>
                  <a:lnTo>
                    <a:pt x="1600666" y="187037"/>
                  </a:lnTo>
                  <a:lnTo>
                    <a:pt x="1655363" y="183519"/>
                  </a:lnTo>
                  <a:lnTo>
                    <a:pt x="1707306" y="179575"/>
                  </a:lnTo>
                  <a:lnTo>
                    <a:pt x="1757353" y="175174"/>
                  </a:lnTo>
                  <a:lnTo>
                    <a:pt x="1768425" y="174121"/>
                  </a:lnTo>
                  <a:lnTo>
                    <a:pt x="1822427" y="168578"/>
                  </a:lnTo>
                  <a:lnTo>
                    <a:pt x="1875909" y="162451"/>
                  </a:lnTo>
                  <a:lnTo>
                    <a:pt x="1929451" y="155731"/>
                  </a:lnTo>
                  <a:lnTo>
                    <a:pt x="1983441" y="148433"/>
                  </a:lnTo>
                  <a:lnTo>
                    <a:pt x="2038100" y="140594"/>
                  </a:lnTo>
                  <a:lnTo>
                    <a:pt x="2093500" y="132278"/>
                  </a:lnTo>
                  <a:lnTo>
                    <a:pt x="2149589" y="123574"/>
                  </a:lnTo>
                  <a:lnTo>
                    <a:pt x="2206210" y="114592"/>
                  </a:lnTo>
                  <a:lnTo>
                    <a:pt x="2263133" y="105459"/>
                  </a:lnTo>
                  <a:lnTo>
                    <a:pt x="2320086" y="96311"/>
                  </a:lnTo>
                  <a:lnTo>
                    <a:pt x="2376793" y="87286"/>
                  </a:lnTo>
                  <a:lnTo>
                    <a:pt x="2433013" y="78512"/>
                  </a:lnTo>
                  <a:lnTo>
                    <a:pt x="2488570" y="70104"/>
                  </a:lnTo>
                  <a:lnTo>
                    <a:pt x="2543387" y="62156"/>
                  </a:lnTo>
                  <a:lnTo>
                    <a:pt x="2597508" y="54737"/>
                  </a:lnTo>
                  <a:lnTo>
                    <a:pt x="2651120" y="47891"/>
                  </a:lnTo>
                  <a:lnTo>
                    <a:pt x="2704573" y="41636"/>
                  </a:lnTo>
                  <a:lnTo>
                    <a:pt x="2758403" y="35969"/>
                  </a:lnTo>
                  <a:lnTo>
                    <a:pt x="2770117" y="34824"/>
                  </a:lnTo>
                  <a:lnTo>
                    <a:pt x="2819841" y="30319"/>
                  </a:lnTo>
                  <a:lnTo>
                    <a:pt x="2871288" y="26274"/>
                  </a:lnTo>
                  <a:lnTo>
                    <a:pt x="2925285" y="22663"/>
                  </a:lnTo>
                  <a:lnTo>
                    <a:pt x="2982756" y="19447"/>
                  </a:lnTo>
                  <a:lnTo>
                    <a:pt x="3044640" y="16580"/>
                  </a:lnTo>
                  <a:lnTo>
                    <a:pt x="3111806" y="14017"/>
                  </a:lnTo>
                  <a:lnTo>
                    <a:pt x="3184948" y="11721"/>
                  </a:lnTo>
                  <a:lnTo>
                    <a:pt x="3264443" y="9661"/>
                  </a:lnTo>
                  <a:lnTo>
                    <a:pt x="3350165" y="7816"/>
                  </a:lnTo>
                  <a:lnTo>
                    <a:pt x="3441263" y="6172"/>
                  </a:lnTo>
                  <a:lnTo>
                    <a:pt x="3535953" y="4725"/>
                  </a:lnTo>
                  <a:lnTo>
                    <a:pt x="3631389" y="3475"/>
                  </a:lnTo>
                  <a:lnTo>
                    <a:pt x="3723734" y="2429"/>
                  </a:lnTo>
                  <a:lnTo>
                    <a:pt x="3808528" y="1588"/>
                  </a:lnTo>
                  <a:lnTo>
                    <a:pt x="3881381" y="951"/>
                  </a:lnTo>
                  <a:lnTo>
                    <a:pt x="3938861" y="504"/>
                  </a:lnTo>
                  <a:lnTo>
                    <a:pt x="3979326" y="222"/>
                  </a:lnTo>
                  <a:lnTo>
                    <a:pt x="4003419" y="72"/>
                  </a:lnTo>
                  <a:lnTo>
                    <a:pt x="4014107" y="11"/>
                  </a:lnTo>
                  <a:lnTo>
                    <a:pt x="4016394" y="0"/>
                  </a:lnTo>
                  <a:lnTo>
                    <a:pt x="4016409" y="0"/>
                  </a:lnTo>
                  <a:lnTo>
                    <a:pt x="4538543" y="0"/>
                  </a:lnTo>
                  <a:lnTo>
                    <a:pt x="4539801" y="26"/>
                  </a:lnTo>
                  <a:lnTo>
                    <a:pt x="4548024" y="212"/>
                  </a:lnTo>
                  <a:lnTo>
                    <a:pt x="4568589" y="727"/>
                  </a:lnTo>
                  <a:lnTo>
                    <a:pt x="4604937" y="1740"/>
                  </a:lnTo>
                  <a:lnTo>
                    <a:pt x="4658258" y="3397"/>
                  </a:lnTo>
                  <a:lnTo>
                    <a:pt x="4727440" y="5812"/>
                  </a:lnTo>
                  <a:lnTo>
                    <a:pt x="4809443" y="9048"/>
                  </a:lnTo>
                  <a:lnTo>
                    <a:pt x="4900064" y="13127"/>
                  </a:lnTo>
                  <a:lnTo>
                    <a:pt x="4994827" y="18037"/>
                  </a:lnTo>
                  <a:lnTo>
                    <a:pt x="5089727" y="23761"/>
                  </a:lnTo>
                  <a:lnTo>
                    <a:pt x="5181678" y="30286"/>
                  </a:lnTo>
                  <a:lnTo>
                    <a:pt x="5268648" y="37624"/>
                  </a:lnTo>
                  <a:lnTo>
                    <a:pt x="5349572" y="45821"/>
                  </a:lnTo>
                  <a:lnTo>
                    <a:pt x="5424157" y="54955"/>
                  </a:lnTo>
                  <a:lnTo>
                    <a:pt x="5492663" y="65142"/>
                  </a:lnTo>
                  <a:lnTo>
                    <a:pt x="5555711" y="76529"/>
                  </a:lnTo>
                  <a:lnTo>
                    <a:pt x="5614126" y="89289"/>
                  </a:lnTo>
                  <a:lnTo>
                    <a:pt x="5668828" y="103606"/>
                  </a:lnTo>
                  <a:lnTo>
                    <a:pt x="5720743" y="119658"/>
                  </a:lnTo>
                  <a:lnTo>
                    <a:pt x="5770728" y="137567"/>
                  </a:lnTo>
                  <a:lnTo>
                    <a:pt x="5784835" y="143061"/>
                  </a:lnTo>
                  <a:lnTo>
                    <a:pt x="5835420" y="164309"/>
                  </a:lnTo>
                  <a:lnTo>
                    <a:pt x="5885512" y="187659"/>
                  </a:lnTo>
                  <a:lnTo>
                    <a:pt x="5935604" y="213144"/>
                  </a:lnTo>
                  <a:lnTo>
                    <a:pt x="5986037" y="240731"/>
                  </a:lnTo>
                  <a:lnTo>
                    <a:pt x="6037021" y="270309"/>
                  </a:lnTo>
                  <a:lnTo>
                    <a:pt x="6088649" y="301688"/>
                  </a:lnTo>
                  <a:lnTo>
                    <a:pt x="6140911" y="334598"/>
                  </a:lnTo>
                  <a:lnTo>
                    <a:pt x="6193712" y="368695"/>
                  </a:lnTo>
                  <a:lnTo>
                    <a:pt x="6246887" y="403576"/>
                  </a:lnTo>
                  <a:lnTo>
                    <a:pt x="6300227" y="438793"/>
                  </a:lnTo>
                  <a:lnTo>
                    <a:pt x="6353505" y="473884"/>
                  </a:lnTo>
                  <a:lnTo>
                    <a:pt x="6406499" y="508390"/>
                  </a:lnTo>
                  <a:lnTo>
                    <a:pt x="6459023" y="541887"/>
                  </a:lnTo>
                  <a:lnTo>
                    <a:pt x="6510946" y="574000"/>
                  </a:lnTo>
                  <a:lnTo>
                    <a:pt x="6562218" y="604425"/>
                  </a:lnTo>
                  <a:lnTo>
                    <a:pt x="6612883" y="632936"/>
                  </a:lnTo>
                  <a:lnTo>
                    <a:pt x="6663096" y="659386"/>
                  </a:lnTo>
                  <a:lnTo>
                    <a:pt x="6713136" y="683706"/>
                  </a:lnTo>
                  <a:lnTo>
                    <a:pt x="6763425" y="705902"/>
                  </a:lnTo>
                  <a:lnTo>
                    <a:pt x="6786527" y="715308"/>
                  </a:lnTo>
                  <a:lnTo>
                    <a:pt x="6836096" y="733760"/>
                  </a:lnTo>
                  <a:lnTo>
                    <a:pt x="6887375" y="750336"/>
                  </a:lnTo>
                  <a:lnTo>
                    <a:pt x="6941183" y="765135"/>
                  </a:lnTo>
                  <a:lnTo>
                    <a:pt x="6998435" y="778323"/>
                  </a:lnTo>
                  <a:lnTo>
                    <a:pt x="7060061" y="790086"/>
                  </a:lnTo>
                  <a:lnTo>
                    <a:pt x="7126925" y="800601"/>
                  </a:lnTo>
                  <a:lnTo>
                    <a:pt x="7199718" y="810024"/>
                  </a:lnTo>
                  <a:lnTo>
                    <a:pt x="7278822" y="818481"/>
                  </a:lnTo>
                  <a:lnTo>
                    <a:pt x="7364126" y="826060"/>
                  </a:lnTo>
                  <a:lnTo>
                    <a:pt x="7454809" y="832816"/>
                  </a:lnTo>
                  <a:lnTo>
                    <a:pt x="7549131" y="838770"/>
                  </a:lnTo>
                  <a:lnTo>
                    <a:pt x="7644309" y="843916"/>
                  </a:lnTo>
                  <a:lnTo>
                    <a:pt x="7736569" y="848235"/>
                  </a:lnTo>
                  <a:lnTo>
                    <a:pt x="7821507" y="851713"/>
                  </a:lnTo>
                  <a:lnTo>
                    <a:pt x="7894750" y="854359"/>
                  </a:lnTo>
                  <a:lnTo>
                    <a:pt x="7952838" y="856225"/>
                  </a:lnTo>
                  <a:lnTo>
                    <a:pt x="7994043" y="857409"/>
                  </a:lnTo>
                  <a:lnTo>
                    <a:pt x="8018884" y="858050"/>
                  </a:lnTo>
                  <a:lnTo>
                    <a:pt x="8030181" y="858314"/>
                  </a:lnTo>
                  <a:lnTo>
                    <a:pt x="8032788" y="858369"/>
                  </a:lnTo>
                  <a:lnTo>
                    <a:pt x="8032819" y="858370"/>
                  </a:lnTo>
                  <a:lnTo>
                    <a:pt x="8554953" y="858370"/>
                  </a:lnTo>
                  <a:lnTo>
                    <a:pt x="8554953" y="85837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105" name="pl1105"/>
            <p:cNvSpPr/>
            <p:nvPr/>
          </p:nvSpPr>
          <p:spPr>
            <a:xfrm>
              <a:off x="386606" y="3546062"/>
              <a:ext cx="8554953" cy="858370"/>
            </a:xfrm>
            <a:custGeom>
              <a:avLst/>
              <a:pathLst>
                <a:path w="8554953" h="858370">
                  <a:moveTo>
                    <a:pt x="8554953" y="858370"/>
                  </a:moveTo>
                  <a:lnTo>
                    <a:pt x="8032819" y="858370"/>
                  </a:lnTo>
                  <a:lnTo>
                    <a:pt x="8031561" y="858343"/>
                  </a:lnTo>
                  <a:lnTo>
                    <a:pt x="8023338" y="858157"/>
                  </a:lnTo>
                  <a:lnTo>
                    <a:pt x="8002773" y="857642"/>
                  </a:lnTo>
                  <a:lnTo>
                    <a:pt x="7966425" y="856629"/>
                  </a:lnTo>
                  <a:lnTo>
                    <a:pt x="7913104" y="854972"/>
                  </a:lnTo>
                  <a:lnTo>
                    <a:pt x="7843922" y="852557"/>
                  </a:lnTo>
                  <a:lnTo>
                    <a:pt x="7761919" y="849321"/>
                  </a:lnTo>
                  <a:lnTo>
                    <a:pt x="7671298" y="845242"/>
                  </a:lnTo>
                  <a:lnTo>
                    <a:pt x="7576535" y="840332"/>
                  </a:lnTo>
                  <a:lnTo>
                    <a:pt x="7481635" y="834608"/>
                  </a:lnTo>
                  <a:lnTo>
                    <a:pt x="7389684" y="828083"/>
                  </a:lnTo>
                  <a:lnTo>
                    <a:pt x="7302714" y="820745"/>
                  </a:lnTo>
                  <a:lnTo>
                    <a:pt x="7221790" y="812548"/>
                  </a:lnTo>
                  <a:lnTo>
                    <a:pt x="7147205" y="803414"/>
                  </a:lnTo>
                  <a:lnTo>
                    <a:pt x="7078699" y="793227"/>
                  </a:lnTo>
                  <a:lnTo>
                    <a:pt x="7015651" y="781840"/>
                  </a:lnTo>
                  <a:lnTo>
                    <a:pt x="6957236" y="769080"/>
                  </a:lnTo>
                  <a:lnTo>
                    <a:pt x="6902534" y="754763"/>
                  </a:lnTo>
                  <a:lnTo>
                    <a:pt x="6850619" y="738711"/>
                  </a:lnTo>
                  <a:lnTo>
                    <a:pt x="6800634" y="720802"/>
                  </a:lnTo>
                  <a:lnTo>
                    <a:pt x="6786527" y="715308"/>
                  </a:lnTo>
                  <a:lnTo>
                    <a:pt x="6735942" y="694060"/>
                  </a:lnTo>
                  <a:lnTo>
                    <a:pt x="6685850" y="670710"/>
                  </a:lnTo>
                  <a:lnTo>
                    <a:pt x="6635758" y="645225"/>
                  </a:lnTo>
                  <a:lnTo>
                    <a:pt x="6585325" y="617638"/>
                  </a:lnTo>
                  <a:lnTo>
                    <a:pt x="6534341" y="588060"/>
                  </a:lnTo>
                  <a:lnTo>
                    <a:pt x="6482713" y="556681"/>
                  </a:lnTo>
                  <a:lnTo>
                    <a:pt x="6430451" y="523771"/>
                  </a:lnTo>
                  <a:lnTo>
                    <a:pt x="6377650" y="489674"/>
                  </a:lnTo>
                  <a:lnTo>
                    <a:pt x="6324475" y="454793"/>
                  </a:lnTo>
                  <a:lnTo>
                    <a:pt x="6271135" y="419576"/>
                  </a:lnTo>
                  <a:lnTo>
                    <a:pt x="6217857" y="384485"/>
                  </a:lnTo>
                  <a:lnTo>
                    <a:pt x="6164863" y="349979"/>
                  </a:lnTo>
                  <a:lnTo>
                    <a:pt x="6112339" y="316482"/>
                  </a:lnTo>
                  <a:lnTo>
                    <a:pt x="6060416" y="284369"/>
                  </a:lnTo>
                  <a:lnTo>
                    <a:pt x="6009144" y="253944"/>
                  </a:lnTo>
                  <a:lnTo>
                    <a:pt x="5958479" y="225433"/>
                  </a:lnTo>
                  <a:lnTo>
                    <a:pt x="5908266" y="198983"/>
                  </a:lnTo>
                  <a:lnTo>
                    <a:pt x="5858226" y="174663"/>
                  </a:lnTo>
                  <a:lnTo>
                    <a:pt x="5807937" y="152467"/>
                  </a:lnTo>
                  <a:lnTo>
                    <a:pt x="5784835" y="143061"/>
                  </a:lnTo>
                  <a:lnTo>
                    <a:pt x="5735266" y="124609"/>
                  </a:lnTo>
                  <a:lnTo>
                    <a:pt x="5683987" y="108033"/>
                  </a:lnTo>
                  <a:lnTo>
                    <a:pt x="5630179" y="93234"/>
                  </a:lnTo>
                  <a:lnTo>
                    <a:pt x="5572927" y="80046"/>
                  </a:lnTo>
                  <a:lnTo>
                    <a:pt x="5511301" y="68283"/>
                  </a:lnTo>
                  <a:lnTo>
                    <a:pt x="5444437" y="57768"/>
                  </a:lnTo>
                  <a:lnTo>
                    <a:pt x="5371644" y="48345"/>
                  </a:lnTo>
                  <a:lnTo>
                    <a:pt x="5292540" y="39888"/>
                  </a:lnTo>
                  <a:lnTo>
                    <a:pt x="5207236" y="32309"/>
                  </a:lnTo>
                  <a:lnTo>
                    <a:pt x="5116553" y="25553"/>
                  </a:lnTo>
                  <a:lnTo>
                    <a:pt x="5022231" y="19599"/>
                  </a:lnTo>
                  <a:lnTo>
                    <a:pt x="4927053" y="14453"/>
                  </a:lnTo>
                  <a:lnTo>
                    <a:pt x="4834793" y="10134"/>
                  </a:lnTo>
                  <a:lnTo>
                    <a:pt x="4749855" y="6656"/>
                  </a:lnTo>
                  <a:lnTo>
                    <a:pt x="4676611" y="4010"/>
                  </a:lnTo>
                  <a:lnTo>
                    <a:pt x="4618524" y="2144"/>
                  </a:lnTo>
                  <a:lnTo>
                    <a:pt x="4577319" y="960"/>
                  </a:lnTo>
                  <a:lnTo>
                    <a:pt x="4552478" y="319"/>
                  </a:lnTo>
                  <a:lnTo>
                    <a:pt x="4541181" y="55"/>
                  </a:lnTo>
                  <a:lnTo>
                    <a:pt x="4538574" y="0"/>
                  </a:lnTo>
                  <a:lnTo>
                    <a:pt x="4538543" y="0"/>
                  </a:lnTo>
                  <a:lnTo>
                    <a:pt x="4016409" y="0"/>
                  </a:lnTo>
                  <a:lnTo>
                    <a:pt x="4015140" y="6"/>
                  </a:lnTo>
                  <a:lnTo>
                    <a:pt x="4006844" y="52"/>
                  </a:lnTo>
                  <a:lnTo>
                    <a:pt x="3986102" y="178"/>
                  </a:lnTo>
                  <a:lnTo>
                    <a:pt x="3949461" y="427"/>
                  </a:lnTo>
                  <a:lnTo>
                    <a:pt x="3895742" y="834"/>
                  </a:lnTo>
                  <a:lnTo>
                    <a:pt x="3826100" y="1427"/>
                  </a:lnTo>
                  <a:lnTo>
                    <a:pt x="3743628" y="2221"/>
                  </a:lnTo>
                  <a:lnTo>
                    <a:pt x="3652583" y="3222"/>
                  </a:lnTo>
                  <a:lnTo>
                    <a:pt x="3557478" y="4426"/>
                  </a:lnTo>
                  <a:lnTo>
                    <a:pt x="3462334" y="5830"/>
                  </a:lnTo>
                  <a:lnTo>
                    <a:pt x="3370235" y="7429"/>
                  </a:lnTo>
                  <a:lnTo>
                    <a:pt x="3283199" y="9228"/>
                  </a:lnTo>
                  <a:lnTo>
                    <a:pt x="3202270" y="11238"/>
                  </a:lnTo>
                  <a:lnTo>
                    <a:pt x="3127717" y="13478"/>
                  </a:lnTo>
                  <a:lnTo>
                    <a:pt x="3059259" y="15978"/>
                  </a:lnTo>
                  <a:lnTo>
                    <a:pt x="2996259" y="18773"/>
                  </a:lnTo>
                  <a:lnTo>
                    <a:pt x="2937876" y="21907"/>
                  </a:lnTo>
                  <a:lnTo>
                    <a:pt x="2883180" y="25425"/>
                  </a:lnTo>
                  <a:lnTo>
                    <a:pt x="2831236" y="29369"/>
                  </a:lnTo>
                  <a:lnTo>
                    <a:pt x="2781189" y="33770"/>
                  </a:lnTo>
                  <a:lnTo>
                    <a:pt x="2770117" y="34824"/>
                  </a:lnTo>
                  <a:lnTo>
                    <a:pt x="2716115" y="40366"/>
                  </a:lnTo>
                  <a:lnTo>
                    <a:pt x="2662633" y="46493"/>
                  </a:lnTo>
                  <a:lnTo>
                    <a:pt x="2609091" y="53213"/>
                  </a:lnTo>
                  <a:lnTo>
                    <a:pt x="2555101" y="60512"/>
                  </a:lnTo>
                  <a:lnTo>
                    <a:pt x="2500442" y="68351"/>
                  </a:lnTo>
                  <a:lnTo>
                    <a:pt x="2445042" y="76666"/>
                  </a:lnTo>
                  <a:lnTo>
                    <a:pt x="2388953" y="85370"/>
                  </a:lnTo>
                  <a:lnTo>
                    <a:pt x="2332332" y="94352"/>
                  </a:lnTo>
                  <a:lnTo>
                    <a:pt x="2275409" y="103485"/>
                  </a:lnTo>
                  <a:lnTo>
                    <a:pt x="2218456" y="112633"/>
                  </a:lnTo>
                  <a:lnTo>
                    <a:pt x="2161749" y="121658"/>
                  </a:lnTo>
                  <a:lnTo>
                    <a:pt x="2105529" y="130432"/>
                  </a:lnTo>
                  <a:lnTo>
                    <a:pt x="2049972" y="138840"/>
                  </a:lnTo>
                  <a:lnTo>
                    <a:pt x="1995155" y="146788"/>
                  </a:lnTo>
                  <a:lnTo>
                    <a:pt x="1941034" y="154207"/>
                  </a:lnTo>
                  <a:lnTo>
                    <a:pt x="1887422" y="161053"/>
                  </a:lnTo>
                  <a:lnTo>
                    <a:pt x="1833969" y="167308"/>
                  </a:lnTo>
                  <a:lnTo>
                    <a:pt x="1780139" y="172975"/>
                  </a:lnTo>
                  <a:lnTo>
                    <a:pt x="1768425" y="174121"/>
                  </a:lnTo>
                  <a:lnTo>
                    <a:pt x="1718701" y="178625"/>
                  </a:lnTo>
                  <a:lnTo>
                    <a:pt x="1667254" y="182671"/>
                  </a:lnTo>
                  <a:lnTo>
                    <a:pt x="1613257" y="186281"/>
                  </a:lnTo>
                  <a:lnTo>
                    <a:pt x="1555786" y="189497"/>
                  </a:lnTo>
                  <a:lnTo>
                    <a:pt x="1493902" y="192365"/>
                  </a:lnTo>
                  <a:lnTo>
                    <a:pt x="1426737" y="194927"/>
                  </a:lnTo>
                  <a:lnTo>
                    <a:pt x="1353595" y="197223"/>
                  </a:lnTo>
                  <a:lnTo>
                    <a:pt x="1274099" y="199283"/>
                  </a:lnTo>
                  <a:lnTo>
                    <a:pt x="1188377" y="201128"/>
                  </a:lnTo>
                  <a:lnTo>
                    <a:pt x="1097279" y="202772"/>
                  </a:lnTo>
                  <a:lnTo>
                    <a:pt x="1002589" y="204220"/>
                  </a:lnTo>
                  <a:lnTo>
                    <a:pt x="907153" y="205469"/>
                  </a:lnTo>
                  <a:lnTo>
                    <a:pt x="814808" y="206516"/>
                  </a:lnTo>
                  <a:lnTo>
                    <a:pt x="730014" y="207356"/>
                  </a:lnTo>
                  <a:lnTo>
                    <a:pt x="657161" y="207994"/>
                  </a:lnTo>
                  <a:lnTo>
                    <a:pt x="599681" y="208441"/>
                  </a:lnTo>
                  <a:lnTo>
                    <a:pt x="559216" y="208722"/>
                  </a:lnTo>
                  <a:lnTo>
                    <a:pt x="535123" y="208873"/>
                  </a:lnTo>
                  <a:lnTo>
                    <a:pt x="524435" y="208933"/>
                  </a:lnTo>
                  <a:lnTo>
                    <a:pt x="522148" y="208945"/>
                  </a:lnTo>
                  <a:lnTo>
                    <a:pt x="522133" y="208945"/>
                  </a:lnTo>
                  <a:lnTo>
                    <a:pt x="0" y="208945"/>
                  </a:lnTo>
                  <a:lnTo>
                    <a:pt x="0" y="208945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106" name="pg1106"/>
            <p:cNvSpPr/>
            <p:nvPr/>
          </p:nvSpPr>
          <p:spPr>
            <a:xfrm>
              <a:off x="386606" y="3579945"/>
              <a:ext cx="8554953" cy="1135081"/>
            </a:xfrm>
            <a:custGeom>
              <a:avLst/>
              <a:pathLst>
                <a:path w="8554953" h="1135081">
                  <a:moveTo>
                    <a:pt x="0" y="186356"/>
                  </a:moveTo>
                  <a:lnTo>
                    <a:pt x="522133" y="186356"/>
                  </a:lnTo>
                  <a:lnTo>
                    <a:pt x="523402" y="186351"/>
                  </a:lnTo>
                  <a:lnTo>
                    <a:pt x="531700" y="186311"/>
                  </a:lnTo>
                  <a:lnTo>
                    <a:pt x="552444" y="186201"/>
                  </a:lnTo>
                  <a:lnTo>
                    <a:pt x="589090" y="185986"/>
                  </a:lnTo>
                  <a:lnTo>
                    <a:pt x="642815" y="185634"/>
                  </a:lnTo>
                  <a:lnTo>
                    <a:pt x="712465" y="185121"/>
                  </a:lnTo>
                  <a:lnTo>
                    <a:pt x="794944" y="184434"/>
                  </a:lnTo>
                  <a:lnTo>
                    <a:pt x="885996" y="183569"/>
                  </a:lnTo>
                  <a:lnTo>
                    <a:pt x="981107" y="182527"/>
                  </a:lnTo>
                  <a:lnTo>
                    <a:pt x="1076255" y="181313"/>
                  </a:lnTo>
                  <a:lnTo>
                    <a:pt x="1168356" y="179930"/>
                  </a:lnTo>
                  <a:lnTo>
                    <a:pt x="1255392" y="178374"/>
                  </a:lnTo>
                  <a:lnTo>
                    <a:pt x="1336322" y="176635"/>
                  </a:lnTo>
                  <a:lnTo>
                    <a:pt x="1410874" y="174697"/>
                  </a:lnTo>
                  <a:lnTo>
                    <a:pt x="1479331" y="172535"/>
                  </a:lnTo>
                  <a:lnTo>
                    <a:pt x="1542331" y="170117"/>
                  </a:lnTo>
                  <a:lnTo>
                    <a:pt x="1600713" y="167407"/>
                  </a:lnTo>
                  <a:lnTo>
                    <a:pt x="1655410" y="164364"/>
                  </a:lnTo>
                  <a:lnTo>
                    <a:pt x="1707354" y="160952"/>
                  </a:lnTo>
                  <a:lnTo>
                    <a:pt x="1757402" y="157145"/>
                  </a:lnTo>
                  <a:lnTo>
                    <a:pt x="1768425" y="156238"/>
                  </a:lnTo>
                  <a:lnTo>
                    <a:pt x="1822491" y="151438"/>
                  </a:lnTo>
                  <a:lnTo>
                    <a:pt x="1876037" y="146132"/>
                  </a:lnTo>
                  <a:lnTo>
                    <a:pt x="1929644" y="140312"/>
                  </a:lnTo>
                  <a:lnTo>
                    <a:pt x="1983702" y="133990"/>
                  </a:lnTo>
                  <a:lnTo>
                    <a:pt x="2038430" y="127200"/>
                  </a:lnTo>
                  <a:lnTo>
                    <a:pt x="2093901" y="119997"/>
                  </a:lnTo>
                  <a:lnTo>
                    <a:pt x="2150062" y="112458"/>
                  </a:lnTo>
                  <a:lnTo>
                    <a:pt x="2206755" y="104678"/>
                  </a:lnTo>
                  <a:lnTo>
                    <a:pt x="2263748" y="96770"/>
                  </a:lnTo>
                  <a:lnTo>
                    <a:pt x="2320768" y="88849"/>
                  </a:lnTo>
                  <a:lnTo>
                    <a:pt x="2377538" y="81036"/>
                  </a:lnTo>
                  <a:lnTo>
                    <a:pt x="2433817" y="73442"/>
                  </a:lnTo>
                  <a:lnTo>
                    <a:pt x="2489430" y="66168"/>
                  </a:lnTo>
                  <a:lnTo>
                    <a:pt x="2544301" y="59292"/>
                  </a:lnTo>
                  <a:lnTo>
                    <a:pt x="2598476" y="52877"/>
                  </a:lnTo>
                  <a:lnTo>
                    <a:pt x="2652145" y="46958"/>
                  </a:lnTo>
                  <a:lnTo>
                    <a:pt x="2705664" y="41552"/>
                  </a:lnTo>
                  <a:lnTo>
                    <a:pt x="2759574" y="36655"/>
                  </a:lnTo>
                  <a:lnTo>
                    <a:pt x="2770117" y="35765"/>
                  </a:lnTo>
                  <a:lnTo>
                    <a:pt x="2819844" y="31869"/>
                  </a:lnTo>
                  <a:lnTo>
                    <a:pt x="2871293" y="28370"/>
                  </a:lnTo>
                  <a:lnTo>
                    <a:pt x="2925293" y="25247"/>
                  </a:lnTo>
                  <a:lnTo>
                    <a:pt x="2982768" y="22466"/>
                  </a:lnTo>
                  <a:lnTo>
                    <a:pt x="3044656" y="19986"/>
                  </a:lnTo>
                  <a:lnTo>
                    <a:pt x="3111826" y="17769"/>
                  </a:lnTo>
                  <a:lnTo>
                    <a:pt x="3184974" y="15783"/>
                  </a:lnTo>
                  <a:lnTo>
                    <a:pt x="3264475" y="14002"/>
                  </a:lnTo>
                  <a:lnTo>
                    <a:pt x="3350204" y="12406"/>
                  </a:lnTo>
                  <a:lnTo>
                    <a:pt x="3441309" y="10985"/>
                  </a:lnTo>
                  <a:lnTo>
                    <a:pt x="3536005" y="9733"/>
                  </a:lnTo>
                  <a:lnTo>
                    <a:pt x="3631445" y="8652"/>
                  </a:lnTo>
                  <a:lnTo>
                    <a:pt x="3723791" y="7747"/>
                  </a:lnTo>
                  <a:lnTo>
                    <a:pt x="3808583" y="7020"/>
                  </a:lnTo>
                  <a:lnTo>
                    <a:pt x="3881430" y="6469"/>
                  </a:lnTo>
                  <a:lnTo>
                    <a:pt x="3938900" y="6082"/>
                  </a:lnTo>
                  <a:lnTo>
                    <a:pt x="3979353" y="5839"/>
                  </a:lnTo>
                  <a:lnTo>
                    <a:pt x="4003434" y="5709"/>
                  </a:lnTo>
                  <a:lnTo>
                    <a:pt x="4014113" y="5657"/>
                  </a:lnTo>
                  <a:lnTo>
                    <a:pt x="4016409" y="5647"/>
                  </a:lnTo>
                  <a:lnTo>
                    <a:pt x="4538543" y="5647"/>
                  </a:lnTo>
                  <a:lnTo>
                    <a:pt x="4539792" y="5681"/>
                  </a:lnTo>
                  <a:lnTo>
                    <a:pt x="4547960" y="5924"/>
                  </a:lnTo>
                  <a:lnTo>
                    <a:pt x="4568391" y="6598"/>
                  </a:lnTo>
                  <a:lnTo>
                    <a:pt x="4604514" y="7920"/>
                  </a:lnTo>
                  <a:lnTo>
                    <a:pt x="4657531" y="10086"/>
                  </a:lnTo>
                  <a:lnTo>
                    <a:pt x="4726360" y="13242"/>
                  </a:lnTo>
                  <a:lnTo>
                    <a:pt x="4808004" y="17473"/>
                  </a:lnTo>
                  <a:lnTo>
                    <a:pt x="4898299" y="22807"/>
                  </a:lnTo>
                  <a:lnTo>
                    <a:pt x="4992797" y="29232"/>
                  </a:lnTo>
                  <a:lnTo>
                    <a:pt x="5087508" y="36721"/>
                  </a:lnTo>
                  <a:lnTo>
                    <a:pt x="5179344" y="45260"/>
                  </a:lnTo>
                  <a:lnTo>
                    <a:pt x="5266262" y="54864"/>
                  </a:lnTo>
                  <a:lnTo>
                    <a:pt x="5347179" y="65589"/>
                  </a:lnTo>
                  <a:lnTo>
                    <a:pt x="5421788" y="77538"/>
                  </a:lnTo>
                  <a:lnTo>
                    <a:pt x="5490332" y="90860"/>
                  </a:lnTo>
                  <a:lnTo>
                    <a:pt x="5553417" y="105746"/>
                  </a:lnTo>
                  <a:lnTo>
                    <a:pt x="5611856" y="122420"/>
                  </a:lnTo>
                  <a:lnTo>
                    <a:pt x="5666563" y="141125"/>
                  </a:lnTo>
                  <a:lnTo>
                    <a:pt x="5718459" y="162092"/>
                  </a:lnTo>
                  <a:lnTo>
                    <a:pt x="5768398" y="185487"/>
                  </a:lnTo>
                  <a:lnTo>
                    <a:pt x="5784835" y="193886"/>
                  </a:lnTo>
                  <a:lnTo>
                    <a:pt x="5833383" y="220657"/>
                  </a:lnTo>
                  <a:lnTo>
                    <a:pt x="5881458" y="249972"/>
                  </a:lnTo>
                  <a:lnTo>
                    <a:pt x="5929502" y="281874"/>
                  </a:lnTo>
                  <a:lnTo>
                    <a:pt x="5977829" y="316332"/>
                  </a:lnTo>
                  <a:lnTo>
                    <a:pt x="6026640" y="353230"/>
                  </a:lnTo>
                  <a:lnTo>
                    <a:pt x="6076036" y="392366"/>
                  </a:lnTo>
                  <a:lnTo>
                    <a:pt x="6126026" y="433445"/>
                  </a:lnTo>
                  <a:lnTo>
                    <a:pt x="6176545" y="476088"/>
                  </a:lnTo>
                  <a:lnTo>
                    <a:pt x="6227463" y="519846"/>
                  </a:lnTo>
                  <a:lnTo>
                    <a:pt x="6278607" y="564215"/>
                  </a:lnTo>
                  <a:lnTo>
                    <a:pt x="6329779" y="608657"/>
                  </a:lnTo>
                  <a:lnTo>
                    <a:pt x="6380778" y="652636"/>
                  </a:lnTo>
                  <a:lnTo>
                    <a:pt x="6431422" y="695636"/>
                  </a:lnTo>
                  <a:lnTo>
                    <a:pt x="6481568" y="737188"/>
                  </a:lnTo>
                  <a:lnTo>
                    <a:pt x="6531130" y="776894"/>
                  </a:lnTo>
                  <a:lnTo>
                    <a:pt x="6580097" y="814435"/>
                  </a:lnTo>
                  <a:lnTo>
                    <a:pt x="6628543" y="849582"/>
                  </a:lnTo>
                  <a:lnTo>
                    <a:pt x="6676639" y="882197"/>
                  </a:lnTo>
                  <a:lnTo>
                    <a:pt x="6724666" y="912226"/>
                  </a:lnTo>
                  <a:lnTo>
                    <a:pt x="6773031" y="939692"/>
                  </a:lnTo>
                  <a:lnTo>
                    <a:pt x="6786527" y="946842"/>
                  </a:lnTo>
                  <a:lnTo>
                    <a:pt x="6835977" y="971066"/>
                  </a:lnTo>
                  <a:lnTo>
                    <a:pt x="6887127" y="992834"/>
                  </a:lnTo>
                  <a:lnTo>
                    <a:pt x="6940790" y="1012273"/>
                  </a:lnTo>
                  <a:lnTo>
                    <a:pt x="6997875" y="1029602"/>
                  </a:lnTo>
                  <a:lnTo>
                    <a:pt x="7059304" y="1045061"/>
                  </a:lnTo>
                  <a:lnTo>
                    <a:pt x="7125936" y="1058884"/>
                  </a:lnTo>
                  <a:lnTo>
                    <a:pt x="7198463" y="1071274"/>
                  </a:lnTo>
                  <a:lnTo>
                    <a:pt x="7277268" y="1082396"/>
                  </a:lnTo>
                  <a:lnTo>
                    <a:pt x="7362251" y="1092367"/>
                  </a:lnTo>
                  <a:lnTo>
                    <a:pt x="7452614" y="1101260"/>
                  </a:lnTo>
                  <a:lnTo>
                    <a:pt x="7546654" y="1109102"/>
                  </a:lnTo>
                  <a:lnTo>
                    <a:pt x="7641629" y="1115886"/>
                  </a:lnTo>
                  <a:lnTo>
                    <a:pt x="7733820" y="1121588"/>
                  </a:lnTo>
                  <a:lnTo>
                    <a:pt x="7818860" y="1126189"/>
                  </a:lnTo>
                  <a:lnTo>
                    <a:pt x="7892397" y="1129699"/>
                  </a:lnTo>
                  <a:lnTo>
                    <a:pt x="7950944" y="1132184"/>
                  </a:lnTo>
                  <a:lnTo>
                    <a:pt x="7992714" y="1133769"/>
                  </a:lnTo>
                  <a:lnTo>
                    <a:pt x="8018130" y="1134637"/>
                  </a:lnTo>
                  <a:lnTo>
                    <a:pt x="8029903" y="1134999"/>
                  </a:lnTo>
                  <a:lnTo>
                    <a:pt x="8032819" y="1135081"/>
                  </a:lnTo>
                  <a:lnTo>
                    <a:pt x="8554953" y="1135081"/>
                  </a:lnTo>
                  <a:lnTo>
                    <a:pt x="8554953" y="1129434"/>
                  </a:lnTo>
                  <a:lnTo>
                    <a:pt x="8032819" y="1129434"/>
                  </a:lnTo>
                  <a:lnTo>
                    <a:pt x="8031570" y="1129400"/>
                  </a:lnTo>
                  <a:lnTo>
                    <a:pt x="8023402" y="1129156"/>
                  </a:lnTo>
                  <a:lnTo>
                    <a:pt x="8002971" y="1128483"/>
                  </a:lnTo>
                  <a:lnTo>
                    <a:pt x="7966848" y="1127161"/>
                  </a:lnTo>
                  <a:lnTo>
                    <a:pt x="7913831" y="1124994"/>
                  </a:lnTo>
                  <a:lnTo>
                    <a:pt x="7845002" y="1121838"/>
                  </a:lnTo>
                  <a:lnTo>
                    <a:pt x="7763358" y="1117607"/>
                  </a:lnTo>
                  <a:lnTo>
                    <a:pt x="7673063" y="1112273"/>
                  </a:lnTo>
                  <a:lnTo>
                    <a:pt x="7578565" y="1105848"/>
                  </a:lnTo>
                  <a:lnTo>
                    <a:pt x="7483854" y="1098359"/>
                  </a:lnTo>
                  <a:lnTo>
                    <a:pt x="7392018" y="1089820"/>
                  </a:lnTo>
                  <a:lnTo>
                    <a:pt x="7305100" y="1080216"/>
                  </a:lnTo>
                  <a:lnTo>
                    <a:pt x="7224182" y="1069491"/>
                  </a:lnTo>
                  <a:lnTo>
                    <a:pt x="7149574" y="1057542"/>
                  </a:lnTo>
                  <a:lnTo>
                    <a:pt x="7081030" y="1044220"/>
                  </a:lnTo>
                  <a:lnTo>
                    <a:pt x="7017945" y="1029335"/>
                  </a:lnTo>
                  <a:lnTo>
                    <a:pt x="6959505" y="1012660"/>
                  </a:lnTo>
                  <a:lnTo>
                    <a:pt x="6904799" y="993955"/>
                  </a:lnTo>
                  <a:lnTo>
                    <a:pt x="6852903" y="972989"/>
                  </a:lnTo>
                  <a:lnTo>
                    <a:pt x="6802964" y="949594"/>
                  </a:lnTo>
                  <a:lnTo>
                    <a:pt x="6786527" y="941195"/>
                  </a:lnTo>
                  <a:lnTo>
                    <a:pt x="6737979" y="914423"/>
                  </a:lnTo>
                  <a:lnTo>
                    <a:pt x="6689904" y="885108"/>
                  </a:lnTo>
                  <a:lnTo>
                    <a:pt x="6641860" y="853206"/>
                  </a:lnTo>
                  <a:lnTo>
                    <a:pt x="6593533" y="818748"/>
                  </a:lnTo>
                  <a:lnTo>
                    <a:pt x="6544722" y="781850"/>
                  </a:lnTo>
                  <a:lnTo>
                    <a:pt x="6495326" y="742715"/>
                  </a:lnTo>
                  <a:lnTo>
                    <a:pt x="6445336" y="701636"/>
                  </a:lnTo>
                  <a:lnTo>
                    <a:pt x="6394817" y="658992"/>
                  </a:lnTo>
                  <a:lnTo>
                    <a:pt x="6343899" y="615234"/>
                  </a:lnTo>
                  <a:lnTo>
                    <a:pt x="6292755" y="570866"/>
                  </a:lnTo>
                  <a:lnTo>
                    <a:pt x="6241583" y="526423"/>
                  </a:lnTo>
                  <a:lnTo>
                    <a:pt x="6190584" y="482444"/>
                  </a:lnTo>
                  <a:lnTo>
                    <a:pt x="6139940" y="439445"/>
                  </a:lnTo>
                  <a:lnTo>
                    <a:pt x="6089794" y="397892"/>
                  </a:lnTo>
                  <a:lnTo>
                    <a:pt x="6040232" y="358187"/>
                  </a:lnTo>
                  <a:lnTo>
                    <a:pt x="5991265" y="320646"/>
                  </a:lnTo>
                  <a:lnTo>
                    <a:pt x="5942819" y="285498"/>
                  </a:lnTo>
                  <a:lnTo>
                    <a:pt x="5894723" y="252883"/>
                  </a:lnTo>
                  <a:lnTo>
                    <a:pt x="5846696" y="222854"/>
                  </a:lnTo>
                  <a:lnTo>
                    <a:pt x="5798331" y="195388"/>
                  </a:lnTo>
                  <a:lnTo>
                    <a:pt x="5784835" y="188239"/>
                  </a:lnTo>
                  <a:lnTo>
                    <a:pt x="5735385" y="164014"/>
                  </a:lnTo>
                  <a:lnTo>
                    <a:pt x="5684235" y="142247"/>
                  </a:lnTo>
                  <a:lnTo>
                    <a:pt x="5630572" y="122807"/>
                  </a:lnTo>
                  <a:lnTo>
                    <a:pt x="5573487" y="105479"/>
                  </a:lnTo>
                  <a:lnTo>
                    <a:pt x="5512058" y="90020"/>
                  </a:lnTo>
                  <a:lnTo>
                    <a:pt x="5445425" y="76197"/>
                  </a:lnTo>
                  <a:lnTo>
                    <a:pt x="5372899" y="63806"/>
                  </a:lnTo>
                  <a:lnTo>
                    <a:pt x="5294094" y="52684"/>
                  </a:lnTo>
                  <a:lnTo>
                    <a:pt x="5209111" y="42713"/>
                  </a:lnTo>
                  <a:lnTo>
                    <a:pt x="5118748" y="33821"/>
                  </a:lnTo>
                  <a:lnTo>
                    <a:pt x="5024708" y="25979"/>
                  </a:lnTo>
                  <a:lnTo>
                    <a:pt x="4929733" y="19194"/>
                  </a:lnTo>
                  <a:lnTo>
                    <a:pt x="4837542" y="13492"/>
                  </a:lnTo>
                  <a:lnTo>
                    <a:pt x="4752502" y="8892"/>
                  </a:lnTo>
                  <a:lnTo>
                    <a:pt x="4678965" y="5381"/>
                  </a:lnTo>
                  <a:lnTo>
                    <a:pt x="4620418" y="2897"/>
                  </a:lnTo>
                  <a:lnTo>
                    <a:pt x="4578648" y="1311"/>
                  </a:lnTo>
                  <a:lnTo>
                    <a:pt x="4553232" y="444"/>
                  </a:lnTo>
                  <a:lnTo>
                    <a:pt x="4541459" y="81"/>
                  </a:lnTo>
                  <a:lnTo>
                    <a:pt x="4538543" y="0"/>
                  </a:lnTo>
                  <a:lnTo>
                    <a:pt x="4016409" y="0"/>
                  </a:lnTo>
                  <a:lnTo>
                    <a:pt x="4015140" y="5"/>
                  </a:lnTo>
                  <a:lnTo>
                    <a:pt x="4006842" y="45"/>
                  </a:lnTo>
                  <a:lnTo>
                    <a:pt x="3986098" y="154"/>
                  </a:lnTo>
                  <a:lnTo>
                    <a:pt x="3949452" y="369"/>
                  </a:lnTo>
                  <a:lnTo>
                    <a:pt x="3895727" y="721"/>
                  </a:lnTo>
                  <a:lnTo>
                    <a:pt x="3826078" y="1234"/>
                  </a:lnTo>
                  <a:lnTo>
                    <a:pt x="3743598" y="1921"/>
                  </a:lnTo>
                  <a:lnTo>
                    <a:pt x="3652546" y="2787"/>
                  </a:lnTo>
                  <a:lnTo>
                    <a:pt x="3557435" y="3829"/>
                  </a:lnTo>
                  <a:lnTo>
                    <a:pt x="3462287" y="5042"/>
                  </a:lnTo>
                  <a:lnTo>
                    <a:pt x="3370186" y="6426"/>
                  </a:lnTo>
                  <a:lnTo>
                    <a:pt x="3283150" y="7982"/>
                  </a:lnTo>
                  <a:lnTo>
                    <a:pt x="3202221" y="9720"/>
                  </a:lnTo>
                  <a:lnTo>
                    <a:pt x="3127668" y="11658"/>
                  </a:lnTo>
                  <a:lnTo>
                    <a:pt x="3059211" y="13820"/>
                  </a:lnTo>
                  <a:lnTo>
                    <a:pt x="2996211" y="16238"/>
                  </a:lnTo>
                  <a:lnTo>
                    <a:pt x="2937829" y="18949"/>
                  </a:lnTo>
                  <a:lnTo>
                    <a:pt x="2883133" y="21992"/>
                  </a:lnTo>
                  <a:lnTo>
                    <a:pt x="2831189" y="25404"/>
                  </a:lnTo>
                  <a:lnTo>
                    <a:pt x="2781140" y="29211"/>
                  </a:lnTo>
                  <a:lnTo>
                    <a:pt x="2770117" y="30118"/>
                  </a:lnTo>
                  <a:lnTo>
                    <a:pt x="2716051" y="34917"/>
                  </a:lnTo>
                  <a:lnTo>
                    <a:pt x="2662505" y="40224"/>
                  </a:lnTo>
                  <a:lnTo>
                    <a:pt x="2608898" y="46044"/>
                  </a:lnTo>
                  <a:lnTo>
                    <a:pt x="2554840" y="52366"/>
                  </a:lnTo>
                  <a:lnTo>
                    <a:pt x="2500112" y="59156"/>
                  </a:lnTo>
                  <a:lnTo>
                    <a:pt x="2444641" y="66359"/>
                  </a:lnTo>
                  <a:lnTo>
                    <a:pt x="2388480" y="73898"/>
                  </a:lnTo>
                  <a:lnTo>
                    <a:pt x="2331787" y="81677"/>
                  </a:lnTo>
                  <a:lnTo>
                    <a:pt x="2274794" y="89586"/>
                  </a:lnTo>
                  <a:lnTo>
                    <a:pt x="2217775" y="97507"/>
                  </a:lnTo>
                  <a:lnTo>
                    <a:pt x="2161004" y="105320"/>
                  </a:lnTo>
                  <a:lnTo>
                    <a:pt x="2104725" y="112913"/>
                  </a:lnTo>
                  <a:lnTo>
                    <a:pt x="2049112" y="120188"/>
                  </a:lnTo>
                  <a:lnTo>
                    <a:pt x="1994241" y="127063"/>
                  </a:lnTo>
                  <a:lnTo>
                    <a:pt x="1940067" y="133479"/>
                  </a:lnTo>
                  <a:lnTo>
                    <a:pt x="1886397" y="139398"/>
                  </a:lnTo>
                  <a:lnTo>
                    <a:pt x="1832878" y="144804"/>
                  </a:lnTo>
                  <a:lnTo>
                    <a:pt x="1778968" y="149700"/>
                  </a:lnTo>
                  <a:lnTo>
                    <a:pt x="1768425" y="150591"/>
                  </a:lnTo>
                  <a:lnTo>
                    <a:pt x="1718698" y="154487"/>
                  </a:lnTo>
                  <a:lnTo>
                    <a:pt x="1667249" y="157986"/>
                  </a:lnTo>
                  <a:lnTo>
                    <a:pt x="1613249" y="161108"/>
                  </a:lnTo>
                  <a:lnTo>
                    <a:pt x="1555774" y="163890"/>
                  </a:lnTo>
                  <a:lnTo>
                    <a:pt x="1493886" y="166370"/>
                  </a:lnTo>
                  <a:lnTo>
                    <a:pt x="1426716" y="168586"/>
                  </a:lnTo>
                  <a:lnTo>
                    <a:pt x="1353568" y="170572"/>
                  </a:lnTo>
                  <a:lnTo>
                    <a:pt x="1274067" y="172353"/>
                  </a:lnTo>
                  <a:lnTo>
                    <a:pt x="1188338" y="173949"/>
                  </a:lnTo>
                  <a:lnTo>
                    <a:pt x="1097233" y="175371"/>
                  </a:lnTo>
                  <a:lnTo>
                    <a:pt x="1002537" y="176623"/>
                  </a:lnTo>
                  <a:lnTo>
                    <a:pt x="907097" y="177703"/>
                  </a:lnTo>
                  <a:lnTo>
                    <a:pt x="814751" y="178609"/>
                  </a:lnTo>
                  <a:lnTo>
                    <a:pt x="729959" y="179336"/>
                  </a:lnTo>
                  <a:lnTo>
                    <a:pt x="657113" y="179887"/>
                  </a:lnTo>
                  <a:lnTo>
                    <a:pt x="599642" y="180273"/>
                  </a:lnTo>
                  <a:lnTo>
                    <a:pt x="559189" y="180516"/>
                  </a:lnTo>
                  <a:lnTo>
                    <a:pt x="535108" y="180647"/>
                  </a:lnTo>
                  <a:lnTo>
                    <a:pt x="524430" y="180699"/>
                  </a:lnTo>
                  <a:lnTo>
                    <a:pt x="522133" y="180709"/>
                  </a:lnTo>
                  <a:lnTo>
                    <a:pt x="0" y="180709"/>
                  </a:lnTo>
                  <a:close/>
                </a:path>
              </a:pathLst>
            </a:custGeom>
            <a:solidFill>
              <a:srgbClr val="F28E5B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1107" name="pl1107"/>
            <p:cNvSpPr/>
            <p:nvPr/>
          </p:nvSpPr>
          <p:spPr>
            <a:xfrm>
              <a:off x="386606" y="3585593"/>
              <a:ext cx="8554953" cy="1129434"/>
            </a:xfrm>
            <a:custGeom>
              <a:avLst/>
              <a:pathLst>
                <a:path w="8554953" h="1129434">
                  <a:moveTo>
                    <a:pt x="0" y="180709"/>
                  </a:moveTo>
                  <a:lnTo>
                    <a:pt x="522133" y="180709"/>
                  </a:lnTo>
                  <a:lnTo>
                    <a:pt x="523402" y="180703"/>
                  </a:lnTo>
                  <a:lnTo>
                    <a:pt x="531700" y="180664"/>
                  </a:lnTo>
                  <a:lnTo>
                    <a:pt x="552444" y="180554"/>
                  </a:lnTo>
                  <a:lnTo>
                    <a:pt x="589090" y="180339"/>
                  </a:lnTo>
                  <a:lnTo>
                    <a:pt x="642815" y="179987"/>
                  </a:lnTo>
                  <a:lnTo>
                    <a:pt x="712465" y="179474"/>
                  </a:lnTo>
                  <a:lnTo>
                    <a:pt x="794944" y="178787"/>
                  </a:lnTo>
                  <a:lnTo>
                    <a:pt x="885996" y="177922"/>
                  </a:lnTo>
                  <a:lnTo>
                    <a:pt x="981107" y="176880"/>
                  </a:lnTo>
                  <a:lnTo>
                    <a:pt x="1076255" y="175666"/>
                  </a:lnTo>
                  <a:lnTo>
                    <a:pt x="1168356" y="174283"/>
                  </a:lnTo>
                  <a:lnTo>
                    <a:pt x="1255392" y="172726"/>
                  </a:lnTo>
                  <a:lnTo>
                    <a:pt x="1336322" y="170988"/>
                  </a:lnTo>
                  <a:lnTo>
                    <a:pt x="1410874" y="169050"/>
                  </a:lnTo>
                  <a:lnTo>
                    <a:pt x="1479331" y="166888"/>
                  </a:lnTo>
                  <a:lnTo>
                    <a:pt x="1542331" y="164470"/>
                  </a:lnTo>
                  <a:lnTo>
                    <a:pt x="1600713" y="161759"/>
                  </a:lnTo>
                  <a:lnTo>
                    <a:pt x="1655410" y="158717"/>
                  </a:lnTo>
                  <a:lnTo>
                    <a:pt x="1707354" y="155305"/>
                  </a:lnTo>
                  <a:lnTo>
                    <a:pt x="1757402" y="151498"/>
                  </a:lnTo>
                  <a:lnTo>
                    <a:pt x="1768425" y="150591"/>
                  </a:lnTo>
                  <a:lnTo>
                    <a:pt x="1822491" y="145791"/>
                  </a:lnTo>
                  <a:lnTo>
                    <a:pt x="1876037" y="140485"/>
                  </a:lnTo>
                  <a:lnTo>
                    <a:pt x="1929644" y="134665"/>
                  </a:lnTo>
                  <a:lnTo>
                    <a:pt x="1983702" y="128343"/>
                  </a:lnTo>
                  <a:lnTo>
                    <a:pt x="2038430" y="121553"/>
                  </a:lnTo>
                  <a:lnTo>
                    <a:pt x="2093901" y="114349"/>
                  </a:lnTo>
                  <a:lnTo>
                    <a:pt x="2150062" y="106810"/>
                  </a:lnTo>
                  <a:lnTo>
                    <a:pt x="2206755" y="99031"/>
                  </a:lnTo>
                  <a:lnTo>
                    <a:pt x="2263748" y="91122"/>
                  </a:lnTo>
                  <a:lnTo>
                    <a:pt x="2320768" y="83202"/>
                  </a:lnTo>
                  <a:lnTo>
                    <a:pt x="2377538" y="75389"/>
                  </a:lnTo>
                  <a:lnTo>
                    <a:pt x="2433817" y="67795"/>
                  </a:lnTo>
                  <a:lnTo>
                    <a:pt x="2489430" y="60520"/>
                  </a:lnTo>
                  <a:lnTo>
                    <a:pt x="2544301" y="53645"/>
                  </a:lnTo>
                  <a:lnTo>
                    <a:pt x="2598476" y="47229"/>
                  </a:lnTo>
                  <a:lnTo>
                    <a:pt x="2652145" y="41311"/>
                  </a:lnTo>
                  <a:lnTo>
                    <a:pt x="2705664" y="35905"/>
                  </a:lnTo>
                  <a:lnTo>
                    <a:pt x="2759574" y="31008"/>
                  </a:lnTo>
                  <a:lnTo>
                    <a:pt x="2770117" y="30118"/>
                  </a:lnTo>
                  <a:lnTo>
                    <a:pt x="2819844" y="26222"/>
                  </a:lnTo>
                  <a:lnTo>
                    <a:pt x="2871293" y="22723"/>
                  </a:lnTo>
                  <a:lnTo>
                    <a:pt x="2925293" y="19600"/>
                  </a:lnTo>
                  <a:lnTo>
                    <a:pt x="2982768" y="16819"/>
                  </a:lnTo>
                  <a:lnTo>
                    <a:pt x="3044656" y="14338"/>
                  </a:lnTo>
                  <a:lnTo>
                    <a:pt x="3111826" y="12122"/>
                  </a:lnTo>
                  <a:lnTo>
                    <a:pt x="3184974" y="10136"/>
                  </a:lnTo>
                  <a:lnTo>
                    <a:pt x="3264475" y="8355"/>
                  </a:lnTo>
                  <a:lnTo>
                    <a:pt x="3350204" y="6759"/>
                  </a:lnTo>
                  <a:lnTo>
                    <a:pt x="3441309" y="5337"/>
                  </a:lnTo>
                  <a:lnTo>
                    <a:pt x="3536005" y="4086"/>
                  </a:lnTo>
                  <a:lnTo>
                    <a:pt x="3631445" y="3005"/>
                  </a:lnTo>
                  <a:lnTo>
                    <a:pt x="3723791" y="2100"/>
                  </a:lnTo>
                  <a:lnTo>
                    <a:pt x="3808583" y="1373"/>
                  </a:lnTo>
                  <a:lnTo>
                    <a:pt x="3881430" y="822"/>
                  </a:lnTo>
                  <a:lnTo>
                    <a:pt x="3938900" y="435"/>
                  </a:lnTo>
                  <a:lnTo>
                    <a:pt x="3979353" y="192"/>
                  </a:lnTo>
                  <a:lnTo>
                    <a:pt x="4003434" y="62"/>
                  </a:lnTo>
                  <a:lnTo>
                    <a:pt x="4014113" y="10"/>
                  </a:lnTo>
                  <a:lnTo>
                    <a:pt x="4016394" y="0"/>
                  </a:lnTo>
                  <a:lnTo>
                    <a:pt x="4016409" y="0"/>
                  </a:lnTo>
                  <a:lnTo>
                    <a:pt x="4538543" y="0"/>
                  </a:lnTo>
                  <a:lnTo>
                    <a:pt x="4539792" y="34"/>
                  </a:lnTo>
                  <a:lnTo>
                    <a:pt x="4547960" y="277"/>
                  </a:lnTo>
                  <a:lnTo>
                    <a:pt x="4568391" y="950"/>
                  </a:lnTo>
                  <a:lnTo>
                    <a:pt x="4604514" y="2273"/>
                  </a:lnTo>
                  <a:lnTo>
                    <a:pt x="4657531" y="4439"/>
                  </a:lnTo>
                  <a:lnTo>
                    <a:pt x="4726360" y="7595"/>
                  </a:lnTo>
                  <a:lnTo>
                    <a:pt x="4808004" y="11826"/>
                  </a:lnTo>
                  <a:lnTo>
                    <a:pt x="4898299" y="17160"/>
                  </a:lnTo>
                  <a:lnTo>
                    <a:pt x="4992797" y="23585"/>
                  </a:lnTo>
                  <a:lnTo>
                    <a:pt x="5087508" y="31074"/>
                  </a:lnTo>
                  <a:lnTo>
                    <a:pt x="5179344" y="39613"/>
                  </a:lnTo>
                  <a:lnTo>
                    <a:pt x="5266262" y="49217"/>
                  </a:lnTo>
                  <a:lnTo>
                    <a:pt x="5347179" y="59942"/>
                  </a:lnTo>
                  <a:lnTo>
                    <a:pt x="5421788" y="71891"/>
                  </a:lnTo>
                  <a:lnTo>
                    <a:pt x="5490332" y="85213"/>
                  </a:lnTo>
                  <a:lnTo>
                    <a:pt x="5553417" y="100098"/>
                  </a:lnTo>
                  <a:lnTo>
                    <a:pt x="5611856" y="116773"/>
                  </a:lnTo>
                  <a:lnTo>
                    <a:pt x="5666563" y="135478"/>
                  </a:lnTo>
                  <a:lnTo>
                    <a:pt x="5718459" y="156445"/>
                  </a:lnTo>
                  <a:lnTo>
                    <a:pt x="5768398" y="179840"/>
                  </a:lnTo>
                  <a:lnTo>
                    <a:pt x="5784835" y="188239"/>
                  </a:lnTo>
                  <a:lnTo>
                    <a:pt x="5833383" y="215010"/>
                  </a:lnTo>
                  <a:lnTo>
                    <a:pt x="5881458" y="244325"/>
                  </a:lnTo>
                  <a:lnTo>
                    <a:pt x="5929502" y="276227"/>
                  </a:lnTo>
                  <a:lnTo>
                    <a:pt x="5977829" y="310685"/>
                  </a:lnTo>
                  <a:lnTo>
                    <a:pt x="6026640" y="347583"/>
                  </a:lnTo>
                  <a:lnTo>
                    <a:pt x="6076036" y="386719"/>
                  </a:lnTo>
                  <a:lnTo>
                    <a:pt x="6126026" y="427797"/>
                  </a:lnTo>
                  <a:lnTo>
                    <a:pt x="6176545" y="470441"/>
                  </a:lnTo>
                  <a:lnTo>
                    <a:pt x="6227463" y="514199"/>
                  </a:lnTo>
                  <a:lnTo>
                    <a:pt x="6278607" y="558567"/>
                  </a:lnTo>
                  <a:lnTo>
                    <a:pt x="6329779" y="603010"/>
                  </a:lnTo>
                  <a:lnTo>
                    <a:pt x="6380778" y="646989"/>
                  </a:lnTo>
                  <a:lnTo>
                    <a:pt x="6431422" y="689989"/>
                  </a:lnTo>
                  <a:lnTo>
                    <a:pt x="6481568" y="731541"/>
                  </a:lnTo>
                  <a:lnTo>
                    <a:pt x="6531130" y="771247"/>
                  </a:lnTo>
                  <a:lnTo>
                    <a:pt x="6580097" y="808788"/>
                  </a:lnTo>
                  <a:lnTo>
                    <a:pt x="6628543" y="843935"/>
                  </a:lnTo>
                  <a:lnTo>
                    <a:pt x="6676639" y="876550"/>
                  </a:lnTo>
                  <a:lnTo>
                    <a:pt x="6724666" y="906579"/>
                  </a:lnTo>
                  <a:lnTo>
                    <a:pt x="6773031" y="934045"/>
                  </a:lnTo>
                  <a:lnTo>
                    <a:pt x="6786527" y="941195"/>
                  </a:lnTo>
                  <a:lnTo>
                    <a:pt x="6835977" y="965419"/>
                  </a:lnTo>
                  <a:lnTo>
                    <a:pt x="6887127" y="987187"/>
                  </a:lnTo>
                  <a:lnTo>
                    <a:pt x="6940790" y="1006626"/>
                  </a:lnTo>
                  <a:lnTo>
                    <a:pt x="6997875" y="1023954"/>
                  </a:lnTo>
                  <a:lnTo>
                    <a:pt x="7059304" y="1039414"/>
                  </a:lnTo>
                  <a:lnTo>
                    <a:pt x="7125936" y="1053237"/>
                  </a:lnTo>
                  <a:lnTo>
                    <a:pt x="7198463" y="1065627"/>
                  </a:lnTo>
                  <a:lnTo>
                    <a:pt x="7277268" y="1076749"/>
                  </a:lnTo>
                  <a:lnTo>
                    <a:pt x="7362251" y="1086720"/>
                  </a:lnTo>
                  <a:lnTo>
                    <a:pt x="7452614" y="1095613"/>
                  </a:lnTo>
                  <a:lnTo>
                    <a:pt x="7546654" y="1103454"/>
                  </a:lnTo>
                  <a:lnTo>
                    <a:pt x="7641629" y="1110239"/>
                  </a:lnTo>
                  <a:lnTo>
                    <a:pt x="7733820" y="1115941"/>
                  </a:lnTo>
                  <a:lnTo>
                    <a:pt x="7818860" y="1120542"/>
                  </a:lnTo>
                  <a:lnTo>
                    <a:pt x="7892397" y="1124052"/>
                  </a:lnTo>
                  <a:lnTo>
                    <a:pt x="7950944" y="1126537"/>
                  </a:lnTo>
                  <a:lnTo>
                    <a:pt x="7992714" y="1128122"/>
                  </a:lnTo>
                  <a:lnTo>
                    <a:pt x="8018130" y="1128989"/>
                  </a:lnTo>
                  <a:lnTo>
                    <a:pt x="8029903" y="1129352"/>
                  </a:lnTo>
                  <a:lnTo>
                    <a:pt x="8032770" y="1129432"/>
                  </a:lnTo>
                  <a:lnTo>
                    <a:pt x="8032819" y="1129434"/>
                  </a:lnTo>
                  <a:lnTo>
                    <a:pt x="8554953" y="1129434"/>
                  </a:lnTo>
                  <a:lnTo>
                    <a:pt x="8554953" y="1129434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108" name="pl1108"/>
            <p:cNvSpPr/>
            <p:nvPr/>
          </p:nvSpPr>
          <p:spPr>
            <a:xfrm>
              <a:off x="386606" y="3579945"/>
              <a:ext cx="8554953" cy="1129434"/>
            </a:xfrm>
            <a:custGeom>
              <a:avLst/>
              <a:pathLst>
                <a:path w="8554953" h="1129434">
                  <a:moveTo>
                    <a:pt x="8554953" y="1129434"/>
                  </a:moveTo>
                  <a:lnTo>
                    <a:pt x="8032819" y="1129434"/>
                  </a:lnTo>
                  <a:lnTo>
                    <a:pt x="8031570" y="1129400"/>
                  </a:lnTo>
                  <a:lnTo>
                    <a:pt x="8023402" y="1129156"/>
                  </a:lnTo>
                  <a:lnTo>
                    <a:pt x="8002971" y="1128483"/>
                  </a:lnTo>
                  <a:lnTo>
                    <a:pt x="7966848" y="1127161"/>
                  </a:lnTo>
                  <a:lnTo>
                    <a:pt x="7913831" y="1124994"/>
                  </a:lnTo>
                  <a:lnTo>
                    <a:pt x="7845002" y="1121838"/>
                  </a:lnTo>
                  <a:lnTo>
                    <a:pt x="7763358" y="1117607"/>
                  </a:lnTo>
                  <a:lnTo>
                    <a:pt x="7673063" y="1112273"/>
                  </a:lnTo>
                  <a:lnTo>
                    <a:pt x="7578565" y="1105848"/>
                  </a:lnTo>
                  <a:lnTo>
                    <a:pt x="7483854" y="1098359"/>
                  </a:lnTo>
                  <a:lnTo>
                    <a:pt x="7392018" y="1089820"/>
                  </a:lnTo>
                  <a:lnTo>
                    <a:pt x="7305100" y="1080216"/>
                  </a:lnTo>
                  <a:lnTo>
                    <a:pt x="7224182" y="1069491"/>
                  </a:lnTo>
                  <a:lnTo>
                    <a:pt x="7149574" y="1057542"/>
                  </a:lnTo>
                  <a:lnTo>
                    <a:pt x="7081030" y="1044220"/>
                  </a:lnTo>
                  <a:lnTo>
                    <a:pt x="7017945" y="1029335"/>
                  </a:lnTo>
                  <a:lnTo>
                    <a:pt x="6959505" y="1012660"/>
                  </a:lnTo>
                  <a:lnTo>
                    <a:pt x="6904799" y="993955"/>
                  </a:lnTo>
                  <a:lnTo>
                    <a:pt x="6852903" y="972989"/>
                  </a:lnTo>
                  <a:lnTo>
                    <a:pt x="6802964" y="949594"/>
                  </a:lnTo>
                  <a:lnTo>
                    <a:pt x="6786527" y="941195"/>
                  </a:lnTo>
                  <a:lnTo>
                    <a:pt x="6737979" y="914423"/>
                  </a:lnTo>
                  <a:lnTo>
                    <a:pt x="6689904" y="885108"/>
                  </a:lnTo>
                  <a:lnTo>
                    <a:pt x="6641860" y="853206"/>
                  </a:lnTo>
                  <a:lnTo>
                    <a:pt x="6593533" y="818748"/>
                  </a:lnTo>
                  <a:lnTo>
                    <a:pt x="6544722" y="781850"/>
                  </a:lnTo>
                  <a:lnTo>
                    <a:pt x="6495326" y="742715"/>
                  </a:lnTo>
                  <a:lnTo>
                    <a:pt x="6445336" y="701636"/>
                  </a:lnTo>
                  <a:lnTo>
                    <a:pt x="6394817" y="658992"/>
                  </a:lnTo>
                  <a:lnTo>
                    <a:pt x="6343899" y="615234"/>
                  </a:lnTo>
                  <a:lnTo>
                    <a:pt x="6292755" y="570866"/>
                  </a:lnTo>
                  <a:lnTo>
                    <a:pt x="6241583" y="526423"/>
                  </a:lnTo>
                  <a:lnTo>
                    <a:pt x="6190584" y="482444"/>
                  </a:lnTo>
                  <a:lnTo>
                    <a:pt x="6139940" y="439445"/>
                  </a:lnTo>
                  <a:lnTo>
                    <a:pt x="6089794" y="397892"/>
                  </a:lnTo>
                  <a:lnTo>
                    <a:pt x="6040232" y="358187"/>
                  </a:lnTo>
                  <a:lnTo>
                    <a:pt x="5991265" y="320646"/>
                  </a:lnTo>
                  <a:lnTo>
                    <a:pt x="5942819" y="285498"/>
                  </a:lnTo>
                  <a:lnTo>
                    <a:pt x="5894723" y="252883"/>
                  </a:lnTo>
                  <a:lnTo>
                    <a:pt x="5846696" y="222854"/>
                  </a:lnTo>
                  <a:lnTo>
                    <a:pt x="5798331" y="195388"/>
                  </a:lnTo>
                  <a:lnTo>
                    <a:pt x="5784835" y="188239"/>
                  </a:lnTo>
                  <a:lnTo>
                    <a:pt x="5735385" y="164014"/>
                  </a:lnTo>
                  <a:lnTo>
                    <a:pt x="5684235" y="142247"/>
                  </a:lnTo>
                  <a:lnTo>
                    <a:pt x="5630572" y="122807"/>
                  </a:lnTo>
                  <a:lnTo>
                    <a:pt x="5573487" y="105479"/>
                  </a:lnTo>
                  <a:lnTo>
                    <a:pt x="5512058" y="90020"/>
                  </a:lnTo>
                  <a:lnTo>
                    <a:pt x="5445425" y="76197"/>
                  </a:lnTo>
                  <a:lnTo>
                    <a:pt x="5372899" y="63806"/>
                  </a:lnTo>
                  <a:lnTo>
                    <a:pt x="5294094" y="52684"/>
                  </a:lnTo>
                  <a:lnTo>
                    <a:pt x="5209111" y="42713"/>
                  </a:lnTo>
                  <a:lnTo>
                    <a:pt x="5118748" y="33821"/>
                  </a:lnTo>
                  <a:lnTo>
                    <a:pt x="5024708" y="25979"/>
                  </a:lnTo>
                  <a:lnTo>
                    <a:pt x="4929733" y="19194"/>
                  </a:lnTo>
                  <a:lnTo>
                    <a:pt x="4837542" y="13492"/>
                  </a:lnTo>
                  <a:lnTo>
                    <a:pt x="4752502" y="8892"/>
                  </a:lnTo>
                  <a:lnTo>
                    <a:pt x="4678965" y="5381"/>
                  </a:lnTo>
                  <a:lnTo>
                    <a:pt x="4620418" y="2897"/>
                  </a:lnTo>
                  <a:lnTo>
                    <a:pt x="4578648" y="1311"/>
                  </a:lnTo>
                  <a:lnTo>
                    <a:pt x="4553232" y="444"/>
                  </a:lnTo>
                  <a:lnTo>
                    <a:pt x="4541459" y="81"/>
                  </a:lnTo>
                  <a:lnTo>
                    <a:pt x="4538592" y="1"/>
                  </a:lnTo>
                  <a:lnTo>
                    <a:pt x="4538543" y="0"/>
                  </a:lnTo>
                  <a:lnTo>
                    <a:pt x="4016409" y="0"/>
                  </a:lnTo>
                  <a:lnTo>
                    <a:pt x="4015140" y="5"/>
                  </a:lnTo>
                  <a:lnTo>
                    <a:pt x="4006842" y="45"/>
                  </a:lnTo>
                  <a:lnTo>
                    <a:pt x="3986098" y="154"/>
                  </a:lnTo>
                  <a:lnTo>
                    <a:pt x="3949452" y="369"/>
                  </a:lnTo>
                  <a:lnTo>
                    <a:pt x="3895727" y="721"/>
                  </a:lnTo>
                  <a:lnTo>
                    <a:pt x="3826078" y="1234"/>
                  </a:lnTo>
                  <a:lnTo>
                    <a:pt x="3743598" y="1921"/>
                  </a:lnTo>
                  <a:lnTo>
                    <a:pt x="3652546" y="2787"/>
                  </a:lnTo>
                  <a:lnTo>
                    <a:pt x="3557435" y="3829"/>
                  </a:lnTo>
                  <a:lnTo>
                    <a:pt x="3462287" y="5042"/>
                  </a:lnTo>
                  <a:lnTo>
                    <a:pt x="3370186" y="6426"/>
                  </a:lnTo>
                  <a:lnTo>
                    <a:pt x="3283150" y="7982"/>
                  </a:lnTo>
                  <a:lnTo>
                    <a:pt x="3202221" y="9720"/>
                  </a:lnTo>
                  <a:lnTo>
                    <a:pt x="3127668" y="11658"/>
                  </a:lnTo>
                  <a:lnTo>
                    <a:pt x="3059211" y="13820"/>
                  </a:lnTo>
                  <a:lnTo>
                    <a:pt x="2996211" y="16238"/>
                  </a:lnTo>
                  <a:lnTo>
                    <a:pt x="2937829" y="18949"/>
                  </a:lnTo>
                  <a:lnTo>
                    <a:pt x="2883133" y="21992"/>
                  </a:lnTo>
                  <a:lnTo>
                    <a:pt x="2831189" y="25404"/>
                  </a:lnTo>
                  <a:lnTo>
                    <a:pt x="2781140" y="29211"/>
                  </a:lnTo>
                  <a:lnTo>
                    <a:pt x="2770117" y="30118"/>
                  </a:lnTo>
                  <a:lnTo>
                    <a:pt x="2716051" y="34917"/>
                  </a:lnTo>
                  <a:lnTo>
                    <a:pt x="2662505" y="40224"/>
                  </a:lnTo>
                  <a:lnTo>
                    <a:pt x="2608898" y="46044"/>
                  </a:lnTo>
                  <a:lnTo>
                    <a:pt x="2554840" y="52366"/>
                  </a:lnTo>
                  <a:lnTo>
                    <a:pt x="2500112" y="59156"/>
                  </a:lnTo>
                  <a:lnTo>
                    <a:pt x="2444641" y="66359"/>
                  </a:lnTo>
                  <a:lnTo>
                    <a:pt x="2388480" y="73898"/>
                  </a:lnTo>
                  <a:lnTo>
                    <a:pt x="2331787" y="81677"/>
                  </a:lnTo>
                  <a:lnTo>
                    <a:pt x="2274794" y="89586"/>
                  </a:lnTo>
                  <a:lnTo>
                    <a:pt x="2217775" y="97507"/>
                  </a:lnTo>
                  <a:lnTo>
                    <a:pt x="2161004" y="105320"/>
                  </a:lnTo>
                  <a:lnTo>
                    <a:pt x="2104725" y="112913"/>
                  </a:lnTo>
                  <a:lnTo>
                    <a:pt x="2049112" y="120188"/>
                  </a:lnTo>
                  <a:lnTo>
                    <a:pt x="1994241" y="127063"/>
                  </a:lnTo>
                  <a:lnTo>
                    <a:pt x="1940067" y="133479"/>
                  </a:lnTo>
                  <a:lnTo>
                    <a:pt x="1886397" y="139398"/>
                  </a:lnTo>
                  <a:lnTo>
                    <a:pt x="1832878" y="144804"/>
                  </a:lnTo>
                  <a:lnTo>
                    <a:pt x="1778968" y="149700"/>
                  </a:lnTo>
                  <a:lnTo>
                    <a:pt x="1768425" y="150591"/>
                  </a:lnTo>
                  <a:lnTo>
                    <a:pt x="1718698" y="154487"/>
                  </a:lnTo>
                  <a:lnTo>
                    <a:pt x="1667249" y="157986"/>
                  </a:lnTo>
                  <a:lnTo>
                    <a:pt x="1613249" y="161108"/>
                  </a:lnTo>
                  <a:lnTo>
                    <a:pt x="1555774" y="163890"/>
                  </a:lnTo>
                  <a:lnTo>
                    <a:pt x="1493886" y="166370"/>
                  </a:lnTo>
                  <a:lnTo>
                    <a:pt x="1426716" y="168586"/>
                  </a:lnTo>
                  <a:lnTo>
                    <a:pt x="1353568" y="170572"/>
                  </a:lnTo>
                  <a:lnTo>
                    <a:pt x="1274067" y="172353"/>
                  </a:lnTo>
                  <a:lnTo>
                    <a:pt x="1188338" y="173949"/>
                  </a:lnTo>
                  <a:lnTo>
                    <a:pt x="1097233" y="175371"/>
                  </a:lnTo>
                  <a:lnTo>
                    <a:pt x="1002537" y="176623"/>
                  </a:lnTo>
                  <a:lnTo>
                    <a:pt x="907097" y="177703"/>
                  </a:lnTo>
                  <a:lnTo>
                    <a:pt x="814751" y="178609"/>
                  </a:lnTo>
                  <a:lnTo>
                    <a:pt x="729959" y="179336"/>
                  </a:lnTo>
                  <a:lnTo>
                    <a:pt x="657113" y="179887"/>
                  </a:lnTo>
                  <a:lnTo>
                    <a:pt x="599642" y="180273"/>
                  </a:lnTo>
                  <a:lnTo>
                    <a:pt x="559189" y="180516"/>
                  </a:lnTo>
                  <a:lnTo>
                    <a:pt x="535108" y="180647"/>
                  </a:lnTo>
                  <a:lnTo>
                    <a:pt x="524430" y="180699"/>
                  </a:lnTo>
                  <a:lnTo>
                    <a:pt x="522148" y="180709"/>
                  </a:lnTo>
                  <a:lnTo>
                    <a:pt x="522133" y="180709"/>
                  </a:lnTo>
                  <a:lnTo>
                    <a:pt x="0" y="180709"/>
                  </a:lnTo>
                  <a:lnTo>
                    <a:pt x="0" y="180709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109" name="pg1109"/>
            <p:cNvSpPr/>
            <p:nvPr/>
          </p:nvSpPr>
          <p:spPr>
            <a:xfrm>
              <a:off x="386606" y="3591240"/>
              <a:ext cx="8554953" cy="1524736"/>
            </a:xfrm>
            <a:custGeom>
              <a:avLst/>
              <a:pathLst>
                <a:path w="8554953" h="1524736">
                  <a:moveTo>
                    <a:pt x="0" y="186356"/>
                  </a:moveTo>
                  <a:lnTo>
                    <a:pt x="522133" y="186356"/>
                  </a:lnTo>
                  <a:lnTo>
                    <a:pt x="523402" y="186351"/>
                  </a:lnTo>
                  <a:lnTo>
                    <a:pt x="531700" y="186312"/>
                  </a:lnTo>
                  <a:lnTo>
                    <a:pt x="552445" y="186206"/>
                  </a:lnTo>
                  <a:lnTo>
                    <a:pt x="589091" y="185998"/>
                  </a:lnTo>
                  <a:lnTo>
                    <a:pt x="642818" y="185657"/>
                  </a:lnTo>
                  <a:lnTo>
                    <a:pt x="712469" y="185160"/>
                  </a:lnTo>
                  <a:lnTo>
                    <a:pt x="794949" y="184494"/>
                  </a:lnTo>
                  <a:lnTo>
                    <a:pt x="886003" y="183656"/>
                  </a:lnTo>
                  <a:lnTo>
                    <a:pt x="981115" y="182647"/>
                  </a:lnTo>
                  <a:lnTo>
                    <a:pt x="1076263" y="181471"/>
                  </a:lnTo>
                  <a:lnTo>
                    <a:pt x="1168365" y="180130"/>
                  </a:lnTo>
                  <a:lnTo>
                    <a:pt x="1255402" y="178623"/>
                  </a:lnTo>
                  <a:lnTo>
                    <a:pt x="1336331" y="176939"/>
                  </a:lnTo>
                  <a:lnTo>
                    <a:pt x="1410883" y="175061"/>
                  </a:lnTo>
                  <a:lnTo>
                    <a:pt x="1479340" y="172967"/>
                  </a:lnTo>
                  <a:lnTo>
                    <a:pt x="1542340" y="170624"/>
                  </a:lnTo>
                  <a:lnTo>
                    <a:pt x="1600722" y="167998"/>
                  </a:lnTo>
                  <a:lnTo>
                    <a:pt x="1655418" y="165050"/>
                  </a:lnTo>
                  <a:lnTo>
                    <a:pt x="1707362" y="161745"/>
                  </a:lnTo>
                  <a:lnTo>
                    <a:pt x="1757411" y="158057"/>
                  </a:lnTo>
                  <a:lnTo>
                    <a:pt x="1768425" y="157179"/>
                  </a:lnTo>
                  <a:lnTo>
                    <a:pt x="1822503" y="152529"/>
                  </a:lnTo>
                  <a:lnTo>
                    <a:pt x="1876061" y="147387"/>
                  </a:lnTo>
                  <a:lnTo>
                    <a:pt x="1929680" y="141747"/>
                  </a:lnTo>
                  <a:lnTo>
                    <a:pt x="1983750" y="135621"/>
                  </a:lnTo>
                  <a:lnTo>
                    <a:pt x="2038490" y="129041"/>
                  </a:lnTo>
                  <a:lnTo>
                    <a:pt x="2093975" y="122061"/>
                  </a:lnTo>
                  <a:lnTo>
                    <a:pt x="2150149" y="114755"/>
                  </a:lnTo>
                  <a:lnTo>
                    <a:pt x="2206855" y="107218"/>
                  </a:lnTo>
                  <a:lnTo>
                    <a:pt x="2263861" y="99554"/>
                  </a:lnTo>
                  <a:lnTo>
                    <a:pt x="2320893" y="91879"/>
                  </a:lnTo>
                  <a:lnTo>
                    <a:pt x="2377675" y="84309"/>
                  </a:lnTo>
                  <a:lnTo>
                    <a:pt x="2433965" y="76952"/>
                  </a:lnTo>
                  <a:lnTo>
                    <a:pt x="2489588" y="69904"/>
                  </a:lnTo>
                  <a:lnTo>
                    <a:pt x="2544468" y="63243"/>
                  </a:lnTo>
                  <a:lnTo>
                    <a:pt x="2598653" y="57028"/>
                  </a:lnTo>
                  <a:lnTo>
                    <a:pt x="2652333" y="51295"/>
                  </a:lnTo>
                  <a:lnTo>
                    <a:pt x="2705864" y="46058"/>
                  </a:lnTo>
                  <a:lnTo>
                    <a:pt x="2759789" y="41316"/>
                  </a:lnTo>
                  <a:lnTo>
                    <a:pt x="2770117" y="40471"/>
                  </a:lnTo>
                  <a:lnTo>
                    <a:pt x="2819844" y="36696"/>
                  </a:lnTo>
                  <a:lnTo>
                    <a:pt x="2871294" y="33307"/>
                  </a:lnTo>
                  <a:lnTo>
                    <a:pt x="2925295" y="30282"/>
                  </a:lnTo>
                  <a:lnTo>
                    <a:pt x="2982770" y="27587"/>
                  </a:lnTo>
                  <a:lnTo>
                    <a:pt x="3044659" y="25185"/>
                  </a:lnTo>
                  <a:lnTo>
                    <a:pt x="3111830" y="23037"/>
                  </a:lnTo>
                  <a:lnTo>
                    <a:pt x="3184979" y="21114"/>
                  </a:lnTo>
                  <a:lnTo>
                    <a:pt x="3264481" y="19388"/>
                  </a:lnTo>
                  <a:lnTo>
                    <a:pt x="3350211" y="17842"/>
                  </a:lnTo>
                  <a:lnTo>
                    <a:pt x="3441317" y="16465"/>
                  </a:lnTo>
                  <a:lnTo>
                    <a:pt x="3536014" y="15252"/>
                  </a:lnTo>
                  <a:lnTo>
                    <a:pt x="3631455" y="14205"/>
                  </a:lnTo>
                  <a:lnTo>
                    <a:pt x="3723801" y="13328"/>
                  </a:lnTo>
                  <a:lnTo>
                    <a:pt x="3808593" y="12624"/>
                  </a:lnTo>
                  <a:lnTo>
                    <a:pt x="3881439" y="12090"/>
                  </a:lnTo>
                  <a:lnTo>
                    <a:pt x="3938907" y="11716"/>
                  </a:lnTo>
                  <a:lnTo>
                    <a:pt x="3979358" y="11480"/>
                  </a:lnTo>
                  <a:lnTo>
                    <a:pt x="4003437" y="11354"/>
                  </a:lnTo>
                  <a:lnTo>
                    <a:pt x="4014114" y="11304"/>
                  </a:lnTo>
                  <a:lnTo>
                    <a:pt x="4016409" y="11294"/>
                  </a:lnTo>
                  <a:lnTo>
                    <a:pt x="4538543" y="11294"/>
                  </a:lnTo>
                  <a:lnTo>
                    <a:pt x="4539776" y="11339"/>
                  </a:lnTo>
                  <a:lnTo>
                    <a:pt x="4547841" y="11661"/>
                  </a:lnTo>
                  <a:lnTo>
                    <a:pt x="4568025" y="12551"/>
                  </a:lnTo>
                  <a:lnTo>
                    <a:pt x="4603734" y="14300"/>
                  </a:lnTo>
                  <a:lnTo>
                    <a:pt x="4656190" y="17165"/>
                  </a:lnTo>
                  <a:lnTo>
                    <a:pt x="4724368" y="21342"/>
                  </a:lnTo>
                  <a:lnTo>
                    <a:pt x="4805344" y="26946"/>
                  </a:lnTo>
                  <a:lnTo>
                    <a:pt x="4895033" y="34014"/>
                  </a:lnTo>
                  <a:lnTo>
                    <a:pt x="4989038" y="42531"/>
                  </a:lnTo>
                  <a:lnTo>
                    <a:pt x="5083394" y="52464"/>
                  </a:lnTo>
                  <a:lnTo>
                    <a:pt x="5175012" y="63791"/>
                  </a:lnTo>
                  <a:lnTo>
                    <a:pt x="5261829" y="76531"/>
                  </a:lnTo>
                  <a:lnTo>
                    <a:pt x="5342734" y="90754"/>
                  </a:lnTo>
                  <a:lnTo>
                    <a:pt x="5417385" y="106594"/>
                  </a:lnTo>
                  <a:lnTo>
                    <a:pt x="5485997" y="124243"/>
                  </a:lnTo>
                  <a:lnTo>
                    <a:pt x="5549150" y="143952"/>
                  </a:lnTo>
                  <a:lnTo>
                    <a:pt x="5607638" y="166013"/>
                  </a:lnTo>
                  <a:lnTo>
                    <a:pt x="5662357" y="190749"/>
                  </a:lnTo>
                  <a:lnTo>
                    <a:pt x="5714218" y="218466"/>
                  </a:lnTo>
                  <a:lnTo>
                    <a:pt x="5764074" y="249396"/>
                  </a:lnTo>
                  <a:lnTo>
                    <a:pt x="5784835" y="263534"/>
                  </a:lnTo>
                  <a:lnTo>
                    <a:pt x="5830432" y="297116"/>
                  </a:lnTo>
                  <a:lnTo>
                    <a:pt x="5875585" y="333698"/>
                  </a:lnTo>
                  <a:lnTo>
                    <a:pt x="5920671" y="373335"/>
                  </a:lnTo>
                  <a:lnTo>
                    <a:pt x="5965965" y="416004"/>
                  </a:lnTo>
                  <a:lnTo>
                    <a:pt x="6011651" y="461600"/>
                  </a:lnTo>
                  <a:lnTo>
                    <a:pt x="6057835" y="509923"/>
                  </a:lnTo>
                  <a:lnTo>
                    <a:pt x="6104549" y="560683"/>
                  </a:lnTo>
                  <a:lnTo>
                    <a:pt x="6151762" y="613494"/>
                  </a:lnTo>
                  <a:lnTo>
                    <a:pt x="6199389" y="667893"/>
                  </a:lnTo>
                  <a:lnTo>
                    <a:pt x="6247304" y="723347"/>
                  </a:lnTo>
                  <a:lnTo>
                    <a:pt x="6295351" y="779278"/>
                  </a:lnTo>
                  <a:lnTo>
                    <a:pt x="6343365" y="835089"/>
                  </a:lnTo>
                  <a:lnTo>
                    <a:pt x="6391181" y="890186"/>
                  </a:lnTo>
                  <a:lnTo>
                    <a:pt x="6438655" y="944006"/>
                  </a:lnTo>
                  <a:lnTo>
                    <a:pt x="6485674" y="996044"/>
                  </a:lnTo>
                  <a:lnTo>
                    <a:pt x="6532175" y="1045864"/>
                  </a:lnTo>
                  <a:lnTo>
                    <a:pt x="6578152" y="1093120"/>
                  </a:lnTo>
                  <a:lnTo>
                    <a:pt x="6623663" y="1137557"/>
                  </a:lnTo>
                  <a:lnTo>
                    <a:pt x="6668846" y="1179013"/>
                  </a:lnTo>
                  <a:lnTo>
                    <a:pt x="6713920" y="1217418"/>
                  </a:lnTo>
                  <a:lnTo>
                    <a:pt x="6759200" y="1252783"/>
                  </a:lnTo>
                  <a:lnTo>
                    <a:pt x="6786527" y="1272495"/>
                  </a:lnTo>
                  <a:lnTo>
                    <a:pt x="6835757" y="1304821"/>
                  </a:lnTo>
                  <a:lnTo>
                    <a:pt x="6886669" y="1333882"/>
                  </a:lnTo>
                  <a:lnTo>
                    <a:pt x="6940064" y="1359850"/>
                  </a:lnTo>
                  <a:lnTo>
                    <a:pt x="6996838" y="1383008"/>
                  </a:lnTo>
                  <a:lnTo>
                    <a:pt x="7057903" y="1403679"/>
                  </a:lnTo>
                  <a:lnTo>
                    <a:pt x="7124109" y="1422170"/>
                  </a:lnTo>
                  <a:lnTo>
                    <a:pt x="7196143" y="1438751"/>
                  </a:lnTo>
                  <a:lnTo>
                    <a:pt x="7274394" y="1453642"/>
                  </a:lnTo>
                  <a:lnTo>
                    <a:pt x="7358785" y="1467000"/>
                  </a:lnTo>
                  <a:lnTo>
                    <a:pt x="7448556" y="1478922"/>
                  </a:lnTo>
                  <a:lnTo>
                    <a:pt x="7542067" y="1489449"/>
                  </a:lnTo>
                  <a:lnTo>
                    <a:pt x="7636662" y="1498572"/>
                  </a:lnTo>
                  <a:lnTo>
                    <a:pt x="7728711" y="1506259"/>
                  </a:lnTo>
                  <a:lnTo>
                    <a:pt x="7813926" y="1512484"/>
                  </a:lnTo>
                  <a:lnTo>
                    <a:pt x="7887987" y="1517258"/>
                  </a:lnTo>
                  <a:lnTo>
                    <a:pt x="7947372" y="1520662"/>
                  </a:lnTo>
                  <a:lnTo>
                    <a:pt x="7990182" y="1522856"/>
                  </a:lnTo>
                  <a:lnTo>
                    <a:pt x="8016668" y="1524077"/>
                  </a:lnTo>
                  <a:lnTo>
                    <a:pt x="8029340" y="1524604"/>
                  </a:lnTo>
                  <a:lnTo>
                    <a:pt x="8032819" y="1524736"/>
                  </a:lnTo>
                  <a:lnTo>
                    <a:pt x="8554953" y="1524736"/>
                  </a:lnTo>
                  <a:lnTo>
                    <a:pt x="8554953" y="1513441"/>
                  </a:lnTo>
                  <a:lnTo>
                    <a:pt x="8032819" y="1513441"/>
                  </a:lnTo>
                  <a:lnTo>
                    <a:pt x="8031586" y="1513396"/>
                  </a:lnTo>
                  <a:lnTo>
                    <a:pt x="8023521" y="1513074"/>
                  </a:lnTo>
                  <a:lnTo>
                    <a:pt x="8003337" y="1512184"/>
                  </a:lnTo>
                  <a:lnTo>
                    <a:pt x="7967628" y="1510435"/>
                  </a:lnTo>
                  <a:lnTo>
                    <a:pt x="7915171" y="1507570"/>
                  </a:lnTo>
                  <a:lnTo>
                    <a:pt x="7846994" y="1503393"/>
                  </a:lnTo>
                  <a:lnTo>
                    <a:pt x="7766017" y="1497790"/>
                  </a:lnTo>
                  <a:lnTo>
                    <a:pt x="7676329" y="1490722"/>
                  </a:lnTo>
                  <a:lnTo>
                    <a:pt x="7582324" y="1482204"/>
                  </a:lnTo>
                  <a:lnTo>
                    <a:pt x="7487968" y="1472271"/>
                  </a:lnTo>
                  <a:lnTo>
                    <a:pt x="7396350" y="1460944"/>
                  </a:lnTo>
                  <a:lnTo>
                    <a:pt x="7309533" y="1448204"/>
                  </a:lnTo>
                  <a:lnTo>
                    <a:pt x="7228628" y="1433981"/>
                  </a:lnTo>
                  <a:lnTo>
                    <a:pt x="7153977" y="1418141"/>
                  </a:lnTo>
                  <a:lnTo>
                    <a:pt x="7085365" y="1400492"/>
                  </a:lnTo>
                  <a:lnTo>
                    <a:pt x="7022212" y="1380784"/>
                  </a:lnTo>
                  <a:lnTo>
                    <a:pt x="6963724" y="1358722"/>
                  </a:lnTo>
                  <a:lnTo>
                    <a:pt x="6909005" y="1333986"/>
                  </a:lnTo>
                  <a:lnTo>
                    <a:pt x="6857144" y="1306269"/>
                  </a:lnTo>
                  <a:lnTo>
                    <a:pt x="6807287" y="1275340"/>
                  </a:lnTo>
                  <a:lnTo>
                    <a:pt x="6786527" y="1261201"/>
                  </a:lnTo>
                  <a:lnTo>
                    <a:pt x="6740930" y="1227619"/>
                  </a:lnTo>
                  <a:lnTo>
                    <a:pt x="6695777" y="1191037"/>
                  </a:lnTo>
                  <a:lnTo>
                    <a:pt x="6650691" y="1151401"/>
                  </a:lnTo>
                  <a:lnTo>
                    <a:pt x="6605397" y="1108731"/>
                  </a:lnTo>
                  <a:lnTo>
                    <a:pt x="6559711" y="1063136"/>
                  </a:lnTo>
                  <a:lnTo>
                    <a:pt x="6513527" y="1014812"/>
                  </a:lnTo>
                  <a:lnTo>
                    <a:pt x="6466812" y="964052"/>
                  </a:lnTo>
                  <a:lnTo>
                    <a:pt x="6419600" y="911241"/>
                  </a:lnTo>
                  <a:lnTo>
                    <a:pt x="6371973" y="856842"/>
                  </a:lnTo>
                  <a:lnTo>
                    <a:pt x="6324058" y="801388"/>
                  </a:lnTo>
                  <a:lnTo>
                    <a:pt x="6276011" y="745457"/>
                  </a:lnTo>
                  <a:lnTo>
                    <a:pt x="6227997" y="689646"/>
                  </a:lnTo>
                  <a:lnTo>
                    <a:pt x="6180181" y="634550"/>
                  </a:lnTo>
                  <a:lnTo>
                    <a:pt x="6132707" y="580729"/>
                  </a:lnTo>
                  <a:lnTo>
                    <a:pt x="6085688" y="528692"/>
                  </a:lnTo>
                  <a:lnTo>
                    <a:pt x="6039186" y="478871"/>
                  </a:lnTo>
                  <a:lnTo>
                    <a:pt x="5993210" y="431615"/>
                  </a:lnTo>
                  <a:lnTo>
                    <a:pt x="5947699" y="387179"/>
                  </a:lnTo>
                  <a:lnTo>
                    <a:pt x="5902516" y="345722"/>
                  </a:lnTo>
                  <a:lnTo>
                    <a:pt x="5857442" y="307317"/>
                  </a:lnTo>
                  <a:lnTo>
                    <a:pt x="5812162" y="271953"/>
                  </a:lnTo>
                  <a:lnTo>
                    <a:pt x="5784835" y="252240"/>
                  </a:lnTo>
                  <a:lnTo>
                    <a:pt x="5735605" y="219914"/>
                  </a:lnTo>
                  <a:lnTo>
                    <a:pt x="5684693" y="190853"/>
                  </a:lnTo>
                  <a:lnTo>
                    <a:pt x="5631298" y="164885"/>
                  </a:lnTo>
                  <a:lnTo>
                    <a:pt x="5574524" y="141727"/>
                  </a:lnTo>
                  <a:lnTo>
                    <a:pt x="5513459" y="121056"/>
                  </a:lnTo>
                  <a:lnTo>
                    <a:pt x="5447253" y="102566"/>
                  </a:lnTo>
                  <a:lnTo>
                    <a:pt x="5375219" y="85984"/>
                  </a:lnTo>
                  <a:lnTo>
                    <a:pt x="5296968" y="71093"/>
                  </a:lnTo>
                  <a:lnTo>
                    <a:pt x="5212577" y="57735"/>
                  </a:lnTo>
                  <a:lnTo>
                    <a:pt x="5122806" y="45813"/>
                  </a:lnTo>
                  <a:lnTo>
                    <a:pt x="5029295" y="35287"/>
                  </a:lnTo>
                  <a:lnTo>
                    <a:pt x="4934700" y="26164"/>
                  </a:lnTo>
                  <a:lnTo>
                    <a:pt x="4842651" y="18476"/>
                  </a:lnTo>
                  <a:lnTo>
                    <a:pt x="4757436" y="12251"/>
                  </a:lnTo>
                  <a:lnTo>
                    <a:pt x="4683375" y="7477"/>
                  </a:lnTo>
                  <a:lnTo>
                    <a:pt x="4623990" y="4074"/>
                  </a:lnTo>
                  <a:lnTo>
                    <a:pt x="4581180" y="1879"/>
                  </a:lnTo>
                  <a:lnTo>
                    <a:pt x="4554694" y="658"/>
                  </a:lnTo>
                  <a:lnTo>
                    <a:pt x="4542022" y="131"/>
                  </a:lnTo>
                  <a:lnTo>
                    <a:pt x="4538543" y="0"/>
                  </a:lnTo>
                  <a:lnTo>
                    <a:pt x="4016409" y="0"/>
                  </a:lnTo>
                  <a:lnTo>
                    <a:pt x="4015140" y="5"/>
                  </a:lnTo>
                  <a:lnTo>
                    <a:pt x="4006842" y="43"/>
                  </a:lnTo>
                  <a:lnTo>
                    <a:pt x="3986098" y="149"/>
                  </a:lnTo>
                  <a:lnTo>
                    <a:pt x="3949451" y="358"/>
                  </a:lnTo>
                  <a:lnTo>
                    <a:pt x="3895724" y="699"/>
                  </a:lnTo>
                  <a:lnTo>
                    <a:pt x="3826073" y="1196"/>
                  </a:lnTo>
                  <a:lnTo>
                    <a:pt x="3743593" y="1861"/>
                  </a:lnTo>
                  <a:lnTo>
                    <a:pt x="3652539" y="2700"/>
                  </a:lnTo>
                  <a:lnTo>
                    <a:pt x="3557427" y="3709"/>
                  </a:lnTo>
                  <a:lnTo>
                    <a:pt x="3462279" y="4885"/>
                  </a:lnTo>
                  <a:lnTo>
                    <a:pt x="3370177" y="6225"/>
                  </a:lnTo>
                  <a:lnTo>
                    <a:pt x="3283141" y="7733"/>
                  </a:lnTo>
                  <a:lnTo>
                    <a:pt x="3202211" y="9417"/>
                  </a:lnTo>
                  <a:lnTo>
                    <a:pt x="3127659" y="11294"/>
                  </a:lnTo>
                  <a:lnTo>
                    <a:pt x="3059202" y="13389"/>
                  </a:lnTo>
                  <a:lnTo>
                    <a:pt x="2996203" y="15731"/>
                  </a:lnTo>
                  <a:lnTo>
                    <a:pt x="2937820" y="18357"/>
                  </a:lnTo>
                  <a:lnTo>
                    <a:pt x="2883124" y="21305"/>
                  </a:lnTo>
                  <a:lnTo>
                    <a:pt x="2831180" y="24611"/>
                  </a:lnTo>
                  <a:lnTo>
                    <a:pt x="2781131" y="28298"/>
                  </a:lnTo>
                  <a:lnTo>
                    <a:pt x="2770117" y="29177"/>
                  </a:lnTo>
                  <a:lnTo>
                    <a:pt x="2716039" y="33827"/>
                  </a:lnTo>
                  <a:lnTo>
                    <a:pt x="2662482" y="38969"/>
                  </a:lnTo>
                  <a:lnTo>
                    <a:pt x="2608862" y="44609"/>
                  </a:lnTo>
                  <a:lnTo>
                    <a:pt x="2554793" y="50735"/>
                  </a:lnTo>
                  <a:lnTo>
                    <a:pt x="2500052" y="57315"/>
                  </a:lnTo>
                  <a:lnTo>
                    <a:pt x="2444567" y="64295"/>
                  </a:lnTo>
                  <a:lnTo>
                    <a:pt x="2388393" y="71600"/>
                  </a:lnTo>
                  <a:lnTo>
                    <a:pt x="2331687" y="79138"/>
                  </a:lnTo>
                  <a:lnTo>
                    <a:pt x="2274682" y="86802"/>
                  </a:lnTo>
                  <a:lnTo>
                    <a:pt x="2217650" y="94476"/>
                  </a:lnTo>
                  <a:lnTo>
                    <a:pt x="2160867" y="102047"/>
                  </a:lnTo>
                  <a:lnTo>
                    <a:pt x="2104577" y="109404"/>
                  </a:lnTo>
                  <a:lnTo>
                    <a:pt x="2048954" y="116452"/>
                  </a:lnTo>
                  <a:lnTo>
                    <a:pt x="1994074" y="123112"/>
                  </a:lnTo>
                  <a:lnTo>
                    <a:pt x="1939889" y="129327"/>
                  </a:lnTo>
                  <a:lnTo>
                    <a:pt x="1886209" y="135061"/>
                  </a:lnTo>
                  <a:lnTo>
                    <a:pt x="1832678" y="140297"/>
                  </a:lnTo>
                  <a:lnTo>
                    <a:pt x="1778754" y="145040"/>
                  </a:lnTo>
                  <a:lnTo>
                    <a:pt x="1768425" y="145885"/>
                  </a:lnTo>
                  <a:lnTo>
                    <a:pt x="1718698" y="149659"/>
                  </a:lnTo>
                  <a:lnTo>
                    <a:pt x="1667248" y="153049"/>
                  </a:lnTo>
                  <a:lnTo>
                    <a:pt x="1613247" y="156074"/>
                  </a:lnTo>
                  <a:lnTo>
                    <a:pt x="1555772" y="158768"/>
                  </a:lnTo>
                  <a:lnTo>
                    <a:pt x="1493883" y="161171"/>
                  </a:lnTo>
                  <a:lnTo>
                    <a:pt x="1426712" y="163318"/>
                  </a:lnTo>
                  <a:lnTo>
                    <a:pt x="1353564" y="165242"/>
                  </a:lnTo>
                  <a:lnTo>
                    <a:pt x="1274061" y="166968"/>
                  </a:lnTo>
                  <a:lnTo>
                    <a:pt x="1188331" y="168514"/>
                  </a:lnTo>
                  <a:lnTo>
                    <a:pt x="1097225" y="169891"/>
                  </a:lnTo>
                  <a:lnTo>
                    <a:pt x="1002528" y="171104"/>
                  </a:lnTo>
                  <a:lnTo>
                    <a:pt x="907087" y="172150"/>
                  </a:lnTo>
                  <a:lnTo>
                    <a:pt x="814741" y="173027"/>
                  </a:lnTo>
                  <a:lnTo>
                    <a:pt x="729949" y="173732"/>
                  </a:lnTo>
                  <a:lnTo>
                    <a:pt x="657104" y="174265"/>
                  </a:lnTo>
                  <a:lnTo>
                    <a:pt x="599635" y="174640"/>
                  </a:lnTo>
                  <a:lnTo>
                    <a:pt x="559184" y="174875"/>
                  </a:lnTo>
                  <a:lnTo>
                    <a:pt x="535105" y="175001"/>
                  </a:lnTo>
                  <a:lnTo>
                    <a:pt x="524429" y="175052"/>
                  </a:lnTo>
                  <a:lnTo>
                    <a:pt x="522133" y="175062"/>
                  </a:lnTo>
                  <a:lnTo>
                    <a:pt x="0" y="175062"/>
                  </a:lnTo>
                  <a:close/>
                </a:path>
              </a:pathLst>
            </a:custGeom>
            <a:solidFill>
              <a:srgbClr val="F28E5B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1110" name="pl1110"/>
            <p:cNvSpPr/>
            <p:nvPr/>
          </p:nvSpPr>
          <p:spPr>
            <a:xfrm>
              <a:off x="386606" y="3602534"/>
              <a:ext cx="8554953" cy="1513441"/>
            </a:xfrm>
            <a:custGeom>
              <a:avLst/>
              <a:pathLst>
                <a:path w="8554953" h="1513441">
                  <a:moveTo>
                    <a:pt x="0" y="175062"/>
                  </a:moveTo>
                  <a:lnTo>
                    <a:pt x="522133" y="175062"/>
                  </a:lnTo>
                  <a:lnTo>
                    <a:pt x="523402" y="175056"/>
                  </a:lnTo>
                  <a:lnTo>
                    <a:pt x="531700" y="175018"/>
                  </a:lnTo>
                  <a:lnTo>
                    <a:pt x="552445" y="174912"/>
                  </a:lnTo>
                  <a:lnTo>
                    <a:pt x="589091" y="174704"/>
                  </a:lnTo>
                  <a:lnTo>
                    <a:pt x="642818" y="174362"/>
                  </a:lnTo>
                  <a:lnTo>
                    <a:pt x="712469" y="173866"/>
                  </a:lnTo>
                  <a:lnTo>
                    <a:pt x="794949" y="173200"/>
                  </a:lnTo>
                  <a:lnTo>
                    <a:pt x="886003" y="172361"/>
                  </a:lnTo>
                  <a:lnTo>
                    <a:pt x="981115" y="171352"/>
                  </a:lnTo>
                  <a:lnTo>
                    <a:pt x="1076263" y="170176"/>
                  </a:lnTo>
                  <a:lnTo>
                    <a:pt x="1168365" y="168836"/>
                  </a:lnTo>
                  <a:lnTo>
                    <a:pt x="1255402" y="167329"/>
                  </a:lnTo>
                  <a:lnTo>
                    <a:pt x="1336331" y="165644"/>
                  </a:lnTo>
                  <a:lnTo>
                    <a:pt x="1410883" y="163767"/>
                  </a:lnTo>
                  <a:lnTo>
                    <a:pt x="1479340" y="161672"/>
                  </a:lnTo>
                  <a:lnTo>
                    <a:pt x="1542340" y="159330"/>
                  </a:lnTo>
                  <a:lnTo>
                    <a:pt x="1600722" y="156704"/>
                  </a:lnTo>
                  <a:lnTo>
                    <a:pt x="1655418" y="153756"/>
                  </a:lnTo>
                  <a:lnTo>
                    <a:pt x="1707362" y="150451"/>
                  </a:lnTo>
                  <a:lnTo>
                    <a:pt x="1757411" y="146763"/>
                  </a:lnTo>
                  <a:lnTo>
                    <a:pt x="1768425" y="145885"/>
                  </a:lnTo>
                  <a:lnTo>
                    <a:pt x="1822503" y="141234"/>
                  </a:lnTo>
                  <a:lnTo>
                    <a:pt x="1876061" y="136092"/>
                  </a:lnTo>
                  <a:lnTo>
                    <a:pt x="1929680" y="130452"/>
                  </a:lnTo>
                  <a:lnTo>
                    <a:pt x="1983750" y="124326"/>
                  </a:lnTo>
                  <a:lnTo>
                    <a:pt x="2038490" y="117747"/>
                  </a:lnTo>
                  <a:lnTo>
                    <a:pt x="2093975" y="110767"/>
                  </a:lnTo>
                  <a:lnTo>
                    <a:pt x="2150149" y="103461"/>
                  </a:lnTo>
                  <a:lnTo>
                    <a:pt x="2206855" y="95923"/>
                  </a:lnTo>
                  <a:lnTo>
                    <a:pt x="2263861" y="88260"/>
                  </a:lnTo>
                  <a:lnTo>
                    <a:pt x="2320893" y="80585"/>
                  </a:lnTo>
                  <a:lnTo>
                    <a:pt x="2377675" y="73015"/>
                  </a:lnTo>
                  <a:lnTo>
                    <a:pt x="2433965" y="65658"/>
                  </a:lnTo>
                  <a:lnTo>
                    <a:pt x="2489588" y="58610"/>
                  </a:lnTo>
                  <a:lnTo>
                    <a:pt x="2544468" y="51949"/>
                  </a:lnTo>
                  <a:lnTo>
                    <a:pt x="2598653" y="45734"/>
                  </a:lnTo>
                  <a:lnTo>
                    <a:pt x="2652333" y="40000"/>
                  </a:lnTo>
                  <a:lnTo>
                    <a:pt x="2705864" y="34764"/>
                  </a:lnTo>
                  <a:lnTo>
                    <a:pt x="2759789" y="30021"/>
                  </a:lnTo>
                  <a:lnTo>
                    <a:pt x="2770117" y="29177"/>
                  </a:lnTo>
                  <a:lnTo>
                    <a:pt x="2819844" y="25402"/>
                  </a:lnTo>
                  <a:lnTo>
                    <a:pt x="2871294" y="22013"/>
                  </a:lnTo>
                  <a:lnTo>
                    <a:pt x="2925295" y="18988"/>
                  </a:lnTo>
                  <a:lnTo>
                    <a:pt x="2982770" y="16293"/>
                  </a:lnTo>
                  <a:lnTo>
                    <a:pt x="3044659" y="13890"/>
                  </a:lnTo>
                  <a:lnTo>
                    <a:pt x="3111830" y="11743"/>
                  </a:lnTo>
                  <a:lnTo>
                    <a:pt x="3184979" y="9819"/>
                  </a:lnTo>
                  <a:lnTo>
                    <a:pt x="3264481" y="8094"/>
                  </a:lnTo>
                  <a:lnTo>
                    <a:pt x="3350211" y="6548"/>
                  </a:lnTo>
                  <a:lnTo>
                    <a:pt x="3441317" y="5170"/>
                  </a:lnTo>
                  <a:lnTo>
                    <a:pt x="3536014" y="3958"/>
                  </a:lnTo>
                  <a:lnTo>
                    <a:pt x="3631455" y="2911"/>
                  </a:lnTo>
                  <a:lnTo>
                    <a:pt x="3723801" y="2034"/>
                  </a:lnTo>
                  <a:lnTo>
                    <a:pt x="3808593" y="1330"/>
                  </a:lnTo>
                  <a:lnTo>
                    <a:pt x="3881439" y="796"/>
                  </a:lnTo>
                  <a:lnTo>
                    <a:pt x="3938907" y="422"/>
                  </a:lnTo>
                  <a:lnTo>
                    <a:pt x="3979358" y="186"/>
                  </a:lnTo>
                  <a:lnTo>
                    <a:pt x="4003437" y="60"/>
                  </a:lnTo>
                  <a:lnTo>
                    <a:pt x="4014114" y="9"/>
                  </a:lnTo>
                  <a:lnTo>
                    <a:pt x="4016394" y="0"/>
                  </a:lnTo>
                  <a:lnTo>
                    <a:pt x="4016409" y="0"/>
                  </a:lnTo>
                  <a:lnTo>
                    <a:pt x="4538543" y="0"/>
                  </a:lnTo>
                  <a:lnTo>
                    <a:pt x="4539776" y="45"/>
                  </a:lnTo>
                  <a:lnTo>
                    <a:pt x="4547841" y="367"/>
                  </a:lnTo>
                  <a:lnTo>
                    <a:pt x="4568025" y="1257"/>
                  </a:lnTo>
                  <a:lnTo>
                    <a:pt x="4603734" y="3005"/>
                  </a:lnTo>
                  <a:lnTo>
                    <a:pt x="4656190" y="5871"/>
                  </a:lnTo>
                  <a:lnTo>
                    <a:pt x="4724368" y="10048"/>
                  </a:lnTo>
                  <a:lnTo>
                    <a:pt x="4805344" y="15651"/>
                  </a:lnTo>
                  <a:lnTo>
                    <a:pt x="4895033" y="22719"/>
                  </a:lnTo>
                  <a:lnTo>
                    <a:pt x="4989038" y="31237"/>
                  </a:lnTo>
                  <a:lnTo>
                    <a:pt x="5083394" y="41170"/>
                  </a:lnTo>
                  <a:lnTo>
                    <a:pt x="5175012" y="52497"/>
                  </a:lnTo>
                  <a:lnTo>
                    <a:pt x="5261829" y="65237"/>
                  </a:lnTo>
                  <a:lnTo>
                    <a:pt x="5342734" y="79460"/>
                  </a:lnTo>
                  <a:lnTo>
                    <a:pt x="5417385" y="95300"/>
                  </a:lnTo>
                  <a:lnTo>
                    <a:pt x="5485997" y="112949"/>
                  </a:lnTo>
                  <a:lnTo>
                    <a:pt x="5549150" y="132657"/>
                  </a:lnTo>
                  <a:lnTo>
                    <a:pt x="5607638" y="154719"/>
                  </a:lnTo>
                  <a:lnTo>
                    <a:pt x="5662357" y="179455"/>
                  </a:lnTo>
                  <a:lnTo>
                    <a:pt x="5714218" y="207171"/>
                  </a:lnTo>
                  <a:lnTo>
                    <a:pt x="5764074" y="238101"/>
                  </a:lnTo>
                  <a:lnTo>
                    <a:pt x="5784835" y="252240"/>
                  </a:lnTo>
                  <a:lnTo>
                    <a:pt x="5830432" y="285822"/>
                  </a:lnTo>
                  <a:lnTo>
                    <a:pt x="5875585" y="322404"/>
                  </a:lnTo>
                  <a:lnTo>
                    <a:pt x="5920671" y="362040"/>
                  </a:lnTo>
                  <a:lnTo>
                    <a:pt x="5965965" y="404709"/>
                  </a:lnTo>
                  <a:lnTo>
                    <a:pt x="6011651" y="450305"/>
                  </a:lnTo>
                  <a:lnTo>
                    <a:pt x="6057835" y="498629"/>
                  </a:lnTo>
                  <a:lnTo>
                    <a:pt x="6104549" y="549389"/>
                  </a:lnTo>
                  <a:lnTo>
                    <a:pt x="6151762" y="602200"/>
                  </a:lnTo>
                  <a:lnTo>
                    <a:pt x="6199389" y="656599"/>
                  </a:lnTo>
                  <a:lnTo>
                    <a:pt x="6247304" y="712053"/>
                  </a:lnTo>
                  <a:lnTo>
                    <a:pt x="6295351" y="767984"/>
                  </a:lnTo>
                  <a:lnTo>
                    <a:pt x="6343365" y="823795"/>
                  </a:lnTo>
                  <a:lnTo>
                    <a:pt x="6391181" y="878891"/>
                  </a:lnTo>
                  <a:lnTo>
                    <a:pt x="6438655" y="932712"/>
                  </a:lnTo>
                  <a:lnTo>
                    <a:pt x="6485674" y="984749"/>
                  </a:lnTo>
                  <a:lnTo>
                    <a:pt x="6532175" y="1034570"/>
                  </a:lnTo>
                  <a:lnTo>
                    <a:pt x="6578152" y="1081826"/>
                  </a:lnTo>
                  <a:lnTo>
                    <a:pt x="6623663" y="1126262"/>
                  </a:lnTo>
                  <a:lnTo>
                    <a:pt x="6668846" y="1167719"/>
                  </a:lnTo>
                  <a:lnTo>
                    <a:pt x="6713920" y="1206124"/>
                  </a:lnTo>
                  <a:lnTo>
                    <a:pt x="6759200" y="1241488"/>
                  </a:lnTo>
                  <a:lnTo>
                    <a:pt x="6786527" y="1261201"/>
                  </a:lnTo>
                  <a:lnTo>
                    <a:pt x="6835757" y="1293527"/>
                  </a:lnTo>
                  <a:lnTo>
                    <a:pt x="6886669" y="1322588"/>
                  </a:lnTo>
                  <a:lnTo>
                    <a:pt x="6940064" y="1348555"/>
                  </a:lnTo>
                  <a:lnTo>
                    <a:pt x="6996838" y="1371714"/>
                  </a:lnTo>
                  <a:lnTo>
                    <a:pt x="7057903" y="1392384"/>
                  </a:lnTo>
                  <a:lnTo>
                    <a:pt x="7124109" y="1410875"/>
                  </a:lnTo>
                  <a:lnTo>
                    <a:pt x="7196143" y="1427457"/>
                  </a:lnTo>
                  <a:lnTo>
                    <a:pt x="7274394" y="1442347"/>
                  </a:lnTo>
                  <a:lnTo>
                    <a:pt x="7358785" y="1455705"/>
                  </a:lnTo>
                  <a:lnTo>
                    <a:pt x="7448556" y="1467628"/>
                  </a:lnTo>
                  <a:lnTo>
                    <a:pt x="7542067" y="1478154"/>
                  </a:lnTo>
                  <a:lnTo>
                    <a:pt x="7636662" y="1487277"/>
                  </a:lnTo>
                  <a:lnTo>
                    <a:pt x="7728711" y="1494965"/>
                  </a:lnTo>
                  <a:lnTo>
                    <a:pt x="7813926" y="1501190"/>
                  </a:lnTo>
                  <a:lnTo>
                    <a:pt x="7887987" y="1505964"/>
                  </a:lnTo>
                  <a:lnTo>
                    <a:pt x="7947372" y="1509367"/>
                  </a:lnTo>
                  <a:lnTo>
                    <a:pt x="7990182" y="1511562"/>
                  </a:lnTo>
                  <a:lnTo>
                    <a:pt x="8016668" y="1512783"/>
                  </a:lnTo>
                  <a:lnTo>
                    <a:pt x="8029340" y="1513310"/>
                  </a:lnTo>
                  <a:lnTo>
                    <a:pt x="8032721" y="1513438"/>
                  </a:lnTo>
                  <a:lnTo>
                    <a:pt x="8032819" y="1513441"/>
                  </a:lnTo>
                  <a:lnTo>
                    <a:pt x="8554953" y="1513441"/>
                  </a:lnTo>
                  <a:lnTo>
                    <a:pt x="8554953" y="1513441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111" name="pl1111"/>
            <p:cNvSpPr/>
            <p:nvPr/>
          </p:nvSpPr>
          <p:spPr>
            <a:xfrm>
              <a:off x="386606" y="3591240"/>
              <a:ext cx="8554953" cy="1513441"/>
            </a:xfrm>
            <a:custGeom>
              <a:avLst/>
              <a:pathLst>
                <a:path w="8554953" h="1513441">
                  <a:moveTo>
                    <a:pt x="8554953" y="1513441"/>
                  </a:moveTo>
                  <a:lnTo>
                    <a:pt x="8032819" y="1513441"/>
                  </a:lnTo>
                  <a:lnTo>
                    <a:pt x="8031586" y="1513396"/>
                  </a:lnTo>
                  <a:lnTo>
                    <a:pt x="8023521" y="1513074"/>
                  </a:lnTo>
                  <a:lnTo>
                    <a:pt x="8003337" y="1512184"/>
                  </a:lnTo>
                  <a:lnTo>
                    <a:pt x="7967628" y="1510435"/>
                  </a:lnTo>
                  <a:lnTo>
                    <a:pt x="7915171" y="1507570"/>
                  </a:lnTo>
                  <a:lnTo>
                    <a:pt x="7846994" y="1503393"/>
                  </a:lnTo>
                  <a:lnTo>
                    <a:pt x="7766017" y="1497790"/>
                  </a:lnTo>
                  <a:lnTo>
                    <a:pt x="7676329" y="1490722"/>
                  </a:lnTo>
                  <a:lnTo>
                    <a:pt x="7582324" y="1482204"/>
                  </a:lnTo>
                  <a:lnTo>
                    <a:pt x="7487968" y="1472271"/>
                  </a:lnTo>
                  <a:lnTo>
                    <a:pt x="7396350" y="1460944"/>
                  </a:lnTo>
                  <a:lnTo>
                    <a:pt x="7309533" y="1448204"/>
                  </a:lnTo>
                  <a:lnTo>
                    <a:pt x="7228628" y="1433981"/>
                  </a:lnTo>
                  <a:lnTo>
                    <a:pt x="7153977" y="1418141"/>
                  </a:lnTo>
                  <a:lnTo>
                    <a:pt x="7085365" y="1400492"/>
                  </a:lnTo>
                  <a:lnTo>
                    <a:pt x="7022212" y="1380784"/>
                  </a:lnTo>
                  <a:lnTo>
                    <a:pt x="6963724" y="1358722"/>
                  </a:lnTo>
                  <a:lnTo>
                    <a:pt x="6909005" y="1333986"/>
                  </a:lnTo>
                  <a:lnTo>
                    <a:pt x="6857144" y="1306269"/>
                  </a:lnTo>
                  <a:lnTo>
                    <a:pt x="6807287" y="1275340"/>
                  </a:lnTo>
                  <a:lnTo>
                    <a:pt x="6786527" y="1261201"/>
                  </a:lnTo>
                  <a:lnTo>
                    <a:pt x="6740930" y="1227619"/>
                  </a:lnTo>
                  <a:lnTo>
                    <a:pt x="6695777" y="1191037"/>
                  </a:lnTo>
                  <a:lnTo>
                    <a:pt x="6650691" y="1151401"/>
                  </a:lnTo>
                  <a:lnTo>
                    <a:pt x="6605397" y="1108731"/>
                  </a:lnTo>
                  <a:lnTo>
                    <a:pt x="6559711" y="1063136"/>
                  </a:lnTo>
                  <a:lnTo>
                    <a:pt x="6513527" y="1014812"/>
                  </a:lnTo>
                  <a:lnTo>
                    <a:pt x="6466812" y="964052"/>
                  </a:lnTo>
                  <a:lnTo>
                    <a:pt x="6419600" y="911241"/>
                  </a:lnTo>
                  <a:lnTo>
                    <a:pt x="6371973" y="856842"/>
                  </a:lnTo>
                  <a:lnTo>
                    <a:pt x="6324058" y="801388"/>
                  </a:lnTo>
                  <a:lnTo>
                    <a:pt x="6276011" y="745457"/>
                  </a:lnTo>
                  <a:lnTo>
                    <a:pt x="6227997" y="689646"/>
                  </a:lnTo>
                  <a:lnTo>
                    <a:pt x="6180181" y="634550"/>
                  </a:lnTo>
                  <a:lnTo>
                    <a:pt x="6132707" y="580729"/>
                  </a:lnTo>
                  <a:lnTo>
                    <a:pt x="6085688" y="528692"/>
                  </a:lnTo>
                  <a:lnTo>
                    <a:pt x="6039186" y="478871"/>
                  </a:lnTo>
                  <a:lnTo>
                    <a:pt x="5993210" y="431615"/>
                  </a:lnTo>
                  <a:lnTo>
                    <a:pt x="5947699" y="387179"/>
                  </a:lnTo>
                  <a:lnTo>
                    <a:pt x="5902516" y="345722"/>
                  </a:lnTo>
                  <a:lnTo>
                    <a:pt x="5857442" y="307317"/>
                  </a:lnTo>
                  <a:lnTo>
                    <a:pt x="5812162" y="271953"/>
                  </a:lnTo>
                  <a:lnTo>
                    <a:pt x="5784835" y="252240"/>
                  </a:lnTo>
                  <a:lnTo>
                    <a:pt x="5735605" y="219914"/>
                  </a:lnTo>
                  <a:lnTo>
                    <a:pt x="5684693" y="190853"/>
                  </a:lnTo>
                  <a:lnTo>
                    <a:pt x="5631298" y="164885"/>
                  </a:lnTo>
                  <a:lnTo>
                    <a:pt x="5574524" y="141727"/>
                  </a:lnTo>
                  <a:lnTo>
                    <a:pt x="5513459" y="121056"/>
                  </a:lnTo>
                  <a:lnTo>
                    <a:pt x="5447253" y="102566"/>
                  </a:lnTo>
                  <a:lnTo>
                    <a:pt x="5375219" y="85984"/>
                  </a:lnTo>
                  <a:lnTo>
                    <a:pt x="5296968" y="71093"/>
                  </a:lnTo>
                  <a:lnTo>
                    <a:pt x="5212577" y="57735"/>
                  </a:lnTo>
                  <a:lnTo>
                    <a:pt x="5122806" y="45813"/>
                  </a:lnTo>
                  <a:lnTo>
                    <a:pt x="5029295" y="35287"/>
                  </a:lnTo>
                  <a:lnTo>
                    <a:pt x="4934700" y="26164"/>
                  </a:lnTo>
                  <a:lnTo>
                    <a:pt x="4842651" y="18476"/>
                  </a:lnTo>
                  <a:lnTo>
                    <a:pt x="4757436" y="12251"/>
                  </a:lnTo>
                  <a:lnTo>
                    <a:pt x="4683375" y="7477"/>
                  </a:lnTo>
                  <a:lnTo>
                    <a:pt x="4623990" y="4074"/>
                  </a:lnTo>
                  <a:lnTo>
                    <a:pt x="4581180" y="1879"/>
                  </a:lnTo>
                  <a:lnTo>
                    <a:pt x="4554694" y="658"/>
                  </a:lnTo>
                  <a:lnTo>
                    <a:pt x="4542022" y="131"/>
                  </a:lnTo>
                  <a:lnTo>
                    <a:pt x="4538641" y="3"/>
                  </a:lnTo>
                  <a:lnTo>
                    <a:pt x="4538543" y="0"/>
                  </a:lnTo>
                  <a:lnTo>
                    <a:pt x="4016409" y="0"/>
                  </a:lnTo>
                  <a:lnTo>
                    <a:pt x="4015140" y="5"/>
                  </a:lnTo>
                  <a:lnTo>
                    <a:pt x="4006842" y="43"/>
                  </a:lnTo>
                  <a:lnTo>
                    <a:pt x="3986098" y="149"/>
                  </a:lnTo>
                  <a:lnTo>
                    <a:pt x="3949451" y="358"/>
                  </a:lnTo>
                  <a:lnTo>
                    <a:pt x="3895724" y="699"/>
                  </a:lnTo>
                  <a:lnTo>
                    <a:pt x="3826073" y="1196"/>
                  </a:lnTo>
                  <a:lnTo>
                    <a:pt x="3743593" y="1861"/>
                  </a:lnTo>
                  <a:lnTo>
                    <a:pt x="3652539" y="2700"/>
                  </a:lnTo>
                  <a:lnTo>
                    <a:pt x="3557427" y="3709"/>
                  </a:lnTo>
                  <a:lnTo>
                    <a:pt x="3462279" y="4885"/>
                  </a:lnTo>
                  <a:lnTo>
                    <a:pt x="3370177" y="6225"/>
                  </a:lnTo>
                  <a:lnTo>
                    <a:pt x="3283141" y="7733"/>
                  </a:lnTo>
                  <a:lnTo>
                    <a:pt x="3202211" y="9417"/>
                  </a:lnTo>
                  <a:lnTo>
                    <a:pt x="3127659" y="11294"/>
                  </a:lnTo>
                  <a:lnTo>
                    <a:pt x="3059202" y="13389"/>
                  </a:lnTo>
                  <a:lnTo>
                    <a:pt x="2996203" y="15731"/>
                  </a:lnTo>
                  <a:lnTo>
                    <a:pt x="2937820" y="18357"/>
                  </a:lnTo>
                  <a:lnTo>
                    <a:pt x="2883124" y="21305"/>
                  </a:lnTo>
                  <a:lnTo>
                    <a:pt x="2831180" y="24611"/>
                  </a:lnTo>
                  <a:lnTo>
                    <a:pt x="2781131" y="28298"/>
                  </a:lnTo>
                  <a:lnTo>
                    <a:pt x="2770117" y="29177"/>
                  </a:lnTo>
                  <a:lnTo>
                    <a:pt x="2716039" y="33827"/>
                  </a:lnTo>
                  <a:lnTo>
                    <a:pt x="2662482" y="38969"/>
                  </a:lnTo>
                  <a:lnTo>
                    <a:pt x="2608862" y="44609"/>
                  </a:lnTo>
                  <a:lnTo>
                    <a:pt x="2554793" y="50735"/>
                  </a:lnTo>
                  <a:lnTo>
                    <a:pt x="2500052" y="57315"/>
                  </a:lnTo>
                  <a:lnTo>
                    <a:pt x="2444567" y="64295"/>
                  </a:lnTo>
                  <a:lnTo>
                    <a:pt x="2388393" y="71600"/>
                  </a:lnTo>
                  <a:lnTo>
                    <a:pt x="2331687" y="79138"/>
                  </a:lnTo>
                  <a:lnTo>
                    <a:pt x="2274682" y="86802"/>
                  </a:lnTo>
                  <a:lnTo>
                    <a:pt x="2217650" y="94476"/>
                  </a:lnTo>
                  <a:lnTo>
                    <a:pt x="2160867" y="102047"/>
                  </a:lnTo>
                  <a:lnTo>
                    <a:pt x="2104577" y="109404"/>
                  </a:lnTo>
                  <a:lnTo>
                    <a:pt x="2048954" y="116452"/>
                  </a:lnTo>
                  <a:lnTo>
                    <a:pt x="1994074" y="123112"/>
                  </a:lnTo>
                  <a:lnTo>
                    <a:pt x="1939889" y="129327"/>
                  </a:lnTo>
                  <a:lnTo>
                    <a:pt x="1886209" y="135061"/>
                  </a:lnTo>
                  <a:lnTo>
                    <a:pt x="1832678" y="140297"/>
                  </a:lnTo>
                  <a:lnTo>
                    <a:pt x="1778754" y="145040"/>
                  </a:lnTo>
                  <a:lnTo>
                    <a:pt x="1768425" y="145885"/>
                  </a:lnTo>
                  <a:lnTo>
                    <a:pt x="1718698" y="149659"/>
                  </a:lnTo>
                  <a:lnTo>
                    <a:pt x="1667248" y="153049"/>
                  </a:lnTo>
                  <a:lnTo>
                    <a:pt x="1613247" y="156074"/>
                  </a:lnTo>
                  <a:lnTo>
                    <a:pt x="1555772" y="158768"/>
                  </a:lnTo>
                  <a:lnTo>
                    <a:pt x="1493883" y="161171"/>
                  </a:lnTo>
                  <a:lnTo>
                    <a:pt x="1426712" y="163318"/>
                  </a:lnTo>
                  <a:lnTo>
                    <a:pt x="1353564" y="165242"/>
                  </a:lnTo>
                  <a:lnTo>
                    <a:pt x="1274061" y="166968"/>
                  </a:lnTo>
                  <a:lnTo>
                    <a:pt x="1188331" y="168514"/>
                  </a:lnTo>
                  <a:lnTo>
                    <a:pt x="1097225" y="169891"/>
                  </a:lnTo>
                  <a:lnTo>
                    <a:pt x="1002528" y="171104"/>
                  </a:lnTo>
                  <a:lnTo>
                    <a:pt x="907087" y="172150"/>
                  </a:lnTo>
                  <a:lnTo>
                    <a:pt x="814741" y="173027"/>
                  </a:lnTo>
                  <a:lnTo>
                    <a:pt x="729949" y="173732"/>
                  </a:lnTo>
                  <a:lnTo>
                    <a:pt x="657104" y="174265"/>
                  </a:lnTo>
                  <a:lnTo>
                    <a:pt x="599635" y="174640"/>
                  </a:lnTo>
                  <a:lnTo>
                    <a:pt x="559184" y="174875"/>
                  </a:lnTo>
                  <a:lnTo>
                    <a:pt x="535105" y="175001"/>
                  </a:lnTo>
                  <a:lnTo>
                    <a:pt x="524429" y="175052"/>
                  </a:lnTo>
                  <a:lnTo>
                    <a:pt x="522148" y="175062"/>
                  </a:lnTo>
                  <a:lnTo>
                    <a:pt x="522133" y="175062"/>
                  </a:lnTo>
                  <a:lnTo>
                    <a:pt x="0" y="175062"/>
                  </a:lnTo>
                  <a:lnTo>
                    <a:pt x="0" y="175062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112" name="pg1112"/>
            <p:cNvSpPr/>
            <p:nvPr/>
          </p:nvSpPr>
          <p:spPr>
            <a:xfrm>
              <a:off x="386606" y="1479198"/>
              <a:ext cx="8554953" cy="2800996"/>
            </a:xfrm>
            <a:custGeom>
              <a:avLst/>
              <a:pathLst>
                <a:path w="8554953" h="2800996">
                  <a:moveTo>
                    <a:pt x="0" y="2800996"/>
                  </a:moveTo>
                  <a:lnTo>
                    <a:pt x="522133" y="2800996"/>
                  </a:lnTo>
                  <a:lnTo>
                    <a:pt x="523346" y="2800941"/>
                  </a:lnTo>
                  <a:lnTo>
                    <a:pt x="531286" y="2800545"/>
                  </a:lnTo>
                  <a:lnTo>
                    <a:pt x="551166" y="2799451"/>
                  </a:lnTo>
                  <a:lnTo>
                    <a:pt x="586366" y="2797301"/>
                  </a:lnTo>
                  <a:lnTo>
                    <a:pt x="638131" y="2793776"/>
                  </a:lnTo>
                  <a:lnTo>
                    <a:pt x="705502" y="2788635"/>
                  </a:lnTo>
                  <a:lnTo>
                    <a:pt x="785652" y="2781733"/>
                  </a:lnTo>
                  <a:lnTo>
                    <a:pt x="874585" y="2773021"/>
                  </a:lnTo>
                  <a:lnTo>
                    <a:pt x="967972" y="2762515"/>
                  </a:lnTo>
                  <a:lnTo>
                    <a:pt x="1061881" y="2750257"/>
                  </a:lnTo>
                  <a:lnTo>
                    <a:pt x="1153221" y="2736274"/>
                  </a:lnTo>
                  <a:lnTo>
                    <a:pt x="1239906" y="2720549"/>
                  </a:lnTo>
                  <a:lnTo>
                    <a:pt x="1320789" y="2702996"/>
                  </a:lnTo>
                  <a:lnTo>
                    <a:pt x="1395489" y="2683460"/>
                  </a:lnTo>
                  <a:lnTo>
                    <a:pt x="1464184" y="2661708"/>
                  </a:lnTo>
                  <a:lnTo>
                    <a:pt x="1527423" y="2637437"/>
                  </a:lnTo>
                  <a:lnTo>
                    <a:pt x="1585973" y="2610290"/>
                  </a:lnTo>
                  <a:lnTo>
                    <a:pt x="1640712" y="2579875"/>
                  </a:lnTo>
                  <a:lnTo>
                    <a:pt x="1692537" y="2545808"/>
                  </a:lnTo>
                  <a:lnTo>
                    <a:pt x="1742296" y="2507790"/>
                  </a:lnTo>
                  <a:lnTo>
                    <a:pt x="1768425" y="2485696"/>
                  </a:lnTo>
                  <a:lnTo>
                    <a:pt x="1811283" y="2446361"/>
                  </a:lnTo>
                  <a:lnTo>
                    <a:pt x="1853726" y="2403722"/>
                  </a:lnTo>
                  <a:lnTo>
                    <a:pt x="1896076" y="2357714"/>
                  </a:lnTo>
                  <a:lnTo>
                    <a:pt x="1938572" y="2308348"/>
                  </a:lnTo>
                  <a:lnTo>
                    <a:pt x="1981383" y="2255714"/>
                  </a:lnTo>
                  <a:lnTo>
                    <a:pt x="2024613" y="2199992"/>
                  </a:lnTo>
                  <a:lnTo>
                    <a:pt x="2068308" y="2141453"/>
                  </a:lnTo>
                  <a:lnTo>
                    <a:pt x="2112462" y="2080457"/>
                  </a:lnTo>
                  <a:lnTo>
                    <a:pt x="2157023" y="2017450"/>
                  </a:lnTo>
                  <a:lnTo>
                    <a:pt x="2201903" y="1952952"/>
                  </a:lnTo>
                  <a:lnTo>
                    <a:pt x="2246985" y="1887536"/>
                  </a:lnTo>
                  <a:lnTo>
                    <a:pt x="2292136" y="1821813"/>
                  </a:lnTo>
                  <a:lnTo>
                    <a:pt x="2337216" y="1756405"/>
                  </a:lnTo>
                  <a:lnTo>
                    <a:pt x="2382093" y="1691922"/>
                  </a:lnTo>
                  <a:lnTo>
                    <a:pt x="2426649" y="1628938"/>
                  </a:lnTo>
                  <a:lnTo>
                    <a:pt x="2470797" y="1567971"/>
                  </a:lnTo>
                  <a:lnTo>
                    <a:pt x="2514486" y="1509465"/>
                  </a:lnTo>
                  <a:lnTo>
                    <a:pt x="2557710" y="1453781"/>
                  </a:lnTo>
                  <a:lnTo>
                    <a:pt x="2600517" y="1401188"/>
                  </a:lnTo>
                  <a:lnTo>
                    <a:pt x="2643010" y="1351865"/>
                  </a:lnTo>
                  <a:lnTo>
                    <a:pt x="2685359" y="1305901"/>
                  </a:lnTo>
                  <a:lnTo>
                    <a:pt x="2727805" y="1263304"/>
                  </a:lnTo>
                  <a:lnTo>
                    <a:pt x="2770117" y="1224494"/>
                  </a:lnTo>
                  <a:lnTo>
                    <a:pt x="2819075" y="1184297"/>
                  </a:lnTo>
                  <a:lnTo>
                    <a:pt x="2869691" y="1148136"/>
                  </a:lnTo>
                  <a:lnTo>
                    <a:pt x="2922755" y="1115804"/>
                  </a:lnTo>
                  <a:lnTo>
                    <a:pt x="2979146" y="1086950"/>
                  </a:lnTo>
                  <a:lnTo>
                    <a:pt x="3039762" y="1061183"/>
                  </a:lnTo>
                  <a:lnTo>
                    <a:pt x="3105442" y="1038119"/>
                  </a:lnTo>
                  <a:lnTo>
                    <a:pt x="3176867" y="1017426"/>
                  </a:lnTo>
                  <a:lnTo>
                    <a:pt x="3254437" y="998833"/>
                  </a:lnTo>
                  <a:lnTo>
                    <a:pt x="3338094" y="982142"/>
                  </a:lnTo>
                  <a:lnTo>
                    <a:pt x="3427131" y="967229"/>
                  </a:lnTo>
                  <a:lnTo>
                    <a:pt x="3519981" y="954044"/>
                  </a:lnTo>
                  <a:lnTo>
                    <a:pt x="3614090" y="942592"/>
                  </a:lnTo>
                  <a:lnTo>
                    <a:pt x="3705942" y="932911"/>
                  </a:lnTo>
                  <a:lnTo>
                    <a:pt x="3791346" y="925038"/>
                  </a:lnTo>
                  <a:lnTo>
                    <a:pt x="3866025" y="918963"/>
                  </a:lnTo>
                  <a:lnTo>
                    <a:pt x="3926423" y="914594"/>
                  </a:lnTo>
                  <a:lnTo>
                    <a:pt x="3970508" y="911742"/>
                  </a:lnTo>
                  <a:lnTo>
                    <a:pt x="3998326" y="910123"/>
                  </a:lnTo>
                  <a:lnTo>
                    <a:pt x="4012139" y="909397"/>
                  </a:lnTo>
                  <a:lnTo>
                    <a:pt x="4016216" y="909203"/>
                  </a:lnTo>
                  <a:lnTo>
                    <a:pt x="4016409" y="909194"/>
                  </a:lnTo>
                  <a:lnTo>
                    <a:pt x="4538543" y="909194"/>
                  </a:lnTo>
                  <a:lnTo>
                    <a:pt x="4539799" y="909167"/>
                  </a:lnTo>
                  <a:lnTo>
                    <a:pt x="4548014" y="908971"/>
                  </a:lnTo>
                  <a:lnTo>
                    <a:pt x="4568560" y="908429"/>
                  </a:lnTo>
                  <a:lnTo>
                    <a:pt x="4604874" y="907364"/>
                  </a:lnTo>
                  <a:lnTo>
                    <a:pt x="4658150" y="905621"/>
                  </a:lnTo>
                  <a:lnTo>
                    <a:pt x="4727280" y="903082"/>
                  </a:lnTo>
                  <a:lnTo>
                    <a:pt x="4809229" y="899679"/>
                  </a:lnTo>
                  <a:lnTo>
                    <a:pt x="4899802" y="895389"/>
                  </a:lnTo>
                  <a:lnTo>
                    <a:pt x="4994526" y="890224"/>
                  </a:lnTo>
                  <a:lnTo>
                    <a:pt x="5089398" y="884205"/>
                  </a:lnTo>
                  <a:lnTo>
                    <a:pt x="5181332" y="877342"/>
                  </a:lnTo>
                  <a:lnTo>
                    <a:pt x="5268294" y="869623"/>
                  </a:lnTo>
                  <a:lnTo>
                    <a:pt x="5349217" y="861002"/>
                  </a:lnTo>
                  <a:lnTo>
                    <a:pt x="5423805" y="851396"/>
                  </a:lnTo>
                  <a:lnTo>
                    <a:pt x="5492318" y="840682"/>
                  </a:lnTo>
                  <a:lnTo>
                    <a:pt x="5555371" y="828708"/>
                  </a:lnTo>
                  <a:lnTo>
                    <a:pt x="5613789" y="815290"/>
                  </a:lnTo>
                  <a:lnTo>
                    <a:pt x="5668492" y="800235"/>
                  </a:lnTo>
                  <a:lnTo>
                    <a:pt x="5720404" y="783357"/>
                  </a:lnTo>
                  <a:lnTo>
                    <a:pt x="5770383" y="764525"/>
                  </a:lnTo>
                  <a:lnTo>
                    <a:pt x="5784835" y="758603"/>
                  </a:lnTo>
                  <a:lnTo>
                    <a:pt x="5835091" y="736390"/>
                  </a:lnTo>
                  <a:lnTo>
                    <a:pt x="5884858" y="711994"/>
                  </a:lnTo>
                  <a:lnTo>
                    <a:pt x="5934619" y="685379"/>
                  </a:lnTo>
                  <a:lnTo>
                    <a:pt x="5984712" y="656579"/>
                  </a:lnTo>
                  <a:lnTo>
                    <a:pt x="6035344" y="625707"/>
                  </a:lnTo>
                  <a:lnTo>
                    <a:pt x="6086611" y="592955"/>
                  </a:lnTo>
                  <a:lnTo>
                    <a:pt x="6138507" y="558601"/>
                  </a:lnTo>
                  <a:lnTo>
                    <a:pt x="6190939" y="522995"/>
                  </a:lnTo>
                  <a:lnTo>
                    <a:pt x="6243751" y="486552"/>
                  </a:lnTo>
                  <a:lnTo>
                    <a:pt x="6296739" y="449731"/>
                  </a:lnTo>
                  <a:lnTo>
                    <a:pt x="6349681" y="413010"/>
                  </a:lnTo>
                  <a:lnTo>
                    <a:pt x="6402357" y="376862"/>
                  </a:lnTo>
                  <a:lnTo>
                    <a:pt x="6454581" y="341731"/>
                  </a:lnTo>
                  <a:lnTo>
                    <a:pt x="6506221" y="308007"/>
                  </a:lnTo>
                  <a:lnTo>
                    <a:pt x="6557218" y="276011"/>
                  </a:lnTo>
                  <a:lnTo>
                    <a:pt x="6607608" y="245985"/>
                  </a:lnTo>
                  <a:lnTo>
                    <a:pt x="6657530" y="218088"/>
                  </a:lnTo>
                  <a:lnTo>
                    <a:pt x="6707244" y="192398"/>
                  </a:lnTo>
                  <a:lnTo>
                    <a:pt x="6757147" y="168921"/>
                  </a:lnTo>
                  <a:lnTo>
                    <a:pt x="6786527" y="156238"/>
                  </a:lnTo>
                  <a:lnTo>
                    <a:pt x="6836078" y="136821"/>
                  </a:lnTo>
                  <a:lnTo>
                    <a:pt x="6887338" y="119378"/>
                  </a:lnTo>
                  <a:lnTo>
                    <a:pt x="6941124" y="103804"/>
                  </a:lnTo>
                  <a:lnTo>
                    <a:pt x="6998352" y="89925"/>
                  </a:lnTo>
                  <a:lnTo>
                    <a:pt x="7059949" y="77545"/>
                  </a:lnTo>
                  <a:lnTo>
                    <a:pt x="7126778" y="66478"/>
                  </a:lnTo>
                  <a:lnTo>
                    <a:pt x="7199531" y="56560"/>
                  </a:lnTo>
                  <a:lnTo>
                    <a:pt x="7278591" y="47659"/>
                  </a:lnTo>
                  <a:lnTo>
                    <a:pt x="7363847" y="39681"/>
                  </a:lnTo>
                  <a:lnTo>
                    <a:pt x="7454483" y="32569"/>
                  </a:lnTo>
                  <a:lnTo>
                    <a:pt x="7548763" y="26300"/>
                  </a:lnTo>
                  <a:lnTo>
                    <a:pt x="7643911" y="20882"/>
                  </a:lnTo>
                  <a:lnTo>
                    <a:pt x="7736161" y="16333"/>
                  </a:lnTo>
                  <a:lnTo>
                    <a:pt x="7821115" y="12669"/>
                  </a:lnTo>
                  <a:lnTo>
                    <a:pt x="7894402" y="9880"/>
                  </a:lnTo>
                  <a:lnTo>
                    <a:pt x="7952558" y="7913"/>
                  </a:lnTo>
                  <a:lnTo>
                    <a:pt x="7993848" y="6664"/>
                  </a:lnTo>
                  <a:lnTo>
                    <a:pt x="8018774" y="5986"/>
                  </a:lnTo>
                  <a:lnTo>
                    <a:pt x="8030141" y="5706"/>
                  </a:lnTo>
                  <a:lnTo>
                    <a:pt x="8032819" y="5647"/>
                  </a:lnTo>
                  <a:lnTo>
                    <a:pt x="8554953" y="5647"/>
                  </a:lnTo>
                  <a:lnTo>
                    <a:pt x="8554953" y="0"/>
                  </a:lnTo>
                  <a:lnTo>
                    <a:pt x="8032819" y="0"/>
                  </a:lnTo>
                  <a:lnTo>
                    <a:pt x="8031563" y="27"/>
                  </a:lnTo>
                  <a:lnTo>
                    <a:pt x="8023347" y="223"/>
                  </a:lnTo>
                  <a:lnTo>
                    <a:pt x="8002802" y="765"/>
                  </a:lnTo>
                  <a:lnTo>
                    <a:pt x="7966488" y="1829"/>
                  </a:lnTo>
                  <a:lnTo>
                    <a:pt x="7913212" y="3572"/>
                  </a:lnTo>
                  <a:lnTo>
                    <a:pt x="7844082" y="6112"/>
                  </a:lnTo>
                  <a:lnTo>
                    <a:pt x="7762133" y="9515"/>
                  </a:lnTo>
                  <a:lnTo>
                    <a:pt x="7671560" y="13804"/>
                  </a:lnTo>
                  <a:lnTo>
                    <a:pt x="7576836" y="18969"/>
                  </a:lnTo>
                  <a:lnTo>
                    <a:pt x="7481964" y="24989"/>
                  </a:lnTo>
                  <a:lnTo>
                    <a:pt x="7390030" y="31851"/>
                  </a:lnTo>
                  <a:lnTo>
                    <a:pt x="7303068" y="39570"/>
                  </a:lnTo>
                  <a:lnTo>
                    <a:pt x="7222145" y="48191"/>
                  </a:lnTo>
                  <a:lnTo>
                    <a:pt x="7147557" y="57798"/>
                  </a:lnTo>
                  <a:lnTo>
                    <a:pt x="7079044" y="68511"/>
                  </a:lnTo>
                  <a:lnTo>
                    <a:pt x="7015991" y="80486"/>
                  </a:lnTo>
                  <a:lnTo>
                    <a:pt x="6957573" y="93903"/>
                  </a:lnTo>
                  <a:lnTo>
                    <a:pt x="6902870" y="108959"/>
                  </a:lnTo>
                  <a:lnTo>
                    <a:pt x="6850958" y="125837"/>
                  </a:lnTo>
                  <a:lnTo>
                    <a:pt x="6800979" y="144668"/>
                  </a:lnTo>
                  <a:lnTo>
                    <a:pt x="6786527" y="150591"/>
                  </a:lnTo>
                  <a:lnTo>
                    <a:pt x="6736271" y="172803"/>
                  </a:lnTo>
                  <a:lnTo>
                    <a:pt x="6686504" y="197200"/>
                  </a:lnTo>
                  <a:lnTo>
                    <a:pt x="6636743" y="223815"/>
                  </a:lnTo>
                  <a:lnTo>
                    <a:pt x="6586650" y="252614"/>
                  </a:lnTo>
                  <a:lnTo>
                    <a:pt x="6536018" y="283487"/>
                  </a:lnTo>
                  <a:lnTo>
                    <a:pt x="6484750" y="316238"/>
                  </a:lnTo>
                  <a:lnTo>
                    <a:pt x="6432855" y="350593"/>
                  </a:lnTo>
                  <a:lnTo>
                    <a:pt x="6380423" y="386199"/>
                  </a:lnTo>
                  <a:lnTo>
                    <a:pt x="6327611" y="422642"/>
                  </a:lnTo>
                  <a:lnTo>
                    <a:pt x="6274623" y="459463"/>
                  </a:lnTo>
                  <a:lnTo>
                    <a:pt x="6221681" y="496184"/>
                  </a:lnTo>
                  <a:lnTo>
                    <a:pt x="6169005" y="532331"/>
                  </a:lnTo>
                  <a:lnTo>
                    <a:pt x="6116781" y="567462"/>
                  </a:lnTo>
                  <a:lnTo>
                    <a:pt x="6065141" y="601186"/>
                  </a:lnTo>
                  <a:lnTo>
                    <a:pt x="6014144" y="633183"/>
                  </a:lnTo>
                  <a:lnTo>
                    <a:pt x="5963754" y="663209"/>
                  </a:lnTo>
                  <a:lnTo>
                    <a:pt x="5913832" y="691106"/>
                  </a:lnTo>
                  <a:lnTo>
                    <a:pt x="5864117" y="716795"/>
                  </a:lnTo>
                  <a:lnTo>
                    <a:pt x="5814215" y="740273"/>
                  </a:lnTo>
                  <a:lnTo>
                    <a:pt x="5784835" y="752956"/>
                  </a:lnTo>
                  <a:lnTo>
                    <a:pt x="5735283" y="772372"/>
                  </a:lnTo>
                  <a:lnTo>
                    <a:pt x="5684024" y="789816"/>
                  </a:lnTo>
                  <a:lnTo>
                    <a:pt x="5630237" y="805390"/>
                  </a:lnTo>
                  <a:lnTo>
                    <a:pt x="5573010" y="819269"/>
                  </a:lnTo>
                  <a:lnTo>
                    <a:pt x="5511413" y="831649"/>
                  </a:lnTo>
                  <a:lnTo>
                    <a:pt x="5444584" y="842716"/>
                  </a:lnTo>
                  <a:lnTo>
                    <a:pt x="5371831" y="852634"/>
                  </a:lnTo>
                  <a:lnTo>
                    <a:pt x="5292771" y="861535"/>
                  </a:lnTo>
                  <a:lnTo>
                    <a:pt x="5207515" y="869513"/>
                  </a:lnTo>
                  <a:lnTo>
                    <a:pt x="5116879" y="876625"/>
                  </a:lnTo>
                  <a:lnTo>
                    <a:pt x="5022599" y="882893"/>
                  </a:lnTo>
                  <a:lnTo>
                    <a:pt x="4927451" y="888312"/>
                  </a:lnTo>
                  <a:lnTo>
                    <a:pt x="4835201" y="892861"/>
                  </a:lnTo>
                  <a:lnTo>
                    <a:pt x="4750247" y="896524"/>
                  </a:lnTo>
                  <a:lnTo>
                    <a:pt x="4676960" y="899313"/>
                  </a:lnTo>
                  <a:lnTo>
                    <a:pt x="4618804" y="901281"/>
                  </a:lnTo>
                  <a:lnTo>
                    <a:pt x="4577514" y="902530"/>
                  </a:lnTo>
                  <a:lnTo>
                    <a:pt x="4552588" y="903208"/>
                  </a:lnTo>
                  <a:lnTo>
                    <a:pt x="4541221" y="903487"/>
                  </a:lnTo>
                  <a:lnTo>
                    <a:pt x="4538543" y="903547"/>
                  </a:lnTo>
                  <a:lnTo>
                    <a:pt x="4016409" y="903547"/>
                  </a:lnTo>
                  <a:lnTo>
                    <a:pt x="4015196" y="903602"/>
                  </a:lnTo>
                  <a:lnTo>
                    <a:pt x="4007256" y="903998"/>
                  </a:lnTo>
                  <a:lnTo>
                    <a:pt x="3987376" y="905093"/>
                  </a:lnTo>
                  <a:lnTo>
                    <a:pt x="3952176" y="907243"/>
                  </a:lnTo>
                  <a:lnTo>
                    <a:pt x="3900411" y="910767"/>
                  </a:lnTo>
                  <a:lnTo>
                    <a:pt x="3833040" y="915909"/>
                  </a:lnTo>
                  <a:lnTo>
                    <a:pt x="3752890" y="922810"/>
                  </a:lnTo>
                  <a:lnTo>
                    <a:pt x="3663957" y="931523"/>
                  </a:lnTo>
                  <a:lnTo>
                    <a:pt x="3570570" y="942029"/>
                  </a:lnTo>
                  <a:lnTo>
                    <a:pt x="3476661" y="954287"/>
                  </a:lnTo>
                  <a:lnTo>
                    <a:pt x="3385321" y="968269"/>
                  </a:lnTo>
                  <a:lnTo>
                    <a:pt x="3298636" y="983995"/>
                  </a:lnTo>
                  <a:lnTo>
                    <a:pt x="3217754" y="1001547"/>
                  </a:lnTo>
                  <a:lnTo>
                    <a:pt x="3143054" y="1021083"/>
                  </a:lnTo>
                  <a:lnTo>
                    <a:pt x="3074358" y="1042835"/>
                  </a:lnTo>
                  <a:lnTo>
                    <a:pt x="3011119" y="1067106"/>
                  </a:lnTo>
                  <a:lnTo>
                    <a:pt x="2952569" y="1094253"/>
                  </a:lnTo>
                  <a:lnTo>
                    <a:pt x="2897830" y="1124669"/>
                  </a:lnTo>
                  <a:lnTo>
                    <a:pt x="2846005" y="1158736"/>
                  </a:lnTo>
                  <a:lnTo>
                    <a:pt x="2796246" y="1196753"/>
                  </a:lnTo>
                  <a:lnTo>
                    <a:pt x="2770117" y="1218847"/>
                  </a:lnTo>
                  <a:lnTo>
                    <a:pt x="2727259" y="1258182"/>
                  </a:lnTo>
                  <a:lnTo>
                    <a:pt x="2684816" y="1300821"/>
                  </a:lnTo>
                  <a:lnTo>
                    <a:pt x="2642466" y="1346829"/>
                  </a:lnTo>
                  <a:lnTo>
                    <a:pt x="2599970" y="1396195"/>
                  </a:lnTo>
                  <a:lnTo>
                    <a:pt x="2557159" y="1448829"/>
                  </a:lnTo>
                  <a:lnTo>
                    <a:pt x="2513929" y="1504551"/>
                  </a:lnTo>
                  <a:lnTo>
                    <a:pt x="2470234" y="1563091"/>
                  </a:lnTo>
                  <a:lnTo>
                    <a:pt x="2426080" y="1624087"/>
                  </a:lnTo>
                  <a:lnTo>
                    <a:pt x="2381519" y="1687093"/>
                  </a:lnTo>
                  <a:lnTo>
                    <a:pt x="2336639" y="1751592"/>
                  </a:lnTo>
                  <a:lnTo>
                    <a:pt x="2291557" y="1817007"/>
                  </a:lnTo>
                  <a:lnTo>
                    <a:pt x="2246406" y="1882730"/>
                  </a:lnTo>
                  <a:lnTo>
                    <a:pt x="2201326" y="1948138"/>
                  </a:lnTo>
                  <a:lnTo>
                    <a:pt x="2156450" y="2012621"/>
                  </a:lnTo>
                  <a:lnTo>
                    <a:pt x="2111893" y="2075605"/>
                  </a:lnTo>
                  <a:lnTo>
                    <a:pt x="2067745" y="2136572"/>
                  </a:lnTo>
                  <a:lnTo>
                    <a:pt x="2024056" y="2195078"/>
                  </a:lnTo>
                  <a:lnTo>
                    <a:pt x="1980832" y="2250762"/>
                  </a:lnTo>
                  <a:lnTo>
                    <a:pt x="1938026" y="2303355"/>
                  </a:lnTo>
                  <a:lnTo>
                    <a:pt x="1895533" y="2352678"/>
                  </a:lnTo>
                  <a:lnTo>
                    <a:pt x="1853183" y="2398642"/>
                  </a:lnTo>
                  <a:lnTo>
                    <a:pt x="1810737" y="2441239"/>
                  </a:lnTo>
                  <a:lnTo>
                    <a:pt x="1768425" y="2480049"/>
                  </a:lnTo>
                  <a:lnTo>
                    <a:pt x="1719468" y="2520246"/>
                  </a:lnTo>
                  <a:lnTo>
                    <a:pt x="1668851" y="2556408"/>
                  </a:lnTo>
                  <a:lnTo>
                    <a:pt x="1615787" y="2588740"/>
                  </a:lnTo>
                  <a:lnTo>
                    <a:pt x="1559396" y="2617593"/>
                  </a:lnTo>
                  <a:lnTo>
                    <a:pt x="1498780" y="2643361"/>
                  </a:lnTo>
                  <a:lnTo>
                    <a:pt x="1433100" y="2666424"/>
                  </a:lnTo>
                  <a:lnTo>
                    <a:pt x="1361675" y="2687117"/>
                  </a:lnTo>
                  <a:lnTo>
                    <a:pt x="1284106" y="2705710"/>
                  </a:lnTo>
                  <a:lnTo>
                    <a:pt x="1200448" y="2722402"/>
                  </a:lnTo>
                  <a:lnTo>
                    <a:pt x="1111412" y="2737314"/>
                  </a:lnTo>
                  <a:lnTo>
                    <a:pt x="1018561" y="2750499"/>
                  </a:lnTo>
                  <a:lnTo>
                    <a:pt x="924452" y="2761952"/>
                  </a:lnTo>
                  <a:lnTo>
                    <a:pt x="832600" y="2771632"/>
                  </a:lnTo>
                  <a:lnTo>
                    <a:pt x="747196" y="2779505"/>
                  </a:lnTo>
                  <a:lnTo>
                    <a:pt x="672517" y="2785580"/>
                  </a:lnTo>
                  <a:lnTo>
                    <a:pt x="612119" y="2789949"/>
                  </a:lnTo>
                  <a:lnTo>
                    <a:pt x="568035" y="2792802"/>
                  </a:lnTo>
                  <a:lnTo>
                    <a:pt x="540217" y="2794420"/>
                  </a:lnTo>
                  <a:lnTo>
                    <a:pt x="526403" y="2795146"/>
                  </a:lnTo>
                  <a:lnTo>
                    <a:pt x="522326" y="2795341"/>
                  </a:lnTo>
                  <a:lnTo>
                    <a:pt x="522133" y="2795349"/>
                  </a:lnTo>
                  <a:lnTo>
                    <a:pt x="0" y="2795349"/>
                  </a:lnTo>
                  <a:close/>
                </a:path>
              </a:pathLst>
            </a:custGeom>
            <a:solidFill>
              <a:srgbClr val="67C1B3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1113" name="pl1113"/>
            <p:cNvSpPr/>
            <p:nvPr/>
          </p:nvSpPr>
          <p:spPr>
            <a:xfrm>
              <a:off x="386606" y="1484845"/>
              <a:ext cx="8554953" cy="2795349"/>
            </a:xfrm>
            <a:custGeom>
              <a:avLst/>
              <a:pathLst>
                <a:path w="8554953" h="2795349">
                  <a:moveTo>
                    <a:pt x="0" y="2795349"/>
                  </a:moveTo>
                  <a:lnTo>
                    <a:pt x="522133" y="2795349"/>
                  </a:lnTo>
                  <a:lnTo>
                    <a:pt x="523346" y="2795294"/>
                  </a:lnTo>
                  <a:lnTo>
                    <a:pt x="531286" y="2794898"/>
                  </a:lnTo>
                  <a:lnTo>
                    <a:pt x="551166" y="2793804"/>
                  </a:lnTo>
                  <a:lnTo>
                    <a:pt x="586366" y="2791653"/>
                  </a:lnTo>
                  <a:lnTo>
                    <a:pt x="638131" y="2788129"/>
                  </a:lnTo>
                  <a:lnTo>
                    <a:pt x="705502" y="2782988"/>
                  </a:lnTo>
                  <a:lnTo>
                    <a:pt x="785652" y="2776086"/>
                  </a:lnTo>
                  <a:lnTo>
                    <a:pt x="874585" y="2767374"/>
                  </a:lnTo>
                  <a:lnTo>
                    <a:pt x="967972" y="2756867"/>
                  </a:lnTo>
                  <a:lnTo>
                    <a:pt x="1061881" y="2744609"/>
                  </a:lnTo>
                  <a:lnTo>
                    <a:pt x="1153221" y="2730627"/>
                  </a:lnTo>
                  <a:lnTo>
                    <a:pt x="1239906" y="2714901"/>
                  </a:lnTo>
                  <a:lnTo>
                    <a:pt x="1320789" y="2697349"/>
                  </a:lnTo>
                  <a:lnTo>
                    <a:pt x="1395489" y="2677813"/>
                  </a:lnTo>
                  <a:lnTo>
                    <a:pt x="1464184" y="2656061"/>
                  </a:lnTo>
                  <a:lnTo>
                    <a:pt x="1527423" y="2631790"/>
                  </a:lnTo>
                  <a:lnTo>
                    <a:pt x="1585973" y="2604643"/>
                  </a:lnTo>
                  <a:lnTo>
                    <a:pt x="1640712" y="2574227"/>
                  </a:lnTo>
                  <a:lnTo>
                    <a:pt x="1692537" y="2540160"/>
                  </a:lnTo>
                  <a:lnTo>
                    <a:pt x="1742296" y="2502143"/>
                  </a:lnTo>
                  <a:lnTo>
                    <a:pt x="1768425" y="2480049"/>
                  </a:lnTo>
                  <a:lnTo>
                    <a:pt x="1811283" y="2440714"/>
                  </a:lnTo>
                  <a:lnTo>
                    <a:pt x="1853726" y="2398075"/>
                  </a:lnTo>
                  <a:lnTo>
                    <a:pt x="1896076" y="2352067"/>
                  </a:lnTo>
                  <a:lnTo>
                    <a:pt x="1938572" y="2302701"/>
                  </a:lnTo>
                  <a:lnTo>
                    <a:pt x="1981383" y="2250067"/>
                  </a:lnTo>
                  <a:lnTo>
                    <a:pt x="2024613" y="2194345"/>
                  </a:lnTo>
                  <a:lnTo>
                    <a:pt x="2068308" y="2135805"/>
                  </a:lnTo>
                  <a:lnTo>
                    <a:pt x="2112462" y="2074809"/>
                  </a:lnTo>
                  <a:lnTo>
                    <a:pt x="2157023" y="2011803"/>
                  </a:lnTo>
                  <a:lnTo>
                    <a:pt x="2201903" y="1947305"/>
                  </a:lnTo>
                  <a:lnTo>
                    <a:pt x="2246985" y="1881889"/>
                  </a:lnTo>
                  <a:lnTo>
                    <a:pt x="2292136" y="1816166"/>
                  </a:lnTo>
                  <a:lnTo>
                    <a:pt x="2337216" y="1750758"/>
                  </a:lnTo>
                  <a:lnTo>
                    <a:pt x="2382093" y="1686275"/>
                  </a:lnTo>
                  <a:lnTo>
                    <a:pt x="2426649" y="1623291"/>
                  </a:lnTo>
                  <a:lnTo>
                    <a:pt x="2470797" y="1562324"/>
                  </a:lnTo>
                  <a:lnTo>
                    <a:pt x="2514486" y="1503818"/>
                  </a:lnTo>
                  <a:lnTo>
                    <a:pt x="2557710" y="1448134"/>
                  </a:lnTo>
                  <a:lnTo>
                    <a:pt x="2600517" y="1395541"/>
                  </a:lnTo>
                  <a:lnTo>
                    <a:pt x="2643010" y="1346218"/>
                  </a:lnTo>
                  <a:lnTo>
                    <a:pt x="2685359" y="1300254"/>
                  </a:lnTo>
                  <a:lnTo>
                    <a:pt x="2727805" y="1257657"/>
                  </a:lnTo>
                  <a:lnTo>
                    <a:pt x="2770117" y="1218847"/>
                  </a:lnTo>
                  <a:lnTo>
                    <a:pt x="2819075" y="1178650"/>
                  </a:lnTo>
                  <a:lnTo>
                    <a:pt x="2869691" y="1142489"/>
                  </a:lnTo>
                  <a:lnTo>
                    <a:pt x="2922755" y="1110156"/>
                  </a:lnTo>
                  <a:lnTo>
                    <a:pt x="2979146" y="1081303"/>
                  </a:lnTo>
                  <a:lnTo>
                    <a:pt x="3039762" y="1055535"/>
                  </a:lnTo>
                  <a:lnTo>
                    <a:pt x="3105442" y="1032472"/>
                  </a:lnTo>
                  <a:lnTo>
                    <a:pt x="3176867" y="1011779"/>
                  </a:lnTo>
                  <a:lnTo>
                    <a:pt x="3254437" y="993186"/>
                  </a:lnTo>
                  <a:lnTo>
                    <a:pt x="3338094" y="976494"/>
                  </a:lnTo>
                  <a:lnTo>
                    <a:pt x="3427131" y="961582"/>
                  </a:lnTo>
                  <a:lnTo>
                    <a:pt x="3519981" y="948397"/>
                  </a:lnTo>
                  <a:lnTo>
                    <a:pt x="3614090" y="936945"/>
                  </a:lnTo>
                  <a:lnTo>
                    <a:pt x="3705942" y="927264"/>
                  </a:lnTo>
                  <a:lnTo>
                    <a:pt x="3791346" y="919391"/>
                  </a:lnTo>
                  <a:lnTo>
                    <a:pt x="3866025" y="913316"/>
                  </a:lnTo>
                  <a:lnTo>
                    <a:pt x="3926423" y="908947"/>
                  </a:lnTo>
                  <a:lnTo>
                    <a:pt x="3970508" y="906094"/>
                  </a:lnTo>
                  <a:lnTo>
                    <a:pt x="3998326" y="904476"/>
                  </a:lnTo>
                  <a:lnTo>
                    <a:pt x="4012139" y="903750"/>
                  </a:lnTo>
                  <a:lnTo>
                    <a:pt x="4016216" y="903555"/>
                  </a:lnTo>
                  <a:lnTo>
                    <a:pt x="4016409" y="903547"/>
                  </a:lnTo>
                  <a:lnTo>
                    <a:pt x="4538543" y="903547"/>
                  </a:lnTo>
                  <a:lnTo>
                    <a:pt x="4539799" y="903519"/>
                  </a:lnTo>
                  <a:lnTo>
                    <a:pt x="4548014" y="903323"/>
                  </a:lnTo>
                  <a:lnTo>
                    <a:pt x="4568560" y="902782"/>
                  </a:lnTo>
                  <a:lnTo>
                    <a:pt x="4604874" y="901717"/>
                  </a:lnTo>
                  <a:lnTo>
                    <a:pt x="4658150" y="899974"/>
                  </a:lnTo>
                  <a:lnTo>
                    <a:pt x="4727280" y="897435"/>
                  </a:lnTo>
                  <a:lnTo>
                    <a:pt x="4809229" y="894031"/>
                  </a:lnTo>
                  <a:lnTo>
                    <a:pt x="4899802" y="889742"/>
                  </a:lnTo>
                  <a:lnTo>
                    <a:pt x="4994526" y="884577"/>
                  </a:lnTo>
                  <a:lnTo>
                    <a:pt x="5089398" y="878558"/>
                  </a:lnTo>
                  <a:lnTo>
                    <a:pt x="5181332" y="871695"/>
                  </a:lnTo>
                  <a:lnTo>
                    <a:pt x="5268294" y="863976"/>
                  </a:lnTo>
                  <a:lnTo>
                    <a:pt x="5349217" y="855355"/>
                  </a:lnTo>
                  <a:lnTo>
                    <a:pt x="5423805" y="845748"/>
                  </a:lnTo>
                  <a:lnTo>
                    <a:pt x="5492318" y="835035"/>
                  </a:lnTo>
                  <a:lnTo>
                    <a:pt x="5555371" y="823061"/>
                  </a:lnTo>
                  <a:lnTo>
                    <a:pt x="5613789" y="809643"/>
                  </a:lnTo>
                  <a:lnTo>
                    <a:pt x="5668492" y="794588"/>
                  </a:lnTo>
                  <a:lnTo>
                    <a:pt x="5720404" y="777710"/>
                  </a:lnTo>
                  <a:lnTo>
                    <a:pt x="5770383" y="758878"/>
                  </a:lnTo>
                  <a:lnTo>
                    <a:pt x="5784835" y="752956"/>
                  </a:lnTo>
                  <a:lnTo>
                    <a:pt x="5835091" y="730743"/>
                  </a:lnTo>
                  <a:lnTo>
                    <a:pt x="5884858" y="706347"/>
                  </a:lnTo>
                  <a:lnTo>
                    <a:pt x="5934619" y="679731"/>
                  </a:lnTo>
                  <a:lnTo>
                    <a:pt x="5984712" y="650932"/>
                  </a:lnTo>
                  <a:lnTo>
                    <a:pt x="6035344" y="620060"/>
                  </a:lnTo>
                  <a:lnTo>
                    <a:pt x="6086611" y="587308"/>
                  </a:lnTo>
                  <a:lnTo>
                    <a:pt x="6138507" y="552954"/>
                  </a:lnTo>
                  <a:lnTo>
                    <a:pt x="6190939" y="517348"/>
                  </a:lnTo>
                  <a:lnTo>
                    <a:pt x="6243751" y="480905"/>
                  </a:lnTo>
                  <a:lnTo>
                    <a:pt x="6296739" y="444084"/>
                  </a:lnTo>
                  <a:lnTo>
                    <a:pt x="6349681" y="407363"/>
                  </a:lnTo>
                  <a:lnTo>
                    <a:pt x="6402357" y="371215"/>
                  </a:lnTo>
                  <a:lnTo>
                    <a:pt x="6454581" y="336084"/>
                  </a:lnTo>
                  <a:lnTo>
                    <a:pt x="6506221" y="302360"/>
                  </a:lnTo>
                  <a:lnTo>
                    <a:pt x="6557218" y="270364"/>
                  </a:lnTo>
                  <a:lnTo>
                    <a:pt x="6607608" y="240337"/>
                  </a:lnTo>
                  <a:lnTo>
                    <a:pt x="6657530" y="212440"/>
                  </a:lnTo>
                  <a:lnTo>
                    <a:pt x="6707244" y="186751"/>
                  </a:lnTo>
                  <a:lnTo>
                    <a:pt x="6757147" y="163274"/>
                  </a:lnTo>
                  <a:lnTo>
                    <a:pt x="6786527" y="150591"/>
                  </a:lnTo>
                  <a:lnTo>
                    <a:pt x="6836078" y="131174"/>
                  </a:lnTo>
                  <a:lnTo>
                    <a:pt x="6887338" y="113731"/>
                  </a:lnTo>
                  <a:lnTo>
                    <a:pt x="6941124" y="98157"/>
                  </a:lnTo>
                  <a:lnTo>
                    <a:pt x="6998352" y="84277"/>
                  </a:lnTo>
                  <a:lnTo>
                    <a:pt x="7059949" y="71898"/>
                  </a:lnTo>
                  <a:lnTo>
                    <a:pt x="7126778" y="60831"/>
                  </a:lnTo>
                  <a:lnTo>
                    <a:pt x="7199531" y="50912"/>
                  </a:lnTo>
                  <a:lnTo>
                    <a:pt x="7278591" y="42011"/>
                  </a:lnTo>
                  <a:lnTo>
                    <a:pt x="7363847" y="34034"/>
                  </a:lnTo>
                  <a:lnTo>
                    <a:pt x="7454483" y="26921"/>
                  </a:lnTo>
                  <a:lnTo>
                    <a:pt x="7548763" y="20653"/>
                  </a:lnTo>
                  <a:lnTo>
                    <a:pt x="7643911" y="15235"/>
                  </a:lnTo>
                  <a:lnTo>
                    <a:pt x="7736161" y="10686"/>
                  </a:lnTo>
                  <a:lnTo>
                    <a:pt x="7821115" y="7022"/>
                  </a:lnTo>
                  <a:lnTo>
                    <a:pt x="7894402" y="4233"/>
                  </a:lnTo>
                  <a:lnTo>
                    <a:pt x="7952558" y="2266"/>
                  </a:lnTo>
                  <a:lnTo>
                    <a:pt x="7993848" y="1016"/>
                  </a:lnTo>
                  <a:lnTo>
                    <a:pt x="8018774" y="338"/>
                  </a:lnTo>
                  <a:lnTo>
                    <a:pt x="8030141" y="59"/>
                  </a:lnTo>
                  <a:lnTo>
                    <a:pt x="8032786" y="0"/>
                  </a:lnTo>
                  <a:lnTo>
                    <a:pt x="8032819" y="0"/>
                  </a:lnTo>
                  <a:lnTo>
                    <a:pt x="8554953" y="0"/>
                  </a:lnTo>
                  <a:lnTo>
                    <a:pt x="8554953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114" name="pl1114"/>
            <p:cNvSpPr/>
            <p:nvPr/>
          </p:nvSpPr>
          <p:spPr>
            <a:xfrm>
              <a:off x="386606" y="1479198"/>
              <a:ext cx="8554953" cy="2795349"/>
            </a:xfrm>
            <a:custGeom>
              <a:avLst/>
              <a:pathLst>
                <a:path w="8554953" h="2795349">
                  <a:moveTo>
                    <a:pt x="8554953" y="0"/>
                  </a:moveTo>
                  <a:lnTo>
                    <a:pt x="8032819" y="0"/>
                  </a:lnTo>
                  <a:lnTo>
                    <a:pt x="8031563" y="27"/>
                  </a:lnTo>
                  <a:lnTo>
                    <a:pt x="8023347" y="223"/>
                  </a:lnTo>
                  <a:lnTo>
                    <a:pt x="8002802" y="765"/>
                  </a:lnTo>
                  <a:lnTo>
                    <a:pt x="7966488" y="1829"/>
                  </a:lnTo>
                  <a:lnTo>
                    <a:pt x="7913212" y="3572"/>
                  </a:lnTo>
                  <a:lnTo>
                    <a:pt x="7844082" y="6112"/>
                  </a:lnTo>
                  <a:lnTo>
                    <a:pt x="7762133" y="9515"/>
                  </a:lnTo>
                  <a:lnTo>
                    <a:pt x="7671560" y="13804"/>
                  </a:lnTo>
                  <a:lnTo>
                    <a:pt x="7576836" y="18969"/>
                  </a:lnTo>
                  <a:lnTo>
                    <a:pt x="7481964" y="24989"/>
                  </a:lnTo>
                  <a:lnTo>
                    <a:pt x="7390030" y="31851"/>
                  </a:lnTo>
                  <a:lnTo>
                    <a:pt x="7303068" y="39570"/>
                  </a:lnTo>
                  <a:lnTo>
                    <a:pt x="7222145" y="48191"/>
                  </a:lnTo>
                  <a:lnTo>
                    <a:pt x="7147557" y="57798"/>
                  </a:lnTo>
                  <a:lnTo>
                    <a:pt x="7079044" y="68511"/>
                  </a:lnTo>
                  <a:lnTo>
                    <a:pt x="7015991" y="80486"/>
                  </a:lnTo>
                  <a:lnTo>
                    <a:pt x="6957573" y="93903"/>
                  </a:lnTo>
                  <a:lnTo>
                    <a:pt x="6902870" y="108959"/>
                  </a:lnTo>
                  <a:lnTo>
                    <a:pt x="6850958" y="125837"/>
                  </a:lnTo>
                  <a:lnTo>
                    <a:pt x="6800979" y="144668"/>
                  </a:lnTo>
                  <a:lnTo>
                    <a:pt x="6786527" y="150591"/>
                  </a:lnTo>
                  <a:lnTo>
                    <a:pt x="6736271" y="172803"/>
                  </a:lnTo>
                  <a:lnTo>
                    <a:pt x="6686504" y="197200"/>
                  </a:lnTo>
                  <a:lnTo>
                    <a:pt x="6636743" y="223815"/>
                  </a:lnTo>
                  <a:lnTo>
                    <a:pt x="6586650" y="252614"/>
                  </a:lnTo>
                  <a:lnTo>
                    <a:pt x="6536018" y="283487"/>
                  </a:lnTo>
                  <a:lnTo>
                    <a:pt x="6484750" y="316238"/>
                  </a:lnTo>
                  <a:lnTo>
                    <a:pt x="6432855" y="350593"/>
                  </a:lnTo>
                  <a:lnTo>
                    <a:pt x="6380423" y="386199"/>
                  </a:lnTo>
                  <a:lnTo>
                    <a:pt x="6327611" y="422642"/>
                  </a:lnTo>
                  <a:lnTo>
                    <a:pt x="6274623" y="459463"/>
                  </a:lnTo>
                  <a:lnTo>
                    <a:pt x="6221681" y="496184"/>
                  </a:lnTo>
                  <a:lnTo>
                    <a:pt x="6169005" y="532331"/>
                  </a:lnTo>
                  <a:lnTo>
                    <a:pt x="6116781" y="567462"/>
                  </a:lnTo>
                  <a:lnTo>
                    <a:pt x="6065141" y="601186"/>
                  </a:lnTo>
                  <a:lnTo>
                    <a:pt x="6014144" y="633183"/>
                  </a:lnTo>
                  <a:lnTo>
                    <a:pt x="5963754" y="663209"/>
                  </a:lnTo>
                  <a:lnTo>
                    <a:pt x="5913832" y="691106"/>
                  </a:lnTo>
                  <a:lnTo>
                    <a:pt x="5864117" y="716795"/>
                  </a:lnTo>
                  <a:lnTo>
                    <a:pt x="5814215" y="740273"/>
                  </a:lnTo>
                  <a:lnTo>
                    <a:pt x="5784835" y="752956"/>
                  </a:lnTo>
                  <a:lnTo>
                    <a:pt x="5735283" y="772372"/>
                  </a:lnTo>
                  <a:lnTo>
                    <a:pt x="5684024" y="789816"/>
                  </a:lnTo>
                  <a:lnTo>
                    <a:pt x="5630237" y="805390"/>
                  </a:lnTo>
                  <a:lnTo>
                    <a:pt x="5573010" y="819269"/>
                  </a:lnTo>
                  <a:lnTo>
                    <a:pt x="5511413" y="831649"/>
                  </a:lnTo>
                  <a:lnTo>
                    <a:pt x="5444584" y="842716"/>
                  </a:lnTo>
                  <a:lnTo>
                    <a:pt x="5371831" y="852634"/>
                  </a:lnTo>
                  <a:lnTo>
                    <a:pt x="5292771" y="861535"/>
                  </a:lnTo>
                  <a:lnTo>
                    <a:pt x="5207515" y="869513"/>
                  </a:lnTo>
                  <a:lnTo>
                    <a:pt x="5116879" y="876625"/>
                  </a:lnTo>
                  <a:lnTo>
                    <a:pt x="5022599" y="882893"/>
                  </a:lnTo>
                  <a:lnTo>
                    <a:pt x="4927451" y="888312"/>
                  </a:lnTo>
                  <a:lnTo>
                    <a:pt x="4835201" y="892861"/>
                  </a:lnTo>
                  <a:lnTo>
                    <a:pt x="4750247" y="896524"/>
                  </a:lnTo>
                  <a:lnTo>
                    <a:pt x="4676960" y="899313"/>
                  </a:lnTo>
                  <a:lnTo>
                    <a:pt x="4618804" y="901281"/>
                  </a:lnTo>
                  <a:lnTo>
                    <a:pt x="4577514" y="902530"/>
                  </a:lnTo>
                  <a:lnTo>
                    <a:pt x="4552588" y="903208"/>
                  </a:lnTo>
                  <a:lnTo>
                    <a:pt x="4541221" y="903487"/>
                  </a:lnTo>
                  <a:lnTo>
                    <a:pt x="4538576" y="903546"/>
                  </a:lnTo>
                  <a:lnTo>
                    <a:pt x="4538543" y="903547"/>
                  </a:lnTo>
                  <a:lnTo>
                    <a:pt x="4016409" y="903547"/>
                  </a:lnTo>
                  <a:lnTo>
                    <a:pt x="4015196" y="903602"/>
                  </a:lnTo>
                  <a:lnTo>
                    <a:pt x="4007256" y="903998"/>
                  </a:lnTo>
                  <a:lnTo>
                    <a:pt x="3987376" y="905093"/>
                  </a:lnTo>
                  <a:lnTo>
                    <a:pt x="3952176" y="907243"/>
                  </a:lnTo>
                  <a:lnTo>
                    <a:pt x="3900411" y="910767"/>
                  </a:lnTo>
                  <a:lnTo>
                    <a:pt x="3833040" y="915909"/>
                  </a:lnTo>
                  <a:lnTo>
                    <a:pt x="3752890" y="922810"/>
                  </a:lnTo>
                  <a:lnTo>
                    <a:pt x="3663957" y="931523"/>
                  </a:lnTo>
                  <a:lnTo>
                    <a:pt x="3570570" y="942029"/>
                  </a:lnTo>
                  <a:lnTo>
                    <a:pt x="3476661" y="954287"/>
                  </a:lnTo>
                  <a:lnTo>
                    <a:pt x="3385321" y="968269"/>
                  </a:lnTo>
                  <a:lnTo>
                    <a:pt x="3298636" y="983995"/>
                  </a:lnTo>
                  <a:lnTo>
                    <a:pt x="3217754" y="1001547"/>
                  </a:lnTo>
                  <a:lnTo>
                    <a:pt x="3143054" y="1021083"/>
                  </a:lnTo>
                  <a:lnTo>
                    <a:pt x="3074358" y="1042835"/>
                  </a:lnTo>
                  <a:lnTo>
                    <a:pt x="3011119" y="1067106"/>
                  </a:lnTo>
                  <a:lnTo>
                    <a:pt x="2952569" y="1094253"/>
                  </a:lnTo>
                  <a:lnTo>
                    <a:pt x="2897830" y="1124669"/>
                  </a:lnTo>
                  <a:lnTo>
                    <a:pt x="2846005" y="1158736"/>
                  </a:lnTo>
                  <a:lnTo>
                    <a:pt x="2796246" y="1196753"/>
                  </a:lnTo>
                  <a:lnTo>
                    <a:pt x="2770117" y="1218847"/>
                  </a:lnTo>
                  <a:lnTo>
                    <a:pt x="2727259" y="1258182"/>
                  </a:lnTo>
                  <a:lnTo>
                    <a:pt x="2684816" y="1300821"/>
                  </a:lnTo>
                  <a:lnTo>
                    <a:pt x="2642466" y="1346829"/>
                  </a:lnTo>
                  <a:lnTo>
                    <a:pt x="2599970" y="1396195"/>
                  </a:lnTo>
                  <a:lnTo>
                    <a:pt x="2557159" y="1448829"/>
                  </a:lnTo>
                  <a:lnTo>
                    <a:pt x="2513929" y="1504551"/>
                  </a:lnTo>
                  <a:lnTo>
                    <a:pt x="2470234" y="1563091"/>
                  </a:lnTo>
                  <a:lnTo>
                    <a:pt x="2426080" y="1624087"/>
                  </a:lnTo>
                  <a:lnTo>
                    <a:pt x="2381519" y="1687093"/>
                  </a:lnTo>
                  <a:lnTo>
                    <a:pt x="2336639" y="1751592"/>
                  </a:lnTo>
                  <a:lnTo>
                    <a:pt x="2291557" y="1817007"/>
                  </a:lnTo>
                  <a:lnTo>
                    <a:pt x="2246406" y="1882730"/>
                  </a:lnTo>
                  <a:lnTo>
                    <a:pt x="2201326" y="1948138"/>
                  </a:lnTo>
                  <a:lnTo>
                    <a:pt x="2156450" y="2012621"/>
                  </a:lnTo>
                  <a:lnTo>
                    <a:pt x="2111893" y="2075605"/>
                  </a:lnTo>
                  <a:lnTo>
                    <a:pt x="2067745" y="2136572"/>
                  </a:lnTo>
                  <a:lnTo>
                    <a:pt x="2024056" y="2195078"/>
                  </a:lnTo>
                  <a:lnTo>
                    <a:pt x="1980832" y="2250762"/>
                  </a:lnTo>
                  <a:lnTo>
                    <a:pt x="1938026" y="2303355"/>
                  </a:lnTo>
                  <a:lnTo>
                    <a:pt x="1895533" y="2352678"/>
                  </a:lnTo>
                  <a:lnTo>
                    <a:pt x="1853183" y="2398642"/>
                  </a:lnTo>
                  <a:lnTo>
                    <a:pt x="1810737" y="2441239"/>
                  </a:lnTo>
                  <a:lnTo>
                    <a:pt x="1768425" y="2480049"/>
                  </a:lnTo>
                  <a:lnTo>
                    <a:pt x="1719468" y="2520246"/>
                  </a:lnTo>
                  <a:lnTo>
                    <a:pt x="1668851" y="2556408"/>
                  </a:lnTo>
                  <a:lnTo>
                    <a:pt x="1615787" y="2588740"/>
                  </a:lnTo>
                  <a:lnTo>
                    <a:pt x="1559396" y="2617593"/>
                  </a:lnTo>
                  <a:lnTo>
                    <a:pt x="1498780" y="2643361"/>
                  </a:lnTo>
                  <a:lnTo>
                    <a:pt x="1433100" y="2666424"/>
                  </a:lnTo>
                  <a:lnTo>
                    <a:pt x="1361675" y="2687117"/>
                  </a:lnTo>
                  <a:lnTo>
                    <a:pt x="1284106" y="2705710"/>
                  </a:lnTo>
                  <a:lnTo>
                    <a:pt x="1200448" y="2722402"/>
                  </a:lnTo>
                  <a:lnTo>
                    <a:pt x="1111412" y="2737314"/>
                  </a:lnTo>
                  <a:lnTo>
                    <a:pt x="1018561" y="2750499"/>
                  </a:lnTo>
                  <a:lnTo>
                    <a:pt x="924452" y="2761952"/>
                  </a:lnTo>
                  <a:lnTo>
                    <a:pt x="832600" y="2771632"/>
                  </a:lnTo>
                  <a:lnTo>
                    <a:pt x="747196" y="2779505"/>
                  </a:lnTo>
                  <a:lnTo>
                    <a:pt x="672517" y="2785580"/>
                  </a:lnTo>
                  <a:lnTo>
                    <a:pt x="612119" y="2789949"/>
                  </a:lnTo>
                  <a:lnTo>
                    <a:pt x="568035" y="2792802"/>
                  </a:lnTo>
                  <a:lnTo>
                    <a:pt x="540217" y="2794420"/>
                  </a:lnTo>
                  <a:lnTo>
                    <a:pt x="526403" y="2795146"/>
                  </a:lnTo>
                  <a:lnTo>
                    <a:pt x="522326" y="2795341"/>
                  </a:lnTo>
                  <a:lnTo>
                    <a:pt x="522133" y="2795349"/>
                  </a:lnTo>
                  <a:lnTo>
                    <a:pt x="0" y="2795349"/>
                  </a:lnTo>
                  <a:lnTo>
                    <a:pt x="0" y="2795349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115" name="pg1115"/>
            <p:cNvSpPr/>
            <p:nvPr/>
          </p:nvSpPr>
          <p:spPr>
            <a:xfrm>
              <a:off x="386606" y="2484394"/>
              <a:ext cx="8554953" cy="1807094"/>
            </a:xfrm>
            <a:custGeom>
              <a:avLst/>
              <a:pathLst>
                <a:path w="8554953" h="1807094">
                  <a:moveTo>
                    <a:pt x="0" y="1807094"/>
                  </a:moveTo>
                  <a:lnTo>
                    <a:pt x="522133" y="1807094"/>
                  </a:lnTo>
                  <a:lnTo>
                    <a:pt x="523352" y="1807041"/>
                  </a:lnTo>
                  <a:lnTo>
                    <a:pt x="531325" y="1806664"/>
                  </a:lnTo>
                  <a:lnTo>
                    <a:pt x="551288" y="1805620"/>
                  </a:lnTo>
                  <a:lnTo>
                    <a:pt x="586626" y="1803570"/>
                  </a:lnTo>
                  <a:lnTo>
                    <a:pt x="638578" y="1800210"/>
                  </a:lnTo>
                  <a:lnTo>
                    <a:pt x="706169" y="1795309"/>
                  </a:lnTo>
                  <a:lnTo>
                    <a:pt x="786544" y="1788731"/>
                  </a:lnTo>
                  <a:lnTo>
                    <a:pt x="875683" y="1780429"/>
                  </a:lnTo>
                  <a:lnTo>
                    <a:pt x="969239" y="1770420"/>
                  </a:lnTo>
                  <a:lnTo>
                    <a:pt x="1063270" y="1758743"/>
                  </a:lnTo>
                  <a:lnTo>
                    <a:pt x="1154687" y="1745425"/>
                  </a:lnTo>
                  <a:lnTo>
                    <a:pt x="1241408" y="1730446"/>
                  </a:lnTo>
                  <a:lnTo>
                    <a:pt x="1322298" y="1713726"/>
                  </a:lnTo>
                  <a:lnTo>
                    <a:pt x="1396985" y="1695113"/>
                  </a:lnTo>
                  <a:lnTo>
                    <a:pt x="1465657" y="1674385"/>
                  </a:lnTo>
                  <a:lnTo>
                    <a:pt x="1528873" y="1651253"/>
                  </a:lnTo>
                  <a:lnTo>
                    <a:pt x="1587406" y="1625373"/>
                  </a:lnTo>
                  <a:lnTo>
                    <a:pt x="1642139" y="1596371"/>
                  </a:lnTo>
                  <a:lnTo>
                    <a:pt x="1693973" y="1563884"/>
                  </a:lnTo>
                  <a:lnTo>
                    <a:pt x="1743758" y="1527630"/>
                  </a:lnTo>
                  <a:lnTo>
                    <a:pt x="1768425" y="1507794"/>
                  </a:lnTo>
                  <a:lnTo>
                    <a:pt x="1811955" y="1469842"/>
                  </a:lnTo>
                  <a:lnTo>
                    <a:pt x="1855062" y="1428652"/>
                  </a:lnTo>
                  <a:lnTo>
                    <a:pt x="1898081" y="1384162"/>
                  </a:lnTo>
                  <a:lnTo>
                    <a:pt x="1941261" y="1336386"/>
                  </a:lnTo>
                  <a:lnTo>
                    <a:pt x="1984775" y="1285417"/>
                  </a:lnTo>
                  <a:lnTo>
                    <a:pt x="2028726" y="1231442"/>
                  </a:lnTo>
                  <a:lnTo>
                    <a:pt x="2073159" y="1174737"/>
                  </a:lnTo>
                  <a:lnTo>
                    <a:pt x="2118061" y="1115671"/>
                  </a:lnTo>
                  <a:lnTo>
                    <a:pt x="2163374" y="1054697"/>
                  </a:lnTo>
                  <a:lnTo>
                    <a:pt x="2209000" y="992338"/>
                  </a:lnTo>
                  <a:lnTo>
                    <a:pt x="2254814" y="929173"/>
                  </a:lnTo>
                  <a:lnTo>
                    <a:pt x="2300674" y="865813"/>
                  </a:lnTo>
                  <a:lnTo>
                    <a:pt x="2346435" y="802876"/>
                  </a:lnTo>
                  <a:lnTo>
                    <a:pt x="2391959" y="740964"/>
                  </a:lnTo>
                  <a:lnTo>
                    <a:pt x="2437129" y="680637"/>
                  </a:lnTo>
                  <a:lnTo>
                    <a:pt x="2481862" y="622396"/>
                  </a:lnTo>
                  <a:lnTo>
                    <a:pt x="2526116" y="566661"/>
                  </a:lnTo>
                  <a:lnTo>
                    <a:pt x="2569897" y="513770"/>
                  </a:lnTo>
                  <a:lnTo>
                    <a:pt x="2613272" y="463965"/>
                  </a:lnTo>
                  <a:lnTo>
                    <a:pt x="2656369" y="417397"/>
                  </a:lnTo>
                  <a:lnTo>
                    <a:pt x="2699387" y="374129"/>
                  </a:lnTo>
                  <a:lnTo>
                    <a:pt x="2742607" y="334147"/>
                  </a:lnTo>
                  <a:lnTo>
                    <a:pt x="2770117" y="310594"/>
                  </a:lnTo>
                  <a:lnTo>
                    <a:pt x="2819149" y="272382"/>
                  </a:lnTo>
                  <a:lnTo>
                    <a:pt x="2869845" y="238013"/>
                  </a:lnTo>
                  <a:lnTo>
                    <a:pt x="2922999" y="207289"/>
                  </a:lnTo>
                  <a:lnTo>
                    <a:pt x="2979494" y="179875"/>
                  </a:lnTo>
                  <a:lnTo>
                    <a:pt x="3040233" y="155397"/>
                  </a:lnTo>
                  <a:lnTo>
                    <a:pt x="3106055" y="133491"/>
                  </a:lnTo>
                  <a:lnTo>
                    <a:pt x="3177646" y="113839"/>
                  </a:lnTo>
                  <a:lnTo>
                    <a:pt x="3255401" y="96184"/>
                  </a:lnTo>
                  <a:lnTo>
                    <a:pt x="3339258" y="80338"/>
                  </a:lnTo>
                  <a:lnTo>
                    <a:pt x="3428494" y="66185"/>
                  </a:lnTo>
                  <a:lnTo>
                    <a:pt x="3521525" y="53676"/>
                  </a:lnTo>
                  <a:lnTo>
                    <a:pt x="3615767" y="42817"/>
                  </a:lnTo>
                  <a:lnTo>
                    <a:pt x="3707675" y="33646"/>
                  </a:lnTo>
                  <a:lnTo>
                    <a:pt x="3793031" y="26196"/>
                  </a:lnTo>
                  <a:lnTo>
                    <a:pt x="3867546" y="20457"/>
                  </a:lnTo>
                  <a:lnTo>
                    <a:pt x="3927671" y="16340"/>
                  </a:lnTo>
                  <a:lnTo>
                    <a:pt x="3971410" y="13660"/>
                  </a:lnTo>
                  <a:lnTo>
                    <a:pt x="3998865" y="12148"/>
                  </a:lnTo>
                  <a:lnTo>
                    <a:pt x="4012365" y="11476"/>
                  </a:lnTo>
                  <a:lnTo>
                    <a:pt x="4016246" y="11301"/>
                  </a:lnTo>
                  <a:lnTo>
                    <a:pt x="4016409" y="11294"/>
                  </a:lnTo>
                  <a:lnTo>
                    <a:pt x="4538543" y="11294"/>
                  </a:lnTo>
                  <a:lnTo>
                    <a:pt x="4539807" y="11311"/>
                  </a:lnTo>
                  <a:lnTo>
                    <a:pt x="4548075" y="11433"/>
                  </a:lnTo>
                  <a:lnTo>
                    <a:pt x="4568748" y="11771"/>
                  </a:lnTo>
                  <a:lnTo>
                    <a:pt x="4605274" y="12434"/>
                  </a:lnTo>
                  <a:lnTo>
                    <a:pt x="4658838" y="13519"/>
                  </a:lnTo>
                  <a:lnTo>
                    <a:pt x="4728301" y="15100"/>
                  </a:lnTo>
                  <a:lnTo>
                    <a:pt x="4810590" y="17219"/>
                  </a:lnTo>
                  <a:lnTo>
                    <a:pt x="4901471" y="19888"/>
                  </a:lnTo>
                  <a:lnTo>
                    <a:pt x="4996443" y="23101"/>
                  </a:lnTo>
                  <a:lnTo>
                    <a:pt x="5091492" y="26845"/>
                  </a:lnTo>
                  <a:lnTo>
                    <a:pt x="5183533" y="31113"/>
                  </a:lnTo>
                  <a:lnTo>
                    <a:pt x="5270544" y="35914"/>
                  </a:lnTo>
                  <a:lnTo>
                    <a:pt x="5351471" y="41276"/>
                  </a:lnTo>
                  <a:lnTo>
                    <a:pt x="5426036" y="47253"/>
                  </a:lnTo>
                  <a:lnTo>
                    <a:pt x="5494513" y="53920"/>
                  </a:lnTo>
                  <a:lnTo>
                    <a:pt x="5557532" y="61375"/>
                  </a:lnTo>
                  <a:lnTo>
                    <a:pt x="5615927" y="69731"/>
                  </a:lnTo>
                  <a:lnTo>
                    <a:pt x="5670626" y="79110"/>
                  </a:lnTo>
                  <a:lnTo>
                    <a:pt x="5722558" y="89625"/>
                  </a:lnTo>
                  <a:lnTo>
                    <a:pt x="5772581" y="101357"/>
                  </a:lnTo>
                  <a:lnTo>
                    <a:pt x="5784835" y="104472"/>
                  </a:lnTo>
                  <a:lnTo>
                    <a:pt x="5837375" y="118877"/>
                  </a:lnTo>
                  <a:lnTo>
                    <a:pt x="5889407" y="134762"/>
                  </a:lnTo>
                  <a:lnTo>
                    <a:pt x="5941471" y="152147"/>
                  </a:lnTo>
                  <a:lnTo>
                    <a:pt x="5993937" y="171003"/>
                  </a:lnTo>
                  <a:lnTo>
                    <a:pt x="6047019" y="191242"/>
                  </a:lnTo>
                  <a:lnTo>
                    <a:pt x="6100802" y="212714"/>
                  </a:lnTo>
                  <a:lnTo>
                    <a:pt x="6155253" y="235209"/>
                  </a:lnTo>
                  <a:lnTo>
                    <a:pt x="6210242" y="258465"/>
                  </a:lnTo>
                  <a:lnTo>
                    <a:pt x="6265569" y="282177"/>
                  </a:lnTo>
                  <a:lnTo>
                    <a:pt x="6320989" y="306012"/>
                  </a:lnTo>
                  <a:lnTo>
                    <a:pt x="6376247" y="329630"/>
                  </a:lnTo>
                  <a:lnTo>
                    <a:pt x="6431106" y="352707"/>
                  </a:lnTo>
                  <a:lnTo>
                    <a:pt x="6485382" y="374946"/>
                  </a:lnTo>
                  <a:lnTo>
                    <a:pt x="6538972" y="396098"/>
                  </a:lnTo>
                  <a:lnTo>
                    <a:pt x="6591872" y="415969"/>
                  </a:lnTo>
                  <a:lnTo>
                    <a:pt x="6644199" y="434428"/>
                  </a:lnTo>
                  <a:lnTo>
                    <a:pt x="6696211" y="451402"/>
                  </a:lnTo>
                  <a:lnTo>
                    <a:pt x="6748321" y="466877"/>
                  </a:lnTo>
                  <a:lnTo>
                    <a:pt x="6786527" y="477185"/>
                  </a:lnTo>
                  <a:lnTo>
                    <a:pt x="6836191" y="489225"/>
                  </a:lnTo>
                  <a:lnTo>
                    <a:pt x="6887572" y="500038"/>
                  </a:lnTo>
                  <a:lnTo>
                    <a:pt x="6941495" y="509690"/>
                  </a:lnTo>
                  <a:lnTo>
                    <a:pt x="6998881" y="518289"/>
                  </a:lnTo>
                  <a:lnTo>
                    <a:pt x="7060664" y="525957"/>
                  </a:lnTo>
                  <a:lnTo>
                    <a:pt x="7127712" y="532811"/>
                  </a:lnTo>
                  <a:lnTo>
                    <a:pt x="7200718" y="538952"/>
                  </a:lnTo>
                  <a:lnTo>
                    <a:pt x="7280061" y="544462"/>
                  </a:lnTo>
                  <a:lnTo>
                    <a:pt x="7365620" y="549399"/>
                  </a:lnTo>
                  <a:lnTo>
                    <a:pt x="7456556" y="553798"/>
                  </a:lnTo>
                  <a:lnTo>
                    <a:pt x="7551103" y="557673"/>
                  </a:lnTo>
                  <a:lnTo>
                    <a:pt x="7646439" y="561019"/>
                  </a:lnTo>
                  <a:lnTo>
                    <a:pt x="7738752" y="563825"/>
                  </a:lnTo>
                  <a:lnTo>
                    <a:pt x="7823603" y="566081"/>
                  </a:lnTo>
                  <a:lnTo>
                    <a:pt x="7896610" y="567793"/>
                  </a:lnTo>
                  <a:lnTo>
                    <a:pt x="7954328" y="568996"/>
                  </a:lnTo>
                  <a:lnTo>
                    <a:pt x="7995082" y="569756"/>
                  </a:lnTo>
                  <a:lnTo>
                    <a:pt x="8019466" y="570165"/>
                  </a:lnTo>
                  <a:lnTo>
                    <a:pt x="8030390" y="570330"/>
                  </a:lnTo>
                  <a:lnTo>
                    <a:pt x="8032819" y="570364"/>
                  </a:lnTo>
                  <a:lnTo>
                    <a:pt x="8554953" y="570364"/>
                  </a:lnTo>
                  <a:lnTo>
                    <a:pt x="8554953" y="559069"/>
                  </a:lnTo>
                  <a:lnTo>
                    <a:pt x="8032819" y="559069"/>
                  </a:lnTo>
                  <a:lnTo>
                    <a:pt x="8031554" y="559052"/>
                  </a:lnTo>
                  <a:lnTo>
                    <a:pt x="8023286" y="558930"/>
                  </a:lnTo>
                  <a:lnTo>
                    <a:pt x="8002614" y="558593"/>
                  </a:lnTo>
                  <a:lnTo>
                    <a:pt x="7966088" y="557930"/>
                  </a:lnTo>
                  <a:lnTo>
                    <a:pt x="7912524" y="556844"/>
                  </a:lnTo>
                  <a:lnTo>
                    <a:pt x="7843061" y="555263"/>
                  </a:lnTo>
                  <a:lnTo>
                    <a:pt x="7760772" y="553144"/>
                  </a:lnTo>
                  <a:lnTo>
                    <a:pt x="7669891" y="550475"/>
                  </a:lnTo>
                  <a:lnTo>
                    <a:pt x="7574919" y="547262"/>
                  </a:lnTo>
                  <a:lnTo>
                    <a:pt x="7479870" y="543518"/>
                  </a:lnTo>
                  <a:lnTo>
                    <a:pt x="7387829" y="539250"/>
                  </a:lnTo>
                  <a:lnTo>
                    <a:pt x="7300818" y="534450"/>
                  </a:lnTo>
                  <a:lnTo>
                    <a:pt x="7219891" y="529087"/>
                  </a:lnTo>
                  <a:lnTo>
                    <a:pt x="7145326" y="523110"/>
                  </a:lnTo>
                  <a:lnTo>
                    <a:pt x="7076849" y="516443"/>
                  </a:lnTo>
                  <a:lnTo>
                    <a:pt x="7013830" y="508988"/>
                  </a:lnTo>
                  <a:lnTo>
                    <a:pt x="6955435" y="500632"/>
                  </a:lnTo>
                  <a:lnTo>
                    <a:pt x="6900736" y="491254"/>
                  </a:lnTo>
                  <a:lnTo>
                    <a:pt x="6848804" y="480738"/>
                  </a:lnTo>
                  <a:lnTo>
                    <a:pt x="6798781" y="469007"/>
                  </a:lnTo>
                  <a:lnTo>
                    <a:pt x="6786527" y="465891"/>
                  </a:lnTo>
                  <a:lnTo>
                    <a:pt x="6733986" y="451486"/>
                  </a:lnTo>
                  <a:lnTo>
                    <a:pt x="6681955" y="435601"/>
                  </a:lnTo>
                  <a:lnTo>
                    <a:pt x="6629890" y="418216"/>
                  </a:lnTo>
                  <a:lnTo>
                    <a:pt x="6577425" y="399360"/>
                  </a:lnTo>
                  <a:lnTo>
                    <a:pt x="6524343" y="379121"/>
                  </a:lnTo>
                  <a:lnTo>
                    <a:pt x="6470559" y="357650"/>
                  </a:lnTo>
                  <a:lnTo>
                    <a:pt x="6416109" y="335154"/>
                  </a:lnTo>
                  <a:lnTo>
                    <a:pt x="6361119" y="311898"/>
                  </a:lnTo>
                  <a:lnTo>
                    <a:pt x="6305793" y="288186"/>
                  </a:lnTo>
                  <a:lnTo>
                    <a:pt x="6250373" y="264352"/>
                  </a:lnTo>
                  <a:lnTo>
                    <a:pt x="6195115" y="240733"/>
                  </a:lnTo>
                  <a:lnTo>
                    <a:pt x="6140256" y="217656"/>
                  </a:lnTo>
                  <a:lnTo>
                    <a:pt x="6085980" y="195418"/>
                  </a:lnTo>
                  <a:lnTo>
                    <a:pt x="6032390" y="174266"/>
                  </a:lnTo>
                  <a:lnTo>
                    <a:pt x="5979490" y="154394"/>
                  </a:lnTo>
                  <a:lnTo>
                    <a:pt x="5927163" y="135935"/>
                  </a:lnTo>
                  <a:lnTo>
                    <a:pt x="5875151" y="118961"/>
                  </a:lnTo>
                  <a:lnTo>
                    <a:pt x="5823041" y="103486"/>
                  </a:lnTo>
                  <a:lnTo>
                    <a:pt x="5784835" y="93178"/>
                  </a:lnTo>
                  <a:lnTo>
                    <a:pt x="5735171" y="81138"/>
                  </a:lnTo>
                  <a:lnTo>
                    <a:pt x="5683790" y="70325"/>
                  </a:lnTo>
                  <a:lnTo>
                    <a:pt x="5629867" y="60673"/>
                  </a:lnTo>
                  <a:lnTo>
                    <a:pt x="5572481" y="52074"/>
                  </a:lnTo>
                  <a:lnTo>
                    <a:pt x="5510697" y="44406"/>
                  </a:lnTo>
                  <a:lnTo>
                    <a:pt x="5443650" y="37552"/>
                  </a:lnTo>
                  <a:lnTo>
                    <a:pt x="5370644" y="31411"/>
                  </a:lnTo>
                  <a:lnTo>
                    <a:pt x="5291301" y="25901"/>
                  </a:lnTo>
                  <a:lnTo>
                    <a:pt x="5205742" y="20964"/>
                  </a:lnTo>
                  <a:lnTo>
                    <a:pt x="5114806" y="16565"/>
                  </a:lnTo>
                  <a:lnTo>
                    <a:pt x="5020259" y="12690"/>
                  </a:lnTo>
                  <a:lnTo>
                    <a:pt x="4924923" y="9344"/>
                  </a:lnTo>
                  <a:lnTo>
                    <a:pt x="4832610" y="6538"/>
                  </a:lnTo>
                  <a:lnTo>
                    <a:pt x="4747759" y="4283"/>
                  </a:lnTo>
                  <a:lnTo>
                    <a:pt x="4674752" y="2570"/>
                  </a:lnTo>
                  <a:lnTo>
                    <a:pt x="4617034" y="1367"/>
                  </a:lnTo>
                  <a:lnTo>
                    <a:pt x="4576280" y="607"/>
                  </a:lnTo>
                  <a:lnTo>
                    <a:pt x="4551896" y="198"/>
                  </a:lnTo>
                  <a:lnTo>
                    <a:pt x="4540972" y="33"/>
                  </a:lnTo>
                  <a:lnTo>
                    <a:pt x="4538543" y="0"/>
                  </a:lnTo>
                  <a:lnTo>
                    <a:pt x="4016409" y="0"/>
                  </a:lnTo>
                  <a:lnTo>
                    <a:pt x="4015191" y="52"/>
                  </a:lnTo>
                  <a:lnTo>
                    <a:pt x="4007217" y="430"/>
                  </a:lnTo>
                  <a:lnTo>
                    <a:pt x="3987254" y="1473"/>
                  </a:lnTo>
                  <a:lnTo>
                    <a:pt x="3951916" y="3524"/>
                  </a:lnTo>
                  <a:lnTo>
                    <a:pt x="3899964" y="6884"/>
                  </a:lnTo>
                  <a:lnTo>
                    <a:pt x="3832373" y="11785"/>
                  </a:lnTo>
                  <a:lnTo>
                    <a:pt x="3751998" y="18363"/>
                  </a:lnTo>
                  <a:lnTo>
                    <a:pt x="3662860" y="26665"/>
                  </a:lnTo>
                  <a:lnTo>
                    <a:pt x="3569304" y="36674"/>
                  </a:lnTo>
                  <a:lnTo>
                    <a:pt x="3475272" y="48351"/>
                  </a:lnTo>
                  <a:lnTo>
                    <a:pt x="3383855" y="61669"/>
                  </a:lnTo>
                  <a:lnTo>
                    <a:pt x="3297134" y="76648"/>
                  </a:lnTo>
                  <a:lnTo>
                    <a:pt x="3216245" y="93368"/>
                  </a:lnTo>
                  <a:lnTo>
                    <a:pt x="3141558" y="111980"/>
                  </a:lnTo>
                  <a:lnTo>
                    <a:pt x="3072885" y="132708"/>
                  </a:lnTo>
                  <a:lnTo>
                    <a:pt x="3009669" y="155841"/>
                  </a:lnTo>
                  <a:lnTo>
                    <a:pt x="2951136" y="181721"/>
                  </a:lnTo>
                  <a:lnTo>
                    <a:pt x="2896403" y="210722"/>
                  </a:lnTo>
                  <a:lnTo>
                    <a:pt x="2844569" y="243210"/>
                  </a:lnTo>
                  <a:lnTo>
                    <a:pt x="2794784" y="279464"/>
                  </a:lnTo>
                  <a:lnTo>
                    <a:pt x="2770117" y="299300"/>
                  </a:lnTo>
                  <a:lnTo>
                    <a:pt x="2726588" y="337252"/>
                  </a:lnTo>
                  <a:lnTo>
                    <a:pt x="2683481" y="378442"/>
                  </a:lnTo>
                  <a:lnTo>
                    <a:pt x="2640461" y="422932"/>
                  </a:lnTo>
                  <a:lnTo>
                    <a:pt x="2597281" y="470708"/>
                  </a:lnTo>
                  <a:lnTo>
                    <a:pt x="2553767" y="521677"/>
                  </a:lnTo>
                  <a:lnTo>
                    <a:pt x="2509816" y="575652"/>
                  </a:lnTo>
                  <a:lnTo>
                    <a:pt x="2465383" y="632357"/>
                  </a:lnTo>
                  <a:lnTo>
                    <a:pt x="2420481" y="691423"/>
                  </a:lnTo>
                  <a:lnTo>
                    <a:pt x="2375168" y="752397"/>
                  </a:lnTo>
                  <a:lnTo>
                    <a:pt x="2329542" y="814756"/>
                  </a:lnTo>
                  <a:lnTo>
                    <a:pt x="2283728" y="877921"/>
                  </a:lnTo>
                  <a:lnTo>
                    <a:pt x="2237868" y="941281"/>
                  </a:lnTo>
                  <a:lnTo>
                    <a:pt x="2192107" y="1004218"/>
                  </a:lnTo>
                  <a:lnTo>
                    <a:pt x="2146584" y="1066130"/>
                  </a:lnTo>
                  <a:lnTo>
                    <a:pt x="2101413" y="1126456"/>
                  </a:lnTo>
                  <a:lnTo>
                    <a:pt x="2056680" y="1184698"/>
                  </a:lnTo>
                  <a:lnTo>
                    <a:pt x="2012426" y="1240432"/>
                  </a:lnTo>
                  <a:lnTo>
                    <a:pt x="1968645" y="1293324"/>
                  </a:lnTo>
                  <a:lnTo>
                    <a:pt x="1925270" y="1343129"/>
                  </a:lnTo>
                  <a:lnTo>
                    <a:pt x="1882173" y="1389697"/>
                  </a:lnTo>
                  <a:lnTo>
                    <a:pt x="1839155" y="1432964"/>
                  </a:lnTo>
                  <a:lnTo>
                    <a:pt x="1795935" y="1472947"/>
                  </a:lnTo>
                  <a:lnTo>
                    <a:pt x="1768425" y="1496500"/>
                  </a:lnTo>
                  <a:lnTo>
                    <a:pt x="1719393" y="1534712"/>
                  </a:lnTo>
                  <a:lnTo>
                    <a:pt x="1668697" y="1569081"/>
                  </a:lnTo>
                  <a:lnTo>
                    <a:pt x="1615543" y="1599805"/>
                  </a:lnTo>
                  <a:lnTo>
                    <a:pt x="1559048" y="1627218"/>
                  </a:lnTo>
                  <a:lnTo>
                    <a:pt x="1498309" y="1651697"/>
                  </a:lnTo>
                  <a:lnTo>
                    <a:pt x="1432487" y="1673603"/>
                  </a:lnTo>
                  <a:lnTo>
                    <a:pt x="1360896" y="1693254"/>
                  </a:lnTo>
                  <a:lnTo>
                    <a:pt x="1283142" y="1710909"/>
                  </a:lnTo>
                  <a:lnTo>
                    <a:pt x="1199285" y="1726755"/>
                  </a:lnTo>
                  <a:lnTo>
                    <a:pt x="1110048" y="1740909"/>
                  </a:lnTo>
                  <a:lnTo>
                    <a:pt x="1017018" y="1753418"/>
                  </a:lnTo>
                  <a:lnTo>
                    <a:pt x="922775" y="1764277"/>
                  </a:lnTo>
                  <a:lnTo>
                    <a:pt x="830867" y="1773448"/>
                  </a:lnTo>
                  <a:lnTo>
                    <a:pt x="745511" y="1780897"/>
                  </a:lnTo>
                  <a:lnTo>
                    <a:pt x="670997" y="1786637"/>
                  </a:lnTo>
                  <a:lnTo>
                    <a:pt x="610872" y="1790754"/>
                  </a:lnTo>
                  <a:lnTo>
                    <a:pt x="567132" y="1793434"/>
                  </a:lnTo>
                  <a:lnTo>
                    <a:pt x="539677" y="1794946"/>
                  </a:lnTo>
                  <a:lnTo>
                    <a:pt x="526177" y="1795618"/>
                  </a:lnTo>
                  <a:lnTo>
                    <a:pt x="522296" y="1795793"/>
                  </a:lnTo>
                  <a:lnTo>
                    <a:pt x="522133" y="1795800"/>
                  </a:lnTo>
                  <a:lnTo>
                    <a:pt x="0" y="1795800"/>
                  </a:lnTo>
                  <a:close/>
                </a:path>
              </a:pathLst>
            </a:custGeom>
            <a:solidFill>
              <a:srgbClr val="67C1B3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1116" name="pl1116"/>
            <p:cNvSpPr/>
            <p:nvPr/>
          </p:nvSpPr>
          <p:spPr>
            <a:xfrm>
              <a:off x="386606" y="2495689"/>
              <a:ext cx="8554953" cy="1795800"/>
            </a:xfrm>
            <a:custGeom>
              <a:avLst/>
              <a:pathLst>
                <a:path w="8554953" h="1795800">
                  <a:moveTo>
                    <a:pt x="0" y="1795800"/>
                  </a:moveTo>
                  <a:lnTo>
                    <a:pt x="522133" y="1795800"/>
                  </a:lnTo>
                  <a:lnTo>
                    <a:pt x="523352" y="1795747"/>
                  </a:lnTo>
                  <a:lnTo>
                    <a:pt x="531325" y="1795370"/>
                  </a:lnTo>
                  <a:lnTo>
                    <a:pt x="551288" y="1794326"/>
                  </a:lnTo>
                  <a:lnTo>
                    <a:pt x="586626" y="1792276"/>
                  </a:lnTo>
                  <a:lnTo>
                    <a:pt x="638578" y="1788915"/>
                  </a:lnTo>
                  <a:lnTo>
                    <a:pt x="706169" y="1784014"/>
                  </a:lnTo>
                  <a:lnTo>
                    <a:pt x="786544" y="1777436"/>
                  </a:lnTo>
                  <a:lnTo>
                    <a:pt x="875683" y="1769135"/>
                  </a:lnTo>
                  <a:lnTo>
                    <a:pt x="969239" y="1759126"/>
                  </a:lnTo>
                  <a:lnTo>
                    <a:pt x="1063270" y="1747449"/>
                  </a:lnTo>
                  <a:lnTo>
                    <a:pt x="1154687" y="1734130"/>
                  </a:lnTo>
                  <a:lnTo>
                    <a:pt x="1241408" y="1719152"/>
                  </a:lnTo>
                  <a:lnTo>
                    <a:pt x="1322298" y="1702432"/>
                  </a:lnTo>
                  <a:lnTo>
                    <a:pt x="1396985" y="1683819"/>
                  </a:lnTo>
                  <a:lnTo>
                    <a:pt x="1465657" y="1663091"/>
                  </a:lnTo>
                  <a:lnTo>
                    <a:pt x="1528873" y="1639959"/>
                  </a:lnTo>
                  <a:lnTo>
                    <a:pt x="1587406" y="1614079"/>
                  </a:lnTo>
                  <a:lnTo>
                    <a:pt x="1642139" y="1585077"/>
                  </a:lnTo>
                  <a:lnTo>
                    <a:pt x="1693973" y="1552590"/>
                  </a:lnTo>
                  <a:lnTo>
                    <a:pt x="1743758" y="1516336"/>
                  </a:lnTo>
                  <a:lnTo>
                    <a:pt x="1768425" y="1496500"/>
                  </a:lnTo>
                  <a:lnTo>
                    <a:pt x="1811955" y="1458548"/>
                  </a:lnTo>
                  <a:lnTo>
                    <a:pt x="1855062" y="1417357"/>
                  </a:lnTo>
                  <a:lnTo>
                    <a:pt x="1898081" y="1372868"/>
                  </a:lnTo>
                  <a:lnTo>
                    <a:pt x="1941261" y="1325091"/>
                  </a:lnTo>
                  <a:lnTo>
                    <a:pt x="1984775" y="1274123"/>
                  </a:lnTo>
                  <a:lnTo>
                    <a:pt x="2028726" y="1220148"/>
                  </a:lnTo>
                  <a:lnTo>
                    <a:pt x="2073159" y="1163443"/>
                  </a:lnTo>
                  <a:lnTo>
                    <a:pt x="2118061" y="1104377"/>
                  </a:lnTo>
                  <a:lnTo>
                    <a:pt x="2163374" y="1043402"/>
                  </a:lnTo>
                  <a:lnTo>
                    <a:pt x="2209000" y="981043"/>
                  </a:lnTo>
                  <a:lnTo>
                    <a:pt x="2254814" y="917879"/>
                  </a:lnTo>
                  <a:lnTo>
                    <a:pt x="2300674" y="854519"/>
                  </a:lnTo>
                  <a:lnTo>
                    <a:pt x="2346435" y="791582"/>
                  </a:lnTo>
                  <a:lnTo>
                    <a:pt x="2391959" y="729670"/>
                  </a:lnTo>
                  <a:lnTo>
                    <a:pt x="2437129" y="669343"/>
                  </a:lnTo>
                  <a:lnTo>
                    <a:pt x="2481862" y="611101"/>
                  </a:lnTo>
                  <a:lnTo>
                    <a:pt x="2526116" y="555367"/>
                  </a:lnTo>
                  <a:lnTo>
                    <a:pt x="2569897" y="502476"/>
                  </a:lnTo>
                  <a:lnTo>
                    <a:pt x="2613272" y="452671"/>
                  </a:lnTo>
                  <a:lnTo>
                    <a:pt x="2656369" y="406102"/>
                  </a:lnTo>
                  <a:lnTo>
                    <a:pt x="2699387" y="362835"/>
                  </a:lnTo>
                  <a:lnTo>
                    <a:pt x="2742607" y="322852"/>
                  </a:lnTo>
                  <a:lnTo>
                    <a:pt x="2770117" y="299300"/>
                  </a:lnTo>
                  <a:lnTo>
                    <a:pt x="2819149" y="261088"/>
                  </a:lnTo>
                  <a:lnTo>
                    <a:pt x="2869845" y="226719"/>
                  </a:lnTo>
                  <a:lnTo>
                    <a:pt x="2922999" y="195995"/>
                  </a:lnTo>
                  <a:lnTo>
                    <a:pt x="2979494" y="168581"/>
                  </a:lnTo>
                  <a:lnTo>
                    <a:pt x="3040233" y="144103"/>
                  </a:lnTo>
                  <a:lnTo>
                    <a:pt x="3106055" y="122197"/>
                  </a:lnTo>
                  <a:lnTo>
                    <a:pt x="3177646" y="102545"/>
                  </a:lnTo>
                  <a:lnTo>
                    <a:pt x="3255401" y="84890"/>
                  </a:lnTo>
                  <a:lnTo>
                    <a:pt x="3339258" y="69044"/>
                  </a:lnTo>
                  <a:lnTo>
                    <a:pt x="3428494" y="54891"/>
                  </a:lnTo>
                  <a:lnTo>
                    <a:pt x="3521525" y="42381"/>
                  </a:lnTo>
                  <a:lnTo>
                    <a:pt x="3615767" y="31523"/>
                  </a:lnTo>
                  <a:lnTo>
                    <a:pt x="3707675" y="22352"/>
                  </a:lnTo>
                  <a:lnTo>
                    <a:pt x="3793031" y="14902"/>
                  </a:lnTo>
                  <a:lnTo>
                    <a:pt x="3867546" y="9163"/>
                  </a:lnTo>
                  <a:lnTo>
                    <a:pt x="3927671" y="5045"/>
                  </a:lnTo>
                  <a:lnTo>
                    <a:pt x="3971410" y="2366"/>
                  </a:lnTo>
                  <a:lnTo>
                    <a:pt x="3998865" y="853"/>
                  </a:lnTo>
                  <a:lnTo>
                    <a:pt x="4012365" y="182"/>
                  </a:lnTo>
                  <a:lnTo>
                    <a:pt x="4016246" y="6"/>
                  </a:lnTo>
                  <a:lnTo>
                    <a:pt x="4016409" y="0"/>
                  </a:lnTo>
                  <a:lnTo>
                    <a:pt x="4538543" y="0"/>
                  </a:lnTo>
                  <a:lnTo>
                    <a:pt x="4539807" y="17"/>
                  </a:lnTo>
                  <a:lnTo>
                    <a:pt x="4548075" y="139"/>
                  </a:lnTo>
                  <a:lnTo>
                    <a:pt x="4568748" y="476"/>
                  </a:lnTo>
                  <a:lnTo>
                    <a:pt x="4605274" y="1139"/>
                  </a:lnTo>
                  <a:lnTo>
                    <a:pt x="4658838" y="2225"/>
                  </a:lnTo>
                  <a:lnTo>
                    <a:pt x="4728301" y="3806"/>
                  </a:lnTo>
                  <a:lnTo>
                    <a:pt x="4810590" y="5924"/>
                  </a:lnTo>
                  <a:lnTo>
                    <a:pt x="4901471" y="8594"/>
                  </a:lnTo>
                  <a:lnTo>
                    <a:pt x="4996443" y="11807"/>
                  </a:lnTo>
                  <a:lnTo>
                    <a:pt x="5091492" y="15551"/>
                  </a:lnTo>
                  <a:lnTo>
                    <a:pt x="5183533" y="19819"/>
                  </a:lnTo>
                  <a:lnTo>
                    <a:pt x="5270544" y="24619"/>
                  </a:lnTo>
                  <a:lnTo>
                    <a:pt x="5351471" y="29982"/>
                  </a:lnTo>
                  <a:lnTo>
                    <a:pt x="5426036" y="35959"/>
                  </a:lnTo>
                  <a:lnTo>
                    <a:pt x="5494513" y="42626"/>
                  </a:lnTo>
                  <a:lnTo>
                    <a:pt x="5557532" y="50081"/>
                  </a:lnTo>
                  <a:lnTo>
                    <a:pt x="5615927" y="58437"/>
                  </a:lnTo>
                  <a:lnTo>
                    <a:pt x="5670626" y="67815"/>
                  </a:lnTo>
                  <a:lnTo>
                    <a:pt x="5722558" y="78331"/>
                  </a:lnTo>
                  <a:lnTo>
                    <a:pt x="5772581" y="90062"/>
                  </a:lnTo>
                  <a:lnTo>
                    <a:pt x="5784835" y="93178"/>
                  </a:lnTo>
                  <a:lnTo>
                    <a:pt x="5837375" y="107583"/>
                  </a:lnTo>
                  <a:lnTo>
                    <a:pt x="5889407" y="123468"/>
                  </a:lnTo>
                  <a:lnTo>
                    <a:pt x="5941471" y="140853"/>
                  </a:lnTo>
                  <a:lnTo>
                    <a:pt x="5993937" y="159709"/>
                  </a:lnTo>
                  <a:lnTo>
                    <a:pt x="6047019" y="179947"/>
                  </a:lnTo>
                  <a:lnTo>
                    <a:pt x="6100802" y="201419"/>
                  </a:lnTo>
                  <a:lnTo>
                    <a:pt x="6155253" y="223915"/>
                  </a:lnTo>
                  <a:lnTo>
                    <a:pt x="6210242" y="247171"/>
                  </a:lnTo>
                  <a:lnTo>
                    <a:pt x="6265569" y="270883"/>
                  </a:lnTo>
                  <a:lnTo>
                    <a:pt x="6320989" y="294717"/>
                  </a:lnTo>
                  <a:lnTo>
                    <a:pt x="6376247" y="318336"/>
                  </a:lnTo>
                  <a:lnTo>
                    <a:pt x="6431106" y="341413"/>
                  </a:lnTo>
                  <a:lnTo>
                    <a:pt x="6485382" y="363651"/>
                  </a:lnTo>
                  <a:lnTo>
                    <a:pt x="6538972" y="384803"/>
                  </a:lnTo>
                  <a:lnTo>
                    <a:pt x="6591872" y="404675"/>
                  </a:lnTo>
                  <a:lnTo>
                    <a:pt x="6644199" y="423134"/>
                  </a:lnTo>
                  <a:lnTo>
                    <a:pt x="6696211" y="440108"/>
                  </a:lnTo>
                  <a:lnTo>
                    <a:pt x="6748321" y="455583"/>
                  </a:lnTo>
                  <a:lnTo>
                    <a:pt x="6786527" y="465891"/>
                  </a:lnTo>
                  <a:lnTo>
                    <a:pt x="6836191" y="477931"/>
                  </a:lnTo>
                  <a:lnTo>
                    <a:pt x="6887572" y="488744"/>
                  </a:lnTo>
                  <a:lnTo>
                    <a:pt x="6941495" y="498396"/>
                  </a:lnTo>
                  <a:lnTo>
                    <a:pt x="6998881" y="506995"/>
                  </a:lnTo>
                  <a:lnTo>
                    <a:pt x="7060664" y="514663"/>
                  </a:lnTo>
                  <a:lnTo>
                    <a:pt x="7127712" y="521517"/>
                  </a:lnTo>
                  <a:lnTo>
                    <a:pt x="7200718" y="527658"/>
                  </a:lnTo>
                  <a:lnTo>
                    <a:pt x="7280061" y="533168"/>
                  </a:lnTo>
                  <a:lnTo>
                    <a:pt x="7365620" y="538104"/>
                  </a:lnTo>
                  <a:lnTo>
                    <a:pt x="7456556" y="542504"/>
                  </a:lnTo>
                  <a:lnTo>
                    <a:pt x="7551103" y="546379"/>
                  </a:lnTo>
                  <a:lnTo>
                    <a:pt x="7646439" y="549725"/>
                  </a:lnTo>
                  <a:lnTo>
                    <a:pt x="7738752" y="552531"/>
                  </a:lnTo>
                  <a:lnTo>
                    <a:pt x="7823603" y="554786"/>
                  </a:lnTo>
                  <a:lnTo>
                    <a:pt x="7896610" y="556499"/>
                  </a:lnTo>
                  <a:lnTo>
                    <a:pt x="7954328" y="557702"/>
                  </a:lnTo>
                  <a:lnTo>
                    <a:pt x="7995082" y="558462"/>
                  </a:lnTo>
                  <a:lnTo>
                    <a:pt x="8019466" y="558871"/>
                  </a:lnTo>
                  <a:lnTo>
                    <a:pt x="8030390" y="559036"/>
                  </a:lnTo>
                  <a:lnTo>
                    <a:pt x="8032799" y="559069"/>
                  </a:lnTo>
                  <a:lnTo>
                    <a:pt x="8032819" y="559069"/>
                  </a:lnTo>
                  <a:lnTo>
                    <a:pt x="8554953" y="559069"/>
                  </a:lnTo>
                  <a:lnTo>
                    <a:pt x="8554953" y="559069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117" name="pl1117"/>
            <p:cNvSpPr/>
            <p:nvPr/>
          </p:nvSpPr>
          <p:spPr>
            <a:xfrm>
              <a:off x="386606" y="2484394"/>
              <a:ext cx="8554953" cy="1795800"/>
            </a:xfrm>
            <a:custGeom>
              <a:avLst/>
              <a:pathLst>
                <a:path w="8554953" h="1795800">
                  <a:moveTo>
                    <a:pt x="8554953" y="559069"/>
                  </a:moveTo>
                  <a:lnTo>
                    <a:pt x="8032819" y="559069"/>
                  </a:lnTo>
                  <a:lnTo>
                    <a:pt x="8031554" y="559052"/>
                  </a:lnTo>
                  <a:lnTo>
                    <a:pt x="8023286" y="558930"/>
                  </a:lnTo>
                  <a:lnTo>
                    <a:pt x="8002614" y="558593"/>
                  </a:lnTo>
                  <a:lnTo>
                    <a:pt x="7966088" y="557930"/>
                  </a:lnTo>
                  <a:lnTo>
                    <a:pt x="7912524" y="556844"/>
                  </a:lnTo>
                  <a:lnTo>
                    <a:pt x="7843061" y="555263"/>
                  </a:lnTo>
                  <a:lnTo>
                    <a:pt x="7760772" y="553144"/>
                  </a:lnTo>
                  <a:lnTo>
                    <a:pt x="7669891" y="550475"/>
                  </a:lnTo>
                  <a:lnTo>
                    <a:pt x="7574919" y="547262"/>
                  </a:lnTo>
                  <a:lnTo>
                    <a:pt x="7479870" y="543518"/>
                  </a:lnTo>
                  <a:lnTo>
                    <a:pt x="7387829" y="539250"/>
                  </a:lnTo>
                  <a:lnTo>
                    <a:pt x="7300818" y="534450"/>
                  </a:lnTo>
                  <a:lnTo>
                    <a:pt x="7219891" y="529087"/>
                  </a:lnTo>
                  <a:lnTo>
                    <a:pt x="7145326" y="523110"/>
                  </a:lnTo>
                  <a:lnTo>
                    <a:pt x="7076849" y="516443"/>
                  </a:lnTo>
                  <a:lnTo>
                    <a:pt x="7013830" y="508988"/>
                  </a:lnTo>
                  <a:lnTo>
                    <a:pt x="6955435" y="500632"/>
                  </a:lnTo>
                  <a:lnTo>
                    <a:pt x="6900736" y="491254"/>
                  </a:lnTo>
                  <a:lnTo>
                    <a:pt x="6848804" y="480738"/>
                  </a:lnTo>
                  <a:lnTo>
                    <a:pt x="6798781" y="469007"/>
                  </a:lnTo>
                  <a:lnTo>
                    <a:pt x="6786527" y="465891"/>
                  </a:lnTo>
                  <a:lnTo>
                    <a:pt x="6733986" y="451486"/>
                  </a:lnTo>
                  <a:lnTo>
                    <a:pt x="6681955" y="435601"/>
                  </a:lnTo>
                  <a:lnTo>
                    <a:pt x="6629890" y="418216"/>
                  </a:lnTo>
                  <a:lnTo>
                    <a:pt x="6577425" y="399360"/>
                  </a:lnTo>
                  <a:lnTo>
                    <a:pt x="6524343" y="379121"/>
                  </a:lnTo>
                  <a:lnTo>
                    <a:pt x="6470559" y="357650"/>
                  </a:lnTo>
                  <a:lnTo>
                    <a:pt x="6416109" y="335154"/>
                  </a:lnTo>
                  <a:lnTo>
                    <a:pt x="6361119" y="311898"/>
                  </a:lnTo>
                  <a:lnTo>
                    <a:pt x="6305793" y="288186"/>
                  </a:lnTo>
                  <a:lnTo>
                    <a:pt x="6250373" y="264352"/>
                  </a:lnTo>
                  <a:lnTo>
                    <a:pt x="6195115" y="240733"/>
                  </a:lnTo>
                  <a:lnTo>
                    <a:pt x="6140256" y="217656"/>
                  </a:lnTo>
                  <a:lnTo>
                    <a:pt x="6085980" y="195418"/>
                  </a:lnTo>
                  <a:lnTo>
                    <a:pt x="6032390" y="174266"/>
                  </a:lnTo>
                  <a:lnTo>
                    <a:pt x="5979490" y="154394"/>
                  </a:lnTo>
                  <a:lnTo>
                    <a:pt x="5927163" y="135935"/>
                  </a:lnTo>
                  <a:lnTo>
                    <a:pt x="5875151" y="118961"/>
                  </a:lnTo>
                  <a:lnTo>
                    <a:pt x="5823041" y="103486"/>
                  </a:lnTo>
                  <a:lnTo>
                    <a:pt x="5784835" y="93178"/>
                  </a:lnTo>
                  <a:lnTo>
                    <a:pt x="5735171" y="81138"/>
                  </a:lnTo>
                  <a:lnTo>
                    <a:pt x="5683790" y="70325"/>
                  </a:lnTo>
                  <a:lnTo>
                    <a:pt x="5629867" y="60673"/>
                  </a:lnTo>
                  <a:lnTo>
                    <a:pt x="5572481" y="52074"/>
                  </a:lnTo>
                  <a:lnTo>
                    <a:pt x="5510697" y="44406"/>
                  </a:lnTo>
                  <a:lnTo>
                    <a:pt x="5443650" y="37552"/>
                  </a:lnTo>
                  <a:lnTo>
                    <a:pt x="5370644" y="31411"/>
                  </a:lnTo>
                  <a:lnTo>
                    <a:pt x="5291301" y="25901"/>
                  </a:lnTo>
                  <a:lnTo>
                    <a:pt x="5205742" y="20964"/>
                  </a:lnTo>
                  <a:lnTo>
                    <a:pt x="5114806" y="16565"/>
                  </a:lnTo>
                  <a:lnTo>
                    <a:pt x="5020259" y="12690"/>
                  </a:lnTo>
                  <a:lnTo>
                    <a:pt x="4924923" y="9344"/>
                  </a:lnTo>
                  <a:lnTo>
                    <a:pt x="4832610" y="6538"/>
                  </a:lnTo>
                  <a:lnTo>
                    <a:pt x="4747759" y="4283"/>
                  </a:lnTo>
                  <a:lnTo>
                    <a:pt x="4674752" y="2570"/>
                  </a:lnTo>
                  <a:lnTo>
                    <a:pt x="4617034" y="1367"/>
                  </a:lnTo>
                  <a:lnTo>
                    <a:pt x="4576280" y="607"/>
                  </a:lnTo>
                  <a:lnTo>
                    <a:pt x="4551896" y="198"/>
                  </a:lnTo>
                  <a:lnTo>
                    <a:pt x="4540972" y="33"/>
                  </a:lnTo>
                  <a:lnTo>
                    <a:pt x="4538563" y="0"/>
                  </a:lnTo>
                  <a:lnTo>
                    <a:pt x="4538543" y="0"/>
                  </a:lnTo>
                  <a:lnTo>
                    <a:pt x="4016409" y="0"/>
                  </a:lnTo>
                  <a:lnTo>
                    <a:pt x="4015191" y="52"/>
                  </a:lnTo>
                  <a:lnTo>
                    <a:pt x="4007217" y="430"/>
                  </a:lnTo>
                  <a:lnTo>
                    <a:pt x="3987254" y="1473"/>
                  </a:lnTo>
                  <a:lnTo>
                    <a:pt x="3951916" y="3524"/>
                  </a:lnTo>
                  <a:lnTo>
                    <a:pt x="3899964" y="6884"/>
                  </a:lnTo>
                  <a:lnTo>
                    <a:pt x="3832373" y="11785"/>
                  </a:lnTo>
                  <a:lnTo>
                    <a:pt x="3751998" y="18363"/>
                  </a:lnTo>
                  <a:lnTo>
                    <a:pt x="3662860" y="26665"/>
                  </a:lnTo>
                  <a:lnTo>
                    <a:pt x="3569304" y="36674"/>
                  </a:lnTo>
                  <a:lnTo>
                    <a:pt x="3475272" y="48351"/>
                  </a:lnTo>
                  <a:lnTo>
                    <a:pt x="3383855" y="61669"/>
                  </a:lnTo>
                  <a:lnTo>
                    <a:pt x="3297134" y="76648"/>
                  </a:lnTo>
                  <a:lnTo>
                    <a:pt x="3216245" y="93368"/>
                  </a:lnTo>
                  <a:lnTo>
                    <a:pt x="3141558" y="111980"/>
                  </a:lnTo>
                  <a:lnTo>
                    <a:pt x="3072885" y="132708"/>
                  </a:lnTo>
                  <a:lnTo>
                    <a:pt x="3009669" y="155841"/>
                  </a:lnTo>
                  <a:lnTo>
                    <a:pt x="2951136" y="181721"/>
                  </a:lnTo>
                  <a:lnTo>
                    <a:pt x="2896403" y="210722"/>
                  </a:lnTo>
                  <a:lnTo>
                    <a:pt x="2844569" y="243210"/>
                  </a:lnTo>
                  <a:lnTo>
                    <a:pt x="2794784" y="279464"/>
                  </a:lnTo>
                  <a:lnTo>
                    <a:pt x="2770117" y="299300"/>
                  </a:lnTo>
                  <a:lnTo>
                    <a:pt x="2726588" y="337252"/>
                  </a:lnTo>
                  <a:lnTo>
                    <a:pt x="2683481" y="378442"/>
                  </a:lnTo>
                  <a:lnTo>
                    <a:pt x="2640461" y="422932"/>
                  </a:lnTo>
                  <a:lnTo>
                    <a:pt x="2597281" y="470708"/>
                  </a:lnTo>
                  <a:lnTo>
                    <a:pt x="2553767" y="521677"/>
                  </a:lnTo>
                  <a:lnTo>
                    <a:pt x="2509816" y="575652"/>
                  </a:lnTo>
                  <a:lnTo>
                    <a:pt x="2465383" y="632357"/>
                  </a:lnTo>
                  <a:lnTo>
                    <a:pt x="2420481" y="691423"/>
                  </a:lnTo>
                  <a:lnTo>
                    <a:pt x="2375168" y="752397"/>
                  </a:lnTo>
                  <a:lnTo>
                    <a:pt x="2329542" y="814756"/>
                  </a:lnTo>
                  <a:lnTo>
                    <a:pt x="2283728" y="877921"/>
                  </a:lnTo>
                  <a:lnTo>
                    <a:pt x="2237868" y="941281"/>
                  </a:lnTo>
                  <a:lnTo>
                    <a:pt x="2192107" y="1004218"/>
                  </a:lnTo>
                  <a:lnTo>
                    <a:pt x="2146584" y="1066130"/>
                  </a:lnTo>
                  <a:lnTo>
                    <a:pt x="2101413" y="1126456"/>
                  </a:lnTo>
                  <a:lnTo>
                    <a:pt x="2056680" y="1184698"/>
                  </a:lnTo>
                  <a:lnTo>
                    <a:pt x="2012426" y="1240432"/>
                  </a:lnTo>
                  <a:lnTo>
                    <a:pt x="1968645" y="1293324"/>
                  </a:lnTo>
                  <a:lnTo>
                    <a:pt x="1925270" y="1343129"/>
                  </a:lnTo>
                  <a:lnTo>
                    <a:pt x="1882173" y="1389697"/>
                  </a:lnTo>
                  <a:lnTo>
                    <a:pt x="1839155" y="1432964"/>
                  </a:lnTo>
                  <a:lnTo>
                    <a:pt x="1795935" y="1472947"/>
                  </a:lnTo>
                  <a:lnTo>
                    <a:pt x="1768425" y="1496500"/>
                  </a:lnTo>
                  <a:lnTo>
                    <a:pt x="1719393" y="1534712"/>
                  </a:lnTo>
                  <a:lnTo>
                    <a:pt x="1668697" y="1569081"/>
                  </a:lnTo>
                  <a:lnTo>
                    <a:pt x="1615543" y="1599805"/>
                  </a:lnTo>
                  <a:lnTo>
                    <a:pt x="1559048" y="1627218"/>
                  </a:lnTo>
                  <a:lnTo>
                    <a:pt x="1498309" y="1651697"/>
                  </a:lnTo>
                  <a:lnTo>
                    <a:pt x="1432487" y="1673603"/>
                  </a:lnTo>
                  <a:lnTo>
                    <a:pt x="1360896" y="1693254"/>
                  </a:lnTo>
                  <a:lnTo>
                    <a:pt x="1283142" y="1710909"/>
                  </a:lnTo>
                  <a:lnTo>
                    <a:pt x="1199285" y="1726755"/>
                  </a:lnTo>
                  <a:lnTo>
                    <a:pt x="1110048" y="1740909"/>
                  </a:lnTo>
                  <a:lnTo>
                    <a:pt x="1017018" y="1753418"/>
                  </a:lnTo>
                  <a:lnTo>
                    <a:pt x="922775" y="1764277"/>
                  </a:lnTo>
                  <a:lnTo>
                    <a:pt x="830867" y="1773448"/>
                  </a:lnTo>
                  <a:lnTo>
                    <a:pt x="745511" y="1780897"/>
                  </a:lnTo>
                  <a:lnTo>
                    <a:pt x="670997" y="1786637"/>
                  </a:lnTo>
                  <a:lnTo>
                    <a:pt x="610872" y="1790754"/>
                  </a:lnTo>
                  <a:lnTo>
                    <a:pt x="567132" y="1793434"/>
                  </a:lnTo>
                  <a:lnTo>
                    <a:pt x="539677" y="1794946"/>
                  </a:lnTo>
                  <a:lnTo>
                    <a:pt x="526177" y="1795618"/>
                  </a:lnTo>
                  <a:lnTo>
                    <a:pt x="522296" y="1795793"/>
                  </a:lnTo>
                  <a:lnTo>
                    <a:pt x="522133" y="1795800"/>
                  </a:lnTo>
                  <a:lnTo>
                    <a:pt x="0" y="1795800"/>
                  </a:lnTo>
                  <a:lnTo>
                    <a:pt x="0" y="179580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118" name="pg1118"/>
            <p:cNvSpPr/>
            <p:nvPr/>
          </p:nvSpPr>
          <p:spPr>
            <a:xfrm>
              <a:off x="386606" y="3246762"/>
              <a:ext cx="8554953" cy="2575110"/>
            </a:xfrm>
            <a:custGeom>
              <a:avLst/>
              <a:pathLst>
                <a:path w="8554953" h="2575110">
                  <a:moveTo>
                    <a:pt x="0" y="1270613"/>
                  </a:moveTo>
                  <a:lnTo>
                    <a:pt x="522133" y="1270613"/>
                  </a:lnTo>
                  <a:lnTo>
                    <a:pt x="523375" y="1270652"/>
                  </a:lnTo>
                  <a:lnTo>
                    <a:pt x="531500" y="1270932"/>
                  </a:lnTo>
                  <a:lnTo>
                    <a:pt x="551826" y="1271705"/>
                  </a:lnTo>
                  <a:lnTo>
                    <a:pt x="587774" y="1273224"/>
                  </a:lnTo>
                  <a:lnTo>
                    <a:pt x="640554" y="1275712"/>
                  </a:lnTo>
                  <a:lnTo>
                    <a:pt x="709107" y="1279338"/>
                  </a:lnTo>
                  <a:lnTo>
                    <a:pt x="790469" y="1284201"/>
                  </a:lnTo>
                  <a:lnTo>
                    <a:pt x="880508" y="1290333"/>
                  </a:lnTo>
                  <a:lnTo>
                    <a:pt x="974799" y="1297720"/>
                  </a:lnTo>
                  <a:lnTo>
                    <a:pt x="1069360" y="1306333"/>
                  </a:lnTo>
                  <a:lnTo>
                    <a:pt x="1161105" y="1316153"/>
                  </a:lnTo>
                  <a:lnTo>
                    <a:pt x="1247981" y="1327198"/>
                  </a:lnTo>
                  <a:lnTo>
                    <a:pt x="1328894" y="1339532"/>
                  </a:lnTo>
                  <a:lnTo>
                    <a:pt x="1403521" y="1353270"/>
                  </a:lnTo>
                  <a:lnTo>
                    <a:pt x="1472093" y="1368583"/>
                  </a:lnTo>
                  <a:lnTo>
                    <a:pt x="1535207" y="1385689"/>
                  </a:lnTo>
                  <a:lnTo>
                    <a:pt x="1593667" y="1404845"/>
                  </a:lnTo>
                  <a:lnTo>
                    <a:pt x="1648378" y="1426329"/>
                  </a:lnTo>
                  <a:lnTo>
                    <a:pt x="1700259" y="1450407"/>
                  </a:lnTo>
                  <a:lnTo>
                    <a:pt x="1750162" y="1477275"/>
                  </a:lnTo>
                  <a:lnTo>
                    <a:pt x="1768425" y="1488029"/>
                  </a:lnTo>
                  <a:lnTo>
                    <a:pt x="1815620" y="1518043"/>
                  </a:lnTo>
                  <a:lnTo>
                    <a:pt x="1862354" y="1550830"/>
                  </a:lnTo>
                  <a:lnTo>
                    <a:pt x="1909039" y="1586439"/>
                  </a:lnTo>
                  <a:lnTo>
                    <a:pt x="1955973" y="1624843"/>
                  </a:lnTo>
                  <a:lnTo>
                    <a:pt x="2003347" y="1665930"/>
                  </a:lnTo>
                  <a:lnTo>
                    <a:pt x="2051266" y="1709495"/>
                  </a:lnTo>
                  <a:lnTo>
                    <a:pt x="2099751" y="1755241"/>
                  </a:lnTo>
                  <a:lnTo>
                    <a:pt x="2148753" y="1802784"/>
                  </a:lnTo>
                  <a:lnTo>
                    <a:pt x="2198164" y="1851658"/>
                  </a:lnTo>
                  <a:lnTo>
                    <a:pt x="2247832" y="1901342"/>
                  </a:lnTo>
                  <a:lnTo>
                    <a:pt x="2297581" y="1951273"/>
                  </a:lnTo>
                  <a:lnTo>
                    <a:pt x="2347225" y="2000878"/>
                  </a:lnTo>
                  <a:lnTo>
                    <a:pt x="2396587" y="2049598"/>
                  </a:lnTo>
                  <a:lnTo>
                    <a:pt x="2445522" y="2096918"/>
                  </a:lnTo>
                  <a:lnTo>
                    <a:pt x="2493931" y="2142384"/>
                  </a:lnTo>
                  <a:lnTo>
                    <a:pt x="2541771" y="2185623"/>
                  </a:lnTo>
                  <a:lnTo>
                    <a:pt x="2589077" y="2226349"/>
                  </a:lnTo>
                  <a:lnTo>
                    <a:pt x="2635962" y="2264371"/>
                  </a:lnTo>
                  <a:lnTo>
                    <a:pt x="2682635" y="2299591"/>
                  </a:lnTo>
                  <a:lnTo>
                    <a:pt x="2729405" y="2331990"/>
                  </a:lnTo>
                  <a:lnTo>
                    <a:pt x="2770117" y="2357693"/>
                  </a:lnTo>
                  <a:lnTo>
                    <a:pt x="2819474" y="2385623"/>
                  </a:lnTo>
                  <a:lnTo>
                    <a:pt x="2870523" y="2410726"/>
                  </a:lnTo>
                  <a:lnTo>
                    <a:pt x="2924073" y="2433149"/>
                  </a:lnTo>
                  <a:lnTo>
                    <a:pt x="2981027" y="2453141"/>
                  </a:lnTo>
                  <a:lnTo>
                    <a:pt x="3042302" y="2470980"/>
                  </a:lnTo>
                  <a:lnTo>
                    <a:pt x="3108754" y="2486934"/>
                  </a:lnTo>
                  <a:lnTo>
                    <a:pt x="3181072" y="2501237"/>
                  </a:lnTo>
                  <a:lnTo>
                    <a:pt x="3259643" y="2514078"/>
                  </a:lnTo>
                  <a:lnTo>
                    <a:pt x="3344375" y="2525594"/>
                  </a:lnTo>
                  <a:lnTo>
                    <a:pt x="3434489" y="2535867"/>
                  </a:lnTo>
                  <a:lnTo>
                    <a:pt x="3528306" y="2544931"/>
                  </a:lnTo>
                  <a:lnTo>
                    <a:pt x="3623122" y="2552778"/>
                  </a:lnTo>
                  <a:lnTo>
                    <a:pt x="3715254" y="2559382"/>
                  </a:lnTo>
                  <a:lnTo>
                    <a:pt x="3800371" y="2564717"/>
                  </a:lnTo>
                  <a:lnTo>
                    <a:pt x="3874131" y="2568797"/>
                  </a:lnTo>
                  <a:lnTo>
                    <a:pt x="3933035" y="2571694"/>
                  </a:lnTo>
                  <a:lnTo>
                    <a:pt x="3975246" y="2573551"/>
                  </a:lnTo>
                  <a:lnTo>
                    <a:pt x="4001113" y="2574574"/>
                  </a:lnTo>
                  <a:lnTo>
                    <a:pt x="4013263" y="2575007"/>
                  </a:lnTo>
                  <a:lnTo>
                    <a:pt x="4016409" y="2575110"/>
                  </a:lnTo>
                  <a:lnTo>
                    <a:pt x="4538543" y="2575110"/>
                  </a:lnTo>
                  <a:lnTo>
                    <a:pt x="4539713" y="2575037"/>
                  </a:lnTo>
                  <a:lnTo>
                    <a:pt x="4547375" y="2574519"/>
                  </a:lnTo>
                  <a:lnTo>
                    <a:pt x="4566584" y="2573088"/>
                  </a:lnTo>
                  <a:lnTo>
                    <a:pt x="4600655" y="2570274"/>
                  </a:lnTo>
                  <a:lnTo>
                    <a:pt x="4650882" y="2565658"/>
                  </a:lnTo>
                  <a:lnTo>
                    <a:pt x="4716453" y="2558916"/>
                  </a:lnTo>
                  <a:lnTo>
                    <a:pt x="4794746" y="2549850"/>
                  </a:lnTo>
                  <a:lnTo>
                    <a:pt x="4881966" y="2538388"/>
                  </a:lnTo>
                  <a:lnTo>
                    <a:pt x="4973940" y="2524543"/>
                  </a:lnTo>
                  <a:lnTo>
                    <a:pt x="5066811" y="2508371"/>
                  </a:lnTo>
                  <a:lnTo>
                    <a:pt x="5157494" y="2489913"/>
                  </a:lnTo>
                  <a:lnTo>
                    <a:pt x="5243853" y="2469153"/>
                  </a:lnTo>
                  <a:lnTo>
                    <a:pt x="5324663" y="2445996"/>
                  </a:lnTo>
                  <a:lnTo>
                    <a:pt x="5399459" y="2420250"/>
                  </a:lnTo>
                  <a:lnTo>
                    <a:pt x="5468335" y="2391628"/>
                  </a:lnTo>
                  <a:lnTo>
                    <a:pt x="5531769" y="2359750"/>
                  </a:lnTo>
                  <a:lnTo>
                    <a:pt x="5590471" y="2324159"/>
                  </a:lnTo>
                  <a:lnTo>
                    <a:pt x="5645271" y="2284348"/>
                  </a:lnTo>
                  <a:lnTo>
                    <a:pt x="5697035" y="2239805"/>
                  </a:lnTo>
                  <a:lnTo>
                    <a:pt x="5746600" y="2190103"/>
                  </a:lnTo>
                  <a:lnTo>
                    <a:pt x="5784835" y="2146866"/>
                  </a:lnTo>
                  <a:lnTo>
                    <a:pt x="5823471" y="2098933"/>
                  </a:lnTo>
                  <a:lnTo>
                    <a:pt x="5861742" y="2047366"/>
                  </a:lnTo>
                  <a:lnTo>
                    <a:pt x="5899891" y="1992094"/>
                  </a:lnTo>
                  <a:lnTo>
                    <a:pt x="5938109" y="1933105"/>
                  </a:lnTo>
                  <a:lnTo>
                    <a:pt x="5976536" y="1870462"/>
                  </a:lnTo>
                  <a:lnTo>
                    <a:pt x="6015268" y="1804302"/>
                  </a:lnTo>
                  <a:lnTo>
                    <a:pt x="6054361" y="1734845"/>
                  </a:lnTo>
                  <a:lnTo>
                    <a:pt x="6093835" y="1662392"/>
                  </a:lnTo>
                  <a:lnTo>
                    <a:pt x="6133676" y="1587324"/>
                  </a:lnTo>
                  <a:lnTo>
                    <a:pt x="6173842" y="1510097"/>
                  </a:lnTo>
                  <a:lnTo>
                    <a:pt x="6214266" y="1431230"/>
                  </a:lnTo>
                  <a:lnTo>
                    <a:pt x="6254863" y="1351292"/>
                  </a:lnTo>
                  <a:lnTo>
                    <a:pt x="6295538" y="1270886"/>
                  </a:lnTo>
                  <a:lnTo>
                    <a:pt x="6336188" y="1190630"/>
                  </a:lnTo>
                  <a:lnTo>
                    <a:pt x="6376713" y="1111137"/>
                  </a:lnTo>
                  <a:lnTo>
                    <a:pt x="6417021" y="1032996"/>
                  </a:lnTo>
                  <a:lnTo>
                    <a:pt x="6457037" y="956755"/>
                  </a:lnTo>
                  <a:lnTo>
                    <a:pt x="6496703" y="882902"/>
                  </a:lnTo>
                  <a:lnTo>
                    <a:pt x="6535993" y="811858"/>
                  </a:lnTo>
                  <a:lnTo>
                    <a:pt x="6574906" y="743966"/>
                  </a:lnTo>
                  <a:lnTo>
                    <a:pt x="6613481" y="679488"/>
                  </a:lnTo>
                  <a:lnTo>
                    <a:pt x="6651792" y="618603"/>
                  </a:lnTo>
                  <a:lnTo>
                    <a:pt x="6689956" y="561412"/>
                  </a:lnTo>
                  <a:lnTo>
                    <a:pt x="6728137" y="507941"/>
                  </a:lnTo>
                  <a:lnTo>
                    <a:pt x="6766551" y="458148"/>
                  </a:lnTo>
                  <a:lnTo>
                    <a:pt x="6786527" y="433890"/>
                  </a:lnTo>
                  <a:lnTo>
                    <a:pt x="6834873" y="379933"/>
                  </a:lnTo>
                  <a:lnTo>
                    <a:pt x="6884828" y="331325"/>
                  </a:lnTo>
                  <a:lnTo>
                    <a:pt x="6937151" y="287801"/>
                  </a:lnTo>
                  <a:lnTo>
                    <a:pt x="6992686" y="248905"/>
                  </a:lnTo>
                  <a:lnTo>
                    <a:pt x="7052301" y="214123"/>
                  </a:lnTo>
                  <a:lnTo>
                    <a:pt x="7116809" y="182953"/>
                  </a:lnTo>
                  <a:lnTo>
                    <a:pt x="7186881" y="154955"/>
                  </a:lnTo>
                  <a:lnTo>
                    <a:pt x="7262929" y="129765"/>
                  </a:lnTo>
                  <a:lnTo>
                    <a:pt x="7344947" y="107116"/>
                  </a:lnTo>
                  <a:lnTo>
                    <a:pt x="7432329" y="86837"/>
                  </a:lnTo>
                  <a:lnTo>
                    <a:pt x="7523672" y="68851"/>
                  </a:lnTo>
                  <a:lnTo>
                    <a:pt x="7616640" y="53156"/>
                  </a:lnTo>
                  <a:lnTo>
                    <a:pt x="7707967" y="39800"/>
                  </a:lnTo>
                  <a:lnTo>
                    <a:pt x="7793682" y="28834"/>
                  </a:lnTo>
                  <a:lnTo>
                    <a:pt x="7869626" y="20259"/>
                  </a:lnTo>
                  <a:lnTo>
                    <a:pt x="7932186" y="13978"/>
                  </a:lnTo>
                  <a:lnTo>
                    <a:pt x="7979070" y="9765"/>
                  </a:lnTo>
                  <a:lnTo>
                    <a:pt x="8009890" y="7274"/>
                  </a:lnTo>
                  <a:lnTo>
                    <a:pt x="8026377" y="6071"/>
                  </a:lnTo>
                  <a:lnTo>
                    <a:pt x="8032229" y="5683"/>
                  </a:lnTo>
                  <a:lnTo>
                    <a:pt x="8032819" y="5647"/>
                  </a:lnTo>
                  <a:lnTo>
                    <a:pt x="8554953" y="5647"/>
                  </a:lnTo>
                  <a:lnTo>
                    <a:pt x="8554953" y="0"/>
                  </a:lnTo>
                  <a:lnTo>
                    <a:pt x="8032819" y="0"/>
                  </a:lnTo>
                  <a:lnTo>
                    <a:pt x="8031649" y="72"/>
                  </a:lnTo>
                  <a:lnTo>
                    <a:pt x="8023987" y="590"/>
                  </a:lnTo>
                  <a:lnTo>
                    <a:pt x="8004778" y="2021"/>
                  </a:lnTo>
                  <a:lnTo>
                    <a:pt x="7970707" y="4835"/>
                  </a:lnTo>
                  <a:lnTo>
                    <a:pt x="7920480" y="9451"/>
                  </a:lnTo>
                  <a:lnTo>
                    <a:pt x="7854909" y="16193"/>
                  </a:lnTo>
                  <a:lnTo>
                    <a:pt x="7776616" y="25259"/>
                  </a:lnTo>
                  <a:lnTo>
                    <a:pt x="7689396" y="36722"/>
                  </a:lnTo>
                  <a:lnTo>
                    <a:pt x="7597422" y="50566"/>
                  </a:lnTo>
                  <a:lnTo>
                    <a:pt x="7504550" y="66738"/>
                  </a:lnTo>
                  <a:lnTo>
                    <a:pt x="7413868" y="85196"/>
                  </a:lnTo>
                  <a:lnTo>
                    <a:pt x="7327509" y="105956"/>
                  </a:lnTo>
                  <a:lnTo>
                    <a:pt x="7246699" y="129113"/>
                  </a:lnTo>
                  <a:lnTo>
                    <a:pt x="7171903" y="154859"/>
                  </a:lnTo>
                  <a:lnTo>
                    <a:pt x="7103027" y="183481"/>
                  </a:lnTo>
                  <a:lnTo>
                    <a:pt x="7039593" y="215359"/>
                  </a:lnTo>
                  <a:lnTo>
                    <a:pt x="6980891" y="250950"/>
                  </a:lnTo>
                  <a:lnTo>
                    <a:pt x="6926091" y="290761"/>
                  </a:lnTo>
                  <a:lnTo>
                    <a:pt x="6874326" y="335304"/>
                  </a:lnTo>
                  <a:lnTo>
                    <a:pt x="6824762" y="385006"/>
                  </a:lnTo>
                  <a:lnTo>
                    <a:pt x="6786527" y="428243"/>
                  </a:lnTo>
                  <a:lnTo>
                    <a:pt x="6747891" y="476176"/>
                  </a:lnTo>
                  <a:lnTo>
                    <a:pt x="6709620" y="527743"/>
                  </a:lnTo>
                  <a:lnTo>
                    <a:pt x="6671471" y="583015"/>
                  </a:lnTo>
                  <a:lnTo>
                    <a:pt x="6633253" y="642004"/>
                  </a:lnTo>
                  <a:lnTo>
                    <a:pt x="6594826" y="704647"/>
                  </a:lnTo>
                  <a:lnTo>
                    <a:pt x="6556094" y="770807"/>
                  </a:lnTo>
                  <a:lnTo>
                    <a:pt x="6517001" y="840264"/>
                  </a:lnTo>
                  <a:lnTo>
                    <a:pt x="6477527" y="912717"/>
                  </a:lnTo>
                  <a:lnTo>
                    <a:pt x="6437686" y="987785"/>
                  </a:lnTo>
                  <a:lnTo>
                    <a:pt x="6397520" y="1065012"/>
                  </a:lnTo>
                  <a:lnTo>
                    <a:pt x="6357096" y="1143879"/>
                  </a:lnTo>
                  <a:lnTo>
                    <a:pt x="6316499" y="1223817"/>
                  </a:lnTo>
                  <a:lnTo>
                    <a:pt x="6275824" y="1304223"/>
                  </a:lnTo>
                  <a:lnTo>
                    <a:pt x="6235174" y="1384479"/>
                  </a:lnTo>
                  <a:lnTo>
                    <a:pt x="6194649" y="1463972"/>
                  </a:lnTo>
                  <a:lnTo>
                    <a:pt x="6154341" y="1542113"/>
                  </a:lnTo>
                  <a:lnTo>
                    <a:pt x="6114325" y="1618354"/>
                  </a:lnTo>
                  <a:lnTo>
                    <a:pt x="6074659" y="1692207"/>
                  </a:lnTo>
                  <a:lnTo>
                    <a:pt x="6035369" y="1763251"/>
                  </a:lnTo>
                  <a:lnTo>
                    <a:pt x="5996456" y="1831143"/>
                  </a:lnTo>
                  <a:lnTo>
                    <a:pt x="5957881" y="1895621"/>
                  </a:lnTo>
                  <a:lnTo>
                    <a:pt x="5919570" y="1956506"/>
                  </a:lnTo>
                  <a:lnTo>
                    <a:pt x="5881406" y="2013697"/>
                  </a:lnTo>
                  <a:lnTo>
                    <a:pt x="5843224" y="2067168"/>
                  </a:lnTo>
                  <a:lnTo>
                    <a:pt x="5804811" y="2116961"/>
                  </a:lnTo>
                  <a:lnTo>
                    <a:pt x="5784835" y="2141219"/>
                  </a:lnTo>
                  <a:lnTo>
                    <a:pt x="5736489" y="2195176"/>
                  </a:lnTo>
                  <a:lnTo>
                    <a:pt x="5686534" y="2243784"/>
                  </a:lnTo>
                  <a:lnTo>
                    <a:pt x="5634211" y="2287308"/>
                  </a:lnTo>
                  <a:lnTo>
                    <a:pt x="5578676" y="2326204"/>
                  </a:lnTo>
                  <a:lnTo>
                    <a:pt x="5519060" y="2360986"/>
                  </a:lnTo>
                  <a:lnTo>
                    <a:pt x="5454553" y="2392156"/>
                  </a:lnTo>
                  <a:lnTo>
                    <a:pt x="5384481" y="2420154"/>
                  </a:lnTo>
                  <a:lnTo>
                    <a:pt x="5308433" y="2445344"/>
                  </a:lnTo>
                  <a:lnTo>
                    <a:pt x="5226415" y="2467993"/>
                  </a:lnTo>
                  <a:lnTo>
                    <a:pt x="5139033" y="2488272"/>
                  </a:lnTo>
                  <a:lnTo>
                    <a:pt x="5047690" y="2506258"/>
                  </a:lnTo>
                  <a:lnTo>
                    <a:pt x="4954721" y="2521953"/>
                  </a:lnTo>
                  <a:lnTo>
                    <a:pt x="4863395" y="2535309"/>
                  </a:lnTo>
                  <a:lnTo>
                    <a:pt x="4777680" y="2546275"/>
                  </a:lnTo>
                  <a:lnTo>
                    <a:pt x="4701736" y="2554850"/>
                  </a:lnTo>
                  <a:lnTo>
                    <a:pt x="4639176" y="2561131"/>
                  </a:lnTo>
                  <a:lnTo>
                    <a:pt x="4592292" y="2565344"/>
                  </a:lnTo>
                  <a:lnTo>
                    <a:pt x="4561472" y="2567835"/>
                  </a:lnTo>
                  <a:lnTo>
                    <a:pt x="4544985" y="2569038"/>
                  </a:lnTo>
                  <a:lnTo>
                    <a:pt x="4539133" y="2569426"/>
                  </a:lnTo>
                  <a:lnTo>
                    <a:pt x="4538543" y="2569462"/>
                  </a:lnTo>
                  <a:lnTo>
                    <a:pt x="4016409" y="2569462"/>
                  </a:lnTo>
                  <a:lnTo>
                    <a:pt x="4015167" y="2569423"/>
                  </a:lnTo>
                  <a:lnTo>
                    <a:pt x="4007043" y="2569144"/>
                  </a:lnTo>
                  <a:lnTo>
                    <a:pt x="3986716" y="2568370"/>
                  </a:lnTo>
                  <a:lnTo>
                    <a:pt x="3950769" y="2566851"/>
                  </a:lnTo>
                  <a:lnTo>
                    <a:pt x="3897988" y="2564363"/>
                  </a:lnTo>
                  <a:lnTo>
                    <a:pt x="3829435" y="2560737"/>
                  </a:lnTo>
                  <a:lnTo>
                    <a:pt x="3748073" y="2555874"/>
                  </a:lnTo>
                  <a:lnTo>
                    <a:pt x="3658034" y="2549742"/>
                  </a:lnTo>
                  <a:lnTo>
                    <a:pt x="3563743" y="2542355"/>
                  </a:lnTo>
                  <a:lnTo>
                    <a:pt x="3469182" y="2533743"/>
                  </a:lnTo>
                  <a:lnTo>
                    <a:pt x="3377437" y="2523922"/>
                  </a:lnTo>
                  <a:lnTo>
                    <a:pt x="3290561" y="2512877"/>
                  </a:lnTo>
                  <a:lnTo>
                    <a:pt x="3209649" y="2500543"/>
                  </a:lnTo>
                  <a:lnTo>
                    <a:pt x="3135022" y="2486805"/>
                  </a:lnTo>
                  <a:lnTo>
                    <a:pt x="3066449" y="2471492"/>
                  </a:lnTo>
                  <a:lnTo>
                    <a:pt x="3003336" y="2454386"/>
                  </a:lnTo>
                  <a:lnTo>
                    <a:pt x="2944876" y="2435231"/>
                  </a:lnTo>
                  <a:lnTo>
                    <a:pt x="2890164" y="2413746"/>
                  </a:lnTo>
                  <a:lnTo>
                    <a:pt x="2838283" y="2389668"/>
                  </a:lnTo>
                  <a:lnTo>
                    <a:pt x="2788380" y="2362800"/>
                  </a:lnTo>
                  <a:lnTo>
                    <a:pt x="2770117" y="2352046"/>
                  </a:lnTo>
                  <a:lnTo>
                    <a:pt x="2722922" y="2322033"/>
                  </a:lnTo>
                  <a:lnTo>
                    <a:pt x="2676188" y="2289246"/>
                  </a:lnTo>
                  <a:lnTo>
                    <a:pt x="2629503" y="2253636"/>
                  </a:lnTo>
                  <a:lnTo>
                    <a:pt x="2582570" y="2215232"/>
                  </a:lnTo>
                  <a:lnTo>
                    <a:pt x="2535195" y="2174145"/>
                  </a:lnTo>
                  <a:lnTo>
                    <a:pt x="2487276" y="2130580"/>
                  </a:lnTo>
                  <a:lnTo>
                    <a:pt x="2438791" y="2084834"/>
                  </a:lnTo>
                  <a:lnTo>
                    <a:pt x="2389789" y="2037292"/>
                  </a:lnTo>
                  <a:lnTo>
                    <a:pt x="2340379" y="1988417"/>
                  </a:lnTo>
                  <a:lnTo>
                    <a:pt x="2290710" y="1938733"/>
                  </a:lnTo>
                  <a:lnTo>
                    <a:pt x="2240961" y="1888802"/>
                  </a:lnTo>
                  <a:lnTo>
                    <a:pt x="2191318" y="1839198"/>
                  </a:lnTo>
                  <a:lnTo>
                    <a:pt x="2141955" y="1790477"/>
                  </a:lnTo>
                  <a:lnTo>
                    <a:pt x="2093020" y="1743157"/>
                  </a:lnTo>
                  <a:lnTo>
                    <a:pt x="2044612" y="1697691"/>
                  </a:lnTo>
                  <a:lnTo>
                    <a:pt x="1996771" y="1654453"/>
                  </a:lnTo>
                  <a:lnTo>
                    <a:pt x="1949465" y="1613727"/>
                  </a:lnTo>
                  <a:lnTo>
                    <a:pt x="1902580" y="1575704"/>
                  </a:lnTo>
                  <a:lnTo>
                    <a:pt x="1855908" y="1540485"/>
                  </a:lnTo>
                  <a:lnTo>
                    <a:pt x="1809137" y="1508085"/>
                  </a:lnTo>
                  <a:lnTo>
                    <a:pt x="1768425" y="1482382"/>
                  </a:lnTo>
                  <a:lnTo>
                    <a:pt x="1719068" y="1454452"/>
                  </a:lnTo>
                  <a:lnTo>
                    <a:pt x="1668019" y="1429349"/>
                  </a:lnTo>
                  <a:lnTo>
                    <a:pt x="1614469" y="1406926"/>
                  </a:lnTo>
                  <a:lnTo>
                    <a:pt x="1557516" y="1386935"/>
                  </a:lnTo>
                  <a:lnTo>
                    <a:pt x="1496240" y="1369096"/>
                  </a:lnTo>
                  <a:lnTo>
                    <a:pt x="1429788" y="1353142"/>
                  </a:lnTo>
                  <a:lnTo>
                    <a:pt x="1357470" y="1338838"/>
                  </a:lnTo>
                  <a:lnTo>
                    <a:pt x="1278899" y="1325997"/>
                  </a:lnTo>
                  <a:lnTo>
                    <a:pt x="1194167" y="1314482"/>
                  </a:lnTo>
                  <a:lnTo>
                    <a:pt x="1104053" y="1304208"/>
                  </a:lnTo>
                  <a:lnTo>
                    <a:pt x="1010236" y="1295145"/>
                  </a:lnTo>
                  <a:lnTo>
                    <a:pt x="915421" y="1287297"/>
                  </a:lnTo>
                  <a:lnTo>
                    <a:pt x="823288" y="1280694"/>
                  </a:lnTo>
                  <a:lnTo>
                    <a:pt x="738171" y="1275358"/>
                  </a:lnTo>
                  <a:lnTo>
                    <a:pt x="664411" y="1271278"/>
                  </a:lnTo>
                  <a:lnTo>
                    <a:pt x="605507" y="1268381"/>
                  </a:lnTo>
                  <a:lnTo>
                    <a:pt x="563296" y="1266524"/>
                  </a:lnTo>
                  <a:lnTo>
                    <a:pt x="537429" y="1265502"/>
                  </a:lnTo>
                  <a:lnTo>
                    <a:pt x="525279" y="1265068"/>
                  </a:lnTo>
                  <a:lnTo>
                    <a:pt x="522133" y="1264966"/>
                  </a:lnTo>
                  <a:lnTo>
                    <a:pt x="0" y="1264966"/>
                  </a:lnTo>
                  <a:close/>
                </a:path>
              </a:pathLst>
            </a:custGeom>
            <a:solidFill>
              <a:srgbClr val="67C1B3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1119" name="pl1119"/>
            <p:cNvSpPr/>
            <p:nvPr/>
          </p:nvSpPr>
          <p:spPr>
            <a:xfrm>
              <a:off x="386606" y="3252409"/>
              <a:ext cx="8554953" cy="2569462"/>
            </a:xfrm>
            <a:custGeom>
              <a:avLst/>
              <a:pathLst>
                <a:path w="8554953" h="2569462">
                  <a:moveTo>
                    <a:pt x="0" y="1264966"/>
                  </a:moveTo>
                  <a:lnTo>
                    <a:pt x="522133" y="1264966"/>
                  </a:lnTo>
                  <a:lnTo>
                    <a:pt x="523375" y="1265005"/>
                  </a:lnTo>
                  <a:lnTo>
                    <a:pt x="531500" y="1265285"/>
                  </a:lnTo>
                  <a:lnTo>
                    <a:pt x="551826" y="1266058"/>
                  </a:lnTo>
                  <a:lnTo>
                    <a:pt x="587774" y="1267577"/>
                  </a:lnTo>
                  <a:lnTo>
                    <a:pt x="640554" y="1270065"/>
                  </a:lnTo>
                  <a:lnTo>
                    <a:pt x="709107" y="1273691"/>
                  </a:lnTo>
                  <a:lnTo>
                    <a:pt x="790469" y="1278554"/>
                  </a:lnTo>
                  <a:lnTo>
                    <a:pt x="880508" y="1284686"/>
                  </a:lnTo>
                  <a:lnTo>
                    <a:pt x="974799" y="1292073"/>
                  </a:lnTo>
                  <a:lnTo>
                    <a:pt x="1069360" y="1300686"/>
                  </a:lnTo>
                  <a:lnTo>
                    <a:pt x="1161105" y="1310506"/>
                  </a:lnTo>
                  <a:lnTo>
                    <a:pt x="1247981" y="1321551"/>
                  </a:lnTo>
                  <a:lnTo>
                    <a:pt x="1328894" y="1333885"/>
                  </a:lnTo>
                  <a:lnTo>
                    <a:pt x="1403521" y="1347623"/>
                  </a:lnTo>
                  <a:lnTo>
                    <a:pt x="1472093" y="1362936"/>
                  </a:lnTo>
                  <a:lnTo>
                    <a:pt x="1535207" y="1380042"/>
                  </a:lnTo>
                  <a:lnTo>
                    <a:pt x="1593667" y="1399198"/>
                  </a:lnTo>
                  <a:lnTo>
                    <a:pt x="1648378" y="1420682"/>
                  </a:lnTo>
                  <a:lnTo>
                    <a:pt x="1700259" y="1444760"/>
                  </a:lnTo>
                  <a:lnTo>
                    <a:pt x="1750162" y="1471628"/>
                  </a:lnTo>
                  <a:lnTo>
                    <a:pt x="1768425" y="1482382"/>
                  </a:lnTo>
                  <a:lnTo>
                    <a:pt x="1815620" y="1512395"/>
                  </a:lnTo>
                  <a:lnTo>
                    <a:pt x="1862354" y="1545182"/>
                  </a:lnTo>
                  <a:lnTo>
                    <a:pt x="1909039" y="1580792"/>
                  </a:lnTo>
                  <a:lnTo>
                    <a:pt x="1955973" y="1619196"/>
                  </a:lnTo>
                  <a:lnTo>
                    <a:pt x="2003347" y="1660283"/>
                  </a:lnTo>
                  <a:lnTo>
                    <a:pt x="2051266" y="1703848"/>
                  </a:lnTo>
                  <a:lnTo>
                    <a:pt x="2099751" y="1749594"/>
                  </a:lnTo>
                  <a:lnTo>
                    <a:pt x="2148753" y="1797136"/>
                  </a:lnTo>
                  <a:lnTo>
                    <a:pt x="2198164" y="1846011"/>
                  </a:lnTo>
                  <a:lnTo>
                    <a:pt x="2247832" y="1895695"/>
                  </a:lnTo>
                  <a:lnTo>
                    <a:pt x="2297581" y="1945626"/>
                  </a:lnTo>
                  <a:lnTo>
                    <a:pt x="2347225" y="1995230"/>
                  </a:lnTo>
                  <a:lnTo>
                    <a:pt x="2396587" y="2043951"/>
                  </a:lnTo>
                  <a:lnTo>
                    <a:pt x="2445522" y="2091271"/>
                  </a:lnTo>
                  <a:lnTo>
                    <a:pt x="2493931" y="2136737"/>
                  </a:lnTo>
                  <a:lnTo>
                    <a:pt x="2541771" y="2179975"/>
                  </a:lnTo>
                  <a:lnTo>
                    <a:pt x="2589077" y="2220702"/>
                  </a:lnTo>
                  <a:lnTo>
                    <a:pt x="2635962" y="2258724"/>
                  </a:lnTo>
                  <a:lnTo>
                    <a:pt x="2682635" y="2293944"/>
                  </a:lnTo>
                  <a:lnTo>
                    <a:pt x="2729405" y="2326343"/>
                  </a:lnTo>
                  <a:lnTo>
                    <a:pt x="2770117" y="2352046"/>
                  </a:lnTo>
                  <a:lnTo>
                    <a:pt x="2819474" y="2379976"/>
                  </a:lnTo>
                  <a:lnTo>
                    <a:pt x="2870523" y="2405079"/>
                  </a:lnTo>
                  <a:lnTo>
                    <a:pt x="2924073" y="2427502"/>
                  </a:lnTo>
                  <a:lnTo>
                    <a:pt x="2981027" y="2447494"/>
                  </a:lnTo>
                  <a:lnTo>
                    <a:pt x="3042302" y="2465333"/>
                  </a:lnTo>
                  <a:lnTo>
                    <a:pt x="3108754" y="2481287"/>
                  </a:lnTo>
                  <a:lnTo>
                    <a:pt x="3181072" y="2495590"/>
                  </a:lnTo>
                  <a:lnTo>
                    <a:pt x="3259643" y="2508431"/>
                  </a:lnTo>
                  <a:lnTo>
                    <a:pt x="3344375" y="2519946"/>
                  </a:lnTo>
                  <a:lnTo>
                    <a:pt x="3434489" y="2530220"/>
                  </a:lnTo>
                  <a:lnTo>
                    <a:pt x="3528306" y="2539284"/>
                  </a:lnTo>
                  <a:lnTo>
                    <a:pt x="3623122" y="2547131"/>
                  </a:lnTo>
                  <a:lnTo>
                    <a:pt x="3715254" y="2553735"/>
                  </a:lnTo>
                  <a:lnTo>
                    <a:pt x="3800371" y="2559070"/>
                  </a:lnTo>
                  <a:lnTo>
                    <a:pt x="3874131" y="2563150"/>
                  </a:lnTo>
                  <a:lnTo>
                    <a:pt x="3933035" y="2566047"/>
                  </a:lnTo>
                  <a:lnTo>
                    <a:pt x="3975246" y="2567904"/>
                  </a:lnTo>
                  <a:lnTo>
                    <a:pt x="4001113" y="2568927"/>
                  </a:lnTo>
                  <a:lnTo>
                    <a:pt x="4013263" y="2569360"/>
                  </a:lnTo>
                  <a:lnTo>
                    <a:pt x="4016342" y="2569460"/>
                  </a:lnTo>
                  <a:lnTo>
                    <a:pt x="4016409" y="2569462"/>
                  </a:lnTo>
                  <a:lnTo>
                    <a:pt x="4538543" y="2569462"/>
                  </a:lnTo>
                  <a:lnTo>
                    <a:pt x="4539713" y="2569390"/>
                  </a:lnTo>
                  <a:lnTo>
                    <a:pt x="4547375" y="2568872"/>
                  </a:lnTo>
                  <a:lnTo>
                    <a:pt x="4566584" y="2567441"/>
                  </a:lnTo>
                  <a:lnTo>
                    <a:pt x="4600655" y="2564627"/>
                  </a:lnTo>
                  <a:lnTo>
                    <a:pt x="4650882" y="2560011"/>
                  </a:lnTo>
                  <a:lnTo>
                    <a:pt x="4716453" y="2553269"/>
                  </a:lnTo>
                  <a:lnTo>
                    <a:pt x="4794746" y="2544203"/>
                  </a:lnTo>
                  <a:lnTo>
                    <a:pt x="4881966" y="2532740"/>
                  </a:lnTo>
                  <a:lnTo>
                    <a:pt x="4973940" y="2518896"/>
                  </a:lnTo>
                  <a:lnTo>
                    <a:pt x="5066811" y="2502724"/>
                  </a:lnTo>
                  <a:lnTo>
                    <a:pt x="5157494" y="2484266"/>
                  </a:lnTo>
                  <a:lnTo>
                    <a:pt x="5243853" y="2463506"/>
                  </a:lnTo>
                  <a:lnTo>
                    <a:pt x="5324663" y="2440349"/>
                  </a:lnTo>
                  <a:lnTo>
                    <a:pt x="5399459" y="2414603"/>
                  </a:lnTo>
                  <a:lnTo>
                    <a:pt x="5468335" y="2385981"/>
                  </a:lnTo>
                  <a:lnTo>
                    <a:pt x="5531769" y="2354103"/>
                  </a:lnTo>
                  <a:lnTo>
                    <a:pt x="5590471" y="2318512"/>
                  </a:lnTo>
                  <a:lnTo>
                    <a:pt x="5645271" y="2278701"/>
                  </a:lnTo>
                  <a:lnTo>
                    <a:pt x="5697035" y="2234158"/>
                  </a:lnTo>
                  <a:lnTo>
                    <a:pt x="5746600" y="2184456"/>
                  </a:lnTo>
                  <a:lnTo>
                    <a:pt x="5784835" y="2141219"/>
                  </a:lnTo>
                  <a:lnTo>
                    <a:pt x="5823471" y="2093285"/>
                  </a:lnTo>
                  <a:lnTo>
                    <a:pt x="5861742" y="2041719"/>
                  </a:lnTo>
                  <a:lnTo>
                    <a:pt x="5899891" y="1986447"/>
                  </a:lnTo>
                  <a:lnTo>
                    <a:pt x="5938109" y="1927458"/>
                  </a:lnTo>
                  <a:lnTo>
                    <a:pt x="5976536" y="1864815"/>
                  </a:lnTo>
                  <a:lnTo>
                    <a:pt x="6015268" y="1798655"/>
                  </a:lnTo>
                  <a:lnTo>
                    <a:pt x="6054361" y="1729198"/>
                  </a:lnTo>
                  <a:lnTo>
                    <a:pt x="6093835" y="1656745"/>
                  </a:lnTo>
                  <a:lnTo>
                    <a:pt x="6133676" y="1581677"/>
                  </a:lnTo>
                  <a:lnTo>
                    <a:pt x="6173842" y="1504450"/>
                  </a:lnTo>
                  <a:lnTo>
                    <a:pt x="6214266" y="1425583"/>
                  </a:lnTo>
                  <a:lnTo>
                    <a:pt x="6254863" y="1345645"/>
                  </a:lnTo>
                  <a:lnTo>
                    <a:pt x="6295538" y="1265239"/>
                  </a:lnTo>
                  <a:lnTo>
                    <a:pt x="6336188" y="1184983"/>
                  </a:lnTo>
                  <a:lnTo>
                    <a:pt x="6376713" y="1105490"/>
                  </a:lnTo>
                  <a:lnTo>
                    <a:pt x="6417021" y="1027349"/>
                  </a:lnTo>
                  <a:lnTo>
                    <a:pt x="6457037" y="951108"/>
                  </a:lnTo>
                  <a:lnTo>
                    <a:pt x="6496703" y="877254"/>
                  </a:lnTo>
                  <a:lnTo>
                    <a:pt x="6535993" y="806210"/>
                  </a:lnTo>
                  <a:lnTo>
                    <a:pt x="6574906" y="738318"/>
                  </a:lnTo>
                  <a:lnTo>
                    <a:pt x="6613481" y="673840"/>
                  </a:lnTo>
                  <a:lnTo>
                    <a:pt x="6651792" y="612956"/>
                  </a:lnTo>
                  <a:lnTo>
                    <a:pt x="6689956" y="555765"/>
                  </a:lnTo>
                  <a:lnTo>
                    <a:pt x="6728137" y="502294"/>
                  </a:lnTo>
                  <a:lnTo>
                    <a:pt x="6766551" y="452501"/>
                  </a:lnTo>
                  <a:lnTo>
                    <a:pt x="6786527" y="428243"/>
                  </a:lnTo>
                  <a:lnTo>
                    <a:pt x="6834873" y="374285"/>
                  </a:lnTo>
                  <a:lnTo>
                    <a:pt x="6884828" y="325678"/>
                  </a:lnTo>
                  <a:lnTo>
                    <a:pt x="6937151" y="282153"/>
                  </a:lnTo>
                  <a:lnTo>
                    <a:pt x="6992686" y="243258"/>
                  </a:lnTo>
                  <a:lnTo>
                    <a:pt x="7052301" y="208475"/>
                  </a:lnTo>
                  <a:lnTo>
                    <a:pt x="7116809" y="177306"/>
                  </a:lnTo>
                  <a:lnTo>
                    <a:pt x="7186881" y="149307"/>
                  </a:lnTo>
                  <a:lnTo>
                    <a:pt x="7262929" y="124118"/>
                  </a:lnTo>
                  <a:lnTo>
                    <a:pt x="7344947" y="101469"/>
                  </a:lnTo>
                  <a:lnTo>
                    <a:pt x="7432329" y="81190"/>
                  </a:lnTo>
                  <a:lnTo>
                    <a:pt x="7523672" y="63204"/>
                  </a:lnTo>
                  <a:lnTo>
                    <a:pt x="7616640" y="47509"/>
                  </a:lnTo>
                  <a:lnTo>
                    <a:pt x="7707967" y="34153"/>
                  </a:lnTo>
                  <a:lnTo>
                    <a:pt x="7793682" y="23187"/>
                  </a:lnTo>
                  <a:lnTo>
                    <a:pt x="7869626" y="14612"/>
                  </a:lnTo>
                  <a:lnTo>
                    <a:pt x="7932186" y="8330"/>
                  </a:lnTo>
                  <a:lnTo>
                    <a:pt x="7979070" y="4118"/>
                  </a:lnTo>
                  <a:lnTo>
                    <a:pt x="8009890" y="1627"/>
                  </a:lnTo>
                  <a:lnTo>
                    <a:pt x="8026377" y="423"/>
                  </a:lnTo>
                  <a:lnTo>
                    <a:pt x="8032229" y="36"/>
                  </a:lnTo>
                  <a:lnTo>
                    <a:pt x="8032819" y="0"/>
                  </a:lnTo>
                  <a:lnTo>
                    <a:pt x="8554953" y="0"/>
                  </a:lnTo>
                  <a:lnTo>
                    <a:pt x="8554953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120" name="pl1120"/>
            <p:cNvSpPr/>
            <p:nvPr/>
          </p:nvSpPr>
          <p:spPr>
            <a:xfrm>
              <a:off x="386606" y="3246762"/>
              <a:ext cx="8554953" cy="2569462"/>
            </a:xfrm>
            <a:custGeom>
              <a:avLst/>
              <a:pathLst>
                <a:path w="8554953" h="2569462">
                  <a:moveTo>
                    <a:pt x="8554953" y="0"/>
                  </a:moveTo>
                  <a:lnTo>
                    <a:pt x="8032819" y="0"/>
                  </a:lnTo>
                  <a:lnTo>
                    <a:pt x="8031649" y="72"/>
                  </a:lnTo>
                  <a:lnTo>
                    <a:pt x="8023987" y="590"/>
                  </a:lnTo>
                  <a:lnTo>
                    <a:pt x="8004778" y="2021"/>
                  </a:lnTo>
                  <a:lnTo>
                    <a:pt x="7970707" y="4835"/>
                  </a:lnTo>
                  <a:lnTo>
                    <a:pt x="7920480" y="9451"/>
                  </a:lnTo>
                  <a:lnTo>
                    <a:pt x="7854909" y="16193"/>
                  </a:lnTo>
                  <a:lnTo>
                    <a:pt x="7776616" y="25259"/>
                  </a:lnTo>
                  <a:lnTo>
                    <a:pt x="7689396" y="36722"/>
                  </a:lnTo>
                  <a:lnTo>
                    <a:pt x="7597422" y="50566"/>
                  </a:lnTo>
                  <a:lnTo>
                    <a:pt x="7504550" y="66738"/>
                  </a:lnTo>
                  <a:lnTo>
                    <a:pt x="7413868" y="85196"/>
                  </a:lnTo>
                  <a:lnTo>
                    <a:pt x="7327509" y="105956"/>
                  </a:lnTo>
                  <a:lnTo>
                    <a:pt x="7246699" y="129113"/>
                  </a:lnTo>
                  <a:lnTo>
                    <a:pt x="7171903" y="154859"/>
                  </a:lnTo>
                  <a:lnTo>
                    <a:pt x="7103027" y="183481"/>
                  </a:lnTo>
                  <a:lnTo>
                    <a:pt x="7039593" y="215359"/>
                  </a:lnTo>
                  <a:lnTo>
                    <a:pt x="6980891" y="250950"/>
                  </a:lnTo>
                  <a:lnTo>
                    <a:pt x="6926091" y="290761"/>
                  </a:lnTo>
                  <a:lnTo>
                    <a:pt x="6874326" y="335304"/>
                  </a:lnTo>
                  <a:lnTo>
                    <a:pt x="6824762" y="385006"/>
                  </a:lnTo>
                  <a:lnTo>
                    <a:pt x="6786527" y="428243"/>
                  </a:lnTo>
                  <a:lnTo>
                    <a:pt x="6747891" y="476176"/>
                  </a:lnTo>
                  <a:lnTo>
                    <a:pt x="6709620" y="527743"/>
                  </a:lnTo>
                  <a:lnTo>
                    <a:pt x="6671471" y="583015"/>
                  </a:lnTo>
                  <a:lnTo>
                    <a:pt x="6633253" y="642004"/>
                  </a:lnTo>
                  <a:lnTo>
                    <a:pt x="6594826" y="704647"/>
                  </a:lnTo>
                  <a:lnTo>
                    <a:pt x="6556094" y="770807"/>
                  </a:lnTo>
                  <a:lnTo>
                    <a:pt x="6517001" y="840264"/>
                  </a:lnTo>
                  <a:lnTo>
                    <a:pt x="6477527" y="912717"/>
                  </a:lnTo>
                  <a:lnTo>
                    <a:pt x="6437686" y="987785"/>
                  </a:lnTo>
                  <a:lnTo>
                    <a:pt x="6397520" y="1065012"/>
                  </a:lnTo>
                  <a:lnTo>
                    <a:pt x="6357096" y="1143879"/>
                  </a:lnTo>
                  <a:lnTo>
                    <a:pt x="6316499" y="1223817"/>
                  </a:lnTo>
                  <a:lnTo>
                    <a:pt x="6275824" y="1304223"/>
                  </a:lnTo>
                  <a:lnTo>
                    <a:pt x="6235174" y="1384479"/>
                  </a:lnTo>
                  <a:lnTo>
                    <a:pt x="6194649" y="1463972"/>
                  </a:lnTo>
                  <a:lnTo>
                    <a:pt x="6154341" y="1542113"/>
                  </a:lnTo>
                  <a:lnTo>
                    <a:pt x="6114325" y="1618354"/>
                  </a:lnTo>
                  <a:lnTo>
                    <a:pt x="6074659" y="1692207"/>
                  </a:lnTo>
                  <a:lnTo>
                    <a:pt x="6035369" y="1763251"/>
                  </a:lnTo>
                  <a:lnTo>
                    <a:pt x="5996456" y="1831143"/>
                  </a:lnTo>
                  <a:lnTo>
                    <a:pt x="5957881" y="1895621"/>
                  </a:lnTo>
                  <a:lnTo>
                    <a:pt x="5919570" y="1956506"/>
                  </a:lnTo>
                  <a:lnTo>
                    <a:pt x="5881406" y="2013697"/>
                  </a:lnTo>
                  <a:lnTo>
                    <a:pt x="5843224" y="2067168"/>
                  </a:lnTo>
                  <a:lnTo>
                    <a:pt x="5804811" y="2116961"/>
                  </a:lnTo>
                  <a:lnTo>
                    <a:pt x="5784835" y="2141219"/>
                  </a:lnTo>
                  <a:lnTo>
                    <a:pt x="5736489" y="2195176"/>
                  </a:lnTo>
                  <a:lnTo>
                    <a:pt x="5686534" y="2243784"/>
                  </a:lnTo>
                  <a:lnTo>
                    <a:pt x="5634211" y="2287308"/>
                  </a:lnTo>
                  <a:lnTo>
                    <a:pt x="5578676" y="2326204"/>
                  </a:lnTo>
                  <a:lnTo>
                    <a:pt x="5519060" y="2360986"/>
                  </a:lnTo>
                  <a:lnTo>
                    <a:pt x="5454553" y="2392156"/>
                  </a:lnTo>
                  <a:lnTo>
                    <a:pt x="5384481" y="2420154"/>
                  </a:lnTo>
                  <a:lnTo>
                    <a:pt x="5308433" y="2445344"/>
                  </a:lnTo>
                  <a:lnTo>
                    <a:pt x="5226415" y="2467993"/>
                  </a:lnTo>
                  <a:lnTo>
                    <a:pt x="5139033" y="2488272"/>
                  </a:lnTo>
                  <a:lnTo>
                    <a:pt x="5047690" y="2506258"/>
                  </a:lnTo>
                  <a:lnTo>
                    <a:pt x="4954721" y="2521953"/>
                  </a:lnTo>
                  <a:lnTo>
                    <a:pt x="4863395" y="2535309"/>
                  </a:lnTo>
                  <a:lnTo>
                    <a:pt x="4777680" y="2546275"/>
                  </a:lnTo>
                  <a:lnTo>
                    <a:pt x="4701736" y="2554850"/>
                  </a:lnTo>
                  <a:lnTo>
                    <a:pt x="4639176" y="2561131"/>
                  </a:lnTo>
                  <a:lnTo>
                    <a:pt x="4592292" y="2565344"/>
                  </a:lnTo>
                  <a:lnTo>
                    <a:pt x="4561472" y="2567835"/>
                  </a:lnTo>
                  <a:lnTo>
                    <a:pt x="4544985" y="2569038"/>
                  </a:lnTo>
                  <a:lnTo>
                    <a:pt x="4539133" y="2569426"/>
                  </a:lnTo>
                  <a:lnTo>
                    <a:pt x="4538543" y="2569462"/>
                  </a:lnTo>
                  <a:lnTo>
                    <a:pt x="4016409" y="2569462"/>
                  </a:lnTo>
                  <a:lnTo>
                    <a:pt x="4015167" y="2569423"/>
                  </a:lnTo>
                  <a:lnTo>
                    <a:pt x="4007043" y="2569144"/>
                  </a:lnTo>
                  <a:lnTo>
                    <a:pt x="3986716" y="2568370"/>
                  </a:lnTo>
                  <a:lnTo>
                    <a:pt x="3950769" y="2566851"/>
                  </a:lnTo>
                  <a:lnTo>
                    <a:pt x="3897988" y="2564363"/>
                  </a:lnTo>
                  <a:lnTo>
                    <a:pt x="3829435" y="2560737"/>
                  </a:lnTo>
                  <a:lnTo>
                    <a:pt x="3748073" y="2555874"/>
                  </a:lnTo>
                  <a:lnTo>
                    <a:pt x="3658034" y="2549742"/>
                  </a:lnTo>
                  <a:lnTo>
                    <a:pt x="3563743" y="2542355"/>
                  </a:lnTo>
                  <a:lnTo>
                    <a:pt x="3469182" y="2533743"/>
                  </a:lnTo>
                  <a:lnTo>
                    <a:pt x="3377437" y="2523922"/>
                  </a:lnTo>
                  <a:lnTo>
                    <a:pt x="3290561" y="2512877"/>
                  </a:lnTo>
                  <a:lnTo>
                    <a:pt x="3209649" y="2500543"/>
                  </a:lnTo>
                  <a:lnTo>
                    <a:pt x="3135022" y="2486805"/>
                  </a:lnTo>
                  <a:lnTo>
                    <a:pt x="3066449" y="2471492"/>
                  </a:lnTo>
                  <a:lnTo>
                    <a:pt x="3003336" y="2454386"/>
                  </a:lnTo>
                  <a:lnTo>
                    <a:pt x="2944876" y="2435231"/>
                  </a:lnTo>
                  <a:lnTo>
                    <a:pt x="2890164" y="2413746"/>
                  </a:lnTo>
                  <a:lnTo>
                    <a:pt x="2838283" y="2389668"/>
                  </a:lnTo>
                  <a:lnTo>
                    <a:pt x="2788380" y="2362800"/>
                  </a:lnTo>
                  <a:lnTo>
                    <a:pt x="2770117" y="2352046"/>
                  </a:lnTo>
                  <a:lnTo>
                    <a:pt x="2722922" y="2322033"/>
                  </a:lnTo>
                  <a:lnTo>
                    <a:pt x="2676188" y="2289246"/>
                  </a:lnTo>
                  <a:lnTo>
                    <a:pt x="2629503" y="2253636"/>
                  </a:lnTo>
                  <a:lnTo>
                    <a:pt x="2582570" y="2215232"/>
                  </a:lnTo>
                  <a:lnTo>
                    <a:pt x="2535195" y="2174145"/>
                  </a:lnTo>
                  <a:lnTo>
                    <a:pt x="2487276" y="2130580"/>
                  </a:lnTo>
                  <a:lnTo>
                    <a:pt x="2438791" y="2084834"/>
                  </a:lnTo>
                  <a:lnTo>
                    <a:pt x="2389789" y="2037292"/>
                  </a:lnTo>
                  <a:lnTo>
                    <a:pt x="2340379" y="1988417"/>
                  </a:lnTo>
                  <a:lnTo>
                    <a:pt x="2290710" y="1938733"/>
                  </a:lnTo>
                  <a:lnTo>
                    <a:pt x="2240961" y="1888802"/>
                  </a:lnTo>
                  <a:lnTo>
                    <a:pt x="2191318" y="1839198"/>
                  </a:lnTo>
                  <a:lnTo>
                    <a:pt x="2141955" y="1790477"/>
                  </a:lnTo>
                  <a:lnTo>
                    <a:pt x="2093020" y="1743157"/>
                  </a:lnTo>
                  <a:lnTo>
                    <a:pt x="2044612" y="1697691"/>
                  </a:lnTo>
                  <a:lnTo>
                    <a:pt x="1996771" y="1654453"/>
                  </a:lnTo>
                  <a:lnTo>
                    <a:pt x="1949465" y="1613727"/>
                  </a:lnTo>
                  <a:lnTo>
                    <a:pt x="1902580" y="1575704"/>
                  </a:lnTo>
                  <a:lnTo>
                    <a:pt x="1855908" y="1540485"/>
                  </a:lnTo>
                  <a:lnTo>
                    <a:pt x="1809137" y="1508085"/>
                  </a:lnTo>
                  <a:lnTo>
                    <a:pt x="1768425" y="1482382"/>
                  </a:lnTo>
                  <a:lnTo>
                    <a:pt x="1719068" y="1454452"/>
                  </a:lnTo>
                  <a:lnTo>
                    <a:pt x="1668019" y="1429349"/>
                  </a:lnTo>
                  <a:lnTo>
                    <a:pt x="1614469" y="1406926"/>
                  </a:lnTo>
                  <a:lnTo>
                    <a:pt x="1557516" y="1386935"/>
                  </a:lnTo>
                  <a:lnTo>
                    <a:pt x="1496240" y="1369096"/>
                  </a:lnTo>
                  <a:lnTo>
                    <a:pt x="1429788" y="1353142"/>
                  </a:lnTo>
                  <a:lnTo>
                    <a:pt x="1357470" y="1338838"/>
                  </a:lnTo>
                  <a:lnTo>
                    <a:pt x="1278899" y="1325997"/>
                  </a:lnTo>
                  <a:lnTo>
                    <a:pt x="1194167" y="1314482"/>
                  </a:lnTo>
                  <a:lnTo>
                    <a:pt x="1104053" y="1304208"/>
                  </a:lnTo>
                  <a:lnTo>
                    <a:pt x="1010236" y="1295145"/>
                  </a:lnTo>
                  <a:lnTo>
                    <a:pt x="915421" y="1287297"/>
                  </a:lnTo>
                  <a:lnTo>
                    <a:pt x="823288" y="1280694"/>
                  </a:lnTo>
                  <a:lnTo>
                    <a:pt x="738171" y="1275358"/>
                  </a:lnTo>
                  <a:lnTo>
                    <a:pt x="664411" y="1271278"/>
                  </a:lnTo>
                  <a:lnTo>
                    <a:pt x="605507" y="1268381"/>
                  </a:lnTo>
                  <a:lnTo>
                    <a:pt x="563296" y="1266524"/>
                  </a:lnTo>
                  <a:lnTo>
                    <a:pt x="537429" y="1265502"/>
                  </a:lnTo>
                  <a:lnTo>
                    <a:pt x="525279" y="1265068"/>
                  </a:lnTo>
                  <a:lnTo>
                    <a:pt x="522200" y="1264968"/>
                  </a:lnTo>
                  <a:lnTo>
                    <a:pt x="522133" y="1264966"/>
                  </a:lnTo>
                  <a:lnTo>
                    <a:pt x="0" y="1264966"/>
                  </a:lnTo>
                  <a:lnTo>
                    <a:pt x="0" y="1264966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121" name="pg1121"/>
            <p:cNvSpPr/>
            <p:nvPr/>
          </p:nvSpPr>
          <p:spPr>
            <a:xfrm>
              <a:off x="386606" y="1129073"/>
              <a:ext cx="8554953" cy="4946921"/>
            </a:xfrm>
            <a:custGeom>
              <a:avLst/>
              <a:pathLst>
                <a:path w="8554953" h="4946921">
                  <a:moveTo>
                    <a:pt x="0" y="3416538"/>
                  </a:moveTo>
                  <a:lnTo>
                    <a:pt x="522133" y="3416538"/>
                  </a:lnTo>
                  <a:lnTo>
                    <a:pt x="523365" y="3416584"/>
                  </a:lnTo>
                  <a:lnTo>
                    <a:pt x="531425" y="3416909"/>
                  </a:lnTo>
                  <a:lnTo>
                    <a:pt x="551597" y="3417808"/>
                  </a:lnTo>
                  <a:lnTo>
                    <a:pt x="587285" y="3419576"/>
                  </a:lnTo>
                  <a:lnTo>
                    <a:pt x="639713" y="3422471"/>
                  </a:lnTo>
                  <a:lnTo>
                    <a:pt x="707858" y="3426692"/>
                  </a:lnTo>
                  <a:lnTo>
                    <a:pt x="788801" y="3432355"/>
                  </a:lnTo>
                  <a:lnTo>
                    <a:pt x="878459" y="3439498"/>
                  </a:lnTo>
                  <a:lnTo>
                    <a:pt x="972439" y="3448106"/>
                  </a:lnTo>
                  <a:lnTo>
                    <a:pt x="1066777" y="3458145"/>
                  </a:lnTo>
                  <a:lnTo>
                    <a:pt x="1158384" y="3469593"/>
                  </a:lnTo>
                  <a:lnTo>
                    <a:pt x="1245196" y="3482469"/>
                  </a:lnTo>
                  <a:lnTo>
                    <a:pt x="1326100" y="3496844"/>
                  </a:lnTo>
                  <a:lnTo>
                    <a:pt x="1400753" y="3512853"/>
                  </a:lnTo>
                  <a:lnTo>
                    <a:pt x="1469368" y="3530689"/>
                  </a:lnTo>
                  <a:lnTo>
                    <a:pt x="1532525" y="3550606"/>
                  </a:lnTo>
                  <a:lnTo>
                    <a:pt x="1591015" y="3572901"/>
                  </a:lnTo>
                  <a:lnTo>
                    <a:pt x="1645735" y="3597896"/>
                  </a:lnTo>
                  <a:lnTo>
                    <a:pt x="1697595" y="3625904"/>
                  </a:lnTo>
                  <a:lnTo>
                    <a:pt x="1747447" y="3657159"/>
                  </a:lnTo>
                  <a:lnTo>
                    <a:pt x="1768425" y="3671602"/>
                  </a:lnTo>
                  <a:lnTo>
                    <a:pt x="1813895" y="3705460"/>
                  </a:lnTo>
                  <a:lnTo>
                    <a:pt x="1858922" y="3742335"/>
                  </a:lnTo>
                  <a:lnTo>
                    <a:pt x="1903880" y="3782280"/>
                  </a:lnTo>
                  <a:lnTo>
                    <a:pt x="1949043" y="3825276"/>
                  </a:lnTo>
                  <a:lnTo>
                    <a:pt x="1994595" y="3871216"/>
                  </a:lnTo>
                  <a:lnTo>
                    <a:pt x="2040641" y="3919903"/>
                  </a:lnTo>
                  <a:lnTo>
                    <a:pt x="2087214" y="3971044"/>
                  </a:lnTo>
                  <a:lnTo>
                    <a:pt x="2134284" y="4024258"/>
                  </a:lnTo>
                  <a:lnTo>
                    <a:pt x="2181769" y="4079078"/>
                  </a:lnTo>
                  <a:lnTo>
                    <a:pt x="2229543" y="4134974"/>
                  </a:lnTo>
                  <a:lnTo>
                    <a:pt x="2277454" y="4191367"/>
                  </a:lnTo>
                  <a:lnTo>
                    <a:pt x="2325336" y="4247657"/>
                  </a:lnTo>
                  <a:lnTo>
                    <a:pt x="2373027" y="4303249"/>
                  </a:lnTo>
                  <a:lnTo>
                    <a:pt x="2420382" y="4357578"/>
                  </a:lnTo>
                  <a:lnTo>
                    <a:pt x="2467289" y="4410132"/>
                  </a:lnTo>
                  <a:lnTo>
                    <a:pt x="2513683" y="4460474"/>
                  </a:lnTo>
                  <a:lnTo>
                    <a:pt x="2559553" y="4508251"/>
                  </a:lnTo>
                  <a:lnTo>
                    <a:pt x="2604957" y="4553203"/>
                  </a:lnTo>
                  <a:lnTo>
                    <a:pt x="2650025" y="4595165"/>
                  </a:lnTo>
                  <a:lnTo>
                    <a:pt x="2694971" y="4634060"/>
                  </a:lnTo>
                  <a:lnTo>
                    <a:pt x="2740101" y="4669895"/>
                  </a:lnTo>
                  <a:lnTo>
                    <a:pt x="2770117" y="4691857"/>
                  </a:lnTo>
                  <a:lnTo>
                    <a:pt x="2819336" y="4724538"/>
                  </a:lnTo>
                  <a:lnTo>
                    <a:pt x="2870236" y="4753919"/>
                  </a:lnTo>
                  <a:lnTo>
                    <a:pt x="2923617" y="4780173"/>
                  </a:lnTo>
                  <a:lnTo>
                    <a:pt x="2980376" y="4803588"/>
                  </a:lnTo>
                  <a:lnTo>
                    <a:pt x="3041423" y="4824487"/>
                  </a:lnTo>
                  <a:lnTo>
                    <a:pt x="3107608" y="4843184"/>
                  </a:lnTo>
                  <a:lnTo>
                    <a:pt x="3179616" y="4859950"/>
                  </a:lnTo>
                  <a:lnTo>
                    <a:pt x="3257840" y="4875006"/>
                  </a:lnTo>
                  <a:lnTo>
                    <a:pt x="3342201" y="4888514"/>
                  </a:lnTo>
                  <a:lnTo>
                    <a:pt x="3431943" y="4900570"/>
                  </a:lnTo>
                  <a:lnTo>
                    <a:pt x="3525427" y="4911215"/>
                  </a:lnTo>
                  <a:lnTo>
                    <a:pt x="3620002" y="4920442"/>
                  </a:lnTo>
                  <a:lnTo>
                    <a:pt x="3712044" y="4928218"/>
                  </a:lnTo>
                  <a:lnTo>
                    <a:pt x="3797267" y="4934516"/>
                  </a:lnTo>
                  <a:lnTo>
                    <a:pt x="3871354" y="4939347"/>
                  </a:lnTo>
                  <a:lnTo>
                    <a:pt x="3930781" y="4942792"/>
                  </a:lnTo>
                  <a:lnTo>
                    <a:pt x="3973643" y="4945015"/>
                  </a:lnTo>
                  <a:lnTo>
                    <a:pt x="4000183" y="4946252"/>
                  </a:lnTo>
                  <a:lnTo>
                    <a:pt x="4012900" y="4946787"/>
                  </a:lnTo>
                  <a:lnTo>
                    <a:pt x="4016409" y="4946921"/>
                  </a:lnTo>
                  <a:lnTo>
                    <a:pt x="4538543" y="4946921"/>
                  </a:lnTo>
                  <a:lnTo>
                    <a:pt x="4539397" y="4946820"/>
                  </a:lnTo>
                  <a:lnTo>
                    <a:pt x="4545029" y="4946100"/>
                  </a:lnTo>
                  <a:lnTo>
                    <a:pt x="4559286" y="4944111"/>
                  </a:lnTo>
                  <a:lnTo>
                    <a:pt x="4584921" y="4940191"/>
                  </a:lnTo>
                  <a:lnTo>
                    <a:pt x="4623414" y="4933721"/>
                  </a:lnTo>
                  <a:lnTo>
                    <a:pt x="4674863" y="4924178"/>
                  </a:lnTo>
                  <a:lnTo>
                    <a:pt x="4738044" y="4911185"/>
                  </a:lnTo>
                  <a:lnTo>
                    <a:pt x="4810691" y="4894529"/>
                  </a:lnTo>
                  <a:lnTo>
                    <a:pt x="4889918" y="4874145"/>
                  </a:lnTo>
                  <a:lnTo>
                    <a:pt x="4972688" y="4850067"/>
                  </a:lnTo>
                  <a:lnTo>
                    <a:pt x="5056209" y="4822374"/>
                  </a:lnTo>
                  <a:lnTo>
                    <a:pt x="5138200" y="4791127"/>
                  </a:lnTo>
                  <a:lnTo>
                    <a:pt x="5216993" y="4756322"/>
                  </a:lnTo>
                  <a:lnTo>
                    <a:pt x="5291535" y="4717860"/>
                  </a:lnTo>
                  <a:lnTo>
                    <a:pt x="5361305" y="4675522"/>
                  </a:lnTo>
                  <a:lnTo>
                    <a:pt x="5426202" y="4628971"/>
                  </a:lnTo>
                  <a:lnTo>
                    <a:pt x="5486431" y="4577748"/>
                  </a:lnTo>
                  <a:lnTo>
                    <a:pt x="5542407" y="4521284"/>
                  </a:lnTo>
                  <a:lnTo>
                    <a:pt x="5594672" y="4458920"/>
                  </a:lnTo>
                  <a:lnTo>
                    <a:pt x="5643838" y="4389942"/>
                  </a:lnTo>
                  <a:lnTo>
                    <a:pt x="5690535" y="4313634"/>
                  </a:lnTo>
                  <a:lnTo>
                    <a:pt x="5735373" y="4229382"/>
                  </a:lnTo>
                  <a:lnTo>
                    <a:pt x="5778900" y="4136814"/>
                  </a:lnTo>
                  <a:lnTo>
                    <a:pt x="5784835" y="4123376"/>
                  </a:lnTo>
                  <a:lnTo>
                    <a:pt x="5814210" y="4054028"/>
                  </a:lnTo>
                  <a:lnTo>
                    <a:pt x="5843336" y="3980680"/>
                  </a:lnTo>
                  <a:lnTo>
                    <a:pt x="5872331" y="3903254"/>
                  </a:lnTo>
                  <a:lnTo>
                    <a:pt x="5901289" y="3821706"/>
                  </a:lnTo>
                  <a:lnTo>
                    <a:pt x="5930292" y="3736039"/>
                  </a:lnTo>
                  <a:lnTo>
                    <a:pt x="5959402" y="3646297"/>
                  </a:lnTo>
                  <a:lnTo>
                    <a:pt x="5988666" y="3552575"/>
                  </a:lnTo>
                  <a:lnTo>
                    <a:pt x="6018120" y="3455019"/>
                  </a:lnTo>
                  <a:lnTo>
                    <a:pt x="6047785" y="3353827"/>
                  </a:lnTo>
                  <a:lnTo>
                    <a:pt x="6077669" y="3249249"/>
                  </a:lnTo>
                  <a:lnTo>
                    <a:pt x="6107770" y="3141587"/>
                  </a:lnTo>
                  <a:lnTo>
                    <a:pt x="6138077" y="3031193"/>
                  </a:lnTo>
                  <a:lnTo>
                    <a:pt x="6168568" y="2918463"/>
                  </a:lnTo>
                  <a:lnTo>
                    <a:pt x="6199213" y="2803835"/>
                  </a:lnTo>
                  <a:lnTo>
                    <a:pt x="6229979" y="2687778"/>
                  </a:lnTo>
                  <a:lnTo>
                    <a:pt x="6260823" y="2570788"/>
                  </a:lnTo>
                  <a:lnTo>
                    <a:pt x="6291704" y="2453380"/>
                  </a:lnTo>
                  <a:lnTo>
                    <a:pt x="6322576" y="2336073"/>
                  </a:lnTo>
                  <a:lnTo>
                    <a:pt x="6353394" y="2219387"/>
                  </a:lnTo>
                  <a:lnTo>
                    <a:pt x="6384117" y="2103829"/>
                  </a:lnTo>
                  <a:lnTo>
                    <a:pt x="6414707" y="1989886"/>
                  </a:lnTo>
                  <a:lnTo>
                    <a:pt x="6445129" y="1878018"/>
                  </a:lnTo>
                  <a:lnTo>
                    <a:pt x="6475357" y="1768644"/>
                  </a:lnTo>
                  <a:lnTo>
                    <a:pt x="6505375" y="1662146"/>
                  </a:lnTo>
                  <a:lnTo>
                    <a:pt x="6535173" y="1558856"/>
                  </a:lnTo>
                  <a:lnTo>
                    <a:pt x="6564754" y="1459055"/>
                  </a:lnTo>
                  <a:lnTo>
                    <a:pt x="6594130" y="1362974"/>
                  </a:lnTo>
                  <a:lnTo>
                    <a:pt x="6623330" y="1270790"/>
                  </a:lnTo>
                  <a:lnTo>
                    <a:pt x="6652391" y="1182629"/>
                  </a:lnTo>
                  <a:lnTo>
                    <a:pt x="6681368" y="1098565"/>
                  </a:lnTo>
                  <a:lnTo>
                    <a:pt x="6710331" y="1018627"/>
                  </a:lnTo>
                  <a:lnTo>
                    <a:pt x="6739364" y="942799"/>
                  </a:lnTo>
                  <a:lnTo>
                    <a:pt x="6768573" y="871023"/>
                  </a:lnTo>
                  <a:lnTo>
                    <a:pt x="6786527" y="829192"/>
                  </a:lnTo>
                  <a:lnTo>
                    <a:pt x="6829911" y="735471"/>
                  </a:lnTo>
                  <a:lnTo>
                    <a:pt x="6874538" y="650084"/>
                  </a:lnTo>
                  <a:lnTo>
                    <a:pt x="6920942" y="572713"/>
                  </a:lnTo>
                  <a:lnTo>
                    <a:pt x="6969730" y="502764"/>
                  </a:lnTo>
                  <a:lnTo>
                    <a:pt x="7021530" y="439530"/>
                  </a:lnTo>
                  <a:lnTo>
                    <a:pt x="7076959" y="382292"/>
                  </a:lnTo>
                  <a:lnTo>
                    <a:pt x="7136572" y="330381"/>
                  </a:lnTo>
                  <a:lnTo>
                    <a:pt x="7200806" y="283215"/>
                  </a:lnTo>
                  <a:lnTo>
                    <a:pt x="7269901" y="240318"/>
                  </a:lnTo>
                  <a:lnTo>
                    <a:pt x="7343805" y="201336"/>
                  </a:lnTo>
                  <a:lnTo>
                    <a:pt x="7422061" y="166035"/>
                  </a:lnTo>
                  <a:lnTo>
                    <a:pt x="7503694" y="134299"/>
                  </a:lnTo>
                  <a:lnTo>
                    <a:pt x="7587127" y="106112"/>
                  </a:lnTo>
                  <a:lnTo>
                    <a:pt x="7670157" y="81530"/>
                  </a:lnTo>
                  <a:lnTo>
                    <a:pt x="7750052" y="60632"/>
                  </a:lnTo>
                  <a:lnTo>
                    <a:pt x="7823788" y="43462"/>
                  </a:lnTo>
                  <a:lnTo>
                    <a:pt x="7888430" y="29973"/>
                  </a:lnTo>
                  <a:lnTo>
                    <a:pt x="7941599" y="19972"/>
                  </a:lnTo>
                  <a:lnTo>
                    <a:pt x="7981907" y="13105"/>
                  </a:lnTo>
                  <a:lnTo>
                    <a:pt x="8009260" y="8869"/>
                  </a:lnTo>
                  <a:lnTo>
                    <a:pt x="8024952" y="6652"/>
                  </a:lnTo>
                  <a:lnTo>
                    <a:pt x="8031569" y="5796"/>
                  </a:lnTo>
                  <a:lnTo>
                    <a:pt x="8032819" y="5647"/>
                  </a:lnTo>
                  <a:lnTo>
                    <a:pt x="8554953" y="5647"/>
                  </a:lnTo>
                  <a:lnTo>
                    <a:pt x="8554953" y="0"/>
                  </a:lnTo>
                  <a:lnTo>
                    <a:pt x="8032819" y="0"/>
                  </a:lnTo>
                  <a:lnTo>
                    <a:pt x="8031965" y="101"/>
                  </a:lnTo>
                  <a:lnTo>
                    <a:pt x="8026333" y="821"/>
                  </a:lnTo>
                  <a:lnTo>
                    <a:pt x="8012076" y="2810"/>
                  </a:lnTo>
                  <a:lnTo>
                    <a:pt x="7986441" y="6729"/>
                  </a:lnTo>
                  <a:lnTo>
                    <a:pt x="7947948" y="13200"/>
                  </a:lnTo>
                  <a:lnTo>
                    <a:pt x="7896499" y="22743"/>
                  </a:lnTo>
                  <a:lnTo>
                    <a:pt x="7833318" y="35736"/>
                  </a:lnTo>
                  <a:lnTo>
                    <a:pt x="7760671" y="52391"/>
                  </a:lnTo>
                  <a:lnTo>
                    <a:pt x="7681444" y="72776"/>
                  </a:lnTo>
                  <a:lnTo>
                    <a:pt x="7598674" y="96854"/>
                  </a:lnTo>
                  <a:lnTo>
                    <a:pt x="7515152" y="124547"/>
                  </a:lnTo>
                  <a:lnTo>
                    <a:pt x="7433162" y="155794"/>
                  </a:lnTo>
                  <a:lnTo>
                    <a:pt x="7354369" y="190599"/>
                  </a:lnTo>
                  <a:lnTo>
                    <a:pt x="7279827" y="229061"/>
                  </a:lnTo>
                  <a:lnTo>
                    <a:pt x="7210057" y="271399"/>
                  </a:lnTo>
                  <a:lnTo>
                    <a:pt x="7145160" y="317950"/>
                  </a:lnTo>
                  <a:lnTo>
                    <a:pt x="7084931" y="369173"/>
                  </a:lnTo>
                  <a:lnTo>
                    <a:pt x="7028955" y="425637"/>
                  </a:lnTo>
                  <a:lnTo>
                    <a:pt x="6976690" y="488001"/>
                  </a:lnTo>
                  <a:lnTo>
                    <a:pt x="6927524" y="556979"/>
                  </a:lnTo>
                  <a:lnTo>
                    <a:pt x="6880827" y="633286"/>
                  </a:lnTo>
                  <a:lnTo>
                    <a:pt x="6835989" y="717539"/>
                  </a:lnTo>
                  <a:lnTo>
                    <a:pt x="6792462" y="810107"/>
                  </a:lnTo>
                  <a:lnTo>
                    <a:pt x="6786527" y="823545"/>
                  </a:lnTo>
                  <a:lnTo>
                    <a:pt x="6757152" y="892893"/>
                  </a:lnTo>
                  <a:lnTo>
                    <a:pt x="6728026" y="966240"/>
                  </a:lnTo>
                  <a:lnTo>
                    <a:pt x="6699031" y="1043667"/>
                  </a:lnTo>
                  <a:lnTo>
                    <a:pt x="6670072" y="1125215"/>
                  </a:lnTo>
                  <a:lnTo>
                    <a:pt x="6641070" y="1210882"/>
                  </a:lnTo>
                  <a:lnTo>
                    <a:pt x="6611960" y="1300624"/>
                  </a:lnTo>
                  <a:lnTo>
                    <a:pt x="6582696" y="1394346"/>
                  </a:lnTo>
                  <a:lnTo>
                    <a:pt x="6553242" y="1491902"/>
                  </a:lnTo>
                  <a:lnTo>
                    <a:pt x="6523577" y="1593094"/>
                  </a:lnTo>
                  <a:lnTo>
                    <a:pt x="6493693" y="1697672"/>
                  </a:lnTo>
                  <a:lnTo>
                    <a:pt x="6463592" y="1805333"/>
                  </a:lnTo>
                  <a:lnTo>
                    <a:pt x="6433285" y="1915728"/>
                  </a:lnTo>
                  <a:lnTo>
                    <a:pt x="6402794" y="2028457"/>
                  </a:lnTo>
                  <a:lnTo>
                    <a:pt x="6372149" y="2143086"/>
                  </a:lnTo>
                  <a:lnTo>
                    <a:pt x="6341383" y="2259143"/>
                  </a:lnTo>
                  <a:lnTo>
                    <a:pt x="6310539" y="2376133"/>
                  </a:lnTo>
                  <a:lnTo>
                    <a:pt x="6279658" y="2493541"/>
                  </a:lnTo>
                  <a:lnTo>
                    <a:pt x="6248786" y="2610848"/>
                  </a:lnTo>
                  <a:lnTo>
                    <a:pt x="6217968" y="2727534"/>
                  </a:lnTo>
                  <a:lnTo>
                    <a:pt x="6187245" y="2843092"/>
                  </a:lnTo>
                  <a:lnTo>
                    <a:pt x="6156655" y="2957035"/>
                  </a:lnTo>
                  <a:lnTo>
                    <a:pt x="6126233" y="3068903"/>
                  </a:lnTo>
                  <a:lnTo>
                    <a:pt x="6096004" y="3178277"/>
                  </a:lnTo>
                  <a:lnTo>
                    <a:pt x="6065987" y="3284775"/>
                  </a:lnTo>
                  <a:lnTo>
                    <a:pt x="6036189" y="3388065"/>
                  </a:lnTo>
                  <a:lnTo>
                    <a:pt x="6006608" y="3487866"/>
                  </a:lnTo>
                  <a:lnTo>
                    <a:pt x="5977232" y="3583947"/>
                  </a:lnTo>
                  <a:lnTo>
                    <a:pt x="5948032" y="3676131"/>
                  </a:lnTo>
                  <a:lnTo>
                    <a:pt x="5918971" y="3764292"/>
                  </a:lnTo>
                  <a:lnTo>
                    <a:pt x="5889994" y="3848356"/>
                  </a:lnTo>
                  <a:lnTo>
                    <a:pt x="5861031" y="3928294"/>
                  </a:lnTo>
                  <a:lnTo>
                    <a:pt x="5831998" y="4004122"/>
                  </a:lnTo>
                  <a:lnTo>
                    <a:pt x="5802789" y="4075898"/>
                  </a:lnTo>
                  <a:lnTo>
                    <a:pt x="5784835" y="4117728"/>
                  </a:lnTo>
                  <a:lnTo>
                    <a:pt x="5741451" y="4211449"/>
                  </a:lnTo>
                  <a:lnTo>
                    <a:pt x="5696824" y="4296837"/>
                  </a:lnTo>
                  <a:lnTo>
                    <a:pt x="5650420" y="4374208"/>
                  </a:lnTo>
                  <a:lnTo>
                    <a:pt x="5601632" y="4444157"/>
                  </a:lnTo>
                  <a:lnTo>
                    <a:pt x="5549832" y="4507391"/>
                  </a:lnTo>
                  <a:lnTo>
                    <a:pt x="5494403" y="4564629"/>
                  </a:lnTo>
                  <a:lnTo>
                    <a:pt x="5434790" y="4616540"/>
                  </a:lnTo>
                  <a:lnTo>
                    <a:pt x="5370556" y="4663706"/>
                  </a:lnTo>
                  <a:lnTo>
                    <a:pt x="5301461" y="4706603"/>
                  </a:lnTo>
                  <a:lnTo>
                    <a:pt x="5227557" y="4745585"/>
                  </a:lnTo>
                  <a:lnTo>
                    <a:pt x="5149301" y="4780886"/>
                  </a:lnTo>
                  <a:lnTo>
                    <a:pt x="5067668" y="4812622"/>
                  </a:lnTo>
                  <a:lnTo>
                    <a:pt x="4984235" y="4840809"/>
                  </a:lnTo>
                  <a:lnTo>
                    <a:pt x="4901205" y="4865391"/>
                  </a:lnTo>
                  <a:lnTo>
                    <a:pt x="4821310" y="4886289"/>
                  </a:lnTo>
                  <a:lnTo>
                    <a:pt x="4747574" y="4903459"/>
                  </a:lnTo>
                  <a:lnTo>
                    <a:pt x="4682932" y="4916948"/>
                  </a:lnTo>
                  <a:lnTo>
                    <a:pt x="4629763" y="4926949"/>
                  </a:lnTo>
                  <a:lnTo>
                    <a:pt x="4589455" y="4933816"/>
                  </a:lnTo>
                  <a:lnTo>
                    <a:pt x="4562102" y="4938052"/>
                  </a:lnTo>
                  <a:lnTo>
                    <a:pt x="4546410" y="4940269"/>
                  </a:lnTo>
                  <a:lnTo>
                    <a:pt x="4539793" y="4941125"/>
                  </a:lnTo>
                  <a:lnTo>
                    <a:pt x="4538543" y="4941274"/>
                  </a:lnTo>
                  <a:lnTo>
                    <a:pt x="4016409" y="4941274"/>
                  </a:lnTo>
                  <a:lnTo>
                    <a:pt x="4015177" y="4941229"/>
                  </a:lnTo>
                  <a:lnTo>
                    <a:pt x="4007117" y="4940903"/>
                  </a:lnTo>
                  <a:lnTo>
                    <a:pt x="3986945" y="4940004"/>
                  </a:lnTo>
                  <a:lnTo>
                    <a:pt x="3951257" y="4938237"/>
                  </a:lnTo>
                  <a:lnTo>
                    <a:pt x="3898829" y="4935341"/>
                  </a:lnTo>
                  <a:lnTo>
                    <a:pt x="3830684" y="4931120"/>
                  </a:lnTo>
                  <a:lnTo>
                    <a:pt x="3749741" y="4925457"/>
                  </a:lnTo>
                  <a:lnTo>
                    <a:pt x="3660083" y="4918314"/>
                  </a:lnTo>
                  <a:lnTo>
                    <a:pt x="3566103" y="4909706"/>
                  </a:lnTo>
                  <a:lnTo>
                    <a:pt x="3471765" y="4899667"/>
                  </a:lnTo>
                  <a:lnTo>
                    <a:pt x="3380158" y="4888219"/>
                  </a:lnTo>
                  <a:lnTo>
                    <a:pt x="3293346" y="4875343"/>
                  </a:lnTo>
                  <a:lnTo>
                    <a:pt x="3212442" y="4860968"/>
                  </a:lnTo>
                  <a:lnTo>
                    <a:pt x="3137789" y="4844959"/>
                  </a:lnTo>
                  <a:lnTo>
                    <a:pt x="3069174" y="4827123"/>
                  </a:lnTo>
                  <a:lnTo>
                    <a:pt x="3006017" y="4807206"/>
                  </a:lnTo>
                  <a:lnTo>
                    <a:pt x="2947527" y="4784911"/>
                  </a:lnTo>
                  <a:lnTo>
                    <a:pt x="2892807" y="4759916"/>
                  </a:lnTo>
                  <a:lnTo>
                    <a:pt x="2840947" y="4731908"/>
                  </a:lnTo>
                  <a:lnTo>
                    <a:pt x="2791095" y="4700653"/>
                  </a:lnTo>
                  <a:lnTo>
                    <a:pt x="2770117" y="4686210"/>
                  </a:lnTo>
                  <a:lnTo>
                    <a:pt x="2724647" y="4652352"/>
                  </a:lnTo>
                  <a:lnTo>
                    <a:pt x="2679621" y="4615478"/>
                  </a:lnTo>
                  <a:lnTo>
                    <a:pt x="2634662" y="4575532"/>
                  </a:lnTo>
                  <a:lnTo>
                    <a:pt x="2589499" y="4532536"/>
                  </a:lnTo>
                  <a:lnTo>
                    <a:pt x="2543947" y="4486596"/>
                  </a:lnTo>
                  <a:lnTo>
                    <a:pt x="2497901" y="4437910"/>
                  </a:lnTo>
                  <a:lnTo>
                    <a:pt x="2451328" y="4386768"/>
                  </a:lnTo>
                  <a:lnTo>
                    <a:pt x="2404258" y="4333555"/>
                  </a:lnTo>
                  <a:lnTo>
                    <a:pt x="2356773" y="4278734"/>
                  </a:lnTo>
                  <a:lnTo>
                    <a:pt x="2309000" y="4222838"/>
                  </a:lnTo>
                  <a:lnTo>
                    <a:pt x="2261089" y="4166445"/>
                  </a:lnTo>
                  <a:lnTo>
                    <a:pt x="2213206" y="4110155"/>
                  </a:lnTo>
                  <a:lnTo>
                    <a:pt x="2165515" y="4054563"/>
                  </a:lnTo>
                  <a:lnTo>
                    <a:pt x="2118160" y="4000235"/>
                  </a:lnTo>
                  <a:lnTo>
                    <a:pt x="2071253" y="3947680"/>
                  </a:lnTo>
                  <a:lnTo>
                    <a:pt x="2024859" y="3897338"/>
                  </a:lnTo>
                  <a:lnTo>
                    <a:pt x="1978989" y="3849561"/>
                  </a:lnTo>
                  <a:lnTo>
                    <a:pt x="1933585" y="3804609"/>
                  </a:lnTo>
                  <a:lnTo>
                    <a:pt x="1888517" y="3762647"/>
                  </a:lnTo>
                  <a:lnTo>
                    <a:pt x="1843571" y="3723752"/>
                  </a:lnTo>
                  <a:lnTo>
                    <a:pt x="1798441" y="3687918"/>
                  </a:lnTo>
                  <a:lnTo>
                    <a:pt x="1768425" y="3665955"/>
                  </a:lnTo>
                  <a:lnTo>
                    <a:pt x="1719206" y="3633274"/>
                  </a:lnTo>
                  <a:lnTo>
                    <a:pt x="1668306" y="3603893"/>
                  </a:lnTo>
                  <a:lnTo>
                    <a:pt x="1614925" y="3577639"/>
                  </a:lnTo>
                  <a:lnTo>
                    <a:pt x="1558166" y="3554224"/>
                  </a:lnTo>
                  <a:lnTo>
                    <a:pt x="1497119" y="3533325"/>
                  </a:lnTo>
                  <a:lnTo>
                    <a:pt x="1430934" y="3514629"/>
                  </a:lnTo>
                  <a:lnTo>
                    <a:pt x="1358926" y="3497863"/>
                  </a:lnTo>
                  <a:lnTo>
                    <a:pt x="1280702" y="3482806"/>
                  </a:lnTo>
                  <a:lnTo>
                    <a:pt x="1196341" y="3469298"/>
                  </a:lnTo>
                  <a:lnTo>
                    <a:pt x="1106599" y="3457242"/>
                  </a:lnTo>
                  <a:lnTo>
                    <a:pt x="1013115" y="3446597"/>
                  </a:lnTo>
                  <a:lnTo>
                    <a:pt x="918540" y="3437370"/>
                  </a:lnTo>
                  <a:lnTo>
                    <a:pt x="826499" y="3429594"/>
                  </a:lnTo>
                  <a:lnTo>
                    <a:pt x="741275" y="3423297"/>
                  </a:lnTo>
                  <a:lnTo>
                    <a:pt x="667188" y="3418466"/>
                  </a:lnTo>
                  <a:lnTo>
                    <a:pt x="607761" y="3415020"/>
                  </a:lnTo>
                  <a:lnTo>
                    <a:pt x="564899" y="3412798"/>
                  </a:lnTo>
                  <a:lnTo>
                    <a:pt x="538359" y="3411560"/>
                  </a:lnTo>
                  <a:lnTo>
                    <a:pt x="525643" y="3411025"/>
                  </a:lnTo>
                  <a:lnTo>
                    <a:pt x="522133" y="3410891"/>
                  </a:lnTo>
                  <a:lnTo>
                    <a:pt x="0" y="3410891"/>
                  </a:lnTo>
                  <a:close/>
                </a:path>
              </a:pathLst>
            </a:custGeom>
            <a:solidFill>
              <a:srgbClr val="67C1B3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1122" name="pl1122"/>
            <p:cNvSpPr/>
            <p:nvPr/>
          </p:nvSpPr>
          <p:spPr>
            <a:xfrm>
              <a:off x="386606" y="1134720"/>
              <a:ext cx="8554953" cy="4941274"/>
            </a:xfrm>
            <a:custGeom>
              <a:avLst/>
              <a:pathLst>
                <a:path w="8554953" h="4941274">
                  <a:moveTo>
                    <a:pt x="0" y="3410891"/>
                  </a:moveTo>
                  <a:lnTo>
                    <a:pt x="522133" y="3410891"/>
                  </a:lnTo>
                  <a:lnTo>
                    <a:pt x="523365" y="3410936"/>
                  </a:lnTo>
                  <a:lnTo>
                    <a:pt x="531425" y="3411262"/>
                  </a:lnTo>
                  <a:lnTo>
                    <a:pt x="551597" y="3412161"/>
                  </a:lnTo>
                  <a:lnTo>
                    <a:pt x="587285" y="3413928"/>
                  </a:lnTo>
                  <a:lnTo>
                    <a:pt x="639713" y="3416824"/>
                  </a:lnTo>
                  <a:lnTo>
                    <a:pt x="707858" y="3421045"/>
                  </a:lnTo>
                  <a:lnTo>
                    <a:pt x="788801" y="3426708"/>
                  </a:lnTo>
                  <a:lnTo>
                    <a:pt x="878459" y="3433851"/>
                  </a:lnTo>
                  <a:lnTo>
                    <a:pt x="972439" y="3442459"/>
                  </a:lnTo>
                  <a:lnTo>
                    <a:pt x="1066777" y="3452498"/>
                  </a:lnTo>
                  <a:lnTo>
                    <a:pt x="1158384" y="3463946"/>
                  </a:lnTo>
                  <a:lnTo>
                    <a:pt x="1245196" y="3476822"/>
                  </a:lnTo>
                  <a:lnTo>
                    <a:pt x="1326100" y="3491197"/>
                  </a:lnTo>
                  <a:lnTo>
                    <a:pt x="1400753" y="3507206"/>
                  </a:lnTo>
                  <a:lnTo>
                    <a:pt x="1469368" y="3525042"/>
                  </a:lnTo>
                  <a:lnTo>
                    <a:pt x="1532525" y="3544959"/>
                  </a:lnTo>
                  <a:lnTo>
                    <a:pt x="1591015" y="3567254"/>
                  </a:lnTo>
                  <a:lnTo>
                    <a:pt x="1645735" y="3592249"/>
                  </a:lnTo>
                  <a:lnTo>
                    <a:pt x="1697595" y="3620257"/>
                  </a:lnTo>
                  <a:lnTo>
                    <a:pt x="1747447" y="3651512"/>
                  </a:lnTo>
                  <a:lnTo>
                    <a:pt x="1768425" y="3665955"/>
                  </a:lnTo>
                  <a:lnTo>
                    <a:pt x="1813895" y="3699813"/>
                  </a:lnTo>
                  <a:lnTo>
                    <a:pt x="1858922" y="3736687"/>
                  </a:lnTo>
                  <a:lnTo>
                    <a:pt x="1903880" y="3776633"/>
                  </a:lnTo>
                  <a:lnTo>
                    <a:pt x="1949043" y="3819629"/>
                  </a:lnTo>
                  <a:lnTo>
                    <a:pt x="1994595" y="3865569"/>
                  </a:lnTo>
                  <a:lnTo>
                    <a:pt x="2040641" y="3914255"/>
                  </a:lnTo>
                  <a:lnTo>
                    <a:pt x="2087214" y="3965397"/>
                  </a:lnTo>
                  <a:lnTo>
                    <a:pt x="2134284" y="4018611"/>
                  </a:lnTo>
                  <a:lnTo>
                    <a:pt x="2181769" y="4073431"/>
                  </a:lnTo>
                  <a:lnTo>
                    <a:pt x="2229543" y="4129327"/>
                  </a:lnTo>
                  <a:lnTo>
                    <a:pt x="2277454" y="4185720"/>
                  </a:lnTo>
                  <a:lnTo>
                    <a:pt x="2325336" y="4242010"/>
                  </a:lnTo>
                  <a:lnTo>
                    <a:pt x="2373027" y="4297602"/>
                  </a:lnTo>
                  <a:lnTo>
                    <a:pt x="2420382" y="4351930"/>
                  </a:lnTo>
                  <a:lnTo>
                    <a:pt x="2467289" y="4404485"/>
                  </a:lnTo>
                  <a:lnTo>
                    <a:pt x="2513683" y="4454827"/>
                  </a:lnTo>
                  <a:lnTo>
                    <a:pt x="2559553" y="4502604"/>
                  </a:lnTo>
                  <a:lnTo>
                    <a:pt x="2604957" y="4547556"/>
                  </a:lnTo>
                  <a:lnTo>
                    <a:pt x="2650025" y="4589518"/>
                  </a:lnTo>
                  <a:lnTo>
                    <a:pt x="2694971" y="4628413"/>
                  </a:lnTo>
                  <a:lnTo>
                    <a:pt x="2740101" y="4664248"/>
                  </a:lnTo>
                  <a:lnTo>
                    <a:pt x="2770117" y="4686210"/>
                  </a:lnTo>
                  <a:lnTo>
                    <a:pt x="2819336" y="4718891"/>
                  </a:lnTo>
                  <a:lnTo>
                    <a:pt x="2870236" y="4748272"/>
                  </a:lnTo>
                  <a:lnTo>
                    <a:pt x="2923617" y="4774526"/>
                  </a:lnTo>
                  <a:lnTo>
                    <a:pt x="2980376" y="4797941"/>
                  </a:lnTo>
                  <a:lnTo>
                    <a:pt x="3041423" y="4818840"/>
                  </a:lnTo>
                  <a:lnTo>
                    <a:pt x="3107608" y="4837536"/>
                  </a:lnTo>
                  <a:lnTo>
                    <a:pt x="3179616" y="4854303"/>
                  </a:lnTo>
                  <a:lnTo>
                    <a:pt x="3257840" y="4869359"/>
                  </a:lnTo>
                  <a:lnTo>
                    <a:pt x="3342201" y="4882867"/>
                  </a:lnTo>
                  <a:lnTo>
                    <a:pt x="3431943" y="4894923"/>
                  </a:lnTo>
                  <a:lnTo>
                    <a:pt x="3525427" y="4905568"/>
                  </a:lnTo>
                  <a:lnTo>
                    <a:pt x="3620002" y="4914795"/>
                  </a:lnTo>
                  <a:lnTo>
                    <a:pt x="3712044" y="4922571"/>
                  </a:lnTo>
                  <a:lnTo>
                    <a:pt x="3797267" y="4928868"/>
                  </a:lnTo>
                  <a:lnTo>
                    <a:pt x="3871354" y="4933699"/>
                  </a:lnTo>
                  <a:lnTo>
                    <a:pt x="3930781" y="4937145"/>
                  </a:lnTo>
                  <a:lnTo>
                    <a:pt x="3973643" y="4939367"/>
                  </a:lnTo>
                  <a:lnTo>
                    <a:pt x="4000183" y="4940605"/>
                  </a:lnTo>
                  <a:lnTo>
                    <a:pt x="4012900" y="4941140"/>
                  </a:lnTo>
                  <a:lnTo>
                    <a:pt x="4016308" y="4941271"/>
                  </a:lnTo>
                  <a:lnTo>
                    <a:pt x="4016409" y="4941274"/>
                  </a:lnTo>
                  <a:lnTo>
                    <a:pt x="4538543" y="4941274"/>
                  </a:lnTo>
                  <a:lnTo>
                    <a:pt x="4539397" y="4941173"/>
                  </a:lnTo>
                  <a:lnTo>
                    <a:pt x="4545029" y="4940453"/>
                  </a:lnTo>
                  <a:lnTo>
                    <a:pt x="4559286" y="4938464"/>
                  </a:lnTo>
                  <a:lnTo>
                    <a:pt x="4584921" y="4934544"/>
                  </a:lnTo>
                  <a:lnTo>
                    <a:pt x="4623414" y="4928074"/>
                  </a:lnTo>
                  <a:lnTo>
                    <a:pt x="4674863" y="4918531"/>
                  </a:lnTo>
                  <a:lnTo>
                    <a:pt x="4738044" y="4905538"/>
                  </a:lnTo>
                  <a:lnTo>
                    <a:pt x="4810691" y="4888882"/>
                  </a:lnTo>
                  <a:lnTo>
                    <a:pt x="4889918" y="4868498"/>
                  </a:lnTo>
                  <a:lnTo>
                    <a:pt x="4972688" y="4844420"/>
                  </a:lnTo>
                  <a:lnTo>
                    <a:pt x="5056209" y="4816727"/>
                  </a:lnTo>
                  <a:lnTo>
                    <a:pt x="5138200" y="4785480"/>
                  </a:lnTo>
                  <a:lnTo>
                    <a:pt x="5216993" y="4750675"/>
                  </a:lnTo>
                  <a:lnTo>
                    <a:pt x="5291535" y="4712213"/>
                  </a:lnTo>
                  <a:lnTo>
                    <a:pt x="5361305" y="4669875"/>
                  </a:lnTo>
                  <a:lnTo>
                    <a:pt x="5426202" y="4623324"/>
                  </a:lnTo>
                  <a:lnTo>
                    <a:pt x="5486431" y="4572100"/>
                  </a:lnTo>
                  <a:lnTo>
                    <a:pt x="5542407" y="4515636"/>
                  </a:lnTo>
                  <a:lnTo>
                    <a:pt x="5594672" y="4453273"/>
                  </a:lnTo>
                  <a:lnTo>
                    <a:pt x="5643838" y="4384294"/>
                  </a:lnTo>
                  <a:lnTo>
                    <a:pt x="5690535" y="4307987"/>
                  </a:lnTo>
                  <a:lnTo>
                    <a:pt x="5735373" y="4223734"/>
                  </a:lnTo>
                  <a:lnTo>
                    <a:pt x="5778900" y="4131167"/>
                  </a:lnTo>
                  <a:lnTo>
                    <a:pt x="5784835" y="4117728"/>
                  </a:lnTo>
                  <a:lnTo>
                    <a:pt x="5814210" y="4048381"/>
                  </a:lnTo>
                  <a:lnTo>
                    <a:pt x="5843336" y="3975033"/>
                  </a:lnTo>
                  <a:lnTo>
                    <a:pt x="5872331" y="3897607"/>
                  </a:lnTo>
                  <a:lnTo>
                    <a:pt x="5901289" y="3816059"/>
                  </a:lnTo>
                  <a:lnTo>
                    <a:pt x="5930292" y="3730391"/>
                  </a:lnTo>
                  <a:lnTo>
                    <a:pt x="5959402" y="3640650"/>
                  </a:lnTo>
                  <a:lnTo>
                    <a:pt x="5988666" y="3546928"/>
                  </a:lnTo>
                  <a:lnTo>
                    <a:pt x="6018120" y="3449372"/>
                  </a:lnTo>
                  <a:lnTo>
                    <a:pt x="6047785" y="3348180"/>
                  </a:lnTo>
                  <a:lnTo>
                    <a:pt x="6077669" y="3243602"/>
                  </a:lnTo>
                  <a:lnTo>
                    <a:pt x="6107770" y="3135940"/>
                  </a:lnTo>
                  <a:lnTo>
                    <a:pt x="6138077" y="3025546"/>
                  </a:lnTo>
                  <a:lnTo>
                    <a:pt x="6168568" y="2912816"/>
                  </a:lnTo>
                  <a:lnTo>
                    <a:pt x="6199213" y="2798188"/>
                  </a:lnTo>
                  <a:lnTo>
                    <a:pt x="6229979" y="2682130"/>
                  </a:lnTo>
                  <a:lnTo>
                    <a:pt x="6260823" y="2565141"/>
                  </a:lnTo>
                  <a:lnTo>
                    <a:pt x="6291704" y="2447732"/>
                  </a:lnTo>
                  <a:lnTo>
                    <a:pt x="6322576" y="2330425"/>
                  </a:lnTo>
                  <a:lnTo>
                    <a:pt x="6353394" y="2213739"/>
                  </a:lnTo>
                  <a:lnTo>
                    <a:pt x="6384117" y="2098182"/>
                  </a:lnTo>
                  <a:lnTo>
                    <a:pt x="6414707" y="1984239"/>
                  </a:lnTo>
                  <a:lnTo>
                    <a:pt x="6445129" y="1872370"/>
                  </a:lnTo>
                  <a:lnTo>
                    <a:pt x="6475357" y="1762997"/>
                  </a:lnTo>
                  <a:lnTo>
                    <a:pt x="6505375" y="1656499"/>
                  </a:lnTo>
                  <a:lnTo>
                    <a:pt x="6535173" y="1553209"/>
                  </a:lnTo>
                  <a:lnTo>
                    <a:pt x="6564754" y="1453408"/>
                  </a:lnTo>
                  <a:lnTo>
                    <a:pt x="6594130" y="1357327"/>
                  </a:lnTo>
                  <a:lnTo>
                    <a:pt x="6623330" y="1265143"/>
                  </a:lnTo>
                  <a:lnTo>
                    <a:pt x="6652391" y="1176982"/>
                  </a:lnTo>
                  <a:lnTo>
                    <a:pt x="6681368" y="1092918"/>
                  </a:lnTo>
                  <a:lnTo>
                    <a:pt x="6710331" y="1012980"/>
                  </a:lnTo>
                  <a:lnTo>
                    <a:pt x="6739364" y="937152"/>
                  </a:lnTo>
                  <a:lnTo>
                    <a:pt x="6768573" y="865375"/>
                  </a:lnTo>
                  <a:lnTo>
                    <a:pt x="6786527" y="823545"/>
                  </a:lnTo>
                  <a:lnTo>
                    <a:pt x="6829911" y="729824"/>
                  </a:lnTo>
                  <a:lnTo>
                    <a:pt x="6874538" y="644437"/>
                  </a:lnTo>
                  <a:lnTo>
                    <a:pt x="6920942" y="567066"/>
                  </a:lnTo>
                  <a:lnTo>
                    <a:pt x="6969730" y="497117"/>
                  </a:lnTo>
                  <a:lnTo>
                    <a:pt x="7021530" y="433883"/>
                  </a:lnTo>
                  <a:lnTo>
                    <a:pt x="7076959" y="376645"/>
                  </a:lnTo>
                  <a:lnTo>
                    <a:pt x="7136572" y="324734"/>
                  </a:lnTo>
                  <a:lnTo>
                    <a:pt x="7200806" y="277568"/>
                  </a:lnTo>
                  <a:lnTo>
                    <a:pt x="7269901" y="234671"/>
                  </a:lnTo>
                  <a:lnTo>
                    <a:pt x="7343805" y="195689"/>
                  </a:lnTo>
                  <a:lnTo>
                    <a:pt x="7422061" y="160388"/>
                  </a:lnTo>
                  <a:lnTo>
                    <a:pt x="7503694" y="128652"/>
                  </a:lnTo>
                  <a:lnTo>
                    <a:pt x="7587127" y="100465"/>
                  </a:lnTo>
                  <a:lnTo>
                    <a:pt x="7670157" y="75883"/>
                  </a:lnTo>
                  <a:lnTo>
                    <a:pt x="7750052" y="54985"/>
                  </a:lnTo>
                  <a:lnTo>
                    <a:pt x="7823788" y="37815"/>
                  </a:lnTo>
                  <a:lnTo>
                    <a:pt x="7888430" y="24325"/>
                  </a:lnTo>
                  <a:lnTo>
                    <a:pt x="7941599" y="14325"/>
                  </a:lnTo>
                  <a:lnTo>
                    <a:pt x="7981907" y="7458"/>
                  </a:lnTo>
                  <a:lnTo>
                    <a:pt x="8009260" y="3222"/>
                  </a:lnTo>
                  <a:lnTo>
                    <a:pt x="8024952" y="1005"/>
                  </a:lnTo>
                  <a:lnTo>
                    <a:pt x="8031569" y="149"/>
                  </a:lnTo>
                  <a:lnTo>
                    <a:pt x="8032817" y="0"/>
                  </a:lnTo>
                  <a:lnTo>
                    <a:pt x="8032819" y="0"/>
                  </a:lnTo>
                  <a:lnTo>
                    <a:pt x="8554953" y="0"/>
                  </a:lnTo>
                  <a:lnTo>
                    <a:pt x="8554953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123" name="pl1123"/>
            <p:cNvSpPr/>
            <p:nvPr/>
          </p:nvSpPr>
          <p:spPr>
            <a:xfrm>
              <a:off x="386606" y="1129073"/>
              <a:ext cx="8554953" cy="4941274"/>
            </a:xfrm>
            <a:custGeom>
              <a:avLst/>
              <a:pathLst>
                <a:path w="8554953" h="4941274">
                  <a:moveTo>
                    <a:pt x="8554953" y="0"/>
                  </a:moveTo>
                  <a:lnTo>
                    <a:pt x="8032819" y="0"/>
                  </a:lnTo>
                  <a:lnTo>
                    <a:pt x="8031965" y="101"/>
                  </a:lnTo>
                  <a:lnTo>
                    <a:pt x="8026333" y="821"/>
                  </a:lnTo>
                  <a:lnTo>
                    <a:pt x="8012076" y="2810"/>
                  </a:lnTo>
                  <a:lnTo>
                    <a:pt x="7986441" y="6729"/>
                  </a:lnTo>
                  <a:lnTo>
                    <a:pt x="7947948" y="13200"/>
                  </a:lnTo>
                  <a:lnTo>
                    <a:pt x="7896499" y="22743"/>
                  </a:lnTo>
                  <a:lnTo>
                    <a:pt x="7833318" y="35736"/>
                  </a:lnTo>
                  <a:lnTo>
                    <a:pt x="7760671" y="52391"/>
                  </a:lnTo>
                  <a:lnTo>
                    <a:pt x="7681444" y="72776"/>
                  </a:lnTo>
                  <a:lnTo>
                    <a:pt x="7598674" y="96854"/>
                  </a:lnTo>
                  <a:lnTo>
                    <a:pt x="7515152" y="124547"/>
                  </a:lnTo>
                  <a:lnTo>
                    <a:pt x="7433162" y="155794"/>
                  </a:lnTo>
                  <a:lnTo>
                    <a:pt x="7354369" y="190599"/>
                  </a:lnTo>
                  <a:lnTo>
                    <a:pt x="7279827" y="229061"/>
                  </a:lnTo>
                  <a:lnTo>
                    <a:pt x="7210057" y="271399"/>
                  </a:lnTo>
                  <a:lnTo>
                    <a:pt x="7145160" y="317950"/>
                  </a:lnTo>
                  <a:lnTo>
                    <a:pt x="7084931" y="369173"/>
                  </a:lnTo>
                  <a:lnTo>
                    <a:pt x="7028955" y="425637"/>
                  </a:lnTo>
                  <a:lnTo>
                    <a:pt x="6976690" y="488001"/>
                  </a:lnTo>
                  <a:lnTo>
                    <a:pt x="6927524" y="556979"/>
                  </a:lnTo>
                  <a:lnTo>
                    <a:pt x="6880827" y="633286"/>
                  </a:lnTo>
                  <a:lnTo>
                    <a:pt x="6835989" y="717539"/>
                  </a:lnTo>
                  <a:lnTo>
                    <a:pt x="6792462" y="810107"/>
                  </a:lnTo>
                  <a:lnTo>
                    <a:pt x="6786527" y="823545"/>
                  </a:lnTo>
                  <a:lnTo>
                    <a:pt x="6757152" y="892893"/>
                  </a:lnTo>
                  <a:lnTo>
                    <a:pt x="6728026" y="966240"/>
                  </a:lnTo>
                  <a:lnTo>
                    <a:pt x="6699031" y="1043667"/>
                  </a:lnTo>
                  <a:lnTo>
                    <a:pt x="6670072" y="1125215"/>
                  </a:lnTo>
                  <a:lnTo>
                    <a:pt x="6641070" y="1210882"/>
                  </a:lnTo>
                  <a:lnTo>
                    <a:pt x="6611960" y="1300624"/>
                  </a:lnTo>
                  <a:lnTo>
                    <a:pt x="6582696" y="1394346"/>
                  </a:lnTo>
                  <a:lnTo>
                    <a:pt x="6553242" y="1491902"/>
                  </a:lnTo>
                  <a:lnTo>
                    <a:pt x="6523577" y="1593094"/>
                  </a:lnTo>
                  <a:lnTo>
                    <a:pt x="6493693" y="1697672"/>
                  </a:lnTo>
                  <a:lnTo>
                    <a:pt x="6463592" y="1805333"/>
                  </a:lnTo>
                  <a:lnTo>
                    <a:pt x="6433285" y="1915728"/>
                  </a:lnTo>
                  <a:lnTo>
                    <a:pt x="6402794" y="2028457"/>
                  </a:lnTo>
                  <a:lnTo>
                    <a:pt x="6372149" y="2143086"/>
                  </a:lnTo>
                  <a:lnTo>
                    <a:pt x="6341383" y="2259143"/>
                  </a:lnTo>
                  <a:lnTo>
                    <a:pt x="6310539" y="2376133"/>
                  </a:lnTo>
                  <a:lnTo>
                    <a:pt x="6279658" y="2493541"/>
                  </a:lnTo>
                  <a:lnTo>
                    <a:pt x="6248786" y="2610848"/>
                  </a:lnTo>
                  <a:lnTo>
                    <a:pt x="6217968" y="2727534"/>
                  </a:lnTo>
                  <a:lnTo>
                    <a:pt x="6187245" y="2843092"/>
                  </a:lnTo>
                  <a:lnTo>
                    <a:pt x="6156655" y="2957035"/>
                  </a:lnTo>
                  <a:lnTo>
                    <a:pt x="6126233" y="3068903"/>
                  </a:lnTo>
                  <a:lnTo>
                    <a:pt x="6096004" y="3178277"/>
                  </a:lnTo>
                  <a:lnTo>
                    <a:pt x="6065987" y="3284775"/>
                  </a:lnTo>
                  <a:lnTo>
                    <a:pt x="6036189" y="3388065"/>
                  </a:lnTo>
                  <a:lnTo>
                    <a:pt x="6006608" y="3487866"/>
                  </a:lnTo>
                  <a:lnTo>
                    <a:pt x="5977232" y="3583947"/>
                  </a:lnTo>
                  <a:lnTo>
                    <a:pt x="5948032" y="3676131"/>
                  </a:lnTo>
                  <a:lnTo>
                    <a:pt x="5918971" y="3764292"/>
                  </a:lnTo>
                  <a:lnTo>
                    <a:pt x="5889994" y="3848356"/>
                  </a:lnTo>
                  <a:lnTo>
                    <a:pt x="5861031" y="3928294"/>
                  </a:lnTo>
                  <a:lnTo>
                    <a:pt x="5831998" y="4004122"/>
                  </a:lnTo>
                  <a:lnTo>
                    <a:pt x="5802789" y="4075898"/>
                  </a:lnTo>
                  <a:lnTo>
                    <a:pt x="5784835" y="4117728"/>
                  </a:lnTo>
                  <a:lnTo>
                    <a:pt x="5741451" y="4211449"/>
                  </a:lnTo>
                  <a:lnTo>
                    <a:pt x="5696824" y="4296837"/>
                  </a:lnTo>
                  <a:lnTo>
                    <a:pt x="5650420" y="4374208"/>
                  </a:lnTo>
                  <a:lnTo>
                    <a:pt x="5601632" y="4444157"/>
                  </a:lnTo>
                  <a:lnTo>
                    <a:pt x="5549832" y="4507391"/>
                  </a:lnTo>
                  <a:lnTo>
                    <a:pt x="5494403" y="4564629"/>
                  </a:lnTo>
                  <a:lnTo>
                    <a:pt x="5434790" y="4616540"/>
                  </a:lnTo>
                  <a:lnTo>
                    <a:pt x="5370556" y="4663706"/>
                  </a:lnTo>
                  <a:lnTo>
                    <a:pt x="5301461" y="4706603"/>
                  </a:lnTo>
                  <a:lnTo>
                    <a:pt x="5227557" y="4745585"/>
                  </a:lnTo>
                  <a:lnTo>
                    <a:pt x="5149301" y="4780886"/>
                  </a:lnTo>
                  <a:lnTo>
                    <a:pt x="5067668" y="4812622"/>
                  </a:lnTo>
                  <a:lnTo>
                    <a:pt x="4984235" y="4840809"/>
                  </a:lnTo>
                  <a:lnTo>
                    <a:pt x="4901205" y="4865391"/>
                  </a:lnTo>
                  <a:lnTo>
                    <a:pt x="4821310" y="4886289"/>
                  </a:lnTo>
                  <a:lnTo>
                    <a:pt x="4747574" y="4903459"/>
                  </a:lnTo>
                  <a:lnTo>
                    <a:pt x="4682932" y="4916948"/>
                  </a:lnTo>
                  <a:lnTo>
                    <a:pt x="4629763" y="4926949"/>
                  </a:lnTo>
                  <a:lnTo>
                    <a:pt x="4589455" y="4933816"/>
                  </a:lnTo>
                  <a:lnTo>
                    <a:pt x="4562102" y="4938052"/>
                  </a:lnTo>
                  <a:lnTo>
                    <a:pt x="4546410" y="4940269"/>
                  </a:lnTo>
                  <a:lnTo>
                    <a:pt x="4539793" y="4941125"/>
                  </a:lnTo>
                  <a:lnTo>
                    <a:pt x="4538545" y="4941274"/>
                  </a:lnTo>
                  <a:lnTo>
                    <a:pt x="4538543" y="4941274"/>
                  </a:lnTo>
                  <a:lnTo>
                    <a:pt x="4016409" y="4941274"/>
                  </a:lnTo>
                  <a:lnTo>
                    <a:pt x="4015177" y="4941229"/>
                  </a:lnTo>
                  <a:lnTo>
                    <a:pt x="4007117" y="4940903"/>
                  </a:lnTo>
                  <a:lnTo>
                    <a:pt x="3986945" y="4940004"/>
                  </a:lnTo>
                  <a:lnTo>
                    <a:pt x="3951257" y="4938237"/>
                  </a:lnTo>
                  <a:lnTo>
                    <a:pt x="3898829" y="4935341"/>
                  </a:lnTo>
                  <a:lnTo>
                    <a:pt x="3830684" y="4931120"/>
                  </a:lnTo>
                  <a:lnTo>
                    <a:pt x="3749741" y="4925457"/>
                  </a:lnTo>
                  <a:lnTo>
                    <a:pt x="3660083" y="4918314"/>
                  </a:lnTo>
                  <a:lnTo>
                    <a:pt x="3566103" y="4909706"/>
                  </a:lnTo>
                  <a:lnTo>
                    <a:pt x="3471765" y="4899667"/>
                  </a:lnTo>
                  <a:lnTo>
                    <a:pt x="3380158" y="4888219"/>
                  </a:lnTo>
                  <a:lnTo>
                    <a:pt x="3293346" y="4875343"/>
                  </a:lnTo>
                  <a:lnTo>
                    <a:pt x="3212442" y="4860968"/>
                  </a:lnTo>
                  <a:lnTo>
                    <a:pt x="3137789" y="4844959"/>
                  </a:lnTo>
                  <a:lnTo>
                    <a:pt x="3069174" y="4827123"/>
                  </a:lnTo>
                  <a:lnTo>
                    <a:pt x="3006017" y="4807206"/>
                  </a:lnTo>
                  <a:lnTo>
                    <a:pt x="2947527" y="4784911"/>
                  </a:lnTo>
                  <a:lnTo>
                    <a:pt x="2892807" y="4759916"/>
                  </a:lnTo>
                  <a:lnTo>
                    <a:pt x="2840947" y="4731908"/>
                  </a:lnTo>
                  <a:lnTo>
                    <a:pt x="2791095" y="4700653"/>
                  </a:lnTo>
                  <a:lnTo>
                    <a:pt x="2770117" y="4686210"/>
                  </a:lnTo>
                  <a:lnTo>
                    <a:pt x="2724647" y="4652352"/>
                  </a:lnTo>
                  <a:lnTo>
                    <a:pt x="2679621" y="4615478"/>
                  </a:lnTo>
                  <a:lnTo>
                    <a:pt x="2634662" y="4575532"/>
                  </a:lnTo>
                  <a:lnTo>
                    <a:pt x="2589499" y="4532536"/>
                  </a:lnTo>
                  <a:lnTo>
                    <a:pt x="2543947" y="4486596"/>
                  </a:lnTo>
                  <a:lnTo>
                    <a:pt x="2497901" y="4437910"/>
                  </a:lnTo>
                  <a:lnTo>
                    <a:pt x="2451328" y="4386768"/>
                  </a:lnTo>
                  <a:lnTo>
                    <a:pt x="2404258" y="4333555"/>
                  </a:lnTo>
                  <a:lnTo>
                    <a:pt x="2356773" y="4278734"/>
                  </a:lnTo>
                  <a:lnTo>
                    <a:pt x="2309000" y="4222838"/>
                  </a:lnTo>
                  <a:lnTo>
                    <a:pt x="2261089" y="4166445"/>
                  </a:lnTo>
                  <a:lnTo>
                    <a:pt x="2213206" y="4110155"/>
                  </a:lnTo>
                  <a:lnTo>
                    <a:pt x="2165515" y="4054563"/>
                  </a:lnTo>
                  <a:lnTo>
                    <a:pt x="2118160" y="4000235"/>
                  </a:lnTo>
                  <a:lnTo>
                    <a:pt x="2071253" y="3947680"/>
                  </a:lnTo>
                  <a:lnTo>
                    <a:pt x="2024859" y="3897338"/>
                  </a:lnTo>
                  <a:lnTo>
                    <a:pt x="1978989" y="3849561"/>
                  </a:lnTo>
                  <a:lnTo>
                    <a:pt x="1933585" y="3804609"/>
                  </a:lnTo>
                  <a:lnTo>
                    <a:pt x="1888517" y="3762647"/>
                  </a:lnTo>
                  <a:lnTo>
                    <a:pt x="1843571" y="3723752"/>
                  </a:lnTo>
                  <a:lnTo>
                    <a:pt x="1798441" y="3687918"/>
                  </a:lnTo>
                  <a:lnTo>
                    <a:pt x="1768425" y="3665955"/>
                  </a:lnTo>
                  <a:lnTo>
                    <a:pt x="1719206" y="3633274"/>
                  </a:lnTo>
                  <a:lnTo>
                    <a:pt x="1668306" y="3603893"/>
                  </a:lnTo>
                  <a:lnTo>
                    <a:pt x="1614925" y="3577639"/>
                  </a:lnTo>
                  <a:lnTo>
                    <a:pt x="1558166" y="3554224"/>
                  </a:lnTo>
                  <a:lnTo>
                    <a:pt x="1497119" y="3533325"/>
                  </a:lnTo>
                  <a:lnTo>
                    <a:pt x="1430934" y="3514629"/>
                  </a:lnTo>
                  <a:lnTo>
                    <a:pt x="1358926" y="3497863"/>
                  </a:lnTo>
                  <a:lnTo>
                    <a:pt x="1280702" y="3482806"/>
                  </a:lnTo>
                  <a:lnTo>
                    <a:pt x="1196341" y="3469298"/>
                  </a:lnTo>
                  <a:lnTo>
                    <a:pt x="1106599" y="3457242"/>
                  </a:lnTo>
                  <a:lnTo>
                    <a:pt x="1013115" y="3446597"/>
                  </a:lnTo>
                  <a:lnTo>
                    <a:pt x="918540" y="3437370"/>
                  </a:lnTo>
                  <a:lnTo>
                    <a:pt x="826499" y="3429594"/>
                  </a:lnTo>
                  <a:lnTo>
                    <a:pt x="741275" y="3423297"/>
                  </a:lnTo>
                  <a:lnTo>
                    <a:pt x="667188" y="3418466"/>
                  </a:lnTo>
                  <a:lnTo>
                    <a:pt x="607761" y="3415020"/>
                  </a:lnTo>
                  <a:lnTo>
                    <a:pt x="564899" y="3412798"/>
                  </a:lnTo>
                  <a:lnTo>
                    <a:pt x="538359" y="3411560"/>
                  </a:lnTo>
                  <a:lnTo>
                    <a:pt x="525643" y="3411025"/>
                  </a:lnTo>
                  <a:lnTo>
                    <a:pt x="522234" y="3410894"/>
                  </a:lnTo>
                  <a:lnTo>
                    <a:pt x="522133" y="3410891"/>
                  </a:lnTo>
                  <a:lnTo>
                    <a:pt x="0" y="3410891"/>
                  </a:lnTo>
                  <a:lnTo>
                    <a:pt x="0" y="3410891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124" name="pg1124"/>
            <p:cNvSpPr/>
            <p:nvPr/>
          </p:nvSpPr>
          <p:spPr>
            <a:xfrm>
              <a:off x="386606" y="965305"/>
              <a:ext cx="8554953" cy="4896097"/>
            </a:xfrm>
            <a:custGeom>
              <a:avLst/>
              <a:pathLst>
                <a:path w="8554953" h="4896097">
                  <a:moveTo>
                    <a:pt x="0" y="3557717"/>
                  </a:moveTo>
                  <a:lnTo>
                    <a:pt x="522133" y="3557717"/>
                  </a:lnTo>
                  <a:lnTo>
                    <a:pt x="523374" y="3557757"/>
                  </a:lnTo>
                  <a:lnTo>
                    <a:pt x="531489" y="3558044"/>
                  </a:lnTo>
                  <a:lnTo>
                    <a:pt x="551794" y="3558836"/>
                  </a:lnTo>
                  <a:lnTo>
                    <a:pt x="587705" y="3560393"/>
                  </a:lnTo>
                  <a:lnTo>
                    <a:pt x="640435" y="3562943"/>
                  </a:lnTo>
                  <a:lnTo>
                    <a:pt x="708931" y="3566659"/>
                  </a:lnTo>
                  <a:lnTo>
                    <a:pt x="790234" y="3571643"/>
                  </a:lnTo>
                  <a:lnTo>
                    <a:pt x="880220" y="3577928"/>
                  </a:lnTo>
                  <a:lnTo>
                    <a:pt x="974467" y="3585500"/>
                  </a:lnTo>
                  <a:lnTo>
                    <a:pt x="1068997" y="3594328"/>
                  </a:lnTo>
                  <a:lnTo>
                    <a:pt x="1160723" y="3604395"/>
                  </a:lnTo>
                  <a:lnTo>
                    <a:pt x="1247589" y="3615717"/>
                  </a:lnTo>
                  <a:lnTo>
                    <a:pt x="1328501" y="3628359"/>
                  </a:lnTo>
                  <a:lnTo>
                    <a:pt x="1403132" y="3642441"/>
                  </a:lnTo>
                  <a:lnTo>
                    <a:pt x="1471711" y="3658136"/>
                  </a:lnTo>
                  <a:lnTo>
                    <a:pt x="1534830" y="3675667"/>
                  </a:lnTo>
                  <a:lnTo>
                    <a:pt x="1593294" y="3695298"/>
                  </a:lnTo>
                  <a:lnTo>
                    <a:pt x="1648007" y="3717315"/>
                  </a:lnTo>
                  <a:lnTo>
                    <a:pt x="1699885" y="3741989"/>
                  </a:lnTo>
                  <a:lnTo>
                    <a:pt x="1749781" y="3769522"/>
                  </a:lnTo>
                  <a:lnTo>
                    <a:pt x="1768425" y="3780781"/>
                  </a:lnTo>
                  <a:lnTo>
                    <a:pt x="1815359" y="3811394"/>
                  </a:lnTo>
                  <a:lnTo>
                    <a:pt x="1861834" y="3844821"/>
                  </a:lnTo>
                  <a:lnTo>
                    <a:pt x="1908257" y="3881112"/>
                  </a:lnTo>
                  <a:lnTo>
                    <a:pt x="1954922" y="3920239"/>
                  </a:lnTo>
                  <a:lnTo>
                    <a:pt x="2002020" y="3962091"/>
                  </a:lnTo>
                  <a:lnTo>
                    <a:pt x="2049654" y="4006465"/>
                  </a:lnTo>
                  <a:lnTo>
                    <a:pt x="2097849" y="4053064"/>
                  </a:lnTo>
                  <a:lnTo>
                    <a:pt x="2146557" y="4101502"/>
                  </a:lnTo>
                  <a:lnTo>
                    <a:pt x="2195677" y="4151314"/>
                  </a:lnTo>
                  <a:lnTo>
                    <a:pt x="2245059" y="4201975"/>
                  </a:lnTo>
                  <a:lnTo>
                    <a:pt x="2294531" y="4252918"/>
                  </a:lnTo>
                  <a:lnTo>
                    <a:pt x="2343910" y="4303567"/>
                  </a:lnTo>
                  <a:lnTo>
                    <a:pt x="2393022" y="4353355"/>
                  </a:lnTo>
                  <a:lnTo>
                    <a:pt x="2441721" y="4401758"/>
                  </a:lnTo>
                  <a:lnTo>
                    <a:pt x="2489904" y="4448314"/>
                  </a:lnTo>
                  <a:lnTo>
                    <a:pt x="2537526" y="4492637"/>
                  </a:lnTo>
                  <a:lnTo>
                    <a:pt x="2584614" y="4534433"/>
                  </a:lnTo>
                  <a:lnTo>
                    <a:pt x="2631271" y="4573501"/>
                  </a:lnTo>
                  <a:lnTo>
                    <a:pt x="2677692" y="4609731"/>
                  </a:lnTo>
                  <a:lnTo>
                    <a:pt x="2724172" y="4643098"/>
                  </a:lnTo>
                  <a:lnTo>
                    <a:pt x="2770117" y="4673034"/>
                  </a:lnTo>
                  <a:lnTo>
                    <a:pt x="2819455" y="4701678"/>
                  </a:lnTo>
                  <a:lnTo>
                    <a:pt x="2870483" y="4727425"/>
                  </a:lnTo>
                  <a:lnTo>
                    <a:pt x="2924009" y="4750424"/>
                  </a:lnTo>
                  <a:lnTo>
                    <a:pt x="2980935" y="4770930"/>
                  </a:lnTo>
                  <a:lnTo>
                    <a:pt x="3042178" y="4789229"/>
                  </a:lnTo>
                  <a:lnTo>
                    <a:pt x="3108593" y="4805595"/>
                  </a:lnTo>
                  <a:lnTo>
                    <a:pt x="3180867" y="4820268"/>
                  </a:lnTo>
                  <a:lnTo>
                    <a:pt x="3259389" y="4833441"/>
                  </a:lnTo>
                  <a:lnTo>
                    <a:pt x="3344069" y="4845256"/>
                  </a:lnTo>
                  <a:lnTo>
                    <a:pt x="3434131" y="4855796"/>
                  </a:lnTo>
                  <a:lnTo>
                    <a:pt x="3527901" y="4865097"/>
                  </a:lnTo>
                  <a:lnTo>
                    <a:pt x="3622683" y="4873151"/>
                  </a:lnTo>
                  <a:lnTo>
                    <a:pt x="3714803" y="4879930"/>
                  </a:lnTo>
                  <a:lnTo>
                    <a:pt x="3799935" y="4885409"/>
                  </a:lnTo>
                  <a:lnTo>
                    <a:pt x="3873742" y="4889600"/>
                  </a:lnTo>
                  <a:lnTo>
                    <a:pt x="3932720" y="4892578"/>
                  </a:lnTo>
                  <a:lnTo>
                    <a:pt x="3975023" y="4894488"/>
                  </a:lnTo>
                  <a:lnTo>
                    <a:pt x="4000985" y="4895542"/>
                  </a:lnTo>
                  <a:lnTo>
                    <a:pt x="4013214" y="4895990"/>
                  </a:lnTo>
                  <a:lnTo>
                    <a:pt x="4016409" y="4896097"/>
                  </a:lnTo>
                  <a:lnTo>
                    <a:pt x="4538543" y="4896097"/>
                  </a:lnTo>
                  <a:lnTo>
                    <a:pt x="4539401" y="4895996"/>
                  </a:lnTo>
                  <a:lnTo>
                    <a:pt x="4545057" y="4895281"/>
                  </a:lnTo>
                  <a:lnTo>
                    <a:pt x="4559374" y="4893303"/>
                  </a:lnTo>
                  <a:lnTo>
                    <a:pt x="4585112" y="4889406"/>
                  </a:lnTo>
                  <a:lnTo>
                    <a:pt x="4623751" y="4882974"/>
                  </a:lnTo>
                  <a:lnTo>
                    <a:pt x="4675379" y="4873488"/>
                  </a:lnTo>
                  <a:lnTo>
                    <a:pt x="4738760" y="4860575"/>
                  </a:lnTo>
                  <a:lnTo>
                    <a:pt x="4811605" y="4844025"/>
                  </a:lnTo>
                  <a:lnTo>
                    <a:pt x="4891014" y="4823773"/>
                  </a:lnTo>
                  <a:lnTo>
                    <a:pt x="4973936" y="4799855"/>
                  </a:lnTo>
                  <a:lnTo>
                    <a:pt x="5057574" y="4772350"/>
                  </a:lnTo>
                  <a:lnTo>
                    <a:pt x="5139644" y="4741318"/>
                  </a:lnTo>
                  <a:lnTo>
                    <a:pt x="5218483" y="4706754"/>
                  </a:lnTo>
                  <a:lnTo>
                    <a:pt x="5293044" y="4668555"/>
                  </a:lnTo>
                  <a:lnTo>
                    <a:pt x="5362812" y="4626504"/>
                  </a:lnTo>
                  <a:lnTo>
                    <a:pt x="5427694" y="4580261"/>
                  </a:lnTo>
                  <a:lnTo>
                    <a:pt x="5487903" y="4529368"/>
                  </a:lnTo>
                  <a:lnTo>
                    <a:pt x="5543858" y="4473257"/>
                  </a:lnTo>
                  <a:lnTo>
                    <a:pt x="5596107" y="4411271"/>
                  </a:lnTo>
                  <a:lnTo>
                    <a:pt x="5645265" y="4342698"/>
                  </a:lnTo>
                  <a:lnTo>
                    <a:pt x="5691966" y="4266830"/>
                  </a:lnTo>
                  <a:lnTo>
                    <a:pt x="5736821" y="4183059"/>
                  </a:lnTo>
                  <a:lnTo>
                    <a:pt x="5780378" y="4091028"/>
                  </a:lnTo>
                  <a:lnTo>
                    <a:pt x="5784835" y="4081022"/>
                  </a:lnTo>
                  <a:lnTo>
                    <a:pt x="5814348" y="4012053"/>
                  </a:lnTo>
                  <a:lnTo>
                    <a:pt x="5843612" y="3939087"/>
                  </a:lnTo>
                  <a:lnTo>
                    <a:pt x="5872742" y="3862045"/>
                  </a:lnTo>
                  <a:lnTo>
                    <a:pt x="5901839" y="3780886"/>
                  </a:lnTo>
                  <a:lnTo>
                    <a:pt x="5930980" y="3695611"/>
                  </a:lnTo>
                  <a:lnTo>
                    <a:pt x="5960232" y="3606266"/>
                  </a:lnTo>
                  <a:lnTo>
                    <a:pt x="5989640" y="3512949"/>
                  </a:lnTo>
                  <a:lnTo>
                    <a:pt x="6019241" y="3415807"/>
                  </a:lnTo>
                  <a:lnTo>
                    <a:pt x="6049055" y="3315041"/>
                  </a:lnTo>
                  <a:lnTo>
                    <a:pt x="6079090" y="3210903"/>
                  </a:lnTo>
                  <a:lnTo>
                    <a:pt x="6109345" y="3103700"/>
                  </a:lnTo>
                  <a:lnTo>
                    <a:pt x="6139806" y="2993787"/>
                  </a:lnTo>
                  <a:lnTo>
                    <a:pt x="6170452" y="2881564"/>
                  </a:lnTo>
                  <a:lnTo>
                    <a:pt x="6201251" y="2767471"/>
                  </a:lnTo>
                  <a:lnTo>
                    <a:pt x="6232169" y="2651984"/>
                  </a:lnTo>
                  <a:lnTo>
                    <a:pt x="6263164" y="2535601"/>
                  </a:lnTo>
                  <a:lnTo>
                    <a:pt x="6294192" y="2418839"/>
                  </a:lnTo>
                  <a:lnTo>
                    <a:pt x="6325207" y="2302220"/>
                  </a:lnTo>
                  <a:lnTo>
                    <a:pt x="6356165" y="2186266"/>
                  </a:lnTo>
                  <a:lnTo>
                    <a:pt x="6387023" y="2071483"/>
                  </a:lnTo>
                  <a:lnTo>
                    <a:pt x="6417742" y="1958359"/>
                  </a:lnTo>
                  <a:lnTo>
                    <a:pt x="6448290" y="1847351"/>
                  </a:lnTo>
                  <a:lnTo>
                    <a:pt x="6478640" y="1738878"/>
                  </a:lnTo>
                  <a:lnTo>
                    <a:pt x="6508775" y="1633315"/>
                  </a:lnTo>
                  <a:lnTo>
                    <a:pt x="6538689" y="1530992"/>
                  </a:lnTo>
                  <a:lnTo>
                    <a:pt x="6568384" y="1432186"/>
                  </a:lnTo>
                  <a:lnTo>
                    <a:pt x="6597876" y="1337121"/>
                  </a:lnTo>
                  <a:lnTo>
                    <a:pt x="6627193" y="1245968"/>
                  </a:lnTo>
                  <a:lnTo>
                    <a:pt x="6656377" y="1158847"/>
                  </a:lnTo>
                  <a:lnTo>
                    <a:pt x="6685485" y="1075827"/>
                  </a:lnTo>
                  <a:lnTo>
                    <a:pt x="6714589" y="996929"/>
                  </a:lnTo>
                  <a:lnTo>
                    <a:pt x="6743779" y="922131"/>
                  </a:lnTo>
                  <a:lnTo>
                    <a:pt x="6773164" y="851369"/>
                  </a:lnTo>
                  <a:lnTo>
                    <a:pt x="6786527" y="820722"/>
                  </a:lnTo>
                  <a:lnTo>
                    <a:pt x="6829977" y="727832"/>
                  </a:lnTo>
                  <a:lnTo>
                    <a:pt x="6874673" y="643215"/>
                  </a:lnTo>
                  <a:lnTo>
                    <a:pt x="6921155" y="566554"/>
                  </a:lnTo>
                  <a:lnTo>
                    <a:pt x="6970030" y="497258"/>
                  </a:lnTo>
                  <a:lnTo>
                    <a:pt x="7021930" y="434623"/>
                  </a:lnTo>
                  <a:lnTo>
                    <a:pt x="7077474" y="377935"/>
                  </a:lnTo>
                  <a:lnTo>
                    <a:pt x="7137219" y="326530"/>
                  </a:lnTo>
                  <a:lnTo>
                    <a:pt x="7201603" y="279828"/>
                  </a:lnTo>
                  <a:lnTo>
                    <a:pt x="7270863" y="237361"/>
                  </a:lnTo>
                  <a:lnTo>
                    <a:pt x="7344943" y="198775"/>
                  </a:lnTo>
                  <a:lnTo>
                    <a:pt x="7423378" y="163841"/>
                  </a:lnTo>
                  <a:lnTo>
                    <a:pt x="7505179" y="132445"/>
                  </a:lnTo>
                  <a:lnTo>
                    <a:pt x="7588751" y="104572"/>
                  </a:lnTo>
                  <a:lnTo>
                    <a:pt x="7671870" y="80280"/>
                  </a:lnTo>
                  <a:lnTo>
                    <a:pt x="7751783" y="59645"/>
                  </a:lnTo>
                  <a:lnTo>
                    <a:pt x="7825449" y="42712"/>
                  </a:lnTo>
                  <a:lnTo>
                    <a:pt x="7889931" y="29429"/>
                  </a:lnTo>
                  <a:lnTo>
                    <a:pt x="7942855" y="19603"/>
                  </a:lnTo>
                  <a:lnTo>
                    <a:pt x="7982859" y="12876"/>
                  </a:lnTo>
                  <a:lnTo>
                    <a:pt x="8009888" y="8744"/>
                  </a:lnTo>
                  <a:lnTo>
                    <a:pt x="8025281" y="6598"/>
                  </a:lnTo>
                  <a:lnTo>
                    <a:pt x="8031672" y="5782"/>
                  </a:lnTo>
                  <a:lnTo>
                    <a:pt x="8032819" y="5647"/>
                  </a:lnTo>
                  <a:lnTo>
                    <a:pt x="8554953" y="5647"/>
                  </a:lnTo>
                  <a:lnTo>
                    <a:pt x="8554953" y="0"/>
                  </a:lnTo>
                  <a:lnTo>
                    <a:pt x="8032819" y="0"/>
                  </a:lnTo>
                  <a:lnTo>
                    <a:pt x="8031961" y="100"/>
                  </a:lnTo>
                  <a:lnTo>
                    <a:pt x="8026305" y="816"/>
                  </a:lnTo>
                  <a:lnTo>
                    <a:pt x="8011988" y="2794"/>
                  </a:lnTo>
                  <a:lnTo>
                    <a:pt x="7986250" y="6690"/>
                  </a:lnTo>
                  <a:lnTo>
                    <a:pt x="7947611" y="13123"/>
                  </a:lnTo>
                  <a:lnTo>
                    <a:pt x="7895982" y="22609"/>
                  </a:lnTo>
                  <a:lnTo>
                    <a:pt x="7832602" y="35521"/>
                  </a:lnTo>
                  <a:lnTo>
                    <a:pt x="7759757" y="52072"/>
                  </a:lnTo>
                  <a:lnTo>
                    <a:pt x="7680348" y="72324"/>
                  </a:lnTo>
                  <a:lnTo>
                    <a:pt x="7597426" y="96241"/>
                  </a:lnTo>
                  <a:lnTo>
                    <a:pt x="7513788" y="123746"/>
                  </a:lnTo>
                  <a:lnTo>
                    <a:pt x="7431718" y="154778"/>
                  </a:lnTo>
                  <a:lnTo>
                    <a:pt x="7352879" y="189342"/>
                  </a:lnTo>
                  <a:lnTo>
                    <a:pt x="7278318" y="227541"/>
                  </a:lnTo>
                  <a:lnTo>
                    <a:pt x="7208550" y="269592"/>
                  </a:lnTo>
                  <a:lnTo>
                    <a:pt x="7143668" y="315835"/>
                  </a:lnTo>
                  <a:lnTo>
                    <a:pt x="7083459" y="366728"/>
                  </a:lnTo>
                  <a:lnTo>
                    <a:pt x="7027504" y="422839"/>
                  </a:lnTo>
                  <a:lnTo>
                    <a:pt x="6975255" y="484825"/>
                  </a:lnTo>
                  <a:lnTo>
                    <a:pt x="6926096" y="553398"/>
                  </a:lnTo>
                  <a:lnTo>
                    <a:pt x="6879396" y="629266"/>
                  </a:lnTo>
                  <a:lnTo>
                    <a:pt x="6834541" y="713038"/>
                  </a:lnTo>
                  <a:lnTo>
                    <a:pt x="6790984" y="805068"/>
                  </a:lnTo>
                  <a:lnTo>
                    <a:pt x="6786527" y="815075"/>
                  </a:lnTo>
                  <a:lnTo>
                    <a:pt x="6757014" y="884044"/>
                  </a:lnTo>
                  <a:lnTo>
                    <a:pt x="6727750" y="957009"/>
                  </a:lnTo>
                  <a:lnTo>
                    <a:pt x="6698620" y="1034051"/>
                  </a:lnTo>
                  <a:lnTo>
                    <a:pt x="6669523" y="1115210"/>
                  </a:lnTo>
                  <a:lnTo>
                    <a:pt x="6640381" y="1200486"/>
                  </a:lnTo>
                  <a:lnTo>
                    <a:pt x="6611130" y="1289830"/>
                  </a:lnTo>
                  <a:lnTo>
                    <a:pt x="6581722" y="1383147"/>
                  </a:lnTo>
                  <a:lnTo>
                    <a:pt x="6552121" y="1480289"/>
                  </a:lnTo>
                  <a:lnTo>
                    <a:pt x="6522307" y="1581056"/>
                  </a:lnTo>
                  <a:lnTo>
                    <a:pt x="6492272" y="1685193"/>
                  </a:lnTo>
                  <a:lnTo>
                    <a:pt x="6462017" y="1792396"/>
                  </a:lnTo>
                  <a:lnTo>
                    <a:pt x="6431556" y="1902310"/>
                  </a:lnTo>
                  <a:lnTo>
                    <a:pt x="6400910" y="2014533"/>
                  </a:lnTo>
                  <a:lnTo>
                    <a:pt x="6370111" y="2128625"/>
                  </a:lnTo>
                  <a:lnTo>
                    <a:pt x="6339193" y="2244112"/>
                  </a:lnTo>
                  <a:lnTo>
                    <a:pt x="6308198" y="2360495"/>
                  </a:lnTo>
                  <a:lnTo>
                    <a:pt x="6277170" y="2477257"/>
                  </a:lnTo>
                  <a:lnTo>
                    <a:pt x="6246155" y="2593876"/>
                  </a:lnTo>
                  <a:lnTo>
                    <a:pt x="6215197" y="2709831"/>
                  </a:lnTo>
                  <a:lnTo>
                    <a:pt x="6184339" y="2824613"/>
                  </a:lnTo>
                  <a:lnTo>
                    <a:pt x="6153620" y="2937737"/>
                  </a:lnTo>
                  <a:lnTo>
                    <a:pt x="6123072" y="3048745"/>
                  </a:lnTo>
                  <a:lnTo>
                    <a:pt x="6092722" y="3157219"/>
                  </a:lnTo>
                  <a:lnTo>
                    <a:pt x="6062587" y="3262781"/>
                  </a:lnTo>
                  <a:lnTo>
                    <a:pt x="6032673" y="3365104"/>
                  </a:lnTo>
                  <a:lnTo>
                    <a:pt x="6002978" y="3463910"/>
                  </a:lnTo>
                  <a:lnTo>
                    <a:pt x="5973486" y="3558976"/>
                  </a:lnTo>
                  <a:lnTo>
                    <a:pt x="5944169" y="3650128"/>
                  </a:lnTo>
                  <a:lnTo>
                    <a:pt x="5914985" y="3737249"/>
                  </a:lnTo>
                  <a:lnTo>
                    <a:pt x="5885877" y="3820270"/>
                  </a:lnTo>
                  <a:lnTo>
                    <a:pt x="5856773" y="3899168"/>
                  </a:lnTo>
                  <a:lnTo>
                    <a:pt x="5827583" y="3973966"/>
                  </a:lnTo>
                  <a:lnTo>
                    <a:pt x="5798198" y="4044727"/>
                  </a:lnTo>
                  <a:lnTo>
                    <a:pt x="5784835" y="4075375"/>
                  </a:lnTo>
                  <a:lnTo>
                    <a:pt x="5741385" y="4168264"/>
                  </a:lnTo>
                  <a:lnTo>
                    <a:pt x="5696688" y="4252881"/>
                  </a:lnTo>
                  <a:lnTo>
                    <a:pt x="5650207" y="4329542"/>
                  </a:lnTo>
                  <a:lnTo>
                    <a:pt x="5601332" y="4398839"/>
                  </a:lnTo>
                  <a:lnTo>
                    <a:pt x="5549432" y="4461473"/>
                  </a:lnTo>
                  <a:lnTo>
                    <a:pt x="5493888" y="4518161"/>
                  </a:lnTo>
                  <a:lnTo>
                    <a:pt x="5434143" y="4569567"/>
                  </a:lnTo>
                  <a:lnTo>
                    <a:pt x="5369759" y="4616268"/>
                  </a:lnTo>
                  <a:lnTo>
                    <a:pt x="5300499" y="4658736"/>
                  </a:lnTo>
                  <a:lnTo>
                    <a:pt x="5226419" y="4697321"/>
                  </a:lnTo>
                  <a:lnTo>
                    <a:pt x="5147984" y="4732255"/>
                  </a:lnTo>
                  <a:lnTo>
                    <a:pt x="5066183" y="4763652"/>
                  </a:lnTo>
                  <a:lnTo>
                    <a:pt x="4982611" y="4791524"/>
                  </a:lnTo>
                  <a:lnTo>
                    <a:pt x="4899492" y="4815817"/>
                  </a:lnTo>
                  <a:lnTo>
                    <a:pt x="4819579" y="4836451"/>
                  </a:lnTo>
                  <a:lnTo>
                    <a:pt x="4745913" y="4853384"/>
                  </a:lnTo>
                  <a:lnTo>
                    <a:pt x="4681431" y="4866667"/>
                  </a:lnTo>
                  <a:lnTo>
                    <a:pt x="4628507" y="4876493"/>
                  </a:lnTo>
                  <a:lnTo>
                    <a:pt x="4588503" y="4883220"/>
                  </a:lnTo>
                  <a:lnTo>
                    <a:pt x="4561474" y="4887352"/>
                  </a:lnTo>
                  <a:lnTo>
                    <a:pt x="4546081" y="4889498"/>
                  </a:lnTo>
                  <a:lnTo>
                    <a:pt x="4539689" y="4890314"/>
                  </a:lnTo>
                  <a:lnTo>
                    <a:pt x="4538543" y="4890450"/>
                  </a:lnTo>
                  <a:lnTo>
                    <a:pt x="4016409" y="4890450"/>
                  </a:lnTo>
                  <a:lnTo>
                    <a:pt x="4015168" y="4890410"/>
                  </a:lnTo>
                  <a:lnTo>
                    <a:pt x="4007053" y="4890123"/>
                  </a:lnTo>
                  <a:lnTo>
                    <a:pt x="3986748" y="4889331"/>
                  </a:lnTo>
                  <a:lnTo>
                    <a:pt x="3950837" y="4887774"/>
                  </a:lnTo>
                  <a:lnTo>
                    <a:pt x="3898107" y="4885224"/>
                  </a:lnTo>
                  <a:lnTo>
                    <a:pt x="3829611" y="4881508"/>
                  </a:lnTo>
                  <a:lnTo>
                    <a:pt x="3748308" y="4876524"/>
                  </a:lnTo>
                  <a:lnTo>
                    <a:pt x="3658322" y="4870239"/>
                  </a:lnTo>
                  <a:lnTo>
                    <a:pt x="3564075" y="4862667"/>
                  </a:lnTo>
                  <a:lnTo>
                    <a:pt x="3469545" y="4853839"/>
                  </a:lnTo>
                  <a:lnTo>
                    <a:pt x="3377819" y="4843772"/>
                  </a:lnTo>
                  <a:lnTo>
                    <a:pt x="3290953" y="4832450"/>
                  </a:lnTo>
                  <a:lnTo>
                    <a:pt x="3210041" y="4819808"/>
                  </a:lnTo>
                  <a:lnTo>
                    <a:pt x="3135410" y="4805726"/>
                  </a:lnTo>
                  <a:lnTo>
                    <a:pt x="3066832" y="4790031"/>
                  </a:lnTo>
                  <a:lnTo>
                    <a:pt x="3003712" y="4772500"/>
                  </a:lnTo>
                  <a:lnTo>
                    <a:pt x="2945248" y="4752869"/>
                  </a:lnTo>
                  <a:lnTo>
                    <a:pt x="2890535" y="4730852"/>
                  </a:lnTo>
                  <a:lnTo>
                    <a:pt x="2838658" y="4706178"/>
                  </a:lnTo>
                  <a:lnTo>
                    <a:pt x="2788762" y="4678645"/>
                  </a:lnTo>
                  <a:lnTo>
                    <a:pt x="2770117" y="4667386"/>
                  </a:lnTo>
                  <a:lnTo>
                    <a:pt x="2723184" y="4636773"/>
                  </a:lnTo>
                  <a:lnTo>
                    <a:pt x="2676708" y="4603346"/>
                  </a:lnTo>
                  <a:lnTo>
                    <a:pt x="2630285" y="4567055"/>
                  </a:lnTo>
                  <a:lnTo>
                    <a:pt x="2583621" y="4527928"/>
                  </a:lnTo>
                  <a:lnTo>
                    <a:pt x="2536523" y="4486076"/>
                  </a:lnTo>
                  <a:lnTo>
                    <a:pt x="2488888" y="4441702"/>
                  </a:lnTo>
                  <a:lnTo>
                    <a:pt x="2440693" y="4395103"/>
                  </a:lnTo>
                  <a:lnTo>
                    <a:pt x="2391985" y="4346665"/>
                  </a:lnTo>
                  <a:lnTo>
                    <a:pt x="2342866" y="4296853"/>
                  </a:lnTo>
                  <a:lnTo>
                    <a:pt x="2293483" y="4246192"/>
                  </a:lnTo>
                  <a:lnTo>
                    <a:pt x="2244011" y="4195249"/>
                  </a:lnTo>
                  <a:lnTo>
                    <a:pt x="2194632" y="4144600"/>
                  </a:lnTo>
                  <a:lnTo>
                    <a:pt x="2145520" y="4094812"/>
                  </a:lnTo>
                  <a:lnTo>
                    <a:pt x="2096822" y="4046409"/>
                  </a:lnTo>
                  <a:lnTo>
                    <a:pt x="2048639" y="3999853"/>
                  </a:lnTo>
                  <a:lnTo>
                    <a:pt x="2001016" y="3955530"/>
                  </a:lnTo>
                  <a:lnTo>
                    <a:pt x="1953929" y="3913734"/>
                  </a:lnTo>
                  <a:lnTo>
                    <a:pt x="1907272" y="3874666"/>
                  </a:lnTo>
                  <a:lnTo>
                    <a:pt x="1860850" y="3838436"/>
                  </a:lnTo>
                  <a:lnTo>
                    <a:pt x="1814370" y="3805069"/>
                  </a:lnTo>
                  <a:lnTo>
                    <a:pt x="1768425" y="3775133"/>
                  </a:lnTo>
                  <a:lnTo>
                    <a:pt x="1719087" y="3746489"/>
                  </a:lnTo>
                  <a:lnTo>
                    <a:pt x="1668059" y="3720742"/>
                  </a:lnTo>
                  <a:lnTo>
                    <a:pt x="1614533" y="3697743"/>
                  </a:lnTo>
                  <a:lnTo>
                    <a:pt x="1557607" y="3677237"/>
                  </a:lnTo>
                  <a:lnTo>
                    <a:pt x="1496364" y="3658938"/>
                  </a:lnTo>
                  <a:lnTo>
                    <a:pt x="1429949" y="3642572"/>
                  </a:lnTo>
                  <a:lnTo>
                    <a:pt x="1357675" y="3627899"/>
                  </a:lnTo>
                  <a:lnTo>
                    <a:pt x="1279153" y="3614726"/>
                  </a:lnTo>
                  <a:lnTo>
                    <a:pt x="1194473" y="3602911"/>
                  </a:lnTo>
                  <a:lnTo>
                    <a:pt x="1104412" y="3592371"/>
                  </a:lnTo>
                  <a:lnTo>
                    <a:pt x="1010641" y="3583070"/>
                  </a:lnTo>
                  <a:lnTo>
                    <a:pt x="915859" y="3575016"/>
                  </a:lnTo>
                  <a:lnTo>
                    <a:pt x="823739" y="3568237"/>
                  </a:lnTo>
                  <a:lnTo>
                    <a:pt x="738607" y="3562758"/>
                  </a:lnTo>
                  <a:lnTo>
                    <a:pt x="664800" y="3558567"/>
                  </a:lnTo>
                  <a:lnTo>
                    <a:pt x="605822" y="3555589"/>
                  </a:lnTo>
                  <a:lnTo>
                    <a:pt x="563520" y="3553679"/>
                  </a:lnTo>
                  <a:lnTo>
                    <a:pt x="537558" y="3552625"/>
                  </a:lnTo>
                  <a:lnTo>
                    <a:pt x="525329" y="3552177"/>
                  </a:lnTo>
                  <a:lnTo>
                    <a:pt x="522133" y="3552070"/>
                  </a:lnTo>
                  <a:lnTo>
                    <a:pt x="0" y="3552070"/>
                  </a:lnTo>
                  <a:close/>
                </a:path>
              </a:pathLst>
            </a:custGeom>
            <a:solidFill>
              <a:srgbClr val="67C1B3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1125" name="pl1125"/>
            <p:cNvSpPr/>
            <p:nvPr/>
          </p:nvSpPr>
          <p:spPr>
            <a:xfrm>
              <a:off x="386606" y="970952"/>
              <a:ext cx="8554953" cy="4890450"/>
            </a:xfrm>
            <a:custGeom>
              <a:avLst/>
              <a:pathLst>
                <a:path w="8554953" h="4890450">
                  <a:moveTo>
                    <a:pt x="0" y="3552070"/>
                  </a:moveTo>
                  <a:lnTo>
                    <a:pt x="522133" y="3552070"/>
                  </a:lnTo>
                  <a:lnTo>
                    <a:pt x="523374" y="3552110"/>
                  </a:lnTo>
                  <a:lnTo>
                    <a:pt x="531489" y="3552397"/>
                  </a:lnTo>
                  <a:lnTo>
                    <a:pt x="551794" y="3553189"/>
                  </a:lnTo>
                  <a:lnTo>
                    <a:pt x="587705" y="3554746"/>
                  </a:lnTo>
                  <a:lnTo>
                    <a:pt x="640435" y="3557296"/>
                  </a:lnTo>
                  <a:lnTo>
                    <a:pt x="708931" y="3561012"/>
                  </a:lnTo>
                  <a:lnTo>
                    <a:pt x="790234" y="3565996"/>
                  </a:lnTo>
                  <a:lnTo>
                    <a:pt x="880220" y="3572281"/>
                  </a:lnTo>
                  <a:lnTo>
                    <a:pt x="974467" y="3579853"/>
                  </a:lnTo>
                  <a:lnTo>
                    <a:pt x="1068997" y="3588681"/>
                  </a:lnTo>
                  <a:lnTo>
                    <a:pt x="1160723" y="3598748"/>
                  </a:lnTo>
                  <a:lnTo>
                    <a:pt x="1247589" y="3610070"/>
                  </a:lnTo>
                  <a:lnTo>
                    <a:pt x="1328501" y="3622712"/>
                  </a:lnTo>
                  <a:lnTo>
                    <a:pt x="1403132" y="3636794"/>
                  </a:lnTo>
                  <a:lnTo>
                    <a:pt x="1471711" y="3652488"/>
                  </a:lnTo>
                  <a:lnTo>
                    <a:pt x="1534830" y="3670020"/>
                  </a:lnTo>
                  <a:lnTo>
                    <a:pt x="1593294" y="3689651"/>
                  </a:lnTo>
                  <a:lnTo>
                    <a:pt x="1648007" y="3711668"/>
                  </a:lnTo>
                  <a:lnTo>
                    <a:pt x="1699885" y="3736342"/>
                  </a:lnTo>
                  <a:lnTo>
                    <a:pt x="1749781" y="3763875"/>
                  </a:lnTo>
                  <a:lnTo>
                    <a:pt x="1768425" y="3775133"/>
                  </a:lnTo>
                  <a:lnTo>
                    <a:pt x="1815359" y="3805747"/>
                  </a:lnTo>
                  <a:lnTo>
                    <a:pt x="1861834" y="3839174"/>
                  </a:lnTo>
                  <a:lnTo>
                    <a:pt x="1908257" y="3875465"/>
                  </a:lnTo>
                  <a:lnTo>
                    <a:pt x="1954922" y="3914592"/>
                  </a:lnTo>
                  <a:lnTo>
                    <a:pt x="2002020" y="3956444"/>
                  </a:lnTo>
                  <a:lnTo>
                    <a:pt x="2049654" y="4000818"/>
                  </a:lnTo>
                  <a:lnTo>
                    <a:pt x="2097849" y="4047417"/>
                  </a:lnTo>
                  <a:lnTo>
                    <a:pt x="2146557" y="4095855"/>
                  </a:lnTo>
                  <a:lnTo>
                    <a:pt x="2195677" y="4145667"/>
                  </a:lnTo>
                  <a:lnTo>
                    <a:pt x="2245059" y="4196327"/>
                  </a:lnTo>
                  <a:lnTo>
                    <a:pt x="2294531" y="4247271"/>
                  </a:lnTo>
                  <a:lnTo>
                    <a:pt x="2343910" y="4297920"/>
                  </a:lnTo>
                  <a:lnTo>
                    <a:pt x="2393022" y="4347708"/>
                  </a:lnTo>
                  <a:lnTo>
                    <a:pt x="2441721" y="4396111"/>
                  </a:lnTo>
                  <a:lnTo>
                    <a:pt x="2489904" y="4442667"/>
                  </a:lnTo>
                  <a:lnTo>
                    <a:pt x="2537526" y="4486990"/>
                  </a:lnTo>
                  <a:lnTo>
                    <a:pt x="2584614" y="4528786"/>
                  </a:lnTo>
                  <a:lnTo>
                    <a:pt x="2631271" y="4567854"/>
                  </a:lnTo>
                  <a:lnTo>
                    <a:pt x="2677692" y="4604084"/>
                  </a:lnTo>
                  <a:lnTo>
                    <a:pt x="2724172" y="4637451"/>
                  </a:lnTo>
                  <a:lnTo>
                    <a:pt x="2770117" y="4667386"/>
                  </a:lnTo>
                  <a:lnTo>
                    <a:pt x="2819455" y="4696031"/>
                  </a:lnTo>
                  <a:lnTo>
                    <a:pt x="2870483" y="4721777"/>
                  </a:lnTo>
                  <a:lnTo>
                    <a:pt x="2924009" y="4744777"/>
                  </a:lnTo>
                  <a:lnTo>
                    <a:pt x="2980935" y="4765283"/>
                  </a:lnTo>
                  <a:lnTo>
                    <a:pt x="3042178" y="4783582"/>
                  </a:lnTo>
                  <a:lnTo>
                    <a:pt x="3108593" y="4799947"/>
                  </a:lnTo>
                  <a:lnTo>
                    <a:pt x="3180867" y="4814621"/>
                  </a:lnTo>
                  <a:lnTo>
                    <a:pt x="3259389" y="4827794"/>
                  </a:lnTo>
                  <a:lnTo>
                    <a:pt x="3344069" y="4839609"/>
                  </a:lnTo>
                  <a:lnTo>
                    <a:pt x="3434131" y="4850149"/>
                  </a:lnTo>
                  <a:lnTo>
                    <a:pt x="3527901" y="4859450"/>
                  </a:lnTo>
                  <a:lnTo>
                    <a:pt x="3622683" y="4867504"/>
                  </a:lnTo>
                  <a:lnTo>
                    <a:pt x="3714803" y="4874282"/>
                  </a:lnTo>
                  <a:lnTo>
                    <a:pt x="3799935" y="4879761"/>
                  </a:lnTo>
                  <a:lnTo>
                    <a:pt x="3873742" y="4883953"/>
                  </a:lnTo>
                  <a:lnTo>
                    <a:pt x="3932720" y="4886931"/>
                  </a:lnTo>
                  <a:lnTo>
                    <a:pt x="3975023" y="4888841"/>
                  </a:lnTo>
                  <a:lnTo>
                    <a:pt x="4000985" y="4889895"/>
                  </a:lnTo>
                  <a:lnTo>
                    <a:pt x="4013214" y="4890343"/>
                  </a:lnTo>
                  <a:lnTo>
                    <a:pt x="4016338" y="4890447"/>
                  </a:lnTo>
                  <a:lnTo>
                    <a:pt x="4016409" y="4890450"/>
                  </a:lnTo>
                  <a:lnTo>
                    <a:pt x="4538543" y="4890450"/>
                  </a:lnTo>
                  <a:lnTo>
                    <a:pt x="4539401" y="4890349"/>
                  </a:lnTo>
                  <a:lnTo>
                    <a:pt x="4545057" y="4889633"/>
                  </a:lnTo>
                  <a:lnTo>
                    <a:pt x="4559374" y="4887656"/>
                  </a:lnTo>
                  <a:lnTo>
                    <a:pt x="4585112" y="4883759"/>
                  </a:lnTo>
                  <a:lnTo>
                    <a:pt x="4623751" y="4877327"/>
                  </a:lnTo>
                  <a:lnTo>
                    <a:pt x="4675379" y="4867841"/>
                  </a:lnTo>
                  <a:lnTo>
                    <a:pt x="4738760" y="4854928"/>
                  </a:lnTo>
                  <a:lnTo>
                    <a:pt x="4811605" y="4838377"/>
                  </a:lnTo>
                  <a:lnTo>
                    <a:pt x="4891014" y="4818125"/>
                  </a:lnTo>
                  <a:lnTo>
                    <a:pt x="4973936" y="4794208"/>
                  </a:lnTo>
                  <a:lnTo>
                    <a:pt x="5057574" y="4766703"/>
                  </a:lnTo>
                  <a:lnTo>
                    <a:pt x="5139644" y="4735671"/>
                  </a:lnTo>
                  <a:lnTo>
                    <a:pt x="5218483" y="4701107"/>
                  </a:lnTo>
                  <a:lnTo>
                    <a:pt x="5293044" y="4662908"/>
                  </a:lnTo>
                  <a:lnTo>
                    <a:pt x="5362812" y="4620857"/>
                  </a:lnTo>
                  <a:lnTo>
                    <a:pt x="5427694" y="4574614"/>
                  </a:lnTo>
                  <a:lnTo>
                    <a:pt x="5487903" y="4523721"/>
                  </a:lnTo>
                  <a:lnTo>
                    <a:pt x="5543858" y="4467610"/>
                  </a:lnTo>
                  <a:lnTo>
                    <a:pt x="5596107" y="4405624"/>
                  </a:lnTo>
                  <a:lnTo>
                    <a:pt x="5645265" y="4337051"/>
                  </a:lnTo>
                  <a:lnTo>
                    <a:pt x="5691966" y="4261183"/>
                  </a:lnTo>
                  <a:lnTo>
                    <a:pt x="5736821" y="4177412"/>
                  </a:lnTo>
                  <a:lnTo>
                    <a:pt x="5780378" y="4085381"/>
                  </a:lnTo>
                  <a:lnTo>
                    <a:pt x="5784835" y="4075375"/>
                  </a:lnTo>
                  <a:lnTo>
                    <a:pt x="5814348" y="4006406"/>
                  </a:lnTo>
                  <a:lnTo>
                    <a:pt x="5843612" y="3933440"/>
                  </a:lnTo>
                  <a:lnTo>
                    <a:pt x="5872742" y="3856398"/>
                  </a:lnTo>
                  <a:lnTo>
                    <a:pt x="5901839" y="3775239"/>
                  </a:lnTo>
                  <a:lnTo>
                    <a:pt x="5930980" y="3689964"/>
                  </a:lnTo>
                  <a:lnTo>
                    <a:pt x="5960232" y="3600619"/>
                  </a:lnTo>
                  <a:lnTo>
                    <a:pt x="5989640" y="3507302"/>
                  </a:lnTo>
                  <a:lnTo>
                    <a:pt x="6019241" y="3410160"/>
                  </a:lnTo>
                  <a:lnTo>
                    <a:pt x="6049055" y="3309394"/>
                  </a:lnTo>
                  <a:lnTo>
                    <a:pt x="6079090" y="3205256"/>
                  </a:lnTo>
                  <a:lnTo>
                    <a:pt x="6109345" y="3098053"/>
                  </a:lnTo>
                  <a:lnTo>
                    <a:pt x="6139806" y="2988140"/>
                  </a:lnTo>
                  <a:lnTo>
                    <a:pt x="6170452" y="2875916"/>
                  </a:lnTo>
                  <a:lnTo>
                    <a:pt x="6201251" y="2761824"/>
                  </a:lnTo>
                  <a:lnTo>
                    <a:pt x="6232169" y="2646337"/>
                  </a:lnTo>
                  <a:lnTo>
                    <a:pt x="6263164" y="2529954"/>
                  </a:lnTo>
                  <a:lnTo>
                    <a:pt x="6294192" y="2413192"/>
                  </a:lnTo>
                  <a:lnTo>
                    <a:pt x="6325207" y="2296573"/>
                  </a:lnTo>
                  <a:lnTo>
                    <a:pt x="6356165" y="2180618"/>
                  </a:lnTo>
                  <a:lnTo>
                    <a:pt x="6387023" y="2065836"/>
                  </a:lnTo>
                  <a:lnTo>
                    <a:pt x="6417742" y="1952712"/>
                  </a:lnTo>
                  <a:lnTo>
                    <a:pt x="6448290" y="1841704"/>
                  </a:lnTo>
                  <a:lnTo>
                    <a:pt x="6478640" y="1733230"/>
                  </a:lnTo>
                  <a:lnTo>
                    <a:pt x="6508775" y="1627668"/>
                  </a:lnTo>
                  <a:lnTo>
                    <a:pt x="6538689" y="1525345"/>
                  </a:lnTo>
                  <a:lnTo>
                    <a:pt x="6568384" y="1426539"/>
                  </a:lnTo>
                  <a:lnTo>
                    <a:pt x="6597876" y="1331474"/>
                  </a:lnTo>
                  <a:lnTo>
                    <a:pt x="6627193" y="1240321"/>
                  </a:lnTo>
                  <a:lnTo>
                    <a:pt x="6656377" y="1153200"/>
                  </a:lnTo>
                  <a:lnTo>
                    <a:pt x="6685485" y="1070180"/>
                  </a:lnTo>
                  <a:lnTo>
                    <a:pt x="6714589" y="991282"/>
                  </a:lnTo>
                  <a:lnTo>
                    <a:pt x="6743779" y="916483"/>
                  </a:lnTo>
                  <a:lnTo>
                    <a:pt x="6773164" y="845722"/>
                  </a:lnTo>
                  <a:lnTo>
                    <a:pt x="6786527" y="815075"/>
                  </a:lnTo>
                  <a:lnTo>
                    <a:pt x="6829977" y="722185"/>
                  </a:lnTo>
                  <a:lnTo>
                    <a:pt x="6874673" y="637568"/>
                  </a:lnTo>
                  <a:lnTo>
                    <a:pt x="6921155" y="560907"/>
                  </a:lnTo>
                  <a:lnTo>
                    <a:pt x="6970030" y="491611"/>
                  </a:lnTo>
                  <a:lnTo>
                    <a:pt x="7021930" y="428976"/>
                  </a:lnTo>
                  <a:lnTo>
                    <a:pt x="7077474" y="372288"/>
                  </a:lnTo>
                  <a:lnTo>
                    <a:pt x="7137219" y="320883"/>
                  </a:lnTo>
                  <a:lnTo>
                    <a:pt x="7201603" y="274181"/>
                  </a:lnTo>
                  <a:lnTo>
                    <a:pt x="7270863" y="231714"/>
                  </a:lnTo>
                  <a:lnTo>
                    <a:pt x="7344943" y="193128"/>
                  </a:lnTo>
                  <a:lnTo>
                    <a:pt x="7423378" y="158194"/>
                  </a:lnTo>
                  <a:lnTo>
                    <a:pt x="7505179" y="126797"/>
                  </a:lnTo>
                  <a:lnTo>
                    <a:pt x="7588751" y="98925"/>
                  </a:lnTo>
                  <a:lnTo>
                    <a:pt x="7671870" y="74633"/>
                  </a:lnTo>
                  <a:lnTo>
                    <a:pt x="7751783" y="53998"/>
                  </a:lnTo>
                  <a:lnTo>
                    <a:pt x="7825449" y="37065"/>
                  </a:lnTo>
                  <a:lnTo>
                    <a:pt x="7889931" y="23782"/>
                  </a:lnTo>
                  <a:lnTo>
                    <a:pt x="7942855" y="13956"/>
                  </a:lnTo>
                  <a:lnTo>
                    <a:pt x="7982859" y="7229"/>
                  </a:lnTo>
                  <a:lnTo>
                    <a:pt x="8009888" y="3097"/>
                  </a:lnTo>
                  <a:lnTo>
                    <a:pt x="8025281" y="951"/>
                  </a:lnTo>
                  <a:lnTo>
                    <a:pt x="8031672" y="135"/>
                  </a:lnTo>
                  <a:lnTo>
                    <a:pt x="8032818" y="0"/>
                  </a:lnTo>
                  <a:lnTo>
                    <a:pt x="8032819" y="0"/>
                  </a:lnTo>
                  <a:lnTo>
                    <a:pt x="8554953" y="0"/>
                  </a:lnTo>
                  <a:lnTo>
                    <a:pt x="8554953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126" name="pl1126"/>
            <p:cNvSpPr/>
            <p:nvPr/>
          </p:nvSpPr>
          <p:spPr>
            <a:xfrm>
              <a:off x="386606" y="965305"/>
              <a:ext cx="8554953" cy="4890450"/>
            </a:xfrm>
            <a:custGeom>
              <a:avLst/>
              <a:pathLst>
                <a:path w="8554953" h="4890450">
                  <a:moveTo>
                    <a:pt x="8554953" y="0"/>
                  </a:moveTo>
                  <a:lnTo>
                    <a:pt x="8032819" y="0"/>
                  </a:lnTo>
                  <a:lnTo>
                    <a:pt x="8031961" y="100"/>
                  </a:lnTo>
                  <a:lnTo>
                    <a:pt x="8026305" y="816"/>
                  </a:lnTo>
                  <a:lnTo>
                    <a:pt x="8011988" y="2794"/>
                  </a:lnTo>
                  <a:lnTo>
                    <a:pt x="7986250" y="6690"/>
                  </a:lnTo>
                  <a:lnTo>
                    <a:pt x="7947611" y="13123"/>
                  </a:lnTo>
                  <a:lnTo>
                    <a:pt x="7895982" y="22609"/>
                  </a:lnTo>
                  <a:lnTo>
                    <a:pt x="7832602" y="35521"/>
                  </a:lnTo>
                  <a:lnTo>
                    <a:pt x="7759757" y="52072"/>
                  </a:lnTo>
                  <a:lnTo>
                    <a:pt x="7680348" y="72324"/>
                  </a:lnTo>
                  <a:lnTo>
                    <a:pt x="7597426" y="96241"/>
                  </a:lnTo>
                  <a:lnTo>
                    <a:pt x="7513788" y="123746"/>
                  </a:lnTo>
                  <a:lnTo>
                    <a:pt x="7431718" y="154778"/>
                  </a:lnTo>
                  <a:lnTo>
                    <a:pt x="7352879" y="189342"/>
                  </a:lnTo>
                  <a:lnTo>
                    <a:pt x="7278318" y="227541"/>
                  </a:lnTo>
                  <a:lnTo>
                    <a:pt x="7208550" y="269592"/>
                  </a:lnTo>
                  <a:lnTo>
                    <a:pt x="7143668" y="315835"/>
                  </a:lnTo>
                  <a:lnTo>
                    <a:pt x="7083459" y="366728"/>
                  </a:lnTo>
                  <a:lnTo>
                    <a:pt x="7027504" y="422839"/>
                  </a:lnTo>
                  <a:lnTo>
                    <a:pt x="6975255" y="484825"/>
                  </a:lnTo>
                  <a:lnTo>
                    <a:pt x="6926096" y="553398"/>
                  </a:lnTo>
                  <a:lnTo>
                    <a:pt x="6879396" y="629266"/>
                  </a:lnTo>
                  <a:lnTo>
                    <a:pt x="6834541" y="713038"/>
                  </a:lnTo>
                  <a:lnTo>
                    <a:pt x="6790984" y="805068"/>
                  </a:lnTo>
                  <a:lnTo>
                    <a:pt x="6786527" y="815075"/>
                  </a:lnTo>
                  <a:lnTo>
                    <a:pt x="6757014" y="884044"/>
                  </a:lnTo>
                  <a:lnTo>
                    <a:pt x="6727750" y="957009"/>
                  </a:lnTo>
                  <a:lnTo>
                    <a:pt x="6698620" y="1034051"/>
                  </a:lnTo>
                  <a:lnTo>
                    <a:pt x="6669523" y="1115210"/>
                  </a:lnTo>
                  <a:lnTo>
                    <a:pt x="6640381" y="1200486"/>
                  </a:lnTo>
                  <a:lnTo>
                    <a:pt x="6611130" y="1289830"/>
                  </a:lnTo>
                  <a:lnTo>
                    <a:pt x="6581722" y="1383147"/>
                  </a:lnTo>
                  <a:lnTo>
                    <a:pt x="6552121" y="1480289"/>
                  </a:lnTo>
                  <a:lnTo>
                    <a:pt x="6522307" y="1581056"/>
                  </a:lnTo>
                  <a:lnTo>
                    <a:pt x="6492272" y="1685193"/>
                  </a:lnTo>
                  <a:lnTo>
                    <a:pt x="6462017" y="1792396"/>
                  </a:lnTo>
                  <a:lnTo>
                    <a:pt x="6431556" y="1902310"/>
                  </a:lnTo>
                  <a:lnTo>
                    <a:pt x="6400910" y="2014533"/>
                  </a:lnTo>
                  <a:lnTo>
                    <a:pt x="6370111" y="2128625"/>
                  </a:lnTo>
                  <a:lnTo>
                    <a:pt x="6339193" y="2244112"/>
                  </a:lnTo>
                  <a:lnTo>
                    <a:pt x="6308198" y="2360495"/>
                  </a:lnTo>
                  <a:lnTo>
                    <a:pt x="6277170" y="2477257"/>
                  </a:lnTo>
                  <a:lnTo>
                    <a:pt x="6246155" y="2593876"/>
                  </a:lnTo>
                  <a:lnTo>
                    <a:pt x="6215197" y="2709831"/>
                  </a:lnTo>
                  <a:lnTo>
                    <a:pt x="6184339" y="2824613"/>
                  </a:lnTo>
                  <a:lnTo>
                    <a:pt x="6153620" y="2937737"/>
                  </a:lnTo>
                  <a:lnTo>
                    <a:pt x="6123072" y="3048745"/>
                  </a:lnTo>
                  <a:lnTo>
                    <a:pt x="6092722" y="3157219"/>
                  </a:lnTo>
                  <a:lnTo>
                    <a:pt x="6062587" y="3262781"/>
                  </a:lnTo>
                  <a:lnTo>
                    <a:pt x="6032673" y="3365104"/>
                  </a:lnTo>
                  <a:lnTo>
                    <a:pt x="6002978" y="3463910"/>
                  </a:lnTo>
                  <a:lnTo>
                    <a:pt x="5973486" y="3558976"/>
                  </a:lnTo>
                  <a:lnTo>
                    <a:pt x="5944169" y="3650128"/>
                  </a:lnTo>
                  <a:lnTo>
                    <a:pt x="5914985" y="3737249"/>
                  </a:lnTo>
                  <a:lnTo>
                    <a:pt x="5885877" y="3820270"/>
                  </a:lnTo>
                  <a:lnTo>
                    <a:pt x="5856773" y="3899168"/>
                  </a:lnTo>
                  <a:lnTo>
                    <a:pt x="5827583" y="3973966"/>
                  </a:lnTo>
                  <a:lnTo>
                    <a:pt x="5798198" y="4044727"/>
                  </a:lnTo>
                  <a:lnTo>
                    <a:pt x="5784835" y="4075375"/>
                  </a:lnTo>
                  <a:lnTo>
                    <a:pt x="5741385" y="4168264"/>
                  </a:lnTo>
                  <a:lnTo>
                    <a:pt x="5696688" y="4252881"/>
                  </a:lnTo>
                  <a:lnTo>
                    <a:pt x="5650207" y="4329542"/>
                  </a:lnTo>
                  <a:lnTo>
                    <a:pt x="5601332" y="4398839"/>
                  </a:lnTo>
                  <a:lnTo>
                    <a:pt x="5549432" y="4461473"/>
                  </a:lnTo>
                  <a:lnTo>
                    <a:pt x="5493888" y="4518161"/>
                  </a:lnTo>
                  <a:lnTo>
                    <a:pt x="5434143" y="4569567"/>
                  </a:lnTo>
                  <a:lnTo>
                    <a:pt x="5369759" y="4616268"/>
                  </a:lnTo>
                  <a:lnTo>
                    <a:pt x="5300499" y="4658736"/>
                  </a:lnTo>
                  <a:lnTo>
                    <a:pt x="5226419" y="4697321"/>
                  </a:lnTo>
                  <a:lnTo>
                    <a:pt x="5147984" y="4732255"/>
                  </a:lnTo>
                  <a:lnTo>
                    <a:pt x="5066183" y="4763652"/>
                  </a:lnTo>
                  <a:lnTo>
                    <a:pt x="4982611" y="4791524"/>
                  </a:lnTo>
                  <a:lnTo>
                    <a:pt x="4899492" y="4815817"/>
                  </a:lnTo>
                  <a:lnTo>
                    <a:pt x="4819579" y="4836451"/>
                  </a:lnTo>
                  <a:lnTo>
                    <a:pt x="4745913" y="4853384"/>
                  </a:lnTo>
                  <a:lnTo>
                    <a:pt x="4681431" y="4866667"/>
                  </a:lnTo>
                  <a:lnTo>
                    <a:pt x="4628507" y="4876493"/>
                  </a:lnTo>
                  <a:lnTo>
                    <a:pt x="4588503" y="4883220"/>
                  </a:lnTo>
                  <a:lnTo>
                    <a:pt x="4561474" y="4887352"/>
                  </a:lnTo>
                  <a:lnTo>
                    <a:pt x="4546081" y="4889498"/>
                  </a:lnTo>
                  <a:lnTo>
                    <a:pt x="4539689" y="4890314"/>
                  </a:lnTo>
                  <a:lnTo>
                    <a:pt x="4538544" y="4890450"/>
                  </a:lnTo>
                  <a:lnTo>
                    <a:pt x="4538543" y="4890450"/>
                  </a:lnTo>
                  <a:lnTo>
                    <a:pt x="4016409" y="4890450"/>
                  </a:lnTo>
                  <a:lnTo>
                    <a:pt x="4015168" y="4890410"/>
                  </a:lnTo>
                  <a:lnTo>
                    <a:pt x="4007053" y="4890123"/>
                  </a:lnTo>
                  <a:lnTo>
                    <a:pt x="3986748" y="4889331"/>
                  </a:lnTo>
                  <a:lnTo>
                    <a:pt x="3950837" y="4887774"/>
                  </a:lnTo>
                  <a:lnTo>
                    <a:pt x="3898107" y="4885224"/>
                  </a:lnTo>
                  <a:lnTo>
                    <a:pt x="3829611" y="4881508"/>
                  </a:lnTo>
                  <a:lnTo>
                    <a:pt x="3748308" y="4876524"/>
                  </a:lnTo>
                  <a:lnTo>
                    <a:pt x="3658322" y="4870239"/>
                  </a:lnTo>
                  <a:lnTo>
                    <a:pt x="3564075" y="4862667"/>
                  </a:lnTo>
                  <a:lnTo>
                    <a:pt x="3469545" y="4853839"/>
                  </a:lnTo>
                  <a:lnTo>
                    <a:pt x="3377819" y="4843772"/>
                  </a:lnTo>
                  <a:lnTo>
                    <a:pt x="3290953" y="4832450"/>
                  </a:lnTo>
                  <a:lnTo>
                    <a:pt x="3210041" y="4819808"/>
                  </a:lnTo>
                  <a:lnTo>
                    <a:pt x="3135410" y="4805726"/>
                  </a:lnTo>
                  <a:lnTo>
                    <a:pt x="3066832" y="4790031"/>
                  </a:lnTo>
                  <a:lnTo>
                    <a:pt x="3003712" y="4772500"/>
                  </a:lnTo>
                  <a:lnTo>
                    <a:pt x="2945248" y="4752869"/>
                  </a:lnTo>
                  <a:lnTo>
                    <a:pt x="2890535" y="4730852"/>
                  </a:lnTo>
                  <a:lnTo>
                    <a:pt x="2838658" y="4706178"/>
                  </a:lnTo>
                  <a:lnTo>
                    <a:pt x="2788762" y="4678645"/>
                  </a:lnTo>
                  <a:lnTo>
                    <a:pt x="2770117" y="4667386"/>
                  </a:lnTo>
                  <a:lnTo>
                    <a:pt x="2723184" y="4636773"/>
                  </a:lnTo>
                  <a:lnTo>
                    <a:pt x="2676708" y="4603346"/>
                  </a:lnTo>
                  <a:lnTo>
                    <a:pt x="2630285" y="4567055"/>
                  </a:lnTo>
                  <a:lnTo>
                    <a:pt x="2583621" y="4527928"/>
                  </a:lnTo>
                  <a:lnTo>
                    <a:pt x="2536523" y="4486076"/>
                  </a:lnTo>
                  <a:lnTo>
                    <a:pt x="2488888" y="4441702"/>
                  </a:lnTo>
                  <a:lnTo>
                    <a:pt x="2440693" y="4395103"/>
                  </a:lnTo>
                  <a:lnTo>
                    <a:pt x="2391985" y="4346665"/>
                  </a:lnTo>
                  <a:lnTo>
                    <a:pt x="2342866" y="4296853"/>
                  </a:lnTo>
                  <a:lnTo>
                    <a:pt x="2293483" y="4246192"/>
                  </a:lnTo>
                  <a:lnTo>
                    <a:pt x="2244011" y="4195249"/>
                  </a:lnTo>
                  <a:lnTo>
                    <a:pt x="2194632" y="4144600"/>
                  </a:lnTo>
                  <a:lnTo>
                    <a:pt x="2145520" y="4094812"/>
                  </a:lnTo>
                  <a:lnTo>
                    <a:pt x="2096822" y="4046409"/>
                  </a:lnTo>
                  <a:lnTo>
                    <a:pt x="2048639" y="3999853"/>
                  </a:lnTo>
                  <a:lnTo>
                    <a:pt x="2001016" y="3955530"/>
                  </a:lnTo>
                  <a:lnTo>
                    <a:pt x="1953929" y="3913734"/>
                  </a:lnTo>
                  <a:lnTo>
                    <a:pt x="1907272" y="3874666"/>
                  </a:lnTo>
                  <a:lnTo>
                    <a:pt x="1860850" y="3838436"/>
                  </a:lnTo>
                  <a:lnTo>
                    <a:pt x="1814370" y="3805069"/>
                  </a:lnTo>
                  <a:lnTo>
                    <a:pt x="1768425" y="3775133"/>
                  </a:lnTo>
                  <a:lnTo>
                    <a:pt x="1719087" y="3746489"/>
                  </a:lnTo>
                  <a:lnTo>
                    <a:pt x="1668059" y="3720742"/>
                  </a:lnTo>
                  <a:lnTo>
                    <a:pt x="1614533" y="3697743"/>
                  </a:lnTo>
                  <a:lnTo>
                    <a:pt x="1557607" y="3677237"/>
                  </a:lnTo>
                  <a:lnTo>
                    <a:pt x="1496364" y="3658938"/>
                  </a:lnTo>
                  <a:lnTo>
                    <a:pt x="1429949" y="3642572"/>
                  </a:lnTo>
                  <a:lnTo>
                    <a:pt x="1357675" y="3627899"/>
                  </a:lnTo>
                  <a:lnTo>
                    <a:pt x="1279153" y="3614726"/>
                  </a:lnTo>
                  <a:lnTo>
                    <a:pt x="1194473" y="3602911"/>
                  </a:lnTo>
                  <a:lnTo>
                    <a:pt x="1104412" y="3592371"/>
                  </a:lnTo>
                  <a:lnTo>
                    <a:pt x="1010641" y="3583070"/>
                  </a:lnTo>
                  <a:lnTo>
                    <a:pt x="915859" y="3575016"/>
                  </a:lnTo>
                  <a:lnTo>
                    <a:pt x="823739" y="3568237"/>
                  </a:lnTo>
                  <a:lnTo>
                    <a:pt x="738607" y="3562758"/>
                  </a:lnTo>
                  <a:lnTo>
                    <a:pt x="664800" y="3558567"/>
                  </a:lnTo>
                  <a:lnTo>
                    <a:pt x="605822" y="3555589"/>
                  </a:lnTo>
                  <a:lnTo>
                    <a:pt x="563520" y="3553679"/>
                  </a:lnTo>
                  <a:lnTo>
                    <a:pt x="537558" y="3552625"/>
                  </a:lnTo>
                  <a:lnTo>
                    <a:pt x="525329" y="3552177"/>
                  </a:lnTo>
                  <a:lnTo>
                    <a:pt x="522204" y="3552072"/>
                  </a:lnTo>
                  <a:lnTo>
                    <a:pt x="522133" y="3552070"/>
                  </a:lnTo>
                  <a:lnTo>
                    <a:pt x="0" y="3552070"/>
                  </a:lnTo>
                  <a:lnTo>
                    <a:pt x="0" y="355207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127" name="pg1127"/>
            <p:cNvSpPr/>
            <p:nvPr/>
          </p:nvSpPr>
          <p:spPr>
            <a:xfrm>
              <a:off x="386606" y="1151662"/>
              <a:ext cx="8554953" cy="3100296"/>
            </a:xfrm>
            <a:custGeom>
              <a:avLst/>
              <a:pathLst>
                <a:path w="8554953" h="3100296">
                  <a:moveTo>
                    <a:pt x="0" y="3100296"/>
                  </a:moveTo>
                  <a:lnTo>
                    <a:pt x="522133" y="3100296"/>
                  </a:lnTo>
                  <a:lnTo>
                    <a:pt x="523313" y="3100227"/>
                  </a:lnTo>
                  <a:lnTo>
                    <a:pt x="531037" y="3099734"/>
                  </a:lnTo>
                  <a:lnTo>
                    <a:pt x="550398" y="3098369"/>
                  </a:lnTo>
                  <a:lnTo>
                    <a:pt x="584725" y="3095687"/>
                  </a:lnTo>
                  <a:lnTo>
                    <a:pt x="635301" y="3091288"/>
                  </a:lnTo>
                  <a:lnTo>
                    <a:pt x="701281" y="3084865"/>
                  </a:lnTo>
                  <a:lnTo>
                    <a:pt x="779997" y="3076232"/>
                  </a:lnTo>
                  <a:lnTo>
                    <a:pt x="867610" y="3065320"/>
                  </a:lnTo>
                  <a:lnTo>
                    <a:pt x="959909" y="3052145"/>
                  </a:lnTo>
                  <a:lnTo>
                    <a:pt x="1053021" y="3036759"/>
                  </a:lnTo>
                  <a:lnTo>
                    <a:pt x="1143858" y="3019201"/>
                  </a:lnTo>
                  <a:lnTo>
                    <a:pt x="1230294" y="2999454"/>
                  </a:lnTo>
                  <a:lnTo>
                    <a:pt x="1311124" y="2977423"/>
                  </a:lnTo>
                  <a:lnTo>
                    <a:pt x="1385900" y="2952924"/>
                  </a:lnTo>
                  <a:lnTo>
                    <a:pt x="1454736" y="2925678"/>
                  </a:lnTo>
                  <a:lnTo>
                    <a:pt x="1518125" y="2895320"/>
                  </a:lnTo>
                  <a:lnTo>
                    <a:pt x="1576791" y="2861413"/>
                  </a:lnTo>
                  <a:lnTo>
                    <a:pt x="1631575" y="2823470"/>
                  </a:lnTo>
                  <a:lnTo>
                    <a:pt x="1683351" y="2781007"/>
                  </a:lnTo>
                  <a:lnTo>
                    <a:pt x="1732957" y="2733623"/>
                  </a:lnTo>
                  <a:lnTo>
                    <a:pt x="1768425" y="2695583"/>
                  </a:lnTo>
                  <a:lnTo>
                    <a:pt x="1807866" y="2649297"/>
                  </a:lnTo>
                  <a:lnTo>
                    <a:pt x="1846932" y="2599431"/>
                  </a:lnTo>
                  <a:lnTo>
                    <a:pt x="1885881" y="2545912"/>
                  </a:lnTo>
                  <a:lnTo>
                    <a:pt x="1924912" y="2488734"/>
                  </a:lnTo>
                  <a:lnTo>
                    <a:pt x="1964170" y="2427965"/>
                  </a:lnTo>
                  <a:lnTo>
                    <a:pt x="2003754" y="2363751"/>
                  </a:lnTo>
                  <a:lnTo>
                    <a:pt x="2043720" y="2296322"/>
                  </a:lnTo>
                  <a:lnTo>
                    <a:pt x="2084082" y="2225992"/>
                  </a:lnTo>
                  <a:lnTo>
                    <a:pt x="2124821" y="2153157"/>
                  </a:lnTo>
                  <a:lnTo>
                    <a:pt x="2165887" y="2078287"/>
                  </a:lnTo>
                  <a:lnTo>
                    <a:pt x="2207206" y="2001916"/>
                  </a:lnTo>
                  <a:lnTo>
                    <a:pt x="2248683" y="1924624"/>
                  </a:lnTo>
                  <a:lnTo>
                    <a:pt x="2290213" y="1847024"/>
                  </a:lnTo>
                  <a:lnTo>
                    <a:pt x="2331689" y="1769738"/>
                  </a:lnTo>
                  <a:lnTo>
                    <a:pt x="2373006" y="1693377"/>
                  </a:lnTo>
                  <a:lnTo>
                    <a:pt x="2414069" y="1618523"/>
                  </a:lnTo>
                  <a:lnTo>
                    <a:pt x="2454806" y="1545707"/>
                  </a:lnTo>
                  <a:lnTo>
                    <a:pt x="2495164" y="1475400"/>
                  </a:lnTo>
                  <a:lnTo>
                    <a:pt x="2535126" y="1407997"/>
                  </a:lnTo>
                  <a:lnTo>
                    <a:pt x="2574708" y="1343812"/>
                  </a:lnTo>
                  <a:lnTo>
                    <a:pt x="2613964" y="1283073"/>
                  </a:lnTo>
                  <a:lnTo>
                    <a:pt x="2652993" y="1225926"/>
                  </a:lnTo>
                  <a:lnTo>
                    <a:pt x="2691942" y="1172438"/>
                  </a:lnTo>
                  <a:lnTo>
                    <a:pt x="2731010" y="1122603"/>
                  </a:lnTo>
                  <a:lnTo>
                    <a:pt x="2770117" y="1076727"/>
                  </a:lnTo>
                  <a:lnTo>
                    <a:pt x="2818602" y="1025596"/>
                  </a:lnTo>
                  <a:lnTo>
                    <a:pt x="2868708" y="979550"/>
                  </a:lnTo>
                  <a:lnTo>
                    <a:pt x="2921199" y="938333"/>
                  </a:lnTo>
                  <a:lnTo>
                    <a:pt x="2976929" y="901511"/>
                  </a:lnTo>
                  <a:lnTo>
                    <a:pt x="3036772" y="868593"/>
                  </a:lnTo>
                  <a:lnTo>
                    <a:pt x="3101546" y="839102"/>
                  </a:lnTo>
                  <a:lnTo>
                    <a:pt x="3171925" y="812619"/>
                  </a:lnTo>
                  <a:lnTo>
                    <a:pt x="3248318" y="788799"/>
                  </a:lnTo>
                  <a:lnTo>
                    <a:pt x="3330709" y="767390"/>
                  </a:lnTo>
                  <a:lnTo>
                    <a:pt x="3418469" y="748230"/>
                  </a:lnTo>
                  <a:lnTo>
                    <a:pt x="3510158" y="731248"/>
                  </a:lnTo>
                  <a:lnTo>
                    <a:pt x="3603393" y="716445"/>
                  </a:lnTo>
                  <a:lnTo>
                    <a:pt x="3694849" y="703867"/>
                  </a:lnTo>
                  <a:lnTo>
                    <a:pt x="3780506" y="693561"/>
                  </a:lnTo>
                  <a:lnTo>
                    <a:pt x="3856178" y="685526"/>
                  </a:lnTo>
                  <a:lnTo>
                    <a:pt x="3918258" y="679665"/>
                  </a:lnTo>
                  <a:lnTo>
                    <a:pt x="3964512" y="675757"/>
                  </a:lnTo>
                  <a:lnTo>
                    <a:pt x="3994648" y="673467"/>
                  </a:lnTo>
                  <a:lnTo>
                    <a:pt x="4010513" y="672378"/>
                  </a:lnTo>
                  <a:lnTo>
                    <a:pt x="4015935" y="672040"/>
                  </a:lnTo>
                  <a:lnTo>
                    <a:pt x="4016409" y="672013"/>
                  </a:lnTo>
                  <a:lnTo>
                    <a:pt x="4538543" y="672013"/>
                  </a:lnTo>
                  <a:lnTo>
                    <a:pt x="4539805" y="671993"/>
                  </a:lnTo>
                  <a:lnTo>
                    <a:pt x="4548059" y="671847"/>
                  </a:lnTo>
                  <a:lnTo>
                    <a:pt x="4568699" y="671446"/>
                  </a:lnTo>
                  <a:lnTo>
                    <a:pt x="4605169" y="670657"/>
                  </a:lnTo>
                  <a:lnTo>
                    <a:pt x="4658658" y="669365"/>
                  </a:lnTo>
                  <a:lnTo>
                    <a:pt x="4728033" y="667484"/>
                  </a:lnTo>
                  <a:lnTo>
                    <a:pt x="4810233" y="664962"/>
                  </a:lnTo>
                  <a:lnTo>
                    <a:pt x="4901033" y="661786"/>
                  </a:lnTo>
                  <a:lnTo>
                    <a:pt x="4995940" y="657962"/>
                  </a:lnTo>
                  <a:lnTo>
                    <a:pt x="5090943" y="653505"/>
                  </a:lnTo>
                  <a:lnTo>
                    <a:pt x="5182957" y="648425"/>
                  </a:lnTo>
                  <a:lnTo>
                    <a:pt x="5269955" y="642710"/>
                  </a:lnTo>
                  <a:lnTo>
                    <a:pt x="5350881" y="636328"/>
                  </a:lnTo>
                  <a:lnTo>
                    <a:pt x="5425452" y="629214"/>
                  </a:lnTo>
                  <a:lnTo>
                    <a:pt x="5493939" y="621279"/>
                  </a:lnTo>
                  <a:lnTo>
                    <a:pt x="5556966" y="612408"/>
                  </a:lnTo>
                  <a:lnTo>
                    <a:pt x="5615368" y="602465"/>
                  </a:lnTo>
                  <a:lnTo>
                    <a:pt x="5670067" y="591306"/>
                  </a:lnTo>
                  <a:lnTo>
                    <a:pt x="5721994" y="578795"/>
                  </a:lnTo>
                  <a:lnTo>
                    <a:pt x="5772005" y="564837"/>
                  </a:lnTo>
                  <a:lnTo>
                    <a:pt x="5784835" y="560952"/>
                  </a:lnTo>
                  <a:lnTo>
                    <a:pt x="5836729" y="544006"/>
                  </a:lnTo>
                  <a:lnTo>
                    <a:pt x="5888119" y="525340"/>
                  </a:lnTo>
                  <a:lnTo>
                    <a:pt x="5939530" y="504929"/>
                  </a:lnTo>
                  <a:lnTo>
                    <a:pt x="5991322" y="482806"/>
                  </a:lnTo>
                  <a:lnTo>
                    <a:pt x="6043709" y="459069"/>
                  </a:lnTo>
                  <a:lnTo>
                    <a:pt x="6096778" y="433886"/>
                  </a:lnTo>
                  <a:lnTo>
                    <a:pt x="6150505" y="407491"/>
                  </a:lnTo>
                  <a:lnTo>
                    <a:pt x="6204771" y="380184"/>
                  </a:lnTo>
                  <a:lnTo>
                    <a:pt x="6259388" y="352310"/>
                  </a:lnTo>
                  <a:lnTo>
                    <a:pt x="6314123" y="324249"/>
                  </a:lnTo>
                  <a:lnTo>
                    <a:pt x="6368731" y="296390"/>
                  </a:lnTo>
                  <a:lnTo>
                    <a:pt x="6422979" y="269112"/>
                  </a:lnTo>
                  <a:lnTo>
                    <a:pt x="6476681" y="242760"/>
                  </a:lnTo>
                  <a:lnTo>
                    <a:pt x="6529723" y="217629"/>
                  </a:lnTo>
                  <a:lnTo>
                    <a:pt x="6582084" y="193953"/>
                  </a:lnTo>
                  <a:lnTo>
                    <a:pt x="6633857" y="171896"/>
                  </a:lnTo>
                  <a:lnTo>
                    <a:pt x="6685259" y="151554"/>
                  </a:lnTo>
                  <a:lnTo>
                    <a:pt x="6736658" y="132956"/>
                  </a:lnTo>
                  <a:lnTo>
                    <a:pt x="6786527" y="116708"/>
                  </a:lnTo>
                  <a:lnTo>
                    <a:pt x="6836161" y="102366"/>
                  </a:lnTo>
                  <a:lnTo>
                    <a:pt x="6887511" y="89483"/>
                  </a:lnTo>
                  <a:lnTo>
                    <a:pt x="6941398" y="77984"/>
                  </a:lnTo>
                  <a:lnTo>
                    <a:pt x="6998742" y="67738"/>
                  </a:lnTo>
                  <a:lnTo>
                    <a:pt x="7060477" y="58601"/>
                  </a:lnTo>
                  <a:lnTo>
                    <a:pt x="7127467" y="50433"/>
                  </a:lnTo>
                  <a:lnTo>
                    <a:pt x="7200407" y="43115"/>
                  </a:lnTo>
                  <a:lnTo>
                    <a:pt x="7279676" y="36549"/>
                  </a:lnTo>
                  <a:lnTo>
                    <a:pt x="7365155" y="30664"/>
                  </a:lnTo>
                  <a:lnTo>
                    <a:pt x="7456013" y="25420"/>
                  </a:lnTo>
                  <a:lnTo>
                    <a:pt x="7550490" y="20801"/>
                  </a:lnTo>
                  <a:lnTo>
                    <a:pt x="7645777" y="16810"/>
                  </a:lnTo>
                  <a:lnTo>
                    <a:pt x="7738073" y="13463"/>
                  </a:lnTo>
                  <a:lnTo>
                    <a:pt x="7822952" y="10771"/>
                  </a:lnTo>
                  <a:lnTo>
                    <a:pt x="7896033" y="8726"/>
                  </a:lnTo>
                  <a:lnTo>
                    <a:pt x="7953866" y="7287"/>
                  </a:lnTo>
                  <a:lnTo>
                    <a:pt x="7994761" y="6377"/>
                  </a:lnTo>
                  <a:lnTo>
                    <a:pt x="8019287" y="5887"/>
                  </a:lnTo>
                  <a:lnTo>
                    <a:pt x="8030326" y="5688"/>
                  </a:lnTo>
                  <a:lnTo>
                    <a:pt x="8032819" y="5647"/>
                  </a:lnTo>
                  <a:lnTo>
                    <a:pt x="8554953" y="5647"/>
                  </a:lnTo>
                  <a:lnTo>
                    <a:pt x="8554953" y="0"/>
                  </a:lnTo>
                  <a:lnTo>
                    <a:pt x="8032819" y="0"/>
                  </a:lnTo>
                  <a:lnTo>
                    <a:pt x="8031557" y="20"/>
                  </a:lnTo>
                  <a:lnTo>
                    <a:pt x="8023302" y="165"/>
                  </a:lnTo>
                  <a:lnTo>
                    <a:pt x="8002663" y="567"/>
                  </a:lnTo>
                  <a:lnTo>
                    <a:pt x="7966193" y="1356"/>
                  </a:lnTo>
                  <a:lnTo>
                    <a:pt x="7912704" y="2647"/>
                  </a:lnTo>
                  <a:lnTo>
                    <a:pt x="7843329" y="4529"/>
                  </a:lnTo>
                  <a:lnTo>
                    <a:pt x="7761129" y="7050"/>
                  </a:lnTo>
                  <a:lnTo>
                    <a:pt x="7670329" y="10227"/>
                  </a:lnTo>
                  <a:lnTo>
                    <a:pt x="7575422" y="14051"/>
                  </a:lnTo>
                  <a:lnTo>
                    <a:pt x="7480419" y="18507"/>
                  </a:lnTo>
                  <a:lnTo>
                    <a:pt x="7388405" y="23588"/>
                  </a:lnTo>
                  <a:lnTo>
                    <a:pt x="7301407" y="29302"/>
                  </a:lnTo>
                  <a:lnTo>
                    <a:pt x="7220481" y="35685"/>
                  </a:lnTo>
                  <a:lnTo>
                    <a:pt x="7145910" y="42799"/>
                  </a:lnTo>
                  <a:lnTo>
                    <a:pt x="7077423" y="50733"/>
                  </a:lnTo>
                  <a:lnTo>
                    <a:pt x="7014396" y="59605"/>
                  </a:lnTo>
                  <a:lnTo>
                    <a:pt x="6955994" y="69547"/>
                  </a:lnTo>
                  <a:lnTo>
                    <a:pt x="6901295" y="80706"/>
                  </a:lnTo>
                  <a:lnTo>
                    <a:pt x="6849368" y="93217"/>
                  </a:lnTo>
                  <a:lnTo>
                    <a:pt x="6799357" y="107175"/>
                  </a:lnTo>
                  <a:lnTo>
                    <a:pt x="6786527" y="111061"/>
                  </a:lnTo>
                  <a:lnTo>
                    <a:pt x="6734633" y="128007"/>
                  </a:lnTo>
                  <a:lnTo>
                    <a:pt x="6683243" y="146672"/>
                  </a:lnTo>
                  <a:lnTo>
                    <a:pt x="6631832" y="167083"/>
                  </a:lnTo>
                  <a:lnTo>
                    <a:pt x="6580040" y="189206"/>
                  </a:lnTo>
                  <a:lnTo>
                    <a:pt x="6527653" y="212943"/>
                  </a:lnTo>
                  <a:lnTo>
                    <a:pt x="6474584" y="238127"/>
                  </a:lnTo>
                  <a:lnTo>
                    <a:pt x="6420857" y="264521"/>
                  </a:lnTo>
                  <a:lnTo>
                    <a:pt x="6366591" y="291829"/>
                  </a:lnTo>
                  <a:lnTo>
                    <a:pt x="6311974" y="319703"/>
                  </a:lnTo>
                  <a:lnTo>
                    <a:pt x="6257239" y="347764"/>
                  </a:lnTo>
                  <a:lnTo>
                    <a:pt x="6202631" y="375622"/>
                  </a:lnTo>
                  <a:lnTo>
                    <a:pt x="6148383" y="402900"/>
                  </a:lnTo>
                  <a:lnTo>
                    <a:pt x="6094681" y="429252"/>
                  </a:lnTo>
                  <a:lnTo>
                    <a:pt x="6041639" y="454383"/>
                  </a:lnTo>
                  <a:lnTo>
                    <a:pt x="5989277" y="478059"/>
                  </a:lnTo>
                  <a:lnTo>
                    <a:pt x="5937505" y="500117"/>
                  </a:lnTo>
                  <a:lnTo>
                    <a:pt x="5886102" y="520459"/>
                  </a:lnTo>
                  <a:lnTo>
                    <a:pt x="5834704" y="539056"/>
                  </a:lnTo>
                  <a:lnTo>
                    <a:pt x="5784835" y="555305"/>
                  </a:lnTo>
                  <a:lnTo>
                    <a:pt x="5735201" y="569647"/>
                  </a:lnTo>
                  <a:lnTo>
                    <a:pt x="5683851" y="582529"/>
                  </a:lnTo>
                  <a:lnTo>
                    <a:pt x="5629964" y="594028"/>
                  </a:lnTo>
                  <a:lnTo>
                    <a:pt x="5572620" y="604274"/>
                  </a:lnTo>
                  <a:lnTo>
                    <a:pt x="5510885" y="613412"/>
                  </a:lnTo>
                  <a:lnTo>
                    <a:pt x="5443895" y="621579"/>
                  </a:lnTo>
                  <a:lnTo>
                    <a:pt x="5370955" y="628897"/>
                  </a:lnTo>
                  <a:lnTo>
                    <a:pt x="5291686" y="635464"/>
                  </a:lnTo>
                  <a:lnTo>
                    <a:pt x="5206207" y="641348"/>
                  </a:lnTo>
                  <a:lnTo>
                    <a:pt x="5115349" y="646592"/>
                  </a:lnTo>
                  <a:lnTo>
                    <a:pt x="5020872" y="651212"/>
                  </a:lnTo>
                  <a:lnTo>
                    <a:pt x="4925585" y="655202"/>
                  </a:lnTo>
                  <a:lnTo>
                    <a:pt x="4833288" y="658549"/>
                  </a:lnTo>
                  <a:lnTo>
                    <a:pt x="4748410" y="661241"/>
                  </a:lnTo>
                  <a:lnTo>
                    <a:pt x="4675329" y="663286"/>
                  </a:lnTo>
                  <a:lnTo>
                    <a:pt x="4617496" y="664725"/>
                  </a:lnTo>
                  <a:lnTo>
                    <a:pt x="4576601" y="665635"/>
                  </a:lnTo>
                  <a:lnTo>
                    <a:pt x="4552075" y="666125"/>
                  </a:lnTo>
                  <a:lnTo>
                    <a:pt x="4541036" y="666325"/>
                  </a:lnTo>
                  <a:lnTo>
                    <a:pt x="4538543" y="666366"/>
                  </a:lnTo>
                  <a:lnTo>
                    <a:pt x="4016409" y="666366"/>
                  </a:lnTo>
                  <a:lnTo>
                    <a:pt x="4015230" y="666435"/>
                  </a:lnTo>
                  <a:lnTo>
                    <a:pt x="4007505" y="666928"/>
                  </a:lnTo>
                  <a:lnTo>
                    <a:pt x="3988144" y="668293"/>
                  </a:lnTo>
                  <a:lnTo>
                    <a:pt x="3953817" y="670975"/>
                  </a:lnTo>
                  <a:lnTo>
                    <a:pt x="3903241" y="675374"/>
                  </a:lnTo>
                  <a:lnTo>
                    <a:pt x="3837261" y="681797"/>
                  </a:lnTo>
                  <a:lnTo>
                    <a:pt x="3758545" y="690430"/>
                  </a:lnTo>
                  <a:lnTo>
                    <a:pt x="3670932" y="701343"/>
                  </a:lnTo>
                  <a:lnTo>
                    <a:pt x="3578633" y="714517"/>
                  </a:lnTo>
                  <a:lnTo>
                    <a:pt x="3485521" y="729903"/>
                  </a:lnTo>
                  <a:lnTo>
                    <a:pt x="3394684" y="747461"/>
                  </a:lnTo>
                  <a:lnTo>
                    <a:pt x="3308248" y="767208"/>
                  </a:lnTo>
                  <a:lnTo>
                    <a:pt x="3227418" y="789239"/>
                  </a:lnTo>
                  <a:lnTo>
                    <a:pt x="3152643" y="813738"/>
                  </a:lnTo>
                  <a:lnTo>
                    <a:pt x="3083807" y="840984"/>
                  </a:lnTo>
                  <a:lnTo>
                    <a:pt x="3020417" y="871342"/>
                  </a:lnTo>
                  <a:lnTo>
                    <a:pt x="2961751" y="905249"/>
                  </a:lnTo>
                  <a:lnTo>
                    <a:pt x="2906968" y="943192"/>
                  </a:lnTo>
                  <a:lnTo>
                    <a:pt x="2855192" y="985655"/>
                  </a:lnTo>
                  <a:lnTo>
                    <a:pt x="2805585" y="1033039"/>
                  </a:lnTo>
                  <a:lnTo>
                    <a:pt x="2770117" y="1071080"/>
                  </a:lnTo>
                  <a:lnTo>
                    <a:pt x="2730676" y="1117365"/>
                  </a:lnTo>
                  <a:lnTo>
                    <a:pt x="2691610" y="1167231"/>
                  </a:lnTo>
                  <a:lnTo>
                    <a:pt x="2652661" y="1220750"/>
                  </a:lnTo>
                  <a:lnTo>
                    <a:pt x="2613630" y="1277928"/>
                  </a:lnTo>
                  <a:lnTo>
                    <a:pt x="2574372" y="1338697"/>
                  </a:lnTo>
                  <a:lnTo>
                    <a:pt x="2534788" y="1402911"/>
                  </a:lnTo>
                  <a:lnTo>
                    <a:pt x="2494822" y="1470340"/>
                  </a:lnTo>
                  <a:lnTo>
                    <a:pt x="2454460" y="1540670"/>
                  </a:lnTo>
                  <a:lnTo>
                    <a:pt x="2413721" y="1613505"/>
                  </a:lnTo>
                  <a:lnTo>
                    <a:pt x="2372655" y="1688375"/>
                  </a:lnTo>
                  <a:lnTo>
                    <a:pt x="2331336" y="1764746"/>
                  </a:lnTo>
                  <a:lnTo>
                    <a:pt x="2289860" y="1842038"/>
                  </a:lnTo>
                  <a:lnTo>
                    <a:pt x="2248329" y="1919638"/>
                  </a:lnTo>
                  <a:lnTo>
                    <a:pt x="2206853" y="1996924"/>
                  </a:lnTo>
                  <a:lnTo>
                    <a:pt x="2165537" y="2073285"/>
                  </a:lnTo>
                  <a:lnTo>
                    <a:pt x="2124473" y="2148140"/>
                  </a:lnTo>
                  <a:lnTo>
                    <a:pt x="2083737" y="2220955"/>
                  </a:lnTo>
                  <a:lnTo>
                    <a:pt x="2043378" y="2291262"/>
                  </a:lnTo>
                  <a:lnTo>
                    <a:pt x="2003416" y="2358665"/>
                  </a:lnTo>
                  <a:lnTo>
                    <a:pt x="1963834" y="2422850"/>
                  </a:lnTo>
                  <a:lnTo>
                    <a:pt x="1924579" y="2483589"/>
                  </a:lnTo>
                  <a:lnTo>
                    <a:pt x="1885549" y="2540736"/>
                  </a:lnTo>
                  <a:lnTo>
                    <a:pt x="1846600" y="2594224"/>
                  </a:lnTo>
                  <a:lnTo>
                    <a:pt x="1807532" y="2644059"/>
                  </a:lnTo>
                  <a:lnTo>
                    <a:pt x="1768425" y="2689935"/>
                  </a:lnTo>
                  <a:lnTo>
                    <a:pt x="1719940" y="2741066"/>
                  </a:lnTo>
                  <a:lnTo>
                    <a:pt x="1669834" y="2787112"/>
                  </a:lnTo>
                  <a:lnTo>
                    <a:pt x="1617343" y="2828329"/>
                  </a:lnTo>
                  <a:lnTo>
                    <a:pt x="1561613" y="2865151"/>
                  </a:lnTo>
                  <a:lnTo>
                    <a:pt x="1501770" y="2898069"/>
                  </a:lnTo>
                  <a:lnTo>
                    <a:pt x="1436996" y="2927560"/>
                  </a:lnTo>
                  <a:lnTo>
                    <a:pt x="1366617" y="2954043"/>
                  </a:lnTo>
                  <a:lnTo>
                    <a:pt x="1290224" y="2977863"/>
                  </a:lnTo>
                  <a:lnTo>
                    <a:pt x="1207833" y="2999273"/>
                  </a:lnTo>
                  <a:lnTo>
                    <a:pt x="1120073" y="3018432"/>
                  </a:lnTo>
                  <a:lnTo>
                    <a:pt x="1028384" y="3035414"/>
                  </a:lnTo>
                  <a:lnTo>
                    <a:pt x="935149" y="3050217"/>
                  </a:lnTo>
                  <a:lnTo>
                    <a:pt x="843693" y="3062795"/>
                  </a:lnTo>
                  <a:lnTo>
                    <a:pt x="758036" y="3073101"/>
                  </a:lnTo>
                  <a:lnTo>
                    <a:pt x="682364" y="3081136"/>
                  </a:lnTo>
                  <a:lnTo>
                    <a:pt x="620284" y="3086997"/>
                  </a:lnTo>
                  <a:lnTo>
                    <a:pt x="574030" y="3090905"/>
                  </a:lnTo>
                  <a:lnTo>
                    <a:pt x="543895" y="3093195"/>
                  </a:lnTo>
                  <a:lnTo>
                    <a:pt x="528029" y="3094284"/>
                  </a:lnTo>
                  <a:lnTo>
                    <a:pt x="522607" y="3094622"/>
                  </a:lnTo>
                  <a:lnTo>
                    <a:pt x="522133" y="3094649"/>
                  </a:lnTo>
                  <a:lnTo>
                    <a:pt x="0" y="3094649"/>
                  </a:lnTo>
                  <a:close/>
                </a:path>
              </a:pathLst>
            </a:custGeom>
            <a:solidFill>
              <a:srgbClr val="67C1B3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1128" name="pl1128"/>
            <p:cNvSpPr/>
            <p:nvPr/>
          </p:nvSpPr>
          <p:spPr>
            <a:xfrm>
              <a:off x="386606" y="1157309"/>
              <a:ext cx="8554953" cy="3094649"/>
            </a:xfrm>
            <a:custGeom>
              <a:avLst/>
              <a:pathLst>
                <a:path w="8554953" h="3094649">
                  <a:moveTo>
                    <a:pt x="0" y="3094649"/>
                  </a:moveTo>
                  <a:lnTo>
                    <a:pt x="522133" y="3094649"/>
                  </a:lnTo>
                  <a:lnTo>
                    <a:pt x="523313" y="3094580"/>
                  </a:lnTo>
                  <a:lnTo>
                    <a:pt x="531037" y="3094087"/>
                  </a:lnTo>
                  <a:lnTo>
                    <a:pt x="550398" y="3092722"/>
                  </a:lnTo>
                  <a:lnTo>
                    <a:pt x="584725" y="3090040"/>
                  </a:lnTo>
                  <a:lnTo>
                    <a:pt x="635301" y="3085641"/>
                  </a:lnTo>
                  <a:lnTo>
                    <a:pt x="701281" y="3079218"/>
                  </a:lnTo>
                  <a:lnTo>
                    <a:pt x="779997" y="3070585"/>
                  </a:lnTo>
                  <a:lnTo>
                    <a:pt x="867610" y="3059672"/>
                  </a:lnTo>
                  <a:lnTo>
                    <a:pt x="959909" y="3046498"/>
                  </a:lnTo>
                  <a:lnTo>
                    <a:pt x="1053021" y="3031112"/>
                  </a:lnTo>
                  <a:lnTo>
                    <a:pt x="1143858" y="3013554"/>
                  </a:lnTo>
                  <a:lnTo>
                    <a:pt x="1230294" y="2993807"/>
                  </a:lnTo>
                  <a:lnTo>
                    <a:pt x="1311124" y="2971776"/>
                  </a:lnTo>
                  <a:lnTo>
                    <a:pt x="1385900" y="2947277"/>
                  </a:lnTo>
                  <a:lnTo>
                    <a:pt x="1454736" y="2920031"/>
                  </a:lnTo>
                  <a:lnTo>
                    <a:pt x="1518125" y="2889673"/>
                  </a:lnTo>
                  <a:lnTo>
                    <a:pt x="1576791" y="2855766"/>
                  </a:lnTo>
                  <a:lnTo>
                    <a:pt x="1631575" y="2817823"/>
                  </a:lnTo>
                  <a:lnTo>
                    <a:pt x="1683351" y="2775360"/>
                  </a:lnTo>
                  <a:lnTo>
                    <a:pt x="1732957" y="2727976"/>
                  </a:lnTo>
                  <a:lnTo>
                    <a:pt x="1768425" y="2689935"/>
                  </a:lnTo>
                  <a:lnTo>
                    <a:pt x="1807866" y="2643650"/>
                  </a:lnTo>
                  <a:lnTo>
                    <a:pt x="1846932" y="2593784"/>
                  </a:lnTo>
                  <a:lnTo>
                    <a:pt x="1885881" y="2540265"/>
                  </a:lnTo>
                  <a:lnTo>
                    <a:pt x="1924912" y="2483087"/>
                  </a:lnTo>
                  <a:lnTo>
                    <a:pt x="1964170" y="2422318"/>
                  </a:lnTo>
                  <a:lnTo>
                    <a:pt x="2003754" y="2358104"/>
                  </a:lnTo>
                  <a:lnTo>
                    <a:pt x="2043720" y="2290675"/>
                  </a:lnTo>
                  <a:lnTo>
                    <a:pt x="2084082" y="2220345"/>
                  </a:lnTo>
                  <a:lnTo>
                    <a:pt x="2124821" y="2147510"/>
                  </a:lnTo>
                  <a:lnTo>
                    <a:pt x="2165887" y="2072640"/>
                  </a:lnTo>
                  <a:lnTo>
                    <a:pt x="2207206" y="1996269"/>
                  </a:lnTo>
                  <a:lnTo>
                    <a:pt x="2248683" y="1918977"/>
                  </a:lnTo>
                  <a:lnTo>
                    <a:pt x="2290213" y="1841377"/>
                  </a:lnTo>
                  <a:lnTo>
                    <a:pt x="2331689" y="1764091"/>
                  </a:lnTo>
                  <a:lnTo>
                    <a:pt x="2373006" y="1687730"/>
                  </a:lnTo>
                  <a:lnTo>
                    <a:pt x="2414069" y="1612875"/>
                  </a:lnTo>
                  <a:lnTo>
                    <a:pt x="2454806" y="1540060"/>
                  </a:lnTo>
                  <a:lnTo>
                    <a:pt x="2495164" y="1469753"/>
                  </a:lnTo>
                  <a:lnTo>
                    <a:pt x="2535126" y="1402350"/>
                  </a:lnTo>
                  <a:lnTo>
                    <a:pt x="2574708" y="1338165"/>
                  </a:lnTo>
                  <a:lnTo>
                    <a:pt x="2613964" y="1277425"/>
                  </a:lnTo>
                  <a:lnTo>
                    <a:pt x="2652993" y="1220279"/>
                  </a:lnTo>
                  <a:lnTo>
                    <a:pt x="2691942" y="1166791"/>
                  </a:lnTo>
                  <a:lnTo>
                    <a:pt x="2731010" y="1116956"/>
                  </a:lnTo>
                  <a:lnTo>
                    <a:pt x="2770117" y="1071080"/>
                  </a:lnTo>
                  <a:lnTo>
                    <a:pt x="2818602" y="1019949"/>
                  </a:lnTo>
                  <a:lnTo>
                    <a:pt x="2868708" y="973903"/>
                  </a:lnTo>
                  <a:lnTo>
                    <a:pt x="2921199" y="932686"/>
                  </a:lnTo>
                  <a:lnTo>
                    <a:pt x="2976929" y="895864"/>
                  </a:lnTo>
                  <a:lnTo>
                    <a:pt x="3036772" y="862946"/>
                  </a:lnTo>
                  <a:lnTo>
                    <a:pt x="3101546" y="833455"/>
                  </a:lnTo>
                  <a:lnTo>
                    <a:pt x="3171925" y="806971"/>
                  </a:lnTo>
                  <a:lnTo>
                    <a:pt x="3248318" y="783152"/>
                  </a:lnTo>
                  <a:lnTo>
                    <a:pt x="3330709" y="761742"/>
                  </a:lnTo>
                  <a:lnTo>
                    <a:pt x="3418469" y="742583"/>
                  </a:lnTo>
                  <a:lnTo>
                    <a:pt x="3510158" y="725601"/>
                  </a:lnTo>
                  <a:lnTo>
                    <a:pt x="3603393" y="710798"/>
                  </a:lnTo>
                  <a:lnTo>
                    <a:pt x="3694849" y="698220"/>
                  </a:lnTo>
                  <a:lnTo>
                    <a:pt x="3780506" y="687914"/>
                  </a:lnTo>
                  <a:lnTo>
                    <a:pt x="3856178" y="679879"/>
                  </a:lnTo>
                  <a:lnTo>
                    <a:pt x="3918258" y="674018"/>
                  </a:lnTo>
                  <a:lnTo>
                    <a:pt x="3964512" y="670110"/>
                  </a:lnTo>
                  <a:lnTo>
                    <a:pt x="3994648" y="667820"/>
                  </a:lnTo>
                  <a:lnTo>
                    <a:pt x="4010513" y="666731"/>
                  </a:lnTo>
                  <a:lnTo>
                    <a:pt x="4015935" y="666393"/>
                  </a:lnTo>
                  <a:lnTo>
                    <a:pt x="4016409" y="666366"/>
                  </a:lnTo>
                  <a:lnTo>
                    <a:pt x="4538543" y="666366"/>
                  </a:lnTo>
                  <a:lnTo>
                    <a:pt x="4539805" y="666345"/>
                  </a:lnTo>
                  <a:lnTo>
                    <a:pt x="4548059" y="666200"/>
                  </a:lnTo>
                  <a:lnTo>
                    <a:pt x="4568699" y="665798"/>
                  </a:lnTo>
                  <a:lnTo>
                    <a:pt x="4605169" y="665010"/>
                  </a:lnTo>
                  <a:lnTo>
                    <a:pt x="4658658" y="663718"/>
                  </a:lnTo>
                  <a:lnTo>
                    <a:pt x="4728033" y="661836"/>
                  </a:lnTo>
                  <a:lnTo>
                    <a:pt x="4810233" y="659315"/>
                  </a:lnTo>
                  <a:lnTo>
                    <a:pt x="4901033" y="656139"/>
                  </a:lnTo>
                  <a:lnTo>
                    <a:pt x="4995940" y="652314"/>
                  </a:lnTo>
                  <a:lnTo>
                    <a:pt x="5090943" y="647858"/>
                  </a:lnTo>
                  <a:lnTo>
                    <a:pt x="5182957" y="642777"/>
                  </a:lnTo>
                  <a:lnTo>
                    <a:pt x="5269955" y="637063"/>
                  </a:lnTo>
                  <a:lnTo>
                    <a:pt x="5350881" y="630680"/>
                  </a:lnTo>
                  <a:lnTo>
                    <a:pt x="5425452" y="623567"/>
                  </a:lnTo>
                  <a:lnTo>
                    <a:pt x="5493939" y="615632"/>
                  </a:lnTo>
                  <a:lnTo>
                    <a:pt x="5556966" y="606760"/>
                  </a:lnTo>
                  <a:lnTo>
                    <a:pt x="5615368" y="596818"/>
                  </a:lnTo>
                  <a:lnTo>
                    <a:pt x="5670067" y="585659"/>
                  </a:lnTo>
                  <a:lnTo>
                    <a:pt x="5721994" y="573148"/>
                  </a:lnTo>
                  <a:lnTo>
                    <a:pt x="5772005" y="559190"/>
                  </a:lnTo>
                  <a:lnTo>
                    <a:pt x="5784835" y="555305"/>
                  </a:lnTo>
                  <a:lnTo>
                    <a:pt x="5836729" y="538358"/>
                  </a:lnTo>
                  <a:lnTo>
                    <a:pt x="5888119" y="519693"/>
                  </a:lnTo>
                  <a:lnTo>
                    <a:pt x="5939530" y="499282"/>
                  </a:lnTo>
                  <a:lnTo>
                    <a:pt x="5991322" y="477159"/>
                  </a:lnTo>
                  <a:lnTo>
                    <a:pt x="6043709" y="453422"/>
                  </a:lnTo>
                  <a:lnTo>
                    <a:pt x="6096778" y="428239"/>
                  </a:lnTo>
                  <a:lnTo>
                    <a:pt x="6150505" y="401844"/>
                  </a:lnTo>
                  <a:lnTo>
                    <a:pt x="6204771" y="374536"/>
                  </a:lnTo>
                  <a:lnTo>
                    <a:pt x="6259388" y="346663"/>
                  </a:lnTo>
                  <a:lnTo>
                    <a:pt x="6314123" y="318602"/>
                  </a:lnTo>
                  <a:lnTo>
                    <a:pt x="6368731" y="290743"/>
                  </a:lnTo>
                  <a:lnTo>
                    <a:pt x="6422979" y="263465"/>
                  </a:lnTo>
                  <a:lnTo>
                    <a:pt x="6476681" y="237113"/>
                  </a:lnTo>
                  <a:lnTo>
                    <a:pt x="6529723" y="211982"/>
                  </a:lnTo>
                  <a:lnTo>
                    <a:pt x="6582084" y="188306"/>
                  </a:lnTo>
                  <a:lnTo>
                    <a:pt x="6633857" y="166249"/>
                  </a:lnTo>
                  <a:lnTo>
                    <a:pt x="6685259" y="145906"/>
                  </a:lnTo>
                  <a:lnTo>
                    <a:pt x="6736658" y="127309"/>
                  </a:lnTo>
                  <a:lnTo>
                    <a:pt x="6786527" y="111061"/>
                  </a:lnTo>
                  <a:lnTo>
                    <a:pt x="6836161" y="96718"/>
                  </a:lnTo>
                  <a:lnTo>
                    <a:pt x="6887511" y="83836"/>
                  </a:lnTo>
                  <a:lnTo>
                    <a:pt x="6941398" y="72337"/>
                  </a:lnTo>
                  <a:lnTo>
                    <a:pt x="6998742" y="62091"/>
                  </a:lnTo>
                  <a:lnTo>
                    <a:pt x="7060477" y="52954"/>
                  </a:lnTo>
                  <a:lnTo>
                    <a:pt x="7127467" y="44786"/>
                  </a:lnTo>
                  <a:lnTo>
                    <a:pt x="7200407" y="37468"/>
                  </a:lnTo>
                  <a:lnTo>
                    <a:pt x="7279676" y="30901"/>
                  </a:lnTo>
                  <a:lnTo>
                    <a:pt x="7365155" y="25017"/>
                  </a:lnTo>
                  <a:lnTo>
                    <a:pt x="7456013" y="19773"/>
                  </a:lnTo>
                  <a:lnTo>
                    <a:pt x="7550490" y="15154"/>
                  </a:lnTo>
                  <a:lnTo>
                    <a:pt x="7645777" y="11163"/>
                  </a:lnTo>
                  <a:lnTo>
                    <a:pt x="7738073" y="7816"/>
                  </a:lnTo>
                  <a:lnTo>
                    <a:pt x="7822952" y="5124"/>
                  </a:lnTo>
                  <a:lnTo>
                    <a:pt x="7896033" y="3079"/>
                  </a:lnTo>
                  <a:lnTo>
                    <a:pt x="7953866" y="1640"/>
                  </a:lnTo>
                  <a:lnTo>
                    <a:pt x="7994761" y="730"/>
                  </a:lnTo>
                  <a:lnTo>
                    <a:pt x="8019287" y="240"/>
                  </a:lnTo>
                  <a:lnTo>
                    <a:pt x="8030326" y="40"/>
                  </a:lnTo>
                  <a:lnTo>
                    <a:pt x="8032796" y="0"/>
                  </a:lnTo>
                  <a:lnTo>
                    <a:pt x="8032819" y="0"/>
                  </a:lnTo>
                  <a:lnTo>
                    <a:pt x="8554953" y="0"/>
                  </a:lnTo>
                  <a:lnTo>
                    <a:pt x="8554953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129" name="pl1129"/>
            <p:cNvSpPr/>
            <p:nvPr/>
          </p:nvSpPr>
          <p:spPr>
            <a:xfrm>
              <a:off x="386606" y="1151662"/>
              <a:ext cx="8554953" cy="3094649"/>
            </a:xfrm>
            <a:custGeom>
              <a:avLst/>
              <a:pathLst>
                <a:path w="8554953" h="3094649">
                  <a:moveTo>
                    <a:pt x="8554953" y="0"/>
                  </a:moveTo>
                  <a:lnTo>
                    <a:pt x="8032819" y="0"/>
                  </a:lnTo>
                  <a:lnTo>
                    <a:pt x="8031557" y="20"/>
                  </a:lnTo>
                  <a:lnTo>
                    <a:pt x="8023302" y="165"/>
                  </a:lnTo>
                  <a:lnTo>
                    <a:pt x="8002663" y="567"/>
                  </a:lnTo>
                  <a:lnTo>
                    <a:pt x="7966193" y="1356"/>
                  </a:lnTo>
                  <a:lnTo>
                    <a:pt x="7912704" y="2647"/>
                  </a:lnTo>
                  <a:lnTo>
                    <a:pt x="7843329" y="4529"/>
                  </a:lnTo>
                  <a:lnTo>
                    <a:pt x="7761129" y="7050"/>
                  </a:lnTo>
                  <a:lnTo>
                    <a:pt x="7670329" y="10227"/>
                  </a:lnTo>
                  <a:lnTo>
                    <a:pt x="7575422" y="14051"/>
                  </a:lnTo>
                  <a:lnTo>
                    <a:pt x="7480419" y="18507"/>
                  </a:lnTo>
                  <a:lnTo>
                    <a:pt x="7388405" y="23588"/>
                  </a:lnTo>
                  <a:lnTo>
                    <a:pt x="7301407" y="29302"/>
                  </a:lnTo>
                  <a:lnTo>
                    <a:pt x="7220481" y="35685"/>
                  </a:lnTo>
                  <a:lnTo>
                    <a:pt x="7145910" y="42799"/>
                  </a:lnTo>
                  <a:lnTo>
                    <a:pt x="7077423" y="50733"/>
                  </a:lnTo>
                  <a:lnTo>
                    <a:pt x="7014396" y="59605"/>
                  </a:lnTo>
                  <a:lnTo>
                    <a:pt x="6955994" y="69547"/>
                  </a:lnTo>
                  <a:lnTo>
                    <a:pt x="6901295" y="80706"/>
                  </a:lnTo>
                  <a:lnTo>
                    <a:pt x="6849368" y="93217"/>
                  </a:lnTo>
                  <a:lnTo>
                    <a:pt x="6799357" y="107175"/>
                  </a:lnTo>
                  <a:lnTo>
                    <a:pt x="6786527" y="111061"/>
                  </a:lnTo>
                  <a:lnTo>
                    <a:pt x="6734633" y="128007"/>
                  </a:lnTo>
                  <a:lnTo>
                    <a:pt x="6683243" y="146672"/>
                  </a:lnTo>
                  <a:lnTo>
                    <a:pt x="6631832" y="167083"/>
                  </a:lnTo>
                  <a:lnTo>
                    <a:pt x="6580040" y="189206"/>
                  </a:lnTo>
                  <a:lnTo>
                    <a:pt x="6527653" y="212943"/>
                  </a:lnTo>
                  <a:lnTo>
                    <a:pt x="6474584" y="238127"/>
                  </a:lnTo>
                  <a:lnTo>
                    <a:pt x="6420857" y="264521"/>
                  </a:lnTo>
                  <a:lnTo>
                    <a:pt x="6366591" y="291829"/>
                  </a:lnTo>
                  <a:lnTo>
                    <a:pt x="6311974" y="319703"/>
                  </a:lnTo>
                  <a:lnTo>
                    <a:pt x="6257239" y="347764"/>
                  </a:lnTo>
                  <a:lnTo>
                    <a:pt x="6202631" y="375622"/>
                  </a:lnTo>
                  <a:lnTo>
                    <a:pt x="6148383" y="402900"/>
                  </a:lnTo>
                  <a:lnTo>
                    <a:pt x="6094681" y="429252"/>
                  </a:lnTo>
                  <a:lnTo>
                    <a:pt x="6041639" y="454383"/>
                  </a:lnTo>
                  <a:lnTo>
                    <a:pt x="5989277" y="478059"/>
                  </a:lnTo>
                  <a:lnTo>
                    <a:pt x="5937505" y="500117"/>
                  </a:lnTo>
                  <a:lnTo>
                    <a:pt x="5886102" y="520459"/>
                  </a:lnTo>
                  <a:lnTo>
                    <a:pt x="5834704" y="539056"/>
                  </a:lnTo>
                  <a:lnTo>
                    <a:pt x="5784835" y="555305"/>
                  </a:lnTo>
                  <a:lnTo>
                    <a:pt x="5735201" y="569647"/>
                  </a:lnTo>
                  <a:lnTo>
                    <a:pt x="5683851" y="582529"/>
                  </a:lnTo>
                  <a:lnTo>
                    <a:pt x="5629964" y="594028"/>
                  </a:lnTo>
                  <a:lnTo>
                    <a:pt x="5572620" y="604274"/>
                  </a:lnTo>
                  <a:lnTo>
                    <a:pt x="5510885" y="613412"/>
                  </a:lnTo>
                  <a:lnTo>
                    <a:pt x="5443895" y="621579"/>
                  </a:lnTo>
                  <a:lnTo>
                    <a:pt x="5370955" y="628897"/>
                  </a:lnTo>
                  <a:lnTo>
                    <a:pt x="5291686" y="635464"/>
                  </a:lnTo>
                  <a:lnTo>
                    <a:pt x="5206207" y="641348"/>
                  </a:lnTo>
                  <a:lnTo>
                    <a:pt x="5115349" y="646592"/>
                  </a:lnTo>
                  <a:lnTo>
                    <a:pt x="5020872" y="651212"/>
                  </a:lnTo>
                  <a:lnTo>
                    <a:pt x="4925585" y="655202"/>
                  </a:lnTo>
                  <a:lnTo>
                    <a:pt x="4833288" y="658549"/>
                  </a:lnTo>
                  <a:lnTo>
                    <a:pt x="4748410" y="661241"/>
                  </a:lnTo>
                  <a:lnTo>
                    <a:pt x="4675329" y="663286"/>
                  </a:lnTo>
                  <a:lnTo>
                    <a:pt x="4617496" y="664725"/>
                  </a:lnTo>
                  <a:lnTo>
                    <a:pt x="4576601" y="665635"/>
                  </a:lnTo>
                  <a:lnTo>
                    <a:pt x="4552075" y="666125"/>
                  </a:lnTo>
                  <a:lnTo>
                    <a:pt x="4541036" y="666325"/>
                  </a:lnTo>
                  <a:lnTo>
                    <a:pt x="4538566" y="666365"/>
                  </a:lnTo>
                  <a:lnTo>
                    <a:pt x="4538543" y="666366"/>
                  </a:lnTo>
                  <a:lnTo>
                    <a:pt x="4016409" y="666366"/>
                  </a:lnTo>
                  <a:lnTo>
                    <a:pt x="4015230" y="666435"/>
                  </a:lnTo>
                  <a:lnTo>
                    <a:pt x="4007505" y="666928"/>
                  </a:lnTo>
                  <a:lnTo>
                    <a:pt x="3988144" y="668293"/>
                  </a:lnTo>
                  <a:lnTo>
                    <a:pt x="3953817" y="670975"/>
                  </a:lnTo>
                  <a:lnTo>
                    <a:pt x="3903241" y="675374"/>
                  </a:lnTo>
                  <a:lnTo>
                    <a:pt x="3837261" y="681797"/>
                  </a:lnTo>
                  <a:lnTo>
                    <a:pt x="3758545" y="690430"/>
                  </a:lnTo>
                  <a:lnTo>
                    <a:pt x="3670932" y="701343"/>
                  </a:lnTo>
                  <a:lnTo>
                    <a:pt x="3578633" y="714517"/>
                  </a:lnTo>
                  <a:lnTo>
                    <a:pt x="3485521" y="729903"/>
                  </a:lnTo>
                  <a:lnTo>
                    <a:pt x="3394684" y="747461"/>
                  </a:lnTo>
                  <a:lnTo>
                    <a:pt x="3308248" y="767208"/>
                  </a:lnTo>
                  <a:lnTo>
                    <a:pt x="3227418" y="789239"/>
                  </a:lnTo>
                  <a:lnTo>
                    <a:pt x="3152643" y="813738"/>
                  </a:lnTo>
                  <a:lnTo>
                    <a:pt x="3083807" y="840984"/>
                  </a:lnTo>
                  <a:lnTo>
                    <a:pt x="3020417" y="871342"/>
                  </a:lnTo>
                  <a:lnTo>
                    <a:pt x="2961751" y="905249"/>
                  </a:lnTo>
                  <a:lnTo>
                    <a:pt x="2906968" y="943192"/>
                  </a:lnTo>
                  <a:lnTo>
                    <a:pt x="2855192" y="985655"/>
                  </a:lnTo>
                  <a:lnTo>
                    <a:pt x="2805585" y="1033039"/>
                  </a:lnTo>
                  <a:lnTo>
                    <a:pt x="2770117" y="1071080"/>
                  </a:lnTo>
                  <a:lnTo>
                    <a:pt x="2730676" y="1117365"/>
                  </a:lnTo>
                  <a:lnTo>
                    <a:pt x="2691610" y="1167231"/>
                  </a:lnTo>
                  <a:lnTo>
                    <a:pt x="2652661" y="1220750"/>
                  </a:lnTo>
                  <a:lnTo>
                    <a:pt x="2613630" y="1277928"/>
                  </a:lnTo>
                  <a:lnTo>
                    <a:pt x="2574372" y="1338697"/>
                  </a:lnTo>
                  <a:lnTo>
                    <a:pt x="2534788" y="1402911"/>
                  </a:lnTo>
                  <a:lnTo>
                    <a:pt x="2494822" y="1470340"/>
                  </a:lnTo>
                  <a:lnTo>
                    <a:pt x="2454460" y="1540670"/>
                  </a:lnTo>
                  <a:lnTo>
                    <a:pt x="2413721" y="1613505"/>
                  </a:lnTo>
                  <a:lnTo>
                    <a:pt x="2372655" y="1688375"/>
                  </a:lnTo>
                  <a:lnTo>
                    <a:pt x="2331336" y="1764746"/>
                  </a:lnTo>
                  <a:lnTo>
                    <a:pt x="2289860" y="1842038"/>
                  </a:lnTo>
                  <a:lnTo>
                    <a:pt x="2248329" y="1919638"/>
                  </a:lnTo>
                  <a:lnTo>
                    <a:pt x="2206853" y="1996924"/>
                  </a:lnTo>
                  <a:lnTo>
                    <a:pt x="2165537" y="2073285"/>
                  </a:lnTo>
                  <a:lnTo>
                    <a:pt x="2124473" y="2148140"/>
                  </a:lnTo>
                  <a:lnTo>
                    <a:pt x="2083737" y="2220955"/>
                  </a:lnTo>
                  <a:lnTo>
                    <a:pt x="2043378" y="2291262"/>
                  </a:lnTo>
                  <a:lnTo>
                    <a:pt x="2003416" y="2358665"/>
                  </a:lnTo>
                  <a:lnTo>
                    <a:pt x="1963834" y="2422850"/>
                  </a:lnTo>
                  <a:lnTo>
                    <a:pt x="1924579" y="2483589"/>
                  </a:lnTo>
                  <a:lnTo>
                    <a:pt x="1885549" y="2540736"/>
                  </a:lnTo>
                  <a:lnTo>
                    <a:pt x="1846600" y="2594224"/>
                  </a:lnTo>
                  <a:lnTo>
                    <a:pt x="1807532" y="2644059"/>
                  </a:lnTo>
                  <a:lnTo>
                    <a:pt x="1768425" y="2689935"/>
                  </a:lnTo>
                  <a:lnTo>
                    <a:pt x="1719940" y="2741066"/>
                  </a:lnTo>
                  <a:lnTo>
                    <a:pt x="1669834" y="2787112"/>
                  </a:lnTo>
                  <a:lnTo>
                    <a:pt x="1617343" y="2828329"/>
                  </a:lnTo>
                  <a:lnTo>
                    <a:pt x="1561613" y="2865151"/>
                  </a:lnTo>
                  <a:lnTo>
                    <a:pt x="1501770" y="2898069"/>
                  </a:lnTo>
                  <a:lnTo>
                    <a:pt x="1436996" y="2927560"/>
                  </a:lnTo>
                  <a:lnTo>
                    <a:pt x="1366617" y="2954043"/>
                  </a:lnTo>
                  <a:lnTo>
                    <a:pt x="1290224" y="2977863"/>
                  </a:lnTo>
                  <a:lnTo>
                    <a:pt x="1207833" y="2999273"/>
                  </a:lnTo>
                  <a:lnTo>
                    <a:pt x="1120073" y="3018432"/>
                  </a:lnTo>
                  <a:lnTo>
                    <a:pt x="1028384" y="3035414"/>
                  </a:lnTo>
                  <a:lnTo>
                    <a:pt x="935149" y="3050217"/>
                  </a:lnTo>
                  <a:lnTo>
                    <a:pt x="843693" y="3062795"/>
                  </a:lnTo>
                  <a:lnTo>
                    <a:pt x="758036" y="3073101"/>
                  </a:lnTo>
                  <a:lnTo>
                    <a:pt x="682364" y="3081136"/>
                  </a:lnTo>
                  <a:lnTo>
                    <a:pt x="620284" y="3086997"/>
                  </a:lnTo>
                  <a:lnTo>
                    <a:pt x="574030" y="3090905"/>
                  </a:lnTo>
                  <a:lnTo>
                    <a:pt x="543895" y="3093195"/>
                  </a:lnTo>
                  <a:lnTo>
                    <a:pt x="528029" y="3094284"/>
                  </a:lnTo>
                  <a:lnTo>
                    <a:pt x="522607" y="3094622"/>
                  </a:lnTo>
                  <a:lnTo>
                    <a:pt x="522133" y="3094649"/>
                  </a:lnTo>
                  <a:lnTo>
                    <a:pt x="0" y="3094649"/>
                  </a:lnTo>
                  <a:lnTo>
                    <a:pt x="0" y="3094649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130" name="pg1130"/>
            <p:cNvSpPr/>
            <p:nvPr/>
          </p:nvSpPr>
          <p:spPr>
            <a:xfrm>
              <a:off x="386606" y="1908383"/>
              <a:ext cx="8554953" cy="2349223"/>
            </a:xfrm>
            <a:custGeom>
              <a:avLst/>
              <a:pathLst>
                <a:path w="8554953" h="2349223">
                  <a:moveTo>
                    <a:pt x="0" y="2349223"/>
                  </a:moveTo>
                  <a:lnTo>
                    <a:pt x="522133" y="2349223"/>
                  </a:lnTo>
                  <a:lnTo>
                    <a:pt x="523318" y="2349156"/>
                  </a:lnTo>
                  <a:lnTo>
                    <a:pt x="531080" y="2348677"/>
                  </a:lnTo>
                  <a:lnTo>
                    <a:pt x="550529" y="2347353"/>
                  </a:lnTo>
                  <a:lnTo>
                    <a:pt x="585004" y="2344752"/>
                  </a:lnTo>
                  <a:lnTo>
                    <a:pt x="635782" y="2340486"/>
                  </a:lnTo>
                  <a:lnTo>
                    <a:pt x="702000" y="2334258"/>
                  </a:lnTo>
                  <a:lnTo>
                    <a:pt x="780961" y="2325889"/>
                  </a:lnTo>
                  <a:lnTo>
                    <a:pt x="868801" y="2315313"/>
                  </a:lnTo>
                  <a:lnTo>
                    <a:pt x="961288" y="2302547"/>
                  </a:lnTo>
                  <a:lnTo>
                    <a:pt x="1054538" y="2287641"/>
                  </a:lnTo>
                  <a:lnTo>
                    <a:pt x="1145463" y="2270631"/>
                  </a:lnTo>
                  <a:lnTo>
                    <a:pt x="1231943" y="2251501"/>
                  </a:lnTo>
                  <a:lnTo>
                    <a:pt x="1312783" y="2230157"/>
                  </a:lnTo>
                  <a:lnTo>
                    <a:pt x="1387547" y="2206418"/>
                  </a:lnTo>
                  <a:lnTo>
                    <a:pt x="1456359" y="2180012"/>
                  </a:lnTo>
                  <a:lnTo>
                    <a:pt x="1519723" y="2150583"/>
                  </a:lnTo>
                  <a:lnTo>
                    <a:pt x="1578368" y="2117705"/>
                  </a:lnTo>
                  <a:lnTo>
                    <a:pt x="1633143" y="2080907"/>
                  </a:lnTo>
                  <a:lnTo>
                    <a:pt x="1684926" y="2039718"/>
                  </a:lnTo>
                  <a:lnTo>
                    <a:pt x="1734557" y="1993755"/>
                  </a:lnTo>
                  <a:lnTo>
                    <a:pt x="1768425" y="1958627"/>
                  </a:lnTo>
                  <a:lnTo>
                    <a:pt x="1808368" y="1913362"/>
                  </a:lnTo>
                  <a:lnTo>
                    <a:pt x="1847929" y="1864552"/>
                  </a:lnTo>
                  <a:lnTo>
                    <a:pt x="1887376" y="1812124"/>
                  </a:lnTo>
                  <a:lnTo>
                    <a:pt x="1926914" y="1756077"/>
                  </a:lnTo>
                  <a:lnTo>
                    <a:pt x="1966691" y="1696479"/>
                  </a:lnTo>
                  <a:lnTo>
                    <a:pt x="2006808" y="1633483"/>
                  </a:lnTo>
                  <a:lnTo>
                    <a:pt x="2047318" y="1567325"/>
                  </a:lnTo>
                  <a:lnTo>
                    <a:pt x="2088234" y="1498328"/>
                  </a:lnTo>
                  <a:lnTo>
                    <a:pt x="2129534" y="1426895"/>
                  </a:lnTo>
                  <a:lnTo>
                    <a:pt x="2171160" y="1353506"/>
                  </a:lnTo>
                  <a:lnTo>
                    <a:pt x="2213035" y="1278702"/>
                  </a:lnTo>
                  <a:lnTo>
                    <a:pt x="2255057" y="1203071"/>
                  </a:lnTo>
                  <a:lnTo>
                    <a:pt x="2297117" y="1127229"/>
                  </a:lnTo>
                  <a:lnTo>
                    <a:pt x="2339103" y="1051799"/>
                  </a:lnTo>
                  <a:lnTo>
                    <a:pt x="2380907" y="977391"/>
                  </a:lnTo>
                  <a:lnTo>
                    <a:pt x="2422435" y="904580"/>
                  </a:lnTo>
                  <a:lnTo>
                    <a:pt x="2463615" y="833888"/>
                  </a:lnTo>
                  <a:lnTo>
                    <a:pt x="2504401" y="765770"/>
                  </a:lnTo>
                  <a:lnTo>
                    <a:pt x="2544780" y="700606"/>
                  </a:lnTo>
                  <a:lnTo>
                    <a:pt x="2584778" y="638690"/>
                  </a:lnTo>
                  <a:lnTo>
                    <a:pt x="2624465" y="580230"/>
                  </a:lnTo>
                  <a:lnTo>
                    <a:pt x="2663954" y="525352"/>
                  </a:lnTo>
                  <a:lnTo>
                    <a:pt x="2703413" y="474101"/>
                  </a:lnTo>
                  <a:lnTo>
                    <a:pt x="2743066" y="426451"/>
                  </a:lnTo>
                  <a:lnTo>
                    <a:pt x="2770117" y="396243"/>
                  </a:lnTo>
                  <a:lnTo>
                    <a:pt x="2818683" y="346819"/>
                  </a:lnTo>
                  <a:lnTo>
                    <a:pt x="2868876" y="302317"/>
                  </a:lnTo>
                  <a:lnTo>
                    <a:pt x="2921465" y="262491"/>
                  </a:lnTo>
                  <a:lnTo>
                    <a:pt x="2977308" y="226918"/>
                  </a:lnTo>
                  <a:lnTo>
                    <a:pt x="3037283" y="195123"/>
                  </a:lnTo>
                  <a:lnTo>
                    <a:pt x="3102211" y="166642"/>
                  </a:lnTo>
                  <a:lnTo>
                    <a:pt x="3172768" y="141069"/>
                  </a:lnTo>
                  <a:lnTo>
                    <a:pt x="3249362" y="118073"/>
                  </a:lnTo>
                  <a:lnTo>
                    <a:pt x="3331969" y="97408"/>
                  </a:lnTo>
                  <a:lnTo>
                    <a:pt x="3419947" y="78919"/>
                  </a:lnTo>
                  <a:lnTo>
                    <a:pt x="3511837" y="62539"/>
                  </a:lnTo>
                  <a:lnTo>
                    <a:pt x="3605224" y="48269"/>
                  </a:lnTo>
                  <a:lnTo>
                    <a:pt x="3696752" y="36154"/>
                  </a:lnTo>
                  <a:lnTo>
                    <a:pt x="3782373" y="26241"/>
                  </a:lnTo>
                  <a:lnTo>
                    <a:pt x="3857882" y="18525"/>
                  </a:lnTo>
                  <a:lnTo>
                    <a:pt x="3919681" y="12910"/>
                  </a:lnTo>
                  <a:lnTo>
                    <a:pt x="3965568" y="9179"/>
                  </a:lnTo>
                  <a:lnTo>
                    <a:pt x="3995307" y="7004"/>
                  </a:lnTo>
                  <a:lnTo>
                    <a:pt x="4010815" y="5980"/>
                  </a:lnTo>
                  <a:lnTo>
                    <a:pt x="4015995" y="5670"/>
                  </a:lnTo>
                  <a:lnTo>
                    <a:pt x="4016409" y="5647"/>
                  </a:lnTo>
                  <a:lnTo>
                    <a:pt x="4538543" y="5647"/>
                  </a:lnTo>
                  <a:lnTo>
                    <a:pt x="4539763" y="5699"/>
                  </a:lnTo>
                  <a:lnTo>
                    <a:pt x="4547746" y="6071"/>
                  </a:lnTo>
                  <a:lnTo>
                    <a:pt x="4567733" y="7099"/>
                  </a:lnTo>
                  <a:lnTo>
                    <a:pt x="4603110" y="9120"/>
                  </a:lnTo>
                  <a:lnTo>
                    <a:pt x="4655116" y="12432"/>
                  </a:lnTo>
                  <a:lnTo>
                    <a:pt x="4722769" y="17261"/>
                  </a:lnTo>
                  <a:lnTo>
                    <a:pt x="4803209" y="23743"/>
                  </a:lnTo>
                  <a:lnTo>
                    <a:pt x="4892406" y="31923"/>
                  </a:lnTo>
                  <a:lnTo>
                    <a:pt x="4986010" y="41785"/>
                  </a:lnTo>
                  <a:lnTo>
                    <a:pt x="5080076" y="53290"/>
                  </a:lnTo>
                  <a:lnTo>
                    <a:pt x="5171515" y="66412"/>
                  </a:lnTo>
                  <a:lnTo>
                    <a:pt x="5258247" y="81169"/>
                  </a:lnTo>
                  <a:lnTo>
                    <a:pt x="5339138" y="97643"/>
                  </a:lnTo>
                  <a:lnTo>
                    <a:pt x="5413821" y="115982"/>
                  </a:lnTo>
                  <a:lnTo>
                    <a:pt x="5482488" y="136406"/>
                  </a:lnTo>
                  <a:lnTo>
                    <a:pt x="5545696" y="159202"/>
                  </a:lnTo>
                  <a:lnTo>
                    <a:pt x="5604225" y="184706"/>
                  </a:lnTo>
                  <a:lnTo>
                    <a:pt x="5658956" y="213288"/>
                  </a:lnTo>
                  <a:lnTo>
                    <a:pt x="5710793" y="245306"/>
                  </a:lnTo>
                  <a:lnTo>
                    <a:pt x="5760585" y="281037"/>
                  </a:lnTo>
                  <a:lnTo>
                    <a:pt x="5784835" y="300241"/>
                  </a:lnTo>
                  <a:lnTo>
                    <a:pt x="5828565" y="337777"/>
                  </a:lnTo>
                  <a:lnTo>
                    <a:pt x="5871871" y="378530"/>
                  </a:lnTo>
                  <a:lnTo>
                    <a:pt x="5915091" y="422562"/>
                  </a:lnTo>
                  <a:lnTo>
                    <a:pt x="5958475" y="469857"/>
                  </a:lnTo>
                  <a:lnTo>
                    <a:pt x="6002199" y="520321"/>
                  </a:lnTo>
                  <a:lnTo>
                    <a:pt x="6046367" y="573767"/>
                  </a:lnTo>
                  <a:lnTo>
                    <a:pt x="6091021" y="629916"/>
                  </a:lnTo>
                  <a:lnTo>
                    <a:pt x="6136147" y="688396"/>
                  </a:lnTo>
                  <a:lnTo>
                    <a:pt x="6181685" y="748755"/>
                  </a:lnTo>
                  <a:lnTo>
                    <a:pt x="6227533" y="810465"/>
                  </a:lnTo>
                  <a:lnTo>
                    <a:pt x="6273566" y="872949"/>
                  </a:lnTo>
                  <a:lnTo>
                    <a:pt x="6319637" y="935595"/>
                  </a:lnTo>
                  <a:lnTo>
                    <a:pt x="6365600" y="997786"/>
                  </a:lnTo>
                  <a:lnTo>
                    <a:pt x="6411315" y="1058925"/>
                  </a:lnTo>
                  <a:lnTo>
                    <a:pt x="6456668" y="1118455"/>
                  </a:lnTo>
                  <a:lnTo>
                    <a:pt x="6501575" y="1175881"/>
                  </a:lnTo>
                  <a:lnTo>
                    <a:pt x="6545997" y="1230789"/>
                  </a:lnTo>
                  <a:lnTo>
                    <a:pt x="6589945" y="1282850"/>
                  </a:lnTo>
                  <a:lnTo>
                    <a:pt x="6633491" y="1331829"/>
                  </a:lnTo>
                  <a:lnTo>
                    <a:pt x="6676772" y="1377584"/>
                  </a:lnTo>
                  <a:lnTo>
                    <a:pt x="6719996" y="1420058"/>
                  </a:lnTo>
                  <a:lnTo>
                    <a:pt x="6763455" y="1459274"/>
                  </a:lnTo>
                  <a:lnTo>
                    <a:pt x="6786527" y="1478617"/>
                  </a:lnTo>
                  <a:lnTo>
                    <a:pt x="6835580" y="1516243"/>
                  </a:lnTo>
                  <a:lnTo>
                    <a:pt x="6886299" y="1550084"/>
                  </a:lnTo>
                  <a:lnTo>
                    <a:pt x="6939479" y="1580334"/>
                  </a:lnTo>
                  <a:lnTo>
                    <a:pt x="6996004" y="1607324"/>
                  </a:lnTo>
                  <a:lnTo>
                    <a:pt x="7056777" y="1631422"/>
                  </a:lnTo>
                  <a:lnTo>
                    <a:pt x="7122641" y="1652987"/>
                  </a:lnTo>
                  <a:lnTo>
                    <a:pt x="7194278" y="1672333"/>
                  </a:lnTo>
                  <a:lnTo>
                    <a:pt x="7272086" y="1689711"/>
                  </a:lnTo>
                  <a:lnTo>
                    <a:pt x="7356000" y="1705309"/>
                  </a:lnTo>
                  <a:lnTo>
                    <a:pt x="7445293" y="1719239"/>
                  </a:lnTo>
                  <a:lnTo>
                    <a:pt x="7538375" y="1731550"/>
                  </a:lnTo>
                  <a:lnTo>
                    <a:pt x="7632656" y="1742234"/>
                  </a:lnTo>
                  <a:lnTo>
                    <a:pt x="7724580" y="1751256"/>
                  </a:lnTo>
                  <a:lnTo>
                    <a:pt x="7809921" y="1758582"/>
                  </a:lnTo>
                  <a:lnTo>
                    <a:pt x="7884388" y="1764223"/>
                  </a:lnTo>
                  <a:lnTo>
                    <a:pt x="7944435" y="1768267"/>
                  </a:lnTo>
                  <a:lnTo>
                    <a:pt x="7988076" y="1770897"/>
                  </a:lnTo>
                  <a:lnTo>
                    <a:pt x="8015427" y="1772379"/>
                  </a:lnTo>
                  <a:lnTo>
                    <a:pt x="8028838" y="1773035"/>
                  </a:lnTo>
                  <a:lnTo>
                    <a:pt x="8032664" y="1773205"/>
                  </a:lnTo>
                  <a:lnTo>
                    <a:pt x="8032819" y="1773211"/>
                  </a:lnTo>
                  <a:lnTo>
                    <a:pt x="8554953" y="1773211"/>
                  </a:lnTo>
                  <a:lnTo>
                    <a:pt x="8554953" y="1767564"/>
                  </a:lnTo>
                  <a:lnTo>
                    <a:pt x="8032819" y="1767564"/>
                  </a:lnTo>
                  <a:lnTo>
                    <a:pt x="8031599" y="1767512"/>
                  </a:lnTo>
                  <a:lnTo>
                    <a:pt x="8023615" y="1767140"/>
                  </a:lnTo>
                  <a:lnTo>
                    <a:pt x="8003629" y="1766111"/>
                  </a:lnTo>
                  <a:lnTo>
                    <a:pt x="7968252" y="1764091"/>
                  </a:lnTo>
                  <a:lnTo>
                    <a:pt x="7916246" y="1760779"/>
                  </a:lnTo>
                  <a:lnTo>
                    <a:pt x="7848593" y="1755949"/>
                  </a:lnTo>
                  <a:lnTo>
                    <a:pt x="7768153" y="1749467"/>
                  </a:lnTo>
                  <a:lnTo>
                    <a:pt x="7678956" y="1741287"/>
                  </a:lnTo>
                  <a:lnTo>
                    <a:pt x="7585352" y="1731425"/>
                  </a:lnTo>
                  <a:lnTo>
                    <a:pt x="7491286" y="1719921"/>
                  </a:lnTo>
                  <a:lnTo>
                    <a:pt x="7399847" y="1706799"/>
                  </a:lnTo>
                  <a:lnTo>
                    <a:pt x="7313115" y="1692041"/>
                  </a:lnTo>
                  <a:lnTo>
                    <a:pt x="7232224" y="1675568"/>
                  </a:lnTo>
                  <a:lnTo>
                    <a:pt x="7157541" y="1657229"/>
                  </a:lnTo>
                  <a:lnTo>
                    <a:pt x="7088874" y="1636804"/>
                  </a:lnTo>
                  <a:lnTo>
                    <a:pt x="7025666" y="1614009"/>
                  </a:lnTo>
                  <a:lnTo>
                    <a:pt x="6967137" y="1588505"/>
                  </a:lnTo>
                  <a:lnTo>
                    <a:pt x="6912406" y="1559923"/>
                  </a:lnTo>
                  <a:lnTo>
                    <a:pt x="6860569" y="1527905"/>
                  </a:lnTo>
                  <a:lnTo>
                    <a:pt x="6810777" y="1492174"/>
                  </a:lnTo>
                  <a:lnTo>
                    <a:pt x="6786527" y="1472970"/>
                  </a:lnTo>
                  <a:lnTo>
                    <a:pt x="6742797" y="1435434"/>
                  </a:lnTo>
                  <a:lnTo>
                    <a:pt x="6699491" y="1394680"/>
                  </a:lnTo>
                  <a:lnTo>
                    <a:pt x="6656271" y="1350649"/>
                  </a:lnTo>
                  <a:lnTo>
                    <a:pt x="6612886" y="1303353"/>
                  </a:lnTo>
                  <a:lnTo>
                    <a:pt x="6569163" y="1252889"/>
                  </a:lnTo>
                  <a:lnTo>
                    <a:pt x="6524995" y="1199444"/>
                  </a:lnTo>
                  <a:lnTo>
                    <a:pt x="6480341" y="1143295"/>
                  </a:lnTo>
                  <a:lnTo>
                    <a:pt x="6435215" y="1084815"/>
                  </a:lnTo>
                  <a:lnTo>
                    <a:pt x="6389677" y="1024456"/>
                  </a:lnTo>
                  <a:lnTo>
                    <a:pt x="6343828" y="962746"/>
                  </a:lnTo>
                  <a:lnTo>
                    <a:pt x="6297796" y="900262"/>
                  </a:lnTo>
                  <a:lnTo>
                    <a:pt x="6251725" y="837616"/>
                  </a:lnTo>
                  <a:lnTo>
                    <a:pt x="6205762" y="775424"/>
                  </a:lnTo>
                  <a:lnTo>
                    <a:pt x="6160047" y="714286"/>
                  </a:lnTo>
                  <a:lnTo>
                    <a:pt x="6114694" y="654756"/>
                  </a:lnTo>
                  <a:lnTo>
                    <a:pt x="6069787" y="597329"/>
                  </a:lnTo>
                  <a:lnTo>
                    <a:pt x="6025365" y="542422"/>
                  </a:lnTo>
                  <a:lnTo>
                    <a:pt x="5981417" y="490361"/>
                  </a:lnTo>
                  <a:lnTo>
                    <a:pt x="5937871" y="441381"/>
                  </a:lnTo>
                  <a:lnTo>
                    <a:pt x="5894590" y="395627"/>
                  </a:lnTo>
                  <a:lnTo>
                    <a:pt x="5851366" y="353153"/>
                  </a:lnTo>
                  <a:lnTo>
                    <a:pt x="5807907" y="313937"/>
                  </a:lnTo>
                  <a:lnTo>
                    <a:pt x="5784835" y="294594"/>
                  </a:lnTo>
                  <a:lnTo>
                    <a:pt x="5735782" y="256967"/>
                  </a:lnTo>
                  <a:lnTo>
                    <a:pt x="5685062" y="223127"/>
                  </a:lnTo>
                  <a:lnTo>
                    <a:pt x="5631883" y="192876"/>
                  </a:lnTo>
                  <a:lnTo>
                    <a:pt x="5575358" y="165887"/>
                  </a:lnTo>
                  <a:lnTo>
                    <a:pt x="5514585" y="141788"/>
                  </a:lnTo>
                  <a:lnTo>
                    <a:pt x="5448721" y="120223"/>
                  </a:lnTo>
                  <a:lnTo>
                    <a:pt x="5377084" y="100878"/>
                  </a:lnTo>
                  <a:lnTo>
                    <a:pt x="5299276" y="83499"/>
                  </a:lnTo>
                  <a:lnTo>
                    <a:pt x="5215362" y="67902"/>
                  </a:lnTo>
                  <a:lnTo>
                    <a:pt x="5126069" y="53972"/>
                  </a:lnTo>
                  <a:lnTo>
                    <a:pt x="5032986" y="41661"/>
                  </a:lnTo>
                  <a:lnTo>
                    <a:pt x="4938706" y="30977"/>
                  </a:lnTo>
                  <a:lnTo>
                    <a:pt x="4846782" y="21955"/>
                  </a:lnTo>
                  <a:lnTo>
                    <a:pt x="4761441" y="14629"/>
                  </a:lnTo>
                  <a:lnTo>
                    <a:pt x="4686974" y="8988"/>
                  </a:lnTo>
                  <a:lnTo>
                    <a:pt x="4626927" y="4943"/>
                  </a:lnTo>
                  <a:lnTo>
                    <a:pt x="4583286" y="2314"/>
                  </a:lnTo>
                  <a:lnTo>
                    <a:pt x="4555935" y="832"/>
                  </a:lnTo>
                  <a:lnTo>
                    <a:pt x="4542524" y="176"/>
                  </a:lnTo>
                  <a:lnTo>
                    <a:pt x="4538698" y="6"/>
                  </a:lnTo>
                  <a:lnTo>
                    <a:pt x="4538543" y="0"/>
                  </a:lnTo>
                  <a:lnTo>
                    <a:pt x="4016409" y="0"/>
                  </a:lnTo>
                  <a:lnTo>
                    <a:pt x="4015224" y="67"/>
                  </a:lnTo>
                  <a:lnTo>
                    <a:pt x="4007463" y="545"/>
                  </a:lnTo>
                  <a:lnTo>
                    <a:pt x="3988014" y="1869"/>
                  </a:lnTo>
                  <a:lnTo>
                    <a:pt x="3953538" y="4470"/>
                  </a:lnTo>
                  <a:lnTo>
                    <a:pt x="3902760" y="8736"/>
                  </a:lnTo>
                  <a:lnTo>
                    <a:pt x="3836542" y="14964"/>
                  </a:lnTo>
                  <a:lnTo>
                    <a:pt x="3757581" y="23333"/>
                  </a:lnTo>
                  <a:lnTo>
                    <a:pt x="3669742" y="33909"/>
                  </a:lnTo>
                  <a:lnTo>
                    <a:pt x="3577254" y="46676"/>
                  </a:lnTo>
                  <a:lnTo>
                    <a:pt x="3484005" y="61582"/>
                  </a:lnTo>
                  <a:lnTo>
                    <a:pt x="3393080" y="78591"/>
                  </a:lnTo>
                  <a:lnTo>
                    <a:pt x="3306599" y="97721"/>
                  </a:lnTo>
                  <a:lnTo>
                    <a:pt x="3225759" y="119065"/>
                  </a:lnTo>
                  <a:lnTo>
                    <a:pt x="3150995" y="142804"/>
                  </a:lnTo>
                  <a:lnTo>
                    <a:pt x="3082183" y="169210"/>
                  </a:lnTo>
                  <a:lnTo>
                    <a:pt x="3018819" y="198639"/>
                  </a:lnTo>
                  <a:lnTo>
                    <a:pt x="2960174" y="231517"/>
                  </a:lnTo>
                  <a:lnTo>
                    <a:pt x="2905399" y="268315"/>
                  </a:lnTo>
                  <a:lnTo>
                    <a:pt x="2853616" y="309504"/>
                  </a:lnTo>
                  <a:lnTo>
                    <a:pt x="2803985" y="355467"/>
                  </a:lnTo>
                  <a:lnTo>
                    <a:pt x="2770117" y="390596"/>
                  </a:lnTo>
                  <a:lnTo>
                    <a:pt x="2730175" y="435860"/>
                  </a:lnTo>
                  <a:lnTo>
                    <a:pt x="2690613" y="484670"/>
                  </a:lnTo>
                  <a:lnTo>
                    <a:pt x="2651166" y="537098"/>
                  </a:lnTo>
                  <a:lnTo>
                    <a:pt x="2611628" y="593146"/>
                  </a:lnTo>
                  <a:lnTo>
                    <a:pt x="2571851" y="652744"/>
                  </a:lnTo>
                  <a:lnTo>
                    <a:pt x="2531734" y="715740"/>
                  </a:lnTo>
                  <a:lnTo>
                    <a:pt x="2491224" y="781897"/>
                  </a:lnTo>
                  <a:lnTo>
                    <a:pt x="2450308" y="850894"/>
                  </a:lnTo>
                  <a:lnTo>
                    <a:pt x="2409009" y="922327"/>
                  </a:lnTo>
                  <a:lnTo>
                    <a:pt x="2367382" y="995716"/>
                  </a:lnTo>
                  <a:lnTo>
                    <a:pt x="2325508" y="1070520"/>
                  </a:lnTo>
                  <a:lnTo>
                    <a:pt x="2283485" y="1146151"/>
                  </a:lnTo>
                  <a:lnTo>
                    <a:pt x="2241425" y="1221994"/>
                  </a:lnTo>
                  <a:lnTo>
                    <a:pt x="2199439" y="1297423"/>
                  </a:lnTo>
                  <a:lnTo>
                    <a:pt x="2157635" y="1371831"/>
                  </a:lnTo>
                  <a:lnTo>
                    <a:pt x="2116107" y="1444643"/>
                  </a:lnTo>
                  <a:lnTo>
                    <a:pt x="2074927" y="1515335"/>
                  </a:lnTo>
                  <a:lnTo>
                    <a:pt x="2034141" y="1583452"/>
                  </a:lnTo>
                  <a:lnTo>
                    <a:pt x="1993762" y="1648616"/>
                  </a:lnTo>
                  <a:lnTo>
                    <a:pt x="1953764" y="1710532"/>
                  </a:lnTo>
                  <a:lnTo>
                    <a:pt x="1914077" y="1768992"/>
                  </a:lnTo>
                  <a:lnTo>
                    <a:pt x="1874588" y="1823870"/>
                  </a:lnTo>
                  <a:lnTo>
                    <a:pt x="1835129" y="1875121"/>
                  </a:lnTo>
                  <a:lnTo>
                    <a:pt x="1795476" y="1922771"/>
                  </a:lnTo>
                  <a:lnTo>
                    <a:pt x="1768425" y="1952980"/>
                  </a:lnTo>
                  <a:lnTo>
                    <a:pt x="1719859" y="2002404"/>
                  </a:lnTo>
                  <a:lnTo>
                    <a:pt x="1669666" y="2046905"/>
                  </a:lnTo>
                  <a:lnTo>
                    <a:pt x="1617077" y="2086731"/>
                  </a:lnTo>
                  <a:lnTo>
                    <a:pt x="1561234" y="2122304"/>
                  </a:lnTo>
                  <a:lnTo>
                    <a:pt x="1501260" y="2154100"/>
                  </a:lnTo>
                  <a:lnTo>
                    <a:pt x="1436331" y="2182580"/>
                  </a:lnTo>
                  <a:lnTo>
                    <a:pt x="1365774" y="2208153"/>
                  </a:lnTo>
                  <a:lnTo>
                    <a:pt x="1289180" y="2231149"/>
                  </a:lnTo>
                  <a:lnTo>
                    <a:pt x="1206573" y="2251815"/>
                  </a:lnTo>
                  <a:lnTo>
                    <a:pt x="1118595" y="2270303"/>
                  </a:lnTo>
                  <a:lnTo>
                    <a:pt x="1026706" y="2286684"/>
                  </a:lnTo>
                  <a:lnTo>
                    <a:pt x="933318" y="2300953"/>
                  </a:lnTo>
                  <a:lnTo>
                    <a:pt x="841790" y="2313068"/>
                  </a:lnTo>
                  <a:lnTo>
                    <a:pt x="756169" y="2322981"/>
                  </a:lnTo>
                  <a:lnTo>
                    <a:pt x="680660" y="2330697"/>
                  </a:lnTo>
                  <a:lnTo>
                    <a:pt x="618861" y="2336313"/>
                  </a:lnTo>
                  <a:lnTo>
                    <a:pt x="572974" y="2340043"/>
                  </a:lnTo>
                  <a:lnTo>
                    <a:pt x="543235" y="2342218"/>
                  </a:lnTo>
                  <a:lnTo>
                    <a:pt x="527727" y="2343242"/>
                  </a:lnTo>
                  <a:lnTo>
                    <a:pt x="522547" y="2343553"/>
                  </a:lnTo>
                  <a:lnTo>
                    <a:pt x="522133" y="2343576"/>
                  </a:lnTo>
                  <a:lnTo>
                    <a:pt x="0" y="2343576"/>
                  </a:lnTo>
                  <a:close/>
                </a:path>
              </a:pathLst>
            </a:custGeom>
            <a:solidFill>
              <a:srgbClr val="67C1B3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1131" name="pl1131"/>
            <p:cNvSpPr/>
            <p:nvPr/>
          </p:nvSpPr>
          <p:spPr>
            <a:xfrm>
              <a:off x="386606" y="1914030"/>
              <a:ext cx="8554953" cy="2343576"/>
            </a:xfrm>
            <a:custGeom>
              <a:avLst/>
              <a:pathLst>
                <a:path w="8554953" h="2343576">
                  <a:moveTo>
                    <a:pt x="0" y="2343576"/>
                  </a:moveTo>
                  <a:lnTo>
                    <a:pt x="522133" y="2343576"/>
                  </a:lnTo>
                  <a:lnTo>
                    <a:pt x="523318" y="2343508"/>
                  </a:lnTo>
                  <a:lnTo>
                    <a:pt x="531080" y="2343030"/>
                  </a:lnTo>
                  <a:lnTo>
                    <a:pt x="550529" y="2341706"/>
                  </a:lnTo>
                  <a:lnTo>
                    <a:pt x="585004" y="2339105"/>
                  </a:lnTo>
                  <a:lnTo>
                    <a:pt x="635782" y="2334839"/>
                  </a:lnTo>
                  <a:lnTo>
                    <a:pt x="702000" y="2328611"/>
                  </a:lnTo>
                  <a:lnTo>
                    <a:pt x="780961" y="2320242"/>
                  </a:lnTo>
                  <a:lnTo>
                    <a:pt x="868801" y="2309666"/>
                  </a:lnTo>
                  <a:lnTo>
                    <a:pt x="961288" y="2296900"/>
                  </a:lnTo>
                  <a:lnTo>
                    <a:pt x="1054538" y="2281993"/>
                  </a:lnTo>
                  <a:lnTo>
                    <a:pt x="1145463" y="2264984"/>
                  </a:lnTo>
                  <a:lnTo>
                    <a:pt x="1231943" y="2245854"/>
                  </a:lnTo>
                  <a:lnTo>
                    <a:pt x="1312783" y="2224510"/>
                  </a:lnTo>
                  <a:lnTo>
                    <a:pt x="1387547" y="2200771"/>
                  </a:lnTo>
                  <a:lnTo>
                    <a:pt x="1456359" y="2174365"/>
                  </a:lnTo>
                  <a:lnTo>
                    <a:pt x="1519723" y="2144936"/>
                  </a:lnTo>
                  <a:lnTo>
                    <a:pt x="1578368" y="2112058"/>
                  </a:lnTo>
                  <a:lnTo>
                    <a:pt x="1633143" y="2075260"/>
                  </a:lnTo>
                  <a:lnTo>
                    <a:pt x="1684926" y="2034071"/>
                  </a:lnTo>
                  <a:lnTo>
                    <a:pt x="1734557" y="1988108"/>
                  </a:lnTo>
                  <a:lnTo>
                    <a:pt x="1768425" y="1952980"/>
                  </a:lnTo>
                  <a:lnTo>
                    <a:pt x="1808368" y="1907715"/>
                  </a:lnTo>
                  <a:lnTo>
                    <a:pt x="1847929" y="1858905"/>
                  </a:lnTo>
                  <a:lnTo>
                    <a:pt x="1887376" y="1806477"/>
                  </a:lnTo>
                  <a:lnTo>
                    <a:pt x="1926914" y="1750429"/>
                  </a:lnTo>
                  <a:lnTo>
                    <a:pt x="1966691" y="1690831"/>
                  </a:lnTo>
                  <a:lnTo>
                    <a:pt x="2006808" y="1627835"/>
                  </a:lnTo>
                  <a:lnTo>
                    <a:pt x="2047318" y="1561678"/>
                  </a:lnTo>
                  <a:lnTo>
                    <a:pt x="2088234" y="1492681"/>
                  </a:lnTo>
                  <a:lnTo>
                    <a:pt x="2129534" y="1421248"/>
                  </a:lnTo>
                  <a:lnTo>
                    <a:pt x="2171160" y="1347859"/>
                  </a:lnTo>
                  <a:lnTo>
                    <a:pt x="2213035" y="1273055"/>
                  </a:lnTo>
                  <a:lnTo>
                    <a:pt x="2255057" y="1197424"/>
                  </a:lnTo>
                  <a:lnTo>
                    <a:pt x="2297117" y="1121581"/>
                  </a:lnTo>
                  <a:lnTo>
                    <a:pt x="2339103" y="1046152"/>
                  </a:lnTo>
                  <a:lnTo>
                    <a:pt x="2380907" y="971744"/>
                  </a:lnTo>
                  <a:lnTo>
                    <a:pt x="2422435" y="898932"/>
                  </a:lnTo>
                  <a:lnTo>
                    <a:pt x="2463615" y="828240"/>
                  </a:lnTo>
                  <a:lnTo>
                    <a:pt x="2504401" y="760123"/>
                  </a:lnTo>
                  <a:lnTo>
                    <a:pt x="2544780" y="694959"/>
                  </a:lnTo>
                  <a:lnTo>
                    <a:pt x="2584778" y="633043"/>
                  </a:lnTo>
                  <a:lnTo>
                    <a:pt x="2624465" y="574583"/>
                  </a:lnTo>
                  <a:lnTo>
                    <a:pt x="2663954" y="519705"/>
                  </a:lnTo>
                  <a:lnTo>
                    <a:pt x="2703413" y="468454"/>
                  </a:lnTo>
                  <a:lnTo>
                    <a:pt x="2743066" y="420804"/>
                  </a:lnTo>
                  <a:lnTo>
                    <a:pt x="2770117" y="390596"/>
                  </a:lnTo>
                  <a:lnTo>
                    <a:pt x="2818683" y="341171"/>
                  </a:lnTo>
                  <a:lnTo>
                    <a:pt x="2868876" y="296670"/>
                  </a:lnTo>
                  <a:lnTo>
                    <a:pt x="2921465" y="256844"/>
                  </a:lnTo>
                  <a:lnTo>
                    <a:pt x="2977308" y="221271"/>
                  </a:lnTo>
                  <a:lnTo>
                    <a:pt x="3037283" y="189475"/>
                  </a:lnTo>
                  <a:lnTo>
                    <a:pt x="3102211" y="160995"/>
                  </a:lnTo>
                  <a:lnTo>
                    <a:pt x="3172768" y="135422"/>
                  </a:lnTo>
                  <a:lnTo>
                    <a:pt x="3249362" y="112426"/>
                  </a:lnTo>
                  <a:lnTo>
                    <a:pt x="3331969" y="91760"/>
                  </a:lnTo>
                  <a:lnTo>
                    <a:pt x="3419947" y="73272"/>
                  </a:lnTo>
                  <a:lnTo>
                    <a:pt x="3511837" y="56891"/>
                  </a:lnTo>
                  <a:lnTo>
                    <a:pt x="3605224" y="42622"/>
                  </a:lnTo>
                  <a:lnTo>
                    <a:pt x="3696752" y="30507"/>
                  </a:lnTo>
                  <a:lnTo>
                    <a:pt x="3782373" y="20594"/>
                  </a:lnTo>
                  <a:lnTo>
                    <a:pt x="3857882" y="12878"/>
                  </a:lnTo>
                  <a:lnTo>
                    <a:pt x="3919681" y="7262"/>
                  </a:lnTo>
                  <a:lnTo>
                    <a:pt x="3965568" y="3532"/>
                  </a:lnTo>
                  <a:lnTo>
                    <a:pt x="3995307" y="1357"/>
                  </a:lnTo>
                  <a:lnTo>
                    <a:pt x="4010815" y="333"/>
                  </a:lnTo>
                  <a:lnTo>
                    <a:pt x="4015995" y="22"/>
                  </a:lnTo>
                  <a:lnTo>
                    <a:pt x="4016409" y="0"/>
                  </a:lnTo>
                  <a:lnTo>
                    <a:pt x="4538543" y="0"/>
                  </a:lnTo>
                  <a:lnTo>
                    <a:pt x="4539763" y="52"/>
                  </a:lnTo>
                  <a:lnTo>
                    <a:pt x="4547746" y="424"/>
                  </a:lnTo>
                  <a:lnTo>
                    <a:pt x="4567733" y="1452"/>
                  </a:lnTo>
                  <a:lnTo>
                    <a:pt x="4603110" y="3473"/>
                  </a:lnTo>
                  <a:lnTo>
                    <a:pt x="4655116" y="6784"/>
                  </a:lnTo>
                  <a:lnTo>
                    <a:pt x="4722769" y="11614"/>
                  </a:lnTo>
                  <a:lnTo>
                    <a:pt x="4803209" y="18096"/>
                  </a:lnTo>
                  <a:lnTo>
                    <a:pt x="4892406" y="26276"/>
                  </a:lnTo>
                  <a:lnTo>
                    <a:pt x="4986010" y="36138"/>
                  </a:lnTo>
                  <a:lnTo>
                    <a:pt x="5080076" y="47643"/>
                  </a:lnTo>
                  <a:lnTo>
                    <a:pt x="5171515" y="60765"/>
                  </a:lnTo>
                  <a:lnTo>
                    <a:pt x="5258247" y="75522"/>
                  </a:lnTo>
                  <a:lnTo>
                    <a:pt x="5339138" y="91996"/>
                  </a:lnTo>
                  <a:lnTo>
                    <a:pt x="5413821" y="110335"/>
                  </a:lnTo>
                  <a:lnTo>
                    <a:pt x="5482488" y="130759"/>
                  </a:lnTo>
                  <a:lnTo>
                    <a:pt x="5545696" y="153554"/>
                  </a:lnTo>
                  <a:lnTo>
                    <a:pt x="5604225" y="179059"/>
                  </a:lnTo>
                  <a:lnTo>
                    <a:pt x="5658956" y="207641"/>
                  </a:lnTo>
                  <a:lnTo>
                    <a:pt x="5710793" y="239659"/>
                  </a:lnTo>
                  <a:lnTo>
                    <a:pt x="5760585" y="275390"/>
                  </a:lnTo>
                  <a:lnTo>
                    <a:pt x="5784835" y="294594"/>
                  </a:lnTo>
                  <a:lnTo>
                    <a:pt x="5828565" y="332130"/>
                  </a:lnTo>
                  <a:lnTo>
                    <a:pt x="5871871" y="372883"/>
                  </a:lnTo>
                  <a:lnTo>
                    <a:pt x="5915091" y="416914"/>
                  </a:lnTo>
                  <a:lnTo>
                    <a:pt x="5958475" y="464210"/>
                  </a:lnTo>
                  <a:lnTo>
                    <a:pt x="6002199" y="514674"/>
                  </a:lnTo>
                  <a:lnTo>
                    <a:pt x="6046367" y="568120"/>
                  </a:lnTo>
                  <a:lnTo>
                    <a:pt x="6091021" y="624268"/>
                  </a:lnTo>
                  <a:lnTo>
                    <a:pt x="6136147" y="682749"/>
                  </a:lnTo>
                  <a:lnTo>
                    <a:pt x="6181685" y="743107"/>
                  </a:lnTo>
                  <a:lnTo>
                    <a:pt x="6227533" y="804818"/>
                  </a:lnTo>
                  <a:lnTo>
                    <a:pt x="6273566" y="867301"/>
                  </a:lnTo>
                  <a:lnTo>
                    <a:pt x="6319637" y="929948"/>
                  </a:lnTo>
                  <a:lnTo>
                    <a:pt x="6365600" y="992139"/>
                  </a:lnTo>
                  <a:lnTo>
                    <a:pt x="6411315" y="1053278"/>
                  </a:lnTo>
                  <a:lnTo>
                    <a:pt x="6456668" y="1112808"/>
                  </a:lnTo>
                  <a:lnTo>
                    <a:pt x="6501575" y="1170234"/>
                  </a:lnTo>
                  <a:lnTo>
                    <a:pt x="6545997" y="1225142"/>
                  </a:lnTo>
                  <a:lnTo>
                    <a:pt x="6589945" y="1277203"/>
                  </a:lnTo>
                  <a:lnTo>
                    <a:pt x="6633491" y="1326182"/>
                  </a:lnTo>
                  <a:lnTo>
                    <a:pt x="6676772" y="1371937"/>
                  </a:lnTo>
                  <a:lnTo>
                    <a:pt x="6719996" y="1414411"/>
                  </a:lnTo>
                  <a:lnTo>
                    <a:pt x="6763455" y="1453627"/>
                  </a:lnTo>
                  <a:lnTo>
                    <a:pt x="6786527" y="1472970"/>
                  </a:lnTo>
                  <a:lnTo>
                    <a:pt x="6835580" y="1510596"/>
                  </a:lnTo>
                  <a:lnTo>
                    <a:pt x="6886299" y="1544437"/>
                  </a:lnTo>
                  <a:lnTo>
                    <a:pt x="6939479" y="1574687"/>
                  </a:lnTo>
                  <a:lnTo>
                    <a:pt x="6996004" y="1601677"/>
                  </a:lnTo>
                  <a:lnTo>
                    <a:pt x="7056777" y="1625775"/>
                  </a:lnTo>
                  <a:lnTo>
                    <a:pt x="7122641" y="1647340"/>
                  </a:lnTo>
                  <a:lnTo>
                    <a:pt x="7194278" y="1666686"/>
                  </a:lnTo>
                  <a:lnTo>
                    <a:pt x="7272086" y="1684064"/>
                  </a:lnTo>
                  <a:lnTo>
                    <a:pt x="7356000" y="1699662"/>
                  </a:lnTo>
                  <a:lnTo>
                    <a:pt x="7445293" y="1713592"/>
                  </a:lnTo>
                  <a:lnTo>
                    <a:pt x="7538375" y="1725902"/>
                  </a:lnTo>
                  <a:lnTo>
                    <a:pt x="7632656" y="1736587"/>
                  </a:lnTo>
                  <a:lnTo>
                    <a:pt x="7724580" y="1745608"/>
                  </a:lnTo>
                  <a:lnTo>
                    <a:pt x="7809921" y="1752935"/>
                  </a:lnTo>
                  <a:lnTo>
                    <a:pt x="7884388" y="1758576"/>
                  </a:lnTo>
                  <a:lnTo>
                    <a:pt x="7944435" y="1762620"/>
                  </a:lnTo>
                  <a:lnTo>
                    <a:pt x="7988076" y="1765250"/>
                  </a:lnTo>
                  <a:lnTo>
                    <a:pt x="8015427" y="1766731"/>
                  </a:lnTo>
                  <a:lnTo>
                    <a:pt x="8028838" y="1767388"/>
                  </a:lnTo>
                  <a:lnTo>
                    <a:pt x="8032664" y="1767558"/>
                  </a:lnTo>
                  <a:lnTo>
                    <a:pt x="8032819" y="1767564"/>
                  </a:lnTo>
                  <a:lnTo>
                    <a:pt x="8554953" y="1767564"/>
                  </a:lnTo>
                  <a:lnTo>
                    <a:pt x="8554953" y="1767564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132" name="pl1132"/>
            <p:cNvSpPr/>
            <p:nvPr/>
          </p:nvSpPr>
          <p:spPr>
            <a:xfrm>
              <a:off x="386606" y="1908383"/>
              <a:ext cx="8554953" cy="2343576"/>
            </a:xfrm>
            <a:custGeom>
              <a:avLst/>
              <a:pathLst>
                <a:path w="8554953" h="2343576">
                  <a:moveTo>
                    <a:pt x="8554953" y="1767564"/>
                  </a:moveTo>
                  <a:lnTo>
                    <a:pt x="8032819" y="1767564"/>
                  </a:lnTo>
                  <a:lnTo>
                    <a:pt x="8031599" y="1767512"/>
                  </a:lnTo>
                  <a:lnTo>
                    <a:pt x="8023615" y="1767140"/>
                  </a:lnTo>
                  <a:lnTo>
                    <a:pt x="8003629" y="1766111"/>
                  </a:lnTo>
                  <a:lnTo>
                    <a:pt x="7968252" y="1764091"/>
                  </a:lnTo>
                  <a:lnTo>
                    <a:pt x="7916246" y="1760779"/>
                  </a:lnTo>
                  <a:lnTo>
                    <a:pt x="7848593" y="1755949"/>
                  </a:lnTo>
                  <a:lnTo>
                    <a:pt x="7768153" y="1749467"/>
                  </a:lnTo>
                  <a:lnTo>
                    <a:pt x="7678956" y="1741287"/>
                  </a:lnTo>
                  <a:lnTo>
                    <a:pt x="7585352" y="1731425"/>
                  </a:lnTo>
                  <a:lnTo>
                    <a:pt x="7491286" y="1719921"/>
                  </a:lnTo>
                  <a:lnTo>
                    <a:pt x="7399847" y="1706799"/>
                  </a:lnTo>
                  <a:lnTo>
                    <a:pt x="7313115" y="1692041"/>
                  </a:lnTo>
                  <a:lnTo>
                    <a:pt x="7232224" y="1675568"/>
                  </a:lnTo>
                  <a:lnTo>
                    <a:pt x="7157541" y="1657229"/>
                  </a:lnTo>
                  <a:lnTo>
                    <a:pt x="7088874" y="1636804"/>
                  </a:lnTo>
                  <a:lnTo>
                    <a:pt x="7025666" y="1614009"/>
                  </a:lnTo>
                  <a:lnTo>
                    <a:pt x="6967137" y="1588505"/>
                  </a:lnTo>
                  <a:lnTo>
                    <a:pt x="6912406" y="1559923"/>
                  </a:lnTo>
                  <a:lnTo>
                    <a:pt x="6860569" y="1527905"/>
                  </a:lnTo>
                  <a:lnTo>
                    <a:pt x="6810777" y="1492174"/>
                  </a:lnTo>
                  <a:lnTo>
                    <a:pt x="6786527" y="1472970"/>
                  </a:lnTo>
                  <a:lnTo>
                    <a:pt x="6742797" y="1435434"/>
                  </a:lnTo>
                  <a:lnTo>
                    <a:pt x="6699491" y="1394680"/>
                  </a:lnTo>
                  <a:lnTo>
                    <a:pt x="6656271" y="1350649"/>
                  </a:lnTo>
                  <a:lnTo>
                    <a:pt x="6612886" y="1303353"/>
                  </a:lnTo>
                  <a:lnTo>
                    <a:pt x="6569163" y="1252889"/>
                  </a:lnTo>
                  <a:lnTo>
                    <a:pt x="6524995" y="1199444"/>
                  </a:lnTo>
                  <a:lnTo>
                    <a:pt x="6480341" y="1143295"/>
                  </a:lnTo>
                  <a:lnTo>
                    <a:pt x="6435215" y="1084815"/>
                  </a:lnTo>
                  <a:lnTo>
                    <a:pt x="6389677" y="1024456"/>
                  </a:lnTo>
                  <a:lnTo>
                    <a:pt x="6343828" y="962746"/>
                  </a:lnTo>
                  <a:lnTo>
                    <a:pt x="6297796" y="900262"/>
                  </a:lnTo>
                  <a:lnTo>
                    <a:pt x="6251725" y="837616"/>
                  </a:lnTo>
                  <a:lnTo>
                    <a:pt x="6205762" y="775424"/>
                  </a:lnTo>
                  <a:lnTo>
                    <a:pt x="6160047" y="714286"/>
                  </a:lnTo>
                  <a:lnTo>
                    <a:pt x="6114694" y="654756"/>
                  </a:lnTo>
                  <a:lnTo>
                    <a:pt x="6069787" y="597329"/>
                  </a:lnTo>
                  <a:lnTo>
                    <a:pt x="6025365" y="542422"/>
                  </a:lnTo>
                  <a:lnTo>
                    <a:pt x="5981417" y="490361"/>
                  </a:lnTo>
                  <a:lnTo>
                    <a:pt x="5937871" y="441381"/>
                  </a:lnTo>
                  <a:lnTo>
                    <a:pt x="5894590" y="395627"/>
                  </a:lnTo>
                  <a:lnTo>
                    <a:pt x="5851366" y="353153"/>
                  </a:lnTo>
                  <a:lnTo>
                    <a:pt x="5807907" y="313937"/>
                  </a:lnTo>
                  <a:lnTo>
                    <a:pt x="5784835" y="294594"/>
                  </a:lnTo>
                  <a:lnTo>
                    <a:pt x="5735782" y="256967"/>
                  </a:lnTo>
                  <a:lnTo>
                    <a:pt x="5685062" y="223127"/>
                  </a:lnTo>
                  <a:lnTo>
                    <a:pt x="5631883" y="192876"/>
                  </a:lnTo>
                  <a:lnTo>
                    <a:pt x="5575358" y="165887"/>
                  </a:lnTo>
                  <a:lnTo>
                    <a:pt x="5514585" y="141788"/>
                  </a:lnTo>
                  <a:lnTo>
                    <a:pt x="5448721" y="120223"/>
                  </a:lnTo>
                  <a:lnTo>
                    <a:pt x="5377084" y="100878"/>
                  </a:lnTo>
                  <a:lnTo>
                    <a:pt x="5299276" y="83499"/>
                  </a:lnTo>
                  <a:lnTo>
                    <a:pt x="5215362" y="67902"/>
                  </a:lnTo>
                  <a:lnTo>
                    <a:pt x="5126069" y="53972"/>
                  </a:lnTo>
                  <a:lnTo>
                    <a:pt x="5032986" y="41661"/>
                  </a:lnTo>
                  <a:lnTo>
                    <a:pt x="4938706" y="30977"/>
                  </a:lnTo>
                  <a:lnTo>
                    <a:pt x="4846782" y="21955"/>
                  </a:lnTo>
                  <a:lnTo>
                    <a:pt x="4761441" y="14629"/>
                  </a:lnTo>
                  <a:lnTo>
                    <a:pt x="4686974" y="8988"/>
                  </a:lnTo>
                  <a:lnTo>
                    <a:pt x="4626927" y="4943"/>
                  </a:lnTo>
                  <a:lnTo>
                    <a:pt x="4583286" y="2314"/>
                  </a:lnTo>
                  <a:lnTo>
                    <a:pt x="4555935" y="832"/>
                  </a:lnTo>
                  <a:lnTo>
                    <a:pt x="4542524" y="176"/>
                  </a:lnTo>
                  <a:lnTo>
                    <a:pt x="4538698" y="6"/>
                  </a:lnTo>
                  <a:lnTo>
                    <a:pt x="4538543" y="0"/>
                  </a:lnTo>
                  <a:lnTo>
                    <a:pt x="4016409" y="0"/>
                  </a:lnTo>
                  <a:lnTo>
                    <a:pt x="4015224" y="67"/>
                  </a:lnTo>
                  <a:lnTo>
                    <a:pt x="4007463" y="545"/>
                  </a:lnTo>
                  <a:lnTo>
                    <a:pt x="3988014" y="1869"/>
                  </a:lnTo>
                  <a:lnTo>
                    <a:pt x="3953538" y="4470"/>
                  </a:lnTo>
                  <a:lnTo>
                    <a:pt x="3902760" y="8736"/>
                  </a:lnTo>
                  <a:lnTo>
                    <a:pt x="3836542" y="14964"/>
                  </a:lnTo>
                  <a:lnTo>
                    <a:pt x="3757581" y="23333"/>
                  </a:lnTo>
                  <a:lnTo>
                    <a:pt x="3669742" y="33909"/>
                  </a:lnTo>
                  <a:lnTo>
                    <a:pt x="3577254" y="46676"/>
                  </a:lnTo>
                  <a:lnTo>
                    <a:pt x="3484005" y="61582"/>
                  </a:lnTo>
                  <a:lnTo>
                    <a:pt x="3393080" y="78591"/>
                  </a:lnTo>
                  <a:lnTo>
                    <a:pt x="3306599" y="97721"/>
                  </a:lnTo>
                  <a:lnTo>
                    <a:pt x="3225759" y="119065"/>
                  </a:lnTo>
                  <a:lnTo>
                    <a:pt x="3150995" y="142804"/>
                  </a:lnTo>
                  <a:lnTo>
                    <a:pt x="3082183" y="169210"/>
                  </a:lnTo>
                  <a:lnTo>
                    <a:pt x="3018819" y="198639"/>
                  </a:lnTo>
                  <a:lnTo>
                    <a:pt x="2960174" y="231517"/>
                  </a:lnTo>
                  <a:lnTo>
                    <a:pt x="2905399" y="268315"/>
                  </a:lnTo>
                  <a:lnTo>
                    <a:pt x="2853616" y="309504"/>
                  </a:lnTo>
                  <a:lnTo>
                    <a:pt x="2803985" y="355467"/>
                  </a:lnTo>
                  <a:lnTo>
                    <a:pt x="2770117" y="390596"/>
                  </a:lnTo>
                  <a:lnTo>
                    <a:pt x="2730175" y="435860"/>
                  </a:lnTo>
                  <a:lnTo>
                    <a:pt x="2690613" y="484670"/>
                  </a:lnTo>
                  <a:lnTo>
                    <a:pt x="2651166" y="537098"/>
                  </a:lnTo>
                  <a:lnTo>
                    <a:pt x="2611628" y="593146"/>
                  </a:lnTo>
                  <a:lnTo>
                    <a:pt x="2571851" y="652744"/>
                  </a:lnTo>
                  <a:lnTo>
                    <a:pt x="2531734" y="715740"/>
                  </a:lnTo>
                  <a:lnTo>
                    <a:pt x="2491224" y="781897"/>
                  </a:lnTo>
                  <a:lnTo>
                    <a:pt x="2450308" y="850894"/>
                  </a:lnTo>
                  <a:lnTo>
                    <a:pt x="2409009" y="922327"/>
                  </a:lnTo>
                  <a:lnTo>
                    <a:pt x="2367382" y="995716"/>
                  </a:lnTo>
                  <a:lnTo>
                    <a:pt x="2325508" y="1070520"/>
                  </a:lnTo>
                  <a:lnTo>
                    <a:pt x="2283485" y="1146151"/>
                  </a:lnTo>
                  <a:lnTo>
                    <a:pt x="2241425" y="1221994"/>
                  </a:lnTo>
                  <a:lnTo>
                    <a:pt x="2199439" y="1297423"/>
                  </a:lnTo>
                  <a:lnTo>
                    <a:pt x="2157635" y="1371831"/>
                  </a:lnTo>
                  <a:lnTo>
                    <a:pt x="2116107" y="1444643"/>
                  </a:lnTo>
                  <a:lnTo>
                    <a:pt x="2074927" y="1515335"/>
                  </a:lnTo>
                  <a:lnTo>
                    <a:pt x="2034141" y="1583452"/>
                  </a:lnTo>
                  <a:lnTo>
                    <a:pt x="1993762" y="1648616"/>
                  </a:lnTo>
                  <a:lnTo>
                    <a:pt x="1953764" y="1710532"/>
                  </a:lnTo>
                  <a:lnTo>
                    <a:pt x="1914077" y="1768992"/>
                  </a:lnTo>
                  <a:lnTo>
                    <a:pt x="1874588" y="1823870"/>
                  </a:lnTo>
                  <a:lnTo>
                    <a:pt x="1835129" y="1875121"/>
                  </a:lnTo>
                  <a:lnTo>
                    <a:pt x="1795476" y="1922771"/>
                  </a:lnTo>
                  <a:lnTo>
                    <a:pt x="1768425" y="1952980"/>
                  </a:lnTo>
                  <a:lnTo>
                    <a:pt x="1719859" y="2002404"/>
                  </a:lnTo>
                  <a:lnTo>
                    <a:pt x="1669666" y="2046905"/>
                  </a:lnTo>
                  <a:lnTo>
                    <a:pt x="1617077" y="2086731"/>
                  </a:lnTo>
                  <a:lnTo>
                    <a:pt x="1561234" y="2122304"/>
                  </a:lnTo>
                  <a:lnTo>
                    <a:pt x="1501260" y="2154100"/>
                  </a:lnTo>
                  <a:lnTo>
                    <a:pt x="1436331" y="2182580"/>
                  </a:lnTo>
                  <a:lnTo>
                    <a:pt x="1365774" y="2208153"/>
                  </a:lnTo>
                  <a:lnTo>
                    <a:pt x="1289180" y="2231149"/>
                  </a:lnTo>
                  <a:lnTo>
                    <a:pt x="1206573" y="2251815"/>
                  </a:lnTo>
                  <a:lnTo>
                    <a:pt x="1118595" y="2270303"/>
                  </a:lnTo>
                  <a:lnTo>
                    <a:pt x="1026706" y="2286684"/>
                  </a:lnTo>
                  <a:lnTo>
                    <a:pt x="933318" y="2300953"/>
                  </a:lnTo>
                  <a:lnTo>
                    <a:pt x="841790" y="2313068"/>
                  </a:lnTo>
                  <a:lnTo>
                    <a:pt x="756169" y="2322981"/>
                  </a:lnTo>
                  <a:lnTo>
                    <a:pt x="680660" y="2330697"/>
                  </a:lnTo>
                  <a:lnTo>
                    <a:pt x="618861" y="2336313"/>
                  </a:lnTo>
                  <a:lnTo>
                    <a:pt x="572974" y="2340043"/>
                  </a:lnTo>
                  <a:lnTo>
                    <a:pt x="543235" y="2342218"/>
                  </a:lnTo>
                  <a:lnTo>
                    <a:pt x="527727" y="2343242"/>
                  </a:lnTo>
                  <a:lnTo>
                    <a:pt x="522547" y="2343553"/>
                  </a:lnTo>
                  <a:lnTo>
                    <a:pt x="522133" y="2343576"/>
                  </a:lnTo>
                  <a:lnTo>
                    <a:pt x="0" y="2343576"/>
                  </a:lnTo>
                  <a:lnTo>
                    <a:pt x="0" y="2343576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133" name="pg1133"/>
            <p:cNvSpPr/>
            <p:nvPr/>
          </p:nvSpPr>
          <p:spPr>
            <a:xfrm>
              <a:off x="386606" y="2004385"/>
              <a:ext cx="8554953" cy="2953470"/>
            </a:xfrm>
            <a:custGeom>
              <a:avLst/>
              <a:pathLst>
                <a:path w="8554953" h="2953470">
                  <a:moveTo>
                    <a:pt x="0" y="2258868"/>
                  </a:moveTo>
                  <a:lnTo>
                    <a:pt x="522133" y="2258868"/>
                  </a:lnTo>
                  <a:lnTo>
                    <a:pt x="523324" y="2258803"/>
                  </a:lnTo>
                  <a:lnTo>
                    <a:pt x="531123" y="2258341"/>
                  </a:lnTo>
                  <a:lnTo>
                    <a:pt x="550664" y="2257061"/>
                  </a:lnTo>
                  <a:lnTo>
                    <a:pt x="585294" y="2254548"/>
                  </a:lnTo>
                  <a:lnTo>
                    <a:pt x="636282" y="2250426"/>
                  </a:lnTo>
                  <a:lnTo>
                    <a:pt x="702746" y="2244409"/>
                  </a:lnTo>
                  <a:lnTo>
                    <a:pt x="781962" y="2236326"/>
                  </a:lnTo>
                  <a:lnTo>
                    <a:pt x="870035" y="2226113"/>
                  </a:lnTo>
                  <a:lnTo>
                    <a:pt x="962716" y="2213788"/>
                  </a:lnTo>
                  <a:lnTo>
                    <a:pt x="1056108" y="2199399"/>
                  </a:lnTo>
                  <a:lnTo>
                    <a:pt x="1147124" y="2182981"/>
                  </a:lnTo>
                  <a:lnTo>
                    <a:pt x="1233649" y="2164517"/>
                  </a:lnTo>
                  <a:lnTo>
                    <a:pt x="1314500" y="2143914"/>
                  </a:lnTo>
                  <a:lnTo>
                    <a:pt x="1389250" y="2120996"/>
                  </a:lnTo>
                  <a:lnTo>
                    <a:pt x="1458038" y="2095498"/>
                  </a:lnTo>
                  <a:lnTo>
                    <a:pt x="1521375" y="2067074"/>
                  </a:lnTo>
                  <a:lnTo>
                    <a:pt x="1580000" y="2035310"/>
                  </a:lnTo>
                  <a:lnTo>
                    <a:pt x="1634766" y="1999751"/>
                  </a:lnTo>
                  <a:lnTo>
                    <a:pt x="1686557" y="1959944"/>
                  </a:lnTo>
                  <a:lnTo>
                    <a:pt x="1736214" y="1915521"/>
                  </a:lnTo>
                  <a:lnTo>
                    <a:pt x="1768425" y="1883331"/>
                  </a:lnTo>
                  <a:lnTo>
                    <a:pt x="1808918" y="1839185"/>
                  </a:lnTo>
                  <a:lnTo>
                    <a:pt x="1849023" y="1791532"/>
                  </a:lnTo>
                  <a:lnTo>
                    <a:pt x="1889018" y="1740305"/>
                  </a:lnTo>
                  <a:lnTo>
                    <a:pt x="1929113" y="1685500"/>
                  </a:lnTo>
                  <a:lnTo>
                    <a:pt x="1969461" y="1627194"/>
                  </a:lnTo>
                  <a:lnTo>
                    <a:pt x="2010163" y="1565543"/>
                  </a:lnTo>
                  <a:lnTo>
                    <a:pt x="2051272" y="1500791"/>
                  </a:lnTo>
                  <a:lnTo>
                    <a:pt x="2092797" y="1433268"/>
                  </a:lnTo>
                  <a:lnTo>
                    <a:pt x="2134712" y="1363387"/>
                  </a:lnTo>
                  <a:lnTo>
                    <a:pt x="2176954" y="1291637"/>
                  </a:lnTo>
                  <a:lnTo>
                    <a:pt x="2219437" y="1218566"/>
                  </a:lnTo>
                  <a:lnTo>
                    <a:pt x="2262056" y="1144770"/>
                  </a:lnTo>
                  <a:lnTo>
                    <a:pt x="2304694" y="1070868"/>
                  </a:lnTo>
                  <a:lnTo>
                    <a:pt x="2347235" y="997483"/>
                  </a:lnTo>
                  <a:lnTo>
                    <a:pt x="2389570" y="925222"/>
                  </a:lnTo>
                  <a:lnTo>
                    <a:pt x="2431603" y="854651"/>
                  </a:lnTo>
                  <a:lnTo>
                    <a:pt x="2473266" y="786280"/>
                  </a:lnTo>
                  <a:lnTo>
                    <a:pt x="2514516" y="720549"/>
                  </a:lnTo>
                  <a:lnTo>
                    <a:pt x="2555352" y="657817"/>
                  </a:lnTo>
                  <a:lnTo>
                    <a:pt x="2595811" y="598357"/>
                  </a:lnTo>
                  <a:lnTo>
                    <a:pt x="2635977" y="542356"/>
                  </a:lnTo>
                  <a:lnTo>
                    <a:pt x="2675985" y="489914"/>
                  </a:lnTo>
                  <a:lnTo>
                    <a:pt x="2716026" y="441057"/>
                  </a:lnTo>
                  <a:lnTo>
                    <a:pt x="2756352" y="395736"/>
                  </a:lnTo>
                  <a:lnTo>
                    <a:pt x="2770117" y="381184"/>
                  </a:lnTo>
                  <a:lnTo>
                    <a:pt x="2818767" y="333588"/>
                  </a:lnTo>
                  <a:lnTo>
                    <a:pt x="2869050" y="290742"/>
                  </a:lnTo>
                  <a:lnTo>
                    <a:pt x="2921741" y="252405"/>
                  </a:lnTo>
                  <a:lnTo>
                    <a:pt x="2977700" y="218168"/>
                  </a:lnTo>
                  <a:lnTo>
                    <a:pt x="3037812" y="187572"/>
                  </a:lnTo>
                  <a:lnTo>
                    <a:pt x="3102900" y="160171"/>
                  </a:lnTo>
                  <a:lnTo>
                    <a:pt x="3173643" y="135571"/>
                  </a:lnTo>
                  <a:lnTo>
                    <a:pt x="3250444" y="113454"/>
                  </a:lnTo>
                  <a:lnTo>
                    <a:pt x="3333276" y="93583"/>
                  </a:lnTo>
                  <a:lnTo>
                    <a:pt x="3421481" y="75810"/>
                  </a:lnTo>
                  <a:lnTo>
                    <a:pt x="3513576" y="60070"/>
                  </a:lnTo>
                  <a:lnTo>
                    <a:pt x="3607120" y="46367"/>
                  </a:lnTo>
                  <a:lnTo>
                    <a:pt x="3698722" y="34745"/>
                  </a:lnTo>
                  <a:lnTo>
                    <a:pt x="3784302" y="25246"/>
                  </a:lnTo>
                  <a:lnTo>
                    <a:pt x="3859639" y="17867"/>
                  </a:lnTo>
                  <a:lnTo>
                    <a:pt x="3921144" y="12509"/>
                  </a:lnTo>
                  <a:lnTo>
                    <a:pt x="3966649" y="8963"/>
                  </a:lnTo>
                  <a:lnTo>
                    <a:pt x="3995976" y="6908"/>
                  </a:lnTo>
                  <a:lnTo>
                    <a:pt x="4011118" y="5949"/>
                  </a:lnTo>
                  <a:lnTo>
                    <a:pt x="4016052" y="5666"/>
                  </a:lnTo>
                  <a:lnTo>
                    <a:pt x="4016409" y="5647"/>
                  </a:lnTo>
                  <a:lnTo>
                    <a:pt x="4538543" y="5647"/>
                  </a:lnTo>
                  <a:lnTo>
                    <a:pt x="4539685" y="5728"/>
                  </a:lnTo>
                  <a:lnTo>
                    <a:pt x="4547168" y="6307"/>
                  </a:lnTo>
                  <a:lnTo>
                    <a:pt x="4565944" y="7909"/>
                  </a:lnTo>
                  <a:lnTo>
                    <a:pt x="4599286" y="11058"/>
                  </a:lnTo>
                  <a:lnTo>
                    <a:pt x="4648516" y="16227"/>
                  </a:lnTo>
                  <a:lnTo>
                    <a:pt x="4712912" y="23784"/>
                  </a:lnTo>
                  <a:lnTo>
                    <a:pt x="4789984" y="33956"/>
                  </a:lnTo>
                  <a:lnTo>
                    <a:pt x="4876070" y="46832"/>
                  </a:lnTo>
                  <a:lnTo>
                    <a:pt x="4967097" y="62398"/>
                  </a:lnTo>
                  <a:lnTo>
                    <a:pt x="5059263" y="80596"/>
                  </a:lnTo>
                  <a:lnTo>
                    <a:pt x="5149489" y="101377"/>
                  </a:lnTo>
                  <a:lnTo>
                    <a:pt x="5235611" y="124749"/>
                  </a:lnTo>
                  <a:lnTo>
                    <a:pt x="5316355" y="150812"/>
                  </a:lnTo>
                  <a:lnTo>
                    <a:pt x="5391201" y="179768"/>
                  </a:lnTo>
                  <a:lnTo>
                    <a:pt x="5460192" y="211927"/>
                  </a:lnTo>
                  <a:lnTo>
                    <a:pt x="5523755" y="247703"/>
                  </a:lnTo>
                  <a:lnTo>
                    <a:pt x="5582563" y="287597"/>
                  </a:lnTo>
                  <a:lnTo>
                    <a:pt x="5637415" y="332174"/>
                  </a:lnTo>
                  <a:lnTo>
                    <a:pt x="5689157" y="382008"/>
                  </a:lnTo>
                  <a:lnTo>
                    <a:pt x="5738612" y="437601"/>
                  </a:lnTo>
                  <a:lnTo>
                    <a:pt x="5784835" y="496951"/>
                  </a:lnTo>
                  <a:lnTo>
                    <a:pt x="5821492" y="549008"/>
                  </a:lnTo>
                  <a:lnTo>
                    <a:pt x="5857808" y="604810"/>
                  </a:lnTo>
                  <a:lnTo>
                    <a:pt x="5893995" y="664433"/>
                  </a:lnTo>
                  <a:lnTo>
                    <a:pt x="5930220" y="727895"/>
                  </a:lnTo>
                  <a:lnTo>
                    <a:pt x="5966611" y="795149"/>
                  </a:lnTo>
                  <a:lnTo>
                    <a:pt x="6003259" y="866078"/>
                  </a:lnTo>
                  <a:lnTo>
                    <a:pt x="6040219" y="940489"/>
                  </a:lnTo>
                  <a:lnTo>
                    <a:pt x="6077520" y="1018115"/>
                  </a:lnTo>
                  <a:lnTo>
                    <a:pt x="6115160" y="1098613"/>
                  </a:lnTo>
                  <a:lnTo>
                    <a:pt x="6153112" y="1181566"/>
                  </a:lnTo>
                  <a:lnTo>
                    <a:pt x="6191330" y="1266496"/>
                  </a:lnTo>
                  <a:lnTo>
                    <a:pt x="6229750" y="1352870"/>
                  </a:lnTo>
                  <a:lnTo>
                    <a:pt x="6268293" y="1440115"/>
                  </a:lnTo>
                  <a:lnTo>
                    <a:pt x="6306876" y="1527633"/>
                  </a:lnTo>
                  <a:lnTo>
                    <a:pt x="6345411" y="1614819"/>
                  </a:lnTo>
                  <a:lnTo>
                    <a:pt x="6383813" y="1701075"/>
                  </a:lnTo>
                  <a:lnTo>
                    <a:pt x="6422008" y="1785833"/>
                  </a:lnTo>
                  <a:lnTo>
                    <a:pt x="6459931" y="1868564"/>
                  </a:lnTo>
                  <a:lnTo>
                    <a:pt x="6497538" y="1948796"/>
                  </a:lnTo>
                  <a:lnTo>
                    <a:pt x="6534805" y="2026119"/>
                  </a:lnTo>
                  <a:lnTo>
                    <a:pt x="6571733" y="2100197"/>
                  </a:lnTo>
                  <a:lnTo>
                    <a:pt x="6608352" y="2170771"/>
                  </a:lnTo>
                  <a:lnTo>
                    <a:pt x="6644722" y="2237654"/>
                  </a:lnTo>
                  <a:lnTo>
                    <a:pt x="6680938" y="2300738"/>
                  </a:lnTo>
                  <a:lnTo>
                    <a:pt x="6717129" y="2359982"/>
                  </a:lnTo>
                  <a:lnTo>
                    <a:pt x="6753469" y="2415411"/>
                  </a:lnTo>
                  <a:lnTo>
                    <a:pt x="6786527" y="2462166"/>
                  </a:lnTo>
                  <a:lnTo>
                    <a:pt x="6834472" y="2523588"/>
                  </a:lnTo>
                  <a:lnTo>
                    <a:pt x="6883995" y="2578971"/>
                  </a:lnTo>
                  <a:lnTo>
                    <a:pt x="6935832" y="2628609"/>
                  </a:lnTo>
                  <a:lnTo>
                    <a:pt x="6990810" y="2673010"/>
                  </a:lnTo>
                  <a:lnTo>
                    <a:pt x="7049773" y="2712749"/>
                  </a:lnTo>
                  <a:lnTo>
                    <a:pt x="7113519" y="2748388"/>
                  </a:lnTo>
                  <a:lnTo>
                    <a:pt x="7182711" y="2780428"/>
                  </a:lnTo>
                  <a:lnTo>
                    <a:pt x="7257768" y="2809276"/>
                  </a:lnTo>
                  <a:lnTo>
                    <a:pt x="7338716" y="2835241"/>
                  </a:lnTo>
                  <a:lnTo>
                    <a:pt x="7425010" y="2858520"/>
                  </a:lnTo>
                  <a:lnTo>
                    <a:pt x="7515347" y="2879210"/>
                  </a:lnTo>
                  <a:lnTo>
                    <a:pt x="7607530" y="2897315"/>
                  </a:lnTo>
                  <a:lnTo>
                    <a:pt x="7698451" y="2912788"/>
                  </a:lnTo>
                  <a:lnTo>
                    <a:pt x="7784287" y="2925567"/>
                  </a:lnTo>
                  <a:lnTo>
                    <a:pt x="7860968" y="2935644"/>
                  </a:lnTo>
                  <a:lnTo>
                    <a:pt x="7924860" y="2943111"/>
                  </a:lnTo>
                  <a:lnTo>
                    <a:pt x="7973527" y="2948202"/>
                  </a:lnTo>
                  <a:lnTo>
                    <a:pt x="8006318" y="2951288"/>
                  </a:lnTo>
                  <a:lnTo>
                    <a:pt x="8024627" y="2952844"/>
                  </a:lnTo>
                  <a:lnTo>
                    <a:pt x="8031792" y="2953397"/>
                  </a:lnTo>
                  <a:lnTo>
                    <a:pt x="8032819" y="2953470"/>
                  </a:lnTo>
                  <a:lnTo>
                    <a:pt x="8554953" y="2953470"/>
                  </a:lnTo>
                  <a:lnTo>
                    <a:pt x="8554953" y="2947823"/>
                  </a:lnTo>
                  <a:lnTo>
                    <a:pt x="8032819" y="2947823"/>
                  </a:lnTo>
                  <a:lnTo>
                    <a:pt x="8031677" y="2947742"/>
                  </a:lnTo>
                  <a:lnTo>
                    <a:pt x="8024194" y="2947162"/>
                  </a:lnTo>
                  <a:lnTo>
                    <a:pt x="8005418" y="2945560"/>
                  </a:lnTo>
                  <a:lnTo>
                    <a:pt x="7972076" y="2942411"/>
                  </a:lnTo>
                  <a:lnTo>
                    <a:pt x="7922846" y="2937242"/>
                  </a:lnTo>
                  <a:lnTo>
                    <a:pt x="7858450" y="2929685"/>
                  </a:lnTo>
                  <a:lnTo>
                    <a:pt x="7781378" y="2919514"/>
                  </a:lnTo>
                  <a:lnTo>
                    <a:pt x="7695292" y="2906638"/>
                  </a:lnTo>
                  <a:lnTo>
                    <a:pt x="7604265" y="2891071"/>
                  </a:lnTo>
                  <a:lnTo>
                    <a:pt x="7512099" y="2872873"/>
                  </a:lnTo>
                  <a:lnTo>
                    <a:pt x="7421873" y="2852093"/>
                  </a:lnTo>
                  <a:lnTo>
                    <a:pt x="7335751" y="2828720"/>
                  </a:lnTo>
                  <a:lnTo>
                    <a:pt x="7255007" y="2802658"/>
                  </a:lnTo>
                  <a:lnTo>
                    <a:pt x="7180161" y="2773702"/>
                  </a:lnTo>
                  <a:lnTo>
                    <a:pt x="7111170" y="2741543"/>
                  </a:lnTo>
                  <a:lnTo>
                    <a:pt x="7047606" y="2705767"/>
                  </a:lnTo>
                  <a:lnTo>
                    <a:pt x="6988798" y="2665872"/>
                  </a:lnTo>
                  <a:lnTo>
                    <a:pt x="6933946" y="2621296"/>
                  </a:lnTo>
                  <a:lnTo>
                    <a:pt x="6882205" y="2571462"/>
                  </a:lnTo>
                  <a:lnTo>
                    <a:pt x="6832750" y="2515869"/>
                  </a:lnTo>
                  <a:lnTo>
                    <a:pt x="6786527" y="2456519"/>
                  </a:lnTo>
                  <a:lnTo>
                    <a:pt x="6749870" y="2404461"/>
                  </a:lnTo>
                  <a:lnTo>
                    <a:pt x="6713554" y="2348659"/>
                  </a:lnTo>
                  <a:lnTo>
                    <a:pt x="6677367" y="2289036"/>
                  </a:lnTo>
                  <a:lnTo>
                    <a:pt x="6641142" y="2225574"/>
                  </a:lnTo>
                  <a:lnTo>
                    <a:pt x="6604751" y="2158320"/>
                  </a:lnTo>
                  <a:lnTo>
                    <a:pt x="6568103" y="2087392"/>
                  </a:lnTo>
                  <a:lnTo>
                    <a:pt x="6531143" y="2012980"/>
                  </a:lnTo>
                  <a:lnTo>
                    <a:pt x="6493842" y="1935354"/>
                  </a:lnTo>
                  <a:lnTo>
                    <a:pt x="6456202" y="1854857"/>
                  </a:lnTo>
                  <a:lnTo>
                    <a:pt x="6418250" y="1771904"/>
                  </a:lnTo>
                  <a:lnTo>
                    <a:pt x="6380032" y="1686974"/>
                  </a:lnTo>
                  <a:lnTo>
                    <a:pt x="6341612" y="1600599"/>
                  </a:lnTo>
                  <a:lnTo>
                    <a:pt x="6303069" y="1513354"/>
                  </a:lnTo>
                  <a:lnTo>
                    <a:pt x="6264486" y="1425836"/>
                  </a:lnTo>
                  <a:lnTo>
                    <a:pt x="6225951" y="1338651"/>
                  </a:lnTo>
                  <a:lnTo>
                    <a:pt x="6187549" y="1252394"/>
                  </a:lnTo>
                  <a:lnTo>
                    <a:pt x="6149354" y="1167636"/>
                  </a:lnTo>
                  <a:lnTo>
                    <a:pt x="6111431" y="1084905"/>
                  </a:lnTo>
                  <a:lnTo>
                    <a:pt x="6073824" y="1004674"/>
                  </a:lnTo>
                  <a:lnTo>
                    <a:pt x="6036557" y="927351"/>
                  </a:lnTo>
                  <a:lnTo>
                    <a:pt x="5999629" y="853272"/>
                  </a:lnTo>
                  <a:lnTo>
                    <a:pt x="5963010" y="782699"/>
                  </a:lnTo>
                  <a:lnTo>
                    <a:pt x="5926640" y="715815"/>
                  </a:lnTo>
                  <a:lnTo>
                    <a:pt x="5890424" y="652731"/>
                  </a:lnTo>
                  <a:lnTo>
                    <a:pt x="5854232" y="593487"/>
                  </a:lnTo>
                  <a:lnTo>
                    <a:pt x="5817893" y="538059"/>
                  </a:lnTo>
                  <a:lnTo>
                    <a:pt x="5784835" y="491303"/>
                  </a:lnTo>
                  <a:lnTo>
                    <a:pt x="5736890" y="429881"/>
                  </a:lnTo>
                  <a:lnTo>
                    <a:pt x="5687367" y="374499"/>
                  </a:lnTo>
                  <a:lnTo>
                    <a:pt x="5635530" y="324861"/>
                  </a:lnTo>
                  <a:lnTo>
                    <a:pt x="5580552" y="280460"/>
                  </a:lnTo>
                  <a:lnTo>
                    <a:pt x="5521589" y="240721"/>
                  </a:lnTo>
                  <a:lnTo>
                    <a:pt x="5457843" y="205081"/>
                  </a:lnTo>
                  <a:lnTo>
                    <a:pt x="5388651" y="173042"/>
                  </a:lnTo>
                  <a:lnTo>
                    <a:pt x="5313594" y="144193"/>
                  </a:lnTo>
                  <a:lnTo>
                    <a:pt x="5232646" y="118229"/>
                  </a:lnTo>
                  <a:lnTo>
                    <a:pt x="5146352" y="94949"/>
                  </a:lnTo>
                  <a:lnTo>
                    <a:pt x="5056015" y="74260"/>
                  </a:lnTo>
                  <a:lnTo>
                    <a:pt x="4963831" y="56154"/>
                  </a:lnTo>
                  <a:lnTo>
                    <a:pt x="4872911" y="40682"/>
                  </a:lnTo>
                  <a:lnTo>
                    <a:pt x="4787075" y="27902"/>
                  </a:lnTo>
                  <a:lnTo>
                    <a:pt x="4710394" y="17826"/>
                  </a:lnTo>
                  <a:lnTo>
                    <a:pt x="4646502" y="10358"/>
                  </a:lnTo>
                  <a:lnTo>
                    <a:pt x="4597835" y="5267"/>
                  </a:lnTo>
                  <a:lnTo>
                    <a:pt x="4565044" y="2182"/>
                  </a:lnTo>
                  <a:lnTo>
                    <a:pt x="4546735" y="625"/>
                  </a:lnTo>
                  <a:lnTo>
                    <a:pt x="4539570" y="72"/>
                  </a:lnTo>
                  <a:lnTo>
                    <a:pt x="4538543" y="0"/>
                  </a:lnTo>
                  <a:lnTo>
                    <a:pt x="4016409" y="0"/>
                  </a:lnTo>
                  <a:lnTo>
                    <a:pt x="4015218" y="64"/>
                  </a:lnTo>
                  <a:lnTo>
                    <a:pt x="4007419" y="527"/>
                  </a:lnTo>
                  <a:lnTo>
                    <a:pt x="3987878" y="1806"/>
                  </a:lnTo>
                  <a:lnTo>
                    <a:pt x="3953249" y="4320"/>
                  </a:lnTo>
                  <a:lnTo>
                    <a:pt x="3902260" y="8442"/>
                  </a:lnTo>
                  <a:lnTo>
                    <a:pt x="3835796" y="14458"/>
                  </a:lnTo>
                  <a:lnTo>
                    <a:pt x="3756580" y="22542"/>
                  </a:lnTo>
                  <a:lnTo>
                    <a:pt x="3668507" y="32755"/>
                  </a:lnTo>
                  <a:lnTo>
                    <a:pt x="3575826" y="45080"/>
                  </a:lnTo>
                  <a:lnTo>
                    <a:pt x="3482434" y="59468"/>
                  </a:lnTo>
                  <a:lnTo>
                    <a:pt x="3391418" y="75886"/>
                  </a:lnTo>
                  <a:lnTo>
                    <a:pt x="3304893" y="94350"/>
                  </a:lnTo>
                  <a:lnTo>
                    <a:pt x="3224042" y="114953"/>
                  </a:lnTo>
                  <a:lnTo>
                    <a:pt x="3149292" y="137871"/>
                  </a:lnTo>
                  <a:lnTo>
                    <a:pt x="3080504" y="163369"/>
                  </a:lnTo>
                  <a:lnTo>
                    <a:pt x="3017167" y="191793"/>
                  </a:lnTo>
                  <a:lnTo>
                    <a:pt x="2958543" y="223557"/>
                  </a:lnTo>
                  <a:lnTo>
                    <a:pt x="2903776" y="259116"/>
                  </a:lnTo>
                  <a:lnTo>
                    <a:pt x="2851985" y="298924"/>
                  </a:lnTo>
                  <a:lnTo>
                    <a:pt x="2802328" y="343346"/>
                  </a:lnTo>
                  <a:lnTo>
                    <a:pt x="2770117" y="375536"/>
                  </a:lnTo>
                  <a:lnTo>
                    <a:pt x="2729624" y="419683"/>
                  </a:lnTo>
                  <a:lnTo>
                    <a:pt x="2689519" y="467335"/>
                  </a:lnTo>
                  <a:lnTo>
                    <a:pt x="2649524" y="518563"/>
                  </a:lnTo>
                  <a:lnTo>
                    <a:pt x="2609429" y="573367"/>
                  </a:lnTo>
                  <a:lnTo>
                    <a:pt x="2569081" y="631673"/>
                  </a:lnTo>
                  <a:lnTo>
                    <a:pt x="2528379" y="693324"/>
                  </a:lnTo>
                  <a:lnTo>
                    <a:pt x="2487271" y="758077"/>
                  </a:lnTo>
                  <a:lnTo>
                    <a:pt x="2445745" y="825600"/>
                  </a:lnTo>
                  <a:lnTo>
                    <a:pt x="2403830" y="895480"/>
                  </a:lnTo>
                  <a:lnTo>
                    <a:pt x="2361588" y="967230"/>
                  </a:lnTo>
                  <a:lnTo>
                    <a:pt x="2319105" y="1040301"/>
                  </a:lnTo>
                  <a:lnTo>
                    <a:pt x="2276487" y="1114097"/>
                  </a:lnTo>
                  <a:lnTo>
                    <a:pt x="2233848" y="1188000"/>
                  </a:lnTo>
                  <a:lnTo>
                    <a:pt x="2191307" y="1261384"/>
                  </a:lnTo>
                  <a:lnTo>
                    <a:pt x="2148972" y="1333645"/>
                  </a:lnTo>
                  <a:lnTo>
                    <a:pt x="2106939" y="1404216"/>
                  </a:lnTo>
                  <a:lnTo>
                    <a:pt x="2065277" y="1472587"/>
                  </a:lnTo>
                  <a:lnTo>
                    <a:pt x="2024026" y="1538318"/>
                  </a:lnTo>
                  <a:lnTo>
                    <a:pt x="1983190" y="1601050"/>
                  </a:lnTo>
                  <a:lnTo>
                    <a:pt x="1942731" y="1660510"/>
                  </a:lnTo>
                  <a:lnTo>
                    <a:pt x="1902565" y="1716512"/>
                  </a:lnTo>
                  <a:lnTo>
                    <a:pt x="1862557" y="1768953"/>
                  </a:lnTo>
                  <a:lnTo>
                    <a:pt x="1822516" y="1817811"/>
                  </a:lnTo>
                  <a:lnTo>
                    <a:pt x="1782190" y="1863132"/>
                  </a:lnTo>
                  <a:lnTo>
                    <a:pt x="1768425" y="1877684"/>
                  </a:lnTo>
                  <a:lnTo>
                    <a:pt x="1719775" y="1925279"/>
                  </a:lnTo>
                  <a:lnTo>
                    <a:pt x="1669492" y="1968125"/>
                  </a:lnTo>
                  <a:lnTo>
                    <a:pt x="1616802" y="2006463"/>
                  </a:lnTo>
                  <a:lnTo>
                    <a:pt x="1560842" y="2040699"/>
                  </a:lnTo>
                  <a:lnTo>
                    <a:pt x="1500730" y="2071295"/>
                  </a:lnTo>
                  <a:lnTo>
                    <a:pt x="1435642" y="2098696"/>
                  </a:lnTo>
                  <a:lnTo>
                    <a:pt x="1364899" y="2123296"/>
                  </a:lnTo>
                  <a:lnTo>
                    <a:pt x="1288098" y="2145414"/>
                  </a:lnTo>
                  <a:lnTo>
                    <a:pt x="1205266" y="2165285"/>
                  </a:lnTo>
                  <a:lnTo>
                    <a:pt x="1117062" y="2183058"/>
                  </a:lnTo>
                  <a:lnTo>
                    <a:pt x="1024966" y="2198797"/>
                  </a:lnTo>
                  <a:lnTo>
                    <a:pt x="931422" y="2212500"/>
                  </a:lnTo>
                  <a:lnTo>
                    <a:pt x="839820" y="2224123"/>
                  </a:lnTo>
                  <a:lnTo>
                    <a:pt x="754241" y="2233621"/>
                  </a:lnTo>
                  <a:lnTo>
                    <a:pt x="678903" y="2241001"/>
                  </a:lnTo>
                  <a:lnTo>
                    <a:pt x="617398" y="2246358"/>
                  </a:lnTo>
                  <a:lnTo>
                    <a:pt x="571893" y="2249904"/>
                  </a:lnTo>
                  <a:lnTo>
                    <a:pt x="542566" y="2251960"/>
                  </a:lnTo>
                  <a:lnTo>
                    <a:pt x="527425" y="2252918"/>
                  </a:lnTo>
                  <a:lnTo>
                    <a:pt x="522490" y="2253202"/>
                  </a:lnTo>
                  <a:lnTo>
                    <a:pt x="522133" y="2253221"/>
                  </a:lnTo>
                  <a:lnTo>
                    <a:pt x="0" y="2253221"/>
                  </a:lnTo>
                  <a:close/>
                </a:path>
              </a:pathLst>
            </a:custGeom>
            <a:solidFill>
              <a:srgbClr val="67C1B3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1134" name="pl1134"/>
            <p:cNvSpPr/>
            <p:nvPr/>
          </p:nvSpPr>
          <p:spPr>
            <a:xfrm>
              <a:off x="386606" y="2010032"/>
              <a:ext cx="8554953" cy="2947823"/>
            </a:xfrm>
            <a:custGeom>
              <a:avLst/>
              <a:pathLst>
                <a:path w="8554953" h="2947823">
                  <a:moveTo>
                    <a:pt x="0" y="2253221"/>
                  </a:moveTo>
                  <a:lnTo>
                    <a:pt x="522133" y="2253221"/>
                  </a:lnTo>
                  <a:lnTo>
                    <a:pt x="523324" y="2253156"/>
                  </a:lnTo>
                  <a:lnTo>
                    <a:pt x="531123" y="2252693"/>
                  </a:lnTo>
                  <a:lnTo>
                    <a:pt x="550664" y="2251414"/>
                  </a:lnTo>
                  <a:lnTo>
                    <a:pt x="585294" y="2248901"/>
                  </a:lnTo>
                  <a:lnTo>
                    <a:pt x="636282" y="2244779"/>
                  </a:lnTo>
                  <a:lnTo>
                    <a:pt x="702746" y="2238762"/>
                  </a:lnTo>
                  <a:lnTo>
                    <a:pt x="781962" y="2230678"/>
                  </a:lnTo>
                  <a:lnTo>
                    <a:pt x="870035" y="2220466"/>
                  </a:lnTo>
                  <a:lnTo>
                    <a:pt x="962716" y="2208141"/>
                  </a:lnTo>
                  <a:lnTo>
                    <a:pt x="1056108" y="2193752"/>
                  </a:lnTo>
                  <a:lnTo>
                    <a:pt x="1147124" y="2177334"/>
                  </a:lnTo>
                  <a:lnTo>
                    <a:pt x="1233649" y="2158870"/>
                  </a:lnTo>
                  <a:lnTo>
                    <a:pt x="1314500" y="2138267"/>
                  </a:lnTo>
                  <a:lnTo>
                    <a:pt x="1389250" y="2115349"/>
                  </a:lnTo>
                  <a:lnTo>
                    <a:pt x="1458038" y="2089851"/>
                  </a:lnTo>
                  <a:lnTo>
                    <a:pt x="1521375" y="2061427"/>
                  </a:lnTo>
                  <a:lnTo>
                    <a:pt x="1580000" y="2029663"/>
                  </a:lnTo>
                  <a:lnTo>
                    <a:pt x="1634766" y="1994104"/>
                  </a:lnTo>
                  <a:lnTo>
                    <a:pt x="1686557" y="1954297"/>
                  </a:lnTo>
                  <a:lnTo>
                    <a:pt x="1736214" y="1909874"/>
                  </a:lnTo>
                  <a:lnTo>
                    <a:pt x="1768425" y="1877684"/>
                  </a:lnTo>
                  <a:lnTo>
                    <a:pt x="1808918" y="1833537"/>
                  </a:lnTo>
                  <a:lnTo>
                    <a:pt x="1849023" y="1785885"/>
                  </a:lnTo>
                  <a:lnTo>
                    <a:pt x="1889018" y="1734658"/>
                  </a:lnTo>
                  <a:lnTo>
                    <a:pt x="1929113" y="1679853"/>
                  </a:lnTo>
                  <a:lnTo>
                    <a:pt x="1969461" y="1621547"/>
                  </a:lnTo>
                  <a:lnTo>
                    <a:pt x="2010163" y="1559896"/>
                  </a:lnTo>
                  <a:lnTo>
                    <a:pt x="2051272" y="1495144"/>
                  </a:lnTo>
                  <a:lnTo>
                    <a:pt x="2092797" y="1427621"/>
                  </a:lnTo>
                  <a:lnTo>
                    <a:pt x="2134712" y="1357740"/>
                  </a:lnTo>
                  <a:lnTo>
                    <a:pt x="2176954" y="1285990"/>
                  </a:lnTo>
                  <a:lnTo>
                    <a:pt x="2219437" y="1212919"/>
                  </a:lnTo>
                  <a:lnTo>
                    <a:pt x="2262056" y="1139123"/>
                  </a:lnTo>
                  <a:lnTo>
                    <a:pt x="2304694" y="1065221"/>
                  </a:lnTo>
                  <a:lnTo>
                    <a:pt x="2347235" y="991836"/>
                  </a:lnTo>
                  <a:lnTo>
                    <a:pt x="2389570" y="919575"/>
                  </a:lnTo>
                  <a:lnTo>
                    <a:pt x="2431603" y="849004"/>
                  </a:lnTo>
                  <a:lnTo>
                    <a:pt x="2473266" y="780633"/>
                  </a:lnTo>
                  <a:lnTo>
                    <a:pt x="2514516" y="714902"/>
                  </a:lnTo>
                  <a:lnTo>
                    <a:pt x="2555352" y="652170"/>
                  </a:lnTo>
                  <a:lnTo>
                    <a:pt x="2595811" y="592710"/>
                  </a:lnTo>
                  <a:lnTo>
                    <a:pt x="2635977" y="536708"/>
                  </a:lnTo>
                  <a:lnTo>
                    <a:pt x="2675985" y="484267"/>
                  </a:lnTo>
                  <a:lnTo>
                    <a:pt x="2716026" y="435410"/>
                  </a:lnTo>
                  <a:lnTo>
                    <a:pt x="2756352" y="390089"/>
                  </a:lnTo>
                  <a:lnTo>
                    <a:pt x="2770117" y="375536"/>
                  </a:lnTo>
                  <a:lnTo>
                    <a:pt x="2818767" y="327941"/>
                  </a:lnTo>
                  <a:lnTo>
                    <a:pt x="2869050" y="285095"/>
                  </a:lnTo>
                  <a:lnTo>
                    <a:pt x="2921741" y="246757"/>
                  </a:lnTo>
                  <a:lnTo>
                    <a:pt x="2977700" y="212521"/>
                  </a:lnTo>
                  <a:lnTo>
                    <a:pt x="3037812" y="181925"/>
                  </a:lnTo>
                  <a:lnTo>
                    <a:pt x="3102900" y="154524"/>
                  </a:lnTo>
                  <a:lnTo>
                    <a:pt x="3173643" y="129924"/>
                  </a:lnTo>
                  <a:lnTo>
                    <a:pt x="3250444" y="107807"/>
                  </a:lnTo>
                  <a:lnTo>
                    <a:pt x="3333276" y="87935"/>
                  </a:lnTo>
                  <a:lnTo>
                    <a:pt x="3421481" y="70163"/>
                  </a:lnTo>
                  <a:lnTo>
                    <a:pt x="3513576" y="54423"/>
                  </a:lnTo>
                  <a:lnTo>
                    <a:pt x="3607120" y="40720"/>
                  </a:lnTo>
                  <a:lnTo>
                    <a:pt x="3698722" y="29097"/>
                  </a:lnTo>
                  <a:lnTo>
                    <a:pt x="3784302" y="19599"/>
                  </a:lnTo>
                  <a:lnTo>
                    <a:pt x="3859639" y="12219"/>
                  </a:lnTo>
                  <a:lnTo>
                    <a:pt x="3921144" y="6862"/>
                  </a:lnTo>
                  <a:lnTo>
                    <a:pt x="3966649" y="3316"/>
                  </a:lnTo>
                  <a:lnTo>
                    <a:pt x="3995976" y="1260"/>
                  </a:lnTo>
                  <a:lnTo>
                    <a:pt x="4011118" y="302"/>
                  </a:lnTo>
                  <a:lnTo>
                    <a:pt x="4016052" y="18"/>
                  </a:lnTo>
                  <a:lnTo>
                    <a:pt x="4016409" y="0"/>
                  </a:lnTo>
                  <a:lnTo>
                    <a:pt x="4538543" y="0"/>
                  </a:lnTo>
                  <a:lnTo>
                    <a:pt x="4539685" y="81"/>
                  </a:lnTo>
                  <a:lnTo>
                    <a:pt x="4547168" y="660"/>
                  </a:lnTo>
                  <a:lnTo>
                    <a:pt x="4565944" y="2262"/>
                  </a:lnTo>
                  <a:lnTo>
                    <a:pt x="4599286" y="5411"/>
                  </a:lnTo>
                  <a:lnTo>
                    <a:pt x="4648516" y="10580"/>
                  </a:lnTo>
                  <a:lnTo>
                    <a:pt x="4712912" y="18137"/>
                  </a:lnTo>
                  <a:lnTo>
                    <a:pt x="4789984" y="28309"/>
                  </a:lnTo>
                  <a:lnTo>
                    <a:pt x="4876070" y="41184"/>
                  </a:lnTo>
                  <a:lnTo>
                    <a:pt x="4967097" y="56751"/>
                  </a:lnTo>
                  <a:lnTo>
                    <a:pt x="5059263" y="74949"/>
                  </a:lnTo>
                  <a:lnTo>
                    <a:pt x="5149489" y="95729"/>
                  </a:lnTo>
                  <a:lnTo>
                    <a:pt x="5235611" y="119102"/>
                  </a:lnTo>
                  <a:lnTo>
                    <a:pt x="5316355" y="145165"/>
                  </a:lnTo>
                  <a:lnTo>
                    <a:pt x="5391201" y="174120"/>
                  </a:lnTo>
                  <a:lnTo>
                    <a:pt x="5460192" y="206280"/>
                  </a:lnTo>
                  <a:lnTo>
                    <a:pt x="5523755" y="242056"/>
                  </a:lnTo>
                  <a:lnTo>
                    <a:pt x="5582563" y="281950"/>
                  </a:lnTo>
                  <a:lnTo>
                    <a:pt x="5637415" y="326527"/>
                  </a:lnTo>
                  <a:lnTo>
                    <a:pt x="5689157" y="376360"/>
                  </a:lnTo>
                  <a:lnTo>
                    <a:pt x="5738612" y="431954"/>
                  </a:lnTo>
                  <a:lnTo>
                    <a:pt x="5784835" y="491303"/>
                  </a:lnTo>
                  <a:lnTo>
                    <a:pt x="5821492" y="543361"/>
                  </a:lnTo>
                  <a:lnTo>
                    <a:pt x="5857808" y="599163"/>
                  </a:lnTo>
                  <a:lnTo>
                    <a:pt x="5893995" y="658786"/>
                  </a:lnTo>
                  <a:lnTo>
                    <a:pt x="5930220" y="722248"/>
                  </a:lnTo>
                  <a:lnTo>
                    <a:pt x="5966611" y="789502"/>
                  </a:lnTo>
                  <a:lnTo>
                    <a:pt x="6003259" y="860431"/>
                  </a:lnTo>
                  <a:lnTo>
                    <a:pt x="6040219" y="934842"/>
                  </a:lnTo>
                  <a:lnTo>
                    <a:pt x="6077520" y="1012468"/>
                  </a:lnTo>
                  <a:lnTo>
                    <a:pt x="6115160" y="1092965"/>
                  </a:lnTo>
                  <a:lnTo>
                    <a:pt x="6153112" y="1175919"/>
                  </a:lnTo>
                  <a:lnTo>
                    <a:pt x="6191330" y="1260849"/>
                  </a:lnTo>
                  <a:lnTo>
                    <a:pt x="6229750" y="1347223"/>
                  </a:lnTo>
                  <a:lnTo>
                    <a:pt x="6268293" y="1434468"/>
                  </a:lnTo>
                  <a:lnTo>
                    <a:pt x="6306876" y="1521986"/>
                  </a:lnTo>
                  <a:lnTo>
                    <a:pt x="6345411" y="1609172"/>
                  </a:lnTo>
                  <a:lnTo>
                    <a:pt x="6383813" y="1695428"/>
                  </a:lnTo>
                  <a:lnTo>
                    <a:pt x="6422008" y="1780186"/>
                  </a:lnTo>
                  <a:lnTo>
                    <a:pt x="6459931" y="1862917"/>
                  </a:lnTo>
                  <a:lnTo>
                    <a:pt x="6497538" y="1943148"/>
                  </a:lnTo>
                  <a:lnTo>
                    <a:pt x="6534805" y="2020472"/>
                  </a:lnTo>
                  <a:lnTo>
                    <a:pt x="6571733" y="2094550"/>
                  </a:lnTo>
                  <a:lnTo>
                    <a:pt x="6608352" y="2165123"/>
                  </a:lnTo>
                  <a:lnTo>
                    <a:pt x="6644722" y="2232007"/>
                  </a:lnTo>
                  <a:lnTo>
                    <a:pt x="6680938" y="2295091"/>
                  </a:lnTo>
                  <a:lnTo>
                    <a:pt x="6717129" y="2354335"/>
                  </a:lnTo>
                  <a:lnTo>
                    <a:pt x="6753469" y="2409764"/>
                  </a:lnTo>
                  <a:lnTo>
                    <a:pt x="6786527" y="2456519"/>
                  </a:lnTo>
                  <a:lnTo>
                    <a:pt x="6834472" y="2517941"/>
                  </a:lnTo>
                  <a:lnTo>
                    <a:pt x="6883995" y="2573324"/>
                  </a:lnTo>
                  <a:lnTo>
                    <a:pt x="6935832" y="2622962"/>
                  </a:lnTo>
                  <a:lnTo>
                    <a:pt x="6990810" y="2667362"/>
                  </a:lnTo>
                  <a:lnTo>
                    <a:pt x="7049773" y="2707102"/>
                  </a:lnTo>
                  <a:lnTo>
                    <a:pt x="7113519" y="2742741"/>
                  </a:lnTo>
                  <a:lnTo>
                    <a:pt x="7182711" y="2774781"/>
                  </a:lnTo>
                  <a:lnTo>
                    <a:pt x="7257768" y="2803629"/>
                  </a:lnTo>
                  <a:lnTo>
                    <a:pt x="7338716" y="2829594"/>
                  </a:lnTo>
                  <a:lnTo>
                    <a:pt x="7425010" y="2852873"/>
                  </a:lnTo>
                  <a:lnTo>
                    <a:pt x="7515347" y="2873562"/>
                  </a:lnTo>
                  <a:lnTo>
                    <a:pt x="7607530" y="2891668"/>
                  </a:lnTo>
                  <a:lnTo>
                    <a:pt x="7698451" y="2907140"/>
                  </a:lnTo>
                  <a:lnTo>
                    <a:pt x="7784287" y="2919920"/>
                  </a:lnTo>
                  <a:lnTo>
                    <a:pt x="7860968" y="2929997"/>
                  </a:lnTo>
                  <a:lnTo>
                    <a:pt x="7924860" y="2937464"/>
                  </a:lnTo>
                  <a:lnTo>
                    <a:pt x="7973527" y="2942555"/>
                  </a:lnTo>
                  <a:lnTo>
                    <a:pt x="8006318" y="2945641"/>
                  </a:lnTo>
                  <a:lnTo>
                    <a:pt x="8024627" y="2947197"/>
                  </a:lnTo>
                  <a:lnTo>
                    <a:pt x="8031792" y="2947750"/>
                  </a:lnTo>
                  <a:lnTo>
                    <a:pt x="8032819" y="2947823"/>
                  </a:lnTo>
                  <a:lnTo>
                    <a:pt x="8554953" y="2947823"/>
                  </a:lnTo>
                  <a:lnTo>
                    <a:pt x="8554953" y="2947823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135" name="pl1135"/>
            <p:cNvSpPr/>
            <p:nvPr/>
          </p:nvSpPr>
          <p:spPr>
            <a:xfrm>
              <a:off x="386606" y="2004385"/>
              <a:ext cx="8554953" cy="2947823"/>
            </a:xfrm>
            <a:custGeom>
              <a:avLst/>
              <a:pathLst>
                <a:path w="8554953" h="2947823">
                  <a:moveTo>
                    <a:pt x="8554953" y="2947823"/>
                  </a:moveTo>
                  <a:lnTo>
                    <a:pt x="8032819" y="2947823"/>
                  </a:lnTo>
                  <a:lnTo>
                    <a:pt x="8031677" y="2947742"/>
                  </a:lnTo>
                  <a:lnTo>
                    <a:pt x="8024194" y="2947162"/>
                  </a:lnTo>
                  <a:lnTo>
                    <a:pt x="8005418" y="2945560"/>
                  </a:lnTo>
                  <a:lnTo>
                    <a:pt x="7972076" y="2942411"/>
                  </a:lnTo>
                  <a:lnTo>
                    <a:pt x="7922846" y="2937242"/>
                  </a:lnTo>
                  <a:lnTo>
                    <a:pt x="7858450" y="2929685"/>
                  </a:lnTo>
                  <a:lnTo>
                    <a:pt x="7781378" y="2919514"/>
                  </a:lnTo>
                  <a:lnTo>
                    <a:pt x="7695292" y="2906638"/>
                  </a:lnTo>
                  <a:lnTo>
                    <a:pt x="7604265" y="2891071"/>
                  </a:lnTo>
                  <a:lnTo>
                    <a:pt x="7512099" y="2872873"/>
                  </a:lnTo>
                  <a:lnTo>
                    <a:pt x="7421873" y="2852093"/>
                  </a:lnTo>
                  <a:lnTo>
                    <a:pt x="7335751" y="2828720"/>
                  </a:lnTo>
                  <a:lnTo>
                    <a:pt x="7255007" y="2802658"/>
                  </a:lnTo>
                  <a:lnTo>
                    <a:pt x="7180161" y="2773702"/>
                  </a:lnTo>
                  <a:lnTo>
                    <a:pt x="7111170" y="2741543"/>
                  </a:lnTo>
                  <a:lnTo>
                    <a:pt x="7047606" y="2705767"/>
                  </a:lnTo>
                  <a:lnTo>
                    <a:pt x="6988798" y="2665872"/>
                  </a:lnTo>
                  <a:lnTo>
                    <a:pt x="6933946" y="2621296"/>
                  </a:lnTo>
                  <a:lnTo>
                    <a:pt x="6882205" y="2571462"/>
                  </a:lnTo>
                  <a:lnTo>
                    <a:pt x="6832750" y="2515869"/>
                  </a:lnTo>
                  <a:lnTo>
                    <a:pt x="6786527" y="2456519"/>
                  </a:lnTo>
                  <a:lnTo>
                    <a:pt x="6749870" y="2404461"/>
                  </a:lnTo>
                  <a:lnTo>
                    <a:pt x="6713554" y="2348659"/>
                  </a:lnTo>
                  <a:lnTo>
                    <a:pt x="6677367" y="2289036"/>
                  </a:lnTo>
                  <a:lnTo>
                    <a:pt x="6641142" y="2225574"/>
                  </a:lnTo>
                  <a:lnTo>
                    <a:pt x="6604751" y="2158320"/>
                  </a:lnTo>
                  <a:lnTo>
                    <a:pt x="6568103" y="2087392"/>
                  </a:lnTo>
                  <a:lnTo>
                    <a:pt x="6531143" y="2012980"/>
                  </a:lnTo>
                  <a:lnTo>
                    <a:pt x="6493842" y="1935354"/>
                  </a:lnTo>
                  <a:lnTo>
                    <a:pt x="6456202" y="1854857"/>
                  </a:lnTo>
                  <a:lnTo>
                    <a:pt x="6418250" y="1771904"/>
                  </a:lnTo>
                  <a:lnTo>
                    <a:pt x="6380032" y="1686974"/>
                  </a:lnTo>
                  <a:lnTo>
                    <a:pt x="6341612" y="1600599"/>
                  </a:lnTo>
                  <a:lnTo>
                    <a:pt x="6303069" y="1513354"/>
                  </a:lnTo>
                  <a:lnTo>
                    <a:pt x="6264486" y="1425836"/>
                  </a:lnTo>
                  <a:lnTo>
                    <a:pt x="6225951" y="1338651"/>
                  </a:lnTo>
                  <a:lnTo>
                    <a:pt x="6187549" y="1252394"/>
                  </a:lnTo>
                  <a:lnTo>
                    <a:pt x="6149354" y="1167636"/>
                  </a:lnTo>
                  <a:lnTo>
                    <a:pt x="6111431" y="1084905"/>
                  </a:lnTo>
                  <a:lnTo>
                    <a:pt x="6073824" y="1004674"/>
                  </a:lnTo>
                  <a:lnTo>
                    <a:pt x="6036557" y="927351"/>
                  </a:lnTo>
                  <a:lnTo>
                    <a:pt x="5999629" y="853272"/>
                  </a:lnTo>
                  <a:lnTo>
                    <a:pt x="5963010" y="782699"/>
                  </a:lnTo>
                  <a:lnTo>
                    <a:pt x="5926640" y="715815"/>
                  </a:lnTo>
                  <a:lnTo>
                    <a:pt x="5890424" y="652731"/>
                  </a:lnTo>
                  <a:lnTo>
                    <a:pt x="5854232" y="593487"/>
                  </a:lnTo>
                  <a:lnTo>
                    <a:pt x="5817893" y="538059"/>
                  </a:lnTo>
                  <a:lnTo>
                    <a:pt x="5784835" y="491303"/>
                  </a:lnTo>
                  <a:lnTo>
                    <a:pt x="5736890" y="429881"/>
                  </a:lnTo>
                  <a:lnTo>
                    <a:pt x="5687367" y="374499"/>
                  </a:lnTo>
                  <a:lnTo>
                    <a:pt x="5635530" y="324861"/>
                  </a:lnTo>
                  <a:lnTo>
                    <a:pt x="5580552" y="280460"/>
                  </a:lnTo>
                  <a:lnTo>
                    <a:pt x="5521589" y="240721"/>
                  </a:lnTo>
                  <a:lnTo>
                    <a:pt x="5457843" y="205081"/>
                  </a:lnTo>
                  <a:lnTo>
                    <a:pt x="5388651" y="173042"/>
                  </a:lnTo>
                  <a:lnTo>
                    <a:pt x="5313594" y="144193"/>
                  </a:lnTo>
                  <a:lnTo>
                    <a:pt x="5232646" y="118229"/>
                  </a:lnTo>
                  <a:lnTo>
                    <a:pt x="5146352" y="94949"/>
                  </a:lnTo>
                  <a:lnTo>
                    <a:pt x="5056015" y="74260"/>
                  </a:lnTo>
                  <a:lnTo>
                    <a:pt x="4963831" y="56154"/>
                  </a:lnTo>
                  <a:lnTo>
                    <a:pt x="4872911" y="40682"/>
                  </a:lnTo>
                  <a:lnTo>
                    <a:pt x="4787075" y="27902"/>
                  </a:lnTo>
                  <a:lnTo>
                    <a:pt x="4710394" y="17826"/>
                  </a:lnTo>
                  <a:lnTo>
                    <a:pt x="4646502" y="10358"/>
                  </a:lnTo>
                  <a:lnTo>
                    <a:pt x="4597835" y="5267"/>
                  </a:lnTo>
                  <a:lnTo>
                    <a:pt x="4565044" y="2182"/>
                  </a:lnTo>
                  <a:lnTo>
                    <a:pt x="4546735" y="625"/>
                  </a:lnTo>
                  <a:lnTo>
                    <a:pt x="4539570" y="72"/>
                  </a:lnTo>
                  <a:lnTo>
                    <a:pt x="4538543" y="0"/>
                  </a:lnTo>
                  <a:lnTo>
                    <a:pt x="4016409" y="0"/>
                  </a:lnTo>
                  <a:lnTo>
                    <a:pt x="4015218" y="64"/>
                  </a:lnTo>
                  <a:lnTo>
                    <a:pt x="4007419" y="527"/>
                  </a:lnTo>
                  <a:lnTo>
                    <a:pt x="3987878" y="1806"/>
                  </a:lnTo>
                  <a:lnTo>
                    <a:pt x="3953249" y="4320"/>
                  </a:lnTo>
                  <a:lnTo>
                    <a:pt x="3902260" y="8442"/>
                  </a:lnTo>
                  <a:lnTo>
                    <a:pt x="3835796" y="14458"/>
                  </a:lnTo>
                  <a:lnTo>
                    <a:pt x="3756580" y="22542"/>
                  </a:lnTo>
                  <a:lnTo>
                    <a:pt x="3668507" y="32755"/>
                  </a:lnTo>
                  <a:lnTo>
                    <a:pt x="3575826" y="45080"/>
                  </a:lnTo>
                  <a:lnTo>
                    <a:pt x="3482434" y="59468"/>
                  </a:lnTo>
                  <a:lnTo>
                    <a:pt x="3391418" y="75886"/>
                  </a:lnTo>
                  <a:lnTo>
                    <a:pt x="3304893" y="94350"/>
                  </a:lnTo>
                  <a:lnTo>
                    <a:pt x="3224042" y="114953"/>
                  </a:lnTo>
                  <a:lnTo>
                    <a:pt x="3149292" y="137871"/>
                  </a:lnTo>
                  <a:lnTo>
                    <a:pt x="3080504" y="163369"/>
                  </a:lnTo>
                  <a:lnTo>
                    <a:pt x="3017167" y="191793"/>
                  </a:lnTo>
                  <a:lnTo>
                    <a:pt x="2958543" y="223557"/>
                  </a:lnTo>
                  <a:lnTo>
                    <a:pt x="2903776" y="259116"/>
                  </a:lnTo>
                  <a:lnTo>
                    <a:pt x="2851985" y="298924"/>
                  </a:lnTo>
                  <a:lnTo>
                    <a:pt x="2802328" y="343346"/>
                  </a:lnTo>
                  <a:lnTo>
                    <a:pt x="2770117" y="375536"/>
                  </a:lnTo>
                  <a:lnTo>
                    <a:pt x="2729624" y="419683"/>
                  </a:lnTo>
                  <a:lnTo>
                    <a:pt x="2689519" y="467335"/>
                  </a:lnTo>
                  <a:lnTo>
                    <a:pt x="2649524" y="518563"/>
                  </a:lnTo>
                  <a:lnTo>
                    <a:pt x="2609429" y="573367"/>
                  </a:lnTo>
                  <a:lnTo>
                    <a:pt x="2569081" y="631673"/>
                  </a:lnTo>
                  <a:lnTo>
                    <a:pt x="2528379" y="693324"/>
                  </a:lnTo>
                  <a:lnTo>
                    <a:pt x="2487271" y="758077"/>
                  </a:lnTo>
                  <a:lnTo>
                    <a:pt x="2445745" y="825600"/>
                  </a:lnTo>
                  <a:lnTo>
                    <a:pt x="2403830" y="895480"/>
                  </a:lnTo>
                  <a:lnTo>
                    <a:pt x="2361588" y="967230"/>
                  </a:lnTo>
                  <a:lnTo>
                    <a:pt x="2319105" y="1040301"/>
                  </a:lnTo>
                  <a:lnTo>
                    <a:pt x="2276487" y="1114097"/>
                  </a:lnTo>
                  <a:lnTo>
                    <a:pt x="2233848" y="1188000"/>
                  </a:lnTo>
                  <a:lnTo>
                    <a:pt x="2191307" y="1261384"/>
                  </a:lnTo>
                  <a:lnTo>
                    <a:pt x="2148972" y="1333645"/>
                  </a:lnTo>
                  <a:lnTo>
                    <a:pt x="2106939" y="1404216"/>
                  </a:lnTo>
                  <a:lnTo>
                    <a:pt x="2065277" y="1472587"/>
                  </a:lnTo>
                  <a:lnTo>
                    <a:pt x="2024026" y="1538318"/>
                  </a:lnTo>
                  <a:lnTo>
                    <a:pt x="1983190" y="1601050"/>
                  </a:lnTo>
                  <a:lnTo>
                    <a:pt x="1942731" y="1660510"/>
                  </a:lnTo>
                  <a:lnTo>
                    <a:pt x="1902565" y="1716512"/>
                  </a:lnTo>
                  <a:lnTo>
                    <a:pt x="1862557" y="1768953"/>
                  </a:lnTo>
                  <a:lnTo>
                    <a:pt x="1822516" y="1817811"/>
                  </a:lnTo>
                  <a:lnTo>
                    <a:pt x="1782190" y="1863132"/>
                  </a:lnTo>
                  <a:lnTo>
                    <a:pt x="1768425" y="1877684"/>
                  </a:lnTo>
                  <a:lnTo>
                    <a:pt x="1719775" y="1925279"/>
                  </a:lnTo>
                  <a:lnTo>
                    <a:pt x="1669492" y="1968125"/>
                  </a:lnTo>
                  <a:lnTo>
                    <a:pt x="1616802" y="2006463"/>
                  </a:lnTo>
                  <a:lnTo>
                    <a:pt x="1560842" y="2040699"/>
                  </a:lnTo>
                  <a:lnTo>
                    <a:pt x="1500730" y="2071295"/>
                  </a:lnTo>
                  <a:lnTo>
                    <a:pt x="1435642" y="2098696"/>
                  </a:lnTo>
                  <a:lnTo>
                    <a:pt x="1364899" y="2123296"/>
                  </a:lnTo>
                  <a:lnTo>
                    <a:pt x="1288098" y="2145414"/>
                  </a:lnTo>
                  <a:lnTo>
                    <a:pt x="1205266" y="2165285"/>
                  </a:lnTo>
                  <a:lnTo>
                    <a:pt x="1117062" y="2183058"/>
                  </a:lnTo>
                  <a:lnTo>
                    <a:pt x="1024966" y="2198797"/>
                  </a:lnTo>
                  <a:lnTo>
                    <a:pt x="931422" y="2212500"/>
                  </a:lnTo>
                  <a:lnTo>
                    <a:pt x="839820" y="2224123"/>
                  </a:lnTo>
                  <a:lnTo>
                    <a:pt x="754241" y="2233621"/>
                  </a:lnTo>
                  <a:lnTo>
                    <a:pt x="678903" y="2241001"/>
                  </a:lnTo>
                  <a:lnTo>
                    <a:pt x="617398" y="2246358"/>
                  </a:lnTo>
                  <a:lnTo>
                    <a:pt x="571893" y="2249904"/>
                  </a:lnTo>
                  <a:lnTo>
                    <a:pt x="542566" y="2251960"/>
                  </a:lnTo>
                  <a:lnTo>
                    <a:pt x="527425" y="2252918"/>
                  </a:lnTo>
                  <a:lnTo>
                    <a:pt x="522490" y="2253202"/>
                  </a:lnTo>
                  <a:lnTo>
                    <a:pt x="522133" y="2253221"/>
                  </a:lnTo>
                  <a:lnTo>
                    <a:pt x="0" y="2253221"/>
                  </a:lnTo>
                  <a:lnTo>
                    <a:pt x="0" y="2253221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136" name="pg1136"/>
            <p:cNvSpPr/>
            <p:nvPr/>
          </p:nvSpPr>
          <p:spPr>
            <a:xfrm>
              <a:off x="386606" y="4523023"/>
              <a:ext cx="8554953" cy="1654621"/>
            </a:xfrm>
            <a:custGeom>
              <a:avLst/>
              <a:pathLst>
                <a:path w="8554953" h="1654621">
                  <a:moveTo>
                    <a:pt x="0" y="5647"/>
                  </a:moveTo>
                  <a:lnTo>
                    <a:pt x="522133" y="5647"/>
                  </a:lnTo>
                  <a:lnTo>
                    <a:pt x="523368" y="5690"/>
                  </a:lnTo>
                  <a:lnTo>
                    <a:pt x="531451" y="6001"/>
                  </a:lnTo>
                  <a:lnTo>
                    <a:pt x="551675" y="6860"/>
                  </a:lnTo>
                  <a:lnTo>
                    <a:pt x="587451" y="8547"/>
                  </a:lnTo>
                  <a:lnTo>
                    <a:pt x="640000" y="11311"/>
                  </a:lnTo>
                  <a:lnTo>
                    <a:pt x="708283" y="15340"/>
                  </a:lnTo>
                  <a:lnTo>
                    <a:pt x="789370" y="20745"/>
                  </a:lnTo>
                  <a:lnTo>
                    <a:pt x="879157" y="27562"/>
                  </a:lnTo>
                  <a:lnTo>
                    <a:pt x="973243" y="35776"/>
                  </a:lnTo>
                  <a:lnTo>
                    <a:pt x="1067658" y="45354"/>
                  </a:lnTo>
                  <a:lnTo>
                    <a:pt x="1159313" y="56277"/>
                  </a:lnTo>
                  <a:lnTo>
                    <a:pt x="1246146" y="68562"/>
                  </a:lnTo>
                  <a:lnTo>
                    <a:pt x="1327053" y="82278"/>
                  </a:lnTo>
                  <a:lnTo>
                    <a:pt x="1401698" y="97554"/>
                  </a:lnTo>
                  <a:lnTo>
                    <a:pt x="1470298" y="114576"/>
                  </a:lnTo>
                  <a:lnTo>
                    <a:pt x="1533440" y="133586"/>
                  </a:lnTo>
                  <a:lnTo>
                    <a:pt x="1591920" y="154869"/>
                  </a:lnTo>
                  <a:lnTo>
                    <a:pt x="1646637" y="178733"/>
                  </a:lnTo>
                  <a:lnTo>
                    <a:pt x="1698504" y="205475"/>
                  </a:lnTo>
                  <a:lnTo>
                    <a:pt x="1748373" y="235317"/>
                  </a:lnTo>
                  <a:lnTo>
                    <a:pt x="1768425" y="248475"/>
                  </a:lnTo>
                  <a:lnTo>
                    <a:pt x="1814450" y="281123"/>
                  </a:lnTo>
                  <a:lnTo>
                    <a:pt x="1860026" y="316714"/>
                  </a:lnTo>
                  <a:lnTo>
                    <a:pt x="1905540" y="355302"/>
                  </a:lnTo>
                  <a:lnTo>
                    <a:pt x="1951272" y="396863"/>
                  </a:lnTo>
                  <a:lnTo>
                    <a:pt x="1997409" y="441288"/>
                  </a:lnTo>
                  <a:lnTo>
                    <a:pt x="2044057" y="488379"/>
                  </a:lnTo>
                  <a:lnTo>
                    <a:pt x="2091244" y="537839"/>
                  </a:lnTo>
                  <a:lnTo>
                    <a:pt x="2138936" y="589284"/>
                  </a:lnTo>
                  <a:lnTo>
                    <a:pt x="2187041" y="642249"/>
                  </a:lnTo>
                  <a:lnTo>
                    <a:pt x="2235426" y="696202"/>
                  </a:lnTo>
                  <a:lnTo>
                    <a:pt x="2283931" y="750569"/>
                  </a:lnTo>
                  <a:lnTo>
                    <a:pt x="2332384" y="804756"/>
                  </a:lnTo>
                  <a:lnTo>
                    <a:pt x="2380618" y="858178"/>
                  </a:lnTo>
                  <a:lnTo>
                    <a:pt x="2428486" y="910285"/>
                  </a:lnTo>
                  <a:lnTo>
                    <a:pt x="2475881" y="960581"/>
                  </a:lnTo>
                  <a:lnTo>
                    <a:pt x="2522742" y="1008649"/>
                  </a:lnTo>
                  <a:lnTo>
                    <a:pt x="2569073" y="1054158"/>
                  </a:lnTo>
                  <a:lnTo>
                    <a:pt x="2614948" y="1096871"/>
                  </a:lnTo>
                  <a:lnTo>
                    <a:pt x="2660520" y="1136642"/>
                  </a:lnTo>
                  <a:lnTo>
                    <a:pt x="2706031" y="1173416"/>
                  </a:lnTo>
                  <a:lnTo>
                    <a:pt x="2751825" y="1207218"/>
                  </a:lnTo>
                  <a:lnTo>
                    <a:pt x="2770117" y="1219788"/>
                  </a:lnTo>
                  <a:lnTo>
                    <a:pt x="2819383" y="1250929"/>
                  </a:lnTo>
                  <a:lnTo>
                    <a:pt x="2870334" y="1278923"/>
                  </a:lnTo>
                  <a:lnTo>
                    <a:pt x="2923773" y="1303934"/>
                  </a:lnTo>
                  <a:lnTo>
                    <a:pt x="2980598" y="1326239"/>
                  </a:lnTo>
                  <a:lnTo>
                    <a:pt x="3041723" y="1346145"/>
                  </a:lnTo>
                  <a:lnTo>
                    <a:pt x="3107998" y="1363951"/>
                  </a:lnTo>
                  <a:lnTo>
                    <a:pt x="3180112" y="1379917"/>
                  </a:lnTo>
                  <a:lnTo>
                    <a:pt x="3258455" y="1394254"/>
                  </a:lnTo>
                  <a:lnTo>
                    <a:pt x="3342942" y="1407114"/>
                  </a:lnTo>
                  <a:lnTo>
                    <a:pt x="3432810" y="1418591"/>
                  </a:lnTo>
                  <a:lnTo>
                    <a:pt x="3526408" y="1428721"/>
                  </a:lnTo>
                  <a:lnTo>
                    <a:pt x="3621066" y="1437499"/>
                  </a:lnTo>
                  <a:lnTo>
                    <a:pt x="3713139" y="1444893"/>
                  </a:lnTo>
                  <a:lnTo>
                    <a:pt x="3798327" y="1450876"/>
                  </a:lnTo>
                  <a:lnTo>
                    <a:pt x="3872304" y="1455461"/>
                  </a:lnTo>
                  <a:lnTo>
                    <a:pt x="3931553" y="1458725"/>
                  </a:lnTo>
                  <a:lnTo>
                    <a:pt x="3974193" y="1460827"/>
                  </a:lnTo>
                  <a:lnTo>
                    <a:pt x="4000504" y="1461993"/>
                  </a:lnTo>
                  <a:lnTo>
                    <a:pt x="4013026" y="1462494"/>
                  </a:lnTo>
                  <a:lnTo>
                    <a:pt x="4016409" y="1462617"/>
                  </a:lnTo>
                  <a:lnTo>
                    <a:pt x="4538543" y="1462617"/>
                  </a:lnTo>
                  <a:lnTo>
                    <a:pt x="4539812" y="1462623"/>
                  </a:lnTo>
                  <a:lnTo>
                    <a:pt x="4548109" y="1462665"/>
                  </a:lnTo>
                  <a:lnTo>
                    <a:pt x="4568852" y="1462781"/>
                  </a:lnTo>
                  <a:lnTo>
                    <a:pt x="4605496" y="1463010"/>
                  </a:lnTo>
                  <a:lnTo>
                    <a:pt x="4659219" y="1463384"/>
                  </a:lnTo>
                  <a:lnTo>
                    <a:pt x="4728866" y="1463929"/>
                  </a:lnTo>
                  <a:lnTo>
                    <a:pt x="4811342" y="1464659"/>
                  </a:lnTo>
                  <a:lnTo>
                    <a:pt x="4902392" y="1465578"/>
                  </a:lnTo>
                  <a:lnTo>
                    <a:pt x="4997501" y="1466685"/>
                  </a:lnTo>
                  <a:lnTo>
                    <a:pt x="5092647" y="1467975"/>
                  </a:lnTo>
                  <a:lnTo>
                    <a:pt x="5184747" y="1469444"/>
                  </a:lnTo>
                  <a:lnTo>
                    <a:pt x="5271783" y="1471098"/>
                  </a:lnTo>
                  <a:lnTo>
                    <a:pt x="5352713" y="1472945"/>
                  </a:lnTo>
                  <a:lnTo>
                    <a:pt x="5427265" y="1475004"/>
                  </a:lnTo>
                  <a:lnTo>
                    <a:pt x="5495723" y="1477301"/>
                  </a:lnTo>
                  <a:lnTo>
                    <a:pt x="5558723" y="1479870"/>
                  </a:lnTo>
                  <a:lnTo>
                    <a:pt x="5617105" y="1482750"/>
                  </a:lnTo>
                  <a:lnTo>
                    <a:pt x="5671802" y="1485983"/>
                  </a:lnTo>
                  <a:lnTo>
                    <a:pt x="5723745" y="1489608"/>
                  </a:lnTo>
                  <a:lnTo>
                    <a:pt x="5773793" y="1493652"/>
                  </a:lnTo>
                  <a:lnTo>
                    <a:pt x="5784835" y="1494617"/>
                  </a:lnTo>
                  <a:lnTo>
                    <a:pt x="5838877" y="1499714"/>
                  </a:lnTo>
                  <a:lnTo>
                    <a:pt x="5892398" y="1505350"/>
                  </a:lnTo>
                  <a:lnTo>
                    <a:pt x="5945980" y="1511530"/>
                  </a:lnTo>
                  <a:lnTo>
                    <a:pt x="6000012" y="1518243"/>
                  </a:lnTo>
                  <a:lnTo>
                    <a:pt x="6054713" y="1525453"/>
                  </a:lnTo>
                  <a:lnTo>
                    <a:pt x="6110158" y="1533102"/>
                  </a:lnTo>
                  <a:lnTo>
                    <a:pt x="6166291" y="1541108"/>
                  </a:lnTo>
                  <a:lnTo>
                    <a:pt x="6222956" y="1549369"/>
                  </a:lnTo>
                  <a:lnTo>
                    <a:pt x="6279922" y="1557768"/>
                  </a:lnTo>
                  <a:lnTo>
                    <a:pt x="6336916" y="1566180"/>
                  </a:lnTo>
                  <a:lnTo>
                    <a:pt x="6393663" y="1574478"/>
                  </a:lnTo>
                  <a:lnTo>
                    <a:pt x="6449919" y="1582544"/>
                  </a:lnTo>
                  <a:lnTo>
                    <a:pt x="6505510" y="1590272"/>
                  </a:lnTo>
                  <a:lnTo>
                    <a:pt x="6560360" y="1597577"/>
                  </a:lnTo>
                  <a:lnTo>
                    <a:pt x="6614515" y="1604394"/>
                  </a:lnTo>
                  <a:lnTo>
                    <a:pt x="6668162" y="1610683"/>
                  </a:lnTo>
                  <a:lnTo>
                    <a:pt x="6721656" y="1616429"/>
                  </a:lnTo>
                  <a:lnTo>
                    <a:pt x="6775535" y="1621633"/>
                  </a:lnTo>
                  <a:lnTo>
                    <a:pt x="6786527" y="1622620"/>
                  </a:lnTo>
                  <a:lnTo>
                    <a:pt x="6836253" y="1626760"/>
                  </a:lnTo>
                  <a:lnTo>
                    <a:pt x="6887701" y="1630477"/>
                  </a:lnTo>
                  <a:lnTo>
                    <a:pt x="6941700" y="1633795"/>
                  </a:lnTo>
                  <a:lnTo>
                    <a:pt x="6999173" y="1636750"/>
                  </a:lnTo>
                  <a:lnTo>
                    <a:pt x="7061060" y="1639385"/>
                  </a:lnTo>
                  <a:lnTo>
                    <a:pt x="7128228" y="1641740"/>
                  </a:lnTo>
                  <a:lnTo>
                    <a:pt x="7201374" y="1643850"/>
                  </a:lnTo>
                  <a:lnTo>
                    <a:pt x="7280873" y="1645743"/>
                  </a:lnTo>
                  <a:lnTo>
                    <a:pt x="7366599" y="1647438"/>
                  </a:lnTo>
                  <a:lnTo>
                    <a:pt x="7457701" y="1648949"/>
                  </a:lnTo>
                  <a:lnTo>
                    <a:pt x="7552395" y="1650279"/>
                  </a:lnTo>
                  <a:lnTo>
                    <a:pt x="7647833" y="1651427"/>
                  </a:lnTo>
                  <a:lnTo>
                    <a:pt x="7740179" y="1652389"/>
                  </a:lnTo>
                  <a:lnTo>
                    <a:pt x="7824972" y="1653161"/>
                  </a:lnTo>
                  <a:lnTo>
                    <a:pt x="7897821" y="1653747"/>
                  </a:lnTo>
                  <a:lnTo>
                    <a:pt x="7955295" y="1654158"/>
                  </a:lnTo>
                  <a:lnTo>
                    <a:pt x="7995753" y="1654416"/>
                  </a:lnTo>
                  <a:lnTo>
                    <a:pt x="8019838" y="1654554"/>
                  </a:lnTo>
                  <a:lnTo>
                    <a:pt x="8030520" y="1654610"/>
                  </a:lnTo>
                  <a:lnTo>
                    <a:pt x="8032819" y="1654621"/>
                  </a:lnTo>
                  <a:lnTo>
                    <a:pt x="8554953" y="1654621"/>
                  </a:lnTo>
                  <a:lnTo>
                    <a:pt x="8554953" y="1648973"/>
                  </a:lnTo>
                  <a:lnTo>
                    <a:pt x="8032819" y="1648973"/>
                  </a:lnTo>
                  <a:lnTo>
                    <a:pt x="8031550" y="1648968"/>
                  </a:lnTo>
                  <a:lnTo>
                    <a:pt x="8023253" y="1648925"/>
                  </a:lnTo>
                  <a:lnTo>
                    <a:pt x="8002510" y="1648809"/>
                  </a:lnTo>
                  <a:lnTo>
                    <a:pt x="7965866" y="1648581"/>
                  </a:lnTo>
                  <a:lnTo>
                    <a:pt x="7912143" y="1648206"/>
                  </a:lnTo>
                  <a:lnTo>
                    <a:pt x="7842496" y="1647662"/>
                  </a:lnTo>
                  <a:lnTo>
                    <a:pt x="7760020" y="1646932"/>
                  </a:lnTo>
                  <a:lnTo>
                    <a:pt x="7668970" y="1646012"/>
                  </a:lnTo>
                  <a:lnTo>
                    <a:pt x="7573861" y="1644905"/>
                  </a:lnTo>
                  <a:lnTo>
                    <a:pt x="7478715" y="1643616"/>
                  </a:lnTo>
                  <a:lnTo>
                    <a:pt x="7386615" y="1642146"/>
                  </a:lnTo>
                  <a:lnTo>
                    <a:pt x="7299579" y="1640492"/>
                  </a:lnTo>
                  <a:lnTo>
                    <a:pt x="7218649" y="1638645"/>
                  </a:lnTo>
                  <a:lnTo>
                    <a:pt x="7144097" y="1636587"/>
                  </a:lnTo>
                  <a:lnTo>
                    <a:pt x="7075639" y="1634289"/>
                  </a:lnTo>
                  <a:lnTo>
                    <a:pt x="7012639" y="1631720"/>
                  </a:lnTo>
                  <a:lnTo>
                    <a:pt x="6954257" y="1628841"/>
                  </a:lnTo>
                  <a:lnTo>
                    <a:pt x="6899560" y="1625608"/>
                  </a:lnTo>
                  <a:lnTo>
                    <a:pt x="6847617" y="1621983"/>
                  </a:lnTo>
                  <a:lnTo>
                    <a:pt x="6797569" y="1617938"/>
                  </a:lnTo>
                  <a:lnTo>
                    <a:pt x="6786527" y="1616973"/>
                  </a:lnTo>
                  <a:lnTo>
                    <a:pt x="6732485" y="1611876"/>
                  </a:lnTo>
                  <a:lnTo>
                    <a:pt x="6678964" y="1606241"/>
                  </a:lnTo>
                  <a:lnTo>
                    <a:pt x="6625382" y="1600060"/>
                  </a:lnTo>
                  <a:lnTo>
                    <a:pt x="6571350" y="1593347"/>
                  </a:lnTo>
                  <a:lnTo>
                    <a:pt x="6516649" y="1586137"/>
                  </a:lnTo>
                  <a:lnTo>
                    <a:pt x="6461204" y="1578488"/>
                  </a:lnTo>
                  <a:lnTo>
                    <a:pt x="6405071" y="1570482"/>
                  </a:lnTo>
                  <a:lnTo>
                    <a:pt x="6348406" y="1562222"/>
                  </a:lnTo>
                  <a:lnTo>
                    <a:pt x="6291440" y="1553823"/>
                  </a:lnTo>
                  <a:lnTo>
                    <a:pt x="6234446" y="1545411"/>
                  </a:lnTo>
                  <a:lnTo>
                    <a:pt x="6177699" y="1537112"/>
                  </a:lnTo>
                  <a:lnTo>
                    <a:pt x="6121443" y="1529046"/>
                  </a:lnTo>
                  <a:lnTo>
                    <a:pt x="6065851" y="1521318"/>
                  </a:lnTo>
                  <a:lnTo>
                    <a:pt x="6011002" y="1514014"/>
                  </a:lnTo>
                  <a:lnTo>
                    <a:pt x="5956847" y="1507197"/>
                  </a:lnTo>
                  <a:lnTo>
                    <a:pt x="5903200" y="1500907"/>
                  </a:lnTo>
                  <a:lnTo>
                    <a:pt x="5849706" y="1495162"/>
                  </a:lnTo>
                  <a:lnTo>
                    <a:pt x="5795827" y="1489957"/>
                  </a:lnTo>
                  <a:lnTo>
                    <a:pt x="5784835" y="1488970"/>
                  </a:lnTo>
                  <a:lnTo>
                    <a:pt x="5735109" y="1484831"/>
                  </a:lnTo>
                  <a:lnTo>
                    <a:pt x="5683661" y="1481113"/>
                  </a:lnTo>
                  <a:lnTo>
                    <a:pt x="5629662" y="1477796"/>
                  </a:lnTo>
                  <a:lnTo>
                    <a:pt x="5572188" y="1474840"/>
                  </a:lnTo>
                  <a:lnTo>
                    <a:pt x="5510302" y="1472205"/>
                  </a:lnTo>
                  <a:lnTo>
                    <a:pt x="5443134" y="1469850"/>
                  </a:lnTo>
                  <a:lnTo>
                    <a:pt x="5369988" y="1467740"/>
                  </a:lnTo>
                  <a:lnTo>
                    <a:pt x="5290489" y="1465848"/>
                  </a:lnTo>
                  <a:lnTo>
                    <a:pt x="5204763" y="1464152"/>
                  </a:lnTo>
                  <a:lnTo>
                    <a:pt x="5113661" y="1462641"/>
                  </a:lnTo>
                  <a:lnTo>
                    <a:pt x="5018967" y="1461311"/>
                  </a:lnTo>
                  <a:lnTo>
                    <a:pt x="4923529" y="1460163"/>
                  </a:lnTo>
                  <a:lnTo>
                    <a:pt x="4831183" y="1459201"/>
                  </a:lnTo>
                  <a:lnTo>
                    <a:pt x="4746390" y="1458429"/>
                  </a:lnTo>
                  <a:lnTo>
                    <a:pt x="4673541" y="1457843"/>
                  </a:lnTo>
                  <a:lnTo>
                    <a:pt x="4616067" y="1457433"/>
                  </a:lnTo>
                  <a:lnTo>
                    <a:pt x="4575609" y="1457174"/>
                  </a:lnTo>
                  <a:lnTo>
                    <a:pt x="4551524" y="1457036"/>
                  </a:lnTo>
                  <a:lnTo>
                    <a:pt x="4540841" y="1456981"/>
                  </a:lnTo>
                  <a:lnTo>
                    <a:pt x="4538543" y="1456970"/>
                  </a:lnTo>
                  <a:lnTo>
                    <a:pt x="4016409" y="1456970"/>
                  </a:lnTo>
                  <a:lnTo>
                    <a:pt x="4015174" y="1456926"/>
                  </a:lnTo>
                  <a:lnTo>
                    <a:pt x="4007092" y="1456616"/>
                  </a:lnTo>
                  <a:lnTo>
                    <a:pt x="3986867" y="1455757"/>
                  </a:lnTo>
                  <a:lnTo>
                    <a:pt x="3951091" y="1454070"/>
                  </a:lnTo>
                  <a:lnTo>
                    <a:pt x="3898543" y="1451305"/>
                  </a:lnTo>
                  <a:lnTo>
                    <a:pt x="3830259" y="1447276"/>
                  </a:lnTo>
                  <a:lnTo>
                    <a:pt x="3749173" y="1441871"/>
                  </a:lnTo>
                  <a:lnTo>
                    <a:pt x="3659385" y="1435054"/>
                  </a:lnTo>
                  <a:lnTo>
                    <a:pt x="3565299" y="1426840"/>
                  </a:lnTo>
                  <a:lnTo>
                    <a:pt x="3470884" y="1417262"/>
                  </a:lnTo>
                  <a:lnTo>
                    <a:pt x="3379230" y="1406339"/>
                  </a:lnTo>
                  <a:lnTo>
                    <a:pt x="3292396" y="1394054"/>
                  </a:lnTo>
                  <a:lnTo>
                    <a:pt x="3211489" y="1380338"/>
                  </a:lnTo>
                  <a:lnTo>
                    <a:pt x="3136845" y="1365063"/>
                  </a:lnTo>
                  <a:lnTo>
                    <a:pt x="3068244" y="1348040"/>
                  </a:lnTo>
                  <a:lnTo>
                    <a:pt x="3005102" y="1329030"/>
                  </a:lnTo>
                  <a:lnTo>
                    <a:pt x="2946622" y="1307747"/>
                  </a:lnTo>
                  <a:lnTo>
                    <a:pt x="2891905" y="1283883"/>
                  </a:lnTo>
                  <a:lnTo>
                    <a:pt x="2840038" y="1257141"/>
                  </a:lnTo>
                  <a:lnTo>
                    <a:pt x="2790169" y="1227299"/>
                  </a:lnTo>
                  <a:lnTo>
                    <a:pt x="2770117" y="1214141"/>
                  </a:lnTo>
                  <a:lnTo>
                    <a:pt x="2724092" y="1181493"/>
                  </a:lnTo>
                  <a:lnTo>
                    <a:pt x="2678516" y="1145902"/>
                  </a:lnTo>
                  <a:lnTo>
                    <a:pt x="2633002" y="1107315"/>
                  </a:lnTo>
                  <a:lnTo>
                    <a:pt x="2587271" y="1065754"/>
                  </a:lnTo>
                  <a:lnTo>
                    <a:pt x="2541133" y="1021328"/>
                  </a:lnTo>
                  <a:lnTo>
                    <a:pt x="2494485" y="974238"/>
                  </a:lnTo>
                  <a:lnTo>
                    <a:pt x="2447298" y="924777"/>
                  </a:lnTo>
                  <a:lnTo>
                    <a:pt x="2399606" y="873332"/>
                  </a:lnTo>
                  <a:lnTo>
                    <a:pt x="2351502" y="820367"/>
                  </a:lnTo>
                  <a:lnTo>
                    <a:pt x="2303116" y="766414"/>
                  </a:lnTo>
                  <a:lnTo>
                    <a:pt x="2254611" y="712047"/>
                  </a:lnTo>
                  <a:lnTo>
                    <a:pt x="2206158" y="657860"/>
                  </a:lnTo>
                  <a:lnTo>
                    <a:pt x="2157924" y="604438"/>
                  </a:lnTo>
                  <a:lnTo>
                    <a:pt x="2110056" y="552332"/>
                  </a:lnTo>
                  <a:lnTo>
                    <a:pt x="2062662" y="502035"/>
                  </a:lnTo>
                  <a:lnTo>
                    <a:pt x="2015800" y="453967"/>
                  </a:lnTo>
                  <a:lnTo>
                    <a:pt x="1969469" y="408458"/>
                  </a:lnTo>
                  <a:lnTo>
                    <a:pt x="1923594" y="365746"/>
                  </a:lnTo>
                  <a:lnTo>
                    <a:pt x="1878022" y="325974"/>
                  </a:lnTo>
                  <a:lnTo>
                    <a:pt x="1832511" y="289200"/>
                  </a:lnTo>
                  <a:lnTo>
                    <a:pt x="1786717" y="255399"/>
                  </a:lnTo>
                  <a:lnTo>
                    <a:pt x="1768425" y="242828"/>
                  </a:lnTo>
                  <a:lnTo>
                    <a:pt x="1719159" y="211687"/>
                  </a:lnTo>
                  <a:lnTo>
                    <a:pt x="1668208" y="183693"/>
                  </a:lnTo>
                  <a:lnTo>
                    <a:pt x="1614769" y="158682"/>
                  </a:lnTo>
                  <a:lnTo>
                    <a:pt x="1557944" y="136378"/>
                  </a:lnTo>
                  <a:lnTo>
                    <a:pt x="1496819" y="116472"/>
                  </a:lnTo>
                  <a:lnTo>
                    <a:pt x="1430544" y="98666"/>
                  </a:lnTo>
                  <a:lnTo>
                    <a:pt x="1358430" y="82699"/>
                  </a:lnTo>
                  <a:lnTo>
                    <a:pt x="1280088" y="68362"/>
                  </a:lnTo>
                  <a:lnTo>
                    <a:pt x="1195600" y="55502"/>
                  </a:lnTo>
                  <a:lnTo>
                    <a:pt x="1105732" y="44026"/>
                  </a:lnTo>
                  <a:lnTo>
                    <a:pt x="1012134" y="33895"/>
                  </a:lnTo>
                  <a:lnTo>
                    <a:pt x="917476" y="25117"/>
                  </a:lnTo>
                  <a:lnTo>
                    <a:pt x="825403" y="17724"/>
                  </a:lnTo>
                  <a:lnTo>
                    <a:pt x="740215" y="11740"/>
                  </a:lnTo>
                  <a:lnTo>
                    <a:pt x="666239" y="7156"/>
                  </a:lnTo>
                  <a:lnTo>
                    <a:pt x="606989" y="3891"/>
                  </a:lnTo>
                  <a:lnTo>
                    <a:pt x="564349" y="1789"/>
                  </a:lnTo>
                  <a:lnTo>
                    <a:pt x="538038" y="623"/>
                  </a:lnTo>
                  <a:lnTo>
                    <a:pt x="525516" y="122"/>
                  </a:lnTo>
                  <a:lnTo>
                    <a:pt x="5221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C1B3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1137" name="pl1137"/>
            <p:cNvSpPr/>
            <p:nvPr/>
          </p:nvSpPr>
          <p:spPr>
            <a:xfrm>
              <a:off x="386606" y="4528670"/>
              <a:ext cx="8554953" cy="1648973"/>
            </a:xfrm>
            <a:custGeom>
              <a:avLst/>
              <a:pathLst>
                <a:path w="8554953" h="1648973">
                  <a:moveTo>
                    <a:pt x="0" y="0"/>
                  </a:moveTo>
                  <a:lnTo>
                    <a:pt x="522133" y="0"/>
                  </a:lnTo>
                  <a:lnTo>
                    <a:pt x="523368" y="43"/>
                  </a:lnTo>
                  <a:lnTo>
                    <a:pt x="531451" y="354"/>
                  </a:lnTo>
                  <a:lnTo>
                    <a:pt x="551675" y="1213"/>
                  </a:lnTo>
                  <a:lnTo>
                    <a:pt x="587451" y="2900"/>
                  </a:lnTo>
                  <a:lnTo>
                    <a:pt x="640000" y="5664"/>
                  </a:lnTo>
                  <a:lnTo>
                    <a:pt x="708283" y="9693"/>
                  </a:lnTo>
                  <a:lnTo>
                    <a:pt x="789370" y="15098"/>
                  </a:lnTo>
                  <a:lnTo>
                    <a:pt x="879157" y="21915"/>
                  </a:lnTo>
                  <a:lnTo>
                    <a:pt x="973243" y="30129"/>
                  </a:lnTo>
                  <a:lnTo>
                    <a:pt x="1067658" y="39707"/>
                  </a:lnTo>
                  <a:lnTo>
                    <a:pt x="1159313" y="50630"/>
                  </a:lnTo>
                  <a:lnTo>
                    <a:pt x="1246146" y="62915"/>
                  </a:lnTo>
                  <a:lnTo>
                    <a:pt x="1327053" y="76631"/>
                  </a:lnTo>
                  <a:lnTo>
                    <a:pt x="1401698" y="91906"/>
                  </a:lnTo>
                  <a:lnTo>
                    <a:pt x="1470298" y="108929"/>
                  </a:lnTo>
                  <a:lnTo>
                    <a:pt x="1533440" y="127939"/>
                  </a:lnTo>
                  <a:lnTo>
                    <a:pt x="1591920" y="149222"/>
                  </a:lnTo>
                  <a:lnTo>
                    <a:pt x="1646637" y="173086"/>
                  </a:lnTo>
                  <a:lnTo>
                    <a:pt x="1698504" y="199828"/>
                  </a:lnTo>
                  <a:lnTo>
                    <a:pt x="1748373" y="229670"/>
                  </a:lnTo>
                  <a:lnTo>
                    <a:pt x="1768425" y="242828"/>
                  </a:lnTo>
                  <a:lnTo>
                    <a:pt x="1814450" y="275476"/>
                  </a:lnTo>
                  <a:lnTo>
                    <a:pt x="1860026" y="311067"/>
                  </a:lnTo>
                  <a:lnTo>
                    <a:pt x="1905540" y="349654"/>
                  </a:lnTo>
                  <a:lnTo>
                    <a:pt x="1951272" y="391215"/>
                  </a:lnTo>
                  <a:lnTo>
                    <a:pt x="1997409" y="435641"/>
                  </a:lnTo>
                  <a:lnTo>
                    <a:pt x="2044057" y="482731"/>
                  </a:lnTo>
                  <a:lnTo>
                    <a:pt x="2091244" y="532192"/>
                  </a:lnTo>
                  <a:lnTo>
                    <a:pt x="2138936" y="583637"/>
                  </a:lnTo>
                  <a:lnTo>
                    <a:pt x="2187041" y="636602"/>
                  </a:lnTo>
                  <a:lnTo>
                    <a:pt x="2235426" y="690555"/>
                  </a:lnTo>
                  <a:lnTo>
                    <a:pt x="2283931" y="744922"/>
                  </a:lnTo>
                  <a:lnTo>
                    <a:pt x="2332384" y="799109"/>
                  </a:lnTo>
                  <a:lnTo>
                    <a:pt x="2380618" y="852531"/>
                  </a:lnTo>
                  <a:lnTo>
                    <a:pt x="2428486" y="904637"/>
                  </a:lnTo>
                  <a:lnTo>
                    <a:pt x="2475881" y="954934"/>
                  </a:lnTo>
                  <a:lnTo>
                    <a:pt x="2522742" y="1003002"/>
                  </a:lnTo>
                  <a:lnTo>
                    <a:pt x="2569073" y="1048511"/>
                  </a:lnTo>
                  <a:lnTo>
                    <a:pt x="2614948" y="1091224"/>
                  </a:lnTo>
                  <a:lnTo>
                    <a:pt x="2660520" y="1130995"/>
                  </a:lnTo>
                  <a:lnTo>
                    <a:pt x="2706031" y="1167769"/>
                  </a:lnTo>
                  <a:lnTo>
                    <a:pt x="2751825" y="1201571"/>
                  </a:lnTo>
                  <a:lnTo>
                    <a:pt x="2770117" y="1214141"/>
                  </a:lnTo>
                  <a:lnTo>
                    <a:pt x="2819383" y="1245282"/>
                  </a:lnTo>
                  <a:lnTo>
                    <a:pt x="2870334" y="1273276"/>
                  </a:lnTo>
                  <a:lnTo>
                    <a:pt x="2923773" y="1298287"/>
                  </a:lnTo>
                  <a:lnTo>
                    <a:pt x="2980598" y="1320591"/>
                  </a:lnTo>
                  <a:lnTo>
                    <a:pt x="3041723" y="1340498"/>
                  </a:lnTo>
                  <a:lnTo>
                    <a:pt x="3107998" y="1358303"/>
                  </a:lnTo>
                  <a:lnTo>
                    <a:pt x="3180112" y="1374270"/>
                  </a:lnTo>
                  <a:lnTo>
                    <a:pt x="3258455" y="1388607"/>
                  </a:lnTo>
                  <a:lnTo>
                    <a:pt x="3342942" y="1401467"/>
                  </a:lnTo>
                  <a:lnTo>
                    <a:pt x="3432810" y="1412944"/>
                  </a:lnTo>
                  <a:lnTo>
                    <a:pt x="3526408" y="1423074"/>
                  </a:lnTo>
                  <a:lnTo>
                    <a:pt x="3621066" y="1431852"/>
                  </a:lnTo>
                  <a:lnTo>
                    <a:pt x="3713139" y="1439245"/>
                  </a:lnTo>
                  <a:lnTo>
                    <a:pt x="3798327" y="1445229"/>
                  </a:lnTo>
                  <a:lnTo>
                    <a:pt x="3872304" y="1449813"/>
                  </a:lnTo>
                  <a:lnTo>
                    <a:pt x="3931553" y="1453078"/>
                  </a:lnTo>
                  <a:lnTo>
                    <a:pt x="3974193" y="1455180"/>
                  </a:lnTo>
                  <a:lnTo>
                    <a:pt x="4000504" y="1456346"/>
                  </a:lnTo>
                  <a:lnTo>
                    <a:pt x="4013026" y="1456847"/>
                  </a:lnTo>
                  <a:lnTo>
                    <a:pt x="4016321" y="1456967"/>
                  </a:lnTo>
                  <a:lnTo>
                    <a:pt x="4016409" y="1456970"/>
                  </a:lnTo>
                  <a:lnTo>
                    <a:pt x="4538543" y="1456970"/>
                  </a:lnTo>
                  <a:lnTo>
                    <a:pt x="4539812" y="1456976"/>
                  </a:lnTo>
                  <a:lnTo>
                    <a:pt x="4548109" y="1457018"/>
                  </a:lnTo>
                  <a:lnTo>
                    <a:pt x="4568852" y="1457134"/>
                  </a:lnTo>
                  <a:lnTo>
                    <a:pt x="4605496" y="1457363"/>
                  </a:lnTo>
                  <a:lnTo>
                    <a:pt x="4659219" y="1457737"/>
                  </a:lnTo>
                  <a:lnTo>
                    <a:pt x="4728866" y="1458282"/>
                  </a:lnTo>
                  <a:lnTo>
                    <a:pt x="4811342" y="1459012"/>
                  </a:lnTo>
                  <a:lnTo>
                    <a:pt x="4902392" y="1459931"/>
                  </a:lnTo>
                  <a:lnTo>
                    <a:pt x="4997501" y="1461038"/>
                  </a:lnTo>
                  <a:lnTo>
                    <a:pt x="5092647" y="1462327"/>
                  </a:lnTo>
                  <a:lnTo>
                    <a:pt x="5184747" y="1463797"/>
                  </a:lnTo>
                  <a:lnTo>
                    <a:pt x="5271783" y="1465451"/>
                  </a:lnTo>
                  <a:lnTo>
                    <a:pt x="5352713" y="1467298"/>
                  </a:lnTo>
                  <a:lnTo>
                    <a:pt x="5427265" y="1469357"/>
                  </a:lnTo>
                  <a:lnTo>
                    <a:pt x="5495723" y="1471654"/>
                  </a:lnTo>
                  <a:lnTo>
                    <a:pt x="5558723" y="1474223"/>
                  </a:lnTo>
                  <a:lnTo>
                    <a:pt x="5617105" y="1477103"/>
                  </a:lnTo>
                  <a:lnTo>
                    <a:pt x="5671802" y="1480335"/>
                  </a:lnTo>
                  <a:lnTo>
                    <a:pt x="5723745" y="1483960"/>
                  </a:lnTo>
                  <a:lnTo>
                    <a:pt x="5773793" y="1488005"/>
                  </a:lnTo>
                  <a:lnTo>
                    <a:pt x="5784835" y="1488970"/>
                  </a:lnTo>
                  <a:lnTo>
                    <a:pt x="5838877" y="1494067"/>
                  </a:lnTo>
                  <a:lnTo>
                    <a:pt x="5892398" y="1499702"/>
                  </a:lnTo>
                  <a:lnTo>
                    <a:pt x="5945980" y="1505883"/>
                  </a:lnTo>
                  <a:lnTo>
                    <a:pt x="6000012" y="1512596"/>
                  </a:lnTo>
                  <a:lnTo>
                    <a:pt x="6054713" y="1519806"/>
                  </a:lnTo>
                  <a:lnTo>
                    <a:pt x="6110158" y="1527455"/>
                  </a:lnTo>
                  <a:lnTo>
                    <a:pt x="6166291" y="1535461"/>
                  </a:lnTo>
                  <a:lnTo>
                    <a:pt x="6222956" y="1543721"/>
                  </a:lnTo>
                  <a:lnTo>
                    <a:pt x="6279922" y="1552121"/>
                  </a:lnTo>
                  <a:lnTo>
                    <a:pt x="6336916" y="1560532"/>
                  </a:lnTo>
                  <a:lnTo>
                    <a:pt x="6393663" y="1568831"/>
                  </a:lnTo>
                  <a:lnTo>
                    <a:pt x="6449919" y="1576897"/>
                  </a:lnTo>
                  <a:lnTo>
                    <a:pt x="6505510" y="1584625"/>
                  </a:lnTo>
                  <a:lnTo>
                    <a:pt x="6560360" y="1591929"/>
                  </a:lnTo>
                  <a:lnTo>
                    <a:pt x="6614515" y="1598746"/>
                  </a:lnTo>
                  <a:lnTo>
                    <a:pt x="6668162" y="1605036"/>
                  </a:lnTo>
                  <a:lnTo>
                    <a:pt x="6721656" y="1610782"/>
                  </a:lnTo>
                  <a:lnTo>
                    <a:pt x="6775535" y="1615986"/>
                  </a:lnTo>
                  <a:lnTo>
                    <a:pt x="6786527" y="1616973"/>
                  </a:lnTo>
                  <a:lnTo>
                    <a:pt x="6836253" y="1621112"/>
                  </a:lnTo>
                  <a:lnTo>
                    <a:pt x="6887701" y="1624830"/>
                  </a:lnTo>
                  <a:lnTo>
                    <a:pt x="6941700" y="1628147"/>
                  </a:lnTo>
                  <a:lnTo>
                    <a:pt x="6999173" y="1631103"/>
                  </a:lnTo>
                  <a:lnTo>
                    <a:pt x="7061060" y="1633738"/>
                  </a:lnTo>
                  <a:lnTo>
                    <a:pt x="7128228" y="1636093"/>
                  </a:lnTo>
                  <a:lnTo>
                    <a:pt x="7201374" y="1638203"/>
                  </a:lnTo>
                  <a:lnTo>
                    <a:pt x="7280873" y="1640095"/>
                  </a:lnTo>
                  <a:lnTo>
                    <a:pt x="7366599" y="1641791"/>
                  </a:lnTo>
                  <a:lnTo>
                    <a:pt x="7457701" y="1643302"/>
                  </a:lnTo>
                  <a:lnTo>
                    <a:pt x="7552395" y="1644632"/>
                  </a:lnTo>
                  <a:lnTo>
                    <a:pt x="7647833" y="1645780"/>
                  </a:lnTo>
                  <a:lnTo>
                    <a:pt x="7740179" y="1646742"/>
                  </a:lnTo>
                  <a:lnTo>
                    <a:pt x="7824972" y="1647514"/>
                  </a:lnTo>
                  <a:lnTo>
                    <a:pt x="7897821" y="1648100"/>
                  </a:lnTo>
                  <a:lnTo>
                    <a:pt x="7955295" y="1648510"/>
                  </a:lnTo>
                  <a:lnTo>
                    <a:pt x="7995753" y="1648769"/>
                  </a:lnTo>
                  <a:lnTo>
                    <a:pt x="8019838" y="1648907"/>
                  </a:lnTo>
                  <a:lnTo>
                    <a:pt x="8030520" y="1648963"/>
                  </a:lnTo>
                  <a:lnTo>
                    <a:pt x="8032804" y="1648973"/>
                  </a:lnTo>
                  <a:lnTo>
                    <a:pt x="8032819" y="1648973"/>
                  </a:lnTo>
                  <a:lnTo>
                    <a:pt x="8554953" y="1648973"/>
                  </a:lnTo>
                  <a:lnTo>
                    <a:pt x="8554953" y="1648973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138" name="pl1138"/>
            <p:cNvSpPr/>
            <p:nvPr/>
          </p:nvSpPr>
          <p:spPr>
            <a:xfrm>
              <a:off x="386606" y="4523023"/>
              <a:ext cx="8554953" cy="1648973"/>
            </a:xfrm>
            <a:custGeom>
              <a:avLst/>
              <a:pathLst>
                <a:path w="8554953" h="1648973">
                  <a:moveTo>
                    <a:pt x="8554953" y="1648973"/>
                  </a:moveTo>
                  <a:lnTo>
                    <a:pt x="8032819" y="1648973"/>
                  </a:lnTo>
                  <a:lnTo>
                    <a:pt x="8031550" y="1648968"/>
                  </a:lnTo>
                  <a:lnTo>
                    <a:pt x="8023253" y="1648925"/>
                  </a:lnTo>
                  <a:lnTo>
                    <a:pt x="8002510" y="1648809"/>
                  </a:lnTo>
                  <a:lnTo>
                    <a:pt x="7965866" y="1648581"/>
                  </a:lnTo>
                  <a:lnTo>
                    <a:pt x="7912143" y="1648206"/>
                  </a:lnTo>
                  <a:lnTo>
                    <a:pt x="7842496" y="1647662"/>
                  </a:lnTo>
                  <a:lnTo>
                    <a:pt x="7760020" y="1646932"/>
                  </a:lnTo>
                  <a:lnTo>
                    <a:pt x="7668970" y="1646012"/>
                  </a:lnTo>
                  <a:lnTo>
                    <a:pt x="7573861" y="1644905"/>
                  </a:lnTo>
                  <a:lnTo>
                    <a:pt x="7478715" y="1643616"/>
                  </a:lnTo>
                  <a:lnTo>
                    <a:pt x="7386615" y="1642146"/>
                  </a:lnTo>
                  <a:lnTo>
                    <a:pt x="7299579" y="1640492"/>
                  </a:lnTo>
                  <a:lnTo>
                    <a:pt x="7218649" y="1638645"/>
                  </a:lnTo>
                  <a:lnTo>
                    <a:pt x="7144097" y="1636587"/>
                  </a:lnTo>
                  <a:lnTo>
                    <a:pt x="7075639" y="1634289"/>
                  </a:lnTo>
                  <a:lnTo>
                    <a:pt x="7012639" y="1631720"/>
                  </a:lnTo>
                  <a:lnTo>
                    <a:pt x="6954257" y="1628841"/>
                  </a:lnTo>
                  <a:lnTo>
                    <a:pt x="6899560" y="1625608"/>
                  </a:lnTo>
                  <a:lnTo>
                    <a:pt x="6847617" y="1621983"/>
                  </a:lnTo>
                  <a:lnTo>
                    <a:pt x="6797569" y="1617938"/>
                  </a:lnTo>
                  <a:lnTo>
                    <a:pt x="6786527" y="1616973"/>
                  </a:lnTo>
                  <a:lnTo>
                    <a:pt x="6732485" y="1611876"/>
                  </a:lnTo>
                  <a:lnTo>
                    <a:pt x="6678964" y="1606241"/>
                  </a:lnTo>
                  <a:lnTo>
                    <a:pt x="6625382" y="1600060"/>
                  </a:lnTo>
                  <a:lnTo>
                    <a:pt x="6571350" y="1593347"/>
                  </a:lnTo>
                  <a:lnTo>
                    <a:pt x="6516649" y="1586137"/>
                  </a:lnTo>
                  <a:lnTo>
                    <a:pt x="6461204" y="1578488"/>
                  </a:lnTo>
                  <a:lnTo>
                    <a:pt x="6405071" y="1570482"/>
                  </a:lnTo>
                  <a:lnTo>
                    <a:pt x="6348406" y="1562222"/>
                  </a:lnTo>
                  <a:lnTo>
                    <a:pt x="6291440" y="1553823"/>
                  </a:lnTo>
                  <a:lnTo>
                    <a:pt x="6234446" y="1545411"/>
                  </a:lnTo>
                  <a:lnTo>
                    <a:pt x="6177699" y="1537112"/>
                  </a:lnTo>
                  <a:lnTo>
                    <a:pt x="6121443" y="1529046"/>
                  </a:lnTo>
                  <a:lnTo>
                    <a:pt x="6065851" y="1521318"/>
                  </a:lnTo>
                  <a:lnTo>
                    <a:pt x="6011002" y="1514014"/>
                  </a:lnTo>
                  <a:lnTo>
                    <a:pt x="5956847" y="1507197"/>
                  </a:lnTo>
                  <a:lnTo>
                    <a:pt x="5903200" y="1500907"/>
                  </a:lnTo>
                  <a:lnTo>
                    <a:pt x="5849706" y="1495162"/>
                  </a:lnTo>
                  <a:lnTo>
                    <a:pt x="5795827" y="1489957"/>
                  </a:lnTo>
                  <a:lnTo>
                    <a:pt x="5784835" y="1488970"/>
                  </a:lnTo>
                  <a:lnTo>
                    <a:pt x="5735109" y="1484831"/>
                  </a:lnTo>
                  <a:lnTo>
                    <a:pt x="5683661" y="1481113"/>
                  </a:lnTo>
                  <a:lnTo>
                    <a:pt x="5629662" y="1477796"/>
                  </a:lnTo>
                  <a:lnTo>
                    <a:pt x="5572188" y="1474840"/>
                  </a:lnTo>
                  <a:lnTo>
                    <a:pt x="5510302" y="1472205"/>
                  </a:lnTo>
                  <a:lnTo>
                    <a:pt x="5443134" y="1469850"/>
                  </a:lnTo>
                  <a:lnTo>
                    <a:pt x="5369988" y="1467740"/>
                  </a:lnTo>
                  <a:lnTo>
                    <a:pt x="5290489" y="1465848"/>
                  </a:lnTo>
                  <a:lnTo>
                    <a:pt x="5204763" y="1464152"/>
                  </a:lnTo>
                  <a:lnTo>
                    <a:pt x="5113661" y="1462641"/>
                  </a:lnTo>
                  <a:lnTo>
                    <a:pt x="5018967" y="1461311"/>
                  </a:lnTo>
                  <a:lnTo>
                    <a:pt x="4923529" y="1460163"/>
                  </a:lnTo>
                  <a:lnTo>
                    <a:pt x="4831183" y="1459201"/>
                  </a:lnTo>
                  <a:lnTo>
                    <a:pt x="4746390" y="1458429"/>
                  </a:lnTo>
                  <a:lnTo>
                    <a:pt x="4673541" y="1457843"/>
                  </a:lnTo>
                  <a:lnTo>
                    <a:pt x="4616067" y="1457433"/>
                  </a:lnTo>
                  <a:lnTo>
                    <a:pt x="4575609" y="1457174"/>
                  </a:lnTo>
                  <a:lnTo>
                    <a:pt x="4551524" y="1457036"/>
                  </a:lnTo>
                  <a:lnTo>
                    <a:pt x="4540841" y="1456981"/>
                  </a:lnTo>
                  <a:lnTo>
                    <a:pt x="4538558" y="1456970"/>
                  </a:lnTo>
                  <a:lnTo>
                    <a:pt x="4538543" y="1456970"/>
                  </a:lnTo>
                  <a:lnTo>
                    <a:pt x="4016409" y="1456970"/>
                  </a:lnTo>
                  <a:lnTo>
                    <a:pt x="4015174" y="1456926"/>
                  </a:lnTo>
                  <a:lnTo>
                    <a:pt x="4007092" y="1456616"/>
                  </a:lnTo>
                  <a:lnTo>
                    <a:pt x="3986867" y="1455757"/>
                  </a:lnTo>
                  <a:lnTo>
                    <a:pt x="3951091" y="1454070"/>
                  </a:lnTo>
                  <a:lnTo>
                    <a:pt x="3898543" y="1451305"/>
                  </a:lnTo>
                  <a:lnTo>
                    <a:pt x="3830259" y="1447276"/>
                  </a:lnTo>
                  <a:lnTo>
                    <a:pt x="3749173" y="1441871"/>
                  </a:lnTo>
                  <a:lnTo>
                    <a:pt x="3659385" y="1435054"/>
                  </a:lnTo>
                  <a:lnTo>
                    <a:pt x="3565299" y="1426840"/>
                  </a:lnTo>
                  <a:lnTo>
                    <a:pt x="3470884" y="1417262"/>
                  </a:lnTo>
                  <a:lnTo>
                    <a:pt x="3379230" y="1406339"/>
                  </a:lnTo>
                  <a:lnTo>
                    <a:pt x="3292396" y="1394054"/>
                  </a:lnTo>
                  <a:lnTo>
                    <a:pt x="3211489" y="1380338"/>
                  </a:lnTo>
                  <a:lnTo>
                    <a:pt x="3136845" y="1365063"/>
                  </a:lnTo>
                  <a:lnTo>
                    <a:pt x="3068244" y="1348040"/>
                  </a:lnTo>
                  <a:lnTo>
                    <a:pt x="3005102" y="1329030"/>
                  </a:lnTo>
                  <a:lnTo>
                    <a:pt x="2946622" y="1307747"/>
                  </a:lnTo>
                  <a:lnTo>
                    <a:pt x="2891905" y="1283883"/>
                  </a:lnTo>
                  <a:lnTo>
                    <a:pt x="2840038" y="1257141"/>
                  </a:lnTo>
                  <a:lnTo>
                    <a:pt x="2790169" y="1227299"/>
                  </a:lnTo>
                  <a:lnTo>
                    <a:pt x="2770117" y="1214141"/>
                  </a:lnTo>
                  <a:lnTo>
                    <a:pt x="2724092" y="1181493"/>
                  </a:lnTo>
                  <a:lnTo>
                    <a:pt x="2678516" y="1145902"/>
                  </a:lnTo>
                  <a:lnTo>
                    <a:pt x="2633002" y="1107315"/>
                  </a:lnTo>
                  <a:lnTo>
                    <a:pt x="2587271" y="1065754"/>
                  </a:lnTo>
                  <a:lnTo>
                    <a:pt x="2541133" y="1021328"/>
                  </a:lnTo>
                  <a:lnTo>
                    <a:pt x="2494485" y="974238"/>
                  </a:lnTo>
                  <a:lnTo>
                    <a:pt x="2447298" y="924777"/>
                  </a:lnTo>
                  <a:lnTo>
                    <a:pt x="2399606" y="873332"/>
                  </a:lnTo>
                  <a:lnTo>
                    <a:pt x="2351502" y="820367"/>
                  </a:lnTo>
                  <a:lnTo>
                    <a:pt x="2303116" y="766414"/>
                  </a:lnTo>
                  <a:lnTo>
                    <a:pt x="2254611" y="712047"/>
                  </a:lnTo>
                  <a:lnTo>
                    <a:pt x="2206158" y="657860"/>
                  </a:lnTo>
                  <a:lnTo>
                    <a:pt x="2157924" y="604438"/>
                  </a:lnTo>
                  <a:lnTo>
                    <a:pt x="2110056" y="552332"/>
                  </a:lnTo>
                  <a:lnTo>
                    <a:pt x="2062662" y="502035"/>
                  </a:lnTo>
                  <a:lnTo>
                    <a:pt x="2015800" y="453967"/>
                  </a:lnTo>
                  <a:lnTo>
                    <a:pt x="1969469" y="408458"/>
                  </a:lnTo>
                  <a:lnTo>
                    <a:pt x="1923594" y="365746"/>
                  </a:lnTo>
                  <a:lnTo>
                    <a:pt x="1878022" y="325974"/>
                  </a:lnTo>
                  <a:lnTo>
                    <a:pt x="1832511" y="289200"/>
                  </a:lnTo>
                  <a:lnTo>
                    <a:pt x="1786717" y="255399"/>
                  </a:lnTo>
                  <a:lnTo>
                    <a:pt x="1768425" y="242828"/>
                  </a:lnTo>
                  <a:lnTo>
                    <a:pt x="1719159" y="211687"/>
                  </a:lnTo>
                  <a:lnTo>
                    <a:pt x="1668208" y="183693"/>
                  </a:lnTo>
                  <a:lnTo>
                    <a:pt x="1614769" y="158682"/>
                  </a:lnTo>
                  <a:lnTo>
                    <a:pt x="1557944" y="136378"/>
                  </a:lnTo>
                  <a:lnTo>
                    <a:pt x="1496819" y="116472"/>
                  </a:lnTo>
                  <a:lnTo>
                    <a:pt x="1430544" y="98666"/>
                  </a:lnTo>
                  <a:lnTo>
                    <a:pt x="1358430" y="82699"/>
                  </a:lnTo>
                  <a:lnTo>
                    <a:pt x="1280088" y="68362"/>
                  </a:lnTo>
                  <a:lnTo>
                    <a:pt x="1195600" y="55502"/>
                  </a:lnTo>
                  <a:lnTo>
                    <a:pt x="1105732" y="44026"/>
                  </a:lnTo>
                  <a:lnTo>
                    <a:pt x="1012134" y="33895"/>
                  </a:lnTo>
                  <a:lnTo>
                    <a:pt x="917476" y="25117"/>
                  </a:lnTo>
                  <a:lnTo>
                    <a:pt x="825403" y="17724"/>
                  </a:lnTo>
                  <a:lnTo>
                    <a:pt x="740215" y="11740"/>
                  </a:lnTo>
                  <a:lnTo>
                    <a:pt x="666239" y="7156"/>
                  </a:lnTo>
                  <a:lnTo>
                    <a:pt x="606989" y="3891"/>
                  </a:lnTo>
                  <a:lnTo>
                    <a:pt x="564349" y="1789"/>
                  </a:lnTo>
                  <a:lnTo>
                    <a:pt x="538038" y="623"/>
                  </a:lnTo>
                  <a:lnTo>
                    <a:pt x="525516" y="122"/>
                  </a:lnTo>
                  <a:lnTo>
                    <a:pt x="522221" y="2"/>
                  </a:lnTo>
                  <a:lnTo>
                    <a:pt x="522133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139" name="pg1139"/>
            <p:cNvSpPr/>
            <p:nvPr/>
          </p:nvSpPr>
          <p:spPr>
            <a:xfrm>
              <a:off x="386606" y="2761106"/>
              <a:ext cx="8554953" cy="1536030"/>
            </a:xfrm>
            <a:custGeom>
              <a:avLst/>
              <a:pathLst>
                <a:path w="8554953" h="1536030">
                  <a:moveTo>
                    <a:pt x="0" y="1536030"/>
                  </a:moveTo>
                  <a:lnTo>
                    <a:pt x="522133" y="1536030"/>
                  </a:lnTo>
                  <a:lnTo>
                    <a:pt x="523365" y="1535984"/>
                  </a:lnTo>
                  <a:lnTo>
                    <a:pt x="531425" y="1535659"/>
                  </a:lnTo>
                  <a:lnTo>
                    <a:pt x="551597" y="1534760"/>
                  </a:lnTo>
                  <a:lnTo>
                    <a:pt x="587285" y="1532992"/>
                  </a:lnTo>
                  <a:lnTo>
                    <a:pt x="639713" y="1530097"/>
                  </a:lnTo>
                  <a:lnTo>
                    <a:pt x="707858" y="1525876"/>
                  </a:lnTo>
                  <a:lnTo>
                    <a:pt x="788801" y="1520213"/>
                  </a:lnTo>
                  <a:lnTo>
                    <a:pt x="878459" y="1513070"/>
                  </a:lnTo>
                  <a:lnTo>
                    <a:pt x="972439" y="1504462"/>
                  </a:lnTo>
                  <a:lnTo>
                    <a:pt x="1066777" y="1494423"/>
                  </a:lnTo>
                  <a:lnTo>
                    <a:pt x="1158384" y="1482975"/>
                  </a:lnTo>
                  <a:lnTo>
                    <a:pt x="1245196" y="1470099"/>
                  </a:lnTo>
                  <a:lnTo>
                    <a:pt x="1326100" y="1455724"/>
                  </a:lnTo>
                  <a:lnTo>
                    <a:pt x="1400753" y="1439715"/>
                  </a:lnTo>
                  <a:lnTo>
                    <a:pt x="1469368" y="1421879"/>
                  </a:lnTo>
                  <a:lnTo>
                    <a:pt x="1532525" y="1401962"/>
                  </a:lnTo>
                  <a:lnTo>
                    <a:pt x="1591015" y="1379667"/>
                  </a:lnTo>
                  <a:lnTo>
                    <a:pt x="1645735" y="1354672"/>
                  </a:lnTo>
                  <a:lnTo>
                    <a:pt x="1697595" y="1326664"/>
                  </a:lnTo>
                  <a:lnTo>
                    <a:pt x="1747447" y="1295409"/>
                  </a:lnTo>
                  <a:lnTo>
                    <a:pt x="1768425" y="1280966"/>
                  </a:lnTo>
                  <a:lnTo>
                    <a:pt x="1813895" y="1247108"/>
                  </a:lnTo>
                  <a:lnTo>
                    <a:pt x="1858922" y="1210233"/>
                  </a:lnTo>
                  <a:lnTo>
                    <a:pt x="1903880" y="1170288"/>
                  </a:lnTo>
                  <a:lnTo>
                    <a:pt x="1949043" y="1127292"/>
                  </a:lnTo>
                  <a:lnTo>
                    <a:pt x="1994595" y="1081352"/>
                  </a:lnTo>
                  <a:lnTo>
                    <a:pt x="2040641" y="1032665"/>
                  </a:lnTo>
                  <a:lnTo>
                    <a:pt x="2087214" y="981524"/>
                  </a:lnTo>
                  <a:lnTo>
                    <a:pt x="2134284" y="928310"/>
                  </a:lnTo>
                  <a:lnTo>
                    <a:pt x="2181769" y="873490"/>
                  </a:lnTo>
                  <a:lnTo>
                    <a:pt x="2229543" y="817594"/>
                  </a:lnTo>
                  <a:lnTo>
                    <a:pt x="2277454" y="761201"/>
                  </a:lnTo>
                  <a:lnTo>
                    <a:pt x="2325336" y="704911"/>
                  </a:lnTo>
                  <a:lnTo>
                    <a:pt x="2373027" y="649319"/>
                  </a:lnTo>
                  <a:lnTo>
                    <a:pt x="2420382" y="594990"/>
                  </a:lnTo>
                  <a:lnTo>
                    <a:pt x="2467289" y="542436"/>
                  </a:lnTo>
                  <a:lnTo>
                    <a:pt x="2513683" y="492094"/>
                  </a:lnTo>
                  <a:lnTo>
                    <a:pt x="2559553" y="444317"/>
                  </a:lnTo>
                  <a:lnTo>
                    <a:pt x="2604957" y="399365"/>
                  </a:lnTo>
                  <a:lnTo>
                    <a:pt x="2650025" y="357403"/>
                  </a:lnTo>
                  <a:lnTo>
                    <a:pt x="2694971" y="318508"/>
                  </a:lnTo>
                  <a:lnTo>
                    <a:pt x="2740101" y="282673"/>
                  </a:lnTo>
                  <a:lnTo>
                    <a:pt x="2770117" y="260711"/>
                  </a:lnTo>
                  <a:lnTo>
                    <a:pt x="2819336" y="228030"/>
                  </a:lnTo>
                  <a:lnTo>
                    <a:pt x="2870236" y="198649"/>
                  </a:lnTo>
                  <a:lnTo>
                    <a:pt x="2923617" y="172395"/>
                  </a:lnTo>
                  <a:lnTo>
                    <a:pt x="2980376" y="148980"/>
                  </a:lnTo>
                  <a:lnTo>
                    <a:pt x="3041423" y="128081"/>
                  </a:lnTo>
                  <a:lnTo>
                    <a:pt x="3107608" y="109384"/>
                  </a:lnTo>
                  <a:lnTo>
                    <a:pt x="3179616" y="92618"/>
                  </a:lnTo>
                  <a:lnTo>
                    <a:pt x="3257840" y="77562"/>
                  </a:lnTo>
                  <a:lnTo>
                    <a:pt x="3342201" y="64054"/>
                  </a:lnTo>
                  <a:lnTo>
                    <a:pt x="3431943" y="51998"/>
                  </a:lnTo>
                  <a:lnTo>
                    <a:pt x="3525427" y="41353"/>
                  </a:lnTo>
                  <a:lnTo>
                    <a:pt x="3620002" y="32126"/>
                  </a:lnTo>
                  <a:lnTo>
                    <a:pt x="3712044" y="24350"/>
                  </a:lnTo>
                  <a:lnTo>
                    <a:pt x="3797267" y="18053"/>
                  </a:lnTo>
                  <a:lnTo>
                    <a:pt x="3871354" y="13222"/>
                  </a:lnTo>
                  <a:lnTo>
                    <a:pt x="3930781" y="9776"/>
                  </a:lnTo>
                  <a:lnTo>
                    <a:pt x="3973643" y="7553"/>
                  </a:lnTo>
                  <a:lnTo>
                    <a:pt x="4000183" y="6316"/>
                  </a:lnTo>
                  <a:lnTo>
                    <a:pt x="4012900" y="5781"/>
                  </a:lnTo>
                  <a:lnTo>
                    <a:pt x="4016409" y="5647"/>
                  </a:lnTo>
                  <a:lnTo>
                    <a:pt x="4538543" y="5647"/>
                  </a:lnTo>
                  <a:lnTo>
                    <a:pt x="4539811" y="5656"/>
                  </a:lnTo>
                  <a:lnTo>
                    <a:pt x="4548103" y="5721"/>
                  </a:lnTo>
                  <a:lnTo>
                    <a:pt x="4568832" y="5903"/>
                  </a:lnTo>
                  <a:lnTo>
                    <a:pt x="4605454" y="6259"/>
                  </a:lnTo>
                  <a:lnTo>
                    <a:pt x="4659146" y="6842"/>
                  </a:lnTo>
                  <a:lnTo>
                    <a:pt x="4728758" y="7690"/>
                  </a:lnTo>
                  <a:lnTo>
                    <a:pt x="4811198" y="8828"/>
                  </a:lnTo>
                  <a:lnTo>
                    <a:pt x="4902215" y="10260"/>
                  </a:lnTo>
                  <a:lnTo>
                    <a:pt x="4997298" y="11984"/>
                  </a:lnTo>
                  <a:lnTo>
                    <a:pt x="5092426" y="13993"/>
                  </a:lnTo>
                  <a:lnTo>
                    <a:pt x="5184515" y="16284"/>
                  </a:lnTo>
                  <a:lnTo>
                    <a:pt x="5271546" y="18859"/>
                  </a:lnTo>
                  <a:lnTo>
                    <a:pt x="5352475" y="21737"/>
                  </a:lnTo>
                  <a:lnTo>
                    <a:pt x="5427030" y="24945"/>
                  </a:lnTo>
                  <a:lnTo>
                    <a:pt x="5495491" y="28523"/>
                  </a:lnTo>
                  <a:lnTo>
                    <a:pt x="5558494" y="32525"/>
                  </a:lnTo>
                  <a:lnTo>
                    <a:pt x="5616880" y="37011"/>
                  </a:lnTo>
                  <a:lnTo>
                    <a:pt x="5671576" y="42047"/>
                  </a:lnTo>
                  <a:lnTo>
                    <a:pt x="5723518" y="47694"/>
                  </a:lnTo>
                  <a:lnTo>
                    <a:pt x="5773561" y="53994"/>
                  </a:lnTo>
                  <a:lnTo>
                    <a:pt x="5784835" y="55530"/>
                  </a:lnTo>
                  <a:lnTo>
                    <a:pt x="5838573" y="63428"/>
                  </a:lnTo>
                  <a:lnTo>
                    <a:pt x="5891792" y="72155"/>
                  </a:lnTo>
                  <a:lnTo>
                    <a:pt x="5945067" y="81723"/>
                  </a:lnTo>
                  <a:lnTo>
                    <a:pt x="5998781" y="92112"/>
                  </a:lnTo>
                  <a:lnTo>
                    <a:pt x="6053154" y="103270"/>
                  </a:lnTo>
                  <a:lnTo>
                    <a:pt x="6108262" y="115106"/>
                  </a:lnTo>
                  <a:lnTo>
                    <a:pt x="6164054" y="127497"/>
                  </a:lnTo>
                  <a:lnTo>
                    <a:pt x="6220381" y="140288"/>
                  </a:lnTo>
                  <a:lnTo>
                    <a:pt x="6277016" y="153301"/>
                  </a:lnTo>
                  <a:lnTo>
                    <a:pt x="6333693" y="166343"/>
                  </a:lnTo>
                  <a:lnTo>
                    <a:pt x="6390140" y="179222"/>
                  </a:lnTo>
                  <a:lnTo>
                    <a:pt x="6446116" y="191753"/>
                  </a:lnTo>
                  <a:lnTo>
                    <a:pt x="6501443" y="203773"/>
                  </a:lnTo>
                  <a:lnTo>
                    <a:pt x="6556039" y="215149"/>
                  </a:lnTo>
                  <a:lnTo>
                    <a:pt x="6609938" y="225780"/>
                  </a:lnTo>
                  <a:lnTo>
                    <a:pt x="6663314" y="235603"/>
                  </a:lnTo>
                  <a:lnTo>
                    <a:pt x="6716499" y="244587"/>
                  </a:lnTo>
                  <a:lnTo>
                    <a:pt x="6770005" y="252736"/>
                  </a:lnTo>
                  <a:lnTo>
                    <a:pt x="6786527" y="255063"/>
                  </a:lnTo>
                  <a:lnTo>
                    <a:pt x="6836241" y="261515"/>
                  </a:lnTo>
                  <a:lnTo>
                    <a:pt x="6887676" y="267308"/>
                  </a:lnTo>
                  <a:lnTo>
                    <a:pt x="6941661" y="272479"/>
                  </a:lnTo>
                  <a:lnTo>
                    <a:pt x="6999117" y="277086"/>
                  </a:lnTo>
                  <a:lnTo>
                    <a:pt x="7060984" y="281193"/>
                  </a:lnTo>
                  <a:lnTo>
                    <a:pt x="7128129" y="284864"/>
                  </a:lnTo>
                  <a:lnTo>
                    <a:pt x="7201248" y="288152"/>
                  </a:lnTo>
                  <a:lnTo>
                    <a:pt x="7280717" y="291102"/>
                  </a:lnTo>
                  <a:lnTo>
                    <a:pt x="7366411" y="293745"/>
                  </a:lnTo>
                  <a:lnTo>
                    <a:pt x="7457482" y="296100"/>
                  </a:lnTo>
                  <a:lnTo>
                    <a:pt x="7552147" y="298174"/>
                  </a:lnTo>
                  <a:lnTo>
                    <a:pt x="7647566" y="299964"/>
                  </a:lnTo>
                  <a:lnTo>
                    <a:pt x="7739905" y="301464"/>
                  </a:lnTo>
                  <a:lnTo>
                    <a:pt x="7824710" y="302668"/>
                  </a:lnTo>
                  <a:lnTo>
                    <a:pt x="7897589" y="303582"/>
                  </a:lnTo>
                  <a:lnTo>
                    <a:pt x="7955110" y="304223"/>
                  </a:lnTo>
                  <a:lnTo>
                    <a:pt x="7995624" y="304627"/>
                  </a:lnTo>
                  <a:lnTo>
                    <a:pt x="8019768" y="304843"/>
                  </a:lnTo>
                  <a:lnTo>
                    <a:pt x="8030496" y="304930"/>
                  </a:lnTo>
                  <a:lnTo>
                    <a:pt x="8032819" y="304947"/>
                  </a:lnTo>
                  <a:lnTo>
                    <a:pt x="8554953" y="304947"/>
                  </a:lnTo>
                  <a:lnTo>
                    <a:pt x="8554953" y="299300"/>
                  </a:lnTo>
                  <a:lnTo>
                    <a:pt x="8032819" y="299300"/>
                  </a:lnTo>
                  <a:lnTo>
                    <a:pt x="8031551" y="299290"/>
                  </a:lnTo>
                  <a:lnTo>
                    <a:pt x="8023259" y="299225"/>
                  </a:lnTo>
                  <a:lnTo>
                    <a:pt x="8002530" y="299044"/>
                  </a:lnTo>
                  <a:lnTo>
                    <a:pt x="7965908" y="298688"/>
                  </a:lnTo>
                  <a:lnTo>
                    <a:pt x="7912216" y="298105"/>
                  </a:lnTo>
                  <a:lnTo>
                    <a:pt x="7842604" y="297256"/>
                  </a:lnTo>
                  <a:lnTo>
                    <a:pt x="7760164" y="296119"/>
                  </a:lnTo>
                  <a:lnTo>
                    <a:pt x="7669147" y="294686"/>
                  </a:lnTo>
                  <a:lnTo>
                    <a:pt x="7574064" y="292962"/>
                  </a:lnTo>
                  <a:lnTo>
                    <a:pt x="7478936" y="290953"/>
                  </a:lnTo>
                  <a:lnTo>
                    <a:pt x="7386847" y="288663"/>
                  </a:lnTo>
                  <a:lnTo>
                    <a:pt x="7299816" y="286087"/>
                  </a:lnTo>
                  <a:lnTo>
                    <a:pt x="7218887" y="283209"/>
                  </a:lnTo>
                  <a:lnTo>
                    <a:pt x="7144332" y="280002"/>
                  </a:lnTo>
                  <a:lnTo>
                    <a:pt x="7075871" y="276423"/>
                  </a:lnTo>
                  <a:lnTo>
                    <a:pt x="7012867" y="272421"/>
                  </a:lnTo>
                  <a:lnTo>
                    <a:pt x="6954482" y="267935"/>
                  </a:lnTo>
                  <a:lnTo>
                    <a:pt x="6899786" y="262899"/>
                  </a:lnTo>
                  <a:lnTo>
                    <a:pt x="6847844" y="257252"/>
                  </a:lnTo>
                  <a:lnTo>
                    <a:pt x="6797801" y="250953"/>
                  </a:lnTo>
                  <a:lnTo>
                    <a:pt x="6786527" y="249416"/>
                  </a:lnTo>
                  <a:lnTo>
                    <a:pt x="6732789" y="241518"/>
                  </a:lnTo>
                  <a:lnTo>
                    <a:pt x="6679570" y="232791"/>
                  </a:lnTo>
                  <a:lnTo>
                    <a:pt x="6626295" y="223223"/>
                  </a:lnTo>
                  <a:lnTo>
                    <a:pt x="6572581" y="212834"/>
                  </a:lnTo>
                  <a:lnTo>
                    <a:pt x="6518208" y="201677"/>
                  </a:lnTo>
                  <a:lnTo>
                    <a:pt x="6463100" y="189840"/>
                  </a:lnTo>
                  <a:lnTo>
                    <a:pt x="6407308" y="177449"/>
                  </a:lnTo>
                  <a:lnTo>
                    <a:pt x="6350981" y="164658"/>
                  </a:lnTo>
                  <a:lnTo>
                    <a:pt x="6294346" y="151646"/>
                  </a:lnTo>
                  <a:lnTo>
                    <a:pt x="6237669" y="138603"/>
                  </a:lnTo>
                  <a:lnTo>
                    <a:pt x="6181222" y="125725"/>
                  </a:lnTo>
                  <a:lnTo>
                    <a:pt x="6125246" y="113194"/>
                  </a:lnTo>
                  <a:lnTo>
                    <a:pt x="6069919" y="101173"/>
                  </a:lnTo>
                  <a:lnTo>
                    <a:pt x="6015323" y="89797"/>
                  </a:lnTo>
                  <a:lnTo>
                    <a:pt x="5961424" y="79166"/>
                  </a:lnTo>
                  <a:lnTo>
                    <a:pt x="5908047" y="69343"/>
                  </a:lnTo>
                  <a:lnTo>
                    <a:pt x="5854863" y="60359"/>
                  </a:lnTo>
                  <a:lnTo>
                    <a:pt x="5801357" y="52210"/>
                  </a:lnTo>
                  <a:lnTo>
                    <a:pt x="5784835" y="49883"/>
                  </a:lnTo>
                  <a:lnTo>
                    <a:pt x="5735121" y="43431"/>
                  </a:lnTo>
                  <a:lnTo>
                    <a:pt x="5683686" y="37638"/>
                  </a:lnTo>
                  <a:lnTo>
                    <a:pt x="5629701" y="32467"/>
                  </a:lnTo>
                  <a:lnTo>
                    <a:pt x="5572245" y="27861"/>
                  </a:lnTo>
                  <a:lnTo>
                    <a:pt x="5510378" y="23753"/>
                  </a:lnTo>
                  <a:lnTo>
                    <a:pt x="5443233" y="20083"/>
                  </a:lnTo>
                  <a:lnTo>
                    <a:pt x="5370114" y="16794"/>
                  </a:lnTo>
                  <a:lnTo>
                    <a:pt x="5290645" y="13844"/>
                  </a:lnTo>
                  <a:lnTo>
                    <a:pt x="5204951" y="11201"/>
                  </a:lnTo>
                  <a:lnTo>
                    <a:pt x="5113880" y="8846"/>
                  </a:lnTo>
                  <a:lnTo>
                    <a:pt x="5019215" y="6772"/>
                  </a:lnTo>
                  <a:lnTo>
                    <a:pt x="4923796" y="4982"/>
                  </a:lnTo>
                  <a:lnTo>
                    <a:pt x="4831457" y="3482"/>
                  </a:lnTo>
                  <a:lnTo>
                    <a:pt x="4746652" y="2278"/>
                  </a:lnTo>
                  <a:lnTo>
                    <a:pt x="4673773" y="1364"/>
                  </a:lnTo>
                  <a:lnTo>
                    <a:pt x="4616252" y="723"/>
                  </a:lnTo>
                  <a:lnTo>
                    <a:pt x="4575737" y="320"/>
                  </a:lnTo>
                  <a:lnTo>
                    <a:pt x="4551594" y="103"/>
                  </a:lnTo>
                  <a:lnTo>
                    <a:pt x="4540866" y="17"/>
                  </a:lnTo>
                  <a:lnTo>
                    <a:pt x="4538543" y="0"/>
                  </a:lnTo>
                  <a:lnTo>
                    <a:pt x="4016409" y="0"/>
                  </a:lnTo>
                  <a:lnTo>
                    <a:pt x="4015177" y="45"/>
                  </a:lnTo>
                  <a:lnTo>
                    <a:pt x="4007117" y="370"/>
                  </a:lnTo>
                  <a:lnTo>
                    <a:pt x="3986945" y="1270"/>
                  </a:lnTo>
                  <a:lnTo>
                    <a:pt x="3951257" y="3037"/>
                  </a:lnTo>
                  <a:lnTo>
                    <a:pt x="3898829" y="5933"/>
                  </a:lnTo>
                  <a:lnTo>
                    <a:pt x="3830684" y="10154"/>
                  </a:lnTo>
                  <a:lnTo>
                    <a:pt x="3749741" y="15817"/>
                  </a:lnTo>
                  <a:lnTo>
                    <a:pt x="3660083" y="22960"/>
                  </a:lnTo>
                  <a:lnTo>
                    <a:pt x="3566103" y="31568"/>
                  </a:lnTo>
                  <a:lnTo>
                    <a:pt x="3471765" y="41607"/>
                  </a:lnTo>
                  <a:lnTo>
                    <a:pt x="3380158" y="53055"/>
                  </a:lnTo>
                  <a:lnTo>
                    <a:pt x="3293346" y="65931"/>
                  </a:lnTo>
                  <a:lnTo>
                    <a:pt x="3212442" y="80306"/>
                  </a:lnTo>
                  <a:lnTo>
                    <a:pt x="3137789" y="96314"/>
                  </a:lnTo>
                  <a:lnTo>
                    <a:pt x="3069174" y="114151"/>
                  </a:lnTo>
                  <a:lnTo>
                    <a:pt x="3006017" y="134068"/>
                  </a:lnTo>
                  <a:lnTo>
                    <a:pt x="2947527" y="156362"/>
                  </a:lnTo>
                  <a:lnTo>
                    <a:pt x="2892807" y="181358"/>
                  </a:lnTo>
                  <a:lnTo>
                    <a:pt x="2840947" y="209366"/>
                  </a:lnTo>
                  <a:lnTo>
                    <a:pt x="2791095" y="240621"/>
                  </a:lnTo>
                  <a:lnTo>
                    <a:pt x="2770117" y="255063"/>
                  </a:lnTo>
                  <a:lnTo>
                    <a:pt x="2724647" y="288922"/>
                  </a:lnTo>
                  <a:lnTo>
                    <a:pt x="2679621" y="325796"/>
                  </a:lnTo>
                  <a:lnTo>
                    <a:pt x="2634662" y="365742"/>
                  </a:lnTo>
                  <a:lnTo>
                    <a:pt x="2589499" y="408737"/>
                  </a:lnTo>
                  <a:lnTo>
                    <a:pt x="2543947" y="454677"/>
                  </a:lnTo>
                  <a:lnTo>
                    <a:pt x="2497901" y="503364"/>
                  </a:lnTo>
                  <a:lnTo>
                    <a:pt x="2451328" y="554506"/>
                  </a:lnTo>
                  <a:lnTo>
                    <a:pt x="2404258" y="607719"/>
                  </a:lnTo>
                  <a:lnTo>
                    <a:pt x="2356773" y="662540"/>
                  </a:lnTo>
                  <a:lnTo>
                    <a:pt x="2309000" y="718436"/>
                  </a:lnTo>
                  <a:lnTo>
                    <a:pt x="2261089" y="774829"/>
                  </a:lnTo>
                  <a:lnTo>
                    <a:pt x="2213206" y="831119"/>
                  </a:lnTo>
                  <a:lnTo>
                    <a:pt x="2165515" y="886710"/>
                  </a:lnTo>
                  <a:lnTo>
                    <a:pt x="2118160" y="941039"/>
                  </a:lnTo>
                  <a:lnTo>
                    <a:pt x="2071253" y="993593"/>
                  </a:lnTo>
                  <a:lnTo>
                    <a:pt x="2024859" y="1043935"/>
                  </a:lnTo>
                  <a:lnTo>
                    <a:pt x="1978989" y="1091712"/>
                  </a:lnTo>
                  <a:lnTo>
                    <a:pt x="1933585" y="1136665"/>
                  </a:lnTo>
                  <a:lnTo>
                    <a:pt x="1888517" y="1178626"/>
                  </a:lnTo>
                  <a:lnTo>
                    <a:pt x="1843571" y="1217521"/>
                  </a:lnTo>
                  <a:lnTo>
                    <a:pt x="1798441" y="1253356"/>
                  </a:lnTo>
                  <a:lnTo>
                    <a:pt x="1768425" y="1275319"/>
                  </a:lnTo>
                  <a:lnTo>
                    <a:pt x="1719206" y="1307999"/>
                  </a:lnTo>
                  <a:lnTo>
                    <a:pt x="1668306" y="1337381"/>
                  </a:lnTo>
                  <a:lnTo>
                    <a:pt x="1614925" y="1363635"/>
                  </a:lnTo>
                  <a:lnTo>
                    <a:pt x="1558166" y="1387050"/>
                  </a:lnTo>
                  <a:lnTo>
                    <a:pt x="1497119" y="1407949"/>
                  </a:lnTo>
                  <a:lnTo>
                    <a:pt x="1430934" y="1426645"/>
                  </a:lnTo>
                  <a:lnTo>
                    <a:pt x="1358926" y="1443411"/>
                  </a:lnTo>
                  <a:lnTo>
                    <a:pt x="1280702" y="1458468"/>
                  </a:lnTo>
                  <a:lnTo>
                    <a:pt x="1196341" y="1471975"/>
                  </a:lnTo>
                  <a:lnTo>
                    <a:pt x="1106599" y="1484032"/>
                  </a:lnTo>
                  <a:lnTo>
                    <a:pt x="1013115" y="1494676"/>
                  </a:lnTo>
                  <a:lnTo>
                    <a:pt x="918540" y="1503903"/>
                  </a:lnTo>
                  <a:lnTo>
                    <a:pt x="826499" y="1511679"/>
                  </a:lnTo>
                  <a:lnTo>
                    <a:pt x="741275" y="1517977"/>
                  </a:lnTo>
                  <a:lnTo>
                    <a:pt x="667188" y="1522808"/>
                  </a:lnTo>
                  <a:lnTo>
                    <a:pt x="607761" y="1526253"/>
                  </a:lnTo>
                  <a:lnTo>
                    <a:pt x="564899" y="1528476"/>
                  </a:lnTo>
                  <a:lnTo>
                    <a:pt x="538359" y="1529713"/>
                  </a:lnTo>
                  <a:lnTo>
                    <a:pt x="525643" y="1530249"/>
                  </a:lnTo>
                  <a:lnTo>
                    <a:pt x="522133" y="1530383"/>
                  </a:lnTo>
                  <a:lnTo>
                    <a:pt x="0" y="1530383"/>
                  </a:lnTo>
                  <a:close/>
                </a:path>
              </a:pathLst>
            </a:custGeom>
            <a:solidFill>
              <a:srgbClr val="67C1B3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1140" name="pl1140"/>
            <p:cNvSpPr/>
            <p:nvPr/>
          </p:nvSpPr>
          <p:spPr>
            <a:xfrm>
              <a:off x="386606" y="2766753"/>
              <a:ext cx="8554953" cy="1530383"/>
            </a:xfrm>
            <a:custGeom>
              <a:avLst/>
              <a:pathLst>
                <a:path w="8554953" h="1530383">
                  <a:moveTo>
                    <a:pt x="0" y="1530383"/>
                  </a:moveTo>
                  <a:lnTo>
                    <a:pt x="522133" y="1530383"/>
                  </a:lnTo>
                  <a:lnTo>
                    <a:pt x="523365" y="1530337"/>
                  </a:lnTo>
                  <a:lnTo>
                    <a:pt x="531425" y="1530012"/>
                  </a:lnTo>
                  <a:lnTo>
                    <a:pt x="551597" y="1529112"/>
                  </a:lnTo>
                  <a:lnTo>
                    <a:pt x="587285" y="1527345"/>
                  </a:lnTo>
                  <a:lnTo>
                    <a:pt x="639713" y="1524450"/>
                  </a:lnTo>
                  <a:lnTo>
                    <a:pt x="707858" y="1520229"/>
                  </a:lnTo>
                  <a:lnTo>
                    <a:pt x="788801" y="1514566"/>
                  </a:lnTo>
                  <a:lnTo>
                    <a:pt x="878459" y="1507423"/>
                  </a:lnTo>
                  <a:lnTo>
                    <a:pt x="972439" y="1498815"/>
                  </a:lnTo>
                  <a:lnTo>
                    <a:pt x="1066777" y="1488776"/>
                  </a:lnTo>
                  <a:lnTo>
                    <a:pt x="1158384" y="1477327"/>
                  </a:lnTo>
                  <a:lnTo>
                    <a:pt x="1245196" y="1464452"/>
                  </a:lnTo>
                  <a:lnTo>
                    <a:pt x="1326100" y="1450076"/>
                  </a:lnTo>
                  <a:lnTo>
                    <a:pt x="1400753" y="1434068"/>
                  </a:lnTo>
                  <a:lnTo>
                    <a:pt x="1469368" y="1416232"/>
                  </a:lnTo>
                  <a:lnTo>
                    <a:pt x="1532525" y="1396315"/>
                  </a:lnTo>
                  <a:lnTo>
                    <a:pt x="1591015" y="1374020"/>
                  </a:lnTo>
                  <a:lnTo>
                    <a:pt x="1645735" y="1349024"/>
                  </a:lnTo>
                  <a:lnTo>
                    <a:pt x="1697595" y="1321016"/>
                  </a:lnTo>
                  <a:lnTo>
                    <a:pt x="1747447" y="1289762"/>
                  </a:lnTo>
                  <a:lnTo>
                    <a:pt x="1768425" y="1275319"/>
                  </a:lnTo>
                  <a:lnTo>
                    <a:pt x="1813895" y="1241461"/>
                  </a:lnTo>
                  <a:lnTo>
                    <a:pt x="1858922" y="1204586"/>
                  </a:lnTo>
                  <a:lnTo>
                    <a:pt x="1903880" y="1164641"/>
                  </a:lnTo>
                  <a:lnTo>
                    <a:pt x="1949043" y="1121645"/>
                  </a:lnTo>
                  <a:lnTo>
                    <a:pt x="1994595" y="1075705"/>
                  </a:lnTo>
                  <a:lnTo>
                    <a:pt x="2040641" y="1027018"/>
                  </a:lnTo>
                  <a:lnTo>
                    <a:pt x="2087214" y="975877"/>
                  </a:lnTo>
                  <a:lnTo>
                    <a:pt x="2134284" y="922663"/>
                  </a:lnTo>
                  <a:lnTo>
                    <a:pt x="2181769" y="867843"/>
                  </a:lnTo>
                  <a:lnTo>
                    <a:pt x="2229543" y="811947"/>
                  </a:lnTo>
                  <a:lnTo>
                    <a:pt x="2277454" y="755554"/>
                  </a:lnTo>
                  <a:lnTo>
                    <a:pt x="2325336" y="699264"/>
                  </a:lnTo>
                  <a:lnTo>
                    <a:pt x="2373027" y="643672"/>
                  </a:lnTo>
                  <a:lnTo>
                    <a:pt x="2420382" y="589343"/>
                  </a:lnTo>
                  <a:lnTo>
                    <a:pt x="2467289" y="536789"/>
                  </a:lnTo>
                  <a:lnTo>
                    <a:pt x="2513683" y="486447"/>
                  </a:lnTo>
                  <a:lnTo>
                    <a:pt x="2559553" y="438670"/>
                  </a:lnTo>
                  <a:lnTo>
                    <a:pt x="2604957" y="393718"/>
                  </a:lnTo>
                  <a:lnTo>
                    <a:pt x="2650025" y="351756"/>
                  </a:lnTo>
                  <a:lnTo>
                    <a:pt x="2694971" y="312861"/>
                  </a:lnTo>
                  <a:lnTo>
                    <a:pt x="2740101" y="277026"/>
                  </a:lnTo>
                  <a:lnTo>
                    <a:pt x="2770117" y="255063"/>
                  </a:lnTo>
                  <a:lnTo>
                    <a:pt x="2819336" y="222383"/>
                  </a:lnTo>
                  <a:lnTo>
                    <a:pt x="2870236" y="193001"/>
                  </a:lnTo>
                  <a:lnTo>
                    <a:pt x="2923617" y="166748"/>
                  </a:lnTo>
                  <a:lnTo>
                    <a:pt x="2980376" y="143333"/>
                  </a:lnTo>
                  <a:lnTo>
                    <a:pt x="3041423" y="122433"/>
                  </a:lnTo>
                  <a:lnTo>
                    <a:pt x="3107608" y="103737"/>
                  </a:lnTo>
                  <a:lnTo>
                    <a:pt x="3179616" y="86971"/>
                  </a:lnTo>
                  <a:lnTo>
                    <a:pt x="3257840" y="71915"/>
                  </a:lnTo>
                  <a:lnTo>
                    <a:pt x="3342201" y="58407"/>
                  </a:lnTo>
                  <a:lnTo>
                    <a:pt x="3431943" y="46351"/>
                  </a:lnTo>
                  <a:lnTo>
                    <a:pt x="3525427" y="35706"/>
                  </a:lnTo>
                  <a:lnTo>
                    <a:pt x="3620002" y="26479"/>
                  </a:lnTo>
                  <a:lnTo>
                    <a:pt x="3712044" y="18703"/>
                  </a:lnTo>
                  <a:lnTo>
                    <a:pt x="3797267" y="12405"/>
                  </a:lnTo>
                  <a:lnTo>
                    <a:pt x="3871354" y="7574"/>
                  </a:lnTo>
                  <a:lnTo>
                    <a:pt x="3930781" y="4129"/>
                  </a:lnTo>
                  <a:lnTo>
                    <a:pt x="3973643" y="1906"/>
                  </a:lnTo>
                  <a:lnTo>
                    <a:pt x="4000183" y="669"/>
                  </a:lnTo>
                  <a:lnTo>
                    <a:pt x="4012900" y="134"/>
                  </a:lnTo>
                  <a:lnTo>
                    <a:pt x="4016308" y="3"/>
                  </a:lnTo>
                  <a:lnTo>
                    <a:pt x="4016409" y="0"/>
                  </a:lnTo>
                  <a:lnTo>
                    <a:pt x="4538543" y="0"/>
                  </a:lnTo>
                  <a:lnTo>
                    <a:pt x="4539811" y="9"/>
                  </a:lnTo>
                  <a:lnTo>
                    <a:pt x="4548103" y="74"/>
                  </a:lnTo>
                  <a:lnTo>
                    <a:pt x="4568832" y="256"/>
                  </a:lnTo>
                  <a:lnTo>
                    <a:pt x="4605454" y="611"/>
                  </a:lnTo>
                  <a:lnTo>
                    <a:pt x="4659146" y="1194"/>
                  </a:lnTo>
                  <a:lnTo>
                    <a:pt x="4728758" y="2043"/>
                  </a:lnTo>
                  <a:lnTo>
                    <a:pt x="4811198" y="3180"/>
                  </a:lnTo>
                  <a:lnTo>
                    <a:pt x="4902215" y="4613"/>
                  </a:lnTo>
                  <a:lnTo>
                    <a:pt x="4997298" y="6337"/>
                  </a:lnTo>
                  <a:lnTo>
                    <a:pt x="5092426" y="8346"/>
                  </a:lnTo>
                  <a:lnTo>
                    <a:pt x="5184515" y="10636"/>
                  </a:lnTo>
                  <a:lnTo>
                    <a:pt x="5271546" y="13212"/>
                  </a:lnTo>
                  <a:lnTo>
                    <a:pt x="5352475" y="16090"/>
                  </a:lnTo>
                  <a:lnTo>
                    <a:pt x="5427030" y="19297"/>
                  </a:lnTo>
                  <a:lnTo>
                    <a:pt x="5495491" y="22876"/>
                  </a:lnTo>
                  <a:lnTo>
                    <a:pt x="5558494" y="26878"/>
                  </a:lnTo>
                  <a:lnTo>
                    <a:pt x="5616880" y="31364"/>
                  </a:lnTo>
                  <a:lnTo>
                    <a:pt x="5671576" y="36400"/>
                  </a:lnTo>
                  <a:lnTo>
                    <a:pt x="5723518" y="42047"/>
                  </a:lnTo>
                  <a:lnTo>
                    <a:pt x="5773561" y="48347"/>
                  </a:lnTo>
                  <a:lnTo>
                    <a:pt x="5784835" y="49883"/>
                  </a:lnTo>
                  <a:lnTo>
                    <a:pt x="5838573" y="57781"/>
                  </a:lnTo>
                  <a:lnTo>
                    <a:pt x="5891792" y="66508"/>
                  </a:lnTo>
                  <a:lnTo>
                    <a:pt x="5945067" y="76076"/>
                  </a:lnTo>
                  <a:lnTo>
                    <a:pt x="5998781" y="86465"/>
                  </a:lnTo>
                  <a:lnTo>
                    <a:pt x="6053154" y="97622"/>
                  </a:lnTo>
                  <a:lnTo>
                    <a:pt x="6108262" y="109459"/>
                  </a:lnTo>
                  <a:lnTo>
                    <a:pt x="6164054" y="121850"/>
                  </a:lnTo>
                  <a:lnTo>
                    <a:pt x="6220381" y="134641"/>
                  </a:lnTo>
                  <a:lnTo>
                    <a:pt x="6277016" y="147654"/>
                  </a:lnTo>
                  <a:lnTo>
                    <a:pt x="6333693" y="160696"/>
                  </a:lnTo>
                  <a:lnTo>
                    <a:pt x="6390140" y="173575"/>
                  </a:lnTo>
                  <a:lnTo>
                    <a:pt x="6446116" y="186106"/>
                  </a:lnTo>
                  <a:lnTo>
                    <a:pt x="6501443" y="198126"/>
                  </a:lnTo>
                  <a:lnTo>
                    <a:pt x="6556039" y="209502"/>
                  </a:lnTo>
                  <a:lnTo>
                    <a:pt x="6609938" y="220133"/>
                  </a:lnTo>
                  <a:lnTo>
                    <a:pt x="6663314" y="229956"/>
                  </a:lnTo>
                  <a:lnTo>
                    <a:pt x="6716499" y="238940"/>
                  </a:lnTo>
                  <a:lnTo>
                    <a:pt x="6770005" y="247089"/>
                  </a:lnTo>
                  <a:lnTo>
                    <a:pt x="6786527" y="249416"/>
                  </a:lnTo>
                  <a:lnTo>
                    <a:pt x="6836241" y="255868"/>
                  </a:lnTo>
                  <a:lnTo>
                    <a:pt x="6887676" y="261661"/>
                  </a:lnTo>
                  <a:lnTo>
                    <a:pt x="6941661" y="266832"/>
                  </a:lnTo>
                  <a:lnTo>
                    <a:pt x="6999117" y="271438"/>
                  </a:lnTo>
                  <a:lnTo>
                    <a:pt x="7060984" y="275546"/>
                  </a:lnTo>
                  <a:lnTo>
                    <a:pt x="7128129" y="279216"/>
                  </a:lnTo>
                  <a:lnTo>
                    <a:pt x="7201248" y="282505"/>
                  </a:lnTo>
                  <a:lnTo>
                    <a:pt x="7280717" y="285455"/>
                  </a:lnTo>
                  <a:lnTo>
                    <a:pt x="7366411" y="288098"/>
                  </a:lnTo>
                  <a:lnTo>
                    <a:pt x="7457482" y="290453"/>
                  </a:lnTo>
                  <a:lnTo>
                    <a:pt x="7552147" y="292527"/>
                  </a:lnTo>
                  <a:lnTo>
                    <a:pt x="7647566" y="294317"/>
                  </a:lnTo>
                  <a:lnTo>
                    <a:pt x="7739905" y="295817"/>
                  </a:lnTo>
                  <a:lnTo>
                    <a:pt x="7824710" y="297021"/>
                  </a:lnTo>
                  <a:lnTo>
                    <a:pt x="7897589" y="297935"/>
                  </a:lnTo>
                  <a:lnTo>
                    <a:pt x="7955110" y="298576"/>
                  </a:lnTo>
                  <a:lnTo>
                    <a:pt x="7995624" y="298979"/>
                  </a:lnTo>
                  <a:lnTo>
                    <a:pt x="8019768" y="299196"/>
                  </a:lnTo>
                  <a:lnTo>
                    <a:pt x="8030496" y="299282"/>
                  </a:lnTo>
                  <a:lnTo>
                    <a:pt x="8032803" y="299299"/>
                  </a:lnTo>
                  <a:lnTo>
                    <a:pt x="8032819" y="299300"/>
                  </a:lnTo>
                  <a:lnTo>
                    <a:pt x="8554953" y="299300"/>
                  </a:lnTo>
                  <a:lnTo>
                    <a:pt x="8554953" y="29930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141" name="pl1141"/>
            <p:cNvSpPr/>
            <p:nvPr/>
          </p:nvSpPr>
          <p:spPr>
            <a:xfrm>
              <a:off x="386606" y="2761106"/>
              <a:ext cx="8554953" cy="1530383"/>
            </a:xfrm>
            <a:custGeom>
              <a:avLst/>
              <a:pathLst>
                <a:path w="8554953" h="1530383">
                  <a:moveTo>
                    <a:pt x="8554953" y="299300"/>
                  </a:moveTo>
                  <a:lnTo>
                    <a:pt x="8032819" y="299300"/>
                  </a:lnTo>
                  <a:lnTo>
                    <a:pt x="8031551" y="299290"/>
                  </a:lnTo>
                  <a:lnTo>
                    <a:pt x="8023259" y="299225"/>
                  </a:lnTo>
                  <a:lnTo>
                    <a:pt x="8002530" y="299044"/>
                  </a:lnTo>
                  <a:lnTo>
                    <a:pt x="7965908" y="298688"/>
                  </a:lnTo>
                  <a:lnTo>
                    <a:pt x="7912216" y="298105"/>
                  </a:lnTo>
                  <a:lnTo>
                    <a:pt x="7842604" y="297256"/>
                  </a:lnTo>
                  <a:lnTo>
                    <a:pt x="7760164" y="296119"/>
                  </a:lnTo>
                  <a:lnTo>
                    <a:pt x="7669147" y="294686"/>
                  </a:lnTo>
                  <a:lnTo>
                    <a:pt x="7574064" y="292962"/>
                  </a:lnTo>
                  <a:lnTo>
                    <a:pt x="7478936" y="290953"/>
                  </a:lnTo>
                  <a:lnTo>
                    <a:pt x="7386847" y="288663"/>
                  </a:lnTo>
                  <a:lnTo>
                    <a:pt x="7299816" y="286087"/>
                  </a:lnTo>
                  <a:lnTo>
                    <a:pt x="7218887" y="283209"/>
                  </a:lnTo>
                  <a:lnTo>
                    <a:pt x="7144332" y="280002"/>
                  </a:lnTo>
                  <a:lnTo>
                    <a:pt x="7075871" y="276423"/>
                  </a:lnTo>
                  <a:lnTo>
                    <a:pt x="7012867" y="272421"/>
                  </a:lnTo>
                  <a:lnTo>
                    <a:pt x="6954482" y="267935"/>
                  </a:lnTo>
                  <a:lnTo>
                    <a:pt x="6899786" y="262899"/>
                  </a:lnTo>
                  <a:lnTo>
                    <a:pt x="6847844" y="257252"/>
                  </a:lnTo>
                  <a:lnTo>
                    <a:pt x="6797801" y="250953"/>
                  </a:lnTo>
                  <a:lnTo>
                    <a:pt x="6786527" y="249416"/>
                  </a:lnTo>
                  <a:lnTo>
                    <a:pt x="6732789" y="241518"/>
                  </a:lnTo>
                  <a:lnTo>
                    <a:pt x="6679570" y="232791"/>
                  </a:lnTo>
                  <a:lnTo>
                    <a:pt x="6626295" y="223223"/>
                  </a:lnTo>
                  <a:lnTo>
                    <a:pt x="6572581" y="212834"/>
                  </a:lnTo>
                  <a:lnTo>
                    <a:pt x="6518208" y="201677"/>
                  </a:lnTo>
                  <a:lnTo>
                    <a:pt x="6463100" y="189840"/>
                  </a:lnTo>
                  <a:lnTo>
                    <a:pt x="6407308" y="177449"/>
                  </a:lnTo>
                  <a:lnTo>
                    <a:pt x="6350981" y="164658"/>
                  </a:lnTo>
                  <a:lnTo>
                    <a:pt x="6294346" y="151646"/>
                  </a:lnTo>
                  <a:lnTo>
                    <a:pt x="6237669" y="138603"/>
                  </a:lnTo>
                  <a:lnTo>
                    <a:pt x="6181222" y="125725"/>
                  </a:lnTo>
                  <a:lnTo>
                    <a:pt x="6125246" y="113194"/>
                  </a:lnTo>
                  <a:lnTo>
                    <a:pt x="6069919" y="101173"/>
                  </a:lnTo>
                  <a:lnTo>
                    <a:pt x="6015323" y="89797"/>
                  </a:lnTo>
                  <a:lnTo>
                    <a:pt x="5961424" y="79166"/>
                  </a:lnTo>
                  <a:lnTo>
                    <a:pt x="5908047" y="69343"/>
                  </a:lnTo>
                  <a:lnTo>
                    <a:pt x="5854863" y="60359"/>
                  </a:lnTo>
                  <a:lnTo>
                    <a:pt x="5801357" y="52210"/>
                  </a:lnTo>
                  <a:lnTo>
                    <a:pt x="5784835" y="49883"/>
                  </a:lnTo>
                  <a:lnTo>
                    <a:pt x="5735121" y="43431"/>
                  </a:lnTo>
                  <a:lnTo>
                    <a:pt x="5683686" y="37638"/>
                  </a:lnTo>
                  <a:lnTo>
                    <a:pt x="5629701" y="32467"/>
                  </a:lnTo>
                  <a:lnTo>
                    <a:pt x="5572245" y="27861"/>
                  </a:lnTo>
                  <a:lnTo>
                    <a:pt x="5510378" y="23753"/>
                  </a:lnTo>
                  <a:lnTo>
                    <a:pt x="5443233" y="20083"/>
                  </a:lnTo>
                  <a:lnTo>
                    <a:pt x="5370114" y="16794"/>
                  </a:lnTo>
                  <a:lnTo>
                    <a:pt x="5290645" y="13844"/>
                  </a:lnTo>
                  <a:lnTo>
                    <a:pt x="5204951" y="11201"/>
                  </a:lnTo>
                  <a:lnTo>
                    <a:pt x="5113880" y="8846"/>
                  </a:lnTo>
                  <a:lnTo>
                    <a:pt x="5019215" y="6772"/>
                  </a:lnTo>
                  <a:lnTo>
                    <a:pt x="4923796" y="4982"/>
                  </a:lnTo>
                  <a:lnTo>
                    <a:pt x="4831457" y="3482"/>
                  </a:lnTo>
                  <a:lnTo>
                    <a:pt x="4746652" y="2278"/>
                  </a:lnTo>
                  <a:lnTo>
                    <a:pt x="4673773" y="1364"/>
                  </a:lnTo>
                  <a:lnTo>
                    <a:pt x="4616252" y="723"/>
                  </a:lnTo>
                  <a:lnTo>
                    <a:pt x="4575737" y="320"/>
                  </a:lnTo>
                  <a:lnTo>
                    <a:pt x="4551594" y="103"/>
                  </a:lnTo>
                  <a:lnTo>
                    <a:pt x="4540866" y="17"/>
                  </a:lnTo>
                  <a:lnTo>
                    <a:pt x="4538559" y="0"/>
                  </a:lnTo>
                  <a:lnTo>
                    <a:pt x="4538543" y="0"/>
                  </a:lnTo>
                  <a:lnTo>
                    <a:pt x="4016409" y="0"/>
                  </a:lnTo>
                  <a:lnTo>
                    <a:pt x="4015177" y="45"/>
                  </a:lnTo>
                  <a:lnTo>
                    <a:pt x="4007117" y="370"/>
                  </a:lnTo>
                  <a:lnTo>
                    <a:pt x="3986945" y="1270"/>
                  </a:lnTo>
                  <a:lnTo>
                    <a:pt x="3951257" y="3037"/>
                  </a:lnTo>
                  <a:lnTo>
                    <a:pt x="3898829" y="5933"/>
                  </a:lnTo>
                  <a:lnTo>
                    <a:pt x="3830684" y="10154"/>
                  </a:lnTo>
                  <a:lnTo>
                    <a:pt x="3749741" y="15817"/>
                  </a:lnTo>
                  <a:lnTo>
                    <a:pt x="3660083" y="22960"/>
                  </a:lnTo>
                  <a:lnTo>
                    <a:pt x="3566103" y="31568"/>
                  </a:lnTo>
                  <a:lnTo>
                    <a:pt x="3471765" y="41607"/>
                  </a:lnTo>
                  <a:lnTo>
                    <a:pt x="3380158" y="53055"/>
                  </a:lnTo>
                  <a:lnTo>
                    <a:pt x="3293346" y="65931"/>
                  </a:lnTo>
                  <a:lnTo>
                    <a:pt x="3212442" y="80306"/>
                  </a:lnTo>
                  <a:lnTo>
                    <a:pt x="3137789" y="96314"/>
                  </a:lnTo>
                  <a:lnTo>
                    <a:pt x="3069174" y="114151"/>
                  </a:lnTo>
                  <a:lnTo>
                    <a:pt x="3006017" y="134068"/>
                  </a:lnTo>
                  <a:lnTo>
                    <a:pt x="2947527" y="156362"/>
                  </a:lnTo>
                  <a:lnTo>
                    <a:pt x="2892807" y="181358"/>
                  </a:lnTo>
                  <a:lnTo>
                    <a:pt x="2840947" y="209366"/>
                  </a:lnTo>
                  <a:lnTo>
                    <a:pt x="2791095" y="240621"/>
                  </a:lnTo>
                  <a:lnTo>
                    <a:pt x="2770117" y="255063"/>
                  </a:lnTo>
                  <a:lnTo>
                    <a:pt x="2724647" y="288922"/>
                  </a:lnTo>
                  <a:lnTo>
                    <a:pt x="2679621" y="325796"/>
                  </a:lnTo>
                  <a:lnTo>
                    <a:pt x="2634662" y="365742"/>
                  </a:lnTo>
                  <a:lnTo>
                    <a:pt x="2589499" y="408737"/>
                  </a:lnTo>
                  <a:lnTo>
                    <a:pt x="2543947" y="454677"/>
                  </a:lnTo>
                  <a:lnTo>
                    <a:pt x="2497901" y="503364"/>
                  </a:lnTo>
                  <a:lnTo>
                    <a:pt x="2451328" y="554506"/>
                  </a:lnTo>
                  <a:lnTo>
                    <a:pt x="2404258" y="607719"/>
                  </a:lnTo>
                  <a:lnTo>
                    <a:pt x="2356773" y="662540"/>
                  </a:lnTo>
                  <a:lnTo>
                    <a:pt x="2309000" y="718436"/>
                  </a:lnTo>
                  <a:lnTo>
                    <a:pt x="2261089" y="774829"/>
                  </a:lnTo>
                  <a:lnTo>
                    <a:pt x="2213206" y="831119"/>
                  </a:lnTo>
                  <a:lnTo>
                    <a:pt x="2165515" y="886710"/>
                  </a:lnTo>
                  <a:lnTo>
                    <a:pt x="2118160" y="941039"/>
                  </a:lnTo>
                  <a:lnTo>
                    <a:pt x="2071253" y="993593"/>
                  </a:lnTo>
                  <a:lnTo>
                    <a:pt x="2024859" y="1043935"/>
                  </a:lnTo>
                  <a:lnTo>
                    <a:pt x="1978989" y="1091712"/>
                  </a:lnTo>
                  <a:lnTo>
                    <a:pt x="1933585" y="1136665"/>
                  </a:lnTo>
                  <a:lnTo>
                    <a:pt x="1888517" y="1178626"/>
                  </a:lnTo>
                  <a:lnTo>
                    <a:pt x="1843571" y="1217521"/>
                  </a:lnTo>
                  <a:lnTo>
                    <a:pt x="1798441" y="1253356"/>
                  </a:lnTo>
                  <a:lnTo>
                    <a:pt x="1768425" y="1275319"/>
                  </a:lnTo>
                  <a:lnTo>
                    <a:pt x="1719206" y="1307999"/>
                  </a:lnTo>
                  <a:lnTo>
                    <a:pt x="1668306" y="1337381"/>
                  </a:lnTo>
                  <a:lnTo>
                    <a:pt x="1614925" y="1363635"/>
                  </a:lnTo>
                  <a:lnTo>
                    <a:pt x="1558166" y="1387050"/>
                  </a:lnTo>
                  <a:lnTo>
                    <a:pt x="1497119" y="1407949"/>
                  </a:lnTo>
                  <a:lnTo>
                    <a:pt x="1430934" y="1426645"/>
                  </a:lnTo>
                  <a:lnTo>
                    <a:pt x="1358926" y="1443411"/>
                  </a:lnTo>
                  <a:lnTo>
                    <a:pt x="1280702" y="1458468"/>
                  </a:lnTo>
                  <a:lnTo>
                    <a:pt x="1196341" y="1471975"/>
                  </a:lnTo>
                  <a:lnTo>
                    <a:pt x="1106599" y="1484032"/>
                  </a:lnTo>
                  <a:lnTo>
                    <a:pt x="1013115" y="1494676"/>
                  </a:lnTo>
                  <a:lnTo>
                    <a:pt x="918540" y="1503903"/>
                  </a:lnTo>
                  <a:lnTo>
                    <a:pt x="826499" y="1511679"/>
                  </a:lnTo>
                  <a:lnTo>
                    <a:pt x="741275" y="1517977"/>
                  </a:lnTo>
                  <a:lnTo>
                    <a:pt x="667188" y="1522808"/>
                  </a:lnTo>
                  <a:lnTo>
                    <a:pt x="607761" y="1526253"/>
                  </a:lnTo>
                  <a:lnTo>
                    <a:pt x="564899" y="1528476"/>
                  </a:lnTo>
                  <a:lnTo>
                    <a:pt x="538359" y="1529713"/>
                  </a:lnTo>
                  <a:lnTo>
                    <a:pt x="525643" y="1530249"/>
                  </a:lnTo>
                  <a:lnTo>
                    <a:pt x="522234" y="1530379"/>
                  </a:lnTo>
                  <a:lnTo>
                    <a:pt x="522133" y="1530383"/>
                  </a:lnTo>
                  <a:lnTo>
                    <a:pt x="0" y="1530383"/>
                  </a:lnTo>
                  <a:lnTo>
                    <a:pt x="0" y="1530383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142" name="pg1142"/>
            <p:cNvSpPr/>
            <p:nvPr/>
          </p:nvSpPr>
          <p:spPr>
            <a:xfrm>
              <a:off x="386606" y="4110779"/>
              <a:ext cx="8554953" cy="333183"/>
            </a:xfrm>
            <a:custGeom>
              <a:avLst/>
              <a:pathLst>
                <a:path w="8554953" h="333183">
                  <a:moveTo>
                    <a:pt x="0" y="265417"/>
                  </a:moveTo>
                  <a:lnTo>
                    <a:pt x="522133" y="265417"/>
                  </a:lnTo>
                  <a:lnTo>
                    <a:pt x="523402" y="265409"/>
                  </a:lnTo>
                  <a:lnTo>
                    <a:pt x="531696" y="265352"/>
                  </a:lnTo>
                  <a:lnTo>
                    <a:pt x="552431" y="265194"/>
                  </a:lnTo>
                  <a:lnTo>
                    <a:pt x="589062" y="264885"/>
                  </a:lnTo>
                  <a:lnTo>
                    <a:pt x="642767" y="264379"/>
                  </a:lnTo>
                  <a:lnTo>
                    <a:pt x="712393" y="263642"/>
                  </a:lnTo>
                  <a:lnTo>
                    <a:pt x="794849" y="262655"/>
                  </a:lnTo>
                  <a:lnTo>
                    <a:pt x="885879" y="261411"/>
                  </a:lnTo>
                  <a:lnTo>
                    <a:pt x="980973" y="259915"/>
                  </a:lnTo>
                  <a:lnTo>
                    <a:pt x="1076109" y="258170"/>
                  </a:lnTo>
                  <a:lnTo>
                    <a:pt x="1168202" y="256182"/>
                  </a:lnTo>
                  <a:lnTo>
                    <a:pt x="1255235" y="253946"/>
                  </a:lnTo>
                  <a:lnTo>
                    <a:pt x="1336164" y="251448"/>
                  </a:lnTo>
                  <a:lnTo>
                    <a:pt x="1410718" y="248663"/>
                  </a:lnTo>
                  <a:lnTo>
                    <a:pt x="1479178" y="245557"/>
                  </a:lnTo>
                  <a:lnTo>
                    <a:pt x="1542180" y="242082"/>
                  </a:lnTo>
                  <a:lnTo>
                    <a:pt x="1600564" y="238187"/>
                  </a:lnTo>
                  <a:lnTo>
                    <a:pt x="1655261" y="233815"/>
                  </a:lnTo>
                  <a:lnTo>
                    <a:pt x="1707203" y="228913"/>
                  </a:lnTo>
                  <a:lnTo>
                    <a:pt x="1757248" y="223444"/>
                  </a:lnTo>
                  <a:lnTo>
                    <a:pt x="1768425" y="222122"/>
                  </a:lnTo>
                  <a:lnTo>
                    <a:pt x="1822289" y="215250"/>
                  </a:lnTo>
                  <a:lnTo>
                    <a:pt x="1875634" y="207654"/>
                  </a:lnTo>
                  <a:lnTo>
                    <a:pt x="1929037" y="199326"/>
                  </a:lnTo>
                  <a:lnTo>
                    <a:pt x="1982883" y="190282"/>
                  </a:lnTo>
                  <a:lnTo>
                    <a:pt x="2037393" y="180569"/>
                  </a:lnTo>
                  <a:lnTo>
                    <a:pt x="2092640" y="170264"/>
                  </a:lnTo>
                  <a:lnTo>
                    <a:pt x="2148574" y="159478"/>
                  </a:lnTo>
                  <a:lnTo>
                    <a:pt x="2205042" y="148345"/>
                  </a:lnTo>
                  <a:lnTo>
                    <a:pt x="2261814" y="137022"/>
                  </a:lnTo>
                  <a:lnTo>
                    <a:pt x="2318623" y="125677"/>
                  </a:lnTo>
                  <a:lnTo>
                    <a:pt x="2375195" y="114479"/>
                  </a:lnTo>
                  <a:lnTo>
                    <a:pt x="2431288" y="103587"/>
                  </a:lnTo>
                  <a:lnTo>
                    <a:pt x="2486725" y="93145"/>
                  </a:lnTo>
                  <a:lnTo>
                    <a:pt x="2541426" y="83268"/>
                  </a:lnTo>
                  <a:lnTo>
                    <a:pt x="2595432" y="74042"/>
                  </a:lnTo>
                  <a:lnTo>
                    <a:pt x="2648920" y="65523"/>
                  </a:lnTo>
                  <a:lnTo>
                    <a:pt x="2702233" y="57736"/>
                  </a:lnTo>
                  <a:lnTo>
                    <a:pt x="2755893" y="50676"/>
                  </a:lnTo>
                  <a:lnTo>
                    <a:pt x="2770117" y="48942"/>
                  </a:lnTo>
                  <a:lnTo>
                    <a:pt x="2819836" y="43342"/>
                  </a:lnTo>
                  <a:lnTo>
                    <a:pt x="2871277" y="38313"/>
                  </a:lnTo>
                  <a:lnTo>
                    <a:pt x="2925267" y="33825"/>
                  </a:lnTo>
                  <a:lnTo>
                    <a:pt x="2982731" y="29826"/>
                  </a:lnTo>
                  <a:lnTo>
                    <a:pt x="3044606" y="26262"/>
                  </a:lnTo>
                  <a:lnTo>
                    <a:pt x="3111761" y="23076"/>
                  </a:lnTo>
                  <a:lnTo>
                    <a:pt x="3184891" y="20221"/>
                  </a:lnTo>
                  <a:lnTo>
                    <a:pt x="3264373" y="17661"/>
                  </a:lnTo>
                  <a:lnTo>
                    <a:pt x="3350080" y="15367"/>
                  </a:lnTo>
                  <a:lnTo>
                    <a:pt x="3441164" y="13323"/>
                  </a:lnTo>
                  <a:lnTo>
                    <a:pt x="3535841" y="11523"/>
                  </a:lnTo>
                  <a:lnTo>
                    <a:pt x="3631268" y="9970"/>
                  </a:lnTo>
                  <a:lnTo>
                    <a:pt x="3723610" y="8668"/>
                  </a:lnTo>
                  <a:lnTo>
                    <a:pt x="3808410" y="7623"/>
                  </a:lnTo>
                  <a:lnTo>
                    <a:pt x="3881277" y="6830"/>
                  </a:lnTo>
                  <a:lnTo>
                    <a:pt x="3938778" y="6274"/>
                  </a:lnTo>
                  <a:lnTo>
                    <a:pt x="3979268" y="5924"/>
                  </a:lnTo>
                  <a:lnTo>
                    <a:pt x="4003387" y="5737"/>
                  </a:lnTo>
                  <a:lnTo>
                    <a:pt x="4014096" y="5661"/>
                  </a:lnTo>
                  <a:lnTo>
                    <a:pt x="4016409" y="5647"/>
                  </a:lnTo>
                  <a:lnTo>
                    <a:pt x="4538543" y="5647"/>
                  </a:lnTo>
                  <a:lnTo>
                    <a:pt x="4539811" y="5657"/>
                  </a:lnTo>
                  <a:lnTo>
                    <a:pt x="4548101" y="5728"/>
                  </a:lnTo>
                  <a:lnTo>
                    <a:pt x="4568825" y="5927"/>
                  </a:lnTo>
                  <a:lnTo>
                    <a:pt x="4605439" y="6316"/>
                  </a:lnTo>
                  <a:lnTo>
                    <a:pt x="4659122" y="6954"/>
                  </a:lnTo>
                  <a:lnTo>
                    <a:pt x="4728721" y="7883"/>
                  </a:lnTo>
                  <a:lnTo>
                    <a:pt x="4811150" y="9127"/>
                  </a:lnTo>
                  <a:lnTo>
                    <a:pt x="4902156" y="10694"/>
                  </a:lnTo>
                  <a:lnTo>
                    <a:pt x="4997230" y="12581"/>
                  </a:lnTo>
                  <a:lnTo>
                    <a:pt x="5092351" y="14779"/>
                  </a:lnTo>
                  <a:lnTo>
                    <a:pt x="5184437" y="17285"/>
                  </a:lnTo>
                  <a:lnTo>
                    <a:pt x="5271466" y="20103"/>
                  </a:lnTo>
                  <a:lnTo>
                    <a:pt x="5352395" y="23251"/>
                  </a:lnTo>
                  <a:lnTo>
                    <a:pt x="5426951" y="26761"/>
                  </a:lnTo>
                  <a:lnTo>
                    <a:pt x="5495413" y="30676"/>
                  </a:lnTo>
                  <a:lnTo>
                    <a:pt x="5558418" y="35055"/>
                  </a:lnTo>
                  <a:lnTo>
                    <a:pt x="5616804" y="39963"/>
                  </a:lnTo>
                  <a:lnTo>
                    <a:pt x="5671501" y="45473"/>
                  </a:lnTo>
                  <a:lnTo>
                    <a:pt x="5723441" y="51651"/>
                  </a:lnTo>
                  <a:lnTo>
                    <a:pt x="5773483" y="58543"/>
                  </a:lnTo>
                  <a:lnTo>
                    <a:pt x="5784835" y="60236"/>
                  </a:lnTo>
                  <a:lnTo>
                    <a:pt x="5838473" y="68862"/>
                  </a:lnTo>
                  <a:lnTo>
                    <a:pt x="5891593" y="78392"/>
                  </a:lnTo>
                  <a:lnTo>
                    <a:pt x="5944766" y="88839"/>
                  </a:lnTo>
                  <a:lnTo>
                    <a:pt x="5998376" y="100181"/>
                  </a:lnTo>
                  <a:lnTo>
                    <a:pt x="6052641" y="112361"/>
                  </a:lnTo>
                  <a:lnTo>
                    <a:pt x="6107637" y="125283"/>
                  </a:lnTo>
                  <a:lnTo>
                    <a:pt x="6163318" y="138811"/>
                  </a:lnTo>
                  <a:lnTo>
                    <a:pt x="6219532" y="152778"/>
                  </a:lnTo>
                  <a:lnTo>
                    <a:pt x="6276058" y="166989"/>
                  </a:lnTo>
                  <a:lnTo>
                    <a:pt x="6332631" y="181236"/>
                  </a:lnTo>
                  <a:lnTo>
                    <a:pt x="6388979" y="195309"/>
                  </a:lnTo>
                  <a:lnTo>
                    <a:pt x="6444862" y="209007"/>
                  </a:lnTo>
                  <a:lnTo>
                    <a:pt x="6500102" y="222151"/>
                  </a:lnTo>
                  <a:lnTo>
                    <a:pt x="6554614" y="234597"/>
                  </a:lnTo>
                  <a:lnTo>
                    <a:pt x="6608429" y="246232"/>
                  </a:lnTo>
                  <a:lnTo>
                    <a:pt x="6661717" y="256987"/>
                  </a:lnTo>
                  <a:lnTo>
                    <a:pt x="6714801" y="266829"/>
                  </a:lnTo>
                  <a:lnTo>
                    <a:pt x="6768186" y="275760"/>
                  </a:lnTo>
                  <a:lnTo>
                    <a:pt x="6786527" y="278593"/>
                  </a:lnTo>
                  <a:lnTo>
                    <a:pt x="6836237" y="285653"/>
                  </a:lnTo>
                  <a:lnTo>
                    <a:pt x="6887668" y="291993"/>
                  </a:lnTo>
                  <a:lnTo>
                    <a:pt x="6941648" y="297651"/>
                  </a:lnTo>
                  <a:lnTo>
                    <a:pt x="6999099" y="302692"/>
                  </a:lnTo>
                  <a:lnTo>
                    <a:pt x="7060959" y="307186"/>
                  </a:lnTo>
                  <a:lnTo>
                    <a:pt x="7128096" y="311203"/>
                  </a:lnTo>
                  <a:lnTo>
                    <a:pt x="7201206" y="314802"/>
                  </a:lnTo>
                  <a:lnTo>
                    <a:pt x="7280665" y="318030"/>
                  </a:lnTo>
                  <a:lnTo>
                    <a:pt x="7366348" y="320923"/>
                  </a:lnTo>
                  <a:lnTo>
                    <a:pt x="7457408" y="323500"/>
                  </a:lnTo>
                  <a:lnTo>
                    <a:pt x="7552064" y="325769"/>
                  </a:lnTo>
                  <a:lnTo>
                    <a:pt x="7647476" y="327728"/>
                  </a:lnTo>
                  <a:lnTo>
                    <a:pt x="7739814" y="329370"/>
                  </a:lnTo>
                  <a:lnTo>
                    <a:pt x="7824622" y="330688"/>
                  </a:lnTo>
                  <a:lnTo>
                    <a:pt x="7897512" y="331688"/>
                  </a:lnTo>
                  <a:lnTo>
                    <a:pt x="7955048" y="332390"/>
                  </a:lnTo>
                  <a:lnTo>
                    <a:pt x="7995581" y="332832"/>
                  </a:lnTo>
                  <a:lnTo>
                    <a:pt x="8019744" y="333069"/>
                  </a:lnTo>
                  <a:lnTo>
                    <a:pt x="8030488" y="333164"/>
                  </a:lnTo>
                  <a:lnTo>
                    <a:pt x="8032819" y="333183"/>
                  </a:lnTo>
                  <a:lnTo>
                    <a:pt x="8554953" y="333183"/>
                  </a:lnTo>
                  <a:lnTo>
                    <a:pt x="8554953" y="327535"/>
                  </a:lnTo>
                  <a:lnTo>
                    <a:pt x="8032819" y="327535"/>
                  </a:lnTo>
                  <a:lnTo>
                    <a:pt x="8031551" y="327525"/>
                  </a:lnTo>
                  <a:lnTo>
                    <a:pt x="8023261" y="327454"/>
                  </a:lnTo>
                  <a:lnTo>
                    <a:pt x="8002536" y="327255"/>
                  </a:lnTo>
                  <a:lnTo>
                    <a:pt x="7965923" y="326866"/>
                  </a:lnTo>
                  <a:lnTo>
                    <a:pt x="7912240" y="326228"/>
                  </a:lnTo>
                  <a:lnTo>
                    <a:pt x="7842641" y="325299"/>
                  </a:lnTo>
                  <a:lnTo>
                    <a:pt x="7760212" y="324055"/>
                  </a:lnTo>
                  <a:lnTo>
                    <a:pt x="7669206" y="322488"/>
                  </a:lnTo>
                  <a:lnTo>
                    <a:pt x="7574132" y="320601"/>
                  </a:lnTo>
                  <a:lnTo>
                    <a:pt x="7479011" y="318403"/>
                  </a:lnTo>
                  <a:lnTo>
                    <a:pt x="7386925" y="315897"/>
                  </a:lnTo>
                  <a:lnTo>
                    <a:pt x="7299896" y="313079"/>
                  </a:lnTo>
                  <a:lnTo>
                    <a:pt x="7218967" y="309931"/>
                  </a:lnTo>
                  <a:lnTo>
                    <a:pt x="7144411" y="306421"/>
                  </a:lnTo>
                  <a:lnTo>
                    <a:pt x="7075949" y="302506"/>
                  </a:lnTo>
                  <a:lnTo>
                    <a:pt x="7012944" y="298127"/>
                  </a:lnTo>
                  <a:lnTo>
                    <a:pt x="6954558" y="293219"/>
                  </a:lnTo>
                  <a:lnTo>
                    <a:pt x="6899861" y="287709"/>
                  </a:lnTo>
                  <a:lnTo>
                    <a:pt x="6847921" y="281531"/>
                  </a:lnTo>
                  <a:lnTo>
                    <a:pt x="6797879" y="274639"/>
                  </a:lnTo>
                  <a:lnTo>
                    <a:pt x="6786527" y="272946"/>
                  </a:lnTo>
                  <a:lnTo>
                    <a:pt x="6732889" y="264320"/>
                  </a:lnTo>
                  <a:lnTo>
                    <a:pt x="6679769" y="254790"/>
                  </a:lnTo>
                  <a:lnTo>
                    <a:pt x="6626596" y="244343"/>
                  </a:lnTo>
                  <a:lnTo>
                    <a:pt x="6572986" y="233001"/>
                  </a:lnTo>
                  <a:lnTo>
                    <a:pt x="6518721" y="220821"/>
                  </a:lnTo>
                  <a:lnTo>
                    <a:pt x="6463724" y="207899"/>
                  </a:lnTo>
                  <a:lnTo>
                    <a:pt x="6408044" y="194371"/>
                  </a:lnTo>
                  <a:lnTo>
                    <a:pt x="6351830" y="180404"/>
                  </a:lnTo>
                  <a:lnTo>
                    <a:pt x="6295304" y="166193"/>
                  </a:lnTo>
                  <a:lnTo>
                    <a:pt x="6238731" y="151946"/>
                  </a:lnTo>
                  <a:lnTo>
                    <a:pt x="6182383" y="137873"/>
                  </a:lnTo>
                  <a:lnTo>
                    <a:pt x="6126500" y="124175"/>
                  </a:lnTo>
                  <a:lnTo>
                    <a:pt x="6071260" y="111031"/>
                  </a:lnTo>
                  <a:lnTo>
                    <a:pt x="6016748" y="98586"/>
                  </a:lnTo>
                  <a:lnTo>
                    <a:pt x="5962932" y="86950"/>
                  </a:lnTo>
                  <a:lnTo>
                    <a:pt x="5909645" y="76195"/>
                  </a:lnTo>
                  <a:lnTo>
                    <a:pt x="5856561" y="66353"/>
                  </a:lnTo>
                  <a:lnTo>
                    <a:pt x="5803176" y="57423"/>
                  </a:lnTo>
                  <a:lnTo>
                    <a:pt x="5784835" y="54589"/>
                  </a:lnTo>
                  <a:lnTo>
                    <a:pt x="5735125" y="47529"/>
                  </a:lnTo>
                  <a:lnTo>
                    <a:pt x="5683694" y="41189"/>
                  </a:lnTo>
                  <a:lnTo>
                    <a:pt x="5629714" y="35531"/>
                  </a:lnTo>
                  <a:lnTo>
                    <a:pt x="5572263" y="30490"/>
                  </a:lnTo>
                  <a:lnTo>
                    <a:pt x="5510403" y="25996"/>
                  </a:lnTo>
                  <a:lnTo>
                    <a:pt x="5443266" y="21979"/>
                  </a:lnTo>
                  <a:lnTo>
                    <a:pt x="5370156" y="18380"/>
                  </a:lnTo>
                  <a:lnTo>
                    <a:pt x="5290697" y="15152"/>
                  </a:lnTo>
                  <a:lnTo>
                    <a:pt x="5205014" y="12260"/>
                  </a:lnTo>
                  <a:lnTo>
                    <a:pt x="5113954" y="9682"/>
                  </a:lnTo>
                  <a:lnTo>
                    <a:pt x="5019298" y="7413"/>
                  </a:lnTo>
                  <a:lnTo>
                    <a:pt x="4923886" y="5454"/>
                  </a:lnTo>
                  <a:lnTo>
                    <a:pt x="4831548" y="3813"/>
                  </a:lnTo>
                  <a:lnTo>
                    <a:pt x="4746740" y="2494"/>
                  </a:lnTo>
                  <a:lnTo>
                    <a:pt x="4673850" y="1494"/>
                  </a:lnTo>
                  <a:lnTo>
                    <a:pt x="4616314" y="792"/>
                  </a:lnTo>
                  <a:lnTo>
                    <a:pt x="4575780" y="350"/>
                  </a:lnTo>
                  <a:lnTo>
                    <a:pt x="4551618" y="113"/>
                  </a:lnTo>
                  <a:lnTo>
                    <a:pt x="4540874" y="18"/>
                  </a:lnTo>
                  <a:lnTo>
                    <a:pt x="4538543" y="0"/>
                  </a:lnTo>
                  <a:lnTo>
                    <a:pt x="4016409" y="0"/>
                  </a:lnTo>
                  <a:lnTo>
                    <a:pt x="4015141" y="7"/>
                  </a:lnTo>
                  <a:lnTo>
                    <a:pt x="4006847" y="64"/>
                  </a:lnTo>
                  <a:lnTo>
                    <a:pt x="3986111" y="222"/>
                  </a:lnTo>
                  <a:lnTo>
                    <a:pt x="3949481" y="531"/>
                  </a:lnTo>
                  <a:lnTo>
                    <a:pt x="3895775" y="1037"/>
                  </a:lnTo>
                  <a:lnTo>
                    <a:pt x="3826149" y="1774"/>
                  </a:lnTo>
                  <a:lnTo>
                    <a:pt x="3743694" y="2761"/>
                  </a:lnTo>
                  <a:lnTo>
                    <a:pt x="3652663" y="4005"/>
                  </a:lnTo>
                  <a:lnTo>
                    <a:pt x="3557569" y="5502"/>
                  </a:lnTo>
                  <a:lnTo>
                    <a:pt x="3462434" y="7246"/>
                  </a:lnTo>
                  <a:lnTo>
                    <a:pt x="3370340" y="9234"/>
                  </a:lnTo>
                  <a:lnTo>
                    <a:pt x="3283307" y="11470"/>
                  </a:lnTo>
                  <a:lnTo>
                    <a:pt x="3202378" y="13968"/>
                  </a:lnTo>
                  <a:lnTo>
                    <a:pt x="3127824" y="16753"/>
                  </a:lnTo>
                  <a:lnTo>
                    <a:pt x="3059364" y="19859"/>
                  </a:lnTo>
                  <a:lnTo>
                    <a:pt x="2996362" y="23334"/>
                  </a:lnTo>
                  <a:lnTo>
                    <a:pt x="2937978" y="27229"/>
                  </a:lnTo>
                  <a:lnTo>
                    <a:pt x="2883281" y="31601"/>
                  </a:lnTo>
                  <a:lnTo>
                    <a:pt x="2831339" y="36503"/>
                  </a:lnTo>
                  <a:lnTo>
                    <a:pt x="2781294" y="41972"/>
                  </a:lnTo>
                  <a:lnTo>
                    <a:pt x="2770117" y="43294"/>
                  </a:lnTo>
                  <a:lnTo>
                    <a:pt x="2716253" y="50166"/>
                  </a:lnTo>
                  <a:lnTo>
                    <a:pt x="2662908" y="57762"/>
                  </a:lnTo>
                  <a:lnTo>
                    <a:pt x="2609505" y="66090"/>
                  </a:lnTo>
                  <a:lnTo>
                    <a:pt x="2555659" y="75134"/>
                  </a:lnTo>
                  <a:lnTo>
                    <a:pt x="2501150" y="84847"/>
                  </a:lnTo>
                  <a:lnTo>
                    <a:pt x="2445902" y="95152"/>
                  </a:lnTo>
                  <a:lnTo>
                    <a:pt x="2389968" y="105938"/>
                  </a:lnTo>
                  <a:lnTo>
                    <a:pt x="2333500" y="117071"/>
                  </a:lnTo>
                  <a:lnTo>
                    <a:pt x="2276728" y="128394"/>
                  </a:lnTo>
                  <a:lnTo>
                    <a:pt x="2219919" y="139739"/>
                  </a:lnTo>
                  <a:lnTo>
                    <a:pt x="2163347" y="150937"/>
                  </a:lnTo>
                  <a:lnTo>
                    <a:pt x="2107255" y="161829"/>
                  </a:lnTo>
                  <a:lnTo>
                    <a:pt x="2051817" y="172271"/>
                  </a:lnTo>
                  <a:lnTo>
                    <a:pt x="1997116" y="182148"/>
                  </a:lnTo>
                  <a:lnTo>
                    <a:pt x="1943111" y="191374"/>
                  </a:lnTo>
                  <a:lnTo>
                    <a:pt x="1889622" y="199893"/>
                  </a:lnTo>
                  <a:lnTo>
                    <a:pt x="1836309" y="207680"/>
                  </a:lnTo>
                  <a:lnTo>
                    <a:pt x="1782649" y="214740"/>
                  </a:lnTo>
                  <a:lnTo>
                    <a:pt x="1768425" y="216474"/>
                  </a:lnTo>
                  <a:lnTo>
                    <a:pt x="1718706" y="222074"/>
                  </a:lnTo>
                  <a:lnTo>
                    <a:pt x="1667265" y="227103"/>
                  </a:lnTo>
                  <a:lnTo>
                    <a:pt x="1613275" y="231591"/>
                  </a:lnTo>
                  <a:lnTo>
                    <a:pt x="1555811" y="235590"/>
                  </a:lnTo>
                  <a:lnTo>
                    <a:pt x="1493936" y="239154"/>
                  </a:lnTo>
                  <a:lnTo>
                    <a:pt x="1426781" y="242340"/>
                  </a:lnTo>
                  <a:lnTo>
                    <a:pt x="1353651" y="245195"/>
                  </a:lnTo>
                  <a:lnTo>
                    <a:pt x="1274170" y="247755"/>
                  </a:lnTo>
                  <a:lnTo>
                    <a:pt x="1188462" y="250049"/>
                  </a:lnTo>
                  <a:lnTo>
                    <a:pt x="1097378" y="252093"/>
                  </a:lnTo>
                  <a:lnTo>
                    <a:pt x="1002701" y="253893"/>
                  </a:lnTo>
                  <a:lnTo>
                    <a:pt x="907274" y="255446"/>
                  </a:lnTo>
                  <a:lnTo>
                    <a:pt x="814932" y="256748"/>
                  </a:lnTo>
                  <a:lnTo>
                    <a:pt x="730132" y="257793"/>
                  </a:lnTo>
                  <a:lnTo>
                    <a:pt x="657266" y="258586"/>
                  </a:lnTo>
                  <a:lnTo>
                    <a:pt x="599765" y="259142"/>
                  </a:lnTo>
                  <a:lnTo>
                    <a:pt x="559274" y="259492"/>
                  </a:lnTo>
                  <a:lnTo>
                    <a:pt x="535155" y="259679"/>
                  </a:lnTo>
                  <a:lnTo>
                    <a:pt x="524446" y="259755"/>
                  </a:lnTo>
                  <a:lnTo>
                    <a:pt x="522133" y="259769"/>
                  </a:lnTo>
                  <a:lnTo>
                    <a:pt x="0" y="259769"/>
                  </a:lnTo>
                  <a:close/>
                </a:path>
              </a:pathLst>
            </a:custGeom>
            <a:solidFill>
              <a:srgbClr val="67C1B3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1143" name="pl1143"/>
            <p:cNvSpPr/>
            <p:nvPr/>
          </p:nvSpPr>
          <p:spPr>
            <a:xfrm>
              <a:off x="386606" y="4116427"/>
              <a:ext cx="8554953" cy="327535"/>
            </a:xfrm>
            <a:custGeom>
              <a:avLst/>
              <a:pathLst>
                <a:path w="8554953" h="327535">
                  <a:moveTo>
                    <a:pt x="0" y="259769"/>
                  </a:moveTo>
                  <a:lnTo>
                    <a:pt x="522133" y="259769"/>
                  </a:lnTo>
                  <a:lnTo>
                    <a:pt x="523402" y="259761"/>
                  </a:lnTo>
                  <a:lnTo>
                    <a:pt x="531696" y="259704"/>
                  </a:lnTo>
                  <a:lnTo>
                    <a:pt x="552431" y="259547"/>
                  </a:lnTo>
                  <a:lnTo>
                    <a:pt x="589062" y="259238"/>
                  </a:lnTo>
                  <a:lnTo>
                    <a:pt x="642767" y="258732"/>
                  </a:lnTo>
                  <a:lnTo>
                    <a:pt x="712393" y="257995"/>
                  </a:lnTo>
                  <a:lnTo>
                    <a:pt x="794849" y="257008"/>
                  </a:lnTo>
                  <a:lnTo>
                    <a:pt x="885879" y="255764"/>
                  </a:lnTo>
                  <a:lnTo>
                    <a:pt x="980973" y="254267"/>
                  </a:lnTo>
                  <a:lnTo>
                    <a:pt x="1076109" y="252523"/>
                  </a:lnTo>
                  <a:lnTo>
                    <a:pt x="1168202" y="250535"/>
                  </a:lnTo>
                  <a:lnTo>
                    <a:pt x="1255235" y="248299"/>
                  </a:lnTo>
                  <a:lnTo>
                    <a:pt x="1336164" y="245801"/>
                  </a:lnTo>
                  <a:lnTo>
                    <a:pt x="1410718" y="243016"/>
                  </a:lnTo>
                  <a:lnTo>
                    <a:pt x="1479178" y="239909"/>
                  </a:lnTo>
                  <a:lnTo>
                    <a:pt x="1542180" y="236435"/>
                  </a:lnTo>
                  <a:lnTo>
                    <a:pt x="1600564" y="232540"/>
                  </a:lnTo>
                  <a:lnTo>
                    <a:pt x="1655261" y="228168"/>
                  </a:lnTo>
                  <a:lnTo>
                    <a:pt x="1707203" y="223266"/>
                  </a:lnTo>
                  <a:lnTo>
                    <a:pt x="1757248" y="217796"/>
                  </a:lnTo>
                  <a:lnTo>
                    <a:pt x="1768425" y="216474"/>
                  </a:lnTo>
                  <a:lnTo>
                    <a:pt x="1822289" y="209602"/>
                  </a:lnTo>
                  <a:lnTo>
                    <a:pt x="1875634" y="202007"/>
                  </a:lnTo>
                  <a:lnTo>
                    <a:pt x="1929037" y="193679"/>
                  </a:lnTo>
                  <a:lnTo>
                    <a:pt x="1982883" y="184635"/>
                  </a:lnTo>
                  <a:lnTo>
                    <a:pt x="2037393" y="174922"/>
                  </a:lnTo>
                  <a:lnTo>
                    <a:pt x="2092640" y="164617"/>
                  </a:lnTo>
                  <a:lnTo>
                    <a:pt x="2148574" y="153831"/>
                  </a:lnTo>
                  <a:lnTo>
                    <a:pt x="2205042" y="142698"/>
                  </a:lnTo>
                  <a:lnTo>
                    <a:pt x="2261814" y="131375"/>
                  </a:lnTo>
                  <a:lnTo>
                    <a:pt x="2318623" y="120030"/>
                  </a:lnTo>
                  <a:lnTo>
                    <a:pt x="2375195" y="108832"/>
                  </a:lnTo>
                  <a:lnTo>
                    <a:pt x="2431288" y="97940"/>
                  </a:lnTo>
                  <a:lnTo>
                    <a:pt x="2486725" y="87498"/>
                  </a:lnTo>
                  <a:lnTo>
                    <a:pt x="2541426" y="77620"/>
                  </a:lnTo>
                  <a:lnTo>
                    <a:pt x="2595432" y="68395"/>
                  </a:lnTo>
                  <a:lnTo>
                    <a:pt x="2648920" y="59876"/>
                  </a:lnTo>
                  <a:lnTo>
                    <a:pt x="2702233" y="52088"/>
                  </a:lnTo>
                  <a:lnTo>
                    <a:pt x="2755893" y="45029"/>
                  </a:lnTo>
                  <a:lnTo>
                    <a:pt x="2770117" y="43294"/>
                  </a:lnTo>
                  <a:lnTo>
                    <a:pt x="2819836" y="37695"/>
                  </a:lnTo>
                  <a:lnTo>
                    <a:pt x="2871277" y="32666"/>
                  </a:lnTo>
                  <a:lnTo>
                    <a:pt x="2925267" y="28178"/>
                  </a:lnTo>
                  <a:lnTo>
                    <a:pt x="2982731" y="24179"/>
                  </a:lnTo>
                  <a:lnTo>
                    <a:pt x="3044606" y="20614"/>
                  </a:lnTo>
                  <a:lnTo>
                    <a:pt x="3111761" y="17428"/>
                  </a:lnTo>
                  <a:lnTo>
                    <a:pt x="3184891" y="14574"/>
                  </a:lnTo>
                  <a:lnTo>
                    <a:pt x="3264373" y="12014"/>
                  </a:lnTo>
                  <a:lnTo>
                    <a:pt x="3350080" y="9719"/>
                  </a:lnTo>
                  <a:lnTo>
                    <a:pt x="3441164" y="7676"/>
                  </a:lnTo>
                  <a:lnTo>
                    <a:pt x="3535841" y="5876"/>
                  </a:lnTo>
                  <a:lnTo>
                    <a:pt x="3631268" y="4323"/>
                  </a:lnTo>
                  <a:lnTo>
                    <a:pt x="3723610" y="3021"/>
                  </a:lnTo>
                  <a:lnTo>
                    <a:pt x="3808410" y="1976"/>
                  </a:lnTo>
                  <a:lnTo>
                    <a:pt x="3881277" y="1183"/>
                  </a:lnTo>
                  <a:lnTo>
                    <a:pt x="3938778" y="627"/>
                  </a:lnTo>
                  <a:lnTo>
                    <a:pt x="3979268" y="277"/>
                  </a:lnTo>
                  <a:lnTo>
                    <a:pt x="4003387" y="89"/>
                  </a:lnTo>
                  <a:lnTo>
                    <a:pt x="4014096" y="14"/>
                  </a:lnTo>
                  <a:lnTo>
                    <a:pt x="4016394" y="0"/>
                  </a:lnTo>
                  <a:lnTo>
                    <a:pt x="4016409" y="0"/>
                  </a:lnTo>
                  <a:lnTo>
                    <a:pt x="4538543" y="0"/>
                  </a:lnTo>
                  <a:lnTo>
                    <a:pt x="4539811" y="10"/>
                  </a:lnTo>
                  <a:lnTo>
                    <a:pt x="4548101" y="81"/>
                  </a:lnTo>
                  <a:lnTo>
                    <a:pt x="4568825" y="280"/>
                  </a:lnTo>
                  <a:lnTo>
                    <a:pt x="4605439" y="669"/>
                  </a:lnTo>
                  <a:lnTo>
                    <a:pt x="4659122" y="1307"/>
                  </a:lnTo>
                  <a:lnTo>
                    <a:pt x="4728721" y="2235"/>
                  </a:lnTo>
                  <a:lnTo>
                    <a:pt x="4811150" y="3480"/>
                  </a:lnTo>
                  <a:lnTo>
                    <a:pt x="4902156" y="5047"/>
                  </a:lnTo>
                  <a:lnTo>
                    <a:pt x="4997230" y="6934"/>
                  </a:lnTo>
                  <a:lnTo>
                    <a:pt x="5092351" y="9132"/>
                  </a:lnTo>
                  <a:lnTo>
                    <a:pt x="5184437" y="11638"/>
                  </a:lnTo>
                  <a:lnTo>
                    <a:pt x="5271466" y="14456"/>
                  </a:lnTo>
                  <a:lnTo>
                    <a:pt x="5352395" y="17604"/>
                  </a:lnTo>
                  <a:lnTo>
                    <a:pt x="5426951" y="21114"/>
                  </a:lnTo>
                  <a:lnTo>
                    <a:pt x="5495413" y="25029"/>
                  </a:lnTo>
                  <a:lnTo>
                    <a:pt x="5558418" y="29408"/>
                  </a:lnTo>
                  <a:lnTo>
                    <a:pt x="5616804" y="34316"/>
                  </a:lnTo>
                  <a:lnTo>
                    <a:pt x="5671501" y="39826"/>
                  </a:lnTo>
                  <a:lnTo>
                    <a:pt x="5723441" y="46004"/>
                  </a:lnTo>
                  <a:lnTo>
                    <a:pt x="5773483" y="52896"/>
                  </a:lnTo>
                  <a:lnTo>
                    <a:pt x="5784835" y="54589"/>
                  </a:lnTo>
                  <a:lnTo>
                    <a:pt x="5838473" y="63215"/>
                  </a:lnTo>
                  <a:lnTo>
                    <a:pt x="5891593" y="72745"/>
                  </a:lnTo>
                  <a:lnTo>
                    <a:pt x="5944766" y="83192"/>
                  </a:lnTo>
                  <a:lnTo>
                    <a:pt x="5998376" y="94534"/>
                  </a:lnTo>
                  <a:lnTo>
                    <a:pt x="6052641" y="106714"/>
                  </a:lnTo>
                  <a:lnTo>
                    <a:pt x="6107637" y="119636"/>
                  </a:lnTo>
                  <a:lnTo>
                    <a:pt x="6163318" y="133164"/>
                  </a:lnTo>
                  <a:lnTo>
                    <a:pt x="6219532" y="147130"/>
                  </a:lnTo>
                  <a:lnTo>
                    <a:pt x="6276058" y="161342"/>
                  </a:lnTo>
                  <a:lnTo>
                    <a:pt x="6332631" y="175589"/>
                  </a:lnTo>
                  <a:lnTo>
                    <a:pt x="6388979" y="189662"/>
                  </a:lnTo>
                  <a:lnTo>
                    <a:pt x="6444862" y="203360"/>
                  </a:lnTo>
                  <a:lnTo>
                    <a:pt x="6500102" y="216504"/>
                  </a:lnTo>
                  <a:lnTo>
                    <a:pt x="6554614" y="228949"/>
                  </a:lnTo>
                  <a:lnTo>
                    <a:pt x="6608429" y="240585"/>
                  </a:lnTo>
                  <a:lnTo>
                    <a:pt x="6661717" y="251340"/>
                  </a:lnTo>
                  <a:lnTo>
                    <a:pt x="6714801" y="261182"/>
                  </a:lnTo>
                  <a:lnTo>
                    <a:pt x="6768186" y="270112"/>
                  </a:lnTo>
                  <a:lnTo>
                    <a:pt x="6786527" y="272946"/>
                  </a:lnTo>
                  <a:lnTo>
                    <a:pt x="6836237" y="280006"/>
                  </a:lnTo>
                  <a:lnTo>
                    <a:pt x="6887668" y="286345"/>
                  </a:lnTo>
                  <a:lnTo>
                    <a:pt x="6941648" y="292004"/>
                  </a:lnTo>
                  <a:lnTo>
                    <a:pt x="6999099" y="297044"/>
                  </a:lnTo>
                  <a:lnTo>
                    <a:pt x="7060959" y="301539"/>
                  </a:lnTo>
                  <a:lnTo>
                    <a:pt x="7128096" y="305556"/>
                  </a:lnTo>
                  <a:lnTo>
                    <a:pt x="7201206" y="309154"/>
                  </a:lnTo>
                  <a:lnTo>
                    <a:pt x="7280665" y="312383"/>
                  </a:lnTo>
                  <a:lnTo>
                    <a:pt x="7366348" y="315275"/>
                  </a:lnTo>
                  <a:lnTo>
                    <a:pt x="7457408" y="317852"/>
                  </a:lnTo>
                  <a:lnTo>
                    <a:pt x="7552064" y="320122"/>
                  </a:lnTo>
                  <a:lnTo>
                    <a:pt x="7647476" y="322081"/>
                  </a:lnTo>
                  <a:lnTo>
                    <a:pt x="7739814" y="323722"/>
                  </a:lnTo>
                  <a:lnTo>
                    <a:pt x="7824622" y="325041"/>
                  </a:lnTo>
                  <a:lnTo>
                    <a:pt x="7897512" y="326041"/>
                  </a:lnTo>
                  <a:lnTo>
                    <a:pt x="7955048" y="326743"/>
                  </a:lnTo>
                  <a:lnTo>
                    <a:pt x="7995581" y="327185"/>
                  </a:lnTo>
                  <a:lnTo>
                    <a:pt x="8019744" y="327422"/>
                  </a:lnTo>
                  <a:lnTo>
                    <a:pt x="8030488" y="327517"/>
                  </a:lnTo>
                  <a:lnTo>
                    <a:pt x="8032803" y="327535"/>
                  </a:lnTo>
                  <a:lnTo>
                    <a:pt x="8032819" y="327535"/>
                  </a:lnTo>
                  <a:lnTo>
                    <a:pt x="8554953" y="327535"/>
                  </a:lnTo>
                  <a:lnTo>
                    <a:pt x="8554953" y="327535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144" name="pl1144"/>
            <p:cNvSpPr/>
            <p:nvPr/>
          </p:nvSpPr>
          <p:spPr>
            <a:xfrm>
              <a:off x="386606" y="4110779"/>
              <a:ext cx="8554953" cy="327535"/>
            </a:xfrm>
            <a:custGeom>
              <a:avLst/>
              <a:pathLst>
                <a:path w="8554953" h="327535">
                  <a:moveTo>
                    <a:pt x="8554953" y="327535"/>
                  </a:moveTo>
                  <a:lnTo>
                    <a:pt x="8032819" y="327535"/>
                  </a:lnTo>
                  <a:lnTo>
                    <a:pt x="8031551" y="327525"/>
                  </a:lnTo>
                  <a:lnTo>
                    <a:pt x="8023261" y="327454"/>
                  </a:lnTo>
                  <a:lnTo>
                    <a:pt x="8002536" y="327255"/>
                  </a:lnTo>
                  <a:lnTo>
                    <a:pt x="7965923" y="326866"/>
                  </a:lnTo>
                  <a:lnTo>
                    <a:pt x="7912240" y="326228"/>
                  </a:lnTo>
                  <a:lnTo>
                    <a:pt x="7842641" y="325299"/>
                  </a:lnTo>
                  <a:lnTo>
                    <a:pt x="7760212" y="324055"/>
                  </a:lnTo>
                  <a:lnTo>
                    <a:pt x="7669206" y="322488"/>
                  </a:lnTo>
                  <a:lnTo>
                    <a:pt x="7574132" y="320601"/>
                  </a:lnTo>
                  <a:lnTo>
                    <a:pt x="7479011" y="318403"/>
                  </a:lnTo>
                  <a:lnTo>
                    <a:pt x="7386925" y="315897"/>
                  </a:lnTo>
                  <a:lnTo>
                    <a:pt x="7299896" y="313079"/>
                  </a:lnTo>
                  <a:lnTo>
                    <a:pt x="7218967" y="309931"/>
                  </a:lnTo>
                  <a:lnTo>
                    <a:pt x="7144411" y="306421"/>
                  </a:lnTo>
                  <a:lnTo>
                    <a:pt x="7075949" y="302506"/>
                  </a:lnTo>
                  <a:lnTo>
                    <a:pt x="7012944" y="298127"/>
                  </a:lnTo>
                  <a:lnTo>
                    <a:pt x="6954558" y="293219"/>
                  </a:lnTo>
                  <a:lnTo>
                    <a:pt x="6899861" y="287709"/>
                  </a:lnTo>
                  <a:lnTo>
                    <a:pt x="6847921" y="281531"/>
                  </a:lnTo>
                  <a:lnTo>
                    <a:pt x="6797879" y="274639"/>
                  </a:lnTo>
                  <a:lnTo>
                    <a:pt x="6786527" y="272946"/>
                  </a:lnTo>
                  <a:lnTo>
                    <a:pt x="6732889" y="264320"/>
                  </a:lnTo>
                  <a:lnTo>
                    <a:pt x="6679769" y="254790"/>
                  </a:lnTo>
                  <a:lnTo>
                    <a:pt x="6626596" y="244343"/>
                  </a:lnTo>
                  <a:lnTo>
                    <a:pt x="6572986" y="233001"/>
                  </a:lnTo>
                  <a:lnTo>
                    <a:pt x="6518721" y="220821"/>
                  </a:lnTo>
                  <a:lnTo>
                    <a:pt x="6463724" y="207899"/>
                  </a:lnTo>
                  <a:lnTo>
                    <a:pt x="6408044" y="194371"/>
                  </a:lnTo>
                  <a:lnTo>
                    <a:pt x="6351830" y="180404"/>
                  </a:lnTo>
                  <a:lnTo>
                    <a:pt x="6295304" y="166193"/>
                  </a:lnTo>
                  <a:lnTo>
                    <a:pt x="6238731" y="151946"/>
                  </a:lnTo>
                  <a:lnTo>
                    <a:pt x="6182383" y="137873"/>
                  </a:lnTo>
                  <a:lnTo>
                    <a:pt x="6126500" y="124175"/>
                  </a:lnTo>
                  <a:lnTo>
                    <a:pt x="6071260" y="111031"/>
                  </a:lnTo>
                  <a:lnTo>
                    <a:pt x="6016748" y="98586"/>
                  </a:lnTo>
                  <a:lnTo>
                    <a:pt x="5962932" y="86950"/>
                  </a:lnTo>
                  <a:lnTo>
                    <a:pt x="5909645" y="76195"/>
                  </a:lnTo>
                  <a:lnTo>
                    <a:pt x="5856561" y="66353"/>
                  </a:lnTo>
                  <a:lnTo>
                    <a:pt x="5803176" y="57423"/>
                  </a:lnTo>
                  <a:lnTo>
                    <a:pt x="5784835" y="54589"/>
                  </a:lnTo>
                  <a:lnTo>
                    <a:pt x="5735125" y="47529"/>
                  </a:lnTo>
                  <a:lnTo>
                    <a:pt x="5683694" y="41189"/>
                  </a:lnTo>
                  <a:lnTo>
                    <a:pt x="5629714" y="35531"/>
                  </a:lnTo>
                  <a:lnTo>
                    <a:pt x="5572263" y="30490"/>
                  </a:lnTo>
                  <a:lnTo>
                    <a:pt x="5510403" y="25996"/>
                  </a:lnTo>
                  <a:lnTo>
                    <a:pt x="5443266" y="21979"/>
                  </a:lnTo>
                  <a:lnTo>
                    <a:pt x="5370156" y="18380"/>
                  </a:lnTo>
                  <a:lnTo>
                    <a:pt x="5290697" y="15152"/>
                  </a:lnTo>
                  <a:lnTo>
                    <a:pt x="5205014" y="12260"/>
                  </a:lnTo>
                  <a:lnTo>
                    <a:pt x="5113954" y="9682"/>
                  </a:lnTo>
                  <a:lnTo>
                    <a:pt x="5019298" y="7413"/>
                  </a:lnTo>
                  <a:lnTo>
                    <a:pt x="4923886" y="5454"/>
                  </a:lnTo>
                  <a:lnTo>
                    <a:pt x="4831548" y="3813"/>
                  </a:lnTo>
                  <a:lnTo>
                    <a:pt x="4746740" y="2494"/>
                  </a:lnTo>
                  <a:lnTo>
                    <a:pt x="4673850" y="1494"/>
                  </a:lnTo>
                  <a:lnTo>
                    <a:pt x="4616314" y="792"/>
                  </a:lnTo>
                  <a:lnTo>
                    <a:pt x="4575780" y="350"/>
                  </a:lnTo>
                  <a:lnTo>
                    <a:pt x="4551618" y="113"/>
                  </a:lnTo>
                  <a:lnTo>
                    <a:pt x="4540874" y="18"/>
                  </a:lnTo>
                  <a:lnTo>
                    <a:pt x="4538559" y="0"/>
                  </a:lnTo>
                  <a:lnTo>
                    <a:pt x="4538543" y="0"/>
                  </a:lnTo>
                  <a:lnTo>
                    <a:pt x="4016409" y="0"/>
                  </a:lnTo>
                  <a:lnTo>
                    <a:pt x="4015141" y="7"/>
                  </a:lnTo>
                  <a:lnTo>
                    <a:pt x="4006847" y="64"/>
                  </a:lnTo>
                  <a:lnTo>
                    <a:pt x="3986111" y="222"/>
                  </a:lnTo>
                  <a:lnTo>
                    <a:pt x="3949481" y="531"/>
                  </a:lnTo>
                  <a:lnTo>
                    <a:pt x="3895775" y="1037"/>
                  </a:lnTo>
                  <a:lnTo>
                    <a:pt x="3826149" y="1774"/>
                  </a:lnTo>
                  <a:lnTo>
                    <a:pt x="3743694" y="2761"/>
                  </a:lnTo>
                  <a:lnTo>
                    <a:pt x="3652663" y="4005"/>
                  </a:lnTo>
                  <a:lnTo>
                    <a:pt x="3557569" y="5502"/>
                  </a:lnTo>
                  <a:lnTo>
                    <a:pt x="3462434" y="7246"/>
                  </a:lnTo>
                  <a:lnTo>
                    <a:pt x="3370340" y="9234"/>
                  </a:lnTo>
                  <a:lnTo>
                    <a:pt x="3283307" y="11470"/>
                  </a:lnTo>
                  <a:lnTo>
                    <a:pt x="3202378" y="13968"/>
                  </a:lnTo>
                  <a:lnTo>
                    <a:pt x="3127824" y="16753"/>
                  </a:lnTo>
                  <a:lnTo>
                    <a:pt x="3059364" y="19859"/>
                  </a:lnTo>
                  <a:lnTo>
                    <a:pt x="2996362" y="23334"/>
                  </a:lnTo>
                  <a:lnTo>
                    <a:pt x="2937978" y="27229"/>
                  </a:lnTo>
                  <a:lnTo>
                    <a:pt x="2883281" y="31601"/>
                  </a:lnTo>
                  <a:lnTo>
                    <a:pt x="2831339" y="36503"/>
                  </a:lnTo>
                  <a:lnTo>
                    <a:pt x="2781294" y="41972"/>
                  </a:lnTo>
                  <a:lnTo>
                    <a:pt x="2770117" y="43294"/>
                  </a:lnTo>
                  <a:lnTo>
                    <a:pt x="2716253" y="50166"/>
                  </a:lnTo>
                  <a:lnTo>
                    <a:pt x="2662908" y="57762"/>
                  </a:lnTo>
                  <a:lnTo>
                    <a:pt x="2609505" y="66090"/>
                  </a:lnTo>
                  <a:lnTo>
                    <a:pt x="2555659" y="75134"/>
                  </a:lnTo>
                  <a:lnTo>
                    <a:pt x="2501150" y="84847"/>
                  </a:lnTo>
                  <a:lnTo>
                    <a:pt x="2445902" y="95152"/>
                  </a:lnTo>
                  <a:lnTo>
                    <a:pt x="2389968" y="105938"/>
                  </a:lnTo>
                  <a:lnTo>
                    <a:pt x="2333500" y="117071"/>
                  </a:lnTo>
                  <a:lnTo>
                    <a:pt x="2276728" y="128394"/>
                  </a:lnTo>
                  <a:lnTo>
                    <a:pt x="2219919" y="139739"/>
                  </a:lnTo>
                  <a:lnTo>
                    <a:pt x="2163347" y="150937"/>
                  </a:lnTo>
                  <a:lnTo>
                    <a:pt x="2107255" y="161829"/>
                  </a:lnTo>
                  <a:lnTo>
                    <a:pt x="2051817" y="172271"/>
                  </a:lnTo>
                  <a:lnTo>
                    <a:pt x="1997116" y="182148"/>
                  </a:lnTo>
                  <a:lnTo>
                    <a:pt x="1943111" y="191374"/>
                  </a:lnTo>
                  <a:lnTo>
                    <a:pt x="1889622" y="199893"/>
                  </a:lnTo>
                  <a:lnTo>
                    <a:pt x="1836309" y="207680"/>
                  </a:lnTo>
                  <a:lnTo>
                    <a:pt x="1782649" y="214740"/>
                  </a:lnTo>
                  <a:lnTo>
                    <a:pt x="1768425" y="216474"/>
                  </a:lnTo>
                  <a:lnTo>
                    <a:pt x="1718706" y="222074"/>
                  </a:lnTo>
                  <a:lnTo>
                    <a:pt x="1667265" y="227103"/>
                  </a:lnTo>
                  <a:lnTo>
                    <a:pt x="1613275" y="231591"/>
                  </a:lnTo>
                  <a:lnTo>
                    <a:pt x="1555811" y="235590"/>
                  </a:lnTo>
                  <a:lnTo>
                    <a:pt x="1493936" y="239154"/>
                  </a:lnTo>
                  <a:lnTo>
                    <a:pt x="1426781" y="242340"/>
                  </a:lnTo>
                  <a:lnTo>
                    <a:pt x="1353651" y="245195"/>
                  </a:lnTo>
                  <a:lnTo>
                    <a:pt x="1274170" y="247755"/>
                  </a:lnTo>
                  <a:lnTo>
                    <a:pt x="1188462" y="250049"/>
                  </a:lnTo>
                  <a:lnTo>
                    <a:pt x="1097378" y="252093"/>
                  </a:lnTo>
                  <a:lnTo>
                    <a:pt x="1002701" y="253893"/>
                  </a:lnTo>
                  <a:lnTo>
                    <a:pt x="907274" y="255446"/>
                  </a:lnTo>
                  <a:lnTo>
                    <a:pt x="814932" y="256748"/>
                  </a:lnTo>
                  <a:lnTo>
                    <a:pt x="730132" y="257793"/>
                  </a:lnTo>
                  <a:lnTo>
                    <a:pt x="657266" y="258586"/>
                  </a:lnTo>
                  <a:lnTo>
                    <a:pt x="599765" y="259142"/>
                  </a:lnTo>
                  <a:lnTo>
                    <a:pt x="559274" y="259492"/>
                  </a:lnTo>
                  <a:lnTo>
                    <a:pt x="535155" y="259679"/>
                  </a:lnTo>
                  <a:lnTo>
                    <a:pt x="524446" y="259755"/>
                  </a:lnTo>
                  <a:lnTo>
                    <a:pt x="522148" y="259769"/>
                  </a:lnTo>
                  <a:lnTo>
                    <a:pt x="522133" y="259769"/>
                  </a:lnTo>
                  <a:lnTo>
                    <a:pt x="0" y="259769"/>
                  </a:lnTo>
                  <a:lnTo>
                    <a:pt x="0" y="259769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145" name="pg1145"/>
            <p:cNvSpPr/>
            <p:nvPr/>
          </p:nvSpPr>
          <p:spPr>
            <a:xfrm>
              <a:off x="386606" y="4161604"/>
              <a:ext cx="8554953" cy="1490853"/>
            </a:xfrm>
            <a:custGeom>
              <a:avLst/>
              <a:pathLst>
                <a:path w="8554953" h="1490853">
                  <a:moveTo>
                    <a:pt x="0" y="231534"/>
                  </a:moveTo>
                  <a:lnTo>
                    <a:pt x="522133" y="231534"/>
                  </a:lnTo>
                  <a:lnTo>
                    <a:pt x="523402" y="231527"/>
                  </a:lnTo>
                  <a:lnTo>
                    <a:pt x="531698" y="231480"/>
                  </a:lnTo>
                  <a:lnTo>
                    <a:pt x="552439" y="231350"/>
                  </a:lnTo>
                  <a:lnTo>
                    <a:pt x="589079" y="231094"/>
                  </a:lnTo>
                  <a:lnTo>
                    <a:pt x="642797" y="230676"/>
                  </a:lnTo>
                  <a:lnTo>
                    <a:pt x="712437" y="230067"/>
                  </a:lnTo>
                  <a:lnTo>
                    <a:pt x="794907" y="229252"/>
                  </a:lnTo>
                  <a:lnTo>
                    <a:pt x="885951" y="228224"/>
                  </a:lnTo>
                  <a:lnTo>
                    <a:pt x="981055" y="226987"/>
                  </a:lnTo>
                  <a:lnTo>
                    <a:pt x="1076199" y="225546"/>
                  </a:lnTo>
                  <a:lnTo>
                    <a:pt x="1168297" y="223903"/>
                  </a:lnTo>
                  <a:lnTo>
                    <a:pt x="1255332" y="222056"/>
                  </a:lnTo>
                  <a:lnTo>
                    <a:pt x="1336261" y="219992"/>
                  </a:lnTo>
                  <a:lnTo>
                    <a:pt x="1410814" y="217691"/>
                  </a:lnTo>
                  <a:lnTo>
                    <a:pt x="1479272" y="215124"/>
                  </a:lnTo>
                  <a:lnTo>
                    <a:pt x="1542273" y="212253"/>
                  </a:lnTo>
                  <a:lnTo>
                    <a:pt x="1600656" y="209034"/>
                  </a:lnTo>
                  <a:lnTo>
                    <a:pt x="1655352" y="205422"/>
                  </a:lnTo>
                  <a:lnTo>
                    <a:pt x="1707296" y="201371"/>
                  </a:lnTo>
                  <a:lnTo>
                    <a:pt x="1757343" y="196851"/>
                  </a:lnTo>
                  <a:lnTo>
                    <a:pt x="1768425" y="195768"/>
                  </a:lnTo>
                  <a:lnTo>
                    <a:pt x="1822413" y="190077"/>
                  </a:lnTo>
                  <a:lnTo>
                    <a:pt x="1875881" y="183787"/>
                  </a:lnTo>
                  <a:lnTo>
                    <a:pt x="1929409" y="176887"/>
                  </a:lnTo>
                  <a:lnTo>
                    <a:pt x="1983385" y="169394"/>
                  </a:lnTo>
                  <a:lnTo>
                    <a:pt x="2038029" y="161346"/>
                  </a:lnTo>
                  <a:lnTo>
                    <a:pt x="2093413" y="152808"/>
                  </a:lnTo>
                  <a:lnTo>
                    <a:pt x="2149487" y="143872"/>
                  </a:lnTo>
                  <a:lnTo>
                    <a:pt x="2206092" y="134650"/>
                  </a:lnTo>
                  <a:lnTo>
                    <a:pt x="2263000" y="125273"/>
                  </a:lnTo>
                  <a:lnTo>
                    <a:pt x="2319938" y="115880"/>
                  </a:lnTo>
                  <a:lnTo>
                    <a:pt x="2376632" y="106613"/>
                  </a:lnTo>
                  <a:lnTo>
                    <a:pt x="2432839" y="97603"/>
                  </a:lnTo>
                  <a:lnTo>
                    <a:pt x="2488384" y="88969"/>
                  </a:lnTo>
                  <a:lnTo>
                    <a:pt x="2543189" y="80807"/>
                  </a:lnTo>
                  <a:lnTo>
                    <a:pt x="2597298" y="73187"/>
                  </a:lnTo>
                  <a:lnTo>
                    <a:pt x="2650898" y="66155"/>
                  </a:lnTo>
                  <a:lnTo>
                    <a:pt x="2704337" y="59730"/>
                  </a:lnTo>
                  <a:lnTo>
                    <a:pt x="2758149" y="53909"/>
                  </a:lnTo>
                  <a:lnTo>
                    <a:pt x="2770117" y="52706"/>
                  </a:lnTo>
                  <a:lnTo>
                    <a:pt x="2819841" y="48080"/>
                  </a:lnTo>
                  <a:lnTo>
                    <a:pt x="2871287" y="43925"/>
                  </a:lnTo>
                  <a:lnTo>
                    <a:pt x="2925283" y="40218"/>
                  </a:lnTo>
                  <a:lnTo>
                    <a:pt x="2982754" y="36914"/>
                  </a:lnTo>
                  <a:lnTo>
                    <a:pt x="3044637" y="33969"/>
                  </a:lnTo>
                  <a:lnTo>
                    <a:pt x="3111801" y="31337"/>
                  </a:lnTo>
                  <a:lnTo>
                    <a:pt x="3184942" y="28979"/>
                  </a:lnTo>
                  <a:lnTo>
                    <a:pt x="3264436" y="26864"/>
                  </a:lnTo>
                  <a:lnTo>
                    <a:pt x="3350156" y="24969"/>
                  </a:lnTo>
                  <a:lnTo>
                    <a:pt x="3441253" y="23281"/>
                  </a:lnTo>
                  <a:lnTo>
                    <a:pt x="3535942" y="21794"/>
                  </a:lnTo>
                  <a:lnTo>
                    <a:pt x="3631377" y="20511"/>
                  </a:lnTo>
                  <a:lnTo>
                    <a:pt x="3723721" y="19436"/>
                  </a:lnTo>
                  <a:lnTo>
                    <a:pt x="3808516" y="18572"/>
                  </a:lnTo>
                  <a:lnTo>
                    <a:pt x="3881371" y="17918"/>
                  </a:lnTo>
                  <a:lnTo>
                    <a:pt x="3938853" y="17459"/>
                  </a:lnTo>
                  <a:lnTo>
                    <a:pt x="3979320" y="17170"/>
                  </a:lnTo>
                  <a:lnTo>
                    <a:pt x="4003416" y="17015"/>
                  </a:lnTo>
                  <a:lnTo>
                    <a:pt x="4014106" y="16953"/>
                  </a:lnTo>
                  <a:lnTo>
                    <a:pt x="4016409" y="16941"/>
                  </a:lnTo>
                  <a:lnTo>
                    <a:pt x="4538543" y="16941"/>
                  </a:lnTo>
                  <a:lnTo>
                    <a:pt x="4539778" y="16985"/>
                  </a:lnTo>
                  <a:lnTo>
                    <a:pt x="4547855" y="17299"/>
                  </a:lnTo>
                  <a:lnTo>
                    <a:pt x="4568067" y="18167"/>
                  </a:lnTo>
                  <a:lnTo>
                    <a:pt x="4603824" y="19873"/>
                  </a:lnTo>
                  <a:lnTo>
                    <a:pt x="4656345" y="22668"/>
                  </a:lnTo>
                  <a:lnTo>
                    <a:pt x="4724597" y="26741"/>
                  </a:lnTo>
                  <a:lnTo>
                    <a:pt x="4805650" y="32206"/>
                  </a:lnTo>
                  <a:lnTo>
                    <a:pt x="4895409" y="39098"/>
                  </a:lnTo>
                  <a:lnTo>
                    <a:pt x="4989471" y="47403"/>
                  </a:lnTo>
                  <a:lnTo>
                    <a:pt x="5083868" y="57088"/>
                  </a:lnTo>
                  <a:lnTo>
                    <a:pt x="5175512" y="68133"/>
                  </a:lnTo>
                  <a:lnTo>
                    <a:pt x="5262341" y="80554"/>
                  </a:lnTo>
                  <a:lnTo>
                    <a:pt x="5343247" y="94423"/>
                  </a:lnTo>
                  <a:lnTo>
                    <a:pt x="5417893" y="109868"/>
                  </a:lnTo>
                  <a:lnTo>
                    <a:pt x="5486497" y="127079"/>
                  </a:lnTo>
                  <a:lnTo>
                    <a:pt x="5549643" y="146299"/>
                  </a:lnTo>
                  <a:lnTo>
                    <a:pt x="5608125" y="167816"/>
                  </a:lnTo>
                  <a:lnTo>
                    <a:pt x="5662842" y="191942"/>
                  </a:lnTo>
                  <a:lnTo>
                    <a:pt x="5714708" y="218977"/>
                  </a:lnTo>
                  <a:lnTo>
                    <a:pt x="5764573" y="249146"/>
                  </a:lnTo>
                  <a:lnTo>
                    <a:pt x="5784835" y="262593"/>
                  </a:lnTo>
                  <a:lnTo>
                    <a:pt x="5830731" y="295523"/>
                  </a:lnTo>
                  <a:lnTo>
                    <a:pt x="5876180" y="331414"/>
                  </a:lnTo>
                  <a:lnTo>
                    <a:pt x="5921565" y="370320"/>
                  </a:lnTo>
                  <a:lnTo>
                    <a:pt x="5967165" y="412216"/>
                  </a:lnTo>
                  <a:lnTo>
                    <a:pt x="6013167" y="456997"/>
                  </a:lnTo>
                  <a:lnTo>
                    <a:pt x="6059675" y="504461"/>
                  </a:lnTo>
                  <a:lnTo>
                    <a:pt x="6106720" y="554315"/>
                  </a:lnTo>
                  <a:lnTo>
                    <a:pt x="6154267" y="606175"/>
                  </a:lnTo>
                  <a:lnTo>
                    <a:pt x="6202228" y="659574"/>
                  </a:lnTo>
                  <a:lnTo>
                    <a:pt x="6250472" y="713982"/>
                  </a:lnTo>
                  <a:lnTo>
                    <a:pt x="6298840" y="768822"/>
                  </a:lnTo>
                  <a:lnTo>
                    <a:pt x="6347161" y="823501"/>
                  </a:lnTo>
                  <a:lnTo>
                    <a:pt x="6395269" y="877429"/>
                  </a:lnTo>
                  <a:lnTo>
                    <a:pt x="6443019" y="930053"/>
                  </a:lnTo>
                  <a:lnTo>
                    <a:pt x="6490301" y="980875"/>
                  </a:lnTo>
                  <a:lnTo>
                    <a:pt x="6537054" y="1029471"/>
                  </a:lnTo>
                  <a:lnTo>
                    <a:pt x="6583278" y="1075505"/>
                  </a:lnTo>
                  <a:lnTo>
                    <a:pt x="6629044" y="1118736"/>
                  </a:lnTo>
                  <a:lnTo>
                    <a:pt x="6674498" y="1159013"/>
                  </a:lnTo>
                  <a:lnTo>
                    <a:pt x="6719876" y="1196276"/>
                  </a:lnTo>
                  <a:lnTo>
                    <a:pt x="6765513" y="1230545"/>
                  </a:lnTo>
                  <a:lnTo>
                    <a:pt x="6786527" y="1245201"/>
                  </a:lnTo>
                  <a:lnTo>
                    <a:pt x="6835782" y="1276697"/>
                  </a:lnTo>
                  <a:lnTo>
                    <a:pt x="6886721" y="1305012"/>
                  </a:lnTo>
                  <a:lnTo>
                    <a:pt x="6940147" y="1330310"/>
                  </a:lnTo>
                  <a:lnTo>
                    <a:pt x="6996957" y="1352870"/>
                  </a:lnTo>
                  <a:lnTo>
                    <a:pt x="7058065" y="1373006"/>
                  </a:lnTo>
                  <a:lnTo>
                    <a:pt x="7124320" y="1391017"/>
                  </a:lnTo>
                  <a:lnTo>
                    <a:pt x="7196410" y="1407168"/>
                  </a:lnTo>
                  <a:lnTo>
                    <a:pt x="7274725" y="1421671"/>
                  </a:lnTo>
                  <a:lnTo>
                    <a:pt x="7359184" y="1434681"/>
                  </a:lnTo>
                  <a:lnTo>
                    <a:pt x="7449024" y="1446291"/>
                  </a:lnTo>
                  <a:lnTo>
                    <a:pt x="7542596" y="1456541"/>
                  </a:lnTo>
                  <a:lnTo>
                    <a:pt x="7637235" y="1465422"/>
                  </a:lnTo>
                  <a:lnTo>
                    <a:pt x="7729301" y="1472904"/>
                  </a:lnTo>
                  <a:lnTo>
                    <a:pt x="7814497" y="1478959"/>
                  </a:lnTo>
                  <a:lnTo>
                    <a:pt x="7888498" y="1483601"/>
                  </a:lnTo>
                  <a:lnTo>
                    <a:pt x="7947788" y="1486907"/>
                  </a:lnTo>
                  <a:lnTo>
                    <a:pt x="7990479" y="1489036"/>
                  </a:lnTo>
                  <a:lnTo>
                    <a:pt x="8016841" y="1490218"/>
                  </a:lnTo>
                  <a:lnTo>
                    <a:pt x="8029408" y="1490727"/>
                  </a:lnTo>
                  <a:lnTo>
                    <a:pt x="8032819" y="1490853"/>
                  </a:lnTo>
                  <a:lnTo>
                    <a:pt x="8554953" y="1490853"/>
                  </a:lnTo>
                  <a:lnTo>
                    <a:pt x="8554953" y="1473911"/>
                  </a:lnTo>
                  <a:lnTo>
                    <a:pt x="8032819" y="1473911"/>
                  </a:lnTo>
                  <a:lnTo>
                    <a:pt x="8031584" y="1473867"/>
                  </a:lnTo>
                  <a:lnTo>
                    <a:pt x="8023507" y="1473553"/>
                  </a:lnTo>
                  <a:lnTo>
                    <a:pt x="8003295" y="1472685"/>
                  </a:lnTo>
                  <a:lnTo>
                    <a:pt x="7967538" y="1470979"/>
                  </a:lnTo>
                  <a:lnTo>
                    <a:pt x="7915017" y="1468185"/>
                  </a:lnTo>
                  <a:lnTo>
                    <a:pt x="7846765" y="1464111"/>
                  </a:lnTo>
                  <a:lnTo>
                    <a:pt x="7765711" y="1458646"/>
                  </a:lnTo>
                  <a:lnTo>
                    <a:pt x="7675953" y="1451754"/>
                  </a:lnTo>
                  <a:lnTo>
                    <a:pt x="7581891" y="1443449"/>
                  </a:lnTo>
                  <a:lnTo>
                    <a:pt x="7487494" y="1433764"/>
                  </a:lnTo>
                  <a:lnTo>
                    <a:pt x="7395850" y="1422719"/>
                  </a:lnTo>
                  <a:lnTo>
                    <a:pt x="7309021" y="1410298"/>
                  </a:lnTo>
                  <a:lnTo>
                    <a:pt x="7228115" y="1396430"/>
                  </a:lnTo>
                  <a:lnTo>
                    <a:pt x="7153469" y="1380984"/>
                  </a:lnTo>
                  <a:lnTo>
                    <a:pt x="7084864" y="1363773"/>
                  </a:lnTo>
                  <a:lnTo>
                    <a:pt x="7021719" y="1344553"/>
                  </a:lnTo>
                  <a:lnTo>
                    <a:pt x="6963237" y="1323036"/>
                  </a:lnTo>
                  <a:lnTo>
                    <a:pt x="6908520" y="1298910"/>
                  </a:lnTo>
                  <a:lnTo>
                    <a:pt x="6856654" y="1271875"/>
                  </a:lnTo>
                  <a:lnTo>
                    <a:pt x="6806789" y="1241706"/>
                  </a:lnTo>
                  <a:lnTo>
                    <a:pt x="6786527" y="1228259"/>
                  </a:lnTo>
                  <a:lnTo>
                    <a:pt x="6740631" y="1195329"/>
                  </a:lnTo>
                  <a:lnTo>
                    <a:pt x="6695182" y="1159438"/>
                  </a:lnTo>
                  <a:lnTo>
                    <a:pt x="6649797" y="1120533"/>
                  </a:lnTo>
                  <a:lnTo>
                    <a:pt x="6604197" y="1078636"/>
                  </a:lnTo>
                  <a:lnTo>
                    <a:pt x="6558195" y="1033855"/>
                  </a:lnTo>
                  <a:lnTo>
                    <a:pt x="6511687" y="986391"/>
                  </a:lnTo>
                  <a:lnTo>
                    <a:pt x="6464642" y="936537"/>
                  </a:lnTo>
                  <a:lnTo>
                    <a:pt x="6417095" y="884677"/>
                  </a:lnTo>
                  <a:lnTo>
                    <a:pt x="6369134" y="831278"/>
                  </a:lnTo>
                  <a:lnTo>
                    <a:pt x="6320890" y="776870"/>
                  </a:lnTo>
                  <a:lnTo>
                    <a:pt x="6272522" y="722030"/>
                  </a:lnTo>
                  <a:lnTo>
                    <a:pt x="6224201" y="667351"/>
                  </a:lnTo>
                  <a:lnTo>
                    <a:pt x="6176093" y="613423"/>
                  </a:lnTo>
                  <a:lnTo>
                    <a:pt x="6128343" y="560799"/>
                  </a:lnTo>
                  <a:lnTo>
                    <a:pt x="6081061" y="509978"/>
                  </a:lnTo>
                  <a:lnTo>
                    <a:pt x="6034308" y="461382"/>
                  </a:lnTo>
                  <a:lnTo>
                    <a:pt x="5988084" y="415347"/>
                  </a:lnTo>
                  <a:lnTo>
                    <a:pt x="5942318" y="372116"/>
                  </a:lnTo>
                  <a:lnTo>
                    <a:pt x="5896864" y="331839"/>
                  </a:lnTo>
                  <a:lnTo>
                    <a:pt x="5851486" y="294576"/>
                  </a:lnTo>
                  <a:lnTo>
                    <a:pt x="5805848" y="260307"/>
                  </a:lnTo>
                  <a:lnTo>
                    <a:pt x="5784835" y="245651"/>
                  </a:lnTo>
                  <a:lnTo>
                    <a:pt x="5735579" y="214155"/>
                  </a:lnTo>
                  <a:lnTo>
                    <a:pt x="5684641" y="185841"/>
                  </a:lnTo>
                  <a:lnTo>
                    <a:pt x="5631215" y="160542"/>
                  </a:lnTo>
                  <a:lnTo>
                    <a:pt x="5574405" y="137982"/>
                  </a:lnTo>
                  <a:lnTo>
                    <a:pt x="5513297" y="117846"/>
                  </a:lnTo>
                  <a:lnTo>
                    <a:pt x="5447042" y="99835"/>
                  </a:lnTo>
                  <a:lnTo>
                    <a:pt x="5374952" y="83684"/>
                  </a:lnTo>
                  <a:lnTo>
                    <a:pt x="5296637" y="69181"/>
                  </a:lnTo>
                  <a:lnTo>
                    <a:pt x="5212178" y="56171"/>
                  </a:lnTo>
                  <a:lnTo>
                    <a:pt x="5122338" y="44561"/>
                  </a:lnTo>
                  <a:lnTo>
                    <a:pt x="5028766" y="34312"/>
                  </a:lnTo>
                  <a:lnTo>
                    <a:pt x="4934127" y="25430"/>
                  </a:lnTo>
                  <a:lnTo>
                    <a:pt x="4842061" y="17949"/>
                  </a:lnTo>
                  <a:lnTo>
                    <a:pt x="4756865" y="11893"/>
                  </a:lnTo>
                  <a:lnTo>
                    <a:pt x="4682864" y="7252"/>
                  </a:lnTo>
                  <a:lnTo>
                    <a:pt x="4623574" y="3945"/>
                  </a:lnTo>
                  <a:lnTo>
                    <a:pt x="4580883" y="1816"/>
                  </a:lnTo>
                  <a:lnTo>
                    <a:pt x="4554521" y="634"/>
                  </a:lnTo>
                  <a:lnTo>
                    <a:pt x="4541954" y="125"/>
                  </a:lnTo>
                  <a:lnTo>
                    <a:pt x="4538543" y="0"/>
                  </a:lnTo>
                  <a:lnTo>
                    <a:pt x="4016409" y="0"/>
                  </a:lnTo>
                  <a:lnTo>
                    <a:pt x="4015140" y="6"/>
                  </a:lnTo>
                  <a:lnTo>
                    <a:pt x="4006844" y="53"/>
                  </a:lnTo>
                  <a:lnTo>
                    <a:pt x="3986103" y="183"/>
                  </a:lnTo>
                  <a:lnTo>
                    <a:pt x="3949463" y="439"/>
                  </a:lnTo>
                  <a:lnTo>
                    <a:pt x="3895746" y="857"/>
                  </a:lnTo>
                  <a:lnTo>
                    <a:pt x="3826105" y="1466"/>
                  </a:lnTo>
                  <a:lnTo>
                    <a:pt x="3743635" y="2281"/>
                  </a:lnTo>
                  <a:lnTo>
                    <a:pt x="3652591" y="3309"/>
                  </a:lnTo>
                  <a:lnTo>
                    <a:pt x="3557487" y="4546"/>
                  </a:lnTo>
                  <a:lnTo>
                    <a:pt x="3462344" y="5987"/>
                  </a:lnTo>
                  <a:lnTo>
                    <a:pt x="3370245" y="7630"/>
                  </a:lnTo>
                  <a:lnTo>
                    <a:pt x="3283210" y="9477"/>
                  </a:lnTo>
                  <a:lnTo>
                    <a:pt x="3202281" y="11541"/>
                  </a:lnTo>
                  <a:lnTo>
                    <a:pt x="3127728" y="13842"/>
                  </a:lnTo>
                  <a:lnTo>
                    <a:pt x="3059270" y="16409"/>
                  </a:lnTo>
                  <a:lnTo>
                    <a:pt x="2996269" y="19280"/>
                  </a:lnTo>
                  <a:lnTo>
                    <a:pt x="2937886" y="22499"/>
                  </a:lnTo>
                  <a:lnTo>
                    <a:pt x="2883190" y="26111"/>
                  </a:lnTo>
                  <a:lnTo>
                    <a:pt x="2831246" y="30162"/>
                  </a:lnTo>
                  <a:lnTo>
                    <a:pt x="2781199" y="34682"/>
                  </a:lnTo>
                  <a:lnTo>
                    <a:pt x="2770117" y="35765"/>
                  </a:lnTo>
                  <a:lnTo>
                    <a:pt x="2716129" y="41456"/>
                  </a:lnTo>
                  <a:lnTo>
                    <a:pt x="2662661" y="47747"/>
                  </a:lnTo>
                  <a:lnTo>
                    <a:pt x="2609133" y="54646"/>
                  </a:lnTo>
                  <a:lnTo>
                    <a:pt x="2555157" y="62139"/>
                  </a:lnTo>
                  <a:lnTo>
                    <a:pt x="2500514" y="70187"/>
                  </a:lnTo>
                  <a:lnTo>
                    <a:pt x="2445129" y="78725"/>
                  </a:lnTo>
                  <a:lnTo>
                    <a:pt x="2389055" y="87661"/>
                  </a:lnTo>
                  <a:lnTo>
                    <a:pt x="2332450" y="96883"/>
                  </a:lnTo>
                  <a:lnTo>
                    <a:pt x="2275542" y="106260"/>
                  </a:lnTo>
                  <a:lnTo>
                    <a:pt x="2218604" y="115653"/>
                  </a:lnTo>
                  <a:lnTo>
                    <a:pt x="2161910" y="124920"/>
                  </a:lnTo>
                  <a:lnTo>
                    <a:pt x="2105703" y="133930"/>
                  </a:lnTo>
                  <a:lnTo>
                    <a:pt x="2050158" y="142564"/>
                  </a:lnTo>
                  <a:lnTo>
                    <a:pt x="1995353" y="150726"/>
                  </a:lnTo>
                  <a:lnTo>
                    <a:pt x="1941244" y="158346"/>
                  </a:lnTo>
                  <a:lnTo>
                    <a:pt x="1887644" y="165378"/>
                  </a:lnTo>
                  <a:lnTo>
                    <a:pt x="1834206" y="171803"/>
                  </a:lnTo>
                  <a:lnTo>
                    <a:pt x="1780393" y="177624"/>
                  </a:lnTo>
                  <a:lnTo>
                    <a:pt x="1768425" y="178827"/>
                  </a:lnTo>
                  <a:lnTo>
                    <a:pt x="1718701" y="183453"/>
                  </a:lnTo>
                  <a:lnTo>
                    <a:pt x="1667255" y="187608"/>
                  </a:lnTo>
                  <a:lnTo>
                    <a:pt x="1613259" y="191315"/>
                  </a:lnTo>
                  <a:lnTo>
                    <a:pt x="1555788" y="194619"/>
                  </a:lnTo>
                  <a:lnTo>
                    <a:pt x="1493906" y="197564"/>
                  </a:lnTo>
                  <a:lnTo>
                    <a:pt x="1426741" y="200196"/>
                  </a:lnTo>
                  <a:lnTo>
                    <a:pt x="1353600" y="202554"/>
                  </a:lnTo>
                  <a:lnTo>
                    <a:pt x="1274106" y="204669"/>
                  </a:lnTo>
                  <a:lnTo>
                    <a:pt x="1188386" y="206564"/>
                  </a:lnTo>
                  <a:lnTo>
                    <a:pt x="1097289" y="208252"/>
                  </a:lnTo>
                  <a:lnTo>
                    <a:pt x="1002600" y="209739"/>
                  </a:lnTo>
                  <a:lnTo>
                    <a:pt x="907165" y="211022"/>
                  </a:lnTo>
                  <a:lnTo>
                    <a:pt x="814821" y="212097"/>
                  </a:lnTo>
                  <a:lnTo>
                    <a:pt x="730026" y="212961"/>
                  </a:lnTo>
                  <a:lnTo>
                    <a:pt x="657171" y="213615"/>
                  </a:lnTo>
                  <a:lnTo>
                    <a:pt x="599689" y="214074"/>
                  </a:lnTo>
                  <a:lnTo>
                    <a:pt x="559222" y="214363"/>
                  </a:lnTo>
                  <a:lnTo>
                    <a:pt x="535126" y="214518"/>
                  </a:lnTo>
                  <a:lnTo>
                    <a:pt x="524436" y="214580"/>
                  </a:lnTo>
                  <a:lnTo>
                    <a:pt x="522133" y="214592"/>
                  </a:lnTo>
                  <a:lnTo>
                    <a:pt x="0" y="214592"/>
                  </a:lnTo>
                  <a:close/>
                </a:path>
              </a:pathLst>
            </a:custGeom>
            <a:solidFill>
              <a:srgbClr val="67C1B3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1146" name="pl1146"/>
            <p:cNvSpPr/>
            <p:nvPr/>
          </p:nvSpPr>
          <p:spPr>
            <a:xfrm>
              <a:off x="386606" y="4178545"/>
              <a:ext cx="8554953" cy="1473911"/>
            </a:xfrm>
            <a:custGeom>
              <a:avLst/>
              <a:pathLst>
                <a:path w="8554953" h="1473911">
                  <a:moveTo>
                    <a:pt x="0" y="214592"/>
                  </a:moveTo>
                  <a:lnTo>
                    <a:pt x="522133" y="214592"/>
                  </a:lnTo>
                  <a:lnTo>
                    <a:pt x="523402" y="214585"/>
                  </a:lnTo>
                  <a:lnTo>
                    <a:pt x="531698" y="214538"/>
                  </a:lnTo>
                  <a:lnTo>
                    <a:pt x="552439" y="214408"/>
                  </a:lnTo>
                  <a:lnTo>
                    <a:pt x="589079" y="214153"/>
                  </a:lnTo>
                  <a:lnTo>
                    <a:pt x="642797" y="213735"/>
                  </a:lnTo>
                  <a:lnTo>
                    <a:pt x="712437" y="213126"/>
                  </a:lnTo>
                  <a:lnTo>
                    <a:pt x="794907" y="212310"/>
                  </a:lnTo>
                  <a:lnTo>
                    <a:pt x="885951" y="211283"/>
                  </a:lnTo>
                  <a:lnTo>
                    <a:pt x="981055" y="210046"/>
                  </a:lnTo>
                  <a:lnTo>
                    <a:pt x="1076199" y="208605"/>
                  </a:lnTo>
                  <a:lnTo>
                    <a:pt x="1168297" y="206962"/>
                  </a:lnTo>
                  <a:lnTo>
                    <a:pt x="1255332" y="205114"/>
                  </a:lnTo>
                  <a:lnTo>
                    <a:pt x="1336261" y="203050"/>
                  </a:lnTo>
                  <a:lnTo>
                    <a:pt x="1410814" y="200749"/>
                  </a:lnTo>
                  <a:lnTo>
                    <a:pt x="1479272" y="198182"/>
                  </a:lnTo>
                  <a:lnTo>
                    <a:pt x="1542273" y="195311"/>
                  </a:lnTo>
                  <a:lnTo>
                    <a:pt x="1600656" y="192093"/>
                  </a:lnTo>
                  <a:lnTo>
                    <a:pt x="1655352" y="188480"/>
                  </a:lnTo>
                  <a:lnTo>
                    <a:pt x="1707296" y="184429"/>
                  </a:lnTo>
                  <a:lnTo>
                    <a:pt x="1757343" y="179910"/>
                  </a:lnTo>
                  <a:lnTo>
                    <a:pt x="1768425" y="178827"/>
                  </a:lnTo>
                  <a:lnTo>
                    <a:pt x="1822413" y="173136"/>
                  </a:lnTo>
                  <a:lnTo>
                    <a:pt x="1875881" y="166845"/>
                  </a:lnTo>
                  <a:lnTo>
                    <a:pt x="1929409" y="159946"/>
                  </a:lnTo>
                  <a:lnTo>
                    <a:pt x="1983385" y="152453"/>
                  </a:lnTo>
                  <a:lnTo>
                    <a:pt x="2038029" y="144404"/>
                  </a:lnTo>
                  <a:lnTo>
                    <a:pt x="2093413" y="135867"/>
                  </a:lnTo>
                  <a:lnTo>
                    <a:pt x="2149487" y="126930"/>
                  </a:lnTo>
                  <a:lnTo>
                    <a:pt x="2206092" y="117709"/>
                  </a:lnTo>
                  <a:lnTo>
                    <a:pt x="2263000" y="108331"/>
                  </a:lnTo>
                  <a:lnTo>
                    <a:pt x="2319938" y="98939"/>
                  </a:lnTo>
                  <a:lnTo>
                    <a:pt x="2376632" y="89671"/>
                  </a:lnTo>
                  <a:lnTo>
                    <a:pt x="2432839" y="80662"/>
                  </a:lnTo>
                  <a:lnTo>
                    <a:pt x="2488384" y="72028"/>
                  </a:lnTo>
                  <a:lnTo>
                    <a:pt x="2543189" y="63865"/>
                  </a:lnTo>
                  <a:lnTo>
                    <a:pt x="2597298" y="56245"/>
                  </a:lnTo>
                  <a:lnTo>
                    <a:pt x="2650898" y="49213"/>
                  </a:lnTo>
                  <a:lnTo>
                    <a:pt x="2704337" y="42788"/>
                  </a:lnTo>
                  <a:lnTo>
                    <a:pt x="2758149" y="36967"/>
                  </a:lnTo>
                  <a:lnTo>
                    <a:pt x="2770117" y="35765"/>
                  </a:lnTo>
                  <a:lnTo>
                    <a:pt x="2819841" y="31138"/>
                  </a:lnTo>
                  <a:lnTo>
                    <a:pt x="2871287" y="26984"/>
                  </a:lnTo>
                  <a:lnTo>
                    <a:pt x="2925283" y="23276"/>
                  </a:lnTo>
                  <a:lnTo>
                    <a:pt x="2982754" y="19973"/>
                  </a:lnTo>
                  <a:lnTo>
                    <a:pt x="3044637" y="17028"/>
                  </a:lnTo>
                  <a:lnTo>
                    <a:pt x="3111801" y="14396"/>
                  </a:lnTo>
                  <a:lnTo>
                    <a:pt x="3184942" y="12038"/>
                  </a:lnTo>
                  <a:lnTo>
                    <a:pt x="3264436" y="9923"/>
                  </a:lnTo>
                  <a:lnTo>
                    <a:pt x="3350156" y="8028"/>
                  </a:lnTo>
                  <a:lnTo>
                    <a:pt x="3441253" y="6339"/>
                  </a:lnTo>
                  <a:lnTo>
                    <a:pt x="3535942" y="4853"/>
                  </a:lnTo>
                  <a:lnTo>
                    <a:pt x="3631377" y="3569"/>
                  </a:lnTo>
                  <a:lnTo>
                    <a:pt x="3723721" y="2494"/>
                  </a:lnTo>
                  <a:lnTo>
                    <a:pt x="3808516" y="1631"/>
                  </a:lnTo>
                  <a:lnTo>
                    <a:pt x="3881371" y="976"/>
                  </a:lnTo>
                  <a:lnTo>
                    <a:pt x="3938853" y="517"/>
                  </a:lnTo>
                  <a:lnTo>
                    <a:pt x="3979320" y="228"/>
                  </a:lnTo>
                  <a:lnTo>
                    <a:pt x="4003416" y="74"/>
                  </a:lnTo>
                  <a:lnTo>
                    <a:pt x="4014106" y="12"/>
                  </a:lnTo>
                  <a:lnTo>
                    <a:pt x="4016394" y="0"/>
                  </a:lnTo>
                  <a:lnTo>
                    <a:pt x="4016409" y="0"/>
                  </a:lnTo>
                  <a:lnTo>
                    <a:pt x="4538543" y="0"/>
                  </a:lnTo>
                  <a:lnTo>
                    <a:pt x="4539778" y="43"/>
                  </a:lnTo>
                  <a:lnTo>
                    <a:pt x="4547855" y="358"/>
                  </a:lnTo>
                  <a:lnTo>
                    <a:pt x="4568067" y="1226"/>
                  </a:lnTo>
                  <a:lnTo>
                    <a:pt x="4603824" y="2931"/>
                  </a:lnTo>
                  <a:lnTo>
                    <a:pt x="4656345" y="5726"/>
                  </a:lnTo>
                  <a:lnTo>
                    <a:pt x="4724597" y="9800"/>
                  </a:lnTo>
                  <a:lnTo>
                    <a:pt x="4805650" y="15264"/>
                  </a:lnTo>
                  <a:lnTo>
                    <a:pt x="4895409" y="22157"/>
                  </a:lnTo>
                  <a:lnTo>
                    <a:pt x="4989471" y="30462"/>
                  </a:lnTo>
                  <a:lnTo>
                    <a:pt x="5083868" y="40147"/>
                  </a:lnTo>
                  <a:lnTo>
                    <a:pt x="5175512" y="51191"/>
                  </a:lnTo>
                  <a:lnTo>
                    <a:pt x="5262341" y="63613"/>
                  </a:lnTo>
                  <a:lnTo>
                    <a:pt x="5343247" y="77481"/>
                  </a:lnTo>
                  <a:lnTo>
                    <a:pt x="5417893" y="92926"/>
                  </a:lnTo>
                  <a:lnTo>
                    <a:pt x="5486497" y="110137"/>
                  </a:lnTo>
                  <a:lnTo>
                    <a:pt x="5549643" y="129357"/>
                  </a:lnTo>
                  <a:lnTo>
                    <a:pt x="5608125" y="150874"/>
                  </a:lnTo>
                  <a:lnTo>
                    <a:pt x="5662842" y="175001"/>
                  </a:lnTo>
                  <a:lnTo>
                    <a:pt x="5714708" y="202036"/>
                  </a:lnTo>
                  <a:lnTo>
                    <a:pt x="5764573" y="232205"/>
                  </a:lnTo>
                  <a:lnTo>
                    <a:pt x="5784835" y="245651"/>
                  </a:lnTo>
                  <a:lnTo>
                    <a:pt x="5830731" y="278582"/>
                  </a:lnTo>
                  <a:lnTo>
                    <a:pt x="5876180" y="314473"/>
                  </a:lnTo>
                  <a:lnTo>
                    <a:pt x="5921565" y="353378"/>
                  </a:lnTo>
                  <a:lnTo>
                    <a:pt x="5967165" y="395275"/>
                  </a:lnTo>
                  <a:lnTo>
                    <a:pt x="6013167" y="440055"/>
                  </a:lnTo>
                  <a:lnTo>
                    <a:pt x="6059675" y="487519"/>
                  </a:lnTo>
                  <a:lnTo>
                    <a:pt x="6106720" y="537374"/>
                  </a:lnTo>
                  <a:lnTo>
                    <a:pt x="6154267" y="589233"/>
                  </a:lnTo>
                  <a:lnTo>
                    <a:pt x="6202228" y="642633"/>
                  </a:lnTo>
                  <a:lnTo>
                    <a:pt x="6250472" y="697040"/>
                  </a:lnTo>
                  <a:lnTo>
                    <a:pt x="6298840" y="751881"/>
                  </a:lnTo>
                  <a:lnTo>
                    <a:pt x="6347161" y="806559"/>
                  </a:lnTo>
                  <a:lnTo>
                    <a:pt x="6395269" y="860487"/>
                  </a:lnTo>
                  <a:lnTo>
                    <a:pt x="6443019" y="913111"/>
                  </a:lnTo>
                  <a:lnTo>
                    <a:pt x="6490301" y="963933"/>
                  </a:lnTo>
                  <a:lnTo>
                    <a:pt x="6537054" y="1012529"/>
                  </a:lnTo>
                  <a:lnTo>
                    <a:pt x="6583278" y="1058564"/>
                  </a:lnTo>
                  <a:lnTo>
                    <a:pt x="6629044" y="1101794"/>
                  </a:lnTo>
                  <a:lnTo>
                    <a:pt x="6674498" y="1142071"/>
                  </a:lnTo>
                  <a:lnTo>
                    <a:pt x="6719876" y="1179334"/>
                  </a:lnTo>
                  <a:lnTo>
                    <a:pt x="6765513" y="1213604"/>
                  </a:lnTo>
                  <a:lnTo>
                    <a:pt x="6786527" y="1228259"/>
                  </a:lnTo>
                  <a:lnTo>
                    <a:pt x="6835782" y="1259756"/>
                  </a:lnTo>
                  <a:lnTo>
                    <a:pt x="6886721" y="1288070"/>
                  </a:lnTo>
                  <a:lnTo>
                    <a:pt x="6940147" y="1313368"/>
                  </a:lnTo>
                  <a:lnTo>
                    <a:pt x="6996957" y="1335929"/>
                  </a:lnTo>
                  <a:lnTo>
                    <a:pt x="7058065" y="1356064"/>
                  </a:lnTo>
                  <a:lnTo>
                    <a:pt x="7124320" y="1374076"/>
                  </a:lnTo>
                  <a:lnTo>
                    <a:pt x="7196410" y="1390227"/>
                  </a:lnTo>
                  <a:lnTo>
                    <a:pt x="7274725" y="1404730"/>
                  </a:lnTo>
                  <a:lnTo>
                    <a:pt x="7359184" y="1417740"/>
                  </a:lnTo>
                  <a:lnTo>
                    <a:pt x="7449024" y="1429350"/>
                  </a:lnTo>
                  <a:lnTo>
                    <a:pt x="7542596" y="1439599"/>
                  </a:lnTo>
                  <a:lnTo>
                    <a:pt x="7637235" y="1448480"/>
                  </a:lnTo>
                  <a:lnTo>
                    <a:pt x="7729301" y="1455962"/>
                  </a:lnTo>
                  <a:lnTo>
                    <a:pt x="7814497" y="1462018"/>
                  </a:lnTo>
                  <a:lnTo>
                    <a:pt x="7888498" y="1466659"/>
                  </a:lnTo>
                  <a:lnTo>
                    <a:pt x="7947788" y="1469965"/>
                  </a:lnTo>
                  <a:lnTo>
                    <a:pt x="7990479" y="1472095"/>
                  </a:lnTo>
                  <a:lnTo>
                    <a:pt x="8016841" y="1473277"/>
                  </a:lnTo>
                  <a:lnTo>
                    <a:pt x="8029408" y="1473786"/>
                  </a:lnTo>
                  <a:lnTo>
                    <a:pt x="8032728" y="1473908"/>
                  </a:lnTo>
                  <a:lnTo>
                    <a:pt x="8032819" y="1473911"/>
                  </a:lnTo>
                  <a:lnTo>
                    <a:pt x="8554953" y="1473911"/>
                  </a:lnTo>
                  <a:lnTo>
                    <a:pt x="8554953" y="1473911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147" name="pl1147"/>
            <p:cNvSpPr/>
            <p:nvPr/>
          </p:nvSpPr>
          <p:spPr>
            <a:xfrm>
              <a:off x="386606" y="4161604"/>
              <a:ext cx="8554953" cy="1473911"/>
            </a:xfrm>
            <a:custGeom>
              <a:avLst/>
              <a:pathLst>
                <a:path w="8554953" h="1473911">
                  <a:moveTo>
                    <a:pt x="8554953" y="1473911"/>
                  </a:moveTo>
                  <a:lnTo>
                    <a:pt x="8032819" y="1473911"/>
                  </a:lnTo>
                  <a:lnTo>
                    <a:pt x="8031584" y="1473867"/>
                  </a:lnTo>
                  <a:lnTo>
                    <a:pt x="8023507" y="1473553"/>
                  </a:lnTo>
                  <a:lnTo>
                    <a:pt x="8003295" y="1472685"/>
                  </a:lnTo>
                  <a:lnTo>
                    <a:pt x="7967538" y="1470979"/>
                  </a:lnTo>
                  <a:lnTo>
                    <a:pt x="7915017" y="1468185"/>
                  </a:lnTo>
                  <a:lnTo>
                    <a:pt x="7846765" y="1464111"/>
                  </a:lnTo>
                  <a:lnTo>
                    <a:pt x="7765711" y="1458646"/>
                  </a:lnTo>
                  <a:lnTo>
                    <a:pt x="7675953" y="1451754"/>
                  </a:lnTo>
                  <a:lnTo>
                    <a:pt x="7581891" y="1443449"/>
                  </a:lnTo>
                  <a:lnTo>
                    <a:pt x="7487494" y="1433764"/>
                  </a:lnTo>
                  <a:lnTo>
                    <a:pt x="7395850" y="1422719"/>
                  </a:lnTo>
                  <a:lnTo>
                    <a:pt x="7309021" y="1410298"/>
                  </a:lnTo>
                  <a:lnTo>
                    <a:pt x="7228115" y="1396430"/>
                  </a:lnTo>
                  <a:lnTo>
                    <a:pt x="7153469" y="1380984"/>
                  </a:lnTo>
                  <a:lnTo>
                    <a:pt x="7084864" y="1363773"/>
                  </a:lnTo>
                  <a:lnTo>
                    <a:pt x="7021719" y="1344553"/>
                  </a:lnTo>
                  <a:lnTo>
                    <a:pt x="6963237" y="1323036"/>
                  </a:lnTo>
                  <a:lnTo>
                    <a:pt x="6908520" y="1298910"/>
                  </a:lnTo>
                  <a:lnTo>
                    <a:pt x="6856654" y="1271875"/>
                  </a:lnTo>
                  <a:lnTo>
                    <a:pt x="6806789" y="1241706"/>
                  </a:lnTo>
                  <a:lnTo>
                    <a:pt x="6786527" y="1228259"/>
                  </a:lnTo>
                  <a:lnTo>
                    <a:pt x="6740631" y="1195329"/>
                  </a:lnTo>
                  <a:lnTo>
                    <a:pt x="6695182" y="1159438"/>
                  </a:lnTo>
                  <a:lnTo>
                    <a:pt x="6649797" y="1120533"/>
                  </a:lnTo>
                  <a:lnTo>
                    <a:pt x="6604197" y="1078636"/>
                  </a:lnTo>
                  <a:lnTo>
                    <a:pt x="6558195" y="1033855"/>
                  </a:lnTo>
                  <a:lnTo>
                    <a:pt x="6511687" y="986391"/>
                  </a:lnTo>
                  <a:lnTo>
                    <a:pt x="6464642" y="936537"/>
                  </a:lnTo>
                  <a:lnTo>
                    <a:pt x="6417095" y="884677"/>
                  </a:lnTo>
                  <a:lnTo>
                    <a:pt x="6369134" y="831278"/>
                  </a:lnTo>
                  <a:lnTo>
                    <a:pt x="6320890" y="776870"/>
                  </a:lnTo>
                  <a:lnTo>
                    <a:pt x="6272522" y="722030"/>
                  </a:lnTo>
                  <a:lnTo>
                    <a:pt x="6224201" y="667351"/>
                  </a:lnTo>
                  <a:lnTo>
                    <a:pt x="6176093" y="613423"/>
                  </a:lnTo>
                  <a:lnTo>
                    <a:pt x="6128343" y="560799"/>
                  </a:lnTo>
                  <a:lnTo>
                    <a:pt x="6081061" y="509978"/>
                  </a:lnTo>
                  <a:lnTo>
                    <a:pt x="6034308" y="461382"/>
                  </a:lnTo>
                  <a:lnTo>
                    <a:pt x="5988084" y="415347"/>
                  </a:lnTo>
                  <a:lnTo>
                    <a:pt x="5942318" y="372116"/>
                  </a:lnTo>
                  <a:lnTo>
                    <a:pt x="5896864" y="331839"/>
                  </a:lnTo>
                  <a:lnTo>
                    <a:pt x="5851486" y="294576"/>
                  </a:lnTo>
                  <a:lnTo>
                    <a:pt x="5805848" y="260307"/>
                  </a:lnTo>
                  <a:lnTo>
                    <a:pt x="5784835" y="245651"/>
                  </a:lnTo>
                  <a:lnTo>
                    <a:pt x="5735579" y="214155"/>
                  </a:lnTo>
                  <a:lnTo>
                    <a:pt x="5684641" y="185841"/>
                  </a:lnTo>
                  <a:lnTo>
                    <a:pt x="5631215" y="160542"/>
                  </a:lnTo>
                  <a:lnTo>
                    <a:pt x="5574405" y="137982"/>
                  </a:lnTo>
                  <a:lnTo>
                    <a:pt x="5513297" y="117846"/>
                  </a:lnTo>
                  <a:lnTo>
                    <a:pt x="5447042" y="99835"/>
                  </a:lnTo>
                  <a:lnTo>
                    <a:pt x="5374952" y="83684"/>
                  </a:lnTo>
                  <a:lnTo>
                    <a:pt x="5296637" y="69181"/>
                  </a:lnTo>
                  <a:lnTo>
                    <a:pt x="5212178" y="56171"/>
                  </a:lnTo>
                  <a:lnTo>
                    <a:pt x="5122338" y="44561"/>
                  </a:lnTo>
                  <a:lnTo>
                    <a:pt x="5028766" y="34312"/>
                  </a:lnTo>
                  <a:lnTo>
                    <a:pt x="4934127" y="25430"/>
                  </a:lnTo>
                  <a:lnTo>
                    <a:pt x="4842061" y="17949"/>
                  </a:lnTo>
                  <a:lnTo>
                    <a:pt x="4756865" y="11893"/>
                  </a:lnTo>
                  <a:lnTo>
                    <a:pt x="4682864" y="7252"/>
                  </a:lnTo>
                  <a:lnTo>
                    <a:pt x="4623574" y="3945"/>
                  </a:lnTo>
                  <a:lnTo>
                    <a:pt x="4580883" y="1816"/>
                  </a:lnTo>
                  <a:lnTo>
                    <a:pt x="4554521" y="634"/>
                  </a:lnTo>
                  <a:lnTo>
                    <a:pt x="4541954" y="125"/>
                  </a:lnTo>
                  <a:lnTo>
                    <a:pt x="4538634" y="3"/>
                  </a:lnTo>
                  <a:lnTo>
                    <a:pt x="4538543" y="0"/>
                  </a:lnTo>
                  <a:lnTo>
                    <a:pt x="4016409" y="0"/>
                  </a:lnTo>
                  <a:lnTo>
                    <a:pt x="4015140" y="6"/>
                  </a:lnTo>
                  <a:lnTo>
                    <a:pt x="4006844" y="53"/>
                  </a:lnTo>
                  <a:lnTo>
                    <a:pt x="3986103" y="183"/>
                  </a:lnTo>
                  <a:lnTo>
                    <a:pt x="3949463" y="439"/>
                  </a:lnTo>
                  <a:lnTo>
                    <a:pt x="3895746" y="857"/>
                  </a:lnTo>
                  <a:lnTo>
                    <a:pt x="3826105" y="1466"/>
                  </a:lnTo>
                  <a:lnTo>
                    <a:pt x="3743635" y="2281"/>
                  </a:lnTo>
                  <a:lnTo>
                    <a:pt x="3652591" y="3309"/>
                  </a:lnTo>
                  <a:lnTo>
                    <a:pt x="3557487" y="4546"/>
                  </a:lnTo>
                  <a:lnTo>
                    <a:pt x="3462344" y="5987"/>
                  </a:lnTo>
                  <a:lnTo>
                    <a:pt x="3370245" y="7630"/>
                  </a:lnTo>
                  <a:lnTo>
                    <a:pt x="3283210" y="9477"/>
                  </a:lnTo>
                  <a:lnTo>
                    <a:pt x="3202281" y="11541"/>
                  </a:lnTo>
                  <a:lnTo>
                    <a:pt x="3127728" y="13842"/>
                  </a:lnTo>
                  <a:lnTo>
                    <a:pt x="3059270" y="16409"/>
                  </a:lnTo>
                  <a:lnTo>
                    <a:pt x="2996269" y="19280"/>
                  </a:lnTo>
                  <a:lnTo>
                    <a:pt x="2937886" y="22499"/>
                  </a:lnTo>
                  <a:lnTo>
                    <a:pt x="2883190" y="26111"/>
                  </a:lnTo>
                  <a:lnTo>
                    <a:pt x="2831246" y="30162"/>
                  </a:lnTo>
                  <a:lnTo>
                    <a:pt x="2781199" y="34682"/>
                  </a:lnTo>
                  <a:lnTo>
                    <a:pt x="2770117" y="35765"/>
                  </a:lnTo>
                  <a:lnTo>
                    <a:pt x="2716129" y="41456"/>
                  </a:lnTo>
                  <a:lnTo>
                    <a:pt x="2662661" y="47747"/>
                  </a:lnTo>
                  <a:lnTo>
                    <a:pt x="2609133" y="54646"/>
                  </a:lnTo>
                  <a:lnTo>
                    <a:pt x="2555157" y="62139"/>
                  </a:lnTo>
                  <a:lnTo>
                    <a:pt x="2500514" y="70187"/>
                  </a:lnTo>
                  <a:lnTo>
                    <a:pt x="2445129" y="78725"/>
                  </a:lnTo>
                  <a:lnTo>
                    <a:pt x="2389055" y="87661"/>
                  </a:lnTo>
                  <a:lnTo>
                    <a:pt x="2332450" y="96883"/>
                  </a:lnTo>
                  <a:lnTo>
                    <a:pt x="2275542" y="106260"/>
                  </a:lnTo>
                  <a:lnTo>
                    <a:pt x="2218604" y="115653"/>
                  </a:lnTo>
                  <a:lnTo>
                    <a:pt x="2161910" y="124920"/>
                  </a:lnTo>
                  <a:lnTo>
                    <a:pt x="2105703" y="133930"/>
                  </a:lnTo>
                  <a:lnTo>
                    <a:pt x="2050158" y="142564"/>
                  </a:lnTo>
                  <a:lnTo>
                    <a:pt x="1995353" y="150726"/>
                  </a:lnTo>
                  <a:lnTo>
                    <a:pt x="1941244" y="158346"/>
                  </a:lnTo>
                  <a:lnTo>
                    <a:pt x="1887644" y="165378"/>
                  </a:lnTo>
                  <a:lnTo>
                    <a:pt x="1834206" y="171803"/>
                  </a:lnTo>
                  <a:lnTo>
                    <a:pt x="1780393" y="177624"/>
                  </a:lnTo>
                  <a:lnTo>
                    <a:pt x="1768425" y="178827"/>
                  </a:lnTo>
                  <a:lnTo>
                    <a:pt x="1718701" y="183453"/>
                  </a:lnTo>
                  <a:lnTo>
                    <a:pt x="1667255" y="187608"/>
                  </a:lnTo>
                  <a:lnTo>
                    <a:pt x="1613259" y="191315"/>
                  </a:lnTo>
                  <a:lnTo>
                    <a:pt x="1555788" y="194619"/>
                  </a:lnTo>
                  <a:lnTo>
                    <a:pt x="1493906" y="197564"/>
                  </a:lnTo>
                  <a:lnTo>
                    <a:pt x="1426741" y="200196"/>
                  </a:lnTo>
                  <a:lnTo>
                    <a:pt x="1353600" y="202554"/>
                  </a:lnTo>
                  <a:lnTo>
                    <a:pt x="1274106" y="204669"/>
                  </a:lnTo>
                  <a:lnTo>
                    <a:pt x="1188386" y="206564"/>
                  </a:lnTo>
                  <a:lnTo>
                    <a:pt x="1097289" y="208252"/>
                  </a:lnTo>
                  <a:lnTo>
                    <a:pt x="1002600" y="209739"/>
                  </a:lnTo>
                  <a:lnTo>
                    <a:pt x="907165" y="211022"/>
                  </a:lnTo>
                  <a:lnTo>
                    <a:pt x="814821" y="212097"/>
                  </a:lnTo>
                  <a:lnTo>
                    <a:pt x="730026" y="212961"/>
                  </a:lnTo>
                  <a:lnTo>
                    <a:pt x="657171" y="213615"/>
                  </a:lnTo>
                  <a:lnTo>
                    <a:pt x="599689" y="214074"/>
                  </a:lnTo>
                  <a:lnTo>
                    <a:pt x="559222" y="214363"/>
                  </a:lnTo>
                  <a:lnTo>
                    <a:pt x="535126" y="214518"/>
                  </a:lnTo>
                  <a:lnTo>
                    <a:pt x="524436" y="214580"/>
                  </a:lnTo>
                  <a:lnTo>
                    <a:pt x="522148" y="214592"/>
                  </a:lnTo>
                  <a:lnTo>
                    <a:pt x="522133" y="214592"/>
                  </a:lnTo>
                  <a:lnTo>
                    <a:pt x="0" y="214592"/>
                  </a:lnTo>
                  <a:lnTo>
                    <a:pt x="0" y="214592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148" name="pg1148"/>
            <p:cNvSpPr/>
            <p:nvPr/>
          </p:nvSpPr>
          <p:spPr>
            <a:xfrm>
              <a:off x="386606" y="897539"/>
              <a:ext cx="8554953" cy="3552070"/>
            </a:xfrm>
            <a:custGeom>
              <a:avLst/>
              <a:pathLst>
                <a:path w="8554953" h="3552070">
                  <a:moveTo>
                    <a:pt x="0" y="3518187"/>
                  </a:moveTo>
                  <a:lnTo>
                    <a:pt x="522133" y="3518187"/>
                  </a:lnTo>
                  <a:lnTo>
                    <a:pt x="523403" y="3518188"/>
                  </a:lnTo>
                  <a:lnTo>
                    <a:pt x="531704" y="3518196"/>
                  </a:lnTo>
                  <a:lnTo>
                    <a:pt x="552456" y="3518216"/>
                  </a:lnTo>
                  <a:lnTo>
                    <a:pt x="589115" y="3518256"/>
                  </a:lnTo>
                  <a:lnTo>
                    <a:pt x="642859" y="3518323"/>
                  </a:lnTo>
                  <a:lnTo>
                    <a:pt x="712529" y="3518419"/>
                  </a:lnTo>
                  <a:lnTo>
                    <a:pt x="795030" y="3518548"/>
                  </a:lnTo>
                  <a:lnTo>
                    <a:pt x="886102" y="3518710"/>
                  </a:lnTo>
                  <a:lnTo>
                    <a:pt x="981228" y="3518905"/>
                  </a:lnTo>
                  <a:lnTo>
                    <a:pt x="1076387" y="3519133"/>
                  </a:lnTo>
                  <a:lnTo>
                    <a:pt x="1168495" y="3519392"/>
                  </a:lnTo>
                  <a:lnTo>
                    <a:pt x="1255535" y="3519684"/>
                  </a:lnTo>
                  <a:lnTo>
                    <a:pt x="1336464" y="3520010"/>
                  </a:lnTo>
                  <a:lnTo>
                    <a:pt x="1411015" y="3520374"/>
                  </a:lnTo>
                  <a:lnTo>
                    <a:pt x="1479470" y="3520779"/>
                  </a:lnTo>
                  <a:lnTo>
                    <a:pt x="1542467" y="3521233"/>
                  </a:lnTo>
                  <a:lnTo>
                    <a:pt x="1600848" y="3521741"/>
                  </a:lnTo>
                  <a:lnTo>
                    <a:pt x="1655544" y="3522312"/>
                  </a:lnTo>
                  <a:lnTo>
                    <a:pt x="1707490" y="3522952"/>
                  </a:lnTo>
                  <a:lnTo>
                    <a:pt x="1757541" y="3523666"/>
                  </a:lnTo>
                  <a:lnTo>
                    <a:pt x="1768425" y="3523834"/>
                  </a:lnTo>
                  <a:lnTo>
                    <a:pt x="1822678" y="3524737"/>
                  </a:lnTo>
                  <a:lnTo>
                    <a:pt x="1876408" y="3525736"/>
                  </a:lnTo>
                  <a:lnTo>
                    <a:pt x="1930204" y="3526832"/>
                  </a:lnTo>
                  <a:lnTo>
                    <a:pt x="1984456" y="3528023"/>
                  </a:lnTo>
                  <a:lnTo>
                    <a:pt x="2039386" y="3529302"/>
                  </a:lnTo>
                  <a:lnTo>
                    <a:pt x="2095064" y="3530658"/>
                  </a:lnTo>
                  <a:lnTo>
                    <a:pt x="2151434" y="3532078"/>
                  </a:lnTo>
                  <a:lnTo>
                    <a:pt x="2208334" y="3533543"/>
                  </a:lnTo>
                  <a:lnTo>
                    <a:pt x="2265529" y="3535031"/>
                  </a:lnTo>
                  <a:lnTo>
                    <a:pt x="2322743" y="3536521"/>
                  </a:lnTo>
                  <a:lnTo>
                    <a:pt x="2379696" y="3537990"/>
                  </a:lnTo>
                  <a:lnTo>
                    <a:pt x="2436147" y="3539417"/>
                  </a:lnTo>
                  <a:lnTo>
                    <a:pt x="2491921" y="3540782"/>
                  </a:lnTo>
                  <a:lnTo>
                    <a:pt x="2546947" y="3542072"/>
                  </a:lnTo>
                  <a:lnTo>
                    <a:pt x="2601279" y="3543275"/>
                  </a:lnTo>
                  <a:lnTo>
                    <a:pt x="2655116" y="3544383"/>
                  </a:lnTo>
                  <a:lnTo>
                    <a:pt x="2708826" y="3545395"/>
                  </a:lnTo>
                  <a:lnTo>
                    <a:pt x="2762969" y="3546310"/>
                  </a:lnTo>
                  <a:lnTo>
                    <a:pt x="2770117" y="3546423"/>
                  </a:lnTo>
                  <a:lnTo>
                    <a:pt x="2819851" y="3547154"/>
                  </a:lnTo>
                  <a:lnTo>
                    <a:pt x="2871308" y="3547810"/>
                  </a:lnTo>
                  <a:lnTo>
                    <a:pt x="2925317" y="3548395"/>
                  </a:lnTo>
                  <a:lnTo>
                    <a:pt x="2982802" y="3548917"/>
                  </a:lnTo>
                  <a:lnTo>
                    <a:pt x="3044701" y="3549382"/>
                  </a:lnTo>
                  <a:lnTo>
                    <a:pt x="3111885" y="3549797"/>
                  </a:lnTo>
                  <a:lnTo>
                    <a:pt x="3185049" y="3550170"/>
                  </a:lnTo>
                  <a:lnTo>
                    <a:pt x="3264569" y="3550504"/>
                  </a:lnTo>
                  <a:lnTo>
                    <a:pt x="3350316" y="3550803"/>
                  </a:lnTo>
                  <a:lnTo>
                    <a:pt x="3441440" y="3551070"/>
                  </a:lnTo>
                  <a:lnTo>
                    <a:pt x="3536153" y="3551304"/>
                  </a:lnTo>
                  <a:lnTo>
                    <a:pt x="3631605" y="3551507"/>
                  </a:lnTo>
                  <a:lnTo>
                    <a:pt x="3723954" y="3551677"/>
                  </a:lnTo>
                  <a:lnTo>
                    <a:pt x="3808740" y="3551813"/>
                  </a:lnTo>
                  <a:lnTo>
                    <a:pt x="3881568" y="3551916"/>
                  </a:lnTo>
                  <a:lnTo>
                    <a:pt x="3939010" y="3551989"/>
                  </a:lnTo>
                  <a:lnTo>
                    <a:pt x="3979429" y="3552034"/>
                  </a:lnTo>
                  <a:lnTo>
                    <a:pt x="4003477" y="3552058"/>
                  </a:lnTo>
                  <a:lnTo>
                    <a:pt x="4014127" y="3552068"/>
                  </a:lnTo>
                  <a:lnTo>
                    <a:pt x="4016409" y="3552070"/>
                  </a:lnTo>
                  <a:lnTo>
                    <a:pt x="4538543" y="3552070"/>
                  </a:lnTo>
                  <a:lnTo>
                    <a:pt x="4539637" y="3551977"/>
                  </a:lnTo>
                  <a:lnTo>
                    <a:pt x="4546812" y="3551310"/>
                  </a:lnTo>
                  <a:lnTo>
                    <a:pt x="4564842" y="3549466"/>
                  </a:lnTo>
                  <a:lnTo>
                    <a:pt x="4596921" y="3545841"/>
                  </a:lnTo>
                  <a:lnTo>
                    <a:pt x="4644416" y="3539884"/>
                  </a:lnTo>
                  <a:lnTo>
                    <a:pt x="4706759" y="3531163"/>
                  </a:lnTo>
                  <a:lnTo>
                    <a:pt x="4781682" y="3519402"/>
                  </a:lnTo>
                  <a:lnTo>
                    <a:pt x="4865752" y="3504486"/>
                  </a:lnTo>
                  <a:lnTo>
                    <a:pt x="4955077" y="3486420"/>
                  </a:lnTo>
                  <a:lnTo>
                    <a:pt x="5045955" y="3465269"/>
                  </a:lnTo>
                  <a:lnTo>
                    <a:pt x="5135327" y="3441096"/>
                  </a:lnTo>
                  <a:lnTo>
                    <a:pt x="5220985" y="3413903"/>
                  </a:lnTo>
                  <a:lnTo>
                    <a:pt x="5301578" y="3383595"/>
                  </a:lnTo>
                  <a:lnTo>
                    <a:pt x="5376488" y="3349961"/>
                  </a:lnTo>
                  <a:lnTo>
                    <a:pt x="5445666" y="3312669"/>
                  </a:lnTo>
                  <a:lnTo>
                    <a:pt x="5509458" y="3271265"/>
                  </a:lnTo>
                  <a:lnTo>
                    <a:pt x="5568465" y="3225193"/>
                  </a:lnTo>
                  <a:lnTo>
                    <a:pt x="5623432" y="3173818"/>
                  </a:lnTo>
                  <a:lnTo>
                    <a:pt x="5675163" y="3116471"/>
                  </a:lnTo>
                  <a:lnTo>
                    <a:pt x="5724459" y="3052540"/>
                  </a:lnTo>
                  <a:lnTo>
                    <a:pt x="5772052" y="2981602"/>
                  </a:lnTo>
                  <a:lnTo>
                    <a:pt x="5784835" y="2961000"/>
                  </a:lnTo>
                  <a:lnTo>
                    <a:pt x="5818824" y="2903104"/>
                  </a:lnTo>
                  <a:lnTo>
                    <a:pt x="5852507" y="2841345"/>
                  </a:lnTo>
                  <a:lnTo>
                    <a:pt x="5886055" y="2775646"/>
                  </a:lnTo>
                  <a:lnTo>
                    <a:pt x="5919608" y="2705976"/>
                  </a:lnTo>
                  <a:lnTo>
                    <a:pt x="5953274" y="2632365"/>
                  </a:lnTo>
                  <a:lnTo>
                    <a:pt x="5987137" y="2554902"/>
                  </a:lnTo>
                  <a:lnTo>
                    <a:pt x="6021250" y="2473743"/>
                  </a:lnTo>
                  <a:lnTo>
                    <a:pt x="6055648" y="2389108"/>
                  </a:lnTo>
                  <a:lnTo>
                    <a:pt x="6090340" y="2301288"/>
                  </a:lnTo>
                  <a:lnTo>
                    <a:pt x="6125318" y="2210639"/>
                  </a:lnTo>
                  <a:lnTo>
                    <a:pt x="6160556" y="2117577"/>
                  </a:lnTo>
                  <a:lnTo>
                    <a:pt x="6196013" y="2022575"/>
                  </a:lnTo>
                  <a:lnTo>
                    <a:pt x="6231635" y="1926151"/>
                  </a:lnTo>
                  <a:lnTo>
                    <a:pt x="6267360" y="1828856"/>
                  </a:lnTo>
                  <a:lnTo>
                    <a:pt x="6303121" y="1731264"/>
                  </a:lnTo>
                  <a:lnTo>
                    <a:pt x="6338848" y="1633955"/>
                  </a:lnTo>
                  <a:lnTo>
                    <a:pt x="6374473" y="1537503"/>
                  </a:lnTo>
                  <a:lnTo>
                    <a:pt x="6409934" y="1442460"/>
                  </a:lnTo>
                  <a:lnTo>
                    <a:pt x="6445178" y="1349344"/>
                  </a:lnTo>
                  <a:lnTo>
                    <a:pt x="6480163" y="1258630"/>
                  </a:lnTo>
                  <a:lnTo>
                    <a:pt x="6514863" y="1170736"/>
                  </a:lnTo>
                  <a:lnTo>
                    <a:pt x="6549267" y="1086019"/>
                  </a:lnTo>
                  <a:lnTo>
                    <a:pt x="6583388" y="1004771"/>
                  </a:lnTo>
                  <a:lnTo>
                    <a:pt x="6617256" y="927215"/>
                  </a:lnTo>
                  <a:lnTo>
                    <a:pt x="6650926" y="853508"/>
                  </a:lnTo>
                  <a:lnTo>
                    <a:pt x="6684481" y="783740"/>
                  </a:lnTo>
                  <a:lnTo>
                    <a:pt x="6718028" y="717943"/>
                  </a:lnTo>
                  <a:lnTo>
                    <a:pt x="6751705" y="656088"/>
                  </a:lnTo>
                  <a:lnTo>
                    <a:pt x="6785684" y="598098"/>
                  </a:lnTo>
                  <a:lnTo>
                    <a:pt x="6786527" y="596717"/>
                  </a:lnTo>
                  <a:lnTo>
                    <a:pt x="6833767" y="523842"/>
                  </a:lnTo>
                  <a:lnTo>
                    <a:pt x="6882529" y="458026"/>
                  </a:lnTo>
                  <a:lnTo>
                    <a:pt x="6933518" y="398938"/>
                  </a:lnTo>
                  <a:lnTo>
                    <a:pt x="6987520" y="345997"/>
                  </a:lnTo>
                  <a:lnTo>
                    <a:pt x="7045346" y="298543"/>
                  </a:lnTo>
                  <a:lnTo>
                    <a:pt x="7107764" y="255924"/>
                  </a:lnTo>
                  <a:lnTo>
                    <a:pt x="7175424" y="217558"/>
                  </a:lnTo>
                  <a:lnTo>
                    <a:pt x="7248755" y="182964"/>
                  </a:lnTo>
                  <a:lnTo>
                    <a:pt x="7327830" y="151774"/>
                  </a:lnTo>
                  <a:lnTo>
                    <a:pt x="7412205" y="123744"/>
                  </a:lnTo>
                  <a:lnTo>
                    <a:pt x="7500745" y="98750"/>
                  </a:lnTo>
                  <a:lnTo>
                    <a:pt x="7591481" y="76769"/>
                  </a:lnTo>
                  <a:lnTo>
                    <a:pt x="7681577" y="57853"/>
                  </a:lnTo>
                  <a:lnTo>
                    <a:pt x="7767471" y="42073"/>
                  </a:lnTo>
                  <a:lnTo>
                    <a:pt x="7845264" y="29456"/>
                  </a:lnTo>
                  <a:lnTo>
                    <a:pt x="7911328" y="19925"/>
                  </a:lnTo>
                  <a:lnTo>
                    <a:pt x="7963013" y="13250"/>
                  </a:lnTo>
                  <a:lnTo>
                    <a:pt x="7999248" y="9039"/>
                  </a:lnTo>
                  <a:lnTo>
                    <a:pt x="8020869" y="6768"/>
                  </a:lnTo>
                  <a:lnTo>
                    <a:pt x="8030597" y="5840"/>
                  </a:lnTo>
                  <a:lnTo>
                    <a:pt x="8032819" y="5647"/>
                  </a:lnTo>
                  <a:lnTo>
                    <a:pt x="8554953" y="5647"/>
                  </a:lnTo>
                  <a:lnTo>
                    <a:pt x="8554953" y="0"/>
                  </a:lnTo>
                  <a:lnTo>
                    <a:pt x="8032819" y="0"/>
                  </a:lnTo>
                  <a:lnTo>
                    <a:pt x="8031725" y="93"/>
                  </a:lnTo>
                  <a:lnTo>
                    <a:pt x="8024550" y="760"/>
                  </a:lnTo>
                  <a:lnTo>
                    <a:pt x="8006520" y="2603"/>
                  </a:lnTo>
                  <a:lnTo>
                    <a:pt x="7974441" y="6229"/>
                  </a:lnTo>
                  <a:lnTo>
                    <a:pt x="7926946" y="12186"/>
                  </a:lnTo>
                  <a:lnTo>
                    <a:pt x="7864603" y="20907"/>
                  </a:lnTo>
                  <a:lnTo>
                    <a:pt x="7789680" y="32667"/>
                  </a:lnTo>
                  <a:lnTo>
                    <a:pt x="7705610" y="47584"/>
                  </a:lnTo>
                  <a:lnTo>
                    <a:pt x="7616285" y="65650"/>
                  </a:lnTo>
                  <a:lnTo>
                    <a:pt x="7525407" y="86800"/>
                  </a:lnTo>
                  <a:lnTo>
                    <a:pt x="7436035" y="110973"/>
                  </a:lnTo>
                  <a:lnTo>
                    <a:pt x="7350377" y="138167"/>
                  </a:lnTo>
                  <a:lnTo>
                    <a:pt x="7269784" y="168475"/>
                  </a:lnTo>
                  <a:lnTo>
                    <a:pt x="7194874" y="202108"/>
                  </a:lnTo>
                  <a:lnTo>
                    <a:pt x="7125696" y="239401"/>
                  </a:lnTo>
                  <a:lnTo>
                    <a:pt x="7061904" y="280804"/>
                  </a:lnTo>
                  <a:lnTo>
                    <a:pt x="7002896" y="326876"/>
                  </a:lnTo>
                  <a:lnTo>
                    <a:pt x="6947930" y="378252"/>
                  </a:lnTo>
                  <a:lnTo>
                    <a:pt x="6896199" y="435599"/>
                  </a:lnTo>
                  <a:lnTo>
                    <a:pt x="6846903" y="499530"/>
                  </a:lnTo>
                  <a:lnTo>
                    <a:pt x="6799310" y="570468"/>
                  </a:lnTo>
                  <a:lnTo>
                    <a:pt x="6786527" y="591070"/>
                  </a:lnTo>
                  <a:lnTo>
                    <a:pt x="6752537" y="648966"/>
                  </a:lnTo>
                  <a:lnTo>
                    <a:pt x="6718855" y="710724"/>
                  </a:lnTo>
                  <a:lnTo>
                    <a:pt x="6685307" y="776424"/>
                  </a:lnTo>
                  <a:lnTo>
                    <a:pt x="6651754" y="846094"/>
                  </a:lnTo>
                  <a:lnTo>
                    <a:pt x="6618087" y="919704"/>
                  </a:lnTo>
                  <a:lnTo>
                    <a:pt x="6584225" y="997167"/>
                  </a:lnTo>
                  <a:lnTo>
                    <a:pt x="6550112" y="1078327"/>
                  </a:lnTo>
                  <a:lnTo>
                    <a:pt x="6515714" y="1162962"/>
                  </a:lnTo>
                  <a:lnTo>
                    <a:pt x="6481022" y="1250782"/>
                  </a:lnTo>
                  <a:lnTo>
                    <a:pt x="6446044" y="1341431"/>
                  </a:lnTo>
                  <a:lnTo>
                    <a:pt x="6410806" y="1434493"/>
                  </a:lnTo>
                  <a:lnTo>
                    <a:pt x="6375349" y="1529494"/>
                  </a:lnTo>
                  <a:lnTo>
                    <a:pt x="6339727" y="1625918"/>
                  </a:lnTo>
                  <a:lnTo>
                    <a:pt x="6304002" y="1723213"/>
                  </a:lnTo>
                  <a:lnTo>
                    <a:pt x="6268241" y="1820805"/>
                  </a:lnTo>
                  <a:lnTo>
                    <a:pt x="6232514" y="1918114"/>
                  </a:lnTo>
                  <a:lnTo>
                    <a:pt x="6196889" y="2014567"/>
                  </a:lnTo>
                  <a:lnTo>
                    <a:pt x="6161428" y="2109610"/>
                  </a:lnTo>
                  <a:lnTo>
                    <a:pt x="6126184" y="2202725"/>
                  </a:lnTo>
                  <a:lnTo>
                    <a:pt x="6091199" y="2293439"/>
                  </a:lnTo>
                  <a:lnTo>
                    <a:pt x="6056499" y="2381334"/>
                  </a:lnTo>
                  <a:lnTo>
                    <a:pt x="6022095" y="2466051"/>
                  </a:lnTo>
                  <a:lnTo>
                    <a:pt x="5987974" y="2547299"/>
                  </a:lnTo>
                  <a:lnTo>
                    <a:pt x="5954106" y="2624855"/>
                  </a:lnTo>
                  <a:lnTo>
                    <a:pt x="5920435" y="2698562"/>
                  </a:lnTo>
                  <a:lnTo>
                    <a:pt x="5886881" y="2768329"/>
                  </a:lnTo>
                  <a:lnTo>
                    <a:pt x="5853334" y="2834127"/>
                  </a:lnTo>
                  <a:lnTo>
                    <a:pt x="5819657" y="2895982"/>
                  </a:lnTo>
                  <a:lnTo>
                    <a:pt x="5785678" y="2953971"/>
                  </a:lnTo>
                  <a:lnTo>
                    <a:pt x="5784835" y="2955352"/>
                  </a:lnTo>
                  <a:lnTo>
                    <a:pt x="5737595" y="3028228"/>
                  </a:lnTo>
                  <a:lnTo>
                    <a:pt x="5688832" y="3094043"/>
                  </a:lnTo>
                  <a:lnTo>
                    <a:pt x="5637844" y="3153132"/>
                  </a:lnTo>
                  <a:lnTo>
                    <a:pt x="5583842" y="3206072"/>
                  </a:lnTo>
                  <a:lnTo>
                    <a:pt x="5526016" y="3253527"/>
                  </a:lnTo>
                  <a:lnTo>
                    <a:pt x="5463597" y="3296146"/>
                  </a:lnTo>
                  <a:lnTo>
                    <a:pt x="5395938" y="3334511"/>
                  </a:lnTo>
                  <a:lnTo>
                    <a:pt x="5322607" y="3369106"/>
                  </a:lnTo>
                  <a:lnTo>
                    <a:pt x="5243532" y="3400296"/>
                  </a:lnTo>
                  <a:lnTo>
                    <a:pt x="5159157" y="3428326"/>
                  </a:lnTo>
                  <a:lnTo>
                    <a:pt x="5070617" y="3453320"/>
                  </a:lnTo>
                  <a:lnTo>
                    <a:pt x="4979881" y="3475300"/>
                  </a:lnTo>
                  <a:lnTo>
                    <a:pt x="4889785" y="3494216"/>
                  </a:lnTo>
                  <a:lnTo>
                    <a:pt x="4803891" y="3509997"/>
                  </a:lnTo>
                  <a:lnTo>
                    <a:pt x="4726098" y="3522613"/>
                  </a:lnTo>
                  <a:lnTo>
                    <a:pt x="4660034" y="3532144"/>
                  </a:lnTo>
                  <a:lnTo>
                    <a:pt x="4608349" y="3538819"/>
                  </a:lnTo>
                  <a:lnTo>
                    <a:pt x="4572114" y="3543031"/>
                  </a:lnTo>
                  <a:lnTo>
                    <a:pt x="4550493" y="3545302"/>
                  </a:lnTo>
                  <a:lnTo>
                    <a:pt x="4540765" y="3546229"/>
                  </a:lnTo>
                  <a:lnTo>
                    <a:pt x="4538543" y="3546423"/>
                  </a:lnTo>
                  <a:lnTo>
                    <a:pt x="4016409" y="3546423"/>
                  </a:lnTo>
                  <a:lnTo>
                    <a:pt x="4015139" y="3546422"/>
                  </a:lnTo>
                  <a:lnTo>
                    <a:pt x="4006838" y="3546414"/>
                  </a:lnTo>
                  <a:lnTo>
                    <a:pt x="3986086" y="3546394"/>
                  </a:lnTo>
                  <a:lnTo>
                    <a:pt x="3949427" y="3546354"/>
                  </a:lnTo>
                  <a:lnTo>
                    <a:pt x="3895683" y="3546288"/>
                  </a:lnTo>
                  <a:lnTo>
                    <a:pt x="3826013" y="3546191"/>
                  </a:lnTo>
                  <a:lnTo>
                    <a:pt x="3743512" y="3546062"/>
                  </a:lnTo>
                  <a:lnTo>
                    <a:pt x="3652440" y="3545900"/>
                  </a:lnTo>
                  <a:lnTo>
                    <a:pt x="3557314" y="3545705"/>
                  </a:lnTo>
                  <a:lnTo>
                    <a:pt x="3462155" y="3545477"/>
                  </a:lnTo>
                  <a:lnTo>
                    <a:pt x="3370047" y="3545218"/>
                  </a:lnTo>
                  <a:lnTo>
                    <a:pt x="3283008" y="3544926"/>
                  </a:lnTo>
                  <a:lnTo>
                    <a:pt x="3202078" y="3544600"/>
                  </a:lnTo>
                  <a:lnTo>
                    <a:pt x="3127527" y="3544236"/>
                  </a:lnTo>
                  <a:lnTo>
                    <a:pt x="3059072" y="3543831"/>
                  </a:lnTo>
                  <a:lnTo>
                    <a:pt x="2996075" y="3543377"/>
                  </a:lnTo>
                  <a:lnTo>
                    <a:pt x="2937694" y="3542869"/>
                  </a:lnTo>
                  <a:lnTo>
                    <a:pt x="2882998" y="3542298"/>
                  </a:lnTo>
                  <a:lnTo>
                    <a:pt x="2831053" y="3541658"/>
                  </a:lnTo>
                  <a:lnTo>
                    <a:pt x="2781001" y="3540944"/>
                  </a:lnTo>
                  <a:lnTo>
                    <a:pt x="2770117" y="3540776"/>
                  </a:lnTo>
                  <a:lnTo>
                    <a:pt x="2715865" y="3539873"/>
                  </a:lnTo>
                  <a:lnTo>
                    <a:pt x="2662134" y="3538874"/>
                  </a:lnTo>
                  <a:lnTo>
                    <a:pt x="2608338" y="3537778"/>
                  </a:lnTo>
                  <a:lnTo>
                    <a:pt x="2554086" y="3536587"/>
                  </a:lnTo>
                  <a:lnTo>
                    <a:pt x="2499156" y="3535308"/>
                  </a:lnTo>
                  <a:lnTo>
                    <a:pt x="2443478" y="3533952"/>
                  </a:lnTo>
                  <a:lnTo>
                    <a:pt x="2387109" y="3532532"/>
                  </a:lnTo>
                  <a:lnTo>
                    <a:pt x="2330208" y="3531067"/>
                  </a:lnTo>
                  <a:lnTo>
                    <a:pt x="2273013" y="3529579"/>
                  </a:lnTo>
                  <a:lnTo>
                    <a:pt x="2215799" y="3528089"/>
                  </a:lnTo>
                  <a:lnTo>
                    <a:pt x="2158846" y="3526620"/>
                  </a:lnTo>
                  <a:lnTo>
                    <a:pt x="2102395" y="3525194"/>
                  </a:lnTo>
                  <a:lnTo>
                    <a:pt x="2046621" y="3523828"/>
                  </a:lnTo>
                  <a:lnTo>
                    <a:pt x="1991595" y="3522538"/>
                  </a:lnTo>
                  <a:lnTo>
                    <a:pt x="1937264" y="3521335"/>
                  </a:lnTo>
                  <a:lnTo>
                    <a:pt x="1883426" y="3520227"/>
                  </a:lnTo>
                  <a:lnTo>
                    <a:pt x="1829716" y="3519215"/>
                  </a:lnTo>
                  <a:lnTo>
                    <a:pt x="1775573" y="3518300"/>
                  </a:lnTo>
                  <a:lnTo>
                    <a:pt x="1768425" y="3518187"/>
                  </a:lnTo>
                  <a:lnTo>
                    <a:pt x="1718691" y="3517456"/>
                  </a:lnTo>
                  <a:lnTo>
                    <a:pt x="1667234" y="3516800"/>
                  </a:lnTo>
                  <a:lnTo>
                    <a:pt x="1613225" y="3516215"/>
                  </a:lnTo>
                  <a:lnTo>
                    <a:pt x="1555741" y="3515693"/>
                  </a:lnTo>
                  <a:lnTo>
                    <a:pt x="1493841" y="3515228"/>
                  </a:lnTo>
                  <a:lnTo>
                    <a:pt x="1426657" y="3514813"/>
                  </a:lnTo>
                  <a:lnTo>
                    <a:pt x="1353493" y="3514440"/>
                  </a:lnTo>
                  <a:lnTo>
                    <a:pt x="1273974" y="3514106"/>
                  </a:lnTo>
                  <a:lnTo>
                    <a:pt x="1188226" y="3513807"/>
                  </a:lnTo>
                  <a:lnTo>
                    <a:pt x="1097102" y="3513540"/>
                  </a:lnTo>
                  <a:lnTo>
                    <a:pt x="1002389" y="3513306"/>
                  </a:lnTo>
                  <a:lnTo>
                    <a:pt x="906938" y="3513103"/>
                  </a:lnTo>
                  <a:lnTo>
                    <a:pt x="814588" y="3512933"/>
                  </a:lnTo>
                  <a:lnTo>
                    <a:pt x="729803" y="3512797"/>
                  </a:lnTo>
                  <a:lnTo>
                    <a:pt x="656974" y="3512694"/>
                  </a:lnTo>
                  <a:lnTo>
                    <a:pt x="599532" y="3512622"/>
                  </a:lnTo>
                  <a:lnTo>
                    <a:pt x="559113" y="3512576"/>
                  </a:lnTo>
                  <a:lnTo>
                    <a:pt x="535066" y="3512552"/>
                  </a:lnTo>
                  <a:lnTo>
                    <a:pt x="524415" y="3512542"/>
                  </a:lnTo>
                  <a:lnTo>
                    <a:pt x="522133" y="3512540"/>
                  </a:lnTo>
                  <a:lnTo>
                    <a:pt x="0" y="3512540"/>
                  </a:lnTo>
                  <a:close/>
                </a:path>
              </a:pathLst>
            </a:custGeom>
            <a:solidFill>
              <a:srgbClr val="67C1B3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1149" name="pl1149"/>
            <p:cNvSpPr/>
            <p:nvPr/>
          </p:nvSpPr>
          <p:spPr>
            <a:xfrm>
              <a:off x="386606" y="903186"/>
              <a:ext cx="8554953" cy="3546423"/>
            </a:xfrm>
            <a:custGeom>
              <a:avLst/>
              <a:pathLst>
                <a:path w="8554953" h="3546423">
                  <a:moveTo>
                    <a:pt x="0" y="3512540"/>
                  </a:moveTo>
                  <a:lnTo>
                    <a:pt x="522133" y="3512540"/>
                  </a:lnTo>
                  <a:lnTo>
                    <a:pt x="523403" y="3512541"/>
                  </a:lnTo>
                  <a:lnTo>
                    <a:pt x="531704" y="3512548"/>
                  </a:lnTo>
                  <a:lnTo>
                    <a:pt x="552456" y="3512569"/>
                  </a:lnTo>
                  <a:lnTo>
                    <a:pt x="589115" y="3512609"/>
                  </a:lnTo>
                  <a:lnTo>
                    <a:pt x="642859" y="3512675"/>
                  </a:lnTo>
                  <a:lnTo>
                    <a:pt x="712529" y="3512772"/>
                  </a:lnTo>
                  <a:lnTo>
                    <a:pt x="795030" y="3512900"/>
                  </a:lnTo>
                  <a:lnTo>
                    <a:pt x="886102" y="3513063"/>
                  </a:lnTo>
                  <a:lnTo>
                    <a:pt x="981228" y="3513258"/>
                  </a:lnTo>
                  <a:lnTo>
                    <a:pt x="1076387" y="3513486"/>
                  </a:lnTo>
                  <a:lnTo>
                    <a:pt x="1168495" y="3513745"/>
                  </a:lnTo>
                  <a:lnTo>
                    <a:pt x="1255535" y="3514037"/>
                  </a:lnTo>
                  <a:lnTo>
                    <a:pt x="1336464" y="3514363"/>
                  </a:lnTo>
                  <a:lnTo>
                    <a:pt x="1411015" y="3514727"/>
                  </a:lnTo>
                  <a:lnTo>
                    <a:pt x="1479470" y="3515132"/>
                  </a:lnTo>
                  <a:lnTo>
                    <a:pt x="1542467" y="3515586"/>
                  </a:lnTo>
                  <a:lnTo>
                    <a:pt x="1600848" y="3516094"/>
                  </a:lnTo>
                  <a:lnTo>
                    <a:pt x="1655544" y="3516665"/>
                  </a:lnTo>
                  <a:lnTo>
                    <a:pt x="1707490" y="3517305"/>
                  </a:lnTo>
                  <a:lnTo>
                    <a:pt x="1757541" y="3518019"/>
                  </a:lnTo>
                  <a:lnTo>
                    <a:pt x="1768425" y="3518187"/>
                  </a:lnTo>
                  <a:lnTo>
                    <a:pt x="1822678" y="3519090"/>
                  </a:lnTo>
                  <a:lnTo>
                    <a:pt x="1876408" y="3520089"/>
                  </a:lnTo>
                  <a:lnTo>
                    <a:pt x="1930204" y="3521185"/>
                  </a:lnTo>
                  <a:lnTo>
                    <a:pt x="1984456" y="3522376"/>
                  </a:lnTo>
                  <a:lnTo>
                    <a:pt x="2039386" y="3523655"/>
                  </a:lnTo>
                  <a:lnTo>
                    <a:pt x="2095064" y="3525011"/>
                  </a:lnTo>
                  <a:lnTo>
                    <a:pt x="2151434" y="3526431"/>
                  </a:lnTo>
                  <a:lnTo>
                    <a:pt x="2208334" y="3527895"/>
                  </a:lnTo>
                  <a:lnTo>
                    <a:pt x="2265529" y="3529384"/>
                  </a:lnTo>
                  <a:lnTo>
                    <a:pt x="2322743" y="3530874"/>
                  </a:lnTo>
                  <a:lnTo>
                    <a:pt x="2379696" y="3532343"/>
                  </a:lnTo>
                  <a:lnTo>
                    <a:pt x="2436147" y="3533769"/>
                  </a:lnTo>
                  <a:lnTo>
                    <a:pt x="2491921" y="3535135"/>
                  </a:lnTo>
                  <a:lnTo>
                    <a:pt x="2546947" y="3536425"/>
                  </a:lnTo>
                  <a:lnTo>
                    <a:pt x="2601279" y="3537627"/>
                  </a:lnTo>
                  <a:lnTo>
                    <a:pt x="2655116" y="3538736"/>
                  </a:lnTo>
                  <a:lnTo>
                    <a:pt x="2708826" y="3539748"/>
                  </a:lnTo>
                  <a:lnTo>
                    <a:pt x="2762969" y="3540663"/>
                  </a:lnTo>
                  <a:lnTo>
                    <a:pt x="2770117" y="3540776"/>
                  </a:lnTo>
                  <a:lnTo>
                    <a:pt x="2819851" y="3541506"/>
                  </a:lnTo>
                  <a:lnTo>
                    <a:pt x="2871308" y="3542163"/>
                  </a:lnTo>
                  <a:lnTo>
                    <a:pt x="2925317" y="3542748"/>
                  </a:lnTo>
                  <a:lnTo>
                    <a:pt x="2982802" y="3543270"/>
                  </a:lnTo>
                  <a:lnTo>
                    <a:pt x="3044701" y="3543735"/>
                  </a:lnTo>
                  <a:lnTo>
                    <a:pt x="3111885" y="3544150"/>
                  </a:lnTo>
                  <a:lnTo>
                    <a:pt x="3185049" y="3544523"/>
                  </a:lnTo>
                  <a:lnTo>
                    <a:pt x="3264569" y="3544857"/>
                  </a:lnTo>
                  <a:lnTo>
                    <a:pt x="3350316" y="3545156"/>
                  </a:lnTo>
                  <a:lnTo>
                    <a:pt x="3441440" y="3545422"/>
                  </a:lnTo>
                  <a:lnTo>
                    <a:pt x="3536153" y="3545657"/>
                  </a:lnTo>
                  <a:lnTo>
                    <a:pt x="3631605" y="3545860"/>
                  </a:lnTo>
                  <a:lnTo>
                    <a:pt x="3723954" y="3546029"/>
                  </a:lnTo>
                  <a:lnTo>
                    <a:pt x="3808740" y="3546166"/>
                  </a:lnTo>
                  <a:lnTo>
                    <a:pt x="3881568" y="3546269"/>
                  </a:lnTo>
                  <a:lnTo>
                    <a:pt x="3939010" y="3546341"/>
                  </a:lnTo>
                  <a:lnTo>
                    <a:pt x="3979429" y="3546387"/>
                  </a:lnTo>
                  <a:lnTo>
                    <a:pt x="4003477" y="3546411"/>
                  </a:lnTo>
                  <a:lnTo>
                    <a:pt x="4014127" y="3546421"/>
                  </a:lnTo>
                  <a:lnTo>
                    <a:pt x="4016395" y="3546423"/>
                  </a:lnTo>
                  <a:lnTo>
                    <a:pt x="4016409" y="3546423"/>
                  </a:lnTo>
                  <a:lnTo>
                    <a:pt x="4538543" y="3546423"/>
                  </a:lnTo>
                  <a:lnTo>
                    <a:pt x="4539637" y="3546330"/>
                  </a:lnTo>
                  <a:lnTo>
                    <a:pt x="4546812" y="3545663"/>
                  </a:lnTo>
                  <a:lnTo>
                    <a:pt x="4564842" y="3543819"/>
                  </a:lnTo>
                  <a:lnTo>
                    <a:pt x="4596921" y="3540194"/>
                  </a:lnTo>
                  <a:lnTo>
                    <a:pt x="4644416" y="3534237"/>
                  </a:lnTo>
                  <a:lnTo>
                    <a:pt x="4706759" y="3525515"/>
                  </a:lnTo>
                  <a:lnTo>
                    <a:pt x="4781682" y="3513755"/>
                  </a:lnTo>
                  <a:lnTo>
                    <a:pt x="4865752" y="3498839"/>
                  </a:lnTo>
                  <a:lnTo>
                    <a:pt x="4955077" y="3480772"/>
                  </a:lnTo>
                  <a:lnTo>
                    <a:pt x="5045955" y="3459622"/>
                  </a:lnTo>
                  <a:lnTo>
                    <a:pt x="5135327" y="3435449"/>
                  </a:lnTo>
                  <a:lnTo>
                    <a:pt x="5220985" y="3408256"/>
                  </a:lnTo>
                  <a:lnTo>
                    <a:pt x="5301578" y="3377948"/>
                  </a:lnTo>
                  <a:lnTo>
                    <a:pt x="5376488" y="3344314"/>
                  </a:lnTo>
                  <a:lnTo>
                    <a:pt x="5445666" y="3307022"/>
                  </a:lnTo>
                  <a:lnTo>
                    <a:pt x="5509458" y="3265618"/>
                  </a:lnTo>
                  <a:lnTo>
                    <a:pt x="5568465" y="3219546"/>
                  </a:lnTo>
                  <a:lnTo>
                    <a:pt x="5623432" y="3168170"/>
                  </a:lnTo>
                  <a:lnTo>
                    <a:pt x="5675163" y="3110824"/>
                  </a:lnTo>
                  <a:lnTo>
                    <a:pt x="5724459" y="3046892"/>
                  </a:lnTo>
                  <a:lnTo>
                    <a:pt x="5772052" y="2975955"/>
                  </a:lnTo>
                  <a:lnTo>
                    <a:pt x="5784835" y="2955352"/>
                  </a:lnTo>
                  <a:lnTo>
                    <a:pt x="5818824" y="2897457"/>
                  </a:lnTo>
                  <a:lnTo>
                    <a:pt x="5852507" y="2835698"/>
                  </a:lnTo>
                  <a:lnTo>
                    <a:pt x="5886055" y="2769998"/>
                  </a:lnTo>
                  <a:lnTo>
                    <a:pt x="5919608" y="2700329"/>
                  </a:lnTo>
                  <a:lnTo>
                    <a:pt x="5953274" y="2626718"/>
                  </a:lnTo>
                  <a:lnTo>
                    <a:pt x="5987137" y="2549255"/>
                  </a:lnTo>
                  <a:lnTo>
                    <a:pt x="6021250" y="2468096"/>
                  </a:lnTo>
                  <a:lnTo>
                    <a:pt x="6055648" y="2383461"/>
                  </a:lnTo>
                  <a:lnTo>
                    <a:pt x="6090340" y="2295641"/>
                  </a:lnTo>
                  <a:lnTo>
                    <a:pt x="6125318" y="2204991"/>
                  </a:lnTo>
                  <a:lnTo>
                    <a:pt x="6160556" y="2111930"/>
                  </a:lnTo>
                  <a:lnTo>
                    <a:pt x="6196013" y="2016928"/>
                  </a:lnTo>
                  <a:lnTo>
                    <a:pt x="6231635" y="1920504"/>
                  </a:lnTo>
                  <a:lnTo>
                    <a:pt x="6267360" y="1823209"/>
                  </a:lnTo>
                  <a:lnTo>
                    <a:pt x="6303121" y="1725617"/>
                  </a:lnTo>
                  <a:lnTo>
                    <a:pt x="6338848" y="1628308"/>
                  </a:lnTo>
                  <a:lnTo>
                    <a:pt x="6374473" y="1531856"/>
                  </a:lnTo>
                  <a:lnTo>
                    <a:pt x="6409934" y="1436812"/>
                  </a:lnTo>
                  <a:lnTo>
                    <a:pt x="6445178" y="1343697"/>
                  </a:lnTo>
                  <a:lnTo>
                    <a:pt x="6480163" y="1252983"/>
                  </a:lnTo>
                  <a:lnTo>
                    <a:pt x="6514863" y="1165089"/>
                  </a:lnTo>
                  <a:lnTo>
                    <a:pt x="6549267" y="1080372"/>
                  </a:lnTo>
                  <a:lnTo>
                    <a:pt x="6583388" y="999124"/>
                  </a:lnTo>
                  <a:lnTo>
                    <a:pt x="6617256" y="921568"/>
                  </a:lnTo>
                  <a:lnTo>
                    <a:pt x="6650926" y="847860"/>
                  </a:lnTo>
                  <a:lnTo>
                    <a:pt x="6684481" y="778093"/>
                  </a:lnTo>
                  <a:lnTo>
                    <a:pt x="6718028" y="712296"/>
                  </a:lnTo>
                  <a:lnTo>
                    <a:pt x="6751705" y="650441"/>
                  </a:lnTo>
                  <a:lnTo>
                    <a:pt x="6785684" y="592451"/>
                  </a:lnTo>
                  <a:lnTo>
                    <a:pt x="6786527" y="591070"/>
                  </a:lnTo>
                  <a:lnTo>
                    <a:pt x="6833767" y="518194"/>
                  </a:lnTo>
                  <a:lnTo>
                    <a:pt x="6882529" y="452379"/>
                  </a:lnTo>
                  <a:lnTo>
                    <a:pt x="6933518" y="393290"/>
                  </a:lnTo>
                  <a:lnTo>
                    <a:pt x="6987520" y="340350"/>
                  </a:lnTo>
                  <a:lnTo>
                    <a:pt x="7045346" y="292896"/>
                  </a:lnTo>
                  <a:lnTo>
                    <a:pt x="7107764" y="250277"/>
                  </a:lnTo>
                  <a:lnTo>
                    <a:pt x="7175424" y="211911"/>
                  </a:lnTo>
                  <a:lnTo>
                    <a:pt x="7248755" y="177316"/>
                  </a:lnTo>
                  <a:lnTo>
                    <a:pt x="7327830" y="146126"/>
                  </a:lnTo>
                  <a:lnTo>
                    <a:pt x="7412205" y="118097"/>
                  </a:lnTo>
                  <a:lnTo>
                    <a:pt x="7500745" y="93102"/>
                  </a:lnTo>
                  <a:lnTo>
                    <a:pt x="7591481" y="71122"/>
                  </a:lnTo>
                  <a:lnTo>
                    <a:pt x="7681577" y="52206"/>
                  </a:lnTo>
                  <a:lnTo>
                    <a:pt x="7767471" y="36426"/>
                  </a:lnTo>
                  <a:lnTo>
                    <a:pt x="7845264" y="23809"/>
                  </a:lnTo>
                  <a:lnTo>
                    <a:pt x="7911328" y="14278"/>
                  </a:lnTo>
                  <a:lnTo>
                    <a:pt x="7963013" y="7603"/>
                  </a:lnTo>
                  <a:lnTo>
                    <a:pt x="7999248" y="3392"/>
                  </a:lnTo>
                  <a:lnTo>
                    <a:pt x="8020869" y="1120"/>
                  </a:lnTo>
                  <a:lnTo>
                    <a:pt x="8030597" y="193"/>
                  </a:lnTo>
                  <a:lnTo>
                    <a:pt x="8032796" y="1"/>
                  </a:lnTo>
                  <a:lnTo>
                    <a:pt x="8032819" y="0"/>
                  </a:lnTo>
                  <a:lnTo>
                    <a:pt x="8554953" y="0"/>
                  </a:lnTo>
                  <a:lnTo>
                    <a:pt x="8554953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150" name="pl1150"/>
            <p:cNvSpPr/>
            <p:nvPr/>
          </p:nvSpPr>
          <p:spPr>
            <a:xfrm>
              <a:off x="386606" y="897539"/>
              <a:ext cx="8554953" cy="3546423"/>
            </a:xfrm>
            <a:custGeom>
              <a:avLst/>
              <a:pathLst>
                <a:path w="8554953" h="3546423">
                  <a:moveTo>
                    <a:pt x="8554953" y="0"/>
                  </a:moveTo>
                  <a:lnTo>
                    <a:pt x="8032819" y="0"/>
                  </a:lnTo>
                  <a:lnTo>
                    <a:pt x="8031725" y="93"/>
                  </a:lnTo>
                  <a:lnTo>
                    <a:pt x="8024550" y="760"/>
                  </a:lnTo>
                  <a:lnTo>
                    <a:pt x="8006520" y="2603"/>
                  </a:lnTo>
                  <a:lnTo>
                    <a:pt x="7974441" y="6229"/>
                  </a:lnTo>
                  <a:lnTo>
                    <a:pt x="7926946" y="12186"/>
                  </a:lnTo>
                  <a:lnTo>
                    <a:pt x="7864603" y="20907"/>
                  </a:lnTo>
                  <a:lnTo>
                    <a:pt x="7789680" y="32667"/>
                  </a:lnTo>
                  <a:lnTo>
                    <a:pt x="7705610" y="47584"/>
                  </a:lnTo>
                  <a:lnTo>
                    <a:pt x="7616285" y="65650"/>
                  </a:lnTo>
                  <a:lnTo>
                    <a:pt x="7525407" y="86800"/>
                  </a:lnTo>
                  <a:lnTo>
                    <a:pt x="7436035" y="110973"/>
                  </a:lnTo>
                  <a:lnTo>
                    <a:pt x="7350377" y="138167"/>
                  </a:lnTo>
                  <a:lnTo>
                    <a:pt x="7269784" y="168475"/>
                  </a:lnTo>
                  <a:lnTo>
                    <a:pt x="7194874" y="202108"/>
                  </a:lnTo>
                  <a:lnTo>
                    <a:pt x="7125696" y="239401"/>
                  </a:lnTo>
                  <a:lnTo>
                    <a:pt x="7061904" y="280804"/>
                  </a:lnTo>
                  <a:lnTo>
                    <a:pt x="7002896" y="326876"/>
                  </a:lnTo>
                  <a:lnTo>
                    <a:pt x="6947930" y="378252"/>
                  </a:lnTo>
                  <a:lnTo>
                    <a:pt x="6896199" y="435599"/>
                  </a:lnTo>
                  <a:lnTo>
                    <a:pt x="6846903" y="499530"/>
                  </a:lnTo>
                  <a:lnTo>
                    <a:pt x="6799310" y="570468"/>
                  </a:lnTo>
                  <a:lnTo>
                    <a:pt x="6786527" y="591070"/>
                  </a:lnTo>
                  <a:lnTo>
                    <a:pt x="6752537" y="648966"/>
                  </a:lnTo>
                  <a:lnTo>
                    <a:pt x="6718855" y="710724"/>
                  </a:lnTo>
                  <a:lnTo>
                    <a:pt x="6685307" y="776424"/>
                  </a:lnTo>
                  <a:lnTo>
                    <a:pt x="6651754" y="846094"/>
                  </a:lnTo>
                  <a:lnTo>
                    <a:pt x="6618087" y="919704"/>
                  </a:lnTo>
                  <a:lnTo>
                    <a:pt x="6584225" y="997167"/>
                  </a:lnTo>
                  <a:lnTo>
                    <a:pt x="6550112" y="1078327"/>
                  </a:lnTo>
                  <a:lnTo>
                    <a:pt x="6515714" y="1162962"/>
                  </a:lnTo>
                  <a:lnTo>
                    <a:pt x="6481022" y="1250782"/>
                  </a:lnTo>
                  <a:lnTo>
                    <a:pt x="6446044" y="1341431"/>
                  </a:lnTo>
                  <a:lnTo>
                    <a:pt x="6410806" y="1434493"/>
                  </a:lnTo>
                  <a:lnTo>
                    <a:pt x="6375349" y="1529494"/>
                  </a:lnTo>
                  <a:lnTo>
                    <a:pt x="6339727" y="1625918"/>
                  </a:lnTo>
                  <a:lnTo>
                    <a:pt x="6304002" y="1723213"/>
                  </a:lnTo>
                  <a:lnTo>
                    <a:pt x="6268241" y="1820805"/>
                  </a:lnTo>
                  <a:lnTo>
                    <a:pt x="6232514" y="1918114"/>
                  </a:lnTo>
                  <a:lnTo>
                    <a:pt x="6196889" y="2014567"/>
                  </a:lnTo>
                  <a:lnTo>
                    <a:pt x="6161428" y="2109610"/>
                  </a:lnTo>
                  <a:lnTo>
                    <a:pt x="6126184" y="2202725"/>
                  </a:lnTo>
                  <a:lnTo>
                    <a:pt x="6091199" y="2293439"/>
                  </a:lnTo>
                  <a:lnTo>
                    <a:pt x="6056499" y="2381334"/>
                  </a:lnTo>
                  <a:lnTo>
                    <a:pt x="6022095" y="2466051"/>
                  </a:lnTo>
                  <a:lnTo>
                    <a:pt x="5987974" y="2547299"/>
                  </a:lnTo>
                  <a:lnTo>
                    <a:pt x="5954106" y="2624855"/>
                  </a:lnTo>
                  <a:lnTo>
                    <a:pt x="5920435" y="2698562"/>
                  </a:lnTo>
                  <a:lnTo>
                    <a:pt x="5886881" y="2768329"/>
                  </a:lnTo>
                  <a:lnTo>
                    <a:pt x="5853334" y="2834127"/>
                  </a:lnTo>
                  <a:lnTo>
                    <a:pt x="5819657" y="2895982"/>
                  </a:lnTo>
                  <a:lnTo>
                    <a:pt x="5785678" y="2953971"/>
                  </a:lnTo>
                  <a:lnTo>
                    <a:pt x="5784835" y="2955352"/>
                  </a:lnTo>
                  <a:lnTo>
                    <a:pt x="5737595" y="3028228"/>
                  </a:lnTo>
                  <a:lnTo>
                    <a:pt x="5688832" y="3094043"/>
                  </a:lnTo>
                  <a:lnTo>
                    <a:pt x="5637844" y="3153132"/>
                  </a:lnTo>
                  <a:lnTo>
                    <a:pt x="5583842" y="3206072"/>
                  </a:lnTo>
                  <a:lnTo>
                    <a:pt x="5526016" y="3253527"/>
                  </a:lnTo>
                  <a:lnTo>
                    <a:pt x="5463597" y="3296146"/>
                  </a:lnTo>
                  <a:lnTo>
                    <a:pt x="5395938" y="3334511"/>
                  </a:lnTo>
                  <a:lnTo>
                    <a:pt x="5322607" y="3369106"/>
                  </a:lnTo>
                  <a:lnTo>
                    <a:pt x="5243532" y="3400296"/>
                  </a:lnTo>
                  <a:lnTo>
                    <a:pt x="5159157" y="3428326"/>
                  </a:lnTo>
                  <a:lnTo>
                    <a:pt x="5070617" y="3453320"/>
                  </a:lnTo>
                  <a:lnTo>
                    <a:pt x="4979881" y="3475300"/>
                  </a:lnTo>
                  <a:lnTo>
                    <a:pt x="4889785" y="3494216"/>
                  </a:lnTo>
                  <a:lnTo>
                    <a:pt x="4803891" y="3509997"/>
                  </a:lnTo>
                  <a:lnTo>
                    <a:pt x="4726098" y="3522613"/>
                  </a:lnTo>
                  <a:lnTo>
                    <a:pt x="4660034" y="3532144"/>
                  </a:lnTo>
                  <a:lnTo>
                    <a:pt x="4608349" y="3538819"/>
                  </a:lnTo>
                  <a:lnTo>
                    <a:pt x="4572114" y="3543031"/>
                  </a:lnTo>
                  <a:lnTo>
                    <a:pt x="4550493" y="3545302"/>
                  </a:lnTo>
                  <a:lnTo>
                    <a:pt x="4540765" y="3546229"/>
                  </a:lnTo>
                  <a:lnTo>
                    <a:pt x="4538566" y="3546421"/>
                  </a:lnTo>
                  <a:lnTo>
                    <a:pt x="4538543" y="3546423"/>
                  </a:lnTo>
                  <a:lnTo>
                    <a:pt x="4016409" y="3546423"/>
                  </a:lnTo>
                  <a:lnTo>
                    <a:pt x="4015139" y="3546422"/>
                  </a:lnTo>
                  <a:lnTo>
                    <a:pt x="4006838" y="3546414"/>
                  </a:lnTo>
                  <a:lnTo>
                    <a:pt x="3986086" y="3546394"/>
                  </a:lnTo>
                  <a:lnTo>
                    <a:pt x="3949427" y="3546354"/>
                  </a:lnTo>
                  <a:lnTo>
                    <a:pt x="3895683" y="3546288"/>
                  </a:lnTo>
                  <a:lnTo>
                    <a:pt x="3826013" y="3546191"/>
                  </a:lnTo>
                  <a:lnTo>
                    <a:pt x="3743512" y="3546062"/>
                  </a:lnTo>
                  <a:lnTo>
                    <a:pt x="3652440" y="3545900"/>
                  </a:lnTo>
                  <a:lnTo>
                    <a:pt x="3557314" y="3545705"/>
                  </a:lnTo>
                  <a:lnTo>
                    <a:pt x="3462155" y="3545477"/>
                  </a:lnTo>
                  <a:lnTo>
                    <a:pt x="3370047" y="3545218"/>
                  </a:lnTo>
                  <a:lnTo>
                    <a:pt x="3283008" y="3544926"/>
                  </a:lnTo>
                  <a:lnTo>
                    <a:pt x="3202078" y="3544600"/>
                  </a:lnTo>
                  <a:lnTo>
                    <a:pt x="3127527" y="3544236"/>
                  </a:lnTo>
                  <a:lnTo>
                    <a:pt x="3059072" y="3543831"/>
                  </a:lnTo>
                  <a:lnTo>
                    <a:pt x="2996075" y="3543377"/>
                  </a:lnTo>
                  <a:lnTo>
                    <a:pt x="2937694" y="3542869"/>
                  </a:lnTo>
                  <a:lnTo>
                    <a:pt x="2882998" y="3542298"/>
                  </a:lnTo>
                  <a:lnTo>
                    <a:pt x="2831053" y="3541658"/>
                  </a:lnTo>
                  <a:lnTo>
                    <a:pt x="2781001" y="3540944"/>
                  </a:lnTo>
                  <a:lnTo>
                    <a:pt x="2770117" y="3540776"/>
                  </a:lnTo>
                  <a:lnTo>
                    <a:pt x="2715865" y="3539873"/>
                  </a:lnTo>
                  <a:lnTo>
                    <a:pt x="2662134" y="3538874"/>
                  </a:lnTo>
                  <a:lnTo>
                    <a:pt x="2608338" y="3537778"/>
                  </a:lnTo>
                  <a:lnTo>
                    <a:pt x="2554086" y="3536587"/>
                  </a:lnTo>
                  <a:lnTo>
                    <a:pt x="2499156" y="3535308"/>
                  </a:lnTo>
                  <a:lnTo>
                    <a:pt x="2443478" y="3533952"/>
                  </a:lnTo>
                  <a:lnTo>
                    <a:pt x="2387109" y="3532532"/>
                  </a:lnTo>
                  <a:lnTo>
                    <a:pt x="2330208" y="3531067"/>
                  </a:lnTo>
                  <a:lnTo>
                    <a:pt x="2273013" y="3529579"/>
                  </a:lnTo>
                  <a:lnTo>
                    <a:pt x="2215799" y="3528089"/>
                  </a:lnTo>
                  <a:lnTo>
                    <a:pt x="2158846" y="3526620"/>
                  </a:lnTo>
                  <a:lnTo>
                    <a:pt x="2102395" y="3525194"/>
                  </a:lnTo>
                  <a:lnTo>
                    <a:pt x="2046621" y="3523828"/>
                  </a:lnTo>
                  <a:lnTo>
                    <a:pt x="1991595" y="3522538"/>
                  </a:lnTo>
                  <a:lnTo>
                    <a:pt x="1937264" y="3521335"/>
                  </a:lnTo>
                  <a:lnTo>
                    <a:pt x="1883426" y="3520227"/>
                  </a:lnTo>
                  <a:lnTo>
                    <a:pt x="1829716" y="3519215"/>
                  </a:lnTo>
                  <a:lnTo>
                    <a:pt x="1775573" y="3518300"/>
                  </a:lnTo>
                  <a:lnTo>
                    <a:pt x="1768425" y="3518187"/>
                  </a:lnTo>
                  <a:lnTo>
                    <a:pt x="1718691" y="3517456"/>
                  </a:lnTo>
                  <a:lnTo>
                    <a:pt x="1667234" y="3516800"/>
                  </a:lnTo>
                  <a:lnTo>
                    <a:pt x="1613225" y="3516215"/>
                  </a:lnTo>
                  <a:lnTo>
                    <a:pt x="1555741" y="3515693"/>
                  </a:lnTo>
                  <a:lnTo>
                    <a:pt x="1493841" y="3515228"/>
                  </a:lnTo>
                  <a:lnTo>
                    <a:pt x="1426657" y="3514813"/>
                  </a:lnTo>
                  <a:lnTo>
                    <a:pt x="1353493" y="3514440"/>
                  </a:lnTo>
                  <a:lnTo>
                    <a:pt x="1273974" y="3514106"/>
                  </a:lnTo>
                  <a:lnTo>
                    <a:pt x="1188226" y="3513807"/>
                  </a:lnTo>
                  <a:lnTo>
                    <a:pt x="1097102" y="3513540"/>
                  </a:lnTo>
                  <a:lnTo>
                    <a:pt x="1002389" y="3513306"/>
                  </a:lnTo>
                  <a:lnTo>
                    <a:pt x="906938" y="3513103"/>
                  </a:lnTo>
                  <a:lnTo>
                    <a:pt x="814588" y="3512933"/>
                  </a:lnTo>
                  <a:lnTo>
                    <a:pt x="729803" y="3512797"/>
                  </a:lnTo>
                  <a:lnTo>
                    <a:pt x="656974" y="3512694"/>
                  </a:lnTo>
                  <a:lnTo>
                    <a:pt x="599532" y="3512622"/>
                  </a:lnTo>
                  <a:lnTo>
                    <a:pt x="559113" y="3512576"/>
                  </a:lnTo>
                  <a:lnTo>
                    <a:pt x="535066" y="3512552"/>
                  </a:lnTo>
                  <a:lnTo>
                    <a:pt x="524415" y="3512542"/>
                  </a:lnTo>
                  <a:lnTo>
                    <a:pt x="522147" y="3512540"/>
                  </a:lnTo>
                  <a:lnTo>
                    <a:pt x="522133" y="3512540"/>
                  </a:lnTo>
                  <a:lnTo>
                    <a:pt x="0" y="3512540"/>
                  </a:lnTo>
                  <a:lnTo>
                    <a:pt x="0" y="351254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151" name="pg1151"/>
            <p:cNvSpPr/>
            <p:nvPr/>
          </p:nvSpPr>
          <p:spPr>
            <a:xfrm>
              <a:off x="386606" y="1304135"/>
              <a:ext cx="8554953" cy="3162415"/>
            </a:xfrm>
            <a:custGeom>
              <a:avLst/>
              <a:pathLst>
                <a:path w="8554953" h="3162415">
                  <a:moveTo>
                    <a:pt x="0" y="3117238"/>
                  </a:moveTo>
                  <a:lnTo>
                    <a:pt x="522133" y="3117238"/>
                  </a:lnTo>
                  <a:lnTo>
                    <a:pt x="523403" y="3117239"/>
                  </a:lnTo>
                  <a:lnTo>
                    <a:pt x="531704" y="3117249"/>
                  </a:lnTo>
                  <a:lnTo>
                    <a:pt x="552456" y="3117277"/>
                  </a:lnTo>
                  <a:lnTo>
                    <a:pt x="589114" y="3117330"/>
                  </a:lnTo>
                  <a:lnTo>
                    <a:pt x="642858" y="3117419"/>
                  </a:lnTo>
                  <a:lnTo>
                    <a:pt x="712528" y="3117547"/>
                  </a:lnTo>
                  <a:lnTo>
                    <a:pt x="795028" y="3117719"/>
                  </a:lnTo>
                  <a:lnTo>
                    <a:pt x="886099" y="3117935"/>
                  </a:lnTo>
                  <a:lnTo>
                    <a:pt x="981225" y="3118196"/>
                  </a:lnTo>
                  <a:lnTo>
                    <a:pt x="1076384" y="3118499"/>
                  </a:lnTo>
                  <a:lnTo>
                    <a:pt x="1168491" y="3118845"/>
                  </a:lnTo>
                  <a:lnTo>
                    <a:pt x="1255531" y="3119234"/>
                  </a:lnTo>
                  <a:lnTo>
                    <a:pt x="1336460" y="3119669"/>
                  </a:lnTo>
                  <a:lnTo>
                    <a:pt x="1411011" y="3120154"/>
                  </a:lnTo>
                  <a:lnTo>
                    <a:pt x="1479466" y="3120694"/>
                  </a:lnTo>
                  <a:lnTo>
                    <a:pt x="1542463" y="3121299"/>
                  </a:lnTo>
                  <a:lnTo>
                    <a:pt x="1600845" y="3121977"/>
                  </a:lnTo>
                  <a:lnTo>
                    <a:pt x="1655541" y="3122738"/>
                  </a:lnTo>
                  <a:lnTo>
                    <a:pt x="1707486" y="3123591"/>
                  </a:lnTo>
                  <a:lnTo>
                    <a:pt x="1757537" y="3124543"/>
                  </a:lnTo>
                  <a:lnTo>
                    <a:pt x="1768425" y="3124768"/>
                  </a:lnTo>
                  <a:lnTo>
                    <a:pt x="1822672" y="3125972"/>
                  </a:lnTo>
                  <a:lnTo>
                    <a:pt x="1876398" y="3127303"/>
                  </a:lnTo>
                  <a:lnTo>
                    <a:pt x="1930188" y="3128764"/>
                  </a:lnTo>
                  <a:lnTo>
                    <a:pt x="1984435" y="3130352"/>
                  </a:lnTo>
                  <a:lnTo>
                    <a:pt x="2039358" y="3132057"/>
                  </a:lnTo>
                  <a:lnTo>
                    <a:pt x="2095031" y="3133865"/>
                  </a:lnTo>
                  <a:lnTo>
                    <a:pt x="2151394" y="3135758"/>
                  </a:lnTo>
                  <a:lnTo>
                    <a:pt x="2208289" y="3137710"/>
                  </a:lnTo>
                  <a:lnTo>
                    <a:pt x="2265478" y="3139695"/>
                  </a:lnTo>
                  <a:lnTo>
                    <a:pt x="2322686" y="3141681"/>
                  </a:lnTo>
                  <a:lnTo>
                    <a:pt x="2379635" y="3143640"/>
                  </a:lnTo>
                  <a:lnTo>
                    <a:pt x="2436080" y="3145542"/>
                  </a:lnTo>
                  <a:lnTo>
                    <a:pt x="2491850" y="3147363"/>
                  </a:lnTo>
                  <a:lnTo>
                    <a:pt x="2546871" y="3149082"/>
                  </a:lnTo>
                  <a:lnTo>
                    <a:pt x="2601198" y="3150686"/>
                  </a:lnTo>
                  <a:lnTo>
                    <a:pt x="2655031" y="3152164"/>
                  </a:lnTo>
                  <a:lnTo>
                    <a:pt x="2708736" y="3153513"/>
                  </a:lnTo>
                  <a:lnTo>
                    <a:pt x="2762872" y="3154733"/>
                  </a:lnTo>
                  <a:lnTo>
                    <a:pt x="2770117" y="3154886"/>
                  </a:lnTo>
                  <a:lnTo>
                    <a:pt x="2819851" y="3155860"/>
                  </a:lnTo>
                  <a:lnTo>
                    <a:pt x="2871307" y="3156735"/>
                  </a:lnTo>
                  <a:lnTo>
                    <a:pt x="2925316" y="3157515"/>
                  </a:lnTo>
                  <a:lnTo>
                    <a:pt x="2982801" y="3158211"/>
                  </a:lnTo>
                  <a:lnTo>
                    <a:pt x="3044700" y="3158831"/>
                  </a:lnTo>
                  <a:lnTo>
                    <a:pt x="3111884" y="3159385"/>
                  </a:lnTo>
                  <a:lnTo>
                    <a:pt x="3185047" y="3159882"/>
                  </a:lnTo>
                  <a:lnTo>
                    <a:pt x="3264566" y="3160327"/>
                  </a:lnTo>
                  <a:lnTo>
                    <a:pt x="3350313" y="3160726"/>
                  </a:lnTo>
                  <a:lnTo>
                    <a:pt x="3441437" y="3161081"/>
                  </a:lnTo>
                  <a:lnTo>
                    <a:pt x="3536149" y="3161394"/>
                  </a:lnTo>
                  <a:lnTo>
                    <a:pt x="3631600" y="3161664"/>
                  </a:lnTo>
                  <a:lnTo>
                    <a:pt x="3723950" y="3161891"/>
                  </a:lnTo>
                  <a:lnTo>
                    <a:pt x="3808735" y="3162072"/>
                  </a:lnTo>
                  <a:lnTo>
                    <a:pt x="3881564" y="3162210"/>
                  </a:lnTo>
                  <a:lnTo>
                    <a:pt x="3939007" y="3162307"/>
                  </a:lnTo>
                  <a:lnTo>
                    <a:pt x="3979427" y="3162367"/>
                  </a:lnTo>
                  <a:lnTo>
                    <a:pt x="4003475" y="3162400"/>
                  </a:lnTo>
                  <a:lnTo>
                    <a:pt x="4014127" y="3162413"/>
                  </a:lnTo>
                  <a:lnTo>
                    <a:pt x="4016409" y="3162415"/>
                  </a:lnTo>
                  <a:lnTo>
                    <a:pt x="4538543" y="3162415"/>
                  </a:lnTo>
                  <a:lnTo>
                    <a:pt x="4539668" y="3162330"/>
                  </a:lnTo>
                  <a:lnTo>
                    <a:pt x="4547047" y="3161718"/>
                  </a:lnTo>
                  <a:lnTo>
                    <a:pt x="4565570" y="3160028"/>
                  </a:lnTo>
                  <a:lnTo>
                    <a:pt x="4598485" y="3156705"/>
                  </a:lnTo>
                  <a:lnTo>
                    <a:pt x="4647128" y="3151249"/>
                  </a:lnTo>
                  <a:lnTo>
                    <a:pt x="4710832" y="3143268"/>
                  </a:lnTo>
                  <a:lnTo>
                    <a:pt x="4787182" y="3132519"/>
                  </a:lnTo>
                  <a:lnTo>
                    <a:pt x="4872593" y="3118903"/>
                  </a:lnTo>
                  <a:lnTo>
                    <a:pt x="4963053" y="3102432"/>
                  </a:lnTo>
                  <a:lnTo>
                    <a:pt x="5054793" y="3083168"/>
                  </a:lnTo>
                  <a:lnTo>
                    <a:pt x="5144739" y="3061163"/>
                  </a:lnTo>
                  <a:lnTo>
                    <a:pt x="5230711" y="3036413"/>
                  </a:lnTo>
                  <a:lnTo>
                    <a:pt x="5311410" y="3008819"/>
                  </a:lnTo>
                  <a:lnTo>
                    <a:pt x="5386282" y="2978174"/>
                  </a:lnTo>
                  <a:lnTo>
                    <a:pt x="5455337" y="2944158"/>
                  </a:lnTo>
                  <a:lnTo>
                    <a:pt x="5518977" y="2906342"/>
                  </a:lnTo>
                  <a:lnTo>
                    <a:pt x="5577851" y="2864203"/>
                  </a:lnTo>
                  <a:lnTo>
                    <a:pt x="5632738" y="2817150"/>
                  </a:lnTo>
                  <a:lnTo>
                    <a:pt x="5684472" y="2764573"/>
                  </a:lnTo>
                  <a:lnTo>
                    <a:pt x="5733869" y="2705932"/>
                  </a:lnTo>
                  <a:lnTo>
                    <a:pt x="5781661" y="2640894"/>
                  </a:lnTo>
                  <a:lnTo>
                    <a:pt x="5784835" y="2636287"/>
                  </a:lnTo>
                  <a:lnTo>
                    <a:pt x="5820501" y="2582107"/>
                  </a:lnTo>
                  <a:lnTo>
                    <a:pt x="5855839" y="2524135"/>
                  </a:lnTo>
                  <a:lnTo>
                    <a:pt x="5891045" y="2462293"/>
                  </a:lnTo>
                  <a:lnTo>
                    <a:pt x="5926276" y="2396559"/>
                  </a:lnTo>
                  <a:lnTo>
                    <a:pt x="5961653" y="2326973"/>
                  </a:lnTo>
                  <a:lnTo>
                    <a:pt x="5997262" y="2253642"/>
                  </a:lnTo>
                  <a:lnTo>
                    <a:pt x="6033162" y="2176744"/>
                  </a:lnTo>
                  <a:lnTo>
                    <a:pt x="6069381" y="2096530"/>
                  </a:lnTo>
                  <a:lnTo>
                    <a:pt x="6105923" y="2013324"/>
                  </a:lnTo>
                  <a:lnTo>
                    <a:pt x="6142769" y="1927520"/>
                  </a:lnTo>
                  <a:lnTo>
                    <a:pt x="6179881" y="1839574"/>
                  </a:lnTo>
                  <a:lnTo>
                    <a:pt x="6217203" y="1749997"/>
                  </a:lnTo>
                  <a:lnTo>
                    <a:pt x="6254667" y="1659345"/>
                  </a:lnTo>
                  <a:lnTo>
                    <a:pt x="6292197" y="1568201"/>
                  </a:lnTo>
                  <a:lnTo>
                    <a:pt x="6329713" y="1477160"/>
                  </a:lnTo>
                  <a:lnTo>
                    <a:pt x="6367136" y="1386816"/>
                  </a:lnTo>
                  <a:lnTo>
                    <a:pt x="6404392" y="1297745"/>
                  </a:lnTo>
                  <a:lnTo>
                    <a:pt x="6441417" y="1210487"/>
                  </a:lnTo>
                  <a:lnTo>
                    <a:pt x="6478161" y="1125535"/>
                  </a:lnTo>
                  <a:lnTo>
                    <a:pt x="6514592" y="1043327"/>
                  </a:lnTo>
                  <a:lnTo>
                    <a:pt x="6550698" y="964231"/>
                  </a:lnTo>
                  <a:lnTo>
                    <a:pt x="6586492" y="888547"/>
                  </a:lnTo>
                  <a:lnTo>
                    <a:pt x="6622013" y="816500"/>
                  </a:lnTo>
                  <a:lnTo>
                    <a:pt x="6657328" y="748242"/>
                  </a:lnTo>
                  <a:lnTo>
                    <a:pt x="6692535" y="683858"/>
                  </a:lnTo>
                  <a:lnTo>
                    <a:pt x="6727767" y="623365"/>
                  </a:lnTo>
                  <a:lnTo>
                    <a:pt x="6763194" y="566721"/>
                  </a:lnTo>
                  <a:lnTo>
                    <a:pt x="6786527" y="531775"/>
                  </a:lnTo>
                  <a:lnTo>
                    <a:pt x="6834235" y="466304"/>
                  </a:lnTo>
                  <a:lnTo>
                    <a:pt x="6883502" y="407239"/>
                  </a:lnTo>
                  <a:lnTo>
                    <a:pt x="6935053" y="354270"/>
                  </a:lnTo>
                  <a:lnTo>
                    <a:pt x="6989702" y="306864"/>
                  </a:lnTo>
                  <a:lnTo>
                    <a:pt x="7048282" y="264413"/>
                  </a:lnTo>
                  <a:lnTo>
                    <a:pt x="7111580" y="226324"/>
                  </a:lnTo>
                  <a:lnTo>
                    <a:pt x="7180254" y="192067"/>
                  </a:lnTo>
                  <a:lnTo>
                    <a:pt x="7254729" y="161206"/>
                  </a:lnTo>
                  <a:lnTo>
                    <a:pt x="7335046" y="133415"/>
                  </a:lnTo>
                  <a:lnTo>
                    <a:pt x="7420695" y="108477"/>
                  </a:lnTo>
                  <a:lnTo>
                    <a:pt x="7510432" y="86289"/>
                  </a:lnTo>
                  <a:lnTo>
                    <a:pt x="7602138" y="66839"/>
                  </a:lnTo>
                  <a:lnTo>
                    <a:pt x="7692796" y="50178"/>
                  </a:lnTo>
                  <a:lnTo>
                    <a:pt x="7778674" y="36369"/>
                  </a:lnTo>
                  <a:lnTo>
                    <a:pt x="7855754" y="25429"/>
                  </a:lnTo>
                  <a:lnTo>
                    <a:pt x="7920402" y="17268"/>
                  </a:lnTo>
                  <a:lnTo>
                    <a:pt x="7970101" y="11652"/>
                  </a:lnTo>
                  <a:lnTo>
                    <a:pt x="8004054" y="8200"/>
                  </a:lnTo>
                  <a:lnTo>
                    <a:pt x="8023464" y="6417"/>
                  </a:lnTo>
                  <a:lnTo>
                    <a:pt x="8031456" y="5751"/>
                  </a:lnTo>
                  <a:lnTo>
                    <a:pt x="8032819" y="5647"/>
                  </a:lnTo>
                  <a:lnTo>
                    <a:pt x="8554953" y="5647"/>
                  </a:lnTo>
                  <a:lnTo>
                    <a:pt x="8554953" y="0"/>
                  </a:lnTo>
                  <a:lnTo>
                    <a:pt x="8032819" y="0"/>
                  </a:lnTo>
                  <a:lnTo>
                    <a:pt x="8031694" y="85"/>
                  </a:lnTo>
                  <a:lnTo>
                    <a:pt x="8024315" y="696"/>
                  </a:lnTo>
                  <a:lnTo>
                    <a:pt x="8005791" y="2387"/>
                  </a:lnTo>
                  <a:lnTo>
                    <a:pt x="7972877" y="5710"/>
                  </a:lnTo>
                  <a:lnTo>
                    <a:pt x="7924234" y="11166"/>
                  </a:lnTo>
                  <a:lnTo>
                    <a:pt x="7860530" y="19147"/>
                  </a:lnTo>
                  <a:lnTo>
                    <a:pt x="7784180" y="29896"/>
                  </a:lnTo>
                  <a:lnTo>
                    <a:pt x="7698769" y="43512"/>
                  </a:lnTo>
                  <a:lnTo>
                    <a:pt x="7608309" y="59983"/>
                  </a:lnTo>
                  <a:lnTo>
                    <a:pt x="7516569" y="79247"/>
                  </a:lnTo>
                  <a:lnTo>
                    <a:pt x="7426623" y="101251"/>
                  </a:lnTo>
                  <a:lnTo>
                    <a:pt x="7340651" y="126002"/>
                  </a:lnTo>
                  <a:lnTo>
                    <a:pt x="7259952" y="153596"/>
                  </a:lnTo>
                  <a:lnTo>
                    <a:pt x="7185080" y="184241"/>
                  </a:lnTo>
                  <a:lnTo>
                    <a:pt x="7116025" y="218257"/>
                  </a:lnTo>
                  <a:lnTo>
                    <a:pt x="7052384" y="256073"/>
                  </a:lnTo>
                  <a:lnTo>
                    <a:pt x="6993511" y="298212"/>
                  </a:lnTo>
                  <a:lnTo>
                    <a:pt x="6938624" y="345265"/>
                  </a:lnTo>
                  <a:lnTo>
                    <a:pt x="6886890" y="397842"/>
                  </a:lnTo>
                  <a:lnTo>
                    <a:pt x="6837493" y="456483"/>
                  </a:lnTo>
                  <a:lnTo>
                    <a:pt x="6789701" y="521521"/>
                  </a:lnTo>
                  <a:lnTo>
                    <a:pt x="6786527" y="526128"/>
                  </a:lnTo>
                  <a:lnTo>
                    <a:pt x="6750861" y="580307"/>
                  </a:lnTo>
                  <a:lnTo>
                    <a:pt x="6715523" y="638280"/>
                  </a:lnTo>
                  <a:lnTo>
                    <a:pt x="6680317" y="700122"/>
                  </a:lnTo>
                  <a:lnTo>
                    <a:pt x="6645086" y="765856"/>
                  </a:lnTo>
                  <a:lnTo>
                    <a:pt x="6609709" y="835442"/>
                  </a:lnTo>
                  <a:lnTo>
                    <a:pt x="6574099" y="908772"/>
                  </a:lnTo>
                  <a:lnTo>
                    <a:pt x="6538200" y="985670"/>
                  </a:lnTo>
                  <a:lnTo>
                    <a:pt x="6501981" y="1065884"/>
                  </a:lnTo>
                  <a:lnTo>
                    <a:pt x="6465439" y="1149090"/>
                  </a:lnTo>
                  <a:lnTo>
                    <a:pt x="6428593" y="1234895"/>
                  </a:lnTo>
                  <a:lnTo>
                    <a:pt x="6391481" y="1322841"/>
                  </a:lnTo>
                  <a:lnTo>
                    <a:pt x="6354159" y="1412417"/>
                  </a:lnTo>
                  <a:lnTo>
                    <a:pt x="6316695" y="1503070"/>
                  </a:lnTo>
                  <a:lnTo>
                    <a:pt x="6279165" y="1594214"/>
                  </a:lnTo>
                  <a:lnTo>
                    <a:pt x="6241649" y="1685255"/>
                  </a:lnTo>
                  <a:lnTo>
                    <a:pt x="6204226" y="1775599"/>
                  </a:lnTo>
                  <a:lnTo>
                    <a:pt x="6166970" y="1864670"/>
                  </a:lnTo>
                  <a:lnTo>
                    <a:pt x="6129945" y="1951928"/>
                  </a:lnTo>
                  <a:lnTo>
                    <a:pt x="6093201" y="2036879"/>
                  </a:lnTo>
                  <a:lnTo>
                    <a:pt x="6056770" y="2119088"/>
                  </a:lnTo>
                  <a:lnTo>
                    <a:pt x="6020664" y="2198184"/>
                  </a:lnTo>
                  <a:lnTo>
                    <a:pt x="5984870" y="2273868"/>
                  </a:lnTo>
                  <a:lnTo>
                    <a:pt x="5949349" y="2345915"/>
                  </a:lnTo>
                  <a:lnTo>
                    <a:pt x="5914034" y="2414172"/>
                  </a:lnTo>
                  <a:lnTo>
                    <a:pt x="5878827" y="2478556"/>
                  </a:lnTo>
                  <a:lnTo>
                    <a:pt x="5843595" y="2539050"/>
                  </a:lnTo>
                  <a:lnTo>
                    <a:pt x="5808168" y="2595694"/>
                  </a:lnTo>
                  <a:lnTo>
                    <a:pt x="5784835" y="2630640"/>
                  </a:lnTo>
                  <a:lnTo>
                    <a:pt x="5737127" y="2696111"/>
                  </a:lnTo>
                  <a:lnTo>
                    <a:pt x="5687860" y="2755176"/>
                  </a:lnTo>
                  <a:lnTo>
                    <a:pt x="5636309" y="2808145"/>
                  </a:lnTo>
                  <a:lnTo>
                    <a:pt x="5581660" y="2855551"/>
                  </a:lnTo>
                  <a:lnTo>
                    <a:pt x="5523080" y="2898001"/>
                  </a:lnTo>
                  <a:lnTo>
                    <a:pt x="5459782" y="2936091"/>
                  </a:lnTo>
                  <a:lnTo>
                    <a:pt x="5391108" y="2970348"/>
                  </a:lnTo>
                  <a:lnTo>
                    <a:pt x="5316633" y="3001208"/>
                  </a:lnTo>
                  <a:lnTo>
                    <a:pt x="5236316" y="3029000"/>
                  </a:lnTo>
                  <a:lnTo>
                    <a:pt x="5150667" y="3053938"/>
                  </a:lnTo>
                  <a:lnTo>
                    <a:pt x="5060930" y="3076126"/>
                  </a:lnTo>
                  <a:lnTo>
                    <a:pt x="4969224" y="3095576"/>
                  </a:lnTo>
                  <a:lnTo>
                    <a:pt x="4878566" y="3112237"/>
                  </a:lnTo>
                  <a:lnTo>
                    <a:pt x="4792688" y="3126046"/>
                  </a:lnTo>
                  <a:lnTo>
                    <a:pt x="4715608" y="3136986"/>
                  </a:lnTo>
                  <a:lnTo>
                    <a:pt x="4650960" y="3145147"/>
                  </a:lnTo>
                  <a:lnTo>
                    <a:pt x="4601261" y="3150763"/>
                  </a:lnTo>
                  <a:lnTo>
                    <a:pt x="4567308" y="3154215"/>
                  </a:lnTo>
                  <a:lnTo>
                    <a:pt x="4547898" y="3155998"/>
                  </a:lnTo>
                  <a:lnTo>
                    <a:pt x="4539906" y="3156664"/>
                  </a:lnTo>
                  <a:lnTo>
                    <a:pt x="4538543" y="3156768"/>
                  </a:lnTo>
                  <a:lnTo>
                    <a:pt x="4016409" y="3156768"/>
                  </a:lnTo>
                  <a:lnTo>
                    <a:pt x="4015139" y="3156767"/>
                  </a:lnTo>
                  <a:lnTo>
                    <a:pt x="4006838" y="3156757"/>
                  </a:lnTo>
                  <a:lnTo>
                    <a:pt x="3986087" y="3156729"/>
                  </a:lnTo>
                  <a:lnTo>
                    <a:pt x="3949428" y="3156676"/>
                  </a:lnTo>
                  <a:lnTo>
                    <a:pt x="3895685" y="3156588"/>
                  </a:lnTo>
                  <a:lnTo>
                    <a:pt x="3826015" y="3156459"/>
                  </a:lnTo>
                  <a:lnTo>
                    <a:pt x="3743514" y="3156287"/>
                  </a:lnTo>
                  <a:lnTo>
                    <a:pt x="3652443" y="3156071"/>
                  </a:lnTo>
                  <a:lnTo>
                    <a:pt x="3557317" y="3155811"/>
                  </a:lnTo>
                  <a:lnTo>
                    <a:pt x="3462159" y="3155507"/>
                  </a:lnTo>
                  <a:lnTo>
                    <a:pt x="3370051" y="3155161"/>
                  </a:lnTo>
                  <a:lnTo>
                    <a:pt x="3283012" y="3154772"/>
                  </a:lnTo>
                  <a:lnTo>
                    <a:pt x="3202082" y="3154337"/>
                  </a:lnTo>
                  <a:lnTo>
                    <a:pt x="3127531" y="3153852"/>
                  </a:lnTo>
                  <a:lnTo>
                    <a:pt x="3059076" y="3153312"/>
                  </a:lnTo>
                  <a:lnTo>
                    <a:pt x="2996079" y="3152707"/>
                  </a:lnTo>
                  <a:lnTo>
                    <a:pt x="2937698" y="3152029"/>
                  </a:lnTo>
                  <a:lnTo>
                    <a:pt x="2883002" y="3151268"/>
                  </a:lnTo>
                  <a:lnTo>
                    <a:pt x="2831056" y="3150415"/>
                  </a:lnTo>
                  <a:lnTo>
                    <a:pt x="2781005" y="3149463"/>
                  </a:lnTo>
                  <a:lnTo>
                    <a:pt x="2770117" y="3149239"/>
                  </a:lnTo>
                  <a:lnTo>
                    <a:pt x="2715870" y="3148034"/>
                  </a:lnTo>
                  <a:lnTo>
                    <a:pt x="2662144" y="3146703"/>
                  </a:lnTo>
                  <a:lnTo>
                    <a:pt x="2608354" y="3145242"/>
                  </a:lnTo>
                  <a:lnTo>
                    <a:pt x="2554107" y="3143654"/>
                  </a:lnTo>
                  <a:lnTo>
                    <a:pt x="2499184" y="3141950"/>
                  </a:lnTo>
                  <a:lnTo>
                    <a:pt x="2443512" y="3140141"/>
                  </a:lnTo>
                  <a:lnTo>
                    <a:pt x="2387148" y="3138248"/>
                  </a:lnTo>
                  <a:lnTo>
                    <a:pt x="2330253" y="3136296"/>
                  </a:lnTo>
                  <a:lnTo>
                    <a:pt x="2273064" y="3134311"/>
                  </a:lnTo>
                  <a:lnTo>
                    <a:pt x="2215856" y="3132325"/>
                  </a:lnTo>
                  <a:lnTo>
                    <a:pt x="2158907" y="3130367"/>
                  </a:lnTo>
                  <a:lnTo>
                    <a:pt x="2102462" y="3128464"/>
                  </a:lnTo>
                  <a:lnTo>
                    <a:pt x="2046692" y="3126643"/>
                  </a:lnTo>
                  <a:lnTo>
                    <a:pt x="1991671" y="3124924"/>
                  </a:lnTo>
                  <a:lnTo>
                    <a:pt x="1937344" y="3123320"/>
                  </a:lnTo>
                  <a:lnTo>
                    <a:pt x="1883511" y="3121842"/>
                  </a:lnTo>
                  <a:lnTo>
                    <a:pt x="1829806" y="3120494"/>
                  </a:lnTo>
                  <a:lnTo>
                    <a:pt x="1775670" y="3119273"/>
                  </a:lnTo>
                  <a:lnTo>
                    <a:pt x="1768425" y="3119120"/>
                  </a:lnTo>
                  <a:lnTo>
                    <a:pt x="1718692" y="3118146"/>
                  </a:lnTo>
                  <a:lnTo>
                    <a:pt x="1667235" y="3117271"/>
                  </a:lnTo>
                  <a:lnTo>
                    <a:pt x="1613226" y="3116491"/>
                  </a:lnTo>
                  <a:lnTo>
                    <a:pt x="1555742" y="3115795"/>
                  </a:lnTo>
                  <a:lnTo>
                    <a:pt x="1493842" y="3115175"/>
                  </a:lnTo>
                  <a:lnTo>
                    <a:pt x="1426658" y="3114621"/>
                  </a:lnTo>
                  <a:lnTo>
                    <a:pt x="1353495" y="3114125"/>
                  </a:lnTo>
                  <a:lnTo>
                    <a:pt x="1273976" y="3113679"/>
                  </a:lnTo>
                  <a:lnTo>
                    <a:pt x="1188229" y="3113280"/>
                  </a:lnTo>
                  <a:lnTo>
                    <a:pt x="1097105" y="3112925"/>
                  </a:lnTo>
                  <a:lnTo>
                    <a:pt x="1002393" y="3112612"/>
                  </a:lnTo>
                  <a:lnTo>
                    <a:pt x="906942" y="3112342"/>
                  </a:lnTo>
                  <a:lnTo>
                    <a:pt x="814592" y="3112115"/>
                  </a:lnTo>
                  <a:lnTo>
                    <a:pt x="729807" y="3111934"/>
                  </a:lnTo>
                  <a:lnTo>
                    <a:pt x="656978" y="3111796"/>
                  </a:lnTo>
                  <a:lnTo>
                    <a:pt x="599535" y="3111700"/>
                  </a:lnTo>
                  <a:lnTo>
                    <a:pt x="559115" y="3111639"/>
                  </a:lnTo>
                  <a:lnTo>
                    <a:pt x="535067" y="3111606"/>
                  </a:lnTo>
                  <a:lnTo>
                    <a:pt x="524415" y="3111593"/>
                  </a:lnTo>
                  <a:lnTo>
                    <a:pt x="522133" y="3111591"/>
                  </a:lnTo>
                  <a:lnTo>
                    <a:pt x="0" y="3111591"/>
                  </a:lnTo>
                  <a:close/>
                </a:path>
              </a:pathLst>
            </a:custGeom>
            <a:solidFill>
              <a:srgbClr val="67C1B3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1152" name="pl1152"/>
            <p:cNvSpPr/>
            <p:nvPr/>
          </p:nvSpPr>
          <p:spPr>
            <a:xfrm>
              <a:off x="386606" y="1309783"/>
              <a:ext cx="8554953" cy="3156768"/>
            </a:xfrm>
            <a:custGeom>
              <a:avLst/>
              <a:pathLst>
                <a:path w="8554953" h="3156768">
                  <a:moveTo>
                    <a:pt x="0" y="3111591"/>
                  </a:moveTo>
                  <a:lnTo>
                    <a:pt x="522133" y="3111591"/>
                  </a:lnTo>
                  <a:lnTo>
                    <a:pt x="523403" y="3111592"/>
                  </a:lnTo>
                  <a:lnTo>
                    <a:pt x="531704" y="3111602"/>
                  </a:lnTo>
                  <a:lnTo>
                    <a:pt x="552456" y="3111629"/>
                  </a:lnTo>
                  <a:lnTo>
                    <a:pt x="589114" y="3111683"/>
                  </a:lnTo>
                  <a:lnTo>
                    <a:pt x="642858" y="3111771"/>
                  </a:lnTo>
                  <a:lnTo>
                    <a:pt x="712528" y="3111900"/>
                  </a:lnTo>
                  <a:lnTo>
                    <a:pt x="795028" y="3112071"/>
                  </a:lnTo>
                  <a:lnTo>
                    <a:pt x="886099" y="3112288"/>
                  </a:lnTo>
                  <a:lnTo>
                    <a:pt x="981225" y="3112548"/>
                  </a:lnTo>
                  <a:lnTo>
                    <a:pt x="1076384" y="3112852"/>
                  </a:lnTo>
                  <a:lnTo>
                    <a:pt x="1168491" y="3113198"/>
                  </a:lnTo>
                  <a:lnTo>
                    <a:pt x="1255531" y="3113587"/>
                  </a:lnTo>
                  <a:lnTo>
                    <a:pt x="1336460" y="3114022"/>
                  </a:lnTo>
                  <a:lnTo>
                    <a:pt x="1411011" y="3114506"/>
                  </a:lnTo>
                  <a:lnTo>
                    <a:pt x="1479466" y="3115047"/>
                  </a:lnTo>
                  <a:lnTo>
                    <a:pt x="1542463" y="3115652"/>
                  </a:lnTo>
                  <a:lnTo>
                    <a:pt x="1600845" y="3116330"/>
                  </a:lnTo>
                  <a:lnTo>
                    <a:pt x="1655541" y="3117091"/>
                  </a:lnTo>
                  <a:lnTo>
                    <a:pt x="1707486" y="3117944"/>
                  </a:lnTo>
                  <a:lnTo>
                    <a:pt x="1757537" y="3118896"/>
                  </a:lnTo>
                  <a:lnTo>
                    <a:pt x="1768425" y="3119120"/>
                  </a:lnTo>
                  <a:lnTo>
                    <a:pt x="1822672" y="3120324"/>
                  </a:lnTo>
                  <a:lnTo>
                    <a:pt x="1876398" y="3121656"/>
                  </a:lnTo>
                  <a:lnTo>
                    <a:pt x="1930188" y="3123117"/>
                  </a:lnTo>
                  <a:lnTo>
                    <a:pt x="1984435" y="3124704"/>
                  </a:lnTo>
                  <a:lnTo>
                    <a:pt x="2039358" y="3126409"/>
                  </a:lnTo>
                  <a:lnTo>
                    <a:pt x="2095031" y="3128218"/>
                  </a:lnTo>
                  <a:lnTo>
                    <a:pt x="2151394" y="3130111"/>
                  </a:lnTo>
                  <a:lnTo>
                    <a:pt x="2208289" y="3132063"/>
                  </a:lnTo>
                  <a:lnTo>
                    <a:pt x="2265478" y="3134048"/>
                  </a:lnTo>
                  <a:lnTo>
                    <a:pt x="2322686" y="3136034"/>
                  </a:lnTo>
                  <a:lnTo>
                    <a:pt x="2379635" y="3137992"/>
                  </a:lnTo>
                  <a:lnTo>
                    <a:pt x="2436080" y="3139894"/>
                  </a:lnTo>
                  <a:lnTo>
                    <a:pt x="2491850" y="3141715"/>
                  </a:lnTo>
                  <a:lnTo>
                    <a:pt x="2546871" y="3143435"/>
                  </a:lnTo>
                  <a:lnTo>
                    <a:pt x="2601198" y="3145038"/>
                  </a:lnTo>
                  <a:lnTo>
                    <a:pt x="2655031" y="3146517"/>
                  </a:lnTo>
                  <a:lnTo>
                    <a:pt x="2708736" y="3147865"/>
                  </a:lnTo>
                  <a:lnTo>
                    <a:pt x="2762872" y="3149086"/>
                  </a:lnTo>
                  <a:lnTo>
                    <a:pt x="2770117" y="3149239"/>
                  </a:lnTo>
                  <a:lnTo>
                    <a:pt x="2819851" y="3150213"/>
                  </a:lnTo>
                  <a:lnTo>
                    <a:pt x="2871307" y="3151088"/>
                  </a:lnTo>
                  <a:lnTo>
                    <a:pt x="2925316" y="3151868"/>
                  </a:lnTo>
                  <a:lnTo>
                    <a:pt x="2982801" y="3152564"/>
                  </a:lnTo>
                  <a:lnTo>
                    <a:pt x="3044700" y="3153184"/>
                  </a:lnTo>
                  <a:lnTo>
                    <a:pt x="3111884" y="3153738"/>
                  </a:lnTo>
                  <a:lnTo>
                    <a:pt x="3185047" y="3154234"/>
                  </a:lnTo>
                  <a:lnTo>
                    <a:pt x="3264566" y="3154680"/>
                  </a:lnTo>
                  <a:lnTo>
                    <a:pt x="3350313" y="3155079"/>
                  </a:lnTo>
                  <a:lnTo>
                    <a:pt x="3441437" y="3155434"/>
                  </a:lnTo>
                  <a:lnTo>
                    <a:pt x="3536149" y="3155747"/>
                  </a:lnTo>
                  <a:lnTo>
                    <a:pt x="3631600" y="3156017"/>
                  </a:lnTo>
                  <a:lnTo>
                    <a:pt x="3723950" y="3156243"/>
                  </a:lnTo>
                  <a:lnTo>
                    <a:pt x="3808735" y="3156425"/>
                  </a:lnTo>
                  <a:lnTo>
                    <a:pt x="3881564" y="3156563"/>
                  </a:lnTo>
                  <a:lnTo>
                    <a:pt x="3939007" y="3156659"/>
                  </a:lnTo>
                  <a:lnTo>
                    <a:pt x="3979427" y="3156720"/>
                  </a:lnTo>
                  <a:lnTo>
                    <a:pt x="4003475" y="3156753"/>
                  </a:lnTo>
                  <a:lnTo>
                    <a:pt x="4014127" y="3156766"/>
                  </a:lnTo>
                  <a:lnTo>
                    <a:pt x="4016395" y="3156768"/>
                  </a:lnTo>
                  <a:lnTo>
                    <a:pt x="4016409" y="3156768"/>
                  </a:lnTo>
                  <a:lnTo>
                    <a:pt x="4538543" y="3156768"/>
                  </a:lnTo>
                  <a:lnTo>
                    <a:pt x="4539668" y="3156682"/>
                  </a:lnTo>
                  <a:lnTo>
                    <a:pt x="4547047" y="3156071"/>
                  </a:lnTo>
                  <a:lnTo>
                    <a:pt x="4565570" y="3154381"/>
                  </a:lnTo>
                  <a:lnTo>
                    <a:pt x="4598485" y="3151058"/>
                  </a:lnTo>
                  <a:lnTo>
                    <a:pt x="4647128" y="3145601"/>
                  </a:lnTo>
                  <a:lnTo>
                    <a:pt x="4710832" y="3137621"/>
                  </a:lnTo>
                  <a:lnTo>
                    <a:pt x="4787182" y="3126872"/>
                  </a:lnTo>
                  <a:lnTo>
                    <a:pt x="4872593" y="3113256"/>
                  </a:lnTo>
                  <a:lnTo>
                    <a:pt x="4963053" y="3096785"/>
                  </a:lnTo>
                  <a:lnTo>
                    <a:pt x="5054793" y="3077521"/>
                  </a:lnTo>
                  <a:lnTo>
                    <a:pt x="5144739" y="3055516"/>
                  </a:lnTo>
                  <a:lnTo>
                    <a:pt x="5230711" y="3030766"/>
                  </a:lnTo>
                  <a:lnTo>
                    <a:pt x="5311410" y="3003172"/>
                  </a:lnTo>
                  <a:lnTo>
                    <a:pt x="5386282" y="2972527"/>
                  </a:lnTo>
                  <a:lnTo>
                    <a:pt x="5455337" y="2938511"/>
                  </a:lnTo>
                  <a:lnTo>
                    <a:pt x="5518977" y="2900695"/>
                  </a:lnTo>
                  <a:lnTo>
                    <a:pt x="5577851" y="2858556"/>
                  </a:lnTo>
                  <a:lnTo>
                    <a:pt x="5632738" y="2811502"/>
                  </a:lnTo>
                  <a:lnTo>
                    <a:pt x="5684472" y="2758926"/>
                  </a:lnTo>
                  <a:lnTo>
                    <a:pt x="5733869" y="2700284"/>
                  </a:lnTo>
                  <a:lnTo>
                    <a:pt x="5781661" y="2635247"/>
                  </a:lnTo>
                  <a:lnTo>
                    <a:pt x="5784835" y="2630640"/>
                  </a:lnTo>
                  <a:lnTo>
                    <a:pt x="5820501" y="2576460"/>
                  </a:lnTo>
                  <a:lnTo>
                    <a:pt x="5855839" y="2518488"/>
                  </a:lnTo>
                  <a:lnTo>
                    <a:pt x="5891045" y="2456646"/>
                  </a:lnTo>
                  <a:lnTo>
                    <a:pt x="5926276" y="2390912"/>
                  </a:lnTo>
                  <a:lnTo>
                    <a:pt x="5961653" y="2321326"/>
                  </a:lnTo>
                  <a:lnTo>
                    <a:pt x="5997262" y="2247995"/>
                  </a:lnTo>
                  <a:lnTo>
                    <a:pt x="6033162" y="2171097"/>
                  </a:lnTo>
                  <a:lnTo>
                    <a:pt x="6069381" y="2090883"/>
                  </a:lnTo>
                  <a:lnTo>
                    <a:pt x="6105923" y="2007677"/>
                  </a:lnTo>
                  <a:lnTo>
                    <a:pt x="6142769" y="1921873"/>
                  </a:lnTo>
                  <a:lnTo>
                    <a:pt x="6179881" y="1833926"/>
                  </a:lnTo>
                  <a:lnTo>
                    <a:pt x="6217203" y="1744350"/>
                  </a:lnTo>
                  <a:lnTo>
                    <a:pt x="6254667" y="1653698"/>
                  </a:lnTo>
                  <a:lnTo>
                    <a:pt x="6292197" y="1562553"/>
                  </a:lnTo>
                  <a:lnTo>
                    <a:pt x="6329713" y="1471512"/>
                  </a:lnTo>
                  <a:lnTo>
                    <a:pt x="6367136" y="1381169"/>
                  </a:lnTo>
                  <a:lnTo>
                    <a:pt x="6404392" y="1292098"/>
                  </a:lnTo>
                  <a:lnTo>
                    <a:pt x="6441417" y="1204839"/>
                  </a:lnTo>
                  <a:lnTo>
                    <a:pt x="6478161" y="1119888"/>
                  </a:lnTo>
                  <a:lnTo>
                    <a:pt x="6514592" y="1037680"/>
                  </a:lnTo>
                  <a:lnTo>
                    <a:pt x="6550698" y="958584"/>
                  </a:lnTo>
                  <a:lnTo>
                    <a:pt x="6586492" y="882900"/>
                  </a:lnTo>
                  <a:lnTo>
                    <a:pt x="6622013" y="810852"/>
                  </a:lnTo>
                  <a:lnTo>
                    <a:pt x="6657328" y="742595"/>
                  </a:lnTo>
                  <a:lnTo>
                    <a:pt x="6692535" y="678211"/>
                  </a:lnTo>
                  <a:lnTo>
                    <a:pt x="6727767" y="617718"/>
                  </a:lnTo>
                  <a:lnTo>
                    <a:pt x="6763194" y="561074"/>
                  </a:lnTo>
                  <a:lnTo>
                    <a:pt x="6786527" y="526128"/>
                  </a:lnTo>
                  <a:lnTo>
                    <a:pt x="6834235" y="460657"/>
                  </a:lnTo>
                  <a:lnTo>
                    <a:pt x="6883502" y="401592"/>
                  </a:lnTo>
                  <a:lnTo>
                    <a:pt x="6935053" y="348623"/>
                  </a:lnTo>
                  <a:lnTo>
                    <a:pt x="6989702" y="301217"/>
                  </a:lnTo>
                  <a:lnTo>
                    <a:pt x="7048282" y="258766"/>
                  </a:lnTo>
                  <a:lnTo>
                    <a:pt x="7111580" y="220677"/>
                  </a:lnTo>
                  <a:lnTo>
                    <a:pt x="7180254" y="186420"/>
                  </a:lnTo>
                  <a:lnTo>
                    <a:pt x="7254729" y="155559"/>
                  </a:lnTo>
                  <a:lnTo>
                    <a:pt x="7335046" y="127767"/>
                  </a:lnTo>
                  <a:lnTo>
                    <a:pt x="7420695" y="102830"/>
                  </a:lnTo>
                  <a:lnTo>
                    <a:pt x="7510432" y="80642"/>
                  </a:lnTo>
                  <a:lnTo>
                    <a:pt x="7602138" y="61192"/>
                  </a:lnTo>
                  <a:lnTo>
                    <a:pt x="7692796" y="44531"/>
                  </a:lnTo>
                  <a:lnTo>
                    <a:pt x="7778674" y="30722"/>
                  </a:lnTo>
                  <a:lnTo>
                    <a:pt x="7855754" y="19782"/>
                  </a:lnTo>
                  <a:lnTo>
                    <a:pt x="7920402" y="11620"/>
                  </a:lnTo>
                  <a:lnTo>
                    <a:pt x="7970101" y="6005"/>
                  </a:lnTo>
                  <a:lnTo>
                    <a:pt x="8004054" y="2553"/>
                  </a:lnTo>
                  <a:lnTo>
                    <a:pt x="8023464" y="770"/>
                  </a:lnTo>
                  <a:lnTo>
                    <a:pt x="8031456" y="104"/>
                  </a:lnTo>
                  <a:lnTo>
                    <a:pt x="8032819" y="0"/>
                  </a:lnTo>
                  <a:lnTo>
                    <a:pt x="8032819" y="0"/>
                  </a:lnTo>
                  <a:lnTo>
                    <a:pt x="8554953" y="0"/>
                  </a:lnTo>
                  <a:lnTo>
                    <a:pt x="8554953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153" name="pl1153"/>
            <p:cNvSpPr/>
            <p:nvPr/>
          </p:nvSpPr>
          <p:spPr>
            <a:xfrm>
              <a:off x="386606" y="1304135"/>
              <a:ext cx="8554953" cy="3156768"/>
            </a:xfrm>
            <a:custGeom>
              <a:avLst/>
              <a:pathLst>
                <a:path w="8554953" h="3156768">
                  <a:moveTo>
                    <a:pt x="8554953" y="0"/>
                  </a:moveTo>
                  <a:lnTo>
                    <a:pt x="8032819" y="0"/>
                  </a:lnTo>
                  <a:lnTo>
                    <a:pt x="8031694" y="85"/>
                  </a:lnTo>
                  <a:lnTo>
                    <a:pt x="8024315" y="696"/>
                  </a:lnTo>
                  <a:lnTo>
                    <a:pt x="8005791" y="2387"/>
                  </a:lnTo>
                  <a:lnTo>
                    <a:pt x="7972877" y="5710"/>
                  </a:lnTo>
                  <a:lnTo>
                    <a:pt x="7924234" y="11166"/>
                  </a:lnTo>
                  <a:lnTo>
                    <a:pt x="7860530" y="19147"/>
                  </a:lnTo>
                  <a:lnTo>
                    <a:pt x="7784180" y="29896"/>
                  </a:lnTo>
                  <a:lnTo>
                    <a:pt x="7698769" y="43512"/>
                  </a:lnTo>
                  <a:lnTo>
                    <a:pt x="7608309" y="59983"/>
                  </a:lnTo>
                  <a:lnTo>
                    <a:pt x="7516569" y="79247"/>
                  </a:lnTo>
                  <a:lnTo>
                    <a:pt x="7426623" y="101251"/>
                  </a:lnTo>
                  <a:lnTo>
                    <a:pt x="7340651" y="126002"/>
                  </a:lnTo>
                  <a:lnTo>
                    <a:pt x="7259952" y="153596"/>
                  </a:lnTo>
                  <a:lnTo>
                    <a:pt x="7185080" y="184241"/>
                  </a:lnTo>
                  <a:lnTo>
                    <a:pt x="7116025" y="218257"/>
                  </a:lnTo>
                  <a:lnTo>
                    <a:pt x="7052384" y="256073"/>
                  </a:lnTo>
                  <a:lnTo>
                    <a:pt x="6993511" y="298212"/>
                  </a:lnTo>
                  <a:lnTo>
                    <a:pt x="6938624" y="345265"/>
                  </a:lnTo>
                  <a:lnTo>
                    <a:pt x="6886890" y="397842"/>
                  </a:lnTo>
                  <a:lnTo>
                    <a:pt x="6837493" y="456483"/>
                  </a:lnTo>
                  <a:lnTo>
                    <a:pt x="6789701" y="521521"/>
                  </a:lnTo>
                  <a:lnTo>
                    <a:pt x="6786527" y="526128"/>
                  </a:lnTo>
                  <a:lnTo>
                    <a:pt x="6750861" y="580307"/>
                  </a:lnTo>
                  <a:lnTo>
                    <a:pt x="6715523" y="638280"/>
                  </a:lnTo>
                  <a:lnTo>
                    <a:pt x="6680317" y="700122"/>
                  </a:lnTo>
                  <a:lnTo>
                    <a:pt x="6645086" y="765856"/>
                  </a:lnTo>
                  <a:lnTo>
                    <a:pt x="6609709" y="835442"/>
                  </a:lnTo>
                  <a:lnTo>
                    <a:pt x="6574099" y="908772"/>
                  </a:lnTo>
                  <a:lnTo>
                    <a:pt x="6538200" y="985670"/>
                  </a:lnTo>
                  <a:lnTo>
                    <a:pt x="6501981" y="1065884"/>
                  </a:lnTo>
                  <a:lnTo>
                    <a:pt x="6465439" y="1149090"/>
                  </a:lnTo>
                  <a:lnTo>
                    <a:pt x="6428593" y="1234895"/>
                  </a:lnTo>
                  <a:lnTo>
                    <a:pt x="6391481" y="1322841"/>
                  </a:lnTo>
                  <a:lnTo>
                    <a:pt x="6354159" y="1412417"/>
                  </a:lnTo>
                  <a:lnTo>
                    <a:pt x="6316695" y="1503070"/>
                  </a:lnTo>
                  <a:lnTo>
                    <a:pt x="6279165" y="1594214"/>
                  </a:lnTo>
                  <a:lnTo>
                    <a:pt x="6241649" y="1685255"/>
                  </a:lnTo>
                  <a:lnTo>
                    <a:pt x="6204226" y="1775599"/>
                  </a:lnTo>
                  <a:lnTo>
                    <a:pt x="6166970" y="1864670"/>
                  </a:lnTo>
                  <a:lnTo>
                    <a:pt x="6129945" y="1951928"/>
                  </a:lnTo>
                  <a:lnTo>
                    <a:pt x="6093201" y="2036879"/>
                  </a:lnTo>
                  <a:lnTo>
                    <a:pt x="6056770" y="2119088"/>
                  </a:lnTo>
                  <a:lnTo>
                    <a:pt x="6020664" y="2198184"/>
                  </a:lnTo>
                  <a:lnTo>
                    <a:pt x="5984870" y="2273868"/>
                  </a:lnTo>
                  <a:lnTo>
                    <a:pt x="5949349" y="2345915"/>
                  </a:lnTo>
                  <a:lnTo>
                    <a:pt x="5914034" y="2414172"/>
                  </a:lnTo>
                  <a:lnTo>
                    <a:pt x="5878827" y="2478556"/>
                  </a:lnTo>
                  <a:lnTo>
                    <a:pt x="5843595" y="2539050"/>
                  </a:lnTo>
                  <a:lnTo>
                    <a:pt x="5808168" y="2595694"/>
                  </a:lnTo>
                  <a:lnTo>
                    <a:pt x="5784835" y="2630640"/>
                  </a:lnTo>
                  <a:lnTo>
                    <a:pt x="5737127" y="2696111"/>
                  </a:lnTo>
                  <a:lnTo>
                    <a:pt x="5687860" y="2755176"/>
                  </a:lnTo>
                  <a:lnTo>
                    <a:pt x="5636309" y="2808145"/>
                  </a:lnTo>
                  <a:lnTo>
                    <a:pt x="5581660" y="2855551"/>
                  </a:lnTo>
                  <a:lnTo>
                    <a:pt x="5523080" y="2898001"/>
                  </a:lnTo>
                  <a:lnTo>
                    <a:pt x="5459782" y="2936091"/>
                  </a:lnTo>
                  <a:lnTo>
                    <a:pt x="5391108" y="2970348"/>
                  </a:lnTo>
                  <a:lnTo>
                    <a:pt x="5316633" y="3001208"/>
                  </a:lnTo>
                  <a:lnTo>
                    <a:pt x="5236316" y="3029000"/>
                  </a:lnTo>
                  <a:lnTo>
                    <a:pt x="5150667" y="3053938"/>
                  </a:lnTo>
                  <a:lnTo>
                    <a:pt x="5060930" y="3076126"/>
                  </a:lnTo>
                  <a:lnTo>
                    <a:pt x="4969224" y="3095576"/>
                  </a:lnTo>
                  <a:lnTo>
                    <a:pt x="4878566" y="3112237"/>
                  </a:lnTo>
                  <a:lnTo>
                    <a:pt x="4792688" y="3126046"/>
                  </a:lnTo>
                  <a:lnTo>
                    <a:pt x="4715608" y="3136986"/>
                  </a:lnTo>
                  <a:lnTo>
                    <a:pt x="4650960" y="3145147"/>
                  </a:lnTo>
                  <a:lnTo>
                    <a:pt x="4601261" y="3150763"/>
                  </a:lnTo>
                  <a:lnTo>
                    <a:pt x="4567308" y="3154215"/>
                  </a:lnTo>
                  <a:lnTo>
                    <a:pt x="4547898" y="3155998"/>
                  </a:lnTo>
                  <a:lnTo>
                    <a:pt x="4539906" y="3156664"/>
                  </a:lnTo>
                  <a:lnTo>
                    <a:pt x="4538543" y="3156768"/>
                  </a:lnTo>
                  <a:lnTo>
                    <a:pt x="4538543" y="3156768"/>
                  </a:lnTo>
                  <a:lnTo>
                    <a:pt x="4016409" y="3156768"/>
                  </a:lnTo>
                  <a:lnTo>
                    <a:pt x="4015139" y="3156767"/>
                  </a:lnTo>
                  <a:lnTo>
                    <a:pt x="4006838" y="3156757"/>
                  </a:lnTo>
                  <a:lnTo>
                    <a:pt x="3986087" y="3156729"/>
                  </a:lnTo>
                  <a:lnTo>
                    <a:pt x="3949428" y="3156676"/>
                  </a:lnTo>
                  <a:lnTo>
                    <a:pt x="3895685" y="3156588"/>
                  </a:lnTo>
                  <a:lnTo>
                    <a:pt x="3826015" y="3156459"/>
                  </a:lnTo>
                  <a:lnTo>
                    <a:pt x="3743514" y="3156287"/>
                  </a:lnTo>
                  <a:lnTo>
                    <a:pt x="3652443" y="3156071"/>
                  </a:lnTo>
                  <a:lnTo>
                    <a:pt x="3557317" y="3155811"/>
                  </a:lnTo>
                  <a:lnTo>
                    <a:pt x="3462159" y="3155507"/>
                  </a:lnTo>
                  <a:lnTo>
                    <a:pt x="3370051" y="3155161"/>
                  </a:lnTo>
                  <a:lnTo>
                    <a:pt x="3283012" y="3154772"/>
                  </a:lnTo>
                  <a:lnTo>
                    <a:pt x="3202082" y="3154337"/>
                  </a:lnTo>
                  <a:lnTo>
                    <a:pt x="3127531" y="3153852"/>
                  </a:lnTo>
                  <a:lnTo>
                    <a:pt x="3059076" y="3153312"/>
                  </a:lnTo>
                  <a:lnTo>
                    <a:pt x="2996079" y="3152707"/>
                  </a:lnTo>
                  <a:lnTo>
                    <a:pt x="2937698" y="3152029"/>
                  </a:lnTo>
                  <a:lnTo>
                    <a:pt x="2883002" y="3151268"/>
                  </a:lnTo>
                  <a:lnTo>
                    <a:pt x="2831056" y="3150415"/>
                  </a:lnTo>
                  <a:lnTo>
                    <a:pt x="2781005" y="3149463"/>
                  </a:lnTo>
                  <a:lnTo>
                    <a:pt x="2770117" y="3149239"/>
                  </a:lnTo>
                  <a:lnTo>
                    <a:pt x="2715870" y="3148034"/>
                  </a:lnTo>
                  <a:lnTo>
                    <a:pt x="2662144" y="3146703"/>
                  </a:lnTo>
                  <a:lnTo>
                    <a:pt x="2608354" y="3145242"/>
                  </a:lnTo>
                  <a:lnTo>
                    <a:pt x="2554107" y="3143654"/>
                  </a:lnTo>
                  <a:lnTo>
                    <a:pt x="2499184" y="3141950"/>
                  </a:lnTo>
                  <a:lnTo>
                    <a:pt x="2443512" y="3140141"/>
                  </a:lnTo>
                  <a:lnTo>
                    <a:pt x="2387148" y="3138248"/>
                  </a:lnTo>
                  <a:lnTo>
                    <a:pt x="2330253" y="3136296"/>
                  </a:lnTo>
                  <a:lnTo>
                    <a:pt x="2273064" y="3134311"/>
                  </a:lnTo>
                  <a:lnTo>
                    <a:pt x="2215856" y="3132325"/>
                  </a:lnTo>
                  <a:lnTo>
                    <a:pt x="2158907" y="3130367"/>
                  </a:lnTo>
                  <a:lnTo>
                    <a:pt x="2102462" y="3128464"/>
                  </a:lnTo>
                  <a:lnTo>
                    <a:pt x="2046692" y="3126643"/>
                  </a:lnTo>
                  <a:lnTo>
                    <a:pt x="1991671" y="3124924"/>
                  </a:lnTo>
                  <a:lnTo>
                    <a:pt x="1937344" y="3123320"/>
                  </a:lnTo>
                  <a:lnTo>
                    <a:pt x="1883511" y="3121842"/>
                  </a:lnTo>
                  <a:lnTo>
                    <a:pt x="1829806" y="3120494"/>
                  </a:lnTo>
                  <a:lnTo>
                    <a:pt x="1775670" y="3119273"/>
                  </a:lnTo>
                  <a:lnTo>
                    <a:pt x="1768425" y="3119120"/>
                  </a:lnTo>
                  <a:lnTo>
                    <a:pt x="1718692" y="3118146"/>
                  </a:lnTo>
                  <a:lnTo>
                    <a:pt x="1667235" y="3117271"/>
                  </a:lnTo>
                  <a:lnTo>
                    <a:pt x="1613226" y="3116491"/>
                  </a:lnTo>
                  <a:lnTo>
                    <a:pt x="1555742" y="3115795"/>
                  </a:lnTo>
                  <a:lnTo>
                    <a:pt x="1493842" y="3115175"/>
                  </a:lnTo>
                  <a:lnTo>
                    <a:pt x="1426658" y="3114621"/>
                  </a:lnTo>
                  <a:lnTo>
                    <a:pt x="1353495" y="3114125"/>
                  </a:lnTo>
                  <a:lnTo>
                    <a:pt x="1273976" y="3113679"/>
                  </a:lnTo>
                  <a:lnTo>
                    <a:pt x="1188229" y="3113280"/>
                  </a:lnTo>
                  <a:lnTo>
                    <a:pt x="1097105" y="3112925"/>
                  </a:lnTo>
                  <a:lnTo>
                    <a:pt x="1002393" y="3112612"/>
                  </a:lnTo>
                  <a:lnTo>
                    <a:pt x="906942" y="3112342"/>
                  </a:lnTo>
                  <a:lnTo>
                    <a:pt x="814592" y="3112115"/>
                  </a:lnTo>
                  <a:lnTo>
                    <a:pt x="729807" y="3111934"/>
                  </a:lnTo>
                  <a:lnTo>
                    <a:pt x="656978" y="3111796"/>
                  </a:lnTo>
                  <a:lnTo>
                    <a:pt x="599535" y="3111700"/>
                  </a:lnTo>
                  <a:lnTo>
                    <a:pt x="559115" y="3111639"/>
                  </a:lnTo>
                  <a:lnTo>
                    <a:pt x="535067" y="3111606"/>
                  </a:lnTo>
                  <a:lnTo>
                    <a:pt x="524415" y="3111593"/>
                  </a:lnTo>
                  <a:lnTo>
                    <a:pt x="522147" y="3111591"/>
                  </a:lnTo>
                  <a:lnTo>
                    <a:pt x="522133" y="3111591"/>
                  </a:lnTo>
                  <a:lnTo>
                    <a:pt x="0" y="3111591"/>
                  </a:lnTo>
                  <a:lnTo>
                    <a:pt x="0" y="3111591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154" name="pg1154"/>
            <p:cNvSpPr/>
            <p:nvPr/>
          </p:nvSpPr>
          <p:spPr>
            <a:xfrm>
              <a:off x="386606" y="4517376"/>
              <a:ext cx="8554953" cy="1524736"/>
            </a:xfrm>
            <a:custGeom>
              <a:avLst/>
              <a:pathLst>
                <a:path w="8554953" h="1524736">
                  <a:moveTo>
                    <a:pt x="0" y="16941"/>
                  </a:moveTo>
                  <a:lnTo>
                    <a:pt x="522133" y="16941"/>
                  </a:lnTo>
                  <a:lnTo>
                    <a:pt x="523366" y="16986"/>
                  </a:lnTo>
                  <a:lnTo>
                    <a:pt x="531433" y="17307"/>
                  </a:lnTo>
                  <a:lnTo>
                    <a:pt x="551621" y="18194"/>
                  </a:lnTo>
                  <a:lnTo>
                    <a:pt x="587337" y="19936"/>
                  </a:lnTo>
                  <a:lnTo>
                    <a:pt x="639803" y="22792"/>
                  </a:lnTo>
                  <a:lnTo>
                    <a:pt x="707991" y="26954"/>
                  </a:lnTo>
                  <a:lnTo>
                    <a:pt x="788979" y="32538"/>
                  </a:lnTo>
                  <a:lnTo>
                    <a:pt x="878677" y="39580"/>
                  </a:lnTo>
                  <a:lnTo>
                    <a:pt x="972690" y="48068"/>
                  </a:lnTo>
                  <a:lnTo>
                    <a:pt x="1067052" y="57965"/>
                  </a:lnTo>
                  <a:lnTo>
                    <a:pt x="1158674" y="69252"/>
                  </a:lnTo>
                  <a:lnTo>
                    <a:pt x="1245493" y="81946"/>
                  </a:lnTo>
                  <a:lnTo>
                    <a:pt x="1326398" y="96119"/>
                  </a:lnTo>
                  <a:lnTo>
                    <a:pt x="1401048" y="111903"/>
                  </a:lnTo>
                  <a:lnTo>
                    <a:pt x="1469659" y="129490"/>
                  </a:lnTo>
                  <a:lnTo>
                    <a:pt x="1532811" y="149128"/>
                  </a:lnTo>
                  <a:lnTo>
                    <a:pt x="1591298" y="171112"/>
                  </a:lnTo>
                  <a:lnTo>
                    <a:pt x="1646017" y="195761"/>
                  </a:lnTo>
                  <a:lnTo>
                    <a:pt x="1697879" y="223381"/>
                  </a:lnTo>
                  <a:lnTo>
                    <a:pt x="1747737" y="254202"/>
                  </a:lnTo>
                  <a:lnTo>
                    <a:pt x="1768425" y="268240"/>
                  </a:lnTo>
                  <a:lnTo>
                    <a:pt x="1814065" y="301730"/>
                  </a:lnTo>
                  <a:lnTo>
                    <a:pt x="1859260" y="338214"/>
                  </a:lnTo>
                  <a:lnTo>
                    <a:pt x="1904388" y="377746"/>
                  </a:lnTo>
                  <a:lnTo>
                    <a:pt x="1949726" y="420306"/>
                  </a:lnTo>
                  <a:lnTo>
                    <a:pt x="1995457" y="465787"/>
                  </a:lnTo>
                  <a:lnTo>
                    <a:pt x="2041687" y="513989"/>
                  </a:lnTo>
                  <a:lnTo>
                    <a:pt x="2088449" y="564620"/>
                  </a:lnTo>
                  <a:lnTo>
                    <a:pt x="2135709" y="617297"/>
                  </a:lnTo>
                  <a:lnTo>
                    <a:pt x="2183384" y="671554"/>
                  </a:lnTo>
                  <a:lnTo>
                    <a:pt x="2231345" y="726860"/>
                  </a:lnTo>
                  <a:lnTo>
                    <a:pt x="2279438" y="782637"/>
                  </a:lnTo>
                  <a:lnTo>
                    <a:pt x="2327496" y="838287"/>
                  </a:lnTo>
                  <a:lnTo>
                    <a:pt x="2375354" y="893217"/>
                  </a:lnTo>
                  <a:lnTo>
                    <a:pt x="2422867" y="946868"/>
                  </a:lnTo>
                  <a:lnTo>
                    <a:pt x="2469924" y="998732"/>
                  </a:lnTo>
                  <a:lnTo>
                    <a:pt x="2516461" y="1048379"/>
                  </a:lnTo>
                  <a:lnTo>
                    <a:pt x="2562472" y="1095460"/>
                  </a:lnTo>
                  <a:lnTo>
                    <a:pt x="2608020" y="1139725"/>
                  </a:lnTo>
                  <a:lnTo>
                    <a:pt x="2653241" y="1181013"/>
                  </a:lnTo>
                  <a:lnTo>
                    <a:pt x="2698359" y="1219255"/>
                  </a:lnTo>
                  <a:lnTo>
                    <a:pt x="2743689" y="1254463"/>
                  </a:lnTo>
                  <a:lnTo>
                    <a:pt x="2770117" y="1273437"/>
                  </a:lnTo>
                  <a:lnTo>
                    <a:pt x="2819351" y="1305644"/>
                  </a:lnTo>
                  <a:lnTo>
                    <a:pt x="2870266" y="1334599"/>
                  </a:lnTo>
                  <a:lnTo>
                    <a:pt x="2923666" y="1360470"/>
                  </a:lnTo>
                  <a:lnTo>
                    <a:pt x="2980445" y="1383544"/>
                  </a:lnTo>
                  <a:lnTo>
                    <a:pt x="3041517" y="1404138"/>
                  </a:lnTo>
                  <a:lnTo>
                    <a:pt x="3107730" y="1422560"/>
                  </a:lnTo>
                  <a:lnTo>
                    <a:pt x="3179771" y="1439080"/>
                  </a:lnTo>
                  <a:lnTo>
                    <a:pt x="3258032" y="1453915"/>
                  </a:lnTo>
                  <a:lnTo>
                    <a:pt x="3342433" y="1467224"/>
                  </a:lnTo>
                  <a:lnTo>
                    <a:pt x="3432214" y="1479101"/>
                  </a:lnTo>
                  <a:lnTo>
                    <a:pt x="3525734" y="1489588"/>
                  </a:lnTo>
                  <a:lnTo>
                    <a:pt x="3620335" y="1498677"/>
                  </a:lnTo>
                  <a:lnTo>
                    <a:pt x="3712386" y="1506335"/>
                  </a:lnTo>
                  <a:lnTo>
                    <a:pt x="3797599" y="1512536"/>
                  </a:lnTo>
                  <a:lnTo>
                    <a:pt x="3871651" y="1517291"/>
                  </a:lnTo>
                  <a:lnTo>
                    <a:pt x="3931023" y="1520680"/>
                  </a:lnTo>
                  <a:lnTo>
                    <a:pt x="3973815" y="1522865"/>
                  </a:lnTo>
                  <a:lnTo>
                    <a:pt x="4000284" y="1524080"/>
                  </a:lnTo>
                  <a:lnTo>
                    <a:pt x="4012940" y="1524605"/>
                  </a:lnTo>
                  <a:lnTo>
                    <a:pt x="4016409" y="1524736"/>
                  </a:lnTo>
                  <a:lnTo>
                    <a:pt x="4538543" y="1524736"/>
                  </a:lnTo>
                  <a:lnTo>
                    <a:pt x="4539775" y="1524690"/>
                  </a:lnTo>
                  <a:lnTo>
                    <a:pt x="4547839" y="1524367"/>
                  </a:lnTo>
                  <a:lnTo>
                    <a:pt x="4568019" y="1523474"/>
                  </a:lnTo>
                  <a:lnTo>
                    <a:pt x="4603721" y="1521719"/>
                  </a:lnTo>
                  <a:lnTo>
                    <a:pt x="4656168" y="1518844"/>
                  </a:lnTo>
                  <a:lnTo>
                    <a:pt x="4724334" y="1514652"/>
                  </a:lnTo>
                  <a:lnTo>
                    <a:pt x="4805300" y="1509029"/>
                  </a:lnTo>
                  <a:lnTo>
                    <a:pt x="4894978" y="1501936"/>
                  </a:lnTo>
                  <a:lnTo>
                    <a:pt x="4988975" y="1493388"/>
                  </a:lnTo>
                  <a:lnTo>
                    <a:pt x="5083325" y="1483420"/>
                  </a:lnTo>
                  <a:lnTo>
                    <a:pt x="5174940" y="1472052"/>
                  </a:lnTo>
                  <a:lnTo>
                    <a:pt x="5261755" y="1459267"/>
                  </a:lnTo>
                  <a:lnTo>
                    <a:pt x="5342659" y="1444993"/>
                  </a:lnTo>
                  <a:lnTo>
                    <a:pt x="5417311" y="1429097"/>
                  </a:lnTo>
                  <a:lnTo>
                    <a:pt x="5485924" y="1411385"/>
                  </a:lnTo>
                  <a:lnTo>
                    <a:pt x="5549078" y="1391608"/>
                  </a:lnTo>
                  <a:lnTo>
                    <a:pt x="5607567" y="1369468"/>
                  </a:lnTo>
                  <a:lnTo>
                    <a:pt x="5662286" y="1344646"/>
                  </a:lnTo>
                  <a:lnTo>
                    <a:pt x="5714147" y="1316832"/>
                  </a:lnTo>
                  <a:lnTo>
                    <a:pt x="5764002" y="1285794"/>
                  </a:lnTo>
                  <a:lnTo>
                    <a:pt x="5784835" y="1271554"/>
                  </a:lnTo>
                  <a:lnTo>
                    <a:pt x="5830390" y="1237880"/>
                  </a:lnTo>
                  <a:lnTo>
                    <a:pt x="5875501" y="1201200"/>
                  </a:lnTo>
                  <a:lnTo>
                    <a:pt x="5920544" y="1161461"/>
                  </a:lnTo>
                  <a:lnTo>
                    <a:pt x="5965794" y="1118682"/>
                  </a:lnTo>
                  <a:lnTo>
                    <a:pt x="6011436" y="1072971"/>
                  </a:lnTo>
                  <a:lnTo>
                    <a:pt x="6057574" y="1024526"/>
                  </a:lnTo>
                  <a:lnTo>
                    <a:pt x="6104241" y="973639"/>
                  </a:lnTo>
                  <a:lnTo>
                    <a:pt x="6151406" y="920693"/>
                  </a:lnTo>
                  <a:lnTo>
                    <a:pt x="6198985" y="866153"/>
                  </a:lnTo>
                  <a:lnTo>
                    <a:pt x="6246853" y="810552"/>
                  </a:lnTo>
                  <a:lnTo>
                    <a:pt x="6294855" y="754466"/>
                  </a:lnTo>
                  <a:lnTo>
                    <a:pt x="6342825" y="698495"/>
                  </a:lnTo>
                  <a:lnTo>
                    <a:pt x="6390599" y="643233"/>
                  </a:lnTo>
                  <a:lnTo>
                    <a:pt x="6438033" y="589243"/>
                  </a:lnTo>
                  <a:lnTo>
                    <a:pt x="6485015" y="537033"/>
                  </a:lnTo>
                  <a:lnTo>
                    <a:pt x="6531481" y="487038"/>
                  </a:lnTo>
                  <a:lnTo>
                    <a:pt x="6577422" y="439609"/>
                  </a:lnTo>
                  <a:lnTo>
                    <a:pt x="6622897" y="395000"/>
                  </a:lnTo>
                  <a:lnTo>
                    <a:pt x="6668042" y="353375"/>
                  </a:lnTo>
                  <a:lnTo>
                    <a:pt x="6713073" y="314806"/>
                  </a:lnTo>
                  <a:lnTo>
                    <a:pt x="6758303" y="279285"/>
                  </a:lnTo>
                  <a:lnTo>
                    <a:pt x="6786527" y="258828"/>
                  </a:lnTo>
                  <a:lnTo>
                    <a:pt x="6835753" y="226384"/>
                  </a:lnTo>
                  <a:lnTo>
                    <a:pt x="6886661" y="197216"/>
                  </a:lnTo>
                  <a:lnTo>
                    <a:pt x="6940052" y="171153"/>
                  </a:lnTo>
                  <a:lnTo>
                    <a:pt x="6996821" y="147909"/>
                  </a:lnTo>
                  <a:lnTo>
                    <a:pt x="7057880" y="127163"/>
                  </a:lnTo>
                  <a:lnTo>
                    <a:pt x="7124079" y="108603"/>
                  </a:lnTo>
                  <a:lnTo>
                    <a:pt x="7196104" y="91960"/>
                  </a:lnTo>
                  <a:lnTo>
                    <a:pt x="7274346" y="77014"/>
                  </a:lnTo>
                  <a:lnTo>
                    <a:pt x="7358727" y="63606"/>
                  </a:lnTo>
                  <a:lnTo>
                    <a:pt x="7448489" y="51639"/>
                  </a:lnTo>
                  <a:lnTo>
                    <a:pt x="7541991" y="41073"/>
                  </a:lnTo>
                  <a:lnTo>
                    <a:pt x="7636579" y="31916"/>
                  </a:lnTo>
                  <a:lnTo>
                    <a:pt x="7728625" y="24199"/>
                  </a:lnTo>
                  <a:lnTo>
                    <a:pt x="7813843" y="17950"/>
                  </a:lnTo>
                  <a:lnTo>
                    <a:pt x="7887913" y="13157"/>
                  </a:lnTo>
                  <a:lnTo>
                    <a:pt x="7947312" y="9739"/>
                  </a:lnTo>
                  <a:lnTo>
                    <a:pt x="7990139" y="7535"/>
                  </a:lnTo>
                  <a:lnTo>
                    <a:pt x="8016643" y="6309"/>
                  </a:lnTo>
                  <a:lnTo>
                    <a:pt x="8029330" y="5779"/>
                  </a:lnTo>
                  <a:lnTo>
                    <a:pt x="8032819" y="5647"/>
                  </a:lnTo>
                  <a:lnTo>
                    <a:pt x="8554953" y="5647"/>
                  </a:lnTo>
                  <a:lnTo>
                    <a:pt x="8554953" y="0"/>
                  </a:lnTo>
                  <a:lnTo>
                    <a:pt x="8032819" y="0"/>
                  </a:lnTo>
                  <a:lnTo>
                    <a:pt x="8031586" y="45"/>
                  </a:lnTo>
                  <a:lnTo>
                    <a:pt x="8023523" y="368"/>
                  </a:lnTo>
                  <a:lnTo>
                    <a:pt x="8003343" y="1261"/>
                  </a:lnTo>
                  <a:lnTo>
                    <a:pt x="7967641" y="3016"/>
                  </a:lnTo>
                  <a:lnTo>
                    <a:pt x="7915194" y="5891"/>
                  </a:lnTo>
                  <a:lnTo>
                    <a:pt x="7847028" y="10083"/>
                  </a:lnTo>
                  <a:lnTo>
                    <a:pt x="7766062" y="15706"/>
                  </a:lnTo>
                  <a:lnTo>
                    <a:pt x="7676384" y="22799"/>
                  </a:lnTo>
                  <a:lnTo>
                    <a:pt x="7582387" y="31347"/>
                  </a:lnTo>
                  <a:lnTo>
                    <a:pt x="7488037" y="41315"/>
                  </a:lnTo>
                  <a:lnTo>
                    <a:pt x="7396422" y="52683"/>
                  </a:lnTo>
                  <a:lnTo>
                    <a:pt x="7309607" y="65468"/>
                  </a:lnTo>
                  <a:lnTo>
                    <a:pt x="7228703" y="79742"/>
                  </a:lnTo>
                  <a:lnTo>
                    <a:pt x="7154051" y="95638"/>
                  </a:lnTo>
                  <a:lnTo>
                    <a:pt x="7085438" y="113350"/>
                  </a:lnTo>
                  <a:lnTo>
                    <a:pt x="7022284" y="133128"/>
                  </a:lnTo>
                  <a:lnTo>
                    <a:pt x="6963795" y="155267"/>
                  </a:lnTo>
                  <a:lnTo>
                    <a:pt x="6909076" y="180089"/>
                  </a:lnTo>
                  <a:lnTo>
                    <a:pt x="6857214" y="207903"/>
                  </a:lnTo>
                  <a:lnTo>
                    <a:pt x="6807360" y="238942"/>
                  </a:lnTo>
                  <a:lnTo>
                    <a:pt x="6786527" y="253181"/>
                  </a:lnTo>
                  <a:lnTo>
                    <a:pt x="6740972" y="286855"/>
                  </a:lnTo>
                  <a:lnTo>
                    <a:pt x="6695861" y="323535"/>
                  </a:lnTo>
                  <a:lnTo>
                    <a:pt x="6650818" y="363275"/>
                  </a:lnTo>
                  <a:lnTo>
                    <a:pt x="6605568" y="406053"/>
                  </a:lnTo>
                  <a:lnTo>
                    <a:pt x="6559926" y="451764"/>
                  </a:lnTo>
                  <a:lnTo>
                    <a:pt x="6513788" y="500209"/>
                  </a:lnTo>
                  <a:lnTo>
                    <a:pt x="6467121" y="551096"/>
                  </a:lnTo>
                  <a:lnTo>
                    <a:pt x="6419956" y="604042"/>
                  </a:lnTo>
                  <a:lnTo>
                    <a:pt x="6372377" y="658582"/>
                  </a:lnTo>
                  <a:lnTo>
                    <a:pt x="6324509" y="714184"/>
                  </a:lnTo>
                  <a:lnTo>
                    <a:pt x="6276507" y="770269"/>
                  </a:lnTo>
                  <a:lnTo>
                    <a:pt x="6228537" y="826240"/>
                  </a:lnTo>
                  <a:lnTo>
                    <a:pt x="6180763" y="881502"/>
                  </a:lnTo>
                  <a:lnTo>
                    <a:pt x="6133329" y="935492"/>
                  </a:lnTo>
                  <a:lnTo>
                    <a:pt x="6086347" y="987702"/>
                  </a:lnTo>
                  <a:lnTo>
                    <a:pt x="6039881" y="1037697"/>
                  </a:lnTo>
                  <a:lnTo>
                    <a:pt x="5993940" y="1085127"/>
                  </a:lnTo>
                  <a:lnTo>
                    <a:pt x="5948465" y="1129735"/>
                  </a:lnTo>
                  <a:lnTo>
                    <a:pt x="5903320" y="1171360"/>
                  </a:lnTo>
                  <a:lnTo>
                    <a:pt x="5858289" y="1209929"/>
                  </a:lnTo>
                  <a:lnTo>
                    <a:pt x="5813059" y="1245450"/>
                  </a:lnTo>
                  <a:lnTo>
                    <a:pt x="5784835" y="1265907"/>
                  </a:lnTo>
                  <a:lnTo>
                    <a:pt x="5735609" y="1298351"/>
                  </a:lnTo>
                  <a:lnTo>
                    <a:pt x="5684701" y="1327519"/>
                  </a:lnTo>
                  <a:lnTo>
                    <a:pt x="5631310" y="1353582"/>
                  </a:lnTo>
                  <a:lnTo>
                    <a:pt x="5574541" y="1376826"/>
                  </a:lnTo>
                  <a:lnTo>
                    <a:pt x="5513482" y="1397573"/>
                  </a:lnTo>
                  <a:lnTo>
                    <a:pt x="5447283" y="1416132"/>
                  </a:lnTo>
                  <a:lnTo>
                    <a:pt x="5375258" y="1432775"/>
                  </a:lnTo>
                  <a:lnTo>
                    <a:pt x="5297015" y="1447721"/>
                  </a:lnTo>
                  <a:lnTo>
                    <a:pt x="5212635" y="1461129"/>
                  </a:lnTo>
                  <a:lnTo>
                    <a:pt x="5122873" y="1473096"/>
                  </a:lnTo>
                  <a:lnTo>
                    <a:pt x="5029371" y="1483662"/>
                  </a:lnTo>
                  <a:lnTo>
                    <a:pt x="4934783" y="1492819"/>
                  </a:lnTo>
                  <a:lnTo>
                    <a:pt x="4842737" y="1500537"/>
                  </a:lnTo>
                  <a:lnTo>
                    <a:pt x="4757518" y="1506786"/>
                  </a:lnTo>
                  <a:lnTo>
                    <a:pt x="4683449" y="1511579"/>
                  </a:lnTo>
                  <a:lnTo>
                    <a:pt x="4624050" y="1514996"/>
                  </a:lnTo>
                  <a:lnTo>
                    <a:pt x="4581223" y="1517200"/>
                  </a:lnTo>
                  <a:lnTo>
                    <a:pt x="4554719" y="1518426"/>
                  </a:lnTo>
                  <a:lnTo>
                    <a:pt x="4542032" y="1518956"/>
                  </a:lnTo>
                  <a:lnTo>
                    <a:pt x="4538543" y="1519089"/>
                  </a:lnTo>
                  <a:lnTo>
                    <a:pt x="4016409" y="1519089"/>
                  </a:lnTo>
                  <a:lnTo>
                    <a:pt x="4015176" y="1519044"/>
                  </a:lnTo>
                  <a:lnTo>
                    <a:pt x="4007109" y="1518723"/>
                  </a:lnTo>
                  <a:lnTo>
                    <a:pt x="3986921" y="1517836"/>
                  </a:lnTo>
                  <a:lnTo>
                    <a:pt x="3951205" y="1516093"/>
                  </a:lnTo>
                  <a:lnTo>
                    <a:pt x="3898739" y="1513238"/>
                  </a:lnTo>
                  <a:lnTo>
                    <a:pt x="3830551" y="1509076"/>
                  </a:lnTo>
                  <a:lnTo>
                    <a:pt x="3749563" y="1503492"/>
                  </a:lnTo>
                  <a:lnTo>
                    <a:pt x="3659865" y="1496449"/>
                  </a:lnTo>
                  <a:lnTo>
                    <a:pt x="3565852" y="1487962"/>
                  </a:lnTo>
                  <a:lnTo>
                    <a:pt x="3471490" y="1478064"/>
                  </a:lnTo>
                  <a:lnTo>
                    <a:pt x="3379868" y="1466777"/>
                  </a:lnTo>
                  <a:lnTo>
                    <a:pt x="3293049" y="1454083"/>
                  </a:lnTo>
                  <a:lnTo>
                    <a:pt x="3212144" y="1439910"/>
                  </a:lnTo>
                  <a:lnTo>
                    <a:pt x="3137494" y="1424127"/>
                  </a:lnTo>
                  <a:lnTo>
                    <a:pt x="3068883" y="1406540"/>
                  </a:lnTo>
                  <a:lnTo>
                    <a:pt x="3005731" y="1386901"/>
                  </a:lnTo>
                  <a:lnTo>
                    <a:pt x="2947244" y="1364917"/>
                  </a:lnTo>
                  <a:lnTo>
                    <a:pt x="2892525" y="1340269"/>
                  </a:lnTo>
                  <a:lnTo>
                    <a:pt x="2840663" y="1312649"/>
                  </a:lnTo>
                  <a:lnTo>
                    <a:pt x="2790806" y="1281828"/>
                  </a:lnTo>
                  <a:lnTo>
                    <a:pt x="2770117" y="1267789"/>
                  </a:lnTo>
                  <a:lnTo>
                    <a:pt x="2724477" y="1234300"/>
                  </a:lnTo>
                  <a:lnTo>
                    <a:pt x="2679282" y="1197816"/>
                  </a:lnTo>
                  <a:lnTo>
                    <a:pt x="2634154" y="1158283"/>
                  </a:lnTo>
                  <a:lnTo>
                    <a:pt x="2588817" y="1115723"/>
                  </a:lnTo>
                  <a:lnTo>
                    <a:pt x="2543085" y="1070243"/>
                  </a:lnTo>
                  <a:lnTo>
                    <a:pt x="2496855" y="1022041"/>
                  </a:lnTo>
                  <a:lnTo>
                    <a:pt x="2450093" y="971409"/>
                  </a:lnTo>
                  <a:lnTo>
                    <a:pt x="2402833" y="918733"/>
                  </a:lnTo>
                  <a:lnTo>
                    <a:pt x="2355158" y="864476"/>
                  </a:lnTo>
                  <a:lnTo>
                    <a:pt x="2307197" y="809170"/>
                  </a:lnTo>
                  <a:lnTo>
                    <a:pt x="2259104" y="753393"/>
                  </a:lnTo>
                  <a:lnTo>
                    <a:pt x="2211046" y="697743"/>
                  </a:lnTo>
                  <a:lnTo>
                    <a:pt x="2163188" y="642812"/>
                  </a:lnTo>
                  <a:lnTo>
                    <a:pt x="2115676" y="589162"/>
                  </a:lnTo>
                  <a:lnTo>
                    <a:pt x="2068618" y="537297"/>
                  </a:lnTo>
                  <a:lnTo>
                    <a:pt x="2022081" y="487651"/>
                  </a:lnTo>
                  <a:lnTo>
                    <a:pt x="1976070" y="440569"/>
                  </a:lnTo>
                  <a:lnTo>
                    <a:pt x="1930522" y="396304"/>
                  </a:lnTo>
                  <a:lnTo>
                    <a:pt x="1885301" y="355016"/>
                  </a:lnTo>
                  <a:lnTo>
                    <a:pt x="1840184" y="316774"/>
                  </a:lnTo>
                  <a:lnTo>
                    <a:pt x="1794853" y="281567"/>
                  </a:lnTo>
                  <a:lnTo>
                    <a:pt x="1768425" y="262593"/>
                  </a:lnTo>
                  <a:lnTo>
                    <a:pt x="1719191" y="230386"/>
                  </a:lnTo>
                  <a:lnTo>
                    <a:pt x="1668276" y="201431"/>
                  </a:lnTo>
                  <a:lnTo>
                    <a:pt x="1614876" y="175559"/>
                  </a:lnTo>
                  <a:lnTo>
                    <a:pt x="1558097" y="152486"/>
                  </a:lnTo>
                  <a:lnTo>
                    <a:pt x="1497025" y="131892"/>
                  </a:lnTo>
                  <a:lnTo>
                    <a:pt x="1430812" y="113470"/>
                  </a:lnTo>
                  <a:lnTo>
                    <a:pt x="1358771" y="96950"/>
                  </a:lnTo>
                  <a:lnTo>
                    <a:pt x="1280510" y="82114"/>
                  </a:lnTo>
                  <a:lnTo>
                    <a:pt x="1196110" y="68806"/>
                  </a:lnTo>
                  <a:lnTo>
                    <a:pt x="1106328" y="56928"/>
                  </a:lnTo>
                  <a:lnTo>
                    <a:pt x="1012808" y="46441"/>
                  </a:lnTo>
                  <a:lnTo>
                    <a:pt x="918207" y="37353"/>
                  </a:lnTo>
                  <a:lnTo>
                    <a:pt x="826156" y="29695"/>
                  </a:lnTo>
                  <a:lnTo>
                    <a:pt x="740943" y="23494"/>
                  </a:lnTo>
                  <a:lnTo>
                    <a:pt x="666891" y="18739"/>
                  </a:lnTo>
                  <a:lnTo>
                    <a:pt x="607520" y="15349"/>
                  </a:lnTo>
                  <a:lnTo>
                    <a:pt x="564727" y="13164"/>
                  </a:lnTo>
                  <a:lnTo>
                    <a:pt x="538259" y="11949"/>
                  </a:lnTo>
                  <a:lnTo>
                    <a:pt x="525603" y="11424"/>
                  </a:lnTo>
                  <a:lnTo>
                    <a:pt x="522133" y="11294"/>
                  </a:lnTo>
                  <a:lnTo>
                    <a:pt x="0" y="11294"/>
                  </a:lnTo>
                  <a:close/>
                </a:path>
              </a:pathLst>
            </a:custGeom>
            <a:solidFill>
              <a:srgbClr val="67C1B3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1155" name="pl1155"/>
            <p:cNvSpPr/>
            <p:nvPr/>
          </p:nvSpPr>
          <p:spPr>
            <a:xfrm>
              <a:off x="386606" y="4523023"/>
              <a:ext cx="8554953" cy="1519089"/>
            </a:xfrm>
            <a:custGeom>
              <a:avLst/>
              <a:pathLst>
                <a:path w="8554953" h="1519089">
                  <a:moveTo>
                    <a:pt x="0" y="11294"/>
                  </a:moveTo>
                  <a:lnTo>
                    <a:pt x="522133" y="11294"/>
                  </a:lnTo>
                  <a:lnTo>
                    <a:pt x="523366" y="11339"/>
                  </a:lnTo>
                  <a:lnTo>
                    <a:pt x="531433" y="11660"/>
                  </a:lnTo>
                  <a:lnTo>
                    <a:pt x="551621" y="12547"/>
                  </a:lnTo>
                  <a:lnTo>
                    <a:pt x="587337" y="14289"/>
                  </a:lnTo>
                  <a:lnTo>
                    <a:pt x="639803" y="17144"/>
                  </a:lnTo>
                  <a:lnTo>
                    <a:pt x="707991" y="21307"/>
                  </a:lnTo>
                  <a:lnTo>
                    <a:pt x="788979" y="26890"/>
                  </a:lnTo>
                  <a:lnTo>
                    <a:pt x="878677" y="33933"/>
                  </a:lnTo>
                  <a:lnTo>
                    <a:pt x="972690" y="42421"/>
                  </a:lnTo>
                  <a:lnTo>
                    <a:pt x="1067052" y="52318"/>
                  </a:lnTo>
                  <a:lnTo>
                    <a:pt x="1158674" y="63605"/>
                  </a:lnTo>
                  <a:lnTo>
                    <a:pt x="1245493" y="76299"/>
                  </a:lnTo>
                  <a:lnTo>
                    <a:pt x="1326398" y="90472"/>
                  </a:lnTo>
                  <a:lnTo>
                    <a:pt x="1401048" y="106256"/>
                  </a:lnTo>
                  <a:lnTo>
                    <a:pt x="1469659" y="123842"/>
                  </a:lnTo>
                  <a:lnTo>
                    <a:pt x="1532811" y="143481"/>
                  </a:lnTo>
                  <a:lnTo>
                    <a:pt x="1591298" y="165465"/>
                  </a:lnTo>
                  <a:lnTo>
                    <a:pt x="1646017" y="190114"/>
                  </a:lnTo>
                  <a:lnTo>
                    <a:pt x="1697879" y="217733"/>
                  </a:lnTo>
                  <a:lnTo>
                    <a:pt x="1747737" y="248555"/>
                  </a:lnTo>
                  <a:lnTo>
                    <a:pt x="1768425" y="262593"/>
                  </a:lnTo>
                  <a:lnTo>
                    <a:pt x="1814065" y="296083"/>
                  </a:lnTo>
                  <a:lnTo>
                    <a:pt x="1859260" y="332567"/>
                  </a:lnTo>
                  <a:lnTo>
                    <a:pt x="1904388" y="372099"/>
                  </a:lnTo>
                  <a:lnTo>
                    <a:pt x="1949726" y="414659"/>
                  </a:lnTo>
                  <a:lnTo>
                    <a:pt x="1995457" y="460139"/>
                  </a:lnTo>
                  <a:lnTo>
                    <a:pt x="2041687" y="508342"/>
                  </a:lnTo>
                  <a:lnTo>
                    <a:pt x="2088449" y="558973"/>
                  </a:lnTo>
                  <a:lnTo>
                    <a:pt x="2135709" y="611650"/>
                  </a:lnTo>
                  <a:lnTo>
                    <a:pt x="2183384" y="665907"/>
                  </a:lnTo>
                  <a:lnTo>
                    <a:pt x="2231345" y="721212"/>
                  </a:lnTo>
                  <a:lnTo>
                    <a:pt x="2279438" y="776989"/>
                  </a:lnTo>
                  <a:lnTo>
                    <a:pt x="2327496" y="832639"/>
                  </a:lnTo>
                  <a:lnTo>
                    <a:pt x="2375354" y="887570"/>
                  </a:lnTo>
                  <a:lnTo>
                    <a:pt x="2422867" y="941221"/>
                  </a:lnTo>
                  <a:lnTo>
                    <a:pt x="2469924" y="993085"/>
                  </a:lnTo>
                  <a:lnTo>
                    <a:pt x="2516461" y="1042731"/>
                  </a:lnTo>
                  <a:lnTo>
                    <a:pt x="2562472" y="1089813"/>
                  </a:lnTo>
                  <a:lnTo>
                    <a:pt x="2608020" y="1134078"/>
                  </a:lnTo>
                  <a:lnTo>
                    <a:pt x="2653241" y="1175366"/>
                  </a:lnTo>
                  <a:lnTo>
                    <a:pt x="2698359" y="1213608"/>
                  </a:lnTo>
                  <a:lnTo>
                    <a:pt x="2743689" y="1248816"/>
                  </a:lnTo>
                  <a:lnTo>
                    <a:pt x="2770117" y="1267789"/>
                  </a:lnTo>
                  <a:lnTo>
                    <a:pt x="2819351" y="1299997"/>
                  </a:lnTo>
                  <a:lnTo>
                    <a:pt x="2870266" y="1328951"/>
                  </a:lnTo>
                  <a:lnTo>
                    <a:pt x="2923666" y="1354823"/>
                  </a:lnTo>
                  <a:lnTo>
                    <a:pt x="2980445" y="1377896"/>
                  </a:lnTo>
                  <a:lnTo>
                    <a:pt x="3041517" y="1398490"/>
                  </a:lnTo>
                  <a:lnTo>
                    <a:pt x="3107730" y="1416913"/>
                  </a:lnTo>
                  <a:lnTo>
                    <a:pt x="3179771" y="1433433"/>
                  </a:lnTo>
                  <a:lnTo>
                    <a:pt x="3258032" y="1448268"/>
                  </a:lnTo>
                  <a:lnTo>
                    <a:pt x="3342433" y="1461576"/>
                  </a:lnTo>
                  <a:lnTo>
                    <a:pt x="3432214" y="1473454"/>
                  </a:lnTo>
                  <a:lnTo>
                    <a:pt x="3525734" y="1483941"/>
                  </a:lnTo>
                  <a:lnTo>
                    <a:pt x="3620335" y="1493029"/>
                  </a:lnTo>
                  <a:lnTo>
                    <a:pt x="3712386" y="1500688"/>
                  </a:lnTo>
                  <a:lnTo>
                    <a:pt x="3797599" y="1506888"/>
                  </a:lnTo>
                  <a:lnTo>
                    <a:pt x="3871651" y="1511643"/>
                  </a:lnTo>
                  <a:lnTo>
                    <a:pt x="3931023" y="1515033"/>
                  </a:lnTo>
                  <a:lnTo>
                    <a:pt x="3973815" y="1517218"/>
                  </a:lnTo>
                  <a:lnTo>
                    <a:pt x="4000284" y="1518433"/>
                  </a:lnTo>
                  <a:lnTo>
                    <a:pt x="4012940" y="1518958"/>
                  </a:lnTo>
                  <a:lnTo>
                    <a:pt x="4016312" y="1519085"/>
                  </a:lnTo>
                  <a:lnTo>
                    <a:pt x="4016409" y="1519089"/>
                  </a:lnTo>
                  <a:lnTo>
                    <a:pt x="4538543" y="1519089"/>
                  </a:lnTo>
                  <a:lnTo>
                    <a:pt x="4539775" y="1519043"/>
                  </a:lnTo>
                  <a:lnTo>
                    <a:pt x="4547839" y="1518720"/>
                  </a:lnTo>
                  <a:lnTo>
                    <a:pt x="4568019" y="1517827"/>
                  </a:lnTo>
                  <a:lnTo>
                    <a:pt x="4603721" y="1516072"/>
                  </a:lnTo>
                  <a:lnTo>
                    <a:pt x="4656168" y="1513197"/>
                  </a:lnTo>
                  <a:lnTo>
                    <a:pt x="4724334" y="1509005"/>
                  </a:lnTo>
                  <a:lnTo>
                    <a:pt x="4805300" y="1503382"/>
                  </a:lnTo>
                  <a:lnTo>
                    <a:pt x="4894978" y="1496289"/>
                  </a:lnTo>
                  <a:lnTo>
                    <a:pt x="4988975" y="1487741"/>
                  </a:lnTo>
                  <a:lnTo>
                    <a:pt x="5083325" y="1477773"/>
                  </a:lnTo>
                  <a:lnTo>
                    <a:pt x="5174940" y="1466405"/>
                  </a:lnTo>
                  <a:lnTo>
                    <a:pt x="5261755" y="1453620"/>
                  </a:lnTo>
                  <a:lnTo>
                    <a:pt x="5342659" y="1439346"/>
                  </a:lnTo>
                  <a:lnTo>
                    <a:pt x="5417311" y="1423450"/>
                  </a:lnTo>
                  <a:lnTo>
                    <a:pt x="5485924" y="1405738"/>
                  </a:lnTo>
                  <a:lnTo>
                    <a:pt x="5549078" y="1385960"/>
                  </a:lnTo>
                  <a:lnTo>
                    <a:pt x="5607567" y="1363821"/>
                  </a:lnTo>
                  <a:lnTo>
                    <a:pt x="5662286" y="1338999"/>
                  </a:lnTo>
                  <a:lnTo>
                    <a:pt x="5714147" y="1311185"/>
                  </a:lnTo>
                  <a:lnTo>
                    <a:pt x="5764002" y="1280146"/>
                  </a:lnTo>
                  <a:lnTo>
                    <a:pt x="5784835" y="1265907"/>
                  </a:lnTo>
                  <a:lnTo>
                    <a:pt x="5830390" y="1232233"/>
                  </a:lnTo>
                  <a:lnTo>
                    <a:pt x="5875501" y="1195553"/>
                  </a:lnTo>
                  <a:lnTo>
                    <a:pt x="5920544" y="1155813"/>
                  </a:lnTo>
                  <a:lnTo>
                    <a:pt x="5965794" y="1113035"/>
                  </a:lnTo>
                  <a:lnTo>
                    <a:pt x="6011436" y="1067324"/>
                  </a:lnTo>
                  <a:lnTo>
                    <a:pt x="6057574" y="1018879"/>
                  </a:lnTo>
                  <a:lnTo>
                    <a:pt x="6104241" y="967992"/>
                  </a:lnTo>
                  <a:lnTo>
                    <a:pt x="6151406" y="915046"/>
                  </a:lnTo>
                  <a:lnTo>
                    <a:pt x="6198985" y="860506"/>
                  </a:lnTo>
                  <a:lnTo>
                    <a:pt x="6246853" y="804904"/>
                  </a:lnTo>
                  <a:lnTo>
                    <a:pt x="6294855" y="748819"/>
                  </a:lnTo>
                  <a:lnTo>
                    <a:pt x="6342825" y="692848"/>
                  </a:lnTo>
                  <a:lnTo>
                    <a:pt x="6390599" y="637586"/>
                  </a:lnTo>
                  <a:lnTo>
                    <a:pt x="6438033" y="583596"/>
                  </a:lnTo>
                  <a:lnTo>
                    <a:pt x="6485015" y="531386"/>
                  </a:lnTo>
                  <a:lnTo>
                    <a:pt x="6531481" y="481391"/>
                  </a:lnTo>
                  <a:lnTo>
                    <a:pt x="6577422" y="433961"/>
                  </a:lnTo>
                  <a:lnTo>
                    <a:pt x="6622897" y="389353"/>
                  </a:lnTo>
                  <a:lnTo>
                    <a:pt x="6668042" y="347728"/>
                  </a:lnTo>
                  <a:lnTo>
                    <a:pt x="6713073" y="309159"/>
                  </a:lnTo>
                  <a:lnTo>
                    <a:pt x="6758303" y="273638"/>
                  </a:lnTo>
                  <a:lnTo>
                    <a:pt x="6786527" y="253181"/>
                  </a:lnTo>
                  <a:lnTo>
                    <a:pt x="6835753" y="220737"/>
                  </a:lnTo>
                  <a:lnTo>
                    <a:pt x="6886661" y="191569"/>
                  </a:lnTo>
                  <a:lnTo>
                    <a:pt x="6940052" y="165506"/>
                  </a:lnTo>
                  <a:lnTo>
                    <a:pt x="6996821" y="142262"/>
                  </a:lnTo>
                  <a:lnTo>
                    <a:pt x="7057880" y="121515"/>
                  </a:lnTo>
                  <a:lnTo>
                    <a:pt x="7124079" y="102956"/>
                  </a:lnTo>
                  <a:lnTo>
                    <a:pt x="7196104" y="86313"/>
                  </a:lnTo>
                  <a:lnTo>
                    <a:pt x="7274346" y="71367"/>
                  </a:lnTo>
                  <a:lnTo>
                    <a:pt x="7358727" y="57959"/>
                  </a:lnTo>
                  <a:lnTo>
                    <a:pt x="7448489" y="45992"/>
                  </a:lnTo>
                  <a:lnTo>
                    <a:pt x="7541991" y="35426"/>
                  </a:lnTo>
                  <a:lnTo>
                    <a:pt x="7636579" y="26269"/>
                  </a:lnTo>
                  <a:lnTo>
                    <a:pt x="7728625" y="18552"/>
                  </a:lnTo>
                  <a:lnTo>
                    <a:pt x="7813843" y="12302"/>
                  </a:lnTo>
                  <a:lnTo>
                    <a:pt x="7887913" y="7509"/>
                  </a:lnTo>
                  <a:lnTo>
                    <a:pt x="7947312" y="4092"/>
                  </a:lnTo>
                  <a:lnTo>
                    <a:pt x="7990139" y="1888"/>
                  </a:lnTo>
                  <a:lnTo>
                    <a:pt x="8016643" y="662"/>
                  </a:lnTo>
                  <a:lnTo>
                    <a:pt x="8029330" y="132"/>
                  </a:lnTo>
                  <a:lnTo>
                    <a:pt x="8032720" y="3"/>
                  </a:lnTo>
                  <a:lnTo>
                    <a:pt x="8032819" y="0"/>
                  </a:lnTo>
                  <a:lnTo>
                    <a:pt x="8554953" y="0"/>
                  </a:lnTo>
                  <a:lnTo>
                    <a:pt x="8554953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156" name="pl1156"/>
            <p:cNvSpPr/>
            <p:nvPr/>
          </p:nvSpPr>
          <p:spPr>
            <a:xfrm>
              <a:off x="386606" y="4517376"/>
              <a:ext cx="8554953" cy="1519089"/>
            </a:xfrm>
            <a:custGeom>
              <a:avLst/>
              <a:pathLst>
                <a:path w="8554953" h="1519089">
                  <a:moveTo>
                    <a:pt x="8554953" y="0"/>
                  </a:moveTo>
                  <a:lnTo>
                    <a:pt x="8032819" y="0"/>
                  </a:lnTo>
                  <a:lnTo>
                    <a:pt x="8031586" y="45"/>
                  </a:lnTo>
                  <a:lnTo>
                    <a:pt x="8023523" y="368"/>
                  </a:lnTo>
                  <a:lnTo>
                    <a:pt x="8003343" y="1261"/>
                  </a:lnTo>
                  <a:lnTo>
                    <a:pt x="7967641" y="3016"/>
                  </a:lnTo>
                  <a:lnTo>
                    <a:pt x="7915194" y="5891"/>
                  </a:lnTo>
                  <a:lnTo>
                    <a:pt x="7847028" y="10083"/>
                  </a:lnTo>
                  <a:lnTo>
                    <a:pt x="7766062" y="15706"/>
                  </a:lnTo>
                  <a:lnTo>
                    <a:pt x="7676384" y="22799"/>
                  </a:lnTo>
                  <a:lnTo>
                    <a:pt x="7582387" y="31347"/>
                  </a:lnTo>
                  <a:lnTo>
                    <a:pt x="7488037" y="41315"/>
                  </a:lnTo>
                  <a:lnTo>
                    <a:pt x="7396422" y="52683"/>
                  </a:lnTo>
                  <a:lnTo>
                    <a:pt x="7309607" y="65468"/>
                  </a:lnTo>
                  <a:lnTo>
                    <a:pt x="7228703" y="79742"/>
                  </a:lnTo>
                  <a:lnTo>
                    <a:pt x="7154051" y="95638"/>
                  </a:lnTo>
                  <a:lnTo>
                    <a:pt x="7085438" y="113350"/>
                  </a:lnTo>
                  <a:lnTo>
                    <a:pt x="7022284" y="133128"/>
                  </a:lnTo>
                  <a:lnTo>
                    <a:pt x="6963795" y="155267"/>
                  </a:lnTo>
                  <a:lnTo>
                    <a:pt x="6909076" y="180089"/>
                  </a:lnTo>
                  <a:lnTo>
                    <a:pt x="6857214" y="207903"/>
                  </a:lnTo>
                  <a:lnTo>
                    <a:pt x="6807360" y="238942"/>
                  </a:lnTo>
                  <a:lnTo>
                    <a:pt x="6786527" y="253181"/>
                  </a:lnTo>
                  <a:lnTo>
                    <a:pt x="6740972" y="286855"/>
                  </a:lnTo>
                  <a:lnTo>
                    <a:pt x="6695861" y="323535"/>
                  </a:lnTo>
                  <a:lnTo>
                    <a:pt x="6650818" y="363275"/>
                  </a:lnTo>
                  <a:lnTo>
                    <a:pt x="6605568" y="406053"/>
                  </a:lnTo>
                  <a:lnTo>
                    <a:pt x="6559926" y="451764"/>
                  </a:lnTo>
                  <a:lnTo>
                    <a:pt x="6513788" y="500209"/>
                  </a:lnTo>
                  <a:lnTo>
                    <a:pt x="6467121" y="551096"/>
                  </a:lnTo>
                  <a:lnTo>
                    <a:pt x="6419956" y="604042"/>
                  </a:lnTo>
                  <a:lnTo>
                    <a:pt x="6372377" y="658582"/>
                  </a:lnTo>
                  <a:lnTo>
                    <a:pt x="6324509" y="714184"/>
                  </a:lnTo>
                  <a:lnTo>
                    <a:pt x="6276507" y="770269"/>
                  </a:lnTo>
                  <a:lnTo>
                    <a:pt x="6228537" y="826240"/>
                  </a:lnTo>
                  <a:lnTo>
                    <a:pt x="6180763" y="881502"/>
                  </a:lnTo>
                  <a:lnTo>
                    <a:pt x="6133329" y="935492"/>
                  </a:lnTo>
                  <a:lnTo>
                    <a:pt x="6086347" y="987702"/>
                  </a:lnTo>
                  <a:lnTo>
                    <a:pt x="6039881" y="1037697"/>
                  </a:lnTo>
                  <a:lnTo>
                    <a:pt x="5993940" y="1085127"/>
                  </a:lnTo>
                  <a:lnTo>
                    <a:pt x="5948465" y="1129735"/>
                  </a:lnTo>
                  <a:lnTo>
                    <a:pt x="5903320" y="1171360"/>
                  </a:lnTo>
                  <a:lnTo>
                    <a:pt x="5858289" y="1209929"/>
                  </a:lnTo>
                  <a:lnTo>
                    <a:pt x="5813059" y="1245450"/>
                  </a:lnTo>
                  <a:lnTo>
                    <a:pt x="5784835" y="1265907"/>
                  </a:lnTo>
                  <a:lnTo>
                    <a:pt x="5735609" y="1298351"/>
                  </a:lnTo>
                  <a:lnTo>
                    <a:pt x="5684701" y="1327519"/>
                  </a:lnTo>
                  <a:lnTo>
                    <a:pt x="5631310" y="1353582"/>
                  </a:lnTo>
                  <a:lnTo>
                    <a:pt x="5574541" y="1376826"/>
                  </a:lnTo>
                  <a:lnTo>
                    <a:pt x="5513482" y="1397573"/>
                  </a:lnTo>
                  <a:lnTo>
                    <a:pt x="5447283" y="1416132"/>
                  </a:lnTo>
                  <a:lnTo>
                    <a:pt x="5375258" y="1432775"/>
                  </a:lnTo>
                  <a:lnTo>
                    <a:pt x="5297015" y="1447721"/>
                  </a:lnTo>
                  <a:lnTo>
                    <a:pt x="5212635" y="1461129"/>
                  </a:lnTo>
                  <a:lnTo>
                    <a:pt x="5122873" y="1473096"/>
                  </a:lnTo>
                  <a:lnTo>
                    <a:pt x="5029371" y="1483662"/>
                  </a:lnTo>
                  <a:lnTo>
                    <a:pt x="4934783" y="1492819"/>
                  </a:lnTo>
                  <a:lnTo>
                    <a:pt x="4842737" y="1500537"/>
                  </a:lnTo>
                  <a:lnTo>
                    <a:pt x="4757518" y="1506786"/>
                  </a:lnTo>
                  <a:lnTo>
                    <a:pt x="4683449" y="1511579"/>
                  </a:lnTo>
                  <a:lnTo>
                    <a:pt x="4624050" y="1514996"/>
                  </a:lnTo>
                  <a:lnTo>
                    <a:pt x="4581223" y="1517200"/>
                  </a:lnTo>
                  <a:lnTo>
                    <a:pt x="4554719" y="1518426"/>
                  </a:lnTo>
                  <a:lnTo>
                    <a:pt x="4542032" y="1518956"/>
                  </a:lnTo>
                  <a:lnTo>
                    <a:pt x="4538642" y="1519085"/>
                  </a:lnTo>
                  <a:lnTo>
                    <a:pt x="4538543" y="1519089"/>
                  </a:lnTo>
                  <a:lnTo>
                    <a:pt x="4016409" y="1519089"/>
                  </a:lnTo>
                  <a:lnTo>
                    <a:pt x="4015176" y="1519044"/>
                  </a:lnTo>
                  <a:lnTo>
                    <a:pt x="4007109" y="1518723"/>
                  </a:lnTo>
                  <a:lnTo>
                    <a:pt x="3986921" y="1517836"/>
                  </a:lnTo>
                  <a:lnTo>
                    <a:pt x="3951205" y="1516093"/>
                  </a:lnTo>
                  <a:lnTo>
                    <a:pt x="3898739" y="1513238"/>
                  </a:lnTo>
                  <a:lnTo>
                    <a:pt x="3830551" y="1509076"/>
                  </a:lnTo>
                  <a:lnTo>
                    <a:pt x="3749563" y="1503492"/>
                  </a:lnTo>
                  <a:lnTo>
                    <a:pt x="3659865" y="1496449"/>
                  </a:lnTo>
                  <a:lnTo>
                    <a:pt x="3565852" y="1487962"/>
                  </a:lnTo>
                  <a:lnTo>
                    <a:pt x="3471490" y="1478064"/>
                  </a:lnTo>
                  <a:lnTo>
                    <a:pt x="3379868" y="1466777"/>
                  </a:lnTo>
                  <a:lnTo>
                    <a:pt x="3293049" y="1454083"/>
                  </a:lnTo>
                  <a:lnTo>
                    <a:pt x="3212144" y="1439910"/>
                  </a:lnTo>
                  <a:lnTo>
                    <a:pt x="3137494" y="1424127"/>
                  </a:lnTo>
                  <a:lnTo>
                    <a:pt x="3068883" y="1406540"/>
                  </a:lnTo>
                  <a:lnTo>
                    <a:pt x="3005731" y="1386901"/>
                  </a:lnTo>
                  <a:lnTo>
                    <a:pt x="2947244" y="1364917"/>
                  </a:lnTo>
                  <a:lnTo>
                    <a:pt x="2892525" y="1340269"/>
                  </a:lnTo>
                  <a:lnTo>
                    <a:pt x="2840663" y="1312649"/>
                  </a:lnTo>
                  <a:lnTo>
                    <a:pt x="2790806" y="1281828"/>
                  </a:lnTo>
                  <a:lnTo>
                    <a:pt x="2770117" y="1267789"/>
                  </a:lnTo>
                  <a:lnTo>
                    <a:pt x="2724477" y="1234300"/>
                  </a:lnTo>
                  <a:lnTo>
                    <a:pt x="2679282" y="1197816"/>
                  </a:lnTo>
                  <a:lnTo>
                    <a:pt x="2634154" y="1158283"/>
                  </a:lnTo>
                  <a:lnTo>
                    <a:pt x="2588817" y="1115723"/>
                  </a:lnTo>
                  <a:lnTo>
                    <a:pt x="2543085" y="1070243"/>
                  </a:lnTo>
                  <a:lnTo>
                    <a:pt x="2496855" y="1022041"/>
                  </a:lnTo>
                  <a:lnTo>
                    <a:pt x="2450093" y="971409"/>
                  </a:lnTo>
                  <a:lnTo>
                    <a:pt x="2402833" y="918733"/>
                  </a:lnTo>
                  <a:lnTo>
                    <a:pt x="2355158" y="864476"/>
                  </a:lnTo>
                  <a:lnTo>
                    <a:pt x="2307197" y="809170"/>
                  </a:lnTo>
                  <a:lnTo>
                    <a:pt x="2259104" y="753393"/>
                  </a:lnTo>
                  <a:lnTo>
                    <a:pt x="2211046" y="697743"/>
                  </a:lnTo>
                  <a:lnTo>
                    <a:pt x="2163188" y="642812"/>
                  </a:lnTo>
                  <a:lnTo>
                    <a:pt x="2115676" y="589162"/>
                  </a:lnTo>
                  <a:lnTo>
                    <a:pt x="2068618" y="537297"/>
                  </a:lnTo>
                  <a:lnTo>
                    <a:pt x="2022081" y="487651"/>
                  </a:lnTo>
                  <a:lnTo>
                    <a:pt x="1976070" y="440569"/>
                  </a:lnTo>
                  <a:lnTo>
                    <a:pt x="1930522" y="396304"/>
                  </a:lnTo>
                  <a:lnTo>
                    <a:pt x="1885301" y="355016"/>
                  </a:lnTo>
                  <a:lnTo>
                    <a:pt x="1840184" y="316774"/>
                  </a:lnTo>
                  <a:lnTo>
                    <a:pt x="1794853" y="281567"/>
                  </a:lnTo>
                  <a:lnTo>
                    <a:pt x="1768425" y="262593"/>
                  </a:lnTo>
                  <a:lnTo>
                    <a:pt x="1719191" y="230386"/>
                  </a:lnTo>
                  <a:lnTo>
                    <a:pt x="1668276" y="201431"/>
                  </a:lnTo>
                  <a:lnTo>
                    <a:pt x="1614876" y="175559"/>
                  </a:lnTo>
                  <a:lnTo>
                    <a:pt x="1558097" y="152486"/>
                  </a:lnTo>
                  <a:lnTo>
                    <a:pt x="1497025" y="131892"/>
                  </a:lnTo>
                  <a:lnTo>
                    <a:pt x="1430812" y="113470"/>
                  </a:lnTo>
                  <a:lnTo>
                    <a:pt x="1358771" y="96950"/>
                  </a:lnTo>
                  <a:lnTo>
                    <a:pt x="1280510" y="82114"/>
                  </a:lnTo>
                  <a:lnTo>
                    <a:pt x="1196110" y="68806"/>
                  </a:lnTo>
                  <a:lnTo>
                    <a:pt x="1106328" y="56928"/>
                  </a:lnTo>
                  <a:lnTo>
                    <a:pt x="1012808" y="46441"/>
                  </a:lnTo>
                  <a:lnTo>
                    <a:pt x="918207" y="37353"/>
                  </a:lnTo>
                  <a:lnTo>
                    <a:pt x="826156" y="29695"/>
                  </a:lnTo>
                  <a:lnTo>
                    <a:pt x="740943" y="23494"/>
                  </a:lnTo>
                  <a:lnTo>
                    <a:pt x="666891" y="18739"/>
                  </a:lnTo>
                  <a:lnTo>
                    <a:pt x="607520" y="15349"/>
                  </a:lnTo>
                  <a:lnTo>
                    <a:pt x="564727" y="13164"/>
                  </a:lnTo>
                  <a:lnTo>
                    <a:pt x="538259" y="11949"/>
                  </a:lnTo>
                  <a:lnTo>
                    <a:pt x="525603" y="11424"/>
                  </a:lnTo>
                  <a:lnTo>
                    <a:pt x="522230" y="11297"/>
                  </a:lnTo>
                  <a:lnTo>
                    <a:pt x="522133" y="11294"/>
                  </a:lnTo>
                  <a:lnTo>
                    <a:pt x="0" y="11294"/>
                  </a:lnTo>
                  <a:lnTo>
                    <a:pt x="0" y="11294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157" name="pg1157"/>
            <p:cNvSpPr/>
            <p:nvPr/>
          </p:nvSpPr>
          <p:spPr>
            <a:xfrm>
              <a:off x="386606" y="4534317"/>
              <a:ext cx="8554953" cy="1654621"/>
            </a:xfrm>
            <a:custGeom>
              <a:avLst/>
              <a:pathLst>
                <a:path w="8554953" h="1654621">
                  <a:moveTo>
                    <a:pt x="0" y="5647"/>
                  </a:moveTo>
                  <a:lnTo>
                    <a:pt x="522133" y="5647"/>
                  </a:lnTo>
                  <a:lnTo>
                    <a:pt x="523365" y="5692"/>
                  </a:lnTo>
                  <a:lnTo>
                    <a:pt x="531427" y="6016"/>
                  </a:lnTo>
                  <a:lnTo>
                    <a:pt x="551603" y="6913"/>
                  </a:lnTo>
                  <a:lnTo>
                    <a:pt x="587298" y="8674"/>
                  </a:lnTo>
                  <a:lnTo>
                    <a:pt x="639736" y="11559"/>
                  </a:lnTo>
                  <a:lnTo>
                    <a:pt x="707891" y="15766"/>
                  </a:lnTo>
                  <a:lnTo>
                    <a:pt x="788846" y="21409"/>
                  </a:lnTo>
                  <a:lnTo>
                    <a:pt x="878514" y="28527"/>
                  </a:lnTo>
                  <a:lnTo>
                    <a:pt x="972502" y="37105"/>
                  </a:lnTo>
                  <a:lnTo>
                    <a:pt x="1066846" y="47108"/>
                  </a:lnTo>
                  <a:lnTo>
                    <a:pt x="1158457" y="58516"/>
                  </a:lnTo>
                  <a:lnTo>
                    <a:pt x="1245271" y="71347"/>
                  </a:lnTo>
                  <a:lnTo>
                    <a:pt x="1326175" y="85671"/>
                  </a:lnTo>
                  <a:lnTo>
                    <a:pt x="1400827" y="101623"/>
                  </a:lnTo>
                  <a:lnTo>
                    <a:pt x="1469441" y="119398"/>
                  </a:lnTo>
                  <a:lnTo>
                    <a:pt x="1532597" y="139245"/>
                  </a:lnTo>
                  <a:lnTo>
                    <a:pt x="1591086" y="161462"/>
                  </a:lnTo>
                  <a:lnTo>
                    <a:pt x="1645806" y="186371"/>
                  </a:lnTo>
                  <a:lnTo>
                    <a:pt x="1697666" y="214282"/>
                  </a:lnTo>
                  <a:lnTo>
                    <a:pt x="1747520" y="245429"/>
                  </a:lnTo>
                  <a:lnTo>
                    <a:pt x="1768425" y="259769"/>
                  </a:lnTo>
                  <a:lnTo>
                    <a:pt x="1813937" y="293536"/>
                  </a:lnTo>
                  <a:lnTo>
                    <a:pt x="1859006" y="330313"/>
                  </a:lnTo>
                  <a:lnTo>
                    <a:pt x="1904007" y="370156"/>
                  </a:lnTo>
                  <a:lnTo>
                    <a:pt x="1949213" y="413043"/>
                  </a:lnTo>
                  <a:lnTo>
                    <a:pt x="1994810" y="458869"/>
                  </a:lnTo>
                  <a:lnTo>
                    <a:pt x="2040902" y="507435"/>
                  </a:lnTo>
                  <a:lnTo>
                    <a:pt x="2087522" y="558449"/>
                  </a:lnTo>
                  <a:lnTo>
                    <a:pt x="2134640" y="611529"/>
                  </a:lnTo>
                  <a:lnTo>
                    <a:pt x="2182172" y="666210"/>
                  </a:lnTo>
                  <a:lnTo>
                    <a:pt x="2229993" y="721958"/>
                  </a:lnTo>
                  <a:lnTo>
                    <a:pt x="2277949" y="778198"/>
                  </a:lnTo>
                  <a:lnTo>
                    <a:pt x="2325875" y="834329"/>
                  </a:lnTo>
                  <a:lnTo>
                    <a:pt x="2373608" y="889756"/>
                  </a:lnTo>
                  <a:lnTo>
                    <a:pt x="2421002" y="943915"/>
                  </a:lnTo>
                  <a:lnTo>
                    <a:pt x="2467947" y="996298"/>
                  </a:lnTo>
                  <a:lnTo>
                    <a:pt x="2514377" y="1046466"/>
                  </a:lnTo>
                  <a:lnTo>
                    <a:pt x="2560282" y="1094069"/>
                  </a:lnTo>
                  <a:lnTo>
                    <a:pt x="2605722" y="1138850"/>
                  </a:lnTo>
                  <a:lnTo>
                    <a:pt x="2650828" y="1180643"/>
                  </a:lnTo>
                  <a:lnTo>
                    <a:pt x="2695817" y="1219375"/>
                  </a:lnTo>
                  <a:lnTo>
                    <a:pt x="2740997" y="1255053"/>
                  </a:lnTo>
                  <a:lnTo>
                    <a:pt x="2770117" y="1276260"/>
                  </a:lnTo>
                  <a:lnTo>
                    <a:pt x="2819340" y="1308822"/>
                  </a:lnTo>
                  <a:lnTo>
                    <a:pt x="2870243" y="1338097"/>
                  </a:lnTo>
                  <a:lnTo>
                    <a:pt x="2923630" y="1364256"/>
                  </a:lnTo>
                  <a:lnTo>
                    <a:pt x="2980393" y="1387585"/>
                  </a:lnTo>
                  <a:lnTo>
                    <a:pt x="3041447" y="1408408"/>
                  </a:lnTo>
                  <a:lnTo>
                    <a:pt x="3107638" y="1427036"/>
                  </a:lnTo>
                  <a:lnTo>
                    <a:pt x="3179655" y="1443740"/>
                  </a:lnTo>
                  <a:lnTo>
                    <a:pt x="3257889" y="1458742"/>
                  </a:lnTo>
                  <a:lnTo>
                    <a:pt x="3342259" y="1472199"/>
                  </a:lnTo>
                  <a:lnTo>
                    <a:pt x="3432011" y="1484211"/>
                  </a:lnTo>
                  <a:lnTo>
                    <a:pt x="3525504" y="1494816"/>
                  </a:lnTo>
                  <a:lnTo>
                    <a:pt x="3620086" y="1504009"/>
                  </a:lnTo>
                  <a:lnTo>
                    <a:pt x="3712130" y="1511755"/>
                  </a:lnTo>
                  <a:lnTo>
                    <a:pt x="3797351" y="1518029"/>
                  </a:lnTo>
                  <a:lnTo>
                    <a:pt x="3871428" y="1522841"/>
                  </a:lnTo>
                  <a:lnTo>
                    <a:pt x="3930842" y="1526272"/>
                  </a:lnTo>
                  <a:lnTo>
                    <a:pt x="3973686" y="1528485"/>
                  </a:lnTo>
                  <a:lnTo>
                    <a:pt x="4000208" y="1529717"/>
                  </a:lnTo>
                  <a:lnTo>
                    <a:pt x="4012910" y="1530250"/>
                  </a:lnTo>
                  <a:lnTo>
                    <a:pt x="4016409" y="1530383"/>
                  </a:lnTo>
                  <a:lnTo>
                    <a:pt x="4538543" y="1530383"/>
                  </a:lnTo>
                  <a:lnTo>
                    <a:pt x="4539812" y="1530387"/>
                  </a:lnTo>
                  <a:lnTo>
                    <a:pt x="4548112" y="1530414"/>
                  </a:lnTo>
                  <a:lnTo>
                    <a:pt x="4568860" y="1530489"/>
                  </a:lnTo>
                  <a:lnTo>
                    <a:pt x="4605513" y="1530637"/>
                  </a:lnTo>
                  <a:lnTo>
                    <a:pt x="4659249" y="1530879"/>
                  </a:lnTo>
                  <a:lnTo>
                    <a:pt x="4728910" y="1531232"/>
                  </a:lnTo>
                  <a:lnTo>
                    <a:pt x="4811401" y="1531704"/>
                  </a:lnTo>
                  <a:lnTo>
                    <a:pt x="4902464" y="1532300"/>
                  </a:lnTo>
                  <a:lnTo>
                    <a:pt x="4997583" y="1533016"/>
                  </a:lnTo>
                  <a:lnTo>
                    <a:pt x="5092737" y="1533850"/>
                  </a:lnTo>
                  <a:lnTo>
                    <a:pt x="5184842" y="1534802"/>
                  </a:lnTo>
                  <a:lnTo>
                    <a:pt x="5271880" y="1535872"/>
                  </a:lnTo>
                  <a:lnTo>
                    <a:pt x="5352809" y="1537067"/>
                  </a:lnTo>
                  <a:lnTo>
                    <a:pt x="5427361" y="1538400"/>
                  </a:lnTo>
                  <a:lnTo>
                    <a:pt x="5495817" y="1539887"/>
                  </a:lnTo>
                  <a:lnTo>
                    <a:pt x="5558815" y="1541549"/>
                  </a:lnTo>
                  <a:lnTo>
                    <a:pt x="5617197" y="1543413"/>
                  </a:lnTo>
                  <a:lnTo>
                    <a:pt x="5671893" y="1545506"/>
                  </a:lnTo>
                  <a:lnTo>
                    <a:pt x="5723838" y="1547852"/>
                  </a:lnTo>
                  <a:lnTo>
                    <a:pt x="5773888" y="1550470"/>
                  </a:lnTo>
                  <a:lnTo>
                    <a:pt x="5784835" y="1551089"/>
                  </a:lnTo>
                  <a:lnTo>
                    <a:pt x="5839003" y="1554395"/>
                  </a:lnTo>
                  <a:lnTo>
                    <a:pt x="5892649" y="1558051"/>
                  </a:lnTo>
                  <a:lnTo>
                    <a:pt x="5946359" y="1562062"/>
                  </a:lnTo>
                  <a:lnTo>
                    <a:pt x="6000523" y="1566419"/>
                  </a:lnTo>
                  <a:lnTo>
                    <a:pt x="6055360" y="1571098"/>
                  </a:lnTo>
                  <a:lnTo>
                    <a:pt x="6110944" y="1576063"/>
                  </a:lnTo>
                  <a:lnTo>
                    <a:pt x="6167219" y="1581258"/>
                  </a:lnTo>
                  <a:lnTo>
                    <a:pt x="6224025" y="1586618"/>
                  </a:lnTo>
                  <a:lnTo>
                    <a:pt x="6281128" y="1592066"/>
                  </a:lnTo>
                  <a:lnTo>
                    <a:pt x="6338253" y="1597521"/>
                  </a:lnTo>
                  <a:lnTo>
                    <a:pt x="6395123" y="1602901"/>
                  </a:lnTo>
                  <a:lnTo>
                    <a:pt x="6451496" y="1608127"/>
                  </a:lnTo>
                  <a:lnTo>
                    <a:pt x="6507196" y="1613132"/>
                  </a:lnTo>
                  <a:lnTo>
                    <a:pt x="6562152" y="1617860"/>
                  </a:lnTo>
                  <a:lnTo>
                    <a:pt x="6616412" y="1622270"/>
                  </a:lnTo>
                  <a:lnTo>
                    <a:pt x="6670172" y="1626337"/>
                  </a:lnTo>
                  <a:lnTo>
                    <a:pt x="6723795" y="1630049"/>
                  </a:lnTo>
                  <a:lnTo>
                    <a:pt x="6777832" y="1633411"/>
                  </a:lnTo>
                  <a:lnTo>
                    <a:pt x="6786527" y="1633914"/>
                  </a:lnTo>
                  <a:lnTo>
                    <a:pt x="6836258" y="1636593"/>
                  </a:lnTo>
                  <a:lnTo>
                    <a:pt x="6887711" y="1638999"/>
                  </a:lnTo>
                  <a:lnTo>
                    <a:pt x="6941716" y="1641146"/>
                  </a:lnTo>
                  <a:lnTo>
                    <a:pt x="6999196" y="1643058"/>
                  </a:lnTo>
                  <a:lnTo>
                    <a:pt x="7061091" y="1644763"/>
                  </a:lnTo>
                  <a:lnTo>
                    <a:pt x="7128269" y="1646287"/>
                  </a:lnTo>
                  <a:lnTo>
                    <a:pt x="7201425" y="1647652"/>
                  </a:lnTo>
                  <a:lnTo>
                    <a:pt x="7280936" y="1648877"/>
                  </a:lnTo>
                  <a:lnTo>
                    <a:pt x="7366675" y="1649974"/>
                  </a:lnTo>
                  <a:lnTo>
                    <a:pt x="7457791" y="1650952"/>
                  </a:lnTo>
                  <a:lnTo>
                    <a:pt x="7552496" y="1651812"/>
                  </a:lnTo>
                  <a:lnTo>
                    <a:pt x="7647942" y="1652555"/>
                  </a:lnTo>
                  <a:lnTo>
                    <a:pt x="7740290" y="1653177"/>
                  </a:lnTo>
                  <a:lnTo>
                    <a:pt x="7825078" y="1653677"/>
                  </a:lnTo>
                  <a:lnTo>
                    <a:pt x="7897915" y="1654056"/>
                  </a:lnTo>
                  <a:lnTo>
                    <a:pt x="7955370" y="1654321"/>
                  </a:lnTo>
                  <a:lnTo>
                    <a:pt x="7995805" y="1654488"/>
                  </a:lnTo>
                  <a:lnTo>
                    <a:pt x="8019867" y="1654578"/>
                  </a:lnTo>
                  <a:lnTo>
                    <a:pt x="8030530" y="1654614"/>
                  </a:lnTo>
                  <a:lnTo>
                    <a:pt x="8032819" y="1654621"/>
                  </a:lnTo>
                  <a:lnTo>
                    <a:pt x="8554953" y="1654621"/>
                  </a:lnTo>
                  <a:lnTo>
                    <a:pt x="8554953" y="1648973"/>
                  </a:lnTo>
                  <a:lnTo>
                    <a:pt x="8032819" y="1648973"/>
                  </a:lnTo>
                  <a:lnTo>
                    <a:pt x="8031550" y="1648970"/>
                  </a:lnTo>
                  <a:lnTo>
                    <a:pt x="8023250" y="1648942"/>
                  </a:lnTo>
                  <a:lnTo>
                    <a:pt x="8002502" y="1648867"/>
                  </a:lnTo>
                  <a:lnTo>
                    <a:pt x="7965848" y="1648719"/>
                  </a:lnTo>
                  <a:lnTo>
                    <a:pt x="7912113" y="1648477"/>
                  </a:lnTo>
                  <a:lnTo>
                    <a:pt x="7842452" y="1648124"/>
                  </a:lnTo>
                  <a:lnTo>
                    <a:pt x="7759961" y="1647652"/>
                  </a:lnTo>
                  <a:lnTo>
                    <a:pt x="7668898" y="1647057"/>
                  </a:lnTo>
                  <a:lnTo>
                    <a:pt x="7573779" y="1646340"/>
                  </a:lnTo>
                  <a:lnTo>
                    <a:pt x="7478625" y="1645506"/>
                  </a:lnTo>
                  <a:lnTo>
                    <a:pt x="7386520" y="1644554"/>
                  </a:lnTo>
                  <a:lnTo>
                    <a:pt x="7299482" y="1643484"/>
                  </a:lnTo>
                  <a:lnTo>
                    <a:pt x="7218553" y="1642289"/>
                  </a:lnTo>
                  <a:lnTo>
                    <a:pt x="7144001" y="1640956"/>
                  </a:lnTo>
                  <a:lnTo>
                    <a:pt x="7075545" y="1639470"/>
                  </a:lnTo>
                  <a:lnTo>
                    <a:pt x="7012547" y="1637807"/>
                  </a:lnTo>
                  <a:lnTo>
                    <a:pt x="6954165" y="1635943"/>
                  </a:lnTo>
                  <a:lnTo>
                    <a:pt x="6899469" y="1633851"/>
                  </a:lnTo>
                  <a:lnTo>
                    <a:pt x="6847524" y="1631504"/>
                  </a:lnTo>
                  <a:lnTo>
                    <a:pt x="6797474" y="1628887"/>
                  </a:lnTo>
                  <a:lnTo>
                    <a:pt x="6786527" y="1628267"/>
                  </a:lnTo>
                  <a:lnTo>
                    <a:pt x="6732359" y="1624961"/>
                  </a:lnTo>
                  <a:lnTo>
                    <a:pt x="6678713" y="1621305"/>
                  </a:lnTo>
                  <a:lnTo>
                    <a:pt x="6625003" y="1617294"/>
                  </a:lnTo>
                  <a:lnTo>
                    <a:pt x="6570839" y="1612938"/>
                  </a:lnTo>
                  <a:lnTo>
                    <a:pt x="6516002" y="1608258"/>
                  </a:lnTo>
                  <a:lnTo>
                    <a:pt x="6460418" y="1603294"/>
                  </a:lnTo>
                  <a:lnTo>
                    <a:pt x="6404143" y="1598098"/>
                  </a:lnTo>
                  <a:lnTo>
                    <a:pt x="6347337" y="1592738"/>
                  </a:lnTo>
                  <a:lnTo>
                    <a:pt x="6290234" y="1587290"/>
                  </a:lnTo>
                  <a:lnTo>
                    <a:pt x="6233109" y="1581835"/>
                  </a:lnTo>
                  <a:lnTo>
                    <a:pt x="6176239" y="1576456"/>
                  </a:lnTo>
                  <a:lnTo>
                    <a:pt x="6119866" y="1571229"/>
                  </a:lnTo>
                  <a:lnTo>
                    <a:pt x="6064166" y="1566224"/>
                  </a:lnTo>
                  <a:lnTo>
                    <a:pt x="6009210" y="1561496"/>
                  </a:lnTo>
                  <a:lnTo>
                    <a:pt x="5954950" y="1557086"/>
                  </a:lnTo>
                  <a:lnTo>
                    <a:pt x="5901190" y="1553020"/>
                  </a:lnTo>
                  <a:lnTo>
                    <a:pt x="5847567" y="1549307"/>
                  </a:lnTo>
                  <a:lnTo>
                    <a:pt x="5793530" y="1545946"/>
                  </a:lnTo>
                  <a:lnTo>
                    <a:pt x="5784835" y="1545442"/>
                  </a:lnTo>
                  <a:lnTo>
                    <a:pt x="5735104" y="1542763"/>
                  </a:lnTo>
                  <a:lnTo>
                    <a:pt x="5683651" y="1540358"/>
                  </a:lnTo>
                  <a:lnTo>
                    <a:pt x="5629646" y="1538211"/>
                  </a:lnTo>
                  <a:lnTo>
                    <a:pt x="5572166" y="1536298"/>
                  </a:lnTo>
                  <a:lnTo>
                    <a:pt x="5510271" y="1534593"/>
                  </a:lnTo>
                  <a:lnTo>
                    <a:pt x="5443093" y="1533069"/>
                  </a:lnTo>
                  <a:lnTo>
                    <a:pt x="5369937" y="1531704"/>
                  </a:lnTo>
                  <a:lnTo>
                    <a:pt x="5290426" y="1530479"/>
                  </a:lnTo>
                  <a:lnTo>
                    <a:pt x="5204687" y="1529382"/>
                  </a:lnTo>
                  <a:lnTo>
                    <a:pt x="5113571" y="1528405"/>
                  </a:lnTo>
                  <a:lnTo>
                    <a:pt x="5018866" y="1527544"/>
                  </a:lnTo>
                  <a:lnTo>
                    <a:pt x="4923420" y="1526801"/>
                  </a:lnTo>
                  <a:lnTo>
                    <a:pt x="4831072" y="1526179"/>
                  </a:lnTo>
                  <a:lnTo>
                    <a:pt x="4746284" y="1525679"/>
                  </a:lnTo>
                  <a:lnTo>
                    <a:pt x="4673447" y="1525301"/>
                  </a:lnTo>
                  <a:lnTo>
                    <a:pt x="4615992" y="1525035"/>
                  </a:lnTo>
                  <a:lnTo>
                    <a:pt x="4575557" y="1524868"/>
                  </a:lnTo>
                  <a:lnTo>
                    <a:pt x="4551495" y="1524778"/>
                  </a:lnTo>
                  <a:lnTo>
                    <a:pt x="4540831" y="1524743"/>
                  </a:lnTo>
                  <a:lnTo>
                    <a:pt x="4538543" y="1524736"/>
                  </a:lnTo>
                  <a:lnTo>
                    <a:pt x="4016409" y="1524736"/>
                  </a:lnTo>
                  <a:lnTo>
                    <a:pt x="4015177" y="1524690"/>
                  </a:lnTo>
                  <a:lnTo>
                    <a:pt x="4007115" y="1524366"/>
                  </a:lnTo>
                  <a:lnTo>
                    <a:pt x="3986939" y="1523470"/>
                  </a:lnTo>
                  <a:lnTo>
                    <a:pt x="3951244" y="1521709"/>
                  </a:lnTo>
                  <a:lnTo>
                    <a:pt x="3898806" y="1518823"/>
                  </a:lnTo>
                  <a:lnTo>
                    <a:pt x="3830651" y="1514617"/>
                  </a:lnTo>
                  <a:lnTo>
                    <a:pt x="3749696" y="1508974"/>
                  </a:lnTo>
                  <a:lnTo>
                    <a:pt x="3660029" y="1501856"/>
                  </a:lnTo>
                  <a:lnTo>
                    <a:pt x="3566040" y="1493278"/>
                  </a:lnTo>
                  <a:lnTo>
                    <a:pt x="3471696" y="1483274"/>
                  </a:lnTo>
                  <a:lnTo>
                    <a:pt x="3380085" y="1471866"/>
                  </a:lnTo>
                  <a:lnTo>
                    <a:pt x="3293272" y="1459036"/>
                  </a:lnTo>
                  <a:lnTo>
                    <a:pt x="3212367" y="1444711"/>
                  </a:lnTo>
                  <a:lnTo>
                    <a:pt x="3137715" y="1428759"/>
                  </a:lnTo>
                  <a:lnTo>
                    <a:pt x="3069101" y="1410985"/>
                  </a:lnTo>
                  <a:lnTo>
                    <a:pt x="3005945" y="1391137"/>
                  </a:lnTo>
                  <a:lnTo>
                    <a:pt x="2947456" y="1368920"/>
                  </a:lnTo>
                  <a:lnTo>
                    <a:pt x="2892736" y="1344011"/>
                  </a:lnTo>
                  <a:lnTo>
                    <a:pt x="2840876" y="1316100"/>
                  </a:lnTo>
                  <a:lnTo>
                    <a:pt x="2791022" y="1284954"/>
                  </a:lnTo>
                  <a:lnTo>
                    <a:pt x="2770117" y="1270613"/>
                  </a:lnTo>
                  <a:lnTo>
                    <a:pt x="2724605" y="1236846"/>
                  </a:lnTo>
                  <a:lnTo>
                    <a:pt x="2679536" y="1200069"/>
                  </a:lnTo>
                  <a:lnTo>
                    <a:pt x="2634535" y="1160227"/>
                  </a:lnTo>
                  <a:lnTo>
                    <a:pt x="2589329" y="1117339"/>
                  </a:lnTo>
                  <a:lnTo>
                    <a:pt x="2543732" y="1071514"/>
                  </a:lnTo>
                  <a:lnTo>
                    <a:pt x="2497640" y="1022948"/>
                  </a:lnTo>
                  <a:lnTo>
                    <a:pt x="2451020" y="971933"/>
                  </a:lnTo>
                  <a:lnTo>
                    <a:pt x="2403902" y="918853"/>
                  </a:lnTo>
                  <a:lnTo>
                    <a:pt x="2356370" y="864173"/>
                  </a:lnTo>
                  <a:lnTo>
                    <a:pt x="2308550" y="808424"/>
                  </a:lnTo>
                  <a:lnTo>
                    <a:pt x="2260593" y="752184"/>
                  </a:lnTo>
                  <a:lnTo>
                    <a:pt x="2212667" y="696054"/>
                  </a:lnTo>
                  <a:lnTo>
                    <a:pt x="2164934" y="640627"/>
                  </a:lnTo>
                  <a:lnTo>
                    <a:pt x="2117540" y="586467"/>
                  </a:lnTo>
                  <a:lnTo>
                    <a:pt x="2070595" y="534085"/>
                  </a:lnTo>
                  <a:lnTo>
                    <a:pt x="2024166" y="483916"/>
                  </a:lnTo>
                  <a:lnTo>
                    <a:pt x="1978260" y="436313"/>
                  </a:lnTo>
                  <a:lnTo>
                    <a:pt x="1932820" y="391532"/>
                  </a:lnTo>
                  <a:lnTo>
                    <a:pt x="1887714" y="349739"/>
                  </a:lnTo>
                  <a:lnTo>
                    <a:pt x="1842726" y="311007"/>
                  </a:lnTo>
                  <a:lnTo>
                    <a:pt x="1797546" y="275330"/>
                  </a:lnTo>
                  <a:lnTo>
                    <a:pt x="1768425" y="254122"/>
                  </a:lnTo>
                  <a:lnTo>
                    <a:pt x="1719202" y="221560"/>
                  </a:lnTo>
                  <a:lnTo>
                    <a:pt x="1668299" y="192285"/>
                  </a:lnTo>
                  <a:lnTo>
                    <a:pt x="1614913" y="166127"/>
                  </a:lnTo>
                  <a:lnTo>
                    <a:pt x="1558149" y="142797"/>
                  </a:lnTo>
                  <a:lnTo>
                    <a:pt x="1497095" y="121974"/>
                  </a:lnTo>
                  <a:lnTo>
                    <a:pt x="1430904" y="103347"/>
                  </a:lnTo>
                  <a:lnTo>
                    <a:pt x="1358887" y="86642"/>
                  </a:lnTo>
                  <a:lnTo>
                    <a:pt x="1280654" y="71641"/>
                  </a:lnTo>
                  <a:lnTo>
                    <a:pt x="1196283" y="58183"/>
                  </a:lnTo>
                  <a:lnTo>
                    <a:pt x="1106531" y="46171"/>
                  </a:lnTo>
                  <a:lnTo>
                    <a:pt x="1013038" y="35566"/>
                  </a:lnTo>
                  <a:lnTo>
                    <a:pt x="918456" y="26374"/>
                  </a:lnTo>
                  <a:lnTo>
                    <a:pt x="826413" y="18627"/>
                  </a:lnTo>
                  <a:lnTo>
                    <a:pt x="741192" y="12354"/>
                  </a:lnTo>
                  <a:lnTo>
                    <a:pt x="667114" y="7542"/>
                  </a:lnTo>
                  <a:lnTo>
                    <a:pt x="607701" y="4111"/>
                  </a:lnTo>
                  <a:lnTo>
                    <a:pt x="564856" y="1897"/>
                  </a:lnTo>
                  <a:lnTo>
                    <a:pt x="538334" y="665"/>
                  </a:lnTo>
                  <a:lnTo>
                    <a:pt x="525632" y="133"/>
                  </a:lnTo>
                  <a:lnTo>
                    <a:pt x="5221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C1B3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1158" name="pl1158"/>
            <p:cNvSpPr/>
            <p:nvPr/>
          </p:nvSpPr>
          <p:spPr>
            <a:xfrm>
              <a:off x="386606" y="4539964"/>
              <a:ext cx="8554953" cy="1648973"/>
            </a:xfrm>
            <a:custGeom>
              <a:avLst/>
              <a:pathLst>
                <a:path w="8554953" h="1648973">
                  <a:moveTo>
                    <a:pt x="0" y="0"/>
                  </a:moveTo>
                  <a:lnTo>
                    <a:pt x="522133" y="0"/>
                  </a:lnTo>
                  <a:lnTo>
                    <a:pt x="523365" y="45"/>
                  </a:lnTo>
                  <a:lnTo>
                    <a:pt x="531427" y="369"/>
                  </a:lnTo>
                  <a:lnTo>
                    <a:pt x="551603" y="1266"/>
                  </a:lnTo>
                  <a:lnTo>
                    <a:pt x="587298" y="3027"/>
                  </a:lnTo>
                  <a:lnTo>
                    <a:pt x="639736" y="5912"/>
                  </a:lnTo>
                  <a:lnTo>
                    <a:pt x="707891" y="10118"/>
                  </a:lnTo>
                  <a:lnTo>
                    <a:pt x="788846" y="15761"/>
                  </a:lnTo>
                  <a:lnTo>
                    <a:pt x="878514" y="22879"/>
                  </a:lnTo>
                  <a:lnTo>
                    <a:pt x="972502" y="31457"/>
                  </a:lnTo>
                  <a:lnTo>
                    <a:pt x="1066846" y="41461"/>
                  </a:lnTo>
                  <a:lnTo>
                    <a:pt x="1158457" y="52869"/>
                  </a:lnTo>
                  <a:lnTo>
                    <a:pt x="1245271" y="65699"/>
                  </a:lnTo>
                  <a:lnTo>
                    <a:pt x="1326175" y="80024"/>
                  </a:lnTo>
                  <a:lnTo>
                    <a:pt x="1400827" y="95976"/>
                  </a:lnTo>
                  <a:lnTo>
                    <a:pt x="1469441" y="113750"/>
                  </a:lnTo>
                  <a:lnTo>
                    <a:pt x="1532597" y="133598"/>
                  </a:lnTo>
                  <a:lnTo>
                    <a:pt x="1591086" y="155815"/>
                  </a:lnTo>
                  <a:lnTo>
                    <a:pt x="1645806" y="180724"/>
                  </a:lnTo>
                  <a:lnTo>
                    <a:pt x="1697666" y="208635"/>
                  </a:lnTo>
                  <a:lnTo>
                    <a:pt x="1747520" y="239781"/>
                  </a:lnTo>
                  <a:lnTo>
                    <a:pt x="1768425" y="254122"/>
                  </a:lnTo>
                  <a:lnTo>
                    <a:pt x="1813937" y="287889"/>
                  </a:lnTo>
                  <a:lnTo>
                    <a:pt x="1859006" y="324666"/>
                  </a:lnTo>
                  <a:lnTo>
                    <a:pt x="1904007" y="364508"/>
                  </a:lnTo>
                  <a:lnTo>
                    <a:pt x="1949213" y="407396"/>
                  </a:lnTo>
                  <a:lnTo>
                    <a:pt x="1994810" y="453221"/>
                  </a:lnTo>
                  <a:lnTo>
                    <a:pt x="2040902" y="501788"/>
                  </a:lnTo>
                  <a:lnTo>
                    <a:pt x="2087522" y="552802"/>
                  </a:lnTo>
                  <a:lnTo>
                    <a:pt x="2134640" y="605882"/>
                  </a:lnTo>
                  <a:lnTo>
                    <a:pt x="2182172" y="660562"/>
                  </a:lnTo>
                  <a:lnTo>
                    <a:pt x="2229993" y="716311"/>
                  </a:lnTo>
                  <a:lnTo>
                    <a:pt x="2277949" y="772551"/>
                  </a:lnTo>
                  <a:lnTo>
                    <a:pt x="2325875" y="828681"/>
                  </a:lnTo>
                  <a:lnTo>
                    <a:pt x="2373608" y="884109"/>
                  </a:lnTo>
                  <a:lnTo>
                    <a:pt x="2421002" y="938268"/>
                  </a:lnTo>
                  <a:lnTo>
                    <a:pt x="2467947" y="990650"/>
                  </a:lnTo>
                  <a:lnTo>
                    <a:pt x="2514377" y="1040819"/>
                  </a:lnTo>
                  <a:lnTo>
                    <a:pt x="2560282" y="1088422"/>
                  </a:lnTo>
                  <a:lnTo>
                    <a:pt x="2605722" y="1133203"/>
                  </a:lnTo>
                  <a:lnTo>
                    <a:pt x="2650828" y="1174996"/>
                  </a:lnTo>
                  <a:lnTo>
                    <a:pt x="2695817" y="1213728"/>
                  </a:lnTo>
                  <a:lnTo>
                    <a:pt x="2740997" y="1249406"/>
                  </a:lnTo>
                  <a:lnTo>
                    <a:pt x="2770117" y="1270613"/>
                  </a:lnTo>
                  <a:lnTo>
                    <a:pt x="2819340" y="1303175"/>
                  </a:lnTo>
                  <a:lnTo>
                    <a:pt x="2870243" y="1332450"/>
                  </a:lnTo>
                  <a:lnTo>
                    <a:pt x="2923630" y="1358608"/>
                  </a:lnTo>
                  <a:lnTo>
                    <a:pt x="2980393" y="1381938"/>
                  </a:lnTo>
                  <a:lnTo>
                    <a:pt x="3041447" y="1402761"/>
                  </a:lnTo>
                  <a:lnTo>
                    <a:pt x="3107638" y="1421389"/>
                  </a:lnTo>
                  <a:lnTo>
                    <a:pt x="3179655" y="1438093"/>
                  </a:lnTo>
                  <a:lnTo>
                    <a:pt x="3257889" y="1453094"/>
                  </a:lnTo>
                  <a:lnTo>
                    <a:pt x="3342259" y="1466552"/>
                  </a:lnTo>
                  <a:lnTo>
                    <a:pt x="3432011" y="1478564"/>
                  </a:lnTo>
                  <a:lnTo>
                    <a:pt x="3525504" y="1489169"/>
                  </a:lnTo>
                  <a:lnTo>
                    <a:pt x="3620086" y="1498361"/>
                  </a:lnTo>
                  <a:lnTo>
                    <a:pt x="3712130" y="1506108"/>
                  </a:lnTo>
                  <a:lnTo>
                    <a:pt x="3797351" y="1512381"/>
                  </a:lnTo>
                  <a:lnTo>
                    <a:pt x="3871428" y="1517193"/>
                  </a:lnTo>
                  <a:lnTo>
                    <a:pt x="3930842" y="1520625"/>
                  </a:lnTo>
                  <a:lnTo>
                    <a:pt x="3973686" y="1522838"/>
                  </a:lnTo>
                  <a:lnTo>
                    <a:pt x="4000208" y="1524070"/>
                  </a:lnTo>
                  <a:lnTo>
                    <a:pt x="4012910" y="1524602"/>
                  </a:lnTo>
                  <a:lnTo>
                    <a:pt x="4016309" y="1524732"/>
                  </a:lnTo>
                  <a:lnTo>
                    <a:pt x="4016409" y="1524736"/>
                  </a:lnTo>
                  <a:lnTo>
                    <a:pt x="4538543" y="1524736"/>
                  </a:lnTo>
                  <a:lnTo>
                    <a:pt x="4539812" y="1524740"/>
                  </a:lnTo>
                  <a:lnTo>
                    <a:pt x="4548112" y="1524767"/>
                  </a:lnTo>
                  <a:lnTo>
                    <a:pt x="4568860" y="1524842"/>
                  </a:lnTo>
                  <a:lnTo>
                    <a:pt x="4605513" y="1524990"/>
                  </a:lnTo>
                  <a:lnTo>
                    <a:pt x="4659249" y="1525232"/>
                  </a:lnTo>
                  <a:lnTo>
                    <a:pt x="4728910" y="1525585"/>
                  </a:lnTo>
                  <a:lnTo>
                    <a:pt x="4811401" y="1526057"/>
                  </a:lnTo>
                  <a:lnTo>
                    <a:pt x="4902464" y="1526652"/>
                  </a:lnTo>
                  <a:lnTo>
                    <a:pt x="4997583" y="1527369"/>
                  </a:lnTo>
                  <a:lnTo>
                    <a:pt x="5092737" y="1528203"/>
                  </a:lnTo>
                  <a:lnTo>
                    <a:pt x="5184842" y="1529155"/>
                  </a:lnTo>
                  <a:lnTo>
                    <a:pt x="5271880" y="1530225"/>
                  </a:lnTo>
                  <a:lnTo>
                    <a:pt x="5352809" y="1531420"/>
                  </a:lnTo>
                  <a:lnTo>
                    <a:pt x="5427361" y="1532753"/>
                  </a:lnTo>
                  <a:lnTo>
                    <a:pt x="5495817" y="1534239"/>
                  </a:lnTo>
                  <a:lnTo>
                    <a:pt x="5558815" y="1535902"/>
                  </a:lnTo>
                  <a:lnTo>
                    <a:pt x="5617197" y="1537766"/>
                  </a:lnTo>
                  <a:lnTo>
                    <a:pt x="5671893" y="1539859"/>
                  </a:lnTo>
                  <a:lnTo>
                    <a:pt x="5723838" y="1542205"/>
                  </a:lnTo>
                  <a:lnTo>
                    <a:pt x="5773888" y="1544823"/>
                  </a:lnTo>
                  <a:lnTo>
                    <a:pt x="5784835" y="1545442"/>
                  </a:lnTo>
                  <a:lnTo>
                    <a:pt x="5839003" y="1548748"/>
                  </a:lnTo>
                  <a:lnTo>
                    <a:pt x="5892649" y="1552404"/>
                  </a:lnTo>
                  <a:lnTo>
                    <a:pt x="5946359" y="1556415"/>
                  </a:lnTo>
                  <a:lnTo>
                    <a:pt x="6000523" y="1560772"/>
                  </a:lnTo>
                  <a:lnTo>
                    <a:pt x="6055360" y="1565451"/>
                  </a:lnTo>
                  <a:lnTo>
                    <a:pt x="6110944" y="1570415"/>
                  </a:lnTo>
                  <a:lnTo>
                    <a:pt x="6167219" y="1575611"/>
                  </a:lnTo>
                  <a:lnTo>
                    <a:pt x="6224025" y="1580971"/>
                  </a:lnTo>
                  <a:lnTo>
                    <a:pt x="6281128" y="1586419"/>
                  </a:lnTo>
                  <a:lnTo>
                    <a:pt x="6338253" y="1591874"/>
                  </a:lnTo>
                  <a:lnTo>
                    <a:pt x="6395123" y="1597254"/>
                  </a:lnTo>
                  <a:lnTo>
                    <a:pt x="6451496" y="1602480"/>
                  </a:lnTo>
                  <a:lnTo>
                    <a:pt x="6507196" y="1607485"/>
                  </a:lnTo>
                  <a:lnTo>
                    <a:pt x="6562152" y="1612213"/>
                  </a:lnTo>
                  <a:lnTo>
                    <a:pt x="6616412" y="1616623"/>
                  </a:lnTo>
                  <a:lnTo>
                    <a:pt x="6670172" y="1620690"/>
                  </a:lnTo>
                  <a:lnTo>
                    <a:pt x="6723795" y="1624402"/>
                  </a:lnTo>
                  <a:lnTo>
                    <a:pt x="6777832" y="1627763"/>
                  </a:lnTo>
                  <a:lnTo>
                    <a:pt x="6786527" y="1628267"/>
                  </a:lnTo>
                  <a:lnTo>
                    <a:pt x="6836258" y="1630946"/>
                  </a:lnTo>
                  <a:lnTo>
                    <a:pt x="6887711" y="1633352"/>
                  </a:lnTo>
                  <a:lnTo>
                    <a:pt x="6941716" y="1635498"/>
                  </a:lnTo>
                  <a:lnTo>
                    <a:pt x="6999196" y="1637411"/>
                  </a:lnTo>
                  <a:lnTo>
                    <a:pt x="7061091" y="1639116"/>
                  </a:lnTo>
                  <a:lnTo>
                    <a:pt x="7128269" y="1640640"/>
                  </a:lnTo>
                  <a:lnTo>
                    <a:pt x="7201425" y="1642005"/>
                  </a:lnTo>
                  <a:lnTo>
                    <a:pt x="7280936" y="1643230"/>
                  </a:lnTo>
                  <a:lnTo>
                    <a:pt x="7366675" y="1644327"/>
                  </a:lnTo>
                  <a:lnTo>
                    <a:pt x="7457791" y="1645304"/>
                  </a:lnTo>
                  <a:lnTo>
                    <a:pt x="7552496" y="1646165"/>
                  </a:lnTo>
                  <a:lnTo>
                    <a:pt x="7647942" y="1646908"/>
                  </a:lnTo>
                  <a:lnTo>
                    <a:pt x="7740290" y="1647530"/>
                  </a:lnTo>
                  <a:lnTo>
                    <a:pt x="7825078" y="1648030"/>
                  </a:lnTo>
                  <a:lnTo>
                    <a:pt x="7897915" y="1648409"/>
                  </a:lnTo>
                  <a:lnTo>
                    <a:pt x="7955370" y="1648674"/>
                  </a:lnTo>
                  <a:lnTo>
                    <a:pt x="7995805" y="1648841"/>
                  </a:lnTo>
                  <a:lnTo>
                    <a:pt x="8019867" y="1648931"/>
                  </a:lnTo>
                  <a:lnTo>
                    <a:pt x="8030530" y="1648966"/>
                  </a:lnTo>
                  <a:lnTo>
                    <a:pt x="8032805" y="1648973"/>
                  </a:lnTo>
                  <a:lnTo>
                    <a:pt x="8032819" y="1648973"/>
                  </a:lnTo>
                  <a:lnTo>
                    <a:pt x="8554953" y="1648973"/>
                  </a:lnTo>
                  <a:lnTo>
                    <a:pt x="8554953" y="1648973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159" name="pl1159"/>
            <p:cNvSpPr/>
            <p:nvPr/>
          </p:nvSpPr>
          <p:spPr>
            <a:xfrm>
              <a:off x="386606" y="4534317"/>
              <a:ext cx="8554953" cy="1648973"/>
            </a:xfrm>
            <a:custGeom>
              <a:avLst/>
              <a:pathLst>
                <a:path w="8554953" h="1648973">
                  <a:moveTo>
                    <a:pt x="8554953" y="1648973"/>
                  </a:moveTo>
                  <a:lnTo>
                    <a:pt x="8032819" y="1648973"/>
                  </a:lnTo>
                  <a:lnTo>
                    <a:pt x="8031550" y="1648970"/>
                  </a:lnTo>
                  <a:lnTo>
                    <a:pt x="8023250" y="1648942"/>
                  </a:lnTo>
                  <a:lnTo>
                    <a:pt x="8002502" y="1648867"/>
                  </a:lnTo>
                  <a:lnTo>
                    <a:pt x="7965848" y="1648719"/>
                  </a:lnTo>
                  <a:lnTo>
                    <a:pt x="7912113" y="1648477"/>
                  </a:lnTo>
                  <a:lnTo>
                    <a:pt x="7842452" y="1648124"/>
                  </a:lnTo>
                  <a:lnTo>
                    <a:pt x="7759961" y="1647652"/>
                  </a:lnTo>
                  <a:lnTo>
                    <a:pt x="7668898" y="1647057"/>
                  </a:lnTo>
                  <a:lnTo>
                    <a:pt x="7573779" y="1646340"/>
                  </a:lnTo>
                  <a:lnTo>
                    <a:pt x="7478625" y="1645506"/>
                  </a:lnTo>
                  <a:lnTo>
                    <a:pt x="7386520" y="1644554"/>
                  </a:lnTo>
                  <a:lnTo>
                    <a:pt x="7299482" y="1643484"/>
                  </a:lnTo>
                  <a:lnTo>
                    <a:pt x="7218553" y="1642289"/>
                  </a:lnTo>
                  <a:lnTo>
                    <a:pt x="7144001" y="1640956"/>
                  </a:lnTo>
                  <a:lnTo>
                    <a:pt x="7075545" y="1639470"/>
                  </a:lnTo>
                  <a:lnTo>
                    <a:pt x="7012547" y="1637807"/>
                  </a:lnTo>
                  <a:lnTo>
                    <a:pt x="6954165" y="1635943"/>
                  </a:lnTo>
                  <a:lnTo>
                    <a:pt x="6899469" y="1633851"/>
                  </a:lnTo>
                  <a:lnTo>
                    <a:pt x="6847524" y="1631504"/>
                  </a:lnTo>
                  <a:lnTo>
                    <a:pt x="6797474" y="1628887"/>
                  </a:lnTo>
                  <a:lnTo>
                    <a:pt x="6786527" y="1628267"/>
                  </a:lnTo>
                  <a:lnTo>
                    <a:pt x="6732359" y="1624961"/>
                  </a:lnTo>
                  <a:lnTo>
                    <a:pt x="6678713" y="1621305"/>
                  </a:lnTo>
                  <a:lnTo>
                    <a:pt x="6625003" y="1617294"/>
                  </a:lnTo>
                  <a:lnTo>
                    <a:pt x="6570839" y="1612938"/>
                  </a:lnTo>
                  <a:lnTo>
                    <a:pt x="6516002" y="1608258"/>
                  </a:lnTo>
                  <a:lnTo>
                    <a:pt x="6460418" y="1603294"/>
                  </a:lnTo>
                  <a:lnTo>
                    <a:pt x="6404143" y="1598098"/>
                  </a:lnTo>
                  <a:lnTo>
                    <a:pt x="6347337" y="1592738"/>
                  </a:lnTo>
                  <a:lnTo>
                    <a:pt x="6290234" y="1587290"/>
                  </a:lnTo>
                  <a:lnTo>
                    <a:pt x="6233109" y="1581835"/>
                  </a:lnTo>
                  <a:lnTo>
                    <a:pt x="6176239" y="1576456"/>
                  </a:lnTo>
                  <a:lnTo>
                    <a:pt x="6119866" y="1571229"/>
                  </a:lnTo>
                  <a:lnTo>
                    <a:pt x="6064166" y="1566224"/>
                  </a:lnTo>
                  <a:lnTo>
                    <a:pt x="6009210" y="1561496"/>
                  </a:lnTo>
                  <a:lnTo>
                    <a:pt x="5954950" y="1557086"/>
                  </a:lnTo>
                  <a:lnTo>
                    <a:pt x="5901190" y="1553020"/>
                  </a:lnTo>
                  <a:lnTo>
                    <a:pt x="5847567" y="1549307"/>
                  </a:lnTo>
                  <a:lnTo>
                    <a:pt x="5793530" y="1545946"/>
                  </a:lnTo>
                  <a:lnTo>
                    <a:pt x="5784835" y="1545442"/>
                  </a:lnTo>
                  <a:lnTo>
                    <a:pt x="5735104" y="1542763"/>
                  </a:lnTo>
                  <a:lnTo>
                    <a:pt x="5683651" y="1540358"/>
                  </a:lnTo>
                  <a:lnTo>
                    <a:pt x="5629646" y="1538211"/>
                  </a:lnTo>
                  <a:lnTo>
                    <a:pt x="5572166" y="1536298"/>
                  </a:lnTo>
                  <a:lnTo>
                    <a:pt x="5510271" y="1534593"/>
                  </a:lnTo>
                  <a:lnTo>
                    <a:pt x="5443093" y="1533069"/>
                  </a:lnTo>
                  <a:lnTo>
                    <a:pt x="5369937" y="1531704"/>
                  </a:lnTo>
                  <a:lnTo>
                    <a:pt x="5290426" y="1530479"/>
                  </a:lnTo>
                  <a:lnTo>
                    <a:pt x="5204687" y="1529382"/>
                  </a:lnTo>
                  <a:lnTo>
                    <a:pt x="5113571" y="1528405"/>
                  </a:lnTo>
                  <a:lnTo>
                    <a:pt x="5018866" y="1527544"/>
                  </a:lnTo>
                  <a:lnTo>
                    <a:pt x="4923420" y="1526801"/>
                  </a:lnTo>
                  <a:lnTo>
                    <a:pt x="4831072" y="1526179"/>
                  </a:lnTo>
                  <a:lnTo>
                    <a:pt x="4746284" y="1525679"/>
                  </a:lnTo>
                  <a:lnTo>
                    <a:pt x="4673447" y="1525301"/>
                  </a:lnTo>
                  <a:lnTo>
                    <a:pt x="4615992" y="1525035"/>
                  </a:lnTo>
                  <a:lnTo>
                    <a:pt x="4575557" y="1524868"/>
                  </a:lnTo>
                  <a:lnTo>
                    <a:pt x="4551495" y="1524778"/>
                  </a:lnTo>
                  <a:lnTo>
                    <a:pt x="4540831" y="1524743"/>
                  </a:lnTo>
                  <a:lnTo>
                    <a:pt x="4538557" y="1524736"/>
                  </a:lnTo>
                  <a:lnTo>
                    <a:pt x="4538543" y="1524736"/>
                  </a:lnTo>
                  <a:lnTo>
                    <a:pt x="4016409" y="1524736"/>
                  </a:lnTo>
                  <a:lnTo>
                    <a:pt x="4015177" y="1524690"/>
                  </a:lnTo>
                  <a:lnTo>
                    <a:pt x="4007115" y="1524366"/>
                  </a:lnTo>
                  <a:lnTo>
                    <a:pt x="3986939" y="1523470"/>
                  </a:lnTo>
                  <a:lnTo>
                    <a:pt x="3951244" y="1521709"/>
                  </a:lnTo>
                  <a:lnTo>
                    <a:pt x="3898806" y="1518823"/>
                  </a:lnTo>
                  <a:lnTo>
                    <a:pt x="3830651" y="1514617"/>
                  </a:lnTo>
                  <a:lnTo>
                    <a:pt x="3749696" y="1508974"/>
                  </a:lnTo>
                  <a:lnTo>
                    <a:pt x="3660029" y="1501856"/>
                  </a:lnTo>
                  <a:lnTo>
                    <a:pt x="3566040" y="1493278"/>
                  </a:lnTo>
                  <a:lnTo>
                    <a:pt x="3471696" y="1483274"/>
                  </a:lnTo>
                  <a:lnTo>
                    <a:pt x="3380085" y="1471866"/>
                  </a:lnTo>
                  <a:lnTo>
                    <a:pt x="3293272" y="1459036"/>
                  </a:lnTo>
                  <a:lnTo>
                    <a:pt x="3212367" y="1444711"/>
                  </a:lnTo>
                  <a:lnTo>
                    <a:pt x="3137715" y="1428759"/>
                  </a:lnTo>
                  <a:lnTo>
                    <a:pt x="3069101" y="1410985"/>
                  </a:lnTo>
                  <a:lnTo>
                    <a:pt x="3005945" y="1391137"/>
                  </a:lnTo>
                  <a:lnTo>
                    <a:pt x="2947456" y="1368920"/>
                  </a:lnTo>
                  <a:lnTo>
                    <a:pt x="2892736" y="1344011"/>
                  </a:lnTo>
                  <a:lnTo>
                    <a:pt x="2840876" y="1316100"/>
                  </a:lnTo>
                  <a:lnTo>
                    <a:pt x="2791022" y="1284954"/>
                  </a:lnTo>
                  <a:lnTo>
                    <a:pt x="2770117" y="1270613"/>
                  </a:lnTo>
                  <a:lnTo>
                    <a:pt x="2724605" y="1236846"/>
                  </a:lnTo>
                  <a:lnTo>
                    <a:pt x="2679536" y="1200069"/>
                  </a:lnTo>
                  <a:lnTo>
                    <a:pt x="2634535" y="1160227"/>
                  </a:lnTo>
                  <a:lnTo>
                    <a:pt x="2589329" y="1117339"/>
                  </a:lnTo>
                  <a:lnTo>
                    <a:pt x="2543732" y="1071514"/>
                  </a:lnTo>
                  <a:lnTo>
                    <a:pt x="2497640" y="1022948"/>
                  </a:lnTo>
                  <a:lnTo>
                    <a:pt x="2451020" y="971933"/>
                  </a:lnTo>
                  <a:lnTo>
                    <a:pt x="2403902" y="918853"/>
                  </a:lnTo>
                  <a:lnTo>
                    <a:pt x="2356370" y="864173"/>
                  </a:lnTo>
                  <a:lnTo>
                    <a:pt x="2308550" y="808424"/>
                  </a:lnTo>
                  <a:lnTo>
                    <a:pt x="2260593" y="752184"/>
                  </a:lnTo>
                  <a:lnTo>
                    <a:pt x="2212667" y="696054"/>
                  </a:lnTo>
                  <a:lnTo>
                    <a:pt x="2164934" y="640627"/>
                  </a:lnTo>
                  <a:lnTo>
                    <a:pt x="2117540" y="586467"/>
                  </a:lnTo>
                  <a:lnTo>
                    <a:pt x="2070595" y="534085"/>
                  </a:lnTo>
                  <a:lnTo>
                    <a:pt x="2024166" y="483916"/>
                  </a:lnTo>
                  <a:lnTo>
                    <a:pt x="1978260" y="436313"/>
                  </a:lnTo>
                  <a:lnTo>
                    <a:pt x="1932820" y="391532"/>
                  </a:lnTo>
                  <a:lnTo>
                    <a:pt x="1887714" y="349739"/>
                  </a:lnTo>
                  <a:lnTo>
                    <a:pt x="1842726" y="311007"/>
                  </a:lnTo>
                  <a:lnTo>
                    <a:pt x="1797546" y="275330"/>
                  </a:lnTo>
                  <a:lnTo>
                    <a:pt x="1768425" y="254122"/>
                  </a:lnTo>
                  <a:lnTo>
                    <a:pt x="1719202" y="221560"/>
                  </a:lnTo>
                  <a:lnTo>
                    <a:pt x="1668299" y="192285"/>
                  </a:lnTo>
                  <a:lnTo>
                    <a:pt x="1614913" y="166127"/>
                  </a:lnTo>
                  <a:lnTo>
                    <a:pt x="1558149" y="142797"/>
                  </a:lnTo>
                  <a:lnTo>
                    <a:pt x="1497095" y="121974"/>
                  </a:lnTo>
                  <a:lnTo>
                    <a:pt x="1430904" y="103347"/>
                  </a:lnTo>
                  <a:lnTo>
                    <a:pt x="1358887" y="86642"/>
                  </a:lnTo>
                  <a:lnTo>
                    <a:pt x="1280654" y="71641"/>
                  </a:lnTo>
                  <a:lnTo>
                    <a:pt x="1196283" y="58183"/>
                  </a:lnTo>
                  <a:lnTo>
                    <a:pt x="1106531" y="46171"/>
                  </a:lnTo>
                  <a:lnTo>
                    <a:pt x="1013038" y="35566"/>
                  </a:lnTo>
                  <a:lnTo>
                    <a:pt x="918456" y="26374"/>
                  </a:lnTo>
                  <a:lnTo>
                    <a:pt x="826413" y="18627"/>
                  </a:lnTo>
                  <a:lnTo>
                    <a:pt x="741192" y="12354"/>
                  </a:lnTo>
                  <a:lnTo>
                    <a:pt x="667114" y="7542"/>
                  </a:lnTo>
                  <a:lnTo>
                    <a:pt x="607701" y="4111"/>
                  </a:lnTo>
                  <a:lnTo>
                    <a:pt x="564856" y="1897"/>
                  </a:lnTo>
                  <a:lnTo>
                    <a:pt x="538334" y="665"/>
                  </a:lnTo>
                  <a:lnTo>
                    <a:pt x="525632" y="133"/>
                  </a:lnTo>
                  <a:lnTo>
                    <a:pt x="522233" y="3"/>
                  </a:lnTo>
                  <a:lnTo>
                    <a:pt x="522133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160" name="pg1160"/>
            <p:cNvSpPr/>
            <p:nvPr/>
          </p:nvSpPr>
          <p:spPr>
            <a:xfrm>
              <a:off x="386606" y="4506081"/>
              <a:ext cx="8554953" cy="1242377"/>
            </a:xfrm>
            <a:custGeom>
              <a:avLst/>
              <a:pathLst>
                <a:path w="8554953" h="1242377">
                  <a:moveTo>
                    <a:pt x="0" y="5647"/>
                  </a:moveTo>
                  <a:lnTo>
                    <a:pt x="522133" y="5647"/>
                  </a:lnTo>
                  <a:lnTo>
                    <a:pt x="523379" y="5683"/>
                  </a:lnTo>
                  <a:lnTo>
                    <a:pt x="531530" y="5942"/>
                  </a:lnTo>
                  <a:lnTo>
                    <a:pt x="551919" y="6657"/>
                  </a:lnTo>
                  <a:lnTo>
                    <a:pt x="587971" y="8062"/>
                  </a:lnTo>
                  <a:lnTo>
                    <a:pt x="640892" y="10364"/>
                  </a:lnTo>
                  <a:lnTo>
                    <a:pt x="709610" y="13718"/>
                  </a:lnTo>
                  <a:lnTo>
                    <a:pt x="791141" y="18216"/>
                  </a:lnTo>
                  <a:lnTo>
                    <a:pt x="881332" y="23886"/>
                  </a:lnTo>
                  <a:lnTo>
                    <a:pt x="975747" y="30715"/>
                  </a:lnTo>
                  <a:lnTo>
                    <a:pt x="1070398" y="38677"/>
                  </a:lnTo>
                  <a:lnTo>
                    <a:pt x="1162197" y="47756"/>
                  </a:lnTo>
                  <a:lnTo>
                    <a:pt x="1249098" y="57966"/>
                  </a:lnTo>
                  <a:lnTo>
                    <a:pt x="1330014" y="69368"/>
                  </a:lnTo>
                  <a:lnTo>
                    <a:pt x="1404630" y="82071"/>
                  </a:lnTo>
                  <a:lnTo>
                    <a:pt x="1473186" y="96231"/>
                  </a:lnTo>
                  <a:lnTo>
                    <a:pt x="1536282" y="112052"/>
                  </a:lnTo>
                  <a:lnTo>
                    <a:pt x="1594730" y="129772"/>
                  </a:lnTo>
                  <a:lnTo>
                    <a:pt x="1649439" y="149648"/>
                  </a:lnTo>
                  <a:lnTo>
                    <a:pt x="1701328" y="171926"/>
                  </a:lnTo>
                  <a:lnTo>
                    <a:pt x="1751253" y="196785"/>
                  </a:lnTo>
                  <a:lnTo>
                    <a:pt x="1768425" y="206121"/>
                  </a:lnTo>
                  <a:lnTo>
                    <a:pt x="1816406" y="234282"/>
                  </a:lnTo>
                  <a:lnTo>
                    <a:pt x="1863919" y="265088"/>
                  </a:lnTo>
                  <a:lnTo>
                    <a:pt x="1911393" y="298584"/>
                  </a:lnTo>
                  <a:lnTo>
                    <a:pt x="1959136" y="334741"/>
                  </a:lnTo>
                  <a:lnTo>
                    <a:pt x="2007344" y="373444"/>
                  </a:lnTo>
                  <a:lnTo>
                    <a:pt x="2056121" y="414489"/>
                  </a:lnTo>
                  <a:lnTo>
                    <a:pt x="2105480" y="457581"/>
                  </a:lnTo>
                  <a:lnTo>
                    <a:pt x="2155362" y="502335"/>
                  </a:lnTo>
                  <a:lnTo>
                    <a:pt x="2205649" y="548296"/>
                  </a:lnTo>
                  <a:lnTo>
                    <a:pt x="2256176" y="594949"/>
                  </a:lnTo>
                  <a:lnTo>
                    <a:pt x="2306754" y="641746"/>
                  </a:lnTo>
                  <a:lnTo>
                    <a:pt x="2357188" y="688131"/>
                  </a:lnTo>
                  <a:lnTo>
                    <a:pt x="2407298" y="733572"/>
                  </a:lnTo>
                  <a:lnTo>
                    <a:pt x="2456940" y="777577"/>
                  </a:lnTo>
                  <a:lnTo>
                    <a:pt x="2506021" y="819724"/>
                  </a:lnTo>
                  <a:lnTo>
                    <a:pt x="2554516" y="859671"/>
                  </a:lnTo>
                  <a:lnTo>
                    <a:pt x="2602482" y="897166"/>
                  </a:lnTo>
                  <a:lnTo>
                    <a:pt x="2650064" y="932049"/>
                  </a:lnTo>
                  <a:lnTo>
                    <a:pt x="2697511" y="964246"/>
                  </a:lnTo>
                  <a:lnTo>
                    <a:pt x="2745188" y="993766"/>
                  </a:lnTo>
                  <a:lnTo>
                    <a:pt x="2770117" y="1008020"/>
                  </a:lnTo>
                  <a:lnTo>
                    <a:pt x="2819530" y="1033800"/>
                  </a:lnTo>
                  <a:lnTo>
                    <a:pt x="2870639" y="1056968"/>
                  </a:lnTo>
                  <a:lnTo>
                    <a:pt x="2924257" y="1077660"/>
                  </a:lnTo>
                  <a:lnTo>
                    <a:pt x="2981288" y="1096107"/>
                  </a:lnTo>
                  <a:lnTo>
                    <a:pt x="3042655" y="1112564"/>
                  </a:lnTo>
                  <a:lnTo>
                    <a:pt x="3109215" y="1127282"/>
                  </a:lnTo>
                  <a:lnTo>
                    <a:pt x="3181657" y="1140475"/>
                  </a:lnTo>
                  <a:lnTo>
                    <a:pt x="3260368" y="1152318"/>
                  </a:lnTo>
                  <a:lnTo>
                    <a:pt x="3345250" y="1162937"/>
                  </a:lnTo>
                  <a:lnTo>
                    <a:pt x="3435513" y="1172408"/>
                  </a:lnTo>
                  <a:lnTo>
                    <a:pt x="3529463" y="1180762"/>
                  </a:lnTo>
                  <a:lnTo>
                    <a:pt x="3624374" y="1187992"/>
                  </a:lnTo>
                  <a:lnTo>
                    <a:pt x="3716542" y="1194071"/>
                  </a:lnTo>
                  <a:lnTo>
                    <a:pt x="3801613" y="1198979"/>
                  </a:lnTo>
                  <a:lnTo>
                    <a:pt x="3875240" y="1202727"/>
                  </a:lnTo>
                  <a:lnTo>
                    <a:pt x="3933932" y="1205383"/>
                  </a:lnTo>
                  <a:lnTo>
                    <a:pt x="3975880" y="1207081"/>
                  </a:lnTo>
                  <a:lnTo>
                    <a:pt x="4001478" y="1208013"/>
                  </a:lnTo>
                  <a:lnTo>
                    <a:pt x="4013402" y="1208404"/>
                  </a:lnTo>
                  <a:lnTo>
                    <a:pt x="4016409" y="1208494"/>
                  </a:lnTo>
                  <a:lnTo>
                    <a:pt x="4538543" y="1208494"/>
                  </a:lnTo>
                  <a:lnTo>
                    <a:pt x="4539813" y="1208495"/>
                  </a:lnTo>
                  <a:lnTo>
                    <a:pt x="4548114" y="1208503"/>
                  </a:lnTo>
                  <a:lnTo>
                    <a:pt x="4568866" y="1208523"/>
                  </a:lnTo>
                  <a:lnTo>
                    <a:pt x="4605525" y="1208563"/>
                  </a:lnTo>
                  <a:lnTo>
                    <a:pt x="4659269" y="1208630"/>
                  </a:lnTo>
                  <a:lnTo>
                    <a:pt x="4728939" y="1208726"/>
                  </a:lnTo>
                  <a:lnTo>
                    <a:pt x="4811440" y="1208855"/>
                  </a:lnTo>
                  <a:lnTo>
                    <a:pt x="4902512" y="1209017"/>
                  </a:lnTo>
                  <a:lnTo>
                    <a:pt x="4997638" y="1209212"/>
                  </a:lnTo>
                  <a:lnTo>
                    <a:pt x="5092797" y="1209440"/>
                  </a:lnTo>
                  <a:lnTo>
                    <a:pt x="5184905" y="1209699"/>
                  </a:lnTo>
                  <a:lnTo>
                    <a:pt x="5271944" y="1209991"/>
                  </a:lnTo>
                  <a:lnTo>
                    <a:pt x="5352874" y="1210317"/>
                  </a:lnTo>
                  <a:lnTo>
                    <a:pt x="5427425" y="1210681"/>
                  </a:lnTo>
                  <a:lnTo>
                    <a:pt x="5495880" y="1211086"/>
                  </a:lnTo>
                  <a:lnTo>
                    <a:pt x="5558877" y="1211540"/>
                  </a:lnTo>
                  <a:lnTo>
                    <a:pt x="5617258" y="1212048"/>
                  </a:lnTo>
                  <a:lnTo>
                    <a:pt x="5671954" y="1212619"/>
                  </a:lnTo>
                  <a:lnTo>
                    <a:pt x="5723900" y="1213259"/>
                  </a:lnTo>
                  <a:lnTo>
                    <a:pt x="5773951" y="1213973"/>
                  </a:lnTo>
                  <a:lnTo>
                    <a:pt x="5784835" y="1214141"/>
                  </a:lnTo>
                  <a:lnTo>
                    <a:pt x="5839088" y="1215044"/>
                  </a:lnTo>
                  <a:lnTo>
                    <a:pt x="5892818" y="1216043"/>
                  </a:lnTo>
                  <a:lnTo>
                    <a:pt x="5946614" y="1217139"/>
                  </a:lnTo>
                  <a:lnTo>
                    <a:pt x="6000866" y="1218330"/>
                  </a:lnTo>
                  <a:lnTo>
                    <a:pt x="6055796" y="1219609"/>
                  </a:lnTo>
                  <a:lnTo>
                    <a:pt x="6111474" y="1220965"/>
                  </a:lnTo>
                  <a:lnTo>
                    <a:pt x="6167844" y="1222385"/>
                  </a:lnTo>
                  <a:lnTo>
                    <a:pt x="6224744" y="1223850"/>
                  </a:lnTo>
                  <a:lnTo>
                    <a:pt x="6281939" y="1225338"/>
                  </a:lnTo>
                  <a:lnTo>
                    <a:pt x="6339153" y="1226828"/>
                  </a:lnTo>
                  <a:lnTo>
                    <a:pt x="6396106" y="1228297"/>
                  </a:lnTo>
                  <a:lnTo>
                    <a:pt x="6452557" y="1229724"/>
                  </a:lnTo>
                  <a:lnTo>
                    <a:pt x="6508331" y="1231089"/>
                  </a:lnTo>
                  <a:lnTo>
                    <a:pt x="6563357" y="1232379"/>
                  </a:lnTo>
                  <a:lnTo>
                    <a:pt x="6617688" y="1233582"/>
                  </a:lnTo>
                  <a:lnTo>
                    <a:pt x="6671526" y="1234690"/>
                  </a:lnTo>
                  <a:lnTo>
                    <a:pt x="6725236" y="1235702"/>
                  </a:lnTo>
                  <a:lnTo>
                    <a:pt x="6779379" y="1236617"/>
                  </a:lnTo>
                  <a:lnTo>
                    <a:pt x="6786527" y="1236730"/>
                  </a:lnTo>
                  <a:lnTo>
                    <a:pt x="6836261" y="1237461"/>
                  </a:lnTo>
                  <a:lnTo>
                    <a:pt x="6887718" y="1238117"/>
                  </a:lnTo>
                  <a:lnTo>
                    <a:pt x="6941727" y="1238702"/>
                  </a:lnTo>
                  <a:lnTo>
                    <a:pt x="6999211" y="1239224"/>
                  </a:lnTo>
                  <a:lnTo>
                    <a:pt x="7061111" y="1239689"/>
                  </a:lnTo>
                  <a:lnTo>
                    <a:pt x="7128295" y="1240105"/>
                  </a:lnTo>
                  <a:lnTo>
                    <a:pt x="7201459" y="1240477"/>
                  </a:lnTo>
                  <a:lnTo>
                    <a:pt x="7280978" y="1240811"/>
                  </a:lnTo>
                  <a:lnTo>
                    <a:pt x="7366726" y="1241110"/>
                  </a:lnTo>
                  <a:lnTo>
                    <a:pt x="7457850" y="1241377"/>
                  </a:lnTo>
                  <a:lnTo>
                    <a:pt x="7552563" y="1241611"/>
                  </a:lnTo>
                  <a:lnTo>
                    <a:pt x="7648015" y="1241814"/>
                  </a:lnTo>
                  <a:lnTo>
                    <a:pt x="7740364" y="1241984"/>
                  </a:lnTo>
                  <a:lnTo>
                    <a:pt x="7825149" y="1242120"/>
                  </a:lnTo>
                  <a:lnTo>
                    <a:pt x="7897978" y="1242223"/>
                  </a:lnTo>
                  <a:lnTo>
                    <a:pt x="7955420" y="1242296"/>
                  </a:lnTo>
                  <a:lnTo>
                    <a:pt x="7995839" y="1242341"/>
                  </a:lnTo>
                  <a:lnTo>
                    <a:pt x="8019886" y="1242365"/>
                  </a:lnTo>
                  <a:lnTo>
                    <a:pt x="8030537" y="1242375"/>
                  </a:lnTo>
                  <a:lnTo>
                    <a:pt x="8032819" y="1242377"/>
                  </a:lnTo>
                  <a:lnTo>
                    <a:pt x="8554953" y="1242377"/>
                  </a:lnTo>
                  <a:lnTo>
                    <a:pt x="8554953" y="1236730"/>
                  </a:lnTo>
                  <a:lnTo>
                    <a:pt x="8032819" y="1236730"/>
                  </a:lnTo>
                  <a:lnTo>
                    <a:pt x="8031549" y="1236729"/>
                  </a:lnTo>
                  <a:lnTo>
                    <a:pt x="8023248" y="1236722"/>
                  </a:lnTo>
                  <a:lnTo>
                    <a:pt x="8002496" y="1236701"/>
                  </a:lnTo>
                  <a:lnTo>
                    <a:pt x="7965837" y="1236661"/>
                  </a:lnTo>
                  <a:lnTo>
                    <a:pt x="7912093" y="1236595"/>
                  </a:lnTo>
                  <a:lnTo>
                    <a:pt x="7842423" y="1236498"/>
                  </a:lnTo>
                  <a:lnTo>
                    <a:pt x="7759922" y="1236369"/>
                  </a:lnTo>
                  <a:lnTo>
                    <a:pt x="7668850" y="1236207"/>
                  </a:lnTo>
                  <a:lnTo>
                    <a:pt x="7573724" y="1236012"/>
                  </a:lnTo>
                  <a:lnTo>
                    <a:pt x="7478565" y="1235784"/>
                  </a:lnTo>
                  <a:lnTo>
                    <a:pt x="7386457" y="1235525"/>
                  </a:lnTo>
                  <a:lnTo>
                    <a:pt x="7299418" y="1235233"/>
                  </a:lnTo>
                  <a:lnTo>
                    <a:pt x="7218488" y="1234907"/>
                  </a:lnTo>
                  <a:lnTo>
                    <a:pt x="7143937" y="1234543"/>
                  </a:lnTo>
                  <a:lnTo>
                    <a:pt x="7075482" y="1234138"/>
                  </a:lnTo>
                  <a:lnTo>
                    <a:pt x="7012485" y="1233684"/>
                  </a:lnTo>
                  <a:lnTo>
                    <a:pt x="6954104" y="1233176"/>
                  </a:lnTo>
                  <a:lnTo>
                    <a:pt x="6899408" y="1232605"/>
                  </a:lnTo>
                  <a:lnTo>
                    <a:pt x="6847462" y="1231965"/>
                  </a:lnTo>
                  <a:lnTo>
                    <a:pt x="6797411" y="1231251"/>
                  </a:lnTo>
                  <a:lnTo>
                    <a:pt x="6786527" y="1231083"/>
                  </a:lnTo>
                  <a:lnTo>
                    <a:pt x="6732274" y="1230180"/>
                  </a:lnTo>
                  <a:lnTo>
                    <a:pt x="6678544" y="1229181"/>
                  </a:lnTo>
                  <a:lnTo>
                    <a:pt x="6624748" y="1228085"/>
                  </a:lnTo>
                  <a:lnTo>
                    <a:pt x="6570496" y="1226894"/>
                  </a:lnTo>
                  <a:lnTo>
                    <a:pt x="6515566" y="1225615"/>
                  </a:lnTo>
                  <a:lnTo>
                    <a:pt x="6459888" y="1224259"/>
                  </a:lnTo>
                  <a:lnTo>
                    <a:pt x="6403518" y="1222839"/>
                  </a:lnTo>
                  <a:lnTo>
                    <a:pt x="6346618" y="1221374"/>
                  </a:lnTo>
                  <a:lnTo>
                    <a:pt x="6289423" y="1219886"/>
                  </a:lnTo>
                  <a:lnTo>
                    <a:pt x="6232209" y="1218396"/>
                  </a:lnTo>
                  <a:lnTo>
                    <a:pt x="6175256" y="1216927"/>
                  </a:lnTo>
                  <a:lnTo>
                    <a:pt x="6118805" y="1215501"/>
                  </a:lnTo>
                  <a:lnTo>
                    <a:pt x="6063031" y="1214135"/>
                  </a:lnTo>
                  <a:lnTo>
                    <a:pt x="6008005" y="1212845"/>
                  </a:lnTo>
                  <a:lnTo>
                    <a:pt x="5953674" y="1211642"/>
                  </a:lnTo>
                  <a:lnTo>
                    <a:pt x="5899836" y="1210534"/>
                  </a:lnTo>
                  <a:lnTo>
                    <a:pt x="5846126" y="1209522"/>
                  </a:lnTo>
                  <a:lnTo>
                    <a:pt x="5791983" y="1208607"/>
                  </a:lnTo>
                  <a:lnTo>
                    <a:pt x="5784835" y="1208494"/>
                  </a:lnTo>
                  <a:lnTo>
                    <a:pt x="5735101" y="1207763"/>
                  </a:lnTo>
                  <a:lnTo>
                    <a:pt x="5683644" y="1207107"/>
                  </a:lnTo>
                  <a:lnTo>
                    <a:pt x="5629635" y="1206522"/>
                  </a:lnTo>
                  <a:lnTo>
                    <a:pt x="5572150" y="1206000"/>
                  </a:lnTo>
                  <a:lnTo>
                    <a:pt x="5510251" y="1205535"/>
                  </a:lnTo>
                  <a:lnTo>
                    <a:pt x="5443067" y="1205120"/>
                  </a:lnTo>
                  <a:lnTo>
                    <a:pt x="5369903" y="1204747"/>
                  </a:lnTo>
                  <a:lnTo>
                    <a:pt x="5290383" y="1204413"/>
                  </a:lnTo>
                  <a:lnTo>
                    <a:pt x="5204636" y="1204114"/>
                  </a:lnTo>
                  <a:lnTo>
                    <a:pt x="5113512" y="1203847"/>
                  </a:lnTo>
                  <a:lnTo>
                    <a:pt x="5018799" y="1203613"/>
                  </a:lnTo>
                  <a:lnTo>
                    <a:pt x="4923347" y="1203410"/>
                  </a:lnTo>
                  <a:lnTo>
                    <a:pt x="4830998" y="1203240"/>
                  </a:lnTo>
                  <a:lnTo>
                    <a:pt x="4746212" y="1203104"/>
                  </a:lnTo>
                  <a:lnTo>
                    <a:pt x="4673384" y="1203001"/>
                  </a:lnTo>
                  <a:lnTo>
                    <a:pt x="4615942" y="1202929"/>
                  </a:lnTo>
                  <a:lnTo>
                    <a:pt x="4575523" y="1202883"/>
                  </a:lnTo>
                  <a:lnTo>
                    <a:pt x="4551476" y="1202859"/>
                  </a:lnTo>
                  <a:lnTo>
                    <a:pt x="4540825" y="1202849"/>
                  </a:lnTo>
                  <a:lnTo>
                    <a:pt x="4538543" y="1202847"/>
                  </a:lnTo>
                  <a:lnTo>
                    <a:pt x="4016409" y="1202847"/>
                  </a:lnTo>
                  <a:lnTo>
                    <a:pt x="4015163" y="1202811"/>
                  </a:lnTo>
                  <a:lnTo>
                    <a:pt x="4007013" y="1202552"/>
                  </a:lnTo>
                  <a:lnTo>
                    <a:pt x="3986624" y="1201837"/>
                  </a:lnTo>
                  <a:lnTo>
                    <a:pt x="3950572" y="1200431"/>
                  </a:lnTo>
                  <a:lnTo>
                    <a:pt x="3897650" y="1198130"/>
                  </a:lnTo>
                  <a:lnTo>
                    <a:pt x="3828932" y="1194775"/>
                  </a:lnTo>
                  <a:lnTo>
                    <a:pt x="3747402" y="1190278"/>
                  </a:lnTo>
                  <a:lnTo>
                    <a:pt x="3657210" y="1184608"/>
                  </a:lnTo>
                  <a:lnTo>
                    <a:pt x="3562795" y="1177778"/>
                  </a:lnTo>
                  <a:lnTo>
                    <a:pt x="3468144" y="1169816"/>
                  </a:lnTo>
                  <a:lnTo>
                    <a:pt x="3376345" y="1160738"/>
                  </a:lnTo>
                  <a:lnTo>
                    <a:pt x="3289444" y="1150527"/>
                  </a:lnTo>
                  <a:lnTo>
                    <a:pt x="3208528" y="1139125"/>
                  </a:lnTo>
                  <a:lnTo>
                    <a:pt x="3133912" y="1126423"/>
                  </a:lnTo>
                  <a:lnTo>
                    <a:pt x="3065356" y="1112263"/>
                  </a:lnTo>
                  <a:lnTo>
                    <a:pt x="3002260" y="1096442"/>
                  </a:lnTo>
                  <a:lnTo>
                    <a:pt x="2943812" y="1078722"/>
                  </a:lnTo>
                  <a:lnTo>
                    <a:pt x="2889104" y="1058846"/>
                  </a:lnTo>
                  <a:lnTo>
                    <a:pt x="2837214" y="1036568"/>
                  </a:lnTo>
                  <a:lnTo>
                    <a:pt x="2787290" y="1011709"/>
                  </a:lnTo>
                  <a:lnTo>
                    <a:pt x="2770117" y="1002372"/>
                  </a:lnTo>
                  <a:lnTo>
                    <a:pt x="2722136" y="974212"/>
                  </a:lnTo>
                  <a:lnTo>
                    <a:pt x="2674623" y="943406"/>
                  </a:lnTo>
                  <a:lnTo>
                    <a:pt x="2627149" y="909910"/>
                  </a:lnTo>
                  <a:lnTo>
                    <a:pt x="2579406" y="873753"/>
                  </a:lnTo>
                  <a:lnTo>
                    <a:pt x="2531198" y="835050"/>
                  </a:lnTo>
                  <a:lnTo>
                    <a:pt x="2482422" y="794004"/>
                  </a:lnTo>
                  <a:lnTo>
                    <a:pt x="2433063" y="750913"/>
                  </a:lnTo>
                  <a:lnTo>
                    <a:pt x="2383180" y="706158"/>
                  </a:lnTo>
                  <a:lnTo>
                    <a:pt x="2332893" y="660197"/>
                  </a:lnTo>
                  <a:lnTo>
                    <a:pt x="2282366" y="613545"/>
                  </a:lnTo>
                  <a:lnTo>
                    <a:pt x="2231788" y="566748"/>
                  </a:lnTo>
                  <a:lnTo>
                    <a:pt x="2181354" y="520362"/>
                  </a:lnTo>
                  <a:lnTo>
                    <a:pt x="2131244" y="474922"/>
                  </a:lnTo>
                  <a:lnTo>
                    <a:pt x="2081602" y="430917"/>
                  </a:lnTo>
                  <a:lnTo>
                    <a:pt x="2032521" y="388769"/>
                  </a:lnTo>
                  <a:lnTo>
                    <a:pt x="1984026" y="348822"/>
                  </a:lnTo>
                  <a:lnTo>
                    <a:pt x="1936060" y="311327"/>
                  </a:lnTo>
                  <a:lnTo>
                    <a:pt x="1888478" y="276445"/>
                  </a:lnTo>
                  <a:lnTo>
                    <a:pt x="1841031" y="244247"/>
                  </a:lnTo>
                  <a:lnTo>
                    <a:pt x="1793354" y="214727"/>
                  </a:lnTo>
                  <a:lnTo>
                    <a:pt x="1768425" y="200474"/>
                  </a:lnTo>
                  <a:lnTo>
                    <a:pt x="1719012" y="174693"/>
                  </a:lnTo>
                  <a:lnTo>
                    <a:pt x="1667903" y="151525"/>
                  </a:lnTo>
                  <a:lnTo>
                    <a:pt x="1614286" y="130833"/>
                  </a:lnTo>
                  <a:lnTo>
                    <a:pt x="1557254" y="112387"/>
                  </a:lnTo>
                  <a:lnTo>
                    <a:pt x="1495887" y="95929"/>
                  </a:lnTo>
                  <a:lnTo>
                    <a:pt x="1429327" y="81212"/>
                  </a:lnTo>
                  <a:lnTo>
                    <a:pt x="1356885" y="68019"/>
                  </a:lnTo>
                  <a:lnTo>
                    <a:pt x="1278174" y="56176"/>
                  </a:lnTo>
                  <a:lnTo>
                    <a:pt x="1193292" y="45557"/>
                  </a:lnTo>
                  <a:lnTo>
                    <a:pt x="1103029" y="36085"/>
                  </a:lnTo>
                  <a:lnTo>
                    <a:pt x="1009079" y="27732"/>
                  </a:lnTo>
                  <a:lnTo>
                    <a:pt x="914168" y="20502"/>
                  </a:lnTo>
                  <a:lnTo>
                    <a:pt x="822001" y="14423"/>
                  </a:lnTo>
                  <a:lnTo>
                    <a:pt x="736929" y="9515"/>
                  </a:lnTo>
                  <a:lnTo>
                    <a:pt x="663302" y="5767"/>
                  </a:lnTo>
                  <a:lnTo>
                    <a:pt x="604610" y="3111"/>
                  </a:lnTo>
                  <a:lnTo>
                    <a:pt x="562662" y="1412"/>
                  </a:lnTo>
                  <a:lnTo>
                    <a:pt x="537064" y="481"/>
                  </a:lnTo>
                  <a:lnTo>
                    <a:pt x="525140" y="89"/>
                  </a:lnTo>
                  <a:lnTo>
                    <a:pt x="5221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C1B3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1161" name="pl1161"/>
            <p:cNvSpPr/>
            <p:nvPr/>
          </p:nvSpPr>
          <p:spPr>
            <a:xfrm>
              <a:off x="386606" y="4511729"/>
              <a:ext cx="8554953" cy="1236730"/>
            </a:xfrm>
            <a:custGeom>
              <a:avLst/>
              <a:pathLst>
                <a:path w="8554953" h="1236730">
                  <a:moveTo>
                    <a:pt x="0" y="0"/>
                  </a:moveTo>
                  <a:lnTo>
                    <a:pt x="522133" y="0"/>
                  </a:lnTo>
                  <a:lnTo>
                    <a:pt x="523379" y="36"/>
                  </a:lnTo>
                  <a:lnTo>
                    <a:pt x="531530" y="294"/>
                  </a:lnTo>
                  <a:lnTo>
                    <a:pt x="551919" y="1010"/>
                  </a:lnTo>
                  <a:lnTo>
                    <a:pt x="587971" y="2415"/>
                  </a:lnTo>
                  <a:lnTo>
                    <a:pt x="640892" y="4717"/>
                  </a:lnTo>
                  <a:lnTo>
                    <a:pt x="709610" y="8071"/>
                  </a:lnTo>
                  <a:lnTo>
                    <a:pt x="791141" y="12568"/>
                  </a:lnTo>
                  <a:lnTo>
                    <a:pt x="881332" y="18238"/>
                  </a:lnTo>
                  <a:lnTo>
                    <a:pt x="975747" y="25068"/>
                  </a:lnTo>
                  <a:lnTo>
                    <a:pt x="1070398" y="33030"/>
                  </a:lnTo>
                  <a:lnTo>
                    <a:pt x="1162197" y="42109"/>
                  </a:lnTo>
                  <a:lnTo>
                    <a:pt x="1249098" y="52319"/>
                  </a:lnTo>
                  <a:lnTo>
                    <a:pt x="1330014" y="63721"/>
                  </a:lnTo>
                  <a:lnTo>
                    <a:pt x="1404630" y="76424"/>
                  </a:lnTo>
                  <a:lnTo>
                    <a:pt x="1473186" y="90584"/>
                  </a:lnTo>
                  <a:lnTo>
                    <a:pt x="1536282" y="106405"/>
                  </a:lnTo>
                  <a:lnTo>
                    <a:pt x="1594730" y="124124"/>
                  </a:lnTo>
                  <a:lnTo>
                    <a:pt x="1649439" y="144001"/>
                  </a:lnTo>
                  <a:lnTo>
                    <a:pt x="1701328" y="166279"/>
                  </a:lnTo>
                  <a:lnTo>
                    <a:pt x="1751253" y="191137"/>
                  </a:lnTo>
                  <a:lnTo>
                    <a:pt x="1768425" y="200474"/>
                  </a:lnTo>
                  <a:lnTo>
                    <a:pt x="1816406" y="228635"/>
                  </a:lnTo>
                  <a:lnTo>
                    <a:pt x="1863919" y="259440"/>
                  </a:lnTo>
                  <a:lnTo>
                    <a:pt x="1911393" y="292937"/>
                  </a:lnTo>
                  <a:lnTo>
                    <a:pt x="1959136" y="329093"/>
                  </a:lnTo>
                  <a:lnTo>
                    <a:pt x="2007344" y="367797"/>
                  </a:lnTo>
                  <a:lnTo>
                    <a:pt x="2056121" y="408842"/>
                  </a:lnTo>
                  <a:lnTo>
                    <a:pt x="2105480" y="451934"/>
                  </a:lnTo>
                  <a:lnTo>
                    <a:pt x="2155362" y="496688"/>
                  </a:lnTo>
                  <a:lnTo>
                    <a:pt x="2205649" y="542649"/>
                  </a:lnTo>
                  <a:lnTo>
                    <a:pt x="2256176" y="589302"/>
                  </a:lnTo>
                  <a:lnTo>
                    <a:pt x="2306754" y="636098"/>
                  </a:lnTo>
                  <a:lnTo>
                    <a:pt x="2357188" y="682484"/>
                  </a:lnTo>
                  <a:lnTo>
                    <a:pt x="2407298" y="727925"/>
                  </a:lnTo>
                  <a:lnTo>
                    <a:pt x="2456940" y="771930"/>
                  </a:lnTo>
                  <a:lnTo>
                    <a:pt x="2506021" y="814077"/>
                  </a:lnTo>
                  <a:lnTo>
                    <a:pt x="2554516" y="854024"/>
                  </a:lnTo>
                  <a:lnTo>
                    <a:pt x="2602482" y="891519"/>
                  </a:lnTo>
                  <a:lnTo>
                    <a:pt x="2650064" y="926402"/>
                  </a:lnTo>
                  <a:lnTo>
                    <a:pt x="2697511" y="958599"/>
                  </a:lnTo>
                  <a:lnTo>
                    <a:pt x="2745188" y="988119"/>
                  </a:lnTo>
                  <a:lnTo>
                    <a:pt x="2770117" y="1002372"/>
                  </a:lnTo>
                  <a:lnTo>
                    <a:pt x="2819530" y="1028153"/>
                  </a:lnTo>
                  <a:lnTo>
                    <a:pt x="2870639" y="1051321"/>
                  </a:lnTo>
                  <a:lnTo>
                    <a:pt x="2924257" y="1072013"/>
                  </a:lnTo>
                  <a:lnTo>
                    <a:pt x="2981288" y="1090459"/>
                  </a:lnTo>
                  <a:lnTo>
                    <a:pt x="3042655" y="1106917"/>
                  </a:lnTo>
                  <a:lnTo>
                    <a:pt x="3109215" y="1121635"/>
                  </a:lnTo>
                  <a:lnTo>
                    <a:pt x="3181657" y="1134828"/>
                  </a:lnTo>
                  <a:lnTo>
                    <a:pt x="3260368" y="1146671"/>
                  </a:lnTo>
                  <a:lnTo>
                    <a:pt x="3345250" y="1157290"/>
                  </a:lnTo>
                  <a:lnTo>
                    <a:pt x="3435513" y="1166761"/>
                  </a:lnTo>
                  <a:lnTo>
                    <a:pt x="3529463" y="1175115"/>
                  </a:lnTo>
                  <a:lnTo>
                    <a:pt x="3624374" y="1182345"/>
                  </a:lnTo>
                  <a:lnTo>
                    <a:pt x="3716542" y="1188424"/>
                  </a:lnTo>
                  <a:lnTo>
                    <a:pt x="3801613" y="1193332"/>
                  </a:lnTo>
                  <a:lnTo>
                    <a:pt x="3875240" y="1197080"/>
                  </a:lnTo>
                  <a:lnTo>
                    <a:pt x="3933932" y="1199736"/>
                  </a:lnTo>
                  <a:lnTo>
                    <a:pt x="3975880" y="1201434"/>
                  </a:lnTo>
                  <a:lnTo>
                    <a:pt x="4001478" y="1202365"/>
                  </a:lnTo>
                  <a:lnTo>
                    <a:pt x="4013402" y="1202757"/>
                  </a:lnTo>
                  <a:lnTo>
                    <a:pt x="4016354" y="1202845"/>
                  </a:lnTo>
                  <a:lnTo>
                    <a:pt x="4016409" y="1202847"/>
                  </a:lnTo>
                  <a:lnTo>
                    <a:pt x="4538543" y="1202847"/>
                  </a:lnTo>
                  <a:lnTo>
                    <a:pt x="4539813" y="1202848"/>
                  </a:lnTo>
                  <a:lnTo>
                    <a:pt x="4548114" y="1202855"/>
                  </a:lnTo>
                  <a:lnTo>
                    <a:pt x="4568866" y="1202876"/>
                  </a:lnTo>
                  <a:lnTo>
                    <a:pt x="4605525" y="1202916"/>
                  </a:lnTo>
                  <a:lnTo>
                    <a:pt x="4659269" y="1202982"/>
                  </a:lnTo>
                  <a:lnTo>
                    <a:pt x="4728939" y="1203079"/>
                  </a:lnTo>
                  <a:lnTo>
                    <a:pt x="4811440" y="1203207"/>
                  </a:lnTo>
                  <a:lnTo>
                    <a:pt x="4902512" y="1203370"/>
                  </a:lnTo>
                  <a:lnTo>
                    <a:pt x="4997638" y="1203565"/>
                  </a:lnTo>
                  <a:lnTo>
                    <a:pt x="5092797" y="1203793"/>
                  </a:lnTo>
                  <a:lnTo>
                    <a:pt x="5184905" y="1204052"/>
                  </a:lnTo>
                  <a:lnTo>
                    <a:pt x="5271944" y="1204344"/>
                  </a:lnTo>
                  <a:lnTo>
                    <a:pt x="5352874" y="1204670"/>
                  </a:lnTo>
                  <a:lnTo>
                    <a:pt x="5427425" y="1205034"/>
                  </a:lnTo>
                  <a:lnTo>
                    <a:pt x="5495880" y="1205439"/>
                  </a:lnTo>
                  <a:lnTo>
                    <a:pt x="5558877" y="1205893"/>
                  </a:lnTo>
                  <a:lnTo>
                    <a:pt x="5617258" y="1206401"/>
                  </a:lnTo>
                  <a:lnTo>
                    <a:pt x="5671954" y="1206972"/>
                  </a:lnTo>
                  <a:lnTo>
                    <a:pt x="5723900" y="1207612"/>
                  </a:lnTo>
                  <a:lnTo>
                    <a:pt x="5773951" y="1208326"/>
                  </a:lnTo>
                  <a:lnTo>
                    <a:pt x="5784835" y="1208494"/>
                  </a:lnTo>
                  <a:lnTo>
                    <a:pt x="5839088" y="1209397"/>
                  </a:lnTo>
                  <a:lnTo>
                    <a:pt x="5892818" y="1210396"/>
                  </a:lnTo>
                  <a:lnTo>
                    <a:pt x="5946614" y="1211492"/>
                  </a:lnTo>
                  <a:lnTo>
                    <a:pt x="6000866" y="1212683"/>
                  </a:lnTo>
                  <a:lnTo>
                    <a:pt x="6055796" y="1213962"/>
                  </a:lnTo>
                  <a:lnTo>
                    <a:pt x="6111474" y="1215318"/>
                  </a:lnTo>
                  <a:lnTo>
                    <a:pt x="6167844" y="1216738"/>
                  </a:lnTo>
                  <a:lnTo>
                    <a:pt x="6224744" y="1218202"/>
                  </a:lnTo>
                  <a:lnTo>
                    <a:pt x="6281939" y="1219691"/>
                  </a:lnTo>
                  <a:lnTo>
                    <a:pt x="6339153" y="1221181"/>
                  </a:lnTo>
                  <a:lnTo>
                    <a:pt x="6396106" y="1222650"/>
                  </a:lnTo>
                  <a:lnTo>
                    <a:pt x="6452557" y="1224076"/>
                  </a:lnTo>
                  <a:lnTo>
                    <a:pt x="6508331" y="1225442"/>
                  </a:lnTo>
                  <a:lnTo>
                    <a:pt x="6563357" y="1226732"/>
                  </a:lnTo>
                  <a:lnTo>
                    <a:pt x="6617688" y="1227934"/>
                  </a:lnTo>
                  <a:lnTo>
                    <a:pt x="6671526" y="1229043"/>
                  </a:lnTo>
                  <a:lnTo>
                    <a:pt x="6725236" y="1230055"/>
                  </a:lnTo>
                  <a:lnTo>
                    <a:pt x="6779379" y="1230970"/>
                  </a:lnTo>
                  <a:lnTo>
                    <a:pt x="6786527" y="1231083"/>
                  </a:lnTo>
                  <a:lnTo>
                    <a:pt x="6836261" y="1231813"/>
                  </a:lnTo>
                  <a:lnTo>
                    <a:pt x="6887718" y="1232470"/>
                  </a:lnTo>
                  <a:lnTo>
                    <a:pt x="6941727" y="1233055"/>
                  </a:lnTo>
                  <a:lnTo>
                    <a:pt x="6999211" y="1233577"/>
                  </a:lnTo>
                  <a:lnTo>
                    <a:pt x="7061111" y="1234042"/>
                  </a:lnTo>
                  <a:lnTo>
                    <a:pt x="7128295" y="1234457"/>
                  </a:lnTo>
                  <a:lnTo>
                    <a:pt x="7201459" y="1234830"/>
                  </a:lnTo>
                  <a:lnTo>
                    <a:pt x="7280978" y="1235164"/>
                  </a:lnTo>
                  <a:lnTo>
                    <a:pt x="7366726" y="1235463"/>
                  </a:lnTo>
                  <a:lnTo>
                    <a:pt x="7457850" y="1235729"/>
                  </a:lnTo>
                  <a:lnTo>
                    <a:pt x="7552563" y="1235964"/>
                  </a:lnTo>
                  <a:lnTo>
                    <a:pt x="7648015" y="1236167"/>
                  </a:lnTo>
                  <a:lnTo>
                    <a:pt x="7740364" y="1236336"/>
                  </a:lnTo>
                  <a:lnTo>
                    <a:pt x="7825149" y="1236473"/>
                  </a:lnTo>
                  <a:lnTo>
                    <a:pt x="7897978" y="1236576"/>
                  </a:lnTo>
                  <a:lnTo>
                    <a:pt x="7955420" y="1236648"/>
                  </a:lnTo>
                  <a:lnTo>
                    <a:pt x="7995839" y="1236694"/>
                  </a:lnTo>
                  <a:lnTo>
                    <a:pt x="8019886" y="1236718"/>
                  </a:lnTo>
                  <a:lnTo>
                    <a:pt x="8030537" y="1236728"/>
                  </a:lnTo>
                  <a:lnTo>
                    <a:pt x="8032805" y="1236730"/>
                  </a:lnTo>
                  <a:lnTo>
                    <a:pt x="8032819" y="1236730"/>
                  </a:lnTo>
                  <a:lnTo>
                    <a:pt x="8554953" y="1236730"/>
                  </a:lnTo>
                  <a:lnTo>
                    <a:pt x="8554953" y="123673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162" name="pl1162"/>
            <p:cNvSpPr/>
            <p:nvPr/>
          </p:nvSpPr>
          <p:spPr>
            <a:xfrm>
              <a:off x="386606" y="4506081"/>
              <a:ext cx="8554953" cy="1236730"/>
            </a:xfrm>
            <a:custGeom>
              <a:avLst/>
              <a:pathLst>
                <a:path w="8554953" h="1236730">
                  <a:moveTo>
                    <a:pt x="8554953" y="1236730"/>
                  </a:moveTo>
                  <a:lnTo>
                    <a:pt x="8032819" y="1236730"/>
                  </a:lnTo>
                  <a:lnTo>
                    <a:pt x="8031549" y="1236729"/>
                  </a:lnTo>
                  <a:lnTo>
                    <a:pt x="8023248" y="1236722"/>
                  </a:lnTo>
                  <a:lnTo>
                    <a:pt x="8002496" y="1236701"/>
                  </a:lnTo>
                  <a:lnTo>
                    <a:pt x="7965837" y="1236661"/>
                  </a:lnTo>
                  <a:lnTo>
                    <a:pt x="7912093" y="1236595"/>
                  </a:lnTo>
                  <a:lnTo>
                    <a:pt x="7842423" y="1236498"/>
                  </a:lnTo>
                  <a:lnTo>
                    <a:pt x="7759922" y="1236369"/>
                  </a:lnTo>
                  <a:lnTo>
                    <a:pt x="7668850" y="1236207"/>
                  </a:lnTo>
                  <a:lnTo>
                    <a:pt x="7573724" y="1236012"/>
                  </a:lnTo>
                  <a:lnTo>
                    <a:pt x="7478565" y="1235784"/>
                  </a:lnTo>
                  <a:lnTo>
                    <a:pt x="7386457" y="1235525"/>
                  </a:lnTo>
                  <a:lnTo>
                    <a:pt x="7299418" y="1235233"/>
                  </a:lnTo>
                  <a:lnTo>
                    <a:pt x="7218488" y="1234907"/>
                  </a:lnTo>
                  <a:lnTo>
                    <a:pt x="7143937" y="1234543"/>
                  </a:lnTo>
                  <a:lnTo>
                    <a:pt x="7075482" y="1234138"/>
                  </a:lnTo>
                  <a:lnTo>
                    <a:pt x="7012485" y="1233684"/>
                  </a:lnTo>
                  <a:lnTo>
                    <a:pt x="6954104" y="1233176"/>
                  </a:lnTo>
                  <a:lnTo>
                    <a:pt x="6899408" y="1232605"/>
                  </a:lnTo>
                  <a:lnTo>
                    <a:pt x="6847462" y="1231965"/>
                  </a:lnTo>
                  <a:lnTo>
                    <a:pt x="6797411" y="1231251"/>
                  </a:lnTo>
                  <a:lnTo>
                    <a:pt x="6786527" y="1231083"/>
                  </a:lnTo>
                  <a:lnTo>
                    <a:pt x="6732274" y="1230180"/>
                  </a:lnTo>
                  <a:lnTo>
                    <a:pt x="6678544" y="1229181"/>
                  </a:lnTo>
                  <a:lnTo>
                    <a:pt x="6624748" y="1228085"/>
                  </a:lnTo>
                  <a:lnTo>
                    <a:pt x="6570496" y="1226894"/>
                  </a:lnTo>
                  <a:lnTo>
                    <a:pt x="6515566" y="1225615"/>
                  </a:lnTo>
                  <a:lnTo>
                    <a:pt x="6459888" y="1224259"/>
                  </a:lnTo>
                  <a:lnTo>
                    <a:pt x="6403518" y="1222839"/>
                  </a:lnTo>
                  <a:lnTo>
                    <a:pt x="6346618" y="1221374"/>
                  </a:lnTo>
                  <a:lnTo>
                    <a:pt x="6289423" y="1219886"/>
                  </a:lnTo>
                  <a:lnTo>
                    <a:pt x="6232209" y="1218396"/>
                  </a:lnTo>
                  <a:lnTo>
                    <a:pt x="6175256" y="1216927"/>
                  </a:lnTo>
                  <a:lnTo>
                    <a:pt x="6118805" y="1215501"/>
                  </a:lnTo>
                  <a:lnTo>
                    <a:pt x="6063031" y="1214135"/>
                  </a:lnTo>
                  <a:lnTo>
                    <a:pt x="6008005" y="1212845"/>
                  </a:lnTo>
                  <a:lnTo>
                    <a:pt x="5953674" y="1211642"/>
                  </a:lnTo>
                  <a:lnTo>
                    <a:pt x="5899836" y="1210534"/>
                  </a:lnTo>
                  <a:lnTo>
                    <a:pt x="5846126" y="1209522"/>
                  </a:lnTo>
                  <a:lnTo>
                    <a:pt x="5791983" y="1208607"/>
                  </a:lnTo>
                  <a:lnTo>
                    <a:pt x="5784835" y="1208494"/>
                  </a:lnTo>
                  <a:lnTo>
                    <a:pt x="5735101" y="1207763"/>
                  </a:lnTo>
                  <a:lnTo>
                    <a:pt x="5683644" y="1207107"/>
                  </a:lnTo>
                  <a:lnTo>
                    <a:pt x="5629635" y="1206522"/>
                  </a:lnTo>
                  <a:lnTo>
                    <a:pt x="5572150" y="1206000"/>
                  </a:lnTo>
                  <a:lnTo>
                    <a:pt x="5510251" y="1205535"/>
                  </a:lnTo>
                  <a:lnTo>
                    <a:pt x="5443067" y="1205120"/>
                  </a:lnTo>
                  <a:lnTo>
                    <a:pt x="5369903" y="1204747"/>
                  </a:lnTo>
                  <a:lnTo>
                    <a:pt x="5290383" y="1204413"/>
                  </a:lnTo>
                  <a:lnTo>
                    <a:pt x="5204636" y="1204114"/>
                  </a:lnTo>
                  <a:lnTo>
                    <a:pt x="5113512" y="1203847"/>
                  </a:lnTo>
                  <a:lnTo>
                    <a:pt x="5018799" y="1203613"/>
                  </a:lnTo>
                  <a:lnTo>
                    <a:pt x="4923347" y="1203410"/>
                  </a:lnTo>
                  <a:lnTo>
                    <a:pt x="4830998" y="1203240"/>
                  </a:lnTo>
                  <a:lnTo>
                    <a:pt x="4746212" y="1203104"/>
                  </a:lnTo>
                  <a:lnTo>
                    <a:pt x="4673384" y="1203001"/>
                  </a:lnTo>
                  <a:lnTo>
                    <a:pt x="4615942" y="1202929"/>
                  </a:lnTo>
                  <a:lnTo>
                    <a:pt x="4575523" y="1202883"/>
                  </a:lnTo>
                  <a:lnTo>
                    <a:pt x="4551476" y="1202859"/>
                  </a:lnTo>
                  <a:lnTo>
                    <a:pt x="4540825" y="1202849"/>
                  </a:lnTo>
                  <a:lnTo>
                    <a:pt x="4538557" y="1202847"/>
                  </a:lnTo>
                  <a:lnTo>
                    <a:pt x="4538543" y="1202847"/>
                  </a:lnTo>
                  <a:lnTo>
                    <a:pt x="4016409" y="1202847"/>
                  </a:lnTo>
                  <a:lnTo>
                    <a:pt x="4015163" y="1202811"/>
                  </a:lnTo>
                  <a:lnTo>
                    <a:pt x="4007013" y="1202552"/>
                  </a:lnTo>
                  <a:lnTo>
                    <a:pt x="3986624" y="1201837"/>
                  </a:lnTo>
                  <a:lnTo>
                    <a:pt x="3950572" y="1200431"/>
                  </a:lnTo>
                  <a:lnTo>
                    <a:pt x="3897650" y="1198130"/>
                  </a:lnTo>
                  <a:lnTo>
                    <a:pt x="3828932" y="1194775"/>
                  </a:lnTo>
                  <a:lnTo>
                    <a:pt x="3747402" y="1190278"/>
                  </a:lnTo>
                  <a:lnTo>
                    <a:pt x="3657210" y="1184608"/>
                  </a:lnTo>
                  <a:lnTo>
                    <a:pt x="3562795" y="1177778"/>
                  </a:lnTo>
                  <a:lnTo>
                    <a:pt x="3468144" y="1169816"/>
                  </a:lnTo>
                  <a:lnTo>
                    <a:pt x="3376345" y="1160738"/>
                  </a:lnTo>
                  <a:lnTo>
                    <a:pt x="3289444" y="1150527"/>
                  </a:lnTo>
                  <a:lnTo>
                    <a:pt x="3208528" y="1139125"/>
                  </a:lnTo>
                  <a:lnTo>
                    <a:pt x="3133912" y="1126423"/>
                  </a:lnTo>
                  <a:lnTo>
                    <a:pt x="3065356" y="1112263"/>
                  </a:lnTo>
                  <a:lnTo>
                    <a:pt x="3002260" y="1096442"/>
                  </a:lnTo>
                  <a:lnTo>
                    <a:pt x="2943812" y="1078722"/>
                  </a:lnTo>
                  <a:lnTo>
                    <a:pt x="2889104" y="1058846"/>
                  </a:lnTo>
                  <a:lnTo>
                    <a:pt x="2837214" y="1036568"/>
                  </a:lnTo>
                  <a:lnTo>
                    <a:pt x="2787290" y="1011709"/>
                  </a:lnTo>
                  <a:lnTo>
                    <a:pt x="2770117" y="1002372"/>
                  </a:lnTo>
                  <a:lnTo>
                    <a:pt x="2722136" y="974212"/>
                  </a:lnTo>
                  <a:lnTo>
                    <a:pt x="2674623" y="943406"/>
                  </a:lnTo>
                  <a:lnTo>
                    <a:pt x="2627149" y="909910"/>
                  </a:lnTo>
                  <a:lnTo>
                    <a:pt x="2579406" y="873753"/>
                  </a:lnTo>
                  <a:lnTo>
                    <a:pt x="2531198" y="835050"/>
                  </a:lnTo>
                  <a:lnTo>
                    <a:pt x="2482422" y="794004"/>
                  </a:lnTo>
                  <a:lnTo>
                    <a:pt x="2433063" y="750913"/>
                  </a:lnTo>
                  <a:lnTo>
                    <a:pt x="2383180" y="706158"/>
                  </a:lnTo>
                  <a:lnTo>
                    <a:pt x="2332893" y="660197"/>
                  </a:lnTo>
                  <a:lnTo>
                    <a:pt x="2282366" y="613545"/>
                  </a:lnTo>
                  <a:lnTo>
                    <a:pt x="2231788" y="566748"/>
                  </a:lnTo>
                  <a:lnTo>
                    <a:pt x="2181354" y="520362"/>
                  </a:lnTo>
                  <a:lnTo>
                    <a:pt x="2131244" y="474922"/>
                  </a:lnTo>
                  <a:lnTo>
                    <a:pt x="2081602" y="430917"/>
                  </a:lnTo>
                  <a:lnTo>
                    <a:pt x="2032521" y="388769"/>
                  </a:lnTo>
                  <a:lnTo>
                    <a:pt x="1984026" y="348822"/>
                  </a:lnTo>
                  <a:lnTo>
                    <a:pt x="1936060" y="311327"/>
                  </a:lnTo>
                  <a:lnTo>
                    <a:pt x="1888478" y="276445"/>
                  </a:lnTo>
                  <a:lnTo>
                    <a:pt x="1841031" y="244247"/>
                  </a:lnTo>
                  <a:lnTo>
                    <a:pt x="1793354" y="214727"/>
                  </a:lnTo>
                  <a:lnTo>
                    <a:pt x="1768425" y="200474"/>
                  </a:lnTo>
                  <a:lnTo>
                    <a:pt x="1719012" y="174693"/>
                  </a:lnTo>
                  <a:lnTo>
                    <a:pt x="1667903" y="151525"/>
                  </a:lnTo>
                  <a:lnTo>
                    <a:pt x="1614286" y="130833"/>
                  </a:lnTo>
                  <a:lnTo>
                    <a:pt x="1557254" y="112387"/>
                  </a:lnTo>
                  <a:lnTo>
                    <a:pt x="1495887" y="95929"/>
                  </a:lnTo>
                  <a:lnTo>
                    <a:pt x="1429327" y="81212"/>
                  </a:lnTo>
                  <a:lnTo>
                    <a:pt x="1356885" y="68019"/>
                  </a:lnTo>
                  <a:lnTo>
                    <a:pt x="1278174" y="56176"/>
                  </a:lnTo>
                  <a:lnTo>
                    <a:pt x="1193292" y="45557"/>
                  </a:lnTo>
                  <a:lnTo>
                    <a:pt x="1103029" y="36085"/>
                  </a:lnTo>
                  <a:lnTo>
                    <a:pt x="1009079" y="27732"/>
                  </a:lnTo>
                  <a:lnTo>
                    <a:pt x="914168" y="20502"/>
                  </a:lnTo>
                  <a:lnTo>
                    <a:pt x="822001" y="14423"/>
                  </a:lnTo>
                  <a:lnTo>
                    <a:pt x="736929" y="9515"/>
                  </a:lnTo>
                  <a:lnTo>
                    <a:pt x="663302" y="5767"/>
                  </a:lnTo>
                  <a:lnTo>
                    <a:pt x="604610" y="3111"/>
                  </a:lnTo>
                  <a:lnTo>
                    <a:pt x="562662" y="1412"/>
                  </a:lnTo>
                  <a:lnTo>
                    <a:pt x="537064" y="481"/>
                  </a:lnTo>
                  <a:lnTo>
                    <a:pt x="525140" y="89"/>
                  </a:lnTo>
                  <a:lnTo>
                    <a:pt x="522189" y="1"/>
                  </a:lnTo>
                  <a:lnTo>
                    <a:pt x="522133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163" name="pg1163"/>
            <p:cNvSpPr/>
            <p:nvPr/>
          </p:nvSpPr>
          <p:spPr>
            <a:xfrm>
              <a:off x="386606" y="1185545"/>
              <a:ext cx="8554953" cy="3117238"/>
            </a:xfrm>
            <a:custGeom>
              <a:avLst/>
              <a:pathLst>
                <a:path w="8554953" h="3117238">
                  <a:moveTo>
                    <a:pt x="0" y="3117238"/>
                  </a:moveTo>
                  <a:lnTo>
                    <a:pt x="522133" y="3117238"/>
                  </a:lnTo>
                  <a:lnTo>
                    <a:pt x="523368" y="3117194"/>
                  </a:lnTo>
                  <a:lnTo>
                    <a:pt x="531447" y="3116881"/>
                  </a:lnTo>
                  <a:lnTo>
                    <a:pt x="551663" y="3116016"/>
                  </a:lnTo>
                  <a:lnTo>
                    <a:pt x="587426" y="3114317"/>
                  </a:lnTo>
                  <a:lnTo>
                    <a:pt x="639956" y="3111532"/>
                  </a:lnTo>
                  <a:lnTo>
                    <a:pt x="708219" y="3107473"/>
                  </a:lnTo>
                  <a:lnTo>
                    <a:pt x="789284" y="3102028"/>
                  </a:lnTo>
                  <a:lnTo>
                    <a:pt x="879052" y="3095161"/>
                  </a:lnTo>
                  <a:lnTo>
                    <a:pt x="973122" y="3086887"/>
                  </a:lnTo>
                  <a:lnTo>
                    <a:pt x="1067525" y="3077237"/>
                  </a:lnTo>
                  <a:lnTo>
                    <a:pt x="1159172" y="3066233"/>
                  </a:lnTo>
                  <a:lnTo>
                    <a:pt x="1246003" y="3053857"/>
                  </a:lnTo>
                  <a:lnTo>
                    <a:pt x="1326909" y="3040040"/>
                  </a:lnTo>
                  <a:lnTo>
                    <a:pt x="1401555" y="3024651"/>
                  </a:lnTo>
                  <a:lnTo>
                    <a:pt x="1470158" y="3007503"/>
                  </a:lnTo>
                  <a:lnTo>
                    <a:pt x="1533302" y="2988353"/>
                  </a:lnTo>
                  <a:lnTo>
                    <a:pt x="1591784" y="2966914"/>
                  </a:lnTo>
                  <a:lnTo>
                    <a:pt x="1646501" y="2942875"/>
                  </a:lnTo>
                  <a:lnTo>
                    <a:pt x="1698367" y="2915937"/>
                  </a:lnTo>
                  <a:lnTo>
                    <a:pt x="1748234" y="2885877"/>
                  </a:lnTo>
                  <a:lnTo>
                    <a:pt x="1768425" y="2872527"/>
                  </a:lnTo>
                  <a:lnTo>
                    <a:pt x="1814364" y="2839691"/>
                  </a:lnTo>
                  <a:lnTo>
                    <a:pt x="1859855" y="2803899"/>
                  </a:lnTo>
                  <a:lnTo>
                    <a:pt x="1905283" y="2765100"/>
                  </a:lnTo>
                  <a:lnTo>
                    <a:pt x="1950927" y="2723315"/>
                  </a:lnTo>
                  <a:lnTo>
                    <a:pt x="1996974" y="2678652"/>
                  </a:lnTo>
                  <a:lnTo>
                    <a:pt x="2043529" y="2631312"/>
                  </a:lnTo>
                  <a:lnTo>
                    <a:pt x="2090621" y="2581589"/>
                  </a:lnTo>
                  <a:lnTo>
                    <a:pt x="2138216" y="2529867"/>
                  </a:lnTo>
                  <a:lnTo>
                    <a:pt x="2186225" y="2476612"/>
                  </a:lnTo>
                  <a:lnTo>
                    <a:pt x="2234516" y="2422355"/>
                  </a:lnTo>
                  <a:lnTo>
                    <a:pt x="2282930" y="2367672"/>
                  </a:lnTo>
                  <a:lnTo>
                    <a:pt x="2331295" y="2313157"/>
                  </a:lnTo>
                  <a:lnTo>
                    <a:pt x="2379445" y="2259397"/>
                  </a:lnTo>
                  <a:lnTo>
                    <a:pt x="2427234" y="2206946"/>
                  </a:lnTo>
                  <a:lnTo>
                    <a:pt x="2474554" y="2156299"/>
                  </a:lnTo>
                  <a:lnTo>
                    <a:pt x="2521343" y="2107879"/>
                  </a:lnTo>
                  <a:lnTo>
                    <a:pt x="2567603" y="2062019"/>
                  </a:lnTo>
                  <a:lnTo>
                    <a:pt x="2613405" y="2018961"/>
                  </a:lnTo>
                  <a:lnTo>
                    <a:pt x="2658898" y="1978853"/>
                  </a:lnTo>
                  <a:lnTo>
                    <a:pt x="2704321" y="1941752"/>
                  </a:lnTo>
                  <a:lnTo>
                    <a:pt x="2750010" y="1907639"/>
                  </a:lnTo>
                  <a:lnTo>
                    <a:pt x="2770117" y="1893684"/>
                  </a:lnTo>
                  <a:lnTo>
                    <a:pt x="2819376" y="1862306"/>
                  </a:lnTo>
                  <a:lnTo>
                    <a:pt x="2870319" y="1834099"/>
                  </a:lnTo>
                  <a:lnTo>
                    <a:pt x="2923749" y="1808896"/>
                  </a:lnTo>
                  <a:lnTo>
                    <a:pt x="2980564" y="1786421"/>
                  </a:lnTo>
                  <a:lnTo>
                    <a:pt x="3041677" y="1766362"/>
                  </a:lnTo>
                  <a:lnTo>
                    <a:pt x="3107939" y="1748419"/>
                  </a:lnTo>
                  <a:lnTo>
                    <a:pt x="3180037" y="1732330"/>
                  </a:lnTo>
                  <a:lnTo>
                    <a:pt x="3258362" y="1717882"/>
                  </a:lnTo>
                  <a:lnTo>
                    <a:pt x="3342830" y="1704922"/>
                  </a:lnTo>
                  <a:lnTo>
                    <a:pt x="3432679" y="1693356"/>
                  </a:lnTo>
                  <a:lnTo>
                    <a:pt x="3526260" y="1683147"/>
                  </a:lnTo>
                  <a:lnTo>
                    <a:pt x="3620906" y="1674300"/>
                  </a:lnTo>
                  <a:lnTo>
                    <a:pt x="3712974" y="1666848"/>
                  </a:lnTo>
                  <a:lnTo>
                    <a:pt x="3798167" y="1660816"/>
                  </a:lnTo>
                  <a:lnTo>
                    <a:pt x="3872160" y="1656193"/>
                  </a:lnTo>
                  <a:lnTo>
                    <a:pt x="3931437" y="1652901"/>
                  </a:lnTo>
                  <a:lnTo>
                    <a:pt x="3974111" y="1650781"/>
                  </a:lnTo>
                  <a:lnTo>
                    <a:pt x="4000456" y="1649604"/>
                  </a:lnTo>
                  <a:lnTo>
                    <a:pt x="4013007" y="1649098"/>
                  </a:lnTo>
                  <a:lnTo>
                    <a:pt x="4016409" y="1648973"/>
                  </a:lnTo>
                  <a:lnTo>
                    <a:pt x="4538543" y="1648973"/>
                  </a:lnTo>
                  <a:lnTo>
                    <a:pt x="4539769" y="1648925"/>
                  </a:lnTo>
                  <a:lnTo>
                    <a:pt x="4547794" y="1648577"/>
                  </a:lnTo>
                  <a:lnTo>
                    <a:pt x="4567880" y="1647616"/>
                  </a:lnTo>
                  <a:lnTo>
                    <a:pt x="4603425" y="1645727"/>
                  </a:lnTo>
                  <a:lnTo>
                    <a:pt x="4655659" y="1642632"/>
                  </a:lnTo>
                  <a:lnTo>
                    <a:pt x="4723577" y="1638118"/>
                  </a:lnTo>
                  <a:lnTo>
                    <a:pt x="4804289" y="1632063"/>
                  </a:lnTo>
                  <a:lnTo>
                    <a:pt x="4893735" y="1624423"/>
                  </a:lnTo>
                  <a:lnTo>
                    <a:pt x="4987542" y="1615213"/>
                  </a:lnTo>
                  <a:lnTo>
                    <a:pt x="5081755" y="1604472"/>
                  </a:lnTo>
                  <a:lnTo>
                    <a:pt x="5173286" y="1592222"/>
                  </a:lnTo>
                  <a:lnTo>
                    <a:pt x="5260061" y="1578445"/>
                  </a:lnTo>
                  <a:lnTo>
                    <a:pt x="5340959" y="1563064"/>
                  </a:lnTo>
                  <a:lnTo>
                    <a:pt x="5415626" y="1545939"/>
                  </a:lnTo>
                  <a:lnTo>
                    <a:pt x="5484265" y="1526862"/>
                  </a:lnTo>
                  <a:lnTo>
                    <a:pt x="5547446" y="1505565"/>
                  </a:lnTo>
                  <a:lnTo>
                    <a:pt x="5605953" y="1481730"/>
                  </a:lnTo>
                  <a:lnTo>
                    <a:pt x="5660678" y="1455013"/>
                  </a:lnTo>
                  <a:lnTo>
                    <a:pt x="5712527" y="1425080"/>
                  </a:lnTo>
                  <a:lnTo>
                    <a:pt x="5762352" y="1391676"/>
                  </a:lnTo>
                  <a:lnTo>
                    <a:pt x="5784835" y="1375086"/>
                  </a:lnTo>
                  <a:lnTo>
                    <a:pt x="5829465" y="1339433"/>
                  </a:lnTo>
                  <a:lnTo>
                    <a:pt x="5873661" y="1300664"/>
                  </a:lnTo>
                  <a:lnTo>
                    <a:pt x="5917780" y="1258718"/>
                  </a:lnTo>
                  <a:lnTo>
                    <a:pt x="5962084" y="1213614"/>
                  </a:lnTo>
                  <a:lnTo>
                    <a:pt x="6006752" y="1165452"/>
                  </a:lnTo>
                  <a:lnTo>
                    <a:pt x="6051890" y="1114427"/>
                  </a:lnTo>
                  <a:lnTo>
                    <a:pt x="6097536" y="1060824"/>
                  </a:lnTo>
                  <a:lnTo>
                    <a:pt x="6143667" y="1005022"/>
                  </a:lnTo>
                  <a:lnTo>
                    <a:pt x="6190212" y="947480"/>
                  </a:lnTo>
                  <a:lnTo>
                    <a:pt x="6237058" y="888731"/>
                  </a:lnTo>
                  <a:lnTo>
                    <a:pt x="6284065" y="829354"/>
                  </a:lnTo>
                  <a:lnTo>
                    <a:pt x="6331078" y="769955"/>
                  </a:lnTo>
                  <a:lnTo>
                    <a:pt x="6377940" y="711143"/>
                  </a:lnTo>
                  <a:lnTo>
                    <a:pt x="6424510" y="653501"/>
                  </a:lnTo>
                  <a:lnTo>
                    <a:pt x="6470672" y="597564"/>
                  </a:lnTo>
                  <a:lnTo>
                    <a:pt x="6516352" y="543797"/>
                  </a:lnTo>
                  <a:lnTo>
                    <a:pt x="6561525" y="492584"/>
                  </a:lnTo>
                  <a:lnTo>
                    <a:pt x="6606223" y="444219"/>
                  </a:lnTo>
                  <a:lnTo>
                    <a:pt x="6650547" y="398901"/>
                  </a:lnTo>
                  <a:lnTo>
                    <a:pt x="6694671" y="356736"/>
                  </a:lnTo>
                  <a:lnTo>
                    <a:pt x="6738851" y="317749"/>
                  </a:lnTo>
                  <a:lnTo>
                    <a:pt x="6783438" y="281886"/>
                  </a:lnTo>
                  <a:lnTo>
                    <a:pt x="6786527" y="279534"/>
                  </a:lnTo>
                  <a:lnTo>
                    <a:pt x="6835670" y="244493"/>
                  </a:lnTo>
                  <a:lnTo>
                    <a:pt x="6886486" y="212984"/>
                  </a:lnTo>
                  <a:lnTo>
                    <a:pt x="6939775" y="184823"/>
                  </a:lnTo>
                  <a:lnTo>
                    <a:pt x="6996426" y="159704"/>
                  </a:lnTo>
                  <a:lnTo>
                    <a:pt x="7057347" y="137279"/>
                  </a:lnTo>
                  <a:lnTo>
                    <a:pt x="7123383" y="117215"/>
                  </a:lnTo>
                  <a:lnTo>
                    <a:pt x="7195221" y="99220"/>
                  </a:lnTo>
                  <a:lnTo>
                    <a:pt x="7273253" y="83057"/>
                  </a:lnTo>
                  <a:lnTo>
                    <a:pt x="7357408" y="68554"/>
                  </a:lnTo>
                  <a:lnTo>
                    <a:pt x="7446944" y="55606"/>
                  </a:lnTo>
                  <a:lnTo>
                    <a:pt x="7540243" y="44168"/>
                  </a:lnTo>
                  <a:lnTo>
                    <a:pt x="7634684" y="34249"/>
                  </a:lnTo>
                  <a:lnTo>
                    <a:pt x="7726672" y="25881"/>
                  </a:lnTo>
                  <a:lnTo>
                    <a:pt x="7811951" y="19096"/>
                  </a:lnTo>
                  <a:lnTo>
                    <a:pt x="7886214" y="13883"/>
                  </a:lnTo>
                  <a:lnTo>
                    <a:pt x="7945928" y="10155"/>
                  </a:lnTo>
                  <a:lnTo>
                    <a:pt x="7989149" y="7742"/>
                  </a:lnTo>
                  <a:lnTo>
                    <a:pt x="8016062" y="6391"/>
                  </a:lnTo>
                  <a:lnTo>
                    <a:pt x="8029097" y="5800"/>
                  </a:lnTo>
                  <a:lnTo>
                    <a:pt x="8032819" y="5647"/>
                  </a:lnTo>
                  <a:lnTo>
                    <a:pt x="8554953" y="5647"/>
                  </a:lnTo>
                  <a:lnTo>
                    <a:pt x="8554953" y="0"/>
                  </a:lnTo>
                  <a:lnTo>
                    <a:pt x="8032819" y="0"/>
                  </a:lnTo>
                  <a:lnTo>
                    <a:pt x="8031593" y="48"/>
                  </a:lnTo>
                  <a:lnTo>
                    <a:pt x="8023568" y="396"/>
                  </a:lnTo>
                  <a:lnTo>
                    <a:pt x="8003481" y="1357"/>
                  </a:lnTo>
                  <a:lnTo>
                    <a:pt x="7967937" y="3246"/>
                  </a:lnTo>
                  <a:lnTo>
                    <a:pt x="7915703" y="6341"/>
                  </a:lnTo>
                  <a:lnTo>
                    <a:pt x="7847785" y="10855"/>
                  </a:lnTo>
                  <a:lnTo>
                    <a:pt x="7767073" y="16910"/>
                  </a:lnTo>
                  <a:lnTo>
                    <a:pt x="7677627" y="24550"/>
                  </a:lnTo>
                  <a:lnTo>
                    <a:pt x="7583820" y="33760"/>
                  </a:lnTo>
                  <a:lnTo>
                    <a:pt x="7489606" y="44501"/>
                  </a:lnTo>
                  <a:lnTo>
                    <a:pt x="7398076" y="56751"/>
                  </a:lnTo>
                  <a:lnTo>
                    <a:pt x="7311301" y="70528"/>
                  </a:lnTo>
                  <a:lnTo>
                    <a:pt x="7230403" y="85909"/>
                  </a:lnTo>
                  <a:lnTo>
                    <a:pt x="7155736" y="103034"/>
                  </a:lnTo>
                  <a:lnTo>
                    <a:pt x="7087097" y="122111"/>
                  </a:lnTo>
                  <a:lnTo>
                    <a:pt x="7023916" y="143408"/>
                  </a:lnTo>
                  <a:lnTo>
                    <a:pt x="6965408" y="167243"/>
                  </a:lnTo>
                  <a:lnTo>
                    <a:pt x="6910684" y="193960"/>
                  </a:lnTo>
                  <a:lnTo>
                    <a:pt x="6858834" y="223893"/>
                  </a:lnTo>
                  <a:lnTo>
                    <a:pt x="6809010" y="257297"/>
                  </a:lnTo>
                  <a:lnTo>
                    <a:pt x="6786527" y="273887"/>
                  </a:lnTo>
                  <a:lnTo>
                    <a:pt x="6741897" y="309539"/>
                  </a:lnTo>
                  <a:lnTo>
                    <a:pt x="6697701" y="348309"/>
                  </a:lnTo>
                  <a:lnTo>
                    <a:pt x="6653582" y="390255"/>
                  </a:lnTo>
                  <a:lnTo>
                    <a:pt x="6609278" y="435359"/>
                  </a:lnTo>
                  <a:lnTo>
                    <a:pt x="6564610" y="483520"/>
                  </a:lnTo>
                  <a:lnTo>
                    <a:pt x="6519472" y="534546"/>
                  </a:lnTo>
                  <a:lnTo>
                    <a:pt x="6473826" y="588149"/>
                  </a:lnTo>
                  <a:lnTo>
                    <a:pt x="6427695" y="643951"/>
                  </a:lnTo>
                  <a:lnTo>
                    <a:pt x="6381150" y="701493"/>
                  </a:lnTo>
                  <a:lnTo>
                    <a:pt x="6334304" y="760242"/>
                  </a:lnTo>
                  <a:lnTo>
                    <a:pt x="6287297" y="819619"/>
                  </a:lnTo>
                  <a:lnTo>
                    <a:pt x="6240284" y="879018"/>
                  </a:lnTo>
                  <a:lnTo>
                    <a:pt x="6193422" y="937830"/>
                  </a:lnTo>
                  <a:lnTo>
                    <a:pt x="6146852" y="995471"/>
                  </a:lnTo>
                  <a:lnTo>
                    <a:pt x="6100690" y="1051409"/>
                  </a:lnTo>
                  <a:lnTo>
                    <a:pt x="6055010" y="1105176"/>
                  </a:lnTo>
                  <a:lnTo>
                    <a:pt x="6009837" y="1156389"/>
                  </a:lnTo>
                  <a:lnTo>
                    <a:pt x="5965139" y="1204754"/>
                  </a:lnTo>
                  <a:lnTo>
                    <a:pt x="5920815" y="1250072"/>
                  </a:lnTo>
                  <a:lnTo>
                    <a:pt x="5876691" y="1292237"/>
                  </a:lnTo>
                  <a:lnTo>
                    <a:pt x="5832511" y="1331224"/>
                  </a:lnTo>
                  <a:lnTo>
                    <a:pt x="5787924" y="1367087"/>
                  </a:lnTo>
                  <a:lnTo>
                    <a:pt x="5784835" y="1369438"/>
                  </a:lnTo>
                  <a:lnTo>
                    <a:pt x="5735692" y="1404480"/>
                  </a:lnTo>
                  <a:lnTo>
                    <a:pt x="5684876" y="1435989"/>
                  </a:lnTo>
                  <a:lnTo>
                    <a:pt x="5631587" y="1464150"/>
                  </a:lnTo>
                  <a:lnTo>
                    <a:pt x="5574936" y="1489269"/>
                  </a:lnTo>
                  <a:lnTo>
                    <a:pt x="5514015" y="1511694"/>
                  </a:lnTo>
                  <a:lnTo>
                    <a:pt x="5447978" y="1531758"/>
                  </a:lnTo>
                  <a:lnTo>
                    <a:pt x="5376141" y="1549753"/>
                  </a:lnTo>
                  <a:lnTo>
                    <a:pt x="5298108" y="1565916"/>
                  </a:lnTo>
                  <a:lnTo>
                    <a:pt x="5213954" y="1580419"/>
                  </a:lnTo>
                  <a:lnTo>
                    <a:pt x="5124418" y="1593367"/>
                  </a:lnTo>
                  <a:lnTo>
                    <a:pt x="5031119" y="1604805"/>
                  </a:lnTo>
                  <a:lnTo>
                    <a:pt x="4936678" y="1614724"/>
                  </a:lnTo>
                  <a:lnTo>
                    <a:pt x="4844690" y="1623092"/>
                  </a:lnTo>
                  <a:lnTo>
                    <a:pt x="4759411" y="1629876"/>
                  </a:lnTo>
                  <a:lnTo>
                    <a:pt x="4685148" y="1635090"/>
                  </a:lnTo>
                  <a:lnTo>
                    <a:pt x="4625434" y="1638818"/>
                  </a:lnTo>
                  <a:lnTo>
                    <a:pt x="4582213" y="1641231"/>
                  </a:lnTo>
                  <a:lnTo>
                    <a:pt x="4555300" y="1642582"/>
                  </a:lnTo>
                  <a:lnTo>
                    <a:pt x="4542265" y="1643173"/>
                  </a:lnTo>
                  <a:lnTo>
                    <a:pt x="4538543" y="1643326"/>
                  </a:lnTo>
                  <a:lnTo>
                    <a:pt x="4016409" y="1643326"/>
                  </a:lnTo>
                  <a:lnTo>
                    <a:pt x="4015174" y="1643370"/>
                  </a:lnTo>
                  <a:lnTo>
                    <a:pt x="4007095" y="1643683"/>
                  </a:lnTo>
                  <a:lnTo>
                    <a:pt x="3986879" y="1644548"/>
                  </a:lnTo>
                  <a:lnTo>
                    <a:pt x="3951116" y="1646248"/>
                  </a:lnTo>
                  <a:lnTo>
                    <a:pt x="3898586" y="1649032"/>
                  </a:lnTo>
                  <a:lnTo>
                    <a:pt x="3830323" y="1653091"/>
                  </a:lnTo>
                  <a:lnTo>
                    <a:pt x="3749258" y="1658536"/>
                  </a:lnTo>
                  <a:lnTo>
                    <a:pt x="3659490" y="1665403"/>
                  </a:lnTo>
                  <a:lnTo>
                    <a:pt x="3565420" y="1673678"/>
                  </a:lnTo>
                  <a:lnTo>
                    <a:pt x="3471017" y="1683327"/>
                  </a:lnTo>
                  <a:lnTo>
                    <a:pt x="3379370" y="1694331"/>
                  </a:lnTo>
                  <a:lnTo>
                    <a:pt x="3292539" y="1706707"/>
                  </a:lnTo>
                  <a:lnTo>
                    <a:pt x="3211633" y="1720525"/>
                  </a:lnTo>
                  <a:lnTo>
                    <a:pt x="3136987" y="1735913"/>
                  </a:lnTo>
                  <a:lnTo>
                    <a:pt x="3068384" y="1753061"/>
                  </a:lnTo>
                  <a:lnTo>
                    <a:pt x="3005240" y="1772212"/>
                  </a:lnTo>
                  <a:lnTo>
                    <a:pt x="2946758" y="1793651"/>
                  </a:lnTo>
                  <a:lnTo>
                    <a:pt x="2892041" y="1817690"/>
                  </a:lnTo>
                  <a:lnTo>
                    <a:pt x="2840175" y="1844627"/>
                  </a:lnTo>
                  <a:lnTo>
                    <a:pt x="2790309" y="1874687"/>
                  </a:lnTo>
                  <a:lnTo>
                    <a:pt x="2770117" y="1888037"/>
                  </a:lnTo>
                  <a:lnTo>
                    <a:pt x="2724178" y="1920874"/>
                  </a:lnTo>
                  <a:lnTo>
                    <a:pt x="2678687" y="1956665"/>
                  </a:lnTo>
                  <a:lnTo>
                    <a:pt x="2633259" y="1995464"/>
                  </a:lnTo>
                  <a:lnTo>
                    <a:pt x="2587615" y="2037250"/>
                  </a:lnTo>
                  <a:lnTo>
                    <a:pt x="2541568" y="2081912"/>
                  </a:lnTo>
                  <a:lnTo>
                    <a:pt x="2495014" y="2129252"/>
                  </a:lnTo>
                  <a:lnTo>
                    <a:pt x="2447921" y="2178975"/>
                  </a:lnTo>
                  <a:lnTo>
                    <a:pt x="2400326" y="2230697"/>
                  </a:lnTo>
                  <a:lnTo>
                    <a:pt x="2352317" y="2283952"/>
                  </a:lnTo>
                  <a:lnTo>
                    <a:pt x="2304026" y="2338209"/>
                  </a:lnTo>
                  <a:lnTo>
                    <a:pt x="2255612" y="2392892"/>
                  </a:lnTo>
                  <a:lnTo>
                    <a:pt x="2207247" y="2447407"/>
                  </a:lnTo>
                  <a:lnTo>
                    <a:pt x="2159097" y="2501167"/>
                  </a:lnTo>
                  <a:lnTo>
                    <a:pt x="2111308" y="2553618"/>
                  </a:lnTo>
                  <a:lnTo>
                    <a:pt x="2063989" y="2604265"/>
                  </a:lnTo>
                  <a:lnTo>
                    <a:pt x="2017199" y="2652686"/>
                  </a:lnTo>
                  <a:lnTo>
                    <a:pt x="1970939" y="2698545"/>
                  </a:lnTo>
                  <a:lnTo>
                    <a:pt x="1925138" y="2741603"/>
                  </a:lnTo>
                  <a:lnTo>
                    <a:pt x="1879644" y="2781712"/>
                  </a:lnTo>
                  <a:lnTo>
                    <a:pt x="1834222" y="2818812"/>
                  </a:lnTo>
                  <a:lnTo>
                    <a:pt x="1788532" y="2852925"/>
                  </a:lnTo>
                  <a:lnTo>
                    <a:pt x="1768425" y="2866880"/>
                  </a:lnTo>
                  <a:lnTo>
                    <a:pt x="1719166" y="2898258"/>
                  </a:lnTo>
                  <a:lnTo>
                    <a:pt x="1668223" y="2926466"/>
                  </a:lnTo>
                  <a:lnTo>
                    <a:pt x="1614793" y="2951668"/>
                  </a:lnTo>
                  <a:lnTo>
                    <a:pt x="1557978" y="2974143"/>
                  </a:lnTo>
                  <a:lnTo>
                    <a:pt x="1496865" y="2994202"/>
                  </a:lnTo>
                  <a:lnTo>
                    <a:pt x="1430603" y="3012145"/>
                  </a:lnTo>
                  <a:lnTo>
                    <a:pt x="1358505" y="3028235"/>
                  </a:lnTo>
                  <a:lnTo>
                    <a:pt x="1280180" y="3042682"/>
                  </a:lnTo>
                  <a:lnTo>
                    <a:pt x="1195712" y="3055642"/>
                  </a:lnTo>
                  <a:lnTo>
                    <a:pt x="1105863" y="3067208"/>
                  </a:lnTo>
                  <a:lnTo>
                    <a:pt x="1012282" y="3077418"/>
                  </a:lnTo>
                  <a:lnTo>
                    <a:pt x="917637" y="3086264"/>
                  </a:lnTo>
                  <a:lnTo>
                    <a:pt x="825568" y="3093717"/>
                  </a:lnTo>
                  <a:lnTo>
                    <a:pt x="740375" y="3099748"/>
                  </a:lnTo>
                  <a:lnTo>
                    <a:pt x="666382" y="3104371"/>
                  </a:lnTo>
                  <a:lnTo>
                    <a:pt x="607105" y="3107663"/>
                  </a:lnTo>
                  <a:lnTo>
                    <a:pt x="564432" y="3109783"/>
                  </a:lnTo>
                  <a:lnTo>
                    <a:pt x="538086" y="3110960"/>
                  </a:lnTo>
                  <a:lnTo>
                    <a:pt x="525535" y="3111466"/>
                  </a:lnTo>
                  <a:lnTo>
                    <a:pt x="522133" y="3111591"/>
                  </a:lnTo>
                  <a:lnTo>
                    <a:pt x="0" y="3111591"/>
                  </a:lnTo>
                  <a:close/>
                </a:path>
              </a:pathLst>
            </a:custGeom>
            <a:solidFill>
              <a:srgbClr val="67C1B3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1164" name="pl1164"/>
            <p:cNvSpPr/>
            <p:nvPr/>
          </p:nvSpPr>
          <p:spPr>
            <a:xfrm>
              <a:off x="386606" y="1191192"/>
              <a:ext cx="8554953" cy="3111591"/>
            </a:xfrm>
            <a:custGeom>
              <a:avLst/>
              <a:pathLst>
                <a:path w="8554953" h="3111591">
                  <a:moveTo>
                    <a:pt x="0" y="3111591"/>
                  </a:moveTo>
                  <a:lnTo>
                    <a:pt x="522133" y="3111591"/>
                  </a:lnTo>
                  <a:lnTo>
                    <a:pt x="523368" y="3111547"/>
                  </a:lnTo>
                  <a:lnTo>
                    <a:pt x="531447" y="3111234"/>
                  </a:lnTo>
                  <a:lnTo>
                    <a:pt x="551663" y="3110369"/>
                  </a:lnTo>
                  <a:lnTo>
                    <a:pt x="587426" y="3108669"/>
                  </a:lnTo>
                  <a:lnTo>
                    <a:pt x="639956" y="3105885"/>
                  </a:lnTo>
                  <a:lnTo>
                    <a:pt x="708219" y="3101826"/>
                  </a:lnTo>
                  <a:lnTo>
                    <a:pt x="789284" y="3096381"/>
                  </a:lnTo>
                  <a:lnTo>
                    <a:pt x="879052" y="3089514"/>
                  </a:lnTo>
                  <a:lnTo>
                    <a:pt x="973122" y="3081239"/>
                  </a:lnTo>
                  <a:lnTo>
                    <a:pt x="1067525" y="3071590"/>
                  </a:lnTo>
                  <a:lnTo>
                    <a:pt x="1159172" y="3060586"/>
                  </a:lnTo>
                  <a:lnTo>
                    <a:pt x="1246003" y="3048210"/>
                  </a:lnTo>
                  <a:lnTo>
                    <a:pt x="1326909" y="3034392"/>
                  </a:lnTo>
                  <a:lnTo>
                    <a:pt x="1401555" y="3019004"/>
                  </a:lnTo>
                  <a:lnTo>
                    <a:pt x="1470158" y="3001856"/>
                  </a:lnTo>
                  <a:lnTo>
                    <a:pt x="1533302" y="2982706"/>
                  </a:lnTo>
                  <a:lnTo>
                    <a:pt x="1591784" y="2961266"/>
                  </a:lnTo>
                  <a:lnTo>
                    <a:pt x="1646501" y="2937228"/>
                  </a:lnTo>
                  <a:lnTo>
                    <a:pt x="1698367" y="2910290"/>
                  </a:lnTo>
                  <a:lnTo>
                    <a:pt x="1748234" y="2880230"/>
                  </a:lnTo>
                  <a:lnTo>
                    <a:pt x="1768425" y="2866880"/>
                  </a:lnTo>
                  <a:lnTo>
                    <a:pt x="1814364" y="2834044"/>
                  </a:lnTo>
                  <a:lnTo>
                    <a:pt x="1859855" y="2798252"/>
                  </a:lnTo>
                  <a:lnTo>
                    <a:pt x="1905283" y="2759453"/>
                  </a:lnTo>
                  <a:lnTo>
                    <a:pt x="1950927" y="2717668"/>
                  </a:lnTo>
                  <a:lnTo>
                    <a:pt x="1996974" y="2673005"/>
                  </a:lnTo>
                  <a:lnTo>
                    <a:pt x="2043529" y="2625665"/>
                  </a:lnTo>
                  <a:lnTo>
                    <a:pt x="2090621" y="2575942"/>
                  </a:lnTo>
                  <a:lnTo>
                    <a:pt x="2138216" y="2524220"/>
                  </a:lnTo>
                  <a:lnTo>
                    <a:pt x="2186225" y="2470965"/>
                  </a:lnTo>
                  <a:lnTo>
                    <a:pt x="2234516" y="2416708"/>
                  </a:lnTo>
                  <a:lnTo>
                    <a:pt x="2282930" y="2362025"/>
                  </a:lnTo>
                  <a:lnTo>
                    <a:pt x="2331295" y="2307510"/>
                  </a:lnTo>
                  <a:lnTo>
                    <a:pt x="2379445" y="2253750"/>
                  </a:lnTo>
                  <a:lnTo>
                    <a:pt x="2427234" y="2201299"/>
                  </a:lnTo>
                  <a:lnTo>
                    <a:pt x="2474554" y="2150652"/>
                  </a:lnTo>
                  <a:lnTo>
                    <a:pt x="2521343" y="2102231"/>
                  </a:lnTo>
                  <a:lnTo>
                    <a:pt x="2567603" y="2056372"/>
                  </a:lnTo>
                  <a:lnTo>
                    <a:pt x="2613405" y="2013314"/>
                  </a:lnTo>
                  <a:lnTo>
                    <a:pt x="2658898" y="1973205"/>
                  </a:lnTo>
                  <a:lnTo>
                    <a:pt x="2704321" y="1936105"/>
                  </a:lnTo>
                  <a:lnTo>
                    <a:pt x="2750010" y="1901992"/>
                  </a:lnTo>
                  <a:lnTo>
                    <a:pt x="2770117" y="1888037"/>
                  </a:lnTo>
                  <a:lnTo>
                    <a:pt x="2819376" y="1856659"/>
                  </a:lnTo>
                  <a:lnTo>
                    <a:pt x="2870319" y="1828452"/>
                  </a:lnTo>
                  <a:lnTo>
                    <a:pt x="2923749" y="1803249"/>
                  </a:lnTo>
                  <a:lnTo>
                    <a:pt x="2980564" y="1780774"/>
                  </a:lnTo>
                  <a:lnTo>
                    <a:pt x="3041677" y="1760715"/>
                  </a:lnTo>
                  <a:lnTo>
                    <a:pt x="3107939" y="1742772"/>
                  </a:lnTo>
                  <a:lnTo>
                    <a:pt x="3180037" y="1726682"/>
                  </a:lnTo>
                  <a:lnTo>
                    <a:pt x="3258362" y="1712235"/>
                  </a:lnTo>
                  <a:lnTo>
                    <a:pt x="3342830" y="1699275"/>
                  </a:lnTo>
                  <a:lnTo>
                    <a:pt x="3432679" y="1687709"/>
                  </a:lnTo>
                  <a:lnTo>
                    <a:pt x="3526260" y="1677499"/>
                  </a:lnTo>
                  <a:lnTo>
                    <a:pt x="3620906" y="1668653"/>
                  </a:lnTo>
                  <a:lnTo>
                    <a:pt x="3712974" y="1661200"/>
                  </a:lnTo>
                  <a:lnTo>
                    <a:pt x="3798167" y="1655169"/>
                  </a:lnTo>
                  <a:lnTo>
                    <a:pt x="3872160" y="1650546"/>
                  </a:lnTo>
                  <a:lnTo>
                    <a:pt x="3931437" y="1647254"/>
                  </a:lnTo>
                  <a:lnTo>
                    <a:pt x="3974111" y="1645134"/>
                  </a:lnTo>
                  <a:lnTo>
                    <a:pt x="4000456" y="1643957"/>
                  </a:lnTo>
                  <a:lnTo>
                    <a:pt x="4013007" y="1643451"/>
                  </a:lnTo>
                  <a:lnTo>
                    <a:pt x="4016319" y="1643329"/>
                  </a:lnTo>
                  <a:lnTo>
                    <a:pt x="4016409" y="1643326"/>
                  </a:lnTo>
                  <a:lnTo>
                    <a:pt x="4538543" y="1643326"/>
                  </a:lnTo>
                  <a:lnTo>
                    <a:pt x="4539769" y="1643278"/>
                  </a:lnTo>
                  <a:lnTo>
                    <a:pt x="4547794" y="1642930"/>
                  </a:lnTo>
                  <a:lnTo>
                    <a:pt x="4567880" y="1641968"/>
                  </a:lnTo>
                  <a:lnTo>
                    <a:pt x="4603425" y="1640080"/>
                  </a:lnTo>
                  <a:lnTo>
                    <a:pt x="4655659" y="1636984"/>
                  </a:lnTo>
                  <a:lnTo>
                    <a:pt x="4723577" y="1632471"/>
                  </a:lnTo>
                  <a:lnTo>
                    <a:pt x="4804289" y="1626416"/>
                  </a:lnTo>
                  <a:lnTo>
                    <a:pt x="4893735" y="1618775"/>
                  </a:lnTo>
                  <a:lnTo>
                    <a:pt x="4987542" y="1609566"/>
                  </a:lnTo>
                  <a:lnTo>
                    <a:pt x="5081755" y="1598825"/>
                  </a:lnTo>
                  <a:lnTo>
                    <a:pt x="5173286" y="1586575"/>
                  </a:lnTo>
                  <a:lnTo>
                    <a:pt x="5260061" y="1572798"/>
                  </a:lnTo>
                  <a:lnTo>
                    <a:pt x="5340959" y="1557417"/>
                  </a:lnTo>
                  <a:lnTo>
                    <a:pt x="5415626" y="1540292"/>
                  </a:lnTo>
                  <a:lnTo>
                    <a:pt x="5484265" y="1521215"/>
                  </a:lnTo>
                  <a:lnTo>
                    <a:pt x="5547446" y="1499917"/>
                  </a:lnTo>
                  <a:lnTo>
                    <a:pt x="5605953" y="1476083"/>
                  </a:lnTo>
                  <a:lnTo>
                    <a:pt x="5660678" y="1449366"/>
                  </a:lnTo>
                  <a:lnTo>
                    <a:pt x="5712527" y="1419432"/>
                  </a:lnTo>
                  <a:lnTo>
                    <a:pt x="5762352" y="1386029"/>
                  </a:lnTo>
                  <a:lnTo>
                    <a:pt x="5784835" y="1369438"/>
                  </a:lnTo>
                  <a:lnTo>
                    <a:pt x="5829465" y="1333786"/>
                  </a:lnTo>
                  <a:lnTo>
                    <a:pt x="5873661" y="1295016"/>
                  </a:lnTo>
                  <a:lnTo>
                    <a:pt x="5917780" y="1253071"/>
                  </a:lnTo>
                  <a:lnTo>
                    <a:pt x="5962084" y="1207966"/>
                  </a:lnTo>
                  <a:lnTo>
                    <a:pt x="6006752" y="1159805"/>
                  </a:lnTo>
                  <a:lnTo>
                    <a:pt x="6051890" y="1108780"/>
                  </a:lnTo>
                  <a:lnTo>
                    <a:pt x="6097536" y="1055177"/>
                  </a:lnTo>
                  <a:lnTo>
                    <a:pt x="6143667" y="999375"/>
                  </a:lnTo>
                  <a:lnTo>
                    <a:pt x="6190212" y="941833"/>
                  </a:lnTo>
                  <a:lnTo>
                    <a:pt x="6237058" y="883084"/>
                  </a:lnTo>
                  <a:lnTo>
                    <a:pt x="6284065" y="823706"/>
                  </a:lnTo>
                  <a:lnTo>
                    <a:pt x="6331078" y="764308"/>
                  </a:lnTo>
                  <a:lnTo>
                    <a:pt x="6377940" y="705496"/>
                  </a:lnTo>
                  <a:lnTo>
                    <a:pt x="6424510" y="647854"/>
                  </a:lnTo>
                  <a:lnTo>
                    <a:pt x="6470672" y="591917"/>
                  </a:lnTo>
                  <a:lnTo>
                    <a:pt x="6516352" y="538150"/>
                  </a:lnTo>
                  <a:lnTo>
                    <a:pt x="6561525" y="486937"/>
                  </a:lnTo>
                  <a:lnTo>
                    <a:pt x="6606223" y="438572"/>
                  </a:lnTo>
                  <a:lnTo>
                    <a:pt x="6650547" y="393253"/>
                  </a:lnTo>
                  <a:lnTo>
                    <a:pt x="6694671" y="351089"/>
                  </a:lnTo>
                  <a:lnTo>
                    <a:pt x="6738851" y="312102"/>
                  </a:lnTo>
                  <a:lnTo>
                    <a:pt x="6783438" y="276239"/>
                  </a:lnTo>
                  <a:lnTo>
                    <a:pt x="6786527" y="273887"/>
                  </a:lnTo>
                  <a:lnTo>
                    <a:pt x="6835670" y="238846"/>
                  </a:lnTo>
                  <a:lnTo>
                    <a:pt x="6886486" y="207337"/>
                  </a:lnTo>
                  <a:lnTo>
                    <a:pt x="6939775" y="179176"/>
                  </a:lnTo>
                  <a:lnTo>
                    <a:pt x="6996426" y="154056"/>
                  </a:lnTo>
                  <a:lnTo>
                    <a:pt x="7057347" y="131632"/>
                  </a:lnTo>
                  <a:lnTo>
                    <a:pt x="7123383" y="111568"/>
                  </a:lnTo>
                  <a:lnTo>
                    <a:pt x="7195221" y="93573"/>
                  </a:lnTo>
                  <a:lnTo>
                    <a:pt x="7273253" y="77410"/>
                  </a:lnTo>
                  <a:lnTo>
                    <a:pt x="7357408" y="62907"/>
                  </a:lnTo>
                  <a:lnTo>
                    <a:pt x="7446944" y="49959"/>
                  </a:lnTo>
                  <a:lnTo>
                    <a:pt x="7540243" y="38521"/>
                  </a:lnTo>
                  <a:lnTo>
                    <a:pt x="7634684" y="28602"/>
                  </a:lnTo>
                  <a:lnTo>
                    <a:pt x="7726672" y="20234"/>
                  </a:lnTo>
                  <a:lnTo>
                    <a:pt x="7811951" y="13449"/>
                  </a:lnTo>
                  <a:lnTo>
                    <a:pt x="7886214" y="8235"/>
                  </a:lnTo>
                  <a:lnTo>
                    <a:pt x="7945928" y="4508"/>
                  </a:lnTo>
                  <a:lnTo>
                    <a:pt x="7989149" y="2094"/>
                  </a:lnTo>
                  <a:lnTo>
                    <a:pt x="8016062" y="743"/>
                  </a:lnTo>
                  <a:lnTo>
                    <a:pt x="8029097" y="153"/>
                  </a:lnTo>
                  <a:lnTo>
                    <a:pt x="8032695" y="4"/>
                  </a:lnTo>
                  <a:lnTo>
                    <a:pt x="8032819" y="0"/>
                  </a:lnTo>
                  <a:lnTo>
                    <a:pt x="8554953" y="0"/>
                  </a:lnTo>
                  <a:lnTo>
                    <a:pt x="8554953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165" name="pl1165"/>
            <p:cNvSpPr/>
            <p:nvPr/>
          </p:nvSpPr>
          <p:spPr>
            <a:xfrm>
              <a:off x="386606" y="1185545"/>
              <a:ext cx="8554953" cy="3111591"/>
            </a:xfrm>
            <a:custGeom>
              <a:avLst/>
              <a:pathLst>
                <a:path w="8554953" h="3111591">
                  <a:moveTo>
                    <a:pt x="8554953" y="0"/>
                  </a:moveTo>
                  <a:lnTo>
                    <a:pt x="8032819" y="0"/>
                  </a:lnTo>
                  <a:lnTo>
                    <a:pt x="8031593" y="48"/>
                  </a:lnTo>
                  <a:lnTo>
                    <a:pt x="8023568" y="396"/>
                  </a:lnTo>
                  <a:lnTo>
                    <a:pt x="8003481" y="1357"/>
                  </a:lnTo>
                  <a:lnTo>
                    <a:pt x="7967937" y="3246"/>
                  </a:lnTo>
                  <a:lnTo>
                    <a:pt x="7915703" y="6341"/>
                  </a:lnTo>
                  <a:lnTo>
                    <a:pt x="7847785" y="10855"/>
                  </a:lnTo>
                  <a:lnTo>
                    <a:pt x="7767073" y="16910"/>
                  </a:lnTo>
                  <a:lnTo>
                    <a:pt x="7677627" y="24550"/>
                  </a:lnTo>
                  <a:lnTo>
                    <a:pt x="7583820" y="33760"/>
                  </a:lnTo>
                  <a:lnTo>
                    <a:pt x="7489606" y="44501"/>
                  </a:lnTo>
                  <a:lnTo>
                    <a:pt x="7398076" y="56751"/>
                  </a:lnTo>
                  <a:lnTo>
                    <a:pt x="7311301" y="70528"/>
                  </a:lnTo>
                  <a:lnTo>
                    <a:pt x="7230403" y="85909"/>
                  </a:lnTo>
                  <a:lnTo>
                    <a:pt x="7155736" y="103034"/>
                  </a:lnTo>
                  <a:lnTo>
                    <a:pt x="7087097" y="122111"/>
                  </a:lnTo>
                  <a:lnTo>
                    <a:pt x="7023916" y="143408"/>
                  </a:lnTo>
                  <a:lnTo>
                    <a:pt x="6965408" y="167243"/>
                  </a:lnTo>
                  <a:lnTo>
                    <a:pt x="6910684" y="193960"/>
                  </a:lnTo>
                  <a:lnTo>
                    <a:pt x="6858834" y="223893"/>
                  </a:lnTo>
                  <a:lnTo>
                    <a:pt x="6809010" y="257297"/>
                  </a:lnTo>
                  <a:lnTo>
                    <a:pt x="6786527" y="273887"/>
                  </a:lnTo>
                  <a:lnTo>
                    <a:pt x="6741897" y="309539"/>
                  </a:lnTo>
                  <a:lnTo>
                    <a:pt x="6697701" y="348309"/>
                  </a:lnTo>
                  <a:lnTo>
                    <a:pt x="6653582" y="390255"/>
                  </a:lnTo>
                  <a:lnTo>
                    <a:pt x="6609278" y="435359"/>
                  </a:lnTo>
                  <a:lnTo>
                    <a:pt x="6564610" y="483520"/>
                  </a:lnTo>
                  <a:lnTo>
                    <a:pt x="6519472" y="534546"/>
                  </a:lnTo>
                  <a:lnTo>
                    <a:pt x="6473826" y="588149"/>
                  </a:lnTo>
                  <a:lnTo>
                    <a:pt x="6427695" y="643951"/>
                  </a:lnTo>
                  <a:lnTo>
                    <a:pt x="6381150" y="701493"/>
                  </a:lnTo>
                  <a:lnTo>
                    <a:pt x="6334304" y="760242"/>
                  </a:lnTo>
                  <a:lnTo>
                    <a:pt x="6287297" y="819619"/>
                  </a:lnTo>
                  <a:lnTo>
                    <a:pt x="6240284" y="879018"/>
                  </a:lnTo>
                  <a:lnTo>
                    <a:pt x="6193422" y="937830"/>
                  </a:lnTo>
                  <a:lnTo>
                    <a:pt x="6146852" y="995471"/>
                  </a:lnTo>
                  <a:lnTo>
                    <a:pt x="6100690" y="1051409"/>
                  </a:lnTo>
                  <a:lnTo>
                    <a:pt x="6055010" y="1105176"/>
                  </a:lnTo>
                  <a:lnTo>
                    <a:pt x="6009837" y="1156389"/>
                  </a:lnTo>
                  <a:lnTo>
                    <a:pt x="5965139" y="1204754"/>
                  </a:lnTo>
                  <a:lnTo>
                    <a:pt x="5920815" y="1250072"/>
                  </a:lnTo>
                  <a:lnTo>
                    <a:pt x="5876691" y="1292237"/>
                  </a:lnTo>
                  <a:lnTo>
                    <a:pt x="5832511" y="1331224"/>
                  </a:lnTo>
                  <a:lnTo>
                    <a:pt x="5787924" y="1367087"/>
                  </a:lnTo>
                  <a:lnTo>
                    <a:pt x="5784835" y="1369438"/>
                  </a:lnTo>
                  <a:lnTo>
                    <a:pt x="5735692" y="1404480"/>
                  </a:lnTo>
                  <a:lnTo>
                    <a:pt x="5684876" y="1435989"/>
                  </a:lnTo>
                  <a:lnTo>
                    <a:pt x="5631587" y="1464150"/>
                  </a:lnTo>
                  <a:lnTo>
                    <a:pt x="5574936" y="1489269"/>
                  </a:lnTo>
                  <a:lnTo>
                    <a:pt x="5514015" y="1511694"/>
                  </a:lnTo>
                  <a:lnTo>
                    <a:pt x="5447978" y="1531758"/>
                  </a:lnTo>
                  <a:lnTo>
                    <a:pt x="5376141" y="1549753"/>
                  </a:lnTo>
                  <a:lnTo>
                    <a:pt x="5298108" y="1565916"/>
                  </a:lnTo>
                  <a:lnTo>
                    <a:pt x="5213954" y="1580419"/>
                  </a:lnTo>
                  <a:lnTo>
                    <a:pt x="5124418" y="1593367"/>
                  </a:lnTo>
                  <a:lnTo>
                    <a:pt x="5031119" y="1604805"/>
                  </a:lnTo>
                  <a:lnTo>
                    <a:pt x="4936678" y="1614724"/>
                  </a:lnTo>
                  <a:lnTo>
                    <a:pt x="4844690" y="1623092"/>
                  </a:lnTo>
                  <a:lnTo>
                    <a:pt x="4759411" y="1629876"/>
                  </a:lnTo>
                  <a:lnTo>
                    <a:pt x="4685148" y="1635090"/>
                  </a:lnTo>
                  <a:lnTo>
                    <a:pt x="4625434" y="1638818"/>
                  </a:lnTo>
                  <a:lnTo>
                    <a:pt x="4582213" y="1641231"/>
                  </a:lnTo>
                  <a:lnTo>
                    <a:pt x="4555300" y="1642582"/>
                  </a:lnTo>
                  <a:lnTo>
                    <a:pt x="4542265" y="1643173"/>
                  </a:lnTo>
                  <a:lnTo>
                    <a:pt x="4538667" y="1643322"/>
                  </a:lnTo>
                  <a:lnTo>
                    <a:pt x="4538543" y="1643326"/>
                  </a:lnTo>
                  <a:lnTo>
                    <a:pt x="4016409" y="1643326"/>
                  </a:lnTo>
                  <a:lnTo>
                    <a:pt x="4015174" y="1643370"/>
                  </a:lnTo>
                  <a:lnTo>
                    <a:pt x="4007095" y="1643683"/>
                  </a:lnTo>
                  <a:lnTo>
                    <a:pt x="3986879" y="1644548"/>
                  </a:lnTo>
                  <a:lnTo>
                    <a:pt x="3951116" y="1646248"/>
                  </a:lnTo>
                  <a:lnTo>
                    <a:pt x="3898586" y="1649032"/>
                  </a:lnTo>
                  <a:lnTo>
                    <a:pt x="3830323" y="1653091"/>
                  </a:lnTo>
                  <a:lnTo>
                    <a:pt x="3749258" y="1658536"/>
                  </a:lnTo>
                  <a:lnTo>
                    <a:pt x="3659490" y="1665403"/>
                  </a:lnTo>
                  <a:lnTo>
                    <a:pt x="3565420" y="1673678"/>
                  </a:lnTo>
                  <a:lnTo>
                    <a:pt x="3471017" y="1683327"/>
                  </a:lnTo>
                  <a:lnTo>
                    <a:pt x="3379370" y="1694331"/>
                  </a:lnTo>
                  <a:lnTo>
                    <a:pt x="3292539" y="1706707"/>
                  </a:lnTo>
                  <a:lnTo>
                    <a:pt x="3211633" y="1720525"/>
                  </a:lnTo>
                  <a:lnTo>
                    <a:pt x="3136987" y="1735913"/>
                  </a:lnTo>
                  <a:lnTo>
                    <a:pt x="3068384" y="1753061"/>
                  </a:lnTo>
                  <a:lnTo>
                    <a:pt x="3005240" y="1772212"/>
                  </a:lnTo>
                  <a:lnTo>
                    <a:pt x="2946758" y="1793651"/>
                  </a:lnTo>
                  <a:lnTo>
                    <a:pt x="2892041" y="1817690"/>
                  </a:lnTo>
                  <a:lnTo>
                    <a:pt x="2840175" y="1844627"/>
                  </a:lnTo>
                  <a:lnTo>
                    <a:pt x="2790309" y="1874687"/>
                  </a:lnTo>
                  <a:lnTo>
                    <a:pt x="2770117" y="1888037"/>
                  </a:lnTo>
                  <a:lnTo>
                    <a:pt x="2724178" y="1920874"/>
                  </a:lnTo>
                  <a:lnTo>
                    <a:pt x="2678687" y="1956665"/>
                  </a:lnTo>
                  <a:lnTo>
                    <a:pt x="2633259" y="1995464"/>
                  </a:lnTo>
                  <a:lnTo>
                    <a:pt x="2587615" y="2037250"/>
                  </a:lnTo>
                  <a:lnTo>
                    <a:pt x="2541568" y="2081912"/>
                  </a:lnTo>
                  <a:lnTo>
                    <a:pt x="2495014" y="2129252"/>
                  </a:lnTo>
                  <a:lnTo>
                    <a:pt x="2447921" y="2178975"/>
                  </a:lnTo>
                  <a:lnTo>
                    <a:pt x="2400326" y="2230697"/>
                  </a:lnTo>
                  <a:lnTo>
                    <a:pt x="2352317" y="2283952"/>
                  </a:lnTo>
                  <a:lnTo>
                    <a:pt x="2304026" y="2338209"/>
                  </a:lnTo>
                  <a:lnTo>
                    <a:pt x="2255612" y="2392892"/>
                  </a:lnTo>
                  <a:lnTo>
                    <a:pt x="2207247" y="2447407"/>
                  </a:lnTo>
                  <a:lnTo>
                    <a:pt x="2159097" y="2501167"/>
                  </a:lnTo>
                  <a:lnTo>
                    <a:pt x="2111308" y="2553618"/>
                  </a:lnTo>
                  <a:lnTo>
                    <a:pt x="2063989" y="2604265"/>
                  </a:lnTo>
                  <a:lnTo>
                    <a:pt x="2017199" y="2652686"/>
                  </a:lnTo>
                  <a:lnTo>
                    <a:pt x="1970939" y="2698545"/>
                  </a:lnTo>
                  <a:lnTo>
                    <a:pt x="1925138" y="2741603"/>
                  </a:lnTo>
                  <a:lnTo>
                    <a:pt x="1879644" y="2781712"/>
                  </a:lnTo>
                  <a:lnTo>
                    <a:pt x="1834222" y="2818812"/>
                  </a:lnTo>
                  <a:lnTo>
                    <a:pt x="1788532" y="2852925"/>
                  </a:lnTo>
                  <a:lnTo>
                    <a:pt x="1768425" y="2866880"/>
                  </a:lnTo>
                  <a:lnTo>
                    <a:pt x="1719166" y="2898258"/>
                  </a:lnTo>
                  <a:lnTo>
                    <a:pt x="1668223" y="2926466"/>
                  </a:lnTo>
                  <a:lnTo>
                    <a:pt x="1614793" y="2951668"/>
                  </a:lnTo>
                  <a:lnTo>
                    <a:pt x="1557978" y="2974143"/>
                  </a:lnTo>
                  <a:lnTo>
                    <a:pt x="1496865" y="2994202"/>
                  </a:lnTo>
                  <a:lnTo>
                    <a:pt x="1430603" y="3012145"/>
                  </a:lnTo>
                  <a:lnTo>
                    <a:pt x="1358505" y="3028235"/>
                  </a:lnTo>
                  <a:lnTo>
                    <a:pt x="1280180" y="3042682"/>
                  </a:lnTo>
                  <a:lnTo>
                    <a:pt x="1195712" y="3055642"/>
                  </a:lnTo>
                  <a:lnTo>
                    <a:pt x="1105863" y="3067208"/>
                  </a:lnTo>
                  <a:lnTo>
                    <a:pt x="1012282" y="3077418"/>
                  </a:lnTo>
                  <a:lnTo>
                    <a:pt x="917637" y="3086264"/>
                  </a:lnTo>
                  <a:lnTo>
                    <a:pt x="825568" y="3093717"/>
                  </a:lnTo>
                  <a:lnTo>
                    <a:pt x="740375" y="3099748"/>
                  </a:lnTo>
                  <a:lnTo>
                    <a:pt x="666382" y="3104371"/>
                  </a:lnTo>
                  <a:lnTo>
                    <a:pt x="607105" y="3107663"/>
                  </a:lnTo>
                  <a:lnTo>
                    <a:pt x="564432" y="3109783"/>
                  </a:lnTo>
                  <a:lnTo>
                    <a:pt x="538086" y="3110960"/>
                  </a:lnTo>
                  <a:lnTo>
                    <a:pt x="525535" y="3111466"/>
                  </a:lnTo>
                  <a:lnTo>
                    <a:pt x="522223" y="3111588"/>
                  </a:lnTo>
                  <a:lnTo>
                    <a:pt x="522133" y="3111591"/>
                  </a:lnTo>
                  <a:lnTo>
                    <a:pt x="0" y="3111591"/>
                  </a:lnTo>
                  <a:lnTo>
                    <a:pt x="0" y="3111591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166" name="pg1166"/>
            <p:cNvSpPr/>
            <p:nvPr/>
          </p:nvSpPr>
          <p:spPr>
            <a:xfrm>
              <a:off x="386606" y="2936168"/>
              <a:ext cx="8554953" cy="1372262"/>
            </a:xfrm>
            <a:custGeom>
              <a:avLst/>
              <a:pathLst>
                <a:path w="8554953" h="1372262">
                  <a:moveTo>
                    <a:pt x="0" y="1372262"/>
                  </a:moveTo>
                  <a:lnTo>
                    <a:pt x="522133" y="1372262"/>
                  </a:lnTo>
                  <a:lnTo>
                    <a:pt x="523372" y="1372221"/>
                  </a:lnTo>
                  <a:lnTo>
                    <a:pt x="531480" y="1371929"/>
                  </a:lnTo>
                  <a:lnTo>
                    <a:pt x="551766" y="1371120"/>
                  </a:lnTo>
                  <a:lnTo>
                    <a:pt x="587646" y="1369533"/>
                  </a:lnTo>
                  <a:lnTo>
                    <a:pt x="640335" y="1366932"/>
                  </a:lnTo>
                  <a:lnTo>
                    <a:pt x="708782" y="1363140"/>
                  </a:lnTo>
                  <a:lnTo>
                    <a:pt x="790035" y="1358056"/>
                  </a:lnTo>
                  <a:lnTo>
                    <a:pt x="879974" y="1351644"/>
                  </a:lnTo>
                  <a:lnTo>
                    <a:pt x="974184" y="1343918"/>
                  </a:lnTo>
                  <a:lnTo>
                    <a:pt x="1068688" y="1334911"/>
                  </a:lnTo>
                  <a:lnTo>
                    <a:pt x="1160397" y="1324639"/>
                  </a:lnTo>
                  <a:lnTo>
                    <a:pt x="1247256" y="1313087"/>
                  </a:lnTo>
                  <a:lnTo>
                    <a:pt x="1328167" y="1300189"/>
                  </a:lnTo>
                  <a:lnTo>
                    <a:pt x="1402801" y="1285821"/>
                  </a:lnTo>
                  <a:lnTo>
                    <a:pt x="1471385" y="1269809"/>
                  </a:lnTo>
                  <a:lnTo>
                    <a:pt x="1534509" y="1251924"/>
                  </a:lnTo>
                  <a:lnTo>
                    <a:pt x="1592977" y="1231898"/>
                  </a:lnTo>
                  <a:lnTo>
                    <a:pt x="1647691" y="1209439"/>
                  </a:lnTo>
                  <a:lnTo>
                    <a:pt x="1699566" y="1184270"/>
                  </a:lnTo>
                  <a:lnTo>
                    <a:pt x="1749456" y="1156184"/>
                  </a:lnTo>
                  <a:lnTo>
                    <a:pt x="1768425" y="1144493"/>
                  </a:lnTo>
                  <a:lnTo>
                    <a:pt x="1815141" y="1113386"/>
                  </a:lnTo>
                  <a:lnTo>
                    <a:pt x="1861401" y="1079433"/>
                  </a:lnTo>
                  <a:lnTo>
                    <a:pt x="1907607" y="1042583"/>
                  </a:lnTo>
                  <a:lnTo>
                    <a:pt x="1954048" y="1002863"/>
                  </a:lnTo>
                  <a:lnTo>
                    <a:pt x="2000916" y="960383"/>
                  </a:lnTo>
                  <a:lnTo>
                    <a:pt x="2048314" y="915346"/>
                  </a:lnTo>
                  <a:lnTo>
                    <a:pt x="2096268" y="868049"/>
                  </a:lnTo>
                  <a:lnTo>
                    <a:pt x="2144733" y="818878"/>
                  </a:lnTo>
                  <a:lnTo>
                    <a:pt x="2193610" y="768297"/>
                  </a:lnTo>
                  <a:lnTo>
                    <a:pt x="2242754" y="716835"/>
                  </a:lnTo>
                  <a:lnTo>
                    <a:pt x="2291995" y="665059"/>
                  </a:lnTo>
                  <a:lnTo>
                    <a:pt x="2341154" y="613552"/>
                  </a:lnTo>
                  <a:lnTo>
                    <a:pt x="2390056" y="562884"/>
                  </a:lnTo>
                  <a:lnTo>
                    <a:pt x="2438558" y="513587"/>
                  </a:lnTo>
                  <a:lnTo>
                    <a:pt x="2486553" y="466130"/>
                  </a:lnTo>
                  <a:lnTo>
                    <a:pt x="2533994" y="420908"/>
                  </a:lnTo>
                  <a:lnTo>
                    <a:pt x="2580900" y="378222"/>
                  </a:lnTo>
                  <a:lnTo>
                    <a:pt x="2627369" y="338285"/>
                  </a:lnTo>
                  <a:lnTo>
                    <a:pt x="2673583" y="301212"/>
                  </a:lnTo>
                  <a:lnTo>
                    <a:pt x="2719826" y="267037"/>
                  </a:lnTo>
                  <a:lnTo>
                    <a:pt x="2766491" y="235714"/>
                  </a:lnTo>
                  <a:lnTo>
                    <a:pt x="2770117" y="233416"/>
                  </a:lnTo>
                  <a:lnTo>
                    <a:pt x="2819438" y="204176"/>
                  </a:lnTo>
                  <a:lnTo>
                    <a:pt x="2870449" y="177894"/>
                  </a:lnTo>
                  <a:lnTo>
                    <a:pt x="2923955" y="154415"/>
                  </a:lnTo>
                  <a:lnTo>
                    <a:pt x="2980857" y="133480"/>
                  </a:lnTo>
                  <a:lnTo>
                    <a:pt x="3042073" y="114798"/>
                  </a:lnTo>
                  <a:lnTo>
                    <a:pt x="3108455" y="98090"/>
                  </a:lnTo>
                  <a:lnTo>
                    <a:pt x="3180692" y="83108"/>
                  </a:lnTo>
                  <a:lnTo>
                    <a:pt x="3259173" y="69658"/>
                  </a:lnTo>
                  <a:lnTo>
                    <a:pt x="3343809" y="57594"/>
                  </a:lnTo>
                  <a:lnTo>
                    <a:pt x="3433826" y="46831"/>
                  </a:lnTo>
                  <a:lnTo>
                    <a:pt x="3527556" y="37333"/>
                  </a:lnTo>
                  <a:lnTo>
                    <a:pt x="3622309" y="29106"/>
                  </a:lnTo>
                  <a:lnTo>
                    <a:pt x="3714419" y="22182"/>
                  </a:lnTo>
                  <a:lnTo>
                    <a:pt x="3799564" y="16583"/>
                  </a:lnTo>
                  <a:lnTo>
                    <a:pt x="3873410" y="12299"/>
                  </a:lnTo>
                  <a:lnTo>
                    <a:pt x="3932451" y="9253"/>
                  </a:lnTo>
                  <a:lnTo>
                    <a:pt x="3974832" y="7298"/>
                  </a:lnTo>
                  <a:lnTo>
                    <a:pt x="4000874" y="6217"/>
                  </a:lnTo>
                  <a:lnTo>
                    <a:pt x="4013171" y="5757"/>
                  </a:lnTo>
                  <a:lnTo>
                    <a:pt x="4016409" y="5647"/>
                  </a:lnTo>
                  <a:lnTo>
                    <a:pt x="4538543" y="5647"/>
                  </a:lnTo>
                  <a:lnTo>
                    <a:pt x="4539802" y="5671"/>
                  </a:lnTo>
                  <a:lnTo>
                    <a:pt x="4548038" y="5843"/>
                  </a:lnTo>
                  <a:lnTo>
                    <a:pt x="4568631" y="6318"/>
                  </a:lnTo>
                  <a:lnTo>
                    <a:pt x="4605025" y="7252"/>
                  </a:lnTo>
                  <a:lnTo>
                    <a:pt x="4658410" y="8781"/>
                  </a:lnTo>
                  <a:lnTo>
                    <a:pt x="4727666" y="11008"/>
                  </a:lnTo>
                  <a:lnTo>
                    <a:pt x="4809744" y="13993"/>
                  </a:lnTo>
                  <a:lnTo>
                    <a:pt x="4900433" y="17754"/>
                  </a:lnTo>
                  <a:lnTo>
                    <a:pt x="4995251" y="22282"/>
                  </a:lnTo>
                  <a:lnTo>
                    <a:pt x="5090190" y="27560"/>
                  </a:lnTo>
                  <a:lnTo>
                    <a:pt x="5182165" y="33576"/>
                  </a:lnTo>
                  <a:lnTo>
                    <a:pt x="5269146" y="40343"/>
                  </a:lnTo>
                  <a:lnTo>
                    <a:pt x="5350070" y="47902"/>
                  </a:lnTo>
                  <a:lnTo>
                    <a:pt x="5424650" y="56325"/>
                  </a:lnTo>
                  <a:lnTo>
                    <a:pt x="5493149" y="65720"/>
                  </a:lnTo>
                  <a:lnTo>
                    <a:pt x="5556189" y="76222"/>
                  </a:lnTo>
                  <a:lnTo>
                    <a:pt x="5614599" y="87991"/>
                  </a:lnTo>
                  <a:lnTo>
                    <a:pt x="5669300" y="101198"/>
                  </a:lnTo>
                  <a:lnTo>
                    <a:pt x="5721220" y="116005"/>
                  </a:lnTo>
                  <a:lnTo>
                    <a:pt x="5771215" y="132525"/>
                  </a:lnTo>
                  <a:lnTo>
                    <a:pt x="5784835" y="137414"/>
                  </a:lnTo>
                  <a:lnTo>
                    <a:pt x="5835900" y="157180"/>
                  </a:lnTo>
                  <a:lnTo>
                    <a:pt x="5886468" y="178921"/>
                  </a:lnTo>
                  <a:lnTo>
                    <a:pt x="5937043" y="202666"/>
                  </a:lnTo>
                  <a:lnTo>
                    <a:pt x="5987974" y="228381"/>
                  </a:lnTo>
                  <a:lnTo>
                    <a:pt x="6039472" y="255960"/>
                  </a:lnTo>
                  <a:lnTo>
                    <a:pt x="6091628" y="285220"/>
                  </a:lnTo>
                  <a:lnTo>
                    <a:pt x="6144427" y="315899"/>
                  </a:lnTo>
                  <a:lnTo>
                    <a:pt x="6197765" y="347670"/>
                  </a:lnTo>
                  <a:lnTo>
                    <a:pt x="6251469" y="380144"/>
                  </a:lnTo>
                  <a:lnTo>
                    <a:pt x="6305323" y="412898"/>
                  </a:lnTo>
                  <a:lnTo>
                    <a:pt x="6359091" y="445491"/>
                  </a:lnTo>
                  <a:lnTo>
                    <a:pt x="6412547" y="477492"/>
                  </a:lnTo>
                  <a:lnTo>
                    <a:pt x="6465506" y="508502"/>
                  </a:lnTo>
                  <a:lnTo>
                    <a:pt x="6517841" y="538175"/>
                  </a:lnTo>
                  <a:lnTo>
                    <a:pt x="6569513" y="566230"/>
                  </a:lnTo>
                  <a:lnTo>
                    <a:pt x="6620582" y="592463"/>
                  </a:lnTo>
                  <a:lnTo>
                    <a:pt x="6671225" y="616748"/>
                  </a:lnTo>
                  <a:lnTo>
                    <a:pt x="6721752" y="639030"/>
                  </a:lnTo>
                  <a:lnTo>
                    <a:pt x="6772623" y="659325"/>
                  </a:lnTo>
                  <a:lnTo>
                    <a:pt x="6786527" y="664483"/>
                  </a:lnTo>
                  <a:lnTo>
                    <a:pt x="6836121" y="681486"/>
                  </a:lnTo>
                  <a:lnTo>
                    <a:pt x="6887427" y="696760"/>
                  </a:lnTo>
                  <a:lnTo>
                    <a:pt x="6941265" y="710396"/>
                  </a:lnTo>
                  <a:lnTo>
                    <a:pt x="6998552" y="722546"/>
                  </a:lnTo>
                  <a:lnTo>
                    <a:pt x="7060220" y="733383"/>
                  </a:lnTo>
                  <a:lnTo>
                    <a:pt x="7127131" y="743070"/>
                  </a:lnTo>
                  <a:lnTo>
                    <a:pt x="7199980" y="751750"/>
                  </a:lnTo>
                  <a:lnTo>
                    <a:pt x="7279147" y="759540"/>
                  </a:lnTo>
                  <a:lnTo>
                    <a:pt x="7364518" y="766521"/>
                  </a:lnTo>
                  <a:lnTo>
                    <a:pt x="7455267" y="772743"/>
                  </a:lnTo>
                  <a:lnTo>
                    <a:pt x="7549649" y="778226"/>
                  </a:lnTo>
                  <a:lnTo>
                    <a:pt x="7644868" y="782964"/>
                  </a:lnTo>
                  <a:lnTo>
                    <a:pt x="7737142" y="786940"/>
                  </a:lnTo>
                  <a:lnTo>
                    <a:pt x="7822058" y="790139"/>
                  </a:lnTo>
                  <a:lnTo>
                    <a:pt x="7895240" y="792572"/>
                  </a:lnTo>
                  <a:lnTo>
                    <a:pt x="7953231" y="794286"/>
                  </a:lnTo>
                  <a:lnTo>
                    <a:pt x="7994317" y="795373"/>
                  </a:lnTo>
                  <a:lnTo>
                    <a:pt x="8019038" y="795960"/>
                  </a:lnTo>
                  <a:lnTo>
                    <a:pt x="8030237" y="796200"/>
                  </a:lnTo>
                  <a:lnTo>
                    <a:pt x="8032819" y="796251"/>
                  </a:lnTo>
                  <a:lnTo>
                    <a:pt x="8554953" y="796251"/>
                  </a:lnTo>
                  <a:lnTo>
                    <a:pt x="8554953" y="790603"/>
                  </a:lnTo>
                  <a:lnTo>
                    <a:pt x="8032819" y="790603"/>
                  </a:lnTo>
                  <a:lnTo>
                    <a:pt x="8031560" y="790579"/>
                  </a:lnTo>
                  <a:lnTo>
                    <a:pt x="8023324" y="790407"/>
                  </a:lnTo>
                  <a:lnTo>
                    <a:pt x="8002731" y="789932"/>
                  </a:lnTo>
                  <a:lnTo>
                    <a:pt x="7966337" y="788998"/>
                  </a:lnTo>
                  <a:lnTo>
                    <a:pt x="7912952" y="787469"/>
                  </a:lnTo>
                  <a:lnTo>
                    <a:pt x="7843696" y="785242"/>
                  </a:lnTo>
                  <a:lnTo>
                    <a:pt x="7761618" y="782257"/>
                  </a:lnTo>
                  <a:lnTo>
                    <a:pt x="7670929" y="778496"/>
                  </a:lnTo>
                  <a:lnTo>
                    <a:pt x="7576111" y="773968"/>
                  </a:lnTo>
                  <a:lnTo>
                    <a:pt x="7481171" y="768690"/>
                  </a:lnTo>
                  <a:lnTo>
                    <a:pt x="7389196" y="762674"/>
                  </a:lnTo>
                  <a:lnTo>
                    <a:pt x="7302216" y="755907"/>
                  </a:lnTo>
                  <a:lnTo>
                    <a:pt x="7221291" y="748348"/>
                  </a:lnTo>
                  <a:lnTo>
                    <a:pt x="7146712" y="739925"/>
                  </a:lnTo>
                  <a:lnTo>
                    <a:pt x="7078213" y="730530"/>
                  </a:lnTo>
                  <a:lnTo>
                    <a:pt x="7015172" y="720028"/>
                  </a:lnTo>
                  <a:lnTo>
                    <a:pt x="6956763" y="708259"/>
                  </a:lnTo>
                  <a:lnTo>
                    <a:pt x="6902062" y="695052"/>
                  </a:lnTo>
                  <a:lnTo>
                    <a:pt x="6850142" y="680245"/>
                  </a:lnTo>
                  <a:lnTo>
                    <a:pt x="6800147" y="663725"/>
                  </a:lnTo>
                  <a:lnTo>
                    <a:pt x="6786527" y="658836"/>
                  </a:lnTo>
                  <a:lnTo>
                    <a:pt x="6735462" y="639070"/>
                  </a:lnTo>
                  <a:lnTo>
                    <a:pt x="6684894" y="617329"/>
                  </a:lnTo>
                  <a:lnTo>
                    <a:pt x="6634319" y="593584"/>
                  </a:lnTo>
                  <a:lnTo>
                    <a:pt x="6583388" y="567869"/>
                  </a:lnTo>
                  <a:lnTo>
                    <a:pt x="6531890" y="540290"/>
                  </a:lnTo>
                  <a:lnTo>
                    <a:pt x="6479734" y="511031"/>
                  </a:lnTo>
                  <a:lnTo>
                    <a:pt x="6426935" y="480351"/>
                  </a:lnTo>
                  <a:lnTo>
                    <a:pt x="6373597" y="448580"/>
                  </a:lnTo>
                  <a:lnTo>
                    <a:pt x="6319893" y="416106"/>
                  </a:lnTo>
                  <a:lnTo>
                    <a:pt x="6266039" y="383352"/>
                  </a:lnTo>
                  <a:lnTo>
                    <a:pt x="6212271" y="350759"/>
                  </a:lnTo>
                  <a:lnTo>
                    <a:pt x="6158815" y="318758"/>
                  </a:lnTo>
                  <a:lnTo>
                    <a:pt x="6105856" y="287748"/>
                  </a:lnTo>
                  <a:lnTo>
                    <a:pt x="6053521" y="258075"/>
                  </a:lnTo>
                  <a:lnTo>
                    <a:pt x="6001849" y="230020"/>
                  </a:lnTo>
                  <a:lnTo>
                    <a:pt x="5950780" y="203787"/>
                  </a:lnTo>
                  <a:lnTo>
                    <a:pt x="5900137" y="179502"/>
                  </a:lnTo>
                  <a:lnTo>
                    <a:pt x="5849610" y="157220"/>
                  </a:lnTo>
                  <a:lnTo>
                    <a:pt x="5798739" y="136925"/>
                  </a:lnTo>
                  <a:lnTo>
                    <a:pt x="5784835" y="131767"/>
                  </a:lnTo>
                  <a:lnTo>
                    <a:pt x="5735241" y="114764"/>
                  </a:lnTo>
                  <a:lnTo>
                    <a:pt x="5683935" y="99490"/>
                  </a:lnTo>
                  <a:lnTo>
                    <a:pt x="5630097" y="85854"/>
                  </a:lnTo>
                  <a:lnTo>
                    <a:pt x="5572810" y="73704"/>
                  </a:lnTo>
                  <a:lnTo>
                    <a:pt x="5511142" y="62867"/>
                  </a:lnTo>
                  <a:lnTo>
                    <a:pt x="5444231" y="53180"/>
                  </a:lnTo>
                  <a:lnTo>
                    <a:pt x="5371382" y="44500"/>
                  </a:lnTo>
                  <a:lnTo>
                    <a:pt x="5292215" y="36710"/>
                  </a:lnTo>
                  <a:lnTo>
                    <a:pt x="5206844" y="29729"/>
                  </a:lnTo>
                  <a:lnTo>
                    <a:pt x="5116095" y="23507"/>
                  </a:lnTo>
                  <a:lnTo>
                    <a:pt x="5021713" y="18024"/>
                  </a:lnTo>
                  <a:lnTo>
                    <a:pt x="4926494" y="13286"/>
                  </a:lnTo>
                  <a:lnTo>
                    <a:pt x="4834220" y="9311"/>
                  </a:lnTo>
                  <a:lnTo>
                    <a:pt x="4749304" y="6111"/>
                  </a:lnTo>
                  <a:lnTo>
                    <a:pt x="4676122" y="3678"/>
                  </a:lnTo>
                  <a:lnTo>
                    <a:pt x="4618131" y="1964"/>
                  </a:lnTo>
                  <a:lnTo>
                    <a:pt x="4577045" y="878"/>
                  </a:lnTo>
                  <a:lnTo>
                    <a:pt x="4552324" y="290"/>
                  </a:lnTo>
                  <a:lnTo>
                    <a:pt x="4541125" y="50"/>
                  </a:lnTo>
                  <a:lnTo>
                    <a:pt x="4538543" y="0"/>
                  </a:lnTo>
                  <a:lnTo>
                    <a:pt x="4016409" y="0"/>
                  </a:lnTo>
                  <a:lnTo>
                    <a:pt x="4015170" y="40"/>
                  </a:lnTo>
                  <a:lnTo>
                    <a:pt x="4007062" y="333"/>
                  </a:lnTo>
                  <a:lnTo>
                    <a:pt x="3986776" y="1141"/>
                  </a:lnTo>
                  <a:lnTo>
                    <a:pt x="3950896" y="2729"/>
                  </a:lnTo>
                  <a:lnTo>
                    <a:pt x="3898207" y="5330"/>
                  </a:lnTo>
                  <a:lnTo>
                    <a:pt x="3829761" y="9121"/>
                  </a:lnTo>
                  <a:lnTo>
                    <a:pt x="3748508" y="14206"/>
                  </a:lnTo>
                  <a:lnTo>
                    <a:pt x="3658568" y="20618"/>
                  </a:lnTo>
                  <a:lnTo>
                    <a:pt x="3564358" y="28343"/>
                  </a:lnTo>
                  <a:lnTo>
                    <a:pt x="3469854" y="37351"/>
                  </a:lnTo>
                  <a:lnTo>
                    <a:pt x="3378145" y="47622"/>
                  </a:lnTo>
                  <a:lnTo>
                    <a:pt x="3291286" y="59174"/>
                  </a:lnTo>
                  <a:lnTo>
                    <a:pt x="3210375" y="72073"/>
                  </a:lnTo>
                  <a:lnTo>
                    <a:pt x="3135742" y="86440"/>
                  </a:lnTo>
                  <a:lnTo>
                    <a:pt x="3067158" y="102452"/>
                  </a:lnTo>
                  <a:lnTo>
                    <a:pt x="3004033" y="120337"/>
                  </a:lnTo>
                  <a:lnTo>
                    <a:pt x="2945565" y="140364"/>
                  </a:lnTo>
                  <a:lnTo>
                    <a:pt x="2890852" y="162823"/>
                  </a:lnTo>
                  <a:lnTo>
                    <a:pt x="2838976" y="187991"/>
                  </a:lnTo>
                  <a:lnTo>
                    <a:pt x="2789087" y="216077"/>
                  </a:lnTo>
                  <a:lnTo>
                    <a:pt x="2770117" y="227769"/>
                  </a:lnTo>
                  <a:lnTo>
                    <a:pt x="2723401" y="258876"/>
                  </a:lnTo>
                  <a:lnTo>
                    <a:pt x="2677141" y="292829"/>
                  </a:lnTo>
                  <a:lnTo>
                    <a:pt x="2630935" y="329678"/>
                  </a:lnTo>
                  <a:lnTo>
                    <a:pt x="2584494" y="369398"/>
                  </a:lnTo>
                  <a:lnTo>
                    <a:pt x="2537626" y="411878"/>
                  </a:lnTo>
                  <a:lnTo>
                    <a:pt x="2490228" y="456915"/>
                  </a:lnTo>
                  <a:lnTo>
                    <a:pt x="2442274" y="504212"/>
                  </a:lnTo>
                  <a:lnTo>
                    <a:pt x="2393809" y="553384"/>
                  </a:lnTo>
                  <a:lnTo>
                    <a:pt x="2344933" y="603964"/>
                  </a:lnTo>
                  <a:lnTo>
                    <a:pt x="2295788" y="655427"/>
                  </a:lnTo>
                  <a:lnTo>
                    <a:pt x="2246547" y="707202"/>
                  </a:lnTo>
                  <a:lnTo>
                    <a:pt x="2197389" y="758709"/>
                  </a:lnTo>
                  <a:lnTo>
                    <a:pt x="2148486" y="809377"/>
                  </a:lnTo>
                  <a:lnTo>
                    <a:pt x="2099985" y="858675"/>
                  </a:lnTo>
                  <a:lnTo>
                    <a:pt x="2051989" y="906131"/>
                  </a:lnTo>
                  <a:lnTo>
                    <a:pt x="2004548" y="951354"/>
                  </a:lnTo>
                  <a:lnTo>
                    <a:pt x="1957642" y="994039"/>
                  </a:lnTo>
                  <a:lnTo>
                    <a:pt x="1911174" y="1033977"/>
                  </a:lnTo>
                  <a:lnTo>
                    <a:pt x="1864959" y="1071050"/>
                  </a:lnTo>
                  <a:lnTo>
                    <a:pt x="1818716" y="1105225"/>
                  </a:lnTo>
                  <a:lnTo>
                    <a:pt x="1772052" y="1136548"/>
                  </a:lnTo>
                  <a:lnTo>
                    <a:pt x="1768425" y="1138846"/>
                  </a:lnTo>
                  <a:lnTo>
                    <a:pt x="1719104" y="1168086"/>
                  </a:lnTo>
                  <a:lnTo>
                    <a:pt x="1668094" y="1194368"/>
                  </a:lnTo>
                  <a:lnTo>
                    <a:pt x="1614588" y="1217847"/>
                  </a:lnTo>
                  <a:lnTo>
                    <a:pt x="1557685" y="1238781"/>
                  </a:lnTo>
                  <a:lnTo>
                    <a:pt x="1496469" y="1257463"/>
                  </a:lnTo>
                  <a:lnTo>
                    <a:pt x="1430087" y="1274172"/>
                  </a:lnTo>
                  <a:lnTo>
                    <a:pt x="1357850" y="1289153"/>
                  </a:lnTo>
                  <a:lnTo>
                    <a:pt x="1279369" y="1302604"/>
                  </a:lnTo>
                  <a:lnTo>
                    <a:pt x="1194733" y="1314667"/>
                  </a:lnTo>
                  <a:lnTo>
                    <a:pt x="1104717" y="1325431"/>
                  </a:lnTo>
                  <a:lnTo>
                    <a:pt x="1010986" y="1334929"/>
                  </a:lnTo>
                  <a:lnTo>
                    <a:pt x="916233" y="1343155"/>
                  </a:lnTo>
                  <a:lnTo>
                    <a:pt x="824123" y="1350080"/>
                  </a:lnTo>
                  <a:lnTo>
                    <a:pt x="738978" y="1355678"/>
                  </a:lnTo>
                  <a:lnTo>
                    <a:pt x="665132" y="1359963"/>
                  </a:lnTo>
                  <a:lnTo>
                    <a:pt x="606091" y="1363008"/>
                  </a:lnTo>
                  <a:lnTo>
                    <a:pt x="563710" y="1364964"/>
                  </a:lnTo>
                  <a:lnTo>
                    <a:pt x="537668" y="1366044"/>
                  </a:lnTo>
                  <a:lnTo>
                    <a:pt x="525371" y="1366505"/>
                  </a:lnTo>
                  <a:lnTo>
                    <a:pt x="522133" y="1366615"/>
                  </a:lnTo>
                  <a:lnTo>
                    <a:pt x="0" y="1366615"/>
                  </a:lnTo>
                  <a:close/>
                </a:path>
              </a:pathLst>
            </a:custGeom>
            <a:solidFill>
              <a:srgbClr val="67C1B3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1167" name="pl1167"/>
            <p:cNvSpPr/>
            <p:nvPr/>
          </p:nvSpPr>
          <p:spPr>
            <a:xfrm>
              <a:off x="386606" y="2941815"/>
              <a:ext cx="8554953" cy="1366615"/>
            </a:xfrm>
            <a:custGeom>
              <a:avLst/>
              <a:pathLst>
                <a:path w="8554953" h="1366615">
                  <a:moveTo>
                    <a:pt x="0" y="1366615"/>
                  </a:moveTo>
                  <a:lnTo>
                    <a:pt x="522133" y="1366615"/>
                  </a:lnTo>
                  <a:lnTo>
                    <a:pt x="523372" y="1366574"/>
                  </a:lnTo>
                  <a:lnTo>
                    <a:pt x="531480" y="1366282"/>
                  </a:lnTo>
                  <a:lnTo>
                    <a:pt x="551766" y="1365473"/>
                  </a:lnTo>
                  <a:lnTo>
                    <a:pt x="587646" y="1363886"/>
                  </a:lnTo>
                  <a:lnTo>
                    <a:pt x="640335" y="1361284"/>
                  </a:lnTo>
                  <a:lnTo>
                    <a:pt x="708782" y="1357493"/>
                  </a:lnTo>
                  <a:lnTo>
                    <a:pt x="790035" y="1352408"/>
                  </a:lnTo>
                  <a:lnTo>
                    <a:pt x="879974" y="1345996"/>
                  </a:lnTo>
                  <a:lnTo>
                    <a:pt x="974184" y="1338271"/>
                  </a:lnTo>
                  <a:lnTo>
                    <a:pt x="1068688" y="1329264"/>
                  </a:lnTo>
                  <a:lnTo>
                    <a:pt x="1160397" y="1318992"/>
                  </a:lnTo>
                  <a:lnTo>
                    <a:pt x="1247256" y="1307440"/>
                  </a:lnTo>
                  <a:lnTo>
                    <a:pt x="1328167" y="1294541"/>
                  </a:lnTo>
                  <a:lnTo>
                    <a:pt x="1402801" y="1280174"/>
                  </a:lnTo>
                  <a:lnTo>
                    <a:pt x="1471385" y="1264162"/>
                  </a:lnTo>
                  <a:lnTo>
                    <a:pt x="1534509" y="1246277"/>
                  </a:lnTo>
                  <a:lnTo>
                    <a:pt x="1592977" y="1226250"/>
                  </a:lnTo>
                  <a:lnTo>
                    <a:pt x="1647691" y="1203792"/>
                  </a:lnTo>
                  <a:lnTo>
                    <a:pt x="1699566" y="1178623"/>
                  </a:lnTo>
                  <a:lnTo>
                    <a:pt x="1749456" y="1150537"/>
                  </a:lnTo>
                  <a:lnTo>
                    <a:pt x="1768425" y="1138846"/>
                  </a:lnTo>
                  <a:lnTo>
                    <a:pt x="1815141" y="1107739"/>
                  </a:lnTo>
                  <a:lnTo>
                    <a:pt x="1861401" y="1073786"/>
                  </a:lnTo>
                  <a:lnTo>
                    <a:pt x="1907607" y="1036936"/>
                  </a:lnTo>
                  <a:lnTo>
                    <a:pt x="1954048" y="997216"/>
                  </a:lnTo>
                  <a:lnTo>
                    <a:pt x="2000916" y="954736"/>
                  </a:lnTo>
                  <a:lnTo>
                    <a:pt x="2048314" y="909699"/>
                  </a:lnTo>
                  <a:lnTo>
                    <a:pt x="2096268" y="862402"/>
                  </a:lnTo>
                  <a:lnTo>
                    <a:pt x="2144733" y="813231"/>
                  </a:lnTo>
                  <a:lnTo>
                    <a:pt x="2193610" y="762650"/>
                  </a:lnTo>
                  <a:lnTo>
                    <a:pt x="2242754" y="711188"/>
                  </a:lnTo>
                  <a:lnTo>
                    <a:pt x="2291995" y="659412"/>
                  </a:lnTo>
                  <a:lnTo>
                    <a:pt x="2341154" y="607905"/>
                  </a:lnTo>
                  <a:lnTo>
                    <a:pt x="2390056" y="557237"/>
                  </a:lnTo>
                  <a:lnTo>
                    <a:pt x="2438558" y="507939"/>
                  </a:lnTo>
                  <a:lnTo>
                    <a:pt x="2486553" y="460483"/>
                  </a:lnTo>
                  <a:lnTo>
                    <a:pt x="2533994" y="415261"/>
                  </a:lnTo>
                  <a:lnTo>
                    <a:pt x="2580900" y="372575"/>
                  </a:lnTo>
                  <a:lnTo>
                    <a:pt x="2627369" y="332637"/>
                  </a:lnTo>
                  <a:lnTo>
                    <a:pt x="2673583" y="295565"/>
                  </a:lnTo>
                  <a:lnTo>
                    <a:pt x="2719826" y="261390"/>
                  </a:lnTo>
                  <a:lnTo>
                    <a:pt x="2766491" y="230067"/>
                  </a:lnTo>
                  <a:lnTo>
                    <a:pt x="2770117" y="227769"/>
                  </a:lnTo>
                  <a:lnTo>
                    <a:pt x="2819438" y="198529"/>
                  </a:lnTo>
                  <a:lnTo>
                    <a:pt x="2870449" y="172247"/>
                  </a:lnTo>
                  <a:lnTo>
                    <a:pt x="2923955" y="148768"/>
                  </a:lnTo>
                  <a:lnTo>
                    <a:pt x="2980857" y="127833"/>
                  </a:lnTo>
                  <a:lnTo>
                    <a:pt x="3042073" y="109151"/>
                  </a:lnTo>
                  <a:lnTo>
                    <a:pt x="3108455" y="92442"/>
                  </a:lnTo>
                  <a:lnTo>
                    <a:pt x="3180692" y="77461"/>
                  </a:lnTo>
                  <a:lnTo>
                    <a:pt x="3259173" y="64011"/>
                  </a:lnTo>
                  <a:lnTo>
                    <a:pt x="3343809" y="51947"/>
                  </a:lnTo>
                  <a:lnTo>
                    <a:pt x="3433826" y="41184"/>
                  </a:lnTo>
                  <a:lnTo>
                    <a:pt x="3527556" y="31685"/>
                  </a:lnTo>
                  <a:lnTo>
                    <a:pt x="3622309" y="23459"/>
                  </a:lnTo>
                  <a:lnTo>
                    <a:pt x="3714419" y="16535"/>
                  </a:lnTo>
                  <a:lnTo>
                    <a:pt x="3799564" y="10936"/>
                  </a:lnTo>
                  <a:lnTo>
                    <a:pt x="3873410" y="6651"/>
                  </a:lnTo>
                  <a:lnTo>
                    <a:pt x="3932451" y="3606"/>
                  </a:lnTo>
                  <a:lnTo>
                    <a:pt x="3974832" y="1650"/>
                  </a:lnTo>
                  <a:lnTo>
                    <a:pt x="4000874" y="570"/>
                  </a:lnTo>
                  <a:lnTo>
                    <a:pt x="4013171" y="110"/>
                  </a:lnTo>
                  <a:lnTo>
                    <a:pt x="4016334" y="2"/>
                  </a:lnTo>
                  <a:lnTo>
                    <a:pt x="4016409" y="0"/>
                  </a:lnTo>
                  <a:lnTo>
                    <a:pt x="4538543" y="0"/>
                  </a:lnTo>
                  <a:lnTo>
                    <a:pt x="4539802" y="24"/>
                  </a:lnTo>
                  <a:lnTo>
                    <a:pt x="4548038" y="196"/>
                  </a:lnTo>
                  <a:lnTo>
                    <a:pt x="4568631" y="671"/>
                  </a:lnTo>
                  <a:lnTo>
                    <a:pt x="4605025" y="1605"/>
                  </a:lnTo>
                  <a:lnTo>
                    <a:pt x="4658410" y="3134"/>
                  </a:lnTo>
                  <a:lnTo>
                    <a:pt x="4727666" y="5361"/>
                  </a:lnTo>
                  <a:lnTo>
                    <a:pt x="4809744" y="8346"/>
                  </a:lnTo>
                  <a:lnTo>
                    <a:pt x="4900433" y="12107"/>
                  </a:lnTo>
                  <a:lnTo>
                    <a:pt x="4995251" y="16635"/>
                  </a:lnTo>
                  <a:lnTo>
                    <a:pt x="5090190" y="21913"/>
                  </a:lnTo>
                  <a:lnTo>
                    <a:pt x="5182165" y="27929"/>
                  </a:lnTo>
                  <a:lnTo>
                    <a:pt x="5269146" y="34696"/>
                  </a:lnTo>
                  <a:lnTo>
                    <a:pt x="5350070" y="42255"/>
                  </a:lnTo>
                  <a:lnTo>
                    <a:pt x="5424650" y="50678"/>
                  </a:lnTo>
                  <a:lnTo>
                    <a:pt x="5493149" y="60073"/>
                  </a:lnTo>
                  <a:lnTo>
                    <a:pt x="5556189" y="70575"/>
                  </a:lnTo>
                  <a:lnTo>
                    <a:pt x="5614599" y="82344"/>
                  </a:lnTo>
                  <a:lnTo>
                    <a:pt x="5669300" y="95551"/>
                  </a:lnTo>
                  <a:lnTo>
                    <a:pt x="5721220" y="110358"/>
                  </a:lnTo>
                  <a:lnTo>
                    <a:pt x="5771215" y="126878"/>
                  </a:lnTo>
                  <a:lnTo>
                    <a:pt x="5784835" y="131767"/>
                  </a:lnTo>
                  <a:lnTo>
                    <a:pt x="5835900" y="151533"/>
                  </a:lnTo>
                  <a:lnTo>
                    <a:pt x="5886468" y="173274"/>
                  </a:lnTo>
                  <a:lnTo>
                    <a:pt x="5937043" y="197019"/>
                  </a:lnTo>
                  <a:lnTo>
                    <a:pt x="5987974" y="222734"/>
                  </a:lnTo>
                  <a:lnTo>
                    <a:pt x="6039472" y="250313"/>
                  </a:lnTo>
                  <a:lnTo>
                    <a:pt x="6091628" y="279572"/>
                  </a:lnTo>
                  <a:lnTo>
                    <a:pt x="6144427" y="310252"/>
                  </a:lnTo>
                  <a:lnTo>
                    <a:pt x="6197765" y="342022"/>
                  </a:lnTo>
                  <a:lnTo>
                    <a:pt x="6251469" y="374497"/>
                  </a:lnTo>
                  <a:lnTo>
                    <a:pt x="6305323" y="407251"/>
                  </a:lnTo>
                  <a:lnTo>
                    <a:pt x="6359091" y="439844"/>
                  </a:lnTo>
                  <a:lnTo>
                    <a:pt x="6412547" y="471845"/>
                  </a:lnTo>
                  <a:lnTo>
                    <a:pt x="6465506" y="502855"/>
                  </a:lnTo>
                  <a:lnTo>
                    <a:pt x="6517841" y="532528"/>
                  </a:lnTo>
                  <a:lnTo>
                    <a:pt x="6569513" y="560583"/>
                  </a:lnTo>
                  <a:lnTo>
                    <a:pt x="6620582" y="586816"/>
                  </a:lnTo>
                  <a:lnTo>
                    <a:pt x="6671225" y="611101"/>
                  </a:lnTo>
                  <a:lnTo>
                    <a:pt x="6721752" y="633383"/>
                  </a:lnTo>
                  <a:lnTo>
                    <a:pt x="6772623" y="653678"/>
                  </a:lnTo>
                  <a:lnTo>
                    <a:pt x="6786527" y="658836"/>
                  </a:lnTo>
                  <a:lnTo>
                    <a:pt x="6836121" y="675839"/>
                  </a:lnTo>
                  <a:lnTo>
                    <a:pt x="6887427" y="691113"/>
                  </a:lnTo>
                  <a:lnTo>
                    <a:pt x="6941265" y="704748"/>
                  </a:lnTo>
                  <a:lnTo>
                    <a:pt x="6998552" y="716899"/>
                  </a:lnTo>
                  <a:lnTo>
                    <a:pt x="7060220" y="727736"/>
                  </a:lnTo>
                  <a:lnTo>
                    <a:pt x="7127131" y="737423"/>
                  </a:lnTo>
                  <a:lnTo>
                    <a:pt x="7199980" y="746103"/>
                  </a:lnTo>
                  <a:lnTo>
                    <a:pt x="7279147" y="753893"/>
                  </a:lnTo>
                  <a:lnTo>
                    <a:pt x="7364518" y="760874"/>
                  </a:lnTo>
                  <a:lnTo>
                    <a:pt x="7455267" y="767096"/>
                  </a:lnTo>
                  <a:lnTo>
                    <a:pt x="7549649" y="772579"/>
                  </a:lnTo>
                  <a:lnTo>
                    <a:pt x="7644868" y="777317"/>
                  </a:lnTo>
                  <a:lnTo>
                    <a:pt x="7737142" y="781292"/>
                  </a:lnTo>
                  <a:lnTo>
                    <a:pt x="7822058" y="784492"/>
                  </a:lnTo>
                  <a:lnTo>
                    <a:pt x="7895240" y="786925"/>
                  </a:lnTo>
                  <a:lnTo>
                    <a:pt x="7953231" y="788639"/>
                  </a:lnTo>
                  <a:lnTo>
                    <a:pt x="7994317" y="789725"/>
                  </a:lnTo>
                  <a:lnTo>
                    <a:pt x="8019038" y="790313"/>
                  </a:lnTo>
                  <a:lnTo>
                    <a:pt x="8030237" y="790553"/>
                  </a:lnTo>
                  <a:lnTo>
                    <a:pt x="8032791" y="790603"/>
                  </a:lnTo>
                  <a:lnTo>
                    <a:pt x="8032819" y="790603"/>
                  </a:lnTo>
                  <a:lnTo>
                    <a:pt x="8554953" y="790603"/>
                  </a:lnTo>
                  <a:lnTo>
                    <a:pt x="8554953" y="790603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168" name="pl1168"/>
            <p:cNvSpPr/>
            <p:nvPr/>
          </p:nvSpPr>
          <p:spPr>
            <a:xfrm>
              <a:off x="386606" y="2936168"/>
              <a:ext cx="8554953" cy="1366615"/>
            </a:xfrm>
            <a:custGeom>
              <a:avLst/>
              <a:pathLst>
                <a:path w="8554953" h="1366615">
                  <a:moveTo>
                    <a:pt x="8554953" y="790603"/>
                  </a:moveTo>
                  <a:lnTo>
                    <a:pt x="8032819" y="790603"/>
                  </a:lnTo>
                  <a:lnTo>
                    <a:pt x="8031560" y="790579"/>
                  </a:lnTo>
                  <a:lnTo>
                    <a:pt x="8023324" y="790407"/>
                  </a:lnTo>
                  <a:lnTo>
                    <a:pt x="8002731" y="789932"/>
                  </a:lnTo>
                  <a:lnTo>
                    <a:pt x="7966337" y="788998"/>
                  </a:lnTo>
                  <a:lnTo>
                    <a:pt x="7912952" y="787469"/>
                  </a:lnTo>
                  <a:lnTo>
                    <a:pt x="7843696" y="785242"/>
                  </a:lnTo>
                  <a:lnTo>
                    <a:pt x="7761618" y="782257"/>
                  </a:lnTo>
                  <a:lnTo>
                    <a:pt x="7670929" y="778496"/>
                  </a:lnTo>
                  <a:lnTo>
                    <a:pt x="7576111" y="773968"/>
                  </a:lnTo>
                  <a:lnTo>
                    <a:pt x="7481171" y="768690"/>
                  </a:lnTo>
                  <a:lnTo>
                    <a:pt x="7389196" y="762674"/>
                  </a:lnTo>
                  <a:lnTo>
                    <a:pt x="7302216" y="755907"/>
                  </a:lnTo>
                  <a:lnTo>
                    <a:pt x="7221291" y="748348"/>
                  </a:lnTo>
                  <a:lnTo>
                    <a:pt x="7146712" y="739925"/>
                  </a:lnTo>
                  <a:lnTo>
                    <a:pt x="7078213" y="730530"/>
                  </a:lnTo>
                  <a:lnTo>
                    <a:pt x="7015172" y="720028"/>
                  </a:lnTo>
                  <a:lnTo>
                    <a:pt x="6956763" y="708259"/>
                  </a:lnTo>
                  <a:lnTo>
                    <a:pt x="6902062" y="695052"/>
                  </a:lnTo>
                  <a:lnTo>
                    <a:pt x="6850142" y="680245"/>
                  </a:lnTo>
                  <a:lnTo>
                    <a:pt x="6800147" y="663725"/>
                  </a:lnTo>
                  <a:lnTo>
                    <a:pt x="6786527" y="658836"/>
                  </a:lnTo>
                  <a:lnTo>
                    <a:pt x="6735462" y="639070"/>
                  </a:lnTo>
                  <a:lnTo>
                    <a:pt x="6684894" y="617329"/>
                  </a:lnTo>
                  <a:lnTo>
                    <a:pt x="6634319" y="593584"/>
                  </a:lnTo>
                  <a:lnTo>
                    <a:pt x="6583388" y="567869"/>
                  </a:lnTo>
                  <a:lnTo>
                    <a:pt x="6531890" y="540290"/>
                  </a:lnTo>
                  <a:lnTo>
                    <a:pt x="6479734" y="511031"/>
                  </a:lnTo>
                  <a:lnTo>
                    <a:pt x="6426935" y="480351"/>
                  </a:lnTo>
                  <a:lnTo>
                    <a:pt x="6373597" y="448580"/>
                  </a:lnTo>
                  <a:lnTo>
                    <a:pt x="6319893" y="416106"/>
                  </a:lnTo>
                  <a:lnTo>
                    <a:pt x="6266039" y="383352"/>
                  </a:lnTo>
                  <a:lnTo>
                    <a:pt x="6212271" y="350759"/>
                  </a:lnTo>
                  <a:lnTo>
                    <a:pt x="6158815" y="318758"/>
                  </a:lnTo>
                  <a:lnTo>
                    <a:pt x="6105856" y="287748"/>
                  </a:lnTo>
                  <a:lnTo>
                    <a:pt x="6053521" y="258075"/>
                  </a:lnTo>
                  <a:lnTo>
                    <a:pt x="6001849" y="230020"/>
                  </a:lnTo>
                  <a:lnTo>
                    <a:pt x="5950780" y="203787"/>
                  </a:lnTo>
                  <a:lnTo>
                    <a:pt x="5900137" y="179502"/>
                  </a:lnTo>
                  <a:lnTo>
                    <a:pt x="5849610" y="157220"/>
                  </a:lnTo>
                  <a:lnTo>
                    <a:pt x="5798739" y="136925"/>
                  </a:lnTo>
                  <a:lnTo>
                    <a:pt x="5784835" y="131767"/>
                  </a:lnTo>
                  <a:lnTo>
                    <a:pt x="5735241" y="114764"/>
                  </a:lnTo>
                  <a:lnTo>
                    <a:pt x="5683935" y="99490"/>
                  </a:lnTo>
                  <a:lnTo>
                    <a:pt x="5630097" y="85854"/>
                  </a:lnTo>
                  <a:lnTo>
                    <a:pt x="5572810" y="73704"/>
                  </a:lnTo>
                  <a:lnTo>
                    <a:pt x="5511142" y="62867"/>
                  </a:lnTo>
                  <a:lnTo>
                    <a:pt x="5444231" y="53180"/>
                  </a:lnTo>
                  <a:lnTo>
                    <a:pt x="5371382" y="44500"/>
                  </a:lnTo>
                  <a:lnTo>
                    <a:pt x="5292215" y="36710"/>
                  </a:lnTo>
                  <a:lnTo>
                    <a:pt x="5206844" y="29729"/>
                  </a:lnTo>
                  <a:lnTo>
                    <a:pt x="5116095" y="23507"/>
                  </a:lnTo>
                  <a:lnTo>
                    <a:pt x="5021713" y="18024"/>
                  </a:lnTo>
                  <a:lnTo>
                    <a:pt x="4926494" y="13286"/>
                  </a:lnTo>
                  <a:lnTo>
                    <a:pt x="4834220" y="9311"/>
                  </a:lnTo>
                  <a:lnTo>
                    <a:pt x="4749304" y="6111"/>
                  </a:lnTo>
                  <a:lnTo>
                    <a:pt x="4676122" y="3678"/>
                  </a:lnTo>
                  <a:lnTo>
                    <a:pt x="4618131" y="1964"/>
                  </a:lnTo>
                  <a:lnTo>
                    <a:pt x="4577045" y="878"/>
                  </a:lnTo>
                  <a:lnTo>
                    <a:pt x="4552324" y="290"/>
                  </a:lnTo>
                  <a:lnTo>
                    <a:pt x="4541125" y="50"/>
                  </a:lnTo>
                  <a:lnTo>
                    <a:pt x="4538571" y="0"/>
                  </a:lnTo>
                  <a:lnTo>
                    <a:pt x="4538543" y="0"/>
                  </a:lnTo>
                  <a:lnTo>
                    <a:pt x="4016409" y="0"/>
                  </a:lnTo>
                  <a:lnTo>
                    <a:pt x="4015170" y="40"/>
                  </a:lnTo>
                  <a:lnTo>
                    <a:pt x="4007062" y="333"/>
                  </a:lnTo>
                  <a:lnTo>
                    <a:pt x="3986776" y="1141"/>
                  </a:lnTo>
                  <a:lnTo>
                    <a:pt x="3950896" y="2729"/>
                  </a:lnTo>
                  <a:lnTo>
                    <a:pt x="3898207" y="5330"/>
                  </a:lnTo>
                  <a:lnTo>
                    <a:pt x="3829761" y="9121"/>
                  </a:lnTo>
                  <a:lnTo>
                    <a:pt x="3748508" y="14206"/>
                  </a:lnTo>
                  <a:lnTo>
                    <a:pt x="3658568" y="20618"/>
                  </a:lnTo>
                  <a:lnTo>
                    <a:pt x="3564358" y="28343"/>
                  </a:lnTo>
                  <a:lnTo>
                    <a:pt x="3469854" y="37351"/>
                  </a:lnTo>
                  <a:lnTo>
                    <a:pt x="3378145" y="47622"/>
                  </a:lnTo>
                  <a:lnTo>
                    <a:pt x="3291286" y="59174"/>
                  </a:lnTo>
                  <a:lnTo>
                    <a:pt x="3210375" y="72073"/>
                  </a:lnTo>
                  <a:lnTo>
                    <a:pt x="3135742" y="86440"/>
                  </a:lnTo>
                  <a:lnTo>
                    <a:pt x="3067158" y="102452"/>
                  </a:lnTo>
                  <a:lnTo>
                    <a:pt x="3004033" y="120337"/>
                  </a:lnTo>
                  <a:lnTo>
                    <a:pt x="2945565" y="140364"/>
                  </a:lnTo>
                  <a:lnTo>
                    <a:pt x="2890852" y="162823"/>
                  </a:lnTo>
                  <a:lnTo>
                    <a:pt x="2838976" y="187991"/>
                  </a:lnTo>
                  <a:lnTo>
                    <a:pt x="2789087" y="216077"/>
                  </a:lnTo>
                  <a:lnTo>
                    <a:pt x="2770117" y="227769"/>
                  </a:lnTo>
                  <a:lnTo>
                    <a:pt x="2723401" y="258876"/>
                  </a:lnTo>
                  <a:lnTo>
                    <a:pt x="2677141" y="292829"/>
                  </a:lnTo>
                  <a:lnTo>
                    <a:pt x="2630935" y="329678"/>
                  </a:lnTo>
                  <a:lnTo>
                    <a:pt x="2584494" y="369398"/>
                  </a:lnTo>
                  <a:lnTo>
                    <a:pt x="2537626" y="411878"/>
                  </a:lnTo>
                  <a:lnTo>
                    <a:pt x="2490228" y="456915"/>
                  </a:lnTo>
                  <a:lnTo>
                    <a:pt x="2442274" y="504212"/>
                  </a:lnTo>
                  <a:lnTo>
                    <a:pt x="2393809" y="553384"/>
                  </a:lnTo>
                  <a:lnTo>
                    <a:pt x="2344933" y="603964"/>
                  </a:lnTo>
                  <a:lnTo>
                    <a:pt x="2295788" y="655427"/>
                  </a:lnTo>
                  <a:lnTo>
                    <a:pt x="2246547" y="707202"/>
                  </a:lnTo>
                  <a:lnTo>
                    <a:pt x="2197389" y="758709"/>
                  </a:lnTo>
                  <a:lnTo>
                    <a:pt x="2148486" y="809377"/>
                  </a:lnTo>
                  <a:lnTo>
                    <a:pt x="2099985" y="858675"/>
                  </a:lnTo>
                  <a:lnTo>
                    <a:pt x="2051989" y="906131"/>
                  </a:lnTo>
                  <a:lnTo>
                    <a:pt x="2004548" y="951354"/>
                  </a:lnTo>
                  <a:lnTo>
                    <a:pt x="1957642" y="994039"/>
                  </a:lnTo>
                  <a:lnTo>
                    <a:pt x="1911174" y="1033977"/>
                  </a:lnTo>
                  <a:lnTo>
                    <a:pt x="1864959" y="1071050"/>
                  </a:lnTo>
                  <a:lnTo>
                    <a:pt x="1818716" y="1105225"/>
                  </a:lnTo>
                  <a:lnTo>
                    <a:pt x="1772052" y="1136548"/>
                  </a:lnTo>
                  <a:lnTo>
                    <a:pt x="1768425" y="1138846"/>
                  </a:lnTo>
                  <a:lnTo>
                    <a:pt x="1719104" y="1168086"/>
                  </a:lnTo>
                  <a:lnTo>
                    <a:pt x="1668094" y="1194368"/>
                  </a:lnTo>
                  <a:lnTo>
                    <a:pt x="1614588" y="1217847"/>
                  </a:lnTo>
                  <a:lnTo>
                    <a:pt x="1557685" y="1238781"/>
                  </a:lnTo>
                  <a:lnTo>
                    <a:pt x="1496469" y="1257463"/>
                  </a:lnTo>
                  <a:lnTo>
                    <a:pt x="1430087" y="1274172"/>
                  </a:lnTo>
                  <a:lnTo>
                    <a:pt x="1357850" y="1289153"/>
                  </a:lnTo>
                  <a:lnTo>
                    <a:pt x="1279369" y="1302604"/>
                  </a:lnTo>
                  <a:lnTo>
                    <a:pt x="1194733" y="1314667"/>
                  </a:lnTo>
                  <a:lnTo>
                    <a:pt x="1104717" y="1325431"/>
                  </a:lnTo>
                  <a:lnTo>
                    <a:pt x="1010986" y="1334929"/>
                  </a:lnTo>
                  <a:lnTo>
                    <a:pt x="916233" y="1343155"/>
                  </a:lnTo>
                  <a:lnTo>
                    <a:pt x="824123" y="1350080"/>
                  </a:lnTo>
                  <a:lnTo>
                    <a:pt x="738978" y="1355678"/>
                  </a:lnTo>
                  <a:lnTo>
                    <a:pt x="665132" y="1359963"/>
                  </a:lnTo>
                  <a:lnTo>
                    <a:pt x="606091" y="1363008"/>
                  </a:lnTo>
                  <a:lnTo>
                    <a:pt x="563710" y="1364964"/>
                  </a:lnTo>
                  <a:lnTo>
                    <a:pt x="537668" y="1366044"/>
                  </a:lnTo>
                  <a:lnTo>
                    <a:pt x="525371" y="1366505"/>
                  </a:lnTo>
                  <a:lnTo>
                    <a:pt x="522208" y="1366613"/>
                  </a:lnTo>
                  <a:lnTo>
                    <a:pt x="522133" y="1366615"/>
                  </a:lnTo>
                  <a:lnTo>
                    <a:pt x="0" y="1366615"/>
                  </a:lnTo>
                  <a:lnTo>
                    <a:pt x="0" y="1366615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169" name="pg1169"/>
            <p:cNvSpPr/>
            <p:nvPr/>
          </p:nvSpPr>
          <p:spPr>
            <a:xfrm>
              <a:off x="386606" y="2958757"/>
              <a:ext cx="8554953" cy="1355321"/>
            </a:xfrm>
            <a:custGeom>
              <a:avLst/>
              <a:pathLst>
                <a:path w="8554953" h="1355321">
                  <a:moveTo>
                    <a:pt x="0" y="1355321"/>
                  </a:moveTo>
                  <a:lnTo>
                    <a:pt x="522133" y="1355321"/>
                  </a:lnTo>
                  <a:lnTo>
                    <a:pt x="523373" y="1355280"/>
                  </a:lnTo>
                  <a:lnTo>
                    <a:pt x="531486" y="1354991"/>
                  </a:lnTo>
                  <a:lnTo>
                    <a:pt x="551783" y="1354192"/>
                  </a:lnTo>
                  <a:lnTo>
                    <a:pt x="587681" y="1352623"/>
                  </a:lnTo>
                  <a:lnTo>
                    <a:pt x="640395" y="1350053"/>
                  </a:lnTo>
                  <a:lnTo>
                    <a:pt x="708872" y="1346307"/>
                  </a:lnTo>
                  <a:lnTo>
                    <a:pt x="790155" y="1341282"/>
                  </a:lnTo>
                  <a:lnTo>
                    <a:pt x="880122" y="1334947"/>
                  </a:lnTo>
                  <a:lnTo>
                    <a:pt x="974354" y="1327313"/>
                  </a:lnTo>
                  <a:lnTo>
                    <a:pt x="1068874" y="1318413"/>
                  </a:lnTo>
                  <a:lnTo>
                    <a:pt x="1160593" y="1308265"/>
                  </a:lnTo>
                  <a:lnTo>
                    <a:pt x="1247457" y="1296851"/>
                  </a:lnTo>
                  <a:lnTo>
                    <a:pt x="1328368" y="1284106"/>
                  </a:lnTo>
                  <a:lnTo>
                    <a:pt x="1403000" y="1269910"/>
                  </a:lnTo>
                  <a:lnTo>
                    <a:pt x="1471581" y="1254088"/>
                  </a:lnTo>
                  <a:lnTo>
                    <a:pt x="1534702" y="1236415"/>
                  </a:lnTo>
                  <a:lnTo>
                    <a:pt x="1593168" y="1216625"/>
                  </a:lnTo>
                  <a:lnTo>
                    <a:pt x="1647881" y="1194432"/>
                  </a:lnTo>
                  <a:lnTo>
                    <a:pt x="1699758" y="1169560"/>
                  </a:lnTo>
                  <a:lnTo>
                    <a:pt x="1749651" y="1141805"/>
                  </a:lnTo>
                  <a:lnTo>
                    <a:pt x="1768425" y="1130375"/>
                  </a:lnTo>
                  <a:lnTo>
                    <a:pt x="1815272" y="1099563"/>
                  </a:lnTo>
                  <a:lnTo>
                    <a:pt x="1861661" y="1065925"/>
                  </a:lnTo>
                  <a:lnTo>
                    <a:pt x="1907997" y="1029410"/>
                  </a:lnTo>
                  <a:lnTo>
                    <a:pt x="1954572" y="990044"/>
                  </a:lnTo>
                  <a:lnTo>
                    <a:pt x="2001578" y="947940"/>
                  </a:lnTo>
                  <a:lnTo>
                    <a:pt x="2049118" y="903300"/>
                  </a:lnTo>
                  <a:lnTo>
                    <a:pt x="2097216" y="856420"/>
                  </a:lnTo>
                  <a:lnTo>
                    <a:pt x="2145827" y="807688"/>
                  </a:lnTo>
                  <a:lnTo>
                    <a:pt x="2194849" y="757567"/>
                  </a:lnTo>
                  <a:lnTo>
                    <a:pt x="2244136" y="706584"/>
                  </a:lnTo>
                  <a:lnTo>
                    <a:pt x="2293516" y="655306"/>
                  </a:lnTo>
                  <a:lnTo>
                    <a:pt x="2342807" y="604313"/>
                  </a:lnTo>
                  <a:lnTo>
                    <a:pt x="2391835" y="554172"/>
                  </a:lnTo>
                  <a:lnTo>
                    <a:pt x="2440455" y="505410"/>
                  </a:lnTo>
                  <a:lnTo>
                    <a:pt x="2488563" y="458494"/>
                  </a:lnTo>
                  <a:lnTo>
                    <a:pt x="2536113" y="413810"/>
                  </a:lnTo>
                  <a:lnTo>
                    <a:pt x="2583127" y="371658"/>
                  </a:lnTo>
                  <a:lnTo>
                    <a:pt x="2629709" y="332242"/>
                  </a:lnTo>
                  <a:lnTo>
                    <a:pt x="2676047" y="295675"/>
                  </a:lnTo>
                  <a:lnTo>
                    <a:pt x="2722432" y="261985"/>
                  </a:lnTo>
                  <a:lnTo>
                    <a:pt x="2769266" y="231123"/>
                  </a:lnTo>
                  <a:lnTo>
                    <a:pt x="2770117" y="230592"/>
                  </a:lnTo>
                  <a:lnTo>
                    <a:pt x="2819448" y="201709"/>
                  </a:lnTo>
                  <a:lnTo>
                    <a:pt x="2870469" y="175749"/>
                  </a:lnTo>
                  <a:lnTo>
                    <a:pt x="2923987" y="152558"/>
                  </a:lnTo>
                  <a:lnTo>
                    <a:pt x="2980904" y="131880"/>
                  </a:lnTo>
                  <a:lnTo>
                    <a:pt x="3042136" y="113428"/>
                  </a:lnTo>
                  <a:lnTo>
                    <a:pt x="3108538" y="96925"/>
                  </a:lnTo>
                  <a:lnTo>
                    <a:pt x="3180797" y="82129"/>
                  </a:lnTo>
                  <a:lnTo>
                    <a:pt x="3259303" y="68844"/>
                  </a:lnTo>
                  <a:lnTo>
                    <a:pt x="3343966" y="56930"/>
                  </a:lnTo>
                  <a:lnTo>
                    <a:pt x="3434009" y="46300"/>
                  </a:lnTo>
                  <a:lnTo>
                    <a:pt x="3527764" y="36921"/>
                  </a:lnTo>
                  <a:lnTo>
                    <a:pt x="3622534" y="28798"/>
                  </a:lnTo>
                  <a:lnTo>
                    <a:pt x="3714650" y="21961"/>
                  </a:lnTo>
                  <a:lnTo>
                    <a:pt x="3799788" y="16434"/>
                  </a:lnTo>
                  <a:lnTo>
                    <a:pt x="3873610" y="12205"/>
                  </a:lnTo>
                  <a:lnTo>
                    <a:pt x="3932613" y="9201"/>
                  </a:lnTo>
                  <a:lnTo>
                    <a:pt x="3974947" y="7272"/>
                  </a:lnTo>
                  <a:lnTo>
                    <a:pt x="4000941" y="6208"/>
                  </a:lnTo>
                  <a:lnTo>
                    <a:pt x="4013197" y="5755"/>
                  </a:lnTo>
                  <a:lnTo>
                    <a:pt x="4016409" y="5647"/>
                  </a:lnTo>
                  <a:lnTo>
                    <a:pt x="4538543" y="5647"/>
                  </a:lnTo>
                  <a:lnTo>
                    <a:pt x="4539791" y="5681"/>
                  </a:lnTo>
                  <a:lnTo>
                    <a:pt x="4547955" y="5928"/>
                  </a:lnTo>
                  <a:lnTo>
                    <a:pt x="4568377" y="6611"/>
                  </a:lnTo>
                  <a:lnTo>
                    <a:pt x="4604483" y="7953"/>
                  </a:lnTo>
                  <a:lnTo>
                    <a:pt x="4657479" y="10150"/>
                  </a:lnTo>
                  <a:lnTo>
                    <a:pt x="4726284" y="13352"/>
                  </a:lnTo>
                  <a:lnTo>
                    <a:pt x="4807901" y="17645"/>
                  </a:lnTo>
                  <a:lnTo>
                    <a:pt x="4898173" y="23057"/>
                  </a:lnTo>
                  <a:lnTo>
                    <a:pt x="4992653" y="29575"/>
                  </a:lnTo>
                  <a:lnTo>
                    <a:pt x="5087350" y="37174"/>
                  </a:lnTo>
                  <a:lnTo>
                    <a:pt x="5179178" y="45837"/>
                  </a:lnTo>
                  <a:lnTo>
                    <a:pt x="5266092" y="55581"/>
                  </a:lnTo>
                  <a:lnTo>
                    <a:pt x="5347009" y="66463"/>
                  </a:lnTo>
                  <a:lnTo>
                    <a:pt x="5421620" y="78586"/>
                  </a:lnTo>
                  <a:lnTo>
                    <a:pt x="5490166" y="92102"/>
                  </a:lnTo>
                  <a:lnTo>
                    <a:pt x="5553253" y="107204"/>
                  </a:lnTo>
                  <a:lnTo>
                    <a:pt x="5611695" y="124120"/>
                  </a:lnTo>
                  <a:lnTo>
                    <a:pt x="5666402" y="143096"/>
                  </a:lnTo>
                  <a:lnTo>
                    <a:pt x="5718296" y="164366"/>
                  </a:lnTo>
                  <a:lnTo>
                    <a:pt x="5768232" y="188100"/>
                  </a:lnTo>
                  <a:lnTo>
                    <a:pt x="5784835" y="196709"/>
                  </a:lnTo>
                  <a:lnTo>
                    <a:pt x="5833253" y="223805"/>
                  </a:lnTo>
                  <a:lnTo>
                    <a:pt x="5881198" y="253469"/>
                  </a:lnTo>
                  <a:lnTo>
                    <a:pt x="5929110" y="285744"/>
                  </a:lnTo>
                  <a:lnTo>
                    <a:pt x="5977303" y="320600"/>
                  </a:lnTo>
                  <a:lnTo>
                    <a:pt x="6025975" y="357921"/>
                  </a:lnTo>
                  <a:lnTo>
                    <a:pt x="6075228" y="397504"/>
                  </a:lnTo>
                  <a:lnTo>
                    <a:pt x="6125073" y="439055"/>
                  </a:lnTo>
                  <a:lnTo>
                    <a:pt x="6175445" y="482193"/>
                  </a:lnTo>
                  <a:lnTo>
                    <a:pt x="6226218" y="526467"/>
                  </a:lnTo>
                  <a:lnTo>
                    <a:pt x="6277220" y="571369"/>
                  </a:lnTo>
                  <a:lnTo>
                    <a:pt x="6328255" y="616362"/>
                  </a:lnTo>
                  <a:lnTo>
                    <a:pt x="6379124" y="660903"/>
                  </a:lnTo>
                  <a:lnTo>
                    <a:pt x="6429646" y="704471"/>
                  </a:lnTo>
                  <a:lnTo>
                    <a:pt x="6479676" y="746593"/>
                  </a:lnTo>
                  <a:lnTo>
                    <a:pt x="6529128" y="786866"/>
                  </a:lnTo>
                  <a:lnTo>
                    <a:pt x="6577986" y="824964"/>
                  </a:lnTo>
                  <a:lnTo>
                    <a:pt x="6626321" y="860654"/>
                  </a:lnTo>
                  <a:lnTo>
                    <a:pt x="6674297" y="893792"/>
                  </a:lnTo>
                  <a:lnTo>
                    <a:pt x="6722189" y="924320"/>
                  </a:lnTo>
                  <a:lnTo>
                    <a:pt x="6770393" y="952258"/>
                  </a:lnTo>
                  <a:lnTo>
                    <a:pt x="6786527" y="960960"/>
                  </a:lnTo>
                  <a:lnTo>
                    <a:pt x="6835969" y="985544"/>
                  </a:lnTo>
                  <a:lnTo>
                    <a:pt x="6887110" y="1007634"/>
                  </a:lnTo>
                  <a:lnTo>
                    <a:pt x="6940762" y="1027363"/>
                  </a:lnTo>
                  <a:lnTo>
                    <a:pt x="6997835" y="1044950"/>
                  </a:lnTo>
                  <a:lnTo>
                    <a:pt x="7059250" y="1060639"/>
                  </a:lnTo>
                  <a:lnTo>
                    <a:pt x="7125866" y="1074669"/>
                  </a:lnTo>
                  <a:lnTo>
                    <a:pt x="7198373" y="1087245"/>
                  </a:lnTo>
                  <a:lnTo>
                    <a:pt x="7277157" y="1098533"/>
                  </a:lnTo>
                  <a:lnTo>
                    <a:pt x="7362118" y="1108654"/>
                  </a:lnTo>
                  <a:lnTo>
                    <a:pt x="7452458" y="1117680"/>
                  </a:lnTo>
                  <a:lnTo>
                    <a:pt x="7546478" y="1125640"/>
                  </a:lnTo>
                  <a:lnTo>
                    <a:pt x="7641439" y="1132527"/>
                  </a:lnTo>
                  <a:lnTo>
                    <a:pt x="7733624" y="1138316"/>
                  </a:lnTo>
                  <a:lnTo>
                    <a:pt x="7818672" y="1142987"/>
                  </a:lnTo>
                  <a:lnTo>
                    <a:pt x="7892228" y="1146552"/>
                  </a:lnTo>
                  <a:lnTo>
                    <a:pt x="7950809" y="1149076"/>
                  </a:lnTo>
                  <a:lnTo>
                    <a:pt x="7992619" y="1150688"/>
                  </a:lnTo>
                  <a:lnTo>
                    <a:pt x="8018076" y="1151570"/>
                  </a:lnTo>
                  <a:lnTo>
                    <a:pt x="8029883" y="1151939"/>
                  </a:lnTo>
                  <a:lnTo>
                    <a:pt x="8032819" y="1152022"/>
                  </a:lnTo>
                  <a:lnTo>
                    <a:pt x="8554953" y="1152022"/>
                  </a:lnTo>
                  <a:lnTo>
                    <a:pt x="8554953" y="1146375"/>
                  </a:lnTo>
                  <a:lnTo>
                    <a:pt x="8032819" y="1146375"/>
                  </a:lnTo>
                  <a:lnTo>
                    <a:pt x="8031571" y="1146341"/>
                  </a:lnTo>
                  <a:lnTo>
                    <a:pt x="8023407" y="1146094"/>
                  </a:lnTo>
                  <a:lnTo>
                    <a:pt x="8002985" y="1145411"/>
                  </a:lnTo>
                  <a:lnTo>
                    <a:pt x="7966878" y="1144069"/>
                  </a:lnTo>
                  <a:lnTo>
                    <a:pt x="7913882" y="1141872"/>
                  </a:lnTo>
                  <a:lnTo>
                    <a:pt x="7845078" y="1138670"/>
                  </a:lnTo>
                  <a:lnTo>
                    <a:pt x="7763460" y="1134377"/>
                  </a:lnTo>
                  <a:lnTo>
                    <a:pt x="7673189" y="1128965"/>
                  </a:lnTo>
                  <a:lnTo>
                    <a:pt x="7578709" y="1122447"/>
                  </a:lnTo>
                  <a:lnTo>
                    <a:pt x="7484012" y="1114848"/>
                  </a:lnTo>
                  <a:lnTo>
                    <a:pt x="7392184" y="1106185"/>
                  </a:lnTo>
                  <a:lnTo>
                    <a:pt x="7305270" y="1096440"/>
                  </a:lnTo>
                  <a:lnTo>
                    <a:pt x="7224353" y="1085559"/>
                  </a:lnTo>
                  <a:lnTo>
                    <a:pt x="7149742" y="1073436"/>
                  </a:lnTo>
                  <a:lnTo>
                    <a:pt x="7081196" y="1059920"/>
                  </a:lnTo>
                  <a:lnTo>
                    <a:pt x="7018109" y="1044818"/>
                  </a:lnTo>
                  <a:lnTo>
                    <a:pt x="6959667" y="1027902"/>
                  </a:lnTo>
                  <a:lnTo>
                    <a:pt x="6904960" y="1008925"/>
                  </a:lnTo>
                  <a:lnTo>
                    <a:pt x="6853066" y="987656"/>
                  </a:lnTo>
                  <a:lnTo>
                    <a:pt x="6803130" y="963922"/>
                  </a:lnTo>
                  <a:lnTo>
                    <a:pt x="6786527" y="955313"/>
                  </a:lnTo>
                  <a:lnTo>
                    <a:pt x="6738109" y="928217"/>
                  </a:lnTo>
                  <a:lnTo>
                    <a:pt x="6690164" y="898553"/>
                  </a:lnTo>
                  <a:lnTo>
                    <a:pt x="6642252" y="866278"/>
                  </a:lnTo>
                  <a:lnTo>
                    <a:pt x="6594059" y="831422"/>
                  </a:lnTo>
                  <a:lnTo>
                    <a:pt x="6545387" y="794101"/>
                  </a:lnTo>
                  <a:lnTo>
                    <a:pt x="6496134" y="754518"/>
                  </a:lnTo>
                  <a:lnTo>
                    <a:pt x="6446289" y="712967"/>
                  </a:lnTo>
                  <a:lnTo>
                    <a:pt x="6395917" y="669829"/>
                  </a:lnTo>
                  <a:lnTo>
                    <a:pt x="6345144" y="625555"/>
                  </a:lnTo>
                  <a:lnTo>
                    <a:pt x="6294142" y="580653"/>
                  </a:lnTo>
                  <a:lnTo>
                    <a:pt x="6243107" y="535660"/>
                  </a:lnTo>
                  <a:lnTo>
                    <a:pt x="6192238" y="491119"/>
                  </a:lnTo>
                  <a:lnTo>
                    <a:pt x="6141716" y="447551"/>
                  </a:lnTo>
                  <a:lnTo>
                    <a:pt x="6091686" y="405429"/>
                  </a:lnTo>
                  <a:lnTo>
                    <a:pt x="6042234" y="365156"/>
                  </a:lnTo>
                  <a:lnTo>
                    <a:pt x="5993376" y="327058"/>
                  </a:lnTo>
                  <a:lnTo>
                    <a:pt x="5945041" y="291368"/>
                  </a:lnTo>
                  <a:lnTo>
                    <a:pt x="5897065" y="258230"/>
                  </a:lnTo>
                  <a:lnTo>
                    <a:pt x="5849173" y="227702"/>
                  </a:lnTo>
                  <a:lnTo>
                    <a:pt x="5800969" y="199764"/>
                  </a:lnTo>
                  <a:lnTo>
                    <a:pt x="5784835" y="191062"/>
                  </a:lnTo>
                  <a:lnTo>
                    <a:pt x="5735393" y="166478"/>
                  </a:lnTo>
                  <a:lnTo>
                    <a:pt x="5684252" y="144387"/>
                  </a:lnTo>
                  <a:lnTo>
                    <a:pt x="5630600" y="124659"/>
                  </a:lnTo>
                  <a:lnTo>
                    <a:pt x="5573527" y="107072"/>
                  </a:lnTo>
                  <a:lnTo>
                    <a:pt x="5512112" y="91382"/>
                  </a:lnTo>
                  <a:lnTo>
                    <a:pt x="5445496" y="77353"/>
                  </a:lnTo>
                  <a:lnTo>
                    <a:pt x="5372988" y="64777"/>
                  </a:lnTo>
                  <a:lnTo>
                    <a:pt x="5294205" y="53489"/>
                  </a:lnTo>
                  <a:lnTo>
                    <a:pt x="5209244" y="43368"/>
                  </a:lnTo>
                  <a:lnTo>
                    <a:pt x="5118904" y="34342"/>
                  </a:lnTo>
                  <a:lnTo>
                    <a:pt x="5024884" y="26382"/>
                  </a:lnTo>
                  <a:lnTo>
                    <a:pt x="4929923" y="19495"/>
                  </a:lnTo>
                  <a:lnTo>
                    <a:pt x="4837738" y="13706"/>
                  </a:lnTo>
                  <a:lnTo>
                    <a:pt x="4752690" y="9035"/>
                  </a:lnTo>
                  <a:lnTo>
                    <a:pt x="4679134" y="5470"/>
                  </a:lnTo>
                  <a:lnTo>
                    <a:pt x="4620553" y="2946"/>
                  </a:lnTo>
                  <a:lnTo>
                    <a:pt x="4578743" y="1334"/>
                  </a:lnTo>
                  <a:lnTo>
                    <a:pt x="4553286" y="452"/>
                  </a:lnTo>
                  <a:lnTo>
                    <a:pt x="4541479" y="83"/>
                  </a:lnTo>
                  <a:lnTo>
                    <a:pt x="4538543" y="0"/>
                  </a:lnTo>
                  <a:lnTo>
                    <a:pt x="4016409" y="0"/>
                  </a:lnTo>
                  <a:lnTo>
                    <a:pt x="4015169" y="40"/>
                  </a:lnTo>
                  <a:lnTo>
                    <a:pt x="4007057" y="329"/>
                  </a:lnTo>
                  <a:lnTo>
                    <a:pt x="3986759" y="1128"/>
                  </a:lnTo>
                  <a:lnTo>
                    <a:pt x="3950861" y="2697"/>
                  </a:lnTo>
                  <a:lnTo>
                    <a:pt x="3898147" y="5267"/>
                  </a:lnTo>
                  <a:lnTo>
                    <a:pt x="3829670" y="9013"/>
                  </a:lnTo>
                  <a:lnTo>
                    <a:pt x="3748387" y="14038"/>
                  </a:lnTo>
                  <a:lnTo>
                    <a:pt x="3658420" y="20373"/>
                  </a:lnTo>
                  <a:lnTo>
                    <a:pt x="3564188" y="28007"/>
                  </a:lnTo>
                  <a:lnTo>
                    <a:pt x="3469668" y="36907"/>
                  </a:lnTo>
                  <a:lnTo>
                    <a:pt x="3377949" y="47055"/>
                  </a:lnTo>
                  <a:lnTo>
                    <a:pt x="3291085" y="58469"/>
                  </a:lnTo>
                  <a:lnTo>
                    <a:pt x="3210174" y="71214"/>
                  </a:lnTo>
                  <a:lnTo>
                    <a:pt x="3135542" y="85410"/>
                  </a:lnTo>
                  <a:lnTo>
                    <a:pt x="3066961" y="101232"/>
                  </a:lnTo>
                  <a:lnTo>
                    <a:pt x="3003840" y="118905"/>
                  </a:lnTo>
                  <a:lnTo>
                    <a:pt x="2945374" y="138695"/>
                  </a:lnTo>
                  <a:lnTo>
                    <a:pt x="2890661" y="160888"/>
                  </a:lnTo>
                  <a:lnTo>
                    <a:pt x="2838784" y="185760"/>
                  </a:lnTo>
                  <a:lnTo>
                    <a:pt x="2788891" y="213515"/>
                  </a:lnTo>
                  <a:lnTo>
                    <a:pt x="2770117" y="224945"/>
                  </a:lnTo>
                  <a:lnTo>
                    <a:pt x="2723271" y="255757"/>
                  </a:lnTo>
                  <a:lnTo>
                    <a:pt x="2676882" y="289395"/>
                  </a:lnTo>
                  <a:lnTo>
                    <a:pt x="2630545" y="325910"/>
                  </a:lnTo>
                  <a:lnTo>
                    <a:pt x="2583970" y="365276"/>
                  </a:lnTo>
                  <a:lnTo>
                    <a:pt x="2536964" y="407380"/>
                  </a:lnTo>
                  <a:lnTo>
                    <a:pt x="2489424" y="452020"/>
                  </a:lnTo>
                  <a:lnTo>
                    <a:pt x="2441326" y="498900"/>
                  </a:lnTo>
                  <a:lnTo>
                    <a:pt x="2392715" y="547632"/>
                  </a:lnTo>
                  <a:lnTo>
                    <a:pt x="2343693" y="597753"/>
                  </a:lnTo>
                  <a:lnTo>
                    <a:pt x="2294406" y="648736"/>
                  </a:lnTo>
                  <a:lnTo>
                    <a:pt x="2245026" y="700014"/>
                  </a:lnTo>
                  <a:lnTo>
                    <a:pt x="2195735" y="751007"/>
                  </a:lnTo>
                  <a:lnTo>
                    <a:pt x="2146707" y="801148"/>
                  </a:lnTo>
                  <a:lnTo>
                    <a:pt x="2098087" y="849910"/>
                  </a:lnTo>
                  <a:lnTo>
                    <a:pt x="2049979" y="896827"/>
                  </a:lnTo>
                  <a:lnTo>
                    <a:pt x="2002429" y="941510"/>
                  </a:lnTo>
                  <a:lnTo>
                    <a:pt x="1955415" y="983662"/>
                  </a:lnTo>
                  <a:lnTo>
                    <a:pt x="1908833" y="1023078"/>
                  </a:lnTo>
                  <a:lnTo>
                    <a:pt x="1862495" y="1059645"/>
                  </a:lnTo>
                  <a:lnTo>
                    <a:pt x="1816110" y="1093335"/>
                  </a:lnTo>
                  <a:lnTo>
                    <a:pt x="1769276" y="1124197"/>
                  </a:lnTo>
                  <a:lnTo>
                    <a:pt x="1768425" y="1124728"/>
                  </a:lnTo>
                  <a:lnTo>
                    <a:pt x="1719094" y="1153611"/>
                  </a:lnTo>
                  <a:lnTo>
                    <a:pt x="1668073" y="1179571"/>
                  </a:lnTo>
                  <a:lnTo>
                    <a:pt x="1614555" y="1202762"/>
                  </a:lnTo>
                  <a:lnTo>
                    <a:pt x="1557638" y="1223440"/>
                  </a:lnTo>
                  <a:lnTo>
                    <a:pt x="1496406" y="1241892"/>
                  </a:lnTo>
                  <a:lnTo>
                    <a:pt x="1430004" y="1258395"/>
                  </a:lnTo>
                  <a:lnTo>
                    <a:pt x="1357745" y="1273191"/>
                  </a:lnTo>
                  <a:lnTo>
                    <a:pt x="1279239" y="1286476"/>
                  </a:lnTo>
                  <a:lnTo>
                    <a:pt x="1194576" y="1298390"/>
                  </a:lnTo>
                  <a:lnTo>
                    <a:pt x="1104533" y="1309020"/>
                  </a:lnTo>
                  <a:lnTo>
                    <a:pt x="1010779" y="1318399"/>
                  </a:lnTo>
                  <a:lnTo>
                    <a:pt x="916008" y="1326522"/>
                  </a:lnTo>
                  <a:lnTo>
                    <a:pt x="823892" y="1333359"/>
                  </a:lnTo>
                  <a:lnTo>
                    <a:pt x="738754" y="1338886"/>
                  </a:lnTo>
                  <a:lnTo>
                    <a:pt x="664932" y="1343115"/>
                  </a:lnTo>
                  <a:lnTo>
                    <a:pt x="605929" y="1346119"/>
                  </a:lnTo>
                  <a:lnTo>
                    <a:pt x="563595" y="1348048"/>
                  </a:lnTo>
                  <a:lnTo>
                    <a:pt x="537601" y="1349112"/>
                  </a:lnTo>
                  <a:lnTo>
                    <a:pt x="525346" y="1349565"/>
                  </a:lnTo>
                  <a:lnTo>
                    <a:pt x="522133" y="1349673"/>
                  </a:lnTo>
                  <a:lnTo>
                    <a:pt x="0" y="1349673"/>
                  </a:lnTo>
                  <a:close/>
                </a:path>
              </a:pathLst>
            </a:custGeom>
            <a:solidFill>
              <a:srgbClr val="67C1B3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1170" name="pl1170"/>
            <p:cNvSpPr/>
            <p:nvPr/>
          </p:nvSpPr>
          <p:spPr>
            <a:xfrm>
              <a:off x="386606" y="2964404"/>
              <a:ext cx="8554953" cy="1349673"/>
            </a:xfrm>
            <a:custGeom>
              <a:avLst/>
              <a:pathLst>
                <a:path w="8554953" h="1349673">
                  <a:moveTo>
                    <a:pt x="0" y="1349673"/>
                  </a:moveTo>
                  <a:lnTo>
                    <a:pt x="522133" y="1349673"/>
                  </a:lnTo>
                  <a:lnTo>
                    <a:pt x="523373" y="1349633"/>
                  </a:lnTo>
                  <a:lnTo>
                    <a:pt x="531486" y="1349344"/>
                  </a:lnTo>
                  <a:lnTo>
                    <a:pt x="551783" y="1348545"/>
                  </a:lnTo>
                  <a:lnTo>
                    <a:pt x="587681" y="1346976"/>
                  </a:lnTo>
                  <a:lnTo>
                    <a:pt x="640395" y="1344406"/>
                  </a:lnTo>
                  <a:lnTo>
                    <a:pt x="708872" y="1340659"/>
                  </a:lnTo>
                  <a:lnTo>
                    <a:pt x="790155" y="1335635"/>
                  </a:lnTo>
                  <a:lnTo>
                    <a:pt x="880122" y="1329299"/>
                  </a:lnTo>
                  <a:lnTo>
                    <a:pt x="974354" y="1321666"/>
                  </a:lnTo>
                  <a:lnTo>
                    <a:pt x="1068874" y="1312766"/>
                  </a:lnTo>
                  <a:lnTo>
                    <a:pt x="1160593" y="1302618"/>
                  </a:lnTo>
                  <a:lnTo>
                    <a:pt x="1247457" y="1291204"/>
                  </a:lnTo>
                  <a:lnTo>
                    <a:pt x="1328368" y="1278459"/>
                  </a:lnTo>
                  <a:lnTo>
                    <a:pt x="1403000" y="1264263"/>
                  </a:lnTo>
                  <a:lnTo>
                    <a:pt x="1471581" y="1248441"/>
                  </a:lnTo>
                  <a:lnTo>
                    <a:pt x="1534702" y="1230768"/>
                  </a:lnTo>
                  <a:lnTo>
                    <a:pt x="1593168" y="1210978"/>
                  </a:lnTo>
                  <a:lnTo>
                    <a:pt x="1647881" y="1188785"/>
                  </a:lnTo>
                  <a:lnTo>
                    <a:pt x="1699758" y="1163912"/>
                  </a:lnTo>
                  <a:lnTo>
                    <a:pt x="1749651" y="1136158"/>
                  </a:lnTo>
                  <a:lnTo>
                    <a:pt x="1768425" y="1124728"/>
                  </a:lnTo>
                  <a:lnTo>
                    <a:pt x="1815272" y="1093916"/>
                  </a:lnTo>
                  <a:lnTo>
                    <a:pt x="1861661" y="1060278"/>
                  </a:lnTo>
                  <a:lnTo>
                    <a:pt x="1907997" y="1023763"/>
                  </a:lnTo>
                  <a:lnTo>
                    <a:pt x="1954572" y="984397"/>
                  </a:lnTo>
                  <a:lnTo>
                    <a:pt x="2001578" y="942293"/>
                  </a:lnTo>
                  <a:lnTo>
                    <a:pt x="2049118" y="897652"/>
                  </a:lnTo>
                  <a:lnTo>
                    <a:pt x="2097216" y="850773"/>
                  </a:lnTo>
                  <a:lnTo>
                    <a:pt x="2145827" y="802041"/>
                  </a:lnTo>
                  <a:lnTo>
                    <a:pt x="2194849" y="751920"/>
                  </a:lnTo>
                  <a:lnTo>
                    <a:pt x="2244136" y="700937"/>
                  </a:lnTo>
                  <a:lnTo>
                    <a:pt x="2293516" y="649659"/>
                  </a:lnTo>
                  <a:lnTo>
                    <a:pt x="2342807" y="598666"/>
                  </a:lnTo>
                  <a:lnTo>
                    <a:pt x="2391835" y="548525"/>
                  </a:lnTo>
                  <a:lnTo>
                    <a:pt x="2440455" y="499763"/>
                  </a:lnTo>
                  <a:lnTo>
                    <a:pt x="2488563" y="452846"/>
                  </a:lnTo>
                  <a:lnTo>
                    <a:pt x="2536113" y="408163"/>
                  </a:lnTo>
                  <a:lnTo>
                    <a:pt x="2583127" y="366011"/>
                  </a:lnTo>
                  <a:lnTo>
                    <a:pt x="2629709" y="326594"/>
                  </a:lnTo>
                  <a:lnTo>
                    <a:pt x="2676047" y="290028"/>
                  </a:lnTo>
                  <a:lnTo>
                    <a:pt x="2722432" y="256338"/>
                  </a:lnTo>
                  <a:lnTo>
                    <a:pt x="2769266" y="225476"/>
                  </a:lnTo>
                  <a:lnTo>
                    <a:pt x="2770117" y="224945"/>
                  </a:lnTo>
                  <a:lnTo>
                    <a:pt x="2819448" y="196062"/>
                  </a:lnTo>
                  <a:lnTo>
                    <a:pt x="2870469" y="170102"/>
                  </a:lnTo>
                  <a:lnTo>
                    <a:pt x="2923987" y="146911"/>
                  </a:lnTo>
                  <a:lnTo>
                    <a:pt x="2980904" y="126233"/>
                  </a:lnTo>
                  <a:lnTo>
                    <a:pt x="3042136" y="107781"/>
                  </a:lnTo>
                  <a:lnTo>
                    <a:pt x="3108538" y="91278"/>
                  </a:lnTo>
                  <a:lnTo>
                    <a:pt x="3180797" y="76481"/>
                  </a:lnTo>
                  <a:lnTo>
                    <a:pt x="3259303" y="63197"/>
                  </a:lnTo>
                  <a:lnTo>
                    <a:pt x="3343966" y="51283"/>
                  </a:lnTo>
                  <a:lnTo>
                    <a:pt x="3434009" y="40653"/>
                  </a:lnTo>
                  <a:lnTo>
                    <a:pt x="3527764" y="31273"/>
                  </a:lnTo>
                  <a:lnTo>
                    <a:pt x="3622534" y="23151"/>
                  </a:lnTo>
                  <a:lnTo>
                    <a:pt x="3714650" y="16314"/>
                  </a:lnTo>
                  <a:lnTo>
                    <a:pt x="3799788" y="10787"/>
                  </a:lnTo>
                  <a:lnTo>
                    <a:pt x="3873610" y="6558"/>
                  </a:lnTo>
                  <a:lnTo>
                    <a:pt x="3932613" y="3553"/>
                  </a:lnTo>
                  <a:lnTo>
                    <a:pt x="3974947" y="1625"/>
                  </a:lnTo>
                  <a:lnTo>
                    <a:pt x="4000941" y="561"/>
                  </a:lnTo>
                  <a:lnTo>
                    <a:pt x="4013197" y="107"/>
                  </a:lnTo>
                  <a:lnTo>
                    <a:pt x="4016337" y="2"/>
                  </a:lnTo>
                  <a:lnTo>
                    <a:pt x="4016409" y="0"/>
                  </a:lnTo>
                  <a:lnTo>
                    <a:pt x="4538543" y="0"/>
                  </a:lnTo>
                  <a:lnTo>
                    <a:pt x="4539791" y="34"/>
                  </a:lnTo>
                  <a:lnTo>
                    <a:pt x="4547955" y="281"/>
                  </a:lnTo>
                  <a:lnTo>
                    <a:pt x="4568377" y="964"/>
                  </a:lnTo>
                  <a:lnTo>
                    <a:pt x="4604483" y="2306"/>
                  </a:lnTo>
                  <a:lnTo>
                    <a:pt x="4657479" y="4503"/>
                  </a:lnTo>
                  <a:lnTo>
                    <a:pt x="4726284" y="7705"/>
                  </a:lnTo>
                  <a:lnTo>
                    <a:pt x="4807901" y="11998"/>
                  </a:lnTo>
                  <a:lnTo>
                    <a:pt x="4898173" y="17410"/>
                  </a:lnTo>
                  <a:lnTo>
                    <a:pt x="4992653" y="23928"/>
                  </a:lnTo>
                  <a:lnTo>
                    <a:pt x="5087350" y="31526"/>
                  </a:lnTo>
                  <a:lnTo>
                    <a:pt x="5179178" y="40190"/>
                  </a:lnTo>
                  <a:lnTo>
                    <a:pt x="5266092" y="49934"/>
                  </a:lnTo>
                  <a:lnTo>
                    <a:pt x="5347009" y="60816"/>
                  </a:lnTo>
                  <a:lnTo>
                    <a:pt x="5421620" y="72939"/>
                  </a:lnTo>
                  <a:lnTo>
                    <a:pt x="5490166" y="86455"/>
                  </a:lnTo>
                  <a:lnTo>
                    <a:pt x="5553253" y="101557"/>
                  </a:lnTo>
                  <a:lnTo>
                    <a:pt x="5611695" y="118473"/>
                  </a:lnTo>
                  <a:lnTo>
                    <a:pt x="5666402" y="137449"/>
                  </a:lnTo>
                  <a:lnTo>
                    <a:pt x="5718296" y="158719"/>
                  </a:lnTo>
                  <a:lnTo>
                    <a:pt x="5768232" y="182453"/>
                  </a:lnTo>
                  <a:lnTo>
                    <a:pt x="5784835" y="191062"/>
                  </a:lnTo>
                  <a:lnTo>
                    <a:pt x="5833253" y="218158"/>
                  </a:lnTo>
                  <a:lnTo>
                    <a:pt x="5881198" y="247822"/>
                  </a:lnTo>
                  <a:lnTo>
                    <a:pt x="5929110" y="280097"/>
                  </a:lnTo>
                  <a:lnTo>
                    <a:pt x="5977303" y="314953"/>
                  </a:lnTo>
                  <a:lnTo>
                    <a:pt x="6025975" y="352274"/>
                  </a:lnTo>
                  <a:lnTo>
                    <a:pt x="6075228" y="391857"/>
                  </a:lnTo>
                  <a:lnTo>
                    <a:pt x="6125073" y="433407"/>
                  </a:lnTo>
                  <a:lnTo>
                    <a:pt x="6175445" y="476546"/>
                  </a:lnTo>
                  <a:lnTo>
                    <a:pt x="6226218" y="520820"/>
                  </a:lnTo>
                  <a:lnTo>
                    <a:pt x="6277220" y="565722"/>
                  </a:lnTo>
                  <a:lnTo>
                    <a:pt x="6328255" y="610715"/>
                  </a:lnTo>
                  <a:lnTo>
                    <a:pt x="6379124" y="655256"/>
                  </a:lnTo>
                  <a:lnTo>
                    <a:pt x="6429646" y="698824"/>
                  </a:lnTo>
                  <a:lnTo>
                    <a:pt x="6479676" y="740946"/>
                  </a:lnTo>
                  <a:lnTo>
                    <a:pt x="6529128" y="781218"/>
                  </a:lnTo>
                  <a:lnTo>
                    <a:pt x="6577986" y="819316"/>
                  </a:lnTo>
                  <a:lnTo>
                    <a:pt x="6626321" y="855006"/>
                  </a:lnTo>
                  <a:lnTo>
                    <a:pt x="6674297" y="888144"/>
                  </a:lnTo>
                  <a:lnTo>
                    <a:pt x="6722189" y="918672"/>
                  </a:lnTo>
                  <a:lnTo>
                    <a:pt x="6770393" y="946610"/>
                  </a:lnTo>
                  <a:lnTo>
                    <a:pt x="6786527" y="955313"/>
                  </a:lnTo>
                  <a:lnTo>
                    <a:pt x="6835969" y="979896"/>
                  </a:lnTo>
                  <a:lnTo>
                    <a:pt x="6887110" y="1001987"/>
                  </a:lnTo>
                  <a:lnTo>
                    <a:pt x="6940762" y="1021716"/>
                  </a:lnTo>
                  <a:lnTo>
                    <a:pt x="6997835" y="1039303"/>
                  </a:lnTo>
                  <a:lnTo>
                    <a:pt x="7059250" y="1054992"/>
                  </a:lnTo>
                  <a:lnTo>
                    <a:pt x="7125866" y="1069022"/>
                  </a:lnTo>
                  <a:lnTo>
                    <a:pt x="7198373" y="1081597"/>
                  </a:lnTo>
                  <a:lnTo>
                    <a:pt x="7277157" y="1092886"/>
                  </a:lnTo>
                  <a:lnTo>
                    <a:pt x="7362118" y="1103007"/>
                  </a:lnTo>
                  <a:lnTo>
                    <a:pt x="7452458" y="1112033"/>
                  </a:lnTo>
                  <a:lnTo>
                    <a:pt x="7546478" y="1119992"/>
                  </a:lnTo>
                  <a:lnTo>
                    <a:pt x="7641439" y="1126880"/>
                  </a:lnTo>
                  <a:lnTo>
                    <a:pt x="7733624" y="1132669"/>
                  </a:lnTo>
                  <a:lnTo>
                    <a:pt x="7818672" y="1137340"/>
                  </a:lnTo>
                  <a:lnTo>
                    <a:pt x="7892228" y="1140905"/>
                  </a:lnTo>
                  <a:lnTo>
                    <a:pt x="7950809" y="1143429"/>
                  </a:lnTo>
                  <a:lnTo>
                    <a:pt x="7992619" y="1145041"/>
                  </a:lnTo>
                  <a:lnTo>
                    <a:pt x="8018076" y="1145922"/>
                  </a:lnTo>
                  <a:lnTo>
                    <a:pt x="8029883" y="1146292"/>
                  </a:lnTo>
                  <a:lnTo>
                    <a:pt x="8032769" y="1146374"/>
                  </a:lnTo>
                  <a:lnTo>
                    <a:pt x="8032819" y="1146375"/>
                  </a:lnTo>
                  <a:lnTo>
                    <a:pt x="8554953" y="1146375"/>
                  </a:lnTo>
                  <a:lnTo>
                    <a:pt x="8554953" y="1146375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171" name="pl1171"/>
            <p:cNvSpPr/>
            <p:nvPr/>
          </p:nvSpPr>
          <p:spPr>
            <a:xfrm>
              <a:off x="386606" y="2958757"/>
              <a:ext cx="8554953" cy="1349673"/>
            </a:xfrm>
            <a:custGeom>
              <a:avLst/>
              <a:pathLst>
                <a:path w="8554953" h="1349673">
                  <a:moveTo>
                    <a:pt x="8554953" y="1146375"/>
                  </a:moveTo>
                  <a:lnTo>
                    <a:pt x="8032819" y="1146375"/>
                  </a:lnTo>
                  <a:lnTo>
                    <a:pt x="8031571" y="1146341"/>
                  </a:lnTo>
                  <a:lnTo>
                    <a:pt x="8023407" y="1146094"/>
                  </a:lnTo>
                  <a:lnTo>
                    <a:pt x="8002985" y="1145411"/>
                  </a:lnTo>
                  <a:lnTo>
                    <a:pt x="7966878" y="1144069"/>
                  </a:lnTo>
                  <a:lnTo>
                    <a:pt x="7913882" y="1141872"/>
                  </a:lnTo>
                  <a:lnTo>
                    <a:pt x="7845078" y="1138670"/>
                  </a:lnTo>
                  <a:lnTo>
                    <a:pt x="7763460" y="1134377"/>
                  </a:lnTo>
                  <a:lnTo>
                    <a:pt x="7673189" y="1128965"/>
                  </a:lnTo>
                  <a:lnTo>
                    <a:pt x="7578709" y="1122447"/>
                  </a:lnTo>
                  <a:lnTo>
                    <a:pt x="7484012" y="1114848"/>
                  </a:lnTo>
                  <a:lnTo>
                    <a:pt x="7392184" y="1106185"/>
                  </a:lnTo>
                  <a:lnTo>
                    <a:pt x="7305270" y="1096440"/>
                  </a:lnTo>
                  <a:lnTo>
                    <a:pt x="7224353" y="1085559"/>
                  </a:lnTo>
                  <a:lnTo>
                    <a:pt x="7149742" y="1073436"/>
                  </a:lnTo>
                  <a:lnTo>
                    <a:pt x="7081196" y="1059920"/>
                  </a:lnTo>
                  <a:lnTo>
                    <a:pt x="7018109" y="1044818"/>
                  </a:lnTo>
                  <a:lnTo>
                    <a:pt x="6959667" y="1027902"/>
                  </a:lnTo>
                  <a:lnTo>
                    <a:pt x="6904960" y="1008925"/>
                  </a:lnTo>
                  <a:lnTo>
                    <a:pt x="6853066" y="987656"/>
                  </a:lnTo>
                  <a:lnTo>
                    <a:pt x="6803130" y="963922"/>
                  </a:lnTo>
                  <a:lnTo>
                    <a:pt x="6786527" y="955313"/>
                  </a:lnTo>
                  <a:lnTo>
                    <a:pt x="6738109" y="928217"/>
                  </a:lnTo>
                  <a:lnTo>
                    <a:pt x="6690164" y="898553"/>
                  </a:lnTo>
                  <a:lnTo>
                    <a:pt x="6642252" y="866278"/>
                  </a:lnTo>
                  <a:lnTo>
                    <a:pt x="6594059" y="831422"/>
                  </a:lnTo>
                  <a:lnTo>
                    <a:pt x="6545387" y="794101"/>
                  </a:lnTo>
                  <a:lnTo>
                    <a:pt x="6496134" y="754518"/>
                  </a:lnTo>
                  <a:lnTo>
                    <a:pt x="6446289" y="712967"/>
                  </a:lnTo>
                  <a:lnTo>
                    <a:pt x="6395917" y="669829"/>
                  </a:lnTo>
                  <a:lnTo>
                    <a:pt x="6345144" y="625555"/>
                  </a:lnTo>
                  <a:lnTo>
                    <a:pt x="6294142" y="580653"/>
                  </a:lnTo>
                  <a:lnTo>
                    <a:pt x="6243107" y="535660"/>
                  </a:lnTo>
                  <a:lnTo>
                    <a:pt x="6192238" y="491119"/>
                  </a:lnTo>
                  <a:lnTo>
                    <a:pt x="6141716" y="447551"/>
                  </a:lnTo>
                  <a:lnTo>
                    <a:pt x="6091686" y="405429"/>
                  </a:lnTo>
                  <a:lnTo>
                    <a:pt x="6042234" y="365156"/>
                  </a:lnTo>
                  <a:lnTo>
                    <a:pt x="5993376" y="327058"/>
                  </a:lnTo>
                  <a:lnTo>
                    <a:pt x="5945041" y="291368"/>
                  </a:lnTo>
                  <a:lnTo>
                    <a:pt x="5897065" y="258230"/>
                  </a:lnTo>
                  <a:lnTo>
                    <a:pt x="5849173" y="227702"/>
                  </a:lnTo>
                  <a:lnTo>
                    <a:pt x="5800969" y="199764"/>
                  </a:lnTo>
                  <a:lnTo>
                    <a:pt x="5784835" y="191062"/>
                  </a:lnTo>
                  <a:lnTo>
                    <a:pt x="5735393" y="166478"/>
                  </a:lnTo>
                  <a:lnTo>
                    <a:pt x="5684252" y="144387"/>
                  </a:lnTo>
                  <a:lnTo>
                    <a:pt x="5630600" y="124659"/>
                  </a:lnTo>
                  <a:lnTo>
                    <a:pt x="5573527" y="107072"/>
                  </a:lnTo>
                  <a:lnTo>
                    <a:pt x="5512112" y="91382"/>
                  </a:lnTo>
                  <a:lnTo>
                    <a:pt x="5445496" y="77353"/>
                  </a:lnTo>
                  <a:lnTo>
                    <a:pt x="5372988" y="64777"/>
                  </a:lnTo>
                  <a:lnTo>
                    <a:pt x="5294205" y="53489"/>
                  </a:lnTo>
                  <a:lnTo>
                    <a:pt x="5209244" y="43368"/>
                  </a:lnTo>
                  <a:lnTo>
                    <a:pt x="5118904" y="34342"/>
                  </a:lnTo>
                  <a:lnTo>
                    <a:pt x="5024884" y="26382"/>
                  </a:lnTo>
                  <a:lnTo>
                    <a:pt x="4929923" y="19495"/>
                  </a:lnTo>
                  <a:lnTo>
                    <a:pt x="4837738" y="13706"/>
                  </a:lnTo>
                  <a:lnTo>
                    <a:pt x="4752690" y="9035"/>
                  </a:lnTo>
                  <a:lnTo>
                    <a:pt x="4679134" y="5470"/>
                  </a:lnTo>
                  <a:lnTo>
                    <a:pt x="4620553" y="2946"/>
                  </a:lnTo>
                  <a:lnTo>
                    <a:pt x="4578743" y="1334"/>
                  </a:lnTo>
                  <a:lnTo>
                    <a:pt x="4553286" y="452"/>
                  </a:lnTo>
                  <a:lnTo>
                    <a:pt x="4541479" y="83"/>
                  </a:lnTo>
                  <a:lnTo>
                    <a:pt x="4538593" y="1"/>
                  </a:lnTo>
                  <a:lnTo>
                    <a:pt x="4538543" y="0"/>
                  </a:lnTo>
                  <a:lnTo>
                    <a:pt x="4016409" y="0"/>
                  </a:lnTo>
                  <a:lnTo>
                    <a:pt x="4015169" y="40"/>
                  </a:lnTo>
                  <a:lnTo>
                    <a:pt x="4007057" y="329"/>
                  </a:lnTo>
                  <a:lnTo>
                    <a:pt x="3986759" y="1128"/>
                  </a:lnTo>
                  <a:lnTo>
                    <a:pt x="3950861" y="2697"/>
                  </a:lnTo>
                  <a:lnTo>
                    <a:pt x="3898147" y="5267"/>
                  </a:lnTo>
                  <a:lnTo>
                    <a:pt x="3829670" y="9013"/>
                  </a:lnTo>
                  <a:lnTo>
                    <a:pt x="3748387" y="14038"/>
                  </a:lnTo>
                  <a:lnTo>
                    <a:pt x="3658420" y="20373"/>
                  </a:lnTo>
                  <a:lnTo>
                    <a:pt x="3564188" y="28007"/>
                  </a:lnTo>
                  <a:lnTo>
                    <a:pt x="3469668" y="36907"/>
                  </a:lnTo>
                  <a:lnTo>
                    <a:pt x="3377949" y="47055"/>
                  </a:lnTo>
                  <a:lnTo>
                    <a:pt x="3291085" y="58469"/>
                  </a:lnTo>
                  <a:lnTo>
                    <a:pt x="3210174" y="71214"/>
                  </a:lnTo>
                  <a:lnTo>
                    <a:pt x="3135542" y="85410"/>
                  </a:lnTo>
                  <a:lnTo>
                    <a:pt x="3066961" y="101232"/>
                  </a:lnTo>
                  <a:lnTo>
                    <a:pt x="3003840" y="118905"/>
                  </a:lnTo>
                  <a:lnTo>
                    <a:pt x="2945374" y="138695"/>
                  </a:lnTo>
                  <a:lnTo>
                    <a:pt x="2890661" y="160888"/>
                  </a:lnTo>
                  <a:lnTo>
                    <a:pt x="2838784" y="185760"/>
                  </a:lnTo>
                  <a:lnTo>
                    <a:pt x="2788891" y="213515"/>
                  </a:lnTo>
                  <a:lnTo>
                    <a:pt x="2770117" y="224945"/>
                  </a:lnTo>
                  <a:lnTo>
                    <a:pt x="2723271" y="255757"/>
                  </a:lnTo>
                  <a:lnTo>
                    <a:pt x="2676882" y="289395"/>
                  </a:lnTo>
                  <a:lnTo>
                    <a:pt x="2630545" y="325910"/>
                  </a:lnTo>
                  <a:lnTo>
                    <a:pt x="2583970" y="365276"/>
                  </a:lnTo>
                  <a:lnTo>
                    <a:pt x="2536964" y="407380"/>
                  </a:lnTo>
                  <a:lnTo>
                    <a:pt x="2489424" y="452020"/>
                  </a:lnTo>
                  <a:lnTo>
                    <a:pt x="2441326" y="498900"/>
                  </a:lnTo>
                  <a:lnTo>
                    <a:pt x="2392715" y="547632"/>
                  </a:lnTo>
                  <a:lnTo>
                    <a:pt x="2343693" y="597753"/>
                  </a:lnTo>
                  <a:lnTo>
                    <a:pt x="2294406" y="648736"/>
                  </a:lnTo>
                  <a:lnTo>
                    <a:pt x="2245026" y="700014"/>
                  </a:lnTo>
                  <a:lnTo>
                    <a:pt x="2195735" y="751007"/>
                  </a:lnTo>
                  <a:lnTo>
                    <a:pt x="2146707" y="801148"/>
                  </a:lnTo>
                  <a:lnTo>
                    <a:pt x="2098087" y="849910"/>
                  </a:lnTo>
                  <a:lnTo>
                    <a:pt x="2049979" y="896827"/>
                  </a:lnTo>
                  <a:lnTo>
                    <a:pt x="2002429" y="941510"/>
                  </a:lnTo>
                  <a:lnTo>
                    <a:pt x="1955415" y="983662"/>
                  </a:lnTo>
                  <a:lnTo>
                    <a:pt x="1908833" y="1023078"/>
                  </a:lnTo>
                  <a:lnTo>
                    <a:pt x="1862495" y="1059645"/>
                  </a:lnTo>
                  <a:lnTo>
                    <a:pt x="1816110" y="1093335"/>
                  </a:lnTo>
                  <a:lnTo>
                    <a:pt x="1769276" y="1124197"/>
                  </a:lnTo>
                  <a:lnTo>
                    <a:pt x="1768425" y="1124728"/>
                  </a:lnTo>
                  <a:lnTo>
                    <a:pt x="1719094" y="1153611"/>
                  </a:lnTo>
                  <a:lnTo>
                    <a:pt x="1668073" y="1179571"/>
                  </a:lnTo>
                  <a:lnTo>
                    <a:pt x="1614555" y="1202762"/>
                  </a:lnTo>
                  <a:lnTo>
                    <a:pt x="1557638" y="1223440"/>
                  </a:lnTo>
                  <a:lnTo>
                    <a:pt x="1496406" y="1241892"/>
                  </a:lnTo>
                  <a:lnTo>
                    <a:pt x="1430004" y="1258395"/>
                  </a:lnTo>
                  <a:lnTo>
                    <a:pt x="1357745" y="1273191"/>
                  </a:lnTo>
                  <a:lnTo>
                    <a:pt x="1279239" y="1286476"/>
                  </a:lnTo>
                  <a:lnTo>
                    <a:pt x="1194576" y="1298390"/>
                  </a:lnTo>
                  <a:lnTo>
                    <a:pt x="1104533" y="1309020"/>
                  </a:lnTo>
                  <a:lnTo>
                    <a:pt x="1010779" y="1318399"/>
                  </a:lnTo>
                  <a:lnTo>
                    <a:pt x="916008" y="1326522"/>
                  </a:lnTo>
                  <a:lnTo>
                    <a:pt x="823892" y="1333359"/>
                  </a:lnTo>
                  <a:lnTo>
                    <a:pt x="738754" y="1338886"/>
                  </a:lnTo>
                  <a:lnTo>
                    <a:pt x="664932" y="1343115"/>
                  </a:lnTo>
                  <a:lnTo>
                    <a:pt x="605929" y="1346119"/>
                  </a:lnTo>
                  <a:lnTo>
                    <a:pt x="563595" y="1348048"/>
                  </a:lnTo>
                  <a:lnTo>
                    <a:pt x="537601" y="1349112"/>
                  </a:lnTo>
                  <a:lnTo>
                    <a:pt x="525346" y="1349565"/>
                  </a:lnTo>
                  <a:lnTo>
                    <a:pt x="522205" y="1349671"/>
                  </a:lnTo>
                  <a:lnTo>
                    <a:pt x="522133" y="1349673"/>
                  </a:lnTo>
                  <a:lnTo>
                    <a:pt x="0" y="1349673"/>
                  </a:lnTo>
                  <a:lnTo>
                    <a:pt x="0" y="1349673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172" name="pg1172"/>
            <p:cNvSpPr/>
            <p:nvPr/>
          </p:nvSpPr>
          <p:spPr>
            <a:xfrm>
              <a:off x="386606" y="3026523"/>
              <a:ext cx="8554953" cy="3009942"/>
            </a:xfrm>
            <a:custGeom>
              <a:avLst/>
              <a:pathLst>
                <a:path w="8554953" h="3009942">
                  <a:moveTo>
                    <a:pt x="0" y="1293202"/>
                  </a:moveTo>
                  <a:lnTo>
                    <a:pt x="522133" y="1293202"/>
                  </a:lnTo>
                  <a:lnTo>
                    <a:pt x="523376" y="1293163"/>
                  </a:lnTo>
                  <a:lnTo>
                    <a:pt x="531505" y="1292887"/>
                  </a:lnTo>
                  <a:lnTo>
                    <a:pt x="551842" y="1292123"/>
                  </a:lnTo>
                  <a:lnTo>
                    <a:pt x="587807" y="1290623"/>
                  </a:lnTo>
                  <a:lnTo>
                    <a:pt x="640612" y="1288166"/>
                  </a:lnTo>
                  <a:lnTo>
                    <a:pt x="709194" y="1284585"/>
                  </a:lnTo>
                  <a:lnTo>
                    <a:pt x="790585" y="1279783"/>
                  </a:lnTo>
                  <a:lnTo>
                    <a:pt x="880650" y="1273728"/>
                  </a:lnTo>
                  <a:lnTo>
                    <a:pt x="974962" y="1266433"/>
                  </a:lnTo>
                  <a:lnTo>
                    <a:pt x="1069539" y="1257929"/>
                  </a:lnTo>
                  <a:lnTo>
                    <a:pt x="1161293" y="1248231"/>
                  </a:lnTo>
                  <a:lnTo>
                    <a:pt x="1248173" y="1237325"/>
                  </a:lnTo>
                  <a:lnTo>
                    <a:pt x="1329086" y="1225146"/>
                  </a:lnTo>
                  <a:lnTo>
                    <a:pt x="1403711" y="1211580"/>
                  </a:lnTo>
                  <a:lnTo>
                    <a:pt x="1472281" y="1196458"/>
                  </a:lnTo>
                  <a:lnTo>
                    <a:pt x="1535392" y="1179566"/>
                  </a:lnTo>
                  <a:lnTo>
                    <a:pt x="1593849" y="1160648"/>
                  </a:lnTo>
                  <a:lnTo>
                    <a:pt x="1648561" y="1139431"/>
                  </a:lnTo>
                  <a:lnTo>
                    <a:pt x="1700443" y="1115652"/>
                  </a:lnTo>
                  <a:lnTo>
                    <a:pt x="1750350" y="1089117"/>
                  </a:lnTo>
                  <a:lnTo>
                    <a:pt x="1768425" y="1078609"/>
                  </a:lnTo>
                  <a:lnTo>
                    <a:pt x="1815751" y="1048899"/>
                  </a:lnTo>
                  <a:lnTo>
                    <a:pt x="1862614" y="1016436"/>
                  </a:lnTo>
                  <a:lnTo>
                    <a:pt x="1909431" y="981171"/>
                  </a:lnTo>
                  <a:lnTo>
                    <a:pt x="1956499" y="943133"/>
                  </a:lnTo>
                  <a:lnTo>
                    <a:pt x="2004012" y="902435"/>
                  </a:lnTo>
                  <a:lnTo>
                    <a:pt x="2052074" y="859280"/>
                  </a:lnTo>
                  <a:lnTo>
                    <a:pt x="2100704" y="813966"/>
                  </a:lnTo>
                  <a:lnTo>
                    <a:pt x="2149853" y="766877"/>
                  </a:lnTo>
                  <a:lnTo>
                    <a:pt x="2199409" y="718478"/>
                  </a:lnTo>
                  <a:lnTo>
                    <a:pt x="2249221" y="669289"/>
                  </a:lnTo>
                  <a:lnTo>
                    <a:pt x="2299109" y="619870"/>
                  </a:lnTo>
                  <a:lnTo>
                    <a:pt x="2348884" y="570793"/>
                  </a:lnTo>
                  <a:lnTo>
                    <a:pt x="2398372" y="522611"/>
                  </a:lnTo>
                  <a:lnTo>
                    <a:pt x="2447425" y="475836"/>
                  </a:lnTo>
                  <a:lnTo>
                    <a:pt x="2495946" y="430918"/>
                  </a:lnTo>
                  <a:lnTo>
                    <a:pt x="2543896" y="388225"/>
                  </a:lnTo>
                  <a:lnTo>
                    <a:pt x="2591311" y="348035"/>
                  </a:lnTo>
                  <a:lnTo>
                    <a:pt x="2638311" y="310536"/>
                  </a:lnTo>
                  <a:lnTo>
                    <a:pt x="2685110" y="275821"/>
                  </a:lnTo>
                  <a:lnTo>
                    <a:pt x="2732027" y="243904"/>
                  </a:lnTo>
                  <a:lnTo>
                    <a:pt x="2770117" y="220239"/>
                  </a:lnTo>
                  <a:lnTo>
                    <a:pt x="2819484" y="192667"/>
                  </a:lnTo>
                  <a:lnTo>
                    <a:pt x="2870543" y="167887"/>
                  </a:lnTo>
                  <a:lnTo>
                    <a:pt x="2924105" y="145752"/>
                  </a:lnTo>
                  <a:lnTo>
                    <a:pt x="2981071" y="126017"/>
                  </a:lnTo>
                  <a:lnTo>
                    <a:pt x="3042363" y="108408"/>
                  </a:lnTo>
                  <a:lnTo>
                    <a:pt x="3108833" y="92660"/>
                  </a:lnTo>
                  <a:lnTo>
                    <a:pt x="3181172" y="78542"/>
                  </a:lnTo>
                  <a:lnTo>
                    <a:pt x="3259767" y="65867"/>
                  </a:lnTo>
                  <a:lnTo>
                    <a:pt x="3344526" y="54501"/>
                  </a:lnTo>
                  <a:lnTo>
                    <a:pt x="3434665" y="44361"/>
                  </a:lnTo>
                  <a:lnTo>
                    <a:pt x="3528505" y="35416"/>
                  </a:lnTo>
                  <a:lnTo>
                    <a:pt x="3623337" y="27671"/>
                  </a:lnTo>
                  <a:lnTo>
                    <a:pt x="3715475" y="21156"/>
                  </a:lnTo>
                  <a:lnTo>
                    <a:pt x="3800585" y="15892"/>
                  </a:lnTo>
                  <a:lnTo>
                    <a:pt x="3874322" y="11867"/>
                  </a:lnTo>
                  <a:lnTo>
                    <a:pt x="3933190" y="9011"/>
                  </a:lnTo>
                  <a:lnTo>
                    <a:pt x="3975355" y="7181"/>
                  </a:lnTo>
                  <a:lnTo>
                    <a:pt x="4001176" y="6173"/>
                  </a:lnTo>
                  <a:lnTo>
                    <a:pt x="4013287" y="5747"/>
                  </a:lnTo>
                  <a:lnTo>
                    <a:pt x="4016409" y="5647"/>
                  </a:lnTo>
                  <a:lnTo>
                    <a:pt x="4538543" y="5647"/>
                  </a:lnTo>
                  <a:lnTo>
                    <a:pt x="4539680" y="5729"/>
                  </a:lnTo>
                  <a:lnTo>
                    <a:pt x="4547136" y="6317"/>
                  </a:lnTo>
                  <a:lnTo>
                    <a:pt x="4565845" y="7943"/>
                  </a:lnTo>
                  <a:lnTo>
                    <a:pt x="4599073" y="11140"/>
                  </a:lnTo>
                  <a:lnTo>
                    <a:pt x="4648146" y="16389"/>
                  </a:lnTo>
                  <a:lnTo>
                    <a:pt x="4712358" y="24062"/>
                  </a:lnTo>
                  <a:lnTo>
                    <a:pt x="4789238" y="34392"/>
                  </a:lnTo>
                  <a:lnTo>
                    <a:pt x="4875145" y="47470"/>
                  </a:lnTo>
                  <a:lnTo>
                    <a:pt x="4966022" y="63285"/>
                  </a:lnTo>
                  <a:lnTo>
                    <a:pt x="5058075" y="81775"/>
                  </a:lnTo>
                  <a:lnTo>
                    <a:pt x="5148227" y="102890"/>
                  </a:lnTo>
                  <a:lnTo>
                    <a:pt x="5234310" y="126639"/>
                  </a:lnTo>
                  <a:lnTo>
                    <a:pt x="5315043" y="153121"/>
                  </a:lnTo>
                  <a:lnTo>
                    <a:pt x="5389896" y="182540"/>
                  </a:lnTo>
                  <a:lnTo>
                    <a:pt x="5458904" y="215208"/>
                  </a:lnTo>
                  <a:lnTo>
                    <a:pt x="5522488" y="251543"/>
                  </a:lnTo>
                  <a:lnTo>
                    <a:pt x="5581313" y="292053"/>
                  </a:lnTo>
                  <a:lnTo>
                    <a:pt x="5636174" y="337310"/>
                  </a:lnTo>
                  <a:lnTo>
                    <a:pt x="5687913" y="387898"/>
                  </a:lnTo>
                  <a:lnTo>
                    <a:pt x="5737352" y="444330"/>
                  </a:lnTo>
                  <a:lnTo>
                    <a:pt x="5784835" y="506363"/>
                  </a:lnTo>
                  <a:lnTo>
                    <a:pt x="5821217" y="559004"/>
                  </a:lnTo>
                  <a:lnTo>
                    <a:pt x="5857262" y="615403"/>
                  </a:lnTo>
                  <a:lnTo>
                    <a:pt x="5893177" y="675637"/>
                  </a:lnTo>
                  <a:lnTo>
                    <a:pt x="5929127" y="739726"/>
                  </a:lnTo>
                  <a:lnTo>
                    <a:pt x="5965237" y="807623"/>
                  </a:lnTo>
                  <a:lnTo>
                    <a:pt x="6001596" y="879216"/>
                  </a:lnTo>
                  <a:lnTo>
                    <a:pt x="6038262" y="954315"/>
                  </a:lnTo>
                  <a:lnTo>
                    <a:pt x="6075263" y="1032658"/>
                  </a:lnTo>
                  <a:lnTo>
                    <a:pt x="6112598" y="1113905"/>
                  </a:lnTo>
                  <a:lnTo>
                    <a:pt x="6150244" y="1197649"/>
                  </a:lnTo>
                  <a:lnTo>
                    <a:pt x="6188155" y="1283415"/>
                  </a:lnTo>
                  <a:lnTo>
                    <a:pt x="6226271" y="1370677"/>
                  </a:lnTo>
                  <a:lnTo>
                    <a:pt x="6264516" y="1458867"/>
                  </a:lnTo>
                  <a:lnTo>
                    <a:pt x="6302808" y="1547390"/>
                  </a:lnTo>
                  <a:lnTo>
                    <a:pt x="6341062" y="1635643"/>
                  </a:lnTo>
                  <a:lnTo>
                    <a:pt x="6379195" y="1723030"/>
                  </a:lnTo>
                  <a:lnTo>
                    <a:pt x="6417131" y="1808980"/>
                  </a:lnTo>
                  <a:lnTo>
                    <a:pt x="6454808" y="1892960"/>
                  </a:lnTo>
                  <a:lnTo>
                    <a:pt x="6492177" y="1974492"/>
                  </a:lnTo>
                  <a:lnTo>
                    <a:pt x="6529213" y="2053158"/>
                  </a:lnTo>
                  <a:lnTo>
                    <a:pt x="6565914" y="2128613"/>
                  </a:lnTo>
                  <a:lnTo>
                    <a:pt x="6602303" y="2200585"/>
                  </a:lnTo>
                  <a:lnTo>
                    <a:pt x="6638436" y="2268880"/>
                  </a:lnTo>
                  <a:lnTo>
                    <a:pt x="6674397" y="2333373"/>
                  </a:lnTo>
                  <a:lnTo>
                    <a:pt x="6710309" y="2394014"/>
                  </a:lnTo>
                  <a:lnTo>
                    <a:pt x="6746331" y="2450815"/>
                  </a:lnTo>
                  <a:lnTo>
                    <a:pt x="6782667" y="2503848"/>
                  </a:lnTo>
                  <a:lnTo>
                    <a:pt x="6786527" y="2509226"/>
                  </a:lnTo>
                  <a:lnTo>
                    <a:pt x="6834409" y="2571748"/>
                  </a:lnTo>
                  <a:lnTo>
                    <a:pt x="6883863" y="2628130"/>
                  </a:lnTo>
                  <a:lnTo>
                    <a:pt x="6935625" y="2678671"/>
                  </a:lnTo>
                  <a:lnTo>
                    <a:pt x="6990515" y="2723887"/>
                  </a:lnTo>
                  <a:lnTo>
                    <a:pt x="7049376" y="2764360"/>
                  </a:lnTo>
                  <a:lnTo>
                    <a:pt x="7113003" y="2800664"/>
                  </a:lnTo>
                  <a:lnTo>
                    <a:pt x="7182057" y="2833303"/>
                  </a:lnTo>
                  <a:lnTo>
                    <a:pt x="7256959" y="2862696"/>
                  </a:lnTo>
                  <a:lnTo>
                    <a:pt x="7337739" y="2889155"/>
                  </a:lnTo>
                  <a:lnTo>
                    <a:pt x="7423862" y="2912883"/>
                  </a:lnTo>
                  <a:lnTo>
                    <a:pt x="7514040" y="2933976"/>
                  </a:lnTo>
                  <a:lnTo>
                    <a:pt x="7606097" y="2952445"/>
                  </a:lnTo>
                  <a:lnTo>
                    <a:pt x="7696949" y="2968237"/>
                  </a:lnTo>
                  <a:lnTo>
                    <a:pt x="7782799" y="2981293"/>
                  </a:lnTo>
                  <a:lnTo>
                    <a:pt x="7859588" y="2991600"/>
                  </a:lnTo>
                  <a:lnTo>
                    <a:pt x="7923684" y="2999252"/>
                  </a:lnTo>
                  <a:lnTo>
                    <a:pt x="7972626" y="3004482"/>
                  </a:lnTo>
                  <a:lnTo>
                    <a:pt x="8005727" y="3007664"/>
                  </a:lnTo>
                  <a:lnTo>
                    <a:pt x="8024328" y="3009279"/>
                  </a:lnTo>
                  <a:lnTo>
                    <a:pt x="8031709" y="3009861"/>
                  </a:lnTo>
                  <a:lnTo>
                    <a:pt x="8032819" y="3009942"/>
                  </a:lnTo>
                  <a:lnTo>
                    <a:pt x="8554953" y="3009942"/>
                  </a:lnTo>
                  <a:lnTo>
                    <a:pt x="8554953" y="3004295"/>
                  </a:lnTo>
                  <a:lnTo>
                    <a:pt x="8032819" y="3004295"/>
                  </a:lnTo>
                  <a:lnTo>
                    <a:pt x="8031682" y="3004212"/>
                  </a:lnTo>
                  <a:lnTo>
                    <a:pt x="8024226" y="3003624"/>
                  </a:lnTo>
                  <a:lnTo>
                    <a:pt x="8005517" y="3001998"/>
                  </a:lnTo>
                  <a:lnTo>
                    <a:pt x="7972289" y="2998801"/>
                  </a:lnTo>
                  <a:lnTo>
                    <a:pt x="7923216" y="2993553"/>
                  </a:lnTo>
                  <a:lnTo>
                    <a:pt x="7859004" y="2985879"/>
                  </a:lnTo>
                  <a:lnTo>
                    <a:pt x="7782124" y="2975549"/>
                  </a:lnTo>
                  <a:lnTo>
                    <a:pt x="7696217" y="2962471"/>
                  </a:lnTo>
                  <a:lnTo>
                    <a:pt x="7605340" y="2946656"/>
                  </a:lnTo>
                  <a:lnTo>
                    <a:pt x="7513287" y="2928167"/>
                  </a:lnTo>
                  <a:lnTo>
                    <a:pt x="7423135" y="2907051"/>
                  </a:lnTo>
                  <a:lnTo>
                    <a:pt x="7337052" y="2883302"/>
                  </a:lnTo>
                  <a:lnTo>
                    <a:pt x="7256319" y="2856820"/>
                  </a:lnTo>
                  <a:lnTo>
                    <a:pt x="7181466" y="2827402"/>
                  </a:lnTo>
                  <a:lnTo>
                    <a:pt x="7112458" y="2794734"/>
                  </a:lnTo>
                  <a:lnTo>
                    <a:pt x="7048874" y="2758398"/>
                  </a:lnTo>
                  <a:lnTo>
                    <a:pt x="6990049" y="2717888"/>
                  </a:lnTo>
                  <a:lnTo>
                    <a:pt x="6935188" y="2672631"/>
                  </a:lnTo>
                  <a:lnTo>
                    <a:pt x="6883449" y="2622043"/>
                  </a:lnTo>
                  <a:lnTo>
                    <a:pt x="6834010" y="2565612"/>
                  </a:lnTo>
                  <a:lnTo>
                    <a:pt x="6786527" y="2503579"/>
                  </a:lnTo>
                  <a:lnTo>
                    <a:pt x="6750145" y="2450938"/>
                  </a:lnTo>
                  <a:lnTo>
                    <a:pt x="6714100" y="2394538"/>
                  </a:lnTo>
                  <a:lnTo>
                    <a:pt x="6678185" y="2334304"/>
                  </a:lnTo>
                  <a:lnTo>
                    <a:pt x="6642235" y="2270215"/>
                  </a:lnTo>
                  <a:lnTo>
                    <a:pt x="6606125" y="2202318"/>
                  </a:lnTo>
                  <a:lnTo>
                    <a:pt x="6569766" y="2130725"/>
                  </a:lnTo>
                  <a:lnTo>
                    <a:pt x="6533100" y="2055626"/>
                  </a:lnTo>
                  <a:lnTo>
                    <a:pt x="6496099" y="1977284"/>
                  </a:lnTo>
                  <a:lnTo>
                    <a:pt x="6458764" y="1896036"/>
                  </a:lnTo>
                  <a:lnTo>
                    <a:pt x="6421118" y="1812293"/>
                  </a:lnTo>
                  <a:lnTo>
                    <a:pt x="6383207" y="1726526"/>
                  </a:lnTo>
                  <a:lnTo>
                    <a:pt x="6345091" y="1639264"/>
                  </a:lnTo>
                  <a:lnTo>
                    <a:pt x="6306846" y="1551074"/>
                  </a:lnTo>
                  <a:lnTo>
                    <a:pt x="6268554" y="1462551"/>
                  </a:lnTo>
                  <a:lnTo>
                    <a:pt x="6230300" y="1374298"/>
                  </a:lnTo>
                  <a:lnTo>
                    <a:pt x="6192167" y="1286911"/>
                  </a:lnTo>
                  <a:lnTo>
                    <a:pt x="6154231" y="1200961"/>
                  </a:lnTo>
                  <a:lnTo>
                    <a:pt x="6116554" y="1116981"/>
                  </a:lnTo>
                  <a:lnTo>
                    <a:pt x="6079185" y="1035449"/>
                  </a:lnTo>
                  <a:lnTo>
                    <a:pt x="6042149" y="956783"/>
                  </a:lnTo>
                  <a:lnTo>
                    <a:pt x="6005448" y="881328"/>
                  </a:lnTo>
                  <a:lnTo>
                    <a:pt x="5969059" y="809356"/>
                  </a:lnTo>
                  <a:lnTo>
                    <a:pt x="5932926" y="741062"/>
                  </a:lnTo>
                  <a:lnTo>
                    <a:pt x="5896965" y="676568"/>
                  </a:lnTo>
                  <a:lnTo>
                    <a:pt x="5861053" y="615927"/>
                  </a:lnTo>
                  <a:lnTo>
                    <a:pt x="5825031" y="559126"/>
                  </a:lnTo>
                  <a:lnTo>
                    <a:pt x="5788695" y="506094"/>
                  </a:lnTo>
                  <a:lnTo>
                    <a:pt x="5784835" y="500715"/>
                  </a:lnTo>
                  <a:lnTo>
                    <a:pt x="5736953" y="438194"/>
                  </a:lnTo>
                  <a:lnTo>
                    <a:pt x="5687498" y="381812"/>
                  </a:lnTo>
                  <a:lnTo>
                    <a:pt x="5635737" y="331270"/>
                  </a:lnTo>
                  <a:lnTo>
                    <a:pt x="5580847" y="286055"/>
                  </a:lnTo>
                  <a:lnTo>
                    <a:pt x="5521986" y="245581"/>
                  </a:lnTo>
                  <a:lnTo>
                    <a:pt x="5458359" y="209278"/>
                  </a:lnTo>
                  <a:lnTo>
                    <a:pt x="5389305" y="176638"/>
                  </a:lnTo>
                  <a:lnTo>
                    <a:pt x="5314403" y="147245"/>
                  </a:lnTo>
                  <a:lnTo>
                    <a:pt x="5233623" y="120786"/>
                  </a:lnTo>
                  <a:lnTo>
                    <a:pt x="5147500" y="97059"/>
                  </a:lnTo>
                  <a:lnTo>
                    <a:pt x="5057322" y="75965"/>
                  </a:lnTo>
                  <a:lnTo>
                    <a:pt x="4965265" y="57497"/>
                  </a:lnTo>
                  <a:lnTo>
                    <a:pt x="4874413" y="41704"/>
                  </a:lnTo>
                  <a:lnTo>
                    <a:pt x="4788563" y="28649"/>
                  </a:lnTo>
                  <a:lnTo>
                    <a:pt x="4711774" y="18341"/>
                  </a:lnTo>
                  <a:lnTo>
                    <a:pt x="4647678" y="10689"/>
                  </a:lnTo>
                  <a:lnTo>
                    <a:pt x="4598735" y="5459"/>
                  </a:lnTo>
                  <a:lnTo>
                    <a:pt x="4565635" y="2277"/>
                  </a:lnTo>
                  <a:lnTo>
                    <a:pt x="4547034" y="662"/>
                  </a:lnTo>
                  <a:lnTo>
                    <a:pt x="4539653" y="80"/>
                  </a:lnTo>
                  <a:lnTo>
                    <a:pt x="4538543" y="0"/>
                  </a:lnTo>
                  <a:lnTo>
                    <a:pt x="4016409" y="0"/>
                  </a:lnTo>
                  <a:lnTo>
                    <a:pt x="4015166" y="38"/>
                  </a:lnTo>
                  <a:lnTo>
                    <a:pt x="4007037" y="314"/>
                  </a:lnTo>
                  <a:lnTo>
                    <a:pt x="3986700" y="1078"/>
                  </a:lnTo>
                  <a:lnTo>
                    <a:pt x="3950735" y="2578"/>
                  </a:lnTo>
                  <a:lnTo>
                    <a:pt x="3897930" y="5035"/>
                  </a:lnTo>
                  <a:lnTo>
                    <a:pt x="3829348" y="8616"/>
                  </a:lnTo>
                  <a:lnTo>
                    <a:pt x="3747958" y="13419"/>
                  </a:lnTo>
                  <a:lnTo>
                    <a:pt x="3657892" y="19474"/>
                  </a:lnTo>
                  <a:lnTo>
                    <a:pt x="3563580" y="26768"/>
                  </a:lnTo>
                  <a:lnTo>
                    <a:pt x="3469003" y="35273"/>
                  </a:lnTo>
                  <a:lnTo>
                    <a:pt x="3377249" y="44970"/>
                  </a:lnTo>
                  <a:lnTo>
                    <a:pt x="3290369" y="55876"/>
                  </a:lnTo>
                  <a:lnTo>
                    <a:pt x="3209456" y="68055"/>
                  </a:lnTo>
                  <a:lnTo>
                    <a:pt x="3134831" y="81621"/>
                  </a:lnTo>
                  <a:lnTo>
                    <a:pt x="3066261" y="96743"/>
                  </a:lnTo>
                  <a:lnTo>
                    <a:pt x="3003151" y="113635"/>
                  </a:lnTo>
                  <a:lnTo>
                    <a:pt x="2944693" y="132553"/>
                  </a:lnTo>
                  <a:lnTo>
                    <a:pt x="2889982" y="153770"/>
                  </a:lnTo>
                  <a:lnTo>
                    <a:pt x="2838099" y="177550"/>
                  </a:lnTo>
                  <a:lnTo>
                    <a:pt x="2788192" y="204084"/>
                  </a:lnTo>
                  <a:lnTo>
                    <a:pt x="2770117" y="214592"/>
                  </a:lnTo>
                  <a:lnTo>
                    <a:pt x="2722791" y="244302"/>
                  </a:lnTo>
                  <a:lnTo>
                    <a:pt x="2675928" y="276766"/>
                  </a:lnTo>
                  <a:lnTo>
                    <a:pt x="2629111" y="312030"/>
                  </a:lnTo>
                  <a:lnTo>
                    <a:pt x="2582043" y="350068"/>
                  </a:lnTo>
                  <a:lnTo>
                    <a:pt x="2534530" y="390766"/>
                  </a:lnTo>
                  <a:lnTo>
                    <a:pt x="2486468" y="433921"/>
                  </a:lnTo>
                  <a:lnTo>
                    <a:pt x="2437838" y="479235"/>
                  </a:lnTo>
                  <a:lnTo>
                    <a:pt x="2388690" y="526324"/>
                  </a:lnTo>
                  <a:lnTo>
                    <a:pt x="2339133" y="574724"/>
                  </a:lnTo>
                  <a:lnTo>
                    <a:pt x="2289321" y="623913"/>
                  </a:lnTo>
                  <a:lnTo>
                    <a:pt x="2239434" y="673331"/>
                  </a:lnTo>
                  <a:lnTo>
                    <a:pt x="2189658" y="722409"/>
                  </a:lnTo>
                  <a:lnTo>
                    <a:pt x="2140171" y="770591"/>
                  </a:lnTo>
                  <a:lnTo>
                    <a:pt x="2091117" y="817365"/>
                  </a:lnTo>
                  <a:lnTo>
                    <a:pt x="2042596" y="862283"/>
                  </a:lnTo>
                  <a:lnTo>
                    <a:pt x="1994646" y="904976"/>
                  </a:lnTo>
                  <a:lnTo>
                    <a:pt x="1947231" y="945166"/>
                  </a:lnTo>
                  <a:lnTo>
                    <a:pt x="1900231" y="982666"/>
                  </a:lnTo>
                  <a:lnTo>
                    <a:pt x="1853432" y="1017380"/>
                  </a:lnTo>
                  <a:lnTo>
                    <a:pt x="1806515" y="1049297"/>
                  </a:lnTo>
                  <a:lnTo>
                    <a:pt x="1768425" y="1072962"/>
                  </a:lnTo>
                  <a:lnTo>
                    <a:pt x="1719058" y="1100534"/>
                  </a:lnTo>
                  <a:lnTo>
                    <a:pt x="1667999" y="1125315"/>
                  </a:lnTo>
                  <a:lnTo>
                    <a:pt x="1614437" y="1147450"/>
                  </a:lnTo>
                  <a:lnTo>
                    <a:pt x="1557471" y="1167184"/>
                  </a:lnTo>
                  <a:lnTo>
                    <a:pt x="1496179" y="1184793"/>
                  </a:lnTo>
                  <a:lnTo>
                    <a:pt x="1429709" y="1200541"/>
                  </a:lnTo>
                  <a:lnTo>
                    <a:pt x="1357370" y="1214659"/>
                  </a:lnTo>
                  <a:lnTo>
                    <a:pt x="1278775" y="1227334"/>
                  </a:lnTo>
                  <a:lnTo>
                    <a:pt x="1194016" y="1238700"/>
                  </a:lnTo>
                  <a:lnTo>
                    <a:pt x="1103877" y="1248840"/>
                  </a:lnTo>
                  <a:lnTo>
                    <a:pt x="1010038" y="1257785"/>
                  </a:lnTo>
                  <a:lnTo>
                    <a:pt x="915205" y="1265530"/>
                  </a:lnTo>
                  <a:lnTo>
                    <a:pt x="823067" y="1272046"/>
                  </a:lnTo>
                  <a:lnTo>
                    <a:pt x="737957" y="1277310"/>
                  </a:lnTo>
                  <a:lnTo>
                    <a:pt x="664220" y="1281334"/>
                  </a:lnTo>
                  <a:lnTo>
                    <a:pt x="605352" y="1284191"/>
                  </a:lnTo>
                  <a:lnTo>
                    <a:pt x="563187" y="1286021"/>
                  </a:lnTo>
                  <a:lnTo>
                    <a:pt x="537366" y="1287028"/>
                  </a:lnTo>
                  <a:lnTo>
                    <a:pt x="525255" y="1287455"/>
                  </a:lnTo>
                  <a:lnTo>
                    <a:pt x="522133" y="1287555"/>
                  </a:lnTo>
                  <a:lnTo>
                    <a:pt x="0" y="1287555"/>
                  </a:lnTo>
                  <a:close/>
                </a:path>
              </a:pathLst>
            </a:custGeom>
            <a:solidFill>
              <a:srgbClr val="67C1B3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1173" name="pl1173"/>
            <p:cNvSpPr/>
            <p:nvPr/>
          </p:nvSpPr>
          <p:spPr>
            <a:xfrm>
              <a:off x="386606" y="3032170"/>
              <a:ext cx="8554953" cy="3004295"/>
            </a:xfrm>
            <a:custGeom>
              <a:avLst/>
              <a:pathLst>
                <a:path w="8554953" h="3004295">
                  <a:moveTo>
                    <a:pt x="0" y="1287555"/>
                  </a:moveTo>
                  <a:lnTo>
                    <a:pt x="522133" y="1287555"/>
                  </a:lnTo>
                  <a:lnTo>
                    <a:pt x="523376" y="1287516"/>
                  </a:lnTo>
                  <a:lnTo>
                    <a:pt x="531505" y="1287240"/>
                  </a:lnTo>
                  <a:lnTo>
                    <a:pt x="551842" y="1286476"/>
                  </a:lnTo>
                  <a:lnTo>
                    <a:pt x="587807" y="1284976"/>
                  </a:lnTo>
                  <a:lnTo>
                    <a:pt x="640612" y="1282519"/>
                  </a:lnTo>
                  <a:lnTo>
                    <a:pt x="709194" y="1278938"/>
                  </a:lnTo>
                  <a:lnTo>
                    <a:pt x="790585" y="1274135"/>
                  </a:lnTo>
                  <a:lnTo>
                    <a:pt x="880650" y="1268080"/>
                  </a:lnTo>
                  <a:lnTo>
                    <a:pt x="974962" y="1260786"/>
                  </a:lnTo>
                  <a:lnTo>
                    <a:pt x="1069539" y="1252281"/>
                  </a:lnTo>
                  <a:lnTo>
                    <a:pt x="1161293" y="1242584"/>
                  </a:lnTo>
                  <a:lnTo>
                    <a:pt x="1248173" y="1231678"/>
                  </a:lnTo>
                  <a:lnTo>
                    <a:pt x="1329086" y="1219499"/>
                  </a:lnTo>
                  <a:lnTo>
                    <a:pt x="1403711" y="1205933"/>
                  </a:lnTo>
                  <a:lnTo>
                    <a:pt x="1472281" y="1190811"/>
                  </a:lnTo>
                  <a:lnTo>
                    <a:pt x="1535392" y="1173919"/>
                  </a:lnTo>
                  <a:lnTo>
                    <a:pt x="1593849" y="1155001"/>
                  </a:lnTo>
                  <a:lnTo>
                    <a:pt x="1648561" y="1133784"/>
                  </a:lnTo>
                  <a:lnTo>
                    <a:pt x="1700443" y="1110004"/>
                  </a:lnTo>
                  <a:lnTo>
                    <a:pt x="1750350" y="1083470"/>
                  </a:lnTo>
                  <a:lnTo>
                    <a:pt x="1768425" y="1072962"/>
                  </a:lnTo>
                  <a:lnTo>
                    <a:pt x="1815751" y="1043252"/>
                  </a:lnTo>
                  <a:lnTo>
                    <a:pt x="1862614" y="1010789"/>
                  </a:lnTo>
                  <a:lnTo>
                    <a:pt x="1909431" y="975524"/>
                  </a:lnTo>
                  <a:lnTo>
                    <a:pt x="1956499" y="937486"/>
                  </a:lnTo>
                  <a:lnTo>
                    <a:pt x="2004012" y="896788"/>
                  </a:lnTo>
                  <a:lnTo>
                    <a:pt x="2052074" y="853633"/>
                  </a:lnTo>
                  <a:lnTo>
                    <a:pt x="2100704" y="808319"/>
                  </a:lnTo>
                  <a:lnTo>
                    <a:pt x="2149853" y="761230"/>
                  </a:lnTo>
                  <a:lnTo>
                    <a:pt x="2199409" y="712830"/>
                  </a:lnTo>
                  <a:lnTo>
                    <a:pt x="2249221" y="663641"/>
                  </a:lnTo>
                  <a:lnTo>
                    <a:pt x="2299109" y="614223"/>
                  </a:lnTo>
                  <a:lnTo>
                    <a:pt x="2348884" y="565146"/>
                  </a:lnTo>
                  <a:lnTo>
                    <a:pt x="2398372" y="516963"/>
                  </a:lnTo>
                  <a:lnTo>
                    <a:pt x="2447425" y="470189"/>
                  </a:lnTo>
                  <a:lnTo>
                    <a:pt x="2495946" y="425271"/>
                  </a:lnTo>
                  <a:lnTo>
                    <a:pt x="2543896" y="382578"/>
                  </a:lnTo>
                  <a:lnTo>
                    <a:pt x="2591311" y="342388"/>
                  </a:lnTo>
                  <a:lnTo>
                    <a:pt x="2638311" y="304888"/>
                  </a:lnTo>
                  <a:lnTo>
                    <a:pt x="2685110" y="270174"/>
                  </a:lnTo>
                  <a:lnTo>
                    <a:pt x="2732027" y="238257"/>
                  </a:lnTo>
                  <a:lnTo>
                    <a:pt x="2770117" y="214592"/>
                  </a:lnTo>
                  <a:lnTo>
                    <a:pt x="2819484" y="187020"/>
                  </a:lnTo>
                  <a:lnTo>
                    <a:pt x="2870543" y="162239"/>
                  </a:lnTo>
                  <a:lnTo>
                    <a:pt x="2924105" y="140104"/>
                  </a:lnTo>
                  <a:lnTo>
                    <a:pt x="2981071" y="120370"/>
                  </a:lnTo>
                  <a:lnTo>
                    <a:pt x="3042363" y="102761"/>
                  </a:lnTo>
                  <a:lnTo>
                    <a:pt x="3108833" y="87013"/>
                  </a:lnTo>
                  <a:lnTo>
                    <a:pt x="3181172" y="72895"/>
                  </a:lnTo>
                  <a:lnTo>
                    <a:pt x="3259767" y="60220"/>
                  </a:lnTo>
                  <a:lnTo>
                    <a:pt x="3344526" y="48854"/>
                  </a:lnTo>
                  <a:lnTo>
                    <a:pt x="3434665" y="38714"/>
                  </a:lnTo>
                  <a:lnTo>
                    <a:pt x="3528505" y="29769"/>
                  </a:lnTo>
                  <a:lnTo>
                    <a:pt x="3623337" y="22024"/>
                  </a:lnTo>
                  <a:lnTo>
                    <a:pt x="3715475" y="15508"/>
                  </a:lnTo>
                  <a:lnTo>
                    <a:pt x="3800585" y="10244"/>
                  </a:lnTo>
                  <a:lnTo>
                    <a:pt x="3874322" y="6220"/>
                  </a:lnTo>
                  <a:lnTo>
                    <a:pt x="3933190" y="3364"/>
                  </a:lnTo>
                  <a:lnTo>
                    <a:pt x="3975355" y="1533"/>
                  </a:lnTo>
                  <a:lnTo>
                    <a:pt x="4001176" y="526"/>
                  </a:lnTo>
                  <a:lnTo>
                    <a:pt x="4013287" y="99"/>
                  </a:lnTo>
                  <a:lnTo>
                    <a:pt x="4016344" y="1"/>
                  </a:lnTo>
                  <a:lnTo>
                    <a:pt x="4016409" y="0"/>
                  </a:lnTo>
                  <a:lnTo>
                    <a:pt x="4538543" y="0"/>
                  </a:lnTo>
                  <a:lnTo>
                    <a:pt x="4539680" y="82"/>
                  </a:lnTo>
                  <a:lnTo>
                    <a:pt x="4547136" y="670"/>
                  </a:lnTo>
                  <a:lnTo>
                    <a:pt x="4565845" y="2296"/>
                  </a:lnTo>
                  <a:lnTo>
                    <a:pt x="4599073" y="5493"/>
                  </a:lnTo>
                  <a:lnTo>
                    <a:pt x="4648146" y="10741"/>
                  </a:lnTo>
                  <a:lnTo>
                    <a:pt x="4712358" y="18415"/>
                  </a:lnTo>
                  <a:lnTo>
                    <a:pt x="4789238" y="28745"/>
                  </a:lnTo>
                  <a:lnTo>
                    <a:pt x="4875145" y="41823"/>
                  </a:lnTo>
                  <a:lnTo>
                    <a:pt x="4966022" y="57638"/>
                  </a:lnTo>
                  <a:lnTo>
                    <a:pt x="5058075" y="76128"/>
                  </a:lnTo>
                  <a:lnTo>
                    <a:pt x="5148227" y="97243"/>
                  </a:lnTo>
                  <a:lnTo>
                    <a:pt x="5234310" y="120992"/>
                  </a:lnTo>
                  <a:lnTo>
                    <a:pt x="5315043" y="147474"/>
                  </a:lnTo>
                  <a:lnTo>
                    <a:pt x="5389896" y="176892"/>
                  </a:lnTo>
                  <a:lnTo>
                    <a:pt x="5458904" y="209560"/>
                  </a:lnTo>
                  <a:lnTo>
                    <a:pt x="5522488" y="245896"/>
                  </a:lnTo>
                  <a:lnTo>
                    <a:pt x="5581313" y="286406"/>
                  </a:lnTo>
                  <a:lnTo>
                    <a:pt x="5636174" y="331663"/>
                  </a:lnTo>
                  <a:lnTo>
                    <a:pt x="5687913" y="382251"/>
                  </a:lnTo>
                  <a:lnTo>
                    <a:pt x="5737352" y="438682"/>
                  </a:lnTo>
                  <a:lnTo>
                    <a:pt x="5784835" y="500715"/>
                  </a:lnTo>
                  <a:lnTo>
                    <a:pt x="5821217" y="553356"/>
                  </a:lnTo>
                  <a:lnTo>
                    <a:pt x="5857262" y="609756"/>
                  </a:lnTo>
                  <a:lnTo>
                    <a:pt x="5893177" y="669990"/>
                  </a:lnTo>
                  <a:lnTo>
                    <a:pt x="5929127" y="734079"/>
                  </a:lnTo>
                  <a:lnTo>
                    <a:pt x="5965237" y="801976"/>
                  </a:lnTo>
                  <a:lnTo>
                    <a:pt x="6001596" y="873569"/>
                  </a:lnTo>
                  <a:lnTo>
                    <a:pt x="6038262" y="948668"/>
                  </a:lnTo>
                  <a:lnTo>
                    <a:pt x="6075263" y="1027010"/>
                  </a:lnTo>
                  <a:lnTo>
                    <a:pt x="6112598" y="1108258"/>
                  </a:lnTo>
                  <a:lnTo>
                    <a:pt x="6150244" y="1192002"/>
                  </a:lnTo>
                  <a:lnTo>
                    <a:pt x="6188155" y="1277768"/>
                  </a:lnTo>
                  <a:lnTo>
                    <a:pt x="6226271" y="1365030"/>
                  </a:lnTo>
                  <a:lnTo>
                    <a:pt x="6264516" y="1453220"/>
                  </a:lnTo>
                  <a:lnTo>
                    <a:pt x="6302808" y="1541743"/>
                  </a:lnTo>
                  <a:lnTo>
                    <a:pt x="6341062" y="1629996"/>
                  </a:lnTo>
                  <a:lnTo>
                    <a:pt x="6379195" y="1717383"/>
                  </a:lnTo>
                  <a:lnTo>
                    <a:pt x="6417131" y="1803333"/>
                  </a:lnTo>
                  <a:lnTo>
                    <a:pt x="6454808" y="1887313"/>
                  </a:lnTo>
                  <a:lnTo>
                    <a:pt x="6492177" y="1968845"/>
                  </a:lnTo>
                  <a:lnTo>
                    <a:pt x="6529213" y="2047511"/>
                  </a:lnTo>
                  <a:lnTo>
                    <a:pt x="6565914" y="2122966"/>
                  </a:lnTo>
                  <a:lnTo>
                    <a:pt x="6602303" y="2194938"/>
                  </a:lnTo>
                  <a:lnTo>
                    <a:pt x="6638436" y="2263232"/>
                  </a:lnTo>
                  <a:lnTo>
                    <a:pt x="6674397" y="2327726"/>
                  </a:lnTo>
                  <a:lnTo>
                    <a:pt x="6710309" y="2388367"/>
                  </a:lnTo>
                  <a:lnTo>
                    <a:pt x="6746331" y="2445168"/>
                  </a:lnTo>
                  <a:lnTo>
                    <a:pt x="6782667" y="2498200"/>
                  </a:lnTo>
                  <a:lnTo>
                    <a:pt x="6786527" y="2503579"/>
                  </a:lnTo>
                  <a:lnTo>
                    <a:pt x="6834409" y="2566100"/>
                  </a:lnTo>
                  <a:lnTo>
                    <a:pt x="6883863" y="2622482"/>
                  </a:lnTo>
                  <a:lnTo>
                    <a:pt x="6935625" y="2673024"/>
                  </a:lnTo>
                  <a:lnTo>
                    <a:pt x="6990515" y="2718239"/>
                  </a:lnTo>
                  <a:lnTo>
                    <a:pt x="7049376" y="2758713"/>
                  </a:lnTo>
                  <a:lnTo>
                    <a:pt x="7113003" y="2795016"/>
                  </a:lnTo>
                  <a:lnTo>
                    <a:pt x="7182057" y="2827656"/>
                  </a:lnTo>
                  <a:lnTo>
                    <a:pt x="7256959" y="2857049"/>
                  </a:lnTo>
                  <a:lnTo>
                    <a:pt x="7337739" y="2883508"/>
                  </a:lnTo>
                  <a:lnTo>
                    <a:pt x="7423862" y="2907235"/>
                  </a:lnTo>
                  <a:lnTo>
                    <a:pt x="7514040" y="2928329"/>
                  </a:lnTo>
                  <a:lnTo>
                    <a:pt x="7606097" y="2946797"/>
                  </a:lnTo>
                  <a:lnTo>
                    <a:pt x="7696949" y="2962590"/>
                  </a:lnTo>
                  <a:lnTo>
                    <a:pt x="7782799" y="2975645"/>
                  </a:lnTo>
                  <a:lnTo>
                    <a:pt x="7859588" y="2985953"/>
                  </a:lnTo>
                  <a:lnTo>
                    <a:pt x="7923684" y="2993605"/>
                  </a:lnTo>
                  <a:lnTo>
                    <a:pt x="7972626" y="2998835"/>
                  </a:lnTo>
                  <a:lnTo>
                    <a:pt x="8005727" y="3002017"/>
                  </a:lnTo>
                  <a:lnTo>
                    <a:pt x="8024328" y="3003632"/>
                  </a:lnTo>
                  <a:lnTo>
                    <a:pt x="8031709" y="3004214"/>
                  </a:lnTo>
                  <a:lnTo>
                    <a:pt x="8032819" y="3004295"/>
                  </a:lnTo>
                  <a:lnTo>
                    <a:pt x="8554953" y="3004295"/>
                  </a:lnTo>
                  <a:lnTo>
                    <a:pt x="8554953" y="3004295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174" name="pl1174"/>
            <p:cNvSpPr/>
            <p:nvPr/>
          </p:nvSpPr>
          <p:spPr>
            <a:xfrm>
              <a:off x="386606" y="3026523"/>
              <a:ext cx="8554953" cy="3004295"/>
            </a:xfrm>
            <a:custGeom>
              <a:avLst/>
              <a:pathLst>
                <a:path w="8554953" h="3004295">
                  <a:moveTo>
                    <a:pt x="8554953" y="3004295"/>
                  </a:moveTo>
                  <a:lnTo>
                    <a:pt x="8032819" y="3004295"/>
                  </a:lnTo>
                  <a:lnTo>
                    <a:pt x="8031682" y="3004212"/>
                  </a:lnTo>
                  <a:lnTo>
                    <a:pt x="8024226" y="3003624"/>
                  </a:lnTo>
                  <a:lnTo>
                    <a:pt x="8005517" y="3001998"/>
                  </a:lnTo>
                  <a:lnTo>
                    <a:pt x="7972289" y="2998801"/>
                  </a:lnTo>
                  <a:lnTo>
                    <a:pt x="7923216" y="2993553"/>
                  </a:lnTo>
                  <a:lnTo>
                    <a:pt x="7859004" y="2985879"/>
                  </a:lnTo>
                  <a:lnTo>
                    <a:pt x="7782124" y="2975549"/>
                  </a:lnTo>
                  <a:lnTo>
                    <a:pt x="7696217" y="2962471"/>
                  </a:lnTo>
                  <a:lnTo>
                    <a:pt x="7605340" y="2946656"/>
                  </a:lnTo>
                  <a:lnTo>
                    <a:pt x="7513287" y="2928167"/>
                  </a:lnTo>
                  <a:lnTo>
                    <a:pt x="7423135" y="2907051"/>
                  </a:lnTo>
                  <a:lnTo>
                    <a:pt x="7337052" y="2883302"/>
                  </a:lnTo>
                  <a:lnTo>
                    <a:pt x="7256319" y="2856820"/>
                  </a:lnTo>
                  <a:lnTo>
                    <a:pt x="7181466" y="2827402"/>
                  </a:lnTo>
                  <a:lnTo>
                    <a:pt x="7112458" y="2794734"/>
                  </a:lnTo>
                  <a:lnTo>
                    <a:pt x="7048874" y="2758398"/>
                  </a:lnTo>
                  <a:lnTo>
                    <a:pt x="6990049" y="2717888"/>
                  </a:lnTo>
                  <a:lnTo>
                    <a:pt x="6935188" y="2672631"/>
                  </a:lnTo>
                  <a:lnTo>
                    <a:pt x="6883449" y="2622043"/>
                  </a:lnTo>
                  <a:lnTo>
                    <a:pt x="6834010" y="2565612"/>
                  </a:lnTo>
                  <a:lnTo>
                    <a:pt x="6786527" y="2503579"/>
                  </a:lnTo>
                  <a:lnTo>
                    <a:pt x="6750145" y="2450938"/>
                  </a:lnTo>
                  <a:lnTo>
                    <a:pt x="6714100" y="2394538"/>
                  </a:lnTo>
                  <a:lnTo>
                    <a:pt x="6678185" y="2334304"/>
                  </a:lnTo>
                  <a:lnTo>
                    <a:pt x="6642235" y="2270215"/>
                  </a:lnTo>
                  <a:lnTo>
                    <a:pt x="6606125" y="2202318"/>
                  </a:lnTo>
                  <a:lnTo>
                    <a:pt x="6569766" y="2130725"/>
                  </a:lnTo>
                  <a:lnTo>
                    <a:pt x="6533100" y="2055626"/>
                  </a:lnTo>
                  <a:lnTo>
                    <a:pt x="6496099" y="1977284"/>
                  </a:lnTo>
                  <a:lnTo>
                    <a:pt x="6458764" y="1896036"/>
                  </a:lnTo>
                  <a:lnTo>
                    <a:pt x="6421118" y="1812293"/>
                  </a:lnTo>
                  <a:lnTo>
                    <a:pt x="6383207" y="1726526"/>
                  </a:lnTo>
                  <a:lnTo>
                    <a:pt x="6345091" y="1639264"/>
                  </a:lnTo>
                  <a:lnTo>
                    <a:pt x="6306846" y="1551074"/>
                  </a:lnTo>
                  <a:lnTo>
                    <a:pt x="6268554" y="1462551"/>
                  </a:lnTo>
                  <a:lnTo>
                    <a:pt x="6230300" y="1374298"/>
                  </a:lnTo>
                  <a:lnTo>
                    <a:pt x="6192167" y="1286911"/>
                  </a:lnTo>
                  <a:lnTo>
                    <a:pt x="6154231" y="1200961"/>
                  </a:lnTo>
                  <a:lnTo>
                    <a:pt x="6116554" y="1116981"/>
                  </a:lnTo>
                  <a:lnTo>
                    <a:pt x="6079185" y="1035449"/>
                  </a:lnTo>
                  <a:lnTo>
                    <a:pt x="6042149" y="956783"/>
                  </a:lnTo>
                  <a:lnTo>
                    <a:pt x="6005448" y="881328"/>
                  </a:lnTo>
                  <a:lnTo>
                    <a:pt x="5969059" y="809356"/>
                  </a:lnTo>
                  <a:lnTo>
                    <a:pt x="5932926" y="741062"/>
                  </a:lnTo>
                  <a:lnTo>
                    <a:pt x="5896965" y="676568"/>
                  </a:lnTo>
                  <a:lnTo>
                    <a:pt x="5861053" y="615927"/>
                  </a:lnTo>
                  <a:lnTo>
                    <a:pt x="5825031" y="559126"/>
                  </a:lnTo>
                  <a:lnTo>
                    <a:pt x="5788695" y="506094"/>
                  </a:lnTo>
                  <a:lnTo>
                    <a:pt x="5784835" y="500715"/>
                  </a:lnTo>
                  <a:lnTo>
                    <a:pt x="5736953" y="438194"/>
                  </a:lnTo>
                  <a:lnTo>
                    <a:pt x="5687498" y="381812"/>
                  </a:lnTo>
                  <a:lnTo>
                    <a:pt x="5635737" y="331270"/>
                  </a:lnTo>
                  <a:lnTo>
                    <a:pt x="5580847" y="286055"/>
                  </a:lnTo>
                  <a:lnTo>
                    <a:pt x="5521986" y="245581"/>
                  </a:lnTo>
                  <a:lnTo>
                    <a:pt x="5458359" y="209278"/>
                  </a:lnTo>
                  <a:lnTo>
                    <a:pt x="5389305" y="176638"/>
                  </a:lnTo>
                  <a:lnTo>
                    <a:pt x="5314403" y="147245"/>
                  </a:lnTo>
                  <a:lnTo>
                    <a:pt x="5233623" y="120786"/>
                  </a:lnTo>
                  <a:lnTo>
                    <a:pt x="5147500" y="97059"/>
                  </a:lnTo>
                  <a:lnTo>
                    <a:pt x="5057322" y="75965"/>
                  </a:lnTo>
                  <a:lnTo>
                    <a:pt x="4965265" y="57497"/>
                  </a:lnTo>
                  <a:lnTo>
                    <a:pt x="4874413" y="41704"/>
                  </a:lnTo>
                  <a:lnTo>
                    <a:pt x="4788563" y="28649"/>
                  </a:lnTo>
                  <a:lnTo>
                    <a:pt x="4711774" y="18341"/>
                  </a:lnTo>
                  <a:lnTo>
                    <a:pt x="4647678" y="10689"/>
                  </a:lnTo>
                  <a:lnTo>
                    <a:pt x="4598735" y="5459"/>
                  </a:lnTo>
                  <a:lnTo>
                    <a:pt x="4565635" y="2277"/>
                  </a:lnTo>
                  <a:lnTo>
                    <a:pt x="4547034" y="662"/>
                  </a:lnTo>
                  <a:lnTo>
                    <a:pt x="4539653" y="80"/>
                  </a:lnTo>
                  <a:lnTo>
                    <a:pt x="4538543" y="0"/>
                  </a:lnTo>
                  <a:lnTo>
                    <a:pt x="4016409" y="0"/>
                  </a:lnTo>
                  <a:lnTo>
                    <a:pt x="4015166" y="38"/>
                  </a:lnTo>
                  <a:lnTo>
                    <a:pt x="4007037" y="314"/>
                  </a:lnTo>
                  <a:lnTo>
                    <a:pt x="3986700" y="1078"/>
                  </a:lnTo>
                  <a:lnTo>
                    <a:pt x="3950735" y="2578"/>
                  </a:lnTo>
                  <a:lnTo>
                    <a:pt x="3897930" y="5035"/>
                  </a:lnTo>
                  <a:lnTo>
                    <a:pt x="3829348" y="8616"/>
                  </a:lnTo>
                  <a:lnTo>
                    <a:pt x="3747958" y="13419"/>
                  </a:lnTo>
                  <a:lnTo>
                    <a:pt x="3657892" y="19474"/>
                  </a:lnTo>
                  <a:lnTo>
                    <a:pt x="3563580" y="26768"/>
                  </a:lnTo>
                  <a:lnTo>
                    <a:pt x="3469003" y="35273"/>
                  </a:lnTo>
                  <a:lnTo>
                    <a:pt x="3377249" y="44970"/>
                  </a:lnTo>
                  <a:lnTo>
                    <a:pt x="3290369" y="55876"/>
                  </a:lnTo>
                  <a:lnTo>
                    <a:pt x="3209456" y="68055"/>
                  </a:lnTo>
                  <a:lnTo>
                    <a:pt x="3134831" y="81621"/>
                  </a:lnTo>
                  <a:lnTo>
                    <a:pt x="3066261" y="96743"/>
                  </a:lnTo>
                  <a:lnTo>
                    <a:pt x="3003151" y="113635"/>
                  </a:lnTo>
                  <a:lnTo>
                    <a:pt x="2944693" y="132553"/>
                  </a:lnTo>
                  <a:lnTo>
                    <a:pt x="2889982" y="153770"/>
                  </a:lnTo>
                  <a:lnTo>
                    <a:pt x="2838099" y="177550"/>
                  </a:lnTo>
                  <a:lnTo>
                    <a:pt x="2788192" y="204084"/>
                  </a:lnTo>
                  <a:lnTo>
                    <a:pt x="2770117" y="214592"/>
                  </a:lnTo>
                  <a:lnTo>
                    <a:pt x="2722791" y="244302"/>
                  </a:lnTo>
                  <a:lnTo>
                    <a:pt x="2675928" y="276766"/>
                  </a:lnTo>
                  <a:lnTo>
                    <a:pt x="2629111" y="312030"/>
                  </a:lnTo>
                  <a:lnTo>
                    <a:pt x="2582043" y="350068"/>
                  </a:lnTo>
                  <a:lnTo>
                    <a:pt x="2534530" y="390766"/>
                  </a:lnTo>
                  <a:lnTo>
                    <a:pt x="2486468" y="433921"/>
                  </a:lnTo>
                  <a:lnTo>
                    <a:pt x="2437838" y="479235"/>
                  </a:lnTo>
                  <a:lnTo>
                    <a:pt x="2388690" y="526324"/>
                  </a:lnTo>
                  <a:lnTo>
                    <a:pt x="2339133" y="574724"/>
                  </a:lnTo>
                  <a:lnTo>
                    <a:pt x="2289321" y="623913"/>
                  </a:lnTo>
                  <a:lnTo>
                    <a:pt x="2239434" y="673331"/>
                  </a:lnTo>
                  <a:lnTo>
                    <a:pt x="2189658" y="722409"/>
                  </a:lnTo>
                  <a:lnTo>
                    <a:pt x="2140171" y="770591"/>
                  </a:lnTo>
                  <a:lnTo>
                    <a:pt x="2091117" y="817365"/>
                  </a:lnTo>
                  <a:lnTo>
                    <a:pt x="2042596" y="862283"/>
                  </a:lnTo>
                  <a:lnTo>
                    <a:pt x="1994646" y="904976"/>
                  </a:lnTo>
                  <a:lnTo>
                    <a:pt x="1947231" y="945166"/>
                  </a:lnTo>
                  <a:lnTo>
                    <a:pt x="1900231" y="982666"/>
                  </a:lnTo>
                  <a:lnTo>
                    <a:pt x="1853432" y="1017380"/>
                  </a:lnTo>
                  <a:lnTo>
                    <a:pt x="1806515" y="1049297"/>
                  </a:lnTo>
                  <a:lnTo>
                    <a:pt x="1768425" y="1072962"/>
                  </a:lnTo>
                  <a:lnTo>
                    <a:pt x="1719058" y="1100534"/>
                  </a:lnTo>
                  <a:lnTo>
                    <a:pt x="1667999" y="1125315"/>
                  </a:lnTo>
                  <a:lnTo>
                    <a:pt x="1614437" y="1147450"/>
                  </a:lnTo>
                  <a:lnTo>
                    <a:pt x="1557471" y="1167184"/>
                  </a:lnTo>
                  <a:lnTo>
                    <a:pt x="1496179" y="1184793"/>
                  </a:lnTo>
                  <a:lnTo>
                    <a:pt x="1429709" y="1200541"/>
                  </a:lnTo>
                  <a:lnTo>
                    <a:pt x="1357370" y="1214659"/>
                  </a:lnTo>
                  <a:lnTo>
                    <a:pt x="1278775" y="1227334"/>
                  </a:lnTo>
                  <a:lnTo>
                    <a:pt x="1194016" y="1238700"/>
                  </a:lnTo>
                  <a:lnTo>
                    <a:pt x="1103877" y="1248840"/>
                  </a:lnTo>
                  <a:lnTo>
                    <a:pt x="1010038" y="1257785"/>
                  </a:lnTo>
                  <a:lnTo>
                    <a:pt x="915205" y="1265530"/>
                  </a:lnTo>
                  <a:lnTo>
                    <a:pt x="823067" y="1272046"/>
                  </a:lnTo>
                  <a:lnTo>
                    <a:pt x="737957" y="1277310"/>
                  </a:lnTo>
                  <a:lnTo>
                    <a:pt x="664220" y="1281334"/>
                  </a:lnTo>
                  <a:lnTo>
                    <a:pt x="605352" y="1284191"/>
                  </a:lnTo>
                  <a:lnTo>
                    <a:pt x="563187" y="1286021"/>
                  </a:lnTo>
                  <a:lnTo>
                    <a:pt x="537366" y="1287028"/>
                  </a:lnTo>
                  <a:lnTo>
                    <a:pt x="525255" y="1287455"/>
                  </a:lnTo>
                  <a:lnTo>
                    <a:pt x="522198" y="1287553"/>
                  </a:lnTo>
                  <a:lnTo>
                    <a:pt x="522133" y="1287555"/>
                  </a:lnTo>
                  <a:lnTo>
                    <a:pt x="0" y="1287555"/>
                  </a:lnTo>
                  <a:lnTo>
                    <a:pt x="0" y="1287555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175" name="pg1175"/>
            <p:cNvSpPr/>
            <p:nvPr/>
          </p:nvSpPr>
          <p:spPr>
            <a:xfrm>
              <a:off x="386606" y="2823224"/>
              <a:ext cx="8554953" cy="1502147"/>
            </a:xfrm>
            <a:custGeom>
              <a:avLst/>
              <a:pathLst>
                <a:path w="8554953" h="1502147">
                  <a:moveTo>
                    <a:pt x="0" y="1502147"/>
                  </a:moveTo>
                  <a:lnTo>
                    <a:pt x="522133" y="1502147"/>
                  </a:lnTo>
                  <a:lnTo>
                    <a:pt x="523379" y="1502110"/>
                  </a:lnTo>
                  <a:lnTo>
                    <a:pt x="531525" y="1501848"/>
                  </a:lnTo>
                  <a:lnTo>
                    <a:pt x="551904" y="1501123"/>
                  </a:lnTo>
                  <a:lnTo>
                    <a:pt x="587939" y="1499699"/>
                  </a:lnTo>
                  <a:lnTo>
                    <a:pt x="640838" y="1497366"/>
                  </a:lnTo>
                  <a:lnTo>
                    <a:pt x="709529" y="1493966"/>
                  </a:lnTo>
                  <a:lnTo>
                    <a:pt x="791032" y="1489408"/>
                  </a:lnTo>
                  <a:lnTo>
                    <a:pt x="881199" y="1483660"/>
                  </a:lnTo>
                  <a:lnTo>
                    <a:pt x="975594" y="1476737"/>
                  </a:lnTo>
                  <a:lnTo>
                    <a:pt x="1070231" y="1468667"/>
                  </a:lnTo>
                  <a:lnTo>
                    <a:pt x="1162021" y="1459464"/>
                  </a:lnTo>
                  <a:lnTo>
                    <a:pt x="1248918" y="1449114"/>
                  </a:lnTo>
                  <a:lnTo>
                    <a:pt x="1329833" y="1437556"/>
                  </a:lnTo>
                  <a:lnTo>
                    <a:pt x="1404451" y="1424681"/>
                  </a:lnTo>
                  <a:lnTo>
                    <a:pt x="1473010" y="1410327"/>
                  </a:lnTo>
                  <a:lnTo>
                    <a:pt x="1536108" y="1394292"/>
                  </a:lnTo>
                  <a:lnTo>
                    <a:pt x="1594558" y="1376332"/>
                  </a:lnTo>
                  <a:lnTo>
                    <a:pt x="1649267" y="1356186"/>
                  </a:lnTo>
                  <a:lnTo>
                    <a:pt x="1701156" y="1333607"/>
                  </a:lnTo>
                  <a:lnTo>
                    <a:pt x="1751077" y="1308412"/>
                  </a:lnTo>
                  <a:lnTo>
                    <a:pt x="1768425" y="1298849"/>
                  </a:lnTo>
                  <a:lnTo>
                    <a:pt x="1816275" y="1270374"/>
                  </a:lnTo>
                  <a:lnTo>
                    <a:pt x="1863658" y="1239231"/>
                  </a:lnTo>
                  <a:lnTo>
                    <a:pt x="1911001" y="1205376"/>
                  </a:lnTo>
                  <a:lnTo>
                    <a:pt x="1958608" y="1168836"/>
                  </a:lnTo>
                  <a:lnTo>
                    <a:pt x="2006678" y="1129726"/>
                  </a:lnTo>
                  <a:lnTo>
                    <a:pt x="2055311" y="1088251"/>
                  </a:lnTo>
                  <a:lnTo>
                    <a:pt x="2104524" y="1044706"/>
                  </a:lnTo>
                  <a:lnTo>
                    <a:pt x="2154260" y="999476"/>
                  </a:lnTo>
                  <a:lnTo>
                    <a:pt x="2204401" y="953019"/>
                  </a:lnTo>
                  <a:lnTo>
                    <a:pt x="2254785" y="905851"/>
                  </a:lnTo>
                  <a:lnTo>
                    <a:pt x="2305225" y="858522"/>
                  </a:lnTo>
                  <a:lnTo>
                    <a:pt x="2355528" y="811590"/>
                  </a:lnTo>
                  <a:lnTo>
                    <a:pt x="2405514" y="765595"/>
                  </a:lnTo>
                  <a:lnTo>
                    <a:pt x="2455038" y="721031"/>
                  </a:lnTo>
                  <a:lnTo>
                    <a:pt x="2504007" y="678325"/>
                  </a:lnTo>
                  <a:lnTo>
                    <a:pt x="2552394" y="637826"/>
                  </a:lnTo>
                  <a:lnTo>
                    <a:pt x="2600249" y="599791"/>
                  </a:lnTo>
                  <a:lnTo>
                    <a:pt x="2647714" y="564385"/>
                  </a:lnTo>
                  <a:lnTo>
                    <a:pt x="2695029" y="531685"/>
                  </a:lnTo>
                  <a:lnTo>
                    <a:pt x="2742551" y="501688"/>
                  </a:lnTo>
                  <a:lnTo>
                    <a:pt x="2770117" y="485656"/>
                  </a:lnTo>
                  <a:lnTo>
                    <a:pt x="2819521" y="459517"/>
                  </a:lnTo>
                  <a:lnTo>
                    <a:pt x="2870620" y="436026"/>
                  </a:lnTo>
                  <a:lnTo>
                    <a:pt x="2924227" y="415045"/>
                  </a:lnTo>
                  <a:lnTo>
                    <a:pt x="2981246" y="396341"/>
                  </a:lnTo>
                  <a:lnTo>
                    <a:pt x="3042598" y="379653"/>
                  </a:lnTo>
                  <a:lnTo>
                    <a:pt x="3109141" y="364729"/>
                  </a:lnTo>
                  <a:lnTo>
                    <a:pt x="3181563" y="351351"/>
                  </a:lnTo>
                  <a:lnTo>
                    <a:pt x="3260251" y="339342"/>
                  </a:lnTo>
                  <a:lnTo>
                    <a:pt x="3345109" y="328573"/>
                  </a:lnTo>
                  <a:lnTo>
                    <a:pt x="3435348" y="318968"/>
                  </a:lnTo>
                  <a:lnTo>
                    <a:pt x="3529276" y="310496"/>
                  </a:lnTo>
                  <a:lnTo>
                    <a:pt x="3624172" y="303164"/>
                  </a:lnTo>
                  <a:lnTo>
                    <a:pt x="3716334" y="296997"/>
                  </a:lnTo>
                  <a:lnTo>
                    <a:pt x="3801413" y="292018"/>
                  </a:lnTo>
                  <a:lnTo>
                    <a:pt x="3875062" y="288215"/>
                  </a:lnTo>
                  <a:lnTo>
                    <a:pt x="3933788" y="285519"/>
                  </a:lnTo>
                  <a:lnTo>
                    <a:pt x="3975778" y="283795"/>
                  </a:lnTo>
                  <a:lnTo>
                    <a:pt x="4001419" y="282848"/>
                  </a:lnTo>
                  <a:lnTo>
                    <a:pt x="4013380" y="282450"/>
                  </a:lnTo>
                  <a:lnTo>
                    <a:pt x="4016409" y="282358"/>
                  </a:lnTo>
                  <a:lnTo>
                    <a:pt x="4538543" y="282358"/>
                  </a:lnTo>
                  <a:lnTo>
                    <a:pt x="4539811" y="282350"/>
                  </a:lnTo>
                  <a:lnTo>
                    <a:pt x="4548104" y="282289"/>
                  </a:lnTo>
                  <a:lnTo>
                    <a:pt x="4568837" y="282121"/>
                  </a:lnTo>
                  <a:lnTo>
                    <a:pt x="4605464" y="281792"/>
                  </a:lnTo>
                  <a:lnTo>
                    <a:pt x="4659164" y="281253"/>
                  </a:lnTo>
                  <a:lnTo>
                    <a:pt x="4728784" y="280468"/>
                  </a:lnTo>
                  <a:lnTo>
                    <a:pt x="4811234" y="279417"/>
                  </a:lnTo>
                  <a:lnTo>
                    <a:pt x="4902259" y="278092"/>
                  </a:lnTo>
                  <a:lnTo>
                    <a:pt x="4997348" y="276498"/>
                  </a:lnTo>
                  <a:lnTo>
                    <a:pt x="5092480" y="274640"/>
                  </a:lnTo>
                  <a:lnTo>
                    <a:pt x="5184572" y="272523"/>
                  </a:lnTo>
                  <a:lnTo>
                    <a:pt x="5271604" y="270141"/>
                  </a:lnTo>
                  <a:lnTo>
                    <a:pt x="5352533" y="267480"/>
                  </a:lnTo>
                  <a:lnTo>
                    <a:pt x="5427088" y="264514"/>
                  </a:lnTo>
                  <a:lnTo>
                    <a:pt x="5495548" y="261205"/>
                  </a:lnTo>
                  <a:lnTo>
                    <a:pt x="5558551" y="257505"/>
                  </a:lnTo>
                  <a:lnTo>
                    <a:pt x="5616935" y="253356"/>
                  </a:lnTo>
                  <a:lnTo>
                    <a:pt x="5671632" y="248700"/>
                  </a:lnTo>
                  <a:lnTo>
                    <a:pt x="5723574" y="243478"/>
                  </a:lnTo>
                  <a:lnTo>
                    <a:pt x="5773618" y="237653"/>
                  </a:lnTo>
                  <a:lnTo>
                    <a:pt x="5784835" y="236239"/>
                  </a:lnTo>
                  <a:lnTo>
                    <a:pt x="5838647" y="228927"/>
                  </a:lnTo>
                  <a:lnTo>
                    <a:pt x="5891940" y="220845"/>
                  </a:lnTo>
                  <a:lnTo>
                    <a:pt x="5945290" y="211985"/>
                  </a:lnTo>
                  <a:lnTo>
                    <a:pt x="5999082" y="202363"/>
                  </a:lnTo>
                  <a:lnTo>
                    <a:pt x="6053535" y="192029"/>
                  </a:lnTo>
                  <a:lnTo>
                    <a:pt x="6108725" y="181066"/>
                  </a:lnTo>
                  <a:lnTo>
                    <a:pt x="6164600" y="169590"/>
                  </a:lnTo>
                  <a:lnTo>
                    <a:pt x="6221010" y="157745"/>
                  </a:lnTo>
                  <a:lnTo>
                    <a:pt x="6277725" y="145697"/>
                  </a:lnTo>
                  <a:lnTo>
                    <a:pt x="6334480" y="133623"/>
                  </a:lnTo>
                  <a:lnTo>
                    <a:pt x="6391000" y="121703"/>
                  </a:lnTo>
                  <a:lnTo>
                    <a:pt x="6447045" y="110108"/>
                  </a:lnTo>
                  <a:lnTo>
                    <a:pt x="6502437" y="98989"/>
                  </a:lnTo>
                  <a:lnTo>
                    <a:pt x="6557095" y="88469"/>
                  </a:lnTo>
                  <a:lnTo>
                    <a:pt x="6611056" y="78641"/>
                  </a:lnTo>
                  <a:lnTo>
                    <a:pt x="6664498" y="69564"/>
                  </a:lnTo>
                  <a:lnTo>
                    <a:pt x="6717758" y="61264"/>
                  </a:lnTo>
                  <a:lnTo>
                    <a:pt x="6771355" y="53738"/>
                  </a:lnTo>
                  <a:lnTo>
                    <a:pt x="6786527" y="51765"/>
                  </a:lnTo>
                  <a:lnTo>
                    <a:pt x="6836244" y="45800"/>
                  </a:lnTo>
                  <a:lnTo>
                    <a:pt x="6887682" y="40444"/>
                  </a:lnTo>
                  <a:lnTo>
                    <a:pt x="6941670" y="35663"/>
                  </a:lnTo>
                  <a:lnTo>
                    <a:pt x="6999131" y="31404"/>
                  </a:lnTo>
                  <a:lnTo>
                    <a:pt x="7061003" y="27607"/>
                  </a:lnTo>
                  <a:lnTo>
                    <a:pt x="7128154" y="24213"/>
                  </a:lnTo>
                  <a:lnTo>
                    <a:pt x="7201279" y="21173"/>
                  </a:lnTo>
                  <a:lnTo>
                    <a:pt x="7280756" y="18445"/>
                  </a:lnTo>
                  <a:lnTo>
                    <a:pt x="7366457" y="16001"/>
                  </a:lnTo>
                  <a:lnTo>
                    <a:pt x="7457536" y="13824"/>
                  </a:lnTo>
                  <a:lnTo>
                    <a:pt x="7552209" y="11907"/>
                  </a:lnTo>
                  <a:lnTo>
                    <a:pt x="7647632" y="10252"/>
                  </a:lnTo>
                  <a:lnTo>
                    <a:pt x="7739973" y="8866"/>
                  </a:lnTo>
                  <a:lnTo>
                    <a:pt x="7824774" y="7752"/>
                  </a:lnTo>
                  <a:lnTo>
                    <a:pt x="7897646" y="6908"/>
                  </a:lnTo>
                  <a:lnTo>
                    <a:pt x="7955156" y="6315"/>
                  </a:lnTo>
                  <a:lnTo>
                    <a:pt x="7995656" y="5942"/>
                  </a:lnTo>
                  <a:lnTo>
                    <a:pt x="8019785" y="5743"/>
                  </a:lnTo>
                  <a:lnTo>
                    <a:pt x="8030502" y="5662"/>
                  </a:lnTo>
                  <a:lnTo>
                    <a:pt x="8032819" y="5647"/>
                  </a:lnTo>
                  <a:lnTo>
                    <a:pt x="8554953" y="5647"/>
                  </a:lnTo>
                  <a:lnTo>
                    <a:pt x="8554953" y="0"/>
                  </a:lnTo>
                  <a:lnTo>
                    <a:pt x="8032819" y="0"/>
                  </a:lnTo>
                  <a:lnTo>
                    <a:pt x="8031551" y="8"/>
                  </a:lnTo>
                  <a:lnTo>
                    <a:pt x="8023258" y="69"/>
                  </a:lnTo>
                  <a:lnTo>
                    <a:pt x="8002525" y="236"/>
                  </a:lnTo>
                  <a:lnTo>
                    <a:pt x="7965898" y="565"/>
                  </a:lnTo>
                  <a:lnTo>
                    <a:pt x="7912198" y="1104"/>
                  </a:lnTo>
                  <a:lnTo>
                    <a:pt x="7842578" y="1889"/>
                  </a:lnTo>
                  <a:lnTo>
                    <a:pt x="7760128" y="2941"/>
                  </a:lnTo>
                  <a:lnTo>
                    <a:pt x="7669103" y="4265"/>
                  </a:lnTo>
                  <a:lnTo>
                    <a:pt x="7574014" y="5860"/>
                  </a:lnTo>
                  <a:lnTo>
                    <a:pt x="7478882" y="7717"/>
                  </a:lnTo>
                  <a:lnTo>
                    <a:pt x="7386790" y="9835"/>
                  </a:lnTo>
                  <a:lnTo>
                    <a:pt x="7299758" y="12217"/>
                  </a:lnTo>
                  <a:lnTo>
                    <a:pt x="7218829" y="14878"/>
                  </a:lnTo>
                  <a:lnTo>
                    <a:pt x="7144274" y="17844"/>
                  </a:lnTo>
                  <a:lnTo>
                    <a:pt x="7075814" y="21153"/>
                  </a:lnTo>
                  <a:lnTo>
                    <a:pt x="7012811" y="24853"/>
                  </a:lnTo>
                  <a:lnTo>
                    <a:pt x="6954427" y="29001"/>
                  </a:lnTo>
                  <a:lnTo>
                    <a:pt x="6899730" y="33658"/>
                  </a:lnTo>
                  <a:lnTo>
                    <a:pt x="6847788" y="38879"/>
                  </a:lnTo>
                  <a:lnTo>
                    <a:pt x="6797744" y="44705"/>
                  </a:lnTo>
                  <a:lnTo>
                    <a:pt x="6786527" y="46118"/>
                  </a:lnTo>
                  <a:lnTo>
                    <a:pt x="6732715" y="53431"/>
                  </a:lnTo>
                  <a:lnTo>
                    <a:pt x="6679422" y="61512"/>
                  </a:lnTo>
                  <a:lnTo>
                    <a:pt x="6626072" y="70373"/>
                  </a:lnTo>
                  <a:lnTo>
                    <a:pt x="6572280" y="79995"/>
                  </a:lnTo>
                  <a:lnTo>
                    <a:pt x="6517827" y="90329"/>
                  </a:lnTo>
                  <a:lnTo>
                    <a:pt x="6462637" y="101291"/>
                  </a:lnTo>
                  <a:lnTo>
                    <a:pt x="6406761" y="112767"/>
                  </a:lnTo>
                  <a:lnTo>
                    <a:pt x="6350352" y="124612"/>
                  </a:lnTo>
                  <a:lnTo>
                    <a:pt x="6293636" y="136661"/>
                  </a:lnTo>
                  <a:lnTo>
                    <a:pt x="6236882" y="148735"/>
                  </a:lnTo>
                  <a:lnTo>
                    <a:pt x="6180361" y="160655"/>
                  </a:lnTo>
                  <a:lnTo>
                    <a:pt x="6124317" y="172250"/>
                  </a:lnTo>
                  <a:lnTo>
                    <a:pt x="6068925" y="183369"/>
                  </a:lnTo>
                  <a:lnTo>
                    <a:pt x="6014267" y="193889"/>
                  </a:lnTo>
                  <a:lnTo>
                    <a:pt x="5960306" y="203717"/>
                  </a:lnTo>
                  <a:lnTo>
                    <a:pt x="5906864" y="212794"/>
                  </a:lnTo>
                  <a:lnTo>
                    <a:pt x="5853604" y="221094"/>
                  </a:lnTo>
                  <a:lnTo>
                    <a:pt x="5800007" y="228619"/>
                  </a:lnTo>
                  <a:lnTo>
                    <a:pt x="5784835" y="230592"/>
                  </a:lnTo>
                  <a:lnTo>
                    <a:pt x="5735118" y="236557"/>
                  </a:lnTo>
                  <a:lnTo>
                    <a:pt x="5683680" y="241914"/>
                  </a:lnTo>
                  <a:lnTo>
                    <a:pt x="5629691" y="246695"/>
                  </a:lnTo>
                  <a:lnTo>
                    <a:pt x="5572231" y="250953"/>
                  </a:lnTo>
                  <a:lnTo>
                    <a:pt x="5510359" y="254751"/>
                  </a:lnTo>
                  <a:lnTo>
                    <a:pt x="5443208" y="258144"/>
                  </a:lnTo>
                  <a:lnTo>
                    <a:pt x="5370083" y="261185"/>
                  </a:lnTo>
                  <a:lnTo>
                    <a:pt x="5290606" y="263912"/>
                  </a:lnTo>
                  <a:lnTo>
                    <a:pt x="5204904" y="266356"/>
                  </a:lnTo>
                  <a:lnTo>
                    <a:pt x="5113826" y="268533"/>
                  </a:lnTo>
                  <a:lnTo>
                    <a:pt x="5019153" y="270450"/>
                  </a:lnTo>
                  <a:lnTo>
                    <a:pt x="4923730" y="272105"/>
                  </a:lnTo>
                  <a:lnTo>
                    <a:pt x="4831389" y="273492"/>
                  </a:lnTo>
                  <a:lnTo>
                    <a:pt x="4746588" y="274605"/>
                  </a:lnTo>
                  <a:lnTo>
                    <a:pt x="4673715" y="275450"/>
                  </a:lnTo>
                  <a:lnTo>
                    <a:pt x="4616206" y="276042"/>
                  </a:lnTo>
                  <a:lnTo>
                    <a:pt x="4575706" y="276415"/>
                  </a:lnTo>
                  <a:lnTo>
                    <a:pt x="4551577" y="276615"/>
                  </a:lnTo>
                  <a:lnTo>
                    <a:pt x="4540860" y="276695"/>
                  </a:lnTo>
                  <a:lnTo>
                    <a:pt x="4538543" y="276711"/>
                  </a:lnTo>
                  <a:lnTo>
                    <a:pt x="4016409" y="276711"/>
                  </a:lnTo>
                  <a:lnTo>
                    <a:pt x="4015164" y="276748"/>
                  </a:lnTo>
                  <a:lnTo>
                    <a:pt x="4007017" y="277010"/>
                  </a:lnTo>
                  <a:lnTo>
                    <a:pt x="3986639" y="277735"/>
                  </a:lnTo>
                  <a:lnTo>
                    <a:pt x="3950603" y="279159"/>
                  </a:lnTo>
                  <a:lnTo>
                    <a:pt x="3897704" y="281492"/>
                  </a:lnTo>
                  <a:lnTo>
                    <a:pt x="3829013" y="284892"/>
                  </a:lnTo>
                  <a:lnTo>
                    <a:pt x="3747510" y="289450"/>
                  </a:lnTo>
                  <a:lnTo>
                    <a:pt x="3657343" y="295198"/>
                  </a:lnTo>
                  <a:lnTo>
                    <a:pt x="3562948" y="302121"/>
                  </a:lnTo>
                  <a:lnTo>
                    <a:pt x="3468312" y="310191"/>
                  </a:lnTo>
                  <a:lnTo>
                    <a:pt x="3376521" y="319394"/>
                  </a:lnTo>
                  <a:lnTo>
                    <a:pt x="3289624" y="329744"/>
                  </a:lnTo>
                  <a:lnTo>
                    <a:pt x="3208709" y="341302"/>
                  </a:lnTo>
                  <a:lnTo>
                    <a:pt x="3134091" y="354177"/>
                  </a:lnTo>
                  <a:lnTo>
                    <a:pt x="3065533" y="368530"/>
                  </a:lnTo>
                  <a:lnTo>
                    <a:pt x="3002434" y="384566"/>
                  </a:lnTo>
                  <a:lnTo>
                    <a:pt x="2943984" y="402526"/>
                  </a:lnTo>
                  <a:lnTo>
                    <a:pt x="2889275" y="422672"/>
                  </a:lnTo>
                  <a:lnTo>
                    <a:pt x="2837387" y="445251"/>
                  </a:lnTo>
                  <a:lnTo>
                    <a:pt x="2787466" y="470446"/>
                  </a:lnTo>
                  <a:lnTo>
                    <a:pt x="2770117" y="480009"/>
                  </a:lnTo>
                  <a:lnTo>
                    <a:pt x="2722267" y="508484"/>
                  </a:lnTo>
                  <a:lnTo>
                    <a:pt x="2674884" y="539626"/>
                  </a:lnTo>
                  <a:lnTo>
                    <a:pt x="2627541" y="573482"/>
                  </a:lnTo>
                  <a:lnTo>
                    <a:pt x="2579934" y="610022"/>
                  </a:lnTo>
                  <a:lnTo>
                    <a:pt x="2531864" y="649132"/>
                  </a:lnTo>
                  <a:lnTo>
                    <a:pt x="2483231" y="690607"/>
                  </a:lnTo>
                  <a:lnTo>
                    <a:pt x="2434018" y="734151"/>
                  </a:lnTo>
                  <a:lnTo>
                    <a:pt x="2384282" y="779382"/>
                  </a:lnTo>
                  <a:lnTo>
                    <a:pt x="2334142" y="825839"/>
                  </a:lnTo>
                  <a:lnTo>
                    <a:pt x="2283757" y="873007"/>
                  </a:lnTo>
                  <a:lnTo>
                    <a:pt x="2233317" y="920336"/>
                  </a:lnTo>
                  <a:lnTo>
                    <a:pt x="2183015" y="967268"/>
                  </a:lnTo>
                  <a:lnTo>
                    <a:pt x="2133028" y="1013263"/>
                  </a:lnTo>
                  <a:lnTo>
                    <a:pt x="2083504" y="1057827"/>
                  </a:lnTo>
                  <a:lnTo>
                    <a:pt x="2034535" y="1100533"/>
                  </a:lnTo>
                  <a:lnTo>
                    <a:pt x="1986148" y="1141032"/>
                  </a:lnTo>
                  <a:lnTo>
                    <a:pt x="1938293" y="1179067"/>
                  </a:lnTo>
                  <a:lnTo>
                    <a:pt x="1890829" y="1214473"/>
                  </a:lnTo>
                  <a:lnTo>
                    <a:pt x="1843513" y="1247173"/>
                  </a:lnTo>
                  <a:lnTo>
                    <a:pt x="1795991" y="1277170"/>
                  </a:lnTo>
                  <a:lnTo>
                    <a:pt x="1768425" y="1293202"/>
                  </a:lnTo>
                  <a:lnTo>
                    <a:pt x="1719021" y="1319341"/>
                  </a:lnTo>
                  <a:lnTo>
                    <a:pt x="1667922" y="1342832"/>
                  </a:lnTo>
                  <a:lnTo>
                    <a:pt x="1614315" y="1363813"/>
                  </a:lnTo>
                  <a:lnTo>
                    <a:pt x="1557296" y="1382517"/>
                  </a:lnTo>
                  <a:lnTo>
                    <a:pt x="1495944" y="1399205"/>
                  </a:lnTo>
                  <a:lnTo>
                    <a:pt x="1429401" y="1414128"/>
                  </a:lnTo>
                  <a:lnTo>
                    <a:pt x="1356979" y="1427507"/>
                  </a:lnTo>
                  <a:lnTo>
                    <a:pt x="1278291" y="1439516"/>
                  </a:lnTo>
                  <a:lnTo>
                    <a:pt x="1193433" y="1450284"/>
                  </a:lnTo>
                  <a:lnTo>
                    <a:pt x="1103195" y="1459889"/>
                  </a:lnTo>
                  <a:lnTo>
                    <a:pt x="1009266" y="1468362"/>
                  </a:lnTo>
                  <a:lnTo>
                    <a:pt x="914370" y="1475694"/>
                  </a:lnTo>
                  <a:lnTo>
                    <a:pt x="822208" y="1481861"/>
                  </a:lnTo>
                  <a:lnTo>
                    <a:pt x="737129" y="1486840"/>
                  </a:lnTo>
                  <a:lnTo>
                    <a:pt x="663480" y="1490643"/>
                  </a:lnTo>
                  <a:lnTo>
                    <a:pt x="604755" y="1493339"/>
                  </a:lnTo>
                  <a:lnTo>
                    <a:pt x="562764" y="1495063"/>
                  </a:lnTo>
                  <a:lnTo>
                    <a:pt x="537123" y="1496009"/>
                  </a:lnTo>
                  <a:lnTo>
                    <a:pt x="525162" y="1496408"/>
                  </a:lnTo>
                  <a:lnTo>
                    <a:pt x="522133" y="1496500"/>
                  </a:lnTo>
                  <a:lnTo>
                    <a:pt x="0" y="1496500"/>
                  </a:lnTo>
                  <a:close/>
                </a:path>
              </a:pathLst>
            </a:custGeom>
            <a:solidFill>
              <a:srgbClr val="67C1B3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1176" name="pl1176"/>
            <p:cNvSpPr/>
            <p:nvPr/>
          </p:nvSpPr>
          <p:spPr>
            <a:xfrm>
              <a:off x="386606" y="2828872"/>
              <a:ext cx="8554953" cy="1496500"/>
            </a:xfrm>
            <a:custGeom>
              <a:avLst/>
              <a:pathLst>
                <a:path w="8554953" h="1496500">
                  <a:moveTo>
                    <a:pt x="0" y="1496500"/>
                  </a:moveTo>
                  <a:lnTo>
                    <a:pt x="522133" y="1496500"/>
                  </a:lnTo>
                  <a:lnTo>
                    <a:pt x="523379" y="1496463"/>
                  </a:lnTo>
                  <a:lnTo>
                    <a:pt x="531525" y="1496201"/>
                  </a:lnTo>
                  <a:lnTo>
                    <a:pt x="551904" y="1495476"/>
                  </a:lnTo>
                  <a:lnTo>
                    <a:pt x="587939" y="1494052"/>
                  </a:lnTo>
                  <a:lnTo>
                    <a:pt x="640838" y="1491719"/>
                  </a:lnTo>
                  <a:lnTo>
                    <a:pt x="709529" y="1488319"/>
                  </a:lnTo>
                  <a:lnTo>
                    <a:pt x="791032" y="1483760"/>
                  </a:lnTo>
                  <a:lnTo>
                    <a:pt x="881199" y="1478013"/>
                  </a:lnTo>
                  <a:lnTo>
                    <a:pt x="975594" y="1471090"/>
                  </a:lnTo>
                  <a:lnTo>
                    <a:pt x="1070231" y="1463019"/>
                  </a:lnTo>
                  <a:lnTo>
                    <a:pt x="1162021" y="1453817"/>
                  </a:lnTo>
                  <a:lnTo>
                    <a:pt x="1248918" y="1443467"/>
                  </a:lnTo>
                  <a:lnTo>
                    <a:pt x="1329833" y="1431909"/>
                  </a:lnTo>
                  <a:lnTo>
                    <a:pt x="1404451" y="1419033"/>
                  </a:lnTo>
                  <a:lnTo>
                    <a:pt x="1473010" y="1404680"/>
                  </a:lnTo>
                  <a:lnTo>
                    <a:pt x="1536108" y="1388645"/>
                  </a:lnTo>
                  <a:lnTo>
                    <a:pt x="1594558" y="1370684"/>
                  </a:lnTo>
                  <a:lnTo>
                    <a:pt x="1649267" y="1350539"/>
                  </a:lnTo>
                  <a:lnTo>
                    <a:pt x="1701156" y="1327960"/>
                  </a:lnTo>
                  <a:lnTo>
                    <a:pt x="1751077" y="1302765"/>
                  </a:lnTo>
                  <a:lnTo>
                    <a:pt x="1768425" y="1293202"/>
                  </a:lnTo>
                  <a:lnTo>
                    <a:pt x="1816275" y="1264727"/>
                  </a:lnTo>
                  <a:lnTo>
                    <a:pt x="1863658" y="1233584"/>
                  </a:lnTo>
                  <a:lnTo>
                    <a:pt x="1911001" y="1199728"/>
                  </a:lnTo>
                  <a:lnTo>
                    <a:pt x="1958608" y="1163189"/>
                  </a:lnTo>
                  <a:lnTo>
                    <a:pt x="2006678" y="1124079"/>
                  </a:lnTo>
                  <a:lnTo>
                    <a:pt x="2055311" y="1082604"/>
                  </a:lnTo>
                  <a:lnTo>
                    <a:pt x="2104524" y="1039059"/>
                  </a:lnTo>
                  <a:lnTo>
                    <a:pt x="2154260" y="993829"/>
                  </a:lnTo>
                  <a:lnTo>
                    <a:pt x="2204401" y="947372"/>
                  </a:lnTo>
                  <a:lnTo>
                    <a:pt x="2254785" y="900204"/>
                  </a:lnTo>
                  <a:lnTo>
                    <a:pt x="2305225" y="852874"/>
                  </a:lnTo>
                  <a:lnTo>
                    <a:pt x="2355528" y="805943"/>
                  </a:lnTo>
                  <a:lnTo>
                    <a:pt x="2405514" y="759948"/>
                  </a:lnTo>
                  <a:lnTo>
                    <a:pt x="2455038" y="715383"/>
                  </a:lnTo>
                  <a:lnTo>
                    <a:pt x="2504007" y="672678"/>
                  </a:lnTo>
                  <a:lnTo>
                    <a:pt x="2552394" y="632179"/>
                  </a:lnTo>
                  <a:lnTo>
                    <a:pt x="2600249" y="594144"/>
                  </a:lnTo>
                  <a:lnTo>
                    <a:pt x="2647714" y="558737"/>
                  </a:lnTo>
                  <a:lnTo>
                    <a:pt x="2695029" y="526038"/>
                  </a:lnTo>
                  <a:lnTo>
                    <a:pt x="2742551" y="496041"/>
                  </a:lnTo>
                  <a:lnTo>
                    <a:pt x="2770117" y="480009"/>
                  </a:lnTo>
                  <a:lnTo>
                    <a:pt x="2819521" y="453870"/>
                  </a:lnTo>
                  <a:lnTo>
                    <a:pt x="2870620" y="430379"/>
                  </a:lnTo>
                  <a:lnTo>
                    <a:pt x="2924227" y="409398"/>
                  </a:lnTo>
                  <a:lnTo>
                    <a:pt x="2981246" y="390694"/>
                  </a:lnTo>
                  <a:lnTo>
                    <a:pt x="3042598" y="374006"/>
                  </a:lnTo>
                  <a:lnTo>
                    <a:pt x="3109141" y="359082"/>
                  </a:lnTo>
                  <a:lnTo>
                    <a:pt x="3181563" y="345704"/>
                  </a:lnTo>
                  <a:lnTo>
                    <a:pt x="3260251" y="333695"/>
                  </a:lnTo>
                  <a:lnTo>
                    <a:pt x="3345109" y="322926"/>
                  </a:lnTo>
                  <a:lnTo>
                    <a:pt x="3435348" y="313321"/>
                  </a:lnTo>
                  <a:lnTo>
                    <a:pt x="3529276" y="304849"/>
                  </a:lnTo>
                  <a:lnTo>
                    <a:pt x="3624172" y="297516"/>
                  </a:lnTo>
                  <a:lnTo>
                    <a:pt x="3716334" y="291350"/>
                  </a:lnTo>
                  <a:lnTo>
                    <a:pt x="3801413" y="286371"/>
                  </a:lnTo>
                  <a:lnTo>
                    <a:pt x="3875062" y="282568"/>
                  </a:lnTo>
                  <a:lnTo>
                    <a:pt x="3933788" y="279872"/>
                  </a:lnTo>
                  <a:lnTo>
                    <a:pt x="3975778" y="278148"/>
                  </a:lnTo>
                  <a:lnTo>
                    <a:pt x="4001419" y="277201"/>
                  </a:lnTo>
                  <a:lnTo>
                    <a:pt x="4013380" y="276803"/>
                  </a:lnTo>
                  <a:lnTo>
                    <a:pt x="4016352" y="276712"/>
                  </a:lnTo>
                  <a:lnTo>
                    <a:pt x="4016409" y="276711"/>
                  </a:lnTo>
                  <a:lnTo>
                    <a:pt x="4538543" y="276711"/>
                  </a:lnTo>
                  <a:lnTo>
                    <a:pt x="4539811" y="276702"/>
                  </a:lnTo>
                  <a:lnTo>
                    <a:pt x="4548104" y="276642"/>
                  </a:lnTo>
                  <a:lnTo>
                    <a:pt x="4568837" y="276474"/>
                  </a:lnTo>
                  <a:lnTo>
                    <a:pt x="4605464" y="276145"/>
                  </a:lnTo>
                  <a:lnTo>
                    <a:pt x="4659164" y="275606"/>
                  </a:lnTo>
                  <a:lnTo>
                    <a:pt x="4728784" y="274821"/>
                  </a:lnTo>
                  <a:lnTo>
                    <a:pt x="4811234" y="273770"/>
                  </a:lnTo>
                  <a:lnTo>
                    <a:pt x="4902259" y="272445"/>
                  </a:lnTo>
                  <a:lnTo>
                    <a:pt x="4997348" y="270851"/>
                  </a:lnTo>
                  <a:lnTo>
                    <a:pt x="5092480" y="268993"/>
                  </a:lnTo>
                  <a:lnTo>
                    <a:pt x="5184572" y="266875"/>
                  </a:lnTo>
                  <a:lnTo>
                    <a:pt x="5271604" y="264494"/>
                  </a:lnTo>
                  <a:lnTo>
                    <a:pt x="5352533" y="261833"/>
                  </a:lnTo>
                  <a:lnTo>
                    <a:pt x="5427088" y="258867"/>
                  </a:lnTo>
                  <a:lnTo>
                    <a:pt x="5495548" y="255558"/>
                  </a:lnTo>
                  <a:lnTo>
                    <a:pt x="5558551" y="251857"/>
                  </a:lnTo>
                  <a:lnTo>
                    <a:pt x="5616935" y="247709"/>
                  </a:lnTo>
                  <a:lnTo>
                    <a:pt x="5671632" y="243052"/>
                  </a:lnTo>
                  <a:lnTo>
                    <a:pt x="5723574" y="237831"/>
                  </a:lnTo>
                  <a:lnTo>
                    <a:pt x="5773618" y="232006"/>
                  </a:lnTo>
                  <a:lnTo>
                    <a:pt x="5784835" y="230592"/>
                  </a:lnTo>
                  <a:lnTo>
                    <a:pt x="5838647" y="223280"/>
                  </a:lnTo>
                  <a:lnTo>
                    <a:pt x="5891940" y="215198"/>
                  </a:lnTo>
                  <a:lnTo>
                    <a:pt x="5945290" y="206338"/>
                  </a:lnTo>
                  <a:lnTo>
                    <a:pt x="5999082" y="196715"/>
                  </a:lnTo>
                  <a:lnTo>
                    <a:pt x="6053535" y="186382"/>
                  </a:lnTo>
                  <a:lnTo>
                    <a:pt x="6108725" y="175419"/>
                  </a:lnTo>
                  <a:lnTo>
                    <a:pt x="6164600" y="163943"/>
                  </a:lnTo>
                  <a:lnTo>
                    <a:pt x="6221010" y="152098"/>
                  </a:lnTo>
                  <a:lnTo>
                    <a:pt x="6277725" y="140049"/>
                  </a:lnTo>
                  <a:lnTo>
                    <a:pt x="6334480" y="127975"/>
                  </a:lnTo>
                  <a:lnTo>
                    <a:pt x="6391000" y="116056"/>
                  </a:lnTo>
                  <a:lnTo>
                    <a:pt x="6447045" y="104461"/>
                  </a:lnTo>
                  <a:lnTo>
                    <a:pt x="6502437" y="93341"/>
                  </a:lnTo>
                  <a:lnTo>
                    <a:pt x="6557095" y="82822"/>
                  </a:lnTo>
                  <a:lnTo>
                    <a:pt x="6611056" y="72994"/>
                  </a:lnTo>
                  <a:lnTo>
                    <a:pt x="6664498" y="63917"/>
                  </a:lnTo>
                  <a:lnTo>
                    <a:pt x="6717758" y="55617"/>
                  </a:lnTo>
                  <a:lnTo>
                    <a:pt x="6771355" y="48091"/>
                  </a:lnTo>
                  <a:lnTo>
                    <a:pt x="6786527" y="46118"/>
                  </a:lnTo>
                  <a:lnTo>
                    <a:pt x="6836244" y="40153"/>
                  </a:lnTo>
                  <a:lnTo>
                    <a:pt x="6887682" y="34797"/>
                  </a:lnTo>
                  <a:lnTo>
                    <a:pt x="6941670" y="30016"/>
                  </a:lnTo>
                  <a:lnTo>
                    <a:pt x="6999131" y="25757"/>
                  </a:lnTo>
                  <a:lnTo>
                    <a:pt x="7061003" y="21960"/>
                  </a:lnTo>
                  <a:lnTo>
                    <a:pt x="7128154" y="18566"/>
                  </a:lnTo>
                  <a:lnTo>
                    <a:pt x="7201279" y="15525"/>
                  </a:lnTo>
                  <a:lnTo>
                    <a:pt x="7280756" y="12798"/>
                  </a:lnTo>
                  <a:lnTo>
                    <a:pt x="7366457" y="10354"/>
                  </a:lnTo>
                  <a:lnTo>
                    <a:pt x="7457536" y="8177"/>
                  </a:lnTo>
                  <a:lnTo>
                    <a:pt x="7552209" y="6260"/>
                  </a:lnTo>
                  <a:lnTo>
                    <a:pt x="7647632" y="4605"/>
                  </a:lnTo>
                  <a:lnTo>
                    <a:pt x="7739973" y="3219"/>
                  </a:lnTo>
                  <a:lnTo>
                    <a:pt x="7824774" y="2105"/>
                  </a:lnTo>
                  <a:lnTo>
                    <a:pt x="7897646" y="1261"/>
                  </a:lnTo>
                  <a:lnTo>
                    <a:pt x="7955156" y="668"/>
                  </a:lnTo>
                  <a:lnTo>
                    <a:pt x="7995656" y="295"/>
                  </a:lnTo>
                  <a:lnTo>
                    <a:pt x="8019785" y="95"/>
                  </a:lnTo>
                  <a:lnTo>
                    <a:pt x="8030502" y="15"/>
                  </a:lnTo>
                  <a:lnTo>
                    <a:pt x="8032804" y="0"/>
                  </a:lnTo>
                  <a:lnTo>
                    <a:pt x="8032819" y="0"/>
                  </a:lnTo>
                  <a:lnTo>
                    <a:pt x="8554953" y="0"/>
                  </a:lnTo>
                  <a:lnTo>
                    <a:pt x="8554953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177" name="pl1177"/>
            <p:cNvSpPr/>
            <p:nvPr/>
          </p:nvSpPr>
          <p:spPr>
            <a:xfrm>
              <a:off x="386606" y="2823224"/>
              <a:ext cx="8554953" cy="1496500"/>
            </a:xfrm>
            <a:custGeom>
              <a:avLst/>
              <a:pathLst>
                <a:path w="8554953" h="1496500">
                  <a:moveTo>
                    <a:pt x="8554953" y="0"/>
                  </a:moveTo>
                  <a:lnTo>
                    <a:pt x="8032819" y="0"/>
                  </a:lnTo>
                  <a:lnTo>
                    <a:pt x="8031551" y="8"/>
                  </a:lnTo>
                  <a:lnTo>
                    <a:pt x="8023258" y="69"/>
                  </a:lnTo>
                  <a:lnTo>
                    <a:pt x="8002525" y="236"/>
                  </a:lnTo>
                  <a:lnTo>
                    <a:pt x="7965898" y="565"/>
                  </a:lnTo>
                  <a:lnTo>
                    <a:pt x="7912198" y="1104"/>
                  </a:lnTo>
                  <a:lnTo>
                    <a:pt x="7842578" y="1889"/>
                  </a:lnTo>
                  <a:lnTo>
                    <a:pt x="7760128" y="2941"/>
                  </a:lnTo>
                  <a:lnTo>
                    <a:pt x="7669103" y="4265"/>
                  </a:lnTo>
                  <a:lnTo>
                    <a:pt x="7574014" y="5860"/>
                  </a:lnTo>
                  <a:lnTo>
                    <a:pt x="7478882" y="7717"/>
                  </a:lnTo>
                  <a:lnTo>
                    <a:pt x="7386790" y="9835"/>
                  </a:lnTo>
                  <a:lnTo>
                    <a:pt x="7299758" y="12217"/>
                  </a:lnTo>
                  <a:lnTo>
                    <a:pt x="7218829" y="14878"/>
                  </a:lnTo>
                  <a:lnTo>
                    <a:pt x="7144274" y="17844"/>
                  </a:lnTo>
                  <a:lnTo>
                    <a:pt x="7075814" y="21153"/>
                  </a:lnTo>
                  <a:lnTo>
                    <a:pt x="7012811" y="24853"/>
                  </a:lnTo>
                  <a:lnTo>
                    <a:pt x="6954427" y="29001"/>
                  </a:lnTo>
                  <a:lnTo>
                    <a:pt x="6899730" y="33658"/>
                  </a:lnTo>
                  <a:lnTo>
                    <a:pt x="6847788" y="38879"/>
                  </a:lnTo>
                  <a:lnTo>
                    <a:pt x="6797744" y="44705"/>
                  </a:lnTo>
                  <a:lnTo>
                    <a:pt x="6786527" y="46118"/>
                  </a:lnTo>
                  <a:lnTo>
                    <a:pt x="6732715" y="53431"/>
                  </a:lnTo>
                  <a:lnTo>
                    <a:pt x="6679422" y="61512"/>
                  </a:lnTo>
                  <a:lnTo>
                    <a:pt x="6626072" y="70373"/>
                  </a:lnTo>
                  <a:lnTo>
                    <a:pt x="6572280" y="79995"/>
                  </a:lnTo>
                  <a:lnTo>
                    <a:pt x="6517827" y="90329"/>
                  </a:lnTo>
                  <a:lnTo>
                    <a:pt x="6462637" y="101291"/>
                  </a:lnTo>
                  <a:lnTo>
                    <a:pt x="6406761" y="112767"/>
                  </a:lnTo>
                  <a:lnTo>
                    <a:pt x="6350352" y="124612"/>
                  </a:lnTo>
                  <a:lnTo>
                    <a:pt x="6293636" y="136661"/>
                  </a:lnTo>
                  <a:lnTo>
                    <a:pt x="6236882" y="148735"/>
                  </a:lnTo>
                  <a:lnTo>
                    <a:pt x="6180361" y="160655"/>
                  </a:lnTo>
                  <a:lnTo>
                    <a:pt x="6124317" y="172250"/>
                  </a:lnTo>
                  <a:lnTo>
                    <a:pt x="6068925" y="183369"/>
                  </a:lnTo>
                  <a:lnTo>
                    <a:pt x="6014267" y="193889"/>
                  </a:lnTo>
                  <a:lnTo>
                    <a:pt x="5960306" y="203717"/>
                  </a:lnTo>
                  <a:lnTo>
                    <a:pt x="5906864" y="212794"/>
                  </a:lnTo>
                  <a:lnTo>
                    <a:pt x="5853604" y="221094"/>
                  </a:lnTo>
                  <a:lnTo>
                    <a:pt x="5800007" y="228619"/>
                  </a:lnTo>
                  <a:lnTo>
                    <a:pt x="5784835" y="230592"/>
                  </a:lnTo>
                  <a:lnTo>
                    <a:pt x="5735118" y="236557"/>
                  </a:lnTo>
                  <a:lnTo>
                    <a:pt x="5683680" y="241914"/>
                  </a:lnTo>
                  <a:lnTo>
                    <a:pt x="5629691" y="246695"/>
                  </a:lnTo>
                  <a:lnTo>
                    <a:pt x="5572231" y="250953"/>
                  </a:lnTo>
                  <a:lnTo>
                    <a:pt x="5510359" y="254751"/>
                  </a:lnTo>
                  <a:lnTo>
                    <a:pt x="5443208" y="258144"/>
                  </a:lnTo>
                  <a:lnTo>
                    <a:pt x="5370083" y="261185"/>
                  </a:lnTo>
                  <a:lnTo>
                    <a:pt x="5290606" y="263912"/>
                  </a:lnTo>
                  <a:lnTo>
                    <a:pt x="5204904" y="266356"/>
                  </a:lnTo>
                  <a:lnTo>
                    <a:pt x="5113826" y="268533"/>
                  </a:lnTo>
                  <a:lnTo>
                    <a:pt x="5019153" y="270450"/>
                  </a:lnTo>
                  <a:lnTo>
                    <a:pt x="4923730" y="272105"/>
                  </a:lnTo>
                  <a:lnTo>
                    <a:pt x="4831389" y="273492"/>
                  </a:lnTo>
                  <a:lnTo>
                    <a:pt x="4746588" y="274605"/>
                  </a:lnTo>
                  <a:lnTo>
                    <a:pt x="4673715" y="275450"/>
                  </a:lnTo>
                  <a:lnTo>
                    <a:pt x="4616206" y="276042"/>
                  </a:lnTo>
                  <a:lnTo>
                    <a:pt x="4575706" y="276415"/>
                  </a:lnTo>
                  <a:lnTo>
                    <a:pt x="4551577" y="276615"/>
                  </a:lnTo>
                  <a:lnTo>
                    <a:pt x="4540860" y="276695"/>
                  </a:lnTo>
                  <a:lnTo>
                    <a:pt x="4538558" y="276711"/>
                  </a:lnTo>
                  <a:lnTo>
                    <a:pt x="4538543" y="276711"/>
                  </a:lnTo>
                  <a:lnTo>
                    <a:pt x="4016409" y="276711"/>
                  </a:lnTo>
                  <a:lnTo>
                    <a:pt x="4015164" y="276748"/>
                  </a:lnTo>
                  <a:lnTo>
                    <a:pt x="4007017" y="277010"/>
                  </a:lnTo>
                  <a:lnTo>
                    <a:pt x="3986639" y="277735"/>
                  </a:lnTo>
                  <a:lnTo>
                    <a:pt x="3950603" y="279159"/>
                  </a:lnTo>
                  <a:lnTo>
                    <a:pt x="3897704" y="281492"/>
                  </a:lnTo>
                  <a:lnTo>
                    <a:pt x="3829013" y="284892"/>
                  </a:lnTo>
                  <a:lnTo>
                    <a:pt x="3747510" y="289450"/>
                  </a:lnTo>
                  <a:lnTo>
                    <a:pt x="3657343" y="295198"/>
                  </a:lnTo>
                  <a:lnTo>
                    <a:pt x="3562948" y="302121"/>
                  </a:lnTo>
                  <a:lnTo>
                    <a:pt x="3468312" y="310191"/>
                  </a:lnTo>
                  <a:lnTo>
                    <a:pt x="3376521" y="319394"/>
                  </a:lnTo>
                  <a:lnTo>
                    <a:pt x="3289624" y="329744"/>
                  </a:lnTo>
                  <a:lnTo>
                    <a:pt x="3208709" y="341302"/>
                  </a:lnTo>
                  <a:lnTo>
                    <a:pt x="3134091" y="354177"/>
                  </a:lnTo>
                  <a:lnTo>
                    <a:pt x="3065533" y="368530"/>
                  </a:lnTo>
                  <a:lnTo>
                    <a:pt x="3002434" y="384566"/>
                  </a:lnTo>
                  <a:lnTo>
                    <a:pt x="2943984" y="402526"/>
                  </a:lnTo>
                  <a:lnTo>
                    <a:pt x="2889275" y="422672"/>
                  </a:lnTo>
                  <a:lnTo>
                    <a:pt x="2837387" y="445251"/>
                  </a:lnTo>
                  <a:lnTo>
                    <a:pt x="2787466" y="470446"/>
                  </a:lnTo>
                  <a:lnTo>
                    <a:pt x="2770117" y="480009"/>
                  </a:lnTo>
                  <a:lnTo>
                    <a:pt x="2722267" y="508484"/>
                  </a:lnTo>
                  <a:lnTo>
                    <a:pt x="2674884" y="539626"/>
                  </a:lnTo>
                  <a:lnTo>
                    <a:pt x="2627541" y="573482"/>
                  </a:lnTo>
                  <a:lnTo>
                    <a:pt x="2579934" y="610022"/>
                  </a:lnTo>
                  <a:lnTo>
                    <a:pt x="2531864" y="649132"/>
                  </a:lnTo>
                  <a:lnTo>
                    <a:pt x="2483231" y="690607"/>
                  </a:lnTo>
                  <a:lnTo>
                    <a:pt x="2434018" y="734151"/>
                  </a:lnTo>
                  <a:lnTo>
                    <a:pt x="2384282" y="779382"/>
                  </a:lnTo>
                  <a:lnTo>
                    <a:pt x="2334142" y="825839"/>
                  </a:lnTo>
                  <a:lnTo>
                    <a:pt x="2283757" y="873007"/>
                  </a:lnTo>
                  <a:lnTo>
                    <a:pt x="2233317" y="920336"/>
                  </a:lnTo>
                  <a:lnTo>
                    <a:pt x="2183015" y="967268"/>
                  </a:lnTo>
                  <a:lnTo>
                    <a:pt x="2133028" y="1013263"/>
                  </a:lnTo>
                  <a:lnTo>
                    <a:pt x="2083504" y="1057827"/>
                  </a:lnTo>
                  <a:lnTo>
                    <a:pt x="2034535" y="1100533"/>
                  </a:lnTo>
                  <a:lnTo>
                    <a:pt x="1986148" y="1141032"/>
                  </a:lnTo>
                  <a:lnTo>
                    <a:pt x="1938293" y="1179067"/>
                  </a:lnTo>
                  <a:lnTo>
                    <a:pt x="1890829" y="1214473"/>
                  </a:lnTo>
                  <a:lnTo>
                    <a:pt x="1843513" y="1247173"/>
                  </a:lnTo>
                  <a:lnTo>
                    <a:pt x="1795991" y="1277170"/>
                  </a:lnTo>
                  <a:lnTo>
                    <a:pt x="1768425" y="1293202"/>
                  </a:lnTo>
                  <a:lnTo>
                    <a:pt x="1719021" y="1319341"/>
                  </a:lnTo>
                  <a:lnTo>
                    <a:pt x="1667922" y="1342832"/>
                  </a:lnTo>
                  <a:lnTo>
                    <a:pt x="1614315" y="1363813"/>
                  </a:lnTo>
                  <a:lnTo>
                    <a:pt x="1557296" y="1382517"/>
                  </a:lnTo>
                  <a:lnTo>
                    <a:pt x="1495944" y="1399205"/>
                  </a:lnTo>
                  <a:lnTo>
                    <a:pt x="1429401" y="1414128"/>
                  </a:lnTo>
                  <a:lnTo>
                    <a:pt x="1356979" y="1427507"/>
                  </a:lnTo>
                  <a:lnTo>
                    <a:pt x="1278291" y="1439516"/>
                  </a:lnTo>
                  <a:lnTo>
                    <a:pt x="1193433" y="1450284"/>
                  </a:lnTo>
                  <a:lnTo>
                    <a:pt x="1103195" y="1459889"/>
                  </a:lnTo>
                  <a:lnTo>
                    <a:pt x="1009266" y="1468362"/>
                  </a:lnTo>
                  <a:lnTo>
                    <a:pt x="914370" y="1475694"/>
                  </a:lnTo>
                  <a:lnTo>
                    <a:pt x="822208" y="1481861"/>
                  </a:lnTo>
                  <a:lnTo>
                    <a:pt x="737129" y="1486840"/>
                  </a:lnTo>
                  <a:lnTo>
                    <a:pt x="663480" y="1490643"/>
                  </a:lnTo>
                  <a:lnTo>
                    <a:pt x="604755" y="1493339"/>
                  </a:lnTo>
                  <a:lnTo>
                    <a:pt x="562764" y="1495063"/>
                  </a:lnTo>
                  <a:lnTo>
                    <a:pt x="537123" y="1496009"/>
                  </a:lnTo>
                  <a:lnTo>
                    <a:pt x="525162" y="1496408"/>
                  </a:lnTo>
                  <a:lnTo>
                    <a:pt x="522190" y="1496498"/>
                  </a:lnTo>
                  <a:lnTo>
                    <a:pt x="522133" y="1496500"/>
                  </a:lnTo>
                  <a:lnTo>
                    <a:pt x="0" y="1496500"/>
                  </a:lnTo>
                  <a:lnTo>
                    <a:pt x="0" y="149650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178" name="pg1178"/>
            <p:cNvSpPr/>
            <p:nvPr/>
          </p:nvSpPr>
          <p:spPr>
            <a:xfrm>
              <a:off x="386606" y="3212879"/>
              <a:ext cx="8554953" cy="2349223"/>
            </a:xfrm>
            <a:custGeom>
              <a:avLst/>
              <a:pathLst>
                <a:path w="8554953" h="2349223">
                  <a:moveTo>
                    <a:pt x="0" y="1118139"/>
                  </a:moveTo>
                  <a:lnTo>
                    <a:pt x="522133" y="1118139"/>
                  </a:lnTo>
                  <a:lnTo>
                    <a:pt x="523383" y="1118106"/>
                  </a:lnTo>
                  <a:lnTo>
                    <a:pt x="531554" y="1117866"/>
                  </a:lnTo>
                  <a:lnTo>
                    <a:pt x="551995" y="1117202"/>
                  </a:lnTo>
                  <a:lnTo>
                    <a:pt x="588133" y="1115899"/>
                  </a:lnTo>
                  <a:lnTo>
                    <a:pt x="641172" y="1113765"/>
                  </a:lnTo>
                  <a:lnTo>
                    <a:pt x="710026" y="1110654"/>
                  </a:lnTo>
                  <a:lnTo>
                    <a:pt x="791695" y="1106485"/>
                  </a:lnTo>
                  <a:lnTo>
                    <a:pt x="882013" y="1101228"/>
                  </a:lnTo>
                  <a:lnTo>
                    <a:pt x="976529" y="1094898"/>
                  </a:lnTo>
                  <a:lnTo>
                    <a:pt x="1071254" y="1087518"/>
                  </a:lnTo>
                  <a:lnTo>
                    <a:pt x="1163098" y="1079104"/>
                  </a:lnTo>
                  <a:lnTo>
                    <a:pt x="1250019" y="1069640"/>
                  </a:lnTo>
                  <a:lnTo>
                    <a:pt x="1330938" y="1059072"/>
                  </a:lnTo>
                  <a:lnTo>
                    <a:pt x="1405545" y="1047297"/>
                  </a:lnTo>
                  <a:lnTo>
                    <a:pt x="1474086" y="1034170"/>
                  </a:lnTo>
                  <a:lnTo>
                    <a:pt x="1537168" y="1019501"/>
                  </a:lnTo>
                  <a:lnTo>
                    <a:pt x="1595606" y="1003069"/>
                  </a:lnTo>
                  <a:lnTo>
                    <a:pt x="1650312" y="984635"/>
                  </a:lnTo>
                  <a:lnTo>
                    <a:pt x="1702209" y="963972"/>
                  </a:lnTo>
                  <a:lnTo>
                    <a:pt x="1752151" y="940916"/>
                  </a:lnTo>
                  <a:lnTo>
                    <a:pt x="1768425" y="932724"/>
                  </a:lnTo>
                  <a:lnTo>
                    <a:pt x="1817104" y="906279"/>
                  </a:lnTo>
                  <a:lnTo>
                    <a:pt x="1865308" y="877315"/>
                  </a:lnTo>
                  <a:lnTo>
                    <a:pt x="1913482" y="845790"/>
                  </a:lnTo>
                  <a:lnTo>
                    <a:pt x="1961944" y="811734"/>
                  </a:lnTo>
                  <a:lnTo>
                    <a:pt x="2010895" y="775262"/>
                  </a:lnTo>
                  <a:lnTo>
                    <a:pt x="2060433" y="736579"/>
                  </a:lnTo>
                  <a:lnTo>
                    <a:pt x="2110569" y="695976"/>
                  </a:lnTo>
                  <a:lnTo>
                    <a:pt x="2161233" y="653831"/>
                  </a:lnTo>
                  <a:lnTo>
                    <a:pt x="2212296" y="610593"/>
                  </a:lnTo>
                  <a:lnTo>
                    <a:pt x="2263582" y="566764"/>
                  </a:lnTo>
                  <a:lnTo>
                    <a:pt x="2314890" y="522875"/>
                  </a:lnTo>
                  <a:lnTo>
                    <a:pt x="2366019" y="479462"/>
                  </a:lnTo>
                  <a:lnTo>
                    <a:pt x="2416785" y="437034"/>
                  </a:lnTo>
                  <a:lnTo>
                    <a:pt x="2467046" y="396054"/>
                  </a:lnTo>
                  <a:lnTo>
                    <a:pt x="2516719" y="356917"/>
                  </a:lnTo>
                  <a:lnTo>
                    <a:pt x="2565795" y="319934"/>
                  </a:lnTo>
                  <a:lnTo>
                    <a:pt x="2614351" y="285330"/>
                  </a:lnTo>
                  <a:lnTo>
                    <a:pt x="2662567" y="253238"/>
                  </a:lnTo>
                  <a:lnTo>
                    <a:pt x="2710730" y="223707"/>
                  </a:lnTo>
                  <a:lnTo>
                    <a:pt x="2759258" y="196711"/>
                  </a:lnTo>
                  <a:lnTo>
                    <a:pt x="2770117" y="191062"/>
                  </a:lnTo>
                  <a:lnTo>
                    <a:pt x="2819576" y="167197"/>
                  </a:lnTo>
                  <a:lnTo>
                    <a:pt x="2870735" y="145753"/>
                  </a:lnTo>
                  <a:lnTo>
                    <a:pt x="2924408" y="126603"/>
                  </a:lnTo>
                  <a:lnTo>
                    <a:pt x="2981504" y="109533"/>
                  </a:lnTo>
                  <a:lnTo>
                    <a:pt x="3042947" y="94305"/>
                  </a:lnTo>
                  <a:lnTo>
                    <a:pt x="3109596" y="80688"/>
                  </a:lnTo>
                  <a:lnTo>
                    <a:pt x="3182141" y="68483"/>
                  </a:lnTo>
                  <a:lnTo>
                    <a:pt x="3260967" y="57527"/>
                  </a:lnTo>
                  <a:lnTo>
                    <a:pt x="3345972" y="47706"/>
                  </a:lnTo>
                  <a:lnTo>
                    <a:pt x="3436358" y="38947"/>
                  </a:lnTo>
                  <a:lnTo>
                    <a:pt x="3530418" y="31223"/>
                  </a:lnTo>
                  <a:lnTo>
                    <a:pt x="3625407" y="24541"/>
                  </a:lnTo>
                  <a:lnTo>
                    <a:pt x="3717603" y="18926"/>
                  </a:lnTo>
                  <a:lnTo>
                    <a:pt x="3802636" y="14396"/>
                  </a:lnTo>
                  <a:lnTo>
                    <a:pt x="3876152" y="10940"/>
                  </a:lnTo>
                  <a:lnTo>
                    <a:pt x="3934668" y="8495"/>
                  </a:lnTo>
                  <a:lnTo>
                    <a:pt x="3976398" y="6935"/>
                  </a:lnTo>
                  <a:lnTo>
                    <a:pt x="4001774" y="6083"/>
                  </a:lnTo>
                  <a:lnTo>
                    <a:pt x="4013514" y="5727"/>
                  </a:lnTo>
                  <a:lnTo>
                    <a:pt x="4016409" y="5647"/>
                  </a:lnTo>
                  <a:lnTo>
                    <a:pt x="4538543" y="5647"/>
                  </a:lnTo>
                  <a:lnTo>
                    <a:pt x="4539728" y="5714"/>
                  </a:lnTo>
                  <a:lnTo>
                    <a:pt x="4547489" y="6192"/>
                  </a:lnTo>
                  <a:lnTo>
                    <a:pt x="4566939" y="7516"/>
                  </a:lnTo>
                  <a:lnTo>
                    <a:pt x="4601414" y="10117"/>
                  </a:lnTo>
                  <a:lnTo>
                    <a:pt x="4652192" y="14383"/>
                  </a:lnTo>
                  <a:lnTo>
                    <a:pt x="4718410" y="20611"/>
                  </a:lnTo>
                  <a:lnTo>
                    <a:pt x="4797371" y="28980"/>
                  </a:lnTo>
                  <a:lnTo>
                    <a:pt x="4885211" y="39556"/>
                  </a:lnTo>
                  <a:lnTo>
                    <a:pt x="4977698" y="52323"/>
                  </a:lnTo>
                  <a:lnTo>
                    <a:pt x="5070947" y="67229"/>
                  </a:lnTo>
                  <a:lnTo>
                    <a:pt x="5161872" y="84239"/>
                  </a:lnTo>
                  <a:lnTo>
                    <a:pt x="5248353" y="103369"/>
                  </a:lnTo>
                  <a:lnTo>
                    <a:pt x="5329193" y="124713"/>
                  </a:lnTo>
                  <a:lnTo>
                    <a:pt x="5403957" y="148452"/>
                  </a:lnTo>
                  <a:lnTo>
                    <a:pt x="5472769" y="174857"/>
                  </a:lnTo>
                  <a:lnTo>
                    <a:pt x="5536133" y="204286"/>
                  </a:lnTo>
                  <a:lnTo>
                    <a:pt x="5594778" y="237164"/>
                  </a:lnTo>
                  <a:lnTo>
                    <a:pt x="5649553" y="273963"/>
                  </a:lnTo>
                  <a:lnTo>
                    <a:pt x="5701336" y="315151"/>
                  </a:lnTo>
                  <a:lnTo>
                    <a:pt x="5750967" y="361114"/>
                  </a:lnTo>
                  <a:lnTo>
                    <a:pt x="5784835" y="396243"/>
                  </a:lnTo>
                  <a:lnTo>
                    <a:pt x="5824777" y="441507"/>
                  </a:lnTo>
                  <a:lnTo>
                    <a:pt x="5864339" y="490318"/>
                  </a:lnTo>
                  <a:lnTo>
                    <a:pt x="5903786" y="542745"/>
                  </a:lnTo>
                  <a:lnTo>
                    <a:pt x="5943324" y="598793"/>
                  </a:lnTo>
                  <a:lnTo>
                    <a:pt x="5983101" y="658391"/>
                  </a:lnTo>
                  <a:lnTo>
                    <a:pt x="6023218" y="721387"/>
                  </a:lnTo>
                  <a:lnTo>
                    <a:pt x="6063728" y="787544"/>
                  </a:lnTo>
                  <a:lnTo>
                    <a:pt x="6104644" y="856542"/>
                  </a:lnTo>
                  <a:lnTo>
                    <a:pt x="6145943" y="927974"/>
                  </a:lnTo>
                  <a:lnTo>
                    <a:pt x="6187570" y="1001363"/>
                  </a:lnTo>
                  <a:lnTo>
                    <a:pt x="6229444" y="1076167"/>
                  </a:lnTo>
                  <a:lnTo>
                    <a:pt x="6271467" y="1151799"/>
                  </a:lnTo>
                  <a:lnTo>
                    <a:pt x="6313527" y="1227641"/>
                  </a:lnTo>
                  <a:lnTo>
                    <a:pt x="6355513" y="1303070"/>
                  </a:lnTo>
                  <a:lnTo>
                    <a:pt x="6397317" y="1377478"/>
                  </a:lnTo>
                  <a:lnTo>
                    <a:pt x="6438845" y="1450290"/>
                  </a:lnTo>
                  <a:lnTo>
                    <a:pt x="6480025" y="1520982"/>
                  </a:lnTo>
                  <a:lnTo>
                    <a:pt x="6520811" y="1589099"/>
                  </a:lnTo>
                  <a:lnTo>
                    <a:pt x="6561190" y="1654263"/>
                  </a:lnTo>
                  <a:lnTo>
                    <a:pt x="6601188" y="1716179"/>
                  </a:lnTo>
                  <a:lnTo>
                    <a:pt x="6640875" y="1774639"/>
                  </a:lnTo>
                  <a:lnTo>
                    <a:pt x="6680364" y="1829517"/>
                  </a:lnTo>
                  <a:lnTo>
                    <a:pt x="6719823" y="1880768"/>
                  </a:lnTo>
                  <a:lnTo>
                    <a:pt x="6759476" y="1928419"/>
                  </a:lnTo>
                  <a:lnTo>
                    <a:pt x="6786527" y="1958627"/>
                  </a:lnTo>
                  <a:lnTo>
                    <a:pt x="6835093" y="2008051"/>
                  </a:lnTo>
                  <a:lnTo>
                    <a:pt x="6885286" y="2052552"/>
                  </a:lnTo>
                  <a:lnTo>
                    <a:pt x="6937875" y="2092378"/>
                  </a:lnTo>
                  <a:lnTo>
                    <a:pt x="6993718" y="2127951"/>
                  </a:lnTo>
                  <a:lnTo>
                    <a:pt x="7053692" y="2159747"/>
                  </a:lnTo>
                  <a:lnTo>
                    <a:pt x="7118621" y="2188227"/>
                  </a:lnTo>
                  <a:lnTo>
                    <a:pt x="7189178" y="2213800"/>
                  </a:lnTo>
                  <a:lnTo>
                    <a:pt x="7265772" y="2236797"/>
                  </a:lnTo>
                  <a:lnTo>
                    <a:pt x="7348379" y="2257462"/>
                  </a:lnTo>
                  <a:lnTo>
                    <a:pt x="7436357" y="2275950"/>
                  </a:lnTo>
                  <a:lnTo>
                    <a:pt x="7528246" y="2292331"/>
                  </a:lnTo>
                  <a:lnTo>
                    <a:pt x="7621634" y="2306601"/>
                  </a:lnTo>
                  <a:lnTo>
                    <a:pt x="7713162" y="2318715"/>
                  </a:lnTo>
                  <a:lnTo>
                    <a:pt x="7798783" y="2328629"/>
                  </a:lnTo>
                  <a:lnTo>
                    <a:pt x="7874292" y="2336344"/>
                  </a:lnTo>
                  <a:lnTo>
                    <a:pt x="7936091" y="2341960"/>
                  </a:lnTo>
                  <a:lnTo>
                    <a:pt x="7981978" y="2345691"/>
                  </a:lnTo>
                  <a:lnTo>
                    <a:pt x="8011717" y="2347865"/>
                  </a:lnTo>
                  <a:lnTo>
                    <a:pt x="8027225" y="2348889"/>
                  </a:lnTo>
                  <a:lnTo>
                    <a:pt x="8032405" y="2349200"/>
                  </a:lnTo>
                  <a:lnTo>
                    <a:pt x="8032819" y="2349223"/>
                  </a:lnTo>
                  <a:lnTo>
                    <a:pt x="8554953" y="2349223"/>
                  </a:lnTo>
                  <a:lnTo>
                    <a:pt x="8554953" y="2343576"/>
                  </a:lnTo>
                  <a:lnTo>
                    <a:pt x="8032819" y="2343576"/>
                  </a:lnTo>
                  <a:lnTo>
                    <a:pt x="8031634" y="2343508"/>
                  </a:lnTo>
                  <a:lnTo>
                    <a:pt x="8023873" y="2343030"/>
                  </a:lnTo>
                  <a:lnTo>
                    <a:pt x="8004423" y="2341706"/>
                  </a:lnTo>
                  <a:lnTo>
                    <a:pt x="7969948" y="2339105"/>
                  </a:lnTo>
                  <a:lnTo>
                    <a:pt x="7919170" y="2334839"/>
                  </a:lnTo>
                  <a:lnTo>
                    <a:pt x="7852952" y="2328611"/>
                  </a:lnTo>
                  <a:lnTo>
                    <a:pt x="7773991" y="2320242"/>
                  </a:lnTo>
                  <a:lnTo>
                    <a:pt x="7686151" y="2309666"/>
                  </a:lnTo>
                  <a:lnTo>
                    <a:pt x="7593664" y="2296900"/>
                  </a:lnTo>
                  <a:lnTo>
                    <a:pt x="7500415" y="2281993"/>
                  </a:lnTo>
                  <a:lnTo>
                    <a:pt x="7409489" y="2264984"/>
                  </a:lnTo>
                  <a:lnTo>
                    <a:pt x="7323009" y="2245854"/>
                  </a:lnTo>
                  <a:lnTo>
                    <a:pt x="7242169" y="2224510"/>
                  </a:lnTo>
                  <a:lnTo>
                    <a:pt x="7167405" y="2200771"/>
                  </a:lnTo>
                  <a:lnTo>
                    <a:pt x="7098593" y="2174365"/>
                  </a:lnTo>
                  <a:lnTo>
                    <a:pt x="7035229" y="2144936"/>
                  </a:lnTo>
                  <a:lnTo>
                    <a:pt x="6976584" y="2112058"/>
                  </a:lnTo>
                  <a:lnTo>
                    <a:pt x="6921809" y="2075260"/>
                  </a:lnTo>
                  <a:lnTo>
                    <a:pt x="6870026" y="2034071"/>
                  </a:lnTo>
                  <a:lnTo>
                    <a:pt x="6820395" y="1988108"/>
                  </a:lnTo>
                  <a:lnTo>
                    <a:pt x="6786527" y="1952980"/>
                  </a:lnTo>
                  <a:lnTo>
                    <a:pt x="6746585" y="1907715"/>
                  </a:lnTo>
                  <a:lnTo>
                    <a:pt x="6707023" y="1858905"/>
                  </a:lnTo>
                  <a:lnTo>
                    <a:pt x="6667576" y="1806477"/>
                  </a:lnTo>
                  <a:lnTo>
                    <a:pt x="6628038" y="1750429"/>
                  </a:lnTo>
                  <a:lnTo>
                    <a:pt x="6588261" y="1690831"/>
                  </a:lnTo>
                  <a:lnTo>
                    <a:pt x="6548144" y="1627835"/>
                  </a:lnTo>
                  <a:lnTo>
                    <a:pt x="6507634" y="1561678"/>
                  </a:lnTo>
                  <a:lnTo>
                    <a:pt x="6466718" y="1492681"/>
                  </a:lnTo>
                  <a:lnTo>
                    <a:pt x="6425418" y="1421248"/>
                  </a:lnTo>
                  <a:lnTo>
                    <a:pt x="6383792" y="1347859"/>
                  </a:lnTo>
                  <a:lnTo>
                    <a:pt x="6341918" y="1273055"/>
                  </a:lnTo>
                  <a:lnTo>
                    <a:pt x="6299895" y="1197424"/>
                  </a:lnTo>
                  <a:lnTo>
                    <a:pt x="6257835" y="1121581"/>
                  </a:lnTo>
                  <a:lnTo>
                    <a:pt x="6215849" y="1046152"/>
                  </a:lnTo>
                  <a:lnTo>
                    <a:pt x="6174045" y="971744"/>
                  </a:lnTo>
                  <a:lnTo>
                    <a:pt x="6132517" y="898932"/>
                  </a:lnTo>
                  <a:lnTo>
                    <a:pt x="6091337" y="828240"/>
                  </a:lnTo>
                  <a:lnTo>
                    <a:pt x="6050551" y="760123"/>
                  </a:lnTo>
                  <a:lnTo>
                    <a:pt x="6010172" y="694959"/>
                  </a:lnTo>
                  <a:lnTo>
                    <a:pt x="5970174" y="633043"/>
                  </a:lnTo>
                  <a:lnTo>
                    <a:pt x="5930487" y="574583"/>
                  </a:lnTo>
                  <a:lnTo>
                    <a:pt x="5890998" y="519705"/>
                  </a:lnTo>
                  <a:lnTo>
                    <a:pt x="5851539" y="468454"/>
                  </a:lnTo>
                  <a:lnTo>
                    <a:pt x="5811886" y="420804"/>
                  </a:lnTo>
                  <a:lnTo>
                    <a:pt x="5784835" y="390596"/>
                  </a:lnTo>
                  <a:lnTo>
                    <a:pt x="5736269" y="341171"/>
                  </a:lnTo>
                  <a:lnTo>
                    <a:pt x="5686076" y="296670"/>
                  </a:lnTo>
                  <a:lnTo>
                    <a:pt x="5633487" y="256844"/>
                  </a:lnTo>
                  <a:lnTo>
                    <a:pt x="5577644" y="221271"/>
                  </a:lnTo>
                  <a:lnTo>
                    <a:pt x="5517670" y="189475"/>
                  </a:lnTo>
                  <a:lnTo>
                    <a:pt x="5452741" y="160995"/>
                  </a:lnTo>
                  <a:lnTo>
                    <a:pt x="5382184" y="135422"/>
                  </a:lnTo>
                  <a:lnTo>
                    <a:pt x="5305590" y="112426"/>
                  </a:lnTo>
                  <a:lnTo>
                    <a:pt x="5222983" y="91760"/>
                  </a:lnTo>
                  <a:lnTo>
                    <a:pt x="5135005" y="73272"/>
                  </a:lnTo>
                  <a:lnTo>
                    <a:pt x="5043116" y="56891"/>
                  </a:lnTo>
                  <a:lnTo>
                    <a:pt x="4949728" y="42622"/>
                  </a:lnTo>
                  <a:lnTo>
                    <a:pt x="4858200" y="30507"/>
                  </a:lnTo>
                  <a:lnTo>
                    <a:pt x="4772579" y="20594"/>
                  </a:lnTo>
                  <a:lnTo>
                    <a:pt x="4697070" y="12878"/>
                  </a:lnTo>
                  <a:lnTo>
                    <a:pt x="4635271" y="7262"/>
                  </a:lnTo>
                  <a:lnTo>
                    <a:pt x="4589384" y="3532"/>
                  </a:lnTo>
                  <a:lnTo>
                    <a:pt x="4559645" y="1357"/>
                  </a:lnTo>
                  <a:lnTo>
                    <a:pt x="4544137" y="333"/>
                  </a:lnTo>
                  <a:lnTo>
                    <a:pt x="4538957" y="22"/>
                  </a:lnTo>
                  <a:lnTo>
                    <a:pt x="4538543" y="0"/>
                  </a:lnTo>
                  <a:lnTo>
                    <a:pt x="4016409" y="0"/>
                  </a:lnTo>
                  <a:lnTo>
                    <a:pt x="4015160" y="33"/>
                  </a:lnTo>
                  <a:lnTo>
                    <a:pt x="4006988" y="273"/>
                  </a:lnTo>
                  <a:lnTo>
                    <a:pt x="3986547" y="937"/>
                  </a:lnTo>
                  <a:lnTo>
                    <a:pt x="3950409" y="2240"/>
                  </a:lnTo>
                  <a:lnTo>
                    <a:pt x="3897370" y="4374"/>
                  </a:lnTo>
                  <a:lnTo>
                    <a:pt x="3828516" y="7485"/>
                  </a:lnTo>
                  <a:lnTo>
                    <a:pt x="3746848" y="11654"/>
                  </a:lnTo>
                  <a:lnTo>
                    <a:pt x="3656530" y="16911"/>
                  </a:lnTo>
                  <a:lnTo>
                    <a:pt x="3562013" y="23241"/>
                  </a:lnTo>
                  <a:lnTo>
                    <a:pt x="3467288" y="30621"/>
                  </a:lnTo>
                  <a:lnTo>
                    <a:pt x="3375444" y="39035"/>
                  </a:lnTo>
                  <a:lnTo>
                    <a:pt x="3288523" y="48498"/>
                  </a:lnTo>
                  <a:lnTo>
                    <a:pt x="3207605" y="59067"/>
                  </a:lnTo>
                  <a:lnTo>
                    <a:pt x="3132998" y="70842"/>
                  </a:lnTo>
                  <a:lnTo>
                    <a:pt x="3064456" y="83969"/>
                  </a:lnTo>
                  <a:lnTo>
                    <a:pt x="3001374" y="98638"/>
                  </a:lnTo>
                  <a:lnTo>
                    <a:pt x="2942936" y="115070"/>
                  </a:lnTo>
                  <a:lnTo>
                    <a:pt x="2888230" y="133504"/>
                  </a:lnTo>
                  <a:lnTo>
                    <a:pt x="2836333" y="154167"/>
                  </a:lnTo>
                  <a:lnTo>
                    <a:pt x="2786391" y="177223"/>
                  </a:lnTo>
                  <a:lnTo>
                    <a:pt x="2770117" y="185415"/>
                  </a:lnTo>
                  <a:lnTo>
                    <a:pt x="2721438" y="211859"/>
                  </a:lnTo>
                  <a:lnTo>
                    <a:pt x="2673235" y="240823"/>
                  </a:lnTo>
                  <a:lnTo>
                    <a:pt x="2625060" y="272349"/>
                  </a:lnTo>
                  <a:lnTo>
                    <a:pt x="2576598" y="306405"/>
                  </a:lnTo>
                  <a:lnTo>
                    <a:pt x="2527648" y="342877"/>
                  </a:lnTo>
                  <a:lnTo>
                    <a:pt x="2478109" y="381560"/>
                  </a:lnTo>
                  <a:lnTo>
                    <a:pt x="2427974" y="422163"/>
                  </a:lnTo>
                  <a:lnTo>
                    <a:pt x="2377309" y="464308"/>
                  </a:lnTo>
                  <a:lnTo>
                    <a:pt x="2326246" y="507545"/>
                  </a:lnTo>
                  <a:lnTo>
                    <a:pt x="2274960" y="551375"/>
                  </a:lnTo>
                  <a:lnTo>
                    <a:pt x="2223652" y="595264"/>
                  </a:lnTo>
                  <a:lnTo>
                    <a:pt x="2172523" y="638677"/>
                  </a:lnTo>
                  <a:lnTo>
                    <a:pt x="2121757" y="681105"/>
                  </a:lnTo>
                  <a:lnTo>
                    <a:pt x="2071496" y="722085"/>
                  </a:lnTo>
                  <a:lnTo>
                    <a:pt x="2021823" y="761222"/>
                  </a:lnTo>
                  <a:lnTo>
                    <a:pt x="1972748" y="798205"/>
                  </a:lnTo>
                  <a:lnTo>
                    <a:pt x="1924191" y="832809"/>
                  </a:lnTo>
                  <a:lnTo>
                    <a:pt x="1875976" y="864901"/>
                  </a:lnTo>
                  <a:lnTo>
                    <a:pt x="1827812" y="894432"/>
                  </a:lnTo>
                  <a:lnTo>
                    <a:pt x="1779284" y="921428"/>
                  </a:lnTo>
                  <a:lnTo>
                    <a:pt x="1768425" y="927077"/>
                  </a:lnTo>
                  <a:lnTo>
                    <a:pt x="1718966" y="950942"/>
                  </a:lnTo>
                  <a:lnTo>
                    <a:pt x="1667808" y="972385"/>
                  </a:lnTo>
                  <a:lnTo>
                    <a:pt x="1614134" y="991536"/>
                  </a:lnTo>
                  <a:lnTo>
                    <a:pt x="1557038" y="1008606"/>
                  </a:lnTo>
                  <a:lnTo>
                    <a:pt x="1495595" y="1023834"/>
                  </a:lnTo>
                  <a:lnTo>
                    <a:pt x="1428946" y="1037451"/>
                  </a:lnTo>
                  <a:lnTo>
                    <a:pt x="1356401" y="1049656"/>
                  </a:lnTo>
                  <a:lnTo>
                    <a:pt x="1277576" y="1060611"/>
                  </a:lnTo>
                  <a:lnTo>
                    <a:pt x="1192570" y="1070433"/>
                  </a:lnTo>
                  <a:lnTo>
                    <a:pt x="1102184" y="1079192"/>
                  </a:lnTo>
                  <a:lnTo>
                    <a:pt x="1008125" y="1086916"/>
                  </a:lnTo>
                  <a:lnTo>
                    <a:pt x="913135" y="1093597"/>
                  </a:lnTo>
                  <a:lnTo>
                    <a:pt x="820939" y="1099213"/>
                  </a:lnTo>
                  <a:lnTo>
                    <a:pt x="735906" y="1103743"/>
                  </a:lnTo>
                  <a:lnTo>
                    <a:pt x="662390" y="1107198"/>
                  </a:lnTo>
                  <a:lnTo>
                    <a:pt x="603874" y="1109644"/>
                  </a:lnTo>
                  <a:lnTo>
                    <a:pt x="562144" y="1111204"/>
                  </a:lnTo>
                  <a:lnTo>
                    <a:pt x="536768" y="1112056"/>
                  </a:lnTo>
                  <a:lnTo>
                    <a:pt x="525029" y="1112412"/>
                  </a:lnTo>
                  <a:lnTo>
                    <a:pt x="522133" y="1112492"/>
                  </a:lnTo>
                  <a:lnTo>
                    <a:pt x="0" y="1112492"/>
                  </a:lnTo>
                  <a:close/>
                </a:path>
              </a:pathLst>
            </a:custGeom>
            <a:solidFill>
              <a:srgbClr val="67C1B3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1179" name="pl1179"/>
            <p:cNvSpPr/>
            <p:nvPr/>
          </p:nvSpPr>
          <p:spPr>
            <a:xfrm>
              <a:off x="386606" y="3218526"/>
              <a:ext cx="8554953" cy="2343576"/>
            </a:xfrm>
            <a:custGeom>
              <a:avLst/>
              <a:pathLst>
                <a:path w="8554953" h="2343576">
                  <a:moveTo>
                    <a:pt x="0" y="1112492"/>
                  </a:moveTo>
                  <a:lnTo>
                    <a:pt x="522133" y="1112492"/>
                  </a:lnTo>
                  <a:lnTo>
                    <a:pt x="523383" y="1112459"/>
                  </a:lnTo>
                  <a:lnTo>
                    <a:pt x="531554" y="1112219"/>
                  </a:lnTo>
                  <a:lnTo>
                    <a:pt x="551995" y="1111555"/>
                  </a:lnTo>
                  <a:lnTo>
                    <a:pt x="588133" y="1110252"/>
                  </a:lnTo>
                  <a:lnTo>
                    <a:pt x="641172" y="1108117"/>
                  </a:lnTo>
                  <a:lnTo>
                    <a:pt x="710026" y="1105007"/>
                  </a:lnTo>
                  <a:lnTo>
                    <a:pt x="791695" y="1100837"/>
                  </a:lnTo>
                  <a:lnTo>
                    <a:pt x="882013" y="1095581"/>
                  </a:lnTo>
                  <a:lnTo>
                    <a:pt x="976529" y="1089250"/>
                  </a:lnTo>
                  <a:lnTo>
                    <a:pt x="1071254" y="1081871"/>
                  </a:lnTo>
                  <a:lnTo>
                    <a:pt x="1163098" y="1073457"/>
                  </a:lnTo>
                  <a:lnTo>
                    <a:pt x="1250019" y="1063993"/>
                  </a:lnTo>
                  <a:lnTo>
                    <a:pt x="1330938" y="1053425"/>
                  </a:lnTo>
                  <a:lnTo>
                    <a:pt x="1405545" y="1041650"/>
                  </a:lnTo>
                  <a:lnTo>
                    <a:pt x="1474086" y="1028523"/>
                  </a:lnTo>
                  <a:lnTo>
                    <a:pt x="1537168" y="1013854"/>
                  </a:lnTo>
                  <a:lnTo>
                    <a:pt x="1595606" y="997421"/>
                  </a:lnTo>
                  <a:lnTo>
                    <a:pt x="1650312" y="978988"/>
                  </a:lnTo>
                  <a:lnTo>
                    <a:pt x="1702209" y="958325"/>
                  </a:lnTo>
                  <a:lnTo>
                    <a:pt x="1752151" y="935269"/>
                  </a:lnTo>
                  <a:lnTo>
                    <a:pt x="1768425" y="927077"/>
                  </a:lnTo>
                  <a:lnTo>
                    <a:pt x="1817104" y="900632"/>
                  </a:lnTo>
                  <a:lnTo>
                    <a:pt x="1865308" y="871668"/>
                  </a:lnTo>
                  <a:lnTo>
                    <a:pt x="1913482" y="840142"/>
                  </a:lnTo>
                  <a:lnTo>
                    <a:pt x="1961944" y="806086"/>
                  </a:lnTo>
                  <a:lnTo>
                    <a:pt x="2010895" y="769615"/>
                  </a:lnTo>
                  <a:lnTo>
                    <a:pt x="2060433" y="730931"/>
                  </a:lnTo>
                  <a:lnTo>
                    <a:pt x="2110569" y="690329"/>
                  </a:lnTo>
                  <a:lnTo>
                    <a:pt x="2161233" y="648184"/>
                  </a:lnTo>
                  <a:lnTo>
                    <a:pt x="2212296" y="604946"/>
                  </a:lnTo>
                  <a:lnTo>
                    <a:pt x="2263582" y="561117"/>
                  </a:lnTo>
                  <a:lnTo>
                    <a:pt x="2314890" y="517228"/>
                  </a:lnTo>
                  <a:lnTo>
                    <a:pt x="2366019" y="473814"/>
                  </a:lnTo>
                  <a:lnTo>
                    <a:pt x="2416785" y="431387"/>
                  </a:lnTo>
                  <a:lnTo>
                    <a:pt x="2467046" y="390407"/>
                  </a:lnTo>
                  <a:lnTo>
                    <a:pt x="2516719" y="351270"/>
                  </a:lnTo>
                  <a:lnTo>
                    <a:pt x="2565795" y="314287"/>
                  </a:lnTo>
                  <a:lnTo>
                    <a:pt x="2614351" y="279683"/>
                  </a:lnTo>
                  <a:lnTo>
                    <a:pt x="2662567" y="247590"/>
                  </a:lnTo>
                  <a:lnTo>
                    <a:pt x="2710730" y="218060"/>
                  </a:lnTo>
                  <a:lnTo>
                    <a:pt x="2759258" y="191064"/>
                  </a:lnTo>
                  <a:lnTo>
                    <a:pt x="2770117" y="185415"/>
                  </a:lnTo>
                  <a:lnTo>
                    <a:pt x="2819576" y="161550"/>
                  </a:lnTo>
                  <a:lnTo>
                    <a:pt x="2870735" y="140106"/>
                  </a:lnTo>
                  <a:lnTo>
                    <a:pt x="2924408" y="120956"/>
                  </a:lnTo>
                  <a:lnTo>
                    <a:pt x="2981504" y="103886"/>
                  </a:lnTo>
                  <a:lnTo>
                    <a:pt x="3042947" y="88657"/>
                  </a:lnTo>
                  <a:lnTo>
                    <a:pt x="3109596" y="75041"/>
                  </a:lnTo>
                  <a:lnTo>
                    <a:pt x="3182141" y="62836"/>
                  </a:lnTo>
                  <a:lnTo>
                    <a:pt x="3260967" y="51880"/>
                  </a:lnTo>
                  <a:lnTo>
                    <a:pt x="3345972" y="42058"/>
                  </a:lnTo>
                  <a:lnTo>
                    <a:pt x="3436358" y="33300"/>
                  </a:lnTo>
                  <a:lnTo>
                    <a:pt x="3530418" y="25576"/>
                  </a:lnTo>
                  <a:lnTo>
                    <a:pt x="3625407" y="18894"/>
                  </a:lnTo>
                  <a:lnTo>
                    <a:pt x="3717603" y="13279"/>
                  </a:lnTo>
                  <a:lnTo>
                    <a:pt x="3802636" y="8749"/>
                  </a:lnTo>
                  <a:lnTo>
                    <a:pt x="3876152" y="5293"/>
                  </a:lnTo>
                  <a:lnTo>
                    <a:pt x="3934668" y="2848"/>
                  </a:lnTo>
                  <a:lnTo>
                    <a:pt x="3976398" y="1288"/>
                  </a:lnTo>
                  <a:lnTo>
                    <a:pt x="4001774" y="436"/>
                  </a:lnTo>
                  <a:lnTo>
                    <a:pt x="4013514" y="79"/>
                  </a:lnTo>
                  <a:lnTo>
                    <a:pt x="4016362" y="1"/>
                  </a:lnTo>
                  <a:lnTo>
                    <a:pt x="4016409" y="0"/>
                  </a:lnTo>
                  <a:lnTo>
                    <a:pt x="4538543" y="0"/>
                  </a:lnTo>
                  <a:lnTo>
                    <a:pt x="4539728" y="67"/>
                  </a:lnTo>
                  <a:lnTo>
                    <a:pt x="4547489" y="545"/>
                  </a:lnTo>
                  <a:lnTo>
                    <a:pt x="4566939" y="1869"/>
                  </a:lnTo>
                  <a:lnTo>
                    <a:pt x="4601414" y="4470"/>
                  </a:lnTo>
                  <a:lnTo>
                    <a:pt x="4652192" y="8736"/>
                  </a:lnTo>
                  <a:lnTo>
                    <a:pt x="4718410" y="14964"/>
                  </a:lnTo>
                  <a:lnTo>
                    <a:pt x="4797371" y="23333"/>
                  </a:lnTo>
                  <a:lnTo>
                    <a:pt x="4885211" y="33909"/>
                  </a:lnTo>
                  <a:lnTo>
                    <a:pt x="4977698" y="46676"/>
                  </a:lnTo>
                  <a:lnTo>
                    <a:pt x="5070947" y="61582"/>
                  </a:lnTo>
                  <a:lnTo>
                    <a:pt x="5161872" y="78591"/>
                  </a:lnTo>
                  <a:lnTo>
                    <a:pt x="5248353" y="97721"/>
                  </a:lnTo>
                  <a:lnTo>
                    <a:pt x="5329193" y="119065"/>
                  </a:lnTo>
                  <a:lnTo>
                    <a:pt x="5403957" y="142804"/>
                  </a:lnTo>
                  <a:lnTo>
                    <a:pt x="5472769" y="169210"/>
                  </a:lnTo>
                  <a:lnTo>
                    <a:pt x="5536133" y="198639"/>
                  </a:lnTo>
                  <a:lnTo>
                    <a:pt x="5594778" y="231517"/>
                  </a:lnTo>
                  <a:lnTo>
                    <a:pt x="5649553" y="268315"/>
                  </a:lnTo>
                  <a:lnTo>
                    <a:pt x="5701336" y="309504"/>
                  </a:lnTo>
                  <a:lnTo>
                    <a:pt x="5750967" y="355467"/>
                  </a:lnTo>
                  <a:lnTo>
                    <a:pt x="5784835" y="390596"/>
                  </a:lnTo>
                  <a:lnTo>
                    <a:pt x="5824777" y="435860"/>
                  </a:lnTo>
                  <a:lnTo>
                    <a:pt x="5864339" y="484670"/>
                  </a:lnTo>
                  <a:lnTo>
                    <a:pt x="5903786" y="537098"/>
                  </a:lnTo>
                  <a:lnTo>
                    <a:pt x="5943324" y="593146"/>
                  </a:lnTo>
                  <a:lnTo>
                    <a:pt x="5983101" y="652744"/>
                  </a:lnTo>
                  <a:lnTo>
                    <a:pt x="6023218" y="715740"/>
                  </a:lnTo>
                  <a:lnTo>
                    <a:pt x="6063728" y="781897"/>
                  </a:lnTo>
                  <a:lnTo>
                    <a:pt x="6104644" y="850894"/>
                  </a:lnTo>
                  <a:lnTo>
                    <a:pt x="6145943" y="922327"/>
                  </a:lnTo>
                  <a:lnTo>
                    <a:pt x="6187570" y="995716"/>
                  </a:lnTo>
                  <a:lnTo>
                    <a:pt x="6229444" y="1070520"/>
                  </a:lnTo>
                  <a:lnTo>
                    <a:pt x="6271467" y="1146151"/>
                  </a:lnTo>
                  <a:lnTo>
                    <a:pt x="6313527" y="1221994"/>
                  </a:lnTo>
                  <a:lnTo>
                    <a:pt x="6355513" y="1297423"/>
                  </a:lnTo>
                  <a:lnTo>
                    <a:pt x="6397317" y="1371831"/>
                  </a:lnTo>
                  <a:lnTo>
                    <a:pt x="6438845" y="1444643"/>
                  </a:lnTo>
                  <a:lnTo>
                    <a:pt x="6480025" y="1515335"/>
                  </a:lnTo>
                  <a:lnTo>
                    <a:pt x="6520811" y="1583452"/>
                  </a:lnTo>
                  <a:lnTo>
                    <a:pt x="6561190" y="1648616"/>
                  </a:lnTo>
                  <a:lnTo>
                    <a:pt x="6601188" y="1710532"/>
                  </a:lnTo>
                  <a:lnTo>
                    <a:pt x="6640875" y="1768992"/>
                  </a:lnTo>
                  <a:lnTo>
                    <a:pt x="6680364" y="1823870"/>
                  </a:lnTo>
                  <a:lnTo>
                    <a:pt x="6719823" y="1875121"/>
                  </a:lnTo>
                  <a:lnTo>
                    <a:pt x="6759476" y="1922771"/>
                  </a:lnTo>
                  <a:lnTo>
                    <a:pt x="6786527" y="1952980"/>
                  </a:lnTo>
                  <a:lnTo>
                    <a:pt x="6835093" y="2002404"/>
                  </a:lnTo>
                  <a:lnTo>
                    <a:pt x="6885286" y="2046905"/>
                  </a:lnTo>
                  <a:lnTo>
                    <a:pt x="6937875" y="2086731"/>
                  </a:lnTo>
                  <a:lnTo>
                    <a:pt x="6993718" y="2122304"/>
                  </a:lnTo>
                  <a:lnTo>
                    <a:pt x="7053692" y="2154100"/>
                  </a:lnTo>
                  <a:lnTo>
                    <a:pt x="7118621" y="2182580"/>
                  </a:lnTo>
                  <a:lnTo>
                    <a:pt x="7189178" y="2208153"/>
                  </a:lnTo>
                  <a:lnTo>
                    <a:pt x="7265772" y="2231149"/>
                  </a:lnTo>
                  <a:lnTo>
                    <a:pt x="7348379" y="2251815"/>
                  </a:lnTo>
                  <a:lnTo>
                    <a:pt x="7436357" y="2270303"/>
                  </a:lnTo>
                  <a:lnTo>
                    <a:pt x="7528246" y="2286684"/>
                  </a:lnTo>
                  <a:lnTo>
                    <a:pt x="7621634" y="2300953"/>
                  </a:lnTo>
                  <a:lnTo>
                    <a:pt x="7713162" y="2313068"/>
                  </a:lnTo>
                  <a:lnTo>
                    <a:pt x="7798783" y="2322981"/>
                  </a:lnTo>
                  <a:lnTo>
                    <a:pt x="7874292" y="2330697"/>
                  </a:lnTo>
                  <a:lnTo>
                    <a:pt x="7936091" y="2336313"/>
                  </a:lnTo>
                  <a:lnTo>
                    <a:pt x="7981978" y="2340043"/>
                  </a:lnTo>
                  <a:lnTo>
                    <a:pt x="8011717" y="2342218"/>
                  </a:lnTo>
                  <a:lnTo>
                    <a:pt x="8027225" y="2343242"/>
                  </a:lnTo>
                  <a:lnTo>
                    <a:pt x="8032405" y="2343553"/>
                  </a:lnTo>
                  <a:lnTo>
                    <a:pt x="8032819" y="2343576"/>
                  </a:lnTo>
                  <a:lnTo>
                    <a:pt x="8554953" y="2343576"/>
                  </a:lnTo>
                  <a:lnTo>
                    <a:pt x="8554953" y="2343576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180" name="pl1180"/>
            <p:cNvSpPr/>
            <p:nvPr/>
          </p:nvSpPr>
          <p:spPr>
            <a:xfrm>
              <a:off x="386606" y="3212879"/>
              <a:ext cx="8554953" cy="2343576"/>
            </a:xfrm>
            <a:custGeom>
              <a:avLst/>
              <a:pathLst>
                <a:path w="8554953" h="2343576">
                  <a:moveTo>
                    <a:pt x="8554953" y="2343576"/>
                  </a:moveTo>
                  <a:lnTo>
                    <a:pt x="8032819" y="2343576"/>
                  </a:lnTo>
                  <a:lnTo>
                    <a:pt x="8031634" y="2343508"/>
                  </a:lnTo>
                  <a:lnTo>
                    <a:pt x="8023873" y="2343030"/>
                  </a:lnTo>
                  <a:lnTo>
                    <a:pt x="8004423" y="2341706"/>
                  </a:lnTo>
                  <a:lnTo>
                    <a:pt x="7969948" y="2339105"/>
                  </a:lnTo>
                  <a:lnTo>
                    <a:pt x="7919170" y="2334839"/>
                  </a:lnTo>
                  <a:lnTo>
                    <a:pt x="7852952" y="2328611"/>
                  </a:lnTo>
                  <a:lnTo>
                    <a:pt x="7773991" y="2320242"/>
                  </a:lnTo>
                  <a:lnTo>
                    <a:pt x="7686151" y="2309666"/>
                  </a:lnTo>
                  <a:lnTo>
                    <a:pt x="7593664" y="2296900"/>
                  </a:lnTo>
                  <a:lnTo>
                    <a:pt x="7500415" y="2281993"/>
                  </a:lnTo>
                  <a:lnTo>
                    <a:pt x="7409489" y="2264984"/>
                  </a:lnTo>
                  <a:lnTo>
                    <a:pt x="7323009" y="2245854"/>
                  </a:lnTo>
                  <a:lnTo>
                    <a:pt x="7242169" y="2224510"/>
                  </a:lnTo>
                  <a:lnTo>
                    <a:pt x="7167405" y="2200771"/>
                  </a:lnTo>
                  <a:lnTo>
                    <a:pt x="7098593" y="2174365"/>
                  </a:lnTo>
                  <a:lnTo>
                    <a:pt x="7035229" y="2144936"/>
                  </a:lnTo>
                  <a:lnTo>
                    <a:pt x="6976584" y="2112058"/>
                  </a:lnTo>
                  <a:lnTo>
                    <a:pt x="6921809" y="2075260"/>
                  </a:lnTo>
                  <a:lnTo>
                    <a:pt x="6870026" y="2034071"/>
                  </a:lnTo>
                  <a:lnTo>
                    <a:pt x="6820395" y="1988108"/>
                  </a:lnTo>
                  <a:lnTo>
                    <a:pt x="6786527" y="1952980"/>
                  </a:lnTo>
                  <a:lnTo>
                    <a:pt x="6746585" y="1907715"/>
                  </a:lnTo>
                  <a:lnTo>
                    <a:pt x="6707023" y="1858905"/>
                  </a:lnTo>
                  <a:lnTo>
                    <a:pt x="6667576" y="1806477"/>
                  </a:lnTo>
                  <a:lnTo>
                    <a:pt x="6628038" y="1750429"/>
                  </a:lnTo>
                  <a:lnTo>
                    <a:pt x="6588261" y="1690831"/>
                  </a:lnTo>
                  <a:lnTo>
                    <a:pt x="6548144" y="1627835"/>
                  </a:lnTo>
                  <a:lnTo>
                    <a:pt x="6507634" y="1561678"/>
                  </a:lnTo>
                  <a:lnTo>
                    <a:pt x="6466718" y="1492681"/>
                  </a:lnTo>
                  <a:lnTo>
                    <a:pt x="6425418" y="1421248"/>
                  </a:lnTo>
                  <a:lnTo>
                    <a:pt x="6383792" y="1347859"/>
                  </a:lnTo>
                  <a:lnTo>
                    <a:pt x="6341918" y="1273055"/>
                  </a:lnTo>
                  <a:lnTo>
                    <a:pt x="6299895" y="1197424"/>
                  </a:lnTo>
                  <a:lnTo>
                    <a:pt x="6257835" y="1121581"/>
                  </a:lnTo>
                  <a:lnTo>
                    <a:pt x="6215849" y="1046152"/>
                  </a:lnTo>
                  <a:lnTo>
                    <a:pt x="6174045" y="971744"/>
                  </a:lnTo>
                  <a:lnTo>
                    <a:pt x="6132517" y="898932"/>
                  </a:lnTo>
                  <a:lnTo>
                    <a:pt x="6091337" y="828240"/>
                  </a:lnTo>
                  <a:lnTo>
                    <a:pt x="6050551" y="760123"/>
                  </a:lnTo>
                  <a:lnTo>
                    <a:pt x="6010172" y="694959"/>
                  </a:lnTo>
                  <a:lnTo>
                    <a:pt x="5970174" y="633043"/>
                  </a:lnTo>
                  <a:lnTo>
                    <a:pt x="5930487" y="574583"/>
                  </a:lnTo>
                  <a:lnTo>
                    <a:pt x="5890998" y="519705"/>
                  </a:lnTo>
                  <a:lnTo>
                    <a:pt x="5851539" y="468454"/>
                  </a:lnTo>
                  <a:lnTo>
                    <a:pt x="5811886" y="420804"/>
                  </a:lnTo>
                  <a:lnTo>
                    <a:pt x="5784835" y="390596"/>
                  </a:lnTo>
                  <a:lnTo>
                    <a:pt x="5736269" y="341171"/>
                  </a:lnTo>
                  <a:lnTo>
                    <a:pt x="5686076" y="296670"/>
                  </a:lnTo>
                  <a:lnTo>
                    <a:pt x="5633487" y="256844"/>
                  </a:lnTo>
                  <a:lnTo>
                    <a:pt x="5577644" y="221271"/>
                  </a:lnTo>
                  <a:lnTo>
                    <a:pt x="5517670" y="189475"/>
                  </a:lnTo>
                  <a:lnTo>
                    <a:pt x="5452741" y="160995"/>
                  </a:lnTo>
                  <a:lnTo>
                    <a:pt x="5382184" y="135422"/>
                  </a:lnTo>
                  <a:lnTo>
                    <a:pt x="5305590" y="112426"/>
                  </a:lnTo>
                  <a:lnTo>
                    <a:pt x="5222983" y="91760"/>
                  </a:lnTo>
                  <a:lnTo>
                    <a:pt x="5135005" y="73272"/>
                  </a:lnTo>
                  <a:lnTo>
                    <a:pt x="5043116" y="56891"/>
                  </a:lnTo>
                  <a:lnTo>
                    <a:pt x="4949728" y="42622"/>
                  </a:lnTo>
                  <a:lnTo>
                    <a:pt x="4858200" y="30507"/>
                  </a:lnTo>
                  <a:lnTo>
                    <a:pt x="4772579" y="20594"/>
                  </a:lnTo>
                  <a:lnTo>
                    <a:pt x="4697070" y="12878"/>
                  </a:lnTo>
                  <a:lnTo>
                    <a:pt x="4635271" y="7262"/>
                  </a:lnTo>
                  <a:lnTo>
                    <a:pt x="4589384" y="3532"/>
                  </a:lnTo>
                  <a:lnTo>
                    <a:pt x="4559645" y="1357"/>
                  </a:lnTo>
                  <a:lnTo>
                    <a:pt x="4544137" y="333"/>
                  </a:lnTo>
                  <a:lnTo>
                    <a:pt x="4538957" y="22"/>
                  </a:lnTo>
                  <a:lnTo>
                    <a:pt x="4538543" y="0"/>
                  </a:lnTo>
                  <a:lnTo>
                    <a:pt x="4016409" y="0"/>
                  </a:lnTo>
                  <a:lnTo>
                    <a:pt x="4015160" y="33"/>
                  </a:lnTo>
                  <a:lnTo>
                    <a:pt x="4006988" y="273"/>
                  </a:lnTo>
                  <a:lnTo>
                    <a:pt x="3986547" y="937"/>
                  </a:lnTo>
                  <a:lnTo>
                    <a:pt x="3950409" y="2240"/>
                  </a:lnTo>
                  <a:lnTo>
                    <a:pt x="3897370" y="4374"/>
                  </a:lnTo>
                  <a:lnTo>
                    <a:pt x="3828516" y="7485"/>
                  </a:lnTo>
                  <a:lnTo>
                    <a:pt x="3746848" y="11654"/>
                  </a:lnTo>
                  <a:lnTo>
                    <a:pt x="3656530" y="16911"/>
                  </a:lnTo>
                  <a:lnTo>
                    <a:pt x="3562013" y="23241"/>
                  </a:lnTo>
                  <a:lnTo>
                    <a:pt x="3467288" y="30621"/>
                  </a:lnTo>
                  <a:lnTo>
                    <a:pt x="3375444" y="39035"/>
                  </a:lnTo>
                  <a:lnTo>
                    <a:pt x="3288523" y="48498"/>
                  </a:lnTo>
                  <a:lnTo>
                    <a:pt x="3207605" y="59067"/>
                  </a:lnTo>
                  <a:lnTo>
                    <a:pt x="3132998" y="70842"/>
                  </a:lnTo>
                  <a:lnTo>
                    <a:pt x="3064456" y="83969"/>
                  </a:lnTo>
                  <a:lnTo>
                    <a:pt x="3001374" y="98638"/>
                  </a:lnTo>
                  <a:lnTo>
                    <a:pt x="2942936" y="115070"/>
                  </a:lnTo>
                  <a:lnTo>
                    <a:pt x="2888230" y="133504"/>
                  </a:lnTo>
                  <a:lnTo>
                    <a:pt x="2836333" y="154167"/>
                  </a:lnTo>
                  <a:lnTo>
                    <a:pt x="2786391" y="177223"/>
                  </a:lnTo>
                  <a:lnTo>
                    <a:pt x="2770117" y="185415"/>
                  </a:lnTo>
                  <a:lnTo>
                    <a:pt x="2721438" y="211859"/>
                  </a:lnTo>
                  <a:lnTo>
                    <a:pt x="2673235" y="240823"/>
                  </a:lnTo>
                  <a:lnTo>
                    <a:pt x="2625060" y="272349"/>
                  </a:lnTo>
                  <a:lnTo>
                    <a:pt x="2576598" y="306405"/>
                  </a:lnTo>
                  <a:lnTo>
                    <a:pt x="2527648" y="342877"/>
                  </a:lnTo>
                  <a:lnTo>
                    <a:pt x="2478109" y="381560"/>
                  </a:lnTo>
                  <a:lnTo>
                    <a:pt x="2427974" y="422163"/>
                  </a:lnTo>
                  <a:lnTo>
                    <a:pt x="2377309" y="464308"/>
                  </a:lnTo>
                  <a:lnTo>
                    <a:pt x="2326246" y="507545"/>
                  </a:lnTo>
                  <a:lnTo>
                    <a:pt x="2274960" y="551375"/>
                  </a:lnTo>
                  <a:lnTo>
                    <a:pt x="2223652" y="595264"/>
                  </a:lnTo>
                  <a:lnTo>
                    <a:pt x="2172523" y="638677"/>
                  </a:lnTo>
                  <a:lnTo>
                    <a:pt x="2121757" y="681105"/>
                  </a:lnTo>
                  <a:lnTo>
                    <a:pt x="2071496" y="722085"/>
                  </a:lnTo>
                  <a:lnTo>
                    <a:pt x="2021823" y="761222"/>
                  </a:lnTo>
                  <a:lnTo>
                    <a:pt x="1972748" y="798205"/>
                  </a:lnTo>
                  <a:lnTo>
                    <a:pt x="1924191" y="832809"/>
                  </a:lnTo>
                  <a:lnTo>
                    <a:pt x="1875976" y="864901"/>
                  </a:lnTo>
                  <a:lnTo>
                    <a:pt x="1827812" y="894432"/>
                  </a:lnTo>
                  <a:lnTo>
                    <a:pt x="1779284" y="921428"/>
                  </a:lnTo>
                  <a:lnTo>
                    <a:pt x="1768425" y="927077"/>
                  </a:lnTo>
                  <a:lnTo>
                    <a:pt x="1718966" y="950942"/>
                  </a:lnTo>
                  <a:lnTo>
                    <a:pt x="1667808" y="972385"/>
                  </a:lnTo>
                  <a:lnTo>
                    <a:pt x="1614134" y="991536"/>
                  </a:lnTo>
                  <a:lnTo>
                    <a:pt x="1557038" y="1008606"/>
                  </a:lnTo>
                  <a:lnTo>
                    <a:pt x="1495595" y="1023834"/>
                  </a:lnTo>
                  <a:lnTo>
                    <a:pt x="1428946" y="1037451"/>
                  </a:lnTo>
                  <a:lnTo>
                    <a:pt x="1356401" y="1049656"/>
                  </a:lnTo>
                  <a:lnTo>
                    <a:pt x="1277576" y="1060611"/>
                  </a:lnTo>
                  <a:lnTo>
                    <a:pt x="1192570" y="1070433"/>
                  </a:lnTo>
                  <a:lnTo>
                    <a:pt x="1102184" y="1079192"/>
                  </a:lnTo>
                  <a:lnTo>
                    <a:pt x="1008125" y="1086916"/>
                  </a:lnTo>
                  <a:lnTo>
                    <a:pt x="913135" y="1093597"/>
                  </a:lnTo>
                  <a:lnTo>
                    <a:pt x="820939" y="1099213"/>
                  </a:lnTo>
                  <a:lnTo>
                    <a:pt x="735906" y="1103743"/>
                  </a:lnTo>
                  <a:lnTo>
                    <a:pt x="662390" y="1107198"/>
                  </a:lnTo>
                  <a:lnTo>
                    <a:pt x="603874" y="1109644"/>
                  </a:lnTo>
                  <a:lnTo>
                    <a:pt x="562144" y="1111204"/>
                  </a:lnTo>
                  <a:lnTo>
                    <a:pt x="536768" y="1112056"/>
                  </a:lnTo>
                  <a:lnTo>
                    <a:pt x="525029" y="1112412"/>
                  </a:lnTo>
                  <a:lnTo>
                    <a:pt x="522180" y="1112491"/>
                  </a:lnTo>
                  <a:lnTo>
                    <a:pt x="522133" y="1112492"/>
                  </a:lnTo>
                  <a:lnTo>
                    <a:pt x="0" y="1112492"/>
                  </a:lnTo>
                  <a:lnTo>
                    <a:pt x="0" y="1112492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181" name="pg1181"/>
            <p:cNvSpPr/>
            <p:nvPr/>
          </p:nvSpPr>
          <p:spPr>
            <a:xfrm>
              <a:off x="386606" y="1366254"/>
              <a:ext cx="8554953" cy="3218887"/>
            </a:xfrm>
            <a:custGeom>
              <a:avLst/>
              <a:pathLst>
                <a:path w="8554953" h="3218887">
                  <a:moveTo>
                    <a:pt x="0" y="2857468"/>
                  </a:moveTo>
                  <a:lnTo>
                    <a:pt x="522133" y="2857468"/>
                  </a:lnTo>
                  <a:lnTo>
                    <a:pt x="523282" y="2857389"/>
                  </a:lnTo>
                  <a:lnTo>
                    <a:pt x="530812" y="2856825"/>
                  </a:lnTo>
                  <a:lnTo>
                    <a:pt x="549702" y="2855265"/>
                  </a:lnTo>
                  <a:lnTo>
                    <a:pt x="583234" y="2852199"/>
                  </a:lnTo>
                  <a:lnTo>
                    <a:pt x="632725" y="2847166"/>
                  </a:lnTo>
                  <a:lnTo>
                    <a:pt x="697429" y="2839810"/>
                  </a:lnTo>
                  <a:lnTo>
                    <a:pt x="774822" y="2829912"/>
                  </a:lnTo>
                  <a:lnTo>
                    <a:pt x="861207" y="2817385"/>
                  </a:lnTo>
                  <a:lnTo>
                    <a:pt x="952485" y="2802246"/>
                  </a:lnTo>
                  <a:lnTo>
                    <a:pt x="1044838" y="2784550"/>
                  </a:lnTo>
                  <a:lnTo>
                    <a:pt x="1135186" y="2764346"/>
                  </a:lnTo>
                  <a:lnTo>
                    <a:pt x="1221371" y="2741623"/>
                  </a:lnTo>
                  <a:lnTo>
                    <a:pt x="1302135" y="2716281"/>
                  </a:lnTo>
                  <a:lnTo>
                    <a:pt x="1376968" y="2688122"/>
                  </a:lnTo>
                  <a:lnTo>
                    <a:pt x="1445929" y="2656839"/>
                  </a:lnTo>
                  <a:lnTo>
                    <a:pt x="1509459" y="2622027"/>
                  </a:lnTo>
                  <a:lnTo>
                    <a:pt x="1568239" y="2583195"/>
                  </a:lnTo>
                  <a:lnTo>
                    <a:pt x="1623076" y="2539794"/>
                  </a:lnTo>
                  <a:lnTo>
                    <a:pt x="1674822" y="2491263"/>
                  </a:lnTo>
                  <a:lnTo>
                    <a:pt x="1724305" y="2437120"/>
                  </a:lnTo>
                  <a:lnTo>
                    <a:pt x="1768425" y="2382165"/>
                  </a:lnTo>
                  <a:lnTo>
                    <a:pt x="1805561" y="2331117"/>
                  </a:lnTo>
                  <a:lnTo>
                    <a:pt x="1842349" y="2276350"/>
                  </a:lnTo>
                  <a:lnTo>
                    <a:pt x="1879011" y="2217787"/>
                  </a:lnTo>
                  <a:lnTo>
                    <a:pt x="1915717" y="2155413"/>
                  </a:lnTo>
                  <a:lnTo>
                    <a:pt x="1952600" y="2089278"/>
                  </a:lnTo>
                  <a:lnTo>
                    <a:pt x="1989750" y="2019505"/>
                  </a:lnTo>
                  <a:lnTo>
                    <a:pt x="2027225" y="1946291"/>
                  </a:lnTo>
                  <a:lnTo>
                    <a:pt x="2065050" y="1869913"/>
                  </a:lnTo>
                  <a:lnTo>
                    <a:pt x="2103221" y="1790725"/>
                  </a:lnTo>
                  <a:lnTo>
                    <a:pt x="2141708" y="1709151"/>
                  </a:lnTo>
                  <a:lnTo>
                    <a:pt x="2180461" y="1625681"/>
                  </a:lnTo>
                  <a:lnTo>
                    <a:pt x="2219409" y="1540857"/>
                  </a:lnTo>
                  <a:lnTo>
                    <a:pt x="2258471" y="1455261"/>
                  </a:lnTo>
                  <a:lnTo>
                    <a:pt x="2297558" y="1369496"/>
                  </a:lnTo>
                  <a:lnTo>
                    <a:pt x="2336580" y="1284172"/>
                  </a:lnTo>
                  <a:lnTo>
                    <a:pt x="2375450" y="1199883"/>
                  </a:lnTo>
                  <a:lnTo>
                    <a:pt x="2414092" y="1117198"/>
                  </a:lnTo>
                  <a:lnTo>
                    <a:pt x="2452443" y="1036634"/>
                  </a:lnTo>
                  <a:lnTo>
                    <a:pt x="2490461" y="958655"/>
                  </a:lnTo>
                  <a:lnTo>
                    <a:pt x="2528129" y="883654"/>
                  </a:lnTo>
                  <a:lnTo>
                    <a:pt x="2565453" y="811950"/>
                  </a:lnTo>
                  <a:lnTo>
                    <a:pt x="2602474" y="743785"/>
                  </a:lnTo>
                  <a:lnTo>
                    <a:pt x="2639264" y="679322"/>
                  </a:lnTo>
                  <a:lnTo>
                    <a:pt x="2675932" y="618652"/>
                  </a:lnTo>
                  <a:lnTo>
                    <a:pt x="2712627" y="561793"/>
                  </a:lnTo>
                  <a:lnTo>
                    <a:pt x="2749540" y="508703"/>
                  </a:lnTo>
                  <a:lnTo>
                    <a:pt x="2770117" y="480950"/>
                  </a:lnTo>
                  <a:lnTo>
                    <a:pt x="2818167" y="421406"/>
                  </a:lnTo>
                  <a:lnTo>
                    <a:pt x="2867804" y="367730"/>
                  </a:lnTo>
                  <a:lnTo>
                    <a:pt x="2919768" y="319633"/>
                  </a:lnTo>
                  <a:lnTo>
                    <a:pt x="2974892" y="276622"/>
                  </a:lnTo>
                  <a:lnTo>
                    <a:pt x="3034027" y="238135"/>
                  </a:lnTo>
                  <a:lnTo>
                    <a:pt x="3097972" y="203625"/>
                  </a:lnTo>
                  <a:lnTo>
                    <a:pt x="3167395" y="172608"/>
                  </a:lnTo>
                  <a:lnTo>
                    <a:pt x="3242712" y="144686"/>
                  </a:lnTo>
                  <a:lnTo>
                    <a:pt x="3323941" y="119562"/>
                  </a:lnTo>
                  <a:lnTo>
                    <a:pt x="3410520" y="97044"/>
                  </a:lnTo>
                  <a:lnTo>
                    <a:pt x="3501123" y="77042"/>
                  </a:lnTo>
                  <a:lnTo>
                    <a:pt x="3593515" y="59551"/>
                  </a:lnTo>
                  <a:lnTo>
                    <a:pt x="3684547" y="44620"/>
                  </a:lnTo>
                  <a:lnTo>
                    <a:pt x="3770358" y="32307"/>
                  </a:lnTo>
                  <a:lnTo>
                    <a:pt x="3846852" y="22619"/>
                  </a:lnTo>
                  <a:lnTo>
                    <a:pt x="3910401" y="15461"/>
                  </a:lnTo>
                  <a:lnTo>
                    <a:pt x="3958604" y="10601"/>
                  </a:lnTo>
                  <a:lnTo>
                    <a:pt x="3990877" y="7675"/>
                  </a:lnTo>
                  <a:lnTo>
                    <a:pt x="4008703" y="6214"/>
                  </a:lnTo>
                  <a:lnTo>
                    <a:pt x="4015512" y="5708"/>
                  </a:lnTo>
                  <a:lnTo>
                    <a:pt x="4016409" y="5647"/>
                  </a:lnTo>
                  <a:lnTo>
                    <a:pt x="4538543" y="5647"/>
                  </a:lnTo>
                  <a:lnTo>
                    <a:pt x="4539664" y="5734"/>
                  </a:lnTo>
                  <a:lnTo>
                    <a:pt x="4547014" y="6353"/>
                  </a:lnTo>
                  <a:lnTo>
                    <a:pt x="4565467" y="8066"/>
                  </a:lnTo>
                  <a:lnTo>
                    <a:pt x="4598264" y="11435"/>
                  </a:lnTo>
                  <a:lnTo>
                    <a:pt x="4646745" y="16967"/>
                  </a:lnTo>
                  <a:lnTo>
                    <a:pt x="4710257" y="25059"/>
                  </a:lnTo>
                  <a:lnTo>
                    <a:pt x="4786406" y="35960"/>
                  </a:lnTo>
                  <a:lnTo>
                    <a:pt x="4871629" y="49771"/>
                  </a:lnTo>
                  <a:lnTo>
                    <a:pt x="4961931" y="66480"/>
                  </a:lnTo>
                  <a:lnTo>
                    <a:pt x="5053551" y="86026"/>
                  </a:lnTo>
                  <a:lnTo>
                    <a:pt x="5143418" y="108354"/>
                  </a:lnTo>
                  <a:lnTo>
                    <a:pt x="5229348" y="133469"/>
                  </a:lnTo>
                  <a:lnTo>
                    <a:pt x="5310033" y="161468"/>
                  </a:lnTo>
                  <a:lnTo>
                    <a:pt x="5384911" y="192559"/>
                  </a:lnTo>
                  <a:lnTo>
                    <a:pt x="5453984" y="227065"/>
                  </a:lnTo>
                  <a:lnTo>
                    <a:pt x="5517646" y="265418"/>
                  </a:lnTo>
                  <a:lnTo>
                    <a:pt x="5576538" y="308148"/>
                  </a:lnTo>
                  <a:lnTo>
                    <a:pt x="5631435" y="355851"/>
                  </a:lnTo>
                  <a:lnTo>
                    <a:pt x="5683168" y="409147"/>
                  </a:lnTo>
                  <a:lnTo>
                    <a:pt x="5732549" y="468587"/>
                  </a:lnTo>
                  <a:lnTo>
                    <a:pt x="5780312" y="534516"/>
                  </a:lnTo>
                  <a:lnTo>
                    <a:pt x="5784835" y="541187"/>
                  </a:lnTo>
                  <a:lnTo>
                    <a:pt x="5820245" y="595924"/>
                  </a:lnTo>
                  <a:lnTo>
                    <a:pt x="5855329" y="654464"/>
                  </a:lnTo>
                  <a:lnTo>
                    <a:pt x="5890282" y="716887"/>
                  </a:lnTo>
                  <a:lnTo>
                    <a:pt x="5925256" y="783214"/>
                  </a:lnTo>
                  <a:lnTo>
                    <a:pt x="5960371" y="853408"/>
                  </a:lnTo>
                  <a:lnTo>
                    <a:pt x="5995713" y="927364"/>
                  </a:lnTo>
                  <a:lnTo>
                    <a:pt x="6031339" y="1004908"/>
                  </a:lnTo>
                  <a:lnTo>
                    <a:pt x="6067278" y="1085793"/>
                  </a:lnTo>
                  <a:lnTo>
                    <a:pt x="6103537" y="1169701"/>
                  </a:lnTo>
                  <a:lnTo>
                    <a:pt x="6140097" y="1256244"/>
                  </a:lnTo>
                  <a:lnTo>
                    <a:pt x="6176923" y="1344970"/>
                  </a:lnTo>
                  <a:lnTo>
                    <a:pt x="6213960" y="1435374"/>
                  </a:lnTo>
                  <a:lnTo>
                    <a:pt x="6251144" y="1526907"/>
                  </a:lnTo>
                  <a:lnTo>
                    <a:pt x="6288400" y="1618991"/>
                  </a:lnTo>
                  <a:lnTo>
                    <a:pt x="6325650" y="1711030"/>
                  </a:lnTo>
                  <a:lnTo>
                    <a:pt x="6362817" y="1802434"/>
                  </a:lnTo>
                  <a:lnTo>
                    <a:pt x="6399827" y="1892627"/>
                  </a:lnTo>
                  <a:lnTo>
                    <a:pt x="6436617" y="1981065"/>
                  </a:lnTo>
                  <a:lnTo>
                    <a:pt x="6473135" y="2067250"/>
                  </a:lnTo>
                  <a:lnTo>
                    <a:pt x="6509347" y="2150739"/>
                  </a:lnTo>
                  <a:lnTo>
                    <a:pt x="6545240" y="2231155"/>
                  </a:lnTo>
                  <a:lnTo>
                    <a:pt x="6580822" y="2308189"/>
                  </a:lnTo>
                  <a:lnTo>
                    <a:pt x="6616127" y="2381606"/>
                  </a:lnTo>
                  <a:lnTo>
                    <a:pt x="6651215" y="2451240"/>
                  </a:lnTo>
                  <a:lnTo>
                    <a:pt x="6686178" y="2516998"/>
                  </a:lnTo>
                  <a:lnTo>
                    <a:pt x="6721139" y="2578852"/>
                  </a:lnTo>
                  <a:lnTo>
                    <a:pt x="6756258" y="2636831"/>
                  </a:lnTo>
                  <a:lnTo>
                    <a:pt x="6786527" y="2683347"/>
                  </a:lnTo>
                  <a:lnTo>
                    <a:pt x="6834169" y="2749903"/>
                  </a:lnTo>
                  <a:lnTo>
                    <a:pt x="6883365" y="2809956"/>
                  </a:lnTo>
                  <a:lnTo>
                    <a:pt x="6934837" y="2863819"/>
                  </a:lnTo>
                  <a:lnTo>
                    <a:pt x="6989395" y="2912033"/>
                  </a:lnTo>
                  <a:lnTo>
                    <a:pt x="7047868" y="2955213"/>
                  </a:lnTo>
                  <a:lnTo>
                    <a:pt x="7111042" y="2993962"/>
                  </a:lnTo>
                  <a:lnTo>
                    <a:pt x="7179574" y="3028817"/>
                  </a:lnTo>
                  <a:lnTo>
                    <a:pt x="7253887" y="3060220"/>
                  </a:lnTo>
                  <a:lnTo>
                    <a:pt x="7334028" y="3088505"/>
                  </a:lnTo>
                  <a:lnTo>
                    <a:pt x="7419498" y="3113891"/>
                  </a:lnTo>
                  <a:lnTo>
                    <a:pt x="7509068" y="3136485"/>
                  </a:lnTo>
                  <a:lnTo>
                    <a:pt x="7600640" y="3156299"/>
                  </a:lnTo>
                  <a:lnTo>
                    <a:pt x="7691223" y="3173284"/>
                  </a:lnTo>
                  <a:lnTo>
                    <a:pt x="7777108" y="3187375"/>
                  </a:lnTo>
                  <a:lnTo>
                    <a:pt x="7854294" y="3198553"/>
                  </a:lnTo>
                  <a:lnTo>
                    <a:pt x="7919147" y="3206906"/>
                  </a:lnTo>
                  <a:lnTo>
                    <a:pt x="7969130" y="3212669"/>
                  </a:lnTo>
                  <a:lnTo>
                    <a:pt x="8003405" y="3216224"/>
                  </a:lnTo>
                  <a:lnTo>
                    <a:pt x="8023123" y="3218073"/>
                  </a:lnTo>
                  <a:lnTo>
                    <a:pt x="8031351" y="3218773"/>
                  </a:lnTo>
                  <a:lnTo>
                    <a:pt x="8032819" y="3218887"/>
                  </a:lnTo>
                  <a:lnTo>
                    <a:pt x="8554953" y="3218887"/>
                  </a:lnTo>
                  <a:lnTo>
                    <a:pt x="8554953" y="3213240"/>
                  </a:lnTo>
                  <a:lnTo>
                    <a:pt x="8032819" y="3213240"/>
                  </a:lnTo>
                  <a:lnTo>
                    <a:pt x="8031698" y="3213153"/>
                  </a:lnTo>
                  <a:lnTo>
                    <a:pt x="8024348" y="3212533"/>
                  </a:lnTo>
                  <a:lnTo>
                    <a:pt x="8005895" y="3210820"/>
                  </a:lnTo>
                  <a:lnTo>
                    <a:pt x="7973098" y="3207452"/>
                  </a:lnTo>
                  <a:lnTo>
                    <a:pt x="7924617" y="3201919"/>
                  </a:lnTo>
                  <a:lnTo>
                    <a:pt x="7861105" y="3193827"/>
                  </a:lnTo>
                  <a:lnTo>
                    <a:pt x="7784956" y="3182926"/>
                  </a:lnTo>
                  <a:lnTo>
                    <a:pt x="7699733" y="3169116"/>
                  </a:lnTo>
                  <a:lnTo>
                    <a:pt x="7609431" y="3152406"/>
                  </a:lnTo>
                  <a:lnTo>
                    <a:pt x="7517811" y="3132860"/>
                  </a:lnTo>
                  <a:lnTo>
                    <a:pt x="7427944" y="3110532"/>
                  </a:lnTo>
                  <a:lnTo>
                    <a:pt x="7342014" y="3085418"/>
                  </a:lnTo>
                  <a:lnTo>
                    <a:pt x="7261329" y="3057419"/>
                  </a:lnTo>
                  <a:lnTo>
                    <a:pt x="7186451" y="3026327"/>
                  </a:lnTo>
                  <a:lnTo>
                    <a:pt x="7117378" y="2991821"/>
                  </a:lnTo>
                  <a:lnTo>
                    <a:pt x="7053716" y="2953468"/>
                  </a:lnTo>
                  <a:lnTo>
                    <a:pt x="6994824" y="2910739"/>
                  </a:lnTo>
                  <a:lnTo>
                    <a:pt x="6939927" y="2863035"/>
                  </a:lnTo>
                  <a:lnTo>
                    <a:pt x="6888194" y="2809740"/>
                  </a:lnTo>
                  <a:lnTo>
                    <a:pt x="6838813" y="2750300"/>
                  </a:lnTo>
                  <a:lnTo>
                    <a:pt x="6791050" y="2684371"/>
                  </a:lnTo>
                  <a:lnTo>
                    <a:pt x="6786527" y="2677700"/>
                  </a:lnTo>
                  <a:lnTo>
                    <a:pt x="6751117" y="2622963"/>
                  </a:lnTo>
                  <a:lnTo>
                    <a:pt x="6716033" y="2564422"/>
                  </a:lnTo>
                  <a:lnTo>
                    <a:pt x="6681080" y="2501999"/>
                  </a:lnTo>
                  <a:lnTo>
                    <a:pt x="6646106" y="2435672"/>
                  </a:lnTo>
                  <a:lnTo>
                    <a:pt x="6610991" y="2365479"/>
                  </a:lnTo>
                  <a:lnTo>
                    <a:pt x="6575649" y="2291523"/>
                  </a:lnTo>
                  <a:lnTo>
                    <a:pt x="6540023" y="2213978"/>
                  </a:lnTo>
                  <a:lnTo>
                    <a:pt x="6504083" y="2133093"/>
                  </a:lnTo>
                  <a:lnTo>
                    <a:pt x="6467825" y="2049185"/>
                  </a:lnTo>
                  <a:lnTo>
                    <a:pt x="6431265" y="1962643"/>
                  </a:lnTo>
                  <a:lnTo>
                    <a:pt x="6394439" y="1873916"/>
                  </a:lnTo>
                  <a:lnTo>
                    <a:pt x="6357402" y="1783512"/>
                  </a:lnTo>
                  <a:lnTo>
                    <a:pt x="6320218" y="1691979"/>
                  </a:lnTo>
                  <a:lnTo>
                    <a:pt x="6282962" y="1599896"/>
                  </a:lnTo>
                  <a:lnTo>
                    <a:pt x="6245712" y="1507856"/>
                  </a:lnTo>
                  <a:lnTo>
                    <a:pt x="6208545" y="1416452"/>
                  </a:lnTo>
                  <a:lnTo>
                    <a:pt x="6171535" y="1326260"/>
                  </a:lnTo>
                  <a:lnTo>
                    <a:pt x="6134745" y="1237822"/>
                  </a:lnTo>
                  <a:lnTo>
                    <a:pt x="6098227" y="1151637"/>
                  </a:lnTo>
                  <a:lnTo>
                    <a:pt x="6062014" y="1068147"/>
                  </a:lnTo>
                  <a:lnTo>
                    <a:pt x="6026121" y="987731"/>
                  </a:lnTo>
                  <a:lnTo>
                    <a:pt x="5990540" y="910697"/>
                  </a:lnTo>
                  <a:lnTo>
                    <a:pt x="5955235" y="837281"/>
                  </a:lnTo>
                  <a:lnTo>
                    <a:pt x="5920147" y="767647"/>
                  </a:lnTo>
                  <a:lnTo>
                    <a:pt x="5885184" y="701888"/>
                  </a:lnTo>
                  <a:lnTo>
                    <a:pt x="5850222" y="640035"/>
                  </a:lnTo>
                  <a:lnTo>
                    <a:pt x="5815103" y="582055"/>
                  </a:lnTo>
                  <a:lnTo>
                    <a:pt x="5784835" y="535540"/>
                  </a:lnTo>
                  <a:lnTo>
                    <a:pt x="5737193" y="468984"/>
                  </a:lnTo>
                  <a:lnTo>
                    <a:pt x="5687997" y="408931"/>
                  </a:lnTo>
                  <a:lnTo>
                    <a:pt x="5636525" y="355067"/>
                  </a:lnTo>
                  <a:lnTo>
                    <a:pt x="5581967" y="306854"/>
                  </a:lnTo>
                  <a:lnTo>
                    <a:pt x="5523494" y="263674"/>
                  </a:lnTo>
                  <a:lnTo>
                    <a:pt x="5460320" y="224925"/>
                  </a:lnTo>
                  <a:lnTo>
                    <a:pt x="5391788" y="190070"/>
                  </a:lnTo>
                  <a:lnTo>
                    <a:pt x="5317475" y="158667"/>
                  </a:lnTo>
                  <a:lnTo>
                    <a:pt x="5237334" y="130382"/>
                  </a:lnTo>
                  <a:lnTo>
                    <a:pt x="5151864" y="104996"/>
                  </a:lnTo>
                  <a:lnTo>
                    <a:pt x="5062294" y="82402"/>
                  </a:lnTo>
                  <a:lnTo>
                    <a:pt x="4970722" y="62587"/>
                  </a:lnTo>
                  <a:lnTo>
                    <a:pt x="4880139" y="45602"/>
                  </a:lnTo>
                  <a:lnTo>
                    <a:pt x="4794254" y="31512"/>
                  </a:lnTo>
                  <a:lnTo>
                    <a:pt x="4717067" y="20334"/>
                  </a:lnTo>
                  <a:lnTo>
                    <a:pt x="4652215" y="11980"/>
                  </a:lnTo>
                  <a:lnTo>
                    <a:pt x="4602232" y="6218"/>
                  </a:lnTo>
                  <a:lnTo>
                    <a:pt x="4567956" y="2662"/>
                  </a:lnTo>
                  <a:lnTo>
                    <a:pt x="4548239" y="814"/>
                  </a:lnTo>
                  <a:lnTo>
                    <a:pt x="4540011" y="114"/>
                  </a:lnTo>
                  <a:lnTo>
                    <a:pt x="4538543" y="0"/>
                  </a:lnTo>
                  <a:lnTo>
                    <a:pt x="4016409" y="0"/>
                  </a:lnTo>
                  <a:lnTo>
                    <a:pt x="4015260" y="79"/>
                  </a:lnTo>
                  <a:lnTo>
                    <a:pt x="4007730" y="643"/>
                  </a:lnTo>
                  <a:lnTo>
                    <a:pt x="3988841" y="2203"/>
                  </a:lnTo>
                  <a:lnTo>
                    <a:pt x="3955308" y="5269"/>
                  </a:lnTo>
                  <a:lnTo>
                    <a:pt x="3905817" y="10302"/>
                  </a:lnTo>
                  <a:lnTo>
                    <a:pt x="3841113" y="17658"/>
                  </a:lnTo>
                  <a:lnTo>
                    <a:pt x="3763720" y="27556"/>
                  </a:lnTo>
                  <a:lnTo>
                    <a:pt x="3677335" y="40082"/>
                  </a:lnTo>
                  <a:lnTo>
                    <a:pt x="3586057" y="55222"/>
                  </a:lnTo>
                  <a:lnTo>
                    <a:pt x="3493704" y="72917"/>
                  </a:lnTo>
                  <a:lnTo>
                    <a:pt x="3403356" y="93121"/>
                  </a:lnTo>
                  <a:lnTo>
                    <a:pt x="3317171" y="115845"/>
                  </a:lnTo>
                  <a:lnTo>
                    <a:pt x="3236408" y="141186"/>
                  </a:lnTo>
                  <a:lnTo>
                    <a:pt x="3161574" y="169346"/>
                  </a:lnTo>
                  <a:lnTo>
                    <a:pt x="3092613" y="200629"/>
                  </a:lnTo>
                  <a:lnTo>
                    <a:pt x="3029083" y="235441"/>
                  </a:lnTo>
                  <a:lnTo>
                    <a:pt x="2970304" y="274272"/>
                  </a:lnTo>
                  <a:lnTo>
                    <a:pt x="2915466" y="317674"/>
                  </a:lnTo>
                  <a:lnTo>
                    <a:pt x="2863720" y="366204"/>
                  </a:lnTo>
                  <a:lnTo>
                    <a:pt x="2814237" y="420348"/>
                  </a:lnTo>
                  <a:lnTo>
                    <a:pt x="2770117" y="475303"/>
                  </a:lnTo>
                  <a:lnTo>
                    <a:pt x="2732982" y="526351"/>
                  </a:lnTo>
                  <a:lnTo>
                    <a:pt x="2696193" y="581118"/>
                  </a:lnTo>
                  <a:lnTo>
                    <a:pt x="2659532" y="639680"/>
                  </a:lnTo>
                  <a:lnTo>
                    <a:pt x="2622825" y="702054"/>
                  </a:lnTo>
                  <a:lnTo>
                    <a:pt x="2585943" y="768189"/>
                  </a:lnTo>
                  <a:lnTo>
                    <a:pt x="2548793" y="837963"/>
                  </a:lnTo>
                  <a:lnTo>
                    <a:pt x="2511318" y="911177"/>
                  </a:lnTo>
                  <a:lnTo>
                    <a:pt x="2473493" y="987554"/>
                  </a:lnTo>
                  <a:lnTo>
                    <a:pt x="2435321" y="1066743"/>
                  </a:lnTo>
                  <a:lnTo>
                    <a:pt x="2396834" y="1148316"/>
                  </a:lnTo>
                  <a:lnTo>
                    <a:pt x="2358081" y="1231787"/>
                  </a:lnTo>
                  <a:lnTo>
                    <a:pt x="2319133" y="1316610"/>
                  </a:lnTo>
                  <a:lnTo>
                    <a:pt x="2280071" y="1402207"/>
                  </a:lnTo>
                  <a:lnTo>
                    <a:pt x="2240984" y="1487972"/>
                  </a:lnTo>
                  <a:lnTo>
                    <a:pt x="2201962" y="1573296"/>
                  </a:lnTo>
                  <a:lnTo>
                    <a:pt x="2163092" y="1657584"/>
                  </a:lnTo>
                  <a:lnTo>
                    <a:pt x="2124450" y="1740270"/>
                  </a:lnTo>
                  <a:lnTo>
                    <a:pt x="2086099" y="1820833"/>
                  </a:lnTo>
                  <a:lnTo>
                    <a:pt x="2048081" y="1898812"/>
                  </a:lnTo>
                  <a:lnTo>
                    <a:pt x="2010414" y="1973813"/>
                  </a:lnTo>
                  <a:lnTo>
                    <a:pt x="1973089" y="2045517"/>
                  </a:lnTo>
                  <a:lnTo>
                    <a:pt x="1936068" y="2113683"/>
                  </a:lnTo>
                  <a:lnTo>
                    <a:pt x="1899278" y="2178145"/>
                  </a:lnTo>
                  <a:lnTo>
                    <a:pt x="1862610" y="2238816"/>
                  </a:lnTo>
                  <a:lnTo>
                    <a:pt x="1825915" y="2295675"/>
                  </a:lnTo>
                  <a:lnTo>
                    <a:pt x="1789002" y="2348765"/>
                  </a:lnTo>
                  <a:lnTo>
                    <a:pt x="1768425" y="2376517"/>
                  </a:lnTo>
                  <a:lnTo>
                    <a:pt x="1720375" y="2436062"/>
                  </a:lnTo>
                  <a:lnTo>
                    <a:pt x="1670738" y="2489738"/>
                  </a:lnTo>
                  <a:lnTo>
                    <a:pt x="1618774" y="2537835"/>
                  </a:lnTo>
                  <a:lnTo>
                    <a:pt x="1563650" y="2580846"/>
                  </a:lnTo>
                  <a:lnTo>
                    <a:pt x="1504515" y="2619333"/>
                  </a:lnTo>
                  <a:lnTo>
                    <a:pt x="1440570" y="2653843"/>
                  </a:lnTo>
                  <a:lnTo>
                    <a:pt x="1371147" y="2684859"/>
                  </a:lnTo>
                  <a:lnTo>
                    <a:pt x="1295830" y="2712782"/>
                  </a:lnTo>
                  <a:lnTo>
                    <a:pt x="1214601" y="2737906"/>
                  </a:lnTo>
                  <a:lnTo>
                    <a:pt x="1128022" y="2760424"/>
                  </a:lnTo>
                  <a:lnTo>
                    <a:pt x="1037419" y="2780426"/>
                  </a:lnTo>
                  <a:lnTo>
                    <a:pt x="945027" y="2797917"/>
                  </a:lnTo>
                  <a:lnTo>
                    <a:pt x="853995" y="2812847"/>
                  </a:lnTo>
                  <a:lnTo>
                    <a:pt x="768185" y="2825161"/>
                  </a:lnTo>
                  <a:lnTo>
                    <a:pt x="691690" y="2834849"/>
                  </a:lnTo>
                  <a:lnTo>
                    <a:pt x="628141" y="2842007"/>
                  </a:lnTo>
                  <a:lnTo>
                    <a:pt x="579939" y="2846866"/>
                  </a:lnTo>
                  <a:lnTo>
                    <a:pt x="547665" y="2849793"/>
                  </a:lnTo>
                  <a:lnTo>
                    <a:pt x="529839" y="2851253"/>
                  </a:lnTo>
                  <a:lnTo>
                    <a:pt x="523030" y="2851760"/>
                  </a:lnTo>
                  <a:lnTo>
                    <a:pt x="522133" y="2851821"/>
                  </a:lnTo>
                  <a:lnTo>
                    <a:pt x="0" y="2851821"/>
                  </a:lnTo>
                  <a:close/>
                </a:path>
              </a:pathLst>
            </a:custGeom>
            <a:solidFill>
              <a:srgbClr val="67C1B3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1182" name="pl1182"/>
            <p:cNvSpPr/>
            <p:nvPr/>
          </p:nvSpPr>
          <p:spPr>
            <a:xfrm>
              <a:off x="386606" y="1371901"/>
              <a:ext cx="8554953" cy="3213240"/>
            </a:xfrm>
            <a:custGeom>
              <a:avLst/>
              <a:pathLst>
                <a:path w="8554953" h="3213240">
                  <a:moveTo>
                    <a:pt x="0" y="2851821"/>
                  </a:moveTo>
                  <a:lnTo>
                    <a:pt x="522133" y="2851821"/>
                  </a:lnTo>
                  <a:lnTo>
                    <a:pt x="523282" y="2851742"/>
                  </a:lnTo>
                  <a:lnTo>
                    <a:pt x="530812" y="2851178"/>
                  </a:lnTo>
                  <a:lnTo>
                    <a:pt x="549702" y="2849618"/>
                  </a:lnTo>
                  <a:lnTo>
                    <a:pt x="583234" y="2846551"/>
                  </a:lnTo>
                  <a:lnTo>
                    <a:pt x="632725" y="2841518"/>
                  </a:lnTo>
                  <a:lnTo>
                    <a:pt x="697429" y="2834163"/>
                  </a:lnTo>
                  <a:lnTo>
                    <a:pt x="774822" y="2824264"/>
                  </a:lnTo>
                  <a:lnTo>
                    <a:pt x="861207" y="2811738"/>
                  </a:lnTo>
                  <a:lnTo>
                    <a:pt x="952485" y="2796598"/>
                  </a:lnTo>
                  <a:lnTo>
                    <a:pt x="1044838" y="2778903"/>
                  </a:lnTo>
                  <a:lnTo>
                    <a:pt x="1135186" y="2758699"/>
                  </a:lnTo>
                  <a:lnTo>
                    <a:pt x="1221371" y="2735976"/>
                  </a:lnTo>
                  <a:lnTo>
                    <a:pt x="1302135" y="2710634"/>
                  </a:lnTo>
                  <a:lnTo>
                    <a:pt x="1376968" y="2682474"/>
                  </a:lnTo>
                  <a:lnTo>
                    <a:pt x="1445929" y="2651191"/>
                  </a:lnTo>
                  <a:lnTo>
                    <a:pt x="1509459" y="2616380"/>
                  </a:lnTo>
                  <a:lnTo>
                    <a:pt x="1568239" y="2577548"/>
                  </a:lnTo>
                  <a:lnTo>
                    <a:pt x="1623076" y="2534147"/>
                  </a:lnTo>
                  <a:lnTo>
                    <a:pt x="1674822" y="2485616"/>
                  </a:lnTo>
                  <a:lnTo>
                    <a:pt x="1724305" y="2431473"/>
                  </a:lnTo>
                  <a:lnTo>
                    <a:pt x="1768425" y="2376517"/>
                  </a:lnTo>
                  <a:lnTo>
                    <a:pt x="1805561" y="2325470"/>
                  </a:lnTo>
                  <a:lnTo>
                    <a:pt x="1842349" y="2270703"/>
                  </a:lnTo>
                  <a:lnTo>
                    <a:pt x="1879011" y="2212140"/>
                  </a:lnTo>
                  <a:lnTo>
                    <a:pt x="1915717" y="2149766"/>
                  </a:lnTo>
                  <a:lnTo>
                    <a:pt x="1952600" y="2083631"/>
                  </a:lnTo>
                  <a:lnTo>
                    <a:pt x="1989750" y="2013857"/>
                  </a:lnTo>
                  <a:lnTo>
                    <a:pt x="2027225" y="1940644"/>
                  </a:lnTo>
                  <a:lnTo>
                    <a:pt x="2065050" y="1864266"/>
                  </a:lnTo>
                  <a:lnTo>
                    <a:pt x="2103221" y="1785078"/>
                  </a:lnTo>
                  <a:lnTo>
                    <a:pt x="2141708" y="1703504"/>
                  </a:lnTo>
                  <a:lnTo>
                    <a:pt x="2180461" y="1620034"/>
                  </a:lnTo>
                  <a:lnTo>
                    <a:pt x="2219409" y="1535210"/>
                  </a:lnTo>
                  <a:lnTo>
                    <a:pt x="2258471" y="1449614"/>
                  </a:lnTo>
                  <a:lnTo>
                    <a:pt x="2297558" y="1363849"/>
                  </a:lnTo>
                  <a:lnTo>
                    <a:pt x="2336580" y="1278524"/>
                  </a:lnTo>
                  <a:lnTo>
                    <a:pt x="2375450" y="1194236"/>
                  </a:lnTo>
                  <a:lnTo>
                    <a:pt x="2414092" y="1111551"/>
                  </a:lnTo>
                  <a:lnTo>
                    <a:pt x="2452443" y="1030987"/>
                  </a:lnTo>
                  <a:lnTo>
                    <a:pt x="2490461" y="953008"/>
                  </a:lnTo>
                  <a:lnTo>
                    <a:pt x="2528129" y="878007"/>
                  </a:lnTo>
                  <a:lnTo>
                    <a:pt x="2565453" y="806303"/>
                  </a:lnTo>
                  <a:lnTo>
                    <a:pt x="2602474" y="738138"/>
                  </a:lnTo>
                  <a:lnTo>
                    <a:pt x="2639264" y="673675"/>
                  </a:lnTo>
                  <a:lnTo>
                    <a:pt x="2675932" y="613004"/>
                  </a:lnTo>
                  <a:lnTo>
                    <a:pt x="2712627" y="556146"/>
                  </a:lnTo>
                  <a:lnTo>
                    <a:pt x="2749540" y="503056"/>
                  </a:lnTo>
                  <a:lnTo>
                    <a:pt x="2770117" y="475303"/>
                  </a:lnTo>
                  <a:lnTo>
                    <a:pt x="2818167" y="415759"/>
                  </a:lnTo>
                  <a:lnTo>
                    <a:pt x="2867804" y="362083"/>
                  </a:lnTo>
                  <a:lnTo>
                    <a:pt x="2919768" y="313986"/>
                  </a:lnTo>
                  <a:lnTo>
                    <a:pt x="2974892" y="270975"/>
                  </a:lnTo>
                  <a:lnTo>
                    <a:pt x="3034027" y="232487"/>
                  </a:lnTo>
                  <a:lnTo>
                    <a:pt x="3097972" y="197978"/>
                  </a:lnTo>
                  <a:lnTo>
                    <a:pt x="3167395" y="166961"/>
                  </a:lnTo>
                  <a:lnTo>
                    <a:pt x="3242712" y="139039"/>
                  </a:lnTo>
                  <a:lnTo>
                    <a:pt x="3323941" y="113915"/>
                  </a:lnTo>
                  <a:lnTo>
                    <a:pt x="3410520" y="91397"/>
                  </a:lnTo>
                  <a:lnTo>
                    <a:pt x="3501123" y="71395"/>
                  </a:lnTo>
                  <a:lnTo>
                    <a:pt x="3593515" y="53904"/>
                  </a:lnTo>
                  <a:lnTo>
                    <a:pt x="3684547" y="38973"/>
                  </a:lnTo>
                  <a:lnTo>
                    <a:pt x="3770358" y="26660"/>
                  </a:lnTo>
                  <a:lnTo>
                    <a:pt x="3846852" y="16971"/>
                  </a:lnTo>
                  <a:lnTo>
                    <a:pt x="3910401" y="9813"/>
                  </a:lnTo>
                  <a:lnTo>
                    <a:pt x="3958604" y="4954"/>
                  </a:lnTo>
                  <a:lnTo>
                    <a:pt x="3990877" y="2027"/>
                  </a:lnTo>
                  <a:lnTo>
                    <a:pt x="4008703" y="567"/>
                  </a:lnTo>
                  <a:lnTo>
                    <a:pt x="4015512" y="61"/>
                  </a:lnTo>
                  <a:lnTo>
                    <a:pt x="4016409" y="0"/>
                  </a:lnTo>
                  <a:lnTo>
                    <a:pt x="4538543" y="0"/>
                  </a:lnTo>
                  <a:lnTo>
                    <a:pt x="4539664" y="86"/>
                  </a:lnTo>
                  <a:lnTo>
                    <a:pt x="4547014" y="706"/>
                  </a:lnTo>
                  <a:lnTo>
                    <a:pt x="4565467" y="2419"/>
                  </a:lnTo>
                  <a:lnTo>
                    <a:pt x="4598264" y="5788"/>
                  </a:lnTo>
                  <a:lnTo>
                    <a:pt x="4646745" y="11320"/>
                  </a:lnTo>
                  <a:lnTo>
                    <a:pt x="4710257" y="19412"/>
                  </a:lnTo>
                  <a:lnTo>
                    <a:pt x="4786406" y="30313"/>
                  </a:lnTo>
                  <a:lnTo>
                    <a:pt x="4871629" y="44123"/>
                  </a:lnTo>
                  <a:lnTo>
                    <a:pt x="4961931" y="60833"/>
                  </a:lnTo>
                  <a:lnTo>
                    <a:pt x="5053551" y="80379"/>
                  </a:lnTo>
                  <a:lnTo>
                    <a:pt x="5143418" y="102707"/>
                  </a:lnTo>
                  <a:lnTo>
                    <a:pt x="5229348" y="127822"/>
                  </a:lnTo>
                  <a:lnTo>
                    <a:pt x="5310033" y="155821"/>
                  </a:lnTo>
                  <a:lnTo>
                    <a:pt x="5384911" y="186912"/>
                  </a:lnTo>
                  <a:lnTo>
                    <a:pt x="5453984" y="221418"/>
                  </a:lnTo>
                  <a:lnTo>
                    <a:pt x="5517646" y="259771"/>
                  </a:lnTo>
                  <a:lnTo>
                    <a:pt x="5576538" y="302501"/>
                  </a:lnTo>
                  <a:lnTo>
                    <a:pt x="5631435" y="350204"/>
                  </a:lnTo>
                  <a:lnTo>
                    <a:pt x="5683168" y="403500"/>
                  </a:lnTo>
                  <a:lnTo>
                    <a:pt x="5732549" y="462940"/>
                  </a:lnTo>
                  <a:lnTo>
                    <a:pt x="5780312" y="528869"/>
                  </a:lnTo>
                  <a:lnTo>
                    <a:pt x="5784835" y="535540"/>
                  </a:lnTo>
                  <a:lnTo>
                    <a:pt x="5820245" y="590276"/>
                  </a:lnTo>
                  <a:lnTo>
                    <a:pt x="5855329" y="648817"/>
                  </a:lnTo>
                  <a:lnTo>
                    <a:pt x="5890282" y="711240"/>
                  </a:lnTo>
                  <a:lnTo>
                    <a:pt x="5925256" y="777567"/>
                  </a:lnTo>
                  <a:lnTo>
                    <a:pt x="5960371" y="847761"/>
                  </a:lnTo>
                  <a:lnTo>
                    <a:pt x="5995713" y="921717"/>
                  </a:lnTo>
                  <a:lnTo>
                    <a:pt x="6031339" y="999261"/>
                  </a:lnTo>
                  <a:lnTo>
                    <a:pt x="6067278" y="1080146"/>
                  </a:lnTo>
                  <a:lnTo>
                    <a:pt x="6103537" y="1164054"/>
                  </a:lnTo>
                  <a:lnTo>
                    <a:pt x="6140097" y="1250597"/>
                  </a:lnTo>
                  <a:lnTo>
                    <a:pt x="6176923" y="1339323"/>
                  </a:lnTo>
                  <a:lnTo>
                    <a:pt x="6213960" y="1429727"/>
                  </a:lnTo>
                  <a:lnTo>
                    <a:pt x="6251144" y="1521260"/>
                  </a:lnTo>
                  <a:lnTo>
                    <a:pt x="6288400" y="1613343"/>
                  </a:lnTo>
                  <a:lnTo>
                    <a:pt x="6325650" y="1705383"/>
                  </a:lnTo>
                  <a:lnTo>
                    <a:pt x="6362817" y="1796787"/>
                  </a:lnTo>
                  <a:lnTo>
                    <a:pt x="6399827" y="1886980"/>
                  </a:lnTo>
                  <a:lnTo>
                    <a:pt x="6436617" y="1975418"/>
                  </a:lnTo>
                  <a:lnTo>
                    <a:pt x="6473135" y="2061603"/>
                  </a:lnTo>
                  <a:lnTo>
                    <a:pt x="6509347" y="2145092"/>
                  </a:lnTo>
                  <a:lnTo>
                    <a:pt x="6545240" y="2225508"/>
                  </a:lnTo>
                  <a:lnTo>
                    <a:pt x="6580822" y="2302542"/>
                  </a:lnTo>
                  <a:lnTo>
                    <a:pt x="6616127" y="2375958"/>
                  </a:lnTo>
                  <a:lnTo>
                    <a:pt x="6651215" y="2445593"/>
                  </a:lnTo>
                  <a:lnTo>
                    <a:pt x="6686178" y="2511351"/>
                  </a:lnTo>
                  <a:lnTo>
                    <a:pt x="6721139" y="2573204"/>
                  </a:lnTo>
                  <a:lnTo>
                    <a:pt x="6756258" y="2631184"/>
                  </a:lnTo>
                  <a:lnTo>
                    <a:pt x="6786527" y="2677700"/>
                  </a:lnTo>
                  <a:lnTo>
                    <a:pt x="6834169" y="2744256"/>
                  </a:lnTo>
                  <a:lnTo>
                    <a:pt x="6883365" y="2804309"/>
                  </a:lnTo>
                  <a:lnTo>
                    <a:pt x="6934837" y="2858172"/>
                  </a:lnTo>
                  <a:lnTo>
                    <a:pt x="6989395" y="2906386"/>
                  </a:lnTo>
                  <a:lnTo>
                    <a:pt x="7047868" y="2949566"/>
                  </a:lnTo>
                  <a:lnTo>
                    <a:pt x="7111042" y="2988315"/>
                  </a:lnTo>
                  <a:lnTo>
                    <a:pt x="7179574" y="3023170"/>
                  </a:lnTo>
                  <a:lnTo>
                    <a:pt x="7253887" y="3054573"/>
                  </a:lnTo>
                  <a:lnTo>
                    <a:pt x="7334028" y="3082858"/>
                  </a:lnTo>
                  <a:lnTo>
                    <a:pt x="7419498" y="3108243"/>
                  </a:lnTo>
                  <a:lnTo>
                    <a:pt x="7509068" y="3130837"/>
                  </a:lnTo>
                  <a:lnTo>
                    <a:pt x="7600640" y="3150652"/>
                  </a:lnTo>
                  <a:lnTo>
                    <a:pt x="7691223" y="3167637"/>
                  </a:lnTo>
                  <a:lnTo>
                    <a:pt x="7777108" y="3181728"/>
                  </a:lnTo>
                  <a:lnTo>
                    <a:pt x="7854294" y="3192905"/>
                  </a:lnTo>
                  <a:lnTo>
                    <a:pt x="7919147" y="3201259"/>
                  </a:lnTo>
                  <a:lnTo>
                    <a:pt x="7969130" y="3207022"/>
                  </a:lnTo>
                  <a:lnTo>
                    <a:pt x="8003405" y="3210577"/>
                  </a:lnTo>
                  <a:lnTo>
                    <a:pt x="8023123" y="3212425"/>
                  </a:lnTo>
                  <a:lnTo>
                    <a:pt x="8031351" y="3213125"/>
                  </a:lnTo>
                  <a:lnTo>
                    <a:pt x="8032818" y="3213240"/>
                  </a:lnTo>
                  <a:lnTo>
                    <a:pt x="8032819" y="3213240"/>
                  </a:lnTo>
                  <a:lnTo>
                    <a:pt x="8554953" y="3213240"/>
                  </a:lnTo>
                  <a:lnTo>
                    <a:pt x="8554953" y="321324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183" name="pl1183"/>
            <p:cNvSpPr/>
            <p:nvPr/>
          </p:nvSpPr>
          <p:spPr>
            <a:xfrm>
              <a:off x="386606" y="1366254"/>
              <a:ext cx="8554953" cy="3213240"/>
            </a:xfrm>
            <a:custGeom>
              <a:avLst/>
              <a:pathLst>
                <a:path w="8554953" h="3213240">
                  <a:moveTo>
                    <a:pt x="8554953" y="3213240"/>
                  </a:moveTo>
                  <a:lnTo>
                    <a:pt x="8032819" y="3213240"/>
                  </a:lnTo>
                  <a:lnTo>
                    <a:pt x="8031698" y="3213153"/>
                  </a:lnTo>
                  <a:lnTo>
                    <a:pt x="8024348" y="3212533"/>
                  </a:lnTo>
                  <a:lnTo>
                    <a:pt x="8005895" y="3210820"/>
                  </a:lnTo>
                  <a:lnTo>
                    <a:pt x="7973098" y="3207452"/>
                  </a:lnTo>
                  <a:lnTo>
                    <a:pt x="7924617" y="3201919"/>
                  </a:lnTo>
                  <a:lnTo>
                    <a:pt x="7861105" y="3193827"/>
                  </a:lnTo>
                  <a:lnTo>
                    <a:pt x="7784956" y="3182926"/>
                  </a:lnTo>
                  <a:lnTo>
                    <a:pt x="7699733" y="3169116"/>
                  </a:lnTo>
                  <a:lnTo>
                    <a:pt x="7609431" y="3152406"/>
                  </a:lnTo>
                  <a:lnTo>
                    <a:pt x="7517811" y="3132860"/>
                  </a:lnTo>
                  <a:lnTo>
                    <a:pt x="7427944" y="3110532"/>
                  </a:lnTo>
                  <a:lnTo>
                    <a:pt x="7342014" y="3085418"/>
                  </a:lnTo>
                  <a:lnTo>
                    <a:pt x="7261329" y="3057419"/>
                  </a:lnTo>
                  <a:lnTo>
                    <a:pt x="7186451" y="3026327"/>
                  </a:lnTo>
                  <a:lnTo>
                    <a:pt x="7117378" y="2991821"/>
                  </a:lnTo>
                  <a:lnTo>
                    <a:pt x="7053716" y="2953468"/>
                  </a:lnTo>
                  <a:lnTo>
                    <a:pt x="6994824" y="2910739"/>
                  </a:lnTo>
                  <a:lnTo>
                    <a:pt x="6939927" y="2863035"/>
                  </a:lnTo>
                  <a:lnTo>
                    <a:pt x="6888194" y="2809740"/>
                  </a:lnTo>
                  <a:lnTo>
                    <a:pt x="6838813" y="2750300"/>
                  </a:lnTo>
                  <a:lnTo>
                    <a:pt x="6791050" y="2684371"/>
                  </a:lnTo>
                  <a:lnTo>
                    <a:pt x="6786527" y="2677700"/>
                  </a:lnTo>
                  <a:lnTo>
                    <a:pt x="6751117" y="2622963"/>
                  </a:lnTo>
                  <a:lnTo>
                    <a:pt x="6716033" y="2564422"/>
                  </a:lnTo>
                  <a:lnTo>
                    <a:pt x="6681080" y="2501999"/>
                  </a:lnTo>
                  <a:lnTo>
                    <a:pt x="6646106" y="2435672"/>
                  </a:lnTo>
                  <a:lnTo>
                    <a:pt x="6610991" y="2365479"/>
                  </a:lnTo>
                  <a:lnTo>
                    <a:pt x="6575649" y="2291523"/>
                  </a:lnTo>
                  <a:lnTo>
                    <a:pt x="6540023" y="2213978"/>
                  </a:lnTo>
                  <a:lnTo>
                    <a:pt x="6504083" y="2133093"/>
                  </a:lnTo>
                  <a:lnTo>
                    <a:pt x="6467825" y="2049185"/>
                  </a:lnTo>
                  <a:lnTo>
                    <a:pt x="6431265" y="1962643"/>
                  </a:lnTo>
                  <a:lnTo>
                    <a:pt x="6394439" y="1873916"/>
                  </a:lnTo>
                  <a:lnTo>
                    <a:pt x="6357402" y="1783512"/>
                  </a:lnTo>
                  <a:lnTo>
                    <a:pt x="6320218" y="1691979"/>
                  </a:lnTo>
                  <a:lnTo>
                    <a:pt x="6282962" y="1599896"/>
                  </a:lnTo>
                  <a:lnTo>
                    <a:pt x="6245712" y="1507856"/>
                  </a:lnTo>
                  <a:lnTo>
                    <a:pt x="6208545" y="1416452"/>
                  </a:lnTo>
                  <a:lnTo>
                    <a:pt x="6171535" y="1326260"/>
                  </a:lnTo>
                  <a:lnTo>
                    <a:pt x="6134745" y="1237822"/>
                  </a:lnTo>
                  <a:lnTo>
                    <a:pt x="6098227" y="1151637"/>
                  </a:lnTo>
                  <a:lnTo>
                    <a:pt x="6062014" y="1068147"/>
                  </a:lnTo>
                  <a:lnTo>
                    <a:pt x="6026121" y="987731"/>
                  </a:lnTo>
                  <a:lnTo>
                    <a:pt x="5990540" y="910697"/>
                  </a:lnTo>
                  <a:lnTo>
                    <a:pt x="5955235" y="837281"/>
                  </a:lnTo>
                  <a:lnTo>
                    <a:pt x="5920147" y="767647"/>
                  </a:lnTo>
                  <a:lnTo>
                    <a:pt x="5885184" y="701888"/>
                  </a:lnTo>
                  <a:lnTo>
                    <a:pt x="5850222" y="640035"/>
                  </a:lnTo>
                  <a:lnTo>
                    <a:pt x="5815103" y="582055"/>
                  </a:lnTo>
                  <a:lnTo>
                    <a:pt x="5784835" y="535540"/>
                  </a:lnTo>
                  <a:lnTo>
                    <a:pt x="5737193" y="468984"/>
                  </a:lnTo>
                  <a:lnTo>
                    <a:pt x="5687997" y="408931"/>
                  </a:lnTo>
                  <a:lnTo>
                    <a:pt x="5636525" y="355067"/>
                  </a:lnTo>
                  <a:lnTo>
                    <a:pt x="5581967" y="306854"/>
                  </a:lnTo>
                  <a:lnTo>
                    <a:pt x="5523494" y="263674"/>
                  </a:lnTo>
                  <a:lnTo>
                    <a:pt x="5460320" y="224925"/>
                  </a:lnTo>
                  <a:lnTo>
                    <a:pt x="5391788" y="190070"/>
                  </a:lnTo>
                  <a:lnTo>
                    <a:pt x="5317475" y="158667"/>
                  </a:lnTo>
                  <a:lnTo>
                    <a:pt x="5237334" y="130382"/>
                  </a:lnTo>
                  <a:lnTo>
                    <a:pt x="5151864" y="104996"/>
                  </a:lnTo>
                  <a:lnTo>
                    <a:pt x="5062294" y="82402"/>
                  </a:lnTo>
                  <a:lnTo>
                    <a:pt x="4970722" y="62587"/>
                  </a:lnTo>
                  <a:lnTo>
                    <a:pt x="4880139" y="45602"/>
                  </a:lnTo>
                  <a:lnTo>
                    <a:pt x="4794254" y="31512"/>
                  </a:lnTo>
                  <a:lnTo>
                    <a:pt x="4717067" y="20334"/>
                  </a:lnTo>
                  <a:lnTo>
                    <a:pt x="4652215" y="11980"/>
                  </a:lnTo>
                  <a:lnTo>
                    <a:pt x="4602232" y="6218"/>
                  </a:lnTo>
                  <a:lnTo>
                    <a:pt x="4567956" y="2662"/>
                  </a:lnTo>
                  <a:lnTo>
                    <a:pt x="4548239" y="814"/>
                  </a:lnTo>
                  <a:lnTo>
                    <a:pt x="4540011" y="114"/>
                  </a:lnTo>
                  <a:lnTo>
                    <a:pt x="4538544" y="0"/>
                  </a:lnTo>
                  <a:lnTo>
                    <a:pt x="4538543" y="0"/>
                  </a:lnTo>
                  <a:lnTo>
                    <a:pt x="4016409" y="0"/>
                  </a:lnTo>
                  <a:lnTo>
                    <a:pt x="4015260" y="79"/>
                  </a:lnTo>
                  <a:lnTo>
                    <a:pt x="4007730" y="643"/>
                  </a:lnTo>
                  <a:lnTo>
                    <a:pt x="3988841" y="2203"/>
                  </a:lnTo>
                  <a:lnTo>
                    <a:pt x="3955308" y="5269"/>
                  </a:lnTo>
                  <a:lnTo>
                    <a:pt x="3905817" y="10302"/>
                  </a:lnTo>
                  <a:lnTo>
                    <a:pt x="3841113" y="17658"/>
                  </a:lnTo>
                  <a:lnTo>
                    <a:pt x="3763720" y="27556"/>
                  </a:lnTo>
                  <a:lnTo>
                    <a:pt x="3677335" y="40082"/>
                  </a:lnTo>
                  <a:lnTo>
                    <a:pt x="3586057" y="55222"/>
                  </a:lnTo>
                  <a:lnTo>
                    <a:pt x="3493704" y="72917"/>
                  </a:lnTo>
                  <a:lnTo>
                    <a:pt x="3403356" y="93121"/>
                  </a:lnTo>
                  <a:lnTo>
                    <a:pt x="3317171" y="115845"/>
                  </a:lnTo>
                  <a:lnTo>
                    <a:pt x="3236408" y="141186"/>
                  </a:lnTo>
                  <a:lnTo>
                    <a:pt x="3161574" y="169346"/>
                  </a:lnTo>
                  <a:lnTo>
                    <a:pt x="3092613" y="200629"/>
                  </a:lnTo>
                  <a:lnTo>
                    <a:pt x="3029083" y="235441"/>
                  </a:lnTo>
                  <a:lnTo>
                    <a:pt x="2970304" y="274272"/>
                  </a:lnTo>
                  <a:lnTo>
                    <a:pt x="2915466" y="317674"/>
                  </a:lnTo>
                  <a:lnTo>
                    <a:pt x="2863720" y="366204"/>
                  </a:lnTo>
                  <a:lnTo>
                    <a:pt x="2814237" y="420348"/>
                  </a:lnTo>
                  <a:lnTo>
                    <a:pt x="2770117" y="475303"/>
                  </a:lnTo>
                  <a:lnTo>
                    <a:pt x="2732982" y="526351"/>
                  </a:lnTo>
                  <a:lnTo>
                    <a:pt x="2696193" y="581118"/>
                  </a:lnTo>
                  <a:lnTo>
                    <a:pt x="2659532" y="639680"/>
                  </a:lnTo>
                  <a:lnTo>
                    <a:pt x="2622825" y="702054"/>
                  </a:lnTo>
                  <a:lnTo>
                    <a:pt x="2585943" y="768189"/>
                  </a:lnTo>
                  <a:lnTo>
                    <a:pt x="2548793" y="837963"/>
                  </a:lnTo>
                  <a:lnTo>
                    <a:pt x="2511318" y="911177"/>
                  </a:lnTo>
                  <a:lnTo>
                    <a:pt x="2473493" y="987554"/>
                  </a:lnTo>
                  <a:lnTo>
                    <a:pt x="2435321" y="1066743"/>
                  </a:lnTo>
                  <a:lnTo>
                    <a:pt x="2396834" y="1148316"/>
                  </a:lnTo>
                  <a:lnTo>
                    <a:pt x="2358081" y="1231787"/>
                  </a:lnTo>
                  <a:lnTo>
                    <a:pt x="2319133" y="1316610"/>
                  </a:lnTo>
                  <a:lnTo>
                    <a:pt x="2280071" y="1402207"/>
                  </a:lnTo>
                  <a:lnTo>
                    <a:pt x="2240984" y="1487972"/>
                  </a:lnTo>
                  <a:lnTo>
                    <a:pt x="2201962" y="1573296"/>
                  </a:lnTo>
                  <a:lnTo>
                    <a:pt x="2163092" y="1657584"/>
                  </a:lnTo>
                  <a:lnTo>
                    <a:pt x="2124450" y="1740270"/>
                  </a:lnTo>
                  <a:lnTo>
                    <a:pt x="2086099" y="1820833"/>
                  </a:lnTo>
                  <a:lnTo>
                    <a:pt x="2048081" y="1898812"/>
                  </a:lnTo>
                  <a:lnTo>
                    <a:pt x="2010414" y="1973813"/>
                  </a:lnTo>
                  <a:lnTo>
                    <a:pt x="1973089" y="2045517"/>
                  </a:lnTo>
                  <a:lnTo>
                    <a:pt x="1936068" y="2113683"/>
                  </a:lnTo>
                  <a:lnTo>
                    <a:pt x="1899278" y="2178145"/>
                  </a:lnTo>
                  <a:lnTo>
                    <a:pt x="1862610" y="2238816"/>
                  </a:lnTo>
                  <a:lnTo>
                    <a:pt x="1825915" y="2295675"/>
                  </a:lnTo>
                  <a:lnTo>
                    <a:pt x="1789002" y="2348765"/>
                  </a:lnTo>
                  <a:lnTo>
                    <a:pt x="1768425" y="2376517"/>
                  </a:lnTo>
                  <a:lnTo>
                    <a:pt x="1720375" y="2436062"/>
                  </a:lnTo>
                  <a:lnTo>
                    <a:pt x="1670738" y="2489738"/>
                  </a:lnTo>
                  <a:lnTo>
                    <a:pt x="1618774" y="2537835"/>
                  </a:lnTo>
                  <a:lnTo>
                    <a:pt x="1563650" y="2580846"/>
                  </a:lnTo>
                  <a:lnTo>
                    <a:pt x="1504515" y="2619333"/>
                  </a:lnTo>
                  <a:lnTo>
                    <a:pt x="1440570" y="2653843"/>
                  </a:lnTo>
                  <a:lnTo>
                    <a:pt x="1371147" y="2684859"/>
                  </a:lnTo>
                  <a:lnTo>
                    <a:pt x="1295830" y="2712782"/>
                  </a:lnTo>
                  <a:lnTo>
                    <a:pt x="1214601" y="2737906"/>
                  </a:lnTo>
                  <a:lnTo>
                    <a:pt x="1128022" y="2760424"/>
                  </a:lnTo>
                  <a:lnTo>
                    <a:pt x="1037419" y="2780426"/>
                  </a:lnTo>
                  <a:lnTo>
                    <a:pt x="945027" y="2797917"/>
                  </a:lnTo>
                  <a:lnTo>
                    <a:pt x="853995" y="2812847"/>
                  </a:lnTo>
                  <a:lnTo>
                    <a:pt x="768185" y="2825161"/>
                  </a:lnTo>
                  <a:lnTo>
                    <a:pt x="691690" y="2834849"/>
                  </a:lnTo>
                  <a:lnTo>
                    <a:pt x="628141" y="2842007"/>
                  </a:lnTo>
                  <a:lnTo>
                    <a:pt x="579939" y="2846866"/>
                  </a:lnTo>
                  <a:lnTo>
                    <a:pt x="547665" y="2849793"/>
                  </a:lnTo>
                  <a:lnTo>
                    <a:pt x="529839" y="2851253"/>
                  </a:lnTo>
                  <a:lnTo>
                    <a:pt x="523030" y="2851760"/>
                  </a:lnTo>
                  <a:lnTo>
                    <a:pt x="522133" y="2851821"/>
                  </a:lnTo>
                  <a:lnTo>
                    <a:pt x="0" y="2851821"/>
                  </a:lnTo>
                  <a:lnTo>
                    <a:pt x="0" y="2851821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184" name="pg1184"/>
            <p:cNvSpPr/>
            <p:nvPr/>
          </p:nvSpPr>
          <p:spPr>
            <a:xfrm>
              <a:off x="386606" y="2394039"/>
              <a:ext cx="8554953" cy="1942626"/>
            </a:xfrm>
            <a:custGeom>
              <a:avLst/>
              <a:pathLst>
                <a:path w="8554953" h="1942626">
                  <a:moveTo>
                    <a:pt x="0" y="1942626"/>
                  </a:moveTo>
                  <a:lnTo>
                    <a:pt x="522133" y="1942626"/>
                  </a:lnTo>
                  <a:lnTo>
                    <a:pt x="523384" y="1942594"/>
                  </a:lnTo>
                  <a:lnTo>
                    <a:pt x="531565" y="1942362"/>
                  </a:lnTo>
                  <a:lnTo>
                    <a:pt x="552027" y="1941722"/>
                  </a:lnTo>
                  <a:lnTo>
                    <a:pt x="588201" y="1940463"/>
                  </a:lnTo>
                  <a:lnTo>
                    <a:pt x="641288" y="1938402"/>
                  </a:lnTo>
                  <a:lnTo>
                    <a:pt x="710198" y="1935399"/>
                  </a:lnTo>
                  <a:lnTo>
                    <a:pt x="791924" y="1931374"/>
                  </a:lnTo>
                  <a:lnTo>
                    <a:pt x="882294" y="1926299"/>
                  </a:lnTo>
                  <a:lnTo>
                    <a:pt x="976854" y="1920188"/>
                  </a:lnTo>
                  <a:lnTo>
                    <a:pt x="1071608" y="1913064"/>
                  </a:lnTo>
                  <a:lnTo>
                    <a:pt x="1163471" y="1904942"/>
                  </a:lnTo>
                  <a:lnTo>
                    <a:pt x="1250400" y="1895807"/>
                  </a:lnTo>
                  <a:lnTo>
                    <a:pt x="1331320" y="1885605"/>
                  </a:lnTo>
                  <a:lnTo>
                    <a:pt x="1405923" y="1874238"/>
                  </a:lnTo>
                  <a:lnTo>
                    <a:pt x="1474458" y="1861565"/>
                  </a:lnTo>
                  <a:lnTo>
                    <a:pt x="1537534" y="1847402"/>
                  </a:lnTo>
                  <a:lnTo>
                    <a:pt x="1595969" y="1831537"/>
                  </a:lnTo>
                  <a:lnTo>
                    <a:pt x="1650674" y="1813737"/>
                  </a:lnTo>
                  <a:lnTo>
                    <a:pt x="1702574" y="1793786"/>
                  </a:lnTo>
                  <a:lnTo>
                    <a:pt x="1752524" y="1771523"/>
                  </a:lnTo>
                  <a:lnTo>
                    <a:pt x="1768425" y="1763799"/>
                  </a:lnTo>
                  <a:lnTo>
                    <a:pt x="1817408" y="1738127"/>
                  </a:lnTo>
                  <a:lnTo>
                    <a:pt x="1865912" y="1709993"/>
                  </a:lnTo>
                  <a:lnTo>
                    <a:pt x="1914391" y="1679358"/>
                  </a:lnTo>
                  <a:lnTo>
                    <a:pt x="1963167" y="1646253"/>
                  </a:lnTo>
                  <a:lnTo>
                    <a:pt x="2012440" y="1610793"/>
                  </a:lnTo>
                  <a:lnTo>
                    <a:pt x="2062310" y="1573180"/>
                  </a:lnTo>
                  <a:lnTo>
                    <a:pt x="2112784" y="1533706"/>
                  </a:lnTo>
                  <a:lnTo>
                    <a:pt x="2163789" y="1492744"/>
                  </a:lnTo>
                  <a:lnTo>
                    <a:pt x="2215189" y="1450738"/>
                  </a:lnTo>
                  <a:lnTo>
                    <a:pt x="2266804" y="1408183"/>
                  </a:lnTo>
                  <a:lnTo>
                    <a:pt x="2318428" y="1365602"/>
                  </a:lnTo>
                  <a:lnTo>
                    <a:pt x="2369857" y="1323522"/>
                  </a:lnTo>
                  <a:lnTo>
                    <a:pt x="2420906" y="1282440"/>
                  </a:lnTo>
                  <a:lnTo>
                    <a:pt x="2471435" y="1242806"/>
                  </a:lnTo>
                  <a:lnTo>
                    <a:pt x="2521364" y="1205002"/>
                  </a:lnTo>
                  <a:lnTo>
                    <a:pt x="2570692" y="1169326"/>
                  </a:lnTo>
                  <a:lnTo>
                    <a:pt x="2619508" y="1135990"/>
                  </a:lnTo>
                  <a:lnTo>
                    <a:pt x="2668004" y="1105116"/>
                  </a:lnTo>
                  <a:lnTo>
                    <a:pt x="2716488" y="1076744"/>
                  </a:lnTo>
                  <a:lnTo>
                    <a:pt x="2765402" y="1050840"/>
                  </a:lnTo>
                  <a:lnTo>
                    <a:pt x="2770117" y="1048491"/>
                  </a:lnTo>
                  <a:lnTo>
                    <a:pt x="2819595" y="1025466"/>
                  </a:lnTo>
                  <a:lnTo>
                    <a:pt x="2870774" y="1004777"/>
                  </a:lnTo>
                  <a:lnTo>
                    <a:pt x="2924471" y="986303"/>
                  </a:lnTo>
                  <a:lnTo>
                    <a:pt x="2981593" y="969835"/>
                  </a:lnTo>
                  <a:lnTo>
                    <a:pt x="3043068" y="955145"/>
                  </a:lnTo>
                  <a:lnTo>
                    <a:pt x="3109754" y="942011"/>
                  </a:lnTo>
                  <a:lnTo>
                    <a:pt x="3182341" y="930238"/>
                  </a:lnTo>
                  <a:lnTo>
                    <a:pt x="3261215" y="919671"/>
                  </a:lnTo>
                  <a:lnTo>
                    <a:pt x="3346272" y="910198"/>
                  </a:lnTo>
                  <a:lnTo>
                    <a:pt x="3436708" y="901751"/>
                  </a:lnTo>
                  <a:lnTo>
                    <a:pt x="3530813" y="894303"/>
                  </a:lnTo>
                  <a:lnTo>
                    <a:pt x="3625835" y="887860"/>
                  </a:lnTo>
                  <a:lnTo>
                    <a:pt x="3718042" y="882447"/>
                  </a:lnTo>
                  <a:lnTo>
                    <a:pt x="3803060" y="878082"/>
                  </a:lnTo>
                  <a:lnTo>
                    <a:pt x="3876529" y="874753"/>
                  </a:lnTo>
                  <a:lnTo>
                    <a:pt x="3934972" y="872399"/>
                  </a:lnTo>
                  <a:lnTo>
                    <a:pt x="3976612" y="870899"/>
                  </a:lnTo>
                  <a:lnTo>
                    <a:pt x="4001896" y="870081"/>
                  </a:lnTo>
                  <a:lnTo>
                    <a:pt x="4013559" y="869740"/>
                  </a:lnTo>
                  <a:lnTo>
                    <a:pt x="4016409" y="869664"/>
                  </a:lnTo>
                  <a:lnTo>
                    <a:pt x="4538543" y="869664"/>
                  </a:lnTo>
                  <a:lnTo>
                    <a:pt x="4539800" y="869638"/>
                  </a:lnTo>
                  <a:lnTo>
                    <a:pt x="4548023" y="869450"/>
                  </a:lnTo>
                  <a:lnTo>
                    <a:pt x="4568586" y="868931"/>
                  </a:lnTo>
                  <a:lnTo>
                    <a:pt x="4604929" y="867913"/>
                  </a:lnTo>
                  <a:lnTo>
                    <a:pt x="4658245" y="866244"/>
                  </a:lnTo>
                  <a:lnTo>
                    <a:pt x="4727420" y="863814"/>
                  </a:lnTo>
                  <a:lnTo>
                    <a:pt x="4809417" y="860557"/>
                  </a:lnTo>
                  <a:lnTo>
                    <a:pt x="4900032" y="856452"/>
                  </a:lnTo>
                  <a:lnTo>
                    <a:pt x="4994790" y="851509"/>
                  </a:lnTo>
                  <a:lnTo>
                    <a:pt x="5089687" y="845749"/>
                  </a:lnTo>
                  <a:lnTo>
                    <a:pt x="5181636" y="839182"/>
                  </a:lnTo>
                  <a:lnTo>
                    <a:pt x="5268605" y="831795"/>
                  </a:lnTo>
                  <a:lnTo>
                    <a:pt x="5349528" y="823546"/>
                  </a:lnTo>
                  <a:lnTo>
                    <a:pt x="5424114" y="814352"/>
                  </a:lnTo>
                  <a:lnTo>
                    <a:pt x="5492621" y="804099"/>
                  </a:lnTo>
                  <a:lnTo>
                    <a:pt x="5555669" y="792639"/>
                  </a:lnTo>
                  <a:lnTo>
                    <a:pt x="5614085" y="779797"/>
                  </a:lnTo>
                  <a:lnTo>
                    <a:pt x="5668786" y="765387"/>
                  </a:lnTo>
                  <a:lnTo>
                    <a:pt x="5720702" y="749232"/>
                  </a:lnTo>
                  <a:lnTo>
                    <a:pt x="5770686" y="731207"/>
                  </a:lnTo>
                  <a:lnTo>
                    <a:pt x="5784835" y="725661"/>
                  </a:lnTo>
                  <a:lnTo>
                    <a:pt x="5835379" y="704292"/>
                  </a:lnTo>
                  <a:lnTo>
                    <a:pt x="5885431" y="680810"/>
                  </a:lnTo>
                  <a:lnTo>
                    <a:pt x="5935482" y="655182"/>
                  </a:lnTo>
                  <a:lnTo>
                    <a:pt x="5985873" y="627442"/>
                  </a:lnTo>
                  <a:lnTo>
                    <a:pt x="6036813" y="597701"/>
                  </a:lnTo>
                  <a:lnTo>
                    <a:pt x="6088396" y="566148"/>
                  </a:lnTo>
                  <a:lnTo>
                    <a:pt x="6140613" y="533056"/>
                  </a:lnTo>
                  <a:lnTo>
                    <a:pt x="6193368" y="498768"/>
                  </a:lnTo>
                  <a:lnTo>
                    <a:pt x="6246498" y="463691"/>
                  </a:lnTo>
                  <a:lnTo>
                    <a:pt x="6299795" y="428271"/>
                  </a:lnTo>
                  <a:lnTo>
                    <a:pt x="6353031" y="392975"/>
                  </a:lnTo>
                  <a:lnTo>
                    <a:pt x="6405986" y="358262"/>
                  </a:lnTo>
                  <a:lnTo>
                    <a:pt x="6458472" y="324560"/>
                  </a:lnTo>
                  <a:lnTo>
                    <a:pt x="6510360" y="292245"/>
                  </a:lnTo>
                  <a:lnTo>
                    <a:pt x="6561598" y="261622"/>
                  </a:lnTo>
                  <a:lnTo>
                    <a:pt x="6612229" y="232922"/>
                  </a:lnTo>
                  <a:lnTo>
                    <a:pt x="6662406" y="206292"/>
                  </a:lnTo>
                  <a:lnTo>
                    <a:pt x="6712406" y="181801"/>
                  </a:lnTo>
                  <a:lnTo>
                    <a:pt x="6762646" y="159445"/>
                  </a:lnTo>
                  <a:lnTo>
                    <a:pt x="6786527" y="149650"/>
                  </a:lnTo>
                  <a:lnTo>
                    <a:pt x="6836094" y="131077"/>
                  </a:lnTo>
                  <a:lnTo>
                    <a:pt x="6887370" y="114393"/>
                  </a:lnTo>
                  <a:lnTo>
                    <a:pt x="6941176" y="99497"/>
                  </a:lnTo>
                  <a:lnTo>
                    <a:pt x="6998425" y="86222"/>
                  </a:lnTo>
                  <a:lnTo>
                    <a:pt x="7060048" y="74382"/>
                  </a:lnTo>
                  <a:lnTo>
                    <a:pt x="7126907" y="63798"/>
                  </a:lnTo>
                  <a:lnTo>
                    <a:pt x="7199695" y="54313"/>
                  </a:lnTo>
                  <a:lnTo>
                    <a:pt x="7278794" y="45801"/>
                  </a:lnTo>
                  <a:lnTo>
                    <a:pt x="7364092" y="38172"/>
                  </a:lnTo>
                  <a:lnTo>
                    <a:pt x="7454769" y="31371"/>
                  </a:lnTo>
                  <a:lnTo>
                    <a:pt x="7549086" y="25378"/>
                  </a:lnTo>
                  <a:lnTo>
                    <a:pt x="7644260" y="20198"/>
                  </a:lnTo>
                  <a:lnTo>
                    <a:pt x="7736519" y="15850"/>
                  </a:lnTo>
                  <a:lnTo>
                    <a:pt x="7821459" y="12349"/>
                  </a:lnTo>
                  <a:lnTo>
                    <a:pt x="7894708" y="9685"/>
                  </a:lnTo>
                  <a:lnTo>
                    <a:pt x="7952804" y="7806"/>
                  </a:lnTo>
                  <a:lnTo>
                    <a:pt x="7994019" y="6614"/>
                  </a:lnTo>
                  <a:lnTo>
                    <a:pt x="8018870" y="5968"/>
                  </a:lnTo>
                  <a:lnTo>
                    <a:pt x="8030177" y="5703"/>
                  </a:lnTo>
                  <a:lnTo>
                    <a:pt x="8032819" y="5647"/>
                  </a:lnTo>
                  <a:lnTo>
                    <a:pt x="8554953" y="5647"/>
                  </a:lnTo>
                  <a:lnTo>
                    <a:pt x="8554953" y="0"/>
                  </a:lnTo>
                  <a:lnTo>
                    <a:pt x="8032819" y="0"/>
                  </a:lnTo>
                  <a:lnTo>
                    <a:pt x="8031562" y="26"/>
                  </a:lnTo>
                  <a:lnTo>
                    <a:pt x="8023339" y="213"/>
                  </a:lnTo>
                  <a:lnTo>
                    <a:pt x="8002776" y="732"/>
                  </a:lnTo>
                  <a:lnTo>
                    <a:pt x="7966433" y="1751"/>
                  </a:lnTo>
                  <a:lnTo>
                    <a:pt x="7913117" y="3419"/>
                  </a:lnTo>
                  <a:lnTo>
                    <a:pt x="7843942" y="5849"/>
                  </a:lnTo>
                  <a:lnTo>
                    <a:pt x="7761945" y="9107"/>
                  </a:lnTo>
                  <a:lnTo>
                    <a:pt x="7671330" y="13211"/>
                  </a:lnTo>
                  <a:lnTo>
                    <a:pt x="7576572" y="18154"/>
                  </a:lnTo>
                  <a:lnTo>
                    <a:pt x="7481675" y="23914"/>
                  </a:lnTo>
                  <a:lnTo>
                    <a:pt x="7389726" y="30482"/>
                  </a:lnTo>
                  <a:lnTo>
                    <a:pt x="7302757" y="37868"/>
                  </a:lnTo>
                  <a:lnTo>
                    <a:pt x="7221834" y="46118"/>
                  </a:lnTo>
                  <a:lnTo>
                    <a:pt x="7147248" y="55311"/>
                  </a:lnTo>
                  <a:lnTo>
                    <a:pt x="7078741" y="65564"/>
                  </a:lnTo>
                  <a:lnTo>
                    <a:pt x="7015693" y="77024"/>
                  </a:lnTo>
                  <a:lnTo>
                    <a:pt x="6957277" y="89866"/>
                  </a:lnTo>
                  <a:lnTo>
                    <a:pt x="6902575" y="104276"/>
                  </a:lnTo>
                  <a:lnTo>
                    <a:pt x="6850660" y="120431"/>
                  </a:lnTo>
                  <a:lnTo>
                    <a:pt x="6800676" y="138456"/>
                  </a:lnTo>
                  <a:lnTo>
                    <a:pt x="6786527" y="144002"/>
                  </a:lnTo>
                  <a:lnTo>
                    <a:pt x="6735983" y="165372"/>
                  </a:lnTo>
                  <a:lnTo>
                    <a:pt x="6685931" y="188854"/>
                  </a:lnTo>
                  <a:lnTo>
                    <a:pt x="6635880" y="214482"/>
                  </a:lnTo>
                  <a:lnTo>
                    <a:pt x="6585489" y="242221"/>
                  </a:lnTo>
                  <a:lnTo>
                    <a:pt x="6534549" y="271963"/>
                  </a:lnTo>
                  <a:lnTo>
                    <a:pt x="6482966" y="303515"/>
                  </a:lnTo>
                  <a:lnTo>
                    <a:pt x="6430749" y="336607"/>
                  </a:lnTo>
                  <a:lnTo>
                    <a:pt x="6377994" y="370895"/>
                  </a:lnTo>
                  <a:lnTo>
                    <a:pt x="6324864" y="405973"/>
                  </a:lnTo>
                  <a:lnTo>
                    <a:pt x="6271567" y="441393"/>
                  </a:lnTo>
                  <a:lnTo>
                    <a:pt x="6218331" y="476689"/>
                  </a:lnTo>
                  <a:lnTo>
                    <a:pt x="6165376" y="511401"/>
                  </a:lnTo>
                  <a:lnTo>
                    <a:pt x="6112890" y="545103"/>
                  </a:lnTo>
                  <a:lnTo>
                    <a:pt x="6061002" y="577419"/>
                  </a:lnTo>
                  <a:lnTo>
                    <a:pt x="6009764" y="608041"/>
                  </a:lnTo>
                  <a:lnTo>
                    <a:pt x="5959133" y="636741"/>
                  </a:lnTo>
                  <a:lnTo>
                    <a:pt x="5908956" y="663371"/>
                  </a:lnTo>
                  <a:lnTo>
                    <a:pt x="5858956" y="687863"/>
                  </a:lnTo>
                  <a:lnTo>
                    <a:pt x="5808716" y="710218"/>
                  </a:lnTo>
                  <a:lnTo>
                    <a:pt x="5784835" y="720014"/>
                  </a:lnTo>
                  <a:lnTo>
                    <a:pt x="5735268" y="738586"/>
                  </a:lnTo>
                  <a:lnTo>
                    <a:pt x="5683992" y="755271"/>
                  </a:lnTo>
                  <a:lnTo>
                    <a:pt x="5630186" y="770167"/>
                  </a:lnTo>
                  <a:lnTo>
                    <a:pt x="5572937" y="783441"/>
                  </a:lnTo>
                  <a:lnTo>
                    <a:pt x="5511314" y="795281"/>
                  </a:lnTo>
                  <a:lnTo>
                    <a:pt x="5444455" y="805865"/>
                  </a:lnTo>
                  <a:lnTo>
                    <a:pt x="5371667" y="815351"/>
                  </a:lnTo>
                  <a:lnTo>
                    <a:pt x="5292568" y="823863"/>
                  </a:lnTo>
                  <a:lnTo>
                    <a:pt x="5207270" y="831492"/>
                  </a:lnTo>
                  <a:lnTo>
                    <a:pt x="5116593" y="838292"/>
                  </a:lnTo>
                  <a:lnTo>
                    <a:pt x="5022276" y="844285"/>
                  </a:lnTo>
                  <a:lnTo>
                    <a:pt x="4927102" y="849466"/>
                  </a:lnTo>
                  <a:lnTo>
                    <a:pt x="4834843" y="853814"/>
                  </a:lnTo>
                  <a:lnTo>
                    <a:pt x="4749903" y="857315"/>
                  </a:lnTo>
                  <a:lnTo>
                    <a:pt x="4676654" y="859979"/>
                  </a:lnTo>
                  <a:lnTo>
                    <a:pt x="4618558" y="861857"/>
                  </a:lnTo>
                  <a:lnTo>
                    <a:pt x="4577343" y="863049"/>
                  </a:lnTo>
                  <a:lnTo>
                    <a:pt x="4552491" y="863695"/>
                  </a:lnTo>
                  <a:lnTo>
                    <a:pt x="4541185" y="863960"/>
                  </a:lnTo>
                  <a:lnTo>
                    <a:pt x="4538543" y="864017"/>
                  </a:lnTo>
                  <a:lnTo>
                    <a:pt x="4016409" y="864017"/>
                  </a:lnTo>
                  <a:lnTo>
                    <a:pt x="4015158" y="864049"/>
                  </a:lnTo>
                  <a:lnTo>
                    <a:pt x="4006978" y="864281"/>
                  </a:lnTo>
                  <a:lnTo>
                    <a:pt x="3986516" y="864921"/>
                  </a:lnTo>
                  <a:lnTo>
                    <a:pt x="3950341" y="866180"/>
                  </a:lnTo>
                  <a:lnTo>
                    <a:pt x="3897254" y="868241"/>
                  </a:lnTo>
                  <a:lnTo>
                    <a:pt x="3828344" y="871244"/>
                  </a:lnTo>
                  <a:lnTo>
                    <a:pt x="3746618" y="875269"/>
                  </a:lnTo>
                  <a:lnTo>
                    <a:pt x="3656248" y="880344"/>
                  </a:lnTo>
                  <a:lnTo>
                    <a:pt x="3561689" y="886455"/>
                  </a:lnTo>
                  <a:lnTo>
                    <a:pt x="3466934" y="893579"/>
                  </a:lnTo>
                  <a:lnTo>
                    <a:pt x="3375071" y="901701"/>
                  </a:lnTo>
                  <a:lnTo>
                    <a:pt x="3288142" y="910836"/>
                  </a:lnTo>
                  <a:lnTo>
                    <a:pt x="3207222" y="921038"/>
                  </a:lnTo>
                  <a:lnTo>
                    <a:pt x="3132619" y="932405"/>
                  </a:lnTo>
                  <a:lnTo>
                    <a:pt x="3064084" y="945078"/>
                  </a:lnTo>
                  <a:lnTo>
                    <a:pt x="3001008" y="959241"/>
                  </a:lnTo>
                  <a:lnTo>
                    <a:pt x="2942574" y="975107"/>
                  </a:lnTo>
                  <a:lnTo>
                    <a:pt x="2887868" y="992906"/>
                  </a:lnTo>
                  <a:lnTo>
                    <a:pt x="2835968" y="1012857"/>
                  </a:lnTo>
                  <a:lnTo>
                    <a:pt x="2786018" y="1035120"/>
                  </a:lnTo>
                  <a:lnTo>
                    <a:pt x="2770117" y="1042844"/>
                  </a:lnTo>
                  <a:lnTo>
                    <a:pt x="2721135" y="1068516"/>
                  </a:lnTo>
                  <a:lnTo>
                    <a:pt x="2672630" y="1096650"/>
                  </a:lnTo>
                  <a:lnTo>
                    <a:pt x="2624151" y="1127285"/>
                  </a:lnTo>
                  <a:lnTo>
                    <a:pt x="2575375" y="1160390"/>
                  </a:lnTo>
                  <a:lnTo>
                    <a:pt x="2526102" y="1195850"/>
                  </a:lnTo>
                  <a:lnTo>
                    <a:pt x="2476232" y="1233463"/>
                  </a:lnTo>
                  <a:lnTo>
                    <a:pt x="2425758" y="1272937"/>
                  </a:lnTo>
                  <a:lnTo>
                    <a:pt x="2374753" y="1313899"/>
                  </a:lnTo>
                  <a:lnTo>
                    <a:pt x="2323353" y="1355905"/>
                  </a:lnTo>
                  <a:lnTo>
                    <a:pt x="2271738" y="1398460"/>
                  </a:lnTo>
                  <a:lnTo>
                    <a:pt x="2220114" y="1441041"/>
                  </a:lnTo>
                  <a:lnTo>
                    <a:pt x="2168685" y="1483121"/>
                  </a:lnTo>
                  <a:lnTo>
                    <a:pt x="2117636" y="1524203"/>
                  </a:lnTo>
                  <a:lnTo>
                    <a:pt x="2067107" y="1563837"/>
                  </a:lnTo>
                  <a:lnTo>
                    <a:pt x="2017178" y="1601641"/>
                  </a:lnTo>
                  <a:lnTo>
                    <a:pt x="1967850" y="1637317"/>
                  </a:lnTo>
                  <a:lnTo>
                    <a:pt x="1919034" y="1670653"/>
                  </a:lnTo>
                  <a:lnTo>
                    <a:pt x="1870538" y="1701528"/>
                  </a:lnTo>
                  <a:lnTo>
                    <a:pt x="1822054" y="1729899"/>
                  </a:lnTo>
                  <a:lnTo>
                    <a:pt x="1773140" y="1755803"/>
                  </a:lnTo>
                  <a:lnTo>
                    <a:pt x="1768425" y="1758152"/>
                  </a:lnTo>
                  <a:lnTo>
                    <a:pt x="1718948" y="1781177"/>
                  </a:lnTo>
                  <a:lnTo>
                    <a:pt x="1667768" y="1801866"/>
                  </a:lnTo>
                  <a:lnTo>
                    <a:pt x="1614072" y="1820341"/>
                  </a:lnTo>
                  <a:lnTo>
                    <a:pt x="1556949" y="1836808"/>
                  </a:lnTo>
                  <a:lnTo>
                    <a:pt x="1495474" y="1851498"/>
                  </a:lnTo>
                  <a:lnTo>
                    <a:pt x="1428789" y="1864632"/>
                  </a:lnTo>
                  <a:lnTo>
                    <a:pt x="1356201" y="1876405"/>
                  </a:lnTo>
                  <a:lnTo>
                    <a:pt x="1277328" y="1886972"/>
                  </a:lnTo>
                  <a:lnTo>
                    <a:pt x="1192271" y="1896445"/>
                  </a:lnTo>
                  <a:lnTo>
                    <a:pt x="1101834" y="1904892"/>
                  </a:lnTo>
                  <a:lnTo>
                    <a:pt x="1007729" y="1912340"/>
                  </a:lnTo>
                  <a:lnTo>
                    <a:pt x="912707" y="1918783"/>
                  </a:lnTo>
                  <a:lnTo>
                    <a:pt x="820500" y="1924196"/>
                  </a:lnTo>
                  <a:lnTo>
                    <a:pt x="735483" y="1928561"/>
                  </a:lnTo>
                  <a:lnTo>
                    <a:pt x="662013" y="1931890"/>
                  </a:lnTo>
                  <a:lnTo>
                    <a:pt x="603571" y="1934244"/>
                  </a:lnTo>
                  <a:lnTo>
                    <a:pt x="561930" y="1935744"/>
                  </a:lnTo>
                  <a:lnTo>
                    <a:pt x="536646" y="1936562"/>
                  </a:lnTo>
                  <a:lnTo>
                    <a:pt x="524983" y="1936903"/>
                  </a:lnTo>
                  <a:lnTo>
                    <a:pt x="522133" y="1936979"/>
                  </a:lnTo>
                  <a:lnTo>
                    <a:pt x="0" y="1936979"/>
                  </a:lnTo>
                  <a:close/>
                </a:path>
              </a:pathLst>
            </a:custGeom>
            <a:solidFill>
              <a:srgbClr val="67C1B3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1185" name="pl1185"/>
            <p:cNvSpPr/>
            <p:nvPr/>
          </p:nvSpPr>
          <p:spPr>
            <a:xfrm>
              <a:off x="386606" y="2399687"/>
              <a:ext cx="8554953" cy="1936979"/>
            </a:xfrm>
            <a:custGeom>
              <a:avLst/>
              <a:pathLst>
                <a:path w="8554953" h="1936979">
                  <a:moveTo>
                    <a:pt x="0" y="1936979"/>
                  </a:moveTo>
                  <a:lnTo>
                    <a:pt x="522133" y="1936979"/>
                  </a:lnTo>
                  <a:lnTo>
                    <a:pt x="523384" y="1936947"/>
                  </a:lnTo>
                  <a:lnTo>
                    <a:pt x="531565" y="1936715"/>
                  </a:lnTo>
                  <a:lnTo>
                    <a:pt x="552027" y="1936074"/>
                  </a:lnTo>
                  <a:lnTo>
                    <a:pt x="588201" y="1934816"/>
                  </a:lnTo>
                  <a:lnTo>
                    <a:pt x="641288" y="1932755"/>
                  </a:lnTo>
                  <a:lnTo>
                    <a:pt x="710198" y="1929752"/>
                  </a:lnTo>
                  <a:lnTo>
                    <a:pt x="791924" y="1925726"/>
                  </a:lnTo>
                  <a:lnTo>
                    <a:pt x="882294" y="1920652"/>
                  </a:lnTo>
                  <a:lnTo>
                    <a:pt x="976854" y="1914541"/>
                  </a:lnTo>
                  <a:lnTo>
                    <a:pt x="1071608" y="1907417"/>
                  </a:lnTo>
                  <a:lnTo>
                    <a:pt x="1163471" y="1899295"/>
                  </a:lnTo>
                  <a:lnTo>
                    <a:pt x="1250400" y="1890160"/>
                  </a:lnTo>
                  <a:lnTo>
                    <a:pt x="1331320" y="1879958"/>
                  </a:lnTo>
                  <a:lnTo>
                    <a:pt x="1405923" y="1868591"/>
                  </a:lnTo>
                  <a:lnTo>
                    <a:pt x="1474458" y="1855917"/>
                  </a:lnTo>
                  <a:lnTo>
                    <a:pt x="1537534" y="1841755"/>
                  </a:lnTo>
                  <a:lnTo>
                    <a:pt x="1595969" y="1825889"/>
                  </a:lnTo>
                  <a:lnTo>
                    <a:pt x="1650674" y="1808090"/>
                  </a:lnTo>
                  <a:lnTo>
                    <a:pt x="1702574" y="1788139"/>
                  </a:lnTo>
                  <a:lnTo>
                    <a:pt x="1752524" y="1765876"/>
                  </a:lnTo>
                  <a:lnTo>
                    <a:pt x="1768425" y="1758152"/>
                  </a:lnTo>
                  <a:lnTo>
                    <a:pt x="1817408" y="1732480"/>
                  </a:lnTo>
                  <a:lnTo>
                    <a:pt x="1865912" y="1704346"/>
                  </a:lnTo>
                  <a:lnTo>
                    <a:pt x="1914391" y="1673711"/>
                  </a:lnTo>
                  <a:lnTo>
                    <a:pt x="1963167" y="1640606"/>
                  </a:lnTo>
                  <a:lnTo>
                    <a:pt x="2012440" y="1605146"/>
                  </a:lnTo>
                  <a:lnTo>
                    <a:pt x="2062310" y="1567533"/>
                  </a:lnTo>
                  <a:lnTo>
                    <a:pt x="2112784" y="1528059"/>
                  </a:lnTo>
                  <a:lnTo>
                    <a:pt x="2163789" y="1487097"/>
                  </a:lnTo>
                  <a:lnTo>
                    <a:pt x="2215189" y="1445090"/>
                  </a:lnTo>
                  <a:lnTo>
                    <a:pt x="2266804" y="1402535"/>
                  </a:lnTo>
                  <a:lnTo>
                    <a:pt x="2318428" y="1359955"/>
                  </a:lnTo>
                  <a:lnTo>
                    <a:pt x="2369857" y="1317875"/>
                  </a:lnTo>
                  <a:lnTo>
                    <a:pt x="2420906" y="1276792"/>
                  </a:lnTo>
                  <a:lnTo>
                    <a:pt x="2471435" y="1237159"/>
                  </a:lnTo>
                  <a:lnTo>
                    <a:pt x="2521364" y="1199354"/>
                  </a:lnTo>
                  <a:lnTo>
                    <a:pt x="2570692" y="1163679"/>
                  </a:lnTo>
                  <a:lnTo>
                    <a:pt x="2619508" y="1130342"/>
                  </a:lnTo>
                  <a:lnTo>
                    <a:pt x="2668004" y="1099468"/>
                  </a:lnTo>
                  <a:lnTo>
                    <a:pt x="2716488" y="1071096"/>
                  </a:lnTo>
                  <a:lnTo>
                    <a:pt x="2765402" y="1045192"/>
                  </a:lnTo>
                  <a:lnTo>
                    <a:pt x="2770117" y="1042844"/>
                  </a:lnTo>
                  <a:lnTo>
                    <a:pt x="2819595" y="1019819"/>
                  </a:lnTo>
                  <a:lnTo>
                    <a:pt x="2870774" y="999130"/>
                  </a:lnTo>
                  <a:lnTo>
                    <a:pt x="2924471" y="980655"/>
                  </a:lnTo>
                  <a:lnTo>
                    <a:pt x="2981593" y="964188"/>
                  </a:lnTo>
                  <a:lnTo>
                    <a:pt x="3043068" y="949498"/>
                  </a:lnTo>
                  <a:lnTo>
                    <a:pt x="3109754" y="936363"/>
                  </a:lnTo>
                  <a:lnTo>
                    <a:pt x="3182341" y="924590"/>
                  </a:lnTo>
                  <a:lnTo>
                    <a:pt x="3261215" y="914024"/>
                  </a:lnTo>
                  <a:lnTo>
                    <a:pt x="3346272" y="904551"/>
                  </a:lnTo>
                  <a:lnTo>
                    <a:pt x="3436708" y="896103"/>
                  </a:lnTo>
                  <a:lnTo>
                    <a:pt x="3530813" y="888655"/>
                  </a:lnTo>
                  <a:lnTo>
                    <a:pt x="3625835" y="882213"/>
                  </a:lnTo>
                  <a:lnTo>
                    <a:pt x="3718042" y="876800"/>
                  </a:lnTo>
                  <a:lnTo>
                    <a:pt x="3803060" y="872435"/>
                  </a:lnTo>
                  <a:lnTo>
                    <a:pt x="3876529" y="869106"/>
                  </a:lnTo>
                  <a:lnTo>
                    <a:pt x="3934972" y="866752"/>
                  </a:lnTo>
                  <a:lnTo>
                    <a:pt x="3976612" y="865252"/>
                  </a:lnTo>
                  <a:lnTo>
                    <a:pt x="4001896" y="864433"/>
                  </a:lnTo>
                  <a:lnTo>
                    <a:pt x="4013559" y="864092"/>
                  </a:lnTo>
                  <a:lnTo>
                    <a:pt x="4016365" y="864018"/>
                  </a:lnTo>
                  <a:lnTo>
                    <a:pt x="4016409" y="864017"/>
                  </a:lnTo>
                  <a:lnTo>
                    <a:pt x="4538543" y="864017"/>
                  </a:lnTo>
                  <a:lnTo>
                    <a:pt x="4539800" y="863990"/>
                  </a:lnTo>
                  <a:lnTo>
                    <a:pt x="4548023" y="863803"/>
                  </a:lnTo>
                  <a:lnTo>
                    <a:pt x="4568586" y="863284"/>
                  </a:lnTo>
                  <a:lnTo>
                    <a:pt x="4604929" y="862265"/>
                  </a:lnTo>
                  <a:lnTo>
                    <a:pt x="4658245" y="860597"/>
                  </a:lnTo>
                  <a:lnTo>
                    <a:pt x="4727420" y="858167"/>
                  </a:lnTo>
                  <a:lnTo>
                    <a:pt x="4809417" y="854910"/>
                  </a:lnTo>
                  <a:lnTo>
                    <a:pt x="4900032" y="850805"/>
                  </a:lnTo>
                  <a:lnTo>
                    <a:pt x="4994790" y="845862"/>
                  </a:lnTo>
                  <a:lnTo>
                    <a:pt x="5089687" y="840102"/>
                  </a:lnTo>
                  <a:lnTo>
                    <a:pt x="5181636" y="833535"/>
                  </a:lnTo>
                  <a:lnTo>
                    <a:pt x="5268605" y="826148"/>
                  </a:lnTo>
                  <a:lnTo>
                    <a:pt x="5349528" y="817898"/>
                  </a:lnTo>
                  <a:lnTo>
                    <a:pt x="5424114" y="808705"/>
                  </a:lnTo>
                  <a:lnTo>
                    <a:pt x="5492621" y="798452"/>
                  </a:lnTo>
                  <a:lnTo>
                    <a:pt x="5555669" y="786992"/>
                  </a:lnTo>
                  <a:lnTo>
                    <a:pt x="5614085" y="774150"/>
                  </a:lnTo>
                  <a:lnTo>
                    <a:pt x="5668786" y="759740"/>
                  </a:lnTo>
                  <a:lnTo>
                    <a:pt x="5720702" y="743585"/>
                  </a:lnTo>
                  <a:lnTo>
                    <a:pt x="5770686" y="725560"/>
                  </a:lnTo>
                  <a:lnTo>
                    <a:pt x="5784835" y="720014"/>
                  </a:lnTo>
                  <a:lnTo>
                    <a:pt x="5835379" y="698645"/>
                  </a:lnTo>
                  <a:lnTo>
                    <a:pt x="5885431" y="675163"/>
                  </a:lnTo>
                  <a:lnTo>
                    <a:pt x="5935482" y="649535"/>
                  </a:lnTo>
                  <a:lnTo>
                    <a:pt x="5985873" y="621795"/>
                  </a:lnTo>
                  <a:lnTo>
                    <a:pt x="6036813" y="592053"/>
                  </a:lnTo>
                  <a:lnTo>
                    <a:pt x="6088396" y="560501"/>
                  </a:lnTo>
                  <a:lnTo>
                    <a:pt x="6140613" y="527409"/>
                  </a:lnTo>
                  <a:lnTo>
                    <a:pt x="6193368" y="493121"/>
                  </a:lnTo>
                  <a:lnTo>
                    <a:pt x="6246498" y="458043"/>
                  </a:lnTo>
                  <a:lnTo>
                    <a:pt x="6299795" y="422624"/>
                  </a:lnTo>
                  <a:lnTo>
                    <a:pt x="6353031" y="387328"/>
                  </a:lnTo>
                  <a:lnTo>
                    <a:pt x="6405986" y="352615"/>
                  </a:lnTo>
                  <a:lnTo>
                    <a:pt x="6458472" y="318913"/>
                  </a:lnTo>
                  <a:lnTo>
                    <a:pt x="6510360" y="286597"/>
                  </a:lnTo>
                  <a:lnTo>
                    <a:pt x="6561598" y="255975"/>
                  </a:lnTo>
                  <a:lnTo>
                    <a:pt x="6612229" y="227275"/>
                  </a:lnTo>
                  <a:lnTo>
                    <a:pt x="6662406" y="200645"/>
                  </a:lnTo>
                  <a:lnTo>
                    <a:pt x="6712406" y="176153"/>
                  </a:lnTo>
                  <a:lnTo>
                    <a:pt x="6762646" y="153798"/>
                  </a:lnTo>
                  <a:lnTo>
                    <a:pt x="6786527" y="144002"/>
                  </a:lnTo>
                  <a:lnTo>
                    <a:pt x="6836094" y="125430"/>
                  </a:lnTo>
                  <a:lnTo>
                    <a:pt x="6887370" y="108745"/>
                  </a:lnTo>
                  <a:lnTo>
                    <a:pt x="6941176" y="93849"/>
                  </a:lnTo>
                  <a:lnTo>
                    <a:pt x="6998425" y="80575"/>
                  </a:lnTo>
                  <a:lnTo>
                    <a:pt x="7060048" y="68735"/>
                  </a:lnTo>
                  <a:lnTo>
                    <a:pt x="7126907" y="58151"/>
                  </a:lnTo>
                  <a:lnTo>
                    <a:pt x="7199695" y="48666"/>
                  </a:lnTo>
                  <a:lnTo>
                    <a:pt x="7278794" y="40154"/>
                  </a:lnTo>
                  <a:lnTo>
                    <a:pt x="7364092" y="32525"/>
                  </a:lnTo>
                  <a:lnTo>
                    <a:pt x="7454769" y="25724"/>
                  </a:lnTo>
                  <a:lnTo>
                    <a:pt x="7549086" y="19731"/>
                  </a:lnTo>
                  <a:lnTo>
                    <a:pt x="7644260" y="14551"/>
                  </a:lnTo>
                  <a:lnTo>
                    <a:pt x="7736519" y="10203"/>
                  </a:lnTo>
                  <a:lnTo>
                    <a:pt x="7821459" y="6701"/>
                  </a:lnTo>
                  <a:lnTo>
                    <a:pt x="7894708" y="4037"/>
                  </a:lnTo>
                  <a:lnTo>
                    <a:pt x="7952804" y="2159"/>
                  </a:lnTo>
                  <a:lnTo>
                    <a:pt x="7994019" y="967"/>
                  </a:lnTo>
                  <a:lnTo>
                    <a:pt x="8018870" y="321"/>
                  </a:lnTo>
                  <a:lnTo>
                    <a:pt x="8030177" y="56"/>
                  </a:lnTo>
                  <a:lnTo>
                    <a:pt x="8032788" y="0"/>
                  </a:lnTo>
                  <a:lnTo>
                    <a:pt x="8032819" y="0"/>
                  </a:lnTo>
                  <a:lnTo>
                    <a:pt x="8554953" y="0"/>
                  </a:lnTo>
                  <a:lnTo>
                    <a:pt x="8554953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186" name="pl1186"/>
            <p:cNvSpPr/>
            <p:nvPr/>
          </p:nvSpPr>
          <p:spPr>
            <a:xfrm>
              <a:off x="386606" y="2394039"/>
              <a:ext cx="8554953" cy="1936979"/>
            </a:xfrm>
            <a:custGeom>
              <a:avLst/>
              <a:pathLst>
                <a:path w="8554953" h="1936979">
                  <a:moveTo>
                    <a:pt x="8554953" y="0"/>
                  </a:moveTo>
                  <a:lnTo>
                    <a:pt x="8032819" y="0"/>
                  </a:lnTo>
                  <a:lnTo>
                    <a:pt x="8031562" y="26"/>
                  </a:lnTo>
                  <a:lnTo>
                    <a:pt x="8023339" y="213"/>
                  </a:lnTo>
                  <a:lnTo>
                    <a:pt x="8002776" y="732"/>
                  </a:lnTo>
                  <a:lnTo>
                    <a:pt x="7966433" y="1751"/>
                  </a:lnTo>
                  <a:lnTo>
                    <a:pt x="7913117" y="3419"/>
                  </a:lnTo>
                  <a:lnTo>
                    <a:pt x="7843942" y="5849"/>
                  </a:lnTo>
                  <a:lnTo>
                    <a:pt x="7761945" y="9107"/>
                  </a:lnTo>
                  <a:lnTo>
                    <a:pt x="7671330" y="13211"/>
                  </a:lnTo>
                  <a:lnTo>
                    <a:pt x="7576572" y="18154"/>
                  </a:lnTo>
                  <a:lnTo>
                    <a:pt x="7481675" y="23914"/>
                  </a:lnTo>
                  <a:lnTo>
                    <a:pt x="7389726" y="30482"/>
                  </a:lnTo>
                  <a:lnTo>
                    <a:pt x="7302757" y="37868"/>
                  </a:lnTo>
                  <a:lnTo>
                    <a:pt x="7221834" y="46118"/>
                  </a:lnTo>
                  <a:lnTo>
                    <a:pt x="7147248" y="55311"/>
                  </a:lnTo>
                  <a:lnTo>
                    <a:pt x="7078741" y="65564"/>
                  </a:lnTo>
                  <a:lnTo>
                    <a:pt x="7015693" y="77024"/>
                  </a:lnTo>
                  <a:lnTo>
                    <a:pt x="6957277" y="89866"/>
                  </a:lnTo>
                  <a:lnTo>
                    <a:pt x="6902575" y="104276"/>
                  </a:lnTo>
                  <a:lnTo>
                    <a:pt x="6850660" y="120431"/>
                  </a:lnTo>
                  <a:lnTo>
                    <a:pt x="6800676" y="138456"/>
                  </a:lnTo>
                  <a:lnTo>
                    <a:pt x="6786527" y="144002"/>
                  </a:lnTo>
                  <a:lnTo>
                    <a:pt x="6735983" y="165372"/>
                  </a:lnTo>
                  <a:lnTo>
                    <a:pt x="6685931" y="188854"/>
                  </a:lnTo>
                  <a:lnTo>
                    <a:pt x="6635880" y="214482"/>
                  </a:lnTo>
                  <a:lnTo>
                    <a:pt x="6585489" y="242221"/>
                  </a:lnTo>
                  <a:lnTo>
                    <a:pt x="6534549" y="271963"/>
                  </a:lnTo>
                  <a:lnTo>
                    <a:pt x="6482966" y="303515"/>
                  </a:lnTo>
                  <a:lnTo>
                    <a:pt x="6430749" y="336607"/>
                  </a:lnTo>
                  <a:lnTo>
                    <a:pt x="6377994" y="370895"/>
                  </a:lnTo>
                  <a:lnTo>
                    <a:pt x="6324864" y="405973"/>
                  </a:lnTo>
                  <a:lnTo>
                    <a:pt x="6271567" y="441393"/>
                  </a:lnTo>
                  <a:lnTo>
                    <a:pt x="6218331" y="476689"/>
                  </a:lnTo>
                  <a:lnTo>
                    <a:pt x="6165376" y="511401"/>
                  </a:lnTo>
                  <a:lnTo>
                    <a:pt x="6112890" y="545103"/>
                  </a:lnTo>
                  <a:lnTo>
                    <a:pt x="6061002" y="577419"/>
                  </a:lnTo>
                  <a:lnTo>
                    <a:pt x="6009764" y="608041"/>
                  </a:lnTo>
                  <a:lnTo>
                    <a:pt x="5959133" y="636741"/>
                  </a:lnTo>
                  <a:lnTo>
                    <a:pt x="5908956" y="663371"/>
                  </a:lnTo>
                  <a:lnTo>
                    <a:pt x="5858956" y="687863"/>
                  </a:lnTo>
                  <a:lnTo>
                    <a:pt x="5808716" y="710218"/>
                  </a:lnTo>
                  <a:lnTo>
                    <a:pt x="5784835" y="720014"/>
                  </a:lnTo>
                  <a:lnTo>
                    <a:pt x="5735268" y="738586"/>
                  </a:lnTo>
                  <a:lnTo>
                    <a:pt x="5683992" y="755271"/>
                  </a:lnTo>
                  <a:lnTo>
                    <a:pt x="5630186" y="770167"/>
                  </a:lnTo>
                  <a:lnTo>
                    <a:pt x="5572937" y="783441"/>
                  </a:lnTo>
                  <a:lnTo>
                    <a:pt x="5511314" y="795281"/>
                  </a:lnTo>
                  <a:lnTo>
                    <a:pt x="5444455" y="805865"/>
                  </a:lnTo>
                  <a:lnTo>
                    <a:pt x="5371667" y="815351"/>
                  </a:lnTo>
                  <a:lnTo>
                    <a:pt x="5292568" y="823863"/>
                  </a:lnTo>
                  <a:lnTo>
                    <a:pt x="5207270" y="831492"/>
                  </a:lnTo>
                  <a:lnTo>
                    <a:pt x="5116593" y="838292"/>
                  </a:lnTo>
                  <a:lnTo>
                    <a:pt x="5022276" y="844285"/>
                  </a:lnTo>
                  <a:lnTo>
                    <a:pt x="4927102" y="849466"/>
                  </a:lnTo>
                  <a:lnTo>
                    <a:pt x="4834843" y="853814"/>
                  </a:lnTo>
                  <a:lnTo>
                    <a:pt x="4749903" y="857315"/>
                  </a:lnTo>
                  <a:lnTo>
                    <a:pt x="4676654" y="859979"/>
                  </a:lnTo>
                  <a:lnTo>
                    <a:pt x="4618558" y="861857"/>
                  </a:lnTo>
                  <a:lnTo>
                    <a:pt x="4577343" y="863049"/>
                  </a:lnTo>
                  <a:lnTo>
                    <a:pt x="4552491" y="863695"/>
                  </a:lnTo>
                  <a:lnTo>
                    <a:pt x="4541185" y="863960"/>
                  </a:lnTo>
                  <a:lnTo>
                    <a:pt x="4538574" y="864016"/>
                  </a:lnTo>
                  <a:lnTo>
                    <a:pt x="4538543" y="864017"/>
                  </a:lnTo>
                  <a:lnTo>
                    <a:pt x="4016409" y="864017"/>
                  </a:lnTo>
                  <a:lnTo>
                    <a:pt x="4015158" y="864049"/>
                  </a:lnTo>
                  <a:lnTo>
                    <a:pt x="4006978" y="864281"/>
                  </a:lnTo>
                  <a:lnTo>
                    <a:pt x="3986516" y="864921"/>
                  </a:lnTo>
                  <a:lnTo>
                    <a:pt x="3950341" y="866180"/>
                  </a:lnTo>
                  <a:lnTo>
                    <a:pt x="3897254" y="868241"/>
                  </a:lnTo>
                  <a:lnTo>
                    <a:pt x="3828344" y="871244"/>
                  </a:lnTo>
                  <a:lnTo>
                    <a:pt x="3746618" y="875269"/>
                  </a:lnTo>
                  <a:lnTo>
                    <a:pt x="3656248" y="880344"/>
                  </a:lnTo>
                  <a:lnTo>
                    <a:pt x="3561689" y="886455"/>
                  </a:lnTo>
                  <a:lnTo>
                    <a:pt x="3466934" y="893579"/>
                  </a:lnTo>
                  <a:lnTo>
                    <a:pt x="3375071" y="901701"/>
                  </a:lnTo>
                  <a:lnTo>
                    <a:pt x="3288142" y="910836"/>
                  </a:lnTo>
                  <a:lnTo>
                    <a:pt x="3207222" y="921038"/>
                  </a:lnTo>
                  <a:lnTo>
                    <a:pt x="3132619" y="932405"/>
                  </a:lnTo>
                  <a:lnTo>
                    <a:pt x="3064084" y="945078"/>
                  </a:lnTo>
                  <a:lnTo>
                    <a:pt x="3001008" y="959241"/>
                  </a:lnTo>
                  <a:lnTo>
                    <a:pt x="2942574" y="975107"/>
                  </a:lnTo>
                  <a:lnTo>
                    <a:pt x="2887868" y="992906"/>
                  </a:lnTo>
                  <a:lnTo>
                    <a:pt x="2835968" y="1012857"/>
                  </a:lnTo>
                  <a:lnTo>
                    <a:pt x="2786018" y="1035120"/>
                  </a:lnTo>
                  <a:lnTo>
                    <a:pt x="2770117" y="1042844"/>
                  </a:lnTo>
                  <a:lnTo>
                    <a:pt x="2721135" y="1068516"/>
                  </a:lnTo>
                  <a:lnTo>
                    <a:pt x="2672630" y="1096650"/>
                  </a:lnTo>
                  <a:lnTo>
                    <a:pt x="2624151" y="1127285"/>
                  </a:lnTo>
                  <a:lnTo>
                    <a:pt x="2575375" y="1160390"/>
                  </a:lnTo>
                  <a:lnTo>
                    <a:pt x="2526102" y="1195850"/>
                  </a:lnTo>
                  <a:lnTo>
                    <a:pt x="2476232" y="1233463"/>
                  </a:lnTo>
                  <a:lnTo>
                    <a:pt x="2425758" y="1272937"/>
                  </a:lnTo>
                  <a:lnTo>
                    <a:pt x="2374753" y="1313899"/>
                  </a:lnTo>
                  <a:lnTo>
                    <a:pt x="2323353" y="1355905"/>
                  </a:lnTo>
                  <a:lnTo>
                    <a:pt x="2271738" y="1398460"/>
                  </a:lnTo>
                  <a:lnTo>
                    <a:pt x="2220114" y="1441041"/>
                  </a:lnTo>
                  <a:lnTo>
                    <a:pt x="2168685" y="1483121"/>
                  </a:lnTo>
                  <a:lnTo>
                    <a:pt x="2117636" y="1524203"/>
                  </a:lnTo>
                  <a:lnTo>
                    <a:pt x="2067107" y="1563837"/>
                  </a:lnTo>
                  <a:lnTo>
                    <a:pt x="2017178" y="1601641"/>
                  </a:lnTo>
                  <a:lnTo>
                    <a:pt x="1967850" y="1637317"/>
                  </a:lnTo>
                  <a:lnTo>
                    <a:pt x="1919034" y="1670653"/>
                  </a:lnTo>
                  <a:lnTo>
                    <a:pt x="1870538" y="1701528"/>
                  </a:lnTo>
                  <a:lnTo>
                    <a:pt x="1822054" y="1729899"/>
                  </a:lnTo>
                  <a:lnTo>
                    <a:pt x="1773140" y="1755803"/>
                  </a:lnTo>
                  <a:lnTo>
                    <a:pt x="1768425" y="1758152"/>
                  </a:lnTo>
                  <a:lnTo>
                    <a:pt x="1718948" y="1781177"/>
                  </a:lnTo>
                  <a:lnTo>
                    <a:pt x="1667768" y="1801866"/>
                  </a:lnTo>
                  <a:lnTo>
                    <a:pt x="1614072" y="1820341"/>
                  </a:lnTo>
                  <a:lnTo>
                    <a:pt x="1556949" y="1836808"/>
                  </a:lnTo>
                  <a:lnTo>
                    <a:pt x="1495474" y="1851498"/>
                  </a:lnTo>
                  <a:lnTo>
                    <a:pt x="1428789" y="1864632"/>
                  </a:lnTo>
                  <a:lnTo>
                    <a:pt x="1356201" y="1876405"/>
                  </a:lnTo>
                  <a:lnTo>
                    <a:pt x="1277328" y="1886972"/>
                  </a:lnTo>
                  <a:lnTo>
                    <a:pt x="1192271" y="1896445"/>
                  </a:lnTo>
                  <a:lnTo>
                    <a:pt x="1101834" y="1904892"/>
                  </a:lnTo>
                  <a:lnTo>
                    <a:pt x="1007729" y="1912340"/>
                  </a:lnTo>
                  <a:lnTo>
                    <a:pt x="912707" y="1918783"/>
                  </a:lnTo>
                  <a:lnTo>
                    <a:pt x="820500" y="1924196"/>
                  </a:lnTo>
                  <a:lnTo>
                    <a:pt x="735483" y="1928561"/>
                  </a:lnTo>
                  <a:lnTo>
                    <a:pt x="662013" y="1931890"/>
                  </a:lnTo>
                  <a:lnTo>
                    <a:pt x="603571" y="1934244"/>
                  </a:lnTo>
                  <a:lnTo>
                    <a:pt x="561930" y="1935744"/>
                  </a:lnTo>
                  <a:lnTo>
                    <a:pt x="536646" y="1936562"/>
                  </a:lnTo>
                  <a:lnTo>
                    <a:pt x="524983" y="1936903"/>
                  </a:lnTo>
                  <a:lnTo>
                    <a:pt x="522177" y="1936978"/>
                  </a:lnTo>
                  <a:lnTo>
                    <a:pt x="522133" y="1936979"/>
                  </a:lnTo>
                  <a:lnTo>
                    <a:pt x="0" y="1936979"/>
                  </a:lnTo>
                  <a:lnTo>
                    <a:pt x="0" y="1936979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187" name="pg1187"/>
            <p:cNvSpPr/>
            <p:nvPr/>
          </p:nvSpPr>
          <p:spPr>
            <a:xfrm>
              <a:off x="386606" y="1445315"/>
              <a:ext cx="8554953" cy="2823585"/>
            </a:xfrm>
            <a:custGeom>
              <a:avLst/>
              <a:pathLst>
                <a:path w="8554953" h="2823585">
                  <a:moveTo>
                    <a:pt x="0" y="2823585"/>
                  </a:moveTo>
                  <a:lnTo>
                    <a:pt x="522133" y="2823585"/>
                  </a:lnTo>
                  <a:lnTo>
                    <a:pt x="523331" y="2823523"/>
                  </a:lnTo>
                  <a:lnTo>
                    <a:pt x="531171" y="2823079"/>
                  </a:lnTo>
                  <a:lnTo>
                    <a:pt x="550812" y="2821850"/>
                  </a:lnTo>
                  <a:lnTo>
                    <a:pt x="585610" y="2819437"/>
                  </a:lnTo>
                  <a:lnTo>
                    <a:pt x="636827" y="2815479"/>
                  </a:lnTo>
                  <a:lnTo>
                    <a:pt x="703559" y="2809704"/>
                  </a:lnTo>
                  <a:lnTo>
                    <a:pt x="783051" y="2801947"/>
                  </a:lnTo>
                  <a:lnTo>
                    <a:pt x="871379" y="2792149"/>
                  </a:lnTo>
                  <a:lnTo>
                    <a:pt x="964270" y="2780327"/>
                  </a:lnTo>
                  <a:lnTo>
                    <a:pt x="1057816" y="2766528"/>
                  </a:lnTo>
                  <a:lnTo>
                    <a:pt x="1148929" y="2750784"/>
                  </a:lnTo>
                  <a:lnTo>
                    <a:pt x="1235502" y="2733078"/>
                  </a:lnTo>
                  <a:lnTo>
                    <a:pt x="1316363" y="2713320"/>
                  </a:lnTo>
                  <a:lnTo>
                    <a:pt x="1391099" y="2691337"/>
                  </a:lnTo>
                  <a:lnTo>
                    <a:pt x="1459860" y="2666874"/>
                  </a:lnTo>
                  <a:lnTo>
                    <a:pt x="1523168" y="2639596"/>
                  </a:lnTo>
                  <a:lnTo>
                    <a:pt x="1581770" y="2609106"/>
                  </a:lnTo>
                  <a:lnTo>
                    <a:pt x="1636528" y="2574964"/>
                  </a:lnTo>
                  <a:lnTo>
                    <a:pt x="1688328" y="2536736"/>
                  </a:lnTo>
                  <a:lnTo>
                    <a:pt x="1738014" y="2494077"/>
                  </a:lnTo>
                  <a:lnTo>
                    <a:pt x="1768425" y="2464990"/>
                  </a:lnTo>
                  <a:lnTo>
                    <a:pt x="1809557" y="2422139"/>
                  </a:lnTo>
                  <a:lnTo>
                    <a:pt x="1850293" y="2375832"/>
                  </a:lnTo>
                  <a:lnTo>
                    <a:pt x="1890923" y="2326001"/>
                  </a:lnTo>
                  <a:lnTo>
                    <a:pt x="1931665" y="2272647"/>
                  </a:lnTo>
                  <a:lnTo>
                    <a:pt x="1972677" y="2215850"/>
                  </a:lnTo>
                  <a:lnTo>
                    <a:pt x="2014059" y="2155773"/>
                  </a:lnTo>
                  <a:lnTo>
                    <a:pt x="2055865" y="2092668"/>
                  </a:lnTo>
                  <a:lnTo>
                    <a:pt x="2098099" y="2026873"/>
                  </a:lnTo>
                  <a:lnTo>
                    <a:pt x="2140728" y="1958813"/>
                  </a:lnTo>
                  <a:lnTo>
                    <a:pt x="2183683" y="1888984"/>
                  </a:lnTo>
                  <a:lnTo>
                    <a:pt x="2226871" y="1817945"/>
                  </a:lnTo>
                  <a:lnTo>
                    <a:pt x="2270178" y="1746296"/>
                  </a:lnTo>
                  <a:lnTo>
                    <a:pt x="2313483" y="1674661"/>
                  </a:lnTo>
                  <a:lnTo>
                    <a:pt x="2356664" y="1603660"/>
                  </a:lnTo>
                  <a:lnTo>
                    <a:pt x="2399607" y="1533895"/>
                  </a:lnTo>
                  <a:lnTo>
                    <a:pt x="2442221" y="1465920"/>
                  </a:lnTo>
                  <a:lnTo>
                    <a:pt x="2484437" y="1400230"/>
                  </a:lnTo>
                  <a:lnTo>
                    <a:pt x="2526224" y="1337246"/>
                  </a:lnTo>
                  <a:lnTo>
                    <a:pt x="2567590" y="1277301"/>
                  </a:lnTo>
                  <a:lnTo>
                    <a:pt x="2608588" y="1220646"/>
                  </a:lnTo>
                  <a:lnTo>
                    <a:pt x="2649322" y="1167439"/>
                  </a:lnTo>
                  <a:lnTo>
                    <a:pt x="2689951" y="1117756"/>
                  </a:lnTo>
                  <a:lnTo>
                    <a:pt x="2730698" y="1071595"/>
                  </a:lnTo>
                  <a:lnTo>
                    <a:pt x="2770117" y="1030608"/>
                  </a:lnTo>
                  <a:lnTo>
                    <a:pt x="2818858" y="985081"/>
                  </a:lnTo>
                  <a:lnTo>
                    <a:pt x="2869240" y="944104"/>
                  </a:lnTo>
                  <a:lnTo>
                    <a:pt x="2922040" y="907448"/>
                  </a:lnTo>
                  <a:lnTo>
                    <a:pt x="2978128" y="874719"/>
                  </a:lnTo>
                  <a:lnTo>
                    <a:pt x="3038388" y="845477"/>
                  </a:lnTo>
                  <a:lnTo>
                    <a:pt x="3103651" y="819292"/>
                  </a:lnTo>
                  <a:lnTo>
                    <a:pt x="3174595" y="795789"/>
                  </a:lnTo>
                  <a:lnTo>
                    <a:pt x="3251623" y="774662"/>
                  </a:lnTo>
                  <a:lnTo>
                    <a:pt x="3334699" y="755684"/>
                  </a:lnTo>
                  <a:lnTo>
                    <a:pt x="3423149" y="738716"/>
                  </a:lnTo>
                  <a:lnTo>
                    <a:pt x="3515469" y="723696"/>
                  </a:lnTo>
                  <a:lnTo>
                    <a:pt x="3609182" y="710629"/>
                  </a:lnTo>
                  <a:lnTo>
                    <a:pt x="3700860" y="699557"/>
                  </a:lnTo>
                  <a:lnTo>
                    <a:pt x="3786392" y="690521"/>
                  </a:lnTo>
                  <a:lnTo>
                    <a:pt x="3861540" y="683515"/>
                  </a:lnTo>
                  <a:lnTo>
                    <a:pt x="3922722" y="678443"/>
                  </a:lnTo>
                  <a:lnTo>
                    <a:pt x="3967809" y="675098"/>
                  </a:lnTo>
                  <a:lnTo>
                    <a:pt x="3996689" y="673172"/>
                  </a:lnTo>
                  <a:lnTo>
                    <a:pt x="4011434" y="672284"/>
                  </a:lnTo>
                  <a:lnTo>
                    <a:pt x="4016107" y="672028"/>
                  </a:lnTo>
                  <a:lnTo>
                    <a:pt x="4016409" y="672013"/>
                  </a:lnTo>
                  <a:lnTo>
                    <a:pt x="4538543" y="672013"/>
                  </a:lnTo>
                  <a:lnTo>
                    <a:pt x="4539805" y="671993"/>
                  </a:lnTo>
                  <a:lnTo>
                    <a:pt x="4548059" y="671847"/>
                  </a:lnTo>
                  <a:lnTo>
                    <a:pt x="4568699" y="671446"/>
                  </a:lnTo>
                  <a:lnTo>
                    <a:pt x="4605169" y="670657"/>
                  </a:lnTo>
                  <a:lnTo>
                    <a:pt x="4658658" y="669365"/>
                  </a:lnTo>
                  <a:lnTo>
                    <a:pt x="4728033" y="667484"/>
                  </a:lnTo>
                  <a:lnTo>
                    <a:pt x="4810233" y="664962"/>
                  </a:lnTo>
                  <a:lnTo>
                    <a:pt x="4901033" y="661786"/>
                  </a:lnTo>
                  <a:lnTo>
                    <a:pt x="4995940" y="657962"/>
                  </a:lnTo>
                  <a:lnTo>
                    <a:pt x="5090943" y="653505"/>
                  </a:lnTo>
                  <a:lnTo>
                    <a:pt x="5182957" y="648425"/>
                  </a:lnTo>
                  <a:lnTo>
                    <a:pt x="5269955" y="642710"/>
                  </a:lnTo>
                  <a:lnTo>
                    <a:pt x="5350881" y="636328"/>
                  </a:lnTo>
                  <a:lnTo>
                    <a:pt x="5425452" y="629214"/>
                  </a:lnTo>
                  <a:lnTo>
                    <a:pt x="5493939" y="621279"/>
                  </a:lnTo>
                  <a:lnTo>
                    <a:pt x="5556966" y="612408"/>
                  </a:lnTo>
                  <a:lnTo>
                    <a:pt x="5615368" y="602465"/>
                  </a:lnTo>
                  <a:lnTo>
                    <a:pt x="5670067" y="591306"/>
                  </a:lnTo>
                  <a:lnTo>
                    <a:pt x="5721994" y="578795"/>
                  </a:lnTo>
                  <a:lnTo>
                    <a:pt x="5772005" y="564837"/>
                  </a:lnTo>
                  <a:lnTo>
                    <a:pt x="5784835" y="560952"/>
                  </a:lnTo>
                  <a:lnTo>
                    <a:pt x="5836729" y="544006"/>
                  </a:lnTo>
                  <a:lnTo>
                    <a:pt x="5888119" y="525340"/>
                  </a:lnTo>
                  <a:lnTo>
                    <a:pt x="5939530" y="504929"/>
                  </a:lnTo>
                  <a:lnTo>
                    <a:pt x="5991322" y="482806"/>
                  </a:lnTo>
                  <a:lnTo>
                    <a:pt x="6043709" y="459069"/>
                  </a:lnTo>
                  <a:lnTo>
                    <a:pt x="6096778" y="433886"/>
                  </a:lnTo>
                  <a:lnTo>
                    <a:pt x="6150505" y="407491"/>
                  </a:lnTo>
                  <a:lnTo>
                    <a:pt x="6204771" y="380184"/>
                  </a:lnTo>
                  <a:lnTo>
                    <a:pt x="6259388" y="352310"/>
                  </a:lnTo>
                  <a:lnTo>
                    <a:pt x="6314123" y="324249"/>
                  </a:lnTo>
                  <a:lnTo>
                    <a:pt x="6368731" y="296390"/>
                  </a:lnTo>
                  <a:lnTo>
                    <a:pt x="6422979" y="269112"/>
                  </a:lnTo>
                  <a:lnTo>
                    <a:pt x="6476681" y="242760"/>
                  </a:lnTo>
                  <a:lnTo>
                    <a:pt x="6529723" y="217629"/>
                  </a:lnTo>
                  <a:lnTo>
                    <a:pt x="6582084" y="193953"/>
                  </a:lnTo>
                  <a:lnTo>
                    <a:pt x="6633857" y="171896"/>
                  </a:lnTo>
                  <a:lnTo>
                    <a:pt x="6685259" y="151554"/>
                  </a:lnTo>
                  <a:lnTo>
                    <a:pt x="6736658" y="132956"/>
                  </a:lnTo>
                  <a:lnTo>
                    <a:pt x="6786527" y="116708"/>
                  </a:lnTo>
                  <a:lnTo>
                    <a:pt x="6836161" y="102366"/>
                  </a:lnTo>
                  <a:lnTo>
                    <a:pt x="6887511" y="89483"/>
                  </a:lnTo>
                  <a:lnTo>
                    <a:pt x="6941398" y="77984"/>
                  </a:lnTo>
                  <a:lnTo>
                    <a:pt x="6998742" y="67738"/>
                  </a:lnTo>
                  <a:lnTo>
                    <a:pt x="7060477" y="58601"/>
                  </a:lnTo>
                  <a:lnTo>
                    <a:pt x="7127467" y="50433"/>
                  </a:lnTo>
                  <a:lnTo>
                    <a:pt x="7200407" y="43115"/>
                  </a:lnTo>
                  <a:lnTo>
                    <a:pt x="7279676" y="36549"/>
                  </a:lnTo>
                  <a:lnTo>
                    <a:pt x="7365155" y="30664"/>
                  </a:lnTo>
                  <a:lnTo>
                    <a:pt x="7456013" y="25420"/>
                  </a:lnTo>
                  <a:lnTo>
                    <a:pt x="7550490" y="20801"/>
                  </a:lnTo>
                  <a:lnTo>
                    <a:pt x="7645777" y="16810"/>
                  </a:lnTo>
                  <a:lnTo>
                    <a:pt x="7738073" y="13463"/>
                  </a:lnTo>
                  <a:lnTo>
                    <a:pt x="7822952" y="10771"/>
                  </a:lnTo>
                  <a:lnTo>
                    <a:pt x="7896033" y="8726"/>
                  </a:lnTo>
                  <a:lnTo>
                    <a:pt x="7953866" y="7287"/>
                  </a:lnTo>
                  <a:lnTo>
                    <a:pt x="7994761" y="6377"/>
                  </a:lnTo>
                  <a:lnTo>
                    <a:pt x="8019287" y="5887"/>
                  </a:lnTo>
                  <a:lnTo>
                    <a:pt x="8030326" y="5688"/>
                  </a:lnTo>
                  <a:lnTo>
                    <a:pt x="8032819" y="5647"/>
                  </a:lnTo>
                  <a:lnTo>
                    <a:pt x="8554953" y="5647"/>
                  </a:lnTo>
                  <a:lnTo>
                    <a:pt x="8554953" y="0"/>
                  </a:lnTo>
                  <a:lnTo>
                    <a:pt x="8032819" y="0"/>
                  </a:lnTo>
                  <a:lnTo>
                    <a:pt x="8031557" y="20"/>
                  </a:lnTo>
                  <a:lnTo>
                    <a:pt x="8023302" y="165"/>
                  </a:lnTo>
                  <a:lnTo>
                    <a:pt x="8002663" y="567"/>
                  </a:lnTo>
                  <a:lnTo>
                    <a:pt x="7966193" y="1356"/>
                  </a:lnTo>
                  <a:lnTo>
                    <a:pt x="7912704" y="2647"/>
                  </a:lnTo>
                  <a:lnTo>
                    <a:pt x="7843329" y="4529"/>
                  </a:lnTo>
                  <a:lnTo>
                    <a:pt x="7761129" y="7050"/>
                  </a:lnTo>
                  <a:lnTo>
                    <a:pt x="7670329" y="10227"/>
                  </a:lnTo>
                  <a:lnTo>
                    <a:pt x="7575422" y="14051"/>
                  </a:lnTo>
                  <a:lnTo>
                    <a:pt x="7480419" y="18507"/>
                  </a:lnTo>
                  <a:lnTo>
                    <a:pt x="7388405" y="23588"/>
                  </a:lnTo>
                  <a:lnTo>
                    <a:pt x="7301407" y="29302"/>
                  </a:lnTo>
                  <a:lnTo>
                    <a:pt x="7220481" y="35685"/>
                  </a:lnTo>
                  <a:lnTo>
                    <a:pt x="7145910" y="42799"/>
                  </a:lnTo>
                  <a:lnTo>
                    <a:pt x="7077423" y="50733"/>
                  </a:lnTo>
                  <a:lnTo>
                    <a:pt x="7014396" y="59605"/>
                  </a:lnTo>
                  <a:lnTo>
                    <a:pt x="6955994" y="69547"/>
                  </a:lnTo>
                  <a:lnTo>
                    <a:pt x="6901295" y="80706"/>
                  </a:lnTo>
                  <a:lnTo>
                    <a:pt x="6849368" y="93217"/>
                  </a:lnTo>
                  <a:lnTo>
                    <a:pt x="6799357" y="107175"/>
                  </a:lnTo>
                  <a:lnTo>
                    <a:pt x="6786527" y="111061"/>
                  </a:lnTo>
                  <a:lnTo>
                    <a:pt x="6734633" y="128007"/>
                  </a:lnTo>
                  <a:lnTo>
                    <a:pt x="6683243" y="146672"/>
                  </a:lnTo>
                  <a:lnTo>
                    <a:pt x="6631832" y="167083"/>
                  </a:lnTo>
                  <a:lnTo>
                    <a:pt x="6580040" y="189206"/>
                  </a:lnTo>
                  <a:lnTo>
                    <a:pt x="6527653" y="212943"/>
                  </a:lnTo>
                  <a:lnTo>
                    <a:pt x="6474584" y="238127"/>
                  </a:lnTo>
                  <a:lnTo>
                    <a:pt x="6420857" y="264521"/>
                  </a:lnTo>
                  <a:lnTo>
                    <a:pt x="6366591" y="291829"/>
                  </a:lnTo>
                  <a:lnTo>
                    <a:pt x="6311974" y="319703"/>
                  </a:lnTo>
                  <a:lnTo>
                    <a:pt x="6257239" y="347764"/>
                  </a:lnTo>
                  <a:lnTo>
                    <a:pt x="6202631" y="375622"/>
                  </a:lnTo>
                  <a:lnTo>
                    <a:pt x="6148383" y="402900"/>
                  </a:lnTo>
                  <a:lnTo>
                    <a:pt x="6094681" y="429252"/>
                  </a:lnTo>
                  <a:lnTo>
                    <a:pt x="6041639" y="454383"/>
                  </a:lnTo>
                  <a:lnTo>
                    <a:pt x="5989277" y="478059"/>
                  </a:lnTo>
                  <a:lnTo>
                    <a:pt x="5937505" y="500117"/>
                  </a:lnTo>
                  <a:lnTo>
                    <a:pt x="5886102" y="520459"/>
                  </a:lnTo>
                  <a:lnTo>
                    <a:pt x="5834704" y="539056"/>
                  </a:lnTo>
                  <a:lnTo>
                    <a:pt x="5784835" y="555305"/>
                  </a:lnTo>
                  <a:lnTo>
                    <a:pt x="5735201" y="569647"/>
                  </a:lnTo>
                  <a:lnTo>
                    <a:pt x="5683851" y="582529"/>
                  </a:lnTo>
                  <a:lnTo>
                    <a:pt x="5629964" y="594028"/>
                  </a:lnTo>
                  <a:lnTo>
                    <a:pt x="5572620" y="604274"/>
                  </a:lnTo>
                  <a:lnTo>
                    <a:pt x="5510885" y="613412"/>
                  </a:lnTo>
                  <a:lnTo>
                    <a:pt x="5443895" y="621579"/>
                  </a:lnTo>
                  <a:lnTo>
                    <a:pt x="5370955" y="628897"/>
                  </a:lnTo>
                  <a:lnTo>
                    <a:pt x="5291686" y="635464"/>
                  </a:lnTo>
                  <a:lnTo>
                    <a:pt x="5206207" y="641348"/>
                  </a:lnTo>
                  <a:lnTo>
                    <a:pt x="5115349" y="646592"/>
                  </a:lnTo>
                  <a:lnTo>
                    <a:pt x="5020872" y="651212"/>
                  </a:lnTo>
                  <a:lnTo>
                    <a:pt x="4925585" y="655202"/>
                  </a:lnTo>
                  <a:lnTo>
                    <a:pt x="4833288" y="658549"/>
                  </a:lnTo>
                  <a:lnTo>
                    <a:pt x="4748410" y="661241"/>
                  </a:lnTo>
                  <a:lnTo>
                    <a:pt x="4675329" y="663286"/>
                  </a:lnTo>
                  <a:lnTo>
                    <a:pt x="4617496" y="664725"/>
                  </a:lnTo>
                  <a:lnTo>
                    <a:pt x="4576601" y="665635"/>
                  </a:lnTo>
                  <a:lnTo>
                    <a:pt x="4552075" y="666125"/>
                  </a:lnTo>
                  <a:lnTo>
                    <a:pt x="4541036" y="666325"/>
                  </a:lnTo>
                  <a:lnTo>
                    <a:pt x="4538543" y="666366"/>
                  </a:lnTo>
                  <a:lnTo>
                    <a:pt x="4016409" y="666366"/>
                  </a:lnTo>
                  <a:lnTo>
                    <a:pt x="4015212" y="666428"/>
                  </a:lnTo>
                  <a:lnTo>
                    <a:pt x="4007371" y="666872"/>
                  </a:lnTo>
                  <a:lnTo>
                    <a:pt x="3987730" y="668100"/>
                  </a:lnTo>
                  <a:lnTo>
                    <a:pt x="3952933" y="670514"/>
                  </a:lnTo>
                  <a:lnTo>
                    <a:pt x="3901715" y="674471"/>
                  </a:lnTo>
                  <a:lnTo>
                    <a:pt x="3834983" y="680247"/>
                  </a:lnTo>
                  <a:lnTo>
                    <a:pt x="3755491" y="688004"/>
                  </a:lnTo>
                  <a:lnTo>
                    <a:pt x="3667163" y="697802"/>
                  </a:lnTo>
                  <a:lnTo>
                    <a:pt x="3574272" y="709624"/>
                  </a:lnTo>
                  <a:lnTo>
                    <a:pt x="3480726" y="723423"/>
                  </a:lnTo>
                  <a:lnTo>
                    <a:pt x="3389614" y="739167"/>
                  </a:lnTo>
                  <a:lnTo>
                    <a:pt x="3303040" y="756873"/>
                  </a:lnTo>
                  <a:lnTo>
                    <a:pt x="3222179" y="776631"/>
                  </a:lnTo>
                  <a:lnTo>
                    <a:pt x="3147443" y="798614"/>
                  </a:lnTo>
                  <a:lnTo>
                    <a:pt x="3078682" y="823077"/>
                  </a:lnTo>
                  <a:lnTo>
                    <a:pt x="3015375" y="850354"/>
                  </a:lnTo>
                  <a:lnTo>
                    <a:pt x="2956772" y="880845"/>
                  </a:lnTo>
                  <a:lnTo>
                    <a:pt x="2902015" y="914987"/>
                  </a:lnTo>
                  <a:lnTo>
                    <a:pt x="2850214" y="953214"/>
                  </a:lnTo>
                  <a:lnTo>
                    <a:pt x="2800528" y="995874"/>
                  </a:lnTo>
                  <a:lnTo>
                    <a:pt x="2770117" y="1024961"/>
                  </a:lnTo>
                  <a:lnTo>
                    <a:pt x="2728985" y="1067812"/>
                  </a:lnTo>
                  <a:lnTo>
                    <a:pt x="2688249" y="1114119"/>
                  </a:lnTo>
                  <a:lnTo>
                    <a:pt x="2647619" y="1163950"/>
                  </a:lnTo>
                  <a:lnTo>
                    <a:pt x="2606877" y="1217303"/>
                  </a:lnTo>
                  <a:lnTo>
                    <a:pt x="2565865" y="1274101"/>
                  </a:lnTo>
                  <a:lnTo>
                    <a:pt x="2524483" y="1334178"/>
                  </a:lnTo>
                  <a:lnTo>
                    <a:pt x="2482677" y="1397283"/>
                  </a:lnTo>
                  <a:lnTo>
                    <a:pt x="2440443" y="1463078"/>
                  </a:lnTo>
                  <a:lnTo>
                    <a:pt x="2397815" y="1531138"/>
                  </a:lnTo>
                  <a:lnTo>
                    <a:pt x="2354859" y="1600967"/>
                  </a:lnTo>
                  <a:lnTo>
                    <a:pt x="2311671" y="1672006"/>
                  </a:lnTo>
                  <a:lnTo>
                    <a:pt x="2268364" y="1743654"/>
                  </a:lnTo>
                  <a:lnTo>
                    <a:pt x="2225059" y="1815290"/>
                  </a:lnTo>
                  <a:lnTo>
                    <a:pt x="2181879" y="1886290"/>
                  </a:lnTo>
                  <a:lnTo>
                    <a:pt x="2138935" y="1956056"/>
                  </a:lnTo>
                  <a:lnTo>
                    <a:pt x="2096322" y="2024031"/>
                  </a:lnTo>
                  <a:lnTo>
                    <a:pt x="2054105" y="2089720"/>
                  </a:lnTo>
                  <a:lnTo>
                    <a:pt x="2012318" y="2152705"/>
                  </a:lnTo>
                  <a:lnTo>
                    <a:pt x="1970952" y="2212649"/>
                  </a:lnTo>
                  <a:lnTo>
                    <a:pt x="1929954" y="2269305"/>
                  </a:lnTo>
                  <a:lnTo>
                    <a:pt x="1889221" y="2322512"/>
                  </a:lnTo>
                  <a:lnTo>
                    <a:pt x="1848591" y="2372195"/>
                  </a:lnTo>
                  <a:lnTo>
                    <a:pt x="1807844" y="2418355"/>
                  </a:lnTo>
                  <a:lnTo>
                    <a:pt x="1768425" y="2459343"/>
                  </a:lnTo>
                  <a:lnTo>
                    <a:pt x="1719684" y="2504870"/>
                  </a:lnTo>
                  <a:lnTo>
                    <a:pt x="1669302" y="2545847"/>
                  </a:lnTo>
                  <a:lnTo>
                    <a:pt x="1616502" y="2582503"/>
                  </a:lnTo>
                  <a:lnTo>
                    <a:pt x="1560415" y="2615231"/>
                  </a:lnTo>
                  <a:lnTo>
                    <a:pt x="1500154" y="2644474"/>
                  </a:lnTo>
                  <a:lnTo>
                    <a:pt x="1434891" y="2670658"/>
                  </a:lnTo>
                  <a:lnTo>
                    <a:pt x="1363947" y="2694161"/>
                  </a:lnTo>
                  <a:lnTo>
                    <a:pt x="1286919" y="2715289"/>
                  </a:lnTo>
                  <a:lnTo>
                    <a:pt x="1203843" y="2734267"/>
                  </a:lnTo>
                  <a:lnTo>
                    <a:pt x="1115393" y="2751235"/>
                  </a:lnTo>
                  <a:lnTo>
                    <a:pt x="1023073" y="2766254"/>
                  </a:lnTo>
                  <a:lnTo>
                    <a:pt x="929360" y="2779322"/>
                  </a:lnTo>
                  <a:lnTo>
                    <a:pt x="837682" y="2790394"/>
                  </a:lnTo>
                  <a:lnTo>
                    <a:pt x="752150" y="2799430"/>
                  </a:lnTo>
                  <a:lnTo>
                    <a:pt x="677002" y="2806436"/>
                  </a:lnTo>
                  <a:lnTo>
                    <a:pt x="615821" y="2811508"/>
                  </a:lnTo>
                  <a:lnTo>
                    <a:pt x="570734" y="2814852"/>
                  </a:lnTo>
                  <a:lnTo>
                    <a:pt x="541853" y="2816779"/>
                  </a:lnTo>
                  <a:lnTo>
                    <a:pt x="527108" y="2817667"/>
                  </a:lnTo>
                  <a:lnTo>
                    <a:pt x="522435" y="2817923"/>
                  </a:lnTo>
                  <a:lnTo>
                    <a:pt x="522133" y="2817938"/>
                  </a:lnTo>
                  <a:lnTo>
                    <a:pt x="0" y="2817938"/>
                  </a:lnTo>
                  <a:close/>
                </a:path>
              </a:pathLst>
            </a:custGeom>
            <a:solidFill>
              <a:srgbClr val="67C1B3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1188" name="pl1188"/>
            <p:cNvSpPr/>
            <p:nvPr/>
          </p:nvSpPr>
          <p:spPr>
            <a:xfrm>
              <a:off x="386606" y="1450962"/>
              <a:ext cx="8554953" cy="2817938"/>
            </a:xfrm>
            <a:custGeom>
              <a:avLst/>
              <a:pathLst>
                <a:path w="8554953" h="2817938">
                  <a:moveTo>
                    <a:pt x="0" y="2817938"/>
                  </a:moveTo>
                  <a:lnTo>
                    <a:pt x="522133" y="2817938"/>
                  </a:lnTo>
                  <a:lnTo>
                    <a:pt x="523331" y="2817876"/>
                  </a:lnTo>
                  <a:lnTo>
                    <a:pt x="531171" y="2817431"/>
                  </a:lnTo>
                  <a:lnTo>
                    <a:pt x="550812" y="2816203"/>
                  </a:lnTo>
                  <a:lnTo>
                    <a:pt x="585610" y="2813790"/>
                  </a:lnTo>
                  <a:lnTo>
                    <a:pt x="636827" y="2809832"/>
                  </a:lnTo>
                  <a:lnTo>
                    <a:pt x="703559" y="2804057"/>
                  </a:lnTo>
                  <a:lnTo>
                    <a:pt x="783051" y="2796300"/>
                  </a:lnTo>
                  <a:lnTo>
                    <a:pt x="871379" y="2786501"/>
                  </a:lnTo>
                  <a:lnTo>
                    <a:pt x="964270" y="2774679"/>
                  </a:lnTo>
                  <a:lnTo>
                    <a:pt x="1057816" y="2760880"/>
                  </a:lnTo>
                  <a:lnTo>
                    <a:pt x="1148929" y="2745137"/>
                  </a:lnTo>
                  <a:lnTo>
                    <a:pt x="1235502" y="2727431"/>
                  </a:lnTo>
                  <a:lnTo>
                    <a:pt x="1316363" y="2707672"/>
                  </a:lnTo>
                  <a:lnTo>
                    <a:pt x="1391099" y="2685690"/>
                  </a:lnTo>
                  <a:lnTo>
                    <a:pt x="1459860" y="2661227"/>
                  </a:lnTo>
                  <a:lnTo>
                    <a:pt x="1523168" y="2633949"/>
                  </a:lnTo>
                  <a:lnTo>
                    <a:pt x="1581770" y="2603459"/>
                  </a:lnTo>
                  <a:lnTo>
                    <a:pt x="1636528" y="2569316"/>
                  </a:lnTo>
                  <a:lnTo>
                    <a:pt x="1688328" y="2531089"/>
                  </a:lnTo>
                  <a:lnTo>
                    <a:pt x="1738014" y="2488429"/>
                  </a:lnTo>
                  <a:lnTo>
                    <a:pt x="1768425" y="2459343"/>
                  </a:lnTo>
                  <a:lnTo>
                    <a:pt x="1809557" y="2416492"/>
                  </a:lnTo>
                  <a:lnTo>
                    <a:pt x="1850293" y="2370185"/>
                  </a:lnTo>
                  <a:lnTo>
                    <a:pt x="1890923" y="2320354"/>
                  </a:lnTo>
                  <a:lnTo>
                    <a:pt x="1931665" y="2267000"/>
                  </a:lnTo>
                  <a:lnTo>
                    <a:pt x="1972677" y="2210203"/>
                  </a:lnTo>
                  <a:lnTo>
                    <a:pt x="2014059" y="2150126"/>
                  </a:lnTo>
                  <a:lnTo>
                    <a:pt x="2055865" y="2087020"/>
                  </a:lnTo>
                  <a:lnTo>
                    <a:pt x="2098099" y="2021226"/>
                  </a:lnTo>
                  <a:lnTo>
                    <a:pt x="2140728" y="1953166"/>
                  </a:lnTo>
                  <a:lnTo>
                    <a:pt x="2183683" y="1883337"/>
                  </a:lnTo>
                  <a:lnTo>
                    <a:pt x="2226871" y="1812298"/>
                  </a:lnTo>
                  <a:lnTo>
                    <a:pt x="2270178" y="1740649"/>
                  </a:lnTo>
                  <a:lnTo>
                    <a:pt x="2313483" y="1669014"/>
                  </a:lnTo>
                  <a:lnTo>
                    <a:pt x="2356664" y="1598013"/>
                  </a:lnTo>
                  <a:lnTo>
                    <a:pt x="2399607" y="1528248"/>
                  </a:lnTo>
                  <a:lnTo>
                    <a:pt x="2442221" y="1460273"/>
                  </a:lnTo>
                  <a:lnTo>
                    <a:pt x="2484437" y="1394583"/>
                  </a:lnTo>
                  <a:lnTo>
                    <a:pt x="2526224" y="1331598"/>
                  </a:lnTo>
                  <a:lnTo>
                    <a:pt x="2567590" y="1271654"/>
                  </a:lnTo>
                  <a:lnTo>
                    <a:pt x="2608588" y="1214999"/>
                  </a:lnTo>
                  <a:lnTo>
                    <a:pt x="2649322" y="1161791"/>
                  </a:lnTo>
                  <a:lnTo>
                    <a:pt x="2689951" y="1112109"/>
                  </a:lnTo>
                  <a:lnTo>
                    <a:pt x="2730698" y="1065948"/>
                  </a:lnTo>
                  <a:lnTo>
                    <a:pt x="2770117" y="1024961"/>
                  </a:lnTo>
                  <a:lnTo>
                    <a:pt x="2818858" y="979433"/>
                  </a:lnTo>
                  <a:lnTo>
                    <a:pt x="2869240" y="938457"/>
                  </a:lnTo>
                  <a:lnTo>
                    <a:pt x="2922040" y="901801"/>
                  </a:lnTo>
                  <a:lnTo>
                    <a:pt x="2978128" y="869072"/>
                  </a:lnTo>
                  <a:lnTo>
                    <a:pt x="3038388" y="839830"/>
                  </a:lnTo>
                  <a:lnTo>
                    <a:pt x="3103651" y="813645"/>
                  </a:lnTo>
                  <a:lnTo>
                    <a:pt x="3174595" y="790142"/>
                  </a:lnTo>
                  <a:lnTo>
                    <a:pt x="3251623" y="769014"/>
                  </a:lnTo>
                  <a:lnTo>
                    <a:pt x="3334699" y="750037"/>
                  </a:lnTo>
                  <a:lnTo>
                    <a:pt x="3423149" y="733069"/>
                  </a:lnTo>
                  <a:lnTo>
                    <a:pt x="3515469" y="718049"/>
                  </a:lnTo>
                  <a:lnTo>
                    <a:pt x="3609182" y="704982"/>
                  </a:lnTo>
                  <a:lnTo>
                    <a:pt x="3700860" y="693910"/>
                  </a:lnTo>
                  <a:lnTo>
                    <a:pt x="3786392" y="684874"/>
                  </a:lnTo>
                  <a:lnTo>
                    <a:pt x="3861540" y="677868"/>
                  </a:lnTo>
                  <a:lnTo>
                    <a:pt x="3922722" y="672795"/>
                  </a:lnTo>
                  <a:lnTo>
                    <a:pt x="3967809" y="669451"/>
                  </a:lnTo>
                  <a:lnTo>
                    <a:pt x="3996689" y="667525"/>
                  </a:lnTo>
                  <a:lnTo>
                    <a:pt x="4011434" y="666637"/>
                  </a:lnTo>
                  <a:lnTo>
                    <a:pt x="4016107" y="666381"/>
                  </a:lnTo>
                  <a:lnTo>
                    <a:pt x="4016409" y="666366"/>
                  </a:lnTo>
                  <a:lnTo>
                    <a:pt x="4538543" y="666366"/>
                  </a:lnTo>
                  <a:lnTo>
                    <a:pt x="4539805" y="666345"/>
                  </a:lnTo>
                  <a:lnTo>
                    <a:pt x="4548059" y="666200"/>
                  </a:lnTo>
                  <a:lnTo>
                    <a:pt x="4568699" y="665798"/>
                  </a:lnTo>
                  <a:lnTo>
                    <a:pt x="4605169" y="665010"/>
                  </a:lnTo>
                  <a:lnTo>
                    <a:pt x="4658658" y="663718"/>
                  </a:lnTo>
                  <a:lnTo>
                    <a:pt x="4728033" y="661836"/>
                  </a:lnTo>
                  <a:lnTo>
                    <a:pt x="4810233" y="659315"/>
                  </a:lnTo>
                  <a:lnTo>
                    <a:pt x="4901033" y="656139"/>
                  </a:lnTo>
                  <a:lnTo>
                    <a:pt x="4995940" y="652314"/>
                  </a:lnTo>
                  <a:lnTo>
                    <a:pt x="5090943" y="647858"/>
                  </a:lnTo>
                  <a:lnTo>
                    <a:pt x="5182957" y="642777"/>
                  </a:lnTo>
                  <a:lnTo>
                    <a:pt x="5269955" y="637063"/>
                  </a:lnTo>
                  <a:lnTo>
                    <a:pt x="5350881" y="630680"/>
                  </a:lnTo>
                  <a:lnTo>
                    <a:pt x="5425452" y="623567"/>
                  </a:lnTo>
                  <a:lnTo>
                    <a:pt x="5493939" y="615632"/>
                  </a:lnTo>
                  <a:lnTo>
                    <a:pt x="5556966" y="606760"/>
                  </a:lnTo>
                  <a:lnTo>
                    <a:pt x="5615368" y="596818"/>
                  </a:lnTo>
                  <a:lnTo>
                    <a:pt x="5670067" y="585659"/>
                  </a:lnTo>
                  <a:lnTo>
                    <a:pt x="5721994" y="573148"/>
                  </a:lnTo>
                  <a:lnTo>
                    <a:pt x="5772005" y="559190"/>
                  </a:lnTo>
                  <a:lnTo>
                    <a:pt x="5784835" y="555305"/>
                  </a:lnTo>
                  <a:lnTo>
                    <a:pt x="5836729" y="538358"/>
                  </a:lnTo>
                  <a:lnTo>
                    <a:pt x="5888119" y="519693"/>
                  </a:lnTo>
                  <a:lnTo>
                    <a:pt x="5939530" y="499282"/>
                  </a:lnTo>
                  <a:lnTo>
                    <a:pt x="5991322" y="477159"/>
                  </a:lnTo>
                  <a:lnTo>
                    <a:pt x="6043709" y="453422"/>
                  </a:lnTo>
                  <a:lnTo>
                    <a:pt x="6096778" y="428239"/>
                  </a:lnTo>
                  <a:lnTo>
                    <a:pt x="6150505" y="401844"/>
                  </a:lnTo>
                  <a:lnTo>
                    <a:pt x="6204771" y="374536"/>
                  </a:lnTo>
                  <a:lnTo>
                    <a:pt x="6259388" y="346663"/>
                  </a:lnTo>
                  <a:lnTo>
                    <a:pt x="6314123" y="318602"/>
                  </a:lnTo>
                  <a:lnTo>
                    <a:pt x="6368731" y="290743"/>
                  </a:lnTo>
                  <a:lnTo>
                    <a:pt x="6422979" y="263465"/>
                  </a:lnTo>
                  <a:lnTo>
                    <a:pt x="6476681" y="237113"/>
                  </a:lnTo>
                  <a:lnTo>
                    <a:pt x="6529723" y="211982"/>
                  </a:lnTo>
                  <a:lnTo>
                    <a:pt x="6582084" y="188306"/>
                  </a:lnTo>
                  <a:lnTo>
                    <a:pt x="6633857" y="166249"/>
                  </a:lnTo>
                  <a:lnTo>
                    <a:pt x="6685259" y="145906"/>
                  </a:lnTo>
                  <a:lnTo>
                    <a:pt x="6736658" y="127309"/>
                  </a:lnTo>
                  <a:lnTo>
                    <a:pt x="6786527" y="111061"/>
                  </a:lnTo>
                  <a:lnTo>
                    <a:pt x="6836161" y="96718"/>
                  </a:lnTo>
                  <a:lnTo>
                    <a:pt x="6887511" y="83836"/>
                  </a:lnTo>
                  <a:lnTo>
                    <a:pt x="6941398" y="72337"/>
                  </a:lnTo>
                  <a:lnTo>
                    <a:pt x="6998742" y="62091"/>
                  </a:lnTo>
                  <a:lnTo>
                    <a:pt x="7060477" y="52954"/>
                  </a:lnTo>
                  <a:lnTo>
                    <a:pt x="7127467" y="44786"/>
                  </a:lnTo>
                  <a:lnTo>
                    <a:pt x="7200407" y="37468"/>
                  </a:lnTo>
                  <a:lnTo>
                    <a:pt x="7279676" y="30901"/>
                  </a:lnTo>
                  <a:lnTo>
                    <a:pt x="7365155" y="25017"/>
                  </a:lnTo>
                  <a:lnTo>
                    <a:pt x="7456013" y="19773"/>
                  </a:lnTo>
                  <a:lnTo>
                    <a:pt x="7550490" y="15154"/>
                  </a:lnTo>
                  <a:lnTo>
                    <a:pt x="7645777" y="11163"/>
                  </a:lnTo>
                  <a:lnTo>
                    <a:pt x="7738073" y="7816"/>
                  </a:lnTo>
                  <a:lnTo>
                    <a:pt x="7822952" y="5124"/>
                  </a:lnTo>
                  <a:lnTo>
                    <a:pt x="7896033" y="3079"/>
                  </a:lnTo>
                  <a:lnTo>
                    <a:pt x="7953866" y="1640"/>
                  </a:lnTo>
                  <a:lnTo>
                    <a:pt x="7994761" y="730"/>
                  </a:lnTo>
                  <a:lnTo>
                    <a:pt x="8019287" y="240"/>
                  </a:lnTo>
                  <a:lnTo>
                    <a:pt x="8030326" y="40"/>
                  </a:lnTo>
                  <a:lnTo>
                    <a:pt x="8032796" y="0"/>
                  </a:lnTo>
                  <a:lnTo>
                    <a:pt x="8032819" y="0"/>
                  </a:lnTo>
                  <a:lnTo>
                    <a:pt x="8554953" y="0"/>
                  </a:lnTo>
                  <a:lnTo>
                    <a:pt x="8554953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189" name="pl1189"/>
            <p:cNvSpPr/>
            <p:nvPr/>
          </p:nvSpPr>
          <p:spPr>
            <a:xfrm>
              <a:off x="386606" y="1445315"/>
              <a:ext cx="8554953" cy="2817938"/>
            </a:xfrm>
            <a:custGeom>
              <a:avLst/>
              <a:pathLst>
                <a:path w="8554953" h="2817938">
                  <a:moveTo>
                    <a:pt x="8554953" y="0"/>
                  </a:moveTo>
                  <a:lnTo>
                    <a:pt x="8032819" y="0"/>
                  </a:lnTo>
                  <a:lnTo>
                    <a:pt x="8031557" y="20"/>
                  </a:lnTo>
                  <a:lnTo>
                    <a:pt x="8023302" y="165"/>
                  </a:lnTo>
                  <a:lnTo>
                    <a:pt x="8002663" y="567"/>
                  </a:lnTo>
                  <a:lnTo>
                    <a:pt x="7966193" y="1356"/>
                  </a:lnTo>
                  <a:lnTo>
                    <a:pt x="7912704" y="2647"/>
                  </a:lnTo>
                  <a:lnTo>
                    <a:pt x="7843329" y="4529"/>
                  </a:lnTo>
                  <a:lnTo>
                    <a:pt x="7761129" y="7050"/>
                  </a:lnTo>
                  <a:lnTo>
                    <a:pt x="7670329" y="10227"/>
                  </a:lnTo>
                  <a:lnTo>
                    <a:pt x="7575422" y="14051"/>
                  </a:lnTo>
                  <a:lnTo>
                    <a:pt x="7480419" y="18507"/>
                  </a:lnTo>
                  <a:lnTo>
                    <a:pt x="7388405" y="23588"/>
                  </a:lnTo>
                  <a:lnTo>
                    <a:pt x="7301407" y="29302"/>
                  </a:lnTo>
                  <a:lnTo>
                    <a:pt x="7220481" y="35685"/>
                  </a:lnTo>
                  <a:lnTo>
                    <a:pt x="7145910" y="42799"/>
                  </a:lnTo>
                  <a:lnTo>
                    <a:pt x="7077423" y="50733"/>
                  </a:lnTo>
                  <a:lnTo>
                    <a:pt x="7014396" y="59605"/>
                  </a:lnTo>
                  <a:lnTo>
                    <a:pt x="6955994" y="69547"/>
                  </a:lnTo>
                  <a:lnTo>
                    <a:pt x="6901295" y="80706"/>
                  </a:lnTo>
                  <a:lnTo>
                    <a:pt x="6849368" y="93217"/>
                  </a:lnTo>
                  <a:lnTo>
                    <a:pt x="6799357" y="107175"/>
                  </a:lnTo>
                  <a:lnTo>
                    <a:pt x="6786527" y="111061"/>
                  </a:lnTo>
                  <a:lnTo>
                    <a:pt x="6734633" y="128007"/>
                  </a:lnTo>
                  <a:lnTo>
                    <a:pt x="6683243" y="146672"/>
                  </a:lnTo>
                  <a:lnTo>
                    <a:pt x="6631832" y="167083"/>
                  </a:lnTo>
                  <a:lnTo>
                    <a:pt x="6580040" y="189206"/>
                  </a:lnTo>
                  <a:lnTo>
                    <a:pt x="6527653" y="212943"/>
                  </a:lnTo>
                  <a:lnTo>
                    <a:pt x="6474584" y="238127"/>
                  </a:lnTo>
                  <a:lnTo>
                    <a:pt x="6420857" y="264521"/>
                  </a:lnTo>
                  <a:lnTo>
                    <a:pt x="6366591" y="291829"/>
                  </a:lnTo>
                  <a:lnTo>
                    <a:pt x="6311974" y="319703"/>
                  </a:lnTo>
                  <a:lnTo>
                    <a:pt x="6257239" y="347764"/>
                  </a:lnTo>
                  <a:lnTo>
                    <a:pt x="6202631" y="375622"/>
                  </a:lnTo>
                  <a:lnTo>
                    <a:pt x="6148383" y="402900"/>
                  </a:lnTo>
                  <a:lnTo>
                    <a:pt x="6094681" y="429252"/>
                  </a:lnTo>
                  <a:lnTo>
                    <a:pt x="6041639" y="454383"/>
                  </a:lnTo>
                  <a:lnTo>
                    <a:pt x="5989277" y="478059"/>
                  </a:lnTo>
                  <a:lnTo>
                    <a:pt x="5937505" y="500117"/>
                  </a:lnTo>
                  <a:lnTo>
                    <a:pt x="5886102" y="520459"/>
                  </a:lnTo>
                  <a:lnTo>
                    <a:pt x="5834704" y="539056"/>
                  </a:lnTo>
                  <a:lnTo>
                    <a:pt x="5784835" y="555305"/>
                  </a:lnTo>
                  <a:lnTo>
                    <a:pt x="5735201" y="569647"/>
                  </a:lnTo>
                  <a:lnTo>
                    <a:pt x="5683851" y="582529"/>
                  </a:lnTo>
                  <a:lnTo>
                    <a:pt x="5629964" y="594028"/>
                  </a:lnTo>
                  <a:lnTo>
                    <a:pt x="5572620" y="604274"/>
                  </a:lnTo>
                  <a:lnTo>
                    <a:pt x="5510885" y="613412"/>
                  </a:lnTo>
                  <a:lnTo>
                    <a:pt x="5443895" y="621579"/>
                  </a:lnTo>
                  <a:lnTo>
                    <a:pt x="5370955" y="628897"/>
                  </a:lnTo>
                  <a:lnTo>
                    <a:pt x="5291686" y="635464"/>
                  </a:lnTo>
                  <a:lnTo>
                    <a:pt x="5206207" y="641348"/>
                  </a:lnTo>
                  <a:lnTo>
                    <a:pt x="5115349" y="646592"/>
                  </a:lnTo>
                  <a:lnTo>
                    <a:pt x="5020872" y="651212"/>
                  </a:lnTo>
                  <a:lnTo>
                    <a:pt x="4925585" y="655202"/>
                  </a:lnTo>
                  <a:lnTo>
                    <a:pt x="4833288" y="658549"/>
                  </a:lnTo>
                  <a:lnTo>
                    <a:pt x="4748410" y="661241"/>
                  </a:lnTo>
                  <a:lnTo>
                    <a:pt x="4675329" y="663286"/>
                  </a:lnTo>
                  <a:lnTo>
                    <a:pt x="4617496" y="664725"/>
                  </a:lnTo>
                  <a:lnTo>
                    <a:pt x="4576601" y="665635"/>
                  </a:lnTo>
                  <a:lnTo>
                    <a:pt x="4552075" y="666125"/>
                  </a:lnTo>
                  <a:lnTo>
                    <a:pt x="4541036" y="666325"/>
                  </a:lnTo>
                  <a:lnTo>
                    <a:pt x="4538566" y="666365"/>
                  </a:lnTo>
                  <a:lnTo>
                    <a:pt x="4538543" y="666366"/>
                  </a:lnTo>
                  <a:lnTo>
                    <a:pt x="4016409" y="666366"/>
                  </a:lnTo>
                  <a:lnTo>
                    <a:pt x="4015212" y="666428"/>
                  </a:lnTo>
                  <a:lnTo>
                    <a:pt x="4007371" y="666872"/>
                  </a:lnTo>
                  <a:lnTo>
                    <a:pt x="3987730" y="668100"/>
                  </a:lnTo>
                  <a:lnTo>
                    <a:pt x="3952933" y="670514"/>
                  </a:lnTo>
                  <a:lnTo>
                    <a:pt x="3901715" y="674471"/>
                  </a:lnTo>
                  <a:lnTo>
                    <a:pt x="3834983" y="680247"/>
                  </a:lnTo>
                  <a:lnTo>
                    <a:pt x="3755491" y="688004"/>
                  </a:lnTo>
                  <a:lnTo>
                    <a:pt x="3667163" y="697802"/>
                  </a:lnTo>
                  <a:lnTo>
                    <a:pt x="3574272" y="709624"/>
                  </a:lnTo>
                  <a:lnTo>
                    <a:pt x="3480726" y="723423"/>
                  </a:lnTo>
                  <a:lnTo>
                    <a:pt x="3389614" y="739167"/>
                  </a:lnTo>
                  <a:lnTo>
                    <a:pt x="3303040" y="756873"/>
                  </a:lnTo>
                  <a:lnTo>
                    <a:pt x="3222179" y="776631"/>
                  </a:lnTo>
                  <a:lnTo>
                    <a:pt x="3147443" y="798614"/>
                  </a:lnTo>
                  <a:lnTo>
                    <a:pt x="3078682" y="823077"/>
                  </a:lnTo>
                  <a:lnTo>
                    <a:pt x="3015375" y="850354"/>
                  </a:lnTo>
                  <a:lnTo>
                    <a:pt x="2956772" y="880845"/>
                  </a:lnTo>
                  <a:lnTo>
                    <a:pt x="2902015" y="914987"/>
                  </a:lnTo>
                  <a:lnTo>
                    <a:pt x="2850214" y="953214"/>
                  </a:lnTo>
                  <a:lnTo>
                    <a:pt x="2800528" y="995874"/>
                  </a:lnTo>
                  <a:lnTo>
                    <a:pt x="2770117" y="1024961"/>
                  </a:lnTo>
                  <a:lnTo>
                    <a:pt x="2728985" y="1067812"/>
                  </a:lnTo>
                  <a:lnTo>
                    <a:pt x="2688249" y="1114119"/>
                  </a:lnTo>
                  <a:lnTo>
                    <a:pt x="2647619" y="1163950"/>
                  </a:lnTo>
                  <a:lnTo>
                    <a:pt x="2606877" y="1217303"/>
                  </a:lnTo>
                  <a:lnTo>
                    <a:pt x="2565865" y="1274101"/>
                  </a:lnTo>
                  <a:lnTo>
                    <a:pt x="2524483" y="1334178"/>
                  </a:lnTo>
                  <a:lnTo>
                    <a:pt x="2482677" y="1397283"/>
                  </a:lnTo>
                  <a:lnTo>
                    <a:pt x="2440443" y="1463078"/>
                  </a:lnTo>
                  <a:lnTo>
                    <a:pt x="2397815" y="1531138"/>
                  </a:lnTo>
                  <a:lnTo>
                    <a:pt x="2354859" y="1600967"/>
                  </a:lnTo>
                  <a:lnTo>
                    <a:pt x="2311671" y="1672006"/>
                  </a:lnTo>
                  <a:lnTo>
                    <a:pt x="2268364" y="1743654"/>
                  </a:lnTo>
                  <a:lnTo>
                    <a:pt x="2225059" y="1815290"/>
                  </a:lnTo>
                  <a:lnTo>
                    <a:pt x="2181879" y="1886290"/>
                  </a:lnTo>
                  <a:lnTo>
                    <a:pt x="2138935" y="1956056"/>
                  </a:lnTo>
                  <a:lnTo>
                    <a:pt x="2096322" y="2024031"/>
                  </a:lnTo>
                  <a:lnTo>
                    <a:pt x="2054105" y="2089720"/>
                  </a:lnTo>
                  <a:lnTo>
                    <a:pt x="2012318" y="2152705"/>
                  </a:lnTo>
                  <a:lnTo>
                    <a:pt x="1970952" y="2212649"/>
                  </a:lnTo>
                  <a:lnTo>
                    <a:pt x="1929954" y="2269305"/>
                  </a:lnTo>
                  <a:lnTo>
                    <a:pt x="1889221" y="2322512"/>
                  </a:lnTo>
                  <a:lnTo>
                    <a:pt x="1848591" y="2372195"/>
                  </a:lnTo>
                  <a:lnTo>
                    <a:pt x="1807844" y="2418355"/>
                  </a:lnTo>
                  <a:lnTo>
                    <a:pt x="1768425" y="2459343"/>
                  </a:lnTo>
                  <a:lnTo>
                    <a:pt x="1719684" y="2504870"/>
                  </a:lnTo>
                  <a:lnTo>
                    <a:pt x="1669302" y="2545847"/>
                  </a:lnTo>
                  <a:lnTo>
                    <a:pt x="1616502" y="2582503"/>
                  </a:lnTo>
                  <a:lnTo>
                    <a:pt x="1560415" y="2615231"/>
                  </a:lnTo>
                  <a:lnTo>
                    <a:pt x="1500154" y="2644474"/>
                  </a:lnTo>
                  <a:lnTo>
                    <a:pt x="1434891" y="2670658"/>
                  </a:lnTo>
                  <a:lnTo>
                    <a:pt x="1363947" y="2694161"/>
                  </a:lnTo>
                  <a:lnTo>
                    <a:pt x="1286919" y="2715289"/>
                  </a:lnTo>
                  <a:lnTo>
                    <a:pt x="1203843" y="2734267"/>
                  </a:lnTo>
                  <a:lnTo>
                    <a:pt x="1115393" y="2751235"/>
                  </a:lnTo>
                  <a:lnTo>
                    <a:pt x="1023073" y="2766254"/>
                  </a:lnTo>
                  <a:lnTo>
                    <a:pt x="929360" y="2779322"/>
                  </a:lnTo>
                  <a:lnTo>
                    <a:pt x="837682" y="2790394"/>
                  </a:lnTo>
                  <a:lnTo>
                    <a:pt x="752150" y="2799430"/>
                  </a:lnTo>
                  <a:lnTo>
                    <a:pt x="677002" y="2806436"/>
                  </a:lnTo>
                  <a:lnTo>
                    <a:pt x="615821" y="2811508"/>
                  </a:lnTo>
                  <a:lnTo>
                    <a:pt x="570734" y="2814852"/>
                  </a:lnTo>
                  <a:lnTo>
                    <a:pt x="541853" y="2816779"/>
                  </a:lnTo>
                  <a:lnTo>
                    <a:pt x="527108" y="2817667"/>
                  </a:lnTo>
                  <a:lnTo>
                    <a:pt x="522435" y="2817923"/>
                  </a:lnTo>
                  <a:lnTo>
                    <a:pt x="522133" y="2817938"/>
                  </a:lnTo>
                  <a:lnTo>
                    <a:pt x="0" y="2817938"/>
                  </a:lnTo>
                  <a:lnTo>
                    <a:pt x="0" y="2817938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190" name="pg1190"/>
            <p:cNvSpPr/>
            <p:nvPr/>
          </p:nvSpPr>
          <p:spPr>
            <a:xfrm>
              <a:off x="386606" y="2218977"/>
              <a:ext cx="8554953" cy="2416989"/>
            </a:xfrm>
            <a:custGeom>
              <a:avLst/>
              <a:pathLst>
                <a:path w="8554953" h="2416989">
                  <a:moveTo>
                    <a:pt x="0" y="2055570"/>
                  </a:moveTo>
                  <a:lnTo>
                    <a:pt x="522133" y="2055570"/>
                  </a:lnTo>
                  <a:lnTo>
                    <a:pt x="523337" y="2055510"/>
                  </a:lnTo>
                  <a:lnTo>
                    <a:pt x="531217" y="2055085"/>
                  </a:lnTo>
                  <a:lnTo>
                    <a:pt x="550955" y="2053908"/>
                  </a:lnTo>
                  <a:lnTo>
                    <a:pt x="585914" y="2051596"/>
                  </a:lnTo>
                  <a:lnTo>
                    <a:pt x="637353" y="2047806"/>
                  </a:lnTo>
                  <a:lnTo>
                    <a:pt x="704343" y="2042276"/>
                  </a:lnTo>
                  <a:lnTo>
                    <a:pt x="784101" y="2034850"/>
                  </a:lnTo>
                  <a:lnTo>
                    <a:pt x="872673" y="2025472"/>
                  </a:lnTo>
                  <a:lnTo>
                    <a:pt x="965765" y="2014160"/>
                  </a:lnTo>
                  <a:lnTo>
                    <a:pt x="1059459" y="2000958"/>
                  </a:lnTo>
                  <a:lnTo>
                    <a:pt x="1150664" y="1985897"/>
                  </a:lnTo>
                  <a:lnTo>
                    <a:pt x="1237283" y="1968959"/>
                  </a:lnTo>
                  <a:lnTo>
                    <a:pt x="1318153" y="1950056"/>
                  </a:lnTo>
                  <a:lnTo>
                    <a:pt x="1392875" y="1929021"/>
                  </a:lnTo>
                  <a:lnTo>
                    <a:pt x="1461609" y="1905608"/>
                  </a:lnTo>
                  <a:lnTo>
                    <a:pt x="1524889" y="1879494"/>
                  </a:lnTo>
                  <a:lnTo>
                    <a:pt x="1583471" y="1850297"/>
                  </a:lnTo>
                  <a:lnTo>
                    <a:pt x="1638220" y="1817595"/>
                  </a:lnTo>
                  <a:lnTo>
                    <a:pt x="1690030" y="1780975"/>
                  </a:lnTo>
                  <a:lnTo>
                    <a:pt x="1739745" y="1740109"/>
                  </a:lnTo>
                  <a:lnTo>
                    <a:pt x="1768425" y="1713916"/>
                  </a:lnTo>
                  <a:lnTo>
                    <a:pt x="1810216" y="1672404"/>
                  </a:lnTo>
                  <a:lnTo>
                    <a:pt x="1851605" y="1627491"/>
                  </a:lnTo>
                  <a:lnTo>
                    <a:pt x="1892891" y="1579110"/>
                  </a:lnTo>
                  <a:lnTo>
                    <a:pt x="1934303" y="1527266"/>
                  </a:lnTo>
                  <a:lnTo>
                    <a:pt x="1976000" y="1472043"/>
                  </a:lnTo>
                  <a:lnTo>
                    <a:pt x="2018087" y="1413609"/>
                  </a:lnTo>
                  <a:lnTo>
                    <a:pt x="2060613" y="1352226"/>
                  </a:lnTo>
                  <a:lnTo>
                    <a:pt x="2103580" y="1288240"/>
                  </a:lnTo>
                  <a:lnTo>
                    <a:pt x="2146947" y="1222085"/>
                  </a:lnTo>
                  <a:lnTo>
                    <a:pt x="2190638" y="1154267"/>
                  </a:lnTo>
                  <a:lnTo>
                    <a:pt x="2234552" y="1085351"/>
                  </a:lnTo>
                  <a:lnTo>
                    <a:pt x="2278567" y="1015943"/>
                  </a:lnTo>
                  <a:lnTo>
                    <a:pt x="2322554" y="946668"/>
                  </a:lnTo>
                  <a:lnTo>
                    <a:pt x="2366388" y="878143"/>
                  </a:lnTo>
                  <a:lnTo>
                    <a:pt x="2409953" y="810961"/>
                  </a:lnTo>
                  <a:lnTo>
                    <a:pt x="2453158" y="745665"/>
                  </a:lnTo>
                  <a:lnTo>
                    <a:pt x="2495941" y="682730"/>
                  </a:lnTo>
                  <a:lnTo>
                    <a:pt x="2538279" y="622555"/>
                  </a:lnTo>
                  <a:lnTo>
                    <a:pt x="2580193" y="565451"/>
                  </a:lnTo>
                  <a:lnTo>
                    <a:pt x="2621754" y="511639"/>
                  </a:lnTo>
                  <a:lnTo>
                    <a:pt x="2663089" y="461251"/>
                  </a:lnTo>
                  <a:lnTo>
                    <a:pt x="2704387" y="414339"/>
                  </a:lnTo>
                  <a:lnTo>
                    <a:pt x="2745904" y="370874"/>
                  </a:lnTo>
                  <a:lnTo>
                    <a:pt x="2770117" y="347301"/>
                  </a:lnTo>
                  <a:lnTo>
                    <a:pt x="2818945" y="303851"/>
                  </a:lnTo>
                  <a:lnTo>
                    <a:pt x="2869422" y="264752"/>
                  </a:lnTo>
                  <a:lnTo>
                    <a:pt x="2922329" y="229783"/>
                  </a:lnTo>
                  <a:lnTo>
                    <a:pt x="2978539" y="198568"/>
                  </a:lnTo>
                  <a:lnTo>
                    <a:pt x="3038943" y="170682"/>
                  </a:lnTo>
                  <a:lnTo>
                    <a:pt x="3104374" y="145717"/>
                  </a:lnTo>
                  <a:lnTo>
                    <a:pt x="3175512" y="123313"/>
                  </a:lnTo>
                  <a:lnTo>
                    <a:pt x="3252759" y="103176"/>
                  </a:lnTo>
                  <a:lnTo>
                    <a:pt x="3336069" y="85092"/>
                  </a:lnTo>
                  <a:lnTo>
                    <a:pt x="3424757" y="68929"/>
                  </a:lnTo>
                  <a:lnTo>
                    <a:pt x="3517291" y="54628"/>
                  </a:lnTo>
                  <a:lnTo>
                    <a:pt x="3611165" y="42194"/>
                  </a:lnTo>
                  <a:lnTo>
                    <a:pt x="3702916" y="31669"/>
                  </a:lnTo>
                  <a:lnTo>
                    <a:pt x="3788398" y="23092"/>
                  </a:lnTo>
                  <a:lnTo>
                    <a:pt x="3863359" y="16454"/>
                  </a:lnTo>
                  <a:lnTo>
                    <a:pt x="3924227" y="11661"/>
                  </a:lnTo>
                  <a:lnTo>
                    <a:pt x="3968910" y="8513"/>
                  </a:lnTo>
                  <a:lnTo>
                    <a:pt x="3997361" y="6711"/>
                  </a:lnTo>
                  <a:lnTo>
                    <a:pt x="4011728" y="5889"/>
                  </a:lnTo>
                  <a:lnTo>
                    <a:pt x="4016155" y="5659"/>
                  </a:lnTo>
                  <a:lnTo>
                    <a:pt x="4016409" y="5647"/>
                  </a:lnTo>
                  <a:lnTo>
                    <a:pt x="4538543" y="5647"/>
                  </a:lnTo>
                  <a:lnTo>
                    <a:pt x="4539724" y="5715"/>
                  </a:lnTo>
                  <a:lnTo>
                    <a:pt x="4547456" y="6206"/>
                  </a:lnTo>
                  <a:lnTo>
                    <a:pt x="4566834" y="7562"/>
                  </a:lnTo>
                  <a:lnTo>
                    <a:pt x="4601191" y="10228"/>
                  </a:lnTo>
                  <a:lnTo>
                    <a:pt x="4651808" y="14601"/>
                  </a:lnTo>
                  <a:lnTo>
                    <a:pt x="4717836" y="20985"/>
                  </a:lnTo>
                  <a:lnTo>
                    <a:pt x="4796602" y="29566"/>
                  </a:lnTo>
                  <a:lnTo>
                    <a:pt x="4884260" y="40411"/>
                  </a:lnTo>
                  <a:lnTo>
                    <a:pt x="4976598" y="53505"/>
                  </a:lnTo>
                  <a:lnTo>
                    <a:pt x="5069737" y="68795"/>
                  </a:lnTo>
                  <a:lnTo>
                    <a:pt x="5160592" y="86244"/>
                  </a:lnTo>
                  <a:lnTo>
                    <a:pt x="5247038" y="105868"/>
                  </a:lnTo>
                  <a:lnTo>
                    <a:pt x="5327870" y="127762"/>
                  </a:lnTo>
                  <a:lnTo>
                    <a:pt x="5402643" y="152110"/>
                  </a:lnTo>
                  <a:lnTo>
                    <a:pt x="5471474" y="179189"/>
                  </a:lnTo>
                  <a:lnTo>
                    <a:pt x="5534858" y="209362"/>
                  </a:lnTo>
                  <a:lnTo>
                    <a:pt x="5593520" y="243065"/>
                  </a:lnTo>
                  <a:lnTo>
                    <a:pt x="5648302" y="280780"/>
                  </a:lnTo>
                  <a:lnTo>
                    <a:pt x="5700079" y="322990"/>
                  </a:lnTo>
                  <a:lnTo>
                    <a:pt x="5749690" y="370091"/>
                  </a:lnTo>
                  <a:lnTo>
                    <a:pt x="5784835" y="407537"/>
                  </a:lnTo>
                  <a:lnTo>
                    <a:pt x="5824375" y="453620"/>
                  </a:lnTo>
                  <a:lnTo>
                    <a:pt x="5863539" y="503278"/>
                  </a:lnTo>
                  <a:lnTo>
                    <a:pt x="5902587" y="556581"/>
                  </a:lnTo>
                  <a:lnTo>
                    <a:pt x="5941718" y="613535"/>
                  </a:lnTo>
                  <a:lnTo>
                    <a:pt x="5981078" y="674073"/>
                  </a:lnTo>
                  <a:lnTo>
                    <a:pt x="6020768" y="738047"/>
                  </a:lnTo>
                  <a:lnTo>
                    <a:pt x="6060841" y="805225"/>
                  </a:lnTo>
                  <a:lnTo>
                    <a:pt x="6101313" y="875292"/>
                  </a:lnTo>
                  <a:lnTo>
                    <a:pt x="6142163" y="947850"/>
                  </a:lnTo>
                  <a:lnTo>
                    <a:pt x="6183340" y="1022428"/>
                  </a:lnTo>
                  <a:lnTo>
                    <a:pt x="6224768" y="1098490"/>
                  </a:lnTo>
                  <a:lnTo>
                    <a:pt x="6266353" y="1175454"/>
                  </a:lnTo>
                  <a:lnTo>
                    <a:pt x="6307989" y="1252707"/>
                  </a:lnTo>
                  <a:lnTo>
                    <a:pt x="6349566" y="1329627"/>
                  </a:lnTo>
                  <a:lnTo>
                    <a:pt x="6390979" y="1405602"/>
                  </a:lnTo>
                  <a:lnTo>
                    <a:pt x="6432135" y="1480052"/>
                  </a:lnTo>
                  <a:lnTo>
                    <a:pt x="6472959" y="1552447"/>
                  </a:lnTo>
                  <a:lnTo>
                    <a:pt x="6513402" y="1622319"/>
                  </a:lnTo>
                  <a:lnTo>
                    <a:pt x="6553447" y="1689278"/>
                  </a:lnTo>
                  <a:lnTo>
                    <a:pt x="6593111" y="1753012"/>
                  </a:lnTo>
                  <a:lnTo>
                    <a:pt x="6632451" y="1813297"/>
                  </a:lnTo>
                  <a:lnTo>
                    <a:pt x="6671571" y="1869992"/>
                  </a:lnTo>
                  <a:lnTo>
                    <a:pt x="6710619" y="1923033"/>
                  </a:lnTo>
                  <a:lnTo>
                    <a:pt x="6749801" y="1972431"/>
                  </a:lnTo>
                  <a:lnTo>
                    <a:pt x="6786527" y="2015098"/>
                  </a:lnTo>
                  <a:lnTo>
                    <a:pt x="6835029" y="2065888"/>
                  </a:lnTo>
                  <a:lnTo>
                    <a:pt x="6885152" y="2111626"/>
                  </a:lnTo>
                  <a:lnTo>
                    <a:pt x="6937663" y="2152565"/>
                  </a:lnTo>
                  <a:lnTo>
                    <a:pt x="6993416" y="2189138"/>
                  </a:lnTo>
                  <a:lnTo>
                    <a:pt x="7053285" y="2221832"/>
                  </a:lnTo>
                  <a:lnTo>
                    <a:pt x="7118090" y="2251120"/>
                  </a:lnTo>
                  <a:lnTo>
                    <a:pt x="7188505" y="2277422"/>
                  </a:lnTo>
                  <a:lnTo>
                    <a:pt x="7264939" y="2301077"/>
                  </a:lnTo>
                  <a:lnTo>
                    <a:pt x="7347374" y="2322338"/>
                  </a:lnTo>
                  <a:lnTo>
                    <a:pt x="7435178" y="2341363"/>
                  </a:lnTo>
                  <a:lnTo>
                    <a:pt x="7526907" y="2358225"/>
                  </a:lnTo>
                  <a:lnTo>
                    <a:pt x="7620173" y="2372921"/>
                  </a:lnTo>
                  <a:lnTo>
                    <a:pt x="7711644" y="2385406"/>
                  </a:lnTo>
                  <a:lnTo>
                    <a:pt x="7797294" y="2395633"/>
                  </a:lnTo>
                  <a:lnTo>
                    <a:pt x="7872933" y="2403604"/>
                  </a:lnTo>
                  <a:lnTo>
                    <a:pt x="7934957" y="2409416"/>
                  </a:lnTo>
                  <a:lnTo>
                    <a:pt x="7981137" y="2413288"/>
                  </a:lnTo>
                  <a:lnTo>
                    <a:pt x="8011192" y="2415554"/>
                  </a:lnTo>
                  <a:lnTo>
                    <a:pt x="8026985" y="2416630"/>
                  </a:lnTo>
                  <a:lnTo>
                    <a:pt x="8032358" y="2416962"/>
                  </a:lnTo>
                  <a:lnTo>
                    <a:pt x="8032819" y="2416989"/>
                  </a:lnTo>
                  <a:lnTo>
                    <a:pt x="8554953" y="2416989"/>
                  </a:lnTo>
                  <a:lnTo>
                    <a:pt x="8554953" y="2411342"/>
                  </a:lnTo>
                  <a:lnTo>
                    <a:pt x="8032819" y="2411342"/>
                  </a:lnTo>
                  <a:lnTo>
                    <a:pt x="8031638" y="2411273"/>
                  </a:lnTo>
                  <a:lnTo>
                    <a:pt x="8023906" y="2410782"/>
                  </a:lnTo>
                  <a:lnTo>
                    <a:pt x="8004528" y="2409426"/>
                  </a:lnTo>
                  <a:lnTo>
                    <a:pt x="7970171" y="2406760"/>
                  </a:lnTo>
                  <a:lnTo>
                    <a:pt x="7919554" y="2402388"/>
                  </a:lnTo>
                  <a:lnTo>
                    <a:pt x="7853526" y="2396003"/>
                  </a:lnTo>
                  <a:lnTo>
                    <a:pt x="7774760" y="2387422"/>
                  </a:lnTo>
                  <a:lnTo>
                    <a:pt x="7687102" y="2376577"/>
                  </a:lnTo>
                  <a:lnTo>
                    <a:pt x="7594764" y="2363483"/>
                  </a:lnTo>
                  <a:lnTo>
                    <a:pt x="7501624" y="2348193"/>
                  </a:lnTo>
                  <a:lnTo>
                    <a:pt x="7410770" y="2330744"/>
                  </a:lnTo>
                  <a:lnTo>
                    <a:pt x="7324324" y="2311120"/>
                  </a:lnTo>
                  <a:lnTo>
                    <a:pt x="7243492" y="2289226"/>
                  </a:lnTo>
                  <a:lnTo>
                    <a:pt x="7168719" y="2264878"/>
                  </a:lnTo>
                  <a:lnTo>
                    <a:pt x="7099888" y="2237799"/>
                  </a:lnTo>
                  <a:lnTo>
                    <a:pt x="7036504" y="2207627"/>
                  </a:lnTo>
                  <a:lnTo>
                    <a:pt x="6977842" y="2173924"/>
                  </a:lnTo>
                  <a:lnTo>
                    <a:pt x="6923060" y="2136208"/>
                  </a:lnTo>
                  <a:lnTo>
                    <a:pt x="6871283" y="2093999"/>
                  </a:lnTo>
                  <a:lnTo>
                    <a:pt x="6821672" y="2046897"/>
                  </a:lnTo>
                  <a:lnTo>
                    <a:pt x="6786527" y="2009451"/>
                  </a:lnTo>
                  <a:lnTo>
                    <a:pt x="6746987" y="1963368"/>
                  </a:lnTo>
                  <a:lnTo>
                    <a:pt x="6707823" y="1913711"/>
                  </a:lnTo>
                  <a:lnTo>
                    <a:pt x="6668775" y="1860408"/>
                  </a:lnTo>
                  <a:lnTo>
                    <a:pt x="6629644" y="1803453"/>
                  </a:lnTo>
                  <a:lnTo>
                    <a:pt x="6590283" y="1742915"/>
                  </a:lnTo>
                  <a:lnTo>
                    <a:pt x="6550594" y="1678942"/>
                  </a:lnTo>
                  <a:lnTo>
                    <a:pt x="6510521" y="1611763"/>
                  </a:lnTo>
                  <a:lnTo>
                    <a:pt x="6470049" y="1541696"/>
                  </a:lnTo>
                  <a:lnTo>
                    <a:pt x="6429199" y="1469138"/>
                  </a:lnTo>
                  <a:lnTo>
                    <a:pt x="6388022" y="1394560"/>
                  </a:lnTo>
                  <a:lnTo>
                    <a:pt x="6346594" y="1318498"/>
                  </a:lnTo>
                  <a:lnTo>
                    <a:pt x="6305009" y="1241534"/>
                  </a:lnTo>
                  <a:lnTo>
                    <a:pt x="6263373" y="1164281"/>
                  </a:lnTo>
                  <a:lnTo>
                    <a:pt x="6221796" y="1087362"/>
                  </a:lnTo>
                  <a:lnTo>
                    <a:pt x="6180383" y="1011387"/>
                  </a:lnTo>
                  <a:lnTo>
                    <a:pt x="6139227" y="936936"/>
                  </a:lnTo>
                  <a:lnTo>
                    <a:pt x="6098403" y="864541"/>
                  </a:lnTo>
                  <a:lnTo>
                    <a:pt x="6057959" y="794669"/>
                  </a:lnTo>
                  <a:lnTo>
                    <a:pt x="6017915" y="727711"/>
                  </a:lnTo>
                  <a:lnTo>
                    <a:pt x="5978251" y="663976"/>
                  </a:lnTo>
                  <a:lnTo>
                    <a:pt x="5938910" y="603691"/>
                  </a:lnTo>
                  <a:lnTo>
                    <a:pt x="5899791" y="546997"/>
                  </a:lnTo>
                  <a:lnTo>
                    <a:pt x="5860742" y="493955"/>
                  </a:lnTo>
                  <a:lnTo>
                    <a:pt x="5821561" y="444557"/>
                  </a:lnTo>
                  <a:lnTo>
                    <a:pt x="5784835" y="401890"/>
                  </a:lnTo>
                  <a:lnTo>
                    <a:pt x="5736333" y="351100"/>
                  </a:lnTo>
                  <a:lnTo>
                    <a:pt x="5686210" y="305362"/>
                  </a:lnTo>
                  <a:lnTo>
                    <a:pt x="5633699" y="264423"/>
                  </a:lnTo>
                  <a:lnTo>
                    <a:pt x="5577946" y="227850"/>
                  </a:lnTo>
                  <a:lnTo>
                    <a:pt x="5518077" y="195157"/>
                  </a:lnTo>
                  <a:lnTo>
                    <a:pt x="5453272" y="165868"/>
                  </a:lnTo>
                  <a:lnTo>
                    <a:pt x="5382857" y="139566"/>
                  </a:lnTo>
                  <a:lnTo>
                    <a:pt x="5306423" y="115911"/>
                  </a:lnTo>
                  <a:lnTo>
                    <a:pt x="5223988" y="94651"/>
                  </a:lnTo>
                  <a:lnTo>
                    <a:pt x="5136184" y="75625"/>
                  </a:lnTo>
                  <a:lnTo>
                    <a:pt x="5044455" y="58764"/>
                  </a:lnTo>
                  <a:lnTo>
                    <a:pt x="4951189" y="44067"/>
                  </a:lnTo>
                  <a:lnTo>
                    <a:pt x="4859718" y="31582"/>
                  </a:lnTo>
                  <a:lnTo>
                    <a:pt x="4774068" y="21355"/>
                  </a:lnTo>
                  <a:lnTo>
                    <a:pt x="4698429" y="13385"/>
                  </a:lnTo>
                  <a:lnTo>
                    <a:pt x="4636405" y="7572"/>
                  </a:lnTo>
                  <a:lnTo>
                    <a:pt x="4590225" y="3700"/>
                  </a:lnTo>
                  <a:lnTo>
                    <a:pt x="4560170" y="1434"/>
                  </a:lnTo>
                  <a:lnTo>
                    <a:pt x="4544377" y="358"/>
                  </a:lnTo>
                  <a:lnTo>
                    <a:pt x="4539004" y="26"/>
                  </a:lnTo>
                  <a:lnTo>
                    <a:pt x="4538543" y="0"/>
                  </a:lnTo>
                  <a:lnTo>
                    <a:pt x="4016409" y="0"/>
                  </a:lnTo>
                  <a:lnTo>
                    <a:pt x="4015205" y="59"/>
                  </a:lnTo>
                  <a:lnTo>
                    <a:pt x="4007325" y="485"/>
                  </a:lnTo>
                  <a:lnTo>
                    <a:pt x="3987587" y="1661"/>
                  </a:lnTo>
                  <a:lnTo>
                    <a:pt x="3952628" y="3973"/>
                  </a:lnTo>
                  <a:lnTo>
                    <a:pt x="3901189" y="7763"/>
                  </a:lnTo>
                  <a:lnTo>
                    <a:pt x="3834199" y="13293"/>
                  </a:lnTo>
                  <a:lnTo>
                    <a:pt x="3754441" y="20719"/>
                  </a:lnTo>
                  <a:lnTo>
                    <a:pt x="3665869" y="30097"/>
                  </a:lnTo>
                  <a:lnTo>
                    <a:pt x="3572777" y="41409"/>
                  </a:lnTo>
                  <a:lnTo>
                    <a:pt x="3479084" y="54611"/>
                  </a:lnTo>
                  <a:lnTo>
                    <a:pt x="3387878" y="69672"/>
                  </a:lnTo>
                  <a:lnTo>
                    <a:pt x="3301259" y="86610"/>
                  </a:lnTo>
                  <a:lnTo>
                    <a:pt x="3220389" y="105513"/>
                  </a:lnTo>
                  <a:lnTo>
                    <a:pt x="3145667" y="126548"/>
                  </a:lnTo>
                  <a:lnTo>
                    <a:pt x="3076933" y="149961"/>
                  </a:lnTo>
                  <a:lnTo>
                    <a:pt x="3013653" y="176075"/>
                  </a:lnTo>
                  <a:lnTo>
                    <a:pt x="2955072" y="205272"/>
                  </a:lnTo>
                  <a:lnTo>
                    <a:pt x="2900322" y="237974"/>
                  </a:lnTo>
                  <a:lnTo>
                    <a:pt x="2848512" y="274594"/>
                  </a:lnTo>
                  <a:lnTo>
                    <a:pt x="2798797" y="315460"/>
                  </a:lnTo>
                  <a:lnTo>
                    <a:pt x="2770117" y="341653"/>
                  </a:lnTo>
                  <a:lnTo>
                    <a:pt x="2728326" y="383165"/>
                  </a:lnTo>
                  <a:lnTo>
                    <a:pt x="2686937" y="428078"/>
                  </a:lnTo>
                  <a:lnTo>
                    <a:pt x="2645651" y="476459"/>
                  </a:lnTo>
                  <a:lnTo>
                    <a:pt x="2604240" y="528303"/>
                  </a:lnTo>
                  <a:lnTo>
                    <a:pt x="2562542" y="583527"/>
                  </a:lnTo>
                  <a:lnTo>
                    <a:pt x="2520455" y="641960"/>
                  </a:lnTo>
                  <a:lnTo>
                    <a:pt x="2477929" y="703343"/>
                  </a:lnTo>
                  <a:lnTo>
                    <a:pt x="2434962" y="767329"/>
                  </a:lnTo>
                  <a:lnTo>
                    <a:pt x="2391596" y="833484"/>
                  </a:lnTo>
                  <a:lnTo>
                    <a:pt x="2347904" y="901302"/>
                  </a:lnTo>
                  <a:lnTo>
                    <a:pt x="2303991" y="970218"/>
                  </a:lnTo>
                  <a:lnTo>
                    <a:pt x="2259976" y="1039626"/>
                  </a:lnTo>
                  <a:lnTo>
                    <a:pt x="2215988" y="1108902"/>
                  </a:lnTo>
                  <a:lnTo>
                    <a:pt x="2172154" y="1177426"/>
                  </a:lnTo>
                  <a:lnTo>
                    <a:pt x="2128589" y="1244608"/>
                  </a:lnTo>
                  <a:lnTo>
                    <a:pt x="2085384" y="1309905"/>
                  </a:lnTo>
                  <a:lnTo>
                    <a:pt x="2042601" y="1372839"/>
                  </a:lnTo>
                  <a:lnTo>
                    <a:pt x="2000263" y="1433014"/>
                  </a:lnTo>
                  <a:lnTo>
                    <a:pt x="1958349" y="1490119"/>
                  </a:lnTo>
                  <a:lnTo>
                    <a:pt x="1916788" y="1543931"/>
                  </a:lnTo>
                  <a:lnTo>
                    <a:pt x="1875453" y="1594318"/>
                  </a:lnTo>
                  <a:lnTo>
                    <a:pt x="1834155" y="1641231"/>
                  </a:lnTo>
                  <a:lnTo>
                    <a:pt x="1792638" y="1684695"/>
                  </a:lnTo>
                  <a:lnTo>
                    <a:pt x="1768425" y="1708269"/>
                  </a:lnTo>
                  <a:lnTo>
                    <a:pt x="1719597" y="1751718"/>
                  </a:lnTo>
                  <a:lnTo>
                    <a:pt x="1669120" y="1790817"/>
                  </a:lnTo>
                  <a:lnTo>
                    <a:pt x="1616213" y="1825786"/>
                  </a:lnTo>
                  <a:lnTo>
                    <a:pt x="1560003" y="1857001"/>
                  </a:lnTo>
                  <a:lnTo>
                    <a:pt x="1499599" y="1884887"/>
                  </a:lnTo>
                  <a:lnTo>
                    <a:pt x="1434168" y="1909852"/>
                  </a:lnTo>
                  <a:lnTo>
                    <a:pt x="1363030" y="1932257"/>
                  </a:lnTo>
                  <a:lnTo>
                    <a:pt x="1285783" y="1952394"/>
                  </a:lnTo>
                  <a:lnTo>
                    <a:pt x="1202473" y="1970477"/>
                  </a:lnTo>
                  <a:lnTo>
                    <a:pt x="1113785" y="1986640"/>
                  </a:lnTo>
                  <a:lnTo>
                    <a:pt x="1021251" y="2000941"/>
                  </a:lnTo>
                  <a:lnTo>
                    <a:pt x="927377" y="2013375"/>
                  </a:lnTo>
                  <a:lnTo>
                    <a:pt x="835627" y="2023900"/>
                  </a:lnTo>
                  <a:lnTo>
                    <a:pt x="750144" y="2032478"/>
                  </a:lnTo>
                  <a:lnTo>
                    <a:pt x="675183" y="2039116"/>
                  </a:lnTo>
                  <a:lnTo>
                    <a:pt x="614316" y="2043908"/>
                  </a:lnTo>
                  <a:lnTo>
                    <a:pt x="569632" y="2047056"/>
                  </a:lnTo>
                  <a:lnTo>
                    <a:pt x="541181" y="2048858"/>
                  </a:lnTo>
                  <a:lnTo>
                    <a:pt x="526815" y="2049680"/>
                  </a:lnTo>
                  <a:lnTo>
                    <a:pt x="522387" y="2049910"/>
                  </a:lnTo>
                  <a:lnTo>
                    <a:pt x="522133" y="2049923"/>
                  </a:lnTo>
                  <a:lnTo>
                    <a:pt x="0" y="2049923"/>
                  </a:lnTo>
                  <a:close/>
                </a:path>
              </a:pathLst>
            </a:custGeom>
            <a:solidFill>
              <a:srgbClr val="67C1B3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1191" name="pl1191"/>
            <p:cNvSpPr/>
            <p:nvPr/>
          </p:nvSpPr>
          <p:spPr>
            <a:xfrm>
              <a:off x="386606" y="2224624"/>
              <a:ext cx="8554953" cy="2411342"/>
            </a:xfrm>
            <a:custGeom>
              <a:avLst/>
              <a:pathLst>
                <a:path w="8554953" h="2411342">
                  <a:moveTo>
                    <a:pt x="0" y="2049923"/>
                  </a:moveTo>
                  <a:lnTo>
                    <a:pt x="522133" y="2049923"/>
                  </a:lnTo>
                  <a:lnTo>
                    <a:pt x="523337" y="2049863"/>
                  </a:lnTo>
                  <a:lnTo>
                    <a:pt x="531217" y="2049437"/>
                  </a:lnTo>
                  <a:lnTo>
                    <a:pt x="550955" y="2048261"/>
                  </a:lnTo>
                  <a:lnTo>
                    <a:pt x="585914" y="2045949"/>
                  </a:lnTo>
                  <a:lnTo>
                    <a:pt x="637353" y="2042159"/>
                  </a:lnTo>
                  <a:lnTo>
                    <a:pt x="704343" y="2036629"/>
                  </a:lnTo>
                  <a:lnTo>
                    <a:pt x="784101" y="2029203"/>
                  </a:lnTo>
                  <a:lnTo>
                    <a:pt x="872673" y="2019825"/>
                  </a:lnTo>
                  <a:lnTo>
                    <a:pt x="965765" y="2008513"/>
                  </a:lnTo>
                  <a:lnTo>
                    <a:pt x="1059459" y="1995311"/>
                  </a:lnTo>
                  <a:lnTo>
                    <a:pt x="1150664" y="1980250"/>
                  </a:lnTo>
                  <a:lnTo>
                    <a:pt x="1237283" y="1963312"/>
                  </a:lnTo>
                  <a:lnTo>
                    <a:pt x="1318153" y="1944409"/>
                  </a:lnTo>
                  <a:lnTo>
                    <a:pt x="1392875" y="1923374"/>
                  </a:lnTo>
                  <a:lnTo>
                    <a:pt x="1461609" y="1899961"/>
                  </a:lnTo>
                  <a:lnTo>
                    <a:pt x="1524889" y="1873847"/>
                  </a:lnTo>
                  <a:lnTo>
                    <a:pt x="1583471" y="1844650"/>
                  </a:lnTo>
                  <a:lnTo>
                    <a:pt x="1638220" y="1811948"/>
                  </a:lnTo>
                  <a:lnTo>
                    <a:pt x="1690030" y="1775328"/>
                  </a:lnTo>
                  <a:lnTo>
                    <a:pt x="1739745" y="1734462"/>
                  </a:lnTo>
                  <a:lnTo>
                    <a:pt x="1768425" y="1708269"/>
                  </a:lnTo>
                  <a:lnTo>
                    <a:pt x="1810216" y="1666757"/>
                  </a:lnTo>
                  <a:lnTo>
                    <a:pt x="1851605" y="1621844"/>
                  </a:lnTo>
                  <a:lnTo>
                    <a:pt x="1892891" y="1573463"/>
                  </a:lnTo>
                  <a:lnTo>
                    <a:pt x="1934303" y="1521619"/>
                  </a:lnTo>
                  <a:lnTo>
                    <a:pt x="1976000" y="1466395"/>
                  </a:lnTo>
                  <a:lnTo>
                    <a:pt x="2018087" y="1407962"/>
                  </a:lnTo>
                  <a:lnTo>
                    <a:pt x="2060613" y="1346579"/>
                  </a:lnTo>
                  <a:lnTo>
                    <a:pt x="2103580" y="1282593"/>
                  </a:lnTo>
                  <a:lnTo>
                    <a:pt x="2146947" y="1216438"/>
                  </a:lnTo>
                  <a:lnTo>
                    <a:pt x="2190638" y="1148620"/>
                  </a:lnTo>
                  <a:lnTo>
                    <a:pt x="2234552" y="1079704"/>
                  </a:lnTo>
                  <a:lnTo>
                    <a:pt x="2278567" y="1010296"/>
                  </a:lnTo>
                  <a:lnTo>
                    <a:pt x="2322554" y="941021"/>
                  </a:lnTo>
                  <a:lnTo>
                    <a:pt x="2366388" y="872496"/>
                  </a:lnTo>
                  <a:lnTo>
                    <a:pt x="2409953" y="805314"/>
                  </a:lnTo>
                  <a:lnTo>
                    <a:pt x="2453158" y="740018"/>
                  </a:lnTo>
                  <a:lnTo>
                    <a:pt x="2495941" y="677083"/>
                  </a:lnTo>
                  <a:lnTo>
                    <a:pt x="2538279" y="616908"/>
                  </a:lnTo>
                  <a:lnTo>
                    <a:pt x="2580193" y="559803"/>
                  </a:lnTo>
                  <a:lnTo>
                    <a:pt x="2621754" y="505991"/>
                  </a:lnTo>
                  <a:lnTo>
                    <a:pt x="2663089" y="455604"/>
                  </a:lnTo>
                  <a:lnTo>
                    <a:pt x="2704387" y="408692"/>
                  </a:lnTo>
                  <a:lnTo>
                    <a:pt x="2745904" y="365227"/>
                  </a:lnTo>
                  <a:lnTo>
                    <a:pt x="2770117" y="341653"/>
                  </a:lnTo>
                  <a:lnTo>
                    <a:pt x="2818945" y="298204"/>
                  </a:lnTo>
                  <a:lnTo>
                    <a:pt x="2869422" y="259105"/>
                  </a:lnTo>
                  <a:lnTo>
                    <a:pt x="2922329" y="224136"/>
                  </a:lnTo>
                  <a:lnTo>
                    <a:pt x="2978539" y="192921"/>
                  </a:lnTo>
                  <a:lnTo>
                    <a:pt x="3038943" y="165035"/>
                  </a:lnTo>
                  <a:lnTo>
                    <a:pt x="3104374" y="140070"/>
                  </a:lnTo>
                  <a:lnTo>
                    <a:pt x="3175512" y="117665"/>
                  </a:lnTo>
                  <a:lnTo>
                    <a:pt x="3252759" y="97529"/>
                  </a:lnTo>
                  <a:lnTo>
                    <a:pt x="3336069" y="79445"/>
                  </a:lnTo>
                  <a:lnTo>
                    <a:pt x="3424757" y="63282"/>
                  </a:lnTo>
                  <a:lnTo>
                    <a:pt x="3517291" y="48981"/>
                  </a:lnTo>
                  <a:lnTo>
                    <a:pt x="3611165" y="36547"/>
                  </a:lnTo>
                  <a:lnTo>
                    <a:pt x="3702916" y="26022"/>
                  </a:lnTo>
                  <a:lnTo>
                    <a:pt x="3788398" y="17444"/>
                  </a:lnTo>
                  <a:lnTo>
                    <a:pt x="3863359" y="10806"/>
                  </a:lnTo>
                  <a:lnTo>
                    <a:pt x="3924227" y="6014"/>
                  </a:lnTo>
                  <a:lnTo>
                    <a:pt x="3968910" y="2866"/>
                  </a:lnTo>
                  <a:lnTo>
                    <a:pt x="3997361" y="1064"/>
                  </a:lnTo>
                  <a:lnTo>
                    <a:pt x="4011728" y="242"/>
                  </a:lnTo>
                  <a:lnTo>
                    <a:pt x="4016155" y="12"/>
                  </a:lnTo>
                  <a:lnTo>
                    <a:pt x="4016409" y="0"/>
                  </a:lnTo>
                  <a:lnTo>
                    <a:pt x="4538543" y="0"/>
                  </a:lnTo>
                  <a:lnTo>
                    <a:pt x="4539724" y="68"/>
                  </a:lnTo>
                  <a:lnTo>
                    <a:pt x="4547456" y="559"/>
                  </a:lnTo>
                  <a:lnTo>
                    <a:pt x="4566834" y="1915"/>
                  </a:lnTo>
                  <a:lnTo>
                    <a:pt x="4601191" y="4581"/>
                  </a:lnTo>
                  <a:lnTo>
                    <a:pt x="4651808" y="8953"/>
                  </a:lnTo>
                  <a:lnTo>
                    <a:pt x="4717836" y="15338"/>
                  </a:lnTo>
                  <a:lnTo>
                    <a:pt x="4796602" y="23919"/>
                  </a:lnTo>
                  <a:lnTo>
                    <a:pt x="4884260" y="34764"/>
                  </a:lnTo>
                  <a:lnTo>
                    <a:pt x="4976598" y="47858"/>
                  </a:lnTo>
                  <a:lnTo>
                    <a:pt x="5069737" y="63148"/>
                  </a:lnTo>
                  <a:lnTo>
                    <a:pt x="5160592" y="80597"/>
                  </a:lnTo>
                  <a:lnTo>
                    <a:pt x="5247038" y="100221"/>
                  </a:lnTo>
                  <a:lnTo>
                    <a:pt x="5327870" y="122115"/>
                  </a:lnTo>
                  <a:lnTo>
                    <a:pt x="5402643" y="146463"/>
                  </a:lnTo>
                  <a:lnTo>
                    <a:pt x="5471474" y="173542"/>
                  </a:lnTo>
                  <a:lnTo>
                    <a:pt x="5534858" y="203714"/>
                  </a:lnTo>
                  <a:lnTo>
                    <a:pt x="5593520" y="237417"/>
                  </a:lnTo>
                  <a:lnTo>
                    <a:pt x="5648302" y="275133"/>
                  </a:lnTo>
                  <a:lnTo>
                    <a:pt x="5700079" y="317342"/>
                  </a:lnTo>
                  <a:lnTo>
                    <a:pt x="5749690" y="364444"/>
                  </a:lnTo>
                  <a:lnTo>
                    <a:pt x="5784835" y="401890"/>
                  </a:lnTo>
                  <a:lnTo>
                    <a:pt x="5824375" y="447973"/>
                  </a:lnTo>
                  <a:lnTo>
                    <a:pt x="5863539" y="497631"/>
                  </a:lnTo>
                  <a:lnTo>
                    <a:pt x="5902587" y="550934"/>
                  </a:lnTo>
                  <a:lnTo>
                    <a:pt x="5941718" y="607888"/>
                  </a:lnTo>
                  <a:lnTo>
                    <a:pt x="5981078" y="668426"/>
                  </a:lnTo>
                  <a:lnTo>
                    <a:pt x="6020768" y="732399"/>
                  </a:lnTo>
                  <a:lnTo>
                    <a:pt x="6060841" y="799578"/>
                  </a:lnTo>
                  <a:lnTo>
                    <a:pt x="6101313" y="869645"/>
                  </a:lnTo>
                  <a:lnTo>
                    <a:pt x="6142163" y="942203"/>
                  </a:lnTo>
                  <a:lnTo>
                    <a:pt x="6183340" y="1016781"/>
                  </a:lnTo>
                  <a:lnTo>
                    <a:pt x="6224768" y="1092843"/>
                  </a:lnTo>
                  <a:lnTo>
                    <a:pt x="6266353" y="1169807"/>
                  </a:lnTo>
                  <a:lnTo>
                    <a:pt x="6307989" y="1247060"/>
                  </a:lnTo>
                  <a:lnTo>
                    <a:pt x="6349566" y="1323980"/>
                  </a:lnTo>
                  <a:lnTo>
                    <a:pt x="6390979" y="1399954"/>
                  </a:lnTo>
                  <a:lnTo>
                    <a:pt x="6432135" y="1474405"/>
                  </a:lnTo>
                  <a:lnTo>
                    <a:pt x="6472959" y="1546800"/>
                  </a:lnTo>
                  <a:lnTo>
                    <a:pt x="6513402" y="1616672"/>
                  </a:lnTo>
                  <a:lnTo>
                    <a:pt x="6553447" y="1683630"/>
                  </a:lnTo>
                  <a:lnTo>
                    <a:pt x="6593111" y="1747365"/>
                  </a:lnTo>
                  <a:lnTo>
                    <a:pt x="6632451" y="1807650"/>
                  </a:lnTo>
                  <a:lnTo>
                    <a:pt x="6671571" y="1864345"/>
                  </a:lnTo>
                  <a:lnTo>
                    <a:pt x="6710619" y="1917386"/>
                  </a:lnTo>
                  <a:lnTo>
                    <a:pt x="6749801" y="1966784"/>
                  </a:lnTo>
                  <a:lnTo>
                    <a:pt x="6786527" y="2009451"/>
                  </a:lnTo>
                  <a:lnTo>
                    <a:pt x="6835029" y="2060241"/>
                  </a:lnTo>
                  <a:lnTo>
                    <a:pt x="6885152" y="2105979"/>
                  </a:lnTo>
                  <a:lnTo>
                    <a:pt x="6937663" y="2146918"/>
                  </a:lnTo>
                  <a:lnTo>
                    <a:pt x="6993416" y="2183491"/>
                  </a:lnTo>
                  <a:lnTo>
                    <a:pt x="7053285" y="2216184"/>
                  </a:lnTo>
                  <a:lnTo>
                    <a:pt x="7118090" y="2245473"/>
                  </a:lnTo>
                  <a:lnTo>
                    <a:pt x="7188505" y="2271775"/>
                  </a:lnTo>
                  <a:lnTo>
                    <a:pt x="7264939" y="2295430"/>
                  </a:lnTo>
                  <a:lnTo>
                    <a:pt x="7347374" y="2316690"/>
                  </a:lnTo>
                  <a:lnTo>
                    <a:pt x="7435178" y="2335716"/>
                  </a:lnTo>
                  <a:lnTo>
                    <a:pt x="7526907" y="2352577"/>
                  </a:lnTo>
                  <a:lnTo>
                    <a:pt x="7620173" y="2367274"/>
                  </a:lnTo>
                  <a:lnTo>
                    <a:pt x="7711644" y="2379759"/>
                  </a:lnTo>
                  <a:lnTo>
                    <a:pt x="7797294" y="2389986"/>
                  </a:lnTo>
                  <a:lnTo>
                    <a:pt x="7872933" y="2397956"/>
                  </a:lnTo>
                  <a:lnTo>
                    <a:pt x="7934957" y="2403769"/>
                  </a:lnTo>
                  <a:lnTo>
                    <a:pt x="7981137" y="2407641"/>
                  </a:lnTo>
                  <a:lnTo>
                    <a:pt x="8011192" y="2409907"/>
                  </a:lnTo>
                  <a:lnTo>
                    <a:pt x="8026985" y="2410983"/>
                  </a:lnTo>
                  <a:lnTo>
                    <a:pt x="8032358" y="2411315"/>
                  </a:lnTo>
                  <a:lnTo>
                    <a:pt x="8032819" y="2411342"/>
                  </a:lnTo>
                  <a:lnTo>
                    <a:pt x="8554953" y="2411342"/>
                  </a:lnTo>
                  <a:lnTo>
                    <a:pt x="8554953" y="2411342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192" name="pl1192"/>
            <p:cNvSpPr/>
            <p:nvPr/>
          </p:nvSpPr>
          <p:spPr>
            <a:xfrm>
              <a:off x="386606" y="2218977"/>
              <a:ext cx="8554953" cy="2411342"/>
            </a:xfrm>
            <a:custGeom>
              <a:avLst/>
              <a:pathLst>
                <a:path w="8554953" h="2411342">
                  <a:moveTo>
                    <a:pt x="8554953" y="2411342"/>
                  </a:moveTo>
                  <a:lnTo>
                    <a:pt x="8032819" y="2411342"/>
                  </a:lnTo>
                  <a:lnTo>
                    <a:pt x="8031638" y="2411273"/>
                  </a:lnTo>
                  <a:lnTo>
                    <a:pt x="8023906" y="2410782"/>
                  </a:lnTo>
                  <a:lnTo>
                    <a:pt x="8004528" y="2409426"/>
                  </a:lnTo>
                  <a:lnTo>
                    <a:pt x="7970171" y="2406760"/>
                  </a:lnTo>
                  <a:lnTo>
                    <a:pt x="7919554" y="2402388"/>
                  </a:lnTo>
                  <a:lnTo>
                    <a:pt x="7853526" y="2396003"/>
                  </a:lnTo>
                  <a:lnTo>
                    <a:pt x="7774760" y="2387422"/>
                  </a:lnTo>
                  <a:lnTo>
                    <a:pt x="7687102" y="2376577"/>
                  </a:lnTo>
                  <a:lnTo>
                    <a:pt x="7594764" y="2363483"/>
                  </a:lnTo>
                  <a:lnTo>
                    <a:pt x="7501624" y="2348193"/>
                  </a:lnTo>
                  <a:lnTo>
                    <a:pt x="7410770" y="2330744"/>
                  </a:lnTo>
                  <a:lnTo>
                    <a:pt x="7324324" y="2311120"/>
                  </a:lnTo>
                  <a:lnTo>
                    <a:pt x="7243492" y="2289226"/>
                  </a:lnTo>
                  <a:lnTo>
                    <a:pt x="7168719" y="2264878"/>
                  </a:lnTo>
                  <a:lnTo>
                    <a:pt x="7099888" y="2237799"/>
                  </a:lnTo>
                  <a:lnTo>
                    <a:pt x="7036504" y="2207627"/>
                  </a:lnTo>
                  <a:lnTo>
                    <a:pt x="6977842" y="2173924"/>
                  </a:lnTo>
                  <a:lnTo>
                    <a:pt x="6923060" y="2136208"/>
                  </a:lnTo>
                  <a:lnTo>
                    <a:pt x="6871283" y="2093999"/>
                  </a:lnTo>
                  <a:lnTo>
                    <a:pt x="6821672" y="2046897"/>
                  </a:lnTo>
                  <a:lnTo>
                    <a:pt x="6786527" y="2009451"/>
                  </a:lnTo>
                  <a:lnTo>
                    <a:pt x="6746987" y="1963368"/>
                  </a:lnTo>
                  <a:lnTo>
                    <a:pt x="6707823" y="1913711"/>
                  </a:lnTo>
                  <a:lnTo>
                    <a:pt x="6668775" y="1860408"/>
                  </a:lnTo>
                  <a:lnTo>
                    <a:pt x="6629644" y="1803453"/>
                  </a:lnTo>
                  <a:lnTo>
                    <a:pt x="6590283" y="1742915"/>
                  </a:lnTo>
                  <a:lnTo>
                    <a:pt x="6550594" y="1678942"/>
                  </a:lnTo>
                  <a:lnTo>
                    <a:pt x="6510521" y="1611763"/>
                  </a:lnTo>
                  <a:lnTo>
                    <a:pt x="6470049" y="1541696"/>
                  </a:lnTo>
                  <a:lnTo>
                    <a:pt x="6429199" y="1469138"/>
                  </a:lnTo>
                  <a:lnTo>
                    <a:pt x="6388022" y="1394560"/>
                  </a:lnTo>
                  <a:lnTo>
                    <a:pt x="6346594" y="1318498"/>
                  </a:lnTo>
                  <a:lnTo>
                    <a:pt x="6305009" y="1241534"/>
                  </a:lnTo>
                  <a:lnTo>
                    <a:pt x="6263373" y="1164281"/>
                  </a:lnTo>
                  <a:lnTo>
                    <a:pt x="6221796" y="1087362"/>
                  </a:lnTo>
                  <a:lnTo>
                    <a:pt x="6180383" y="1011387"/>
                  </a:lnTo>
                  <a:lnTo>
                    <a:pt x="6139227" y="936936"/>
                  </a:lnTo>
                  <a:lnTo>
                    <a:pt x="6098403" y="864541"/>
                  </a:lnTo>
                  <a:lnTo>
                    <a:pt x="6057959" y="794669"/>
                  </a:lnTo>
                  <a:lnTo>
                    <a:pt x="6017915" y="727711"/>
                  </a:lnTo>
                  <a:lnTo>
                    <a:pt x="5978251" y="663976"/>
                  </a:lnTo>
                  <a:lnTo>
                    <a:pt x="5938910" y="603691"/>
                  </a:lnTo>
                  <a:lnTo>
                    <a:pt x="5899791" y="546997"/>
                  </a:lnTo>
                  <a:lnTo>
                    <a:pt x="5860742" y="493955"/>
                  </a:lnTo>
                  <a:lnTo>
                    <a:pt x="5821561" y="444557"/>
                  </a:lnTo>
                  <a:lnTo>
                    <a:pt x="5784835" y="401890"/>
                  </a:lnTo>
                  <a:lnTo>
                    <a:pt x="5736333" y="351100"/>
                  </a:lnTo>
                  <a:lnTo>
                    <a:pt x="5686210" y="305362"/>
                  </a:lnTo>
                  <a:lnTo>
                    <a:pt x="5633699" y="264423"/>
                  </a:lnTo>
                  <a:lnTo>
                    <a:pt x="5577946" y="227850"/>
                  </a:lnTo>
                  <a:lnTo>
                    <a:pt x="5518077" y="195157"/>
                  </a:lnTo>
                  <a:lnTo>
                    <a:pt x="5453272" y="165868"/>
                  </a:lnTo>
                  <a:lnTo>
                    <a:pt x="5382857" y="139566"/>
                  </a:lnTo>
                  <a:lnTo>
                    <a:pt x="5306423" y="115911"/>
                  </a:lnTo>
                  <a:lnTo>
                    <a:pt x="5223988" y="94651"/>
                  </a:lnTo>
                  <a:lnTo>
                    <a:pt x="5136184" y="75625"/>
                  </a:lnTo>
                  <a:lnTo>
                    <a:pt x="5044455" y="58764"/>
                  </a:lnTo>
                  <a:lnTo>
                    <a:pt x="4951189" y="44067"/>
                  </a:lnTo>
                  <a:lnTo>
                    <a:pt x="4859718" y="31582"/>
                  </a:lnTo>
                  <a:lnTo>
                    <a:pt x="4774068" y="21355"/>
                  </a:lnTo>
                  <a:lnTo>
                    <a:pt x="4698429" y="13385"/>
                  </a:lnTo>
                  <a:lnTo>
                    <a:pt x="4636405" y="7572"/>
                  </a:lnTo>
                  <a:lnTo>
                    <a:pt x="4590225" y="3700"/>
                  </a:lnTo>
                  <a:lnTo>
                    <a:pt x="4560170" y="1434"/>
                  </a:lnTo>
                  <a:lnTo>
                    <a:pt x="4544377" y="358"/>
                  </a:lnTo>
                  <a:lnTo>
                    <a:pt x="4539004" y="26"/>
                  </a:lnTo>
                  <a:lnTo>
                    <a:pt x="4538543" y="0"/>
                  </a:lnTo>
                  <a:lnTo>
                    <a:pt x="4016409" y="0"/>
                  </a:lnTo>
                  <a:lnTo>
                    <a:pt x="4015205" y="59"/>
                  </a:lnTo>
                  <a:lnTo>
                    <a:pt x="4007325" y="485"/>
                  </a:lnTo>
                  <a:lnTo>
                    <a:pt x="3987587" y="1661"/>
                  </a:lnTo>
                  <a:lnTo>
                    <a:pt x="3952628" y="3973"/>
                  </a:lnTo>
                  <a:lnTo>
                    <a:pt x="3901189" y="7763"/>
                  </a:lnTo>
                  <a:lnTo>
                    <a:pt x="3834199" y="13293"/>
                  </a:lnTo>
                  <a:lnTo>
                    <a:pt x="3754441" y="20719"/>
                  </a:lnTo>
                  <a:lnTo>
                    <a:pt x="3665869" y="30097"/>
                  </a:lnTo>
                  <a:lnTo>
                    <a:pt x="3572777" y="41409"/>
                  </a:lnTo>
                  <a:lnTo>
                    <a:pt x="3479084" y="54611"/>
                  </a:lnTo>
                  <a:lnTo>
                    <a:pt x="3387878" y="69672"/>
                  </a:lnTo>
                  <a:lnTo>
                    <a:pt x="3301259" y="86610"/>
                  </a:lnTo>
                  <a:lnTo>
                    <a:pt x="3220389" y="105513"/>
                  </a:lnTo>
                  <a:lnTo>
                    <a:pt x="3145667" y="126548"/>
                  </a:lnTo>
                  <a:lnTo>
                    <a:pt x="3076933" y="149961"/>
                  </a:lnTo>
                  <a:lnTo>
                    <a:pt x="3013653" y="176075"/>
                  </a:lnTo>
                  <a:lnTo>
                    <a:pt x="2955072" y="205272"/>
                  </a:lnTo>
                  <a:lnTo>
                    <a:pt x="2900322" y="237974"/>
                  </a:lnTo>
                  <a:lnTo>
                    <a:pt x="2848512" y="274594"/>
                  </a:lnTo>
                  <a:lnTo>
                    <a:pt x="2798797" y="315460"/>
                  </a:lnTo>
                  <a:lnTo>
                    <a:pt x="2770117" y="341653"/>
                  </a:lnTo>
                  <a:lnTo>
                    <a:pt x="2728326" y="383165"/>
                  </a:lnTo>
                  <a:lnTo>
                    <a:pt x="2686937" y="428078"/>
                  </a:lnTo>
                  <a:lnTo>
                    <a:pt x="2645651" y="476459"/>
                  </a:lnTo>
                  <a:lnTo>
                    <a:pt x="2604240" y="528303"/>
                  </a:lnTo>
                  <a:lnTo>
                    <a:pt x="2562542" y="583527"/>
                  </a:lnTo>
                  <a:lnTo>
                    <a:pt x="2520455" y="641960"/>
                  </a:lnTo>
                  <a:lnTo>
                    <a:pt x="2477929" y="703343"/>
                  </a:lnTo>
                  <a:lnTo>
                    <a:pt x="2434962" y="767329"/>
                  </a:lnTo>
                  <a:lnTo>
                    <a:pt x="2391596" y="833484"/>
                  </a:lnTo>
                  <a:lnTo>
                    <a:pt x="2347904" y="901302"/>
                  </a:lnTo>
                  <a:lnTo>
                    <a:pt x="2303991" y="970218"/>
                  </a:lnTo>
                  <a:lnTo>
                    <a:pt x="2259976" y="1039626"/>
                  </a:lnTo>
                  <a:lnTo>
                    <a:pt x="2215988" y="1108902"/>
                  </a:lnTo>
                  <a:lnTo>
                    <a:pt x="2172154" y="1177426"/>
                  </a:lnTo>
                  <a:lnTo>
                    <a:pt x="2128589" y="1244608"/>
                  </a:lnTo>
                  <a:lnTo>
                    <a:pt x="2085384" y="1309905"/>
                  </a:lnTo>
                  <a:lnTo>
                    <a:pt x="2042601" y="1372839"/>
                  </a:lnTo>
                  <a:lnTo>
                    <a:pt x="2000263" y="1433014"/>
                  </a:lnTo>
                  <a:lnTo>
                    <a:pt x="1958349" y="1490119"/>
                  </a:lnTo>
                  <a:lnTo>
                    <a:pt x="1916788" y="1543931"/>
                  </a:lnTo>
                  <a:lnTo>
                    <a:pt x="1875453" y="1594318"/>
                  </a:lnTo>
                  <a:lnTo>
                    <a:pt x="1834155" y="1641231"/>
                  </a:lnTo>
                  <a:lnTo>
                    <a:pt x="1792638" y="1684695"/>
                  </a:lnTo>
                  <a:lnTo>
                    <a:pt x="1768425" y="1708269"/>
                  </a:lnTo>
                  <a:lnTo>
                    <a:pt x="1719597" y="1751718"/>
                  </a:lnTo>
                  <a:lnTo>
                    <a:pt x="1669120" y="1790817"/>
                  </a:lnTo>
                  <a:lnTo>
                    <a:pt x="1616213" y="1825786"/>
                  </a:lnTo>
                  <a:lnTo>
                    <a:pt x="1560003" y="1857001"/>
                  </a:lnTo>
                  <a:lnTo>
                    <a:pt x="1499599" y="1884887"/>
                  </a:lnTo>
                  <a:lnTo>
                    <a:pt x="1434168" y="1909852"/>
                  </a:lnTo>
                  <a:lnTo>
                    <a:pt x="1363030" y="1932257"/>
                  </a:lnTo>
                  <a:lnTo>
                    <a:pt x="1285783" y="1952394"/>
                  </a:lnTo>
                  <a:lnTo>
                    <a:pt x="1202473" y="1970477"/>
                  </a:lnTo>
                  <a:lnTo>
                    <a:pt x="1113785" y="1986640"/>
                  </a:lnTo>
                  <a:lnTo>
                    <a:pt x="1021251" y="2000941"/>
                  </a:lnTo>
                  <a:lnTo>
                    <a:pt x="927377" y="2013375"/>
                  </a:lnTo>
                  <a:lnTo>
                    <a:pt x="835627" y="2023900"/>
                  </a:lnTo>
                  <a:lnTo>
                    <a:pt x="750144" y="2032478"/>
                  </a:lnTo>
                  <a:lnTo>
                    <a:pt x="675183" y="2039116"/>
                  </a:lnTo>
                  <a:lnTo>
                    <a:pt x="614316" y="2043908"/>
                  </a:lnTo>
                  <a:lnTo>
                    <a:pt x="569632" y="2047056"/>
                  </a:lnTo>
                  <a:lnTo>
                    <a:pt x="541181" y="2048858"/>
                  </a:lnTo>
                  <a:lnTo>
                    <a:pt x="526815" y="2049680"/>
                  </a:lnTo>
                  <a:lnTo>
                    <a:pt x="522387" y="2049910"/>
                  </a:lnTo>
                  <a:lnTo>
                    <a:pt x="522133" y="2049923"/>
                  </a:lnTo>
                  <a:lnTo>
                    <a:pt x="0" y="2049923"/>
                  </a:lnTo>
                  <a:lnTo>
                    <a:pt x="0" y="2049923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193" name="pg1193"/>
            <p:cNvSpPr/>
            <p:nvPr/>
          </p:nvSpPr>
          <p:spPr>
            <a:xfrm>
              <a:off x="386606" y="3450060"/>
              <a:ext cx="8554953" cy="1406145"/>
            </a:xfrm>
            <a:custGeom>
              <a:avLst/>
              <a:pathLst>
                <a:path w="8554953" h="1406145">
                  <a:moveTo>
                    <a:pt x="0" y="976960"/>
                  </a:moveTo>
                  <a:lnTo>
                    <a:pt x="522133" y="976960"/>
                  </a:lnTo>
                  <a:lnTo>
                    <a:pt x="523400" y="976973"/>
                  </a:lnTo>
                  <a:lnTo>
                    <a:pt x="531681" y="977067"/>
                  </a:lnTo>
                  <a:lnTo>
                    <a:pt x="552387" y="977327"/>
                  </a:lnTo>
                  <a:lnTo>
                    <a:pt x="588968" y="977837"/>
                  </a:lnTo>
                  <a:lnTo>
                    <a:pt x="642605" y="978671"/>
                  </a:lnTo>
                  <a:lnTo>
                    <a:pt x="712154" y="979887"/>
                  </a:lnTo>
                  <a:lnTo>
                    <a:pt x="794530" y="981516"/>
                  </a:lnTo>
                  <a:lnTo>
                    <a:pt x="885489" y="983568"/>
                  </a:lnTo>
                  <a:lnTo>
                    <a:pt x="980525" y="986038"/>
                  </a:lnTo>
                  <a:lnTo>
                    <a:pt x="1075619" y="988916"/>
                  </a:lnTo>
                  <a:lnTo>
                    <a:pt x="1167688" y="992197"/>
                  </a:lnTo>
                  <a:lnTo>
                    <a:pt x="1254710" y="995887"/>
                  </a:lnTo>
                  <a:lnTo>
                    <a:pt x="1335638" y="1000009"/>
                  </a:lnTo>
                  <a:lnTo>
                    <a:pt x="1410198" y="1004604"/>
                  </a:lnTo>
                  <a:lnTo>
                    <a:pt x="1478666" y="1009730"/>
                  </a:lnTo>
                  <a:lnTo>
                    <a:pt x="1541676" y="1015462"/>
                  </a:lnTo>
                  <a:lnTo>
                    <a:pt x="1600065" y="1021887"/>
                  </a:lnTo>
                  <a:lnTo>
                    <a:pt x="1654762" y="1029099"/>
                  </a:lnTo>
                  <a:lnTo>
                    <a:pt x="1706700" y="1037186"/>
                  </a:lnTo>
                  <a:lnTo>
                    <a:pt x="1756735" y="1046208"/>
                  </a:lnTo>
                  <a:lnTo>
                    <a:pt x="1768425" y="1048491"/>
                  </a:lnTo>
                  <a:lnTo>
                    <a:pt x="1821638" y="1059699"/>
                  </a:lnTo>
                  <a:lnTo>
                    <a:pt x="1874337" y="1072073"/>
                  </a:lnTo>
                  <a:lnTo>
                    <a:pt x="1927081" y="1085629"/>
                  </a:lnTo>
                  <a:lnTo>
                    <a:pt x="1980248" y="1100341"/>
                  </a:lnTo>
                  <a:lnTo>
                    <a:pt x="2034055" y="1116137"/>
                  </a:lnTo>
                  <a:lnTo>
                    <a:pt x="2088581" y="1132895"/>
                  </a:lnTo>
                  <a:lnTo>
                    <a:pt x="2143786" y="1150445"/>
                  </a:lnTo>
                  <a:lnTo>
                    <a:pt x="2199526" y="1168573"/>
                  </a:lnTo>
                  <a:lnTo>
                    <a:pt x="2255589" y="1187034"/>
                  </a:lnTo>
                  <a:lnTo>
                    <a:pt x="2311717" y="1205560"/>
                  </a:lnTo>
                  <a:lnTo>
                    <a:pt x="2367645" y="1223883"/>
                  </a:lnTo>
                  <a:lnTo>
                    <a:pt x="2423133" y="1241743"/>
                  </a:lnTo>
                  <a:lnTo>
                    <a:pt x="2478002" y="1258911"/>
                  </a:lnTo>
                  <a:lnTo>
                    <a:pt x="2532158" y="1275194"/>
                  </a:lnTo>
                  <a:lnTo>
                    <a:pt x="2585618" y="1290447"/>
                  </a:lnTo>
                  <a:lnTo>
                    <a:pt x="2638532" y="1304572"/>
                  </a:lnTo>
                  <a:lnTo>
                    <a:pt x="2691195" y="1317523"/>
                  </a:lnTo>
                  <a:lnTo>
                    <a:pt x="2744074" y="1329295"/>
                  </a:lnTo>
                  <a:lnTo>
                    <a:pt x="2770117" y="1334614"/>
                  </a:lnTo>
                  <a:lnTo>
                    <a:pt x="2819810" y="1343862"/>
                  </a:lnTo>
                  <a:lnTo>
                    <a:pt x="2871222" y="1352167"/>
                  </a:lnTo>
                  <a:lnTo>
                    <a:pt x="2925181" y="1359579"/>
                  </a:lnTo>
                  <a:lnTo>
                    <a:pt x="2982607" y="1366183"/>
                  </a:lnTo>
                  <a:lnTo>
                    <a:pt x="3044438" y="1372071"/>
                  </a:lnTo>
                  <a:lnTo>
                    <a:pt x="3111542" y="1377334"/>
                  </a:lnTo>
                  <a:lnTo>
                    <a:pt x="3184613" y="1382049"/>
                  </a:lnTo>
                  <a:lnTo>
                    <a:pt x="3264028" y="1386279"/>
                  </a:lnTo>
                  <a:lnTo>
                    <a:pt x="3349665" y="1390069"/>
                  </a:lnTo>
                  <a:lnTo>
                    <a:pt x="3440679" y="1393446"/>
                  </a:lnTo>
                  <a:lnTo>
                    <a:pt x="3535294" y="1396420"/>
                  </a:lnTo>
                  <a:lnTo>
                    <a:pt x="3630677" y="1398988"/>
                  </a:lnTo>
                  <a:lnTo>
                    <a:pt x="3723005" y="1401140"/>
                  </a:lnTo>
                  <a:lnTo>
                    <a:pt x="3807830" y="1402869"/>
                  </a:lnTo>
                  <a:lnTo>
                    <a:pt x="3880764" y="1404181"/>
                  </a:lnTo>
                  <a:lnTo>
                    <a:pt x="3938368" y="1405102"/>
                  </a:lnTo>
                  <a:lnTo>
                    <a:pt x="3978984" y="1405683"/>
                  </a:lnTo>
                  <a:lnTo>
                    <a:pt x="4003230" y="1405995"/>
                  </a:lnTo>
                  <a:lnTo>
                    <a:pt x="4014041" y="1406120"/>
                  </a:lnTo>
                  <a:lnTo>
                    <a:pt x="4016409" y="1406145"/>
                  </a:lnTo>
                  <a:lnTo>
                    <a:pt x="4538543" y="1406145"/>
                  </a:lnTo>
                  <a:lnTo>
                    <a:pt x="4539781" y="1406103"/>
                  </a:lnTo>
                  <a:lnTo>
                    <a:pt x="4547879" y="1405804"/>
                  </a:lnTo>
                  <a:lnTo>
                    <a:pt x="4568143" y="1404977"/>
                  </a:lnTo>
                  <a:lnTo>
                    <a:pt x="4603984" y="1403352"/>
                  </a:lnTo>
                  <a:lnTo>
                    <a:pt x="4656621" y="1400689"/>
                  </a:lnTo>
                  <a:lnTo>
                    <a:pt x="4725008" y="1396808"/>
                  </a:lnTo>
                  <a:lnTo>
                    <a:pt x="4806200" y="1391603"/>
                  </a:lnTo>
                  <a:lnTo>
                    <a:pt x="4896083" y="1385039"/>
                  </a:lnTo>
                  <a:lnTo>
                    <a:pt x="4990248" y="1377130"/>
                  </a:lnTo>
                  <a:lnTo>
                    <a:pt x="5084719" y="1367908"/>
                  </a:lnTo>
                  <a:lnTo>
                    <a:pt x="5176408" y="1357392"/>
                  </a:lnTo>
                  <a:lnTo>
                    <a:pt x="5263258" y="1345564"/>
                  </a:lnTo>
                  <a:lnTo>
                    <a:pt x="5344167" y="1332358"/>
                  </a:lnTo>
                  <a:lnTo>
                    <a:pt x="5418805" y="1317649"/>
                  </a:lnTo>
                  <a:lnTo>
                    <a:pt x="5487395" y="1301257"/>
                  </a:lnTo>
                  <a:lnTo>
                    <a:pt x="5550526" y="1282949"/>
                  </a:lnTo>
                  <a:lnTo>
                    <a:pt x="5608998" y="1262450"/>
                  </a:lnTo>
                  <a:lnTo>
                    <a:pt x="5663713" y="1239463"/>
                  </a:lnTo>
                  <a:lnTo>
                    <a:pt x="5715585" y="1213702"/>
                  </a:lnTo>
                  <a:lnTo>
                    <a:pt x="5765467" y="1184956"/>
                  </a:lnTo>
                  <a:lnTo>
                    <a:pt x="5784835" y="1172729"/>
                  </a:lnTo>
                  <a:lnTo>
                    <a:pt x="5831291" y="1141037"/>
                  </a:lnTo>
                  <a:lnTo>
                    <a:pt x="5877294" y="1106462"/>
                  </a:lnTo>
                  <a:lnTo>
                    <a:pt x="5923239" y="1068952"/>
                  </a:lnTo>
                  <a:lnTo>
                    <a:pt x="5969413" y="1028531"/>
                  </a:lnTo>
                  <a:lnTo>
                    <a:pt x="6016006" y="985311"/>
                  </a:lnTo>
                  <a:lnTo>
                    <a:pt x="6063122" y="939492"/>
                  </a:lnTo>
                  <a:lnTo>
                    <a:pt x="6110787" y="891371"/>
                  </a:lnTo>
                  <a:lnTo>
                    <a:pt x="6158961" y="841334"/>
                  </a:lnTo>
                  <a:lnTo>
                    <a:pt x="6207547" y="789846"/>
                  </a:lnTo>
                  <a:lnTo>
                    <a:pt x="6256406" y="737437"/>
                  </a:lnTo>
                  <a:lnTo>
                    <a:pt x="6305371" y="684676"/>
                  </a:lnTo>
                  <a:lnTo>
                    <a:pt x="6354265" y="632152"/>
                  </a:lnTo>
                  <a:lnTo>
                    <a:pt x="6402917" y="580441"/>
                  </a:lnTo>
                  <a:lnTo>
                    <a:pt x="6451180" y="530080"/>
                  </a:lnTo>
                  <a:lnTo>
                    <a:pt x="6498950" y="481551"/>
                  </a:lnTo>
                  <a:lnTo>
                    <a:pt x="6546174" y="435256"/>
                  </a:lnTo>
                  <a:lnTo>
                    <a:pt x="6592863" y="391508"/>
                  </a:lnTo>
                  <a:lnTo>
                    <a:pt x="6639107" y="350527"/>
                  </a:lnTo>
                  <a:lnTo>
                    <a:pt x="6685078" y="312443"/>
                  </a:lnTo>
                  <a:lnTo>
                    <a:pt x="6731042" y="277295"/>
                  </a:lnTo>
                  <a:lnTo>
                    <a:pt x="6777373" y="245046"/>
                  </a:lnTo>
                  <a:lnTo>
                    <a:pt x="6786527" y="239063"/>
                  </a:lnTo>
                  <a:lnTo>
                    <a:pt x="6835828" y="209110"/>
                  </a:lnTo>
                  <a:lnTo>
                    <a:pt x="6886816" y="182185"/>
                  </a:lnTo>
                  <a:lnTo>
                    <a:pt x="6940297" y="158131"/>
                  </a:lnTo>
                  <a:lnTo>
                    <a:pt x="6997171" y="136683"/>
                  </a:lnTo>
                  <a:lnTo>
                    <a:pt x="7058354" y="117541"/>
                  </a:lnTo>
                  <a:lnTo>
                    <a:pt x="7124697" y="100421"/>
                  </a:lnTo>
                  <a:lnTo>
                    <a:pt x="7196889" y="85070"/>
                  </a:lnTo>
                  <a:lnTo>
                    <a:pt x="7275318" y="71287"/>
                  </a:lnTo>
                  <a:lnTo>
                    <a:pt x="7359900" y="58925"/>
                  </a:lnTo>
                  <a:lnTo>
                    <a:pt x="7449862" y="47894"/>
                  </a:lnTo>
                  <a:lnTo>
                    <a:pt x="7543543" y="38159"/>
                  </a:lnTo>
                  <a:lnTo>
                    <a:pt x="7638262" y="29726"/>
                  </a:lnTo>
                  <a:lnTo>
                    <a:pt x="7730358" y="22626"/>
                  </a:lnTo>
                  <a:lnTo>
                    <a:pt x="7815519" y="16883"/>
                  </a:lnTo>
                  <a:lnTo>
                    <a:pt x="7889413" y="12486"/>
                  </a:lnTo>
                  <a:lnTo>
                    <a:pt x="7948531" y="9359"/>
                  </a:lnTo>
                  <a:lnTo>
                    <a:pt x="7991007" y="7349"/>
                  </a:lnTo>
                  <a:lnTo>
                    <a:pt x="8017149" y="6237"/>
                  </a:lnTo>
                  <a:lnTo>
                    <a:pt x="8029528" y="5761"/>
                  </a:lnTo>
                  <a:lnTo>
                    <a:pt x="8032819" y="5647"/>
                  </a:lnTo>
                  <a:lnTo>
                    <a:pt x="8554953" y="5647"/>
                  </a:lnTo>
                  <a:lnTo>
                    <a:pt x="8554953" y="0"/>
                  </a:lnTo>
                  <a:lnTo>
                    <a:pt x="8032819" y="0"/>
                  </a:lnTo>
                  <a:lnTo>
                    <a:pt x="8031581" y="41"/>
                  </a:lnTo>
                  <a:lnTo>
                    <a:pt x="8023483" y="341"/>
                  </a:lnTo>
                  <a:lnTo>
                    <a:pt x="8003219" y="1168"/>
                  </a:lnTo>
                  <a:lnTo>
                    <a:pt x="7967378" y="2793"/>
                  </a:lnTo>
                  <a:lnTo>
                    <a:pt x="7914741" y="5456"/>
                  </a:lnTo>
                  <a:lnTo>
                    <a:pt x="7846354" y="9336"/>
                  </a:lnTo>
                  <a:lnTo>
                    <a:pt x="7765162" y="14541"/>
                  </a:lnTo>
                  <a:lnTo>
                    <a:pt x="7675279" y="21106"/>
                  </a:lnTo>
                  <a:lnTo>
                    <a:pt x="7581114" y="29015"/>
                  </a:lnTo>
                  <a:lnTo>
                    <a:pt x="7486643" y="38237"/>
                  </a:lnTo>
                  <a:lnTo>
                    <a:pt x="7394954" y="48753"/>
                  </a:lnTo>
                  <a:lnTo>
                    <a:pt x="7308104" y="60580"/>
                  </a:lnTo>
                  <a:lnTo>
                    <a:pt x="7227195" y="73787"/>
                  </a:lnTo>
                  <a:lnTo>
                    <a:pt x="7152557" y="88495"/>
                  </a:lnTo>
                  <a:lnTo>
                    <a:pt x="7083967" y="104887"/>
                  </a:lnTo>
                  <a:lnTo>
                    <a:pt x="7020836" y="123195"/>
                  </a:lnTo>
                  <a:lnTo>
                    <a:pt x="6962364" y="143695"/>
                  </a:lnTo>
                  <a:lnTo>
                    <a:pt x="6907649" y="166682"/>
                  </a:lnTo>
                  <a:lnTo>
                    <a:pt x="6855777" y="192443"/>
                  </a:lnTo>
                  <a:lnTo>
                    <a:pt x="6805895" y="221189"/>
                  </a:lnTo>
                  <a:lnTo>
                    <a:pt x="6786527" y="233416"/>
                  </a:lnTo>
                  <a:lnTo>
                    <a:pt x="6740071" y="265108"/>
                  </a:lnTo>
                  <a:lnTo>
                    <a:pt x="6694068" y="299683"/>
                  </a:lnTo>
                  <a:lnTo>
                    <a:pt x="6648123" y="337193"/>
                  </a:lnTo>
                  <a:lnTo>
                    <a:pt x="6601949" y="377613"/>
                  </a:lnTo>
                  <a:lnTo>
                    <a:pt x="6555356" y="420834"/>
                  </a:lnTo>
                  <a:lnTo>
                    <a:pt x="6508240" y="466653"/>
                  </a:lnTo>
                  <a:lnTo>
                    <a:pt x="6460575" y="514773"/>
                  </a:lnTo>
                  <a:lnTo>
                    <a:pt x="6412401" y="564811"/>
                  </a:lnTo>
                  <a:lnTo>
                    <a:pt x="6363815" y="616299"/>
                  </a:lnTo>
                  <a:lnTo>
                    <a:pt x="6314956" y="668708"/>
                  </a:lnTo>
                  <a:lnTo>
                    <a:pt x="6265991" y="721468"/>
                  </a:lnTo>
                  <a:lnTo>
                    <a:pt x="6217097" y="773992"/>
                  </a:lnTo>
                  <a:lnTo>
                    <a:pt x="6168445" y="825704"/>
                  </a:lnTo>
                  <a:lnTo>
                    <a:pt x="6120181" y="876064"/>
                  </a:lnTo>
                  <a:lnTo>
                    <a:pt x="6072412" y="924593"/>
                  </a:lnTo>
                  <a:lnTo>
                    <a:pt x="6025188" y="970889"/>
                  </a:lnTo>
                  <a:lnTo>
                    <a:pt x="5978498" y="1014637"/>
                  </a:lnTo>
                  <a:lnTo>
                    <a:pt x="5932254" y="1055617"/>
                  </a:lnTo>
                  <a:lnTo>
                    <a:pt x="5886284" y="1093702"/>
                  </a:lnTo>
                  <a:lnTo>
                    <a:pt x="5840320" y="1128850"/>
                  </a:lnTo>
                  <a:lnTo>
                    <a:pt x="5793989" y="1161099"/>
                  </a:lnTo>
                  <a:lnTo>
                    <a:pt x="5784835" y="1167082"/>
                  </a:lnTo>
                  <a:lnTo>
                    <a:pt x="5735534" y="1197035"/>
                  </a:lnTo>
                  <a:lnTo>
                    <a:pt x="5684546" y="1223960"/>
                  </a:lnTo>
                  <a:lnTo>
                    <a:pt x="5631064" y="1248013"/>
                  </a:lnTo>
                  <a:lnTo>
                    <a:pt x="5574190" y="1269462"/>
                  </a:lnTo>
                  <a:lnTo>
                    <a:pt x="5513008" y="1288603"/>
                  </a:lnTo>
                  <a:lnTo>
                    <a:pt x="5446665" y="1305724"/>
                  </a:lnTo>
                  <a:lnTo>
                    <a:pt x="5374473" y="1321074"/>
                  </a:lnTo>
                  <a:lnTo>
                    <a:pt x="5296044" y="1334858"/>
                  </a:lnTo>
                  <a:lnTo>
                    <a:pt x="5211462" y="1347220"/>
                  </a:lnTo>
                  <a:lnTo>
                    <a:pt x="5121500" y="1358251"/>
                  </a:lnTo>
                  <a:lnTo>
                    <a:pt x="5027819" y="1367986"/>
                  </a:lnTo>
                  <a:lnTo>
                    <a:pt x="4933100" y="1376419"/>
                  </a:lnTo>
                  <a:lnTo>
                    <a:pt x="4841004" y="1383519"/>
                  </a:lnTo>
                  <a:lnTo>
                    <a:pt x="4755843" y="1389261"/>
                  </a:lnTo>
                  <a:lnTo>
                    <a:pt x="4681949" y="1393658"/>
                  </a:lnTo>
                  <a:lnTo>
                    <a:pt x="4622831" y="1396786"/>
                  </a:lnTo>
                  <a:lnTo>
                    <a:pt x="4580355" y="1398796"/>
                  </a:lnTo>
                  <a:lnTo>
                    <a:pt x="4554213" y="1399908"/>
                  </a:lnTo>
                  <a:lnTo>
                    <a:pt x="4541834" y="1400383"/>
                  </a:lnTo>
                  <a:lnTo>
                    <a:pt x="4538543" y="1400498"/>
                  </a:lnTo>
                  <a:lnTo>
                    <a:pt x="4016409" y="1400498"/>
                  </a:lnTo>
                  <a:lnTo>
                    <a:pt x="4015142" y="1400485"/>
                  </a:lnTo>
                  <a:lnTo>
                    <a:pt x="4006861" y="1400391"/>
                  </a:lnTo>
                  <a:lnTo>
                    <a:pt x="3986156" y="1400131"/>
                  </a:lnTo>
                  <a:lnTo>
                    <a:pt x="3949575" y="1399621"/>
                  </a:lnTo>
                  <a:lnTo>
                    <a:pt x="3895937" y="1398787"/>
                  </a:lnTo>
                  <a:lnTo>
                    <a:pt x="3826389" y="1397571"/>
                  </a:lnTo>
                  <a:lnTo>
                    <a:pt x="3744012" y="1395942"/>
                  </a:lnTo>
                  <a:lnTo>
                    <a:pt x="3653053" y="1393890"/>
                  </a:lnTo>
                  <a:lnTo>
                    <a:pt x="3558018" y="1391420"/>
                  </a:lnTo>
                  <a:lnTo>
                    <a:pt x="3462923" y="1388542"/>
                  </a:lnTo>
                  <a:lnTo>
                    <a:pt x="3370854" y="1385261"/>
                  </a:lnTo>
                  <a:lnTo>
                    <a:pt x="3283832" y="1381571"/>
                  </a:lnTo>
                  <a:lnTo>
                    <a:pt x="3202904" y="1377449"/>
                  </a:lnTo>
                  <a:lnTo>
                    <a:pt x="3128344" y="1372854"/>
                  </a:lnTo>
                  <a:lnTo>
                    <a:pt x="3059876" y="1367728"/>
                  </a:lnTo>
                  <a:lnTo>
                    <a:pt x="2996866" y="1361996"/>
                  </a:lnTo>
                  <a:lnTo>
                    <a:pt x="2938477" y="1355571"/>
                  </a:lnTo>
                  <a:lnTo>
                    <a:pt x="2883780" y="1348359"/>
                  </a:lnTo>
                  <a:lnTo>
                    <a:pt x="2831842" y="1340272"/>
                  </a:lnTo>
                  <a:lnTo>
                    <a:pt x="2781807" y="1331250"/>
                  </a:lnTo>
                  <a:lnTo>
                    <a:pt x="2770117" y="1328967"/>
                  </a:lnTo>
                  <a:lnTo>
                    <a:pt x="2716904" y="1317759"/>
                  </a:lnTo>
                  <a:lnTo>
                    <a:pt x="2664205" y="1305385"/>
                  </a:lnTo>
                  <a:lnTo>
                    <a:pt x="2611461" y="1291829"/>
                  </a:lnTo>
                  <a:lnTo>
                    <a:pt x="2558295" y="1277117"/>
                  </a:lnTo>
                  <a:lnTo>
                    <a:pt x="2504488" y="1261321"/>
                  </a:lnTo>
                  <a:lnTo>
                    <a:pt x="2449961" y="1244563"/>
                  </a:lnTo>
                  <a:lnTo>
                    <a:pt x="2394757" y="1227013"/>
                  </a:lnTo>
                  <a:lnTo>
                    <a:pt x="2339016" y="1208885"/>
                  </a:lnTo>
                  <a:lnTo>
                    <a:pt x="2282953" y="1190424"/>
                  </a:lnTo>
                  <a:lnTo>
                    <a:pt x="2226825" y="1171898"/>
                  </a:lnTo>
                  <a:lnTo>
                    <a:pt x="2170898" y="1153575"/>
                  </a:lnTo>
                  <a:lnTo>
                    <a:pt x="2115409" y="1135715"/>
                  </a:lnTo>
                  <a:lnTo>
                    <a:pt x="2060540" y="1118547"/>
                  </a:lnTo>
                  <a:lnTo>
                    <a:pt x="2006384" y="1102264"/>
                  </a:lnTo>
                  <a:lnTo>
                    <a:pt x="1952924" y="1087011"/>
                  </a:lnTo>
                  <a:lnTo>
                    <a:pt x="1900011" y="1072886"/>
                  </a:lnTo>
                  <a:lnTo>
                    <a:pt x="1847348" y="1059935"/>
                  </a:lnTo>
                  <a:lnTo>
                    <a:pt x="1794468" y="1048163"/>
                  </a:lnTo>
                  <a:lnTo>
                    <a:pt x="1768425" y="1042844"/>
                  </a:lnTo>
                  <a:lnTo>
                    <a:pt x="1718733" y="1033596"/>
                  </a:lnTo>
                  <a:lnTo>
                    <a:pt x="1667320" y="1025291"/>
                  </a:lnTo>
                  <a:lnTo>
                    <a:pt x="1613362" y="1017879"/>
                  </a:lnTo>
                  <a:lnTo>
                    <a:pt x="1555935" y="1011275"/>
                  </a:lnTo>
                  <a:lnTo>
                    <a:pt x="1494104" y="1005387"/>
                  </a:lnTo>
                  <a:lnTo>
                    <a:pt x="1427000" y="1000124"/>
                  </a:lnTo>
                  <a:lnTo>
                    <a:pt x="1353929" y="995409"/>
                  </a:lnTo>
                  <a:lnTo>
                    <a:pt x="1274514" y="991179"/>
                  </a:lnTo>
                  <a:lnTo>
                    <a:pt x="1188877" y="987389"/>
                  </a:lnTo>
                  <a:lnTo>
                    <a:pt x="1097864" y="984012"/>
                  </a:lnTo>
                  <a:lnTo>
                    <a:pt x="1003248" y="981038"/>
                  </a:lnTo>
                  <a:lnTo>
                    <a:pt x="907865" y="978470"/>
                  </a:lnTo>
                  <a:lnTo>
                    <a:pt x="815537" y="976318"/>
                  </a:lnTo>
                  <a:lnTo>
                    <a:pt x="730712" y="974589"/>
                  </a:lnTo>
                  <a:lnTo>
                    <a:pt x="657779" y="973277"/>
                  </a:lnTo>
                  <a:lnTo>
                    <a:pt x="600174" y="972356"/>
                  </a:lnTo>
                  <a:lnTo>
                    <a:pt x="559558" y="971775"/>
                  </a:lnTo>
                  <a:lnTo>
                    <a:pt x="535312" y="971463"/>
                  </a:lnTo>
                  <a:lnTo>
                    <a:pt x="524501" y="971338"/>
                  </a:lnTo>
                  <a:lnTo>
                    <a:pt x="522133" y="971313"/>
                  </a:lnTo>
                  <a:lnTo>
                    <a:pt x="0" y="971313"/>
                  </a:lnTo>
                  <a:close/>
                </a:path>
              </a:pathLst>
            </a:custGeom>
            <a:solidFill>
              <a:srgbClr val="67C1B3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1194" name="pl1194"/>
            <p:cNvSpPr/>
            <p:nvPr/>
          </p:nvSpPr>
          <p:spPr>
            <a:xfrm>
              <a:off x="386606" y="3455708"/>
              <a:ext cx="8554953" cy="1400498"/>
            </a:xfrm>
            <a:custGeom>
              <a:avLst/>
              <a:pathLst>
                <a:path w="8554953" h="1400498">
                  <a:moveTo>
                    <a:pt x="0" y="971313"/>
                  </a:moveTo>
                  <a:lnTo>
                    <a:pt x="522133" y="971313"/>
                  </a:lnTo>
                  <a:lnTo>
                    <a:pt x="523400" y="971326"/>
                  </a:lnTo>
                  <a:lnTo>
                    <a:pt x="531681" y="971420"/>
                  </a:lnTo>
                  <a:lnTo>
                    <a:pt x="552387" y="971680"/>
                  </a:lnTo>
                  <a:lnTo>
                    <a:pt x="588968" y="972189"/>
                  </a:lnTo>
                  <a:lnTo>
                    <a:pt x="642605" y="973024"/>
                  </a:lnTo>
                  <a:lnTo>
                    <a:pt x="712154" y="974240"/>
                  </a:lnTo>
                  <a:lnTo>
                    <a:pt x="794530" y="975869"/>
                  </a:lnTo>
                  <a:lnTo>
                    <a:pt x="885489" y="977921"/>
                  </a:lnTo>
                  <a:lnTo>
                    <a:pt x="980525" y="980391"/>
                  </a:lnTo>
                  <a:lnTo>
                    <a:pt x="1075619" y="983269"/>
                  </a:lnTo>
                  <a:lnTo>
                    <a:pt x="1167688" y="986550"/>
                  </a:lnTo>
                  <a:lnTo>
                    <a:pt x="1254710" y="990240"/>
                  </a:lnTo>
                  <a:lnTo>
                    <a:pt x="1335638" y="994362"/>
                  </a:lnTo>
                  <a:lnTo>
                    <a:pt x="1410198" y="998957"/>
                  </a:lnTo>
                  <a:lnTo>
                    <a:pt x="1478666" y="1004083"/>
                  </a:lnTo>
                  <a:lnTo>
                    <a:pt x="1541676" y="1009815"/>
                  </a:lnTo>
                  <a:lnTo>
                    <a:pt x="1600065" y="1016240"/>
                  </a:lnTo>
                  <a:lnTo>
                    <a:pt x="1654762" y="1023452"/>
                  </a:lnTo>
                  <a:lnTo>
                    <a:pt x="1706700" y="1031539"/>
                  </a:lnTo>
                  <a:lnTo>
                    <a:pt x="1756735" y="1040561"/>
                  </a:lnTo>
                  <a:lnTo>
                    <a:pt x="1768425" y="1042844"/>
                  </a:lnTo>
                  <a:lnTo>
                    <a:pt x="1821638" y="1054052"/>
                  </a:lnTo>
                  <a:lnTo>
                    <a:pt x="1874337" y="1066426"/>
                  </a:lnTo>
                  <a:lnTo>
                    <a:pt x="1927081" y="1079982"/>
                  </a:lnTo>
                  <a:lnTo>
                    <a:pt x="1980248" y="1094694"/>
                  </a:lnTo>
                  <a:lnTo>
                    <a:pt x="2034055" y="1110490"/>
                  </a:lnTo>
                  <a:lnTo>
                    <a:pt x="2088581" y="1127248"/>
                  </a:lnTo>
                  <a:lnTo>
                    <a:pt x="2143786" y="1144798"/>
                  </a:lnTo>
                  <a:lnTo>
                    <a:pt x="2199526" y="1162926"/>
                  </a:lnTo>
                  <a:lnTo>
                    <a:pt x="2255589" y="1181386"/>
                  </a:lnTo>
                  <a:lnTo>
                    <a:pt x="2311717" y="1199913"/>
                  </a:lnTo>
                  <a:lnTo>
                    <a:pt x="2367645" y="1218235"/>
                  </a:lnTo>
                  <a:lnTo>
                    <a:pt x="2423133" y="1236096"/>
                  </a:lnTo>
                  <a:lnTo>
                    <a:pt x="2478002" y="1253264"/>
                  </a:lnTo>
                  <a:lnTo>
                    <a:pt x="2532158" y="1269547"/>
                  </a:lnTo>
                  <a:lnTo>
                    <a:pt x="2585618" y="1284800"/>
                  </a:lnTo>
                  <a:lnTo>
                    <a:pt x="2638532" y="1298925"/>
                  </a:lnTo>
                  <a:lnTo>
                    <a:pt x="2691195" y="1311875"/>
                  </a:lnTo>
                  <a:lnTo>
                    <a:pt x="2744074" y="1323647"/>
                  </a:lnTo>
                  <a:lnTo>
                    <a:pt x="2770117" y="1328967"/>
                  </a:lnTo>
                  <a:lnTo>
                    <a:pt x="2819810" y="1338215"/>
                  </a:lnTo>
                  <a:lnTo>
                    <a:pt x="2871222" y="1346519"/>
                  </a:lnTo>
                  <a:lnTo>
                    <a:pt x="2925181" y="1353932"/>
                  </a:lnTo>
                  <a:lnTo>
                    <a:pt x="2982607" y="1360536"/>
                  </a:lnTo>
                  <a:lnTo>
                    <a:pt x="3044438" y="1366424"/>
                  </a:lnTo>
                  <a:lnTo>
                    <a:pt x="3111542" y="1371687"/>
                  </a:lnTo>
                  <a:lnTo>
                    <a:pt x="3184613" y="1376402"/>
                  </a:lnTo>
                  <a:lnTo>
                    <a:pt x="3264028" y="1380632"/>
                  </a:lnTo>
                  <a:lnTo>
                    <a:pt x="3349665" y="1384422"/>
                  </a:lnTo>
                  <a:lnTo>
                    <a:pt x="3440679" y="1387799"/>
                  </a:lnTo>
                  <a:lnTo>
                    <a:pt x="3535294" y="1390773"/>
                  </a:lnTo>
                  <a:lnTo>
                    <a:pt x="3630677" y="1393341"/>
                  </a:lnTo>
                  <a:lnTo>
                    <a:pt x="3723005" y="1395493"/>
                  </a:lnTo>
                  <a:lnTo>
                    <a:pt x="3807830" y="1397222"/>
                  </a:lnTo>
                  <a:lnTo>
                    <a:pt x="3880764" y="1398534"/>
                  </a:lnTo>
                  <a:lnTo>
                    <a:pt x="3938368" y="1399455"/>
                  </a:lnTo>
                  <a:lnTo>
                    <a:pt x="3978984" y="1400036"/>
                  </a:lnTo>
                  <a:lnTo>
                    <a:pt x="4003230" y="1400347"/>
                  </a:lnTo>
                  <a:lnTo>
                    <a:pt x="4014041" y="1400473"/>
                  </a:lnTo>
                  <a:lnTo>
                    <a:pt x="4016392" y="1400498"/>
                  </a:lnTo>
                  <a:lnTo>
                    <a:pt x="4016409" y="1400498"/>
                  </a:lnTo>
                  <a:lnTo>
                    <a:pt x="4538543" y="1400498"/>
                  </a:lnTo>
                  <a:lnTo>
                    <a:pt x="4539781" y="1400456"/>
                  </a:lnTo>
                  <a:lnTo>
                    <a:pt x="4547879" y="1400157"/>
                  </a:lnTo>
                  <a:lnTo>
                    <a:pt x="4568143" y="1399329"/>
                  </a:lnTo>
                  <a:lnTo>
                    <a:pt x="4603984" y="1397704"/>
                  </a:lnTo>
                  <a:lnTo>
                    <a:pt x="4656621" y="1395042"/>
                  </a:lnTo>
                  <a:lnTo>
                    <a:pt x="4725008" y="1391161"/>
                  </a:lnTo>
                  <a:lnTo>
                    <a:pt x="4806200" y="1385956"/>
                  </a:lnTo>
                  <a:lnTo>
                    <a:pt x="4896083" y="1379392"/>
                  </a:lnTo>
                  <a:lnTo>
                    <a:pt x="4990248" y="1371483"/>
                  </a:lnTo>
                  <a:lnTo>
                    <a:pt x="5084719" y="1362261"/>
                  </a:lnTo>
                  <a:lnTo>
                    <a:pt x="5176408" y="1351744"/>
                  </a:lnTo>
                  <a:lnTo>
                    <a:pt x="5263258" y="1339917"/>
                  </a:lnTo>
                  <a:lnTo>
                    <a:pt x="5344167" y="1326711"/>
                  </a:lnTo>
                  <a:lnTo>
                    <a:pt x="5418805" y="1312002"/>
                  </a:lnTo>
                  <a:lnTo>
                    <a:pt x="5487395" y="1295610"/>
                  </a:lnTo>
                  <a:lnTo>
                    <a:pt x="5550526" y="1277302"/>
                  </a:lnTo>
                  <a:lnTo>
                    <a:pt x="5608998" y="1256803"/>
                  </a:lnTo>
                  <a:lnTo>
                    <a:pt x="5663713" y="1233816"/>
                  </a:lnTo>
                  <a:lnTo>
                    <a:pt x="5715585" y="1208055"/>
                  </a:lnTo>
                  <a:lnTo>
                    <a:pt x="5765467" y="1179309"/>
                  </a:lnTo>
                  <a:lnTo>
                    <a:pt x="5784835" y="1167082"/>
                  </a:lnTo>
                  <a:lnTo>
                    <a:pt x="5831291" y="1135390"/>
                  </a:lnTo>
                  <a:lnTo>
                    <a:pt x="5877294" y="1100815"/>
                  </a:lnTo>
                  <a:lnTo>
                    <a:pt x="5923239" y="1063305"/>
                  </a:lnTo>
                  <a:lnTo>
                    <a:pt x="5969413" y="1022884"/>
                  </a:lnTo>
                  <a:lnTo>
                    <a:pt x="6016006" y="979664"/>
                  </a:lnTo>
                  <a:lnTo>
                    <a:pt x="6063122" y="933845"/>
                  </a:lnTo>
                  <a:lnTo>
                    <a:pt x="6110787" y="885724"/>
                  </a:lnTo>
                  <a:lnTo>
                    <a:pt x="6158961" y="835687"/>
                  </a:lnTo>
                  <a:lnTo>
                    <a:pt x="6207547" y="784199"/>
                  </a:lnTo>
                  <a:lnTo>
                    <a:pt x="6256406" y="731789"/>
                  </a:lnTo>
                  <a:lnTo>
                    <a:pt x="6305371" y="679029"/>
                  </a:lnTo>
                  <a:lnTo>
                    <a:pt x="6354265" y="626505"/>
                  </a:lnTo>
                  <a:lnTo>
                    <a:pt x="6402917" y="574793"/>
                  </a:lnTo>
                  <a:lnTo>
                    <a:pt x="6451180" y="524433"/>
                  </a:lnTo>
                  <a:lnTo>
                    <a:pt x="6498950" y="475904"/>
                  </a:lnTo>
                  <a:lnTo>
                    <a:pt x="6546174" y="429608"/>
                  </a:lnTo>
                  <a:lnTo>
                    <a:pt x="6592863" y="385860"/>
                  </a:lnTo>
                  <a:lnTo>
                    <a:pt x="6639107" y="344880"/>
                  </a:lnTo>
                  <a:lnTo>
                    <a:pt x="6685078" y="306796"/>
                  </a:lnTo>
                  <a:lnTo>
                    <a:pt x="6731042" y="271648"/>
                  </a:lnTo>
                  <a:lnTo>
                    <a:pt x="6777373" y="239399"/>
                  </a:lnTo>
                  <a:lnTo>
                    <a:pt x="6786527" y="233416"/>
                  </a:lnTo>
                  <a:lnTo>
                    <a:pt x="6835828" y="203462"/>
                  </a:lnTo>
                  <a:lnTo>
                    <a:pt x="6886816" y="176538"/>
                  </a:lnTo>
                  <a:lnTo>
                    <a:pt x="6940297" y="152484"/>
                  </a:lnTo>
                  <a:lnTo>
                    <a:pt x="6997171" y="131035"/>
                  </a:lnTo>
                  <a:lnTo>
                    <a:pt x="7058354" y="111894"/>
                  </a:lnTo>
                  <a:lnTo>
                    <a:pt x="7124697" y="94774"/>
                  </a:lnTo>
                  <a:lnTo>
                    <a:pt x="7196889" y="79423"/>
                  </a:lnTo>
                  <a:lnTo>
                    <a:pt x="7275318" y="65640"/>
                  </a:lnTo>
                  <a:lnTo>
                    <a:pt x="7359900" y="53278"/>
                  </a:lnTo>
                  <a:lnTo>
                    <a:pt x="7449862" y="42247"/>
                  </a:lnTo>
                  <a:lnTo>
                    <a:pt x="7543543" y="32512"/>
                  </a:lnTo>
                  <a:lnTo>
                    <a:pt x="7638262" y="24079"/>
                  </a:lnTo>
                  <a:lnTo>
                    <a:pt x="7730358" y="16979"/>
                  </a:lnTo>
                  <a:lnTo>
                    <a:pt x="7815519" y="11236"/>
                  </a:lnTo>
                  <a:lnTo>
                    <a:pt x="7889413" y="6839"/>
                  </a:lnTo>
                  <a:lnTo>
                    <a:pt x="7948531" y="3712"/>
                  </a:lnTo>
                  <a:lnTo>
                    <a:pt x="7991007" y="1702"/>
                  </a:lnTo>
                  <a:lnTo>
                    <a:pt x="8017149" y="590"/>
                  </a:lnTo>
                  <a:lnTo>
                    <a:pt x="8029528" y="114"/>
                  </a:lnTo>
                  <a:lnTo>
                    <a:pt x="8032740" y="2"/>
                  </a:lnTo>
                  <a:lnTo>
                    <a:pt x="8032819" y="0"/>
                  </a:lnTo>
                  <a:lnTo>
                    <a:pt x="8554953" y="0"/>
                  </a:lnTo>
                  <a:lnTo>
                    <a:pt x="8554953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195" name="pl1195"/>
            <p:cNvSpPr/>
            <p:nvPr/>
          </p:nvSpPr>
          <p:spPr>
            <a:xfrm>
              <a:off x="386606" y="3450060"/>
              <a:ext cx="8554953" cy="1400498"/>
            </a:xfrm>
            <a:custGeom>
              <a:avLst/>
              <a:pathLst>
                <a:path w="8554953" h="1400498">
                  <a:moveTo>
                    <a:pt x="8554953" y="0"/>
                  </a:moveTo>
                  <a:lnTo>
                    <a:pt x="8032819" y="0"/>
                  </a:lnTo>
                  <a:lnTo>
                    <a:pt x="8031581" y="41"/>
                  </a:lnTo>
                  <a:lnTo>
                    <a:pt x="8023483" y="341"/>
                  </a:lnTo>
                  <a:lnTo>
                    <a:pt x="8003219" y="1168"/>
                  </a:lnTo>
                  <a:lnTo>
                    <a:pt x="7967378" y="2793"/>
                  </a:lnTo>
                  <a:lnTo>
                    <a:pt x="7914741" y="5456"/>
                  </a:lnTo>
                  <a:lnTo>
                    <a:pt x="7846354" y="9336"/>
                  </a:lnTo>
                  <a:lnTo>
                    <a:pt x="7765162" y="14541"/>
                  </a:lnTo>
                  <a:lnTo>
                    <a:pt x="7675279" y="21106"/>
                  </a:lnTo>
                  <a:lnTo>
                    <a:pt x="7581114" y="29015"/>
                  </a:lnTo>
                  <a:lnTo>
                    <a:pt x="7486643" y="38237"/>
                  </a:lnTo>
                  <a:lnTo>
                    <a:pt x="7394954" y="48753"/>
                  </a:lnTo>
                  <a:lnTo>
                    <a:pt x="7308104" y="60580"/>
                  </a:lnTo>
                  <a:lnTo>
                    <a:pt x="7227195" y="73787"/>
                  </a:lnTo>
                  <a:lnTo>
                    <a:pt x="7152557" y="88495"/>
                  </a:lnTo>
                  <a:lnTo>
                    <a:pt x="7083967" y="104887"/>
                  </a:lnTo>
                  <a:lnTo>
                    <a:pt x="7020836" y="123195"/>
                  </a:lnTo>
                  <a:lnTo>
                    <a:pt x="6962364" y="143695"/>
                  </a:lnTo>
                  <a:lnTo>
                    <a:pt x="6907649" y="166682"/>
                  </a:lnTo>
                  <a:lnTo>
                    <a:pt x="6855777" y="192443"/>
                  </a:lnTo>
                  <a:lnTo>
                    <a:pt x="6805895" y="221189"/>
                  </a:lnTo>
                  <a:lnTo>
                    <a:pt x="6786527" y="233416"/>
                  </a:lnTo>
                  <a:lnTo>
                    <a:pt x="6740071" y="265108"/>
                  </a:lnTo>
                  <a:lnTo>
                    <a:pt x="6694068" y="299683"/>
                  </a:lnTo>
                  <a:lnTo>
                    <a:pt x="6648123" y="337193"/>
                  </a:lnTo>
                  <a:lnTo>
                    <a:pt x="6601949" y="377613"/>
                  </a:lnTo>
                  <a:lnTo>
                    <a:pt x="6555356" y="420834"/>
                  </a:lnTo>
                  <a:lnTo>
                    <a:pt x="6508240" y="466653"/>
                  </a:lnTo>
                  <a:lnTo>
                    <a:pt x="6460575" y="514773"/>
                  </a:lnTo>
                  <a:lnTo>
                    <a:pt x="6412401" y="564811"/>
                  </a:lnTo>
                  <a:lnTo>
                    <a:pt x="6363815" y="616299"/>
                  </a:lnTo>
                  <a:lnTo>
                    <a:pt x="6314956" y="668708"/>
                  </a:lnTo>
                  <a:lnTo>
                    <a:pt x="6265991" y="721468"/>
                  </a:lnTo>
                  <a:lnTo>
                    <a:pt x="6217097" y="773992"/>
                  </a:lnTo>
                  <a:lnTo>
                    <a:pt x="6168445" y="825704"/>
                  </a:lnTo>
                  <a:lnTo>
                    <a:pt x="6120181" y="876064"/>
                  </a:lnTo>
                  <a:lnTo>
                    <a:pt x="6072412" y="924593"/>
                  </a:lnTo>
                  <a:lnTo>
                    <a:pt x="6025188" y="970889"/>
                  </a:lnTo>
                  <a:lnTo>
                    <a:pt x="5978498" y="1014637"/>
                  </a:lnTo>
                  <a:lnTo>
                    <a:pt x="5932254" y="1055617"/>
                  </a:lnTo>
                  <a:lnTo>
                    <a:pt x="5886284" y="1093702"/>
                  </a:lnTo>
                  <a:lnTo>
                    <a:pt x="5840320" y="1128850"/>
                  </a:lnTo>
                  <a:lnTo>
                    <a:pt x="5793989" y="1161099"/>
                  </a:lnTo>
                  <a:lnTo>
                    <a:pt x="5784835" y="1167082"/>
                  </a:lnTo>
                  <a:lnTo>
                    <a:pt x="5735534" y="1197035"/>
                  </a:lnTo>
                  <a:lnTo>
                    <a:pt x="5684546" y="1223960"/>
                  </a:lnTo>
                  <a:lnTo>
                    <a:pt x="5631064" y="1248013"/>
                  </a:lnTo>
                  <a:lnTo>
                    <a:pt x="5574190" y="1269462"/>
                  </a:lnTo>
                  <a:lnTo>
                    <a:pt x="5513008" y="1288603"/>
                  </a:lnTo>
                  <a:lnTo>
                    <a:pt x="5446665" y="1305724"/>
                  </a:lnTo>
                  <a:lnTo>
                    <a:pt x="5374473" y="1321074"/>
                  </a:lnTo>
                  <a:lnTo>
                    <a:pt x="5296044" y="1334858"/>
                  </a:lnTo>
                  <a:lnTo>
                    <a:pt x="5211462" y="1347220"/>
                  </a:lnTo>
                  <a:lnTo>
                    <a:pt x="5121500" y="1358251"/>
                  </a:lnTo>
                  <a:lnTo>
                    <a:pt x="5027819" y="1367986"/>
                  </a:lnTo>
                  <a:lnTo>
                    <a:pt x="4933100" y="1376419"/>
                  </a:lnTo>
                  <a:lnTo>
                    <a:pt x="4841004" y="1383519"/>
                  </a:lnTo>
                  <a:lnTo>
                    <a:pt x="4755843" y="1389261"/>
                  </a:lnTo>
                  <a:lnTo>
                    <a:pt x="4681949" y="1393658"/>
                  </a:lnTo>
                  <a:lnTo>
                    <a:pt x="4622831" y="1396786"/>
                  </a:lnTo>
                  <a:lnTo>
                    <a:pt x="4580355" y="1398796"/>
                  </a:lnTo>
                  <a:lnTo>
                    <a:pt x="4554213" y="1399908"/>
                  </a:lnTo>
                  <a:lnTo>
                    <a:pt x="4541834" y="1400383"/>
                  </a:lnTo>
                  <a:lnTo>
                    <a:pt x="4538622" y="1400495"/>
                  </a:lnTo>
                  <a:lnTo>
                    <a:pt x="4538543" y="1400498"/>
                  </a:lnTo>
                  <a:lnTo>
                    <a:pt x="4016409" y="1400498"/>
                  </a:lnTo>
                  <a:lnTo>
                    <a:pt x="4015142" y="1400485"/>
                  </a:lnTo>
                  <a:lnTo>
                    <a:pt x="4006861" y="1400391"/>
                  </a:lnTo>
                  <a:lnTo>
                    <a:pt x="3986156" y="1400131"/>
                  </a:lnTo>
                  <a:lnTo>
                    <a:pt x="3949575" y="1399621"/>
                  </a:lnTo>
                  <a:lnTo>
                    <a:pt x="3895937" y="1398787"/>
                  </a:lnTo>
                  <a:lnTo>
                    <a:pt x="3826389" y="1397571"/>
                  </a:lnTo>
                  <a:lnTo>
                    <a:pt x="3744012" y="1395942"/>
                  </a:lnTo>
                  <a:lnTo>
                    <a:pt x="3653053" y="1393890"/>
                  </a:lnTo>
                  <a:lnTo>
                    <a:pt x="3558018" y="1391420"/>
                  </a:lnTo>
                  <a:lnTo>
                    <a:pt x="3462923" y="1388542"/>
                  </a:lnTo>
                  <a:lnTo>
                    <a:pt x="3370854" y="1385261"/>
                  </a:lnTo>
                  <a:lnTo>
                    <a:pt x="3283832" y="1381571"/>
                  </a:lnTo>
                  <a:lnTo>
                    <a:pt x="3202904" y="1377449"/>
                  </a:lnTo>
                  <a:lnTo>
                    <a:pt x="3128344" y="1372854"/>
                  </a:lnTo>
                  <a:lnTo>
                    <a:pt x="3059876" y="1367728"/>
                  </a:lnTo>
                  <a:lnTo>
                    <a:pt x="2996866" y="1361996"/>
                  </a:lnTo>
                  <a:lnTo>
                    <a:pt x="2938477" y="1355571"/>
                  </a:lnTo>
                  <a:lnTo>
                    <a:pt x="2883780" y="1348359"/>
                  </a:lnTo>
                  <a:lnTo>
                    <a:pt x="2831842" y="1340272"/>
                  </a:lnTo>
                  <a:lnTo>
                    <a:pt x="2781807" y="1331250"/>
                  </a:lnTo>
                  <a:lnTo>
                    <a:pt x="2770117" y="1328967"/>
                  </a:lnTo>
                  <a:lnTo>
                    <a:pt x="2716904" y="1317759"/>
                  </a:lnTo>
                  <a:lnTo>
                    <a:pt x="2664205" y="1305385"/>
                  </a:lnTo>
                  <a:lnTo>
                    <a:pt x="2611461" y="1291829"/>
                  </a:lnTo>
                  <a:lnTo>
                    <a:pt x="2558295" y="1277117"/>
                  </a:lnTo>
                  <a:lnTo>
                    <a:pt x="2504488" y="1261321"/>
                  </a:lnTo>
                  <a:lnTo>
                    <a:pt x="2449961" y="1244563"/>
                  </a:lnTo>
                  <a:lnTo>
                    <a:pt x="2394757" y="1227013"/>
                  </a:lnTo>
                  <a:lnTo>
                    <a:pt x="2339016" y="1208885"/>
                  </a:lnTo>
                  <a:lnTo>
                    <a:pt x="2282953" y="1190424"/>
                  </a:lnTo>
                  <a:lnTo>
                    <a:pt x="2226825" y="1171898"/>
                  </a:lnTo>
                  <a:lnTo>
                    <a:pt x="2170898" y="1153575"/>
                  </a:lnTo>
                  <a:lnTo>
                    <a:pt x="2115409" y="1135715"/>
                  </a:lnTo>
                  <a:lnTo>
                    <a:pt x="2060540" y="1118547"/>
                  </a:lnTo>
                  <a:lnTo>
                    <a:pt x="2006384" y="1102264"/>
                  </a:lnTo>
                  <a:lnTo>
                    <a:pt x="1952924" y="1087011"/>
                  </a:lnTo>
                  <a:lnTo>
                    <a:pt x="1900011" y="1072886"/>
                  </a:lnTo>
                  <a:lnTo>
                    <a:pt x="1847348" y="1059935"/>
                  </a:lnTo>
                  <a:lnTo>
                    <a:pt x="1794468" y="1048163"/>
                  </a:lnTo>
                  <a:lnTo>
                    <a:pt x="1768425" y="1042844"/>
                  </a:lnTo>
                  <a:lnTo>
                    <a:pt x="1718733" y="1033596"/>
                  </a:lnTo>
                  <a:lnTo>
                    <a:pt x="1667320" y="1025291"/>
                  </a:lnTo>
                  <a:lnTo>
                    <a:pt x="1613362" y="1017879"/>
                  </a:lnTo>
                  <a:lnTo>
                    <a:pt x="1555935" y="1011275"/>
                  </a:lnTo>
                  <a:lnTo>
                    <a:pt x="1494104" y="1005387"/>
                  </a:lnTo>
                  <a:lnTo>
                    <a:pt x="1427000" y="1000124"/>
                  </a:lnTo>
                  <a:lnTo>
                    <a:pt x="1353929" y="995409"/>
                  </a:lnTo>
                  <a:lnTo>
                    <a:pt x="1274514" y="991179"/>
                  </a:lnTo>
                  <a:lnTo>
                    <a:pt x="1188877" y="987389"/>
                  </a:lnTo>
                  <a:lnTo>
                    <a:pt x="1097864" y="984012"/>
                  </a:lnTo>
                  <a:lnTo>
                    <a:pt x="1003248" y="981038"/>
                  </a:lnTo>
                  <a:lnTo>
                    <a:pt x="907865" y="978470"/>
                  </a:lnTo>
                  <a:lnTo>
                    <a:pt x="815537" y="976318"/>
                  </a:lnTo>
                  <a:lnTo>
                    <a:pt x="730712" y="974589"/>
                  </a:lnTo>
                  <a:lnTo>
                    <a:pt x="657779" y="973277"/>
                  </a:lnTo>
                  <a:lnTo>
                    <a:pt x="600174" y="972356"/>
                  </a:lnTo>
                  <a:lnTo>
                    <a:pt x="559558" y="971775"/>
                  </a:lnTo>
                  <a:lnTo>
                    <a:pt x="535312" y="971463"/>
                  </a:lnTo>
                  <a:lnTo>
                    <a:pt x="524501" y="971338"/>
                  </a:lnTo>
                  <a:lnTo>
                    <a:pt x="522151" y="971313"/>
                  </a:lnTo>
                  <a:lnTo>
                    <a:pt x="522133" y="971313"/>
                  </a:lnTo>
                  <a:lnTo>
                    <a:pt x="0" y="971313"/>
                  </a:lnTo>
                  <a:lnTo>
                    <a:pt x="0" y="971313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196" name="pg1196"/>
            <p:cNvSpPr/>
            <p:nvPr/>
          </p:nvSpPr>
          <p:spPr>
            <a:xfrm>
              <a:off x="386606" y="490943"/>
              <a:ext cx="8554953" cy="4585502"/>
            </a:xfrm>
            <a:custGeom>
              <a:avLst/>
              <a:pathLst>
                <a:path w="8554953" h="4585502">
                  <a:moveTo>
                    <a:pt x="0" y="3964314"/>
                  </a:moveTo>
                  <a:lnTo>
                    <a:pt x="522133" y="3964314"/>
                  </a:lnTo>
                  <a:lnTo>
                    <a:pt x="523396" y="3964333"/>
                  </a:lnTo>
                  <a:lnTo>
                    <a:pt x="531657" y="3964468"/>
                  </a:lnTo>
                  <a:lnTo>
                    <a:pt x="552311" y="3964843"/>
                  </a:lnTo>
                  <a:lnTo>
                    <a:pt x="588806" y="3965579"/>
                  </a:lnTo>
                  <a:lnTo>
                    <a:pt x="642328" y="3966784"/>
                  </a:lnTo>
                  <a:lnTo>
                    <a:pt x="711742" y="3968539"/>
                  </a:lnTo>
                  <a:lnTo>
                    <a:pt x="793981" y="3970891"/>
                  </a:lnTo>
                  <a:lnTo>
                    <a:pt x="884817" y="3973854"/>
                  </a:lnTo>
                  <a:lnTo>
                    <a:pt x="979752" y="3977421"/>
                  </a:lnTo>
                  <a:lnTo>
                    <a:pt x="1074776" y="3981578"/>
                  </a:lnTo>
                  <a:lnTo>
                    <a:pt x="1166802" y="3986317"/>
                  </a:lnTo>
                  <a:lnTo>
                    <a:pt x="1253805" y="3991647"/>
                  </a:lnTo>
                  <a:lnTo>
                    <a:pt x="1334732" y="3997601"/>
                  </a:lnTo>
                  <a:lnTo>
                    <a:pt x="1409301" y="4004236"/>
                  </a:lnTo>
                  <a:lnTo>
                    <a:pt x="1477783" y="4011638"/>
                  </a:lnTo>
                  <a:lnTo>
                    <a:pt x="1540807" y="4019914"/>
                  </a:lnTo>
                  <a:lnTo>
                    <a:pt x="1599205" y="4029190"/>
                  </a:lnTo>
                  <a:lnTo>
                    <a:pt x="1653904" y="4039600"/>
                  </a:lnTo>
                  <a:lnTo>
                    <a:pt x="1705833" y="4051272"/>
                  </a:lnTo>
                  <a:lnTo>
                    <a:pt x="1755850" y="4064294"/>
                  </a:lnTo>
                  <a:lnTo>
                    <a:pt x="1768425" y="4067845"/>
                  </a:lnTo>
                  <a:lnTo>
                    <a:pt x="1820600" y="4083733"/>
                  </a:lnTo>
                  <a:lnTo>
                    <a:pt x="1872269" y="4101241"/>
                  </a:lnTo>
                  <a:lnTo>
                    <a:pt x="1923964" y="4120394"/>
                  </a:lnTo>
                  <a:lnTo>
                    <a:pt x="1976049" y="4141160"/>
                  </a:lnTo>
                  <a:lnTo>
                    <a:pt x="2028738" y="4163444"/>
                  </a:lnTo>
                  <a:lnTo>
                    <a:pt x="2082117" y="4187085"/>
                  </a:lnTo>
                  <a:lnTo>
                    <a:pt x="2136159" y="4211860"/>
                  </a:lnTo>
                  <a:lnTo>
                    <a:pt x="2190739" y="4237483"/>
                  </a:lnTo>
                  <a:lnTo>
                    <a:pt x="2245665" y="4263625"/>
                  </a:lnTo>
                  <a:lnTo>
                    <a:pt x="2300699" y="4289926"/>
                  </a:lnTo>
                  <a:lnTo>
                    <a:pt x="2355589" y="4316015"/>
                  </a:lnTo>
                  <a:lnTo>
                    <a:pt x="2410103" y="4341537"/>
                  </a:lnTo>
                  <a:lnTo>
                    <a:pt x="2464056" y="4366167"/>
                  </a:lnTo>
                  <a:lnTo>
                    <a:pt x="2517337" y="4389628"/>
                  </a:lnTo>
                  <a:lnTo>
                    <a:pt x="2569932" y="4411704"/>
                  </a:lnTo>
                  <a:lnTo>
                    <a:pt x="2621945" y="4432244"/>
                  </a:lnTo>
                  <a:lnTo>
                    <a:pt x="2673610" y="4451164"/>
                  </a:lnTo>
                  <a:lnTo>
                    <a:pt x="2725314" y="4468440"/>
                  </a:lnTo>
                  <a:lnTo>
                    <a:pt x="2770117" y="4481971"/>
                  </a:lnTo>
                  <a:lnTo>
                    <a:pt x="2819764" y="4495344"/>
                  </a:lnTo>
                  <a:lnTo>
                    <a:pt x="2871128" y="4507355"/>
                  </a:lnTo>
                  <a:lnTo>
                    <a:pt x="2925031" y="4518077"/>
                  </a:lnTo>
                  <a:lnTo>
                    <a:pt x="2982394" y="4527630"/>
                  </a:lnTo>
                  <a:lnTo>
                    <a:pt x="3044150" y="4536149"/>
                  </a:lnTo>
                  <a:lnTo>
                    <a:pt x="3111166" y="4543763"/>
                  </a:lnTo>
                  <a:lnTo>
                    <a:pt x="3184135" y="4550586"/>
                  </a:lnTo>
                  <a:lnTo>
                    <a:pt x="3263436" y="4556707"/>
                  </a:lnTo>
                  <a:lnTo>
                    <a:pt x="3348951" y="4562193"/>
                  </a:lnTo>
                  <a:lnTo>
                    <a:pt x="3439843" y="4567081"/>
                  </a:lnTo>
                  <a:lnTo>
                    <a:pt x="3534351" y="4571387"/>
                  </a:lnTo>
                  <a:lnTo>
                    <a:pt x="3629660" y="4575107"/>
                  </a:lnTo>
                  <a:lnTo>
                    <a:pt x="3721963" y="4578225"/>
                  </a:lnTo>
                  <a:lnTo>
                    <a:pt x="3806830" y="4580733"/>
                  </a:lnTo>
                  <a:lnTo>
                    <a:pt x="3879878" y="4582638"/>
                  </a:lnTo>
                  <a:lnTo>
                    <a:pt x="3937660" y="4583977"/>
                  </a:lnTo>
                  <a:lnTo>
                    <a:pt x="3978493" y="4584824"/>
                  </a:lnTo>
                  <a:lnTo>
                    <a:pt x="4002956" y="4585280"/>
                  </a:lnTo>
                  <a:lnTo>
                    <a:pt x="4013945" y="4585465"/>
                  </a:lnTo>
                  <a:lnTo>
                    <a:pt x="4016409" y="4585502"/>
                  </a:lnTo>
                  <a:lnTo>
                    <a:pt x="4538543" y="4585502"/>
                  </a:lnTo>
                  <a:lnTo>
                    <a:pt x="4539424" y="4585406"/>
                  </a:lnTo>
                  <a:lnTo>
                    <a:pt x="4545229" y="4584717"/>
                  </a:lnTo>
                  <a:lnTo>
                    <a:pt x="4559910" y="4582813"/>
                  </a:lnTo>
                  <a:lnTo>
                    <a:pt x="4586277" y="4579064"/>
                  </a:lnTo>
                  <a:lnTo>
                    <a:pt x="4625804" y="4572877"/>
                  </a:lnTo>
                  <a:lnTo>
                    <a:pt x="4678525" y="4563760"/>
                  </a:lnTo>
                  <a:lnTo>
                    <a:pt x="4743106" y="4551360"/>
                  </a:lnTo>
                  <a:lnTo>
                    <a:pt x="4817151" y="4535485"/>
                  </a:lnTo>
                  <a:lnTo>
                    <a:pt x="4897653" y="4516081"/>
                  </a:lnTo>
                  <a:lnTo>
                    <a:pt x="4981487" y="4493187"/>
                  </a:lnTo>
                  <a:lnTo>
                    <a:pt x="5065817" y="4466880"/>
                  </a:lnTo>
                  <a:lnTo>
                    <a:pt x="5148355" y="4437212"/>
                  </a:lnTo>
                  <a:lnTo>
                    <a:pt x="5227460" y="4404170"/>
                  </a:lnTo>
                  <a:lnTo>
                    <a:pt x="5302122" y="4367645"/>
                  </a:lnTo>
                  <a:lnTo>
                    <a:pt x="5371872" y="4327412"/>
                  </a:lnTo>
                  <a:lnTo>
                    <a:pt x="5436662" y="4283129"/>
                  </a:lnTo>
                  <a:lnTo>
                    <a:pt x="5496744" y="4234341"/>
                  </a:lnTo>
                  <a:lnTo>
                    <a:pt x="5552575" y="4180486"/>
                  </a:lnTo>
                  <a:lnTo>
                    <a:pt x="5604732" y="4120922"/>
                  </a:lnTo>
                  <a:lnTo>
                    <a:pt x="5653851" y="4054960"/>
                  </a:lnTo>
                  <a:lnTo>
                    <a:pt x="5700584" y="3981927"/>
                  </a:lnTo>
                  <a:lnTo>
                    <a:pt x="5745549" y="3901271"/>
                  </a:lnTo>
                  <a:lnTo>
                    <a:pt x="5784835" y="3822193"/>
                  </a:lnTo>
                  <a:lnTo>
                    <a:pt x="5815237" y="3755593"/>
                  </a:lnTo>
                  <a:lnTo>
                    <a:pt x="5845377" y="3685017"/>
                  </a:lnTo>
                  <a:lnTo>
                    <a:pt x="5875383" y="3610386"/>
                  </a:lnTo>
                  <a:lnTo>
                    <a:pt x="5905361" y="3531660"/>
                  </a:lnTo>
                  <a:lnTo>
                    <a:pt x="5935397" y="3448847"/>
                  </a:lnTo>
                  <a:lnTo>
                    <a:pt x="5965557" y="3362001"/>
                  </a:lnTo>
                  <a:lnTo>
                    <a:pt x="5995892" y="3271228"/>
                  </a:lnTo>
                  <a:lnTo>
                    <a:pt x="6026436" y="3176692"/>
                  </a:lnTo>
                  <a:lnTo>
                    <a:pt x="6057210" y="3078610"/>
                  </a:lnTo>
                  <a:lnTo>
                    <a:pt x="6088220" y="2977254"/>
                  </a:lnTo>
                  <a:lnTo>
                    <a:pt x="6119459" y="2872953"/>
                  </a:lnTo>
                  <a:lnTo>
                    <a:pt x="6150911" y="2766087"/>
                  </a:lnTo>
                  <a:lnTo>
                    <a:pt x="6182548" y="2657079"/>
                  </a:lnTo>
                  <a:lnTo>
                    <a:pt x="6214333" y="2546395"/>
                  </a:lnTo>
                  <a:lnTo>
                    <a:pt x="6246227" y="2434532"/>
                  </a:lnTo>
                  <a:lnTo>
                    <a:pt x="6278181" y="2322011"/>
                  </a:lnTo>
                  <a:lnTo>
                    <a:pt x="6310147" y="2209364"/>
                  </a:lnTo>
                  <a:lnTo>
                    <a:pt x="6342074" y="2097126"/>
                  </a:lnTo>
                  <a:lnTo>
                    <a:pt x="6373916" y="1985826"/>
                  </a:lnTo>
                  <a:lnTo>
                    <a:pt x="6405628" y="1875972"/>
                  </a:lnTo>
                  <a:lnTo>
                    <a:pt x="6437170" y="1768045"/>
                  </a:lnTo>
                  <a:lnTo>
                    <a:pt x="6468512" y="1662490"/>
                  </a:lnTo>
                  <a:lnTo>
                    <a:pt x="6499631" y="1559708"/>
                  </a:lnTo>
                  <a:lnTo>
                    <a:pt x="6530515" y="1460053"/>
                  </a:lnTo>
                  <a:lnTo>
                    <a:pt x="6561166" y="1363822"/>
                  </a:lnTo>
                  <a:lnTo>
                    <a:pt x="6591596" y="1271260"/>
                  </a:lnTo>
                  <a:lnTo>
                    <a:pt x="6621833" y="1182555"/>
                  </a:lnTo>
                  <a:lnTo>
                    <a:pt x="6651919" y="1097839"/>
                  </a:lnTo>
                  <a:lnTo>
                    <a:pt x="6681915" y="1017192"/>
                  </a:lnTo>
                  <a:lnTo>
                    <a:pt x="6711896" y="940642"/>
                  </a:lnTo>
                  <a:lnTo>
                    <a:pt x="6741959" y="868171"/>
                  </a:lnTo>
                  <a:lnTo>
                    <a:pt x="6772221" y="799718"/>
                  </a:lnTo>
                  <a:lnTo>
                    <a:pt x="6786527" y="768956"/>
                  </a:lnTo>
                  <a:lnTo>
                    <a:pt x="6830374" y="681217"/>
                  </a:lnTo>
                  <a:lnTo>
                    <a:pt x="6875494" y="601364"/>
                  </a:lnTo>
                  <a:lnTo>
                    <a:pt x="6922443" y="529087"/>
                  </a:lnTo>
                  <a:lnTo>
                    <a:pt x="6971845" y="463815"/>
                  </a:lnTo>
                  <a:lnTo>
                    <a:pt x="7024351" y="404870"/>
                  </a:lnTo>
                  <a:lnTo>
                    <a:pt x="7080594" y="351565"/>
                  </a:lnTo>
                  <a:lnTo>
                    <a:pt x="7141143" y="303265"/>
                  </a:lnTo>
                  <a:lnTo>
                    <a:pt x="7206435" y="259418"/>
                  </a:lnTo>
                  <a:lnTo>
                    <a:pt x="7276699" y="219580"/>
                  </a:lnTo>
                  <a:lnTo>
                    <a:pt x="7351848" y="183421"/>
                  </a:lnTo>
                  <a:lnTo>
                    <a:pt x="7431363" y="150730"/>
                  </a:lnTo>
                  <a:lnTo>
                    <a:pt x="7514172" y="121407"/>
                  </a:lnTo>
                  <a:lnTo>
                    <a:pt x="7598567" y="95448"/>
                  </a:lnTo>
                  <a:lnTo>
                    <a:pt x="7682197" y="72910"/>
                  </a:lnTo>
                  <a:lnTo>
                    <a:pt x="7762180" y="53868"/>
                  </a:lnTo>
                  <a:lnTo>
                    <a:pt x="7835384" y="38355"/>
                  </a:lnTo>
                  <a:lnTo>
                    <a:pt x="7898841" y="26305"/>
                  </a:lnTo>
                  <a:lnTo>
                    <a:pt x="7950245" y="17508"/>
                  </a:lnTo>
                  <a:lnTo>
                    <a:pt x="7988392" y="11597"/>
                  </a:lnTo>
                  <a:lnTo>
                    <a:pt x="8013464" y="8065"/>
                  </a:lnTo>
                  <a:lnTo>
                    <a:pt x="8027082" y="6316"/>
                  </a:lnTo>
                  <a:lnTo>
                    <a:pt x="8032180" y="5716"/>
                  </a:lnTo>
                  <a:lnTo>
                    <a:pt x="8032819" y="5647"/>
                  </a:lnTo>
                  <a:lnTo>
                    <a:pt x="8554953" y="5647"/>
                  </a:lnTo>
                  <a:lnTo>
                    <a:pt x="8554953" y="0"/>
                  </a:lnTo>
                  <a:lnTo>
                    <a:pt x="8032819" y="0"/>
                  </a:lnTo>
                  <a:lnTo>
                    <a:pt x="8031938" y="96"/>
                  </a:lnTo>
                  <a:lnTo>
                    <a:pt x="8026133" y="785"/>
                  </a:lnTo>
                  <a:lnTo>
                    <a:pt x="8011451" y="2689"/>
                  </a:lnTo>
                  <a:lnTo>
                    <a:pt x="7985085" y="6438"/>
                  </a:lnTo>
                  <a:lnTo>
                    <a:pt x="7945558" y="12625"/>
                  </a:lnTo>
                  <a:lnTo>
                    <a:pt x="7892837" y="21742"/>
                  </a:lnTo>
                  <a:lnTo>
                    <a:pt x="7828256" y="34142"/>
                  </a:lnTo>
                  <a:lnTo>
                    <a:pt x="7754211" y="50017"/>
                  </a:lnTo>
                  <a:lnTo>
                    <a:pt x="7673709" y="69421"/>
                  </a:lnTo>
                  <a:lnTo>
                    <a:pt x="7589875" y="92315"/>
                  </a:lnTo>
                  <a:lnTo>
                    <a:pt x="7505545" y="118622"/>
                  </a:lnTo>
                  <a:lnTo>
                    <a:pt x="7423007" y="148290"/>
                  </a:lnTo>
                  <a:lnTo>
                    <a:pt x="7343902" y="181332"/>
                  </a:lnTo>
                  <a:lnTo>
                    <a:pt x="7269240" y="217857"/>
                  </a:lnTo>
                  <a:lnTo>
                    <a:pt x="7199490" y="258090"/>
                  </a:lnTo>
                  <a:lnTo>
                    <a:pt x="7134700" y="302372"/>
                  </a:lnTo>
                  <a:lnTo>
                    <a:pt x="7074618" y="351161"/>
                  </a:lnTo>
                  <a:lnTo>
                    <a:pt x="7018787" y="405016"/>
                  </a:lnTo>
                  <a:lnTo>
                    <a:pt x="6966630" y="464580"/>
                  </a:lnTo>
                  <a:lnTo>
                    <a:pt x="6917511" y="530542"/>
                  </a:lnTo>
                  <a:lnTo>
                    <a:pt x="6870778" y="603574"/>
                  </a:lnTo>
                  <a:lnTo>
                    <a:pt x="6825812" y="684231"/>
                  </a:lnTo>
                  <a:lnTo>
                    <a:pt x="6786527" y="763309"/>
                  </a:lnTo>
                  <a:lnTo>
                    <a:pt x="6756125" y="829909"/>
                  </a:lnTo>
                  <a:lnTo>
                    <a:pt x="6725985" y="900485"/>
                  </a:lnTo>
                  <a:lnTo>
                    <a:pt x="6695979" y="975116"/>
                  </a:lnTo>
                  <a:lnTo>
                    <a:pt x="6666001" y="1053842"/>
                  </a:lnTo>
                  <a:lnTo>
                    <a:pt x="6635965" y="1136655"/>
                  </a:lnTo>
                  <a:lnTo>
                    <a:pt x="6605805" y="1223501"/>
                  </a:lnTo>
                  <a:lnTo>
                    <a:pt x="6575470" y="1314274"/>
                  </a:lnTo>
                  <a:lnTo>
                    <a:pt x="6544926" y="1408810"/>
                  </a:lnTo>
                  <a:lnTo>
                    <a:pt x="6514152" y="1506892"/>
                  </a:lnTo>
                  <a:lnTo>
                    <a:pt x="6483142" y="1608248"/>
                  </a:lnTo>
                  <a:lnTo>
                    <a:pt x="6451903" y="1712548"/>
                  </a:lnTo>
                  <a:lnTo>
                    <a:pt x="6420451" y="1819415"/>
                  </a:lnTo>
                  <a:lnTo>
                    <a:pt x="6388814" y="1928423"/>
                  </a:lnTo>
                  <a:lnTo>
                    <a:pt x="6357029" y="2039107"/>
                  </a:lnTo>
                  <a:lnTo>
                    <a:pt x="6325135" y="2150969"/>
                  </a:lnTo>
                  <a:lnTo>
                    <a:pt x="6293181" y="2263491"/>
                  </a:lnTo>
                  <a:lnTo>
                    <a:pt x="6261215" y="2376138"/>
                  </a:lnTo>
                  <a:lnTo>
                    <a:pt x="6229288" y="2488376"/>
                  </a:lnTo>
                  <a:lnTo>
                    <a:pt x="6197446" y="2599676"/>
                  </a:lnTo>
                  <a:lnTo>
                    <a:pt x="6165734" y="2709530"/>
                  </a:lnTo>
                  <a:lnTo>
                    <a:pt x="6134192" y="2817457"/>
                  </a:lnTo>
                  <a:lnTo>
                    <a:pt x="6102850" y="2923012"/>
                  </a:lnTo>
                  <a:lnTo>
                    <a:pt x="6071731" y="3025793"/>
                  </a:lnTo>
                  <a:lnTo>
                    <a:pt x="6040847" y="3125449"/>
                  </a:lnTo>
                  <a:lnTo>
                    <a:pt x="6010196" y="3221680"/>
                  </a:lnTo>
                  <a:lnTo>
                    <a:pt x="5979766" y="3314242"/>
                  </a:lnTo>
                  <a:lnTo>
                    <a:pt x="5949529" y="3402947"/>
                  </a:lnTo>
                  <a:lnTo>
                    <a:pt x="5919443" y="3487663"/>
                  </a:lnTo>
                  <a:lnTo>
                    <a:pt x="5889447" y="3568310"/>
                  </a:lnTo>
                  <a:lnTo>
                    <a:pt x="5859466" y="3644860"/>
                  </a:lnTo>
                  <a:lnTo>
                    <a:pt x="5829403" y="3717331"/>
                  </a:lnTo>
                  <a:lnTo>
                    <a:pt x="5799141" y="3785784"/>
                  </a:lnTo>
                  <a:lnTo>
                    <a:pt x="5784835" y="3816546"/>
                  </a:lnTo>
                  <a:lnTo>
                    <a:pt x="5740988" y="3904285"/>
                  </a:lnTo>
                  <a:lnTo>
                    <a:pt x="5695868" y="3984138"/>
                  </a:lnTo>
                  <a:lnTo>
                    <a:pt x="5648919" y="4056415"/>
                  </a:lnTo>
                  <a:lnTo>
                    <a:pt x="5599517" y="4121687"/>
                  </a:lnTo>
                  <a:lnTo>
                    <a:pt x="5547011" y="4180632"/>
                  </a:lnTo>
                  <a:lnTo>
                    <a:pt x="5490768" y="4233937"/>
                  </a:lnTo>
                  <a:lnTo>
                    <a:pt x="5430219" y="4282237"/>
                  </a:lnTo>
                  <a:lnTo>
                    <a:pt x="5364927" y="4326084"/>
                  </a:lnTo>
                  <a:lnTo>
                    <a:pt x="5294663" y="4365922"/>
                  </a:lnTo>
                  <a:lnTo>
                    <a:pt x="5219514" y="4402081"/>
                  </a:lnTo>
                  <a:lnTo>
                    <a:pt x="5139999" y="4434772"/>
                  </a:lnTo>
                  <a:lnTo>
                    <a:pt x="5057190" y="4464095"/>
                  </a:lnTo>
                  <a:lnTo>
                    <a:pt x="4972795" y="4490054"/>
                  </a:lnTo>
                  <a:lnTo>
                    <a:pt x="4889165" y="4512592"/>
                  </a:lnTo>
                  <a:lnTo>
                    <a:pt x="4809181" y="4531634"/>
                  </a:lnTo>
                  <a:lnTo>
                    <a:pt x="4735978" y="4547147"/>
                  </a:lnTo>
                  <a:lnTo>
                    <a:pt x="4672521" y="4559197"/>
                  </a:lnTo>
                  <a:lnTo>
                    <a:pt x="4621117" y="4567994"/>
                  </a:lnTo>
                  <a:lnTo>
                    <a:pt x="4582970" y="4573905"/>
                  </a:lnTo>
                  <a:lnTo>
                    <a:pt x="4557898" y="4577437"/>
                  </a:lnTo>
                  <a:lnTo>
                    <a:pt x="4544280" y="4579186"/>
                  </a:lnTo>
                  <a:lnTo>
                    <a:pt x="4539182" y="4579786"/>
                  </a:lnTo>
                  <a:lnTo>
                    <a:pt x="4538543" y="4579855"/>
                  </a:lnTo>
                  <a:lnTo>
                    <a:pt x="4016409" y="4579855"/>
                  </a:lnTo>
                  <a:lnTo>
                    <a:pt x="4015146" y="4579836"/>
                  </a:lnTo>
                  <a:lnTo>
                    <a:pt x="4006885" y="4579701"/>
                  </a:lnTo>
                  <a:lnTo>
                    <a:pt x="3986232" y="4579326"/>
                  </a:lnTo>
                  <a:lnTo>
                    <a:pt x="3949736" y="4578590"/>
                  </a:lnTo>
                  <a:lnTo>
                    <a:pt x="3896214" y="4577385"/>
                  </a:lnTo>
                  <a:lnTo>
                    <a:pt x="3826800" y="4575630"/>
                  </a:lnTo>
                  <a:lnTo>
                    <a:pt x="3744561" y="4573278"/>
                  </a:lnTo>
                  <a:lnTo>
                    <a:pt x="3653725" y="4570315"/>
                  </a:lnTo>
                  <a:lnTo>
                    <a:pt x="3558790" y="4566748"/>
                  </a:lnTo>
                  <a:lnTo>
                    <a:pt x="3463766" y="4562591"/>
                  </a:lnTo>
                  <a:lnTo>
                    <a:pt x="3371740" y="4557852"/>
                  </a:lnTo>
                  <a:lnTo>
                    <a:pt x="3284737" y="4552522"/>
                  </a:lnTo>
                  <a:lnTo>
                    <a:pt x="3203810" y="4546568"/>
                  </a:lnTo>
                  <a:lnTo>
                    <a:pt x="3129242" y="4539933"/>
                  </a:lnTo>
                  <a:lnTo>
                    <a:pt x="3060759" y="4532531"/>
                  </a:lnTo>
                  <a:lnTo>
                    <a:pt x="2997736" y="4524255"/>
                  </a:lnTo>
                  <a:lnTo>
                    <a:pt x="2939337" y="4514979"/>
                  </a:lnTo>
                  <a:lnTo>
                    <a:pt x="2884638" y="4504569"/>
                  </a:lnTo>
                  <a:lnTo>
                    <a:pt x="2832709" y="4492897"/>
                  </a:lnTo>
                  <a:lnTo>
                    <a:pt x="2782692" y="4479875"/>
                  </a:lnTo>
                  <a:lnTo>
                    <a:pt x="2770117" y="4476324"/>
                  </a:lnTo>
                  <a:lnTo>
                    <a:pt x="2717942" y="4460436"/>
                  </a:lnTo>
                  <a:lnTo>
                    <a:pt x="2666273" y="4442927"/>
                  </a:lnTo>
                  <a:lnTo>
                    <a:pt x="2614578" y="4423774"/>
                  </a:lnTo>
                  <a:lnTo>
                    <a:pt x="2562494" y="4403009"/>
                  </a:lnTo>
                  <a:lnTo>
                    <a:pt x="2509804" y="4380725"/>
                  </a:lnTo>
                  <a:lnTo>
                    <a:pt x="2456425" y="4357083"/>
                  </a:lnTo>
                  <a:lnTo>
                    <a:pt x="2402384" y="4332309"/>
                  </a:lnTo>
                  <a:lnTo>
                    <a:pt x="2347803" y="4306685"/>
                  </a:lnTo>
                  <a:lnTo>
                    <a:pt x="2292877" y="4280544"/>
                  </a:lnTo>
                  <a:lnTo>
                    <a:pt x="2237844" y="4254243"/>
                  </a:lnTo>
                  <a:lnTo>
                    <a:pt x="2182953" y="4228154"/>
                  </a:lnTo>
                  <a:lnTo>
                    <a:pt x="2128439" y="4202632"/>
                  </a:lnTo>
                  <a:lnTo>
                    <a:pt x="2074486" y="4178002"/>
                  </a:lnTo>
                  <a:lnTo>
                    <a:pt x="2021206" y="4154541"/>
                  </a:lnTo>
                  <a:lnTo>
                    <a:pt x="1968610" y="4132465"/>
                  </a:lnTo>
                  <a:lnTo>
                    <a:pt x="1916597" y="4111925"/>
                  </a:lnTo>
                  <a:lnTo>
                    <a:pt x="1864932" y="4093005"/>
                  </a:lnTo>
                  <a:lnTo>
                    <a:pt x="1813228" y="4075729"/>
                  </a:lnTo>
                  <a:lnTo>
                    <a:pt x="1768425" y="4062198"/>
                  </a:lnTo>
                  <a:lnTo>
                    <a:pt x="1718778" y="4048825"/>
                  </a:lnTo>
                  <a:lnTo>
                    <a:pt x="1667414" y="4036814"/>
                  </a:lnTo>
                  <a:lnTo>
                    <a:pt x="1613511" y="4026092"/>
                  </a:lnTo>
                  <a:lnTo>
                    <a:pt x="1556148" y="4016539"/>
                  </a:lnTo>
                  <a:lnTo>
                    <a:pt x="1494392" y="4008020"/>
                  </a:lnTo>
                  <a:lnTo>
                    <a:pt x="1427377" y="4000406"/>
                  </a:lnTo>
                  <a:lnTo>
                    <a:pt x="1354408" y="3993583"/>
                  </a:lnTo>
                  <a:lnTo>
                    <a:pt x="1275106" y="3987461"/>
                  </a:lnTo>
                  <a:lnTo>
                    <a:pt x="1189592" y="3981976"/>
                  </a:lnTo>
                  <a:lnTo>
                    <a:pt x="1098699" y="3977088"/>
                  </a:lnTo>
                  <a:lnTo>
                    <a:pt x="1004191" y="3972782"/>
                  </a:lnTo>
                  <a:lnTo>
                    <a:pt x="908883" y="3969062"/>
                  </a:lnTo>
                  <a:lnTo>
                    <a:pt x="816579" y="3965943"/>
                  </a:lnTo>
                  <a:lnTo>
                    <a:pt x="731712" y="3963436"/>
                  </a:lnTo>
                  <a:lnTo>
                    <a:pt x="658664" y="3961531"/>
                  </a:lnTo>
                  <a:lnTo>
                    <a:pt x="600882" y="3960191"/>
                  </a:lnTo>
                  <a:lnTo>
                    <a:pt x="560049" y="3959345"/>
                  </a:lnTo>
                  <a:lnTo>
                    <a:pt x="535586" y="3958889"/>
                  </a:lnTo>
                  <a:lnTo>
                    <a:pt x="524598" y="3958704"/>
                  </a:lnTo>
                  <a:lnTo>
                    <a:pt x="522133" y="3958666"/>
                  </a:lnTo>
                  <a:lnTo>
                    <a:pt x="0" y="3958666"/>
                  </a:lnTo>
                  <a:close/>
                </a:path>
              </a:pathLst>
            </a:custGeom>
            <a:solidFill>
              <a:srgbClr val="67C1B3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1197" name="pl1197"/>
            <p:cNvSpPr/>
            <p:nvPr/>
          </p:nvSpPr>
          <p:spPr>
            <a:xfrm>
              <a:off x="386606" y="496590"/>
              <a:ext cx="8554953" cy="4579855"/>
            </a:xfrm>
            <a:custGeom>
              <a:avLst/>
              <a:pathLst>
                <a:path w="8554953" h="4579855">
                  <a:moveTo>
                    <a:pt x="0" y="3958666"/>
                  </a:moveTo>
                  <a:lnTo>
                    <a:pt x="522133" y="3958666"/>
                  </a:lnTo>
                  <a:lnTo>
                    <a:pt x="523396" y="3958685"/>
                  </a:lnTo>
                  <a:lnTo>
                    <a:pt x="531657" y="3958821"/>
                  </a:lnTo>
                  <a:lnTo>
                    <a:pt x="552311" y="3959196"/>
                  </a:lnTo>
                  <a:lnTo>
                    <a:pt x="588806" y="3959932"/>
                  </a:lnTo>
                  <a:lnTo>
                    <a:pt x="642328" y="3961137"/>
                  </a:lnTo>
                  <a:lnTo>
                    <a:pt x="711742" y="3962892"/>
                  </a:lnTo>
                  <a:lnTo>
                    <a:pt x="793981" y="3965244"/>
                  </a:lnTo>
                  <a:lnTo>
                    <a:pt x="884817" y="3968207"/>
                  </a:lnTo>
                  <a:lnTo>
                    <a:pt x="979752" y="3971774"/>
                  </a:lnTo>
                  <a:lnTo>
                    <a:pt x="1074776" y="3975931"/>
                  </a:lnTo>
                  <a:lnTo>
                    <a:pt x="1166802" y="3980670"/>
                  </a:lnTo>
                  <a:lnTo>
                    <a:pt x="1253805" y="3986000"/>
                  </a:lnTo>
                  <a:lnTo>
                    <a:pt x="1334732" y="3991953"/>
                  </a:lnTo>
                  <a:lnTo>
                    <a:pt x="1409301" y="3998589"/>
                  </a:lnTo>
                  <a:lnTo>
                    <a:pt x="1477783" y="4005991"/>
                  </a:lnTo>
                  <a:lnTo>
                    <a:pt x="1540807" y="4014267"/>
                  </a:lnTo>
                  <a:lnTo>
                    <a:pt x="1599205" y="4023542"/>
                  </a:lnTo>
                  <a:lnTo>
                    <a:pt x="1653904" y="4033953"/>
                  </a:lnTo>
                  <a:lnTo>
                    <a:pt x="1705833" y="4045625"/>
                  </a:lnTo>
                  <a:lnTo>
                    <a:pt x="1755850" y="4058647"/>
                  </a:lnTo>
                  <a:lnTo>
                    <a:pt x="1768425" y="4062198"/>
                  </a:lnTo>
                  <a:lnTo>
                    <a:pt x="1820600" y="4078086"/>
                  </a:lnTo>
                  <a:lnTo>
                    <a:pt x="1872269" y="4095594"/>
                  </a:lnTo>
                  <a:lnTo>
                    <a:pt x="1923964" y="4114747"/>
                  </a:lnTo>
                  <a:lnTo>
                    <a:pt x="1976049" y="4135513"/>
                  </a:lnTo>
                  <a:lnTo>
                    <a:pt x="2028738" y="4157796"/>
                  </a:lnTo>
                  <a:lnTo>
                    <a:pt x="2082117" y="4181438"/>
                  </a:lnTo>
                  <a:lnTo>
                    <a:pt x="2136159" y="4206213"/>
                  </a:lnTo>
                  <a:lnTo>
                    <a:pt x="2190739" y="4231836"/>
                  </a:lnTo>
                  <a:lnTo>
                    <a:pt x="2245665" y="4257978"/>
                  </a:lnTo>
                  <a:lnTo>
                    <a:pt x="2300699" y="4284278"/>
                  </a:lnTo>
                  <a:lnTo>
                    <a:pt x="2355589" y="4310368"/>
                  </a:lnTo>
                  <a:lnTo>
                    <a:pt x="2410103" y="4335890"/>
                  </a:lnTo>
                  <a:lnTo>
                    <a:pt x="2464056" y="4360520"/>
                  </a:lnTo>
                  <a:lnTo>
                    <a:pt x="2517337" y="4383981"/>
                  </a:lnTo>
                  <a:lnTo>
                    <a:pt x="2569932" y="4406057"/>
                  </a:lnTo>
                  <a:lnTo>
                    <a:pt x="2621945" y="4426597"/>
                  </a:lnTo>
                  <a:lnTo>
                    <a:pt x="2673610" y="4445517"/>
                  </a:lnTo>
                  <a:lnTo>
                    <a:pt x="2725314" y="4462792"/>
                  </a:lnTo>
                  <a:lnTo>
                    <a:pt x="2770117" y="4476324"/>
                  </a:lnTo>
                  <a:lnTo>
                    <a:pt x="2819764" y="4489697"/>
                  </a:lnTo>
                  <a:lnTo>
                    <a:pt x="2871128" y="4501708"/>
                  </a:lnTo>
                  <a:lnTo>
                    <a:pt x="2925031" y="4512430"/>
                  </a:lnTo>
                  <a:lnTo>
                    <a:pt x="2982394" y="4521983"/>
                  </a:lnTo>
                  <a:lnTo>
                    <a:pt x="3044150" y="4530502"/>
                  </a:lnTo>
                  <a:lnTo>
                    <a:pt x="3111166" y="4538116"/>
                  </a:lnTo>
                  <a:lnTo>
                    <a:pt x="3184135" y="4544939"/>
                  </a:lnTo>
                  <a:lnTo>
                    <a:pt x="3263436" y="4551060"/>
                  </a:lnTo>
                  <a:lnTo>
                    <a:pt x="3348951" y="4556546"/>
                  </a:lnTo>
                  <a:lnTo>
                    <a:pt x="3439843" y="4561434"/>
                  </a:lnTo>
                  <a:lnTo>
                    <a:pt x="3534351" y="4565740"/>
                  </a:lnTo>
                  <a:lnTo>
                    <a:pt x="3629660" y="4569459"/>
                  </a:lnTo>
                  <a:lnTo>
                    <a:pt x="3721963" y="4572578"/>
                  </a:lnTo>
                  <a:lnTo>
                    <a:pt x="3806830" y="4575086"/>
                  </a:lnTo>
                  <a:lnTo>
                    <a:pt x="3879878" y="4576991"/>
                  </a:lnTo>
                  <a:lnTo>
                    <a:pt x="3937660" y="4578330"/>
                  </a:lnTo>
                  <a:lnTo>
                    <a:pt x="3978493" y="4579177"/>
                  </a:lnTo>
                  <a:lnTo>
                    <a:pt x="4002956" y="4579633"/>
                  </a:lnTo>
                  <a:lnTo>
                    <a:pt x="4013945" y="4579818"/>
                  </a:lnTo>
                  <a:lnTo>
                    <a:pt x="4016387" y="4579855"/>
                  </a:lnTo>
                  <a:lnTo>
                    <a:pt x="4016409" y="4579855"/>
                  </a:lnTo>
                  <a:lnTo>
                    <a:pt x="4538543" y="4579855"/>
                  </a:lnTo>
                  <a:lnTo>
                    <a:pt x="4539424" y="4579759"/>
                  </a:lnTo>
                  <a:lnTo>
                    <a:pt x="4545229" y="4579070"/>
                  </a:lnTo>
                  <a:lnTo>
                    <a:pt x="4559910" y="4577166"/>
                  </a:lnTo>
                  <a:lnTo>
                    <a:pt x="4586277" y="4573417"/>
                  </a:lnTo>
                  <a:lnTo>
                    <a:pt x="4625804" y="4567230"/>
                  </a:lnTo>
                  <a:lnTo>
                    <a:pt x="4678525" y="4558112"/>
                  </a:lnTo>
                  <a:lnTo>
                    <a:pt x="4743106" y="4545713"/>
                  </a:lnTo>
                  <a:lnTo>
                    <a:pt x="4817151" y="4529838"/>
                  </a:lnTo>
                  <a:lnTo>
                    <a:pt x="4897653" y="4510434"/>
                  </a:lnTo>
                  <a:lnTo>
                    <a:pt x="4981487" y="4487540"/>
                  </a:lnTo>
                  <a:lnTo>
                    <a:pt x="5065817" y="4461232"/>
                  </a:lnTo>
                  <a:lnTo>
                    <a:pt x="5148355" y="4431565"/>
                  </a:lnTo>
                  <a:lnTo>
                    <a:pt x="5227460" y="4398523"/>
                  </a:lnTo>
                  <a:lnTo>
                    <a:pt x="5302122" y="4361998"/>
                  </a:lnTo>
                  <a:lnTo>
                    <a:pt x="5371872" y="4321765"/>
                  </a:lnTo>
                  <a:lnTo>
                    <a:pt x="5436662" y="4277482"/>
                  </a:lnTo>
                  <a:lnTo>
                    <a:pt x="5496744" y="4228694"/>
                  </a:lnTo>
                  <a:lnTo>
                    <a:pt x="5552575" y="4174839"/>
                  </a:lnTo>
                  <a:lnTo>
                    <a:pt x="5604732" y="4115275"/>
                  </a:lnTo>
                  <a:lnTo>
                    <a:pt x="5653851" y="4049313"/>
                  </a:lnTo>
                  <a:lnTo>
                    <a:pt x="5700584" y="3976280"/>
                  </a:lnTo>
                  <a:lnTo>
                    <a:pt x="5745549" y="3895624"/>
                  </a:lnTo>
                  <a:lnTo>
                    <a:pt x="5784835" y="3816546"/>
                  </a:lnTo>
                  <a:lnTo>
                    <a:pt x="5815237" y="3749945"/>
                  </a:lnTo>
                  <a:lnTo>
                    <a:pt x="5845377" y="3679369"/>
                  </a:lnTo>
                  <a:lnTo>
                    <a:pt x="5875383" y="3604738"/>
                  </a:lnTo>
                  <a:lnTo>
                    <a:pt x="5905361" y="3526013"/>
                  </a:lnTo>
                  <a:lnTo>
                    <a:pt x="5935397" y="3443200"/>
                  </a:lnTo>
                  <a:lnTo>
                    <a:pt x="5965557" y="3356353"/>
                  </a:lnTo>
                  <a:lnTo>
                    <a:pt x="5995892" y="3265581"/>
                  </a:lnTo>
                  <a:lnTo>
                    <a:pt x="6026436" y="3171045"/>
                  </a:lnTo>
                  <a:lnTo>
                    <a:pt x="6057210" y="3072962"/>
                  </a:lnTo>
                  <a:lnTo>
                    <a:pt x="6088220" y="2971607"/>
                  </a:lnTo>
                  <a:lnTo>
                    <a:pt x="6119459" y="2867306"/>
                  </a:lnTo>
                  <a:lnTo>
                    <a:pt x="6150911" y="2760439"/>
                  </a:lnTo>
                  <a:lnTo>
                    <a:pt x="6182548" y="2651432"/>
                  </a:lnTo>
                  <a:lnTo>
                    <a:pt x="6214333" y="2540748"/>
                  </a:lnTo>
                  <a:lnTo>
                    <a:pt x="6246227" y="2428885"/>
                  </a:lnTo>
                  <a:lnTo>
                    <a:pt x="6278181" y="2316364"/>
                  </a:lnTo>
                  <a:lnTo>
                    <a:pt x="6310147" y="2203717"/>
                  </a:lnTo>
                  <a:lnTo>
                    <a:pt x="6342074" y="2091479"/>
                  </a:lnTo>
                  <a:lnTo>
                    <a:pt x="6373916" y="1980179"/>
                  </a:lnTo>
                  <a:lnTo>
                    <a:pt x="6405628" y="1870325"/>
                  </a:lnTo>
                  <a:lnTo>
                    <a:pt x="6437170" y="1762398"/>
                  </a:lnTo>
                  <a:lnTo>
                    <a:pt x="6468512" y="1656843"/>
                  </a:lnTo>
                  <a:lnTo>
                    <a:pt x="6499631" y="1554061"/>
                  </a:lnTo>
                  <a:lnTo>
                    <a:pt x="6530515" y="1454406"/>
                  </a:lnTo>
                  <a:lnTo>
                    <a:pt x="6561166" y="1358175"/>
                  </a:lnTo>
                  <a:lnTo>
                    <a:pt x="6591596" y="1265613"/>
                  </a:lnTo>
                  <a:lnTo>
                    <a:pt x="6621833" y="1176908"/>
                  </a:lnTo>
                  <a:lnTo>
                    <a:pt x="6651919" y="1092192"/>
                  </a:lnTo>
                  <a:lnTo>
                    <a:pt x="6681915" y="1011545"/>
                  </a:lnTo>
                  <a:lnTo>
                    <a:pt x="6711896" y="934995"/>
                  </a:lnTo>
                  <a:lnTo>
                    <a:pt x="6741959" y="862524"/>
                  </a:lnTo>
                  <a:lnTo>
                    <a:pt x="6772221" y="794071"/>
                  </a:lnTo>
                  <a:lnTo>
                    <a:pt x="6786527" y="763309"/>
                  </a:lnTo>
                  <a:lnTo>
                    <a:pt x="6830374" y="675570"/>
                  </a:lnTo>
                  <a:lnTo>
                    <a:pt x="6875494" y="595717"/>
                  </a:lnTo>
                  <a:lnTo>
                    <a:pt x="6922443" y="523440"/>
                  </a:lnTo>
                  <a:lnTo>
                    <a:pt x="6971845" y="458168"/>
                  </a:lnTo>
                  <a:lnTo>
                    <a:pt x="7024351" y="399223"/>
                  </a:lnTo>
                  <a:lnTo>
                    <a:pt x="7080594" y="345918"/>
                  </a:lnTo>
                  <a:lnTo>
                    <a:pt x="7141143" y="297617"/>
                  </a:lnTo>
                  <a:lnTo>
                    <a:pt x="7206435" y="253771"/>
                  </a:lnTo>
                  <a:lnTo>
                    <a:pt x="7276699" y="213933"/>
                  </a:lnTo>
                  <a:lnTo>
                    <a:pt x="7351848" y="177774"/>
                  </a:lnTo>
                  <a:lnTo>
                    <a:pt x="7431363" y="145083"/>
                  </a:lnTo>
                  <a:lnTo>
                    <a:pt x="7514172" y="115760"/>
                  </a:lnTo>
                  <a:lnTo>
                    <a:pt x="7598567" y="89801"/>
                  </a:lnTo>
                  <a:lnTo>
                    <a:pt x="7682197" y="67263"/>
                  </a:lnTo>
                  <a:lnTo>
                    <a:pt x="7762180" y="48221"/>
                  </a:lnTo>
                  <a:lnTo>
                    <a:pt x="7835384" y="32708"/>
                  </a:lnTo>
                  <a:lnTo>
                    <a:pt x="7898841" y="20658"/>
                  </a:lnTo>
                  <a:lnTo>
                    <a:pt x="7950245" y="11861"/>
                  </a:lnTo>
                  <a:lnTo>
                    <a:pt x="7988392" y="5949"/>
                  </a:lnTo>
                  <a:lnTo>
                    <a:pt x="8013464" y="2418"/>
                  </a:lnTo>
                  <a:lnTo>
                    <a:pt x="8027082" y="669"/>
                  </a:lnTo>
                  <a:lnTo>
                    <a:pt x="8032180" y="69"/>
                  </a:lnTo>
                  <a:lnTo>
                    <a:pt x="8032819" y="0"/>
                  </a:lnTo>
                  <a:lnTo>
                    <a:pt x="8554953" y="0"/>
                  </a:lnTo>
                  <a:lnTo>
                    <a:pt x="8554953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198" name="pl1198"/>
            <p:cNvSpPr/>
            <p:nvPr/>
          </p:nvSpPr>
          <p:spPr>
            <a:xfrm>
              <a:off x="386606" y="490943"/>
              <a:ext cx="8554953" cy="4579855"/>
            </a:xfrm>
            <a:custGeom>
              <a:avLst/>
              <a:pathLst>
                <a:path w="8554953" h="4579855">
                  <a:moveTo>
                    <a:pt x="8554953" y="0"/>
                  </a:moveTo>
                  <a:lnTo>
                    <a:pt x="8032819" y="0"/>
                  </a:lnTo>
                  <a:lnTo>
                    <a:pt x="8031938" y="96"/>
                  </a:lnTo>
                  <a:lnTo>
                    <a:pt x="8026133" y="785"/>
                  </a:lnTo>
                  <a:lnTo>
                    <a:pt x="8011451" y="2689"/>
                  </a:lnTo>
                  <a:lnTo>
                    <a:pt x="7985085" y="6438"/>
                  </a:lnTo>
                  <a:lnTo>
                    <a:pt x="7945558" y="12625"/>
                  </a:lnTo>
                  <a:lnTo>
                    <a:pt x="7892837" y="21742"/>
                  </a:lnTo>
                  <a:lnTo>
                    <a:pt x="7828256" y="34142"/>
                  </a:lnTo>
                  <a:lnTo>
                    <a:pt x="7754211" y="50017"/>
                  </a:lnTo>
                  <a:lnTo>
                    <a:pt x="7673709" y="69421"/>
                  </a:lnTo>
                  <a:lnTo>
                    <a:pt x="7589875" y="92315"/>
                  </a:lnTo>
                  <a:lnTo>
                    <a:pt x="7505545" y="118622"/>
                  </a:lnTo>
                  <a:lnTo>
                    <a:pt x="7423007" y="148290"/>
                  </a:lnTo>
                  <a:lnTo>
                    <a:pt x="7343902" y="181332"/>
                  </a:lnTo>
                  <a:lnTo>
                    <a:pt x="7269240" y="217857"/>
                  </a:lnTo>
                  <a:lnTo>
                    <a:pt x="7199490" y="258090"/>
                  </a:lnTo>
                  <a:lnTo>
                    <a:pt x="7134700" y="302372"/>
                  </a:lnTo>
                  <a:lnTo>
                    <a:pt x="7074618" y="351161"/>
                  </a:lnTo>
                  <a:lnTo>
                    <a:pt x="7018787" y="405016"/>
                  </a:lnTo>
                  <a:lnTo>
                    <a:pt x="6966630" y="464580"/>
                  </a:lnTo>
                  <a:lnTo>
                    <a:pt x="6917511" y="530542"/>
                  </a:lnTo>
                  <a:lnTo>
                    <a:pt x="6870778" y="603574"/>
                  </a:lnTo>
                  <a:lnTo>
                    <a:pt x="6825812" y="684231"/>
                  </a:lnTo>
                  <a:lnTo>
                    <a:pt x="6786527" y="763309"/>
                  </a:lnTo>
                  <a:lnTo>
                    <a:pt x="6756125" y="829909"/>
                  </a:lnTo>
                  <a:lnTo>
                    <a:pt x="6725985" y="900485"/>
                  </a:lnTo>
                  <a:lnTo>
                    <a:pt x="6695979" y="975116"/>
                  </a:lnTo>
                  <a:lnTo>
                    <a:pt x="6666001" y="1053842"/>
                  </a:lnTo>
                  <a:lnTo>
                    <a:pt x="6635965" y="1136655"/>
                  </a:lnTo>
                  <a:lnTo>
                    <a:pt x="6605805" y="1223501"/>
                  </a:lnTo>
                  <a:lnTo>
                    <a:pt x="6575470" y="1314274"/>
                  </a:lnTo>
                  <a:lnTo>
                    <a:pt x="6544926" y="1408810"/>
                  </a:lnTo>
                  <a:lnTo>
                    <a:pt x="6514152" y="1506892"/>
                  </a:lnTo>
                  <a:lnTo>
                    <a:pt x="6483142" y="1608248"/>
                  </a:lnTo>
                  <a:lnTo>
                    <a:pt x="6451903" y="1712548"/>
                  </a:lnTo>
                  <a:lnTo>
                    <a:pt x="6420451" y="1819415"/>
                  </a:lnTo>
                  <a:lnTo>
                    <a:pt x="6388814" y="1928423"/>
                  </a:lnTo>
                  <a:lnTo>
                    <a:pt x="6357029" y="2039107"/>
                  </a:lnTo>
                  <a:lnTo>
                    <a:pt x="6325135" y="2150969"/>
                  </a:lnTo>
                  <a:lnTo>
                    <a:pt x="6293181" y="2263491"/>
                  </a:lnTo>
                  <a:lnTo>
                    <a:pt x="6261215" y="2376138"/>
                  </a:lnTo>
                  <a:lnTo>
                    <a:pt x="6229288" y="2488376"/>
                  </a:lnTo>
                  <a:lnTo>
                    <a:pt x="6197446" y="2599676"/>
                  </a:lnTo>
                  <a:lnTo>
                    <a:pt x="6165734" y="2709530"/>
                  </a:lnTo>
                  <a:lnTo>
                    <a:pt x="6134192" y="2817457"/>
                  </a:lnTo>
                  <a:lnTo>
                    <a:pt x="6102850" y="2923012"/>
                  </a:lnTo>
                  <a:lnTo>
                    <a:pt x="6071731" y="3025793"/>
                  </a:lnTo>
                  <a:lnTo>
                    <a:pt x="6040847" y="3125449"/>
                  </a:lnTo>
                  <a:lnTo>
                    <a:pt x="6010196" y="3221680"/>
                  </a:lnTo>
                  <a:lnTo>
                    <a:pt x="5979766" y="3314242"/>
                  </a:lnTo>
                  <a:lnTo>
                    <a:pt x="5949529" y="3402947"/>
                  </a:lnTo>
                  <a:lnTo>
                    <a:pt x="5919443" y="3487663"/>
                  </a:lnTo>
                  <a:lnTo>
                    <a:pt x="5889447" y="3568310"/>
                  </a:lnTo>
                  <a:lnTo>
                    <a:pt x="5859466" y="3644860"/>
                  </a:lnTo>
                  <a:lnTo>
                    <a:pt x="5829403" y="3717331"/>
                  </a:lnTo>
                  <a:lnTo>
                    <a:pt x="5799141" y="3785784"/>
                  </a:lnTo>
                  <a:lnTo>
                    <a:pt x="5784835" y="3816546"/>
                  </a:lnTo>
                  <a:lnTo>
                    <a:pt x="5740988" y="3904285"/>
                  </a:lnTo>
                  <a:lnTo>
                    <a:pt x="5695868" y="3984138"/>
                  </a:lnTo>
                  <a:lnTo>
                    <a:pt x="5648919" y="4056415"/>
                  </a:lnTo>
                  <a:lnTo>
                    <a:pt x="5599517" y="4121687"/>
                  </a:lnTo>
                  <a:lnTo>
                    <a:pt x="5547011" y="4180632"/>
                  </a:lnTo>
                  <a:lnTo>
                    <a:pt x="5490768" y="4233937"/>
                  </a:lnTo>
                  <a:lnTo>
                    <a:pt x="5430219" y="4282237"/>
                  </a:lnTo>
                  <a:lnTo>
                    <a:pt x="5364927" y="4326084"/>
                  </a:lnTo>
                  <a:lnTo>
                    <a:pt x="5294663" y="4365922"/>
                  </a:lnTo>
                  <a:lnTo>
                    <a:pt x="5219514" y="4402081"/>
                  </a:lnTo>
                  <a:lnTo>
                    <a:pt x="5139999" y="4434772"/>
                  </a:lnTo>
                  <a:lnTo>
                    <a:pt x="5057190" y="4464095"/>
                  </a:lnTo>
                  <a:lnTo>
                    <a:pt x="4972795" y="4490054"/>
                  </a:lnTo>
                  <a:lnTo>
                    <a:pt x="4889165" y="4512592"/>
                  </a:lnTo>
                  <a:lnTo>
                    <a:pt x="4809181" y="4531634"/>
                  </a:lnTo>
                  <a:lnTo>
                    <a:pt x="4735978" y="4547147"/>
                  </a:lnTo>
                  <a:lnTo>
                    <a:pt x="4672521" y="4559197"/>
                  </a:lnTo>
                  <a:lnTo>
                    <a:pt x="4621117" y="4567994"/>
                  </a:lnTo>
                  <a:lnTo>
                    <a:pt x="4582970" y="4573905"/>
                  </a:lnTo>
                  <a:lnTo>
                    <a:pt x="4557898" y="4577437"/>
                  </a:lnTo>
                  <a:lnTo>
                    <a:pt x="4544280" y="4579186"/>
                  </a:lnTo>
                  <a:lnTo>
                    <a:pt x="4539182" y="4579786"/>
                  </a:lnTo>
                  <a:lnTo>
                    <a:pt x="4538543" y="4579855"/>
                  </a:lnTo>
                  <a:lnTo>
                    <a:pt x="4016409" y="4579855"/>
                  </a:lnTo>
                  <a:lnTo>
                    <a:pt x="4015146" y="4579836"/>
                  </a:lnTo>
                  <a:lnTo>
                    <a:pt x="4006885" y="4579701"/>
                  </a:lnTo>
                  <a:lnTo>
                    <a:pt x="3986232" y="4579326"/>
                  </a:lnTo>
                  <a:lnTo>
                    <a:pt x="3949736" y="4578590"/>
                  </a:lnTo>
                  <a:lnTo>
                    <a:pt x="3896214" y="4577385"/>
                  </a:lnTo>
                  <a:lnTo>
                    <a:pt x="3826800" y="4575630"/>
                  </a:lnTo>
                  <a:lnTo>
                    <a:pt x="3744561" y="4573278"/>
                  </a:lnTo>
                  <a:lnTo>
                    <a:pt x="3653725" y="4570315"/>
                  </a:lnTo>
                  <a:lnTo>
                    <a:pt x="3558790" y="4566748"/>
                  </a:lnTo>
                  <a:lnTo>
                    <a:pt x="3463766" y="4562591"/>
                  </a:lnTo>
                  <a:lnTo>
                    <a:pt x="3371740" y="4557852"/>
                  </a:lnTo>
                  <a:lnTo>
                    <a:pt x="3284737" y="4552522"/>
                  </a:lnTo>
                  <a:lnTo>
                    <a:pt x="3203810" y="4546568"/>
                  </a:lnTo>
                  <a:lnTo>
                    <a:pt x="3129242" y="4539933"/>
                  </a:lnTo>
                  <a:lnTo>
                    <a:pt x="3060759" y="4532531"/>
                  </a:lnTo>
                  <a:lnTo>
                    <a:pt x="2997736" y="4524255"/>
                  </a:lnTo>
                  <a:lnTo>
                    <a:pt x="2939337" y="4514979"/>
                  </a:lnTo>
                  <a:lnTo>
                    <a:pt x="2884638" y="4504569"/>
                  </a:lnTo>
                  <a:lnTo>
                    <a:pt x="2832709" y="4492897"/>
                  </a:lnTo>
                  <a:lnTo>
                    <a:pt x="2782692" y="4479875"/>
                  </a:lnTo>
                  <a:lnTo>
                    <a:pt x="2770117" y="4476324"/>
                  </a:lnTo>
                  <a:lnTo>
                    <a:pt x="2717942" y="4460436"/>
                  </a:lnTo>
                  <a:lnTo>
                    <a:pt x="2666273" y="4442927"/>
                  </a:lnTo>
                  <a:lnTo>
                    <a:pt x="2614578" y="4423774"/>
                  </a:lnTo>
                  <a:lnTo>
                    <a:pt x="2562494" y="4403009"/>
                  </a:lnTo>
                  <a:lnTo>
                    <a:pt x="2509804" y="4380725"/>
                  </a:lnTo>
                  <a:lnTo>
                    <a:pt x="2456425" y="4357083"/>
                  </a:lnTo>
                  <a:lnTo>
                    <a:pt x="2402384" y="4332309"/>
                  </a:lnTo>
                  <a:lnTo>
                    <a:pt x="2347803" y="4306685"/>
                  </a:lnTo>
                  <a:lnTo>
                    <a:pt x="2292877" y="4280544"/>
                  </a:lnTo>
                  <a:lnTo>
                    <a:pt x="2237844" y="4254243"/>
                  </a:lnTo>
                  <a:lnTo>
                    <a:pt x="2182953" y="4228154"/>
                  </a:lnTo>
                  <a:lnTo>
                    <a:pt x="2128439" y="4202632"/>
                  </a:lnTo>
                  <a:lnTo>
                    <a:pt x="2074486" y="4178002"/>
                  </a:lnTo>
                  <a:lnTo>
                    <a:pt x="2021206" y="4154541"/>
                  </a:lnTo>
                  <a:lnTo>
                    <a:pt x="1968610" y="4132465"/>
                  </a:lnTo>
                  <a:lnTo>
                    <a:pt x="1916597" y="4111925"/>
                  </a:lnTo>
                  <a:lnTo>
                    <a:pt x="1864932" y="4093005"/>
                  </a:lnTo>
                  <a:lnTo>
                    <a:pt x="1813228" y="4075729"/>
                  </a:lnTo>
                  <a:lnTo>
                    <a:pt x="1768425" y="4062198"/>
                  </a:lnTo>
                  <a:lnTo>
                    <a:pt x="1718778" y="4048825"/>
                  </a:lnTo>
                  <a:lnTo>
                    <a:pt x="1667414" y="4036814"/>
                  </a:lnTo>
                  <a:lnTo>
                    <a:pt x="1613511" y="4026092"/>
                  </a:lnTo>
                  <a:lnTo>
                    <a:pt x="1556148" y="4016539"/>
                  </a:lnTo>
                  <a:lnTo>
                    <a:pt x="1494392" y="4008020"/>
                  </a:lnTo>
                  <a:lnTo>
                    <a:pt x="1427377" y="4000406"/>
                  </a:lnTo>
                  <a:lnTo>
                    <a:pt x="1354408" y="3993583"/>
                  </a:lnTo>
                  <a:lnTo>
                    <a:pt x="1275106" y="3987461"/>
                  </a:lnTo>
                  <a:lnTo>
                    <a:pt x="1189592" y="3981976"/>
                  </a:lnTo>
                  <a:lnTo>
                    <a:pt x="1098699" y="3977088"/>
                  </a:lnTo>
                  <a:lnTo>
                    <a:pt x="1004191" y="3972782"/>
                  </a:lnTo>
                  <a:lnTo>
                    <a:pt x="908883" y="3969062"/>
                  </a:lnTo>
                  <a:lnTo>
                    <a:pt x="816579" y="3965943"/>
                  </a:lnTo>
                  <a:lnTo>
                    <a:pt x="731712" y="3963436"/>
                  </a:lnTo>
                  <a:lnTo>
                    <a:pt x="658664" y="3961531"/>
                  </a:lnTo>
                  <a:lnTo>
                    <a:pt x="600882" y="3960191"/>
                  </a:lnTo>
                  <a:lnTo>
                    <a:pt x="560049" y="3959345"/>
                  </a:lnTo>
                  <a:lnTo>
                    <a:pt x="535586" y="3958889"/>
                  </a:lnTo>
                  <a:lnTo>
                    <a:pt x="524598" y="3958704"/>
                  </a:lnTo>
                  <a:lnTo>
                    <a:pt x="522155" y="3958667"/>
                  </a:lnTo>
                  <a:lnTo>
                    <a:pt x="522133" y="3958666"/>
                  </a:lnTo>
                  <a:lnTo>
                    <a:pt x="0" y="3958666"/>
                  </a:lnTo>
                  <a:lnTo>
                    <a:pt x="0" y="3958666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199" name="pg1199"/>
            <p:cNvSpPr/>
            <p:nvPr/>
          </p:nvSpPr>
          <p:spPr>
            <a:xfrm>
              <a:off x="386606" y="1112132"/>
              <a:ext cx="8554953" cy="3975608"/>
            </a:xfrm>
            <a:custGeom>
              <a:avLst/>
              <a:pathLst>
                <a:path w="8554953" h="3975608">
                  <a:moveTo>
                    <a:pt x="0" y="3348772"/>
                  </a:moveTo>
                  <a:lnTo>
                    <a:pt x="522133" y="3348772"/>
                  </a:lnTo>
                  <a:lnTo>
                    <a:pt x="523396" y="3348791"/>
                  </a:lnTo>
                  <a:lnTo>
                    <a:pt x="531656" y="3348928"/>
                  </a:lnTo>
                  <a:lnTo>
                    <a:pt x="552308" y="3349306"/>
                  </a:lnTo>
                  <a:lnTo>
                    <a:pt x="588800" y="3350048"/>
                  </a:lnTo>
                  <a:lnTo>
                    <a:pt x="642318" y="3351264"/>
                  </a:lnTo>
                  <a:lnTo>
                    <a:pt x="711727" y="3353035"/>
                  </a:lnTo>
                  <a:lnTo>
                    <a:pt x="793962" y="3355408"/>
                  </a:lnTo>
                  <a:lnTo>
                    <a:pt x="884793" y="3358398"/>
                  </a:lnTo>
                  <a:lnTo>
                    <a:pt x="979726" y="3361998"/>
                  </a:lnTo>
                  <a:lnTo>
                    <a:pt x="1074747" y="3366192"/>
                  </a:lnTo>
                  <a:lnTo>
                    <a:pt x="1166771" y="3370974"/>
                  </a:lnTo>
                  <a:lnTo>
                    <a:pt x="1253774" y="3376352"/>
                  </a:lnTo>
                  <a:lnTo>
                    <a:pt x="1334700" y="3382359"/>
                  </a:lnTo>
                  <a:lnTo>
                    <a:pt x="1409269" y="3389055"/>
                  </a:lnTo>
                  <a:lnTo>
                    <a:pt x="1477752" y="3396523"/>
                  </a:lnTo>
                  <a:lnTo>
                    <a:pt x="1540776" y="3404873"/>
                  </a:lnTo>
                  <a:lnTo>
                    <a:pt x="1599175" y="3414232"/>
                  </a:lnTo>
                  <a:lnTo>
                    <a:pt x="1653874" y="3424736"/>
                  </a:lnTo>
                  <a:lnTo>
                    <a:pt x="1705803" y="3436513"/>
                  </a:lnTo>
                  <a:lnTo>
                    <a:pt x="1755819" y="3449653"/>
                  </a:lnTo>
                  <a:lnTo>
                    <a:pt x="1768425" y="3453245"/>
                  </a:lnTo>
                  <a:lnTo>
                    <a:pt x="1820565" y="3469266"/>
                  </a:lnTo>
                  <a:lnTo>
                    <a:pt x="1872200" y="3486920"/>
                  </a:lnTo>
                  <a:lnTo>
                    <a:pt x="1923861" y="3506231"/>
                  </a:lnTo>
                  <a:lnTo>
                    <a:pt x="1975909" y="3527168"/>
                  </a:lnTo>
                  <a:lnTo>
                    <a:pt x="2028562" y="3549635"/>
                  </a:lnTo>
                  <a:lnTo>
                    <a:pt x="2081903" y="3573471"/>
                  </a:lnTo>
                  <a:lnTo>
                    <a:pt x="2135906" y="3598450"/>
                  </a:lnTo>
                  <a:lnTo>
                    <a:pt x="2190447" y="3624286"/>
                  </a:lnTo>
                  <a:lnTo>
                    <a:pt x="2245335" y="3650646"/>
                  </a:lnTo>
                  <a:lnTo>
                    <a:pt x="2300333" y="3677168"/>
                  </a:lnTo>
                  <a:lnTo>
                    <a:pt x="2355188" y="3703480"/>
                  </a:lnTo>
                  <a:lnTo>
                    <a:pt x="2409670" y="3729222"/>
                  </a:lnTo>
                  <a:lnTo>
                    <a:pt x="2463592" y="3754068"/>
                  </a:lnTo>
                  <a:lnTo>
                    <a:pt x="2516843" y="3777738"/>
                  </a:lnTo>
                  <a:lnTo>
                    <a:pt x="2569410" y="3800015"/>
                  </a:lnTo>
                  <a:lnTo>
                    <a:pt x="2621393" y="3820744"/>
                  </a:lnTo>
                  <a:lnTo>
                    <a:pt x="2673027" y="3839842"/>
                  </a:lnTo>
                  <a:lnTo>
                    <a:pt x="2724693" y="3857282"/>
                  </a:lnTo>
                  <a:lnTo>
                    <a:pt x="2770117" y="3871135"/>
                  </a:lnTo>
                  <a:lnTo>
                    <a:pt x="2819763" y="3884630"/>
                  </a:lnTo>
                  <a:lnTo>
                    <a:pt x="2871125" y="3896750"/>
                  </a:lnTo>
                  <a:lnTo>
                    <a:pt x="2925026" y="3907569"/>
                  </a:lnTo>
                  <a:lnTo>
                    <a:pt x="2982386" y="3917208"/>
                  </a:lnTo>
                  <a:lnTo>
                    <a:pt x="3044140" y="3925804"/>
                  </a:lnTo>
                  <a:lnTo>
                    <a:pt x="3111153" y="3933488"/>
                  </a:lnTo>
                  <a:lnTo>
                    <a:pt x="3184118" y="3940373"/>
                  </a:lnTo>
                  <a:lnTo>
                    <a:pt x="3263415" y="3946550"/>
                  </a:lnTo>
                  <a:lnTo>
                    <a:pt x="3348926" y="3952085"/>
                  </a:lnTo>
                  <a:lnTo>
                    <a:pt x="3439814" y="3957018"/>
                  </a:lnTo>
                  <a:lnTo>
                    <a:pt x="3534318" y="3961363"/>
                  </a:lnTo>
                  <a:lnTo>
                    <a:pt x="3629624" y="3965116"/>
                  </a:lnTo>
                  <a:lnTo>
                    <a:pt x="3721927" y="3968264"/>
                  </a:lnTo>
                  <a:lnTo>
                    <a:pt x="3806795" y="3970795"/>
                  </a:lnTo>
                  <a:lnTo>
                    <a:pt x="3879847" y="3972717"/>
                  </a:lnTo>
                  <a:lnTo>
                    <a:pt x="3937636" y="3974069"/>
                  </a:lnTo>
                  <a:lnTo>
                    <a:pt x="3978476" y="3974923"/>
                  </a:lnTo>
                  <a:lnTo>
                    <a:pt x="4002946" y="3975383"/>
                  </a:lnTo>
                  <a:lnTo>
                    <a:pt x="4013941" y="3975570"/>
                  </a:lnTo>
                  <a:lnTo>
                    <a:pt x="4016409" y="3975608"/>
                  </a:lnTo>
                  <a:lnTo>
                    <a:pt x="4538543" y="3975608"/>
                  </a:lnTo>
                  <a:lnTo>
                    <a:pt x="4539468" y="3975520"/>
                  </a:lnTo>
                  <a:lnTo>
                    <a:pt x="4545561" y="3974892"/>
                  </a:lnTo>
                  <a:lnTo>
                    <a:pt x="4560949" y="3973155"/>
                  </a:lnTo>
                  <a:lnTo>
                    <a:pt x="4588529" y="3969736"/>
                  </a:lnTo>
                  <a:lnTo>
                    <a:pt x="4629764" y="3964099"/>
                  </a:lnTo>
                  <a:lnTo>
                    <a:pt x="4684575" y="3955803"/>
                  </a:lnTo>
                  <a:lnTo>
                    <a:pt x="4751439" y="3944541"/>
                  </a:lnTo>
                  <a:lnTo>
                    <a:pt x="4827743" y="3930153"/>
                  </a:lnTo>
                  <a:lnTo>
                    <a:pt x="4910283" y="3912602"/>
                  </a:lnTo>
                  <a:lnTo>
                    <a:pt x="4995795" y="3891933"/>
                  </a:lnTo>
                  <a:lnTo>
                    <a:pt x="5081377" y="3868214"/>
                  </a:lnTo>
                  <a:lnTo>
                    <a:pt x="5164740" y="3841487"/>
                  </a:lnTo>
                  <a:lnTo>
                    <a:pt x="5244292" y="3811722"/>
                  </a:lnTo>
                  <a:lnTo>
                    <a:pt x="5319101" y="3778799"/>
                  </a:lnTo>
                  <a:lnTo>
                    <a:pt x="5388784" y="3742489"/>
                  </a:lnTo>
                  <a:lnTo>
                    <a:pt x="5453380" y="3702454"/>
                  </a:lnTo>
                  <a:lnTo>
                    <a:pt x="5513220" y="3658252"/>
                  </a:lnTo>
                  <a:lnTo>
                    <a:pt x="5568825" y="3609349"/>
                  </a:lnTo>
                  <a:lnTo>
                    <a:pt x="5620827" y="3555143"/>
                  </a:lnTo>
                  <a:lnTo>
                    <a:pt x="5669905" y="3495002"/>
                  </a:lnTo>
                  <a:lnTo>
                    <a:pt x="5716738" y="3428337"/>
                  </a:lnTo>
                  <a:lnTo>
                    <a:pt x="5761954" y="3354715"/>
                  </a:lnTo>
                  <a:lnTo>
                    <a:pt x="5784835" y="3313948"/>
                  </a:lnTo>
                  <a:lnTo>
                    <a:pt x="5817220" y="3252309"/>
                  </a:lnTo>
                  <a:lnTo>
                    <a:pt x="5849319" y="3186752"/>
                  </a:lnTo>
                  <a:lnTo>
                    <a:pt x="5881283" y="3117196"/>
                  </a:lnTo>
                  <a:lnTo>
                    <a:pt x="5913235" y="3043608"/>
                  </a:lnTo>
                  <a:lnTo>
                    <a:pt x="5945274" y="2966007"/>
                  </a:lnTo>
                  <a:lnTo>
                    <a:pt x="5977474" y="2884465"/>
                  </a:lnTo>
                  <a:lnTo>
                    <a:pt x="6009891" y="2799115"/>
                  </a:lnTo>
                  <a:lnTo>
                    <a:pt x="6042559" y="2710153"/>
                  </a:lnTo>
                  <a:lnTo>
                    <a:pt x="6075492" y="2617835"/>
                  </a:lnTo>
                  <a:lnTo>
                    <a:pt x="6108690" y="2522481"/>
                  </a:lnTo>
                  <a:lnTo>
                    <a:pt x="6142137" y="2424467"/>
                  </a:lnTo>
                  <a:lnTo>
                    <a:pt x="6175804" y="2324226"/>
                  </a:lnTo>
                  <a:lnTo>
                    <a:pt x="6209650" y="2222236"/>
                  </a:lnTo>
                  <a:lnTo>
                    <a:pt x="6243624" y="2119011"/>
                  </a:lnTo>
                  <a:lnTo>
                    <a:pt x="6277673" y="2015096"/>
                  </a:lnTo>
                  <a:lnTo>
                    <a:pt x="6311735" y="1911049"/>
                  </a:lnTo>
                  <a:lnTo>
                    <a:pt x="6345751" y="1807431"/>
                  </a:lnTo>
                  <a:lnTo>
                    <a:pt x="6379664" y="1704794"/>
                  </a:lnTo>
                  <a:lnTo>
                    <a:pt x="6413421" y="1603668"/>
                  </a:lnTo>
                  <a:lnTo>
                    <a:pt x="6446976" y="1504550"/>
                  </a:lnTo>
                  <a:lnTo>
                    <a:pt x="6480294" y="1407895"/>
                  </a:lnTo>
                  <a:lnTo>
                    <a:pt x="6513353" y="1314106"/>
                  </a:lnTo>
                  <a:lnTo>
                    <a:pt x="6546144" y="1223531"/>
                  </a:lnTo>
                  <a:lnTo>
                    <a:pt x="6578676" y="1136455"/>
                  </a:lnTo>
                  <a:lnTo>
                    <a:pt x="6610973" y="1053102"/>
                  </a:lnTo>
                  <a:lnTo>
                    <a:pt x="6643080" y="973635"/>
                  </a:lnTo>
                  <a:lnTo>
                    <a:pt x="6675062" y="898155"/>
                  </a:lnTo>
                  <a:lnTo>
                    <a:pt x="6707006" y="826705"/>
                  </a:lnTo>
                  <a:lnTo>
                    <a:pt x="6739024" y="759274"/>
                  </a:lnTo>
                  <a:lnTo>
                    <a:pt x="6771254" y="695806"/>
                  </a:lnTo>
                  <a:lnTo>
                    <a:pt x="6786527" y="667307"/>
                  </a:lnTo>
                  <a:lnTo>
                    <a:pt x="6831125" y="590024"/>
                  </a:lnTo>
                  <a:lnTo>
                    <a:pt x="6877050" y="519807"/>
                  </a:lnTo>
                  <a:lnTo>
                    <a:pt x="6924887" y="456367"/>
                  </a:lnTo>
                  <a:lnTo>
                    <a:pt x="6975294" y="399176"/>
                  </a:lnTo>
                  <a:lnTo>
                    <a:pt x="7028957" y="347615"/>
                  </a:lnTo>
                  <a:lnTo>
                    <a:pt x="7086538" y="301059"/>
                  </a:lnTo>
                  <a:lnTo>
                    <a:pt x="7148623" y="258935"/>
                  </a:lnTo>
                  <a:lnTo>
                    <a:pt x="7215656" y="220752"/>
                  </a:lnTo>
                  <a:lnTo>
                    <a:pt x="7287838" y="186116"/>
                  </a:lnTo>
                  <a:lnTo>
                    <a:pt x="7365021" y="154743"/>
                  </a:lnTo>
                  <a:lnTo>
                    <a:pt x="7446572" y="126457"/>
                  </a:lnTo>
                  <a:lnTo>
                    <a:pt x="7531251" y="101184"/>
                  </a:lnTo>
                  <a:lnTo>
                    <a:pt x="7617127" y="78934"/>
                  </a:lnTo>
                  <a:lnTo>
                    <a:pt x="7701594" y="59765"/>
                  </a:lnTo>
                  <a:lnTo>
                    <a:pt x="7781531" y="43743"/>
                  </a:lnTo>
                  <a:lnTo>
                    <a:pt x="7853643" y="30879"/>
                  </a:lnTo>
                  <a:lnTo>
                    <a:pt x="7914943" y="21082"/>
                  </a:lnTo>
                  <a:lnTo>
                    <a:pt x="7963290" y="14120"/>
                  </a:lnTo>
                  <a:lnTo>
                    <a:pt x="7997831" y="9619"/>
                  </a:lnTo>
                  <a:lnTo>
                    <a:pt x="8019234" y="7084"/>
                  </a:lnTo>
                  <a:lnTo>
                    <a:pt x="8029682" y="5956"/>
                  </a:lnTo>
                  <a:lnTo>
                    <a:pt x="8032689" y="5659"/>
                  </a:lnTo>
                  <a:lnTo>
                    <a:pt x="8032819" y="5647"/>
                  </a:lnTo>
                  <a:lnTo>
                    <a:pt x="8554953" y="5647"/>
                  </a:lnTo>
                  <a:lnTo>
                    <a:pt x="8554953" y="0"/>
                  </a:lnTo>
                  <a:lnTo>
                    <a:pt x="8032819" y="0"/>
                  </a:lnTo>
                  <a:lnTo>
                    <a:pt x="8031894" y="88"/>
                  </a:lnTo>
                  <a:lnTo>
                    <a:pt x="8025801" y="716"/>
                  </a:lnTo>
                  <a:lnTo>
                    <a:pt x="8010413" y="2452"/>
                  </a:lnTo>
                  <a:lnTo>
                    <a:pt x="7982833" y="5872"/>
                  </a:lnTo>
                  <a:lnTo>
                    <a:pt x="7941598" y="11509"/>
                  </a:lnTo>
                  <a:lnTo>
                    <a:pt x="7886787" y="19805"/>
                  </a:lnTo>
                  <a:lnTo>
                    <a:pt x="7819923" y="31066"/>
                  </a:lnTo>
                  <a:lnTo>
                    <a:pt x="7743619" y="45455"/>
                  </a:lnTo>
                  <a:lnTo>
                    <a:pt x="7661079" y="63005"/>
                  </a:lnTo>
                  <a:lnTo>
                    <a:pt x="7575567" y="83674"/>
                  </a:lnTo>
                  <a:lnTo>
                    <a:pt x="7489985" y="107393"/>
                  </a:lnTo>
                  <a:lnTo>
                    <a:pt x="7406622" y="134121"/>
                  </a:lnTo>
                  <a:lnTo>
                    <a:pt x="7327070" y="163886"/>
                  </a:lnTo>
                  <a:lnTo>
                    <a:pt x="7252261" y="196809"/>
                  </a:lnTo>
                  <a:lnTo>
                    <a:pt x="7182578" y="233119"/>
                  </a:lnTo>
                  <a:lnTo>
                    <a:pt x="7117982" y="273154"/>
                  </a:lnTo>
                  <a:lnTo>
                    <a:pt x="7058142" y="317355"/>
                  </a:lnTo>
                  <a:lnTo>
                    <a:pt x="7002537" y="366258"/>
                  </a:lnTo>
                  <a:lnTo>
                    <a:pt x="6950535" y="420465"/>
                  </a:lnTo>
                  <a:lnTo>
                    <a:pt x="6901457" y="480606"/>
                  </a:lnTo>
                  <a:lnTo>
                    <a:pt x="6854624" y="547270"/>
                  </a:lnTo>
                  <a:lnTo>
                    <a:pt x="6809408" y="620893"/>
                  </a:lnTo>
                  <a:lnTo>
                    <a:pt x="6786527" y="661660"/>
                  </a:lnTo>
                  <a:lnTo>
                    <a:pt x="6754142" y="723298"/>
                  </a:lnTo>
                  <a:lnTo>
                    <a:pt x="6722043" y="788856"/>
                  </a:lnTo>
                  <a:lnTo>
                    <a:pt x="6690079" y="858412"/>
                  </a:lnTo>
                  <a:lnTo>
                    <a:pt x="6658127" y="931999"/>
                  </a:lnTo>
                  <a:lnTo>
                    <a:pt x="6626088" y="1009601"/>
                  </a:lnTo>
                  <a:lnTo>
                    <a:pt x="6593887" y="1091143"/>
                  </a:lnTo>
                  <a:lnTo>
                    <a:pt x="6561470" y="1176492"/>
                  </a:lnTo>
                  <a:lnTo>
                    <a:pt x="6528803" y="1265454"/>
                  </a:lnTo>
                  <a:lnTo>
                    <a:pt x="6495870" y="1357772"/>
                  </a:lnTo>
                  <a:lnTo>
                    <a:pt x="6462672" y="1453126"/>
                  </a:lnTo>
                  <a:lnTo>
                    <a:pt x="6429225" y="1551140"/>
                  </a:lnTo>
                  <a:lnTo>
                    <a:pt x="6395558" y="1651381"/>
                  </a:lnTo>
                  <a:lnTo>
                    <a:pt x="6361712" y="1753372"/>
                  </a:lnTo>
                  <a:lnTo>
                    <a:pt x="6327738" y="1856596"/>
                  </a:lnTo>
                  <a:lnTo>
                    <a:pt x="6293689" y="1960511"/>
                  </a:lnTo>
                  <a:lnTo>
                    <a:pt x="6259627" y="2064559"/>
                  </a:lnTo>
                  <a:lnTo>
                    <a:pt x="6225611" y="2168177"/>
                  </a:lnTo>
                  <a:lnTo>
                    <a:pt x="6191698" y="2270814"/>
                  </a:lnTo>
                  <a:lnTo>
                    <a:pt x="6157941" y="2371939"/>
                  </a:lnTo>
                  <a:lnTo>
                    <a:pt x="6124386" y="2471057"/>
                  </a:lnTo>
                  <a:lnTo>
                    <a:pt x="6091068" y="2567712"/>
                  </a:lnTo>
                  <a:lnTo>
                    <a:pt x="6058009" y="2661501"/>
                  </a:lnTo>
                  <a:lnTo>
                    <a:pt x="6025218" y="2752077"/>
                  </a:lnTo>
                  <a:lnTo>
                    <a:pt x="5992686" y="2839153"/>
                  </a:lnTo>
                  <a:lnTo>
                    <a:pt x="5960389" y="2922505"/>
                  </a:lnTo>
                  <a:lnTo>
                    <a:pt x="5928282" y="3001972"/>
                  </a:lnTo>
                  <a:lnTo>
                    <a:pt x="5896300" y="3077453"/>
                  </a:lnTo>
                  <a:lnTo>
                    <a:pt x="5864356" y="3148903"/>
                  </a:lnTo>
                  <a:lnTo>
                    <a:pt x="5832338" y="3216333"/>
                  </a:lnTo>
                  <a:lnTo>
                    <a:pt x="5800108" y="3279801"/>
                  </a:lnTo>
                  <a:lnTo>
                    <a:pt x="5784835" y="3308301"/>
                  </a:lnTo>
                  <a:lnTo>
                    <a:pt x="5740237" y="3385583"/>
                  </a:lnTo>
                  <a:lnTo>
                    <a:pt x="5694312" y="3455800"/>
                  </a:lnTo>
                  <a:lnTo>
                    <a:pt x="5646475" y="3519241"/>
                  </a:lnTo>
                  <a:lnTo>
                    <a:pt x="5596067" y="3576431"/>
                  </a:lnTo>
                  <a:lnTo>
                    <a:pt x="5542405" y="3627993"/>
                  </a:lnTo>
                  <a:lnTo>
                    <a:pt x="5484824" y="3674549"/>
                  </a:lnTo>
                  <a:lnTo>
                    <a:pt x="5422739" y="3716672"/>
                  </a:lnTo>
                  <a:lnTo>
                    <a:pt x="5355706" y="3754856"/>
                  </a:lnTo>
                  <a:lnTo>
                    <a:pt x="5283524" y="3789491"/>
                  </a:lnTo>
                  <a:lnTo>
                    <a:pt x="5206341" y="3820864"/>
                  </a:lnTo>
                  <a:lnTo>
                    <a:pt x="5124790" y="3849150"/>
                  </a:lnTo>
                  <a:lnTo>
                    <a:pt x="5040111" y="3874423"/>
                  </a:lnTo>
                  <a:lnTo>
                    <a:pt x="4954235" y="3896674"/>
                  </a:lnTo>
                  <a:lnTo>
                    <a:pt x="4869768" y="3915842"/>
                  </a:lnTo>
                  <a:lnTo>
                    <a:pt x="4789831" y="3931864"/>
                  </a:lnTo>
                  <a:lnTo>
                    <a:pt x="4717719" y="3944728"/>
                  </a:lnTo>
                  <a:lnTo>
                    <a:pt x="4656419" y="3954525"/>
                  </a:lnTo>
                  <a:lnTo>
                    <a:pt x="4608072" y="3961487"/>
                  </a:lnTo>
                  <a:lnTo>
                    <a:pt x="4573531" y="3965989"/>
                  </a:lnTo>
                  <a:lnTo>
                    <a:pt x="4552127" y="3968523"/>
                  </a:lnTo>
                  <a:lnTo>
                    <a:pt x="4541680" y="3969651"/>
                  </a:lnTo>
                  <a:lnTo>
                    <a:pt x="4538673" y="3969949"/>
                  </a:lnTo>
                  <a:lnTo>
                    <a:pt x="4538543" y="3969961"/>
                  </a:lnTo>
                  <a:lnTo>
                    <a:pt x="4016409" y="3969961"/>
                  </a:lnTo>
                  <a:lnTo>
                    <a:pt x="4015146" y="3969942"/>
                  </a:lnTo>
                  <a:lnTo>
                    <a:pt x="4006886" y="3969805"/>
                  </a:lnTo>
                  <a:lnTo>
                    <a:pt x="3986234" y="3969427"/>
                  </a:lnTo>
                  <a:lnTo>
                    <a:pt x="3949742" y="3968684"/>
                  </a:lnTo>
                  <a:lnTo>
                    <a:pt x="3896224" y="3967468"/>
                  </a:lnTo>
                  <a:lnTo>
                    <a:pt x="3826815" y="3965697"/>
                  </a:lnTo>
                  <a:lnTo>
                    <a:pt x="3744580" y="3963324"/>
                  </a:lnTo>
                  <a:lnTo>
                    <a:pt x="3653749" y="3960334"/>
                  </a:lnTo>
                  <a:lnTo>
                    <a:pt x="3558817" y="3956735"/>
                  </a:lnTo>
                  <a:lnTo>
                    <a:pt x="3463796" y="3952541"/>
                  </a:lnTo>
                  <a:lnTo>
                    <a:pt x="3371771" y="3947759"/>
                  </a:lnTo>
                  <a:lnTo>
                    <a:pt x="3284769" y="3942381"/>
                  </a:lnTo>
                  <a:lnTo>
                    <a:pt x="3203842" y="3936374"/>
                  </a:lnTo>
                  <a:lnTo>
                    <a:pt x="3129273" y="3929678"/>
                  </a:lnTo>
                  <a:lnTo>
                    <a:pt x="3060790" y="3922210"/>
                  </a:lnTo>
                  <a:lnTo>
                    <a:pt x="2997766" y="3913859"/>
                  </a:lnTo>
                  <a:lnTo>
                    <a:pt x="2939367" y="3904500"/>
                  </a:lnTo>
                  <a:lnTo>
                    <a:pt x="2884668" y="3893996"/>
                  </a:lnTo>
                  <a:lnTo>
                    <a:pt x="2832739" y="3882220"/>
                  </a:lnTo>
                  <a:lnTo>
                    <a:pt x="2782723" y="3869080"/>
                  </a:lnTo>
                  <a:lnTo>
                    <a:pt x="2770117" y="3865488"/>
                  </a:lnTo>
                  <a:lnTo>
                    <a:pt x="2717977" y="3849467"/>
                  </a:lnTo>
                  <a:lnTo>
                    <a:pt x="2666342" y="3831813"/>
                  </a:lnTo>
                  <a:lnTo>
                    <a:pt x="2614682" y="3812501"/>
                  </a:lnTo>
                  <a:lnTo>
                    <a:pt x="2562633" y="3791565"/>
                  </a:lnTo>
                  <a:lnTo>
                    <a:pt x="2509981" y="3769098"/>
                  </a:lnTo>
                  <a:lnTo>
                    <a:pt x="2456639" y="3745261"/>
                  </a:lnTo>
                  <a:lnTo>
                    <a:pt x="2402637" y="3720283"/>
                  </a:lnTo>
                  <a:lnTo>
                    <a:pt x="2348095" y="3694447"/>
                  </a:lnTo>
                  <a:lnTo>
                    <a:pt x="2293207" y="3668087"/>
                  </a:lnTo>
                  <a:lnTo>
                    <a:pt x="2238210" y="3641565"/>
                  </a:lnTo>
                  <a:lnTo>
                    <a:pt x="2183354" y="3615253"/>
                  </a:lnTo>
                  <a:lnTo>
                    <a:pt x="2128872" y="3589510"/>
                  </a:lnTo>
                  <a:lnTo>
                    <a:pt x="2074950" y="3564665"/>
                  </a:lnTo>
                  <a:lnTo>
                    <a:pt x="2021699" y="3540995"/>
                  </a:lnTo>
                  <a:lnTo>
                    <a:pt x="1969132" y="3518718"/>
                  </a:lnTo>
                  <a:lnTo>
                    <a:pt x="1917149" y="3497988"/>
                  </a:lnTo>
                  <a:lnTo>
                    <a:pt x="1865515" y="3478891"/>
                  </a:lnTo>
                  <a:lnTo>
                    <a:pt x="1813849" y="3461451"/>
                  </a:lnTo>
                  <a:lnTo>
                    <a:pt x="1768425" y="3447597"/>
                  </a:lnTo>
                  <a:lnTo>
                    <a:pt x="1718779" y="3434103"/>
                  </a:lnTo>
                  <a:lnTo>
                    <a:pt x="1667418" y="3421983"/>
                  </a:lnTo>
                  <a:lnTo>
                    <a:pt x="1613516" y="3411164"/>
                  </a:lnTo>
                  <a:lnTo>
                    <a:pt x="1556156" y="3401524"/>
                  </a:lnTo>
                  <a:lnTo>
                    <a:pt x="1494402" y="3392928"/>
                  </a:lnTo>
                  <a:lnTo>
                    <a:pt x="1427390" y="3385245"/>
                  </a:lnTo>
                  <a:lnTo>
                    <a:pt x="1354424" y="3378360"/>
                  </a:lnTo>
                  <a:lnTo>
                    <a:pt x="1275127" y="3372183"/>
                  </a:lnTo>
                  <a:lnTo>
                    <a:pt x="1189617" y="3366648"/>
                  </a:lnTo>
                  <a:lnTo>
                    <a:pt x="1098728" y="3361715"/>
                  </a:lnTo>
                  <a:lnTo>
                    <a:pt x="1004224" y="3357370"/>
                  </a:lnTo>
                  <a:lnTo>
                    <a:pt x="908918" y="3353617"/>
                  </a:lnTo>
                  <a:lnTo>
                    <a:pt x="816615" y="3350469"/>
                  </a:lnTo>
                  <a:lnTo>
                    <a:pt x="731747" y="3347938"/>
                  </a:lnTo>
                  <a:lnTo>
                    <a:pt x="658695" y="3346016"/>
                  </a:lnTo>
                  <a:lnTo>
                    <a:pt x="600906" y="3344664"/>
                  </a:lnTo>
                  <a:lnTo>
                    <a:pt x="560067" y="3343810"/>
                  </a:lnTo>
                  <a:lnTo>
                    <a:pt x="535596" y="3343350"/>
                  </a:lnTo>
                  <a:lnTo>
                    <a:pt x="524601" y="3343163"/>
                  </a:lnTo>
                  <a:lnTo>
                    <a:pt x="522133" y="3343125"/>
                  </a:lnTo>
                  <a:lnTo>
                    <a:pt x="0" y="3343125"/>
                  </a:lnTo>
                  <a:close/>
                </a:path>
              </a:pathLst>
            </a:custGeom>
            <a:solidFill>
              <a:srgbClr val="67C1B3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1200" name="pl1200"/>
            <p:cNvSpPr/>
            <p:nvPr/>
          </p:nvSpPr>
          <p:spPr>
            <a:xfrm>
              <a:off x="386606" y="1117779"/>
              <a:ext cx="8554953" cy="3969961"/>
            </a:xfrm>
            <a:custGeom>
              <a:avLst/>
              <a:pathLst>
                <a:path w="8554953" h="3969961">
                  <a:moveTo>
                    <a:pt x="0" y="3343125"/>
                  </a:moveTo>
                  <a:lnTo>
                    <a:pt x="522133" y="3343125"/>
                  </a:lnTo>
                  <a:lnTo>
                    <a:pt x="523396" y="3343144"/>
                  </a:lnTo>
                  <a:lnTo>
                    <a:pt x="531656" y="3343281"/>
                  </a:lnTo>
                  <a:lnTo>
                    <a:pt x="552308" y="3343659"/>
                  </a:lnTo>
                  <a:lnTo>
                    <a:pt x="588800" y="3344401"/>
                  </a:lnTo>
                  <a:lnTo>
                    <a:pt x="642318" y="3345617"/>
                  </a:lnTo>
                  <a:lnTo>
                    <a:pt x="711727" y="3347388"/>
                  </a:lnTo>
                  <a:lnTo>
                    <a:pt x="793962" y="3349761"/>
                  </a:lnTo>
                  <a:lnTo>
                    <a:pt x="884793" y="3352751"/>
                  </a:lnTo>
                  <a:lnTo>
                    <a:pt x="979726" y="3356351"/>
                  </a:lnTo>
                  <a:lnTo>
                    <a:pt x="1074747" y="3360545"/>
                  </a:lnTo>
                  <a:lnTo>
                    <a:pt x="1166771" y="3365326"/>
                  </a:lnTo>
                  <a:lnTo>
                    <a:pt x="1253774" y="3370704"/>
                  </a:lnTo>
                  <a:lnTo>
                    <a:pt x="1334700" y="3376712"/>
                  </a:lnTo>
                  <a:lnTo>
                    <a:pt x="1409269" y="3383407"/>
                  </a:lnTo>
                  <a:lnTo>
                    <a:pt x="1477752" y="3390876"/>
                  </a:lnTo>
                  <a:lnTo>
                    <a:pt x="1540776" y="3399226"/>
                  </a:lnTo>
                  <a:lnTo>
                    <a:pt x="1599175" y="3408585"/>
                  </a:lnTo>
                  <a:lnTo>
                    <a:pt x="1653874" y="3419089"/>
                  </a:lnTo>
                  <a:lnTo>
                    <a:pt x="1705803" y="3430866"/>
                  </a:lnTo>
                  <a:lnTo>
                    <a:pt x="1755819" y="3444006"/>
                  </a:lnTo>
                  <a:lnTo>
                    <a:pt x="1768425" y="3447597"/>
                  </a:lnTo>
                  <a:lnTo>
                    <a:pt x="1820565" y="3463619"/>
                  </a:lnTo>
                  <a:lnTo>
                    <a:pt x="1872200" y="3481273"/>
                  </a:lnTo>
                  <a:lnTo>
                    <a:pt x="1923861" y="3500584"/>
                  </a:lnTo>
                  <a:lnTo>
                    <a:pt x="1975909" y="3521521"/>
                  </a:lnTo>
                  <a:lnTo>
                    <a:pt x="2028562" y="3543988"/>
                  </a:lnTo>
                  <a:lnTo>
                    <a:pt x="2081903" y="3567824"/>
                  </a:lnTo>
                  <a:lnTo>
                    <a:pt x="2135906" y="3592803"/>
                  </a:lnTo>
                  <a:lnTo>
                    <a:pt x="2190447" y="3618639"/>
                  </a:lnTo>
                  <a:lnTo>
                    <a:pt x="2245335" y="3644999"/>
                  </a:lnTo>
                  <a:lnTo>
                    <a:pt x="2300333" y="3671521"/>
                  </a:lnTo>
                  <a:lnTo>
                    <a:pt x="2355188" y="3697833"/>
                  </a:lnTo>
                  <a:lnTo>
                    <a:pt x="2409670" y="3723575"/>
                  </a:lnTo>
                  <a:lnTo>
                    <a:pt x="2463592" y="3748421"/>
                  </a:lnTo>
                  <a:lnTo>
                    <a:pt x="2516843" y="3772091"/>
                  </a:lnTo>
                  <a:lnTo>
                    <a:pt x="2569410" y="3794367"/>
                  </a:lnTo>
                  <a:lnTo>
                    <a:pt x="2621393" y="3815097"/>
                  </a:lnTo>
                  <a:lnTo>
                    <a:pt x="2673027" y="3834194"/>
                  </a:lnTo>
                  <a:lnTo>
                    <a:pt x="2724693" y="3851635"/>
                  </a:lnTo>
                  <a:lnTo>
                    <a:pt x="2770117" y="3865488"/>
                  </a:lnTo>
                  <a:lnTo>
                    <a:pt x="2819763" y="3878982"/>
                  </a:lnTo>
                  <a:lnTo>
                    <a:pt x="2871125" y="3891103"/>
                  </a:lnTo>
                  <a:lnTo>
                    <a:pt x="2925026" y="3901922"/>
                  </a:lnTo>
                  <a:lnTo>
                    <a:pt x="2982386" y="3911561"/>
                  </a:lnTo>
                  <a:lnTo>
                    <a:pt x="3044140" y="3920157"/>
                  </a:lnTo>
                  <a:lnTo>
                    <a:pt x="3111153" y="3927841"/>
                  </a:lnTo>
                  <a:lnTo>
                    <a:pt x="3184118" y="3934725"/>
                  </a:lnTo>
                  <a:lnTo>
                    <a:pt x="3263415" y="3940903"/>
                  </a:lnTo>
                  <a:lnTo>
                    <a:pt x="3348926" y="3946438"/>
                  </a:lnTo>
                  <a:lnTo>
                    <a:pt x="3439814" y="3951371"/>
                  </a:lnTo>
                  <a:lnTo>
                    <a:pt x="3534318" y="3955716"/>
                  </a:lnTo>
                  <a:lnTo>
                    <a:pt x="3629624" y="3959469"/>
                  </a:lnTo>
                  <a:lnTo>
                    <a:pt x="3721927" y="3962616"/>
                  </a:lnTo>
                  <a:lnTo>
                    <a:pt x="3806795" y="3965147"/>
                  </a:lnTo>
                  <a:lnTo>
                    <a:pt x="3879847" y="3967070"/>
                  </a:lnTo>
                  <a:lnTo>
                    <a:pt x="3937636" y="3968421"/>
                  </a:lnTo>
                  <a:lnTo>
                    <a:pt x="3978476" y="3969276"/>
                  </a:lnTo>
                  <a:lnTo>
                    <a:pt x="4002946" y="3969736"/>
                  </a:lnTo>
                  <a:lnTo>
                    <a:pt x="4013941" y="3969923"/>
                  </a:lnTo>
                  <a:lnTo>
                    <a:pt x="4016387" y="3969960"/>
                  </a:lnTo>
                  <a:lnTo>
                    <a:pt x="4016409" y="3969961"/>
                  </a:lnTo>
                  <a:lnTo>
                    <a:pt x="4538543" y="3969961"/>
                  </a:lnTo>
                  <a:lnTo>
                    <a:pt x="4539468" y="3969873"/>
                  </a:lnTo>
                  <a:lnTo>
                    <a:pt x="4545561" y="3969244"/>
                  </a:lnTo>
                  <a:lnTo>
                    <a:pt x="4560949" y="3967508"/>
                  </a:lnTo>
                  <a:lnTo>
                    <a:pt x="4588529" y="3964088"/>
                  </a:lnTo>
                  <a:lnTo>
                    <a:pt x="4629764" y="3958451"/>
                  </a:lnTo>
                  <a:lnTo>
                    <a:pt x="4684575" y="3950156"/>
                  </a:lnTo>
                  <a:lnTo>
                    <a:pt x="4751439" y="3938894"/>
                  </a:lnTo>
                  <a:lnTo>
                    <a:pt x="4827743" y="3924506"/>
                  </a:lnTo>
                  <a:lnTo>
                    <a:pt x="4910283" y="3906955"/>
                  </a:lnTo>
                  <a:lnTo>
                    <a:pt x="4995795" y="3886286"/>
                  </a:lnTo>
                  <a:lnTo>
                    <a:pt x="5081377" y="3862567"/>
                  </a:lnTo>
                  <a:lnTo>
                    <a:pt x="5164740" y="3835839"/>
                  </a:lnTo>
                  <a:lnTo>
                    <a:pt x="5244292" y="3806075"/>
                  </a:lnTo>
                  <a:lnTo>
                    <a:pt x="5319101" y="3773152"/>
                  </a:lnTo>
                  <a:lnTo>
                    <a:pt x="5388784" y="3736841"/>
                  </a:lnTo>
                  <a:lnTo>
                    <a:pt x="5453380" y="3696807"/>
                  </a:lnTo>
                  <a:lnTo>
                    <a:pt x="5513220" y="3652605"/>
                  </a:lnTo>
                  <a:lnTo>
                    <a:pt x="5568825" y="3603702"/>
                  </a:lnTo>
                  <a:lnTo>
                    <a:pt x="5620827" y="3549496"/>
                  </a:lnTo>
                  <a:lnTo>
                    <a:pt x="5669905" y="3489355"/>
                  </a:lnTo>
                  <a:lnTo>
                    <a:pt x="5716738" y="3422690"/>
                  </a:lnTo>
                  <a:lnTo>
                    <a:pt x="5761954" y="3349068"/>
                  </a:lnTo>
                  <a:lnTo>
                    <a:pt x="5784835" y="3308301"/>
                  </a:lnTo>
                  <a:lnTo>
                    <a:pt x="5817220" y="3246662"/>
                  </a:lnTo>
                  <a:lnTo>
                    <a:pt x="5849319" y="3181105"/>
                  </a:lnTo>
                  <a:lnTo>
                    <a:pt x="5881283" y="3111549"/>
                  </a:lnTo>
                  <a:lnTo>
                    <a:pt x="5913235" y="3037961"/>
                  </a:lnTo>
                  <a:lnTo>
                    <a:pt x="5945274" y="2960359"/>
                  </a:lnTo>
                  <a:lnTo>
                    <a:pt x="5977474" y="2878817"/>
                  </a:lnTo>
                  <a:lnTo>
                    <a:pt x="6009891" y="2793468"/>
                  </a:lnTo>
                  <a:lnTo>
                    <a:pt x="6042559" y="2704506"/>
                  </a:lnTo>
                  <a:lnTo>
                    <a:pt x="6075492" y="2612188"/>
                  </a:lnTo>
                  <a:lnTo>
                    <a:pt x="6108690" y="2516834"/>
                  </a:lnTo>
                  <a:lnTo>
                    <a:pt x="6142137" y="2418820"/>
                  </a:lnTo>
                  <a:lnTo>
                    <a:pt x="6175804" y="2318579"/>
                  </a:lnTo>
                  <a:lnTo>
                    <a:pt x="6209650" y="2216588"/>
                  </a:lnTo>
                  <a:lnTo>
                    <a:pt x="6243624" y="2113364"/>
                  </a:lnTo>
                  <a:lnTo>
                    <a:pt x="6277673" y="2009449"/>
                  </a:lnTo>
                  <a:lnTo>
                    <a:pt x="6311735" y="1905402"/>
                  </a:lnTo>
                  <a:lnTo>
                    <a:pt x="6345751" y="1801784"/>
                  </a:lnTo>
                  <a:lnTo>
                    <a:pt x="6379664" y="1699147"/>
                  </a:lnTo>
                  <a:lnTo>
                    <a:pt x="6413421" y="1598021"/>
                  </a:lnTo>
                  <a:lnTo>
                    <a:pt x="6446976" y="1498903"/>
                  </a:lnTo>
                  <a:lnTo>
                    <a:pt x="6480294" y="1402248"/>
                  </a:lnTo>
                  <a:lnTo>
                    <a:pt x="6513353" y="1308459"/>
                  </a:lnTo>
                  <a:lnTo>
                    <a:pt x="6546144" y="1217883"/>
                  </a:lnTo>
                  <a:lnTo>
                    <a:pt x="6578676" y="1130807"/>
                  </a:lnTo>
                  <a:lnTo>
                    <a:pt x="6610973" y="1047455"/>
                  </a:lnTo>
                  <a:lnTo>
                    <a:pt x="6643080" y="967988"/>
                  </a:lnTo>
                  <a:lnTo>
                    <a:pt x="6675062" y="892508"/>
                  </a:lnTo>
                  <a:lnTo>
                    <a:pt x="6707006" y="821057"/>
                  </a:lnTo>
                  <a:lnTo>
                    <a:pt x="6739024" y="753627"/>
                  </a:lnTo>
                  <a:lnTo>
                    <a:pt x="6771254" y="690159"/>
                  </a:lnTo>
                  <a:lnTo>
                    <a:pt x="6786527" y="661660"/>
                  </a:lnTo>
                  <a:lnTo>
                    <a:pt x="6831125" y="584377"/>
                  </a:lnTo>
                  <a:lnTo>
                    <a:pt x="6877050" y="514160"/>
                  </a:lnTo>
                  <a:lnTo>
                    <a:pt x="6924887" y="450720"/>
                  </a:lnTo>
                  <a:lnTo>
                    <a:pt x="6975294" y="393529"/>
                  </a:lnTo>
                  <a:lnTo>
                    <a:pt x="7028957" y="341967"/>
                  </a:lnTo>
                  <a:lnTo>
                    <a:pt x="7086538" y="295411"/>
                  </a:lnTo>
                  <a:lnTo>
                    <a:pt x="7148623" y="253288"/>
                  </a:lnTo>
                  <a:lnTo>
                    <a:pt x="7215656" y="215105"/>
                  </a:lnTo>
                  <a:lnTo>
                    <a:pt x="7287838" y="180469"/>
                  </a:lnTo>
                  <a:lnTo>
                    <a:pt x="7365021" y="149096"/>
                  </a:lnTo>
                  <a:lnTo>
                    <a:pt x="7446572" y="120810"/>
                  </a:lnTo>
                  <a:lnTo>
                    <a:pt x="7531251" y="95537"/>
                  </a:lnTo>
                  <a:lnTo>
                    <a:pt x="7617127" y="73287"/>
                  </a:lnTo>
                  <a:lnTo>
                    <a:pt x="7701594" y="54118"/>
                  </a:lnTo>
                  <a:lnTo>
                    <a:pt x="7781531" y="38096"/>
                  </a:lnTo>
                  <a:lnTo>
                    <a:pt x="7853643" y="25232"/>
                  </a:lnTo>
                  <a:lnTo>
                    <a:pt x="7914943" y="15435"/>
                  </a:lnTo>
                  <a:lnTo>
                    <a:pt x="7963290" y="8473"/>
                  </a:lnTo>
                  <a:lnTo>
                    <a:pt x="7997831" y="3971"/>
                  </a:lnTo>
                  <a:lnTo>
                    <a:pt x="8019234" y="1437"/>
                  </a:lnTo>
                  <a:lnTo>
                    <a:pt x="8029682" y="309"/>
                  </a:lnTo>
                  <a:lnTo>
                    <a:pt x="8032689" y="12"/>
                  </a:lnTo>
                  <a:lnTo>
                    <a:pt x="8032819" y="0"/>
                  </a:lnTo>
                  <a:lnTo>
                    <a:pt x="8554953" y="0"/>
                  </a:lnTo>
                  <a:lnTo>
                    <a:pt x="8554953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201" name="pl1201"/>
            <p:cNvSpPr/>
            <p:nvPr/>
          </p:nvSpPr>
          <p:spPr>
            <a:xfrm>
              <a:off x="386606" y="1112132"/>
              <a:ext cx="8554953" cy="3969961"/>
            </a:xfrm>
            <a:custGeom>
              <a:avLst/>
              <a:pathLst>
                <a:path w="8554953" h="3969961">
                  <a:moveTo>
                    <a:pt x="8554953" y="0"/>
                  </a:moveTo>
                  <a:lnTo>
                    <a:pt x="8032819" y="0"/>
                  </a:lnTo>
                  <a:lnTo>
                    <a:pt x="8031894" y="88"/>
                  </a:lnTo>
                  <a:lnTo>
                    <a:pt x="8025801" y="716"/>
                  </a:lnTo>
                  <a:lnTo>
                    <a:pt x="8010413" y="2452"/>
                  </a:lnTo>
                  <a:lnTo>
                    <a:pt x="7982833" y="5872"/>
                  </a:lnTo>
                  <a:lnTo>
                    <a:pt x="7941598" y="11509"/>
                  </a:lnTo>
                  <a:lnTo>
                    <a:pt x="7886787" y="19805"/>
                  </a:lnTo>
                  <a:lnTo>
                    <a:pt x="7819923" y="31066"/>
                  </a:lnTo>
                  <a:lnTo>
                    <a:pt x="7743619" y="45455"/>
                  </a:lnTo>
                  <a:lnTo>
                    <a:pt x="7661079" y="63005"/>
                  </a:lnTo>
                  <a:lnTo>
                    <a:pt x="7575567" y="83674"/>
                  </a:lnTo>
                  <a:lnTo>
                    <a:pt x="7489985" y="107393"/>
                  </a:lnTo>
                  <a:lnTo>
                    <a:pt x="7406622" y="134121"/>
                  </a:lnTo>
                  <a:lnTo>
                    <a:pt x="7327070" y="163886"/>
                  </a:lnTo>
                  <a:lnTo>
                    <a:pt x="7252261" y="196809"/>
                  </a:lnTo>
                  <a:lnTo>
                    <a:pt x="7182578" y="233119"/>
                  </a:lnTo>
                  <a:lnTo>
                    <a:pt x="7117982" y="273154"/>
                  </a:lnTo>
                  <a:lnTo>
                    <a:pt x="7058142" y="317355"/>
                  </a:lnTo>
                  <a:lnTo>
                    <a:pt x="7002537" y="366258"/>
                  </a:lnTo>
                  <a:lnTo>
                    <a:pt x="6950535" y="420465"/>
                  </a:lnTo>
                  <a:lnTo>
                    <a:pt x="6901457" y="480606"/>
                  </a:lnTo>
                  <a:lnTo>
                    <a:pt x="6854624" y="547270"/>
                  </a:lnTo>
                  <a:lnTo>
                    <a:pt x="6809408" y="620893"/>
                  </a:lnTo>
                  <a:lnTo>
                    <a:pt x="6786527" y="661660"/>
                  </a:lnTo>
                  <a:lnTo>
                    <a:pt x="6754142" y="723298"/>
                  </a:lnTo>
                  <a:lnTo>
                    <a:pt x="6722043" y="788856"/>
                  </a:lnTo>
                  <a:lnTo>
                    <a:pt x="6690079" y="858412"/>
                  </a:lnTo>
                  <a:lnTo>
                    <a:pt x="6658127" y="931999"/>
                  </a:lnTo>
                  <a:lnTo>
                    <a:pt x="6626088" y="1009601"/>
                  </a:lnTo>
                  <a:lnTo>
                    <a:pt x="6593887" y="1091143"/>
                  </a:lnTo>
                  <a:lnTo>
                    <a:pt x="6561470" y="1176492"/>
                  </a:lnTo>
                  <a:lnTo>
                    <a:pt x="6528803" y="1265454"/>
                  </a:lnTo>
                  <a:lnTo>
                    <a:pt x="6495870" y="1357772"/>
                  </a:lnTo>
                  <a:lnTo>
                    <a:pt x="6462672" y="1453126"/>
                  </a:lnTo>
                  <a:lnTo>
                    <a:pt x="6429225" y="1551140"/>
                  </a:lnTo>
                  <a:lnTo>
                    <a:pt x="6395558" y="1651381"/>
                  </a:lnTo>
                  <a:lnTo>
                    <a:pt x="6361712" y="1753372"/>
                  </a:lnTo>
                  <a:lnTo>
                    <a:pt x="6327738" y="1856596"/>
                  </a:lnTo>
                  <a:lnTo>
                    <a:pt x="6293689" y="1960511"/>
                  </a:lnTo>
                  <a:lnTo>
                    <a:pt x="6259627" y="2064559"/>
                  </a:lnTo>
                  <a:lnTo>
                    <a:pt x="6225611" y="2168177"/>
                  </a:lnTo>
                  <a:lnTo>
                    <a:pt x="6191698" y="2270814"/>
                  </a:lnTo>
                  <a:lnTo>
                    <a:pt x="6157941" y="2371939"/>
                  </a:lnTo>
                  <a:lnTo>
                    <a:pt x="6124386" y="2471057"/>
                  </a:lnTo>
                  <a:lnTo>
                    <a:pt x="6091068" y="2567712"/>
                  </a:lnTo>
                  <a:lnTo>
                    <a:pt x="6058009" y="2661501"/>
                  </a:lnTo>
                  <a:lnTo>
                    <a:pt x="6025218" y="2752077"/>
                  </a:lnTo>
                  <a:lnTo>
                    <a:pt x="5992686" y="2839153"/>
                  </a:lnTo>
                  <a:lnTo>
                    <a:pt x="5960389" y="2922505"/>
                  </a:lnTo>
                  <a:lnTo>
                    <a:pt x="5928282" y="3001972"/>
                  </a:lnTo>
                  <a:lnTo>
                    <a:pt x="5896300" y="3077453"/>
                  </a:lnTo>
                  <a:lnTo>
                    <a:pt x="5864356" y="3148903"/>
                  </a:lnTo>
                  <a:lnTo>
                    <a:pt x="5832338" y="3216333"/>
                  </a:lnTo>
                  <a:lnTo>
                    <a:pt x="5800108" y="3279801"/>
                  </a:lnTo>
                  <a:lnTo>
                    <a:pt x="5784835" y="3308301"/>
                  </a:lnTo>
                  <a:lnTo>
                    <a:pt x="5740237" y="3385583"/>
                  </a:lnTo>
                  <a:lnTo>
                    <a:pt x="5694312" y="3455800"/>
                  </a:lnTo>
                  <a:lnTo>
                    <a:pt x="5646475" y="3519241"/>
                  </a:lnTo>
                  <a:lnTo>
                    <a:pt x="5596067" y="3576431"/>
                  </a:lnTo>
                  <a:lnTo>
                    <a:pt x="5542405" y="3627993"/>
                  </a:lnTo>
                  <a:lnTo>
                    <a:pt x="5484824" y="3674549"/>
                  </a:lnTo>
                  <a:lnTo>
                    <a:pt x="5422739" y="3716672"/>
                  </a:lnTo>
                  <a:lnTo>
                    <a:pt x="5355706" y="3754856"/>
                  </a:lnTo>
                  <a:lnTo>
                    <a:pt x="5283524" y="3789491"/>
                  </a:lnTo>
                  <a:lnTo>
                    <a:pt x="5206341" y="3820864"/>
                  </a:lnTo>
                  <a:lnTo>
                    <a:pt x="5124790" y="3849150"/>
                  </a:lnTo>
                  <a:lnTo>
                    <a:pt x="5040111" y="3874423"/>
                  </a:lnTo>
                  <a:lnTo>
                    <a:pt x="4954235" y="3896674"/>
                  </a:lnTo>
                  <a:lnTo>
                    <a:pt x="4869768" y="3915842"/>
                  </a:lnTo>
                  <a:lnTo>
                    <a:pt x="4789831" y="3931864"/>
                  </a:lnTo>
                  <a:lnTo>
                    <a:pt x="4717719" y="3944728"/>
                  </a:lnTo>
                  <a:lnTo>
                    <a:pt x="4656419" y="3954525"/>
                  </a:lnTo>
                  <a:lnTo>
                    <a:pt x="4608072" y="3961487"/>
                  </a:lnTo>
                  <a:lnTo>
                    <a:pt x="4573531" y="3965989"/>
                  </a:lnTo>
                  <a:lnTo>
                    <a:pt x="4552127" y="3968523"/>
                  </a:lnTo>
                  <a:lnTo>
                    <a:pt x="4541680" y="3969651"/>
                  </a:lnTo>
                  <a:lnTo>
                    <a:pt x="4538673" y="3969949"/>
                  </a:lnTo>
                  <a:lnTo>
                    <a:pt x="4538543" y="3969961"/>
                  </a:lnTo>
                  <a:lnTo>
                    <a:pt x="4016409" y="3969961"/>
                  </a:lnTo>
                  <a:lnTo>
                    <a:pt x="4015146" y="3969942"/>
                  </a:lnTo>
                  <a:lnTo>
                    <a:pt x="4006886" y="3969805"/>
                  </a:lnTo>
                  <a:lnTo>
                    <a:pt x="3986234" y="3969427"/>
                  </a:lnTo>
                  <a:lnTo>
                    <a:pt x="3949742" y="3968684"/>
                  </a:lnTo>
                  <a:lnTo>
                    <a:pt x="3896224" y="3967468"/>
                  </a:lnTo>
                  <a:lnTo>
                    <a:pt x="3826815" y="3965697"/>
                  </a:lnTo>
                  <a:lnTo>
                    <a:pt x="3744580" y="3963324"/>
                  </a:lnTo>
                  <a:lnTo>
                    <a:pt x="3653749" y="3960334"/>
                  </a:lnTo>
                  <a:lnTo>
                    <a:pt x="3558817" y="3956735"/>
                  </a:lnTo>
                  <a:lnTo>
                    <a:pt x="3463796" y="3952541"/>
                  </a:lnTo>
                  <a:lnTo>
                    <a:pt x="3371771" y="3947759"/>
                  </a:lnTo>
                  <a:lnTo>
                    <a:pt x="3284769" y="3942381"/>
                  </a:lnTo>
                  <a:lnTo>
                    <a:pt x="3203842" y="3936374"/>
                  </a:lnTo>
                  <a:lnTo>
                    <a:pt x="3129273" y="3929678"/>
                  </a:lnTo>
                  <a:lnTo>
                    <a:pt x="3060790" y="3922210"/>
                  </a:lnTo>
                  <a:lnTo>
                    <a:pt x="2997766" y="3913859"/>
                  </a:lnTo>
                  <a:lnTo>
                    <a:pt x="2939367" y="3904500"/>
                  </a:lnTo>
                  <a:lnTo>
                    <a:pt x="2884668" y="3893996"/>
                  </a:lnTo>
                  <a:lnTo>
                    <a:pt x="2832739" y="3882220"/>
                  </a:lnTo>
                  <a:lnTo>
                    <a:pt x="2782723" y="3869080"/>
                  </a:lnTo>
                  <a:lnTo>
                    <a:pt x="2770117" y="3865488"/>
                  </a:lnTo>
                  <a:lnTo>
                    <a:pt x="2717977" y="3849467"/>
                  </a:lnTo>
                  <a:lnTo>
                    <a:pt x="2666342" y="3831813"/>
                  </a:lnTo>
                  <a:lnTo>
                    <a:pt x="2614682" y="3812501"/>
                  </a:lnTo>
                  <a:lnTo>
                    <a:pt x="2562633" y="3791565"/>
                  </a:lnTo>
                  <a:lnTo>
                    <a:pt x="2509981" y="3769098"/>
                  </a:lnTo>
                  <a:lnTo>
                    <a:pt x="2456639" y="3745261"/>
                  </a:lnTo>
                  <a:lnTo>
                    <a:pt x="2402637" y="3720283"/>
                  </a:lnTo>
                  <a:lnTo>
                    <a:pt x="2348095" y="3694447"/>
                  </a:lnTo>
                  <a:lnTo>
                    <a:pt x="2293207" y="3668087"/>
                  </a:lnTo>
                  <a:lnTo>
                    <a:pt x="2238210" y="3641565"/>
                  </a:lnTo>
                  <a:lnTo>
                    <a:pt x="2183354" y="3615253"/>
                  </a:lnTo>
                  <a:lnTo>
                    <a:pt x="2128872" y="3589510"/>
                  </a:lnTo>
                  <a:lnTo>
                    <a:pt x="2074950" y="3564665"/>
                  </a:lnTo>
                  <a:lnTo>
                    <a:pt x="2021699" y="3540995"/>
                  </a:lnTo>
                  <a:lnTo>
                    <a:pt x="1969132" y="3518718"/>
                  </a:lnTo>
                  <a:lnTo>
                    <a:pt x="1917149" y="3497988"/>
                  </a:lnTo>
                  <a:lnTo>
                    <a:pt x="1865515" y="3478891"/>
                  </a:lnTo>
                  <a:lnTo>
                    <a:pt x="1813849" y="3461451"/>
                  </a:lnTo>
                  <a:lnTo>
                    <a:pt x="1768425" y="3447597"/>
                  </a:lnTo>
                  <a:lnTo>
                    <a:pt x="1718779" y="3434103"/>
                  </a:lnTo>
                  <a:lnTo>
                    <a:pt x="1667418" y="3421983"/>
                  </a:lnTo>
                  <a:lnTo>
                    <a:pt x="1613516" y="3411164"/>
                  </a:lnTo>
                  <a:lnTo>
                    <a:pt x="1556156" y="3401524"/>
                  </a:lnTo>
                  <a:lnTo>
                    <a:pt x="1494402" y="3392928"/>
                  </a:lnTo>
                  <a:lnTo>
                    <a:pt x="1427390" y="3385245"/>
                  </a:lnTo>
                  <a:lnTo>
                    <a:pt x="1354424" y="3378360"/>
                  </a:lnTo>
                  <a:lnTo>
                    <a:pt x="1275127" y="3372183"/>
                  </a:lnTo>
                  <a:lnTo>
                    <a:pt x="1189617" y="3366648"/>
                  </a:lnTo>
                  <a:lnTo>
                    <a:pt x="1098728" y="3361715"/>
                  </a:lnTo>
                  <a:lnTo>
                    <a:pt x="1004224" y="3357370"/>
                  </a:lnTo>
                  <a:lnTo>
                    <a:pt x="908918" y="3353617"/>
                  </a:lnTo>
                  <a:lnTo>
                    <a:pt x="816615" y="3350469"/>
                  </a:lnTo>
                  <a:lnTo>
                    <a:pt x="731747" y="3347938"/>
                  </a:lnTo>
                  <a:lnTo>
                    <a:pt x="658695" y="3346016"/>
                  </a:lnTo>
                  <a:lnTo>
                    <a:pt x="600906" y="3344664"/>
                  </a:lnTo>
                  <a:lnTo>
                    <a:pt x="560067" y="3343810"/>
                  </a:lnTo>
                  <a:lnTo>
                    <a:pt x="535596" y="3343350"/>
                  </a:lnTo>
                  <a:lnTo>
                    <a:pt x="524601" y="3343163"/>
                  </a:lnTo>
                  <a:lnTo>
                    <a:pt x="522155" y="3343125"/>
                  </a:lnTo>
                  <a:lnTo>
                    <a:pt x="522133" y="3343125"/>
                  </a:lnTo>
                  <a:lnTo>
                    <a:pt x="0" y="3343125"/>
                  </a:lnTo>
                  <a:lnTo>
                    <a:pt x="0" y="3343125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202" name="pg1202"/>
            <p:cNvSpPr/>
            <p:nvPr/>
          </p:nvSpPr>
          <p:spPr>
            <a:xfrm>
              <a:off x="386606" y="1609083"/>
              <a:ext cx="8554953" cy="3495598"/>
            </a:xfrm>
            <a:custGeom>
              <a:avLst/>
              <a:pathLst>
                <a:path w="8554953" h="3495598">
                  <a:moveTo>
                    <a:pt x="0" y="2857468"/>
                  </a:moveTo>
                  <a:lnTo>
                    <a:pt x="522133" y="2857468"/>
                  </a:lnTo>
                  <a:lnTo>
                    <a:pt x="523396" y="2857488"/>
                  </a:lnTo>
                  <a:lnTo>
                    <a:pt x="531654" y="2857627"/>
                  </a:lnTo>
                  <a:lnTo>
                    <a:pt x="552303" y="2858012"/>
                  </a:lnTo>
                  <a:lnTo>
                    <a:pt x="588789" y="2858767"/>
                  </a:lnTo>
                  <a:lnTo>
                    <a:pt x="642298" y="2860005"/>
                  </a:lnTo>
                  <a:lnTo>
                    <a:pt x="711698" y="2861808"/>
                  </a:lnTo>
                  <a:lnTo>
                    <a:pt x="793923" y="2864223"/>
                  </a:lnTo>
                  <a:lnTo>
                    <a:pt x="884746" y="2867266"/>
                  </a:lnTo>
                  <a:lnTo>
                    <a:pt x="979671" y="2870930"/>
                  </a:lnTo>
                  <a:lnTo>
                    <a:pt x="1074687" y="2875199"/>
                  </a:lnTo>
                  <a:lnTo>
                    <a:pt x="1166708" y="2880066"/>
                  </a:lnTo>
                  <a:lnTo>
                    <a:pt x="1253710" y="2885540"/>
                  </a:lnTo>
                  <a:lnTo>
                    <a:pt x="1334636" y="2891655"/>
                  </a:lnTo>
                  <a:lnTo>
                    <a:pt x="1409206" y="2898470"/>
                  </a:lnTo>
                  <a:lnTo>
                    <a:pt x="1477690" y="2906072"/>
                  </a:lnTo>
                  <a:lnTo>
                    <a:pt x="1540715" y="2914571"/>
                  </a:lnTo>
                  <a:lnTo>
                    <a:pt x="1599114" y="2924097"/>
                  </a:lnTo>
                  <a:lnTo>
                    <a:pt x="1653813" y="2934788"/>
                  </a:lnTo>
                  <a:lnTo>
                    <a:pt x="1705742" y="2946775"/>
                  </a:lnTo>
                  <a:lnTo>
                    <a:pt x="1755756" y="2960149"/>
                  </a:lnTo>
                  <a:lnTo>
                    <a:pt x="1768425" y="2963823"/>
                  </a:lnTo>
                  <a:lnTo>
                    <a:pt x="1820496" y="2980110"/>
                  </a:lnTo>
                  <a:lnTo>
                    <a:pt x="1872062" y="2998055"/>
                  </a:lnTo>
                  <a:lnTo>
                    <a:pt x="1923652" y="3017682"/>
                  </a:lnTo>
                  <a:lnTo>
                    <a:pt x="1975628" y="3038960"/>
                  </a:lnTo>
                  <a:lnTo>
                    <a:pt x="2028206" y="3061792"/>
                  </a:lnTo>
                  <a:lnTo>
                    <a:pt x="2081470" y="3086016"/>
                  </a:lnTo>
                  <a:lnTo>
                    <a:pt x="2135395" y="3111401"/>
                  </a:lnTo>
                  <a:lnTo>
                    <a:pt x="2189859" y="3137660"/>
                  </a:lnTo>
                  <a:lnTo>
                    <a:pt x="2244671" y="3164455"/>
                  </a:lnTo>
                  <a:lnTo>
                    <a:pt x="2299594" y="3191419"/>
                  </a:lnTo>
                  <a:lnTo>
                    <a:pt x="2354380" y="3218175"/>
                  </a:lnTo>
                  <a:lnTo>
                    <a:pt x="2408796" y="3244357"/>
                  </a:lnTo>
                  <a:lnTo>
                    <a:pt x="2462656" y="3269635"/>
                  </a:lnTo>
                  <a:lnTo>
                    <a:pt x="2515849" y="3293723"/>
                  </a:lnTo>
                  <a:lnTo>
                    <a:pt x="2568357" y="3316399"/>
                  </a:lnTo>
                  <a:lnTo>
                    <a:pt x="2620281" y="3337508"/>
                  </a:lnTo>
                  <a:lnTo>
                    <a:pt x="2671849" y="3356961"/>
                  </a:lnTo>
                  <a:lnTo>
                    <a:pt x="2723440" y="3374731"/>
                  </a:lnTo>
                  <a:lnTo>
                    <a:pt x="2770117" y="3389243"/>
                  </a:lnTo>
                  <a:lnTo>
                    <a:pt x="2819760" y="3402980"/>
                  </a:lnTo>
                  <a:lnTo>
                    <a:pt x="2871118" y="3415318"/>
                  </a:lnTo>
                  <a:lnTo>
                    <a:pt x="2925015" y="3426331"/>
                  </a:lnTo>
                  <a:lnTo>
                    <a:pt x="2982371" y="3436144"/>
                  </a:lnTo>
                  <a:lnTo>
                    <a:pt x="3044119" y="3444895"/>
                  </a:lnTo>
                  <a:lnTo>
                    <a:pt x="3111126" y="3452717"/>
                  </a:lnTo>
                  <a:lnTo>
                    <a:pt x="3184084" y="3459725"/>
                  </a:lnTo>
                  <a:lnTo>
                    <a:pt x="3263373" y="3466014"/>
                  </a:lnTo>
                  <a:lnTo>
                    <a:pt x="3348875" y="3471649"/>
                  </a:lnTo>
                  <a:lnTo>
                    <a:pt x="3439755" y="3476670"/>
                  </a:lnTo>
                  <a:lnTo>
                    <a:pt x="3534252" y="3481094"/>
                  </a:lnTo>
                  <a:lnTo>
                    <a:pt x="3629552" y="3484915"/>
                  </a:lnTo>
                  <a:lnTo>
                    <a:pt x="3721853" y="3488119"/>
                  </a:lnTo>
                  <a:lnTo>
                    <a:pt x="3806725" y="3490696"/>
                  </a:lnTo>
                  <a:lnTo>
                    <a:pt x="3879785" y="3492654"/>
                  </a:lnTo>
                  <a:lnTo>
                    <a:pt x="3937586" y="3494030"/>
                  </a:lnTo>
                  <a:lnTo>
                    <a:pt x="3978441" y="3494900"/>
                  </a:lnTo>
                  <a:lnTo>
                    <a:pt x="4002927" y="3495369"/>
                  </a:lnTo>
                  <a:lnTo>
                    <a:pt x="4013934" y="3495559"/>
                  </a:lnTo>
                  <a:lnTo>
                    <a:pt x="4016409" y="3495598"/>
                  </a:lnTo>
                  <a:lnTo>
                    <a:pt x="4538543" y="3495598"/>
                  </a:lnTo>
                  <a:lnTo>
                    <a:pt x="4539641" y="3495506"/>
                  </a:lnTo>
                  <a:lnTo>
                    <a:pt x="4546847" y="3494847"/>
                  </a:lnTo>
                  <a:lnTo>
                    <a:pt x="4564949" y="3493025"/>
                  </a:lnTo>
                  <a:lnTo>
                    <a:pt x="4597153" y="3489441"/>
                  </a:lnTo>
                  <a:lnTo>
                    <a:pt x="4644818" y="3483554"/>
                  </a:lnTo>
                  <a:lnTo>
                    <a:pt x="4707364" y="3474936"/>
                  </a:lnTo>
                  <a:lnTo>
                    <a:pt x="4782499" y="3463317"/>
                  </a:lnTo>
                  <a:lnTo>
                    <a:pt x="4866769" y="3448583"/>
                  </a:lnTo>
                  <a:lnTo>
                    <a:pt x="4956265" y="3430740"/>
                  </a:lnTo>
                  <a:lnTo>
                    <a:pt x="5047273" y="3409855"/>
                  </a:lnTo>
                  <a:lnTo>
                    <a:pt x="5136732" y="3385987"/>
                  </a:lnTo>
                  <a:lnTo>
                    <a:pt x="5222439" y="3359137"/>
                  </a:lnTo>
                  <a:lnTo>
                    <a:pt x="5303049" y="3329211"/>
                  </a:lnTo>
                  <a:lnTo>
                    <a:pt x="5377954" y="3295997"/>
                  </a:lnTo>
                  <a:lnTo>
                    <a:pt x="5447114" y="3259165"/>
                  </a:lnTo>
                  <a:lnTo>
                    <a:pt x="5510884" y="3218263"/>
                  </a:lnTo>
                  <a:lnTo>
                    <a:pt x="5569871" y="3172741"/>
                  </a:lnTo>
                  <a:lnTo>
                    <a:pt x="5624825" y="3121968"/>
                  </a:lnTo>
                  <a:lnTo>
                    <a:pt x="5676556" y="3065285"/>
                  </a:lnTo>
                  <a:lnTo>
                    <a:pt x="5725865" y="3002089"/>
                  </a:lnTo>
                  <a:lnTo>
                    <a:pt x="5773487" y="2931970"/>
                  </a:lnTo>
                  <a:lnTo>
                    <a:pt x="5784835" y="2913940"/>
                  </a:lnTo>
                  <a:lnTo>
                    <a:pt x="5819055" y="2856565"/>
                  </a:lnTo>
                  <a:lnTo>
                    <a:pt x="5852964" y="2795337"/>
                  </a:lnTo>
                  <a:lnTo>
                    <a:pt x="5886740" y="2730176"/>
                  </a:lnTo>
                  <a:lnTo>
                    <a:pt x="5920523" y="2661055"/>
                  </a:lnTo>
                  <a:lnTo>
                    <a:pt x="5954424" y="2588004"/>
                  </a:lnTo>
                  <a:lnTo>
                    <a:pt x="5988526" y="2511116"/>
                  </a:lnTo>
                  <a:lnTo>
                    <a:pt x="6022884" y="2430547"/>
                  </a:lnTo>
                  <a:lnTo>
                    <a:pt x="6057531" y="2346524"/>
                  </a:lnTo>
                  <a:lnTo>
                    <a:pt x="6092476" y="2259341"/>
                  </a:lnTo>
                  <a:lnTo>
                    <a:pt x="6127711" y="2169360"/>
                  </a:lnTo>
                  <a:lnTo>
                    <a:pt x="6163206" y="2077004"/>
                  </a:lnTo>
                  <a:lnTo>
                    <a:pt x="6198919" y="1982749"/>
                  </a:lnTo>
                  <a:lnTo>
                    <a:pt x="6234795" y="1887119"/>
                  </a:lnTo>
                  <a:lnTo>
                    <a:pt x="6270769" y="1790671"/>
                  </a:lnTo>
                  <a:lnTo>
                    <a:pt x="6306773" y="1693981"/>
                  </a:lnTo>
                  <a:lnTo>
                    <a:pt x="6342736" y="1597632"/>
                  </a:lnTo>
                  <a:lnTo>
                    <a:pt x="6378588" y="1502200"/>
                  </a:lnTo>
                  <a:lnTo>
                    <a:pt x="6414268" y="1408235"/>
                  </a:lnTo>
                  <a:lnTo>
                    <a:pt x="6449721" y="1316254"/>
                  </a:lnTo>
                  <a:lnTo>
                    <a:pt x="6484907" y="1226725"/>
                  </a:lnTo>
                  <a:lnTo>
                    <a:pt x="6519801" y="1140061"/>
                  </a:lnTo>
                  <a:lnTo>
                    <a:pt x="6554397" y="1056612"/>
                  </a:lnTo>
                  <a:lnTo>
                    <a:pt x="6588709" y="976661"/>
                  </a:lnTo>
                  <a:lnTo>
                    <a:pt x="6622771" y="900422"/>
                  </a:lnTo>
                  <a:lnTo>
                    <a:pt x="6656645" y="828041"/>
                  </a:lnTo>
                  <a:lnTo>
                    <a:pt x="6690419" y="759600"/>
                  </a:lnTo>
                  <a:lnTo>
                    <a:pt x="6724206" y="695118"/>
                  </a:lnTo>
                  <a:lnTo>
                    <a:pt x="6758155" y="634558"/>
                  </a:lnTo>
                  <a:lnTo>
                    <a:pt x="6786527" y="587305"/>
                  </a:lnTo>
                  <a:lnTo>
                    <a:pt x="6833837" y="515491"/>
                  </a:lnTo>
                  <a:lnTo>
                    <a:pt x="6882674" y="450644"/>
                  </a:lnTo>
                  <a:lnTo>
                    <a:pt x="6933746" y="392435"/>
                  </a:lnTo>
                  <a:lnTo>
                    <a:pt x="6987845" y="340291"/>
                  </a:lnTo>
                  <a:lnTo>
                    <a:pt x="7045783" y="293557"/>
                  </a:lnTo>
                  <a:lnTo>
                    <a:pt x="7108332" y="251591"/>
                  </a:lnTo>
                  <a:lnTo>
                    <a:pt x="7176143" y="213819"/>
                  </a:lnTo>
                  <a:lnTo>
                    <a:pt x="7249643" y="179764"/>
                  </a:lnTo>
                  <a:lnTo>
                    <a:pt x="7328903" y="149066"/>
                  </a:lnTo>
                  <a:lnTo>
                    <a:pt x="7413468" y="121484"/>
                  </a:lnTo>
                  <a:lnTo>
                    <a:pt x="7502187" y="96897"/>
                  </a:lnTo>
                  <a:lnTo>
                    <a:pt x="7593070" y="75286"/>
                  </a:lnTo>
                  <a:lnTo>
                    <a:pt x="7683253" y="56699"/>
                  </a:lnTo>
                  <a:lnTo>
                    <a:pt x="7769150" y="41209"/>
                  </a:lnTo>
                  <a:lnTo>
                    <a:pt x="7846844" y="28840"/>
                  </a:lnTo>
                  <a:lnTo>
                    <a:pt x="7912703" y="19514"/>
                  </a:lnTo>
                  <a:lnTo>
                    <a:pt x="7964096" y="12999"/>
                  </a:lnTo>
                  <a:lnTo>
                    <a:pt x="7999993" y="8904"/>
                  </a:lnTo>
                  <a:lnTo>
                    <a:pt x="8021282" y="6710"/>
                  </a:lnTo>
                  <a:lnTo>
                    <a:pt x="8030742" y="5824"/>
                  </a:lnTo>
                  <a:lnTo>
                    <a:pt x="8032819" y="5647"/>
                  </a:lnTo>
                  <a:lnTo>
                    <a:pt x="8554953" y="5647"/>
                  </a:lnTo>
                  <a:lnTo>
                    <a:pt x="8554953" y="0"/>
                  </a:lnTo>
                  <a:lnTo>
                    <a:pt x="8032819" y="0"/>
                  </a:lnTo>
                  <a:lnTo>
                    <a:pt x="8031721" y="92"/>
                  </a:lnTo>
                  <a:lnTo>
                    <a:pt x="8024515" y="751"/>
                  </a:lnTo>
                  <a:lnTo>
                    <a:pt x="8006413" y="2573"/>
                  </a:lnTo>
                  <a:lnTo>
                    <a:pt x="7974209" y="6156"/>
                  </a:lnTo>
                  <a:lnTo>
                    <a:pt x="7926544" y="12044"/>
                  </a:lnTo>
                  <a:lnTo>
                    <a:pt x="7863998" y="20662"/>
                  </a:lnTo>
                  <a:lnTo>
                    <a:pt x="7788863" y="32281"/>
                  </a:lnTo>
                  <a:lnTo>
                    <a:pt x="7704593" y="47015"/>
                  </a:lnTo>
                  <a:lnTo>
                    <a:pt x="7615097" y="64858"/>
                  </a:lnTo>
                  <a:lnTo>
                    <a:pt x="7524089" y="85743"/>
                  </a:lnTo>
                  <a:lnTo>
                    <a:pt x="7434630" y="109611"/>
                  </a:lnTo>
                  <a:lnTo>
                    <a:pt x="7348923" y="136461"/>
                  </a:lnTo>
                  <a:lnTo>
                    <a:pt x="7268313" y="166387"/>
                  </a:lnTo>
                  <a:lnTo>
                    <a:pt x="7193408" y="199600"/>
                  </a:lnTo>
                  <a:lnTo>
                    <a:pt x="7124247" y="236433"/>
                  </a:lnTo>
                  <a:lnTo>
                    <a:pt x="7060478" y="277334"/>
                  </a:lnTo>
                  <a:lnTo>
                    <a:pt x="7001491" y="322857"/>
                  </a:lnTo>
                  <a:lnTo>
                    <a:pt x="6946537" y="373630"/>
                  </a:lnTo>
                  <a:lnTo>
                    <a:pt x="6894806" y="430313"/>
                  </a:lnTo>
                  <a:lnTo>
                    <a:pt x="6845497" y="493509"/>
                  </a:lnTo>
                  <a:lnTo>
                    <a:pt x="6797875" y="563628"/>
                  </a:lnTo>
                  <a:lnTo>
                    <a:pt x="6786527" y="581658"/>
                  </a:lnTo>
                  <a:lnTo>
                    <a:pt x="6752307" y="639033"/>
                  </a:lnTo>
                  <a:lnTo>
                    <a:pt x="6718398" y="700261"/>
                  </a:lnTo>
                  <a:lnTo>
                    <a:pt x="6684622" y="765422"/>
                  </a:lnTo>
                  <a:lnTo>
                    <a:pt x="6650839" y="834543"/>
                  </a:lnTo>
                  <a:lnTo>
                    <a:pt x="6616938" y="907594"/>
                  </a:lnTo>
                  <a:lnTo>
                    <a:pt x="6582836" y="984482"/>
                  </a:lnTo>
                  <a:lnTo>
                    <a:pt x="6548478" y="1065051"/>
                  </a:lnTo>
                  <a:lnTo>
                    <a:pt x="6513831" y="1149074"/>
                  </a:lnTo>
                  <a:lnTo>
                    <a:pt x="6478886" y="1236257"/>
                  </a:lnTo>
                  <a:lnTo>
                    <a:pt x="6443651" y="1326238"/>
                  </a:lnTo>
                  <a:lnTo>
                    <a:pt x="6408156" y="1418594"/>
                  </a:lnTo>
                  <a:lnTo>
                    <a:pt x="6372443" y="1512849"/>
                  </a:lnTo>
                  <a:lnTo>
                    <a:pt x="6336567" y="1608479"/>
                  </a:lnTo>
                  <a:lnTo>
                    <a:pt x="6300593" y="1704927"/>
                  </a:lnTo>
                  <a:lnTo>
                    <a:pt x="6264589" y="1801617"/>
                  </a:lnTo>
                  <a:lnTo>
                    <a:pt x="6228626" y="1897965"/>
                  </a:lnTo>
                  <a:lnTo>
                    <a:pt x="6192774" y="1993398"/>
                  </a:lnTo>
                  <a:lnTo>
                    <a:pt x="6157094" y="2087363"/>
                  </a:lnTo>
                  <a:lnTo>
                    <a:pt x="6121641" y="2179344"/>
                  </a:lnTo>
                  <a:lnTo>
                    <a:pt x="6086455" y="2268873"/>
                  </a:lnTo>
                  <a:lnTo>
                    <a:pt x="6051560" y="2355537"/>
                  </a:lnTo>
                  <a:lnTo>
                    <a:pt x="6016965" y="2438986"/>
                  </a:lnTo>
                  <a:lnTo>
                    <a:pt x="5982653" y="2518937"/>
                  </a:lnTo>
                  <a:lnTo>
                    <a:pt x="5948591" y="2595176"/>
                  </a:lnTo>
                  <a:lnTo>
                    <a:pt x="5914717" y="2667557"/>
                  </a:lnTo>
                  <a:lnTo>
                    <a:pt x="5880943" y="2735998"/>
                  </a:lnTo>
                  <a:lnTo>
                    <a:pt x="5847156" y="2800480"/>
                  </a:lnTo>
                  <a:lnTo>
                    <a:pt x="5813207" y="2861040"/>
                  </a:lnTo>
                  <a:lnTo>
                    <a:pt x="5784835" y="2908293"/>
                  </a:lnTo>
                  <a:lnTo>
                    <a:pt x="5737525" y="2980107"/>
                  </a:lnTo>
                  <a:lnTo>
                    <a:pt x="5688688" y="3044954"/>
                  </a:lnTo>
                  <a:lnTo>
                    <a:pt x="5637616" y="3103163"/>
                  </a:lnTo>
                  <a:lnTo>
                    <a:pt x="5583517" y="3155307"/>
                  </a:lnTo>
                  <a:lnTo>
                    <a:pt x="5525579" y="3202041"/>
                  </a:lnTo>
                  <a:lnTo>
                    <a:pt x="5463030" y="3244007"/>
                  </a:lnTo>
                  <a:lnTo>
                    <a:pt x="5395219" y="3281779"/>
                  </a:lnTo>
                  <a:lnTo>
                    <a:pt x="5321719" y="3315834"/>
                  </a:lnTo>
                  <a:lnTo>
                    <a:pt x="5242459" y="3346532"/>
                  </a:lnTo>
                  <a:lnTo>
                    <a:pt x="5157894" y="3374114"/>
                  </a:lnTo>
                  <a:lnTo>
                    <a:pt x="5069175" y="3398701"/>
                  </a:lnTo>
                  <a:lnTo>
                    <a:pt x="4978292" y="3420312"/>
                  </a:lnTo>
                  <a:lnTo>
                    <a:pt x="4888109" y="3438898"/>
                  </a:lnTo>
                  <a:lnTo>
                    <a:pt x="4802212" y="3454389"/>
                  </a:lnTo>
                  <a:lnTo>
                    <a:pt x="4724518" y="3466758"/>
                  </a:lnTo>
                  <a:lnTo>
                    <a:pt x="4658659" y="3476084"/>
                  </a:lnTo>
                  <a:lnTo>
                    <a:pt x="4607266" y="3482599"/>
                  </a:lnTo>
                  <a:lnTo>
                    <a:pt x="4571369" y="3486694"/>
                  </a:lnTo>
                  <a:lnTo>
                    <a:pt x="4550080" y="3488888"/>
                  </a:lnTo>
                  <a:lnTo>
                    <a:pt x="4540620" y="3489774"/>
                  </a:lnTo>
                  <a:lnTo>
                    <a:pt x="4538543" y="3489951"/>
                  </a:lnTo>
                  <a:lnTo>
                    <a:pt x="4016409" y="3489951"/>
                  </a:lnTo>
                  <a:lnTo>
                    <a:pt x="4015146" y="3489932"/>
                  </a:lnTo>
                  <a:lnTo>
                    <a:pt x="4006888" y="3489793"/>
                  </a:lnTo>
                  <a:lnTo>
                    <a:pt x="3986240" y="3489408"/>
                  </a:lnTo>
                  <a:lnTo>
                    <a:pt x="3949753" y="3488652"/>
                  </a:lnTo>
                  <a:lnTo>
                    <a:pt x="3896244" y="3487414"/>
                  </a:lnTo>
                  <a:lnTo>
                    <a:pt x="3826844" y="3485612"/>
                  </a:lnTo>
                  <a:lnTo>
                    <a:pt x="3744619" y="3483196"/>
                  </a:lnTo>
                  <a:lnTo>
                    <a:pt x="3653796" y="3480153"/>
                  </a:lnTo>
                  <a:lnTo>
                    <a:pt x="3558871" y="3476489"/>
                  </a:lnTo>
                  <a:lnTo>
                    <a:pt x="3463855" y="3472220"/>
                  </a:lnTo>
                  <a:lnTo>
                    <a:pt x="3371834" y="3467353"/>
                  </a:lnTo>
                  <a:lnTo>
                    <a:pt x="3284833" y="3461879"/>
                  </a:lnTo>
                  <a:lnTo>
                    <a:pt x="3203906" y="3455764"/>
                  </a:lnTo>
                  <a:lnTo>
                    <a:pt x="3129336" y="3448949"/>
                  </a:lnTo>
                  <a:lnTo>
                    <a:pt x="3060853" y="3441347"/>
                  </a:lnTo>
                  <a:lnTo>
                    <a:pt x="2997827" y="3432848"/>
                  </a:lnTo>
                  <a:lnTo>
                    <a:pt x="2939428" y="3423322"/>
                  </a:lnTo>
                  <a:lnTo>
                    <a:pt x="2884729" y="3412631"/>
                  </a:lnTo>
                  <a:lnTo>
                    <a:pt x="2832800" y="3400644"/>
                  </a:lnTo>
                  <a:lnTo>
                    <a:pt x="2782786" y="3387271"/>
                  </a:lnTo>
                  <a:lnTo>
                    <a:pt x="2770117" y="3383596"/>
                  </a:lnTo>
                  <a:lnTo>
                    <a:pt x="2718046" y="3367309"/>
                  </a:lnTo>
                  <a:lnTo>
                    <a:pt x="2666481" y="3349365"/>
                  </a:lnTo>
                  <a:lnTo>
                    <a:pt x="2614890" y="3329737"/>
                  </a:lnTo>
                  <a:lnTo>
                    <a:pt x="2562914" y="3308460"/>
                  </a:lnTo>
                  <a:lnTo>
                    <a:pt x="2510336" y="3285627"/>
                  </a:lnTo>
                  <a:lnTo>
                    <a:pt x="2457072" y="3261404"/>
                  </a:lnTo>
                  <a:lnTo>
                    <a:pt x="2403147" y="3236018"/>
                  </a:lnTo>
                  <a:lnTo>
                    <a:pt x="2348683" y="3209759"/>
                  </a:lnTo>
                  <a:lnTo>
                    <a:pt x="2293871" y="3182964"/>
                  </a:lnTo>
                  <a:lnTo>
                    <a:pt x="2238948" y="3156000"/>
                  </a:lnTo>
                  <a:lnTo>
                    <a:pt x="2184162" y="3129245"/>
                  </a:lnTo>
                  <a:lnTo>
                    <a:pt x="2129746" y="3103062"/>
                  </a:lnTo>
                  <a:lnTo>
                    <a:pt x="2075886" y="3077785"/>
                  </a:lnTo>
                  <a:lnTo>
                    <a:pt x="2022694" y="3053696"/>
                  </a:lnTo>
                  <a:lnTo>
                    <a:pt x="1970185" y="3031020"/>
                  </a:lnTo>
                  <a:lnTo>
                    <a:pt x="1918261" y="3009911"/>
                  </a:lnTo>
                  <a:lnTo>
                    <a:pt x="1866693" y="2990458"/>
                  </a:lnTo>
                  <a:lnTo>
                    <a:pt x="1815103" y="2972689"/>
                  </a:lnTo>
                  <a:lnTo>
                    <a:pt x="1768425" y="2958176"/>
                  </a:lnTo>
                  <a:lnTo>
                    <a:pt x="1718783" y="2944439"/>
                  </a:lnTo>
                  <a:lnTo>
                    <a:pt x="1667424" y="2932102"/>
                  </a:lnTo>
                  <a:lnTo>
                    <a:pt x="1613527" y="2921088"/>
                  </a:lnTo>
                  <a:lnTo>
                    <a:pt x="1556171" y="2911275"/>
                  </a:lnTo>
                  <a:lnTo>
                    <a:pt x="1494423" y="2902524"/>
                  </a:lnTo>
                  <a:lnTo>
                    <a:pt x="1427416" y="2894703"/>
                  </a:lnTo>
                  <a:lnTo>
                    <a:pt x="1354458" y="2887694"/>
                  </a:lnTo>
                  <a:lnTo>
                    <a:pt x="1275169" y="2881406"/>
                  </a:lnTo>
                  <a:lnTo>
                    <a:pt x="1189667" y="2875771"/>
                  </a:lnTo>
                  <a:lnTo>
                    <a:pt x="1098787" y="2870749"/>
                  </a:lnTo>
                  <a:lnTo>
                    <a:pt x="1004290" y="2866326"/>
                  </a:lnTo>
                  <a:lnTo>
                    <a:pt x="908990" y="2862504"/>
                  </a:lnTo>
                  <a:lnTo>
                    <a:pt x="816689" y="2859300"/>
                  </a:lnTo>
                  <a:lnTo>
                    <a:pt x="731818" y="2856723"/>
                  </a:lnTo>
                  <a:lnTo>
                    <a:pt x="658757" y="2854766"/>
                  </a:lnTo>
                  <a:lnTo>
                    <a:pt x="600957" y="2853389"/>
                  </a:lnTo>
                  <a:lnTo>
                    <a:pt x="560102" y="2852519"/>
                  </a:lnTo>
                  <a:lnTo>
                    <a:pt x="535615" y="2852050"/>
                  </a:lnTo>
                  <a:lnTo>
                    <a:pt x="524608" y="2851860"/>
                  </a:lnTo>
                  <a:lnTo>
                    <a:pt x="522133" y="2851821"/>
                  </a:lnTo>
                  <a:lnTo>
                    <a:pt x="0" y="2851821"/>
                  </a:lnTo>
                  <a:close/>
                </a:path>
              </a:pathLst>
            </a:custGeom>
            <a:solidFill>
              <a:srgbClr val="67C1B3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1203" name="pl1203"/>
            <p:cNvSpPr/>
            <p:nvPr/>
          </p:nvSpPr>
          <p:spPr>
            <a:xfrm>
              <a:off x="386606" y="1614730"/>
              <a:ext cx="8554953" cy="3489951"/>
            </a:xfrm>
            <a:custGeom>
              <a:avLst/>
              <a:pathLst>
                <a:path w="8554953" h="3489951">
                  <a:moveTo>
                    <a:pt x="0" y="2851821"/>
                  </a:moveTo>
                  <a:lnTo>
                    <a:pt x="522133" y="2851821"/>
                  </a:lnTo>
                  <a:lnTo>
                    <a:pt x="523396" y="2851840"/>
                  </a:lnTo>
                  <a:lnTo>
                    <a:pt x="531654" y="2851980"/>
                  </a:lnTo>
                  <a:lnTo>
                    <a:pt x="552303" y="2852364"/>
                  </a:lnTo>
                  <a:lnTo>
                    <a:pt x="588789" y="2853120"/>
                  </a:lnTo>
                  <a:lnTo>
                    <a:pt x="642298" y="2854358"/>
                  </a:lnTo>
                  <a:lnTo>
                    <a:pt x="711698" y="2856160"/>
                  </a:lnTo>
                  <a:lnTo>
                    <a:pt x="793923" y="2858576"/>
                  </a:lnTo>
                  <a:lnTo>
                    <a:pt x="884746" y="2861619"/>
                  </a:lnTo>
                  <a:lnTo>
                    <a:pt x="979671" y="2865283"/>
                  </a:lnTo>
                  <a:lnTo>
                    <a:pt x="1074687" y="2869552"/>
                  </a:lnTo>
                  <a:lnTo>
                    <a:pt x="1166708" y="2874419"/>
                  </a:lnTo>
                  <a:lnTo>
                    <a:pt x="1253710" y="2879893"/>
                  </a:lnTo>
                  <a:lnTo>
                    <a:pt x="1334636" y="2886008"/>
                  </a:lnTo>
                  <a:lnTo>
                    <a:pt x="1409206" y="2892823"/>
                  </a:lnTo>
                  <a:lnTo>
                    <a:pt x="1477690" y="2900425"/>
                  </a:lnTo>
                  <a:lnTo>
                    <a:pt x="1540715" y="2908924"/>
                  </a:lnTo>
                  <a:lnTo>
                    <a:pt x="1599114" y="2918450"/>
                  </a:lnTo>
                  <a:lnTo>
                    <a:pt x="1653813" y="2929141"/>
                  </a:lnTo>
                  <a:lnTo>
                    <a:pt x="1705742" y="2941128"/>
                  </a:lnTo>
                  <a:lnTo>
                    <a:pt x="1755756" y="2954501"/>
                  </a:lnTo>
                  <a:lnTo>
                    <a:pt x="1768425" y="2958176"/>
                  </a:lnTo>
                  <a:lnTo>
                    <a:pt x="1820496" y="2974463"/>
                  </a:lnTo>
                  <a:lnTo>
                    <a:pt x="1872062" y="2992408"/>
                  </a:lnTo>
                  <a:lnTo>
                    <a:pt x="1923652" y="3012035"/>
                  </a:lnTo>
                  <a:lnTo>
                    <a:pt x="1975628" y="3033313"/>
                  </a:lnTo>
                  <a:lnTo>
                    <a:pt x="2028206" y="3056145"/>
                  </a:lnTo>
                  <a:lnTo>
                    <a:pt x="2081470" y="3080368"/>
                  </a:lnTo>
                  <a:lnTo>
                    <a:pt x="2135395" y="3105754"/>
                  </a:lnTo>
                  <a:lnTo>
                    <a:pt x="2189859" y="3132013"/>
                  </a:lnTo>
                  <a:lnTo>
                    <a:pt x="2244671" y="3158808"/>
                  </a:lnTo>
                  <a:lnTo>
                    <a:pt x="2299594" y="3185772"/>
                  </a:lnTo>
                  <a:lnTo>
                    <a:pt x="2354380" y="3212527"/>
                  </a:lnTo>
                  <a:lnTo>
                    <a:pt x="2408796" y="3238710"/>
                  </a:lnTo>
                  <a:lnTo>
                    <a:pt x="2462656" y="3263987"/>
                  </a:lnTo>
                  <a:lnTo>
                    <a:pt x="2515849" y="3288076"/>
                  </a:lnTo>
                  <a:lnTo>
                    <a:pt x="2568357" y="3310752"/>
                  </a:lnTo>
                  <a:lnTo>
                    <a:pt x="2620281" y="3331861"/>
                  </a:lnTo>
                  <a:lnTo>
                    <a:pt x="2671849" y="3351314"/>
                  </a:lnTo>
                  <a:lnTo>
                    <a:pt x="2723440" y="3369084"/>
                  </a:lnTo>
                  <a:lnTo>
                    <a:pt x="2770117" y="3383596"/>
                  </a:lnTo>
                  <a:lnTo>
                    <a:pt x="2819760" y="3397333"/>
                  </a:lnTo>
                  <a:lnTo>
                    <a:pt x="2871118" y="3409671"/>
                  </a:lnTo>
                  <a:lnTo>
                    <a:pt x="2925015" y="3420684"/>
                  </a:lnTo>
                  <a:lnTo>
                    <a:pt x="2982371" y="3430497"/>
                  </a:lnTo>
                  <a:lnTo>
                    <a:pt x="3044119" y="3439248"/>
                  </a:lnTo>
                  <a:lnTo>
                    <a:pt x="3111126" y="3447069"/>
                  </a:lnTo>
                  <a:lnTo>
                    <a:pt x="3184084" y="3454078"/>
                  </a:lnTo>
                  <a:lnTo>
                    <a:pt x="3263373" y="3460366"/>
                  </a:lnTo>
                  <a:lnTo>
                    <a:pt x="3348875" y="3466001"/>
                  </a:lnTo>
                  <a:lnTo>
                    <a:pt x="3439755" y="3471023"/>
                  </a:lnTo>
                  <a:lnTo>
                    <a:pt x="3534252" y="3475447"/>
                  </a:lnTo>
                  <a:lnTo>
                    <a:pt x="3629552" y="3479268"/>
                  </a:lnTo>
                  <a:lnTo>
                    <a:pt x="3721853" y="3482472"/>
                  </a:lnTo>
                  <a:lnTo>
                    <a:pt x="3806725" y="3485049"/>
                  </a:lnTo>
                  <a:lnTo>
                    <a:pt x="3879785" y="3487006"/>
                  </a:lnTo>
                  <a:lnTo>
                    <a:pt x="3937586" y="3488383"/>
                  </a:lnTo>
                  <a:lnTo>
                    <a:pt x="3978441" y="3489253"/>
                  </a:lnTo>
                  <a:lnTo>
                    <a:pt x="4002927" y="3489722"/>
                  </a:lnTo>
                  <a:lnTo>
                    <a:pt x="4013934" y="3489912"/>
                  </a:lnTo>
                  <a:lnTo>
                    <a:pt x="4016387" y="3489951"/>
                  </a:lnTo>
                  <a:lnTo>
                    <a:pt x="4016409" y="3489951"/>
                  </a:lnTo>
                  <a:lnTo>
                    <a:pt x="4538543" y="3489951"/>
                  </a:lnTo>
                  <a:lnTo>
                    <a:pt x="4539641" y="3489859"/>
                  </a:lnTo>
                  <a:lnTo>
                    <a:pt x="4546847" y="3489200"/>
                  </a:lnTo>
                  <a:lnTo>
                    <a:pt x="4564949" y="3487378"/>
                  </a:lnTo>
                  <a:lnTo>
                    <a:pt x="4597153" y="3483794"/>
                  </a:lnTo>
                  <a:lnTo>
                    <a:pt x="4644818" y="3477907"/>
                  </a:lnTo>
                  <a:lnTo>
                    <a:pt x="4707364" y="3469289"/>
                  </a:lnTo>
                  <a:lnTo>
                    <a:pt x="4782499" y="3457670"/>
                  </a:lnTo>
                  <a:lnTo>
                    <a:pt x="4866769" y="3442936"/>
                  </a:lnTo>
                  <a:lnTo>
                    <a:pt x="4956265" y="3425093"/>
                  </a:lnTo>
                  <a:lnTo>
                    <a:pt x="5047273" y="3404208"/>
                  </a:lnTo>
                  <a:lnTo>
                    <a:pt x="5136732" y="3380340"/>
                  </a:lnTo>
                  <a:lnTo>
                    <a:pt x="5222439" y="3353490"/>
                  </a:lnTo>
                  <a:lnTo>
                    <a:pt x="5303049" y="3323564"/>
                  </a:lnTo>
                  <a:lnTo>
                    <a:pt x="5377954" y="3290350"/>
                  </a:lnTo>
                  <a:lnTo>
                    <a:pt x="5447114" y="3253517"/>
                  </a:lnTo>
                  <a:lnTo>
                    <a:pt x="5510884" y="3212616"/>
                  </a:lnTo>
                  <a:lnTo>
                    <a:pt x="5569871" y="3167094"/>
                  </a:lnTo>
                  <a:lnTo>
                    <a:pt x="5624825" y="3116321"/>
                  </a:lnTo>
                  <a:lnTo>
                    <a:pt x="5676556" y="3059638"/>
                  </a:lnTo>
                  <a:lnTo>
                    <a:pt x="5725865" y="2996441"/>
                  </a:lnTo>
                  <a:lnTo>
                    <a:pt x="5773487" y="2926323"/>
                  </a:lnTo>
                  <a:lnTo>
                    <a:pt x="5784835" y="2908293"/>
                  </a:lnTo>
                  <a:lnTo>
                    <a:pt x="5819055" y="2850918"/>
                  </a:lnTo>
                  <a:lnTo>
                    <a:pt x="5852964" y="2789689"/>
                  </a:lnTo>
                  <a:lnTo>
                    <a:pt x="5886740" y="2724528"/>
                  </a:lnTo>
                  <a:lnTo>
                    <a:pt x="5920523" y="2655408"/>
                  </a:lnTo>
                  <a:lnTo>
                    <a:pt x="5954424" y="2582357"/>
                  </a:lnTo>
                  <a:lnTo>
                    <a:pt x="5988526" y="2505468"/>
                  </a:lnTo>
                  <a:lnTo>
                    <a:pt x="6022884" y="2424900"/>
                  </a:lnTo>
                  <a:lnTo>
                    <a:pt x="6057531" y="2340877"/>
                  </a:lnTo>
                  <a:lnTo>
                    <a:pt x="6092476" y="2253694"/>
                  </a:lnTo>
                  <a:lnTo>
                    <a:pt x="6127711" y="2163713"/>
                  </a:lnTo>
                  <a:lnTo>
                    <a:pt x="6163206" y="2071356"/>
                  </a:lnTo>
                  <a:lnTo>
                    <a:pt x="6198919" y="1977102"/>
                  </a:lnTo>
                  <a:lnTo>
                    <a:pt x="6234795" y="1881472"/>
                  </a:lnTo>
                  <a:lnTo>
                    <a:pt x="6270769" y="1785024"/>
                  </a:lnTo>
                  <a:lnTo>
                    <a:pt x="6306773" y="1688334"/>
                  </a:lnTo>
                  <a:lnTo>
                    <a:pt x="6342736" y="1591985"/>
                  </a:lnTo>
                  <a:lnTo>
                    <a:pt x="6378588" y="1496553"/>
                  </a:lnTo>
                  <a:lnTo>
                    <a:pt x="6414268" y="1402588"/>
                  </a:lnTo>
                  <a:lnTo>
                    <a:pt x="6449721" y="1310606"/>
                  </a:lnTo>
                  <a:lnTo>
                    <a:pt x="6484907" y="1221077"/>
                  </a:lnTo>
                  <a:lnTo>
                    <a:pt x="6519801" y="1134414"/>
                  </a:lnTo>
                  <a:lnTo>
                    <a:pt x="6554397" y="1050965"/>
                  </a:lnTo>
                  <a:lnTo>
                    <a:pt x="6588709" y="971014"/>
                  </a:lnTo>
                  <a:lnTo>
                    <a:pt x="6622771" y="894775"/>
                  </a:lnTo>
                  <a:lnTo>
                    <a:pt x="6656645" y="822394"/>
                  </a:lnTo>
                  <a:lnTo>
                    <a:pt x="6690419" y="753953"/>
                  </a:lnTo>
                  <a:lnTo>
                    <a:pt x="6724206" y="689470"/>
                  </a:lnTo>
                  <a:lnTo>
                    <a:pt x="6758155" y="628910"/>
                  </a:lnTo>
                  <a:lnTo>
                    <a:pt x="6786527" y="581658"/>
                  </a:lnTo>
                  <a:lnTo>
                    <a:pt x="6833837" y="509844"/>
                  </a:lnTo>
                  <a:lnTo>
                    <a:pt x="6882674" y="444997"/>
                  </a:lnTo>
                  <a:lnTo>
                    <a:pt x="6933746" y="386788"/>
                  </a:lnTo>
                  <a:lnTo>
                    <a:pt x="6987845" y="334644"/>
                  </a:lnTo>
                  <a:lnTo>
                    <a:pt x="7045783" y="287910"/>
                  </a:lnTo>
                  <a:lnTo>
                    <a:pt x="7108332" y="245944"/>
                  </a:lnTo>
                  <a:lnTo>
                    <a:pt x="7176143" y="208172"/>
                  </a:lnTo>
                  <a:lnTo>
                    <a:pt x="7249643" y="174117"/>
                  </a:lnTo>
                  <a:lnTo>
                    <a:pt x="7328903" y="143419"/>
                  </a:lnTo>
                  <a:lnTo>
                    <a:pt x="7413468" y="115837"/>
                  </a:lnTo>
                  <a:lnTo>
                    <a:pt x="7502187" y="91250"/>
                  </a:lnTo>
                  <a:lnTo>
                    <a:pt x="7593070" y="69639"/>
                  </a:lnTo>
                  <a:lnTo>
                    <a:pt x="7683253" y="51052"/>
                  </a:lnTo>
                  <a:lnTo>
                    <a:pt x="7769150" y="35562"/>
                  </a:lnTo>
                  <a:lnTo>
                    <a:pt x="7846844" y="23193"/>
                  </a:lnTo>
                  <a:lnTo>
                    <a:pt x="7912703" y="13867"/>
                  </a:lnTo>
                  <a:lnTo>
                    <a:pt x="7964096" y="7352"/>
                  </a:lnTo>
                  <a:lnTo>
                    <a:pt x="7999993" y="3257"/>
                  </a:lnTo>
                  <a:lnTo>
                    <a:pt x="8021282" y="1062"/>
                  </a:lnTo>
                  <a:lnTo>
                    <a:pt x="8030742" y="177"/>
                  </a:lnTo>
                  <a:lnTo>
                    <a:pt x="8032803" y="1"/>
                  </a:lnTo>
                  <a:lnTo>
                    <a:pt x="8032819" y="0"/>
                  </a:lnTo>
                  <a:lnTo>
                    <a:pt x="8554953" y="0"/>
                  </a:lnTo>
                  <a:lnTo>
                    <a:pt x="8554953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204" name="pl1204"/>
            <p:cNvSpPr/>
            <p:nvPr/>
          </p:nvSpPr>
          <p:spPr>
            <a:xfrm>
              <a:off x="386606" y="1609083"/>
              <a:ext cx="8554953" cy="3489951"/>
            </a:xfrm>
            <a:custGeom>
              <a:avLst/>
              <a:pathLst>
                <a:path w="8554953" h="3489951">
                  <a:moveTo>
                    <a:pt x="8554953" y="0"/>
                  </a:moveTo>
                  <a:lnTo>
                    <a:pt x="8032819" y="0"/>
                  </a:lnTo>
                  <a:lnTo>
                    <a:pt x="8031721" y="92"/>
                  </a:lnTo>
                  <a:lnTo>
                    <a:pt x="8024515" y="751"/>
                  </a:lnTo>
                  <a:lnTo>
                    <a:pt x="8006413" y="2573"/>
                  </a:lnTo>
                  <a:lnTo>
                    <a:pt x="7974209" y="6156"/>
                  </a:lnTo>
                  <a:lnTo>
                    <a:pt x="7926544" y="12044"/>
                  </a:lnTo>
                  <a:lnTo>
                    <a:pt x="7863998" y="20662"/>
                  </a:lnTo>
                  <a:lnTo>
                    <a:pt x="7788863" y="32281"/>
                  </a:lnTo>
                  <a:lnTo>
                    <a:pt x="7704593" y="47015"/>
                  </a:lnTo>
                  <a:lnTo>
                    <a:pt x="7615097" y="64858"/>
                  </a:lnTo>
                  <a:lnTo>
                    <a:pt x="7524089" y="85743"/>
                  </a:lnTo>
                  <a:lnTo>
                    <a:pt x="7434630" y="109611"/>
                  </a:lnTo>
                  <a:lnTo>
                    <a:pt x="7348923" y="136461"/>
                  </a:lnTo>
                  <a:lnTo>
                    <a:pt x="7268313" y="166387"/>
                  </a:lnTo>
                  <a:lnTo>
                    <a:pt x="7193408" y="199600"/>
                  </a:lnTo>
                  <a:lnTo>
                    <a:pt x="7124247" y="236433"/>
                  </a:lnTo>
                  <a:lnTo>
                    <a:pt x="7060478" y="277334"/>
                  </a:lnTo>
                  <a:lnTo>
                    <a:pt x="7001491" y="322857"/>
                  </a:lnTo>
                  <a:lnTo>
                    <a:pt x="6946537" y="373630"/>
                  </a:lnTo>
                  <a:lnTo>
                    <a:pt x="6894806" y="430313"/>
                  </a:lnTo>
                  <a:lnTo>
                    <a:pt x="6845497" y="493509"/>
                  </a:lnTo>
                  <a:lnTo>
                    <a:pt x="6797875" y="563628"/>
                  </a:lnTo>
                  <a:lnTo>
                    <a:pt x="6786527" y="581658"/>
                  </a:lnTo>
                  <a:lnTo>
                    <a:pt x="6752307" y="639033"/>
                  </a:lnTo>
                  <a:lnTo>
                    <a:pt x="6718398" y="700261"/>
                  </a:lnTo>
                  <a:lnTo>
                    <a:pt x="6684622" y="765422"/>
                  </a:lnTo>
                  <a:lnTo>
                    <a:pt x="6650839" y="834543"/>
                  </a:lnTo>
                  <a:lnTo>
                    <a:pt x="6616938" y="907594"/>
                  </a:lnTo>
                  <a:lnTo>
                    <a:pt x="6582836" y="984482"/>
                  </a:lnTo>
                  <a:lnTo>
                    <a:pt x="6548478" y="1065051"/>
                  </a:lnTo>
                  <a:lnTo>
                    <a:pt x="6513831" y="1149074"/>
                  </a:lnTo>
                  <a:lnTo>
                    <a:pt x="6478886" y="1236257"/>
                  </a:lnTo>
                  <a:lnTo>
                    <a:pt x="6443651" y="1326238"/>
                  </a:lnTo>
                  <a:lnTo>
                    <a:pt x="6408156" y="1418594"/>
                  </a:lnTo>
                  <a:lnTo>
                    <a:pt x="6372443" y="1512849"/>
                  </a:lnTo>
                  <a:lnTo>
                    <a:pt x="6336567" y="1608479"/>
                  </a:lnTo>
                  <a:lnTo>
                    <a:pt x="6300593" y="1704927"/>
                  </a:lnTo>
                  <a:lnTo>
                    <a:pt x="6264589" y="1801617"/>
                  </a:lnTo>
                  <a:lnTo>
                    <a:pt x="6228626" y="1897965"/>
                  </a:lnTo>
                  <a:lnTo>
                    <a:pt x="6192774" y="1993398"/>
                  </a:lnTo>
                  <a:lnTo>
                    <a:pt x="6157094" y="2087363"/>
                  </a:lnTo>
                  <a:lnTo>
                    <a:pt x="6121641" y="2179344"/>
                  </a:lnTo>
                  <a:lnTo>
                    <a:pt x="6086455" y="2268873"/>
                  </a:lnTo>
                  <a:lnTo>
                    <a:pt x="6051560" y="2355537"/>
                  </a:lnTo>
                  <a:lnTo>
                    <a:pt x="6016965" y="2438986"/>
                  </a:lnTo>
                  <a:lnTo>
                    <a:pt x="5982653" y="2518937"/>
                  </a:lnTo>
                  <a:lnTo>
                    <a:pt x="5948591" y="2595176"/>
                  </a:lnTo>
                  <a:lnTo>
                    <a:pt x="5914717" y="2667557"/>
                  </a:lnTo>
                  <a:lnTo>
                    <a:pt x="5880943" y="2735998"/>
                  </a:lnTo>
                  <a:lnTo>
                    <a:pt x="5847156" y="2800480"/>
                  </a:lnTo>
                  <a:lnTo>
                    <a:pt x="5813207" y="2861040"/>
                  </a:lnTo>
                  <a:lnTo>
                    <a:pt x="5784835" y="2908293"/>
                  </a:lnTo>
                  <a:lnTo>
                    <a:pt x="5737525" y="2980107"/>
                  </a:lnTo>
                  <a:lnTo>
                    <a:pt x="5688688" y="3044954"/>
                  </a:lnTo>
                  <a:lnTo>
                    <a:pt x="5637616" y="3103163"/>
                  </a:lnTo>
                  <a:lnTo>
                    <a:pt x="5583517" y="3155307"/>
                  </a:lnTo>
                  <a:lnTo>
                    <a:pt x="5525579" y="3202041"/>
                  </a:lnTo>
                  <a:lnTo>
                    <a:pt x="5463030" y="3244007"/>
                  </a:lnTo>
                  <a:lnTo>
                    <a:pt x="5395219" y="3281779"/>
                  </a:lnTo>
                  <a:lnTo>
                    <a:pt x="5321719" y="3315834"/>
                  </a:lnTo>
                  <a:lnTo>
                    <a:pt x="5242459" y="3346532"/>
                  </a:lnTo>
                  <a:lnTo>
                    <a:pt x="5157894" y="3374114"/>
                  </a:lnTo>
                  <a:lnTo>
                    <a:pt x="5069175" y="3398701"/>
                  </a:lnTo>
                  <a:lnTo>
                    <a:pt x="4978292" y="3420312"/>
                  </a:lnTo>
                  <a:lnTo>
                    <a:pt x="4888109" y="3438898"/>
                  </a:lnTo>
                  <a:lnTo>
                    <a:pt x="4802212" y="3454389"/>
                  </a:lnTo>
                  <a:lnTo>
                    <a:pt x="4724518" y="3466758"/>
                  </a:lnTo>
                  <a:lnTo>
                    <a:pt x="4658659" y="3476084"/>
                  </a:lnTo>
                  <a:lnTo>
                    <a:pt x="4607266" y="3482599"/>
                  </a:lnTo>
                  <a:lnTo>
                    <a:pt x="4571369" y="3486694"/>
                  </a:lnTo>
                  <a:lnTo>
                    <a:pt x="4550080" y="3488888"/>
                  </a:lnTo>
                  <a:lnTo>
                    <a:pt x="4540620" y="3489774"/>
                  </a:lnTo>
                  <a:lnTo>
                    <a:pt x="4538559" y="3489950"/>
                  </a:lnTo>
                  <a:lnTo>
                    <a:pt x="4538543" y="3489951"/>
                  </a:lnTo>
                  <a:lnTo>
                    <a:pt x="4016409" y="3489951"/>
                  </a:lnTo>
                  <a:lnTo>
                    <a:pt x="4015146" y="3489932"/>
                  </a:lnTo>
                  <a:lnTo>
                    <a:pt x="4006888" y="3489793"/>
                  </a:lnTo>
                  <a:lnTo>
                    <a:pt x="3986240" y="3489408"/>
                  </a:lnTo>
                  <a:lnTo>
                    <a:pt x="3949753" y="3488652"/>
                  </a:lnTo>
                  <a:lnTo>
                    <a:pt x="3896244" y="3487414"/>
                  </a:lnTo>
                  <a:lnTo>
                    <a:pt x="3826844" y="3485612"/>
                  </a:lnTo>
                  <a:lnTo>
                    <a:pt x="3744619" y="3483196"/>
                  </a:lnTo>
                  <a:lnTo>
                    <a:pt x="3653796" y="3480153"/>
                  </a:lnTo>
                  <a:lnTo>
                    <a:pt x="3558871" y="3476489"/>
                  </a:lnTo>
                  <a:lnTo>
                    <a:pt x="3463855" y="3472220"/>
                  </a:lnTo>
                  <a:lnTo>
                    <a:pt x="3371834" y="3467353"/>
                  </a:lnTo>
                  <a:lnTo>
                    <a:pt x="3284833" y="3461879"/>
                  </a:lnTo>
                  <a:lnTo>
                    <a:pt x="3203906" y="3455764"/>
                  </a:lnTo>
                  <a:lnTo>
                    <a:pt x="3129336" y="3448949"/>
                  </a:lnTo>
                  <a:lnTo>
                    <a:pt x="3060853" y="3441347"/>
                  </a:lnTo>
                  <a:lnTo>
                    <a:pt x="2997827" y="3432848"/>
                  </a:lnTo>
                  <a:lnTo>
                    <a:pt x="2939428" y="3423322"/>
                  </a:lnTo>
                  <a:lnTo>
                    <a:pt x="2884729" y="3412631"/>
                  </a:lnTo>
                  <a:lnTo>
                    <a:pt x="2832800" y="3400644"/>
                  </a:lnTo>
                  <a:lnTo>
                    <a:pt x="2782786" y="3387271"/>
                  </a:lnTo>
                  <a:lnTo>
                    <a:pt x="2770117" y="3383596"/>
                  </a:lnTo>
                  <a:lnTo>
                    <a:pt x="2718046" y="3367309"/>
                  </a:lnTo>
                  <a:lnTo>
                    <a:pt x="2666481" y="3349365"/>
                  </a:lnTo>
                  <a:lnTo>
                    <a:pt x="2614890" y="3329737"/>
                  </a:lnTo>
                  <a:lnTo>
                    <a:pt x="2562914" y="3308460"/>
                  </a:lnTo>
                  <a:lnTo>
                    <a:pt x="2510336" y="3285627"/>
                  </a:lnTo>
                  <a:lnTo>
                    <a:pt x="2457072" y="3261404"/>
                  </a:lnTo>
                  <a:lnTo>
                    <a:pt x="2403147" y="3236018"/>
                  </a:lnTo>
                  <a:lnTo>
                    <a:pt x="2348683" y="3209759"/>
                  </a:lnTo>
                  <a:lnTo>
                    <a:pt x="2293871" y="3182964"/>
                  </a:lnTo>
                  <a:lnTo>
                    <a:pt x="2238948" y="3156000"/>
                  </a:lnTo>
                  <a:lnTo>
                    <a:pt x="2184162" y="3129245"/>
                  </a:lnTo>
                  <a:lnTo>
                    <a:pt x="2129746" y="3103062"/>
                  </a:lnTo>
                  <a:lnTo>
                    <a:pt x="2075886" y="3077785"/>
                  </a:lnTo>
                  <a:lnTo>
                    <a:pt x="2022694" y="3053696"/>
                  </a:lnTo>
                  <a:lnTo>
                    <a:pt x="1970185" y="3031020"/>
                  </a:lnTo>
                  <a:lnTo>
                    <a:pt x="1918261" y="3009911"/>
                  </a:lnTo>
                  <a:lnTo>
                    <a:pt x="1866693" y="2990458"/>
                  </a:lnTo>
                  <a:lnTo>
                    <a:pt x="1815103" y="2972689"/>
                  </a:lnTo>
                  <a:lnTo>
                    <a:pt x="1768425" y="2958176"/>
                  </a:lnTo>
                  <a:lnTo>
                    <a:pt x="1718783" y="2944439"/>
                  </a:lnTo>
                  <a:lnTo>
                    <a:pt x="1667424" y="2932102"/>
                  </a:lnTo>
                  <a:lnTo>
                    <a:pt x="1613527" y="2921088"/>
                  </a:lnTo>
                  <a:lnTo>
                    <a:pt x="1556171" y="2911275"/>
                  </a:lnTo>
                  <a:lnTo>
                    <a:pt x="1494423" y="2902524"/>
                  </a:lnTo>
                  <a:lnTo>
                    <a:pt x="1427416" y="2894703"/>
                  </a:lnTo>
                  <a:lnTo>
                    <a:pt x="1354458" y="2887694"/>
                  </a:lnTo>
                  <a:lnTo>
                    <a:pt x="1275169" y="2881406"/>
                  </a:lnTo>
                  <a:lnTo>
                    <a:pt x="1189667" y="2875771"/>
                  </a:lnTo>
                  <a:lnTo>
                    <a:pt x="1098787" y="2870749"/>
                  </a:lnTo>
                  <a:lnTo>
                    <a:pt x="1004290" y="2866326"/>
                  </a:lnTo>
                  <a:lnTo>
                    <a:pt x="908990" y="2862504"/>
                  </a:lnTo>
                  <a:lnTo>
                    <a:pt x="816689" y="2859300"/>
                  </a:lnTo>
                  <a:lnTo>
                    <a:pt x="731818" y="2856723"/>
                  </a:lnTo>
                  <a:lnTo>
                    <a:pt x="658757" y="2854766"/>
                  </a:lnTo>
                  <a:lnTo>
                    <a:pt x="600957" y="2853389"/>
                  </a:lnTo>
                  <a:lnTo>
                    <a:pt x="560102" y="2852519"/>
                  </a:lnTo>
                  <a:lnTo>
                    <a:pt x="535615" y="2852050"/>
                  </a:lnTo>
                  <a:lnTo>
                    <a:pt x="524608" y="2851860"/>
                  </a:lnTo>
                  <a:lnTo>
                    <a:pt x="522155" y="2851821"/>
                  </a:lnTo>
                  <a:lnTo>
                    <a:pt x="522133" y="2851821"/>
                  </a:lnTo>
                  <a:lnTo>
                    <a:pt x="0" y="2851821"/>
                  </a:lnTo>
                  <a:lnTo>
                    <a:pt x="0" y="2851821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205" name="pg1205"/>
            <p:cNvSpPr/>
            <p:nvPr/>
          </p:nvSpPr>
          <p:spPr>
            <a:xfrm>
              <a:off x="386606" y="1976149"/>
              <a:ext cx="8554953" cy="3156768"/>
            </a:xfrm>
            <a:custGeom>
              <a:avLst/>
              <a:pathLst>
                <a:path w="8554953" h="3156768">
                  <a:moveTo>
                    <a:pt x="0" y="2496049"/>
                  </a:moveTo>
                  <a:lnTo>
                    <a:pt x="522133" y="2496049"/>
                  </a:lnTo>
                  <a:lnTo>
                    <a:pt x="523396" y="2496069"/>
                  </a:lnTo>
                  <a:lnTo>
                    <a:pt x="531651" y="2496213"/>
                  </a:lnTo>
                  <a:lnTo>
                    <a:pt x="552292" y="2496612"/>
                  </a:lnTo>
                  <a:lnTo>
                    <a:pt x="588765" y="2497394"/>
                  </a:lnTo>
                  <a:lnTo>
                    <a:pt x="642258" y="2498675"/>
                  </a:lnTo>
                  <a:lnTo>
                    <a:pt x="711639" y="2500540"/>
                  </a:lnTo>
                  <a:lnTo>
                    <a:pt x="793844" y="2503040"/>
                  </a:lnTo>
                  <a:lnTo>
                    <a:pt x="884648" y="2506190"/>
                  </a:lnTo>
                  <a:lnTo>
                    <a:pt x="979559" y="2509983"/>
                  </a:lnTo>
                  <a:lnTo>
                    <a:pt x="1074565" y="2514402"/>
                  </a:lnTo>
                  <a:lnTo>
                    <a:pt x="1166580" y="2519439"/>
                  </a:lnTo>
                  <a:lnTo>
                    <a:pt x="1253578" y="2525106"/>
                  </a:lnTo>
                  <a:lnTo>
                    <a:pt x="1334504" y="2531435"/>
                  </a:lnTo>
                  <a:lnTo>
                    <a:pt x="1409076" y="2538489"/>
                  </a:lnTo>
                  <a:lnTo>
                    <a:pt x="1477561" y="2546357"/>
                  </a:lnTo>
                  <a:lnTo>
                    <a:pt x="1540589" y="2555154"/>
                  </a:lnTo>
                  <a:lnTo>
                    <a:pt x="1598990" y="2565014"/>
                  </a:lnTo>
                  <a:lnTo>
                    <a:pt x="1653689" y="2576079"/>
                  </a:lnTo>
                  <a:lnTo>
                    <a:pt x="1705616" y="2588485"/>
                  </a:lnTo>
                  <a:lnTo>
                    <a:pt x="1755628" y="2602326"/>
                  </a:lnTo>
                  <a:lnTo>
                    <a:pt x="1768425" y="2606169"/>
                  </a:lnTo>
                  <a:lnTo>
                    <a:pt x="1820355" y="2622984"/>
                  </a:lnTo>
                  <a:lnTo>
                    <a:pt x="1871780" y="2641506"/>
                  </a:lnTo>
                  <a:lnTo>
                    <a:pt x="1923228" y="2661761"/>
                  </a:lnTo>
                  <a:lnTo>
                    <a:pt x="1975057" y="2683715"/>
                  </a:lnTo>
                  <a:lnTo>
                    <a:pt x="2027483" y="2707272"/>
                  </a:lnTo>
                  <a:lnTo>
                    <a:pt x="2080591" y="2732265"/>
                  </a:lnTo>
                  <a:lnTo>
                    <a:pt x="2134358" y="2758459"/>
                  </a:lnTo>
                  <a:lnTo>
                    <a:pt x="2188664" y="2785558"/>
                  </a:lnTo>
                  <a:lnTo>
                    <a:pt x="2243320" y="2813217"/>
                  </a:lnTo>
                  <a:lnTo>
                    <a:pt x="2298094" y="2841059"/>
                  </a:lnTo>
                  <a:lnTo>
                    <a:pt x="2352737" y="2868698"/>
                  </a:lnTo>
                  <a:lnTo>
                    <a:pt x="2407019" y="2895758"/>
                  </a:lnTo>
                  <a:lnTo>
                    <a:pt x="2460753" y="2921895"/>
                  </a:lnTo>
                  <a:lnTo>
                    <a:pt x="2513826" y="2946818"/>
                  </a:lnTo>
                  <a:lnTo>
                    <a:pt x="2566217" y="2970294"/>
                  </a:lnTo>
                  <a:lnTo>
                    <a:pt x="2618020" y="2992162"/>
                  </a:lnTo>
                  <a:lnTo>
                    <a:pt x="2669456" y="3012326"/>
                  </a:lnTo>
                  <a:lnTo>
                    <a:pt x="2720893" y="3030757"/>
                  </a:lnTo>
                  <a:lnTo>
                    <a:pt x="2770117" y="3046648"/>
                  </a:lnTo>
                  <a:lnTo>
                    <a:pt x="2819753" y="3060869"/>
                  </a:lnTo>
                  <a:lnTo>
                    <a:pt x="2871104" y="3073643"/>
                  </a:lnTo>
                  <a:lnTo>
                    <a:pt x="2924994" y="3085045"/>
                  </a:lnTo>
                  <a:lnTo>
                    <a:pt x="2982340" y="3095204"/>
                  </a:lnTo>
                  <a:lnTo>
                    <a:pt x="3044078" y="3104264"/>
                  </a:lnTo>
                  <a:lnTo>
                    <a:pt x="3111071" y="3112362"/>
                  </a:lnTo>
                  <a:lnTo>
                    <a:pt x="3184015" y="3119619"/>
                  </a:lnTo>
                  <a:lnTo>
                    <a:pt x="3263288" y="3126130"/>
                  </a:lnTo>
                  <a:lnTo>
                    <a:pt x="3348772" y="3131964"/>
                  </a:lnTo>
                  <a:lnTo>
                    <a:pt x="3439634" y="3137164"/>
                  </a:lnTo>
                  <a:lnTo>
                    <a:pt x="3534115" y="3141744"/>
                  </a:lnTo>
                  <a:lnTo>
                    <a:pt x="3629404" y="3145701"/>
                  </a:lnTo>
                  <a:lnTo>
                    <a:pt x="3721702" y="3149019"/>
                  </a:lnTo>
                  <a:lnTo>
                    <a:pt x="3806579" y="3151688"/>
                  </a:lnTo>
                  <a:lnTo>
                    <a:pt x="3879656" y="3153716"/>
                  </a:lnTo>
                  <a:lnTo>
                    <a:pt x="3937483" y="3155142"/>
                  </a:lnTo>
                  <a:lnTo>
                    <a:pt x="3978369" y="3156044"/>
                  </a:lnTo>
                  <a:lnTo>
                    <a:pt x="4002887" y="3156530"/>
                  </a:lnTo>
                  <a:lnTo>
                    <a:pt x="4013920" y="3156728"/>
                  </a:lnTo>
                  <a:lnTo>
                    <a:pt x="4016409" y="3156768"/>
                  </a:lnTo>
                  <a:lnTo>
                    <a:pt x="4538543" y="3156768"/>
                  </a:lnTo>
                  <a:lnTo>
                    <a:pt x="4539669" y="3156683"/>
                  </a:lnTo>
                  <a:lnTo>
                    <a:pt x="4547051" y="3156072"/>
                  </a:lnTo>
                  <a:lnTo>
                    <a:pt x="4565581" y="3154384"/>
                  </a:lnTo>
                  <a:lnTo>
                    <a:pt x="4598507" y="3151066"/>
                  </a:lnTo>
                  <a:lnTo>
                    <a:pt x="4647166" y="3145617"/>
                  </a:lnTo>
                  <a:lnTo>
                    <a:pt x="4710890" y="3137647"/>
                  </a:lnTo>
                  <a:lnTo>
                    <a:pt x="4787259" y="3126914"/>
                  </a:lnTo>
                  <a:lnTo>
                    <a:pt x="4872689" y="3113318"/>
                  </a:lnTo>
                  <a:lnTo>
                    <a:pt x="4963165" y="3096871"/>
                  </a:lnTo>
                  <a:lnTo>
                    <a:pt x="5054916" y="3077635"/>
                  </a:lnTo>
                  <a:lnTo>
                    <a:pt x="5144870" y="3055663"/>
                  </a:lnTo>
                  <a:lnTo>
                    <a:pt x="5230847" y="3030949"/>
                  </a:lnTo>
                  <a:lnTo>
                    <a:pt x="5311547" y="3003395"/>
                  </a:lnTo>
                  <a:lnTo>
                    <a:pt x="5386418" y="2972795"/>
                  </a:lnTo>
                  <a:lnTo>
                    <a:pt x="5455471" y="2938828"/>
                  </a:lnTo>
                  <a:lnTo>
                    <a:pt x="5519110" y="2901067"/>
                  </a:lnTo>
                  <a:lnTo>
                    <a:pt x="5577981" y="2858987"/>
                  </a:lnTo>
                  <a:lnTo>
                    <a:pt x="5632868" y="2811999"/>
                  </a:lnTo>
                  <a:lnTo>
                    <a:pt x="5684602" y="2759495"/>
                  </a:lnTo>
                  <a:lnTo>
                    <a:pt x="5734000" y="2700934"/>
                  </a:lnTo>
                  <a:lnTo>
                    <a:pt x="5781795" y="2635986"/>
                  </a:lnTo>
                  <a:lnTo>
                    <a:pt x="5784835" y="2631581"/>
                  </a:lnTo>
                  <a:lnTo>
                    <a:pt x="5820527" y="2577457"/>
                  </a:lnTo>
                  <a:lnTo>
                    <a:pt x="5855890" y="2519542"/>
                  </a:lnTo>
                  <a:lnTo>
                    <a:pt x="5891122" y="2457759"/>
                  </a:lnTo>
                  <a:lnTo>
                    <a:pt x="5926379" y="2392085"/>
                  </a:lnTo>
                  <a:lnTo>
                    <a:pt x="5961782" y="2322560"/>
                  </a:lnTo>
                  <a:lnTo>
                    <a:pt x="5997419" y="2249292"/>
                  </a:lnTo>
                  <a:lnTo>
                    <a:pt x="6033346" y="2172460"/>
                  </a:lnTo>
                  <a:lnTo>
                    <a:pt x="6069593" y="2092313"/>
                  </a:lnTo>
                  <a:lnTo>
                    <a:pt x="6106164" y="2009178"/>
                  </a:lnTo>
                  <a:lnTo>
                    <a:pt x="6143039" y="1923448"/>
                  </a:lnTo>
                  <a:lnTo>
                    <a:pt x="6180180" y="1835581"/>
                  </a:lnTo>
                  <a:lnTo>
                    <a:pt x="6217530" y="1746088"/>
                  </a:lnTo>
                  <a:lnTo>
                    <a:pt x="6255023" y="1655525"/>
                  </a:lnTo>
                  <a:lnTo>
                    <a:pt x="6292580" y="1564475"/>
                  </a:lnTo>
                  <a:lnTo>
                    <a:pt x="6330123" y="1473535"/>
                  </a:lnTo>
                  <a:lnTo>
                    <a:pt x="6367572" y="1383298"/>
                  </a:lnTo>
                  <a:lnTo>
                    <a:pt x="6404853" y="1294340"/>
                  </a:lnTo>
                  <a:lnTo>
                    <a:pt x="6441902" y="1207201"/>
                  </a:lnTo>
                  <a:lnTo>
                    <a:pt x="6478668" y="1122374"/>
                  </a:lnTo>
                  <a:lnTo>
                    <a:pt x="6515121" y="1040295"/>
                  </a:lnTo>
                  <a:lnTo>
                    <a:pt x="6551249" y="961332"/>
                  </a:lnTo>
                  <a:lnTo>
                    <a:pt x="6587065" y="885783"/>
                  </a:lnTo>
                  <a:lnTo>
                    <a:pt x="6622608" y="813874"/>
                  </a:lnTo>
                  <a:lnTo>
                    <a:pt x="6657945" y="745755"/>
                  </a:lnTo>
                  <a:lnTo>
                    <a:pt x="6693177" y="681509"/>
                  </a:lnTo>
                  <a:lnTo>
                    <a:pt x="6728437" y="621152"/>
                  </a:lnTo>
                  <a:lnTo>
                    <a:pt x="6763896" y="564641"/>
                  </a:lnTo>
                  <a:lnTo>
                    <a:pt x="6786527" y="530834"/>
                  </a:lnTo>
                  <a:lnTo>
                    <a:pt x="6834241" y="465471"/>
                  </a:lnTo>
                  <a:lnTo>
                    <a:pt x="6883515" y="406505"/>
                  </a:lnTo>
                  <a:lnTo>
                    <a:pt x="6935075" y="353626"/>
                  </a:lnTo>
                  <a:lnTo>
                    <a:pt x="6989733" y="306301"/>
                  </a:lnTo>
                  <a:lnTo>
                    <a:pt x="7048323" y="263923"/>
                  </a:lnTo>
                  <a:lnTo>
                    <a:pt x="7111633" y="225900"/>
                  </a:lnTo>
                  <a:lnTo>
                    <a:pt x="7180322" y="191703"/>
                  </a:lnTo>
                  <a:lnTo>
                    <a:pt x="7254813" y="160896"/>
                  </a:lnTo>
                  <a:lnTo>
                    <a:pt x="7335147" y="133154"/>
                  </a:lnTo>
                  <a:lnTo>
                    <a:pt x="7420814" y="108261"/>
                  </a:lnTo>
                  <a:lnTo>
                    <a:pt x="7510567" y="86114"/>
                  </a:lnTo>
                  <a:lnTo>
                    <a:pt x="7602286" y="66700"/>
                  </a:lnTo>
                  <a:lnTo>
                    <a:pt x="7692953" y="50072"/>
                  </a:lnTo>
                  <a:lnTo>
                    <a:pt x="7778829" y="36291"/>
                  </a:lnTo>
                  <a:lnTo>
                    <a:pt x="7855899" y="25374"/>
                  </a:lnTo>
                  <a:lnTo>
                    <a:pt x="7920526" y="17232"/>
                  </a:lnTo>
                  <a:lnTo>
                    <a:pt x="7970197" y="11631"/>
                  </a:lnTo>
                  <a:lnTo>
                    <a:pt x="8004118" y="8189"/>
                  </a:lnTo>
                  <a:lnTo>
                    <a:pt x="8023497" y="6413"/>
                  </a:lnTo>
                  <a:lnTo>
                    <a:pt x="8031466" y="5750"/>
                  </a:lnTo>
                  <a:lnTo>
                    <a:pt x="8032819" y="5647"/>
                  </a:lnTo>
                  <a:lnTo>
                    <a:pt x="8554953" y="5647"/>
                  </a:lnTo>
                  <a:lnTo>
                    <a:pt x="8554953" y="0"/>
                  </a:lnTo>
                  <a:lnTo>
                    <a:pt x="8032819" y="0"/>
                  </a:lnTo>
                  <a:lnTo>
                    <a:pt x="8031693" y="85"/>
                  </a:lnTo>
                  <a:lnTo>
                    <a:pt x="8024311" y="695"/>
                  </a:lnTo>
                  <a:lnTo>
                    <a:pt x="8005781" y="2383"/>
                  </a:lnTo>
                  <a:lnTo>
                    <a:pt x="7972855" y="5702"/>
                  </a:lnTo>
                  <a:lnTo>
                    <a:pt x="7924196" y="11151"/>
                  </a:lnTo>
                  <a:lnTo>
                    <a:pt x="7860472" y="19120"/>
                  </a:lnTo>
                  <a:lnTo>
                    <a:pt x="7784103" y="29854"/>
                  </a:lnTo>
                  <a:lnTo>
                    <a:pt x="7698673" y="43450"/>
                  </a:lnTo>
                  <a:lnTo>
                    <a:pt x="7608197" y="59897"/>
                  </a:lnTo>
                  <a:lnTo>
                    <a:pt x="7516446" y="79133"/>
                  </a:lnTo>
                  <a:lnTo>
                    <a:pt x="7426492" y="101105"/>
                  </a:lnTo>
                  <a:lnTo>
                    <a:pt x="7340515" y="125819"/>
                  </a:lnTo>
                  <a:lnTo>
                    <a:pt x="7259815" y="153372"/>
                  </a:lnTo>
                  <a:lnTo>
                    <a:pt x="7184944" y="183972"/>
                  </a:lnTo>
                  <a:lnTo>
                    <a:pt x="7115891" y="217939"/>
                  </a:lnTo>
                  <a:lnTo>
                    <a:pt x="7052252" y="255701"/>
                  </a:lnTo>
                  <a:lnTo>
                    <a:pt x="6993381" y="297781"/>
                  </a:lnTo>
                  <a:lnTo>
                    <a:pt x="6938494" y="344768"/>
                  </a:lnTo>
                  <a:lnTo>
                    <a:pt x="6886760" y="397272"/>
                  </a:lnTo>
                  <a:lnTo>
                    <a:pt x="6837362" y="455833"/>
                  </a:lnTo>
                  <a:lnTo>
                    <a:pt x="6789567" y="520782"/>
                  </a:lnTo>
                  <a:lnTo>
                    <a:pt x="6786527" y="525186"/>
                  </a:lnTo>
                  <a:lnTo>
                    <a:pt x="6750835" y="579310"/>
                  </a:lnTo>
                  <a:lnTo>
                    <a:pt x="6715472" y="637225"/>
                  </a:lnTo>
                  <a:lnTo>
                    <a:pt x="6680240" y="699009"/>
                  </a:lnTo>
                  <a:lnTo>
                    <a:pt x="6644983" y="764683"/>
                  </a:lnTo>
                  <a:lnTo>
                    <a:pt x="6609580" y="834207"/>
                  </a:lnTo>
                  <a:lnTo>
                    <a:pt x="6573943" y="907475"/>
                  </a:lnTo>
                  <a:lnTo>
                    <a:pt x="6538016" y="984308"/>
                  </a:lnTo>
                  <a:lnTo>
                    <a:pt x="6501769" y="1064454"/>
                  </a:lnTo>
                  <a:lnTo>
                    <a:pt x="6465198" y="1147589"/>
                  </a:lnTo>
                  <a:lnTo>
                    <a:pt x="6428323" y="1233320"/>
                  </a:lnTo>
                  <a:lnTo>
                    <a:pt x="6391182" y="1321187"/>
                  </a:lnTo>
                  <a:lnTo>
                    <a:pt x="6353832" y="1410680"/>
                  </a:lnTo>
                  <a:lnTo>
                    <a:pt x="6316339" y="1501243"/>
                  </a:lnTo>
                  <a:lnTo>
                    <a:pt x="6278782" y="1592293"/>
                  </a:lnTo>
                  <a:lnTo>
                    <a:pt x="6241239" y="1683233"/>
                  </a:lnTo>
                  <a:lnTo>
                    <a:pt x="6203790" y="1773469"/>
                  </a:lnTo>
                  <a:lnTo>
                    <a:pt x="6166509" y="1862427"/>
                  </a:lnTo>
                  <a:lnTo>
                    <a:pt x="6129460" y="1949566"/>
                  </a:lnTo>
                  <a:lnTo>
                    <a:pt x="6092693" y="2034393"/>
                  </a:lnTo>
                  <a:lnTo>
                    <a:pt x="6056241" y="2116473"/>
                  </a:lnTo>
                  <a:lnTo>
                    <a:pt x="6020113" y="2195436"/>
                  </a:lnTo>
                  <a:lnTo>
                    <a:pt x="5984297" y="2270984"/>
                  </a:lnTo>
                  <a:lnTo>
                    <a:pt x="5948754" y="2342894"/>
                  </a:lnTo>
                  <a:lnTo>
                    <a:pt x="5913417" y="2411013"/>
                  </a:lnTo>
                  <a:lnTo>
                    <a:pt x="5878185" y="2475259"/>
                  </a:lnTo>
                  <a:lnTo>
                    <a:pt x="5842925" y="2535616"/>
                  </a:lnTo>
                  <a:lnTo>
                    <a:pt x="5807466" y="2592127"/>
                  </a:lnTo>
                  <a:lnTo>
                    <a:pt x="5784835" y="2625934"/>
                  </a:lnTo>
                  <a:lnTo>
                    <a:pt x="5737120" y="2691296"/>
                  </a:lnTo>
                  <a:lnTo>
                    <a:pt x="5687847" y="2750262"/>
                  </a:lnTo>
                  <a:lnTo>
                    <a:pt x="5636287" y="2803142"/>
                  </a:lnTo>
                  <a:lnTo>
                    <a:pt x="5581629" y="2850467"/>
                  </a:lnTo>
                  <a:lnTo>
                    <a:pt x="5523039" y="2892844"/>
                  </a:lnTo>
                  <a:lnTo>
                    <a:pt x="5459729" y="2930868"/>
                  </a:lnTo>
                  <a:lnTo>
                    <a:pt x="5391040" y="2965065"/>
                  </a:lnTo>
                  <a:lnTo>
                    <a:pt x="5316549" y="2995871"/>
                  </a:lnTo>
                  <a:lnTo>
                    <a:pt x="5236215" y="3023614"/>
                  </a:lnTo>
                  <a:lnTo>
                    <a:pt x="5150548" y="3048506"/>
                  </a:lnTo>
                  <a:lnTo>
                    <a:pt x="5060795" y="3070654"/>
                  </a:lnTo>
                  <a:lnTo>
                    <a:pt x="4969076" y="3090067"/>
                  </a:lnTo>
                  <a:lnTo>
                    <a:pt x="4878409" y="3106696"/>
                  </a:lnTo>
                  <a:lnTo>
                    <a:pt x="4792533" y="3120477"/>
                  </a:lnTo>
                  <a:lnTo>
                    <a:pt x="4715463" y="3131394"/>
                  </a:lnTo>
                  <a:lnTo>
                    <a:pt x="4650836" y="3139536"/>
                  </a:lnTo>
                  <a:lnTo>
                    <a:pt x="4601165" y="3145137"/>
                  </a:lnTo>
                  <a:lnTo>
                    <a:pt x="4567244" y="3148578"/>
                  </a:lnTo>
                  <a:lnTo>
                    <a:pt x="4547865" y="3150355"/>
                  </a:lnTo>
                  <a:lnTo>
                    <a:pt x="4539896" y="3151018"/>
                  </a:lnTo>
                  <a:lnTo>
                    <a:pt x="4538543" y="3151121"/>
                  </a:lnTo>
                  <a:lnTo>
                    <a:pt x="4016409" y="3151121"/>
                  </a:lnTo>
                  <a:lnTo>
                    <a:pt x="4015147" y="3151101"/>
                  </a:lnTo>
                  <a:lnTo>
                    <a:pt x="4006892" y="3150957"/>
                  </a:lnTo>
                  <a:lnTo>
                    <a:pt x="3986251" y="3150558"/>
                  </a:lnTo>
                  <a:lnTo>
                    <a:pt x="3949777" y="3149776"/>
                  </a:lnTo>
                  <a:lnTo>
                    <a:pt x="3896284" y="3148495"/>
                  </a:lnTo>
                  <a:lnTo>
                    <a:pt x="3826904" y="3146630"/>
                  </a:lnTo>
                  <a:lnTo>
                    <a:pt x="3744698" y="3144130"/>
                  </a:lnTo>
                  <a:lnTo>
                    <a:pt x="3653894" y="3140980"/>
                  </a:lnTo>
                  <a:lnTo>
                    <a:pt x="3558983" y="3137188"/>
                  </a:lnTo>
                  <a:lnTo>
                    <a:pt x="3463978" y="3132768"/>
                  </a:lnTo>
                  <a:lnTo>
                    <a:pt x="3371962" y="3127731"/>
                  </a:lnTo>
                  <a:lnTo>
                    <a:pt x="3284964" y="3122064"/>
                  </a:lnTo>
                  <a:lnTo>
                    <a:pt x="3204038" y="3115735"/>
                  </a:lnTo>
                  <a:lnTo>
                    <a:pt x="3129467" y="3108681"/>
                  </a:lnTo>
                  <a:lnTo>
                    <a:pt x="3060981" y="3100813"/>
                  </a:lnTo>
                  <a:lnTo>
                    <a:pt x="2997954" y="3092016"/>
                  </a:lnTo>
                  <a:lnTo>
                    <a:pt x="2939553" y="3082157"/>
                  </a:lnTo>
                  <a:lnTo>
                    <a:pt x="2884853" y="3071091"/>
                  </a:lnTo>
                  <a:lnTo>
                    <a:pt x="2832926" y="3058685"/>
                  </a:lnTo>
                  <a:lnTo>
                    <a:pt x="2782914" y="3044844"/>
                  </a:lnTo>
                  <a:lnTo>
                    <a:pt x="2770117" y="3041001"/>
                  </a:lnTo>
                  <a:lnTo>
                    <a:pt x="2718188" y="3024186"/>
                  </a:lnTo>
                  <a:lnTo>
                    <a:pt x="2666762" y="3005664"/>
                  </a:lnTo>
                  <a:lnTo>
                    <a:pt x="2615315" y="2985409"/>
                  </a:lnTo>
                  <a:lnTo>
                    <a:pt x="2563485" y="2963455"/>
                  </a:lnTo>
                  <a:lnTo>
                    <a:pt x="2511060" y="2939898"/>
                  </a:lnTo>
                  <a:lnTo>
                    <a:pt x="2457951" y="2914905"/>
                  </a:lnTo>
                  <a:lnTo>
                    <a:pt x="2404185" y="2888711"/>
                  </a:lnTo>
                  <a:lnTo>
                    <a:pt x="2349879" y="2861612"/>
                  </a:lnTo>
                  <a:lnTo>
                    <a:pt x="2295222" y="2833953"/>
                  </a:lnTo>
                  <a:lnTo>
                    <a:pt x="2240449" y="2806111"/>
                  </a:lnTo>
                  <a:lnTo>
                    <a:pt x="2185805" y="2778472"/>
                  </a:lnTo>
                  <a:lnTo>
                    <a:pt x="2131523" y="2751413"/>
                  </a:lnTo>
                  <a:lnTo>
                    <a:pt x="2077789" y="2725275"/>
                  </a:lnTo>
                  <a:lnTo>
                    <a:pt x="2024717" y="2700352"/>
                  </a:lnTo>
                  <a:lnTo>
                    <a:pt x="1972325" y="2676876"/>
                  </a:lnTo>
                  <a:lnTo>
                    <a:pt x="1920523" y="2655009"/>
                  </a:lnTo>
                  <a:lnTo>
                    <a:pt x="1869086" y="2634844"/>
                  </a:lnTo>
                  <a:lnTo>
                    <a:pt x="1817649" y="2616413"/>
                  </a:lnTo>
                  <a:lnTo>
                    <a:pt x="1768425" y="2600522"/>
                  </a:lnTo>
                  <a:lnTo>
                    <a:pt x="1718789" y="2586301"/>
                  </a:lnTo>
                  <a:lnTo>
                    <a:pt x="1667438" y="2573527"/>
                  </a:lnTo>
                  <a:lnTo>
                    <a:pt x="1613548" y="2562125"/>
                  </a:lnTo>
                  <a:lnTo>
                    <a:pt x="1556202" y="2551966"/>
                  </a:lnTo>
                  <a:lnTo>
                    <a:pt x="1494465" y="2542906"/>
                  </a:lnTo>
                  <a:lnTo>
                    <a:pt x="1427471" y="2534808"/>
                  </a:lnTo>
                  <a:lnTo>
                    <a:pt x="1354527" y="2527551"/>
                  </a:lnTo>
                  <a:lnTo>
                    <a:pt x="1275255" y="2521040"/>
                  </a:lnTo>
                  <a:lnTo>
                    <a:pt x="1189771" y="2515206"/>
                  </a:lnTo>
                  <a:lnTo>
                    <a:pt x="1098908" y="2510007"/>
                  </a:lnTo>
                  <a:lnTo>
                    <a:pt x="1004427" y="2505426"/>
                  </a:lnTo>
                  <a:lnTo>
                    <a:pt x="909138" y="2501469"/>
                  </a:lnTo>
                  <a:lnTo>
                    <a:pt x="816840" y="2498151"/>
                  </a:lnTo>
                  <a:lnTo>
                    <a:pt x="731963" y="2495482"/>
                  </a:lnTo>
                  <a:lnTo>
                    <a:pt x="658886" y="2493454"/>
                  </a:lnTo>
                  <a:lnTo>
                    <a:pt x="601060" y="2492028"/>
                  </a:lnTo>
                  <a:lnTo>
                    <a:pt x="560173" y="2491126"/>
                  </a:lnTo>
                  <a:lnTo>
                    <a:pt x="535655" y="2490640"/>
                  </a:lnTo>
                  <a:lnTo>
                    <a:pt x="524622" y="2490443"/>
                  </a:lnTo>
                  <a:lnTo>
                    <a:pt x="522133" y="2490402"/>
                  </a:lnTo>
                  <a:lnTo>
                    <a:pt x="0" y="2490402"/>
                  </a:lnTo>
                  <a:close/>
                </a:path>
              </a:pathLst>
            </a:custGeom>
            <a:solidFill>
              <a:srgbClr val="67C1B3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1206" name="pl1206"/>
            <p:cNvSpPr/>
            <p:nvPr/>
          </p:nvSpPr>
          <p:spPr>
            <a:xfrm>
              <a:off x="386606" y="1981796"/>
              <a:ext cx="8554953" cy="3151121"/>
            </a:xfrm>
            <a:custGeom>
              <a:avLst/>
              <a:pathLst>
                <a:path w="8554953" h="3151121">
                  <a:moveTo>
                    <a:pt x="0" y="2490402"/>
                  </a:moveTo>
                  <a:lnTo>
                    <a:pt x="522133" y="2490402"/>
                  </a:lnTo>
                  <a:lnTo>
                    <a:pt x="523396" y="2490422"/>
                  </a:lnTo>
                  <a:lnTo>
                    <a:pt x="531651" y="2490566"/>
                  </a:lnTo>
                  <a:lnTo>
                    <a:pt x="552292" y="2490964"/>
                  </a:lnTo>
                  <a:lnTo>
                    <a:pt x="588765" y="2491747"/>
                  </a:lnTo>
                  <a:lnTo>
                    <a:pt x="642258" y="2493028"/>
                  </a:lnTo>
                  <a:lnTo>
                    <a:pt x="711639" y="2494893"/>
                  </a:lnTo>
                  <a:lnTo>
                    <a:pt x="793844" y="2497393"/>
                  </a:lnTo>
                  <a:lnTo>
                    <a:pt x="884648" y="2500543"/>
                  </a:lnTo>
                  <a:lnTo>
                    <a:pt x="979559" y="2504335"/>
                  </a:lnTo>
                  <a:lnTo>
                    <a:pt x="1074565" y="2508755"/>
                  </a:lnTo>
                  <a:lnTo>
                    <a:pt x="1166580" y="2513792"/>
                  </a:lnTo>
                  <a:lnTo>
                    <a:pt x="1253578" y="2519459"/>
                  </a:lnTo>
                  <a:lnTo>
                    <a:pt x="1334504" y="2525788"/>
                  </a:lnTo>
                  <a:lnTo>
                    <a:pt x="1409076" y="2532842"/>
                  </a:lnTo>
                  <a:lnTo>
                    <a:pt x="1477561" y="2540710"/>
                  </a:lnTo>
                  <a:lnTo>
                    <a:pt x="1540589" y="2549507"/>
                  </a:lnTo>
                  <a:lnTo>
                    <a:pt x="1598990" y="2559366"/>
                  </a:lnTo>
                  <a:lnTo>
                    <a:pt x="1653689" y="2570432"/>
                  </a:lnTo>
                  <a:lnTo>
                    <a:pt x="1705616" y="2582838"/>
                  </a:lnTo>
                  <a:lnTo>
                    <a:pt x="1755628" y="2596679"/>
                  </a:lnTo>
                  <a:lnTo>
                    <a:pt x="1768425" y="2600522"/>
                  </a:lnTo>
                  <a:lnTo>
                    <a:pt x="1820355" y="2617337"/>
                  </a:lnTo>
                  <a:lnTo>
                    <a:pt x="1871780" y="2635859"/>
                  </a:lnTo>
                  <a:lnTo>
                    <a:pt x="1923228" y="2656114"/>
                  </a:lnTo>
                  <a:lnTo>
                    <a:pt x="1975057" y="2678068"/>
                  </a:lnTo>
                  <a:lnTo>
                    <a:pt x="2027483" y="2701625"/>
                  </a:lnTo>
                  <a:lnTo>
                    <a:pt x="2080591" y="2726618"/>
                  </a:lnTo>
                  <a:lnTo>
                    <a:pt x="2134358" y="2752812"/>
                  </a:lnTo>
                  <a:lnTo>
                    <a:pt x="2188664" y="2779910"/>
                  </a:lnTo>
                  <a:lnTo>
                    <a:pt x="2243320" y="2807569"/>
                  </a:lnTo>
                  <a:lnTo>
                    <a:pt x="2298094" y="2835412"/>
                  </a:lnTo>
                  <a:lnTo>
                    <a:pt x="2352737" y="2863051"/>
                  </a:lnTo>
                  <a:lnTo>
                    <a:pt x="2407019" y="2890110"/>
                  </a:lnTo>
                  <a:lnTo>
                    <a:pt x="2460753" y="2916248"/>
                  </a:lnTo>
                  <a:lnTo>
                    <a:pt x="2513826" y="2941171"/>
                  </a:lnTo>
                  <a:lnTo>
                    <a:pt x="2566217" y="2964647"/>
                  </a:lnTo>
                  <a:lnTo>
                    <a:pt x="2618020" y="2986514"/>
                  </a:lnTo>
                  <a:lnTo>
                    <a:pt x="2669456" y="3006678"/>
                  </a:lnTo>
                  <a:lnTo>
                    <a:pt x="2720893" y="3025110"/>
                  </a:lnTo>
                  <a:lnTo>
                    <a:pt x="2770117" y="3041001"/>
                  </a:lnTo>
                  <a:lnTo>
                    <a:pt x="2819753" y="3055222"/>
                  </a:lnTo>
                  <a:lnTo>
                    <a:pt x="2871104" y="3067995"/>
                  </a:lnTo>
                  <a:lnTo>
                    <a:pt x="2924994" y="3079398"/>
                  </a:lnTo>
                  <a:lnTo>
                    <a:pt x="2982340" y="3089557"/>
                  </a:lnTo>
                  <a:lnTo>
                    <a:pt x="3044078" y="3098617"/>
                  </a:lnTo>
                  <a:lnTo>
                    <a:pt x="3111071" y="3106715"/>
                  </a:lnTo>
                  <a:lnTo>
                    <a:pt x="3184015" y="3113972"/>
                  </a:lnTo>
                  <a:lnTo>
                    <a:pt x="3263288" y="3120483"/>
                  </a:lnTo>
                  <a:lnTo>
                    <a:pt x="3348772" y="3126317"/>
                  </a:lnTo>
                  <a:lnTo>
                    <a:pt x="3439634" y="3131516"/>
                  </a:lnTo>
                  <a:lnTo>
                    <a:pt x="3534115" y="3136097"/>
                  </a:lnTo>
                  <a:lnTo>
                    <a:pt x="3629404" y="3140054"/>
                  </a:lnTo>
                  <a:lnTo>
                    <a:pt x="3721702" y="3143372"/>
                  </a:lnTo>
                  <a:lnTo>
                    <a:pt x="3806579" y="3146041"/>
                  </a:lnTo>
                  <a:lnTo>
                    <a:pt x="3879656" y="3148069"/>
                  </a:lnTo>
                  <a:lnTo>
                    <a:pt x="3937483" y="3149495"/>
                  </a:lnTo>
                  <a:lnTo>
                    <a:pt x="3978369" y="3150397"/>
                  </a:lnTo>
                  <a:lnTo>
                    <a:pt x="4002887" y="3150883"/>
                  </a:lnTo>
                  <a:lnTo>
                    <a:pt x="4013920" y="3151080"/>
                  </a:lnTo>
                  <a:lnTo>
                    <a:pt x="4016386" y="3151121"/>
                  </a:lnTo>
                  <a:lnTo>
                    <a:pt x="4016409" y="3151121"/>
                  </a:lnTo>
                  <a:lnTo>
                    <a:pt x="4538543" y="3151121"/>
                  </a:lnTo>
                  <a:lnTo>
                    <a:pt x="4539669" y="3151035"/>
                  </a:lnTo>
                  <a:lnTo>
                    <a:pt x="4547051" y="3150425"/>
                  </a:lnTo>
                  <a:lnTo>
                    <a:pt x="4565581" y="3148737"/>
                  </a:lnTo>
                  <a:lnTo>
                    <a:pt x="4598507" y="3145419"/>
                  </a:lnTo>
                  <a:lnTo>
                    <a:pt x="4647166" y="3139970"/>
                  </a:lnTo>
                  <a:lnTo>
                    <a:pt x="4710890" y="3132000"/>
                  </a:lnTo>
                  <a:lnTo>
                    <a:pt x="4787259" y="3121266"/>
                  </a:lnTo>
                  <a:lnTo>
                    <a:pt x="4872689" y="3107671"/>
                  </a:lnTo>
                  <a:lnTo>
                    <a:pt x="4963165" y="3091223"/>
                  </a:lnTo>
                  <a:lnTo>
                    <a:pt x="5054916" y="3071987"/>
                  </a:lnTo>
                  <a:lnTo>
                    <a:pt x="5144870" y="3050016"/>
                  </a:lnTo>
                  <a:lnTo>
                    <a:pt x="5230847" y="3025302"/>
                  </a:lnTo>
                  <a:lnTo>
                    <a:pt x="5311547" y="2997748"/>
                  </a:lnTo>
                  <a:lnTo>
                    <a:pt x="5386418" y="2967148"/>
                  </a:lnTo>
                  <a:lnTo>
                    <a:pt x="5455471" y="2933181"/>
                  </a:lnTo>
                  <a:lnTo>
                    <a:pt x="5519110" y="2895419"/>
                  </a:lnTo>
                  <a:lnTo>
                    <a:pt x="5577981" y="2853340"/>
                  </a:lnTo>
                  <a:lnTo>
                    <a:pt x="5632868" y="2806352"/>
                  </a:lnTo>
                  <a:lnTo>
                    <a:pt x="5684602" y="2753848"/>
                  </a:lnTo>
                  <a:lnTo>
                    <a:pt x="5734000" y="2695287"/>
                  </a:lnTo>
                  <a:lnTo>
                    <a:pt x="5781795" y="2630339"/>
                  </a:lnTo>
                  <a:lnTo>
                    <a:pt x="5784835" y="2625934"/>
                  </a:lnTo>
                  <a:lnTo>
                    <a:pt x="5820527" y="2571810"/>
                  </a:lnTo>
                  <a:lnTo>
                    <a:pt x="5855890" y="2513895"/>
                  </a:lnTo>
                  <a:lnTo>
                    <a:pt x="5891122" y="2452112"/>
                  </a:lnTo>
                  <a:lnTo>
                    <a:pt x="5926379" y="2386438"/>
                  </a:lnTo>
                  <a:lnTo>
                    <a:pt x="5961782" y="2316913"/>
                  </a:lnTo>
                  <a:lnTo>
                    <a:pt x="5997419" y="2243645"/>
                  </a:lnTo>
                  <a:lnTo>
                    <a:pt x="6033346" y="2166812"/>
                  </a:lnTo>
                  <a:lnTo>
                    <a:pt x="6069593" y="2086666"/>
                  </a:lnTo>
                  <a:lnTo>
                    <a:pt x="6106164" y="2003531"/>
                  </a:lnTo>
                  <a:lnTo>
                    <a:pt x="6143039" y="1917801"/>
                  </a:lnTo>
                  <a:lnTo>
                    <a:pt x="6180180" y="1829934"/>
                  </a:lnTo>
                  <a:lnTo>
                    <a:pt x="6217530" y="1740441"/>
                  </a:lnTo>
                  <a:lnTo>
                    <a:pt x="6255023" y="1649878"/>
                  </a:lnTo>
                  <a:lnTo>
                    <a:pt x="6292580" y="1558828"/>
                  </a:lnTo>
                  <a:lnTo>
                    <a:pt x="6330123" y="1467888"/>
                  </a:lnTo>
                  <a:lnTo>
                    <a:pt x="6367572" y="1377651"/>
                  </a:lnTo>
                  <a:lnTo>
                    <a:pt x="6404853" y="1288693"/>
                  </a:lnTo>
                  <a:lnTo>
                    <a:pt x="6441902" y="1201554"/>
                  </a:lnTo>
                  <a:lnTo>
                    <a:pt x="6478668" y="1116727"/>
                  </a:lnTo>
                  <a:lnTo>
                    <a:pt x="6515121" y="1034648"/>
                  </a:lnTo>
                  <a:lnTo>
                    <a:pt x="6551249" y="955685"/>
                  </a:lnTo>
                  <a:lnTo>
                    <a:pt x="6587065" y="880136"/>
                  </a:lnTo>
                  <a:lnTo>
                    <a:pt x="6622608" y="808227"/>
                  </a:lnTo>
                  <a:lnTo>
                    <a:pt x="6657945" y="740108"/>
                  </a:lnTo>
                  <a:lnTo>
                    <a:pt x="6693177" y="675861"/>
                  </a:lnTo>
                  <a:lnTo>
                    <a:pt x="6728437" y="615504"/>
                  </a:lnTo>
                  <a:lnTo>
                    <a:pt x="6763896" y="558994"/>
                  </a:lnTo>
                  <a:lnTo>
                    <a:pt x="6786527" y="525186"/>
                  </a:lnTo>
                  <a:lnTo>
                    <a:pt x="6834241" y="459824"/>
                  </a:lnTo>
                  <a:lnTo>
                    <a:pt x="6883515" y="400858"/>
                  </a:lnTo>
                  <a:lnTo>
                    <a:pt x="6935075" y="347979"/>
                  </a:lnTo>
                  <a:lnTo>
                    <a:pt x="6989733" y="300654"/>
                  </a:lnTo>
                  <a:lnTo>
                    <a:pt x="7048323" y="258276"/>
                  </a:lnTo>
                  <a:lnTo>
                    <a:pt x="7111633" y="220253"/>
                  </a:lnTo>
                  <a:lnTo>
                    <a:pt x="7180322" y="186056"/>
                  </a:lnTo>
                  <a:lnTo>
                    <a:pt x="7254813" y="155249"/>
                  </a:lnTo>
                  <a:lnTo>
                    <a:pt x="7335147" y="127507"/>
                  </a:lnTo>
                  <a:lnTo>
                    <a:pt x="7420814" y="102614"/>
                  </a:lnTo>
                  <a:lnTo>
                    <a:pt x="7510567" y="80467"/>
                  </a:lnTo>
                  <a:lnTo>
                    <a:pt x="7602286" y="61053"/>
                  </a:lnTo>
                  <a:lnTo>
                    <a:pt x="7692953" y="44424"/>
                  </a:lnTo>
                  <a:lnTo>
                    <a:pt x="7778829" y="30643"/>
                  </a:lnTo>
                  <a:lnTo>
                    <a:pt x="7855899" y="19727"/>
                  </a:lnTo>
                  <a:lnTo>
                    <a:pt x="7920526" y="11585"/>
                  </a:lnTo>
                  <a:lnTo>
                    <a:pt x="7970197" y="5984"/>
                  </a:lnTo>
                  <a:lnTo>
                    <a:pt x="8004118" y="2542"/>
                  </a:lnTo>
                  <a:lnTo>
                    <a:pt x="8023497" y="766"/>
                  </a:lnTo>
                  <a:lnTo>
                    <a:pt x="8031466" y="103"/>
                  </a:lnTo>
                  <a:lnTo>
                    <a:pt x="8032819" y="0"/>
                  </a:lnTo>
                  <a:lnTo>
                    <a:pt x="8032819" y="0"/>
                  </a:lnTo>
                  <a:lnTo>
                    <a:pt x="8554953" y="0"/>
                  </a:lnTo>
                  <a:lnTo>
                    <a:pt x="8554953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207" name="pl1207"/>
            <p:cNvSpPr/>
            <p:nvPr/>
          </p:nvSpPr>
          <p:spPr>
            <a:xfrm>
              <a:off x="386606" y="1976149"/>
              <a:ext cx="8554953" cy="3151121"/>
            </a:xfrm>
            <a:custGeom>
              <a:avLst/>
              <a:pathLst>
                <a:path w="8554953" h="3151121">
                  <a:moveTo>
                    <a:pt x="8554953" y="0"/>
                  </a:moveTo>
                  <a:lnTo>
                    <a:pt x="8032819" y="0"/>
                  </a:lnTo>
                  <a:lnTo>
                    <a:pt x="8031693" y="85"/>
                  </a:lnTo>
                  <a:lnTo>
                    <a:pt x="8024311" y="695"/>
                  </a:lnTo>
                  <a:lnTo>
                    <a:pt x="8005781" y="2383"/>
                  </a:lnTo>
                  <a:lnTo>
                    <a:pt x="7972855" y="5702"/>
                  </a:lnTo>
                  <a:lnTo>
                    <a:pt x="7924196" y="11151"/>
                  </a:lnTo>
                  <a:lnTo>
                    <a:pt x="7860472" y="19120"/>
                  </a:lnTo>
                  <a:lnTo>
                    <a:pt x="7784103" y="29854"/>
                  </a:lnTo>
                  <a:lnTo>
                    <a:pt x="7698673" y="43450"/>
                  </a:lnTo>
                  <a:lnTo>
                    <a:pt x="7608197" y="59897"/>
                  </a:lnTo>
                  <a:lnTo>
                    <a:pt x="7516446" y="79133"/>
                  </a:lnTo>
                  <a:lnTo>
                    <a:pt x="7426492" y="101105"/>
                  </a:lnTo>
                  <a:lnTo>
                    <a:pt x="7340515" y="125819"/>
                  </a:lnTo>
                  <a:lnTo>
                    <a:pt x="7259815" y="153372"/>
                  </a:lnTo>
                  <a:lnTo>
                    <a:pt x="7184944" y="183972"/>
                  </a:lnTo>
                  <a:lnTo>
                    <a:pt x="7115891" y="217939"/>
                  </a:lnTo>
                  <a:lnTo>
                    <a:pt x="7052252" y="255701"/>
                  </a:lnTo>
                  <a:lnTo>
                    <a:pt x="6993381" y="297781"/>
                  </a:lnTo>
                  <a:lnTo>
                    <a:pt x="6938494" y="344768"/>
                  </a:lnTo>
                  <a:lnTo>
                    <a:pt x="6886760" y="397272"/>
                  </a:lnTo>
                  <a:lnTo>
                    <a:pt x="6837362" y="455833"/>
                  </a:lnTo>
                  <a:lnTo>
                    <a:pt x="6789567" y="520782"/>
                  </a:lnTo>
                  <a:lnTo>
                    <a:pt x="6786527" y="525186"/>
                  </a:lnTo>
                  <a:lnTo>
                    <a:pt x="6750835" y="579310"/>
                  </a:lnTo>
                  <a:lnTo>
                    <a:pt x="6715472" y="637225"/>
                  </a:lnTo>
                  <a:lnTo>
                    <a:pt x="6680240" y="699009"/>
                  </a:lnTo>
                  <a:lnTo>
                    <a:pt x="6644983" y="764683"/>
                  </a:lnTo>
                  <a:lnTo>
                    <a:pt x="6609580" y="834207"/>
                  </a:lnTo>
                  <a:lnTo>
                    <a:pt x="6573943" y="907475"/>
                  </a:lnTo>
                  <a:lnTo>
                    <a:pt x="6538016" y="984308"/>
                  </a:lnTo>
                  <a:lnTo>
                    <a:pt x="6501769" y="1064454"/>
                  </a:lnTo>
                  <a:lnTo>
                    <a:pt x="6465198" y="1147589"/>
                  </a:lnTo>
                  <a:lnTo>
                    <a:pt x="6428323" y="1233320"/>
                  </a:lnTo>
                  <a:lnTo>
                    <a:pt x="6391182" y="1321187"/>
                  </a:lnTo>
                  <a:lnTo>
                    <a:pt x="6353832" y="1410680"/>
                  </a:lnTo>
                  <a:lnTo>
                    <a:pt x="6316339" y="1501243"/>
                  </a:lnTo>
                  <a:lnTo>
                    <a:pt x="6278782" y="1592293"/>
                  </a:lnTo>
                  <a:lnTo>
                    <a:pt x="6241239" y="1683233"/>
                  </a:lnTo>
                  <a:lnTo>
                    <a:pt x="6203790" y="1773469"/>
                  </a:lnTo>
                  <a:lnTo>
                    <a:pt x="6166509" y="1862427"/>
                  </a:lnTo>
                  <a:lnTo>
                    <a:pt x="6129460" y="1949566"/>
                  </a:lnTo>
                  <a:lnTo>
                    <a:pt x="6092693" y="2034393"/>
                  </a:lnTo>
                  <a:lnTo>
                    <a:pt x="6056241" y="2116473"/>
                  </a:lnTo>
                  <a:lnTo>
                    <a:pt x="6020113" y="2195436"/>
                  </a:lnTo>
                  <a:lnTo>
                    <a:pt x="5984297" y="2270984"/>
                  </a:lnTo>
                  <a:lnTo>
                    <a:pt x="5948754" y="2342894"/>
                  </a:lnTo>
                  <a:lnTo>
                    <a:pt x="5913417" y="2411013"/>
                  </a:lnTo>
                  <a:lnTo>
                    <a:pt x="5878185" y="2475259"/>
                  </a:lnTo>
                  <a:lnTo>
                    <a:pt x="5842925" y="2535616"/>
                  </a:lnTo>
                  <a:lnTo>
                    <a:pt x="5807466" y="2592127"/>
                  </a:lnTo>
                  <a:lnTo>
                    <a:pt x="5784835" y="2625934"/>
                  </a:lnTo>
                  <a:lnTo>
                    <a:pt x="5737120" y="2691296"/>
                  </a:lnTo>
                  <a:lnTo>
                    <a:pt x="5687847" y="2750262"/>
                  </a:lnTo>
                  <a:lnTo>
                    <a:pt x="5636287" y="2803142"/>
                  </a:lnTo>
                  <a:lnTo>
                    <a:pt x="5581629" y="2850467"/>
                  </a:lnTo>
                  <a:lnTo>
                    <a:pt x="5523039" y="2892844"/>
                  </a:lnTo>
                  <a:lnTo>
                    <a:pt x="5459729" y="2930868"/>
                  </a:lnTo>
                  <a:lnTo>
                    <a:pt x="5391040" y="2965065"/>
                  </a:lnTo>
                  <a:lnTo>
                    <a:pt x="5316549" y="2995871"/>
                  </a:lnTo>
                  <a:lnTo>
                    <a:pt x="5236215" y="3023614"/>
                  </a:lnTo>
                  <a:lnTo>
                    <a:pt x="5150548" y="3048506"/>
                  </a:lnTo>
                  <a:lnTo>
                    <a:pt x="5060795" y="3070654"/>
                  </a:lnTo>
                  <a:lnTo>
                    <a:pt x="4969076" y="3090067"/>
                  </a:lnTo>
                  <a:lnTo>
                    <a:pt x="4878409" y="3106696"/>
                  </a:lnTo>
                  <a:lnTo>
                    <a:pt x="4792533" y="3120477"/>
                  </a:lnTo>
                  <a:lnTo>
                    <a:pt x="4715463" y="3131394"/>
                  </a:lnTo>
                  <a:lnTo>
                    <a:pt x="4650836" y="3139536"/>
                  </a:lnTo>
                  <a:lnTo>
                    <a:pt x="4601165" y="3145137"/>
                  </a:lnTo>
                  <a:lnTo>
                    <a:pt x="4567244" y="3148578"/>
                  </a:lnTo>
                  <a:lnTo>
                    <a:pt x="4547865" y="3150355"/>
                  </a:lnTo>
                  <a:lnTo>
                    <a:pt x="4539896" y="3151018"/>
                  </a:lnTo>
                  <a:lnTo>
                    <a:pt x="4538543" y="3151121"/>
                  </a:lnTo>
                  <a:lnTo>
                    <a:pt x="4538543" y="3151121"/>
                  </a:lnTo>
                  <a:lnTo>
                    <a:pt x="4016409" y="3151121"/>
                  </a:lnTo>
                  <a:lnTo>
                    <a:pt x="4015147" y="3151101"/>
                  </a:lnTo>
                  <a:lnTo>
                    <a:pt x="4006892" y="3150957"/>
                  </a:lnTo>
                  <a:lnTo>
                    <a:pt x="3986251" y="3150558"/>
                  </a:lnTo>
                  <a:lnTo>
                    <a:pt x="3949777" y="3149776"/>
                  </a:lnTo>
                  <a:lnTo>
                    <a:pt x="3896284" y="3148495"/>
                  </a:lnTo>
                  <a:lnTo>
                    <a:pt x="3826904" y="3146630"/>
                  </a:lnTo>
                  <a:lnTo>
                    <a:pt x="3744698" y="3144130"/>
                  </a:lnTo>
                  <a:lnTo>
                    <a:pt x="3653894" y="3140980"/>
                  </a:lnTo>
                  <a:lnTo>
                    <a:pt x="3558983" y="3137188"/>
                  </a:lnTo>
                  <a:lnTo>
                    <a:pt x="3463978" y="3132768"/>
                  </a:lnTo>
                  <a:lnTo>
                    <a:pt x="3371962" y="3127731"/>
                  </a:lnTo>
                  <a:lnTo>
                    <a:pt x="3284964" y="3122064"/>
                  </a:lnTo>
                  <a:lnTo>
                    <a:pt x="3204038" y="3115735"/>
                  </a:lnTo>
                  <a:lnTo>
                    <a:pt x="3129467" y="3108681"/>
                  </a:lnTo>
                  <a:lnTo>
                    <a:pt x="3060981" y="3100813"/>
                  </a:lnTo>
                  <a:lnTo>
                    <a:pt x="2997954" y="3092016"/>
                  </a:lnTo>
                  <a:lnTo>
                    <a:pt x="2939553" y="3082157"/>
                  </a:lnTo>
                  <a:lnTo>
                    <a:pt x="2884853" y="3071091"/>
                  </a:lnTo>
                  <a:lnTo>
                    <a:pt x="2832926" y="3058685"/>
                  </a:lnTo>
                  <a:lnTo>
                    <a:pt x="2782914" y="3044844"/>
                  </a:lnTo>
                  <a:lnTo>
                    <a:pt x="2770117" y="3041001"/>
                  </a:lnTo>
                  <a:lnTo>
                    <a:pt x="2718188" y="3024186"/>
                  </a:lnTo>
                  <a:lnTo>
                    <a:pt x="2666762" y="3005664"/>
                  </a:lnTo>
                  <a:lnTo>
                    <a:pt x="2615315" y="2985409"/>
                  </a:lnTo>
                  <a:lnTo>
                    <a:pt x="2563485" y="2963455"/>
                  </a:lnTo>
                  <a:lnTo>
                    <a:pt x="2511060" y="2939898"/>
                  </a:lnTo>
                  <a:lnTo>
                    <a:pt x="2457951" y="2914905"/>
                  </a:lnTo>
                  <a:lnTo>
                    <a:pt x="2404185" y="2888711"/>
                  </a:lnTo>
                  <a:lnTo>
                    <a:pt x="2349879" y="2861612"/>
                  </a:lnTo>
                  <a:lnTo>
                    <a:pt x="2295222" y="2833953"/>
                  </a:lnTo>
                  <a:lnTo>
                    <a:pt x="2240449" y="2806111"/>
                  </a:lnTo>
                  <a:lnTo>
                    <a:pt x="2185805" y="2778472"/>
                  </a:lnTo>
                  <a:lnTo>
                    <a:pt x="2131523" y="2751413"/>
                  </a:lnTo>
                  <a:lnTo>
                    <a:pt x="2077789" y="2725275"/>
                  </a:lnTo>
                  <a:lnTo>
                    <a:pt x="2024717" y="2700352"/>
                  </a:lnTo>
                  <a:lnTo>
                    <a:pt x="1972325" y="2676876"/>
                  </a:lnTo>
                  <a:lnTo>
                    <a:pt x="1920523" y="2655009"/>
                  </a:lnTo>
                  <a:lnTo>
                    <a:pt x="1869086" y="2634844"/>
                  </a:lnTo>
                  <a:lnTo>
                    <a:pt x="1817649" y="2616413"/>
                  </a:lnTo>
                  <a:lnTo>
                    <a:pt x="1768425" y="2600522"/>
                  </a:lnTo>
                  <a:lnTo>
                    <a:pt x="1718789" y="2586301"/>
                  </a:lnTo>
                  <a:lnTo>
                    <a:pt x="1667438" y="2573527"/>
                  </a:lnTo>
                  <a:lnTo>
                    <a:pt x="1613548" y="2562125"/>
                  </a:lnTo>
                  <a:lnTo>
                    <a:pt x="1556202" y="2551966"/>
                  </a:lnTo>
                  <a:lnTo>
                    <a:pt x="1494465" y="2542906"/>
                  </a:lnTo>
                  <a:lnTo>
                    <a:pt x="1427471" y="2534808"/>
                  </a:lnTo>
                  <a:lnTo>
                    <a:pt x="1354527" y="2527551"/>
                  </a:lnTo>
                  <a:lnTo>
                    <a:pt x="1275255" y="2521040"/>
                  </a:lnTo>
                  <a:lnTo>
                    <a:pt x="1189771" y="2515206"/>
                  </a:lnTo>
                  <a:lnTo>
                    <a:pt x="1098908" y="2510007"/>
                  </a:lnTo>
                  <a:lnTo>
                    <a:pt x="1004427" y="2505426"/>
                  </a:lnTo>
                  <a:lnTo>
                    <a:pt x="909138" y="2501469"/>
                  </a:lnTo>
                  <a:lnTo>
                    <a:pt x="816840" y="2498151"/>
                  </a:lnTo>
                  <a:lnTo>
                    <a:pt x="731963" y="2495482"/>
                  </a:lnTo>
                  <a:lnTo>
                    <a:pt x="658886" y="2493454"/>
                  </a:lnTo>
                  <a:lnTo>
                    <a:pt x="601060" y="2492028"/>
                  </a:lnTo>
                  <a:lnTo>
                    <a:pt x="560173" y="2491126"/>
                  </a:lnTo>
                  <a:lnTo>
                    <a:pt x="535655" y="2490640"/>
                  </a:lnTo>
                  <a:lnTo>
                    <a:pt x="524622" y="2490443"/>
                  </a:lnTo>
                  <a:lnTo>
                    <a:pt x="522156" y="2490402"/>
                  </a:lnTo>
                  <a:lnTo>
                    <a:pt x="522133" y="2490402"/>
                  </a:lnTo>
                  <a:lnTo>
                    <a:pt x="0" y="2490402"/>
                  </a:lnTo>
                  <a:lnTo>
                    <a:pt x="0" y="2490402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208" name="pg1208"/>
            <p:cNvSpPr/>
            <p:nvPr/>
          </p:nvSpPr>
          <p:spPr>
            <a:xfrm>
              <a:off x="386606" y="3907481"/>
              <a:ext cx="8554953" cy="1236730"/>
            </a:xfrm>
            <a:custGeom>
              <a:avLst/>
              <a:pathLst>
                <a:path w="8554953" h="1236730">
                  <a:moveTo>
                    <a:pt x="0" y="570364"/>
                  </a:moveTo>
                  <a:lnTo>
                    <a:pt x="522133" y="570364"/>
                  </a:lnTo>
                  <a:lnTo>
                    <a:pt x="523395" y="570384"/>
                  </a:lnTo>
                  <a:lnTo>
                    <a:pt x="531650" y="570529"/>
                  </a:lnTo>
                  <a:lnTo>
                    <a:pt x="552289" y="570931"/>
                  </a:lnTo>
                  <a:lnTo>
                    <a:pt x="588759" y="571720"/>
                  </a:lnTo>
                  <a:lnTo>
                    <a:pt x="642248" y="573012"/>
                  </a:lnTo>
                  <a:lnTo>
                    <a:pt x="711623" y="574893"/>
                  </a:lnTo>
                  <a:lnTo>
                    <a:pt x="793823" y="577414"/>
                  </a:lnTo>
                  <a:lnTo>
                    <a:pt x="884623" y="580591"/>
                  </a:lnTo>
                  <a:lnTo>
                    <a:pt x="979530" y="584415"/>
                  </a:lnTo>
                  <a:lnTo>
                    <a:pt x="1074533" y="588872"/>
                  </a:lnTo>
                  <a:lnTo>
                    <a:pt x="1166547" y="593952"/>
                  </a:lnTo>
                  <a:lnTo>
                    <a:pt x="1253545" y="599666"/>
                  </a:lnTo>
                  <a:lnTo>
                    <a:pt x="1334471" y="606049"/>
                  </a:lnTo>
                  <a:lnTo>
                    <a:pt x="1409042" y="613163"/>
                  </a:lnTo>
                  <a:lnTo>
                    <a:pt x="1477529" y="621098"/>
                  </a:lnTo>
                  <a:lnTo>
                    <a:pt x="1540556" y="629969"/>
                  </a:lnTo>
                  <a:lnTo>
                    <a:pt x="1598958" y="639912"/>
                  </a:lnTo>
                  <a:lnTo>
                    <a:pt x="1653657" y="651070"/>
                  </a:lnTo>
                  <a:lnTo>
                    <a:pt x="1705584" y="663581"/>
                  </a:lnTo>
                  <a:lnTo>
                    <a:pt x="1755595" y="677540"/>
                  </a:lnTo>
                  <a:lnTo>
                    <a:pt x="1768425" y="681425"/>
                  </a:lnTo>
                  <a:lnTo>
                    <a:pt x="1820319" y="698371"/>
                  </a:lnTo>
                  <a:lnTo>
                    <a:pt x="1871709" y="717037"/>
                  </a:lnTo>
                  <a:lnTo>
                    <a:pt x="1923120" y="737447"/>
                  </a:lnTo>
                  <a:lnTo>
                    <a:pt x="1974912" y="759570"/>
                  </a:lnTo>
                  <a:lnTo>
                    <a:pt x="2027299" y="783307"/>
                  </a:lnTo>
                  <a:lnTo>
                    <a:pt x="2080369" y="808491"/>
                  </a:lnTo>
                  <a:lnTo>
                    <a:pt x="2134095" y="834885"/>
                  </a:lnTo>
                  <a:lnTo>
                    <a:pt x="2188361" y="862193"/>
                  </a:lnTo>
                  <a:lnTo>
                    <a:pt x="2242978" y="890067"/>
                  </a:lnTo>
                  <a:lnTo>
                    <a:pt x="2297714" y="918128"/>
                  </a:lnTo>
                  <a:lnTo>
                    <a:pt x="2352321" y="945986"/>
                  </a:lnTo>
                  <a:lnTo>
                    <a:pt x="2406569" y="973265"/>
                  </a:lnTo>
                  <a:lnTo>
                    <a:pt x="2460271" y="999617"/>
                  </a:lnTo>
                  <a:lnTo>
                    <a:pt x="2513313" y="1024747"/>
                  </a:lnTo>
                  <a:lnTo>
                    <a:pt x="2565675" y="1048424"/>
                  </a:lnTo>
                  <a:lnTo>
                    <a:pt x="2617447" y="1070481"/>
                  </a:lnTo>
                  <a:lnTo>
                    <a:pt x="2668850" y="1090823"/>
                  </a:lnTo>
                  <a:lnTo>
                    <a:pt x="2720248" y="1109420"/>
                  </a:lnTo>
                  <a:lnTo>
                    <a:pt x="2770117" y="1125669"/>
                  </a:lnTo>
                  <a:lnTo>
                    <a:pt x="2819751" y="1140011"/>
                  </a:lnTo>
                  <a:lnTo>
                    <a:pt x="2871101" y="1152893"/>
                  </a:lnTo>
                  <a:lnTo>
                    <a:pt x="2924988" y="1164393"/>
                  </a:lnTo>
                  <a:lnTo>
                    <a:pt x="2982332" y="1174639"/>
                  </a:lnTo>
                  <a:lnTo>
                    <a:pt x="3044067" y="1183776"/>
                  </a:lnTo>
                  <a:lnTo>
                    <a:pt x="3111057" y="1191943"/>
                  </a:lnTo>
                  <a:lnTo>
                    <a:pt x="3183997" y="1199262"/>
                  </a:lnTo>
                  <a:lnTo>
                    <a:pt x="3263266" y="1205828"/>
                  </a:lnTo>
                  <a:lnTo>
                    <a:pt x="3348745" y="1211712"/>
                  </a:lnTo>
                  <a:lnTo>
                    <a:pt x="3439603" y="1216956"/>
                  </a:lnTo>
                  <a:lnTo>
                    <a:pt x="3534080" y="1221576"/>
                  </a:lnTo>
                  <a:lnTo>
                    <a:pt x="3629367" y="1225567"/>
                  </a:lnTo>
                  <a:lnTo>
                    <a:pt x="3721664" y="1228914"/>
                  </a:lnTo>
                  <a:lnTo>
                    <a:pt x="3806542" y="1231606"/>
                  </a:lnTo>
                  <a:lnTo>
                    <a:pt x="3879623" y="1233651"/>
                  </a:lnTo>
                  <a:lnTo>
                    <a:pt x="3937456" y="1235089"/>
                  </a:lnTo>
                  <a:lnTo>
                    <a:pt x="3978351" y="1235999"/>
                  </a:lnTo>
                  <a:lnTo>
                    <a:pt x="4002877" y="1236490"/>
                  </a:lnTo>
                  <a:lnTo>
                    <a:pt x="4013916" y="1236689"/>
                  </a:lnTo>
                  <a:lnTo>
                    <a:pt x="4016409" y="1236730"/>
                  </a:lnTo>
                  <a:lnTo>
                    <a:pt x="4538543" y="1236730"/>
                  </a:lnTo>
                  <a:lnTo>
                    <a:pt x="4539788" y="1236693"/>
                  </a:lnTo>
                  <a:lnTo>
                    <a:pt x="4547931" y="1236428"/>
                  </a:lnTo>
                  <a:lnTo>
                    <a:pt x="4568303" y="1235697"/>
                  </a:lnTo>
                  <a:lnTo>
                    <a:pt x="4604327" y="1234260"/>
                  </a:lnTo>
                  <a:lnTo>
                    <a:pt x="4657211" y="1231906"/>
                  </a:lnTo>
                  <a:lnTo>
                    <a:pt x="4725884" y="1228476"/>
                  </a:lnTo>
                  <a:lnTo>
                    <a:pt x="4807369" y="1223877"/>
                  </a:lnTo>
                  <a:lnTo>
                    <a:pt x="4897520" y="1218078"/>
                  </a:lnTo>
                  <a:lnTo>
                    <a:pt x="4991901" y="1211093"/>
                  </a:lnTo>
                  <a:lnTo>
                    <a:pt x="5086528" y="1202950"/>
                  </a:lnTo>
                  <a:lnTo>
                    <a:pt x="5178312" y="1193665"/>
                  </a:lnTo>
                  <a:lnTo>
                    <a:pt x="5265206" y="1183222"/>
                  </a:lnTo>
                  <a:lnTo>
                    <a:pt x="5346121" y="1171560"/>
                  </a:lnTo>
                  <a:lnTo>
                    <a:pt x="5420740" y="1158569"/>
                  </a:lnTo>
                  <a:lnTo>
                    <a:pt x="5489301" y="1144088"/>
                  </a:lnTo>
                  <a:lnTo>
                    <a:pt x="5552401" y="1127909"/>
                  </a:lnTo>
                  <a:lnTo>
                    <a:pt x="5610853" y="1109789"/>
                  </a:lnTo>
                  <a:lnTo>
                    <a:pt x="5665562" y="1089464"/>
                  </a:lnTo>
                  <a:lnTo>
                    <a:pt x="5717449" y="1066685"/>
                  </a:lnTo>
                  <a:lnTo>
                    <a:pt x="5767368" y="1041266"/>
                  </a:lnTo>
                  <a:lnTo>
                    <a:pt x="5784835" y="1031549"/>
                  </a:lnTo>
                  <a:lnTo>
                    <a:pt x="5832598" y="1002866"/>
                  </a:lnTo>
                  <a:lnTo>
                    <a:pt x="5879894" y="971501"/>
                  </a:lnTo>
                  <a:lnTo>
                    <a:pt x="5927149" y="937407"/>
                  </a:lnTo>
                  <a:lnTo>
                    <a:pt x="5974666" y="900613"/>
                  </a:lnTo>
                  <a:lnTo>
                    <a:pt x="6022643" y="861235"/>
                  </a:lnTo>
                  <a:lnTo>
                    <a:pt x="6071181" y="819475"/>
                  </a:lnTo>
                  <a:lnTo>
                    <a:pt x="6120297" y="775631"/>
                  </a:lnTo>
                  <a:lnTo>
                    <a:pt x="6169935" y="730087"/>
                  </a:lnTo>
                  <a:lnTo>
                    <a:pt x="6219978" y="683301"/>
                  </a:lnTo>
                  <a:lnTo>
                    <a:pt x="6270267" y="635791"/>
                  </a:lnTo>
                  <a:lnTo>
                    <a:pt x="6320615" y="588109"/>
                  </a:lnTo>
                  <a:lnTo>
                    <a:pt x="6370830" y="540816"/>
                  </a:lnTo>
                  <a:lnTo>
                    <a:pt x="6420733" y="494453"/>
                  </a:lnTo>
                  <a:lnTo>
                    <a:pt x="6470180" y="449517"/>
                  </a:lnTo>
                  <a:lnTo>
                    <a:pt x="6519074" y="406441"/>
                  </a:lnTo>
                  <a:lnTo>
                    <a:pt x="6567388" y="365574"/>
                  </a:lnTo>
                  <a:lnTo>
                    <a:pt x="6615170" y="327179"/>
                  </a:lnTo>
                  <a:lnTo>
                    <a:pt x="6662556" y="291424"/>
                  </a:lnTo>
                  <a:lnTo>
                    <a:pt x="6709785" y="258389"/>
                  </a:lnTo>
                  <a:lnTo>
                    <a:pt x="6757204" y="228073"/>
                  </a:lnTo>
                  <a:lnTo>
                    <a:pt x="6786527" y="210827"/>
                  </a:lnTo>
                  <a:lnTo>
                    <a:pt x="6835925" y="184449"/>
                  </a:lnTo>
                  <a:lnTo>
                    <a:pt x="6887018" y="160743"/>
                  </a:lnTo>
                  <a:lnTo>
                    <a:pt x="6940617" y="139570"/>
                  </a:lnTo>
                  <a:lnTo>
                    <a:pt x="6997627" y="120694"/>
                  </a:lnTo>
                  <a:lnTo>
                    <a:pt x="7058970" y="103852"/>
                  </a:lnTo>
                  <a:lnTo>
                    <a:pt x="7125500" y="88791"/>
                  </a:lnTo>
                  <a:lnTo>
                    <a:pt x="7197909" y="75290"/>
                  </a:lnTo>
                  <a:lnTo>
                    <a:pt x="7276582" y="63169"/>
                  </a:lnTo>
                  <a:lnTo>
                    <a:pt x="7361424" y="52301"/>
                  </a:lnTo>
                  <a:lnTo>
                    <a:pt x="7451646" y="42607"/>
                  </a:lnTo>
                  <a:lnTo>
                    <a:pt x="7545560" y="34056"/>
                  </a:lnTo>
                  <a:lnTo>
                    <a:pt x="7640446" y="26655"/>
                  </a:lnTo>
                  <a:lnTo>
                    <a:pt x="7732604" y="20430"/>
                  </a:lnTo>
                  <a:lnTo>
                    <a:pt x="7817688" y="15404"/>
                  </a:lnTo>
                  <a:lnTo>
                    <a:pt x="7891351" y="11564"/>
                  </a:lnTo>
                  <a:lnTo>
                    <a:pt x="7950100" y="8841"/>
                  </a:lnTo>
                  <a:lnTo>
                    <a:pt x="7992119" y="7100"/>
                  </a:lnTo>
                  <a:lnTo>
                    <a:pt x="8017790" y="6143"/>
                  </a:lnTo>
                  <a:lnTo>
                    <a:pt x="8029775" y="5740"/>
                  </a:lnTo>
                  <a:lnTo>
                    <a:pt x="8032819" y="5647"/>
                  </a:lnTo>
                  <a:lnTo>
                    <a:pt x="8554953" y="5647"/>
                  </a:lnTo>
                  <a:lnTo>
                    <a:pt x="8554953" y="0"/>
                  </a:lnTo>
                  <a:lnTo>
                    <a:pt x="8032819" y="0"/>
                  </a:lnTo>
                  <a:lnTo>
                    <a:pt x="8031574" y="37"/>
                  </a:lnTo>
                  <a:lnTo>
                    <a:pt x="8023431" y="301"/>
                  </a:lnTo>
                  <a:lnTo>
                    <a:pt x="8003059" y="1033"/>
                  </a:lnTo>
                  <a:lnTo>
                    <a:pt x="7967035" y="2469"/>
                  </a:lnTo>
                  <a:lnTo>
                    <a:pt x="7914151" y="4823"/>
                  </a:lnTo>
                  <a:lnTo>
                    <a:pt x="7845478" y="8253"/>
                  </a:lnTo>
                  <a:lnTo>
                    <a:pt x="7763993" y="12853"/>
                  </a:lnTo>
                  <a:lnTo>
                    <a:pt x="7673842" y="18651"/>
                  </a:lnTo>
                  <a:lnTo>
                    <a:pt x="7579461" y="25636"/>
                  </a:lnTo>
                  <a:lnTo>
                    <a:pt x="7484834" y="33779"/>
                  </a:lnTo>
                  <a:lnTo>
                    <a:pt x="7393050" y="43065"/>
                  </a:lnTo>
                  <a:lnTo>
                    <a:pt x="7306156" y="53508"/>
                  </a:lnTo>
                  <a:lnTo>
                    <a:pt x="7225241" y="65169"/>
                  </a:lnTo>
                  <a:lnTo>
                    <a:pt x="7150622" y="78160"/>
                  </a:lnTo>
                  <a:lnTo>
                    <a:pt x="7082061" y="92642"/>
                  </a:lnTo>
                  <a:lnTo>
                    <a:pt x="7018961" y="108820"/>
                  </a:lnTo>
                  <a:lnTo>
                    <a:pt x="6960509" y="126941"/>
                  </a:lnTo>
                  <a:lnTo>
                    <a:pt x="6905800" y="147265"/>
                  </a:lnTo>
                  <a:lnTo>
                    <a:pt x="6853913" y="170045"/>
                  </a:lnTo>
                  <a:lnTo>
                    <a:pt x="6803994" y="195464"/>
                  </a:lnTo>
                  <a:lnTo>
                    <a:pt x="6786527" y="205180"/>
                  </a:lnTo>
                  <a:lnTo>
                    <a:pt x="6738764" y="233863"/>
                  </a:lnTo>
                  <a:lnTo>
                    <a:pt x="6691468" y="265229"/>
                  </a:lnTo>
                  <a:lnTo>
                    <a:pt x="6644213" y="299323"/>
                  </a:lnTo>
                  <a:lnTo>
                    <a:pt x="6596696" y="336116"/>
                  </a:lnTo>
                  <a:lnTo>
                    <a:pt x="6548719" y="375495"/>
                  </a:lnTo>
                  <a:lnTo>
                    <a:pt x="6500181" y="417254"/>
                  </a:lnTo>
                  <a:lnTo>
                    <a:pt x="6451065" y="461098"/>
                  </a:lnTo>
                  <a:lnTo>
                    <a:pt x="6401427" y="506643"/>
                  </a:lnTo>
                  <a:lnTo>
                    <a:pt x="6351384" y="553429"/>
                  </a:lnTo>
                  <a:lnTo>
                    <a:pt x="6301095" y="600938"/>
                  </a:lnTo>
                  <a:lnTo>
                    <a:pt x="6250747" y="648620"/>
                  </a:lnTo>
                  <a:lnTo>
                    <a:pt x="6200532" y="695913"/>
                  </a:lnTo>
                  <a:lnTo>
                    <a:pt x="6150629" y="742277"/>
                  </a:lnTo>
                  <a:lnTo>
                    <a:pt x="6101182" y="787212"/>
                  </a:lnTo>
                  <a:lnTo>
                    <a:pt x="6052288" y="830289"/>
                  </a:lnTo>
                  <a:lnTo>
                    <a:pt x="6003974" y="871155"/>
                  </a:lnTo>
                  <a:lnTo>
                    <a:pt x="5956192" y="909550"/>
                  </a:lnTo>
                  <a:lnTo>
                    <a:pt x="5908806" y="945305"/>
                  </a:lnTo>
                  <a:lnTo>
                    <a:pt x="5861577" y="978340"/>
                  </a:lnTo>
                  <a:lnTo>
                    <a:pt x="5814158" y="1008656"/>
                  </a:lnTo>
                  <a:lnTo>
                    <a:pt x="5784835" y="1025902"/>
                  </a:lnTo>
                  <a:lnTo>
                    <a:pt x="5735437" y="1052281"/>
                  </a:lnTo>
                  <a:lnTo>
                    <a:pt x="5684344" y="1075986"/>
                  </a:lnTo>
                  <a:lnTo>
                    <a:pt x="5630745" y="1097160"/>
                  </a:lnTo>
                  <a:lnTo>
                    <a:pt x="5573735" y="1116036"/>
                  </a:lnTo>
                  <a:lnTo>
                    <a:pt x="5512392" y="1132877"/>
                  </a:lnTo>
                  <a:lnTo>
                    <a:pt x="5445861" y="1147938"/>
                  </a:lnTo>
                  <a:lnTo>
                    <a:pt x="5373453" y="1161440"/>
                  </a:lnTo>
                  <a:lnTo>
                    <a:pt x="5294780" y="1173560"/>
                  </a:lnTo>
                  <a:lnTo>
                    <a:pt x="5209938" y="1184428"/>
                  </a:lnTo>
                  <a:lnTo>
                    <a:pt x="5119716" y="1194122"/>
                  </a:lnTo>
                  <a:lnTo>
                    <a:pt x="5025802" y="1202673"/>
                  </a:lnTo>
                  <a:lnTo>
                    <a:pt x="4930916" y="1210075"/>
                  </a:lnTo>
                  <a:lnTo>
                    <a:pt x="4838758" y="1216299"/>
                  </a:lnTo>
                  <a:lnTo>
                    <a:pt x="4753674" y="1221326"/>
                  </a:lnTo>
                  <a:lnTo>
                    <a:pt x="4680011" y="1225166"/>
                  </a:lnTo>
                  <a:lnTo>
                    <a:pt x="4621262" y="1227888"/>
                  </a:lnTo>
                  <a:lnTo>
                    <a:pt x="4579243" y="1229630"/>
                  </a:lnTo>
                  <a:lnTo>
                    <a:pt x="4553572" y="1230586"/>
                  </a:lnTo>
                  <a:lnTo>
                    <a:pt x="4541587" y="1230990"/>
                  </a:lnTo>
                  <a:lnTo>
                    <a:pt x="4538543" y="1231083"/>
                  </a:lnTo>
                  <a:lnTo>
                    <a:pt x="4016409" y="1231083"/>
                  </a:lnTo>
                  <a:lnTo>
                    <a:pt x="4015147" y="1231062"/>
                  </a:lnTo>
                  <a:lnTo>
                    <a:pt x="4006893" y="1230917"/>
                  </a:lnTo>
                  <a:lnTo>
                    <a:pt x="3986253" y="1230516"/>
                  </a:lnTo>
                  <a:lnTo>
                    <a:pt x="3949783" y="1229727"/>
                  </a:lnTo>
                  <a:lnTo>
                    <a:pt x="3896294" y="1228435"/>
                  </a:lnTo>
                  <a:lnTo>
                    <a:pt x="3826919" y="1226554"/>
                  </a:lnTo>
                  <a:lnTo>
                    <a:pt x="3744719" y="1224032"/>
                  </a:lnTo>
                  <a:lnTo>
                    <a:pt x="3653919" y="1220856"/>
                  </a:lnTo>
                  <a:lnTo>
                    <a:pt x="3559012" y="1217031"/>
                  </a:lnTo>
                  <a:lnTo>
                    <a:pt x="3464009" y="1212575"/>
                  </a:lnTo>
                  <a:lnTo>
                    <a:pt x="3371995" y="1207494"/>
                  </a:lnTo>
                  <a:lnTo>
                    <a:pt x="3284998" y="1201780"/>
                  </a:lnTo>
                  <a:lnTo>
                    <a:pt x="3204071" y="1195398"/>
                  </a:lnTo>
                  <a:lnTo>
                    <a:pt x="3129500" y="1188284"/>
                  </a:lnTo>
                  <a:lnTo>
                    <a:pt x="3061014" y="1180349"/>
                  </a:lnTo>
                  <a:lnTo>
                    <a:pt x="2997986" y="1171478"/>
                  </a:lnTo>
                  <a:lnTo>
                    <a:pt x="2939584" y="1161535"/>
                  </a:lnTo>
                  <a:lnTo>
                    <a:pt x="2884885" y="1150376"/>
                  </a:lnTo>
                  <a:lnTo>
                    <a:pt x="2832958" y="1137865"/>
                  </a:lnTo>
                  <a:lnTo>
                    <a:pt x="2782947" y="1123907"/>
                  </a:lnTo>
                  <a:lnTo>
                    <a:pt x="2770117" y="1120022"/>
                  </a:lnTo>
                  <a:lnTo>
                    <a:pt x="2718223" y="1103076"/>
                  </a:lnTo>
                  <a:lnTo>
                    <a:pt x="2666834" y="1084410"/>
                  </a:lnTo>
                  <a:lnTo>
                    <a:pt x="2615422" y="1063999"/>
                  </a:lnTo>
                  <a:lnTo>
                    <a:pt x="2563630" y="1041876"/>
                  </a:lnTo>
                  <a:lnTo>
                    <a:pt x="2511243" y="1018139"/>
                  </a:lnTo>
                  <a:lnTo>
                    <a:pt x="2458174" y="992956"/>
                  </a:lnTo>
                  <a:lnTo>
                    <a:pt x="2404447" y="966561"/>
                  </a:lnTo>
                  <a:lnTo>
                    <a:pt x="2350181" y="939254"/>
                  </a:lnTo>
                  <a:lnTo>
                    <a:pt x="2295564" y="911380"/>
                  </a:lnTo>
                  <a:lnTo>
                    <a:pt x="2240829" y="883319"/>
                  </a:lnTo>
                  <a:lnTo>
                    <a:pt x="2186221" y="855460"/>
                  </a:lnTo>
                  <a:lnTo>
                    <a:pt x="2131973" y="828182"/>
                  </a:lnTo>
                  <a:lnTo>
                    <a:pt x="2078271" y="801830"/>
                  </a:lnTo>
                  <a:lnTo>
                    <a:pt x="2025229" y="776699"/>
                  </a:lnTo>
                  <a:lnTo>
                    <a:pt x="1972868" y="753023"/>
                  </a:lnTo>
                  <a:lnTo>
                    <a:pt x="1921095" y="730966"/>
                  </a:lnTo>
                  <a:lnTo>
                    <a:pt x="1869693" y="710623"/>
                  </a:lnTo>
                  <a:lnTo>
                    <a:pt x="1818294" y="692026"/>
                  </a:lnTo>
                  <a:lnTo>
                    <a:pt x="1768425" y="675778"/>
                  </a:lnTo>
                  <a:lnTo>
                    <a:pt x="1718791" y="661435"/>
                  </a:lnTo>
                  <a:lnTo>
                    <a:pt x="1667441" y="648553"/>
                  </a:lnTo>
                  <a:lnTo>
                    <a:pt x="1613554" y="637054"/>
                  </a:lnTo>
                  <a:lnTo>
                    <a:pt x="1556210" y="626808"/>
                  </a:lnTo>
                  <a:lnTo>
                    <a:pt x="1494475" y="617671"/>
                  </a:lnTo>
                  <a:lnTo>
                    <a:pt x="1427485" y="609503"/>
                  </a:lnTo>
                  <a:lnTo>
                    <a:pt x="1354545" y="602185"/>
                  </a:lnTo>
                  <a:lnTo>
                    <a:pt x="1275277" y="595619"/>
                  </a:lnTo>
                  <a:lnTo>
                    <a:pt x="1189797" y="589734"/>
                  </a:lnTo>
                  <a:lnTo>
                    <a:pt x="1098939" y="584490"/>
                  </a:lnTo>
                  <a:lnTo>
                    <a:pt x="1004462" y="579871"/>
                  </a:lnTo>
                  <a:lnTo>
                    <a:pt x="909175" y="575880"/>
                  </a:lnTo>
                  <a:lnTo>
                    <a:pt x="816879" y="572533"/>
                  </a:lnTo>
                  <a:lnTo>
                    <a:pt x="732000" y="569841"/>
                  </a:lnTo>
                  <a:lnTo>
                    <a:pt x="658919" y="567796"/>
                  </a:lnTo>
                  <a:lnTo>
                    <a:pt x="601086" y="566357"/>
                  </a:lnTo>
                  <a:lnTo>
                    <a:pt x="560192" y="565447"/>
                  </a:lnTo>
                  <a:lnTo>
                    <a:pt x="535665" y="564957"/>
                  </a:lnTo>
                  <a:lnTo>
                    <a:pt x="524626" y="564758"/>
                  </a:lnTo>
                  <a:lnTo>
                    <a:pt x="522133" y="564717"/>
                  </a:lnTo>
                  <a:lnTo>
                    <a:pt x="0" y="564717"/>
                  </a:lnTo>
                  <a:close/>
                </a:path>
              </a:pathLst>
            </a:custGeom>
            <a:solidFill>
              <a:srgbClr val="67C1B3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1209" name="pl1209"/>
            <p:cNvSpPr/>
            <p:nvPr/>
          </p:nvSpPr>
          <p:spPr>
            <a:xfrm>
              <a:off x="386606" y="3913128"/>
              <a:ext cx="8554953" cy="1231083"/>
            </a:xfrm>
            <a:custGeom>
              <a:avLst/>
              <a:pathLst>
                <a:path w="8554953" h="1231083">
                  <a:moveTo>
                    <a:pt x="0" y="564717"/>
                  </a:moveTo>
                  <a:lnTo>
                    <a:pt x="522133" y="564717"/>
                  </a:lnTo>
                  <a:lnTo>
                    <a:pt x="523395" y="564737"/>
                  </a:lnTo>
                  <a:lnTo>
                    <a:pt x="531650" y="564882"/>
                  </a:lnTo>
                  <a:lnTo>
                    <a:pt x="552289" y="565284"/>
                  </a:lnTo>
                  <a:lnTo>
                    <a:pt x="588759" y="566073"/>
                  </a:lnTo>
                  <a:lnTo>
                    <a:pt x="642248" y="567364"/>
                  </a:lnTo>
                  <a:lnTo>
                    <a:pt x="711623" y="569246"/>
                  </a:lnTo>
                  <a:lnTo>
                    <a:pt x="793823" y="571767"/>
                  </a:lnTo>
                  <a:lnTo>
                    <a:pt x="884623" y="574944"/>
                  </a:lnTo>
                  <a:lnTo>
                    <a:pt x="979530" y="578768"/>
                  </a:lnTo>
                  <a:lnTo>
                    <a:pt x="1074533" y="583224"/>
                  </a:lnTo>
                  <a:lnTo>
                    <a:pt x="1166547" y="588305"/>
                  </a:lnTo>
                  <a:lnTo>
                    <a:pt x="1253545" y="594019"/>
                  </a:lnTo>
                  <a:lnTo>
                    <a:pt x="1334471" y="600402"/>
                  </a:lnTo>
                  <a:lnTo>
                    <a:pt x="1409042" y="607516"/>
                  </a:lnTo>
                  <a:lnTo>
                    <a:pt x="1477529" y="615451"/>
                  </a:lnTo>
                  <a:lnTo>
                    <a:pt x="1540556" y="624322"/>
                  </a:lnTo>
                  <a:lnTo>
                    <a:pt x="1598958" y="634265"/>
                  </a:lnTo>
                  <a:lnTo>
                    <a:pt x="1653657" y="645423"/>
                  </a:lnTo>
                  <a:lnTo>
                    <a:pt x="1705584" y="657934"/>
                  </a:lnTo>
                  <a:lnTo>
                    <a:pt x="1755595" y="671892"/>
                  </a:lnTo>
                  <a:lnTo>
                    <a:pt x="1768425" y="675778"/>
                  </a:lnTo>
                  <a:lnTo>
                    <a:pt x="1820319" y="692724"/>
                  </a:lnTo>
                  <a:lnTo>
                    <a:pt x="1871709" y="711390"/>
                  </a:lnTo>
                  <a:lnTo>
                    <a:pt x="1923120" y="731800"/>
                  </a:lnTo>
                  <a:lnTo>
                    <a:pt x="1974912" y="753923"/>
                  </a:lnTo>
                  <a:lnTo>
                    <a:pt x="2027299" y="777660"/>
                  </a:lnTo>
                  <a:lnTo>
                    <a:pt x="2080369" y="802844"/>
                  </a:lnTo>
                  <a:lnTo>
                    <a:pt x="2134095" y="829238"/>
                  </a:lnTo>
                  <a:lnTo>
                    <a:pt x="2188361" y="856546"/>
                  </a:lnTo>
                  <a:lnTo>
                    <a:pt x="2242978" y="884420"/>
                  </a:lnTo>
                  <a:lnTo>
                    <a:pt x="2297714" y="912481"/>
                  </a:lnTo>
                  <a:lnTo>
                    <a:pt x="2352321" y="940339"/>
                  </a:lnTo>
                  <a:lnTo>
                    <a:pt x="2406569" y="967617"/>
                  </a:lnTo>
                  <a:lnTo>
                    <a:pt x="2460271" y="993969"/>
                  </a:lnTo>
                  <a:lnTo>
                    <a:pt x="2513313" y="1019100"/>
                  </a:lnTo>
                  <a:lnTo>
                    <a:pt x="2565675" y="1042777"/>
                  </a:lnTo>
                  <a:lnTo>
                    <a:pt x="2617447" y="1064834"/>
                  </a:lnTo>
                  <a:lnTo>
                    <a:pt x="2668850" y="1085176"/>
                  </a:lnTo>
                  <a:lnTo>
                    <a:pt x="2720248" y="1103773"/>
                  </a:lnTo>
                  <a:lnTo>
                    <a:pt x="2770117" y="1120022"/>
                  </a:lnTo>
                  <a:lnTo>
                    <a:pt x="2819751" y="1134364"/>
                  </a:lnTo>
                  <a:lnTo>
                    <a:pt x="2871101" y="1147246"/>
                  </a:lnTo>
                  <a:lnTo>
                    <a:pt x="2924988" y="1158745"/>
                  </a:lnTo>
                  <a:lnTo>
                    <a:pt x="2982332" y="1168991"/>
                  </a:lnTo>
                  <a:lnTo>
                    <a:pt x="3044067" y="1178129"/>
                  </a:lnTo>
                  <a:lnTo>
                    <a:pt x="3111057" y="1186296"/>
                  </a:lnTo>
                  <a:lnTo>
                    <a:pt x="3183997" y="1193614"/>
                  </a:lnTo>
                  <a:lnTo>
                    <a:pt x="3263266" y="1200181"/>
                  </a:lnTo>
                  <a:lnTo>
                    <a:pt x="3348745" y="1206065"/>
                  </a:lnTo>
                  <a:lnTo>
                    <a:pt x="3439603" y="1211309"/>
                  </a:lnTo>
                  <a:lnTo>
                    <a:pt x="3534080" y="1215929"/>
                  </a:lnTo>
                  <a:lnTo>
                    <a:pt x="3629367" y="1219919"/>
                  </a:lnTo>
                  <a:lnTo>
                    <a:pt x="3721664" y="1223266"/>
                  </a:lnTo>
                  <a:lnTo>
                    <a:pt x="3806542" y="1225958"/>
                  </a:lnTo>
                  <a:lnTo>
                    <a:pt x="3879623" y="1228003"/>
                  </a:lnTo>
                  <a:lnTo>
                    <a:pt x="3937456" y="1229442"/>
                  </a:lnTo>
                  <a:lnTo>
                    <a:pt x="3978351" y="1230352"/>
                  </a:lnTo>
                  <a:lnTo>
                    <a:pt x="4002877" y="1230842"/>
                  </a:lnTo>
                  <a:lnTo>
                    <a:pt x="4013916" y="1231042"/>
                  </a:lnTo>
                  <a:lnTo>
                    <a:pt x="4016386" y="1231082"/>
                  </a:lnTo>
                  <a:lnTo>
                    <a:pt x="4016409" y="1231083"/>
                  </a:lnTo>
                  <a:lnTo>
                    <a:pt x="4538543" y="1231083"/>
                  </a:lnTo>
                  <a:lnTo>
                    <a:pt x="4539788" y="1231046"/>
                  </a:lnTo>
                  <a:lnTo>
                    <a:pt x="4547931" y="1230781"/>
                  </a:lnTo>
                  <a:lnTo>
                    <a:pt x="4568303" y="1230050"/>
                  </a:lnTo>
                  <a:lnTo>
                    <a:pt x="4604327" y="1228613"/>
                  </a:lnTo>
                  <a:lnTo>
                    <a:pt x="4657211" y="1226259"/>
                  </a:lnTo>
                  <a:lnTo>
                    <a:pt x="4725884" y="1222829"/>
                  </a:lnTo>
                  <a:lnTo>
                    <a:pt x="4807369" y="1218230"/>
                  </a:lnTo>
                  <a:lnTo>
                    <a:pt x="4897520" y="1212431"/>
                  </a:lnTo>
                  <a:lnTo>
                    <a:pt x="4991901" y="1205446"/>
                  </a:lnTo>
                  <a:lnTo>
                    <a:pt x="5086528" y="1197303"/>
                  </a:lnTo>
                  <a:lnTo>
                    <a:pt x="5178312" y="1188018"/>
                  </a:lnTo>
                  <a:lnTo>
                    <a:pt x="5265206" y="1177575"/>
                  </a:lnTo>
                  <a:lnTo>
                    <a:pt x="5346121" y="1165913"/>
                  </a:lnTo>
                  <a:lnTo>
                    <a:pt x="5420740" y="1152922"/>
                  </a:lnTo>
                  <a:lnTo>
                    <a:pt x="5489301" y="1138441"/>
                  </a:lnTo>
                  <a:lnTo>
                    <a:pt x="5552401" y="1122262"/>
                  </a:lnTo>
                  <a:lnTo>
                    <a:pt x="5610853" y="1104142"/>
                  </a:lnTo>
                  <a:lnTo>
                    <a:pt x="5665562" y="1083817"/>
                  </a:lnTo>
                  <a:lnTo>
                    <a:pt x="5717449" y="1061037"/>
                  </a:lnTo>
                  <a:lnTo>
                    <a:pt x="5767368" y="1035618"/>
                  </a:lnTo>
                  <a:lnTo>
                    <a:pt x="5784835" y="1025902"/>
                  </a:lnTo>
                  <a:lnTo>
                    <a:pt x="5832598" y="997219"/>
                  </a:lnTo>
                  <a:lnTo>
                    <a:pt x="5879894" y="965853"/>
                  </a:lnTo>
                  <a:lnTo>
                    <a:pt x="5927149" y="931759"/>
                  </a:lnTo>
                  <a:lnTo>
                    <a:pt x="5974666" y="894966"/>
                  </a:lnTo>
                  <a:lnTo>
                    <a:pt x="6022643" y="855588"/>
                  </a:lnTo>
                  <a:lnTo>
                    <a:pt x="6071181" y="813828"/>
                  </a:lnTo>
                  <a:lnTo>
                    <a:pt x="6120297" y="769984"/>
                  </a:lnTo>
                  <a:lnTo>
                    <a:pt x="6169935" y="724440"/>
                  </a:lnTo>
                  <a:lnTo>
                    <a:pt x="6219978" y="677654"/>
                  </a:lnTo>
                  <a:lnTo>
                    <a:pt x="6270267" y="630144"/>
                  </a:lnTo>
                  <a:lnTo>
                    <a:pt x="6320615" y="582462"/>
                  </a:lnTo>
                  <a:lnTo>
                    <a:pt x="6370830" y="535169"/>
                  </a:lnTo>
                  <a:lnTo>
                    <a:pt x="6420733" y="488806"/>
                  </a:lnTo>
                  <a:lnTo>
                    <a:pt x="6470180" y="443870"/>
                  </a:lnTo>
                  <a:lnTo>
                    <a:pt x="6519074" y="400794"/>
                  </a:lnTo>
                  <a:lnTo>
                    <a:pt x="6567388" y="359927"/>
                  </a:lnTo>
                  <a:lnTo>
                    <a:pt x="6615170" y="321532"/>
                  </a:lnTo>
                  <a:lnTo>
                    <a:pt x="6662556" y="285777"/>
                  </a:lnTo>
                  <a:lnTo>
                    <a:pt x="6709785" y="252742"/>
                  </a:lnTo>
                  <a:lnTo>
                    <a:pt x="6757204" y="222426"/>
                  </a:lnTo>
                  <a:lnTo>
                    <a:pt x="6786527" y="205180"/>
                  </a:lnTo>
                  <a:lnTo>
                    <a:pt x="6835925" y="178802"/>
                  </a:lnTo>
                  <a:lnTo>
                    <a:pt x="6887018" y="155096"/>
                  </a:lnTo>
                  <a:lnTo>
                    <a:pt x="6940617" y="133922"/>
                  </a:lnTo>
                  <a:lnTo>
                    <a:pt x="6997627" y="115047"/>
                  </a:lnTo>
                  <a:lnTo>
                    <a:pt x="7058970" y="98205"/>
                  </a:lnTo>
                  <a:lnTo>
                    <a:pt x="7125500" y="83144"/>
                  </a:lnTo>
                  <a:lnTo>
                    <a:pt x="7197909" y="69642"/>
                  </a:lnTo>
                  <a:lnTo>
                    <a:pt x="7276582" y="57522"/>
                  </a:lnTo>
                  <a:lnTo>
                    <a:pt x="7361424" y="46654"/>
                  </a:lnTo>
                  <a:lnTo>
                    <a:pt x="7451646" y="36960"/>
                  </a:lnTo>
                  <a:lnTo>
                    <a:pt x="7545560" y="28409"/>
                  </a:lnTo>
                  <a:lnTo>
                    <a:pt x="7640446" y="21008"/>
                  </a:lnTo>
                  <a:lnTo>
                    <a:pt x="7732604" y="14783"/>
                  </a:lnTo>
                  <a:lnTo>
                    <a:pt x="7817688" y="9757"/>
                  </a:lnTo>
                  <a:lnTo>
                    <a:pt x="7891351" y="5917"/>
                  </a:lnTo>
                  <a:lnTo>
                    <a:pt x="7950100" y="3194"/>
                  </a:lnTo>
                  <a:lnTo>
                    <a:pt x="7992119" y="1452"/>
                  </a:lnTo>
                  <a:lnTo>
                    <a:pt x="8017790" y="496"/>
                  </a:lnTo>
                  <a:lnTo>
                    <a:pt x="8029775" y="93"/>
                  </a:lnTo>
                  <a:lnTo>
                    <a:pt x="8032761" y="1"/>
                  </a:lnTo>
                  <a:lnTo>
                    <a:pt x="8032819" y="0"/>
                  </a:lnTo>
                  <a:lnTo>
                    <a:pt x="8554953" y="0"/>
                  </a:lnTo>
                  <a:lnTo>
                    <a:pt x="8554953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210" name="pl1210"/>
            <p:cNvSpPr/>
            <p:nvPr/>
          </p:nvSpPr>
          <p:spPr>
            <a:xfrm>
              <a:off x="386606" y="3907481"/>
              <a:ext cx="8554953" cy="1231083"/>
            </a:xfrm>
            <a:custGeom>
              <a:avLst/>
              <a:pathLst>
                <a:path w="8554953" h="1231083">
                  <a:moveTo>
                    <a:pt x="8554953" y="0"/>
                  </a:moveTo>
                  <a:lnTo>
                    <a:pt x="8032819" y="0"/>
                  </a:lnTo>
                  <a:lnTo>
                    <a:pt x="8031574" y="37"/>
                  </a:lnTo>
                  <a:lnTo>
                    <a:pt x="8023431" y="301"/>
                  </a:lnTo>
                  <a:lnTo>
                    <a:pt x="8003059" y="1033"/>
                  </a:lnTo>
                  <a:lnTo>
                    <a:pt x="7967035" y="2469"/>
                  </a:lnTo>
                  <a:lnTo>
                    <a:pt x="7914151" y="4823"/>
                  </a:lnTo>
                  <a:lnTo>
                    <a:pt x="7845478" y="8253"/>
                  </a:lnTo>
                  <a:lnTo>
                    <a:pt x="7763993" y="12853"/>
                  </a:lnTo>
                  <a:lnTo>
                    <a:pt x="7673842" y="18651"/>
                  </a:lnTo>
                  <a:lnTo>
                    <a:pt x="7579461" y="25636"/>
                  </a:lnTo>
                  <a:lnTo>
                    <a:pt x="7484834" y="33779"/>
                  </a:lnTo>
                  <a:lnTo>
                    <a:pt x="7393050" y="43065"/>
                  </a:lnTo>
                  <a:lnTo>
                    <a:pt x="7306156" y="53508"/>
                  </a:lnTo>
                  <a:lnTo>
                    <a:pt x="7225241" y="65169"/>
                  </a:lnTo>
                  <a:lnTo>
                    <a:pt x="7150622" y="78160"/>
                  </a:lnTo>
                  <a:lnTo>
                    <a:pt x="7082061" y="92642"/>
                  </a:lnTo>
                  <a:lnTo>
                    <a:pt x="7018961" y="108820"/>
                  </a:lnTo>
                  <a:lnTo>
                    <a:pt x="6960509" y="126941"/>
                  </a:lnTo>
                  <a:lnTo>
                    <a:pt x="6905800" y="147265"/>
                  </a:lnTo>
                  <a:lnTo>
                    <a:pt x="6853913" y="170045"/>
                  </a:lnTo>
                  <a:lnTo>
                    <a:pt x="6803994" y="195464"/>
                  </a:lnTo>
                  <a:lnTo>
                    <a:pt x="6786527" y="205180"/>
                  </a:lnTo>
                  <a:lnTo>
                    <a:pt x="6738764" y="233863"/>
                  </a:lnTo>
                  <a:lnTo>
                    <a:pt x="6691468" y="265229"/>
                  </a:lnTo>
                  <a:lnTo>
                    <a:pt x="6644213" y="299323"/>
                  </a:lnTo>
                  <a:lnTo>
                    <a:pt x="6596696" y="336116"/>
                  </a:lnTo>
                  <a:lnTo>
                    <a:pt x="6548719" y="375495"/>
                  </a:lnTo>
                  <a:lnTo>
                    <a:pt x="6500181" y="417254"/>
                  </a:lnTo>
                  <a:lnTo>
                    <a:pt x="6451065" y="461098"/>
                  </a:lnTo>
                  <a:lnTo>
                    <a:pt x="6401427" y="506643"/>
                  </a:lnTo>
                  <a:lnTo>
                    <a:pt x="6351384" y="553429"/>
                  </a:lnTo>
                  <a:lnTo>
                    <a:pt x="6301095" y="600938"/>
                  </a:lnTo>
                  <a:lnTo>
                    <a:pt x="6250747" y="648620"/>
                  </a:lnTo>
                  <a:lnTo>
                    <a:pt x="6200532" y="695913"/>
                  </a:lnTo>
                  <a:lnTo>
                    <a:pt x="6150629" y="742277"/>
                  </a:lnTo>
                  <a:lnTo>
                    <a:pt x="6101182" y="787212"/>
                  </a:lnTo>
                  <a:lnTo>
                    <a:pt x="6052288" y="830289"/>
                  </a:lnTo>
                  <a:lnTo>
                    <a:pt x="6003974" y="871155"/>
                  </a:lnTo>
                  <a:lnTo>
                    <a:pt x="5956192" y="909550"/>
                  </a:lnTo>
                  <a:lnTo>
                    <a:pt x="5908806" y="945305"/>
                  </a:lnTo>
                  <a:lnTo>
                    <a:pt x="5861577" y="978340"/>
                  </a:lnTo>
                  <a:lnTo>
                    <a:pt x="5814158" y="1008656"/>
                  </a:lnTo>
                  <a:lnTo>
                    <a:pt x="5784835" y="1025902"/>
                  </a:lnTo>
                  <a:lnTo>
                    <a:pt x="5735437" y="1052281"/>
                  </a:lnTo>
                  <a:lnTo>
                    <a:pt x="5684344" y="1075986"/>
                  </a:lnTo>
                  <a:lnTo>
                    <a:pt x="5630745" y="1097160"/>
                  </a:lnTo>
                  <a:lnTo>
                    <a:pt x="5573735" y="1116036"/>
                  </a:lnTo>
                  <a:lnTo>
                    <a:pt x="5512392" y="1132877"/>
                  </a:lnTo>
                  <a:lnTo>
                    <a:pt x="5445861" y="1147938"/>
                  </a:lnTo>
                  <a:lnTo>
                    <a:pt x="5373453" y="1161440"/>
                  </a:lnTo>
                  <a:lnTo>
                    <a:pt x="5294780" y="1173560"/>
                  </a:lnTo>
                  <a:lnTo>
                    <a:pt x="5209938" y="1184428"/>
                  </a:lnTo>
                  <a:lnTo>
                    <a:pt x="5119716" y="1194122"/>
                  </a:lnTo>
                  <a:lnTo>
                    <a:pt x="5025802" y="1202673"/>
                  </a:lnTo>
                  <a:lnTo>
                    <a:pt x="4930916" y="1210075"/>
                  </a:lnTo>
                  <a:lnTo>
                    <a:pt x="4838758" y="1216299"/>
                  </a:lnTo>
                  <a:lnTo>
                    <a:pt x="4753674" y="1221326"/>
                  </a:lnTo>
                  <a:lnTo>
                    <a:pt x="4680011" y="1225166"/>
                  </a:lnTo>
                  <a:lnTo>
                    <a:pt x="4621262" y="1227888"/>
                  </a:lnTo>
                  <a:lnTo>
                    <a:pt x="4579243" y="1229630"/>
                  </a:lnTo>
                  <a:lnTo>
                    <a:pt x="4553572" y="1230586"/>
                  </a:lnTo>
                  <a:lnTo>
                    <a:pt x="4541587" y="1230990"/>
                  </a:lnTo>
                  <a:lnTo>
                    <a:pt x="4538601" y="1231081"/>
                  </a:lnTo>
                  <a:lnTo>
                    <a:pt x="4538543" y="1231083"/>
                  </a:lnTo>
                  <a:lnTo>
                    <a:pt x="4016409" y="1231083"/>
                  </a:lnTo>
                  <a:lnTo>
                    <a:pt x="4015147" y="1231062"/>
                  </a:lnTo>
                  <a:lnTo>
                    <a:pt x="4006893" y="1230917"/>
                  </a:lnTo>
                  <a:lnTo>
                    <a:pt x="3986253" y="1230516"/>
                  </a:lnTo>
                  <a:lnTo>
                    <a:pt x="3949783" y="1229727"/>
                  </a:lnTo>
                  <a:lnTo>
                    <a:pt x="3896294" y="1228435"/>
                  </a:lnTo>
                  <a:lnTo>
                    <a:pt x="3826919" y="1226554"/>
                  </a:lnTo>
                  <a:lnTo>
                    <a:pt x="3744719" y="1224032"/>
                  </a:lnTo>
                  <a:lnTo>
                    <a:pt x="3653919" y="1220856"/>
                  </a:lnTo>
                  <a:lnTo>
                    <a:pt x="3559012" y="1217031"/>
                  </a:lnTo>
                  <a:lnTo>
                    <a:pt x="3464009" y="1212575"/>
                  </a:lnTo>
                  <a:lnTo>
                    <a:pt x="3371995" y="1207494"/>
                  </a:lnTo>
                  <a:lnTo>
                    <a:pt x="3284998" y="1201780"/>
                  </a:lnTo>
                  <a:lnTo>
                    <a:pt x="3204071" y="1195398"/>
                  </a:lnTo>
                  <a:lnTo>
                    <a:pt x="3129500" y="1188284"/>
                  </a:lnTo>
                  <a:lnTo>
                    <a:pt x="3061014" y="1180349"/>
                  </a:lnTo>
                  <a:lnTo>
                    <a:pt x="2997986" y="1171478"/>
                  </a:lnTo>
                  <a:lnTo>
                    <a:pt x="2939584" y="1161535"/>
                  </a:lnTo>
                  <a:lnTo>
                    <a:pt x="2884885" y="1150376"/>
                  </a:lnTo>
                  <a:lnTo>
                    <a:pt x="2832958" y="1137865"/>
                  </a:lnTo>
                  <a:lnTo>
                    <a:pt x="2782947" y="1123907"/>
                  </a:lnTo>
                  <a:lnTo>
                    <a:pt x="2770117" y="1120022"/>
                  </a:lnTo>
                  <a:lnTo>
                    <a:pt x="2718223" y="1103076"/>
                  </a:lnTo>
                  <a:lnTo>
                    <a:pt x="2666834" y="1084410"/>
                  </a:lnTo>
                  <a:lnTo>
                    <a:pt x="2615422" y="1063999"/>
                  </a:lnTo>
                  <a:lnTo>
                    <a:pt x="2563630" y="1041876"/>
                  </a:lnTo>
                  <a:lnTo>
                    <a:pt x="2511243" y="1018139"/>
                  </a:lnTo>
                  <a:lnTo>
                    <a:pt x="2458174" y="992956"/>
                  </a:lnTo>
                  <a:lnTo>
                    <a:pt x="2404447" y="966561"/>
                  </a:lnTo>
                  <a:lnTo>
                    <a:pt x="2350181" y="939254"/>
                  </a:lnTo>
                  <a:lnTo>
                    <a:pt x="2295564" y="911380"/>
                  </a:lnTo>
                  <a:lnTo>
                    <a:pt x="2240829" y="883319"/>
                  </a:lnTo>
                  <a:lnTo>
                    <a:pt x="2186221" y="855460"/>
                  </a:lnTo>
                  <a:lnTo>
                    <a:pt x="2131973" y="828182"/>
                  </a:lnTo>
                  <a:lnTo>
                    <a:pt x="2078271" y="801830"/>
                  </a:lnTo>
                  <a:lnTo>
                    <a:pt x="2025229" y="776699"/>
                  </a:lnTo>
                  <a:lnTo>
                    <a:pt x="1972868" y="753023"/>
                  </a:lnTo>
                  <a:lnTo>
                    <a:pt x="1921095" y="730966"/>
                  </a:lnTo>
                  <a:lnTo>
                    <a:pt x="1869693" y="710623"/>
                  </a:lnTo>
                  <a:lnTo>
                    <a:pt x="1818294" y="692026"/>
                  </a:lnTo>
                  <a:lnTo>
                    <a:pt x="1768425" y="675778"/>
                  </a:lnTo>
                  <a:lnTo>
                    <a:pt x="1718791" y="661435"/>
                  </a:lnTo>
                  <a:lnTo>
                    <a:pt x="1667441" y="648553"/>
                  </a:lnTo>
                  <a:lnTo>
                    <a:pt x="1613554" y="637054"/>
                  </a:lnTo>
                  <a:lnTo>
                    <a:pt x="1556210" y="626808"/>
                  </a:lnTo>
                  <a:lnTo>
                    <a:pt x="1494475" y="617671"/>
                  </a:lnTo>
                  <a:lnTo>
                    <a:pt x="1427485" y="609503"/>
                  </a:lnTo>
                  <a:lnTo>
                    <a:pt x="1354545" y="602185"/>
                  </a:lnTo>
                  <a:lnTo>
                    <a:pt x="1275277" y="595619"/>
                  </a:lnTo>
                  <a:lnTo>
                    <a:pt x="1189797" y="589734"/>
                  </a:lnTo>
                  <a:lnTo>
                    <a:pt x="1098939" y="584490"/>
                  </a:lnTo>
                  <a:lnTo>
                    <a:pt x="1004462" y="579871"/>
                  </a:lnTo>
                  <a:lnTo>
                    <a:pt x="909175" y="575880"/>
                  </a:lnTo>
                  <a:lnTo>
                    <a:pt x="816879" y="572533"/>
                  </a:lnTo>
                  <a:lnTo>
                    <a:pt x="732000" y="569841"/>
                  </a:lnTo>
                  <a:lnTo>
                    <a:pt x="658919" y="567796"/>
                  </a:lnTo>
                  <a:lnTo>
                    <a:pt x="601086" y="566357"/>
                  </a:lnTo>
                  <a:lnTo>
                    <a:pt x="560192" y="565447"/>
                  </a:lnTo>
                  <a:lnTo>
                    <a:pt x="535665" y="564957"/>
                  </a:lnTo>
                  <a:lnTo>
                    <a:pt x="524626" y="564758"/>
                  </a:lnTo>
                  <a:lnTo>
                    <a:pt x="522156" y="564717"/>
                  </a:lnTo>
                  <a:lnTo>
                    <a:pt x="522133" y="564717"/>
                  </a:lnTo>
                  <a:lnTo>
                    <a:pt x="0" y="564717"/>
                  </a:lnTo>
                  <a:lnTo>
                    <a:pt x="0" y="564717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211" name="pg1211"/>
            <p:cNvSpPr/>
            <p:nvPr/>
          </p:nvSpPr>
          <p:spPr>
            <a:xfrm>
              <a:off x="386606" y="4477846"/>
              <a:ext cx="8554953" cy="751073"/>
            </a:xfrm>
            <a:custGeom>
              <a:avLst/>
              <a:pathLst>
                <a:path w="8554953" h="751073">
                  <a:moveTo>
                    <a:pt x="0" y="5647"/>
                  </a:moveTo>
                  <a:lnTo>
                    <a:pt x="522133" y="5647"/>
                  </a:lnTo>
                  <a:lnTo>
                    <a:pt x="523394" y="5669"/>
                  </a:lnTo>
                  <a:lnTo>
                    <a:pt x="531641" y="5825"/>
                  </a:lnTo>
                  <a:lnTo>
                    <a:pt x="552262" y="6257"/>
                  </a:lnTo>
                  <a:lnTo>
                    <a:pt x="588703" y="7105"/>
                  </a:lnTo>
                  <a:lnTo>
                    <a:pt x="642152" y="8494"/>
                  </a:lnTo>
                  <a:lnTo>
                    <a:pt x="711480" y="10517"/>
                  </a:lnTo>
                  <a:lnTo>
                    <a:pt x="793633" y="13228"/>
                  </a:lnTo>
                  <a:lnTo>
                    <a:pt x="884390" y="16644"/>
                  </a:lnTo>
                  <a:lnTo>
                    <a:pt x="979262" y="20757"/>
                  </a:lnTo>
                  <a:lnTo>
                    <a:pt x="1074241" y="25550"/>
                  </a:lnTo>
                  <a:lnTo>
                    <a:pt x="1166239" y="31014"/>
                  </a:lnTo>
                  <a:lnTo>
                    <a:pt x="1253230" y="37160"/>
                  </a:lnTo>
                  <a:lnTo>
                    <a:pt x="1334156" y="44024"/>
                  </a:lnTo>
                  <a:lnTo>
                    <a:pt x="1408731" y="51675"/>
                  </a:lnTo>
                  <a:lnTo>
                    <a:pt x="1477222" y="60208"/>
                  </a:lnTo>
                  <a:lnTo>
                    <a:pt x="1540254" y="69748"/>
                  </a:lnTo>
                  <a:lnTo>
                    <a:pt x="1598659" y="80439"/>
                  </a:lnTo>
                  <a:lnTo>
                    <a:pt x="1653359" y="92438"/>
                  </a:lnTo>
                  <a:lnTo>
                    <a:pt x="1705283" y="105890"/>
                  </a:lnTo>
                  <a:lnTo>
                    <a:pt x="1755288" y="120898"/>
                  </a:lnTo>
                  <a:lnTo>
                    <a:pt x="1768425" y="125178"/>
                  </a:lnTo>
                  <a:lnTo>
                    <a:pt x="1819989" y="143295"/>
                  </a:lnTo>
                  <a:lnTo>
                    <a:pt x="1871051" y="163237"/>
                  </a:lnTo>
                  <a:lnTo>
                    <a:pt x="1922130" y="185034"/>
                  </a:lnTo>
                  <a:lnTo>
                    <a:pt x="1973579" y="208652"/>
                  </a:lnTo>
                  <a:lnTo>
                    <a:pt x="2025612" y="233988"/>
                  </a:lnTo>
                  <a:lnTo>
                    <a:pt x="2078317" y="260869"/>
                  </a:lnTo>
                  <a:lnTo>
                    <a:pt x="2131674" y="289047"/>
                  </a:lnTo>
                  <a:lnTo>
                    <a:pt x="2185571" y="318210"/>
                  </a:lnTo>
                  <a:lnTo>
                    <a:pt x="2239825" y="347996"/>
                  </a:lnTo>
                  <a:lnTo>
                    <a:pt x="2294210" y="378003"/>
                  </a:lnTo>
                  <a:lnTo>
                    <a:pt x="2348484" y="407822"/>
                  </a:lnTo>
                  <a:lnTo>
                    <a:pt x="2402418" y="437052"/>
                  </a:lnTo>
                  <a:lnTo>
                    <a:pt x="2455825" y="465324"/>
                  </a:lnTo>
                  <a:lnTo>
                    <a:pt x="2508586" y="492323"/>
                  </a:lnTo>
                  <a:lnTo>
                    <a:pt x="2560673" y="517795"/>
                  </a:lnTo>
                  <a:lnTo>
                    <a:pt x="2612165" y="541560"/>
                  </a:lnTo>
                  <a:lnTo>
                    <a:pt x="2663262" y="563510"/>
                  </a:lnTo>
                  <a:lnTo>
                    <a:pt x="2714309" y="583606"/>
                  </a:lnTo>
                  <a:lnTo>
                    <a:pt x="2765807" y="601871"/>
                  </a:lnTo>
                  <a:lnTo>
                    <a:pt x="2770117" y="603306"/>
                  </a:lnTo>
                  <a:lnTo>
                    <a:pt x="2819736" y="618737"/>
                  </a:lnTo>
                  <a:lnTo>
                    <a:pt x="2871068" y="632598"/>
                  </a:lnTo>
                  <a:lnTo>
                    <a:pt x="2924936" y="644972"/>
                  </a:lnTo>
                  <a:lnTo>
                    <a:pt x="2982258" y="655997"/>
                  </a:lnTo>
                  <a:lnTo>
                    <a:pt x="3043967" y="665830"/>
                  </a:lnTo>
                  <a:lnTo>
                    <a:pt x="3110927" y="674619"/>
                  </a:lnTo>
                  <a:lnTo>
                    <a:pt x="3183831" y="682495"/>
                  </a:lnTo>
                  <a:lnTo>
                    <a:pt x="3263060" y="689562"/>
                  </a:lnTo>
                  <a:lnTo>
                    <a:pt x="3348497" y="695895"/>
                  </a:lnTo>
                  <a:lnTo>
                    <a:pt x="3439313" y="701539"/>
                  </a:lnTo>
                  <a:lnTo>
                    <a:pt x="3533753" y="706512"/>
                  </a:lnTo>
                  <a:lnTo>
                    <a:pt x="3629013" y="710808"/>
                  </a:lnTo>
                  <a:lnTo>
                    <a:pt x="3721302" y="714412"/>
                  </a:lnTo>
                  <a:lnTo>
                    <a:pt x="3806195" y="717311"/>
                  </a:lnTo>
                  <a:lnTo>
                    <a:pt x="3879315" y="719514"/>
                  </a:lnTo>
                  <a:lnTo>
                    <a:pt x="3937209" y="721065"/>
                  </a:lnTo>
                  <a:lnTo>
                    <a:pt x="3978179" y="722047"/>
                  </a:lnTo>
                  <a:lnTo>
                    <a:pt x="4002780" y="722577"/>
                  </a:lnTo>
                  <a:lnTo>
                    <a:pt x="4013882" y="722793"/>
                  </a:lnTo>
                  <a:lnTo>
                    <a:pt x="4016409" y="722837"/>
                  </a:lnTo>
                  <a:lnTo>
                    <a:pt x="4538543" y="722837"/>
                  </a:lnTo>
                  <a:lnTo>
                    <a:pt x="4539813" y="722838"/>
                  </a:lnTo>
                  <a:lnTo>
                    <a:pt x="4548114" y="722844"/>
                  </a:lnTo>
                  <a:lnTo>
                    <a:pt x="4568866" y="722862"/>
                  </a:lnTo>
                  <a:lnTo>
                    <a:pt x="4605525" y="722895"/>
                  </a:lnTo>
                  <a:lnTo>
                    <a:pt x="4659269" y="722950"/>
                  </a:lnTo>
                  <a:lnTo>
                    <a:pt x="4728940" y="723030"/>
                  </a:lnTo>
                  <a:lnTo>
                    <a:pt x="4811441" y="723138"/>
                  </a:lnTo>
                  <a:lnTo>
                    <a:pt x="4902513" y="723273"/>
                  </a:lnTo>
                  <a:lnTo>
                    <a:pt x="4997640" y="723436"/>
                  </a:lnTo>
                  <a:lnTo>
                    <a:pt x="5092799" y="723626"/>
                  </a:lnTo>
                  <a:lnTo>
                    <a:pt x="5184906" y="723842"/>
                  </a:lnTo>
                  <a:lnTo>
                    <a:pt x="5271946" y="724085"/>
                  </a:lnTo>
                  <a:lnTo>
                    <a:pt x="5352875" y="724357"/>
                  </a:lnTo>
                  <a:lnTo>
                    <a:pt x="5427426" y="724660"/>
                  </a:lnTo>
                  <a:lnTo>
                    <a:pt x="5495881" y="724998"/>
                  </a:lnTo>
                  <a:lnTo>
                    <a:pt x="5558879" y="725376"/>
                  </a:lnTo>
                  <a:lnTo>
                    <a:pt x="5617260" y="725799"/>
                  </a:lnTo>
                  <a:lnTo>
                    <a:pt x="5671956" y="726275"/>
                  </a:lnTo>
                  <a:lnTo>
                    <a:pt x="5723901" y="726808"/>
                  </a:lnTo>
                  <a:lnTo>
                    <a:pt x="5773952" y="727403"/>
                  </a:lnTo>
                  <a:lnTo>
                    <a:pt x="5784835" y="727543"/>
                  </a:lnTo>
                  <a:lnTo>
                    <a:pt x="5839090" y="728296"/>
                  </a:lnTo>
                  <a:lnTo>
                    <a:pt x="5892822" y="729129"/>
                  </a:lnTo>
                  <a:lnTo>
                    <a:pt x="5946620" y="730042"/>
                  </a:lnTo>
                  <a:lnTo>
                    <a:pt x="6000875" y="731034"/>
                  </a:lnTo>
                  <a:lnTo>
                    <a:pt x="6055806" y="732100"/>
                  </a:lnTo>
                  <a:lnTo>
                    <a:pt x="6111487" y="733230"/>
                  </a:lnTo>
                  <a:lnTo>
                    <a:pt x="6167859" y="734414"/>
                  </a:lnTo>
                  <a:lnTo>
                    <a:pt x="6224762" y="735634"/>
                  </a:lnTo>
                  <a:lnTo>
                    <a:pt x="6281959" y="736874"/>
                  </a:lnTo>
                  <a:lnTo>
                    <a:pt x="6339175" y="738116"/>
                  </a:lnTo>
                  <a:lnTo>
                    <a:pt x="6396131" y="739340"/>
                  </a:lnTo>
                  <a:lnTo>
                    <a:pt x="6452583" y="740529"/>
                  </a:lnTo>
                  <a:lnTo>
                    <a:pt x="6508359" y="741667"/>
                  </a:lnTo>
                  <a:lnTo>
                    <a:pt x="6563387" y="742742"/>
                  </a:lnTo>
                  <a:lnTo>
                    <a:pt x="6617720" y="743744"/>
                  </a:lnTo>
                  <a:lnTo>
                    <a:pt x="6671559" y="744668"/>
                  </a:lnTo>
                  <a:lnTo>
                    <a:pt x="6725272" y="745511"/>
                  </a:lnTo>
                  <a:lnTo>
                    <a:pt x="6779418" y="746274"/>
                  </a:lnTo>
                  <a:lnTo>
                    <a:pt x="6786527" y="746367"/>
                  </a:lnTo>
                  <a:lnTo>
                    <a:pt x="6836261" y="746976"/>
                  </a:lnTo>
                  <a:lnTo>
                    <a:pt x="6887718" y="747523"/>
                  </a:lnTo>
                  <a:lnTo>
                    <a:pt x="6941727" y="748011"/>
                  </a:lnTo>
                  <a:lnTo>
                    <a:pt x="6999212" y="748446"/>
                  </a:lnTo>
                  <a:lnTo>
                    <a:pt x="7061112" y="748833"/>
                  </a:lnTo>
                  <a:lnTo>
                    <a:pt x="7128296" y="749179"/>
                  </a:lnTo>
                  <a:lnTo>
                    <a:pt x="7201460" y="749490"/>
                  </a:lnTo>
                  <a:lnTo>
                    <a:pt x="7280980" y="749768"/>
                  </a:lnTo>
                  <a:lnTo>
                    <a:pt x="7366727" y="750017"/>
                  </a:lnTo>
                  <a:lnTo>
                    <a:pt x="7457852" y="750240"/>
                  </a:lnTo>
                  <a:lnTo>
                    <a:pt x="7552565" y="750435"/>
                  </a:lnTo>
                  <a:lnTo>
                    <a:pt x="7648016" y="750604"/>
                  </a:lnTo>
                  <a:lnTo>
                    <a:pt x="7740366" y="750745"/>
                  </a:lnTo>
                  <a:lnTo>
                    <a:pt x="7825151" y="750859"/>
                  </a:lnTo>
                  <a:lnTo>
                    <a:pt x="7897980" y="750945"/>
                  </a:lnTo>
                  <a:lnTo>
                    <a:pt x="7955421" y="751005"/>
                  </a:lnTo>
                  <a:lnTo>
                    <a:pt x="7995840" y="751043"/>
                  </a:lnTo>
                  <a:lnTo>
                    <a:pt x="8019887" y="751064"/>
                  </a:lnTo>
                  <a:lnTo>
                    <a:pt x="8030537" y="751072"/>
                  </a:lnTo>
                  <a:lnTo>
                    <a:pt x="8032819" y="751073"/>
                  </a:lnTo>
                  <a:lnTo>
                    <a:pt x="8554953" y="751073"/>
                  </a:lnTo>
                  <a:lnTo>
                    <a:pt x="8554953" y="745426"/>
                  </a:lnTo>
                  <a:lnTo>
                    <a:pt x="8032819" y="745426"/>
                  </a:lnTo>
                  <a:lnTo>
                    <a:pt x="8031549" y="745425"/>
                  </a:lnTo>
                  <a:lnTo>
                    <a:pt x="8023248" y="745419"/>
                  </a:lnTo>
                  <a:lnTo>
                    <a:pt x="8002496" y="745402"/>
                  </a:lnTo>
                  <a:lnTo>
                    <a:pt x="7965837" y="745368"/>
                  </a:lnTo>
                  <a:lnTo>
                    <a:pt x="7912093" y="745313"/>
                  </a:lnTo>
                  <a:lnTo>
                    <a:pt x="7842422" y="745233"/>
                  </a:lnTo>
                  <a:lnTo>
                    <a:pt x="7759921" y="745126"/>
                  </a:lnTo>
                  <a:lnTo>
                    <a:pt x="7668849" y="744990"/>
                  </a:lnTo>
                  <a:lnTo>
                    <a:pt x="7573722" y="744828"/>
                  </a:lnTo>
                  <a:lnTo>
                    <a:pt x="7478563" y="744638"/>
                  </a:lnTo>
                  <a:lnTo>
                    <a:pt x="7386456" y="744422"/>
                  </a:lnTo>
                  <a:lnTo>
                    <a:pt x="7299416" y="744178"/>
                  </a:lnTo>
                  <a:lnTo>
                    <a:pt x="7218486" y="743907"/>
                  </a:lnTo>
                  <a:lnTo>
                    <a:pt x="7143936" y="743604"/>
                  </a:lnTo>
                  <a:lnTo>
                    <a:pt x="7075481" y="743266"/>
                  </a:lnTo>
                  <a:lnTo>
                    <a:pt x="7012483" y="742888"/>
                  </a:lnTo>
                  <a:lnTo>
                    <a:pt x="6954102" y="742464"/>
                  </a:lnTo>
                  <a:lnTo>
                    <a:pt x="6899406" y="741988"/>
                  </a:lnTo>
                  <a:lnTo>
                    <a:pt x="6847461" y="741455"/>
                  </a:lnTo>
                  <a:lnTo>
                    <a:pt x="6797409" y="740860"/>
                  </a:lnTo>
                  <a:lnTo>
                    <a:pt x="6786527" y="740720"/>
                  </a:lnTo>
                  <a:lnTo>
                    <a:pt x="6732272" y="739967"/>
                  </a:lnTo>
                  <a:lnTo>
                    <a:pt x="6678540" y="739135"/>
                  </a:lnTo>
                  <a:lnTo>
                    <a:pt x="6624742" y="738222"/>
                  </a:lnTo>
                  <a:lnTo>
                    <a:pt x="6570487" y="737229"/>
                  </a:lnTo>
                  <a:lnTo>
                    <a:pt x="6515556" y="736164"/>
                  </a:lnTo>
                  <a:lnTo>
                    <a:pt x="6459875" y="735033"/>
                  </a:lnTo>
                  <a:lnTo>
                    <a:pt x="6403503" y="733850"/>
                  </a:lnTo>
                  <a:lnTo>
                    <a:pt x="6346600" y="732629"/>
                  </a:lnTo>
                  <a:lnTo>
                    <a:pt x="6289403" y="731389"/>
                  </a:lnTo>
                  <a:lnTo>
                    <a:pt x="6232187" y="730147"/>
                  </a:lnTo>
                  <a:lnTo>
                    <a:pt x="6175231" y="728923"/>
                  </a:lnTo>
                  <a:lnTo>
                    <a:pt x="6118779" y="727734"/>
                  </a:lnTo>
                  <a:lnTo>
                    <a:pt x="6063003" y="726596"/>
                  </a:lnTo>
                  <a:lnTo>
                    <a:pt x="6007975" y="725521"/>
                  </a:lnTo>
                  <a:lnTo>
                    <a:pt x="5953642" y="724519"/>
                  </a:lnTo>
                  <a:lnTo>
                    <a:pt x="5899803" y="723596"/>
                  </a:lnTo>
                  <a:lnTo>
                    <a:pt x="5846090" y="722753"/>
                  </a:lnTo>
                  <a:lnTo>
                    <a:pt x="5791944" y="721990"/>
                  </a:lnTo>
                  <a:lnTo>
                    <a:pt x="5784835" y="721896"/>
                  </a:lnTo>
                  <a:lnTo>
                    <a:pt x="5735101" y="721287"/>
                  </a:lnTo>
                  <a:lnTo>
                    <a:pt x="5683644" y="720741"/>
                  </a:lnTo>
                  <a:lnTo>
                    <a:pt x="5629635" y="720253"/>
                  </a:lnTo>
                  <a:lnTo>
                    <a:pt x="5572150" y="719818"/>
                  </a:lnTo>
                  <a:lnTo>
                    <a:pt x="5510250" y="719430"/>
                  </a:lnTo>
                  <a:lnTo>
                    <a:pt x="5443066" y="719084"/>
                  </a:lnTo>
                  <a:lnTo>
                    <a:pt x="5369902" y="718774"/>
                  </a:lnTo>
                  <a:lnTo>
                    <a:pt x="5290382" y="718495"/>
                  </a:lnTo>
                  <a:lnTo>
                    <a:pt x="5204634" y="718246"/>
                  </a:lnTo>
                  <a:lnTo>
                    <a:pt x="5113510" y="718024"/>
                  </a:lnTo>
                  <a:lnTo>
                    <a:pt x="5018797" y="717828"/>
                  </a:lnTo>
                  <a:lnTo>
                    <a:pt x="4923346" y="717660"/>
                  </a:lnTo>
                  <a:lnTo>
                    <a:pt x="4830996" y="717518"/>
                  </a:lnTo>
                  <a:lnTo>
                    <a:pt x="4746211" y="717405"/>
                  </a:lnTo>
                  <a:lnTo>
                    <a:pt x="4673382" y="717319"/>
                  </a:lnTo>
                  <a:lnTo>
                    <a:pt x="4615941" y="717258"/>
                  </a:lnTo>
                  <a:lnTo>
                    <a:pt x="4575522" y="717220"/>
                  </a:lnTo>
                  <a:lnTo>
                    <a:pt x="4551475" y="717200"/>
                  </a:lnTo>
                  <a:lnTo>
                    <a:pt x="4540825" y="717192"/>
                  </a:lnTo>
                  <a:lnTo>
                    <a:pt x="4538543" y="717190"/>
                  </a:lnTo>
                  <a:lnTo>
                    <a:pt x="4016409" y="717190"/>
                  </a:lnTo>
                  <a:lnTo>
                    <a:pt x="4015148" y="717168"/>
                  </a:lnTo>
                  <a:lnTo>
                    <a:pt x="4006901" y="717012"/>
                  </a:lnTo>
                  <a:lnTo>
                    <a:pt x="3986280" y="716580"/>
                  </a:lnTo>
                  <a:lnTo>
                    <a:pt x="3949839" y="715732"/>
                  </a:lnTo>
                  <a:lnTo>
                    <a:pt x="3896390" y="714343"/>
                  </a:lnTo>
                  <a:lnTo>
                    <a:pt x="3827062" y="712320"/>
                  </a:lnTo>
                  <a:lnTo>
                    <a:pt x="3744909" y="709609"/>
                  </a:lnTo>
                  <a:lnTo>
                    <a:pt x="3654152" y="706193"/>
                  </a:lnTo>
                  <a:lnTo>
                    <a:pt x="3559280" y="702080"/>
                  </a:lnTo>
                  <a:lnTo>
                    <a:pt x="3464302" y="697287"/>
                  </a:lnTo>
                  <a:lnTo>
                    <a:pt x="3372303" y="691823"/>
                  </a:lnTo>
                  <a:lnTo>
                    <a:pt x="3285312" y="685677"/>
                  </a:lnTo>
                  <a:lnTo>
                    <a:pt x="3204386" y="678813"/>
                  </a:lnTo>
                  <a:lnTo>
                    <a:pt x="3129812" y="671162"/>
                  </a:lnTo>
                  <a:lnTo>
                    <a:pt x="3061320" y="662629"/>
                  </a:lnTo>
                  <a:lnTo>
                    <a:pt x="2998288" y="653089"/>
                  </a:lnTo>
                  <a:lnTo>
                    <a:pt x="2939883" y="642398"/>
                  </a:lnTo>
                  <a:lnTo>
                    <a:pt x="2885183" y="630399"/>
                  </a:lnTo>
                  <a:lnTo>
                    <a:pt x="2833259" y="616947"/>
                  </a:lnTo>
                  <a:lnTo>
                    <a:pt x="2783254" y="601938"/>
                  </a:lnTo>
                  <a:lnTo>
                    <a:pt x="2770117" y="597658"/>
                  </a:lnTo>
                  <a:lnTo>
                    <a:pt x="2718553" y="579542"/>
                  </a:lnTo>
                  <a:lnTo>
                    <a:pt x="2667491" y="559600"/>
                  </a:lnTo>
                  <a:lnTo>
                    <a:pt x="2616412" y="537803"/>
                  </a:lnTo>
                  <a:lnTo>
                    <a:pt x="2564963" y="514185"/>
                  </a:lnTo>
                  <a:lnTo>
                    <a:pt x="2512930" y="488849"/>
                  </a:lnTo>
                  <a:lnTo>
                    <a:pt x="2460225" y="461968"/>
                  </a:lnTo>
                  <a:lnTo>
                    <a:pt x="2406868" y="433790"/>
                  </a:lnTo>
                  <a:lnTo>
                    <a:pt x="2352972" y="404627"/>
                  </a:lnTo>
                  <a:lnTo>
                    <a:pt x="2298717" y="374841"/>
                  </a:lnTo>
                  <a:lnTo>
                    <a:pt x="2244332" y="344834"/>
                  </a:lnTo>
                  <a:lnTo>
                    <a:pt x="2190058" y="315014"/>
                  </a:lnTo>
                  <a:lnTo>
                    <a:pt x="2136124" y="285785"/>
                  </a:lnTo>
                  <a:lnTo>
                    <a:pt x="2082717" y="257512"/>
                  </a:lnTo>
                  <a:lnTo>
                    <a:pt x="2029956" y="230514"/>
                  </a:lnTo>
                  <a:lnTo>
                    <a:pt x="1977869" y="205042"/>
                  </a:lnTo>
                  <a:lnTo>
                    <a:pt x="1926378" y="181277"/>
                  </a:lnTo>
                  <a:lnTo>
                    <a:pt x="1875280" y="159327"/>
                  </a:lnTo>
                  <a:lnTo>
                    <a:pt x="1824233" y="139231"/>
                  </a:lnTo>
                  <a:lnTo>
                    <a:pt x="1772735" y="120966"/>
                  </a:lnTo>
                  <a:lnTo>
                    <a:pt x="1768425" y="119531"/>
                  </a:lnTo>
                  <a:lnTo>
                    <a:pt x="1718806" y="104100"/>
                  </a:lnTo>
                  <a:lnTo>
                    <a:pt x="1667474" y="90239"/>
                  </a:lnTo>
                  <a:lnTo>
                    <a:pt x="1613606" y="77865"/>
                  </a:lnTo>
                  <a:lnTo>
                    <a:pt x="1556284" y="66840"/>
                  </a:lnTo>
                  <a:lnTo>
                    <a:pt x="1494575" y="57007"/>
                  </a:lnTo>
                  <a:lnTo>
                    <a:pt x="1427615" y="48218"/>
                  </a:lnTo>
                  <a:lnTo>
                    <a:pt x="1354711" y="40342"/>
                  </a:lnTo>
                  <a:lnTo>
                    <a:pt x="1275482" y="33275"/>
                  </a:lnTo>
                  <a:lnTo>
                    <a:pt x="1190045" y="26942"/>
                  </a:lnTo>
                  <a:lnTo>
                    <a:pt x="1099229" y="21298"/>
                  </a:lnTo>
                  <a:lnTo>
                    <a:pt x="1004789" y="16325"/>
                  </a:lnTo>
                  <a:lnTo>
                    <a:pt x="909529" y="12029"/>
                  </a:lnTo>
                  <a:lnTo>
                    <a:pt x="817241" y="8425"/>
                  </a:lnTo>
                  <a:lnTo>
                    <a:pt x="732348" y="5526"/>
                  </a:lnTo>
                  <a:lnTo>
                    <a:pt x="659227" y="3322"/>
                  </a:lnTo>
                  <a:lnTo>
                    <a:pt x="601333" y="1771"/>
                  </a:lnTo>
                  <a:lnTo>
                    <a:pt x="560364" y="790"/>
                  </a:lnTo>
                  <a:lnTo>
                    <a:pt x="535762" y="260"/>
                  </a:lnTo>
                  <a:lnTo>
                    <a:pt x="524660" y="44"/>
                  </a:lnTo>
                  <a:lnTo>
                    <a:pt x="5221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C1B3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1212" name="pl1212"/>
            <p:cNvSpPr/>
            <p:nvPr/>
          </p:nvSpPr>
          <p:spPr>
            <a:xfrm>
              <a:off x="386606" y="4483493"/>
              <a:ext cx="8554953" cy="745426"/>
            </a:xfrm>
            <a:custGeom>
              <a:avLst/>
              <a:pathLst>
                <a:path w="8554953" h="745426">
                  <a:moveTo>
                    <a:pt x="0" y="0"/>
                  </a:moveTo>
                  <a:lnTo>
                    <a:pt x="522133" y="0"/>
                  </a:lnTo>
                  <a:lnTo>
                    <a:pt x="523394" y="21"/>
                  </a:lnTo>
                  <a:lnTo>
                    <a:pt x="531641" y="178"/>
                  </a:lnTo>
                  <a:lnTo>
                    <a:pt x="552262" y="609"/>
                  </a:lnTo>
                  <a:lnTo>
                    <a:pt x="588703" y="1458"/>
                  </a:lnTo>
                  <a:lnTo>
                    <a:pt x="642152" y="2847"/>
                  </a:lnTo>
                  <a:lnTo>
                    <a:pt x="711480" y="4870"/>
                  </a:lnTo>
                  <a:lnTo>
                    <a:pt x="793633" y="7581"/>
                  </a:lnTo>
                  <a:lnTo>
                    <a:pt x="884390" y="10997"/>
                  </a:lnTo>
                  <a:lnTo>
                    <a:pt x="979262" y="15110"/>
                  </a:lnTo>
                  <a:lnTo>
                    <a:pt x="1074241" y="19903"/>
                  </a:lnTo>
                  <a:lnTo>
                    <a:pt x="1166239" y="25367"/>
                  </a:lnTo>
                  <a:lnTo>
                    <a:pt x="1253230" y="31513"/>
                  </a:lnTo>
                  <a:lnTo>
                    <a:pt x="1334156" y="38377"/>
                  </a:lnTo>
                  <a:lnTo>
                    <a:pt x="1408731" y="46028"/>
                  </a:lnTo>
                  <a:lnTo>
                    <a:pt x="1477222" y="54561"/>
                  </a:lnTo>
                  <a:lnTo>
                    <a:pt x="1540254" y="64101"/>
                  </a:lnTo>
                  <a:lnTo>
                    <a:pt x="1598659" y="74792"/>
                  </a:lnTo>
                  <a:lnTo>
                    <a:pt x="1653359" y="86790"/>
                  </a:lnTo>
                  <a:lnTo>
                    <a:pt x="1705283" y="100242"/>
                  </a:lnTo>
                  <a:lnTo>
                    <a:pt x="1755288" y="115251"/>
                  </a:lnTo>
                  <a:lnTo>
                    <a:pt x="1768425" y="119531"/>
                  </a:lnTo>
                  <a:lnTo>
                    <a:pt x="1819989" y="137647"/>
                  </a:lnTo>
                  <a:lnTo>
                    <a:pt x="1871051" y="157590"/>
                  </a:lnTo>
                  <a:lnTo>
                    <a:pt x="1922130" y="179387"/>
                  </a:lnTo>
                  <a:lnTo>
                    <a:pt x="1973579" y="203005"/>
                  </a:lnTo>
                  <a:lnTo>
                    <a:pt x="2025612" y="228341"/>
                  </a:lnTo>
                  <a:lnTo>
                    <a:pt x="2078317" y="255222"/>
                  </a:lnTo>
                  <a:lnTo>
                    <a:pt x="2131674" y="283399"/>
                  </a:lnTo>
                  <a:lnTo>
                    <a:pt x="2185571" y="312563"/>
                  </a:lnTo>
                  <a:lnTo>
                    <a:pt x="2239825" y="342348"/>
                  </a:lnTo>
                  <a:lnTo>
                    <a:pt x="2294210" y="372356"/>
                  </a:lnTo>
                  <a:lnTo>
                    <a:pt x="2348484" y="402175"/>
                  </a:lnTo>
                  <a:lnTo>
                    <a:pt x="2402418" y="431405"/>
                  </a:lnTo>
                  <a:lnTo>
                    <a:pt x="2455825" y="459677"/>
                  </a:lnTo>
                  <a:lnTo>
                    <a:pt x="2508586" y="486676"/>
                  </a:lnTo>
                  <a:lnTo>
                    <a:pt x="2560673" y="512148"/>
                  </a:lnTo>
                  <a:lnTo>
                    <a:pt x="2612165" y="535913"/>
                  </a:lnTo>
                  <a:lnTo>
                    <a:pt x="2663262" y="557863"/>
                  </a:lnTo>
                  <a:lnTo>
                    <a:pt x="2714309" y="577959"/>
                  </a:lnTo>
                  <a:lnTo>
                    <a:pt x="2765807" y="596224"/>
                  </a:lnTo>
                  <a:lnTo>
                    <a:pt x="2770117" y="597658"/>
                  </a:lnTo>
                  <a:lnTo>
                    <a:pt x="2819736" y="613090"/>
                  </a:lnTo>
                  <a:lnTo>
                    <a:pt x="2871068" y="626951"/>
                  </a:lnTo>
                  <a:lnTo>
                    <a:pt x="2924936" y="639325"/>
                  </a:lnTo>
                  <a:lnTo>
                    <a:pt x="2982258" y="650350"/>
                  </a:lnTo>
                  <a:lnTo>
                    <a:pt x="3043967" y="660183"/>
                  </a:lnTo>
                  <a:lnTo>
                    <a:pt x="3110927" y="668972"/>
                  </a:lnTo>
                  <a:lnTo>
                    <a:pt x="3183831" y="676848"/>
                  </a:lnTo>
                  <a:lnTo>
                    <a:pt x="3263060" y="683915"/>
                  </a:lnTo>
                  <a:lnTo>
                    <a:pt x="3348497" y="690248"/>
                  </a:lnTo>
                  <a:lnTo>
                    <a:pt x="3439313" y="695892"/>
                  </a:lnTo>
                  <a:lnTo>
                    <a:pt x="3533753" y="700864"/>
                  </a:lnTo>
                  <a:lnTo>
                    <a:pt x="3629013" y="705161"/>
                  </a:lnTo>
                  <a:lnTo>
                    <a:pt x="3721302" y="708764"/>
                  </a:lnTo>
                  <a:lnTo>
                    <a:pt x="3806195" y="711664"/>
                  </a:lnTo>
                  <a:lnTo>
                    <a:pt x="3879315" y="713867"/>
                  </a:lnTo>
                  <a:lnTo>
                    <a:pt x="3937209" y="715418"/>
                  </a:lnTo>
                  <a:lnTo>
                    <a:pt x="3978179" y="716400"/>
                  </a:lnTo>
                  <a:lnTo>
                    <a:pt x="4002780" y="716930"/>
                  </a:lnTo>
                  <a:lnTo>
                    <a:pt x="4013882" y="717146"/>
                  </a:lnTo>
                  <a:lnTo>
                    <a:pt x="4016384" y="717190"/>
                  </a:lnTo>
                  <a:lnTo>
                    <a:pt x="4016409" y="717190"/>
                  </a:lnTo>
                  <a:lnTo>
                    <a:pt x="4538543" y="717190"/>
                  </a:lnTo>
                  <a:lnTo>
                    <a:pt x="4539813" y="717191"/>
                  </a:lnTo>
                  <a:lnTo>
                    <a:pt x="4548114" y="717197"/>
                  </a:lnTo>
                  <a:lnTo>
                    <a:pt x="4568866" y="717214"/>
                  </a:lnTo>
                  <a:lnTo>
                    <a:pt x="4605525" y="717248"/>
                  </a:lnTo>
                  <a:lnTo>
                    <a:pt x="4659269" y="717303"/>
                  </a:lnTo>
                  <a:lnTo>
                    <a:pt x="4728940" y="717383"/>
                  </a:lnTo>
                  <a:lnTo>
                    <a:pt x="4811441" y="717491"/>
                  </a:lnTo>
                  <a:lnTo>
                    <a:pt x="4902513" y="717626"/>
                  </a:lnTo>
                  <a:lnTo>
                    <a:pt x="4997640" y="717789"/>
                  </a:lnTo>
                  <a:lnTo>
                    <a:pt x="5092799" y="717978"/>
                  </a:lnTo>
                  <a:lnTo>
                    <a:pt x="5184906" y="718195"/>
                  </a:lnTo>
                  <a:lnTo>
                    <a:pt x="5271946" y="718438"/>
                  </a:lnTo>
                  <a:lnTo>
                    <a:pt x="5352875" y="718710"/>
                  </a:lnTo>
                  <a:lnTo>
                    <a:pt x="5427426" y="719013"/>
                  </a:lnTo>
                  <a:lnTo>
                    <a:pt x="5495881" y="719351"/>
                  </a:lnTo>
                  <a:lnTo>
                    <a:pt x="5558879" y="719728"/>
                  </a:lnTo>
                  <a:lnTo>
                    <a:pt x="5617260" y="720152"/>
                  </a:lnTo>
                  <a:lnTo>
                    <a:pt x="5671956" y="720628"/>
                  </a:lnTo>
                  <a:lnTo>
                    <a:pt x="5723901" y="721161"/>
                  </a:lnTo>
                  <a:lnTo>
                    <a:pt x="5773952" y="721756"/>
                  </a:lnTo>
                  <a:lnTo>
                    <a:pt x="5784835" y="721896"/>
                  </a:lnTo>
                  <a:lnTo>
                    <a:pt x="5839090" y="722649"/>
                  </a:lnTo>
                  <a:lnTo>
                    <a:pt x="5892822" y="723481"/>
                  </a:lnTo>
                  <a:lnTo>
                    <a:pt x="5946620" y="724395"/>
                  </a:lnTo>
                  <a:lnTo>
                    <a:pt x="6000875" y="725387"/>
                  </a:lnTo>
                  <a:lnTo>
                    <a:pt x="6055806" y="726453"/>
                  </a:lnTo>
                  <a:lnTo>
                    <a:pt x="6111487" y="727583"/>
                  </a:lnTo>
                  <a:lnTo>
                    <a:pt x="6167859" y="728766"/>
                  </a:lnTo>
                  <a:lnTo>
                    <a:pt x="6224762" y="729987"/>
                  </a:lnTo>
                  <a:lnTo>
                    <a:pt x="6281959" y="731227"/>
                  </a:lnTo>
                  <a:lnTo>
                    <a:pt x="6339175" y="732469"/>
                  </a:lnTo>
                  <a:lnTo>
                    <a:pt x="6396131" y="733693"/>
                  </a:lnTo>
                  <a:lnTo>
                    <a:pt x="6452583" y="734882"/>
                  </a:lnTo>
                  <a:lnTo>
                    <a:pt x="6508359" y="736020"/>
                  </a:lnTo>
                  <a:lnTo>
                    <a:pt x="6563387" y="737095"/>
                  </a:lnTo>
                  <a:lnTo>
                    <a:pt x="6617720" y="738097"/>
                  </a:lnTo>
                  <a:lnTo>
                    <a:pt x="6671559" y="739021"/>
                  </a:lnTo>
                  <a:lnTo>
                    <a:pt x="6725272" y="739864"/>
                  </a:lnTo>
                  <a:lnTo>
                    <a:pt x="6779418" y="740627"/>
                  </a:lnTo>
                  <a:lnTo>
                    <a:pt x="6786527" y="740720"/>
                  </a:lnTo>
                  <a:lnTo>
                    <a:pt x="6836261" y="741329"/>
                  </a:lnTo>
                  <a:lnTo>
                    <a:pt x="6887718" y="741876"/>
                  </a:lnTo>
                  <a:lnTo>
                    <a:pt x="6941727" y="742364"/>
                  </a:lnTo>
                  <a:lnTo>
                    <a:pt x="6999212" y="742798"/>
                  </a:lnTo>
                  <a:lnTo>
                    <a:pt x="7061112" y="743186"/>
                  </a:lnTo>
                  <a:lnTo>
                    <a:pt x="7128296" y="743532"/>
                  </a:lnTo>
                  <a:lnTo>
                    <a:pt x="7201460" y="743842"/>
                  </a:lnTo>
                  <a:lnTo>
                    <a:pt x="7280980" y="744121"/>
                  </a:lnTo>
                  <a:lnTo>
                    <a:pt x="7366727" y="744370"/>
                  </a:lnTo>
                  <a:lnTo>
                    <a:pt x="7457852" y="744592"/>
                  </a:lnTo>
                  <a:lnTo>
                    <a:pt x="7552565" y="744788"/>
                  </a:lnTo>
                  <a:lnTo>
                    <a:pt x="7648016" y="744957"/>
                  </a:lnTo>
                  <a:lnTo>
                    <a:pt x="7740366" y="745098"/>
                  </a:lnTo>
                  <a:lnTo>
                    <a:pt x="7825151" y="745212"/>
                  </a:lnTo>
                  <a:lnTo>
                    <a:pt x="7897980" y="745298"/>
                  </a:lnTo>
                  <a:lnTo>
                    <a:pt x="7955421" y="745358"/>
                  </a:lnTo>
                  <a:lnTo>
                    <a:pt x="7995840" y="745396"/>
                  </a:lnTo>
                  <a:lnTo>
                    <a:pt x="8019887" y="745416"/>
                  </a:lnTo>
                  <a:lnTo>
                    <a:pt x="8030537" y="745425"/>
                  </a:lnTo>
                  <a:lnTo>
                    <a:pt x="8032805" y="745426"/>
                  </a:lnTo>
                  <a:lnTo>
                    <a:pt x="8032819" y="745426"/>
                  </a:lnTo>
                  <a:lnTo>
                    <a:pt x="8554953" y="745426"/>
                  </a:lnTo>
                  <a:lnTo>
                    <a:pt x="8554953" y="745426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213" name="pl1213"/>
            <p:cNvSpPr/>
            <p:nvPr/>
          </p:nvSpPr>
          <p:spPr>
            <a:xfrm>
              <a:off x="386606" y="4477846"/>
              <a:ext cx="8554953" cy="745426"/>
            </a:xfrm>
            <a:custGeom>
              <a:avLst/>
              <a:pathLst>
                <a:path w="8554953" h="745426">
                  <a:moveTo>
                    <a:pt x="8554953" y="745426"/>
                  </a:moveTo>
                  <a:lnTo>
                    <a:pt x="8032819" y="745426"/>
                  </a:lnTo>
                  <a:lnTo>
                    <a:pt x="8031549" y="745425"/>
                  </a:lnTo>
                  <a:lnTo>
                    <a:pt x="8023248" y="745419"/>
                  </a:lnTo>
                  <a:lnTo>
                    <a:pt x="8002496" y="745402"/>
                  </a:lnTo>
                  <a:lnTo>
                    <a:pt x="7965837" y="745368"/>
                  </a:lnTo>
                  <a:lnTo>
                    <a:pt x="7912093" y="745313"/>
                  </a:lnTo>
                  <a:lnTo>
                    <a:pt x="7842422" y="745233"/>
                  </a:lnTo>
                  <a:lnTo>
                    <a:pt x="7759921" y="745126"/>
                  </a:lnTo>
                  <a:lnTo>
                    <a:pt x="7668849" y="744990"/>
                  </a:lnTo>
                  <a:lnTo>
                    <a:pt x="7573722" y="744828"/>
                  </a:lnTo>
                  <a:lnTo>
                    <a:pt x="7478563" y="744638"/>
                  </a:lnTo>
                  <a:lnTo>
                    <a:pt x="7386456" y="744422"/>
                  </a:lnTo>
                  <a:lnTo>
                    <a:pt x="7299416" y="744178"/>
                  </a:lnTo>
                  <a:lnTo>
                    <a:pt x="7218486" y="743907"/>
                  </a:lnTo>
                  <a:lnTo>
                    <a:pt x="7143936" y="743604"/>
                  </a:lnTo>
                  <a:lnTo>
                    <a:pt x="7075481" y="743266"/>
                  </a:lnTo>
                  <a:lnTo>
                    <a:pt x="7012483" y="742888"/>
                  </a:lnTo>
                  <a:lnTo>
                    <a:pt x="6954102" y="742464"/>
                  </a:lnTo>
                  <a:lnTo>
                    <a:pt x="6899406" y="741988"/>
                  </a:lnTo>
                  <a:lnTo>
                    <a:pt x="6847461" y="741455"/>
                  </a:lnTo>
                  <a:lnTo>
                    <a:pt x="6797409" y="740860"/>
                  </a:lnTo>
                  <a:lnTo>
                    <a:pt x="6786527" y="740720"/>
                  </a:lnTo>
                  <a:lnTo>
                    <a:pt x="6732272" y="739967"/>
                  </a:lnTo>
                  <a:lnTo>
                    <a:pt x="6678540" y="739135"/>
                  </a:lnTo>
                  <a:lnTo>
                    <a:pt x="6624742" y="738222"/>
                  </a:lnTo>
                  <a:lnTo>
                    <a:pt x="6570487" y="737229"/>
                  </a:lnTo>
                  <a:lnTo>
                    <a:pt x="6515556" y="736164"/>
                  </a:lnTo>
                  <a:lnTo>
                    <a:pt x="6459875" y="735033"/>
                  </a:lnTo>
                  <a:lnTo>
                    <a:pt x="6403503" y="733850"/>
                  </a:lnTo>
                  <a:lnTo>
                    <a:pt x="6346600" y="732629"/>
                  </a:lnTo>
                  <a:lnTo>
                    <a:pt x="6289403" y="731389"/>
                  </a:lnTo>
                  <a:lnTo>
                    <a:pt x="6232187" y="730147"/>
                  </a:lnTo>
                  <a:lnTo>
                    <a:pt x="6175231" y="728923"/>
                  </a:lnTo>
                  <a:lnTo>
                    <a:pt x="6118779" y="727734"/>
                  </a:lnTo>
                  <a:lnTo>
                    <a:pt x="6063003" y="726596"/>
                  </a:lnTo>
                  <a:lnTo>
                    <a:pt x="6007975" y="725521"/>
                  </a:lnTo>
                  <a:lnTo>
                    <a:pt x="5953642" y="724519"/>
                  </a:lnTo>
                  <a:lnTo>
                    <a:pt x="5899803" y="723596"/>
                  </a:lnTo>
                  <a:lnTo>
                    <a:pt x="5846090" y="722753"/>
                  </a:lnTo>
                  <a:lnTo>
                    <a:pt x="5791944" y="721990"/>
                  </a:lnTo>
                  <a:lnTo>
                    <a:pt x="5784835" y="721896"/>
                  </a:lnTo>
                  <a:lnTo>
                    <a:pt x="5735101" y="721287"/>
                  </a:lnTo>
                  <a:lnTo>
                    <a:pt x="5683644" y="720741"/>
                  </a:lnTo>
                  <a:lnTo>
                    <a:pt x="5629635" y="720253"/>
                  </a:lnTo>
                  <a:lnTo>
                    <a:pt x="5572150" y="719818"/>
                  </a:lnTo>
                  <a:lnTo>
                    <a:pt x="5510250" y="719430"/>
                  </a:lnTo>
                  <a:lnTo>
                    <a:pt x="5443066" y="719084"/>
                  </a:lnTo>
                  <a:lnTo>
                    <a:pt x="5369902" y="718774"/>
                  </a:lnTo>
                  <a:lnTo>
                    <a:pt x="5290382" y="718495"/>
                  </a:lnTo>
                  <a:lnTo>
                    <a:pt x="5204634" y="718246"/>
                  </a:lnTo>
                  <a:lnTo>
                    <a:pt x="5113510" y="718024"/>
                  </a:lnTo>
                  <a:lnTo>
                    <a:pt x="5018797" y="717828"/>
                  </a:lnTo>
                  <a:lnTo>
                    <a:pt x="4923346" y="717660"/>
                  </a:lnTo>
                  <a:lnTo>
                    <a:pt x="4830996" y="717518"/>
                  </a:lnTo>
                  <a:lnTo>
                    <a:pt x="4746211" y="717405"/>
                  </a:lnTo>
                  <a:lnTo>
                    <a:pt x="4673382" y="717319"/>
                  </a:lnTo>
                  <a:lnTo>
                    <a:pt x="4615941" y="717258"/>
                  </a:lnTo>
                  <a:lnTo>
                    <a:pt x="4575522" y="717220"/>
                  </a:lnTo>
                  <a:lnTo>
                    <a:pt x="4551475" y="717200"/>
                  </a:lnTo>
                  <a:lnTo>
                    <a:pt x="4540825" y="717192"/>
                  </a:lnTo>
                  <a:lnTo>
                    <a:pt x="4538557" y="717190"/>
                  </a:lnTo>
                  <a:lnTo>
                    <a:pt x="4538543" y="717190"/>
                  </a:lnTo>
                  <a:lnTo>
                    <a:pt x="4016409" y="717190"/>
                  </a:lnTo>
                  <a:lnTo>
                    <a:pt x="4015148" y="717168"/>
                  </a:lnTo>
                  <a:lnTo>
                    <a:pt x="4006901" y="717012"/>
                  </a:lnTo>
                  <a:lnTo>
                    <a:pt x="3986280" y="716580"/>
                  </a:lnTo>
                  <a:lnTo>
                    <a:pt x="3949839" y="715732"/>
                  </a:lnTo>
                  <a:lnTo>
                    <a:pt x="3896390" y="714343"/>
                  </a:lnTo>
                  <a:lnTo>
                    <a:pt x="3827062" y="712320"/>
                  </a:lnTo>
                  <a:lnTo>
                    <a:pt x="3744909" y="709609"/>
                  </a:lnTo>
                  <a:lnTo>
                    <a:pt x="3654152" y="706193"/>
                  </a:lnTo>
                  <a:lnTo>
                    <a:pt x="3559280" y="702080"/>
                  </a:lnTo>
                  <a:lnTo>
                    <a:pt x="3464302" y="697287"/>
                  </a:lnTo>
                  <a:lnTo>
                    <a:pt x="3372303" y="691823"/>
                  </a:lnTo>
                  <a:lnTo>
                    <a:pt x="3285312" y="685677"/>
                  </a:lnTo>
                  <a:lnTo>
                    <a:pt x="3204386" y="678813"/>
                  </a:lnTo>
                  <a:lnTo>
                    <a:pt x="3129812" y="671162"/>
                  </a:lnTo>
                  <a:lnTo>
                    <a:pt x="3061320" y="662629"/>
                  </a:lnTo>
                  <a:lnTo>
                    <a:pt x="2998288" y="653089"/>
                  </a:lnTo>
                  <a:lnTo>
                    <a:pt x="2939883" y="642398"/>
                  </a:lnTo>
                  <a:lnTo>
                    <a:pt x="2885183" y="630399"/>
                  </a:lnTo>
                  <a:lnTo>
                    <a:pt x="2833259" y="616947"/>
                  </a:lnTo>
                  <a:lnTo>
                    <a:pt x="2783254" y="601938"/>
                  </a:lnTo>
                  <a:lnTo>
                    <a:pt x="2770117" y="597658"/>
                  </a:lnTo>
                  <a:lnTo>
                    <a:pt x="2718553" y="579542"/>
                  </a:lnTo>
                  <a:lnTo>
                    <a:pt x="2667491" y="559600"/>
                  </a:lnTo>
                  <a:lnTo>
                    <a:pt x="2616412" y="537803"/>
                  </a:lnTo>
                  <a:lnTo>
                    <a:pt x="2564963" y="514185"/>
                  </a:lnTo>
                  <a:lnTo>
                    <a:pt x="2512930" y="488849"/>
                  </a:lnTo>
                  <a:lnTo>
                    <a:pt x="2460225" y="461968"/>
                  </a:lnTo>
                  <a:lnTo>
                    <a:pt x="2406868" y="433790"/>
                  </a:lnTo>
                  <a:lnTo>
                    <a:pt x="2352972" y="404627"/>
                  </a:lnTo>
                  <a:lnTo>
                    <a:pt x="2298717" y="374841"/>
                  </a:lnTo>
                  <a:lnTo>
                    <a:pt x="2244332" y="344834"/>
                  </a:lnTo>
                  <a:lnTo>
                    <a:pt x="2190058" y="315014"/>
                  </a:lnTo>
                  <a:lnTo>
                    <a:pt x="2136124" y="285785"/>
                  </a:lnTo>
                  <a:lnTo>
                    <a:pt x="2082717" y="257512"/>
                  </a:lnTo>
                  <a:lnTo>
                    <a:pt x="2029956" y="230514"/>
                  </a:lnTo>
                  <a:lnTo>
                    <a:pt x="1977869" y="205042"/>
                  </a:lnTo>
                  <a:lnTo>
                    <a:pt x="1926378" y="181277"/>
                  </a:lnTo>
                  <a:lnTo>
                    <a:pt x="1875280" y="159327"/>
                  </a:lnTo>
                  <a:lnTo>
                    <a:pt x="1824233" y="139231"/>
                  </a:lnTo>
                  <a:lnTo>
                    <a:pt x="1772735" y="120966"/>
                  </a:lnTo>
                  <a:lnTo>
                    <a:pt x="1768425" y="119531"/>
                  </a:lnTo>
                  <a:lnTo>
                    <a:pt x="1718806" y="104100"/>
                  </a:lnTo>
                  <a:lnTo>
                    <a:pt x="1667474" y="90239"/>
                  </a:lnTo>
                  <a:lnTo>
                    <a:pt x="1613606" y="77865"/>
                  </a:lnTo>
                  <a:lnTo>
                    <a:pt x="1556284" y="66840"/>
                  </a:lnTo>
                  <a:lnTo>
                    <a:pt x="1494575" y="57007"/>
                  </a:lnTo>
                  <a:lnTo>
                    <a:pt x="1427615" y="48218"/>
                  </a:lnTo>
                  <a:lnTo>
                    <a:pt x="1354711" y="40342"/>
                  </a:lnTo>
                  <a:lnTo>
                    <a:pt x="1275482" y="33275"/>
                  </a:lnTo>
                  <a:lnTo>
                    <a:pt x="1190045" y="26942"/>
                  </a:lnTo>
                  <a:lnTo>
                    <a:pt x="1099229" y="21298"/>
                  </a:lnTo>
                  <a:lnTo>
                    <a:pt x="1004789" y="16325"/>
                  </a:lnTo>
                  <a:lnTo>
                    <a:pt x="909529" y="12029"/>
                  </a:lnTo>
                  <a:lnTo>
                    <a:pt x="817241" y="8425"/>
                  </a:lnTo>
                  <a:lnTo>
                    <a:pt x="732348" y="5526"/>
                  </a:lnTo>
                  <a:lnTo>
                    <a:pt x="659227" y="3322"/>
                  </a:lnTo>
                  <a:lnTo>
                    <a:pt x="601333" y="1771"/>
                  </a:lnTo>
                  <a:lnTo>
                    <a:pt x="560364" y="790"/>
                  </a:lnTo>
                  <a:lnTo>
                    <a:pt x="535762" y="260"/>
                  </a:lnTo>
                  <a:lnTo>
                    <a:pt x="524660" y="44"/>
                  </a:lnTo>
                  <a:lnTo>
                    <a:pt x="522158" y="0"/>
                  </a:lnTo>
                  <a:lnTo>
                    <a:pt x="522133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214" name="pg1214"/>
            <p:cNvSpPr/>
            <p:nvPr/>
          </p:nvSpPr>
          <p:spPr>
            <a:xfrm>
              <a:off x="386606" y="3416177"/>
              <a:ext cx="8554953" cy="982607"/>
            </a:xfrm>
            <a:custGeom>
              <a:avLst/>
              <a:pathLst>
                <a:path w="8554953" h="982607">
                  <a:moveTo>
                    <a:pt x="0" y="982607"/>
                  </a:moveTo>
                  <a:lnTo>
                    <a:pt x="522133" y="982607"/>
                  </a:lnTo>
                  <a:lnTo>
                    <a:pt x="523402" y="982603"/>
                  </a:lnTo>
                  <a:lnTo>
                    <a:pt x="531702" y="982573"/>
                  </a:lnTo>
                  <a:lnTo>
                    <a:pt x="552449" y="982491"/>
                  </a:lnTo>
                  <a:lnTo>
                    <a:pt x="589101" y="982330"/>
                  </a:lnTo>
                  <a:lnTo>
                    <a:pt x="642835" y="982066"/>
                  </a:lnTo>
                  <a:lnTo>
                    <a:pt x="712494" y="981681"/>
                  </a:lnTo>
                  <a:lnTo>
                    <a:pt x="794983" y="981166"/>
                  </a:lnTo>
                  <a:lnTo>
                    <a:pt x="886044" y="980516"/>
                  </a:lnTo>
                  <a:lnTo>
                    <a:pt x="981162" y="979735"/>
                  </a:lnTo>
                  <a:lnTo>
                    <a:pt x="1076315" y="978825"/>
                  </a:lnTo>
                  <a:lnTo>
                    <a:pt x="1168419" y="977787"/>
                  </a:lnTo>
                  <a:lnTo>
                    <a:pt x="1255457" y="976619"/>
                  </a:lnTo>
                  <a:lnTo>
                    <a:pt x="1336386" y="975315"/>
                  </a:lnTo>
                  <a:lnTo>
                    <a:pt x="1410938" y="973862"/>
                  </a:lnTo>
                  <a:lnTo>
                    <a:pt x="1479394" y="972240"/>
                  </a:lnTo>
                  <a:lnTo>
                    <a:pt x="1542393" y="970426"/>
                  </a:lnTo>
                  <a:lnTo>
                    <a:pt x="1600775" y="968393"/>
                  </a:lnTo>
                  <a:lnTo>
                    <a:pt x="1655471" y="966110"/>
                  </a:lnTo>
                  <a:lnTo>
                    <a:pt x="1707415" y="963551"/>
                  </a:lnTo>
                  <a:lnTo>
                    <a:pt x="1757465" y="960695"/>
                  </a:lnTo>
                  <a:lnTo>
                    <a:pt x="1768425" y="960019"/>
                  </a:lnTo>
                  <a:lnTo>
                    <a:pt x="1822575" y="956413"/>
                  </a:lnTo>
                  <a:lnTo>
                    <a:pt x="1876205" y="952426"/>
                  </a:lnTo>
                  <a:lnTo>
                    <a:pt x="1929897" y="948053"/>
                  </a:lnTo>
                  <a:lnTo>
                    <a:pt x="1984042" y="943302"/>
                  </a:lnTo>
                  <a:lnTo>
                    <a:pt x="2038861" y="938199"/>
                  </a:lnTo>
                  <a:lnTo>
                    <a:pt x="2094426" y="932786"/>
                  </a:lnTo>
                  <a:lnTo>
                    <a:pt x="2150681" y="927120"/>
                  </a:lnTo>
                  <a:lnTo>
                    <a:pt x="2207468" y="921275"/>
                  </a:lnTo>
                  <a:lnTo>
                    <a:pt x="2264552" y="915333"/>
                  </a:lnTo>
                  <a:lnTo>
                    <a:pt x="2321659" y="909384"/>
                  </a:lnTo>
                  <a:lnTo>
                    <a:pt x="2378512" y="903517"/>
                  </a:lnTo>
                  <a:lnTo>
                    <a:pt x="2434869" y="897817"/>
                  </a:lnTo>
                  <a:lnTo>
                    <a:pt x="2490555" y="892358"/>
                  </a:lnTo>
                  <a:lnTo>
                    <a:pt x="2545495" y="887200"/>
                  </a:lnTo>
                  <a:lnTo>
                    <a:pt x="2599741" y="882389"/>
                  </a:lnTo>
                  <a:lnTo>
                    <a:pt x="2653486" y="877952"/>
                  </a:lnTo>
                  <a:lnTo>
                    <a:pt x="2707091" y="873901"/>
                  </a:lnTo>
                  <a:lnTo>
                    <a:pt x="2761106" y="870234"/>
                  </a:lnTo>
                  <a:lnTo>
                    <a:pt x="2770117" y="869664"/>
                  </a:lnTo>
                  <a:lnTo>
                    <a:pt x="2819847" y="866742"/>
                  </a:lnTo>
                  <a:lnTo>
                    <a:pt x="2871300" y="864117"/>
                  </a:lnTo>
                  <a:lnTo>
                    <a:pt x="2925304" y="861775"/>
                  </a:lnTo>
                  <a:lnTo>
                    <a:pt x="2982783" y="859689"/>
                  </a:lnTo>
                  <a:lnTo>
                    <a:pt x="3044676" y="857829"/>
                  </a:lnTo>
                  <a:lnTo>
                    <a:pt x="3111853" y="856166"/>
                  </a:lnTo>
                  <a:lnTo>
                    <a:pt x="3185008" y="854677"/>
                  </a:lnTo>
                  <a:lnTo>
                    <a:pt x="3264518" y="853341"/>
                  </a:lnTo>
                  <a:lnTo>
                    <a:pt x="3350255" y="852144"/>
                  </a:lnTo>
                  <a:lnTo>
                    <a:pt x="3441369" y="851078"/>
                  </a:lnTo>
                  <a:lnTo>
                    <a:pt x="3536072" y="850139"/>
                  </a:lnTo>
                  <a:lnTo>
                    <a:pt x="3631517" y="849329"/>
                  </a:lnTo>
                  <a:lnTo>
                    <a:pt x="3723865" y="848650"/>
                  </a:lnTo>
                  <a:lnTo>
                    <a:pt x="3808654" y="848105"/>
                  </a:lnTo>
                  <a:lnTo>
                    <a:pt x="3881492" y="847691"/>
                  </a:lnTo>
                  <a:lnTo>
                    <a:pt x="3938950" y="847402"/>
                  </a:lnTo>
                  <a:lnTo>
                    <a:pt x="3979388" y="847219"/>
                  </a:lnTo>
                  <a:lnTo>
                    <a:pt x="4003453" y="847122"/>
                  </a:lnTo>
                  <a:lnTo>
                    <a:pt x="4014119" y="847083"/>
                  </a:lnTo>
                  <a:lnTo>
                    <a:pt x="4016409" y="847075"/>
                  </a:lnTo>
                  <a:lnTo>
                    <a:pt x="4538543" y="847075"/>
                  </a:lnTo>
                  <a:lnTo>
                    <a:pt x="4539801" y="847050"/>
                  </a:lnTo>
                  <a:lnTo>
                    <a:pt x="4548028" y="846867"/>
                  </a:lnTo>
                  <a:lnTo>
                    <a:pt x="4568600" y="846361"/>
                  </a:lnTo>
                  <a:lnTo>
                    <a:pt x="4604959" y="845369"/>
                  </a:lnTo>
                  <a:lnTo>
                    <a:pt x="4658297" y="843743"/>
                  </a:lnTo>
                  <a:lnTo>
                    <a:pt x="4727498" y="841375"/>
                  </a:lnTo>
                  <a:lnTo>
                    <a:pt x="4809521" y="838202"/>
                  </a:lnTo>
                  <a:lnTo>
                    <a:pt x="4900159" y="834203"/>
                  </a:lnTo>
                  <a:lnTo>
                    <a:pt x="4994936" y="829387"/>
                  </a:lnTo>
                  <a:lnTo>
                    <a:pt x="5089846" y="823775"/>
                  </a:lnTo>
                  <a:lnTo>
                    <a:pt x="5181804" y="817377"/>
                  </a:lnTo>
                  <a:lnTo>
                    <a:pt x="5268776" y="810181"/>
                  </a:lnTo>
                  <a:lnTo>
                    <a:pt x="5349700" y="802144"/>
                  </a:lnTo>
                  <a:lnTo>
                    <a:pt x="5424284" y="793187"/>
                  </a:lnTo>
                  <a:lnTo>
                    <a:pt x="5492788" y="783198"/>
                  </a:lnTo>
                  <a:lnTo>
                    <a:pt x="5555834" y="772032"/>
                  </a:lnTo>
                  <a:lnTo>
                    <a:pt x="5614248" y="759520"/>
                  </a:lnTo>
                  <a:lnTo>
                    <a:pt x="5668949" y="745479"/>
                  </a:lnTo>
                  <a:lnTo>
                    <a:pt x="5720866" y="729738"/>
                  </a:lnTo>
                  <a:lnTo>
                    <a:pt x="5770854" y="712176"/>
                  </a:lnTo>
                  <a:lnTo>
                    <a:pt x="5784835" y="706837"/>
                  </a:lnTo>
                  <a:lnTo>
                    <a:pt x="5835541" y="685956"/>
                  </a:lnTo>
                  <a:lnTo>
                    <a:pt x="5885754" y="663004"/>
                  </a:lnTo>
                  <a:lnTo>
                    <a:pt x="5935968" y="637948"/>
                  </a:lnTo>
                  <a:lnTo>
                    <a:pt x="5986527" y="610824"/>
                  </a:lnTo>
                  <a:lnTo>
                    <a:pt x="6037641" y="581739"/>
                  </a:lnTo>
                  <a:lnTo>
                    <a:pt x="6089403" y="550883"/>
                  </a:lnTo>
                  <a:lnTo>
                    <a:pt x="6141801" y="518523"/>
                  </a:lnTo>
                  <a:lnTo>
                    <a:pt x="6194738" y="485001"/>
                  </a:lnTo>
                  <a:lnTo>
                    <a:pt x="6248047" y="450715"/>
                  </a:lnTo>
                  <a:lnTo>
                    <a:pt x="6301517" y="416107"/>
                  </a:lnTo>
                  <a:lnTo>
                    <a:pt x="6354919" y="381635"/>
                  </a:lnTo>
                  <a:lnTo>
                    <a:pt x="6408031" y="347749"/>
                  </a:lnTo>
                  <a:lnTo>
                    <a:pt x="6460665" y="314871"/>
                  </a:lnTo>
                  <a:lnTo>
                    <a:pt x="6512693" y="283365"/>
                  </a:lnTo>
                  <a:lnTo>
                    <a:pt x="6564066" y="253531"/>
                  </a:lnTo>
                  <a:lnTo>
                    <a:pt x="6614833" y="225589"/>
                  </a:lnTo>
                  <a:lnTo>
                    <a:pt x="6665154" y="199682"/>
                  </a:lnTo>
                  <a:lnTo>
                    <a:pt x="6715317" y="175872"/>
                  </a:lnTo>
                  <a:lnTo>
                    <a:pt x="6765751" y="154154"/>
                  </a:lnTo>
                  <a:lnTo>
                    <a:pt x="6786527" y="145885"/>
                  </a:lnTo>
                  <a:lnTo>
                    <a:pt x="6836103" y="127795"/>
                  </a:lnTo>
                  <a:lnTo>
                    <a:pt x="6887388" y="111544"/>
                  </a:lnTo>
                  <a:lnTo>
                    <a:pt x="6941204" y="97036"/>
                  </a:lnTo>
                  <a:lnTo>
                    <a:pt x="6998465" y="84107"/>
                  </a:lnTo>
                  <a:lnTo>
                    <a:pt x="7060102" y="72576"/>
                  </a:lnTo>
                  <a:lnTo>
                    <a:pt x="7126978" y="62268"/>
                  </a:lnTo>
                  <a:lnTo>
                    <a:pt x="7199785" y="53030"/>
                  </a:lnTo>
                  <a:lnTo>
                    <a:pt x="7278906" y="44740"/>
                  </a:lnTo>
                  <a:lnTo>
                    <a:pt x="7364227" y="37311"/>
                  </a:lnTo>
                  <a:lnTo>
                    <a:pt x="7454927" y="30688"/>
                  </a:lnTo>
                  <a:lnTo>
                    <a:pt x="7549265" y="24852"/>
                  </a:lnTo>
                  <a:lnTo>
                    <a:pt x="7644453" y="19808"/>
                  </a:lnTo>
                  <a:lnTo>
                    <a:pt x="7736717" y="15575"/>
                  </a:lnTo>
                  <a:lnTo>
                    <a:pt x="7821649" y="12166"/>
                  </a:lnTo>
                  <a:lnTo>
                    <a:pt x="7894877" y="9573"/>
                  </a:lnTo>
                  <a:lnTo>
                    <a:pt x="7952939" y="7746"/>
                  </a:lnTo>
                  <a:lnTo>
                    <a:pt x="7994114" y="6587"/>
                  </a:lnTo>
                  <a:lnTo>
                    <a:pt x="8018924" y="5959"/>
                  </a:lnTo>
                  <a:lnTo>
                    <a:pt x="8030196" y="5701"/>
                  </a:lnTo>
                  <a:lnTo>
                    <a:pt x="8032819" y="5647"/>
                  </a:lnTo>
                  <a:lnTo>
                    <a:pt x="8554953" y="5647"/>
                  </a:lnTo>
                  <a:lnTo>
                    <a:pt x="8554953" y="0"/>
                  </a:lnTo>
                  <a:lnTo>
                    <a:pt x="8032819" y="0"/>
                  </a:lnTo>
                  <a:lnTo>
                    <a:pt x="8031561" y="25"/>
                  </a:lnTo>
                  <a:lnTo>
                    <a:pt x="8023334" y="208"/>
                  </a:lnTo>
                  <a:lnTo>
                    <a:pt x="8002762" y="713"/>
                  </a:lnTo>
                  <a:lnTo>
                    <a:pt x="7966403" y="1706"/>
                  </a:lnTo>
                  <a:lnTo>
                    <a:pt x="7913065" y="3331"/>
                  </a:lnTo>
                  <a:lnTo>
                    <a:pt x="7843864" y="5699"/>
                  </a:lnTo>
                  <a:lnTo>
                    <a:pt x="7761841" y="8873"/>
                  </a:lnTo>
                  <a:lnTo>
                    <a:pt x="7671203" y="12872"/>
                  </a:lnTo>
                  <a:lnTo>
                    <a:pt x="7576426" y="17687"/>
                  </a:lnTo>
                  <a:lnTo>
                    <a:pt x="7481515" y="23299"/>
                  </a:lnTo>
                  <a:lnTo>
                    <a:pt x="7389558" y="29697"/>
                  </a:lnTo>
                  <a:lnTo>
                    <a:pt x="7302586" y="36893"/>
                  </a:lnTo>
                  <a:lnTo>
                    <a:pt x="7221662" y="44931"/>
                  </a:lnTo>
                  <a:lnTo>
                    <a:pt x="7147078" y="53888"/>
                  </a:lnTo>
                  <a:lnTo>
                    <a:pt x="7078574" y="63877"/>
                  </a:lnTo>
                  <a:lnTo>
                    <a:pt x="7015528" y="75043"/>
                  </a:lnTo>
                  <a:lnTo>
                    <a:pt x="6957114" y="87555"/>
                  </a:lnTo>
                  <a:lnTo>
                    <a:pt x="6902413" y="101596"/>
                  </a:lnTo>
                  <a:lnTo>
                    <a:pt x="6850496" y="117336"/>
                  </a:lnTo>
                  <a:lnTo>
                    <a:pt x="6800508" y="134899"/>
                  </a:lnTo>
                  <a:lnTo>
                    <a:pt x="6786527" y="140238"/>
                  </a:lnTo>
                  <a:lnTo>
                    <a:pt x="6735821" y="161119"/>
                  </a:lnTo>
                  <a:lnTo>
                    <a:pt x="6685608" y="184071"/>
                  </a:lnTo>
                  <a:lnTo>
                    <a:pt x="6635394" y="209126"/>
                  </a:lnTo>
                  <a:lnTo>
                    <a:pt x="6584835" y="236251"/>
                  </a:lnTo>
                  <a:lnTo>
                    <a:pt x="6533721" y="265336"/>
                  </a:lnTo>
                  <a:lnTo>
                    <a:pt x="6481959" y="296192"/>
                  </a:lnTo>
                  <a:lnTo>
                    <a:pt x="6429561" y="328551"/>
                  </a:lnTo>
                  <a:lnTo>
                    <a:pt x="6376624" y="362074"/>
                  </a:lnTo>
                  <a:lnTo>
                    <a:pt x="6323315" y="396360"/>
                  </a:lnTo>
                  <a:lnTo>
                    <a:pt x="6269845" y="430968"/>
                  </a:lnTo>
                  <a:lnTo>
                    <a:pt x="6216443" y="465440"/>
                  </a:lnTo>
                  <a:lnTo>
                    <a:pt x="6163331" y="499325"/>
                  </a:lnTo>
                  <a:lnTo>
                    <a:pt x="6110697" y="532204"/>
                  </a:lnTo>
                  <a:lnTo>
                    <a:pt x="6058669" y="563710"/>
                  </a:lnTo>
                  <a:lnTo>
                    <a:pt x="6007296" y="593544"/>
                  </a:lnTo>
                  <a:lnTo>
                    <a:pt x="5956529" y="621485"/>
                  </a:lnTo>
                  <a:lnTo>
                    <a:pt x="5906208" y="647393"/>
                  </a:lnTo>
                  <a:lnTo>
                    <a:pt x="5856045" y="671203"/>
                  </a:lnTo>
                  <a:lnTo>
                    <a:pt x="5805611" y="692920"/>
                  </a:lnTo>
                  <a:lnTo>
                    <a:pt x="5784835" y="701190"/>
                  </a:lnTo>
                  <a:lnTo>
                    <a:pt x="5735259" y="719280"/>
                  </a:lnTo>
                  <a:lnTo>
                    <a:pt x="5683974" y="735530"/>
                  </a:lnTo>
                  <a:lnTo>
                    <a:pt x="5630158" y="750039"/>
                  </a:lnTo>
                  <a:lnTo>
                    <a:pt x="5572897" y="762968"/>
                  </a:lnTo>
                  <a:lnTo>
                    <a:pt x="5511260" y="774499"/>
                  </a:lnTo>
                  <a:lnTo>
                    <a:pt x="5444384" y="784807"/>
                  </a:lnTo>
                  <a:lnTo>
                    <a:pt x="5371576" y="794045"/>
                  </a:lnTo>
                  <a:lnTo>
                    <a:pt x="5292456" y="802334"/>
                  </a:lnTo>
                  <a:lnTo>
                    <a:pt x="5207135" y="809764"/>
                  </a:lnTo>
                  <a:lnTo>
                    <a:pt x="5116435" y="816387"/>
                  </a:lnTo>
                  <a:lnTo>
                    <a:pt x="5022097" y="822223"/>
                  </a:lnTo>
                  <a:lnTo>
                    <a:pt x="4926909" y="827267"/>
                  </a:lnTo>
                  <a:lnTo>
                    <a:pt x="4834645" y="831500"/>
                  </a:lnTo>
                  <a:lnTo>
                    <a:pt x="4749713" y="834908"/>
                  </a:lnTo>
                  <a:lnTo>
                    <a:pt x="4676485" y="837501"/>
                  </a:lnTo>
                  <a:lnTo>
                    <a:pt x="4618423" y="839329"/>
                  </a:lnTo>
                  <a:lnTo>
                    <a:pt x="4577248" y="840488"/>
                  </a:lnTo>
                  <a:lnTo>
                    <a:pt x="4552438" y="841116"/>
                  </a:lnTo>
                  <a:lnTo>
                    <a:pt x="4541166" y="841373"/>
                  </a:lnTo>
                  <a:lnTo>
                    <a:pt x="4538543" y="841428"/>
                  </a:lnTo>
                  <a:lnTo>
                    <a:pt x="4016409" y="841428"/>
                  </a:lnTo>
                  <a:lnTo>
                    <a:pt x="4015140" y="841432"/>
                  </a:lnTo>
                  <a:lnTo>
                    <a:pt x="4006841" y="841462"/>
                  </a:lnTo>
                  <a:lnTo>
                    <a:pt x="3986093" y="841544"/>
                  </a:lnTo>
                  <a:lnTo>
                    <a:pt x="3949441" y="841705"/>
                  </a:lnTo>
                  <a:lnTo>
                    <a:pt x="3895707" y="841970"/>
                  </a:lnTo>
                  <a:lnTo>
                    <a:pt x="3826048" y="842354"/>
                  </a:lnTo>
                  <a:lnTo>
                    <a:pt x="3743559" y="842870"/>
                  </a:lnTo>
                  <a:lnTo>
                    <a:pt x="3652498" y="843519"/>
                  </a:lnTo>
                  <a:lnTo>
                    <a:pt x="3557380" y="844300"/>
                  </a:lnTo>
                  <a:lnTo>
                    <a:pt x="3462227" y="845211"/>
                  </a:lnTo>
                  <a:lnTo>
                    <a:pt x="3370123" y="846249"/>
                  </a:lnTo>
                  <a:lnTo>
                    <a:pt x="3283085" y="847416"/>
                  </a:lnTo>
                  <a:lnTo>
                    <a:pt x="3202156" y="848720"/>
                  </a:lnTo>
                  <a:lnTo>
                    <a:pt x="3127604" y="850173"/>
                  </a:lnTo>
                  <a:lnTo>
                    <a:pt x="3059148" y="851795"/>
                  </a:lnTo>
                  <a:lnTo>
                    <a:pt x="2996149" y="853609"/>
                  </a:lnTo>
                  <a:lnTo>
                    <a:pt x="2937768" y="855643"/>
                  </a:lnTo>
                  <a:lnTo>
                    <a:pt x="2883071" y="857925"/>
                  </a:lnTo>
                  <a:lnTo>
                    <a:pt x="2831127" y="860485"/>
                  </a:lnTo>
                  <a:lnTo>
                    <a:pt x="2781077" y="863340"/>
                  </a:lnTo>
                  <a:lnTo>
                    <a:pt x="2770117" y="864017"/>
                  </a:lnTo>
                  <a:lnTo>
                    <a:pt x="2715967" y="867622"/>
                  </a:lnTo>
                  <a:lnTo>
                    <a:pt x="2662338" y="871609"/>
                  </a:lnTo>
                  <a:lnTo>
                    <a:pt x="2608645" y="875983"/>
                  </a:lnTo>
                  <a:lnTo>
                    <a:pt x="2554500" y="880733"/>
                  </a:lnTo>
                  <a:lnTo>
                    <a:pt x="2499681" y="885836"/>
                  </a:lnTo>
                  <a:lnTo>
                    <a:pt x="2444116" y="891250"/>
                  </a:lnTo>
                  <a:lnTo>
                    <a:pt x="2387861" y="896915"/>
                  </a:lnTo>
                  <a:lnTo>
                    <a:pt x="2331074" y="902760"/>
                  </a:lnTo>
                  <a:lnTo>
                    <a:pt x="2273990" y="908702"/>
                  </a:lnTo>
                  <a:lnTo>
                    <a:pt x="2216883" y="914651"/>
                  </a:lnTo>
                  <a:lnTo>
                    <a:pt x="2160030" y="920518"/>
                  </a:lnTo>
                  <a:lnTo>
                    <a:pt x="2103673" y="926218"/>
                  </a:lnTo>
                  <a:lnTo>
                    <a:pt x="2047988" y="931678"/>
                  </a:lnTo>
                  <a:lnTo>
                    <a:pt x="1993047" y="936835"/>
                  </a:lnTo>
                  <a:lnTo>
                    <a:pt x="1938801" y="941646"/>
                  </a:lnTo>
                  <a:lnTo>
                    <a:pt x="1885056" y="946083"/>
                  </a:lnTo>
                  <a:lnTo>
                    <a:pt x="1831451" y="950134"/>
                  </a:lnTo>
                  <a:lnTo>
                    <a:pt x="1777436" y="953802"/>
                  </a:lnTo>
                  <a:lnTo>
                    <a:pt x="1768425" y="954371"/>
                  </a:lnTo>
                  <a:lnTo>
                    <a:pt x="1718695" y="957294"/>
                  </a:lnTo>
                  <a:lnTo>
                    <a:pt x="1667242" y="959918"/>
                  </a:lnTo>
                  <a:lnTo>
                    <a:pt x="1613238" y="962260"/>
                  </a:lnTo>
                  <a:lnTo>
                    <a:pt x="1555759" y="964346"/>
                  </a:lnTo>
                  <a:lnTo>
                    <a:pt x="1493866" y="966206"/>
                  </a:lnTo>
                  <a:lnTo>
                    <a:pt x="1426689" y="967869"/>
                  </a:lnTo>
                  <a:lnTo>
                    <a:pt x="1353534" y="969358"/>
                  </a:lnTo>
                  <a:lnTo>
                    <a:pt x="1274025" y="970694"/>
                  </a:lnTo>
                  <a:lnTo>
                    <a:pt x="1188287" y="971891"/>
                  </a:lnTo>
                  <a:lnTo>
                    <a:pt x="1097174" y="972957"/>
                  </a:lnTo>
                  <a:lnTo>
                    <a:pt x="1002470" y="973896"/>
                  </a:lnTo>
                  <a:lnTo>
                    <a:pt x="907025" y="974707"/>
                  </a:lnTo>
                  <a:lnTo>
                    <a:pt x="814677" y="975385"/>
                  </a:lnTo>
                  <a:lnTo>
                    <a:pt x="729888" y="975931"/>
                  </a:lnTo>
                  <a:lnTo>
                    <a:pt x="657050" y="976344"/>
                  </a:lnTo>
                  <a:lnTo>
                    <a:pt x="599592" y="976634"/>
                  </a:lnTo>
                  <a:lnTo>
                    <a:pt x="559155" y="976816"/>
                  </a:lnTo>
                  <a:lnTo>
                    <a:pt x="535089" y="976913"/>
                  </a:lnTo>
                  <a:lnTo>
                    <a:pt x="524423" y="976952"/>
                  </a:lnTo>
                  <a:lnTo>
                    <a:pt x="522133" y="976960"/>
                  </a:lnTo>
                  <a:lnTo>
                    <a:pt x="0" y="976960"/>
                  </a:lnTo>
                  <a:close/>
                </a:path>
              </a:pathLst>
            </a:custGeom>
            <a:solidFill>
              <a:srgbClr val="67C1B3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1215" name="pl1215"/>
            <p:cNvSpPr/>
            <p:nvPr/>
          </p:nvSpPr>
          <p:spPr>
            <a:xfrm>
              <a:off x="386606" y="3421825"/>
              <a:ext cx="8554953" cy="976960"/>
            </a:xfrm>
            <a:custGeom>
              <a:avLst/>
              <a:pathLst>
                <a:path w="8554953" h="976960">
                  <a:moveTo>
                    <a:pt x="0" y="976960"/>
                  </a:moveTo>
                  <a:lnTo>
                    <a:pt x="522133" y="976960"/>
                  </a:lnTo>
                  <a:lnTo>
                    <a:pt x="523402" y="976956"/>
                  </a:lnTo>
                  <a:lnTo>
                    <a:pt x="531702" y="976926"/>
                  </a:lnTo>
                  <a:lnTo>
                    <a:pt x="552449" y="976844"/>
                  </a:lnTo>
                  <a:lnTo>
                    <a:pt x="589101" y="976683"/>
                  </a:lnTo>
                  <a:lnTo>
                    <a:pt x="642835" y="976419"/>
                  </a:lnTo>
                  <a:lnTo>
                    <a:pt x="712494" y="976034"/>
                  </a:lnTo>
                  <a:lnTo>
                    <a:pt x="794983" y="975518"/>
                  </a:lnTo>
                  <a:lnTo>
                    <a:pt x="886044" y="974869"/>
                  </a:lnTo>
                  <a:lnTo>
                    <a:pt x="981162" y="974088"/>
                  </a:lnTo>
                  <a:lnTo>
                    <a:pt x="1076315" y="973177"/>
                  </a:lnTo>
                  <a:lnTo>
                    <a:pt x="1168419" y="972140"/>
                  </a:lnTo>
                  <a:lnTo>
                    <a:pt x="1255457" y="970972"/>
                  </a:lnTo>
                  <a:lnTo>
                    <a:pt x="1336386" y="969668"/>
                  </a:lnTo>
                  <a:lnTo>
                    <a:pt x="1410938" y="968215"/>
                  </a:lnTo>
                  <a:lnTo>
                    <a:pt x="1479394" y="966593"/>
                  </a:lnTo>
                  <a:lnTo>
                    <a:pt x="1542393" y="964779"/>
                  </a:lnTo>
                  <a:lnTo>
                    <a:pt x="1600775" y="962746"/>
                  </a:lnTo>
                  <a:lnTo>
                    <a:pt x="1655471" y="960463"/>
                  </a:lnTo>
                  <a:lnTo>
                    <a:pt x="1707415" y="957903"/>
                  </a:lnTo>
                  <a:lnTo>
                    <a:pt x="1757465" y="955048"/>
                  </a:lnTo>
                  <a:lnTo>
                    <a:pt x="1768425" y="954371"/>
                  </a:lnTo>
                  <a:lnTo>
                    <a:pt x="1822575" y="950766"/>
                  </a:lnTo>
                  <a:lnTo>
                    <a:pt x="1876205" y="946779"/>
                  </a:lnTo>
                  <a:lnTo>
                    <a:pt x="1929897" y="942405"/>
                  </a:lnTo>
                  <a:lnTo>
                    <a:pt x="1984042" y="937655"/>
                  </a:lnTo>
                  <a:lnTo>
                    <a:pt x="2038861" y="932552"/>
                  </a:lnTo>
                  <a:lnTo>
                    <a:pt x="2094426" y="927138"/>
                  </a:lnTo>
                  <a:lnTo>
                    <a:pt x="2150681" y="921473"/>
                  </a:lnTo>
                  <a:lnTo>
                    <a:pt x="2207468" y="915628"/>
                  </a:lnTo>
                  <a:lnTo>
                    <a:pt x="2264552" y="909686"/>
                  </a:lnTo>
                  <a:lnTo>
                    <a:pt x="2321659" y="903737"/>
                  </a:lnTo>
                  <a:lnTo>
                    <a:pt x="2378512" y="897870"/>
                  </a:lnTo>
                  <a:lnTo>
                    <a:pt x="2434869" y="892170"/>
                  </a:lnTo>
                  <a:lnTo>
                    <a:pt x="2490555" y="886711"/>
                  </a:lnTo>
                  <a:lnTo>
                    <a:pt x="2545495" y="881553"/>
                  </a:lnTo>
                  <a:lnTo>
                    <a:pt x="2599741" y="876742"/>
                  </a:lnTo>
                  <a:lnTo>
                    <a:pt x="2653486" y="872305"/>
                  </a:lnTo>
                  <a:lnTo>
                    <a:pt x="2707091" y="868254"/>
                  </a:lnTo>
                  <a:lnTo>
                    <a:pt x="2761106" y="864587"/>
                  </a:lnTo>
                  <a:lnTo>
                    <a:pt x="2770117" y="864017"/>
                  </a:lnTo>
                  <a:lnTo>
                    <a:pt x="2819847" y="861094"/>
                  </a:lnTo>
                  <a:lnTo>
                    <a:pt x="2871300" y="858470"/>
                  </a:lnTo>
                  <a:lnTo>
                    <a:pt x="2925304" y="856128"/>
                  </a:lnTo>
                  <a:lnTo>
                    <a:pt x="2982783" y="854042"/>
                  </a:lnTo>
                  <a:lnTo>
                    <a:pt x="3044676" y="852182"/>
                  </a:lnTo>
                  <a:lnTo>
                    <a:pt x="3111853" y="850519"/>
                  </a:lnTo>
                  <a:lnTo>
                    <a:pt x="3185008" y="849030"/>
                  </a:lnTo>
                  <a:lnTo>
                    <a:pt x="3264518" y="847694"/>
                  </a:lnTo>
                  <a:lnTo>
                    <a:pt x="3350255" y="846497"/>
                  </a:lnTo>
                  <a:lnTo>
                    <a:pt x="3441369" y="845431"/>
                  </a:lnTo>
                  <a:lnTo>
                    <a:pt x="3536072" y="844492"/>
                  </a:lnTo>
                  <a:lnTo>
                    <a:pt x="3631517" y="843682"/>
                  </a:lnTo>
                  <a:lnTo>
                    <a:pt x="3723865" y="843003"/>
                  </a:lnTo>
                  <a:lnTo>
                    <a:pt x="3808654" y="842458"/>
                  </a:lnTo>
                  <a:lnTo>
                    <a:pt x="3881492" y="842044"/>
                  </a:lnTo>
                  <a:lnTo>
                    <a:pt x="3938950" y="841755"/>
                  </a:lnTo>
                  <a:lnTo>
                    <a:pt x="3979388" y="841572"/>
                  </a:lnTo>
                  <a:lnTo>
                    <a:pt x="4003453" y="841475"/>
                  </a:lnTo>
                  <a:lnTo>
                    <a:pt x="4014119" y="841436"/>
                  </a:lnTo>
                  <a:lnTo>
                    <a:pt x="4016395" y="841428"/>
                  </a:lnTo>
                  <a:lnTo>
                    <a:pt x="4016409" y="841428"/>
                  </a:lnTo>
                  <a:lnTo>
                    <a:pt x="4538543" y="841428"/>
                  </a:lnTo>
                  <a:lnTo>
                    <a:pt x="4539801" y="841402"/>
                  </a:lnTo>
                  <a:lnTo>
                    <a:pt x="4548028" y="841220"/>
                  </a:lnTo>
                  <a:lnTo>
                    <a:pt x="4568600" y="840714"/>
                  </a:lnTo>
                  <a:lnTo>
                    <a:pt x="4604959" y="839722"/>
                  </a:lnTo>
                  <a:lnTo>
                    <a:pt x="4658297" y="838096"/>
                  </a:lnTo>
                  <a:lnTo>
                    <a:pt x="4727498" y="835728"/>
                  </a:lnTo>
                  <a:lnTo>
                    <a:pt x="4809521" y="832555"/>
                  </a:lnTo>
                  <a:lnTo>
                    <a:pt x="4900159" y="828555"/>
                  </a:lnTo>
                  <a:lnTo>
                    <a:pt x="4994936" y="823740"/>
                  </a:lnTo>
                  <a:lnTo>
                    <a:pt x="5089846" y="818128"/>
                  </a:lnTo>
                  <a:lnTo>
                    <a:pt x="5181804" y="811730"/>
                  </a:lnTo>
                  <a:lnTo>
                    <a:pt x="5268776" y="804534"/>
                  </a:lnTo>
                  <a:lnTo>
                    <a:pt x="5349700" y="796497"/>
                  </a:lnTo>
                  <a:lnTo>
                    <a:pt x="5424284" y="787540"/>
                  </a:lnTo>
                  <a:lnTo>
                    <a:pt x="5492788" y="777551"/>
                  </a:lnTo>
                  <a:lnTo>
                    <a:pt x="5555834" y="766385"/>
                  </a:lnTo>
                  <a:lnTo>
                    <a:pt x="5614248" y="753872"/>
                  </a:lnTo>
                  <a:lnTo>
                    <a:pt x="5668949" y="739832"/>
                  </a:lnTo>
                  <a:lnTo>
                    <a:pt x="5720866" y="724091"/>
                  </a:lnTo>
                  <a:lnTo>
                    <a:pt x="5770854" y="706528"/>
                  </a:lnTo>
                  <a:lnTo>
                    <a:pt x="5784835" y="701190"/>
                  </a:lnTo>
                  <a:lnTo>
                    <a:pt x="5835541" y="680309"/>
                  </a:lnTo>
                  <a:lnTo>
                    <a:pt x="5885754" y="657357"/>
                  </a:lnTo>
                  <a:lnTo>
                    <a:pt x="5935968" y="632301"/>
                  </a:lnTo>
                  <a:lnTo>
                    <a:pt x="5986527" y="605176"/>
                  </a:lnTo>
                  <a:lnTo>
                    <a:pt x="6037641" y="576092"/>
                  </a:lnTo>
                  <a:lnTo>
                    <a:pt x="6089403" y="545236"/>
                  </a:lnTo>
                  <a:lnTo>
                    <a:pt x="6141801" y="512876"/>
                  </a:lnTo>
                  <a:lnTo>
                    <a:pt x="6194738" y="479354"/>
                  </a:lnTo>
                  <a:lnTo>
                    <a:pt x="6248047" y="445068"/>
                  </a:lnTo>
                  <a:lnTo>
                    <a:pt x="6301517" y="410459"/>
                  </a:lnTo>
                  <a:lnTo>
                    <a:pt x="6354919" y="375987"/>
                  </a:lnTo>
                  <a:lnTo>
                    <a:pt x="6408031" y="342102"/>
                  </a:lnTo>
                  <a:lnTo>
                    <a:pt x="6460665" y="309224"/>
                  </a:lnTo>
                  <a:lnTo>
                    <a:pt x="6512693" y="277718"/>
                  </a:lnTo>
                  <a:lnTo>
                    <a:pt x="6564066" y="247884"/>
                  </a:lnTo>
                  <a:lnTo>
                    <a:pt x="6614833" y="219942"/>
                  </a:lnTo>
                  <a:lnTo>
                    <a:pt x="6665154" y="194035"/>
                  </a:lnTo>
                  <a:lnTo>
                    <a:pt x="6715317" y="170225"/>
                  </a:lnTo>
                  <a:lnTo>
                    <a:pt x="6765751" y="148507"/>
                  </a:lnTo>
                  <a:lnTo>
                    <a:pt x="6786527" y="140238"/>
                  </a:lnTo>
                  <a:lnTo>
                    <a:pt x="6836103" y="122148"/>
                  </a:lnTo>
                  <a:lnTo>
                    <a:pt x="6887388" y="105897"/>
                  </a:lnTo>
                  <a:lnTo>
                    <a:pt x="6941204" y="91389"/>
                  </a:lnTo>
                  <a:lnTo>
                    <a:pt x="6998465" y="78460"/>
                  </a:lnTo>
                  <a:lnTo>
                    <a:pt x="7060102" y="66929"/>
                  </a:lnTo>
                  <a:lnTo>
                    <a:pt x="7126978" y="56621"/>
                  </a:lnTo>
                  <a:lnTo>
                    <a:pt x="7199785" y="47383"/>
                  </a:lnTo>
                  <a:lnTo>
                    <a:pt x="7278906" y="39093"/>
                  </a:lnTo>
                  <a:lnTo>
                    <a:pt x="7364227" y="31664"/>
                  </a:lnTo>
                  <a:lnTo>
                    <a:pt x="7454927" y="25041"/>
                  </a:lnTo>
                  <a:lnTo>
                    <a:pt x="7549265" y="19205"/>
                  </a:lnTo>
                  <a:lnTo>
                    <a:pt x="7644453" y="14161"/>
                  </a:lnTo>
                  <a:lnTo>
                    <a:pt x="7736717" y="9927"/>
                  </a:lnTo>
                  <a:lnTo>
                    <a:pt x="7821649" y="6519"/>
                  </a:lnTo>
                  <a:lnTo>
                    <a:pt x="7894877" y="3926"/>
                  </a:lnTo>
                  <a:lnTo>
                    <a:pt x="7952939" y="2099"/>
                  </a:lnTo>
                  <a:lnTo>
                    <a:pt x="7994114" y="939"/>
                  </a:lnTo>
                  <a:lnTo>
                    <a:pt x="8018924" y="312"/>
                  </a:lnTo>
                  <a:lnTo>
                    <a:pt x="8030196" y="54"/>
                  </a:lnTo>
                  <a:lnTo>
                    <a:pt x="8032789" y="0"/>
                  </a:lnTo>
                  <a:lnTo>
                    <a:pt x="8032819" y="0"/>
                  </a:lnTo>
                  <a:lnTo>
                    <a:pt x="8554953" y="0"/>
                  </a:lnTo>
                  <a:lnTo>
                    <a:pt x="8554953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216" name="pl1216"/>
            <p:cNvSpPr/>
            <p:nvPr/>
          </p:nvSpPr>
          <p:spPr>
            <a:xfrm>
              <a:off x="386606" y="3416177"/>
              <a:ext cx="8554953" cy="976960"/>
            </a:xfrm>
            <a:custGeom>
              <a:avLst/>
              <a:pathLst>
                <a:path w="8554953" h="976960">
                  <a:moveTo>
                    <a:pt x="8554953" y="0"/>
                  </a:moveTo>
                  <a:lnTo>
                    <a:pt x="8032819" y="0"/>
                  </a:lnTo>
                  <a:lnTo>
                    <a:pt x="8031561" y="25"/>
                  </a:lnTo>
                  <a:lnTo>
                    <a:pt x="8023334" y="208"/>
                  </a:lnTo>
                  <a:lnTo>
                    <a:pt x="8002762" y="713"/>
                  </a:lnTo>
                  <a:lnTo>
                    <a:pt x="7966403" y="1706"/>
                  </a:lnTo>
                  <a:lnTo>
                    <a:pt x="7913065" y="3331"/>
                  </a:lnTo>
                  <a:lnTo>
                    <a:pt x="7843864" y="5699"/>
                  </a:lnTo>
                  <a:lnTo>
                    <a:pt x="7761841" y="8873"/>
                  </a:lnTo>
                  <a:lnTo>
                    <a:pt x="7671203" y="12872"/>
                  </a:lnTo>
                  <a:lnTo>
                    <a:pt x="7576426" y="17687"/>
                  </a:lnTo>
                  <a:lnTo>
                    <a:pt x="7481515" y="23299"/>
                  </a:lnTo>
                  <a:lnTo>
                    <a:pt x="7389558" y="29697"/>
                  </a:lnTo>
                  <a:lnTo>
                    <a:pt x="7302586" y="36893"/>
                  </a:lnTo>
                  <a:lnTo>
                    <a:pt x="7221662" y="44931"/>
                  </a:lnTo>
                  <a:lnTo>
                    <a:pt x="7147078" y="53888"/>
                  </a:lnTo>
                  <a:lnTo>
                    <a:pt x="7078574" y="63877"/>
                  </a:lnTo>
                  <a:lnTo>
                    <a:pt x="7015528" y="75043"/>
                  </a:lnTo>
                  <a:lnTo>
                    <a:pt x="6957114" y="87555"/>
                  </a:lnTo>
                  <a:lnTo>
                    <a:pt x="6902413" y="101596"/>
                  </a:lnTo>
                  <a:lnTo>
                    <a:pt x="6850496" y="117336"/>
                  </a:lnTo>
                  <a:lnTo>
                    <a:pt x="6800508" y="134899"/>
                  </a:lnTo>
                  <a:lnTo>
                    <a:pt x="6786527" y="140238"/>
                  </a:lnTo>
                  <a:lnTo>
                    <a:pt x="6735821" y="161119"/>
                  </a:lnTo>
                  <a:lnTo>
                    <a:pt x="6685608" y="184071"/>
                  </a:lnTo>
                  <a:lnTo>
                    <a:pt x="6635394" y="209126"/>
                  </a:lnTo>
                  <a:lnTo>
                    <a:pt x="6584835" y="236251"/>
                  </a:lnTo>
                  <a:lnTo>
                    <a:pt x="6533721" y="265336"/>
                  </a:lnTo>
                  <a:lnTo>
                    <a:pt x="6481959" y="296192"/>
                  </a:lnTo>
                  <a:lnTo>
                    <a:pt x="6429561" y="328551"/>
                  </a:lnTo>
                  <a:lnTo>
                    <a:pt x="6376624" y="362074"/>
                  </a:lnTo>
                  <a:lnTo>
                    <a:pt x="6323315" y="396360"/>
                  </a:lnTo>
                  <a:lnTo>
                    <a:pt x="6269845" y="430968"/>
                  </a:lnTo>
                  <a:lnTo>
                    <a:pt x="6216443" y="465440"/>
                  </a:lnTo>
                  <a:lnTo>
                    <a:pt x="6163331" y="499325"/>
                  </a:lnTo>
                  <a:lnTo>
                    <a:pt x="6110697" y="532204"/>
                  </a:lnTo>
                  <a:lnTo>
                    <a:pt x="6058669" y="563710"/>
                  </a:lnTo>
                  <a:lnTo>
                    <a:pt x="6007296" y="593544"/>
                  </a:lnTo>
                  <a:lnTo>
                    <a:pt x="5956529" y="621485"/>
                  </a:lnTo>
                  <a:lnTo>
                    <a:pt x="5906208" y="647393"/>
                  </a:lnTo>
                  <a:lnTo>
                    <a:pt x="5856045" y="671203"/>
                  </a:lnTo>
                  <a:lnTo>
                    <a:pt x="5805611" y="692920"/>
                  </a:lnTo>
                  <a:lnTo>
                    <a:pt x="5784835" y="701190"/>
                  </a:lnTo>
                  <a:lnTo>
                    <a:pt x="5735259" y="719280"/>
                  </a:lnTo>
                  <a:lnTo>
                    <a:pt x="5683974" y="735530"/>
                  </a:lnTo>
                  <a:lnTo>
                    <a:pt x="5630158" y="750039"/>
                  </a:lnTo>
                  <a:lnTo>
                    <a:pt x="5572897" y="762968"/>
                  </a:lnTo>
                  <a:lnTo>
                    <a:pt x="5511260" y="774499"/>
                  </a:lnTo>
                  <a:lnTo>
                    <a:pt x="5444384" y="784807"/>
                  </a:lnTo>
                  <a:lnTo>
                    <a:pt x="5371576" y="794045"/>
                  </a:lnTo>
                  <a:lnTo>
                    <a:pt x="5292456" y="802334"/>
                  </a:lnTo>
                  <a:lnTo>
                    <a:pt x="5207135" y="809764"/>
                  </a:lnTo>
                  <a:lnTo>
                    <a:pt x="5116435" y="816387"/>
                  </a:lnTo>
                  <a:lnTo>
                    <a:pt x="5022097" y="822223"/>
                  </a:lnTo>
                  <a:lnTo>
                    <a:pt x="4926909" y="827267"/>
                  </a:lnTo>
                  <a:lnTo>
                    <a:pt x="4834645" y="831500"/>
                  </a:lnTo>
                  <a:lnTo>
                    <a:pt x="4749713" y="834908"/>
                  </a:lnTo>
                  <a:lnTo>
                    <a:pt x="4676485" y="837501"/>
                  </a:lnTo>
                  <a:lnTo>
                    <a:pt x="4618423" y="839329"/>
                  </a:lnTo>
                  <a:lnTo>
                    <a:pt x="4577248" y="840488"/>
                  </a:lnTo>
                  <a:lnTo>
                    <a:pt x="4552438" y="841116"/>
                  </a:lnTo>
                  <a:lnTo>
                    <a:pt x="4541166" y="841373"/>
                  </a:lnTo>
                  <a:lnTo>
                    <a:pt x="4538573" y="841427"/>
                  </a:lnTo>
                  <a:lnTo>
                    <a:pt x="4538543" y="841428"/>
                  </a:lnTo>
                  <a:lnTo>
                    <a:pt x="4016409" y="841428"/>
                  </a:lnTo>
                  <a:lnTo>
                    <a:pt x="4015140" y="841432"/>
                  </a:lnTo>
                  <a:lnTo>
                    <a:pt x="4006841" y="841462"/>
                  </a:lnTo>
                  <a:lnTo>
                    <a:pt x="3986093" y="841544"/>
                  </a:lnTo>
                  <a:lnTo>
                    <a:pt x="3949441" y="841705"/>
                  </a:lnTo>
                  <a:lnTo>
                    <a:pt x="3895707" y="841970"/>
                  </a:lnTo>
                  <a:lnTo>
                    <a:pt x="3826048" y="842354"/>
                  </a:lnTo>
                  <a:lnTo>
                    <a:pt x="3743559" y="842870"/>
                  </a:lnTo>
                  <a:lnTo>
                    <a:pt x="3652498" y="843519"/>
                  </a:lnTo>
                  <a:lnTo>
                    <a:pt x="3557380" y="844300"/>
                  </a:lnTo>
                  <a:lnTo>
                    <a:pt x="3462227" y="845211"/>
                  </a:lnTo>
                  <a:lnTo>
                    <a:pt x="3370123" y="846249"/>
                  </a:lnTo>
                  <a:lnTo>
                    <a:pt x="3283085" y="847416"/>
                  </a:lnTo>
                  <a:lnTo>
                    <a:pt x="3202156" y="848720"/>
                  </a:lnTo>
                  <a:lnTo>
                    <a:pt x="3127604" y="850173"/>
                  </a:lnTo>
                  <a:lnTo>
                    <a:pt x="3059148" y="851795"/>
                  </a:lnTo>
                  <a:lnTo>
                    <a:pt x="2996149" y="853609"/>
                  </a:lnTo>
                  <a:lnTo>
                    <a:pt x="2937768" y="855643"/>
                  </a:lnTo>
                  <a:lnTo>
                    <a:pt x="2883071" y="857925"/>
                  </a:lnTo>
                  <a:lnTo>
                    <a:pt x="2831127" y="860485"/>
                  </a:lnTo>
                  <a:lnTo>
                    <a:pt x="2781077" y="863340"/>
                  </a:lnTo>
                  <a:lnTo>
                    <a:pt x="2770117" y="864017"/>
                  </a:lnTo>
                  <a:lnTo>
                    <a:pt x="2715967" y="867622"/>
                  </a:lnTo>
                  <a:lnTo>
                    <a:pt x="2662338" y="871609"/>
                  </a:lnTo>
                  <a:lnTo>
                    <a:pt x="2608645" y="875983"/>
                  </a:lnTo>
                  <a:lnTo>
                    <a:pt x="2554500" y="880733"/>
                  </a:lnTo>
                  <a:lnTo>
                    <a:pt x="2499681" y="885836"/>
                  </a:lnTo>
                  <a:lnTo>
                    <a:pt x="2444116" y="891250"/>
                  </a:lnTo>
                  <a:lnTo>
                    <a:pt x="2387861" y="896915"/>
                  </a:lnTo>
                  <a:lnTo>
                    <a:pt x="2331074" y="902760"/>
                  </a:lnTo>
                  <a:lnTo>
                    <a:pt x="2273990" y="908702"/>
                  </a:lnTo>
                  <a:lnTo>
                    <a:pt x="2216883" y="914651"/>
                  </a:lnTo>
                  <a:lnTo>
                    <a:pt x="2160030" y="920518"/>
                  </a:lnTo>
                  <a:lnTo>
                    <a:pt x="2103673" y="926218"/>
                  </a:lnTo>
                  <a:lnTo>
                    <a:pt x="2047988" y="931678"/>
                  </a:lnTo>
                  <a:lnTo>
                    <a:pt x="1993047" y="936835"/>
                  </a:lnTo>
                  <a:lnTo>
                    <a:pt x="1938801" y="941646"/>
                  </a:lnTo>
                  <a:lnTo>
                    <a:pt x="1885056" y="946083"/>
                  </a:lnTo>
                  <a:lnTo>
                    <a:pt x="1831451" y="950134"/>
                  </a:lnTo>
                  <a:lnTo>
                    <a:pt x="1777436" y="953802"/>
                  </a:lnTo>
                  <a:lnTo>
                    <a:pt x="1768425" y="954371"/>
                  </a:lnTo>
                  <a:lnTo>
                    <a:pt x="1718695" y="957294"/>
                  </a:lnTo>
                  <a:lnTo>
                    <a:pt x="1667242" y="959918"/>
                  </a:lnTo>
                  <a:lnTo>
                    <a:pt x="1613238" y="962260"/>
                  </a:lnTo>
                  <a:lnTo>
                    <a:pt x="1555759" y="964346"/>
                  </a:lnTo>
                  <a:lnTo>
                    <a:pt x="1493866" y="966206"/>
                  </a:lnTo>
                  <a:lnTo>
                    <a:pt x="1426689" y="967869"/>
                  </a:lnTo>
                  <a:lnTo>
                    <a:pt x="1353534" y="969358"/>
                  </a:lnTo>
                  <a:lnTo>
                    <a:pt x="1274025" y="970694"/>
                  </a:lnTo>
                  <a:lnTo>
                    <a:pt x="1188287" y="971891"/>
                  </a:lnTo>
                  <a:lnTo>
                    <a:pt x="1097174" y="972957"/>
                  </a:lnTo>
                  <a:lnTo>
                    <a:pt x="1002470" y="973896"/>
                  </a:lnTo>
                  <a:lnTo>
                    <a:pt x="907025" y="974707"/>
                  </a:lnTo>
                  <a:lnTo>
                    <a:pt x="814677" y="975385"/>
                  </a:lnTo>
                  <a:lnTo>
                    <a:pt x="729888" y="975931"/>
                  </a:lnTo>
                  <a:lnTo>
                    <a:pt x="657050" y="976344"/>
                  </a:lnTo>
                  <a:lnTo>
                    <a:pt x="599592" y="976634"/>
                  </a:lnTo>
                  <a:lnTo>
                    <a:pt x="559155" y="976816"/>
                  </a:lnTo>
                  <a:lnTo>
                    <a:pt x="535089" y="976913"/>
                  </a:lnTo>
                  <a:lnTo>
                    <a:pt x="524423" y="976952"/>
                  </a:lnTo>
                  <a:lnTo>
                    <a:pt x="522147" y="976960"/>
                  </a:lnTo>
                  <a:lnTo>
                    <a:pt x="522133" y="976960"/>
                  </a:lnTo>
                  <a:lnTo>
                    <a:pt x="0" y="976960"/>
                  </a:lnTo>
                  <a:lnTo>
                    <a:pt x="0" y="97696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217" name="pg1217"/>
            <p:cNvSpPr/>
            <p:nvPr/>
          </p:nvSpPr>
          <p:spPr>
            <a:xfrm>
              <a:off x="386606" y="4336666"/>
              <a:ext cx="8554953" cy="423537"/>
            </a:xfrm>
            <a:custGeom>
              <a:avLst/>
              <a:pathLst>
                <a:path w="8554953" h="423537">
                  <a:moveTo>
                    <a:pt x="0" y="73413"/>
                  </a:moveTo>
                  <a:lnTo>
                    <a:pt x="522133" y="73413"/>
                  </a:lnTo>
                  <a:lnTo>
                    <a:pt x="523403" y="73411"/>
                  </a:lnTo>
                  <a:lnTo>
                    <a:pt x="531703" y="73397"/>
                  </a:lnTo>
                  <a:lnTo>
                    <a:pt x="552455" y="73360"/>
                  </a:lnTo>
                  <a:lnTo>
                    <a:pt x="589113" y="73286"/>
                  </a:lnTo>
                  <a:lnTo>
                    <a:pt x="642855" y="73164"/>
                  </a:lnTo>
                  <a:lnTo>
                    <a:pt x="712524" y="72988"/>
                  </a:lnTo>
                  <a:lnTo>
                    <a:pt x="795023" y="72752"/>
                  </a:lnTo>
                  <a:lnTo>
                    <a:pt x="886093" y="72454"/>
                  </a:lnTo>
                  <a:lnTo>
                    <a:pt x="981218" y="72096"/>
                  </a:lnTo>
                  <a:lnTo>
                    <a:pt x="1076376" y="71679"/>
                  </a:lnTo>
                  <a:lnTo>
                    <a:pt x="1168483" y="71203"/>
                  </a:lnTo>
                  <a:lnTo>
                    <a:pt x="1255522" y="70668"/>
                  </a:lnTo>
                  <a:lnTo>
                    <a:pt x="1336452" y="70070"/>
                  </a:lnTo>
                  <a:lnTo>
                    <a:pt x="1411003" y="69404"/>
                  </a:lnTo>
                  <a:lnTo>
                    <a:pt x="1479458" y="68660"/>
                  </a:lnTo>
                  <a:lnTo>
                    <a:pt x="1542456" y="67829"/>
                  </a:lnTo>
                  <a:lnTo>
                    <a:pt x="1600837" y="66897"/>
                  </a:lnTo>
                  <a:lnTo>
                    <a:pt x="1655533" y="65850"/>
                  </a:lnTo>
                  <a:lnTo>
                    <a:pt x="1707478" y="64677"/>
                  </a:lnTo>
                  <a:lnTo>
                    <a:pt x="1757529" y="63368"/>
                  </a:lnTo>
                  <a:lnTo>
                    <a:pt x="1768425" y="63060"/>
                  </a:lnTo>
                  <a:lnTo>
                    <a:pt x="1822662" y="61404"/>
                  </a:lnTo>
                  <a:lnTo>
                    <a:pt x="1876376" y="59574"/>
                  </a:lnTo>
                  <a:lnTo>
                    <a:pt x="1930156" y="57565"/>
                  </a:lnTo>
                  <a:lnTo>
                    <a:pt x="1984391" y="55383"/>
                  </a:lnTo>
                  <a:lnTo>
                    <a:pt x="2039303" y="53040"/>
                  </a:lnTo>
                  <a:lnTo>
                    <a:pt x="2094963" y="50553"/>
                  </a:lnTo>
                  <a:lnTo>
                    <a:pt x="2151315" y="47952"/>
                  </a:lnTo>
                  <a:lnTo>
                    <a:pt x="2208197" y="45267"/>
                  </a:lnTo>
                  <a:lnTo>
                    <a:pt x="2265375" y="42540"/>
                  </a:lnTo>
                  <a:lnTo>
                    <a:pt x="2322572" y="39809"/>
                  </a:lnTo>
                  <a:lnTo>
                    <a:pt x="2379509" y="37116"/>
                  </a:lnTo>
                  <a:lnTo>
                    <a:pt x="2435945" y="34501"/>
                  </a:lnTo>
                  <a:lnTo>
                    <a:pt x="2491705" y="31998"/>
                  </a:lnTo>
                  <a:lnTo>
                    <a:pt x="2546718" y="29633"/>
                  </a:lnTo>
                  <a:lnTo>
                    <a:pt x="2601036" y="27429"/>
                  </a:lnTo>
                  <a:lnTo>
                    <a:pt x="2654858" y="25396"/>
                  </a:lnTo>
                  <a:lnTo>
                    <a:pt x="2708552" y="23541"/>
                  </a:lnTo>
                  <a:lnTo>
                    <a:pt x="2762675" y="21862"/>
                  </a:lnTo>
                  <a:lnTo>
                    <a:pt x="2770117" y="21647"/>
                  </a:lnTo>
                  <a:lnTo>
                    <a:pt x="2819850" y="20308"/>
                  </a:lnTo>
                  <a:lnTo>
                    <a:pt x="2871307" y="19105"/>
                  </a:lnTo>
                  <a:lnTo>
                    <a:pt x="2925315" y="18031"/>
                  </a:lnTo>
                  <a:lnTo>
                    <a:pt x="2982799" y="17075"/>
                  </a:lnTo>
                  <a:lnTo>
                    <a:pt x="3044697" y="16222"/>
                  </a:lnTo>
                  <a:lnTo>
                    <a:pt x="3111880" y="15460"/>
                  </a:lnTo>
                  <a:lnTo>
                    <a:pt x="3185043" y="14778"/>
                  </a:lnTo>
                  <a:lnTo>
                    <a:pt x="3264561" y="14165"/>
                  </a:lnTo>
                  <a:lnTo>
                    <a:pt x="3350307" y="13617"/>
                  </a:lnTo>
                  <a:lnTo>
                    <a:pt x="3441429" y="13128"/>
                  </a:lnTo>
                  <a:lnTo>
                    <a:pt x="3536140" y="12698"/>
                  </a:lnTo>
                  <a:lnTo>
                    <a:pt x="3631591" y="12326"/>
                  </a:lnTo>
                  <a:lnTo>
                    <a:pt x="3723940" y="12015"/>
                  </a:lnTo>
                  <a:lnTo>
                    <a:pt x="3808726" y="11766"/>
                  </a:lnTo>
                  <a:lnTo>
                    <a:pt x="3881556" y="11576"/>
                  </a:lnTo>
                  <a:lnTo>
                    <a:pt x="3939001" y="11443"/>
                  </a:lnTo>
                  <a:lnTo>
                    <a:pt x="3979423" y="11360"/>
                  </a:lnTo>
                  <a:lnTo>
                    <a:pt x="4003473" y="11315"/>
                  </a:lnTo>
                  <a:lnTo>
                    <a:pt x="4014126" y="11297"/>
                  </a:lnTo>
                  <a:lnTo>
                    <a:pt x="4016409" y="11294"/>
                  </a:lnTo>
                  <a:lnTo>
                    <a:pt x="4538543" y="11294"/>
                  </a:lnTo>
                  <a:lnTo>
                    <a:pt x="4539810" y="11306"/>
                  </a:lnTo>
                  <a:lnTo>
                    <a:pt x="4548093" y="11397"/>
                  </a:lnTo>
                  <a:lnTo>
                    <a:pt x="4568802" y="11646"/>
                  </a:lnTo>
                  <a:lnTo>
                    <a:pt x="4605389" y="12136"/>
                  </a:lnTo>
                  <a:lnTo>
                    <a:pt x="4659035" y="12938"/>
                  </a:lnTo>
                  <a:lnTo>
                    <a:pt x="4728593" y="14106"/>
                  </a:lnTo>
                  <a:lnTo>
                    <a:pt x="4810979" y="15671"/>
                  </a:lnTo>
                  <a:lnTo>
                    <a:pt x="4901946" y="17642"/>
                  </a:lnTo>
                  <a:lnTo>
                    <a:pt x="4996989" y="20015"/>
                  </a:lnTo>
                  <a:lnTo>
                    <a:pt x="5092089" y="22780"/>
                  </a:lnTo>
                  <a:lnTo>
                    <a:pt x="5184160" y="25931"/>
                  </a:lnTo>
                  <a:lnTo>
                    <a:pt x="5271184" y="29476"/>
                  </a:lnTo>
                  <a:lnTo>
                    <a:pt x="5352112" y="33436"/>
                  </a:lnTo>
                  <a:lnTo>
                    <a:pt x="5426671" y="37851"/>
                  </a:lnTo>
                  <a:lnTo>
                    <a:pt x="5495138" y="42775"/>
                  </a:lnTo>
                  <a:lnTo>
                    <a:pt x="5558147" y="48282"/>
                  </a:lnTo>
                  <a:lnTo>
                    <a:pt x="5616536" y="54454"/>
                  </a:lnTo>
                  <a:lnTo>
                    <a:pt x="5671233" y="61383"/>
                  </a:lnTo>
                  <a:lnTo>
                    <a:pt x="5723171" y="69152"/>
                  </a:lnTo>
                  <a:lnTo>
                    <a:pt x="5773207" y="77820"/>
                  </a:lnTo>
                  <a:lnTo>
                    <a:pt x="5784835" y="80001"/>
                  </a:lnTo>
                  <a:lnTo>
                    <a:pt x="5838125" y="90784"/>
                  </a:lnTo>
                  <a:lnTo>
                    <a:pt x="5890901" y="102689"/>
                  </a:lnTo>
                  <a:lnTo>
                    <a:pt x="5943724" y="115733"/>
                  </a:lnTo>
                  <a:lnTo>
                    <a:pt x="5996971" y="129891"/>
                  </a:lnTo>
                  <a:lnTo>
                    <a:pt x="6050861" y="145092"/>
                  </a:lnTo>
                  <a:lnTo>
                    <a:pt x="6105473" y="161219"/>
                  </a:lnTo>
                  <a:lnTo>
                    <a:pt x="6160765" y="178107"/>
                  </a:lnTo>
                  <a:lnTo>
                    <a:pt x="6216592" y="195550"/>
                  </a:lnTo>
                  <a:lnTo>
                    <a:pt x="6272739" y="213310"/>
                  </a:lnTo>
                  <a:lnTo>
                    <a:pt x="6328948" y="231130"/>
                  </a:lnTo>
                  <a:lnTo>
                    <a:pt x="6384953" y="248750"/>
                  </a:lnTo>
                  <a:lnTo>
                    <a:pt x="6440513" y="265921"/>
                  </a:lnTo>
                  <a:lnTo>
                    <a:pt x="6495450" y="282421"/>
                  </a:lnTo>
                  <a:lnTo>
                    <a:pt x="6549671" y="298066"/>
                  </a:lnTo>
                  <a:lnTo>
                    <a:pt x="6603196" y="312716"/>
                  </a:lnTo>
                  <a:lnTo>
                    <a:pt x="6656177" y="326278"/>
                  </a:lnTo>
                  <a:lnTo>
                    <a:pt x="6708916" y="338708"/>
                  </a:lnTo>
                  <a:lnTo>
                    <a:pt x="6761887" y="350003"/>
                  </a:lnTo>
                  <a:lnTo>
                    <a:pt x="6786527" y="354830"/>
                  </a:lnTo>
                  <a:lnTo>
                    <a:pt x="6836223" y="363713"/>
                  </a:lnTo>
                  <a:lnTo>
                    <a:pt x="6887639" y="371691"/>
                  </a:lnTo>
                  <a:lnTo>
                    <a:pt x="6941601" y="378811"/>
                  </a:lnTo>
                  <a:lnTo>
                    <a:pt x="6999032" y="385154"/>
                  </a:lnTo>
                  <a:lnTo>
                    <a:pt x="7060869" y="390810"/>
                  </a:lnTo>
                  <a:lnTo>
                    <a:pt x="7127979" y="395865"/>
                  </a:lnTo>
                  <a:lnTo>
                    <a:pt x="7201057" y="400394"/>
                  </a:lnTo>
                  <a:lnTo>
                    <a:pt x="7280480" y="404457"/>
                  </a:lnTo>
                  <a:lnTo>
                    <a:pt x="7366125" y="408098"/>
                  </a:lnTo>
                  <a:lnTo>
                    <a:pt x="7457148" y="411342"/>
                  </a:lnTo>
                  <a:lnTo>
                    <a:pt x="7551771" y="414198"/>
                  </a:lnTo>
                  <a:lnTo>
                    <a:pt x="7647159" y="416664"/>
                  </a:lnTo>
                  <a:lnTo>
                    <a:pt x="7739489" y="418731"/>
                  </a:lnTo>
                  <a:lnTo>
                    <a:pt x="7824311" y="420392"/>
                  </a:lnTo>
                  <a:lnTo>
                    <a:pt x="7897236" y="421652"/>
                  </a:lnTo>
                  <a:lnTo>
                    <a:pt x="7954828" y="422536"/>
                  </a:lnTo>
                  <a:lnTo>
                    <a:pt x="7995429" y="423094"/>
                  </a:lnTo>
                  <a:lnTo>
                    <a:pt x="8019659" y="423393"/>
                  </a:lnTo>
                  <a:lnTo>
                    <a:pt x="8030458" y="423513"/>
                  </a:lnTo>
                  <a:lnTo>
                    <a:pt x="8032819" y="423537"/>
                  </a:lnTo>
                  <a:lnTo>
                    <a:pt x="8554953" y="423537"/>
                  </a:lnTo>
                  <a:lnTo>
                    <a:pt x="8554953" y="412243"/>
                  </a:lnTo>
                  <a:lnTo>
                    <a:pt x="8032819" y="412243"/>
                  </a:lnTo>
                  <a:lnTo>
                    <a:pt x="8031552" y="412230"/>
                  </a:lnTo>
                  <a:lnTo>
                    <a:pt x="8023269" y="412140"/>
                  </a:lnTo>
                  <a:lnTo>
                    <a:pt x="8002560" y="411891"/>
                  </a:lnTo>
                  <a:lnTo>
                    <a:pt x="7965973" y="411401"/>
                  </a:lnTo>
                  <a:lnTo>
                    <a:pt x="7912327" y="410599"/>
                  </a:lnTo>
                  <a:lnTo>
                    <a:pt x="7842769" y="409431"/>
                  </a:lnTo>
                  <a:lnTo>
                    <a:pt x="7760383" y="407866"/>
                  </a:lnTo>
                  <a:lnTo>
                    <a:pt x="7669415" y="405895"/>
                  </a:lnTo>
                  <a:lnTo>
                    <a:pt x="7574373" y="403522"/>
                  </a:lnTo>
                  <a:lnTo>
                    <a:pt x="7479273" y="400757"/>
                  </a:lnTo>
                  <a:lnTo>
                    <a:pt x="7387202" y="397605"/>
                  </a:lnTo>
                  <a:lnTo>
                    <a:pt x="7300178" y="394060"/>
                  </a:lnTo>
                  <a:lnTo>
                    <a:pt x="7219250" y="390100"/>
                  </a:lnTo>
                  <a:lnTo>
                    <a:pt x="7144691" y="385686"/>
                  </a:lnTo>
                  <a:lnTo>
                    <a:pt x="7076224" y="380762"/>
                  </a:lnTo>
                  <a:lnTo>
                    <a:pt x="7013215" y="375255"/>
                  </a:lnTo>
                  <a:lnTo>
                    <a:pt x="6954826" y="369082"/>
                  </a:lnTo>
                  <a:lnTo>
                    <a:pt x="6900129" y="362154"/>
                  </a:lnTo>
                  <a:lnTo>
                    <a:pt x="6848191" y="354385"/>
                  </a:lnTo>
                  <a:lnTo>
                    <a:pt x="6798155" y="345717"/>
                  </a:lnTo>
                  <a:lnTo>
                    <a:pt x="6786527" y="343536"/>
                  </a:lnTo>
                  <a:lnTo>
                    <a:pt x="6733236" y="332753"/>
                  </a:lnTo>
                  <a:lnTo>
                    <a:pt x="6680461" y="320848"/>
                  </a:lnTo>
                  <a:lnTo>
                    <a:pt x="6627638" y="307804"/>
                  </a:lnTo>
                  <a:lnTo>
                    <a:pt x="6574391" y="293646"/>
                  </a:lnTo>
                  <a:lnTo>
                    <a:pt x="6520501" y="278445"/>
                  </a:lnTo>
                  <a:lnTo>
                    <a:pt x="6465888" y="262318"/>
                  </a:lnTo>
                  <a:lnTo>
                    <a:pt x="6410597" y="245430"/>
                  </a:lnTo>
                  <a:lnTo>
                    <a:pt x="6354770" y="227987"/>
                  </a:lnTo>
                  <a:lnTo>
                    <a:pt x="6298623" y="210227"/>
                  </a:lnTo>
                  <a:lnTo>
                    <a:pt x="6242414" y="192407"/>
                  </a:lnTo>
                  <a:lnTo>
                    <a:pt x="6186409" y="174787"/>
                  </a:lnTo>
                  <a:lnTo>
                    <a:pt x="6130849" y="157616"/>
                  </a:lnTo>
                  <a:lnTo>
                    <a:pt x="6075912" y="141115"/>
                  </a:lnTo>
                  <a:lnTo>
                    <a:pt x="6021691" y="125471"/>
                  </a:lnTo>
                  <a:lnTo>
                    <a:pt x="5968166" y="110821"/>
                  </a:lnTo>
                  <a:lnTo>
                    <a:pt x="5915185" y="97258"/>
                  </a:lnTo>
                  <a:lnTo>
                    <a:pt x="5862446" y="84829"/>
                  </a:lnTo>
                  <a:lnTo>
                    <a:pt x="5809475" y="73533"/>
                  </a:lnTo>
                  <a:lnTo>
                    <a:pt x="5784835" y="68707"/>
                  </a:lnTo>
                  <a:lnTo>
                    <a:pt x="5735139" y="59824"/>
                  </a:lnTo>
                  <a:lnTo>
                    <a:pt x="5683723" y="51846"/>
                  </a:lnTo>
                  <a:lnTo>
                    <a:pt x="5629761" y="44726"/>
                  </a:lnTo>
                  <a:lnTo>
                    <a:pt x="5572330" y="38383"/>
                  </a:lnTo>
                  <a:lnTo>
                    <a:pt x="5510493" y="32727"/>
                  </a:lnTo>
                  <a:lnTo>
                    <a:pt x="5443383" y="27672"/>
                  </a:lnTo>
                  <a:lnTo>
                    <a:pt x="5370305" y="23143"/>
                  </a:lnTo>
                  <a:lnTo>
                    <a:pt x="5290882" y="19079"/>
                  </a:lnTo>
                  <a:lnTo>
                    <a:pt x="5205237" y="15439"/>
                  </a:lnTo>
                  <a:lnTo>
                    <a:pt x="5114214" y="12195"/>
                  </a:lnTo>
                  <a:lnTo>
                    <a:pt x="5019591" y="9339"/>
                  </a:lnTo>
                  <a:lnTo>
                    <a:pt x="4924203" y="6872"/>
                  </a:lnTo>
                  <a:lnTo>
                    <a:pt x="4831873" y="4806"/>
                  </a:lnTo>
                  <a:lnTo>
                    <a:pt x="4747051" y="3145"/>
                  </a:lnTo>
                  <a:lnTo>
                    <a:pt x="4674126" y="1885"/>
                  </a:lnTo>
                  <a:lnTo>
                    <a:pt x="4616534" y="1001"/>
                  </a:lnTo>
                  <a:lnTo>
                    <a:pt x="4575933" y="443"/>
                  </a:lnTo>
                  <a:lnTo>
                    <a:pt x="4551703" y="144"/>
                  </a:lnTo>
                  <a:lnTo>
                    <a:pt x="4540904" y="23"/>
                  </a:lnTo>
                  <a:lnTo>
                    <a:pt x="4538543" y="0"/>
                  </a:lnTo>
                  <a:lnTo>
                    <a:pt x="4016409" y="0"/>
                  </a:lnTo>
                  <a:lnTo>
                    <a:pt x="4015139" y="1"/>
                  </a:lnTo>
                  <a:lnTo>
                    <a:pt x="4006839" y="15"/>
                  </a:lnTo>
                  <a:lnTo>
                    <a:pt x="3986087" y="53"/>
                  </a:lnTo>
                  <a:lnTo>
                    <a:pt x="3949429" y="127"/>
                  </a:lnTo>
                  <a:lnTo>
                    <a:pt x="3895687" y="248"/>
                  </a:lnTo>
                  <a:lnTo>
                    <a:pt x="3826018" y="424"/>
                  </a:lnTo>
                  <a:lnTo>
                    <a:pt x="3743519" y="660"/>
                  </a:lnTo>
                  <a:lnTo>
                    <a:pt x="3652449" y="958"/>
                  </a:lnTo>
                  <a:lnTo>
                    <a:pt x="3557324" y="1316"/>
                  </a:lnTo>
                  <a:lnTo>
                    <a:pt x="3462166" y="1734"/>
                  </a:lnTo>
                  <a:lnTo>
                    <a:pt x="3370059" y="2209"/>
                  </a:lnTo>
                  <a:lnTo>
                    <a:pt x="3283020" y="2744"/>
                  </a:lnTo>
                  <a:lnTo>
                    <a:pt x="3202090" y="3342"/>
                  </a:lnTo>
                  <a:lnTo>
                    <a:pt x="3127539" y="4008"/>
                  </a:lnTo>
                  <a:lnTo>
                    <a:pt x="3059084" y="4752"/>
                  </a:lnTo>
                  <a:lnTo>
                    <a:pt x="2996087" y="5583"/>
                  </a:lnTo>
                  <a:lnTo>
                    <a:pt x="2937705" y="6516"/>
                  </a:lnTo>
                  <a:lnTo>
                    <a:pt x="2883009" y="7562"/>
                  </a:lnTo>
                  <a:lnTo>
                    <a:pt x="2831064" y="8735"/>
                  </a:lnTo>
                  <a:lnTo>
                    <a:pt x="2781013" y="10044"/>
                  </a:lnTo>
                  <a:lnTo>
                    <a:pt x="2770117" y="10353"/>
                  </a:lnTo>
                  <a:lnTo>
                    <a:pt x="2715881" y="12008"/>
                  </a:lnTo>
                  <a:lnTo>
                    <a:pt x="2662166" y="13839"/>
                  </a:lnTo>
                  <a:lnTo>
                    <a:pt x="2608386" y="15847"/>
                  </a:lnTo>
                  <a:lnTo>
                    <a:pt x="2554151" y="18029"/>
                  </a:lnTo>
                  <a:lnTo>
                    <a:pt x="2499239" y="20373"/>
                  </a:lnTo>
                  <a:lnTo>
                    <a:pt x="2443579" y="22859"/>
                  </a:lnTo>
                  <a:lnTo>
                    <a:pt x="2387227" y="25461"/>
                  </a:lnTo>
                  <a:lnTo>
                    <a:pt x="2330345" y="28145"/>
                  </a:lnTo>
                  <a:lnTo>
                    <a:pt x="2273167" y="30873"/>
                  </a:lnTo>
                  <a:lnTo>
                    <a:pt x="2215971" y="33603"/>
                  </a:lnTo>
                  <a:lnTo>
                    <a:pt x="2159033" y="36296"/>
                  </a:lnTo>
                  <a:lnTo>
                    <a:pt x="2102597" y="38911"/>
                  </a:lnTo>
                  <a:lnTo>
                    <a:pt x="2046837" y="41415"/>
                  </a:lnTo>
                  <a:lnTo>
                    <a:pt x="1991825" y="43779"/>
                  </a:lnTo>
                  <a:lnTo>
                    <a:pt x="1937507" y="45984"/>
                  </a:lnTo>
                  <a:lnTo>
                    <a:pt x="1883684" y="48016"/>
                  </a:lnTo>
                  <a:lnTo>
                    <a:pt x="1829990" y="49871"/>
                  </a:lnTo>
                  <a:lnTo>
                    <a:pt x="1775867" y="51550"/>
                  </a:lnTo>
                  <a:lnTo>
                    <a:pt x="1768425" y="51765"/>
                  </a:lnTo>
                  <a:lnTo>
                    <a:pt x="1718692" y="53105"/>
                  </a:lnTo>
                  <a:lnTo>
                    <a:pt x="1667236" y="54308"/>
                  </a:lnTo>
                  <a:lnTo>
                    <a:pt x="1613227" y="55381"/>
                  </a:lnTo>
                  <a:lnTo>
                    <a:pt x="1555743" y="56337"/>
                  </a:lnTo>
                  <a:lnTo>
                    <a:pt x="1493845" y="57190"/>
                  </a:lnTo>
                  <a:lnTo>
                    <a:pt x="1426662" y="57952"/>
                  </a:lnTo>
                  <a:lnTo>
                    <a:pt x="1353500" y="58634"/>
                  </a:lnTo>
                  <a:lnTo>
                    <a:pt x="1273982" y="59247"/>
                  </a:lnTo>
                  <a:lnTo>
                    <a:pt x="1188235" y="59795"/>
                  </a:lnTo>
                  <a:lnTo>
                    <a:pt x="1097113" y="60284"/>
                  </a:lnTo>
                  <a:lnTo>
                    <a:pt x="1002402" y="60714"/>
                  </a:lnTo>
                  <a:lnTo>
                    <a:pt x="906951" y="61086"/>
                  </a:lnTo>
                  <a:lnTo>
                    <a:pt x="814602" y="61397"/>
                  </a:lnTo>
                  <a:lnTo>
                    <a:pt x="729816" y="61647"/>
                  </a:lnTo>
                  <a:lnTo>
                    <a:pt x="656986" y="61836"/>
                  </a:lnTo>
                  <a:lnTo>
                    <a:pt x="599541" y="61969"/>
                  </a:lnTo>
                  <a:lnTo>
                    <a:pt x="559119" y="62052"/>
                  </a:lnTo>
                  <a:lnTo>
                    <a:pt x="535069" y="62097"/>
                  </a:lnTo>
                  <a:lnTo>
                    <a:pt x="524416" y="62115"/>
                  </a:lnTo>
                  <a:lnTo>
                    <a:pt x="522133" y="62118"/>
                  </a:lnTo>
                  <a:lnTo>
                    <a:pt x="0" y="62118"/>
                  </a:lnTo>
                  <a:close/>
                </a:path>
              </a:pathLst>
            </a:custGeom>
            <a:solidFill>
              <a:srgbClr val="67C1B3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1218" name="pl1218"/>
            <p:cNvSpPr/>
            <p:nvPr/>
          </p:nvSpPr>
          <p:spPr>
            <a:xfrm>
              <a:off x="386606" y="4347961"/>
              <a:ext cx="8554953" cy="412243"/>
            </a:xfrm>
            <a:custGeom>
              <a:avLst/>
              <a:pathLst>
                <a:path w="8554953" h="412243">
                  <a:moveTo>
                    <a:pt x="0" y="62118"/>
                  </a:moveTo>
                  <a:lnTo>
                    <a:pt x="522133" y="62118"/>
                  </a:lnTo>
                  <a:lnTo>
                    <a:pt x="523403" y="62116"/>
                  </a:lnTo>
                  <a:lnTo>
                    <a:pt x="531703" y="62103"/>
                  </a:lnTo>
                  <a:lnTo>
                    <a:pt x="552455" y="62065"/>
                  </a:lnTo>
                  <a:lnTo>
                    <a:pt x="589113" y="61991"/>
                  </a:lnTo>
                  <a:lnTo>
                    <a:pt x="642855" y="61870"/>
                  </a:lnTo>
                  <a:lnTo>
                    <a:pt x="712524" y="61694"/>
                  </a:lnTo>
                  <a:lnTo>
                    <a:pt x="795023" y="61457"/>
                  </a:lnTo>
                  <a:lnTo>
                    <a:pt x="886093" y="61160"/>
                  </a:lnTo>
                  <a:lnTo>
                    <a:pt x="981218" y="60802"/>
                  </a:lnTo>
                  <a:lnTo>
                    <a:pt x="1076376" y="60384"/>
                  </a:lnTo>
                  <a:lnTo>
                    <a:pt x="1168483" y="59909"/>
                  </a:lnTo>
                  <a:lnTo>
                    <a:pt x="1255522" y="59374"/>
                  </a:lnTo>
                  <a:lnTo>
                    <a:pt x="1336452" y="58776"/>
                  </a:lnTo>
                  <a:lnTo>
                    <a:pt x="1411003" y="58109"/>
                  </a:lnTo>
                  <a:lnTo>
                    <a:pt x="1479458" y="57366"/>
                  </a:lnTo>
                  <a:lnTo>
                    <a:pt x="1542456" y="56534"/>
                  </a:lnTo>
                  <a:lnTo>
                    <a:pt x="1600837" y="55602"/>
                  </a:lnTo>
                  <a:lnTo>
                    <a:pt x="1655533" y="54556"/>
                  </a:lnTo>
                  <a:lnTo>
                    <a:pt x="1707478" y="53383"/>
                  </a:lnTo>
                  <a:lnTo>
                    <a:pt x="1757529" y="52074"/>
                  </a:lnTo>
                  <a:lnTo>
                    <a:pt x="1768425" y="51765"/>
                  </a:lnTo>
                  <a:lnTo>
                    <a:pt x="1822662" y="50110"/>
                  </a:lnTo>
                  <a:lnTo>
                    <a:pt x="1876376" y="48279"/>
                  </a:lnTo>
                  <a:lnTo>
                    <a:pt x="1930156" y="46271"/>
                  </a:lnTo>
                  <a:lnTo>
                    <a:pt x="1984391" y="44089"/>
                  </a:lnTo>
                  <a:lnTo>
                    <a:pt x="2039303" y="41745"/>
                  </a:lnTo>
                  <a:lnTo>
                    <a:pt x="2094963" y="39259"/>
                  </a:lnTo>
                  <a:lnTo>
                    <a:pt x="2151315" y="36657"/>
                  </a:lnTo>
                  <a:lnTo>
                    <a:pt x="2208197" y="33973"/>
                  </a:lnTo>
                  <a:lnTo>
                    <a:pt x="2265375" y="31245"/>
                  </a:lnTo>
                  <a:lnTo>
                    <a:pt x="2322572" y="28514"/>
                  </a:lnTo>
                  <a:lnTo>
                    <a:pt x="2379509" y="25822"/>
                  </a:lnTo>
                  <a:lnTo>
                    <a:pt x="2435945" y="23207"/>
                  </a:lnTo>
                  <a:lnTo>
                    <a:pt x="2491705" y="20703"/>
                  </a:lnTo>
                  <a:lnTo>
                    <a:pt x="2546718" y="18339"/>
                  </a:lnTo>
                  <a:lnTo>
                    <a:pt x="2601036" y="16134"/>
                  </a:lnTo>
                  <a:lnTo>
                    <a:pt x="2654858" y="14102"/>
                  </a:lnTo>
                  <a:lnTo>
                    <a:pt x="2708552" y="12247"/>
                  </a:lnTo>
                  <a:lnTo>
                    <a:pt x="2762675" y="10568"/>
                  </a:lnTo>
                  <a:lnTo>
                    <a:pt x="2770117" y="10353"/>
                  </a:lnTo>
                  <a:lnTo>
                    <a:pt x="2819850" y="9013"/>
                  </a:lnTo>
                  <a:lnTo>
                    <a:pt x="2871307" y="7810"/>
                  </a:lnTo>
                  <a:lnTo>
                    <a:pt x="2925315" y="6737"/>
                  </a:lnTo>
                  <a:lnTo>
                    <a:pt x="2982799" y="5781"/>
                  </a:lnTo>
                  <a:lnTo>
                    <a:pt x="3044697" y="4928"/>
                  </a:lnTo>
                  <a:lnTo>
                    <a:pt x="3111880" y="4166"/>
                  </a:lnTo>
                  <a:lnTo>
                    <a:pt x="3185043" y="3483"/>
                  </a:lnTo>
                  <a:lnTo>
                    <a:pt x="3264561" y="2871"/>
                  </a:lnTo>
                  <a:lnTo>
                    <a:pt x="3350307" y="2323"/>
                  </a:lnTo>
                  <a:lnTo>
                    <a:pt x="3441429" y="1834"/>
                  </a:lnTo>
                  <a:lnTo>
                    <a:pt x="3536140" y="1404"/>
                  </a:lnTo>
                  <a:lnTo>
                    <a:pt x="3631591" y="1032"/>
                  </a:lnTo>
                  <a:lnTo>
                    <a:pt x="3723940" y="721"/>
                  </a:lnTo>
                  <a:lnTo>
                    <a:pt x="3808726" y="471"/>
                  </a:lnTo>
                  <a:lnTo>
                    <a:pt x="3881556" y="282"/>
                  </a:lnTo>
                  <a:lnTo>
                    <a:pt x="3939001" y="149"/>
                  </a:lnTo>
                  <a:lnTo>
                    <a:pt x="3979423" y="66"/>
                  </a:lnTo>
                  <a:lnTo>
                    <a:pt x="4003473" y="21"/>
                  </a:lnTo>
                  <a:lnTo>
                    <a:pt x="4014126" y="3"/>
                  </a:lnTo>
                  <a:lnTo>
                    <a:pt x="4016395" y="0"/>
                  </a:lnTo>
                  <a:lnTo>
                    <a:pt x="4016409" y="0"/>
                  </a:lnTo>
                  <a:lnTo>
                    <a:pt x="4538543" y="0"/>
                  </a:lnTo>
                  <a:lnTo>
                    <a:pt x="4539810" y="12"/>
                  </a:lnTo>
                  <a:lnTo>
                    <a:pt x="4548093" y="102"/>
                  </a:lnTo>
                  <a:lnTo>
                    <a:pt x="4568802" y="352"/>
                  </a:lnTo>
                  <a:lnTo>
                    <a:pt x="4605389" y="842"/>
                  </a:lnTo>
                  <a:lnTo>
                    <a:pt x="4659035" y="1644"/>
                  </a:lnTo>
                  <a:lnTo>
                    <a:pt x="4728593" y="2811"/>
                  </a:lnTo>
                  <a:lnTo>
                    <a:pt x="4810979" y="4376"/>
                  </a:lnTo>
                  <a:lnTo>
                    <a:pt x="4901946" y="6348"/>
                  </a:lnTo>
                  <a:lnTo>
                    <a:pt x="4996989" y="8720"/>
                  </a:lnTo>
                  <a:lnTo>
                    <a:pt x="5092089" y="11485"/>
                  </a:lnTo>
                  <a:lnTo>
                    <a:pt x="5184160" y="14637"/>
                  </a:lnTo>
                  <a:lnTo>
                    <a:pt x="5271184" y="18182"/>
                  </a:lnTo>
                  <a:lnTo>
                    <a:pt x="5352112" y="22142"/>
                  </a:lnTo>
                  <a:lnTo>
                    <a:pt x="5426671" y="26556"/>
                  </a:lnTo>
                  <a:lnTo>
                    <a:pt x="5495138" y="31481"/>
                  </a:lnTo>
                  <a:lnTo>
                    <a:pt x="5558147" y="36987"/>
                  </a:lnTo>
                  <a:lnTo>
                    <a:pt x="5616536" y="43160"/>
                  </a:lnTo>
                  <a:lnTo>
                    <a:pt x="5671233" y="50089"/>
                  </a:lnTo>
                  <a:lnTo>
                    <a:pt x="5723171" y="57858"/>
                  </a:lnTo>
                  <a:lnTo>
                    <a:pt x="5773207" y="66525"/>
                  </a:lnTo>
                  <a:lnTo>
                    <a:pt x="5784835" y="68707"/>
                  </a:lnTo>
                  <a:lnTo>
                    <a:pt x="5838125" y="79489"/>
                  </a:lnTo>
                  <a:lnTo>
                    <a:pt x="5890901" y="91395"/>
                  </a:lnTo>
                  <a:lnTo>
                    <a:pt x="5943724" y="104439"/>
                  </a:lnTo>
                  <a:lnTo>
                    <a:pt x="5996971" y="118596"/>
                  </a:lnTo>
                  <a:lnTo>
                    <a:pt x="6050861" y="133798"/>
                  </a:lnTo>
                  <a:lnTo>
                    <a:pt x="6105473" y="149924"/>
                  </a:lnTo>
                  <a:lnTo>
                    <a:pt x="6160765" y="166812"/>
                  </a:lnTo>
                  <a:lnTo>
                    <a:pt x="6216592" y="184255"/>
                  </a:lnTo>
                  <a:lnTo>
                    <a:pt x="6272739" y="202015"/>
                  </a:lnTo>
                  <a:lnTo>
                    <a:pt x="6328948" y="219836"/>
                  </a:lnTo>
                  <a:lnTo>
                    <a:pt x="6384953" y="237456"/>
                  </a:lnTo>
                  <a:lnTo>
                    <a:pt x="6440513" y="254627"/>
                  </a:lnTo>
                  <a:lnTo>
                    <a:pt x="6495450" y="271127"/>
                  </a:lnTo>
                  <a:lnTo>
                    <a:pt x="6549671" y="286772"/>
                  </a:lnTo>
                  <a:lnTo>
                    <a:pt x="6603196" y="301422"/>
                  </a:lnTo>
                  <a:lnTo>
                    <a:pt x="6656177" y="314984"/>
                  </a:lnTo>
                  <a:lnTo>
                    <a:pt x="6708916" y="327414"/>
                  </a:lnTo>
                  <a:lnTo>
                    <a:pt x="6761887" y="338709"/>
                  </a:lnTo>
                  <a:lnTo>
                    <a:pt x="6786527" y="343536"/>
                  </a:lnTo>
                  <a:lnTo>
                    <a:pt x="6836223" y="352419"/>
                  </a:lnTo>
                  <a:lnTo>
                    <a:pt x="6887639" y="360396"/>
                  </a:lnTo>
                  <a:lnTo>
                    <a:pt x="6941601" y="367516"/>
                  </a:lnTo>
                  <a:lnTo>
                    <a:pt x="6999032" y="373860"/>
                  </a:lnTo>
                  <a:lnTo>
                    <a:pt x="7060869" y="379516"/>
                  </a:lnTo>
                  <a:lnTo>
                    <a:pt x="7127979" y="384571"/>
                  </a:lnTo>
                  <a:lnTo>
                    <a:pt x="7201057" y="389100"/>
                  </a:lnTo>
                  <a:lnTo>
                    <a:pt x="7280480" y="393163"/>
                  </a:lnTo>
                  <a:lnTo>
                    <a:pt x="7366125" y="396804"/>
                  </a:lnTo>
                  <a:lnTo>
                    <a:pt x="7457148" y="400047"/>
                  </a:lnTo>
                  <a:lnTo>
                    <a:pt x="7551771" y="402904"/>
                  </a:lnTo>
                  <a:lnTo>
                    <a:pt x="7647159" y="405370"/>
                  </a:lnTo>
                  <a:lnTo>
                    <a:pt x="7739489" y="407437"/>
                  </a:lnTo>
                  <a:lnTo>
                    <a:pt x="7824311" y="409098"/>
                  </a:lnTo>
                  <a:lnTo>
                    <a:pt x="7897236" y="410358"/>
                  </a:lnTo>
                  <a:lnTo>
                    <a:pt x="7954828" y="411242"/>
                  </a:lnTo>
                  <a:lnTo>
                    <a:pt x="7995429" y="411800"/>
                  </a:lnTo>
                  <a:lnTo>
                    <a:pt x="8019659" y="412099"/>
                  </a:lnTo>
                  <a:lnTo>
                    <a:pt x="8030458" y="412219"/>
                  </a:lnTo>
                  <a:lnTo>
                    <a:pt x="8032802" y="412243"/>
                  </a:lnTo>
                  <a:lnTo>
                    <a:pt x="8032819" y="412243"/>
                  </a:lnTo>
                  <a:lnTo>
                    <a:pt x="8554953" y="412243"/>
                  </a:lnTo>
                  <a:lnTo>
                    <a:pt x="8554953" y="412243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219" name="pl1219"/>
            <p:cNvSpPr/>
            <p:nvPr/>
          </p:nvSpPr>
          <p:spPr>
            <a:xfrm>
              <a:off x="386606" y="4336666"/>
              <a:ext cx="8554953" cy="412243"/>
            </a:xfrm>
            <a:custGeom>
              <a:avLst/>
              <a:pathLst>
                <a:path w="8554953" h="412243">
                  <a:moveTo>
                    <a:pt x="8554953" y="412243"/>
                  </a:moveTo>
                  <a:lnTo>
                    <a:pt x="8032819" y="412243"/>
                  </a:lnTo>
                  <a:lnTo>
                    <a:pt x="8031552" y="412230"/>
                  </a:lnTo>
                  <a:lnTo>
                    <a:pt x="8023269" y="412140"/>
                  </a:lnTo>
                  <a:lnTo>
                    <a:pt x="8002560" y="411891"/>
                  </a:lnTo>
                  <a:lnTo>
                    <a:pt x="7965973" y="411401"/>
                  </a:lnTo>
                  <a:lnTo>
                    <a:pt x="7912327" y="410599"/>
                  </a:lnTo>
                  <a:lnTo>
                    <a:pt x="7842769" y="409431"/>
                  </a:lnTo>
                  <a:lnTo>
                    <a:pt x="7760383" y="407866"/>
                  </a:lnTo>
                  <a:lnTo>
                    <a:pt x="7669415" y="405895"/>
                  </a:lnTo>
                  <a:lnTo>
                    <a:pt x="7574373" y="403522"/>
                  </a:lnTo>
                  <a:lnTo>
                    <a:pt x="7479273" y="400757"/>
                  </a:lnTo>
                  <a:lnTo>
                    <a:pt x="7387202" y="397605"/>
                  </a:lnTo>
                  <a:lnTo>
                    <a:pt x="7300178" y="394060"/>
                  </a:lnTo>
                  <a:lnTo>
                    <a:pt x="7219250" y="390100"/>
                  </a:lnTo>
                  <a:lnTo>
                    <a:pt x="7144691" y="385686"/>
                  </a:lnTo>
                  <a:lnTo>
                    <a:pt x="7076224" y="380762"/>
                  </a:lnTo>
                  <a:lnTo>
                    <a:pt x="7013215" y="375255"/>
                  </a:lnTo>
                  <a:lnTo>
                    <a:pt x="6954826" y="369082"/>
                  </a:lnTo>
                  <a:lnTo>
                    <a:pt x="6900129" y="362154"/>
                  </a:lnTo>
                  <a:lnTo>
                    <a:pt x="6848191" y="354385"/>
                  </a:lnTo>
                  <a:lnTo>
                    <a:pt x="6798155" y="345717"/>
                  </a:lnTo>
                  <a:lnTo>
                    <a:pt x="6786527" y="343536"/>
                  </a:lnTo>
                  <a:lnTo>
                    <a:pt x="6733236" y="332753"/>
                  </a:lnTo>
                  <a:lnTo>
                    <a:pt x="6680461" y="320848"/>
                  </a:lnTo>
                  <a:lnTo>
                    <a:pt x="6627638" y="307804"/>
                  </a:lnTo>
                  <a:lnTo>
                    <a:pt x="6574391" y="293646"/>
                  </a:lnTo>
                  <a:lnTo>
                    <a:pt x="6520501" y="278445"/>
                  </a:lnTo>
                  <a:lnTo>
                    <a:pt x="6465888" y="262318"/>
                  </a:lnTo>
                  <a:lnTo>
                    <a:pt x="6410597" y="245430"/>
                  </a:lnTo>
                  <a:lnTo>
                    <a:pt x="6354770" y="227987"/>
                  </a:lnTo>
                  <a:lnTo>
                    <a:pt x="6298623" y="210227"/>
                  </a:lnTo>
                  <a:lnTo>
                    <a:pt x="6242414" y="192407"/>
                  </a:lnTo>
                  <a:lnTo>
                    <a:pt x="6186409" y="174787"/>
                  </a:lnTo>
                  <a:lnTo>
                    <a:pt x="6130849" y="157616"/>
                  </a:lnTo>
                  <a:lnTo>
                    <a:pt x="6075912" y="141115"/>
                  </a:lnTo>
                  <a:lnTo>
                    <a:pt x="6021691" y="125471"/>
                  </a:lnTo>
                  <a:lnTo>
                    <a:pt x="5968166" y="110821"/>
                  </a:lnTo>
                  <a:lnTo>
                    <a:pt x="5915185" y="97258"/>
                  </a:lnTo>
                  <a:lnTo>
                    <a:pt x="5862446" y="84829"/>
                  </a:lnTo>
                  <a:lnTo>
                    <a:pt x="5809475" y="73533"/>
                  </a:lnTo>
                  <a:lnTo>
                    <a:pt x="5784835" y="68707"/>
                  </a:lnTo>
                  <a:lnTo>
                    <a:pt x="5735139" y="59824"/>
                  </a:lnTo>
                  <a:lnTo>
                    <a:pt x="5683723" y="51846"/>
                  </a:lnTo>
                  <a:lnTo>
                    <a:pt x="5629761" y="44726"/>
                  </a:lnTo>
                  <a:lnTo>
                    <a:pt x="5572330" y="38383"/>
                  </a:lnTo>
                  <a:lnTo>
                    <a:pt x="5510493" y="32727"/>
                  </a:lnTo>
                  <a:lnTo>
                    <a:pt x="5443383" y="27672"/>
                  </a:lnTo>
                  <a:lnTo>
                    <a:pt x="5370305" y="23143"/>
                  </a:lnTo>
                  <a:lnTo>
                    <a:pt x="5290882" y="19079"/>
                  </a:lnTo>
                  <a:lnTo>
                    <a:pt x="5205237" y="15439"/>
                  </a:lnTo>
                  <a:lnTo>
                    <a:pt x="5114214" y="12195"/>
                  </a:lnTo>
                  <a:lnTo>
                    <a:pt x="5019591" y="9339"/>
                  </a:lnTo>
                  <a:lnTo>
                    <a:pt x="4924203" y="6872"/>
                  </a:lnTo>
                  <a:lnTo>
                    <a:pt x="4831873" y="4806"/>
                  </a:lnTo>
                  <a:lnTo>
                    <a:pt x="4747051" y="3145"/>
                  </a:lnTo>
                  <a:lnTo>
                    <a:pt x="4674126" y="1885"/>
                  </a:lnTo>
                  <a:lnTo>
                    <a:pt x="4616534" y="1001"/>
                  </a:lnTo>
                  <a:lnTo>
                    <a:pt x="4575933" y="443"/>
                  </a:lnTo>
                  <a:lnTo>
                    <a:pt x="4551703" y="144"/>
                  </a:lnTo>
                  <a:lnTo>
                    <a:pt x="4540904" y="23"/>
                  </a:lnTo>
                  <a:lnTo>
                    <a:pt x="4538560" y="0"/>
                  </a:lnTo>
                  <a:lnTo>
                    <a:pt x="4538543" y="0"/>
                  </a:lnTo>
                  <a:lnTo>
                    <a:pt x="4016409" y="0"/>
                  </a:lnTo>
                  <a:lnTo>
                    <a:pt x="4015139" y="1"/>
                  </a:lnTo>
                  <a:lnTo>
                    <a:pt x="4006839" y="15"/>
                  </a:lnTo>
                  <a:lnTo>
                    <a:pt x="3986087" y="53"/>
                  </a:lnTo>
                  <a:lnTo>
                    <a:pt x="3949429" y="127"/>
                  </a:lnTo>
                  <a:lnTo>
                    <a:pt x="3895687" y="248"/>
                  </a:lnTo>
                  <a:lnTo>
                    <a:pt x="3826018" y="424"/>
                  </a:lnTo>
                  <a:lnTo>
                    <a:pt x="3743519" y="660"/>
                  </a:lnTo>
                  <a:lnTo>
                    <a:pt x="3652449" y="958"/>
                  </a:lnTo>
                  <a:lnTo>
                    <a:pt x="3557324" y="1316"/>
                  </a:lnTo>
                  <a:lnTo>
                    <a:pt x="3462166" y="1734"/>
                  </a:lnTo>
                  <a:lnTo>
                    <a:pt x="3370059" y="2209"/>
                  </a:lnTo>
                  <a:lnTo>
                    <a:pt x="3283020" y="2744"/>
                  </a:lnTo>
                  <a:lnTo>
                    <a:pt x="3202090" y="3342"/>
                  </a:lnTo>
                  <a:lnTo>
                    <a:pt x="3127539" y="4008"/>
                  </a:lnTo>
                  <a:lnTo>
                    <a:pt x="3059084" y="4752"/>
                  </a:lnTo>
                  <a:lnTo>
                    <a:pt x="2996087" y="5583"/>
                  </a:lnTo>
                  <a:lnTo>
                    <a:pt x="2937705" y="6516"/>
                  </a:lnTo>
                  <a:lnTo>
                    <a:pt x="2883009" y="7562"/>
                  </a:lnTo>
                  <a:lnTo>
                    <a:pt x="2831064" y="8735"/>
                  </a:lnTo>
                  <a:lnTo>
                    <a:pt x="2781013" y="10044"/>
                  </a:lnTo>
                  <a:lnTo>
                    <a:pt x="2770117" y="10353"/>
                  </a:lnTo>
                  <a:lnTo>
                    <a:pt x="2715881" y="12008"/>
                  </a:lnTo>
                  <a:lnTo>
                    <a:pt x="2662166" y="13839"/>
                  </a:lnTo>
                  <a:lnTo>
                    <a:pt x="2608386" y="15847"/>
                  </a:lnTo>
                  <a:lnTo>
                    <a:pt x="2554151" y="18029"/>
                  </a:lnTo>
                  <a:lnTo>
                    <a:pt x="2499239" y="20373"/>
                  </a:lnTo>
                  <a:lnTo>
                    <a:pt x="2443579" y="22859"/>
                  </a:lnTo>
                  <a:lnTo>
                    <a:pt x="2387227" y="25461"/>
                  </a:lnTo>
                  <a:lnTo>
                    <a:pt x="2330345" y="28145"/>
                  </a:lnTo>
                  <a:lnTo>
                    <a:pt x="2273167" y="30873"/>
                  </a:lnTo>
                  <a:lnTo>
                    <a:pt x="2215971" y="33603"/>
                  </a:lnTo>
                  <a:lnTo>
                    <a:pt x="2159033" y="36296"/>
                  </a:lnTo>
                  <a:lnTo>
                    <a:pt x="2102597" y="38911"/>
                  </a:lnTo>
                  <a:lnTo>
                    <a:pt x="2046837" y="41415"/>
                  </a:lnTo>
                  <a:lnTo>
                    <a:pt x="1991825" y="43779"/>
                  </a:lnTo>
                  <a:lnTo>
                    <a:pt x="1937507" y="45984"/>
                  </a:lnTo>
                  <a:lnTo>
                    <a:pt x="1883684" y="48016"/>
                  </a:lnTo>
                  <a:lnTo>
                    <a:pt x="1829990" y="49871"/>
                  </a:lnTo>
                  <a:lnTo>
                    <a:pt x="1775867" y="51550"/>
                  </a:lnTo>
                  <a:lnTo>
                    <a:pt x="1768425" y="51765"/>
                  </a:lnTo>
                  <a:lnTo>
                    <a:pt x="1718692" y="53105"/>
                  </a:lnTo>
                  <a:lnTo>
                    <a:pt x="1667236" y="54308"/>
                  </a:lnTo>
                  <a:lnTo>
                    <a:pt x="1613227" y="55381"/>
                  </a:lnTo>
                  <a:lnTo>
                    <a:pt x="1555743" y="56337"/>
                  </a:lnTo>
                  <a:lnTo>
                    <a:pt x="1493845" y="57190"/>
                  </a:lnTo>
                  <a:lnTo>
                    <a:pt x="1426662" y="57952"/>
                  </a:lnTo>
                  <a:lnTo>
                    <a:pt x="1353500" y="58634"/>
                  </a:lnTo>
                  <a:lnTo>
                    <a:pt x="1273982" y="59247"/>
                  </a:lnTo>
                  <a:lnTo>
                    <a:pt x="1188235" y="59795"/>
                  </a:lnTo>
                  <a:lnTo>
                    <a:pt x="1097113" y="60284"/>
                  </a:lnTo>
                  <a:lnTo>
                    <a:pt x="1002402" y="60714"/>
                  </a:lnTo>
                  <a:lnTo>
                    <a:pt x="906951" y="61086"/>
                  </a:lnTo>
                  <a:lnTo>
                    <a:pt x="814602" y="61397"/>
                  </a:lnTo>
                  <a:lnTo>
                    <a:pt x="729816" y="61647"/>
                  </a:lnTo>
                  <a:lnTo>
                    <a:pt x="656986" y="61836"/>
                  </a:lnTo>
                  <a:lnTo>
                    <a:pt x="599541" y="61969"/>
                  </a:lnTo>
                  <a:lnTo>
                    <a:pt x="559119" y="62052"/>
                  </a:lnTo>
                  <a:lnTo>
                    <a:pt x="535069" y="62097"/>
                  </a:lnTo>
                  <a:lnTo>
                    <a:pt x="524416" y="62115"/>
                  </a:lnTo>
                  <a:lnTo>
                    <a:pt x="522147" y="62118"/>
                  </a:lnTo>
                  <a:lnTo>
                    <a:pt x="522133" y="62118"/>
                  </a:lnTo>
                  <a:lnTo>
                    <a:pt x="0" y="62118"/>
                  </a:lnTo>
                  <a:lnTo>
                    <a:pt x="0" y="62118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220" name="pg1220"/>
            <p:cNvSpPr/>
            <p:nvPr/>
          </p:nvSpPr>
          <p:spPr>
            <a:xfrm>
              <a:off x="386606" y="4483493"/>
              <a:ext cx="8554953" cy="818839"/>
            </a:xfrm>
            <a:custGeom>
              <a:avLst/>
              <a:pathLst>
                <a:path w="8554953" h="818839">
                  <a:moveTo>
                    <a:pt x="0" y="5647"/>
                  </a:moveTo>
                  <a:lnTo>
                    <a:pt x="522133" y="5647"/>
                  </a:lnTo>
                  <a:lnTo>
                    <a:pt x="523392" y="5671"/>
                  </a:lnTo>
                  <a:lnTo>
                    <a:pt x="531623" y="5848"/>
                  </a:lnTo>
                  <a:lnTo>
                    <a:pt x="552208" y="6337"/>
                  </a:lnTo>
                  <a:lnTo>
                    <a:pt x="588587" y="7297"/>
                  </a:lnTo>
                  <a:lnTo>
                    <a:pt x="641951" y="8869"/>
                  </a:lnTo>
                  <a:lnTo>
                    <a:pt x="711183" y="11158"/>
                  </a:lnTo>
                  <a:lnTo>
                    <a:pt x="793236" y="14227"/>
                  </a:lnTo>
                  <a:lnTo>
                    <a:pt x="883904" y="18094"/>
                  </a:lnTo>
                  <a:lnTo>
                    <a:pt x="978704" y="22750"/>
                  </a:lnTo>
                  <a:lnTo>
                    <a:pt x="1073630" y="28177"/>
                  </a:lnTo>
                  <a:lnTo>
                    <a:pt x="1165598" y="34363"/>
                  </a:lnTo>
                  <a:lnTo>
                    <a:pt x="1252574" y="41321"/>
                  </a:lnTo>
                  <a:lnTo>
                    <a:pt x="1333499" y="49092"/>
                  </a:lnTo>
                  <a:lnTo>
                    <a:pt x="1408080" y="57753"/>
                  </a:lnTo>
                  <a:lnTo>
                    <a:pt x="1476582" y="67412"/>
                  </a:lnTo>
                  <a:lnTo>
                    <a:pt x="1539624" y="78209"/>
                  </a:lnTo>
                  <a:lnTo>
                    <a:pt x="1598036" y="90309"/>
                  </a:lnTo>
                  <a:lnTo>
                    <a:pt x="1652737" y="103887"/>
                  </a:lnTo>
                  <a:lnTo>
                    <a:pt x="1704655" y="119109"/>
                  </a:lnTo>
                  <a:lnTo>
                    <a:pt x="1754647" y="136093"/>
                  </a:lnTo>
                  <a:lnTo>
                    <a:pt x="1768425" y="141179"/>
                  </a:lnTo>
                  <a:lnTo>
                    <a:pt x="1819332" y="161443"/>
                  </a:lnTo>
                  <a:lnTo>
                    <a:pt x="1869743" y="183726"/>
                  </a:lnTo>
                  <a:lnTo>
                    <a:pt x="1920159" y="208057"/>
                  </a:lnTo>
                  <a:lnTo>
                    <a:pt x="1970926" y="234403"/>
                  </a:lnTo>
                  <a:lnTo>
                    <a:pt x="2022254" y="262656"/>
                  </a:lnTo>
                  <a:lnTo>
                    <a:pt x="2074236" y="292630"/>
                  </a:lnTo>
                  <a:lnTo>
                    <a:pt x="2126858" y="324062"/>
                  </a:lnTo>
                  <a:lnTo>
                    <a:pt x="2180019" y="356616"/>
                  </a:lnTo>
                  <a:lnTo>
                    <a:pt x="2233550" y="389901"/>
                  </a:lnTo>
                  <a:lnTo>
                    <a:pt x="2287234" y="423484"/>
                  </a:lnTo>
                  <a:lnTo>
                    <a:pt x="2340841" y="456916"/>
                  </a:lnTo>
                  <a:lnTo>
                    <a:pt x="2394146" y="489758"/>
                  </a:lnTo>
                  <a:lnTo>
                    <a:pt x="2446961" y="521602"/>
                  </a:lnTo>
                  <a:lnTo>
                    <a:pt x="2499161" y="552091"/>
                  </a:lnTo>
                  <a:lnTo>
                    <a:pt x="2550701" y="580938"/>
                  </a:lnTo>
                  <a:lnTo>
                    <a:pt x="2601637" y="607930"/>
                  </a:lnTo>
                  <a:lnTo>
                    <a:pt x="2652137" y="632936"/>
                  </a:lnTo>
                  <a:lnTo>
                    <a:pt x="2702503" y="655896"/>
                  </a:lnTo>
                  <a:lnTo>
                    <a:pt x="2753180" y="676821"/>
                  </a:lnTo>
                  <a:lnTo>
                    <a:pt x="2770117" y="683307"/>
                  </a:lnTo>
                  <a:lnTo>
                    <a:pt x="2819703" y="700794"/>
                  </a:lnTo>
                  <a:lnTo>
                    <a:pt x="2871000" y="716501"/>
                  </a:lnTo>
                  <a:lnTo>
                    <a:pt x="2924828" y="730525"/>
                  </a:lnTo>
                  <a:lnTo>
                    <a:pt x="2982104" y="743021"/>
                  </a:lnTo>
                  <a:lnTo>
                    <a:pt x="3043758" y="754167"/>
                  </a:lnTo>
                  <a:lnTo>
                    <a:pt x="3110655" y="764130"/>
                  </a:lnTo>
                  <a:lnTo>
                    <a:pt x="3183485" y="773058"/>
                  </a:lnTo>
                  <a:lnTo>
                    <a:pt x="3262632" y="781070"/>
                  </a:lnTo>
                  <a:lnTo>
                    <a:pt x="3347981" y="788250"/>
                  </a:lnTo>
                  <a:lnTo>
                    <a:pt x="3438708" y="794651"/>
                  </a:lnTo>
                  <a:lnTo>
                    <a:pt x="3533071" y="800291"/>
                  </a:lnTo>
                  <a:lnTo>
                    <a:pt x="3628277" y="805164"/>
                  </a:lnTo>
                  <a:lnTo>
                    <a:pt x="3720546" y="809255"/>
                  </a:lnTo>
                  <a:lnTo>
                    <a:pt x="3805469" y="812547"/>
                  </a:lnTo>
                  <a:lnTo>
                    <a:pt x="3878671" y="815051"/>
                  </a:lnTo>
                  <a:lnTo>
                    <a:pt x="3936693" y="816815"/>
                  </a:lnTo>
                  <a:lnTo>
                    <a:pt x="3977819" y="817934"/>
                  </a:lnTo>
                  <a:lnTo>
                    <a:pt x="4002578" y="818539"/>
                  </a:lnTo>
                  <a:lnTo>
                    <a:pt x="4013809" y="818787"/>
                  </a:lnTo>
                  <a:lnTo>
                    <a:pt x="4016409" y="818839"/>
                  </a:lnTo>
                  <a:lnTo>
                    <a:pt x="4538543" y="818839"/>
                  </a:lnTo>
                  <a:lnTo>
                    <a:pt x="4539809" y="818826"/>
                  </a:lnTo>
                  <a:lnTo>
                    <a:pt x="4548090" y="818729"/>
                  </a:lnTo>
                  <a:lnTo>
                    <a:pt x="4568793" y="818463"/>
                  </a:lnTo>
                  <a:lnTo>
                    <a:pt x="4605370" y="817940"/>
                  </a:lnTo>
                  <a:lnTo>
                    <a:pt x="4659002" y="817083"/>
                  </a:lnTo>
                  <a:lnTo>
                    <a:pt x="4728543" y="815836"/>
                  </a:lnTo>
                  <a:lnTo>
                    <a:pt x="4810913" y="814164"/>
                  </a:lnTo>
                  <a:lnTo>
                    <a:pt x="4901866" y="812058"/>
                  </a:lnTo>
                  <a:lnTo>
                    <a:pt x="4996897" y="809524"/>
                  </a:lnTo>
                  <a:lnTo>
                    <a:pt x="5091988" y="806570"/>
                  </a:lnTo>
                  <a:lnTo>
                    <a:pt x="5184054" y="803203"/>
                  </a:lnTo>
                  <a:lnTo>
                    <a:pt x="5271076" y="799417"/>
                  </a:lnTo>
                  <a:lnTo>
                    <a:pt x="5352004" y="795186"/>
                  </a:lnTo>
                  <a:lnTo>
                    <a:pt x="5426564" y="790471"/>
                  </a:lnTo>
                  <a:lnTo>
                    <a:pt x="5495033" y="785211"/>
                  </a:lnTo>
                  <a:lnTo>
                    <a:pt x="5558043" y="779329"/>
                  </a:lnTo>
                  <a:lnTo>
                    <a:pt x="5616433" y="772735"/>
                  </a:lnTo>
                  <a:lnTo>
                    <a:pt x="5671131" y="765334"/>
                  </a:lnTo>
                  <a:lnTo>
                    <a:pt x="5723068" y="757036"/>
                  </a:lnTo>
                  <a:lnTo>
                    <a:pt x="5773101" y="747778"/>
                  </a:lnTo>
                  <a:lnTo>
                    <a:pt x="5784835" y="745426"/>
                  </a:lnTo>
                  <a:lnTo>
                    <a:pt x="5837995" y="733935"/>
                  </a:lnTo>
                  <a:lnTo>
                    <a:pt x="5890641" y="721250"/>
                  </a:lnTo>
                  <a:lnTo>
                    <a:pt x="5943332" y="707354"/>
                  </a:lnTo>
                  <a:lnTo>
                    <a:pt x="5996443" y="692274"/>
                  </a:lnTo>
                  <a:lnTo>
                    <a:pt x="6050193" y="676083"/>
                  </a:lnTo>
                  <a:lnTo>
                    <a:pt x="6104661" y="658907"/>
                  </a:lnTo>
                  <a:lnTo>
                    <a:pt x="6159806" y="640918"/>
                  </a:lnTo>
                  <a:lnTo>
                    <a:pt x="6215487" y="622335"/>
                  </a:lnTo>
                  <a:lnTo>
                    <a:pt x="6271492" y="603409"/>
                  </a:lnTo>
                  <a:lnTo>
                    <a:pt x="6327564" y="584414"/>
                  </a:lnTo>
                  <a:lnTo>
                    <a:pt x="6383439" y="565624"/>
                  </a:lnTo>
                  <a:lnTo>
                    <a:pt x="6438879" y="547305"/>
                  </a:lnTo>
                  <a:lnTo>
                    <a:pt x="6493701" y="529693"/>
                  </a:lnTo>
                  <a:lnTo>
                    <a:pt x="6547812" y="512985"/>
                  </a:lnTo>
                  <a:lnTo>
                    <a:pt x="6601228" y="497330"/>
                  </a:lnTo>
                  <a:lnTo>
                    <a:pt x="6654095" y="482829"/>
                  </a:lnTo>
                  <a:lnTo>
                    <a:pt x="6706706" y="469531"/>
                  </a:lnTo>
                  <a:lnTo>
                    <a:pt x="6759524" y="457440"/>
                  </a:lnTo>
                  <a:lnTo>
                    <a:pt x="6786527" y="451773"/>
                  </a:lnTo>
                  <a:lnTo>
                    <a:pt x="6836217" y="442283"/>
                  </a:lnTo>
                  <a:lnTo>
                    <a:pt x="6887627" y="433760"/>
                  </a:lnTo>
                  <a:lnTo>
                    <a:pt x="6941583" y="426152"/>
                  </a:lnTo>
                  <a:lnTo>
                    <a:pt x="6999007" y="419375"/>
                  </a:lnTo>
                  <a:lnTo>
                    <a:pt x="7060834" y="413332"/>
                  </a:lnTo>
                  <a:lnTo>
                    <a:pt x="7127934" y="407931"/>
                  </a:lnTo>
                  <a:lnTo>
                    <a:pt x="7200999" y="403092"/>
                  </a:lnTo>
                  <a:lnTo>
                    <a:pt x="7280409" y="398750"/>
                  </a:lnTo>
                  <a:lnTo>
                    <a:pt x="7366040" y="394860"/>
                  </a:lnTo>
                  <a:lnTo>
                    <a:pt x="7457048" y="391395"/>
                  </a:lnTo>
                  <a:lnTo>
                    <a:pt x="7551658" y="388342"/>
                  </a:lnTo>
                  <a:lnTo>
                    <a:pt x="7647037" y="385707"/>
                  </a:lnTo>
                  <a:lnTo>
                    <a:pt x="7739364" y="383498"/>
                  </a:lnTo>
                  <a:lnTo>
                    <a:pt x="7824191" y="381723"/>
                  </a:lnTo>
                  <a:lnTo>
                    <a:pt x="7897130" y="380376"/>
                  </a:lnTo>
                  <a:lnTo>
                    <a:pt x="7954744" y="379431"/>
                  </a:lnTo>
                  <a:lnTo>
                    <a:pt x="7995370" y="378835"/>
                  </a:lnTo>
                  <a:lnTo>
                    <a:pt x="8019627" y="378515"/>
                  </a:lnTo>
                  <a:lnTo>
                    <a:pt x="8030447" y="378386"/>
                  </a:lnTo>
                  <a:lnTo>
                    <a:pt x="8032819" y="378360"/>
                  </a:lnTo>
                  <a:lnTo>
                    <a:pt x="8554953" y="378360"/>
                  </a:lnTo>
                  <a:lnTo>
                    <a:pt x="8554953" y="372713"/>
                  </a:lnTo>
                  <a:lnTo>
                    <a:pt x="8032819" y="372713"/>
                  </a:lnTo>
                  <a:lnTo>
                    <a:pt x="8031552" y="372726"/>
                  </a:lnTo>
                  <a:lnTo>
                    <a:pt x="8023272" y="372823"/>
                  </a:lnTo>
                  <a:lnTo>
                    <a:pt x="8002569" y="373089"/>
                  </a:lnTo>
                  <a:lnTo>
                    <a:pt x="7965992" y="373612"/>
                  </a:lnTo>
                  <a:lnTo>
                    <a:pt x="7912360" y="374469"/>
                  </a:lnTo>
                  <a:lnTo>
                    <a:pt x="7842819" y="375716"/>
                  </a:lnTo>
                  <a:lnTo>
                    <a:pt x="7760449" y="377388"/>
                  </a:lnTo>
                  <a:lnTo>
                    <a:pt x="7669496" y="379494"/>
                  </a:lnTo>
                  <a:lnTo>
                    <a:pt x="7574465" y="382028"/>
                  </a:lnTo>
                  <a:lnTo>
                    <a:pt x="7479374" y="384982"/>
                  </a:lnTo>
                  <a:lnTo>
                    <a:pt x="7387307" y="388349"/>
                  </a:lnTo>
                  <a:lnTo>
                    <a:pt x="7300286" y="392136"/>
                  </a:lnTo>
                  <a:lnTo>
                    <a:pt x="7219358" y="396366"/>
                  </a:lnTo>
                  <a:lnTo>
                    <a:pt x="7144798" y="401081"/>
                  </a:lnTo>
                  <a:lnTo>
                    <a:pt x="7076329" y="406341"/>
                  </a:lnTo>
                  <a:lnTo>
                    <a:pt x="7013319" y="412223"/>
                  </a:lnTo>
                  <a:lnTo>
                    <a:pt x="6954929" y="418817"/>
                  </a:lnTo>
                  <a:lnTo>
                    <a:pt x="6900231" y="426218"/>
                  </a:lnTo>
                  <a:lnTo>
                    <a:pt x="6848294" y="434516"/>
                  </a:lnTo>
                  <a:lnTo>
                    <a:pt x="6798261" y="443774"/>
                  </a:lnTo>
                  <a:lnTo>
                    <a:pt x="6786527" y="446126"/>
                  </a:lnTo>
                  <a:lnTo>
                    <a:pt x="6733367" y="457617"/>
                  </a:lnTo>
                  <a:lnTo>
                    <a:pt x="6680721" y="470302"/>
                  </a:lnTo>
                  <a:lnTo>
                    <a:pt x="6628030" y="484198"/>
                  </a:lnTo>
                  <a:lnTo>
                    <a:pt x="6574919" y="499278"/>
                  </a:lnTo>
                  <a:lnTo>
                    <a:pt x="6521169" y="515469"/>
                  </a:lnTo>
                  <a:lnTo>
                    <a:pt x="6466701" y="532645"/>
                  </a:lnTo>
                  <a:lnTo>
                    <a:pt x="6411556" y="550634"/>
                  </a:lnTo>
                  <a:lnTo>
                    <a:pt x="6355875" y="569217"/>
                  </a:lnTo>
                  <a:lnTo>
                    <a:pt x="6299870" y="588143"/>
                  </a:lnTo>
                  <a:lnTo>
                    <a:pt x="6243798" y="607138"/>
                  </a:lnTo>
                  <a:lnTo>
                    <a:pt x="6187923" y="625928"/>
                  </a:lnTo>
                  <a:lnTo>
                    <a:pt x="6132483" y="644247"/>
                  </a:lnTo>
                  <a:lnTo>
                    <a:pt x="6077661" y="661859"/>
                  </a:lnTo>
                  <a:lnTo>
                    <a:pt x="6023550" y="678567"/>
                  </a:lnTo>
                  <a:lnTo>
                    <a:pt x="5970133" y="694222"/>
                  </a:lnTo>
                  <a:lnTo>
                    <a:pt x="5917267" y="708723"/>
                  </a:lnTo>
                  <a:lnTo>
                    <a:pt x="5864656" y="722021"/>
                  </a:lnTo>
                  <a:lnTo>
                    <a:pt x="5811838" y="734112"/>
                  </a:lnTo>
                  <a:lnTo>
                    <a:pt x="5784835" y="739779"/>
                  </a:lnTo>
                  <a:lnTo>
                    <a:pt x="5735145" y="749269"/>
                  </a:lnTo>
                  <a:lnTo>
                    <a:pt x="5683735" y="757792"/>
                  </a:lnTo>
                  <a:lnTo>
                    <a:pt x="5629779" y="765400"/>
                  </a:lnTo>
                  <a:lnTo>
                    <a:pt x="5572355" y="772177"/>
                  </a:lnTo>
                  <a:lnTo>
                    <a:pt x="5510528" y="778220"/>
                  </a:lnTo>
                  <a:lnTo>
                    <a:pt x="5443428" y="783621"/>
                  </a:lnTo>
                  <a:lnTo>
                    <a:pt x="5370363" y="788461"/>
                  </a:lnTo>
                  <a:lnTo>
                    <a:pt x="5290953" y="792802"/>
                  </a:lnTo>
                  <a:lnTo>
                    <a:pt x="5205322" y="796692"/>
                  </a:lnTo>
                  <a:lnTo>
                    <a:pt x="5114314" y="800158"/>
                  </a:lnTo>
                  <a:lnTo>
                    <a:pt x="5019704" y="803210"/>
                  </a:lnTo>
                  <a:lnTo>
                    <a:pt x="4924324" y="805845"/>
                  </a:lnTo>
                  <a:lnTo>
                    <a:pt x="4831997" y="808054"/>
                  </a:lnTo>
                  <a:lnTo>
                    <a:pt x="4747171" y="809829"/>
                  </a:lnTo>
                  <a:lnTo>
                    <a:pt x="4674232" y="811176"/>
                  </a:lnTo>
                  <a:lnTo>
                    <a:pt x="4616618" y="812121"/>
                  </a:lnTo>
                  <a:lnTo>
                    <a:pt x="4575991" y="812718"/>
                  </a:lnTo>
                  <a:lnTo>
                    <a:pt x="4551735" y="813038"/>
                  </a:lnTo>
                  <a:lnTo>
                    <a:pt x="4540915" y="813166"/>
                  </a:lnTo>
                  <a:lnTo>
                    <a:pt x="4538543" y="813192"/>
                  </a:lnTo>
                  <a:lnTo>
                    <a:pt x="4016409" y="813192"/>
                  </a:lnTo>
                  <a:lnTo>
                    <a:pt x="4015150" y="813167"/>
                  </a:lnTo>
                  <a:lnTo>
                    <a:pt x="4006919" y="812991"/>
                  </a:lnTo>
                  <a:lnTo>
                    <a:pt x="3986335" y="812502"/>
                  </a:lnTo>
                  <a:lnTo>
                    <a:pt x="3949956" y="811542"/>
                  </a:lnTo>
                  <a:lnTo>
                    <a:pt x="3896591" y="809970"/>
                  </a:lnTo>
                  <a:lnTo>
                    <a:pt x="3827359" y="807680"/>
                  </a:lnTo>
                  <a:lnTo>
                    <a:pt x="3745306" y="804612"/>
                  </a:lnTo>
                  <a:lnTo>
                    <a:pt x="3654638" y="800745"/>
                  </a:lnTo>
                  <a:lnTo>
                    <a:pt x="3559838" y="796088"/>
                  </a:lnTo>
                  <a:lnTo>
                    <a:pt x="3464912" y="790662"/>
                  </a:lnTo>
                  <a:lnTo>
                    <a:pt x="3372945" y="784476"/>
                  </a:lnTo>
                  <a:lnTo>
                    <a:pt x="3285968" y="777518"/>
                  </a:lnTo>
                  <a:lnTo>
                    <a:pt x="3205043" y="769747"/>
                  </a:lnTo>
                  <a:lnTo>
                    <a:pt x="3130462" y="761086"/>
                  </a:lnTo>
                  <a:lnTo>
                    <a:pt x="3061960" y="751427"/>
                  </a:lnTo>
                  <a:lnTo>
                    <a:pt x="2998918" y="740629"/>
                  </a:lnTo>
                  <a:lnTo>
                    <a:pt x="2940506" y="728530"/>
                  </a:lnTo>
                  <a:lnTo>
                    <a:pt x="2885805" y="714952"/>
                  </a:lnTo>
                  <a:lnTo>
                    <a:pt x="2833887" y="699730"/>
                  </a:lnTo>
                  <a:lnTo>
                    <a:pt x="2783895" y="682746"/>
                  </a:lnTo>
                  <a:lnTo>
                    <a:pt x="2770117" y="677660"/>
                  </a:lnTo>
                  <a:lnTo>
                    <a:pt x="2719210" y="657395"/>
                  </a:lnTo>
                  <a:lnTo>
                    <a:pt x="2668799" y="635113"/>
                  </a:lnTo>
                  <a:lnTo>
                    <a:pt x="2618383" y="610782"/>
                  </a:lnTo>
                  <a:lnTo>
                    <a:pt x="2567616" y="584436"/>
                  </a:lnTo>
                  <a:lnTo>
                    <a:pt x="2516288" y="556183"/>
                  </a:lnTo>
                  <a:lnTo>
                    <a:pt x="2464306" y="526209"/>
                  </a:lnTo>
                  <a:lnTo>
                    <a:pt x="2411684" y="494777"/>
                  </a:lnTo>
                  <a:lnTo>
                    <a:pt x="2358523" y="462223"/>
                  </a:lnTo>
                  <a:lnTo>
                    <a:pt x="2304993" y="428938"/>
                  </a:lnTo>
                  <a:lnTo>
                    <a:pt x="2251308" y="395355"/>
                  </a:lnTo>
                  <a:lnTo>
                    <a:pt x="2197701" y="361922"/>
                  </a:lnTo>
                  <a:lnTo>
                    <a:pt x="2144397" y="329080"/>
                  </a:lnTo>
                  <a:lnTo>
                    <a:pt x="2091581" y="297237"/>
                  </a:lnTo>
                  <a:lnTo>
                    <a:pt x="2039381" y="266748"/>
                  </a:lnTo>
                  <a:lnTo>
                    <a:pt x="1987841" y="237901"/>
                  </a:lnTo>
                  <a:lnTo>
                    <a:pt x="1936906" y="210908"/>
                  </a:lnTo>
                  <a:lnTo>
                    <a:pt x="1886405" y="185903"/>
                  </a:lnTo>
                  <a:lnTo>
                    <a:pt x="1836039" y="162943"/>
                  </a:lnTo>
                  <a:lnTo>
                    <a:pt x="1785362" y="142018"/>
                  </a:lnTo>
                  <a:lnTo>
                    <a:pt x="1768425" y="135532"/>
                  </a:lnTo>
                  <a:lnTo>
                    <a:pt x="1718839" y="118045"/>
                  </a:lnTo>
                  <a:lnTo>
                    <a:pt x="1667542" y="102337"/>
                  </a:lnTo>
                  <a:lnTo>
                    <a:pt x="1613714" y="88314"/>
                  </a:lnTo>
                  <a:lnTo>
                    <a:pt x="1556438" y="75817"/>
                  </a:lnTo>
                  <a:lnTo>
                    <a:pt x="1494784" y="64672"/>
                  </a:lnTo>
                  <a:lnTo>
                    <a:pt x="1427888" y="54709"/>
                  </a:lnTo>
                  <a:lnTo>
                    <a:pt x="1355057" y="45781"/>
                  </a:lnTo>
                  <a:lnTo>
                    <a:pt x="1275910" y="37769"/>
                  </a:lnTo>
                  <a:lnTo>
                    <a:pt x="1190561" y="30588"/>
                  </a:lnTo>
                  <a:lnTo>
                    <a:pt x="1099834" y="24188"/>
                  </a:lnTo>
                  <a:lnTo>
                    <a:pt x="1005471" y="18548"/>
                  </a:lnTo>
                  <a:lnTo>
                    <a:pt x="910266" y="13674"/>
                  </a:lnTo>
                  <a:lnTo>
                    <a:pt x="817996" y="9584"/>
                  </a:lnTo>
                  <a:lnTo>
                    <a:pt x="733073" y="6292"/>
                  </a:lnTo>
                  <a:lnTo>
                    <a:pt x="659871" y="3788"/>
                  </a:lnTo>
                  <a:lnTo>
                    <a:pt x="601849" y="2023"/>
                  </a:lnTo>
                  <a:lnTo>
                    <a:pt x="560723" y="905"/>
                  </a:lnTo>
                  <a:lnTo>
                    <a:pt x="535964" y="300"/>
                  </a:lnTo>
                  <a:lnTo>
                    <a:pt x="524733" y="52"/>
                  </a:lnTo>
                  <a:lnTo>
                    <a:pt x="5221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C1B3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1221" name="pl1221"/>
            <p:cNvSpPr/>
            <p:nvPr/>
          </p:nvSpPr>
          <p:spPr>
            <a:xfrm>
              <a:off x="386606" y="4489140"/>
              <a:ext cx="8554953" cy="813192"/>
            </a:xfrm>
            <a:custGeom>
              <a:avLst/>
              <a:pathLst>
                <a:path w="8554953" h="813192">
                  <a:moveTo>
                    <a:pt x="0" y="0"/>
                  </a:moveTo>
                  <a:lnTo>
                    <a:pt x="522133" y="0"/>
                  </a:lnTo>
                  <a:lnTo>
                    <a:pt x="523392" y="24"/>
                  </a:lnTo>
                  <a:lnTo>
                    <a:pt x="531623" y="201"/>
                  </a:lnTo>
                  <a:lnTo>
                    <a:pt x="552208" y="690"/>
                  </a:lnTo>
                  <a:lnTo>
                    <a:pt x="588587" y="1650"/>
                  </a:lnTo>
                  <a:lnTo>
                    <a:pt x="641951" y="3222"/>
                  </a:lnTo>
                  <a:lnTo>
                    <a:pt x="711183" y="5511"/>
                  </a:lnTo>
                  <a:lnTo>
                    <a:pt x="793236" y="8580"/>
                  </a:lnTo>
                  <a:lnTo>
                    <a:pt x="883904" y="12447"/>
                  </a:lnTo>
                  <a:lnTo>
                    <a:pt x="978704" y="17103"/>
                  </a:lnTo>
                  <a:lnTo>
                    <a:pt x="1073630" y="22529"/>
                  </a:lnTo>
                  <a:lnTo>
                    <a:pt x="1165598" y="28716"/>
                  </a:lnTo>
                  <a:lnTo>
                    <a:pt x="1252574" y="35674"/>
                  </a:lnTo>
                  <a:lnTo>
                    <a:pt x="1333499" y="43445"/>
                  </a:lnTo>
                  <a:lnTo>
                    <a:pt x="1408080" y="52106"/>
                  </a:lnTo>
                  <a:lnTo>
                    <a:pt x="1476582" y="61765"/>
                  </a:lnTo>
                  <a:lnTo>
                    <a:pt x="1539624" y="72562"/>
                  </a:lnTo>
                  <a:lnTo>
                    <a:pt x="1598036" y="84662"/>
                  </a:lnTo>
                  <a:lnTo>
                    <a:pt x="1652737" y="98240"/>
                  </a:lnTo>
                  <a:lnTo>
                    <a:pt x="1704655" y="113462"/>
                  </a:lnTo>
                  <a:lnTo>
                    <a:pt x="1754647" y="130446"/>
                  </a:lnTo>
                  <a:lnTo>
                    <a:pt x="1768425" y="135532"/>
                  </a:lnTo>
                  <a:lnTo>
                    <a:pt x="1819332" y="155796"/>
                  </a:lnTo>
                  <a:lnTo>
                    <a:pt x="1869743" y="178079"/>
                  </a:lnTo>
                  <a:lnTo>
                    <a:pt x="1920159" y="202410"/>
                  </a:lnTo>
                  <a:lnTo>
                    <a:pt x="1970926" y="228756"/>
                  </a:lnTo>
                  <a:lnTo>
                    <a:pt x="2022254" y="257009"/>
                  </a:lnTo>
                  <a:lnTo>
                    <a:pt x="2074236" y="286983"/>
                  </a:lnTo>
                  <a:lnTo>
                    <a:pt x="2126858" y="318415"/>
                  </a:lnTo>
                  <a:lnTo>
                    <a:pt x="2180019" y="350969"/>
                  </a:lnTo>
                  <a:lnTo>
                    <a:pt x="2233550" y="384254"/>
                  </a:lnTo>
                  <a:lnTo>
                    <a:pt x="2287234" y="417837"/>
                  </a:lnTo>
                  <a:lnTo>
                    <a:pt x="2340841" y="451269"/>
                  </a:lnTo>
                  <a:lnTo>
                    <a:pt x="2394146" y="484111"/>
                  </a:lnTo>
                  <a:lnTo>
                    <a:pt x="2446961" y="515955"/>
                  </a:lnTo>
                  <a:lnTo>
                    <a:pt x="2499161" y="546444"/>
                  </a:lnTo>
                  <a:lnTo>
                    <a:pt x="2550701" y="575291"/>
                  </a:lnTo>
                  <a:lnTo>
                    <a:pt x="2601637" y="602283"/>
                  </a:lnTo>
                  <a:lnTo>
                    <a:pt x="2652137" y="627289"/>
                  </a:lnTo>
                  <a:lnTo>
                    <a:pt x="2702503" y="650248"/>
                  </a:lnTo>
                  <a:lnTo>
                    <a:pt x="2753180" y="671174"/>
                  </a:lnTo>
                  <a:lnTo>
                    <a:pt x="2770117" y="677660"/>
                  </a:lnTo>
                  <a:lnTo>
                    <a:pt x="2819703" y="695146"/>
                  </a:lnTo>
                  <a:lnTo>
                    <a:pt x="2871000" y="710854"/>
                  </a:lnTo>
                  <a:lnTo>
                    <a:pt x="2924828" y="724878"/>
                  </a:lnTo>
                  <a:lnTo>
                    <a:pt x="2982104" y="737374"/>
                  </a:lnTo>
                  <a:lnTo>
                    <a:pt x="3043758" y="748520"/>
                  </a:lnTo>
                  <a:lnTo>
                    <a:pt x="3110655" y="758483"/>
                  </a:lnTo>
                  <a:lnTo>
                    <a:pt x="3183485" y="767411"/>
                  </a:lnTo>
                  <a:lnTo>
                    <a:pt x="3262632" y="775423"/>
                  </a:lnTo>
                  <a:lnTo>
                    <a:pt x="3347981" y="782603"/>
                  </a:lnTo>
                  <a:lnTo>
                    <a:pt x="3438708" y="789004"/>
                  </a:lnTo>
                  <a:lnTo>
                    <a:pt x="3533071" y="794643"/>
                  </a:lnTo>
                  <a:lnTo>
                    <a:pt x="3628277" y="799517"/>
                  </a:lnTo>
                  <a:lnTo>
                    <a:pt x="3720546" y="803607"/>
                  </a:lnTo>
                  <a:lnTo>
                    <a:pt x="3805469" y="806900"/>
                  </a:lnTo>
                  <a:lnTo>
                    <a:pt x="3878671" y="809404"/>
                  </a:lnTo>
                  <a:lnTo>
                    <a:pt x="3936693" y="811168"/>
                  </a:lnTo>
                  <a:lnTo>
                    <a:pt x="3977819" y="812287"/>
                  </a:lnTo>
                  <a:lnTo>
                    <a:pt x="4002578" y="812892"/>
                  </a:lnTo>
                  <a:lnTo>
                    <a:pt x="4013809" y="813140"/>
                  </a:lnTo>
                  <a:lnTo>
                    <a:pt x="4016380" y="813192"/>
                  </a:lnTo>
                  <a:lnTo>
                    <a:pt x="4016409" y="813192"/>
                  </a:lnTo>
                  <a:lnTo>
                    <a:pt x="4538543" y="813192"/>
                  </a:lnTo>
                  <a:lnTo>
                    <a:pt x="4539809" y="813179"/>
                  </a:lnTo>
                  <a:lnTo>
                    <a:pt x="4548090" y="813082"/>
                  </a:lnTo>
                  <a:lnTo>
                    <a:pt x="4568793" y="812816"/>
                  </a:lnTo>
                  <a:lnTo>
                    <a:pt x="4605370" y="812293"/>
                  </a:lnTo>
                  <a:lnTo>
                    <a:pt x="4659002" y="811436"/>
                  </a:lnTo>
                  <a:lnTo>
                    <a:pt x="4728543" y="810189"/>
                  </a:lnTo>
                  <a:lnTo>
                    <a:pt x="4810913" y="808517"/>
                  </a:lnTo>
                  <a:lnTo>
                    <a:pt x="4901866" y="806411"/>
                  </a:lnTo>
                  <a:lnTo>
                    <a:pt x="4996897" y="803877"/>
                  </a:lnTo>
                  <a:lnTo>
                    <a:pt x="5091988" y="800923"/>
                  </a:lnTo>
                  <a:lnTo>
                    <a:pt x="5184054" y="797556"/>
                  </a:lnTo>
                  <a:lnTo>
                    <a:pt x="5271076" y="793769"/>
                  </a:lnTo>
                  <a:lnTo>
                    <a:pt x="5352004" y="789539"/>
                  </a:lnTo>
                  <a:lnTo>
                    <a:pt x="5426564" y="784824"/>
                  </a:lnTo>
                  <a:lnTo>
                    <a:pt x="5495033" y="779564"/>
                  </a:lnTo>
                  <a:lnTo>
                    <a:pt x="5558043" y="773682"/>
                  </a:lnTo>
                  <a:lnTo>
                    <a:pt x="5616433" y="767088"/>
                  </a:lnTo>
                  <a:lnTo>
                    <a:pt x="5671131" y="759687"/>
                  </a:lnTo>
                  <a:lnTo>
                    <a:pt x="5723068" y="751389"/>
                  </a:lnTo>
                  <a:lnTo>
                    <a:pt x="5773101" y="742131"/>
                  </a:lnTo>
                  <a:lnTo>
                    <a:pt x="5784835" y="739779"/>
                  </a:lnTo>
                  <a:lnTo>
                    <a:pt x="5837995" y="728288"/>
                  </a:lnTo>
                  <a:lnTo>
                    <a:pt x="5890641" y="715603"/>
                  </a:lnTo>
                  <a:lnTo>
                    <a:pt x="5943332" y="701707"/>
                  </a:lnTo>
                  <a:lnTo>
                    <a:pt x="5996443" y="686627"/>
                  </a:lnTo>
                  <a:lnTo>
                    <a:pt x="6050193" y="670436"/>
                  </a:lnTo>
                  <a:lnTo>
                    <a:pt x="6104661" y="653260"/>
                  </a:lnTo>
                  <a:lnTo>
                    <a:pt x="6159806" y="635271"/>
                  </a:lnTo>
                  <a:lnTo>
                    <a:pt x="6215487" y="616688"/>
                  </a:lnTo>
                  <a:lnTo>
                    <a:pt x="6271492" y="597762"/>
                  </a:lnTo>
                  <a:lnTo>
                    <a:pt x="6327564" y="578767"/>
                  </a:lnTo>
                  <a:lnTo>
                    <a:pt x="6383439" y="559977"/>
                  </a:lnTo>
                  <a:lnTo>
                    <a:pt x="6438879" y="541658"/>
                  </a:lnTo>
                  <a:lnTo>
                    <a:pt x="6493701" y="524046"/>
                  </a:lnTo>
                  <a:lnTo>
                    <a:pt x="6547812" y="507337"/>
                  </a:lnTo>
                  <a:lnTo>
                    <a:pt x="6601228" y="491683"/>
                  </a:lnTo>
                  <a:lnTo>
                    <a:pt x="6654095" y="477182"/>
                  </a:lnTo>
                  <a:lnTo>
                    <a:pt x="6706706" y="463884"/>
                  </a:lnTo>
                  <a:lnTo>
                    <a:pt x="6759524" y="451793"/>
                  </a:lnTo>
                  <a:lnTo>
                    <a:pt x="6786527" y="446126"/>
                  </a:lnTo>
                  <a:lnTo>
                    <a:pt x="6836217" y="436636"/>
                  </a:lnTo>
                  <a:lnTo>
                    <a:pt x="6887627" y="428112"/>
                  </a:lnTo>
                  <a:lnTo>
                    <a:pt x="6941583" y="420505"/>
                  </a:lnTo>
                  <a:lnTo>
                    <a:pt x="6999007" y="413728"/>
                  </a:lnTo>
                  <a:lnTo>
                    <a:pt x="7060834" y="407685"/>
                  </a:lnTo>
                  <a:lnTo>
                    <a:pt x="7127934" y="402284"/>
                  </a:lnTo>
                  <a:lnTo>
                    <a:pt x="7200999" y="397444"/>
                  </a:lnTo>
                  <a:lnTo>
                    <a:pt x="7280409" y="393103"/>
                  </a:lnTo>
                  <a:lnTo>
                    <a:pt x="7366040" y="389213"/>
                  </a:lnTo>
                  <a:lnTo>
                    <a:pt x="7457048" y="385747"/>
                  </a:lnTo>
                  <a:lnTo>
                    <a:pt x="7551658" y="382695"/>
                  </a:lnTo>
                  <a:lnTo>
                    <a:pt x="7647037" y="380060"/>
                  </a:lnTo>
                  <a:lnTo>
                    <a:pt x="7739364" y="377851"/>
                  </a:lnTo>
                  <a:lnTo>
                    <a:pt x="7824191" y="376076"/>
                  </a:lnTo>
                  <a:lnTo>
                    <a:pt x="7897130" y="374729"/>
                  </a:lnTo>
                  <a:lnTo>
                    <a:pt x="7954744" y="373784"/>
                  </a:lnTo>
                  <a:lnTo>
                    <a:pt x="7995370" y="373187"/>
                  </a:lnTo>
                  <a:lnTo>
                    <a:pt x="8019627" y="372867"/>
                  </a:lnTo>
                  <a:lnTo>
                    <a:pt x="8030447" y="372739"/>
                  </a:lnTo>
                  <a:lnTo>
                    <a:pt x="8032801" y="372713"/>
                  </a:lnTo>
                  <a:lnTo>
                    <a:pt x="8032819" y="372713"/>
                  </a:lnTo>
                  <a:lnTo>
                    <a:pt x="8554953" y="372713"/>
                  </a:lnTo>
                  <a:lnTo>
                    <a:pt x="8554953" y="372713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222" name="pl1222"/>
            <p:cNvSpPr/>
            <p:nvPr/>
          </p:nvSpPr>
          <p:spPr>
            <a:xfrm>
              <a:off x="386606" y="4483493"/>
              <a:ext cx="8554953" cy="813192"/>
            </a:xfrm>
            <a:custGeom>
              <a:avLst/>
              <a:pathLst>
                <a:path w="8554953" h="813192">
                  <a:moveTo>
                    <a:pt x="8554953" y="372713"/>
                  </a:moveTo>
                  <a:lnTo>
                    <a:pt x="8032819" y="372713"/>
                  </a:lnTo>
                  <a:lnTo>
                    <a:pt x="8031552" y="372726"/>
                  </a:lnTo>
                  <a:lnTo>
                    <a:pt x="8023272" y="372823"/>
                  </a:lnTo>
                  <a:lnTo>
                    <a:pt x="8002569" y="373089"/>
                  </a:lnTo>
                  <a:lnTo>
                    <a:pt x="7965992" y="373612"/>
                  </a:lnTo>
                  <a:lnTo>
                    <a:pt x="7912360" y="374469"/>
                  </a:lnTo>
                  <a:lnTo>
                    <a:pt x="7842819" y="375716"/>
                  </a:lnTo>
                  <a:lnTo>
                    <a:pt x="7760449" y="377388"/>
                  </a:lnTo>
                  <a:lnTo>
                    <a:pt x="7669496" y="379494"/>
                  </a:lnTo>
                  <a:lnTo>
                    <a:pt x="7574465" y="382028"/>
                  </a:lnTo>
                  <a:lnTo>
                    <a:pt x="7479374" y="384982"/>
                  </a:lnTo>
                  <a:lnTo>
                    <a:pt x="7387307" y="388349"/>
                  </a:lnTo>
                  <a:lnTo>
                    <a:pt x="7300286" y="392136"/>
                  </a:lnTo>
                  <a:lnTo>
                    <a:pt x="7219358" y="396366"/>
                  </a:lnTo>
                  <a:lnTo>
                    <a:pt x="7144798" y="401081"/>
                  </a:lnTo>
                  <a:lnTo>
                    <a:pt x="7076329" y="406341"/>
                  </a:lnTo>
                  <a:lnTo>
                    <a:pt x="7013319" y="412223"/>
                  </a:lnTo>
                  <a:lnTo>
                    <a:pt x="6954929" y="418817"/>
                  </a:lnTo>
                  <a:lnTo>
                    <a:pt x="6900231" y="426218"/>
                  </a:lnTo>
                  <a:lnTo>
                    <a:pt x="6848294" y="434516"/>
                  </a:lnTo>
                  <a:lnTo>
                    <a:pt x="6798261" y="443774"/>
                  </a:lnTo>
                  <a:lnTo>
                    <a:pt x="6786527" y="446126"/>
                  </a:lnTo>
                  <a:lnTo>
                    <a:pt x="6733367" y="457617"/>
                  </a:lnTo>
                  <a:lnTo>
                    <a:pt x="6680721" y="470302"/>
                  </a:lnTo>
                  <a:lnTo>
                    <a:pt x="6628030" y="484198"/>
                  </a:lnTo>
                  <a:lnTo>
                    <a:pt x="6574919" y="499278"/>
                  </a:lnTo>
                  <a:lnTo>
                    <a:pt x="6521169" y="515469"/>
                  </a:lnTo>
                  <a:lnTo>
                    <a:pt x="6466701" y="532645"/>
                  </a:lnTo>
                  <a:lnTo>
                    <a:pt x="6411556" y="550634"/>
                  </a:lnTo>
                  <a:lnTo>
                    <a:pt x="6355875" y="569217"/>
                  </a:lnTo>
                  <a:lnTo>
                    <a:pt x="6299870" y="588143"/>
                  </a:lnTo>
                  <a:lnTo>
                    <a:pt x="6243798" y="607138"/>
                  </a:lnTo>
                  <a:lnTo>
                    <a:pt x="6187923" y="625928"/>
                  </a:lnTo>
                  <a:lnTo>
                    <a:pt x="6132483" y="644247"/>
                  </a:lnTo>
                  <a:lnTo>
                    <a:pt x="6077661" y="661859"/>
                  </a:lnTo>
                  <a:lnTo>
                    <a:pt x="6023550" y="678567"/>
                  </a:lnTo>
                  <a:lnTo>
                    <a:pt x="5970133" y="694222"/>
                  </a:lnTo>
                  <a:lnTo>
                    <a:pt x="5917267" y="708723"/>
                  </a:lnTo>
                  <a:lnTo>
                    <a:pt x="5864656" y="722021"/>
                  </a:lnTo>
                  <a:lnTo>
                    <a:pt x="5811838" y="734112"/>
                  </a:lnTo>
                  <a:lnTo>
                    <a:pt x="5784835" y="739779"/>
                  </a:lnTo>
                  <a:lnTo>
                    <a:pt x="5735145" y="749269"/>
                  </a:lnTo>
                  <a:lnTo>
                    <a:pt x="5683735" y="757792"/>
                  </a:lnTo>
                  <a:lnTo>
                    <a:pt x="5629779" y="765400"/>
                  </a:lnTo>
                  <a:lnTo>
                    <a:pt x="5572355" y="772177"/>
                  </a:lnTo>
                  <a:lnTo>
                    <a:pt x="5510528" y="778220"/>
                  </a:lnTo>
                  <a:lnTo>
                    <a:pt x="5443428" y="783621"/>
                  </a:lnTo>
                  <a:lnTo>
                    <a:pt x="5370363" y="788461"/>
                  </a:lnTo>
                  <a:lnTo>
                    <a:pt x="5290953" y="792802"/>
                  </a:lnTo>
                  <a:lnTo>
                    <a:pt x="5205322" y="796692"/>
                  </a:lnTo>
                  <a:lnTo>
                    <a:pt x="5114314" y="800158"/>
                  </a:lnTo>
                  <a:lnTo>
                    <a:pt x="5019704" y="803210"/>
                  </a:lnTo>
                  <a:lnTo>
                    <a:pt x="4924324" y="805845"/>
                  </a:lnTo>
                  <a:lnTo>
                    <a:pt x="4831997" y="808054"/>
                  </a:lnTo>
                  <a:lnTo>
                    <a:pt x="4747171" y="809829"/>
                  </a:lnTo>
                  <a:lnTo>
                    <a:pt x="4674232" y="811176"/>
                  </a:lnTo>
                  <a:lnTo>
                    <a:pt x="4616618" y="812121"/>
                  </a:lnTo>
                  <a:lnTo>
                    <a:pt x="4575991" y="812718"/>
                  </a:lnTo>
                  <a:lnTo>
                    <a:pt x="4551735" y="813038"/>
                  </a:lnTo>
                  <a:lnTo>
                    <a:pt x="4540915" y="813166"/>
                  </a:lnTo>
                  <a:lnTo>
                    <a:pt x="4538561" y="813192"/>
                  </a:lnTo>
                  <a:lnTo>
                    <a:pt x="4538543" y="813192"/>
                  </a:lnTo>
                  <a:lnTo>
                    <a:pt x="4016409" y="813192"/>
                  </a:lnTo>
                  <a:lnTo>
                    <a:pt x="4015150" y="813167"/>
                  </a:lnTo>
                  <a:lnTo>
                    <a:pt x="4006919" y="812991"/>
                  </a:lnTo>
                  <a:lnTo>
                    <a:pt x="3986335" y="812502"/>
                  </a:lnTo>
                  <a:lnTo>
                    <a:pt x="3949956" y="811542"/>
                  </a:lnTo>
                  <a:lnTo>
                    <a:pt x="3896591" y="809970"/>
                  </a:lnTo>
                  <a:lnTo>
                    <a:pt x="3827359" y="807680"/>
                  </a:lnTo>
                  <a:lnTo>
                    <a:pt x="3745306" y="804612"/>
                  </a:lnTo>
                  <a:lnTo>
                    <a:pt x="3654638" y="800745"/>
                  </a:lnTo>
                  <a:lnTo>
                    <a:pt x="3559838" y="796088"/>
                  </a:lnTo>
                  <a:lnTo>
                    <a:pt x="3464912" y="790662"/>
                  </a:lnTo>
                  <a:lnTo>
                    <a:pt x="3372945" y="784476"/>
                  </a:lnTo>
                  <a:lnTo>
                    <a:pt x="3285968" y="777518"/>
                  </a:lnTo>
                  <a:lnTo>
                    <a:pt x="3205043" y="769747"/>
                  </a:lnTo>
                  <a:lnTo>
                    <a:pt x="3130462" y="761086"/>
                  </a:lnTo>
                  <a:lnTo>
                    <a:pt x="3061960" y="751427"/>
                  </a:lnTo>
                  <a:lnTo>
                    <a:pt x="2998918" y="740629"/>
                  </a:lnTo>
                  <a:lnTo>
                    <a:pt x="2940506" y="728530"/>
                  </a:lnTo>
                  <a:lnTo>
                    <a:pt x="2885805" y="714952"/>
                  </a:lnTo>
                  <a:lnTo>
                    <a:pt x="2833887" y="699730"/>
                  </a:lnTo>
                  <a:lnTo>
                    <a:pt x="2783895" y="682746"/>
                  </a:lnTo>
                  <a:lnTo>
                    <a:pt x="2770117" y="677660"/>
                  </a:lnTo>
                  <a:lnTo>
                    <a:pt x="2719210" y="657395"/>
                  </a:lnTo>
                  <a:lnTo>
                    <a:pt x="2668799" y="635113"/>
                  </a:lnTo>
                  <a:lnTo>
                    <a:pt x="2618383" y="610782"/>
                  </a:lnTo>
                  <a:lnTo>
                    <a:pt x="2567616" y="584436"/>
                  </a:lnTo>
                  <a:lnTo>
                    <a:pt x="2516288" y="556183"/>
                  </a:lnTo>
                  <a:lnTo>
                    <a:pt x="2464306" y="526209"/>
                  </a:lnTo>
                  <a:lnTo>
                    <a:pt x="2411684" y="494777"/>
                  </a:lnTo>
                  <a:lnTo>
                    <a:pt x="2358523" y="462223"/>
                  </a:lnTo>
                  <a:lnTo>
                    <a:pt x="2304993" y="428938"/>
                  </a:lnTo>
                  <a:lnTo>
                    <a:pt x="2251308" y="395355"/>
                  </a:lnTo>
                  <a:lnTo>
                    <a:pt x="2197701" y="361922"/>
                  </a:lnTo>
                  <a:lnTo>
                    <a:pt x="2144397" y="329080"/>
                  </a:lnTo>
                  <a:lnTo>
                    <a:pt x="2091581" y="297237"/>
                  </a:lnTo>
                  <a:lnTo>
                    <a:pt x="2039381" y="266748"/>
                  </a:lnTo>
                  <a:lnTo>
                    <a:pt x="1987841" y="237901"/>
                  </a:lnTo>
                  <a:lnTo>
                    <a:pt x="1936906" y="210908"/>
                  </a:lnTo>
                  <a:lnTo>
                    <a:pt x="1886405" y="185903"/>
                  </a:lnTo>
                  <a:lnTo>
                    <a:pt x="1836039" y="162943"/>
                  </a:lnTo>
                  <a:lnTo>
                    <a:pt x="1785362" y="142018"/>
                  </a:lnTo>
                  <a:lnTo>
                    <a:pt x="1768425" y="135532"/>
                  </a:lnTo>
                  <a:lnTo>
                    <a:pt x="1718839" y="118045"/>
                  </a:lnTo>
                  <a:lnTo>
                    <a:pt x="1667542" y="102337"/>
                  </a:lnTo>
                  <a:lnTo>
                    <a:pt x="1613714" y="88314"/>
                  </a:lnTo>
                  <a:lnTo>
                    <a:pt x="1556438" y="75817"/>
                  </a:lnTo>
                  <a:lnTo>
                    <a:pt x="1494784" y="64672"/>
                  </a:lnTo>
                  <a:lnTo>
                    <a:pt x="1427888" y="54709"/>
                  </a:lnTo>
                  <a:lnTo>
                    <a:pt x="1355057" y="45781"/>
                  </a:lnTo>
                  <a:lnTo>
                    <a:pt x="1275910" y="37769"/>
                  </a:lnTo>
                  <a:lnTo>
                    <a:pt x="1190561" y="30588"/>
                  </a:lnTo>
                  <a:lnTo>
                    <a:pt x="1099834" y="24188"/>
                  </a:lnTo>
                  <a:lnTo>
                    <a:pt x="1005471" y="18548"/>
                  </a:lnTo>
                  <a:lnTo>
                    <a:pt x="910266" y="13674"/>
                  </a:lnTo>
                  <a:lnTo>
                    <a:pt x="817996" y="9584"/>
                  </a:lnTo>
                  <a:lnTo>
                    <a:pt x="733073" y="6292"/>
                  </a:lnTo>
                  <a:lnTo>
                    <a:pt x="659871" y="3788"/>
                  </a:lnTo>
                  <a:lnTo>
                    <a:pt x="601849" y="2023"/>
                  </a:lnTo>
                  <a:lnTo>
                    <a:pt x="560723" y="905"/>
                  </a:lnTo>
                  <a:lnTo>
                    <a:pt x="535964" y="300"/>
                  </a:lnTo>
                  <a:lnTo>
                    <a:pt x="524733" y="52"/>
                  </a:lnTo>
                  <a:lnTo>
                    <a:pt x="522162" y="0"/>
                  </a:lnTo>
                  <a:lnTo>
                    <a:pt x="522133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223" name="pg1223"/>
            <p:cNvSpPr/>
            <p:nvPr/>
          </p:nvSpPr>
          <p:spPr>
            <a:xfrm>
              <a:off x="386606" y="1631671"/>
              <a:ext cx="8554953" cy="2597698"/>
            </a:xfrm>
            <a:custGeom>
              <a:avLst/>
              <a:pathLst>
                <a:path w="8554953" h="2597698">
                  <a:moveTo>
                    <a:pt x="0" y="2597698"/>
                  </a:moveTo>
                  <a:lnTo>
                    <a:pt x="522133" y="2597698"/>
                  </a:lnTo>
                  <a:lnTo>
                    <a:pt x="523301" y="2597625"/>
                  </a:lnTo>
                  <a:lnTo>
                    <a:pt x="530953" y="2597104"/>
                  </a:lnTo>
                  <a:lnTo>
                    <a:pt x="550137" y="2595662"/>
                  </a:lnTo>
                  <a:lnTo>
                    <a:pt x="584167" y="2592827"/>
                  </a:lnTo>
                  <a:lnTo>
                    <a:pt x="634337" y="2588177"/>
                  </a:lnTo>
                  <a:lnTo>
                    <a:pt x="699841" y="2581385"/>
                  </a:lnTo>
                  <a:lnTo>
                    <a:pt x="778064" y="2572251"/>
                  </a:lnTo>
                  <a:lnTo>
                    <a:pt x="865220" y="2560701"/>
                  </a:lnTo>
                  <a:lnTo>
                    <a:pt x="957141" y="2546751"/>
                  </a:lnTo>
                  <a:lnTo>
                    <a:pt x="1049972" y="2530455"/>
                  </a:lnTo>
                  <a:lnTo>
                    <a:pt x="1140630" y="2511854"/>
                  </a:lnTo>
                  <a:lnTo>
                    <a:pt x="1226975" y="2490934"/>
                  </a:lnTo>
                  <a:lnTo>
                    <a:pt x="1307782" y="2467599"/>
                  </a:lnTo>
                  <a:lnTo>
                    <a:pt x="1382581" y="2441656"/>
                  </a:lnTo>
                  <a:lnTo>
                    <a:pt x="1451464" y="2412817"/>
                  </a:lnTo>
                  <a:lnTo>
                    <a:pt x="1514905" y="2380698"/>
                  </a:lnTo>
                  <a:lnTo>
                    <a:pt x="1573613" y="2344842"/>
                  </a:lnTo>
                  <a:lnTo>
                    <a:pt x="1628415" y="2304736"/>
                  </a:lnTo>
                  <a:lnTo>
                    <a:pt x="1680178" y="2259866"/>
                  </a:lnTo>
                  <a:lnTo>
                    <a:pt x="1729736" y="2209799"/>
                  </a:lnTo>
                  <a:lnTo>
                    <a:pt x="1768425" y="2165690"/>
                  </a:lnTo>
                  <a:lnTo>
                    <a:pt x="1806936" y="2117499"/>
                  </a:lnTo>
                  <a:lnTo>
                    <a:pt x="1845083" y="2065667"/>
                  </a:lnTo>
                  <a:lnTo>
                    <a:pt x="1883108" y="2010121"/>
                  </a:lnTo>
                  <a:lnTo>
                    <a:pt x="1921199" y="1950851"/>
                  </a:lnTo>
                  <a:lnTo>
                    <a:pt x="1959497" y="1887916"/>
                  </a:lnTo>
                  <a:lnTo>
                    <a:pt x="1998096" y="1821454"/>
                  </a:lnTo>
                  <a:lnTo>
                    <a:pt x="2037054" y="1751682"/>
                  </a:lnTo>
                  <a:lnTo>
                    <a:pt x="2076390" y="1678900"/>
                  </a:lnTo>
                  <a:lnTo>
                    <a:pt x="2116091" y="1603487"/>
                  </a:lnTo>
                  <a:lnTo>
                    <a:pt x="2156117" y="1525895"/>
                  </a:lnTo>
                  <a:lnTo>
                    <a:pt x="2196401" y="1446641"/>
                  </a:lnTo>
                  <a:lnTo>
                    <a:pt x="2236862" y="1366292"/>
                  </a:lnTo>
                  <a:lnTo>
                    <a:pt x="2277402" y="1285451"/>
                  </a:lnTo>
                  <a:lnTo>
                    <a:pt x="2317923" y="1204734"/>
                  </a:lnTo>
                  <a:lnTo>
                    <a:pt x="2358324" y="1124754"/>
                  </a:lnTo>
                  <a:lnTo>
                    <a:pt x="2398514" y="1046101"/>
                  </a:lnTo>
                  <a:lnTo>
                    <a:pt x="2438416" y="969324"/>
                  </a:lnTo>
                  <a:lnTo>
                    <a:pt x="2477974" y="894915"/>
                  </a:lnTo>
                  <a:lnTo>
                    <a:pt x="2517158" y="823299"/>
                  </a:lnTo>
                  <a:lnTo>
                    <a:pt x="2555968" y="754824"/>
                  </a:lnTo>
                  <a:lnTo>
                    <a:pt x="2594437" y="689755"/>
                  </a:lnTo>
                  <a:lnTo>
                    <a:pt x="2632638" y="628278"/>
                  </a:lnTo>
                  <a:lnTo>
                    <a:pt x="2670684" y="570498"/>
                  </a:lnTo>
                  <a:lnTo>
                    <a:pt x="2708732" y="516446"/>
                  </a:lnTo>
                  <a:lnTo>
                    <a:pt x="2746993" y="466087"/>
                  </a:lnTo>
                  <a:lnTo>
                    <a:pt x="2770117" y="437655"/>
                  </a:lnTo>
                  <a:lnTo>
                    <a:pt x="2818440" y="383247"/>
                  </a:lnTo>
                  <a:lnTo>
                    <a:pt x="2868371" y="334231"/>
                  </a:lnTo>
                  <a:lnTo>
                    <a:pt x="2920666" y="290339"/>
                  </a:lnTo>
                  <a:lnTo>
                    <a:pt x="2976169" y="251113"/>
                  </a:lnTo>
                  <a:lnTo>
                    <a:pt x="3035747" y="216033"/>
                  </a:lnTo>
                  <a:lnTo>
                    <a:pt x="3100212" y="184595"/>
                  </a:lnTo>
                  <a:lnTo>
                    <a:pt x="3170233" y="156354"/>
                  </a:lnTo>
                  <a:lnTo>
                    <a:pt x="3246224" y="130946"/>
                  </a:lnTo>
                  <a:lnTo>
                    <a:pt x="3328182" y="108099"/>
                  </a:lnTo>
                  <a:lnTo>
                    <a:pt x="3415502" y="87641"/>
                  </a:lnTo>
                  <a:lnTo>
                    <a:pt x="3506788" y="69494"/>
                  </a:lnTo>
                  <a:lnTo>
                    <a:pt x="3599712" y="53656"/>
                  </a:lnTo>
                  <a:lnTo>
                    <a:pt x="3691017" y="40175"/>
                  </a:lnTo>
                  <a:lnTo>
                    <a:pt x="3776740" y="29103"/>
                  </a:lnTo>
                  <a:lnTo>
                    <a:pt x="3852729" y="20440"/>
                  </a:lnTo>
                  <a:lnTo>
                    <a:pt x="3915366" y="14090"/>
                  </a:lnTo>
                  <a:lnTo>
                    <a:pt x="3962353" y="9827"/>
                  </a:lnTo>
                  <a:lnTo>
                    <a:pt x="3993285" y="7303"/>
                  </a:lnTo>
                  <a:lnTo>
                    <a:pt x="4009874" y="6081"/>
                  </a:lnTo>
                  <a:lnTo>
                    <a:pt x="4015798" y="5684"/>
                  </a:lnTo>
                  <a:lnTo>
                    <a:pt x="4016409" y="5647"/>
                  </a:lnTo>
                  <a:lnTo>
                    <a:pt x="4538543" y="5647"/>
                  </a:lnTo>
                  <a:lnTo>
                    <a:pt x="4539793" y="5680"/>
                  </a:lnTo>
                  <a:lnTo>
                    <a:pt x="4547966" y="5919"/>
                  </a:lnTo>
                  <a:lnTo>
                    <a:pt x="4568409" y="6579"/>
                  </a:lnTo>
                  <a:lnTo>
                    <a:pt x="4604553" y="7876"/>
                  </a:lnTo>
                  <a:lnTo>
                    <a:pt x="4657599" y="10000"/>
                  </a:lnTo>
                  <a:lnTo>
                    <a:pt x="4726461" y="13095"/>
                  </a:lnTo>
                  <a:lnTo>
                    <a:pt x="4808138" y="17244"/>
                  </a:lnTo>
                  <a:lnTo>
                    <a:pt x="4898463" y="22474"/>
                  </a:lnTo>
                  <a:lnTo>
                    <a:pt x="4992986" y="28774"/>
                  </a:lnTo>
                  <a:lnTo>
                    <a:pt x="5087715" y="36117"/>
                  </a:lnTo>
                  <a:lnTo>
                    <a:pt x="5179562" y="44489"/>
                  </a:lnTo>
                  <a:lnTo>
                    <a:pt x="5266484" y="53906"/>
                  </a:lnTo>
                  <a:lnTo>
                    <a:pt x="5347403" y="64422"/>
                  </a:lnTo>
                  <a:lnTo>
                    <a:pt x="5422009" y="76139"/>
                  </a:lnTo>
                  <a:lnTo>
                    <a:pt x="5490550" y="89201"/>
                  </a:lnTo>
                  <a:lnTo>
                    <a:pt x="5553631" y="103798"/>
                  </a:lnTo>
                  <a:lnTo>
                    <a:pt x="5612068" y="120149"/>
                  </a:lnTo>
                  <a:lnTo>
                    <a:pt x="5666775" y="138493"/>
                  </a:lnTo>
                  <a:lnTo>
                    <a:pt x="5718672" y="159054"/>
                  </a:lnTo>
                  <a:lnTo>
                    <a:pt x="5768615" y="181997"/>
                  </a:lnTo>
                  <a:lnTo>
                    <a:pt x="5784835" y="190121"/>
                  </a:lnTo>
                  <a:lnTo>
                    <a:pt x="5833557" y="216456"/>
                  </a:lnTo>
                  <a:lnTo>
                    <a:pt x="5881804" y="245302"/>
                  </a:lnTo>
                  <a:lnTo>
                    <a:pt x="5930022" y="276702"/>
                  </a:lnTo>
                  <a:lnTo>
                    <a:pt x="5978529" y="310623"/>
                  </a:lnTo>
                  <a:lnTo>
                    <a:pt x="6027526" y="346952"/>
                  </a:lnTo>
                  <a:lnTo>
                    <a:pt x="6077112" y="385484"/>
                  </a:lnTo>
                  <a:lnTo>
                    <a:pt x="6127296" y="425926"/>
                  </a:lnTo>
                  <a:lnTo>
                    <a:pt x="6178009" y="467904"/>
                  </a:lnTo>
                  <a:lnTo>
                    <a:pt x="6229120" y="510967"/>
                  </a:lnTo>
                  <a:lnTo>
                    <a:pt x="6280453" y="554616"/>
                  </a:lnTo>
                  <a:lnTo>
                    <a:pt x="6331807" y="598319"/>
                  </a:lnTo>
                  <a:lnTo>
                    <a:pt x="6382978" y="641544"/>
                  </a:lnTo>
                  <a:lnTo>
                    <a:pt x="6433785" y="683780"/>
                  </a:lnTo>
                  <a:lnTo>
                    <a:pt x="6484085" y="724569"/>
                  </a:lnTo>
                  <a:lnTo>
                    <a:pt x="6533794" y="763516"/>
                  </a:lnTo>
                  <a:lnTo>
                    <a:pt x="6582906" y="800312"/>
                  </a:lnTo>
                  <a:lnTo>
                    <a:pt x="6631499" y="834735"/>
                  </a:lnTo>
                  <a:lnTo>
                    <a:pt x="6679755" y="866654"/>
                  </a:lnTo>
                  <a:lnTo>
                    <a:pt x="6727964" y="896018"/>
                  </a:lnTo>
                  <a:lnTo>
                    <a:pt x="6776546" y="922858"/>
                  </a:lnTo>
                  <a:lnTo>
                    <a:pt x="6786527" y="928018"/>
                  </a:lnTo>
                  <a:lnTo>
                    <a:pt x="6835988" y="951763"/>
                  </a:lnTo>
                  <a:lnTo>
                    <a:pt x="6887150" y="973099"/>
                  </a:lnTo>
                  <a:lnTo>
                    <a:pt x="6940827" y="992153"/>
                  </a:lnTo>
                  <a:lnTo>
                    <a:pt x="6997927" y="1009137"/>
                  </a:lnTo>
                  <a:lnTo>
                    <a:pt x="7059375" y="1024288"/>
                  </a:lnTo>
                  <a:lnTo>
                    <a:pt x="7126029" y="1037836"/>
                  </a:lnTo>
                  <a:lnTo>
                    <a:pt x="7198580" y="1049980"/>
                  </a:lnTo>
                  <a:lnTo>
                    <a:pt x="7277412" y="1060879"/>
                  </a:lnTo>
                  <a:lnTo>
                    <a:pt x="7362426" y="1070651"/>
                  </a:lnTo>
                  <a:lnTo>
                    <a:pt x="7452819" y="1079366"/>
                  </a:lnTo>
                  <a:lnTo>
                    <a:pt x="7546885" y="1087050"/>
                  </a:lnTo>
                  <a:lnTo>
                    <a:pt x="7641879" y="1093697"/>
                  </a:lnTo>
                  <a:lnTo>
                    <a:pt x="7734076" y="1099284"/>
                  </a:lnTo>
                  <a:lnTo>
                    <a:pt x="7819108" y="1103790"/>
                  </a:lnTo>
                  <a:lnTo>
                    <a:pt x="7892617" y="1107228"/>
                  </a:lnTo>
                  <a:lnTo>
                    <a:pt x="7951122" y="1109660"/>
                  </a:lnTo>
                  <a:lnTo>
                    <a:pt x="7992839" y="1111211"/>
                  </a:lnTo>
                  <a:lnTo>
                    <a:pt x="8018202" y="1112059"/>
                  </a:lnTo>
                  <a:lnTo>
                    <a:pt x="8029930" y="1112413"/>
                  </a:lnTo>
                  <a:lnTo>
                    <a:pt x="8032819" y="1112492"/>
                  </a:lnTo>
                  <a:lnTo>
                    <a:pt x="8554953" y="1112492"/>
                  </a:lnTo>
                  <a:lnTo>
                    <a:pt x="8554953" y="1106845"/>
                  </a:lnTo>
                  <a:lnTo>
                    <a:pt x="8032819" y="1106845"/>
                  </a:lnTo>
                  <a:lnTo>
                    <a:pt x="8031569" y="1106812"/>
                  </a:lnTo>
                  <a:lnTo>
                    <a:pt x="8023396" y="1106573"/>
                  </a:lnTo>
                  <a:lnTo>
                    <a:pt x="8002953" y="1105913"/>
                  </a:lnTo>
                  <a:lnTo>
                    <a:pt x="7966809" y="1104616"/>
                  </a:lnTo>
                  <a:lnTo>
                    <a:pt x="7913763" y="1102492"/>
                  </a:lnTo>
                  <a:lnTo>
                    <a:pt x="7844901" y="1099397"/>
                  </a:lnTo>
                  <a:lnTo>
                    <a:pt x="7763224" y="1095248"/>
                  </a:lnTo>
                  <a:lnTo>
                    <a:pt x="7672899" y="1090017"/>
                  </a:lnTo>
                  <a:lnTo>
                    <a:pt x="7578376" y="1083718"/>
                  </a:lnTo>
                  <a:lnTo>
                    <a:pt x="7483647" y="1076375"/>
                  </a:lnTo>
                  <a:lnTo>
                    <a:pt x="7391800" y="1068002"/>
                  </a:lnTo>
                  <a:lnTo>
                    <a:pt x="7304878" y="1058586"/>
                  </a:lnTo>
                  <a:lnTo>
                    <a:pt x="7223959" y="1048070"/>
                  </a:lnTo>
                  <a:lnTo>
                    <a:pt x="7149353" y="1036353"/>
                  </a:lnTo>
                  <a:lnTo>
                    <a:pt x="7080812" y="1023290"/>
                  </a:lnTo>
                  <a:lnTo>
                    <a:pt x="7017731" y="1008694"/>
                  </a:lnTo>
                  <a:lnTo>
                    <a:pt x="6959294" y="992342"/>
                  </a:lnTo>
                  <a:lnTo>
                    <a:pt x="6904587" y="973999"/>
                  </a:lnTo>
                  <a:lnTo>
                    <a:pt x="6852690" y="953438"/>
                  </a:lnTo>
                  <a:lnTo>
                    <a:pt x="6802747" y="930495"/>
                  </a:lnTo>
                  <a:lnTo>
                    <a:pt x="6786527" y="922371"/>
                  </a:lnTo>
                  <a:lnTo>
                    <a:pt x="6737805" y="896036"/>
                  </a:lnTo>
                  <a:lnTo>
                    <a:pt x="6689558" y="867189"/>
                  </a:lnTo>
                  <a:lnTo>
                    <a:pt x="6641339" y="835790"/>
                  </a:lnTo>
                  <a:lnTo>
                    <a:pt x="6592833" y="801868"/>
                  </a:lnTo>
                  <a:lnTo>
                    <a:pt x="6543836" y="765540"/>
                  </a:lnTo>
                  <a:lnTo>
                    <a:pt x="6494250" y="727008"/>
                  </a:lnTo>
                  <a:lnTo>
                    <a:pt x="6444066" y="686565"/>
                  </a:lnTo>
                  <a:lnTo>
                    <a:pt x="6393353" y="644588"/>
                  </a:lnTo>
                  <a:lnTo>
                    <a:pt x="6342242" y="601524"/>
                  </a:lnTo>
                  <a:lnTo>
                    <a:pt x="6290909" y="557876"/>
                  </a:lnTo>
                  <a:lnTo>
                    <a:pt x="6239555" y="514173"/>
                  </a:lnTo>
                  <a:lnTo>
                    <a:pt x="6188384" y="470948"/>
                  </a:lnTo>
                  <a:lnTo>
                    <a:pt x="6137577" y="428711"/>
                  </a:lnTo>
                  <a:lnTo>
                    <a:pt x="6087277" y="387923"/>
                  </a:lnTo>
                  <a:lnTo>
                    <a:pt x="6037568" y="348976"/>
                  </a:lnTo>
                  <a:lnTo>
                    <a:pt x="5988456" y="312180"/>
                  </a:lnTo>
                  <a:lnTo>
                    <a:pt x="5939863" y="277756"/>
                  </a:lnTo>
                  <a:lnTo>
                    <a:pt x="5891607" y="245838"/>
                  </a:lnTo>
                  <a:lnTo>
                    <a:pt x="5843398" y="216473"/>
                  </a:lnTo>
                  <a:lnTo>
                    <a:pt x="5794816" y="189634"/>
                  </a:lnTo>
                  <a:lnTo>
                    <a:pt x="5784835" y="184474"/>
                  </a:lnTo>
                  <a:lnTo>
                    <a:pt x="5735374" y="160729"/>
                  </a:lnTo>
                  <a:lnTo>
                    <a:pt x="5684212" y="139393"/>
                  </a:lnTo>
                  <a:lnTo>
                    <a:pt x="5630535" y="120339"/>
                  </a:lnTo>
                  <a:lnTo>
                    <a:pt x="5573435" y="103355"/>
                  </a:lnTo>
                  <a:lnTo>
                    <a:pt x="5511987" y="88203"/>
                  </a:lnTo>
                  <a:lnTo>
                    <a:pt x="5445333" y="74656"/>
                  </a:lnTo>
                  <a:lnTo>
                    <a:pt x="5372782" y="62512"/>
                  </a:lnTo>
                  <a:lnTo>
                    <a:pt x="5293950" y="51612"/>
                  </a:lnTo>
                  <a:lnTo>
                    <a:pt x="5208936" y="41840"/>
                  </a:lnTo>
                  <a:lnTo>
                    <a:pt x="5118543" y="33126"/>
                  </a:lnTo>
                  <a:lnTo>
                    <a:pt x="5024477" y="25442"/>
                  </a:lnTo>
                  <a:lnTo>
                    <a:pt x="4929483" y="18794"/>
                  </a:lnTo>
                  <a:lnTo>
                    <a:pt x="4837286" y="13208"/>
                  </a:lnTo>
                  <a:lnTo>
                    <a:pt x="4752254" y="8701"/>
                  </a:lnTo>
                  <a:lnTo>
                    <a:pt x="4678745" y="5264"/>
                  </a:lnTo>
                  <a:lnTo>
                    <a:pt x="4620240" y="2832"/>
                  </a:lnTo>
                  <a:lnTo>
                    <a:pt x="4578523" y="1280"/>
                  </a:lnTo>
                  <a:lnTo>
                    <a:pt x="4553160" y="433"/>
                  </a:lnTo>
                  <a:lnTo>
                    <a:pt x="4541432" y="79"/>
                  </a:lnTo>
                  <a:lnTo>
                    <a:pt x="4538543" y="0"/>
                  </a:lnTo>
                  <a:lnTo>
                    <a:pt x="4016409" y="0"/>
                  </a:lnTo>
                  <a:lnTo>
                    <a:pt x="4015241" y="73"/>
                  </a:lnTo>
                  <a:lnTo>
                    <a:pt x="4007589" y="594"/>
                  </a:lnTo>
                  <a:lnTo>
                    <a:pt x="3988405" y="2036"/>
                  </a:lnTo>
                  <a:lnTo>
                    <a:pt x="3954375" y="4870"/>
                  </a:lnTo>
                  <a:lnTo>
                    <a:pt x="3904205" y="9521"/>
                  </a:lnTo>
                  <a:lnTo>
                    <a:pt x="3838701" y="16313"/>
                  </a:lnTo>
                  <a:lnTo>
                    <a:pt x="3760478" y="25447"/>
                  </a:lnTo>
                  <a:lnTo>
                    <a:pt x="3673322" y="36997"/>
                  </a:lnTo>
                  <a:lnTo>
                    <a:pt x="3581402" y="50947"/>
                  </a:lnTo>
                  <a:lnTo>
                    <a:pt x="3488570" y="67243"/>
                  </a:lnTo>
                  <a:lnTo>
                    <a:pt x="3397913" y="85844"/>
                  </a:lnTo>
                  <a:lnTo>
                    <a:pt x="3311567" y="106764"/>
                  </a:lnTo>
                  <a:lnTo>
                    <a:pt x="3230760" y="130099"/>
                  </a:lnTo>
                  <a:lnTo>
                    <a:pt x="3155962" y="156042"/>
                  </a:lnTo>
                  <a:lnTo>
                    <a:pt x="3087079" y="184881"/>
                  </a:lnTo>
                  <a:lnTo>
                    <a:pt x="3023637" y="216999"/>
                  </a:lnTo>
                  <a:lnTo>
                    <a:pt x="2964929" y="252856"/>
                  </a:lnTo>
                  <a:lnTo>
                    <a:pt x="2910127" y="292962"/>
                  </a:lnTo>
                  <a:lnTo>
                    <a:pt x="2858364" y="337832"/>
                  </a:lnTo>
                  <a:lnTo>
                    <a:pt x="2808806" y="387899"/>
                  </a:lnTo>
                  <a:lnTo>
                    <a:pt x="2770117" y="432008"/>
                  </a:lnTo>
                  <a:lnTo>
                    <a:pt x="2731607" y="480199"/>
                  </a:lnTo>
                  <a:lnTo>
                    <a:pt x="2693460" y="532031"/>
                  </a:lnTo>
                  <a:lnTo>
                    <a:pt x="2655434" y="587576"/>
                  </a:lnTo>
                  <a:lnTo>
                    <a:pt x="2617343" y="646847"/>
                  </a:lnTo>
                  <a:lnTo>
                    <a:pt x="2579045" y="709782"/>
                  </a:lnTo>
                  <a:lnTo>
                    <a:pt x="2540446" y="776244"/>
                  </a:lnTo>
                  <a:lnTo>
                    <a:pt x="2501488" y="846015"/>
                  </a:lnTo>
                  <a:lnTo>
                    <a:pt x="2462152" y="918797"/>
                  </a:lnTo>
                  <a:lnTo>
                    <a:pt x="2422451" y="994211"/>
                  </a:lnTo>
                  <a:lnTo>
                    <a:pt x="2382425" y="1071803"/>
                  </a:lnTo>
                  <a:lnTo>
                    <a:pt x="2342141" y="1151057"/>
                  </a:lnTo>
                  <a:lnTo>
                    <a:pt x="2301681" y="1231405"/>
                  </a:lnTo>
                  <a:lnTo>
                    <a:pt x="2261140" y="1312247"/>
                  </a:lnTo>
                  <a:lnTo>
                    <a:pt x="2220619" y="1392964"/>
                  </a:lnTo>
                  <a:lnTo>
                    <a:pt x="2180218" y="1472944"/>
                  </a:lnTo>
                  <a:lnTo>
                    <a:pt x="2140029" y="1551597"/>
                  </a:lnTo>
                  <a:lnTo>
                    <a:pt x="2100127" y="1628374"/>
                  </a:lnTo>
                  <a:lnTo>
                    <a:pt x="2060568" y="1702783"/>
                  </a:lnTo>
                  <a:lnTo>
                    <a:pt x="2021384" y="1774398"/>
                  </a:lnTo>
                  <a:lnTo>
                    <a:pt x="1982574" y="1842874"/>
                  </a:lnTo>
                  <a:lnTo>
                    <a:pt x="1944105" y="1907943"/>
                  </a:lnTo>
                  <a:lnTo>
                    <a:pt x="1905904" y="1969420"/>
                  </a:lnTo>
                  <a:lnTo>
                    <a:pt x="1867859" y="2027200"/>
                  </a:lnTo>
                  <a:lnTo>
                    <a:pt x="1829810" y="2081251"/>
                  </a:lnTo>
                  <a:lnTo>
                    <a:pt x="1791550" y="2131611"/>
                  </a:lnTo>
                  <a:lnTo>
                    <a:pt x="1768425" y="2160042"/>
                  </a:lnTo>
                  <a:lnTo>
                    <a:pt x="1720102" y="2214451"/>
                  </a:lnTo>
                  <a:lnTo>
                    <a:pt x="1670171" y="2263466"/>
                  </a:lnTo>
                  <a:lnTo>
                    <a:pt x="1617877" y="2307359"/>
                  </a:lnTo>
                  <a:lnTo>
                    <a:pt x="1562373" y="2346585"/>
                  </a:lnTo>
                  <a:lnTo>
                    <a:pt x="1502795" y="2381665"/>
                  </a:lnTo>
                  <a:lnTo>
                    <a:pt x="1438331" y="2413102"/>
                  </a:lnTo>
                  <a:lnTo>
                    <a:pt x="1368309" y="2441343"/>
                  </a:lnTo>
                  <a:lnTo>
                    <a:pt x="1292318" y="2466752"/>
                  </a:lnTo>
                  <a:lnTo>
                    <a:pt x="1210360" y="2489599"/>
                  </a:lnTo>
                  <a:lnTo>
                    <a:pt x="1123040" y="2510057"/>
                  </a:lnTo>
                  <a:lnTo>
                    <a:pt x="1031755" y="2528204"/>
                  </a:lnTo>
                  <a:lnTo>
                    <a:pt x="938830" y="2544042"/>
                  </a:lnTo>
                  <a:lnTo>
                    <a:pt x="847526" y="2557523"/>
                  </a:lnTo>
                  <a:lnTo>
                    <a:pt x="761802" y="2568595"/>
                  </a:lnTo>
                  <a:lnTo>
                    <a:pt x="685814" y="2577258"/>
                  </a:lnTo>
                  <a:lnTo>
                    <a:pt x="623176" y="2583608"/>
                  </a:lnTo>
                  <a:lnTo>
                    <a:pt x="576190" y="2587870"/>
                  </a:lnTo>
                  <a:lnTo>
                    <a:pt x="545257" y="2590394"/>
                  </a:lnTo>
                  <a:lnTo>
                    <a:pt x="528668" y="2591617"/>
                  </a:lnTo>
                  <a:lnTo>
                    <a:pt x="522744" y="2592013"/>
                  </a:lnTo>
                  <a:lnTo>
                    <a:pt x="522133" y="2592051"/>
                  </a:lnTo>
                  <a:lnTo>
                    <a:pt x="0" y="2592051"/>
                  </a:lnTo>
                  <a:close/>
                </a:path>
              </a:pathLst>
            </a:custGeom>
            <a:solidFill>
              <a:srgbClr val="67C1B3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1224" name="pl1224"/>
            <p:cNvSpPr/>
            <p:nvPr/>
          </p:nvSpPr>
          <p:spPr>
            <a:xfrm>
              <a:off x="386606" y="1637318"/>
              <a:ext cx="8554953" cy="2592051"/>
            </a:xfrm>
            <a:custGeom>
              <a:avLst/>
              <a:pathLst>
                <a:path w="8554953" h="2592051">
                  <a:moveTo>
                    <a:pt x="0" y="2592051"/>
                  </a:moveTo>
                  <a:lnTo>
                    <a:pt x="522133" y="2592051"/>
                  </a:lnTo>
                  <a:lnTo>
                    <a:pt x="523301" y="2591978"/>
                  </a:lnTo>
                  <a:lnTo>
                    <a:pt x="530953" y="2591456"/>
                  </a:lnTo>
                  <a:lnTo>
                    <a:pt x="550137" y="2590014"/>
                  </a:lnTo>
                  <a:lnTo>
                    <a:pt x="584167" y="2587180"/>
                  </a:lnTo>
                  <a:lnTo>
                    <a:pt x="634337" y="2582530"/>
                  </a:lnTo>
                  <a:lnTo>
                    <a:pt x="699841" y="2575737"/>
                  </a:lnTo>
                  <a:lnTo>
                    <a:pt x="778064" y="2566604"/>
                  </a:lnTo>
                  <a:lnTo>
                    <a:pt x="865220" y="2555054"/>
                  </a:lnTo>
                  <a:lnTo>
                    <a:pt x="957141" y="2541104"/>
                  </a:lnTo>
                  <a:lnTo>
                    <a:pt x="1049972" y="2524807"/>
                  </a:lnTo>
                  <a:lnTo>
                    <a:pt x="1140630" y="2506207"/>
                  </a:lnTo>
                  <a:lnTo>
                    <a:pt x="1226975" y="2485287"/>
                  </a:lnTo>
                  <a:lnTo>
                    <a:pt x="1307782" y="2461952"/>
                  </a:lnTo>
                  <a:lnTo>
                    <a:pt x="1382581" y="2436009"/>
                  </a:lnTo>
                  <a:lnTo>
                    <a:pt x="1451464" y="2407169"/>
                  </a:lnTo>
                  <a:lnTo>
                    <a:pt x="1514905" y="2375051"/>
                  </a:lnTo>
                  <a:lnTo>
                    <a:pt x="1573613" y="2339195"/>
                  </a:lnTo>
                  <a:lnTo>
                    <a:pt x="1628415" y="2299089"/>
                  </a:lnTo>
                  <a:lnTo>
                    <a:pt x="1680178" y="2254219"/>
                  </a:lnTo>
                  <a:lnTo>
                    <a:pt x="1729736" y="2204152"/>
                  </a:lnTo>
                  <a:lnTo>
                    <a:pt x="1768425" y="2160042"/>
                  </a:lnTo>
                  <a:lnTo>
                    <a:pt x="1806936" y="2111852"/>
                  </a:lnTo>
                  <a:lnTo>
                    <a:pt x="1845083" y="2060020"/>
                  </a:lnTo>
                  <a:lnTo>
                    <a:pt x="1883108" y="2004474"/>
                  </a:lnTo>
                  <a:lnTo>
                    <a:pt x="1921199" y="1945204"/>
                  </a:lnTo>
                  <a:lnTo>
                    <a:pt x="1959497" y="1882269"/>
                  </a:lnTo>
                  <a:lnTo>
                    <a:pt x="1998096" y="1815807"/>
                  </a:lnTo>
                  <a:lnTo>
                    <a:pt x="2037054" y="1746035"/>
                  </a:lnTo>
                  <a:lnTo>
                    <a:pt x="2076390" y="1673253"/>
                  </a:lnTo>
                  <a:lnTo>
                    <a:pt x="2116091" y="1597840"/>
                  </a:lnTo>
                  <a:lnTo>
                    <a:pt x="2156117" y="1520247"/>
                  </a:lnTo>
                  <a:lnTo>
                    <a:pt x="2196401" y="1440994"/>
                  </a:lnTo>
                  <a:lnTo>
                    <a:pt x="2236862" y="1360645"/>
                  </a:lnTo>
                  <a:lnTo>
                    <a:pt x="2277402" y="1279804"/>
                  </a:lnTo>
                  <a:lnTo>
                    <a:pt x="2317923" y="1199087"/>
                  </a:lnTo>
                  <a:lnTo>
                    <a:pt x="2358324" y="1119107"/>
                  </a:lnTo>
                  <a:lnTo>
                    <a:pt x="2398514" y="1040454"/>
                  </a:lnTo>
                  <a:lnTo>
                    <a:pt x="2438416" y="963677"/>
                  </a:lnTo>
                  <a:lnTo>
                    <a:pt x="2477974" y="889268"/>
                  </a:lnTo>
                  <a:lnTo>
                    <a:pt x="2517158" y="817652"/>
                  </a:lnTo>
                  <a:lnTo>
                    <a:pt x="2555968" y="749176"/>
                  </a:lnTo>
                  <a:lnTo>
                    <a:pt x="2594437" y="684107"/>
                  </a:lnTo>
                  <a:lnTo>
                    <a:pt x="2632638" y="622630"/>
                  </a:lnTo>
                  <a:lnTo>
                    <a:pt x="2670684" y="564851"/>
                  </a:lnTo>
                  <a:lnTo>
                    <a:pt x="2708732" y="510799"/>
                  </a:lnTo>
                  <a:lnTo>
                    <a:pt x="2746993" y="460440"/>
                  </a:lnTo>
                  <a:lnTo>
                    <a:pt x="2770117" y="432008"/>
                  </a:lnTo>
                  <a:lnTo>
                    <a:pt x="2818440" y="377600"/>
                  </a:lnTo>
                  <a:lnTo>
                    <a:pt x="2868371" y="328584"/>
                  </a:lnTo>
                  <a:lnTo>
                    <a:pt x="2920666" y="284692"/>
                  </a:lnTo>
                  <a:lnTo>
                    <a:pt x="2976169" y="245465"/>
                  </a:lnTo>
                  <a:lnTo>
                    <a:pt x="3035747" y="210385"/>
                  </a:lnTo>
                  <a:lnTo>
                    <a:pt x="3100212" y="178948"/>
                  </a:lnTo>
                  <a:lnTo>
                    <a:pt x="3170233" y="150707"/>
                  </a:lnTo>
                  <a:lnTo>
                    <a:pt x="3246224" y="125299"/>
                  </a:lnTo>
                  <a:lnTo>
                    <a:pt x="3328182" y="102452"/>
                  </a:lnTo>
                  <a:lnTo>
                    <a:pt x="3415502" y="81994"/>
                  </a:lnTo>
                  <a:lnTo>
                    <a:pt x="3506788" y="63847"/>
                  </a:lnTo>
                  <a:lnTo>
                    <a:pt x="3599712" y="48009"/>
                  </a:lnTo>
                  <a:lnTo>
                    <a:pt x="3691017" y="34528"/>
                  </a:lnTo>
                  <a:lnTo>
                    <a:pt x="3776740" y="23455"/>
                  </a:lnTo>
                  <a:lnTo>
                    <a:pt x="3852729" y="14793"/>
                  </a:lnTo>
                  <a:lnTo>
                    <a:pt x="3915366" y="8443"/>
                  </a:lnTo>
                  <a:lnTo>
                    <a:pt x="3962353" y="4180"/>
                  </a:lnTo>
                  <a:lnTo>
                    <a:pt x="3993285" y="1656"/>
                  </a:lnTo>
                  <a:lnTo>
                    <a:pt x="4009874" y="434"/>
                  </a:lnTo>
                  <a:lnTo>
                    <a:pt x="4015798" y="37"/>
                  </a:lnTo>
                  <a:lnTo>
                    <a:pt x="4016409" y="0"/>
                  </a:lnTo>
                  <a:lnTo>
                    <a:pt x="4538543" y="0"/>
                  </a:lnTo>
                  <a:lnTo>
                    <a:pt x="4539793" y="33"/>
                  </a:lnTo>
                  <a:lnTo>
                    <a:pt x="4547966" y="272"/>
                  </a:lnTo>
                  <a:lnTo>
                    <a:pt x="4568409" y="932"/>
                  </a:lnTo>
                  <a:lnTo>
                    <a:pt x="4604553" y="2229"/>
                  </a:lnTo>
                  <a:lnTo>
                    <a:pt x="4657599" y="4353"/>
                  </a:lnTo>
                  <a:lnTo>
                    <a:pt x="4726461" y="7448"/>
                  </a:lnTo>
                  <a:lnTo>
                    <a:pt x="4808138" y="11597"/>
                  </a:lnTo>
                  <a:lnTo>
                    <a:pt x="4898463" y="16827"/>
                  </a:lnTo>
                  <a:lnTo>
                    <a:pt x="4992986" y="23127"/>
                  </a:lnTo>
                  <a:lnTo>
                    <a:pt x="5087715" y="30470"/>
                  </a:lnTo>
                  <a:lnTo>
                    <a:pt x="5179562" y="38842"/>
                  </a:lnTo>
                  <a:lnTo>
                    <a:pt x="5266484" y="48259"/>
                  </a:lnTo>
                  <a:lnTo>
                    <a:pt x="5347403" y="58775"/>
                  </a:lnTo>
                  <a:lnTo>
                    <a:pt x="5422009" y="70491"/>
                  </a:lnTo>
                  <a:lnTo>
                    <a:pt x="5490550" y="83554"/>
                  </a:lnTo>
                  <a:lnTo>
                    <a:pt x="5553631" y="98151"/>
                  </a:lnTo>
                  <a:lnTo>
                    <a:pt x="5612068" y="114502"/>
                  </a:lnTo>
                  <a:lnTo>
                    <a:pt x="5666775" y="132846"/>
                  </a:lnTo>
                  <a:lnTo>
                    <a:pt x="5718672" y="153407"/>
                  </a:lnTo>
                  <a:lnTo>
                    <a:pt x="5768615" y="176349"/>
                  </a:lnTo>
                  <a:lnTo>
                    <a:pt x="5784835" y="184474"/>
                  </a:lnTo>
                  <a:lnTo>
                    <a:pt x="5833557" y="210809"/>
                  </a:lnTo>
                  <a:lnTo>
                    <a:pt x="5881804" y="239655"/>
                  </a:lnTo>
                  <a:lnTo>
                    <a:pt x="5930022" y="271055"/>
                  </a:lnTo>
                  <a:lnTo>
                    <a:pt x="5978529" y="304976"/>
                  </a:lnTo>
                  <a:lnTo>
                    <a:pt x="6027526" y="341305"/>
                  </a:lnTo>
                  <a:lnTo>
                    <a:pt x="6077112" y="379836"/>
                  </a:lnTo>
                  <a:lnTo>
                    <a:pt x="6127296" y="420279"/>
                  </a:lnTo>
                  <a:lnTo>
                    <a:pt x="6178009" y="462257"/>
                  </a:lnTo>
                  <a:lnTo>
                    <a:pt x="6229120" y="505320"/>
                  </a:lnTo>
                  <a:lnTo>
                    <a:pt x="6280453" y="548969"/>
                  </a:lnTo>
                  <a:lnTo>
                    <a:pt x="6331807" y="592672"/>
                  </a:lnTo>
                  <a:lnTo>
                    <a:pt x="6382978" y="635896"/>
                  </a:lnTo>
                  <a:lnTo>
                    <a:pt x="6433785" y="678133"/>
                  </a:lnTo>
                  <a:lnTo>
                    <a:pt x="6484085" y="718921"/>
                  </a:lnTo>
                  <a:lnTo>
                    <a:pt x="6533794" y="757869"/>
                  </a:lnTo>
                  <a:lnTo>
                    <a:pt x="6582906" y="794665"/>
                  </a:lnTo>
                  <a:lnTo>
                    <a:pt x="6631499" y="829088"/>
                  </a:lnTo>
                  <a:lnTo>
                    <a:pt x="6679755" y="861006"/>
                  </a:lnTo>
                  <a:lnTo>
                    <a:pt x="6727964" y="890371"/>
                  </a:lnTo>
                  <a:lnTo>
                    <a:pt x="6776546" y="917211"/>
                  </a:lnTo>
                  <a:lnTo>
                    <a:pt x="6786527" y="922371"/>
                  </a:lnTo>
                  <a:lnTo>
                    <a:pt x="6835988" y="946116"/>
                  </a:lnTo>
                  <a:lnTo>
                    <a:pt x="6887150" y="967452"/>
                  </a:lnTo>
                  <a:lnTo>
                    <a:pt x="6940827" y="986506"/>
                  </a:lnTo>
                  <a:lnTo>
                    <a:pt x="6997927" y="1003489"/>
                  </a:lnTo>
                  <a:lnTo>
                    <a:pt x="7059375" y="1018641"/>
                  </a:lnTo>
                  <a:lnTo>
                    <a:pt x="7126029" y="1032189"/>
                  </a:lnTo>
                  <a:lnTo>
                    <a:pt x="7198580" y="1044332"/>
                  </a:lnTo>
                  <a:lnTo>
                    <a:pt x="7277412" y="1055232"/>
                  </a:lnTo>
                  <a:lnTo>
                    <a:pt x="7362426" y="1065004"/>
                  </a:lnTo>
                  <a:lnTo>
                    <a:pt x="7452819" y="1073719"/>
                  </a:lnTo>
                  <a:lnTo>
                    <a:pt x="7546885" y="1081403"/>
                  </a:lnTo>
                  <a:lnTo>
                    <a:pt x="7641879" y="1088050"/>
                  </a:lnTo>
                  <a:lnTo>
                    <a:pt x="7734076" y="1093637"/>
                  </a:lnTo>
                  <a:lnTo>
                    <a:pt x="7819108" y="1098143"/>
                  </a:lnTo>
                  <a:lnTo>
                    <a:pt x="7892617" y="1101581"/>
                  </a:lnTo>
                  <a:lnTo>
                    <a:pt x="7951122" y="1104013"/>
                  </a:lnTo>
                  <a:lnTo>
                    <a:pt x="7992839" y="1105564"/>
                  </a:lnTo>
                  <a:lnTo>
                    <a:pt x="8018202" y="1106412"/>
                  </a:lnTo>
                  <a:lnTo>
                    <a:pt x="8029930" y="1106766"/>
                  </a:lnTo>
                  <a:lnTo>
                    <a:pt x="8032772" y="1106844"/>
                  </a:lnTo>
                  <a:lnTo>
                    <a:pt x="8032819" y="1106845"/>
                  </a:lnTo>
                  <a:lnTo>
                    <a:pt x="8554953" y="1106845"/>
                  </a:lnTo>
                  <a:lnTo>
                    <a:pt x="8554953" y="1106845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225" name="pl1225"/>
            <p:cNvSpPr/>
            <p:nvPr/>
          </p:nvSpPr>
          <p:spPr>
            <a:xfrm>
              <a:off x="386606" y="1631671"/>
              <a:ext cx="8554953" cy="2592051"/>
            </a:xfrm>
            <a:custGeom>
              <a:avLst/>
              <a:pathLst>
                <a:path w="8554953" h="2592051">
                  <a:moveTo>
                    <a:pt x="8554953" y="1106845"/>
                  </a:moveTo>
                  <a:lnTo>
                    <a:pt x="8032819" y="1106845"/>
                  </a:lnTo>
                  <a:lnTo>
                    <a:pt x="8031569" y="1106812"/>
                  </a:lnTo>
                  <a:lnTo>
                    <a:pt x="8023396" y="1106573"/>
                  </a:lnTo>
                  <a:lnTo>
                    <a:pt x="8002953" y="1105913"/>
                  </a:lnTo>
                  <a:lnTo>
                    <a:pt x="7966809" y="1104616"/>
                  </a:lnTo>
                  <a:lnTo>
                    <a:pt x="7913763" y="1102492"/>
                  </a:lnTo>
                  <a:lnTo>
                    <a:pt x="7844901" y="1099397"/>
                  </a:lnTo>
                  <a:lnTo>
                    <a:pt x="7763224" y="1095248"/>
                  </a:lnTo>
                  <a:lnTo>
                    <a:pt x="7672899" y="1090017"/>
                  </a:lnTo>
                  <a:lnTo>
                    <a:pt x="7578376" y="1083718"/>
                  </a:lnTo>
                  <a:lnTo>
                    <a:pt x="7483647" y="1076375"/>
                  </a:lnTo>
                  <a:lnTo>
                    <a:pt x="7391800" y="1068002"/>
                  </a:lnTo>
                  <a:lnTo>
                    <a:pt x="7304878" y="1058586"/>
                  </a:lnTo>
                  <a:lnTo>
                    <a:pt x="7223959" y="1048070"/>
                  </a:lnTo>
                  <a:lnTo>
                    <a:pt x="7149353" y="1036353"/>
                  </a:lnTo>
                  <a:lnTo>
                    <a:pt x="7080812" y="1023290"/>
                  </a:lnTo>
                  <a:lnTo>
                    <a:pt x="7017731" y="1008694"/>
                  </a:lnTo>
                  <a:lnTo>
                    <a:pt x="6959294" y="992342"/>
                  </a:lnTo>
                  <a:lnTo>
                    <a:pt x="6904587" y="973999"/>
                  </a:lnTo>
                  <a:lnTo>
                    <a:pt x="6852690" y="953438"/>
                  </a:lnTo>
                  <a:lnTo>
                    <a:pt x="6802747" y="930495"/>
                  </a:lnTo>
                  <a:lnTo>
                    <a:pt x="6786527" y="922371"/>
                  </a:lnTo>
                  <a:lnTo>
                    <a:pt x="6737805" y="896036"/>
                  </a:lnTo>
                  <a:lnTo>
                    <a:pt x="6689558" y="867189"/>
                  </a:lnTo>
                  <a:lnTo>
                    <a:pt x="6641339" y="835790"/>
                  </a:lnTo>
                  <a:lnTo>
                    <a:pt x="6592833" y="801868"/>
                  </a:lnTo>
                  <a:lnTo>
                    <a:pt x="6543836" y="765540"/>
                  </a:lnTo>
                  <a:lnTo>
                    <a:pt x="6494250" y="727008"/>
                  </a:lnTo>
                  <a:lnTo>
                    <a:pt x="6444066" y="686565"/>
                  </a:lnTo>
                  <a:lnTo>
                    <a:pt x="6393353" y="644588"/>
                  </a:lnTo>
                  <a:lnTo>
                    <a:pt x="6342242" y="601524"/>
                  </a:lnTo>
                  <a:lnTo>
                    <a:pt x="6290909" y="557876"/>
                  </a:lnTo>
                  <a:lnTo>
                    <a:pt x="6239555" y="514173"/>
                  </a:lnTo>
                  <a:lnTo>
                    <a:pt x="6188384" y="470948"/>
                  </a:lnTo>
                  <a:lnTo>
                    <a:pt x="6137577" y="428711"/>
                  </a:lnTo>
                  <a:lnTo>
                    <a:pt x="6087277" y="387923"/>
                  </a:lnTo>
                  <a:lnTo>
                    <a:pt x="6037568" y="348976"/>
                  </a:lnTo>
                  <a:lnTo>
                    <a:pt x="5988456" y="312180"/>
                  </a:lnTo>
                  <a:lnTo>
                    <a:pt x="5939863" y="277756"/>
                  </a:lnTo>
                  <a:lnTo>
                    <a:pt x="5891607" y="245838"/>
                  </a:lnTo>
                  <a:lnTo>
                    <a:pt x="5843398" y="216473"/>
                  </a:lnTo>
                  <a:lnTo>
                    <a:pt x="5794816" y="189634"/>
                  </a:lnTo>
                  <a:lnTo>
                    <a:pt x="5784835" y="184474"/>
                  </a:lnTo>
                  <a:lnTo>
                    <a:pt x="5735374" y="160729"/>
                  </a:lnTo>
                  <a:lnTo>
                    <a:pt x="5684212" y="139393"/>
                  </a:lnTo>
                  <a:lnTo>
                    <a:pt x="5630535" y="120339"/>
                  </a:lnTo>
                  <a:lnTo>
                    <a:pt x="5573435" y="103355"/>
                  </a:lnTo>
                  <a:lnTo>
                    <a:pt x="5511987" y="88203"/>
                  </a:lnTo>
                  <a:lnTo>
                    <a:pt x="5445333" y="74656"/>
                  </a:lnTo>
                  <a:lnTo>
                    <a:pt x="5372782" y="62512"/>
                  </a:lnTo>
                  <a:lnTo>
                    <a:pt x="5293950" y="51612"/>
                  </a:lnTo>
                  <a:lnTo>
                    <a:pt x="5208936" y="41840"/>
                  </a:lnTo>
                  <a:lnTo>
                    <a:pt x="5118543" y="33126"/>
                  </a:lnTo>
                  <a:lnTo>
                    <a:pt x="5024477" y="25442"/>
                  </a:lnTo>
                  <a:lnTo>
                    <a:pt x="4929483" y="18794"/>
                  </a:lnTo>
                  <a:lnTo>
                    <a:pt x="4837286" y="13208"/>
                  </a:lnTo>
                  <a:lnTo>
                    <a:pt x="4752254" y="8701"/>
                  </a:lnTo>
                  <a:lnTo>
                    <a:pt x="4678745" y="5264"/>
                  </a:lnTo>
                  <a:lnTo>
                    <a:pt x="4620240" y="2832"/>
                  </a:lnTo>
                  <a:lnTo>
                    <a:pt x="4578523" y="1280"/>
                  </a:lnTo>
                  <a:lnTo>
                    <a:pt x="4553160" y="433"/>
                  </a:lnTo>
                  <a:lnTo>
                    <a:pt x="4541432" y="79"/>
                  </a:lnTo>
                  <a:lnTo>
                    <a:pt x="4538590" y="1"/>
                  </a:lnTo>
                  <a:lnTo>
                    <a:pt x="4538543" y="0"/>
                  </a:lnTo>
                  <a:lnTo>
                    <a:pt x="4016409" y="0"/>
                  </a:lnTo>
                  <a:lnTo>
                    <a:pt x="4015241" y="73"/>
                  </a:lnTo>
                  <a:lnTo>
                    <a:pt x="4007589" y="594"/>
                  </a:lnTo>
                  <a:lnTo>
                    <a:pt x="3988405" y="2036"/>
                  </a:lnTo>
                  <a:lnTo>
                    <a:pt x="3954375" y="4870"/>
                  </a:lnTo>
                  <a:lnTo>
                    <a:pt x="3904205" y="9521"/>
                  </a:lnTo>
                  <a:lnTo>
                    <a:pt x="3838701" y="16313"/>
                  </a:lnTo>
                  <a:lnTo>
                    <a:pt x="3760478" y="25447"/>
                  </a:lnTo>
                  <a:lnTo>
                    <a:pt x="3673322" y="36997"/>
                  </a:lnTo>
                  <a:lnTo>
                    <a:pt x="3581402" y="50947"/>
                  </a:lnTo>
                  <a:lnTo>
                    <a:pt x="3488570" y="67243"/>
                  </a:lnTo>
                  <a:lnTo>
                    <a:pt x="3397913" y="85844"/>
                  </a:lnTo>
                  <a:lnTo>
                    <a:pt x="3311567" y="106764"/>
                  </a:lnTo>
                  <a:lnTo>
                    <a:pt x="3230760" y="130099"/>
                  </a:lnTo>
                  <a:lnTo>
                    <a:pt x="3155962" y="156042"/>
                  </a:lnTo>
                  <a:lnTo>
                    <a:pt x="3087079" y="184881"/>
                  </a:lnTo>
                  <a:lnTo>
                    <a:pt x="3023637" y="216999"/>
                  </a:lnTo>
                  <a:lnTo>
                    <a:pt x="2964929" y="252856"/>
                  </a:lnTo>
                  <a:lnTo>
                    <a:pt x="2910127" y="292962"/>
                  </a:lnTo>
                  <a:lnTo>
                    <a:pt x="2858364" y="337832"/>
                  </a:lnTo>
                  <a:lnTo>
                    <a:pt x="2808806" y="387899"/>
                  </a:lnTo>
                  <a:lnTo>
                    <a:pt x="2770117" y="432008"/>
                  </a:lnTo>
                  <a:lnTo>
                    <a:pt x="2731607" y="480199"/>
                  </a:lnTo>
                  <a:lnTo>
                    <a:pt x="2693460" y="532031"/>
                  </a:lnTo>
                  <a:lnTo>
                    <a:pt x="2655434" y="587576"/>
                  </a:lnTo>
                  <a:lnTo>
                    <a:pt x="2617343" y="646847"/>
                  </a:lnTo>
                  <a:lnTo>
                    <a:pt x="2579045" y="709782"/>
                  </a:lnTo>
                  <a:lnTo>
                    <a:pt x="2540446" y="776244"/>
                  </a:lnTo>
                  <a:lnTo>
                    <a:pt x="2501488" y="846015"/>
                  </a:lnTo>
                  <a:lnTo>
                    <a:pt x="2462152" y="918797"/>
                  </a:lnTo>
                  <a:lnTo>
                    <a:pt x="2422451" y="994211"/>
                  </a:lnTo>
                  <a:lnTo>
                    <a:pt x="2382425" y="1071803"/>
                  </a:lnTo>
                  <a:lnTo>
                    <a:pt x="2342141" y="1151057"/>
                  </a:lnTo>
                  <a:lnTo>
                    <a:pt x="2301681" y="1231405"/>
                  </a:lnTo>
                  <a:lnTo>
                    <a:pt x="2261140" y="1312247"/>
                  </a:lnTo>
                  <a:lnTo>
                    <a:pt x="2220619" y="1392964"/>
                  </a:lnTo>
                  <a:lnTo>
                    <a:pt x="2180218" y="1472944"/>
                  </a:lnTo>
                  <a:lnTo>
                    <a:pt x="2140029" y="1551597"/>
                  </a:lnTo>
                  <a:lnTo>
                    <a:pt x="2100127" y="1628374"/>
                  </a:lnTo>
                  <a:lnTo>
                    <a:pt x="2060568" y="1702783"/>
                  </a:lnTo>
                  <a:lnTo>
                    <a:pt x="2021384" y="1774398"/>
                  </a:lnTo>
                  <a:lnTo>
                    <a:pt x="1982574" y="1842874"/>
                  </a:lnTo>
                  <a:lnTo>
                    <a:pt x="1944105" y="1907943"/>
                  </a:lnTo>
                  <a:lnTo>
                    <a:pt x="1905904" y="1969420"/>
                  </a:lnTo>
                  <a:lnTo>
                    <a:pt x="1867859" y="2027200"/>
                  </a:lnTo>
                  <a:lnTo>
                    <a:pt x="1829810" y="2081251"/>
                  </a:lnTo>
                  <a:lnTo>
                    <a:pt x="1791550" y="2131611"/>
                  </a:lnTo>
                  <a:lnTo>
                    <a:pt x="1768425" y="2160042"/>
                  </a:lnTo>
                  <a:lnTo>
                    <a:pt x="1720102" y="2214451"/>
                  </a:lnTo>
                  <a:lnTo>
                    <a:pt x="1670171" y="2263466"/>
                  </a:lnTo>
                  <a:lnTo>
                    <a:pt x="1617877" y="2307359"/>
                  </a:lnTo>
                  <a:lnTo>
                    <a:pt x="1562373" y="2346585"/>
                  </a:lnTo>
                  <a:lnTo>
                    <a:pt x="1502795" y="2381665"/>
                  </a:lnTo>
                  <a:lnTo>
                    <a:pt x="1438331" y="2413102"/>
                  </a:lnTo>
                  <a:lnTo>
                    <a:pt x="1368309" y="2441343"/>
                  </a:lnTo>
                  <a:lnTo>
                    <a:pt x="1292318" y="2466752"/>
                  </a:lnTo>
                  <a:lnTo>
                    <a:pt x="1210360" y="2489599"/>
                  </a:lnTo>
                  <a:lnTo>
                    <a:pt x="1123040" y="2510057"/>
                  </a:lnTo>
                  <a:lnTo>
                    <a:pt x="1031755" y="2528204"/>
                  </a:lnTo>
                  <a:lnTo>
                    <a:pt x="938830" y="2544042"/>
                  </a:lnTo>
                  <a:lnTo>
                    <a:pt x="847526" y="2557523"/>
                  </a:lnTo>
                  <a:lnTo>
                    <a:pt x="761802" y="2568595"/>
                  </a:lnTo>
                  <a:lnTo>
                    <a:pt x="685814" y="2577258"/>
                  </a:lnTo>
                  <a:lnTo>
                    <a:pt x="623176" y="2583608"/>
                  </a:lnTo>
                  <a:lnTo>
                    <a:pt x="576190" y="2587870"/>
                  </a:lnTo>
                  <a:lnTo>
                    <a:pt x="545257" y="2590394"/>
                  </a:lnTo>
                  <a:lnTo>
                    <a:pt x="528668" y="2591617"/>
                  </a:lnTo>
                  <a:lnTo>
                    <a:pt x="522744" y="2592013"/>
                  </a:lnTo>
                  <a:lnTo>
                    <a:pt x="522133" y="2592051"/>
                  </a:lnTo>
                  <a:lnTo>
                    <a:pt x="0" y="2592051"/>
                  </a:lnTo>
                  <a:lnTo>
                    <a:pt x="0" y="2592051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226" name="pg1226"/>
            <p:cNvSpPr/>
            <p:nvPr/>
          </p:nvSpPr>
          <p:spPr>
            <a:xfrm>
              <a:off x="386606" y="1659907"/>
              <a:ext cx="8554953" cy="2580757"/>
            </a:xfrm>
            <a:custGeom>
              <a:avLst/>
              <a:pathLst>
                <a:path w="8554953" h="2580757">
                  <a:moveTo>
                    <a:pt x="0" y="2580757"/>
                  </a:moveTo>
                  <a:lnTo>
                    <a:pt x="522133" y="2580757"/>
                  </a:lnTo>
                  <a:lnTo>
                    <a:pt x="523303" y="2580684"/>
                  </a:lnTo>
                  <a:lnTo>
                    <a:pt x="530965" y="2580166"/>
                  </a:lnTo>
                  <a:lnTo>
                    <a:pt x="550174" y="2578735"/>
                  </a:lnTo>
                  <a:lnTo>
                    <a:pt x="584245" y="2575921"/>
                  </a:lnTo>
                  <a:lnTo>
                    <a:pt x="634472" y="2571305"/>
                  </a:lnTo>
                  <a:lnTo>
                    <a:pt x="700043" y="2564563"/>
                  </a:lnTo>
                  <a:lnTo>
                    <a:pt x="778336" y="2555498"/>
                  </a:lnTo>
                  <a:lnTo>
                    <a:pt x="865556" y="2544035"/>
                  </a:lnTo>
                  <a:lnTo>
                    <a:pt x="957530" y="2530190"/>
                  </a:lnTo>
                  <a:lnTo>
                    <a:pt x="1050402" y="2514019"/>
                  </a:lnTo>
                  <a:lnTo>
                    <a:pt x="1141085" y="2495560"/>
                  </a:lnTo>
                  <a:lnTo>
                    <a:pt x="1227443" y="2474800"/>
                  </a:lnTo>
                  <a:lnTo>
                    <a:pt x="1308253" y="2451643"/>
                  </a:lnTo>
                  <a:lnTo>
                    <a:pt x="1383049" y="2425898"/>
                  </a:lnTo>
                  <a:lnTo>
                    <a:pt x="1451925" y="2397275"/>
                  </a:lnTo>
                  <a:lnTo>
                    <a:pt x="1515360" y="2365397"/>
                  </a:lnTo>
                  <a:lnTo>
                    <a:pt x="1574061" y="2329806"/>
                  </a:lnTo>
                  <a:lnTo>
                    <a:pt x="1628861" y="2289995"/>
                  </a:lnTo>
                  <a:lnTo>
                    <a:pt x="1680626" y="2245452"/>
                  </a:lnTo>
                  <a:lnTo>
                    <a:pt x="1730190" y="2195750"/>
                  </a:lnTo>
                  <a:lnTo>
                    <a:pt x="1768425" y="2152513"/>
                  </a:lnTo>
                  <a:lnTo>
                    <a:pt x="1807061" y="2104580"/>
                  </a:lnTo>
                  <a:lnTo>
                    <a:pt x="1845332" y="2053014"/>
                  </a:lnTo>
                  <a:lnTo>
                    <a:pt x="1883481" y="1997741"/>
                  </a:lnTo>
                  <a:lnTo>
                    <a:pt x="1921699" y="1938753"/>
                  </a:lnTo>
                  <a:lnTo>
                    <a:pt x="1960126" y="1876109"/>
                  </a:lnTo>
                  <a:lnTo>
                    <a:pt x="1998858" y="1809950"/>
                  </a:lnTo>
                  <a:lnTo>
                    <a:pt x="2037951" y="1740492"/>
                  </a:lnTo>
                  <a:lnTo>
                    <a:pt x="2077425" y="1668039"/>
                  </a:lnTo>
                  <a:lnTo>
                    <a:pt x="2117266" y="1592972"/>
                  </a:lnTo>
                  <a:lnTo>
                    <a:pt x="2157432" y="1515745"/>
                  </a:lnTo>
                  <a:lnTo>
                    <a:pt x="2197856" y="1436877"/>
                  </a:lnTo>
                  <a:lnTo>
                    <a:pt x="2238453" y="1356939"/>
                  </a:lnTo>
                  <a:lnTo>
                    <a:pt x="2279128" y="1276533"/>
                  </a:lnTo>
                  <a:lnTo>
                    <a:pt x="2319778" y="1196277"/>
                  </a:lnTo>
                  <a:lnTo>
                    <a:pt x="2360303" y="1116784"/>
                  </a:lnTo>
                  <a:lnTo>
                    <a:pt x="2400611" y="1038644"/>
                  </a:lnTo>
                  <a:lnTo>
                    <a:pt x="2440627" y="962402"/>
                  </a:lnTo>
                  <a:lnTo>
                    <a:pt x="2480294" y="888549"/>
                  </a:lnTo>
                  <a:lnTo>
                    <a:pt x="2519583" y="817505"/>
                  </a:lnTo>
                  <a:lnTo>
                    <a:pt x="2558496" y="749613"/>
                  </a:lnTo>
                  <a:lnTo>
                    <a:pt x="2597071" y="685135"/>
                  </a:lnTo>
                  <a:lnTo>
                    <a:pt x="2635382" y="624250"/>
                  </a:lnTo>
                  <a:lnTo>
                    <a:pt x="2673546" y="567059"/>
                  </a:lnTo>
                  <a:lnTo>
                    <a:pt x="2711728" y="513588"/>
                  </a:lnTo>
                  <a:lnTo>
                    <a:pt x="2750141" y="463796"/>
                  </a:lnTo>
                  <a:lnTo>
                    <a:pt x="2770117" y="439538"/>
                  </a:lnTo>
                  <a:lnTo>
                    <a:pt x="2818463" y="385580"/>
                  </a:lnTo>
                  <a:lnTo>
                    <a:pt x="2868419" y="336972"/>
                  </a:lnTo>
                  <a:lnTo>
                    <a:pt x="2920741" y="293448"/>
                  </a:lnTo>
                  <a:lnTo>
                    <a:pt x="2976276" y="254552"/>
                  </a:lnTo>
                  <a:lnTo>
                    <a:pt x="3035892" y="219770"/>
                  </a:lnTo>
                  <a:lnTo>
                    <a:pt x="3100399" y="188601"/>
                  </a:lnTo>
                  <a:lnTo>
                    <a:pt x="3170471" y="160602"/>
                  </a:lnTo>
                  <a:lnTo>
                    <a:pt x="3246519" y="135412"/>
                  </a:lnTo>
                  <a:lnTo>
                    <a:pt x="3328537" y="112763"/>
                  </a:lnTo>
                  <a:lnTo>
                    <a:pt x="3415919" y="92485"/>
                  </a:lnTo>
                  <a:lnTo>
                    <a:pt x="3507262" y="74498"/>
                  </a:lnTo>
                  <a:lnTo>
                    <a:pt x="3600231" y="58803"/>
                  </a:lnTo>
                  <a:lnTo>
                    <a:pt x="3691557" y="45448"/>
                  </a:lnTo>
                  <a:lnTo>
                    <a:pt x="3777272" y="34482"/>
                  </a:lnTo>
                  <a:lnTo>
                    <a:pt x="3853216" y="25907"/>
                  </a:lnTo>
                  <a:lnTo>
                    <a:pt x="3915776" y="19625"/>
                  </a:lnTo>
                  <a:lnTo>
                    <a:pt x="3962660" y="15412"/>
                  </a:lnTo>
                  <a:lnTo>
                    <a:pt x="3993480" y="12921"/>
                  </a:lnTo>
                  <a:lnTo>
                    <a:pt x="4009967" y="11718"/>
                  </a:lnTo>
                  <a:lnTo>
                    <a:pt x="4015819" y="11330"/>
                  </a:lnTo>
                  <a:lnTo>
                    <a:pt x="4016409" y="11294"/>
                  </a:lnTo>
                  <a:lnTo>
                    <a:pt x="4538543" y="11294"/>
                  </a:lnTo>
                  <a:lnTo>
                    <a:pt x="4539785" y="11333"/>
                  </a:lnTo>
                  <a:lnTo>
                    <a:pt x="4547908" y="11614"/>
                  </a:lnTo>
                  <a:lnTo>
                    <a:pt x="4568231" y="12390"/>
                  </a:lnTo>
                  <a:lnTo>
                    <a:pt x="4604172" y="13916"/>
                  </a:lnTo>
                  <a:lnTo>
                    <a:pt x="4656944" y="16414"/>
                  </a:lnTo>
                  <a:lnTo>
                    <a:pt x="4725488" y="20055"/>
                  </a:lnTo>
                  <a:lnTo>
                    <a:pt x="4806840" y="24939"/>
                  </a:lnTo>
                  <a:lnTo>
                    <a:pt x="4896870" y="31096"/>
                  </a:lnTo>
                  <a:lnTo>
                    <a:pt x="4991154" y="38514"/>
                  </a:lnTo>
                  <a:lnTo>
                    <a:pt x="5085710" y="47162"/>
                  </a:lnTo>
                  <a:lnTo>
                    <a:pt x="5177452" y="57024"/>
                  </a:lnTo>
                  <a:lnTo>
                    <a:pt x="5264326" y="68115"/>
                  </a:lnTo>
                  <a:lnTo>
                    <a:pt x="5345239" y="80500"/>
                  </a:lnTo>
                  <a:lnTo>
                    <a:pt x="5419866" y="94296"/>
                  </a:lnTo>
                  <a:lnTo>
                    <a:pt x="5488440" y="109673"/>
                  </a:lnTo>
                  <a:lnTo>
                    <a:pt x="5551554" y="126849"/>
                  </a:lnTo>
                  <a:lnTo>
                    <a:pt x="5610015" y="146085"/>
                  </a:lnTo>
                  <a:lnTo>
                    <a:pt x="5664727" y="167658"/>
                  </a:lnTo>
                  <a:lnTo>
                    <a:pt x="5716607" y="191835"/>
                  </a:lnTo>
                  <a:lnTo>
                    <a:pt x="5766509" y="218814"/>
                  </a:lnTo>
                  <a:lnTo>
                    <a:pt x="5784835" y="229651"/>
                  </a:lnTo>
                  <a:lnTo>
                    <a:pt x="5831986" y="259765"/>
                  </a:lnTo>
                  <a:lnTo>
                    <a:pt x="5878677" y="292660"/>
                  </a:lnTo>
                  <a:lnTo>
                    <a:pt x="5925319" y="328383"/>
                  </a:lnTo>
                  <a:lnTo>
                    <a:pt x="5972207" y="366909"/>
                  </a:lnTo>
                  <a:lnTo>
                    <a:pt x="6019536" y="408124"/>
                  </a:lnTo>
                  <a:lnTo>
                    <a:pt x="6067407" y="451825"/>
                  </a:lnTo>
                  <a:lnTo>
                    <a:pt x="6115844" y="497715"/>
                  </a:lnTo>
                  <a:lnTo>
                    <a:pt x="6164796" y="545407"/>
                  </a:lnTo>
                  <a:lnTo>
                    <a:pt x="6214159" y="594439"/>
                  </a:lnTo>
                  <a:lnTo>
                    <a:pt x="6263780" y="644287"/>
                  </a:lnTo>
                  <a:lnTo>
                    <a:pt x="6313482" y="694388"/>
                  </a:lnTo>
                  <a:lnTo>
                    <a:pt x="6363082" y="744168"/>
                  </a:lnTo>
                  <a:lnTo>
                    <a:pt x="6412402" y="793067"/>
                  </a:lnTo>
                  <a:lnTo>
                    <a:pt x="6461298" y="840569"/>
                  </a:lnTo>
                  <a:lnTo>
                    <a:pt x="6509669" y="886217"/>
                  </a:lnTo>
                  <a:lnTo>
                    <a:pt x="6557473" y="929636"/>
                  </a:lnTo>
                  <a:lnTo>
                    <a:pt x="6604743" y="970541"/>
                  </a:lnTo>
                  <a:lnTo>
                    <a:pt x="6651590" y="1008738"/>
                  </a:lnTo>
                  <a:lnTo>
                    <a:pt x="6698220" y="1044126"/>
                  </a:lnTo>
                  <a:lnTo>
                    <a:pt x="6744941" y="1076686"/>
                  </a:lnTo>
                  <a:lnTo>
                    <a:pt x="6786527" y="1103080"/>
                  </a:lnTo>
                  <a:lnTo>
                    <a:pt x="6835881" y="1131129"/>
                  </a:lnTo>
                  <a:lnTo>
                    <a:pt x="6886927" y="1156339"/>
                  </a:lnTo>
                  <a:lnTo>
                    <a:pt x="6940473" y="1178858"/>
                  </a:lnTo>
                  <a:lnTo>
                    <a:pt x="6997421" y="1198936"/>
                  </a:lnTo>
                  <a:lnTo>
                    <a:pt x="7058691" y="1216852"/>
                  </a:lnTo>
                  <a:lnTo>
                    <a:pt x="7125137" y="1232874"/>
                  </a:lnTo>
                  <a:lnTo>
                    <a:pt x="7197448" y="1247239"/>
                  </a:lnTo>
                  <a:lnTo>
                    <a:pt x="7276011" y="1260136"/>
                  </a:lnTo>
                  <a:lnTo>
                    <a:pt x="7360735" y="1271701"/>
                  </a:lnTo>
                  <a:lnTo>
                    <a:pt x="7450840" y="1282019"/>
                  </a:lnTo>
                  <a:lnTo>
                    <a:pt x="7544649" y="1291122"/>
                  </a:lnTo>
                  <a:lnTo>
                    <a:pt x="7639459" y="1299004"/>
                  </a:lnTo>
                  <a:lnTo>
                    <a:pt x="7731589" y="1305637"/>
                  </a:lnTo>
                  <a:lnTo>
                    <a:pt x="7816709" y="1310996"/>
                  </a:lnTo>
                  <a:lnTo>
                    <a:pt x="7890477" y="1315095"/>
                  </a:lnTo>
                  <a:lnTo>
                    <a:pt x="7949393" y="1318005"/>
                  </a:lnTo>
                  <a:lnTo>
                    <a:pt x="7991619" y="1319871"/>
                  </a:lnTo>
                  <a:lnTo>
                    <a:pt x="8017502" y="1320899"/>
                  </a:lnTo>
                  <a:lnTo>
                    <a:pt x="8029665" y="1321335"/>
                  </a:lnTo>
                  <a:lnTo>
                    <a:pt x="8032819" y="1321438"/>
                  </a:lnTo>
                  <a:lnTo>
                    <a:pt x="8554953" y="1321438"/>
                  </a:lnTo>
                  <a:lnTo>
                    <a:pt x="8554953" y="1310143"/>
                  </a:lnTo>
                  <a:lnTo>
                    <a:pt x="8032819" y="1310143"/>
                  </a:lnTo>
                  <a:lnTo>
                    <a:pt x="8031577" y="1310104"/>
                  </a:lnTo>
                  <a:lnTo>
                    <a:pt x="8023454" y="1309823"/>
                  </a:lnTo>
                  <a:lnTo>
                    <a:pt x="8003131" y="1309047"/>
                  </a:lnTo>
                  <a:lnTo>
                    <a:pt x="7967190" y="1307522"/>
                  </a:lnTo>
                  <a:lnTo>
                    <a:pt x="7914418" y="1305023"/>
                  </a:lnTo>
                  <a:lnTo>
                    <a:pt x="7845874" y="1301382"/>
                  </a:lnTo>
                  <a:lnTo>
                    <a:pt x="7764522" y="1296498"/>
                  </a:lnTo>
                  <a:lnTo>
                    <a:pt x="7674492" y="1290341"/>
                  </a:lnTo>
                  <a:lnTo>
                    <a:pt x="7580208" y="1282923"/>
                  </a:lnTo>
                  <a:lnTo>
                    <a:pt x="7485652" y="1274275"/>
                  </a:lnTo>
                  <a:lnTo>
                    <a:pt x="7393910" y="1264413"/>
                  </a:lnTo>
                  <a:lnTo>
                    <a:pt x="7307036" y="1253322"/>
                  </a:lnTo>
                  <a:lnTo>
                    <a:pt x="7226123" y="1240937"/>
                  </a:lnTo>
                  <a:lnTo>
                    <a:pt x="7151496" y="1227141"/>
                  </a:lnTo>
                  <a:lnTo>
                    <a:pt x="7082922" y="1211765"/>
                  </a:lnTo>
                  <a:lnTo>
                    <a:pt x="7019808" y="1194588"/>
                  </a:lnTo>
                  <a:lnTo>
                    <a:pt x="6961347" y="1175352"/>
                  </a:lnTo>
                  <a:lnTo>
                    <a:pt x="6906635" y="1153779"/>
                  </a:lnTo>
                  <a:lnTo>
                    <a:pt x="6854755" y="1129602"/>
                  </a:lnTo>
                  <a:lnTo>
                    <a:pt x="6804853" y="1102623"/>
                  </a:lnTo>
                  <a:lnTo>
                    <a:pt x="6786527" y="1091786"/>
                  </a:lnTo>
                  <a:lnTo>
                    <a:pt x="6739376" y="1061672"/>
                  </a:lnTo>
                  <a:lnTo>
                    <a:pt x="6692685" y="1028777"/>
                  </a:lnTo>
                  <a:lnTo>
                    <a:pt x="6646043" y="993054"/>
                  </a:lnTo>
                  <a:lnTo>
                    <a:pt x="6599155" y="954528"/>
                  </a:lnTo>
                  <a:lnTo>
                    <a:pt x="6551826" y="913313"/>
                  </a:lnTo>
                  <a:lnTo>
                    <a:pt x="6503955" y="869612"/>
                  </a:lnTo>
                  <a:lnTo>
                    <a:pt x="6455518" y="823722"/>
                  </a:lnTo>
                  <a:lnTo>
                    <a:pt x="6406565" y="776030"/>
                  </a:lnTo>
                  <a:lnTo>
                    <a:pt x="6357203" y="726998"/>
                  </a:lnTo>
                  <a:lnTo>
                    <a:pt x="6307582" y="677150"/>
                  </a:lnTo>
                  <a:lnTo>
                    <a:pt x="6257879" y="627049"/>
                  </a:lnTo>
                  <a:lnTo>
                    <a:pt x="6208280" y="577269"/>
                  </a:lnTo>
                  <a:lnTo>
                    <a:pt x="6158960" y="528370"/>
                  </a:lnTo>
                  <a:lnTo>
                    <a:pt x="6110064" y="480868"/>
                  </a:lnTo>
                  <a:lnTo>
                    <a:pt x="6061693" y="435220"/>
                  </a:lnTo>
                  <a:lnTo>
                    <a:pt x="6013888" y="391801"/>
                  </a:lnTo>
                  <a:lnTo>
                    <a:pt x="5966619" y="350896"/>
                  </a:lnTo>
                  <a:lnTo>
                    <a:pt x="5919772" y="312699"/>
                  </a:lnTo>
                  <a:lnTo>
                    <a:pt x="5873142" y="277312"/>
                  </a:lnTo>
                  <a:lnTo>
                    <a:pt x="5826421" y="244751"/>
                  </a:lnTo>
                  <a:lnTo>
                    <a:pt x="5784835" y="218357"/>
                  </a:lnTo>
                  <a:lnTo>
                    <a:pt x="5735481" y="190308"/>
                  </a:lnTo>
                  <a:lnTo>
                    <a:pt x="5684435" y="165098"/>
                  </a:lnTo>
                  <a:lnTo>
                    <a:pt x="5630889" y="142579"/>
                  </a:lnTo>
                  <a:lnTo>
                    <a:pt x="5573941" y="122501"/>
                  </a:lnTo>
                  <a:lnTo>
                    <a:pt x="5512670" y="104585"/>
                  </a:lnTo>
                  <a:lnTo>
                    <a:pt x="5446225" y="88563"/>
                  </a:lnTo>
                  <a:lnTo>
                    <a:pt x="5373914" y="74198"/>
                  </a:lnTo>
                  <a:lnTo>
                    <a:pt x="5295351" y="61301"/>
                  </a:lnTo>
                  <a:lnTo>
                    <a:pt x="5210627" y="49736"/>
                  </a:lnTo>
                  <a:lnTo>
                    <a:pt x="5120522" y="39418"/>
                  </a:lnTo>
                  <a:lnTo>
                    <a:pt x="5026713" y="30315"/>
                  </a:lnTo>
                  <a:lnTo>
                    <a:pt x="4931903" y="22433"/>
                  </a:lnTo>
                  <a:lnTo>
                    <a:pt x="4839773" y="15800"/>
                  </a:lnTo>
                  <a:lnTo>
                    <a:pt x="4754653" y="10441"/>
                  </a:lnTo>
                  <a:lnTo>
                    <a:pt x="4680885" y="6342"/>
                  </a:lnTo>
                  <a:lnTo>
                    <a:pt x="4621969" y="3432"/>
                  </a:lnTo>
                  <a:lnTo>
                    <a:pt x="4579743" y="1566"/>
                  </a:lnTo>
                  <a:lnTo>
                    <a:pt x="4553860" y="538"/>
                  </a:lnTo>
                  <a:lnTo>
                    <a:pt x="4541697" y="102"/>
                  </a:lnTo>
                  <a:lnTo>
                    <a:pt x="4538543" y="0"/>
                  </a:lnTo>
                  <a:lnTo>
                    <a:pt x="4016409" y="0"/>
                  </a:lnTo>
                  <a:lnTo>
                    <a:pt x="4015239" y="72"/>
                  </a:lnTo>
                  <a:lnTo>
                    <a:pt x="4007577" y="590"/>
                  </a:lnTo>
                  <a:lnTo>
                    <a:pt x="3988368" y="2021"/>
                  </a:lnTo>
                  <a:lnTo>
                    <a:pt x="3954297" y="4835"/>
                  </a:lnTo>
                  <a:lnTo>
                    <a:pt x="3904070" y="9451"/>
                  </a:lnTo>
                  <a:lnTo>
                    <a:pt x="3838499" y="16193"/>
                  </a:lnTo>
                  <a:lnTo>
                    <a:pt x="3760207" y="25259"/>
                  </a:lnTo>
                  <a:lnTo>
                    <a:pt x="3672986" y="36722"/>
                  </a:lnTo>
                  <a:lnTo>
                    <a:pt x="3581012" y="50566"/>
                  </a:lnTo>
                  <a:lnTo>
                    <a:pt x="3488141" y="66738"/>
                  </a:lnTo>
                  <a:lnTo>
                    <a:pt x="3397458" y="85196"/>
                  </a:lnTo>
                  <a:lnTo>
                    <a:pt x="3311099" y="105956"/>
                  </a:lnTo>
                  <a:lnTo>
                    <a:pt x="3230289" y="129113"/>
                  </a:lnTo>
                  <a:lnTo>
                    <a:pt x="3155493" y="154859"/>
                  </a:lnTo>
                  <a:lnTo>
                    <a:pt x="3086617" y="183481"/>
                  </a:lnTo>
                  <a:lnTo>
                    <a:pt x="3023183" y="215359"/>
                  </a:lnTo>
                  <a:lnTo>
                    <a:pt x="2964481" y="250950"/>
                  </a:lnTo>
                  <a:lnTo>
                    <a:pt x="2909682" y="290761"/>
                  </a:lnTo>
                  <a:lnTo>
                    <a:pt x="2857917" y="335304"/>
                  </a:lnTo>
                  <a:lnTo>
                    <a:pt x="2808352" y="385006"/>
                  </a:lnTo>
                  <a:lnTo>
                    <a:pt x="2770117" y="428243"/>
                  </a:lnTo>
                  <a:lnTo>
                    <a:pt x="2731481" y="476176"/>
                  </a:lnTo>
                  <a:lnTo>
                    <a:pt x="2693211" y="527743"/>
                  </a:lnTo>
                  <a:lnTo>
                    <a:pt x="2655061" y="583015"/>
                  </a:lnTo>
                  <a:lnTo>
                    <a:pt x="2616843" y="642004"/>
                  </a:lnTo>
                  <a:lnTo>
                    <a:pt x="2578416" y="704647"/>
                  </a:lnTo>
                  <a:lnTo>
                    <a:pt x="2539684" y="770807"/>
                  </a:lnTo>
                  <a:lnTo>
                    <a:pt x="2500591" y="840264"/>
                  </a:lnTo>
                  <a:lnTo>
                    <a:pt x="2461117" y="912717"/>
                  </a:lnTo>
                  <a:lnTo>
                    <a:pt x="2421276" y="987785"/>
                  </a:lnTo>
                  <a:lnTo>
                    <a:pt x="2381110" y="1065012"/>
                  </a:lnTo>
                  <a:lnTo>
                    <a:pt x="2340686" y="1143879"/>
                  </a:lnTo>
                  <a:lnTo>
                    <a:pt x="2300089" y="1223817"/>
                  </a:lnTo>
                  <a:lnTo>
                    <a:pt x="2259414" y="1304223"/>
                  </a:lnTo>
                  <a:lnTo>
                    <a:pt x="2218764" y="1384479"/>
                  </a:lnTo>
                  <a:lnTo>
                    <a:pt x="2178239" y="1463972"/>
                  </a:lnTo>
                  <a:lnTo>
                    <a:pt x="2137931" y="1542113"/>
                  </a:lnTo>
                  <a:lnTo>
                    <a:pt x="2097915" y="1618354"/>
                  </a:lnTo>
                  <a:lnTo>
                    <a:pt x="2058249" y="1692207"/>
                  </a:lnTo>
                  <a:lnTo>
                    <a:pt x="2018959" y="1763251"/>
                  </a:lnTo>
                  <a:lnTo>
                    <a:pt x="1980046" y="1831143"/>
                  </a:lnTo>
                  <a:lnTo>
                    <a:pt x="1941471" y="1895621"/>
                  </a:lnTo>
                  <a:lnTo>
                    <a:pt x="1903160" y="1956506"/>
                  </a:lnTo>
                  <a:lnTo>
                    <a:pt x="1864996" y="2013697"/>
                  </a:lnTo>
                  <a:lnTo>
                    <a:pt x="1826815" y="2067168"/>
                  </a:lnTo>
                  <a:lnTo>
                    <a:pt x="1788401" y="2116961"/>
                  </a:lnTo>
                  <a:lnTo>
                    <a:pt x="1768425" y="2141219"/>
                  </a:lnTo>
                  <a:lnTo>
                    <a:pt x="1720079" y="2195176"/>
                  </a:lnTo>
                  <a:lnTo>
                    <a:pt x="1670124" y="2243784"/>
                  </a:lnTo>
                  <a:lnTo>
                    <a:pt x="1617802" y="2287308"/>
                  </a:lnTo>
                  <a:lnTo>
                    <a:pt x="1562266" y="2326204"/>
                  </a:lnTo>
                  <a:lnTo>
                    <a:pt x="1502651" y="2360986"/>
                  </a:lnTo>
                  <a:lnTo>
                    <a:pt x="1438143" y="2392156"/>
                  </a:lnTo>
                  <a:lnTo>
                    <a:pt x="1368071" y="2420154"/>
                  </a:lnTo>
                  <a:lnTo>
                    <a:pt x="1292023" y="2445344"/>
                  </a:lnTo>
                  <a:lnTo>
                    <a:pt x="1210005" y="2467993"/>
                  </a:lnTo>
                  <a:lnTo>
                    <a:pt x="1122623" y="2488272"/>
                  </a:lnTo>
                  <a:lnTo>
                    <a:pt x="1031280" y="2506258"/>
                  </a:lnTo>
                  <a:lnTo>
                    <a:pt x="938312" y="2521953"/>
                  </a:lnTo>
                  <a:lnTo>
                    <a:pt x="846985" y="2535309"/>
                  </a:lnTo>
                  <a:lnTo>
                    <a:pt x="761270" y="2546275"/>
                  </a:lnTo>
                  <a:lnTo>
                    <a:pt x="685326" y="2554850"/>
                  </a:lnTo>
                  <a:lnTo>
                    <a:pt x="622766" y="2561131"/>
                  </a:lnTo>
                  <a:lnTo>
                    <a:pt x="575882" y="2565344"/>
                  </a:lnTo>
                  <a:lnTo>
                    <a:pt x="545062" y="2567835"/>
                  </a:lnTo>
                  <a:lnTo>
                    <a:pt x="528575" y="2569038"/>
                  </a:lnTo>
                  <a:lnTo>
                    <a:pt x="522724" y="2569426"/>
                  </a:lnTo>
                  <a:lnTo>
                    <a:pt x="522133" y="2569462"/>
                  </a:lnTo>
                  <a:lnTo>
                    <a:pt x="0" y="2569462"/>
                  </a:lnTo>
                  <a:close/>
                </a:path>
              </a:pathLst>
            </a:custGeom>
            <a:solidFill>
              <a:srgbClr val="67C1B3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1227" name="pl1227"/>
            <p:cNvSpPr/>
            <p:nvPr/>
          </p:nvSpPr>
          <p:spPr>
            <a:xfrm>
              <a:off x="386606" y="1671202"/>
              <a:ext cx="8554953" cy="2569462"/>
            </a:xfrm>
            <a:custGeom>
              <a:avLst/>
              <a:pathLst>
                <a:path w="8554953" h="2569462">
                  <a:moveTo>
                    <a:pt x="0" y="2569462"/>
                  </a:moveTo>
                  <a:lnTo>
                    <a:pt x="522133" y="2569462"/>
                  </a:lnTo>
                  <a:lnTo>
                    <a:pt x="523303" y="2569390"/>
                  </a:lnTo>
                  <a:lnTo>
                    <a:pt x="530965" y="2568872"/>
                  </a:lnTo>
                  <a:lnTo>
                    <a:pt x="550174" y="2567441"/>
                  </a:lnTo>
                  <a:lnTo>
                    <a:pt x="584245" y="2564627"/>
                  </a:lnTo>
                  <a:lnTo>
                    <a:pt x="634472" y="2560011"/>
                  </a:lnTo>
                  <a:lnTo>
                    <a:pt x="700043" y="2553269"/>
                  </a:lnTo>
                  <a:lnTo>
                    <a:pt x="778336" y="2544203"/>
                  </a:lnTo>
                  <a:lnTo>
                    <a:pt x="865556" y="2532740"/>
                  </a:lnTo>
                  <a:lnTo>
                    <a:pt x="957530" y="2518896"/>
                  </a:lnTo>
                  <a:lnTo>
                    <a:pt x="1050402" y="2502724"/>
                  </a:lnTo>
                  <a:lnTo>
                    <a:pt x="1141085" y="2484266"/>
                  </a:lnTo>
                  <a:lnTo>
                    <a:pt x="1227443" y="2463506"/>
                  </a:lnTo>
                  <a:lnTo>
                    <a:pt x="1308253" y="2440349"/>
                  </a:lnTo>
                  <a:lnTo>
                    <a:pt x="1383049" y="2414603"/>
                  </a:lnTo>
                  <a:lnTo>
                    <a:pt x="1451925" y="2385981"/>
                  </a:lnTo>
                  <a:lnTo>
                    <a:pt x="1515360" y="2354103"/>
                  </a:lnTo>
                  <a:lnTo>
                    <a:pt x="1574061" y="2318512"/>
                  </a:lnTo>
                  <a:lnTo>
                    <a:pt x="1628861" y="2278701"/>
                  </a:lnTo>
                  <a:lnTo>
                    <a:pt x="1680626" y="2234158"/>
                  </a:lnTo>
                  <a:lnTo>
                    <a:pt x="1730190" y="2184456"/>
                  </a:lnTo>
                  <a:lnTo>
                    <a:pt x="1768425" y="2141219"/>
                  </a:lnTo>
                  <a:lnTo>
                    <a:pt x="1807061" y="2093285"/>
                  </a:lnTo>
                  <a:lnTo>
                    <a:pt x="1845332" y="2041719"/>
                  </a:lnTo>
                  <a:lnTo>
                    <a:pt x="1883481" y="1986447"/>
                  </a:lnTo>
                  <a:lnTo>
                    <a:pt x="1921699" y="1927458"/>
                  </a:lnTo>
                  <a:lnTo>
                    <a:pt x="1960126" y="1864815"/>
                  </a:lnTo>
                  <a:lnTo>
                    <a:pt x="1998858" y="1798655"/>
                  </a:lnTo>
                  <a:lnTo>
                    <a:pt x="2037951" y="1729198"/>
                  </a:lnTo>
                  <a:lnTo>
                    <a:pt x="2077425" y="1656745"/>
                  </a:lnTo>
                  <a:lnTo>
                    <a:pt x="2117266" y="1581677"/>
                  </a:lnTo>
                  <a:lnTo>
                    <a:pt x="2157432" y="1504450"/>
                  </a:lnTo>
                  <a:lnTo>
                    <a:pt x="2197856" y="1425583"/>
                  </a:lnTo>
                  <a:lnTo>
                    <a:pt x="2238453" y="1345645"/>
                  </a:lnTo>
                  <a:lnTo>
                    <a:pt x="2279128" y="1265239"/>
                  </a:lnTo>
                  <a:lnTo>
                    <a:pt x="2319778" y="1184983"/>
                  </a:lnTo>
                  <a:lnTo>
                    <a:pt x="2360303" y="1105490"/>
                  </a:lnTo>
                  <a:lnTo>
                    <a:pt x="2400611" y="1027349"/>
                  </a:lnTo>
                  <a:lnTo>
                    <a:pt x="2440627" y="951108"/>
                  </a:lnTo>
                  <a:lnTo>
                    <a:pt x="2480294" y="877254"/>
                  </a:lnTo>
                  <a:lnTo>
                    <a:pt x="2519583" y="806210"/>
                  </a:lnTo>
                  <a:lnTo>
                    <a:pt x="2558496" y="738318"/>
                  </a:lnTo>
                  <a:lnTo>
                    <a:pt x="2597071" y="673840"/>
                  </a:lnTo>
                  <a:lnTo>
                    <a:pt x="2635382" y="612956"/>
                  </a:lnTo>
                  <a:lnTo>
                    <a:pt x="2673546" y="555765"/>
                  </a:lnTo>
                  <a:lnTo>
                    <a:pt x="2711728" y="502294"/>
                  </a:lnTo>
                  <a:lnTo>
                    <a:pt x="2750141" y="452501"/>
                  </a:lnTo>
                  <a:lnTo>
                    <a:pt x="2770117" y="428243"/>
                  </a:lnTo>
                  <a:lnTo>
                    <a:pt x="2818463" y="374285"/>
                  </a:lnTo>
                  <a:lnTo>
                    <a:pt x="2868419" y="325678"/>
                  </a:lnTo>
                  <a:lnTo>
                    <a:pt x="2920741" y="282153"/>
                  </a:lnTo>
                  <a:lnTo>
                    <a:pt x="2976276" y="243258"/>
                  </a:lnTo>
                  <a:lnTo>
                    <a:pt x="3035892" y="208475"/>
                  </a:lnTo>
                  <a:lnTo>
                    <a:pt x="3100399" y="177306"/>
                  </a:lnTo>
                  <a:lnTo>
                    <a:pt x="3170471" y="149307"/>
                  </a:lnTo>
                  <a:lnTo>
                    <a:pt x="3246519" y="124118"/>
                  </a:lnTo>
                  <a:lnTo>
                    <a:pt x="3328537" y="101469"/>
                  </a:lnTo>
                  <a:lnTo>
                    <a:pt x="3415919" y="81190"/>
                  </a:lnTo>
                  <a:lnTo>
                    <a:pt x="3507262" y="63204"/>
                  </a:lnTo>
                  <a:lnTo>
                    <a:pt x="3600231" y="47509"/>
                  </a:lnTo>
                  <a:lnTo>
                    <a:pt x="3691557" y="34153"/>
                  </a:lnTo>
                  <a:lnTo>
                    <a:pt x="3777272" y="23187"/>
                  </a:lnTo>
                  <a:lnTo>
                    <a:pt x="3853216" y="14612"/>
                  </a:lnTo>
                  <a:lnTo>
                    <a:pt x="3915776" y="8330"/>
                  </a:lnTo>
                  <a:lnTo>
                    <a:pt x="3962660" y="4118"/>
                  </a:lnTo>
                  <a:lnTo>
                    <a:pt x="3993480" y="1627"/>
                  </a:lnTo>
                  <a:lnTo>
                    <a:pt x="4009967" y="423"/>
                  </a:lnTo>
                  <a:lnTo>
                    <a:pt x="4015819" y="36"/>
                  </a:lnTo>
                  <a:lnTo>
                    <a:pt x="4016409" y="0"/>
                  </a:lnTo>
                  <a:lnTo>
                    <a:pt x="4538543" y="0"/>
                  </a:lnTo>
                  <a:lnTo>
                    <a:pt x="4539785" y="39"/>
                  </a:lnTo>
                  <a:lnTo>
                    <a:pt x="4547908" y="320"/>
                  </a:lnTo>
                  <a:lnTo>
                    <a:pt x="4568231" y="1096"/>
                  </a:lnTo>
                  <a:lnTo>
                    <a:pt x="4604172" y="2621"/>
                  </a:lnTo>
                  <a:lnTo>
                    <a:pt x="4656944" y="5120"/>
                  </a:lnTo>
                  <a:lnTo>
                    <a:pt x="4725488" y="8761"/>
                  </a:lnTo>
                  <a:lnTo>
                    <a:pt x="4806840" y="13644"/>
                  </a:lnTo>
                  <a:lnTo>
                    <a:pt x="4896870" y="19801"/>
                  </a:lnTo>
                  <a:lnTo>
                    <a:pt x="4991154" y="27219"/>
                  </a:lnTo>
                  <a:lnTo>
                    <a:pt x="5085710" y="35868"/>
                  </a:lnTo>
                  <a:lnTo>
                    <a:pt x="5177452" y="45730"/>
                  </a:lnTo>
                  <a:lnTo>
                    <a:pt x="5264326" y="56821"/>
                  </a:lnTo>
                  <a:lnTo>
                    <a:pt x="5345239" y="69206"/>
                  </a:lnTo>
                  <a:lnTo>
                    <a:pt x="5419866" y="83002"/>
                  </a:lnTo>
                  <a:lnTo>
                    <a:pt x="5488440" y="98378"/>
                  </a:lnTo>
                  <a:lnTo>
                    <a:pt x="5551554" y="115555"/>
                  </a:lnTo>
                  <a:lnTo>
                    <a:pt x="5610015" y="134790"/>
                  </a:lnTo>
                  <a:lnTo>
                    <a:pt x="5664727" y="156363"/>
                  </a:lnTo>
                  <a:lnTo>
                    <a:pt x="5716607" y="180541"/>
                  </a:lnTo>
                  <a:lnTo>
                    <a:pt x="5766509" y="207520"/>
                  </a:lnTo>
                  <a:lnTo>
                    <a:pt x="5784835" y="218357"/>
                  </a:lnTo>
                  <a:lnTo>
                    <a:pt x="5831986" y="248471"/>
                  </a:lnTo>
                  <a:lnTo>
                    <a:pt x="5878677" y="281365"/>
                  </a:lnTo>
                  <a:lnTo>
                    <a:pt x="5925319" y="317089"/>
                  </a:lnTo>
                  <a:lnTo>
                    <a:pt x="5972207" y="355615"/>
                  </a:lnTo>
                  <a:lnTo>
                    <a:pt x="6019536" y="396830"/>
                  </a:lnTo>
                  <a:lnTo>
                    <a:pt x="6067407" y="440531"/>
                  </a:lnTo>
                  <a:lnTo>
                    <a:pt x="6115844" y="486420"/>
                  </a:lnTo>
                  <a:lnTo>
                    <a:pt x="6164796" y="534113"/>
                  </a:lnTo>
                  <a:lnTo>
                    <a:pt x="6214159" y="583145"/>
                  </a:lnTo>
                  <a:lnTo>
                    <a:pt x="6263780" y="632993"/>
                  </a:lnTo>
                  <a:lnTo>
                    <a:pt x="6313482" y="683094"/>
                  </a:lnTo>
                  <a:lnTo>
                    <a:pt x="6363082" y="732873"/>
                  </a:lnTo>
                  <a:lnTo>
                    <a:pt x="6412402" y="781773"/>
                  </a:lnTo>
                  <a:lnTo>
                    <a:pt x="6461298" y="829274"/>
                  </a:lnTo>
                  <a:lnTo>
                    <a:pt x="6509669" y="874922"/>
                  </a:lnTo>
                  <a:lnTo>
                    <a:pt x="6557473" y="918342"/>
                  </a:lnTo>
                  <a:lnTo>
                    <a:pt x="6604743" y="959247"/>
                  </a:lnTo>
                  <a:lnTo>
                    <a:pt x="6651590" y="997444"/>
                  </a:lnTo>
                  <a:lnTo>
                    <a:pt x="6698220" y="1032831"/>
                  </a:lnTo>
                  <a:lnTo>
                    <a:pt x="6744941" y="1065392"/>
                  </a:lnTo>
                  <a:lnTo>
                    <a:pt x="6786527" y="1091786"/>
                  </a:lnTo>
                  <a:lnTo>
                    <a:pt x="6835881" y="1119835"/>
                  </a:lnTo>
                  <a:lnTo>
                    <a:pt x="6886927" y="1145045"/>
                  </a:lnTo>
                  <a:lnTo>
                    <a:pt x="6940473" y="1167564"/>
                  </a:lnTo>
                  <a:lnTo>
                    <a:pt x="6997421" y="1187642"/>
                  </a:lnTo>
                  <a:lnTo>
                    <a:pt x="7058691" y="1205557"/>
                  </a:lnTo>
                  <a:lnTo>
                    <a:pt x="7125137" y="1221580"/>
                  </a:lnTo>
                  <a:lnTo>
                    <a:pt x="7197448" y="1235945"/>
                  </a:lnTo>
                  <a:lnTo>
                    <a:pt x="7276011" y="1248841"/>
                  </a:lnTo>
                  <a:lnTo>
                    <a:pt x="7360735" y="1260407"/>
                  </a:lnTo>
                  <a:lnTo>
                    <a:pt x="7450840" y="1270724"/>
                  </a:lnTo>
                  <a:lnTo>
                    <a:pt x="7544649" y="1279828"/>
                  </a:lnTo>
                  <a:lnTo>
                    <a:pt x="7639459" y="1287710"/>
                  </a:lnTo>
                  <a:lnTo>
                    <a:pt x="7731589" y="1294342"/>
                  </a:lnTo>
                  <a:lnTo>
                    <a:pt x="7816709" y="1299702"/>
                  </a:lnTo>
                  <a:lnTo>
                    <a:pt x="7890477" y="1303800"/>
                  </a:lnTo>
                  <a:lnTo>
                    <a:pt x="7949393" y="1306711"/>
                  </a:lnTo>
                  <a:lnTo>
                    <a:pt x="7991619" y="1308576"/>
                  </a:lnTo>
                  <a:lnTo>
                    <a:pt x="8017502" y="1309604"/>
                  </a:lnTo>
                  <a:lnTo>
                    <a:pt x="8029665" y="1310040"/>
                  </a:lnTo>
                  <a:lnTo>
                    <a:pt x="8032752" y="1310141"/>
                  </a:lnTo>
                  <a:lnTo>
                    <a:pt x="8032819" y="1310143"/>
                  </a:lnTo>
                  <a:lnTo>
                    <a:pt x="8554953" y="1310143"/>
                  </a:lnTo>
                  <a:lnTo>
                    <a:pt x="8554953" y="1310143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228" name="pl1228"/>
            <p:cNvSpPr/>
            <p:nvPr/>
          </p:nvSpPr>
          <p:spPr>
            <a:xfrm>
              <a:off x="386606" y="1659907"/>
              <a:ext cx="8554953" cy="2569462"/>
            </a:xfrm>
            <a:custGeom>
              <a:avLst/>
              <a:pathLst>
                <a:path w="8554953" h="2569462">
                  <a:moveTo>
                    <a:pt x="8554953" y="1310143"/>
                  </a:moveTo>
                  <a:lnTo>
                    <a:pt x="8032819" y="1310143"/>
                  </a:lnTo>
                  <a:lnTo>
                    <a:pt x="8031577" y="1310104"/>
                  </a:lnTo>
                  <a:lnTo>
                    <a:pt x="8023454" y="1309823"/>
                  </a:lnTo>
                  <a:lnTo>
                    <a:pt x="8003131" y="1309047"/>
                  </a:lnTo>
                  <a:lnTo>
                    <a:pt x="7967190" y="1307522"/>
                  </a:lnTo>
                  <a:lnTo>
                    <a:pt x="7914418" y="1305023"/>
                  </a:lnTo>
                  <a:lnTo>
                    <a:pt x="7845874" y="1301382"/>
                  </a:lnTo>
                  <a:lnTo>
                    <a:pt x="7764522" y="1296498"/>
                  </a:lnTo>
                  <a:lnTo>
                    <a:pt x="7674492" y="1290341"/>
                  </a:lnTo>
                  <a:lnTo>
                    <a:pt x="7580208" y="1282923"/>
                  </a:lnTo>
                  <a:lnTo>
                    <a:pt x="7485652" y="1274275"/>
                  </a:lnTo>
                  <a:lnTo>
                    <a:pt x="7393910" y="1264413"/>
                  </a:lnTo>
                  <a:lnTo>
                    <a:pt x="7307036" y="1253322"/>
                  </a:lnTo>
                  <a:lnTo>
                    <a:pt x="7226123" y="1240937"/>
                  </a:lnTo>
                  <a:lnTo>
                    <a:pt x="7151496" y="1227141"/>
                  </a:lnTo>
                  <a:lnTo>
                    <a:pt x="7082922" y="1211765"/>
                  </a:lnTo>
                  <a:lnTo>
                    <a:pt x="7019808" y="1194588"/>
                  </a:lnTo>
                  <a:lnTo>
                    <a:pt x="6961347" y="1175352"/>
                  </a:lnTo>
                  <a:lnTo>
                    <a:pt x="6906635" y="1153779"/>
                  </a:lnTo>
                  <a:lnTo>
                    <a:pt x="6854755" y="1129602"/>
                  </a:lnTo>
                  <a:lnTo>
                    <a:pt x="6804853" y="1102623"/>
                  </a:lnTo>
                  <a:lnTo>
                    <a:pt x="6786527" y="1091786"/>
                  </a:lnTo>
                  <a:lnTo>
                    <a:pt x="6739376" y="1061672"/>
                  </a:lnTo>
                  <a:lnTo>
                    <a:pt x="6692685" y="1028777"/>
                  </a:lnTo>
                  <a:lnTo>
                    <a:pt x="6646043" y="993054"/>
                  </a:lnTo>
                  <a:lnTo>
                    <a:pt x="6599155" y="954528"/>
                  </a:lnTo>
                  <a:lnTo>
                    <a:pt x="6551826" y="913313"/>
                  </a:lnTo>
                  <a:lnTo>
                    <a:pt x="6503955" y="869612"/>
                  </a:lnTo>
                  <a:lnTo>
                    <a:pt x="6455518" y="823722"/>
                  </a:lnTo>
                  <a:lnTo>
                    <a:pt x="6406565" y="776030"/>
                  </a:lnTo>
                  <a:lnTo>
                    <a:pt x="6357203" y="726998"/>
                  </a:lnTo>
                  <a:lnTo>
                    <a:pt x="6307582" y="677150"/>
                  </a:lnTo>
                  <a:lnTo>
                    <a:pt x="6257879" y="627049"/>
                  </a:lnTo>
                  <a:lnTo>
                    <a:pt x="6208280" y="577269"/>
                  </a:lnTo>
                  <a:lnTo>
                    <a:pt x="6158960" y="528370"/>
                  </a:lnTo>
                  <a:lnTo>
                    <a:pt x="6110064" y="480868"/>
                  </a:lnTo>
                  <a:lnTo>
                    <a:pt x="6061693" y="435220"/>
                  </a:lnTo>
                  <a:lnTo>
                    <a:pt x="6013888" y="391801"/>
                  </a:lnTo>
                  <a:lnTo>
                    <a:pt x="5966619" y="350896"/>
                  </a:lnTo>
                  <a:lnTo>
                    <a:pt x="5919772" y="312699"/>
                  </a:lnTo>
                  <a:lnTo>
                    <a:pt x="5873142" y="277312"/>
                  </a:lnTo>
                  <a:lnTo>
                    <a:pt x="5826421" y="244751"/>
                  </a:lnTo>
                  <a:lnTo>
                    <a:pt x="5784835" y="218357"/>
                  </a:lnTo>
                  <a:lnTo>
                    <a:pt x="5735481" y="190308"/>
                  </a:lnTo>
                  <a:lnTo>
                    <a:pt x="5684435" y="165098"/>
                  </a:lnTo>
                  <a:lnTo>
                    <a:pt x="5630889" y="142579"/>
                  </a:lnTo>
                  <a:lnTo>
                    <a:pt x="5573941" y="122501"/>
                  </a:lnTo>
                  <a:lnTo>
                    <a:pt x="5512670" y="104585"/>
                  </a:lnTo>
                  <a:lnTo>
                    <a:pt x="5446225" y="88563"/>
                  </a:lnTo>
                  <a:lnTo>
                    <a:pt x="5373914" y="74198"/>
                  </a:lnTo>
                  <a:lnTo>
                    <a:pt x="5295351" y="61301"/>
                  </a:lnTo>
                  <a:lnTo>
                    <a:pt x="5210627" y="49736"/>
                  </a:lnTo>
                  <a:lnTo>
                    <a:pt x="5120522" y="39418"/>
                  </a:lnTo>
                  <a:lnTo>
                    <a:pt x="5026713" y="30315"/>
                  </a:lnTo>
                  <a:lnTo>
                    <a:pt x="4931903" y="22433"/>
                  </a:lnTo>
                  <a:lnTo>
                    <a:pt x="4839773" y="15800"/>
                  </a:lnTo>
                  <a:lnTo>
                    <a:pt x="4754653" y="10441"/>
                  </a:lnTo>
                  <a:lnTo>
                    <a:pt x="4680885" y="6342"/>
                  </a:lnTo>
                  <a:lnTo>
                    <a:pt x="4621969" y="3432"/>
                  </a:lnTo>
                  <a:lnTo>
                    <a:pt x="4579743" y="1566"/>
                  </a:lnTo>
                  <a:lnTo>
                    <a:pt x="4553860" y="538"/>
                  </a:lnTo>
                  <a:lnTo>
                    <a:pt x="4541697" y="102"/>
                  </a:lnTo>
                  <a:lnTo>
                    <a:pt x="4538610" y="2"/>
                  </a:lnTo>
                  <a:lnTo>
                    <a:pt x="4538543" y="0"/>
                  </a:lnTo>
                  <a:lnTo>
                    <a:pt x="4016409" y="0"/>
                  </a:lnTo>
                  <a:lnTo>
                    <a:pt x="4015239" y="72"/>
                  </a:lnTo>
                  <a:lnTo>
                    <a:pt x="4007577" y="590"/>
                  </a:lnTo>
                  <a:lnTo>
                    <a:pt x="3988368" y="2021"/>
                  </a:lnTo>
                  <a:lnTo>
                    <a:pt x="3954297" y="4835"/>
                  </a:lnTo>
                  <a:lnTo>
                    <a:pt x="3904070" y="9451"/>
                  </a:lnTo>
                  <a:lnTo>
                    <a:pt x="3838499" y="16193"/>
                  </a:lnTo>
                  <a:lnTo>
                    <a:pt x="3760207" y="25259"/>
                  </a:lnTo>
                  <a:lnTo>
                    <a:pt x="3672986" y="36722"/>
                  </a:lnTo>
                  <a:lnTo>
                    <a:pt x="3581012" y="50566"/>
                  </a:lnTo>
                  <a:lnTo>
                    <a:pt x="3488141" y="66738"/>
                  </a:lnTo>
                  <a:lnTo>
                    <a:pt x="3397458" y="85196"/>
                  </a:lnTo>
                  <a:lnTo>
                    <a:pt x="3311099" y="105956"/>
                  </a:lnTo>
                  <a:lnTo>
                    <a:pt x="3230289" y="129113"/>
                  </a:lnTo>
                  <a:lnTo>
                    <a:pt x="3155493" y="154859"/>
                  </a:lnTo>
                  <a:lnTo>
                    <a:pt x="3086617" y="183481"/>
                  </a:lnTo>
                  <a:lnTo>
                    <a:pt x="3023183" y="215359"/>
                  </a:lnTo>
                  <a:lnTo>
                    <a:pt x="2964481" y="250950"/>
                  </a:lnTo>
                  <a:lnTo>
                    <a:pt x="2909682" y="290761"/>
                  </a:lnTo>
                  <a:lnTo>
                    <a:pt x="2857917" y="335304"/>
                  </a:lnTo>
                  <a:lnTo>
                    <a:pt x="2808352" y="385006"/>
                  </a:lnTo>
                  <a:lnTo>
                    <a:pt x="2770117" y="428243"/>
                  </a:lnTo>
                  <a:lnTo>
                    <a:pt x="2731481" y="476176"/>
                  </a:lnTo>
                  <a:lnTo>
                    <a:pt x="2693211" y="527743"/>
                  </a:lnTo>
                  <a:lnTo>
                    <a:pt x="2655061" y="583015"/>
                  </a:lnTo>
                  <a:lnTo>
                    <a:pt x="2616843" y="642004"/>
                  </a:lnTo>
                  <a:lnTo>
                    <a:pt x="2578416" y="704647"/>
                  </a:lnTo>
                  <a:lnTo>
                    <a:pt x="2539684" y="770807"/>
                  </a:lnTo>
                  <a:lnTo>
                    <a:pt x="2500591" y="840264"/>
                  </a:lnTo>
                  <a:lnTo>
                    <a:pt x="2461117" y="912717"/>
                  </a:lnTo>
                  <a:lnTo>
                    <a:pt x="2421276" y="987785"/>
                  </a:lnTo>
                  <a:lnTo>
                    <a:pt x="2381110" y="1065012"/>
                  </a:lnTo>
                  <a:lnTo>
                    <a:pt x="2340686" y="1143879"/>
                  </a:lnTo>
                  <a:lnTo>
                    <a:pt x="2300089" y="1223817"/>
                  </a:lnTo>
                  <a:lnTo>
                    <a:pt x="2259414" y="1304223"/>
                  </a:lnTo>
                  <a:lnTo>
                    <a:pt x="2218764" y="1384479"/>
                  </a:lnTo>
                  <a:lnTo>
                    <a:pt x="2178239" y="1463972"/>
                  </a:lnTo>
                  <a:lnTo>
                    <a:pt x="2137931" y="1542113"/>
                  </a:lnTo>
                  <a:lnTo>
                    <a:pt x="2097915" y="1618354"/>
                  </a:lnTo>
                  <a:lnTo>
                    <a:pt x="2058249" y="1692207"/>
                  </a:lnTo>
                  <a:lnTo>
                    <a:pt x="2018959" y="1763251"/>
                  </a:lnTo>
                  <a:lnTo>
                    <a:pt x="1980046" y="1831143"/>
                  </a:lnTo>
                  <a:lnTo>
                    <a:pt x="1941471" y="1895621"/>
                  </a:lnTo>
                  <a:lnTo>
                    <a:pt x="1903160" y="1956506"/>
                  </a:lnTo>
                  <a:lnTo>
                    <a:pt x="1864996" y="2013697"/>
                  </a:lnTo>
                  <a:lnTo>
                    <a:pt x="1826815" y="2067168"/>
                  </a:lnTo>
                  <a:lnTo>
                    <a:pt x="1788401" y="2116961"/>
                  </a:lnTo>
                  <a:lnTo>
                    <a:pt x="1768425" y="2141219"/>
                  </a:lnTo>
                  <a:lnTo>
                    <a:pt x="1720079" y="2195176"/>
                  </a:lnTo>
                  <a:lnTo>
                    <a:pt x="1670124" y="2243784"/>
                  </a:lnTo>
                  <a:lnTo>
                    <a:pt x="1617802" y="2287308"/>
                  </a:lnTo>
                  <a:lnTo>
                    <a:pt x="1562266" y="2326204"/>
                  </a:lnTo>
                  <a:lnTo>
                    <a:pt x="1502651" y="2360986"/>
                  </a:lnTo>
                  <a:lnTo>
                    <a:pt x="1438143" y="2392156"/>
                  </a:lnTo>
                  <a:lnTo>
                    <a:pt x="1368071" y="2420154"/>
                  </a:lnTo>
                  <a:lnTo>
                    <a:pt x="1292023" y="2445344"/>
                  </a:lnTo>
                  <a:lnTo>
                    <a:pt x="1210005" y="2467993"/>
                  </a:lnTo>
                  <a:lnTo>
                    <a:pt x="1122623" y="2488272"/>
                  </a:lnTo>
                  <a:lnTo>
                    <a:pt x="1031280" y="2506258"/>
                  </a:lnTo>
                  <a:lnTo>
                    <a:pt x="938312" y="2521953"/>
                  </a:lnTo>
                  <a:lnTo>
                    <a:pt x="846985" y="2535309"/>
                  </a:lnTo>
                  <a:lnTo>
                    <a:pt x="761270" y="2546275"/>
                  </a:lnTo>
                  <a:lnTo>
                    <a:pt x="685326" y="2554850"/>
                  </a:lnTo>
                  <a:lnTo>
                    <a:pt x="622766" y="2561131"/>
                  </a:lnTo>
                  <a:lnTo>
                    <a:pt x="575882" y="2565344"/>
                  </a:lnTo>
                  <a:lnTo>
                    <a:pt x="545062" y="2567835"/>
                  </a:lnTo>
                  <a:lnTo>
                    <a:pt x="528575" y="2569038"/>
                  </a:lnTo>
                  <a:lnTo>
                    <a:pt x="522724" y="2569426"/>
                  </a:lnTo>
                  <a:lnTo>
                    <a:pt x="522133" y="2569462"/>
                  </a:lnTo>
                  <a:lnTo>
                    <a:pt x="0" y="2569462"/>
                  </a:lnTo>
                  <a:lnTo>
                    <a:pt x="0" y="2569462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229" name="pg1229"/>
            <p:cNvSpPr/>
            <p:nvPr/>
          </p:nvSpPr>
          <p:spPr>
            <a:xfrm>
              <a:off x="386606" y="1716379"/>
              <a:ext cx="8554953" cy="2529932"/>
            </a:xfrm>
            <a:custGeom>
              <a:avLst/>
              <a:pathLst>
                <a:path w="8554953" h="2529932">
                  <a:moveTo>
                    <a:pt x="0" y="2529932"/>
                  </a:moveTo>
                  <a:lnTo>
                    <a:pt x="522133" y="2529932"/>
                  </a:lnTo>
                  <a:lnTo>
                    <a:pt x="523306" y="2529861"/>
                  </a:lnTo>
                  <a:lnTo>
                    <a:pt x="530988" y="2529351"/>
                  </a:lnTo>
                  <a:lnTo>
                    <a:pt x="550247" y="2527940"/>
                  </a:lnTo>
                  <a:lnTo>
                    <a:pt x="584401" y="2525169"/>
                  </a:lnTo>
                  <a:lnTo>
                    <a:pt x="634741" y="2520621"/>
                  </a:lnTo>
                  <a:lnTo>
                    <a:pt x="700445" y="2513980"/>
                  </a:lnTo>
                  <a:lnTo>
                    <a:pt x="778875" y="2505052"/>
                  </a:lnTo>
                  <a:lnTo>
                    <a:pt x="866223" y="2493764"/>
                  </a:lnTo>
                  <a:lnTo>
                    <a:pt x="958303" y="2480132"/>
                  </a:lnTo>
                  <a:lnTo>
                    <a:pt x="1051252" y="2464210"/>
                  </a:lnTo>
                  <a:lnTo>
                    <a:pt x="1141985" y="2446038"/>
                  </a:lnTo>
                  <a:lnTo>
                    <a:pt x="1228369" y="2425600"/>
                  </a:lnTo>
                  <a:lnTo>
                    <a:pt x="1309186" y="2402801"/>
                  </a:lnTo>
                  <a:lnTo>
                    <a:pt x="1383975" y="2377451"/>
                  </a:lnTo>
                  <a:lnTo>
                    <a:pt x="1452839" y="2349266"/>
                  </a:lnTo>
                  <a:lnTo>
                    <a:pt x="1516258" y="2317871"/>
                  </a:lnTo>
                  <a:lnTo>
                    <a:pt x="1574948" y="2282814"/>
                  </a:lnTo>
                  <a:lnTo>
                    <a:pt x="1629742" y="2243595"/>
                  </a:lnTo>
                  <a:lnTo>
                    <a:pt x="1681511" y="2199712"/>
                  </a:lnTo>
                  <a:lnTo>
                    <a:pt x="1731089" y="2150745"/>
                  </a:lnTo>
                  <a:lnTo>
                    <a:pt x="1768425" y="2109218"/>
                  </a:lnTo>
                  <a:lnTo>
                    <a:pt x="1807315" y="2061805"/>
                  </a:lnTo>
                  <a:lnTo>
                    <a:pt x="1845836" y="2010775"/>
                  </a:lnTo>
                  <a:lnTo>
                    <a:pt x="1884237" y="1956055"/>
                  </a:lnTo>
                  <a:lnTo>
                    <a:pt x="1922711" y="1897637"/>
                  </a:lnTo>
                  <a:lnTo>
                    <a:pt x="1961399" y="1835583"/>
                  </a:lnTo>
                  <a:lnTo>
                    <a:pt x="2000399" y="1770035"/>
                  </a:lnTo>
                  <a:lnTo>
                    <a:pt x="2039767" y="1701215"/>
                  </a:lnTo>
                  <a:lnTo>
                    <a:pt x="2079520" y="1629429"/>
                  </a:lnTo>
                  <a:lnTo>
                    <a:pt x="2119644" y="1555062"/>
                  </a:lnTo>
                  <a:lnTo>
                    <a:pt x="2160093" y="1478575"/>
                  </a:lnTo>
                  <a:lnTo>
                    <a:pt x="2200799" y="1400491"/>
                  </a:lnTo>
                  <a:lnTo>
                    <a:pt x="2241674" y="1321384"/>
                  </a:lnTo>
                  <a:lnTo>
                    <a:pt x="2282619" y="1241860"/>
                  </a:lnTo>
                  <a:lnTo>
                    <a:pt x="2323530" y="1162538"/>
                  </a:lnTo>
                  <a:lnTo>
                    <a:pt x="2364305" y="1084031"/>
                  </a:lnTo>
                  <a:lnTo>
                    <a:pt x="2404853" y="1006925"/>
                  </a:lnTo>
                  <a:lnTo>
                    <a:pt x="2445096" y="931765"/>
                  </a:lnTo>
                  <a:lnTo>
                    <a:pt x="2484982" y="859033"/>
                  </a:lnTo>
                  <a:lnTo>
                    <a:pt x="2524483" y="789141"/>
                  </a:lnTo>
                  <a:lnTo>
                    <a:pt x="2563607" y="722425"/>
                  </a:lnTo>
                  <a:lnTo>
                    <a:pt x="2602395" y="659135"/>
                  </a:lnTo>
                  <a:lnTo>
                    <a:pt x="2640930" y="599440"/>
                  </a:lnTo>
                  <a:lnTo>
                    <a:pt x="2679337" y="543430"/>
                  </a:lnTo>
                  <a:lnTo>
                    <a:pt x="2717791" y="491121"/>
                  </a:lnTo>
                  <a:lnTo>
                    <a:pt x="2756521" y="442461"/>
                  </a:lnTo>
                  <a:lnTo>
                    <a:pt x="2770117" y="426361"/>
                  </a:lnTo>
                  <a:lnTo>
                    <a:pt x="2818508" y="373305"/>
                  </a:lnTo>
                  <a:lnTo>
                    <a:pt x="2868513" y="325515"/>
                  </a:lnTo>
                  <a:lnTo>
                    <a:pt x="2920889" y="282728"/>
                  </a:lnTo>
                  <a:lnTo>
                    <a:pt x="2976488" y="244495"/>
                  </a:lnTo>
                  <a:lnTo>
                    <a:pt x="3036177" y="210308"/>
                  </a:lnTo>
                  <a:lnTo>
                    <a:pt x="3100771" y="179675"/>
                  </a:lnTo>
                  <a:lnTo>
                    <a:pt x="3170943" y="152161"/>
                  </a:lnTo>
                  <a:lnTo>
                    <a:pt x="3247103" y="127410"/>
                  </a:lnTo>
                  <a:lnTo>
                    <a:pt x="3329242" y="105157"/>
                  </a:lnTo>
                  <a:lnTo>
                    <a:pt x="3416746" y="85237"/>
                  </a:lnTo>
                  <a:lnTo>
                    <a:pt x="3508202" y="67572"/>
                  </a:lnTo>
                  <a:lnTo>
                    <a:pt x="3601257" y="52163"/>
                  </a:lnTo>
                  <a:lnTo>
                    <a:pt x="3692626" y="39057"/>
                  </a:lnTo>
                  <a:lnTo>
                    <a:pt x="3778323" y="28303"/>
                  </a:lnTo>
                  <a:lnTo>
                    <a:pt x="3854180" y="19902"/>
                  </a:lnTo>
                  <a:lnTo>
                    <a:pt x="3916585" y="13756"/>
                  </a:lnTo>
                  <a:lnTo>
                    <a:pt x="3963265" y="9642"/>
                  </a:lnTo>
                  <a:lnTo>
                    <a:pt x="3993863" y="7217"/>
                  </a:lnTo>
                  <a:lnTo>
                    <a:pt x="4010147" y="6051"/>
                  </a:lnTo>
                  <a:lnTo>
                    <a:pt x="4015858" y="5680"/>
                  </a:lnTo>
                  <a:lnTo>
                    <a:pt x="4016409" y="5647"/>
                  </a:lnTo>
                  <a:lnTo>
                    <a:pt x="4538543" y="5647"/>
                  </a:lnTo>
                  <a:lnTo>
                    <a:pt x="4539753" y="5703"/>
                  </a:lnTo>
                  <a:lnTo>
                    <a:pt x="4547674" y="6109"/>
                  </a:lnTo>
                  <a:lnTo>
                    <a:pt x="4567510" y="7230"/>
                  </a:lnTo>
                  <a:lnTo>
                    <a:pt x="4602634" y="9432"/>
                  </a:lnTo>
                  <a:lnTo>
                    <a:pt x="4654296" y="13043"/>
                  </a:lnTo>
                  <a:lnTo>
                    <a:pt x="4721548" y="18310"/>
                  </a:lnTo>
                  <a:lnTo>
                    <a:pt x="4801575" y="25382"/>
                  </a:lnTo>
                  <a:lnTo>
                    <a:pt x="4890394" y="34309"/>
                  </a:lnTo>
                  <a:lnTo>
                    <a:pt x="4983689" y="45076"/>
                  </a:lnTo>
                  <a:lnTo>
                    <a:pt x="5077530" y="57640"/>
                  </a:lnTo>
                  <a:lnTo>
                    <a:pt x="5168828" y="71971"/>
                  </a:lnTo>
                  <a:lnTo>
                    <a:pt x="5255493" y="88089"/>
                  </a:lnTo>
                  <a:lnTo>
                    <a:pt x="5336372" y="106078"/>
                  </a:lnTo>
                  <a:lnTo>
                    <a:pt x="5411079" y="126099"/>
                  </a:lnTo>
                  <a:lnTo>
                    <a:pt x="5479786" y="148389"/>
                  </a:lnTo>
                  <a:lnTo>
                    <a:pt x="5543038" y="173256"/>
                  </a:lnTo>
                  <a:lnTo>
                    <a:pt x="5601598" y="201067"/>
                  </a:lnTo>
                  <a:lnTo>
                    <a:pt x="5656340" y="232223"/>
                  </a:lnTo>
                  <a:lnTo>
                    <a:pt x="5708160" y="267118"/>
                  </a:lnTo>
                  <a:lnTo>
                    <a:pt x="5757905" y="306059"/>
                  </a:lnTo>
                  <a:lnTo>
                    <a:pt x="5784835" y="329418"/>
                  </a:lnTo>
                  <a:lnTo>
                    <a:pt x="5827345" y="369465"/>
                  </a:lnTo>
                  <a:lnTo>
                    <a:pt x="5869444" y="412850"/>
                  </a:lnTo>
                  <a:lnTo>
                    <a:pt x="5911446" y="459637"/>
                  </a:lnTo>
                  <a:lnTo>
                    <a:pt x="5953588" y="509818"/>
                  </a:lnTo>
                  <a:lnTo>
                    <a:pt x="5996035" y="563304"/>
                  </a:lnTo>
                  <a:lnTo>
                    <a:pt x="6038891" y="619920"/>
                  </a:lnTo>
                  <a:lnTo>
                    <a:pt x="6082204" y="679397"/>
                  </a:lnTo>
                  <a:lnTo>
                    <a:pt x="6125970" y="741378"/>
                  </a:lnTo>
                  <a:lnTo>
                    <a:pt x="6170141" y="805422"/>
                  </a:lnTo>
                  <a:lnTo>
                    <a:pt x="6214633" y="871015"/>
                  </a:lnTo>
                  <a:lnTo>
                    <a:pt x="6259335" y="937583"/>
                  </a:lnTo>
                  <a:lnTo>
                    <a:pt x="6304116" y="1004518"/>
                  </a:lnTo>
                  <a:lnTo>
                    <a:pt x="6348841" y="1071196"/>
                  </a:lnTo>
                  <a:lnTo>
                    <a:pt x="6393379" y="1137004"/>
                  </a:lnTo>
                  <a:lnTo>
                    <a:pt x="6437614" y="1201361"/>
                  </a:lnTo>
                  <a:lnTo>
                    <a:pt x="6481456" y="1263741"/>
                  </a:lnTo>
                  <a:lnTo>
                    <a:pt x="6524851" y="1323689"/>
                  </a:lnTo>
                  <a:lnTo>
                    <a:pt x="6567786" y="1380832"/>
                  </a:lnTo>
                  <a:lnTo>
                    <a:pt x="6610299" y="1434887"/>
                  </a:lnTo>
                  <a:lnTo>
                    <a:pt x="6652485" y="1485661"/>
                  </a:lnTo>
                  <a:lnTo>
                    <a:pt x="6694497" y="1533050"/>
                  </a:lnTo>
                  <a:lnTo>
                    <a:pt x="6736558" y="1577034"/>
                  </a:lnTo>
                  <a:lnTo>
                    <a:pt x="6778969" y="1617663"/>
                  </a:lnTo>
                  <a:lnTo>
                    <a:pt x="6786527" y="1624502"/>
                  </a:lnTo>
                  <a:lnTo>
                    <a:pt x="6835444" y="1665748"/>
                  </a:lnTo>
                  <a:lnTo>
                    <a:pt x="6886016" y="1702855"/>
                  </a:lnTo>
                  <a:lnTo>
                    <a:pt x="6939031" y="1736036"/>
                  </a:lnTo>
                  <a:lnTo>
                    <a:pt x="6995365" y="1765650"/>
                  </a:lnTo>
                  <a:lnTo>
                    <a:pt x="7055915" y="1792100"/>
                  </a:lnTo>
                  <a:lnTo>
                    <a:pt x="7121516" y="1815775"/>
                  </a:lnTo>
                  <a:lnTo>
                    <a:pt x="7192851" y="1837018"/>
                  </a:lnTo>
                  <a:lnTo>
                    <a:pt x="7270319" y="1856108"/>
                  </a:lnTo>
                  <a:lnTo>
                    <a:pt x="7353868" y="1873247"/>
                  </a:lnTo>
                  <a:lnTo>
                    <a:pt x="7442795" y="1888561"/>
                  </a:lnTo>
                  <a:lnTo>
                    <a:pt x="7535546" y="1902105"/>
                  </a:lnTo>
                  <a:lnTo>
                    <a:pt x="7629582" y="1913872"/>
                  </a:lnTo>
                  <a:lnTo>
                    <a:pt x="7721402" y="1923823"/>
                  </a:lnTo>
                  <a:lnTo>
                    <a:pt x="7806831" y="1931922"/>
                  </a:lnTo>
                  <a:lnTo>
                    <a:pt x="7881600" y="1938176"/>
                  </a:lnTo>
                  <a:lnTo>
                    <a:pt x="7942146" y="1942680"/>
                  </a:lnTo>
                  <a:lnTo>
                    <a:pt x="7986419" y="1945626"/>
                  </a:lnTo>
                  <a:lnTo>
                    <a:pt x="8014436" y="1947303"/>
                  </a:lnTo>
                  <a:lnTo>
                    <a:pt x="8028423" y="1948058"/>
                  </a:lnTo>
                  <a:lnTo>
                    <a:pt x="8032608" y="1948264"/>
                  </a:lnTo>
                  <a:lnTo>
                    <a:pt x="8032819" y="1948274"/>
                  </a:lnTo>
                  <a:lnTo>
                    <a:pt x="8554953" y="1948274"/>
                  </a:lnTo>
                  <a:lnTo>
                    <a:pt x="8554953" y="1942626"/>
                  </a:lnTo>
                  <a:lnTo>
                    <a:pt x="8032819" y="1942626"/>
                  </a:lnTo>
                  <a:lnTo>
                    <a:pt x="8031609" y="1942570"/>
                  </a:lnTo>
                  <a:lnTo>
                    <a:pt x="8023688" y="1942164"/>
                  </a:lnTo>
                  <a:lnTo>
                    <a:pt x="8003852" y="1941043"/>
                  </a:lnTo>
                  <a:lnTo>
                    <a:pt x="7968728" y="1938841"/>
                  </a:lnTo>
                  <a:lnTo>
                    <a:pt x="7917066" y="1935230"/>
                  </a:lnTo>
                  <a:lnTo>
                    <a:pt x="7849814" y="1929963"/>
                  </a:lnTo>
                  <a:lnTo>
                    <a:pt x="7769787" y="1922891"/>
                  </a:lnTo>
                  <a:lnTo>
                    <a:pt x="7680968" y="1913964"/>
                  </a:lnTo>
                  <a:lnTo>
                    <a:pt x="7587673" y="1903197"/>
                  </a:lnTo>
                  <a:lnTo>
                    <a:pt x="7493832" y="1890633"/>
                  </a:lnTo>
                  <a:lnTo>
                    <a:pt x="7402534" y="1876302"/>
                  </a:lnTo>
                  <a:lnTo>
                    <a:pt x="7315869" y="1860184"/>
                  </a:lnTo>
                  <a:lnTo>
                    <a:pt x="7234990" y="1842195"/>
                  </a:lnTo>
                  <a:lnTo>
                    <a:pt x="7160283" y="1822174"/>
                  </a:lnTo>
                  <a:lnTo>
                    <a:pt x="7091576" y="1799885"/>
                  </a:lnTo>
                  <a:lnTo>
                    <a:pt x="7028324" y="1775017"/>
                  </a:lnTo>
                  <a:lnTo>
                    <a:pt x="6969764" y="1747206"/>
                  </a:lnTo>
                  <a:lnTo>
                    <a:pt x="6915022" y="1716050"/>
                  </a:lnTo>
                  <a:lnTo>
                    <a:pt x="6863202" y="1681155"/>
                  </a:lnTo>
                  <a:lnTo>
                    <a:pt x="6813457" y="1642214"/>
                  </a:lnTo>
                  <a:lnTo>
                    <a:pt x="6786527" y="1618855"/>
                  </a:lnTo>
                  <a:lnTo>
                    <a:pt x="6744017" y="1578808"/>
                  </a:lnTo>
                  <a:lnTo>
                    <a:pt x="6701918" y="1535423"/>
                  </a:lnTo>
                  <a:lnTo>
                    <a:pt x="6659916" y="1488636"/>
                  </a:lnTo>
                  <a:lnTo>
                    <a:pt x="6617774" y="1438455"/>
                  </a:lnTo>
                  <a:lnTo>
                    <a:pt x="6575327" y="1384969"/>
                  </a:lnTo>
                  <a:lnTo>
                    <a:pt x="6532471" y="1328353"/>
                  </a:lnTo>
                  <a:lnTo>
                    <a:pt x="6489158" y="1268876"/>
                  </a:lnTo>
                  <a:lnTo>
                    <a:pt x="6445392" y="1206895"/>
                  </a:lnTo>
                  <a:lnTo>
                    <a:pt x="6401221" y="1142851"/>
                  </a:lnTo>
                  <a:lnTo>
                    <a:pt x="6356729" y="1077258"/>
                  </a:lnTo>
                  <a:lnTo>
                    <a:pt x="6312027" y="1010690"/>
                  </a:lnTo>
                  <a:lnTo>
                    <a:pt x="6267246" y="943755"/>
                  </a:lnTo>
                  <a:lnTo>
                    <a:pt x="6222521" y="877077"/>
                  </a:lnTo>
                  <a:lnTo>
                    <a:pt x="6177983" y="811269"/>
                  </a:lnTo>
                  <a:lnTo>
                    <a:pt x="6133748" y="746912"/>
                  </a:lnTo>
                  <a:lnTo>
                    <a:pt x="6089906" y="684532"/>
                  </a:lnTo>
                  <a:lnTo>
                    <a:pt x="6046511" y="624584"/>
                  </a:lnTo>
                  <a:lnTo>
                    <a:pt x="6003576" y="567441"/>
                  </a:lnTo>
                  <a:lnTo>
                    <a:pt x="5961063" y="513386"/>
                  </a:lnTo>
                  <a:lnTo>
                    <a:pt x="5918877" y="462612"/>
                  </a:lnTo>
                  <a:lnTo>
                    <a:pt x="5876865" y="415223"/>
                  </a:lnTo>
                  <a:lnTo>
                    <a:pt x="5834804" y="371239"/>
                  </a:lnTo>
                  <a:lnTo>
                    <a:pt x="5792393" y="330610"/>
                  </a:lnTo>
                  <a:lnTo>
                    <a:pt x="5784835" y="323771"/>
                  </a:lnTo>
                  <a:lnTo>
                    <a:pt x="5735918" y="282525"/>
                  </a:lnTo>
                  <a:lnTo>
                    <a:pt x="5685345" y="245418"/>
                  </a:lnTo>
                  <a:lnTo>
                    <a:pt x="5632331" y="212237"/>
                  </a:lnTo>
                  <a:lnTo>
                    <a:pt x="5575997" y="182623"/>
                  </a:lnTo>
                  <a:lnTo>
                    <a:pt x="5515447" y="156173"/>
                  </a:lnTo>
                  <a:lnTo>
                    <a:pt x="5449846" y="132498"/>
                  </a:lnTo>
                  <a:lnTo>
                    <a:pt x="5378511" y="111255"/>
                  </a:lnTo>
                  <a:lnTo>
                    <a:pt x="5301043" y="92165"/>
                  </a:lnTo>
                  <a:lnTo>
                    <a:pt x="5217494" y="75026"/>
                  </a:lnTo>
                  <a:lnTo>
                    <a:pt x="5128567" y="59712"/>
                  </a:lnTo>
                  <a:lnTo>
                    <a:pt x="5035816" y="46168"/>
                  </a:lnTo>
                  <a:lnTo>
                    <a:pt x="4941780" y="34401"/>
                  </a:lnTo>
                  <a:lnTo>
                    <a:pt x="4849960" y="24450"/>
                  </a:lnTo>
                  <a:lnTo>
                    <a:pt x="4764530" y="16351"/>
                  </a:lnTo>
                  <a:lnTo>
                    <a:pt x="4689762" y="10097"/>
                  </a:lnTo>
                  <a:lnTo>
                    <a:pt x="4629216" y="5593"/>
                  </a:lnTo>
                  <a:lnTo>
                    <a:pt x="4584943" y="2647"/>
                  </a:lnTo>
                  <a:lnTo>
                    <a:pt x="4556926" y="970"/>
                  </a:lnTo>
                  <a:lnTo>
                    <a:pt x="4542939" y="215"/>
                  </a:lnTo>
                  <a:lnTo>
                    <a:pt x="4538754" y="9"/>
                  </a:lnTo>
                  <a:lnTo>
                    <a:pt x="4538543" y="0"/>
                  </a:lnTo>
                  <a:lnTo>
                    <a:pt x="4016409" y="0"/>
                  </a:lnTo>
                  <a:lnTo>
                    <a:pt x="4015236" y="71"/>
                  </a:lnTo>
                  <a:lnTo>
                    <a:pt x="4007554" y="581"/>
                  </a:lnTo>
                  <a:lnTo>
                    <a:pt x="3988296" y="1991"/>
                  </a:lnTo>
                  <a:lnTo>
                    <a:pt x="3954141" y="4763"/>
                  </a:lnTo>
                  <a:lnTo>
                    <a:pt x="3903801" y="9310"/>
                  </a:lnTo>
                  <a:lnTo>
                    <a:pt x="3838097" y="15951"/>
                  </a:lnTo>
                  <a:lnTo>
                    <a:pt x="3759668" y="24880"/>
                  </a:lnTo>
                  <a:lnTo>
                    <a:pt x="3672320" y="36168"/>
                  </a:lnTo>
                  <a:lnTo>
                    <a:pt x="3580240" y="49799"/>
                  </a:lnTo>
                  <a:lnTo>
                    <a:pt x="3487290" y="65721"/>
                  </a:lnTo>
                  <a:lnTo>
                    <a:pt x="3396557" y="83894"/>
                  </a:lnTo>
                  <a:lnTo>
                    <a:pt x="3310173" y="104331"/>
                  </a:lnTo>
                  <a:lnTo>
                    <a:pt x="3229356" y="127131"/>
                  </a:lnTo>
                  <a:lnTo>
                    <a:pt x="3154567" y="152480"/>
                  </a:lnTo>
                  <a:lnTo>
                    <a:pt x="3085704" y="180665"/>
                  </a:lnTo>
                  <a:lnTo>
                    <a:pt x="3022284" y="212061"/>
                  </a:lnTo>
                  <a:lnTo>
                    <a:pt x="2963594" y="247117"/>
                  </a:lnTo>
                  <a:lnTo>
                    <a:pt x="2908800" y="286336"/>
                  </a:lnTo>
                  <a:lnTo>
                    <a:pt x="2857031" y="330219"/>
                  </a:lnTo>
                  <a:lnTo>
                    <a:pt x="2807453" y="379187"/>
                  </a:lnTo>
                  <a:lnTo>
                    <a:pt x="2770117" y="420714"/>
                  </a:lnTo>
                  <a:lnTo>
                    <a:pt x="2731228" y="468127"/>
                  </a:lnTo>
                  <a:lnTo>
                    <a:pt x="2692707" y="519157"/>
                  </a:lnTo>
                  <a:lnTo>
                    <a:pt x="2654305" y="573877"/>
                  </a:lnTo>
                  <a:lnTo>
                    <a:pt x="2615832" y="632295"/>
                  </a:lnTo>
                  <a:lnTo>
                    <a:pt x="2577143" y="694348"/>
                  </a:lnTo>
                  <a:lnTo>
                    <a:pt x="2538143" y="759897"/>
                  </a:lnTo>
                  <a:lnTo>
                    <a:pt x="2498776" y="828717"/>
                  </a:lnTo>
                  <a:lnTo>
                    <a:pt x="2459022" y="900503"/>
                  </a:lnTo>
                  <a:lnTo>
                    <a:pt x="2418898" y="974870"/>
                  </a:lnTo>
                  <a:lnTo>
                    <a:pt x="2378449" y="1051357"/>
                  </a:lnTo>
                  <a:lnTo>
                    <a:pt x="2337743" y="1129441"/>
                  </a:lnTo>
                  <a:lnTo>
                    <a:pt x="2296868" y="1208548"/>
                  </a:lnTo>
                  <a:lnTo>
                    <a:pt x="2255923" y="1288072"/>
                  </a:lnTo>
                  <a:lnTo>
                    <a:pt x="2215012" y="1367394"/>
                  </a:lnTo>
                  <a:lnTo>
                    <a:pt x="2174237" y="1445901"/>
                  </a:lnTo>
                  <a:lnTo>
                    <a:pt x="2133690" y="1523006"/>
                  </a:lnTo>
                  <a:lnTo>
                    <a:pt x="2093446" y="1598167"/>
                  </a:lnTo>
                  <a:lnTo>
                    <a:pt x="2053560" y="1670899"/>
                  </a:lnTo>
                  <a:lnTo>
                    <a:pt x="2014059" y="1740790"/>
                  </a:lnTo>
                  <a:lnTo>
                    <a:pt x="1974935" y="1807507"/>
                  </a:lnTo>
                  <a:lnTo>
                    <a:pt x="1936147" y="1870797"/>
                  </a:lnTo>
                  <a:lnTo>
                    <a:pt x="1897612" y="1930492"/>
                  </a:lnTo>
                  <a:lnTo>
                    <a:pt x="1859205" y="1986501"/>
                  </a:lnTo>
                  <a:lnTo>
                    <a:pt x="1820751" y="2038811"/>
                  </a:lnTo>
                  <a:lnTo>
                    <a:pt x="1782021" y="2087471"/>
                  </a:lnTo>
                  <a:lnTo>
                    <a:pt x="1768425" y="2103571"/>
                  </a:lnTo>
                  <a:lnTo>
                    <a:pt x="1720034" y="2156626"/>
                  </a:lnTo>
                  <a:lnTo>
                    <a:pt x="1670030" y="2204416"/>
                  </a:lnTo>
                  <a:lnTo>
                    <a:pt x="1617653" y="2247204"/>
                  </a:lnTo>
                  <a:lnTo>
                    <a:pt x="1562054" y="2285437"/>
                  </a:lnTo>
                  <a:lnTo>
                    <a:pt x="1502365" y="2319624"/>
                  </a:lnTo>
                  <a:lnTo>
                    <a:pt x="1437771" y="2350256"/>
                  </a:lnTo>
                  <a:lnTo>
                    <a:pt x="1367599" y="2377771"/>
                  </a:lnTo>
                  <a:lnTo>
                    <a:pt x="1291440" y="2402522"/>
                  </a:lnTo>
                  <a:lnTo>
                    <a:pt x="1209300" y="2424774"/>
                  </a:lnTo>
                  <a:lnTo>
                    <a:pt x="1121796" y="2444695"/>
                  </a:lnTo>
                  <a:lnTo>
                    <a:pt x="1030340" y="2462360"/>
                  </a:lnTo>
                  <a:lnTo>
                    <a:pt x="937285" y="2477769"/>
                  </a:lnTo>
                  <a:lnTo>
                    <a:pt x="845916" y="2490875"/>
                  </a:lnTo>
                  <a:lnTo>
                    <a:pt x="760219" y="2501629"/>
                  </a:lnTo>
                  <a:lnTo>
                    <a:pt x="684362" y="2510030"/>
                  </a:lnTo>
                  <a:lnTo>
                    <a:pt x="621957" y="2516176"/>
                  </a:lnTo>
                  <a:lnTo>
                    <a:pt x="575277" y="2520290"/>
                  </a:lnTo>
                  <a:lnTo>
                    <a:pt x="544679" y="2522715"/>
                  </a:lnTo>
                  <a:lnTo>
                    <a:pt x="528395" y="2523881"/>
                  </a:lnTo>
                  <a:lnTo>
                    <a:pt x="522684" y="2524252"/>
                  </a:lnTo>
                  <a:lnTo>
                    <a:pt x="522133" y="2524285"/>
                  </a:lnTo>
                  <a:lnTo>
                    <a:pt x="0" y="2524285"/>
                  </a:lnTo>
                  <a:close/>
                </a:path>
              </a:pathLst>
            </a:custGeom>
            <a:solidFill>
              <a:srgbClr val="67C1B3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1230" name="pl1230"/>
            <p:cNvSpPr/>
            <p:nvPr/>
          </p:nvSpPr>
          <p:spPr>
            <a:xfrm>
              <a:off x="386606" y="1722026"/>
              <a:ext cx="8554953" cy="2524285"/>
            </a:xfrm>
            <a:custGeom>
              <a:avLst/>
              <a:pathLst>
                <a:path w="8554953" h="2524285">
                  <a:moveTo>
                    <a:pt x="0" y="2524285"/>
                  </a:moveTo>
                  <a:lnTo>
                    <a:pt x="522133" y="2524285"/>
                  </a:lnTo>
                  <a:lnTo>
                    <a:pt x="523306" y="2524214"/>
                  </a:lnTo>
                  <a:lnTo>
                    <a:pt x="530988" y="2523703"/>
                  </a:lnTo>
                  <a:lnTo>
                    <a:pt x="550247" y="2522293"/>
                  </a:lnTo>
                  <a:lnTo>
                    <a:pt x="584401" y="2519521"/>
                  </a:lnTo>
                  <a:lnTo>
                    <a:pt x="634741" y="2514974"/>
                  </a:lnTo>
                  <a:lnTo>
                    <a:pt x="700445" y="2508333"/>
                  </a:lnTo>
                  <a:lnTo>
                    <a:pt x="778875" y="2499405"/>
                  </a:lnTo>
                  <a:lnTo>
                    <a:pt x="866223" y="2488117"/>
                  </a:lnTo>
                  <a:lnTo>
                    <a:pt x="958303" y="2474485"/>
                  </a:lnTo>
                  <a:lnTo>
                    <a:pt x="1051252" y="2458563"/>
                  </a:lnTo>
                  <a:lnTo>
                    <a:pt x="1141985" y="2440391"/>
                  </a:lnTo>
                  <a:lnTo>
                    <a:pt x="1228369" y="2419953"/>
                  </a:lnTo>
                  <a:lnTo>
                    <a:pt x="1309186" y="2397154"/>
                  </a:lnTo>
                  <a:lnTo>
                    <a:pt x="1383975" y="2371804"/>
                  </a:lnTo>
                  <a:lnTo>
                    <a:pt x="1452839" y="2343619"/>
                  </a:lnTo>
                  <a:lnTo>
                    <a:pt x="1516258" y="2312224"/>
                  </a:lnTo>
                  <a:lnTo>
                    <a:pt x="1574948" y="2277167"/>
                  </a:lnTo>
                  <a:lnTo>
                    <a:pt x="1629742" y="2237948"/>
                  </a:lnTo>
                  <a:lnTo>
                    <a:pt x="1681511" y="2194065"/>
                  </a:lnTo>
                  <a:lnTo>
                    <a:pt x="1731089" y="2145098"/>
                  </a:lnTo>
                  <a:lnTo>
                    <a:pt x="1768425" y="2103571"/>
                  </a:lnTo>
                  <a:lnTo>
                    <a:pt x="1807315" y="2056158"/>
                  </a:lnTo>
                  <a:lnTo>
                    <a:pt x="1845836" y="2005128"/>
                  </a:lnTo>
                  <a:lnTo>
                    <a:pt x="1884237" y="1950408"/>
                  </a:lnTo>
                  <a:lnTo>
                    <a:pt x="1922711" y="1891990"/>
                  </a:lnTo>
                  <a:lnTo>
                    <a:pt x="1961399" y="1829936"/>
                  </a:lnTo>
                  <a:lnTo>
                    <a:pt x="2000399" y="1764388"/>
                  </a:lnTo>
                  <a:lnTo>
                    <a:pt x="2039767" y="1695568"/>
                  </a:lnTo>
                  <a:lnTo>
                    <a:pt x="2079520" y="1623781"/>
                  </a:lnTo>
                  <a:lnTo>
                    <a:pt x="2119644" y="1549415"/>
                  </a:lnTo>
                  <a:lnTo>
                    <a:pt x="2160093" y="1472928"/>
                  </a:lnTo>
                  <a:lnTo>
                    <a:pt x="2200799" y="1394844"/>
                  </a:lnTo>
                  <a:lnTo>
                    <a:pt x="2241674" y="1315737"/>
                  </a:lnTo>
                  <a:lnTo>
                    <a:pt x="2282619" y="1236213"/>
                  </a:lnTo>
                  <a:lnTo>
                    <a:pt x="2323530" y="1156890"/>
                  </a:lnTo>
                  <a:lnTo>
                    <a:pt x="2364305" y="1078383"/>
                  </a:lnTo>
                  <a:lnTo>
                    <a:pt x="2404853" y="1001278"/>
                  </a:lnTo>
                  <a:lnTo>
                    <a:pt x="2445096" y="926118"/>
                  </a:lnTo>
                  <a:lnTo>
                    <a:pt x="2484982" y="853386"/>
                  </a:lnTo>
                  <a:lnTo>
                    <a:pt x="2524483" y="783494"/>
                  </a:lnTo>
                  <a:lnTo>
                    <a:pt x="2563607" y="716778"/>
                  </a:lnTo>
                  <a:lnTo>
                    <a:pt x="2602395" y="653487"/>
                  </a:lnTo>
                  <a:lnTo>
                    <a:pt x="2640930" y="593793"/>
                  </a:lnTo>
                  <a:lnTo>
                    <a:pt x="2679337" y="537783"/>
                  </a:lnTo>
                  <a:lnTo>
                    <a:pt x="2717791" y="485474"/>
                  </a:lnTo>
                  <a:lnTo>
                    <a:pt x="2756521" y="436814"/>
                  </a:lnTo>
                  <a:lnTo>
                    <a:pt x="2770117" y="420714"/>
                  </a:lnTo>
                  <a:lnTo>
                    <a:pt x="2818508" y="367658"/>
                  </a:lnTo>
                  <a:lnTo>
                    <a:pt x="2868513" y="319868"/>
                  </a:lnTo>
                  <a:lnTo>
                    <a:pt x="2920889" y="277081"/>
                  </a:lnTo>
                  <a:lnTo>
                    <a:pt x="2976488" y="238848"/>
                  </a:lnTo>
                  <a:lnTo>
                    <a:pt x="3036177" y="204661"/>
                  </a:lnTo>
                  <a:lnTo>
                    <a:pt x="3100771" y="174028"/>
                  </a:lnTo>
                  <a:lnTo>
                    <a:pt x="3170943" y="146514"/>
                  </a:lnTo>
                  <a:lnTo>
                    <a:pt x="3247103" y="121762"/>
                  </a:lnTo>
                  <a:lnTo>
                    <a:pt x="3329242" y="99510"/>
                  </a:lnTo>
                  <a:lnTo>
                    <a:pt x="3416746" y="79590"/>
                  </a:lnTo>
                  <a:lnTo>
                    <a:pt x="3508202" y="61925"/>
                  </a:lnTo>
                  <a:lnTo>
                    <a:pt x="3601257" y="46516"/>
                  </a:lnTo>
                  <a:lnTo>
                    <a:pt x="3692626" y="33410"/>
                  </a:lnTo>
                  <a:lnTo>
                    <a:pt x="3778323" y="22656"/>
                  </a:lnTo>
                  <a:lnTo>
                    <a:pt x="3854180" y="14255"/>
                  </a:lnTo>
                  <a:lnTo>
                    <a:pt x="3916585" y="8109"/>
                  </a:lnTo>
                  <a:lnTo>
                    <a:pt x="3963265" y="3995"/>
                  </a:lnTo>
                  <a:lnTo>
                    <a:pt x="3993863" y="1570"/>
                  </a:lnTo>
                  <a:lnTo>
                    <a:pt x="4010147" y="404"/>
                  </a:lnTo>
                  <a:lnTo>
                    <a:pt x="4015858" y="33"/>
                  </a:lnTo>
                  <a:lnTo>
                    <a:pt x="4016409" y="0"/>
                  </a:lnTo>
                  <a:lnTo>
                    <a:pt x="4538543" y="0"/>
                  </a:lnTo>
                  <a:lnTo>
                    <a:pt x="4539753" y="56"/>
                  </a:lnTo>
                  <a:lnTo>
                    <a:pt x="4547674" y="462"/>
                  </a:lnTo>
                  <a:lnTo>
                    <a:pt x="4567510" y="1583"/>
                  </a:lnTo>
                  <a:lnTo>
                    <a:pt x="4602634" y="3785"/>
                  </a:lnTo>
                  <a:lnTo>
                    <a:pt x="4654296" y="7396"/>
                  </a:lnTo>
                  <a:lnTo>
                    <a:pt x="4721548" y="12663"/>
                  </a:lnTo>
                  <a:lnTo>
                    <a:pt x="4801575" y="19735"/>
                  </a:lnTo>
                  <a:lnTo>
                    <a:pt x="4890394" y="28662"/>
                  </a:lnTo>
                  <a:lnTo>
                    <a:pt x="4983689" y="39429"/>
                  </a:lnTo>
                  <a:lnTo>
                    <a:pt x="5077530" y="51992"/>
                  </a:lnTo>
                  <a:lnTo>
                    <a:pt x="5168828" y="66324"/>
                  </a:lnTo>
                  <a:lnTo>
                    <a:pt x="5255493" y="82441"/>
                  </a:lnTo>
                  <a:lnTo>
                    <a:pt x="5336372" y="100430"/>
                  </a:lnTo>
                  <a:lnTo>
                    <a:pt x="5411079" y="120451"/>
                  </a:lnTo>
                  <a:lnTo>
                    <a:pt x="5479786" y="142741"/>
                  </a:lnTo>
                  <a:lnTo>
                    <a:pt x="5543038" y="167609"/>
                  </a:lnTo>
                  <a:lnTo>
                    <a:pt x="5601598" y="195420"/>
                  </a:lnTo>
                  <a:lnTo>
                    <a:pt x="5656340" y="226576"/>
                  </a:lnTo>
                  <a:lnTo>
                    <a:pt x="5708160" y="261471"/>
                  </a:lnTo>
                  <a:lnTo>
                    <a:pt x="5757905" y="300412"/>
                  </a:lnTo>
                  <a:lnTo>
                    <a:pt x="5784835" y="323771"/>
                  </a:lnTo>
                  <a:lnTo>
                    <a:pt x="5827345" y="363818"/>
                  </a:lnTo>
                  <a:lnTo>
                    <a:pt x="5869444" y="407203"/>
                  </a:lnTo>
                  <a:lnTo>
                    <a:pt x="5911446" y="453990"/>
                  </a:lnTo>
                  <a:lnTo>
                    <a:pt x="5953588" y="504171"/>
                  </a:lnTo>
                  <a:lnTo>
                    <a:pt x="5996035" y="557657"/>
                  </a:lnTo>
                  <a:lnTo>
                    <a:pt x="6038891" y="614272"/>
                  </a:lnTo>
                  <a:lnTo>
                    <a:pt x="6082204" y="673749"/>
                  </a:lnTo>
                  <a:lnTo>
                    <a:pt x="6125970" y="735731"/>
                  </a:lnTo>
                  <a:lnTo>
                    <a:pt x="6170141" y="799775"/>
                  </a:lnTo>
                  <a:lnTo>
                    <a:pt x="6214633" y="865368"/>
                  </a:lnTo>
                  <a:lnTo>
                    <a:pt x="6259335" y="931936"/>
                  </a:lnTo>
                  <a:lnTo>
                    <a:pt x="6304116" y="998871"/>
                  </a:lnTo>
                  <a:lnTo>
                    <a:pt x="6348841" y="1065549"/>
                  </a:lnTo>
                  <a:lnTo>
                    <a:pt x="6393379" y="1131356"/>
                  </a:lnTo>
                  <a:lnTo>
                    <a:pt x="6437614" y="1195714"/>
                  </a:lnTo>
                  <a:lnTo>
                    <a:pt x="6481456" y="1258094"/>
                  </a:lnTo>
                  <a:lnTo>
                    <a:pt x="6524851" y="1318042"/>
                  </a:lnTo>
                  <a:lnTo>
                    <a:pt x="6567786" y="1375185"/>
                  </a:lnTo>
                  <a:lnTo>
                    <a:pt x="6610299" y="1429240"/>
                  </a:lnTo>
                  <a:lnTo>
                    <a:pt x="6652485" y="1480014"/>
                  </a:lnTo>
                  <a:lnTo>
                    <a:pt x="6694497" y="1527403"/>
                  </a:lnTo>
                  <a:lnTo>
                    <a:pt x="6736558" y="1571386"/>
                  </a:lnTo>
                  <a:lnTo>
                    <a:pt x="6778969" y="1612016"/>
                  </a:lnTo>
                  <a:lnTo>
                    <a:pt x="6786527" y="1618855"/>
                  </a:lnTo>
                  <a:lnTo>
                    <a:pt x="6835444" y="1660101"/>
                  </a:lnTo>
                  <a:lnTo>
                    <a:pt x="6886016" y="1697208"/>
                  </a:lnTo>
                  <a:lnTo>
                    <a:pt x="6939031" y="1730389"/>
                  </a:lnTo>
                  <a:lnTo>
                    <a:pt x="6995365" y="1760003"/>
                  </a:lnTo>
                  <a:lnTo>
                    <a:pt x="7055915" y="1786452"/>
                  </a:lnTo>
                  <a:lnTo>
                    <a:pt x="7121516" y="1810128"/>
                  </a:lnTo>
                  <a:lnTo>
                    <a:pt x="7192851" y="1831371"/>
                  </a:lnTo>
                  <a:lnTo>
                    <a:pt x="7270319" y="1850461"/>
                  </a:lnTo>
                  <a:lnTo>
                    <a:pt x="7353868" y="1867600"/>
                  </a:lnTo>
                  <a:lnTo>
                    <a:pt x="7442795" y="1882914"/>
                  </a:lnTo>
                  <a:lnTo>
                    <a:pt x="7535546" y="1896458"/>
                  </a:lnTo>
                  <a:lnTo>
                    <a:pt x="7629582" y="1908225"/>
                  </a:lnTo>
                  <a:lnTo>
                    <a:pt x="7721402" y="1918176"/>
                  </a:lnTo>
                  <a:lnTo>
                    <a:pt x="7806831" y="1926274"/>
                  </a:lnTo>
                  <a:lnTo>
                    <a:pt x="7881600" y="1932529"/>
                  </a:lnTo>
                  <a:lnTo>
                    <a:pt x="7942146" y="1937033"/>
                  </a:lnTo>
                  <a:lnTo>
                    <a:pt x="7986419" y="1939979"/>
                  </a:lnTo>
                  <a:lnTo>
                    <a:pt x="8014436" y="1941655"/>
                  </a:lnTo>
                  <a:lnTo>
                    <a:pt x="8028423" y="1942411"/>
                  </a:lnTo>
                  <a:lnTo>
                    <a:pt x="8032608" y="1942617"/>
                  </a:lnTo>
                  <a:lnTo>
                    <a:pt x="8032819" y="1942626"/>
                  </a:lnTo>
                  <a:lnTo>
                    <a:pt x="8554953" y="1942626"/>
                  </a:lnTo>
                  <a:lnTo>
                    <a:pt x="8554953" y="1942626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231" name="pl1231"/>
            <p:cNvSpPr/>
            <p:nvPr/>
          </p:nvSpPr>
          <p:spPr>
            <a:xfrm>
              <a:off x="386606" y="1716379"/>
              <a:ext cx="8554953" cy="2524285"/>
            </a:xfrm>
            <a:custGeom>
              <a:avLst/>
              <a:pathLst>
                <a:path w="8554953" h="2524285">
                  <a:moveTo>
                    <a:pt x="8554953" y="1942626"/>
                  </a:moveTo>
                  <a:lnTo>
                    <a:pt x="8032819" y="1942626"/>
                  </a:lnTo>
                  <a:lnTo>
                    <a:pt x="8031609" y="1942570"/>
                  </a:lnTo>
                  <a:lnTo>
                    <a:pt x="8023688" y="1942164"/>
                  </a:lnTo>
                  <a:lnTo>
                    <a:pt x="8003852" y="1941043"/>
                  </a:lnTo>
                  <a:lnTo>
                    <a:pt x="7968728" y="1938841"/>
                  </a:lnTo>
                  <a:lnTo>
                    <a:pt x="7917066" y="1935230"/>
                  </a:lnTo>
                  <a:lnTo>
                    <a:pt x="7849814" y="1929963"/>
                  </a:lnTo>
                  <a:lnTo>
                    <a:pt x="7769787" y="1922891"/>
                  </a:lnTo>
                  <a:lnTo>
                    <a:pt x="7680968" y="1913964"/>
                  </a:lnTo>
                  <a:lnTo>
                    <a:pt x="7587673" y="1903197"/>
                  </a:lnTo>
                  <a:lnTo>
                    <a:pt x="7493832" y="1890633"/>
                  </a:lnTo>
                  <a:lnTo>
                    <a:pt x="7402534" y="1876302"/>
                  </a:lnTo>
                  <a:lnTo>
                    <a:pt x="7315869" y="1860184"/>
                  </a:lnTo>
                  <a:lnTo>
                    <a:pt x="7234990" y="1842195"/>
                  </a:lnTo>
                  <a:lnTo>
                    <a:pt x="7160283" y="1822174"/>
                  </a:lnTo>
                  <a:lnTo>
                    <a:pt x="7091576" y="1799885"/>
                  </a:lnTo>
                  <a:lnTo>
                    <a:pt x="7028324" y="1775017"/>
                  </a:lnTo>
                  <a:lnTo>
                    <a:pt x="6969764" y="1747206"/>
                  </a:lnTo>
                  <a:lnTo>
                    <a:pt x="6915022" y="1716050"/>
                  </a:lnTo>
                  <a:lnTo>
                    <a:pt x="6863202" y="1681155"/>
                  </a:lnTo>
                  <a:lnTo>
                    <a:pt x="6813457" y="1642214"/>
                  </a:lnTo>
                  <a:lnTo>
                    <a:pt x="6786527" y="1618855"/>
                  </a:lnTo>
                  <a:lnTo>
                    <a:pt x="6744017" y="1578808"/>
                  </a:lnTo>
                  <a:lnTo>
                    <a:pt x="6701918" y="1535423"/>
                  </a:lnTo>
                  <a:lnTo>
                    <a:pt x="6659916" y="1488636"/>
                  </a:lnTo>
                  <a:lnTo>
                    <a:pt x="6617774" y="1438455"/>
                  </a:lnTo>
                  <a:lnTo>
                    <a:pt x="6575327" y="1384969"/>
                  </a:lnTo>
                  <a:lnTo>
                    <a:pt x="6532471" y="1328353"/>
                  </a:lnTo>
                  <a:lnTo>
                    <a:pt x="6489158" y="1268876"/>
                  </a:lnTo>
                  <a:lnTo>
                    <a:pt x="6445392" y="1206895"/>
                  </a:lnTo>
                  <a:lnTo>
                    <a:pt x="6401221" y="1142851"/>
                  </a:lnTo>
                  <a:lnTo>
                    <a:pt x="6356729" y="1077258"/>
                  </a:lnTo>
                  <a:lnTo>
                    <a:pt x="6312027" y="1010690"/>
                  </a:lnTo>
                  <a:lnTo>
                    <a:pt x="6267246" y="943755"/>
                  </a:lnTo>
                  <a:lnTo>
                    <a:pt x="6222521" y="877077"/>
                  </a:lnTo>
                  <a:lnTo>
                    <a:pt x="6177983" y="811269"/>
                  </a:lnTo>
                  <a:lnTo>
                    <a:pt x="6133748" y="746912"/>
                  </a:lnTo>
                  <a:lnTo>
                    <a:pt x="6089906" y="684532"/>
                  </a:lnTo>
                  <a:lnTo>
                    <a:pt x="6046511" y="624584"/>
                  </a:lnTo>
                  <a:lnTo>
                    <a:pt x="6003576" y="567441"/>
                  </a:lnTo>
                  <a:lnTo>
                    <a:pt x="5961063" y="513386"/>
                  </a:lnTo>
                  <a:lnTo>
                    <a:pt x="5918877" y="462612"/>
                  </a:lnTo>
                  <a:lnTo>
                    <a:pt x="5876865" y="415223"/>
                  </a:lnTo>
                  <a:lnTo>
                    <a:pt x="5834804" y="371239"/>
                  </a:lnTo>
                  <a:lnTo>
                    <a:pt x="5792393" y="330610"/>
                  </a:lnTo>
                  <a:lnTo>
                    <a:pt x="5784835" y="323771"/>
                  </a:lnTo>
                  <a:lnTo>
                    <a:pt x="5735918" y="282525"/>
                  </a:lnTo>
                  <a:lnTo>
                    <a:pt x="5685345" y="245418"/>
                  </a:lnTo>
                  <a:lnTo>
                    <a:pt x="5632331" y="212237"/>
                  </a:lnTo>
                  <a:lnTo>
                    <a:pt x="5575997" y="182623"/>
                  </a:lnTo>
                  <a:lnTo>
                    <a:pt x="5515447" y="156173"/>
                  </a:lnTo>
                  <a:lnTo>
                    <a:pt x="5449846" y="132498"/>
                  </a:lnTo>
                  <a:lnTo>
                    <a:pt x="5378511" y="111255"/>
                  </a:lnTo>
                  <a:lnTo>
                    <a:pt x="5301043" y="92165"/>
                  </a:lnTo>
                  <a:lnTo>
                    <a:pt x="5217494" y="75026"/>
                  </a:lnTo>
                  <a:lnTo>
                    <a:pt x="5128567" y="59712"/>
                  </a:lnTo>
                  <a:lnTo>
                    <a:pt x="5035816" y="46168"/>
                  </a:lnTo>
                  <a:lnTo>
                    <a:pt x="4941780" y="34401"/>
                  </a:lnTo>
                  <a:lnTo>
                    <a:pt x="4849960" y="24450"/>
                  </a:lnTo>
                  <a:lnTo>
                    <a:pt x="4764530" y="16351"/>
                  </a:lnTo>
                  <a:lnTo>
                    <a:pt x="4689762" y="10097"/>
                  </a:lnTo>
                  <a:lnTo>
                    <a:pt x="4629216" y="5593"/>
                  </a:lnTo>
                  <a:lnTo>
                    <a:pt x="4584943" y="2647"/>
                  </a:lnTo>
                  <a:lnTo>
                    <a:pt x="4556926" y="970"/>
                  </a:lnTo>
                  <a:lnTo>
                    <a:pt x="4542939" y="215"/>
                  </a:lnTo>
                  <a:lnTo>
                    <a:pt x="4538754" y="9"/>
                  </a:lnTo>
                  <a:lnTo>
                    <a:pt x="4538543" y="0"/>
                  </a:lnTo>
                  <a:lnTo>
                    <a:pt x="4016409" y="0"/>
                  </a:lnTo>
                  <a:lnTo>
                    <a:pt x="4015236" y="71"/>
                  </a:lnTo>
                  <a:lnTo>
                    <a:pt x="4007554" y="581"/>
                  </a:lnTo>
                  <a:lnTo>
                    <a:pt x="3988296" y="1991"/>
                  </a:lnTo>
                  <a:lnTo>
                    <a:pt x="3954141" y="4763"/>
                  </a:lnTo>
                  <a:lnTo>
                    <a:pt x="3903801" y="9310"/>
                  </a:lnTo>
                  <a:lnTo>
                    <a:pt x="3838097" y="15951"/>
                  </a:lnTo>
                  <a:lnTo>
                    <a:pt x="3759668" y="24880"/>
                  </a:lnTo>
                  <a:lnTo>
                    <a:pt x="3672320" y="36168"/>
                  </a:lnTo>
                  <a:lnTo>
                    <a:pt x="3580240" y="49799"/>
                  </a:lnTo>
                  <a:lnTo>
                    <a:pt x="3487290" y="65721"/>
                  </a:lnTo>
                  <a:lnTo>
                    <a:pt x="3396557" y="83894"/>
                  </a:lnTo>
                  <a:lnTo>
                    <a:pt x="3310173" y="104331"/>
                  </a:lnTo>
                  <a:lnTo>
                    <a:pt x="3229356" y="127131"/>
                  </a:lnTo>
                  <a:lnTo>
                    <a:pt x="3154567" y="152480"/>
                  </a:lnTo>
                  <a:lnTo>
                    <a:pt x="3085704" y="180665"/>
                  </a:lnTo>
                  <a:lnTo>
                    <a:pt x="3022284" y="212061"/>
                  </a:lnTo>
                  <a:lnTo>
                    <a:pt x="2963594" y="247117"/>
                  </a:lnTo>
                  <a:lnTo>
                    <a:pt x="2908800" y="286336"/>
                  </a:lnTo>
                  <a:lnTo>
                    <a:pt x="2857031" y="330219"/>
                  </a:lnTo>
                  <a:lnTo>
                    <a:pt x="2807453" y="379187"/>
                  </a:lnTo>
                  <a:lnTo>
                    <a:pt x="2770117" y="420714"/>
                  </a:lnTo>
                  <a:lnTo>
                    <a:pt x="2731228" y="468127"/>
                  </a:lnTo>
                  <a:lnTo>
                    <a:pt x="2692707" y="519157"/>
                  </a:lnTo>
                  <a:lnTo>
                    <a:pt x="2654305" y="573877"/>
                  </a:lnTo>
                  <a:lnTo>
                    <a:pt x="2615832" y="632295"/>
                  </a:lnTo>
                  <a:lnTo>
                    <a:pt x="2577143" y="694348"/>
                  </a:lnTo>
                  <a:lnTo>
                    <a:pt x="2538143" y="759897"/>
                  </a:lnTo>
                  <a:lnTo>
                    <a:pt x="2498776" y="828717"/>
                  </a:lnTo>
                  <a:lnTo>
                    <a:pt x="2459022" y="900503"/>
                  </a:lnTo>
                  <a:lnTo>
                    <a:pt x="2418898" y="974870"/>
                  </a:lnTo>
                  <a:lnTo>
                    <a:pt x="2378449" y="1051357"/>
                  </a:lnTo>
                  <a:lnTo>
                    <a:pt x="2337743" y="1129441"/>
                  </a:lnTo>
                  <a:lnTo>
                    <a:pt x="2296868" y="1208548"/>
                  </a:lnTo>
                  <a:lnTo>
                    <a:pt x="2255923" y="1288072"/>
                  </a:lnTo>
                  <a:lnTo>
                    <a:pt x="2215012" y="1367394"/>
                  </a:lnTo>
                  <a:lnTo>
                    <a:pt x="2174237" y="1445901"/>
                  </a:lnTo>
                  <a:lnTo>
                    <a:pt x="2133690" y="1523006"/>
                  </a:lnTo>
                  <a:lnTo>
                    <a:pt x="2093446" y="1598167"/>
                  </a:lnTo>
                  <a:lnTo>
                    <a:pt x="2053560" y="1670899"/>
                  </a:lnTo>
                  <a:lnTo>
                    <a:pt x="2014059" y="1740790"/>
                  </a:lnTo>
                  <a:lnTo>
                    <a:pt x="1974935" y="1807507"/>
                  </a:lnTo>
                  <a:lnTo>
                    <a:pt x="1936147" y="1870797"/>
                  </a:lnTo>
                  <a:lnTo>
                    <a:pt x="1897612" y="1930492"/>
                  </a:lnTo>
                  <a:lnTo>
                    <a:pt x="1859205" y="1986501"/>
                  </a:lnTo>
                  <a:lnTo>
                    <a:pt x="1820751" y="2038811"/>
                  </a:lnTo>
                  <a:lnTo>
                    <a:pt x="1782021" y="2087471"/>
                  </a:lnTo>
                  <a:lnTo>
                    <a:pt x="1768425" y="2103571"/>
                  </a:lnTo>
                  <a:lnTo>
                    <a:pt x="1720034" y="2156626"/>
                  </a:lnTo>
                  <a:lnTo>
                    <a:pt x="1670030" y="2204416"/>
                  </a:lnTo>
                  <a:lnTo>
                    <a:pt x="1617653" y="2247204"/>
                  </a:lnTo>
                  <a:lnTo>
                    <a:pt x="1562054" y="2285437"/>
                  </a:lnTo>
                  <a:lnTo>
                    <a:pt x="1502365" y="2319624"/>
                  </a:lnTo>
                  <a:lnTo>
                    <a:pt x="1437771" y="2350256"/>
                  </a:lnTo>
                  <a:lnTo>
                    <a:pt x="1367599" y="2377771"/>
                  </a:lnTo>
                  <a:lnTo>
                    <a:pt x="1291440" y="2402522"/>
                  </a:lnTo>
                  <a:lnTo>
                    <a:pt x="1209300" y="2424774"/>
                  </a:lnTo>
                  <a:lnTo>
                    <a:pt x="1121796" y="2444695"/>
                  </a:lnTo>
                  <a:lnTo>
                    <a:pt x="1030340" y="2462360"/>
                  </a:lnTo>
                  <a:lnTo>
                    <a:pt x="937285" y="2477769"/>
                  </a:lnTo>
                  <a:lnTo>
                    <a:pt x="845916" y="2490875"/>
                  </a:lnTo>
                  <a:lnTo>
                    <a:pt x="760219" y="2501629"/>
                  </a:lnTo>
                  <a:lnTo>
                    <a:pt x="684362" y="2510030"/>
                  </a:lnTo>
                  <a:lnTo>
                    <a:pt x="621957" y="2516176"/>
                  </a:lnTo>
                  <a:lnTo>
                    <a:pt x="575277" y="2520290"/>
                  </a:lnTo>
                  <a:lnTo>
                    <a:pt x="544679" y="2522715"/>
                  </a:lnTo>
                  <a:lnTo>
                    <a:pt x="528395" y="2523881"/>
                  </a:lnTo>
                  <a:lnTo>
                    <a:pt x="522684" y="2524252"/>
                  </a:lnTo>
                  <a:lnTo>
                    <a:pt x="522133" y="2524285"/>
                  </a:lnTo>
                  <a:lnTo>
                    <a:pt x="0" y="2524285"/>
                  </a:lnTo>
                  <a:lnTo>
                    <a:pt x="0" y="2524285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232" name="pg1232"/>
            <p:cNvSpPr/>
            <p:nvPr/>
          </p:nvSpPr>
          <p:spPr>
            <a:xfrm>
              <a:off x="386606" y="462707"/>
              <a:ext cx="8554953" cy="4444323"/>
            </a:xfrm>
            <a:custGeom>
              <a:avLst/>
              <a:pathLst>
                <a:path w="8554953" h="4444323">
                  <a:moveTo>
                    <a:pt x="0" y="3969961"/>
                  </a:moveTo>
                  <a:lnTo>
                    <a:pt x="522133" y="3969961"/>
                  </a:lnTo>
                  <a:lnTo>
                    <a:pt x="523399" y="3969975"/>
                  </a:lnTo>
                  <a:lnTo>
                    <a:pt x="531676" y="3970079"/>
                  </a:lnTo>
                  <a:lnTo>
                    <a:pt x="552371" y="3970366"/>
                  </a:lnTo>
                  <a:lnTo>
                    <a:pt x="588935" y="3970929"/>
                  </a:lnTo>
                  <a:lnTo>
                    <a:pt x="642549" y="3971851"/>
                  </a:lnTo>
                  <a:lnTo>
                    <a:pt x="712070" y="3973194"/>
                  </a:lnTo>
                  <a:lnTo>
                    <a:pt x="794418" y="3974994"/>
                  </a:lnTo>
                  <a:lnTo>
                    <a:pt x="885353" y="3977260"/>
                  </a:lnTo>
                  <a:lnTo>
                    <a:pt x="980368" y="3979989"/>
                  </a:lnTo>
                  <a:lnTo>
                    <a:pt x="1075448" y="3983169"/>
                  </a:lnTo>
                  <a:lnTo>
                    <a:pt x="1167508" y="3986794"/>
                  </a:lnTo>
                  <a:lnTo>
                    <a:pt x="1254527" y="3990870"/>
                  </a:lnTo>
                  <a:lnTo>
                    <a:pt x="1335455" y="3995425"/>
                  </a:lnTo>
                  <a:lnTo>
                    <a:pt x="1410016" y="4000501"/>
                  </a:lnTo>
                  <a:lnTo>
                    <a:pt x="1478487" y="4006164"/>
                  </a:lnTo>
                  <a:lnTo>
                    <a:pt x="1541500" y="4012496"/>
                  </a:lnTo>
                  <a:lnTo>
                    <a:pt x="1599891" y="4019594"/>
                  </a:lnTo>
                  <a:lnTo>
                    <a:pt x="1654588" y="4027561"/>
                  </a:lnTo>
                  <a:lnTo>
                    <a:pt x="1706524" y="4036493"/>
                  </a:lnTo>
                  <a:lnTo>
                    <a:pt x="1756555" y="4046459"/>
                  </a:lnTo>
                  <a:lnTo>
                    <a:pt x="1768425" y="4049021"/>
                  </a:lnTo>
                  <a:lnTo>
                    <a:pt x="1821420" y="4061356"/>
                  </a:lnTo>
                  <a:lnTo>
                    <a:pt x="1873902" y="4074967"/>
                  </a:lnTo>
                  <a:lnTo>
                    <a:pt x="1926425" y="4089875"/>
                  </a:lnTo>
                  <a:lnTo>
                    <a:pt x="1979363" y="4106050"/>
                  </a:lnTo>
                  <a:lnTo>
                    <a:pt x="2032935" y="4123416"/>
                  </a:lnTo>
                  <a:lnTo>
                    <a:pt x="2087219" y="4141839"/>
                  </a:lnTo>
                  <a:lnTo>
                    <a:pt x="2142179" y="4161135"/>
                  </a:lnTo>
                  <a:lnTo>
                    <a:pt x="2197675" y="4181073"/>
                  </a:lnTo>
                  <a:lnTo>
                    <a:pt x="2253499" y="4201385"/>
                  </a:lnTo>
                  <a:lnTo>
                    <a:pt x="2309397" y="4221779"/>
                  </a:lnTo>
                  <a:lnTo>
                    <a:pt x="2365108" y="4241963"/>
                  </a:lnTo>
                  <a:lnTo>
                    <a:pt x="2420393" y="4261652"/>
                  </a:lnTo>
                  <a:lnTo>
                    <a:pt x="2475070" y="4280594"/>
                  </a:lnTo>
                  <a:lnTo>
                    <a:pt x="2529042" y="4298576"/>
                  </a:lnTo>
                  <a:lnTo>
                    <a:pt x="2582320" y="4315435"/>
                  </a:lnTo>
                  <a:lnTo>
                    <a:pt x="2635042" y="4331065"/>
                  </a:lnTo>
                  <a:lnTo>
                    <a:pt x="2687491" y="4345408"/>
                  </a:lnTo>
                  <a:lnTo>
                    <a:pt x="2740117" y="4358459"/>
                  </a:lnTo>
                  <a:lnTo>
                    <a:pt x="2770117" y="4365263"/>
                  </a:lnTo>
                  <a:lnTo>
                    <a:pt x="2819800" y="4375482"/>
                  </a:lnTo>
                  <a:lnTo>
                    <a:pt x="2871203" y="4384660"/>
                  </a:lnTo>
                  <a:lnTo>
                    <a:pt x="2925150" y="4392851"/>
                  </a:lnTo>
                  <a:lnTo>
                    <a:pt x="2982564" y="4400149"/>
                  </a:lnTo>
                  <a:lnTo>
                    <a:pt x="3044380" y="4406657"/>
                  </a:lnTo>
                  <a:lnTo>
                    <a:pt x="3111466" y="4412473"/>
                  </a:lnTo>
                  <a:lnTo>
                    <a:pt x="3184516" y="4417684"/>
                  </a:lnTo>
                  <a:lnTo>
                    <a:pt x="3263908" y="4422360"/>
                  </a:lnTo>
                  <a:lnTo>
                    <a:pt x="3349520" y="4426549"/>
                  </a:lnTo>
                  <a:lnTo>
                    <a:pt x="3440509" y="4430281"/>
                  </a:lnTo>
                  <a:lnTo>
                    <a:pt x="3535103" y="4433568"/>
                  </a:lnTo>
                  <a:lnTo>
                    <a:pt x="3630471" y="4436407"/>
                  </a:lnTo>
                  <a:lnTo>
                    <a:pt x="3722794" y="4438786"/>
                  </a:lnTo>
                  <a:lnTo>
                    <a:pt x="3807627" y="4440698"/>
                  </a:lnTo>
                  <a:lnTo>
                    <a:pt x="3880584" y="4442149"/>
                  </a:lnTo>
                  <a:lnTo>
                    <a:pt x="3938225" y="4443168"/>
                  </a:lnTo>
                  <a:lnTo>
                    <a:pt x="3978885" y="4443811"/>
                  </a:lnTo>
                  <a:lnTo>
                    <a:pt x="4003175" y="4444156"/>
                  </a:lnTo>
                  <a:lnTo>
                    <a:pt x="4014022" y="4444295"/>
                  </a:lnTo>
                  <a:lnTo>
                    <a:pt x="4016409" y="4444323"/>
                  </a:lnTo>
                  <a:lnTo>
                    <a:pt x="4538543" y="4444323"/>
                  </a:lnTo>
                  <a:lnTo>
                    <a:pt x="4539434" y="4444228"/>
                  </a:lnTo>
                  <a:lnTo>
                    <a:pt x="4545306" y="4443553"/>
                  </a:lnTo>
                  <a:lnTo>
                    <a:pt x="4560153" y="4441685"/>
                  </a:lnTo>
                  <a:lnTo>
                    <a:pt x="4586803" y="4438007"/>
                  </a:lnTo>
                  <a:lnTo>
                    <a:pt x="4626731" y="4431939"/>
                  </a:lnTo>
                  <a:lnTo>
                    <a:pt x="4679943" y="4423000"/>
                  </a:lnTo>
                  <a:lnTo>
                    <a:pt x="4745063" y="4410849"/>
                  </a:lnTo>
                  <a:lnTo>
                    <a:pt x="4819643" y="4395299"/>
                  </a:lnTo>
                  <a:lnTo>
                    <a:pt x="4900631" y="4376301"/>
                  </a:lnTo>
                  <a:lnTo>
                    <a:pt x="4984867" y="4353897"/>
                  </a:lnTo>
                  <a:lnTo>
                    <a:pt x="5069501" y="4328160"/>
                  </a:lnTo>
                  <a:lnTo>
                    <a:pt x="5152240" y="4299142"/>
                  </a:lnTo>
                  <a:lnTo>
                    <a:pt x="5231457" y="4266825"/>
                  </a:lnTo>
                  <a:lnTo>
                    <a:pt x="5306159" y="4231096"/>
                  </a:lnTo>
                  <a:lnTo>
                    <a:pt x="5375898" y="4191728"/>
                  </a:lnTo>
                  <a:lnTo>
                    <a:pt x="5440643" y="4148381"/>
                  </a:lnTo>
                  <a:lnTo>
                    <a:pt x="5500669" y="4100600"/>
                  </a:lnTo>
                  <a:lnTo>
                    <a:pt x="5556445" y="4047829"/>
                  </a:lnTo>
                  <a:lnTo>
                    <a:pt x="5608563" y="3989432"/>
                  </a:lnTo>
                  <a:lnTo>
                    <a:pt x="5657669" y="3924734"/>
                  </a:lnTo>
                  <a:lnTo>
                    <a:pt x="5704421" y="3853079"/>
                  </a:lnTo>
                  <a:lnTo>
                    <a:pt x="5749440" y="3773940"/>
                  </a:lnTo>
                  <a:lnTo>
                    <a:pt x="5784835" y="3704544"/>
                  </a:lnTo>
                  <a:lnTo>
                    <a:pt x="5815666" y="3639053"/>
                  </a:lnTo>
                  <a:lnTo>
                    <a:pt x="5846230" y="3569598"/>
                  </a:lnTo>
                  <a:lnTo>
                    <a:pt x="5876659" y="3496098"/>
                  </a:lnTo>
                  <a:lnTo>
                    <a:pt x="5907064" y="3418517"/>
                  </a:lnTo>
                  <a:lnTo>
                    <a:pt x="5937532" y="3336862"/>
                  </a:lnTo>
                  <a:lnTo>
                    <a:pt x="5968132" y="3251193"/>
                  </a:lnTo>
                  <a:lnTo>
                    <a:pt x="5998916" y="3161622"/>
                  </a:lnTo>
                  <a:lnTo>
                    <a:pt x="6029918" y="3068318"/>
                  </a:lnTo>
                  <a:lnTo>
                    <a:pt x="6061157" y="2971507"/>
                  </a:lnTo>
                  <a:lnTo>
                    <a:pt x="6092639" y="2871472"/>
                  </a:lnTo>
                  <a:lnTo>
                    <a:pt x="6124355" y="2768552"/>
                  </a:lnTo>
                  <a:lnTo>
                    <a:pt x="6156286" y="2663138"/>
                  </a:lnTo>
                  <a:lnTo>
                    <a:pt x="6188401" y="2555665"/>
                  </a:lnTo>
                  <a:lnTo>
                    <a:pt x="6220662" y="2446611"/>
                  </a:lnTo>
                  <a:lnTo>
                    <a:pt x="6253025" y="2336483"/>
                  </a:lnTo>
                  <a:lnTo>
                    <a:pt x="6285439" y="2225811"/>
                  </a:lnTo>
                  <a:lnTo>
                    <a:pt x="6317854" y="2115135"/>
                  </a:lnTo>
                  <a:lnTo>
                    <a:pt x="6350218" y="2004995"/>
                  </a:lnTo>
                  <a:lnTo>
                    <a:pt x="6382481" y="1895921"/>
                  </a:lnTo>
                  <a:lnTo>
                    <a:pt x="6414598" y="1788421"/>
                  </a:lnTo>
                  <a:lnTo>
                    <a:pt x="6446532" y="1682973"/>
                  </a:lnTo>
                  <a:lnTo>
                    <a:pt x="6478251" y="1580012"/>
                  </a:lnTo>
                  <a:lnTo>
                    <a:pt x="6509737" y="1479932"/>
                  </a:lnTo>
                  <a:lnTo>
                    <a:pt x="6540980" y="1383071"/>
                  </a:lnTo>
                  <a:lnTo>
                    <a:pt x="6571985" y="1289712"/>
                  </a:lnTo>
                  <a:lnTo>
                    <a:pt x="6602772" y="1200084"/>
                  </a:lnTo>
                  <a:lnTo>
                    <a:pt x="6633375" y="1114356"/>
                  </a:lnTo>
                  <a:lnTo>
                    <a:pt x="6663844" y="1032641"/>
                  </a:lnTo>
                  <a:lnTo>
                    <a:pt x="6694249" y="954999"/>
                  </a:lnTo>
                  <a:lnTo>
                    <a:pt x="6724678" y="881439"/>
                  </a:lnTo>
                  <a:lnTo>
                    <a:pt x="6755239" y="811924"/>
                  </a:lnTo>
                  <a:lnTo>
                    <a:pt x="6786065" y="746374"/>
                  </a:lnTo>
                  <a:lnTo>
                    <a:pt x="6786527" y="745426"/>
                  </a:lnTo>
                  <a:lnTo>
                    <a:pt x="6830551" y="660067"/>
                  </a:lnTo>
                  <a:lnTo>
                    <a:pt x="6875862" y="582411"/>
                  </a:lnTo>
                  <a:lnTo>
                    <a:pt x="6923020" y="512154"/>
                  </a:lnTo>
                  <a:lnTo>
                    <a:pt x="6972659" y="448731"/>
                  </a:lnTo>
                  <a:lnTo>
                    <a:pt x="7025437" y="391479"/>
                  </a:lnTo>
                  <a:lnTo>
                    <a:pt x="7081995" y="339724"/>
                  </a:lnTo>
                  <a:lnTo>
                    <a:pt x="7142904" y="292844"/>
                  </a:lnTo>
                  <a:lnTo>
                    <a:pt x="7208606" y="250302"/>
                  </a:lnTo>
                  <a:lnTo>
                    <a:pt x="7279321" y="211663"/>
                  </a:lnTo>
                  <a:lnTo>
                    <a:pt x="7354950" y="176610"/>
                  </a:lnTo>
                  <a:lnTo>
                    <a:pt x="7434947" y="144939"/>
                  </a:lnTo>
                  <a:lnTo>
                    <a:pt x="7518202" y="116557"/>
                  </a:lnTo>
                  <a:lnTo>
                    <a:pt x="7602958" y="91461"/>
                  </a:lnTo>
                  <a:lnTo>
                    <a:pt x="7686801" y="69713"/>
                  </a:lnTo>
                  <a:lnTo>
                    <a:pt x="7766795" y="51383"/>
                  </a:lnTo>
                  <a:lnTo>
                    <a:pt x="7839766" y="36500"/>
                  </a:lnTo>
                  <a:lnTo>
                    <a:pt x="7902739" y="24992"/>
                  </a:lnTo>
                  <a:lnTo>
                    <a:pt x="7953440" y="16641"/>
                  </a:lnTo>
                  <a:lnTo>
                    <a:pt x="7990744" y="11079"/>
                  </a:lnTo>
                  <a:lnTo>
                    <a:pt x="8014943" y="7800"/>
                  </a:lnTo>
                  <a:lnTo>
                    <a:pt x="8027788" y="6212"/>
                  </a:lnTo>
                  <a:lnTo>
                    <a:pt x="8032348" y="5696"/>
                  </a:lnTo>
                  <a:lnTo>
                    <a:pt x="8032819" y="5647"/>
                  </a:lnTo>
                  <a:lnTo>
                    <a:pt x="8554953" y="5647"/>
                  </a:lnTo>
                  <a:lnTo>
                    <a:pt x="8554953" y="0"/>
                  </a:lnTo>
                  <a:lnTo>
                    <a:pt x="8032819" y="0"/>
                  </a:lnTo>
                  <a:lnTo>
                    <a:pt x="8031928" y="94"/>
                  </a:lnTo>
                  <a:lnTo>
                    <a:pt x="8026056" y="770"/>
                  </a:lnTo>
                  <a:lnTo>
                    <a:pt x="8011209" y="2637"/>
                  </a:lnTo>
                  <a:lnTo>
                    <a:pt x="7984559" y="6316"/>
                  </a:lnTo>
                  <a:lnTo>
                    <a:pt x="7944631" y="12383"/>
                  </a:lnTo>
                  <a:lnTo>
                    <a:pt x="7891419" y="21322"/>
                  </a:lnTo>
                  <a:lnTo>
                    <a:pt x="7826298" y="33474"/>
                  </a:lnTo>
                  <a:lnTo>
                    <a:pt x="7751718" y="49024"/>
                  </a:lnTo>
                  <a:lnTo>
                    <a:pt x="7670731" y="68022"/>
                  </a:lnTo>
                  <a:lnTo>
                    <a:pt x="7586495" y="90426"/>
                  </a:lnTo>
                  <a:lnTo>
                    <a:pt x="7501861" y="116162"/>
                  </a:lnTo>
                  <a:lnTo>
                    <a:pt x="7419122" y="145181"/>
                  </a:lnTo>
                  <a:lnTo>
                    <a:pt x="7339905" y="177498"/>
                  </a:lnTo>
                  <a:lnTo>
                    <a:pt x="7265203" y="213227"/>
                  </a:lnTo>
                  <a:lnTo>
                    <a:pt x="7195464" y="252594"/>
                  </a:lnTo>
                  <a:lnTo>
                    <a:pt x="7130718" y="295941"/>
                  </a:lnTo>
                  <a:lnTo>
                    <a:pt x="7070693" y="343723"/>
                  </a:lnTo>
                  <a:lnTo>
                    <a:pt x="7014917" y="396494"/>
                  </a:lnTo>
                  <a:lnTo>
                    <a:pt x="6962799" y="454890"/>
                  </a:lnTo>
                  <a:lnTo>
                    <a:pt x="6913693" y="519589"/>
                  </a:lnTo>
                  <a:lnTo>
                    <a:pt x="6866941" y="591244"/>
                  </a:lnTo>
                  <a:lnTo>
                    <a:pt x="6821922" y="670382"/>
                  </a:lnTo>
                  <a:lnTo>
                    <a:pt x="6786527" y="739779"/>
                  </a:lnTo>
                  <a:lnTo>
                    <a:pt x="6755696" y="805270"/>
                  </a:lnTo>
                  <a:lnTo>
                    <a:pt x="6725132" y="874725"/>
                  </a:lnTo>
                  <a:lnTo>
                    <a:pt x="6694703" y="948224"/>
                  </a:lnTo>
                  <a:lnTo>
                    <a:pt x="6664298" y="1025806"/>
                  </a:lnTo>
                  <a:lnTo>
                    <a:pt x="6633830" y="1107460"/>
                  </a:lnTo>
                  <a:lnTo>
                    <a:pt x="6603230" y="1193129"/>
                  </a:lnTo>
                  <a:lnTo>
                    <a:pt x="6572446" y="1282700"/>
                  </a:lnTo>
                  <a:lnTo>
                    <a:pt x="6541444" y="1376004"/>
                  </a:lnTo>
                  <a:lnTo>
                    <a:pt x="6510205" y="1472816"/>
                  </a:lnTo>
                  <a:lnTo>
                    <a:pt x="6478723" y="1572850"/>
                  </a:lnTo>
                  <a:lnTo>
                    <a:pt x="6447007" y="1675770"/>
                  </a:lnTo>
                  <a:lnTo>
                    <a:pt x="6415076" y="1781185"/>
                  </a:lnTo>
                  <a:lnTo>
                    <a:pt x="6382961" y="1888658"/>
                  </a:lnTo>
                  <a:lnTo>
                    <a:pt x="6350700" y="1997712"/>
                  </a:lnTo>
                  <a:lnTo>
                    <a:pt x="6318337" y="2107840"/>
                  </a:lnTo>
                  <a:lnTo>
                    <a:pt x="6285923" y="2218512"/>
                  </a:lnTo>
                  <a:lnTo>
                    <a:pt x="6253508" y="2329188"/>
                  </a:lnTo>
                  <a:lnTo>
                    <a:pt x="6221144" y="2439328"/>
                  </a:lnTo>
                  <a:lnTo>
                    <a:pt x="6188881" y="2548401"/>
                  </a:lnTo>
                  <a:lnTo>
                    <a:pt x="6156764" y="2655901"/>
                  </a:lnTo>
                  <a:lnTo>
                    <a:pt x="6124830" y="2761350"/>
                  </a:lnTo>
                  <a:lnTo>
                    <a:pt x="6093111" y="2864310"/>
                  </a:lnTo>
                  <a:lnTo>
                    <a:pt x="6061625" y="2964391"/>
                  </a:lnTo>
                  <a:lnTo>
                    <a:pt x="6030382" y="3061252"/>
                  </a:lnTo>
                  <a:lnTo>
                    <a:pt x="5999377" y="3154610"/>
                  </a:lnTo>
                  <a:lnTo>
                    <a:pt x="5968590" y="3244238"/>
                  </a:lnTo>
                  <a:lnTo>
                    <a:pt x="5937987" y="3329967"/>
                  </a:lnTo>
                  <a:lnTo>
                    <a:pt x="5907517" y="3411682"/>
                  </a:lnTo>
                  <a:lnTo>
                    <a:pt x="5877113" y="3489324"/>
                  </a:lnTo>
                  <a:lnTo>
                    <a:pt x="5846684" y="3562884"/>
                  </a:lnTo>
                  <a:lnTo>
                    <a:pt x="5816123" y="3632399"/>
                  </a:lnTo>
                  <a:lnTo>
                    <a:pt x="5785297" y="3697948"/>
                  </a:lnTo>
                  <a:lnTo>
                    <a:pt x="5784835" y="3698897"/>
                  </a:lnTo>
                  <a:lnTo>
                    <a:pt x="5740811" y="3784256"/>
                  </a:lnTo>
                  <a:lnTo>
                    <a:pt x="5695500" y="3861911"/>
                  </a:lnTo>
                  <a:lnTo>
                    <a:pt x="5648342" y="3932169"/>
                  </a:lnTo>
                  <a:lnTo>
                    <a:pt x="5598703" y="3995591"/>
                  </a:lnTo>
                  <a:lnTo>
                    <a:pt x="5545925" y="4052844"/>
                  </a:lnTo>
                  <a:lnTo>
                    <a:pt x="5489367" y="4104599"/>
                  </a:lnTo>
                  <a:lnTo>
                    <a:pt x="5428458" y="4151479"/>
                  </a:lnTo>
                  <a:lnTo>
                    <a:pt x="5362756" y="4194021"/>
                  </a:lnTo>
                  <a:lnTo>
                    <a:pt x="5292041" y="4232659"/>
                  </a:lnTo>
                  <a:lnTo>
                    <a:pt x="5216412" y="4267712"/>
                  </a:lnTo>
                  <a:lnTo>
                    <a:pt x="5136415" y="4299383"/>
                  </a:lnTo>
                  <a:lnTo>
                    <a:pt x="5053160" y="4327766"/>
                  </a:lnTo>
                  <a:lnTo>
                    <a:pt x="4968404" y="4352861"/>
                  </a:lnTo>
                  <a:lnTo>
                    <a:pt x="4884561" y="4374610"/>
                  </a:lnTo>
                  <a:lnTo>
                    <a:pt x="4804567" y="4392940"/>
                  </a:lnTo>
                  <a:lnTo>
                    <a:pt x="4731596" y="4407822"/>
                  </a:lnTo>
                  <a:lnTo>
                    <a:pt x="4668623" y="4419331"/>
                  </a:lnTo>
                  <a:lnTo>
                    <a:pt x="4617922" y="4427681"/>
                  </a:lnTo>
                  <a:lnTo>
                    <a:pt x="4580618" y="4433244"/>
                  </a:lnTo>
                  <a:lnTo>
                    <a:pt x="4556419" y="4436523"/>
                  </a:lnTo>
                  <a:lnTo>
                    <a:pt x="4543573" y="4438110"/>
                  </a:lnTo>
                  <a:lnTo>
                    <a:pt x="4539014" y="4438626"/>
                  </a:lnTo>
                  <a:lnTo>
                    <a:pt x="4538543" y="4438676"/>
                  </a:lnTo>
                  <a:lnTo>
                    <a:pt x="4016409" y="4438676"/>
                  </a:lnTo>
                  <a:lnTo>
                    <a:pt x="4015143" y="4438661"/>
                  </a:lnTo>
                  <a:lnTo>
                    <a:pt x="4006866" y="4438558"/>
                  </a:lnTo>
                  <a:lnTo>
                    <a:pt x="3986171" y="4438271"/>
                  </a:lnTo>
                  <a:lnTo>
                    <a:pt x="3949607" y="4437708"/>
                  </a:lnTo>
                  <a:lnTo>
                    <a:pt x="3895993" y="4436786"/>
                  </a:lnTo>
                  <a:lnTo>
                    <a:pt x="3826472" y="4435443"/>
                  </a:lnTo>
                  <a:lnTo>
                    <a:pt x="3744124" y="4433643"/>
                  </a:lnTo>
                  <a:lnTo>
                    <a:pt x="3653190" y="4431376"/>
                  </a:lnTo>
                  <a:lnTo>
                    <a:pt x="3558174" y="4428647"/>
                  </a:lnTo>
                  <a:lnTo>
                    <a:pt x="3463094" y="4425468"/>
                  </a:lnTo>
                  <a:lnTo>
                    <a:pt x="3371034" y="4421843"/>
                  </a:lnTo>
                  <a:lnTo>
                    <a:pt x="3284015" y="4417766"/>
                  </a:lnTo>
                  <a:lnTo>
                    <a:pt x="3203088" y="4413212"/>
                  </a:lnTo>
                  <a:lnTo>
                    <a:pt x="3128526" y="4408136"/>
                  </a:lnTo>
                  <a:lnTo>
                    <a:pt x="3060055" y="4402473"/>
                  </a:lnTo>
                  <a:lnTo>
                    <a:pt x="2997043" y="4396141"/>
                  </a:lnTo>
                  <a:lnTo>
                    <a:pt x="2938651" y="4389043"/>
                  </a:lnTo>
                  <a:lnTo>
                    <a:pt x="2883954" y="4381076"/>
                  </a:lnTo>
                  <a:lnTo>
                    <a:pt x="2832018" y="4372143"/>
                  </a:lnTo>
                  <a:lnTo>
                    <a:pt x="2781987" y="4362177"/>
                  </a:lnTo>
                  <a:lnTo>
                    <a:pt x="2770117" y="4359616"/>
                  </a:lnTo>
                  <a:lnTo>
                    <a:pt x="2717123" y="4347281"/>
                  </a:lnTo>
                  <a:lnTo>
                    <a:pt x="2664641" y="4333669"/>
                  </a:lnTo>
                  <a:lnTo>
                    <a:pt x="2612117" y="4318762"/>
                  </a:lnTo>
                  <a:lnTo>
                    <a:pt x="2559179" y="4302586"/>
                  </a:lnTo>
                  <a:lnTo>
                    <a:pt x="2505608" y="4285221"/>
                  </a:lnTo>
                  <a:lnTo>
                    <a:pt x="2451323" y="4266798"/>
                  </a:lnTo>
                  <a:lnTo>
                    <a:pt x="2396363" y="4247501"/>
                  </a:lnTo>
                  <a:lnTo>
                    <a:pt x="2340867" y="4227564"/>
                  </a:lnTo>
                  <a:lnTo>
                    <a:pt x="2285043" y="4207252"/>
                  </a:lnTo>
                  <a:lnTo>
                    <a:pt x="2229145" y="4186857"/>
                  </a:lnTo>
                  <a:lnTo>
                    <a:pt x="2173434" y="4166674"/>
                  </a:lnTo>
                  <a:lnTo>
                    <a:pt x="2118150" y="4146985"/>
                  </a:lnTo>
                  <a:lnTo>
                    <a:pt x="2063473" y="4128043"/>
                  </a:lnTo>
                  <a:lnTo>
                    <a:pt x="2009500" y="4110061"/>
                  </a:lnTo>
                  <a:lnTo>
                    <a:pt x="1956222" y="4093201"/>
                  </a:lnTo>
                  <a:lnTo>
                    <a:pt x="1903501" y="4077572"/>
                  </a:lnTo>
                  <a:lnTo>
                    <a:pt x="1851051" y="4063229"/>
                  </a:lnTo>
                  <a:lnTo>
                    <a:pt x="1798426" y="4050178"/>
                  </a:lnTo>
                  <a:lnTo>
                    <a:pt x="1768425" y="4043374"/>
                  </a:lnTo>
                  <a:lnTo>
                    <a:pt x="1718742" y="4033155"/>
                  </a:lnTo>
                  <a:lnTo>
                    <a:pt x="1667339" y="4023977"/>
                  </a:lnTo>
                  <a:lnTo>
                    <a:pt x="1613392" y="4015785"/>
                  </a:lnTo>
                  <a:lnTo>
                    <a:pt x="1555978" y="4008487"/>
                  </a:lnTo>
                  <a:lnTo>
                    <a:pt x="1494162" y="4001980"/>
                  </a:lnTo>
                  <a:lnTo>
                    <a:pt x="1427076" y="3996164"/>
                  </a:lnTo>
                  <a:lnTo>
                    <a:pt x="1354026" y="3990952"/>
                  </a:lnTo>
                  <a:lnTo>
                    <a:pt x="1274634" y="3986277"/>
                  </a:lnTo>
                  <a:lnTo>
                    <a:pt x="1189022" y="3982088"/>
                  </a:lnTo>
                  <a:lnTo>
                    <a:pt x="1098033" y="3978356"/>
                  </a:lnTo>
                  <a:lnTo>
                    <a:pt x="1003439" y="3975068"/>
                  </a:lnTo>
                  <a:lnTo>
                    <a:pt x="908071" y="3972230"/>
                  </a:lnTo>
                  <a:lnTo>
                    <a:pt x="815748" y="3969851"/>
                  </a:lnTo>
                  <a:lnTo>
                    <a:pt x="730915" y="3967939"/>
                  </a:lnTo>
                  <a:lnTo>
                    <a:pt x="657958" y="3966488"/>
                  </a:lnTo>
                  <a:lnTo>
                    <a:pt x="600317" y="3965469"/>
                  </a:lnTo>
                  <a:lnTo>
                    <a:pt x="559657" y="3964826"/>
                  </a:lnTo>
                  <a:lnTo>
                    <a:pt x="535367" y="3964481"/>
                  </a:lnTo>
                  <a:lnTo>
                    <a:pt x="524520" y="3964342"/>
                  </a:lnTo>
                  <a:lnTo>
                    <a:pt x="522133" y="3964314"/>
                  </a:lnTo>
                  <a:lnTo>
                    <a:pt x="0" y="3964314"/>
                  </a:lnTo>
                  <a:close/>
                </a:path>
              </a:pathLst>
            </a:custGeom>
            <a:solidFill>
              <a:srgbClr val="67C1B3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1233" name="pl1233"/>
            <p:cNvSpPr/>
            <p:nvPr/>
          </p:nvSpPr>
          <p:spPr>
            <a:xfrm>
              <a:off x="386606" y="468354"/>
              <a:ext cx="8554953" cy="4438676"/>
            </a:xfrm>
            <a:custGeom>
              <a:avLst/>
              <a:pathLst>
                <a:path w="8554953" h="4438676">
                  <a:moveTo>
                    <a:pt x="0" y="3964314"/>
                  </a:moveTo>
                  <a:lnTo>
                    <a:pt x="522133" y="3964314"/>
                  </a:lnTo>
                  <a:lnTo>
                    <a:pt x="523399" y="3964328"/>
                  </a:lnTo>
                  <a:lnTo>
                    <a:pt x="531676" y="3964432"/>
                  </a:lnTo>
                  <a:lnTo>
                    <a:pt x="552371" y="3964719"/>
                  </a:lnTo>
                  <a:lnTo>
                    <a:pt x="588935" y="3965282"/>
                  </a:lnTo>
                  <a:lnTo>
                    <a:pt x="642549" y="3966204"/>
                  </a:lnTo>
                  <a:lnTo>
                    <a:pt x="712070" y="3967547"/>
                  </a:lnTo>
                  <a:lnTo>
                    <a:pt x="794418" y="3969346"/>
                  </a:lnTo>
                  <a:lnTo>
                    <a:pt x="885353" y="3971613"/>
                  </a:lnTo>
                  <a:lnTo>
                    <a:pt x="980368" y="3974342"/>
                  </a:lnTo>
                  <a:lnTo>
                    <a:pt x="1075448" y="3977522"/>
                  </a:lnTo>
                  <a:lnTo>
                    <a:pt x="1167508" y="3981146"/>
                  </a:lnTo>
                  <a:lnTo>
                    <a:pt x="1254527" y="3985223"/>
                  </a:lnTo>
                  <a:lnTo>
                    <a:pt x="1335455" y="3989777"/>
                  </a:lnTo>
                  <a:lnTo>
                    <a:pt x="1410016" y="3994854"/>
                  </a:lnTo>
                  <a:lnTo>
                    <a:pt x="1478487" y="4000517"/>
                  </a:lnTo>
                  <a:lnTo>
                    <a:pt x="1541500" y="4006849"/>
                  </a:lnTo>
                  <a:lnTo>
                    <a:pt x="1599891" y="4013946"/>
                  </a:lnTo>
                  <a:lnTo>
                    <a:pt x="1654588" y="4021913"/>
                  </a:lnTo>
                  <a:lnTo>
                    <a:pt x="1706524" y="4030846"/>
                  </a:lnTo>
                  <a:lnTo>
                    <a:pt x="1756555" y="4040812"/>
                  </a:lnTo>
                  <a:lnTo>
                    <a:pt x="1768425" y="4043374"/>
                  </a:lnTo>
                  <a:lnTo>
                    <a:pt x="1821420" y="4055708"/>
                  </a:lnTo>
                  <a:lnTo>
                    <a:pt x="1873902" y="4069320"/>
                  </a:lnTo>
                  <a:lnTo>
                    <a:pt x="1926425" y="4084228"/>
                  </a:lnTo>
                  <a:lnTo>
                    <a:pt x="1979363" y="4100403"/>
                  </a:lnTo>
                  <a:lnTo>
                    <a:pt x="2032935" y="4117769"/>
                  </a:lnTo>
                  <a:lnTo>
                    <a:pt x="2087219" y="4136192"/>
                  </a:lnTo>
                  <a:lnTo>
                    <a:pt x="2142179" y="4155488"/>
                  </a:lnTo>
                  <a:lnTo>
                    <a:pt x="2197675" y="4175426"/>
                  </a:lnTo>
                  <a:lnTo>
                    <a:pt x="2253499" y="4195737"/>
                  </a:lnTo>
                  <a:lnTo>
                    <a:pt x="2309397" y="4216132"/>
                  </a:lnTo>
                  <a:lnTo>
                    <a:pt x="2365108" y="4236316"/>
                  </a:lnTo>
                  <a:lnTo>
                    <a:pt x="2420393" y="4256005"/>
                  </a:lnTo>
                  <a:lnTo>
                    <a:pt x="2475070" y="4274947"/>
                  </a:lnTo>
                  <a:lnTo>
                    <a:pt x="2529042" y="4292928"/>
                  </a:lnTo>
                  <a:lnTo>
                    <a:pt x="2582320" y="4309788"/>
                  </a:lnTo>
                  <a:lnTo>
                    <a:pt x="2635042" y="4325418"/>
                  </a:lnTo>
                  <a:lnTo>
                    <a:pt x="2687491" y="4339761"/>
                  </a:lnTo>
                  <a:lnTo>
                    <a:pt x="2740117" y="4352812"/>
                  </a:lnTo>
                  <a:lnTo>
                    <a:pt x="2770117" y="4359616"/>
                  </a:lnTo>
                  <a:lnTo>
                    <a:pt x="2819800" y="4369835"/>
                  </a:lnTo>
                  <a:lnTo>
                    <a:pt x="2871203" y="4379012"/>
                  </a:lnTo>
                  <a:lnTo>
                    <a:pt x="2925150" y="4387204"/>
                  </a:lnTo>
                  <a:lnTo>
                    <a:pt x="2982564" y="4394502"/>
                  </a:lnTo>
                  <a:lnTo>
                    <a:pt x="3044380" y="4401010"/>
                  </a:lnTo>
                  <a:lnTo>
                    <a:pt x="3111466" y="4406826"/>
                  </a:lnTo>
                  <a:lnTo>
                    <a:pt x="3184516" y="4412037"/>
                  </a:lnTo>
                  <a:lnTo>
                    <a:pt x="3263908" y="4416712"/>
                  </a:lnTo>
                  <a:lnTo>
                    <a:pt x="3349520" y="4420901"/>
                  </a:lnTo>
                  <a:lnTo>
                    <a:pt x="3440509" y="4424634"/>
                  </a:lnTo>
                  <a:lnTo>
                    <a:pt x="3535103" y="4427921"/>
                  </a:lnTo>
                  <a:lnTo>
                    <a:pt x="3630471" y="4430760"/>
                  </a:lnTo>
                  <a:lnTo>
                    <a:pt x="3722794" y="4433139"/>
                  </a:lnTo>
                  <a:lnTo>
                    <a:pt x="3807627" y="4435051"/>
                  </a:lnTo>
                  <a:lnTo>
                    <a:pt x="3880584" y="4436502"/>
                  </a:lnTo>
                  <a:lnTo>
                    <a:pt x="3938225" y="4437521"/>
                  </a:lnTo>
                  <a:lnTo>
                    <a:pt x="3978885" y="4438164"/>
                  </a:lnTo>
                  <a:lnTo>
                    <a:pt x="4003175" y="4438509"/>
                  </a:lnTo>
                  <a:lnTo>
                    <a:pt x="4014022" y="4438648"/>
                  </a:lnTo>
                  <a:lnTo>
                    <a:pt x="4016391" y="4438676"/>
                  </a:lnTo>
                  <a:lnTo>
                    <a:pt x="4016409" y="4438676"/>
                  </a:lnTo>
                  <a:lnTo>
                    <a:pt x="4538543" y="4438676"/>
                  </a:lnTo>
                  <a:lnTo>
                    <a:pt x="4539434" y="4438581"/>
                  </a:lnTo>
                  <a:lnTo>
                    <a:pt x="4545306" y="4437905"/>
                  </a:lnTo>
                  <a:lnTo>
                    <a:pt x="4560153" y="4436038"/>
                  </a:lnTo>
                  <a:lnTo>
                    <a:pt x="4586803" y="4432360"/>
                  </a:lnTo>
                  <a:lnTo>
                    <a:pt x="4626731" y="4426292"/>
                  </a:lnTo>
                  <a:lnTo>
                    <a:pt x="4679943" y="4417353"/>
                  </a:lnTo>
                  <a:lnTo>
                    <a:pt x="4745063" y="4405202"/>
                  </a:lnTo>
                  <a:lnTo>
                    <a:pt x="4819643" y="4389652"/>
                  </a:lnTo>
                  <a:lnTo>
                    <a:pt x="4900631" y="4370654"/>
                  </a:lnTo>
                  <a:lnTo>
                    <a:pt x="4984867" y="4348250"/>
                  </a:lnTo>
                  <a:lnTo>
                    <a:pt x="5069501" y="4322513"/>
                  </a:lnTo>
                  <a:lnTo>
                    <a:pt x="5152240" y="4293495"/>
                  </a:lnTo>
                  <a:lnTo>
                    <a:pt x="5231457" y="4261178"/>
                  </a:lnTo>
                  <a:lnTo>
                    <a:pt x="5306159" y="4225448"/>
                  </a:lnTo>
                  <a:lnTo>
                    <a:pt x="5375898" y="4186081"/>
                  </a:lnTo>
                  <a:lnTo>
                    <a:pt x="5440643" y="4142734"/>
                  </a:lnTo>
                  <a:lnTo>
                    <a:pt x="5500669" y="4094953"/>
                  </a:lnTo>
                  <a:lnTo>
                    <a:pt x="5556445" y="4042182"/>
                  </a:lnTo>
                  <a:lnTo>
                    <a:pt x="5608563" y="3983785"/>
                  </a:lnTo>
                  <a:lnTo>
                    <a:pt x="5657669" y="3919087"/>
                  </a:lnTo>
                  <a:lnTo>
                    <a:pt x="5704421" y="3847431"/>
                  </a:lnTo>
                  <a:lnTo>
                    <a:pt x="5749440" y="3768293"/>
                  </a:lnTo>
                  <a:lnTo>
                    <a:pt x="5784835" y="3698897"/>
                  </a:lnTo>
                  <a:lnTo>
                    <a:pt x="5815666" y="3633406"/>
                  </a:lnTo>
                  <a:lnTo>
                    <a:pt x="5846230" y="3563950"/>
                  </a:lnTo>
                  <a:lnTo>
                    <a:pt x="5876659" y="3490451"/>
                  </a:lnTo>
                  <a:lnTo>
                    <a:pt x="5907064" y="3412870"/>
                  </a:lnTo>
                  <a:lnTo>
                    <a:pt x="5937532" y="3331215"/>
                  </a:lnTo>
                  <a:lnTo>
                    <a:pt x="5968132" y="3245546"/>
                  </a:lnTo>
                  <a:lnTo>
                    <a:pt x="5998916" y="3155975"/>
                  </a:lnTo>
                  <a:lnTo>
                    <a:pt x="6029918" y="3062671"/>
                  </a:lnTo>
                  <a:lnTo>
                    <a:pt x="6061157" y="2965860"/>
                  </a:lnTo>
                  <a:lnTo>
                    <a:pt x="6092639" y="2865825"/>
                  </a:lnTo>
                  <a:lnTo>
                    <a:pt x="6124355" y="2762905"/>
                  </a:lnTo>
                  <a:lnTo>
                    <a:pt x="6156286" y="2657490"/>
                  </a:lnTo>
                  <a:lnTo>
                    <a:pt x="6188401" y="2550018"/>
                  </a:lnTo>
                  <a:lnTo>
                    <a:pt x="6220662" y="2440964"/>
                  </a:lnTo>
                  <a:lnTo>
                    <a:pt x="6253025" y="2330836"/>
                  </a:lnTo>
                  <a:lnTo>
                    <a:pt x="6285439" y="2220164"/>
                  </a:lnTo>
                  <a:lnTo>
                    <a:pt x="6317854" y="2109488"/>
                  </a:lnTo>
                  <a:lnTo>
                    <a:pt x="6350218" y="1999348"/>
                  </a:lnTo>
                  <a:lnTo>
                    <a:pt x="6382481" y="1890274"/>
                  </a:lnTo>
                  <a:lnTo>
                    <a:pt x="6414598" y="1782774"/>
                  </a:lnTo>
                  <a:lnTo>
                    <a:pt x="6446532" y="1677325"/>
                  </a:lnTo>
                  <a:lnTo>
                    <a:pt x="6478251" y="1574365"/>
                  </a:lnTo>
                  <a:lnTo>
                    <a:pt x="6509737" y="1474285"/>
                  </a:lnTo>
                  <a:lnTo>
                    <a:pt x="6540980" y="1377423"/>
                  </a:lnTo>
                  <a:lnTo>
                    <a:pt x="6571985" y="1284065"/>
                  </a:lnTo>
                  <a:lnTo>
                    <a:pt x="6602772" y="1194437"/>
                  </a:lnTo>
                  <a:lnTo>
                    <a:pt x="6633375" y="1108709"/>
                  </a:lnTo>
                  <a:lnTo>
                    <a:pt x="6663844" y="1026994"/>
                  </a:lnTo>
                  <a:lnTo>
                    <a:pt x="6694249" y="949352"/>
                  </a:lnTo>
                  <a:lnTo>
                    <a:pt x="6724678" y="875792"/>
                  </a:lnTo>
                  <a:lnTo>
                    <a:pt x="6755239" y="806277"/>
                  </a:lnTo>
                  <a:lnTo>
                    <a:pt x="6786065" y="740727"/>
                  </a:lnTo>
                  <a:lnTo>
                    <a:pt x="6786527" y="739779"/>
                  </a:lnTo>
                  <a:lnTo>
                    <a:pt x="6830551" y="654420"/>
                  </a:lnTo>
                  <a:lnTo>
                    <a:pt x="6875862" y="576764"/>
                  </a:lnTo>
                  <a:lnTo>
                    <a:pt x="6923020" y="506506"/>
                  </a:lnTo>
                  <a:lnTo>
                    <a:pt x="6972659" y="443084"/>
                  </a:lnTo>
                  <a:lnTo>
                    <a:pt x="7025437" y="385832"/>
                  </a:lnTo>
                  <a:lnTo>
                    <a:pt x="7081995" y="334077"/>
                  </a:lnTo>
                  <a:lnTo>
                    <a:pt x="7142904" y="287197"/>
                  </a:lnTo>
                  <a:lnTo>
                    <a:pt x="7208606" y="244654"/>
                  </a:lnTo>
                  <a:lnTo>
                    <a:pt x="7279321" y="206016"/>
                  </a:lnTo>
                  <a:lnTo>
                    <a:pt x="7354950" y="170963"/>
                  </a:lnTo>
                  <a:lnTo>
                    <a:pt x="7434947" y="139292"/>
                  </a:lnTo>
                  <a:lnTo>
                    <a:pt x="7518202" y="110909"/>
                  </a:lnTo>
                  <a:lnTo>
                    <a:pt x="7602958" y="85814"/>
                  </a:lnTo>
                  <a:lnTo>
                    <a:pt x="7686801" y="64066"/>
                  </a:lnTo>
                  <a:lnTo>
                    <a:pt x="7766795" y="45736"/>
                  </a:lnTo>
                  <a:lnTo>
                    <a:pt x="7839766" y="30853"/>
                  </a:lnTo>
                  <a:lnTo>
                    <a:pt x="7902739" y="19344"/>
                  </a:lnTo>
                  <a:lnTo>
                    <a:pt x="7953440" y="10994"/>
                  </a:lnTo>
                  <a:lnTo>
                    <a:pt x="7990744" y="5432"/>
                  </a:lnTo>
                  <a:lnTo>
                    <a:pt x="8014943" y="2152"/>
                  </a:lnTo>
                  <a:lnTo>
                    <a:pt x="8027788" y="565"/>
                  </a:lnTo>
                  <a:lnTo>
                    <a:pt x="8032348" y="49"/>
                  </a:lnTo>
                  <a:lnTo>
                    <a:pt x="8032819" y="0"/>
                  </a:lnTo>
                  <a:lnTo>
                    <a:pt x="8554953" y="0"/>
                  </a:lnTo>
                  <a:lnTo>
                    <a:pt x="8554953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234" name="pl1234"/>
            <p:cNvSpPr/>
            <p:nvPr/>
          </p:nvSpPr>
          <p:spPr>
            <a:xfrm>
              <a:off x="386606" y="462707"/>
              <a:ext cx="8554953" cy="4438676"/>
            </a:xfrm>
            <a:custGeom>
              <a:avLst/>
              <a:pathLst>
                <a:path w="8554953" h="4438676">
                  <a:moveTo>
                    <a:pt x="8554953" y="0"/>
                  </a:moveTo>
                  <a:lnTo>
                    <a:pt x="8032819" y="0"/>
                  </a:lnTo>
                  <a:lnTo>
                    <a:pt x="8031928" y="94"/>
                  </a:lnTo>
                  <a:lnTo>
                    <a:pt x="8026056" y="770"/>
                  </a:lnTo>
                  <a:lnTo>
                    <a:pt x="8011209" y="2637"/>
                  </a:lnTo>
                  <a:lnTo>
                    <a:pt x="7984559" y="6316"/>
                  </a:lnTo>
                  <a:lnTo>
                    <a:pt x="7944631" y="12383"/>
                  </a:lnTo>
                  <a:lnTo>
                    <a:pt x="7891419" y="21322"/>
                  </a:lnTo>
                  <a:lnTo>
                    <a:pt x="7826298" y="33474"/>
                  </a:lnTo>
                  <a:lnTo>
                    <a:pt x="7751718" y="49024"/>
                  </a:lnTo>
                  <a:lnTo>
                    <a:pt x="7670731" y="68022"/>
                  </a:lnTo>
                  <a:lnTo>
                    <a:pt x="7586495" y="90426"/>
                  </a:lnTo>
                  <a:lnTo>
                    <a:pt x="7501861" y="116162"/>
                  </a:lnTo>
                  <a:lnTo>
                    <a:pt x="7419122" y="145181"/>
                  </a:lnTo>
                  <a:lnTo>
                    <a:pt x="7339905" y="177498"/>
                  </a:lnTo>
                  <a:lnTo>
                    <a:pt x="7265203" y="213227"/>
                  </a:lnTo>
                  <a:lnTo>
                    <a:pt x="7195464" y="252594"/>
                  </a:lnTo>
                  <a:lnTo>
                    <a:pt x="7130718" y="295941"/>
                  </a:lnTo>
                  <a:lnTo>
                    <a:pt x="7070693" y="343723"/>
                  </a:lnTo>
                  <a:lnTo>
                    <a:pt x="7014917" y="396494"/>
                  </a:lnTo>
                  <a:lnTo>
                    <a:pt x="6962799" y="454890"/>
                  </a:lnTo>
                  <a:lnTo>
                    <a:pt x="6913693" y="519589"/>
                  </a:lnTo>
                  <a:lnTo>
                    <a:pt x="6866941" y="591244"/>
                  </a:lnTo>
                  <a:lnTo>
                    <a:pt x="6821922" y="670382"/>
                  </a:lnTo>
                  <a:lnTo>
                    <a:pt x="6786527" y="739779"/>
                  </a:lnTo>
                  <a:lnTo>
                    <a:pt x="6755696" y="805270"/>
                  </a:lnTo>
                  <a:lnTo>
                    <a:pt x="6725132" y="874725"/>
                  </a:lnTo>
                  <a:lnTo>
                    <a:pt x="6694703" y="948224"/>
                  </a:lnTo>
                  <a:lnTo>
                    <a:pt x="6664298" y="1025806"/>
                  </a:lnTo>
                  <a:lnTo>
                    <a:pt x="6633830" y="1107460"/>
                  </a:lnTo>
                  <a:lnTo>
                    <a:pt x="6603230" y="1193129"/>
                  </a:lnTo>
                  <a:lnTo>
                    <a:pt x="6572446" y="1282700"/>
                  </a:lnTo>
                  <a:lnTo>
                    <a:pt x="6541444" y="1376004"/>
                  </a:lnTo>
                  <a:lnTo>
                    <a:pt x="6510205" y="1472816"/>
                  </a:lnTo>
                  <a:lnTo>
                    <a:pt x="6478723" y="1572850"/>
                  </a:lnTo>
                  <a:lnTo>
                    <a:pt x="6447007" y="1675770"/>
                  </a:lnTo>
                  <a:lnTo>
                    <a:pt x="6415076" y="1781185"/>
                  </a:lnTo>
                  <a:lnTo>
                    <a:pt x="6382961" y="1888658"/>
                  </a:lnTo>
                  <a:lnTo>
                    <a:pt x="6350700" y="1997712"/>
                  </a:lnTo>
                  <a:lnTo>
                    <a:pt x="6318337" y="2107840"/>
                  </a:lnTo>
                  <a:lnTo>
                    <a:pt x="6285923" y="2218512"/>
                  </a:lnTo>
                  <a:lnTo>
                    <a:pt x="6253508" y="2329188"/>
                  </a:lnTo>
                  <a:lnTo>
                    <a:pt x="6221144" y="2439328"/>
                  </a:lnTo>
                  <a:lnTo>
                    <a:pt x="6188881" y="2548401"/>
                  </a:lnTo>
                  <a:lnTo>
                    <a:pt x="6156764" y="2655901"/>
                  </a:lnTo>
                  <a:lnTo>
                    <a:pt x="6124830" y="2761350"/>
                  </a:lnTo>
                  <a:lnTo>
                    <a:pt x="6093111" y="2864310"/>
                  </a:lnTo>
                  <a:lnTo>
                    <a:pt x="6061625" y="2964391"/>
                  </a:lnTo>
                  <a:lnTo>
                    <a:pt x="6030382" y="3061252"/>
                  </a:lnTo>
                  <a:lnTo>
                    <a:pt x="5999377" y="3154610"/>
                  </a:lnTo>
                  <a:lnTo>
                    <a:pt x="5968590" y="3244238"/>
                  </a:lnTo>
                  <a:lnTo>
                    <a:pt x="5937987" y="3329967"/>
                  </a:lnTo>
                  <a:lnTo>
                    <a:pt x="5907517" y="3411682"/>
                  </a:lnTo>
                  <a:lnTo>
                    <a:pt x="5877113" y="3489324"/>
                  </a:lnTo>
                  <a:lnTo>
                    <a:pt x="5846684" y="3562884"/>
                  </a:lnTo>
                  <a:lnTo>
                    <a:pt x="5816123" y="3632399"/>
                  </a:lnTo>
                  <a:lnTo>
                    <a:pt x="5785297" y="3697948"/>
                  </a:lnTo>
                  <a:lnTo>
                    <a:pt x="5784835" y="3698897"/>
                  </a:lnTo>
                  <a:lnTo>
                    <a:pt x="5740811" y="3784256"/>
                  </a:lnTo>
                  <a:lnTo>
                    <a:pt x="5695500" y="3861911"/>
                  </a:lnTo>
                  <a:lnTo>
                    <a:pt x="5648342" y="3932169"/>
                  </a:lnTo>
                  <a:lnTo>
                    <a:pt x="5598703" y="3995591"/>
                  </a:lnTo>
                  <a:lnTo>
                    <a:pt x="5545925" y="4052844"/>
                  </a:lnTo>
                  <a:lnTo>
                    <a:pt x="5489367" y="4104599"/>
                  </a:lnTo>
                  <a:lnTo>
                    <a:pt x="5428458" y="4151479"/>
                  </a:lnTo>
                  <a:lnTo>
                    <a:pt x="5362756" y="4194021"/>
                  </a:lnTo>
                  <a:lnTo>
                    <a:pt x="5292041" y="4232659"/>
                  </a:lnTo>
                  <a:lnTo>
                    <a:pt x="5216412" y="4267712"/>
                  </a:lnTo>
                  <a:lnTo>
                    <a:pt x="5136415" y="4299383"/>
                  </a:lnTo>
                  <a:lnTo>
                    <a:pt x="5053160" y="4327766"/>
                  </a:lnTo>
                  <a:lnTo>
                    <a:pt x="4968404" y="4352861"/>
                  </a:lnTo>
                  <a:lnTo>
                    <a:pt x="4884561" y="4374610"/>
                  </a:lnTo>
                  <a:lnTo>
                    <a:pt x="4804567" y="4392940"/>
                  </a:lnTo>
                  <a:lnTo>
                    <a:pt x="4731596" y="4407822"/>
                  </a:lnTo>
                  <a:lnTo>
                    <a:pt x="4668623" y="4419331"/>
                  </a:lnTo>
                  <a:lnTo>
                    <a:pt x="4617922" y="4427681"/>
                  </a:lnTo>
                  <a:lnTo>
                    <a:pt x="4580618" y="4433244"/>
                  </a:lnTo>
                  <a:lnTo>
                    <a:pt x="4556419" y="4436523"/>
                  </a:lnTo>
                  <a:lnTo>
                    <a:pt x="4543573" y="4438110"/>
                  </a:lnTo>
                  <a:lnTo>
                    <a:pt x="4539014" y="4438626"/>
                  </a:lnTo>
                  <a:lnTo>
                    <a:pt x="4538543" y="4438676"/>
                  </a:lnTo>
                  <a:lnTo>
                    <a:pt x="4016409" y="4438676"/>
                  </a:lnTo>
                  <a:lnTo>
                    <a:pt x="4015143" y="4438661"/>
                  </a:lnTo>
                  <a:lnTo>
                    <a:pt x="4006866" y="4438558"/>
                  </a:lnTo>
                  <a:lnTo>
                    <a:pt x="3986171" y="4438271"/>
                  </a:lnTo>
                  <a:lnTo>
                    <a:pt x="3949607" y="4437708"/>
                  </a:lnTo>
                  <a:lnTo>
                    <a:pt x="3895993" y="4436786"/>
                  </a:lnTo>
                  <a:lnTo>
                    <a:pt x="3826472" y="4435443"/>
                  </a:lnTo>
                  <a:lnTo>
                    <a:pt x="3744124" y="4433643"/>
                  </a:lnTo>
                  <a:lnTo>
                    <a:pt x="3653190" y="4431376"/>
                  </a:lnTo>
                  <a:lnTo>
                    <a:pt x="3558174" y="4428647"/>
                  </a:lnTo>
                  <a:lnTo>
                    <a:pt x="3463094" y="4425468"/>
                  </a:lnTo>
                  <a:lnTo>
                    <a:pt x="3371034" y="4421843"/>
                  </a:lnTo>
                  <a:lnTo>
                    <a:pt x="3284015" y="4417766"/>
                  </a:lnTo>
                  <a:lnTo>
                    <a:pt x="3203088" y="4413212"/>
                  </a:lnTo>
                  <a:lnTo>
                    <a:pt x="3128526" y="4408136"/>
                  </a:lnTo>
                  <a:lnTo>
                    <a:pt x="3060055" y="4402473"/>
                  </a:lnTo>
                  <a:lnTo>
                    <a:pt x="2997043" y="4396141"/>
                  </a:lnTo>
                  <a:lnTo>
                    <a:pt x="2938651" y="4389043"/>
                  </a:lnTo>
                  <a:lnTo>
                    <a:pt x="2883954" y="4381076"/>
                  </a:lnTo>
                  <a:lnTo>
                    <a:pt x="2832018" y="4372143"/>
                  </a:lnTo>
                  <a:lnTo>
                    <a:pt x="2781987" y="4362177"/>
                  </a:lnTo>
                  <a:lnTo>
                    <a:pt x="2770117" y="4359616"/>
                  </a:lnTo>
                  <a:lnTo>
                    <a:pt x="2717123" y="4347281"/>
                  </a:lnTo>
                  <a:lnTo>
                    <a:pt x="2664641" y="4333669"/>
                  </a:lnTo>
                  <a:lnTo>
                    <a:pt x="2612117" y="4318762"/>
                  </a:lnTo>
                  <a:lnTo>
                    <a:pt x="2559179" y="4302586"/>
                  </a:lnTo>
                  <a:lnTo>
                    <a:pt x="2505608" y="4285221"/>
                  </a:lnTo>
                  <a:lnTo>
                    <a:pt x="2451323" y="4266798"/>
                  </a:lnTo>
                  <a:lnTo>
                    <a:pt x="2396363" y="4247501"/>
                  </a:lnTo>
                  <a:lnTo>
                    <a:pt x="2340867" y="4227564"/>
                  </a:lnTo>
                  <a:lnTo>
                    <a:pt x="2285043" y="4207252"/>
                  </a:lnTo>
                  <a:lnTo>
                    <a:pt x="2229145" y="4186857"/>
                  </a:lnTo>
                  <a:lnTo>
                    <a:pt x="2173434" y="4166674"/>
                  </a:lnTo>
                  <a:lnTo>
                    <a:pt x="2118150" y="4146985"/>
                  </a:lnTo>
                  <a:lnTo>
                    <a:pt x="2063473" y="4128043"/>
                  </a:lnTo>
                  <a:lnTo>
                    <a:pt x="2009500" y="4110061"/>
                  </a:lnTo>
                  <a:lnTo>
                    <a:pt x="1956222" y="4093201"/>
                  </a:lnTo>
                  <a:lnTo>
                    <a:pt x="1903501" y="4077572"/>
                  </a:lnTo>
                  <a:lnTo>
                    <a:pt x="1851051" y="4063229"/>
                  </a:lnTo>
                  <a:lnTo>
                    <a:pt x="1798426" y="4050178"/>
                  </a:lnTo>
                  <a:lnTo>
                    <a:pt x="1768425" y="4043374"/>
                  </a:lnTo>
                  <a:lnTo>
                    <a:pt x="1718742" y="4033155"/>
                  </a:lnTo>
                  <a:lnTo>
                    <a:pt x="1667339" y="4023977"/>
                  </a:lnTo>
                  <a:lnTo>
                    <a:pt x="1613392" y="4015785"/>
                  </a:lnTo>
                  <a:lnTo>
                    <a:pt x="1555978" y="4008487"/>
                  </a:lnTo>
                  <a:lnTo>
                    <a:pt x="1494162" y="4001980"/>
                  </a:lnTo>
                  <a:lnTo>
                    <a:pt x="1427076" y="3996164"/>
                  </a:lnTo>
                  <a:lnTo>
                    <a:pt x="1354026" y="3990952"/>
                  </a:lnTo>
                  <a:lnTo>
                    <a:pt x="1274634" y="3986277"/>
                  </a:lnTo>
                  <a:lnTo>
                    <a:pt x="1189022" y="3982088"/>
                  </a:lnTo>
                  <a:lnTo>
                    <a:pt x="1098033" y="3978356"/>
                  </a:lnTo>
                  <a:lnTo>
                    <a:pt x="1003439" y="3975068"/>
                  </a:lnTo>
                  <a:lnTo>
                    <a:pt x="908071" y="3972230"/>
                  </a:lnTo>
                  <a:lnTo>
                    <a:pt x="815748" y="3969851"/>
                  </a:lnTo>
                  <a:lnTo>
                    <a:pt x="730915" y="3967939"/>
                  </a:lnTo>
                  <a:lnTo>
                    <a:pt x="657958" y="3966488"/>
                  </a:lnTo>
                  <a:lnTo>
                    <a:pt x="600317" y="3965469"/>
                  </a:lnTo>
                  <a:lnTo>
                    <a:pt x="559657" y="3964826"/>
                  </a:lnTo>
                  <a:lnTo>
                    <a:pt x="535367" y="3964481"/>
                  </a:lnTo>
                  <a:lnTo>
                    <a:pt x="524520" y="3964342"/>
                  </a:lnTo>
                  <a:lnTo>
                    <a:pt x="522151" y="3964314"/>
                  </a:lnTo>
                  <a:lnTo>
                    <a:pt x="522133" y="3964314"/>
                  </a:lnTo>
                  <a:lnTo>
                    <a:pt x="0" y="3964314"/>
                  </a:lnTo>
                  <a:lnTo>
                    <a:pt x="0" y="3964314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235" name="pg1235"/>
            <p:cNvSpPr/>
            <p:nvPr/>
          </p:nvSpPr>
          <p:spPr>
            <a:xfrm>
              <a:off x="386606" y="2450511"/>
              <a:ext cx="8554953" cy="2484755"/>
            </a:xfrm>
            <a:custGeom>
              <a:avLst/>
              <a:pathLst>
                <a:path w="8554953" h="2484755">
                  <a:moveTo>
                    <a:pt x="0" y="1987804"/>
                  </a:moveTo>
                  <a:lnTo>
                    <a:pt x="522133" y="1987804"/>
                  </a:lnTo>
                  <a:lnTo>
                    <a:pt x="523399" y="1987819"/>
                  </a:lnTo>
                  <a:lnTo>
                    <a:pt x="531674" y="1987928"/>
                  </a:lnTo>
                  <a:lnTo>
                    <a:pt x="552363" y="1988228"/>
                  </a:lnTo>
                  <a:lnTo>
                    <a:pt x="588917" y="1988818"/>
                  </a:lnTo>
                  <a:lnTo>
                    <a:pt x="642519" y="1989784"/>
                  </a:lnTo>
                  <a:lnTo>
                    <a:pt x="712025" y="1991190"/>
                  </a:lnTo>
                  <a:lnTo>
                    <a:pt x="794359" y="1993075"/>
                  </a:lnTo>
                  <a:lnTo>
                    <a:pt x="885279" y="1995449"/>
                  </a:lnTo>
                  <a:lnTo>
                    <a:pt x="980284" y="1998307"/>
                  </a:lnTo>
                  <a:lnTo>
                    <a:pt x="1075356" y="2001637"/>
                  </a:lnTo>
                  <a:lnTo>
                    <a:pt x="1167412" y="2005434"/>
                  </a:lnTo>
                  <a:lnTo>
                    <a:pt x="1254428" y="2009704"/>
                  </a:lnTo>
                  <a:lnTo>
                    <a:pt x="1335356" y="2014474"/>
                  </a:lnTo>
                  <a:lnTo>
                    <a:pt x="1409918" y="2019790"/>
                  </a:lnTo>
                  <a:lnTo>
                    <a:pt x="1478391" y="2025721"/>
                  </a:lnTo>
                  <a:lnTo>
                    <a:pt x="1541405" y="2032353"/>
                  </a:lnTo>
                  <a:lnTo>
                    <a:pt x="1599797" y="2039787"/>
                  </a:lnTo>
                  <a:lnTo>
                    <a:pt x="1654495" y="2048131"/>
                  </a:lnTo>
                  <a:lnTo>
                    <a:pt x="1706430" y="2057486"/>
                  </a:lnTo>
                  <a:lnTo>
                    <a:pt x="1756459" y="2067924"/>
                  </a:lnTo>
                  <a:lnTo>
                    <a:pt x="1768425" y="2070629"/>
                  </a:lnTo>
                  <a:lnTo>
                    <a:pt x="1821304" y="2083521"/>
                  </a:lnTo>
                  <a:lnTo>
                    <a:pt x="1873671" y="2097745"/>
                  </a:lnTo>
                  <a:lnTo>
                    <a:pt x="1926077" y="2113321"/>
                  </a:lnTo>
                  <a:lnTo>
                    <a:pt x="1978895" y="2130219"/>
                  </a:lnTo>
                  <a:lnTo>
                    <a:pt x="2032342" y="2148360"/>
                  </a:lnTo>
                  <a:lnTo>
                    <a:pt x="2086499" y="2167606"/>
                  </a:lnTo>
                  <a:lnTo>
                    <a:pt x="2141329" y="2187765"/>
                  </a:lnTo>
                  <a:lnTo>
                    <a:pt x="2196696" y="2208598"/>
                  </a:lnTo>
                  <a:lnTo>
                    <a:pt x="2252394" y="2229825"/>
                  </a:lnTo>
                  <a:lnTo>
                    <a:pt x="2308170" y="2251145"/>
                  </a:lnTo>
                  <a:lnTo>
                    <a:pt x="2363766" y="2272252"/>
                  </a:lnTo>
                  <a:lnTo>
                    <a:pt x="2418942" y="2292850"/>
                  </a:lnTo>
                  <a:lnTo>
                    <a:pt x="2473517" y="2312675"/>
                  </a:lnTo>
                  <a:lnTo>
                    <a:pt x="2527392" y="2331504"/>
                  </a:lnTo>
                  <a:lnTo>
                    <a:pt x="2580574" y="2349168"/>
                  </a:lnTo>
                  <a:lnTo>
                    <a:pt x="2633195" y="2365550"/>
                  </a:lnTo>
                  <a:lnTo>
                    <a:pt x="2685532" y="2380593"/>
                  </a:lnTo>
                  <a:lnTo>
                    <a:pt x="2738025" y="2394286"/>
                  </a:lnTo>
                  <a:lnTo>
                    <a:pt x="2770117" y="2401930"/>
                  </a:lnTo>
                  <a:lnTo>
                    <a:pt x="2819796" y="2412634"/>
                  </a:lnTo>
                  <a:lnTo>
                    <a:pt x="2871193" y="2422248"/>
                  </a:lnTo>
                  <a:lnTo>
                    <a:pt x="2925134" y="2430830"/>
                  </a:lnTo>
                  <a:lnTo>
                    <a:pt x="2982541" y="2438475"/>
                  </a:lnTo>
                  <a:lnTo>
                    <a:pt x="3044348" y="2445292"/>
                  </a:lnTo>
                  <a:lnTo>
                    <a:pt x="3111425" y="2451385"/>
                  </a:lnTo>
                  <a:lnTo>
                    <a:pt x="3184464" y="2456844"/>
                  </a:lnTo>
                  <a:lnTo>
                    <a:pt x="3263844" y="2461742"/>
                  </a:lnTo>
                  <a:lnTo>
                    <a:pt x="3349442" y="2466130"/>
                  </a:lnTo>
                  <a:lnTo>
                    <a:pt x="3440418" y="2470040"/>
                  </a:lnTo>
                  <a:lnTo>
                    <a:pt x="3535000" y="2473484"/>
                  </a:lnTo>
                  <a:lnTo>
                    <a:pt x="3630360" y="2476458"/>
                  </a:lnTo>
                  <a:lnTo>
                    <a:pt x="3722681" y="2478951"/>
                  </a:lnTo>
                  <a:lnTo>
                    <a:pt x="3807518" y="2480955"/>
                  </a:lnTo>
                  <a:lnTo>
                    <a:pt x="3880488" y="2482475"/>
                  </a:lnTo>
                  <a:lnTo>
                    <a:pt x="3938148" y="2483543"/>
                  </a:lnTo>
                  <a:lnTo>
                    <a:pt x="3978832" y="2484217"/>
                  </a:lnTo>
                  <a:lnTo>
                    <a:pt x="4003145" y="2484579"/>
                  </a:lnTo>
                  <a:lnTo>
                    <a:pt x="4014011" y="2484725"/>
                  </a:lnTo>
                  <a:lnTo>
                    <a:pt x="4016409" y="2484755"/>
                  </a:lnTo>
                  <a:lnTo>
                    <a:pt x="4538543" y="2484755"/>
                  </a:lnTo>
                  <a:lnTo>
                    <a:pt x="4539719" y="2484684"/>
                  </a:lnTo>
                  <a:lnTo>
                    <a:pt x="4547421" y="2484182"/>
                  </a:lnTo>
                  <a:lnTo>
                    <a:pt x="4566728" y="2482793"/>
                  </a:lnTo>
                  <a:lnTo>
                    <a:pt x="4600964" y="2480064"/>
                  </a:lnTo>
                  <a:lnTo>
                    <a:pt x="4651416" y="2475586"/>
                  </a:lnTo>
                  <a:lnTo>
                    <a:pt x="4717251" y="2469047"/>
                  </a:lnTo>
                  <a:lnTo>
                    <a:pt x="4795817" y="2460257"/>
                  </a:lnTo>
                  <a:lnTo>
                    <a:pt x="4883290" y="2449145"/>
                  </a:lnTo>
                  <a:lnTo>
                    <a:pt x="4975474" y="2435727"/>
                  </a:lnTo>
                  <a:lnTo>
                    <a:pt x="5068501" y="2420057"/>
                  </a:lnTo>
                  <a:lnTo>
                    <a:pt x="5159283" y="2402172"/>
                  </a:lnTo>
                  <a:lnTo>
                    <a:pt x="5245692" y="2382059"/>
                  </a:lnTo>
                  <a:lnTo>
                    <a:pt x="5326515" y="2359620"/>
                  </a:lnTo>
                  <a:lnTo>
                    <a:pt x="5401298" y="2334669"/>
                  </a:lnTo>
                  <a:lnTo>
                    <a:pt x="5470149" y="2306924"/>
                  </a:lnTo>
                  <a:lnTo>
                    <a:pt x="5533554" y="2276015"/>
                  </a:lnTo>
                  <a:lnTo>
                    <a:pt x="5592233" y="2241497"/>
                  </a:lnTo>
                  <a:lnTo>
                    <a:pt x="5647022" y="2202875"/>
                  </a:lnTo>
                  <a:lnTo>
                    <a:pt x="5698794" y="2159657"/>
                  </a:lnTo>
                  <a:lnTo>
                    <a:pt x="5748385" y="2111432"/>
                  </a:lnTo>
                  <a:lnTo>
                    <a:pt x="5784835" y="2071570"/>
                  </a:lnTo>
                  <a:lnTo>
                    <a:pt x="5823982" y="2024684"/>
                  </a:lnTo>
                  <a:lnTo>
                    <a:pt x="5862757" y="1974197"/>
                  </a:lnTo>
                  <a:lnTo>
                    <a:pt x="5901414" y="1920038"/>
                  </a:lnTo>
                  <a:lnTo>
                    <a:pt x="5940147" y="1862199"/>
                  </a:lnTo>
                  <a:lnTo>
                    <a:pt x="5979102" y="1800744"/>
                  </a:lnTo>
                  <a:lnTo>
                    <a:pt x="6018374" y="1735818"/>
                  </a:lnTo>
                  <a:lnTo>
                    <a:pt x="6058021" y="1667646"/>
                  </a:lnTo>
                  <a:lnTo>
                    <a:pt x="6098058" y="1596538"/>
                  </a:lnTo>
                  <a:lnTo>
                    <a:pt x="6138469" y="1522885"/>
                  </a:lnTo>
                  <a:lnTo>
                    <a:pt x="6179206" y="1447151"/>
                  </a:lnTo>
                  <a:lnTo>
                    <a:pt x="6220198" y="1369865"/>
                  </a:lnTo>
                  <a:lnTo>
                    <a:pt x="6261354" y="1291604"/>
                  </a:lnTo>
                  <a:lnTo>
                    <a:pt x="6302572" y="1212976"/>
                  </a:lnTo>
                  <a:lnTo>
                    <a:pt x="6343748" y="1134603"/>
                  </a:lnTo>
                  <a:lnTo>
                    <a:pt x="6384776" y="1057097"/>
                  </a:lnTo>
                  <a:lnTo>
                    <a:pt x="6425565" y="981043"/>
                  </a:lnTo>
                  <a:lnTo>
                    <a:pt x="6466039" y="906978"/>
                  </a:lnTo>
                  <a:lnTo>
                    <a:pt x="6506146" y="835379"/>
                  </a:lnTo>
                  <a:lnTo>
                    <a:pt x="6545863" y="766652"/>
                  </a:lnTo>
                  <a:lnTo>
                    <a:pt x="6585200" y="701121"/>
                  </a:lnTo>
                  <a:lnTo>
                    <a:pt x="6624206" y="639027"/>
                  </a:lnTo>
                  <a:lnTo>
                    <a:pt x="6662970" y="580528"/>
                  </a:lnTo>
                  <a:lnTo>
                    <a:pt x="6701627" y="525704"/>
                  </a:lnTo>
                  <a:lnTo>
                    <a:pt x="6740364" y="474558"/>
                  </a:lnTo>
                  <a:lnTo>
                    <a:pt x="6779423" y="427030"/>
                  </a:lnTo>
                  <a:lnTo>
                    <a:pt x="6786527" y="418831"/>
                  </a:lnTo>
                  <a:lnTo>
                    <a:pt x="6834963" y="366680"/>
                  </a:lnTo>
                  <a:lnTo>
                    <a:pt x="6885015" y="319710"/>
                  </a:lnTo>
                  <a:lnTo>
                    <a:pt x="6937446" y="277661"/>
                  </a:lnTo>
                  <a:lnTo>
                    <a:pt x="6993107" y="240091"/>
                  </a:lnTo>
                  <a:lnTo>
                    <a:pt x="7052869" y="206501"/>
                  </a:lnTo>
                  <a:lnTo>
                    <a:pt x="7117548" y="176405"/>
                  </a:lnTo>
                  <a:lnTo>
                    <a:pt x="7187818" y="149376"/>
                  </a:lnTo>
                  <a:lnTo>
                    <a:pt x="7264089" y="125063"/>
                  </a:lnTo>
                  <a:lnTo>
                    <a:pt x="7346348" y="103207"/>
                  </a:lnTo>
                  <a:lnTo>
                    <a:pt x="7433973" y="83645"/>
                  </a:lnTo>
                  <a:lnTo>
                    <a:pt x="7525539" y="66301"/>
                  </a:lnTo>
                  <a:lnTo>
                    <a:pt x="7618680" y="51178"/>
                  </a:lnTo>
                  <a:lnTo>
                    <a:pt x="7710090" y="38320"/>
                  </a:lnTo>
                  <a:lnTo>
                    <a:pt x="7795769" y="27778"/>
                  </a:lnTo>
                  <a:lnTo>
                    <a:pt x="7871539" y="19550"/>
                  </a:lnTo>
                  <a:lnTo>
                    <a:pt x="7933791" y="13538"/>
                  </a:lnTo>
                  <a:lnTo>
                    <a:pt x="7980269" y="9522"/>
                  </a:lnTo>
                  <a:lnTo>
                    <a:pt x="8010647" y="7161"/>
                  </a:lnTo>
                  <a:lnTo>
                    <a:pt x="8026732" y="6032"/>
                  </a:lnTo>
                  <a:lnTo>
                    <a:pt x="8032306" y="5677"/>
                  </a:lnTo>
                  <a:lnTo>
                    <a:pt x="8032819" y="5647"/>
                  </a:lnTo>
                  <a:lnTo>
                    <a:pt x="8554953" y="5647"/>
                  </a:lnTo>
                  <a:lnTo>
                    <a:pt x="8554953" y="0"/>
                  </a:lnTo>
                  <a:lnTo>
                    <a:pt x="8032819" y="0"/>
                  </a:lnTo>
                  <a:lnTo>
                    <a:pt x="8031643" y="70"/>
                  </a:lnTo>
                  <a:lnTo>
                    <a:pt x="8023941" y="572"/>
                  </a:lnTo>
                  <a:lnTo>
                    <a:pt x="8004634" y="1961"/>
                  </a:lnTo>
                  <a:lnTo>
                    <a:pt x="7970398" y="4691"/>
                  </a:lnTo>
                  <a:lnTo>
                    <a:pt x="7919946" y="9168"/>
                  </a:lnTo>
                  <a:lnTo>
                    <a:pt x="7854111" y="15707"/>
                  </a:lnTo>
                  <a:lnTo>
                    <a:pt x="7775545" y="24498"/>
                  </a:lnTo>
                  <a:lnTo>
                    <a:pt x="7688072" y="35610"/>
                  </a:lnTo>
                  <a:lnTo>
                    <a:pt x="7595888" y="49027"/>
                  </a:lnTo>
                  <a:lnTo>
                    <a:pt x="7502861" y="64697"/>
                  </a:lnTo>
                  <a:lnTo>
                    <a:pt x="7412079" y="82582"/>
                  </a:lnTo>
                  <a:lnTo>
                    <a:pt x="7325670" y="102696"/>
                  </a:lnTo>
                  <a:lnTo>
                    <a:pt x="7244846" y="125135"/>
                  </a:lnTo>
                  <a:lnTo>
                    <a:pt x="7170064" y="150085"/>
                  </a:lnTo>
                  <a:lnTo>
                    <a:pt x="7101213" y="177830"/>
                  </a:lnTo>
                  <a:lnTo>
                    <a:pt x="7037808" y="208739"/>
                  </a:lnTo>
                  <a:lnTo>
                    <a:pt x="6979129" y="243258"/>
                  </a:lnTo>
                  <a:lnTo>
                    <a:pt x="6924340" y="281879"/>
                  </a:lnTo>
                  <a:lnTo>
                    <a:pt x="6872568" y="325097"/>
                  </a:lnTo>
                  <a:lnTo>
                    <a:pt x="6822977" y="373323"/>
                  </a:lnTo>
                  <a:lnTo>
                    <a:pt x="6786527" y="413184"/>
                  </a:lnTo>
                  <a:lnTo>
                    <a:pt x="6747380" y="460070"/>
                  </a:lnTo>
                  <a:lnTo>
                    <a:pt x="6708605" y="510557"/>
                  </a:lnTo>
                  <a:lnTo>
                    <a:pt x="6669948" y="564716"/>
                  </a:lnTo>
                  <a:lnTo>
                    <a:pt x="6631214" y="622556"/>
                  </a:lnTo>
                  <a:lnTo>
                    <a:pt x="6592260" y="684010"/>
                  </a:lnTo>
                  <a:lnTo>
                    <a:pt x="6552988" y="748937"/>
                  </a:lnTo>
                  <a:lnTo>
                    <a:pt x="6513341" y="817109"/>
                  </a:lnTo>
                  <a:lnTo>
                    <a:pt x="6473304" y="888216"/>
                  </a:lnTo>
                  <a:lnTo>
                    <a:pt x="6432893" y="961870"/>
                  </a:lnTo>
                  <a:lnTo>
                    <a:pt x="6392156" y="1037603"/>
                  </a:lnTo>
                  <a:lnTo>
                    <a:pt x="6351164" y="1114890"/>
                  </a:lnTo>
                  <a:lnTo>
                    <a:pt x="6310008" y="1193151"/>
                  </a:lnTo>
                  <a:lnTo>
                    <a:pt x="6268790" y="1271778"/>
                  </a:lnTo>
                  <a:lnTo>
                    <a:pt x="6227614" y="1350151"/>
                  </a:lnTo>
                  <a:lnTo>
                    <a:pt x="6186586" y="1427657"/>
                  </a:lnTo>
                  <a:lnTo>
                    <a:pt x="6145797" y="1503712"/>
                  </a:lnTo>
                  <a:lnTo>
                    <a:pt x="6105323" y="1577777"/>
                  </a:lnTo>
                  <a:lnTo>
                    <a:pt x="6065216" y="1649375"/>
                  </a:lnTo>
                  <a:lnTo>
                    <a:pt x="6025499" y="1718102"/>
                  </a:lnTo>
                  <a:lnTo>
                    <a:pt x="5986162" y="1783633"/>
                  </a:lnTo>
                  <a:lnTo>
                    <a:pt x="5947156" y="1845727"/>
                  </a:lnTo>
                  <a:lnTo>
                    <a:pt x="5908392" y="1904226"/>
                  </a:lnTo>
                  <a:lnTo>
                    <a:pt x="5869735" y="1959051"/>
                  </a:lnTo>
                  <a:lnTo>
                    <a:pt x="5830998" y="2010196"/>
                  </a:lnTo>
                  <a:lnTo>
                    <a:pt x="5791939" y="2057724"/>
                  </a:lnTo>
                  <a:lnTo>
                    <a:pt x="5784835" y="2065923"/>
                  </a:lnTo>
                  <a:lnTo>
                    <a:pt x="5736399" y="2118074"/>
                  </a:lnTo>
                  <a:lnTo>
                    <a:pt x="5686347" y="2165044"/>
                  </a:lnTo>
                  <a:lnTo>
                    <a:pt x="5633916" y="2207094"/>
                  </a:lnTo>
                  <a:lnTo>
                    <a:pt x="5578255" y="2244663"/>
                  </a:lnTo>
                  <a:lnTo>
                    <a:pt x="5518493" y="2278253"/>
                  </a:lnTo>
                  <a:lnTo>
                    <a:pt x="5453814" y="2308349"/>
                  </a:lnTo>
                  <a:lnTo>
                    <a:pt x="5383544" y="2335378"/>
                  </a:lnTo>
                  <a:lnTo>
                    <a:pt x="5307273" y="2359692"/>
                  </a:lnTo>
                  <a:lnTo>
                    <a:pt x="5225014" y="2381547"/>
                  </a:lnTo>
                  <a:lnTo>
                    <a:pt x="5137389" y="2401110"/>
                  </a:lnTo>
                  <a:lnTo>
                    <a:pt x="5045823" y="2418453"/>
                  </a:lnTo>
                  <a:lnTo>
                    <a:pt x="4952682" y="2433577"/>
                  </a:lnTo>
                  <a:lnTo>
                    <a:pt x="4861271" y="2446434"/>
                  </a:lnTo>
                  <a:lnTo>
                    <a:pt x="4775593" y="2456976"/>
                  </a:lnTo>
                  <a:lnTo>
                    <a:pt x="4699823" y="2465204"/>
                  </a:lnTo>
                  <a:lnTo>
                    <a:pt x="4637571" y="2471216"/>
                  </a:lnTo>
                  <a:lnTo>
                    <a:pt x="4591093" y="2475232"/>
                  </a:lnTo>
                  <a:lnTo>
                    <a:pt x="4560715" y="2477593"/>
                  </a:lnTo>
                  <a:lnTo>
                    <a:pt x="4544630" y="2478722"/>
                  </a:lnTo>
                  <a:lnTo>
                    <a:pt x="4539056" y="2479077"/>
                  </a:lnTo>
                  <a:lnTo>
                    <a:pt x="4538543" y="2479108"/>
                  </a:lnTo>
                  <a:lnTo>
                    <a:pt x="4016409" y="2479108"/>
                  </a:lnTo>
                  <a:lnTo>
                    <a:pt x="4015143" y="2479092"/>
                  </a:lnTo>
                  <a:lnTo>
                    <a:pt x="4006869" y="2478984"/>
                  </a:lnTo>
                  <a:lnTo>
                    <a:pt x="3986179" y="2478683"/>
                  </a:lnTo>
                  <a:lnTo>
                    <a:pt x="3949625" y="2478094"/>
                  </a:lnTo>
                  <a:lnTo>
                    <a:pt x="3896023" y="2477128"/>
                  </a:lnTo>
                  <a:lnTo>
                    <a:pt x="3826517" y="2475721"/>
                  </a:lnTo>
                  <a:lnTo>
                    <a:pt x="3744183" y="2473837"/>
                  </a:lnTo>
                  <a:lnTo>
                    <a:pt x="3653263" y="2471462"/>
                  </a:lnTo>
                  <a:lnTo>
                    <a:pt x="3558258" y="2468604"/>
                  </a:lnTo>
                  <a:lnTo>
                    <a:pt x="3463186" y="2465274"/>
                  </a:lnTo>
                  <a:lnTo>
                    <a:pt x="3371130" y="2461478"/>
                  </a:lnTo>
                  <a:lnTo>
                    <a:pt x="3284114" y="2457208"/>
                  </a:lnTo>
                  <a:lnTo>
                    <a:pt x="3203186" y="2452438"/>
                  </a:lnTo>
                  <a:lnTo>
                    <a:pt x="3128624" y="2447121"/>
                  </a:lnTo>
                  <a:lnTo>
                    <a:pt x="3060151" y="2441190"/>
                  </a:lnTo>
                  <a:lnTo>
                    <a:pt x="2997137" y="2434558"/>
                  </a:lnTo>
                  <a:lnTo>
                    <a:pt x="2938745" y="2427124"/>
                  </a:lnTo>
                  <a:lnTo>
                    <a:pt x="2884047" y="2418781"/>
                  </a:lnTo>
                  <a:lnTo>
                    <a:pt x="2832112" y="2409425"/>
                  </a:lnTo>
                  <a:lnTo>
                    <a:pt x="2782083" y="2398988"/>
                  </a:lnTo>
                  <a:lnTo>
                    <a:pt x="2770117" y="2396282"/>
                  </a:lnTo>
                  <a:lnTo>
                    <a:pt x="2717238" y="2383391"/>
                  </a:lnTo>
                  <a:lnTo>
                    <a:pt x="2664871" y="2369166"/>
                  </a:lnTo>
                  <a:lnTo>
                    <a:pt x="2612465" y="2353591"/>
                  </a:lnTo>
                  <a:lnTo>
                    <a:pt x="2559647" y="2336692"/>
                  </a:lnTo>
                  <a:lnTo>
                    <a:pt x="2506200" y="2318551"/>
                  </a:lnTo>
                  <a:lnTo>
                    <a:pt x="2452043" y="2299306"/>
                  </a:lnTo>
                  <a:lnTo>
                    <a:pt x="2397213" y="2279146"/>
                  </a:lnTo>
                  <a:lnTo>
                    <a:pt x="2341846" y="2258314"/>
                  </a:lnTo>
                  <a:lnTo>
                    <a:pt x="2286149" y="2237086"/>
                  </a:lnTo>
                  <a:lnTo>
                    <a:pt x="2230372" y="2215766"/>
                  </a:lnTo>
                  <a:lnTo>
                    <a:pt x="2174777" y="2194659"/>
                  </a:lnTo>
                  <a:lnTo>
                    <a:pt x="2119600" y="2174061"/>
                  </a:lnTo>
                  <a:lnTo>
                    <a:pt x="2065025" y="2154236"/>
                  </a:lnTo>
                  <a:lnTo>
                    <a:pt x="2011150" y="2135407"/>
                  </a:lnTo>
                  <a:lnTo>
                    <a:pt x="1957968" y="2117744"/>
                  </a:lnTo>
                  <a:lnTo>
                    <a:pt x="1905347" y="2101361"/>
                  </a:lnTo>
                  <a:lnTo>
                    <a:pt x="1853010" y="2086319"/>
                  </a:lnTo>
                  <a:lnTo>
                    <a:pt x="1800518" y="2072625"/>
                  </a:lnTo>
                  <a:lnTo>
                    <a:pt x="1768425" y="2064982"/>
                  </a:lnTo>
                  <a:lnTo>
                    <a:pt x="1718747" y="2054277"/>
                  </a:lnTo>
                  <a:lnTo>
                    <a:pt x="1667350" y="2044663"/>
                  </a:lnTo>
                  <a:lnTo>
                    <a:pt x="1613408" y="2036082"/>
                  </a:lnTo>
                  <a:lnTo>
                    <a:pt x="1556002" y="2028437"/>
                  </a:lnTo>
                  <a:lnTo>
                    <a:pt x="1494194" y="2021620"/>
                  </a:lnTo>
                  <a:lnTo>
                    <a:pt x="1427117" y="2015527"/>
                  </a:lnTo>
                  <a:lnTo>
                    <a:pt x="1354078" y="2010067"/>
                  </a:lnTo>
                  <a:lnTo>
                    <a:pt x="1274698" y="2005170"/>
                  </a:lnTo>
                  <a:lnTo>
                    <a:pt x="1189100" y="2000781"/>
                  </a:lnTo>
                  <a:lnTo>
                    <a:pt x="1098124" y="1996871"/>
                  </a:lnTo>
                  <a:lnTo>
                    <a:pt x="1003542" y="1993427"/>
                  </a:lnTo>
                  <a:lnTo>
                    <a:pt x="908182" y="1990453"/>
                  </a:lnTo>
                  <a:lnTo>
                    <a:pt x="815861" y="1987960"/>
                  </a:lnTo>
                  <a:lnTo>
                    <a:pt x="731024" y="1985957"/>
                  </a:lnTo>
                  <a:lnTo>
                    <a:pt x="658054" y="1984436"/>
                  </a:lnTo>
                  <a:lnTo>
                    <a:pt x="600394" y="1983368"/>
                  </a:lnTo>
                  <a:lnTo>
                    <a:pt x="559711" y="1982694"/>
                  </a:lnTo>
                  <a:lnTo>
                    <a:pt x="535397" y="1982332"/>
                  </a:lnTo>
                  <a:lnTo>
                    <a:pt x="524531" y="1982186"/>
                  </a:lnTo>
                  <a:lnTo>
                    <a:pt x="522133" y="1982157"/>
                  </a:lnTo>
                  <a:lnTo>
                    <a:pt x="0" y="1982157"/>
                  </a:lnTo>
                  <a:close/>
                </a:path>
              </a:pathLst>
            </a:custGeom>
            <a:solidFill>
              <a:srgbClr val="67C1B3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1236" name="pl1236"/>
            <p:cNvSpPr/>
            <p:nvPr/>
          </p:nvSpPr>
          <p:spPr>
            <a:xfrm>
              <a:off x="386606" y="2456158"/>
              <a:ext cx="8554953" cy="2479108"/>
            </a:xfrm>
            <a:custGeom>
              <a:avLst/>
              <a:pathLst>
                <a:path w="8554953" h="2479108">
                  <a:moveTo>
                    <a:pt x="0" y="1982157"/>
                  </a:moveTo>
                  <a:lnTo>
                    <a:pt x="522133" y="1982157"/>
                  </a:lnTo>
                  <a:lnTo>
                    <a:pt x="523399" y="1982172"/>
                  </a:lnTo>
                  <a:lnTo>
                    <a:pt x="531674" y="1982280"/>
                  </a:lnTo>
                  <a:lnTo>
                    <a:pt x="552363" y="1982581"/>
                  </a:lnTo>
                  <a:lnTo>
                    <a:pt x="588917" y="1983171"/>
                  </a:lnTo>
                  <a:lnTo>
                    <a:pt x="642519" y="1984136"/>
                  </a:lnTo>
                  <a:lnTo>
                    <a:pt x="712025" y="1985543"/>
                  </a:lnTo>
                  <a:lnTo>
                    <a:pt x="794359" y="1987428"/>
                  </a:lnTo>
                  <a:lnTo>
                    <a:pt x="885279" y="1989802"/>
                  </a:lnTo>
                  <a:lnTo>
                    <a:pt x="980284" y="1992660"/>
                  </a:lnTo>
                  <a:lnTo>
                    <a:pt x="1075356" y="1995990"/>
                  </a:lnTo>
                  <a:lnTo>
                    <a:pt x="1167412" y="1999787"/>
                  </a:lnTo>
                  <a:lnTo>
                    <a:pt x="1254428" y="2004057"/>
                  </a:lnTo>
                  <a:lnTo>
                    <a:pt x="1335356" y="2008827"/>
                  </a:lnTo>
                  <a:lnTo>
                    <a:pt x="1409918" y="2014143"/>
                  </a:lnTo>
                  <a:lnTo>
                    <a:pt x="1478391" y="2020074"/>
                  </a:lnTo>
                  <a:lnTo>
                    <a:pt x="1541405" y="2026706"/>
                  </a:lnTo>
                  <a:lnTo>
                    <a:pt x="1599797" y="2034140"/>
                  </a:lnTo>
                  <a:lnTo>
                    <a:pt x="1654495" y="2042484"/>
                  </a:lnTo>
                  <a:lnTo>
                    <a:pt x="1706430" y="2051839"/>
                  </a:lnTo>
                  <a:lnTo>
                    <a:pt x="1756459" y="2062277"/>
                  </a:lnTo>
                  <a:lnTo>
                    <a:pt x="1768425" y="2064982"/>
                  </a:lnTo>
                  <a:lnTo>
                    <a:pt x="1821304" y="2077874"/>
                  </a:lnTo>
                  <a:lnTo>
                    <a:pt x="1873671" y="2092098"/>
                  </a:lnTo>
                  <a:lnTo>
                    <a:pt x="1926077" y="2107673"/>
                  </a:lnTo>
                  <a:lnTo>
                    <a:pt x="1978895" y="2124572"/>
                  </a:lnTo>
                  <a:lnTo>
                    <a:pt x="2032342" y="2142713"/>
                  </a:lnTo>
                  <a:lnTo>
                    <a:pt x="2086499" y="2161959"/>
                  </a:lnTo>
                  <a:lnTo>
                    <a:pt x="2141329" y="2182118"/>
                  </a:lnTo>
                  <a:lnTo>
                    <a:pt x="2196696" y="2202951"/>
                  </a:lnTo>
                  <a:lnTo>
                    <a:pt x="2252394" y="2224178"/>
                  </a:lnTo>
                  <a:lnTo>
                    <a:pt x="2308170" y="2245498"/>
                  </a:lnTo>
                  <a:lnTo>
                    <a:pt x="2363766" y="2266605"/>
                  </a:lnTo>
                  <a:lnTo>
                    <a:pt x="2418942" y="2287203"/>
                  </a:lnTo>
                  <a:lnTo>
                    <a:pt x="2473517" y="2307028"/>
                  </a:lnTo>
                  <a:lnTo>
                    <a:pt x="2527392" y="2325857"/>
                  </a:lnTo>
                  <a:lnTo>
                    <a:pt x="2580574" y="2343520"/>
                  </a:lnTo>
                  <a:lnTo>
                    <a:pt x="2633195" y="2359903"/>
                  </a:lnTo>
                  <a:lnTo>
                    <a:pt x="2685532" y="2374946"/>
                  </a:lnTo>
                  <a:lnTo>
                    <a:pt x="2738025" y="2388639"/>
                  </a:lnTo>
                  <a:lnTo>
                    <a:pt x="2770117" y="2396282"/>
                  </a:lnTo>
                  <a:lnTo>
                    <a:pt x="2819796" y="2406987"/>
                  </a:lnTo>
                  <a:lnTo>
                    <a:pt x="2871193" y="2416601"/>
                  </a:lnTo>
                  <a:lnTo>
                    <a:pt x="2925134" y="2425182"/>
                  </a:lnTo>
                  <a:lnTo>
                    <a:pt x="2982541" y="2432827"/>
                  </a:lnTo>
                  <a:lnTo>
                    <a:pt x="3044348" y="2439645"/>
                  </a:lnTo>
                  <a:lnTo>
                    <a:pt x="3111425" y="2445738"/>
                  </a:lnTo>
                  <a:lnTo>
                    <a:pt x="3184464" y="2451197"/>
                  </a:lnTo>
                  <a:lnTo>
                    <a:pt x="3263844" y="2456095"/>
                  </a:lnTo>
                  <a:lnTo>
                    <a:pt x="3349442" y="2460483"/>
                  </a:lnTo>
                  <a:lnTo>
                    <a:pt x="3440418" y="2464393"/>
                  </a:lnTo>
                  <a:lnTo>
                    <a:pt x="3535000" y="2467837"/>
                  </a:lnTo>
                  <a:lnTo>
                    <a:pt x="3630360" y="2470811"/>
                  </a:lnTo>
                  <a:lnTo>
                    <a:pt x="3722681" y="2473304"/>
                  </a:lnTo>
                  <a:lnTo>
                    <a:pt x="3807518" y="2475308"/>
                  </a:lnTo>
                  <a:lnTo>
                    <a:pt x="3880488" y="2476828"/>
                  </a:lnTo>
                  <a:lnTo>
                    <a:pt x="3938148" y="2477896"/>
                  </a:lnTo>
                  <a:lnTo>
                    <a:pt x="3978832" y="2478570"/>
                  </a:lnTo>
                  <a:lnTo>
                    <a:pt x="4003145" y="2478932"/>
                  </a:lnTo>
                  <a:lnTo>
                    <a:pt x="4014011" y="2479078"/>
                  </a:lnTo>
                  <a:lnTo>
                    <a:pt x="4016390" y="2479107"/>
                  </a:lnTo>
                  <a:lnTo>
                    <a:pt x="4016409" y="2479108"/>
                  </a:lnTo>
                  <a:lnTo>
                    <a:pt x="4538543" y="2479108"/>
                  </a:lnTo>
                  <a:lnTo>
                    <a:pt x="4539719" y="2479037"/>
                  </a:lnTo>
                  <a:lnTo>
                    <a:pt x="4547421" y="2478535"/>
                  </a:lnTo>
                  <a:lnTo>
                    <a:pt x="4566728" y="2477146"/>
                  </a:lnTo>
                  <a:lnTo>
                    <a:pt x="4600964" y="2474416"/>
                  </a:lnTo>
                  <a:lnTo>
                    <a:pt x="4651416" y="2469939"/>
                  </a:lnTo>
                  <a:lnTo>
                    <a:pt x="4717251" y="2463400"/>
                  </a:lnTo>
                  <a:lnTo>
                    <a:pt x="4795817" y="2454610"/>
                  </a:lnTo>
                  <a:lnTo>
                    <a:pt x="4883290" y="2443498"/>
                  </a:lnTo>
                  <a:lnTo>
                    <a:pt x="4975474" y="2430080"/>
                  </a:lnTo>
                  <a:lnTo>
                    <a:pt x="5068501" y="2414410"/>
                  </a:lnTo>
                  <a:lnTo>
                    <a:pt x="5159283" y="2396525"/>
                  </a:lnTo>
                  <a:lnTo>
                    <a:pt x="5245692" y="2376411"/>
                  </a:lnTo>
                  <a:lnTo>
                    <a:pt x="5326515" y="2353973"/>
                  </a:lnTo>
                  <a:lnTo>
                    <a:pt x="5401298" y="2329022"/>
                  </a:lnTo>
                  <a:lnTo>
                    <a:pt x="5470149" y="2301277"/>
                  </a:lnTo>
                  <a:lnTo>
                    <a:pt x="5533554" y="2270368"/>
                  </a:lnTo>
                  <a:lnTo>
                    <a:pt x="5592233" y="2235849"/>
                  </a:lnTo>
                  <a:lnTo>
                    <a:pt x="5647022" y="2197228"/>
                  </a:lnTo>
                  <a:lnTo>
                    <a:pt x="5698794" y="2154010"/>
                  </a:lnTo>
                  <a:lnTo>
                    <a:pt x="5748385" y="2105784"/>
                  </a:lnTo>
                  <a:lnTo>
                    <a:pt x="5784835" y="2065923"/>
                  </a:lnTo>
                  <a:lnTo>
                    <a:pt x="5823982" y="2019037"/>
                  </a:lnTo>
                  <a:lnTo>
                    <a:pt x="5862757" y="1968550"/>
                  </a:lnTo>
                  <a:lnTo>
                    <a:pt x="5901414" y="1914391"/>
                  </a:lnTo>
                  <a:lnTo>
                    <a:pt x="5940147" y="1856551"/>
                  </a:lnTo>
                  <a:lnTo>
                    <a:pt x="5979102" y="1795097"/>
                  </a:lnTo>
                  <a:lnTo>
                    <a:pt x="6018374" y="1730170"/>
                  </a:lnTo>
                  <a:lnTo>
                    <a:pt x="6058021" y="1661998"/>
                  </a:lnTo>
                  <a:lnTo>
                    <a:pt x="6098058" y="1590891"/>
                  </a:lnTo>
                  <a:lnTo>
                    <a:pt x="6138469" y="1517238"/>
                  </a:lnTo>
                  <a:lnTo>
                    <a:pt x="6179206" y="1441504"/>
                  </a:lnTo>
                  <a:lnTo>
                    <a:pt x="6220198" y="1364218"/>
                  </a:lnTo>
                  <a:lnTo>
                    <a:pt x="6261354" y="1285956"/>
                  </a:lnTo>
                  <a:lnTo>
                    <a:pt x="6302572" y="1207329"/>
                  </a:lnTo>
                  <a:lnTo>
                    <a:pt x="6343748" y="1128956"/>
                  </a:lnTo>
                  <a:lnTo>
                    <a:pt x="6384776" y="1051450"/>
                  </a:lnTo>
                  <a:lnTo>
                    <a:pt x="6425565" y="975395"/>
                  </a:lnTo>
                  <a:lnTo>
                    <a:pt x="6466039" y="901330"/>
                  </a:lnTo>
                  <a:lnTo>
                    <a:pt x="6506146" y="829732"/>
                  </a:lnTo>
                  <a:lnTo>
                    <a:pt x="6545863" y="761005"/>
                  </a:lnTo>
                  <a:lnTo>
                    <a:pt x="6585200" y="695474"/>
                  </a:lnTo>
                  <a:lnTo>
                    <a:pt x="6624206" y="633380"/>
                  </a:lnTo>
                  <a:lnTo>
                    <a:pt x="6662970" y="574881"/>
                  </a:lnTo>
                  <a:lnTo>
                    <a:pt x="6701627" y="520057"/>
                  </a:lnTo>
                  <a:lnTo>
                    <a:pt x="6740364" y="468911"/>
                  </a:lnTo>
                  <a:lnTo>
                    <a:pt x="6779423" y="421383"/>
                  </a:lnTo>
                  <a:lnTo>
                    <a:pt x="6786527" y="413184"/>
                  </a:lnTo>
                  <a:lnTo>
                    <a:pt x="6834963" y="361033"/>
                  </a:lnTo>
                  <a:lnTo>
                    <a:pt x="6885015" y="314063"/>
                  </a:lnTo>
                  <a:lnTo>
                    <a:pt x="6937446" y="272014"/>
                  </a:lnTo>
                  <a:lnTo>
                    <a:pt x="6993107" y="234444"/>
                  </a:lnTo>
                  <a:lnTo>
                    <a:pt x="7052869" y="200854"/>
                  </a:lnTo>
                  <a:lnTo>
                    <a:pt x="7117548" y="170758"/>
                  </a:lnTo>
                  <a:lnTo>
                    <a:pt x="7187818" y="143729"/>
                  </a:lnTo>
                  <a:lnTo>
                    <a:pt x="7264089" y="119416"/>
                  </a:lnTo>
                  <a:lnTo>
                    <a:pt x="7346348" y="97560"/>
                  </a:lnTo>
                  <a:lnTo>
                    <a:pt x="7433973" y="77997"/>
                  </a:lnTo>
                  <a:lnTo>
                    <a:pt x="7525539" y="60654"/>
                  </a:lnTo>
                  <a:lnTo>
                    <a:pt x="7618680" y="45531"/>
                  </a:lnTo>
                  <a:lnTo>
                    <a:pt x="7710090" y="32673"/>
                  </a:lnTo>
                  <a:lnTo>
                    <a:pt x="7795769" y="22131"/>
                  </a:lnTo>
                  <a:lnTo>
                    <a:pt x="7871539" y="13903"/>
                  </a:lnTo>
                  <a:lnTo>
                    <a:pt x="7933791" y="7891"/>
                  </a:lnTo>
                  <a:lnTo>
                    <a:pt x="7980269" y="3875"/>
                  </a:lnTo>
                  <a:lnTo>
                    <a:pt x="8010647" y="1514"/>
                  </a:lnTo>
                  <a:lnTo>
                    <a:pt x="8026732" y="385"/>
                  </a:lnTo>
                  <a:lnTo>
                    <a:pt x="8032306" y="30"/>
                  </a:lnTo>
                  <a:lnTo>
                    <a:pt x="8032819" y="0"/>
                  </a:lnTo>
                  <a:lnTo>
                    <a:pt x="8554953" y="0"/>
                  </a:lnTo>
                  <a:lnTo>
                    <a:pt x="8554953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237" name="pl1237"/>
            <p:cNvSpPr/>
            <p:nvPr/>
          </p:nvSpPr>
          <p:spPr>
            <a:xfrm>
              <a:off x="386606" y="2450511"/>
              <a:ext cx="8554953" cy="2479108"/>
            </a:xfrm>
            <a:custGeom>
              <a:avLst/>
              <a:pathLst>
                <a:path w="8554953" h="2479108">
                  <a:moveTo>
                    <a:pt x="8554953" y="0"/>
                  </a:moveTo>
                  <a:lnTo>
                    <a:pt x="8032819" y="0"/>
                  </a:lnTo>
                  <a:lnTo>
                    <a:pt x="8031643" y="70"/>
                  </a:lnTo>
                  <a:lnTo>
                    <a:pt x="8023941" y="572"/>
                  </a:lnTo>
                  <a:lnTo>
                    <a:pt x="8004634" y="1961"/>
                  </a:lnTo>
                  <a:lnTo>
                    <a:pt x="7970398" y="4691"/>
                  </a:lnTo>
                  <a:lnTo>
                    <a:pt x="7919946" y="9168"/>
                  </a:lnTo>
                  <a:lnTo>
                    <a:pt x="7854111" y="15707"/>
                  </a:lnTo>
                  <a:lnTo>
                    <a:pt x="7775545" y="24498"/>
                  </a:lnTo>
                  <a:lnTo>
                    <a:pt x="7688072" y="35610"/>
                  </a:lnTo>
                  <a:lnTo>
                    <a:pt x="7595888" y="49027"/>
                  </a:lnTo>
                  <a:lnTo>
                    <a:pt x="7502861" y="64697"/>
                  </a:lnTo>
                  <a:lnTo>
                    <a:pt x="7412079" y="82582"/>
                  </a:lnTo>
                  <a:lnTo>
                    <a:pt x="7325670" y="102696"/>
                  </a:lnTo>
                  <a:lnTo>
                    <a:pt x="7244846" y="125135"/>
                  </a:lnTo>
                  <a:lnTo>
                    <a:pt x="7170064" y="150085"/>
                  </a:lnTo>
                  <a:lnTo>
                    <a:pt x="7101213" y="177830"/>
                  </a:lnTo>
                  <a:lnTo>
                    <a:pt x="7037808" y="208739"/>
                  </a:lnTo>
                  <a:lnTo>
                    <a:pt x="6979129" y="243258"/>
                  </a:lnTo>
                  <a:lnTo>
                    <a:pt x="6924340" y="281879"/>
                  </a:lnTo>
                  <a:lnTo>
                    <a:pt x="6872568" y="325097"/>
                  </a:lnTo>
                  <a:lnTo>
                    <a:pt x="6822977" y="373323"/>
                  </a:lnTo>
                  <a:lnTo>
                    <a:pt x="6786527" y="413184"/>
                  </a:lnTo>
                  <a:lnTo>
                    <a:pt x="6747380" y="460070"/>
                  </a:lnTo>
                  <a:lnTo>
                    <a:pt x="6708605" y="510557"/>
                  </a:lnTo>
                  <a:lnTo>
                    <a:pt x="6669948" y="564716"/>
                  </a:lnTo>
                  <a:lnTo>
                    <a:pt x="6631214" y="622556"/>
                  </a:lnTo>
                  <a:lnTo>
                    <a:pt x="6592260" y="684010"/>
                  </a:lnTo>
                  <a:lnTo>
                    <a:pt x="6552988" y="748937"/>
                  </a:lnTo>
                  <a:lnTo>
                    <a:pt x="6513341" y="817109"/>
                  </a:lnTo>
                  <a:lnTo>
                    <a:pt x="6473304" y="888216"/>
                  </a:lnTo>
                  <a:lnTo>
                    <a:pt x="6432893" y="961870"/>
                  </a:lnTo>
                  <a:lnTo>
                    <a:pt x="6392156" y="1037603"/>
                  </a:lnTo>
                  <a:lnTo>
                    <a:pt x="6351164" y="1114890"/>
                  </a:lnTo>
                  <a:lnTo>
                    <a:pt x="6310008" y="1193151"/>
                  </a:lnTo>
                  <a:lnTo>
                    <a:pt x="6268790" y="1271778"/>
                  </a:lnTo>
                  <a:lnTo>
                    <a:pt x="6227614" y="1350151"/>
                  </a:lnTo>
                  <a:lnTo>
                    <a:pt x="6186586" y="1427657"/>
                  </a:lnTo>
                  <a:lnTo>
                    <a:pt x="6145797" y="1503712"/>
                  </a:lnTo>
                  <a:lnTo>
                    <a:pt x="6105323" y="1577777"/>
                  </a:lnTo>
                  <a:lnTo>
                    <a:pt x="6065216" y="1649375"/>
                  </a:lnTo>
                  <a:lnTo>
                    <a:pt x="6025499" y="1718102"/>
                  </a:lnTo>
                  <a:lnTo>
                    <a:pt x="5986162" y="1783633"/>
                  </a:lnTo>
                  <a:lnTo>
                    <a:pt x="5947156" y="1845727"/>
                  </a:lnTo>
                  <a:lnTo>
                    <a:pt x="5908392" y="1904226"/>
                  </a:lnTo>
                  <a:lnTo>
                    <a:pt x="5869735" y="1959051"/>
                  </a:lnTo>
                  <a:lnTo>
                    <a:pt x="5830998" y="2010196"/>
                  </a:lnTo>
                  <a:lnTo>
                    <a:pt x="5791939" y="2057724"/>
                  </a:lnTo>
                  <a:lnTo>
                    <a:pt x="5784835" y="2065923"/>
                  </a:lnTo>
                  <a:lnTo>
                    <a:pt x="5736399" y="2118074"/>
                  </a:lnTo>
                  <a:lnTo>
                    <a:pt x="5686347" y="2165044"/>
                  </a:lnTo>
                  <a:lnTo>
                    <a:pt x="5633916" y="2207094"/>
                  </a:lnTo>
                  <a:lnTo>
                    <a:pt x="5578255" y="2244663"/>
                  </a:lnTo>
                  <a:lnTo>
                    <a:pt x="5518493" y="2278253"/>
                  </a:lnTo>
                  <a:lnTo>
                    <a:pt x="5453814" y="2308349"/>
                  </a:lnTo>
                  <a:lnTo>
                    <a:pt x="5383544" y="2335378"/>
                  </a:lnTo>
                  <a:lnTo>
                    <a:pt x="5307273" y="2359692"/>
                  </a:lnTo>
                  <a:lnTo>
                    <a:pt x="5225014" y="2381547"/>
                  </a:lnTo>
                  <a:lnTo>
                    <a:pt x="5137389" y="2401110"/>
                  </a:lnTo>
                  <a:lnTo>
                    <a:pt x="5045823" y="2418453"/>
                  </a:lnTo>
                  <a:lnTo>
                    <a:pt x="4952682" y="2433577"/>
                  </a:lnTo>
                  <a:lnTo>
                    <a:pt x="4861271" y="2446434"/>
                  </a:lnTo>
                  <a:lnTo>
                    <a:pt x="4775593" y="2456976"/>
                  </a:lnTo>
                  <a:lnTo>
                    <a:pt x="4699823" y="2465204"/>
                  </a:lnTo>
                  <a:lnTo>
                    <a:pt x="4637571" y="2471216"/>
                  </a:lnTo>
                  <a:lnTo>
                    <a:pt x="4591093" y="2475232"/>
                  </a:lnTo>
                  <a:lnTo>
                    <a:pt x="4560715" y="2477593"/>
                  </a:lnTo>
                  <a:lnTo>
                    <a:pt x="4544630" y="2478722"/>
                  </a:lnTo>
                  <a:lnTo>
                    <a:pt x="4539056" y="2479077"/>
                  </a:lnTo>
                  <a:lnTo>
                    <a:pt x="4538543" y="2479108"/>
                  </a:lnTo>
                  <a:lnTo>
                    <a:pt x="4016409" y="2479108"/>
                  </a:lnTo>
                  <a:lnTo>
                    <a:pt x="4015143" y="2479092"/>
                  </a:lnTo>
                  <a:lnTo>
                    <a:pt x="4006869" y="2478984"/>
                  </a:lnTo>
                  <a:lnTo>
                    <a:pt x="3986179" y="2478683"/>
                  </a:lnTo>
                  <a:lnTo>
                    <a:pt x="3949625" y="2478094"/>
                  </a:lnTo>
                  <a:lnTo>
                    <a:pt x="3896023" y="2477128"/>
                  </a:lnTo>
                  <a:lnTo>
                    <a:pt x="3826517" y="2475721"/>
                  </a:lnTo>
                  <a:lnTo>
                    <a:pt x="3744183" y="2473837"/>
                  </a:lnTo>
                  <a:lnTo>
                    <a:pt x="3653263" y="2471462"/>
                  </a:lnTo>
                  <a:lnTo>
                    <a:pt x="3558258" y="2468604"/>
                  </a:lnTo>
                  <a:lnTo>
                    <a:pt x="3463186" y="2465274"/>
                  </a:lnTo>
                  <a:lnTo>
                    <a:pt x="3371130" y="2461478"/>
                  </a:lnTo>
                  <a:lnTo>
                    <a:pt x="3284114" y="2457208"/>
                  </a:lnTo>
                  <a:lnTo>
                    <a:pt x="3203186" y="2452438"/>
                  </a:lnTo>
                  <a:lnTo>
                    <a:pt x="3128624" y="2447121"/>
                  </a:lnTo>
                  <a:lnTo>
                    <a:pt x="3060151" y="2441190"/>
                  </a:lnTo>
                  <a:lnTo>
                    <a:pt x="2997137" y="2434558"/>
                  </a:lnTo>
                  <a:lnTo>
                    <a:pt x="2938745" y="2427124"/>
                  </a:lnTo>
                  <a:lnTo>
                    <a:pt x="2884047" y="2418781"/>
                  </a:lnTo>
                  <a:lnTo>
                    <a:pt x="2832112" y="2409425"/>
                  </a:lnTo>
                  <a:lnTo>
                    <a:pt x="2782083" y="2398988"/>
                  </a:lnTo>
                  <a:lnTo>
                    <a:pt x="2770117" y="2396282"/>
                  </a:lnTo>
                  <a:lnTo>
                    <a:pt x="2717238" y="2383391"/>
                  </a:lnTo>
                  <a:lnTo>
                    <a:pt x="2664871" y="2369166"/>
                  </a:lnTo>
                  <a:lnTo>
                    <a:pt x="2612465" y="2353591"/>
                  </a:lnTo>
                  <a:lnTo>
                    <a:pt x="2559647" y="2336692"/>
                  </a:lnTo>
                  <a:lnTo>
                    <a:pt x="2506200" y="2318551"/>
                  </a:lnTo>
                  <a:lnTo>
                    <a:pt x="2452043" y="2299306"/>
                  </a:lnTo>
                  <a:lnTo>
                    <a:pt x="2397213" y="2279146"/>
                  </a:lnTo>
                  <a:lnTo>
                    <a:pt x="2341846" y="2258314"/>
                  </a:lnTo>
                  <a:lnTo>
                    <a:pt x="2286149" y="2237086"/>
                  </a:lnTo>
                  <a:lnTo>
                    <a:pt x="2230372" y="2215766"/>
                  </a:lnTo>
                  <a:lnTo>
                    <a:pt x="2174777" y="2194659"/>
                  </a:lnTo>
                  <a:lnTo>
                    <a:pt x="2119600" y="2174061"/>
                  </a:lnTo>
                  <a:lnTo>
                    <a:pt x="2065025" y="2154236"/>
                  </a:lnTo>
                  <a:lnTo>
                    <a:pt x="2011150" y="2135407"/>
                  </a:lnTo>
                  <a:lnTo>
                    <a:pt x="1957968" y="2117744"/>
                  </a:lnTo>
                  <a:lnTo>
                    <a:pt x="1905347" y="2101361"/>
                  </a:lnTo>
                  <a:lnTo>
                    <a:pt x="1853010" y="2086319"/>
                  </a:lnTo>
                  <a:lnTo>
                    <a:pt x="1800518" y="2072625"/>
                  </a:lnTo>
                  <a:lnTo>
                    <a:pt x="1768425" y="2064982"/>
                  </a:lnTo>
                  <a:lnTo>
                    <a:pt x="1718747" y="2054277"/>
                  </a:lnTo>
                  <a:lnTo>
                    <a:pt x="1667350" y="2044663"/>
                  </a:lnTo>
                  <a:lnTo>
                    <a:pt x="1613408" y="2036082"/>
                  </a:lnTo>
                  <a:lnTo>
                    <a:pt x="1556002" y="2028437"/>
                  </a:lnTo>
                  <a:lnTo>
                    <a:pt x="1494194" y="2021620"/>
                  </a:lnTo>
                  <a:lnTo>
                    <a:pt x="1427117" y="2015527"/>
                  </a:lnTo>
                  <a:lnTo>
                    <a:pt x="1354078" y="2010067"/>
                  </a:lnTo>
                  <a:lnTo>
                    <a:pt x="1274698" y="2005170"/>
                  </a:lnTo>
                  <a:lnTo>
                    <a:pt x="1189100" y="2000781"/>
                  </a:lnTo>
                  <a:lnTo>
                    <a:pt x="1098124" y="1996871"/>
                  </a:lnTo>
                  <a:lnTo>
                    <a:pt x="1003542" y="1993427"/>
                  </a:lnTo>
                  <a:lnTo>
                    <a:pt x="908182" y="1990453"/>
                  </a:lnTo>
                  <a:lnTo>
                    <a:pt x="815861" y="1987960"/>
                  </a:lnTo>
                  <a:lnTo>
                    <a:pt x="731024" y="1985957"/>
                  </a:lnTo>
                  <a:lnTo>
                    <a:pt x="658054" y="1984436"/>
                  </a:lnTo>
                  <a:lnTo>
                    <a:pt x="600394" y="1983368"/>
                  </a:lnTo>
                  <a:lnTo>
                    <a:pt x="559711" y="1982694"/>
                  </a:lnTo>
                  <a:lnTo>
                    <a:pt x="535397" y="1982332"/>
                  </a:lnTo>
                  <a:lnTo>
                    <a:pt x="524531" y="1982186"/>
                  </a:lnTo>
                  <a:lnTo>
                    <a:pt x="522152" y="1982157"/>
                  </a:lnTo>
                  <a:lnTo>
                    <a:pt x="522133" y="1982157"/>
                  </a:lnTo>
                  <a:lnTo>
                    <a:pt x="0" y="1982157"/>
                  </a:lnTo>
                  <a:lnTo>
                    <a:pt x="0" y="1982157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238" name="pg1238"/>
            <p:cNvSpPr/>
            <p:nvPr/>
          </p:nvSpPr>
          <p:spPr>
            <a:xfrm>
              <a:off x="386606" y="4438315"/>
              <a:ext cx="8554953" cy="756720"/>
            </a:xfrm>
            <a:custGeom>
              <a:avLst/>
              <a:pathLst>
                <a:path w="8554953" h="756720">
                  <a:moveTo>
                    <a:pt x="0" y="11294"/>
                  </a:moveTo>
                  <a:lnTo>
                    <a:pt x="522133" y="11294"/>
                  </a:lnTo>
                  <a:lnTo>
                    <a:pt x="523397" y="11312"/>
                  </a:lnTo>
                  <a:lnTo>
                    <a:pt x="531662" y="11439"/>
                  </a:lnTo>
                  <a:lnTo>
                    <a:pt x="552328" y="11790"/>
                  </a:lnTo>
                  <a:lnTo>
                    <a:pt x="588844" y="12479"/>
                  </a:lnTo>
                  <a:lnTo>
                    <a:pt x="642393" y="13608"/>
                  </a:lnTo>
                  <a:lnTo>
                    <a:pt x="711839" y="15253"/>
                  </a:lnTo>
                  <a:lnTo>
                    <a:pt x="794110" y="17456"/>
                  </a:lnTo>
                  <a:lnTo>
                    <a:pt x="884975" y="20232"/>
                  </a:lnTo>
                  <a:lnTo>
                    <a:pt x="979934" y="23574"/>
                  </a:lnTo>
                  <a:lnTo>
                    <a:pt x="1074974" y="27469"/>
                  </a:lnTo>
                  <a:lnTo>
                    <a:pt x="1167010" y="31908"/>
                  </a:lnTo>
                  <a:lnTo>
                    <a:pt x="1254018" y="36901"/>
                  </a:lnTo>
                  <a:lnTo>
                    <a:pt x="1334945" y="42479"/>
                  </a:lnTo>
                  <a:lnTo>
                    <a:pt x="1409512" y="48695"/>
                  </a:lnTo>
                  <a:lnTo>
                    <a:pt x="1477991" y="55630"/>
                  </a:lnTo>
                  <a:lnTo>
                    <a:pt x="1541011" y="63384"/>
                  </a:lnTo>
                  <a:lnTo>
                    <a:pt x="1599408" y="72074"/>
                  </a:lnTo>
                  <a:lnTo>
                    <a:pt x="1654106" y="81828"/>
                  </a:lnTo>
                  <a:lnTo>
                    <a:pt x="1706037" y="92765"/>
                  </a:lnTo>
                  <a:lnTo>
                    <a:pt x="1756058" y="104966"/>
                  </a:lnTo>
                  <a:lnTo>
                    <a:pt x="1768425" y="108237"/>
                  </a:lnTo>
                  <a:lnTo>
                    <a:pt x="1820836" y="123185"/>
                  </a:lnTo>
                  <a:lnTo>
                    <a:pt x="1872738" y="139664"/>
                  </a:lnTo>
                  <a:lnTo>
                    <a:pt x="1924671" y="157697"/>
                  </a:lnTo>
                  <a:lnTo>
                    <a:pt x="1977001" y="177254"/>
                  </a:lnTo>
                  <a:lnTo>
                    <a:pt x="2029944" y="198242"/>
                  </a:lnTo>
                  <a:lnTo>
                    <a:pt x="2083584" y="220509"/>
                  </a:lnTo>
                  <a:lnTo>
                    <a:pt x="2137889" y="243840"/>
                  </a:lnTo>
                  <a:lnTo>
                    <a:pt x="2192733" y="267964"/>
                  </a:lnTo>
                  <a:lnTo>
                    <a:pt x="2247917" y="292566"/>
                  </a:lnTo>
                  <a:lnTo>
                    <a:pt x="2303200" y="317303"/>
                  </a:lnTo>
                  <a:lnTo>
                    <a:pt x="2358327" y="341825"/>
                  </a:lnTo>
                  <a:lnTo>
                    <a:pt x="2413064" y="365795"/>
                  </a:lnTo>
                  <a:lnTo>
                    <a:pt x="2467225" y="388906"/>
                  </a:lnTo>
                  <a:lnTo>
                    <a:pt x="2520705" y="410899"/>
                  </a:lnTo>
                  <a:lnTo>
                    <a:pt x="2573497" y="431573"/>
                  </a:lnTo>
                  <a:lnTo>
                    <a:pt x="2625712" y="450788"/>
                  </a:lnTo>
                  <a:lnTo>
                    <a:pt x="2677601" y="468468"/>
                  </a:lnTo>
                  <a:lnTo>
                    <a:pt x="2729565" y="484596"/>
                  </a:lnTo>
                  <a:lnTo>
                    <a:pt x="2770117" y="496009"/>
                  </a:lnTo>
                  <a:lnTo>
                    <a:pt x="2819775" y="508534"/>
                  </a:lnTo>
                  <a:lnTo>
                    <a:pt x="2871150" y="519783"/>
                  </a:lnTo>
                  <a:lnTo>
                    <a:pt x="2925066" y="529824"/>
                  </a:lnTo>
                  <a:lnTo>
                    <a:pt x="2982444" y="538770"/>
                  </a:lnTo>
                  <a:lnTo>
                    <a:pt x="3044218" y="546748"/>
                  </a:lnTo>
                  <a:lnTo>
                    <a:pt x="3111254" y="553878"/>
                  </a:lnTo>
                  <a:lnTo>
                    <a:pt x="3184247" y="560267"/>
                  </a:lnTo>
                  <a:lnTo>
                    <a:pt x="3263575" y="565999"/>
                  </a:lnTo>
                  <a:lnTo>
                    <a:pt x="3349119" y="571135"/>
                  </a:lnTo>
                  <a:lnTo>
                    <a:pt x="3440040" y="575713"/>
                  </a:lnTo>
                  <a:lnTo>
                    <a:pt x="3534573" y="579744"/>
                  </a:lnTo>
                  <a:lnTo>
                    <a:pt x="3629899" y="583226"/>
                  </a:lnTo>
                  <a:lnTo>
                    <a:pt x="3722209" y="586146"/>
                  </a:lnTo>
                  <a:lnTo>
                    <a:pt x="3807066" y="588493"/>
                  </a:lnTo>
                  <a:lnTo>
                    <a:pt x="3880087" y="590275"/>
                  </a:lnTo>
                  <a:lnTo>
                    <a:pt x="3937827" y="591528"/>
                  </a:lnTo>
                  <a:lnTo>
                    <a:pt x="3978609" y="592319"/>
                  </a:lnTo>
                  <a:lnTo>
                    <a:pt x="4003021" y="592745"/>
                  </a:lnTo>
                  <a:lnTo>
                    <a:pt x="4013968" y="592917"/>
                  </a:lnTo>
                  <a:lnTo>
                    <a:pt x="4016409" y="592952"/>
                  </a:lnTo>
                  <a:lnTo>
                    <a:pt x="4538543" y="592952"/>
                  </a:lnTo>
                  <a:lnTo>
                    <a:pt x="4539812" y="592957"/>
                  </a:lnTo>
                  <a:lnTo>
                    <a:pt x="4548111" y="592993"/>
                  </a:lnTo>
                  <a:lnTo>
                    <a:pt x="4568856" y="593093"/>
                  </a:lnTo>
                  <a:lnTo>
                    <a:pt x="4605504" y="593288"/>
                  </a:lnTo>
                  <a:lnTo>
                    <a:pt x="4659233" y="593607"/>
                  </a:lnTo>
                  <a:lnTo>
                    <a:pt x="4728887" y="594072"/>
                  </a:lnTo>
                  <a:lnTo>
                    <a:pt x="4811370" y="594694"/>
                  </a:lnTo>
                  <a:lnTo>
                    <a:pt x="4902426" y="595479"/>
                  </a:lnTo>
                  <a:lnTo>
                    <a:pt x="4997539" y="596423"/>
                  </a:lnTo>
                  <a:lnTo>
                    <a:pt x="5092689" y="597523"/>
                  </a:lnTo>
                  <a:lnTo>
                    <a:pt x="5184791" y="598777"/>
                  </a:lnTo>
                  <a:lnTo>
                    <a:pt x="5271829" y="600187"/>
                  </a:lnTo>
                  <a:lnTo>
                    <a:pt x="5352758" y="601763"/>
                  </a:lnTo>
                  <a:lnTo>
                    <a:pt x="5427310" y="603519"/>
                  </a:lnTo>
                  <a:lnTo>
                    <a:pt x="5495767" y="605479"/>
                  </a:lnTo>
                  <a:lnTo>
                    <a:pt x="5558766" y="607670"/>
                  </a:lnTo>
                  <a:lnTo>
                    <a:pt x="5617148" y="610127"/>
                  </a:lnTo>
                  <a:lnTo>
                    <a:pt x="5671844" y="612885"/>
                  </a:lnTo>
                  <a:lnTo>
                    <a:pt x="5723789" y="615977"/>
                  </a:lnTo>
                  <a:lnTo>
                    <a:pt x="5773838" y="619427"/>
                  </a:lnTo>
                  <a:lnTo>
                    <a:pt x="5784835" y="620247"/>
                  </a:lnTo>
                  <a:lnTo>
                    <a:pt x="5838936" y="624600"/>
                  </a:lnTo>
                  <a:lnTo>
                    <a:pt x="5892515" y="629412"/>
                  </a:lnTo>
                  <a:lnTo>
                    <a:pt x="5946157" y="634691"/>
                  </a:lnTo>
                  <a:lnTo>
                    <a:pt x="6000251" y="640425"/>
                  </a:lnTo>
                  <a:lnTo>
                    <a:pt x="6055015" y="646583"/>
                  </a:lnTo>
                  <a:lnTo>
                    <a:pt x="6110525" y="653116"/>
                  </a:lnTo>
                  <a:lnTo>
                    <a:pt x="6166724" y="659954"/>
                  </a:lnTo>
                  <a:lnTo>
                    <a:pt x="6223455" y="667009"/>
                  </a:lnTo>
                  <a:lnTo>
                    <a:pt x="6280485" y="674182"/>
                  </a:lnTo>
                  <a:lnTo>
                    <a:pt x="6337541" y="681364"/>
                  </a:lnTo>
                  <a:lnTo>
                    <a:pt x="6394345" y="688448"/>
                  </a:lnTo>
                  <a:lnTo>
                    <a:pt x="6450656" y="695332"/>
                  </a:lnTo>
                  <a:lnTo>
                    <a:pt x="6506298" y="701927"/>
                  </a:lnTo>
                  <a:lnTo>
                    <a:pt x="6561197" y="708158"/>
                  </a:lnTo>
                  <a:lnTo>
                    <a:pt x="6615401" y="713972"/>
                  </a:lnTo>
                  <a:lnTo>
                    <a:pt x="6669102" y="719335"/>
                  </a:lnTo>
                  <a:lnTo>
                    <a:pt x="6722655" y="724232"/>
                  </a:lnTo>
                  <a:lnTo>
                    <a:pt x="6776608" y="728667"/>
                  </a:lnTo>
                  <a:lnTo>
                    <a:pt x="6786527" y="729426"/>
                  </a:lnTo>
                  <a:lnTo>
                    <a:pt x="6836255" y="732957"/>
                  </a:lnTo>
                  <a:lnTo>
                    <a:pt x="6887706" y="736128"/>
                  </a:lnTo>
                  <a:lnTo>
                    <a:pt x="6941708" y="738957"/>
                  </a:lnTo>
                  <a:lnTo>
                    <a:pt x="6999184" y="741478"/>
                  </a:lnTo>
                  <a:lnTo>
                    <a:pt x="7061074" y="743726"/>
                  </a:lnTo>
                  <a:lnTo>
                    <a:pt x="7128247" y="745735"/>
                  </a:lnTo>
                  <a:lnTo>
                    <a:pt x="7201398" y="747534"/>
                  </a:lnTo>
                  <a:lnTo>
                    <a:pt x="7280903" y="749149"/>
                  </a:lnTo>
                  <a:lnTo>
                    <a:pt x="7366635" y="750595"/>
                  </a:lnTo>
                  <a:lnTo>
                    <a:pt x="7457743" y="751883"/>
                  </a:lnTo>
                  <a:lnTo>
                    <a:pt x="7552442" y="753018"/>
                  </a:lnTo>
                  <a:lnTo>
                    <a:pt x="7647884" y="753997"/>
                  </a:lnTo>
                  <a:lnTo>
                    <a:pt x="7740231" y="754817"/>
                  </a:lnTo>
                  <a:lnTo>
                    <a:pt x="7825022" y="755476"/>
                  </a:lnTo>
                  <a:lnTo>
                    <a:pt x="7897865" y="755975"/>
                  </a:lnTo>
                  <a:lnTo>
                    <a:pt x="7955330" y="756326"/>
                  </a:lnTo>
                  <a:lnTo>
                    <a:pt x="7995777" y="756546"/>
                  </a:lnTo>
                  <a:lnTo>
                    <a:pt x="8019852" y="756664"/>
                  </a:lnTo>
                  <a:lnTo>
                    <a:pt x="8030525" y="756711"/>
                  </a:lnTo>
                  <a:lnTo>
                    <a:pt x="8032819" y="756720"/>
                  </a:lnTo>
                  <a:lnTo>
                    <a:pt x="8554953" y="756720"/>
                  </a:lnTo>
                  <a:lnTo>
                    <a:pt x="8554953" y="745426"/>
                  </a:lnTo>
                  <a:lnTo>
                    <a:pt x="8032819" y="745426"/>
                  </a:lnTo>
                  <a:lnTo>
                    <a:pt x="8031550" y="745421"/>
                  </a:lnTo>
                  <a:lnTo>
                    <a:pt x="8023251" y="745385"/>
                  </a:lnTo>
                  <a:lnTo>
                    <a:pt x="8002506" y="745286"/>
                  </a:lnTo>
                  <a:lnTo>
                    <a:pt x="7965858" y="745091"/>
                  </a:lnTo>
                  <a:lnTo>
                    <a:pt x="7912129" y="744772"/>
                  </a:lnTo>
                  <a:lnTo>
                    <a:pt x="7842475" y="744307"/>
                  </a:lnTo>
                  <a:lnTo>
                    <a:pt x="7759992" y="743684"/>
                  </a:lnTo>
                  <a:lnTo>
                    <a:pt x="7668936" y="742900"/>
                  </a:lnTo>
                  <a:lnTo>
                    <a:pt x="7573823" y="741956"/>
                  </a:lnTo>
                  <a:lnTo>
                    <a:pt x="7478673" y="740856"/>
                  </a:lnTo>
                  <a:lnTo>
                    <a:pt x="7386570" y="739602"/>
                  </a:lnTo>
                  <a:lnTo>
                    <a:pt x="7299533" y="738191"/>
                  </a:lnTo>
                  <a:lnTo>
                    <a:pt x="7218604" y="736616"/>
                  </a:lnTo>
                  <a:lnTo>
                    <a:pt x="7144052" y="734860"/>
                  </a:lnTo>
                  <a:lnTo>
                    <a:pt x="7075595" y="732900"/>
                  </a:lnTo>
                  <a:lnTo>
                    <a:pt x="7012596" y="730709"/>
                  </a:lnTo>
                  <a:lnTo>
                    <a:pt x="6954214" y="728252"/>
                  </a:lnTo>
                  <a:lnTo>
                    <a:pt x="6899517" y="725494"/>
                  </a:lnTo>
                  <a:lnTo>
                    <a:pt x="6847573" y="722402"/>
                  </a:lnTo>
                  <a:lnTo>
                    <a:pt x="6797524" y="718952"/>
                  </a:lnTo>
                  <a:lnTo>
                    <a:pt x="6786527" y="718131"/>
                  </a:lnTo>
                  <a:lnTo>
                    <a:pt x="6732426" y="713779"/>
                  </a:lnTo>
                  <a:lnTo>
                    <a:pt x="6678847" y="708966"/>
                  </a:lnTo>
                  <a:lnTo>
                    <a:pt x="6625205" y="703688"/>
                  </a:lnTo>
                  <a:lnTo>
                    <a:pt x="6571111" y="697954"/>
                  </a:lnTo>
                  <a:lnTo>
                    <a:pt x="6516346" y="691795"/>
                  </a:lnTo>
                  <a:lnTo>
                    <a:pt x="6460837" y="685262"/>
                  </a:lnTo>
                  <a:lnTo>
                    <a:pt x="6404637" y="678424"/>
                  </a:lnTo>
                  <a:lnTo>
                    <a:pt x="6347906" y="671369"/>
                  </a:lnTo>
                  <a:lnTo>
                    <a:pt x="6290877" y="664197"/>
                  </a:lnTo>
                  <a:lnTo>
                    <a:pt x="6233821" y="657015"/>
                  </a:lnTo>
                  <a:lnTo>
                    <a:pt x="6177017" y="649931"/>
                  </a:lnTo>
                  <a:lnTo>
                    <a:pt x="6120706" y="643046"/>
                  </a:lnTo>
                  <a:lnTo>
                    <a:pt x="6065064" y="636452"/>
                  </a:lnTo>
                  <a:lnTo>
                    <a:pt x="6010164" y="630221"/>
                  </a:lnTo>
                  <a:lnTo>
                    <a:pt x="5955961" y="624407"/>
                  </a:lnTo>
                  <a:lnTo>
                    <a:pt x="5902260" y="619044"/>
                  </a:lnTo>
                  <a:lnTo>
                    <a:pt x="5848707" y="614147"/>
                  </a:lnTo>
                  <a:lnTo>
                    <a:pt x="5794754" y="609712"/>
                  </a:lnTo>
                  <a:lnTo>
                    <a:pt x="5784835" y="608953"/>
                  </a:lnTo>
                  <a:lnTo>
                    <a:pt x="5735107" y="605422"/>
                  </a:lnTo>
                  <a:lnTo>
                    <a:pt x="5683656" y="602251"/>
                  </a:lnTo>
                  <a:lnTo>
                    <a:pt x="5629654" y="599421"/>
                  </a:lnTo>
                  <a:lnTo>
                    <a:pt x="5572178" y="596900"/>
                  </a:lnTo>
                  <a:lnTo>
                    <a:pt x="5510288" y="594653"/>
                  </a:lnTo>
                  <a:lnTo>
                    <a:pt x="5443115" y="592644"/>
                  </a:lnTo>
                  <a:lnTo>
                    <a:pt x="5369964" y="590844"/>
                  </a:lnTo>
                  <a:lnTo>
                    <a:pt x="5290459" y="589230"/>
                  </a:lnTo>
                  <a:lnTo>
                    <a:pt x="5204727" y="587784"/>
                  </a:lnTo>
                  <a:lnTo>
                    <a:pt x="5113619" y="586495"/>
                  </a:lnTo>
                  <a:lnTo>
                    <a:pt x="5018920" y="585361"/>
                  </a:lnTo>
                  <a:lnTo>
                    <a:pt x="4923478" y="584382"/>
                  </a:lnTo>
                  <a:lnTo>
                    <a:pt x="4831131" y="583561"/>
                  </a:lnTo>
                  <a:lnTo>
                    <a:pt x="4746340" y="582902"/>
                  </a:lnTo>
                  <a:lnTo>
                    <a:pt x="4673497" y="582403"/>
                  </a:lnTo>
                  <a:lnTo>
                    <a:pt x="4616032" y="582053"/>
                  </a:lnTo>
                  <a:lnTo>
                    <a:pt x="4575585" y="581832"/>
                  </a:lnTo>
                  <a:lnTo>
                    <a:pt x="4551510" y="581715"/>
                  </a:lnTo>
                  <a:lnTo>
                    <a:pt x="4540837" y="581667"/>
                  </a:lnTo>
                  <a:lnTo>
                    <a:pt x="4538543" y="581658"/>
                  </a:lnTo>
                  <a:lnTo>
                    <a:pt x="4016409" y="581658"/>
                  </a:lnTo>
                  <a:lnTo>
                    <a:pt x="4015145" y="581640"/>
                  </a:lnTo>
                  <a:lnTo>
                    <a:pt x="4006880" y="581513"/>
                  </a:lnTo>
                  <a:lnTo>
                    <a:pt x="3986214" y="581162"/>
                  </a:lnTo>
                  <a:lnTo>
                    <a:pt x="3949698" y="580473"/>
                  </a:lnTo>
                  <a:lnTo>
                    <a:pt x="3896149" y="579344"/>
                  </a:lnTo>
                  <a:lnTo>
                    <a:pt x="3826704" y="577699"/>
                  </a:lnTo>
                  <a:lnTo>
                    <a:pt x="3744432" y="575496"/>
                  </a:lnTo>
                  <a:lnTo>
                    <a:pt x="3653567" y="572720"/>
                  </a:lnTo>
                  <a:lnTo>
                    <a:pt x="3558608" y="569378"/>
                  </a:lnTo>
                  <a:lnTo>
                    <a:pt x="3463568" y="565483"/>
                  </a:lnTo>
                  <a:lnTo>
                    <a:pt x="3371532" y="561044"/>
                  </a:lnTo>
                  <a:lnTo>
                    <a:pt x="3284524" y="556051"/>
                  </a:lnTo>
                  <a:lnTo>
                    <a:pt x="3203597" y="550473"/>
                  </a:lnTo>
                  <a:lnTo>
                    <a:pt x="3129030" y="544257"/>
                  </a:lnTo>
                  <a:lnTo>
                    <a:pt x="3060551" y="537322"/>
                  </a:lnTo>
                  <a:lnTo>
                    <a:pt x="2997531" y="529568"/>
                  </a:lnTo>
                  <a:lnTo>
                    <a:pt x="2939134" y="520878"/>
                  </a:lnTo>
                  <a:lnTo>
                    <a:pt x="2884436" y="511124"/>
                  </a:lnTo>
                  <a:lnTo>
                    <a:pt x="2832505" y="500187"/>
                  </a:lnTo>
                  <a:lnTo>
                    <a:pt x="2782484" y="487986"/>
                  </a:lnTo>
                  <a:lnTo>
                    <a:pt x="2770117" y="484715"/>
                  </a:lnTo>
                  <a:lnTo>
                    <a:pt x="2717707" y="469767"/>
                  </a:lnTo>
                  <a:lnTo>
                    <a:pt x="2665804" y="453288"/>
                  </a:lnTo>
                  <a:lnTo>
                    <a:pt x="2613871" y="435254"/>
                  </a:lnTo>
                  <a:lnTo>
                    <a:pt x="2561541" y="415698"/>
                  </a:lnTo>
                  <a:lnTo>
                    <a:pt x="2508598" y="394710"/>
                  </a:lnTo>
                  <a:lnTo>
                    <a:pt x="2454958" y="372443"/>
                  </a:lnTo>
                  <a:lnTo>
                    <a:pt x="2400653" y="349111"/>
                  </a:lnTo>
                  <a:lnTo>
                    <a:pt x="2345809" y="324988"/>
                  </a:lnTo>
                  <a:lnTo>
                    <a:pt x="2290625" y="300386"/>
                  </a:lnTo>
                  <a:lnTo>
                    <a:pt x="2235342" y="275649"/>
                  </a:lnTo>
                  <a:lnTo>
                    <a:pt x="2180215" y="251127"/>
                  </a:lnTo>
                  <a:lnTo>
                    <a:pt x="2125478" y="227157"/>
                  </a:lnTo>
                  <a:lnTo>
                    <a:pt x="2071317" y="204046"/>
                  </a:lnTo>
                  <a:lnTo>
                    <a:pt x="2017837" y="182053"/>
                  </a:lnTo>
                  <a:lnTo>
                    <a:pt x="1965045" y="161379"/>
                  </a:lnTo>
                  <a:lnTo>
                    <a:pt x="1912830" y="142164"/>
                  </a:lnTo>
                  <a:lnTo>
                    <a:pt x="1860942" y="124484"/>
                  </a:lnTo>
                  <a:lnTo>
                    <a:pt x="1808977" y="108356"/>
                  </a:lnTo>
                  <a:lnTo>
                    <a:pt x="1768425" y="96943"/>
                  </a:lnTo>
                  <a:lnTo>
                    <a:pt x="1718767" y="84418"/>
                  </a:lnTo>
                  <a:lnTo>
                    <a:pt x="1667392" y="73169"/>
                  </a:lnTo>
                  <a:lnTo>
                    <a:pt x="1613476" y="63128"/>
                  </a:lnTo>
                  <a:lnTo>
                    <a:pt x="1556098" y="54182"/>
                  </a:lnTo>
                  <a:lnTo>
                    <a:pt x="1494324" y="46204"/>
                  </a:lnTo>
                  <a:lnTo>
                    <a:pt x="1427288" y="39074"/>
                  </a:lnTo>
                  <a:lnTo>
                    <a:pt x="1354295" y="32685"/>
                  </a:lnTo>
                  <a:lnTo>
                    <a:pt x="1274967" y="26953"/>
                  </a:lnTo>
                  <a:lnTo>
                    <a:pt x="1189424" y="21817"/>
                  </a:lnTo>
                  <a:lnTo>
                    <a:pt x="1098503" y="17239"/>
                  </a:lnTo>
                  <a:lnTo>
                    <a:pt x="1003969" y="13208"/>
                  </a:lnTo>
                  <a:lnTo>
                    <a:pt x="908643" y="9726"/>
                  </a:lnTo>
                  <a:lnTo>
                    <a:pt x="816333" y="6806"/>
                  </a:lnTo>
                  <a:lnTo>
                    <a:pt x="731477" y="4459"/>
                  </a:lnTo>
                  <a:lnTo>
                    <a:pt x="658455" y="2677"/>
                  </a:lnTo>
                  <a:lnTo>
                    <a:pt x="600715" y="1424"/>
                  </a:lnTo>
                  <a:lnTo>
                    <a:pt x="559933" y="633"/>
                  </a:lnTo>
                  <a:lnTo>
                    <a:pt x="535521" y="207"/>
                  </a:lnTo>
                  <a:lnTo>
                    <a:pt x="524575" y="35"/>
                  </a:lnTo>
                  <a:lnTo>
                    <a:pt x="5221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C1B3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1239" name="pl1239"/>
            <p:cNvSpPr/>
            <p:nvPr/>
          </p:nvSpPr>
          <p:spPr>
            <a:xfrm>
              <a:off x="386606" y="4449610"/>
              <a:ext cx="8554953" cy="745426"/>
            </a:xfrm>
            <a:custGeom>
              <a:avLst/>
              <a:pathLst>
                <a:path w="8554953" h="745426">
                  <a:moveTo>
                    <a:pt x="0" y="0"/>
                  </a:moveTo>
                  <a:lnTo>
                    <a:pt x="522133" y="0"/>
                  </a:lnTo>
                  <a:lnTo>
                    <a:pt x="523397" y="17"/>
                  </a:lnTo>
                  <a:lnTo>
                    <a:pt x="531662" y="144"/>
                  </a:lnTo>
                  <a:lnTo>
                    <a:pt x="552328" y="495"/>
                  </a:lnTo>
                  <a:lnTo>
                    <a:pt x="588844" y="1185"/>
                  </a:lnTo>
                  <a:lnTo>
                    <a:pt x="642393" y="2314"/>
                  </a:lnTo>
                  <a:lnTo>
                    <a:pt x="711839" y="3958"/>
                  </a:lnTo>
                  <a:lnTo>
                    <a:pt x="794110" y="6162"/>
                  </a:lnTo>
                  <a:lnTo>
                    <a:pt x="884975" y="8938"/>
                  </a:lnTo>
                  <a:lnTo>
                    <a:pt x="979934" y="12280"/>
                  </a:lnTo>
                  <a:lnTo>
                    <a:pt x="1074974" y="16174"/>
                  </a:lnTo>
                  <a:lnTo>
                    <a:pt x="1167010" y="20614"/>
                  </a:lnTo>
                  <a:lnTo>
                    <a:pt x="1254018" y="25607"/>
                  </a:lnTo>
                  <a:lnTo>
                    <a:pt x="1334945" y="31184"/>
                  </a:lnTo>
                  <a:lnTo>
                    <a:pt x="1409512" y="37401"/>
                  </a:lnTo>
                  <a:lnTo>
                    <a:pt x="1477991" y="44336"/>
                  </a:lnTo>
                  <a:lnTo>
                    <a:pt x="1541011" y="52089"/>
                  </a:lnTo>
                  <a:lnTo>
                    <a:pt x="1599408" y="60780"/>
                  </a:lnTo>
                  <a:lnTo>
                    <a:pt x="1654106" y="70534"/>
                  </a:lnTo>
                  <a:lnTo>
                    <a:pt x="1706037" y="81470"/>
                  </a:lnTo>
                  <a:lnTo>
                    <a:pt x="1756058" y="93672"/>
                  </a:lnTo>
                  <a:lnTo>
                    <a:pt x="1768425" y="96943"/>
                  </a:lnTo>
                  <a:lnTo>
                    <a:pt x="1820836" y="111891"/>
                  </a:lnTo>
                  <a:lnTo>
                    <a:pt x="1872738" y="128370"/>
                  </a:lnTo>
                  <a:lnTo>
                    <a:pt x="1924671" y="146403"/>
                  </a:lnTo>
                  <a:lnTo>
                    <a:pt x="1977001" y="165959"/>
                  </a:lnTo>
                  <a:lnTo>
                    <a:pt x="2029944" y="186948"/>
                  </a:lnTo>
                  <a:lnTo>
                    <a:pt x="2083584" y="209215"/>
                  </a:lnTo>
                  <a:lnTo>
                    <a:pt x="2137889" y="232546"/>
                  </a:lnTo>
                  <a:lnTo>
                    <a:pt x="2192733" y="256670"/>
                  </a:lnTo>
                  <a:lnTo>
                    <a:pt x="2247917" y="281272"/>
                  </a:lnTo>
                  <a:lnTo>
                    <a:pt x="2303200" y="306009"/>
                  </a:lnTo>
                  <a:lnTo>
                    <a:pt x="2358327" y="330531"/>
                  </a:lnTo>
                  <a:lnTo>
                    <a:pt x="2413064" y="354501"/>
                  </a:lnTo>
                  <a:lnTo>
                    <a:pt x="2467225" y="377612"/>
                  </a:lnTo>
                  <a:lnTo>
                    <a:pt x="2520705" y="399605"/>
                  </a:lnTo>
                  <a:lnTo>
                    <a:pt x="2573497" y="420279"/>
                  </a:lnTo>
                  <a:lnTo>
                    <a:pt x="2625712" y="439494"/>
                  </a:lnTo>
                  <a:lnTo>
                    <a:pt x="2677601" y="457174"/>
                  </a:lnTo>
                  <a:lnTo>
                    <a:pt x="2729565" y="473301"/>
                  </a:lnTo>
                  <a:lnTo>
                    <a:pt x="2770117" y="484715"/>
                  </a:lnTo>
                  <a:lnTo>
                    <a:pt x="2819775" y="497240"/>
                  </a:lnTo>
                  <a:lnTo>
                    <a:pt x="2871150" y="508489"/>
                  </a:lnTo>
                  <a:lnTo>
                    <a:pt x="2925066" y="518529"/>
                  </a:lnTo>
                  <a:lnTo>
                    <a:pt x="2982444" y="527476"/>
                  </a:lnTo>
                  <a:lnTo>
                    <a:pt x="3044218" y="535453"/>
                  </a:lnTo>
                  <a:lnTo>
                    <a:pt x="3111254" y="542584"/>
                  </a:lnTo>
                  <a:lnTo>
                    <a:pt x="3184247" y="548973"/>
                  </a:lnTo>
                  <a:lnTo>
                    <a:pt x="3263575" y="554705"/>
                  </a:lnTo>
                  <a:lnTo>
                    <a:pt x="3349119" y="559841"/>
                  </a:lnTo>
                  <a:lnTo>
                    <a:pt x="3440040" y="564418"/>
                  </a:lnTo>
                  <a:lnTo>
                    <a:pt x="3534573" y="568450"/>
                  </a:lnTo>
                  <a:lnTo>
                    <a:pt x="3629899" y="571932"/>
                  </a:lnTo>
                  <a:lnTo>
                    <a:pt x="3722209" y="574851"/>
                  </a:lnTo>
                  <a:lnTo>
                    <a:pt x="3807066" y="577199"/>
                  </a:lnTo>
                  <a:lnTo>
                    <a:pt x="3880087" y="578981"/>
                  </a:lnTo>
                  <a:lnTo>
                    <a:pt x="3937827" y="580234"/>
                  </a:lnTo>
                  <a:lnTo>
                    <a:pt x="3978609" y="581025"/>
                  </a:lnTo>
                  <a:lnTo>
                    <a:pt x="4003021" y="581451"/>
                  </a:lnTo>
                  <a:lnTo>
                    <a:pt x="4013968" y="581623"/>
                  </a:lnTo>
                  <a:lnTo>
                    <a:pt x="4016388" y="581658"/>
                  </a:lnTo>
                  <a:lnTo>
                    <a:pt x="4016409" y="581658"/>
                  </a:lnTo>
                  <a:lnTo>
                    <a:pt x="4538543" y="581658"/>
                  </a:lnTo>
                  <a:lnTo>
                    <a:pt x="4539812" y="581663"/>
                  </a:lnTo>
                  <a:lnTo>
                    <a:pt x="4548111" y="581699"/>
                  </a:lnTo>
                  <a:lnTo>
                    <a:pt x="4568856" y="581798"/>
                  </a:lnTo>
                  <a:lnTo>
                    <a:pt x="4605504" y="581993"/>
                  </a:lnTo>
                  <a:lnTo>
                    <a:pt x="4659233" y="582312"/>
                  </a:lnTo>
                  <a:lnTo>
                    <a:pt x="4728887" y="582777"/>
                  </a:lnTo>
                  <a:lnTo>
                    <a:pt x="4811370" y="583400"/>
                  </a:lnTo>
                  <a:lnTo>
                    <a:pt x="4902426" y="584184"/>
                  </a:lnTo>
                  <a:lnTo>
                    <a:pt x="4997539" y="585128"/>
                  </a:lnTo>
                  <a:lnTo>
                    <a:pt x="5092689" y="586228"/>
                  </a:lnTo>
                  <a:lnTo>
                    <a:pt x="5184791" y="587482"/>
                  </a:lnTo>
                  <a:lnTo>
                    <a:pt x="5271829" y="588893"/>
                  </a:lnTo>
                  <a:lnTo>
                    <a:pt x="5352758" y="590468"/>
                  </a:lnTo>
                  <a:lnTo>
                    <a:pt x="5427310" y="592225"/>
                  </a:lnTo>
                  <a:lnTo>
                    <a:pt x="5495767" y="594184"/>
                  </a:lnTo>
                  <a:lnTo>
                    <a:pt x="5558766" y="596376"/>
                  </a:lnTo>
                  <a:lnTo>
                    <a:pt x="5617148" y="598832"/>
                  </a:lnTo>
                  <a:lnTo>
                    <a:pt x="5671844" y="601590"/>
                  </a:lnTo>
                  <a:lnTo>
                    <a:pt x="5723789" y="604683"/>
                  </a:lnTo>
                  <a:lnTo>
                    <a:pt x="5773838" y="608132"/>
                  </a:lnTo>
                  <a:lnTo>
                    <a:pt x="5784835" y="608953"/>
                  </a:lnTo>
                  <a:lnTo>
                    <a:pt x="5838936" y="613305"/>
                  </a:lnTo>
                  <a:lnTo>
                    <a:pt x="5892515" y="618118"/>
                  </a:lnTo>
                  <a:lnTo>
                    <a:pt x="5946157" y="623396"/>
                  </a:lnTo>
                  <a:lnTo>
                    <a:pt x="6000251" y="629130"/>
                  </a:lnTo>
                  <a:lnTo>
                    <a:pt x="6055015" y="635289"/>
                  </a:lnTo>
                  <a:lnTo>
                    <a:pt x="6110525" y="641822"/>
                  </a:lnTo>
                  <a:lnTo>
                    <a:pt x="6166724" y="648660"/>
                  </a:lnTo>
                  <a:lnTo>
                    <a:pt x="6223455" y="655715"/>
                  </a:lnTo>
                  <a:lnTo>
                    <a:pt x="6280485" y="662887"/>
                  </a:lnTo>
                  <a:lnTo>
                    <a:pt x="6337541" y="670069"/>
                  </a:lnTo>
                  <a:lnTo>
                    <a:pt x="6394345" y="677154"/>
                  </a:lnTo>
                  <a:lnTo>
                    <a:pt x="6450656" y="684038"/>
                  </a:lnTo>
                  <a:lnTo>
                    <a:pt x="6506298" y="690632"/>
                  </a:lnTo>
                  <a:lnTo>
                    <a:pt x="6561197" y="696863"/>
                  </a:lnTo>
                  <a:lnTo>
                    <a:pt x="6615401" y="702677"/>
                  </a:lnTo>
                  <a:lnTo>
                    <a:pt x="6669102" y="708040"/>
                  </a:lnTo>
                  <a:lnTo>
                    <a:pt x="6722655" y="712938"/>
                  </a:lnTo>
                  <a:lnTo>
                    <a:pt x="6776608" y="717373"/>
                  </a:lnTo>
                  <a:lnTo>
                    <a:pt x="6786527" y="718131"/>
                  </a:lnTo>
                  <a:lnTo>
                    <a:pt x="6836255" y="721662"/>
                  </a:lnTo>
                  <a:lnTo>
                    <a:pt x="6887706" y="724833"/>
                  </a:lnTo>
                  <a:lnTo>
                    <a:pt x="6941708" y="727663"/>
                  </a:lnTo>
                  <a:lnTo>
                    <a:pt x="6999184" y="730184"/>
                  </a:lnTo>
                  <a:lnTo>
                    <a:pt x="7061074" y="732432"/>
                  </a:lnTo>
                  <a:lnTo>
                    <a:pt x="7128247" y="734440"/>
                  </a:lnTo>
                  <a:lnTo>
                    <a:pt x="7201398" y="736240"/>
                  </a:lnTo>
                  <a:lnTo>
                    <a:pt x="7280903" y="737854"/>
                  </a:lnTo>
                  <a:lnTo>
                    <a:pt x="7366635" y="739300"/>
                  </a:lnTo>
                  <a:lnTo>
                    <a:pt x="7457743" y="740589"/>
                  </a:lnTo>
                  <a:lnTo>
                    <a:pt x="7552442" y="741723"/>
                  </a:lnTo>
                  <a:lnTo>
                    <a:pt x="7647884" y="742703"/>
                  </a:lnTo>
                  <a:lnTo>
                    <a:pt x="7740231" y="743523"/>
                  </a:lnTo>
                  <a:lnTo>
                    <a:pt x="7825022" y="744182"/>
                  </a:lnTo>
                  <a:lnTo>
                    <a:pt x="7897865" y="744681"/>
                  </a:lnTo>
                  <a:lnTo>
                    <a:pt x="7955330" y="745031"/>
                  </a:lnTo>
                  <a:lnTo>
                    <a:pt x="7995777" y="745252"/>
                  </a:lnTo>
                  <a:lnTo>
                    <a:pt x="8019852" y="745370"/>
                  </a:lnTo>
                  <a:lnTo>
                    <a:pt x="8030525" y="745417"/>
                  </a:lnTo>
                  <a:lnTo>
                    <a:pt x="8032804" y="745426"/>
                  </a:lnTo>
                  <a:lnTo>
                    <a:pt x="8032819" y="745426"/>
                  </a:lnTo>
                  <a:lnTo>
                    <a:pt x="8554953" y="745426"/>
                  </a:lnTo>
                  <a:lnTo>
                    <a:pt x="8554953" y="745426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240" name="pl1240"/>
            <p:cNvSpPr/>
            <p:nvPr/>
          </p:nvSpPr>
          <p:spPr>
            <a:xfrm>
              <a:off x="386606" y="4438315"/>
              <a:ext cx="8554953" cy="745426"/>
            </a:xfrm>
            <a:custGeom>
              <a:avLst/>
              <a:pathLst>
                <a:path w="8554953" h="745426">
                  <a:moveTo>
                    <a:pt x="8554953" y="745426"/>
                  </a:moveTo>
                  <a:lnTo>
                    <a:pt x="8032819" y="745426"/>
                  </a:lnTo>
                  <a:lnTo>
                    <a:pt x="8031550" y="745421"/>
                  </a:lnTo>
                  <a:lnTo>
                    <a:pt x="8023251" y="745385"/>
                  </a:lnTo>
                  <a:lnTo>
                    <a:pt x="8002506" y="745286"/>
                  </a:lnTo>
                  <a:lnTo>
                    <a:pt x="7965858" y="745091"/>
                  </a:lnTo>
                  <a:lnTo>
                    <a:pt x="7912129" y="744772"/>
                  </a:lnTo>
                  <a:lnTo>
                    <a:pt x="7842475" y="744307"/>
                  </a:lnTo>
                  <a:lnTo>
                    <a:pt x="7759992" y="743684"/>
                  </a:lnTo>
                  <a:lnTo>
                    <a:pt x="7668936" y="742900"/>
                  </a:lnTo>
                  <a:lnTo>
                    <a:pt x="7573823" y="741956"/>
                  </a:lnTo>
                  <a:lnTo>
                    <a:pt x="7478673" y="740856"/>
                  </a:lnTo>
                  <a:lnTo>
                    <a:pt x="7386570" y="739602"/>
                  </a:lnTo>
                  <a:lnTo>
                    <a:pt x="7299533" y="738191"/>
                  </a:lnTo>
                  <a:lnTo>
                    <a:pt x="7218604" y="736616"/>
                  </a:lnTo>
                  <a:lnTo>
                    <a:pt x="7144052" y="734860"/>
                  </a:lnTo>
                  <a:lnTo>
                    <a:pt x="7075595" y="732900"/>
                  </a:lnTo>
                  <a:lnTo>
                    <a:pt x="7012596" y="730709"/>
                  </a:lnTo>
                  <a:lnTo>
                    <a:pt x="6954214" y="728252"/>
                  </a:lnTo>
                  <a:lnTo>
                    <a:pt x="6899517" y="725494"/>
                  </a:lnTo>
                  <a:lnTo>
                    <a:pt x="6847573" y="722402"/>
                  </a:lnTo>
                  <a:lnTo>
                    <a:pt x="6797524" y="718952"/>
                  </a:lnTo>
                  <a:lnTo>
                    <a:pt x="6786527" y="718131"/>
                  </a:lnTo>
                  <a:lnTo>
                    <a:pt x="6732426" y="713779"/>
                  </a:lnTo>
                  <a:lnTo>
                    <a:pt x="6678847" y="708966"/>
                  </a:lnTo>
                  <a:lnTo>
                    <a:pt x="6625205" y="703688"/>
                  </a:lnTo>
                  <a:lnTo>
                    <a:pt x="6571111" y="697954"/>
                  </a:lnTo>
                  <a:lnTo>
                    <a:pt x="6516346" y="691795"/>
                  </a:lnTo>
                  <a:lnTo>
                    <a:pt x="6460837" y="685262"/>
                  </a:lnTo>
                  <a:lnTo>
                    <a:pt x="6404637" y="678424"/>
                  </a:lnTo>
                  <a:lnTo>
                    <a:pt x="6347906" y="671369"/>
                  </a:lnTo>
                  <a:lnTo>
                    <a:pt x="6290877" y="664197"/>
                  </a:lnTo>
                  <a:lnTo>
                    <a:pt x="6233821" y="657015"/>
                  </a:lnTo>
                  <a:lnTo>
                    <a:pt x="6177017" y="649931"/>
                  </a:lnTo>
                  <a:lnTo>
                    <a:pt x="6120706" y="643046"/>
                  </a:lnTo>
                  <a:lnTo>
                    <a:pt x="6065064" y="636452"/>
                  </a:lnTo>
                  <a:lnTo>
                    <a:pt x="6010164" y="630221"/>
                  </a:lnTo>
                  <a:lnTo>
                    <a:pt x="5955961" y="624407"/>
                  </a:lnTo>
                  <a:lnTo>
                    <a:pt x="5902260" y="619044"/>
                  </a:lnTo>
                  <a:lnTo>
                    <a:pt x="5848707" y="614147"/>
                  </a:lnTo>
                  <a:lnTo>
                    <a:pt x="5794754" y="609712"/>
                  </a:lnTo>
                  <a:lnTo>
                    <a:pt x="5784835" y="608953"/>
                  </a:lnTo>
                  <a:lnTo>
                    <a:pt x="5735107" y="605422"/>
                  </a:lnTo>
                  <a:lnTo>
                    <a:pt x="5683656" y="602251"/>
                  </a:lnTo>
                  <a:lnTo>
                    <a:pt x="5629654" y="599421"/>
                  </a:lnTo>
                  <a:lnTo>
                    <a:pt x="5572178" y="596900"/>
                  </a:lnTo>
                  <a:lnTo>
                    <a:pt x="5510288" y="594653"/>
                  </a:lnTo>
                  <a:lnTo>
                    <a:pt x="5443115" y="592644"/>
                  </a:lnTo>
                  <a:lnTo>
                    <a:pt x="5369964" y="590844"/>
                  </a:lnTo>
                  <a:lnTo>
                    <a:pt x="5290459" y="589230"/>
                  </a:lnTo>
                  <a:lnTo>
                    <a:pt x="5204727" y="587784"/>
                  </a:lnTo>
                  <a:lnTo>
                    <a:pt x="5113619" y="586495"/>
                  </a:lnTo>
                  <a:lnTo>
                    <a:pt x="5018920" y="585361"/>
                  </a:lnTo>
                  <a:lnTo>
                    <a:pt x="4923478" y="584382"/>
                  </a:lnTo>
                  <a:lnTo>
                    <a:pt x="4831131" y="583561"/>
                  </a:lnTo>
                  <a:lnTo>
                    <a:pt x="4746340" y="582902"/>
                  </a:lnTo>
                  <a:lnTo>
                    <a:pt x="4673497" y="582403"/>
                  </a:lnTo>
                  <a:lnTo>
                    <a:pt x="4616032" y="582053"/>
                  </a:lnTo>
                  <a:lnTo>
                    <a:pt x="4575585" y="581832"/>
                  </a:lnTo>
                  <a:lnTo>
                    <a:pt x="4551510" y="581715"/>
                  </a:lnTo>
                  <a:lnTo>
                    <a:pt x="4540837" y="581667"/>
                  </a:lnTo>
                  <a:lnTo>
                    <a:pt x="4538558" y="581658"/>
                  </a:lnTo>
                  <a:lnTo>
                    <a:pt x="4538543" y="581658"/>
                  </a:lnTo>
                  <a:lnTo>
                    <a:pt x="4016409" y="581658"/>
                  </a:lnTo>
                  <a:lnTo>
                    <a:pt x="4015145" y="581640"/>
                  </a:lnTo>
                  <a:lnTo>
                    <a:pt x="4006880" y="581513"/>
                  </a:lnTo>
                  <a:lnTo>
                    <a:pt x="3986214" y="581162"/>
                  </a:lnTo>
                  <a:lnTo>
                    <a:pt x="3949698" y="580473"/>
                  </a:lnTo>
                  <a:lnTo>
                    <a:pt x="3896149" y="579344"/>
                  </a:lnTo>
                  <a:lnTo>
                    <a:pt x="3826704" y="577699"/>
                  </a:lnTo>
                  <a:lnTo>
                    <a:pt x="3744432" y="575496"/>
                  </a:lnTo>
                  <a:lnTo>
                    <a:pt x="3653567" y="572720"/>
                  </a:lnTo>
                  <a:lnTo>
                    <a:pt x="3558608" y="569378"/>
                  </a:lnTo>
                  <a:lnTo>
                    <a:pt x="3463568" y="565483"/>
                  </a:lnTo>
                  <a:lnTo>
                    <a:pt x="3371532" y="561044"/>
                  </a:lnTo>
                  <a:lnTo>
                    <a:pt x="3284524" y="556051"/>
                  </a:lnTo>
                  <a:lnTo>
                    <a:pt x="3203597" y="550473"/>
                  </a:lnTo>
                  <a:lnTo>
                    <a:pt x="3129030" y="544257"/>
                  </a:lnTo>
                  <a:lnTo>
                    <a:pt x="3060551" y="537322"/>
                  </a:lnTo>
                  <a:lnTo>
                    <a:pt x="2997531" y="529568"/>
                  </a:lnTo>
                  <a:lnTo>
                    <a:pt x="2939134" y="520878"/>
                  </a:lnTo>
                  <a:lnTo>
                    <a:pt x="2884436" y="511124"/>
                  </a:lnTo>
                  <a:lnTo>
                    <a:pt x="2832505" y="500187"/>
                  </a:lnTo>
                  <a:lnTo>
                    <a:pt x="2782484" y="487986"/>
                  </a:lnTo>
                  <a:lnTo>
                    <a:pt x="2770117" y="484715"/>
                  </a:lnTo>
                  <a:lnTo>
                    <a:pt x="2717707" y="469767"/>
                  </a:lnTo>
                  <a:lnTo>
                    <a:pt x="2665804" y="453288"/>
                  </a:lnTo>
                  <a:lnTo>
                    <a:pt x="2613871" y="435254"/>
                  </a:lnTo>
                  <a:lnTo>
                    <a:pt x="2561541" y="415698"/>
                  </a:lnTo>
                  <a:lnTo>
                    <a:pt x="2508598" y="394710"/>
                  </a:lnTo>
                  <a:lnTo>
                    <a:pt x="2454958" y="372443"/>
                  </a:lnTo>
                  <a:lnTo>
                    <a:pt x="2400653" y="349111"/>
                  </a:lnTo>
                  <a:lnTo>
                    <a:pt x="2345809" y="324988"/>
                  </a:lnTo>
                  <a:lnTo>
                    <a:pt x="2290625" y="300386"/>
                  </a:lnTo>
                  <a:lnTo>
                    <a:pt x="2235342" y="275649"/>
                  </a:lnTo>
                  <a:lnTo>
                    <a:pt x="2180215" y="251127"/>
                  </a:lnTo>
                  <a:lnTo>
                    <a:pt x="2125478" y="227157"/>
                  </a:lnTo>
                  <a:lnTo>
                    <a:pt x="2071317" y="204046"/>
                  </a:lnTo>
                  <a:lnTo>
                    <a:pt x="2017837" y="182053"/>
                  </a:lnTo>
                  <a:lnTo>
                    <a:pt x="1965045" y="161379"/>
                  </a:lnTo>
                  <a:lnTo>
                    <a:pt x="1912830" y="142164"/>
                  </a:lnTo>
                  <a:lnTo>
                    <a:pt x="1860942" y="124484"/>
                  </a:lnTo>
                  <a:lnTo>
                    <a:pt x="1808977" y="108356"/>
                  </a:lnTo>
                  <a:lnTo>
                    <a:pt x="1768425" y="96943"/>
                  </a:lnTo>
                  <a:lnTo>
                    <a:pt x="1718767" y="84418"/>
                  </a:lnTo>
                  <a:lnTo>
                    <a:pt x="1667392" y="73169"/>
                  </a:lnTo>
                  <a:lnTo>
                    <a:pt x="1613476" y="63128"/>
                  </a:lnTo>
                  <a:lnTo>
                    <a:pt x="1556098" y="54182"/>
                  </a:lnTo>
                  <a:lnTo>
                    <a:pt x="1494324" y="46204"/>
                  </a:lnTo>
                  <a:lnTo>
                    <a:pt x="1427288" y="39074"/>
                  </a:lnTo>
                  <a:lnTo>
                    <a:pt x="1354295" y="32685"/>
                  </a:lnTo>
                  <a:lnTo>
                    <a:pt x="1274967" y="26953"/>
                  </a:lnTo>
                  <a:lnTo>
                    <a:pt x="1189424" y="21817"/>
                  </a:lnTo>
                  <a:lnTo>
                    <a:pt x="1098503" y="17239"/>
                  </a:lnTo>
                  <a:lnTo>
                    <a:pt x="1003969" y="13208"/>
                  </a:lnTo>
                  <a:lnTo>
                    <a:pt x="908643" y="9726"/>
                  </a:lnTo>
                  <a:lnTo>
                    <a:pt x="816333" y="6806"/>
                  </a:lnTo>
                  <a:lnTo>
                    <a:pt x="731477" y="4459"/>
                  </a:lnTo>
                  <a:lnTo>
                    <a:pt x="658455" y="2677"/>
                  </a:lnTo>
                  <a:lnTo>
                    <a:pt x="600715" y="1424"/>
                  </a:lnTo>
                  <a:lnTo>
                    <a:pt x="559933" y="633"/>
                  </a:lnTo>
                  <a:lnTo>
                    <a:pt x="535521" y="207"/>
                  </a:lnTo>
                  <a:lnTo>
                    <a:pt x="524575" y="35"/>
                  </a:lnTo>
                  <a:lnTo>
                    <a:pt x="522154" y="0"/>
                  </a:lnTo>
                  <a:lnTo>
                    <a:pt x="522133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241" name="pg1241"/>
            <p:cNvSpPr/>
            <p:nvPr/>
          </p:nvSpPr>
          <p:spPr>
            <a:xfrm>
              <a:off x="386606" y="3523474"/>
              <a:ext cx="8554953" cy="1936979"/>
            </a:xfrm>
            <a:custGeom>
              <a:avLst/>
              <a:pathLst>
                <a:path w="8554953" h="1936979">
                  <a:moveTo>
                    <a:pt x="0" y="971313"/>
                  </a:moveTo>
                  <a:lnTo>
                    <a:pt x="522133" y="971313"/>
                  </a:lnTo>
                  <a:lnTo>
                    <a:pt x="523387" y="971342"/>
                  </a:lnTo>
                  <a:lnTo>
                    <a:pt x="531591" y="971551"/>
                  </a:lnTo>
                  <a:lnTo>
                    <a:pt x="552107" y="972130"/>
                  </a:lnTo>
                  <a:lnTo>
                    <a:pt x="588372" y="973265"/>
                  </a:lnTo>
                  <a:lnTo>
                    <a:pt x="641583" y="975126"/>
                  </a:lnTo>
                  <a:lnTo>
                    <a:pt x="710636" y="977835"/>
                  </a:lnTo>
                  <a:lnTo>
                    <a:pt x="792508" y="981468"/>
                  </a:lnTo>
                  <a:lnTo>
                    <a:pt x="883011" y="986046"/>
                  </a:lnTo>
                  <a:lnTo>
                    <a:pt x="977677" y="991559"/>
                  </a:lnTo>
                  <a:lnTo>
                    <a:pt x="1072508" y="997985"/>
                  </a:lnTo>
                  <a:lnTo>
                    <a:pt x="1164418" y="1005311"/>
                  </a:lnTo>
                  <a:lnTo>
                    <a:pt x="1251369" y="1013551"/>
                  </a:lnTo>
                  <a:lnTo>
                    <a:pt x="1332290" y="1022753"/>
                  </a:lnTo>
                  <a:lnTo>
                    <a:pt x="1406884" y="1033008"/>
                  </a:lnTo>
                  <a:lnTo>
                    <a:pt x="1475404" y="1044442"/>
                  </a:lnTo>
                  <a:lnTo>
                    <a:pt x="1538465" y="1057222"/>
                  </a:lnTo>
                  <a:lnTo>
                    <a:pt x="1596889" y="1071541"/>
                  </a:lnTo>
                  <a:lnTo>
                    <a:pt x="1651593" y="1087607"/>
                  </a:lnTo>
                  <a:lnTo>
                    <a:pt x="1703501" y="1105616"/>
                  </a:lnTo>
                  <a:lnTo>
                    <a:pt x="1753469" y="1125711"/>
                  </a:lnTo>
                  <a:lnTo>
                    <a:pt x="1768425" y="1132257"/>
                  </a:lnTo>
                  <a:lnTo>
                    <a:pt x="1818221" y="1155767"/>
                  </a:lnTo>
                  <a:lnTo>
                    <a:pt x="1867531" y="1181568"/>
                  </a:lnTo>
                  <a:lnTo>
                    <a:pt x="1916829" y="1209697"/>
                  </a:lnTo>
                  <a:lnTo>
                    <a:pt x="1966444" y="1240119"/>
                  </a:lnTo>
                  <a:lnTo>
                    <a:pt x="2016585" y="1272722"/>
                  </a:lnTo>
                  <a:lnTo>
                    <a:pt x="2067347" y="1307307"/>
                  </a:lnTo>
                  <a:lnTo>
                    <a:pt x="2118728" y="1343593"/>
                  </a:lnTo>
                  <a:lnTo>
                    <a:pt x="2170644" y="1381218"/>
                  </a:lnTo>
                  <a:lnTo>
                    <a:pt x="2222946" y="1419755"/>
                  </a:lnTo>
                  <a:lnTo>
                    <a:pt x="2275439" y="1458730"/>
                  </a:lnTo>
                  <a:lnTo>
                    <a:pt x="2327906" y="1497647"/>
                  </a:lnTo>
                  <a:lnTo>
                    <a:pt x="2380134" y="1536010"/>
                  </a:lnTo>
                  <a:lnTo>
                    <a:pt x="2431936" y="1573357"/>
                  </a:lnTo>
                  <a:lnTo>
                    <a:pt x="2483176" y="1609273"/>
                  </a:lnTo>
                  <a:lnTo>
                    <a:pt x="2533789" y="1643416"/>
                  </a:lnTo>
                  <a:lnTo>
                    <a:pt x="2583794" y="1675521"/>
                  </a:lnTo>
                  <a:lnTo>
                    <a:pt x="2633312" y="1705411"/>
                  </a:lnTo>
                  <a:lnTo>
                    <a:pt x="2682578" y="1732993"/>
                  </a:lnTo>
                  <a:lnTo>
                    <a:pt x="2731954" y="1758250"/>
                  </a:lnTo>
                  <a:lnTo>
                    <a:pt x="2770117" y="1776035"/>
                  </a:lnTo>
                  <a:lnTo>
                    <a:pt x="2819643" y="1796776"/>
                  </a:lnTo>
                  <a:lnTo>
                    <a:pt x="2870875" y="1815411"/>
                  </a:lnTo>
                  <a:lnTo>
                    <a:pt x="2924630" y="1832050"/>
                  </a:lnTo>
                  <a:lnTo>
                    <a:pt x="2981821" y="1846879"/>
                  </a:lnTo>
                  <a:lnTo>
                    <a:pt x="3043375" y="1860106"/>
                  </a:lnTo>
                  <a:lnTo>
                    <a:pt x="3110154" y="1871932"/>
                  </a:lnTo>
                  <a:lnTo>
                    <a:pt x="3182850" y="1882530"/>
                  </a:lnTo>
                  <a:lnTo>
                    <a:pt x="3261845" y="1892042"/>
                  </a:lnTo>
                  <a:lnTo>
                    <a:pt x="3347032" y="1900568"/>
                  </a:lnTo>
                  <a:lnTo>
                    <a:pt x="3437598" y="1908170"/>
                  </a:lnTo>
                  <a:lnTo>
                    <a:pt x="3531818" y="1914870"/>
                  </a:lnTo>
                  <a:lnTo>
                    <a:pt x="3626922" y="1920664"/>
                  </a:lnTo>
                  <a:lnTo>
                    <a:pt x="3719158" y="1925529"/>
                  </a:lnTo>
                  <a:lnTo>
                    <a:pt x="3804133" y="1929449"/>
                  </a:lnTo>
                  <a:lnTo>
                    <a:pt x="3877485" y="1932435"/>
                  </a:lnTo>
                  <a:lnTo>
                    <a:pt x="3935740" y="1934543"/>
                  </a:lnTo>
                  <a:lnTo>
                    <a:pt x="3977152" y="1935884"/>
                  </a:lnTo>
                  <a:lnTo>
                    <a:pt x="4002202" y="1936612"/>
                  </a:lnTo>
                  <a:lnTo>
                    <a:pt x="4013672" y="1936914"/>
                  </a:lnTo>
                  <a:lnTo>
                    <a:pt x="4016409" y="1936979"/>
                  </a:lnTo>
                  <a:lnTo>
                    <a:pt x="4538543" y="1936979"/>
                  </a:lnTo>
                  <a:lnTo>
                    <a:pt x="4539754" y="1936923"/>
                  </a:lnTo>
                  <a:lnTo>
                    <a:pt x="4547679" y="1936519"/>
                  </a:lnTo>
                  <a:lnTo>
                    <a:pt x="4567525" y="1935404"/>
                  </a:lnTo>
                  <a:lnTo>
                    <a:pt x="4602666" y="1933213"/>
                  </a:lnTo>
                  <a:lnTo>
                    <a:pt x="4654351" y="1929622"/>
                  </a:lnTo>
                  <a:lnTo>
                    <a:pt x="4721629" y="1924383"/>
                  </a:lnTo>
                  <a:lnTo>
                    <a:pt x="4801684" y="1917349"/>
                  </a:lnTo>
                  <a:lnTo>
                    <a:pt x="4890529" y="1908469"/>
                  </a:lnTo>
                  <a:lnTo>
                    <a:pt x="4983844" y="1897760"/>
                  </a:lnTo>
                  <a:lnTo>
                    <a:pt x="5077701" y="1885264"/>
                  </a:lnTo>
                  <a:lnTo>
                    <a:pt x="5169008" y="1871010"/>
                  </a:lnTo>
                  <a:lnTo>
                    <a:pt x="5255677" y="1854979"/>
                  </a:lnTo>
                  <a:lnTo>
                    <a:pt x="5336557" y="1837087"/>
                  </a:lnTo>
                  <a:lnTo>
                    <a:pt x="5411262" y="1817174"/>
                  </a:lnTo>
                  <a:lnTo>
                    <a:pt x="5479967" y="1795003"/>
                  </a:lnTo>
                  <a:lnTo>
                    <a:pt x="5543216" y="1770268"/>
                  </a:lnTo>
                  <a:lnTo>
                    <a:pt x="5601774" y="1742604"/>
                  </a:lnTo>
                  <a:lnTo>
                    <a:pt x="5656515" y="1711612"/>
                  </a:lnTo>
                  <a:lnTo>
                    <a:pt x="5708336" y="1676901"/>
                  </a:lnTo>
                  <a:lnTo>
                    <a:pt x="5758085" y="1638164"/>
                  </a:lnTo>
                  <a:lnTo>
                    <a:pt x="5784835" y="1615090"/>
                  </a:lnTo>
                  <a:lnTo>
                    <a:pt x="5827422" y="1575200"/>
                  </a:lnTo>
                  <a:lnTo>
                    <a:pt x="5869597" y="1531980"/>
                  </a:lnTo>
                  <a:lnTo>
                    <a:pt x="5911676" y="1485365"/>
                  </a:lnTo>
                  <a:lnTo>
                    <a:pt x="5953896" y="1435363"/>
                  </a:lnTo>
                  <a:lnTo>
                    <a:pt x="5996423" y="1382065"/>
                  </a:lnTo>
                  <a:lnTo>
                    <a:pt x="6039362" y="1325646"/>
                  </a:lnTo>
                  <a:lnTo>
                    <a:pt x="6082759" y="1266375"/>
                  </a:lnTo>
                  <a:lnTo>
                    <a:pt x="6126611" y="1204611"/>
                  </a:lnTo>
                  <a:lnTo>
                    <a:pt x="6170868" y="1140795"/>
                  </a:lnTo>
                  <a:lnTo>
                    <a:pt x="6215446" y="1075443"/>
                  </a:lnTo>
                  <a:lnTo>
                    <a:pt x="6260232" y="1009129"/>
                  </a:lnTo>
                  <a:lnTo>
                    <a:pt x="6305095" y="942461"/>
                  </a:lnTo>
                  <a:lnTo>
                    <a:pt x="6349899" y="876063"/>
                  </a:lnTo>
                  <a:lnTo>
                    <a:pt x="6394512" y="810548"/>
                  </a:lnTo>
                  <a:lnTo>
                    <a:pt x="6438818" y="746494"/>
                  </a:lnTo>
                  <a:lnTo>
                    <a:pt x="6482727" y="684425"/>
                  </a:lnTo>
                  <a:lnTo>
                    <a:pt x="6526187" y="624796"/>
                  </a:lnTo>
                  <a:lnTo>
                    <a:pt x="6569186" y="567976"/>
                  </a:lnTo>
                  <a:lnTo>
                    <a:pt x="6611764" y="514246"/>
                  </a:lnTo>
                  <a:lnTo>
                    <a:pt x="6654017" y="463794"/>
                  </a:lnTo>
                  <a:lnTo>
                    <a:pt x="6696103" y="416721"/>
                  </a:lnTo>
                  <a:lnTo>
                    <a:pt x="6738249" y="373046"/>
                  </a:lnTo>
                  <a:lnTo>
                    <a:pt x="6780759" y="332713"/>
                  </a:lnTo>
                  <a:lnTo>
                    <a:pt x="6786527" y="327535"/>
                  </a:lnTo>
                  <a:lnTo>
                    <a:pt x="6835453" y="286523"/>
                  </a:lnTo>
                  <a:lnTo>
                    <a:pt x="6886035" y="249625"/>
                  </a:lnTo>
                  <a:lnTo>
                    <a:pt x="6939061" y="216633"/>
                  </a:lnTo>
                  <a:lnTo>
                    <a:pt x="6995408" y="187188"/>
                  </a:lnTo>
                  <a:lnTo>
                    <a:pt x="7055972" y="160890"/>
                  </a:lnTo>
                  <a:lnTo>
                    <a:pt x="7121591" y="137351"/>
                  </a:lnTo>
                  <a:lnTo>
                    <a:pt x="7192947" y="116229"/>
                  </a:lnTo>
                  <a:lnTo>
                    <a:pt x="7270437" y="97250"/>
                  </a:lnTo>
                  <a:lnTo>
                    <a:pt x="7354010" y="80210"/>
                  </a:lnTo>
                  <a:lnTo>
                    <a:pt x="7442962" y="64985"/>
                  </a:lnTo>
                  <a:lnTo>
                    <a:pt x="7535735" y="51521"/>
                  </a:lnTo>
                  <a:lnTo>
                    <a:pt x="7629787" y="39824"/>
                  </a:lnTo>
                  <a:lnTo>
                    <a:pt x="7721615" y="29934"/>
                  </a:lnTo>
                  <a:lnTo>
                    <a:pt x="7807039" y="21885"/>
                  </a:lnTo>
                  <a:lnTo>
                    <a:pt x="7881788" y="15670"/>
                  </a:lnTo>
                  <a:lnTo>
                    <a:pt x="7942300" y="11197"/>
                  </a:lnTo>
                  <a:lnTo>
                    <a:pt x="7986531" y="8271"/>
                  </a:lnTo>
                  <a:lnTo>
                    <a:pt x="8014503" y="6608"/>
                  </a:lnTo>
                  <a:lnTo>
                    <a:pt x="8028451" y="5859"/>
                  </a:lnTo>
                  <a:lnTo>
                    <a:pt x="8032612" y="5656"/>
                  </a:lnTo>
                  <a:lnTo>
                    <a:pt x="8032819" y="5647"/>
                  </a:lnTo>
                  <a:lnTo>
                    <a:pt x="8554953" y="5647"/>
                  </a:lnTo>
                  <a:lnTo>
                    <a:pt x="8554953" y="0"/>
                  </a:lnTo>
                  <a:lnTo>
                    <a:pt x="8032819" y="0"/>
                  </a:lnTo>
                  <a:lnTo>
                    <a:pt x="8031608" y="56"/>
                  </a:lnTo>
                  <a:lnTo>
                    <a:pt x="8023683" y="459"/>
                  </a:lnTo>
                  <a:lnTo>
                    <a:pt x="8003837" y="1574"/>
                  </a:lnTo>
                  <a:lnTo>
                    <a:pt x="7968696" y="3765"/>
                  </a:lnTo>
                  <a:lnTo>
                    <a:pt x="7917011" y="7357"/>
                  </a:lnTo>
                  <a:lnTo>
                    <a:pt x="7849733" y="12596"/>
                  </a:lnTo>
                  <a:lnTo>
                    <a:pt x="7769678" y="19630"/>
                  </a:lnTo>
                  <a:lnTo>
                    <a:pt x="7680833" y="28510"/>
                  </a:lnTo>
                  <a:lnTo>
                    <a:pt x="7587518" y="39219"/>
                  </a:lnTo>
                  <a:lnTo>
                    <a:pt x="7493661" y="51715"/>
                  </a:lnTo>
                  <a:lnTo>
                    <a:pt x="7402354" y="65969"/>
                  </a:lnTo>
                  <a:lnTo>
                    <a:pt x="7315685" y="81999"/>
                  </a:lnTo>
                  <a:lnTo>
                    <a:pt x="7234805" y="99891"/>
                  </a:lnTo>
                  <a:lnTo>
                    <a:pt x="7160100" y="119805"/>
                  </a:lnTo>
                  <a:lnTo>
                    <a:pt x="7091395" y="141976"/>
                  </a:lnTo>
                  <a:lnTo>
                    <a:pt x="7028146" y="166711"/>
                  </a:lnTo>
                  <a:lnTo>
                    <a:pt x="6969588" y="194375"/>
                  </a:lnTo>
                  <a:lnTo>
                    <a:pt x="6914847" y="225367"/>
                  </a:lnTo>
                  <a:lnTo>
                    <a:pt x="6863026" y="260078"/>
                  </a:lnTo>
                  <a:lnTo>
                    <a:pt x="6813277" y="298815"/>
                  </a:lnTo>
                  <a:lnTo>
                    <a:pt x="6786527" y="321888"/>
                  </a:lnTo>
                  <a:lnTo>
                    <a:pt x="6743940" y="361779"/>
                  </a:lnTo>
                  <a:lnTo>
                    <a:pt x="6701765" y="404999"/>
                  </a:lnTo>
                  <a:lnTo>
                    <a:pt x="6659686" y="451614"/>
                  </a:lnTo>
                  <a:lnTo>
                    <a:pt x="6617466" y="501616"/>
                  </a:lnTo>
                  <a:lnTo>
                    <a:pt x="6574939" y="554914"/>
                  </a:lnTo>
                  <a:lnTo>
                    <a:pt x="6532000" y="611333"/>
                  </a:lnTo>
                  <a:lnTo>
                    <a:pt x="6488602" y="670603"/>
                  </a:lnTo>
                  <a:lnTo>
                    <a:pt x="6444751" y="732368"/>
                  </a:lnTo>
                  <a:lnTo>
                    <a:pt x="6400494" y="796184"/>
                  </a:lnTo>
                  <a:lnTo>
                    <a:pt x="6355916" y="861535"/>
                  </a:lnTo>
                  <a:lnTo>
                    <a:pt x="6311130" y="927850"/>
                  </a:lnTo>
                  <a:lnTo>
                    <a:pt x="6266267" y="994518"/>
                  </a:lnTo>
                  <a:lnTo>
                    <a:pt x="6221463" y="1060916"/>
                  </a:lnTo>
                  <a:lnTo>
                    <a:pt x="6176850" y="1126431"/>
                  </a:lnTo>
                  <a:lnTo>
                    <a:pt x="6132544" y="1190485"/>
                  </a:lnTo>
                  <a:lnTo>
                    <a:pt x="6088634" y="1252553"/>
                  </a:lnTo>
                  <a:lnTo>
                    <a:pt x="6045175" y="1312182"/>
                  </a:lnTo>
                  <a:lnTo>
                    <a:pt x="6002176" y="1369002"/>
                  </a:lnTo>
                  <a:lnTo>
                    <a:pt x="5959598" y="1422733"/>
                  </a:lnTo>
                  <a:lnTo>
                    <a:pt x="5917344" y="1473185"/>
                  </a:lnTo>
                  <a:lnTo>
                    <a:pt x="5875259" y="1520258"/>
                  </a:lnTo>
                  <a:lnTo>
                    <a:pt x="5833113" y="1563933"/>
                  </a:lnTo>
                  <a:lnTo>
                    <a:pt x="5790603" y="1604265"/>
                  </a:lnTo>
                  <a:lnTo>
                    <a:pt x="5784835" y="1609443"/>
                  </a:lnTo>
                  <a:lnTo>
                    <a:pt x="5735909" y="1650456"/>
                  </a:lnTo>
                  <a:lnTo>
                    <a:pt x="5685327" y="1687353"/>
                  </a:lnTo>
                  <a:lnTo>
                    <a:pt x="5632301" y="1720346"/>
                  </a:lnTo>
                  <a:lnTo>
                    <a:pt x="5575954" y="1749791"/>
                  </a:lnTo>
                  <a:lnTo>
                    <a:pt x="5515390" y="1776089"/>
                  </a:lnTo>
                  <a:lnTo>
                    <a:pt x="5449771" y="1799628"/>
                  </a:lnTo>
                  <a:lnTo>
                    <a:pt x="5378415" y="1820749"/>
                  </a:lnTo>
                  <a:lnTo>
                    <a:pt x="5300925" y="1839729"/>
                  </a:lnTo>
                  <a:lnTo>
                    <a:pt x="5217352" y="1856768"/>
                  </a:lnTo>
                  <a:lnTo>
                    <a:pt x="5128400" y="1871993"/>
                  </a:lnTo>
                  <a:lnTo>
                    <a:pt x="5035627" y="1885457"/>
                  </a:lnTo>
                  <a:lnTo>
                    <a:pt x="4941575" y="1897154"/>
                  </a:lnTo>
                  <a:lnTo>
                    <a:pt x="4849747" y="1907045"/>
                  </a:lnTo>
                  <a:lnTo>
                    <a:pt x="4764323" y="1915093"/>
                  </a:lnTo>
                  <a:lnTo>
                    <a:pt x="4689574" y="1921308"/>
                  </a:lnTo>
                  <a:lnTo>
                    <a:pt x="4629062" y="1925782"/>
                  </a:lnTo>
                  <a:lnTo>
                    <a:pt x="4584831" y="1928707"/>
                  </a:lnTo>
                  <a:lnTo>
                    <a:pt x="4556859" y="1930371"/>
                  </a:lnTo>
                  <a:lnTo>
                    <a:pt x="4542911" y="1931120"/>
                  </a:lnTo>
                  <a:lnTo>
                    <a:pt x="4538750" y="1931323"/>
                  </a:lnTo>
                  <a:lnTo>
                    <a:pt x="4538543" y="1931332"/>
                  </a:lnTo>
                  <a:lnTo>
                    <a:pt x="4016409" y="1931332"/>
                  </a:lnTo>
                  <a:lnTo>
                    <a:pt x="4015155" y="1931303"/>
                  </a:lnTo>
                  <a:lnTo>
                    <a:pt x="4006951" y="1931094"/>
                  </a:lnTo>
                  <a:lnTo>
                    <a:pt x="3986435" y="1930515"/>
                  </a:lnTo>
                  <a:lnTo>
                    <a:pt x="3950170" y="1929380"/>
                  </a:lnTo>
                  <a:lnTo>
                    <a:pt x="3896959" y="1927519"/>
                  </a:lnTo>
                  <a:lnTo>
                    <a:pt x="3827906" y="1924809"/>
                  </a:lnTo>
                  <a:lnTo>
                    <a:pt x="3746034" y="1921177"/>
                  </a:lnTo>
                  <a:lnTo>
                    <a:pt x="3655532" y="1916599"/>
                  </a:lnTo>
                  <a:lnTo>
                    <a:pt x="3560865" y="1911086"/>
                  </a:lnTo>
                  <a:lnTo>
                    <a:pt x="3466034" y="1904660"/>
                  </a:lnTo>
                  <a:lnTo>
                    <a:pt x="3374124" y="1897334"/>
                  </a:lnTo>
                  <a:lnTo>
                    <a:pt x="3287174" y="1889094"/>
                  </a:lnTo>
                  <a:lnTo>
                    <a:pt x="3206252" y="1879892"/>
                  </a:lnTo>
                  <a:lnTo>
                    <a:pt x="3131658" y="1869637"/>
                  </a:lnTo>
                  <a:lnTo>
                    <a:pt x="3063138" y="1858203"/>
                  </a:lnTo>
                  <a:lnTo>
                    <a:pt x="3000077" y="1845423"/>
                  </a:lnTo>
                  <a:lnTo>
                    <a:pt x="2941653" y="1831104"/>
                  </a:lnTo>
                  <a:lnTo>
                    <a:pt x="2886949" y="1815038"/>
                  </a:lnTo>
                  <a:lnTo>
                    <a:pt x="2835041" y="1797029"/>
                  </a:lnTo>
                  <a:lnTo>
                    <a:pt x="2785073" y="1776934"/>
                  </a:lnTo>
                  <a:lnTo>
                    <a:pt x="2770117" y="1770388"/>
                  </a:lnTo>
                  <a:lnTo>
                    <a:pt x="2720321" y="1746877"/>
                  </a:lnTo>
                  <a:lnTo>
                    <a:pt x="2671011" y="1721077"/>
                  </a:lnTo>
                  <a:lnTo>
                    <a:pt x="2621714" y="1692948"/>
                  </a:lnTo>
                  <a:lnTo>
                    <a:pt x="2572098" y="1662526"/>
                  </a:lnTo>
                  <a:lnTo>
                    <a:pt x="2521957" y="1629923"/>
                  </a:lnTo>
                  <a:lnTo>
                    <a:pt x="2471196" y="1595338"/>
                  </a:lnTo>
                  <a:lnTo>
                    <a:pt x="2419814" y="1559052"/>
                  </a:lnTo>
                  <a:lnTo>
                    <a:pt x="2367898" y="1521427"/>
                  </a:lnTo>
                  <a:lnTo>
                    <a:pt x="2315596" y="1482890"/>
                  </a:lnTo>
                  <a:lnTo>
                    <a:pt x="2263103" y="1443915"/>
                  </a:lnTo>
                  <a:lnTo>
                    <a:pt x="2210636" y="1404998"/>
                  </a:lnTo>
                  <a:lnTo>
                    <a:pt x="2158408" y="1366635"/>
                  </a:lnTo>
                  <a:lnTo>
                    <a:pt x="2106606" y="1329288"/>
                  </a:lnTo>
                  <a:lnTo>
                    <a:pt x="2055366" y="1293372"/>
                  </a:lnTo>
                  <a:lnTo>
                    <a:pt x="2004753" y="1259229"/>
                  </a:lnTo>
                  <a:lnTo>
                    <a:pt x="1954749" y="1227124"/>
                  </a:lnTo>
                  <a:lnTo>
                    <a:pt x="1905230" y="1197234"/>
                  </a:lnTo>
                  <a:lnTo>
                    <a:pt x="1855964" y="1169652"/>
                  </a:lnTo>
                  <a:lnTo>
                    <a:pt x="1806589" y="1144395"/>
                  </a:lnTo>
                  <a:lnTo>
                    <a:pt x="1768425" y="1126610"/>
                  </a:lnTo>
                  <a:lnTo>
                    <a:pt x="1718899" y="1105869"/>
                  </a:lnTo>
                  <a:lnTo>
                    <a:pt x="1667668" y="1087234"/>
                  </a:lnTo>
                  <a:lnTo>
                    <a:pt x="1613912" y="1070595"/>
                  </a:lnTo>
                  <a:lnTo>
                    <a:pt x="1556721" y="1055766"/>
                  </a:lnTo>
                  <a:lnTo>
                    <a:pt x="1495167" y="1042539"/>
                  </a:lnTo>
                  <a:lnTo>
                    <a:pt x="1428388" y="1030713"/>
                  </a:lnTo>
                  <a:lnTo>
                    <a:pt x="1355692" y="1020115"/>
                  </a:lnTo>
                  <a:lnTo>
                    <a:pt x="1276697" y="1010603"/>
                  </a:lnTo>
                  <a:lnTo>
                    <a:pt x="1191510" y="1002077"/>
                  </a:lnTo>
                  <a:lnTo>
                    <a:pt x="1100944" y="994475"/>
                  </a:lnTo>
                  <a:lnTo>
                    <a:pt x="1006724" y="987775"/>
                  </a:lnTo>
                  <a:lnTo>
                    <a:pt x="911620" y="981981"/>
                  </a:lnTo>
                  <a:lnTo>
                    <a:pt x="819385" y="977116"/>
                  </a:lnTo>
                  <a:lnTo>
                    <a:pt x="734409" y="973196"/>
                  </a:lnTo>
                  <a:lnTo>
                    <a:pt x="661058" y="970210"/>
                  </a:lnTo>
                  <a:lnTo>
                    <a:pt x="602802" y="968102"/>
                  </a:lnTo>
                  <a:lnTo>
                    <a:pt x="561390" y="966761"/>
                  </a:lnTo>
                  <a:lnTo>
                    <a:pt x="536340" y="966032"/>
                  </a:lnTo>
                  <a:lnTo>
                    <a:pt x="524870" y="965731"/>
                  </a:lnTo>
                  <a:lnTo>
                    <a:pt x="522133" y="965666"/>
                  </a:lnTo>
                  <a:lnTo>
                    <a:pt x="0" y="965666"/>
                  </a:lnTo>
                  <a:close/>
                </a:path>
              </a:pathLst>
            </a:custGeom>
            <a:solidFill>
              <a:srgbClr val="67C1B3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1242" name="pl1242"/>
            <p:cNvSpPr/>
            <p:nvPr/>
          </p:nvSpPr>
          <p:spPr>
            <a:xfrm>
              <a:off x="386606" y="3529121"/>
              <a:ext cx="8554953" cy="1931332"/>
            </a:xfrm>
            <a:custGeom>
              <a:avLst/>
              <a:pathLst>
                <a:path w="8554953" h="1931332">
                  <a:moveTo>
                    <a:pt x="0" y="965666"/>
                  </a:moveTo>
                  <a:lnTo>
                    <a:pt x="522133" y="965666"/>
                  </a:lnTo>
                  <a:lnTo>
                    <a:pt x="523387" y="965695"/>
                  </a:lnTo>
                  <a:lnTo>
                    <a:pt x="531591" y="965904"/>
                  </a:lnTo>
                  <a:lnTo>
                    <a:pt x="552107" y="966482"/>
                  </a:lnTo>
                  <a:lnTo>
                    <a:pt x="588372" y="967618"/>
                  </a:lnTo>
                  <a:lnTo>
                    <a:pt x="641583" y="969478"/>
                  </a:lnTo>
                  <a:lnTo>
                    <a:pt x="710636" y="972188"/>
                  </a:lnTo>
                  <a:lnTo>
                    <a:pt x="792508" y="975821"/>
                  </a:lnTo>
                  <a:lnTo>
                    <a:pt x="883011" y="980399"/>
                  </a:lnTo>
                  <a:lnTo>
                    <a:pt x="977677" y="985912"/>
                  </a:lnTo>
                  <a:lnTo>
                    <a:pt x="1072508" y="992338"/>
                  </a:lnTo>
                  <a:lnTo>
                    <a:pt x="1164418" y="999664"/>
                  </a:lnTo>
                  <a:lnTo>
                    <a:pt x="1251369" y="1007904"/>
                  </a:lnTo>
                  <a:lnTo>
                    <a:pt x="1332290" y="1017106"/>
                  </a:lnTo>
                  <a:lnTo>
                    <a:pt x="1406884" y="1027360"/>
                  </a:lnTo>
                  <a:lnTo>
                    <a:pt x="1475404" y="1038795"/>
                  </a:lnTo>
                  <a:lnTo>
                    <a:pt x="1538465" y="1051575"/>
                  </a:lnTo>
                  <a:lnTo>
                    <a:pt x="1596889" y="1065894"/>
                  </a:lnTo>
                  <a:lnTo>
                    <a:pt x="1651593" y="1081959"/>
                  </a:lnTo>
                  <a:lnTo>
                    <a:pt x="1703501" y="1099969"/>
                  </a:lnTo>
                  <a:lnTo>
                    <a:pt x="1753469" y="1120064"/>
                  </a:lnTo>
                  <a:lnTo>
                    <a:pt x="1768425" y="1126610"/>
                  </a:lnTo>
                  <a:lnTo>
                    <a:pt x="1818221" y="1150120"/>
                  </a:lnTo>
                  <a:lnTo>
                    <a:pt x="1867531" y="1175921"/>
                  </a:lnTo>
                  <a:lnTo>
                    <a:pt x="1916829" y="1204049"/>
                  </a:lnTo>
                  <a:lnTo>
                    <a:pt x="1966444" y="1234472"/>
                  </a:lnTo>
                  <a:lnTo>
                    <a:pt x="2016585" y="1267074"/>
                  </a:lnTo>
                  <a:lnTo>
                    <a:pt x="2067347" y="1301660"/>
                  </a:lnTo>
                  <a:lnTo>
                    <a:pt x="2118728" y="1337946"/>
                  </a:lnTo>
                  <a:lnTo>
                    <a:pt x="2170644" y="1375571"/>
                  </a:lnTo>
                  <a:lnTo>
                    <a:pt x="2222946" y="1414108"/>
                  </a:lnTo>
                  <a:lnTo>
                    <a:pt x="2275439" y="1453083"/>
                  </a:lnTo>
                  <a:lnTo>
                    <a:pt x="2327906" y="1491999"/>
                  </a:lnTo>
                  <a:lnTo>
                    <a:pt x="2380134" y="1530363"/>
                  </a:lnTo>
                  <a:lnTo>
                    <a:pt x="2431936" y="1567710"/>
                  </a:lnTo>
                  <a:lnTo>
                    <a:pt x="2483176" y="1603626"/>
                  </a:lnTo>
                  <a:lnTo>
                    <a:pt x="2533789" y="1637768"/>
                  </a:lnTo>
                  <a:lnTo>
                    <a:pt x="2583794" y="1669874"/>
                  </a:lnTo>
                  <a:lnTo>
                    <a:pt x="2633312" y="1699764"/>
                  </a:lnTo>
                  <a:lnTo>
                    <a:pt x="2682578" y="1727346"/>
                  </a:lnTo>
                  <a:lnTo>
                    <a:pt x="2731954" y="1752603"/>
                  </a:lnTo>
                  <a:lnTo>
                    <a:pt x="2770117" y="1770388"/>
                  </a:lnTo>
                  <a:lnTo>
                    <a:pt x="2819643" y="1791129"/>
                  </a:lnTo>
                  <a:lnTo>
                    <a:pt x="2870875" y="1809764"/>
                  </a:lnTo>
                  <a:lnTo>
                    <a:pt x="2924630" y="1826402"/>
                  </a:lnTo>
                  <a:lnTo>
                    <a:pt x="2981821" y="1841231"/>
                  </a:lnTo>
                  <a:lnTo>
                    <a:pt x="3043375" y="1854459"/>
                  </a:lnTo>
                  <a:lnTo>
                    <a:pt x="3110154" y="1866284"/>
                  </a:lnTo>
                  <a:lnTo>
                    <a:pt x="3182850" y="1876883"/>
                  </a:lnTo>
                  <a:lnTo>
                    <a:pt x="3261845" y="1886395"/>
                  </a:lnTo>
                  <a:lnTo>
                    <a:pt x="3347032" y="1894921"/>
                  </a:lnTo>
                  <a:lnTo>
                    <a:pt x="3437598" y="1902523"/>
                  </a:lnTo>
                  <a:lnTo>
                    <a:pt x="3531818" y="1909223"/>
                  </a:lnTo>
                  <a:lnTo>
                    <a:pt x="3626922" y="1915017"/>
                  </a:lnTo>
                  <a:lnTo>
                    <a:pt x="3719158" y="1919882"/>
                  </a:lnTo>
                  <a:lnTo>
                    <a:pt x="3804133" y="1923802"/>
                  </a:lnTo>
                  <a:lnTo>
                    <a:pt x="3877485" y="1926788"/>
                  </a:lnTo>
                  <a:lnTo>
                    <a:pt x="3935740" y="1928896"/>
                  </a:lnTo>
                  <a:lnTo>
                    <a:pt x="3977152" y="1930237"/>
                  </a:lnTo>
                  <a:lnTo>
                    <a:pt x="4002202" y="1930965"/>
                  </a:lnTo>
                  <a:lnTo>
                    <a:pt x="4013672" y="1931267"/>
                  </a:lnTo>
                  <a:lnTo>
                    <a:pt x="4016372" y="1931331"/>
                  </a:lnTo>
                  <a:lnTo>
                    <a:pt x="4016409" y="1931332"/>
                  </a:lnTo>
                  <a:lnTo>
                    <a:pt x="4538543" y="1931332"/>
                  </a:lnTo>
                  <a:lnTo>
                    <a:pt x="4539754" y="1931276"/>
                  </a:lnTo>
                  <a:lnTo>
                    <a:pt x="4547679" y="1930872"/>
                  </a:lnTo>
                  <a:lnTo>
                    <a:pt x="4567525" y="1929757"/>
                  </a:lnTo>
                  <a:lnTo>
                    <a:pt x="4602666" y="1927566"/>
                  </a:lnTo>
                  <a:lnTo>
                    <a:pt x="4654351" y="1923975"/>
                  </a:lnTo>
                  <a:lnTo>
                    <a:pt x="4721629" y="1918735"/>
                  </a:lnTo>
                  <a:lnTo>
                    <a:pt x="4801684" y="1911701"/>
                  </a:lnTo>
                  <a:lnTo>
                    <a:pt x="4890529" y="1902822"/>
                  </a:lnTo>
                  <a:lnTo>
                    <a:pt x="4983844" y="1892112"/>
                  </a:lnTo>
                  <a:lnTo>
                    <a:pt x="5077701" y="1879617"/>
                  </a:lnTo>
                  <a:lnTo>
                    <a:pt x="5169008" y="1865363"/>
                  </a:lnTo>
                  <a:lnTo>
                    <a:pt x="5255677" y="1849332"/>
                  </a:lnTo>
                  <a:lnTo>
                    <a:pt x="5336557" y="1831440"/>
                  </a:lnTo>
                  <a:lnTo>
                    <a:pt x="5411262" y="1811527"/>
                  </a:lnTo>
                  <a:lnTo>
                    <a:pt x="5479967" y="1789356"/>
                  </a:lnTo>
                  <a:lnTo>
                    <a:pt x="5543216" y="1764621"/>
                  </a:lnTo>
                  <a:lnTo>
                    <a:pt x="5601774" y="1736957"/>
                  </a:lnTo>
                  <a:lnTo>
                    <a:pt x="5656515" y="1705965"/>
                  </a:lnTo>
                  <a:lnTo>
                    <a:pt x="5708336" y="1671253"/>
                  </a:lnTo>
                  <a:lnTo>
                    <a:pt x="5758085" y="1632517"/>
                  </a:lnTo>
                  <a:lnTo>
                    <a:pt x="5784835" y="1609443"/>
                  </a:lnTo>
                  <a:lnTo>
                    <a:pt x="5827422" y="1569553"/>
                  </a:lnTo>
                  <a:lnTo>
                    <a:pt x="5869597" y="1526332"/>
                  </a:lnTo>
                  <a:lnTo>
                    <a:pt x="5911676" y="1479717"/>
                  </a:lnTo>
                  <a:lnTo>
                    <a:pt x="5953896" y="1429716"/>
                  </a:lnTo>
                  <a:lnTo>
                    <a:pt x="5996423" y="1376418"/>
                  </a:lnTo>
                  <a:lnTo>
                    <a:pt x="6039362" y="1319999"/>
                  </a:lnTo>
                  <a:lnTo>
                    <a:pt x="6082759" y="1260728"/>
                  </a:lnTo>
                  <a:lnTo>
                    <a:pt x="6126611" y="1198964"/>
                  </a:lnTo>
                  <a:lnTo>
                    <a:pt x="6170868" y="1135148"/>
                  </a:lnTo>
                  <a:lnTo>
                    <a:pt x="6215446" y="1069796"/>
                  </a:lnTo>
                  <a:lnTo>
                    <a:pt x="6260232" y="1003482"/>
                  </a:lnTo>
                  <a:lnTo>
                    <a:pt x="6305095" y="936814"/>
                  </a:lnTo>
                  <a:lnTo>
                    <a:pt x="6349899" y="870416"/>
                  </a:lnTo>
                  <a:lnTo>
                    <a:pt x="6394512" y="804900"/>
                  </a:lnTo>
                  <a:lnTo>
                    <a:pt x="6438818" y="740846"/>
                  </a:lnTo>
                  <a:lnTo>
                    <a:pt x="6482727" y="678778"/>
                  </a:lnTo>
                  <a:lnTo>
                    <a:pt x="6526187" y="619149"/>
                  </a:lnTo>
                  <a:lnTo>
                    <a:pt x="6569186" y="562329"/>
                  </a:lnTo>
                  <a:lnTo>
                    <a:pt x="6611764" y="508599"/>
                  </a:lnTo>
                  <a:lnTo>
                    <a:pt x="6654017" y="458147"/>
                  </a:lnTo>
                  <a:lnTo>
                    <a:pt x="6696103" y="411074"/>
                  </a:lnTo>
                  <a:lnTo>
                    <a:pt x="6738249" y="367399"/>
                  </a:lnTo>
                  <a:lnTo>
                    <a:pt x="6780759" y="327066"/>
                  </a:lnTo>
                  <a:lnTo>
                    <a:pt x="6786527" y="321888"/>
                  </a:lnTo>
                  <a:lnTo>
                    <a:pt x="6835453" y="280875"/>
                  </a:lnTo>
                  <a:lnTo>
                    <a:pt x="6886035" y="243978"/>
                  </a:lnTo>
                  <a:lnTo>
                    <a:pt x="6939061" y="210986"/>
                  </a:lnTo>
                  <a:lnTo>
                    <a:pt x="6995408" y="181541"/>
                  </a:lnTo>
                  <a:lnTo>
                    <a:pt x="7055972" y="155243"/>
                  </a:lnTo>
                  <a:lnTo>
                    <a:pt x="7121591" y="131703"/>
                  </a:lnTo>
                  <a:lnTo>
                    <a:pt x="7192947" y="110582"/>
                  </a:lnTo>
                  <a:lnTo>
                    <a:pt x="7270437" y="91603"/>
                  </a:lnTo>
                  <a:lnTo>
                    <a:pt x="7354010" y="74563"/>
                  </a:lnTo>
                  <a:lnTo>
                    <a:pt x="7442962" y="59338"/>
                  </a:lnTo>
                  <a:lnTo>
                    <a:pt x="7535735" y="45874"/>
                  </a:lnTo>
                  <a:lnTo>
                    <a:pt x="7629787" y="34177"/>
                  </a:lnTo>
                  <a:lnTo>
                    <a:pt x="7721615" y="24286"/>
                  </a:lnTo>
                  <a:lnTo>
                    <a:pt x="7807039" y="16238"/>
                  </a:lnTo>
                  <a:lnTo>
                    <a:pt x="7881788" y="10023"/>
                  </a:lnTo>
                  <a:lnTo>
                    <a:pt x="7942300" y="5550"/>
                  </a:lnTo>
                  <a:lnTo>
                    <a:pt x="7986531" y="2624"/>
                  </a:lnTo>
                  <a:lnTo>
                    <a:pt x="8014503" y="961"/>
                  </a:lnTo>
                  <a:lnTo>
                    <a:pt x="8028451" y="212"/>
                  </a:lnTo>
                  <a:lnTo>
                    <a:pt x="8032612" y="9"/>
                  </a:lnTo>
                  <a:lnTo>
                    <a:pt x="8032819" y="0"/>
                  </a:lnTo>
                  <a:lnTo>
                    <a:pt x="8554953" y="0"/>
                  </a:lnTo>
                  <a:lnTo>
                    <a:pt x="8554953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243" name="pl1243"/>
            <p:cNvSpPr/>
            <p:nvPr/>
          </p:nvSpPr>
          <p:spPr>
            <a:xfrm>
              <a:off x="386606" y="3523474"/>
              <a:ext cx="8554953" cy="1931332"/>
            </a:xfrm>
            <a:custGeom>
              <a:avLst/>
              <a:pathLst>
                <a:path w="8554953" h="1931332">
                  <a:moveTo>
                    <a:pt x="8554953" y="0"/>
                  </a:moveTo>
                  <a:lnTo>
                    <a:pt x="8032819" y="0"/>
                  </a:lnTo>
                  <a:lnTo>
                    <a:pt x="8031608" y="56"/>
                  </a:lnTo>
                  <a:lnTo>
                    <a:pt x="8023683" y="459"/>
                  </a:lnTo>
                  <a:lnTo>
                    <a:pt x="8003837" y="1574"/>
                  </a:lnTo>
                  <a:lnTo>
                    <a:pt x="7968696" y="3765"/>
                  </a:lnTo>
                  <a:lnTo>
                    <a:pt x="7917011" y="7357"/>
                  </a:lnTo>
                  <a:lnTo>
                    <a:pt x="7849733" y="12596"/>
                  </a:lnTo>
                  <a:lnTo>
                    <a:pt x="7769678" y="19630"/>
                  </a:lnTo>
                  <a:lnTo>
                    <a:pt x="7680833" y="28510"/>
                  </a:lnTo>
                  <a:lnTo>
                    <a:pt x="7587518" y="39219"/>
                  </a:lnTo>
                  <a:lnTo>
                    <a:pt x="7493661" y="51715"/>
                  </a:lnTo>
                  <a:lnTo>
                    <a:pt x="7402354" y="65969"/>
                  </a:lnTo>
                  <a:lnTo>
                    <a:pt x="7315685" y="81999"/>
                  </a:lnTo>
                  <a:lnTo>
                    <a:pt x="7234805" y="99891"/>
                  </a:lnTo>
                  <a:lnTo>
                    <a:pt x="7160100" y="119805"/>
                  </a:lnTo>
                  <a:lnTo>
                    <a:pt x="7091395" y="141976"/>
                  </a:lnTo>
                  <a:lnTo>
                    <a:pt x="7028146" y="166711"/>
                  </a:lnTo>
                  <a:lnTo>
                    <a:pt x="6969588" y="194375"/>
                  </a:lnTo>
                  <a:lnTo>
                    <a:pt x="6914847" y="225367"/>
                  </a:lnTo>
                  <a:lnTo>
                    <a:pt x="6863026" y="260078"/>
                  </a:lnTo>
                  <a:lnTo>
                    <a:pt x="6813277" y="298815"/>
                  </a:lnTo>
                  <a:lnTo>
                    <a:pt x="6786527" y="321888"/>
                  </a:lnTo>
                  <a:lnTo>
                    <a:pt x="6743940" y="361779"/>
                  </a:lnTo>
                  <a:lnTo>
                    <a:pt x="6701765" y="404999"/>
                  </a:lnTo>
                  <a:lnTo>
                    <a:pt x="6659686" y="451614"/>
                  </a:lnTo>
                  <a:lnTo>
                    <a:pt x="6617466" y="501616"/>
                  </a:lnTo>
                  <a:lnTo>
                    <a:pt x="6574939" y="554914"/>
                  </a:lnTo>
                  <a:lnTo>
                    <a:pt x="6532000" y="611333"/>
                  </a:lnTo>
                  <a:lnTo>
                    <a:pt x="6488602" y="670603"/>
                  </a:lnTo>
                  <a:lnTo>
                    <a:pt x="6444751" y="732368"/>
                  </a:lnTo>
                  <a:lnTo>
                    <a:pt x="6400494" y="796184"/>
                  </a:lnTo>
                  <a:lnTo>
                    <a:pt x="6355916" y="861535"/>
                  </a:lnTo>
                  <a:lnTo>
                    <a:pt x="6311130" y="927850"/>
                  </a:lnTo>
                  <a:lnTo>
                    <a:pt x="6266267" y="994518"/>
                  </a:lnTo>
                  <a:lnTo>
                    <a:pt x="6221463" y="1060916"/>
                  </a:lnTo>
                  <a:lnTo>
                    <a:pt x="6176850" y="1126431"/>
                  </a:lnTo>
                  <a:lnTo>
                    <a:pt x="6132544" y="1190485"/>
                  </a:lnTo>
                  <a:lnTo>
                    <a:pt x="6088634" y="1252553"/>
                  </a:lnTo>
                  <a:lnTo>
                    <a:pt x="6045175" y="1312182"/>
                  </a:lnTo>
                  <a:lnTo>
                    <a:pt x="6002176" y="1369002"/>
                  </a:lnTo>
                  <a:lnTo>
                    <a:pt x="5959598" y="1422733"/>
                  </a:lnTo>
                  <a:lnTo>
                    <a:pt x="5917344" y="1473185"/>
                  </a:lnTo>
                  <a:lnTo>
                    <a:pt x="5875259" y="1520258"/>
                  </a:lnTo>
                  <a:lnTo>
                    <a:pt x="5833113" y="1563933"/>
                  </a:lnTo>
                  <a:lnTo>
                    <a:pt x="5790603" y="1604265"/>
                  </a:lnTo>
                  <a:lnTo>
                    <a:pt x="5784835" y="1609443"/>
                  </a:lnTo>
                  <a:lnTo>
                    <a:pt x="5735909" y="1650456"/>
                  </a:lnTo>
                  <a:lnTo>
                    <a:pt x="5685327" y="1687353"/>
                  </a:lnTo>
                  <a:lnTo>
                    <a:pt x="5632301" y="1720346"/>
                  </a:lnTo>
                  <a:lnTo>
                    <a:pt x="5575954" y="1749791"/>
                  </a:lnTo>
                  <a:lnTo>
                    <a:pt x="5515390" y="1776089"/>
                  </a:lnTo>
                  <a:lnTo>
                    <a:pt x="5449771" y="1799628"/>
                  </a:lnTo>
                  <a:lnTo>
                    <a:pt x="5378415" y="1820749"/>
                  </a:lnTo>
                  <a:lnTo>
                    <a:pt x="5300925" y="1839729"/>
                  </a:lnTo>
                  <a:lnTo>
                    <a:pt x="5217352" y="1856768"/>
                  </a:lnTo>
                  <a:lnTo>
                    <a:pt x="5128400" y="1871993"/>
                  </a:lnTo>
                  <a:lnTo>
                    <a:pt x="5035627" y="1885457"/>
                  </a:lnTo>
                  <a:lnTo>
                    <a:pt x="4941575" y="1897154"/>
                  </a:lnTo>
                  <a:lnTo>
                    <a:pt x="4849747" y="1907045"/>
                  </a:lnTo>
                  <a:lnTo>
                    <a:pt x="4764323" y="1915093"/>
                  </a:lnTo>
                  <a:lnTo>
                    <a:pt x="4689574" y="1921308"/>
                  </a:lnTo>
                  <a:lnTo>
                    <a:pt x="4629062" y="1925782"/>
                  </a:lnTo>
                  <a:lnTo>
                    <a:pt x="4584831" y="1928707"/>
                  </a:lnTo>
                  <a:lnTo>
                    <a:pt x="4556859" y="1930371"/>
                  </a:lnTo>
                  <a:lnTo>
                    <a:pt x="4542911" y="1931120"/>
                  </a:lnTo>
                  <a:lnTo>
                    <a:pt x="4538750" y="1931323"/>
                  </a:lnTo>
                  <a:lnTo>
                    <a:pt x="4538543" y="1931332"/>
                  </a:lnTo>
                  <a:lnTo>
                    <a:pt x="4016409" y="1931332"/>
                  </a:lnTo>
                  <a:lnTo>
                    <a:pt x="4015155" y="1931303"/>
                  </a:lnTo>
                  <a:lnTo>
                    <a:pt x="4006951" y="1931094"/>
                  </a:lnTo>
                  <a:lnTo>
                    <a:pt x="3986435" y="1930515"/>
                  </a:lnTo>
                  <a:lnTo>
                    <a:pt x="3950170" y="1929380"/>
                  </a:lnTo>
                  <a:lnTo>
                    <a:pt x="3896959" y="1927519"/>
                  </a:lnTo>
                  <a:lnTo>
                    <a:pt x="3827906" y="1924809"/>
                  </a:lnTo>
                  <a:lnTo>
                    <a:pt x="3746034" y="1921177"/>
                  </a:lnTo>
                  <a:lnTo>
                    <a:pt x="3655532" y="1916599"/>
                  </a:lnTo>
                  <a:lnTo>
                    <a:pt x="3560865" y="1911086"/>
                  </a:lnTo>
                  <a:lnTo>
                    <a:pt x="3466034" y="1904660"/>
                  </a:lnTo>
                  <a:lnTo>
                    <a:pt x="3374124" y="1897334"/>
                  </a:lnTo>
                  <a:lnTo>
                    <a:pt x="3287174" y="1889094"/>
                  </a:lnTo>
                  <a:lnTo>
                    <a:pt x="3206252" y="1879892"/>
                  </a:lnTo>
                  <a:lnTo>
                    <a:pt x="3131658" y="1869637"/>
                  </a:lnTo>
                  <a:lnTo>
                    <a:pt x="3063138" y="1858203"/>
                  </a:lnTo>
                  <a:lnTo>
                    <a:pt x="3000077" y="1845423"/>
                  </a:lnTo>
                  <a:lnTo>
                    <a:pt x="2941653" y="1831104"/>
                  </a:lnTo>
                  <a:lnTo>
                    <a:pt x="2886949" y="1815038"/>
                  </a:lnTo>
                  <a:lnTo>
                    <a:pt x="2835041" y="1797029"/>
                  </a:lnTo>
                  <a:lnTo>
                    <a:pt x="2785073" y="1776934"/>
                  </a:lnTo>
                  <a:lnTo>
                    <a:pt x="2770117" y="1770388"/>
                  </a:lnTo>
                  <a:lnTo>
                    <a:pt x="2720321" y="1746877"/>
                  </a:lnTo>
                  <a:lnTo>
                    <a:pt x="2671011" y="1721077"/>
                  </a:lnTo>
                  <a:lnTo>
                    <a:pt x="2621714" y="1692948"/>
                  </a:lnTo>
                  <a:lnTo>
                    <a:pt x="2572098" y="1662526"/>
                  </a:lnTo>
                  <a:lnTo>
                    <a:pt x="2521957" y="1629923"/>
                  </a:lnTo>
                  <a:lnTo>
                    <a:pt x="2471196" y="1595338"/>
                  </a:lnTo>
                  <a:lnTo>
                    <a:pt x="2419814" y="1559052"/>
                  </a:lnTo>
                  <a:lnTo>
                    <a:pt x="2367898" y="1521427"/>
                  </a:lnTo>
                  <a:lnTo>
                    <a:pt x="2315596" y="1482890"/>
                  </a:lnTo>
                  <a:lnTo>
                    <a:pt x="2263103" y="1443915"/>
                  </a:lnTo>
                  <a:lnTo>
                    <a:pt x="2210636" y="1404998"/>
                  </a:lnTo>
                  <a:lnTo>
                    <a:pt x="2158408" y="1366635"/>
                  </a:lnTo>
                  <a:lnTo>
                    <a:pt x="2106606" y="1329288"/>
                  </a:lnTo>
                  <a:lnTo>
                    <a:pt x="2055366" y="1293372"/>
                  </a:lnTo>
                  <a:lnTo>
                    <a:pt x="2004753" y="1259229"/>
                  </a:lnTo>
                  <a:lnTo>
                    <a:pt x="1954749" y="1227124"/>
                  </a:lnTo>
                  <a:lnTo>
                    <a:pt x="1905230" y="1197234"/>
                  </a:lnTo>
                  <a:lnTo>
                    <a:pt x="1855964" y="1169652"/>
                  </a:lnTo>
                  <a:lnTo>
                    <a:pt x="1806589" y="1144395"/>
                  </a:lnTo>
                  <a:lnTo>
                    <a:pt x="1768425" y="1126610"/>
                  </a:lnTo>
                  <a:lnTo>
                    <a:pt x="1718899" y="1105869"/>
                  </a:lnTo>
                  <a:lnTo>
                    <a:pt x="1667668" y="1087234"/>
                  </a:lnTo>
                  <a:lnTo>
                    <a:pt x="1613912" y="1070595"/>
                  </a:lnTo>
                  <a:lnTo>
                    <a:pt x="1556721" y="1055766"/>
                  </a:lnTo>
                  <a:lnTo>
                    <a:pt x="1495167" y="1042539"/>
                  </a:lnTo>
                  <a:lnTo>
                    <a:pt x="1428388" y="1030713"/>
                  </a:lnTo>
                  <a:lnTo>
                    <a:pt x="1355692" y="1020115"/>
                  </a:lnTo>
                  <a:lnTo>
                    <a:pt x="1276697" y="1010603"/>
                  </a:lnTo>
                  <a:lnTo>
                    <a:pt x="1191510" y="1002077"/>
                  </a:lnTo>
                  <a:lnTo>
                    <a:pt x="1100944" y="994475"/>
                  </a:lnTo>
                  <a:lnTo>
                    <a:pt x="1006724" y="987775"/>
                  </a:lnTo>
                  <a:lnTo>
                    <a:pt x="911620" y="981981"/>
                  </a:lnTo>
                  <a:lnTo>
                    <a:pt x="819385" y="977116"/>
                  </a:lnTo>
                  <a:lnTo>
                    <a:pt x="734409" y="973196"/>
                  </a:lnTo>
                  <a:lnTo>
                    <a:pt x="661058" y="970210"/>
                  </a:lnTo>
                  <a:lnTo>
                    <a:pt x="602802" y="968102"/>
                  </a:lnTo>
                  <a:lnTo>
                    <a:pt x="561390" y="966761"/>
                  </a:lnTo>
                  <a:lnTo>
                    <a:pt x="536340" y="966032"/>
                  </a:lnTo>
                  <a:lnTo>
                    <a:pt x="524870" y="965731"/>
                  </a:lnTo>
                  <a:lnTo>
                    <a:pt x="522170" y="965667"/>
                  </a:lnTo>
                  <a:lnTo>
                    <a:pt x="522133" y="965666"/>
                  </a:lnTo>
                  <a:lnTo>
                    <a:pt x="0" y="965666"/>
                  </a:lnTo>
                  <a:lnTo>
                    <a:pt x="0" y="965666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244" name="pg1244"/>
            <p:cNvSpPr/>
            <p:nvPr/>
          </p:nvSpPr>
          <p:spPr>
            <a:xfrm>
              <a:off x="386606" y="4494787"/>
              <a:ext cx="8554953" cy="982607"/>
            </a:xfrm>
            <a:custGeom>
              <a:avLst/>
              <a:pathLst>
                <a:path w="8554953" h="982607">
                  <a:moveTo>
                    <a:pt x="0" y="5647"/>
                  </a:moveTo>
                  <a:lnTo>
                    <a:pt x="522133" y="5647"/>
                  </a:lnTo>
                  <a:lnTo>
                    <a:pt x="523387" y="5676"/>
                  </a:lnTo>
                  <a:lnTo>
                    <a:pt x="531588" y="5888"/>
                  </a:lnTo>
                  <a:lnTo>
                    <a:pt x="552099" y="6473"/>
                  </a:lnTo>
                  <a:lnTo>
                    <a:pt x="588355" y="7621"/>
                  </a:lnTo>
                  <a:lnTo>
                    <a:pt x="641553" y="9503"/>
                  </a:lnTo>
                  <a:lnTo>
                    <a:pt x="710592" y="12244"/>
                  </a:lnTo>
                  <a:lnTo>
                    <a:pt x="792449" y="15918"/>
                  </a:lnTo>
                  <a:lnTo>
                    <a:pt x="882939" y="20548"/>
                  </a:lnTo>
                  <a:lnTo>
                    <a:pt x="977594" y="26124"/>
                  </a:lnTo>
                  <a:lnTo>
                    <a:pt x="1072418" y="32624"/>
                  </a:lnTo>
                  <a:lnTo>
                    <a:pt x="1164323" y="40034"/>
                  </a:lnTo>
                  <a:lnTo>
                    <a:pt x="1251271" y="48368"/>
                  </a:lnTo>
                  <a:lnTo>
                    <a:pt x="1332193" y="57676"/>
                  </a:lnTo>
                  <a:lnTo>
                    <a:pt x="1406787" y="68048"/>
                  </a:lnTo>
                  <a:lnTo>
                    <a:pt x="1475309" y="79614"/>
                  </a:lnTo>
                  <a:lnTo>
                    <a:pt x="1538372" y="92540"/>
                  </a:lnTo>
                  <a:lnTo>
                    <a:pt x="1596797" y="107022"/>
                  </a:lnTo>
                  <a:lnTo>
                    <a:pt x="1651500" y="123271"/>
                  </a:lnTo>
                  <a:lnTo>
                    <a:pt x="1703408" y="141485"/>
                  </a:lnTo>
                  <a:lnTo>
                    <a:pt x="1753374" y="161810"/>
                  </a:lnTo>
                  <a:lnTo>
                    <a:pt x="1768425" y="168473"/>
                  </a:lnTo>
                  <a:lnTo>
                    <a:pt x="1818136" y="192216"/>
                  </a:lnTo>
                  <a:lnTo>
                    <a:pt x="1867362" y="218268"/>
                  </a:lnTo>
                  <a:lnTo>
                    <a:pt x="1916575" y="246666"/>
                  </a:lnTo>
                  <a:lnTo>
                    <a:pt x="1966103" y="277378"/>
                  </a:lnTo>
                  <a:lnTo>
                    <a:pt x="2016153" y="310289"/>
                  </a:lnTo>
                  <a:lnTo>
                    <a:pt x="2066822" y="345202"/>
                  </a:lnTo>
                  <a:lnTo>
                    <a:pt x="2118109" y="381832"/>
                  </a:lnTo>
                  <a:lnTo>
                    <a:pt x="2169930" y="419818"/>
                  </a:lnTo>
                  <a:lnTo>
                    <a:pt x="2222138" y="458728"/>
                  </a:lnTo>
                  <a:lnTo>
                    <a:pt x="2274540" y="498089"/>
                  </a:lnTo>
                  <a:lnTo>
                    <a:pt x="2326920" y="537398"/>
                  </a:lnTo>
                  <a:lnTo>
                    <a:pt x="2379065" y="576160"/>
                  </a:lnTo>
                  <a:lnTo>
                    <a:pt x="2430789" y="613906"/>
                  </a:lnTo>
                  <a:lnTo>
                    <a:pt x="2481955" y="650217"/>
                  </a:lnTo>
                  <a:lnTo>
                    <a:pt x="2532497" y="684748"/>
                  </a:lnTo>
                  <a:lnTo>
                    <a:pt x="2582431" y="717230"/>
                  </a:lnTo>
                  <a:lnTo>
                    <a:pt x="2631876" y="747484"/>
                  </a:lnTo>
                  <a:lnTo>
                    <a:pt x="2681060" y="775411"/>
                  </a:lnTo>
                  <a:lnTo>
                    <a:pt x="2730341" y="800993"/>
                  </a:lnTo>
                  <a:lnTo>
                    <a:pt x="2770117" y="819781"/>
                  </a:lnTo>
                  <a:lnTo>
                    <a:pt x="2819638" y="840763"/>
                  </a:lnTo>
                  <a:lnTo>
                    <a:pt x="2870864" y="859614"/>
                  </a:lnTo>
                  <a:lnTo>
                    <a:pt x="2924614" y="876446"/>
                  </a:lnTo>
                  <a:lnTo>
                    <a:pt x="2981798" y="891447"/>
                  </a:lnTo>
                  <a:lnTo>
                    <a:pt x="3043344" y="904829"/>
                  </a:lnTo>
                  <a:lnTo>
                    <a:pt x="3110114" y="916792"/>
                  </a:lnTo>
                  <a:lnTo>
                    <a:pt x="3182799" y="927515"/>
                  </a:lnTo>
                  <a:lnTo>
                    <a:pt x="3261782" y="937138"/>
                  </a:lnTo>
                  <a:lnTo>
                    <a:pt x="3346956" y="945763"/>
                  </a:lnTo>
                  <a:lnTo>
                    <a:pt x="3437509" y="953454"/>
                  </a:lnTo>
                  <a:lnTo>
                    <a:pt x="3531717" y="960233"/>
                  </a:lnTo>
                  <a:lnTo>
                    <a:pt x="3626813" y="966095"/>
                  </a:lnTo>
                  <a:lnTo>
                    <a:pt x="3719045" y="971018"/>
                  </a:lnTo>
                  <a:lnTo>
                    <a:pt x="3804026" y="974985"/>
                  </a:lnTo>
                  <a:lnTo>
                    <a:pt x="3877389" y="978006"/>
                  </a:lnTo>
                  <a:lnTo>
                    <a:pt x="3935663" y="980140"/>
                  </a:lnTo>
                  <a:lnTo>
                    <a:pt x="3977098" y="981497"/>
                  </a:lnTo>
                  <a:lnTo>
                    <a:pt x="4002172" y="982235"/>
                  </a:lnTo>
                  <a:lnTo>
                    <a:pt x="4013661" y="982541"/>
                  </a:lnTo>
                  <a:lnTo>
                    <a:pt x="4016409" y="982607"/>
                  </a:lnTo>
                  <a:lnTo>
                    <a:pt x="4538543" y="982607"/>
                  </a:lnTo>
                  <a:lnTo>
                    <a:pt x="4539798" y="982578"/>
                  </a:lnTo>
                  <a:lnTo>
                    <a:pt x="4548002" y="982370"/>
                  </a:lnTo>
                  <a:lnTo>
                    <a:pt x="4568521" y="981795"/>
                  </a:lnTo>
                  <a:lnTo>
                    <a:pt x="4604791" y="980666"/>
                  </a:lnTo>
                  <a:lnTo>
                    <a:pt x="4658008" y="978816"/>
                  </a:lnTo>
                  <a:lnTo>
                    <a:pt x="4727068" y="976122"/>
                  </a:lnTo>
                  <a:lnTo>
                    <a:pt x="4808947" y="972510"/>
                  </a:lnTo>
                  <a:lnTo>
                    <a:pt x="4899456" y="967958"/>
                  </a:lnTo>
                  <a:lnTo>
                    <a:pt x="4994128" y="962477"/>
                  </a:lnTo>
                  <a:lnTo>
                    <a:pt x="5088963" y="956088"/>
                  </a:lnTo>
                  <a:lnTo>
                    <a:pt x="5180875" y="948804"/>
                  </a:lnTo>
                  <a:lnTo>
                    <a:pt x="5267827" y="940612"/>
                  </a:lnTo>
                  <a:lnTo>
                    <a:pt x="5348748" y="931462"/>
                  </a:lnTo>
                  <a:lnTo>
                    <a:pt x="5423342" y="921266"/>
                  </a:lnTo>
                  <a:lnTo>
                    <a:pt x="5491861" y="909897"/>
                  </a:lnTo>
                  <a:lnTo>
                    <a:pt x="5554922" y="897190"/>
                  </a:lnTo>
                  <a:lnTo>
                    <a:pt x="5613345" y="882953"/>
                  </a:lnTo>
                  <a:lnTo>
                    <a:pt x="5668048" y="866979"/>
                  </a:lnTo>
                  <a:lnTo>
                    <a:pt x="5719957" y="849072"/>
                  </a:lnTo>
                  <a:lnTo>
                    <a:pt x="5769926" y="829092"/>
                  </a:lnTo>
                  <a:lnTo>
                    <a:pt x="5784835" y="822604"/>
                  </a:lnTo>
                  <a:lnTo>
                    <a:pt x="5834673" y="799211"/>
                  </a:lnTo>
                  <a:lnTo>
                    <a:pt x="5884025" y="773536"/>
                  </a:lnTo>
                  <a:lnTo>
                    <a:pt x="5933365" y="745543"/>
                  </a:lnTo>
                  <a:lnTo>
                    <a:pt x="5983025" y="715266"/>
                  </a:lnTo>
                  <a:lnTo>
                    <a:pt x="6033210" y="682818"/>
                  </a:lnTo>
                  <a:lnTo>
                    <a:pt x="6084018" y="648397"/>
                  </a:lnTo>
                  <a:lnTo>
                    <a:pt x="6135446" y="612284"/>
                  </a:lnTo>
                  <a:lnTo>
                    <a:pt x="6187410" y="574840"/>
                  </a:lnTo>
                  <a:lnTo>
                    <a:pt x="6239759" y="536491"/>
                  </a:lnTo>
                  <a:lnTo>
                    <a:pt x="6292298" y="497709"/>
                  </a:lnTo>
                  <a:lnTo>
                    <a:pt x="6344808" y="458990"/>
                  </a:lnTo>
                  <a:lnTo>
                    <a:pt x="6397077" y="420826"/>
                  </a:lnTo>
                  <a:lnTo>
                    <a:pt x="6448918" y="383679"/>
                  </a:lnTo>
                  <a:lnTo>
                    <a:pt x="6500195" y="347961"/>
                  </a:lnTo>
                  <a:lnTo>
                    <a:pt x="6550843" y="314013"/>
                  </a:lnTo>
                  <a:lnTo>
                    <a:pt x="6600883" y="282096"/>
                  </a:lnTo>
                  <a:lnTo>
                    <a:pt x="6650438" y="252387"/>
                  </a:lnTo>
                  <a:lnTo>
                    <a:pt x="6699745" y="224978"/>
                  </a:lnTo>
                  <a:lnTo>
                    <a:pt x="6749168" y="199883"/>
                  </a:lnTo>
                  <a:lnTo>
                    <a:pt x="6786527" y="182591"/>
                  </a:lnTo>
                  <a:lnTo>
                    <a:pt x="6836055" y="161970"/>
                  </a:lnTo>
                  <a:lnTo>
                    <a:pt x="6887289" y="143444"/>
                  </a:lnTo>
                  <a:lnTo>
                    <a:pt x="6941048" y="126902"/>
                  </a:lnTo>
                  <a:lnTo>
                    <a:pt x="6998242" y="112159"/>
                  </a:lnTo>
                  <a:lnTo>
                    <a:pt x="7059800" y="99009"/>
                  </a:lnTo>
                  <a:lnTo>
                    <a:pt x="7126584" y="87252"/>
                  </a:lnTo>
                  <a:lnTo>
                    <a:pt x="7199285" y="76715"/>
                  </a:lnTo>
                  <a:lnTo>
                    <a:pt x="7278287" y="67259"/>
                  </a:lnTo>
                  <a:lnTo>
                    <a:pt x="7363480" y="58783"/>
                  </a:lnTo>
                  <a:lnTo>
                    <a:pt x="7454053" y="51226"/>
                  </a:lnTo>
                  <a:lnTo>
                    <a:pt x="7548278" y="44565"/>
                  </a:lnTo>
                  <a:lnTo>
                    <a:pt x="7643386" y="38805"/>
                  </a:lnTo>
                  <a:lnTo>
                    <a:pt x="7735623" y="33969"/>
                  </a:lnTo>
                  <a:lnTo>
                    <a:pt x="7820597" y="30072"/>
                  </a:lnTo>
                  <a:lnTo>
                    <a:pt x="7893942" y="27104"/>
                  </a:lnTo>
                  <a:lnTo>
                    <a:pt x="7952189" y="25009"/>
                  </a:lnTo>
                  <a:lnTo>
                    <a:pt x="7993589" y="23676"/>
                  </a:lnTo>
                  <a:lnTo>
                    <a:pt x="8018627" y="22952"/>
                  </a:lnTo>
                  <a:lnTo>
                    <a:pt x="8030088" y="22653"/>
                  </a:lnTo>
                  <a:lnTo>
                    <a:pt x="8032819" y="22588"/>
                  </a:lnTo>
                  <a:lnTo>
                    <a:pt x="8554953" y="22588"/>
                  </a:lnTo>
                  <a:lnTo>
                    <a:pt x="8554953" y="16941"/>
                  </a:lnTo>
                  <a:lnTo>
                    <a:pt x="8032819" y="16941"/>
                  </a:lnTo>
                  <a:lnTo>
                    <a:pt x="8031564" y="16970"/>
                  </a:lnTo>
                  <a:lnTo>
                    <a:pt x="8023360" y="17178"/>
                  </a:lnTo>
                  <a:lnTo>
                    <a:pt x="8002841" y="17753"/>
                  </a:lnTo>
                  <a:lnTo>
                    <a:pt x="7966571" y="18882"/>
                  </a:lnTo>
                  <a:lnTo>
                    <a:pt x="7913354" y="20732"/>
                  </a:lnTo>
                  <a:lnTo>
                    <a:pt x="7844294" y="23426"/>
                  </a:lnTo>
                  <a:lnTo>
                    <a:pt x="7762415" y="27038"/>
                  </a:lnTo>
                  <a:lnTo>
                    <a:pt x="7671906" y="31590"/>
                  </a:lnTo>
                  <a:lnTo>
                    <a:pt x="7577234" y="37071"/>
                  </a:lnTo>
                  <a:lnTo>
                    <a:pt x="7482399" y="43460"/>
                  </a:lnTo>
                  <a:lnTo>
                    <a:pt x="7390487" y="50744"/>
                  </a:lnTo>
                  <a:lnTo>
                    <a:pt x="7303535" y="58937"/>
                  </a:lnTo>
                  <a:lnTo>
                    <a:pt x="7222613" y="68087"/>
                  </a:lnTo>
                  <a:lnTo>
                    <a:pt x="7148020" y="78282"/>
                  </a:lnTo>
                  <a:lnTo>
                    <a:pt x="7079501" y="89651"/>
                  </a:lnTo>
                  <a:lnTo>
                    <a:pt x="7016440" y="102358"/>
                  </a:lnTo>
                  <a:lnTo>
                    <a:pt x="6958017" y="116595"/>
                  </a:lnTo>
                  <a:lnTo>
                    <a:pt x="6903314" y="132569"/>
                  </a:lnTo>
                  <a:lnTo>
                    <a:pt x="6851405" y="150476"/>
                  </a:lnTo>
                  <a:lnTo>
                    <a:pt x="6801436" y="170457"/>
                  </a:lnTo>
                  <a:lnTo>
                    <a:pt x="6786527" y="176944"/>
                  </a:lnTo>
                  <a:lnTo>
                    <a:pt x="6736689" y="200338"/>
                  </a:lnTo>
                  <a:lnTo>
                    <a:pt x="6687337" y="226012"/>
                  </a:lnTo>
                  <a:lnTo>
                    <a:pt x="6637997" y="254005"/>
                  </a:lnTo>
                  <a:lnTo>
                    <a:pt x="6588337" y="284282"/>
                  </a:lnTo>
                  <a:lnTo>
                    <a:pt x="6538152" y="316730"/>
                  </a:lnTo>
                  <a:lnTo>
                    <a:pt x="6487344" y="351151"/>
                  </a:lnTo>
                  <a:lnTo>
                    <a:pt x="6435915" y="387264"/>
                  </a:lnTo>
                  <a:lnTo>
                    <a:pt x="6383952" y="424708"/>
                  </a:lnTo>
                  <a:lnTo>
                    <a:pt x="6331603" y="463058"/>
                  </a:lnTo>
                  <a:lnTo>
                    <a:pt x="6279064" y="501839"/>
                  </a:lnTo>
                  <a:lnTo>
                    <a:pt x="6226554" y="540558"/>
                  </a:lnTo>
                  <a:lnTo>
                    <a:pt x="6174285" y="578723"/>
                  </a:lnTo>
                  <a:lnTo>
                    <a:pt x="6122444" y="615869"/>
                  </a:lnTo>
                  <a:lnTo>
                    <a:pt x="6071167" y="651588"/>
                  </a:lnTo>
                  <a:lnTo>
                    <a:pt x="6020519" y="685535"/>
                  </a:lnTo>
                  <a:lnTo>
                    <a:pt x="5970479" y="717452"/>
                  </a:lnTo>
                  <a:lnTo>
                    <a:pt x="5920924" y="747161"/>
                  </a:lnTo>
                  <a:lnTo>
                    <a:pt x="5871617" y="774571"/>
                  </a:lnTo>
                  <a:lnTo>
                    <a:pt x="5822194" y="799665"/>
                  </a:lnTo>
                  <a:lnTo>
                    <a:pt x="5784835" y="816957"/>
                  </a:lnTo>
                  <a:lnTo>
                    <a:pt x="5735307" y="837578"/>
                  </a:lnTo>
                  <a:lnTo>
                    <a:pt x="5684072" y="856104"/>
                  </a:lnTo>
                  <a:lnTo>
                    <a:pt x="5630314" y="872646"/>
                  </a:lnTo>
                  <a:lnTo>
                    <a:pt x="5573120" y="887389"/>
                  </a:lnTo>
                  <a:lnTo>
                    <a:pt x="5511562" y="900539"/>
                  </a:lnTo>
                  <a:lnTo>
                    <a:pt x="5444778" y="912296"/>
                  </a:lnTo>
                  <a:lnTo>
                    <a:pt x="5372077" y="922833"/>
                  </a:lnTo>
                  <a:lnTo>
                    <a:pt x="5293075" y="932289"/>
                  </a:lnTo>
                  <a:lnTo>
                    <a:pt x="5207882" y="940766"/>
                  </a:lnTo>
                  <a:lnTo>
                    <a:pt x="5117309" y="948323"/>
                  </a:lnTo>
                  <a:lnTo>
                    <a:pt x="5023084" y="954984"/>
                  </a:lnTo>
                  <a:lnTo>
                    <a:pt x="4927976" y="960743"/>
                  </a:lnTo>
                  <a:lnTo>
                    <a:pt x="4835739" y="965580"/>
                  </a:lnTo>
                  <a:lnTo>
                    <a:pt x="4750765" y="969476"/>
                  </a:lnTo>
                  <a:lnTo>
                    <a:pt x="4677420" y="972444"/>
                  </a:lnTo>
                  <a:lnTo>
                    <a:pt x="4619173" y="974540"/>
                  </a:lnTo>
                  <a:lnTo>
                    <a:pt x="4577773" y="975872"/>
                  </a:lnTo>
                  <a:lnTo>
                    <a:pt x="4552735" y="976596"/>
                  </a:lnTo>
                  <a:lnTo>
                    <a:pt x="4541274" y="976895"/>
                  </a:lnTo>
                  <a:lnTo>
                    <a:pt x="4538543" y="976960"/>
                  </a:lnTo>
                  <a:lnTo>
                    <a:pt x="4016409" y="976960"/>
                  </a:lnTo>
                  <a:lnTo>
                    <a:pt x="4015155" y="976930"/>
                  </a:lnTo>
                  <a:lnTo>
                    <a:pt x="4006954" y="976719"/>
                  </a:lnTo>
                  <a:lnTo>
                    <a:pt x="3986443" y="976134"/>
                  </a:lnTo>
                  <a:lnTo>
                    <a:pt x="3950187" y="974985"/>
                  </a:lnTo>
                  <a:lnTo>
                    <a:pt x="3896989" y="973104"/>
                  </a:lnTo>
                  <a:lnTo>
                    <a:pt x="3827950" y="970363"/>
                  </a:lnTo>
                  <a:lnTo>
                    <a:pt x="3746093" y="966689"/>
                  </a:lnTo>
                  <a:lnTo>
                    <a:pt x="3655604" y="962059"/>
                  </a:lnTo>
                  <a:lnTo>
                    <a:pt x="3560948" y="956482"/>
                  </a:lnTo>
                  <a:lnTo>
                    <a:pt x="3466124" y="949983"/>
                  </a:lnTo>
                  <a:lnTo>
                    <a:pt x="3374220" y="942573"/>
                  </a:lnTo>
                  <a:lnTo>
                    <a:pt x="3287271" y="934239"/>
                  </a:lnTo>
                  <a:lnTo>
                    <a:pt x="3206349" y="924930"/>
                  </a:lnTo>
                  <a:lnTo>
                    <a:pt x="3131755" y="914559"/>
                  </a:lnTo>
                  <a:lnTo>
                    <a:pt x="3063233" y="902993"/>
                  </a:lnTo>
                  <a:lnTo>
                    <a:pt x="3000170" y="890067"/>
                  </a:lnTo>
                  <a:lnTo>
                    <a:pt x="2941745" y="875585"/>
                  </a:lnTo>
                  <a:lnTo>
                    <a:pt x="2887042" y="859336"/>
                  </a:lnTo>
                  <a:lnTo>
                    <a:pt x="2835134" y="841121"/>
                  </a:lnTo>
                  <a:lnTo>
                    <a:pt x="2785168" y="820797"/>
                  </a:lnTo>
                  <a:lnTo>
                    <a:pt x="2770117" y="814133"/>
                  </a:lnTo>
                  <a:lnTo>
                    <a:pt x="2720406" y="790391"/>
                  </a:lnTo>
                  <a:lnTo>
                    <a:pt x="2671180" y="764339"/>
                  </a:lnTo>
                  <a:lnTo>
                    <a:pt x="2621967" y="735941"/>
                  </a:lnTo>
                  <a:lnTo>
                    <a:pt x="2572439" y="705229"/>
                  </a:lnTo>
                  <a:lnTo>
                    <a:pt x="2522389" y="672317"/>
                  </a:lnTo>
                  <a:lnTo>
                    <a:pt x="2471720" y="637405"/>
                  </a:lnTo>
                  <a:lnTo>
                    <a:pt x="2420434" y="600774"/>
                  </a:lnTo>
                  <a:lnTo>
                    <a:pt x="2368612" y="562789"/>
                  </a:lnTo>
                  <a:lnTo>
                    <a:pt x="2316404" y="523878"/>
                  </a:lnTo>
                  <a:lnTo>
                    <a:pt x="2264002" y="484518"/>
                  </a:lnTo>
                  <a:lnTo>
                    <a:pt x="2211622" y="445208"/>
                  </a:lnTo>
                  <a:lnTo>
                    <a:pt x="2159477" y="406447"/>
                  </a:lnTo>
                  <a:lnTo>
                    <a:pt x="2107753" y="368701"/>
                  </a:lnTo>
                  <a:lnTo>
                    <a:pt x="2056587" y="332389"/>
                  </a:lnTo>
                  <a:lnTo>
                    <a:pt x="2006045" y="297859"/>
                  </a:lnTo>
                  <a:lnTo>
                    <a:pt x="1956111" y="265376"/>
                  </a:lnTo>
                  <a:lnTo>
                    <a:pt x="1906667" y="235123"/>
                  </a:lnTo>
                  <a:lnTo>
                    <a:pt x="1857482" y="207196"/>
                  </a:lnTo>
                  <a:lnTo>
                    <a:pt x="1808201" y="181613"/>
                  </a:lnTo>
                  <a:lnTo>
                    <a:pt x="1768425" y="162826"/>
                  </a:lnTo>
                  <a:lnTo>
                    <a:pt x="1718904" y="141844"/>
                  </a:lnTo>
                  <a:lnTo>
                    <a:pt x="1667678" y="122993"/>
                  </a:lnTo>
                  <a:lnTo>
                    <a:pt x="1613928" y="106161"/>
                  </a:lnTo>
                  <a:lnTo>
                    <a:pt x="1556744" y="91159"/>
                  </a:lnTo>
                  <a:lnTo>
                    <a:pt x="1495198" y="77778"/>
                  </a:lnTo>
                  <a:lnTo>
                    <a:pt x="1428428" y="65815"/>
                  </a:lnTo>
                  <a:lnTo>
                    <a:pt x="1355743" y="55092"/>
                  </a:lnTo>
                  <a:lnTo>
                    <a:pt x="1276760" y="45469"/>
                  </a:lnTo>
                  <a:lnTo>
                    <a:pt x="1191587" y="36843"/>
                  </a:lnTo>
                  <a:lnTo>
                    <a:pt x="1101033" y="29153"/>
                  </a:lnTo>
                  <a:lnTo>
                    <a:pt x="1006825" y="22374"/>
                  </a:lnTo>
                  <a:lnTo>
                    <a:pt x="911729" y="16512"/>
                  </a:lnTo>
                  <a:lnTo>
                    <a:pt x="819497" y="11589"/>
                  </a:lnTo>
                  <a:lnTo>
                    <a:pt x="734517" y="7622"/>
                  </a:lnTo>
                  <a:lnTo>
                    <a:pt x="661153" y="4600"/>
                  </a:lnTo>
                  <a:lnTo>
                    <a:pt x="602879" y="2467"/>
                  </a:lnTo>
                  <a:lnTo>
                    <a:pt x="561444" y="1109"/>
                  </a:lnTo>
                  <a:lnTo>
                    <a:pt x="536371" y="371"/>
                  </a:lnTo>
                  <a:lnTo>
                    <a:pt x="524881" y="66"/>
                  </a:lnTo>
                  <a:lnTo>
                    <a:pt x="5221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C1B3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1245" name="pl1245"/>
            <p:cNvSpPr/>
            <p:nvPr/>
          </p:nvSpPr>
          <p:spPr>
            <a:xfrm>
              <a:off x="386606" y="4500434"/>
              <a:ext cx="8554953" cy="976960"/>
            </a:xfrm>
            <a:custGeom>
              <a:avLst/>
              <a:pathLst>
                <a:path w="8554953" h="976960">
                  <a:moveTo>
                    <a:pt x="0" y="0"/>
                  </a:moveTo>
                  <a:lnTo>
                    <a:pt x="522133" y="0"/>
                  </a:lnTo>
                  <a:lnTo>
                    <a:pt x="523387" y="29"/>
                  </a:lnTo>
                  <a:lnTo>
                    <a:pt x="531588" y="241"/>
                  </a:lnTo>
                  <a:lnTo>
                    <a:pt x="552099" y="826"/>
                  </a:lnTo>
                  <a:lnTo>
                    <a:pt x="588355" y="1974"/>
                  </a:lnTo>
                  <a:lnTo>
                    <a:pt x="641553" y="3856"/>
                  </a:lnTo>
                  <a:lnTo>
                    <a:pt x="710592" y="6596"/>
                  </a:lnTo>
                  <a:lnTo>
                    <a:pt x="792449" y="10271"/>
                  </a:lnTo>
                  <a:lnTo>
                    <a:pt x="882939" y="14901"/>
                  </a:lnTo>
                  <a:lnTo>
                    <a:pt x="977594" y="20477"/>
                  </a:lnTo>
                  <a:lnTo>
                    <a:pt x="1072418" y="26977"/>
                  </a:lnTo>
                  <a:lnTo>
                    <a:pt x="1164323" y="34387"/>
                  </a:lnTo>
                  <a:lnTo>
                    <a:pt x="1251271" y="42721"/>
                  </a:lnTo>
                  <a:lnTo>
                    <a:pt x="1332193" y="52029"/>
                  </a:lnTo>
                  <a:lnTo>
                    <a:pt x="1406787" y="62401"/>
                  </a:lnTo>
                  <a:lnTo>
                    <a:pt x="1475309" y="73966"/>
                  </a:lnTo>
                  <a:lnTo>
                    <a:pt x="1538372" y="86892"/>
                  </a:lnTo>
                  <a:lnTo>
                    <a:pt x="1596797" y="101375"/>
                  </a:lnTo>
                  <a:lnTo>
                    <a:pt x="1651500" y="117623"/>
                  </a:lnTo>
                  <a:lnTo>
                    <a:pt x="1703408" y="135838"/>
                  </a:lnTo>
                  <a:lnTo>
                    <a:pt x="1753374" y="156162"/>
                  </a:lnTo>
                  <a:lnTo>
                    <a:pt x="1768425" y="162826"/>
                  </a:lnTo>
                  <a:lnTo>
                    <a:pt x="1818136" y="186569"/>
                  </a:lnTo>
                  <a:lnTo>
                    <a:pt x="1867362" y="212620"/>
                  </a:lnTo>
                  <a:lnTo>
                    <a:pt x="1916575" y="241019"/>
                  </a:lnTo>
                  <a:lnTo>
                    <a:pt x="1966103" y="271731"/>
                  </a:lnTo>
                  <a:lnTo>
                    <a:pt x="2016153" y="304642"/>
                  </a:lnTo>
                  <a:lnTo>
                    <a:pt x="2066822" y="339555"/>
                  </a:lnTo>
                  <a:lnTo>
                    <a:pt x="2118109" y="376185"/>
                  </a:lnTo>
                  <a:lnTo>
                    <a:pt x="2169930" y="414170"/>
                  </a:lnTo>
                  <a:lnTo>
                    <a:pt x="2222138" y="453081"/>
                  </a:lnTo>
                  <a:lnTo>
                    <a:pt x="2274540" y="492442"/>
                  </a:lnTo>
                  <a:lnTo>
                    <a:pt x="2326920" y="531751"/>
                  </a:lnTo>
                  <a:lnTo>
                    <a:pt x="2379065" y="570513"/>
                  </a:lnTo>
                  <a:lnTo>
                    <a:pt x="2430789" y="608258"/>
                  </a:lnTo>
                  <a:lnTo>
                    <a:pt x="2481955" y="644570"/>
                  </a:lnTo>
                  <a:lnTo>
                    <a:pt x="2532497" y="679101"/>
                  </a:lnTo>
                  <a:lnTo>
                    <a:pt x="2582431" y="711583"/>
                  </a:lnTo>
                  <a:lnTo>
                    <a:pt x="2631876" y="741837"/>
                  </a:lnTo>
                  <a:lnTo>
                    <a:pt x="2681060" y="769764"/>
                  </a:lnTo>
                  <a:lnTo>
                    <a:pt x="2730341" y="795346"/>
                  </a:lnTo>
                  <a:lnTo>
                    <a:pt x="2770117" y="814133"/>
                  </a:lnTo>
                  <a:lnTo>
                    <a:pt x="2819638" y="835115"/>
                  </a:lnTo>
                  <a:lnTo>
                    <a:pt x="2870864" y="853966"/>
                  </a:lnTo>
                  <a:lnTo>
                    <a:pt x="2924614" y="870799"/>
                  </a:lnTo>
                  <a:lnTo>
                    <a:pt x="2981798" y="885800"/>
                  </a:lnTo>
                  <a:lnTo>
                    <a:pt x="3043344" y="899182"/>
                  </a:lnTo>
                  <a:lnTo>
                    <a:pt x="3110114" y="911145"/>
                  </a:lnTo>
                  <a:lnTo>
                    <a:pt x="3182799" y="921867"/>
                  </a:lnTo>
                  <a:lnTo>
                    <a:pt x="3261782" y="931490"/>
                  </a:lnTo>
                  <a:lnTo>
                    <a:pt x="3346956" y="940116"/>
                  </a:lnTo>
                  <a:lnTo>
                    <a:pt x="3437509" y="947807"/>
                  </a:lnTo>
                  <a:lnTo>
                    <a:pt x="3531717" y="954586"/>
                  </a:lnTo>
                  <a:lnTo>
                    <a:pt x="3626813" y="960448"/>
                  </a:lnTo>
                  <a:lnTo>
                    <a:pt x="3719045" y="965370"/>
                  </a:lnTo>
                  <a:lnTo>
                    <a:pt x="3804026" y="969337"/>
                  </a:lnTo>
                  <a:lnTo>
                    <a:pt x="3877389" y="972359"/>
                  </a:lnTo>
                  <a:lnTo>
                    <a:pt x="3935663" y="974493"/>
                  </a:lnTo>
                  <a:lnTo>
                    <a:pt x="3977098" y="975850"/>
                  </a:lnTo>
                  <a:lnTo>
                    <a:pt x="4002172" y="976588"/>
                  </a:lnTo>
                  <a:lnTo>
                    <a:pt x="4013661" y="976894"/>
                  </a:lnTo>
                  <a:lnTo>
                    <a:pt x="4016372" y="976959"/>
                  </a:lnTo>
                  <a:lnTo>
                    <a:pt x="4016409" y="976960"/>
                  </a:lnTo>
                  <a:lnTo>
                    <a:pt x="4538543" y="976960"/>
                  </a:lnTo>
                  <a:lnTo>
                    <a:pt x="4539798" y="976931"/>
                  </a:lnTo>
                  <a:lnTo>
                    <a:pt x="4548002" y="976723"/>
                  </a:lnTo>
                  <a:lnTo>
                    <a:pt x="4568521" y="976148"/>
                  </a:lnTo>
                  <a:lnTo>
                    <a:pt x="4604791" y="975019"/>
                  </a:lnTo>
                  <a:lnTo>
                    <a:pt x="4658008" y="973169"/>
                  </a:lnTo>
                  <a:lnTo>
                    <a:pt x="4727068" y="970475"/>
                  </a:lnTo>
                  <a:lnTo>
                    <a:pt x="4808947" y="966863"/>
                  </a:lnTo>
                  <a:lnTo>
                    <a:pt x="4899456" y="962311"/>
                  </a:lnTo>
                  <a:lnTo>
                    <a:pt x="4994128" y="956830"/>
                  </a:lnTo>
                  <a:lnTo>
                    <a:pt x="5088963" y="950441"/>
                  </a:lnTo>
                  <a:lnTo>
                    <a:pt x="5180875" y="943157"/>
                  </a:lnTo>
                  <a:lnTo>
                    <a:pt x="5267827" y="934964"/>
                  </a:lnTo>
                  <a:lnTo>
                    <a:pt x="5348748" y="925815"/>
                  </a:lnTo>
                  <a:lnTo>
                    <a:pt x="5423342" y="915619"/>
                  </a:lnTo>
                  <a:lnTo>
                    <a:pt x="5491861" y="904250"/>
                  </a:lnTo>
                  <a:lnTo>
                    <a:pt x="5554922" y="891543"/>
                  </a:lnTo>
                  <a:lnTo>
                    <a:pt x="5613345" y="877306"/>
                  </a:lnTo>
                  <a:lnTo>
                    <a:pt x="5668048" y="861332"/>
                  </a:lnTo>
                  <a:lnTo>
                    <a:pt x="5719957" y="843425"/>
                  </a:lnTo>
                  <a:lnTo>
                    <a:pt x="5769926" y="823445"/>
                  </a:lnTo>
                  <a:lnTo>
                    <a:pt x="5784835" y="816957"/>
                  </a:lnTo>
                  <a:lnTo>
                    <a:pt x="5834673" y="793563"/>
                  </a:lnTo>
                  <a:lnTo>
                    <a:pt x="5884025" y="767889"/>
                  </a:lnTo>
                  <a:lnTo>
                    <a:pt x="5933365" y="739896"/>
                  </a:lnTo>
                  <a:lnTo>
                    <a:pt x="5983025" y="709619"/>
                  </a:lnTo>
                  <a:lnTo>
                    <a:pt x="6033210" y="677171"/>
                  </a:lnTo>
                  <a:lnTo>
                    <a:pt x="6084018" y="642750"/>
                  </a:lnTo>
                  <a:lnTo>
                    <a:pt x="6135446" y="606637"/>
                  </a:lnTo>
                  <a:lnTo>
                    <a:pt x="6187410" y="569193"/>
                  </a:lnTo>
                  <a:lnTo>
                    <a:pt x="6239759" y="530844"/>
                  </a:lnTo>
                  <a:lnTo>
                    <a:pt x="6292298" y="492062"/>
                  </a:lnTo>
                  <a:lnTo>
                    <a:pt x="6344808" y="453343"/>
                  </a:lnTo>
                  <a:lnTo>
                    <a:pt x="6397077" y="415179"/>
                  </a:lnTo>
                  <a:lnTo>
                    <a:pt x="6448918" y="378032"/>
                  </a:lnTo>
                  <a:lnTo>
                    <a:pt x="6500195" y="342314"/>
                  </a:lnTo>
                  <a:lnTo>
                    <a:pt x="6550843" y="308366"/>
                  </a:lnTo>
                  <a:lnTo>
                    <a:pt x="6600883" y="276449"/>
                  </a:lnTo>
                  <a:lnTo>
                    <a:pt x="6650438" y="246740"/>
                  </a:lnTo>
                  <a:lnTo>
                    <a:pt x="6699745" y="219331"/>
                  </a:lnTo>
                  <a:lnTo>
                    <a:pt x="6749168" y="194236"/>
                  </a:lnTo>
                  <a:lnTo>
                    <a:pt x="6786527" y="176944"/>
                  </a:lnTo>
                  <a:lnTo>
                    <a:pt x="6836055" y="156323"/>
                  </a:lnTo>
                  <a:lnTo>
                    <a:pt x="6887289" y="137797"/>
                  </a:lnTo>
                  <a:lnTo>
                    <a:pt x="6941048" y="121255"/>
                  </a:lnTo>
                  <a:lnTo>
                    <a:pt x="6998242" y="106512"/>
                  </a:lnTo>
                  <a:lnTo>
                    <a:pt x="7059800" y="93362"/>
                  </a:lnTo>
                  <a:lnTo>
                    <a:pt x="7126584" y="81605"/>
                  </a:lnTo>
                  <a:lnTo>
                    <a:pt x="7199285" y="71068"/>
                  </a:lnTo>
                  <a:lnTo>
                    <a:pt x="7278287" y="61612"/>
                  </a:lnTo>
                  <a:lnTo>
                    <a:pt x="7363480" y="53136"/>
                  </a:lnTo>
                  <a:lnTo>
                    <a:pt x="7454053" y="45579"/>
                  </a:lnTo>
                  <a:lnTo>
                    <a:pt x="7548278" y="38917"/>
                  </a:lnTo>
                  <a:lnTo>
                    <a:pt x="7643386" y="33158"/>
                  </a:lnTo>
                  <a:lnTo>
                    <a:pt x="7735623" y="28321"/>
                  </a:lnTo>
                  <a:lnTo>
                    <a:pt x="7820597" y="24425"/>
                  </a:lnTo>
                  <a:lnTo>
                    <a:pt x="7893942" y="21457"/>
                  </a:lnTo>
                  <a:lnTo>
                    <a:pt x="7952189" y="19361"/>
                  </a:lnTo>
                  <a:lnTo>
                    <a:pt x="7993589" y="18029"/>
                  </a:lnTo>
                  <a:lnTo>
                    <a:pt x="8018627" y="17305"/>
                  </a:lnTo>
                  <a:lnTo>
                    <a:pt x="8030088" y="17006"/>
                  </a:lnTo>
                  <a:lnTo>
                    <a:pt x="8032783" y="16942"/>
                  </a:lnTo>
                  <a:lnTo>
                    <a:pt x="8032819" y="16941"/>
                  </a:lnTo>
                  <a:lnTo>
                    <a:pt x="8554953" y="16941"/>
                  </a:lnTo>
                  <a:lnTo>
                    <a:pt x="8554953" y="16941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246" name="pl1246"/>
            <p:cNvSpPr/>
            <p:nvPr/>
          </p:nvSpPr>
          <p:spPr>
            <a:xfrm>
              <a:off x="386606" y="4494787"/>
              <a:ext cx="8554953" cy="976960"/>
            </a:xfrm>
            <a:custGeom>
              <a:avLst/>
              <a:pathLst>
                <a:path w="8554953" h="976960">
                  <a:moveTo>
                    <a:pt x="8554953" y="16941"/>
                  </a:moveTo>
                  <a:lnTo>
                    <a:pt x="8032819" y="16941"/>
                  </a:lnTo>
                  <a:lnTo>
                    <a:pt x="8031564" y="16970"/>
                  </a:lnTo>
                  <a:lnTo>
                    <a:pt x="8023360" y="17178"/>
                  </a:lnTo>
                  <a:lnTo>
                    <a:pt x="8002841" y="17753"/>
                  </a:lnTo>
                  <a:lnTo>
                    <a:pt x="7966571" y="18882"/>
                  </a:lnTo>
                  <a:lnTo>
                    <a:pt x="7913354" y="20732"/>
                  </a:lnTo>
                  <a:lnTo>
                    <a:pt x="7844294" y="23426"/>
                  </a:lnTo>
                  <a:lnTo>
                    <a:pt x="7762415" y="27038"/>
                  </a:lnTo>
                  <a:lnTo>
                    <a:pt x="7671906" y="31590"/>
                  </a:lnTo>
                  <a:lnTo>
                    <a:pt x="7577234" y="37071"/>
                  </a:lnTo>
                  <a:lnTo>
                    <a:pt x="7482399" y="43460"/>
                  </a:lnTo>
                  <a:lnTo>
                    <a:pt x="7390487" y="50744"/>
                  </a:lnTo>
                  <a:lnTo>
                    <a:pt x="7303535" y="58937"/>
                  </a:lnTo>
                  <a:lnTo>
                    <a:pt x="7222613" y="68087"/>
                  </a:lnTo>
                  <a:lnTo>
                    <a:pt x="7148020" y="78282"/>
                  </a:lnTo>
                  <a:lnTo>
                    <a:pt x="7079501" y="89651"/>
                  </a:lnTo>
                  <a:lnTo>
                    <a:pt x="7016440" y="102358"/>
                  </a:lnTo>
                  <a:lnTo>
                    <a:pt x="6958017" y="116595"/>
                  </a:lnTo>
                  <a:lnTo>
                    <a:pt x="6903314" y="132569"/>
                  </a:lnTo>
                  <a:lnTo>
                    <a:pt x="6851405" y="150476"/>
                  </a:lnTo>
                  <a:lnTo>
                    <a:pt x="6801436" y="170457"/>
                  </a:lnTo>
                  <a:lnTo>
                    <a:pt x="6786527" y="176944"/>
                  </a:lnTo>
                  <a:lnTo>
                    <a:pt x="6736689" y="200338"/>
                  </a:lnTo>
                  <a:lnTo>
                    <a:pt x="6687337" y="226012"/>
                  </a:lnTo>
                  <a:lnTo>
                    <a:pt x="6637997" y="254005"/>
                  </a:lnTo>
                  <a:lnTo>
                    <a:pt x="6588337" y="284282"/>
                  </a:lnTo>
                  <a:lnTo>
                    <a:pt x="6538152" y="316730"/>
                  </a:lnTo>
                  <a:lnTo>
                    <a:pt x="6487344" y="351151"/>
                  </a:lnTo>
                  <a:lnTo>
                    <a:pt x="6435915" y="387264"/>
                  </a:lnTo>
                  <a:lnTo>
                    <a:pt x="6383952" y="424708"/>
                  </a:lnTo>
                  <a:lnTo>
                    <a:pt x="6331603" y="463058"/>
                  </a:lnTo>
                  <a:lnTo>
                    <a:pt x="6279064" y="501839"/>
                  </a:lnTo>
                  <a:lnTo>
                    <a:pt x="6226554" y="540558"/>
                  </a:lnTo>
                  <a:lnTo>
                    <a:pt x="6174285" y="578723"/>
                  </a:lnTo>
                  <a:lnTo>
                    <a:pt x="6122444" y="615869"/>
                  </a:lnTo>
                  <a:lnTo>
                    <a:pt x="6071167" y="651588"/>
                  </a:lnTo>
                  <a:lnTo>
                    <a:pt x="6020519" y="685535"/>
                  </a:lnTo>
                  <a:lnTo>
                    <a:pt x="5970479" y="717452"/>
                  </a:lnTo>
                  <a:lnTo>
                    <a:pt x="5920924" y="747161"/>
                  </a:lnTo>
                  <a:lnTo>
                    <a:pt x="5871617" y="774571"/>
                  </a:lnTo>
                  <a:lnTo>
                    <a:pt x="5822194" y="799665"/>
                  </a:lnTo>
                  <a:lnTo>
                    <a:pt x="5784835" y="816957"/>
                  </a:lnTo>
                  <a:lnTo>
                    <a:pt x="5735307" y="837578"/>
                  </a:lnTo>
                  <a:lnTo>
                    <a:pt x="5684072" y="856104"/>
                  </a:lnTo>
                  <a:lnTo>
                    <a:pt x="5630314" y="872646"/>
                  </a:lnTo>
                  <a:lnTo>
                    <a:pt x="5573120" y="887389"/>
                  </a:lnTo>
                  <a:lnTo>
                    <a:pt x="5511562" y="900539"/>
                  </a:lnTo>
                  <a:lnTo>
                    <a:pt x="5444778" y="912296"/>
                  </a:lnTo>
                  <a:lnTo>
                    <a:pt x="5372077" y="922833"/>
                  </a:lnTo>
                  <a:lnTo>
                    <a:pt x="5293075" y="932289"/>
                  </a:lnTo>
                  <a:lnTo>
                    <a:pt x="5207882" y="940766"/>
                  </a:lnTo>
                  <a:lnTo>
                    <a:pt x="5117309" y="948323"/>
                  </a:lnTo>
                  <a:lnTo>
                    <a:pt x="5023084" y="954984"/>
                  </a:lnTo>
                  <a:lnTo>
                    <a:pt x="4927976" y="960743"/>
                  </a:lnTo>
                  <a:lnTo>
                    <a:pt x="4835739" y="965580"/>
                  </a:lnTo>
                  <a:lnTo>
                    <a:pt x="4750765" y="969476"/>
                  </a:lnTo>
                  <a:lnTo>
                    <a:pt x="4677420" y="972444"/>
                  </a:lnTo>
                  <a:lnTo>
                    <a:pt x="4619173" y="974540"/>
                  </a:lnTo>
                  <a:lnTo>
                    <a:pt x="4577773" y="975872"/>
                  </a:lnTo>
                  <a:lnTo>
                    <a:pt x="4552735" y="976596"/>
                  </a:lnTo>
                  <a:lnTo>
                    <a:pt x="4541274" y="976895"/>
                  </a:lnTo>
                  <a:lnTo>
                    <a:pt x="4538579" y="976959"/>
                  </a:lnTo>
                  <a:lnTo>
                    <a:pt x="4538543" y="976960"/>
                  </a:lnTo>
                  <a:lnTo>
                    <a:pt x="4016409" y="976960"/>
                  </a:lnTo>
                  <a:lnTo>
                    <a:pt x="4015155" y="976930"/>
                  </a:lnTo>
                  <a:lnTo>
                    <a:pt x="4006954" y="976719"/>
                  </a:lnTo>
                  <a:lnTo>
                    <a:pt x="3986443" y="976134"/>
                  </a:lnTo>
                  <a:lnTo>
                    <a:pt x="3950187" y="974985"/>
                  </a:lnTo>
                  <a:lnTo>
                    <a:pt x="3896989" y="973104"/>
                  </a:lnTo>
                  <a:lnTo>
                    <a:pt x="3827950" y="970363"/>
                  </a:lnTo>
                  <a:lnTo>
                    <a:pt x="3746093" y="966689"/>
                  </a:lnTo>
                  <a:lnTo>
                    <a:pt x="3655604" y="962059"/>
                  </a:lnTo>
                  <a:lnTo>
                    <a:pt x="3560948" y="956482"/>
                  </a:lnTo>
                  <a:lnTo>
                    <a:pt x="3466124" y="949983"/>
                  </a:lnTo>
                  <a:lnTo>
                    <a:pt x="3374220" y="942573"/>
                  </a:lnTo>
                  <a:lnTo>
                    <a:pt x="3287271" y="934239"/>
                  </a:lnTo>
                  <a:lnTo>
                    <a:pt x="3206349" y="924930"/>
                  </a:lnTo>
                  <a:lnTo>
                    <a:pt x="3131755" y="914559"/>
                  </a:lnTo>
                  <a:lnTo>
                    <a:pt x="3063233" y="902993"/>
                  </a:lnTo>
                  <a:lnTo>
                    <a:pt x="3000170" y="890067"/>
                  </a:lnTo>
                  <a:lnTo>
                    <a:pt x="2941745" y="875585"/>
                  </a:lnTo>
                  <a:lnTo>
                    <a:pt x="2887042" y="859336"/>
                  </a:lnTo>
                  <a:lnTo>
                    <a:pt x="2835134" y="841121"/>
                  </a:lnTo>
                  <a:lnTo>
                    <a:pt x="2785168" y="820797"/>
                  </a:lnTo>
                  <a:lnTo>
                    <a:pt x="2770117" y="814133"/>
                  </a:lnTo>
                  <a:lnTo>
                    <a:pt x="2720406" y="790391"/>
                  </a:lnTo>
                  <a:lnTo>
                    <a:pt x="2671180" y="764339"/>
                  </a:lnTo>
                  <a:lnTo>
                    <a:pt x="2621967" y="735941"/>
                  </a:lnTo>
                  <a:lnTo>
                    <a:pt x="2572439" y="705229"/>
                  </a:lnTo>
                  <a:lnTo>
                    <a:pt x="2522389" y="672317"/>
                  </a:lnTo>
                  <a:lnTo>
                    <a:pt x="2471720" y="637405"/>
                  </a:lnTo>
                  <a:lnTo>
                    <a:pt x="2420434" y="600774"/>
                  </a:lnTo>
                  <a:lnTo>
                    <a:pt x="2368612" y="562789"/>
                  </a:lnTo>
                  <a:lnTo>
                    <a:pt x="2316404" y="523878"/>
                  </a:lnTo>
                  <a:lnTo>
                    <a:pt x="2264002" y="484518"/>
                  </a:lnTo>
                  <a:lnTo>
                    <a:pt x="2211622" y="445208"/>
                  </a:lnTo>
                  <a:lnTo>
                    <a:pt x="2159477" y="406447"/>
                  </a:lnTo>
                  <a:lnTo>
                    <a:pt x="2107753" y="368701"/>
                  </a:lnTo>
                  <a:lnTo>
                    <a:pt x="2056587" y="332389"/>
                  </a:lnTo>
                  <a:lnTo>
                    <a:pt x="2006045" y="297859"/>
                  </a:lnTo>
                  <a:lnTo>
                    <a:pt x="1956111" y="265376"/>
                  </a:lnTo>
                  <a:lnTo>
                    <a:pt x="1906667" y="235123"/>
                  </a:lnTo>
                  <a:lnTo>
                    <a:pt x="1857482" y="207196"/>
                  </a:lnTo>
                  <a:lnTo>
                    <a:pt x="1808201" y="181613"/>
                  </a:lnTo>
                  <a:lnTo>
                    <a:pt x="1768425" y="162826"/>
                  </a:lnTo>
                  <a:lnTo>
                    <a:pt x="1718904" y="141844"/>
                  </a:lnTo>
                  <a:lnTo>
                    <a:pt x="1667678" y="122993"/>
                  </a:lnTo>
                  <a:lnTo>
                    <a:pt x="1613928" y="106161"/>
                  </a:lnTo>
                  <a:lnTo>
                    <a:pt x="1556744" y="91159"/>
                  </a:lnTo>
                  <a:lnTo>
                    <a:pt x="1495198" y="77778"/>
                  </a:lnTo>
                  <a:lnTo>
                    <a:pt x="1428428" y="65815"/>
                  </a:lnTo>
                  <a:lnTo>
                    <a:pt x="1355743" y="55092"/>
                  </a:lnTo>
                  <a:lnTo>
                    <a:pt x="1276760" y="45469"/>
                  </a:lnTo>
                  <a:lnTo>
                    <a:pt x="1191587" y="36843"/>
                  </a:lnTo>
                  <a:lnTo>
                    <a:pt x="1101033" y="29153"/>
                  </a:lnTo>
                  <a:lnTo>
                    <a:pt x="1006825" y="22374"/>
                  </a:lnTo>
                  <a:lnTo>
                    <a:pt x="911729" y="16512"/>
                  </a:lnTo>
                  <a:lnTo>
                    <a:pt x="819497" y="11589"/>
                  </a:lnTo>
                  <a:lnTo>
                    <a:pt x="734517" y="7622"/>
                  </a:lnTo>
                  <a:lnTo>
                    <a:pt x="661153" y="4600"/>
                  </a:lnTo>
                  <a:lnTo>
                    <a:pt x="602879" y="2467"/>
                  </a:lnTo>
                  <a:lnTo>
                    <a:pt x="561444" y="1109"/>
                  </a:lnTo>
                  <a:lnTo>
                    <a:pt x="536371" y="371"/>
                  </a:lnTo>
                  <a:lnTo>
                    <a:pt x="524881" y="66"/>
                  </a:lnTo>
                  <a:lnTo>
                    <a:pt x="522171" y="0"/>
                  </a:lnTo>
                  <a:lnTo>
                    <a:pt x="522133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247" name="pg1247"/>
            <p:cNvSpPr/>
            <p:nvPr/>
          </p:nvSpPr>
          <p:spPr>
            <a:xfrm>
              <a:off x="386606" y="1722026"/>
              <a:ext cx="8554953" cy="2625934"/>
            </a:xfrm>
            <a:custGeom>
              <a:avLst/>
              <a:pathLst>
                <a:path w="8554953" h="2625934">
                  <a:moveTo>
                    <a:pt x="0" y="2625934"/>
                  </a:moveTo>
                  <a:lnTo>
                    <a:pt x="522133" y="2625934"/>
                  </a:lnTo>
                  <a:lnTo>
                    <a:pt x="523395" y="2625913"/>
                  </a:lnTo>
                  <a:lnTo>
                    <a:pt x="531646" y="2625763"/>
                  </a:lnTo>
                  <a:lnTo>
                    <a:pt x="552277" y="2625348"/>
                  </a:lnTo>
                  <a:lnTo>
                    <a:pt x="588735" y="2624533"/>
                  </a:lnTo>
                  <a:lnTo>
                    <a:pt x="642206" y="2623198"/>
                  </a:lnTo>
                  <a:lnTo>
                    <a:pt x="711561" y="2621253"/>
                  </a:lnTo>
                  <a:lnTo>
                    <a:pt x="793741" y="2618647"/>
                  </a:lnTo>
                  <a:lnTo>
                    <a:pt x="884522" y="2615364"/>
                  </a:lnTo>
                  <a:lnTo>
                    <a:pt x="979414" y="2611412"/>
                  </a:lnTo>
                  <a:lnTo>
                    <a:pt x="1074406" y="2606806"/>
                  </a:lnTo>
                  <a:lnTo>
                    <a:pt x="1166413" y="2601554"/>
                  </a:lnTo>
                  <a:lnTo>
                    <a:pt x="1253408" y="2595648"/>
                  </a:lnTo>
                  <a:lnTo>
                    <a:pt x="1334334" y="2589051"/>
                  </a:lnTo>
                  <a:lnTo>
                    <a:pt x="1408907" y="2581699"/>
                  </a:lnTo>
                  <a:lnTo>
                    <a:pt x="1477395" y="2573498"/>
                  </a:lnTo>
                  <a:lnTo>
                    <a:pt x="1540425" y="2564329"/>
                  </a:lnTo>
                  <a:lnTo>
                    <a:pt x="1598828" y="2554054"/>
                  </a:lnTo>
                  <a:lnTo>
                    <a:pt x="1653527" y="2542521"/>
                  </a:lnTo>
                  <a:lnTo>
                    <a:pt x="1705453" y="2529592"/>
                  </a:lnTo>
                  <a:lnTo>
                    <a:pt x="1755461" y="2515166"/>
                  </a:lnTo>
                  <a:lnTo>
                    <a:pt x="1768425" y="2511108"/>
                  </a:lnTo>
                  <a:lnTo>
                    <a:pt x="1820174" y="2493639"/>
                  </a:lnTo>
                  <a:lnTo>
                    <a:pt x="1871420" y="2474403"/>
                  </a:lnTo>
                  <a:lnTo>
                    <a:pt x="1922685" y="2453372"/>
                  </a:lnTo>
                  <a:lnTo>
                    <a:pt x="1974326" y="2430581"/>
                  </a:lnTo>
                  <a:lnTo>
                    <a:pt x="2026558" y="2406128"/>
                  </a:lnTo>
                  <a:lnTo>
                    <a:pt x="2079467" y="2380186"/>
                  </a:lnTo>
                  <a:lnTo>
                    <a:pt x="2133031" y="2352993"/>
                  </a:lnTo>
                  <a:lnTo>
                    <a:pt x="2187135" y="2324856"/>
                  </a:lnTo>
                  <a:lnTo>
                    <a:pt x="2241593" y="2296127"/>
                  </a:lnTo>
                  <a:lnTo>
                    <a:pt x="2296174" y="2267197"/>
                  </a:lnTo>
                  <a:lnTo>
                    <a:pt x="2350635" y="2238463"/>
                  </a:lnTo>
                  <a:lnTo>
                    <a:pt x="2404746" y="2210314"/>
                  </a:lnTo>
                  <a:lnTo>
                    <a:pt x="2458318" y="2183106"/>
                  </a:lnTo>
                  <a:lnTo>
                    <a:pt x="2511237" y="2157144"/>
                  </a:lnTo>
                  <a:lnTo>
                    <a:pt x="2563478" y="2132669"/>
                  </a:lnTo>
                  <a:lnTo>
                    <a:pt x="2615127" y="2109853"/>
                  </a:lnTo>
                  <a:lnTo>
                    <a:pt x="2666395" y="2088797"/>
                  </a:lnTo>
                  <a:lnTo>
                    <a:pt x="2717638" y="2069535"/>
                  </a:lnTo>
                  <a:lnTo>
                    <a:pt x="2769375" y="2052041"/>
                  </a:lnTo>
                  <a:lnTo>
                    <a:pt x="2770117" y="2051805"/>
                  </a:lnTo>
                  <a:lnTo>
                    <a:pt x="2819745" y="2036979"/>
                  </a:lnTo>
                  <a:lnTo>
                    <a:pt x="2871086" y="2023661"/>
                  </a:lnTo>
                  <a:lnTo>
                    <a:pt x="2924966" y="2011773"/>
                  </a:lnTo>
                  <a:lnTo>
                    <a:pt x="2982300" y="2001181"/>
                  </a:lnTo>
                  <a:lnTo>
                    <a:pt x="3044023" y="1991734"/>
                  </a:lnTo>
                  <a:lnTo>
                    <a:pt x="3111000" y="1983291"/>
                  </a:lnTo>
                  <a:lnTo>
                    <a:pt x="3183925" y="1975725"/>
                  </a:lnTo>
                  <a:lnTo>
                    <a:pt x="3263176" y="1968936"/>
                  </a:lnTo>
                  <a:lnTo>
                    <a:pt x="3348637" y="1962852"/>
                  </a:lnTo>
                  <a:lnTo>
                    <a:pt x="3439476" y="1957430"/>
                  </a:lnTo>
                  <a:lnTo>
                    <a:pt x="3533938" y="1952654"/>
                  </a:lnTo>
                  <a:lnTo>
                    <a:pt x="3629213" y="1948527"/>
                  </a:lnTo>
                  <a:lnTo>
                    <a:pt x="3721506" y="1945066"/>
                  </a:lnTo>
                  <a:lnTo>
                    <a:pt x="3806391" y="1942282"/>
                  </a:lnTo>
                  <a:lnTo>
                    <a:pt x="3879489" y="1940167"/>
                  </a:lnTo>
                  <a:lnTo>
                    <a:pt x="3937349" y="1938678"/>
                  </a:lnTo>
                  <a:lnTo>
                    <a:pt x="3978276" y="1937736"/>
                  </a:lnTo>
                  <a:lnTo>
                    <a:pt x="4002835" y="1937228"/>
                  </a:lnTo>
                  <a:lnTo>
                    <a:pt x="4013901" y="1937022"/>
                  </a:lnTo>
                  <a:lnTo>
                    <a:pt x="4016409" y="1936979"/>
                  </a:lnTo>
                  <a:lnTo>
                    <a:pt x="4538543" y="1936979"/>
                  </a:lnTo>
                  <a:lnTo>
                    <a:pt x="4539754" y="1936923"/>
                  </a:lnTo>
                  <a:lnTo>
                    <a:pt x="4547679" y="1936519"/>
                  </a:lnTo>
                  <a:lnTo>
                    <a:pt x="4567525" y="1935404"/>
                  </a:lnTo>
                  <a:lnTo>
                    <a:pt x="4602666" y="1933213"/>
                  </a:lnTo>
                  <a:lnTo>
                    <a:pt x="4654351" y="1929622"/>
                  </a:lnTo>
                  <a:lnTo>
                    <a:pt x="4721629" y="1924383"/>
                  </a:lnTo>
                  <a:lnTo>
                    <a:pt x="4801684" y="1917349"/>
                  </a:lnTo>
                  <a:lnTo>
                    <a:pt x="4890529" y="1908469"/>
                  </a:lnTo>
                  <a:lnTo>
                    <a:pt x="4983844" y="1897760"/>
                  </a:lnTo>
                  <a:lnTo>
                    <a:pt x="5077701" y="1885264"/>
                  </a:lnTo>
                  <a:lnTo>
                    <a:pt x="5169008" y="1871010"/>
                  </a:lnTo>
                  <a:lnTo>
                    <a:pt x="5255677" y="1854979"/>
                  </a:lnTo>
                  <a:lnTo>
                    <a:pt x="5336557" y="1837087"/>
                  </a:lnTo>
                  <a:lnTo>
                    <a:pt x="5411262" y="1817174"/>
                  </a:lnTo>
                  <a:lnTo>
                    <a:pt x="5479967" y="1795003"/>
                  </a:lnTo>
                  <a:lnTo>
                    <a:pt x="5543216" y="1770268"/>
                  </a:lnTo>
                  <a:lnTo>
                    <a:pt x="5601774" y="1742604"/>
                  </a:lnTo>
                  <a:lnTo>
                    <a:pt x="5656515" y="1711612"/>
                  </a:lnTo>
                  <a:lnTo>
                    <a:pt x="5708336" y="1676901"/>
                  </a:lnTo>
                  <a:lnTo>
                    <a:pt x="5758085" y="1638164"/>
                  </a:lnTo>
                  <a:lnTo>
                    <a:pt x="5784835" y="1615090"/>
                  </a:lnTo>
                  <a:lnTo>
                    <a:pt x="5827422" y="1575200"/>
                  </a:lnTo>
                  <a:lnTo>
                    <a:pt x="5869597" y="1531980"/>
                  </a:lnTo>
                  <a:lnTo>
                    <a:pt x="5911676" y="1485365"/>
                  </a:lnTo>
                  <a:lnTo>
                    <a:pt x="5953896" y="1435363"/>
                  </a:lnTo>
                  <a:lnTo>
                    <a:pt x="5996423" y="1382065"/>
                  </a:lnTo>
                  <a:lnTo>
                    <a:pt x="6039362" y="1325646"/>
                  </a:lnTo>
                  <a:lnTo>
                    <a:pt x="6082759" y="1266375"/>
                  </a:lnTo>
                  <a:lnTo>
                    <a:pt x="6126611" y="1204611"/>
                  </a:lnTo>
                  <a:lnTo>
                    <a:pt x="6170868" y="1140795"/>
                  </a:lnTo>
                  <a:lnTo>
                    <a:pt x="6215446" y="1075443"/>
                  </a:lnTo>
                  <a:lnTo>
                    <a:pt x="6260232" y="1009129"/>
                  </a:lnTo>
                  <a:lnTo>
                    <a:pt x="6305095" y="942461"/>
                  </a:lnTo>
                  <a:lnTo>
                    <a:pt x="6349899" y="876063"/>
                  </a:lnTo>
                  <a:lnTo>
                    <a:pt x="6394512" y="810548"/>
                  </a:lnTo>
                  <a:lnTo>
                    <a:pt x="6438818" y="746494"/>
                  </a:lnTo>
                  <a:lnTo>
                    <a:pt x="6482727" y="684425"/>
                  </a:lnTo>
                  <a:lnTo>
                    <a:pt x="6526187" y="624796"/>
                  </a:lnTo>
                  <a:lnTo>
                    <a:pt x="6569186" y="567976"/>
                  </a:lnTo>
                  <a:lnTo>
                    <a:pt x="6611764" y="514246"/>
                  </a:lnTo>
                  <a:lnTo>
                    <a:pt x="6654017" y="463794"/>
                  </a:lnTo>
                  <a:lnTo>
                    <a:pt x="6696103" y="416721"/>
                  </a:lnTo>
                  <a:lnTo>
                    <a:pt x="6738249" y="373046"/>
                  </a:lnTo>
                  <a:lnTo>
                    <a:pt x="6780759" y="332713"/>
                  </a:lnTo>
                  <a:lnTo>
                    <a:pt x="6786527" y="327535"/>
                  </a:lnTo>
                  <a:lnTo>
                    <a:pt x="6835453" y="286523"/>
                  </a:lnTo>
                  <a:lnTo>
                    <a:pt x="6886035" y="249625"/>
                  </a:lnTo>
                  <a:lnTo>
                    <a:pt x="6939061" y="216633"/>
                  </a:lnTo>
                  <a:lnTo>
                    <a:pt x="6995408" y="187188"/>
                  </a:lnTo>
                  <a:lnTo>
                    <a:pt x="7055972" y="160890"/>
                  </a:lnTo>
                  <a:lnTo>
                    <a:pt x="7121591" y="137351"/>
                  </a:lnTo>
                  <a:lnTo>
                    <a:pt x="7192947" y="116229"/>
                  </a:lnTo>
                  <a:lnTo>
                    <a:pt x="7270437" y="97250"/>
                  </a:lnTo>
                  <a:lnTo>
                    <a:pt x="7354010" y="80210"/>
                  </a:lnTo>
                  <a:lnTo>
                    <a:pt x="7442962" y="64985"/>
                  </a:lnTo>
                  <a:lnTo>
                    <a:pt x="7535735" y="51521"/>
                  </a:lnTo>
                  <a:lnTo>
                    <a:pt x="7629787" y="39824"/>
                  </a:lnTo>
                  <a:lnTo>
                    <a:pt x="7721615" y="29934"/>
                  </a:lnTo>
                  <a:lnTo>
                    <a:pt x="7807039" y="21885"/>
                  </a:lnTo>
                  <a:lnTo>
                    <a:pt x="7881788" y="15670"/>
                  </a:lnTo>
                  <a:lnTo>
                    <a:pt x="7942300" y="11197"/>
                  </a:lnTo>
                  <a:lnTo>
                    <a:pt x="7986531" y="8271"/>
                  </a:lnTo>
                  <a:lnTo>
                    <a:pt x="8014503" y="6608"/>
                  </a:lnTo>
                  <a:lnTo>
                    <a:pt x="8028451" y="5859"/>
                  </a:lnTo>
                  <a:lnTo>
                    <a:pt x="8032612" y="5656"/>
                  </a:lnTo>
                  <a:lnTo>
                    <a:pt x="8032819" y="5647"/>
                  </a:lnTo>
                  <a:lnTo>
                    <a:pt x="8554953" y="5647"/>
                  </a:lnTo>
                  <a:lnTo>
                    <a:pt x="8554953" y="0"/>
                  </a:lnTo>
                  <a:lnTo>
                    <a:pt x="8032819" y="0"/>
                  </a:lnTo>
                  <a:lnTo>
                    <a:pt x="8031608" y="56"/>
                  </a:lnTo>
                  <a:lnTo>
                    <a:pt x="8023683" y="459"/>
                  </a:lnTo>
                  <a:lnTo>
                    <a:pt x="8003837" y="1574"/>
                  </a:lnTo>
                  <a:lnTo>
                    <a:pt x="7968696" y="3765"/>
                  </a:lnTo>
                  <a:lnTo>
                    <a:pt x="7917011" y="7357"/>
                  </a:lnTo>
                  <a:lnTo>
                    <a:pt x="7849733" y="12596"/>
                  </a:lnTo>
                  <a:lnTo>
                    <a:pt x="7769678" y="19630"/>
                  </a:lnTo>
                  <a:lnTo>
                    <a:pt x="7680833" y="28510"/>
                  </a:lnTo>
                  <a:lnTo>
                    <a:pt x="7587518" y="39219"/>
                  </a:lnTo>
                  <a:lnTo>
                    <a:pt x="7493661" y="51715"/>
                  </a:lnTo>
                  <a:lnTo>
                    <a:pt x="7402354" y="65969"/>
                  </a:lnTo>
                  <a:lnTo>
                    <a:pt x="7315685" y="81999"/>
                  </a:lnTo>
                  <a:lnTo>
                    <a:pt x="7234805" y="99891"/>
                  </a:lnTo>
                  <a:lnTo>
                    <a:pt x="7160100" y="119805"/>
                  </a:lnTo>
                  <a:lnTo>
                    <a:pt x="7091395" y="141976"/>
                  </a:lnTo>
                  <a:lnTo>
                    <a:pt x="7028146" y="166711"/>
                  </a:lnTo>
                  <a:lnTo>
                    <a:pt x="6969588" y="194375"/>
                  </a:lnTo>
                  <a:lnTo>
                    <a:pt x="6914847" y="225367"/>
                  </a:lnTo>
                  <a:lnTo>
                    <a:pt x="6863026" y="260078"/>
                  </a:lnTo>
                  <a:lnTo>
                    <a:pt x="6813277" y="298815"/>
                  </a:lnTo>
                  <a:lnTo>
                    <a:pt x="6786527" y="321888"/>
                  </a:lnTo>
                  <a:lnTo>
                    <a:pt x="6743940" y="361779"/>
                  </a:lnTo>
                  <a:lnTo>
                    <a:pt x="6701765" y="404999"/>
                  </a:lnTo>
                  <a:lnTo>
                    <a:pt x="6659686" y="451614"/>
                  </a:lnTo>
                  <a:lnTo>
                    <a:pt x="6617466" y="501616"/>
                  </a:lnTo>
                  <a:lnTo>
                    <a:pt x="6574939" y="554914"/>
                  </a:lnTo>
                  <a:lnTo>
                    <a:pt x="6532000" y="611333"/>
                  </a:lnTo>
                  <a:lnTo>
                    <a:pt x="6488602" y="670603"/>
                  </a:lnTo>
                  <a:lnTo>
                    <a:pt x="6444751" y="732368"/>
                  </a:lnTo>
                  <a:lnTo>
                    <a:pt x="6400494" y="796184"/>
                  </a:lnTo>
                  <a:lnTo>
                    <a:pt x="6355916" y="861535"/>
                  </a:lnTo>
                  <a:lnTo>
                    <a:pt x="6311130" y="927850"/>
                  </a:lnTo>
                  <a:lnTo>
                    <a:pt x="6266267" y="994518"/>
                  </a:lnTo>
                  <a:lnTo>
                    <a:pt x="6221463" y="1060916"/>
                  </a:lnTo>
                  <a:lnTo>
                    <a:pt x="6176850" y="1126431"/>
                  </a:lnTo>
                  <a:lnTo>
                    <a:pt x="6132544" y="1190485"/>
                  </a:lnTo>
                  <a:lnTo>
                    <a:pt x="6088634" y="1252553"/>
                  </a:lnTo>
                  <a:lnTo>
                    <a:pt x="6045175" y="1312182"/>
                  </a:lnTo>
                  <a:lnTo>
                    <a:pt x="6002176" y="1369002"/>
                  </a:lnTo>
                  <a:lnTo>
                    <a:pt x="5959598" y="1422733"/>
                  </a:lnTo>
                  <a:lnTo>
                    <a:pt x="5917344" y="1473185"/>
                  </a:lnTo>
                  <a:lnTo>
                    <a:pt x="5875259" y="1520258"/>
                  </a:lnTo>
                  <a:lnTo>
                    <a:pt x="5833113" y="1563933"/>
                  </a:lnTo>
                  <a:lnTo>
                    <a:pt x="5790603" y="1604265"/>
                  </a:lnTo>
                  <a:lnTo>
                    <a:pt x="5784835" y="1609443"/>
                  </a:lnTo>
                  <a:lnTo>
                    <a:pt x="5735909" y="1650456"/>
                  </a:lnTo>
                  <a:lnTo>
                    <a:pt x="5685327" y="1687353"/>
                  </a:lnTo>
                  <a:lnTo>
                    <a:pt x="5632301" y="1720346"/>
                  </a:lnTo>
                  <a:lnTo>
                    <a:pt x="5575954" y="1749791"/>
                  </a:lnTo>
                  <a:lnTo>
                    <a:pt x="5515390" y="1776089"/>
                  </a:lnTo>
                  <a:lnTo>
                    <a:pt x="5449771" y="1799628"/>
                  </a:lnTo>
                  <a:lnTo>
                    <a:pt x="5378415" y="1820749"/>
                  </a:lnTo>
                  <a:lnTo>
                    <a:pt x="5300925" y="1839729"/>
                  </a:lnTo>
                  <a:lnTo>
                    <a:pt x="5217352" y="1856768"/>
                  </a:lnTo>
                  <a:lnTo>
                    <a:pt x="5128400" y="1871993"/>
                  </a:lnTo>
                  <a:lnTo>
                    <a:pt x="5035627" y="1885457"/>
                  </a:lnTo>
                  <a:lnTo>
                    <a:pt x="4941575" y="1897154"/>
                  </a:lnTo>
                  <a:lnTo>
                    <a:pt x="4849747" y="1907045"/>
                  </a:lnTo>
                  <a:lnTo>
                    <a:pt x="4764323" y="1915093"/>
                  </a:lnTo>
                  <a:lnTo>
                    <a:pt x="4689574" y="1921308"/>
                  </a:lnTo>
                  <a:lnTo>
                    <a:pt x="4629062" y="1925782"/>
                  </a:lnTo>
                  <a:lnTo>
                    <a:pt x="4584831" y="1928707"/>
                  </a:lnTo>
                  <a:lnTo>
                    <a:pt x="4556859" y="1930371"/>
                  </a:lnTo>
                  <a:lnTo>
                    <a:pt x="4542911" y="1931120"/>
                  </a:lnTo>
                  <a:lnTo>
                    <a:pt x="4538750" y="1931323"/>
                  </a:lnTo>
                  <a:lnTo>
                    <a:pt x="4538543" y="1931332"/>
                  </a:lnTo>
                  <a:lnTo>
                    <a:pt x="4016409" y="1931332"/>
                  </a:lnTo>
                  <a:lnTo>
                    <a:pt x="4015147" y="1931353"/>
                  </a:lnTo>
                  <a:lnTo>
                    <a:pt x="4006896" y="1931503"/>
                  </a:lnTo>
                  <a:lnTo>
                    <a:pt x="3986265" y="1931918"/>
                  </a:lnTo>
                  <a:lnTo>
                    <a:pt x="3949807" y="1932734"/>
                  </a:lnTo>
                  <a:lnTo>
                    <a:pt x="3896336" y="1934069"/>
                  </a:lnTo>
                  <a:lnTo>
                    <a:pt x="3826981" y="1936013"/>
                  </a:lnTo>
                  <a:lnTo>
                    <a:pt x="3744802" y="1938619"/>
                  </a:lnTo>
                  <a:lnTo>
                    <a:pt x="3654020" y="1941902"/>
                  </a:lnTo>
                  <a:lnTo>
                    <a:pt x="3559128" y="1945854"/>
                  </a:lnTo>
                  <a:lnTo>
                    <a:pt x="3464136" y="1950461"/>
                  </a:lnTo>
                  <a:lnTo>
                    <a:pt x="3372129" y="1955712"/>
                  </a:lnTo>
                  <a:lnTo>
                    <a:pt x="3285134" y="1961618"/>
                  </a:lnTo>
                  <a:lnTo>
                    <a:pt x="3204209" y="1968215"/>
                  </a:lnTo>
                  <a:lnTo>
                    <a:pt x="3129636" y="1975567"/>
                  </a:lnTo>
                  <a:lnTo>
                    <a:pt x="3061147" y="1983768"/>
                  </a:lnTo>
                  <a:lnTo>
                    <a:pt x="2998117" y="1992937"/>
                  </a:lnTo>
                  <a:lnTo>
                    <a:pt x="2939715" y="2003212"/>
                  </a:lnTo>
                  <a:lnTo>
                    <a:pt x="2885015" y="2014745"/>
                  </a:lnTo>
                  <a:lnTo>
                    <a:pt x="2833089" y="2027674"/>
                  </a:lnTo>
                  <a:lnTo>
                    <a:pt x="2783081" y="2042100"/>
                  </a:lnTo>
                  <a:lnTo>
                    <a:pt x="2770117" y="2046158"/>
                  </a:lnTo>
                  <a:lnTo>
                    <a:pt x="2718368" y="2063627"/>
                  </a:lnTo>
                  <a:lnTo>
                    <a:pt x="2667122" y="2082863"/>
                  </a:lnTo>
                  <a:lnTo>
                    <a:pt x="2615857" y="2103894"/>
                  </a:lnTo>
                  <a:lnTo>
                    <a:pt x="2564216" y="2126685"/>
                  </a:lnTo>
                  <a:lnTo>
                    <a:pt x="2511984" y="2151138"/>
                  </a:lnTo>
                  <a:lnTo>
                    <a:pt x="2459075" y="2177081"/>
                  </a:lnTo>
                  <a:lnTo>
                    <a:pt x="2405511" y="2204273"/>
                  </a:lnTo>
                  <a:lnTo>
                    <a:pt x="2351407" y="2232411"/>
                  </a:lnTo>
                  <a:lnTo>
                    <a:pt x="2296950" y="2261139"/>
                  </a:lnTo>
                  <a:lnTo>
                    <a:pt x="2242368" y="2290070"/>
                  </a:lnTo>
                  <a:lnTo>
                    <a:pt x="2187907" y="2318803"/>
                  </a:lnTo>
                  <a:lnTo>
                    <a:pt x="2133797" y="2346952"/>
                  </a:lnTo>
                  <a:lnTo>
                    <a:pt x="2080224" y="2374160"/>
                  </a:lnTo>
                  <a:lnTo>
                    <a:pt x="2027305" y="2400122"/>
                  </a:lnTo>
                  <a:lnTo>
                    <a:pt x="1975064" y="2424597"/>
                  </a:lnTo>
                  <a:lnTo>
                    <a:pt x="1923416" y="2447413"/>
                  </a:lnTo>
                  <a:lnTo>
                    <a:pt x="1872147" y="2468469"/>
                  </a:lnTo>
                  <a:lnTo>
                    <a:pt x="1820904" y="2487731"/>
                  </a:lnTo>
                  <a:lnTo>
                    <a:pt x="1769167" y="2505225"/>
                  </a:lnTo>
                  <a:lnTo>
                    <a:pt x="1768425" y="2505461"/>
                  </a:lnTo>
                  <a:lnTo>
                    <a:pt x="1718798" y="2520287"/>
                  </a:lnTo>
                  <a:lnTo>
                    <a:pt x="1667456" y="2533605"/>
                  </a:lnTo>
                  <a:lnTo>
                    <a:pt x="1613577" y="2545493"/>
                  </a:lnTo>
                  <a:lnTo>
                    <a:pt x="1556242" y="2556085"/>
                  </a:lnTo>
                  <a:lnTo>
                    <a:pt x="1494519" y="2565532"/>
                  </a:lnTo>
                  <a:lnTo>
                    <a:pt x="1427542" y="2573975"/>
                  </a:lnTo>
                  <a:lnTo>
                    <a:pt x="1354617" y="2581542"/>
                  </a:lnTo>
                  <a:lnTo>
                    <a:pt x="1275366" y="2588330"/>
                  </a:lnTo>
                  <a:lnTo>
                    <a:pt x="1189905" y="2594414"/>
                  </a:lnTo>
                  <a:lnTo>
                    <a:pt x="1099066" y="2599836"/>
                  </a:lnTo>
                  <a:lnTo>
                    <a:pt x="1004604" y="2604612"/>
                  </a:lnTo>
                  <a:lnTo>
                    <a:pt x="909329" y="2608739"/>
                  </a:lnTo>
                  <a:lnTo>
                    <a:pt x="817036" y="2612200"/>
                  </a:lnTo>
                  <a:lnTo>
                    <a:pt x="732151" y="2614984"/>
                  </a:lnTo>
                  <a:lnTo>
                    <a:pt x="659053" y="2617100"/>
                  </a:lnTo>
                  <a:lnTo>
                    <a:pt x="601193" y="2618588"/>
                  </a:lnTo>
                  <a:lnTo>
                    <a:pt x="560266" y="2619530"/>
                  </a:lnTo>
                  <a:lnTo>
                    <a:pt x="535707" y="2620038"/>
                  </a:lnTo>
                  <a:lnTo>
                    <a:pt x="524641" y="2620244"/>
                  </a:lnTo>
                  <a:lnTo>
                    <a:pt x="522133" y="2620287"/>
                  </a:lnTo>
                  <a:lnTo>
                    <a:pt x="0" y="2620287"/>
                  </a:lnTo>
                  <a:close/>
                </a:path>
              </a:pathLst>
            </a:custGeom>
            <a:solidFill>
              <a:srgbClr val="67C1B3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1248" name="pl1248"/>
            <p:cNvSpPr/>
            <p:nvPr/>
          </p:nvSpPr>
          <p:spPr>
            <a:xfrm>
              <a:off x="386606" y="1727673"/>
              <a:ext cx="8554953" cy="2620287"/>
            </a:xfrm>
            <a:custGeom>
              <a:avLst/>
              <a:pathLst>
                <a:path w="8554953" h="2620287">
                  <a:moveTo>
                    <a:pt x="0" y="2620287"/>
                  </a:moveTo>
                  <a:lnTo>
                    <a:pt x="522133" y="2620287"/>
                  </a:lnTo>
                  <a:lnTo>
                    <a:pt x="523395" y="2620266"/>
                  </a:lnTo>
                  <a:lnTo>
                    <a:pt x="531646" y="2620116"/>
                  </a:lnTo>
                  <a:lnTo>
                    <a:pt x="552277" y="2619701"/>
                  </a:lnTo>
                  <a:lnTo>
                    <a:pt x="588735" y="2618885"/>
                  </a:lnTo>
                  <a:lnTo>
                    <a:pt x="642206" y="2617550"/>
                  </a:lnTo>
                  <a:lnTo>
                    <a:pt x="711561" y="2615606"/>
                  </a:lnTo>
                  <a:lnTo>
                    <a:pt x="793741" y="2613000"/>
                  </a:lnTo>
                  <a:lnTo>
                    <a:pt x="884522" y="2609717"/>
                  </a:lnTo>
                  <a:lnTo>
                    <a:pt x="979414" y="2605764"/>
                  </a:lnTo>
                  <a:lnTo>
                    <a:pt x="1074406" y="2601158"/>
                  </a:lnTo>
                  <a:lnTo>
                    <a:pt x="1166413" y="2595907"/>
                  </a:lnTo>
                  <a:lnTo>
                    <a:pt x="1253408" y="2590001"/>
                  </a:lnTo>
                  <a:lnTo>
                    <a:pt x="1334334" y="2583404"/>
                  </a:lnTo>
                  <a:lnTo>
                    <a:pt x="1408907" y="2576052"/>
                  </a:lnTo>
                  <a:lnTo>
                    <a:pt x="1477395" y="2567851"/>
                  </a:lnTo>
                  <a:lnTo>
                    <a:pt x="1540425" y="2558682"/>
                  </a:lnTo>
                  <a:lnTo>
                    <a:pt x="1598828" y="2548407"/>
                  </a:lnTo>
                  <a:lnTo>
                    <a:pt x="1653527" y="2536874"/>
                  </a:lnTo>
                  <a:lnTo>
                    <a:pt x="1705453" y="2523945"/>
                  </a:lnTo>
                  <a:lnTo>
                    <a:pt x="1755461" y="2509519"/>
                  </a:lnTo>
                  <a:lnTo>
                    <a:pt x="1768425" y="2505461"/>
                  </a:lnTo>
                  <a:lnTo>
                    <a:pt x="1820174" y="2487992"/>
                  </a:lnTo>
                  <a:lnTo>
                    <a:pt x="1871420" y="2468756"/>
                  </a:lnTo>
                  <a:lnTo>
                    <a:pt x="1922685" y="2447725"/>
                  </a:lnTo>
                  <a:lnTo>
                    <a:pt x="1974326" y="2424934"/>
                  </a:lnTo>
                  <a:lnTo>
                    <a:pt x="2026558" y="2400481"/>
                  </a:lnTo>
                  <a:lnTo>
                    <a:pt x="2079467" y="2374538"/>
                  </a:lnTo>
                  <a:lnTo>
                    <a:pt x="2133031" y="2347346"/>
                  </a:lnTo>
                  <a:lnTo>
                    <a:pt x="2187135" y="2319208"/>
                  </a:lnTo>
                  <a:lnTo>
                    <a:pt x="2241593" y="2290480"/>
                  </a:lnTo>
                  <a:lnTo>
                    <a:pt x="2296174" y="2261549"/>
                  </a:lnTo>
                  <a:lnTo>
                    <a:pt x="2350635" y="2232815"/>
                  </a:lnTo>
                  <a:lnTo>
                    <a:pt x="2404746" y="2204667"/>
                  </a:lnTo>
                  <a:lnTo>
                    <a:pt x="2458318" y="2177459"/>
                  </a:lnTo>
                  <a:lnTo>
                    <a:pt x="2511237" y="2151497"/>
                  </a:lnTo>
                  <a:lnTo>
                    <a:pt x="2563478" y="2127022"/>
                  </a:lnTo>
                  <a:lnTo>
                    <a:pt x="2615127" y="2104206"/>
                  </a:lnTo>
                  <a:lnTo>
                    <a:pt x="2666395" y="2083150"/>
                  </a:lnTo>
                  <a:lnTo>
                    <a:pt x="2717638" y="2063888"/>
                  </a:lnTo>
                  <a:lnTo>
                    <a:pt x="2769375" y="2046394"/>
                  </a:lnTo>
                  <a:lnTo>
                    <a:pt x="2770117" y="2046158"/>
                  </a:lnTo>
                  <a:lnTo>
                    <a:pt x="2819745" y="2031331"/>
                  </a:lnTo>
                  <a:lnTo>
                    <a:pt x="2871086" y="2018014"/>
                  </a:lnTo>
                  <a:lnTo>
                    <a:pt x="2924966" y="2006126"/>
                  </a:lnTo>
                  <a:lnTo>
                    <a:pt x="2982300" y="1995534"/>
                  </a:lnTo>
                  <a:lnTo>
                    <a:pt x="3044023" y="1986087"/>
                  </a:lnTo>
                  <a:lnTo>
                    <a:pt x="3111000" y="1977643"/>
                  </a:lnTo>
                  <a:lnTo>
                    <a:pt x="3183925" y="1970077"/>
                  </a:lnTo>
                  <a:lnTo>
                    <a:pt x="3263176" y="1963289"/>
                  </a:lnTo>
                  <a:lnTo>
                    <a:pt x="3348637" y="1957205"/>
                  </a:lnTo>
                  <a:lnTo>
                    <a:pt x="3439476" y="1951783"/>
                  </a:lnTo>
                  <a:lnTo>
                    <a:pt x="3533938" y="1947007"/>
                  </a:lnTo>
                  <a:lnTo>
                    <a:pt x="3629213" y="1942880"/>
                  </a:lnTo>
                  <a:lnTo>
                    <a:pt x="3721506" y="1939419"/>
                  </a:lnTo>
                  <a:lnTo>
                    <a:pt x="3806391" y="1936635"/>
                  </a:lnTo>
                  <a:lnTo>
                    <a:pt x="3879489" y="1934519"/>
                  </a:lnTo>
                  <a:lnTo>
                    <a:pt x="3937349" y="1933031"/>
                  </a:lnTo>
                  <a:lnTo>
                    <a:pt x="3978276" y="1932089"/>
                  </a:lnTo>
                  <a:lnTo>
                    <a:pt x="4002835" y="1931581"/>
                  </a:lnTo>
                  <a:lnTo>
                    <a:pt x="4013901" y="1931375"/>
                  </a:lnTo>
                  <a:lnTo>
                    <a:pt x="4016385" y="1931332"/>
                  </a:lnTo>
                  <a:lnTo>
                    <a:pt x="4016409" y="1931332"/>
                  </a:lnTo>
                  <a:lnTo>
                    <a:pt x="4538543" y="1931332"/>
                  </a:lnTo>
                  <a:lnTo>
                    <a:pt x="4539754" y="1931276"/>
                  </a:lnTo>
                  <a:lnTo>
                    <a:pt x="4547679" y="1930872"/>
                  </a:lnTo>
                  <a:lnTo>
                    <a:pt x="4567525" y="1929757"/>
                  </a:lnTo>
                  <a:lnTo>
                    <a:pt x="4602666" y="1927566"/>
                  </a:lnTo>
                  <a:lnTo>
                    <a:pt x="4654351" y="1923975"/>
                  </a:lnTo>
                  <a:lnTo>
                    <a:pt x="4721629" y="1918735"/>
                  </a:lnTo>
                  <a:lnTo>
                    <a:pt x="4801684" y="1911701"/>
                  </a:lnTo>
                  <a:lnTo>
                    <a:pt x="4890529" y="1902822"/>
                  </a:lnTo>
                  <a:lnTo>
                    <a:pt x="4983844" y="1892112"/>
                  </a:lnTo>
                  <a:lnTo>
                    <a:pt x="5077701" y="1879617"/>
                  </a:lnTo>
                  <a:lnTo>
                    <a:pt x="5169008" y="1865363"/>
                  </a:lnTo>
                  <a:lnTo>
                    <a:pt x="5255677" y="1849332"/>
                  </a:lnTo>
                  <a:lnTo>
                    <a:pt x="5336557" y="1831440"/>
                  </a:lnTo>
                  <a:lnTo>
                    <a:pt x="5411262" y="1811527"/>
                  </a:lnTo>
                  <a:lnTo>
                    <a:pt x="5479967" y="1789356"/>
                  </a:lnTo>
                  <a:lnTo>
                    <a:pt x="5543216" y="1764621"/>
                  </a:lnTo>
                  <a:lnTo>
                    <a:pt x="5601774" y="1736957"/>
                  </a:lnTo>
                  <a:lnTo>
                    <a:pt x="5656515" y="1705965"/>
                  </a:lnTo>
                  <a:lnTo>
                    <a:pt x="5708336" y="1671253"/>
                  </a:lnTo>
                  <a:lnTo>
                    <a:pt x="5758085" y="1632517"/>
                  </a:lnTo>
                  <a:lnTo>
                    <a:pt x="5784835" y="1609443"/>
                  </a:lnTo>
                  <a:lnTo>
                    <a:pt x="5827422" y="1569553"/>
                  </a:lnTo>
                  <a:lnTo>
                    <a:pt x="5869597" y="1526332"/>
                  </a:lnTo>
                  <a:lnTo>
                    <a:pt x="5911676" y="1479717"/>
                  </a:lnTo>
                  <a:lnTo>
                    <a:pt x="5953896" y="1429716"/>
                  </a:lnTo>
                  <a:lnTo>
                    <a:pt x="5996423" y="1376418"/>
                  </a:lnTo>
                  <a:lnTo>
                    <a:pt x="6039362" y="1319999"/>
                  </a:lnTo>
                  <a:lnTo>
                    <a:pt x="6082759" y="1260728"/>
                  </a:lnTo>
                  <a:lnTo>
                    <a:pt x="6126611" y="1198964"/>
                  </a:lnTo>
                  <a:lnTo>
                    <a:pt x="6170868" y="1135148"/>
                  </a:lnTo>
                  <a:lnTo>
                    <a:pt x="6215446" y="1069796"/>
                  </a:lnTo>
                  <a:lnTo>
                    <a:pt x="6260232" y="1003482"/>
                  </a:lnTo>
                  <a:lnTo>
                    <a:pt x="6305095" y="936814"/>
                  </a:lnTo>
                  <a:lnTo>
                    <a:pt x="6349899" y="870416"/>
                  </a:lnTo>
                  <a:lnTo>
                    <a:pt x="6394512" y="804900"/>
                  </a:lnTo>
                  <a:lnTo>
                    <a:pt x="6438818" y="740846"/>
                  </a:lnTo>
                  <a:lnTo>
                    <a:pt x="6482727" y="678778"/>
                  </a:lnTo>
                  <a:lnTo>
                    <a:pt x="6526187" y="619149"/>
                  </a:lnTo>
                  <a:lnTo>
                    <a:pt x="6569186" y="562329"/>
                  </a:lnTo>
                  <a:lnTo>
                    <a:pt x="6611764" y="508599"/>
                  </a:lnTo>
                  <a:lnTo>
                    <a:pt x="6654017" y="458147"/>
                  </a:lnTo>
                  <a:lnTo>
                    <a:pt x="6696103" y="411074"/>
                  </a:lnTo>
                  <a:lnTo>
                    <a:pt x="6738249" y="367399"/>
                  </a:lnTo>
                  <a:lnTo>
                    <a:pt x="6780759" y="327066"/>
                  </a:lnTo>
                  <a:lnTo>
                    <a:pt x="6786527" y="321888"/>
                  </a:lnTo>
                  <a:lnTo>
                    <a:pt x="6835453" y="280875"/>
                  </a:lnTo>
                  <a:lnTo>
                    <a:pt x="6886035" y="243978"/>
                  </a:lnTo>
                  <a:lnTo>
                    <a:pt x="6939061" y="210986"/>
                  </a:lnTo>
                  <a:lnTo>
                    <a:pt x="6995408" y="181541"/>
                  </a:lnTo>
                  <a:lnTo>
                    <a:pt x="7055972" y="155243"/>
                  </a:lnTo>
                  <a:lnTo>
                    <a:pt x="7121591" y="131703"/>
                  </a:lnTo>
                  <a:lnTo>
                    <a:pt x="7192947" y="110582"/>
                  </a:lnTo>
                  <a:lnTo>
                    <a:pt x="7270437" y="91603"/>
                  </a:lnTo>
                  <a:lnTo>
                    <a:pt x="7354010" y="74563"/>
                  </a:lnTo>
                  <a:lnTo>
                    <a:pt x="7442962" y="59338"/>
                  </a:lnTo>
                  <a:lnTo>
                    <a:pt x="7535735" y="45874"/>
                  </a:lnTo>
                  <a:lnTo>
                    <a:pt x="7629787" y="34177"/>
                  </a:lnTo>
                  <a:lnTo>
                    <a:pt x="7721615" y="24286"/>
                  </a:lnTo>
                  <a:lnTo>
                    <a:pt x="7807039" y="16238"/>
                  </a:lnTo>
                  <a:lnTo>
                    <a:pt x="7881788" y="10023"/>
                  </a:lnTo>
                  <a:lnTo>
                    <a:pt x="7942300" y="5550"/>
                  </a:lnTo>
                  <a:lnTo>
                    <a:pt x="7986531" y="2624"/>
                  </a:lnTo>
                  <a:lnTo>
                    <a:pt x="8014503" y="961"/>
                  </a:lnTo>
                  <a:lnTo>
                    <a:pt x="8028451" y="212"/>
                  </a:lnTo>
                  <a:lnTo>
                    <a:pt x="8032612" y="9"/>
                  </a:lnTo>
                  <a:lnTo>
                    <a:pt x="8032819" y="0"/>
                  </a:lnTo>
                  <a:lnTo>
                    <a:pt x="8554953" y="0"/>
                  </a:lnTo>
                  <a:lnTo>
                    <a:pt x="8554953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249" name="pl1249"/>
            <p:cNvSpPr/>
            <p:nvPr/>
          </p:nvSpPr>
          <p:spPr>
            <a:xfrm>
              <a:off x="386606" y="1722026"/>
              <a:ext cx="8554953" cy="2620287"/>
            </a:xfrm>
            <a:custGeom>
              <a:avLst/>
              <a:pathLst>
                <a:path w="8554953" h="2620287">
                  <a:moveTo>
                    <a:pt x="8554953" y="0"/>
                  </a:moveTo>
                  <a:lnTo>
                    <a:pt x="8032819" y="0"/>
                  </a:lnTo>
                  <a:lnTo>
                    <a:pt x="8031608" y="56"/>
                  </a:lnTo>
                  <a:lnTo>
                    <a:pt x="8023683" y="459"/>
                  </a:lnTo>
                  <a:lnTo>
                    <a:pt x="8003837" y="1574"/>
                  </a:lnTo>
                  <a:lnTo>
                    <a:pt x="7968696" y="3765"/>
                  </a:lnTo>
                  <a:lnTo>
                    <a:pt x="7917011" y="7357"/>
                  </a:lnTo>
                  <a:lnTo>
                    <a:pt x="7849733" y="12596"/>
                  </a:lnTo>
                  <a:lnTo>
                    <a:pt x="7769678" y="19630"/>
                  </a:lnTo>
                  <a:lnTo>
                    <a:pt x="7680833" y="28510"/>
                  </a:lnTo>
                  <a:lnTo>
                    <a:pt x="7587518" y="39219"/>
                  </a:lnTo>
                  <a:lnTo>
                    <a:pt x="7493661" y="51715"/>
                  </a:lnTo>
                  <a:lnTo>
                    <a:pt x="7402354" y="65969"/>
                  </a:lnTo>
                  <a:lnTo>
                    <a:pt x="7315685" y="81999"/>
                  </a:lnTo>
                  <a:lnTo>
                    <a:pt x="7234805" y="99891"/>
                  </a:lnTo>
                  <a:lnTo>
                    <a:pt x="7160100" y="119805"/>
                  </a:lnTo>
                  <a:lnTo>
                    <a:pt x="7091395" y="141976"/>
                  </a:lnTo>
                  <a:lnTo>
                    <a:pt x="7028146" y="166711"/>
                  </a:lnTo>
                  <a:lnTo>
                    <a:pt x="6969588" y="194375"/>
                  </a:lnTo>
                  <a:lnTo>
                    <a:pt x="6914847" y="225367"/>
                  </a:lnTo>
                  <a:lnTo>
                    <a:pt x="6863026" y="260078"/>
                  </a:lnTo>
                  <a:lnTo>
                    <a:pt x="6813277" y="298815"/>
                  </a:lnTo>
                  <a:lnTo>
                    <a:pt x="6786527" y="321888"/>
                  </a:lnTo>
                  <a:lnTo>
                    <a:pt x="6743940" y="361779"/>
                  </a:lnTo>
                  <a:lnTo>
                    <a:pt x="6701765" y="404999"/>
                  </a:lnTo>
                  <a:lnTo>
                    <a:pt x="6659686" y="451614"/>
                  </a:lnTo>
                  <a:lnTo>
                    <a:pt x="6617466" y="501616"/>
                  </a:lnTo>
                  <a:lnTo>
                    <a:pt x="6574939" y="554914"/>
                  </a:lnTo>
                  <a:lnTo>
                    <a:pt x="6532000" y="611333"/>
                  </a:lnTo>
                  <a:lnTo>
                    <a:pt x="6488602" y="670603"/>
                  </a:lnTo>
                  <a:lnTo>
                    <a:pt x="6444751" y="732368"/>
                  </a:lnTo>
                  <a:lnTo>
                    <a:pt x="6400494" y="796184"/>
                  </a:lnTo>
                  <a:lnTo>
                    <a:pt x="6355916" y="861535"/>
                  </a:lnTo>
                  <a:lnTo>
                    <a:pt x="6311130" y="927850"/>
                  </a:lnTo>
                  <a:lnTo>
                    <a:pt x="6266267" y="994518"/>
                  </a:lnTo>
                  <a:lnTo>
                    <a:pt x="6221463" y="1060916"/>
                  </a:lnTo>
                  <a:lnTo>
                    <a:pt x="6176850" y="1126431"/>
                  </a:lnTo>
                  <a:lnTo>
                    <a:pt x="6132544" y="1190485"/>
                  </a:lnTo>
                  <a:lnTo>
                    <a:pt x="6088634" y="1252553"/>
                  </a:lnTo>
                  <a:lnTo>
                    <a:pt x="6045175" y="1312182"/>
                  </a:lnTo>
                  <a:lnTo>
                    <a:pt x="6002176" y="1369002"/>
                  </a:lnTo>
                  <a:lnTo>
                    <a:pt x="5959598" y="1422733"/>
                  </a:lnTo>
                  <a:lnTo>
                    <a:pt x="5917344" y="1473185"/>
                  </a:lnTo>
                  <a:lnTo>
                    <a:pt x="5875259" y="1520258"/>
                  </a:lnTo>
                  <a:lnTo>
                    <a:pt x="5833113" y="1563933"/>
                  </a:lnTo>
                  <a:lnTo>
                    <a:pt x="5790603" y="1604265"/>
                  </a:lnTo>
                  <a:lnTo>
                    <a:pt x="5784835" y="1609443"/>
                  </a:lnTo>
                  <a:lnTo>
                    <a:pt x="5735909" y="1650456"/>
                  </a:lnTo>
                  <a:lnTo>
                    <a:pt x="5685327" y="1687353"/>
                  </a:lnTo>
                  <a:lnTo>
                    <a:pt x="5632301" y="1720346"/>
                  </a:lnTo>
                  <a:lnTo>
                    <a:pt x="5575954" y="1749791"/>
                  </a:lnTo>
                  <a:lnTo>
                    <a:pt x="5515390" y="1776089"/>
                  </a:lnTo>
                  <a:lnTo>
                    <a:pt x="5449771" y="1799628"/>
                  </a:lnTo>
                  <a:lnTo>
                    <a:pt x="5378415" y="1820749"/>
                  </a:lnTo>
                  <a:lnTo>
                    <a:pt x="5300925" y="1839729"/>
                  </a:lnTo>
                  <a:lnTo>
                    <a:pt x="5217352" y="1856768"/>
                  </a:lnTo>
                  <a:lnTo>
                    <a:pt x="5128400" y="1871993"/>
                  </a:lnTo>
                  <a:lnTo>
                    <a:pt x="5035627" y="1885457"/>
                  </a:lnTo>
                  <a:lnTo>
                    <a:pt x="4941575" y="1897154"/>
                  </a:lnTo>
                  <a:lnTo>
                    <a:pt x="4849747" y="1907045"/>
                  </a:lnTo>
                  <a:lnTo>
                    <a:pt x="4764323" y="1915093"/>
                  </a:lnTo>
                  <a:lnTo>
                    <a:pt x="4689574" y="1921308"/>
                  </a:lnTo>
                  <a:lnTo>
                    <a:pt x="4629062" y="1925782"/>
                  </a:lnTo>
                  <a:lnTo>
                    <a:pt x="4584831" y="1928707"/>
                  </a:lnTo>
                  <a:lnTo>
                    <a:pt x="4556859" y="1930371"/>
                  </a:lnTo>
                  <a:lnTo>
                    <a:pt x="4542911" y="1931120"/>
                  </a:lnTo>
                  <a:lnTo>
                    <a:pt x="4538750" y="1931323"/>
                  </a:lnTo>
                  <a:lnTo>
                    <a:pt x="4538543" y="1931332"/>
                  </a:lnTo>
                  <a:lnTo>
                    <a:pt x="4016409" y="1931332"/>
                  </a:lnTo>
                  <a:lnTo>
                    <a:pt x="4015147" y="1931353"/>
                  </a:lnTo>
                  <a:lnTo>
                    <a:pt x="4006896" y="1931503"/>
                  </a:lnTo>
                  <a:lnTo>
                    <a:pt x="3986265" y="1931918"/>
                  </a:lnTo>
                  <a:lnTo>
                    <a:pt x="3949807" y="1932734"/>
                  </a:lnTo>
                  <a:lnTo>
                    <a:pt x="3896336" y="1934069"/>
                  </a:lnTo>
                  <a:lnTo>
                    <a:pt x="3826981" y="1936013"/>
                  </a:lnTo>
                  <a:lnTo>
                    <a:pt x="3744802" y="1938619"/>
                  </a:lnTo>
                  <a:lnTo>
                    <a:pt x="3654020" y="1941902"/>
                  </a:lnTo>
                  <a:lnTo>
                    <a:pt x="3559128" y="1945854"/>
                  </a:lnTo>
                  <a:lnTo>
                    <a:pt x="3464136" y="1950461"/>
                  </a:lnTo>
                  <a:lnTo>
                    <a:pt x="3372129" y="1955712"/>
                  </a:lnTo>
                  <a:lnTo>
                    <a:pt x="3285134" y="1961618"/>
                  </a:lnTo>
                  <a:lnTo>
                    <a:pt x="3204209" y="1968215"/>
                  </a:lnTo>
                  <a:lnTo>
                    <a:pt x="3129636" y="1975567"/>
                  </a:lnTo>
                  <a:lnTo>
                    <a:pt x="3061147" y="1983768"/>
                  </a:lnTo>
                  <a:lnTo>
                    <a:pt x="2998117" y="1992937"/>
                  </a:lnTo>
                  <a:lnTo>
                    <a:pt x="2939715" y="2003212"/>
                  </a:lnTo>
                  <a:lnTo>
                    <a:pt x="2885015" y="2014745"/>
                  </a:lnTo>
                  <a:lnTo>
                    <a:pt x="2833089" y="2027674"/>
                  </a:lnTo>
                  <a:lnTo>
                    <a:pt x="2783081" y="2042100"/>
                  </a:lnTo>
                  <a:lnTo>
                    <a:pt x="2770117" y="2046158"/>
                  </a:lnTo>
                  <a:lnTo>
                    <a:pt x="2718368" y="2063627"/>
                  </a:lnTo>
                  <a:lnTo>
                    <a:pt x="2667122" y="2082863"/>
                  </a:lnTo>
                  <a:lnTo>
                    <a:pt x="2615857" y="2103894"/>
                  </a:lnTo>
                  <a:lnTo>
                    <a:pt x="2564216" y="2126685"/>
                  </a:lnTo>
                  <a:lnTo>
                    <a:pt x="2511984" y="2151138"/>
                  </a:lnTo>
                  <a:lnTo>
                    <a:pt x="2459075" y="2177081"/>
                  </a:lnTo>
                  <a:lnTo>
                    <a:pt x="2405511" y="2204273"/>
                  </a:lnTo>
                  <a:lnTo>
                    <a:pt x="2351407" y="2232411"/>
                  </a:lnTo>
                  <a:lnTo>
                    <a:pt x="2296950" y="2261139"/>
                  </a:lnTo>
                  <a:lnTo>
                    <a:pt x="2242368" y="2290070"/>
                  </a:lnTo>
                  <a:lnTo>
                    <a:pt x="2187907" y="2318803"/>
                  </a:lnTo>
                  <a:lnTo>
                    <a:pt x="2133797" y="2346952"/>
                  </a:lnTo>
                  <a:lnTo>
                    <a:pt x="2080224" y="2374160"/>
                  </a:lnTo>
                  <a:lnTo>
                    <a:pt x="2027305" y="2400122"/>
                  </a:lnTo>
                  <a:lnTo>
                    <a:pt x="1975064" y="2424597"/>
                  </a:lnTo>
                  <a:lnTo>
                    <a:pt x="1923416" y="2447413"/>
                  </a:lnTo>
                  <a:lnTo>
                    <a:pt x="1872147" y="2468469"/>
                  </a:lnTo>
                  <a:lnTo>
                    <a:pt x="1820904" y="2487731"/>
                  </a:lnTo>
                  <a:lnTo>
                    <a:pt x="1769167" y="2505225"/>
                  </a:lnTo>
                  <a:lnTo>
                    <a:pt x="1768425" y="2505461"/>
                  </a:lnTo>
                  <a:lnTo>
                    <a:pt x="1718798" y="2520287"/>
                  </a:lnTo>
                  <a:lnTo>
                    <a:pt x="1667456" y="2533605"/>
                  </a:lnTo>
                  <a:lnTo>
                    <a:pt x="1613577" y="2545493"/>
                  </a:lnTo>
                  <a:lnTo>
                    <a:pt x="1556242" y="2556085"/>
                  </a:lnTo>
                  <a:lnTo>
                    <a:pt x="1494519" y="2565532"/>
                  </a:lnTo>
                  <a:lnTo>
                    <a:pt x="1427542" y="2573975"/>
                  </a:lnTo>
                  <a:lnTo>
                    <a:pt x="1354617" y="2581542"/>
                  </a:lnTo>
                  <a:lnTo>
                    <a:pt x="1275366" y="2588330"/>
                  </a:lnTo>
                  <a:lnTo>
                    <a:pt x="1189905" y="2594414"/>
                  </a:lnTo>
                  <a:lnTo>
                    <a:pt x="1099066" y="2599836"/>
                  </a:lnTo>
                  <a:lnTo>
                    <a:pt x="1004604" y="2604612"/>
                  </a:lnTo>
                  <a:lnTo>
                    <a:pt x="909329" y="2608739"/>
                  </a:lnTo>
                  <a:lnTo>
                    <a:pt x="817036" y="2612200"/>
                  </a:lnTo>
                  <a:lnTo>
                    <a:pt x="732151" y="2614984"/>
                  </a:lnTo>
                  <a:lnTo>
                    <a:pt x="659053" y="2617100"/>
                  </a:lnTo>
                  <a:lnTo>
                    <a:pt x="601193" y="2618588"/>
                  </a:lnTo>
                  <a:lnTo>
                    <a:pt x="560266" y="2619530"/>
                  </a:lnTo>
                  <a:lnTo>
                    <a:pt x="535707" y="2620038"/>
                  </a:lnTo>
                  <a:lnTo>
                    <a:pt x="524641" y="2620244"/>
                  </a:lnTo>
                  <a:lnTo>
                    <a:pt x="522157" y="2620287"/>
                  </a:lnTo>
                  <a:lnTo>
                    <a:pt x="522133" y="2620287"/>
                  </a:lnTo>
                  <a:lnTo>
                    <a:pt x="0" y="2620287"/>
                  </a:lnTo>
                  <a:lnTo>
                    <a:pt x="0" y="2620287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250" name="pg1250"/>
            <p:cNvSpPr/>
            <p:nvPr/>
          </p:nvSpPr>
          <p:spPr>
            <a:xfrm>
              <a:off x="386606" y="3777596"/>
              <a:ext cx="8554953" cy="948724"/>
            </a:xfrm>
            <a:custGeom>
              <a:avLst/>
              <a:pathLst>
                <a:path w="8554953" h="948724">
                  <a:moveTo>
                    <a:pt x="0" y="576011"/>
                  </a:moveTo>
                  <a:lnTo>
                    <a:pt x="522133" y="576011"/>
                  </a:lnTo>
                  <a:lnTo>
                    <a:pt x="523397" y="575994"/>
                  </a:lnTo>
                  <a:lnTo>
                    <a:pt x="531664" y="575869"/>
                  </a:lnTo>
                  <a:lnTo>
                    <a:pt x="552333" y="575525"/>
                  </a:lnTo>
                  <a:lnTo>
                    <a:pt x="588854" y="574848"/>
                  </a:lnTo>
                  <a:lnTo>
                    <a:pt x="642411" y="573741"/>
                  </a:lnTo>
                  <a:lnTo>
                    <a:pt x="711865" y="572128"/>
                  </a:lnTo>
                  <a:lnTo>
                    <a:pt x="794146" y="569967"/>
                  </a:lnTo>
                  <a:lnTo>
                    <a:pt x="885018" y="567245"/>
                  </a:lnTo>
                  <a:lnTo>
                    <a:pt x="979984" y="563967"/>
                  </a:lnTo>
                  <a:lnTo>
                    <a:pt x="1075029" y="560148"/>
                  </a:lnTo>
                  <a:lnTo>
                    <a:pt x="1167068" y="555794"/>
                  </a:lnTo>
                  <a:lnTo>
                    <a:pt x="1254076" y="550897"/>
                  </a:lnTo>
                  <a:lnTo>
                    <a:pt x="1335004" y="545427"/>
                  </a:lnTo>
                  <a:lnTo>
                    <a:pt x="1409570" y="539330"/>
                  </a:lnTo>
                  <a:lnTo>
                    <a:pt x="1478048" y="532529"/>
                  </a:lnTo>
                  <a:lnTo>
                    <a:pt x="1541067" y="524925"/>
                  </a:lnTo>
                  <a:lnTo>
                    <a:pt x="1599463" y="516402"/>
                  </a:lnTo>
                  <a:lnTo>
                    <a:pt x="1654161" y="506836"/>
                  </a:lnTo>
                  <a:lnTo>
                    <a:pt x="1706093" y="496110"/>
                  </a:lnTo>
                  <a:lnTo>
                    <a:pt x="1756115" y="484143"/>
                  </a:lnTo>
                  <a:lnTo>
                    <a:pt x="1768425" y="480950"/>
                  </a:lnTo>
                  <a:lnTo>
                    <a:pt x="1820901" y="466273"/>
                  </a:lnTo>
                  <a:lnTo>
                    <a:pt x="1872869" y="450091"/>
                  </a:lnTo>
                  <a:lnTo>
                    <a:pt x="1924868" y="432381"/>
                  </a:lnTo>
                  <a:lnTo>
                    <a:pt x="1977266" y="413174"/>
                  </a:lnTo>
                  <a:lnTo>
                    <a:pt x="2030279" y="392559"/>
                  </a:lnTo>
                  <a:lnTo>
                    <a:pt x="2083991" y="370689"/>
                  </a:lnTo>
                  <a:lnTo>
                    <a:pt x="2138369" y="347775"/>
                  </a:lnTo>
                  <a:lnTo>
                    <a:pt x="2193286" y="324084"/>
                  </a:lnTo>
                  <a:lnTo>
                    <a:pt x="2248542" y="299926"/>
                  </a:lnTo>
                  <a:lnTo>
                    <a:pt x="2303894" y="275639"/>
                  </a:lnTo>
                  <a:lnTo>
                    <a:pt x="2359087" y="251568"/>
                  </a:lnTo>
                  <a:lnTo>
                    <a:pt x="2413885" y="228044"/>
                  </a:lnTo>
                  <a:lnTo>
                    <a:pt x="2468105" y="205369"/>
                  </a:lnTo>
                  <a:lnTo>
                    <a:pt x="2521640" y="183797"/>
                  </a:lnTo>
                  <a:lnTo>
                    <a:pt x="2574486" y="163524"/>
                  </a:lnTo>
                  <a:lnTo>
                    <a:pt x="2626758" y="144687"/>
                  </a:lnTo>
                  <a:lnTo>
                    <a:pt x="2678709" y="127360"/>
                  </a:lnTo>
                  <a:lnTo>
                    <a:pt x="2730745" y="111559"/>
                  </a:lnTo>
                  <a:lnTo>
                    <a:pt x="2770117" y="100707"/>
                  </a:lnTo>
                  <a:lnTo>
                    <a:pt x="2819778" y="88425"/>
                  </a:lnTo>
                  <a:lnTo>
                    <a:pt x="2871156" y="77394"/>
                  </a:lnTo>
                  <a:lnTo>
                    <a:pt x="2925076" y="67548"/>
                  </a:lnTo>
                  <a:lnTo>
                    <a:pt x="2982458" y="58775"/>
                  </a:lnTo>
                  <a:lnTo>
                    <a:pt x="3044236" y="50952"/>
                  </a:lnTo>
                  <a:lnTo>
                    <a:pt x="3111279" y="43960"/>
                  </a:lnTo>
                  <a:lnTo>
                    <a:pt x="3184278" y="37695"/>
                  </a:lnTo>
                  <a:lnTo>
                    <a:pt x="3263614" y="32074"/>
                  </a:lnTo>
                  <a:lnTo>
                    <a:pt x="3349165" y="27038"/>
                  </a:lnTo>
                  <a:lnTo>
                    <a:pt x="3440093" y="22549"/>
                  </a:lnTo>
                  <a:lnTo>
                    <a:pt x="3534634" y="18596"/>
                  </a:lnTo>
                  <a:lnTo>
                    <a:pt x="3629965" y="15182"/>
                  </a:lnTo>
                  <a:lnTo>
                    <a:pt x="3722276" y="12319"/>
                  </a:lnTo>
                  <a:lnTo>
                    <a:pt x="3807130" y="10018"/>
                  </a:lnTo>
                  <a:lnTo>
                    <a:pt x="3880144" y="8271"/>
                  </a:lnTo>
                  <a:lnTo>
                    <a:pt x="3937873" y="7043"/>
                  </a:lnTo>
                  <a:lnTo>
                    <a:pt x="3978641" y="6267"/>
                  </a:lnTo>
                  <a:lnTo>
                    <a:pt x="4003039" y="5850"/>
                  </a:lnTo>
                  <a:lnTo>
                    <a:pt x="4013974" y="5681"/>
                  </a:lnTo>
                  <a:lnTo>
                    <a:pt x="4016409" y="5647"/>
                  </a:lnTo>
                  <a:lnTo>
                    <a:pt x="4538543" y="5647"/>
                  </a:lnTo>
                  <a:lnTo>
                    <a:pt x="4539798" y="5675"/>
                  </a:lnTo>
                  <a:lnTo>
                    <a:pt x="4548006" y="5880"/>
                  </a:lnTo>
                  <a:lnTo>
                    <a:pt x="4568533" y="6445"/>
                  </a:lnTo>
                  <a:lnTo>
                    <a:pt x="4604816" y="7555"/>
                  </a:lnTo>
                  <a:lnTo>
                    <a:pt x="4658051" y="9372"/>
                  </a:lnTo>
                  <a:lnTo>
                    <a:pt x="4727133" y="12020"/>
                  </a:lnTo>
                  <a:lnTo>
                    <a:pt x="4809033" y="15569"/>
                  </a:lnTo>
                  <a:lnTo>
                    <a:pt x="4899562" y="20043"/>
                  </a:lnTo>
                  <a:lnTo>
                    <a:pt x="4994250" y="25429"/>
                  </a:lnTo>
                  <a:lnTo>
                    <a:pt x="5089096" y="31708"/>
                  </a:lnTo>
                  <a:lnTo>
                    <a:pt x="5181015" y="38865"/>
                  </a:lnTo>
                  <a:lnTo>
                    <a:pt x="5267970" y="46916"/>
                  </a:lnTo>
                  <a:lnTo>
                    <a:pt x="5348892" y="55907"/>
                  </a:lnTo>
                  <a:lnTo>
                    <a:pt x="5423484" y="65926"/>
                  </a:lnTo>
                  <a:lnTo>
                    <a:pt x="5492001" y="77099"/>
                  </a:lnTo>
                  <a:lnTo>
                    <a:pt x="5555059" y="89586"/>
                  </a:lnTo>
                  <a:lnTo>
                    <a:pt x="5613481" y="103578"/>
                  </a:lnTo>
                  <a:lnTo>
                    <a:pt x="5668184" y="119277"/>
                  </a:lnTo>
                  <a:lnTo>
                    <a:pt x="5720094" y="136875"/>
                  </a:lnTo>
                  <a:lnTo>
                    <a:pt x="5770066" y="156512"/>
                  </a:lnTo>
                  <a:lnTo>
                    <a:pt x="5784835" y="162826"/>
                  </a:lnTo>
                  <a:lnTo>
                    <a:pt x="5834799" y="185868"/>
                  </a:lnTo>
                  <a:lnTo>
                    <a:pt x="5884276" y="211163"/>
                  </a:lnTo>
                  <a:lnTo>
                    <a:pt x="5933744" y="238747"/>
                  </a:lnTo>
                  <a:lnTo>
                    <a:pt x="5983534" y="268585"/>
                  </a:lnTo>
                  <a:lnTo>
                    <a:pt x="6033855" y="300565"/>
                  </a:lnTo>
                  <a:lnTo>
                    <a:pt x="6084801" y="334491"/>
                  </a:lnTo>
                  <a:lnTo>
                    <a:pt x="6136370" y="370082"/>
                  </a:lnTo>
                  <a:lnTo>
                    <a:pt x="6188476" y="406980"/>
                  </a:lnTo>
                  <a:lnTo>
                    <a:pt x="6240964" y="444762"/>
                  </a:lnTo>
                  <a:lnTo>
                    <a:pt x="6293639" y="482961"/>
                  </a:lnTo>
                  <a:lnTo>
                    <a:pt x="6346279" y="521085"/>
                  </a:lnTo>
                  <a:lnTo>
                    <a:pt x="6398672" y="558649"/>
                  </a:lnTo>
                  <a:lnTo>
                    <a:pt x="6450629" y="595194"/>
                  </a:lnTo>
                  <a:lnTo>
                    <a:pt x="6502015" y="630316"/>
                  </a:lnTo>
                  <a:lnTo>
                    <a:pt x="6552769" y="663680"/>
                  </a:lnTo>
                  <a:lnTo>
                    <a:pt x="6602914" y="695030"/>
                  </a:lnTo>
                  <a:lnTo>
                    <a:pt x="6652580" y="724196"/>
                  </a:lnTo>
                  <a:lnTo>
                    <a:pt x="6702009" y="751088"/>
                  </a:lnTo>
                  <a:lnTo>
                    <a:pt x="6751575" y="775696"/>
                  </a:lnTo>
                  <a:lnTo>
                    <a:pt x="6786527" y="791545"/>
                  </a:lnTo>
                  <a:lnTo>
                    <a:pt x="6836062" y="811805"/>
                  </a:lnTo>
                  <a:lnTo>
                    <a:pt x="6887304" y="830006"/>
                  </a:lnTo>
                  <a:lnTo>
                    <a:pt x="6941071" y="846258"/>
                  </a:lnTo>
                  <a:lnTo>
                    <a:pt x="6998276" y="860742"/>
                  </a:lnTo>
                  <a:lnTo>
                    <a:pt x="7059846" y="873661"/>
                  </a:lnTo>
                  <a:lnTo>
                    <a:pt x="7126644" y="885211"/>
                  </a:lnTo>
                  <a:lnTo>
                    <a:pt x="7199361" y="895562"/>
                  </a:lnTo>
                  <a:lnTo>
                    <a:pt x="7278380" y="904852"/>
                  </a:lnTo>
                  <a:lnTo>
                    <a:pt x="7363592" y="913178"/>
                  </a:lnTo>
                  <a:lnTo>
                    <a:pt x="7454184" y="920602"/>
                  </a:lnTo>
                  <a:lnTo>
                    <a:pt x="7548427" y="927145"/>
                  </a:lnTo>
                  <a:lnTo>
                    <a:pt x="7643547" y="932802"/>
                  </a:lnTo>
                  <a:lnTo>
                    <a:pt x="7735788" y="937553"/>
                  </a:lnTo>
                  <a:lnTo>
                    <a:pt x="7820755" y="941379"/>
                  </a:lnTo>
                  <a:lnTo>
                    <a:pt x="7894083" y="944294"/>
                  </a:lnTo>
                  <a:lnTo>
                    <a:pt x="7952302" y="946350"/>
                  </a:lnTo>
                  <a:lnTo>
                    <a:pt x="7993668" y="947658"/>
                  </a:lnTo>
                  <a:lnTo>
                    <a:pt x="8018672" y="948368"/>
                  </a:lnTo>
                  <a:lnTo>
                    <a:pt x="8030104" y="948661"/>
                  </a:lnTo>
                  <a:lnTo>
                    <a:pt x="8032819" y="948724"/>
                  </a:lnTo>
                  <a:lnTo>
                    <a:pt x="8554953" y="948724"/>
                  </a:lnTo>
                  <a:lnTo>
                    <a:pt x="8554953" y="943077"/>
                  </a:lnTo>
                  <a:lnTo>
                    <a:pt x="8032819" y="943077"/>
                  </a:lnTo>
                  <a:lnTo>
                    <a:pt x="8031564" y="943048"/>
                  </a:lnTo>
                  <a:lnTo>
                    <a:pt x="8023356" y="942844"/>
                  </a:lnTo>
                  <a:lnTo>
                    <a:pt x="8002829" y="942279"/>
                  </a:lnTo>
                  <a:lnTo>
                    <a:pt x="7966546" y="941169"/>
                  </a:lnTo>
                  <a:lnTo>
                    <a:pt x="7913311" y="939352"/>
                  </a:lnTo>
                  <a:lnTo>
                    <a:pt x="7844229" y="936704"/>
                  </a:lnTo>
                  <a:lnTo>
                    <a:pt x="7762328" y="933154"/>
                  </a:lnTo>
                  <a:lnTo>
                    <a:pt x="7671800" y="928681"/>
                  </a:lnTo>
                  <a:lnTo>
                    <a:pt x="7577112" y="923294"/>
                  </a:lnTo>
                  <a:lnTo>
                    <a:pt x="7482266" y="917016"/>
                  </a:lnTo>
                  <a:lnTo>
                    <a:pt x="7390347" y="909858"/>
                  </a:lnTo>
                  <a:lnTo>
                    <a:pt x="7303392" y="901808"/>
                  </a:lnTo>
                  <a:lnTo>
                    <a:pt x="7222470" y="892817"/>
                  </a:lnTo>
                  <a:lnTo>
                    <a:pt x="7147878" y="882797"/>
                  </a:lnTo>
                  <a:lnTo>
                    <a:pt x="7079361" y="871625"/>
                  </a:lnTo>
                  <a:lnTo>
                    <a:pt x="7016303" y="859137"/>
                  </a:lnTo>
                  <a:lnTo>
                    <a:pt x="6957881" y="845146"/>
                  </a:lnTo>
                  <a:lnTo>
                    <a:pt x="6903178" y="829447"/>
                  </a:lnTo>
                  <a:lnTo>
                    <a:pt x="6851268" y="811848"/>
                  </a:lnTo>
                  <a:lnTo>
                    <a:pt x="6801296" y="792212"/>
                  </a:lnTo>
                  <a:lnTo>
                    <a:pt x="6786527" y="785897"/>
                  </a:lnTo>
                  <a:lnTo>
                    <a:pt x="6736563" y="762855"/>
                  </a:lnTo>
                  <a:lnTo>
                    <a:pt x="6687086" y="737561"/>
                  </a:lnTo>
                  <a:lnTo>
                    <a:pt x="6637618" y="709977"/>
                  </a:lnTo>
                  <a:lnTo>
                    <a:pt x="6587828" y="680139"/>
                  </a:lnTo>
                  <a:lnTo>
                    <a:pt x="6537507" y="648159"/>
                  </a:lnTo>
                  <a:lnTo>
                    <a:pt x="6486561" y="614233"/>
                  </a:lnTo>
                  <a:lnTo>
                    <a:pt x="6434992" y="578642"/>
                  </a:lnTo>
                  <a:lnTo>
                    <a:pt x="6382886" y="541744"/>
                  </a:lnTo>
                  <a:lnTo>
                    <a:pt x="6330398" y="503961"/>
                  </a:lnTo>
                  <a:lnTo>
                    <a:pt x="6277723" y="465763"/>
                  </a:lnTo>
                  <a:lnTo>
                    <a:pt x="6225082" y="427638"/>
                  </a:lnTo>
                  <a:lnTo>
                    <a:pt x="6172690" y="390075"/>
                  </a:lnTo>
                  <a:lnTo>
                    <a:pt x="6120733" y="353530"/>
                  </a:lnTo>
                  <a:lnTo>
                    <a:pt x="6069347" y="318407"/>
                  </a:lnTo>
                  <a:lnTo>
                    <a:pt x="6018593" y="285043"/>
                  </a:lnTo>
                  <a:lnTo>
                    <a:pt x="5968448" y="253693"/>
                  </a:lnTo>
                  <a:lnTo>
                    <a:pt x="5918782" y="224528"/>
                  </a:lnTo>
                  <a:lnTo>
                    <a:pt x="5869353" y="197636"/>
                  </a:lnTo>
                  <a:lnTo>
                    <a:pt x="5819787" y="173028"/>
                  </a:lnTo>
                  <a:lnTo>
                    <a:pt x="5784835" y="157179"/>
                  </a:lnTo>
                  <a:lnTo>
                    <a:pt x="5735300" y="136919"/>
                  </a:lnTo>
                  <a:lnTo>
                    <a:pt x="5684058" y="118718"/>
                  </a:lnTo>
                  <a:lnTo>
                    <a:pt x="5630291" y="102466"/>
                  </a:lnTo>
                  <a:lnTo>
                    <a:pt x="5573086" y="87982"/>
                  </a:lnTo>
                  <a:lnTo>
                    <a:pt x="5511516" y="75063"/>
                  </a:lnTo>
                  <a:lnTo>
                    <a:pt x="5444718" y="63513"/>
                  </a:lnTo>
                  <a:lnTo>
                    <a:pt x="5372001" y="53162"/>
                  </a:lnTo>
                  <a:lnTo>
                    <a:pt x="5292982" y="43872"/>
                  </a:lnTo>
                  <a:lnTo>
                    <a:pt x="5207770" y="35545"/>
                  </a:lnTo>
                  <a:lnTo>
                    <a:pt x="5117178" y="28122"/>
                  </a:lnTo>
                  <a:lnTo>
                    <a:pt x="5022935" y="21578"/>
                  </a:lnTo>
                  <a:lnTo>
                    <a:pt x="4927815" y="15921"/>
                  </a:lnTo>
                  <a:lnTo>
                    <a:pt x="4835574" y="11171"/>
                  </a:lnTo>
                  <a:lnTo>
                    <a:pt x="4750607" y="7344"/>
                  </a:lnTo>
                  <a:lnTo>
                    <a:pt x="4677279" y="4430"/>
                  </a:lnTo>
                  <a:lnTo>
                    <a:pt x="4619060" y="2373"/>
                  </a:lnTo>
                  <a:lnTo>
                    <a:pt x="4577694" y="1066"/>
                  </a:lnTo>
                  <a:lnTo>
                    <a:pt x="4552690" y="356"/>
                  </a:lnTo>
                  <a:lnTo>
                    <a:pt x="4541258" y="63"/>
                  </a:lnTo>
                  <a:lnTo>
                    <a:pt x="4538543" y="0"/>
                  </a:lnTo>
                  <a:lnTo>
                    <a:pt x="4016409" y="0"/>
                  </a:lnTo>
                  <a:lnTo>
                    <a:pt x="4015145" y="17"/>
                  </a:lnTo>
                  <a:lnTo>
                    <a:pt x="4006878" y="141"/>
                  </a:lnTo>
                  <a:lnTo>
                    <a:pt x="3986209" y="486"/>
                  </a:lnTo>
                  <a:lnTo>
                    <a:pt x="3949688" y="1162"/>
                  </a:lnTo>
                  <a:lnTo>
                    <a:pt x="3896131" y="2269"/>
                  </a:lnTo>
                  <a:lnTo>
                    <a:pt x="3826677" y="3882"/>
                  </a:lnTo>
                  <a:lnTo>
                    <a:pt x="3744397" y="6043"/>
                  </a:lnTo>
                  <a:lnTo>
                    <a:pt x="3653524" y="8766"/>
                  </a:lnTo>
                  <a:lnTo>
                    <a:pt x="3558558" y="12043"/>
                  </a:lnTo>
                  <a:lnTo>
                    <a:pt x="3463513" y="15863"/>
                  </a:lnTo>
                  <a:lnTo>
                    <a:pt x="3371475" y="20216"/>
                  </a:lnTo>
                  <a:lnTo>
                    <a:pt x="3284466" y="25113"/>
                  </a:lnTo>
                  <a:lnTo>
                    <a:pt x="3203539" y="30583"/>
                  </a:lnTo>
                  <a:lnTo>
                    <a:pt x="3128972" y="36680"/>
                  </a:lnTo>
                  <a:lnTo>
                    <a:pt x="3060495" y="43481"/>
                  </a:lnTo>
                  <a:lnTo>
                    <a:pt x="2997475" y="51085"/>
                  </a:lnTo>
                  <a:lnTo>
                    <a:pt x="2939079" y="59609"/>
                  </a:lnTo>
                  <a:lnTo>
                    <a:pt x="2884381" y="69175"/>
                  </a:lnTo>
                  <a:lnTo>
                    <a:pt x="2832449" y="79901"/>
                  </a:lnTo>
                  <a:lnTo>
                    <a:pt x="2782427" y="91867"/>
                  </a:lnTo>
                  <a:lnTo>
                    <a:pt x="2770117" y="95060"/>
                  </a:lnTo>
                  <a:lnTo>
                    <a:pt x="2717641" y="109737"/>
                  </a:lnTo>
                  <a:lnTo>
                    <a:pt x="2665674" y="125920"/>
                  </a:lnTo>
                  <a:lnTo>
                    <a:pt x="2613674" y="143630"/>
                  </a:lnTo>
                  <a:lnTo>
                    <a:pt x="2561276" y="162837"/>
                  </a:lnTo>
                  <a:lnTo>
                    <a:pt x="2508263" y="183451"/>
                  </a:lnTo>
                  <a:lnTo>
                    <a:pt x="2454551" y="205322"/>
                  </a:lnTo>
                  <a:lnTo>
                    <a:pt x="2400173" y="228236"/>
                  </a:lnTo>
                  <a:lnTo>
                    <a:pt x="2345256" y="251927"/>
                  </a:lnTo>
                  <a:lnTo>
                    <a:pt x="2290000" y="276084"/>
                  </a:lnTo>
                  <a:lnTo>
                    <a:pt x="2234648" y="300371"/>
                  </a:lnTo>
                  <a:lnTo>
                    <a:pt x="2179455" y="324442"/>
                  </a:lnTo>
                  <a:lnTo>
                    <a:pt x="2124657" y="347966"/>
                  </a:lnTo>
                  <a:lnTo>
                    <a:pt x="2070437" y="370641"/>
                  </a:lnTo>
                  <a:lnTo>
                    <a:pt x="2016902" y="392214"/>
                  </a:lnTo>
                  <a:lnTo>
                    <a:pt x="1964056" y="412487"/>
                  </a:lnTo>
                  <a:lnTo>
                    <a:pt x="1911784" y="431324"/>
                  </a:lnTo>
                  <a:lnTo>
                    <a:pt x="1859834" y="448651"/>
                  </a:lnTo>
                  <a:lnTo>
                    <a:pt x="1807797" y="464451"/>
                  </a:lnTo>
                  <a:lnTo>
                    <a:pt x="1768425" y="475303"/>
                  </a:lnTo>
                  <a:lnTo>
                    <a:pt x="1718764" y="487585"/>
                  </a:lnTo>
                  <a:lnTo>
                    <a:pt x="1667386" y="498616"/>
                  </a:lnTo>
                  <a:lnTo>
                    <a:pt x="1613466" y="508463"/>
                  </a:lnTo>
                  <a:lnTo>
                    <a:pt x="1556084" y="517235"/>
                  </a:lnTo>
                  <a:lnTo>
                    <a:pt x="1494306" y="525058"/>
                  </a:lnTo>
                  <a:lnTo>
                    <a:pt x="1427264" y="532050"/>
                  </a:lnTo>
                  <a:lnTo>
                    <a:pt x="1354264" y="538315"/>
                  </a:lnTo>
                  <a:lnTo>
                    <a:pt x="1274929" y="543936"/>
                  </a:lnTo>
                  <a:lnTo>
                    <a:pt x="1189377" y="548973"/>
                  </a:lnTo>
                  <a:lnTo>
                    <a:pt x="1098449" y="553461"/>
                  </a:lnTo>
                  <a:lnTo>
                    <a:pt x="1003908" y="557414"/>
                  </a:lnTo>
                  <a:lnTo>
                    <a:pt x="908577" y="560829"/>
                  </a:lnTo>
                  <a:lnTo>
                    <a:pt x="816266" y="563691"/>
                  </a:lnTo>
                  <a:lnTo>
                    <a:pt x="731412" y="565993"/>
                  </a:lnTo>
                  <a:lnTo>
                    <a:pt x="658398" y="567740"/>
                  </a:lnTo>
                  <a:lnTo>
                    <a:pt x="600669" y="568968"/>
                  </a:lnTo>
                  <a:lnTo>
                    <a:pt x="559902" y="569744"/>
                  </a:lnTo>
                  <a:lnTo>
                    <a:pt x="535504" y="570161"/>
                  </a:lnTo>
                  <a:lnTo>
                    <a:pt x="524568" y="570330"/>
                  </a:lnTo>
                  <a:lnTo>
                    <a:pt x="522133" y="570364"/>
                  </a:lnTo>
                  <a:lnTo>
                    <a:pt x="0" y="570364"/>
                  </a:lnTo>
                  <a:close/>
                </a:path>
              </a:pathLst>
            </a:custGeom>
            <a:solidFill>
              <a:srgbClr val="67C1B3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1251" name="pl1251"/>
            <p:cNvSpPr/>
            <p:nvPr/>
          </p:nvSpPr>
          <p:spPr>
            <a:xfrm>
              <a:off x="386606" y="3783244"/>
              <a:ext cx="8554953" cy="943077"/>
            </a:xfrm>
            <a:custGeom>
              <a:avLst/>
              <a:pathLst>
                <a:path w="8554953" h="943077">
                  <a:moveTo>
                    <a:pt x="0" y="570364"/>
                  </a:moveTo>
                  <a:lnTo>
                    <a:pt x="522133" y="570364"/>
                  </a:lnTo>
                  <a:lnTo>
                    <a:pt x="523397" y="570346"/>
                  </a:lnTo>
                  <a:lnTo>
                    <a:pt x="531664" y="570222"/>
                  </a:lnTo>
                  <a:lnTo>
                    <a:pt x="552333" y="569877"/>
                  </a:lnTo>
                  <a:lnTo>
                    <a:pt x="588854" y="569201"/>
                  </a:lnTo>
                  <a:lnTo>
                    <a:pt x="642411" y="568094"/>
                  </a:lnTo>
                  <a:lnTo>
                    <a:pt x="711865" y="566481"/>
                  </a:lnTo>
                  <a:lnTo>
                    <a:pt x="794146" y="564320"/>
                  </a:lnTo>
                  <a:lnTo>
                    <a:pt x="885018" y="561597"/>
                  </a:lnTo>
                  <a:lnTo>
                    <a:pt x="979984" y="558320"/>
                  </a:lnTo>
                  <a:lnTo>
                    <a:pt x="1075029" y="554501"/>
                  </a:lnTo>
                  <a:lnTo>
                    <a:pt x="1167068" y="550147"/>
                  </a:lnTo>
                  <a:lnTo>
                    <a:pt x="1254076" y="545250"/>
                  </a:lnTo>
                  <a:lnTo>
                    <a:pt x="1335004" y="539780"/>
                  </a:lnTo>
                  <a:lnTo>
                    <a:pt x="1409570" y="533683"/>
                  </a:lnTo>
                  <a:lnTo>
                    <a:pt x="1478048" y="526882"/>
                  </a:lnTo>
                  <a:lnTo>
                    <a:pt x="1541067" y="519278"/>
                  </a:lnTo>
                  <a:lnTo>
                    <a:pt x="1599463" y="510755"/>
                  </a:lnTo>
                  <a:lnTo>
                    <a:pt x="1654161" y="501188"/>
                  </a:lnTo>
                  <a:lnTo>
                    <a:pt x="1706093" y="490463"/>
                  </a:lnTo>
                  <a:lnTo>
                    <a:pt x="1756115" y="478496"/>
                  </a:lnTo>
                  <a:lnTo>
                    <a:pt x="1768425" y="475303"/>
                  </a:lnTo>
                  <a:lnTo>
                    <a:pt x="1820901" y="460626"/>
                  </a:lnTo>
                  <a:lnTo>
                    <a:pt x="1872869" y="444443"/>
                  </a:lnTo>
                  <a:lnTo>
                    <a:pt x="1924868" y="426733"/>
                  </a:lnTo>
                  <a:lnTo>
                    <a:pt x="1977266" y="407527"/>
                  </a:lnTo>
                  <a:lnTo>
                    <a:pt x="2030279" y="386912"/>
                  </a:lnTo>
                  <a:lnTo>
                    <a:pt x="2083991" y="365042"/>
                  </a:lnTo>
                  <a:lnTo>
                    <a:pt x="2138369" y="342127"/>
                  </a:lnTo>
                  <a:lnTo>
                    <a:pt x="2193286" y="318436"/>
                  </a:lnTo>
                  <a:lnTo>
                    <a:pt x="2248542" y="294279"/>
                  </a:lnTo>
                  <a:lnTo>
                    <a:pt x="2303894" y="269992"/>
                  </a:lnTo>
                  <a:lnTo>
                    <a:pt x="2359087" y="245921"/>
                  </a:lnTo>
                  <a:lnTo>
                    <a:pt x="2413885" y="222397"/>
                  </a:lnTo>
                  <a:lnTo>
                    <a:pt x="2468105" y="199722"/>
                  </a:lnTo>
                  <a:lnTo>
                    <a:pt x="2521640" y="178149"/>
                  </a:lnTo>
                  <a:lnTo>
                    <a:pt x="2574486" y="157877"/>
                  </a:lnTo>
                  <a:lnTo>
                    <a:pt x="2626758" y="139040"/>
                  </a:lnTo>
                  <a:lnTo>
                    <a:pt x="2678709" y="121713"/>
                  </a:lnTo>
                  <a:lnTo>
                    <a:pt x="2730745" y="105912"/>
                  </a:lnTo>
                  <a:lnTo>
                    <a:pt x="2770117" y="95060"/>
                  </a:lnTo>
                  <a:lnTo>
                    <a:pt x="2819778" y="82778"/>
                  </a:lnTo>
                  <a:lnTo>
                    <a:pt x="2871156" y="71747"/>
                  </a:lnTo>
                  <a:lnTo>
                    <a:pt x="2925076" y="61901"/>
                  </a:lnTo>
                  <a:lnTo>
                    <a:pt x="2982458" y="53128"/>
                  </a:lnTo>
                  <a:lnTo>
                    <a:pt x="3044236" y="45305"/>
                  </a:lnTo>
                  <a:lnTo>
                    <a:pt x="3111279" y="38313"/>
                  </a:lnTo>
                  <a:lnTo>
                    <a:pt x="3184278" y="32048"/>
                  </a:lnTo>
                  <a:lnTo>
                    <a:pt x="3263614" y="26427"/>
                  </a:lnTo>
                  <a:lnTo>
                    <a:pt x="3349165" y="21390"/>
                  </a:lnTo>
                  <a:lnTo>
                    <a:pt x="3440093" y="16902"/>
                  </a:lnTo>
                  <a:lnTo>
                    <a:pt x="3534634" y="12949"/>
                  </a:lnTo>
                  <a:lnTo>
                    <a:pt x="3629965" y="9535"/>
                  </a:lnTo>
                  <a:lnTo>
                    <a:pt x="3722276" y="6672"/>
                  </a:lnTo>
                  <a:lnTo>
                    <a:pt x="3807130" y="4371"/>
                  </a:lnTo>
                  <a:lnTo>
                    <a:pt x="3880144" y="2624"/>
                  </a:lnTo>
                  <a:lnTo>
                    <a:pt x="3937873" y="1395"/>
                  </a:lnTo>
                  <a:lnTo>
                    <a:pt x="3978641" y="620"/>
                  </a:lnTo>
                  <a:lnTo>
                    <a:pt x="4003039" y="203"/>
                  </a:lnTo>
                  <a:lnTo>
                    <a:pt x="4013974" y="34"/>
                  </a:lnTo>
                  <a:lnTo>
                    <a:pt x="4016389" y="0"/>
                  </a:lnTo>
                  <a:lnTo>
                    <a:pt x="4016409" y="0"/>
                  </a:lnTo>
                  <a:lnTo>
                    <a:pt x="4538543" y="0"/>
                  </a:lnTo>
                  <a:lnTo>
                    <a:pt x="4539798" y="28"/>
                  </a:lnTo>
                  <a:lnTo>
                    <a:pt x="4548006" y="232"/>
                  </a:lnTo>
                  <a:lnTo>
                    <a:pt x="4568533" y="798"/>
                  </a:lnTo>
                  <a:lnTo>
                    <a:pt x="4604816" y="1907"/>
                  </a:lnTo>
                  <a:lnTo>
                    <a:pt x="4658051" y="3725"/>
                  </a:lnTo>
                  <a:lnTo>
                    <a:pt x="4727133" y="6373"/>
                  </a:lnTo>
                  <a:lnTo>
                    <a:pt x="4809033" y="9922"/>
                  </a:lnTo>
                  <a:lnTo>
                    <a:pt x="4899562" y="14395"/>
                  </a:lnTo>
                  <a:lnTo>
                    <a:pt x="4994250" y="19782"/>
                  </a:lnTo>
                  <a:lnTo>
                    <a:pt x="5089096" y="26060"/>
                  </a:lnTo>
                  <a:lnTo>
                    <a:pt x="5181015" y="33218"/>
                  </a:lnTo>
                  <a:lnTo>
                    <a:pt x="5267970" y="41269"/>
                  </a:lnTo>
                  <a:lnTo>
                    <a:pt x="5348892" y="50260"/>
                  </a:lnTo>
                  <a:lnTo>
                    <a:pt x="5423484" y="60279"/>
                  </a:lnTo>
                  <a:lnTo>
                    <a:pt x="5492001" y="71452"/>
                  </a:lnTo>
                  <a:lnTo>
                    <a:pt x="5555059" y="83939"/>
                  </a:lnTo>
                  <a:lnTo>
                    <a:pt x="5613481" y="97931"/>
                  </a:lnTo>
                  <a:lnTo>
                    <a:pt x="5668184" y="113629"/>
                  </a:lnTo>
                  <a:lnTo>
                    <a:pt x="5720094" y="131228"/>
                  </a:lnTo>
                  <a:lnTo>
                    <a:pt x="5770066" y="150865"/>
                  </a:lnTo>
                  <a:lnTo>
                    <a:pt x="5784835" y="157179"/>
                  </a:lnTo>
                  <a:lnTo>
                    <a:pt x="5834799" y="180221"/>
                  </a:lnTo>
                  <a:lnTo>
                    <a:pt x="5884276" y="205516"/>
                  </a:lnTo>
                  <a:lnTo>
                    <a:pt x="5933744" y="233099"/>
                  </a:lnTo>
                  <a:lnTo>
                    <a:pt x="5983534" y="262937"/>
                  </a:lnTo>
                  <a:lnTo>
                    <a:pt x="6033855" y="294918"/>
                  </a:lnTo>
                  <a:lnTo>
                    <a:pt x="6084801" y="328843"/>
                  </a:lnTo>
                  <a:lnTo>
                    <a:pt x="6136370" y="364434"/>
                  </a:lnTo>
                  <a:lnTo>
                    <a:pt x="6188476" y="401333"/>
                  </a:lnTo>
                  <a:lnTo>
                    <a:pt x="6240964" y="439115"/>
                  </a:lnTo>
                  <a:lnTo>
                    <a:pt x="6293639" y="477314"/>
                  </a:lnTo>
                  <a:lnTo>
                    <a:pt x="6346279" y="515438"/>
                  </a:lnTo>
                  <a:lnTo>
                    <a:pt x="6398672" y="553002"/>
                  </a:lnTo>
                  <a:lnTo>
                    <a:pt x="6450629" y="589547"/>
                  </a:lnTo>
                  <a:lnTo>
                    <a:pt x="6502015" y="624669"/>
                  </a:lnTo>
                  <a:lnTo>
                    <a:pt x="6552769" y="658033"/>
                  </a:lnTo>
                  <a:lnTo>
                    <a:pt x="6602914" y="689383"/>
                  </a:lnTo>
                  <a:lnTo>
                    <a:pt x="6652580" y="718549"/>
                  </a:lnTo>
                  <a:lnTo>
                    <a:pt x="6702009" y="745441"/>
                  </a:lnTo>
                  <a:lnTo>
                    <a:pt x="6751575" y="770049"/>
                  </a:lnTo>
                  <a:lnTo>
                    <a:pt x="6786527" y="785897"/>
                  </a:lnTo>
                  <a:lnTo>
                    <a:pt x="6836062" y="806157"/>
                  </a:lnTo>
                  <a:lnTo>
                    <a:pt x="6887304" y="824359"/>
                  </a:lnTo>
                  <a:lnTo>
                    <a:pt x="6941071" y="840611"/>
                  </a:lnTo>
                  <a:lnTo>
                    <a:pt x="6998276" y="855094"/>
                  </a:lnTo>
                  <a:lnTo>
                    <a:pt x="7059846" y="868014"/>
                  </a:lnTo>
                  <a:lnTo>
                    <a:pt x="7126644" y="879563"/>
                  </a:lnTo>
                  <a:lnTo>
                    <a:pt x="7199361" y="889915"/>
                  </a:lnTo>
                  <a:lnTo>
                    <a:pt x="7278380" y="899204"/>
                  </a:lnTo>
                  <a:lnTo>
                    <a:pt x="7363592" y="907531"/>
                  </a:lnTo>
                  <a:lnTo>
                    <a:pt x="7454184" y="914955"/>
                  </a:lnTo>
                  <a:lnTo>
                    <a:pt x="7548427" y="921498"/>
                  </a:lnTo>
                  <a:lnTo>
                    <a:pt x="7643547" y="927155"/>
                  </a:lnTo>
                  <a:lnTo>
                    <a:pt x="7735788" y="931905"/>
                  </a:lnTo>
                  <a:lnTo>
                    <a:pt x="7820755" y="935732"/>
                  </a:lnTo>
                  <a:lnTo>
                    <a:pt x="7894083" y="938646"/>
                  </a:lnTo>
                  <a:lnTo>
                    <a:pt x="7952302" y="940703"/>
                  </a:lnTo>
                  <a:lnTo>
                    <a:pt x="7993668" y="942010"/>
                  </a:lnTo>
                  <a:lnTo>
                    <a:pt x="8018672" y="942721"/>
                  </a:lnTo>
                  <a:lnTo>
                    <a:pt x="8030104" y="943014"/>
                  </a:lnTo>
                  <a:lnTo>
                    <a:pt x="8032784" y="943076"/>
                  </a:lnTo>
                  <a:lnTo>
                    <a:pt x="8032819" y="943077"/>
                  </a:lnTo>
                  <a:lnTo>
                    <a:pt x="8554953" y="943077"/>
                  </a:lnTo>
                  <a:lnTo>
                    <a:pt x="8554953" y="943077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252" name="pl1252"/>
            <p:cNvSpPr/>
            <p:nvPr/>
          </p:nvSpPr>
          <p:spPr>
            <a:xfrm>
              <a:off x="386606" y="3777596"/>
              <a:ext cx="8554953" cy="943077"/>
            </a:xfrm>
            <a:custGeom>
              <a:avLst/>
              <a:pathLst>
                <a:path w="8554953" h="943077">
                  <a:moveTo>
                    <a:pt x="8554953" y="943077"/>
                  </a:moveTo>
                  <a:lnTo>
                    <a:pt x="8032819" y="943077"/>
                  </a:lnTo>
                  <a:lnTo>
                    <a:pt x="8031564" y="943048"/>
                  </a:lnTo>
                  <a:lnTo>
                    <a:pt x="8023356" y="942844"/>
                  </a:lnTo>
                  <a:lnTo>
                    <a:pt x="8002829" y="942279"/>
                  </a:lnTo>
                  <a:lnTo>
                    <a:pt x="7966546" y="941169"/>
                  </a:lnTo>
                  <a:lnTo>
                    <a:pt x="7913311" y="939352"/>
                  </a:lnTo>
                  <a:lnTo>
                    <a:pt x="7844229" y="936704"/>
                  </a:lnTo>
                  <a:lnTo>
                    <a:pt x="7762328" y="933154"/>
                  </a:lnTo>
                  <a:lnTo>
                    <a:pt x="7671800" y="928681"/>
                  </a:lnTo>
                  <a:lnTo>
                    <a:pt x="7577112" y="923294"/>
                  </a:lnTo>
                  <a:lnTo>
                    <a:pt x="7482266" y="917016"/>
                  </a:lnTo>
                  <a:lnTo>
                    <a:pt x="7390347" y="909858"/>
                  </a:lnTo>
                  <a:lnTo>
                    <a:pt x="7303392" y="901808"/>
                  </a:lnTo>
                  <a:lnTo>
                    <a:pt x="7222470" y="892817"/>
                  </a:lnTo>
                  <a:lnTo>
                    <a:pt x="7147878" y="882797"/>
                  </a:lnTo>
                  <a:lnTo>
                    <a:pt x="7079361" y="871625"/>
                  </a:lnTo>
                  <a:lnTo>
                    <a:pt x="7016303" y="859137"/>
                  </a:lnTo>
                  <a:lnTo>
                    <a:pt x="6957881" y="845146"/>
                  </a:lnTo>
                  <a:lnTo>
                    <a:pt x="6903178" y="829447"/>
                  </a:lnTo>
                  <a:lnTo>
                    <a:pt x="6851268" y="811848"/>
                  </a:lnTo>
                  <a:lnTo>
                    <a:pt x="6801296" y="792212"/>
                  </a:lnTo>
                  <a:lnTo>
                    <a:pt x="6786527" y="785897"/>
                  </a:lnTo>
                  <a:lnTo>
                    <a:pt x="6736563" y="762855"/>
                  </a:lnTo>
                  <a:lnTo>
                    <a:pt x="6687086" y="737561"/>
                  </a:lnTo>
                  <a:lnTo>
                    <a:pt x="6637618" y="709977"/>
                  </a:lnTo>
                  <a:lnTo>
                    <a:pt x="6587828" y="680139"/>
                  </a:lnTo>
                  <a:lnTo>
                    <a:pt x="6537507" y="648159"/>
                  </a:lnTo>
                  <a:lnTo>
                    <a:pt x="6486561" y="614233"/>
                  </a:lnTo>
                  <a:lnTo>
                    <a:pt x="6434992" y="578642"/>
                  </a:lnTo>
                  <a:lnTo>
                    <a:pt x="6382886" y="541744"/>
                  </a:lnTo>
                  <a:lnTo>
                    <a:pt x="6330398" y="503961"/>
                  </a:lnTo>
                  <a:lnTo>
                    <a:pt x="6277723" y="465763"/>
                  </a:lnTo>
                  <a:lnTo>
                    <a:pt x="6225082" y="427638"/>
                  </a:lnTo>
                  <a:lnTo>
                    <a:pt x="6172690" y="390075"/>
                  </a:lnTo>
                  <a:lnTo>
                    <a:pt x="6120733" y="353530"/>
                  </a:lnTo>
                  <a:lnTo>
                    <a:pt x="6069347" y="318407"/>
                  </a:lnTo>
                  <a:lnTo>
                    <a:pt x="6018593" y="285043"/>
                  </a:lnTo>
                  <a:lnTo>
                    <a:pt x="5968448" y="253693"/>
                  </a:lnTo>
                  <a:lnTo>
                    <a:pt x="5918782" y="224528"/>
                  </a:lnTo>
                  <a:lnTo>
                    <a:pt x="5869353" y="197636"/>
                  </a:lnTo>
                  <a:lnTo>
                    <a:pt x="5819787" y="173028"/>
                  </a:lnTo>
                  <a:lnTo>
                    <a:pt x="5784835" y="157179"/>
                  </a:lnTo>
                  <a:lnTo>
                    <a:pt x="5735300" y="136919"/>
                  </a:lnTo>
                  <a:lnTo>
                    <a:pt x="5684058" y="118718"/>
                  </a:lnTo>
                  <a:lnTo>
                    <a:pt x="5630291" y="102466"/>
                  </a:lnTo>
                  <a:lnTo>
                    <a:pt x="5573086" y="87982"/>
                  </a:lnTo>
                  <a:lnTo>
                    <a:pt x="5511516" y="75063"/>
                  </a:lnTo>
                  <a:lnTo>
                    <a:pt x="5444718" y="63513"/>
                  </a:lnTo>
                  <a:lnTo>
                    <a:pt x="5372001" y="53162"/>
                  </a:lnTo>
                  <a:lnTo>
                    <a:pt x="5292982" y="43872"/>
                  </a:lnTo>
                  <a:lnTo>
                    <a:pt x="5207770" y="35545"/>
                  </a:lnTo>
                  <a:lnTo>
                    <a:pt x="5117178" y="28122"/>
                  </a:lnTo>
                  <a:lnTo>
                    <a:pt x="5022935" y="21578"/>
                  </a:lnTo>
                  <a:lnTo>
                    <a:pt x="4927815" y="15921"/>
                  </a:lnTo>
                  <a:lnTo>
                    <a:pt x="4835574" y="11171"/>
                  </a:lnTo>
                  <a:lnTo>
                    <a:pt x="4750607" y="7344"/>
                  </a:lnTo>
                  <a:lnTo>
                    <a:pt x="4677279" y="4430"/>
                  </a:lnTo>
                  <a:lnTo>
                    <a:pt x="4619060" y="2373"/>
                  </a:lnTo>
                  <a:lnTo>
                    <a:pt x="4577694" y="1066"/>
                  </a:lnTo>
                  <a:lnTo>
                    <a:pt x="4552690" y="356"/>
                  </a:lnTo>
                  <a:lnTo>
                    <a:pt x="4541258" y="63"/>
                  </a:lnTo>
                  <a:lnTo>
                    <a:pt x="4538578" y="0"/>
                  </a:lnTo>
                  <a:lnTo>
                    <a:pt x="4538543" y="0"/>
                  </a:lnTo>
                  <a:lnTo>
                    <a:pt x="4016409" y="0"/>
                  </a:lnTo>
                  <a:lnTo>
                    <a:pt x="4015145" y="17"/>
                  </a:lnTo>
                  <a:lnTo>
                    <a:pt x="4006878" y="141"/>
                  </a:lnTo>
                  <a:lnTo>
                    <a:pt x="3986209" y="486"/>
                  </a:lnTo>
                  <a:lnTo>
                    <a:pt x="3949688" y="1162"/>
                  </a:lnTo>
                  <a:lnTo>
                    <a:pt x="3896131" y="2269"/>
                  </a:lnTo>
                  <a:lnTo>
                    <a:pt x="3826677" y="3882"/>
                  </a:lnTo>
                  <a:lnTo>
                    <a:pt x="3744397" y="6043"/>
                  </a:lnTo>
                  <a:lnTo>
                    <a:pt x="3653524" y="8766"/>
                  </a:lnTo>
                  <a:lnTo>
                    <a:pt x="3558558" y="12043"/>
                  </a:lnTo>
                  <a:lnTo>
                    <a:pt x="3463513" y="15863"/>
                  </a:lnTo>
                  <a:lnTo>
                    <a:pt x="3371475" y="20216"/>
                  </a:lnTo>
                  <a:lnTo>
                    <a:pt x="3284466" y="25113"/>
                  </a:lnTo>
                  <a:lnTo>
                    <a:pt x="3203539" y="30583"/>
                  </a:lnTo>
                  <a:lnTo>
                    <a:pt x="3128972" y="36680"/>
                  </a:lnTo>
                  <a:lnTo>
                    <a:pt x="3060495" y="43481"/>
                  </a:lnTo>
                  <a:lnTo>
                    <a:pt x="2997475" y="51085"/>
                  </a:lnTo>
                  <a:lnTo>
                    <a:pt x="2939079" y="59609"/>
                  </a:lnTo>
                  <a:lnTo>
                    <a:pt x="2884381" y="69175"/>
                  </a:lnTo>
                  <a:lnTo>
                    <a:pt x="2832449" y="79901"/>
                  </a:lnTo>
                  <a:lnTo>
                    <a:pt x="2782427" y="91867"/>
                  </a:lnTo>
                  <a:lnTo>
                    <a:pt x="2770117" y="95060"/>
                  </a:lnTo>
                  <a:lnTo>
                    <a:pt x="2717641" y="109737"/>
                  </a:lnTo>
                  <a:lnTo>
                    <a:pt x="2665674" y="125920"/>
                  </a:lnTo>
                  <a:lnTo>
                    <a:pt x="2613674" y="143630"/>
                  </a:lnTo>
                  <a:lnTo>
                    <a:pt x="2561276" y="162837"/>
                  </a:lnTo>
                  <a:lnTo>
                    <a:pt x="2508263" y="183451"/>
                  </a:lnTo>
                  <a:lnTo>
                    <a:pt x="2454551" y="205322"/>
                  </a:lnTo>
                  <a:lnTo>
                    <a:pt x="2400173" y="228236"/>
                  </a:lnTo>
                  <a:lnTo>
                    <a:pt x="2345256" y="251927"/>
                  </a:lnTo>
                  <a:lnTo>
                    <a:pt x="2290000" y="276084"/>
                  </a:lnTo>
                  <a:lnTo>
                    <a:pt x="2234648" y="300371"/>
                  </a:lnTo>
                  <a:lnTo>
                    <a:pt x="2179455" y="324442"/>
                  </a:lnTo>
                  <a:lnTo>
                    <a:pt x="2124657" y="347966"/>
                  </a:lnTo>
                  <a:lnTo>
                    <a:pt x="2070437" y="370641"/>
                  </a:lnTo>
                  <a:lnTo>
                    <a:pt x="2016902" y="392214"/>
                  </a:lnTo>
                  <a:lnTo>
                    <a:pt x="1964056" y="412487"/>
                  </a:lnTo>
                  <a:lnTo>
                    <a:pt x="1911784" y="431324"/>
                  </a:lnTo>
                  <a:lnTo>
                    <a:pt x="1859834" y="448651"/>
                  </a:lnTo>
                  <a:lnTo>
                    <a:pt x="1807797" y="464451"/>
                  </a:lnTo>
                  <a:lnTo>
                    <a:pt x="1768425" y="475303"/>
                  </a:lnTo>
                  <a:lnTo>
                    <a:pt x="1718764" y="487585"/>
                  </a:lnTo>
                  <a:lnTo>
                    <a:pt x="1667386" y="498616"/>
                  </a:lnTo>
                  <a:lnTo>
                    <a:pt x="1613466" y="508463"/>
                  </a:lnTo>
                  <a:lnTo>
                    <a:pt x="1556084" y="517235"/>
                  </a:lnTo>
                  <a:lnTo>
                    <a:pt x="1494306" y="525058"/>
                  </a:lnTo>
                  <a:lnTo>
                    <a:pt x="1427264" y="532050"/>
                  </a:lnTo>
                  <a:lnTo>
                    <a:pt x="1354264" y="538315"/>
                  </a:lnTo>
                  <a:lnTo>
                    <a:pt x="1274929" y="543936"/>
                  </a:lnTo>
                  <a:lnTo>
                    <a:pt x="1189377" y="548973"/>
                  </a:lnTo>
                  <a:lnTo>
                    <a:pt x="1098449" y="553461"/>
                  </a:lnTo>
                  <a:lnTo>
                    <a:pt x="1003908" y="557414"/>
                  </a:lnTo>
                  <a:lnTo>
                    <a:pt x="908577" y="560829"/>
                  </a:lnTo>
                  <a:lnTo>
                    <a:pt x="816266" y="563691"/>
                  </a:lnTo>
                  <a:lnTo>
                    <a:pt x="731412" y="565993"/>
                  </a:lnTo>
                  <a:lnTo>
                    <a:pt x="658398" y="567740"/>
                  </a:lnTo>
                  <a:lnTo>
                    <a:pt x="600669" y="568968"/>
                  </a:lnTo>
                  <a:lnTo>
                    <a:pt x="559902" y="569744"/>
                  </a:lnTo>
                  <a:lnTo>
                    <a:pt x="535504" y="570161"/>
                  </a:lnTo>
                  <a:lnTo>
                    <a:pt x="524568" y="570330"/>
                  </a:lnTo>
                  <a:lnTo>
                    <a:pt x="522154" y="570364"/>
                  </a:lnTo>
                  <a:lnTo>
                    <a:pt x="522133" y="570364"/>
                  </a:lnTo>
                  <a:lnTo>
                    <a:pt x="0" y="570364"/>
                  </a:lnTo>
                  <a:lnTo>
                    <a:pt x="0" y="570364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253" name="pg1253"/>
            <p:cNvSpPr/>
            <p:nvPr/>
          </p:nvSpPr>
          <p:spPr>
            <a:xfrm>
              <a:off x="386606" y="3229821"/>
              <a:ext cx="8554953" cy="2332281"/>
            </a:xfrm>
            <a:custGeom>
              <a:avLst/>
              <a:pathLst>
                <a:path w="8554953" h="2332281">
                  <a:moveTo>
                    <a:pt x="0" y="1276260"/>
                  </a:moveTo>
                  <a:lnTo>
                    <a:pt x="522133" y="1276260"/>
                  </a:lnTo>
                  <a:lnTo>
                    <a:pt x="523384" y="1276292"/>
                  </a:lnTo>
                  <a:lnTo>
                    <a:pt x="531569" y="1276520"/>
                  </a:lnTo>
                  <a:lnTo>
                    <a:pt x="552040" y="1277151"/>
                  </a:lnTo>
                  <a:lnTo>
                    <a:pt x="588229" y="1278390"/>
                  </a:lnTo>
                  <a:lnTo>
                    <a:pt x="641337" y="1280420"/>
                  </a:lnTo>
                  <a:lnTo>
                    <a:pt x="710270" y="1283376"/>
                  </a:lnTo>
                  <a:lnTo>
                    <a:pt x="792020" y="1287340"/>
                  </a:lnTo>
                  <a:lnTo>
                    <a:pt x="882412" y="1292336"/>
                  </a:lnTo>
                  <a:lnTo>
                    <a:pt x="976989" y="1298354"/>
                  </a:lnTo>
                  <a:lnTo>
                    <a:pt x="1071756" y="1305368"/>
                  </a:lnTo>
                  <a:lnTo>
                    <a:pt x="1163627" y="1313364"/>
                  </a:lnTo>
                  <a:lnTo>
                    <a:pt x="1250560" y="1322358"/>
                  </a:lnTo>
                  <a:lnTo>
                    <a:pt x="1331480" y="1332403"/>
                  </a:lnTo>
                  <a:lnTo>
                    <a:pt x="1406081" y="1343595"/>
                  </a:lnTo>
                  <a:lnTo>
                    <a:pt x="1474614" y="1356073"/>
                  </a:lnTo>
                  <a:lnTo>
                    <a:pt x="1537688" y="1370018"/>
                  </a:lnTo>
                  <a:lnTo>
                    <a:pt x="1596120" y="1385640"/>
                  </a:lnTo>
                  <a:lnTo>
                    <a:pt x="1650825" y="1403167"/>
                  </a:lnTo>
                  <a:lnTo>
                    <a:pt x="1702727" y="1422813"/>
                  </a:lnTo>
                  <a:lnTo>
                    <a:pt x="1752679" y="1444734"/>
                  </a:lnTo>
                  <a:lnTo>
                    <a:pt x="1768425" y="1452264"/>
                  </a:lnTo>
                  <a:lnTo>
                    <a:pt x="1817537" y="1477601"/>
                  </a:lnTo>
                  <a:lnTo>
                    <a:pt x="1866170" y="1505374"/>
                  </a:lnTo>
                  <a:lnTo>
                    <a:pt x="1914780" y="1535623"/>
                  </a:lnTo>
                  <a:lnTo>
                    <a:pt x="1963689" y="1568314"/>
                  </a:lnTo>
                  <a:lnTo>
                    <a:pt x="2013100" y="1603334"/>
                  </a:lnTo>
                  <a:lnTo>
                    <a:pt x="2063112" y="1640480"/>
                  </a:lnTo>
                  <a:lnTo>
                    <a:pt x="2113730" y="1679463"/>
                  </a:lnTo>
                  <a:lnTo>
                    <a:pt x="2164881" y="1719911"/>
                  </a:lnTo>
                  <a:lnTo>
                    <a:pt x="2216424" y="1761382"/>
                  </a:lnTo>
                  <a:lnTo>
                    <a:pt x="2268179" y="1803383"/>
                  </a:lnTo>
                  <a:lnTo>
                    <a:pt x="2319938" y="1845396"/>
                  </a:lnTo>
                  <a:lnTo>
                    <a:pt x="2371495" y="1886899"/>
                  </a:lnTo>
                  <a:lnTo>
                    <a:pt x="2422665" y="1927399"/>
                  </a:lnTo>
                  <a:lnTo>
                    <a:pt x="2473308" y="1966452"/>
                  </a:lnTo>
                  <a:lnTo>
                    <a:pt x="2523346" y="2003682"/>
                  </a:lnTo>
                  <a:lnTo>
                    <a:pt x="2572781" y="2038797"/>
                  </a:lnTo>
                  <a:lnTo>
                    <a:pt x="2621708" y="2071589"/>
                  </a:lnTo>
                  <a:lnTo>
                    <a:pt x="2670325" y="2101942"/>
                  </a:lnTo>
                  <a:lnTo>
                    <a:pt x="2718948" y="2129819"/>
                  </a:lnTo>
                  <a:lnTo>
                    <a:pt x="2768029" y="2155257"/>
                  </a:lnTo>
                  <a:lnTo>
                    <a:pt x="2770117" y="2156278"/>
                  </a:lnTo>
                  <a:lnTo>
                    <a:pt x="2819603" y="2178943"/>
                  </a:lnTo>
                  <a:lnTo>
                    <a:pt x="2870791" y="2199307"/>
                  </a:lnTo>
                  <a:lnTo>
                    <a:pt x="2924497" y="2217492"/>
                  </a:lnTo>
                  <a:lnTo>
                    <a:pt x="2981631" y="2233701"/>
                  </a:lnTo>
                  <a:lnTo>
                    <a:pt x="3043119" y="2248160"/>
                  </a:lnTo>
                  <a:lnTo>
                    <a:pt x="3109820" y="2261088"/>
                  </a:lnTo>
                  <a:lnTo>
                    <a:pt x="3182425" y="2272676"/>
                  </a:lnTo>
                  <a:lnTo>
                    <a:pt x="3261318" y="2283076"/>
                  </a:lnTo>
                  <a:lnTo>
                    <a:pt x="3346397" y="2292400"/>
                  </a:lnTo>
                  <a:lnTo>
                    <a:pt x="3436855" y="2300713"/>
                  </a:lnTo>
                  <a:lnTo>
                    <a:pt x="3530978" y="2308043"/>
                  </a:lnTo>
                  <a:lnTo>
                    <a:pt x="3626014" y="2314383"/>
                  </a:lnTo>
                  <a:lnTo>
                    <a:pt x="3718226" y="2319710"/>
                  </a:lnTo>
                  <a:lnTo>
                    <a:pt x="3803236" y="2324004"/>
                  </a:lnTo>
                  <a:lnTo>
                    <a:pt x="3876687" y="2327279"/>
                  </a:lnTo>
                  <a:lnTo>
                    <a:pt x="3935098" y="2329593"/>
                  </a:lnTo>
                  <a:lnTo>
                    <a:pt x="3976701" y="2331068"/>
                  </a:lnTo>
                  <a:lnTo>
                    <a:pt x="4001947" y="2331872"/>
                  </a:lnTo>
                  <a:lnTo>
                    <a:pt x="4013578" y="2332207"/>
                  </a:lnTo>
                  <a:lnTo>
                    <a:pt x="4016409" y="2332281"/>
                  </a:lnTo>
                  <a:lnTo>
                    <a:pt x="4538543" y="2332281"/>
                  </a:lnTo>
                  <a:lnTo>
                    <a:pt x="4539729" y="2332215"/>
                  </a:lnTo>
                  <a:lnTo>
                    <a:pt x="4547498" y="2331739"/>
                  </a:lnTo>
                  <a:lnTo>
                    <a:pt x="4566964" y="2330424"/>
                  </a:lnTo>
                  <a:lnTo>
                    <a:pt x="4601469" y="2327839"/>
                  </a:lnTo>
                  <a:lnTo>
                    <a:pt x="4652287" y="2323600"/>
                  </a:lnTo>
                  <a:lnTo>
                    <a:pt x="4718551" y="2317411"/>
                  </a:lnTo>
                  <a:lnTo>
                    <a:pt x="4797561" y="2309095"/>
                  </a:lnTo>
                  <a:lnTo>
                    <a:pt x="4885445" y="2298587"/>
                  </a:lnTo>
                  <a:lnTo>
                    <a:pt x="4977969" y="2285903"/>
                  </a:lnTo>
                  <a:lnTo>
                    <a:pt x="5071246" y="2271093"/>
                  </a:lnTo>
                  <a:lnTo>
                    <a:pt x="5162188" y="2254194"/>
                  </a:lnTo>
                  <a:lnTo>
                    <a:pt x="5248677" y="2235188"/>
                  </a:lnTo>
                  <a:lnTo>
                    <a:pt x="5329519" y="2213982"/>
                  </a:lnTo>
                  <a:lnTo>
                    <a:pt x="5404280" y="2190396"/>
                  </a:lnTo>
                  <a:lnTo>
                    <a:pt x="5473088" y="2164160"/>
                  </a:lnTo>
                  <a:lnTo>
                    <a:pt x="5536447" y="2134919"/>
                  </a:lnTo>
                  <a:lnTo>
                    <a:pt x="5595088" y="2102248"/>
                  </a:lnTo>
                  <a:lnTo>
                    <a:pt x="5649861" y="2065681"/>
                  </a:lnTo>
                  <a:lnTo>
                    <a:pt x="5701646" y="2024749"/>
                  </a:lnTo>
                  <a:lnTo>
                    <a:pt x="5751282" y="1979073"/>
                  </a:lnTo>
                  <a:lnTo>
                    <a:pt x="5784835" y="1944509"/>
                  </a:lnTo>
                  <a:lnTo>
                    <a:pt x="5824879" y="1899452"/>
                  </a:lnTo>
                  <a:lnTo>
                    <a:pt x="5864542" y="1850856"/>
                  </a:lnTo>
                  <a:lnTo>
                    <a:pt x="5904090" y="1798650"/>
                  </a:lnTo>
                  <a:lnTo>
                    <a:pt x="5943731" y="1742833"/>
                  </a:lnTo>
                  <a:lnTo>
                    <a:pt x="5983614" y="1683473"/>
                  </a:lnTo>
                  <a:lnTo>
                    <a:pt x="6023839" y="1620726"/>
                  </a:lnTo>
                  <a:lnTo>
                    <a:pt x="6064460" y="1554828"/>
                  </a:lnTo>
                  <a:lnTo>
                    <a:pt x="6105489" y="1486103"/>
                  </a:lnTo>
                  <a:lnTo>
                    <a:pt x="6146902" y="1414957"/>
                  </a:lnTo>
                  <a:lnTo>
                    <a:pt x="6188643" y="1341870"/>
                  </a:lnTo>
                  <a:lnTo>
                    <a:pt x="6230630" y="1267386"/>
                  </a:lnTo>
                  <a:lnTo>
                    <a:pt x="6272763" y="1192094"/>
                  </a:lnTo>
                  <a:lnTo>
                    <a:pt x="6314931" y="1116610"/>
                  </a:lnTo>
                  <a:lnTo>
                    <a:pt x="6357020" y="1041559"/>
                  </a:lnTo>
                  <a:lnTo>
                    <a:pt x="6398923" y="967548"/>
                  </a:lnTo>
                  <a:lnTo>
                    <a:pt x="6440545" y="895152"/>
                  </a:lnTo>
                  <a:lnTo>
                    <a:pt x="6481814" y="824891"/>
                  </a:lnTo>
                  <a:lnTo>
                    <a:pt x="6522687" y="757217"/>
                  </a:lnTo>
                  <a:lnTo>
                    <a:pt x="6563150" y="692506"/>
                  </a:lnTo>
                  <a:lnTo>
                    <a:pt x="6603234" y="631047"/>
                  </a:lnTo>
                  <a:lnTo>
                    <a:pt x="6643009" y="573046"/>
                  </a:lnTo>
                  <a:lnTo>
                    <a:pt x="6682593" y="518624"/>
                  </a:lnTo>
                  <a:lnTo>
                    <a:pt x="6722158" y="467821"/>
                  </a:lnTo>
                  <a:lnTo>
                    <a:pt x="6761933" y="420608"/>
                  </a:lnTo>
                  <a:lnTo>
                    <a:pt x="6786527" y="393419"/>
                  </a:lnTo>
                  <a:lnTo>
                    <a:pt x="6835109" y="344337"/>
                  </a:lnTo>
                  <a:lnTo>
                    <a:pt x="6885319" y="300146"/>
                  </a:lnTo>
                  <a:lnTo>
                    <a:pt x="6937927" y="260598"/>
                  </a:lnTo>
                  <a:lnTo>
                    <a:pt x="6993792" y="225276"/>
                  </a:lnTo>
                  <a:lnTo>
                    <a:pt x="7053793" y="193705"/>
                  </a:lnTo>
                  <a:lnTo>
                    <a:pt x="7118751" y="165427"/>
                  </a:lnTo>
                  <a:lnTo>
                    <a:pt x="7189344" y="140036"/>
                  </a:lnTo>
                  <a:lnTo>
                    <a:pt x="7265977" y="117204"/>
                  </a:lnTo>
                  <a:lnTo>
                    <a:pt x="7348627" y="96688"/>
                  </a:lnTo>
                  <a:lnTo>
                    <a:pt x="7436648" y="78334"/>
                  </a:lnTo>
                  <a:lnTo>
                    <a:pt x="7528577" y="62073"/>
                  </a:lnTo>
                  <a:lnTo>
                    <a:pt x="7621994" y="47910"/>
                  </a:lnTo>
                  <a:lnTo>
                    <a:pt x="7713536" y="35888"/>
                  </a:lnTo>
                  <a:lnTo>
                    <a:pt x="7799149" y="26052"/>
                  </a:lnTo>
                  <a:lnTo>
                    <a:pt x="7874626" y="18400"/>
                  </a:lnTo>
                  <a:lnTo>
                    <a:pt x="7936370" y="12833"/>
                  </a:lnTo>
                  <a:lnTo>
                    <a:pt x="7982184" y="9138"/>
                  </a:lnTo>
                  <a:lnTo>
                    <a:pt x="8011845" y="6986"/>
                  </a:lnTo>
                  <a:lnTo>
                    <a:pt x="8027283" y="5974"/>
                  </a:lnTo>
                  <a:lnTo>
                    <a:pt x="8032416" y="5669"/>
                  </a:lnTo>
                  <a:lnTo>
                    <a:pt x="8032819" y="5647"/>
                  </a:lnTo>
                  <a:lnTo>
                    <a:pt x="8554953" y="5647"/>
                  </a:lnTo>
                  <a:lnTo>
                    <a:pt x="8554953" y="0"/>
                  </a:lnTo>
                  <a:lnTo>
                    <a:pt x="8032819" y="0"/>
                  </a:lnTo>
                  <a:lnTo>
                    <a:pt x="8031633" y="66"/>
                  </a:lnTo>
                  <a:lnTo>
                    <a:pt x="8023864" y="542"/>
                  </a:lnTo>
                  <a:lnTo>
                    <a:pt x="8004398" y="1857"/>
                  </a:lnTo>
                  <a:lnTo>
                    <a:pt x="7969893" y="4442"/>
                  </a:lnTo>
                  <a:lnTo>
                    <a:pt x="7919075" y="8681"/>
                  </a:lnTo>
                  <a:lnTo>
                    <a:pt x="7852811" y="14870"/>
                  </a:lnTo>
                  <a:lnTo>
                    <a:pt x="7773801" y="23186"/>
                  </a:lnTo>
                  <a:lnTo>
                    <a:pt x="7685917" y="33694"/>
                  </a:lnTo>
                  <a:lnTo>
                    <a:pt x="7593393" y="46378"/>
                  </a:lnTo>
                  <a:lnTo>
                    <a:pt x="7500116" y="61187"/>
                  </a:lnTo>
                  <a:lnTo>
                    <a:pt x="7409174" y="78087"/>
                  </a:lnTo>
                  <a:lnTo>
                    <a:pt x="7322685" y="97093"/>
                  </a:lnTo>
                  <a:lnTo>
                    <a:pt x="7241843" y="118298"/>
                  </a:lnTo>
                  <a:lnTo>
                    <a:pt x="7167081" y="141884"/>
                  </a:lnTo>
                  <a:lnTo>
                    <a:pt x="7098274" y="168121"/>
                  </a:lnTo>
                  <a:lnTo>
                    <a:pt x="7034915" y="197362"/>
                  </a:lnTo>
                  <a:lnTo>
                    <a:pt x="6976274" y="230032"/>
                  </a:lnTo>
                  <a:lnTo>
                    <a:pt x="6921501" y="266600"/>
                  </a:lnTo>
                  <a:lnTo>
                    <a:pt x="6869716" y="307531"/>
                  </a:lnTo>
                  <a:lnTo>
                    <a:pt x="6820080" y="353207"/>
                  </a:lnTo>
                  <a:lnTo>
                    <a:pt x="6786527" y="387772"/>
                  </a:lnTo>
                  <a:lnTo>
                    <a:pt x="6746483" y="432829"/>
                  </a:lnTo>
                  <a:lnTo>
                    <a:pt x="6706820" y="481425"/>
                  </a:lnTo>
                  <a:lnTo>
                    <a:pt x="6667272" y="533630"/>
                  </a:lnTo>
                  <a:lnTo>
                    <a:pt x="6627631" y="589448"/>
                  </a:lnTo>
                  <a:lnTo>
                    <a:pt x="6587748" y="648807"/>
                  </a:lnTo>
                  <a:lnTo>
                    <a:pt x="6547523" y="711555"/>
                  </a:lnTo>
                  <a:lnTo>
                    <a:pt x="6506902" y="777453"/>
                  </a:lnTo>
                  <a:lnTo>
                    <a:pt x="6465873" y="846178"/>
                  </a:lnTo>
                  <a:lnTo>
                    <a:pt x="6424460" y="917324"/>
                  </a:lnTo>
                  <a:lnTo>
                    <a:pt x="6382719" y="990411"/>
                  </a:lnTo>
                  <a:lnTo>
                    <a:pt x="6340732" y="1064895"/>
                  </a:lnTo>
                  <a:lnTo>
                    <a:pt x="6298599" y="1140187"/>
                  </a:lnTo>
                  <a:lnTo>
                    <a:pt x="6256431" y="1215670"/>
                  </a:lnTo>
                  <a:lnTo>
                    <a:pt x="6214342" y="1290722"/>
                  </a:lnTo>
                  <a:lnTo>
                    <a:pt x="6172439" y="1364732"/>
                  </a:lnTo>
                  <a:lnTo>
                    <a:pt x="6130817" y="1437129"/>
                  </a:lnTo>
                  <a:lnTo>
                    <a:pt x="6089547" y="1507390"/>
                  </a:lnTo>
                  <a:lnTo>
                    <a:pt x="6048675" y="1575064"/>
                  </a:lnTo>
                  <a:lnTo>
                    <a:pt x="6008212" y="1639775"/>
                  </a:lnTo>
                  <a:lnTo>
                    <a:pt x="5968128" y="1701233"/>
                  </a:lnTo>
                  <a:lnTo>
                    <a:pt x="5928353" y="1759234"/>
                  </a:lnTo>
                  <a:lnTo>
                    <a:pt x="5888769" y="1813657"/>
                  </a:lnTo>
                  <a:lnTo>
                    <a:pt x="5849204" y="1864460"/>
                  </a:lnTo>
                  <a:lnTo>
                    <a:pt x="5809429" y="1911673"/>
                  </a:lnTo>
                  <a:lnTo>
                    <a:pt x="5784835" y="1938862"/>
                  </a:lnTo>
                  <a:lnTo>
                    <a:pt x="5736253" y="1987943"/>
                  </a:lnTo>
                  <a:lnTo>
                    <a:pt x="5686043" y="2032135"/>
                  </a:lnTo>
                  <a:lnTo>
                    <a:pt x="5633435" y="2071682"/>
                  </a:lnTo>
                  <a:lnTo>
                    <a:pt x="5577570" y="2107005"/>
                  </a:lnTo>
                  <a:lnTo>
                    <a:pt x="5517569" y="2138576"/>
                  </a:lnTo>
                  <a:lnTo>
                    <a:pt x="5452611" y="2166854"/>
                  </a:lnTo>
                  <a:lnTo>
                    <a:pt x="5382018" y="2192245"/>
                  </a:lnTo>
                  <a:lnTo>
                    <a:pt x="5305385" y="2215076"/>
                  </a:lnTo>
                  <a:lnTo>
                    <a:pt x="5222735" y="2235593"/>
                  </a:lnTo>
                  <a:lnTo>
                    <a:pt x="5134714" y="2253947"/>
                  </a:lnTo>
                  <a:lnTo>
                    <a:pt x="5042785" y="2270207"/>
                  </a:lnTo>
                  <a:lnTo>
                    <a:pt x="4949368" y="2284371"/>
                  </a:lnTo>
                  <a:lnTo>
                    <a:pt x="4857826" y="2296393"/>
                  </a:lnTo>
                  <a:lnTo>
                    <a:pt x="4772212" y="2306228"/>
                  </a:lnTo>
                  <a:lnTo>
                    <a:pt x="4696736" y="2313881"/>
                  </a:lnTo>
                  <a:lnTo>
                    <a:pt x="4634992" y="2319447"/>
                  </a:lnTo>
                  <a:lnTo>
                    <a:pt x="4589178" y="2323143"/>
                  </a:lnTo>
                  <a:lnTo>
                    <a:pt x="4559517" y="2325295"/>
                  </a:lnTo>
                  <a:lnTo>
                    <a:pt x="4544079" y="2326306"/>
                  </a:lnTo>
                  <a:lnTo>
                    <a:pt x="4538946" y="2326612"/>
                  </a:lnTo>
                  <a:lnTo>
                    <a:pt x="4538543" y="2326634"/>
                  </a:lnTo>
                  <a:lnTo>
                    <a:pt x="4016409" y="2326634"/>
                  </a:lnTo>
                  <a:lnTo>
                    <a:pt x="4015158" y="2326602"/>
                  </a:lnTo>
                  <a:lnTo>
                    <a:pt x="4006973" y="2326374"/>
                  </a:lnTo>
                  <a:lnTo>
                    <a:pt x="3986502" y="2325743"/>
                  </a:lnTo>
                  <a:lnTo>
                    <a:pt x="3950313" y="2324504"/>
                  </a:lnTo>
                  <a:lnTo>
                    <a:pt x="3897206" y="2322475"/>
                  </a:lnTo>
                  <a:lnTo>
                    <a:pt x="3828272" y="2319518"/>
                  </a:lnTo>
                  <a:lnTo>
                    <a:pt x="3746522" y="2315554"/>
                  </a:lnTo>
                  <a:lnTo>
                    <a:pt x="3656130" y="2310558"/>
                  </a:lnTo>
                  <a:lnTo>
                    <a:pt x="3561553" y="2304540"/>
                  </a:lnTo>
                  <a:lnTo>
                    <a:pt x="3466786" y="2297527"/>
                  </a:lnTo>
                  <a:lnTo>
                    <a:pt x="3374915" y="2289530"/>
                  </a:lnTo>
                  <a:lnTo>
                    <a:pt x="3287982" y="2280536"/>
                  </a:lnTo>
                  <a:lnTo>
                    <a:pt x="3207063" y="2270491"/>
                  </a:lnTo>
                  <a:lnTo>
                    <a:pt x="3132461" y="2259299"/>
                  </a:lnTo>
                  <a:lnTo>
                    <a:pt x="3063928" y="2246821"/>
                  </a:lnTo>
                  <a:lnTo>
                    <a:pt x="3000854" y="2232876"/>
                  </a:lnTo>
                  <a:lnTo>
                    <a:pt x="2942422" y="2217254"/>
                  </a:lnTo>
                  <a:lnTo>
                    <a:pt x="2887717" y="2199727"/>
                  </a:lnTo>
                  <a:lnTo>
                    <a:pt x="2835815" y="2180081"/>
                  </a:lnTo>
                  <a:lnTo>
                    <a:pt x="2785863" y="2158160"/>
                  </a:lnTo>
                  <a:lnTo>
                    <a:pt x="2770117" y="2150630"/>
                  </a:lnTo>
                  <a:lnTo>
                    <a:pt x="2721005" y="2125293"/>
                  </a:lnTo>
                  <a:lnTo>
                    <a:pt x="2672373" y="2097520"/>
                  </a:lnTo>
                  <a:lnTo>
                    <a:pt x="2623763" y="2067272"/>
                  </a:lnTo>
                  <a:lnTo>
                    <a:pt x="2574854" y="2034580"/>
                  </a:lnTo>
                  <a:lnTo>
                    <a:pt x="2525442" y="1999560"/>
                  </a:lnTo>
                  <a:lnTo>
                    <a:pt x="2475430" y="1962414"/>
                  </a:lnTo>
                  <a:lnTo>
                    <a:pt x="2424812" y="1923431"/>
                  </a:lnTo>
                  <a:lnTo>
                    <a:pt x="2373662" y="1882983"/>
                  </a:lnTo>
                  <a:lnTo>
                    <a:pt x="2322118" y="1841512"/>
                  </a:lnTo>
                  <a:lnTo>
                    <a:pt x="2270363" y="1799511"/>
                  </a:lnTo>
                  <a:lnTo>
                    <a:pt x="2218604" y="1757498"/>
                  </a:lnTo>
                  <a:lnTo>
                    <a:pt x="2167047" y="1715995"/>
                  </a:lnTo>
                  <a:lnTo>
                    <a:pt x="2115877" y="1675495"/>
                  </a:lnTo>
                  <a:lnTo>
                    <a:pt x="2065235" y="1636442"/>
                  </a:lnTo>
                  <a:lnTo>
                    <a:pt x="2015196" y="1599212"/>
                  </a:lnTo>
                  <a:lnTo>
                    <a:pt x="1965761" y="1564098"/>
                  </a:lnTo>
                  <a:lnTo>
                    <a:pt x="1916834" y="1531305"/>
                  </a:lnTo>
                  <a:lnTo>
                    <a:pt x="1868217" y="1500952"/>
                  </a:lnTo>
                  <a:lnTo>
                    <a:pt x="1819594" y="1473075"/>
                  </a:lnTo>
                  <a:lnTo>
                    <a:pt x="1770513" y="1447637"/>
                  </a:lnTo>
                  <a:lnTo>
                    <a:pt x="1768425" y="1446616"/>
                  </a:lnTo>
                  <a:lnTo>
                    <a:pt x="1718940" y="1423952"/>
                  </a:lnTo>
                  <a:lnTo>
                    <a:pt x="1667752" y="1403587"/>
                  </a:lnTo>
                  <a:lnTo>
                    <a:pt x="1614045" y="1385402"/>
                  </a:lnTo>
                  <a:lnTo>
                    <a:pt x="1556911" y="1369193"/>
                  </a:lnTo>
                  <a:lnTo>
                    <a:pt x="1495424" y="1354734"/>
                  </a:lnTo>
                  <a:lnTo>
                    <a:pt x="1428723" y="1341806"/>
                  </a:lnTo>
                  <a:lnTo>
                    <a:pt x="1356117" y="1330218"/>
                  </a:lnTo>
                  <a:lnTo>
                    <a:pt x="1277224" y="1319818"/>
                  </a:lnTo>
                  <a:lnTo>
                    <a:pt x="1192145" y="1310494"/>
                  </a:lnTo>
                  <a:lnTo>
                    <a:pt x="1101687" y="1302181"/>
                  </a:lnTo>
                  <a:lnTo>
                    <a:pt x="1007564" y="1294851"/>
                  </a:lnTo>
                  <a:lnTo>
                    <a:pt x="912528" y="1288511"/>
                  </a:lnTo>
                  <a:lnTo>
                    <a:pt x="820316" y="1283185"/>
                  </a:lnTo>
                  <a:lnTo>
                    <a:pt x="735306" y="1278890"/>
                  </a:lnTo>
                  <a:lnTo>
                    <a:pt x="661856" y="1275616"/>
                  </a:lnTo>
                  <a:lnTo>
                    <a:pt x="603444" y="1273301"/>
                  </a:lnTo>
                  <a:lnTo>
                    <a:pt x="561841" y="1271826"/>
                  </a:lnTo>
                  <a:lnTo>
                    <a:pt x="536596" y="1271022"/>
                  </a:lnTo>
                  <a:lnTo>
                    <a:pt x="524964" y="1270687"/>
                  </a:lnTo>
                  <a:lnTo>
                    <a:pt x="522133" y="1270613"/>
                  </a:lnTo>
                  <a:lnTo>
                    <a:pt x="0" y="1270613"/>
                  </a:lnTo>
                  <a:close/>
                </a:path>
              </a:pathLst>
            </a:custGeom>
            <a:solidFill>
              <a:srgbClr val="67C1B3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1254" name="pl1254"/>
            <p:cNvSpPr/>
            <p:nvPr/>
          </p:nvSpPr>
          <p:spPr>
            <a:xfrm>
              <a:off x="386606" y="3235468"/>
              <a:ext cx="8554953" cy="2326634"/>
            </a:xfrm>
            <a:custGeom>
              <a:avLst/>
              <a:pathLst>
                <a:path w="8554953" h="2326634">
                  <a:moveTo>
                    <a:pt x="0" y="1270613"/>
                  </a:moveTo>
                  <a:lnTo>
                    <a:pt x="522133" y="1270613"/>
                  </a:lnTo>
                  <a:lnTo>
                    <a:pt x="523384" y="1270645"/>
                  </a:lnTo>
                  <a:lnTo>
                    <a:pt x="531569" y="1270873"/>
                  </a:lnTo>
                  <a:lnTo>
                    <a:pt x="552040" y="1271504"/>
                  </a:lnTo>
                  <a:lnTo>
                    <a:pt x="588229" y="1272743"/>
                  </a:lnTo>
                  <a:lnTo>
                    <a:pt x="641337" y="1274772"/>
                  </a:lnTo>
                  <a:lnTo>
                    <a:pt x="710270" y="1277729"/>
                  </a:lnTo>
                  <a:lnTo>
                    <a:pt x="792020" y="1281693"/>
                  </a:lnTo>
                  <a:lnTo>
                    <a:pt x="882412" y="1286689"/>
                  </a:lnTo>
                  <a:lnTo>
                    <a:pt x="976989" y="1292707"/>
                  </a:lnTo>
                  <a:lnTo>
                    <a:pt x="1071756" y="1299720"/>
                  </a:lnTo>
                  <a:lnTo>
                    <a:pt x="1163627" y="1307717"/>
                  </a:lnTo>
                  <a:lnTo>
                    <a:pt x="1250560" y="1316711"/>
                  </a:lnTo>
                  <a:lnTo>
                    <a:pt x="1331480" y="1326756"/>
                  </a:lnTo>
                  <a:lnTo>
                    <a:pt x="1406081" y="1337948"/>
                  </a:lnTo>
                  <a:lnTo>
                    <a:pt x="1474614" y="1350426"/>
                  </a:lnTo>
                  <a:lnTo>
                    <a:pt x="1537688" y="1364371"/>
                  </a:lnTo>
                  <a:lnTo>
                    <a:pt x="1596120" y="1379993"/>
                  </a:lnTo>
                  <a:lnTo>
                    <a:pt x="1650825" y="1397520"/>
                  </a:lnTo>
                  <a:lnTo>
                    <a:pt x="1702727" y="1417166"/>
                  </a:lnTo>
                  <a:lnTo>
                    <a:pt x="1752679" y="1439087"/>
                  </a:lnTo>
                  <a:lnTo>
                    <a:pt x="1768425" y="1446616"/>
                  </a:lnTo>
                  <a:lnTo>
                    <a:pt x="1817537" y="1471954"/>
                  </a:lnTo>
                  <a:lnTo>
                    <a:pt x="1866170" y="1499727"/>
                  </a:lnTo>
                  <a:lnTo>
                    <a:pt x="1914780" y="1529975"/>
                  </a:lnTo>
                  <a:lnTo>
                    <a:pt x="1963689" y="1562667"/>
                  </a:lnTo>
                  <a:lnTo>
                    <a:pt x="2013100" y="1597687"/>
                  </a:lnTo>
                  <a:lnTo>
                    <a:pt x="2063112" y="1634833"/>
                  </a:lnTo>
                  <a:lnTo>
                    <a:pt x="2113730" y="1673816"/>
                  </a:lnTo>
                  <a:lnTo>
                    <a:pt x="2164881" y="1714264"/>
                  </a:lnTo>
                  <a:lnTo>
                    <a:pt x="2216424" y="1755735"/>
                  </a:lnTo>
                  <a:lnTo>
                    <a:pt x="2268179" y="1797736"/>
                  </a:lnTo>
                  <a:lnTo>
                    <a:pt x="2319938" y="1839749"/>
                  </a:lnTo>
                  <a:lnTo>
                    <a:pt x="2371495" y="1881252"/>
                  </a:lnTo>
                  <a:lnTo>
                    <a:pt x="2422665" y="1921752"/>
                  </a:lnTo>
                  <a:lnTo>
                    <a:pt x="2473308" y="1960805"/>
                  </a:lnTo>
                  <a:lnTo>
                    <a:pt x="2523346" y="1998035"/>
                  </a:lnTo>
                  <a:lnTo>
                    <a:pt x="2572781" y="2033149"/>
                  </a:lnTo>
                  <a:lnTo>
                    <a:pt x="2621708" y="2065942"/>
                  </a:lnTo>
                  <a:lnTo>
                    <a:pt x="2670325" y="2096295"/>
                  </a:lnTo>
                  <a:lnTo>
                    <a:pt x="2718948" y="2124172"/>
                  </a:lnTo>
                  <a:lnTo>
                    <a:pt x="2768029" y="2149610"/>
                  </a:lnTo>
                  <a:lnTo>
                    <a:pt x="2770117" y="2150630"/>
                  </a:lnTo>
                  <a:lnTo>
                    <a:pt x="2819603" y="2173295"/>
                  </a:lnTo>
                  <a:lnTo>
                    <a:pt x="2870791" y="2193660"/>
                  </a:lnTo>
                  <a:lnTo>
                    <a:pt x="2924497" y="2211845"/>
                  </a:lnTo>
                  <a:lnTo>
                    <a:pt x="2981631" y="2228054"/>
                  </a:lnTo>
                  <a:lnTo>
                    <a:pt x="3043119" y="2242513"/>
                  </a:lnTo>
                  <a:lnTo>
                    <a:pt x="3109820" y="2255441"/>
                  </a:lnTo>
                  <a:lnTo>
                    <a:pt x="3182425" y="2267029"/>
                  </a:lnTo>
                  <a:lnTo>
                    <a:pt x="3261318" y="2277429"/>
                  </a:lnTo>
                  <a:lnTo>
                    <a:pt x="3346397" y="2286753"/>
                  </a:lnTo>
                  <a:lnTo>
                    <a:pt x="3436855" y="2295066"/>
                  </a:lnTo>
                  <a:lnTo>
                    <a:pt x="3530978" y="2302396"/>
                  </a:lnTo>
                  <a:lnTo>
                    <a:pt x="3626014" y="2308736"/>
                  </a:lnTo>
                  <a:lnTo>
                    <a:pt x="3718226" y="2314062"/>
                  </a:lnTo>
                  <a:lnTo>
                    <a:pt x="3803236" y="2318357"/>
                  </a:lnTo>
                  <a:lnTo>
                    <a:pt x="3876687" y="2321631"/>
                  </a:lnTo>
                  <a:lnTo>
                    <a:pt x="3935098" y="2323946"/>
                  </a:lnTo>
                  <a:lnTo>
                    <a:pt x="3976701" y="2325421"/>
                  </a:lnTo>
                  <a:lnTo>
                    <a:pt x="4001947" y="2326225"/>
                  </a:lnTo>
                  <a:lnTo>
                    <a:pt x="4013578" y="2326560"/>
                  </a:lnTo>
                  <a:lnTo>
                    <a:pt x="4016366" y="2326633"/>
                  </a:lnTo>
                  <a:lnTo>
                    <a:pt x="4016409" y="2326634"/>
                  </a:lnTo>
                  <a:lnTo>
                    <a:pt x="4538543" y="2326634"/>
                  </a:lnTo>
                  <a:lnTo>
                    <a:pt x="4539729" y="2326567"/>
                  </a:lnTo>
                  <a:lnTo>
                    <a:pt x="4547498" y="2326092"/>
                  </a:lnTo>
                  <a:lnTo>
                    <a:pt x="4566964" y="2324776"/>
                  </a:lnTo>
                  <a:lnTo>
                    <a:pt x="4601469" y="2322192"/>
                  </a:lnTo>
                  <a:lnTo>
                    <a:pt x="4652287" y="2317953"/>
                  </a:lnTo>
                  <a:lnTo>
                    <a:pt x="4718551" y="2311764"/>
                  </a:lnTo>
                  <a:lnTo>
                    <a:pt x="4797561" y="2303448"/>
                  </a:lnTo>
                  <a:lnTo>
                    <a:pt x="4885445" y="2292940"/>
                  </a:lnTo>
                  <a:lnTo>
                    <a:pt x="4977969" y="2280256"/>
                  </a:lnTo>
                  <a:lnTo>
                    <a:pt x="5071246" y="2265446"/>
                  </a:lnTo>
                  <a:lnTo>
                    <a:pt x="5162188" y="2248547"/>
                  </a:lnTo>
                  <a:lnTo>
                    <a:pt x="5248677" y="2229541"/>
                  </a:lnTo>
                  <a:lnTo>
                    <a:pt x="5329519" y="2208335"/>
                  </a:lnTo>
                  <a:lnTo>
                    <a:pt x="5404280" y="2184749"/>
                  </a:lnTo>
                  <a:lnTo>
                    <a:pt x="5473088" y="2158513"/>
                  </a:lnTo>
                  <a:lnTo>
                    <a:pt x="5536447" y="2129271"/>
                  </a:lnTo>
                  <a:lnTo>
                    <a:pt x="5595088" y="2096601"/>
                  </a:lnTo>
                  <a:lnTo>
                    <a:pt x="5649861" y="2060033"/>
                  </a:lnTo>
                  <a:lnTo>
                    <a:pt x="5701646" y="2019102"/>
                  </a:lnTo>
                  <a:lnTo>
                    <a:pt x="5751282" y="1973426"/>
                  </a:lnTo>
                  <a:lnTo>
                    <a:pt x="5784835" y="1938862"/>
                  </a:lnTo>
                  <a:lnTo>
                    <a:pt x="5824879" y="1893804"/>
                  </a:lnTo>
                  <a:lnTo>
                    <a:pt x="5864542" y="1845208"/>
                  </a:lnTo>
                  <a:lnTo>
                    <a:pt x="5904090" y="1793003"/>
                  </a:lnTo>
                  <a:lnTo>
                    <a:pt x="5943731" y="1737185"/>
                  </a:lnTo>
                  <a:lnTo>
                    <a:pt x="5983614" y="1677826"/>
                  </a:lnTo>
                  <a:lnTo>
                    <a:pt x="6023839" y="1615079"/>
                  </a:lnTo>
                  <a:lnTo>
                    <a:pt x="6064460" y="1549181"/>
                  </a:lnTo>
                  <a:lnTo>
                    <a:pt x="6105489" y="1480456"/>
                  </a:lnTo>
                  <a:lnTo>
                    <a:pt x="6146902" y="1409310"/>
                  </a:lnTo>
                  <a:lnTo>
                    <a:pt x="6188643" y="1336223"/>
                  </a:lnTo>
                  <a:lnTo>
                    <a:pt x="6230630" y="1261739"/>
                  </a:lnTo>
                  <a:lnTo>
                    <a:pt x="6272763" y="1186447"/>
                  </a:lnTo>
                  <a:lnTo>
                    <a:pt x="6314931" y="1110963"/>
                  </a:lnTo>
                  <a:lnTo>
                    <a:pt x="6357020" y="1035912"/>
                  </a:lnTo>
                  <a:lnTo>
                    <a:pt x="6398923" y="961901"/>
                  </a:lnTo>
                  <a:lnTo>
                    <a:pt x="6440545" y="889505"/>
                  </a:lnTo>
                  <a:lnTo>
                    <a:pt x="6481814" y="819244"/>
                  </a:lnTo>
                  <a:lnTo>
                    <a:pt x="6522687" y="751570"/>
                  </a:lnTo>
                  <a:lnTo>
                    <a:pt x="6563150" y="686859"/>
                  </a:lnTo>
                  <a:lnTo>
                    <a:pt x="6603234" y="625400"/>
                  </a:lnTo>
                  <a:lnTo>
                    <a:pt x="6643009" y="567399"/>
                  </a:lnTo>
                  <a:lnTo>
                    <a:pt x="6682593" y="512977"/>
                  </a:lnTo>
                  <a:lnTo>
                    <a:pt x="6722158" y="462174"/>
                  </a:lnTo>
                  <a:lnTo>
                    <a:pt x="6761933" y="414961"/>
                  </a:lnTo>
                  <a:lnTo>
                    <a:pt x="6786527" y="387772"/>
                  </a:lnTo>
                  <a:lnTo>
                    <a:pt x="6835109" y="338690"/>
                  </a:lnTo>
                  <a:lnTo>
                    <a:pt x="6885319" y="294499"/>
                  </a:lnTo>
                  <a:lnTo>
                    <a:pt x="6937927" y="254951"/>
                  </a:lnTo>
                  <a:lnTo>
                    <a:pt x="6993792" y="219629"/>
                  </a:lnTo>
                  <a:lnTo>
                    <a:pt x="7053793" y="188058"/>
                  </a:lnTo>
                  <a:lnTo>
                    <a:pt x="7118751" y="159779"/>
                  </a:lnTo>
                  <a:lnTo>
                    <a:pt x="7189344" y="134389"/>
                  </a:lnTo>
                  <a:lnTo>
                    <a:pt x="7265977" y="111557"/>
                  </a:lnTo>
                  <a:lnTo>
                    <a:pt x="7348627" y="91041"/>
                  </a:lnTo>
                  <a:lnTo>
                    <a:pt x="7436648" y="72686"/>
                  </a:lnTo>
                  <a:lnTo>
                    <a:pt x="7528577" y="56426"/>
                  </a:lnTo>
                  <a:lnTo>
                    <a:pt x="7621994" y="42263"/>
                  </a:lnTo>
                  <a:lnTo>
                    <a:pt x="7713536" y="30241"/>
                  </a:lnTo>
                  <a:lnTo>
                    <a:pt x="7799149" y="20405"/>
                  </a:lnTo>
                  <a:lnTo>
                    <a:pt x="7874626" y="12753"/>
                  </a:lnTo>
                  <a:lnTo>
                    <a:pt x="7936370" y="7186"/>
                  </a:lnTo>
                  <a:lnTo>
                    <a:pt x="7982184" y="3490"/>
                  </a:lnTo>
                  <a:lnTo>
                    <a:pt x="8011845" y="1339"/>
                  </a:lnTo>
                  <a:lnTo>
                    <a:pt x="8027283" y="327"/>
                  </a:lnTo>
                  <a:lnTo>
                    <a:pt x="8032416" y="22"/>
                  </a:lnTo>
                  <a:lnTo>
                    <a:pt x="8032819" y="0"/>
                  </a:lnTo>
                  <a:lnTo>
                    <a:pt x="8554953" y="0"/>
                  </a:lnTo>
                  <a:lnTo>
                    <a:pt x="8554953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255" name="pl1255"/>
            <p:cNvSpPr/>
            <p:nvPr/>
          </p:nvSpPr>
          <p:spPr>
            <a:xfrm>
              <a:off x="386606" y="3229821"/>
              <a:ext cx="8554953" cy="2326634"/>
            </a:xfrm>
            <a:custGeom>
              <a:avLst/>
              <a:pathLst>
                <a:path w="8554953" h="2326634">
                  <a:moveTo>
                    <a:pt x="8554953" y="0"/>
                  </a:moveTo>
                  <a:lnTo>
                    <a:pt x="8032819" y="0"/>
                  </a:lnTo>
                  <a:lnTo>
                    <a:pt x="8031633" y="66"/>
                  </a:lnTo>
                  <a:lnTo>
                    <a:pt x="8023864" y="542"/>
                  </a:lnTo>
                  <a:lnTo>
                    <a:pt x="8004398" y="1857"/>
                  </a:lnTo>
                  <a:lnTo>
                    <a:pt x="7969893" y="4442"/>
                  </a:lnTo>
                  <a:lnTo>
                    <a:pt x="7919075" y="8681"/>
                  </a:lnTo>
                  <a:lnTo>
                    <a:pt x="7852811" y="14870"/>
                  </a:lnTo>
                  <a:lnTo>
                    <a:pt x="7773801" y="23186"/>
                  </a:lnTo>
                  <a:lnTo>
                    <a:pt x="7685917" y="33694"/>
                  </a:lnTo>
                  <a:lnTo>
                    <a:pt x="7593393" y="46378"/>
                  </a:lnTo>
                  <a:lnTo>
                    <a:pt x="7500116" y="61187"/>
                  </a:lnTo>
                  <a:lnTo>
                    <a:pt x="7409174" y="78087"/>
                  </a:lnTo>
                  <a:lnTo>
                    <a:pt x="7322685" y="97093"/>
                  </a:lnTo>
                  <a:lnTo>
                    <a:pt x="7241843" y="118298"/>
                  </a:lnTo>
                  <a:lnTo>
                    <a:pt x="7167081" y="141884"/>
                  </a:lnTo>
                  <a:lnTo>
                    <a:pt x="7098274" y="168121"/>
                  </a:lnTo>
                  <a:lnTo>
                    <a:pt x="7034915" y="197362"/>
                  </a:lnTo>
                  <a:lnTo>
                    <a:pt x="6976274" y="230032"/>
                  </a:lnTo>
                  <a:lnTo>
                    <a:pt x="6921501" y="266600"/>
                  </a:lnTo>
                  <a:lnTo>
                    <a:pt x="6869716" y="307531"/>
                  </a:lnTo>
                  <a:lnTo>
                    <a:pt x="6820080" y="353207"/>
                  </a:lnTo>
                  <a:lnTo>
                    <a:pt x="6786527" y="387772"/>
                  </a:lnTo>
                  <a:lnTo>
                    <a:pt x="6746483" y="432829"/>
                  </a:lnTo>
                  <a:lnTo>
                    <a:pt x="6706820" y="481425"/>
                  </a:lnTo>
                  <a:lnTo>
                    <a:pt x="6667272" y="533630"/>
                  </a:lnTo>
                  <a:lnTo>
                    <a:pt x="6627631" y="589448"/>
                  </a:lnTo>
                  <a:lnTo>
                    <a:pt x="6587748" y="648807"/>
                  </a:lnTo>
                  <a:lnTo>
                    <a:pt x="6547523" y="711555"/>
                  </a:lnTo>
                  <a:lnTo>
                    <a:pt x="6506902" y="777453"/>
                  </a:lnTo>
                  <a:lnTo>
                    <a:pt x="6465873" y="846178"/>
                  </a:lnTo>
                  <a:lnTo>
                    <a:pt x="6424460" y="917324"/>
                  </a:lnTo>
                  <a:lnTo>
                    <a:pt x="6382719" y="990411"/>
                  </a:lnTo>
                  <a:lnTo>
                    <a:pt x="6340732" y="1064895"/>
                  </a:lnTo>
                  <a:lnTo>
                    <a:pt x="6298599" y="1140187"/>
                  </a:lnTo>
                  <a:lnTo>
                    <a:pt x="6256431" y="1215670"/>
                  </a:lnTo>
                  <a:lnTo>
                    <a:pt x="6214342" y="1290722"/>
                  </a:lnTo>
                  <a:lnTo>
                    <a:pt x="6172439" y="1364732"/>
                  </a:lnTo>
                  <a:lnTo>
                    <a:pt x="6130817" y="1437129"/>
                  </a:lnTo>
                  <a:lnTo>
                    <a:pt x="6089547" y="1507390"/>
                  </a:lnTo>
                  <a:lnTo>
                    <a:pt x="6048675" y="1575064"/>
                  </a:lnTo>
                  <a:lnTo>
                    <a:pt x="6008212" y="1639775"/>
                  </a:lnTo>
                  <a:lnTo>
                    <a:pt x="5968128" y="1701233"/>
                  </a:lnTo>
                  <a:lnTo>
                    <a:pt x="5928353" y="1759234"/>
                  </a:lnTo>
                  <a:lnTo>
                    <a:pt x="5888769" y="1813657"/>
                  </a:lnTo>
                  <a:lnTo>
                    <a:pt x="5849204" y="1864460"/>
                  </a:lnTo>
                  <a:lnTo>
                    <a:pt x="5809429" y="1911673"/>
                  </a:lnTo>
                  <a:lnTo>
                    <a:pt x="5784835" y="1938862"/>
                  </a:lnTo>
                  <a:lnTo>
                    <a:pt x="5736253" y="1987943"/>
                  </a:lnTo>
                  <a:lnTo>
                    <a:pt x="5686043" y="2032135"/>
                  </a:lnTo>
                  <a:lnTo>
                    <a:pt x="5633435" y="2071682"/>
                  </a:lnTo>
                  <a:lnTo>
                    <a:pt x="5577570" y="2107005"/>
                  </a:lnTo>
                  <a:lnTo>
                    <a:pt x="5517569" y="2138576"/>
                  </a:lnTo>
                  <a:lnTo>
                    <a:pt x="5452611" y="2166854"/>
                  </a:lnTo>
                  <a:lnTo>
                    <a:pt x="5382018" y="2192245"/>
                  </a:lnTo>
                  <a:lnTo>
                    <a:pt x="5305385" y="2215076"/>
                  </a:lnTo>
                  <a:lnTo>
                    <a:pt x="5222735" y="2235593"/>
                  </a:lnTo>
                  <a:lnTo>
                    <a:pt x="5134714" y="2253947"/>
                  </a:lnTo>
                  <a:lnTo>
                    <a:pt x="5042785" y="2270207"/>
                  </a:lnTo>
                  <a:lnTo>
                    <a:pt x="4949368" y="2284371"/>
                  </a:lnTo>
                  <a:lnTo>
                    <a:pt x="4857826" y="2296393"/>
                  </a:lnTo>
                  <a:lnTo>
                    <a:pt x="4772212" y="2306228"/>
                  </a:lnTo>
                  <a:lnTo>
                    <a:pt x="4696736" y="2313881"/>
                  </a:lnTo>
                  <a:lnTo>
                    <a:pt x="4634992" y="2319447"/>
                  </a:lnTo>
                  <a:lnTo>
                    <a:pt x="4589178" y="2323143"/>
                  </a:lnTo>
                  <a:lnTo>
                    <a:pt x="4559517" y="2325295"/>
                  </a:lnTo>
                  <a:lnTo>
                    <a:pt x="4544079" y="2326306"/>
                  </a:lnTo>
                  <a:lnTo>
                    <a:pt x="4538946" y="2326612"/>
                  </a:lnTo>
                  <a:lnTo>
                    <a:pt x="4538543" y="2326634"/>
                  </a:lnTo>
                  <a:lnTo>
                    <a:pt x="4016409" y="2326634"/>
                  </a:lnTo>
                  <a:lnTo>
                    <a:pt x="4015158" y="2326602"/>
                  </a:lnTo>
                  <a:lnTo>
                    <a:pt x="4006973" y="2326374"/>
                  </a:lnTo>
                  <a:lnTo>
                    <a:pt x="3986502" y="2325743"/>
                  </a:lnTo>
                  <a:lnTo>
                    <a:pt x="3950313" y="2324504"/>
                  </a:lnTo>
                  <a:lnTo>
                    <a:pt x="3897206" y="2322475"/>
                  </a:lnTo>
                  <a:lnTo>
                    <a:pt x="3828272" y="2319518"/>
                  </a:lnTo>
                  <a:lnTo>
                    <a:pt x="3746522" y="2315554"/>
                  </a:lnTo>
                  <a:lnTo>
                    <a:pt x="3656130" y="2310558"/>
                  </a:lnTo>
                  <a:lnTo>
                    <a:pt x="3561553" y="2304540"/>
                  </a:lnTo>
                  <a:lnTo>
                    <a:pt x="3466786" y="2297527"/>
                  </a:lnTo>
                  <a:lnTo>
                    <a:pt x="3374915" y="2289530"/>
                  </a:lnTo>
                  <a:lnTo>
                    <a:pt x="3287982" y="2280536"/>
                  </a:lnTo>
                  <a:lnTo>
                    <a:pt x="3207063" y="2270491"/>
                  </a:lnTo>
                  <a:lnTo>
                    <a:pt x="3132461" y="2259299"/>
                  </a:lnTo>
                  <a:lnTo>
                    <a:pt x="3063928" y="2246821"/>
                  </a:lnTo>
                  <a:lnTo>
                    <a:pt x="3000854" y="2232876"/>
                  </a:lnTo>
                  <a:lnTo>
                    <a:pt x="2942422" y="2217254"/>
                  </a:lnTo>
                  <a:lnTo>
                    <a:pt x="2887717" y="2199727"/>
                  </a:lnTo>
                  <a:lnTo>
                    <a:pt x="2835815" y="2180081"/>
                  </a:lnTo>
                  <a:lnTo>
                    <a:pt x="2785863" y="2158160"/>
                  </a:lnTo>
                  <a:lnTo>
                    <a:pt x="2770117" y="2150630"/>
                  </a:lnTo>
                  <a:lnTo>
                    <a:pt x="2721005" y="2125293"/>
                  </a:lnTo>
                  <a:lnTo>
                    <a:pt x="2672373" y="2097520"/>
                  </a:lnTo>
                  <a:lnTo>
                    <a:pt x="2623763" y="2067272"/>
                  </a:lnTo>
                  <a:lnTo>
                    <a:pt x="2574854" y="2034580"/>
                  </a:lnTo>
                  <a:lnTo>
                    <a:pt x="2525442" y="1999560"/>
                  </a:lnTo>
                  <a:lnTo>
                    <a:pt x="2475430" y="1962414"/>
                  </a:lnTo>
                  <a:lnTo>
                    <a:pt x="2424812" y="1923431"/>
                  </a:lnTo>
                  <a:lnTo>
                    <a:pt x="2373662" y="1882983"/>
                  </a:lnTo>
                  <a:lnTo>
                    <a:pt x="2322118" y="1841512"/>
                  </a:lnTo>
                  <a:lnTo>
                    <a:pt x="2270363" y="1799511"/>
                  </a:lnTo>
                  <a:lnTo>
                    <a:pt x="2218604" y="1757498"/>
                  </a:lnTo>
                  <a:lnTo>
                    <a:pt x="2167047" y="1715995"/>
                  </a:lnTo>
                  <a:lnTo>
                    <a:pt x="2115877" y="1675495"/>
                  </a:lnTo>
                  <a:lnTo>
                    <a:pt x="2065235" y="1636442"/>
                  </a:lnTo>
                  <a:lnTo>
                    <a:pt x="2015196" y="1599212"/>
                  </a:lnTo>
                  <a:lnTo>
                    <a:pt x="1965761" y="1564098"/>
                  </a:lnTo>
                  <a:lnTo>
                    <a:pt x="1916834" y="1531305"/>
                  </a:lnTo>
                  <a:lnTo>
                    <a:pt x="1868217" y="1500952"/>
                  </a:lnTo>
                  <a:lnTo>
                    <a:pt x="1819594" y="1473075"/>
                  </a:lnTo>
                  <a:lnTo>
                    <a:pt x="1770513" y="1447637"/>
                  </a:lnTo>
                  <a:lnTo>
                    <a:pt x="1768425" y="1446616"/>
                  </a:lnTo>
                  <a:lnTo>
                    <a:pt x="1718940" y="1423952"/>
                  </a:lnTo>
                  <a:lnTo>
                    <a:pt x="1667752" y="1403587"/>
                  </a:lnTo>
                  <a:lnTo>
                    <a:pt x="1614045" y="1385402"/>
                  </a:lnTo>
                  <a:lnTo>
                    <a:pt x="1556911" y="1369193"/>
                  </a:lnTo>
                  <a:lnTo>
                    <a:pt x="1495424" y="1354734"/>
                  </a:lnTo>
                  <a:lnTo>
                    <a:pt x="1428723" y="1341806"/>
                  </a:lnTo>
                  <a:lnTo>
                    <a:pt x="1356117" y="1330218"/>
                  </a:lnTo>
                  <a:lnTo>
                    <a:pt x="1277224" y="1319818"/>
                  </a:lnTo>
                  <a:lnTo>
                    <a:pt x="1192145" y="1310494"/>
                  </a:lnTo>
                  <a:lnTo>
                    <a:pt x="1101687" y="1302181"/>
                  </a:lnTo>
                  <a:lnTo>
                    <a:pt x="1007564" y="1294851"/>
                  </a:lnTo>
                  <a:lnTo>
                    <a:pt x="912528" y="1288511"/>
                  </a:lnTo>
                  <a:lnTo>
                    <a:pt x="820316" y="1283185"/>
                  </a:lnTo>
                  <a:lnTo>
                    <a:pt x="735306" y="1278890"/>
                  </a:lnTo>
                  <a:lnTo>
                    <a:pt x="661856" y="1275616"/>
                  </a:lnTo>
                  <a:lnTo>
                    <a:pt x="603444" y="1273301"/>
                  </a:lnTo>
                  <a:lnTo>
                    <a:pt x="561841" y="1271826"/>
                  </a:lnTo>
                  <a:lnTo>
                    <a:pt x="536596" y="1271022"/>
                  </a:lnTo>
                  <a:lnTo>
                    <a:pt x="524964" y="1270687"/>
                  </a:lnTo>
                  <a:lnTo>
                    <a:pt x="522176" y="1270614"/>
                  </a:lnTo>
                  <a:lnTo>
                    <a:pt x="522133" y="1270613"/>
                  </a:lnTo>
                  <a:lnTo>
                    <a:pt x="0" y="1270613"/>
                  </a:lnTo>
                  <a:lnTo>
                    <a:pt x="0" y="1270613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256" name="pg1256"/>
            <p:cNvSpPr/>
            <p:nvPr/>
          </p:nvSpPr>
          <p:spPr>
            <a:xfrm>
              <a:off x="386606" y="2602985"/>
              <a:ext cx="8554953" cy="1756270"/>
            </a:xfrm>
            <a:custGeom>
              <a:avLst/>
              <a:pathLst>
                <a:path w="8554953" h="1756270">
                  <a:moveTo>
                    <a:pt x="0" y="1756270"/>
                  </a:moveTo>
                  <a:lnTo>
                    <a:pt x="522133" y="1756270"/>
                  </a:lnTo>
                  <a:lnTo>
                    <a:pt x="523400" y="1756257"/>
                  </a:lnTo>
                  <a:lnTo>
                    <a:pt x="531684" y="1756170"/>
                  </a:lnTo>
                  <a:lnTo>
                    <a:pt x="552395" y="1755927"/>
                  </a:lnTo>
                  <a:lnTo>
                    <a:pt x="588986" y="1755451"/>
                  </a:lnTo>
                  <a:lnTo>
                    <a:pt x="642638" y="1754671"/>
                  </a:lnTo>
                  <a:lnTo>
                    <a:pt x="712202" y="1753534"/>
                  </a:lnTo>
                  <a:lnTo>
                    <a:pt x="794594" y="1752012"/>
                  </a:lnTo>
                  <a:lnTo>
                    <a:pt x="885567" y="1750095"/>
                  </a:lnTo>
                  <a:lnTo>
                    <a:pt x="980614" y="1747787"/>
                  </a:lnTo>
                  <a:lnTo>
                    <a:pt x="1075717" y="1745097"/>
                  </a:lnTo>
                  <a:lnTo>
                    <a:pt x="1167791" y="1742032"/>
                  </a:lnTo>
                  <a:lnTo>
                    <a:pt x="1254816" y="1738584"/>
                  </a:lnTo>
                  <a:lnTo>
                    <a:pt x="1335744" y="1734732"/>
                  </a:lnTo>
                  <a:lnTo>
                    <a:pt x="1410302" y="1730438"/>
                  </a:lnTo>
                  <a:lnTo>
                    <a:pt x="1478769" y="1725648"/>
                  </a:lnTo>
                  <a:lnTo>
                    <a:pt x="1541777" y="1720292"/>
                  </a:lnTo>
                  <a:lnTo>
                    <a:pt x="1600165" y="1714287"/>
                  </a:lnTo>
                  <a:lnTo>
                    <a:pt x="1654862" y="1707547"/>
                  </a:lnTo>
                  <a:lnTo>
                    <a:pt x="1706801" y="1699990"/>
                  </a:lnTo>
                  <a:lnTo>
                    <a:pt x="1756838" y="1691559"/>
                  </a:lnTo>
                  <a:lnTo>
                    <a:pt x="1768425" y="1689445"/>
                  </a:lnTo>
                  <a:lnTo>
                    <a:pt x="1821766" y="1678947"/>
                  </a:lnTo>
                  <a:lnTo>
                    <a:pt x="1874591" y="1667355"/>
                  </a:lnTo>
                  <a:lnTo>
                    <a:pt x="1927464" y="1654654"/>
                  </a:lnTo>
                  <a:lnTo>
                    <a:pt x="1980764" y="1640868"/>
                  </a:lnTo>
                  <a:lnTo>
                    <a:pt x="2034708" y="1626065"/>
                  </a:lnTo>
                  <a:lnTo>
                    <a:pt x="2089376" y="1610361"/>
                  </a:lnTo>
                  <a:lnTo>
                    <a:pt x="2144724" y="1593916"/>
                  </a:lnTo>
                  <a:lnTo>
                    <a:pt x="2200607" y="1576932"/>
                  </a:lnTo>
                  <a:lnTo>
                    <a:pt x="2256809" y="1559641"/>
                  </a:lnTo>
                  <a:lnTo>
                    <a:pt x="2313070" y="1542293"/>
                  </a:lnTo>
                  <a:lnTo>
                    <a:pt x="2369125" y="1525142"/>
                  </a:lnTo>
                  <a:lnTo>
                    <a:pt x="2424732" y="1508432"/>
                  </a:lnTo>
                  <a:lnTo>
                    <a:pt x="2479713" y="1492377"/>
                  </a:lnTo>
                  <a:lnTo>
                    <a:pt x="2533976" y="1477158"/>
                  </a:lnTo>
                  <a:lnTo>
                    <a:pt x="2587543" y="1462911"/>
                  </a:lnTo>
                  <a:lnTo>
                    <a:pt x="2640568" y="1449723"/>
                  </a:lnTo>
                  <a:lnTo>
                    <a:pt x="2693357" y="1437640"/>
                  </a:lnTo>
                  <a:lnTo>
                    <a:pt x="2746387" y="1426662"/>
                  </a:lnTo>
                  <a:lnTo>
                    <a:pt x="2770117" y="1422145"/>
                  </a:lnTo>
                  <a:lnTo>
                    <a:pt x="2819815" y="1413506"/>
                  </a:lnTo>
                  <a:lnTo>
                    <a:pt x="2871233" y="1405746"/>
                  </a:lnTo>
                  <a:lnTo>
                    <a:pt x="2925198" y="1398821"/>
                  </a:lnTo>
                  <a:lnTo>
                    <a:pt x="2982632" y="1392651"/>
                  </a:lnTo>
                  <a:lnTo>
                    <a:pt x="3044472" y="1387150"/>
                  </a:lnTo>
                  <a:lnTo>
                    <a:pt x="3111586" y="1382233"/>
                  </a:lnTo>
                  <a:lnTo>
                    <a:pt x="3184669" y="1377828"/>
                  </a:lnTo>
                  <a:lnTo>
                    <a:pt x="3264097" y="1373876"/>
                  </a:lnTo>
                  <a:lnTo>
                    <a:pt x="3349748" y="1370336"/>
                  </a:lnTo>
                  <a:lnTo>
                    <a:pt x="3440776" y="1367181"/>
                  </a:lnTo>
                  <a:lnTo>
                    <a:pt x="3535404" y="1364403"/>
                  </a:lnTo>
                  <a:lnTo>
                    <a:pt x="3630796" y="1362004"/>
                  </a:lnTo>
                  <a:lnTo>
                    <a:pt x="3723127" y="1359994"/>
                  </a:lnTo>
                  <a:lnTo>
                    <a:pt x="3807946" y="1358379"/>
                  </a:lnTo>
                  <a:lnTo>
                    <a:pt x="3880867" y="1357154"/>
                  </a:lnTo>
                  <a:lnTo>
                    <a:pt x="3938450" y="1356294"/>
                  </a:lnTo>
                  <a:lnTo>
                    <a:pt x="3979042" y="1355752"/>
                  </a:lnTo>
                  <a:lnTo>
                    <a:pt x="4003262" y="1355461"/>
                  </a:lnTo>
                  <a:lnTo>
                    <a:pt x="4014052" y="1355344"/>
                  </a:lnTo>
                  <a:lnTo>
                    <a:pt x="4016409" y="1355321"/>
                  </a:lnTo>
                  <a:lnTo>
                    <a:pt x="4538543" y="1355321"/>
                  </a:lnTo>
                  <a:lnTo>
                    <a:pt x="4539783" y="1355280"/>
                  </a:lnTo>
                  <a:lnTo>
                    <a:pt x="4547895" y="1354991"/>
                  </a:lnTo>
                  <a:lnTo>
                    <a:pt x="4568193" y="1354192"/>
                  </a:lnTo>
                  <a:lnTo>
                    <a:pt x="4604091" y="1352623"/>
                  </a:lnTo>
                  <a:lnTo>
                    <a:pt x="4656805" y="1350053"/>
                  </a:lnTo>
                  <a:lnTo>
                    <a:pt x="4725282" y="1346307"/>
                  </a:lnTo>
                  <a:lnTo>
                    <a:pt x="4806565" y="1341282"/>
                  </a:lnTo>
                  <a:lnTo>
                    <a:pt x="4896532" y="1334947"/>
                  </a:lnTo>
                  <a:lnTo>
                    <a:pt x="4990764" y="1327313"/>
                  </a:lnTo>
                  <a:lnTo>
                    <a:pt x="5085284" y="1318413"/>
                  </a:lnTo>
                  <a:lnTo>
                    <a:pt x="5177003" y="1308265"/>
                  </a:lnTo>
                  <a:lnTo>
                    <a:pt x="5263867" y="1296851"/>
                  </a:lnTo>
                  <a:lnTo>
                    <a:pt x="5344778" y="1284106"/>
                  </a:lnTo>
                  <a:lnTo>
                    <a:pt x="5419410" y="1269910"/>
                  </a:lnTo>
                  <a:lnTo>
                    <a:pt x="5487991" y="1254088"/>
                  </a:lnTo>
                  <a:lnTo>
                    <a:pt x="5551112" y="1236415"/>
                  </a:lnTo>
                  <a:lnTo>
                    <a:pt x="5609578" y="1216625"/>
                  </a:lnTo>
                  <a:lnTo>
                    <a:pt x="5664291" y="1194432"/>
                  </a:lnTo>
                  <a:lnTo>
                    <a:pt x="5716168" y="1169560"/>
                  </a:lnTo>
                  <a:lnTo>
                    <a:pt x="5766061" y="1141805"/>
                  </a:lnTo>
                  <a:lnTo>
                    <a:pt x="5784835" y="1130375"/>
                  </a:lnTo>
                  <a:lnTo>
                    <a:pt x="5831681" y="1099563"/>
                  </a:lnTo>
                  <a:lnTo>
                    <a:pt x="5878070" y="1065925"/>
                  </a:lnTo>
                  <a:lnTo>
                    <a:pt x="5924407" y="1029410"/>
                  </a:lnTo>
                  <a:lnTo>
                    <a:pt x="5970982" y="990044"/>
                  </a:lnTo>
                  <a:lnTo>
                    <a:pt x="6017988" y="947940"/>
                  </a:lnTo>
                  <a:lnTo>
                    <a:pt x="6065528" y="903300"/>
                  </a:lnTo>
                  <a:lnTo>
                    <a:pt x="6113626" y="856420"/>
                  </a:lnTo>
                  <a:lnTo>
                    <a:pt x="6162237" y="807688"/>
                  </a:lnTo>
                  <a:lnTo>
                    <a:pt x="6211259" y="757567"/>
                  </a:lnTo>
                  <a:lnTo>
                    <a:pt x="6260546" y="706584"/>
                  </a:lnTo>
                  <a:lnTo>
                    <a:pt x="6309926" y="655306"/>
                  </a:lnTo>
                  <a:lnTo>
                    <a:pt x="6359217" y="604313"/>
                  </a:lnTo>
                  <a:lnTo>
                    <a:pt x="6408245" y="554172"/>
                  </a:lnTo>
                  <a:lnTo>
                    <a:pt x="6456865" y="505410"/>
                  </a:lnTo>
                  <a:lnTo>
                    <a:pt x="6504973" y="458494"/>
                  </a:lnTo>
                  <a:lnTo>
                    <a:pt x="6552523" y="413810"/>
                  </a:lnTo>
                  <a:lnTo>
                    <a:pt x="6599537" y="371658"/>
                  </a:lnTo>
                  <a:lnTo>
                    <a:pt x="6646119" y="332242"/>
                  </a:lnTo>
                  <a:lnTo>
                    <a:pt x="6692457" y="295675"/>
                  </a:lnTo>
                  <a:lnTo>
                    <a:pt x="6738842" y="261985"/>
                  </a:lnTo>
                  <a:lnTo>
                    <a:pt x="6785676" y="231123"/>
                  </a:lnTo>
                  <a:lnTo>
                    <a:pt x="6786527" y="230592"/>
                  </a:lnTo>
                  <a:lnTo>
                    <a:pt x="6835858" y="201709"/>
                  </a:lnTo>
                  <a:lnTo>
                    <a:pt x="6886879" y="175749"/>
                  </a:lnTo>
                  <a:lnTo>
                    <a:pt x="6940397" y="152558"/>
                  </a:lnTo>
                  <a:lnTo>
                    <a:pt x="6997314" y="131880"/>
                  </a:lnTo>
                  <a:lnTo>
                    <a:pt x="7058546" y="113428"/>
                  </a:lnTo>
                  <a:lnTo>
                    <a:pt x="7124948" y="96925"/>
                  </a:lnTo>
                  <a:lnTo>
                    <a:pt x="7197207" y="82129"/>
                  </a:lnTo>
                  <a:lnTo>
                    <a:pt x="7275713" y="68844"/>
                  </a:lnTo>
                  <a:lnTo>
                    <a:pt x="7360376" y="56930"/>
                  </a:lnTo>
                  <a:lnTo>
                    <a:pt x="7450419" y="46300"/>
                  </a:lnTo>
                  <a:lnTo>
                    <a:pt x="7544173" y="36921"/>
                  </a:lnTo>
                  <a:lnTo>
                    <a:pt x="7638944" y="28798"/>
                  </a:lnTo>
                  <a:lnTo>
                    <a:pt x="7731060" y="21961"/>
                  </a:lnTo>
                  <a:lnTo>
                    <a:pt x="7816198" y="16434"/>
                  </a:lnTo>
                  <a:lnTo>
                    <a:pt x="7890020" y="12205"/>
                  </a:lnTo>
                  <a:lnTo>
                    <a:pt x="7949023" y="9201"/>
                  </a:lnTo>
                  <a:lnTo>
                    <a:pt x="7991357" y="7272"/>
                  </a:lnTo>
                  <a:lnTo>
                    <a:pt x="8017351" y="6208"/>
                  </a:lnTo>
                  <a:lnTo>
                    <a:pt x="8029606" y="5755"/>
                  </a:lnTo>
                  <a:lnTo>
                    <a:pt x="8032819" y="5647"/>
                  </a:lnTo>
                  <a:lnTo>
                    <a:pt x="8554953" y="5647"/>
                  </a:lnTo>
                  <a:lnTo>
                    <a:pt x="8554953" y="0"/>
                  </a:lnTo>
                  <a:lnTo>
                    <a:pt x="8032819" y="0"/>
                  </a:lnTo>
                  <a:lnTo>
                    <a:pt x="8031579" y="40"/>
                  </a:lnTo>
                  <a:lnTo>
                    <a:pt x="8023466" y="329"/>
                  </a:lnTo>
                  <a:lnTo>
                    <a:pt x="8003169" y="1128"/>
                  </a:lnTo>
                  <a:lnTo>
                    <a:pt x="7967271" y="2697"/>
                  </a:lnTo>
                  <a:lnTo>
                    <a:pt x="7914557" y="5267"/>
                  </a:lnTo>
                  <a:lnTo>
                    <a:pt x="7846080" y="9013"/>
                  </a:lnTo>
                  <a:lnTo>
                    <a:pt x="7764797" y="14038"/>
                  </a:lnTo>
                  <a:lnTo>
                    <a:pt x="7674830" y="20373"/>
                  </a:lnTo>
                  <a:lnTo>
                    <a:pt x="7580598" y="28007"/>
                  </a:lnTo>
                  <a:lnTo>
                    <a:pt x="7486078" y="36907"/>
                  </a:lnTo>
                  <a:lnTo>
                    <a:pt x="7394359" y="47055"/>
                  </a:lnTo>
                  <a:lnTo>
                    <a:pt x="7307495" y="58469"/>
                  </a:lnTo>
                  <a:lnTo>
                    <a:pt x="7226584" y="71214"/>
                  </a:lnTo>
                  <a:lnTo>
                    <a:pt x="7151952" y="85410"/>
                  </a:lnTo>
                  <a:lnTo>
                    <a:pt x="7083371" y="101232"/>
                  </a:lnTo>
                  <a:lnTo>
                    <a:pt x="7020250" y="118905"/>
                  </a:lnTo>
                  <a:lnTo>
                    <a:pt x="6961784" y="138695"/>
                  </a:lnTo>
                  <a:lnTo>
                    <a:pt x="6907071" y="160888"/>
                  </a:lnTo>
                  <a:lnTo>
                    <a:pt x="6855194" y="185760"/>
                  </a:lnTo>
                  <a:lnTo>
                    <a:pt x="6805301" y="213515"/>
                  </a:lnTo>
                  <a:lnTo>
                    <a:pt x="6786527" y="224945"/>
                  </a:lnTo>
                  <a:lnTo>
                    <a:pt x="6739680" y="255757"/>
                  </a:lnTo>
                  <a:lnTo>
                    <a:pt x="6693291" y="289395"/>
                  </a:lnTo>
                  <a:lnTo>
                    <a:pt x="6646955" y="325910"/>
                  </a:lnTo>
                  <a:lnTo>
                    <a:pt x="6600380" y="365276"/>
                  </a:lnTo>
                  <a:lnTo>
                    <a:pt x="6553374" y="407380"/>
                  </a:lnTo>
                  <a:lnTo>
                    <a:pt x="6505834" y="452020"/>
                  </a:lnTo>
                  <a:lnTo>
                    <a:pt x="6457736" y="498900"/>
                  </a:lnTo>
                  <a:lnTo>
                    <a:pt x="6409125" y="547632"/>
                  </a:lnTo>
                  <a:lnTo>
                    <a:pt x="6360103" y="597753"/>
                  </a:lnTo>
                  <a:lnTo>
                    <a:pt x="6310816" y="648736"/>
                  </a:lnTo>
                  <a:lnTo>
                    <a:pt x="6261436" y="700014"/>
                  </a:lnTo>
                  <a:lnTo>
                    <a:pt x="6212145" y="751007"/>
                  </a:lnTo>
                  <a:lnTo>
                    <a:pt x="6163117" y="801148"/>
                  </a:lnTo>
                  <a:lnTo>
                    <a:pt x="6114497" y="849910"/>
                  </a:lnTo>
                  <a:lnTo>
                    <a:pt x="6066389" y="896827"/>
                  </a:lnTo>
                  <a:lnTo>
                    <a:pt x="6018839" y="941510"/>
                  </a:lnTo>
                  <a:lnTo>
                    <a:pt x="5971825" y="983662"/>
                  </a:lnTo>
                  <a:lnTo>
                    <a:pt x="5925243" y="1023078"/>
                  </a:lnTo>
                  <a:lnTo>
                    <a:pt x="5878905" y="1059645"/>
                  </a:lnTo>
                  <a:lnTo>
                    <a:pt x="5832520" y="1093335"/>
                  </a:lnTo>
                  <a:lnTo>
                    <a:pt x="5785686" y="1124197"/>
                  </a:lnTo>
                  <a:lnTo>
                    <a:pt x="5784835" y="1124728"/>
                  </a:lnTo>
                  <a:lnTo>
                    <a:pt x="5735504" y="1153611"/>
                  </a:lnTo>
                  <a:lnTo>
                    <a:pt x="5684483" y="1179571"/>
                  </a:lnTo>
                  <a:lnTo>
                    <a:pt x="5630965" y="1202762"/>
                  </a:lnTo>
                  <a:lnTo>
                    <a:pt x="5574048" y="1223440"/>
                  </a:lnTo>
                  <a:lnTo>
                    <a:pt x="5512816" y="1241892"/>
                  </a:lnTo>
                  <a:lnTo>
                    <a:pt x="5446414" y="1258395"/>
                  </a:lnTo>
                  <a:lnTo>
                    <a:pt x="5374155" y="1273191"/>
                  </a:lnTo>
                  <a:lnTo>
                    <a:pt x="5295649" y="1286476"/>
                  </a:lnTo>
                  <a:lnTo>
                    <a:pt x="5210986" y="1298390"/>
                  </a:lnTo>
                  <a:lnTo>
                    <a:pt x="5120943" y="1309020"/>
                  </a:lnTo>
                  <a:lnTo>
                    <a:pt x="5027188" y="1318399"/>
                  </a:lnTo>
                  <a:lnTo>
                    <a:pt x="4932418" y="1326522"/>
                  </a:lnTo>
                  <a:lnTo>
                    <a:pt x="4840302" y="1333359"/>
                  </a:lnTo>
                  <a:lnTo>
                    <a:pt x="4755164" y="1338886"/>
                  </a:lnTo>
                  <a:lnTo>
                    <a:pt x="4681342" y="1343115"/>
                  </a:lnTo>
                  <a:lnTo>
                    <a:pt x="4622339" y="1346119"/>
                  </a:lnTo>
                  <a:lnTo>
                    <a:pt x="4580005" y="1348048"/>
                  </a:lnTo>
                  <a:lnTo>
                    <a:pt x="4554011" y="1349112"/>
                  </a:lnTo>
                  <a:lnTo>
                    <a:pt x="4541755" y="1349565"/>
                  </a:lnTo>
                  <a:lnTo>
                    <a:pt x="4538543" y="1349673"/>
                  </a:lnTo>
                  <a:lnTo>
                    <a:pt x="4016409" y="1349673"/>
                  </a:lnTo>
                  <a:lnTo>
                    <a:pt x="4015142" y="1349686"/>
                  </a:lnTo>
                  <a:lnTo>
                    <a:pt x="4006858" y="1349773"/>
                  </a:lnTo>
                  <a:lnTo>
                    <a:pt x="3986147" y="1350016"/>
                  </a:lnTo>
                  <a:lnTo>
                    <a:pt x="3949556" y="1350492"/>
                  </a:lnTo>
                  <a:lnTo>
                    <a:pt x="3895904" y="1351273"/>
                  </a:lnTo>
                  <a:lnTo>
                    <a:pt x="3826341" y="1352409"/>
                  </a:lnTo>
                  <a:lnTo>
                    <a:pt x="3743948" y="1353931"/>
                  </a:lnTo>
                  <a:lnTo>
                    <a:pt x="3652975" y="1355848"/>
                  </a:lnTo>
                  <a:lnTo>
                    <a:pt x="3557928" y="1358156"/>
                  </a:lnTo>
                  <a:lnTo>
                    <a:pt x="3462825" y="1360846"/>
                  </a:lnTo>
                  <a:lnTo>
                    <a:pt x="3370751" y="1363911"/>
                  </a:lnTo>
                  <a:lnTo>
                    <a:pt x="3283727" y="1367360"/>
                  </a:lnTo>
                  <a:lnTo>
                    <a:pt x="3202798" y="1371212"/>
                  </a:lnTo>
                  <a:lnTo>
                    <a:pt x="3128240" y="1375505"/>
                  </a:lnTo>
                  <a:lnTo>
                    <a:pt x="3059774" y="1380295"/>
                  </a:lnTo>
                  <a:lnTo>
                    <a:pt x="2996765" y="1385652"/>
                  </a:lnTo>
                  <a:lnTo>
                    <a:pt x="2938377" y="1391656"/>
                  </a:lnTo>
                  <a:lnTo>
                    <a:pt x="2883680" y="1398396"/>
                  </a:lnTo>
                  <a:lnTo>
                    <a:pt x="2831741" y="1405953"/>
                  </a:lnTo>
                  <a:lnTo>
                    <a:pt x="2781704" y="1414384"/>
                  </a:lnTo>
                  <a:lnTo>
                    <a:pt x="2770117" y="1416498"/>
                  </a:lnTo>
                  <a:lnTo>
                    <a:pt x="2716776" y="1426996"/>
                  </a:lnTo>
                  <a:lnTo>
                    <a:pt x="2663951" y="1438588"/>
                  </a:lnTo>
                  <a:lnTo>
                    <a:pt x="2611078" y="1451289"/>
                  </a:lnTo>
                  <a:lnTo>
                    <a:pt x="2557778" y="1465075"/>
                  </a:lnTo>
                  <a:lnTo>
                    <a:pt x="2503834" y="1479878"/>
                  </a:lnTo>
                  <a:lnTo>
                    <a:pt x="2449166" y="1495582"/>
                  </a:lnTo>
                  <a:lnTo>
                    <a:pt x="2393818" y="1512027"/>
                  </a:lnTo>
                  <a:lnTo>
                    <a:pt x="2337935" y="1529011"/>
                  </a:lnTo>
                  <a:lnTo>
                    <a:pt x="2281733" y="1546303"/>
                  </a:lnTo>
                  <a:lnTo>
                    <a:pt x="2225472" y="1563650"/>
                  </a:lnTo>
                  <a:lnTo>
                    <a:pt x="2169417" y="1580801"/>
                  </a:lnTo>
                  <a:lnTo>
                    <a:pt x="2113810" y="1597511"/>
                  </a:lnTo>
                  <a:lnTo>
                    <a:pt x="2058829" y="1613566"/>
                  </a:lnTo>
                  <a:lnTo>
                    <a:pt x="2004566" y="1628785"/>
                  </a:lnTo>
                  <a:lnTo>
                    <a:pt x="1950999" y="1643033"/>
                  </a:lnTo>
                  <a:lnTo>
                    <a:pt x="1897974" y="1656220"/>
                  </a:lnTo>
                  <a:lnTo>
                    <a:pt x="1845185" y="1668303"/>
                  </a:lnTo>
                  <a:lnTo>
                    <a:pt x="1792155" y="1679281"/>
                  </a:lnTo>
                  <a:lnTo>
                    <a:pt x="1768425" y="1683798"/>
                  </a:lnTo>
                  <a:lnTo>
                    <a:pt x="1718727" y="1692438"/>
                  </a:lnTo>
                  <a:lnTo>
                    <a:pt x="1667309" y="1700197"/>
                  </a:lnTo>
                  <a:lnTo>
                    <a:pt x="1613344" y="1707122"/>
                  </a:lnTo>
                  <a:lnTo>
                    <a:pt x="1555910" y="1713292"/>
                  </a:lnTo>
                  <a:lnTo>
                    <a:pt x="1494070" y="1718793"/>
                  </a:lnTo>
                  <a:lnTo>
                    <a:pt x="1426956" y="1723710"/>
                  </a:lnTo>
                  <a:lnTo>
                    <a:pt x="1353874" y="1728115"/>
                  </a:lnTo>
                  <a:lnTo>
                    <a:pt x="1274445" y="1732067"/>
                  </a:lnTo>
                  <a:lnTo>
                    <a:pt x="1188794" y="1735607"/>
                  </a:lnTo>
                  <a:lnTo>
                    <a:pt x="1097766" y="1738762"/>
                  </a:lnTo>
                  <a:lnTo>
                    <a:pt x="1003139" y="1741540"/>
                  </a:lnTo>
                  <a:lnTo>
                    <a:pt x="907746" y="1743939"/>
                  </a:lnTo>
                  <a:lnTo>
                    <a:pt x="815415" y="1745949"/>
                  </a:lnTo>
                  <a:lnTo>
                    <a:pt x="730596" y="1747564"/>
                  </a:lnTo>
                  <a:lnTo>
                    <a:pt x="657676" y="1748789"/>
                  </a:lnTo>
                  <a:lnTo>
                    <a:pt x="600092" y="1749649"/>
                  </a:lnTo>
                  <a:lnTo>
                    <a:pt x="559501" y="1750192"/>
                  </a:lnTo>
                  <a:lnTo>
                    <a:pt x="535281" y="1750482"/>
                  </a:lnTo>
                  <a:lnTo>
                    <a:pt x="524490" y="1750599"/>
                  </a:lnTo>
                  <a:lnTo>
                    <a:pt x="522133" y="1750623"/>
                  </a:lnTo>
                  <a:lnTo>
                    <a:pt x="0" y="1750623"/>
                  </a:lnTo>
                  <a:close/>
                </a:path>
              </a:pathLst>
            </a:custGeom>
            <a:solidFill>
              <a:srgbClr val="67C1B3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1257" name="pl1257"/>
            <p:cNvSpPr/>
            <p:nvPr/>
          </p:nvSpPr>
          <p:spPr>
            <a:xfrm>
              <a:off x="386606" y="2608632"/>
              <a:ext cx="8554953" cy="1750623"/>
            </a:xfrm>
            <a:custGeom>
              <a:avLst/>
              <a:pathLst>
                <a:path w="8554953" h="1750623">
                  <a:moveTo>
                    <a:pt x="0" y="1750623"/>
                  </a:moveTo>
                  <a:lnTo>
                    <a:pt x="522133" y="1750623"/>
                  </a:lnTo>
                  <a:lnTo>
                    <a:pt x="523400" y="1750610"/>
                  </a:lnTo>
                  <a:lnTo>
                    <a:pt x="531684" y="1750523"/>
                  </a:lnTo>
                  <a:lnTo>
                    <a:pt x="552395" y="1750280"/>
                  </a:lnTo>
                  <a:lnTo>
                    <a:pt x="588986" y="1749803"/>
                  </a:lnTo>
                  <a:lnTo>
                    <a:pt x="642638" y="1749023"/>
                  </a:lnTo>
                  <a:lnTo>
                    <a:pt x="712202" y="1747887"/>
                  </a:lnTo>
                  <a:lnTo>
                    <a:pt x="794594" y="1746365"/>
                  </a:lnTo>
                  <a:lnTo>
                    <a:pt x="885567" y="1744448"/>
                  </a:lnTo>
                  <a:lnTo>
                    <a:pt x="980614" y="1742140"/>
                  </a:lnTo>
                  <a:lnTo>
                    <a:pt x="1075717" y="1739450"/>
                  </a:lnTo>
                  <a:lnTo>
                    <a:pt x="1167791" y="1736385"/>
                  </a:lnTo>
                  <a:lnTo>
                    <a:pt x="1254816" y="1732936"/>
                  </a:lnTo>
                  <a:lnTo>
                    <a:pt x="1335744" y="1729084"/>
                  </a:lnTo>
                  <a:lnTo>
                    <a:pt x="1410302" y="1724791"/>
                  </a:lnTo>
                  <a:lnTo>
                    <a:pt x="1478769" y="1720001"/>
                  </a:lnTo>
                  <a:lnTo>
                    <a:pt x="1541777" y="1714644"/>
                  </a:lnTo>
                  <a:lnTo>
                    <a:pt x="1600165" y="1708640"/>
                  </a:lnTo>
                  <a:lnTo>
                    <a:pt x="1654862" y="1701900"/>
                  </a:lnTo>
                  <a:lnTo>
                    <a:pt x="1706801" y="1694343"/>
                  </a:lnTo>
                  <a:lnTo>
                    <a:pt x="1756838" y="1685912"/>
                  </a:lnTo>
                  <a:lnTo>
                    <a:pt x="1768425" y="1683798"/>
                  </a:lnTo>
                  <a:lnTo>
                    <a:pt x="1821766" y="1673300"/>
                  </a:lnTo>
                  <a:lnTo>
                    <a:pt x="1874591" y="1661708"/>
                  </a:lnTo>
                  <a:lnTo>
                    <a:pt x="1927464" y="1649007"/>
                  </a:lnTo>
                  <a:lnTo>
                    <a:pt x="1980764" y="1635221"/>
                  </a:lnTo>
                  <a:lnTo>
                    <a:pt x="2034708" y="1620418"/>
                  </a:lnTo>
                  <a:lnTo>
                    <a:pt x="2089376" y="1604714"/>
                  </a:lnTo>
                  <a:lnTo>
                    <a:pt x="2144724" y="1588269"/>
                  </a:lnTo>
                  <a:lnTo>
                    <a:pt x="2200607" y="1571285"/>
                  </a:lnTo>
                  <a:lnTo>
                    <a:pt x="2256809" y="1553993"/>
                  </a:lnTo>
                  <a:lnTo>
                    <a:pt x="2313070" y="1536646"/>
                  </a:lnTo>
                  <a:lnTo>
                    <a:pt x="2369125" y="1519495"/>
                  </a:lnTo>
                  <a:lnTo>
                    <a:pt x="2424732" y="1502785"/>
                  </a:lnTo>
                  <a:lnTo>
                    <a:pt x="2479713" y="1486730"/>
                  </a:lnTo>
                  <a:lnTo>
                    <a:pt x="2533976" y="1471511"/>
                  </a:lnTo>
                  <a:lnTo>
                    <a:pt x="2587543" y="1457263"/>
                  </a:lnTo>
                  <a:lnTo>
                    <a:pt x="2640568" y="1444076"/>
                  </a:lnTo>
                  <a:lnTo>
                    <a:pt x="2693357" y="1431993"/>
                  </a:lnTo>
                  <a:lnTo>
                    <a:pt x="2746387" y="1421015"/>
                  </a:lnTo>
                  <a:lnTo>
                    <a:pt x="2770117" y="1416498"/>
                  </a:lnTo>
                  <a:lnTo>
                    <a:pt x="2819815" y="1407858"/>
                  </a:lnTo>
                  <a:lnTo>
                    <a:pt x="2871233" y="1400099"/>
                  </a:lnTo>
                  <a:lnTo>
                    <a:pt x="2925198" y="1393174"/>
                  </a:lnTo>
                  <a:lnTo>
                    <a:pt x="2982632" y="1387004"/>
                  </a:lnTo>
                  <a:lnTo>
                    <a:pt x="3044472" y="1381503"/>
                  </a:lnTo>
                  <a:lnTo>
                    <a:pt x="3111586" y="1376586"/>
                  </a:lnTo>
                  <a:lnTo>
                    <a:pt x="3184669" y="1372181"/>
                  </a:lnTo>
                  <a:lnTo>
                    <a:pt x="3264097" y="1368229"/>
                  </a:lnTo>
                  <a:lnTo>
                    <a:pt x="3349748" y="1364689"/>
                  </a:lnTo>
                  <a:lnTo>
                    <a:pt x="3440776" y="1361534"/>
                  </a:lnTo>
                  <a:lnTo>
                    <a:pt x="3535404" y="1358756"/>
                  </a:lnTo>
                  <a:lnTo>
                    <a:pt x="3630796" y="1356357"/>
                  </a:lnTo>
                  <a:lnTo>
                    <a:pt x="3723127" y="1354347"/>
                  </a:lnTo>
                  <a:lnTo>
                    <a:pt x="3807946" y="1352732"/>
                  </a:lnTo>
                  <a:lnTo>
                    <a:pt x="3880867" y="1351507"/>
                  </a:lnTo>
                  <a:lnTo>
                    <a:pt x="3938450" y="1350647"/>
                  </a:lnTo>
                  <a:lnTo>
                    <a:pt x="3979042" y="1350104"/>
                  </a:lnTo>
                  <a:lnTo>
                    <a:pt x="4003262" y="1349814"/>
                  </a:lnTo>
                  <a:lnTo>
                    <a:pt x="4014052" y="1349697"/>
                  </a:lnTo>
                  <a:lnTo>
                    <a:pt x="4016392" y="1349674"/>
                  </a:lnTo>
                  <a:lnTo>
                    <a:pt x="4016409" y="1349673"/>
                  </a:lnTo>
                  <a:lnTo>
                    <a:pt x="4538543" y="1349673"/>
                  </a:lnTo>
                  <a:lnTo>
                    <a:pt x="4539783" y="1349633"/>
                  </a:lnTo>
                  <a:lnTo>
                    <a:pt x="4547895" y="1349344"/>
                  </a:lnTo>
                  <a:lnTo>
                    <a:pt x="4568193" y="1348545"/>
                  </a:lnTo>
                  <a:lnTo>
                    <a:pt x="4604091" y="1346976"/>
                  </a:lnTo>
                  <a:lnTo>
                    <a:pt x="4656805" y="1344406"/>
                  </a:lnTo>
                  <a:lnTo>
                    <a:pt x="4725282" y="1340659"/>
                  </a:lnTo>
                  <a:lnTo>
                    <a:pt x="4806565" y="1335635"/>
                  </a:lnTo>
                  <a:lnTo>
                    <a:pt x="4896532" y="1329299"/>
                  </a:lnTo>
                  <a:lnTo>
                    <a:pt x="4990764" y="1321666"/>
                  </a:lnTo>
                  <a:lnTo>
                    <a:pt x="5085284" y="1312766"/>
                  </a:lnTo>
                  <a:lnTo>
                    <a:pt x="5177003" y="1302618"/>
                  </a:lnTo>
                  <a:lnTo>
                    <a:pt x="5263867" y="1291204"/>
                  </a:lnTo>
                  <a:lnTo>
                    <a:pt x="5344778" y="1278459"/>
                  </a:lnTo>
                  <a:lnTo>
                    <a:pt x="5419410" y="1264263"/>
                  </a:lnTo>
                  <a:lnTo>
                    <a:pt x="5487991" y="1248441"/>
                  </a:lnTo>
                  <a:lnTo>
                    <a:pt x="5551112" y="1230768"/>
                  </a:lnTo>
                  <a:lnTo>
                    <a:pt x="5609578" y="1210978"/>
                  </a:lnTo>
                  <a:lnTo>
                    <a:pt x="5664291" y="1188785"/>
                  </a:lnTo>
                  <a:lnTo>
                    <a:pt x="5716168" y="1163912"/>
                  </a:lnTo>
                  <a:lnTo>
                    <a:pt x="5766061" y="1136158"/>
                  </a:lnTo>
                  <a:lnTo>
                    <a:pt x="5784835" y="1124728"/>
                  </a:lnTo>
                  <a:lnTo>
                    <a:pt x="5831681" y="1093916"/>
                  </a:lnTo>
                  <a:lnTo>
                    <a:pt x="5878070" y="1060278"/>
                  </a:lnTo>
                  <a:lnTo>
                    <a:pt x="5924407" y="1023763"/>
                  </a:lnTo>
                  <a:lnTo>
                    <a:pt x="5970982" y="984397"/>
                  </a:lnTo>
                  <a:lnTo>
                    <a:pt x="6017988" y="942293"/>
                  </a:lnTo>
                  <a:lnTo>
                    <a:pt x="6065528" y="897652"/>
                  </a:lnTo>
                  <a:lnTo>
                    <a:pt x="6113626" y="850773"/>
                  </a:lnTo>
                  <a:lnTo>
                    <a:pt x="6162237" y="802041"/>
                  </a:lnTo>
                  <a:lnTo>
                    <a:pt x="6211259" y="751920"/>
                  </a:lnTo>
                  <a:lnTo>
                    <a:pt x="6260546" y="700937"/>
                  </a:lnTo>
                  <a:lnTo>
                    <a:pt x="6309926" y="649659"/>
                  </a:lnTo>
                  <a:lnTo>
                    <a:pt x="6359217" y="598666"/>
                  </a:lnTo>
                  <a:lnTo>
                    <a:pt x="6408245" y="548525"/>
                  </a:lnTo>
                  <a:lnTo>
                    <a:pt x="6456865" y="499763"/>
                  </a:lnTo>
                  <a:lnTo>
                    <a:pt x="6504973" y="452846"/>
                  </a:lnTo>
                  <a:lnTo>
                    <a:pt x="6552523" y="408163"/>
                  </a:lnTo>
                  <a:lnTo>
                    <a:pt x="6599537" y="366011"/>
                  </a:lnTo>
                  <a:lnTo>
                    <a:pt x="6646119" y="326594"/>
                  </a:lnTo>
                  <a:lnTo>
                    <a:pt x="6692457" y="290028"/>
                  </a:lnTo>
                  <a:lnTo>
                    <a:pt x="6738842" y="256338"/>
                  </a:lnTo>
                  <a:lnTo>
                    <a:pt x="6785676" y="225476"/>
                  </a:lnTo>
                  <a:lnTo>
                    <a:pt x="6786527" y="224945"/>
                  </a:lnTo>
                  <a:lnTo>
                    <a:pt x="6835858" y="196062"/>
                  </a:lnTo>
                  <a:lnTo>
                    <a:pt x="6886879" y="170102"/>
                  </a:lnTo>
                  <a:lnTo>
                    <a:pt x="6940397" y="146911"/>
                  </a:lnTo>
                  <a:lnTo>
                    <a:pt x="6997314" y="126233"/>
                  </a:lnTo>
                  <a:lnTo>
                    <a:pt x="7058546" y="107781"/>
                  </a:lnTo>
                  <a:lnTo>
                    <a:pt x="7124948" y="91278"/>
                  </a:lnTo>
                  <a:lnTo>
                    <a:pt x="7197207" y="76481"/>
                  </a:lnTo>
                  <a:lnTo>
                    <a:pt x="7275713" y="63197"/>
                  </a:lnTo>
                  <a:lnTo>
                    <a:pt x="7360376" y="51283"/>
                  </a:lnTo>
                  <a:lnTo>
                    <a:pt x="7450419" y="40653"/>
                  </a:lnTo>
                  <a:lnTo>
                    <a:pt x="7544173" y="31273"/>
                  </a:lnTo>
                  <a:lnTo>
                    <a:pt x="7638944" y="23151"/>
                  </a:lnTo>
                  <a:lnTo>
                    <a:pt x="7731060" y="16314"/>
                  </a:lnTo>
                  <a:lnTo>
                    <a:pt x="7816198" y="10787"/>
                  </a:lnTo>
                  <a:lnTo>
                    <a:pt x="7890020" y="6558"/>
                  </a:lnTo>
                  <a:lnTo>
                    <a:pt x="7949023" y="3553"/>
                  </a:lnTo>
                  <a:lnTo>
                    <a:pt x="7991357" y="1625"/>
                  </a:lnTo>
                  <a:lnTo>
                    <a:pt x="8017351" y="561"/>
                  </a:lnTo>
                  <a:lnTo>
                    <a:pt x="8029606" y="107"/>
                  </a:lnTo>
                  <a:lnTo>
                    <a:pt x="8032747" y="2"/>
                  </a:lnTo>
                  <a:lnTo>
                    <a:pt x="8032819" y="0"/>
                  </a:lnTo>
                  <a:lnTo>
                    <a:pt x="8554953" y="0"/>
                  </a:lnTo>
                  <a:lnTo>
                    <a:pt x="8554953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258" name="pl1258"/>
            <p:cNvSpPr/>
            <p:nvPr/>
          </p:nvSpPr>
          <p:spPr>
            <a:xfrm>
              <a:off x="386606" y="2602985"/>
              <a:ext cx="8554953" cy="1750623"/>
            </a:xfrm>
            <a:custGeom>
              <a:avLst/>
              <a:pathLst>
                <a:path w="8554953" h="1750623">
                  <a:moveTo>
                    <a:pt x="8554953" y="0"/>
                  </a:moveTo>
                  <a:lnTo>
                    <a:pt x="8032819" y="0"/>
                  </a:lnTo>
                  <a:lnTo>
                    <a:pt x="8031579" y="40"/>
                  </a:lnTo>
                  <a:lnTo>
                    <a:pt x="8023466" y="329"/>
                  </a:lnTo>
                  <a:lnTo>
                    <a:pt x="8003169" y="1128"/>
                  </a:lnTo>
                  <a:lnTo>
                    <a:pt x="7967271" y="2697"/>
                  </a:lnTo>
                  <a:lnTo>
                    <a:pt x="7914557" y="5267"/>
                  </a:lnTo>
                  <a:lnTo>
                    <a:pt x="7846080" y="9013"/>
                  </a:lnTo>
                  <a:lnTo>
                    <a:pt x="7764797" y="14038"/>
                  </a:lnTo>
                  <a:lnTo>
                    <a:pt x="7674830" y="20373"/>
                  </a:lnTo>
                  <a:lnTo>
                    <a:pt x="7580598" y="28007"/>
                  </a:lnTo>
                  <a:lnTo>
                    <a:pt x="7486078" y="36907"/>
                  </a:lnTo>
                  <a:lnTo>
                    <a:pt x="7394359" y="47055"/>
                  </a:lnTo>
                  <a:lnTo>
                    <a:pt x="7307495" y="58469"/>
                  </a:lnTo>
                  <a:lnTo>
                    <a:pt x="7226584" y="71214"/>
                  </a:lnTo>
                  <a:lnTo>
                    <a:pt x="7151952" y="85410"/>
                  </a:lnTo>
                  <a:lnTo>
                    <a:pt x="7083371" y="101232"/>
                  </a:lnTo>
                  <a:lnTo>
                    <a:pt x="7020250" y="118905"/>
                  </a:lnTo>
                  <a:lnTo>
                    <a:pt x="6961784" y="138695"/>
                  </a:lnTo>
                  <a:lnTo>
                    <a:pt x="6907071" y="160888"/>
                  </a:lnTo>
                  <a:lnTo>
                    <a:pt x="6855194" y="185760"/>
                  </a:lnTo>
                  <a:lnTo>
                    <a:pt x="6805301" y="213515"/>
                  </a:lnTo>
                  <a:lnTo>
                    <a:pt x="6786527" y="224945"/>
                  </a:lnTo>
                  <a:lnTo>
                    <a:pt x="6739680" y="255757"/>
                  </a:lnTo>
                  <a:lnTo>
                    <a:pt x="6693291" y="289395"/>
                  </a:lnTo>
                  <a:lnTo>
                    <a:pt x="6646955" y="325910"/>
                  </a:lnTo>
                  <a:lnTo>
                    <a:pt x="6600380" y="365276"/>
                  </a:lnTo>
                  <a:lnTo>
                    <a:pt x="6553374" y="407380"/>
                  </a:lnTo>
                  <a:lnTo>
                    <a:pt x="6505834" y="452020"/>
                  </a:lnTo>
                  <a:lnTo>
                    <a:pt x="6457736" y="498900"/>
                  </a:lnTo>
                  <a:lnTo>
                    <a:pt x="6409125" y="547632"/>
                  </a:lnTo>
                  <a:lnTo>
                    <a:pt x="6360103" y="597753"/>
                  </a:lnTo>
                  <a:lnTo>
                    <a:pt x="6310816" y="648736"/>
                  </a:lnTo>
                  <a:lnTo>
                    <a:pt x="6261436" y="700014"/>
                  </a:lnTo>
                  <a:lnTo>
                    <a:pt x="6212145" y="751007"/>
                  </a:lnTo>
                  <a:lnTo>
                    <a:pt x="6163117" y="801148"/>
                  </a:lnTo>
                  <a:lnTo>
                    <a:pt x="6114497" y="849910"/>
                  </a:lnTo>
                  <a:lnTo>
                    <a:pt x="6066389" y="896827"/>
                  </a:lnTo>
                  <a:lnTo>
                    <a:pt x="6018839" y="941510"/>
                  </a:lnTo>
                  <a:lnTo>
                    <a:pt x="5971825" y="983662"/>
                  </a:lnTo>
                  <a:lnTo>
                    <a:pt x="5925243" y="1023078"/>
                  </a:lnTo>
                  <a:lnTo>
                    <a:pt x="5878905" y="1059645"/>
                  </a:lnTo>
                  <a:lnTo>
                    <a:pt x="5832520" y="1093335"/>
                  </a:lnTo>
                  <a:lnTo>
                    <a:pt x="5785686" y="1124197"/>
                  </a:lnTo>
                  <a:lnTo>
                    <a:pt x="5784835" y="1124728"/>
                  </a:lnTo>
                  <a:lnTo>
                    <a:pt x="5735504" y="1153611"/>
                  </a:lnTo>
                  <a:lnTo>
                    <a:pt x="5684483" y="1179571"/>
                  </a:lnTo>
                  <a:lnTo>
                    <a:pt x="5630965" y="1202762"/>
                  </a:lnTo>
                  <a:lnTo>
                    <a:pt x="5574048" y="1223440"/>
                  </a:lnTo>
                  <a:lnTo>
                    <a:pt x="5512816" y="1241892"/>
                  </a:lnTo>
                  <a:lnTo>
                    <a:pt x="5446414" y="1258395"/>
                  </a:lnTo>
                  <a:lnTo>
                    <a:pt x="5374155" y="1273191"/>
                  </a:lnTo>
                  <a:lnTo>
                    <a:pt x="5295649" y="1286476"/>
                  </a:lnTo>
                  <a:lnTo>
                    <a:pt x="5210986" y="1298390"/>
                  </a:lnTo>
                  <a:lnTo>
                    <a:pt x="5120943" y="1309020"/>
                  </a:lnTo>
                  <a:lnTo>
                    <a:pt x="5027188" y="1318399"/>
                  </a:lnTo>
                  <a:lnTo>
                    <a:pt x="4932418" y="1326522"/>
                  </a:lnTo>
                  <a:lnTo>
                    <a:pt x="4840302" y="1333359"/>
                  </a:lnTo>
                  <a:lnTo>
                    <a:pt x="4755164" y="1338886"/>
                  </a:lnTo>
                  <a:lnTo>
                    <a:pt x="4681342" y="1343115"/>
                  </a:lnTo>
                  <a:lnTo>
                    <a:pt x="4622339" y="1346119"/>
                  </a:lnTo>
                  <a:lnTo>
                    <a:pt x="4580005" y="1348048"/>
                  </a:lnTo>
                  <a:lnTo>
                    <a:pt x="4554011" y="1349112"/>
                  </a:lnTo>
                  <a:lnTo>
                    <a:pt x="4541755" y="1349565"/>
                  </a:lnTo>
                  <a:lnTo>
                    <a:pt x="4538615" y="1349671"/>
                  </a:lnTo>
                  <a:lnTo>
                    <a:pt x="4538543" y="1349673"/>
                  </a:lnTo>
                  <a:lnTo>
                    <a:pt x="4016409" y="1349673"/>
                  </a:lnTo>
                  <a:lnTo>
                    <a:pt x="4015142" y="1349686"/>
                  </a:lnTo>
                  <a:lnTo>
                    <a:pt x="4006858" y="1349773"/>
                  </a:lnTo>
                  <a:lnTo>
                    <a:pt x="3986147" y="1350016"/>
                  </a:lnTo>
                  <a:lnTo>
                    <a:pt x="3949556" y="1350492"/>
                  </a:lnTo>
                  <a:lnTo>
                    <a:pt x="3895904" y="1351273"/>
                  </a:lnTo>
                  <a:lnTo>
                    <a:pt x="3826341" y="1352409"/>
                  </a:lnTo>
                  <a:lnTo>
                    <a:pt x="3743948" y="1353931"/>
                  </a:lnTo>
                  <a:lnTo>
                    <a:pt x="3652975" y="1355848"/>
                  </a:lnTo>
                  <a:lnTo>
                    <a:pt x="3557928" y="1358156"/>
                  </a:lnTo>
                  <a:lnTo>
                    <a:pt x="3462825" y="1360846"/>
                  </a:lnTo>
                  <a:lnTo>
                    <a:pt x="3370751" y="1363911"/>
                  </a:lnTo>
                  <a:lnTo>
                    <a:pt x="3283727" y="1367360"/>
                  </a:lnTo>
                  <a:lnTo>
                    <a:pt x="3202798" y="1371212"/>
                  </a:lnTo>
                  <a:lnTo>
                    <a:pt x="3128240" y="1375505"/>
                  </a:lnTo>
                  <a:lnTo>
                    <a:pt x="3059774" y="1380295"/>
                  </a:lnTo>
                  <a:lnTo>
                    <a:pt x="2996765" y="1385652"/>
                  </a:lnTo>
                  <a:lnTo>
                    <a:pt x="2938377" y="1391656"/>
                  </a:lnTo>
                  <a:lnTo>
                    <a:pt x="2883680" y="1398396"/>
                  </a:lnTo>
                  <a:lnTo>
                    <a:pt x="2831741" y="1405953"/>
                  </a:lnTo>
                  <a:lnTo>
                    <a:pt x="2781704" y="1414384"/>
                  </a:lnTo>
                  <a:lnTo>
                    <a:pt x="2770117" y="1416498"/>
                  </a:lnTo>
                  <a:lnTo>
                    <a:pt x="2716776" y="1426996"/>
                  </a:lnTo>
                  <a:lnTo>
                    <a:pt x="2663951" y="1438588"/>
                  </a:lnTo>
                  <a:lnTo>
                    <a:pt x="2611078" y="1451289"/>
                  </a:lnTo>
                  <a:lnTo>
                    <a:pt x="2557778" y="1465075"/>
                  </a:lnTo>
                  <a:lnTo>
                    <a:pt x="2503834" y="1479878"/>
                  </a:lnTo>
                  <a:lnTo>
                    <a:pt x="2449166" y="1495582"/>
                  </a:lnTo>
                  <a:lnTo>
                    <a:pt x="2393818" y="1512027"/>
                  </a:lnTo>
                  <a:lnTo>
                    <a:pt x="2337935" y="1529011"/>
                  </a:lnTo>
                  <a:lnTo>
                    <a:pt x="2281733" y="1546303"/>
                  </a:lnTo>
                  <a:lnTo>
                    <a:pt x="2225472" y="1563650"/>
                  </a:lnTo>
                  <a:lnTo>
                    <a:pt x="2169417" y="1580801"/>
                  </a:lnTo>
                  <a:lnTo>
                    <a:pt x="2113810" y="1597511"/>
                  </a:lnTo>
                  <a:lnTo>
                    <a:pt x="2058829" y="1613566"/>
                  </a:lnTo>
                  <a:lnTo>
                    <a:pt x="2004566" y="1628785"/>
                  </a:lnTo>
                  <a:lnTo>
                    <a:pt x="1950999" y="1643033"/>
                  </a:lnTo>
                  <a:lnTo>
                    <a:pt x="1897974" y="1656220"/>
                  </a:lnTo>
                  <a:lnTo>
                    <a:pt x="1845185" y="1668303"/>
                  </a:lnTo>
                  <a:lnTo>
                    <a:pt x="1792155" y="1679281"/>
                  </a:lnTo>
                  <a:lnTo>
                    <a:pt x="1768425" y="1683798"/>
                  </a:lnTo>
                  <a:lnTo>
                    <a:pt x="1718727" y="1692438"/>
                  </a:lnTo>
                  <a:lnTo>
                    <a:pt x="1667309" y="1700197"/>
                  </a:lnTo>
                  <a:lnTo>
                    <a:pt x="1613344" y="1707122"/>
                  </a:lnTo>
                  <a:lnTo>
                    <a:pt x="1555910" y="1713292"/>
                  </a:lnTo>
                  <a:lnTo>
                    <a:pt x="1494070" y="1718793"/>
                  </a:lnTo>
                  <a:lnTo>
                    <a:pt x="1426956" y="1723710"/>
                  </a:lnTo>
                  <a:lnTo>
                    <a:pt x="1353874" y="1728115"/>
                  </a:lnTo>
                  <a:lnTo>
                    <a:pt x="1274445" y="1732067"/>
                  </a:lnTo>
                  <a:lnTo>
                    <a:pt x="1188794" y="1735607"/>
                  </a:lnTo>
                  <a:lnTo>
                    <a:pt x="1097766" y="1738762"/>
                  </a:lnTo>
                  <a:lnTo>
                    <a:pt x="1003139" y="1741540"/>
                  </a:lnTo>
                  <a:lnTo>
                    <a:pt x="907746" y="1743939"/>
                  </a:lnTo>
                  <a:lnTo>
                    <a:pt x="815415" y="1745949"/>
                  </a:lnTo>
                  <a:lnTo>
                    <a:pt x="730596" y="1747564"/>
                  </a:lnTo>
                  <a:lnTo>
                    <a:pt x="657676" y="1748789"/>
                  </a:lnTo>
                  <a:lnTo>
                    <a:pt x="600092" y="1749649"/>
                  </a:lnTo>
                  <a:lnTo>
                    <a:pt x="559501" y="1750192"/>
                  </a:lnTo>
                  <a:lnTo>
                    <a:pt x="535281" y="1750482"/>
                  </a:lnTo>
                  <a:lnTo>
                    <a:pt x="524490" y="1750599"/>
                  </a:lnTo>
                  <a:lnTo>
                    <a:pt x="522150" y="1750622"/>
                  </a:lnTo>
                  <a:lnTo>
                    <a:pt x="522133" y="1750623"/>
                  </a:lnTo>
                  <a:lnTo>
                    <a:pt x="0" y="1750623"/>
                  </a:lnTo>
                  <a:lnTo>
                    <a:pt x="0" y="1750623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259" name="pg1259"/>
            <p:cNvSpPr/>
            <p:nvPr/>
          </p:nvSpPr>
          <p:spPr>
            <a:xfrm>
              <a:off x="386606" y="3986542"/>
              <a:ext cx="8554953" cy="1168964"/>
            </a:xfrm>
            <a:custGeom>
              <a:avLst/>
              <a:pathLst>
                <a:path w="8554953" h="1168964">
                  <a:moveTo>
                    <a:pt x="0" y="378360"/>
                  </a:moveTo>
                  <a:lnTo>
                    <a:pt x="522133" y="378360"/>
                  </a:lnTo>
                  <a:lnTo>
                    <a:pt x="523400" y="378349"/>
                  </a:lnTo>
                  <a:lnTo>
                    <a:pt x="531687" y="378267"/>
                  </a:lnTo>
                  <a:lnTo>
                    <a:pt x="552404" y="378041"/>
                  </a:lnTo>
                  <a:lnTo>
                    <a:pt x="589004" y="377598"/>
                  </a:lnTo>
                  <a:lnTo>
                    <a:pt x="642668" y="376873"/>
                  </a:lnTo>
                  <a:lnTo>
                    <a:pt x="712246" y="375817"/>
                  </a:lnTo>
                  <a:lnTo>
                    <a:pt x="794653" y="374401"/>
                  </a:lnTo>
                  <a:lnTo>
                    <a:pt x="885640" y="372618"/>
                  </a:lnTo>
                  <a:lnTo>
                    <a:pt x="980698" y="370472"/>
                  </a:lnTo>
                  <a:lnTo>
                    <a:pt x="1075809" y="367972"/>
                  </a:lnTo>
                  <a:lnTo>
                    <a:pt x="1167887" y="365121"/>
                  </a:lnTo>
                  <a:lnTo>
                    <a:pt x="1254914" y="361915"/>
                  </a:lnTo>
                  <a:lnTo>
                    <a:pt x="1335842" y="358334"/>
                  </a:lnTo>
                  <a:lnTo>
                    <a:pt x="1410400" y="354342"/>
                  </a:lnTo>
                  <a:lnTo>
                    <a:pt x="1478864" y="349888"/>
                  </a:lnTo>
                  <a:lnTo>
                    <a:pt x="1541871" y="344907"/>
                  </a:lnTo>
                  <a:lnTo>
                    <a:pt x="1600259" y="339324"/>
                  </a:lnTo>
                  <a:lnTo>
                    <a:pt x="1654956" y="333057"/>
                  </a:lnTo>
                  <a:lnTo>
                    <a:pt x="1706895" y="326030"/>
                  </a:lnTo>
                  <a:lnTo>
                    <a:pt x="1756934" y="318191"/>
                  </a:lnTo>
                  <a:lnTo>
                    <a:pt x="1768425" y="316241"/>
                  </a:lnTo>
                  <a:lnTo>
                    <a:pt x="1821886" y="306459"/>
                  </a:lnTo>
                  <a:lnTo>
                    <a:pt x="1874831" y="295656"/>
                  </a:lnTo>
                  <a:lnTo>
                    <a:pt x="1927826" y="283817"/>
                  </a:lnTo>
                  <a:lnTo>
                    <a:pt x="1981251" y="270964"/>
                  </a:lnTo>
                  <a:lnTo>
                    <a:pt x="2035325" y="257163"/>
                  </a:lnTo>
                  <a:lnTo>
                    <a:pt x="2090126" y="242522"/>
                  </a:lnTo>
                  <a:lnTo>
                    <a:pt x="2145608" y="227192"/>
                  </a:lnTo>
                  <a:lnTo>
                    <a:pt x="2201626" y="211361"/>
                  </a:lnTo>
                  <a:lnTo>
                    <a:pt x="2257959" y="195248"/>
                  </a:lnTo>
                  <a:lnTo>
                    <a:pt x="2314347" y="179087"/>
                  </a:lnTo>
                  <a:lnTo>
                    <a:pt x="2370520" y="163115"/>
                  </a:lnTo>
                  <a:lnTo>
                    <a:pt x="2426240" y="147560"/>
                  </a:lnTo>
                  <a:lnTo>
                    <a:pt x="2481325" y="132622"/>
                  </a:lnTo>
                  <a:lnTo>
                    <a:pt x="2535689" y="118469"/>
                  </a:lnTo>
                  <a:lnTo>
                    <a:pt x="2589357" y="105226"/>
                  </a:lnTo>
                  <a:lnTo>
                    <a:pt x="2642488" y="92975"/>
                  </a:lnTo>
                  <a:lnTo>
                    <a:pt x="2695396" y="81756"/>
                  </a:lnTo>
                  <a:lnTo>
                    <a:pt x="2748569" y="71568"/>
                  </a:lnTo>
                  <a:lnTo>
                    <a:pt x="2770117" y="67766"/>
                  </a:lnTo>
                  <a:lnTo>
                    <a:pt x="2819820" y="59733"/>
                  </a:lnTo>
                  <a:lnTo>
                    <a:pt x="2871243" y="52520"/>
                  </a:lnTo>
                  <a:lnTo>
                    <a:pt x="2925214" y="46082"/>
                  </a:lnTo>
                  <a:lnTo>
                    <a:pt x="2982655" y="40346"/>
                  </a:lnTo>
                  <a:lnTo>
                    <a:pt x="3044503" y="35232"/>
                  </a:lnTo>
                  <a:lnTo>
                    <a:pt x="3111627" y="30662"/>
                  </a:lnTo>
                  <a:lnTo>
                    <a:pt x="3184721" y="26567"/>
                  </a:lnTo>
                  <a:lnTo>
                    <a:pt x="3264162" y="22893"/>
                  </a:lnTo>
                  <a:lnTo>
                    <a:pt x="3349826" y="19602"/>
                  </a:lnTo>
                  <a:lnTo>
                    <a:pt x="3440867" y="16669"/>
                  </a:lnTo>
                  <a:lnTo>
                    <a:pt x="3535506" y="14087"/>
                  </a:lnTo>
                  <a:lnTo>
                    <a:pt x="3630906" y="11857"/>
                  </a:lnTo>
                  <a:lnTo>
                    <a:pt x="3723240" y="9989"/>
                  </a:lnTo>
                  <a:lnTo>
                    <a:pt x="3808055" y="8488"/>
                  </a:lnTo>
                  <a:lnTo>
                    <a:pt x="3880963" y="7349"/>
                  </a:lnTo>
                  <a:lnTo>
                    <a:pt x="3938527" y="6550"/>
                  </a:lnTo>
                  <a:lnTo>
                    <a:pt x="3979095" y="6047"/>
                  </a:lnTo>
                  <a:lnTo>
                    <a:pt x="4003291" y="5777"/>
                  </a:lnTo>
                  <a:lnTo>
                    <a:pt x="4014063" y="5668"/>
                  </a:lnTo>
                  <a:lnTo>
                    <a:pt x="4016409" y="5647"/>
                  </a:lnTo>
                  <a:lnTo>
                    <a:pt x="4538543" y="5647"/>
                  </a:lnTo>
                  <a:lnTo>
                    <a:pt x="4539791" y="5682"/>
                  </a:lnTo>
                  <a:lnTo>
                    <a:pt x="4547950" y="5932"/>
                  </a:lnTo>
                  <a:lnTo>
                    <a:pt x="4568362" y="6625"/>
                  </a:lnTo>
                  <a:lnTo>
                    <a:pt x="4604453" y="7986"/>
                  </a:lnTo>
                  <a:lnTo>
                    <a:pt x="4657427" y="10214"/>
                  </a:lnTo>
                  <a:lnTo>
                    <a:pt x="4726206" y="13462"/>
                  </a:lnTo>
                  <a:lnTo>
                    <a:pt x="4807798" y="17817"/>
                  </a:lnTo>
                  <a:lnTo>
                    <a:pt x="4898046" y="23306"/>
                  </a:lnTo>
                  <a:lnTo>
                    <a:pt x="4992506" y="29918"/>
                  </a:lnTo>
                  <a:lnTo>
                    <a:pt x="5087190" y="37625"/>
                  </a:lnTo>
                  <a:lnTo>
                    <a:pt x="5179009" y="46414"/>
                  </a:lnTo>
                  <a:lnTo>
                    <a:pt x="5265919" y="56298"/>
                  </a:lnTo>
                  <a:lnTo>
                    <a:pt x="5346836" y="67336"/>
                  </a:lnTo>
                  <a:lnTo>
                    <a:pt x="5421449" y="79633"/>
                  </a:lnTo>
                  <a:lnTo>
                    <a:pt x="5489998" y="93343"/>
                  </a:lnTo>
                  <a:lnTo>
                    <a:pt x="5553087" y="108661"/>
                  </a:lnTo>
                  <a:lnTo>
                    <a:pt x="5611531" y="125818"/>
                  </a:lnTo>
                  <a:lnTo>
                    <a:pt x="5666239" y="145065"/>
                  </a:lnTo>
                  <a:lnTo>
                    <a:pt x="5718132" y="166638"/>
                  </a:lnTo>
                  <a:lnTo>
                    <a:pt x="5768064" y="190710"/>
                  </a:lnTo>
                  <a:lnTo>
                    <a:pt x="5784835" y="199533"/>
                  </a:lnTo>
                  <a:lnTo>
                    <a:pt x="5833122" y="226951"/>
                  </a:lnTo>
                  <a:lnTo>
                    <a:pt x="5880937" y="256960"/>
                  </a:lnTo>
                  <a:lnTo>
                    <a:pt x="5928718" y="289605"/>
                  </a:lnTo>
                  <a:lnTo>
                    <a:pt x="5976776" y="324856"/>
                  </a:lnTo>
                  <a:lnTo>
                    <a:pt x="6025309" y="362596"/>
                  </a:lnTo>
                  <a:lnTo>
                    <a:pt x="6074419" y="402623"/>
                  </a:lnTo>
                  <a:lnTo>
                    <a:pt x="6124119" y="444640"/>
                  </a:lnTo>
                  <a:lnTo>
                    <a:pt x="6174344" y="488269"/>
                  </a:lnTo>
                  <a:lnTo>
                    <a:pt x="6224971" y="533054"/>
                  </a:lnTo>
                  <a:lnTo>
                    <a:pt x="6275831" y="578487"/>
                  </a:lnTo>
                  <a:lnTo>
                    <a:pt x="6326729" y="624025"/>
                  </a:lnTo>
                  <a:lnTo>
                    <a:pt x="6377468" y="669124"/>
                  </a:lnTo>
                  <a:lnTo>
                    <a:pt x="6427867" y="713257"/>
                  </a:lnTo>
                  <a:lnTo>
                    <a:pt x="6477781" y="755948"/>
                  </a:lnTo>
                  <a:lnTo>
                    <a:pt x="6527122" y="796784"/>
                  </a:lnTo>
                  <a:lnTo>
                    <a:pt x="6575871" y="835439"/>
                  </a:lnTo>
                  <a:lnTo>
                    <a:pt x="6624095" y="871671"/>
                  </a:lnTo>
                  <a:lnTo>
                    <a:pt x="6671953" y="905332"/>
                  </a:lnTo>
                  <a:lnTo>
                    <a:pt x="6719710" y="936360"/>
                  </a:lnTo>
                  <a:lnTo>
                    <a:pt x="6767754" y="964771"/>
                  </a:lnTo>
                  <a:lnTo>
                    <a:pt x="6786527" y="975078"/>
                  </a:lnTo>
                  <a:lnTo>
                    <a:pt x="6835960" y="1000021"/>
                  </a:lnTo>
                  <a:lnTo>
                    <a:pt x="6887092" y="1022435"/>
                  </a:lnTo>
                  <a:lnTo>
                    <a:pt x="6940734" y="1042453"/>
                  </a:lnTo>
                  <a:lnTo>
                    <a:pt x="6997794" y="1060297"/>
                  </a:lnTo>
                  <a:lnTo>
                    <a:pt x="7059196" y="1076218"/>
                  </a:lnTo>
                  <a:lnTo>
                    <a:pt x="7125795" y="1090453"/>
                  </a:lnTo>
                  <a:lnTo>
                    <a:pt x="7198283" y="1103214"/>
                  </a:lnTo>
                  <a:lnTo>
                    <a:pt x="7277045" y="1114669"/>
                  </a:lnTo>
                  <a:lnTo>
                    <a:pt x="7361983" y="1124939"/>
                  </a:lnTo>
                  <a:lnTo>
                    <a:pt x="7452300" y="1134099"/>
                  </a:lnTo>
                  <a:lnTo>
                    <a:pt x="7546299" y="1142177"/>
                  </a:lnTo>
                  <a:lnTo>
                    <a:pt x="7641246" y="1149167"/>
                  </a:lnTo>
                  <a:lnTo>
                    <a:pt x="7733426" y="1155043"/>
                  </a:lnTo>
                  <a:lnTo>
                    <a:pt x="7818480" y="1159785"/>
                  </a:lnTo>
                  <a:lnTo>
                    <a:pt x="7892058" y="1163405"/>
                  </a:lnTo>
                  <a:lnTo>
                    <a:pt x="7950671" y="1165969"/>
                  </a:lnTo>
                  <a:lnTo>
                    <a:pt x="7992522" y="1167606"/>
                  </a:lnTo>
                  <a:lnTo>
                    <a:pt x="8018020" y="1168503"/>
                  </a:lnTo>
                  <a:lnTo>
                    <a:pt x="8029862" y="1168879"/>
                  </a:lnTo>
                  <a:lnTo>
                    <a:pt x="8032819" y="1168964"/>
                  </a:lnTo>
                  <a:lnTo>
                    <a:pt x="8554953" y="1168964"/>
                  </a:lnTo>
                  <a:lnTo>
                    <a:pt x="8554953" y="1163317"/>
                  </a:lnTo>
                  <a:lnTo>
                    <a:pt x="8032819" y="1163317"/>
                  </a:lnTo>
                  <a:lnTo>
                    <a:pt x="8031571" y="1163282"/>
                  </a:lnTo>
                  <a:lnTo>
                    <a:pt x="8023411" y="1163031"/>
                  </a:lnTo>
                  <a:lnTo>
                    <a:pt x="8002999" y="1162338"/>
                  </a:lnTo>
                  <a:lnTo>
                    <a:pt x="7966909" y="1160978"/>
                  </a:lnTo>
                  <a:lnTo>
                    <a:pt x="7913935" y="1158749"/>
                  </a:lnTo>
                  <a:lnTo>
                    <a:pt x="7845156" y="1155501"/>
                  </a:lnTo>
                  <a:lnTo>
                    <a:pt x="7763564" y="1151147"/>
                  </a:lnTo>
                  <a:lnTo>
                    <a:pt x="7673316" y="1145658"/>
                  </a:lnTo>
                  <a:lnTo>
                    <a:pt x="7578856" y="1139046"/>
                  </a:lnTo>
                  <a:lnTo>
                    <a:pt x="7484172" y="1131338"/>
                  </a:lnTo>
                  <a:lnTo>
                    <a:pt x="7392352" y="1122550"/>
                  </a:lnTo>
                  <a:lnTo>
                    <a:pt x="7305443" y="1112665"/>
                  </a:lnTo>
                  <a:lnTo>
                    <a:pt x="7224525" y="1101627"/>
                  </a:lnTo>
                  <a:lnTo>
                    <a:pt x="7149913" y="1089330"/>
                  </a:lnTo>
                  <a:lnTo>
                    <a:pt x="7081364" y="1075621"/>
                  </a:lnTo>
                  <a:lnTo>
                    <a:pt x="7018275" y="1060303"/>
                  </a:lnTo>
                  <a:lnTo>
                    <a:pt x="6959831" y="1043145"/>
                  </a:lnTo>
                  <a:lnTo>
                    <a:pt x="6905123" y="1023898"/>
                  </a:lnTo>
                  <a:lnTo>
                    <a:pt x="6853230" y="1002325"/>
                  </a:lnTo>
                  <a:lnTo>
                    <a:pt x="6803298" y="978254"/>
                  </a:lnTo>
                  <a:lnTo>
                    <a:pt x="6786527" y="969431"/>
                  </a:lnTo>
                  <a:lnTo>
                    <a:pt x="6738240" y="942013"/>
                  </a:lnTo>
                  <a:lnTo>
                    <a:pt x="6690425" y="912003"/>
                  </a:lnTo>
                  <a:lnTo>
                    <a:pt x="6642644" y="879358"/>
                  </a:lnTo>
                  <a:lnTo>
                    <a:pt x="6594586" y="844108"/>
                  </a:lnTo>
                  <a:lnTo>
                    <a:pt x="6546052" y="806367"/>
                  </a:lnTo>
                  <a:lnTo>
                    <a:pt x="6496943" y="766341"/>
                  </a:lnTo>
                  <a:lnTo>
                    <a:pt x="6447243" y="724323"/>
                  </a:lnTo>
                  <a:lnTo>
                    <a:pt x="6397018" y="680695"/>
                  </a:lnTo>
                  <a:lnTo>
                    <a:pt x="6346391" y="635909"/>
                  </a:lnTo>
                  <a:lnTo>
                    <a:pt x="6295531" y="590477"/>
                  </a:lnTo>
                  <a:lnTo>
                    <a:pt x="6244633" y="544938"/>
                  </a:lnTo>
                  <a:lnTo>
                    <a:pt x="6193893" y="499840"/>
                  </a:lnTo>
                  <a:lnTo>
                    <a:pt x="6143495" y="455706"/>
                  </a:lnTo>
                  <a:lnTo>
                    <a:pt x="6093581" y="413016"/>
                  </a:lnTo>
                  <a:lnTo>
                    <a:pt x="6044240" y="372179"/>
                  </a:lnTo>
                  <a:lnTo>
                    <a:pt x="5995491" y="333525"/>
                  </a:lnTo>
                  <a:lnTo>
                    <a:pt x="5947267" y="297293"/>
                  </a:lnTo>
                  <a:lnTo>
                    <a:pt x="5899409" y="263632"/>
                  </a:lnTo>
                  <a:lnTo>
                    <a:pt x="5851652" y="232604"/>
                  </a:lnTo>
                  <a:lnTo>
                    <a:pt x="5803608" y="204193"/>
                  </a:lnTo>
                  <a:lnTo>
                    <a:pt x="5784835" y="193886"/>
                  </a:lnTo>
                  <a:lnTo>
                    <a:pt x="5735402" y="168943"/>
                  </a:lnTo>
                  <a:lnTo>
                    <a:pt x="5684270" y="146528"/>
                  </a:lnTo>
                  <a:lnTo>
                    <a:pt x="5630628" y="126510"/>
                  </a:lnTo>
                  <a:lnTo>
                    <a:pt x="5573568" y="108666"/>
                  </a:lnTo>
                  <a:lnTo>
                    <a:pt x="5512166" y="92746"/>
                  </a:lnTo>
                  <a:lnTo>
                    <a:pt x="5445567" y="78510"/>
                  </a:lnTo>
                  <a:lnTo>
                    <a:pt x="5373079" y="65749"/>
                  </a:lnTo>
                  <a:lnTo>
                    <a:pt x="5294317" y="54294"/>
                  </a:lnTo>
                  <a:lnTo>
                    <a:pt x="5209379" y="44024"/>
                  </a:lnTo>
                  <a:lnTo>
                    <a:pt x="5119062" y="34864"/>
                  </a:lnTo>
                  <a:lnTo>
                    <a:pt x="5025063" y="26786"/>
                  </a:lnTo>
                  <a:lnTo>
                    <a:pt x="4930116" y="19797"/>
                  </a:lnTo>
                  <a:lnTo>
                    <a:pt x="4837936" y="13920"/>
                  </a:lnTo>
                  <a:lnTo>
                    <a:pt x="4752882" y="9178"/>
                  </a:lnTo>
                  <a:lnTo>
                    <a:pt x="4679304" y="5558"/>
                  </a:lnTo>
                  <a:lnTo>
                    <a:pt x="4620691" y="2995"/>
                  </a:lnTo>
                  <a:lnTo>
                    <a:pt x="4578840" y="1357"/>
                  </a:lnTo>
                  <a:lnTo>
                    <a:pt x="4553341" y="461"/>
                  </a:lnTo>
                  <a:lnTo>
                    <a:pt x="4541500" y="85"/>
                  </a:lnTo>
                  <a:lnTo>
                    <a:pt x="4538543" y="0"/>
                  </a:lnTo>
                  <a:lnTo>
                    <a:pt x="4016409" y="0"/>
                  </a:lnTo>
                  <a:lnTo>
                    <a:pt x="4015142" y="11"/>
                  </a:lnTo>
                  <a:lnTo>
                    <a:pt x="4006855" y="93"/>
                  </a:lnTo>
                  <a:lnTo>
                    <a:pt x="3986139" y="318"/>
                  </a:lnTo>
                  <a:lnTo>
                    <a:pt x="3949538" y="761"/>
                  </a:lnTo>
                  <a:lnTo>
                    <a:pt x="3895874" y="1486"/>
                  </a:lnTo>
                  <a:lnTo>
                    <a:pt x="3826296" y="2543"/>
                  </a:lnTo>
                  <a:lnTo>
                    <a:pt x="3743889" y="3958"/>
                  </a:lnTo>
                  <a:lnTo>
                    <a:pt x="3652902" y="5741"/>
                  </a:lnTo>
                  <a:lnTo>
                    <a:pt x="3557844" y="7887"/>
                  </a:lnTo>
                  <a:lnTo>
                    <a:pt x="3462733" y="10388"/>
                  </a:lnTo>
                  <a:lnTo>
                    <a:pt x="3370655" y="13238"/>
                  </a:lnTo>
                  <a:lnTo>
                    <a:pt x="3283628" y="16444"/>
                  </a:lnTo>
                  <a:lnTo>
                    <a:pt x="3202700" y="20026"/>
                  </a:lnTo>
                  <a:lnTo>
                    <a:pt x="3128142" y="24018"/>
                  </a:lnTo>
                  <a:lnTo>
                    <a:pt x="3059678" y="28472"/>
                  </a:lnTo>
                  <a:lnTo>
                    <a:pt x="2996671" y="33452"/>
                  </a:lnTo>
                  <a:lnTo>
                    <a:pt x="2938283" y="39035"/>
                  </a:lnTo>
                  <a:lnTo>
                    <a:pt x="2883586" y="45302"/>
                  </a:lnTo>
                  <a:lnTo>
                    <a:pt x="2831647" y="52329"/>
                  </a:lnTo>
                  <a:lnTo>
                    <a:pt x="2781608" y="60169"/>
                  </a:lnTo>
                  <a:lnTo>
                    <a:pt x="2770117" y="62118"/>
                  </a:lnTo>
                  <a:lnTo>
                    <a:pt x="2716656" y="71900"/>
                  </a:lnTo>
                  <a:lnTo>
                    <a:pt x="2663711" y="82703"/>
                  </a:lnTo>
                  <a:lnTo>
                    <a:pt x="2610716" y="94543"/>
                  </a:lnTo>
                  <a:lnTo>
                    <a:pt x="2557291" y="107395"/>
                  </a:lnTo>
                  <a:lnTo>
                    <a:pt x="2503217" y="121196"/>
                  </a:lnTo>
                  <a:lnTo>
                    <a:pt x="2448416" y="135837"/>
                  </a:lnTo>
                  <a:lnTo>
                    <a:pt x="2392934" y="151167"/>
                  </a:lnTo>
                  <a:lnTo>
                    <a:pt x="2336916" y="166998"/>
                  </a:lnTo>
                  <a:lnTo>
                    <a:pt x="2280583" y="183111"/>
                  </a:lnTo>
                  <a:lnTo>
                    <a:pt x="2224195" y="199273"/>
                  </a:lnTo>
                  <a:lnTo>
                    <a:pt x="2168022" y="215244"/>
                  </a:lnTo>
                  <a:lnTo>
                    <a:pt x="2112303" y="230800"/>
                  </a:lnTo>
                  <a:lnTo>
                    <a:pt x="2057217" y="245737"/>
                  </a:lnTo>
                  <a:lnTo>
                    <a:pt x="2002853" y="259891"/>
                  </a:lnTo>
                  <a:lnTo>
                    <a:pt x="1949185" y="273134"/>
                  </a:lnTo>
                  <a:lnTo>
                    <a:pt x="1896054" y="285384"/>
                  </a:lnTo>
                  <a:lnTo>
                    <a:pt x="1843146" y="296604"/>
                  </a:lnTo>
                  <a:lnTo>
                    <a:pt x="1789973" y="306791"/>
                  </a:lnTo>
                  <a:lnTo>
                    <a:pt x="1768425" y="310594"/>
                  </a:lnTo>
                  <a:lnTo>
                    <a:pt x="1718722" y="318626"/>
                  </a:lnTo>
                  <a:lnTo>
                    <a:pt x="1667299" y="325839"/>
                  </a:lnTo>
                  <a:lnTo>
                    <a:pt x="1613328" y="332278"/>
                  </a:lnTo>
                  <a:lnTo>
                    <a:pt x="1555887" y="338013"/>
                  </a:lnTo>
                  <a:lnTo>
                    <a:pt x="1494039" y="343127"/>
                  </a:lnTo>
                  <a:lnTo>
                    <a:pt x="1426915" y="347698"/>
                  </a:lnTo>
                  <a:lnTo>
                    <a:pt x="1353822" y="351793"/>
                  </a:lnTo>
                  <a:lnTo>
                    <a:pt x="1274380" y="355466"/>
                  </a:lnTo>
                  <a:lnTo>
                    <a:pt x="1188716" y="358758"/>
                  </a:lnTo>
                  <a:lnTo>
                    <a:pt x="1097675" y="361690"/>
                  </a:lnTo>
                  <a:lnTo>
                    <a:pt x="1003036" y="364273"/>
                  </a:lnTo>
                  <a:lnTo>
                    <a:pt x="907636" y="366502"/>
                  </a:lnTo>
                  <a:lnTo>
                    <a:pt x="815302" y="368371"/>
                  </a:lnTo>
                  <a:lnTo>
                    <a:pt x="730487" y="369872"/>
                  </a:lnTo>
                  <a:lnTo>
                    <a:pt x="657580" y="371010"/>
                  </a:lnTo>
                  <a:lnTo>
                    <a:pt x="600015" y="371809"/>
                  </a:lnTo>
                  <a:lnTo>
                    <a:pt x="559448" y="372313"/>
                  </a:lnTo>
                  <a:lnTo>
                    <a:pt x="535251" y="372583"/>
                  </a:lnTo>
                  <a:lnTo>
                    <a:pt x="524479" y="372691"/>
                  </a:lnTo>
                  <a:lnTo>
                    <a:pt x="522133" y="372713"/>
                  </a:lnTo>
                  <a:lnTo>
                    <a:pt x="0" y="372713"/>
                  </a:lnTo>
                  <a:close/>
                </a:path>
              </a:pathLst>
            </a:custGeom>
            <a:solidFill>
              <a:srgbClr val="67C1B3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1260" name="pl1260"/>
            <p:cNvSpPr/>
            <p:nvPr/>
          </p:nvSpPr>
          <p:spPr>
            <a:xfrm>
              <a:off x="386606" y="3992189"/>
              <a:ext cx="8554953" cy="1163317"/>
            </a:xfrm>
            <a:custGeom>
              <a:avLst/>
              <a:pathLst>
                <a:path w="8554953" h="1163317">
                  <a:moveTo>
                    <a:pt x="0" y="372713"/>
                  </a:moveTo>
                  <a:lnTo>
                    <a:pt x="522133" y="372713"/>
                  </a:lnTo>
                  <a:lnTo>
                    <a:pt x="523400" y="372701"/>
                  </a:lnTo>
                  <a:lnTo>
                    <a:pt x="531687" y="372620"/>
                  </a:lnTo>
                  <a:lnTo>
                    <a:pt x="552404" y="372394"/>
                  </a:lnTo>
                  <a:lnTo>
                    <a:pt x="589004" y="371951"/>
                  </a:lnTo>
                  <a:lnTo>
                    <a:pt x="642668" y="371226"/>
                  </a:lnTo>
                  <a:lnTo>
                    <a:pt x="712246" y="370169"/>
                  </a:lnTo>
                  <a:lnTo>
                    <a:pt x="794653" y="368754"/>
                  </a:lnTo>
                  <a:lnTo>
                    <a:pt x="885640" y="366971"/>
                  </a:lnTo>
                  <a:lnTo>
                    <a:pt x="980698" y="364825"/>
                  </a:lnTo>
                  <a:lnTo>
                    <a:pt x="1075809" y="362325"/>
                  </a:lnTo>
                  <a:lnTo>
                    <a:pt x="1167887" y="359474"/>
                  </a:lnTo>
                  <a:lnTo>
                    <a:pt x="1254914" y="356268"/>
                  </a:lnTo>
                  <a:lnTo>
                    <a:pt x="1335842" y="352687"/>
                  </a:lnTo>
                  <a:lnTo>
                    <a:pt x="1410400" y="348694"/>
                  </a:lnTo>
                  <a:lnTo>
                    <a:pt x="1478864" y="344241"/>
                  </a:lnTo>
                  <a:lnTo>
                    <a:pt x="1541871" y="339260"/>
                  </a:lnTo>
                  <a:lnTo>
                    <a:pt x="1600259" y="333677"/>
                  </a:lnTo>
                  <a:lnTo>
                    <a:pt x="1654956" y="327410"/>
                  </a:lnTo>
                  <a:lnTo>
                    <a:pt x="1706895" y="320383"/>
                  </a:lnTo>
                  <a:lnTo>
                    <a:pt x="1756934" y="312543"/>
                  </a:lnTo>
                  <a:lnTo>
                    <a:pt x="1768425" y="310594"/>
                  </a:lnTo>
                  <a:lnTo>
                    <a:pt x="1821886" y="300812"/>
                  </a:lnTo>
                  <a:lnTo>
                    <a:pt x="1874831" y="290009"/>
                  </a:lnTo>
                  <a:lnTo>
                    <a:pt x="1927826" y="278169"/>
                  </a:lnTo>
                  <a:lnTo>
                    <a:pt x="1981251" y="265317"/>
                  </a:lnTo>
                  <a:lnTo>
                    <a:pt x="2035325" y="251516"/>
                  </a:lnTo>
                  <a:lnTo>
                    <a:pt x="2090126" y="236875"/>
                  </a:lnTo>
                  <a:lnTo>
                    <a:pt x="2145608" y="221545"/>
                  </a:lnTo>
                  <a:lnTo>
                    <a:pt x="2201626" y="205714"/>
                  </a:lnTo>
                  <a:lnTo>
                    <a:pt x="2257959" y="189601"/>
                  </a:lnTo>
                  <a:lnTo>
                    <a:pt x="2314347" y="173440"/>
                  </a:lnTo>
                  <a:lnTo>
                    <a:pt x="2370520" y="157468"/>
                  </a:lnTo>
                  <a:lnTo>
                    <a:pt x="2426240" y="141913"/>
                  </a:lnTo>
                  <a:lnTo>
                    <a:pt x="2481325" y="126975"/>
                  </a:lnTo>
                  <a:lnTo>
                    <a:pt x="2535689" y="112822"/>
                  </a:lnTo>
                  <a:lnTo>
                    <a:pt x="2589357" y="99579"/>
                  </a:lnTo>
                  <a:lnTo>
                    <a:pt x="2642488" y="87328"/>
                  </a:lnTo>
                  <a:lnTo>
                    <a:pt x="2695396" y="76109"/>
                  </a:lnTo>
                  <a:lnTo>
                    <a:pt x="2748569" y="65921"/>
                  </a:lnTo>
                  <a:lnTo>
                    <a:pt x="2770117" y="62118"/>
                  </a:lnTo>
                  <a:lnTo>
                    <a:pt x="2819820" y="54086"/>
                  </a:lnTo>
                  <a:lnTo>
                    <a:pt x="2871243" y="46873"/>
                  </a:lnTo>
                  <a:lnTo>
                    <a:pt x="2925214" y="40435"/>
                  </a:lnTo>
                  <a:lnTo>
                    <a:pt x="2982655" y="34699"/>
                  </a:lnTo>
                  <a:lnTo>
                    <a:pt x="3044503" y="29585"/>
                  </a:lnTo>
                  <a:lnTo>
                    <a:pt x="3111627" y="25015"/>
                  </a:lnTo>
                  <a:lnTo>
                    <a:pt x="3184721" y="20920"/>
                  </a:lnTo>
                  <a:lnTo>
                    <a:pt x="3264162" y="17246"/>
                  </a:lnTo>
                  <a:lnTo>
                    <a:pt x="3349826" y="13954"/>
                  </a:lnTo>
                  <a:lnTo>
                    <a:pt x="3440867" y="11022"/>
                  </a:lnTo>
                  <a:lnTo>
                    <a:pt x="3535506" y="8440"/>
                  </a:lnTo>
                  <a:lnTo>
                    <a:pt x="3630906" y="6210"/>
                  </a:lnTo>
                  <a:lnTo>
                    <a:pt x="3723240" y="4342"/>
                  </a:lnTo>
                  <a:lnTo>
                    <a:pt x="3808055" y="2841"/>
                  </a:lnTo>
                  <a:lnTo>
                    <a:pt x="3880963" y="1702"/>
                  </a:lnTo>
                  <a:lnTo>
                    <a:pt x="3938527" y="903"/>
                  </a:lnTo>
                  <a:lnTo>
                    <a:pt x="3979095" y="400"/>
                  </a:lnTo>
                  <a:lnTo>
                    <a:pt x="4003291" y="130"/>
                  </a:lnTo>
                  <a:lnTo>
                    <a:pt x="4014063" y="21"/>
                  </a:lnTo>
                  <a:lnTo>
                    <a:pt x="4016392" y="0"/>
                  </a:lnTo>
                  <a:lnTo>
                    <a:pt x="4016409" y="0"/>
                  </a:lnTo>
                  <a:lnTo>
                    <a:pt x="4538543" y="0"/>
                  </a:lnTo>
                  <a:lnTo>
                    <a:pt x="4539791" y="35"/>
                  </a:lnTo>
                  <a:lnTo>
                    <a:pt x="4547950" y="285"/>
                  </a:lnTo>
                  <a:lnTo>
                    <a:pt x="4568362" y="978"/>
                  </a:lnTo>
                  <a:lnTo>
                    <a:pt x="4604453" y="2338"/>
                  </a:lnTo>
                  <a:lnTo>
                    <a:pt x="4657427" y="4567"/>
                  </a:lnTo>
                  <a:lnTo>
                    <a:pt x="4726206" y="7815"/>
                  </a:lnTo>
                  <a:lnTo>
                    <a:pt x="4807798" y="12169"/>
                  </a:lnTo>
                  <a:lnTo>
                    <a:pt x="4898046" y="17659"/>
                  </a:lnTo>
                  <a:lnTo>
                    <a:pt x="4992506" y="24271"/>
                  </a:lnTo>
                  <a:lnTo>
                    <a:pt x="5087190" y="31978"/>
                  </a:lnTo>
                  <a:lnTo>
                    <a:pt x="5179009" y="40767"/>
                  </a:lnTo>
                  <a:lnTo>
                    <a:pt x="5265919" y="50651"/>
                  </a:lnTo>
                  <a:lnTo>
                    <a:pt x="5346836" y="61689"/>
                  </a:lnTo>
                  <a:lnTo>
                    <a:pt x="5421449" y="73986"/>
                  </a:lnTo>
                  <a:lnTo>
                    <a:pt x="5489998" y="87695"/>
                  </a:lnTo>
                  <a:lnTo>
                    <a:pt x="5553087" y="103013"/>
                  </a:lnTo>
                  <a:lnTo>
                    <a:pt x="5611531" y="120171"/>
                  </a:lnTo>
                  <a:lnTo>
                    <a:pt x="5666239" y="139418"/>
                  </a:lnTo>
                  <a:lnTo>
                    <a:pt x="5718132" y="160991"/>
                  </a:lnTo>
                  <a:lnTo>
                    <a:pt x="5768064" y="185063"/>
                  </a:lnTo>
                  <a:lnTo>
                    <a:pt x="5784835" y="193886"/>
                  </a:lnTo>
                  <a:lnTo>
                    <a:pt x="5833122" y="221304"/>
                  </a:lnTo>
                  <a:lnTo>
                    <a:pt x="5880937" y="251313"/>
                  </a:lnTo>
                  <a:lnTo>
                    <a:pt x="5928718" y="283958"/>
                  </a:lnTo>
                  <a:lnTo>
                    <a:pt x="5976776" y="319208"/>
                  </a:lnTo>
                  <a:lnTo>
                    <a:pt x="6025309" y="356949"/>
                  </a:lnTo>
                  <a:lnTo>
                    <a:pt x="6074419" y="396975"/>
                  </a:lnTo>
                  <a:lnTo>
                    <a:pt x="6124119" y="438993"/>
                  </a:lnTo>
                  <a:lnTo>
                    <a:pt x="6174344" y="482622"/>
                  </a:lnTo>
                  <a:lnTo>
                    <a:pt x="6224971" y="527407"/>
                  </a:lnTo>
                  <a:lnTo>
                    <a:pt x="6275831" y="572839"/>
                  </a:lnTo>
                  <a:lnTo>
                    <a:pt x="6326729" y="618378"/>
                  </a:lnTo>
                  <a:lnTo>
                    <a:pt x="6377468" y="663477"/>
                  </a:lnTo>
                  <a:lnTo>
                    <a:pt x="6427867" y="707610"/>
                  </a:lnTo>
                  <a:lnTo>
                    <a:pt x="6477781" y="750300"/>
                  </a:lnTo>
                  <a:lnTo>
                    <a:pt x="6527122" y="791137"/>
                  </a:lnTo>
                  <a:lnTo>
                    <a:pt x="6575871" y="829791"/>
                  </a:lnTo>
                  <a:lnTo>
                    <a:pt x="6624095" y="866024"/>
                  </a:lnTo>
                  <a:lnTo>
                    <a:pt x="6671953" y="899685"/>
                  </a:lnTo>
                  <a:lnTo>
                    <a:pt x="6719710" y="930713"/>
                  </a:lnTo>
                  <a:lnTo>
                    <a:pt x="6767754" y="959124"/>
                  </a:lnTo>
                  <a:lnTo>
                    <a:pt x="6786527" y="969431"/>
                  </a:lnTo>
                  <a:lnTo>
                    <a:pt x="6835960" y="994374"/>
                  </a:lnTo>
                  <a:lnTo>
                    <a:pt x="6887092" y="1016788"/>
                  </a:lnTo>
                  <a:lnTo>
                    <a:pt x="6940734" y="1036806"/>
                  </a:lnTo>
                  <a:lnTo>
                    <a:pt x="6997794" y="1054650"/>
                  </a:lnTo>
                  <a:lnTo>
                    <a:pt x="7059196" y="1070570"/>
                  </a:lnTo>
                  <a:lnTo>
                    <a:pt x="7125795" y="1084806"/>
                  </a:lnTo>
                  <a:lnTo>
                    <a:pt x="7198283" y="1097567"/>
                  </a:lnTo>
                  <a:lnTo>
                    <a:pt x="7277045" y="1109022"/>
                  </a:lnTo>
                  <a:lnTo>
                    <a:pt x="7361983" y="1119292"/>
                  </a:lnTo>
                  <a:lnTo>
                    <a:pt x="7452300" y="1128452"/>
                  </a:lnTo>
                  <a:lnTo>
                    <a:pt x="7546299" y="1136530"/>
                  </a:lnTo>
                  <a:lnTo>
                    <a:pt x="7641246" y="1143520"/>
                  </a:lnTo>
                  <a:lnTo>
                    <a:pt x="7733426" y="1149396"/>
                  </a:lnTo>
                  <a:lnTo>
                    <a:pt x="7818480" y="1154138"/>
                  </a:lnTo>
                  <a:lnTo>
                    <a:pt x="7892058" y="1157758"/>
                  </a:lnTo>
                  <a:lnTo>
                    <a:pt x="7950671" y="1160322"/>
                  </a:lnTo>
                  <a:lnTo>
                    <a:pt x="7992522" y="1161959"/>
                  </a:lnTo>
                  <a:lnTo>
                    <a:pt x="8018020" y="1162855"/>
                  </a:lnTo>
                  <a:lnTo>
                    <a:pt x="8029862" y="1163231"/>
                  </a:lnTo>
                  <a:lnTo>
                    <a:pt x="8032767" y="1163315"/>
                  </a:lnTo>
                  <a:lnTo>
                    <a:pt x="8032819" y="1163317"/>
                  </a:lnTo>
                  <a:lnTo>
                    <a:pt x="8554953" y="1163317"/>
                  </a:lnTo>
                  <a:lnTo>
                    <a:pt x="8554953" y="1163317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261" name="pl1261"/>
            <p:cNvSpPr/>
            <p:nvPr/>
          </p:nvSpPr>
          <p:spPr>
            <a:xfrm>
              <a:off x="386606" y="3986542"/>
              <a:ext cx="8554953" cy="1163317"/>
            </a:xfrm>
            <a:custGeom>
              <a:avLst/>
              <a:pathLst>
                <a:path w="8554953" h="1163317">
                  <a:moveTo>
                    <a:pt x="8554953" y="1163317"/>
                  </a:moveTo>
                  <a:lnTo>
                    <a:pt x="8032819" y="1163317"/>
                  </a:lnTo>
                  <a:lnTo>
                    <a:pt x="8031571" y="1163282"/>
                  </a:lnTo>
                  <a:lnTo>
                    <a:pt x="8023411" y="1163031"/>
                  </a:lnTo>
                  <a:lnTo>
                    <a:pt x="8002999" y="1162338"/>
                  </a:lnTo>
                  <a:lnTo>
                    <a:pt x="7966909" y="1160978"/>
                  </a:lnTo>
                  <a:lnTo>
                    <a:pt x="7913935" y="1158749"/>
                  </a:lnTo>
                  <a:lnTo>
                    <a:pt x="7845156" y="1155501"/>
                  </a:lnTo>
                  <a:lnTo>
                    <a:pt x="7763564" y="1151147"/>
                  </a:lnTo>
                  <a:lnTo>
                    <a:pt x="7673316" y="1145658"/>
                  </a:lnTo>
                  <a:lnTo>
                    <a:pt x="7578856" y="1139046"/>
                  </a:lnTo>
                  <a:lnTo>
                    <a:pt x="7484172" y="1131338"/>
                  </a:lnTo>
                  <a:lnTo>
                    <a:pt x="7392352" y="1122550"/>
                  </a:lnTo>
                  <a:lnTo>
                    <a:pt x="7305443" y="1112665"/>
                  </a:lnTo>
                  <a:lnTo>
                    <a:pt x="7224525" y="1101627"/>
                  </a:lnTo>
                  <a:lnTo>
                    <a:pt x="7149913" y="1089330"/>
                  </a:lnTo>
                  <a:lnTo>
                    <a:pt x="7081364" y="1075621"/>
                  </a:lnTo>
                  <a:lnTo>
                    <a:pt x="7018275" y="1060303"/>
                  </a:lnTo>
                  <a:lnTo>
                    <a:pt x="6959831" y="1043145"/>
                  </a:lnTo>
                  <a:lnTo>
                    <a:pt x="6905123" y="1023898"/>
                  </a:lnTo>
                  <a:lnTo>
                    <a:pt x="6853230" y="1002325"/>
                  </a:lnTo>
                  <a:lnTo>
                    <a:pt x="6803298" y="978254"/>
                  </a:lnTo>
                  <a:lnTo>
                    <a:pt x="6786527" y="969431"/>
                  </a:lnTo>
                  <a:lnTo>
                    <a:pt x="6738240" y="942013"/>
                  </a:lnTo>
                  <a:lnTo>
                    <a:pt x="6690425" y="912003"/>
                  </a:lnTo>
                  <a:lnTo>
                    <a:pt x="6642644" y="879358"/>
                  </a:lnTo>
                  <a:lnTo>
                    <a:pt x="6594586" y="844108"/>
                  </a:lnTo>
                  <a:lnTo>
                    <a:pt x="6546052" y="806367"/>
                  </a:lnTo>
                  <a:lnTo>
                    <a:pt x="6496943" y="766341"/>
                  </a:lnTo>
                  <a:lnTo>
                    <a:pt x="6447243" y="724323"/>
                  </a:lnTo>
                  <a:lnTo>
                    <a:pt x="6397018" y="680695"/>
                  </a:lnTo>
                  <a:lnTo>
                    <a:pt x="6346391" y="635909"/>
                  </a:lnTo>
                  <a:lnTo>
                    <a:pt x="6295531" y="590477"/>
                  </a:lnTo>
                  <a:lnTo>
                    <a:pt x="6244633" y="544938"/>
                  </a:lnTo>
                  <a:lnTo>
                    <a:pt x="6193893" y="499840"/>
                  </a:lnTo>
                  <a:lnTo>
                    <a:pt x="6143495" y="455706"/>
                  </a:lnTo>
                  <a:lnTo>
                    <a:pt x="6093581" y="413016"/>
                  </a:lnTo>
                  <a:lnTo>
                    <a:pt x="6044240" y="372179"/>
                  </a:lnTo>
                  <a:lnTo>
                    <a:pt x="5995491" y="333525"/>
                  </a:lnTo>
                  <a:lnTo>
                    <a:pt x="5947267" y="297293"/>
                  </a:lnTo>
                  <a:lnTo>
                    <a:pt x="5899409" y="263632"/>
                  </a:lnTo>
                  <a:lnTo>
                    <a:pt x="5851652" y="232604"/>
                  </a:lnTo>
                  <a:lnTo>
                    <a:pt x="5803608" y="204193"/>
                  </a:lnTo>
                  <a:lnTo>
                    <a:pt x="5784835" y="193886"/>
                  </a:lnTo>
                  <a:lnTo>
                    <a:pt x="5735402" y="168943"/>
                  </a:lnTo>
                  <a:lnTo>
                    <a:pt x="5684270" y="146528"/>
                  </a:lnTo>
                  <a:lnTo>
                    <a:pt x="5630628" y="126510"/>
                  </a:lnTo>
                  <a:lnTo>
                    <a:pt x="5573568" y="108666"/>
                  </a:lnTo>
                  <a:lnTo>
                    <a:pt x="5512166" y="92746"/>
                  </a:lnTo>
                  <a:lnTo>
                    <a:pt x="5445567" y="78510"/>
                  </a:lnTo>
                  <a:lnTo>
                    <a:pt x="5373079" y="65749"/>
                  </a:lnTo>
                  <a:lnTo>
                    <a:pt x="5294317" y="54294"/>
                  </a:lnTo>
                  <a:lnTo>
                    <a:pt x="5209379" y="44024"/>
                  </a:lnTo>
                  <a:lnTo>
                    <a:pt x="5119062" y="34864"/>
                  </a:lnTo>
                  <a:lnTo>
                    <a:pt x="5025063" y="26786"/>
                  </a:lnTo>
                  <a:lnTo>
                    <a:pt x="4930116" y="19797"/>
                  </a:lnTo>
                  <a:lnTo>
                    <a:pt x="4837936" y="13920"/>
                  </a:lnTo>
                  <a:lnTo>
                    <a:pt x="4752882" y="9178"/>
                  </a:lnTo>
                  <a:lnTo>
                    <a:pt x="4679304" y="5558"/>
                  </a:lnTo>
                  <a:lnTo>
                    <a:pt x="4620691" y="2995"/>
                  </a:lnTo>
                  <a:lnTo>
                    <a:pt x="4578840" y="1357"/>
                  </a:lnTo>
                  <a:lnTo>
                    <a:pt x="4553341" y="461"/>
                  </a:lnTo>
                  <a:lnTo>
                    <a:pt x="4541500" y="85"/>
                  </a:lnTo>
                  <a:lnTo>
                    <a:pt x="4538595" y="1"/>
                  </a:lnTo>
                  <a:lnTo>
                    <a:pt x="4538543" y="0"/>
                  </a:lnTo>
                  <a:lnTo>
                    <a:pt x="4016409" y="0"/>
                  </a:lnTo>
                  <a:lnTo>
                    <a:pt x="4015142" y="11"/>
                  </a:lnTo>
                  <a:lnTo>
                    <a:pt x="4006855" y="93"/>
                  </a:lnTo>
                  <a:lnTo>
                    <a:pt x="3986139" y="318"/>
                  </a:lnTo>
                  <a:lnTo>
                    <a:pt x="3949538" y="761"/>
                  </a:lnTo>
                  <a:lnTo>
                    <a:pt x="3895874" y="1486"/>
                  </a:lnTo>
                  <a:lnTo>
                    <a:pt x="3826296" y="2543"/>
                  </a:lnTo>
                  <a:lnTo>
                    <a:pt x="3743889" y="3958"/>
                  </a:lnTo>
                  <a:lnTo>
                    <a:pt x="3652902" y="5741"/>
                  </a:lnTo>
                  <a:lnTo>
                    <a:pt x="3557844" y="7887"/>
                  </a:lnTo>
                  <a:lnTo>
                    <a:pt x="3462733" y="10388"/>
                  </a:lnTo>
                  <a:lnTo>
                    <a:pt x="3370655" y="13238"/>
                  </a:lnTo>
                  <a:lnTo>
                    <a:pt x="3283628" y="16444"/>
                  </a:lnTo>
                  <a:lnTo>
                    <a:pt x="3202700" y="20026"/>
                  </a:lnTo>
                  <a:lnTo>
                    <a:pt x="3128142" y="24018"/>
                  </a:lnTo>
                  <a:lnTo>
                    <a:pt x="3059678" y="28472"/>
                  </a:lnTo>
                  <a:lnTo>
                    <a:pt x="2996671" y="33452"/>
                  </a:lnTo>
                  <a:lnTo>
                    <a:pt x="2938283" y="39035"/>
                  </a:lnTo>
                  <a:lnTo>
                    <a:pt x="2883586" y="45302"/>
                  </a:lnTo>
                  <a:lnTo>
                    <a:pt x="2831647" y="52329"/>
                  </a:lnTo>
                  <a:lnTo>
                    <a:pt x="2781608" y="60169"/>
                  </a:lnTo>
                  <a:lnTo>
                    <a:pt x="2770117" y="62118"/>
                  </a:lnTo>
                  <a:lnTo>
                    <a:pt x="2716656" y="71900"/>
                  </a:lnTo>
                  <a:lnTo>
                    <a:pt x="2663711" y="82703"/>
                  </a:lnTo>
                  <a:lnTo>
                    <a:pt x="2610716" y="94543"/>
                  </a:lnTo>
                  <a:lnTo>
                    <a:pt x="2557291" y="107395"/>
                  </a:lnTo>
                  <a:lnTo>
                    <a:pt x="2503217" y="121196"/>
                  </a:lnTo>
                  <a:lnTo>
                    <a:pt x="2448416" y="135837"/>
                  </a:lnTo>
                  <a:lnTo>
                    <a:pt x="2392934" y="151167"/>
                  </a:lnTo>
                  <a:lnTo>
                    <a:pt x="2336916" y="166998"/>
                  </a:lnTo>
                  <a:lnTo>
                    <a:pt x="2280583" y="183111"/>
                  </a:lnTo>
                  <a:lnTo>
                    <a:pt x="2224195" y="199273"/>
                  </a:lnTo>
                  <a:lnTo>
                    <a:pt x="2168022" y="215244"/>
                  </a:lnTo>
                  <a:lnTo>
                    <a:pt x="2112303" y="230800"/>
                  </a:lnTo>
                  <a:lnTo>
                    <a:pt x="2057217" y="245737"/>
                  </a:lnTo>
                  <a:lnTo>
                    <a:pt x="2002853" y="259891"/>
                  </a:lnTo>
                  <a:lnTo>
                    <a:pt x="1949185" y="273134"/>
                  </a:lnTo>
                  <a:lnTo>
                    <a:pt x="1896054" y="285384"/>
                  </a:lnTo>
                  <a:lnTo>
                    <a:pt x="1843146" y="296604"/>
                  </a:lnTo>
                  <a:lnTo>
                    <a:pt x="1789973" y="306791"/>
                  </a:lnTo>
                  <a:lnTo>
                    <a:pt x="1768425" y="310594"/>
                  </a:lnTo>
                  <a:lnTo>
                    <a:pt x="1718722" y="318626"/>
                  </a:lnTo>
                  <a:lnTo>
                    <a:pt x="1667299" y="325839"/>
                  </a:lnTo>
                  <a:lnTo>
                    <a:pt x="1613328" y="332278"/>
                  </a:lnTo>
                  <a:lnTo>
                    <a:pt x="1555887" y="338013"/>
                  </a:lnTo>
                  <a:lnTo>
                    <a:pt x="1494039" y="343127"/>
                  </a:lnTo>
                  <a:lnTo>
                    <a:pt x="1426915" y="347698"/>
                  </a:lnTo>
                  <a:lnTo>
                    <a:pt x="1353822" y="351793"/>
                  </a:lnTo>
                  <a:lnTo>
                    <a:pt x="1274380" y="355466"/>
                  </a:lnTo>
                  <a:lnTo>
                    <a:pt x="1188716" y="358758"/>
                  </a:lnTo>
                  <a:lnTo>
                    <a:pt x="1097675" y="361690"/>
                  </a:lnTo>
                  <a:lnTo>
                    <a:pt x="1003036" y="364273"/>
                  </a:lnTo>
                  <a:lnTo>
                    <a:pt x="907636" y="366502"/>
                  </a:lnTo>
                  <a:lnTo>
                    <a:pt x="815302" y="368371"/>
                  </a:lnTo>
                  <a:lnTo>
                    <a:pt x="730487" y="369872"/>
                  </a:lnTo>
                  <a:lnTo>
                    <a:pt x="657580" y="371010"/>
                  </a:lnTo>
                  <a:lnTo>
                    <a:pt x="600015" y="371809"/>
                  </a:lnTo>
                  <a:lnTo>
                    <a:pt x="559448" y="372313"/>
                  </a:lnTo>
                  <a:lnTo>
                    <a:pt x="535251" y="372583"/>
                  </a:lnTo>
                  <a:lnTo>
                    <a:pt x="524479" y="372691"/>
                  </a:lnTo>
                  <a:lnTo>
                    <a:pt x="522150" y="372713"/>
                  </a:lnTo>
                  <a:lnTo>
                    <a:pt x="522133" y="372713"/>
                  </a:lnTo>
                  <a:lnTo>
                    <a:pt x="0" y="372713"/>
                  </a:lnTo>
                  <a:lnTo>
                    <a:pt x="0" y="372713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262" name="pg1262"/>
            <p:cNvSpPr/>
            <p:nvPr/>
          </p:nvSpPr>
          <p:spPr>
            <a:xfrm>
              <a:off x="386606" y="3997836"/>
              <a:ext cx="8554953" cy="1592502"/>
            </a:xfrm>
            <a:custGeom>
              <a:avLst/>
              <a:pathLst>
                <a:path w="8554953" h="1592502">
                  <a:moveTo>
                    <a:pt x="0" y="372713"/>
                  </a:moveTo>
                  <a:lnTo>
                    <a:pt x="522133" y="372713"/>
                  </a:lnTo>
                  <a:lnTo>
                    <a:pt x="523401" y="372702"/>
                  </a:lnTo>
                  <a:lnTo>
                    <a:pt x="531687" y="372621"/>
                  </a:lnTo>
                  <a:lnTo>
                    <a:pt x="552405" y="372399"/>
                  </a:lnTo>
                  <a:lnTo>
                    <a:pt x="589007" y="371963"/>
                  </a:lnTo>
                  <a:lnTo>
                    <a:pt x="642674" y="371248"/>
                  </a:lnTo>
                  <a:lnTo>
                    <a:pt x="712255" y="370208"/>
                  </a:lnTo>
                  <a:lnTo>
                    <a:pt x="794665" y="368814"/>
                  </a:lnTo>
                  <a:lnTo>
                    <a:pt x="885654" y="367058"/>
                  </a:lnTo>
                  <a:lnTo>
                    <a:pt x="980714" y="364944"/>
                  </a:lnTo>
                  <a:lnTo>
                    <a:pt x="1075826" y="362482"/>
                  </a:lnTo>
                  <a:lnTo>
                    <a:pt x="1167906" y="359674"/>
                  </a:lnTo>
                  <a:lnTo>
                    <a:pt x="1254933" y="356517"/>
                  </a:lnTo>
                  <a:lnTo>
                    <a:pt x="1335861" y="352989"/>
                  </a:lnTo>
                  <a:lnTo>
                    <a:pt x="1410418" y="349057"/>
                  </a:lnTo>
                  <a:lnTo>
                    <a:pt x="1478883" y="344671"/>
                  </a:lnTo>
                  <a:lnTo>
                    <a:pt x="1541889" y="339765"/>
                  </a:lnTo>
                  <a:lnTo>
                    <a:pt x="1600277" y="334267"/>
                  </a:lnTo>
                  <a:lnTo>
                    <a:pt x="1654974" y="328094"/>
                  </a:lnTo>
                  <a:lnTo>
                    <a:pt x="1706913" y="321173"/>
                  </a:lnTo>
                  <a:lnTo>
                    <a:pt x="1756952" y="313452"/>
                  </a:lnTo>
                  <a:lnTo>
                    <a:pt x="1768425" y="311535"/>
                  </a:lnTo>
                  <a:lnTo>
                    <a:pt x="1821909" y="301897"/>
                  </a:lnTo>
                  <a:lnTo>
                    <a:pt x="1874877" y="291252"/>
                  </a:lnTo>
                  <a:lnTo>
                    <a:pt x="1927895" y="279586"/>
                  </a:lnTo>
                  <a:lnTo>
                    <a:pt x="1981345" y="266921"/>
                  </a:lnTo>
                  <a:lnTo>
                    <a:pt x="2035444" y="253322"/>
                  </a:lnTo>
                  <a:lnTo>
                    <a:pt x="2090271" y="238895"/>
                  </a:lnTo>
                  <a:lnTo>
                    <a:pt x="2145779" y="223788"/>
                  </a:lnTo>
                  <a:lnTo>
                    <a:pt x="2201822" y="208189"/>
                  </a:lnTo>
                  <a:lnTo>
                    <a:pt x="2258181" y="192313"/>
                  </a:lnTo>
                  <a:lnTo>
                    <a:pt x="2314592" y="176390"/>
                  </a:lnTo>
                  <a:lnTo>
                    <a:pt x="2370789" y="160655"/>
                  </a:lnTo>
                  <a:lnTo>
                    <a:pt x="2426530" y="145331"/>
                  </a:lnTo>
                  <a:lnTo>
                    <a:pt x="2481636" y="130617"/>
                  </a:lnTo>
                  <a:lnTo>
                    <a:pt x="2536019" y="116677"/>
                  </a:lnTo>
                  <a:lnTo>
                    <a:pt x="2589706" y="103635"/>
                  </a:lnTo>
                  <a:lnTo>
                    <a:pt x="2642858" y="91571"/>
                  </a:lnTo>
                  <a:lnTo>
                    <a:pt x="2695789" y="80524"/>
                  </a:lnTo>
                  <a:lnTo>
                    <a:pt x="2748989" y="70495"/>
                  </a:lnTo>
                  <a:lnTo>
                    <a:pt x="2770117" y="66824"/>
                  </a:lnTo>
                  <a:lnTo>
                    <a:pt x="2819821" y="58914"/>
                  </a:lnTo>
                  <a:lnTo>
                    <a:pt x="2871245" y="51810"/>
                  </a:lnTo>
                  <a:lnTo>
                    <a:pt x="2925217" y="45469"/>
                  </a:lnTo>
                  <a:lnTo>
                    <a:pt x="2982660" y="39820"/>
                  </a:lnTo>
                  <a:lnTo>
                    <a:pt x="3044509" y="34784"/>
                  </a:lnTo>
                  <a:lnTo>
                    <a:pt x="3111635" y="30282"/>
                  </a:lnTo>
                  <a:lnTo>
                    <a:pt x="3184730" y="26249"/>
                  </a:lnTo>
                  <a:lnTo>
                    <a:pt x="3264174" y="22631"/>
                  </a:lnTo>
                  <a:lnTo>
                    <a:pt x="3349841" y="19390"/>
                  </a:lnTo>
                  <a:lnTo>
                    <a:pt x="3440884" y="16502"/>
                  </a:lnTo>
                  <a:lnTo>
                    <a:pt x="3535526" y="13958"/>
                  </a:lnTo>
                  <a:lnTo>
                    <a:pt x="3630928" y="11763"/>
                  </a:lnTo>
                  <a:lnTo>
                    <a:pt x="3723262" y="9923"/>
                  </a:lnTo>
                  <a:lnTo>
                    <a:pt x="3808075" y="8444"/>
                  </a:lnTo>
                  <a:lnTo>
                    <a:pt x="3880981" y="7323"/>
                  </a:lnTo>
                  <a:lnTo>
                    <a:pt x="3938542" y="6536"/>
                  </a:lnTo>
                  <a:lnTo>
                    <a:pt x="3979105" y="6041"/>
                  </a:lnTo>
                  <a:lnTo>
                    <a:pt x="4003297" y="5775"/>
                  </a:lnTo>
                  <a:lnTo>
                    <a:pt x="4014065" y="5668"/>
                  </a:lnTo>
                  <a:lnTo>
                    <a:pt x="4016409" y="5647"/>
                  </a:lnTo>
                  <a:lnTo>
                    <a:pt x="4538543" y="5647"/>
                  </a:lnTo>
                  <a:lnTo>
                    <a:pt x="4539772" y="5694"/>
                  </a:lnTo>
                  <a:lnTo>
                    <a:pt x="4547815" y="6030"/>
                  </a:lnTo>
                  <a:lnTo>
                    <a:pt x="4567945" y="6961"/>
                  </a:lnTo>
                  <a:lnTo>
                    <a:pt x="4603562" y="8789"/>
                  </a:lnTo>
                  <a:lnTo>
                    <a:pt x="4655895" y="11785"/>
                  </a:lnTo>
                  <a:lnTo>
                    <a:pt x="4723928" y="16153"/>
                  </a:lnTo>
                  <a:lnTo>
                    <a:pt x="4804757" y="22012"/>
                  </a:lnTo>
                  <a:lnTo>
                    <a:pt x="4894311" y="29405"/>
                  </a:lnTo>
                  <a:lnTo>
                    <a:pt x="4988206" y="38314"/>
                  </a:lnTo>
                  <a:lnTo>
                    <a:pt x="5082483" y="48705"/>
                  </a:lnTo>
                  <a:lnTo>
                    <a:pt x="5174052" y="60555"/>
                  </a:lnTo>
                  <a:lnTo>
                    <a:pt x="5260846" y="73883"/>
                  </a:lnTo>
                  <a:lnTo>
                    <a:pt x="5341747" y="88762"/>
                  </a:lnTo>
                  <a:lnTo>
                    <a:pt x="5416407" y="105331"/>
                  </a:lnTo>
                  <a:lnTo>
                    <a:pt x="5485034" y="123790"/>
                  </a:lnTo>
                  <a:lnTo>
                    <a:pt x="5548202" y="144399"/>
                  </a:lnTo>
                  <a:lnTo>
                    <a:pt x="5606701" y="167466"/>
                  </a:lnTo>
                  <a:lnTo>
                    <a:pt x="5661424" y="193325"/>
                  </a:lnTo>
                  <a:lnTo>
                    <a:pt x="5713278" y="222299"/>
                  </a:lnTo>
                  <a:lnTo>
                    <a:pt x="5763116" y="254633"/>
                  </a:lnTo>
                  <a:lnTo>
                    <a:pt x="5784835" y="270123"/>
                  </a:lnTo>
                  <a:lnTo>
                    <a:pt x="5829883" y="304888"/>
                  </a:lnTo>
                  <a:lnTo>
                    <a:pt x="5874492" y="342721"/>
                  </a:lnTo>
                  <a:lnTo>
                    <a:pt x="5919028" y="383680"/>
                  </a:lnTo>
                  <a:lnTo>
                    <a:pt x="5963758" y="427745"/>
                  </a:lnTo>
                  <a:lnTo>
                    <a:pt x="6008866" y="474811"/>
                  </a:lnTo>
                  <a:lnTo>
                    <a:pt x="6054455" y="524684"/>
                  </a:lnTo>
                  <a:lnTo>
                    <a:pt x="6100562" y="577075"/>
                  </a:lnTo>
                  <a:lnTo>
                    <a:pt x="6147160" y="631602"/>
                  </a:lnTo>
                  <a:lnTo>
                    <a:pt x="6194172" y="687803"/>
                  </a:lnTo>
                  <a:lnTo>
                    <a:pt x="6241480" y="745146"/>
                  </a:lnTo>
                  <a:lnTo>
                    <a:pt x="6288937" y="803050"/>
                  </a:lnTo>
                  <a:lnTo>
                    <a:pt x="6336383" y="860914"/>
                  </a:lnTo>
                  <a:lnTo>
                    <a:pt x="6383658" y="918133"/>
                  </a:lnTo>
                  <a:lnTo>
                    <a:pt x="6430620" y="974135"/>
                  </a:lnTo>
                  <a:lnTo>
                    <a:pt x="6477154" y="1028394"/>
                  </a:lnTo>
                  <a:lnTo>
                    <a:pt x="6523190" y="1080460"/>
                  </a:lnTo>
                  <a:lnTo>
                    <a:pt x="6568709" y="1129964"/>
                  </a:lnTo>
                  <a:lnTo>
                    <a:pt x="6613757" y="1176628"/>
                  </a:lnTo>
                  <a:lnTo>
                    <a:pt x="6658449" y="1220271"/>
                  </a:lnTo>
                  <a:lnTo>
                    <a:pt x="6702977" y="1260800"/>
                  </a:lnTo>
                  <a:lnTo>
                    <a:pt x="6747622" y="1298208"/>
                  </a:lnTo>
                  <a:lnTo>
                    <a:pt x="6786527" y="1328026"/>
                  </a:lnTo>
                  <a:lnTo>
                    <a:pt x="6835708" y="1361888"/>
                  </a:lnTo>
                  <a:lnTo>
                    <a:pt x="6886567" y="1392335"/>
                  </a:lnTo>
                  <a:lnTo>
                    <a:pt x="6939903" y="1419542"/>
                  </a:lnTo>
                  <a:lnTo>
                    <a:pt x="6996609" y="1443810"/>
                  </a:lnTo>
                  <a:lnTo>
                    <a:pt x="7057594" y="1465473"/>
                  </a:lnTo>
                  <a:lnTo>
                    <a:pt x="7123705" y="1484853"/>
                  </a:lnTo>
                  <a:lnTo>
                    <a:pt x="7195630" y="1502234"/>
                  </a:lnTo>
                  <a:lnTo>
                    <a:pt x="7273760" y="1517844"/>
                  </a:lnTo>
                  <a:lnTo>
                    <a:pt x="7358019" y="1531849"/>
                  </a:lnTo>
                  <a:lnTo>
                    <a:pt x="7447659" y="1544351"/>
                  </a:lnTo>
                  <a:lnTo>
                    <a:pt x="7541053" y="1555392"/>
                  </a:lnTo>
                  <a:lnTo>
                    <a:pt x="7635562" y="1564965"/>
                  </a:lnTo>
                  <a:lnTo>
                    <a:pt x="7727577" y="1573036"/>
                  </a:lnTo>
                  <a:lnTo>
                    <a:pt x="7812829" y="1579577"/>
                  </a:lnTo>
                  <a:lnTo>
                    <a:pt x="7887002" y="1584599"/>
                  </a:lnTo>
                  <a:lnTo>
                    <a:pt x="7946571" y="1588185"/>
                  </a:lnTo>
                  <a:lnTo>
                    <a:pt x="7989609" y="1590502"/>
                  </a:lnTo>
                  <a:lnTo>
                    <a:pt x="8016333" y="1591796"/>
                  </a:lnTo>
                  <a:lnTo>
                    <a:pt x="8029206" y="1592358"/>
                  </a:lnTo>
                  <a:lnTo>
                    <a:pt x="8032819" y="1592502"/>
                  </a:lnTo>
                  <a:lnTo>
                    <a:pt x="8554953" y="1592502"/>
                  </a:lnTo>
                  <a:lnTo>
                    <a:pt x="8554953" y="1586855"/>
                  </a:lnTo>
                  <a:lnTo>
                    <a:pt x="8032819" y="1586855"/>
                  </a:lnTo>
                  <a:lnTo>
                    <a:pt x="8031590" y="1586807"/>
                  </a:lnTo>
                  <a:lnTo>
                    <a:pt x="8023547" y="1586471"/>
                  </a:lnTo>
                  <a:lnTo>
                    <a:pt x="8003417" y="1585540"/>
                  </a:lnTo>
                  <a:lnTo>
                    <a:pt x="7967800" y="1583712"/>
                  </a:lnTo>
                  <a:lnTo>
                    <a:pt x="7915467" y="1580716"/>
                  </a:lnTo>
                  <a:lnTo>
                    <a:pt x="7847434" y="1576349"/>
                  </a:lnTo>
                  <a:lnTo>
                    <a:pt x="7766605" y="1570489"/>
                  </a:lnTo>
                  <a:lnTo>
                    <a:pt x="7677051" y="1563097"/>
                  </a:lnTo>
                  <a:lnTo>
                    <a:pt x="7583156" y="1554187"/>
                  </a:lnTo>
                  <a:lnTo>
                    <a:pt x="7488879" y="1543796"/>
                  </a:lnTo>
                  <a:lnTo>
                    <a:pt x="7397310" y="1531946"/>
                  </a:lnTo>
                  <a:lnTo>
                    <a:pt x="7310516" y="1518618"/>
                  </a:lnTo>
                  <a:lnTo>
                    <a:pt x="7229615" y="1503739"/>
                  </a:lnTo>
                  <a:lnTo>
                    <a:pt x="7154955" y="1487170"/>
                  </a:lnTo>
                  <a:lnTo>
                    <a:pt x="7086328" y="1468712"/>
                  </a:lnTo>
                  <a:lnTo>
                    <a:pt x="7023160" y="1448102"/>
                  </a:lnTo>
                  <a:lnTo>
                    <a:pt x="6964661" y="1425035"/>
                  </a:lnTo>
                  <a:lnTo>
                    <a:pt x="6909938" y="1399176"/>
                  </a:lnTo>
                  <a:lnTo>
                    <a:pt x="6858084" y="1370202"/>
                  </a:lnTo>
                  <a:lnTo>
                    <a:pt x="6808245" y="1337869"/>
                  </a:lnTo>
                  <a:lnTo>
                    <a:pt x="6786527" y="1322379"/>
                  </a:lnTo>
                  <a:lnTo>
                    <a:pt x="6741479" y="1287613"/>
                  </a:lnTo>
                  <a:lnTo>
                    <a:pt x="6696870" y="1249780"/>
                  </a:lnTo>
                  <a:lnTo>
                    <a:pt x="6652334" y="1208821"/>
                  </a:lnTo>
                  <a:lnTo>
                    <a:pt x="6607604" y="1164757"/>
                  </a:lnTo>
                  <a:lnTo>
                    <a:pt x="6562496" y="1117690"/>
                  </a:lnTo>
                  <a:lnTo>
                    <a:pt x="6516907" y="1067817"/>
                  </a:lnTo>
                  <a:lnTo>
                    <a:pt x="6470800" y="1015426"/>
                  </a:lnTo>
                  <a:lnTo>
                    <a:pt x="6424202" y="960899"/>
                  </a:lnTo>
                  <a:lnTo>
                    <a:pt x="6377190" y="904698"/>
                  </a:lnTo>
                  <a:lnTo>
                    <a:pt x="6329882" y="847356"/>
                  </a:lnTo>
                  <a:lnTo>
                    <a:pt x="6282425" y="789451"/>
                  </a:lnTo>
                  <a:lnTo>
                    <a:pt x="6234979" y="731588"/>
                  </a:lnTo>
                  <a:lnTo>
                    <a:pt x="6187704" y="674368"/>
                  </a:lnTo>
                  <a:lnTo>
                    <a:pt x="6140742" y="618367"/>
                  </a:lnTo>
                  <a:lnTo>
                    <a:pt x="6094208" y="564107"/>
                  </a:lnTo>
                  <a:lnTo>
                    <a:pt x="6048172" y="512041"/>
                  </a:lnTo>
                  <a:lnTo>
                    <a:pt x="6002653" y="462538"/>
                  </a:lnTo>
                  <a:lnTo>
                    <a:pt x="5957605" y="415873"/>
                  </a:lnTo>
                  <a:lnTo>
                    <a:pt x="5912913" y="372231"/>
                  </a:lnTo>
                  <a:lnTo>
                    <a:pt x="5868385" y="331701"/>
                  </a:lnTo>
                  <a:lnTo>
                    <a:pt x="5823740" y="294293"/>
                  </a:lnTo>
                  <a:lnTo>
                    <a:pt x="5784835" y="264475"/>
                  </a:lnTo>
                  <a:lnTo>
                    <a:pt x="5735654" y="230613"/>
                  </a:lnTo>
                  <a:lnTo>
                    <a:pt x="5684795" y="200167"/>
                  </a:lnTo>
                  <a:lnTo>
                    <a:pt x="5631459" y="172959"/>
                  </a:lnTo>
                  <a:lnTo>
                    <a:pt x="5574753" y="148691"/>
                  </a:lnTo>
                  <a:lnTo>
                    <a:pt x="5513768" y="127028"/>
                  </a:lnTo>
                  <a:lnTo>
                    <a:pt x="5447656" y="107648"/>
                  </a:lnTo>
                  <a:lnTo>
                    <a:pt x="5375732" y="90267"/>
                  </a:lnTo>
                  <a:lnTo>
                    <a:pt x="5297602" y="74657"/>
                  </a:lnTo>
                  <a:lnTo>
                    <a:pt x="5213343" y="60652"/>
                  </a:lnTo>
                  <a:lnTo>
                    <a:pt x="5123703" y="48150"/>
                  </a:lnTo>
                  <a:lnTo>
                    <a:pt x="5030309" y="37109"/>
                  </a:lnTo>
                  <a:lnTo>
                    <a:pt x="4935800" y="27536"/>
                  </a:lnTo>
                  <a:lnTo>
                    <a:pt x="4843785" y="19465"/>
                  </a:lnTo>
                  <a:lnTo>
                    <a:pt x="4758533" y="12924"/>
                  </a:lnTo>
                  <a:lnTo>
                    <a:pt x="4684360" y="7902"/>
                  </a:lnTo>
                  <a:lnTo>
                    <a:pt x="4624791" y="4317"/>
                  </a:lnTo>
                  <a:lnTo>
                    <a:pt x="4581753" y="1999"/>
                  </a:lnTo>
                  <a:lnTo>
                    <a:pt x="4555029" y="705"/>
                  </a:lnTo>
                  <a:lnTo>
                    <a:pt x="4542156" y="143"/>
                  </a:lnTo>
                  <a:lnTo>
                    <a:pt x="4538543" y="0"/>
                  </a:lnTo>
                  <a:lnTo>
                    <a:pt x="4016409" y="0"/>
                  </a:lnTo>
                  <a:lnTo>
                    <a:pt x="4015142" y="11"/>
                  </a:lnTo>
                  <a:lnTo>
                    <a:pt x="4006855" y="91"/>
                  </a:lnTo>
                  <a:lnTo>
                    <a:pt x="3986137" y="313"/>
                  </a:lnTo>
                  <a:lnTo>
                    <a:pt x="3949535" y="750"/>
                  </a:lnTo>
                  <a:lnTo>
                    <a:pt x="3895868" y="1464"/>
                  </a:lnTo>
                  <a:lnTo>
                    <a:pt x="3826287" y="2504"/>
                  </a:lnTo>
                  <a:lnTo>
                    <a:pt x="3743877" y="3898"/>
                  </a:lnTo>
                  <a:lnTo>
                    <a:pt x="3652888" y="5654"/>
                  </a:lnTo>
                  <a:lnTo>
                    <a:pt x="3557828" y="7768"/>
                  </a:lnTo>
                  <a:lnTo>
                    <a:pt x="3462716" y="10231"/>
                  </a:lnTo>
                  <a:lnTo>
                    <a:pt x="3370637" y="13038"/>
                  </a:lnTo>
                  <a:lnTo>
                    <a:pt x="3283610" y="16196"/>
                  </a:lnTo>
                  <a:lnTo>
                    <a:pt x="3202681" y="19723"/>
                  </a:lnTo>
                  <a:lnTo>
                    <a:pt x="3128124" y="23655"/>
                  </a:lnTo>
                  <a:lnTo>
                    <a:pt x="3059659" y="28042"/>
                  </a:lnTo>
                  <a:lnTo>
                    <a:pt x="2996653" y="32947"/>
                  </a:lnTo>
                  <a:lnTo>
                    <a:pt x="2938266" y="38446"/>
                  </a:lnTo>
                  <a:lnTo>
                    <a:pt x="2883569" y="44618"/>
                  </a:lnTo>
                  <a:lnTo>
                    <a:pt x="2831629" y="51539"/>
                  </a:lnTo>
                  <a:lnTo>
                    <a:pt x="2781590" y="59260"/>
                  </a:lnTo>
                  <a:lnTo>
                    <a:pt x="2770117" y="61177"/>
                  </a:lnTo>
                  <a:lnTo>
                    <a:pt x="2716633" y="70815"/>
                  </a:lnTo>
                  <a:lnTo>
                    <a:pt x="2663665" y="81460"/>
                  </a:lnTo>
                  <a:lnTo>
                    <a:pt x="2610647" y="93126"/>
                  </a:lnTo>
                  <a:lnTo>
                    <a:pt x="2557198" y="105791"/>
                  </a:lnTo>
                  <a:lnTo>
                    <a:pt x="2503098" y="119390"/>
                  </a:lnTo>
                  <a:lnTo>
                    <a:pt x="2448272" y="133818"/>
                  </a:lnTo>
                  <a:lnTo>
                    <a:pt x="2392763" y="148924"/>
                  </a:lnTo>
                  <a:lnTo>
                    <a:pt x="2336720" y="164523"/>
                  </a:lnTo>
                  <a:lnTo>
                    <a:pt x="2280362" y="180400"/>
                  </a:lnTo>
                  <a:lnTo>
                    <a:pt x="2223950" y="196323"/>
                  </a:lnTo>
                  <a:lnTo>
                    <a:pt x="2167753" y="212058"/>
                  </a:lnTo>
                  <a:lnTo>
                    <a:pt x="2112012" y="227381"/>
                  </a:lnTo>
                  <a:lnTo>
                    <a:pt x="2056906" y="242096"/>
                  </a:lnTo>
                  <a:lnTo>
                    <a:pt x="2002523" y="256035"/>
                  </a:lnTo>
                  <a:lnTo>
                    <a:pt x="1948836" y="269078"/>
                  </a:lnTo>
                  <a:lnTo>
                    <a:pt x="1895685" y="281141"/>
                  </a:lnTo>
                  <a:lnTo>
                    <a:pt x="1842754" y="292188"/>
                  </a:lnTo>
                  <a:lnTo>
                    <a:pt x="1789553" y="302218"/>
                  </a:lnTo>
                  <a:lnTo>
                    <a:pt x="1768425" y="305888"/>
                  </a:lnTo>
                  <a:lnTo>
                    <a:pt x="1718721" y="313799"/>
                  </a:lnTo>
                  <a:lnTo>
                    <a:pt x="1667297" y="320903"/>
                  </a:lnTo>
                  <a:lnTo>
                    <a:pt x="1613325" y="327243"/>
                  </a:lnTo>
                  <a:lnTo>
                    <a:pt x="1555883" y="332892"/>
                  </a:lnTo>
                  <a:lnTo>
                    <a:pt x="1494033" y="337929"/>
                  </a:lnTo>
                  <a:lnTo>
                    <a:pt x="1426907" y="342430"/>
                  </a:lnTo>
                  <a:lnTo>
                    <a:pt x="1353812" y="346463"/>
                  </a:lnTo>
                  <a:lnTo>
                    <a:pt x="1274368" y="350081"/>
                  </a:lnTo>
                  <a:lnTo>
                    <a:pt x="1188702" y="353323"/>
                  </a:lnTo>
                  <a:lnTo>
                    <a:pt x="1097658" y="356211"/>
                  </a:lnTo>
                  <a:lnTo>
                    <a:pt x="1003017" y="358754"/>
                  </a:lnTo>
                  <a:lnTo>
                    <a:pt x="907615" y="360950"/>
                  </a:lnTo>
                  <a:lnTo>
                    <a:pt x="815281" y="362790"/>
                  </a:lnTo>
                  <a:lnTo>
                    <a:pt x="730467" y="364268"/>
                  </a:lnTo>
                  <a:lnTo>
                    <a:pt x="657561" y="365389"/>
                  </a:lnTo>
                  <a:lnTo>
                    <a:pt x="600000" y="366176"/>
                  </a:lnTo>
                  <a:lnTo>
                    <a:pt x="559437" y="366672"/>
                  </a:lnTo>
                  <a:lnTo>
                    <a:pt x="535245" y="366938"/>
                  </a:lnTo>
                  <a:lnTo>
                    <a:pt x="524477" y="367044"/>
                  </a:lnTo>
                  <a:lnTo>
                    <a:pt x="522133" y="367066"/>
                  </a:lnTo>
                  <a:lnTo>
                    <a:pt x="0" y="367066"/>
                  </a:lnTo>
                  <a:close/>
                </a:path>
              </a:pathLst>
            </a:custGeom>
            <a:solidFill>
              <a:srgbClr val="67C1B3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1263" name="pl1263"/>
            <p:cNvSpPr/>
            <p:nvPr/>
          </p:nvSpPr>
          <p:spPr>
            <a:xfrm>
              <a:off x="386606" y="4003483"/>
              <a:ext cx="8554953" cy="1586855"/>
            </a:xfrm>
            <a:custGeom>
              <a:avLst/>
              <a:pathLst>
                <a:path w="8554953" h="1586855">
                  <a:moveTo>
                    <a:pt x="0" y="367066"/>
                  </a:moveTo>
                  <a:lnTo>
                    <a:pt x="522133" y="367066"/>
                  </a:lnTo>
                  <a:lnTo>
                    <a:pt x="523401" y="367054"/>
                  </a:lnTo>
                  <a:lnTo>
                    <a:pt x="531687" y="366974"/>
                  </a:lnTo>
                  <a:lnTo>
                    <a:pt x="552405" y="366752"/>
                  </a:lnTo>
                  <a:lnTo>
                    <a:pt x="589007" y="366316"/>
                  </a:lnTo>
                  <a:lnTo>
                    <a:pt x="642674" y="365601"/>
                  </a:lnTo>
                  <a:lnTo>
                    <a:pt x="712255" y="364561"/>
                  </a:lnTo>
                  <a:lnTo>
                    <a:pt x="794665" y="363167"/>
                  </a:lnTo>
                  <a:lnTo>
                    <a:pt x="885654" y="361411"/>
                  </a:lnTo>
                  <a:lnTo>
                    <a:pt x="980714" y="359297"/>
                  </a:lnTo>
                  <a:lnTo>
                    <a:pt x="1075826" y="356834"/>
                  </a:lnTo>
                  <a:lnTo>
                    <a:pt x="1167906" y="354027"/>
                  </a:lnTo>
                  <a:lnTo>
                    <a:pt x="1254933" y="350869"/>
                  </a:lnTo>
                  <a:lnTo>
                    <a:pt x="1335861" y="347342"/>
                  </a:lnTo>
                  <a:lnTo>
                    <a:pt x="1410418" y="343410"/>
                  </a:lnTo>
                  <a:lnTo>
                    <a:pt x="1478883" y="339023"/>
                  </a:lnTo>
                  <a:lnTo>
                    <a:pt x="1541889" y="334118"/>
                  </a:lnTo>
                  <a:lnTo>
                    <a:pt x="1600277" y="328619"/>
                  </a:lnTo>
                  <a:lnTo>
                    <a:pt x="1654974" y="322447"/>
                  </a:lnTo>
                  <a:lnTo>
                    <a:pt x="1706913" y="315526"/>
                  </a:lnTo>
                  <a:lnTo>
                    <a:pt x="1756952" y="307805"/>
                  </a:lnTo>
                  <a:lnTo>
                    <a:pt x="1768425" y="305888"/>
                  </a:lnTo>
                  <a:lnTo>
                    <a:pt x="1821909" y="296250"/>
                  </a:lnTo>
                  <a:lnTo>
                    <a:pt x="1874877" y="285605"/>
                  </a:lnTo>
                  <a:lnTo>
                    <a:pt x="1927895" y="273939"/>
                  </a:lnTo>
                  <a:lnTo>
                    <a:pt x="1981345" y="261274"/>
                  </a:lnTo>
                  <a:lnTo>
                    <a:pt x="2035444" y="247675"/>
                  </a:lnTo>
                  <a:lnTo>
                    <a:pt x="2090271" y="233247"/>
                  </a:lnTo>
                  <a:lnTo>
                    <a:pt x="2145779" y="218141"/>
                  </a:lnTo>
                  <a:lnTo>
                    <a:pt x="2201822" y="202542"/>
                  </a:lnTo>
                  <a:lnTo>
                    <a:pt x="2258181" y="186666"/>
                  </a:lnTo>
                  <a:lnTo>
                    <a:pt x="2314592" y="170743"/>
                  </a:lnTo>
                  <a:lnTo>
                    <a:pt x="2370789" y="155008"/>
                  </a:lnTo>
                  <a:lnTo>
                    <a:pt x="2426530" y="139684"/>
                  </a:lnTo>
                  <a:lnTo>
                    <a:pt x="2481636" y="124970"/>
                  </a:lnTo>
                  <a:lnTo>
                    <a:pt x="2536019" y="111030"/>
                  </a:lnTo>
                  <a:lnTo>
                    <a:pt x="2589706" y="97988"/>
                  </a:lnTo>
                  <a:lnTo>
                    <a:pt x="2642858" y="85924"/>
                  </a:lnTo>
                  <a:lnTo>
                    <a:pt x="2695789" y="74877"/>
                  </a:lnTo>
                  <a:lnTo>
                    <a:pt x="2748989" y="64847"/>
                  </a:lnTo>
                  <a:lnTo>
                    <a:pt x="2770117" y="61177"/>
                  </a:lnTo>
                  <a:lnTo>
                    <a:pt x="2819821" y="53267"/>
                  </a:lnTo>
                  <a:lnTo>
                    <a:pt x="2871245" y="46162"/>
                  </a:lnTo>
                  <a:lnTo>
                    <a:pt x="2925217" y="39822"/>
                  </a:lnTo>
                  <a:lnTo>
                    <a:pt x="2982660" y="34173"/>
                  </a:lnTo>
                  <a:lnTo>
                    <a:pt x="3044509" y="29136"/>
                  </a:lnTo>
                  <a:lnTo>
                    <a:pt x="3111635" y="24635"/>
                  </a:lnTo>
                  <a:lnTo>
                    <a:pt x="3184730" y="20602"/>
                  </a:lnTo>
                  <a:lnTo>
                    <a:pt x="3264174" y="16984"/>
                  </a:lnTo>
                  <a:lnTo>
                    <a:pt x="3349841" y="13743"/>
                  </a:lnTo>
                  <a:lnTo>
                    <a:pt x="3440884" y="10854"/>
                  </a:lnTo>
                  <a:lnTo>
                    <a:pt x="3535526" y="8311"/>
                  </a:lnTo>
                  <a:lnTo>
                    <a:pt x="3630928" y="6115"/>
                  </a:lnTo>
                  <a:lnTo>
                    <a:pt x="3723262" y="4275"/>
                  </a:lnTo>
                  <a:lnTo>
                    <a:pt x="3808075" y="2797"/>
                  </a:lnTo>
                  <a:lnTo>
                    <a:pt x="3880981" y="1676"/>
                  </a:lnTo>
                  <a:lnTo>
                    <a:pt x="3938542" y="889"/>
                  </a:lnTo>
                  <a:lnTo>
                    <a:pt x="3979105" y="393"/>
                  </a:lnTo>
                  <a:lnTo>
                    <a:pt x="4003297" y="128"/>
                  </a:lnTo>
                  <a:lnTo>
                    <a:pt x="4014065" y="21"/>
                  </a:lnTo>
                  <a:lnTo>
                    <a:pt x="4016393" y="0"/>
                  </a:lnTo>
                  <a:lnTo>
                    <a:pt x="4016409" y="0"/>
                  </a:lnTo>
                  <a:lnTo>
                    <a:pt x="4538543" y="0"/>
                  </a:lnTo>
                  <a:lnTo>
                    <a:pt x="4539772" y="47"/>
                  </a:lnTo>
                  <a:lnTo>
                    <a:pt x="4547815" y="383"/>
                  </a:lnTo>
                  <a:lnTo>
                    <a:pt x="4567945" y="1314"/>
                  </a:lnTo>
                  <a:lnTo>
                    <a:pt x="4603562" y="3142"/>
                  </a:lnTo>
                  <a:lnTo>
                    <a:pt x="4655895" y="6138"/>
                  </a:lnTo>
                  <a:lnTo>
                    <a:pt x="4723928" y="10505"/>
                  </a:lnTo>
                  <a:lnTo>
                    <a:pt x="4804757" y="16365"/>
                  </a:lnTo>
                  <a:lnTo>
                    <a:pt x="4894311" y="23757"/>
                  </a:lnTo>
                  <a:lnTo>
                    <a:pt x="4988206" y="32667"/>
                  </a:lnTo>
                  <a:lnTo>
                    <a:pt x="5082483" y="43058"/>
                  </a:lnTo>
                  <a:lnTo>
                    <a:pt x="5174052" y="54908"/>
                  </a:lnTo>
                  <a:lnTo>
                    <a:pt x="5260846" y="68236"/>
                  </a:lnTo>
                  <a:lnTo>
                    <a:pt x="5341747" y="83115"/>
                  </a:lnTo>
                  <a:lnTo>
                    <a:pt x="5416407" y="99684"/>
                  </a:lnTo>
                  <a:lnTo>
                    <a:pt x="5485034" y="118142"/>
                  </a:lnTo>
                  <a:lnTo>
                    <a:pt x="5548202" y="138752"/>
                  </a:lnTo>
                  <a:lnTo>
                    <a:pt x="5606701" y="161819"/>
                  </a:lnTo>
                  <a:lnTo>
                    <a:pt x="5661424" y="187678"/>
                  </a:lnTo>
                  <a:lnTo>
                    <a:pt x="5713278" y="216652"/>
                  </a:lnTo>
                  <a:lnTo>
                    <a:pt x="5763116" y="248985"/>
                  </a:lnTo>
                  <a:lnTo>
                    <a:pt x="5784835" y="264475"/>
                  </a:lnTo>
                  <a:lnTo>
                    <a:pt x="5829883" y="299241"/>
                  </a:lnTo>
                  <a:lnTo>
                    <a:pt x="5874492" y="337074"/>
                  </a:lnTo>
                  <a:lnTo>
                    <a:pt x="5919028" y="378033"/>
                  </a:lnTo>
                  <a:lnTo>
                    <a:pt x="5963758" y="422097"/>
                  </a:lnTo>
                  <a:lnTo>
                    <a:pt x="6008866" y="469164"/>
                  </a:lnTo>
                  <a:lnTo>
                    <a:pt x="6054455" y="519037"/>
                  </a:lnTo>
                  <a:lnTo>
                    <a:pt x="6100562" y="571428"/>
                  </a:lnTo>
                  <a:lnTo>
                    <a:pt x="6147160" y="625955"/>
                  </a:lnTo>
                  <a:lnTo>
                    <a:pt x="6194172" y="682156"/>
                  </a:lnTo>
                  <a:lnTo>
                    <a:pt x="6241480" y="739498"/>
                  </a:lnTo>
                  <a:lnTo>
                    <a:pt x="6288937" y="797403"/>
                  </a:lnTo>
                  <a:lnTo>
                    <a:pt x="6336383" y="855267"/>
                  </a:lnTo>
                  <a:lnTo>
                    <a:pt x="6383658" y="912486"/>
                  </a:lnTo>
                  <a:lnTo>
                    <a:pt x="6430620" y="968487"/>
                  </a:lnTo>
                  <a:lnTo>
                    <a:pt x="6477154" y="1022747"/>
                  </a:lnTo>
                  <a:lnTo>
                    <a:pt x="6523190" y="1074813"/>
                  </a:lnTo>
                  <a:lnTo>
                    <a:pt x="6568709" y="1124316"/>
                  </a:lnTo>
                  <a:lnTo>
                    <a:pt x="6613757" y="1170981"/>
                  </a:lnTo>
                  <a:lnTo>
                    <a:pt x="6658449" y="1214623"/>
                  </a:lnTo>
                  <a:lnTo>
                    <a:pt x="6702977" y="1255153"/>
                  </a:lnTo>
                  <a:lnTo>
                    <a:pt x="6747622" y="1292561"/>
                  </a:lnTo>
                  <a:lnTo>
                    <a:pt x="6786527" y="1322379"/>
                  </a:lnTo>
                  <a:lnTo>
                    <a:pt x="6835708" y="1356241"/>
                  </a:lnTo>
                  <a:lnTo>
                    <a:pt x="6886567" y="1386687"/>
                  </a:lnTo>
                  <a:lnTo>
                    <a:pt x="6939903" y="1413895"/>
                  </a:lnTo>
                  <a:lnTo>
                    <a:pt x="6996609" y="1438163"/>
                  </a:lnTo>
                  <a:lnTo>
                    <a:pt x="7057594" y="1459826"/>
                  </a:lnTo>
                  <a:lnTo>
                    <a:pt x="7123705" y="1479206"/>
                  </a:lnTo>
                  <a:lnTo>
                    <a:pt x="7195630" y="1496587"/>
                  </a:lnTo>
                  <a:lnTo>
                    <a:pt x="7273760" y="1512197"/>
                  </a:lnTo>
                  <a:lnTo>
                    <a:pt x="7358019" y="1526202"/>
                  </a:lnTo>
                  <a:lnTo>
                    <a:pt x="7447659" y="1538704"/>
                  </a:lnTo>
                  <a:lnTo>
                    <a:pt x="7541053" y="1549745"/>
                  </a:lnTo>
                  <a:lnTo>
                    <a:pt x="7635562" y="1559318"/>
                  </a:lnTo>
                  <a:lnTo>
                    <a:pt x="7727577" y="1567389"/>
                  </a:lnTo>
                  <a:lnTo>
                    <a:pt x="7812829" y="1573930"/>
                  </a:lnTo>
                  <a:lnTo>
                    <a:pt x="7887002" y="1578952"/>
                  </a:lnTo>
                  <a:lnTo>
                    <a:pt x="7946571" y="1582537"/>
                  </a:lnTo>
                  <a:lnTo>
                    <a:pt x="7989609" y="1584855"/>
                  </a:lnTo>
                  <a:lnTo>
                    <a:pt x="8016333" y="1586149"/>
                  </a:lnTo>
                  <a:lnTo>
                    <a:pt x="8029206" y="1586711"/>
                  </a:lnTo>
                  <a:lnTo>
                    <a:pt x="8032707" y="1586850"/>
                  </a:lnTo>
                  <a:lnTo>
                    <a:pt x="8032819" y="1586855"/>
                  </a:lnTo>
                  <a:lnTo>
                    <a:pt x="8554953" y="1586855"/>
                  </a:lnTo>
                  <a:lnTo>
                    <a:pt x="8554953" y="1586855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264" name="pl1264"/>
            <p:cNvSpPr/>
            <p:nvPr/>
          </p:nvSpPr>
          <p:spPr>
            <a:xfrm>
              <a:off x="386606" y="3997836"/>
              <a:ext cx="8554953" cy="1586855"/>
            </a:xfrm>
            <a:custGeom>
              <a:avLst/>
              <a:pathLst>
                <a:path w="8554953" h="1586855">
                  <a:moveTo>
                    <a:pt x="8554953" y="1586855"/>
                  </a:moveTo>
                  <a:lnTo>
                    <a:pt x="8032819" y="1586855"/>
                  </a:lnTo>
                  <a:lnTo>
                    <a:pt x="8031590" y="1586807"/>
                  </a:lnTo>
                  <a:lnTo>
                    <a:pt x="8023547" y="1586471"/>
                  </a:lnTo>
                  <a:lnTo>
                    <a:pt x="8003417" y="1585540"/>
                  </a:lnTo>
                  <a:lnTo>
                    <a:pt x="7967800" y="1583712"/>
                  </a:lnTo>
                  <a:lnTo>
                    <a:pt x="7915467" y="1580716"/>
                  </a:lnTo>
                  <a:lnTo>
                    <a:pt x="7847434" y="1576349"/>
                  </a:lnTo>
                  <a:lnTo>
                    <a:pt x="7766605" y="1570489"/>
                  </a:lnTo>
                  <a:lnTo>
                    <a:pt x="7677051" y="1563097"/>
                  </a:lnTo>
                  <a:lnTo>
                    <a:pt x="7583156" y="1554187"/>
                  </a:lnTo>
                  <a:lnTo>
                    <a:pt x="7488879" y="1543796"/>
                  </a:lnTo>
                  <a:lnTo>
                    <a:pt x="7397310" y="1531946"/>
                  </a:lnTo>
                  <a:lnTo>
                    <a:pt x="7310516" y="1518618"/>
                  </a:lnTo>
                  <a:lnTo>
                    <a:pt x="7229615" y="1503739"/>
                  </a:lnTo>
                  <a:lnTo>
                    <a:pt x="7154955" y="1487170"/>
                  </a:lnTo>
                  <a:lnTo>
                    <a:pt x="7086328" y="1468712"/>
                  </a:lnTo>
                  <a:lnTo>
                    <a:pt x="7023160" y="1448102"/>
                  </a:lnTo>
                  <a:lnTo>
                    <a:pt x="6964661" y="1425035"/>
                  </a:lnTo>
                  <a:lnTo>
                    <a:pt x="6909938" y="1399176"/>
                  </a:lnTo>
                  <a:lnTo>
                    <a:pt x="6858084" y="1370202"/>
                  </a:lnTo>
                  <a:lnTo>
                    <a:pt x="6808245" y="1337869"/>
                  </a:lnTo>
                  <a:lnTo>
                    <a:pt x="6786527" y="1322379"/>
                  </a:lnTo>
                  <a:lnTo>
                    <a:pt x="6741479" y="1287613"/>
                  </a:lnTo>
                  <a:lnTo>
                    <a:pt x="6696870" y="1249780"/>
                  </a:lnTo>
                  <a:lnTo>
                    <a:pt x="6652334" y="1208821"/>
                  </a:lnTo>
                  <a:lnTo>
                    <a:pt x="6607604" y="1164757"/>
                  </a:lnTo>
                  <a:lnTo>
                    <a:pt x="6562496" y="1117690"/>
                  </a:lnTo>
                  <a:lnTo>
                    <a:pt x="6516907" y="1067817"/>
                  </a:lnTo>
                  <a:lnTo>
                    <a:pt x="6470800" y="1015426"/>
                  </a:lnTo>
                  <a:lnTo>
                    <a:pt x="6424202" y="960899"/>
                  </a:lnTo>
                  <a:lnTo>
                    <a:pt x="6377190" y="904698"/>
                  </a:lnTo>
                  <a:lnTo>
                    <a:pt x="6329882" y="847356"/>
                  </a:lnTo>
                  <a:lnTo>
                    <a:pt x="6282425" y="789451"/>
                  </a:lnTo>
                  <a:lnTo>
                    <a:pt x="6234979" y="731588"/>
                  </a:lnTo>
                  <a:lnTo>
                    <a:pt x="6187704" y="674368"/>
                  </a:lnTo>
                  <a:lnTo>
                    <a:pt x="6140742" y="618367"/>
                  </a:lnTo>
                  <a:lnTo>
                    <a:pt x="6094208" y="564107"/>
                  </a:lnTo>
                  <a:lnTo>
                    <a:pt x="6048172" y="512041"/>
                  </a:lnTo>
                  <a:lnTo>
                    <a:pt x="6002653" y="462538"/>
                  </a:lnTo>
                  <a:lnTo>
                    <a:pt x="5957605" y="415873"/>
                  </a:lnTo>
                  <a:lnTo>
                    <a:pt x="5912913" y="372231"/>
                  </a:lnTo>
                  <a:lnTo>
                    <a:pt x="5868385" y="331701"/>
                  </a:lnTo>
                  <a:lnTo>
                    <a:pt x="5823740" y="294293"/>
                  </a:lnTo>
                  <a:lnTo>
                    <a:pt x="5784835" y="264475"/>
                  </a:lnTo>
                  <a:lnTo>
                    <a:pt x="5735654" y="230613"/>
                  </a:lnTo>
                  <a:lnTo>
                    <a:pt x="5684795" y="200167"/>
                  </a:lnTo>
                  <a:lnTo>
                    <a:pt x="5631459" y="172959"/>
                  </a:lnTo>
                  <a:lnTo>
                    <a:pt x="5574753" y="148691"/>
                  </a:lnTo>
                  <a:lnTo>
                    <a:pt x="5513768" y="127028"/>
                  </a:lnTo>
                  <a:lnTo>
                    <a:pt x="5447656" y="107648"/>
                  </a:lnTo>
                  <a:lnTo>
                    <a:pt x="5375732" y="90267"/>
                  </a:lnTo>
                  <a:lnTo>
                    <a:pt x="5297602" y="74657"/>
                  </a:lnTo>
                  <a:lnTo>
                    <a:pt x="5213343" y="60652"/>
                  </a:lnTo>
                  <a:lnTo>
                    <a:pt x="5123703" y="48150"/>
                  </a:lnTo>
                  <a:lnTo>
                    <a:pt x="5030309" y="37109"/>
                  </a:lnTo>
                  <a:lnTo>
                    <a:pt x="4935800" y="27536"/>
                  </a:lnTo>
                  <a:lnTo>
                    <a:pt x="4843785" y="19465"/>
                  </a:lnTo>
                  <a:lnTo>
                    <a:pt x="4758533" y="12924"/>
                  </a:lnTo>
                  <a:lnTo>
                    <a:pt x="4684360" y="7902"/>
                  </a:lnTo>
                  <a:lnTo>
                    <a:pt x="4624791" y="4317"/>
                  </a:lnTo>
                  <a:lnTo>
                    <a:pt x="4581753" y="1999"/>
                  </a:lnTo>
                  <a:lnTo>
                    <a:pt x="4555029" y="705"/>
                  </a:lnTo>
                  <a:lnTo>
                    <a:pt x="4542156" y="143"/>
                  </a:lnTo>
                  <a:lnTo>
                    <a:pt x="4538655" y="4"/>
                  </a:lnTo>
                  <a:lnTo>
                    <a:pt x="4538543" y="0"/>
                  </a:lnTo>
                  <a:lnTo>
                    <a:pt x="4016409" y="0"/>
                  </a:lnTo>
                  <a:lnTo>
                    <a:pt x="4015142" y="11"/>
                  </a:lnTo>
                  <a:lnTo>
                    <a:pt x="4006855" y="91"/>
                  </a:lnTo>
                  <a:lnTo>
                    <a:pt x="3986137" y="313"/>
                  </a:lnTo>
                  <a:lnTo>
                    <a:pt x="3949535" y="750"/>
                  </a:lnTo>
                  <a:lnTo>
                    <a:pt x="3895868" y="1464"/>
                  </a:lnTo>
                  <a:lnTo>
                    <a:pt x="3826287" y="2504"/>
                  </a:lnTo>
                  <a:lnTo>
                    <a:pt x="3743877" y="3898"/>
                  </a:lnTo>
                  <a:lnTo>
                    <a:pt x="3652888" y="5654"/>
                  </a:lnTo>
                  <a:lnTo>
                    <a:pt x="3557828" y="7768"/>
                  </a:lnTo>
                  <a:lnTo>
                    <a:pt x="3462716" y="10231"/>
                  </a:lnTo>
                  <a:lnTo>
                    <a:pt x="3370637" y="13038"/>
                  </a:lnTo>
                  <a:lnTo>
                    <a:pt x="3283610" y="16196"/>
                  </a:lnTo>
                  <a:lnTo>
                    <a:pt x="3202681" y="19723"/>
                  </a:lnTo>
                  <a:lnTo>
                    <a:pt x="3128124" y="23655"/>
                  </a:lnTo>
                  <a:lnTo>
                    <a:pt x="3059659" y="28042"/>
                  </a:lnTo>
                  <a:lnTo>
                    <a:pt x="2996653" y="32947"/>
                  </a:lnTo>
                  <a:lnTo>
                    <a:pt x="2938266" y="38446"/>
                  </a:lnTo>
                  <a:lnTo>
                    <a:pt x="2883569" y="44618"/>
                  </a:lnTo>
                  <a:lnTo>
                    <a:pt x="2831629" y="51539"/>
                  </a:lnTo>
                  <a:lnTo>
                    <a:pt x="2781590" y="59260"/>
                  </a:lnTo>
                  <a:lnTo>
                    <a:pt x="2770117" y="61177"/>
                  </a:lnTo>
                  <a:lnTo>
                    <a:pt x="2716633" y="70815"/>
                  </a:lnTo>
                  <a:lnTo>
                    <a:pt x="2663665" y="81460"/>
                  </a:lnTo>
                  <a:lnTo>
                    <a:pt x="2610647" y="93126"/>
                  </a:lnTo>
                  <a:lnTo>
                    <a:pt x="2557198" y="105791"/>
                  </a:lnTo>
                  <a:lnTo>
                    <a:pt x="2503098" y="119390"/>
                  </a:lnTo>
                  <a:lnTo>
                    <a:pt x="2448272" y="133818"/>
                  </a:lnTo>
                  <a:lnTo>
                    <a:pt x="2392763" y="148924"/>
                  </a:lnTo>
                  <a:lnTo>
                    <a:pt x="2336720" y="164523"/>
                  </a:lnTo>
                  <a:lnTo>
                    <a:pt x="2280362" y="180400"/>
                  </a:lnTo>
                  <a:lnTo>
                    <a:pt x="2223950" y="196323"/>
                  </a:lnTo>
                  <a:lnTo>
                    <a:pt x="2167753" y="212058"/>
                  </a:lnTo>
                  <a:lnTo>
                    <a:pt x="2112012" y="227381"/>
                  </a:lnTo>
                  <a:lnTo>
                    <a:pt x="2056906" y="242096"/>
                  </a:lnTo>
                  <a:lnTo>
                    <a:pt x="2002523" y="256035"/>
                  </a:lnTo>
                  <a:lnTo>
                    <a:pt x="1948836" y="269078"/>
                  </a:lnTo>
                  <a:lnTo>
                    <a:pt x="1895685" y="281141"/>
                  </a:lnTo>
                  <a:lnTo>
                    <a:pt x="1842754" y="292188"/>
                  </a:lnTo>
                  <a:lnTo>
                    <a:pt x="1789553" y="302218"/>
                  </a:lnTo>
                  <a:lnTo>
                    <a:pt x="1768425" y="305888"/>
                  </a:lnTo>
                  <a:lnTo>
                    <a:pt x="1718721" y="313799"/>
                  </a:lnTo>
                  <a:lnTo>
                    <a:pt x="1667297" y="320903"/>
                  </a:lnTo>
                  <a:lnTo>
                    <a:pt x="1613325" y="327243"/>
                  </a:lnTo>
                  <a:lnTo>
                    <a:pt x="1555883" y="332892"/>
                  </a:lnTo>
                  <a:lnTo>
                    <a:pt x="1494033" y="337929"/>
                  </a:lnTo>
                  <a:lnTo>
                    <a:pt x="1426907" y="342430"/>
                  </a:lnTo>
                  <a:lnTo>
                    <a:pt x="1353812" y="346463"/>
                  </a:lnTo>
                  <a:lnTo>
                    <a:pt x="1274368" y="350081"/>
                  </a:lnTo>
                  <a:lnTo>
                    <a:pt x="1188702" y="353323"/>
                  </a:lnTo>
                  <a:lnTo>
                    <a:pt x="1097658" y="356211"/>
                  </a:lnTo>
                  <a:lnTo>
                    <a:pt x="1003017" y="358754"/>
                  </a:lnTo>
                  <a:lnTo>
                    <a:pt x="907615" y="360950"/>
                  </a:lnTo>
                  <a:lnTo>
                    <a:pt x="815281" y="362790"/>
                  </a:lnTo>
                  <a:lnTo>
                    <a:pt x="730467" y="364268"/>
                  </a:lnTo>
                  <a:lnTo>
                    <a:pt x="657561" y="365389"/>
                  </a:lnTo>
                  <a:lnTo>
                    <a:pt x="600000" y="366176"/>
                  </a:lnTo>
                  <a:lnTo>
                    <a:pt x="559437" y="366672"/>
                  </a:lnTo>
                  <a:lnTo>
                    <a:pt x="535245" y="366938"/>
                  </a:lnTo>
                  <a:lnTo>
                    <a:pt x="524477" y="367044"/>
                  </a:lnTo>
                  <a:lnTo>
                    <a:pt x="522150" y="367065"/>
                  </a:lnTo>
                  <a:lnTo>
                    <a:pt x="522133" y="367066"/>
                  </a:lnTo>
                  <a:lnTo>
                    <a:pt x="0" y="367066"/>
                  </a:lnTo>
                  <a:lnTo>
                    <a:pt x="0" y="367066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265" name="pg1265"/>
            <p:cNvSpPr/>
            <p:nvPr/>
          </p:nvSpPr>
          <p:spPr>
            <a:xfrm>
              <a:off x="386606" y="547414"/>
              <a:ext cx="8554953" cy="3631131"/>
            </a:xfrm>
            <a:custGeom>
              <a:avLst/>
              <a:pathLst>
                <a:path w="8554953" h="3631131">
                  <a:moveTo>
                    <a:pt x="0" y="3631131"/>
                  </a:moveTo>
                  <a:lnTo>
                    <a:pt x="522133" y="3631131"/>
                  </a:lnTo>
                  <a:lnTo>
                    <a:pt x="523220" y="3631036"/>
                  </a:lnTo>
                  <a:lnTo>
                    <a:pt x="530353" y="3630358"/>
                  </a:lnTo>
                  <a:lnTo>
                    <a:pt x="548280" y="3628485"/>
                  </a:lnTo>
                  <a:lnTo>
                    <a:pt x="580185" y="3624802"/>
                  </a:lnTo>
                  <a:lnTo>
                    <a:pt x="627439" y="3618749"/>
                  </a:lnTo>
                  <a:lnTo>
                    <a:pt x="689496" y="3609886"/>
                  </a:lnTo>
                  <a:lnTo>
                    <a:pt x="764118" y="3597930"/>
                  </a:lnTo>
                  <a:lnTo>
                    <a:pt x="847904" y="3582763"/>
                  </a:lnTo>
                  <a:lnTo>
                    <a:pt x="936987" y="3564388"/>
                  </a:lnTo>
                  <a:lnTo>
                    <a:pt x="1027680" y="3542871"/>
                  </a:lnTo>
                  <a:lnTo>
                    <a:pt x="1116927" y="3518277"/>
                  </a:lnTo>
                  <a:lnTo>
                    <a:pt x="1202516" y="3490608"/>
                  </a:lnTo>
                  <a:lnTo>
                    <a:pt x="1283083" y="3459772"/>
                  </a:lnTo>
                  <a:lnTo>
                    <a:pt x="1358000" y="3425558"/>
                  </a:lnTo>
                  <a:lnTo>
                    <a:pt x="1427203" y="3387630"/>
                  </a:lnTo>
                  <a:lnTo>
                    <a:pt x="1491027" y="3345533"/>
                  </a:lnTo>
                  <a:lnTo>
                    <a:pt x="1550063" y="3298703"/>
                  </a:lnTo>
                  <a:lnTo>
                    <a:pt x="1605048" y="3246497"/>
                  </a:lnTo>
                  <a:lnTo>
                    <a:pt x="1656780" y="3188237"/>
                  </a:lnTo>
                  <a:lnTo>
                    <a:pt x="1706057" y="3123295"/>
                  </a:lnTo>
                  <a:lnTo>
                    <a:pt x="1753611" y="3051231"/>
                  </a:lnTo>
                  <a:lnTo>
                    <a:pt x="1768425" y="3026883"/>
                  </a:lnTo>
                  <a:lnTo>
                    <a:pt x="1802099" y="2968267"/>
                  </a:lnTo>
                  <a:lnTo>
                    <a:pt x="1835470" y="2905777"/>
                  </a:lnTo>
                  <a:lnTo>
                    <a:pt x="1868706" y="2839333"/>
                  </a:lnTo>
                  <a:lnTo>
                    <a:pt x="1901944" y="2768906"/>
                  </a:lnTo>
                  <a:lnTo>
                    <a:pt x="1935290" y="2694523"/>
                  </a:lnTo>
                  <a:lnTo>
                    <a:pt x="1968824" y="2616269"/>
                  </a:lnTo>
                  <a:lnTo>
                    <a:pt x="2002603" y="2534296"/>
                  </a:lnTo>
                  <a:lnTo>
                    <a:pt x="2036659" y="2448819"/>
                  </a:lnTo>
                  <a:lnTo>
                    <a:pt x="2071005" y="2360123"/>
                  </a:lnTo>
                  <a:lnTo>
                    <a:pt x="2105632" y="2268555"/>
                  </a:lnTo>
                  <a:lnTo>
                    <a:pt x="2140518" y="2174526"/>
                  </a:lnTo>
                  <a:lnTo>
                    <a:pt x="2175623" y="2078499"/>
                  </a:lnTo>
                  <a:lnTo>
                    <a:pt x="2210896" y="1980985"/>
                  </a:lnTo>
                  <a:lnTo>
                    <a:pt x="2246278" y="1882528"/>
                  </a:lnTo>
                  <a:lnTo>
                    <a:pt x="2281705" y="1783697"/>
                  </a:lnTo>
                  <a:lnTo>
                    <a:pt x="2317107" y="1685069"/>
                  </a:lnTo>
                  <a:lnTo>
                    <a:pt x="2352420" y="1587216"/>
                  </a:lnTo>
                  <a:lnTo>
                    <a:pt x="2387581" y="1490690"/>
                  </a:lnTo>
                  <a:lnTo>
                    <a:pt x="2422536" y="1396015"/>
                  </a:lnTo>
                  <a:lnTo>
                    <a:pt x="2457244" y="1303667"/>
                  </a:lnTo>
                  <a:lnTo>
                    <a:pt x="2491675" y="1214076"/>
                  </a:lnTo>
                  <a:lnTo>
                    <a:pt x="2525817" y="1127607"/>
                  </a:lnTo>
                  <a:lnTo>
                    <a:pt x="2559676" y="1044563"/>
                  </a:lnTo>
                  <a:lnTo>
                    <a:pt x="2593279" y="965182"/>
                  </a:lnTo>
                  <a:lnTo>
                    <a:pt x="2626674" y="889633"/>
                  </a:lnTo>
                  <a:lnTo>
                    <a:pt x="2659934" y="818022"/>
                  </a:lnTo>
                  <a:lnTo>
                    <a:pt x="2693157" y="750391"/>
                  </a:lnTo>
                  <a:lnTo>
                    <a:pt x="2726472" y="686728"/>
                  </a:lnTo>
                  <a:lnTo>
                    <a:pt x="2760036" y="626969"/>
                  </a:lnTo>
                  <a:lnTo>
                    <a:pt x="2770117" y="609894"/>
                  </a:lnTo>
                  <a:lnTo>
                    <a:pt x="2817259" y="535540"/>
                  </a:lnTo>
                  <a:lnTo>
                    <a:pt x="2865915" y="468374"/>
                  </a:lnTo>
                  <a:lnTo>
                    <a:pt x="2916784" y="408058"/>
                  </a:lnTo>
                  <a:lnTo>
                    <a:pt x="2970651" y="354007"/>
                  </a:lnTo>
                  <a:lnTo>
                    <a:pt x="3028319" y="305545"/>
                  </a:lnTo>
                  <a:lnTo>
                    <a:pt x="3090553" y="262014"/>
                  </a:lnTo>
                  <a:lnTo>
                    <a:pt x="3158000" y="222819"/>
                  </a:lnTo>
                  <a:lnTo>
                    <a:pt x="3231090" y="187470"/>
                  </a:lnTo>
                  <a:lnTo>
                    <a:pt x="3309904" y="155592"/>
                  </a:lnTo>
                  <a:lnTo>
                    <a:pt x="3394011" y="126935"/>
                  </a:lnTo>
                  <a:lnTo>
                    <a:pt x="3482296" y="101370"/>
                  </a:lnTo>
                  <a:lnTo>
                    <a:pt x="3572824" y="78873"/>
                  </a:lnTo>
                  <a:lnTo>
                    <a:pt x="3662793" y="59493"/>
                  </a:lnTo>
                  <a:lnTo>
                    <a:pt x="3748680" y="43305"/>
                  </a:lnTo>
                  <a:lnTo>
                    <a:pt x="3826610" y="30337"/>
                  </a:lnTo>
                  <a:lnTo>
                    <a:pt x="3892960" y="20516"/>
                  </a:lnTo>
                  <a:lnTo>
                    <a:pt x="3945054" y="13613"/>
                  </a:lnTo>
                  <a:lnTo>
                    <a:pt x="3981767" y="9235"/>
                  </a:lnTo>
                  <a:lnTo>
                    <a:pt x="4003861" y="6854"/>
                  </a:lnTo>
                  <a:lnTo>
                    <a:pt x="4013970" y="5865"/>
                  </a:lnTo>
                  <a:lnTo>
                    <a:pt x="4016409" y="5647"/>
                  </a:lnTo>
                  <a:lnTo>
                    <a:pt x="4538543" y="5647"/>
                  </a:lnTo>
                  <a:lnTo>
                    <a:pt x="4539742" y="5708"/>
                  </a:lnTo>
                  <a:lnTo>
                    <a:pt x="4547592" y="6148"/>
                  </a:lnTo>
                  <a:lnTo>
                    <a:pt x="4567254" y="7365"/>
                  </a:lnTo>
                  <a:lnTo>
                    <a:pt x="4602088" y="9756"/>
                  </a:lnTo>
                  <a:lnTo>
                    <a:pt x="4653356" y="13677"/>
                  </a:lnTo>
                  <a:lnTo>
                    <a:pt x="4720146" y="19398"/>
                  </a:lnTo>
                  <a:lnTo>
                    <a:pt x="4799698" y="27082"/>
                  </a:lnTo>
                  <a:lnTo>
                    <a:pt x="4888081" y="36787"/>
                  </a:lnTo>
                  <a:lnTo>
                    <a:pt x="4981017" y="48497"/>
                  </a:lnTo>
                  <a:lnTo>
                    <a:pt x="5074596" y="62163"/>
                  </a:lnTo>
                  <a:lnTo>
                    <a:pt x="5165730" y="77756"/>
                  </a:lnTo>
                  <a:lnTo>
                    <a:pt x="5252314" y="95292"/>
                  </a:lnTo>
                  <a:lnTo>
                    <a:pt x="5333177" y="114862"/>
                  </a:lnTo>
                  <a:lnTo>
                    <a:pt x="5407910" y="136635"/>
                  </a:lnTo>
                  <a:lnTo>
                    <a:pt x="5476665" y="160866"/>
                  </a:lnTo>
                  <a:lnTo>
                    <a:pt x="5539966" y="187886"/>
                  </a:lnTo>
                  <a:lnTo>
                    <a:pt x="5598564" y="218091"/>
                  </a:lnTo>
                  <a:lnTo>
                    <a:pt x="5653320" y="251915"/>
                  </a:lnTo>
                  <a:lnTo>
                    <a:pt x="5705122" y="289787"/>
                  </a:lnTo>
                  <a:lnTo>
                    <a:pt x="5754815" y="332051"/>
                  </a:lnTo>
                  <a:lnTo>
                    <a:pt x="5784835" y="360477"/>
                  </a:lnTo>
                  <a:lnTo>
                    <a:pt x="5826111" y="403034"/>
                  </a:lnTo>
                  <a:lnTo>
                    <a:pt x="5866991" y="449036"/>
                  </a:lnTo>
                  <a:lnTo>
                    <a:pt x="5907765" y="498549"/>
                  </a:lnTo>
                  <a:lnTo>
                    <a:pt x="5948654" y="551573"/>
                  </a:lnTo>
                  <a:lnTo>
                    <a:pt x="5989816" y="608026"/>
                  </a:lnTo>
                  <a:lnTo>
                    <a:pt x="6031353" y="667744"/>
                  </a:lnTo>
                  <a:lnTo>
                    <a:pt x="6073316" y="730474"/>
                  </a:lnTo>
                  <a:lnTo>
                    <a:pt x="6115711" y="795873"/>
                  </a:lnTo>
                  <a:lnTo>
                    <a:pt x="6158502" y="863518"/>
                  </a:lnTo>
                  <a:lnTo>
                    <a:pt x="6201619" y="932908"/>
                  </a:lnTo>
                  <a:lnTo>
                    <a:pt x="6244966" y="1003483"/>
                  </a:lnTo>
                  <a:lnTo>
                    <a:pt x="6288429" y="1074642"/>
                  </a:lnTo>
                  <a:lnTo>
                    <a:pt x="6331885" y="1145761"/>
                  </a:lnTo>
                  <a:lnTo>
                    <a:pt x="6375209" y="1216220"/>
                  </a:lnTo>
                  <a:lnTo>
                    <a:pt x="6418290" y="1285419"/>
                  </a:lnTo>
                  <a:lnTo>
                    <a:pt x="6461034" y="1352805"/>
                  </a:lnTo>
                  <a:lnTo>
                    <a:pt x="6503375" y="1417889"/>
                  </a:lnTo>
                  <a:lnTo>
                    <a:pt x="6545283" y="1480255"/>
                  </a:lnTo>
                  <a:lnTo>
                    <a:pt x="6586769" y="1539572"/>
                  </a:lnTo>
                  <a:lnTo>
                    <a:pt x="6627890" y="1595599"/>
                  </a:lnTo>
                  <a:lnTo>
                    <a:pt x="6668754" y="1648182"/>
                  </a:lnTo>
                  <a:lnTo>
                    <a:pt x="6709528" y="1697250"/>
                  </a:lnTo>
                  <a:lnTo>
                    <a:pt x="6750440" y="1742811"/>
                  </a:lnTo>
                  <a:lnTo>
                    <a:pt x="6786527" y="1779800"/>
                  </a:lnTo>
                  <a:lnTo>
                    <a:pt x="6835287" y="1824866"/>
                  </a:lnTo>
                  <a:lnTo>
                    <a:pt x="6885691" y="1865426"/>
                  </a:lnTo>
                  <a:lnTo>
                    <a:pt x="6938515" y="1901708"/>
                  </a:lnTo>
                  <a:lnTo>
                    <a:pt x="6994630" y="1934101"/>
                  </a:lnTo>
                  <a:lnTo>
                    <a:pt x="7054923" y="1963042"/>
                  </a:lnTo>
                  <a:lnTo>
                    <a:pt x="7120224" y="1988956"/>
                  </a:lnTo>
                  <a:lnTo>
                    <a:pt x="7191212" y="2012215"/>
                  </a:lnTo>
                  <a:lnTo>
                    <a:pt x="7268289" y="2033123"/>
                  </a:lnTo>
                  <a:lnTo>
                    <a:pt x="7351418" y="2051901"/>
                  </a:lnTo>
                  <a:lnTo>
                    <a:pt x="7439922" y="2068690"/>
                  </a:lnTo>
                  <a:lnTo>
                    <a:pt x="7532290" y="2083550"/>
                  </a:lnTo>
                  <a:lnTo>
                    <a:pt x="7626039" y="2096477"/>
                  </a:lnTo>
                  <a:lnTo>
                    <a:pt x="7717734" y="2107427"/>
                  </a:lnTo>
                  <a:lnTo>
                    <a:pt x="7803255" y="2116361"/>
                  </a:lnTo>
                  <a:lnTo>
                    <a:pt x="7878361" y="2123285"/>
                  </a:lnTo>
                  <a:lnTo>
                    <a:pt x="7939472" y="2128294"/>
                  </a:lnTo>
                  <a:lnTo>
                    <a:pt x="7984468" y="2131594"/>
                  </a:lnTo>
                  <a:lnTo>
                    <a:pt x="8013252" y="2133493"/>
                  </a:lnTo>
                  <a:lnTo>
                    <a:pt x="8027911" y="2134366"/>
                  </a:lnTo>
                  <a:lnTo>
                    <a:pt x="8032529" y="2134616"/>
                  </a:lnTo>
                  <a:lnTo>
                    <a:pt x="8032819" y="2134630"/>
                  </a:lnTo>
                  <a:lnTo>
                    <a:pt x="8554953" y="2134630"/>
                  </a:lnTo>
                  <a:lnTo>
                    <a:pt x="8554953" y="2128983"/>
                  </a:lnTo>
                  <a:lnTo>
                    <a:pt x="8032819" y="2128983"/>
                  </a:lnTo>
                  <a:lnTo>
                    <a:pt x="8031620" y="2128921"/>
                  </a:lnTo>
                  <a:lnTo>
                    <a:pt x="8023770" y="2128481"/>
                  </a:lnTo>
                  <a:lnTo>
                    <a:pt x="8004108" y="2127264"/>
                  </a:lnTo>
                  <a:lnTo>
                    <a:pt x="7969274" y="2124873"/>
                  </a:lnTo>
                  <a:lnTo>
                    <a:pt x="7918006" y="2120953"/>
                  </a:lnTo>
                  <a:lnTo>
                    <a:pt x="7851216" y="2115232"/>
                  </a:lnTo>
                  <a:lnTo>
                    <a:pt x="7771664" y="2107548"/>
                  </a:lnTo>
                  <a:lnTo>
                    <a:pt x="7683281" y="2097842"/>
                  </a:lnTo>
                  <a:lnTo>
                    <a:pt x="7590345" y="2086133"/>
                  </a:lnTo>
                  <a:lnTo>
                    <a:pt x="7496766" y="2072466"/>
                  </a:lnTo>
                  <a:lnTo>
                    <a:pt x="7405632" y="2056874"/>
                  </a:lnTo>
                  <a:lnTo>
                    <a:pt x="7319048" y="2039337"/>
                  </a:lnTo>
                  <a:lnTo>
                    <a:pt x="7238185" y="2019768"/>
                  </a:lnTo>
                  <a:lnTo>
                    <a:pt x="7163452" y="1997995"/>
                  </a:lnTo>
                  <a:lnTo>
                    <a:pt x="7094697" y="1973764"/>
                  </a:lnTo>
                  <a:lnTo>
                    <a:pt x="7031396" y="1946744"/>
                  </a:lnTo>
                  <a:lnTo>
                    <a:pt x="6972798" y="1916539"/>
                  </a:lnTo>
                  <a:lnTo>
                    <a:pt x="6918042" y="1882714"/>
                  </a:lnTo>
                  <a:lnTo>
                    <a:pt x="6866240" y="1844842"/>
                  </a:lnTo>
                  <a:lnTo>
                    <a:pt x="6816547" y="1802578"/>
                  </a:lnTo>
                  <a:lnTo>
                    <a:pt x="6786527" y="1774152"/>
                  </a:lnTo>
                  <a:lnTo>
                    <a:pt x="6745251" y="1731595"/>
                  </a:lnTo>
                  <a:lnTo>
                    <a:pt x="6704371" y="1685594"/>
                  </a:lnTo>
                  <a:lnTo>
                    <a:pt x="6663597" y="1636080"/>
                  </a:lnTo>
                  <a:lnTo>
                    <a:pt x="6622708" y="1583057"/>
                  </a:lnTo>
                  <a:lnTo>
                    <a:pt x="6581546" y="1526604"/>
                  </a:lnTo>
                  <a:lnTo>
                    <a:pt x="6540009" y="1466886"/>
                  </a:lnTo>
                  <a:lnTo>
                    <a:pt x="6498045" y="1404156"/>
                  </a:lnTo>
                  <a:lnTo>
                    <a:pt x="6455651" y="1338756"/>
                  </a:lnTo>
                  <a:lnTo>
                    <a:pt x="6412860" y="1271112"/>
                  </a:lnTo>
                  <a:lnTo>
                    <a:pt x="6369743" y="1201722"/>
                  </a:lnTo>
                  <a:lnTo>
                    <a:pt x="6326395" y="1131147"/>
                  </a:lnTo>
                  <a:lnTo>
                    <a:pt x="6282932" y="1059988"/>
                  </a:lnTo>
                  <a:lnTo>
                    <a:pt x="6239477" y="988868"/>
                  </a:lnTo>
                  <a:lnTo>
                    <a:pt x="6196153" y="918410"/>
                  </a:lnTo>
                  <a:lnTo>
                    <a:pt x="6153072" y="849211"/>
                  </a:lnTo>
                  <a:lnTo>
                    <a:pt x="6110328" y="781824"/>
                  </a:lnTo>
                  <a:lnTo>
                    <a:pt x="6067987" y="716740"/>
                  </a:lnTo>
                  <a:lnTo>
                    <a:pt x="6026079" y="654375"/>
                  </a:lnTo>
                  <a:lnTo>
                    <a:pt x="5984593" y="595057"/>
                  </a:lnTo>
                  <a:lnTo>
                    <a:pt x="5943472" y="539030"/>
                  </a:lnTo>
                  <a:lnTo>
                    <a:pt x="5902608" y="486448"/>
                  </a:lnTo>
                  <a:lnTo>
                    <a:pt x="5861834" y="437380"/>
                  </a:lnTo>
                  <a:lnTo>
                    <a:pt x="5820922" y="391819"/>
                  </a:lnTo>
                  <a:lnTo>
                    <a:pt x="5784835" y="354830"/>
                  </a:lnTo>
                  <a:lnTo>
                    <a:pt x="5736075" y="309763"/>
                  </a:lnTo>
                  <a:lnTo>
                    <a:pt x="5685671" y="269204"/>
                  </a:lnTo>
                  <a:lnTo>
                    <a:pt x="5632847" y="232921"/>
                  </a:lnTo>
                  <a:lnTo>
                    <a:pt x="5576732" y="200529"/>
                  </a:lnTo>
                  <a:lnTo>
                    <a:pt x="5516439" y="171588"/>
                  </a:lnTo>
                  <a:lnTo>
                    <a:pt x="5451138" y="145674"/>
                  </a:lnTo>
                  <a:lnTo>
                    <a:pt x="5380150" y="122415"/>
                  </a:lnTo>
                  <a:lnTo>
                    <a:pt x="5303073" y="101507"/>
                  </a:lnTo>
                  <a:lnTo>
                    <a:pt x="5219944" y="82728"/>
                  </a:lnTo>
                  <a:lnTo>
                    <a:pt x="5131440" y="65939"/>
                  </a:lnTo>
                  <a:lnTo>
                    <a:pt x="5039072" y="51079"/>
                  </a:lnTo>
                  <a:lnTo>
                    <a:pt x="4945323" y="38153"/>
                  </a:lnTo>
                  <a:lnTo>
                    <a:pt x="4853628" y="27203"/>
                  </a:lnTo>
                  <a:lnTo>
                    <a:pt x="4768107" y="18269"/>
                  </a:lnTo>
                  <a:lnTo>
                    <a:pt x="4693001" y="11345"/>
                  </a:lnTo>
                  <a:lnTo>
                    <a:pt x="4631890" y="6335"/>
                  </a:lnTo>
                  <a:lnTo>
                    <a:pt x="4586894" y="3035"/>
                  </a:lnTo>
                  <a:lnTo>
                    <a:pt x="4558110" y="1137"/>
                  </a:lnTo>
                  <a:lnTo>
                    <a:pt x="4543450" y="264"/>
                  </a:lnTo>
                  <a:lnTo>
                    <a:pt x="4538833" y="14"/>
                  </a:lnTo>
                  <a:lnTo>
                    <a:pt x="4538543" y="0"/>
                  </a:lnTo>
                  <a:lnTo>
                    <a:pt x="4016409" y="0"/>
                  </a:lnTo>
                  <a:lnTo>
                    <a:pt x="4015322" y="94"/>
                  </a:lnTo>
                  <a:lnTo>
                    <a:pt x="4008189" y="772"/>
                  </a:lnTo>
                  <a:lnTo>
                    <a:pt x="3990263" y="2645"/>
                  </a:lnTo>
                  <a:lnTo>
                    <a:pt x="3958357" y="6328"/>
                  </a:lnTo>
                  <a:lnTo>
                    <a:pt x="3911103" y="12381"/>
                  </a:lnTo>
                  <a:lnTo>
                    <a:pt x="3849046" y="21244"/>
                  </a:lnTo>
                  <a:lnTo>
                    <a:pt x="3774424" y="33200"/>
                  </a:lnTo>
                  <a:lnTo>
                    <a:pt x="3690638" y="48367"/>
                  </a:lnTo>
                  <a:lnTo>
                    <a:pt x="3601555" y="66742"/>
                  </a:lnTo>
                  <a:lnTo>
                    <a:pt x="3510862" y="88259"/>
                  </a:lnTo>
                  <a:lnTo>
                    <a:pt x="3421615" y="112854"/>
                  </a:lnTo>
                  <a:lnTo>
                    <a:pt x="3336026" y="140522"/>
                  </a:lnTo>
                  <a:lnTo>
                    <a:pt x="3255459" y="171358"/>
                  </a:lnTo>
                  <a:lnTo>
                    <a:pt x="3180542" y="205572"/>
                  </a:lnTo>
                  <a:lnTo>
                    <a:pt x="3111340" y="243500"/>
                  </a:lnTo>
                  <a:lnTo>
                    <a:pt x="3047515" y="285597"/>
                  </a:lnTo>
                  <a:lnTo>
                    <a:pt x="2988479" y="332427"/>
                  </a:lnTo>
                  <a:lnTo>
                    <a:pt x="2933494" y="384633"/>
                  </a:lnTo>
                  <a:lnTo>
                    <a:pt x="2881762" y="442893"/>
                  </a:lnTo>
                  <a:lnTo>
                    <a:pt x="2832485" y="507835"/>
                  </a:lnTo>
                  <a:lnTo>
                    <a:pt x="2784931" y="579899"/>
                  </a:lnTo>
                  <a:lnTo>
                    <a:pt x="2770117" y="604247"/>
                  </a:lnTo>
                  <a:lnTo>
                    <a:pt x="2736443" y="662863"/>
                  </a:lnTo>
                  <a:lnTo>
                    <a:pt x="2703072" y="725353"/>
                  </a:lnTo>
                  <a:lnTo>
                    <a:pt x="2669836" y="791797"/>
                  </a:lnTo>
                  <a:lnTo>
                    <a:pt x="2636599" y="862224"/>
                  </a:lnTo>
                  <a:lnTo>
                    <a:pt x="2603253" y="936607"/>
                  </a:lnTo>
                  <a:lnTo>
                    <a:pt x="2569718" y="1014861"/>
                  </a:lnTo>
                  <a:lnTo>
                    <a:pt x="2535939" y="1096834"/>
                  </a:lnTo>
                  <a:lnTo>
                    <a:pt x="2501883" y="1182311"/>
                  </a:lnTo>
                  <a:lnTo>
                    <a:pt x="2467537" y="1271007"/>
                  </a:lnTo>
                  <a:lnTo>
                    <a:pt x="2432910" y="1362575"/>
                  </a:lnTo>
                  <a:lnTo>
                    <a:pt x="2398024" y="1456604"/>
                  </a:lnTo>
                  <a:lnTo>
                    <a:pt x="2362920" y="1552631"/>
                  </a:lnTo>
                  <a:lnTo>
                    <a:pt x="2327646" y="1650145"/>
                  </a:lnTo>
                  <a:lnTo>
                    <a:pt x="2292264" y="1748602"/>
                  </a:lnTo>
                  <a:lnTo>
                    <a:pt x="2256837" y="1847433"/>
                  </a:lnTo>
                  <a:lnTo>
                    <a:pt x="2221435" y="1946061"/>
                  </a:lnTo>
                  <a:lnTo>
                    <a:pt x="2186122" y="2043914"/>
                  </a:lnTo>
                  <a:lnTo>
                    <a:pt x="2150962" y="2140440"/>
                  </a:lnTo>
                  <a:lnTo>
                    <a:pt x="2116006" y="2235115"/>
                  </a:lnTo>
                  <a:lnTo>
                    <a:pt x="2081299" y="2327463"/>
                  </a:lnTo>
                  <a:lnTo>
                    <a:pt x="2046868" y="2417054"/>
                  </a:lnTo>
                  <a:lnTo>
                    <a:pt x="2012725" y="2503523"/>
                  </a:lnTo>
                  <a:lnTo>
                    <a:pt x="1978866" y="2586567"/>
                  </a:lnTo>
                  <a:lnTo>
                    <a:pt x="1945264" y="2665948"/>
                  </a:lnTo>
                  <a:lnTo>
                    <a:pt x="1911869" y="2741497"/>
                  </a:lnTo>
                  <a:lnTo>
                    <a:pt x="1878608" y="2813108"/>
                  </a:lnTo>
                  <a:lnTo>
                    <a:pt x="1845385" y="2880739"/>
                  </a:lnTo>
                  <a:lnTo>
                    <a:pt x="1812070" y="2944402"/>
                  </a:lnTo>
                  <a:lnTo>
                    <a:pt x="1778506" y="3004161"/>
                  </a:lnTo>
                  <a:lnTo>
                    <a:pt x="1768425" y="3021236"/>
                  </a:lnTo>
                  <a:lnTo>
                    <a:pt x="1721284" y="3095590"/>
                  </a:lnTo>
                  <a:lnTo>
                    <a:pt x="1672627" y="3162756"/>
                  </a:lnTo>
                  <a:lnTo>
                    <a:pt x="1621758" y="3223072"/>
                  </a:lnTo>
                  <a:lnTo>
                    <a:pt x="1567891" y="3277123"/>
                  </a:lnTo>
                  <a:lnTo>
                    <a:pt x="1510223" y="3325585"/>
                  </a:lnTo>
                  <a:lnTo>
                    <a:pt x="1447990" y="3369116"/>
                  </a:lnTo>
                  <a:lnTo>
                    <a:pt x="1380542" y="3408311"/>
                  </a:lnTo>
                  <a:lnTo>
                    <a:pt x="1307452" y="3443660"/>
                  </a:lnTo>
                  <a:lnTo>
                    <a:pt x="1228638" y="3475538"/>
                  </a:lnTo>
                  <a:lnTo>
                    <a:pt x="1144531" y="3504195"/>
                  </a:lnTo>
                  <a:lnTo>
                    <a:pt x="1056246" y="3529760"/>
                  </a:lnTo>
                  <a:lnTo>
                    <a:pt x="965718" y="3552257"/>
                  </a:lnTo>
                  <a:lnTo>
                    <a:pt x="875749" y="3571637"/>
                  </a:lnTo>
                  <a:lnTo>
                    <a:pt x="789862" y="3587826"/>
                  </a:lnTo>
                  <a:lnTo>
                    <a:pt x="711932" y="3600793"/>
                  </a:lnTo>
                  <a:lnTo>
                    <a:pt x="645582" y="3610614"/>
                  </a:lnTo>
                  <a:lnTo>
                    <a:pt x="593489" y="3617517"/>
                  </a:lnTo>
                  <a:lnTo>
                    <a:pt x="556775" y="3621895"/>
                  </a:lnTo>
                  <a:lnTo>
                    <a:pt x="534682" y="3624276"/>
                  </a:lnTo>
                  <a:lnTo>
                    <a:pt x="524572" y="3625265"/>
                  </a:lnTo>
                  <a:lnTo>
                    <a:pt x="522133" y="3625483"/>
                  </a:lnTo>
                  <a:lnTo>
                    <a:pt x="0" y="3625483"/>
                  </a:lnTo>
                  <a:close/>
                </a:path>
              </a:pathLst>
            </a:custGeom>
            <a:solidFill>
              <a:srgbClr val="67C1B3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1266" name="pl1266"/>
            <p:cNvSpPr/>
            <p:nvPr/>
          </p:nvSpPr>
          <p:spPr>
            <a:xfrm>
              <a:off x="386606" y="553062"/>
              <a:ext cx="8554953" cy="3625483"/>
            </a:xfrm>
            <a:custGeom>
              <a:avLst/>
              <a:pathLst>
                <a:path w="8554953" h="3625483">
                  <a:moveTo>
                    <a:pt x="0" y="3625483"/>
                  </a:moveTo>
                  <a:lnTo>
                    <a:pt x="522133" y="3625483"/>
                  </a:lnTo>
                  <a:lnTo>
                    <a:pt x="523220" y="3625388"/>
                  </a:lnTo>
                  <a:lnTo>
                    <a:pt x="530353" y="3624711"/>
                  </a:lnTo>
                  <a:lnTo>
                    <a:pt x="548280" y="3622838"/>
                  </a:lnTo>
                  <a:lnTo>
                    <a:pt x="580185" y="3619155"/>
                  </a:lnTo>
                  <a:lnTo>
                    <a:pt x="627439" y="3613102"/>
                  </a:lnTo>
                  <a:lnTo>
                    <a:pt x="689496" y="3604238"/>
                  </a:lnTo>
                  <a:lnTo>
                    <a:pt x="764118" y="3592283"/>
                  </a:lnTo>
                  <a:lnTo>
                    <a:pt x="847904" y="3577116"/>
                  </a:lnTo>
                  <a:lnTo>
                    <a:pt x="936987" y="3558740"/>
                  </a:lnTo>
                  <a:lnTo>
                    <a:pt x="1027680" y="3537224"/>
                  </a:lnTo>
                  <a:lnTo>
                    <a:pt x="1116927" y="3512629"/>
                  </a:lnTo>
                  <a:lnTo>
                    <a:pt x="1202516" y="3484961"/>
                  </a:lnTo>
                  <a:lnTo>
                    <a:pt x="1283083" y="3454125"/>
                  </a:lnTo>
                  <a:lnTo>
                    <a:pt x="1358000" y="3419911"/>
                  </a:lnTo>
                  <a:lnTo>
                    <a:pt x="1427203" y="3381983"/>
                  </a:lnTo>
                  <a:lnTo>
                    <a:pt x="1491027" y="3339885"/>
                  </a:lnTo>
                  <a:lnTo>
                    <a:pt x="1550063" y="3293056"/>
                  </a:lnTo>
                  <a:lnTo>
                    <a:pt x="1605048" y="3240850"/>
                  </a:lnTo>
                  <a:lnTo>
                    <a:pt x="1656780" y="3182590"/>
                  </a:lnTo>
                  <a:lnTo>
                    <a:pt x="1706057" y="3117648"/>
                  </a:lnTo>
                  <a:lnTo>
                    <a:pt x="1753611" y="3045584"/>
                  </a:lnTo>
                  <a:lnTo>
                    <a:pt x="1768425" y="3021236"/>
                  </a:lnTo>
                  <a:lnTo>
                    <a:pt x="1802099" y="2962620"/>
                  </a:lnTo>
                  <a:lnTo>
                    <a:pt x="1835470" y="2900130"/>
                  </a:lnTo>
                  <a:lnTo>
                    <a:pt x="1868706" y="2833686"/>
                  </a:lnTo>
                  <a:lnTo>
                    <a:pt x="1901944" y="2763259"/>
                  </a:lnTo>
                  <a:lnTo>
                    <a:pt x="1935290" y="2688876"/>
                  </a:lnTo>
                  <a:lnTo>
                    <a:pt x="1968824" y="2610622"/>
                  </a:lnTo>
                  <a:lnTo>
                    <a:pt x="2002603" y="2528649"/>
                  </a:lnTo>
                  <a:lnTo>
                    <a:pt x="2036659" y="2443172"/>
                  </a:lnTo>
                  <a:lnTo>
                    <a:pt x="2071005" y="2354476"/>
                  </a:lnTo>
                  <a:lnTo>
                    <a:pt x="2105632" y="2262908"/>
                  </a:lnTo>
                  <a:lnTo>
                    <a:pt x="2140518" y="2168879"/>
                  </a:lnTo>
                  <a:lnTo>
                    <a:pt x="2175623" y="2072852"/>
                  </a:lnTo>
                  <a:lnTo>
                    <a:pt x="2210896" y="1975337"/>
                  </a:lnTo>
                  <a:lnTo>
                    <a:pt x="2246278" y="1876881"/>
                  </a:lnTo>
                  <a:lnTo>
                    <a:pt x="2281705" y="1778050"/>
                  </a:lnTo>
                  <a:lnTo>
                    <a:pt x="2317107" y="1679422"/>
                  </a:lnTo>
                  <a:lnTo>
                    <a:pt x="2352420" y="1581569"/>
                  </a:lnTo>
                  <a:lnTo>
                    <a:pt x="2387581" y="1485043"/>
                  </a:lnTo>
                  <a:lnTo>
                    <a:pt x="2422536" y="1390367"/>
                  </a:lnTo>
                  <a:lnTo>
                    <a:pt x="2457244" y="1298020"/>
                  </a:lnTo>
                  <a:lnTo>
                    <a:pt x="2491675" y="1208429"/>
                  </a:lnTo>
                  <a:lnTo>
                    <a:pt x="2525817" y="1121960"/>
                  </a:lnTo>
                  <a:lnTo>
                    <a:pt x="2559676" y="1038916"/>
                  </a:lnTo>
                  <a:lnTo>
                    <a:pt x="2593279" y="959535"/>
                  </a:lnTo>
                  <a:lnTo>
                    <a:pt x="2626674" y="883986"/>
                  </a:lnTo>
                  <a:lnTo>
                    <a:pt x="2659934" y="812375"/>
                  </a:lnTo>
                  <a:lnTo>
                    <a:pt x="2693157" y="744744"/>
                  </a:lnTo>
                  <a:lnTo>
                    <a:pt x="2726472" y="681081"/>
                  </a:lnTo>
                  <a:lnTo>
                    <a:pt x="2760036" y="621321"/>
                  </a:lnTo>
                  <a:lnTo>
                    <a:pt x="2770117" y="604247"/>
                  </a:lnTo>
                  <a:lnTo>
                    <a:pt x="2817259" y="529892"/>
                  </a:lnTo>
                  <a:lnTo>
                    <a:pt x="2865915" y="462727"/>
                  </a:lnTo>
                  <a:lnTo>
                    <a:pt x="2916784" y="402411"/>
                  </a:lnTo>
                  <a:lnTo>
                    <a:pt x="2970651" y="348360"/>
                  </a:lnTo>
                  <a:lnTo>
                    <a:pt x="3028319" y="299898"/>
                  </a:lnTo>
                  <a:lnTo>
                    <a:pt x="3090553" y="256367"/>
                  </a:lnTo>
                  <a:lnTo>
                    <a:pt x="3158000" y="217172"/>
                  </a:lnTo>
                  <a:lnTo>
                    <a:pt x="3231090" y="181823"/>
                  </a:lnTo>
                  <a:lnTo>
                    <a:pt x="3309904" y="149945"/>
                  </a:lnTo>
                  <a:lnTo>
                    <a:pt x="3394011" y="121288"/>
                  </a:lnTo>
                  <a:lnTo>
                    <a:pt x="3482296" y="95723"/>
                  </a:lnTo>
                  <a:lnTo>
                    <a:pt x="3572824" y="73226"/>
                  </a:lnTo>
                  <a:lnTo>
                    <a:pt x="3662793" y="53846"/>
                  </a:lnTo>
                  <a:lnTo>
                    <a:pt x="3748680" y="37657"/>
                  </a:lnTo>
                  <a:lnTo>
                    <a:pt x="3826610" y="24690"/>
                  </a:lnTo>
                  <a:lnTo>
                    <a:pt x="3892960" y="14869"/>
                  </a:lnTo>
                  <a:lnTo>
                    <a:pt x="3945054" y="7966"/>
                  </a:lnTo>
                  <a:lnTo>
                    <a:pt x="3981767" y="3588"/>
                  </a:lnTo>
                  <a:lnTo>
                    <a:pt x="4003861" y="1206"/>
                  </a:lnTo>
                  <a:lnTo>
                    <a:pt x="4013970" y="217"/>
                  </a:lnTo>
                  <a:lnTo>
                    <a:pt x="4016373" y="2"/>
                  </a:lnTo>
                  <a:lnTo>
                    <a:pt x="4016409" y="0"/>
                  </a:lnTo>
                  <a:lnTo>
                    <a:pt x="4538543" y="0"/>
                  </a:lnTo>
                  <a:lnTo>
                    <a:pt x="4539742" y="61"/>
                  </a:lnTo>
                  <a:lnTo>
                    <a:pt x="4547592" y="501"/>
                  </a:lnTo>
                  <a:lnTo>
                    <a:pt x="4567254" y="1718"/>
                  </a:lnTo>
                  <a:lnTo>
                    <a:pt x="4602088" y="4109"/>
                  </a:lnTo>
                  <a:lnTo>
                    <a:pt x="4653356" y="8030"/>
                  </a:lnTo>
                  <a:lnTo>
                    <a:pt x="4720146" y="13751"/>
                  </a:lnTo>
                  <a:lnTo>
                    <a:pt x="4799698" y="21435"/>
                  </a:lnTo>
                  <a:lnTo>
                    <a:pt x="4888081" y="31140"/>
                  </a:lnTo>
                  <a:lnTo>
                    <a:pt x="4981017" y="42849"/>
                  </a:lnTo>
                  <a:lnTo>
                    <a:pt x="5074596" y="56516"/>
                  </a:lnTo>
                  <a:lnTo>
                    <a:pt x="5165730" y="72109"/>
                  </a:lnTo>
                  <a:lnTo>
                    <a:pt x="5252314" y="89645"/>
                  </a:lnTo>
                  <a:lnTo>
                    <a:pt x="5333177" y="109214"/>
                  </a:lnTo>
                  <a:lnTo>
                    <a:pt x="5407910" y="130988"/>
                  </a:lnTo>
                  <a:lnTo>
                    <a:pt x="5476665" y="155219"/>
                  </a:lnTo>
                  <a:lnTo>
                    <a:pt x="5539966" y="182239"/>
                  </a:lnTo>
                  <a:lnTo>
                    <a:pt x="5598564" y="212444"/>
                  </a:lnTo>
                  <a:lnTo>
                    <a:pt x="5653320" y="246268"/>
                  </a:lnTo>
                  <a:lnTo>
                    <a:pt x="5705122" y="284140"/>
                  </a:lnTo>
                  <a:lnTo>
                    <a:pt x="5754815" y="326404"/>
                  </a:lnTo>
                  <a:lnTo>
                    <a:pt x="5784835" y="354830"/>
                  </a:lnTo>
                  <a:lnTo>
                    <a:pt x="5826111" y="397387"/>
                  </a:lnTo>
                  <a:lnTo>
                    <a:pt x="5866991" y="443389"/>
                  </a:lnTo>
                  <a:lnTo>
                    <a:pt x="5907765" y="492902"/>
                  </a:lnTo>
                  <a:lnTo>
                    <a:pt x="5948654" y="545926"/>
                  </a:lnTo>
                  <a:lnTo>
                    <a:pt x="5989816" y="602379"/>
                  </a:lnTo>
                  <a:lnTo>
                    <a:pt x="6031353" y="662097"/>
                  </a:lnTo>
                  <a:lnTo>
                    <a:pt x="6073316" y="724826"/>
                  </a:lnTo>
                  <a:lnTo>
                    <a:pt x="6115711" y="790226"/>
                  </a:lnTo>
                  <a:lnTo>
                    <a:pt x="6158502" y="857871"/>
                  </a:lnTo>
                  <a:lnTo>
                    <a:pt x="6201619" y="927260"/>
                  </a:lnTo>
                  <a:lnTo>
                    <a:pt x="6244966" y="997836"/>
                  </a:lnTo>
                  <a:lnTo>
                    <a:pt x="6288429" y="1068995"/>
                  </a:lnTo>
                  <a:lnTo>
                    <a:pt x="6331885" y="1140114"/>
                  </a:lnTo>
                  <a:lnTo>
                    <a:pt x="6375209" y="1210572"/>
                  </a:lnTo>
                  <a:lnTo>
                    <a:pt x="6418290" y="1279771"/>
                  </a:lnTo>
                  <a:lnTo>
                    <a:pt x="6461034" y="1347158"/>
                  </a:lnTo>
                  <a:lnTo>
                    <a:pt x="6503375" y="1412242"/>
                  </a:lnTo>
                  <a:lnTo>
                    <a:pt x="6545283" y="1474608"/>
                  </a:lnTo>
                  <a:lnTo>
                    <a:pt x="6586769" y="1533925"/>
                  </a:lnTo>
                  <a:lnTo>
                    <a:pt x="6627890" y="1589952"/>
                  </a:lnTo>
                  <a:lnTo>
                    <a:pt x="6668754" y="1642535"/>
                  </a:lnTo>
                  <a:lnTo>
                    <a:pt x="6709528" y="1691603"/>
                  </a:lnTo>
                  <a:lnTo>
                    <a:pt x="6750440" y="1737164"/>
                  </a:lnTo>
                  <a:lnTo>
                    <a:pt x="6786527" y="1774152"/>
                  </a:lnTo>
                  <a:lnTo>
                    <a:pt x="6835287" y="1819219"/>
                  </a:lnTo>
                  <a:lnTo>
                    <a:pt x="6885691" y="1859779"/>
                  </a:lnTo>
                  <a:lnTo>
                    <a:pt x="6938515" y="1896061"/>
                  </a:lnTo>
                  <a:lnTo>
                    <a:pt x="6994630" y="1928454"/>
                  </a:lnTo>
                  <a:lnTo>
                    <a:pt x="7054923" y="1957395"/>
                  </a:lnTo>
                  <a:lnTo>
                    <a:pt x="7120224" y="1983309"/>
                  </a:lnTo>
                  <a:lnTo>
                    <a:pt x="7191212" y="2006568"/>
                  </a:lnTo>
                  <a:lnTo>
                    <a:pt x="7268289" y="2027475"/>
                  </a:lnTo>
                  <a:lnTo>
                    <a:pt x="7351418" y="2046254"/>
                  </a:lnTo>
                  <a:lnTo>
                    <a:pt x="7439922" y="2063043"/>
                  </a:lnTo>
                  <a:lnTo>
                    <a:pt x="7532290" y="2077903"/>
                  </a:lnTo>
                  <a:lnTo>
                    <a:pt x="7626039" y="2090829"/>
                  </a:lnTo>
                  <a:lnTo>
                    <a:pt x="7717734" y="2101780"/>
                  </a:lnTo>
                  <a:lnTo>
                    <a:pt x="7803255" y="2110714"/>
                  </a:lnTo>
                  <a:lnTo>
                    <a:pt x="7878361" y="2117638"/>
                  </a:lnTo>
                  <a:lnTo>
                    <a:pt x="7939472" y="2122647"/>
                  </a:lnTo>
                  <a:lnTo>
                    <a:pt x="7984468" y="2125947"/>
                  </a:lnTo>
                  <a:lnTo>
                    <a:pt x="8013252" y="2127846"/>
                  </a:lnTo>
                  <a:lnTo>
                    <a:pt x="8027911" y="2128719"/>
                  </a:lnTo>
                  <a:lnTo>
                    <a:pt x="8032529" y="2128968"/>
                  </a:lnTo>
                  <a:lnTo>
                    <a:pt x="8032819" y="2128983"/>
                  </a:lnTo>
                  <a:lnTo>
                    <a:pt x="8554953" y="2128983"/>
                  </a:lnTo>
                  <a:lnTo>
                    <a:pt x="8554953" y="2128983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267" name="pl1267"/>
            <p:cNvSpPr/>
            <p:nvPr/>
          </p:nvSpPr>
          <p:spPr>
            <a:xfrm>
              <a:off x="386606" y="547414"/>
              <a:ext cx="8554953" cy="3625483"/>
            </a:xfrm>
            <a:custGeom>
              <a:avLst/>
              <a:pathLst>
                <a:path w="8554953" h="3625483">
                  <a:moveTo>
                    <a:pt x="8554953" y="2128983"/>
                  </a:moveTo>
                  <a:lnTo>
                    <a:pt x="8032819" y="2128983"/>
                  </a:lnTo>
                  <a:lnTo>
                    <a:pt x="8031620" y="2128921"/>
                  </a:lnTo>
                  <a:lnTo>
                    <a:pt x="8023770" y="2128481"/>
                  </a:lnTo>
                  <a:lnTo>
                    <a:pt x="8004108" y="2127264"/>
                  </a:lnTo>
                  <a:lnTo>
                    <a:pt x="7969274" y="2124873"/>
                  </a:lnTo>
                  <a:lnTo>
                    <a:pt x="7918006" y="2120953"/>
                  </a:lnTo>
                  <a:lnTo>
                    <a:pt x="7851216" y="2115232"/>
                  </a:lnTo>
                  <a:lnTo>
                    <a:pt x="7771664" y="2107548"/>
                  </a:lnTo>
                  <a:lnTo>
                    <a:pt x="7683281" y="2097842"/>
                  </a:lnTo>
                  <a:lnTo>
                    <a:pt x="7590345" y="2086133"/>
                  </a:lnTo>
                  <a:lnTo>
                    <a:pt x="7496766" y="2072466"/>
                  </a:lnTo>
                  <a:lnTo>
                    <a:pt x="7405632" y="2056874"/>
                  </a:lnTo>
                  <a:lnTo>
                    <a:pt x="7319048" y="2039337"/>
                  </a:lnTo>
                  <a:lnTo>
                    <a:pt x="7238185" y="2019768"/>
                  </a:lnTo>
                  <a:lnTo>
                    <a:pt x="7163452" y="1997995"/>
                  </a:lnTo>
                  <a:lnTo>
                    <a:pt x="7094697" y="1973764"/>
                  </a:lnTo>
                  <a:lnTo>
                    <a:pt x="7031396" y="1946744"/>
                  </a:lnTo>
                  <a:lnTo>
                    <a:pt x="6972798" y="1916539"/>
                  </a:lnTo>
                  <a:lnTo>
                    <a:pt x="6918042" y="1882714"/>
                  </a:lnTo>
                  <a:lnTo>
                    <a:pt x="6866240" y="1844842"/>
                  </a:lnTo>
                  <a:lnTo>
                    <a:pt x="6816547" y="1802578"/>
                  </a:lnTo>
                  <a:lnTo>
                    <a:pt x="6786527" y="1774152"/>
                  </a:lnTo>
                  <a:lnTo>
                    <a:pt x="6745251" y="1731595"/>
                  </a:lnTo>
                  <a:lnTo>
                    <a:pt x="6704371" y="1685594"/>
                  </a:lnTo>
                  <a:lnTo>
                    <a:pt x="6663597" y="1636080"/>
                  </a:lnTo>
                  <a:lnTo>
                    <a:pt x="6622708" y="1583057"/>
                  </a:lnTo>
                  <a:lnTo>
                    <a:pt x="6581546" y="1526604"/>
                  </a:lnTo>
                  <a:lnTo>
                    <a:pt x="6540009" y="1466886"/>
                  </a:lnTo>
                  <a:lnTo>
                    <a:pt x="6498045" y="1404156"/>
                  </a:lnTo>
                  <a:lnTo>
                    <a:pt x="6455651" y="1338756"/>
                  </a:lnTo>
                  <a:lnTo>
                    <a:pt x="6412860" y="1271112"/>
                  </a:lnTo>
                  <a:lnTo>
                    <a:pt x="6369743" y="1201722"/>
                  </a:lnTo>
                  <a:lnTo>
                    <a:pt x="6326395" y="1131147"/>
                  </a:lnTo>
                  <a:lnTo>
                    <a:pt x="6282932" y="1059988"/>
                  </a:lnTo>
                  <a:lnTo>
                    <a:pt x="6239477" y="988868"/>
                  </a:lnTo>
                  <a:lnTo>
                    <a:pt x="6196153" y="918410"/>
                  </a:lnTo>
                  <a:lnTo>
                    <a:pt x="6153072" y="849211"/>
                  </a:lnTo>
                  <a:lnTo>
                    <a:pt x="6110328" y="781824"/>
                  </a:lnTo>
                  <a:lnTo>
                    <a:pt x="6067987" y="716740"/>
                  </a:lnTo>
                  <a:lnTo>
                    <a:pt x="6026079" y="654375"/>
                  </a:lnTo>
                  <a:lnTo>
                    <a:pt x="5984593" y="595057"/>
                  </a:lnTo>
                  <a:lnTo>
                    <a:pt x="5943472" y="539030"/>
                  </a:lnTo>
                  <a:lnTo>
                    <a:pt x="5902608" y="486448"/>
                  </a:lnTo>
                  <a:lnTo>
                    <a:pt x="5861834" y="437380"/>
                  </a:lnTo>
                  <a:lnTo>
                    <a:pt x="5820922" y="391819"/>
                  </a:lnTo>
                  <a:lnTo>
                    <a:pt x="5784835" y="354830"/>
                  </a:lnTo>
                  <a:lnTo>
                    <a:pt x="5736075" y="309763"/>
                  </a:lnTo>
                  <a:lnTo>
                    <a:pt x="5685671" y="269204"/>
                  </a:lnTo>
                  <a:lnTo>
                    <a:pt x="5632847" y="232921"/>
                  </a:lnTo>
                  <a:lnTo>
                    <a:pt x="5576732" y="200529"/>
                  </a:lnTo>
                  <a:lnTo>
                    <a:pt x="5516439" y="171588"/>
                  </a:lnTo>
                  <a:lnTo>
                    <a:pt x="5451138" y="145674"/>
                  </a:lnTo>
                  <a:lnTo>
                    <a:pt x="5380150" y="122415"/>
                  </a:lnTo>
                  <a:lnTo>
                    <a:pt x="5303073" y="101507"/>
                  </a:lnTo>
                  <a:lnTo>
                    <a:pt x="5219944" y="82728"/>
                  </a:lnTo>
                  <a:lnTo>
                    <a:pt x="5131440" y="65939"/>
                  </a:lnTo>
                  <a:lnTo>
                    <a:pt x="5039072" y="51079"/>
                  </a:lnTo>
                  <a:lnTo>
                    <a:pt x="4945323" y="38153"/>
                  </a:lnTo>
                  <a:lnTo>
                    <a:pt x="4853628" y="27203"/>
                  </a:lnTo>
                  <a:lnTo>
                    <a:pt x="4768107" y="18269"/>
                  </a:lnTo>
                  <a:lnTo>
                    <a:pt x="4693001" y="11345"/>
                  </a:lnTo>
                  <a:lnTo>
                    <a:pt x="4631890" y="6335"/>
                  </a:lnTo>
                  <a:lnTo>
                    <a:pt x="4586894" y="3035"/>
                  </a:lnTo>
                  <a:lnTo>
                    <a:pt x="4558110" y="1137"/>
                  </a:lnTo>
                  <a:lnTo>
                    <a:pt x="4543450" y="264"/>
                  </a:lnTo>
                  <a:lnTo>
                    <a:pt x="4538833" y="14"/>
                  </a:lnTo>
                  <a:lnTo>
                    <a:pt x="4538543" y="0"/>
                  </a:lnTo>
                  <a:lnTo>
                    <a:pt x="4016409" y="0"/>
                  </a:lnTo>
                  <a:lnTo>
                    <a:pt x="4015322" y="94"/>
                  </a:lnTo>
                  <a:lnTo>
                    <a:pt x="4008189" y="772"/>
                  </a:lnTo>
                  <a:lnTo>
                    <a:pt x="3990263" y="2645"/>
                  </a:lnTo>
                  <a:lnTo>
                    <a:pt x="3958357" y="6328"/>
                  </a:lnTo>
                  <a:lnTo>
                    <a:pt x="3911103" y="12381"/>
                  </a:lnTo>
                  <a:lnTo>
                    <a:pt x="3849046" y="21244"/>
                  </a:lnTo>
                  <a:lnTo>
                    <a:pt x="3774424" y="33200"/>
                  </a:lnTo>
                  <a:lnTo>
                    <a:pt x="3690638" y="48367"/>
                  </a:lnTo>
                  <a:lnTo>
                    <a:pt x="3601555" y="66742"/>
                  </a:lnTo>
                  <a:lnTo>
                    <a:pt x="3510862" y="88259"/>
                  </a:lnTo>
                  <a:lnTo>
                    <a:pt x="3421615" y="112854"/>
                  </a:lnTo>
                  <a:lnTo>
                    <a:pt x="3336026" y="140522"/>
                  </a:lnTo>
                  <a:lnTo>
                    <a:pt x="3255459" y="171358"/>
                  </a:lnTo>
                  <a:lnTo>
                    <a:pt x="3180542" y="205572"/>
                  </a:lnTo>
                  <a:lnTo>
                    <a:pt x="3111340" y="243500"/>
                  </a:lnTo>
                  <a:lnTo>
                    <a:pt x="3047515" y="285597"/>
                  </a:lnTo>
                  <a:lnTo>
                    <a:pt x="2988479" y="332427"/>
                  </a:lnTo>
                  <a:lnTo>
                    <a:pt x="2933494" y="384633"/>
                  </a:lnTo>
                  <a:lnTo>
                    <a:pt x="2881762" y="442893"/>
                  </a:lnTo>
                  <a:lnTo>
                    <a:pt x="2832485" y="507835"/>
                  </a:lnTo>
                  <a:lnTo>
                    <a:pt x="2784931" y="579899"/>
                  </a:lnTo>
                  <a:lnTo>
                    <a:pt x="2770117" y="604247"/>
                  </a:lnTo>
                  <a:lnTo>
                    <a:pt x="2736443" y="662863"/>
                  </a:lnTo>
                  <a:lnTo>
                    <a:pt x="2703072" y="725353"/>
                  </a:lnTo>
                  <a:lnTo>
                    <a:pt x="2669836" y="791797"/>
                  </a:lnTo>
                  <a:lnTo>
                    <a:pt x="2636599" y="862224"/>
                  </a:lnTo>
                  <a:lnTo>
                    <a:pt x="2603253" y="936607"/>
                  </a:lnTo>
                  <a:lnTo>
                    <a:pt x="2569718" y="1014861"/>
                  </a:lnTo>
                  <a:lnTo>
                    <a:pt x="2535939" y="1096834"/>
                  </a:lnTo>
                  <a:lnTo>
                    <a:pt x="2501883" y="1182311"/>
                  </a:lnTo>
                  <a:lnTo>
                    <a:pt x="2467537" y="1271007"/>
                  </a:lnTo>
                  <a:lnTo>
                    <a:pt x="2432910" y="1362575"/>
                  </a:lnTo>
                  <a:lnTo>
                    <a:pt x="2398024" y="1456604"/>
                  </a:lnTo>
                  <a:lnTo>
                    <a:pt x="2362920" y="1552631"/>
                  </a:lnTo>
                  <a:lnTo>
                    <a:pt x="2327646" y="1650145"/>
                  </a:lnTo>
                  <a:lnTo>
                    <a:pt x="2292264" y="1748602"/>
                  </a:lnTo>
                  <a:lnTo>
                    <a:pt x="2256837" y="1847433"/>
                  </a:lnTo>
                  <a:lnTo>
                    <a:pt x="2221435" y="1946061"/>
                  </a:lnTo>
                  <a:lnTo>
                    <a:pt x="2186122" y="2043914"/>
                  </a:lnTo>
                  <a:lnTo>
                    <a:pt x="2150962" y="2140440"/>
                  </a:lnTo>
                  <a:lnTo>
                    <a:pt x="2116006" y="2235115"/>
                  </a:lnTo>
                  <a:lnTo>
                    <a:pt x="2081299" y="2327463"/>
                  </a:lnTo>
                  <a:lnTo>
                    <a:pt x="2046868" y="2417054"/>
                  </a:lnTo>
                  <a:lnTo>
                    <a:pt x="2012725" y="2503523"/>
                  </a:lnTo>
                  <a:lnTo>
                    <a:pt x="1978866" y="2586567"/>
                  </a:lnTo>
                  <a:lnTo>
                    <a:pt x="1945264" y="2665948"/>
                  </a:lnTo>
                  <a:lnTo>
                    <a:pt x="1911869" y="2741497"/>
                  </a:lnTo>
                  <a:lnTo>
                    <a:pt x="1878608" y="2813108"/>
                  </a:lnTo>
                  <a:lnTo>
                    <a:pt x="1845385" y="2880739"/>
                  </a:lnTo>
                  <a:lnTo>
                    <a:pt x="1812070" y="2944402"/>
                  </a:lnTo>
                  <a:lnTo>
                    <a:pt x="1778506" y="3004161"/>
                  </a:lnTo>
                  <a:lnTo>
                    <a:pt x="1768425" y="3021236"/>
                  </a:lnTo>
                  <a:lnTo>
                    <a:pt x="1721284" y="3095590"/>
                  </a:lnTo>
                  <a:lnTo>
                    <a:pt x="1672627" y="3162756"/>
                  </a:lnTo>
                  <a:lnTo>
                    <a:pt x="1621758" y="3223072"/>
                  </a:lnTo>
                  <a:lnTo>
                    <a:pt x="1567891" y="3277123"/>
                  </a:lnTo>
                  <a:lnTo>
                    <a:pt x="1510223" y="3325585"/>
                  </a:lnTo>
                  <a:lnTo>
                    <a:pt x="1447990" y="3369116"/>
                  </a:lnTo>
                  <a:lnTo>
                    <a:pt x="1380542" y="3408311"/>
                  </a:lnTo>
                  <a:lnTo>
                    <a:pt x="1307452" y="3443660"/>
                  </a:lnTo>
                  <a:lnTo>
                    <a:pt x="1228638" y="3475538"/>
                  </a:lnTo>
                  <a:lnTo>
                    <a:pt x="1144531" y="3504195"/>
                  </a:lnTo>
                  <a:lnTo>
                    <a:pt x="1056246" y="3529760"/>
                  </a:lnTo>
                  <a:lnTo>
                    <a:pt x="965718" y="3552257"/>
                  </a:lnTo>
                  <a:lnTo>
                    <a:pt x="875749" y="3571637"/>
                  </a:lnTo>
                  <a:lnTo>
                    <a:pt x="789862" y="3587826"/>
                  </a:lnTo>
                  <a:lnTo>
                    <a:pt x="711932" y="3600793"/>
                  </a:lnTo>
                  <a:lnTo>
                    <a:pt x="645582" y="3610614"/>
                  </a:lnTo>
                  <a:lnTo>
                    <a:pt x="593489" y="3617517"/>
                  </a:lnTo>
                  <a:lnTo>
                    <a:pt x="556775" y="3621895"/>
                  </a:lnTo>
                  <a:lnTo>
                    <a:pt x="534682" y="3624276"/>
                  </a:lnTo>
                  <a:lnTo>
                    <a:pt x="524572" y="3625265"/>
                  </a:lnTo>
                  <a:lnTo>
                    <a:pt x="522169" y="3625480"/>
                  </a:lnTo>
                  <a:lnTo>
                    <a:pt x="522133" y="3625483"/>
                  </a:lnTo>
                  <a:lnTo>
                    <a:pt x="0" y="3625483"/>
                  </a:lnTo>
                  <a:lnTo>
                    <a:pt x="0" y="3625483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268" name="pg1268"/>
            <p:cNvSpPr/>
            <p:nvPr/>
          </p:nvSpPr>
          <p:spPr>
            <a:xfrm>
              <a:off x="386606" y="699888"/>
              <a:ext cx="8554953" cy="3512540"/>
            </a:xfrm>
            <a:custGeom>
              <a:avLst/>
              <a:pathLst>
                <a:path w="8554953" h="3512540">
                  <a:moveTo>
                    <a:pt x="0" y="3484304"/>
                  </a:moveTo>
                  <a:lnTo>
                    <a:pt x="522133" y="3484304"/>
                  </a:lnTo>
                  <a:lnTo>
                    <a:pt x="523232" y="3484212"/>
                  </a:lnTo>
                  <a:lnTo>
                    <a:pt x="530444" y="3483554"/>
                  </a:lnTo>
                  <a:lnTo>
                    <a:pt x="548561" y="3481737"/>
                  </a:lnTo>
                  <a:lnTo>
                    <a:pt x="580789" y="3478162"/>
                  </a:lnTo>
                  <a:lnTo>
                    <a:pt x="628488" y="3472288"/>
                  </a:lnTo>
                  <a:lnTo>
                    <a:pt x="691074" y="3463691"/>
                  </a:lnTo>
                  <a:lnTo>
                    <a:pt x="766251" y="3452100"/>
                  </a:lnTo>
                  <a:lnTo>
                    <a:pt x="850562" y="3437403"/>
                  </a:lnTo>
                  <a:lnTo>
                    <a:pt x="940091" y="3419605"/>
                  </a:lnTo>
                  <a:lnTo>
                    <a:pt x="1031125" y="3398773"/>
                  </a:lnTo>
                  <a:lnTo>
                    <a:pt x="1120602" y="3374967"/>
                  </a:lnTo>
                  <a:lnTo>
                    <a:pt x="1206318" y="3348186"/>
                  </a:lnTo>
                  <a:lnTo>
                    <a:pt x="1286931" y="3318337"/>
                  </a:lnTo>
                  <a:lnTo>
                    <a:pt x="1361836" y="3285208"/>
                  </a:lnTo>
                  <a:lnTo>
                    <a:pt x="1430992" y="3248468"/>
                  </a:lnTo>
                  <a:lnTo>
                    <a:pt x="1494758" y="3207668"/>
                  </a:lnTo>
                  <a:lnTo>
                    <a:pt x="1553741" y="3162256"/>
                  </a:lnTo>
                  <a:lnTo>
                    <a:pt x="1608692" y="3111605"/>
                  </a:lnTo>
                  <a:lnTo>
                    <a:pt x="1660422" y="3055056"/>
                  </a:lnTo>
                  <a:lnTo>
                    <a:pt x="1709735" y="2992007"/>
                  </a:lnTo>
                  <a:lnTo>
                    <a:pt x="1757362" y="2922054"/>
                  </a:lnTo>
                  <a:lnTo>
                    <a:pt x="1768425" y="2904528"/>
                  </a:lnTo>
                  <a:lnTo>
                    <a:pt x="1802691" y="2847258"/>
                  </a:lnTo>
                  <a:lnTo>
                    <a:pt x="1836647" y="2786136"/>
                  </a:lnTo>
                  <a:lnTo>
                    <a:pt x="1870468" y="2721084"/>
                  </a:lnTo>
                  <a:lnTo>
                    <a:pt x="1904298" y="2652074"/>
                  </a:lnTo>
                  <a:lnTo>
                    <a:pt x="1938247" y="2579136"/>
                  </a:lnTo>
                  <a:lnTo>
                    <a:pt x="1972397" y="2502363"/>
                  </a:lnTo>
                  <a:lnTo>
                    <a:pt x="2006804" y="2421913"/>
                  </a:lnTo>
                  <a:lnTo>
                    <a:pt x="2041501" y="2338014"/>
                  </a:lnTo>
                  <a:lnTo>
                    <a:pt x="2076498" y="2250960"/>
                  </a:lnTo>
                  <a:lnTo>
                    <a:pt x="2111784" y="2161114"/>
                  </a:lnTo>
                  <a:lnTo>
                    <a:pt x="2147332" y="2068900"/>
                  </a:lnTo>
                  <a:lnTo>
                    <a:pt x="2183097" y="1974796"/>
                  </a:lnTo>
                  <a:lnTo>
                    <a:pt x="2219024" y="1879326"/>
                  </a:lnTo>
                  <a:lnTo>
                    <a:pt x="2255049" y="1783049"/>
                  </a:lnTo>
                  <a:lnTo>
                    <a:pt x="2291102" y="1686542"/>
                  </a:lnTo>
                  <a:lnTo>
                    <a:pt x="2327112" y="1590387"/>
                  </a:lnTo>
                  <a:lnTo>
                    <a:pt x="2363010" y="1495161"/>
                  </a:lnTo>
                  <a:lnTo>
                    <a:pt x="2398733" y="1401413"/>
                  </a:lnTo>
                  <a:lnTo>
                    <a:pt x="2434229" y="1309661"/>
                  </a:lnTo>
                  <a:lnTo>
                    <a:pt x="2469455" y="1220371"/>
                  </a:lnTo>
                  <a:lnTo>
                    <a:pt x="2504389" y="1133955"/>
                  </a:lnTo>
                  <a:lnTo>
                    <a:pt x="2539024" y="1050761"/>
                  </a:lnTo>
                  <a:lnTo>
                    <a:pt x="2573374" y="971071"/>
                  </a:lnTo>
                  <a:lnTo>
                    <a:pt x="2607476" y="895097"/>
                  </a:lnTo>
                  <a:lnTo>
                    <a:pt x="2641391" y="822982"/>
                  </a:lnTo>
                  <a:lnTo>
                    <a:pt x="2675209" y="754807"/>
                  </a:lnTo>
                  <a:lnTo>
                    <a:pt x="2709046" y="690588"/>
                  </a:lnTo>
                  <a:lnTo>
                    <a:pt x="2743051" y="630288"/>
                  </a:lnTo>
                  <a:lnTo>
                    <a:pt x="2770117" y="585423"/>
                  </a:lnTo>
                  <a:lnTo>
                    <a:pt x="2817441" y="513821"/>
                  </a:lnTo>
                  <a:lnTo>
                    <a:pt x="2866293" y="449169"/>
                  </a:lnTo>
                  <a:lnTo>
                    <a:pt x="2917382" y="391135"/>
                  </a:lnTo>
                  <a:lnTo>
                    <a:pt x="2971500" y="339151"/>
                  </a:lnTo>
                  <a:lnTo>
                    <a:pt x="3029460" y="292562"/>
                  </a:lnTo>
                  <a:lnTo>
                    <a:pt x="3092035" y="250727"/>
                  </a:lnTo>
                  <a:lnTo>
                    <a:pt x="3159876" y="213073"/>
                  </a:lnTo>
                  <a:lnTo>
                    <a:pt x="3233410" y="179126"/>
                  </a:lnTo>
                  <a:lnTo>
                    <a:pt x="3312706" y="148526"/>
                  </a:lnTo>
                  <a:lnTo>
                    <a:pt x="3397309" y="121034"/>
                  </a:lnTo>
                  <a:lnTo>
                    <a:pt x="3486064" y="96529"/>
                  </a:lnTo>
                  <a:lnTo>
                    <a:pt x="3576976" y="74991"/>
                  </a:lnTo>
                  <a:lnTo>
                    <a:pt x="3667177" y="56470"/>
                  </a:lnTo>
                  <a:lnTo>
                    <a:pt x="3753074" y="41037"/>
                  </a:lnTo>
                  <a:lnTo>
                    <a:pt x="3830747" y="28719"/>
                  </a:lnTo>
                  <a:lnTo>
                    <a:pt x="3896566" y="19433"/>
                  </a:lnTo>
                  <a:lnTo>
                    <a:pt x="3947901" y="12950"/>
                  </a:lnTo>
                  <a:lnTo>
                    <a:pt x="3983730" y="8878"/>
                  </a:lnTo>
                  <a:lnTo>
                    <a:pt x="4004953" y="6698"/>
                  </a:lnTo>
                  <a:lnTo>
                    <a:pt x="4014361" y="5821"/>
                  </a:lnTo>
                  <a:lnTo>
                    <a:pt x="4016409" y="5647"/>
                  </a:lnTo>
                  <a:lnTo>
                    <a:pt x="4538543" y="5647"/>
                  </a:lnTo>
                  <a:lnTo>
                    <a:pt x="4539640" y="5739"/>
                  </a:lnTo>
                  <a:lnTo>
                    <a:pt x="4546837" y="6401"/>
                  </a:lnTo>
                  <a:lnTo>
                    <a:pt x="4564917" y="8229"/>
                  </a:lnTo>
                  <a:lnTo>
                    <a:pt x="4597084" y="11825"/>
                  </a:lnTo>
                  <a:lnTo>
                    <a:pt x="4644698" y="17734"/>
                  </a:lnTo>
                  <a:lnTo>
                    <a:pt x="4707183" y="26383"/>
                  </a:lnTo>
                  <a:lnTo>
                    <a:pt x="4782254" y="38045"/>
                  </a:lnTo>
                  <a:lnTo>
                    <a:pt x="4866465" y="52834"/>
                  </a:lnTo>
                  <a:lnTo>
                    <a:pt x="4955910" y="70744"/>
                  </a:lnTo>
                  <a:lnTo>
                    <a:pt x="5046879" y="91709"/>
                  </a:lnTo>
                  <a:lnTo>
                    <a:pt x="5136312" y="115669"/>
                  </a:lnTo>
                  <a:lnTo>
                    <a:pt x="5222004" y="142622"/>
                  </a:lnTo>
                  <a:lnTo>
                    <a:pt x="5302609" y="172663"/>
                  </a:lnTo>
                  <a:lnTo>
                    <a:pt x="5377516" y="206003"/>
                  </a:lnTo>
                  <a:lnTo>
                    <a:pt x="5446681" y="242974"/>
                  </a:lnTo>
                  <a:lnTo>
                    <a:pt x="5510458" y="284027"/>
                  </a:lnTo>
                  <a:lnTo>
                    <a:pt x="5569451" y="329715"/>
                  </a:lnTo>
                  <a:lnTo>
                    <a:pt x="5624409" y="380669"/>
                  </a:lnTo>
                  <a:lnTo>
                    <a:pt x="5676139" y="437552"/>
                  </a:lnTo>
                  <a:lnTo>
                    <a:pt x="5725444" y="500970"/>
                  </a:lnTo>
                  <a:lnTo>
                    <a:pt x="5773058" y="571336"/>
                  </a:lnTo>
                  <a:lnTo>
                    <a:pt x="5784835" y="590129"/>
                  </a:lnTo>
                  <a:lnTo>
                    <a:pt x="5818985" y="647660"/>
                  </a:lnTo>
                  <a:lnTo>
                    <a:pt x="5852826" y="709049"/>
                  </a:lnTo>
                  <a:lnTo>
                    <a:pt x="5886533" y="774372"/>
                  </a:lnTo>
                  <a:lnTo>
                    <a:pt x="5920246" y="843658"/>
                  </a:lnTo>
                  <a:lnTo>
                    <a:pt x="5954077" y="916877"/>
                  </a:lnTo>
                  <a:lnTo>
                    <a:pt x="5988106" y="993939"/>
                  </a:lnTo>
                  <a:lnTo>
                    <a:pt x="6022391" y="1074686"/>
                  </a:lnTo>
                  <a:lnTo>
                    <a:pt x="6056962" y="1158894"/>
                  </a:lnTo>
                  <a:lnTo>
                    <a:pt x="6091831" y="1246268"/>
                  </a:lnTo>
                  <a:lnTo>
                    <a:pt x="6126988" y="1336451"/>
                  </a:lnTo>
                  <a:lnTo>
                    <a:pt x="6162406" y="1429020"/>
                  </a:lnTo>
                  <a:lnTo>
                    <a:pt x="6198042" y="1523500"/>
                  </a:lnTo>
                  <a:lnTo>
                    <a:pt x="6233841" y="1619370"/>
                  </a:lnTo>
                  <a:lnTo>
                    <a:pt x="6269740" y="1716074"/>
                  </a:lnTo>
                  <a:lnTo>
                    <a:pt x="6305671" y="1813036"/>
                  </a:lnTo>
                  <a:lnTo>
                    <a:pt x="6341562" y="1909674"/>
                  </a:lnTo>
                  <a:lnTo>
                    <a:pt x="6377346" y="2005414"/>
                  </a:lnTo>
                  <a:lnTo>
                    <a:pt x="6412960" y="2099704"/>
                  </a:lnTo>
                  <a:lnTo>
                    <a:pt x="6448350" y="2192028"/>
                  </a:lnTo>
                  <a:lnTo>
                    <a:pt x="6483475" y="2281914"/>
                  </a:lnTo>
                  <a:lnTo>
                    <a:pt x="6518311" y="2368948"/>
                  </a:lnTo>
                  <a:lnTo>
                    <a:pt x="6552849" y="2452779"/>
                  </a:lnTo>
                  <a:lnTo>
                    <a:pt x="6587103" y="2533121"/>
                  </a:lnTo>
                  <a:lnTo>
                    <a:pt x="6621107" y="2609756"/>
                  </a:lnTo>
                  <a:lnTo>
                    <a:pt x="6654919" y="2682535"/>
                  </a:lnTo>
                  <a:lnTo>
                    <a:pt x="6688626" y="2751375"/>
                  </a:lnTo>
                  <a:lnTo>
                    <a:pt x="6722340" y="2816253"/>
                  </a:lnTo>
                  <a:lnTo>
                    <a:pt x="6756207" y="2877201"/>
                  </a:lnTo>
                  <a:lnTo>
                    <a:pt x="6786527" y="2928058"/>
                  </a:lnTo>
                  <a:lnTo>
                    <a:pt x="6833816" y="3000191"/>
                  </a:lnTo>
                  <a:lnTo>
                    <a:pt x="6882631" y="3065329"/>
                  </a:lnTo>
                  <a:lnTo>
                    <a:pt x="6933678" y="3123802"/>
                  </a:lnTo>
                  <a:lnTo>
                    <a:pt x="6987748" y="3176185"/>
                  </a:lnTo>
                  <a:lnTo>
                    <a:pt x="7045652" y="3223135"/>
                  </a:lnTo>
                  <a:lnTo>
                    <a:pt x="7108162" y="3265297"/>
                  </a:lnTo>
                  <a:lnTo>
                    <a:pt x="7175928" y="3303248"/>
                  </a:lnTo>
                  <a:lnTo>
                    <a:pt x="7249377" y="3337464"/>
                  </a:lnTo>
                  <a:lnTo>
                    <a:pt x="7328582" y="3368310"/>
                  </a:lnTo>
                  <a:lnTo>
                    <a:pt x="7413090" y="3396026"/>
                  </a:lnTo>
                  <a:lnTo>
                    <a:pt x="7501756" y="3420735"/>
                  </a:lnTo>
                  <a:lnTo>
                    <a:pt x="7592595" y="3442457"/>
                  </a:lnTo>
                  <a:lnTo>
                    <a:pt x="7682752" y="3461142"/>
                  </a:lnTo>
                  <a:lnTo>
                    <a:pt x="7768648" y="3476720"/>
                  </a:lnTo>
                  <a:lnTo>
                    <a:pt x="7846372" y="3489163"/>
                  </a:lnTo>
                  <a:lnTo>
                    <a:pt x="7912293" y="3498550"/>
                  </a:lnTo>
                  <a:lnTo>
                    <a:pt x="7963773" y="3505113"/>
                  </a:lnTo>
                  <a:lnTo>
                    <a:pt x="7999771" y="3509242"/>
                  </a:lnTo>
                  <a:lnTo>
                    <a:pt x="8021159" y="3511460"/>
                  </a:lnTo>
                  <a:lnTo>
                    <a:pt x="8030699" y="3512358"/>
                  </a:lnTo>
                  <a:lnTo>
                    <a:pt x="8032819" y="3512540"/>
                  </a:lnTo>
                  <a:lnTo>
                    <a:pt x="8554953" y="3512540"/>
                  </a:lnTo>
                  <a:lnTo>
                    <a:pt x="8554953" y="3506893"/>
                  </a:lnTo>
                  <a:lnTo>
                    <a:pt x="8032819" y="3506893"/>
                  </a:lnTo>
                  <a:lnTo>
                    <a:pt x="8031722" y="3506800"/>
                  </a:lnTo>
                  <a:lnTo>
                    <a:pt x="8024525" y="3506139"/>
                  </a:lnTo>
                  <a:lnTo>
                    <a:pt x="8006445" y="3504310"/>
                  </a:lnTo>
                  <a:lnTo>
                    <a:pt x="7974278" y="3500714"/>
                  </a:lnTo>
                  <a:lnTo>
                    <a:pt x="7926664" y="3494806"/>
                  </a:lnTo>
                  <a:lnTo>
                    <a:pt x="7864179" y="3486156"/>
                  </a:lnTo>
                  <a:lnTo>
                    <a:pt x="7789108" y="3474495"/>
                  </a:lnTo>
                  <a:lnTo>
                    <a:pt x="7704897" y="3459706"/>
                  </a:lnTo>
                  <a:lnTo>
                    <a:pt x="7615452" y="3441796"/>
                  </a:lnTo>
                  <a:lnTo>
                    <a:pt x="7524483" y="3420831"/>
                  </a:lnTo>
                  <a:lnTo>
                    <a:pt x="7435050" y="3396871"/>
                  </a:lnTo>
                  <a:lnTo>
                    <a:pt x="7349358" y="3369918"/>
                  </a:lnTo>
                  <a:lnTo>
                    <a:pt x="7268753" y="3339877"/>
                  </a:lnTo>
                  <a:lnTo>
                    <a:pt x="7193846" y="3306537"/>
                  </a:lnTo>
                  <a:lnTo>
                    <a:pt x="7124680" y="3269565"/>
                  </a:lnTo>
                  <a:lnTo>
                    <a:pt x="7060904" y="3228513"/>
                  </a:lnTo>
                  <a:lnTo>
                    <a:pt x="7001911" y="3182825"/>
                  </a:lnTo>
                  <a:lnTo>
                    <a:pt x="6946953" y="3131870"/>
                  </a:lnTo>
                  <a:lnTo>
                    <a:pt x="6895223" y="3074987"/>
                  </a:lnTo>
                  <a:lnTo>
                    <a:pt x="6845918" y="3011569"/>
                  </a:lnTo>
                  <a:lnTo>
                    <a:pt x="6798304" y="2941204"/>
                  </a:lnTo>
                  <a:lnTo>
                    <a:pt x="6786527" y="2922411"/>
                  </a:lnTo>
                  <a:lnTo>
                    <a:pt x="6752377" y="2864879"/>
                  </a:lnTo>
                  <a:lnTo>
                    <a:pt x="6718536" y="2803491"/>
                  </a:lnTo>
                  <a:lnTo>
                    <a:pt x="6684829" y="2738168"/>
                  </a:lnTo>
                  <a:lnTo>
                    <a:pt x="6651115" y="2668881"/>
                  </a:lnTo>
                  <a:lnTo>
                    <a:pt x="6617285" y="2595662"/>
                  </a:lnTo>
                  <a:lnTo>
                    <a:pt x="6583256" y="2518600"/>
                  </a:lnTo>
                  <a:lnTo>
                    <a:pt x="6548971" y="2437853"/>
                  </a:lnTo>
                  <a:lnTo>
                    <a:pt x="6514400" y="2353646"/>
                  </a:lnTo>
                  <a:lnTo>
                    <a:pt x="6479531" y="2266271"/>
                  </a:lnTo>
                  <a:lnTo>
                    <a:pt x="6444374" y="2176089"/>
                  </a:lnTo>
                  <a:lnTo>
                    <a:pt x="6408956" y="2083519"/>
                  </a:lnTo>
                  <a:lnTo>
                    <a:pt x="6373320" y="1989039"/>
                  </a:lnTo>
                  <a:lnTo>
                    <a:pt x="6337521" y="1893169"/>
                  </a:lnTo>
                  <a:lnTo>
                    <a:pt x="6301622" y="1796466"/>
                  </a:lnTo>
                  <a:lnTo>
                    <a:pt x="6265691" y="1699504"/>
                  </a:lnTo>
                  <a:lnTo>
                    <a:pt x="6229800" y="1602865"/>
                  </a:lnTo>
                  <a:lnTo>
                    <a:pt x="6194016" y="1507125"/>
                  </a:lnTo>
                  <a:lnTo>
                    <a:pt x="6158402" y="1412835"/>
                  </a:lnTo>
                  <a:lnTo>
                    <a:pt x="6123012" y="1320512"/>
                  </a:lnTo>
                  <a:lnTo>
                    <a:pt x="6087886" y="1230626"/>
                  </a:lnTo>
                  <a:lnTo>
                    <a:pt x="6053051" y="1143591"/>
                  </a:lnTo>
                  <a:lnTo>
                    <a:pt x="6018513" y="1059760"/>
                  </a:lnTo>
                  <a:lnTo>
                    <a:pt x="5984259" y="979419"/>
                  </a:lnTo>
                  <a:lnTo>
                    <a:pt x="5950255" y="902784"/>
                  </a:lnTo>
                  <a:lnTo>
                    <a:pt x="5916443" y="830004"/>
                  </a:lnTo>
                  <a:lnTo>
                    <a:pt x="5882736" y="761164"/>
                  </a:lnTo>
                  <a:lnTo>
                    <a:pt x="5849022" y="696287"/>
                  </a:lnTo>
                  <a:lnTo>
                    <a:pt x="5815155" y="635338"/>
                  </a:lnTo>
                  <a:lnTo>
                    <a:pt x="5784835" y="584482"/>
                  </a:lnTo>
                  <a:lnTo>
                    <a:pt x="5737546" y="512348"/>
                  </a:lnTo>
                  <a:lnTo>
                    <a:pt x="5688731" y="447211"/>
                  </a:lnTo>
                  <a:lnTo>
                    <a:pt x="5637684" y="388737"/>
                  </a:lnTo>
                  <a:lnTo>
                    <a:pt x="5583614" y="336354"/>
                  </a:lnTo>
                  <a:lnTo>
                    <a:pt x="5525710" y="289404"/>
                  </a:lnTo>
                  <a:lnTo>
                    <a:pt x="5463200" y="247242"/>
                  </a:lnTo>
                  <a:lnTo>
                    <a:pt x="5395434" y="209292"/>
                  </a:lnTo>
                  <a:lnTo>
                    <a:pt x="5321985" y="175075"/>
                  </a:lnTo>
                  <a:lnTo>
                    <a:pt x="5242780" y="144229"/>
                  </a:lnTo>
                  <a:lnTo>
                    <a:pt x="5158272" y="116513"/>
                  </a:lnTo>
                  <a:lnTo>
                    <a:pt x="5069606" y="91804"/>
                  </a:lnTo>
                  <a:lnTo>
                    <a:pt x="4978767" y="70082"/>
                  </a:lnTo>
                  <a:lnTo>
                    <a:pt x="4888610" y="51397"/>
                  </a:lnTo>
                  <a:lnTo>
                    <a:pt x="4802714" y="35819"/>
                  </a:lnTo>
                  <a:lnTo>
                    <a:pt x="4724990" y="23377"/>
                  </a:lnTo>
                  <a:lnTo>
                    <a:pt x="4659069" y="13989"/>
                  </a:lnTo>
                  <a:lnTo>
                    <a:pt x="4607589" y="7427"/>
                  </a:lnTo>
                  <a:lnTo>
                    <a:pt x="4571591" y="3297"/>
                  </a:lnTo>
                  <a:lnTo>
                    <a:pt x="4550203" y="1080"/>
                  </a:lnTo>
                  <a:lnTo>
                    <a:pt x="4540662" y="182"/>
                  </a:lnTo>
                  <a:lnTo>
                    <a:pt x="4538543" y="0"/>
                  </a:lnTo>
                  <a:lnTo>
                    <a:pt x="4016409" y="0"/>
                  </a:lnTo>
                  <a:lnTo>
                    <a:pt x="4015310" y="92"/>
                  </a:lnTo>
                  <a:lnTo>
                    <a:pt x="4008098" y="749"/>
                  </a:lnTo>
                  <a:lnTo>
                    <a:pt x="3989981" y="2567"/>
                  </a:lnTo>
                  <a:lnTo>
                    <a:pt x="3957753" y="6142"/>
                  </a:lnTo>
                  <a:lnTo>
                    <a:pt x="3910054" y="12015"/>
                  </a:lnTo>
                  <a:lnTo>
                    <a:pt x="3847468" y="20612"/>
                  </a:lnTo>
                  <a:lnTo>
                    <a:pt x="3772291" y="32203"/>
                  </a:lnTo>
                  <a:lnTo>
                    <a:pt x="3687980" y="46901"/>
                  </a:lnTo>
                  <a:lnTo>
                    <a:pt x="3598451" y="64698"/>
                  </a:lnTo>
                  <a:lnTo>
                    <a:pt x="3507417" y="85530"/>
                  </a:lnTo>
                  <a:lnTo>
                    <a:pt x="3417940" y="109337"/>
                  </a:lnTo>
                  <a:lnTo>
                    <a:pt x="3332224" y="136117"/>
                  </a:lnTo>
                  <a:lnTo>
                    <a:pt x="3251611" y="165967"/>
                  </a:lnTo>
                  <a:lnTo>
                    <a:pt x="3176706" y="199096"/>
                  </a:lnTo>
                  <a:lnTo>
                    <a:pt x="3107550" y="235836"/>
                  </a:lnTo>
                  <a:lnTo>
                    <a:pt x="3043784" y="276636"/>
                  </a:lnTo>
                  <a:lnTo>
                    <a:pt x="2984802" y="322047"/>
                  </a:lnTo>
                  <a:lnTo>
                    <a:pt x="2929850" y="372699"/>
                  </a:lnTo>
                  <a:lnTo>
                    <a:pt x="2878120" y="429248"/>
                  </a:lnTo>
                  <a:lnTo>
                    <a:pt x="2828808" y="492296"/>
                  </a:lnTo>
                  <a:lnTo>
                    <a:pt x="2781180" y="562249"/>
                  </a:lnTo>
                  <a:lnTo>
                    <a:pt x="2770117" y="579776"/>
                  </a:lnTo>
                  <a:lnTo>
                    <a:pt x="2735851" y="637046"/>
                  </a:lnTo>
                  <a:lnTo>
                    <a:pt x="2701895" y="698167"/>
                  </a:lnTo>
                  <a:lnTo>
                    <a:pt x="2668074" y="763220"/>
                  </a:lnTo>
                  <a:lnTo>
                    <a:pt x="2634244" y="832230"/>
                  </a:lnTo>
                  <a:lnTo>
                    <a:pt x="2600296" y="905168"/>
                  </a:lnTo>
                  <a:lnTo>
                    <a:pt x="2566146" y="981941"/>
                  </a:lnTo>
                  <a:lnTo>
                    <a:pt x="2531738" y="1062390"/>
                  </a:lnTo>
                  <a:lnTo>
                    <a:pt x="2497041" y="1146290"/>
                  </a:lnTo>
                  <a:lnTo>
                    <a:pt x="2462044" y="1233343"/>
                  </a:lnTo>
                  <a:lnTo>
                    <a:pt x="2426758" y="1323190"/>
                  </a:lnTo>
                  <a:lnTo>
                    <a:pt x="2391211" y="1415404"/>
                  </a:lnTo>
                  <a:lnTo>
                    <a:pt x="2355446" y="1509508"/>
                  </a:lnTo>
                  <a:lnTo>
                    <a:pt x="2319518" y="1604977"/>
                  </a:lnTo>
                  <a:lnTo>
                    <a:pt x="2283493" y="1701254"/>
                  </a:lnTo>
                  <a:lnTo>
                    <a:pt x="2247440" y="1797762"/>
                  </a:lnTo>
                  <a:lnTo>
                    <a:pt x="2211430" y="1893916"/>
                  </a:lnTo>
                  <a:lnTo>
                    <a:pt x="2175532" y="1989143"/>
                  </a:lnTo>
                  <a:lnTo>
                    <a:pt x="2139809" y="2082890"/>
                  </a:lnTo>
                  <a:lnTo>
                    <a:pt x="2104314" y="2174643"/>
                  </a:lnTo>
                  <a:lnTo>
                    <a:pt x="2069087" y="2263933"/>
                  </a:lnTo>
                  <a:lnTo>
                    <a:pt x="2034153" y="2350349"/>
                  </a:lnTo>
                  <a:lnTo>
                    <a:pt x="1999518" y="2433543"/>
                  </a:lnTo>
                  <a:lnTo>
                    <a:pt x="1965169" y="2513233"/>
                  </a:lnTo>
                  <a:lnTo>
                    <a:pt x="1931067" y="2589207"/>
                  </a:lnTo>
                  <a:lnTo>
                    <a:pt x="1897151" y="2661321"/>
                  </a:lnTo>
                  <a:lnTo>
                    <a:pt x="1863333" y="2729497"/>
                  </a:lnTo>
                  <a:lnTo>
                    <a:pt x="1829496" y="2793715"/>
                  </a:lnTo>
                  <a:lnTo>
                    <a:pt x="1795491" y="2854016"/>
                  </a:lnTo>
                  <a:lnTo>
                    <a:pt x="1768425" y="2898881"/>
                  </a:lnTo>
                  <a:lnTo>
                    <a:pt x="1721101" y="2970482"/>
                  </a:lnTo>
                  <a:lnTo>
                    <a:pt x="1672249" y="3035135"/>
                  </a:lnTo>
                  <a:lnTo>
                    <a:pt x="1621160" y="3093168"/>
                  </a:lnTo>
                  <a:lnTo>
                    <a:pt x="1567043" y="3145152"/>
                  </a:lnTo>
                  <a:lnTo>
                    <a:pt x="1509082" y="3191742"/>
                  </a:lnTo>
                  <a:lnTo>
                    <a:pt x="1446507" y="3233577"/>
                  </a:lnTo>
                  <a:lnTo>
                    <a:pt x="1378667" y="3271231"/>
                  </a:lnTo>
                  <a:lnTo>
                    <a:pt x="1305132" y="3305178"/>
                  </a:lnTo>
                  <a:lnTo>
                    <a:pt x="1225836" y="3335778"/>
                  </a:lnTo>
                  <a:lnTo>
                    <a:pt x="1141233" y="3363269"/>
                  </a:lnTo>
                  <a:lnTo>
                    <a:pt x="1052478" y="3387775"/>
                  </a:lnTo>
                  <a:lnTo>
                    <a:pt x="961566" y="3409313"/>
                  </a:lnTo>
                  <a:lnTo>
                    <a:pt x="871365" y="3427833"/>
                  </a:lnTo>
                  <a:lnTo>
                    <a:pt x="785468" y="3443266"/>
                  </a:lnTo>
                  <a:lnTo>
                    <a:pt x="707795" y="3455585"/>
                  </a:lnTo>
                  <a:lnTo>
                    <a:pt x="641976" y="3464870"/>
                  </a:lnTo>
                  <a:lnTo>
                    <a:pt x="590641" y="3471354"/>
                  </a:lnTo>
                  <a:lnTo>
                    <a:pt x="554812" y="3475426"/>
                  </a:lnTo>
                  <a:lnTo>
                    <a:pt x="533589" y="3477605"/>
                  </a:lnTo>
                  <a:lnTo>
                    <a:pt x="524181" y="3478482"/>
                  </a:lnTo>
                  <a:lnTo>
                    <a:pt x="522133" y="3478657"/>
                  </a:lnTo>
                  <a:lnTo>
                    <a:pt x="0" y="3478657"/>
                  </a:lnTo>
                  <a:close/>
                </a:path>
              </a:pathLst>
            </a:custGeom>
            <a:solidFill>
              <a:srgbClr val="67C1B3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1269" name="pl1269"/>
            <p:cNvSpPr/>
            <p:nvPr/>
          </p:nvSpPr>
          <p:spPr>
            <a:xfrm>
              <a:off x="386606" y="705535"/>
              <a:ext cx="8554953" cy="3506893"/>
            </a:xfrm>
            <a:custGeom>
              <a:avLst/>
              <a:pathLst>
                <a:path w="8554953" h="3506893">
                  <a:moveTo>
                    <a:pt x="0" y="3478657"/>
                  </a:moveTo>
                  <a:lnTo>
                    <a:pt x="522133" y="3478657"/>
                  </a:lnTo>
                  <a:lnTo>
                    <a:pt x="523232" y="3478565"/>
                  </a:lnTo>
                  <a:lnTo>
                    <a:pt x="530444" y="3477907"/>
                  </a:lnTo>
                  <a:lnTo>
                    <a:pt x="548561" y="3476089"/>
                  </a:lnTo>
                  <a:lnTo>
                    <a:pt x="580789" y="3472514"/>
                  </a:lnTo>
                  <a:lnTo>
                    <a:pt x="628488" y="3466641"/>
                  </a:lnTo>
                  <a:lnTo>
                    <a:pt x="691074" y="3458044"/>
                  </a:lnTo>
                  <a:lnTo>
                    <a:pt x="766251" y="3446453"/>
                  </a:lnTo>
                  <a:lnTo>
                    <a:pt x="850562" y="3431756"/>
                  </a:lnTo>
                  <a:lnTo>
                    <a:pt x="940091" y="3413958"/>
                  </a:lnTo>
                  <a:lnTo>
                    <a:pt x="1031125" y="3393126"/>
                  </a:lnTo>
                  <a:lnTo>
                    <a:pt x="1120602" y="3369320"/>
                  </a:lnTo>
                  <a:lnTo>
                    <a:pt x="1206318" y="3342539"/>
                  </a:lnTo>
                  <a:lnTo>
                    <a:pt x="1286931" y="3312690"/>
                  </a:lnTo>
                  <a:lnTo>
                    <a:pt x="1361836" y="3279561"/>
                  </a:lnTo>
                  <a:lnTo>
                    <a:pt x="1430992" y="3242821"/>
                  </a:lnTo>
                  <a:lnTo>
                    <a:pt x="1494758" y="3202021"/>
                  </a:lnTo>
                  <a:lnTo>
                    <a:pt x="1553741" y="3156609"/>
                  </a:lnTo>
                  <a:lnTo>
                    <a:pt x="1608692" y="3105958"/>
                  </a:lnTo>
                  <a:lnTo>
                    <a:pt x="1660422" y="3049409"/>
                  </a:lnTo>
                  <a:lnTo>
                    <a:pt x="1709735" y="2986360"/>
                  </a:lnTo>
                  <a:lnTo>
                    <a:pt x="1757362" y="2916407"/>
                  </a:lnTo>
                  <a:lnTo>
                    <a:pt x="1768425" y="2898881"/>
                  </a:lnTo>
                  <a:lnTo>
                    <a:pt x="1802691" y="2841611"/>
                  </a:lnTo>
                  <a:lnTo>
                    <a:pt x="1836647" y="2780489"/>
                  </a:lnTo>
                  <a:lnTo>
                    <a:pt x="1870468" y="2715437"/>
                  </a:lnTo>
                  <a:lnTo>
                    <a:pt x="1904298" y="2646426"/>
                  </a:lnTo>
                  <a:lnTo>
                    <a:pt x="1938247" y="2573489"/>
                  </a:lnTo>
                  <a:lnTo>
                    <a:pt x="1972397" y="2496716"/>
                  </a:lnTo>
                  <a:lnTo>
                    <a:pt x="2006804" y="2416266"/>
                  </a:lnTo>
                  <a:lnTo>
                    <a:pt x="2041501" y="2332367"/>
                  </a:lnTo>
                  <a:lnTo>
                    <a:pt x="2076498" y="2245313"/>
                  </a:lnTo>
                  <a:lnTo>
                    <a:pt x="2111784" y="2155467"/>
                  </a:lnTo>
                  <a:lnTo>
                    <a:pt x="2147332" y="2063252"/>
                  </a:lnTo>
                  <a:lnTo>
                    <a:pt x="2183097" y="1969149"/>
                  </a:lnTo>
                  <a:lnTo>
                    <a:pt x="2219024" y="1873679"/>
                  </a:lnTo>
                  <a:lnTo>
                    <a:pt x="2255049" y="1777402"/>
                  </a:lnTo>
                  <a:lnTo>
                    <a:pt x="2291102" y="1680894"/>
                  </a:lnTo>
                  <a:lnTo>
                    <a:pt x="2327112" y="1584740"/>
                  </a:lnTo>
                  <a:lnTo>
                    <a:pt x="2363010" y="1489513"/>
                  </a:lnTo>
                  <a:lnTo>
                    <a:pt x="2398733" y="1395766"/>
                  </a:lnTo>
                  <a:lnTo>
                    <a:pt x="2434229" y="1304013"/>
                  </a:lnTo>
                  <a:lnTo>
                    <a:pt x="2469455" y="1214723"/>
                  </a:lnTo>
                  <a:lnTo>
                    <a:pt x="2504389" y="1128307"/>
                  </a:lnTo>
                  <a:lnTo>
                    <a:pt x="2539024" y="1045114"/>
                  </a:lnTo>
                  <a:lnTo>
                    <a:pt x="2573374" y="965424"/>
                  </a:lnTo>
                  <a:lnTo>
                    <a:pt x="2607476" y="889449"/>
                  </a:lnTo>
                  <a:lnTo>
                    <a:pt x="2641391" y="817335"/>
                  </a:lnTo>
                  <a:lnTo>
                    <a:pt x="2675209" y="749160"/>
                  </a:lnTo>
                  <a:lnTo>
                    <a:pt x="2709046" y="684941"/>
                  </a:lnTo>
                  <a:lnTo>
                    <a:pt x="2743051" y="624640"/>
                  </a:lnTo>
                  <a:lnTo>
                    <a:pt x="2770117" y="579776"/>
                  </a:lnTo>
                  <a:lnTo>
                    <a:pt x="2817441" y="508174"/>
                  </a:lnTo>
                  <a:lnTo>
                    <a:pt x="2866293" y="443521"/>
                  </a:lnTo>
                  <a:lnTo>
                    <a:pt x="2917382" y="385488"/>
                  </a:lnTo>
                  <a:lnTo>
                    <a:pt x="2971500" y="333504"/>
                  </a:lnTo>
                  <a:lnTo>
                    <a:pt x="3029460" y="286914"/>
                  </a:lnTo>
                  <a:lnTo>
                    <a:pt x="3092035" y="245079"/>
                  </a:lnTo>
                  <a:lnTo>
                    <a:pt x="3159876" y="207426"/>
                  </a:lnTo>
                  <a:lnTo>
                    <a:pt x="3233410" y="173479"/>
                  </a:lnTo>
                  <a:lnTo>
                    <a:pt x="3312706" y="142879"/>
                  </a:lnTo>
                  <a:lnTo>
                    <a:pt x="3397309" y="115387"/>
                  </a:lnTo>
                  <a:lnTo>
                    <a:pt x="3486064" y="90882"/>
                  </a:lnTo>
                  <a:lnTo>
                    <a:pt x="3576976" y="69344"/>
                  </a:lnTo>
                  <a:lnTo>
                    <a:pt x="3667177" y="50823"/>
                  </a:lnTo>
                  <a:lnTo>
                    <a:pt x="3753074" y="35390"/>
                  </a:lnTo>
                  <a:lnTo>
                    <a:pt x="3830747" y="23071"/>
                  </a:lnTo>
                  <a:lnTo>
                    <a:pt x="3896566" y="13786"/>
                  </a:lnTo>
                  <a:lnTo>
                    <a:pt x="3947901" y="7303"/>
                  </a:lnTo>
                  <a:lnTo>
                    <a:pt x="3983730" y="3231"/>
                  </a:lnTo>
                  <a:lnTo>
                    <a:pt x="4004953" y="1051"/>
                  </a:lnTo>
                  <a:lnTo>
                    <a:pt x="4014361" y="174"/>
                  </a:lnTo>
                  <a:lnTo>
                    <a:pt x="4016394" y="1"/>
                  </a:lnTo>
                  <a:lnTo>
                    <a:pt x="4016409" y="0"/>
                  </a:lnTo>
                  <a:lnTo>
                    <a:pt x="4538543" y="0"/>
                  </a:lnTo>
                  <a:lnTo>
                    <a:pt x="4539640" y="92"/>
                  </a:lnTo>
                  <a:lnTo>
                    <a:pt x="4546837" y="754"/>
                  </a:lnTo>
                  <a:lnTo>
                    <a:pt x="4564917" y="2582"/>
                  </a:lnTo>
                  <a:lnTo>
                    <a:pt x="4597084" y="6178"/>
                  </a:lnTo>
                  <a:lnTo>
                    <a:pt x="4644698" y="12087"/>
                  </a:lnTo>
                  <a:lnTo>
                    <a:pt x="4707183" y="20736"/>
                  </a:lnTo>
                  <a:lnTo>
                    <a:pt x="4782254" y="32398"/>
                  </a:lnTo>
                  <a:lnTo>
                    <a:pt x="4866465" y="47186"/>
                  </a:lnTo>
                  <a:lnTo>
                    <a:pt x="4955910" y="65097"/>
                  </a:lnTo>
                  <a:lnTo>
                    <a:pt x="5046879" y="86062"/>
                  </a:lnTo>
                  <a:lnTo>
                    <a:pt x="5136312" y="110021"/>
                  </a:lnTo>
                  <a:lnTo>
                    <a:pt x="5222004" y="136974"/>
                  </a:lnTo>
                  <a:lnTo>
                    <a:pt x="5302609" y="167016"/>
                  </a:lnTo>
                  <a:lnTo>
                    <a:pt x="5377516" y="200356"/>
                  </a:lnTo>
                  <a:lnTo>
                    <a:pt x="5446681" y="237327"/>
                  </a:lnTo>
                  <a:lnTo>
                    <a:pt x="5510458" y="278380"/>
                  </a:lnTo>
                  <a:lnTo>
                    <a:pt x="5569451" y="324067"/>
                  </a:lnTo>
                  <a:lnTo>
                    <a:pt x="5624409" y="375022"/>
                  </a:lnTo>
                  <a:lnTo>
                    <a:pt x="5676139" y="431905"/>
                  </a:lnTo>
                  <a:lnTo>
                    <a:pt x="5725444" y="495323"/>
                  </a:lnTo>
                  <a:lnTo>
                    <a:pt x="5773058" y="565689"/>
                  </a:lnTo>
                  <a:lnTo>
                    <a:pt x="5784835" y="584482"/>
                  </a:lnTo>
                  <a:lnTo>
                    <a:pt x="5818985" y="642013"/>
                  </a:lnTo>
                  <a:lnTo>
                    <a:pt x="5852826" y="703401"/>
                  </a:lnTo>
                  <a:lnTo>
                    <a:pt x="5886533" y="768725"/>
                  </a:lnTo>
                  <a:lnTo>
                    <a:pt x="5920246" y="838011"/>
                  </a:lnTo>
                  <a:lnTo>
                    <a:pt x="5954077" y="911230"/>
                  </a:lnTo>
                  <a:lnTo>
                    <a:pt x="5988106" y="988292"/>
                  </a:lnTo>
                  <a:lnTo>
                    <a:pt x="6022391" y="1069039"/>
                  </a:lnTo>
                  <a:lnTo>
                    <a:pt x="6056962" y="1153246"/>
                  </a:lnTo>
                  <a:lnTo>
                    <a:pt x="6091831" y="1240621"/>
                  </a:lnTo>
                  <a:lnTo>
                    <a:pt x="6126988" y="1330804"/>
                  </a:lnTo>
                  <a:lnTo>
                    <a:pt x="6162406" y="1423373"/>
                  </a:lnTo>
                  <a:lnTo>
                    <a:pt x="6198042" y="1517853"/>
                  </a:lnTo>
                  <a:lnTo>
                    <a:pt x="6233841" y="1613723"/>
                  </a:lnTo>
                  <a:lnTo>
                    <a:pt x="6269740" y="1710427"/>
                  </a:lnTo>
                  <a:lnTo>
                    <a:pt x="6305671" y="1807389"/>
                  </a:lnTo>
                  <a:lnTo>
                    <a:pt x="6341562" y="1904027"/>
                  </a:lnTo>
                  <a:lnTo>
                    <a:pt x="6377346" y="1999767"/>
                  </a:lnTo>
                  <a:lnTo>
                    <a:pt x="6412960" y="2094057"/>
                  </a:lnTo>
                  <a:lnTo>
                    <a:pt x="6448350" y="2186380"/>
                  </a:lnTo>
                  <a:lnTo>
                    <a:pt x="6483475" y="2276267"/>
                  </a:lnTo>
                  <a:lnTo>
                    <a:pt x="6518311" y="2363301"/>
                  </a:lnTo>
                  <a:lnTo>
                    <a:pt x="6552849" y="2447132"/>
                  </a:lnTo>
                  <a:lnTo>
                    <a:pt x="6587103" y="2527474"/>
                  </a:lnTo>
                  <a:lnTo>
                    <a:pt x="6621107" y="2604109"/>
                  </a:lnTo>
                  <a:lnTo>
                    <a:pt x="6654919" y="2676888"/>
                  </a:lnTo>
                  <a:lnTo>
                    <a:pt x="6688626" y="2745728"/>
                  </a:lnTo>
                  <a:lnTo>
                    <a:pt x="6722340" y="2810606"/>
                  </a:lnTo>
                  <a:lnTo>
                    <a:pt x="6756207" y="2871554"/>
                  </a:lnTo>
                  <a:lnTo>
                    <a:pt x="6786527" y="2922411"/>
                  </a:lnTo>
                  <a:lnTo>
                    <a:pt x="6833816" y="2994544"/>
                  </a:lnTo>
                  <a:lnTo>
                    <a:pt x="6882631" y="3059682"/>
                  </a:lnTo>
                  <a:lnTo>
                    <a:pt x="6933678" y="3118155"/>
                  </a:lnTo>
                  <a:lnTo>
                    <a:pt x="6987748" y="3170538"/>
                  </a:lnTo>
                  <a:lnTo>
                    <a:pt x="7045652" y="3217488"/>
                  </a:lnTo>
                  <a:lnTo>
                    <a:pt x="7108162" y="3259650"/>
                  </a:lnTo>
                  <a:lnTo>
                    <a:pt x="7175928" y="3297600"/>
                  </a:lnTo>
                  <a:lnTo>
                    <a:pt x="7249377" y="3331817"/>
                  </a:lnTo>
                  <a:lnTo>
                    <a:pt x="7328582" y="3362663"/>
                  </a:lnTo>
                  <a:lnTo>
                    <a:pt x="7413090" y="3390379"/>
                  </a:lnTo>
                  <a:lnTo>
                    <a:pt x="7501756" y="3415088"/>
                  </a:lnTo>
                  <a:lnTo>
                    <a:pt x="7592595" y="3436810"/>
                  </a:lnTo>
                  <a:lnTo>
                    <a:pt x="7682752" y="3455495"/>
                  </a:lnTo>
                  <a:lnTo>
                    <a:pt x="7768648" y="3471073"/>
                  </a:lnTo>
                  <a:lnTo>
                    <a:pt x="7846372" y="3483516"/>
                  </a:lnTo>
                  <a:lnTo>
                    <a:pt x="7912293" y="3492903"/>
                  </a:lnTo>
                  <a:lnTo>
                    <a:pt x="7963773" y="3499466"/>
                  </a:lnTo>
                  <a:lnTo>
                    <a:pt x="7999771" y="3503595"/>
                  </a:lnTo>
                  <a:lnTo>
                    <a:pt x="8021159" y="3505813"/>
                  </a:lnTo>
                  <a:lnTo>
                    <a:pt x="8030699" y="3506710"/>
                  </a:lnTo>
                  <a:lnTo>
                    <a:pt x="8032801" y="3506891"/>
                  </a:lnTo>
                  <a:lnTo>
                    <a:pt x="8032819" y="3506893"/>
                  </a:lnTo>
                  <a:lnTo>
                    <a:pt x="8554953" y="3506893"/>
                  </a:lnTo>
                  <a:lnTo>
                    <a:pt x="8554953" y="3506893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270" name="pl1270"/>
            <p:cNvSpPr/>
            <p:nvPr/>
          </p:nvSpPr>
          <p:spPr>
            <a:xfrm>
              <a:off x="386606" y="699888"/>
              <a:ext cx="8554953" cy="3506893"/>
            </a:xfrm>
            <a:custGeom>
              <a:avLst/>
              <a:pathLst>
                <a:path w="8554953" h="3506893">
                  <a:moveTo>
                    <a:pt x="8554953" y="3506893"/>
                  </a:moveTo>
                  <a:lnTo>
                    <a:pt x="8032819" y="3506893"/>
                  </a:lnTo>
                  <a:lnTo>
                    <a:pt x="8031722" y="3506800"/>
                  </a:lnTo>
                  <a:lnTo>
                    <a:pt x="8024525" y="3506139"/>
                  </a:lnTo>
                  <a:lnTo>
                    <a:pt x="8006445" y="3504310"/>
                  </a:lnTo>
                  <a:lnTo>
                    <a:pt x="7974278" y="3500714"/>
                  </a:lnTo>
                  <a:lnTo>
                    <a:pt x="7926664" y="3494806"/>
                  </a:lnTo>
                  <a:lnTo>
                    <a:pt x="7864179" y="3486156"/>
                  </a:lnTo>
                  <a:lnTo>
                    <a:pt x="7789108" y="3474495"/>
                  </a:lnTo>
                  <a:lnTo>
                    <a:pt x="7704897" y="3459706"/>
                  </a:lnTo>
                  <a:lnTo>
                    <a:pt x="7615452" y="3441796"/>
                  </a:lnTo>
                  <a:lnTo>
                    <a:pt x="7524483" y="3420831"/>
                  </a:lnTo>
                  <a:lnTo>
                    <a:pt x="7435050" y="3396871"/>
                  </a:lnTo>
                  <a:lnTo>
                    <a:pt x="7349358" y="3369918"/>
                  </a:lnTo>
                  <a:lnTo>
                    <a:pt x="7268753" y="3339877"/>
                  </a:lnTo>
                  <a:lnTo>
                    <a:pt x="7193846" y="3306537"/>
                  </a:lnTo>
                  <a:lnTo>
                    <a:pt x="7124680" y="3269565"/>
                  </a:lnTo>
                  <a:lnTo>
                    <a:pt x="7060904" y="3228513"/>
                  </a:lnTo>
                  <a:lnTo>
                    <a:pt x="7001911" y="3182825"/>
                  </a:lnTo>
                  <a:lnTo>
                    <a:pt x="6946953" y="3131870"/>
                  </a:lnTo>
                  <a:lnTo>
                    <a:pt x="6895223" y="3074987"/>
                  </a:lnTo>
                  <a:lnTo>
                    <a:pt x="6845918" y="3011569"/>
                  </a:lnTo>
                  <a:lnTo>
                    <a:pt x="6798304" y="2941204"/>
                  </a:lnTo>
                  <a:lnTo>
                    <a:pt x="6786527" y="2922411"/>
                  </a:lnTo>
                  <a:lnTo>
                    <a:pt x="6752377" y="2864879"/>
                  </a:lnTo>
                  <a:lnTo>
                    <a:pt x="6718536" y="2803491"/>
                  </a:lnTo>
                  <a:lnTo>
                    <a:pt x="6684829" y="2738168"/>
                  </a:lnTo>
                  <a:lnTo>
                    <a:pt x="6651115" y="2668881"/>
                  </a:lnTo>
                  <a:lnTo>
                    <a:pt x="6617285" y="2595662"/>
                  </a:lnTo>
                  <a:lnTo>
                    <a:pt x="6583256" y="2518600"/>
                  </a:lnTo>
                  <a:lnTo>
                    <a:pt x="6548971" y="2437853"/>
                  </a:lnTo>
                  <a:lnTo>
                    <a:pt x="6514400" y="2353646"/>
                  </a:lnTo>
                  <a:lnTo>
                    <a:pt x="6479531" y="2266271"/>
                  </a:lnTo>
                  <a:lnTo>
                    <a:pt x="6444374" y="2176089"/>
                  </a:lnTo>
                  <a:lnTo>
                    <a:pt x="6408956" y="2083519"/>
                  </a:lnTo>
                  <a:lnTo>
                    <a:pt x="6373320" y="1989039"/>
                  </a:lnTo>
                  <a:lnTo>
                    <a:pt x="6337521" y="1893169"/>
                  </a:lnTo>
                  <a:lnTo>
                    <a:pt x="6301622" y="1796466"/>
                  </a:lnTo>
                  <a:lnTo>
                    <a:pt x="6265691" y="1699504"/>
                  </a:lnTo>
                  <a:lnTo>
                    <a:pt x="6229800" y="1602865"/>
                  </a:lnTo>
                  <a:lnTo>
                    <a:pt x="6194016" y="1507125"/>
                  </a:lnTo>
                  <a:lnTo>
                    <a:pt x="6158402" y="1412835"/>
                  </a:lnTo>
                  <a:lnTo>
                    <a:pt x="6123012" y="1320512"/>
                  </a:lnTo>
                  <a:lnTo>
                    <a:pt x="6087886" y="1230626"/>
                  </a:lnTo>
                  <a:lnTo>
                    <a:pt x="6053051" y="1143591"/>
                  </a:lnTo>
                  <a:lnTo>
                    <a:pt x="6018513" y="1059760"/>
                  </a:lnTo>
                  <a:lnTo>
                    <a:pt x="5984259" y="979419"/>
                  </a:lnTo>
                  <a:lnTo>
                    <a:pt x="5950255" y="902784"/>
                  </a:lnTo>
                  <a:lnTo>
                    <a:pt x="5916443" y="830004"/>
                  </a:lnTo>
                  <a:lnTo>
                    <a:pt x="5882736" y="761164"/>
                  </a:lnTo>
                  <a:lnTo>
                    <a:pt x="5849022" y="696287"/>
                  </a:lnTo>
                  <a:lnTo>
                    <a:pt x="5815155" y="635338"/>
                  </a:lnTo>
                  <a:lnTo>
                    <a:pt x="5784835" y="584482"/>
                  </a:lnTo>
                  <a:lnTo>
                    <a:pt x="5737546" y="512348"/>
                  </a:lnTo>
                  <a:lnTo>
                    <a:pt x="5688731" y="447211"/>
                  </a:lnTo>
                  <a:lnTo>
                    <a:pt x="5637684" y="388737"/>
                  </a:lnTo>
                  <a:lnTo>
                    <a:pt x="5583614" y="336354"/>
                  </a:lnTo>
                  <a:lnTo>
                    <a:pt x="5525710" y="289404"/>
                  </a:lnTo>
                  <a:lnTo>
                    <a:pt x="5463200" y="247242"/>
                  </a:lnTo>
                  <a:lnTo>
                    <a:pt x="5395434" y="209292"/>
                  </a:lnTo>
                  <a:lnTo>
                    <a:pt x="5321985" y="175075"/>
                  </a:lnTo>
                  <a:lnTo>
                    <a:pt x="5242780" y="144229"/>
                  </a:lnTo>
                  <a:lnTo>
                    <a:pt x="5158272" y="116513"/>
                  </a:lnTo>
                  <a:lnTo>
                    <a:pt x="5069606" y="91804"/>
                  </a:lnTo>
                  <a:lnTo>
                    <a:pt x="4978767" y="70082"/>
                  </a:lnTo>
                  <a:lnTo>
                    <a:pt x="4888610" y="51397"/>
                  </a:lnTo>
                  <a:lnTo>
                    <a:pt x="4802714" y="35819"/>
                  </a:lnTo>
                  <a:lnTo>
                    <a:pt x="4724990" y="23377"/>
                  </a:lnTo>
                  <a:lnTo>
                    <a:pt x="4659069" y="13989"/>
                  </a:lnTo>
                  <a:lnTo>
                    <a:pt x="4607589" y="7427"/>
                  </a:lnTo>
                  <a:lnTo>
                    <a:pt x="4571591" y="3297"/>
                  </a:lnTo>
                  <a:lnTo>
                    <a:pt x="4550203" y="1080"/>
                  </a:lnTo>
                  <a:lnTo>
                    <a:pt x="4540662" y="182"/>
                  </a:lnTo>
                  <a:lnTo>
                    <a:pt x="4538561" y="1"/>
                  </a:lnTo>
                  <a:lnTo>
                    <a:pt x="4538543" y="0"/>
                  </a:lnTo>
                  <a:lnTo>
                    <a:pt x="4016409" y="0"/>
                  </a:lnTo>
                  <a:lnTo>
                    <a:pt x="4015310" y="92"/>
                  </a:lnTo>
                  <a:lnTo>
                    <a:pt x="4008098" y="749"/>
                  </a:lnTo>
                  <a:lnTo>
                    <a:pt x="3989981" y="2567"/>
                  </a:lnTo>
                  <a:lnTo>
                    <a:pt x="3957753" y="6142"/>
                  </a:lnTo>
                  <a:lnTo>
                    <a:pt x="3910054" y="12015"/>
                  </a:lnTo>
                  <a:lnTo>
                    <a:pt x="3847468" y="20612"/>
                  </a:lnTo>
                  <a:lnTo>
                    <a:pt x="3772291" y="32203"/>
                  </a:lnTo>
                  <a:lnTo>
                    <a:pt x="3687980" y="46901"/>
                  </a:lnTo>
                  <a:lnTo>
                    <a:pt x="3598451" y="64698"/>
                  </a:lnTo>
                  <a:lnTo>
                    <a:pt x="3507417" y="85530"/>
                  </a:lnTo>
                  <a:lnTo>
                    <a:pt x="3417940" y="109337"/>
                  </a:lnTo>
                  <a:lnTo>
                    <a:pt x="3332224" y="136117"/>
                  </a:lnTo>
                  <a:lnTo>
                    <a:pt x="3251611" y="165967"/>
                  </a:lnTo>
                  <a:lnTo>
                    <a:pt x="3176706" y="199096"/>
                  </a:lnTo>
                  <a:lnTo>
                    <a:pt x="3107550" y="235836"/>
                  </a:lnTo>
                  <a:lnTo>
                    <a:pt x="3043784" y="276636"/>
                  </a:lnTo>
                  <a:lnTo>
                    <a:pt x="2984802" y="322047"/>
                  </a:lnTo>
                  <a:lnTo>
                    <a:pt x="2929850" y="372699"/>
                  </a:lnTo>
                  <a:lnTo>
                    <a:pt x="2878120" y="429248"/>
                  </a:lnTo>
                  <a:lnTo>
                    <a:pt x="2828808" y="492296"/>
                  </a:lnTo>
                  <a:lnTo>
                    <a:pt x="2781180" y="562249"/>
                  </a:lnTo>
                  <a:lnTo>
                    <a:pt x="2770117" y="579776"/>
                  </a:lnTo>
                  <a:lnTo>
                    <a:pt x="2735851" y="637046"/>
                  </a:lnTo>
                  <a:lnTo>
                    <a:pt x="2701895" y="698167"/>
                  </a:lnTo>
                  <a:lnTo>
                    <a:pt x="2668074" y="763220"/>
                  </a:lnTo>
                  <a:lnTo>
                    <a:pt x="2634244" y="832230"/>
                  </a:lnTo>
                  <a:lnTo>
                    <a:pt x="2600296" y="905168"/>
                  </a:lnTo>
                  <a:lnTo>
                    <a:pt x="2566146" y="981941"/>
                  </a:lnTo>
                  <a:lnTo>
                    <a:pt x="2531738" y="1062390"/>
                  </a:lnTo>
                  <a:lnTo>
                    <a:pt x="2497041" y="1146290"/>
                  </a:lnTo>
                  <a:lnTo>
                    <a:pt x="2462044" y="1233343"/>
                  </a:lnTo>
                  <a:lnTo>
                    <a:pt x="2426758" y="1323190"/>
                  </a:lnTo>
                  <a:lnTo>
                    <a:pt x="2391211" y="1415404"/>
                  </a:lnTo>
                  <a:lnTo>
                    <a:pt x="2355446" y="1509508"/>
                  </a:lnTo>
                  <a:lnTo>
                    <a:pt x="2319518" y="1604977"/>
                  </a:lnTo>
                  <a:lnTo>
                    <a:pt x="2283493" y="1701254"/>
                  </a:lnTo>
                  <a:lnTo>
                    <a:pt x="2247440" y="1797762"/>
                  </a:lnTo>
                  <a:lnTo>
                    <a:pt x="2211430" y="1893916"/>
                  </a:lnTo>
                  <a:lnTo>
                    <a:pt x="2175532" y="1989143"/>
                  </a:lnTo>
                  <a:lnTo>
                    <a:pt x="2139809" y="2082890"/>
                  </a:lnTo>
                  <a:lnTo>
                    <a:pt x="2104314" y="2174643"/>
                  </a:lnTo>
                  <a:lnTo>
                    <a:pt x="2069087" y="2263933"/>
                  </a:lnTo>
                  <a:lnTo>
                    <a:pt x="2034153" y="2350349"/>
                  </a:lnTo>
                  <a:lnTo>
                    <a:pt x="1999518" y="2433543"/>
                  </a:lnTo>
                  <a:lnTo>
                    <a:pt x="1965169" y="2513233"/>
                  </a:lnTo>
                  <a:lnTo>
                    <a:pt x="1931067" y="2589207"/>
                  </a:lnTo>
                  <a:lnTo>
                    <a:pt x="1897151" y="2661321"/>
                  </a:lnTo>
                  <a:lnTo>
                    <a:pt x="1863333" y="2729497"/>
                  </a:lnTo>
                  <a:lnTo>
                    <a:pt x="1829496" y="2793715"/>
                  </a:lnTo>
                  <a:lnTo>
                    <a:pt x="1795491" y="2854016"/>
                  </a:lnTo>
                  <a:lnTo>
                    <a:pt x="1768425" y="2898881"/>
                  </a:lnTo>
                  <a:lnTo>
                    <a:pt x="1721101" y="2970482"/>
                  </a:lnTo>
                  <a:lnTo>
                    <a:pt x="1672249" y="3035135"/>
                  </a:lnTo>
                  <a:lnTo>
                    <a:pt x="1621160" y="3093168"/>
                  </a:lnTo>
                  <a:lnTo>
                    <a:pt x="1567043" y="3145152"/>
                  </a:lnTo>
                  <a:lnTo>
                    <a:pt x="1509082" y="3191742"/>
                  </a:lnTo>
                  <a:lnTo>
                    <a:pt x="1446507" y="3233577"/>
                  </a:lnTo>
                  <a:lnTo>
                    <a:pt x="1378667" y="3271231"/>
                  </a:lnTo>
                  <a:lnTo>
                    <a:pt x="1305132" y="3305178"/>
                  </a:lnTo>
                  <a:lnTo>
                    <a:pt x="1225836" y="3335778"/>
                  </a:lnTo>
                  <a:lnTo>
                    <a:pt x="1141233" y="3363269"/>
                  </a:lnTo>
                  <a:lnTo>
                    <a:pt x="1052478" y="3387775"/>
                  </a:lnTo>
                  <a:lnTo>
                    <a:pt x="961566" y="3409313"/>
                  </a:lnTo>
                  <a:lnTo>
                    <a:pt x="871365" y="3427833"/>
                  </a:lnTo>
                  <a:lnTo>
                    <a:pt x="785468" y="3443266"/>
                  </a:lnTo>
                  <a:lnTo>
                    <a:pt x="707795" y="3455585"/>
                  </a:lnTo>
                  <a:lnTo>
                    <a:pt x="641976" y="3464870"/>
                  </a:lnTo>
                  <a:lnTo>
                    <a:pt x="590641" y="3471354"/>
                  </a:lnTo>
                  <a:lnTo>
                    <a:pt x="554812" y="3475426"/>
                  </a:lnTo>
                  <a:lnTo>
                    <a:pt x="533589" y="3477605"/>
                  </a:lnTo>
                  <a:lnTo>
                    <a:pt x="524181" y="3478482"/>
                  </a:lnTo>
                  <a:lnTo>
                    <a:pt x="522148" y="3478656"/>
                  </a:lnTo>
                  <a:lnTo>
                    <a:pt x="522133" y="3478657"/>
                  </a:lnTo>
                  <a:lnTo>
                    <a:pt x="0" y="3478657"/>
                  </a:lnTo>
                  <a:lnTo>
                    <a:pt x="0" y="3478657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271" name="pg1271"/>
            <p:cNvSpPr/>
            <p:nvPr/>
          </p:nvSpPr>
          <p:spPr>
            <a:xfrm>
              <a:off x="386606" y="801537"/>
              <a:ext cx="8554953" cy="5020335"/>
            </a:xfrm>
            <a:custGeom>
              <a:avLst/>
              <a:pathLst>
                <a:path w="8554953" h="5020335">
                  <a:moveTo>
                    <a:pt x="0" y="3388302"/>
                  </a:moveTo>
                  <a:lnTo>
                    <a:pt x="522133" y="3388302"/>
                  </a:lnTo>
                  <a:lnTo>
                    <a:pt x="523240" y="3388212"/>
                  </a:lnTo>
                  <a:lnTo>
                    <a:pt x="530503" y="3387568"/>
                  </a:lnTo>
                  <a:lnTo>
                    <a:pt x="548743" y="3385787"/>
                  </a:lnTo>
                  <a:lnTo>
                    <a:pt x="581179" y="3382285"/>
                  </a:lnTo>
                  <a:lnTo>
                    <a:pt x="629164" y="3376533"/>
                  </a:lnTo>
                  <a:lnTo>
                    <a:pt x="692089" y="3368115"/>
                  </a:lnTo>
                  <a:lnTo>
                    <a:pt x="767623" y="3356769"/>
                  </a:lnTo>
                  <a:lnTo>
                    <a:pt x="852270" y="3342387"/>
                  </a:lnTo>
                  <a:lnTo>
                    <a:pt x="942084" y="3324976"/>
                  </a:lnTo>
                  <a:lnTo>
                    <a:pt x="1033334" y="3304602"/>
                  </a:lnTo>
                  <a:lnTo>
                    <a:pt x="1122956" y="3281322"/>
                  </a:lnTo>
                  <a:lnTo>
                    <a:pt x="1208752" y="3255136"/>
                  </a:lnTo>
                  <a:lnTo>
                    <a:pt x="1289392" y="3225946"/>
                  </a:lnTo>
                  <a:lnTo>
                    <a:pt x="1364288" y="3193542"/>
                  </a:lnTo>
                  <a:lnTo>
                    <a:pt x="1433414" y="3157597"/>
                  </a:lnTo>
                  <a:lnTo>
                    <a:pt x="1497141" y="3117667"/>
                  </a:lnTo>
                  <a:lnTo>
                    <a:pt x="1556091" y="3073208"/>
                  </a:lnTo>
                  <a:lnTo>
                    <a:pt x="1611022" y="3023602"/>
                  </a:lnTo>
                  <a:lnTo>
                    <a:pt x="1662752" y="2968206"/>
                  </a:lnTo>
                  <a:lnTo>
                    <a:pt x="1712088" y="2906435"/>
                  </a:lnTo>
                  <a:lnTo>
                    <a:pt x="1759765" y="2837907"/>
                  </a:lnTo>
                  <a:lnTo>
                    <a:pt x="1768425" y="2824526"/>
                  </a:lnTo>
                  <a:lnTo>
                    <a:pt x="1803094" y="2768157"/>
                  </a:lnTo>
                  <a:lnTo>
                    <a:pt x="1837447" y="2707952"/>
                  </a:lnTo>
                  <a:lnTo>
                    <a:pt x="1871666" y="2643833"/>
                  </a:lnTo>
                  <a:lnTo>
                    <a:pt x="1905898" y="2575774"/>
                  </a:lnTo>
                  <a:lnTo>
                    <a:pt x="1940257" y="2503809"/>
                  </a:lnTo>
                  <a:lnTo>
                    <a:pt x="1974825" y="2428033"/>
                  </a:lnTo>
                  <a:lnTo>
                    <a:pt x="2009661" y="2348610"/>
                  </a:lnTo>
                  <a:lnTo>
                    <a:pt x="2044795" y="2265775"/>
                  </a:lnTo>
                  <a:lnTo>
                    <a:pt x="2080235" y="2179832"/>
                  </a:lnTo>
                  <a:lnTo>
                    <a:pt x="2115969" y="2091151"/>
                  </a:lnTo>
                  <a:lnTo>
                    <a:pt x="2151966" y="2000166"/>
                  </a:lnTo>
                  <a:lnTo>
                    <a:pt x="2188179" y="1907365"/>
                  </a:lnTo>
                  <a:lnTo>
                    <a:pt x="2224550" y="1813282"/>
                  </a:lnTo>
                  <a:lnTo>
                    <a:pt x="2261009" y="1718482"/>
                  </a:lnTo>
                  <a:lnTo>
                    <a:pt x="2297486" y="1623549"/>
                  </a:lnTo>
                  <a:lnTo>
                    <a:pt x="2333905" y="1529070"/>
                  </a:lnTo>
                  <a:lnTo>
                    <a:pt x="2370198" y="1435621"/>
                  </a:lnTo>
                  <a:lnTo>
                    <a:pt x="2406299" y="1343750"/>
                  </a:lnTo>
                  <a:lnTo>
                    <a:pt x="2442157" y="1253968"/>
                  </a:lnTo>
                  <a:lnTo>
                    <a:pt x="2477733" y="1166735"/>
                  </a:lnTo>
                  <a:lnTo>
                    <a:pt x="2513006" y="1082450"/>
                  </a:lnTo>
                  <a:lnTo>
                    <a:pt x="2547974" y="1001449"/>
                  </a:lnTo>
                  <a:lnTo>
                    <a:pt x="2582659" y="923997"/>
                  </a:lnTo>
                  <a:lnTo>
                    <a:pt x="2617104" y="850290"/>
                  </a:lnTo>
                  <a:lnTo>
                    <a:pt x="2651381" y="780454"/>
                  </a:lnTo>
                  <a:lnTo>
                    <a:pt x="2685590" y="714550"/>
                  </a:lnTo>
                  <a:lnTo>
                    <a:pt x="2719862" y="652579"/>
                  </a:lnTo>
                  <a:lnTo>
                    <a:pt x="2754363" y="594485"/>
                  </a:lnTo>
                  <a:lnTo>
                    <a:pt x="2770117" y="569423"/>
                  </a:lnTo>
                  <a:lnTo>
                    <a:pt x="2817558" y="499636"/>
                  </a:lnTo>
                  <a:lnTo>
                    <a:pt x="2866536" y="436638"/>
                  </a:lnTo>
                  <a:lnTo>
                    <a:pt x="2917765" y="380107"/>
                  </a:lnTo>
                  <a:lnTo>
                    <a:pt x="2972044" y="329482"/>
                  </a:lnTo>
                  <a:lnTo>
                    <a:pt x="3030193" y="284122"/>
                  </a:lnTo>
                  <a:lnTo>
                    <a:pt x="3092987" y="243400"/>
                  </a:lnTo>
                  <a:lnTo>
                    <a:pt x="3161081" y="206757"/>
                  </a:lnTo>
                  <a:lnTo>
                    <a:pt x="3234901" y="173728"/>
                  </a:lnTo>
                  <a:lnTo>
                    <a:pt x="3314507" y="143965"/>
                  </a:lnTo>
                  <a:lnTo>
                    <a:pt x="3399428" y="117235"/>
                  </a:lnTo>
                  <a:lnTo>
                    <a:pt x="3488483" y="93422"/>
                  </a:lnTo>
                  <a:lnTo>
                    <a:pt x="3579639" y="72509"/>
                  </a:lnTo>
                  <a:lnTo>
                    <a:pt x="3669983" y="54546"/>
                  </a:lnTo>
                  <a:lnTo>
                    <a:pt x="3755881" y="39602"/>
                  </a:lnTo>
                  <a:lnTo>
                    <a:pt x="3833381" y="27701"/>
                  </a:lnTo>
                  <a:lnTo>
                    <a:pt x="3898850" y="18758"/>
                  </a:lnTo>
                  <a:lnTo>
                    <a:pt x="3949693" y="12541"/>
                  </a:lnTo>
                  <a:lnTo>
                    <a:pt x="3984953" y="8661"/>
                  </a:lnTo>
                  <a:lnTo>
                    <a:pt x="4005621" y="6606"/>
                  </a:lnTo>
                  <a:lnTo>
                    <a:pt x="4014588" y="5797"/>
                  </a:lnTo>
                  <a:lnTo>
                    <a:pt x="4016409" y="5647"/>
                  </a:lnTo>
                  <a:lnTo>
                    <a:pt x="4538543" y="5647"/>
                  </a:lnTo>
                  <a:lnTo>
                    <a:pt x="4539391" y="5749"/>
                  </a:lnTo>
                  <a:lnTo>
                    <a:pt x="4544988" y="6474"/>
                  </a:lnTo>
                  <a:lnTo>
                    <a:pt x="4559159" y="8480"/>
                  </a:lnTo>
                  <a:lnTo>
                    <a:pt x="4584645" y="12432"/>
                  </a:lnTo>
                  <a:lnTo>
                    <a:pt x="4622927" y="18956"/>
                  </a:lnTo>
                  <a:lnTo>
                    <a:pt x="4674115" y="28580"/>
                  </a:lnTo>
                  <a:lnTo>
                    <a:pt x="4737010" y="41687"/>
                  </a:lnTo>
                  <a:lnTo>
                    <a:pt x="4809369" y="58492"/>
                  </a:lnTo>
                  <a:lnTo>
                    <a:pt x="4888331" y="79066"/>
                  </a:lnTo>
                  <a:lnTo>
                    <a:pt x="4970879" y="103372"/>
                  </a:lnTo>
                  <a:lnTo>
                    <a:pt x="5054231" y="131334"/>
                  </a:lnTo>
                  <a:lnTo>
                    <a:pt x="5136105" y="162887"/>
                  </a:lnTo>
                  <a:lnTo>
                    <a:pt x="5214831" y="198034"/>
                  </a:lnTo>
                  <a:lnTo>
                    <a:pt x="5289345" y="236873"/>
                  </a:lnTo>
                  <a:lnTo>
                    <a:pt x="5359117" y="279618"/>
                  </a:lnTo>
                  <a:lnTo>
                    <a:pt x="5424035" y="326609"/>
                  </a:lnTo>
                  <a:lnTo>
                    <a:pt x="5484293" y="378302"/>
                  </a:lnTo>
                  <a:lnTo>
                    <a:pt x="5540299" y="435269"/>
                  </a:lnTo>
                  <a:lnTo>
                    <a:pt x="5592589" y="498169"/>
                  </a:lnTo>
                  <a:lnTo>
                    <a:pt x="5641766" y="567723"/>
                  </a:lnTo>
                  <a:lnTo>
                    <a:pt x="5688457" y="644652"/>
                  </a:lnTo>
                  <a:lnTo>
                    <a:pt x="5733272" y="729586"/>
                  </a:lnTo>
                  <a:lnTo>
                    <a:pt x="5776757" y="822913"/>
                  </a:lnTo>
                  <a:lnTo>
                    <a:pt x="5784835" y="841428"/>
                  </a:lnTo>
                  <a:lnTo>
                    <a:pt x="5814013" y="911319"/>
                  </a:lnTo>
                  <a:lnTo>
                    <a:pt x="5842945" y="985213"/>
                  </a:lnTo>
                  <a:lnTo>
                    <a:pt x="5871745" y="1063191"/>
                  </a:lnTo>
                  <a:lnTo>
                    <a:pt x="5900509" y="1145295"/>
                  </a:lnTo>
                  <a:lnTo>
                    <a:pt x="5929314" y="1231524"/>
                  </a:lnTo>
                  <a:lnTo>
                    <a:pt x="5958223" y="1321835"/>
                  </a:lnTo>
                  <a:lnTo>
                    <a:pt x="5987283" y="1416136"/>
                  </a:lnTo>
                  <a:lnTo>
                    <a:pt x="6016528" y="1514283"/>
                  </a:lnTo>
                  <a:lnTo>
                    <a:pt x="6045980" y="1616084"/>
                  </a:lnTo>
                  <a:lnTo>
                    <a:pt x="6075649" y="1721291"/>
                  </a:lnTo>
                  <a:lnTo>
                    <a:pt x="6105533" y="1829608"/>
                  </a:lnTo>
                  <a:lnTo>
                    <a:pt x="6135620" y="1940688"/>
                  </a:lnTo>
                  <a:lnTo>
                    <a:pt x="6165891" y="2054141"/>
                  </a:lnTo>
                  <a:lnTo>
                    <a:pt x="6196318" y="2169534"/>
                  </a:lnTo>
                  <a:lnTo>
                    <a:pt x="6226866" y="2286404"/>
                  </a:lnTo>
                  <a:lnTo>
                    <a:pt x="6257497" y="2404258"/>
                  </a:lnTo>
                  <a:lnTo>
                    <a:pt x="6288168" y="2522587"/>
                  </a:lnTo>
                  <a:lnTo>
                    <a:pt x="6318835" y="2640875"/>
                  </a:lnTo>
                  <a:lnTo>
                    <a:pt x="6349455" y="2758604"/>
                  </a:lnTo>
                  <a:lnTo>
                    <a:pt x="6379986" y="2875267"/>
                  </a:lnTo>
                  <a:lnTo>
                    <a:pt x="6410389" y="2990376"/>
                  </a:lnTo>
                  <a:lnTo>
                    <a:pt x="6440632" y="3103473"/>
                  </a:lnTo>
                  <a:lnTo>
                    <a:pt x="6470688" y="3214130"/>
                  </a:lnTo>
                  <a:lnTo>
                    <a:pt x="6500538" y="3321965"/>
                  </a:lnTo>
                  <a:lnTo>
                    <a:pt x="6530171" y="3426639"/>
                  </a:lnTo>
                  <a:lnTo>
                    <a:pt x="6559589" y="3527863"/>
                  </a:lnTo>
                  <a:lnTo>
                    <a:pt x="6588802" y="3625399"/>
                  </a:lnTo>
                  <a:lnTo>
                    <a:pt x="6617835" y="3719061"/>
                  </a:lnTo>
                  <a:lnTo>
                    <a:pt x="6646723" y="3808715"/>
                  </a:lnTo>
                  <a:lnTo>
                    <a:pt x="6675517" y="3894277"/>
                  </a:lnTo>
                  <a:lnTo>
                    <a:pt x="6704281" y="3975711"/>
                  </a:lnTo>
                  <a:lnTo>
                    <a:pt x="6733096" y="4053023"/>
                  </a:lnTo>
                  <a:lnTo>
                    <a:pt x="6762059" y="4126262"/>
                  </a:lnTo>
                  <a:lnTo>
                    <a:pt x="6786527" y="4184553"/>
                  </a:lnTo>
                  <a:lnTo>
                    <a:pt x="6829816" y="4279470"/>
                  </a:lnTo>
                  <a:lnTo>
                    <a:pt x="6874341" y="4365965"/>
                  </a:lnTo>
                  <a:lnTo>
                    <a:pt x="6920634" y="4444359"/>
                  </a:lnTo>
                  <a:lnTo>
                    <a:pt x="6969295" y="4515247"/>
                  </a:lnTo>
                  <a:lnTo>
                    <a:pt x="7020951" y="4579344"/>
                  </a:lnTo>
                  <a:lnTo>
                    <a:pt x="7076213" y="4637375"/>
                  </a:lnTo>
                  <a:lnTo>
                    <a:pt x="7135636" y="4690015"/>
                  </a:lnTo>
                  <a:lnTo>
                    <a:pt x="7199653" y="4737852"/>
                  </a:lnTo>
                  <a:lnTo>
                    <a:pt x="7268509" y="4781367"/>
                  </a:lnTo>
                  <a:lnTo>
                    <a:pt x="7342157" y="4820922"/>
                  </a:lnTo>
                  <a:lnTo>
                    <a:pt x="7420153" y="4856753"/>
                  </a:lnTo>
                  <a:lnTo>
                    <a:pt x="7501543" y="4888980"/>
                  </a:lnTo>
                  <a:lnTo>
                    <a:pt x="7584774" y="4917621"/>
                  </a:lnTo>
                  <a:lnTo>
                    <a:pt x="7667673" y="4942622"/>
                  </a:lnTo>
                  <a:lnTo>
                    <a:pt x="7747538" y="4963903"/>
                  </a:lnTo>
                  <a:lnTo>
                    <a:pt x="7821370" y="4981417"/>
                  </a:lnTo>
                  <a:lnTo>
                    <a:pt x="7886243" y="4995208"/>
                  </a:lnTo>
                  <a:lnTo>
                    <a:pt x="7939764" y="5005464"/>
                  </a:lnTo>
                  <a:lnTo>
                    <a:pt x="7980509" y="5012535"/>
                  </a:lnTo>
                  <a:lnTo>
                    <a:pt x="8008332" y="5016926"/>
                  </a:lnTo>
                  <a:lnTo>
                    <a:pt x="8024459" y="5019247"/>
                  </a:lnTo>
                  <a:lnTo>
                    <a:pt x="8031409" y="5020163"/>
                  </a:lnTo>
                  <a:lnTo>
                    <a:pt x="8032819" y="5020335"/>
                  </a:lnTo>
                  <a:lnTo>
                    <a:pt x="8554953" y="5020335"/>
                  </a:lnTo>
                  <a:lnTo>
                    <a:pt x="8554953" y="5014687"/>
                  </a:lnTo>
                  <a:lnTo>
                    <a:pt x="8032819" y="5014687"/>
                  </a:lnTo>
                  <a:lnTo>
                    <a:pt x="8031971" y="5014586"/>
                  </a:lnTo>
                  <a:lnTo>
                    <a:pt x="8026374" y="5013860"/>
                  </a:lnTo>
                  <a:lnTo>
                    <a:pt x="8012203" y="5011854"/>
                  </a:lnTo>
                  <a:lnTo>
                    <a:pt x="7986717" y="5007902"/>
                  </a:lnTo>
                  <a:lnTo>
                    <a:pt x="7948435" y="5001378"/>
                  </a:lnTo>
                  <a:lnTo>
                    <a:pt x="7897246" y="4991754"/>
                  </a:lnTo>
                  <a:lnTo>
                    <a:pt x="7834352" y="4978647"/>
                  </a:lnTo>
                  <a:lnTo>
                    <a:pt x="7761993" y="4961842"/>
                  </a:lnTo>
                  <a:lnTo>
                    <a:pt x="7683031" y="4941269"/>
                  </a:lnTo>
                  <a:lnTo>
                    <a:pt x="7600483" y="4916962"/>
                  </a:lnTo>
                  <a:lnTo>
                    <a:pt x="7517131" y="4889000"/>
                  </a:lnTo>
                  <a:lnTo>
                    <a:pt x="7435257" y="4857447"/>
                  </a:lnTo>
                  <a:lnTo>
                    <a:pt x="7356531" y="4822300"/>
                  </a:lnTo>
                  <a:lnTo>
                    <a:pt x="7282017" y="4783462"/>
                  </a:lnTo>
                  <a:lnTo>
                    <a:pt x="7212245" y="4740716"/>
                  </a:lnTo>
                  <a:lnTo>
                    <a:pt x="7147327" y="4693725"/>
                  </a:lnTo>
                  <a:lnTo>
                    <a:pt x="7087069" y="4642032"/>
                  </a:lnTo>
                  <a:lnTo>
                    <a:pt x="7031063" y="4585066"/>
                  </a:lnTo>
                  <a:lnTo>
                    <a:pt x="6978773" y="4522165"/>
                  </a:lnTo>
                  <a:lnTo>
                    <a:pt x="6929596" y="4452611"/>
                  </a:lnTo>
                  <a:lnTo>
                    <a:pt x="6882905" y="4375682"/>
                  </a:lnTo>
                  <a:lnTo>
                    <a:pt x="6838090" y="4290748"/>
                  </a:lnTo>
                  <a:lnTo>
                    <a:pt x="6794605" y="4197421"/>
                  </a:lnTo>
                  <a:lnTo>
                    <a:pt x="6786527" y="4178906"/>
                  </a:lnTo>
                  <a:lnTo>
                    <a:pt x="6757349" y="4109016"/>
                  </a:lnTo>
                  <a:lnTo>
                    <a:pt x="6728417" y="4035121"/>
                  </a:lnTo>
                  <a:lnTo>
                    <a:pt x="6699617" y="3957143"/>
                  </a:lnTo>
                  <a:lnTo>
                    <a:pt x="6670853" y="3875039"/>
                  </a:lnTo>
                  <a:lnTo>
                    <a:pt x="6642048" y="3788810"/>
                  </a:lnTo>
                  <a:lnTo>
                    <a:pt x="6613139" y="3698499"/>
                  </a:lnTo>
                  <a:lnTo>
                    <a:pt x="6584079" y="3604198"/>
                  </a:lnTo>
                  <a:lnTo>
                    <a:pt x="6554834" y="3506051"/>
                  </a:lnTo>
                  <a:lnTo>
                    <a:pt x="6525382" y="3404250"/>
                  </a:lnTo>
                  <a:lnTo>
                    <a:pt x="6495713" y="3299043"/>
                  </a:lnTo>
                  <a:lnTo>
                    <a:pt x="6465829" y="3190726"/>
                  </a:lnTo>
                  <a:lnTo>
                    <a:pt x="6435742" y="3079646"/>
                  </a:lnTo>
                  <a:lnTo>
                    <a:pt x="6405471" y="2966193"/>
                  </a:lnTo>
                  <a:lnTo>
                    <a:pt x="6375044" y="2850800"/>
                  </a:lnTo>
                  <a:lnTo>
                    <a:pt x="6344496" y="2733930"/>
                  </a:lnTo>
                  <a:lnTo>
                    <a:pt x="6313865" y="2616076"/>
                  </a:lnTo>
                  <a:lnTo>
                    <a:pt x="6283194" y="2497747"/>
                  </a:lnTo>
                  <a:lnTo>
                    <a:pt x="6252527" y="2379459"/>
                  </a:lnTo>
                  <a:lnTo>
                    <a:pt x="6221907" y="2261730"/>
                  </a:lnTo>
                  <a:lnTo>
                    <a:pt x="6191376" y="2145067"/>
                  </a:lnTo>
                  <a:lnTo>
                    <a:pt x="6160973" y="2029958"/>
                  </a:lnTo>
                  <a:lnTo>
                    <a:pt x="6130730" y="1916861"/>
                  </a:lnTo>
                  <a:lnTo>
                    <a:pt x="6100674" y="1806204"/>
                  </a:lnTo>
                  <a:lnTo>
                    <a:pt x="6070824" y="1698369"/>
                  </a:lnTo>
                  <a:lnTo>
                    <a:pt x="6041191" y="1593695"/>
                  </a:lnTo>
                  <a:lnTo>
                    <a:pt x="6011773" y="1492471"/>
                  </a:lnTo>
                  <a:lnTo>
                    <a:pt x="5982560" y="1394936"/>
                  </a:lnTo>
                  <a:lnTo>
                    <a:pt x="5953527" y="1301273"/>
                  </a:lnTo>
                  <a:lnTo>
                    <a:pt x="5924639" y="1211619"/>
                  </a:lnTo>
                  <a:lnTo>
                    <a:pt x="5895845" y="1126057"/>
                  </a:lnTo>
                  <a:lnTo>
                    <a:pt x="5867081" y="1044623"/>
                  </a:lnTo>
                  <a:lnTo>
                    <a:pt x="5838266" y="967311"/>
                  </a:lnTo>
                  <a:lnTo>
                    <a:pt x="5809303" y="894072"/>
                  </a:lnTo>
                  <a:lnTo>
                    <a:pt x="5784835" y="835781"/>
                  </a:lnTo>
                  <a:lnTo>
                    <a:pt x="5741546" y="740864"/>
                  </a:lnTo>
                  <a:lnTo>
                    <a:pt x="5697021" y="654369"/>
                  </a:lnTo>
                  <a:lnTo>
                    <a:pt x="5650728" y="575976"/>
                  </a:lnTo>
                  <a:lnTo>
                    <a:pt x="5602067" y="505087"/>
                  </a:lnTo>
                  <a:lnTo>
                    <a:pt x="5550411" y="440990"/>
                  </a:lnTo>
                  <a:lnTo>
                    <a:pt x="5495149" y="382959"/>
                  </a:lnTo>
                  <a:lnTo>
                    <a:pt x="5435726" y="330320"/>
                  </a:lnTo>
                  <a:lnTo>
                    <a:pt x="5371709" y="282482"/>
                  </a:lnTo>
                  <a:lnTo>
                    <a:pt x="5302853" y="238967"/>
                  </a:lnTo>
                  <a:lnTo>
                    <a:pt x="5229205" y="199412"/>
                  </a:lnTo>
                  <a:lnTo>
                    <a:pt x="5151209" y="163581"/>
                  </a:lnTo>
                  <a:lnTo>
                    <a:pt x="5069819" y="131354"/>
                  </a:lnTo>
                  <a:lnTo>
                    <a:pt x="4986588" y="102713"/>
                  </a:lnTo>
                  <a:lnTo>
                    <a:pt x="4903689" y="77712"/>
                  </a:lnTo>
                  <a:lnTo>
                    <a:pt x="4823823" y="56431"/>
                  </a:lnTo>
                  <a:lnTo>
                    <a:pt x="4749992" y="38917"/>
                  </a:lnTo>
                  <a:lnTo>
                    <a:pt x="4685119" y="25126"/>
                  </a:lnTo>
                  <a:lnTo>
                    <a:pt x="4631598" y="14870"/>
                  </a:lnTo>
                  <a:lnTo>
                    <a:pt x="4590853" y="7799"/>
                  </a:lnTo>
                  <a:lnTo>
                    <a:pt x="4563030" y="3408"/>
                  </a:lnTo>
                  <a:lnTo>
                    <a:pt x="4546903" y="1087"/>
                  </a:lnTo>
                  <a:lnTo>
                    <a:pt x="4539953" y="171"/>
                  </a:lnTo>
                  <a:lnTo>
                    <a:pt x="4538543" y="0"/>
                  </a:lnTo>
                  <a:lnTo>
                    <a:pt x="4016409" y="0"/>
                  </a:lnTo>
                  <a:lnTo>
                    <a:pt x="4015302" y="90"/>
                  </a:lnTo>
                  <a:lnTo>
                    <a:pt x="4008040" y="734"/>
                  </a:lnTo>
                  <a:lnTo>
                    <a:pt x="3989800" y="2515"/>
                  </a:lnTo>
                  <a:lnTo>
                    <a:pt x="3957363" y="6017"/>
                  </a:lnTo>
                  <a:lnTo>
                    <a:pt x="3909378" y="11769"/>
                  </a:lnTo>
                  <a:lnTo>
                    <a:pt x="3846453" y="20187"/>
                  </a:lnTo>
                  <a:lnTo>
                    <a:pt x="3770919" y="31533"/>
                  </a:lnTo>
                  <a:lnTo>
                    <a:pt x="3686273" y="45915"/>
                  </a:lnTo>
                  <a:lnTo>
                    <a:pt x="3596459" y="63325"/>
                  </a:lnTo>
                  <a:lnTo>
                    <a:pt x="3505208" y="83700"/>
                  </a:lnTo>
                  <a:lnTo>
                    <a:pt x="3415587" y="106979"/>
                  </a:lnTo>
                  <a:lnTo>
                    <a:pt x="3329791" y="133166"/>
                  </a:lnTo>
                  <a:lnTo>
                    <a:pt x="3249150" y="162356"/>
                  </a:lnTo>
                  <a:lnTo>
                    <a:pt x="3174254" y="194759"/>
                  </a:lnTo>
                  <a:lnTo>
                    <a:pt x="3105128" y="230704"/>
                  </a:lnTo>
                  <a:lnTo>
                    <a:pt x="3041401" y="270635"/>
                  </a:lnTo>
                  <a:lnTo>
                    <a:pt x="2982452" y="315094"/>
                  </a:lnTo>
                  <a:lnTo>
                    <a:pt x="2927520" y="364699"/>
                  </a:lnTo>
                  <a:lnTo>
                    <a:pt x="2875790" y="420096"/>
                  </a:lnTo>
                  <a:lnTo>
                    <a:pt x="2826454" y="481866"/>
                  </a:lnTo>
                  <a:lnTo>
                    <a:pt x="2778777" y="550395"/>
                  </a:lnTo>
                  <a:lnTo>
                    <a:pt x="2770117" y="563775"/>
                  </a:lnTo>
                  <a:lnTo>
                    <a:pt x="2735448" y="620145"/>
                  </a:lnTo>
                  <a:lnTo>
                    <a:pt x="2701096" y="680350"/>
                  </a:lnTo>
                  <a:lnTo>
                    <a:pt x="2666876" y="744469"/>
                  </a:lnTo>
                  <a:lnTo>
                    <a:pt x="2632644" y="812527"/>
                  </a:lnTo>
                  <a:lnTo>
                    <a:pt x="2598285" y="884493"/>
                  </a:lnTo>
                  <a:lnTo>
                    <a:pt x="2563717" y="960269"/>
                  </a:lnTo>
                  <a:lnTo>
                    <a:pt x="2528881" y="1039691"/>
                  </a:lnTo>
                  <a:lnTo>
                    <a:pt x="2493747" y="1122526"/>
                  </a:lnTo>
                  <a:lnTo>
                    <a:pt x="2458307" y="1208470"/>
                  </a:lnTo>
                  <a:lnTo>
                    <a:pt x="2422573" y="1297151"/>
                  </a:lnTo>
                  <a:lnTo>
                    <a:pt x="2386576" y="1388136"/>
                  </a:lnTo>
                  <a:lnTo>
                    <a:pt x="2350363" y="1480936"/>
                  </a:lnTo>
                  <a:lnTo>
                    <a:pt x="2313992" y="1575019"/>
                  </a:lnTo>
                  <a:lnTo>
                    <a:pt x="2277533" y="1669819"/>
                  </a:lnTo>
                  <a:lnTo>
                    <a:pt x="2241056" y="1764752"/>
                  </a:lnTo>
                  <a:lnTo>
                    <a:pt x="2204637" y="1859231"/>
                  </a:lnTo>
                  <a:lnTo>
                    <a:pt x="2168345" y="1952681"/>
                  </a:lnTo>
                  <a:lnTo>
                    <a:pt x="2132243" y="2044552"/>
                  </a:lnTo>
                  <a:lnTo>
                    <a:pt x="2096385" y="2134334"/>
                  </a:lnTo>
                  <a:lnTo>
                    <a:pt x="2060809" y="2221567"/>
                  </a:lnTo>
                  <a:lnTo>
                    <a:pt x="2025536" y="2305851"/>
                  </a:lnTo>
                  <a:lnTo>
                    <a:pt x="1990568" y="2386853"/>
                  </a:lnTo>
                  <a:lnTo>
                    <a:pt x="1955884" y="2464305"/>
                  </a:lnTo>
                  <a:lnTo>
                    <a:pt x="1921439" y="2538012"/>
                  </a:lnTo>
                  <a:lnTo>
                    <a:pt x="1887161" y="2607848"/>
                  </a:lnTo>
                  <a:lnTo>
                    <a:pt x="1852952" y="2673752"/>
                  </a:lnTo>
                  <a:lnTo>
                    <a:pt x="1818680" y="2735723"/>
                  </a:lnTo>
                  <a:lnTo>
                    <a:pt x="1784180" y="2793816"/>
                  </a:lnTo>
                  <a:lnTo>
                    <a:pt x="1768425" y="2818879"/>
                  </a:lnTo>
                  <a:lnTo>
                    <a:pt x="1720985" y="2888666"/>
                  </a:lnTo>
                  <a:lnTo>
                    <a:pt x="1672006" y="2951663"/>
                  </a:lnTo>
                  <a:lnTo>
                    <a:pt x="1620777" y="3008195"/>
                  </a:lnTo>
                  <a:lnTo>
                    <a:pt x="1566498" y="3058820"/>
                  </a:lnTo>
                  <a:lnTo>
                    <a:pt x="1508349" y="3104180"/>
                  </a:lnTo>
                  <a:lnTo>
                    <a:pt x="1445555" y="3144902"/>
                  </a:lnTo>
                  <a:lnTo>
                    <a:pt x="1377461" y="3181545"/>
                  </a:lnTo>
                  <a:lnTo>
                    <a:pt x="1303642" y="3214573"/>
                  </a:lnTo>
                  <a:lnTo>
                    <a:pt x="1224035" y="3244337"/>
                  </a:lnTo>
                  <a:lnTo>
                    <a:pt x="1139114" y="3271067"/>
                  </a:lnTo>
                  <a:lnTo>
                    <a:pt x="1050059" y="3294880"/>
                  </a:lnTo>
                  <a:lnTo>
                    <a:pt x="958903" y="3315793"/>
                  </a:lnTo>
                  <a:lnTo>
                    <a:pt x="868559" y="3333755"/>
                  </a:lnTo>
                  <a:lnTo>
                    <a:pt x="782662" y="3348699"/>
                  </a:lnTo>
                  <a:lnTo>
                    <a:pt x="705161" y="3360601"/>
                  </a:lnTo>
                  <a:lnTo>
                    <a:pt x="639692" y="3369544"/>
                  </a:lnTo>
                  <a:lnTo>
                    <a:pt x="588850" y="3375761"/>
                  </a:lnTo>
                  <a:lnTo>
                    <a:pt x="553589" y="3379640"/>
                  </a:lnTo>
                  <a:lnTo>
                    <a:pt x="532922" y="3381695"/>
                  </a:lnTo>
                  <a:lnTo>
                    <a:pt x="523954" y="3382505"/>
                  </a:lnTo>
                  <a:lnTo>
                    <a:pt x="522133" y="3382655"/>
                  </a:lnTo>
                  <a:lnTo>
                    <a:pt x="0" y="3382655"/>
                  </a:lnTo>
                  <a:close/>
                </a:path>
              </a:pathLst>
            </a:custGeom>
            <a:solidFill>
              <a:srgbClr val="67C1B3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1272" name="pl1272"/>
            <p:cNvSpPr/>
            <p:nvPr/>
          </p:nvSpPr>
          <p:spPr>
            <a:xfrm>
              <a:off x="386606" y="807184"/>
              <a:ext cx="8554953" cy="5014687"/>
            </a:xfrm>
            <a:custGeom>
              <a:avLst/>
              <a:pathLst>
                <a:path w="8554953" h="5014687">
                  <a:moveTo>
                    <a:pt x="0" y="3382655"/>
                  </a:moveTo>
                  <a:lnTo>
                    <a:pt x="522133" y="3382655"/>
                  </a:lnTo>
                  <a:lnTo>
                    <a:pt x="523240" y="3382565"/>
                  </a:lnTo>
                  <a:lnTo>
                    <a:pt x="530503" y="3381921"/>
                  </a:lnTo>
                  <a:lnTo>
                    <a:pt x="548743" y="3380140"/>
                  </a:lnTo>
                  <a:lnTo>
                    <a:pt x="581179" y="3376638"/>
                  </a:lnTo>
                  <a:lnTo>
                    <a:pt x="629164" y="3370886"/>
                  </a:lnTo>
                  <a:lnTo>
                    <a:pt x="692089" y="3362468"/>
                  </a:lnTo>
                  <a:lnTo>
                    <a:pt x="767623" y="3351122"/>
                  </a:lnTo>
                  <a:lnTo>
                    <a:pt x="852270" y="3336740"/>
                  </a:lnTo>
                  <a:lnTo>
                    <a:pt x="942084" y="3319329"/>
                  </a:lnTo>
                  <a:lnTo>
                    <a:pt x="1033334" y="3298955"/>
                  </a:lnTo>
                  <a:lnTo>
                    <a:pt x="1122956" y="3275675"/>
                  </a:lnTo>
                  <a:lnTo>
                    <a:pt x="1208752" y="3249489"/>
                  </a:lnTo>
                  <a:lnTo>
                    <a:pt x="1289392" y="3220298"/>
                  </a:lnTo>
                  <a:lnTo>
                    <a:pt x="1364288" y="3187895"/>
                  </a:lnTo>
                  <a:lnTo>
                    <a:pt x="1433414" y="3151950"/>
                  </a:lnTo>
                  <a:lnTo>
                    <a:pt x="1497141" y="3112020"/>
                  </a:lnTo>
                  <a:lnTo>
                    <a:pt x="1556091" y="3067561"/>
                  </a:lnTo>
                  <a:lnTo>
                    <a:pt x="1611022" y="3017955"/>
                  </a:lnTo>
                  <a:lnTo>
                    <a:pt x="1662752" y="2962559"/>
                  </a:lnTo>
                  <a:lnTo>
                    <a:pt x="1712088" y="2900788"/>
                  </a:lnTo>
                  <a:lnTo>
                    <a:pt x="1759765" y="2832260"/>
                  </a:lnTo>
                  <a:lnTo>
                    <a:pt x="1768425" y="2818879"/>
                  </a:lnTo>
                  <a:lnTo>
                    <a:pt x="1803094" y="2762510"/>
                  </a:lnTo>
                  <a:lnTo>
                    <a:pt x="1837447" y="2702305"/>
                  </a:lnTo>
                  <a:lnTo>
                    <a:pt x="1871666" y="2638186"/>
                  </a:lnTo>
                  <a:lnTo>
                    <a:pt x="1905898" y="2570127"/>
                  </a:lnTo>
                  <a:lnTo>
                    <a:pt x="1940257" y="2498161"/>
                  </a:lnTo>
                  <a:lnTo>
                    <a:pt x="1974825" y="2422385"/>
                  </a:lnTo>
                  <a:lnTo>
                    <a:pt x="2009661" y="2342963"/>
                  </a:lnTo>
                  <a:lnTo>
                    <a:pt x="2044795" y="2260128"/>
                  </a:lnTo>
                  <a:lnTo>
                    <a:pt x="2080235" y="2174185"/>
                  </a:lnTo>
                  <a:lnTo>
                    <a:pt x="2115969" y="2085504"/>
                  </a:lnTo>
                  <a:lnTo>
                    <a:pt x="2151966" y="1994519"/>
                  </a:lnTo>
                  <a:lnTo>
                    <a:pt x="2188179" y="1901718"/>
                  </a:lnTo>
                  <a:lnTo>
                    <a:pt x="2224550" y="1807635"/>
                  </a:lnTo>
                  <a:lnTo>
                    <a:pt x="2261009" y="1712835"/>
                  </a:lnTo>
                  <a:lnTo>
                    <a:pt x="2297486" y="1617902"/>
                  </a:lnTo>
                  <a:lnTo>
                    <a:pt x="2333905" y="1523423"/>
                  </a:lnTo>
                  <a:lnTo>
                    <a:pt x="2370198" y="1429974"/>
                  </a:lnTo>
                  <a:lnTo>
                    <a:pt x="2406299" y="1338103"/>
                  </a:lnTo>
                  <a:lnTo>
                    <a:pt x="2442157" y="1248321"/>
                  </a:lnTo>
                  <a:lnTo>
                    <a:pt x="2477733" y="1161088"/>
                  </a:lnTo>
                  <a:lnTo>
                    <a:pt x="2513006" y="1076803"/>
                  </a:lnTo>
                  <a:lnTo>
                    <a:pt x="2547974" y="995802"/>
                  </a:lnTo>
                  <a:lnTo>
                    <a:pt x="2582659" y="918350"/>
                  </a:lnTo>
                  <a:lnTo>
                    <a:pt x="2617104" y="844643"/>
                  </a:lnTo>
                  <a:lnTo>
                    <a:pt x="2651381" y="774806"/>
                  </a:lnTo>
                  <a:lnTo>
                    <a:pt x="2685590" y="708903"/>
                  </a:lnTo>
                  <a:lnTo>
                    <a:pt x="2719862" y="646932"/>
                  </a:lnTo>
                  <a:lnTo>
                    <a:pt x="2754363" y="588838"/>
                  </a:lnTo>
                  <a:lnTo>
                    <a:pt x="2770117" y="563775"/>
                  </a:lnTo>
                  <a:lnTo>
                    <a:pt x="2817558" y="493988"/>
                  </a:lnTo>
                  <a:lnTo>
                    <a:pt x="2866536" y="430991"/>
                  </a:lnTo>
                  <a:lnTo>
                    <a:pt x="2917765" y="374460"/>
                  </a:lnTo>
                  <a:lnTo>
                    <a:pt x="2972044" y="323834"/>
                  </a:lnTo>
                  <a:lnTo>
                    <a:pt x="3030193" y="278474"/>
                  </a:lnTo>
                  <a:lnTo>
                    <a:pt x="3092987" y="237753"/>
                  </a:lnTo>
                  <a:lnTo>
                    <a:pt x="3161081" y="201109"/>
                  </a:lnTo>
                  <a:lnTo>
                    <a:pt x="3234901" y="168081"/>
                  </a:lnTo>
                  <a:lnTo>
                    <a:pt x="3314507" y="138318"/>
                  </a:lnTo>
                  <a:lnTo>
                    <a:pt x="3399428" y="111588"/>
                  </a:lnTo>
                  <a:lnTo>
                    <a:pt x="3488483" y="87775"/>
                  </a:lnTo>
                  <a:lnTo>
                    <a:pt x="3579639" y="66862"/>
                  </a:lnTo>
                  <a:lnTo>
                    <a:pt x="3669983" y="48899"/>
                  </a:lnTo>
                  <a:lnTo>
                    <a:pt x="3755881" y="33955"/>
                  </a:lnTo>
                  <a:lnTo>
                    <a:pt x="3833381" y="22054"/>
                  </a:lnTo>
                  <a:lnTo>
                    <a:pt x="3898850" y="13111"/>
                  </a:lnTo>
                  <a:lnTo>
                    <a:pt x="3949693" y="6894"/>
                  </a:lnTo>
                  <a:lnTo>
                    <a:pt x="3984953" y="3014"/>
                  </a:lnTo>
                  <a:lnTo>
                    <a:pt x="4005621" y="959"/>
                  </a:lnTo>
                  <a:lnTo>
                    <a:pt x="4014588" y="150"/>
                  </a:lnTo>
                  <a:lnTo>
                    <a:pt x="4016402" y="0"/>
                  </a:lnTo>
                  <a:lnTo>
                    <a:pt x="4016409" y="0"/>
                  </a:lnTo>
                  <a:lnTo>
                    <a:pt x="4538543" y="0"/>
                  </a:lnTo>
                  <a:lnTo>
                    <a:pt x="4539391" y="101"/>
                  </a:lnTo>
                  <a:lnTo>
                    <a:pt x="4544988" y="827"/>
                  </a:lnTo>
                  <a:lnTo>
                    <a:pt x="4559159" y="2833"/>
                  </a:lnTo>
                  <a:lnTo>
                    <a:pt x="4584645" y="6785"/>
                  </a:lnTo>
                  <a:lnTo>
                    <a:pt x="4622927" y="13309"/>
                  </a:lnTo>
                  <a:lnTo>
                    <a:pt x="4674115" y="22933"/>
                  </a:lnTo>
                  <a:lnTo>
                    <a:pt x="4737010" y="36039"/>
                  </a:lnTo>
                  <a:lnTo>
                    <a:pt x="4809369" y="52845"/>
                  </a:lnTo>
                  <a:lnTo>
                    <a:pt x="4888331" y="73418"/>
                  </a:lnTo>
                  <a:lnTo>
                    <a:pt x="4970879" y="97725"/>
                  </a:lnTo>
                  <a:lnTo>
                    <a:pt x="5054231" y="125686"/>
                  </a:lnTo>
                  <a:lnTo>
                    <a:pt x="5136105" y="157240"/>
                  </a:lnTo>
                  <a:lnTo>
                    <a:pt x="5214831" y="192386"/>
                  </a:lnTo>
                  <a:lnTo>
                    <a:pt x="5289345" y="231225"/>
                  </a:lnTo>
                  <a:lnTo>
                    <a:pt x="5359117" y="273971"/>
                  </a:lnTo>
                  <a:lnTo>
                    <a:pt x="5424035" y="320962"/>
                  </a:lnTo>
                  <a:lnTo>
                    <a:pt x="5484293" y="372655"/>
                  </a:lnTo>
                  <a:lnTo>
                    <a:pt x="5540299" y="429621"/>
                  </a:lnTo>
                  <a:lnTo>
                    <a:pt x="5592589" y="492522"/>
                  </a:lnTo>
                  <a:lnTo>
                    <a:pt x="5641766" y="562076"/>
                  </a:lnTo>
                  <a:lnTo>
                    <a:pt x="5688457" y="639005"/>
                  </a:lnTo>
                  <a:lnTo>
                    <a:pt x="5733272" y="723939"/>
                  </a:lnTo>
                  <a:lnTo>
                    <a:pt x="5776757" y="817266"/>
                  </a:lnTo>
                  <a:lnTo>
                    <a:pt x="5784835" y="835781"/>
                  </a:lnTo>
                  <a:lnTo>
                    <a:pt x="5814013" y="905671"/>
                  </a:lnTo>
                  <a:lnTo>
                    <a:pt x="5842945" y="979566"/>
                  </a:lnTo>
                  <a:lnTo>
                    <a:pt x="5871745" y="1057544"/>
                  </a:lnTo>
                  <a:lnTo>
                    <a:pt x="5900509" y="1139648"/>
                  </a:lnTo>
                  <a:lnTo>
                    <a:pt x="5929314" y="1225877"/>
                  </a:lnTo>
                  <a:lnTo>
                    <a:pt x="5958223" y="1316188"/>
                  </a:lnTo>
                  <a:lnTo>
                    <a:pt x="5987283" y="1410489"/>
                  </a:lnTo>
                  <a:lnTo>
                    <a:pt x="6016528" y="1508636"/>
                  </a:lnTo>
                  <a:lnTo>
                    <a:pt x="6045980" y="1610437"/>
                  </a:lnTo>
                  <a:lnTo>
                    <a:pt x="6075649" y="1715644"/>
                  </a:lnTo>
                  <a:lnTo>
                    <a:pt x="6105533" y="1823961"/>
                  </a:lnTo>
                  <a:lnTo>
                    <a:pt x="6135620" y="1935041"/>
                  </a:lnTo>
                  <a:lnTo>
                    <a:pt x="6165891" y="2048494"/>
                  </a:lnTo>
                  <a:lnTo>
                    <a:pt x="6196318" y="2163887"/>
                  </a:lnTo>
                  <a:lnTo>
                    <a:pt x="6226866" y="2280757"/>
                  </a:lnTo>
                  <a:lnTo>
                    <a:pt x="6257497" y="2398611"/>
                  </a:lnTo>
                  <a:lnTo>
                    <a:pt x="6288168" y="2516940"/>
                  </a:lnTo>
                  <a:lnTo>
                    <a:pt x="6318835" y="2635228"/>
                  </a:lnTo>
                  <a:lnTo>
                    <a:pt x="6349455" y="2752957"/>
                  </a:lnTo>
                  <a:lnTo>
                    <a:pt x="6379986" y="2869620"/>
                  </a:lnTo>
                  <a:lnTo>
                    <a:pt x="6410389" y="2984729"/>
                  </a:lnTo>
                  <a:lnTo>
                    <a:pt x="6440632" y="3097826"/>
                  </a:lnTo>
                  <a:lnTo>
                    <a:pt x="6470688" y="3208483"/>
                  </a:lnTo>
                  <a:lnTo>
                    <a:pt x="6500538" y="3316318"/>
                  </a:lnTo>
                  <a:lnTo>
                    <a:pt x="6530171" y="3420992"/>
                  </a:lnTo>
                  <a:lnTo>
                    <a:pt x="6559589" y="3522216"/>
                  </a:lnTo>
                  <a:lnTo>
                    <a:pt x="6588802" y="3619751"/>
                  </a:lnTo>
                  <a:lnTo>
                    <a:pt x="6617835" y="3713414"/>
                  </a:lnTo>
                  <a:lnTo>
                    <a:pt x="6646723" y="3803068"/>
                  </a:lnTo>
                  <a:lnTo>
                    <a:pt x="6675517" y="3888630"/>
                  </a:lnTo>
                  <a:lnTo>
                    <a:pt x="6704281" y="3970064"/>
                  </a:lnTo>
                  <a:lnTo>
                    <a:pt x="6733096" y="4047376"/>
                  </a:lnTo>
                  <a:lnTo>
                    <a:pt x="6762059" y="4120615"/>
                  </a:lnTo>
                  <a:lnTo>
                    <a:pt x="6786527" y="4178906"/>
                  </a:lnTo>
                  <a:lnTo>
                    <a:pt x="6829816" y="4273823"/>
                  </a:lnTo>
                  <a:lnTo>
                    <a:pt x="6874341" y="4360318"/>
                  </a:lnTo>
                  <a:lnTo>
                    <a:pt x="6920634" y="4438711"/>
                  </a:lnTo>
                  <a:lnTo>
                    <a:pt x="6969295" y="4509600"/>
                  </a:lnTo>
                  <a:lnTo>
                    <a:pt x="7020951" y="4573697"/>
                  </a:lnTo>
                  <a:lnTo>
                    <a:pt x="7076213" y="4631728"/>
                  </a:lnTo>
                  <a:lnTo>
                    <a:pt x="7135636" y="4684367"/>
                  </a:lnTo>
                  <a:lnTo>
                    <a:pt x="7199653" y="4732205"/>
                  </a:lnTo>
                  <a:lnTo>
                    <a:pt x="7268509" y="4775720"/>
                  </a:lnTo>
                  <a:lnTo>
                    <a:pt x="7342157" y="4815275"/>
                  </a:lnTo>
                  <a:lnTo>
                    <a:pt x="7420153" y="4851106"/>
                  </a:lnTo>
                  <a:lnTo>
                    <a:pt x="7501543" y="4883333"/>
                  </a:lnTo>
                  <a:lnTo>
                    <a:pt x="7584774" y="4911974"/>
                  </a:lnTo>
                  <a:lnTo>
                    <a:pt x="7667673" y="4936975"/>
                  </a:lnTo>
                  <a:lnTo>
                    <a:pt x="7747538" y="4958256"/>
                  </a:lnTo>
                  <a:lnTo>
                    <a:pt x="7821370" y="4975770"/>
                  </a:lnTo>
                  <a:lnTo>
                    <a:pt x="7886243" y="4989561"/>
                  </a:lnTo>
                  <a:lnTo>
                    <a:pt x="7939764" y="4999817"/>
                  </a:lnTo>
                  <a:lnTo>
                    <a:pt x="7980509" y="5006888"/>
                  </a:lnTo>
                  <a:lnTo>
                    <a:pt x="8008332" y="5011278"/>
                  </a:lnTo>
                  <a:lnTo>
                    <a:pt x="8024459" y="5013600"/>
                  </a:lnTo>
                  <a:lnTo>
                    <a:pt x="8031409" y="5014516"/>
                  </a:lnTo>
                  <a:lnTo>
                    <a:pt x="8032813" y="5014687"/>
                  </a:lnTo>
                  <a:lnTo>
                    <a:pt x="8032819" y="5014687"/>
                  </a:lnTo>
                  <a:lnTo>
                    <a:pt x="8554953" y="5014687"/>
                  </a:lnTo>
                  <a:lnTo>
                    <a:pt x="8554953" y="5014687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273" name="pl1273"/>
            <p:cNvSpPr/>
            <p:nvPr/>
          </p:nvSpPr>
          <p:spPr>
            <a:xfrm>
              <a:off x="386606" y="801537"/>
              <a:ext cx="8554953" cy="5014687"/>
            </a:xfrm>
            <a:custGeom>
              <a:avLst/>
              <a:pathLst>
                <a:path w="8554953" h="5014687">
                  <a:moveTo>
                    <a:pt x="8554953" y="5014687"/>
                  </a:moveTo>
                  <a:lnTo>
                    <a:pt x="8032819" y="5014687"/>
                  </a:lnTo>
                  <a:lnTo>
                    <a:pt x="8031971" y="5014586"/>
                  </a:lnTo>
                  <a:lnTo>
                    <a:pt x="8026374" y="5013860"/>
                  </a:lnTo>
                  <a:lnTo>
                    <a:pt x="8012203" y="5011854"/>
                  </a:lnTo>
                  <a:lnTo>
                    <a:pt x="7986717" y="5007902"/>
                  </a:lnTo>
                  <a:lnTo>
                    <a:pt x="7948435" y="5001378"/>
                  </a:lnTo>
                  <a:lnTo>
                    <a:pt x="7897246" y="4991754"/>
                  </a:lnTo>
                  <a:lnTo>
                    <a:pt x="7834352" y="4978647"/>
                  </a:lnTo>
                  <a:lnTo>
                    <a:pt x="7761993" y="4961842"/>
                  </a:lnTo>
                  <a:lnTo>
                    <a:pt x="7683031" y="4941269"/>
                  </a:lnTo>
                  <a:lnTo>
                    <a:pt x="7600483" y="4916962"/>
                  </a:lnTo>
                  <a:lnTo>
                    <a:pt x="7517131" y="4889000"/>
                  </a:lnTo>
                  <a:lnTo>
                    <a:pt x="7435257" y="4857447"/>
                  </a:lnTo>
                  <a:lnTo>
                    <a:pt x="7356531" y="4822300"/>
                  </a:lnTo>
                  <a:lnTo>
                    <a:pt x="7282017" y="4783462"/>
                  </a:lnTo>
                  <a:lnTo>
                    <a:pt x="7212245" y="4740716"/>
                  </a:lnTo>
                  <a:lnTo>
                    <a:pt x="7147327" y="4693725"/>
                  </a:lnTo>
                  <a:lnTo>
                    <a:pt x="7087069" y="4642032"/>
                  </a:lnTo>
                  <a:lnTo>
                    <a:pt x="7031063" y="4585066"/>
                  </a:lnTo>
                  <a:lnTo>
                    <a:pt x="6978773" y="4522165"/>
                  </a:lnTo>
                  <a:lnTo>
                    <a:pt x="6929596" y="4452611"/>
                  </a:lnTo>
                  <a:lnTo>
                    <a:pt x="6882905" y="4375682"/>
                  </a:lnTo>
                  <a:lnTo>
                    <a:pt x="6838090" y="4290748"/>
                  </a:lnTo>
                  <a:lnTo>
                    <a:pt x="6794605" y="4197421"/>
                  </a:lnTo>
                  <a:lnTo>
                    <a:pt x="6786527" y="4178906"/>
                  </a:lnTo>
                  <a:lnTo>
                    <a:pt x="6757349" y="4109016"/>
                  </a:lnTo>
                  <a:lnTo>
                    <a:pt x="6728417" y="4035121"/>
                  </a:lnTo>
                  <a:lnTo>
                    <a:pt x="6699617" y="3957143"/>
                  </a:lnTo>
                  <a:lnTo>
                    <a:pt x="6670853" y="3875039"/>
                  </a:lnTo>
                  <a:lnTo>
                    <a:pt x="6642048" y="3788810"/>
                  </a:lnTo>
                  <a:lnTo>
                    <a:pt x="6613139" y="3698499"/>
                  </a:lnTo>
                  <a:lnTo>
                    <a:pt x="6584079" y="3604198"/>
                  </a:lnTo>
                  <a:lnTo>
                    <a:pt x="6554834" y="3506051"/>
                  </a:lnTo>
                  <a:lnTo>
                    <a:pt x="6525382" y="3404250"/>
                  </a:lnTo>
                  <a:lnTo>
                    <a:pt x="6495713" y="3299043"/>
                  </a:lnTo>
                  <a:lnTo>
                    <a:pt x="6465829" y="3190726"/>
                  </a:lnTo>
                  <a:lnTo>
                    <a:pt x="6435742" y="3079646"/>
                  </a:lnTo>
                  <a:lnTo>
                    <a:pt x="6405471" y="2966193"/>
                  </a:lnTo>
                  <a:lnTo>
                    <a:pt x="6375044" y="2850800"/>
                  </a:lnTo>
                  <a:lnTo>
                    <a:pt x="6344496" y="2733930"/>
                  </a:lnTo>
                  <a:lnTo>
                    <a:pt x="6313865" y="2616076"/>
                  </a:lnTo>
                  <a:lnTo>
                    <a:pt x="6283194" y="2497747"/>
                  </a:lnTo>
                  <a:lnTo>
                    <a:pt x="6252527" y="2379459"/>
                  </a:lnTo>
                  <a:lnTo>
                    <a:pt x="6221907" y="2261730"/>
                  </a:lnTo>
                  <a:lnTo>
                    <a:pt x="6191376" y="2145067"/>
                  </a:lnTo>
                  <a:lnTo>
                    <a:pt x="6160973" y="2029958"/>
                  </a:lnTo>
                  <a:lnTo>
                    <a:pt x="6130730" y="1916861"/>
                  </a:lnTo>
                  <a:lnTo>
                    <a:pt x="6100674" y="1806204"/>
                  </a:lnTo>
                  <a:lnTo>
                    <a:pt x="6070824" y="1698369"/>
                  </a:lnTo>
                  <a:lnTo>
                    <a:pt x="6041191" y="1593695"/>
                  </a:lnTo>
                  <a:lnTo>
                    <a:pt x="6011773" y="1492471"/>
                  </a:lnTo>
                  <a:lnTo>
                    <a:pt x="5982560" y="1394936"/>
                  </a:lnTo>
                  <a:lnTo>
                    <a:pt x="5953527" y="1301273"/>
                  </a:lnTo>
                  <a:lnTo>
                    <a:pt x="5924639" y="1211619"/>
                  </a:lnTo>
                  <a:lnTo>
                    <a:pt x="5895845" y="1126057"/>
                  </a:lnTo>
                  <a:lnTo>
                    <a:pt x="5867081" y="1044623"/>
                  </a:lnTo>
                  <a:lnTo>
                    <a:pt x="5838266" y="967311"/>
                  </a:lnTo>
                  <a:lnTo>
                    <a:pt x="5809303" y="894072"/>
                  </a:lnTo>
                  <a:lnTo>
                    <a:pt x="5784835" y="835781"/>
                  </a:lnTo>
                  <a:lnTo>
                    <a:pt x="5741546" y="740864"/>
                  </a:lnTo>
                  <a:lnTo>
                    <a:pt x="5697021" y="654369"/>
                  </a:lnTo>
                  <a:lnTo>
                    <a:pt x="5650728" y="575976"/>
                  </a:lnTo>
                  <a:lnTo>
                    <a:pt x="5602067" y="505087"/>
                  </a:lnTo>
                  <a:lnTo>
                    <a:pt x="5550411" y="440990"/>
                  </a:lnTo>
                  <a:lnTo>
                    <a:pt x="5495149" y="382959"/>
                  </a:lnTo>
                  <a:lnTo>
                    <a:pt x="5435726" y="330320"/>
                  </a:lnTo>
                  <a:lnTo>
                    <a:pt x="5371709" y="282482"/>
                  </a:lnTo>
                  <a:lnTo>
                    <a:pt x="5302853" y="238967"/>
                  </a:lnTo>
                  <a:lnTo>
                    <a:pt x="5229205" y="199412"/>
                  </a:lnTo>
                  <a:lnTo>
                    <a:pt x="5151209" y="163581"/>
                  </a:lnTo>
                  <a:lnTo>
                    <a:pt x="5069819" y="131354"/>
                  </a:lnTo>
                  <a:lnTo>
                    <a:pt x="4986588" y="102713"/>
                  </a:lnTo>
                  <a:lnTo>
                    <a:pt x="4903689" y="77712"/>
                  </a:lnTo>
                  <a:lnTo>
                    <a:pt x="4823823" y="56431"/>
                  </a:lnTo>
                  <a:lnTo>
                    <a:pt x="4749992" y="38917"/>
                  </a:lnTo>
                  <a:lnTo>
                    <a:pt x="4685119" y="25126"/>
                  </a:lnTo>
                  <a:lnTo>
                    <a:pt x="4631598" y="14870"/>
                  </a:lnTo>
                  <a:lnTo>
                    <a:pt x="4590853" y="7799"/>
                  </a:lnTo>
                  <a:lnTo>
                    <a:pt x="4563030" y="3408"/>
                  </a:lnTo>
                  <a:lnTo>
                    <a:pt x="4546903" y="1087"/>
                  </a:lnTo>
                  <a:lnTo>
                    <a:pt x="4539953" y="171"/>
                  </a:lnTo>
                  <a:lnTo>
                    <a:pt x="4538549" y="0"/>
                  </a:lnTo>
                  <a:lnTo>
                    <a:pt x="4538543" y="0"/>
                  </a:lnTo>
                  <a:lnTo>
                    <a:pt x="4016409" y="0"/>
                  </a:lnTo>
                  <a:lnTo>
                    <a:pt x="4015302" y="90"/>
                  </a:lnTo>
                  <a:lnTo>
                    <a:pt x="4008040" y="734"/>
                  </a:lnTo>
                  <a:lnTo>
                    <a:pt x="3989800" y="2515"/>
                  </a:lnTo>
                  <a:lnTo>
                    <a:pt x="3957363" y="6017"/>
                  </a:lnTo>
                  <a:lnTo>
                    <a:pt x="3909378" y="11769"/>
                  </a:lnTo>
                  <a:lnTo>
                    <a:pt x="3846453" y="20187"/>
                  </a:lnTo>
                  <a:lnTo>
                    <a:pt x="3770919" y="31533"/>
                  </a:lnTo>
                  <a:lnTo>
                    <a:pt x="3686273" y="45915"/>
                  </a:lnTo>
                  <a:lnTo>
                    <a:pt x="3596459" y="63325"/>
                  </a:lnTo>
                  <a:lnTo>
                    <a:pt x="3505208" y="83700"/>
                  </a:lnTo>
                  <a:lnTo>
                    <a:pt x="3415587" y="106979"/>
                  </a:lnTo>
                  <a:lnTo>
                    <a:pt x="3329791" y="133166"/>
                  </a:lnTo>
                  <a:lnTo>
                    <a:pt x="3249150" y="162356"/>
                  </a:lnTo>
                  <a:lnTo>
                    <a:pt x="3174254" y="194759"/>
                  </a:lnTo>
                  <a:lnTo>
                    <a:pt x="3105128" y="230704"/>
                  </a:lnTo>
                  <a:lnTo>
                    <a:pt x="3041401" y="270635"/>
                  </a:lnTo>
                  <a:lnTo>
                    <a:pt x="2982452" y="315094"/>
                  </a:lnTo>
                  <a:lnTo>
                    <a:pt x="2927520" y="364699"/>
                  </a:lnTo>
                  <a:lnTo>
                    <a:pt x="2875790" y="420096"/>
                  </a:lnTo>
                  <a:lnTo>
                    <a:pt x="2826454" y="481866"/>
                  </a:lnTo>
                  <a:lnTo>
                    <a:pt x="2778777" y="550395"/>
                  </a:lnTo>
                  <a:lnTo>
                    <a:pt x="2770117" y="563775"/>
                  </a:lnTo>
                  <a:lnTo>
                    <a:pt x="2735448" y="620145"/>
                  </a:lnTo>
                  <a:lnTo>
                    <a:pt x="2701096" y="680350"/>
                  </a:lnTo>
                  <a:lnTo>
                    <a:pt x="2666876" y="744469"/>
                  </a:lnTo>
                  <a:lnTo>
                    <a:pt x="2632644" y="812527"/>
                  </a:lnTo>
                  <a:lnTo>
                    <a:pt x="2598285" y="884493"/>
                  </a:lnTo>
                  <a:lnTo>
                    <a:pt x="2563717" y="960269"/>
                  </a:lnTo>
                  <a:lnTo>
                    <a:pt x="2528881" y="1039691"/>
                  </a:lnTo>
                  <a:lnTo>
                    <a:pt x="2493747" y="1122526"/>
                  </a:lnTo>
                  <a:lnTo>
                    <a:pt x="2458307" y="1208470"/>
                  </a:lnTo>
                  <a:lnTo>
                    <a:pt x="2422573" y="1297151"/>
                  </a:lnTo>
                  <a:lnTo>
                    <a:pt x="2386576" y="1388136"/>
                  </a:lnTo>
                  <a:lnTo>
                    <a:pt x="2350363" y="1480936"/>
                  </a:lnTo>
                  <a:lnTo>
                    <a:pt x="2313992" y="1575019"/>
                  </a:lnTo>
                  <a:lnTo>
                    <a:pt x="2277533" y="1669819"/>
                  </a:lnTo>
                  <a:lnTo>
                    <a:pt x="2241056" y="1764752"/>
                  </a:lnTo>
                  <a:lnTo>
                    <a:pt x="2204637" y="1859231"/>
                  </a:lnTo>
                  <a:lnTo>
                    <a:pt x="2168345" y="1952681"/>
                  </a:lnTo>
                  <a:lnTo>
                    <a:pt x="2132243" y="2044552"/>
                  </a:lnTo>
                  <a:lnTo>
                    <a:pt x="2096385" y="2134334"/>
                  </a:lnTo>
                  <a:lnTo>
                    <a:pt x="2060809" y="2221567"/>
                  </a:lnTo>
                  <a:lnTo>
                    <a:pt x="2025536" y="2305851"/>
                  </a:lnTo>
                  <a:lnTo>
                    <a:pt x="1990568" y="2386853"/>
                  </a:lnTo>
                  <a:lnTo>
                    <a:pt x="1955884" y="2464305"/>
                  </a:lnTo>
                  <a:lnTo>
                    <a:pt x="1921439" y="2538012"/>
                  </a:lnTo>
                  <a:lnTo>
                    <a:pt x="1887161" y="2607848"/>
                  </a:lnTo>
                  <a:lnTo>
                    <a:pt x="1852952" y="2673752"/>
                  </a:lnTo>
                  <a:lnTo>
                    <a:pt x="1818680" y="2735723"/>
                  </a:lnTo>
                  <a:lnTo>
                    <a:pt x="1784180" y="2793816"/>
                  </a:lnTo>
                  <a:lnTo>
                    <a:pt x="1768425" y="2818879"/>
                  </a:lnTo>
                  <a:lnTo>
                    <a:pt x="1720985" y="2888666"/>
                  </a:lnTo>
                  <a:lnTo>
                    <a:pt x="1672006" y="2951663"/>
                  </a:lnTo>
                  <a:lnTo>
                    <a:pt x="1620777" y="3008195"/>
                  </a:lnTo>
                  <a:lnTo>
                    <a:pt x="1566498" y="3058820"/>
                  </a:lnTo>
                  <a:lnTo>
                    <a:pt x="1508349" y="3104180"/>
                  </a:lnTo>
                  <a:lnTo>
                    <a:pt x="1445555" y="3144902"/>
                  </a:lnTo>
                  <a:lnTo>
                    <a:pt x="1377461" y="3181545"/>
                  </a:lnTo>
                  <a:lnTo>
                    <a:pt x="1303642" y="3214573"/>
                  </a:lnTo>
                  <a:lnTo>
                    <a:pt x="1224035" y="3244337"/>
                  </a:lnTo>
                  <a:lnTo>
                    <a:pt x="1139114" y="3271067"/>
                  </a:lnTo>
                  <a:lnTo>
                    <a:pt x="1050059" y="3294880"/>
                  </a:lnTo>
                  <a:lnTo>
                    <a:pt x="958903" y="3315793"/>
                  </a:lnTo>
                  <a:lnTo>
                    <a:pt x="868559" y="3333755"/>
                  </a:lnTo>
                  <a:lnTo>
                    <a:pt x="782662" y="3348699"/>
                  </a:lnTo>
                  <a:lnTo>
                    <a:pt x="705161" y="3360601"/>
                  </a:lnTo>
                  <a:lnTo>
                    <a:pt x="639692" y="3369544"/>
                  </a:lnTo>
                  <a:lnTo>
                    <a:pt x="588850" y="3375761"/>
                  </a:lnTo>
                  <a:lnTo>
                    <a:pt x="553589" y="3379640"/>
                  </a:lnTo>
                  <a:lnTo>
                    <a:pt x="532922" y="3381695"/>
                  </a:lnTo>
                  <a:lnTo>
                    <a:pt x="523954" y="3382505"/>
                  </a:lnTo>
                  <a:lnTo>
                    <a:pt x="522140" y="3382654"/>
                  </a:lnTo>
                  <a:lnTo>
                    <a:pt x="522133" y="3382655"/>
                  </a:lnTo>
                  <a:lnTo>
                    <a:pt x="0" y="3382655"/>
                  </a:lnTo>
                  <a:lnTo>
                    <a:pt x="0" y="3382655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274" name="pg1274"/>
            <p:cNvSpPr/>
            <p:nvPr/>
          </p:nvSpPr>
          <p:spPr>
            <a:xfrm>
              <a:off x="386606" y="637769"/>
              <a:ext cx="8554953" cy="3557717"/>
            </a:xfrm>
            <a:custGeom>
              <a:avLst/>
              <a:pathLst>
                <a:path w="8554953" h="3557717">
                  <a:moveTo>
                    <a:pt x="0" y="3557717"/>
                  </a:moveTo>
                  <a:lnTo>
                    <a:pt x="522133" y="3557717"/>
                  </a:lnTo>
                  <a:lnTo>
                    <a:pt x="523242" y="3557627"/>
                  </a:lnTo>
                  <a:lnTo>
                    <a:pt x="530513" y="3556986"/>
                  </a:lnTo>
                  <a:lnTo>
                    <a:pt x="548774" y="3555211"/>
                  </a:lnTo>
                  <a:lnTo>
                    <a:pt x="581247" y="3551723"/>
                  </a:lnTo>
                  <a:lnTo>
                    <a:pt x="629282" y="3545992"/>
                  </a:lnTo>
                  <a:lnTo>
                    <a:pt x="692267" y="3537606"/>
                  </a:lnTo>
                  <a:lnTo>
                    <a:pt x="767864" y="3526304"/>
                  </a:lnTo>
                  <a:lnTo>
                    <a:pt x="852568" y="3511978"/>
                  </a:lnTo>
                  <a:lnTo>
                    <a:pt x="942432" y="3494637"/>
                  </a:lnTo>
                  <a:lnTo>
                    <a:pt x="1033720" y="3474344"/>
                  </a:lnTo>
                  <a:lnTo>
                    <a:pt x="1123367" y="3451158"/>
                  </a:lnTo>
                  <a:lnTo>
                    <a:pt x="1209176" y="3425077"/>
                  </a:lnTo>
                  <a:lnTo>
                    <a:pt x="1289822" y="3396005"/>
                  </a:lnTo>
                  <a:lnTo>
                    <a:pt x="1364716" y="3363731"/>
                  </a:lnTo>
                  <a:lnTo>
                    <a:pt x="1433837" y="3327928"/>
                  </a:lnTo>
                  <a:lnTo>
                    <a:pt x="1497557" y="3288153"/>
                  </a:lnTo>
                  <a:lnTo>
                    <a:pt x="1556501" y="3243864"/>
                  </a:lnTo>
                  <a:lnTo>
                    <a:pt x="1611428" y="3194445"/>
                  </a:lnTo>
                  <a:lnTo>
                    <a:pt x="1663159" y="3139255"/>
                  </a:lnTo>
                  <a:lnTo>
                    <a:pt x="1712499" y="3077713"/>
                  </a:lnTo>
                  <a:lnTo>
                    <a:pt x="1760185" y="3009440"/>
                  </a:lnTo>
                  <a:lnTo>
                    <a:pt x="1768425" y="2996765"/>
                  </a:lnTo>
                  <a:lnTo>
                    <a:pt x="1803166" y="2940556"/>
                  </a:lnTo>
                  <a:lnTo>
                    <a:pt x="1837590" y="2880515"/>
                  </a:lnTo>
                  <a:lnTo>
                    <a:pt x="1871881" y="2816563"/>
                  </a:lnTo>
                  <a:lnTo>
                    <a:pt x="1906186" y="2748674"/>
                  </a:lnTo>
                  <a:lnTo>
                    <a:pt x="1940618" y="2676882"/>
                  </a:lnTo>
                  <a:lnTo>
                    <a:pt x="1975262" y="2601285"/>
                  </a:lnTo>
                  <a:lnTo>
                    <a:pt x="2010175" y="2522046"/>
                  </a:lnTo>
                  <a:lnTo>
                    <a:pt x="2045387" y="2439402"/>
                  </a:lnTo>
                  <a:lnTo>
                    <a:pt x="2080907" y="2353658"/>
                  </a:lnTo>
                  <a:lnTo>
                    <a:pt x="2116722" y="2265186"/>
                  </a:lnTo>
                  <a:lnTo>
                    <a:pt x="2152799" y="2174421"/>
                  </a:lnTo>
                  <a:lnTo>
                    <a:pt x="2189093" y="2081855"/>
                  </a:lnTo>
                  <a:lnTo>
                    <a:pt x="2225543" y="1988021"/>
                  </a:lnTo>
                  <a:lnTo>
                    <a:pt x="2262081" y="1893486"/>
                  </a:lnTo>
                  <a:lnTo>
                    <a:pt x="2298633" y="1798836"/>
                  </a:lnTo>
                  <a:lnTo>
                    <a:pt x="2335126" y="1704657"/>
                  </a:lnTo>
                  <a:lnTo>
                    <a:pt x="2371488" y="1611526"/>
                  </a:lnTo>
                  <a:lnTo>
                    <a:pt x="2407657" y="1519992"/>
                  </a:lnTo>
                  <a:lnTo>
                    <a:pt x="2443580" y="1430563"/>
                  </a:lnTo>
                  <a:lnTo>
                    <a:pt x="2479219" y="1343697"/>
                  </a:lnTo>
                  <a:lnTo>
                    <a:pt x="2514553" y="1259793"/>
                  </a:lnTo>
                  <a:lnTo>
                    <a:pt x="2549581" y="1179183"/>
                  </a:lnTo>
                  <a:lnTo>
                    <a:pt x="2584325" y="1102130"/>
                  </a:lnTo>
                  <a:lnTo>
                    <a:pt x="2618832" y="1028826"/>
                  </a:lnTo>
                  <a:lnTo>
                    <a:pt x="2653175" y="959394"/>
                  </a:lnTo>
                  <a:lnTo>
                    <a:pt x="2687456" y="893893"/>
                  </a:lnTo>
                  <a:lnTo>
                    <a:pt x="2721808" y="832320"/>
                  </a:lnTo>
                  <a:lnTo>
                    <a:pt x="2756400" y="774616"/>
                  </a:lnTo>
                  <a:lnTo>
                    <a:pt x="2770117" y="752956"/>
                  </a:lnTo>
                  <a:lnTo>
                    <a:pt x="2817578" y="683490"/>
                  </a:lnTo>
                  <a:lnTo>
                    <a:pt x="2866579" y="620786"/>
                  </a:lnTo>
                  <a:lnTo>
                    <a:pt x="2917833" y="564520"/>
                  </a:lnTo>
                  <a:lnTo>
                    <a:pt x="2972140" y="514135"/>
                  </a:lnTo>
                  <a:lnTo>
                    <a:pt x="3030321" y="468993"/>
                  </a:lnTo>
                  <a:lnTo>
                    <a:pt x="3093154" y="428468"/>
                  </a:lnTo>
                  <a:lnTo>
                    <a:pt x="3161292" y="392003"/>
                  </a:lnTo>
                  <a:lnTo>
                    <a:pt x="3235161" y="359137"/>
                  </a:lnTo>
                  <a:lnTo>
                    <a:pt x="3314822" y="329522"/>
                  </a:lnTo>
                  <a:lnTo>
                    <a:pt x="3399799" y="302926"/>
                  </a:lnTo>
                  <a:lnTo>
                    <a:pt x="3488906" y="279235"/>
                  </a:lnTo>
                  <a:lnTo>
                    <a:pt x="3580104" y="258432"/>
                  </a:lnTo>
                  <a:lnTo>
                    <a:pt x="3670473" y="240568"/>
                  </a:lnTo>
                  <a:lnTo>
                    <a:pt x="3756370" y="225710"/>
                  </a:lnTo>
                  <a:lnTo>
                    <a:pt x="3833839" y="213881"/>
                  </a:lnTo>
                  <a:lnTo>
                    <a:pt x="3899247" y="204998"/>
                  </a:lnTo>
                  <a:lnTo>
                    <a:pt x="3950003" y="198827"/>
                  </a:lnTo>
                  <a:lnTo>
                    <a:pt x="3985164" y="194981"/>
                  </a:lnTo>
                  <a:lnTo>
                    <a:pt x="4005735" y="192948"/>
                  </a:lnTo>
                  <a:lnTo>
                    <a:pt x="4014627" y="192150"/>
                  </a:lnTo>
                  <a:lnTo>
                    <a:pt x="4016409" y="192003"/>
                  </a:lnTo>
                  <a:lnTo>
                    <a:pt x="4538543" y="192003"/>
                  </a:lnTo>
                  <a:lnTo>
                    <a:pt x="4539812" y="191998"/>
                  </a:lnTo>
                  <a:lnTo>
                    <a:pt x="4548110" y="191957"/>
                  </a:lnTo>
                  <a:lnTo>
                    <a:pt x="4568853" y="191844"/>
                  </a:lnTo>
                  <a:lnTo>
                    <a:pt x="4605498" y="191622"/>
                  </a:lnTo>
                  <a:lnTo>
                    <a:pt x="4659222" y="191259"/>
                  </a:lnTo>
                  <a:lnTo>
                    <a:pt x="4728870" y="190730"/>
                  </a:lnTo>
                  <a:lnTo>
                    <a:pt x="4811348" y="190021"/>
                  </a:lnTo>
                  <a:lnTo>
                    <a:pt x="4902399" y="189129"/>
                  </a:lnTo>
                  <a:lnTo>
                    <a:pt x="4997509" y="188055"/>
                  </a:lnTo>
                  <a:lnTo>
                    <a:pt x="5092656" y="186803"/>
                  </a:lnTo>
                  <a:lnTo>
                    <a:pt x="5184757" y="185376"/>
                  </a:lnTo>
                  <a:lnTo>
                    <a:pt x="5271793" y="183772"/>
                  </a:lnTo>
                  <a:lnTo>
                    <a:pt x="5352722" y="181979"/>
                  </a:lnTo>
                  <a:lnTo>
                    <a:pt x="5427275" y="179980"/>
                  </a:lnTo>
                  <a:lnTo>
                    <a:pt x="5495732" y="177751"/>
                  </a:lnTo>
                  <a:lnTo>
                    <a:pt x="5558732" y="175257"/>
                  </a:lnTo>
                  <a:lnTo>
                    <a:pt x="5617114" y="172462"/>
                  </a:lnTo>
                  <a:lnTo>
                    <a:pt x="5671811" y="169324"/>
                  </a:lnTo>
                  <a:lnTo>
                    <a:pt x="5723754" y="165806"/>
                  </a:lnTo>
                  <a:lnTo>
                    <a:pt x="5773803" y="161880"/>
                  </a:lnTo>
                  <a:lnTo>
                    <a:pt x="5784835" y="160944"/>
                  </a:lnTo>
                  <a:lnTo>
                    <a:pt x="5838889" y="155996"/>
                  </a:lnTo>
                  <a:lnTo>
                    <a:pt x="5892423" y="150525"/>
                  </a:lnTo>
                  <a:lnTo>
                    <a:pt x="5946018" y="144524"/>
                  </a:lnTo>
                  <a:lnTo>
                    <a:pt x="6000063" y="138007"/>
                  </a:lnTo>
                  <a:lnTo>
                    <a:pt x="6054777" y="131006"/>
                  </a:lnTo>
                  <a:lnTo>
                    <a:pt x="6110236" y="123580"/>
                  </a:lnTo>
                  <a:lnTo>
                    <a:pt x="6166383" y="115808"/>
                  </a:lnTo>
                  <a:lnTo>
                    <a:pt x="6223062" y="107788"/>
                  </a:lnTo>
                  <a:lnTo>
                    <a:pt x="6280042" y="99634"/>
                  </a:lnTo>
                  <a:lnTo>
                    <a:pt x="6337049" y="91468"/>
                  </a:lnTo>
                  <a:lnTo>
                    <a:pt x="6393808" y="83412"/>
                  </a:lnTo>
                  <a:lnTo>
                    <a:pt x="6450075" y="75582"/>
                  </a:lnTo>
                  <a:lnTo>
                    <a:pt x="6505678" y="68080"/>
                  </a:lnTo>
                  <a:lnTo>
                    <a:pt x="6560538" y="60991"/>
                  </a:lnTo>
                  <a:lnTo>
                    <a:pt x="6614703" y="54374"/>
                  </a:lnTo>
                  <a:lnTo>
                    <a:pt x="6668361" y="48270"/>
                  </a:lnTo>
                  <a:lnTo>
                    <a:pt x="6721868" y="42694"/>
                  </a:lnTo>
                  <a:lnTo>
                    <a:pt x="6775763" y="37644"/>
                  </a:lnTo>
                  <a:lnTo>
                    <a:pt x="6786527" y="36706"/>
                  </a:lnTo>
                  <a:lnTo>
                    <a:pt x="6836253" y="32688"/>
                  </a:lnTo>
                  <a:lnTo>
                    <a:pt x="6887702" y="29080"/>
                  </a:lnTo>
                  <a:lnTo>
                    <a:pt x="6941702" y="25860"/>
                  </a:lnTo>
                  <a:lnTo>
                    <a:pt x="6999176" y="22991"/>
                  </a:lnTo>
                  <a:lnTo>
                    <a:pt x="7061063" y="20434"/>
                  </a:lnTo>
                  <a:lnTo>
                    <a:pt x="7128232" y="18148"/>
                  </a:lnTo>
                  <a:lnTo>
                    <a:pt x="7201379" y="16100"/>
                  </a:lnTo>
                  <a:lnTo>
                    <a:pt x="7280879" y="14263"/>
                  </a:lnTo>
                  <a:lnTo>
                    <a:pt x="7366607" y="12618"/>
                  </a:lnTo>
                  <a:lnTo>
                    <a:pt x="7457710" y="11151"/>
                  </a:lnTo>
                  <a:lnTo>
                    <a:pt x="7552405" y="9861"/>
                  </a:lnTo>
                  <a:lnTo>
                    <a:pt x="7647844" y="8746"/>
                  </a:lnTo>
                  <a:lnTo>
                    <a:pt x="7740190" y="7813"/>
                  </a:lnTo>
                  <a:lnTo>
                    <a:pt x="7824982" y="7063"/>
                  </a:lnTo>
                  <a:lnTo>
                    <a:pt x="7897830" y="6495"/>
                  </a:lnTo>
                  <a:lnTo>
                    <a:pt x="7955302" y="6096"/>
                  </a:lnTo>
                  <a:lnTo>
                    <a:pt x="7995758" y="5845"/>
                  </a:lnTo>
                  <a:lnTo>
                    <a:pt x="8019841" y="5711"/>
                  </a:lnTo>
                  <a:lnTo>
                    <a:pt x="8030521" y="5657"/>
                  </a:lnTo>
                  <a:lnTo>
                    <a:pt x="8032819" y="5647"/>
                  </a:lnTo>
                  <a:lnTo>
                    <a:pt x="8554953" y="5647"/>
                  </a:lnTo>
                  <a:lnTo>
                    <a:pt x="8554953" y="0"/>
                  </a:lnTo>
                  <a:lnTo>
                    <a:pt x="8032819" y="0"/>
                  </a:lnTo>
                  <a:lnTo>
                    <a:pt x="8031550" y="5"/>
                  </a:lnTo>
                  <a:lnTo>
                    <a:pt x="8023252" y="46"/>
                  </a:lnTo>
                  <a:lnTo>
                    <a:pt x="8002509" y="159"/>
                  </a:lnTo>
                  <a:lnTo>
                    <a:pt x="7965864" y="381"/>
                  </a:lnTo>
                  <a:lnTo>
                    <a:pt x="7912140" y="744"/>
                  </a:lnTo>
                  <a:lnTo>
                    <a:pt x="7842492" y="1273"/>
                  </a:lnTo>
                  <a:lnTo>
                    <a:pt x="7760014" y="1981"/>
                  </a:lnTo>
                  <a:lnTo>
                    <a:pt x="7668963" y="2874"/>
                  </a:lnTo>
                  <a:lnTo>
                    <a:pt x="7573853" y="3948"/>
                  </a:lnTo>
                  <a:lnTo>
                    <a:pt x="7478706" y="5200"/>
                  </a:lnTo>
                  <a:lnTo>
                    <a:pt x="7386605" y="6627"/>
                  </a:lnTo>
                  <a:lnTo>
                    <a:pt x="7299569" y="8231"/>
                  </a:lnTo>
                  <a:lnTo>
                    <a:pt x="7218640" y="10024"/>
                  </a:lnTo>
                  <a:lnTo>
                    <a:pt x="7144087" y="12022"/>
                  </a:lnTo>
                  <a:lnTo>
                    <a:pt x="7075630" y="14252"/>
                  </a:lnTo>
                  <a:lnTo>
                    <a:pt x="7012630" y="16745"/>
                  </a:lnTo>
                  <a:lnTo>
                    <a:pt x="6954248" y="19541"/>
                  </a:lnTo>
                  <a:lnTo>
                    <a:pt x="6899551" y="22679"/>
                  </a:lnTo>
                  <a:lnTo>
                    <a:pt x="6847607" y="26197"/>
                  </a:lnTo>
                  <a:lnTo>
                    <a:pt x="6797559" y="30123"/>
                  </a:lnTo>
                  <a:lnTo>
                    <a:pt x="6786527" y="31059"/>
                  </a:lnTo>
                  <a:lnTo>
                    <a:pt x="6732473" y="36007"/>
                  </a:lnTo>
                  <a:lnTo>
                    <a:pt x="6678939" y="41478"/>
                  </a:lnTo>
                  <a:lnTo>
                    <a:pt x="6625344" y="47479"/>
                  </a:lnTo>
                  <a:lnTo>
                    <a:pt x="6571299" y="53996"/>
                  </a:lnTo>
                  <a:lnTo>
                    <a:pt x="6516585" y="60996"/>
                  </a:lnTo>
                  <a:lnTo>
                    <a:pt x="6461126" y="68422"/>
                  </a:lnTo>
                  <a:lnTo>
                    <a:pt x="6404979" y="76195"/>
                  </a:lnTo>
                  <a:lnTo>
                    <a:pt x="6348300" y="84215"/>
                  </a:lnTo>
                  <a:lnTo>
                    <a:pt x="6291320" y="92369"/>
                  </a:lnTo>
                  <a:lnTo>
                    <a:pt x="6234313" y="100535"/>
                  </a:lnTo>
                  <a:lnTo>
                    <a:pt x="6177554" y="108591"/>
                  </a:lnTo>
                  <a:lnTo>
                    <a:pt x="6121287" y="116421"/>
                  </a:lnTo>
                  <a:lnTo>
                    <a:pt x="6065684" y="123922"/>
                  </a:lnTo>
                  <a:lnTo>
                    <a:pt x="6010824" y="131012"/>
                  </a:lnTo>
                  <a:lnTo>
                    <a:pt x="5956659" y="137629"/>
                  </a:lnTo>
                  <a:lnTo>
                    <a:pt x="5903000" y="143733"/>
                  </a:lnTo>
                  <a:lnTo>
                    <a:pt x="5849494" y="149309"/>
                  </a:lnTo>
                  <a:lnTo>
                    <a:pt x="5795599" y="154359"/>
                  </a:lnTo>
                  <a:lnTo>
                    <a:pt x="5784835" y="155297"/>
                  </a:lnTo>
                  <a:lnTo>
                    <a:pt x="5735109" y="159315"/>
                  </a:lnTo>
                  <a:lnTo>
                    <a:pt x="5683660" y="162923"/>
                  </a:lnTo>
                  <a:lnTo>
                    <a:pt x="5629660" y="166143"/>
                  </a:lnTo>
                  <a:lnTo>
                    <a:pt x="5572186" y="169011"/>
                  </a:lnTo>
                  <a:lnTo>
                    <a:pt x="5510299" y="171569"/>
                  </a:lnTo>
                  <a:lnTo>
                    <a:pt x="5443130" y="173855"/>
                  </a:lnTo>
                  <a:lnTo>
                    <a:pt x="5369983" y="175902"/>
                  </a:lnTo>
                  <a:lnTo>
                    <a:pt x="5290483" y="177739"/>
                  </a:lnTo>
                  <a:lnTo>
                    <a:pt x="5204755" y="179385"/>
                  </a:lnTo>
                  <a:lnTo>
                    <a:pt x="5113652" y="180851"/>
                  </a:lnTo>
                  <a:lnTo>
                    <a:pt x="5018957" y="182142"/>
                  </a:lnTo>
                  <a:lnTo>
                    <a:pt x="4923518" y="183257"/>
                  </a:lnTo>
                  <a:lnTo>
                    <a:pt x="4831172" y="184190"/>
                  </a:lnTo>
                  <a:lnTo>
                    <a:pt x="4746380" y="184940"/>
                  </a:lnTo>
                  <a:lnTo>
                    <a:pt x="4673532" y="185508"/>
                  </a:lnTo>
                  <a:lnTo>
                    <a:pt x="4616060" y="185907"/>
                  </a:lnTo>
                  <a:lnTo>
                    <a:pt x="4575604" y="186158"/>
                  </a:lnTo>
                  <a:lnTo>
                    <a:pt x="4551521" y="186292"/>
                  </a:lnTo>
                  <a:lnTo>
                    <a:pt x="4540840" y="186346"/>
                  </a:lnTo>
                  <a:lnTo>
                    <a:pt x="4538543" y="186356"/>
                  </a:lnTo>
                  <a:lnTo>
                    <a:pt x="4016409" y="186356"/>
                  </a:lnTo>
                  <a:lnTo>
                    <a:pt x="4015301" y="186446"/>
                  </a:lnTo>
                  <a:lnTo>
                    <a:pt x="4008029" y="187088"/>
                  </a:lnTo>
                  <a:lnTo>
                    <a:pt x="3989768" y="188862"/>
                  </a:lnTo>
                  <a:lnTo>
                    <a:pt x="3957295" y="192351"/>
                  </a:lnTo>
                  <a:lnTo>
                    <a:pt x="3909260" y="198081"/>
                  </a:lnTo>
                  <a:lnTo>
                    <a:pt x="3846275" y="206467"/>
                  </a:lnTo>
                  <a:lnTo>
                    <a:pt x="3770679" y="217769"/>
                  </a:lnTo>
                  <a:lnTo>
                    <a:pt x="3685974" y="232095"/>
                  </a:lnTo>
                  <a:lnTo>
                    <a:pt x="3596110" y="249437"/>
                  </a:lnTo>
                  <a:lnTo>
                    <a:pt x="3504822" y="269729"/>
                  </a:lnTo>
                  <a:lnTo>
                    <a:pt x="3415175" y="292915"/>
                  </a:lnTo>
                  <a:lnTo>
                    <a:pt x="3329366" y="318996"/>
                  </a:lnTo>
                  <a:lnTo>
                    <a:pt x="3248720" y="348069"/>
                  </a:lnTo>
                  <a:lnTo>
                    <a:pt x="3173827" y="380343"/>
                  </a:lnTo>
                  <a:lnTo>
                    <a:pt x="3104706" y="416146"/>
                  </a:lnTo>
                  <a:lnTo>
                    <a:pt x="3040985" y="455921"/>
                  </a:lnTo>
                  <a:lnTo>
                    <a:pt x="2982041" y="500209"/>
                  </a:lnTo>
                  <a:lnTo>
                    <a:pt x="2927114" y="549628"/>
                  </a:lnTo>
                  <a:lnTo>
                    <a:pt x="2875383" y="604818"/>
                  </a:lnTo>
                  <a:lnTo>
                    <a:pt x="2826043" y="666360"/>
                  </a:lnTo>
                  <a:lnTo>
                    <a:pt x="2778357" y="734634"/>
                  </a:lnTo>
                  <a:lnTo>
                    <a:pt x="2770117" y="747308"/>
                  </a:lnTo>
                  <a:lnTo>
                    <a:pt x="2735376" y="803517"/>
                  </a:lnTo>
                  <a:lnTo>
                    <a:pt x="2700952" y="863558"/>
                  </a:lnTo>
                  <a:lnTo>
                    <a:pt x="2666661" y="927510"/>
                  </a:lnTo>
                  <a:lnTo>
                    <a:pt x="2632356" y="995399"/>
                  </a:lnTo>
                  <a:lnTo>
                    <a:pt x="2597924" y="1067191"/>
                  </a:lnTo>
                  <a:lnTo>
                    <a:pt x="2563280" y="1142789"/>
                  </a:lnTo>
                  <a:lnTo>
                    <a:pt x="2528368" y="1222027"/>
                  </a:lnTo>
                  <a:lnTo>
                    <a:pt x="2493155" y="1304671"/>
                  </a:lnTo>
                  <a:lnTo>
                    <a:pt x="2457635" y="1390415"/>
                  </a:lnTo>
                  <a:lnTo>
                    <a:pt x="2421820" y="1478888"/>
                  </a:lnTo>
                  <a:lnTo>
                    <a:pt x="2385743" y="1569652"/>
                  </a:lnTo>
                  <a:lnTo>
                    <a:pt x="2349449" y="1662219"/>
                  </a:lnTo>
                  <a:lnTo>
                    <a:pt x="2312999" y="1756053"/>
                  </a:lnTo>
                  <a:lnTo>
                    <a:pt x="2276462" y="1850587"/>
                  </a:lnTo>
                  <a:lnTo>
                    <a:pt x="2239909" y="1945238"/>
                  </a:lnTo>
                  <a:lnTo>
                    <a:pt x="2203417" y="2039416"/>
                  </a:lnTo>
                  <a:lnTo>
                    <a:pt x="2167054" y="2132547"/>
                  </a:lnTo>
                  <a:lnTo>
                    <a:pt x="2130885" y="2224082"/>
                  </a:lnTo>
                  <a:lnTo>
                    <a:pt x="2094962" y="2313511"/>
                  </a:lnTo>
                  <a:lnTo>
                    <a:pt x="2059323" y="2400376"/>
                  </a:lnTo>
                  <a:lnTo>
                    <a:pt x="2023990" y="2484280"/>
                  </a:lnTo>
                  <a:lnTo>
                    <a:pt x="1988962" y="2564890"/>
                  </a:lnTo>
                  <a:lnTo>
                    <a:pt x="1954217" y="2641943"/>
                  </a:lnTo>
                  <a:lnTo>
                    <a:pt x="1919710" y="2715248"/>
                  </a:lnTo>
                  <a:lnTo>
                    <a:pt x="1885367" y="2784679"/>
                  </a:lnTo>
                  <a:lnTo>
                    <a:pt x="1851086" y="2850180"/>
                  </a:lnTo>
                  <a:lnTo>
                    <a:pt x="1816734" y="2911753"/>
                  </a:lnTo>
                  <a:lnTo>
                    <a:pt x="1782142" y="2969457"/>
                  </a:lnTo>
                  <a:lnTo>
                    <a:pt x="1768425" y="2991118"/>
                  </a:lnTo>
                  <a:lnTo>
                    <a:pt x="1720964" y="3060583"/>
                  </a:lnTo>
                  <a:lnTo>
                    <a:pt x="1671964" y="3123287"/>
                  </a:lnTo>
                  <a:lnTo>
                    <a:pt x="1620710" y="3179553"/>
                  </a:lnTo>
                  <a:lnTo>
                    <a:pt x="1566402" y="3229938"/>
                  </a:lnTo>
                  <a:lnTo>
                    <a:pt x="1508221" y="3275081"/>
                  </a:lnTo>
                  <a:lnTo>
                    <a:pt x="1445388" y="3315606"/>
                  </a:lnTo>
                  <a:lnTo>
                    <a:pt x="1377250" y="3352070"/>
                  </a:lnTo>
                  <a:lnTo>
                    <a:pt x="1303381" y="3384936"/>
                  </a:lnTo>
                  <a:lnTo>
                    <a:pt x="1223720" y="3414552"/>
                  </a:lnTo>
                  <a:lnTo>
                    <a:pt x="1138743" y="3441147"/>
                  </a:lnTo>
                  <a:lnTo>
                    <a:pt x="1049636" y="3464839"/>
                  </a:lnTo>
                  <a:lnTo>
                    <a:pt x="958438" y="3485642"/>
                  </a:lnTo>
                  <a:lnTo>
                    <a:pt x="868069" y="3503506"/>
                  </a:lnTo>
                  <a:lnTo>
                    <a:pt x="782172" y="3518364"/>
                  </a:lnTo>
                  <a:lnTo>
                    <a:pt x="704703" y="3530192"/>
                  </a:lnTo>
                  <a:lnTo>
                    <a:pt x="639295" y="3539075"/>
                  </a:lnTo>
                  <a:lnTo>
                    <a:pt x="588539" y="3545246"/>
                  </a:lnTo>
                  <a:lnTo>
                    <a:pt x="553379" y="3549092"/>
                  </a:lnTo>
                  <a:lnTo>
                    <a:pt x="532808" y="3551126"/>
                  </a:lnTo>
                  <a:lnTo>
                    <a:pt x="523916" y="3551924"/>
                  </a:lnTo>
                  <a:lnTo>
                    <a:pt x="522133" y="3552070"/>
                  </a:lnTo>
                  <a:lnTo>
                    <a:pt x="0" y="3552070"/>
                  </a:lnTo>
                  <a:close/>
                </a:path>
              </a:pathLst>
            </a:custGeom>
            <a:solidFill>
              <a:srgbClr val="67C1B3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1275" name="pl1275"/>
            <p:cNvSpPr/>
            <p:nvPr/>
          </p:nvSpPr>
          <p:spPr>
            <a:xfrm>
              <a:off x="386606" y="643416"/>
              <a:ext cx="8554953" cy="3552070"/>
            </a:xfrm>
            <a:custGeom>
              <a:avLst/>
              <a:pathLst>
                <a:path w="8554953" h="3552070">
                  <a:moveTo>
                    <a:pt x="0" y="3552070"/>
                  </a:moveTo>
                  <a:lnTo>
                    <a:pt x="522133" y="3552070"/>
                  </a:lnTo>
                  <a:lnTo>
                    <a:pt x="523242" y="3551980"/>
                  </a:lnTo>
                  <a:lnTo>
                    <a:pt x="530513" y="3551338"/>
                  </a:lnTo>
                  <a:lnTo>
                    <a:pt x="548774" y="3549564"/>
                  </a:lnTo>
                  <a:lnTo>
                    <a:pt x="581247" y="3546076"/>
                  </a:lnTo>
                  <a:lnTo>
                    <a:pt x="629282" y="3540345"/>
                  </a:lnTo>
                  <a:lnTo>
                    <a:pt x="692267" y="3531959"/>
                  </a:lnTo>
                  <a:lnTo>
                    <a:pt x="767864" y="3520657"/>
                  </a:lnTo>
                  <a:lnTo>
                    <a:pt x="852568" y="3506331"/>
                  </a:lnTo>
                  <a:lnTo>
                    <a:pt x="942432" y="3488989"/>
                  </a:lnTo>
                  <a:lnTo>
                    <a:pt x="1033720" y="3468697"/>
                  </a:lnTo>
                  <a:lnTo>
                    <a:pt x="1123367" y="3445511"/>
                  </a:lnTo>
                  <a:lnTo>
                    <a:pt x="1209176" y="3419430"/>
                  </a:lnTo>
                  <a:lnTo>
                    <a:pt x="1289822" y="3390358"/>
                  </a:lnTo>
                  <a:lnTo>
                    <a:pt x="1364716" y="3358084"/>
                  </a:lnTo>
                  <a:lnTo>
                    <a:pt x="1433837" y="3322281"/>
                  </a:lnTo>
                  <a:lnTo>
                    <a:pt x="1497557" y="3282506"/>
                  </a:lnTo>
                  <a:lnTo>
                    <a:pt x="1556501" y="3238217"/>
                  </a:lnTo>
                  <a:lnTo>
                    <a:pt x="1611428" y="3188798"/>
                  </a:lnTo>
                  <a:lnTo>
                    <a:pt x="1663159" y="3133608"/>
                  </a:lnTo>
                  <a:lnTo>
                    <a:pt x="1712499" y="3072066"/>
                  </a:lnTo>
                  <a:lnTo>
                    <a:pt x="1760185" y="3003792"/>
                  </a:lnTo>
                  <a:lnTo>
                    <a:pt x="1768425" y="2991118"/>
                  </a:lnTo>
                  <a:lnTo>
                    <a:pt x="1803166" y="2934909"/>
                  </a:lnTo>
                  <a:lnTo>
                    <a:pt x="1837590" y="2874868"/>
                  </a:lnTo>
                  <a:lnTo>
                    <a:pt x="1871881" y="2810916"/>
                  </a:lnTo>
                  <a:lnTo>
                    <a:pt x="1906186" y="2743027"/>
                  </a:lnTo>
                  <a:lnTo>
                    <a:pt x="1940618" y="2671235"/>
                  </a:lnTo>
                  <a:lnTo>
                    <a:pt x="1975262" y="2595638"/>
                  </a:lnTo>
                  <a:lnTo>
                    <a:pt x="2010175" y="2516399"/>
                  </a:lnTo>
                  <a:lnTo>
                    <a:pt x="2045387" y="2433755"/>
                  </a:lnTo>
                  <a:lnTo>
                    <a:pt x="2080907" y="2348011"/>
                  </a:lnTo>
                  <a:lnTo>
                    <a:pt x="2116722" y="2259539"/>
                  </a:lnTo>
                  <a:lnTo>
                    <a:pt x="2152799" y="2168774"/>
                  </a:lnTo>
                  <a:lnTo>
                    <a:pt x="2189093" y="2076208"/>
                  </a:lnTo>
                  <a:lnTo>
                    <a:pt x="2225543" y="1982374"/>
                  </a:lnTo>
                  <a:lnTo>
                    <a:pt x="2262081" y="1887839"/>
                  </a:lnTo>
                  <a:lnTo>
                    <a:pt x="2298633" y="1793189"/>
                  </a:lnTo>
                  <a:lnTo>
                    <a:pt x="2335126" y="1699010"/>
                  </a:lnTo>
                  <a:lnTo>
                    <a:pt x="2371488" y="1605879"/>
                  </a:lnTo>
                  <a:lnTo>
                    <a:pt x="2407657" y="1514345"/>
                  </a:lnTo>
                  <a:lnTo>
                    <a:pt x="2443580" y="1424916"/>
                  </a:lnTo>
                  <a:lnTo>
                    <a:pt x="2479219" y="1338050"/>
                  </a:lnTo>
                  <a:lnTo>
                    <a:pt x="2514553" y="1254146"/>
                  </a:lnTo>
                  <a:lnTo>
                    <a:pt x="2549581" y="1173536"/>
                  </a:lnTo>
                  <a:lnTo>
                    <a:pt x="2584325" y="1096483"/>
                  </a:lnTo>
                  <a:lnTo>
                    <a:pt x="2618832" y="1023179"/>
                  </a:lnTo>
                  <a:lnTo>
                    <a:pt x="2653175" y="953747"/>
                  </a:lnTo>
                  <a:lnTo>
                    <a:pt x="2687456" y="888246"/>
                  </a:lnTo>
                  <a:lnTo>
                    <a:pt x="2721808" y="826673"/>
                  </a:lnTo>
                  <a:lnTo>
                    <a:pt x="2756400" y="768969"/>
                  </a:lnTo>
                  <a:lnTo>
                    <a:pt x="2770117" y="747308"/>
                  </a:lnTo>
                  <a:lnTo>
                    <a:pt x="2817578" y="677843"/>
                  </a:lnTo>
                  <a:lnTo>
                    <a:pt x="2866579" y="615139"/>
                  </a:lnTo>
                  <a:lnTo>
                    <a:pt x="2917833" y="558873"/>
                  </a:lnTo>
                  <a:lnTo>
                    <a:pt x="2972140" y="508488"/>
                  </a:lnTo>
                  <a:lnTo>
                    <a:pt x="3030321" y="463346"/>
                  </a:lnTo>
                  <a:lnTo>
                    <a:pt x="3093154" y="422821"/>
                  </a:lnTo>
                  <a:lnTo>
                    <a:pt x="3161292" y="386356"/>
                  </a:lnTo>
                  <a:lnTo>
                    <a:pt x="3235161" y="353490"/>
                  </a:lnTo>
                  <a:lnTo>
                    <a:pt x="3314822" y="323875"/>
                  </a:lnTo>
                  <a:lnTo>
                    <a:pt x="3399799" y="297279"/>
                  </a:lnTo>
                  <a:lnTo>
                    <a:pt x="3488906" y="273588"/>
                  </a:lnTo>
                  <a:lnTo>
                    <a:pt x="3580104" y="252785"/>
                  </a:lnTo>
                  <a:lnTo>
                    <a:pt x="3670473" y="234920"/>
                  </a:lnTo>
                  <a:lnTo>
                    <a:pt x="3756370" y="220063"/>
                  </a:lnTo>
                  <a:lnTo>
                    <a:pt x="3833839" y="208234"/>
                  </a:lnTo>
                  <a:lnTo>
                    <a:pt x="3899247" y="199351"/>
                  </a:lnTo>
                  <a:lnTo>
                    <a:pt x="3950003" y="193180"/>
                  </a:lnTo>
                  <a:lnTo>
                    <a:pt x="3985164" y="189334"/>
                  </a:lnTo>
                  <a:lnTo>
                    <a:pt x="4005735" y="187300"/>
                  </a:lnTo>
                  <a:lnTo>
                    <a:pt x="4014627" y="186503"/>
                  </a:lnTo>
                  <a:lnTo>
                    <a:pt x="4016403" y="186357"/>
                  </a:lnTo>
                  <a:lnTo>
                    <a:pt x="4016409" y="186356"/>
                  </a:lnTo>
                  <a:lnTo>
                    <a:pt x="4538543" y="186356"/>
                  </a:lnTo>
                  <a:lnTo>
                    <a:pt x="4539812" y="186350"/>
                  </a:lnTo>
                  <a:lnTo>
                    <a:pt x="4548110" y="186310"/>
                  </a:lnTo>
                  <a:lnTo>
                    <a:pt x="4568853" y="186197"/>
                  </a:lnTo>
                  <a:lnTo>
                    <a:pt x="4605498" y="185975"/>
                  </a:lnTo>
                  <a:lnTo>
                    <a:pt x="4659222" y="185612"/>
                  </a:lnTo>
                  <a:lnTo>
                    <a:pt x="4728870" y="185083"/>
                  </a:lnTo>
                  <a:lnTo>
                    <a:pt x="4811348" y="184374"/>
                  </a:lnTo>
                  <a:lnTo>
                    <a:pt x="4902399" y="183482"/>
                  </a:lnTo>
                  <a:lnTo>
                    <a:pt x="4997509" y="182407"/>
                  </a:lnTo>
                  <a:lnTo>
                    <a:pt x="5092656" y="181156"/>
                  </a:lnTo>
                  <a:lnTo>
                    <a:pt x="5184757" y="179729"/>
                  </a:lnTo>
                  <a:lnTo>
                    <a:pt x="5271793" y="178124"/>
                  </a:lnTo>
                  <a:lnTo>
                    <a:pt x="5352722" y="176332"/>
                  </a:lnTo>
                  <a:lnTo>
                    <a:pt x="5427275" y="174333"/>
                  </a:lnTo>
                  <a:lnTo>
                    <a:pt x="5495732" y="172104"/>
                  </a:lnTo>
                  <a:lnTo>
                    <a:pt x="5558732" y="169610"/>
                  </a:lnTo>
                  <a:lnTo>
                    <a:pt x="5617114" y="166815"/>
                  </a:lnTo>
                  <a:lnTo>
                    <a:pt x="5671811" y="163677"/>
                  </a:lnTo>
                  <a:lnTo>
                    <a:pt x="5723754" y="160158"/>
                  </a:lnTo>
                  <a:lnTo>
                    <a:pt x="5773803" y="156233"/>
                  </a:lnTo>
                  <a:lnTo>
                    <a:pt x="5784835" y="155297"/>
                  </a:lnTo>
                  <a:lnTo>
                    <a:pt x="5838889" y="150348"/>
                  </a:lnTo>
                  <a:lnTo>
                    <a:pt x="5892423" y="144878"/>
                  </a:lnTo>
                  <a:lnTo>
                    <a:pt x="5946018" y="138877"/>
                  </a:lnTo>
                  <a:lnTo>
                    <a:pt x="6000063" y="132360"/>
                  </a:lnTo>
                  <a:lnTo>
                    <a:pt x="6054777" y="125359"/>
                  </a:lnTo>
                  <a:lnTo>
                    <a:pt x="6110236" y="117933"/>
                  </a:lnTo>
                  <a:lnTo>
                    <a:pt x="6166383" y="110161"/>
                  </a:lnTo>
                  <a:lnTo>
                    <a:pt x="6223062" y="102141"/>
                  </a:lnTo>
                  <a:lnTo>
                    <a:pt x="6280042" y="93987"/>
                  </a:lnTo>
                  <a:lnTo>
                    <a:pt x="6337049" y="85820"/>
                  </a:lnTo>
                  <a:lnTo>
                    <a:pt x="6393808" y="77764"/>
                  </a:lnTo>
                  <a:lnTo>
                    <a:pt x="6450075" y="69935"/>
                  </a:lnTo>
                  <a:lnTo>
                    <a:pt x="6505678" y="62433"/>
                  </a:lnTo>
                  <a:lnTo>
                    <a:pt x="6560538" y="55343"/>
                  </a:lnTo>
                  <a:lnTo>
                    <a:pt x="6614703" y="48727"/>
                  </a:lnTo>
                  <a:lnTo>
                    <a:pt x="6668361" y="42623"/>
                  </a:lnTo>
                  <a:lnTo>
                    <a:pt x="6721868" y="37047"/>
                  </a:lnTo>
                  <a:lnTo>
                    <a:pt x="6775763" y="31997"/>
                  </a:lnTo>
                  <a:lnTo>
                    <a:pt x="6786527" y="31059"/>
                  </a:lnTo>
                  <a:lnTo>
                    <a:pt x="6836253" y="27041"/>
                  </a:lnTo>
                  <a:lnTo>
                    <a:pt x="6887702" y="23433"/>
                  </a:lnTo>
                  <a:lnTo>
                    <a:pt x="6941702" y="20213"/>
                  </a:lnTo>
                  <a:lnTo>
                    <a:pt x="6999176" y="17344"/>
                  </a:lnTo>
                  <a:lnTo>
                    <a:pt x="7061063" y="14787"/>
                  </a:lnTo>
                  <a:lnTo>
                    <a:pt x="7128232" y="12501"/>
                  </a:lnTo>
                  <a:lnTo>
                    <a:pt x="7201379" y="10453"/>
                  </a:lnTo>
                  <a:lnTo>
                    <a:pt x="7280879" y="8616"/>
                  </a:lnTo>
                  <a:lnTo>
                    <a:pt x="7366607" y="6970"/>
                  </a:lnTo>
                  <a:lnTo>
                    <a:pt x="7457710" y="5504"/>
                  </a:lnTo>
                  <a:lnTo>
                    <a:pt x="7552405" y="4213"/>
                  </a:lnTo>
                  <a:lnTo>
                    <a:pt x="7647844" y="3099"/>
                  </a:lnTo>
                  <a:lnTo>
                    <a:pt x="7740190" y="2165"/>
                  </a:lnTo>
                  <a:lnTo>
                    <a:pt x="7824982" y="1416"/>
                  </a:lnTo>
                  <a:lnTo>
                    <a:pt x="7897830" y="847"/>
                  </a:lnTo>
                  <a:lnTo>
                    <a:pt x="7955302" y="449"/>
                  </a:lnTo>
                  <a:lnTo>
                    <a:pt x="7995758" y="198"/>
                  </a:lnTo>
                  <a:lnTo>
                    <a:pt x="8019841" y="64"/>
                  </a:lnTo>
                  <a:lnTo>
                    <a:pt x="8030521" y="10"/>
                  </a:lnTo>
                  <a:lnTo>
                    <a:pt x="8032804" y="0"/>
                  </a:lnTo>
                  <a:lnTo>
                    <a:pt x="8032819" y="0"/>
                  </a:lnTo>
                  <a:lnTo>
                    <a:pt x="8554953" y="0"/>
                  </a:lnTo>
                  <a:lnTo>
                    <a:pt x="8554953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276" name="pl1276"/>
            <p:cNvSpPr/>
            <p:nvPr/>
          </p:nvSpPr>
          <p:spPr>
            <a:xfrm>
              <a:off x="386606" y="637769"/>
              <a:ext cx="8554953" cy="3552070"/>
            </a:xfrm>
            <a:custGeom>
              <a:avLst/>
              <a:pathLst>
                <a:path w="8554953" h="3552070">
                  <a:moveTo>
                    <a:pt x="8554953" y="0"/>
                  </a:moveTo>
                  <a:lnTo>
                    <a:pt x="8032819" y="0"/>
                  </a:lnTo>
                  <a:lnTo>
                    <a:pt x="8031550" y="5"/>
                  </a:lnTo>
                  <a:lnTo>
                    <a:pt x="8023252" y="46"/>
                  </a:lnTo>
                  <a:lnTo>
                    <a:pt x="8002509" y="159"/>
                  </a:lnTo>
                  <a:lnTo>
                    <a:pt x="7965864" y="381"/>
                  </a:lnTo>
                  <a:lnTo>
                    <a:pt x="7912140" y="744"/>
                  </a:lnTo>
                  <a:lnTo>
                    <a:pt x="7842492" y="1273"/>
                  </a:lnTo>
                  <a:lnTo>
                    <a:pt x="7760014" y="1981"/>
                  </a:lnTo>
                  <a:lnTo>
                    <a:pt x="7668963" y="2874"/>
                  </a:lnTo>
                  <a:lnTo>
                    <a:pt x="7573853" y="3948"/>
                  </a:lnTo>
                  <a:lnTo>
                    <a:pt x="7478706" y="5200"/>
                  </a:lnTo>
                  <a:lnTo>
                    <a:pt x="7386605" y="6627"/>
                  </a:lnTo>
                  <a:lnTo>
                    <a:pt x="7299569" y="8231"/>
                  </a:lnTo>
                  <a:lnTo>
                    <a:pt x="7218640" y="10024"/>
                  </a:lnTo>
                  <a:lnTo>
                    <a:pt x="7144087" y="12022"/>
                  </a:lnTo>
                  <a:lnTo>
                    <a:pt x="7075630" y="14252"/>
                  </a:lnTo>
                  <a:lnTo>
                    <a:pt x="7012630" y="16745"/>
                  </a:lnTo>
                  <a:lnTo>
                    <a:pt x="6954248" y="19541"/>
                  </a:lnTo>
                  <a:lnTo>
                    <a:pt x="6899551" y="22679"/>
                  </a:lnTo>
                  <a:lnTo>
                    <a:pt x="6847607" y="26197"/>
                  </a:lnTo>
                  <a:lnTo>
                    <a:pt x="6797559" y="30123"/>
                  </a:lnTo>
                  <a:lnTo>
                    <a:pt x="6786527" y="31059"/>
                  </a:lnTo>
                  <a:lnTo>
                    <a:pt x="6732473" y="36007"/>
                  </a:lnTo>
                  <a:lnTo>
                    <a:pt x="6678939" y="41478"/>
                  </a:lnTo>
                  <a:lnTo>
                    <a:pt x="6625344" y="47479"/>
                  </a:lnTo>
                  <a:lnTo>
                    <a:pt x="6571299" y="53996"/>
                  </a:lnTo>
                  <a:lnTo>
                    <a:pt x="6516585" y="60996"/>
                  </a:lnTo>
                  <a:lnTo>
                    <a:pt x="6461126" y="68422"/>
                  </a:lnTo>
                  <a:lnTo>
                    <a:pt x="6404979" y="76195"/>
                  </a:lnTo>
                  <a:lnTo>
                    <a:pt x="6348300" y="84215"/>
                  </a:lnTo>
                  <a:lnTo>
                    <a:pt x="6291320" y="92369"/>
                  </a:lnTo>
                  <a:lnTo>
                    <a:pt x="6234313" y="100535"/>
                  </a:lnTo>
                  <a:lnTo>
                    <a:pt x="6177554" y="108591"/>
                  </a:lnTo>
                  <a:lnTo>
                    <a:pt x="6121287" y="116421"/>
                  </a:lnTo>
                  <a:lnTo>
                    <a:pt x="6065684" y="123922"/>
                  </a:lnTo>
                  <a:lnTo>
                    <a:pt x="6010824" y="131012"/>
                  </a:lnTo>
                  <a:lnTo>
                    <a:pt x="5956659" y="137629"/>
                  </a:lnTo>
                  <a:lnTo>
                    <a:pt x="5903000" y="143733"/>
                  </a:lnTo>
                  <a:lnTo>
                    <a:pt x="5849494" y="149309"/>
                  </a:lnTo>
                  <a:lnTo>
                    <a:pt x="5795599" y="154359"/>
                  </a:lnTo>
                  <a:lnTo>
                    <a:pt x="5784835" y="155297"/>
                  </a:lnTo>
                  <a:lnTo>
                    <a:pt x="5735109" y="159315"/>
                  </a:lnTo>
                  <a:lnTo>
                    <a:pt x="5683660" y="162923"/>
                  </a:lnTo>
                  <a:lnTo>
                    <a:pt x="5629660" y="166143"/>
                  </a:lnTo>
                  <a:lnTo>
                    <a:pt x="5572186" y="169011"/>
                  </a:lnTo>
                  <a:lnTo>
                    <a:pt x="5510299" y="171569"/>
                  </a:lnTo>
                  <a:lnTo>
                    <a:pt x="5443130" y="173855"/>
                  </a:lnTo>
                  <a:lnTo>
                    <a:pt x="5369983" y="175902"/>
                  </a:lnTo>
                  <a:lnTo>
                    <a:pt x="5290483" y="177739"/>
                  </a:lnTo>
                  <a:lnTo>
                    <a:pt x="5204755" y="179385"/>
                  </a:lnTo>
                  <a:lnTo>
                    <a:pt x="5113652" y="180851"/>
                  </a:lnTo>
                  <a:lnTo>
                    <a:pt x="5018957" y="182142"/>
                  </a:lnTo>
                  <a:lnTo>
                    <a:pt x="4923518" y="183257"/>
                  </a:lnTo>
                  <a:lnTo>
                    <a:pt x="4831172" y="184190"/>
                  </a:lnTo>
                  <a:lnTo>
                    <a:pt x="4746380" y="184940"/>
                  </a:lnTo>
                  <a:lnTo>
                    <a:pt x="4673532" y="185508"/>
                  </a:lnTo>
                  <a:lnTo>
                    <a:pt x="4616060" y="185907"/>
                  </a:lnTo>
                  <a:lnTo>
                    <a:pt x="4575604" y="186158"/>
                  </a:lnTo>
                  <a:lnTo>
                    <a:pt x="4551521" y="186292"/>
                  </a:lnTo>
                  <a:lnTo>
                    <a:pt x="4540840" y="186346"/>
                  </a:lnTo>
                  <a:lnTo>
                    <a:pt x="4538558" y="186356"/>
                  </a:lnTo>
                  <a:lnTo>
                    <a:pt x="4538543" y="186356"/>
                  </a:lnTo>
                  <a:lnTo>
                    <a:pt x="4016409" y="186356"/>
                  </a:lnTo>
                  <a:lnTo>
                    <a:pt x="4015301" y="186446"/>
                  </a:lnTo>
                  <a:lnTo>
                    <a:pt x="4008029" y="187088"/>
                  </a:lnTo>
                  <a:lnTo>
                    <a:pt x="3989768" y="188862"/>
                  </a:lnTo>
                  <a:lnTo>
                    <a:pt x="3957295" y="192351"/>
                  </a:lnTo>
                  <a:lnTo>
                    <a:pt x="3909260" y="198081"/>
                  </a:lnTo>
                  <a:lnTo>
                    <a:pt x="3846275" y="206467"/>
                  </a:lnTo>
                  <a:lnTo>
                    <a:pt x="3770679" y="217769"/>
                  </a:lnTo>
                  <a:lnTo>
                    <a:pt x="3685974" y="232095"/>
                  </a:lnTo>
                  <a:lnTo>
                    <a:pt x="3596110" y="249437"/>
                  </a:lnTo>
                  <a:lnTo>
                    <a:pt x="3504822" y="269729"/>
                  </a:lnTo>
                  <a:lnTo>
                    <a:pt x="3415175" y="292915"/>
                  </a:lnTo>
                  <a:lnTo>
                    <a:pt x="3329366" y="318996"/>
                  </a:lnTo>
                  <a:lnTo>
                    <a:pt x="3248720" y="348069"/>
                  </a:lnTo>
                  <a:lnTo>
                    <a:pt x="3173827" y="380343"/>
                  </a:lnTo>
                  <a:lnTo>
                    <a:pt x="3104706" y="416146"/>
                  </a:lnTo>
                  <a:lnTo>
                    <a:pt x="3040985" y="455921"/>
                  </a:lnTo>
                  <a:lnTo>
                    <a:pt x="2982041" y="500209"/>
                  </a:lnTo>
                  <a:lnTo>
                    <a:pt x="2927114" y="549628"/>
                  </a:lnTo>
                  <a:lnTo>
                    <a:pt x="2875383" y="604818"/>
                  </a:lnTo>
                  <a:lnTo>
                    <a:pt x="2826043" y="666360"/>
                  </a:lnTo>
                  <a:lnTo>
                    <a:pt x="2778357" y="734634"/>
                  </a:lnTo>
                  <a:lnTo>
                    <a:pt x="2770117" y="747308"/>
                  </a:lnTo>
                  <a:lnTo>
                    <a:pt x="2735376" y="803517"/>
                  </a:lnTo>
                  <a:lnTo>
                    <a:pt x="2700952" y="863558"/>
                  </a:lnTo>
                  <a:lnTo>
                    <a:pt x="2666661" y="927510"/>
                  </a:lnTo>
                  <a:lnTo>
                    <a:pt x="2632356" y="995399"/>
                  </a:lnTo>
                  <a:lnTo>
                    <a:pt x="2597924" y="1067191"/>
                  </a:lnTo>
                  <a:lnTo>
                    <a:pt x="2563280" y="1142789"/>
                  </a:lnTo>
                  <a:lnTo>
                    <a:pt x="2528368" y="1222027"/>
                  </a:lnTo>
                  <a:lnTo>
                    <a:pt x="2493155" y="1304671"/>
                  </a:lnTo>
                  <a:lnTo>
                    <a:pt x="2457635" y="1390415"/>
                  </a:lnTo>
                  <a:lnTo>
                    <a:pt x="2421820" y="1478888"/>
                  </a:lnTo>
                  <a:lnTo>
                    <a:pt x="2385743" y="1569652"/>
                  </a:lnTo>
                  <a:lnTo>
                    <a:pt x="2349449" y="1662219"/>
                  </a:lnTo>
                  <a:lnTo>
                    <a:pt x="2312999" y="1756053"/>
                  </a:lnTo>
                  <a:lnTo>
                    <a:pt x="2276462" y="1850587"/>
                  </a:lnTo>
                  <a:lnTo>
                    <a:pt x="2239909" y="1945238"/>
                  </a:lnTo>
                  <a:lnTo>
                    <a:pt x="2203417" y="2039416"/>
                  </a:lnTo>
                  <a:lnTo>
                    <a:pt x="2167054" y="2132547"/>
                  </a:lnTo>
                  <a:lnTo>
                    <a:pt x="2130885" y="2224082"/>
                  </a:lnTo>
                  <a:lnTo>
                    <a:pt x="2094962" y="2313511"/>
                  </a:lnTo>
                  <a:lnTo>
                    <a:pt x="2059323" y="2400376"/>
                  </a:lnTo>
                  <a:lnTo>
                    <a:pt x="2023990" y="2484280"/>
                  </a:lnTo>
                  <a:lnTo>
                    <a:pt x="1988962" y="2564890"/>
                  </a:lnTo>
                  <a:lnTo>
                    <a:pt x="1954217" y="2641943"/>
                  </a:lnTo>
                  <a:lnTo>
                    <a:pt x="1919710" y="2715248"/>
                  </a:lnTo>
                  <a:lnTo>
                    <a:pt x="1885367" y="2784679"/>
                  </a:lnTo>
                  <a:lnTo>
                    <a:pt x="1851086" y="2850180"/>
                  </a:lnTo>
                  <a:lnTo>
                    <a:pt x="1816734" y="2911753"/>
                  </a:lnTo>
                  <a:lnTo>
                    <a:pt x="1782142" y="2969457"/>
                  </a:lnTo>
                  <a:lnTo>
                    <a:pt x="1768425" y="2991118"/>
                  </a:lnTo>
                  <a:lnTo>
                    <a:pt x="1720964" y="3060583"/>
                  </a:lnTo>
                  <a:lnTo>
                    <a:pt x="1671964" y="3123287"/>
                  </a:lnTo>
                  <a:lnTo>
                    <a:pt x="1620710" y="3179553"/>
                  </a:lnTo>
                  <a:lnTo>
                    <a:pt x="1566402" y="3229938"/>
                  </a:lnTo>
                  <a:lnTo>
                    <a:pt x="1508221" y="3275081"/>
                  </a:lnTo>
                  <a:lnTo>
                    <a:pt x="1445388" y="3315606"/>
                  </a:lnTo>
                  <a:lnTo>
                    <a:pt x="1377250" y="3352070"/>
                  </a:lnTo>
                  <a:lnTo>
                    <a:pt x="1303381" y="3384936"/>
                  </a:lnTo>
                  <a:lnTo>
                    <a:pt x="1223720" y="3414552"/>
                  </a:lnTo>
                  <a:lnTo>
                    <a:pt x="1138743" y="3441147"/>
                  </a:lnTo>
                  <a:lnTo>
                    <a:pt x="1049636" y="3464839"/>
                  </a:lnTo>
                  <a:lnTo>
                    <a:pt x="958438" y="3485642"/>
                  </a:lnTo>
                  <a:lnTo>
                    <a:pt x="868069" y="3503506"/>
                  </a:lnTo>
                  <a:lnTo>
                    <a:pt x="782172" y="3518364"/>
                  </a:lnTo>
                  <a:lnTo>
                    <a:pt x="704703" y="3530192"/>
                  </a:lnTo>
                  <a:lnTo>
                    <a:pt x="639295" y="3539075"/>
                  </a:lnTo>
                  <a:lnTo>
                    <a:pt x="588539" y="3545246"/>
                  </a:lnTo>
                  <a:lnTo>
                    <a:pt x="553379" y="3549092"/>
                  </a:lnTo>
                  <a:lnTo>
                    <a:pt x="532808" y="3551126"/>
                  </a:lnTo>
                  <a:lnTo>
                    <a:pt x="523916" y="3551924"/>
                  </a:lnTo>
                  <a:lnTo>
                    <a:pt x="522139" y="3552070"/>
                  </a:lnTo>
                  <a:lnTo>
                    <a:pt x="522133" y="3552070"/>
                  </a:lnTo>
                  <a:lnTo>
                    <a:pt x="0" y="3552070"/>
                  </a:lnTo>
                  <a:lnTo>
                    <a:pt x="0" y="355207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277" name="pg1277"/>
            <p:cNvSpPr/>
            <p:nvPr/>
          </p:nvSpPr>
          <p:spPr>
            <a:xfrm>
              <a:off x="386606" y="897539"/>
              <a:ext cx="8554953" cy="3303595"/>
            </a:xfrm>
            <a:custGeom>
              <a:avLst/>
              <a:pathLst>
                <a:path w="8554953" h="3303595">
                  <a:moveTo>
                    <a:pt x="0" y="3303595"/>
                  </a:moveTo>
                  <a:lnTo>
                    <a:pt x="522133" y="3303595"/>
                  </a:lnTo>
                  <a:lnTo>
                    <a:pt x="523247" y="3303506"/>
                  </a:lnTo>
                  <a:lnTo>
                    <a:pt x="530554" y="3302874"/>
                  </a:lnTo>
                  <a:lnTo>
                    <a:pt x="548901" y="3301127"/>
                  </a:lnTo>
                  <a:lnTo>
                    <a:pt x="581518" y="3297691"/>
                  </a:lnTo>
                  <a:lnTo>
                    <a:pt x="629753" y="3292047"/>
                  </a:lnTo>
                  <a:lnTo>
                    <a:pt x="692974" y="3283791"/>
                  </a:lnTo>
                  <a:lnTo>
                    <a:pt x="768818" y="3272665"/>
                  </a:lnTo>
                  <a:lnTo>
                    <a:pt x="853755" y="3258567"/>
                  </a:lnTo>
                  <a:lnTo>
                    <a:pt x="943815" y="3241504"/>
                  </a:lnTo>
                  <a:lnTo>
                    <a:pt x="1035252" y="3221541"/>
                  </a:lnTo>
                  <a:lnTo>
                    <a:pt x="1124998" y="3198733"/>
                  </a:lnTo>
                  <a:lnTo>
                    <a:pt x="1210862" y="3173079"/>
                  </a:lnTo>
                  <a:lnTo>
                    <a:pt x="1291526" y="3144480"/>
                  </a:lnTo>
                  <a:lnTo>
                    <a:pt x="1366413" y="3112727"/>
                  </a:lnTo>
                  <a:lnTo>
                    <a:pt x="1435512" y="3077496"/>
                  </a:lnTo>
                  <a:lnTo>
                    <a:pt x="1499207" y="3038348"/>
                  </a:lnTo>
                  <a:lnTo>
                    <a:pt x="1558127" y="2994746"/>
                  </a:lnTo>
                  <a:lnTo>
                    <a:pt x="1613041" y="2946082"/>
                  </a:lnTo>
                  <a:lnTo>
                    <a:pt x="1664772" y="2891725"/>
                  </a:lnTo>
                  <a:lnTo>
                    <a:pt x="1714130" y="2831108"/>
                  </a:lnTo>
                  <a:lnTo>
                    <a:pt x="1761850" y="2763865"/>
                  </a:lnTo>
                  <a:lnTo>
                    <a:pt x="1768425" y="2753937"/>
                  </a:lnTo>
                  <a:lnTo>
                    <a:pt x="1803459" y="2698376"/>
                  </a:lnTo>
                  <a:lnTo>
                    <a:pt x="1838173" y="2638996"/>
                  </a:lnTo>
                  <a:lnTo>
                    <a:pt x="1872754" y="2575717"/>
                  </a:lnTo>
                  <a:lnTo>
                    <a:pt x="1907352" y="2508515"/>
                  </a:lnTo>
                  <a:lnTo>
                    <a:pt x="1942083" y="2437426"/>
                  </a:lnTo>
                  <a:lnTo>
                    <a:pt x="1977033" y="2362550"/>
                  </a:lnTo>
                  <a:lnTo>
                    <a:pt x="2012258" y="2284056"/>
                  </a:lnTo>
                  <a:lnTo>
                    <a:pt x="2047789" y="2202184"/>
                  </a:lnTo>
                  <a:lnTo>
                    <a:pt x="2083632" y="2117246"/>
                  </a:lnTo>
                  <a:lnTo>
                    <a:pt x="2119774" y="2029620"/>
                  </a:lnTo>
                  <a:lnTo>
                    <a:pt x="2156179" y="1939750"/>
                  </a:lnTo>
                  <a:lnTo>
                    <a:pt x="2192799" y="1848131"/>
                  </a:lnTo>
                  <a:lnTo>
                    <a:pt x="2229571" y="1755306"/>
                  </a:lnTo>
                  <a:lnTo>
                    <a:pt x="2266424" y="1661847"/>
                  </a:lnTo>
                  <a:lnTo>
                    <a:pt x="2303283" y="1568342"/>
                  </a:lnTo>
                  <a:lnTo>
                    <a:pt x="2340072" y="1475381"/>
                  </a:lnTo>
                  <a:lnTo>
                    <a:pt x="2376720" y="1383540"/>
                  </a:lnTo>
                  <a:lnTo>
                    <a:pt x="2413162" y="1293366"/>
                  </a:lnTo>
                  <a:lnTo>
                    <a:pt x="2449347" y="1205363"/>
                  </a:lnTo>
                  <a:lnTo>
                    <a:pt x="2485238" y="1119983"/>
                  </a:lnTo>
                  <a:lnTo>
                    <a:pt x="2520817" y="1037616"/>
                  </a:lnTo>
                  <a:lnTo>
                    <a:pt x="2556088" y="958583"/>
                  </a:lnTo>
                  <a:lnTo>
                    <a:pt x="2591077" y="883135"/>
                  </a:lnTo>
                  <a:lnTo>
                    <a:pt x="2625838" y="811453"/>
                  </a:lnTo>
                  <a:lnTo>
                    <a:pt x="2660450" y="743647"/>
                  </a:lnTo>
                  <a:lnTo>
                    <a:pt x="2695024" y="679762"/>
                  </a:lnTo>
                  <a:lnTo>
                    <a:pt x="2729706" y="619783"/>
                  </a:lnTo>
                  <a:lnTo>
                    <a:pt x="2764677" y="563640"/>
                  </a:lnTo>
                  <a:lnTo>
                    <a:pt x="2770117" y="555305"/>
                  </a:lnTo>
                  <a:lnTo>
                    <a:pt x="2817659" y="487129"/>
                  </a:lnTo>
                  <a:lnTo>
                    <a:pt x="2866747" y="425600"/>
                  </a:lnTo>
                  <a:lnTo>
                    <a:pt x="2918099" y="370400"/>
                  </a:lnTo>
                  <a:lnTo>
                    <a:pt x="2972518" y="320978"/>
                  </a:lnTo>
                  <a:lnTo>
                    <a:pt x="3030830" y="276706"/>
                  </a:lnTo>
                  <a:lnTo>
                    <a:pt x="3093815" y="236970"/>
                  </a:lnTo>
                  <a:lnTo>
                    <a:pt x="3162130" y="201220"/>
                  </a:lnTo>
                  <a:lnTo>
                    <a:pt x="3236198" y="169004"/>
                  </a:lnTo>
                  <a:lnTo>
                    <a:pt x="3316074" y="139979"/>
                  </a:lnTo>
                  <a:lnTo>
                    <a:pt x="3401271" y="113921"/>
                  </a:lnTo>
                  <a:lnTo>
                    <a:pt x="3490586" y="90718"/>
                  </a:lnTo>
                  <a:lnTo>
                    <a:pt x="3581952" y="70355"/>
                  </a:lnTo>
                  <a:lnTo>
                    <a:pt x="3672418" y="52882"/>
                  </a:lnTo>
                  <a:lnTo>
                    <a:pt x="3758311" y="38367"/>
                  </a:lnTo>
                  <a:lnTo>
                    <a:pt x="3835656" y="26829"/>
                  </a:lnTo>
                  <a:lnTo>
                    <a:pt x="3900817" y="18183"/>
                  </a:lnTo>
                  <a:lnTo>
                    <a:pt x="3951228" y="12196"/>
                  </a:lnTo>
                  <a:lnTo>
                    <a:pt x="3985992" y="8481"/>
                  </a:lnTo>
                  <a:lnTo>
                    <a:pt x="4006180" y="6531"/>
                  </a:lnTo>
                  <a:lnTo>
                    <a:pt x="4014772" y="5778"/>
                  </a:lnTo>
                  <a:lnTo>
                    <a:pt x="4016409" y="5647"/>
                  </a:lnTo>
                  <a:lnTo>
                    <a:pt x="4538543" y="5647"/>
                  </a:lnTo>
                  <a:lnTo>
                    <a:pt x="4539803" y="5670"/>
                  </a:lnTo>
                  <a:lnTo>
                    <a:pt x="4548044" y="5834"/>
                  </a:lnTo>
                  <a:lnTo>
                    <a:pt x="4568651" y="6290"/>
                  </a:lnTo>
                  <a:lnTo>
                    <a:pt x="4605067" y="7184"/>
                  </a:lnTo>
                  <a:lnTo>
                    <a:pt x="4658482" y="8648"/>
                  </a:lnTo>
                  <a:lnTo>
                    <a:pt x="4727772" y="10782"/>
                  </a:lnTo>
                  <a:lnTo>
                    <a:pt x="4809886" y="13640"/>
                  </a:lnTo>
                  <a:lnTo>
                    <a:pt x="4900607" y="17242"/>
                  </a:lnTo>
                  <a:lnTo>
                    <a:pt x="4995451" y="21579"/>
                  </a:lnTo>
                  <a:lnTo>
                    <a:pt x="5090408" y="26633"/>
                  </a:lnTo>
                  <a:lnTo>
                    <a:pt x="5182394" y="32395"/>
                  </a:lnTo>
                  <a:lnTo>
                    <a:pt x="5269380" y="38876"/>
                  </a:lnTo>
                  <a:lnTo>
                    <a:pt x="5350305" y="46114"/>
                  </a:lnTo>
                  <a:lnTo>
                    <a:pt x="5424882" y="54181"/>
                  </a:lnTo>
                  <a:lnTo>
                    <a:pt x="5493378" y="63179"/>
                  </a:lnTo>
                  <a:lnTo>
                    <a:pt x="5556414" y="73237"/>
                  </a:lnTo>
                  <a:lnTo>
                    <a:pt x="5614821" y="84509"/>
                  </a:lnTo>
                  <a:lnTo>
                    <a:pt x="5669522" y="97159"/>
                  </a:lnTo>
                  <a:lnTo>
                    <a:pt x="5721444" y="111341"/>
                  </a:lnTo>
                  <a:lnTo>
                    <a:pt x="5771443" y="127165"/>
                  </a:lnTo>
                  <a:lnTo>
                    <a:pt x="5784835" y="131767"/>
                  </a:lnTo>
                  <a:lnTo>
                    <a:pt x="5836133" y="150777"/>
                  </a:lnTo>
                  <a:lnTo>
                    <a:pt x="5886932" y="171695"/>
                  </a:lnTo>
                  <a:lnTo>
                    <a:pt x="5937743" y="194549"/>
                  </a:lnTo>
                  <a:lnTo>
                    <a:pt x="5988916" y="219305"/>
                  </a:lnTo>
                  <a:lnTo>
                    <a:pt x="6040664" y="245859"/>
                  </a:lnTo>
                  <a:lnTo>
                    <a:pt x="6093077" y="274031"/>
                  </a:lnTo>
                  <a:lnTo>
                    <a:pt x="6146136" y="303567"/>
                  </a:lnTo>
                  <a:lnTo>
                    <a:pt x="6199736" y="334146"/>
                  </a:lnTo>
                  <a:lnTo>
                    <a:pt x="6253697" y="365390"/>
                  </a:lnTo>
                  <a:lnTo>
                    <a:pt x="6307800" y="396886"/>
                  </a:lnTo>
                  <a:lnTo>
                    <a:pt x="6361804" y="428207"/>
                  </a:lnTo>
                  <a:lnTo>
                    <a:pt x="6415485" y="458937"/>
                  </a:lnTo>
                  <a:lnTo>
                    <a:pt x="6468653" y="488689"/>
                  </a:lnTo>
                  <a:lnTo>
                    <a:pt x="6521188" y="517130"/>
                  </a:lnTo>
                  <a:lnTo>
                    <a:pt x="6573054" y="543995"/>
                  </a:lnTo>
                  <a:lnTo>
                    <a:pt x="6624320" y="569089"/>
                  </a:lnTo>
                  <a:lnTo>
                    <a:pt x="6675175" y="592295"/>
                  </a:lnTo>
                  <a:lnTo>
                    <a:pt x="6725943" y="613565"/>
                  </a:lnTo>
                  <a:lnTo>
                    <a:pt x="6777104" y="632919"/>
                  </a:lnTo>
                  <a:lnTo>
                    <a:pt x="6786527" y="636247"/>
                  </a:lnTo>
                  <a:lnTo>
                    <a:pt x="6836133" y="652525"/>
                  </a:lnTo>
                  <a:lnTo>
                    <a:pt x="6887451" y="667147"/>
                  </a:lnTo>
                  <a:lnTo>
                    <a:pt x="6941303" y="680201"/>
                  </a:lnTo>
                  <a:lnTo>
                    <a:pt x="6998607" y="691832"/>
                  </a:lnTo>
                  <a:lnTo>
                    <a:pt x="7060294" y="702205"/>
                  </a:lnTo>
                  <a:lnTo>
                    <a:pt x="7127229" y="711478"/>
                  </a:lnTo>
                  <a:lnTo>
                    <a:pt x="7200104" y="719787"/>
                  </a:lnTo>
                  <a:lnTo>
                    <a:pt x="7279300" y="727243"/>
                  </a:lnTo>
                  <a:lnTo>
                    <a:pt x="7364702" y="733925"/>
                  </a:lnTo>
                  <a:lnTo>
                    <a:pt x="7455483" y="739881"/>
                  </a:lnTo>
                  <a:lnTo>
                    <a:pt x="7549892" y="745128"/>
                  </a:lnTo>
                  <a:lnTo>
                    <a:pt x="7645131" y="749662"/>
                  </a:lnTo>
                  <a:lnTo>
                    <a:pt x="7737412" y="753466"/>
                  </a:lnTo>
                  <a:lnTo>
                    <a:pt x="7822317" y="756527"/>
                  </a:lnTo>
                  <a:lnTo>
                    <a:pt x="7895469" y="758854"/>
                  </a:lnTo>
                  <a:lnTo>
                    <a:pt x="7953415" y="760493"/>
                  </a:lnTo>
                  <a:lnTo>
                    <a:pt x="7994446" y="761530"/>
                  </a:lnTo>
                  <a:lnTo>
                    <a:pt x="8019110" y="762091"/>
                  </a:lnTo>
                  <a:lnTo>
                    <a:pt x="8030263" y="762320"/>
                  </a:lnTo>
                  <a:lnTo>
                    <a:pt x="8032819" y="762368"/>
                  </a:lnTo>
                  <a:lnTo>
                    <a:pt x="8554953" y="762368"/>
                  </a:lnTo>
                  <a:lnTo>
                    <a:pt x="8554953" y="756720"/>
                  </a:lnTo>
                  <a:lnTo>
                    <a:pt x="8032819" y="756720"/>
                  </a:lnTo>
                  <a:lnTo>
                    <a:pt x="8031559" y="756697"/>
                  </a:lnTo>
                  <a:lnTo>
                    <a:pt x="8023318" y="756533"/>
                  </a:lnTo>
                  <a:lnTo>
                    <a:pt x="8002711" y="756077"/>
                  </a:lnTo>
                  <a:lnTo>
                    <a:pt x="7966295" y="755183"/>
                  </a:lnTo>
                  <a:lnTo>
                    <a:pt x="7912880" y="753719"/>
                  </a:lnTo>
                  <a:lnTo>
                    <a:pt x="7843590" y="751586"/>
                  </a:lnTo>
                  <a:lnTo>
                    <a:pt x="7761476" y="748727"/>
                  </a:lnTo>
                  <a:lnTo>
                    <a:pt x="7670755" y="745125"/>
                  </a:lnTo>
                  <a:lnTo>
                    <a:pt x="7575911" y="740788"/>
                  </a:lnTo>
                  <a:lnTo>
                    <a:pt x="7480954" y="735734"/>
                  </a:lnTo>
                  <a:lnTo>
                    <a:pt x="7388968" y="729972"/>
                  </a:lnTo>
                  <a:lnTo>
                    <a:pt x="7301982" y="723492"/>
                  </a:lnTo>
                  <a:lnTo>
                    <a:pt x="7221057" y="716253"/>
                  </a:lnTo>
                  <a:lnTo>
                    <a:pt x="7146480" y="708186"/>
                  </a:lnTo>
                  <a:lnTo>
                    <a:pt x="7077984" y="699189"/>
                  </a:lnTo>
                  <a:lnTo>
                    <a:pt x="7014948" y="689130"/>
                  </a:lnTo>
                  <a:lnTo>
                    <a:pt x="6956540" y="677858"/>
                  </a:lnTo>
                  <a:lnTo>
                    <a:pt x="6901840" y="665208"/>
                  </a:lnTo>
                  <a:lnTo>
                    <a:pt x="6849918" y="651026"/>
                  </a:lnTo>
                  <a:lnTo>
                    <a:pt x="6799919" y="635202"/>
                  </a:lnTo>
                  <a:lnTo>
                    <a:pt x="6786527" y="630600"/>
                  </a:lnTo>
                  <a:lnTo>
                    <a:pt x="6735229" y="611590"/>
                  </a:lnTo>
                  <a:lnTo>
                    <a:pt x="6684430" y="590672"/>
                  </a:lnTo>
                  <a:lnTo>
                    <a:pt x="6633619" y="567818"/>
                  </a:lnTo>
                  <a:lnTo>
                    <a:pt x="6582446" y="543062"/>
                  </a:lnTo>
                  <a:lnTo>
                    <a:pt x="6530698" y="516508"/>
                  </a:lnTo>
                  <a:lnTo>
                    <a:pt x="6478285" y="488336"/>
                  </a:lnTo>
                  <a:lnTo>
                    <a:pt x="6425226" y="458800"/>
                  </a:lnTo>
                  <a:lnTo>
                    <a:pt x="6371626" y="428221"/>
                  </a:lnTo>
                  <a:lnTo>
                    <a:pt x="6317665" y="396978"/>
                  </a:lnTo>
                  <a:lnTo>
                    <a:pt x="6263562" y="365481"/>
                  </a:lnTo>
                  <a:lnTo>
                    <a:pt x="6209558" y="334160"/>
                  </a:lnTo>
                  <a:lnTo>
                    <a:pt x="6155877" y="303431"/>
                  </a:lnTo>
                  <a:lnTo>
                    <a:pt x="6102709" y="273679"/>
                  </a:lnTo>
                  <a:lnTo>
                    <a:pt x="6050174" y="245237"/>
                  </a:lnTo>
                  <a:lnTo>
                    <a:pt x="5998308" y="218372"/>
                  </a:lnTo>
                  <a:lnTo>
                    <a:pt x="5947042" y="193278"/>
                  </a:lnTo>
                  <a:lnTo>
                    <a:pt x="5896187" y="170072"/>
                  </a:lnTo>
                  <a:lnTo>
                    <a:pt x="5845419" y="148802"/>
                  </a:lnTo>
                  <a:lnTo>
                    <a:pt x="5794258" y="129448"/>
                  </a:lnTo>
                  <a:lnTo>
                    <a:pt x="5784835" y="126120"/>
                  </a:lnTo>
                  <a:lnTo>
                    <a:pt x="5735229" y="109842"/>
                  </a:lnTo>
                  <a:lnTo>
                    <a:pt x="5683911" y="95220"/>
                  </a:lnTo>
                  <a:lnTo>
                    <a:pt x="5630059" y="82166"/>
                  </a:lnTo>
                  <a:lnTo>
                    <a:pt x="5572755" y="70535"/>
                  </a:lnTo>
                  <a:lnTo>
                    <a:pt x="5511068" y="60162"/>
                  </a:lnTo>
                  <a:lnTo>
                    <a:pt x="5444133" y="50889"/>
                  </a:lnTo>
                  <a:lnTo>
                    <a:pt x="5371258" y="42580"/>
                  </a:lnTo>
                  <a:lnTo>
                    <a:pt x="5292062" y="35124"/>
                  </a:lnTo>
                  <a:lnTo>
                    <a:pt x="5206660" y="28442"/>
                  </a:lnTo>
                  <a:lnTo>
                    <a:pt x="5115879" y="22486"/>
                  </a:lnTo>
                  <a:lnTo>
                    <a:pt x="5021470" y="17239"/>
                  </a:lnTo>
                  <a:lnTo>
                    <a:pt x="4926231" y="12705"/>
                  </a:lnTo>
                  <a:lnTo>
                    <a:pt x="4833950" y="8901"/>
                  </a:lnTo>
                  <a:lnTo>
                    <a:pt x="4749045" y="5840"/>
                  </a:lnTo>
                  <a:lnTo>
                    <a:pt x="4675893" y="3513"/>
                  </a:lnTo>
                  <a:lnTo>
                    <a:pt x="4617947" y="1875"/>
                  </a:lnTo>
                  <a:lnTo>
                    <a:pt x="4576916" y="837"/>
                  </a:lnTo>
                  <a:lnTo>
                    <a:pt x="4552252" y="276"/>
                  </a:lnTo>
                  <a:lnTo>
                    <a:pt x="4541099" y="47"/>
                  </a:lnTo>
                  <a:lnTo>
                    <a:pt x="4538543" y="0"/>
                  </a:lnTo>
                  <a:lnTo>
                    <a:pt x="4016409" y="0"/>
                  </a:lnTo>
                  <a:lnTo>
                    <a:pt x="4015295" y="88"/>
                  </a:lnTo>
                  <a:lnTo>
                    <a:pt x="4007988" y="720"/>
                  </a:lnTo>
                  <a:lnTo>
                    <a:pt x="3989641" y="2467"/>
                  </a:lnTo>
                  <a:lnTo>
                    <a:pt x="3957024" y="5903"/>
                  </a:lnTo>
                  <a:lnTo>
                    <a:pt x="3908789" y="11547"/>
                  </a:lnTo>
                  <a:lnTo>
                    <a:pt x="3845568" y="19803"/>
                  </a:lnTo>
                  <a:lnTo>
                    <a:pt x="3769725" y="30929"/>
                  </a:lnTo>
                  <a:lnTo>
                    <a:pt x="3684787" y="45027"/>
                  </a:lnTo>
                  <a:lnTo>
                    <a:pt x="3594727" y="62090"/>
                  </a:lnTo>
                  <a:lnTo>
                    <a:pt x="3503290" y="82054"/>
                  </a:lnTo>
                  <a:lnTo>
                    <a:pt x="3413544" y="104861"/>
                  </a:lnTo>
                  <a:lnTo>
                    <a:pt x="3327680" y="130516"/>
                  </a:lnTo>
                  <a:lnTo>
                    <a:pt x="3247016" y="159115"/>
                  </a:lnTo>
                  <a:lnTo>
                    <a:pt x="3172129" y="190867"/>
                  </a:lnTo>
                  <a:lnTo>
                    <a:pt x="3103030" y="226098"/>
                  </a:lnTo>
                  <a:lnTo>
                    <a:pt x="3039335" y="265246"/>
                  </a:lnTo>
                  <a:lnTo>
                    <a:pt x="2980415" y="308848"/>
                  </a:lnTo>
                  <a:lnTo>
                    <a:pt x="2925501" y="357512"/>
                  </a:lnTo>
                  <a:lnTo>
                    <a:pt x="2873770" y="411869"/>
                  </a:lnTo>
                  <a:lnTo>
                    <a:pt x="2824412" y="472486"/>
                  </a:lnTo>
                  <a:lnTo>
                    <a:pt x="2776692" y="539729"/>
                  </a:lnTo>
                  <a:lnTo>
                    <a:pt x="2770117" y="549657"/>
                  </a:lnTo>
                  <a:lnTo>
                    <a:pt x="2735083" y="605218"/>
                  </a:lnTo>
                  <a:lnTo>
                    <a:pt x="2700369" y="664598"/>
                  </a:lnTo>
                  <a:lnTo>
                    <a:pt x="2665788" y="727877"/>
                  </a:lnTo>
                  <a:lnTo>
                    <a:pt x="2631190" y="795079"/>
                  </a:lnTo>
                  <a:lnTo>
                    <a:pt x="2596459" y="866168"/>
                  </a:lnTo>
                  <a:lnTo>
                    <a:pt x="2561509" y="941044"/>
                  </a:lnTo>
                  <a:lnTo>
                    <a:pt x="2526284" y="1019538"/>
                  </a:lnTo>
                  <a:lnTo>
                    <a:pt x="2490753" y="1101410"/>
                  </a:lnTo>
                  <a:lnTo>
                    <a:pt x="2454910" y="1186348"/>
                  </a:lnTo>
                  <a:lnTo>
                    <a:pt x="2418768" y="1273974"/>
                  </a:lnTo>
                  <a:lnTo>
                    <a:pt x="2382363" y="1363844"/>
                  </a:lnTo>
                  <a:lnTo>
                    <a:pt x="2345743" y="1455463"/>
                  </a:lnTo>
                  <a:lnTo>
                    <a:pt x="2308971" y="1548288"/>
                  </a:lnTo>
                  <a:lnTo>
                    <a:pt x="2272118" y="1641747"/>
                  </a:lnTo>
                  <a:lnTo>
                    <a:pt x="2235259" y="1735252"/>
                  </a:lnTo>
                  <a:lnTo>
                    <a:pt x="2198470" y="1828213"/>
                  </a:lnTo>
                  <a:lnTo>
                    <a:pt x="2161822" y="1920054"/>
                  </a:lnTo>
                  <a:lnTo>
                    <a:pt x="2125380" y="2010228"/>
                  </a:lnTo>
                  <a:lnTo>
                    <a:pt x="2089195" y="2098231"/>
                  </a:lnTo>
                  <a:lnTo>
                    <a:pt x="2053304" y="2183611"/>
                  </a:lnTo>
                  <a:lnTo>
                    <a:pt x="2017725" y="2265978"/>
                  </a:lnTo>
                  <a:lnTo>
                    <a:pt x="1982454" y="2345012"/>
                  </a:lnTo>
                  <a:lnTo>
                    <a:pt x="1947465" y="2420459"/>
                  </a:lnTo>
                  <a:lnTo>
                    <a:pt x="1912705" y="2492141"/>
                  </a:lnTo>
                  <a:lnTo>
                    <a:pt x="1878093" y="2559947"/>
                  </a:lnTo>
                  <a:lnTo>
                    <a:pt x="1843518" y="2623832"/>
                  </a:lnTo>
                  <a:lnTo>
                    <a:pt x="1808836" y="2683811"/>
                  </a:lnTo>
                  <a:lnTo>
                    <a:pt x="1773865" y="2739954"/>
                  </a:lnTo>
                  <a:lnTo>
                    <a:pt x="1768425" y="2748289"/>
                  </a:lnTo>
                  <a:lnTo>
                    <a:pt x="1720883" y="2816465"/>
                  </a:lnTo>
                  <a:lnTo>
                    <a:pt x="1671795" y="2877994"/>
                  </a:lnTo>
                  <a:lnTo>
                    <a:pt x="1620443" y="2933194"/>
                  </a:lnTo>
                  <a:lnTo>
                    <a:pt x="1566024" y="2982616"/>
                  </a:lnTo>
                  <a:lnTo>
                    <a:pt x="1507712" y="3026888"/>
                  </a:lnTo>
                  <a:lnTo>
                    <a:pt x="1444727" y="3066624"/>
                  </a:lnTo>
                  <a:lnTo>
                    <a:pt x="1376413" y="3102374"/>
                  </a:lnTo>
                  <a:lnTo>
                    <a:pt x="1302345" y="3134590"/>
                  </a:lnTo>
                  <a:lnTo>
                    <a:pt x="1222469" y="3163615"/>
                  </a:lnTo>
                  <a:lnTo>
                    <a:pt x="1137271" y="3189673"/>
                  </a:lnTo>
                  <a:lnTo>
                    <a:pt x="1047957" y="3212876"/>
                  </a:lnTo>
                  <a:lnTo>
                    <a:pt x="956590" y="3233239"/>
                  </a:lnTo>
                  <a:lnTo>
                    <a:pt x="866124" y="3250712"/>
                  </a:lnTo>
                  <a:lnTo>
                    <a:pt x="780231" y="3265227"/>
                  </a:lnTo>
                  <a:lnTo>
                    <a:pt x="702886" y="3276765"/>
                  </a:lnTo>
                  <a:lnTo>
                    <a:pt x="637725" y="3285411"/>
                  </a:lnTo>
                  <a:lnTo>
                    <a:pt x="587314" y="3291398"/>
                  </a:lnTo>
                  <a:lnTo>
                    <a:pt x="552550" y="3295114"/>
                  </a:lnTo>
                  <a:lnTo>
                    <a:pt x="532362" y="3297063"/>
                  </a:lnTo>
                  <a:lnTo>
                    <a:pt x="523770" y="3297816"/>
                  </a:lnTo>
                  <a:lnTo>
                    <a:pt x="522133" y="3297947"/>
                  </a:lnTo>
                  <a:lnTo>
                    <a:pt x="0" y="3297947"/>
                  </a:lnTo>
                  <a:close/>
                </a:path>
              </a:pathLst>
            </a:custGeom>
            <a:solidFill>
              <a:srgbClr val="67C1B3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1278" name="pl1278"/>
            <p:cNvSpPr/>
            <p:nvPr/>
          </p:nvSpPr>
          <p:spPr>
            <a:xfrm>
              <a:off x="386606" y="903186"/>
              <a:ext cx="8554953" cy="3297947"/>
            </a:xfrm>
            <a:custGeom>
              <a:avLst/>
              <a:pathLst>
                <a:path w="8554953" h="3297947">
                  <a:moveTo>
                    <a:pt x="0" y="3297947"/>
                  </a:moveTo>
                  <a:lnTo>
                    <a:pt x="522133" y="3297947"/>
                  </a:lnTo>
                  <a:lnTo>
                    <a:pt x="523247" y="3297859"/>
                  </a:lnTo>
                  <a:lnTo>
                    <a:pt x="530554" y="3297227"/>
                  </a:lnTo>
                  <a:lnTo>
                    <a:pt x="548901" y="3295479"/>
                  </a:lnTo>
                  <a:lnTo>
                    <a:pt x="581518" y="3292044"/>
                  </a:lnTo>
                  <a:lnTo>
                    <a:pt x="629753" y="3286400"/>
                  </a:lnTo>
                  <a:lnTo>
                    <a:pt x="692974" y="3278144"/>
                  </a:lnTo>
                  <a:lnTo>
                    <a:pt x="768818" y="3267018"/>
                  </a:lnTo>
                  <a:lnTo>
                    <a:pt x="853755" y="3252920"/>
                  </a:lnTo>
                  <a:lnTo>
                    <a:pt x="943815" y="3235857"/>
                  </a:lnTo>
                  <a:lnTo>
                    <a:pt x="1035252" y="3215893"/>
                  </a:lnTo>
                  <a:lnTo>
                    <a:pt x="1124998" y="3193086"/>
                  </a:lnTo>
                  <a:lnTo>
                    <a:pt x="1210862" y="3167431"/>
                  </a:lnTo>
                  <a:lnTo>
                    <a:pt x="1291526" y="3138832"/>
                  </a:lnTo>
                  <a:lnTo>
                    <a:pt x="1366413" y="3107080"/>
                  </a:lnTo>
                  <a:lnTo>
                    <a:pt x="1435512" y="3071849"/>
                  </a:lnTo>
                  <a:lnTo>
                    <a:pt x="1499207" y="3032701"/>
                  </a:lnTo>
                  <a:lnTo>
                    <a:pt x="1558127" y="2989098"/>
                  </a:lnTo>
                  <a:lnTo>
                    <a:pt x="1613041" y="2940435"/>
                  </a:lnTo>
                  <a:lnTo>
                    <a:pt x="1664772" y="2886078"/>
                  </a:lnTo>
                  <a:lnTo>
                    <a:pt x="1714130" y="2825461"/>
                  </a:lnTo>
                  <a:lnTo>
                    <a:pt x="1761850" y="2758218"/>
                  </a:lnTo>
                  <a:lnTo>
                    <a:pt x="1768425" y="2748289"/>
                  </a:lnTo>
                  <a:lnTo>
                    <a:pt x="1803459" y="2692729"/>
                  </a:lnTo>
                  <a:lnTo>
                    <a:pt x="1838173" y="2633349"/>
                  </a:lnTo>
                  <a:lnTo>
                    <a:pt x="1872754" y="2570070"/>
                  </a:lnTo>
                  <a:lnTo>
                    <a:pt x="1907352" y="2502868"/>
                  </a:lnTo>
                  <a:lnTo>
                    <a:pt x="1942083" y="2431779"/>
                  </a:lnTo>
                  <a:lnTo>
                    <a:pt x="1977033" y="2356903"/>
                  </a:lnTo>
                  <a:lnTo>
                    <a:pt x="2012258" y="2278409"/>
                  </a:lnTo>
                  <a:lnTo>
                    <a:pt x="2047789" y="2196537"/>
                  </a:lnTo>
                  <a:lnTo>
                    <a:pt x="2083632" y="2111599"/>
                  </a:lnTo>
                  <a:lnTo>
                    <a:pt x="2119774" y="2023973"/>
                  </a:lnTo>
                  <a:lnTo>
                    <a:pt x="2156179" y="1934103"/>
                  </a:lnTo>
                  <a:lnTo>
                    <a:pt x="2192799" y="1842484"/>
                  </a:lnTo>
                  <a:lnTo>
                    <a:pt x="2229571" y="1749659"/>
                  </a:lnTo>
                  <a:lnTo>
                    <a:pt x="2266424" y="1656200"/>
                  </a:lnTo>
                  <a:lnTo>
                    <a:pt x="2303283" y="1562694"/>
                  </a:lnTo>
                  <a:lnTo>
                    <a:pt x="2340072" y="1469734"/>
                  </a:lnTo>
                  <a:lnTo>
                    <a:pt x="2376720" y="1377893"/>
                  </a:lnTo>
                  <a:lnTo>
                    <a:pt x="2413162" y="1287718"/>
                  </a:lnTo>
                  <a:lnTo>
                    <a:pt x="2449347" y="1199716"/>
                  </a:lnTo>
                  <a:lnTo>
                    <a:pt x="2485238" y="1114336"/>
                  </a:lnTo>
                  <a:lnTo>
                    <a:pt x="2520817" y="1031969"/>
                  </a:lnTo>
                  <a:lnTo>
                    <a:pt x="2556088" y="952935"/>
                  </a:lnTo>
                  <a:lnTo>
                    <a:pt x="2591077" y="877488"/>
                  </a:lnTo>
                  <a:lnTo>
                    <a:pt x="2625838" y="805805"/>
                  </a:lnTo>
                  <a:lnTo>
                    <a:pt x="2660450" y="738000"/>
                  </a:lnTo>
                  <a:lnTo>
                    <a:pt x="2695024" y="674115"/>
                  </a:lnTo>
                  <a:lnTo>
                    <a:pt x="2729706" y="614136"/>
                  </a:lnTo>
                  <a:lnTo>
                    <a:pt x="2764677" y="557993"/>
                  </a:lnTo>
                  <a:lnTo>
                    <a:pt x="2770117" y="549657"/>
                  </a:lnTo>
                  <a:lnTo>
                    <a:pt x="2817659" y="481481"/>
                  </a:lnTo>
                  <a:lnTo>
                    <a:pt x="2866747" y="419953"/>
                  </a:lnTo>
                  <a:lnTo>
                    <a:pt x="2918099" y="364753"/>
                  </a:lnTo>
                  <a:lnTo>
                    <a:pt x="2972518" y="315331"/>
                  </a:lnTo>
                  <a:lnTo>
                    <a:pt x="3030830" y="271059"/>
                  </a:lnTo>
                  <a:lnTo>
                    <a:pt x="3093815" y="231323"/>
                  </a:lnTo>
                  <a:lnTo>
                    <a:pt x="3162130" y="195573"/>
                  </a:lnTo>
                  <a:lnTo>
                    <a:pt x="3236198" y="163356"/>
                  </a:lnTo>
                  <a:lnTo>
                    <a:pt x="3316074" y="134332"/>
                  </a:lnTo>
                  <a:lnTo>
                    <a:pt x="3401271" y="108274"/>
                  </a:lnTo>
                  <a:lnTo>
                    <a:pt x="3490586" y="85071"/>
                  </a:lnTo>
                  <a:lnTo>
                    <a:pt x="3581952" y="64708"/>
                  </a:lnTo>
                  <a:lnTo>
                    <a:pt x="3672418" y="47235"/>
                  </a:lnTo>
                  <a:lnTo>
                    <a:pt x="3758311" y="32720"/>
                  </a:lnTo>
                  <a:lnTo>
                    <a:pt x="3835656" y="21182"/>
                  </a:lnTo>
                  <a:lnTo>
                    <a:pt x="3900817" y="12536"/>
                  </a:lnTo>
                  <a:lnTo>
                    <a:pt x="3951228" y="6549"/>
                  </a:lnTo>
                  <a:lnTo>
                    <a:pt x="3985992" y="2833"/>
                  </a:lnTo>
                  <a:lnTo>
                    <a:pt x="4006180" y="884"/>
                  </a:lnTo>
                  <a:lnTo>
                    <a:pt x="4014772" y="131"/>
                  </a:lnTo>
                  <a:lnTo>
                    <a:pt x="4016406" y="0"/>
                  </a:lnTo>
                  <a:lnTo>
                    <a:pt x="4016409" y="0"/>
                  </a:lnTo>
                  <a:lnTo>
                    <a:pt x="4538543" y="0"/>
                  </a:lnTo>
                  <a:lnTo>
                    <a:pt x="4539803" y="23"/>
                  </a:lnTo>
                  <a:lnTo>
                    <a:pt x="4548044" y="187"/>
                  </a:lnTo>
                  <a:lnTo>
                    <a:pt x="4568651" y="643"/>
                  </a:lnTo>
                  <a:lnTo>
                    <a:pt x="4605067" y="1537"/>
                  </a:lnTo>
                  <a:lnTo>
                    <a:pt x="4658482" y="3001"/>
                  </a:lnTo>
                  <a:lnTo>
                    <a:pt x="4727772" y="5134"/>
                  </a:lnTo>
                  <a:lnTo>
                    <a:pt x="4809886" y="7993"/>
                  </a:lnTo>
                  <a:lnTo>
                    <a:pt x="4900607" y="11595"/>
                  </a:lnTo>
                  <a:lnTo>
                    <a:pt x="4995451" y="15932"/>
                  </a:lnTo>
                  <a:lnTo>
                    <a:pt x="5090408" y="20986"/>
                  </a:lnTo>
                  <a:lnTo>
                    <a:pt x="5182394" y="26748"/>
                  </a:lnTo>
                  <a:lnTo>
                    <a:pt x="5269380" y="33228"/>
                  </a:lnTo>
                  <a:lnTo>
                    <a:pt x="5350305" y="40467"/>
                  </a:lnTo>
                  <a:lnTo>
                    <a:pt x="5424882" y="48534"/>
                  </a:lnTo>
                  <a:lnTo>
                    <a:pt x="5493378" y="57531"/>
                  </a:lnTo>
                  <a:lnTo>
                    <a:pt x="5556414" y="67590"/>
                  </a:lnTo>
                  <a:lnTo>
                    <a:pt x="5614821" y="78862"/>
                  </a:lnTo>
                  <a:lnTo>
                    <a:pt x="5669522" y="91512"/>
                  </a:lnTo>
                  <a:lnTo>
                    <a:pt x="5721444" y="105694"/>
                  </a:lnTo>
                  <a:lnTo>
                    <a:pt x="5771443" y="121518"/>
                  </a:lnTo>
                  <a:lnTo>
                    <a:pt x="5784835" y="126120"/>
                  </a:lnTo>
                  <a:lnTo>
                    <a:pt x="5836133" y="145130"/>
                  </a:lnTo>
                  <a:lnTo>
                    <a:pt x="5886932" y="166048"/>
                  </a:lnTo>
                  <a:lnTo>
                    <a:pt x="5937743" y="188902"/>
                  </a:lnTo>
                  <a:lnTo>
                    <a:pt x="5988916" y="213658"/>
                  </a:lnTo>
                  <a:lnTo>
                    <a:pt x="6040664" y="240212"/>
                  </a:lnTo>
                  <a:lnTo>
                    <a:pt x="6093077" y="268384"/>
                  </a:lnTo>
                  <a:lnTo>
                    <a:pt x="6146136" y="297920"/>
                  </a:lnTo>
                  <a:lnTo>
                    <a:pt x="6199736" y="328498"/>
                  </a:lnTo>
                  <a:lnTo>
                    <a:pt x="6253697" y="359742"/>
                  </a:lnTo>
                  <a:lnTo>
                    <a:pt x="6307800" y="391239"/>
                  </a:lnTo>
                  <a:lnTo>
                    <a:pt x="6361804" y="422560"/>
                  </a:lnTo>
                  <a:lnTo>
                    <a:pt x="6415485" y="453289"/>
                  </a:lnTo>
                  <a:lnTo>
                    <a:pt x="6468653" y="483041"/>
                  </a:lnTo>
                  <a:lnTo>
                    <a:pt x="6521188" y="511483"/>
                  </a:lnTo>
                  <a:lnTo>
                    <a:pt x="6573054" y="538348"/>
                  </a:lnTo>
                  <a:lnTo>
                    <a:pt x="6624320" y="563442"/>
                  </a:lnTo>
                  <a:lnTo>
                    <a:pt x="6675175" y="586647"/>
                  </a:lnTo>
                  <a:lnTo>
                    <a:pt x="6725943" y="607918"/>
                  </a:lnTo>
                  <a:lnTo>
                    <a:pt x="6777104" y="627272"/>
                  </a:lnTo>
                  <a:lnTo>
                    <a:pt x="6786527" y="630600"/>
                  </a:lnTo>
                  <a:lnTo>
                    <a:pt x="6836133" y="646878"/>
                  </a:lnTo>
                  <a:lnTo>
                    <a:pt x="6887451" y="661500"/>
                  </a:lnTo>
                  <a:lnTo>
                    <a:pt x="6941303" y="674554"/>
                  </a:lnTo>
                  <a:lnTo>
                    <a:pt x="6998607" y="686185"/>
                  </a:lnTo>
                  <a:lnTo>
                    <a:pt x="7060294" y="696558"/>
                  </a:lnTo>
                  <a:lnTo>
                    <a:pt x="7127229" y="705831"/>
                  </a:lnTo>
                  <a:lnTo>
                    <a:pt x="7200104" y="714140"/>
                  </a:lnTo>
                  <a:lnTo>
                    <a:pt x="7279300" y="721596"/>
                  </a:lnTo>
                  <a:lnTo>
                    <a:pt x="7364702" y="728278"/>
                  </a:lnTo>
                  <a:lnTo>
                    <a:pt x="7455483" y="734234"/>
                  </a:lnTo>
                  <a:lnTo>
                    <a:pt x="7549892" y="739481"/>
                  </a:lnTo>
                  <a:lnTo>
                    <a:pt x="7645131" y="744015"/>
                  </a:lnTo>
                  <a:lnTo>
                    <a:pt x="7737412" y="747819"/>
                  </a:lnTo>
                  <a:lnTo>
                    <a:pt x="7822317" y="750880"/>
                  </a:lnTo>
                  <a:lnTo>
                    <a:pt x="7895469" y="753207"/>
                  </a:lnTo>
                  <a:lnTo>
                    <a:pt x="7953415" y="754845"/>
                  </a:lnTo>
                  <a:lnTo>
                    <a:pt x="7994446" y="755883"/>
                  </a:lnTo>
                  <a:lnTo>
                    <a:pt x="8019110" y="756444"/>
                  </a:lnTo>
                  <a:lnTo>
                    <a:pt x="8030263" y="756673"/>
                  </a:lnTo>
                  <a:lnTo>
                    <a:pt x="8032793" y="756720"/>
                  </a:lnTo>
                  <a:lnTo>
                    <a:pt x="8032819" y="756720"/>
                  </a:lnTo>
                  <a:lnTo>
                    <a:pt x="8554953" y="756720"/>
                  </a:lnTo>
                  <a:lnTo>
                    <a:pt x="8554953" y="75672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279" name="pl1279"/>
            <p:cNvSpPr/>
            <p:nvPr/>
          </p:nvSpPr>
          <p:spPr>
            <a:xfrm>
              <a:off x="386606" y="897539"/>
              <a:ext cx="8554953" cy="3297947"/>
            </a:xfrm>
            <a:custGeom>
              <a:avLst/>
              <a:pathLst>
                <a:path w="8554953" h="3297947">
                  <a:moveTo>
                    <a:pt x="8554953" y="756720"/>
                  </a:moveTo>
                  <a:lnTo>
                    <a:pt x="8032819" y="756720"/>
                  </a:lnTo>
                  <a:lnTo>
                    <a:pt x="8031559" y="756697"/>
                  </a:lnTo>
                  <a:lnTo>
                    <a:pt x="8023318" y="756533"/>
                  </a:lnTo>
                  <a:lnTo>
                    <a:pt x="8002711" y="756077"/>
                  </a:lnTo>
                  <a:lnTo>
                    <a:pt x="7966295" y="755183"/>
                  </a:lnTo>
                  <a:lnTo>
                    <a:pt x="7912880" y="753719"/>
                  </a:lnTo>
                  <a:lnTo>
                    <a:pt x="7843590" y="751586"/>
                  </a:lnTo>
                  <a:lnTo>
                    <a:pt x="7761476" y="748727"/>
                  </a:lnTo>
                  <a:lnTo>
                    <a:pt x="7670755" y="745125"/>
                  </a:lnTo>
                  <a:lnTo>
                    <a:pt x="7575911" y="740788"/>
                  </a:lnTo>
                  <a:lnTo>
                    <a:pt x="7480954" y="735734"/>
                  </a:lnTo>
                  <a:lnTo>
                    <a:pt x="7388968" y="729972"/>
                  </a:lnTo>
                  <a:lnTo>
                    <a:pt x="7301982" y="723492"/>
                  </a:lnTo>
                  <a:lnTo>
                    <a:pt x="7221057" y="716253"/>
                  </a:lnTo>
                  <a:lnTo>
                    <a:pt x="7146480" y="708186"/>
                  </a:lnTo>
                  <a:lnTo>
                    <a:pt x="7077984" y="699189"/>
                  </a:lnTo>
                  <a:lnTo>
                    <a:pt x="7014948" y="689130"/>
                  </a:lnTo>
                  <a:lnTo>
                    <a:pt x="6956540" y="677858"/>
                  </a:lnTo>
                  <a:lnTo>
                    <a:pt x="6901840" y="665208"/>
                  </a:lnTo>
                  <a:lnTo>
                    <a:pt x="6849918" y="651026"/>
                  </a:lnTo>
                  <a:lnTo>
                    <a:pt x="6799919" y="635202"/>
                  </a:lnTo>
                  <a:lnTo>
                    <a:pt x="6786527" y="630600"/>
                  </a:lnTo>
                  <a:lnTo>
                    <a:pt x="6735229" y="611590"/>
                  </a:lnTo>
                  <a:lnTo>
                    <a:pt x="6684430" y="590672"/>
                  </a:lnTo>
                  <a:lnTo>
                    <a:pt x="6633619" y="567818"/>
                  </a:lnTo>
                  <a:lnTo>
                    <a:pt x="6582446" y="543062"/>
                  </a:lnTo>
                  <a:lnTo>
                    <a:pt x="6530698" y="516508"/>
                  </a:lnTo>
                  <a:lnTo>
                    <a:pt x="6478285" y="488336"/>
                  </a:lnTo>
                  <a:lnTo>
                    <a:pt x="6425226" y="458800"/>
                  </a:lnTo>
                  <a:lnTo>
                    <a:pt x="6371626" y="428221"/>
                  </a:lnTo>
                  <a:lnTo>
                    <a:pt x="6317665" y="396978"/>
                  </a:lnTo>
                  <a:lnTo>
                    <a:pt x="6263562" y="365481"/>
                  </a:lnTo>
                  <a:lnTo>
                    <a:pt x="6209558" y="334160"/>
                  </a:lnTo>
                  <a:lnTo>
                    <a:pt x="6155877" y="303431"/>
                  </a:lnTo>
                  <a:lnTo>
                    <a:pt x="6102709" y="273679"/>
                  </a:lnTo>
                  <a:lnTo>
                    <a:pt x="6050174" y="245237"/>
                  </a:lnTo>
                  <a:lnTo>
                    <a:pt x="5998308" y="218372"/>
                  </a:lnTo>
                  <a:lnTo>
                    <a:pt x="5947042" y="193278"/>
                  </a:lnTo>
                  <a:lnTo>
                    <a:pt x="5896187" y="170072"/>
                  </a:lnTo>
                  <a:lnTo>
                    <a:pt x="5845419" y="148802"/>
                  </a:lnTo>
                  <a:lnTo>
                    <a:pt x="5794258" y="129448"/>
                  </a:lnTo>
                  <a:lnTo>
                    <a:pt x="5784835" y="126120"/>
                  </a:lnTo>
                  <a:lnTo>
                    <a:pt x="5735229" y="109842"/>
                  </a:lnTo>
                  <a:lnTo>
                    <a:pt x="5683911" y="95220"/>
                  </a:lnTo>
                  <a:lnTo>
                    <a:pt x="5630059" y="82166"/>
                  </a:lnTo>
                  <a:lnTo>
                    <a:pt x="5572755" y="70535"/>
                  </a:lnTo>
                  <a:lnTo>
                    <a:pt x="5511068" y="60162"/>
                  </a:lnTo>
                  <a:lnTo>
                    <a:pt x="5444133" y="50889"/>
                  </a:lnTo>
                  <a:lnTo>
                    <a:pt x="5371258" y="42580"/>
                  </a:lnTo>
                  <a:lnTo>
                    <a:pt x="5292062" y="35124"/>
                  </a:lnTo>
                  <a:lnTo>
                    <a:pt x="5206660" y="28442"/>
                  </a:lnTo>
                  <a:lnTo>
                    <a:pt x="5115879" y="22486"/>
                  </a:lnTo>
                  <a:lnTo>
                    <a:pt x="5021470" y="17239"/>
                  </a:lnTo>
                  <a:lnTo>
                    <a:pt x="4926231" y="12705"/>
                  </a:lnTo>
                  <a:lnTo>
                    <a:pt x="4833950" y="8901"/>
                  </a:lnTo>
                  <a:lnTo>
                    <a:pt x="4749045" y="5840"/>
                  </a:lnTo>
                  <a:lnTo>
                    <a:pt x="4675893" y="3513"/>
                  </a:lnTo>
                  <a:lnTo>
                    <a:pt x="4617947" y="1875"/>
                  </a:lnTo>
                  <a:lnTo>
                    <a:pt x="4576916" y="837"/>
                  </a:lnTo>
                  <a:lnTo>
                    <a:pt x="4552252" y="276"/>
                  </a:lnTo>
                  <a:lnTo>
                    <a:pt x="4541099" y="47"/>
                  </a:lnTo>
                  <a:lnTo>
                    <a:pt x="4538569" y="0"/>
                  </a:lnTo>
                  <a:lnTo>
                    <a:pt x="4538543" y="0"/>
                  </a:lnTo>
                  <a:lnTo>
                    <a:pt x="4016409" y="0"/>
                  </a:lnTo>
                  <a:lnTo>
                    <a:pt x="4015295" y="88"/>
                  </a:lnTo>
                  <a:lnTo>
                    <a:pt x="4007988" y="720"/>
                  </a:lnTo>
                  <a:lnTo>
                    <a:pt x="3989641" y="2467"/>
                  </a:lnTo>
                  <a:lnTo>
                    <a:pt x="3957024" y="5903"/>
                  </a:lnTo>
                  <a:lnTo>
                    <a:pt x="3908789" y="11547"/>
                  </a:lnTo>
                  <a:lnTo>
                    <a:pt x="3845568" y="19803"/>
                  </a:lnTo>
                  <a:lnTo>
                    <a:pt x="3769725" y="30929"/>
                  </a:lnTo>
                  <a:lnTo>
                    <a:pt x="3684787" y="45027"/>
                  </a:lnTo>
                  <a:lnTo>
                    <a:pt x="3594727" y="62090"/>
                  </a:lnTo>
                  <a:lnTo>
                    <a:pt x="3503290" y="82054"/>
                  </a:lnTo>
                  <a:lnTo>
                    <a:pt x="3413544" y="104861"/>
                  </a:lnTo>
                  <a:lnTo>
                    <a:pt x="3327680" y="130516"/>
                  </a:lnTo>
                  <a:lnTo>
                    <a:pt x="3247016" y="159115"/>
                  </a:lnTo>
                  <a:lnTo>
                    <a:pt x="3172129" y="190867"/>
                  </a:lnTo>
                  <a:lnTo>
                    <a:pt x="3103030" y="226098"/>
                  </a:lnTo>
                  <a:lnTo>
                    <a:pt x="3039335" y="265246"/>
                  </a:lnTo>
                  <a:lnTo>
                    <a:pt x="2980415" y="308848"/>
                  </a:lnTo>
                  <a:lnTo>
                    <a:pt x="2925501" y="357512"/>
                  </a:lnTo>
                  <a:lnTo>
                    <a:pt x="2873770" y="411869"/>
                  </a:lnTo>
                  <a:lnTo>
                    <a:pt x="2824412" y="472486"/>
                  </a:lnTo>
                  <a:lnTo>
                    <a:pt x="2776692" y="539729"/>
                  </a:lnTo>
                  <a:lnTo>
                    <a:pt x="2770117" y="549657"/>
                  </a:lnTo>
                  <a:lnTo>
                    <a:pt x="2735083" y="605218"/>
                  </a:lnTo>
                  <a:lnTo>
                    <a:pt x="2700369" y="664598"/>
                  </a:lnTo>
                  <a:lnTo>
                    <a:pt x="2665788" y="727877"/>
                  </a:lnTo>
                  <a:lnTo>
                    <a:pt x="2631190" y="795079"/>
                  </a:lnTo>
                  <a:lnTo>
                    <a:pt x="2596459" y="866168"/>
                  </a:lnTo>
                  <a:lnTo>
                    <a:pt x="2561509" y="941044"/>
                  </a:lnTo>
                  <a:lnTo>
                    <a:pt x="2526284" y="1019538"/>
                  </a:lnTo>
                  <a:lnTo>
                    <a:pt x="2490753" y="1101410"/>
                  </a:lnTo>
                  <a:lnTo>
                    <a:pt x="2454910" y="1186348"/>
                  </a:lnTo>
                  <a:lnTo>
                    <a:pt x="2418768" y="1273974"/>
                  </a:lnTo>
                  <a:lnTo>
                    <a:pt x="2382363" y="1363844"/>
                  </a:lnTo>
                  <a:lnTo>
                    <a:pt x="2345743" y="1455463"/>
                  </a:lnTo>
                  <a:lnTo>
                    <a:pt x="2308971" y="1548288"/>
                  </a:lnTo>
                  <a:lnTo>
                    <a:pt x="2272118" y="1641747"/>
                  </a:lnTo>
                  <a:lnTo>
                    <a:pt x="2235259" y="1735252"/>
                  </a:lnTo>
                  <a:lnTo>
                    <a:pt x="2198470" y="1828213"/>
                  </a:lnTo>
                  <a:lnTo>
                    <a:pt x="2161822" y="1920054"/>
                  </a:lnTo>
                  <a:lnTo>
                    <a:pt x="2125380" y="2010228"/>
                  </a:lnTo>
                  <a:lnTo>
                    <a:pt x="2089195" y="2098231"/>
                  </a:lnTo>
                  <a:lnTo>
                    <a:pt x="2053304" y="2183611"/>
                  </a:lnTo>
                  <a:lnTo>
                    <a:pt x="2017725" y="2265978"/>
                  </a:lnTo>
                  <a:lnTo>
                    <a:pt x="1982454" y="2345012"/>
                  </a:lnTo>
                  <a:lnTo>
                    <a:pt x="1947465" y="2420459"/>
                  </a:lnTo>
                  <a:lnTo>
                    <a:pt x="1912705" y="2492141"/>
                  </a:lnTo>
                  <a:lnTo>
                    <a:pt x="1878093" y="2559947"/>
                  </a:lnTo>
                  <a:lnTo>
                    <a:pt x="1843518" y="2623832"/>
                  </a:lnTo>
                  <a:lnTo>
                    <a:pt x="1808836" y="2683811"/>
                  </a:lnTo>
                  <a:lnTo>
                    <a:pt x="1773865" y="2739954"/>
                  </a:lnTo>
                  <a:lnTo>
                    <a:pt x="1768425" y="2748289"/>
                  </a:lnTo>
                  <a:lnTo>
                    <a:pt x="1720883" y="2816465"/>
                  </a:lnTo>
                  <a:lnTo>
                    <a:pt x="1671795" y="2877994"/>
                  </a:lnTo>
                  <a:lnTo>
                    <a:pt x="1620443" y="2933194"/>
                  </a:lnTo>
                  <a:lnTo>
                    <a:pt x="1566024" y="2982616"/>
                  </a:lnTo>
                  <a:lnTo>
                    <a:pt x="1507712" y="3026888"/>
                  </a:lnTo>
                  <a:lnTo>
                    <a:pt x="1444727" y="3066624"/>
                  </a:lnTo>
                  <a:lnTo>
                    <a:pt x="1376413" y="3102374"/>
                  </a:lnTo>
                  <a:lnTo>
                    <a:pt x="1302345" y="3134590"/>
                  </a:lnTo>
                  <a:lnTo>
                    <a:pt x="1222469" y="3163615"/>
                  </a:lnTo>
                  <a:lnTo>
                    <a:pt x="1137271" y="3189673"/>
                  </a:lnTo>
                  <a:lnTo>
                    <a:pt x="1047957" y="3212876"/>
                  </a:lnTo>
                  <a:lnTo>
                    <a:pt x="956590" y="3233239"/>
                  </a:lnTo>
                  <a:lnTo>
                    <a:pt x="866124" y="3250712"/>
                  </a:lnTo>
                  <a:lnTo>
                    <a:pt x="780231" y="3265227"/>
                  </a:lnTo>
                  <a:lnTo>
                    <a:pt x="702886" y="3276765"/>
                  </a:lnTo>
                  <a:lnTo>
                    <a:pt x="637725" y="3285411"/>
                  </a:lnTo>
                  <a:lnTo>
                    <a:pt x="587314" y="3291398"/>
                  </a:lnTo>
                  <a:lnTo>
                    <a:pt x="552550" y="3295114"/>
                  </a:lnTo>
                  <a:lnTo>
                    <a:pt x="532362" y="3297063"/>
                  </a:lnTo>
                  <a:lnTo>
                    <a:pt x="523770" y="3297816"/>
                  </a:lnTo>
                  <a:lnTo>
                    <a:pt x="522136" y="3297947"/>
                  </a:lnTo>
                  <a:lnTo>
                    <a:pt x="522133" y="3297947"/>
                  </a:lnTo>
                  <a:lnTo>
                    <a:pt x="0" y="3297947"/>
                  </a:lnTo>
                  <a:lnTo>
                    <a:pt x="0" y="3297947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280" name="pg1280"/>
            <p:cNvSpPr/>
            <p:nvPr/>
          </p:nvSpPr>
          <p:spPr>
            <a:xfrm>
              <a:off x="386606" y="1016130"/>
              <a:ext cx="8554953" cy="3190651"/>
            </a:xfrm>
            <a:custGeom>
              <a:avLst/>
              <a:pathLst>
                <a:path w="8554953" h="3190651">
                  <a:moveTo>
                    <a:pt x="0" y="3190651"/>
                  </a:moveTo>
                  <a:lnTo>
                    <a:pt x="522133" y="3190651"/>
                  </a:lnTo>
                  <a:lnTo>
                    <a:pt x="523256" y="3190565"/>
                  </a:lnTo>
                  <a:lnTo>
                    <a:pt x="530621" y="3189949"/>
                  </a:lnTo>
                  <a:lnTo>
                    <a:pt x="549109" y="3188248"/>
                  </a:lnTo>
                  <a:lnTo>
                    <a:pt x="581965" y="3184902"/>
                  </a:lnTo>
                  <a:lnTo>
                    <a:pt x="630527" y="3179407"/>
                  </a:lnTo>
                  <a:lnTo>
                    <a:pt x="694135" y="3171371"/>
                  </a:lnTo>
                  <a:lnTo>
                    <a:pt x="770385" y="3160546"/>
                  </a:lnTo>
                  <a:lnTo>
                    <a:pt x="855702" y="3146832"/>
                  </a:lnTo>
                  <a:lnTo>
                    <a:pt x="946084" y="3130242"/>
                  </a:lnTo>
                  <a:lnTo>
                    <a:pt x="1037764" y="3110836"/>
                  </a:lnTo>
                  <a:lnTo>
                    <a:pt x="1127671" y="3088670"/>
                  </a:lnTo>
                  <a:lnTo>
                    <a:pt x="1213622" y="3063737"/>
                  </a:lnTo>
                  <a:lnTo>
                    <a:pt x="1294314" y="3035939"/>
                  </a:lnTo>
                  <a:lnTo>
                    <a:pt x="1369188" y="3005071"/>
                  </a:lnTo>
                  <a:lnTo>
                    <a:pt x="1438252" y="2970809"/>
                  </a:lnTo>
                  <a:lnTo>
                    <a:pt x="1501904" y="2932724"/>
                  </a:lnTo>
                  <a:lnTo>
                    <a:pt x="1560786" y="2890289"/>
                  </a:lnTo>
                  <a:lnTo>
                    <a:pt x="1615679" y="2842909"/>
                  </a:lnTo>
                  <a:lnTo>
                    <a:pt x="1667412" y="2789972"/>
                  </a:lnTo>
                  <a:lnTo>
                    <a:pt x="1716801" y="2730930"/>
                  </a:lnTo>
                  <a:lnTo>
                    <a:pt x="1764579" y="2665445"/>
                  </a:lnTo>
                  <a:lnTo>
                    <a:pt x="1768425" y="2659817"/>
                  </a:lnTo>
                  <a:lnTo>
                    <a:pt x="1803962" y="2605358"/>
                  </a:lnTo>
                  <a:lnTo>
                    <a:pt x="1839173" y="2547100"/>
                  </a:lnTo>
                  <a:lnTo>
                    <a:pt x="1874252" y="2484967"/>
                  </a:lnTo>
                  <a:lnTo>
                    <a:pt x="1909354" y="2418936"/>
                  </a:lnTo>
                  <a:lnTo>
                    <a:pt x="1944599" y="2349045"/>
                  </a:lnTo>
                  <a:lnTo>
                    <a:pt x="1980074" y="2275400"/>
                  </a:lnTo>
                  <a:lnTo>
                    <a:pt x="2015836" y="2198178"/>
                  </a:lnTo>
                  <a:lnTo>
                    <a:pt x="2051915" y="2117627"/>
                  </a:lnTo>
                  <a:lnTo>
                    <a:pt x="2088314" y="2034068"/>
                  </a:lnTo>
                  <a:lnTo>
                    <a:pt x="2125017" y="1947893"/>
                  </a:lnTo>
                  <a:lnTo>
                    <a:pt x="2161985" y="1859555"/>
                  </a:lnTo>
                  <a:lnTo>
                    <a:pt x="2199164" y="1769563"/>
                  </a:lnTo>
                  <a:lnTo>
                    <a:pt x="2236487" y="1678468"/>
                  </a:lnTo>
                  <a:lnTo>
                    <a:pt x="2273880" y="1586852"/>
                  </a:lnTo>
                  <a:lnTo>
                    <a:pt x="2311262" y="1495309"/>
                  </a:lnTo>
                  <a:lnTo>
                    <a:pt x="2348557" y="1404433"/>
                  </a:lnTo>
                  <a:lnTo>
                    <a:pt x="2385690" y="1314799"/>
                  </a:lnTo>
                  <a:lnTo>
                    <a:pt x="2422596" y="1226949"/>
                  </a:lnTo>
                  <a:lnTo>
                    <a:pt x="2459227" y="1141379"/>
                  </a:lnTo>
                  <a:lnTo>
                    <a:pt x="2495549" y="1058528"/>
                  </a:lnTo>
                  <a:lnTo>
                    <a:pt x="2531548" y="978770"/>
                  </a:lnTo>
                  <a:lnTo>
                    <a:pt x="2567235" y="902409"/>
                  </a:lnTo>
                  <a:lnTo>
                    <a:pt x="2602647" y="829676"/>
                  </a:lnTo>
                  <a:lnTo>
                    <a:pt x="2637848" y="760729"/>
                  </a:lnTo>
                  <a:lnTo>
                    <a:pt x="2672932" y="695657"/>
                  </a:lnTo>
                  <a:lnTo>
                    <a:pt x="2708027" y="634483"/>
                  </a:lnTo>
                  <a:lnTo>
                    <a:pt x="2743299" y="577171"/>
                  </a:lnTo>
                  <a:lnTo>
                    <a:pt x="2770117" y="536481"/>
                  </a:lnTo>
                  <a:lnTo>
                    <a:pt x="2817792" y="470467"/>
                  </a:lnTo>
                  <a:lnTo>
                    <a:pt x="2867024" y="410907"/>
                  </a:lnTo>
                  <a:lnTo>
                    <a:pt x="2918536" y="357491"/>
                  </a:lnTo>
                  <a:lnTo>
                    <a:pt x="2973139" y="309681"/>
                  </a:lnTo>
                  <a:lnTo>
                    <a:pt x="3031666" y="266865"/>
                  </a:lnTo>
                  <a:lnTo>
                    <a:pt x="3094902" y="228446"/>
                  </a:lnTo>
                  <a:lnTo>
                    <a:pt x="3163505" y="193890"/>
                  </a:lnTo>
                  <a:lnTo>
                    <a:pt x="3237899" y="162758"/>
                  </a:lnTo>
                  <a:lnTo>
                    <a:pt x="3318128" y="134720"/>
                  </a:lnTo>
                  <a:lnTo>
                    <a:pt x="3403688" y="109558"/>
                  </a:lnTo>
                  <a:lnTo>
                    <a:pt x="3493342" y="87167"/>
                  </a:lnTo>
                  <a:lnTo>
                    <a:pt x="3584981" y="67535"/>
                  </a:lnTo>
                  <a:lnTo>
                    <a:pt x="3675602" y="50712"/>
                  </a:lnTo>
                  <a:lnTo>
                    <a:pt x="3761483" y="36762"/>
                  </a:lnTo>
                  <a:lnTo>
                    <a:pt x="3838617" y="25704"/>
                  </a:lnTo>
                  <a:lnTo>
                    <a:pt x="3903367" y="17447"/>
                  </a:lnTo>
                  <a:lnTo>
                    <a:pt x="3953208" y="11758"/>
                  </a:lnTo>
                  <a:lnTo>
                    <a:pt x="3987322" y="8254"/>
                  </a:lnTo>
                  <a:lnTo>
                    <a:pt x="4006885" y="6439"/>
                  </a:lnTo>
                  <a:lnTo>
                    <a:pt x="4014995" y="5756"/>
                  </a:lnTo>
                  <a:lnTo>
                    <a:pt x="4016409" y="5647"/>
                  </a:lnTo>
                  <a:lnTo>
                    <a:pt x="4538543" y="5647"/>
                  </a:lnTo>
                  <a:lnTo>
                    <a:pt x="4539753" y="5703"/>
                  </a:lnTo>
                  <a:lnTo>
                    <a:pt x="4547677" y="6108"/>
                  </a:lnTo>
                  <a:lnTo>
                    <a:pt x="4567517" y="7226"/>
                  </a:lnTo>
                  <a:lnTo>
                    <a:pt x="4602650" y="9422"/>
                  </a:lnTo>
                  <a:lnTo>
                    <a:pt x="4654324" y="13024"/>
                  </a:lnTo>
                  <a:lnTo>
                    <a:pt x="4721588" y="18277"/>
                  </a:lnTo>
                  <a:lnTo>
                    <a:pt x="4801629" y="25330"/>
                  </a:lnTo>
                  <a:lnTo>
                    <a:pt x="4890462" y="34233"/>
                  </a:lnTo>
                  <a:lnTo>
                    <a:pt x="4983767" y="44971"/>
                  </a:lnTo>
                  <a:lnTo>
                    <a:pt x="5077615" y="57501"/>
                  </a:lnTo>
                  <a:lnTo>
                    <a:pt x="5168918" y="71793"/>
                  </a:lnTo>
                  <a:lnTo>
                    <a:pt x="5255585" y="87868"/>
                  </a:lnTo>
                  <a:lnTo>
                    <a:pt x="5336464" y="105808"/>
                  </a:lnTo>
                  <a:lnTo>
                    <a:pt x="5411171" y="125775"/>
                  </a:lnTo>
                  <a:lnTo>
                    <a:pt x="5479877" y="148006"/>
                  </a:lnTo>
                  <a:lnTo>
                    <a:pt x="5543127" y="172807"/>
                  </a:lnTo>
                  <a:lnTo>
                    <a:pt x="5601686" y="200545"/>
                  </a:lnTo>
                  <a:lnTo>
                    <a:pt x="5656428" y="231619"/>
                  </a:lnTo>
                  <a:lnTo>
                    <a:pt x="5708248" y="266422"/>
                  </a:lnTo>
                  <a:lnTo>
                    <a:pt x="5757995" y="305261"/>
                  </a:lnTo>
                  <a:lnTo>
                    <a:pt x="5784835" y="328477"/>
                  </a:lnTo>
                  <a:lnTo>
                    <a:pt x="5827383" y="368446"/>
                  </a:lnTo>
                  <a:lnTo>
                    <a:pt x="5869520" y="411749"/>
                  </a:lnTo>
                  <a:lnTo>
                    <a:pt x="5911561" y="458450"/>
                  </a:lnTo>
                  <a:lnTo>
                    <a:pt x="5953742" y="508541"/>
                  </a:lnTo>
                  <a:lnTo>
                    <a:pt x="5996229" y="561933"/>
                  </a:lnTo>
                  <a:lnTo>
                    <a:pt x="6039126" y="618450"/>
                  </a:lnTo>
                  <a:lnTo>
                    <a:pt x="6082482" y="677824"/>
                  </a:lnTo>
                  <a:lnTo>
                    <a:pt x="6126290" y="739697"/>
                  </a:lnTo>
                  <a:lnTo>
                    <a:pt x="6170504" y="803628"/>
                  </a:lnTo>
                  <a:lnTo>
                    <a:pt x="6215039" y="869100"/>
                  </a:lnTo>
                  <a:lnTo>
                    <a:pt x="6259783" y="935541"/>
                  </a:lnTo>
                  <a:lnTo>
                    <a:pt x="6304605" y="1002343"/>
                  </a:lnTo>
                  <a:lnTo>
                    <a:pt x="6349369" y="1068881"/>
                  </a:lnTo>
                  <a:lnTo>
                    <a:pt x="6393945" y="1134543"/>
                  </a:lnTo>
                  <a:lnTo>
                    <a:pt x="6438215" y="1198749"/>
                  </a:lnTo>
                  <a:lnTo>
                    <a:pt x="6482091" y="1260973"/>
                  </a:lnTo>
                  <a:lnTo>
                    <a:pt x="6525518" y="1320762"/>
                  </a:lnTo>
                  <a:lnTo>
                    <a:pt x="6568485" y="1377743"/>
                  </a:lnTo>
                  <a:lnTo>
                    <a:pt x="6611031" y="1431636"/>
                  </a:lnTo>
                  <a:lnTo>
                    <a:pt x="6653251" y="1482249"/>
                  </a:lnTo>
                  <a:lnTo>
                    <a:pt x="6695299" y="1529480"/>
                  </a:lnTo>
                  <a:lnTo>
                    <a:pt x="6737403" y="1573309"/>
                  </a:lnTo>
                  <a:lnTo>
                    <a:pt x="6779863" y="1613790"/>
                  </a:lnTo>
                  <a:lnTo>
                    <a:pt x="6786527" y="1619796"/>
                  </a:lnTo>
                  <a:lnTo>
                    <a:pt x="6835448" y="1660926"/>
                  </a:lnTo>
                  <a:lnTo>
                    <a:pt x="6886026" y="1697928"/>
                  </a:lnTo>
                  <a:lnTo>
                    <a:pt x="6939046" y="1731015"/>
                  </a:lnTo>
                  <a:lnTo>
                    <a:pt x="6995386" y="1760544"/>
                  </a:lnTo>
                  <a:lnTo>
                    <a:pt x="7055944" y="1786918"/>
                  </a:lnTo>
                  <a:lnTo>
                    <a:pt x="7121554" y="1810525"/>
                  </a:lnTo>
                  <a:lnTo>
                    <a:pt x="7192899" y="1831707"/>
                  </a:lnTo>
                  <a:lnTo>
                    <a:pt x="7270378" y="1850742"/>
                  </a:lnTo>
                  <a:lnTo>
                    <a:pt x="7353939" y="1867831"/>
                  </a:lnTo>
                  <a:lnTo>
                    <a:pt x="7442878" y="1883101"/>
                  </a:lnTo>
                  <a:lnTo>
                    <a:pt x="7535641" y="1896605"/>
                  </a:lnTo>
                  <a:lnTo>
                    <a:pt x="7629685" y="1908337"/>
                  </a:lnTo>
                  <a:lnTo>
                    <a:pt x="7721509" y="1918258"/>
                  </a:lnTo>
                  <a:lnTo>
                    <a:pt x="7806935" y="1926331"/>
                  </a:lnTo>
                  <a:lnTo>
                    <a:pt x="7881694" y="1932566"/>
                  </a:lnTo>
                  <a:lnTo>
                    <a:pt x="7942223" y="1937055"/>
                  </a:lnTo>
                  <a:lnTo>
                    <a:pt x="7986475" y="1939990"/>
                  </a:lnTo>
                  <a:lnTo>
                    <a:pt x="8014470" y="1941660"/>
                  </a:lnTo>
                  <a:lnTo>
                    <a:pt x="8028437" y="1942413"/>
                  </a:lnTo>
                  <a:lnTo>
                    <a:pt x="8032610" y="1942617"/>
                  </a:lnTo>
                  <a:lnTo>
                    <a:pt x="8032819" y="1942626"/>
                  </a:lnTo>
                  <a:lnTo>
                    <a:pt x="8554953" y="1942626"/>
                  </a:lnTo>
                  <a:lnTo>
                    <a:pt x="8554953" y="1936979"/>
                  </a:lnTo>
                  <a:lnTo>
                    <a:pt x="8032819" y="1936979"/>
                  </a:lnTo>
                  <a:lnTo>
                    <a:pt x="8031608" y="1936923"/>
                  </a:lnTo>
                  <a:lnTo>
                    <a:pt x="8023685" y="1936518"/>
                  </a:lnTo>
                  <a:lnTo>
                    <a:pt x="8003845" y="1935400"/>
                  </a:lnTo>
                  <a:lnTo>
                    <a:pt x="7968712" y="1933203"/>
                  </a:lnTo>
                  <a:lnTo>
                    <a:pt x="7917038" y="1929602"/>
                  </a:lnTo>
                  <a:lnTo>
                    <a:pt x="7849773" y="1924349"/>
                  </a:lnTo>
                  <a:lnTo>
                    <a:pt x="7769733" y="1917296"/>
                  </a:lnTo>
                  <a:lnTo>
                    <a:pt x="7680900" y="1908393"/>
                  </a:lnTo>
                  <a:lnTo>
                    <a:pt x="7587595" y="1897655"/>
                  </a:lnTo>
                  <a:lnTo>
                    <a:pt x="7493747" y="1885125"/>
                  </a:lnTo>
                  <a:lnTo>
                    <a:pt x="7402444" y="1870833"/>
                  </a:lnTo>
                  <a:lnTo>
                    <a:pt x="7315777" y="1854758"/>
                  </a:lnTo>
                  <a:lnTo>
                    <a:pt x="7234898" y="1836818"/>
                  </a:lnTo>
                  <a:lnTo>
                    <a:pt x="7160191" y="1816850"/>
                  </a:lnTo>
                  <a:lnTo>
                    <a:pt x="7091485" y="1794620"/>
                  </a:lnTo>
                  <a:lnTo>
                    <a:pt x="7028235" y="1769819"/>
                  </a:lnTo>
                  <a:lnTo>
                    <a:pt x="6969676" y="1742081"/>
                  </a:lnTo>
                  <a:lnTo>
                    <a:pt x="6914934" y="1711007"/>
                  </a:lnTo>
                  <a:lnTo>
                    <a:pt x="6863114" y="1676204"/>
                  </a:lnTo>
                  <a:lnTo>
                    <a:pt x="6813367" y="1637365"/>
                  </a:lnTo>
                  <a:lnTo>
                    <a:pt x="6786527" y="1614149"/>
                  </a:lnTo>
                  <a:lnTo>
                    <a:pt x="6743979" y="1574180"/>
                  </a:lnTo>
                  <a:lnTo>
                    <a:pt x="6701842" y="1530877"/>
                  </a:lnTo>
                  <a:lnTo>
                    <a:pt x="6659801" y="1484176"/>
                  </a:lnTo>
                  <a:lnTo>
                    <a:pt x="6617620" y="1434085"/>
                  </a:lnTo>
                  <a:lnTo>
                    <a:pt x="6575133" y="1380693"/>
                  </a:lnTo>
                  <a:lnTo>
                    <a:pt x="6532235" y="1324176"/>
                  </a:lnTo>
                  <a:lnTo>
                    <a:pt x="6488880" y="1264802"/>
                  </a:lnTo>
                  <a:lnTo>
                    <a:pt x="6445072" y="1202928"/>
                  </a:lnTo>
                  <a:lnTo>
                    <a:pt x="6400858" y="1138998"/>
                  </a:lnTo>
                  <a:lnTo>
                    <a:pt x="6356323" y="1073526"/>
                  </a:lnTo>
                  <a:lnTo>
                    <a:pt x="6311579" y="1007084"/>
                  </a:lnTo>
                  <a:lnTo>
                    <a:pt x="6266757" y="940283"/>
                  </a:lnTo>
                  <a:lnTo>
                    <a:pt x="6221992" y="873745"/>
                  </a:lnTo>
                  <a:lnTo>
                    <a:pt x="6177417" y="808083"/>
                  </a:lnTo>
                  <a:lnTo>
                    <a:pt x="6133147" y="743877"/>
                  </a:lnTo>
                  <a:lnTo>
                    <a:pt x="6089271" y="681653"/>
                  </a:lnTo>
                  <a:lnTo>
                    <a:pt x="6045844" y="621864"/>
                  </a:lnTo>
                  <a:lnTo>
                    <a:pt x="6002876" y="564883"/>
                  </a:lnTo>
                  <a:lnTo>
                    <a:pt x="5960331" y="510990"/>
                  </a:lnTo>
                  <a:lnTo>
                    <a:pt x="5918111" y="460377"/>
                  </a:lnTo>
                  <a:lnTo>
                    <a:pt x="5876063" y="413146"/>
                  </a:lnTo>
                  <a:lnTo>
                    <a:pt x="5833959" y="369317"/>
                  </a:lnTo>
                  <a:lnTo>
                    <a:pt x="5791499" y="328835"/>
                  </a:lnTo>
                  <a:lnTo>
                    <a:pt x="5784835" y="322829"/>
                  </a:lnTo>
                  <a:lnTo>
                    <a:pt x="5735914" y="281700"/>
                  </a:lnTo>
                  <a:lnTo>
                    <a:pt x="5685336" y="244698"/>
                  </a:lnTo>
                  <a:lnTo>
                    <a:pt x="5632316" y="211611"/>
                  </a:lnTo>
                  <a:lnTo>
                    <a:pt x="5575976" y="182082"/>
                  </a:lnTo>
                  <a:lnTo>
                    <a:pt x="5515418" y="155708"/>
                  </a:lnTo>
                  <a:lnTo>
                    <a:pt x="5449808" y="132101"/>
                  </a:lnTo>
                  <a:lnTo>
                    <a:pt x="5378463" y="110918"/>
                  </a:lnTo>
                  <a:lnTo>
                    <a:pt x="5300984" y="91884"/>
                  </a:lnTo>
                  <a:lnTo>
                    <a:pt x="5217423" y="74795"/>
                  </a:lnTo>
                  <a:lnTo>
                    <a:pt x="5128484" y="59525"/>
                  </a:lnTo>
                  <a:lnTo>
                    <a:pt x="5035721" y="46021"/>
                  </a:lnTo>
                  <a:lnTo>
                    <a:pt x="4941677" y="34289"/>
                  </a:lnTo>
                  <a:lnTo>
                    <a:pt x="4849853" y="24368"/>
                  </a:lnTo>
                  <a:lnTo>
                    <a:pt x="4764427" y="16295"/>
                  </a:lnTo>
                  <a:lnTo>
                    <a:pt x="4689668" y="10060"/>
                  </a:lnTo>
                  <a:lnTo>
                    <a:pt x="4629139" y="5571"/>
                  </a:lnTo>
                  <a:lnTo>
                    <a:pt x="4584887" y="2636"/>
                  </a:lnTo>
                  <a:lnTo>
                    <a:pt x="4556892" y="966"/>
                  </a:lnTo>
                  <a:lnTo>
                    <a:pt x="4542925" y="213"/>
                  </a:lnTo>
                  <a:lnTo>
                    <a:pt x="4538752" y="9"/>
                  </a:lnTo>
                  <a:lnTo>
                    <a:pt x="4538543" y="0"/>
                  </a:lnTo>
                  <a:lnTo>
                    <a:pt x="4016409" y="0"/>
                  </a:lnTo>
                  <a:lnTo>
                    <a:pt x="4015286" y="86"/>
                  </a:lnTo>
                  <a:lnTo>
                    <a:pt x="4007921" y="701"/>
                  </a:lnTo>
                  <a:lnTo>
                    <a:pt x="3989433" y="2403"/>
                  </a:lnTo>
                  <a:lnTo>
                    <a:pt x="3956577" y="5749"/>
                  </a:lnTo>
                  <a:lnTo>
                    <a:pt x="3908015" y="11243"/>
                  </a:lnTo>
                  <a:lnTo>
                    <a:pt x="3844407" y="19280"/>
                  </a:lnTo>
                  <a:lnTo>
                    <a:pt x="3768157" y="30105"/>
                  </a:lnTo>
                  <a:lnTo>
                    <a:pt x="3682840" y="43818"/>
                  </a:lnTo>
                  <a:lnTo>
                    <a:pt x="3592458" y="60409"/>
                  </a:lnTo>
                  <a:lnTo>
                    <a:pt x="3500778" y="79815"/>
                  </a:lnTo>
                  <a:lnTo>
                    <a:pt x="3410872" y="101981"/>
                  </a:lnTo>
                  <a:lnTo>
                    <a:pt x="3324921" y="126914"/>
                  </a:lnTo>
                  <a:lnTo>
                    <a:pt x="3244228" y="154711"/>
                  </a:lnTo>
                  <a:lnTo>
                    <a:pt x="3169354" y="185580"/>
                  </a:lnTo>
                  <a:lnTo>
                    <a:pt x="3100290" y="219842"/>
                  </a:lnTo>
                  <a:lnTo>
                    <a:pt x="3036638" y="257927"/>
                  </a:lnTo>
                  <a:lnTo>
                    <a:pt x="2977756" y="300362"/>
                  </a:lnTo>
                  <a:lnTo>
                    <a:pt x="2922863" y="347741"/>
                  </a:lnTo>
                  <a:lnTo>
                    <a:pt x="2871130" y="400678"/>
                  </a:lnTo>
                  <a:lnTo>
                    <a:pt x="2821741" y="459721"/>
                  </a:lnTo>
                  <a:lnTo>
                    <a:pt x="2773963" y="525206"/>
                  </a:lnTo>
                  <a:lnTo>
                    <a:pt x="2770117" y="530834"/>
                  </a:lnTo>
                  <a:lnTo>
                    <a:pt x="2734580" y="585293"/>
                  </a:lnTo>
                  <a:lnTo>
                    <a:pt x="2699369" y="643550"/>
                  </a:lnTo>
                  <a:lnTo>
                    <a:pt x="2664290" y="705684"/>
                  </a:lnTo>
                  <a:lnTo>
                    <a:pt x="2629188" y="771715"/>
                  </a:lnTo>
                  <a:lnTo>
                    <a:pt x="2593943" y="841606"/>
                  </a:lnTo>
                  <a:lnTo>
                    <a:pt x="2558468" y="915251"/>
                  </a:lnTo>
                  <a:lnTo>
                    <a:pt x="2522706" y="992473"/>
                  </a:lnTo>
                  <a:lnTo>
                    <a:pt x="2486627" y="1073024"/>
                  </a:lnTo>
                  <a:lnTo>
                    <a:pt x="2450228" y="1156583"/>
                  </a:lnTo>
                  <a:lnTo>
                    <a:pt x="2413525" y="1242758"/>
                  </a:lnTo>
                  <a:lnTo>
                    <a:pt x="2376557" y="1331096"/>
                  </a:lnTo>
                  <a:lnTo>
                    <a:pt x="2339378" y="1421088"/>
                  </a:lnTo>
                  <a:lnTo>
                    <a:pt x="2302055" y="1512183"/>
                  </a:lnTo>
                  <a:lnTo>
                    <a:pt x="2264663" y="1603799"/>
                  </a:lnTo>
                  <a:lnTo>
                    <a:pt x="2227280" y="1695341"/>
                  </a:lnTo>
                  <a:lnTo>
                    <a:pt x="2189985" y="1786217"/>
                  </a:lnTo>
                  <a:lnTo>
                    <a:pt x="2152853" y="1875851"/>
                  </a:lnTo>
                  <a:lnTo>
                    <a:pt x="2115946" y="1963702"/>
                  </a:lnTo>
                  <a:lnTo>
                    <a:pt x="2079315" y="2049272"/>
                  </a:lnTo>
                  <a:lnTo>
                    <a:pt x="2042994" y="2132123"/>
                  </a:lnTo>
                  <a:lnTo>
                    <a:pt x="2006994" y="2211881"/>
                  </a:lnTo>
                  <a:lnTo>
                    <a:pt x="1971307" y="2288242"/>
                  </a:lnTo>
                  <a:lnTo>
                    <a:pt x="1935895" y="2360975"/>
                  </a:lnTo>
                  <a:lnTo>
                    <a:pt x="1900694" y="2429922"/>
                  </a:lnTo>
                  <a:lnTo>
                    <a:pt x="1865610" y="2494994"/>
                  </a:lnTo>
                  <a:lnTo>
                    <a:pt x="1830515" y="2556168"/>
                  </a:lnTo>
                  <a:lnTo>
                    <a:pt x="1795244" y="2613480"/>
                  </a:lnTo>
                  <a:lnTo>
                    <a:pt x="1768425" y="2654170"/>
                  </a:lnTo>
                  <a:lnTo>
                    <a:pt x="1720750" y="2720184"/>
                  </a:lnTo>
                  <a:lnTo>
                    <a:pt x="1671519" y="2779743"/>
                  </a:lnTo>
                  <a:lnTo>
                    <a:pt x="1620007" y="2833160"/>
                  </a:lnTo>
                  <a:lnTo>
                    <a:pt x="1565403" y="2880970"/>
                  </a:lnTo>
                  <a:lnTo>
                    <a:pt x="1506876" y="2923785"/>
                  </a:lnTo>
                  <a:lnTo>
                    <a:pt x="1443641" y="2962205"/>
                  </a:lnTo>
                  <a:lnTo>
                    <a:pt x="1375037" y="2996761"/>
                  </a:lnTo>
                  <a:lnTo>
                    <a:pt x="1300643" y="3027893"/>
                  </a:lnTo>
                  <a:lnTo>
                    <a:pt x="1220414" y="3055931"/>
                  </a:lnTo>
                  <a:lnTo>
                    <a:pt x="1134854" y="3081093"/>
                  </a:lnTo>
                  <a:lnTo>
                    <a:pt x="1045201" y="3103483"/>
                  </a:lnTo>
                  <a:lnTo>
                    <a:pt x="953561" y="3123116"/>
                  </a:lnTo>
                  <a:lnTo>
                    <a:pt x="862940" y="3139939"/>
                  </a:lnTo>
                  <a:lnTo>
                    <a:pt x="777059" y="3153888"/>
                  </a:lnTo>
                  <a:lnTo>
                    <a:pt x="699925" y="3164947"/>
                  </a:lnTo>
                  <a:lnTo>
                    <a:pt x="635175" y="3173204"/>
                  </a:lnTo>
                  <a:lnTo>
                    <a:pt x="585334" y="3178893"/>
                  </a:lnTo>
                  <a:lnTo>
                    <a:pt x="551220" y="3182397"/>
                  </a:lnTo>
                  <a:lnTo>
                    <a:pt x="531657" y="3184212"/>
                  </a:lnTo>
                  <a:lnTo>
                    <a:pt x="523548" y="3184895"/>
                  </a:lnTo>
                  <a:lnTo>
                    <a:pt x="522133" y="3185004"/>
                  </a:lnTo>
                  <a:lnTo>
                    <a:pt x="0" y="3185004"/>
                  </a:lnTo>
                  <a:close/>
                </a:path>
              </a:pathLst>
            </a:custGeom>
            <a:solidFill>
              <a:srgbClr val="67C1B3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1281" name="pl1281"/>
            <p:cNvSpPr/>
            <p:nvPr/>
          </p:nvSpPr>
          <p:spPr>
            <a:xfrm>
              <a:off x="386606" y="1021777"/>
              <a:ext cx="8554953" cy="3185004"/>
            </a:xfrm>
            <a:custGeom>
              <a:avLst/>
              <a:pathLst>
                <a:path w="8554953" h="3185004">
                  <a:moveTo>
                    <a:pt x="0" y="3185004"/>
                  </a:moveTo>
                  <a:lnTo>
                    <a:pt x="522133" y="3185004"/>
                  </a:lnTo>
                  <a:lnTo>
                    <a:pt x="523256" y="3184918"/>
                  </a:lnTo>
                  <a:lnTo>
                    <a:pt x="530621" y="3184302"/>
                  </a:lnTo>
                  <a:lnTo>
                    <a:pt x="549109" y="3182601"/>
                  </a:lnTo>
                  <a:lnTo>
                    <a:pt x="581965" y="3179255"/>
                  </a:lnTo>
                  <a:lnTo>
                    <a:pt x="630527" y="3173760"/>
                  </a:lnTo>
                  <a:lnTo>
                    <a:pt x="694135" y="3165724"/>
                  </a:lnTo>
                  <a:lnTo>
                    <a:pt x="770385" y="3154898"/>
                  </a:lnTo>
                  <a:lnTo>
                    <a:pt x="855702" y="3141185"/>
                  </a:lnTo>
                  <a:lnTo>
                    <a:pt x="946084" y="3124594"/>
                  </a:lnTo>
                  <a:lnTo>
                    <a:pt x="1037764" y="3105189"/>
                  </a:lnTo>
                  <a:lnTo>
                    <a:pt x="1127671" y="3083022"/>
                  </a:lnTo>
                  <a:lnTo>
                    <a:pt x="1213622" y="3058089"/>
                  </a:lnTo>
                  <a:lnTo>
                    <a:pt x="1294314" y="3030292"/>
                  </a:lnTo>
                  <a:lnTo>
                    <a:pt x="1369188" y="2999424"/>
                  </a:lnTo>
                  <a:lnTo>
                    <a:pt x="1438252" y="2965162"/>
                  </a:lnTo>
                  <a:lnTo>
                    <a:pt x="1501904" y="2927077"/>
                  </a:lnTo>
                  <a:lnTo>
                    <a:pt x="1560786" y="2884641"/>
                  </a:lnTo>
                  <a:lnTo>
                    <a:pt x="1615679" y="2837262"/>
                  </a:lnTo>
                  <a:lnTo>
                    <a:pt x="1667412" y="2784325"/>
                  </a:lnTo>
                  <a:lnTo>
                    <a:pt x="1716801" y="2725283"/>
                  </a:lnTo>
                  <a:lnTo>
                    <a:pt x="1764579" y="2659798"/>
                  </a:lnTo>
                  <a:lnTo>
                    <a:pt x="1768425" y="2654170"/>
                  </a:lnTo>
                  <a:lnTo>
                    <a:pt x="1803962" y="2599711"/>
                  </a:lnTo>
                  <a:lnTo>
                    <a:pt x="1839173" y="2541453"/>
                  </a:lnTo>
                  <a:lnTo>
                    <a:pt x="1874252" y="2479320"/>
                  </a:lnTo>
                  <a:lnTo>
                    <a:pt x="1909354" y="2413288"/>
                  </a:lnTo>
                  <a:lnTo>
                    <a:pt x="1944599" y="2343397"/>
                  </a:lnTo>
                  <a:lnTo>
                    <a:pt x="1980074" y="2269753"/>
                  </a:lnTo>
                  <a:lnTo>
                    <a:pt x="2015836" y="2192530"/>
                  </a:lnTo>
                  <a:lnTo>
                    <a:pt x="2051915" y="2111979"/>
                  </a:lnTo>
                  <a:lnTo>
                    <a:pt x="2088314" y="2028421"/>
                  </a:lnTo>
                  <a:lnTo>
                    <a:pt x="2125017" y="1942246"/>
                  </a:lnTo>
                  <a:lnTo>
                    <a:pt x="2161985" y="1853908"/>
                  </a:lnTo>
                  <a:lnTo>
                    <a:pt x="2199164" y="1763916"/>
                  </a:lnTo>
                  <a:lnTo>
                    <a:pt x="2236487" y="1672821"/>
                  </a:lnTo>
                  <a:lnTo>
                    <a:pt x="2273880" y="1581205"/>
                  </a:lnTo>
                  <a:lnTo>
                    <a:pt x="2311262" y="1489662"/>
                  </a:lnTo>
                  <a:lnTo>
                    <a:pt x="2348557" y="1398786"/>
                  </a:lnTo>
                  <a:lnTo>
                    <a:pt x="2385690" y="1309152"/>
                  </a:lnTo>
                  <a:lnTo>
                    <a:pt x="2422596" y="1221302"/>
                  </a:lnTo>
                  <a:lnTo>
                    <a:pt x="2459227" y="1135731"/>
                  </a:lnTo>
                  <a:lnTo>
                    <a:pt x="2495549" y="1052880"/>
                  </a:lnTo>
                  <a:lnTo>
                    <a:pt x="2531548" y="973123"/>
                  </a:lnTo>
                  <a:lnTo>
                    <a:pt x="2567235" y="896762"/>
                  </a:lnTo>
                  <a:lnTo>
                    <a:pt x="2602647" y="824029"/>
                  </a:lnTo>
                  <a:lnTo>
                    <a:pt x="2637848" y="755082"/>
                  </a:lnTo>
                  <a:lnTo>
                    <a:pt x="2672932" y="690010"/>
                  </a:lnTo>
                  <a:lnTo>
                    <a:pt x="2708027" y="628836"/>
                  </a:lnTo>
                  <a:lnTo>
                    <a:pt x="2743299" y="571523"/>
                  </a:lnTo>
                  <a:lnTo>
                    <a:pt x="2770117" y="530834"/>
                  </a:lnTo>
                  <a:lnTo>
                    <a:pt x="2817792" y="464820"/>
                  </a:lnTo>
                  <a:lnTo>
                    <a:pt x="2867024" y="405260"/>
                  </a:lnTo>
                  <a:lnTo>
                    <a:pt x="2918536" y="351844"/>
                  </a:lnTo>
                  <a:lnTo>
                    <a:pt x="2973139" y="304034"/>
                  </a:lnTo>
                  <a:lnTo>
                    <a:pt x="3031666" y="261218"/>
                  </a:lnTo>
                  <a:lnTo>
                    <a:pt x="3094902" y="222799"/>
                  </a:lnTo>
                  <a:lnTo>
                    <a:pt x="3163505" y="188243"/>
                  </a:lnTo>
                  <a:lnTo>
                    <a:pt x="3237899" y="157111"/>
                  </a:lnTo>
                  <a:lnTo>
                    <a:pt x="3318128" y="129073"/>
                  </a:lnTo>
                  <a:lnTo>
                    <a:pt x="3403688" y="103911"/>
                  </a:lnTo>
                  <a:lnTo>
                    <a:pt x="3493342" y="81520"/>
                  </a:lnTo>
                  <a:lnTo>
                    <a:pt x="3584981" y="61888"/>
                  </a:lnTo>
                  <a:lnTo>
                    <a:pt x="3675602" y="45065"/>
                  </a:lnTo>
                  <a:lnTo>
                    <a:pt x="3761483" y="31115"/>
                  </a:lnTo>
                  <a:lnTo>
                    <a:pt x="3838617" y="20056"/>
                  </a:lnTo>
                  <a:lnTo>
                    <a:pt x="3903367" y="11799"/>
                  </a:lnTo>
                  <a:lnTo>
                    <a:pt x="3953208" y="6110"/>
                  </a:lnTo>
                  <a:lnTo>
                    <a:pt x="3987322" y="2607"/>
                  </a:lnTo>
                  <a:lnTo>
                    <a:pt x="4006885" y="792"/>
                  </a:lnTo>
                  <a:lnTo>
                    <a:pt x="4014995" y="109"/>
                  </a:lnTo>
                  <a:lnTo>
                    <a:pt x="4016409" y="0"/>
                  </a:lnTo>
                  <a:lnTo>
                    <a:pt x="4016409" y="0"/>
                  </a:lnTo>
                  <a:lnTo>
                    <a:pt x="4538543" y="0"/>
                  </a:lnTo>
                  <a:lnTo>
                    <a:pt x="4539753" y="56"/>
                  </a:lnTo>
                  <a:lnTo>
                    <a:pt x="4547677" y="461"/>
                  </a:lnTo>
                  <a:lnTo>
                    <a:pt x="4567517" y="1579"/>
                  </a:lnTo>
                  <a:lnTo>
                    <a:pt x="4602650" y="3775"/>
                  </a:lnTo>
                  <a:lnTo>
                    <a:pt x="4654324" y="7376"/>
                  </a:lnTo>
                  <a:lnTo>
                    <a:pt x="4721588" y="12630"/>
                  </a:lnTo>
                  <a:lnTo>
                    <a:pt x="4801629" y="19682"/>
                  </a:lnTo>
                  <a:lnTo>
                    <a:pt x="4890462" y="28586"/>
                  </a:lnTo>
                  <a:lnTo>
                    <a:pt x="4983767" y="39324"/>
                  </a:lnTo>
                  <a:lnTo>
                    <a:pt x="5077615" y="51854"/>
                  </a:lnTo>
                  <a:lnTo>
                    <a:pt x="5168918" y="66146"/>
                  </a:lnTo>
                  <a:lnTo>
                    <a:pt x="5255585" y="82220"/>
                  </a:lnTo>
                  <a:lnTo>
                    <a:pt x="5336464" y="100161"/>
                  </a:lnTo>
                  <a:lnTo>
                    <a:pt x="5411171" y="120128"/>
                  </a:lnTo>
                  <a:lnTo>
                    <a:pt x="5479877" y="142359"/>
                  </a:lnTo>
                  <a:lnTo>
                    <a:pt x="5543127" y="167160"/>
                  </a:lnTo>
                  <a:lnTo>
                    <a:pt x="5601686" y="194897"/>
                  </a:lnTo>
                  <a:lnTo>
                    <a:pt x="5656428" y="225972"/>
                  </a:lnTo>
                  <a:lnTo>
                    <a:pt x="5708248" y="260775"/>
                  </a:lnTo>
                  <a:lnTo>
                    <a:pt x="5757995" y="299613"/>
                  </a:lnTo>
                  <a:lnTo>
                    <a:pt x="5784835" y="322829"/>
                  </a:lnTo>
                  <a:lnTo>
                    <a:pt x="5827383" y="362799"/>
                  </a:lnTo>
                  <a:lnTo>
                    <a:pt x="5869520" y="406101"/>
                  </a:lnTo>
                  <a:lnTo>
                    <a:pt x="5911561" y="452802"/>
                  </a:lnTo>
                  <a:lnTo>
                    <a:pt x="5953742" y="502894"/>
                  </a:lnTo>
                  <a:lnTo>
                    <a:pt x="5996229" y="556286"/>
                  </a:lnTo>
                  <a:lnTo>
                    <a:pt x="6039126" y="612803"/>
                  </a:lnTo>
                  <a:lnTo>
                    <a:pt x="6082482" y="672177"/>
                  </a:lnTo>
                  <a:lnTo>
                    <a:pt x="6126290" y="734050"/>
                  </a:lnTo>
                  <a:lnTo>
                    <a:pt x="6170504" y="797981"/>
                  </a:lnTo>
                  <a:lnTo>
                    <a:pt x="6215039" y="863453"/>
                  </a:lnTo>
                  <a:lnTo>
                    <a:pt x="6259783" y="929894"/>
                  </a:lnTo>
                  <a:lnTo>
                    <a:pt x="6304605" y="996696"/>
                  </a:lnTo>
                  <a:lnTo>
                    <a:pt x="6349369" y="1063234"/>
                  </a:lnTo>
                  <a:lnTo>
                    <a:pt x="6393945" y="1128896"/>
                  </a:lnTo>
                  <a:lnTo>
                    <a:pt x="6438215" y="1193101"/>
                  </a:lnTo>
                  <a:lnTo>
                    <a:pt x="6482091" y="1255326"/>
                  </a:lnTo>
                  <a:lnTo>
                    <a:pt x="6525518" y="1315115"/>
                  </a:lnTo>
                  <a:lnTo>
                    <a:pt x="6568485" y="1372096"/>
                  </a:lnTo>
                  <a:lnTo>
                    <a:pt x="6611031" y="1425989"/>
                  </a:lnTo>
                  <a:lnTo>
                    <a:pt x="6653251" y="1476602"/>
                  </a:lnTo>
                  <a:lnTo>
                    <a:pt x="6695299" y="1523833"/>
                  </a:lnTo>
                  <a:lnTo>
                    <a:pt x="6737403" y="1567662"/>
                  </a:lnTo>
                  <a:lnTo>
                    <a:pt x="6779863" y="1608143"/>
                  </a:lnTo>
                  <a:lnTo>
                    <a:pt x="6786527" y="1614149"/>
                  </a:lnTo>
                  <a:lnTo>
                    <a:pt x="6835448" y="1655278"/>
                  </a:lnTo>
                  <a:lnTo>
                    <a:pt x="6886026" y="1692281"/>
                  </a:lnTo>
                  <a:lnTo>
                    <a:pt x="6939046" y="1725368"/>
                  </a:lnTo>
                  <a:lnTo>
                    <a:pt x="6995386" y="1754897"/>
                  </a:lnTo>
                  <a:lnTo>
                    <a:pt x="7055944" y="1781271"/>
                  </a:lnTo>
                  <a:lnTo>
                    <a:pt x="7121554" y="1804878"/>
                  </a:lnTo>
                  <a:lnTo>
                    <a:pt x="7192899" y="1826060"/>
                  </a:lnTo>
                  <a:lnTo>
                    <a:pt x="7270378" y="1845095"/>
                  </a:lnTo>
                  <a:lnTo>
                    <a:pt x="7353939" y="1862184"/>
                  </a:lnTo>
                  <a:lnTo>
                    <a:pt x="7442878" y="1877454"/>
                  </a:lnTo>
                  <a:lnTo>
                    <a:pt x="7535641" y="1890958"/>
                  </a:lnTo>
                  <a:lnTo>
                    <a:pt x="7629685" y="1902690"/>
                  </a:lnTo>
                  <a:lnTo>
                    <a:pt x="7721509" y="1912611"/>
                  </a:lnTo>
                  <a:lnTo>
                    <a:pt x="7806935" y="1920684"/>
                  </a:lnTo>
                  <a:lnTo>
                    <a:pt x="7881694" y="1926919"/>
                  </a:lnTo>
                  <a:lnTo>
                    <a:pt x="7942223" y="1931407"/>
                  </a:lnTo>
                  <a:lnTo>
                    <a:pt x="7986475" y="1934343"/>
                  </a:lnTo>
                  <a:lnTo>
                    <a:pt x="8014470" y="1936013"/>
                  </a:lnTo>
                  <a:lnTo>
                    <a:pt x="8028437" y="1936765"/>
                  </a:lnTo>
                  <a:lnTo>
                    <a:pt x="8032610" y="1936970"/>
                  </a:lnTo>
                  <a:lnTo>
                    <a:pt x="8032819" y="1936979"/>
                  </a:lnTo>
                  <a:lnTo>
                    <a:pt x="8554953" y="1936979"/>
                  </a:lnTo>
                  <a:lnTo>
                    <a:pt x="8554953" y="1936979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282" name="pl1282"/>
            <p:cNvSpPr/>
            <p:nvPr/>
          </p:nvSpPr>
          <p:spPr>
            <a:xfrm>
              <a:off x="386606" y="1016130"/>
              <a:ext cx="8554953" cy="3185004"/>
            </a:xfrm>
            <a:custGeom>
              <a:avLst/>
              <a:pathLst>
                <a:path w="8554953" h="3185004">
                  <a:moveTo>
                    <a:pt x="8554953" y="1936979"/>
                  </a:moveTo>
                  <a:lnTo>
                    <a:pt x="8032819" y="1936979"/>
                  </a:lnTo>
                  <a:lnTo>
                    <a:pt x="8031608" y="1936923"/>
                  </a:lnTo>
                  <a:lnTo>
                    <a:pt x="8023685" y="1936518"/>
                  </a:lnTo>
                  <a:lnTo>
                    <a:pt x="8003845" y="1935400"/>
                  </a:lnTo>
                  <a:lnTo>
                    <a:pt x="7968712" y="1933203"/>
                  </a:lnTo>
                  <a:lnTo>
                    <a:pt x="7917038" y="1929602"/>
                  </a:lnTo>
                  <a:lnTo>
                    <a:pt x="7849773" y="1924349"/>
                  </a:lnTo>
                  <a:lnTo>
                    <a:pt x="7769733" y="1917296"/>
                  </a:lnTo>
                  <a:lnTo>
                    <a:pt x="7680900" y="1908393"/>
                  </a:lnTo>
                  <a:lnTo>
                    <a:pt x="7587595" y="1897655"/>
                  </a:lnTo>
                  <a:lnTo>
                    <a:pt x="7493747" y="1885125"/>
                  </a:lnTo>
                  <a:lnTo>
                    <a:pt x="7402444" y="1870833"/>
                  </a:lnTo>
                  <a:lnTo>
                    <a:pt x="7315777" y="1854758"/>
                  </a:lnTo>
                  <a:lnTo>
                    <a:pt x="7234898" y="1836818"/>
                  </a:lnTo>
                  <a:lnTo>
                    <a:pt x="7160191" y="1816850"/>
                  </a:lnTo>
                  <a:lnTo>
                    <a:pt x="7091485" y="1794620"/>
                  </a:lnTo>
                  <a:lnTo>
                    <a:pt x="7028235" y="1769819"/>
                  </a:lnTo>
                  <a:lnTo>
                    <a:pt x="6969676" y="1742081"/>
                  </a:lnTo>
                  <a:lnTo>
                    <a:pt x="6914934" y="1711007"/>
                  </a:lnTo>
                  <a:lnTo>
                    <a:pt x="6863114" y="1676204"/>
                  </a:lnTo>
                  <a:lnTo>
                    <a:pt x="6813367" y="1637365"/>
                  </a:lnTo>
                  <a:lnTo>
                    <a:pt x="6786527" y="1614149"/>
                  </a:lnTo>
                  <a:lnTo>
                    <a:pt x="6743979" y="1574180"/>
                  </a:lnTo>
                  <a:lnTo>
                    <a:pt x="6701842" y="1530877"/>
                  </a:lnTo>
                  <a:lnTo>
                    <a:pt x="6659801" y="1484176"/>
                  </a:lnTo>
                  <a:lnTo>
                    <a:pt x="6617620" y="1434085"/>
                  </a:lnTo>
                  <a:lnTo>
                    <a:pt x="6575133" y="1380693"/>
                  </a:lnTo>
                  <a:lnTo>
                    <a:pt x="6532235" y="1324176"/>
                  </a:lnTo>
                  <a:lnTo>
                    <a:pt x="6488880" y="1264802"/>
                  </a:lnTo>
                  <a:lnTo>
                    <a:pt x="6445072" y="1202928"/>
                  </a:lnTo>
                  <a:lnTo>
                    <a:pt x="6400858" y="1138998"/>
                  </a:lnTo>
                  <a:lnTo>
                    <a:pt x="6356323" y="1073526"/>
                  </a:lnTo>
                  <a:lnTo>
                    <a:pt x="6311579" y="1007084"/>
                  </a:lnTo>
                  <a:lnTo>
                    <a:pt x="6266757" y="940283"/>
                  </a:lnTo>
                  <a:lnTo>
                    <a:pt x="6221992" y="873745"/>
                  </a:lnTo>
                  <a:lnTo>
                    <a:pt x="6177417" y="808083"/>
                  </a:lnTo>
                  <a:lnTo>
                    <a:pt x="6133147" y="743877"/>
                  </a:lnTo>
                  <a:lnTo>
                    <a:pt x="6089271" y="681653"/>
                  </a:lnTo>
                  <a:lnTo>
                    <a:pt x="6045844" y="621864"/>
                  </a:lnTo>
                  <a:lnTo>
                    <a:pt x="6002876" y="564883"/>
                  </a:lnTo>
                  <a:lnTo>
                    <a:pt x="5960331" y="510990"/>
                  </a:lnTo>
                  <a:lnTo>
                    <a:pt x="5918111" y="460377"/>
                  </a:lnTo>
                  <a:lnTo>
                    <a:pt x="5876063" y="413146"/>
                  </a:lnTo>
                  <a:lnTo>
                    <a:pt x="5833959" y="369317"/>
                  </a:lnTo>
                  <a:lnTo>
                    <a:pt x="5791499" y="328835"/>
                  </a:lnTo>
                  <a:lnTo>
                    <a:pt x="5784835" y="322829"/>
                  </a:lnTo>
                  <a:lnTo>
                    <a:pt x="5735914" y="281700"/>
                  </a:lnTo>
                  <a:lnTo>
                    <a:pt x="5685336" y="244698"/>
                  </a:lnTo>
                  <a:lnTo>
                    <a:pt x="5632316" y="211611"/>
                  </a:lnTo>
                  <a:lnTo>
                    <a:pt x="5575976" y="182082"/>
                  </a:lnTo>
                  <a:lnTo>
                    <a:pt x="5515418" y="155708"/>
                  </a:lnTo>
                  <a:lnTo>
                    <a:pt x="5449808" y="132101"/>
                  </a:lnTo>
                  <a:lnTo>
                    <a:pt x="5378463" y="110918"/>
                  </a:lnTo>
                  <a:lnTo>
                    <a:pt x="5300984" y="91884"/>
                  </a:lnTo>
                  <a:lnTo>
                    <a:pt x="5217423" y="74795"/>
                  </a:lnTo>
                  <a:lnTo>
                    <a:pt x="5128484" y="59525"/>
                  </a:lnTo>
                  <a:lnTo>
                    <a:pt x="5035721" y="46021"/>
                  </a:lnTo>
                  <a:lnTo>
                    <a:pt x="4941677" y="34289"/>
                  </a:lnTo>
                  <a:lnTo>
                    <a:pt x="4849853" y="24368"/>
                  </a:lnTo>
                  <a:lnTo>
                    <a:pt x="4764427" y="16295"/>
                  </a:lnTo>
                  <a:lnTo>
                    <a:pt x="4689668" y="10060"/>
                  </a:lnTo>
                  <a:lnTo>
                    <a:pt x="4629139" y="5571"/>
                  </a:lnTo>
                  <a:lnTo>
                    <a:pt x="4584887" y="2636"/>
                  </a:lnTo>
                  <a:lnTo>
                    <a:pt x="4556892" y="966"/>
                  </a:lnTo>
                  <a:lnTo>
                    <a:pt x="4542925" y="213"/>
                  </a:lnTo>
                  <a:lnTo>
                    <a:pt x="4538752" y="9"/>
                  </a:lnTo>
                  <a:lnTo>
                    <a:pt x="4538543" y="0"/>
                  </a:lnTo>
                  <a:lnTo>
                    <a:pt x="4016409" y="0"/>
                  </a:lnTo>
                  <a:lnTo>
                    <a:pt x="4015286" y="86"/>
                  </a:lnTo>
                  <a:lnTo>
                    <a:pt x="4007921" y="701"/>
                  </a:lnTo>
                  <a:lnTo>
                    <a:pt x="3989433" y="2403"/>
                  </a:lnTo>
                  <a:lnTo>
                    <a:pt x="3956577" y="5749"/>
                  </a:lnTo>
                  <a:lnTo>
                    <a:pt x="3908015" y="11243"/>
                  </a:lnTo>
                  <a:lnTo>
                    <a:pt x="3844407" y="19280"/>
                  </a:lnTo>
                  <a:lnTo>
                    <a:pt x="3768157" y="30105"/>
                  </a:lnTo>
                  <a:lnTo>
                    <a:pt x="3682840" y="43818"/>
                  </a:lnTo>
                  <a:lnTo>
                    <a:pt x="3592458" y="60409"/>
                  </a:lnTo>
                  <a:lnTo>
                    <a:pt x="3500778" y="79815"/>
                  </a:lnTo>
                  <a:lnTo>
                    <a:pt x="3410872" y="101981"/>
                  </a:lnTo>
                  <a:lnTo>
                    <a:pt x="3324921" y="126914"/>
                  </a:lnTo>
                  <a:lnTo>
                    <a:pt x="3244228" y="154711"/>
                  </a:lnTo>
                  <a:lnTo>
                    <a:pt x="3169354" y="185580"/>
                  </a:lnTo>
                  <a:lnTo>
                    <a:pt x="3100290" y="219842"/>
                  </a:lnTo>
                  <a:lnTo>
                    <a:pt x="3036638" y="257927"/>
                  </a:lnTo>
                  <a:lnTo>
                    <a:pt x="2977756" y="300362"/>
                  </a:lnTo>
                  <a:lnTo>
                    <a:pt x="2922863" y="347741"/>
                  </a:lnTo>
                  <a:lnTo>
                    <a:pt x="2871130" y="400678"/>
                  </a:lnTo>
                  <a:lnTo>
                    <a:pt x="2821741" y="459721"/>
                  </a:lnTo>
                  <a:lnTo>
                    <a:pt x="2773963" y="525206"/>
                  </a:lnTo>
                  <a:lnTo>
                    <a:pt x="2770117" y="530834"/>
                  </a:lnTo>
                  <a:lnTo>
                    <a:pt x="2734580" y="585293"/>
                  </a:lnTo>
                  <a:lnTo>
                    <a:pt x="2699369" y="643550"/>
                  </a:lnTo>
                  <a:lnTo>
                    <a:pt x="2664290" y="705684"/>
                  </a:lnTo>
                  <a:lnTo>
                    <a:pt x="2629188" y="771715"/>
                  </a:lnTo>
                  <a:lnTo>
                    <a:pt x="2593943" y="841606"/>
                  </a:lnTo>
                  <a:lnTo>
                    <a:pt x="2558468" y="915251"/>
                  </a:lnTo>
                  <a:lnTo>
                    <a:pt x="2522706" y="992473"/>
                  </a:lnTo>
                  <a:lnTo>
                    <a:pt x="2486627" y="1073024"/>
                  </a:lnTo>
                  <a:lnTo>
                    <a:pt x="2450228" y="1156583"/>
                  </a:lnTo>
                  <a:lnTo>
                    <a:pt x="2413525" y="1242758"/>
                  </a:lnTo>
                  <a:lnTo>
                    <a:pt x="2376557" y="1331096"/>
                  </a:lnTo>
                  <a:lnTo>
                    <a:pt x="2339378" y="1421088"/>
                  </a:lnTo>
                  <a:lnTo>
                    <a:pt x="2302055" y="1512183"/>
                  </a:lnTo>
                  <a:lnTo>
                    <a:pt x="2264663" y="1603799"/>
                  </a:lnTo>
                  <a:lnTo>
                    <a:pt x="2227280" y="1695341"/>
                  </a:lnTo>
                  <a:lnTo>
                    <a:pt x="2189985" y="1786217"/>
                  </a:lnTo>
                  <a:lnTo>
                    <a:pt x="2152853" y="1875851"/>
                  </a:lnTo>
                  <a:lnTo>
                    <a:pt x="2115946" y="1963702"/>
                  </a:lnTo>
                  <a:lnTo>
                    <a:pt x="2079315" y="2049272"/>
                  </a:lnTo>
                  <a:lnTo>
                    <a:pt x="2042994" y="2132123"/>
                  </a:lnTo>
                  <a:lnTo>
                    <a:pt x="2006994" y="2211881"/>
                  </a:lnTo>
                  <a:lnTo>
                    <a:pt x="1971307" y="2288242"/>
                  </a:lnTo>
                  <a:lnTo>
                    <a:pt x="1935895" y="2360975"/>
                  </a:lnTo>
                  <a:lnTo>
                    <a:pt x="1900694" y="2429922"/>
                  </a:lnTo>
                  <a:lnTo>
                    <a:pt x="1865610" y="2494994"/>
                  </a:lnTo>
                  <a:lnTo>
                    <a:pt x="1830515" y="2556168"/>
                  </a:lnTo>
                  <a:lnTo>
                    <a:pt x="1795244" y="2613480"/>
                  </a:lnTo>
                  <a:lnTo>
                    <a:pt x="1768425" y="2654170"/>
                  </a:lnTo>
                  <a:lnTo>
                    <a:pt x="1720750" y="2720184"/>
                  </a:lnTo>
                  <a:lnTo>
                    <a:pt x="1671519" y="2779743"/>
                  </a:lnTo>
                  <a:lnTo>
                    <a:pt x="1620007" y="2833160"/>
                  </a:lnTo>
                  <a:lnTo>
                    <a:pt x="1565403" y="2880970"/>
                  </a:lnTo>
                  <a:lnTo>
                    <a:pt x="1506876" y="2923785"/>
                  </a:lnTo>
                  <a:lnTo>
                    <a:pt x="1443641" y="2962205"/>
                  </a:lnTo>
                  <a:lnTo>
                    <a:pt x="1375037" y="2996761"/>
                  </a:lnTo>
                  <a:lnTo>
                    <a:pt x="1300643" y="3027893"/>
                  </a:lnTo>
                  <a:lnTo>
                    <a:pt x="1220414" y="3055931"/>
                  </a:lnTo>
                  <a:lnTo>
                    <a:pt x="1134854" y="3081093"/>
                  </a:lnTo>
                  <a:lnTo>
                    <a:pt x="1045201" y="3103483"/>
                  </a:lnTo>
                  <a:lnTo>
                    <a:pt x="953561" y="3123116"/>
                  </a:lnTo>
                  <a:lnTo>
                    <a:pt x="862940" y="3139939"/>
                  </a:lnTo>
                  <a:lnTo>
                    <a:pt x="777059" y="3153888"/>
                  </a:lnTo>
                  <a:lnTo>
                    <a:pt x="699925" y="3164947"/>
                  </a:lnTo>
                  <a:lnTo>
                    <a:pt x="635175" y="3173204"/>
                  </a:lnTo>
                  <a:lnTo>
                    <a:pt x="585334" y="3178893"/>
                  </a:lnTo>
                  <a:lnTo>
                    <a:pt x="551220" y="3182397"/>
                  </a:lnTo>
                  <a:lnTo>
                    <a:pt x="531657" y="3184212"/>
                  </a:lnTo>
                  <a:lnTo>
                    <a:pt x="523548" y="3184895"/>
                  </a:lnTo>
                  <a:lnTo>
                    <a:pt x="522133" y="3185004"/>
                  </a:lnTo>
                  <a:lnTo>
                    <a:pt x="522133" y="3185004"/>
                  </a:lnTo>
                  <a:lnTo>
                    <a:pt x="0" y="3185004"/>
                  </a:lnTo>
                  <a:lnTo>
                    <a:pt x="0" y="3185004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283" name="pg1283"/>
            <p:cNvSpPr/>
            <p:nvPr/>
          </p:nvSpPr>
          <p:spPr>
            <a:xfrm>
              <a:off x="386606" y="1027424"/>
              <a:ext cx="8554953" cy="3185004"/>
            </a:xfrm>
            <a:custGeom>
              <a:avLst/>
              <a:pathLst>
                <a:path w="8554953" h="3185004">
                  <a:moveTo>
                    <a:pt x="0" y="3185004"/>
                  </a:moveTo>
                  <a:lnTo>
                    <a:pt x="522133" y="3185004"/>
                  </a:lnTo>
                  <a:lnTo>
                    <a:pt x="523257" y="3184918"/>
                  </a:lnTo>
                  <a:lnTo>
                    <a:pt x="530624" y="3184303"/>
                  </a:lnTo>
                  <a:lnTo>
                    <a:pt x="549119" y="3182604"/>
                  </a:lnTo>
                  <a:lnTo>
                    <a:pt x="581987" y="3179262"/>
                  </a:lnTo>
                  <a:lnTo>
                    <a:pt x="630565" y="3173776"/>
                  </a:lnTo>
                  <a:lnTo>
                    <a:pt x="694193" y="3165750"/>
                  </a:lnTo>
                  <a:lnTo>
                    <a:pt x="770462" y="3154940"/>
                  </a:lnTo>
                  <a:lnTo>
                    <a:pt x="855799" y="3141246"/>
                  </a:lnTo>
                  <a:lnTo>
                    <a:pt x="946196" y="3124679"/>
                  </a:lnTo>
                  <a:lnTo>
                    <a:pt x="1037888" y="3105302"/>
                  </a:lnTo>
                  <a:lnTo>
                    <a:pt x="1127803" y="3083168"/>
                  </a:lnTo>
                  <a:lnTo>
                    <a:pt x="1213758" y="3058272"/>
                  </a:lnTo>
                  <a:lnTo>
                    <a:pt x="1294451" y="3030515"/>
                  </a:lnTo>
                  <a:lnTo>
                    <a:pt x="1369325" y="2999691"/>
                  </a:lnTo>
                  <a:lnTo>
                    <a:pt x="1438388" y="2965478"/>
                  </a:lnTo>
                  <a:lnTo>
                    <a:pt x="1502037" y="2927447"/>
                  </a:lnTo>
                  <a:lnTo>
                    <a:pt x="1560918" y="2885070"/>
                  </a:lnTo>
                  <a:lnTo>
                    <a:pt x="1615809" y="2837756"/>
                  </a:lnTo>
                  <a:lnTo>
                    <a:pt x="1667542" y="2784891"/>
                  </a:lnTo>
                  <a:lnTo>
                    <a:pt x="1716933" y="2725929"/>
                  </a:lnTo>
                  <a:lnTo>
                    <a:pt x="1764714" y="2660533"/>
                  </a:lnTo>
                  <a:lnTo>
                    <a:pt x="1768425" y="2655111"/>
                  </a:lnTo>
                  <a:lnTo>
                    <a:pt x="1803988" y="2600708"/>
                  </a:lnTo>
                  <a:lnTo>
                    <a:pt x="1839224" y="2542507"/>
                  </a:lnTo>
                  <a:lnTo>
                    <a:pt x="1874328" y="2480432"/>
                  </a:lnTo>
                  <a:lnTo>
                    <a:pt x="1909456" y="2414460"/>
                  </a:lnTo>
                  <a:lnTo>
                    <a:pt x="1944727" y="2344630"/>
                  </a:lnTo>
                  <a:lnTo>
                    <a:pt x="1980229" y="2271047"/>
                  </a:lnTo>
                  <a:lnTo>
                    <a:pt x="2016019" y="2193890"/>
                  </a:lnTo>
                  <a:lnTo>
                    <a:pt x="2052125" y="2113406"/>
                  </a:lnTo>
                  <a:lnTo>
                    <a:pt x="2088553" y="2029918"/>
                  </a:lnTo>
                  <a:lnTo>
                    <a:pt x="2125284" y="1943816"/>
                  </a:lnTo>
                  <a:lnTo>
                    <a:pt x="2162281" y="1855556"/>
                  </a:lnTo>
                  <a:lnTo>
                    <a:pt x="2199488" y="1765647"/>
                  </a:lnTo>
                  <a:lnTo>
                    <a:pt x="2236840" y="1674641"/>
                  </a:lnTo>
                  <a:lnTo>
                    <a:pt x="2274260" y="1583119"/>
                  </a:lnTo>
                  <a:lnTo>
                    <a:pt x="2311669" y="1491676"/>
                  </a:lnTo>
                  <a:lnTo>
                    <a:pt x="2348989" y="1400906"/>
                  </a:lnTo>
                  <a:lnTo>
                    <a:pt x="2386146" y="1311384"/>
                  </a:lnTo>
                  <a:lnTo>
                    <a:pt x="2423077" y="1223652"/>
                  </a:lnTo>
                  <a:lnTo>
                    <a:pt x="2459730" y="1138205"/>
                  </a:lnTo>
                  <a:lnTo>
                    <a:pt x="2496073" y="1055482"/>
                  </a:lnTo>
                  <a:lnTo>
                    <a:pt x="2532094" y="975857"/>
                  </a:lnTo>
                  <a:lnTo>
                    <a:pt x="2567803" y="899631"/>
                  </a:lnTo>
                  <a:lnTo>
                    <a:pt x="2603236" y="827034"/>
                  </a:lnTo>
                  <a:lnTo>
                    <a:pt x="2638460" y="758225"/>
                  </a:lnTo>
                  <a:lnTo>
                    <a:pt x="2673568" y="693291"/>
                  </a:lnTo>
                  <a:lnTo>
                    <a:pt x="2708691" y="632253"/>
                  </a:lnTo>
                  <a:lnTo>
                    <a:pt x="2743993" y="575074"/>
                  </a:lnTo>
                  <a:lnTo>
                    <a:pt x="2770117" y="535540"/>
                  </a:lnTo>
                  <a:lnTo>
                    <a:pt x="2817799" y="469634"/>
                  </a:lnTo>
                  <a:lnTo>
                    <a:pt x="2867037" y="410173"/>
                  </a:lnTo>
                  <a:lnTo>
                    <a:pt x="2918557" y="356847"/>
                  </a:lnTo>
                  <a:lnTo>
                    <a:pt x="2973170" y="309117"/>
                  </a:lnTo>
                  <a:lnTo>
                    <a:pt x="3031707" y="266375"/>
                  </a:lnTo>
                  <a:lnTo>
                    <a:pt x="3094955" y="228021"/>
                  </a:lnTo>
                  <a:lnTo>
                    <a:pt x="3163573" y="193525"/>
                  </a:lnTo>
                  <a:lnTo>
                    <a:pt x="3237983" y="162447"/>
                  </a:lnTo>
                  <a:lnTo>
                    <a:pt x="3318230" y="134458"/>
                  </a:lnTo>
                  <a:lnTo>
                    <a:pt x="3403808" y="109342"/>
                  </a:lnTo>
                  <a:lnTo>
                    <a:pt x="3493478" y="86991"/>
                  </a:lnTo>
                  <a:lnTo>
                    <a:pt x="3585130" y="67396"/>
                  </a:lnTo>
                  <a:lnTo>
                    <a:pt x="3675759" y="50605"/>
                  </a:lnTo>
                  <a:lnTo>
                    <a:pt x="3761640" y="36683"/>
                  </a:lnTo>
                  <a:lnTo>
                    <a:pt x="3838763" y="25648"/>
                  </a:lnTo>
                  <a:lnTo>
                    <a:pt x="3903493" y="17411"/>
                  </a:lnTo>
                  <a:lnTo>
                    <a:pt x="3953305" y="11736"/>
                  </a:lnTo>
                  <a:lnTo>
                    <a:pt x="3987387" y="8243"/>
                  </a:lnTo>
                  <a:lnTo>
                    <a:pt x="4006919" y="6435"/>
                  </a:lnTo>
                  <a:lnTo>
                    <a:pt x="4015005" y="5755"/>
                  </a:lnTo>
                  <a:lnTo>
                    <a:pt x="4016409" y="5647"/>
                  </a:lnTo>
                  <a:lnTo>
                    <a:pt x="4538543" y="5647"/>
                  </a:lnTo>
                  <a:lnTo>
                    <a:pt x="4539735" y="5711"/>
                  </a:lnTo>
                  <a:lnTo>
                    <a:pt x="4547539" y="6172"/>
                  </a:lnTo>
                  <a:lnTo>
                    <a:pt x="4567091" y="7445"/>
                  </a:lnTo>
                  <a:lnTo>
                    <a:pt x="4601739" y="9948"/>
                  </a:lnTo>
                  <a:lnTo>
                    <a:pt x="4652754" y="14052"/>
                  </a:lnTo>
                  <a:lnTo>
                    <a:pt x="4719248" y="20042"/>
                  </a:lnTo>
                  <a:lnTo>
                    <a:pt x="4798495" y="28089"/>
                  </a:lnTo>
                  <a:lnTo>
                    <a:pt x="4886597" y="38256"/>
                  </a:lnTo>
                  <a:lnTo>
                    <a:pt x="4979301" y="50526"/>
                  </a:lnTo>
                  <a:lnTo>
                    <a:pt x="5072711" y="64849"/>
                  </a:lnTo>
                  <a:lnTo>
                    <a:pt x="5163738" y="81193"/>
                  </a:lnTo>
                  <a:lnTo>
                    <a:pt x="5250269" y="99573"/>
                  </a:lnTo>
                  <a:lnTo>
                    <a:pt x="5331120" y="120082"/>
                  </a:lnTo>
                  <a:lnTo>
                    <a:pt x="5405869" y="142897"/>
                  </a:lnTo>
                  <a:lnTo>
                    <a:pt x="5474654" y="168281"/>
                  </a:lnTo>
                  <a:lnTo>
                    <a:pt x="5537987" y="196579"/>
                  </a:lnTo>
                  <a:lnTo>
                    <a:pt x="5596610" y="228202"/>
                  </a:lnTo>
                  <a:lnTo>
                    <a:pt x="5651375" y="263605"/>
                  </a:lnTo>
                  <a:lnTo>
                    <a:pt x="5703167" y="303238"/>
                  </a:lnTo>
                  <a:lnTo>
                    <a:pt x="5752828" y="347466"/>
                  </a:lnTo>
                  <a:lnTo>
                    <a:pt x="5784835" y="379301"/>
                  </a:lnTo>
                  <a:lnTo>
                    <a:pt x="5825398" y="423306"/>
                  </a:lnTo>
                  <a:lnTo>
                    <a:pt x="5865572" y="470811"/>
                  </a:lnTo>
                  <a:lnTo>
                    <a:pt x="5905637" y="521886"/>
                  </a:lnTo>
                  <a:lnTo>
                    <a:pt x="5945802" y="576532"/>
                  </a:lnTo>
                  <a:lnTo>
                    <a:pt x="5986223" y="634673"/>
                  </a:lnTo>
                  <a:lnTo>
                    <a:pt x="6026999" y="696153"/>
                  </a:lnTo>
                  <a:lnTo>
                    <a:pt x="6068184" y="760725"/>
                  </a:lnTo>
                  <a:lnTo>
                    <a:pt x="6109788" y="828060"/>
                  </a:lnTo>
                  <a:lnTo>
                    <a:pt x="6151780" y="897742"/>
                  </a:lnTo>
                  <a:lnTo>
                    <a:pt x="6194100" y="969283"/>
                  </a:lnTo>
                  <a:lnTo>
                    <a:pt x="6236661" y="1042133"/>
                  </a:lnTo>
                  <a:lnTo>
                    <a:pt x="6279355" y="1115695"/>
                  </a:lnTo>
                  <a:lnTo>
                    <a:pt x="6322067" y="1189350"/>
                  </a:lnTo>
                  <a:lnTo>
                    <a:pt x="6364678" y="1262474"/>
                  </a:lnTo>
                  <a:lnTo>
                    <a:pt x="6407080" y="1334462"/>
                  </a:lnTo>
                  <a:lnTo>
                    <a:pt x="6449177" y="1404748"/>
                  </a:lnTo>
                  <a:lnTo>
                    <a:pt x="6490900" y="1472825"/>
                  </a:lnTo>
                  <a:lnTo>
                    <a:pt x="6532210" y="1538254"/>
                  </a:lnTo>
                  <a:lnTo>
                    <a:pt x="6573104" y="1600679"/>
                  </a:lnTo>
                  <a:lnTo>
                    <a:pt x="6613622" y="1659829"/>
                  </a:lnTo>
                  <a:lnTo>
                    <a:pt x="6653849" y="1715522"/>
                  </a:lnTo>
                  <a:lnTo>
                    <a:pt x="6693924" y="1767658"/>
                  </a:lnTo>
                  <a:lnTo>
                    <a:pt x="6734040" y="1816216"/>
                  </a:lnTo>
                  <a:lnTo>
                    <a:pt x="6774455" y="1861246"/>
                  </a:lnTo>
                  <a:lnTo>
                    <a:pt x="6786527" y="1873919"/>
                  </a:lnTo>
                  <a:lnTo>
                    <a:pt x="6835187" y="1921285"/>
                  </a:lnTo>
                  <a:lnTo>
                    <a:pt x="6885482" y="1963924"/>
                  </a:lnTo>
                  <a:lnTo>
                    <a:pt x="6938184" y="2002075"/>
                  </a:lnTo>
                  <a:lnTo>
                    <a:pt x="6994159" y="2036144"/>
                  </a:lnTo>
                  <a:lnTo>
                    <a:pt x="7054287" y="2066590"/>
                  </a:lnTo>
                  <a:lnTo>
                    <a:pt x="7119395" y="2093856"/>
                  </a:lnTo>
                  <a:lnTo>
                    <a:pt x="7190160" y="2118334"/>
                  </a:lnTo>
                  <a:lnTo>
                    <a:pt x="7266987" y="2140342"/>
                  </a:lnTo>
                  <a:lnTo>
                    <a:pt x="7349847" y="2160113"/>
                  </a:lnTo>
                  <a:lnTo>
                    <a:pt x="7438079" y="2177797"/>
                  </a:lnTo>
                  <a:lnTo>
                    <a:pt x="7530200" y="2193456"/>
                  </a:lnTo>
                  <a:lnTo>
                    <a:pt x="7623763" y="2207089"/>
                  </a:lnTo>
                  <a:lnTo>
                    <a:pt x="7715373" y="2218650"/>
                  </a:lnTo>
                  <a:lnTo>
                    <a:pt x="7800948" y="2228097"/>
                  </a:lnTo>
                  <a:lnTo>
                    <a:pt x="7876264" y="2235435"/>
                  </a:lnTo>
                  <a:lnTo>
                    <a:pt x="7937733" y="2240760"/>
                  </a:lnTo>
                  <a:lnTo>
                    <a:pt x="7983190" y="2244284"/>
                  </a:lnTo>
                  <a:lnTo>
                    <a:pt x="8012468" y="2246324"/>
                  </a:lnTo>
                  <a:lnTo>
                    <a:pt x="8027564" y="2247275"/>
                  </a:lnTo>
                  <a:lnTo>
                    <a:pt x="8032468" y="2247555"/>
                  </a:lnTo>
                  <a:lnTo>
                    <a:pt x="8032819" y="2247574"/>
                  </a:lnTo>
                  <a:lnTo>
                    <a:pt x="8554953" y="2247574"/>
                  </a:lnTo>
                  <a:lnTo>
                    <a:pt x="8554953" y="2241926"/>
                  </a:lnTo>
                  <a:lnTo>
                    <a:pt x="8032819" y="2241926"/>
                  </a:lnTo>
                  <a:lnTo>
                    <a:pt x="8031627" y="2241862"/>
                  </a:lnTo>
                  <a:lnTo>
                    <a:pt x="8023823" y="2241401"/>
                  </a:lnTo>
                  <a:lnTo>
                    <a:pt x="8004271" y="2240128"/>
                  </a:lnTo>
                  <a:lnTo>
                    <a:pt x="7969623" y="2237625"/>
                  </a:lnTo>
                  <a:lnTo>
                    <a:pt x="7918608" y="2233521"/>
                  </a:lnTo>
                  <a:lnTo>
                    <a:pt x="7852114" y="2227531"/>
                  </a:lnTo>
                  <a:lnTo>
                    <a:pt x="7772867" y="2219484"/>
                  </a:lnTo>
                  <a:lnTo>
                    <a:pt x="7684765" y="2209317"/>
                  </a:lnTo>
                  <a:lnTo>
                    <a:pt x="7592061" y="2197047"/>
                  </a:lnTo>
                  <a:lnTo>
                    <a:pt x="7498651" y="2182724"/>
                  </a:lnTo>
                  <a:lnTo>
                    <a:pt x="7407624" y="2166381"/>
                  </a:lnTo>
                  <a:lnTo>
                    <a:pt x="7321093" y="2148000"/>
                  </a:lnTo>
                  <a:lnTo>
                    <a:pt x="7240242" y="2127491"/>
                  </a:lnTo>
                  <a:lnTo>
                    <a:pt x="7165493" y="2104676"/>
                  </a:lnTo>
                  <a:lnTo>
                    <a:pt x="7096708" y="2079292"/>
                  </a:lnTo>
                  <a:lnTo>
                    <a:pt x="7033375" y="2050994"/>
                  </a:lnTo>
                  <a:lnTo>
                    <a:pt x="6974752" y="2019371"/>
                  </a:lnTo>
                  <a:lnTo>
                    <a:pt x="6919987" y="1983968"/>
                  </a:lnTo>
                  <a:lnTo>
                    <a:pt x="6868195" y="1944335"/>
                  </a:lnTo>
                  <a:lnTo>
                    <a:pt x="6818534" y="1900107"/>
                  </a:lnTo>
                  <a:lnTo>
                    <a:pt x="6786527" y="1868272"/>
                  </a:lnTo>
                  <a:lnTo>
                    <a:pt x="6745964" y="1824267"/>
                  </a:lnTo>
                  <a:lnTo>
                    <a:pt x="6705790" y="1776762"/>
                  </a:lnTo>
                  <a:lnTo>
                    <a:pt x="6665725" y="1725687"/>
                  </a:lnTo>
                  <a:lnTo>
                    <a:pt x="6625560" y="1671042"/>
                  </a:lnTo>
                  <a:lnTo>
                    <a:pt x="6585139" y="1612900"/>
                  </a:lnTo>
                  <a:lnTo>
                    <a:pt x="6544363" y="1551420"/>
                  </a:lnTo>
                  <a:lnTo>
                    <a:pt x="6503178" y="1486848"/>
                  </a:lnTo>
                  <a:lnTo>
                    <a:pt x="6461574" y="1419513"/>
                  </a:lnTo>
                  <a:lnTo>
                    <a:pt x="6419582" y="1349831"/>
                  </a:lnTo>
                  <a:lnTo>
                    <a:pt x="6377261" y="1278290"/>
                  </a:lnTo>
                  <a:lnTo>
                    <a:pt x="6334701" y="1205440"/>
                  </a:lnTo>
                  <a:lnTo>
                    <a:pt x="6292007" y="1131878"/>
                  </a:lnTo>
                  <a:lnTo>
                    <a:pt x="6249295" y="1058224"/>
                  </a:lnTo>
                  <a:lnTo>
                    <a:pt x="6206684" y="985100"/>
                  </a:lnTo>
                  <a:lnTo>
                    <a:pt x="6164282" y="913111"/>
                  </a:lnTo>
                  <a:lnTo>
                    <a:pt x="6122185" y="842825"/>
                  </a:lnTo>
                  <a:lnTo>
                    <a:pt x="6080462" y="774748"/>
                  </a:lnTo>
                  <a:lnTo>
                    <a:pt x="6039152" y="709319"/>
                  </a:lnTo>
                  <a:lnTo>
                    <a:pt x="5998258" y="646894"/>
                  </a:lnTo>
                  <a:lnTo>
                    <a:pt x="5957740" y="587744"/>
                  </a:lnTo>
                  <a:lnTo>
                    <a:pt x="5917513" y="532051"/>
                  </a:lnTo>
                  <a:lnTo>
                    <a:pt x="5877438" y="479915"/>
                  </a:lnTo>
                  <a:lnTo>
                    <a:pt x="5837322" y="431358"/>
                  </a:lnTo>
                  <a:lnTo>
                    <a:pt x="5796907" y="386327"/>
                  </a:lnTo>
                  <a:lnTo>
                    <a:pt x="5784835" y="373654"/>
                  </a:lnTo>
                  <a:lnTo>
                    <a:pt x="5736175" y="326288"/>
                  </a:lnTo>
                  <a:lnTo>
                    <a:pt x="5685880" y="283649"/>
                  </a:lnTo>
                  <a:lnTo>
                    <a:pt x="5633178" y="245498"/>
                  </a:lnTo>
                  <a:lnTo>
                    <a:pt x="5577203" y="211429"/>
                  </a:lnTo>
                  <a:lnTo>
                    <a:pt x="5517075" y="180983"/>
                  </a:lnTo>
                  <a:lnTo>
                    <a:pt x="5451967" y="153717"/>
                  </a:lnTo>
                  <a:lnTo>
                    <a:pt x="5381202" y="129239"/>
                  </a:lnTo>
                  <a:lnTo>
                    <a:pt x="5304375" y="107232"/>
                  </a:lnTo>
                  <a:lnTo>
                    <a:pt x="5221515" y="87460"/>
                  </a:lnTo>
                  <a:lnTo>
                    <a:pt x="5133283" y="69776"/>
                  </a:lnTo>
                  <a:lnTo>
                    <a:pt x="5041162" y="54117"/>
                  </a:lnTo>
                  <a:lnTo>
                    <a:pt x="4947599" y="40484"/>
                  </a:lnTo>
                  <a:lnTo>
                    <a:pt x="4855989" y="28923"/>
                  </a:lnTo>
                  <a:lnTo>
                    <a:pt x="4770414" y="19476"/>
                  </a:lnTo>
                  <a:lnTo>
                    <a:pt x="4695098" y="12138"/>
                  </a:lnTo>
                  <a:lnTo>
                    <a:pt x="4633629" y="6813"/>
                  </a:lnTo>
                  <a:lnTo>
                    <a:pt x="4588172" y="3290"/>
                  </a:lnTo>
                  <a:lnTo>
                    <a:pt x="4558894" y="1249"/>
                  </a:lnTo>
                  <a:lnTo>
                    <a:pt x="4543798" y="298"/>
                  </a:lnTo>
                  <a:lnTo>
                    <a:pt x="4538894" y="18"/>
                  </a:lnTo>
                  <a:lnTo>
                    <a:pt x="4538543" y="0"/>
                  </a:lnTo>
                  <a:lnTo>
                    <a:pt x="4016409" y="0"/>
                  </a:lnTo>
                  <a:lnTo>
                    <a:pt x="4015285" y="86"/>
                  </a:lnTo>
                  <a:lnTo>
                    <a:pt x="4007918" y="700"/>
                  </a:lnTo>
                  <a:lnTo>
                    <a:pt x="3989423" y="2400"/>
                  </a:lnTo>
                  <a:lnTo>
                    <a:pt x="3956555" y="5741"/>
                  </a:lnTo>
                  <a:lnTo>
                    <a:pt x="3907977" y="11228"/>
                  </a:lnTo>
                  <a:lnTo>
                    <a:pt x="3844349" y="19253"/>
                  </a:lnTo>
                  <a:lnTo>
                    <a:pt x="3768080" y="30063"/>
                  </a:lnTo>
                  <a:lnTo>
                    <a:pt x="3682744" y="43757"/>
                  </a:lnTo>
                  <a:lnTo>
                    <a:pt x="3592346" y="60324"/>
                  </a:lnTo>
                  <a:lnTo>
                    <a:pt x="3500654" y="79701"/>
                  </a:lnTo>
                  <a:lnTo>
                    <a:pt x="3410740" y="101836"/>
                  </a:lnTo>
                  <a:lnTo>
                    <a:pt x="3324784" y="126732"/>
                  </a:lnTo>
                  <a:lnTo>
                    <a:pt x="3244091" y="154489"/>
                  </a:lnTo>
                  <a:lnTo>
                    <a:pt x="3169217" y="185313"/>
                  </a:lnTo>
                  <a:lnTo>
                    <a:pt x="3100155" y="219525"/>
                  </a:lnTo>
                  <a:lnTo>
                    <a:pt x="3036505" y="257557"/>
                  </a:lnTo>
                  <a:lnTo>
                    <a:pt x="2977625" y="299933"/>
                  </a:lnTo>
                  <a:lnTo>
                    <a:pt x="2922733" y="347247"/>
                  </a:lnTo>
                  <a:lnTo>
                    <a:pt x="2871000" y="400112"/>
                  </a:lnTo>
                  <a:lnTo>
                    <a:pt x="2821610" y="459075"/>
                  </a:lnTo>
                  <a:lnTo>
                    <a:pt x="2773829" y="524470"/>
                  </a:lnTo>
                  <a:lnTo>
                    <a:pt x="2770117" y="529892"/>
                  </a:lnTo>
                  <a:lnTo>
                    <a:pt x="2734554" y="584296"/>
                  </a:lnTo>
                  <a:lnTo>
                    <a:pt x="2699318" y="642496"/>
                  </a:lnTo>
                  <a:lnTo>
                    <a:pt x="2664214" y="704572"/>
                  </a:lnTo>
                  <a:lnTo>
                    <a:pt x="2629086" y="770544"/>
                  </a:lnTo>
                  <a:lnTo>
                    <a:pt x="2593815" y="840374"/>
                  </a:lnTo>
                  <a:lnTo>
                    <a:pt x="2558313" y="913956"/>
                  </a:lnTo>
                  <a:lnTo>
                    <a:pt x="2522523" y="991114"/>
                  </a:lnTo>
                  <a:lnTo>
                    <a:pt x="2486417" y="1071598"/>
                  </a:lnTo>
                  <a:lnTo>
                    <a:pt x="2449989" y="1155086"/>
                  </a:lnTo>
                  <a:lnTo>
                    <a:pt x="2413258" y="1241187"/>
                  </a:lnTo>
                  <a:lnTo>
                    <a:pt x="2376261" y="1329447"/>
                  </a:lnTo>
                  <a:lnTo>
                    <a:pt x="2339054" y="1419356"/>
                  </a:lnTo>
                  <a:lnTo>
                    <a:pt x="2301703" y="1510363"/>
                  </a:lnTo>
                  <a:lnTo>
                    <a:pt x="2264282" y="1601885"/>
                  </a:lnTo>
                  <a:lnTo>
                    <a:pt x="2226873" y="1693328"/>
                  </a:lnTo>
                  <a:lnTo>
                    <a:pt x="2189553" y="1784097"/>
                  </a:lnTo>
                  <a:lnTo>
                    <a:pt x="2152396" y="1873619"/>
                  </a:lnTo>
                  <a:lnTo>
                    <a:pt x="2115465" y="1961352"/>
                  </a:lnTo>
                  <a:lnTo>
                    <a:pt x="2078812" y="2046798"/>
                  </a:lnTo>
                  <a:lnTo>
                    <a:pt x="2042469" y="2129521"/>
                  </a:lnTo>
                  <a:lnTo>
                    <a:pt x="2006448" y="2209147"/>
                  </a:lnTo>
                  <a:lnTo>
                    <a:pt x="1970739" y="2285373"/>
                  </a:lnTo>
                  <a:lnTo>
                    <a:pt x="1935306" y="2357969"/>
                  </a:lnTo>
                  <a:lnTo>
                    <a:pt x="1900082" y="2426778"/>
                  </a:lnTo>
                  <a:lnTo>
                    <a:pt x="1864974" y="2491713"/>
                  </a:lnTo>
                  <a:lnTo>
                    <a:pt x="1829851" y="2552751"/>
                  </a:lnTo>
                  <a:lnTo>
                    <a:pt x="1794549" y="2609929"/>
                  </a:lnTo>
                  <a:lnTo>
                    <a:pt x="1768425" y="2649464"/>
                  </a:lnTo>
                  <a:lnTo>
                    <a:pt x="1720743" y="2715369"/>
                  </a:lnTo>
                  <a:lnTo>
                    <a:pt x="1671505" y="2774830"/>
                  </a:lnTo>
                  <a:lnTo>
                    <a:pt x="1619985" y="2828157"/>
                  </a:lnTo>
                  <a:lnTo>
                    <a:pt x="1565372" y="2875886"/>
                  </a:lnTo>
                  <a:lnTo>
                    <a:pt x="1506835" y="2918629"/>
                  </a:lnTo>
                  <a:lnTo>
                    <a:pt x="1443587" y="2956982"/>
                  </a:lnTo>
                  <a:lnTo>
                    <a:pt x="1374969" y="2991478"/>
                  </a:lnTo>
                  <a:lnTo>
                    <a:pt x="1300559" y="3022556"/>
                  </a:lnTo>
                  <a:lnTo>
                    <a:pt x="1220312" y="3050545"/>
                  </a:lnTo>
                  <a:lnTo>
                    <a:pt x="1134734" y="3075662"/>
                  </a:lnTo>
                  <a:lnTo>
                    <a:pt x="1045064" y="3098012"/>
                  </a:lnTo>
                  <a:lnTo>
                    <a:pt x="953412" y="3117608"/>
                  </a:lnTo>
                  <a:lnTo>
                    <a:pt x="862783" y="3134399"/>
                  </a:lnTo>
                  <a:lnTo>
                    <a:pt x="776902" y="3148320"/>
                  </a:lnTo>
                  <a:lnTo>
                    <a:pt x="699779" y="3159355"/>
                  </a:lnTo>
                  <a:lnTo>
                    <a:pt x="635050" y="3167593"/>
                  </a:lnTo>
                  <a:lnTo>
                    <a:pt x="585238" y="3173267"/>
                  </a:lnTo>
                  <a:lnTo>
                    <a:pt x="551155" y="3176760"/>
                  </a:lnTo>
                  <a:lnTo>
                    <a:pt x="531623" y="3178569"/>
                  </a:lnTo>
                  <a:lnTo>
                    <a:pt x="523537" y="3179249"/>
                  </a:lnTo>
                  <a:lnTo>
                    <a:pt x="522133" y="3179357"/>
                  </a:lnTo>
                  <a:lnTo>
                    <a:pt x="0" y="3179357"/>
                  </a:lnTo>
                  <a:close/>
                </a:path>
              </a:pathLst>
            </a:custGeom>
            <a:solidFill>
              <a:srgbClr val="67C1B3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1284" name="pl1284"/>
            <p:cNvSpPr/>
            <p:nvPr/>
          </p:nvSpPr>
          <p:spPr>
            <a:xfrm>
              <a:off x="386606" y="1033071"/>
              <a:ext cx="8554953" cy="3179357"/>
            </a:xfrm>
            <a:custGeom>
              <a:avLst/>
              <a:pathLst>
                <a:path w="8554953" h="3179357">
                  <a:moveTo>
                    <a:pt x="0" y="3179357"/>
                  </a:moveTo>
                  <a:lnTo>
                    <a:pt x="522133" y="3179357"/>
                  </a:lnTo>
                  <a:lnTo>
                    <a:pt x="523257" y="3179271"/>
                  </a:lnTo>
                  <a:lnTo>
                    <a:pt x="530624" y="3178656"/>
                  </a:lnTo>
                  <a:lnTo>
                    <a:pt x="549119" y="3176957"/>
                  </a:lnTo>
                  <a:lnTo>
                    <a:pt x="581987" y="3173615"/>
                  </a:lnTo>
                  <a:lnTo>
                    <a:pt x="630565" y="3168128"/>
                  </a:lnTo>
                  <a:lnTo>
                    <a:pt x="694193" y="3160103"/>
                  </a:lnTo>
                  <a:lnTo>
                    <a:pt x="770462" y="3149293"/>
                  </a:lnTo>
                  <a:lnTo>
                    <a:pt x="855799" y="3135599"/>
                  </a:lnTo>
                  <a:lnTo>
                    <a:pt x="946196" y="3119032"/>
                  </a:lnTo>
                  <a:lnTo>
                    <a:pt x="1037888" y="3099655"/>
                  </a:lnTo>
                  <a:lnTo>
                    <a:pt x="1127803" y="3077521"/>
                  </a:lnTo>
                  <a:lnTo>
                    <a:pt x="1213758" y="3052624"/>
                  </a:lnTo>
                  <a:lnTo>
                    <a:pt x="1294451" y="3024868"/>
                  </a:lnTo>
                  <a:lnTo>
                    <a:pt x="1369325" y="2994044"/>
                  </a:lnTo>
                  <a:lnTo>
                    <a:pt x="1438388" y="2959831"/>
                  </a:lnTo>
                  <a:lnTo>
                    <a:pt x="1502037" y="2921799"/>
                  </a:lnTo>
                  <a:lnTo>
                    <a:pt x="1560918" y="2879423"/>
                  </a:lnTo>
                  <a:lnTo>
                    <a:pt x="1615809" y="2832109"/>
                  </a:lnTo>
                  <a:lnTo>
                    <a:pt x="1667542" y="2779244"/>
                  </a:lnTo>
                  <a:lnTo>
                    <a:pt x="1716933" y="2720282"/>
                  </a:lnTo>
                  <a:lnTo>
                    <a:pt x="1764714" y="2654886"/>
                  </a:lnTo>
                  <a:lnTo>
                    <a:pt x="1768425" y="2649464"/>
                  </a:lnTo>
                  <a:lnTo>
                    <a:pt x="1803988" y="2595060"/>
                  </a:lnTo>
                  <a:lnTo>
                    <a:pt x="1839224" y="2536860"/>
                  </a:lnTo>
                  <a:lnTo>
                    <a:pt x="1874328" y="2474785"/>
                  </a:lnTo>
                  <a:lnTo>
                    <a:pt x="1909456" y="2408813"/>
                  </a:lnTo>
                  <a:lnTo>
                    <a:pt x="1944727" y="2338982"/>
                  </a:lnTo>
                  <a:lnTo>
                    <a:pt x="1980229" y="2265400"/>
                  </a:lnTo>
                  <a:lnTo>
                    <a:pt x="2016019" y="2188243"/>
                  </a:lnTo>
                  <a:lnTo>
                    <a:pt x="2052125" y="2107759"/>
                  </a:lnTo>
                  <a:lnTo>
                    <a:pt x="2088553" y="2024271"/>
                  </a:lnTo>
                  <a:lnTo>
                    <a:pt x="2125284" y="1938169"/>
                  </a:lnTo>
                  <a:lnTo>
                    <a:pt x="2162281" y="1849909"/>
                  </a:lnTo>
                  <a:lnTo>
                    <a:pt x="2199488" y="1760000"/>
                  </a:lnTo>
                  <a:lnTo>
                    <a:pt x="2236840" y="1668994"/>
                  </a:lnTo>
                  <a:lnTo>
                    <a:pt x="2274260" y="1577471"/>
                  </a:lnTo>
                  <a:lnTo>
                    <a:pt x="2311669" y="1486029"/>
                  </a:lnTo>
                  <a:lnTo>
                    <a:pt x="2348989" y="1395259"/>
                  </a:lnTo>
                  <a:lnTo>
                    <a:pt x="2386146" y="1305737"/>
                  </a:lnTo>
                  <a:lnTo>
                    <a:pt x="2423077" y="1218005"/>
                  </a:lnTo>
                  <a:lnTo>
                    <a:pt x="2459730" y="1132558"/>
                  </a:lnTo>
                  <a:lnTo>
                    <a:pt x="2496073" y="1049835"/>
                  </a:lnTo>
                  <a:lnTo>
                    <a:pt x="2532094" y="970209"/>
                  </a:lnTo>
                  <a:lnTo>
                    <a:pt x="2567803" y="893983"/>
                  </a:lnTo>
                  <a:lnTo>
                    <a:pt x="2603236" y="821387"/>
                  </a:lnTo>
                  <a:lnTo>
                    <a:pt x="2638460" y="752578"/>
                  </a:lnTo>
                  <a:lnTo>
                    <a:pt x="2673568" y="687643"/>
                  </a:lnTo>
                  <a:lnTo>
                    <a:pt x="2708691" y="626606"/>
                  </a:lnTo>
                  <a:lnTo>
                    <a:pt x="2743993" y="569427"/>
                  </a:lnTo>
                  <a:lnTo>
                    <a:pt x="2770117" y="529892"/>
                  </a:lnTo>
                  <a:lnTo>
                    <a:pt x="2817799" y="463987"/>
                  </a:lnTo>
                  <a:lnTo>
                    <a:pt x="2867037" y="404526"/>
                  </a:lnTo>
                  <a:lnTo>
                    <a:pt x="2918557" y="351199"/>
                  </a:lnTo>
                  <a:lnTo>
                    <a:pt x="2973170" y="303470"/>
                  </a:lnTo>
                  <a:lnTo>
                    <a:pt x="3031707" y="260728"/>
                  </a:lnTo>
                  <a:lnTo>
                    <a:pt x="3094955" y="222374"/>
                  </a:lnTo>
                  <a:lnTo>
                    <a:pt x="3163573" y="187878"/>
                  </a:lnTo>
                  <a:lnTo>
                    <a:pt x="3237983" y="156800"/>
                  </a:lnTo>
                  <a:lnTo>
                    <a:pt x="3318230" y="128811"/>
                  </a:lnTo>
                  <a:lnTo>
                    <a:pt x="3403808" y="103694"/>
                  </a:lnTo>
                  <a:lnTo>
                    <a:pt x="3493478" y="81344"/>
                  </a:lnTo>
                  <a:lnTo>
                    <a:pt x="3585130" y="61748"/>
                  </a:lnTo>
                  <a:lnTo>
                    <a:pt x="3675759" y="44958"/>
                  </a:lnTo>
                  <a:lnTo>
                    <a:pt x="3761640" y="31036"/>
                  </a:lnTo>
                  <a:lnTo>
                    <a:pt x="3838763" y="20001"/>
                  </a:lnTo>
                  <a:lnTo>
                    <a:pt x="3903493" y="11763"/>
                  </a:lnTo>
                  <a:lnTo>
                    <a:pt x="3953305" y="6089"/>
                  </a:lnTo>
                  <a:lnTo>
                    <a:pt x="3987387" y="2596"/>
                  </a:lnTo>
                  <a:lnTo>
                    <a:pt x="4006919" y="787"/>
                  </a:lnTo>
                  <a:lnTo>
                    <a:pt x="4015005" y="108"/>
                  </a:lnTo>
                  <a:lnTo>
                    <a:pt x="4016409" y="0"/>
                  </a:lnTo>
                  <a:lnTo>
                    <a:pt x="4016409" y="0"/>
                  </a:lnTo>
                  <a:lnTo>
                    <a:pt x="4538543" y="0"/>
                  </a:lnTo>
                  <a:lnTo>
                    <a:pt x="4539735" y="64"/>
                  </a:lnTo>
                  <a:lnTo>
                    <a:pt x="4547539" y="525"/>
                  </a:lnTo>
                  <a:lnTo>
                    <a:pt x="4567091" y="1798"/>
                  </a:lnTo>
                  <a:lnTo>
                    <a:pt x="4601739" y="4301"/>
                  </a:lnTo>
                  <a:lnTo>
                    <a:pt x="4652754" y="8404"/>
                  </a:lnTo>
                  <a:lnTo>
                    <a:pt x="4719248" y="14395"/>
                  </a:lnTo>
                  <a:lnTo>
                    <a:pt x="4798495" y="22442"/>
                  </a:lnTo>
                  <a:lnTo>
                    <a:pt x="4886597" y="32609"/>
                  </a:lnTo>
                  <a:lnTo>
                    <a:pt x="4979301" y="44879"/>
                  </a:lnTo>
                  <a:lnTo>
                    <a:pt x="5072711" y="59202"/>
                  </a:lnTo>
                  <a:lnTo>
                    <a:pt x="5163738" y="75545"/>
                  </a:lnTo>
                  <a:lnTo>
                    <a:pt x="5250269" y="93926"/>
                  </a:lnTo>
                  <a:lnTo>
                    <a:pt x="5331120" y="114435"/>
                  </a:lnTo>
                  <a:lnTo>
                    <a:pt x="5405869" y="137250"/>
                  </a:lnTo>
                  <a:lnTo>
                    <a:pt x="5474654" y="162634"/>
                  </a:lnTo>
                  <a:lnTo>
                    <a:pt x="5537987" y="190932"/>
                  </a:lnTo>
                  <a:lnTo>
                    <a:pt x="5596610" y="222555"/>
                  </a:lnTo>
                  <a:lnTo>
                    <a:pt x="5651375" y="257958"/>
                  </a:lnTo>
                  <a:lnTo>
                    <a:pt x="5703167" y="297591"/>
                  </a:lnTo>
                  <a:lnTo>
                    <a:pt x="5752828" y="341819"/>
                  </a:lnTo>
                  <a:lnTo>
                    <a:pt x="5784835" y="373654"/>
                  </a:lnTo>
                  <a:lnTo>
                    <a:pt x="5825398" y="417659"/>
                  </a:lnTo>
                  <a:lnTo>
                    <a:pt x="5865572" y="465164"/>
                  </a:lnTo>
                  <a:lnTo>
                    <a:pt x="5905637" y="516239"/>
                  </a:lnTo>
                  <a:lnTo>
                    <a:pt x="5945802" y="570884"/>
                  </a:lnTo>
                  <a:lnTo>
                    <a:pt x="5986223" y="629026"/>
                  </a:lnTo>
                  <a:lnTo>
                    <a:pt x="6026999" y="690506"/>
                  </a:lnTo>
                  <a:lnTo>
                    <a:pt x="6068184" y="755078"/>
                  </a:lnTo>
                  <a:lnTo>
                    <a:pt x="6109788" y="822413"/>
                  </a:lnTo>
                  <a:lnTo>
                    <a:pt x="6151780" y="892095"/>
                  </a:lnTo>
                  <a:lnTo>
                    <a:pt x="6194100" y="963636"/>
                  </a:lnTo>
                  <a:lnTo>
                    <a:pt x="6236661" y="1036485"/>
                  </a:lnTo>
                  <a:lnTo>
                    <a:pt x="6279355" y="1110048"/>
                  </a:lnTo>
                  <a:lnTo>
                    <a:pt x="6322067" y="1183702"/>
                  </a:lnTo>
                  <a:lnTo>
                    <a:pt x="6364678" y="1256826"/>
                  </a:lnTo>
                  <a:lnTo>
                    <a:pt x="6407080" y="1328815"/>
                  </a:lnTo>
                  <a:lnTo>
                    <a:pt x="6449177" y="1399101"/>
                  </a:lnTo>
                  <a:lnTo>
                    <a:pt x="6490900" y="1467178"/>
                  </a:lnTo>
                  <a:lnTo>
                    <a:pt x="6532210" y="1532607"/>
                  </a:lnTo>
                  <a:lnTo>
                    <a:pt x="6573104" y="1595032"/>
                  </a:lnTo>
                  <a:lnTo>
                    <a:pt x="6613622" y="1654182"/>
                  </a:lnTo>
                  <a:lnTo>
                    <a:pt x="6653849" y="1709875"/>
                  </a:lnTo>
                  <a:lnTo>
                    <a:pt x="6693924" y="1762010"/>
                  </a:lnTo>
                  <a:lnTo>
                    <a:pt x="6734040" y="1810568"/>
                  </a:lnTo>
                  <a:lnTo>
                    <a:pt x="6774455" y="1855599"/>
                  </a:lnTo>
                  <a:lnTo>
                    <a:pt x="6786527" y="1868272"/>
                  </a:lnTo>
                  <a:lnTo>
                    <a:pt x="6835187" y="1915638"/>
                  </a:lnTo>
                  <a:lnTo>
                    <a:pt x="6885482" y="1958277"/>
                  </a:lnTo>
                  <a:lnTo>
                    <a:pt x="6938184" y="1996428"/>
                  </a:lnTo>
                  <a:lnTo>
                    <a:pt x="6994159" y="2030497"/>
                  </a:lnTo>
                  <a:lnTo>
                    <a:pt x="7054287" y="2060943"/>
                  </a:lnTo>
                  <a:lnTo>
                    <a:pt x="7119395" y="2088209"/>
                  </a:lnTo>
                  <a:lnTo>
                    <a:pt x="7190160" y="2112687"/>
                  </a:lnTo>
                  <a:lnTo>
                    <a:pt x="7266987" y="2134694"/>
                  </a:lnTo>
                  <a:lnTo>
                    <a:pt x="7349847" y="2154466"/>
                  </a:lnTo>
                  <a:lnTo>
                    <a:pt x="7438079" y="2172150"/>
                  </a:lnTo>
                  <a:lnTo>
                    <a:pt x="7530200" y="2187809"/>
                  </a:lnTo>
                  <a:lnTo>
                    <a:pt x="7623763" y="2201441"/>
                  </a:lnTo>
                  <a:lnTo>
                    <a:pt x="7715373" y="2213003"/>
                  </a:lnTo>
                  <a:lnTo>
                    <a:pt x="7800948" y="2222450"/>
                  </a:lnTo>
                  <a:lnTo>
                    <a:pt x="7876264" y="2229788"/>
                  </a:lnTo>
                  <a:lnTo>
                    <a:pt x="7937733" y="2235113"/>
                  </a:lnTo>
                  <a:lnTo>
                    <a:pt x="7983190" y="2238636"/>
                  </a:lnTo>
                  <a:lnTo>
                    <a:pt x="8012468" y="2240677"/>
                  </a:lnTo>
                  <a:lnTo>
                    <a:pt x="8027564" y="2241627"/>
                  </a:lnTo>
                  <a:lnTo>
                    <a:pt x="8032468" y="2241908"/>
                  </a:lnTo>
                  <a:lnTo>
                    <a:pt x="8032819" y="2241926"/>
                  </a:lnTo>
                  <a:lnTo>
                    <a:pt x="8554953" y="2241926"/>
                  </a:lnTo>
                  <a:lnTo>
                    <a:pt x="8554953" y="2241926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285" name="pl1285"/>
            <p:cNvSpPr/>
            <p:nvPr/>
          </p:nvSpPr>
          <p:spPr>
            <a:xfrm>
              <a:off x="386606" y="1027424"/>
              <a:ext cx="8554953" cy="3179357"/>
            </a:xfrm>
            <a:custGeom>
              <a:avLst/>
              <a:pathLst>
                <a:path w="8554953" h="3179357">
                  <a:moveTo>
                    <a:pt x="8554953" y="2241926"/>
                  </a:moveTo>
                  <a:lnTo>
                    <a:pt x="8032819" y="2241926"/>
                  </a:lnTo>
                  <a:lnTo>
                    <a:pt x="8031627" y="2241862"/>
                  </a:lnTo>
                  <a:lnTo>
                    <a:pt x="8023823" y="2241401"/>
                  </a:lnTo>
                  <a:lnTo>
                    <a:pt x="8004271" y="2240128"/>
                  </a:lnTo>
                  <a:lnTo>
                    <a:pt x="7969623" y="2237625"/>
                  </a:lnTo>
                  <a:lnTo>
                    <a:pt x="7918608" y="2233521"/>
                  </a:lnTo>
                  <a:lnTo>
                    <a:pt x="7852114" y="2227531"/>
                  </a:lnTo>
                  <a:lnTo>
                    <a:pt x="7772867" y="2219484"/>
                  </a:lnTo>
                  <a:lnTo>
                    <a:pt x="7684765" y="2209317"/>
                  </a:lnTo>
                  <a:lnTo>
                    <a:pt x="7592061" y="2197047"/>
                  </a:lnTo>
                  <a:lnTo>
                    <a:pt x="7498651" y="2182724"/>
                  </a:lnTo>
                  <a:lnTo>
                    <a:pt x="7407624" y="2166381"/>
                  </a:lnTo>
                  <a:lnTo>
                    <a:pt x="7321093" y="2148000"/>
                  </a:lnTo>
                  <a:lnTo>
                    <a:pt x="7240242" y="2127491"/>
                  </a:lnTo>
                  <a:lnTo>
                    <a:pt x="7165493" y="2104676"/>
                  </a:lnTo>
                  <a:lnTo>
                    <a:pt x="7096708" y="2079292"/>
                  </a:lnTo>
                  <a:lnTo>
                    <a:pt x="7033375" y="2050994"/>
                  </a:lnTo>
                  <a:lnTo>
                    <a:pt x="6974752" y="2019371"/>
                  </a:lnTo>
                  <a:lnTo>
                    <a:pt x="6919987" y="1983968"/>
                  </a:lnTo>
                  <a:lnTo>
                    <a:pt x="6868195" y="1944335"/>
                  </a:lnTo>
                  <a:lnTo>
                    <a:pt x="6818534" y="1900107"/>
                  </a:lnTo>
                  <a:lnTo>
                    <a:pt x="6786527" y="1868272"/>
                  </a:lnTo>
                  <a:lnTo>
                    <a:pt x="6745964" y="1824267"/>
                  </a:lnTo>
                  <a:lnTo>
                    <a:pt x="6705790" y="1776762"/>
                  </a:lnTo>
                  <a:lnTo>
                    <a:pt x="6665725" y="1725687"/>
                  </a:lnTo>
                  <a:lnTo>
                    <a:pt x="6625560" y="1671042"/>
                  </a:lnTo>
                  <a:lnTo>
                    <a:pt x="6585139" y="1612900"/>
                  </a:lnTo>
                  <a:lnTo>
                    <a:pt x="6544363" y="1551420"/>
                  </a:lnTo>
                  <a:lnTo>
                    <a:pt x="6503178" y="1486848"/>
                  </a:lnTo>
                  <a:lnTo>
                    <a:pt x="6461574" y="1419513"/>
                  </a:lnTo>
                  <a:lnTo>
                    <a:pt x="6419582" y="1349831"/>
                  </a:lnTo>
                  <a:lnTo>
                    <a:pt x="6377261" y="1278290"/>
                  </a:lnTo>
                  <a:lnTo>
                    <a:pt x="6334701" y="1205440"/>
                  </a:lnTo>
                  <a:lnTo>
                    <a:pt x="6292007" y="1131878"/>
                  </a:lnTo>
                  <a:lnTo>
                    <a:pt x="6249295" y="1058224"/>
                  </a:lnTo>
                  <a:lnTo>
                    <a:pt x="6206684" y="985100"/>
                  </a:lnTo>
                  <a:lnTo>
                    <a:pt x="6164282" y="913111"/>
                  </a:lnTo>
                  <a:lnTo>
                    <a:pt x="6122185" y="842825"/>
                  </a:lnTo>
                  <a:lnTo>
                    <a:pt x="6080462" y="774748"/>
                  </a:lnTo>
                  <a:lnTo>
                    <a:pt x="6039152" y="709319"/>
                  </a:lnTo>
                  <a:lnTo>
                    <a:pt x="5998258" y="646894"/>
                  </a:lnTo>
                  <a:lnTo>
                    <a:pt x="5957740" y="587744"/>
                  </a:lnTo>
                  <a:lnTo>
                    <a:pt x="5917513" y="532051"/>
                  </a:lnTo>
                  <a:lnTo>
                    <a:pt x="5877438" y="479915"/>
                  </a:lnTo>
                  <a:lnTo>
                    <a:pt x="5837322" y="431358"/>
                  </a:lnTo>
                  <a:lnTo>
                    <a:pt x="5796907" y="386327"/>
                  </a:lnTo>
                  <a:lnTo>
                    <a:pt x="5784835" y="373654"/>
                  </a:lnTo>
                  <a:lnTo>
                    <a:pt x="5736175" y="326288"/>
                  </a:lnTo>
                  <a:lnTo>
                    <a:pt x="5685880" y="283649"/>
                  </a:lnTo>
                  <a:lnTo>
                    <a:pt x="5633178" y="245498"/>
                  </a:lnTo>
                  <a:lnTo>
                    <a:pt x="5577203" y="211429"/>
                  </a:lnTo>
                  <a:lnTo>
                    <a:pt x="5517075" y="180983"/>
                  </a:lnTo>
                  <a:lnTo>
                    <a:pt x="5451967" y="153717"/>
                  </a:lnTo>
                  <a:lnTo>
                    <a:pt x="5381202" y="129239"/>
                  </a:lnTo>
                  <a:lnTo>
                    <a:pt x="5304375" y="107232"/>
                  </a:lnTo>
                  <a:lnTo>
                    <a:pt x="5221515" y="87460"/>
                  </a:lnTo>
                  <a:lnTo>
                    <a:pt x="5133283" y="69776"/>
                  </a:lnTo>
                  <a:lnTo>
                    <a:pt x="5041162" y="54117"/>
                  </a:lnTo>
                  <a:lnTo>
                    <a:pt x="4947599" y="40484"/>
                  </a:lnTo>
                  <a:lnTo>
                    <a:pt x="4855989" y="28923"/>
                  </a:lnTo>
                  <a:lnTo>
                    <a:pt x="4770414" y="19476"/>
                  </a:lnTo>
                  <a:lnTo>
                    <a:pt x="4695098" y="12138"/>
                  </a:lnTo>
                  <a:lnTo>
                    <a:pt x="4633629" y="6813"/>
                  </a:lnTo>
                  <a:lnTo>
                    <a:pt x="4588172" y="3290"/>
                  </a:lnTo>
                  <a:lnTo>
                    <a:pt x="4558894" y="1249"/>
                  </a:lnTo>
                  <a:lnTo>
                    <a:pt x="4543798" y="298"/>
                  </a:lnTo>
                  <a:lnTo>
                    <a:pt x="4538894" y="18"/>
                  </a:lnTo>
                  <a:lnTo>
                    <a:pt x="4538543" y="0"/>
                  </a:lnTo>
                  <a:lnTo>
                    <a:pt x="4016409" y="0"/>
                  </a:lnTo>
                  <a:lnTo>
                    <a:pt x="4015285" y="86"/>
                  </a:lnTo>
                  <a:lnTo>
                    <a:pt x="4007918" y="700"/>
                  </a:lnTo>
                  <a:lnTo>
                    <a:pt x="3989423" y="2400"/>
                  </a:lnTo>
                  <a:lnTo>
                    <a:pt x="3956555" y="5741"/>
                  </a:lnTo>
                  <a:lnTo>
                    <a:pt x="3907977" y="11228"/>
                  </a:lnTo>
                  <a:lnTo>
                    <a:pt x="3844349" y="19253"/>
                  </a:lnTo>
                  <a:lnTo>
                    <a:pt x="3768080" y="30063"/>
                  </a:lnTo>
                  <a:lnTo>
                    <a:pt x="3682744" y="43757"/>
                  </a:lnTo>
                  <a:lnTo>
                    <a:pt x="3592346" y="60324"/>
                  </a:lnTo>
                  <a:lnTo>
                    <a:pt x="3500654" y="79701"/>
                  </a:lnTo>
                  <a:lnTo>
                    <a:pt x="3410740" y="101836"/>
                  </a:lnTo>
                  <a:lnTo>
                    <a:pt x="3324784" y="126732"/>
                  </a:lnTo>
                  <a:lnTo>
                    <a:pt x="3244091" y="154489"/>
                  </a:lnTo>
                  <a:lnTo>
                    <a:pt x="3169217" y="185313"/>
                  </a:lnTo>
                  <a:lnTo>
                    <a:pt x="3100155" y="219525"/>
                  </a:lnTo>
                  <a:lnTo>
                    <a:pt x="3036505" y="257557"/>
                  </a:lnTo>
                  <a:lnTo>
                    <a:pt x="2977625" y="299933"/>
                  </a:lnTo>
                  <a:lnTo>
                    <a:pt x="2922733" y="347247"/>
                  </a:lnTo>
                  <a:lnTo>
                    <a:pt x="2871000" y="400112"/>
                  </a:lnTo>
                  <a:lnTo>
                    <a:pt x="2821610" y="459075"/>
                  </a:lnTo>
                  <a:lnTo>
                    <a:pt x="2773829" y="524470"/>
                  </a:lnTo>
                  <a:lnTo>
                    <a:pt x="2770117" y="529892"/>
                  </a:lnTo>
                  <a:lnTo>
                    <a:pt x="2734554" y="584296"/>
                  </a:lnTo>
                  <a:lnTo>
                    <a:pt x="2699318" y="642496"/>
                  </a:lnTo>
                  <a:lnTo>
                    <a:pt x="2664214" y="704572"/>
                  </a:lnTo>
                  <a:lnTo>
                    <a:pt x="2629086" y="770544"/>
                  </a:lnTo>
                  <a:lnTo>
                    <a:pt x="2593815" y="840374"/>
                  </a:lnTo>
                  <a:lnTo>
                    <a:pt x="2558313" y="913956"/>
                  </a:lnTo>
                  <a:lnTo>
                    <a:pt x="2522523" y="991114"/>
                  </a:lnTo>
                  <a:lnTo>
                    <a:pt x="2486417" y="1071598"/>
                  </a:lnTo>
                  <a:lnTo>
                    <a:pt x="2449989" y="1155086"/>
                  </a:lnTo>
                  <a:lnTo>
                    <a:pt x="2413258" y="1241187"/>
                  </a:lnTo>
                  <a:lnTo>
                    <a:pt x="2376261" y="1329447"/>
                  </a:lnTo>
                  <a:lnTo>
                    <a:pt x="2339054" y="1419356"/>
                  </a:lnTo>
                  <a:lnTo>
                    <a:pt x="2301703" y="1510363"/>
                  </a:lnTo>
                  <a:lnTo>
                    <a:pt x="2264282" y="1601885"/>
                  </a:lnTo>
                  <a:lnTo>
                    <a:pt x="2226873" y="1693328"/>
                  </a:lnTo>
                  <a:lnTo>
                    <a:pt x="2189553" y="1784097"/>
                  </a:lnTo>
                  <a:lnTo>
                    <a:pt x="2152396" y="1873619"/>
                  </a:lnTo>
                  <a:lnTo>
                    <a:pt x="2115465" y="1961352"/>
                  </a:lnTo>
                  <a:lnTo>
                    <a:pt x="2078812" y="2046798"/>
                  </a:lnTo>
                  <a:lnTo>
                    <a:pt x="2042469" y="2129521"/>
                  </a:lnTo>
                  <a:lnTo>
                    <a:pt x="2006448" y="2209147"/>
                  </a:lnTo>
                  <a:lnTo>
                    <a:pt x="1970739" y="2285373"/>
                  </a:lnTo>
                  <a:lnTo>
                    <a:pt x="1935306" y="2357969"/>
                  </a:lnTo>
                  <a:lnTo>
                    <a:pt x="1900082" y="2426778"/>
                  </a:lnTo>
                  <a:lnTo>
                    <a:pt x="1864974" y="2491713"/>
                  </a:lnTo>
                  <a:lnTo>
                    <a:pt x="1829851" y="2552751"/>
                  </a:lnTo>
                  <a:lnTo>
                    <a:pt x="1794549" y="2609929"/>
                  </a:lnTo>
                  <a:lnTo>
                    <a:pt x="1768425" y="2649464"/>
                  </a:lnTo>
                  <a:lnTo>
                    <a:pt x="1720743" y="2715369"/>
                  </a:lnTo>
                  <a:lnTo>
                    <a:pt x="1671505" y="2774830"/>
                  </a:lnTo>
                  <a:lnTo>
                    <a:pt x="1619985" y="2828157"/>
                  </a:lnTo>
                  <a:lnTo>
                    <a:pt x="1565372" y="2875886"/>
                  </a:lnTo>
                  <a:lnTo>
                    <a:pt x="1506835" y="2918629"/>
                  </a:lnTo>
                  <a:lnTo>
                    <a:pt x="1443587" y="2956982"/>
                  </a:lnTo>
                  <a:lnTo>
                    <a:pt x="1374969" y="2991478"/>
                  </a:lnTo>
                  <a:lnTo>
                    <a:pt x="1300559" y="3022556"/>
                  </a:lnTo>
                  <a:lnTo>
                    <a:pt x="1220312" y="3050545"/>
                  </a:lnTo>
                  <a:lnTo>
                    <a:pt x="1134734" y="3075662"/>
                  </a:lnTo>
                  <a:lnTo>
                    <a:pt x="1045064" y="3098012"/>
                  </a:lnTo>
                  <a:lnTo>
                    <a:pt x="953412" y="3117608"/>
                  </a:lnTo>
                  <a:lnTo>
                    <a:pt x="862783" y="3134399"/>
                  </a:lnTo>
                  <a:lnTo>
                    <a:pt x="776902" y="3148320"/>
                  </a:lnTo>
                  <a:lnTo>
                    <a:pt x="699779" y="3159355"/>
                  </a:lnTo>
                  <a:lnTo>
                    <a:pt x="635050" y="3167593"/>
                  </a:lnTo>
                  <a:lnTo>
                    <a:pt x="585238" y="3173267"/>
                  </a:lnTo>
                  <a:lnTo>
                    <a:pt x="551155" y="3176760"/>
                  </a:lnTo>
                  <a:lnTo>
                    <a:pt x="531623" y="3178569"/>
                  </a:lnTo>
                  <a:lnTo>
                    <a:pt x="523537" y="3179249"/>
                  </a:lnTo>
                  <a:lnTo>
                    <a:pt x="522133" y="3179357"/>
                  </a:lnTo>
                  <a:lnTo>
                    <a:pt x="522133" y="3179357"/>
                  </a:lnTo>
                  <a:lnTo>
                    <a:pt x="0" y="3179357"/>
                  </a:lnTo>
                  <a:lnTo>
                    <a:pt x="0" y="3179357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286" name="pg1286"/>
            <p:cNvSpPr/>
            <p:nvPr/>
          </p:nvSpPr>
          <p:spPr>
            <a:xfrm>
              <a:off x="386606" y="1050013"/>
              <a:ext cx="8554953" cy="3168062"/>
            </a:xfrm>
            <a:custGeom>
              <a:avLst/>
              <a:pathLst>
                <a:path w="8554953" h="3168062">
                  <a:moveTo>
                    <a:pt x="0" y="3168062"/>
                  </a:moveTo>
                  <a:lnTo>
                    <a:pt x="522133" y="3168062"/>
                  </a:lnTo>
                  <a:lnTo>
                    <a:pt x="523258" y="3167977"/>
                  </a:lnTo>
                  <a:lnTo>
                    <a:pt x="530634" y="3167365"/>
                  </a:lnTo>
                  <a:lnTo>
                    <a:pt x="549150" y="3165672"/>
                  </a:lnTo>
                  <a:lnTo>
                    <a:pt x="582053" y="3162345"/>
                  </a:lnTo>
                  <a:lnTo>
                    <a:pt x="630680" y="3156880"/>
                  </a:lnTo>
                  <a:lnTo>
                    <a:pt x="694365" y="3148888"/>
                  </a:lnTo>
                  <a:lnTo>
                    <a:pt x="770695" y="3138124"/>
                  </a:lnTo>
                  <a:lnTo>
                    <a:pt x="856087" y="3124489"/>
                  </a:lnTo>
                  <a:lnTo>
                    <a:pt x="946532" y="3107994"/>
                  </a:lnTo>
                  <a:lnTo>
                    <a:pt x="1038260" y="3088701"/>
                  </a:lnTo>
                  <a:lnTo>
                    <a:pt x="1128198" y="3066664"/>
                  </a:lnTo>
                  <a:lnTo>
                    <a:pt x="1214166" y="3041877"/>
                  </a:lnTo>
                  <a:lnTo>
                    <a:pt x="1294863" y="3014242"/>
                  </a:lnTo>
                  <a:lnTo>
                    <a:pt x="1369735" y="2983553"/>
                  </a:lnTo>
                  <a:lnTo>
                    <a:pt x="1438792" y="2949487"/>
                  </a:lnTo>
                  <a:lnTo>
                    <a:pt x="1502435" y="2911617"/>
                  </a:lnTo>
                  <a:lnTo>
                    <a:pt x="1561310" y="2869419"/>
                  </a:lnTo>
                  <a:lnTo>
                    <a:pt x="1616199" y="2822300"/>
                  </a:lnTo>
                  <a:lnTo>
                    <a:pt x="1667933" y="2769652"/>
                  </a:lnTo>
                  <a:lnTo>
                    <a:pt x="1717327" y="2710930"/>
                  </a:lnTo>
                  <a:lnTo>
                    <a:pt x="1765117" y="2645802"/>
                  </a:lnTo>
                  <a:lnTo>
                    <a:pt x="1768425" y="2640993"/>
                  </a:lnTo>
                  <a:lnTo>
                    <a:pt x="1804065" y="2586757"/>
                  </a:lnTo>
                  <a:lnTo>
                    <a:pt x="1839377" y="2528728"/>
                  </a:lnTo>
                  <a:lnTo>
                    <a:pt x="1874558" y="2466827"/>
                  </a:lnTo>
                  <a:lnTo>
                    <a:pt x="1909763" y="2401034"/>
                  </a:lnTo>
                  <a:lnTo>
                    <a:pt x="1945114" y="2331387"/>
                  </a:lnTo>
                  <a:lnTo>
                    <a:pt x="1980696" y="2257993"/>
                  </a:lnTo>
                  <a:lnTo>
                    <a:pt x="2016568" y="2181030"/>
                  </a:lnTo>
                  <a:lnTo>
                    <a:pt x="2052759" y="2100748"/>
                  </a:lnTo>
                  <a:lnTo>
                    <a:pt x="2089272" y="2017471"/>
                  </a:lnTo>
                  <a:lnTo>
                    <a:pt x="2126090" y="1931592"/>
                  </a:lnTo>
                  <a:lnTo>
                    <a:pt x="2163173" y="1843568"/>
                  </a:lnTo>
                  <a:lnTo>
                    <a:pt x="2200466" y="1753908"/>
                  </a:lnTo>
                  <a:lnTo>
                    <a:pt x="2237901" y="1663167"/>
                  </a:lnTo>
                  <a:lnTo>
                    <a:pt x="2275404" y="1571928"/>
                  </a:lnTo>
                  <a:lnTo>
                    <a:pt x="2312894" y="1480786"/>
                  </a:lnTo>
                  <a:lnTo>
                    <a:pt x="2350291" y="1390336"/>
                  </a:lnTo>
                  <a:lnTo>
                    <a:pt x="2387522" y="1301151"/>
                  </a:lnTo>
                  <a:lnTo>
                    <a:pt x="2424523" y="1213774"/>
                  </a:lnTo>
                  <a:lnTo>
                    <a:pt x="2461245" y="1128699"/>
                  </a:lnTo>
                  <a:lnTo>
                    <a:pt x="2497653" y="1046362"/>
                  </a:lnTo>
                  <a:lnTo>
                    <a:pt x="2533738" y="967133"/>
                  </a:lnTo>
                  <a:lnTo>
                    <a:pt x="2569511" y="891313"/>
                  </a:lnTo>
                  <a:lnTo>
                    <a:pt x="2605010" y="819129"/>
                  </a:lnTo>
                  <a:lnTo>
                    <a:pt x="2640302" y="750733"/>
                  </a:lnTo>
                  <a:lnTo>
                    <a:pt x="2675484" y="686212"/>
                  </a:lnTo>
                  <a:lnTo>
                    <a:pt x="2710689" y="625582"/>
                  </a:lnTo>
                  <a:lnTo>
                    <a:pt x="2746084" y="568804"/>
                  </a:lnTo>
                  <a:lnTo>
                    <a:pt x="2770117" y="532716"/>
                  </a:lnTo>
                  <a:lnTo>
                    <a:pt x="2817819" y="467136"/>
                  </a:lnTo>
                  <a:lnTo>
                    <a:pt x="2867078" y="407972"/>
                  </a:lnTo>
                  <a:lnTo>
                    <a:pt x="2918622" y="354914"/>
                  </a:lnTo>
                  <a:lnTo>
                    <a:pt x="2973262" y="307427"/>
                  </a:lnTo>
                  <a:lnTo>
                    <a:pt x="3031831" y="264904"/>
                  </a:lnTo>
                  <a:lnTo>
                    <a:pt x="3095116" y="226748"/>
                  </a:lnTo>
                  <a:lnTo>
                    <a:pt x="3163777" y="192431"/>
                  </a:lnTo>
                  <a:lnTo>
                    <a:pt x="3238235" y="161516"/>
                  </a:lnTo>
                  <a:lnTo>
                    <a:pt x="3318535" y="133675"/>
                  </a:lnTo>
                  <a:lnTo>
                    <a:pt x="3404166" y="108693"/>
                  </a:lnTo>
                  <a:lnTo>
                    <a:pt x="3493886" y="86464"/>
                  </a:lnTo>
                  <a:lnTo>
                    <a:pt x="3585579" y="66978"/>
                  </a:lnTo>
                  <a:lnTo>
                    <a:pt x="3676230" y="50284"/>
                  </a:lnTo>
                  <a:lnTo>
                    <a:pt x="3762108" y="36447"/>
                  </a:lnTo>
                  <a:lnTo>
                    <a:pt x="3839199" y="25483"/>
                  </a:lnTo>
                  <a:lnTo>
                    <a:pt x="3903867" y="17303"/>
                  </a:lnTo>
                  <a:lnTo>
                    <a:pt x="3953594" y="11673"/>
                  </a:lnTo>
                  <a:lnTo>
                    <a:pt x="3987580" y="8211"/>
                  </a:lnTo>
                  <a:lnTo>
                    <a:pt x="4007020" y="6422"/>
                  </a:lnTo>
                  <a:lnTo>
                    <a:pt x="4015036" y="5752"/>
                  </a:lnTo>
                  <a:lnTo>
                    <a:pt x="4016409" y="5647"/>
                  </a:lnTo>
                  <a:lnTo>
                    <a:pt x="4538543" y="5647"/>
                  </a:lnTo>
                  <a:lnTo>
                    <a:pt x="4539712" y="5719"/>
                  </a:lnTo>
                  <a:lnTo>
                    <a:pt x="4547369" y="6239"/>
                  </a:lnTo>
                  <a:lnTo>
                    <a:pt x="4566565" y="7676"/>
                  </a:lnTo>
                  <a:lnTo>
                    <a:pt x="4600616" y="10500"/>
                  </a:lnTo>
                  <a:lnTo>
                    <a:pt x="4650815" y="15133"/>
                  </a:lnTo>
                  <a:lnTo>
                    <a:pt x="4716352" y="21900"/>
                  </a:lnTo>
                  <a:lnTo>
                    <a:pt x="4794610" y="31000"/>
                  </a:lnTo>
                  <a:lnTo>
                    <a:pt x="4881798" y="42506"/>
                  </a:lnTo>
                  <a:lnTo>
                    <a:pt x="4973746" y="56404"/>
                  </a:lnTo>
                  <a:lnTo>
                    <a:pt x="5066597" y="72638"/>
                  </a:lnTo>
                  <a:lnTo>
                    <a:pt x="5157267" y="91167"/>
                  </a:lnTo>
                  <a:lnTo>
                    <a:pt x="5243619" y="112007"/>
                  </a:lnTo>
                  <a:lnTo>
                    <a:pt x="5324428" y="135254"/>
                  </a:lnTo>
                  <a:lnTo>
                    <a:pt x="5399225" y="161098"/>
                  </a:lnTo>
                  <a:lnTo>
                    <a:pt x="5468105" y="189829"/>
                  </a:lnTo>
                  <a:lnTo>
                    <a:pt x="5531543" y="221827"/>
                  </a:lnTo>
                  <a:lnTo>
                    <a:pt x="5590247" y="257551"/>
                  </a:lnTo>
                  <a:lnTo>
                    <a:pt x="5645048" y="297510"/>
                  </a:lnTo>
                  <a:lnTo>
                    <a:pt x="5696812" y="342216"/>
                  </a:lnTo>
                  <a:lnTo>
                    <a:pt x="5746374" y="392101"/>
                  </a:lnTo>
                  <a:lnTo>
                    <a:pt x="5784835" y="435773"/>
                  </a:lnTo>
                  <a:lnTo>
                    <a:pt x="5823408" y="483835"/>
                  </a:lnTo>
                  <a:lnTo>
                    <a:pt x="5861617" y="535534"/>
                  </a:lnTo>
                  <a:lnTo>
                    <a:pt x="5899704" y="590944"/>
                  </a:lnTo>
                  <a:lnTo>
                    <a:pt x="5937859" y="650073"/>
                  </a:lnTo>
                  <a:lnTo>
                    <a:pt x="5976221" y="712863"/>
                  </a:lnTo>
                  <a:lnTo>
                    <a:pt x="6014886" y="779174"/>
                  </a:lnTo>
                  <a:lnTo>
                    <a:pt x="6053912" y="848789"/>
                  </a:lnTo>
                  <a:lnTo>
                    <a:pt x="6093316" y="921407"/>
                  </a:lnTo>
                  <a:lnTo>
                    <a:pt x="6133087" y="996648"/>
                  </a:lnTo>
                  <a:lnTo>
                    <a:pt x="6173183" y="1074057"/>
                  </a:lnTo>
                  <a:lnTo>
                    <a:pt x="6213537" y="1153118"/>
                  </a:lnTo>
                  <a:lnTo>
                    <a:pt x="6254066" y="1233262"/>
                  </a:lnTo>
                  <a:lnTo>
                    <a:pt x="6294674" y="1313886"/>
                  </a:lnTo>
                  <a:lnTo>
                    <a:pt x="6335259" y="1394373"/>
                  </a:lnTo>
                  <a:lnTo>
                    <a:pt x="6375721" y="1474110"/>
                  </a:lnTo>
                  <a:lnTo>
                    <a:pt x="6415970" y="1552508"/>
                  </a:lnTo>
                  <a:lnTo>
                    <a:pt x="6455929" y="1629017"/>
                  </a:lnTo>
                  <a:lnTo>
                    <a:pt x="6495542" y="1703149"/>
                  </a:lnTo>
                  <a:lnTo>
                    <a:pt x="6534778" y="1774479"/>
                  </a:lnTo>
                  <a:lnTo>
                    <a:pt x="6573640" y="1842663"/>
                  </a:lnTo>
                  <a:lnTo>
                    <a:pt x="6612162" y="1907437"/>
                  </a:lnTo>
                  <a:lnTo>
                    <a:pt x="6650417" y="1968618"/>
                  </a:lnTo>
                  <a:lnTo>
                    <a:pt x="6688522" y="2026103"/>
                  </a:lnTo>
                  <a:lnTo>
                    <a:pt x="6726637" y="2079865"/>
                  </a:lnTo>
                  <a:lnTo>
                    <a:pt x="6764973" y="2129941"/>
                  </a:lnTo>
                  <a:lnTo>
                    <a:pt x="6786527" y="2156278"/>
                  </a:lnTo>
                  <a:lnTo>
                    <a:pt x="6834862" y="2210461"/>
                  </a:lnTo>
                  <a:lnTo>
                    <a:pt x="6884805" y="2259273"/>
                  </a:lnTo>
                  <a:lnTo>
                    <a:pt x="6937113" y="2302981"/>
                  </a:lnTo>
                  <a:lnTo>
                    <a:pt x="6992633" y="2342042"/>
                  </a:lnTo>
                  <a:lnTo>
                    <a:pt x="7052229" y="2376973"/>
                  </a:lnTo>
                  <a:lnTo>
                    <a:pt x="7116716" y="2408276"/>
                  </a:lnTo>
                  <a:lnTo>
                    <a:pt x="7186762" y="2436396"/>
                  </a:lnTo>
                  <a:lnTo>
                    <a:pt x="7262782" y="2461695"/>
                  </a:lnTo>
                  <a:lnTo>
                    <a:pt x="7344770" y="2484443"/>
                  </a:lnTo>
                  <a:lnTo>
                    <a:pt x="7432121" y="2504812"/>
                  </a:lnTo>
                  <a:lnTo>
                    <a:pt x="7523435" y="2522878"/>
                  </a:lnTo>
                  <a:lnTo>
                    <a:pt x="7616382" y="2538645"/>
                  </a:lnTo>
                  <a:lnTo>
                    <a:pt x="7707697" y="2552063"/>
                  </a:lnTo>
                  <a:lnTo>
                    <a:pt x="7793416" y="2563082"/>
                  </a:lnTo>
                  <a:lnTo>
                    <a:pt x="7869383" y="2571701"/>
                  </a:lnTo>
                  <a:lnTo>
                    <a:pt x="7931981" y="2578017"/>
                  </a:lnTo>
                  <a:lnTo>
                    <a:pt x="7978916" y="2582255"/>
                  </a:lnTo>
                  <a:lnTo>
                    <a:pt x="8009793" y="2584762"/>
                  </a:lnTo>
                  <a:lnTo>
                    <a:pt x="8026331" y="2585975"/>
                  </a:lnTo>
                  <a:lnTo>
                    <a:pt x="8032218" y="2586367"/>
                  </a:lnTo>
                  <a:lnTo>
                    <a:pt x="8032819" y="2586404"/>
                  </a:lnTo>
                  <a:lnTo>
                    <a:pt x="8554953" y="2586404"/>
                  </a:lnTo>
                  <a:lnTo>
                    <a:pt x="8554953" y="2580757"/>
                  </a:lnTo>
                  <a:lnTo>
                    <a:pt x="8032819" y="2580757"/>
                  </a:lnTo>
                  <a:lnTo>
                    <a:pt x="8031650" y="2580684"/>
                  </a:lnTo>
                  <a:lnTo>
                    <a:pt x="8023993" y="2580164"/>
                  </a:lnTo>
                  <a:lnTo>
                    <a:pt x="8004796" y="2578727"/>
                  </a:lnTo>
                  <a:lnTo>
                    <a:pt x="7970746" y="2575903"/>
                  </a:lnTo>
                  <a:lnTo>
                    <a:pt x="7920547" y="2571270"/>
                  </a:lnTo>
                  <a:lnTo>
                    <a:pt x="7855010" y="2564503"/>
                  </a:lnTo>
                  <a:lnTo>
                    <a:pt x="7776752" y="2555403"/>
                  </a:lnTo>
                  <a:lnTo>
                    <a:pt x="7689564" y="2543897"/>
                  </a:lnTo>
                  <a:lnTo>
                    <a:pt x="7597616" y="2530000"/>
                  </a:lnTo>
                  <a:lnTo>
                    <a:pt x="7504765" y="2513766"/>
                  </a:lnTo>
                  <a:lnTo>
                    <a:pt x="7414095" y="2495236"/>
                  </a:lnTo>
                  <a:lnTo>
                    <a:pt x="7327743" y="2474396"/>
                  </a:lnTo>
                  <a:lnTo>
                    <a:pt x="7246934" y="2451150"/>
                  </a:lnTo>
                  <a:lnTo>
                    <a:pt x="7172137" y="2425306"/>
                  </a:lnTo>
                  <a:lnTo>
                    <a:pt x="7103257" y="2396575"/>
                  </a:lnTo>
                  <a:lnTo>
                    <a:pt x="7039819" y="2364576"/>
                  </a:lnTo>
                  <a:lnTo>
                    <a:pt x="6981115" y="2328853"/>
                  </a:lnTo>
                  <a:lnTo>
                    <a:pt x="6926314" y="2288894"/>
                  </a:lnTo>
                  <a:lnTo>
                    <a:pt x="6874550" y="2244187"/>
                  </a:lnTo>
                  <a:lnTo>
                    <a:pt x="6824988" y="2194303"/>
                  </a:lnTo>
                  <a:lnTo>
                    <a:pt x="6786527" y="2150630"/>
                  </a:lnTo>
                  <a:lnTo>
                    <a:pt x="6747954" y="2102568"/>
                  </a:lnTo>
                  <a:lnTo>
                    <a:pt x="6709745" y="2050869"/>
                  </a:lnTo>
                  <a:lnTo>
                    <a:pt x="6671658" y="1995460"/>
                  </a:lnTo>
                  <a:lnTo>
                    <a:pt x="6633503" y="1936330"/>
                  </a:lnTo>
                  <a:lnTo>
                    <a:pt x="6595141" y="1873541"/>
                  </a:lnTo>
                  <a:lnTo>
                    <a:pt x="6556476" y="1807230"/>
                  </a:lnTo>
                  <a:lnTo>
                    <a:pt x="6517450" y="1737615"/>
                  </a:lnTo>
                  <a:lnTo>
                    <a:pt x="6478046" y="1664997"/>
                  </a:lnTo>
                  <a:lnTo>
                    <a:pt x="6438275" y="1589756"/>
                  </a:lnTo>
                  <a:lnTo>
                    <a:pt x="6398179" y="1512346"/>
                  </a:lnTo>
                  <a:lnTo>
                    <a:pt x="6357825" y="1433285"/>
                  </a:lnTo>
                  <a:lnTo>
                    <a:pt x="6317296" y="1353141"/>
                  </a:lnTo>
                  <a:lnTo>
                    <a:pt x="6276688" y="1272517"/>
                  </a:lnTo>
                  <a:lnTo>
                    <a:pt x="6236103" y="1192030"/>
                  </a:lnTo>
                  <a:lnTo>
                    <a:pt x="6195640" y="1112293"/>
                  </a:lnTo>
                  <a:lnTo>
                    <a:pt x="6155391" y="1033896"/>
                  </a:lnTo>
                  <a:lnTo>
                    <a:pt x="6115433" y="957386"/>
                  </a:lnTo>
                  <a:lnTo>
                    <a:pt x="6075820" y="883255"/>
                  </a:lnTo>
                  <a:lnTo>
                    <a:pt x="6036584" y="811924"/>
                  </a:lnTo>
                  <a:lnTo>
                    <a:pt x="5997722" y="743740"/>
                  </a:lnTo>
                  <a:lnTo>
                    <a:pt x="5959200" y="678966"/>
                  </a:lnTo>
                  <a:lnTo>
                    <a:pt x="5920945" y="617785"/>
                  </a:lnTo>
                  <a:lnTo>
                    <a:pt x="5882840" y="560300"/>
                  </a:lnTo>
                  <a:lnTo>
                    <a:pt x="5844725" y="506539"/>
                  </a:lnTo>
                  <a:lnTo>
                    <a:pt x="5806389" y="456463"/>
                  </a:lnTo>
                  <a:lnTo>
                    <a:pt x="5784835" y="430126"/>
                  </a:lnTo>
                  <a:lnTo>
                    <a:pt x="5736500" y="375943"/>
                  </a:lnTo>
                  <a:lnTo>
                    <a:pt x="5686557" y="327131"/>
                  </a:lnTo>
                  <a:lnTo>
                    <a:pt x="5634249" y="283423"/>
                  </a:lnTo>
                  <a:lnTo>
                    <a:pt x="5578729" y="244361"/>
                  </a:lnTo>
                  <a:lnTo>
                    <a:pt x="5519132" y="209430"/>
                  </a:lnTo>
                  <a:lnTo>
                    <a:pt x="5454646" y="178127"/>
                  </a:lnTo>
                  <a:lnTo>
                    <a:pt x="5384600" y="150007"/>
                  </a:lnTo>
                  <a:lnTo>
                    <a:pt x="5308580" y="124708"/>
                  </a:lnTo>
                  <a:lnTo>
                    <a:pt x="5226592" y="101960"/>
                  </a:lnTo>
                  <a:lnTo>
                    <a:pt x="5139241" y="81592"/>
                  </a:lnTo>
                  <a:lnTo>
                    <a:pt x="5047927" y="63525"/>
                  </a:lnTo>
                  <a:lnTo>
                    <a:pt x="4954980" y="47759"/>
                  </a:lnTo>
                  <a:lnTo>
                    <a:pt x="4863665" y="34340"/>
                  </a:lnTo>
                  <a:lnTo>
                    <a:pt x="4777946" y="23321"/>
                  </a:lnTo>
                  <a:lnTo>
                    <a:pt x="4701979" y="14702"/>
                  </a:lnTo>
                  <a:lnTo>
                    <a:pt x="4639381" y="8386"/>
                  </a:lnTo>
                  <a:lnTo>
                    <a:pt x="4592446" y="4149"/>
                  </a:lnTo>
                  <a:lnTo>
                    <a:pt x="4561569" y="1641"/>
                  </a:lnTo>
                  <a:lnTo>
                    <a:pt x="4545031" y="428"/>
                  </a:lnTo>
                  <a:lnTo>
                    <a:pt x="4539144" y="36"/>
                  </a:lnTo>
                  <a:lnTo>
                    <a:pt x="4538543" y="0"/>
                  </a:lnTo>
                  <a:lnTo>
                    <a:pt x="4016409" y="0"/>
                  </a:lnTo>
                  <a:lnTo>
                    <a:pt x="4015284" y="85"/>
                  </a:lnTo>
                  <a:lnTo>
                    <a:pt x="4007908" y="697"/>
                  </a:lnTo>
                  <a:lnTo>
                    <a:pt x="3989392" y="2390"/>
                  </a:lnTo>
                  <a:lnTo>
                    <a:pt x="3956489" y="5717"/>
                  </a:lnTo>
                  <a:lnTo>
                    <a:pt x="3907862" y="11182"/>
                  </a:lnTo>
                  <a:lnTo>
                    <a:pt x="3844177" y="19174"/>
                  </a:lnTo>
                  <a:lnTo>
                    <a:pt x="3767848" y="29938"/>
                  </a:lnTo>
                  <a:lnTo>
                    <a:pt x="3682455" y="43573"/>
                  </a:lnTo>
                  <a:lnTo>
                    <a:pt x="3592010" y="60068"/>
                  </a:lnTo>
                  <a:lnTo>
                    <a:pt x="3500283" y="79361"/>
                  </a:lnTo>
                  <a:lnTo>
                    <a:pt x="3410344" y="101398"/>
                  </a:lnTo>
                  <a:lnTo>
                    <a:pt x="3324376" y="126185"/>
                  </a:lnTo>
                  <a:lnTo>
                    <a:pt x="3243679" y="153820"/>
                  </a:lnTo>
                  <a:lnTo>
                    <a:pt x="3168807" y="184509"/>
                  </a:lnTo>
                  <a:lnTo>
                    <a:pt x="3099750" y="218575"/>
                  </a:lnTo>
                  <a:lnTo>
                    <a:pt x="3036107" y="256445"/>
                  </a:lnTo>
                  <a:lnTo>
                    <a:pt x="2977232" y="298643"/>
                  </a:lnTo>
                  <a:lnTo>
                    <a:pt x="2922343" y="345762"/>
                  </a:lnTo>
                  <a:lnTo>
                    <a:pt x="2870610" y="398410"/>
                  </a:lnTo>
                  <a:lnTo>
                    <a:pt x="2821215" y="457132"/>
                  </a:lnTo>
                  <a:lnTo>
                    <a:pt x="2773425" y="522260"/>
                  </a:lnTo>
                  <a:lnTo>
                    <a:pt x="2770117" y="527069"/>
                  </a:lnTo>
                  <a:lnTo>
                    <a:pt x="2734477" y="581305"/>
                  </a:lnTo>
                  <a:lnTo>
                    <a:pt x="2699165" y="639334"/>
                  </a:lnTo>
                  <a:lnTo>
                    <a:pt x="2663984" y="701235"/>
                  </a:lnTo>
                  <a:lnTo>
                    <a:pt x="2628779" y="767028"/>
                  </a:lnTo>
                  <a:lnTo>
                    <a:pt x="2593428" y="836675"/>
                  </a:lnTo>
                  <a:lnTo>
                    <a:pt x="2557846" y="910069"/>
                  </a:lnTo>
                  <a:lnTo>
                    <a:pt x="2521974" y="987032"/>
                  </a:lnTo>
                  <a:lnTo>
                    <a:pt x="2485783" y="1067314"/>
                  </a:lnTo>
                  <a:lnTo>
                    <a:pt x="2449270" y="1150590"/>
                  </a:lnTo>
                  <a:lnTo>
                    <a:pt x="2412452" y="1236469"/>
                  </a:lnTo>
                  <a:lnTo>
                    <a:pt x="2375370" y="1324494"/>
                  </a:lnTo>
                  <a:lnTo>
                    <a:pt x="2338077" y="1414154"/>
                  </a:lnTo>
                  <a:lnTo>
                    <a:pt x="2300641" y="1504895"/>
                  </a:lnTo>
                  <a:lnTo>
                    <a:pt x="2263138" y="1596134"/>
                  </a:lnTo>
                  <a:lnTo>
                    <a:pt x="2225649" y="1687276"/>
                  </a:lnTo>
                  <a:lnTo>
                    <a:pt x="2188251" y="1777726"/>
                  </a:lnTo>
                  <a:lnTo>
                    <a:pt x="2151020" y="1866911"/>
                  </a:lnTo>
                  <a:lnTo>
                    <a:pt x="2114019" y="1954288"/>
                  </a:lnTo>
                  <a:lnTo>
                    <a:pt x="2077298" y="2039363"/>
                  </a:lnTo>
                  <a:lnTo>
                    <a:pt x="2040889" y="2121700"/>
                  </a:lnTo>
                  <a:lnTo>
                    <a:pt x="2004804" y="2200929"/>
                  </a:lnTo>
                  <a:lnTo>
                    <a:pt x="1969031" y="2276749"/>
                  </a:lnTo>
                  <a:lnTo>
                    <a:pt x="1933532" y="2348933"/>
                  </a:lnTo>
                  <a:lnTo>
                    <a:pt x="1898240" y="2417329"/>
                  </a:lnTo>
                  <a:lnTo>
                    <a:pt x="1863058" y="2481850"/>
                  </a:lnTo>
                  <a:lnTo>
                    <a:pt x="1827853" y="2542480"/>
                  </a:lnTo>
                  <a:lnTo>
                    <a:pt x="1792458" y="2599258"/>
                  </a:lnTo>
                  <a:lnTo>
                    <a:pt x="1768425" y="2635346"/>
                  </a:lnTo>
                  <a:lnTo>
                    <a:pt x="1720724" y="2700926"/>
                  </a:lnTo>
                  <a:lnTo>
                    <a:pt x="1671464" y="2760090"/>
                  </a:lnTo>
                  <a:lnTo>
                    <a:pt x="1619920" y="2813148"/>
                  </a:lnTo>
                  <a:lnTo>
                    <a:pt x="1565280" y="2860635"/>
                  </a:lnTo>
                  <a:lnTo>
                    <a:pt x="1506711" y="2903158"/>
                  </a:lnTo>
                  <a:lnTo>
                    <a:pt x="1443426" y="2941314"/>
                  </a:lnTo>
                  <a:lnTo>
                    <a:pt x="1374765" y="2975631"/>
                  </a:lnTo>
                  <a:lnTo>
                    <a:pt x="1300307" y="3006546"/>
                  </a:lnTo>
                  <a:lnTo>
                    <a:pt x="1220008" y="3034387"/>
                  </a:lnTo>
                  <a:lnTo>
                    <a:pt x="1134376" y="3059369"/>
                  </a:lnTo>
                  <a:lnTo>
                    <a:pt x="1044656" y="3081598"/>
                  </a:lnTo>
                  <a:lnTo>
                    <a:pt x="952964" y="3101084"/>
                  </a:lnTo>
                  <a:lnTo>
                    <a:pt x="862312" y="3117778"/>
                  </a:lnTo>
                  <a:lnTo>
                    <a:pt x="776434" y="3131615"/>
                  </a:lnTo>
                  <a:lnTo>
                    <a:pt x="699343" y="3142578"/>
                  </a:lnTo>
                  <a:lnTo>
                    <a:pt x="634675" y="3150759"/>
                  </a:lnTo>
                  <a:lnTo>
                    <a:pt x="584948" y="3156389"/>
                  </a:lnTo>
                  <a:lnTo>
                    <a:pt x="550962" y="3159851"/>
                  </a:lnTo>
                  <a:lnTo>
                    <a:pt x="531522" y="3161640"/>
                  </a:lnTo>
                  <a:lnTo>
                    <a:pt x="523506" y="3162310"/>
                  </a:lnTo>
                  <a:lnTo>
                    <a:pt x="522133" y="3162415"/>
                  </a:lnTo>
                  <a:lnTo>
                    <a:pt x="0" y="3162415"/>
                  </a:lnTo>
                  <a:close/>
                </a:path>
              </a:pathLst>
            </a:custGeom>
            <a:solidFill>
              <a:srgbClr val="67C1B3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1287" name="pl1287"/>
            <p:cNvSpPr/>
            <p:nvPr/>
          </p:nvSpPr>
          <p:spPr>
            <a:xfrm>
              <a:off x="386606" y="1055660"/>
              <a:ext cx="8554953" cy="3162415"/>
            </a:xfrm>
            <a:custGeom>
              <a:avLst/>
              <a:pathLst>
                <a:path w="8554953" h="3162415">
                  <a:moveTo>
                    <a:pt x="0" y="3162415"/>
                  </a:moveTo>
                  <a:lnTo>
                    <a:pt x="522133" y="3162415"/>
                  </a:lnTo>
                  <a:lnTo>
                    <a:pt x="523258" y="3162330"/>
                  </a:lnTo>
                  <a:lnTo>
                    <a:pt x="530634" y="3161717"/>
                  </a:lnTo>
                  <a:lnTo>
                    <a:pt x="549150" y="3160025"/>
                  </a:lnTo>
                  <a:lnTo>
                    <a:pt x="582053" y="3156697"/>
                  </a:lnTo>
                  <a:lnTo>
                    <a:pt x="630680" y="3151233"/>
                  </a:lnTo>
                  <a:lnTo>
                    <a:pt x="694365" y="3143241"/>
                  </a:lnTo>
                  <a:lnTo>
                    <a:pt x="770695" y="3132477"/>
                  </a:lnTo>
                  <a:lnTo>
                    <a:pt x="856087" y="3118842"/>
                  </a:lnTo>
                  <a:lnTo>
                    <a:pt x="946532" y="3102347"/>
                  </a:lnTo>
                  <a:lnTo>
                    <a:pt x="1038260" y="3083054"/>
                  </a:lnTo>
                  <a:lnTo>
                    <a:pt x="1128198" y="3061017"/>
                  </a:lnTo>
                  <a:lnTo>
                    <a:pt x="1214166" y="3036230"/>
                  </a:lnTo>
                  <a:lnTo>
                    <a:pt x="1294863" y="3008595"/>
                  </a:lnTo>
                  <a:lnTo>
                    <a:pt x="1369735" y="2977905"/>
                  </a:lnTo>
                  <a:lnTo>
                    <a:pt x="1438792" y="2943840"/>
                  </a:lnTo>
                  <a:lnTo>
                    <a:pt x="1502435" y="2905970"/>
                  </a:lnTo>
                  <a:lnTo>
                    <a:pt x="1561310" y="2863772"/>
                  </a:lnTo>
                  <a:lnTo>
                    <a:pt x="1616199" y="2816653"/>
                  </a:lnTo>
                  <a:lnTo>
                    <a:pt x="1667933" y="2764005"/>
                  </a:lnTo>
                  <a:lnTo>
                    <a:pt x="1717327" y="2705283"/>
                  </a:lnTo>
                  <a:lnTo>
                    <a:pt x="1765117" y="2640155"/>
                  </a:lnTo>
                  <a:lnTo>
                    <a:pt x="1768425" y="2635346"/>
                  </a:lnTo>
                  <a:lnTo>
                    <a:pt x="1804065" y="2581110"/>
                  </a:lnTo>
                  <a:lnTo>
                    <a:pt x="1839377" y="2523081"/>
                  </a:lnTo>
                  <a:lnTo>
                    <a:pt x="1874558" y="2461180"/>
                  </a:lnTo>
                  <a:lnTo>
                    <a:pt x="1909763" y="2395387"/>
                  </a:lnTo>
                  <a:lnTo>
                    <a:pt x="1945114" y="2325740"/>
                  </a:lnTo>
                  <a:lnTo>
                    <a:pt x="1980696" y="2252346"/>
                  </a:lnTo>
                  <a:lnTo>
                    <a:pt x="2016568" y="2175383"/>
                  </a:lnTo>
                  <a:lnTo>
                    <a:pt x="2052759" y="2095101"/>
                  </a:lnTo>
                  <a:lnTo>
                    <a:pt x="2089272" y="2011824"/>
                  </a:lnTo>
                  <a:lnTo>
                    <a:pt x="2126090" y="1925945"/>
                  </a:lnTo>
                  <a:lnTo>
                    <a:pt x="2163173" y="1837920"/>
                  </a:lnTo>
                  <a:lnTo>
                    <a:pt x="2200466" y="1748261"/>
                  </a:lnTo>
                  <a:lnTo>
                    <a:pt x="2237901" y="1657520"/>
                  </a:lnTo>
                  <a:lnTo>
                    <a:pt x="2275404" y="1566280"/>
                  </a:lnTo>
                  <a:lnTo>
                    <a:pt x="2312894" y="1475139"/>
                  </a:lnTo>
                  <a:lnTo>
                    <a:pt x="2350291" y="1384688"/>
                  </a:lnTo>
                  <a:lnTo>
                    <a:pt x="2387522" y="1295504"/>
                  </a:lnTo>
                  <a:lnTo>
                    <a:pt x="2424523" y="1208127"/>
                  </a:lnTo>
                  <a:lnTo>
                    <a:pt x="2461245" y="1123052"/>
                  </a:lnTo>
                  <a:lnTo>
                    <a:pt x="2497653" y="1040715"/>
                  </a:lnTo>
                  <a:lnTo>
                    <a:pt x="2533738" y="961486"/>
                  </a:lnTo>
                  <a:lnTo>
                    <a:pt x="2569511" y="885666"/>
                  </a:lnTo>
                  <a:lnTo>
                    <a:pt x="2605010" y="813482"/>
                  </a:lnTo>
                  <a:lnTo>
                    <a:pt x="2640302" y="745086"/>
                  </a:lnTo>
                  <a:lnTo>
                    <a:pt x="2675484" y="680564"/>
                  </a:lnTo>
                  <a:lnTo>
                    <a:pt x="2710689" y="619935"/>
                  </a:lnTo>
                  <a:lnTo>
                    <a:pt x="2746084" y="563157"/>
                  </a:lnTo>
                  <a:lnTo>
                    <a:pt x="2770117" y="527069"/>
                  </a:lnTo>
                  <a:lnTo>
                    <a:pt x="2817819" y="461489"/>
                  </a:lnTo>
                  <a:lnTo>
                    <a:pt x="2867078" y="402325"/>
                  </a:lnTo>
                  <a:lnTo>
                    <a:pt x="2918622" y="349267"/>
                  </a:lnTo>
                  <a:lnTo>
                    <a:pt x="2973262" y="301780"/>
                  </a:lnTo>
                  <a:lnTo>
                    <a:pt x="3031831" y="259256"/>
                  </a:lnTo>
                  <a:lnTo>
                    <a:pt x="3095116" y="221101"/>
                  </a:lnTo>
                  <a:lnTo>
                    <a:pt x="3163777" y="186784"/>
                  </a:lnTo>
                  <a:lnTo>
                    <a:pt x="3238235" y="155869"/>
                  </a:lnTo>
                  <a:lnTo>
                    <a:pt x="3318535" y="128028"/>
                  </a:lnTo>
                  <a:lnTo>
                    <a:pt x="3404166" y="103046"/>
                  </a:lnTo>
                  <a:lnTo>
                    <a:pt x="3493886" y="80817"/>
                  </a:lnTo>
                  <a:lnTo>
                    <a:pt x="3585579" y="61331"/>
                  </a:lnTo>
                  <a:lnTo>
                    <a:pt x="3676230" y="44637"/>
                  </a:lnTo>
                  <a:lnTo>
                    <a:pt x="3762108" y="30800"/>
                  </a:lnTo>
                  <a:lnTo>
                    <a:pt x="3839199" y="19836"/>
                  </a:lnTo>
                  <a:lnTo>
                    <a:pt x="3903867" y="11656"/>
                  </a:lnTo>
                  <a:lnTo>
                    <a:pt x="3953594" y="6026"/>
                  </a:lnTo>
                  <a:lnTo>
                    <a:pt x="3987580" y="2564"/>
                  </a:lnTo>
                  <a:lnTo>
                    <a:pt x="4007020" y="774"/>
                  </a:lnTo>
                  <a:lnTo>
                    <a:pt x="4015036" y="105"/>
                  </a:lnTo>
                  <a:lnTo>
                    <a:pt x="4016409" y="0"/>
                  </a:lnTo>
                  <a:lnTo>
                    <a:pt x="4016409" y="0"/>
                  </a:lnTo>
                  <a:lnTo>
                    <a:pt x="4538543" y="0"/>
                  </a:lnTo>
                  <a:lnTo>
                    <a:pt x="4539712" y="72"/>
                  </a:lnTo>
                  <a:lnTo>
                    <a:pt x="4547369" y="592"/>
                  </a:lnTo>
                  <a:lnTo>
                    <a:pt x="4566565" y="2029"/>
                  </a:lnTo>
                  <a:lnTo>
                    <a:pt x="4600616" y="4853"/>
                  </a:lnTo>
                  <a:lnTo>
                    <a:pt x="4650815" y="9486"/>
                  </a:lnTo>
                  <a:lnTo>
                    <a:pt x="4716352" y="16253"/>
                  </a:lnTo>
                  <a:lnTo>
                    <a:pt x="4794610" y="25353"/>
                  </a:lnTo>
                  <a:lnTo>
                    <a:pt x="4881798" y="36859"/>
                  </a:lnTo>
                  <a:lnTo>
                    <a:pt x="4973746" y="50757"/>
                  </a:lnTo>
                  <a:lnTo>
                    <a:pt x="5066597" y="66991"/>
                  </a:lnTo>
                  <a:lnTo>
                    <a:pt x="5157267" y="85520"/>
                  </a:lnTo>
                  <a:lnTo>
                    <a:pt x="5243619" y="106360"/>
                  </a:lnTo>
                  <a:lnTo>
                    <a:pt x="5324428" y="129606"/>
                  </a:lnTo>
                  <a:lnTo>
                    <a:pt x="5399225" y="155451"/>
                  </a:lnTo>
                  <a:lnTo>
                    <a:pt x="5468105" y="184182"/>
                  </a:lnTo>
                  <a:lnTo>
                    <a:pt x="5531543" y="216180"/>
                  </a:lnTo>
                  <a:lnTo>
                    <a:pt x="5590247" y="251904"/>
                  </a:lnTo>
                  <a:lnTo>
                    <a:pt x="5645048" y="291863"/>
                  </a:lnTo>
                  <a:lnTo>
                    <a:pt x="5696812" y="336569"/>
                  </a:lnTo>
                  <a:lnTo>
                    <a:pt x="5746374" y="386454"/>
                  </a:lnTo>
                  <a:lnTo>
                    <a:pt x="5784835" y="430126"/>
                  </a:lnTo>
                  <a:lnTo>
                    <a:pt x="5823408" y="478188"/>
                  </a:lnTo>
                  <a:lnTo>
                    <a:pt x="5861617" y="529887"/>
                  </a:lnTo>
                  <a:lnTo>
                    <a:pt x="5899704" y="585296"/>
                  </a:lnTo>
                  <a:lnTo>
                    <a:pt x="5937859" y="644426"/>
                  </a:lnTo>
                  <a:lnTo>
                    <a:pt x="5976221" y="707215"/>
                  </a:lnTo>
                  <a:lnTo>
                    <a:pt x="6014886" y="773527"/>
                  </a:lnTo>
                  <a:lnTo>
                    <a:pt x="6053912" y="843141"/>
                  </a:lnTo>
                  <a:lnTo>
                    <a:pt x="6093316" y="915759"/>
                  </a:lnTo>
                  <a:lnTo>
                    <a:pt x="6133087" y="991000"/>
                  </a:lnTo>
                  <a:lnTo>
                    <a:pt x="6173183" y="1068410"/>
                  </a:lnTo>
                  <a:lnTo>
                    <a:pt x="6213537" y="1147471"/>
                  </a:lnTo>
                  <a:lnTo>
                    <a:pt x="6254066" y="1227615"/>
                  </a:lnTo>
                  <a:lnTo>
                    <a:pt x="6294674" y="1308239"/>
                  </a:lnTo>
                  <a:lnTo>
                    <a:pt x="6335259" y="1388726"/>
                  </a:lnTo>
                  <a:lnTo>
                    <a:pt x="6375721" y="1468463"/>
                  </a:lnTo>
                  <a:lnTo>
                    <a:pt x="6415970" y="1546860"/>
                  </a:lnTo>
                  <a:lnTo>
                    <a:pt x="6455929" y="1623370"/>
                  </a:lnTo>
                  <a:lnTo>
                    <a:pt x="6495542" y="1697502"/>
                  </a:lnTo>
                  <a:lnTo>
                    <a:pt x="6534778" y="1768832"/>
                  </a:lnTo>
                  <a:lnTo>
                    <a:pt x="6573640" y="1837016"/>
                  </a:lnTo>
                  <a:lnTo>
                    <a:pt x="6612162" y="1901790"/>
                  </a:lnTo>
                  <a:lnTo>
                    <a:pt x="6650417" y="1962971"/>
                  </a:lnTo>
                  <a:lnTo>
                    <a:pt x="6688522" y="2020456"/>
                  </a:lnTo>
                  <a:lnTo>
                    <a:pt x="6726637" y="2074217"/>
                  </a:lnTo>
                  <a:lnTo>
                    <a:pt x="6764973" y="2124293"/>
                  </a:lnTo>
                  <a:lnTo>
                    <a:pt x="6786527" y="2150630"/>
                  </a:lnTo>
                  <a:lnTo>
                    <a:pt x="6834862" y="2204814"/>
                  </a:lnTo>
                  <a:lnTo>
                    <a:pt x="6884805" y="2253625"/>
                  </a:lnTo>
                  <a:lnTo>
                    <a:pt x="6937113" y="2297334"/>
                  </a:lnTo>
                  <a:lnTo>
                    <a:pt x="6992633" y="2336395"/>
                  </a:lnTo>
                  <a:lnTo>
                    <a:pt x="7052229" y="2371326"/>
                  </a:lnTo>
                  <a:lnTo>
                    <a:pt x="7116716" y="2402629"/>
                  </a:lnTo>
                  <a:lnTo>
                    <a:pt x="7186762" y="2430749"/>
                  </a:lnTo>
                  <a:lnTo>
                    <a:pt x="7262782" y="2456048"/>
                  </a:lnTo>
                  <a:lnTo>
                    <a:pt x="7344770" y="2478796"/>
                  </a:lnTo>
                  <a:lnTo>
                    <a:pt x="7432121" y="2499164"/>
                  </a:lnTo>
                  <a:lnTo>
                    <a:pt x="7523435" y="2517231"/>
                  </a:lnTo>
                  <a:lnTo>
                    <a:pt x="7616382" y="2532998"/>
                  </a:lnTo>
                  <a:lnTo>
                    <a:pt x="7707697" y="2546416"/>
                  </a:lnTo>
                  <a:lnTo>
                    <a:pt x="7793416" y="2557435"/>
                  </a:lnTo>
                  <a:lnTo>
                    <a:pt x="7869383" y="2566054"/>
                  </a:lnTo>
                  <a:lnTo>
                    <a:pt x="7931981" y="2572370"/>
                  </a:lnTo>
                  <a:lnTo>
                    <a:pt x="7978916" y="2576607"/>
                  </a:lnTo>
                  <a:lnTo>
                    <a:pt x="8009793" y="2579115"/>
                  </a:lnTo>
                  <a:lnTo>
                    <a:pt x="8026331" y="2580328"/>
                  </a:lnTo>
                  <a:lnTo>
                    <a:pt x="8032218" y="2580720"/>
                  </a:lnTo>
                  <a:lnTo>
                    <a:pt x="8032819" y="2580757"/>
                  </a:lnTo>
                  <a:lnTo>
                    <a:pt x="8554953" y="2580757"/>
                  </a:lnTo>
                  <a:lnTo>
                    <a:pt x="8554953" y="2580757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288" name="pl1288"/>
            <p:cNvSpPr/>
            <p:nvPr/>
          </p:nvSpPr>
          <p:spPr>
            <a:xfrm>
              <a:off x="386606" y="1050013"/>
              <a:ext cx="8554953" cy="3162415"/>
            </a:xfrm>
            <a:custGeom>
              <a:avLst/>
              <a:pathLst>
                <a:path w="8554953" h="3162415">
                  <a:moveTo>
                    <a:pt x="8554953" y="2580757"/>
                  </a:moveTo>
                  <a:lnTo>
                    <a:pt x="8032819" y="2580757"/>
                  </a:lnTo>
                  <a:lnTo>
                    <a:pt x="8031650" y="2580684"/>
                  </a:lnTo>
                  <a:lnTo>
                    <a:pt x="8023993" y="2580164"/>
                  </a:lnTo>
                  <a:lnTo>
                    <a:pt x="8004796" y="2578727"/>
                  </a:lnTo>
                  <a:lnTo>
                    <a:pt x="7970746" y="2575903"/>
                  </a:lnTo>
                  <a:lnTo>
                    <a:pt x="7920547" y="2571270"/>
                  </a:lnTo>
                  <a:lnTo>
                    <a:pt x="7855010" y="2564503"/>
                  </a:lnTo>
                  <a:lnTo>
                    <a:pt x="7776752" y="2555403"/>
                  </a:lnTo>
                  <a:lnTo>
                    <a:pt x="7689564" y="2543897"/>
                  </a:lnTo>
                  <a:lnTo>
                    <a:pt x="7597616" y="2530000"/>
                  </a:lnTo>
                  <a:lnTo>
                    <a:pt x="7504765" y="2513766"/>
                  </a:lnTo>
                  <a:lnTo>
                    <a:pt x="7414095" y="2495236"/>
                  </a:lnTo>
                  <a:lnTo>
                    <a:pt x="7327743" y="2474396"/>
                  </a:lnTo>
                  <a:lnTo>
                    <a:pt x="7246934" y="2451150"/>
                  </a:lnTo>
                  <a:lnTo>
                    <a:pt x="7172137" y="2425306"/>
                  </a:lnTo>
                  <a:lnTo>
                    <a:pt x="7103257" y="2396575"/>
                  </a:lnTo>
                  <a:lnTo>
                    <a:pt x="7039819" y="2364576"/>
                  </a:lnTo>
                  <a:lnTo>
                    <a:pt x="6981115" y="2328853"/>
                  </a:lnTo>
                  <a:lnTo>
                    <a:pt x="6926314" y="2288894"/>
                  </a:lnTo>
                  <a:lnTo>
                    <a:pt x="6874550" y="2244187"/>
                  </a:lnTo>
                  <a:lnTo>
                    <a:pt x="6824988" y="2194303"/>
                  </a:lnTo>
                  <a:lnTo>
                    <a:pt x="6786527" y="2150630"/>
                  </a:lnTo>
                  <a:lnTo>
                    <a:pt x="6747954" y="2102568"/>
                  </a:lnTo>
                  <a:lnTo>
                    <a:pt x="6709745" y="2050869"/>
                  </a:lnTo>
                  <a:lnTo>
                    <a:pt x="6671658" y="1995460"/>
                  </a:lnTo>
                  <a:lnTo>
                    <a:pt x="6633503" y="1936330"/>
                  </a:lnTo>
                  <a:lnTo>
                    <a:pt x="6595141" y="1873541"/>
                  </a:lnTo>
                  <a:lnTo>
                    <a:pt x="6556476" y="1807230"/>
                  </a:lnTo>
                  <a:lnTo>
                    <a:pt x="6517450" y="1737615"/>
                  </a:lnTo>
                  <a:lnTo>
                    <a:pt x="6478046" y="1664997"/>
                  </a:lnTo>
                  <a:lnTo>
                    <a:pt x="6438275" y="1589756"/>
                  </a:lnTo>
                  <a:lnTo>
                    <a:pt x="6398179" y="1512346"/>
                  </a:lnTo>
                  <a:lnTo>
                    <a:pt x="6357825" y="1433285"/>
                  </a:lnTo>
                  <a:lnTo>
                    <a:pt x="6317296" y="1353141"/>
                  </a:lnTo>
                  <a:lnTo>
                    <a:pt x="6276688" y="1272517"/>
                  </a:lnTo>
                  <a:lnTo>
                    <a:pt x="6236103" y="1192030"/>
                  </a:lnTo>
                  <a:lnTo>
                    <a:pt x="6195640" y="1112293"/>
                  </a:lnTo>
                  <a:lnTo>
                    <a:pt x="6155391" y="1033896"/>
                  </a:lnTo>
                  <a:lnTo>
                    <a:pt x="6115433" y="957386"/>
                  </a:lnTo>
                  <a:lnTo>
                    <a:pt x="6075820" y="883255"/>
                  </a:lnTo>
                  <a:lnTo>
                    <a:pt x="6036584" y="811924"/>
                  </a:lnTo>
                  <a:lnTo>
                    <a:pt x="5997722" y="743740"/>
                  </a:lnTo>
                  <a:lnTo>
                    <a:pt x="5959200" y="678966"/>
                  </a:lnTo>
                  <a:lnTo>
                    <a:pt x="5920945" y="617785"/>
                  </a:lnTo>
                  <a:lnTo>
                    <a:pt x="5882840" y="560300"/>
                  </a:lnTo>
                  <a:lnTo>
                    <a:pt x="5844725" y="506539"/>
                  </a:lnTo>
                  <a:lnTo>
                    <a:pt x="5806389" y="456463"/>
                  </a:lnTo>
                  <a:lnTo>
                    <a:pt x="5784835" y="430126"/>
                  </a:lnTo>
                  <a:lnTo>
                    <a:pt x="5736500" y="375943"/>
                  </a:lnTo>
                  <a:lnTo>
                    <a:pt x="5686557" y="327131"/>
                  </a:lnTo>
                  <a:lnTo>
                    <a:pt x="5634249" y="283423"/>
                  </a:lnTo>
                  <a:lnTo>
                    <a:pt x="5578729" y="244361"/>
                  </a:lnTo>
                  <a:lnTo>
                    <a:pt x="5519132" y="209430"/>
                  </a:lnTo>
                  <a:lnTo>
                    <a:pt x="5454646" y="178127"/>
                  </a:lnTo>
                  <a:lnTo>
                    <a:pt x="5384600" y="150007"/>
                  </a:lnTo>
                  <a:lnTo>
                    <a:pt x="5308580" y="124708"/>
                  </a:lnTo>
                  <a:lnTo>
                    <a:pt x="5226592" y="101960"/>
                  </a:lnTo>
                  <a:lnTo>
                    <a:pt x="5139241" y="81592"/>
                  </a:lnTo>
                  <a:lnTo>
                    <a:pt x="5047927" y="63525"/>
                  </a:lnTo>
                  <a:lnTo>
                    <a:pt x="4954980" y="47759"/>
                  </a:lnTo>
                  <a:lnTo>
                    <a:pt x="4863665" y="34340"/>
                  </a:lnTo>
                  <a:lnTo>
                    <a:pt x="4777946" y="23321"/>
                  </a:lnTo>
                  <a:lnTo>
                    <a:pt x="4701979" y="14702"/>
                  </a:lnTo>
                  <a:lnTo>
                    <a:pt x="4639381" y="8386"/>
                  </a:lnTo>
                  <a:lnTo>
                    <a:pt x="4592446" y="4149"/>
                  </a:lnTo>
                  <a:lnTo>
                    <a:pt x="4561569" y="1641"/>
                  </a:lnTo>
                  <a:lnTo>
                    <a:pt x="4545031" y="428"/>
                  </a:lnTo>
                  <a:lnTo>
                    <a:pt x="4539144" y="36"/>
                  </a:lnTo>
                  <a:lnTo>
                    <a:pt x="4538543" y="0"/>
                  </a:lnTo>
                  <a:lnTo>
                    <a:pt x="4016409" y="0"/>
                  </a:lnTo>
                  <a:lnTo>
                    <a:pt x="4015284" y="85"/>
                  </a:lnTo>
                  <a:lnTo>
                    <a:pt x="4007908" y="697"/>
                  </a:lnTo>
                  <a:lnTo>
                    <a:pt x="3989392" y="2390"/>
                  </a:lnTo>
                  <a:lnTo>
                    <a:pt x="3956489" y="5717"/>
                  </a:lnTo>
                  <a:lnTo>
                    <a:pt x="3907862" y="11182"/>
                  </a:lnTo>
                  <a:lnTo>
                    <a:pt x="3844177" y="19174"/>
                  </a:lnTo>
                  <a:lnTo>
                    <a:pt x="3767848" y="29938"/>
                  </a:lnTo>
                  <a:lnTo>
                    <a:pt x="3682455" y="43573"/>
                  </a:lnTo>
                  <a:lnTo>
                    <a:pt x="3592010" y="60068"/>
                  </a:lnTo>
                  <a:lnTo>
                    <a:pt x="3500283" y="79361"/>
                  </a:lnTo>
                  <a:lnTo>
                    <a:pt x="3410344" y="101398"/>
                  </a:lnTo>
                  <a:lnTo>
                    <a:pt x="3324376" y="126185"/>
                  </a:lnTo>
                  <a:lnTo>
                    <a:pt x="3243679" y="153820"/>
                  </a:lnTo>
                  <a:lnTo>
                    <a:pt x="3168807" y="184509"/>
                  </a:lnTo>
                  <a:lnTo>
                    <a:pt x="3099750" y="218575"/>
                  </a:lnTo>
                  <a:lnTo>
                    <a:pt x="3036107" y="256445"/>
                  </a:lnTo>
                  <a:lnTo>
                    <a:pt x="2977232" y="298643"/>
                  </a:lnTo>
                  <a:lnTo>
                    <a:pt x="2922343" y="345762"/>
                  </a:lnTo>
                  <a:lnTo>
                    <a:pt x="2870610" y="398410"/>
                  </a:lnTo>
                  <a:lnTo>
                    <a:pt x="2821215" y="457132"/>
                  </a:lnTo>
                  <a:lnTo>
                    <a:pt x="2773425" y="522260"/>
                  </a:lnTo>
                  <a:lnTo>
                    <a:pt x="2770117" y="527069"/>
                  </a:lnTo>
                  <a:lnTo>
                    <a:pt x="2734477" y="581305"/>
                  </a:lnTo>
                  <a:lnTo>
                    <a:pt x="2699165" y="639334"/>
                  </a:lnTo>
                  <a:lnTo>
                    <a:pt x="2663984" y="701235"/>
                  </a:lnTo>
                  <a:lnTo>
                    <a:pt x="2628779" y="767028"/>
                  </a:lnTo>
                  <a:lnTo>
                    <a:pt x="2593428" y="836675"/>
                  </a:lnTo>
                  <a:lnTo>
                    <a:pt x="2557846" y="910069"/>
                  </a:lnTo>
                  <a:lnTo>
                    <a:pt x="2521974" y="987032"/>
                  </a:lnTo>
                  <a:lnTo>
                    <a:pt x="2485783" y="1067314"/>
                  </a:lnTo>
                  <a:lnTo>
                    <a:pt x="2449270" y="1150590"/>
                  </a:lnTo>
                  <a:lnTo>
                    <a:pt x="2412452" y="1236469"/>
                  </a:lnTo>
                  <a:lnTo>
                    <a:pt x="2375370" y="1324494"/>
                  </a:lnTo>
                  <a:lnTo>
                    <a:pt x="2338077" y="1414154"/>
                  </a:lnTo>
                  <a:lnTo>
                    <a:pt x="2300641" y="1504895"/>
                  </a:lnTo>
                  <a:lnTo>
                    <a:pt x="2263138" y="1596134"/>
                  </a:lnTo>
                  <a:lnTo>
                    <a:pt x="2225649" y="1687276"/>
                  </a:lnTo>
                  <a:lnTo>
                    <a:pt x="2188251" y="1777726"/>
                  </a:lnTo>
                  <a:lnTo>
                    <a:pt x="2151020" y="1866911"/>
                  </a:lnTo>
                  <a:lnTo>
                    <a:pt x="2114019" y="1954288"/>
                  </a:lnTo>
                  <a:lnTo>
                    <a:pt x="2077298" y="2039363"/>
                  </a:lnTo>
                  <a:lnTo>
                    <a:pt x="2040889" y="2121700"/>
                  </a:lnTo>
                  <a:lnTo>
                    <a:pt x="2004804" y="2200929"/>
                  </a:lnTo>
                  <a:lnTo>
                    <a:pt x="1969031" y="2276749"/>
                  </a:lnTo>
                  <a:lnTo>
                    <a:pt x="1933532" y="2348933"/>
                  </a:lnTo>
                  <a:lnTo>
                    <a:pt x="1898240" y="2417329"/>
                  </a:lnTo>
                  <a:lnTo>
                    <a:pt x="1863058" y="2481850"/>
                  </a:lnTo>
                  <a:lnTo>
                    <a:pt x="1827853" y="2542480"/>
                  </a:lnTo>
                  <a:lnTo>
                    <a:pt x="1792458" y="2599258"/>
                  </a:lnTo>
                  <a:lnTo>
                    <a:pt x="1768425" y="2635346"/>
                  </a:lnTo>
                  <a:lnTo>
                    <a:pt x="1720724" y="2700926"/>
                  </a:lnTo>
                  <a:lnTo>
                    <a:pt x="1671464" y="2760090"/>
                  </a:lnTo>
                  <a:lnTo>
                    <a:pt x="1619920" y="2813148"/>
                  </a:lnTo>
                  <a:lnTo>
                    <a:pt x="1565280" y="2860635"/>
                  </a:lnTo>
                  <a:lnTo>
                    <a:pt x="1506711" y="2903158"/>
                  </a:lnTo>
                  <a:lnTo>
                    <a:pt x="1443426" y="2941314"/>
                  </a:lnTo>
                  <a:lnTo>
                    <a:pt x="1374765" y="2975631"/>
                  </a:lnTo>
                  <a:lnTo>
                    <a:pt x="1300307" y="3006546"/>
                  </a:lnTo>
                  <a:lnTo>
                    <a:pt x="1220008" y="3034387"/>
                  </a:lnTo>
                  <a:lnTo>
                    <a:pt x="1134376" y="3059369"/>
                  </a:lnTo>
                  <a:lnTo>
                    <a:pt x="1044656" y="3081598"/>
                  </a:lnTo>
                  <a:lnTo>
                    <a:pt x="952964" y="3101084"/>
                  </a:lnTo>
                  <a:lnTo>
                    <a:pt x="862312" y="3117778"/>
                  </a:lnTo>
                  <a:lnTo>
                    <a:pt x="776434" y="3131615"/>
                  </a:lnTo>
                  <a:lnTo>
                    <a:pt x="699343" y="3142578"/>
                  </a:lnTo>
                  <a:lnTo>
                    <a:pt x="634675" y="3150759"/>
                  </a:lnTo>
                  <a:lnTo>
                    <a:pt x="584948" y="3156389"/>
                  </a:lnTo>
                  <a:lnTo>
                    <a:pt x="550962" y="3159851"/>
                  </a:lnTo>
                  <a:lnTo>
                    <a:pt x="531522" y="3161640"/>
                  </a:lnTo>
                  <a:lnTo>
                    <a:pt x="523506" y="3162310"/>
                  </a:lnTo>
                  <a:lnTo>
                    <a:pt x="522133" y="3162415"/>
                  </a:lnTo>
                  <a:lnTo>
                    <a:pt x="522133" y="3162415"/>
                  </a:lnTo>
                  <a:lnTo>
                    <a:pt x="0" y="3162415"/>
                  </a:lnTo>
                  <a:lnTo>
                    <a:pt x="0" y="3162415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289" name="pg1289"/>
            <p:cNvSpPr/>
            <p:nvPr/>
          </p:nvSpPr>
          <p:spPr>
            <a:xfrm>
              <a:off x="386606" y="3512179"/>
              <a:ext cx="8554953" cy="830134"/>
            </a:xfrm>
            <a:custGeom>
              <a:avLst/>
              <a:pathLst>
                <a:path w="8554953" h="830134">
                  <a:moveTo>
                    <a:pt x="0" y="830134"/>
                  </a:moveTo>
                  <a:lnTo>
                    <a:pt x="522133" y="830134"/>
                  </a:lnTo>
                  <a:lnTo>
                    <a:pt x="523392" y="830109"/>
                  </a:lnTo>
                  <a:lnTo>
                    <a:pt x="531621" y="829929"/>
                  </a:lnTo>
                  <a:lnTo>
                    <a:pt x="552201" y="829434"/>
                  </a:lnTo>
                  <a:lnTo>
                    <a:pt x="588572" y="828461"/>
                  </a:lnTo>
                  <a:lnTo>
                    <a:pt x="641926" y="826868"/>
                  </a:lnTo>
                  <a:lnTo>
                    <a:pt x="711145" y="824547"/>
                  </a:lnTo>
                  <a:lnTo>
                    <a:pt x="793187" y="821436"/>
                  </a:lnTo>
                  <a:lnTo>
                    <a:pt x="883843" y="817516"/>
                  </a:lnTo>
                  <a:lnTo>
                    <a:pt x="978634" y="812796"/>
                  </a:lnTo>
                  <a:lnTo>
                    <a:pt x="1073554" y="807296"/>
                  </a:lnTo>
                  <a:lnTo>
                    <a:pt x="1165517" y="801025"/>
                  </a:lnTo>
                  <a:lnTo>
                    <a:pt x="1252492" y="793971"/>
                  </a:lnTo>
                  <a:lnTo>
                    <a:pt x="1333416" y="786094"/>
                  </a:lnTo>
                  <a:lnTo>
                    <a:pt x="1407998" y="777314"/>
                  </a:lnTo>
                  <a:lnTo>
                    <a:pt x="1476501" y="767523"/>
                  </a:lnTo>
                  <a:lnTo>
                    <a:pt x="1539545" y="756578"/>
                  </a:lnTo>
                  <a:lnTo>
                    <a:pt x="1597957" y="744313"/>
                  </a:lnTo>
                  <a:lnTo>
                    <a:pt x="1652659" y="730550"/>
                  </a:lnTo>
                  <a:lnTo>
                    <a:pt x="1704576" y="715121"/>
                  </a:lnTo>
                  <a:lnTo>
                    <a:pt x="1754567" y="697905"/>
                  </a:lnTo>
                  <a:lnTo>
                    <a:pt x="1768425" y="692719"/>
                  </a:lnTo>
                  <a:lnTo>
                    <a:pt x="1819252" y="672207"/>
                  </a:lnTo>
                  <a:lnTo>
                    <a:pt x="1869584" y="649656"/>
                  </a:lnTo>
                  <a:lnTo>
                    <a:pt x="1919920" y="625034"/>
                  </a:lnTo>
                  <a:lnTo>
                    <a:pt x="1970604" y="598375"/>
                  </a:lnTo>
                  <a:lnTo>
                    <a:pt x="2021847" y="569788"/>
                  </a:lnTo>
                  <a:lnTo>
                    <a:pt x="2073741" y="539459"/>
                  </a:lnTo>
                  <a:lnTo>
                    <a:pt x="2126274" y="507655"/>
                  </a:lnTo>
                  <a:lnTo>
                    <a:pt x="2179346" y="474712"/>
                  </a:lnTo>
                  <a:lnTo>
                    <a:pt x="2232788" y="441025"/>
                  </a:lnTo>
                  <a:lnTo>
                    <a:pt x="2286387" y="407031"/>
                  </a:lnTo>
                  <a:lnTo>
                    <a:pt x="2339912" y="373181"/>
                  </a:lnTo>
                  <a:lnTo>
                    <a:pt x="2393140" y="339921"/>
                  </a:lnTo>
                  <a:lnTo>
                    <a:pt x="2445884" y="307662"/>
                  </a:lnTo>
                  <a:lnTo>
                    <a:pt x="2498015" y="276766"/>
                  </a:lnTo>
                  <a:lnTo>
                    <a:pt x="2549489" y="247524"/>
                  </a:lnTo>
                  <a:lnTo>
                    <a:pt x="2600357" y="220151"/>
                  </a:lnTo>
                  <a:lnTo>
                    <a:pt x="2650786" y="194785"/>
                  </a:lnTo>
                  <a:lnTo>
                    <a:pt x="2701071" y="171486"/>
                  </a:lnTo>
                  <a:lnTo>
                    <a:pt x="2751650" y="150244"/>
                  </a:lnTo>
                  <a:lnTo>
                    <a:pt x="2770117" y="143061"/>
                  </a:lnTo>
                  <a:lnTo>
                    <a:pt x="2819699" y="125333"/>
                  </a:lnTo>
                  <a:lnTo>
                    <a:pt x="2870991" y="109408"/>
                  </a:lnTo>
                  <a:lnTo>
                    <a:pt x="2924815" y="95191"/>
                  </a:lnTo>
                  <a:lnTo>
                    <a:pt x="2982085" y="82521"/>
                  </a:lnTo>
                  <a:lnTo>
                    <a:pt x="3043732" y="71222"/>
                  </a:lnTo>
                  <a:lnTo>
                    <a:pt x="3110620" y="61121"/>
                  </a:lnTo>
                  <a:lnTo>
                    <a:pt x="3183442" y="52068"/>
                  </a:lnTo>
                  <a:lnTo>
                    <a:pt x="3262578" y="43946"/>
                  </a:lnTo>
                  <a:lnTo>
                    <a:pt x="3347916" y="36665"/>
                  </a:lnTo>
                  <a:lnTo>
                    <a:pt x="3438633" y="30176"/>
                  </a:lnTo>
                  <a:lnTo>
                    <a:pt x="3532985" y="24458"/>
                  </a:lnTo>
                  <a:lnTo>
                    <a:pt x="3628184" y="19516"/>
                  </a:lnTo>
                  <a:lnTo>
                    <a:pt x="3720452" y="15369"/>
                  </a:lnTo>
                  <a:lnTo>
                    <a:pt x="3805378" y="12030"/>
                  </a:lnTo>
                  <a:lnTo>
                    <a:pt x="3878590" y="9490"/>
                  </a:lnTo>
                  <a:lnTo>
                    <a:pt x="3936628" y="7701"/>
                  </a:lnTo>
                  <a:lnTo>
                    <a:pt x="3977773" y="6566"/>
                  </a:lnTo>
                  <a:lnTo>
                    <a:pt x="4002553" y="5952"/>
                  </a:lnTo>
                  <a:lnTo>
                    <a:pt x="4013800" y="5700"/>
                  </a:lnTo>
                  <a:lnTo>
                    <a:pt x="4016409" y="5647"/>
                  </a:lnTo>
                  <a:lnTo>
                    <a:pt x="4538543" y="5647"/>
                  </a:lnTo>
                  <a:lnTo>
                    <a:pt x="4539812" y="5654"/>
                  </a:lnTo>
                  <a:lnTo>
                    <a:pt x="4548107" y="5707"/>
                  </a:lnTo>
                  <a:lnTo>
                    <a:pt x="4568844" y="5854"/>
                  </a:lnTo>
                  <a:lnTo>
                    <a:pt x="4605478" y="6143"/>
                  </a:lnTo>
                  <a:lnTo>
                    <a:pt x="4659189" y="6616"/>
                  </a:lnTo>
                  <a:lnTo>
                    <a:pt x="4728820" y="7305"/>
                  </a:lnTo>
                  <a:lnTo>
                    <a:pt x="4811282" y="8228"/>
                  </a:lnTo>
                  <a:lnTo>
                    <a:pt x="4902318" y="9391"/>
                  </a:lnTo>
                  <a:lnTo>
                    <a:pt x="4997416" y="10790"/>
                  </a:lnTo>
                  <a:lnTo>
                    <a:pt x="5092554" y="12421"/>
                  </a:lnTo>
                  <a:lnTo>
                    <a:pt x="5184650" y="14280"/>
                  </a:lnTo>
                  <a:lnTo>
                    <a:pt x="5271684" y="16370"/>
                  </a:lnTo>
                  <a:lnTo>
                    <a:pt x="5352613" y="18705"/>
                  </a:lnTo>
                  <a:lnTo>
                    <a:pt x="5427166" y="21309"/>
                  </a:lnTo>
                  <a:lnTo>
                    <a:pt x="5495626" y="24213"/>
                  </a:lnTo>
                  <a:lnTo>
                    <a:pt x="5558627" y="27461"/>
                  </a:lnTo>
                  <a:lnTo>
                    <a:pt x="5617011" y="31102"/>
                  </a:lnTo>
                  <a:lnTo>
                    <a:pt x="5671707" y="35190"/>
                  </a:lnTo>
                  <a:lnTo>
                    <a:pt x="5723650" y="39773"/>
                  </a:lnTo>
                  <a:lnTo>
                    <a:pt x="5773696" y="44886"/>
                  </a:lnTo>
                  <a:lnTo>
                    <a:pt x="5784835" y="46118"/>
                  </a:lnTo>
                  <a:lnTo>
                    <a:pt x="5838748" y="52548"/>
                  </a:lnTo>
                  <a:lnTo>
                    <a:pt x="5892142" y="59655"/>
                  </a:lnTo>
                  <a:lnTo>
                    <a:pt x="5945594" y="67449"/>
                  </a:lnTo>
                  <a:lnTo>
                    <a:pt x="5999492" y="75913"/>
                  </a:lnTo>
                  <a:lnTo>
                    <a:pt x="6054054" y="85004"/>
                  </a:lnTo>
                  <a:lnTo>
                    <a:pt x="6109356" y="94648"/>
                  </a:lnTo>
                  <a:lnTo>
                    <a:pt x="6165345" y="104742"/>
                  </a:lnTo>
                  <a:lnTo>
                    <a:pt x="6221868" y="115160"/>
                  </a:lnTo>
                  <a:lnTo>
                    <a:pt x="6278694" y="125755"/>
                  </a:lnTo>
                  <a:lnTo>
                    <a:pt x="6335554" y="136370"/>
                  </a:lnTo>
                  <a:lnTo>
                    <a:pt x="6392174" y="146845"/>
                  </a:lnTo>
                  <a:lnTo>
                    <a:pt x="6448312" y="157032"/>
                  </a:lnTo>
                  <a:lnTo>
                    <a:pt x="6503792" y="166797"/>
                  </a:lnTo>
                  <a:lnTo>
                    <a:pt x="6558534" y="176031"/>
                  </a:lnTo>
                  <a:lnTo>
                    <a:pt x="6612581" y="184654"/>
                  </a:lnTo>
                  <a:lnTo>
                    <a:pt x="6666113" y="192615"/>
                  </a:lnTo>
                  <a:lnTo>
                    <a:pt x="6719476" y="199891"/>
                  </a:lnTo>
                  <a:lnTo>
                    <a:pt x="6773196" y="206486"/>
                  </a:lnTo>
                  <a:lnTo>
                    <a:pt x="6786527" y="208004"/>
                  </a:lnTo>
                  <a:lnTo>
                    <a:pt x="6836248" y="213239"/>
                  </a:lnTo>
                  <a:lnTo>
                    <a:pt x="6887691" y="217940"/>
                  </a:lnTo>
                  <a:lnTo>
                    <a:pt x="6941684" y="222135"/>
                  </a:lnTo>
                  <a:lnTo>
                    <a:pt x="6999150" y="225873"/>
                  </a:lnTo>
                  <a:lnTo>
                    <a:pt x="7061028" y="229205"/>
                  </a:lnTo>
                  <a:lnTo>
                    <a:pt x="7128187" y="232183"/>
                  </a:lnTo>
                  <a:lnTo>
                    <a:pt x="7201321" y="234852"/>
                  </a:lnTo>
                  <a:lnTo>
                    <a:pt x="7280808" y="237245"/>
                  </a:lnTo>
                  <a:lnTo>
                    <a:pt x="7366520" y="239390"/>
                  </a:lnTo>
                  <a:lnTo>
                    <a:pt x="7457609" y="241300"/>
                  </a:lnTo>
                  <a:lnTo>
                    <a:pt x="7552291" y="242982"/>
                  </a:lnTo>
                  <a:lnTo>
                    <a:pt x="7647721" y="244435"/>
                  </a:lnTo>
                  <a:lnTo>
                    <a:pt x="7740064" y="245651"/>
                  </a:lnTo>
                  <a:lnTo>
                    <a:pt x="7824862" y="246628"/>
                  </a:lnTo>
                  <a:lnTo>
                    <a:pt x="7897724" y="247369"/>
                  </a:lnTo>
                  <a:lnTo>
                    <a:pt x="7955217" y="247889"/>
                  </a:lnTo>
                  <a:lnTo>
                    <a:pt x="7995699" y="248216"/>
                  </a:lnTo>
                  <a:lnTo>
                    <a:pt x="8019809" y="248391"/>
                  </a:lnTo>
                  <a:lnTo>
                    <a:pt x="8030510" y="248461"/>
                  </a:lnTo>
                  <a:lnTo>
                    <a:pt x="8032819" y="248475"/>
                  </a:lnTo>
                  <a:lnTo>
                    <a:pt x="8554953" y="248475"/>
                  </a:lnTo>
                  <a:lnTo>
                    <a:pt x="8554953" y="242828"/>
                  </a:lnTo>
                  <a:lnTo>
                    <a:pt x="8032819" y="242828"/>
                  </a:lnTo>
                  <a:lnTo>
                    <a:pt x="8031550" y="242820"/>
                  </a:lnTo>
                  <a:lnTo>
                    <a:pt x="8023255" y="242767"/>
                  </a:lnTo>
                  <a:lnTo>
                    <a:pt x="8002518" y="242620"/>
                  </a:lnTo>
                  <a:lnTo>
                    <a:pt x="7965884" y="242331"/>
                  </a:lnTo>
                  <a:lnTo>
                    <a:pt x="7912173" y="241858"/>
                  </a:lnTo>
                  <a:lnTo>
                    <a:pt x="7842541" y="241169"/>
                  </a:lnTo>
                  <a:lnTo>
                    <a:pt x="7760080" y="240246"/>
                  </a:lnTo>
                  <a:lnTo>
                    <a:pt x="7669044" y="239084"/>
                  </a:lnTo>
                  <a:lnTo>
                    <a:pt x="7573946" y="237684"/>
                  </a:lnTo>
                  <a:lnTo>
                    <a:pt x="7478808" y="236054"/>
                  </a:lnTo>
                  <a:lnTo>
                    <a:pt x="7386712" y="234195"/>
                  </a:lnTo>
                  <a:lnTo>
                    <a:pt x="7299678" y="232104"/>
                  </a:lnTo>
                  <a:lnTo>
                    <a:pt x="7218749" y="229769"/>
                  </a:lnTo>
                  <a:lnTo>
                    <a:pt x="7144196" y="227166"/>
                  </a:lnTo>
                  <a:lnTo>
                    <a:pt x="7075736" y="224261"/>
                  </a:lnTo>
                  <a:lnTo>
                    <a:pt x="7012735" y="221013"/>
                  </a:lnTo>
                  <a:lnTo>
                    <a:pt x="6954351" y="217372"/>
                  </a:lnTo>
                  <a:lnTo>
                    <a:pt x="6899655" y="213285"/>
                  </a:lnTo>
                  <a:lnTo>
                    <a:pt x="6847712" y="208701"/>
                  </a:lnTo>
                  <a:lnTo>
                    <a:pt x="6797666" y="203588"/>
                  </a:lnTo>
                  <a:lnTo>
                    <a:pt x="6786527" y="202356"/>
                  </a:lnTo>
                  <a:lnTo>
                    <a:pt x="6732614" y="195926"/>
                  </a:lnTo>
                  <a:lnTo>
                    <a:pt x="6679220" y="188819"/>
                  </a:lnTo>
                  <a:lnTo>
                    <a:pt x="6625768" y="181025"/>
                  </a:lnTo>
                  <a:lnTo>
                    <a:pt x="6571870" y="172561"/>
                  </a:lnTo>
                  <a:lnTo>
                    <a:pt x="6517308" y="163471"/>
                  </a:lnTo>
                  <a:lnTo>
                    <a:pt x="6462006" y="153827"/>
                  </a:lnTo>
                  <a:lnTo>
                    <a:pt x="6406017" y="143732"/>
                  </a:lnTo>
                  <a:lnTo>
                    <a:pt x="6349494" y="133314"/>
                  </a:lnTo>
                  <a:lnTo>
                    <a:pt x="6292668" y="122720"/>
                  </a:lnTo>
                  <a:lnTo>
                    <a:pt x="6235808" y="112105"/>
                  </a:lnTo>
                  <a:lnTo>
                    <a:pt x="6179188" y="101629"/>
                  </a:lnTo>
                  <a:lnTo>
                    <a:pt x="6123050" y="91443"/>
                  </a:lnTo>
                  <a:lnTo>
                    <a:pt x="6067570" y="81678"/>
                  </a:lnTo>
                  <a:lnTo>
                    <a:pt x="6012828" y="72443"/>
                  </a:lnTo>
                  <a:lnTo>
                    <a:pt x="5958781" y="63820"/>
                  </a:lnTo>
                  <a:lnTo>
                    <a:pt x="5905249" y="55859"/>
                  </a:lnTo>
                  <a:lnTo>
                    <a:pt x="5851886" y="48583"/>
                  </a:lnTo>
                  <a:lnTo>
                    <a:pt x="5798166" y="41989"/>
                  </a:lnTo>
                  <a:lnTo>
                    <a:pt x="5784835" y="40471"/>
                  </a:lnTo>
                  <a:lnTo>
                    <a:pt x="5735114" y="35236"/>
                  </a:lnTo>
                  <a:lnTo>
                    <a:pt x="5683671" y="30535"/>
                  </a:lnTo>
                  <a:lnTo>
                    <a:pt x="5629678" y="26339"/>
                  </a:lnTo>
                  <a:lnTo>
                    <a:pt x="5572212" y="22602"/>
                  </a:lnTo>
                  <a:lnTo>
                    <a:pt x="5510334" y="19269"/>
                  </a:lnTo>
                  <a:lnTo>
                    <a:pt x="5443175" y="16291"/>
                  </a:lnTo>
                  <a:lnTo>
                    <a:pt x="5370041" y="13623"/>
                  </a:lnTo>
                  <a:lnTo>
                    <a:pt x="5290554" y="11229"/>
                  </a:lnTo>
                  <a:lnTo>
                    <a:pt x="5204842" y="9085"/>
                  </a:lnTo>
                  <a:lnTo>
                    <a:pt x="5113753" y="7174"/>
                  </a:lnTo>
                  <a:lnTo>
                    <a:pt x="5019071" y="5492"/>
                  </a:lnTo>
                  <a:lnTo>
                    <a:pt x="4923641" y="4040"/>
                  </a:lnTo>
                  <a:lnTo>
                    <a:pt x="4831298" y="2823"/>
                  </a:lnTo>
                  <a:lnTo>
                    <a:pt x="4746500" y="1846"/>
                  </a:lnTo>
                  <a:lnTo>
                    <a:pt x="4673638" y="1105"/>
                  </a:lnTo>
                  <a:lnTo>
                    <a:pt x="4616145" y="586"/>
                  </a:lnTo>
                  <a:lnTo>
                    <a:pt x="4575663" y="259"/>
                  </a:lnTo>
                  <a:lnTo>
                    <a:pt x="4551553" y="83"/>
                  </a:lnTo>
                  <a:lnTo>
                    <a:pt x="4540852" y="13"/>
                  </a:lnTo>
                  <a:lnTo>
                    <a:pt x="4538543" y="0"/>
                  </a:lnTo>
                  <a:lnTo>
                    <a:pt x="4016409" y="0"/>
                  </a:lnTo>
                  <a:lnTo>
                    <a:pt x="4015151" y="25"/>
                  </a:lnTo>
                  <a:lnTo>
                    <a:pt x="4006921" y="204"/>
                  </a:lnTo>
                  <a:lnTo>
                    <a:pt x="3986341" y="699"/>
                  </a:lnTo>
                  <a:lnTo>
                    <a:pt x="3949970" y="1672"/>
                  </a:lnTo>
                  <a:lnTo>
                    <a:pt x="3896616" y="3265"/>
                  </a:lnTo>
                  <a:lnTo>
                    <a:pt x="3827397" y="5587"/>
                  </a:lnTo>
                  <a:lnTo>
                    <a:pt x="3745356" y="8697"/>
                  </a:lnTo>
                  <a:lnTo>
                    <a:pt x="3654699" y="12617"/>
                  </a:lnTo>
                  <a:lnTo>
                    <a:pt x="3559909" y="17337"/>
                  </a:lnTo>
                  <a:lnTo>
                    <a:pt x="3464989" y="22838"/>
                  </a:lnTo>
                  <a:lnTo>
                    <a:pt x="3373025" y="29109"/>
                  </a:lnTo>
                  <a:lnTo>
                    <a:pt x="3286050" y="36162"/>
                  </a:lnTo>
                  <a:lnTo>
                    <a:pt x="3205126" y="44040"/>
                  </a:lnTo>
                  <a:lnTo>
                    <a:pt x="3130544" y="52819"/>
                  </a:lnTo>
                  <a:lnTo>
                    <a:pt x="3062041" y="62610"/>
                  </a:lnTo>
                  <a:lnTo>
                    <a:pt x="2998997" y="73555"/>
                  </a:lnTo>
                  <a:lnTo>
                    <a:pt x="2940585" y="85820"/>
                  </a:lnTo>
                  <a:lnTo>
                    <a:pt x="2885884" y="99583"/>
                  </a:lnTo>
                  <a:lnTo>
                    <a:pt x="2833966" y="115012"/>
                  </a:lnTo>
                  <a:lnTo>
                    <a:pt x="2783976" y="132228"/>
                  </a:lnTo>
                  <a:lnTo>
                    <a:pt x="2770117" y="137414"/>
                  </a:lnTo>
                  <a:lnTo>
                    <a:pt x="2719290" y="157926"/>
                  </a:lnTo>
                  <a:lnTo>
                    <a:pt x="2668958" y="180477"/>
                  </a:lnTo>
                  <a:lnTo>
                    <a:pt x="2618622" y="205100"/>
                  </a:lnTo>
                  <a:lnTo>
                    <a:pt x="2567938" y="231758"/>
                  </a:lnTo>
                  <a:lnTo>
                    <a:pt x="2516695" y="260345"/>
                  </a:lnTo>
                  <a:lnTo>
                    <a:pt x="2464801" y="290674"/>
                  </a:lnTo>
                  <a:lnTo>
                    <a:pt x="2412268" y="322478"/>
                  </a:lnTo>
                  <a:lnTo>
                    <a:pt x="2359196" y="355421"/>
                  </a:lnTo>
                  <a:lnTo>
                    <a:pt x="2305754" y="389108"/>
                  </a:lnTo>
                  <a:lnTo>
                    <a:pt x="2252155" y="423103"/>
                  </a:lnTo>
                  <a:lnTo>
                    <a:pt x="2198630" y="456952"/>
                  </a:lnTo>
                  <a:lnTo>
                    <a:pt x="2145402" y="490213"/>
                  </a:lnTo>
                  <a:lnTo>
                    <a:pt x="2092659" y="522471"/>
                  </a:lnTo>
                  <a:lnTo>
                    <a:pt x="2040527" y="553367"/>
                  </a:lnTo>
                  <a:lnTo>
                    <a:pt x="1989054" y="582609"/>
                  </a:lnTo>
                  <a:lnTo>
                    <a:pt x="1938185" y="609982"/>
                  </a:lnTo>
                  <a:lnTo>
                    <a:pt x="1887756" y="635348"/>
                  </a:lnTo>
                  <a:lnTo>
                    <a:pt x="1837472" y="658647"/>
                  </a:lnTo>
                  <a:lnTo>
                    <a:pt x="1786892" y="679889"/>
                  </a:lnTo>
                  <a:lnTo>
                    <a:pt x="1768425" y="687072"/>
                  </a:lnTo>
                  <a:lnTo>
                    <a:pt x="1718843" y="704800"/>
                  </a:lnTo>
                  <a:lnTo>
                    <a:pt x="1667551" y="720725"/>
                  </a:lnTo>
                  <a:lnTo>
                    <a:pt x="1613727" y="734942"/>
                  </a:lnTo>
                  <a:lnTo>
                    <a:pt x="1556457" y="747612"/>
                  </a:lnTo>
                  <a:lnTo>
                    <a:pt x="1494810" y="758911"/>
                  </a:lnTo>
                  <a:lnTo>
                    <a:pt x="1427922" y="769013"/>
                  </a:lnTo>
                  <a:lnTo>
                    <a:pt x="1355100" y="778065"/>
                  </a:lnTo>
                  <a:lnTo>
                    <a:pt x="1275964" y="786188"/>
                  </a:lnTo>
                  <a:lnTo>
                    <a:pt x="1190626" y="793468"/>
                  </a:lnTo>
                  <a:lnTo>
                    <a:pt x="1099910" y="799957"/>
                  </a:lnTo>
                  <a:lnTo>
                    <a:pt x="1005557" y="805675"/>
                  </a:lnTo>
                  <a:lnTo>
                    <a:pt x="910358" y="810617"/>
                  </a:lnTo>
                  <a:lnTo>
                    <a:pt x="818091" y="814765"/>
                  </a:lnTo>
                  <a:lnTo>
                    <a:pt x="733164" y="818103"/>
                  </a:lnTo>
                  <a:lnTo>
                    <a:pt x="659952" y="820643"/>
                  </a:lnTo>
                  <a:lnTo>
                    <a:pt x="601914" y="822433"/>
                  </a:lnTo>
                  <a:lnTo>
                    <a:pt x="560769" y="823567"/>
                  </a:lnTo>
                  <a:lnTo>
                    <a:pt x="535989" y="824182"/>
                  </a:lnTo>
                  <a:lnTo>
                    <a:pt x="524742" y="824433"/>
                  </a:lnTo>
                  <a:lnTo>
                    <a:pt x="522133" y="824486"/>
                  </a:lnTo>
                  <a:lnTo>
                    <a:pt x="0" y="824486"/>
                  </a:lnTo>
                  <a:close/>
                </a:path>
              </a:pathLst>
            </a:custGeom>
            <a:solidFill>
              <a:srgbClr val="67C1B3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1290" name="pl1290"/>
            <p:cNvSpPr/>
            <p:nvPr/>
          </p:nvSpPr>
          <p:spPr>
            <a:xfrm>
              <a:off x="386606" y="3517826"/>
              <a:ext cx="8554953" cy="824486"/>
            </a:xfrm>
            <a:custGeom>
              <a:avLst/>
              <a:pathLst>
                <a:path w="8554953" h="824486">
                  <a:moveTo>
                    <a:pt x="0" y="824486"/>
                  </a:moveTo>
                  <a:lnTo>
                    <a:pt x="522133" y="824486"/>
                  </a:lnTo>
                  <a:lnTo>
                    <a:pt x="523392" y="824461"/>
                  </a:lnTo>
                  <a:lnTo>
                    <a:pt x="531621" y="824282"/>
                  </a:lnTo>
                  <a:lnTo>
                    <a:pt x="552201" y="823787"/>
                  </a:lnTo>
                  <a:lnTo>
                    <a:pt x="588572" y="822814"/>
                  </a:lnTo>
                  <a:lnTo>
                    <a:pt x="641926" y="821220"/>
                  </a:lnTo>
                  <a:lnTo>
                    <a:pt x="711145" y="818899"/>
                  </a:lnTo>
                  <a:lnTo>
                    <a:pt x="793187" y="815789"/>
                  </a:lnTo>
                  <a:lnTo>
                    <a:pt x="883843" y="811869"/>
                  </a:lnTo>
                  <a:lnTo>
                    <a:pt x="978634" y="807149"/>
                  </a:lnTo>
                  <a:lnTo>
                    <a:pt x="1073554" y="801648"/>
                  </a:lnTo>
                  <a:lnTo>
                    <a:pt x="1165517" y="795377"/>
                  </a:lnTo>
                  <a:lnTo>
                    <a:pt x="1252492" y="788324"/>
                  </a:lnTo>
                  <a:lnTo>
                    <a:pt x="1333416" y="780446"/>
                  </a:lnTo>
                  <a:lnTo>
                    <a:pt x="1407998" y="771667"/>
                  </a:lnTo>
                  <a:lnTo>
                    <a:pt x="1476501" y="761876"/>
                  </a:lnTo>
                  <a:lnTo>
                    <a:pt x="1539545" y="750931"/>
                  </a:lnTo>
                  <a:lnTo>
                    <a:pt x="1597957" y="738666"/>
                  </a:lnTo>
                  <a:lnTo>
                    <a:pt x="1652659" y="724903"/>
                  </a:lnTo>
                  <a:lnTo>
                    <a:pt x="1704576" y="709474"/>
                  </a:lnTo>
                  <a:lnTo>
                    <a:pt x="1754567" y="692258"/>
                  </a:lnTo>
                  <a:lnTo>
                    <a:pt x="1768425" y="687072"/>
                  </a:lnTo>
                  <a:lnTo>
                    <a:pt x="1819252" y="666560"/>
                  </a:lnTo>
                  <a:lnTo>
                    <a:pt x="1869584" y="644009"/>
                  </a:lnTo>
                  <a:lnTo>
                    <a:pt x="1919920" y="619386"/>
                  </a:lnTo>
                  <a:lnTo>
                    <a:pt x="1970604" y="592728"/>
                  </a:lnTo>
                  <a:lnTo>
                    <a:pt x="2021847" y="564141"/>
                  </a:lnTo>
                  <a:lnTo>
                    <a:pt x="2073741" y="533812"/>
                  </a:lnTo>
                  <a:lnTo>
                    <a:pt x="2126274" y="502008"/>
                  </a:lnTo>
                  <a:lnTo>
                    <a:pt x="2179346" y="469065"/>
                  </a:lnTo>
                  <a:lnTo>
                    <a:pt x="2232788" y="435378"/>
                  </a:lnTo>
                  <a:lnTo>
                    <a:pt x="2286387" y="401383"/>
                  </a:lnTo>
                  <a:lnTo>
                    <a:pt x="2339912" y="367534"/>
                  </a:lnTo>
                  <a:lnTo>
                    <a:pt x="2393140" y="334273"/>
                  </a:lnTo>
                  <a:lnTo>
                    <a:pt x="2445884" y="302015"/>
                  </a:lnTo>
                  <a:lnTo>
                    <a:pt x="2498015" y="271119"/>
                  </a:lnTo>
                  <a:lnTo>
                    <a:pt x="2549489" y="241876"/>
                  </a:lnTo>
                  <a:lnTo>
                    <a:pt x="2600357" y="214504"/>
                  </a:lnTo>
                  <a:lnTo>
                    <a:pt x="2650786" y="189138"/>
                  </a:lnTo>
                  <a:lnTo>
                    <a:pt x="2701071" y="165839"/>
                  </a:lnTo>
                  <a:lnTo>
                    <a:pt x="2751650" y="144597"/>
                  </a:lnTo>
                  <a:lnTo>
                    <a:pt x="2770117" y="137414"/>
                  </a:lnTo>
                  <a:lnTo>
                    <a:pt x="2819699" y="119686"/>
                  </a:lnTo>
                  <a:lnTo>
                    <a:pt x="2870991" y="103761"/>
                  </a:lnTo>
                  <a:lnTo>
                    <a:pt x="2924815" y="89544"/>
                  </a:lnTo>
                  <a:lnTo>
                    <a:pt x="2982085" y="76874"/>
                  </a:lnTo>
                  <a:lnTo>
                    <a:pt x="3043732" y="65575"/>
                  </a:lnTo>
                  <a:lnTo>
                    <a:pt x="3110620" y="55473"/>
                  </a:lnTo>
                  <a:lnTo>
                    <a:pt x="3183442" y="46421"/>
                  </a:lnTo>
                  <a:lnTo>
                    <a:pt x="3262578" y="38298"/>
                  </a:lnTo>
                  <a:lnTo>
                    <a:pt x="3347916" y="31018"/>
                  </a:lnTo>
                  <a:lnTo>
                    <a:pt x="3438633" y="24529"/>
                  </a:lnTo>
                  <a:lnTo>
                    <a:pt x="3532985" y="18811"/>
                  </a:lnTo>
                  <a:lnTo>
                    <a:pt x="3628184" y="13869"/>
                  </a:lnTo>
                  <a:lnTo>
                    <a:pt x="3720452" y="9721"/>
                  </a:lnTo>
                  <a:lnTo>
                    <a:pt x="3805378" y="6383"/>
                  </a:lnTo>
                  <a:lnTo>
                    <a:pt x="3878590" y="3843"/>
                  </a:lnTo>
                  <a:lnTo>
                    <a:pt x="3936628" y="2053"/>
                  </a:lnTo>
                  <a:lnTo>
                    <a:pt x="3977773" y="919"/>
                  </a:lnTo>
                  <a:lnTo>
                    <a:pt x="4002553" y="304"/>
                  </a:lnTo>
                  <a:lnTo>
                    <a:pt x="4013800" y="53"/>
                  </a:lnTo>
                  <a:lnTo>
                    <a:pt x="4016380" y="0"/>
                  </a:lnTo>
                  <a:lnTo>
                    <a:pt x="4016409" y="0"/>
                  </a:lnTo>
                  <a:lnTo>
                    <a:pt x="4538543" y="0"/>
                  </a:lnTo>
                  <a:lnTo>
                    <a:pt x="4539812" y="7"/>
                  </a:lnTo>
                  <a:lnTo>
                    <a:pt x="4548107" y="60"/>
                  </a:lnTo>
                  <a:lnTo>
                    <a:pt x="4568844" y="207"/>
                  </a:lnTo>
                  <a:lnTo>
                    <a:pt x="4605478" y="496"/>
                  </a:lnTo>
                  <a:lnTo>
                    <a:pt x="4659189" y="969"/>
                  </a:lnTo>
                  <a:lnTo>
                    <a:pt x="4728820" y="1658"/>
                  </a:lnTo>
                  <a:lnTo>
                    <a:pt x="4811282" y="2581"/>
                  </a:lnTo>
                  <a:lnTo>
                    <a:pt x="4902318" y="3744"/>
                  </a:lnTo>
                  <a:lnTo>
                    <a:pt x="4997416" y="5143"/>
                  </a:lnTo>
                  <a:lnTo>
                    <a:pt x="5092554" y="6774"/>
                  </a:lnTo>
                  <a:lnTo>
                    <a:pt x="5184650" y="8632"/>
                  </a:lnTo>
                  <a:lnTo>
                    <a:pt x="5271684" y="10723"/>
                  </a:lnTo>
                  <a:lnTo>
                    <a:pt x="5352613" y="13058"/>
                  </a:lnTo>
                  <a:lnTo>
                    <a:pt x="5427166" y="15662"/>
                  </a:lnTo>
                  <a:lnTo>
                    <a:pt x="5495626" y="18566"/>
                  </a:lnTo>
                  <a:lnTo>
                    <a:pt x="5558627" y="21814"/>
                  </a:lnTo>
                  <a:lnTo>
                    <a:pt x="5617011" y="25455"/>
                  </a:lnTo>
                  <a:lnTo>
                    <a:pt x="5671707" y="29543"/>
                  </a:lnTo>
                  <a:lnTo>
                    <a:pt x="5723650" y="34126"/>
                  </a:lnTo>
                  <a:lnTo>
                    <a:pt x="5773696" y="39239"/>
                  </a:lnTo>
                  <a:lnTo>
                    <a:pt x="5784835" y="40471"/>
                  </a:lnTo>
                  <a:lnTo>
                    <a:pt x="5838748" y="46901"/>
                  </a:lnTo>
                  <a:lnTo>
                    <a:pt x="5892142" y="54008"/>
                  </a:lnTo>
                  <a:lnTo>
                    <a:pt x="5945594" y="61802"/>
                  </a:lnTo>
                  <a:lnTo>
                    <a:pt x="5999492" y="70266"/>
                  </a:lnTo>
                  <a:lnTo>
                    <a:pt x="6054054" y="79357"/>
                  </a:lnTo>
                  <a:lnTo>
                    <a:pt x="6109356" y="89000"/>
                  </a:lnTo>
                  <a:lnTo>
                    <a:pt x="6165345" y="99095"/>
                  </a:lnTo>
                  <a:lnTo>
                    <a:pt x="6221868" y="109513"/>
                  </a:lnTo>
                  <a:lnTo>
                    <a:pt x="6278694" y="120108"/>
                  </a:lnTo>
                  <a:lnTo>
                    <a:pt x="6335554" y="130722"/>
                  </a:lnTo>
                  <a:lnTo>
                    <a:pt x="6392174" y="141198"/>
                  </a:lnTo>
                  <a:lnTo>
                    <a:pt x="6448312" y="151385"/>
                  </a:lnTo>
                  <a:lnTo>
                    <a:pt x="6503792" y="161150"/>
                  </a:lnTo>
                  <a:lnTo>
                    <a:pt x="6558534" y="170384"/>
                  </a:lnTo>
                  <a:lnTo>
                    <a:pt x="6612581" y="179007"/>
                  </a:lnTo>
                  <a:lnTo>
                    <a:pt x="6666113" y="186968"/>
                  </a:lnTo>
                  <a:lnTo>
                    <a:pt x="6719476" y="194244"/>
                  </a:lnTo>
                  <a:lnTo>
                    <a:pt x="6773196" y="200838"/>
                  </a:lnTo>
                  <a:lnTo>
                    <a:pt x="6786527" y="202356"/>
                  </a:lnTo>
                  <a:lnTo>
                    <a:pt x="6836248" y="207591"/>
                  </a:lnTo>
                  <a:lnTo>
                    <a:pt x="6887691" y="212292"/>
                  </a:lnTo>
                  <a:lnTo>
                    <a:pt x="6941684" y="216488"/>
                  </a:lnTo>
                  <a:lnTo>
                    <a:pt x="6999150" y="220226"/>
                  </a:lnTo>
                  <a:lnTo>
                    <a:pt x="7061028" y="223558"/>
                  </a:lnTo>
                  <a:lnTo>
                    <a:pt x="7128187" y="226536"/>
                  </a:lnTo>
                  <a:lnTo>
                    <a:pt x="7201321" y="229204"/>
                  </a:lnTo>
                  <a:lnTo>
                    <a:pt x="7280808" y="231598"/>
                  </a:lnTo>
                  <a:lnTo>
                    <a:pt x="7366520" y="233742"/>
                  </a:lnTo>
                  <a:lnTo>
                    <a:pt x="7457609" y="235653"/>
                  </a:lnTo>
                  <a:lnTo>
                    <a:pt x="7552291" y="237335"/>
                  </a:lnTo>
                  <a:lnTo>
                    <a:pt x="7647721" y="238787"/>
                  </a:lnTo>
                  <a:lnTo>
                    <a:pt x="7740064" y="240004"/>
                  </a:lnTo>
                  <a:lnTo>
                    <a:pt x="7824862" y="240981"/>
                  </a:lnTo>
                  <a:lnTo>
                    <a:pt x="7897724" y="241722"/>
                  </a:lnTo>
                  <a:lnTo>
                    <a:pt x="7955217" y="242242"/>
                  </a:lnTo>
                  <a:lnTo>
                    <a:pt x="7995699" y="242569"/>
                  </a:lnTo>
                  <a:lnTo>
                    <a:pt x="8019809" y="242744"/>
                  </a:lnTo>
                  <a:lnTo>
                    <a:pt x="8030510" y="242814"/>
                  </a:lnTo>
                  <a:lnTo>
                    <a:pt x="8032804" y="242828"/>
                  </a:lnTo>
                  <a:lnTo>
                    <a:pt x="8032819" y="242828"/>
                  </a:lnTo>
                  <a:lnTo>
                    <a:pt x="8554953" y="242828"/>
                  </a:lnTo>
                  <a:lnTo>
                    <a:pt x="8554953" y="242828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291" name="pl1291"/>
            <p:cNvSpPr/>
            <p:nvPr/>
          </p:nvSpPr>
          <p:spPr>
            <a:xfrm>
              <a:off x="386606" y="3512179"/>
              <a:ext cx="8554953" cy="824486"/>
            </a:xfrm>
            <a:custGeom>
              <a:avLst/>
              <a:pathLst>
                <a:path w="8554953" h="824486">
                  <a:moveTo>
                    <a:pt x="8554953" y="242828"/>
                  </a:moveTo>
                  <a:lnTo>
                    <a:pt x="8032819" y="242828"/>
                  </a:lnTo>
                  <a:lnTo>
                    <a:pt x="8031550" y="242820"/>
                  </a:lnTo>
                  <a:lnTo>
                    <a:pt x="8023255" y="242767"/>
                  </a:lnTo>
                  <a:lnTo>
                    <a:pt x="8002518" y="242620"/>
                  </a:lnTo>
                  <a:lnTo>
                    <a:pt x="7965884" y="242331"/>
                  </a:lnTo>
                  <a:lnTo>
                    <a:pt x="7912173" y="241858"/>
                  </a:lnTo>
                  <a:lnTo>
                    <a:pt x="7842541" y="241169"/>
                  </a:lnTo>
                  <a:lnTo>
                    <a:pt x="7760080" y="240246"/>
                  </a:lnTo>
                  <a:lnTo>
                    <a:pt x="7669044" y="239084"/>
                  </a:lnTo>
                  <a:lnTo>
                    <a:pt x="7573946" y="237684"/>
                  </a:lnTo>
                  <a:lnTo>
                    <a:pt x="7478808" y="236054"/>
                  </a:lnTo>
                  <a:lnTo>
                    <a:pt x="7386712" y="234195"/>
                  </a:lnTo>
                  <a:lnTo>
                    <a:pt x="7299678" y="232104"/>
                  </a:lnTo>
                  <a:lnTo>
                    <a:pt x="7218749" y="229769"/>
                  </a:lnTo>
                  <a:lnTo>
                    <a:pt x="7144196" y="227166"/>
                  </a:lnTo>
                  <a:lnTo>
                    <a:pt x="7075736" y="224261"/>
                  </a:lnTo>
                  <a:lnTo>
                    <a:pt x="7012735" y="221013"/>
                  </a:lnTo>
                  <a:lnTo>
                    <a:pt x="6954351" y="217372"/>
                  </a:lnTo>
                  <a:lnTo>
                    <a:pt x="6899655" y="213285"/>
                  </a:lnTo>
                  <a:lnTo>
                    <a:pt x="6847712" y="208701"/>
                  </a:lnTo>
                  <a:lnTo>
                    <a:pt x="6797666" y="203588"/>
                  </a:lnTo>
                  <a:lnTo>
                    <a:pt x="6786527" y="202356"/>
                  </a:lnTo>
                  <a:lnTo>
                    <a:pt x="6732614" y="195926"/>
                  </a:lnTo>
                  <a:lnTo>
                    <a:pt x="6679220" y="188819"/>
                  </a:lnTo>
                  <a:lnTo>
                    <a:pt x="6625768" y="181025"/>
                  </a:lnTo>
                  <a:lnTo>
                    <a:pt x="6571870" y="172561"/>
                  </a:lnTo>
                  <a:lnTo>
                    <a:pt x="6517308" y="163471"/>
                  </a:lnTo>
                  <a:lnTo>
                    <a:pt x="6462006" y="153827"/>
                  </a:lnTo>
                  <a:lnTo>
                    <a:pt x="6406017" y="143732"/>
                  </a:lnTo>
                  <a:lnTo>
                    <a:pt x="6349494" y="133314"/>
                  </a:lnTo>
                  <a:lnTo>
                    <a:pt x="6292668" y="122720"/>
                  </a:lnTo>
                  <a:lnTo>
                    <a:pt x="6235808" y="112105"/>
                  </a:lnTo>
                  <a:lnTo>
                    <a:pt x="6179188" y="101629"/>
                  </a:lnTo>
                  <a:lnTo>
                    <a:pt x="6123050" y="91443"/>
                  </a:lnTo>
                  <a:lnTo>
                    <a:pt x="6067570" y="81678"/>
                  </a:lnTo>
                  <a:lnTo>
                    <a:pt x="6012828" y="72443"/>
                  </a:lnTo>
                  <a:lnTo>
                    <a:pt x="5958781" y="63820"/>
                  </a:lnTo>
                  <a:lnTo>
                    <a:pt x="5905249" y="55859"/>
                  </a:lnTo>
                  <a:lnTo>
                    <a:pt x="5851886" y="48583"/>
                  </a:lnTo>
                  <a:lnTo>
                    <a:pt x="5798166" y="41989"/>
                  </a:lnTo>
                  <a:lnTo>
                    <a:pt x="5784835" y="40471"/>
                  </a:lnTo>
                  <a:lnTo>
                    <a:pt x="5735114" y="35236"/>
                  </a:lnTo>
                  <a:lnTo>
                    <a:pt x="5683671" y="30535"/>
                  </a:lnTo>
                  <a:lnTo>
                    <a:pt x="5629678" y="26339"/>
                  </a:lnTo>
                  <a:lnTo>
                    <a:pt x="5572212" y="22602"/>
                  </a:lnTo>
                  <a:lnTo>
                    <a:pt x="5510334" y="19269"/>
                  </a:lnTo>
                  <a:lnTo>
                    <a:pt x="5443175" y="16291"/>
                  </a:lnTo>
                  <a:lnTo>
                    <a:pt x="5370041" y="13623"/>
                  </a:lnTo>
                  <a:lnTo>
                    <a:pt x="5290554" y="11229"/>
                  </a:lnTo>
                  <a:lnTo>
                    <a:pt x="5204842" y="9085"/>
                  </a:lnTo>
                  <a:lnTo>
                    <a:pt x="5113753" y="7174"/>
                  </a:lnTo>
                  <a:lnTo>
                    <a:pt x="5019071" y="5492"/>
                  </a:lnTo>
                  <a:lnTo>
                    <a:pt x="4923641" y="4040"/>
                  </a:lnTo>
                  <a:lnTo>
                    <a:pt x="4831298" y="2823"/>
                  </a:lnTo>
                  <a:lnTo>
                    <a:pt x="4746500" y="1846"/>
                  </a:lnTo>
                  <a:lnTo>
                    <a:pt x="4673638" y="1105"/>
                  </a:lnTo>
                  <a:lnTo>
                    <a:pt x="4616145" y="586"/>
                  </a:lnTo>
                  <a:lnTo>
                    <a:pt x="4575663" y="259"/>
                  </a:lnTo>
                  <a:lnTo>
                    <a:pt x="4551553" y="83"/>
                  </a:lnTo>
                  <a:lnTo>
                    <a:pt x="4540852" y="13"/>
                  </a:lnTo>
                  <a:lnTo>
                    <a:pt x="4538558" y="0"/>
                  </a:lnTo>
                  <a:lnTo>
                    <a:pt x="4538543" y="0"/>
                  </a:lnTo>
                  <a:lnTo>
                    <a:pt x="4016409" y="0"/>
                  </a:lnTo>
                  <a:lnTo>
                    <a:pt x="4015151" y="25"/>
                  </a:lnTo>
                  <a:lnTo>
                    <a:pt x="4006921" y="204"/>
                  </a:lnTo>
                  <a:lnTo>
                    <a:pt x="3986341" y="699"/>
                  </a:lnTo>
                  <a:lnTo>
                    <a:pt x="3949970" y="1672"/>
                  </a:lnTo>
                  <a:lnTo>
                    <a:pt x="3896616" y="3265"/>
                  </a:lnTo>
                  <a:lnTo>
                    <a:pt x="3827397" y="5587"/>
                  </a:lnTo>
                  <a:lnTo>
                    <a:pt x="3745356" y="8697"/>
                  </a:lnTo>
                  <a:lnTo>
                    <a:pt x="3654699" y="12617"/>
                  </a:lnTo>
                  <a:lnTo>
                    <a:pt x="3559909" y="17337"/>
                  </a:lnTo>
                  <a:lnTo>
                    <a:pt x="3464989" y="22838"/>
                  </a:lnTo>
                  <a:lnTo>
                    <a:pt x="3373025" y="29109"/>
                  </a:lnTo>
                  <a:lnTo>
                    <a:pt x="3286050" y="36162"/>
                  </a:lnTo>
                  <a:lnTo>
                    <a:pt x="3205126" y="44040"/>
                  </a:lnTo>
                  <a:lnTo>
                    <a:pt x="3130544" y="52819"/>
                  </a:lnTo>
                  <a:lnTo>
                    <a:pt x="3062041" y="62610"/>
                  </a:lnTo>
                  <a:lnTo>
                    <a:pt x="2998997" y="73555"/>
                  </a:lnTo>
                  <a:lnTo>
                    <a:pt x="2940585" y="85820"/>
                  </a:lnTo>
                  <a:lnTo>
                    <a:pt x="2885884" y="99583"/>
                  </a:lnTo>
                  <a:lnTo>
                    <a:pt x="2833966" y="115012"/>
                  </a:lnTo>
                  <a:lnTo>
                    <a:pt x="2783976" y="132228"/>
                  </a:lnTo>
                  <a:lnTo>
                    <a:pt x="2770117" y="137414"/>
                  </a:lnTo>
                  <a:lnTo>
                    <a:pt x="2719290" y="157926"/>
                  </a:lnTo>
                  <a:lnTo>
                    <a:pt x="2668958" y="180477"/>
                  </a:lnTo>
                  <a:lnTo>
                    <a:pt x="2618622" y="205100"/>
                  </a:lnTo>
                  <a:lnTo>
                    <a:pt x="2567938" y="231758"/>
                  </a:lnTo>
                  <a:lnTo>
                    <a:pt x="2516695" y="260345"/>
                  </a:lnTo>
                  <a:lnTo>
                    <a:pt x="2464801" y="290674"/>
                  </a:lnTo>
                  <a:lnTo>
                    <a:pt x="2412268" y="322478"/>
                  </a:lnTo>
                  <a:lnTo>
                    <a:pt x="2359196" y="355421"/>
                  </a:lnTo>
                  <a:lnTo>
                    <a:pt x="2305754" y="389108"/>
                  </a:lnTo>
                  <a:lnTo>
                    <a:pt x="2252155" y="423103"/>
                  </a:lnTo>
                  <a:lnTo>
                    <a:pt x="2198630" y="456952"/>
                  </a:lnTo>
                  <a:lnTo>
                    <a:pt x="2145402" y="490213"/>
                  </a:lnTo>
                  <a:lnTo>
                    <a:pt x="2092659" y="522471"/>
                  </a:lnTo>
                  <a:lnTo>
                    <a:pt x="2040527" y="553367"/>
                  </a:lnTo>
                  <a:lnTo>
                    <a:pt x="1989054" y="582609"/>
                  </a:lnTo>
                  <a:lnTo>
                    <a:pt x="1938185" y="609982"/>
                  </a:lnTo>
                  <a:lnTo>
                    <a:pt x="1887756" y="635348"/>
                  </a:lnTo>
                  <a:lnTo>
                    <a:pt x="1837472" y="658647"/>
                  </a:lnTo>
                  <a:lnTo>
                    <a:pt x="1786892" y="679889"/>
                  </a:lnTo>
                  <a:lnTo>
                    <a:pt x="1768425" y="687072"/>
                  </a:lnTo>
                  <a:lnTo>
                    <a:pt x="1718843" y="704800"/>
                  </a:lnTo>
                  <a:lnTo>
                    <a:pt x="1667551" y="720725"/>
                  </a:lnTo>
                  <a:lnTo>
                    <a:pt x="1613727" y="734942"/>
                  </a:lnTo>
                  <a:lnTo>
                    <a:pt x="1556457" y="747612"/>
                  </a:lnTo>
                  <a:lnTo>
                    <a:pt x="1494810" y="758911"/>
                  </a:lnTo>
                  <a:lnTo>
                    <a:pt x="1427922" y="769013"/>
                  </a:lnTo>
                  <a:lnTo>
                    <a:pt x="1355100" y="778065"/>
                  </a:lnTo>
                  <a:lnTo>
                    <a:pt x="1275964" y="786188"/>
                  </a:lnTo>
                  <a:lnTo>
                    <a:pt x="1190626" y="793468"/>
                  </a:lnTo>
                  <a:lnTo>
                    <a:pt x="1099910" y="799957"/>
                  </a:lnTo>
                  <a:lnTo>
                    <a:pt x="1005557" y="805675"/>
                  </a:lnTo>
                  <a:lnTo>
                    <a:pt x="910358" y="810617"/>
                  </a:lnTo>
                  <a:lnTo>
                    <a:pt x="818091" y="814765"/>
                  </a:lnTo>
                  <a:lnTo>
                    <a:pt x="733164" y="818103"/>
                  </a:lnTo>
                  <a:lnTo>
                    <a:pt x="659952" y="820643"/>
                  </a:lnTo>
                  <a:lnTo>
                    <a:pt x="601914" y="822433"/>
                  </a:lnTo>
                  <a:lnTo>
                    <a:pt x="560769" y="823567"/>
                  </a:lnTo>
                  <a:lnTo>
                    <a:pt x="535989" y="824182"/>
                  </a:lnTo>
                  <a:lnTo>
                    <a:pt x="524742" y="824433"/>
                  </a:lnTo>
                  <a:lnTo>
                    <a:pt x="522162" y="824486"/>
                  </a:lnTo>
                  <a:lnTo>
                    <a:pt x="522133" y="824486"/>
                  </a:lnTo>
                  <a:lnTo>
                    <a:pt x="0" y="824486"/>
                  </a:lnTo>
                  <a:lnTo>
                    <a:pt x="0" y="824486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292" name="pg1292"/>
            <p:cNvSpPr/>
            <p:nvPr/>
          </p:nvSpPr>
          <p:spPr>
            <a:xfrm>
              <a:off x="386606" y="1484845"/>
              <a:ext cx="8554953" cy="3224534"/>
            </a:xfrm>
            <a:custGeom>
              <a:avLst/>
              <a:pathLst>
                <a:path w="8554953" h="3224534">
                  <a:moveTo>
                    <a:pt x="0" y="3224534"/>
                  </a:moveTo>
                  <a:lnTo>
                    <a:pt x="522133" y="3224534"/>
                  </a:lnTo>
                  <a:lnTo>
                    <a:pt x="523320" y="3224468"/>
                  </a:lnTo>
                  <a:lnTo>
                    <a:pt x="531096" y="3223995"/>
                  </a:lnTo>
                  <a:lnTo>
                    <a:pt x="550580" y="3222688"/>
                  </a:lnTo>
                  <a:lnTo>
                    <a:pt x="585113" y="3220120"/>
                  </a:lnTo>
                  <a:lnTo>
                    <a:pt x="635971" y="3215908"/>
                  </a:lnTo>
                  <a:lnTo>
                    <a:pt x="702282" y="3209759"/>
                  </a:lnTo>
                  <a:lnTo>
                    <a:pt x="781340" y="3201496"/>
                  </a:lnTo>
                  <a:lnTo>
                    <a:pt x="869268" y="3191056"/>
                  </a:lnTo>
                  <a:lnTo>
                    <a:pt x="961828" y="3178454"/>
                  </a:lnTo>
                  <a:lnTo>
                    <a:pt x="1055132" y="3163741"/>
                  </a:lnTo>
                  <a:lnTo>
                    <a:pt x="1146092" y="3146953"/>
                  </a:lnTo>
                  <a:lnTo>
                    <a:pt x="1232590" y="3128071"/>
                  </a:lnTo>
                  <a:lnTo>
                    <a:pt x="1313434" y="3107004"/>
                  </a:lnTo>
                  <a:lnTo>
                    <a:pt x="1388192" y="3083572"/>
                  </a:lnTo>
                  <a:lnTo>
                    <a:pt x="1456995" y="3057505"/>
                  </a:lnTo>
                  <a:lnTo>
                    <a:pt x="1520349" y="3028452"/>
                  </a:lnTo>
                  <a:lnTo>
                    <a:pt x="1578986" y="2995990"/>
                  </a:lnTo>
                  <a:lnTo>
                    <a:pt x="1633758" y="2959653"/>
                  </a:lnTo>
                  <a:lnTo>
                    <a:pt x="1685544" y="2918980"/>
                  </a:lnTo>
                  <a:lnTo>
                    <a:pt x="1735185" y="2873592"/>
                  </a:lnTo>
                  <a:lnTo>
                    <a:pt x="1768425" y="2839585"/>
                  </a:lnTo>
                  <a:lnTo>
                    <a:pt x="1808572" y="2794737"/>
                  </a:lnTo>
                  <a:lnTo>
                    <a:pt x="1848336" y="2746356"/>
                  </a:lnTo>
                  <a:lnTo>
                    <a:pt x="1887986" y="2694375"/>
                  </a:lnTo>
                  <a:lnTo>
                    <a:pt x="1927731" y="2638788"/>
                  </a:lnTo>
                  <a:lnTo>
                    <a:pt x="1967720" y="2579669"/>
                  </a:lnTo>
                  <a:lnTo>
                    <a:pt x="2008054" y="2517172"/>
                  </a:lnTo>
                  <a:lnTo>
                    <a:pt x="2048786" y="2451535"/>
                  </a:lnTo>
                  <a:lnTo>
                    <a:pt x="2089929" y="2383084"/>
                  </a:lnTo>
                  <a:lnTo>
                    <a:pt x="2131457" y="2312227"/>
                  </a:lnTo>
                  <a:lnTo>
                    <a:pt x="2173312" y="2239445"/>
                  </a:lnTo>
                  <a:lnTo>
                    <a:pt x="2215413" y="2165283"/>
                  </a:lnTo>
                  <a:lnTo>
                    <a:pt x="2257657" y="2090332"/>
                  </a:lnTo>
                  <a:lnTo>
                    <a:pt x="2299933" y="2015209"/>
                  </a:lnTo>
                  <a:lnTo>
                    <a:pt x="2342125" y="1940539"/>
                  </a:lnTo>
                  <a:lnTo>
                    <a:pt x="2384127" y="1866928"/>
                  </a:lnTo>
                  <a:lnTo>
                    <a:pt x="2425844" y="1794949"/>
                  </a:lnTo>
                  <a:lnTo>
                    <a:pt x="2467203" y="1725121"/>
                  </a:lnTo>
                  <a:lnTo>
                    <a:pt x="2508162" y="1657892"/>
                  </a:lnTo>
                  <a:lnTo>
                    <a:pt x="2548711" y="1593635"/>
                  </a:lnTo>
                  <a:lnTo>
                    <a:pt x="2588880" y="1532636"/>
                  </a:lnTo>
                  <a:lnTo>
                    <a:pt x="2628744" y="1475095"/>
                  </a:lnTo>
                  <a:lnTo>
                    <a:pt x="2668424" y="1421128"/>
                  </a:lnTo>
                  <a:lnTo>
                    <a:pt x="2708097" y="1370774"/>
                  </a:lnTo>
                  <a:lnTo>
                    <a:pt x="2747996" y="1323998"/>
                  </a:lnTo>
                  <a:lnTo>
                    <a:pt x="2770117" y="1299790"/>
                  </a:lnTo>
                  <a:lnTo>
                    <a:pt x="2818715" y="1251051"/>
                  </a:lnTo>
                  <a:lnTo>
                    <a:pt x="2868942" y="1207169"/>
                  </a:lnTo>
                  <a:lnTo>
                    <a:pt x="2921569" y="1167901"/>
                  </a:lnTo>
                  <a:lnTo>
                    <a:pt x="2977457" y="1132829"/>
                  </a:lnTo>
                  <a:lnTo>
                    <a:pt x="3037483" y="1101483"/>
                  </a:lnTo>
                  <a:lnTo>
                    <a:pt x="3102472" y="1073407"/>
                  </a:lnTo>
                  <a:lnTo>
                    <a:pt x="3173099" y="1048199"/>
                  </a:lnTo>
                  <a:lnTo>
                    <a:pt x="3249772" y="1025531"/>
                  </a:lnTo>
                  <a:lnTo>
                    <a:pt x="3332464" y="1005164"/>
                  </a:lnTo>
                  <a:lnTo>
                    <a:pt x="3420528" y="986944"/>
                  </a:lnTo>
                  <a:lnTo>
                    <a:pt x="3512495" y="970804"/>
                  </a:lnTo>
                  <a:lnTo>
                    <a:pt x="3605942" y="956747"/>
                  </a:lnTo>
                  <a:lnTo>
                    <a:pt x="3697498" y="944817"/>
                  </a:lnTo>
                  <a:lnTo>
                    <a:pt x="3783104" y="935060"/>
                  </a:lnTo>
                  <a:lnTo>
                    <a:pt x="3858548" y="927470"/>
                  </a:lnTo>
                  <a:lnTo>
                    <a:pt x="3920237" y="921952"/>
                  </a:lnTo>
                  <a:lnTo>
                    <a:pt x="3965979" y="918291"/>
                  </a:lnTo>
                  <a:lnTo>
                    <a:pt x="3995562" y="916162"/>
                  </a:lnTo>
                  <a:lnTo>
                    <a:pt x="4010931" y="915163"/>
                  </a:lnTo>
                  <a:lnTo>
                    <a:pt x="4016017" y="914863"/>
                  </a:lnTo>
                  <a:lnTo>
                    <a:pt x="4016409" y="914841"/>
                  </a:lnTo>
                  <a:lnTo>
                    <a:pt x="4538543" y="914841"/>
                  </a:lnTo>
                  <a:lnTo>
                    <a:pt x="4539799" y="914814"/>
                  </a:lnTo>
                  <a:lnTo>
                    <a:pt x="4548014" y="914618"/>
                  </a:lnTo>
                  <a:lnTo>
                    <a:pt x="4568560" y="914076"/>
                  </a:lnTo>
                  <a:lnTo>
                    <a:pt x="4604874" y="913012"/>
                  </a:lnTo>
                  <a:lnTo>
                    <a:pt x="4658150" y="911268"/>
                  </a:lnTo>
                  <a:lnTo>
                    <a:pt x="4727280" y="908729"/>
                  </a:lnTo>
                  <a:lnTo>
                    <a:pt x="4809229" y="905326"/>
                  </a:lnTo>
                  <a:lnTo>
                    <a:pt x="4899802" y="901036"/>
                  </a:lnTo>
                  <a:lnTo>
                    <a:pt x="4994526" y="895872"/>
                  </a:lnTo>
                  <a:lnTo>
                    <a:pt x="5089398" y="889852"/>
                  </a:lnTo>
                  <a:lnTo>
                    <a:pt x="5181332" y="882989"/>
                  </a:lnTo>
                  <a:lnTo>
                    <a:pt x="5268294" y="875270"/>
                  </a:lnTo>
                  <a:lnTo>
                    <a:pt x="5349217" y="866649"/>
                  </a:lnTo>
                  <a:lnTo>
                    <a:pt x="5423805" y="857043"/>
                  </a:lnTo>
                  <a:lnTo>
                    <a:pt x="5492318" y="846329"/>
                  </a:lnTo>
                  <a:lnTo>
                    <a:pt x="5555371" y="834355"/>
                  </a:lnTo>
                  <a:lnTo>
                    <a:pt x="5613789" y="820937"/>
                  </a:lnTo>
                  <a:lnTo>
                    <a:pt x="5668492" y="805882"/>
                  </a:lnTo>
                  <a:lnTo>
                    <a:pt x="5720404" y="789004"/>
                  </a:lnTo>
                  <a:lnTo>
                    <a:pt x="5770383" y="770172"/>
                  </a:lnTo>
                  <a:lnTo>
                    <a:pt x="5784835" y="764250"/>
                  </a:lnTo>
                  <a:lnTo>
                    <a:pt x="5835091" y="742037"/>
                  </a:lnTo>
                  <a:lnTo>
                    <a:pt x="5884858" y="717641"/>
                  </a:lnTo>
                  <a:lnTo>
                    <a:pt x="5934619" y="691026"/>
                  </a:lnTo>
                  <a:lnTo>
                    <a:pt x="5984712" y="662226"/>
                  </a:lnTo>
                  <a:lnTo>
                    <a:pt x="6035344" y="631354"/>
                  </a:lnTo>
                  <a:lnTo>
                    <a:pt x="6086611" y="598603"/>
                  </a:lnTo>
                  <a:lnTo>
                    <a:pt x="6138507" y="564248"/>
                  </a:lnTo>
                  <a:lnTo>
                    <a:pt x="6190939" y="528642"/>
                  </a:lnTo>
                  <a:lnTo>
                    <a:pt x="6243751" y="492199"/>
                  </a:lnTo>
                  <a:lnTo>
                    <a:pt x="6296739" y="455378"/>
                  </a:lnTo>
                  <a:lnTo>
                    <a:pt x="6349681" y="418657"/>
                  </a:lnTo>
                  <a:lnTo>
                    <a:pt x="6402357" y="382510"/>
                  </a:lnTo>
                  <a:lnTo>
                    <a:pt x="6454581" y="347379"/>
                  </a:lnTo>
                  <a:lnTo>
                    <a:pt x="6506221" y="313654"/>
                  </a:lnTo>
                  <a:lnTo>
                    <a:pt x="6557218" y="281658"/>
                  </a:lnTo>
                  <a:lnTo>
                    <a:pt x="6607608" y="251632"/>
                  </a:lnTo>
                  <a:lnTo>
                    <a:pt x="6657530" y="223735"/>
                  </a:lnTo>
                  <a:lnTo>
                    <a:pt x="6707244" y="198045"/>
                  </a:lnTo>
                  <a:lnTo>
                    <a:pt x="6757147" y="174568"/>
                  </a:lnTo>
                  <a:lnTo>
                    <a:pt x="6786527" y="161885"/>
                  </a:lnTo>
                  <a:lnTo>
                    <a:pt x="6836078" y="142468"/>
                  </a:lnTo>
                  <a:lnTo>
                    <a:pt x="6887338" y="125025"/>
                  </a:lnTo>
                  <a:lnTo>
                    <a:pt x="6941124" y="109451"/>
                  </a:lnTo>
                  <a:lnTo>
                    <a:pt x="6998352" y="95572"/>
                  </a:lnTo>
                  <a:lnTo>
                    <a:pt x="7059949" y="83192"/>
                  </a:lnTo>
                  <a:lnTo>
                    <a:pt x="7126778" y="72125"/>
                  </a:lnTo>
                  <a:lnTo>
                    <a:pt x="7199531" y="62207"/>
                  </a:lnTo>
                  <a:lnTo>
                    <a:pt x="7278591" y="53306"/>
                  </a:lnTo>
                  <a:lnTo>
                    <a:pt x="7363847" y="45328"/>
                  </a:lnTo>
                  <a:lnTo>
                    <a:pt x="7454483" y="38216"/>
                  </a:lnTo>
                  <a:lnTo>
                    <a:pt x="7548763" y="31948"/>
                  </a:lnTo>
                  <a:lnTo>
                    <a:pt x="7643911" y="26529"/>
                  </a:lnTo>
                  <a:lnTo>
                    <a:pt x="7736161" y="21980"/>
                  </a:lnTo>
                  <a:lnTo>
                    <a:pt x="7821115" y="18316"/>
                  </a:lnTo>
                  <a:lnTo>
                    <a:pt x="7894402" y="15527"/>
                  </a:lnTo>
                  <a:lnTo>
                    <a:pt x="7952558" y="13560"/>
                  </a:lnTo>
                  <a:lnTo>
                    <a:pt x="7993848" y="12311"/>
                  </a:lnTo>
                  <a:lnTo>
                    <a:pt x="8018774" y="11633"/>
                  </a:lnTo>
                  <a:lnTo>
                    <a:pt x="8030141" y="11354"/>
                  </a:lnTo>
                  <a:lnTo>
                    <a:pt x="8032819" y="11294"/>
                  </a:lnTo>
                  <a:lnTo>
                    <a:pt x="8554953" y="11294"/>
                  </a:lnTo>
                  <a:lnTo>
                    <a:pt x="8554953" y="0"/>
                  </a:lnTo>
                  <a:lnTo>
                    <a:pt x="8032819" y="0"/>
                  </a:lnTo>
                  <a:lnTo>
                    <a:pt x="8031563" y="27"/>
                  </a:lnTo>
                  <a:lnTo>
                    <a:pt x="8023347" y="223"/>
                  </a:lnTo>
                  <a:lnTo>
                    <a:pt x="8002802" y="765"/>
                  </a:lnTo>
                  <a:lnTo>
                    <a:pt x="7966488" y="1829"/>
                  </a:lnTo>
                  <a:lnTo>
                    <a:pt x="7913212" y="3572"/>
                  </a:lnTo>
                  <a:lnTo>
                    <a:pt x="7844082" y="6112"/>
                  </a:lnTo>
                  <a:lnTo>
                    <a:pt x="7762133" y="9515"/>
                  </a:lnTo>
                  <a:lnTo>
                    <a:pt x="7671560" y="13804"/>
                  </a:lnTo>
                  <a:lnTo>
                    <a:pt x="7576836" y="18969"/>
                  </a:lnTo>
                  <a:lnTo>
                    <a:pt x="7481964" y="24989"/>
                  </a:lnTo>
                  <a:lnTo>
                    <a:pt x="7390030" y="31851"/>
                  </a:lnTo>
                  <a:lnTo>
                    <a:pt x="7303068" y="39570"/>
                  </a:lnTo>
                  <a:lnTo>
                    <a:pt x="7222145" y="48191"/>
                  </a:lnTo>
                  <a:lnTo>
                    <a:pt x="7147557" y="57798"/>
                  </a:lnTo>
                  <a:lnTo>
                    <a:pt x="7079044" y="68511"/>
                  </a:lnTo>
                  <a:lnTo>
                    <a:pt x="7015991" y="80486"/>
                  </a:lnTo>
                  <a:lnTo>
                    <a:pt x="6957573" y="93903"/>
                  </a:lnTo>
                  <a:lnTo>
                    <a:pt x="6902870" y="108959"/>
                  </a:lnTo>
                  <a:lnTo>
                    <a:pt x="6850958" y="125837"/>
                  </a:lnTo>
                  <a:lnTo>
                    <a:pt x="6800979" y="144668"/>
                  </a:lnTo>
                  <a:lnTo>
                    <a:pt x="6786527" y="150591"/>
                  </a:lnTo>
                  <a:lnTo>
                    <a:pt x="6736271" y="172803"/>
                  </a:lnTo>
                  <a:lnTo>
                    <a:pt x="6686504" y="197200"/>
                  </a:lnTo>
                  <a:lnTo>
                    <a:pt x="6636743" y="223815"/>
                  </a:lnTo>
                  <a:lnTo>
                    <a:pt x="6586650" y="252614"/>
                  </a:lnTo>
                  <a:lnTo>
                    <a:pt x="6536018" y="283487"/>
                  </a:lnTo>
                  <a:lnTo>
                    <a:pt x="6484750" y="316238"/>
                  </a:lnTo>
                  <a:lnTo>
                    <a:pt x="6432855" y="350593"/>
                  </a:lnTo>
                  <a:lnTo>
                    <a:pt x="6380423" y="386199"/>
                  </a:lnTo>
                  <a:lnTo>
                    <a:pt x="6327611" y="422642"/>
                  </a:lnTo>
                  <a:lnTo>
                    <a:pt x="6274623" y="459463"/>
                  </a:lnTo>
                  <a:lnTo>
                    <a:pt x="6221681" y="496184"/>
                  </a:lnTo>
                  <a:lnTo>
                    <a:pt x="6169005" y="532331"/>
                  </a:lnTo>
                  <a:lnTo>
                    <a:pt x="6116781" y="567462"/>
                  </a:lnTo>
                  <a:lnTo>
                    <a:pt x="6065141" y="601186"/>
                  </a:lnTo>
                  <a:lnTo>
                    <a:pt x="6014144" y="633183"/>
                  </a:lnTo>
                  <a:lnTo>
                    <a:pt x="5963754" y="663209"/>
                  </a:lnTo>
                  <a:lnTo>
                    <a:pt x="5913832" y="691106"/>
                  </a:lnTo>
                  <a:lnTo>
                    <a:pt x="5864117" y="716795"/>
                  </a:lnTo>
                  <a:lnTo>
                    <a:pt x="5814215" y="740273"/>
                  </a:lnTo>
                  <a:lnTo>
                    <a:pt x="5784835" y="752956"/>
                  </a:lnTo>
                  <a:lnTo>
                    <a:pt x="5735283" y="772372"/>
                  </a:lnTo>
                  <a:lnTo>
                    <a:pt x="5684024" y="789816"/>
                  </a:lnTo>
                  <a:lnTo>
                    <a:pt x="5630237" y="805390"/>
                  </a:lnTo>
                  <a:lnTo>
                    <a:pt x="5573010" y="819269"/>
                  </a:lnTo>
                  <a:lnTo>
                    <a:pt x="5511413" y="831649"/>
                  </a:lnTo>
                  <a:lnTo>
                    <a:pt x="5444584" y="842716"/>
                  </a:lnTo>
                  <a:lnTo>
                    <a:pt x="5371831" y="852634"/>
                  </a:lnTo>
                  <a:lnTo>
                    <a:pt x="5292771" y="861535"/>
                  </a:lnTo>
                  <a:lnTo>
                    <a:pt x="5207515" y="869513"/>
                  </a:lnTo>
                  <a:lnTo>
                    <a:pt x="5116879" y="876625"/>
                  </a:lnTo>
                  <a:lnTo>
                    <a:pt x="5022599" y="882893"/>
                  </a:lnTo>
                  <a:lnTo>
                    <a:pt x="4927451" y="888312"/>
                  </a:lnTo>
                  <a:lnTo>
                    <a:pt x="4835201" y="892861"/>
                  </a:lnTo>
                  <a:lnTo>
                    <a:pt x="4750247" y="896524"/>
                  </a:lnTo>
                  <a:lnTo>
                    <a:pt x="4676960" y="899313"/>
                  </a:lnTo>
                  <a:lnTo>
                    <a:pt x="4618804" y="901281"/>
                  </a:lnTo>
                  <a:lnTo>
                    <a:pt x="4577514" y="902530"/>
                  </a:lnTo>
                  <a:lnTo>
                    <a:pt x="4552588" y="903208"/>
                  </a:lnTo>
                  <a:lnTo>
                    <a:pt x="4541221" y="903487"/>
                  </a:lnTo>
                  <a:lnTo>
                    <a:pt x="4538543" y="903547"/>
                  </a:lnTo>
                  <a:lnTo>
                    <a:pt x="4016409" y="903547"/>
                  </a:lnTo>
                  <a:lnTo>
                    <a:pt x="4015222" y="903613"/>
                  </a:lnTo>
                  <a:lnTo>
                    <a:pt x="4007446" y="904086"/>
                  </a:lnTo>
                  <a:lnTo>
                    <a:pt x="3987962" y="905393"/>
                  </a:lnTo>
                  <a:lnTo>
                    <a:pt x="3953429" y="907961"/>
                  </a:lnTo>
                  <a:lnTo>
                    <a:pt x="3902571" y="912173"/>
                  </a:lnTo>
                  <a:lnTo>
                    <a:pt x="3836260" y="918322"/>
                  </a:lnTo>
                  <a:lnTo>
                    <a:pt x="3757202" y="926585"/>
                  </a:lnTo>
                  <a:lnTo>
                    <a:pt x="3669274" y="937026"/>
                  </a:lnTo>
                  <a:lnTo>
                    <a:pt x="3576714" y="949627"/>
                  </a:lnTo>
                  <a:lnTo>
                    <a:pt x="3483410" y="964340"/>
                  </a:lnTo>
                  <a:lnTo>
                    <a:pt x="3392450" y="981128"/>
                  </a:lnTo>
                  <a:lnTo>
                    <a:pt x="3305953" y="1000010"/>
                  </a:lnTo>
                  <a:lnTo>
                    <a:pt x="3225109" y="1021077"/>
                  </a:lnTo>
                  <a:lnTo>
                    <a:pt x="3150350" y="1044509"/>
                  </a:lnTo>
                  <a:lnTo>
                    <a:pt x="3081547" y="1070576"/>
                  </a:lnTo>
                  <a:lnTo>
                    <a:pt x="3018194" y="1099630"/>
                  </a:lnTo>
                  <a:lnTo>
                    <a:pt x="2959556" y="1132092"/>
                  </a:lnTo>
                  <a:lnTo>
                    <a:pt x="2904784" y="1168428"/>
                  </a:lnTo>
                  <a:lnTo>
                    <a:pt x="2852998" y="1209101"/>
                  </a:lnTo>
                  <a:lnTo>
                    <a:pt x="2803357" y="1254489"/>
                  </a:lnTo>
                  <a:lnTo>
                    <a:pt x="2770117" y="1288496"/>
                  </a:lnTo>
                  <a:lnTo>
                    <a:pt x="2729970" y="1333345"/>
                  </a:lnTo>
                  <a:lnTo>
                    <a:pt x="2690206" y="1381725"/>
                  </a:lnTo>
                  <a:lnTo>
                    <a:pt x="2650556" y="1433706"/>
                  </a:lnTo>
                  <a:lnTo>
                    <a:pt x="2610811" y="1489293"/>
                  </a:lnTo>
                  <a:lnTo>
                    <a:pt x="2570822" y="1548412"/>
                  </a:lnTo>
                  <a:lnTo>
                    <a:pt x="2530488" y="1610909"/>
                  </a:lnTo>
                  <a:lnTo>
                    <a:pt x="2489756" y="1676546"/>
                  </a:lnTo>
                  <a:lnTo>
                    <a:pt x="2448613" y="1744997"/>
                  </a:lnTo>
                  <a:lnTo>
                    <a:pt x="2407085" y="1815854"/>
                  </a:lnTo>
                  <a:lnTo>
                    <a:pt x="2365230" y="1888636"/>
                  </a:lnTo>
                  <a:lnTo>
                    <a:pt x="2323129" y="1962798"/>
                  </a:lnTo>
                  <a:lnTo>
                    <a:pt x="2280885" y="2037749"/>
                  </a:lnTo>
                  <a:lnTo>
                    <a:pt x="2238610" y="2112872"/>
                  </a:lnTo>
                  <a:lnTo>
                    <a:pt x="2196417" y="2187542"/>
                  </a:lnTo>
                  <a:lnTo>
                    <a:pt x="2154415" y="2261153"/>
                  </a:lnTo>
                  <a:lnTo>
                    <a:pt x="2112698" y="2333132"/>
                  </a:lnTo>
                  <a:lnTo>
                    <a:pt x="2071339" y="2402960"/>
                  </a:lnTo>
                  <a:lnTo>
                    <a:pt x="2030380" y="2470189"/>
                  </a:lnTo>
                  <a:lnTo>
                    <a:pt x="1989831" y="2534446"/>
                  </a:lnTo>
                  <a:lnTo>
                    <a:pt x="1949662" y="2595445"/>
                  </a:lnTo>
                  <a:lnTo>
                    <a:pt x="1909798" y="2652986"/>
                  </a:lnTo>
                  <a:lnTo>
                    <a:pt x="1870118" y="2706953"/>
                  </a:lnTo>
                  <a:lnTo>
                    <a:pt x="1830446" y="2757307"/>
                  </a:lnTo>
                  <a:lnTo>
                    <a:pt x="1790547" y="2804083"/>
                  </a:lnTo>
                  <a:lnTo>
                    <a:pt x="1768425" y="2828291"/>
                  </a:lnTo>
                  <a:lnTo>
                    <a:pt x="1719827" y="2877030"/>
                  </a:lnTo>
                  <a:lnTo>
                    <a:pt x="1669600" y="2920912"/>
                  </a:lnTo>
                  <a:lnTo>
                    <a:pt x="1616973" y="2960180"/>
                  </a:lnTo>
                  <a:lnTo>
                    <a:pt x="1561086" y="2995252"/>
                  </a:lnTo>
                  <a:lnTo>
                    <a:pt x="1501059" y="3026599"/>
                  </a:lnTo>
                  <a:lnTo>
                    <a:pt x="1436070" y="3054675"/>
                  </a:lnTo>
                  <a:lnTo>
                    <a:pt x="1365443" y="3079883"/>
                  </a:lnTo>
                  <a:lnTo>
                    <a:pt x="1288771" y="3102550"/>
                  </a:lnTo>
                  <a:lnTo>
                    <a:pt x="1206078" y="3122917"/>
                  </a:lnTo>
                  <a:lnTo>
                    <a:pt x="1118014" y="3141137"/>
                  </a:lnTo>
                  <a:lnTo>
                    <a:pt x="1026047" y="3157277"/>
                  </a:lnTo>
                  <a:lnTo>
                    <a:pt x="932600" y="3171334"/>
                  </a:lnTo>
                  <a:lnTo>
                    <a:pt x="841044" y="3183264"/>
                  </a:lnTo>
                  <a:lnTo>
                    <a:pt x="755438" y="3193022"/>
                  </a:lnTo>
                  <a:lnTo>
                    <a:pt x="679994" y="3200611"/>
                  </a:lnTo>
                  <a:lnTo>
                    <a:pt x="618306" y="3206129"/>
                  </a:lnTo>
                  <a:lnTo>
                    <a:pt x="572563" y="3209790"/>
                  </a:lnTo>
                  <a:lnTo>
                    <a:pt x="542980" y="3211919"/>
                  </a:lnTo>
                  <a:lnTo>
                    <a:pt x="527611" y="3212918"/>
                  </a:lnTo>
                  <a:lnTo>
                    <a:pt x="522525" y="3213219"/>
                  </a:lnTo>
                  <a:lnTo>
                    <a:pt x="522133" y="3213240"/>
                  </a:lnTo>
                  <a:lnTo>
                    <a:pt x="0" y="3213240"/>
                  </a:lnTo>
                  <a:close/>
                </a:path>
              </a:pathLst>
            </a:custGeom>
            <a:solidFill>
              <a:srgbClr val="E78AC3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1293" name="pl1293"/>
            <p:cNvSpPr/>
            <p:nvPr/>
          </p:nvSpPr>
          <p:spPr>
            <a:xfrm>
              <a:off x="386606" y="1496139"/>
              <a:ext cx="8554953" cy="3213240"/>
            </a:xfrm>
            <a:custGeom>
              <a:avLst/>
              <a:pathLst>
                <a:path w="8554953" h="3213240">
                  <a:moveTo>
                    <a:pt x="0" y="3213240"/>
                  </a:moveTo>
                  <a:lnTo>
                    <a:pt x="522133" y="3213240"/>
                  </a:lnTo>
                  <a:lnTo>
                    <a:pt x="523320" y="3213174"/>
                  </a:lnTo>
                  <a:lnTo>
                    <a:pt x="531096" y="3212701"/>
                  </a:lnTo>
                  <a:lnTo>
                    <a:pt x="550580" y="3211394"/>
                  </a:lnTo>
                  <a:lnTo>
                    <a:pt x="585113" y="3208826"/>
                  </a:lnTo>
                  <a:lnTo>
                    <a:pt x="635971" y="3204613"/>
                  </a:lnTo>
                  <a:lnTo>
                    <a:pt x="702282" y="3198464"/>
                  </a:lnTo>
                  <a:lnTo>
                    <a:pt x="781340" y="3190202"/>
                  </a:lnTo>
                  <a:lnTo>
                    <a:pt x="869268" y="3179761"/>
                  </a:lnTo>
                  <a:lnTo>
                    <a:pt x="961828" y="3167160"/>
                  </a:lnTo>
                  <a:lnTo>
                    <a:pt x="1055132" y="3152447"/>
                  </a:lnTo>
                  <a:lnTo>
                    <a:pt x="1146092" y="3135658"/>
                  </a:lnTo>
                  <a:lnTo>
                    <a:pt x="1232590" y="3116777"/>
                  </a:lnTo>
                  <a:lnTo>
                    <a:pt x="1313434" y="3095710"/>
                  </a:lnTo>
                  <a:lnTo>
                    <a:pt x="1388192" y="3072278"/>
                  </a:lnTo>
                  <a:lnTo>
                    <a:pt x="1456995" y="3046211"/>
                  </a:lnTo>
                  <a:lnTo>
                    <a:pt x="1520349" y="3017157"/>
                  </a:lnTo>
                  <a:lnTo>
                    <a:pt x="1578986" y="2984695"/>
                  </a:lnTo>
                  <a:lnTo>
                    <a:pt x="1633758" y="2948359"/>
                  </a:lnTo>
                  <a:lnTo>
                    <a:pt x="1685544" y="2907686"/>
                  </a:lnTo>
                  <a:lnTo>
                    <a:pt x="1735185" y="2862298"/>
                  </a:lnTo>
                  <a:lnTo>
                    <a:pt x="1768425" y="2828291"/>
                  </a:lnTo>
                  <a:lnTo>
                    <a:pt x="1808572" y="2783442"/>
                  </a:lnTo>
                  <a:lnTo>
                    <a:pt x="1848336" y="2735062"/>
                  </a:lnTo>
                  <a:lnTo>
                    <a:pt x="1887986" y="2683080"/>
                  </a:lnTo>
                  <a:lnTo>
                    <a:pt x="1927731" y="2627494"/>
                  </a:lnTo>
                  <a:lnTo>
                    <a:pt x="1967720" y="2568375"/>
                  </a:lnTo>
                  <a:lnTo>
                    <a:pt x="2008054" y="2505878"/>
                  </a:lnTo>
                  <a:lnTo>
                    <a:pt x="2048786" y="2440241"/>
                  </a:lnTo>
                  <a:lnTo>
                    <a:pt x="2089929" y="2371790"/>
                  </a:lnTo>
                  <a:lnTo>
                    <a:pt x="2131457" y="2300932"/>
                  </a:lnTo>
                  <a:lnTo>
                    <a:pt x="2173312" y="2228151"/>
                  </a:lnTo>
                  <a:lnTo>
                    <a:pt x="2215413" y="2153989"/>
                  </a:lnTo>
                  <a:lnTo>
                    <a:pt x="2257657" y="2079038"/>
                  </a:lnTo>
                  <a:lnTo>
                    <a:pt x="2299933" y="2003915"/>
                  </a:lnTo>
                  <a:lnTo>
                    <a:pt x="2342125" y="1929244"/>
                  </a:lnTo>
                  <a:lnTo>
                    <a:pt x="2384127" y="1855634"/>
                  </a:lnTo>
                  <a:lnTo>
                    <a:pt x="2425844" y="1783655"/>
                  </a:lnTo>
                  <a:lnTo>
                    <a:pt x="2467203" y="1713826"/>
                  </a:lnTo>
                  <a:lnTo>
                    <a:pt x="2508162" y="1646598"/>
                  </a:lnTo>
                  <a:lnTo>
                    <a:pt x="2548711" y="1582341"/>
                  </a:lnTo>
                  <a:lnTo>
                    <a:pt x="2588880" y="1521341"/>
                  </a:lnTo>
                  <a:lnTo>
                    <a:pt x="2628744" y="1463800"/>
                  </a:lnTo>
                  <a:lnTo>
                    <a:pt x="2668424" y="1409834"/>
                  </a:lnTo>
                  <a:lnTo>
                    <a:pt x="2708097" y="1359480"/>
                  </a:lnTo>
                  <a:lnTo>
                    <a:pt x="2747996" y="1312704"/>
                  </a:lnTo>
                  <a:lnTo>
                    <a:pt x="2770117" y="1288496"/>
                  </a:lnTo>
                  <a:lnTo>
                    <a:pt x="2818715" y="1239756"/>
                  </a:lnTo>
                  <a:lnTo>
                    <a:pt x="2868942" y="1195875"/>
                  </a:lnTo>
                  <a:lnTo>
                    <a:pt x="2921569" y="1156607"/>
                  </a:lnTo>
                  <a:lnTo>
                    <a:pt x="2977457" y="1121534"/>
                  </a:lnTo>
                  <a:lnTo>
                    <a:pt x="3037483" y="1090188"/>
                  </a:lnTo>
                  <a:lnTo>
                    <a:pt x="3102472" y="1062112"/>
                  </a:lnTo>
                  <a:lnTo>
                    <a:pt x="3173099" y="1036904"/>
                  </a:lnTo>
                  <a:lnTo>
                    <a:pt x="3249772" y="1014237"/>
                  </a:lnTo>
                  <a:lnTo>
                    <a:pt x="3332464" y="993870"/>
                  </a:lnTo>
                  <a:lnTo>
                    <a:pt x="3420528" y="975649"/>
                  </a:lnTo>
                  <a:lnTo>
                    <a:pt x="3512495" y="959509"/>
                  </a:lnTo>
                  <a:lnTo>
                    <a:pt x="3605942" y="945452"/>
                  </a:lnTo>
                  <a:lnTo>
                    <a:pt x="3697498" y="933523"/>
                  </a:lnTo>
                  <a:lnTo>
                    <a:pt x="3783104" y="923765"/>
                  </a:lnTo>
                  <a:lnTo>
                    <a:pt x="3858548" y="916176"/>
                  </a:lnTo>
                  <a:lnTo>
                    <a:pt x="3920237" y="910658"/>
                  </a:lnTo>
                  <a:lnTo>
                    <a:pt x="3965979" y="906997"/>
                  </a:lnTo>
                  <a:lnTo>
                    <a:pt x="3995562" y="904868"/>
                  </a:lnTo>
                  <a:lnTo>
                    <a:pt x="4010931" y="903869"/>
                  </a:lnTo>
                  <a:lnTo>
                    <a:pt x="4016017" y="903568"/>
                  </a:lnTo>
                  <a:lnTo>
                    <a:pt x="4016409" y="903547"/>
                  </a:lnTo>
                  <a:lnTo>
                    <a:pt x="4538543" y="903547"/>
                  </a:lnTo>
                  <a:lnTo>
                    <a:pt x="4539799" y="903519"/>
                  </a:lnTo>
                  <a:lnTo>
                    <a:pt x="4548014" y="903323"/>
                  </a:lnTo>
                  <a:lnTo>
                    <a:pt x="4568560" y="902782"/>
                  </a:lnTo>
                  <a:lnTo>
                    <a:pt x="4604874" y="901717"/>
                  </a:lnTo>
                  <a:lnTo>
                    <a:pt x="4658150" y="899974"/>
                  </a:lnTo>
                  <a:lnTo>
                    <a:pt x="4727280" y="897435"/>
                  </a:lnTo>
                  <a:lnTo>
                    <a:pt x="4809229" y="894031"/>
                  </a:lnTo>
                  <a:lnTo>
                    <a:pt x="4899802" y="889742"/>
                  </a:lnTo>
                  <a:lnTo>
                    <a:pt x="4994526" y="884577"/>
                  </a:lnTo>
                  <a:lnTo>
                    <a:pt x="5089398" y="878558"/>
                  </a:lnTo>
                  <a:lnTo>
                    <a:pt x="5181332" y="871695"/>
                  </a:lnTo>
                  <a:lnTo>
                    <a:pt x="5268294" y="863976"/>
                  </a:lnTo>
                  <a:lnTo>
                    <a:pt x="5349217" y="855355"/>
                  </a:lnTo>
                  <a:lnTo>
                    <a:pt x="5423805" y="845748"/>
                  </a:lnTo>
                  <a:lnTo>
                    <a:pt x="5492318" y="835035"/>
                  </a:lnTo>
                  <a:lnTo>
                    <a:pt x="5555371" y="823061"/>
                  </a:lnTo>
                  <a:lnTo>
                    <a:pt x="5613789" y="809643"/>
                  </a:lnTo>
                  <a:lnTo>
                    <a:pt x="5668492" y="794588"/>
                  </a:lnTo>
                  <a:lnTo>
                    <a:pt x="5720404" y="777710"/>
                  </a:lnTo>
                  <a:lnTo>
                    <a:pt x="5770383" y="758878"/>
                  </a:lnTo>
                  <a:lnTo>
                    <a:pt x="5784835" y="752956"/>
                  </a:lnTo>
                  <a:lnTo>
                    <a:pt x="5835091" y="730743"/>
                  </a:lnTo>
                  <a:lnTo>
                    <a:pt x="5884858" y="706347"/>
                  </a:lnTo>
                  <a:lnTo>
                    <a:pt x="5934619" y="679731"/>
                  </a:lnTo>
                  <a:lnTo>
                    <a:pt x="5984712" y="650932"/>
                  </a:lnTo>
                  <a:lnTo>
                    <a:pt x="6035344" y="620060"/>
                  </a:lnTo>
                  <a:lnTo>
                    <a:pt x="6086611" y="587308"/>
                  </a:lnTo>
                  <a:lnTo>
                    <a:pt x="6138507" y="552954"/>
                  </a:lnTo>
                  <a:lnTo>
                    <a:pt x="6190939" y="517348"/>
                  </a:lnTo>
                  <a:lnTo>
                    <a:pt x="6243751" y="480905"/>
                  </a:lnTo>
                  <a:lnTo>
                    <a:pt x="6296739" y="444084"/>
                  </a:lnTo>
                  <a:lnTo>
                    <a:pt x="6349681" y="407363"/>
                  </a:lnTo>
                  <a:lnTo>
                    <a:pt x="6402357" y="371215"/>
                  </a:lnTo>
                  <a:lnTo>
                    <a:pt x="6454581" y="336084"/>
                  </a:lnTo>
                  <a:lnTo>
                    <a:pt x="6506221" y="302360"/>
                  </a:lnTo>
                  <a:lnTo>
                    <a:pt x="6557218" y="270364"/>
                  </a:lnTo>
                  <a:lnTo>
                    <a:pt x="6607608" y="240337"/>
                  </a:lnTo>
                  <a:lnTo>
                    <a:pt x="6657530" y="212440"/>
                  </a:lnTo>
                  <a:lnTo>
                    <a:pt x="6707244" y="186751"/>
                  </a:lnTo>
                  <a:lnTo>
                    <a:pt x="6757147" y="163274"/>
                  </a:lnTo>
                  <a:lnTo>
                    <a:pt x="6786527" y="150591"/>
                  </a:lnTo>
                  <a:lnTo>
                    <a:pt x="6836078" y="131174"/>
                  </a:lnTo>
                  <a:lnTo>
                    <a:pt x="6887338" y="113731"/>
                  </a:lnTo>
                  <a:lnTo>
                    <a:pt x="6941124" y="98157"/>
                  </a:lnTo>
                  <a:lnTo>
                    <a:pt x="6998352" y="84277"/>
                  </a:lnTo>
                  <a:lnTo>
                    <a:pt x="7059949" y="71898"/>
                  </a:lnTo>
                  <a:lnTo>
                    <a:pt x="7126778" y="60831"/>
                  </a:lnTo>
                  <a:lnTo>
                    <a:pt x="7199531" y="50912"/>
                  </a:lnTo>
                  <a:lnTo>
                    <a:pt x="7278591" y="42011"/>
                  </a:lnTo>
                  <a:lnTo>
                    <a:pt x="7363847" y="34034"/>
                  </a:lnTo>
                  <a:lnTo>
                    <a:pt x="7454483" y="26921"/>
                  </a:lnTo>
                  <a:lnTo>
                    <a:pt x="7548763" y="20653"/>
                  </a:lnTo>
                  <a:lnTo>
                    <a:pt x="7643911" y="15235"/>
                  </a:lnTo>
                  <a:lnTo>
                    <a:pt x="7736161" y="10686"/>
                  </a:lnTo>
                  <a:lnTo>
                    <a:pt x="7821115" y="7022"/>
                  </a:lnTo>
                  <a:lnTo>
                    <a:pt x="7894402" y="4233"/>
                  </a:lnTo>
                  <a:lnTo>
                    <a:pt x="7952558" y="2266"/>
                  </a:lnTo>
                  <a:lnTo>
                    <a:pt x="7993848" y="1016"/>
                  </a:lnTo>
                  <a:lnTo>
                    <a:pt x="8018774" y="338"/>
                  </a:lnTo>
                  <a:lnTo>
                    <a:pt x="8030141" y="59"/>
                  </a:lnTo>
                  <a:lnTo>
                    <a:pt x="8032786" y="0"/>
                  </a:lnTo>
                  <a:lnTo>
                    <a:pt x="8032819" y="0"/>
                  </a:lnTo>
                  <a:lnTo>
                    <a:pt x="8554953" y="0"/>
                  </a:lnTo>
                  <a:lnTo>
                    <a:pt x="8554953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294" name="pl1294"/>
            <p:cNvSpPr/>
            <p:nvPr/>
          </p:nvSpPr>
          <p:spPr>
            <a:xfrm>
              <a:off x="386606" y="1484845"/>
              <a:ext cx="8554953" cy="3213240"/>
            </a:xfrm>
            <a:custGeom>
              <a:avLst/>
              <a:pathLst>
                <a:path w="8554953" h="3213240">
                  <a:moveTo>
                    <a:pt x="8554953" y="0"/>
                  </a:moveTo>
                  <a:lnTo>
                    <a:pt x="8032819" y="0"/>
                  </a:lnTo>
                  <a:lnTo>
                    <a:pt x="8031563" y="27"/>
                  </a:lnTo>
                  <a:lnTo>
                    <a:pt x="8023347" y="223"/>
                  </a:lnTo>
                  <a:lnTo>
                    <a:pt x="8002802" y="765"/>
                  </a:lnTo>
                  <a:lnTo>
                    <a:pt x="7966488" y="1829"/>
                  </a:lnTo>
                  <a:lnTo>
                    <a:pt x="7913212" y="3572"/>
                  </a:lnTo>
                  <a:lnTo>
                    <a:pt x="7844082" y="6112"/>
                  </a:lnTo>
                  <a:lnTo>
                    <a:pt x="7762133" y="9515"/>
                  </a:lnTo>
                  <a:lnTo>
                    <a:pt x="7671560" y="13804"/>
                  </a:lnTo>
                  <a:lnTo>
                    <a:pt x="7576836" y="18969"/>
                  </a:lnTo>
                  <a:lnTo>
                    <a:pt x="7481964" y="24989"/>
                  </a:lnTo>
                  <a:lnTo>
                    <a:pt x="7390030" y="31851"/>
                  </a:lnTo>
                  <a:lnTo>
                    <a:pt x="7303068" y="39570"/>
                  </a:lnTo>
                  <a:lnTo>
                    <a:pt x="7222145" y="48191"/>
                  </a:lnTo>
                  <a:lnTo>
                    <a:pt x="7147557" y="57798"/>
                  </a:lnTo>
                  <a:lnTo>
                    <a:pt x="7079044" y="68511"/>
                  </a:lnTo>
                  <a:lnTo>
                    <a:pt x="7015991" y="80486"/>
                  </a:lnTo>
                  <a:lnTo>
                    <a:pt x="6957573" y="93903"/>
                  </a:lnTo>
                  <a:lnTo>
                    <a:pt x="6902870" y="108959"/>
                  </a:lnTo>
                  <a:lnTo>
                    <a:pt x="6850958" y="125837"/>
                  </a:lnTo>
                  <a:lnTo>
                    <a:pt x="6800979" y="144668"/>
                  </a:lnTo>
                  <a:lnTo>
                    <a:pt x="6786527" y="150591"/>
                  </a:lnTo>
                  <a:lnTo>
                    <a:pt x="6736271" y="172803"/>
                  </a:lnTo>
                  <a:lnTo>
                    <a:pt x="6686504" y="197200"/>
                  </a:lnTo>
                  <a:lnTo>
                    <a:pt x="6636743" y="223815"/>
                  </a:lnTo>
                  <a:lnTo>
                    <a:pt x="6586650" y="252614"/>
                  </a:lnTo>
                  <a:lnTo>
                    <a:pt x="6536018" y="283487"/>
                  </a:lnTo>
                  <a:lnTo>
                    <a:pt x="6484750" y="316238"/>
                  </a:lnTo>
                  <a:lnTo>
                    <a:pt x="6432855" y="350593"/>
                  </a:lnTo>
                  <a:lnTo>
                    <a:pt x="6380423" y="386199"/>
                  </a:lnTo>
                  <a:lnTo>
                    <a:pt x="6327611" y="422642"/>
                  </a:lnTo>
                  <a:lnTo>
                    <a:pt x="6274623" y="459463"/>
                  </a:lnTo>
                  <a:lnTo>
                    <a:pt x="6221681" y="496184"/>
                  </a:lnTo>
                  <a:lnTo>
                    <a:pt x="6169005" y="532331"/>
                  </a:lnTo>
                  <a:lnTo>
                    <a:pt x="6116781" y="567462"/>
                  </a:lnTo>
                  <a:lnTo>
                    <a:pt x="6065141" y="601186"/>
                  </a:lnTo>
                  <a:lnTo>
                    <a:pt x="6014144" y="633183"/>
                  </a:lnTo>
                  <a:lnTo>
                    <a:pt x="5963754" y="663209"/>
                  </a:lnTo>
                  <a:lnTo>
                    <a:pt x="5913832" y="691106"/>
                  </a:lnTo>
                  <a:lnTo>
                    <a:pt x="5864117" y="716795"/>
                  </a:lnTo>
                  <a:lnTo>
                    <a:pt x="5814215" y="740273"/>
                  </a:lnTo>
                  <a:lnTo>
                    <a:pt x="5784835" y="752956"/>
                  </a:lnTo>
                  <a:lnTo>
                    <a:pt x="5735283" y="772372"/>
                  </a:lnTo>
                  <a:lnTo>
                    <a:pt x="5684024" y="789816"/>
                  </a:lnTo>
                  <a:lnTo>
                    <a:pt x="5630237" y="805390"/>
                  </a:lnTo>
                  <a:lnTo>
                    <a:pt x="5573010" y="819269"/>
                  </a:lnTo>
                  <a:lnTo>
                    <a:pt x="5511413" y="831649"/>
                  </a:lnTo>
                  <a:lnTo>
                    <a:pt x="5444584" y="842716"/>
                  </a:lnTo>
                  <a:lnTo>
                    <a:pt x="5371831" y="852634"/>
                  </a:lnTo>
                  <a:lnTo>
                    <a:pt x="5292771" y="861535"/>
                  </a:lnTo>
                  <a:lnTo>
                    <a:pt x="5207515" y="869513"/>
                  </a:lnTo>
                  <a:lnTo>
                    <a:pt x="5116879" y="876625"/>
                  </a:lnTo>
                  <a:lnTo>
                    <a:pt x="5022599" y="882893"/>
                  </a:lnTo>
                  <a:lnTo>
                    <a:pt x="4927451" y="888312"/>
                  </a:lnTo>
                  <a:lnTo>
                    <a:pt x="4835201" y="892861"/>
                  </a:lnTo>
                  <a:lnTo>
                    <a:pt x="4750247" y="896524"/>
                  </a:lnTo>
                  <a:lnTo>
                    <a:pt x="4676960" y="899313"/>
                  </a:lnTo>
                  <a:lnTo>
                    <a:pt x="4618804" y="901281"/>
                  </a:lnTo>
                  <a:lnTo>
                    <a:pt x="4577514" y="902530"/>
                  </a:lnTo>
                  <a:lnTo>
                    <a:pt x="4552588" y="903208"/>
                  </a:lnTo>
                  <a:lnTo>
                    <a:pt x="4541221" y="903487"/>
                  </a:lnTo>
                  <a:lnTo>
                    <a:pt x="4538576" y="903546"/>
                  </a:lnTo>
                  <a:lnTo>
                    <a:pt x="4538543" y="903547"/>
                  </a:lnTo>
                  <a:lnTo>
                    <a:pt x="4016409" y="903547"/>
                  </a:lnTo>
                  <a:lnTo>
                    <a:pt x="4015222" y="903613"/>
                  </a:lnTo>
                  <a:lnTo>
                    <a:pt x="4007446" y="904086"/>
                  </a:lnTo>
                  <a:lnTo>
                    <a:pt x="3987962" y="905393"/>
                  </a:lnTo>
                  <a:lnTo>
                    <a:pt x="3953429" y="907961"/>
                  </a:lnTo>
                  <a:lnTo>
                    <a:pt x="3902571" y="912173"/>
                  </a:lnTo>
                  <a:lnTo>
                    <a:pt x="3836260" y="918322"/>
                  </a:lnTo>
                  <a:lnTo>
                    <a:pt x="3757202" y="926585"/>
                  </a:lnTo>
                  <a:lnTo>
                    <a:pt x="3669274" y="937026"/>
                  </a:lnTo>
                  <a:lnTo>
                    <a:pt x="3576714" y="949627"/>
                  </a:lnTo>
                  <a:lnTo>
                    <a:pt x="3483410" y="964340"/>
                  </a:lnTo>
                  <a:lnTo>
                    <a:pt x="3392450" y="981128"/>
                  </a:lnTo>
                  <a:lnTo>
                    <a:pt x="3305953" y="1000010"/>
                  </a:lnTo>
                  <a:lnTo>
                    <a:pt x="3225109" y="1021077"/>
                  </a:lnTo>
                  <a:lnTo>
                    <a:pt x="3150350" y="1044509"/>
                  </a:lnTo>
                  <a:lnTo>
                    <a:pt x="3081547" y="1070576"/>
                  </a:lnTo>
                  <a:lnTo>
                    <a:pt x="3018194" y="1099630"/>
                  </a:lnTo>
                  <a:lnTo>
                    <a:pt x="2959556" y="1132092"/>
                  </a:lnTo>
                  <a:lnTo>
                    <a:pt x="2904784" y="1168428"/>
                  </a:lnTo>
                  <a:lnTo>
                    <a:pt x="2852998" y="1209101"/>
                  </a:lnTo>
                  <a:lnTo>
                    <a:pt x="2803357" y="1254489"/>
                  </a:lnTo>
                  <a:lnTo>
                    <a:pt x="2770117" y="1288496"/>
                  </a:lnTo>
                  <a:lnTo>
                    <a:pt x="2729970" y="1333345"/>
                  </a:lnTo>
                  <a:lnTo>
                    <a:pt x="2690206" y="1381725"/>
                  </a:lnTo>
                  <a:lnTo>
                    <a:pt x="2650556" y="1433706"/>
                  </a:lnTo>
                  <a:lnTo>
                    <a:pt x="2610811" y="1489293"/>
                  </a:lnTo>
                  <a:lnTo>
                    <a:pt x="2570822" y="1548412"/>
                  </a:lnTo>
                  <a:lnTo>
                    <a:pt x="2530488" y="1610909"/>
                  </a:lnTo>
                  <a:lnTo>
                    <a:pt x="2489756" y="1676546"/>
                  </a:lnTo>
                  <a:lnTo>
                    <a:pt x="2448613" y="1744997"/>
                  </a:lnTo>
                  <a:lnTo>
                    <a:pt x="2407085" y="1815854"/>
                  </a:lnTo>
                  <a:lnTo>
                    <a:pt x="2365230" y="1888636"/>
                  </a:lnTo>
                  <a:lnTo>
                    <a:pt x="2323129" y="1962798"/>
                  </a:lnTo>
                  <a:lnTo>
                    <a:pt x="2280885" y="2037749"/>
                  </a:lnTo>
                  <a:lnTo>
                    <a:pt x="2238610" y="2112872"/>
                  </a:lnTo>
                  <a:lnTo>
                    <a:pt x="2196417" y="2187542"/>
                  </a:lnTo>
                  <a:lnTo>
                    <a:pt x="2154415" y="2261153"/>
                  </a:lnTo>
                  <a:lnTo>
                    <a:pt x="2112698" y="2333132"/>
                  </a:lnTo>
                  <a:lnTo>
                    <a:pt x="2071339" y="2402960"/>
                  </a:lnTo>
                  <a:lnTo>
                    <a:pt x="2030380" y="2470189"/>
                  </a:lnTo>
                  <a:lnTo>
                    <a:pt x="1989831" y="2534446"/>
                  </a:lnTo>
                  <a:lnTo>
                    <a:pt x="1949662" y="2595445"/>
                  </a:lnTo>
                  <a:lnTo>
                    <a:pt x="1909798" y="2652986"/>
                  </a:lnTo>
                  <a:lnTo>
                    <a:pt x="1870118" y="2706953"/>
                  </a:lnTo>
                  <a:lnTo>
                    <a:pt x="1830446" y="2757307"/>
                  </a:lnTo>
                  <a:lnTo>
                    <a:pt x="1790547" y="2804083"/>
                  </a:lnTo>
                  <a:lnTo>
                    <a:pt x="1768425" y="2828291"/>
                  </a:lnTo>
                  <a:lnTo>
                    <a:pt x="1719827" y="2877030"/>
                  </a:lnTo>
                  <a:lnTo>
                    <a:pt x="1669600" y="2920912"/>
                  </a:lnTo>
                  <a:lnTo>
                    <a:pt x="1616973" y="2960180"/>
                  </a:lnTo>
                  <a:lnTo>
                    <a:pt x="1561086" y="2995252"/>
                  </a:lnTo>
                  <a:lnTo>
                    <a:pt x="1501059" y="3026599"/>
                  </a:lnTo>
                  <a:lnTo>
                    <a:pt x="1436070" y="3054675"/>
                  </a:lnTo>
                  <a:lnTo>
                    <a:pt x="1365443" y="3079883"/>
                  </a:lnTo>
                  <a:lnTo>
                    <a:pt x="1288771" y="3102550"/>
                  </a:lnTo>
                  <a:lnTo>
                    <a:pt x="1206078" y="3122917"/>
                  </a:lnTo>
                  <a:lnTo>
                    <a:pt x="1118014" y="3141137"/>
                  </a:lnTo>
                  <a:lnTo>
                    <a:pt x="1026047" y="3157277"/>
                  </a:lnTo>
                  <a:lnTo>
                    <a:pt x="932600" y="3171334"/>
                  </a:lnTo>
                  <a:lnTo>
                    <a:pt x="841044" y="3183264"/>
                  </a:lnTo>
                  <a:lnTo>
                    <a:pt x="755438" y="3193022"/>
                  </a:lnTo>
                  <a:lnTo>
                    <a:pt x="679994" y="3200611"/>
                  </a:lnTo>
                  <a:lnTo>
                    <a:pt x="618306" y="3206129"/>
                  </a:lnTo>
                  <a:lnTo>
                    <a:pt x="572563" y="3209790"/>
                  </a:lnTo>
                  <a:lnTo>
                    <a:pt x="542980" y="3211919"/>
                  </a:lnTo>
                  <a:lnTo>
                    <a:pt x="527611" y="3212918"/>
                  </a:lnTo>
                  <a:lnTo>
                    <a:pt x="522525" y="3213219"/>
                  </a:lnTo>
                  <a:lnTo>
                    <a:pt x="522133" y="3213240"/>
                  </a:lnTo>
                  <a:lnTo>
                    <a:pt x="0" y="3213240"/>
                  </a:lnTo>
                  <a:lnTo>
                    <a:pt x="0" y="321324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295" name="pg1295"/>
            <p:cNvSpPr/>
            <p:nvPr/>
          </p:nvSpPr>
          <p:spPr>
            <a:xfrm>
              <a:off x="386606" y="1880147"/>
              <a:ext cx="8554953" cy="2834879"/>
            </a:xfrm>
            <a:custGeom>
              <a:avLst/>
              <a:pathLst>
                <a:path w="8554953" h="2834879">
                  <a:moveTo>
                    <a:pt x="0" y="2834879"/>
                  </a:moveTo>
                  <a:lnTo>
                    <a:pt x="522133" y="2834879"/>
                  </a:lnTo>
                  <a:lnTo>
                    <a:pt x="523321" y="2834813"/>
                  </a:lnTo>
                  <a:lnTo>
                    <a:pt x="531102" y="2834343"/>
                  </a:lnTo>
                  <a:lnTo>
                    <a:pt x="550597" y="2833041"/>
                  </a:lnTo>
                  <a:lnTo>
                    <a:pt x="585150" y="2830484"/>
                  </a:lnTo>
                  <a:lnTo>
                    <a:pt x="636034" y="2826290"/>
                  </a:lnTo>
                  <a:lnTo>
                    <a:pt x="702376" y="2820167"/>
                  </a:lnTo>
                  <a:lnTo>
                    <a:pt x="781465" y="2811940"/>
                  </a:lnTo>
                  <a:lnTo>
                    <a:pt x="869423" y="2801545"/>
                  </a:lnTo>
                  <a:lnTo>
                    <a:pt x="962007" y="2788999"/>
                  </a:lnTo>
                  <a:lnTo>
                    <a:pt x="1055329" y="2774350"/>
                  </a:lnTo>
                  <a:lnTo>
                    <a:pt x="1146300" y="2757636"/>
                  </a:lnTo>
                  <a:lnTo>
                    <a:pt x="1232803" y="2738838"/>
                  </a:lnTo>
                  <a:lnTo>
                    <a:pt x="1313649" y="2717863"/>
                  </a:lnTo>
                  <a:lnTo>
                    <a:pt x="1388406" y="2694533"/>
                  </a:lnTo>
                  <a:lnTo>
                    <a:pt x="1457206" y="2668580"/>
                  </a:lnTo>
                  <a:lnTo>
                    <a:pt x="1520556" y="2639652"/>
                  </a:lnTo>
                  <a:lnTo>
                    <a:pt x="1579191" y="2607329"/>
                  </a:lnTo>
                  <a:lnTo>
                    <a:pt x="1633961" y="2571147"/>
                  </a:lnTo>
                  <a:lnTo>
                    <a:pt x="1685748" y="2530647"/>
                  </a:lnTo>
                  <a:lnTo>
                    <a:pt x="1735392" y="2485451"/>
                  </a:lnTo>
                  <a:lnTo>
                    <a:pt x="1768425" y="2451813"/>
                  </a:lnTo>
                  <a:lnTo>
                    <a:pt x="1808641" y="2407104"/>
                  </a:lnTo>
                  <a:lnTo>
                    <a:pt x="1848472" y="2358868"/>
                  </a:lnTo>
                  <a:lnTo>
                    <a:pt x="1888191" y="2307036"/>
                  </a:lnTo>
                  <a:lnTo>
                    <a:pt x="1928005" y="2251605"/>
                  </a:lnTo>
                  <a:lnTo>
                    <a:pt x="1968066" y="2192647"/>
                  </a:lnTo>
                  <a:lnTo>
                    <a:pt x="2008473" y="2130317"/>
                  </a:lnTo>
                  <a:lnTo>
                    <a:pt x="2049280" y="2064856"/>
                  </a:lnTo>
                  <a:lnTo>
                    <a:pt x="2090498" y="1996589"/>
                  </a:lnTo>
                  <a:lnTo>
                    <a:pt x="2132103" y="1925925"/>
                  </a:lnTo>
                  <a:lnTo>
                    <a:pt x="2174035" y="1853347"/>
                  </a:lnTo>
                  <a:lnTo>
                    <a:pt x="2216212" y="1779401"/>
                  </a:lnTo>
                  <a:lnTo>
                    <a:pt x="2258530" y="1704679"/>
                  </a:lnTo>
                  <a:lnTo>
                    <a:pt x="2300878" y="1629798"/>
                  </a:lnTo>
                  <a:lnTo>
                    <a:pt x="2343140" y="1555383"/>
                  </a:lnTo>
                  <a:lnTo>
                    <a:pt x="2385208" y="1482040"/>
                  </a:lnTo>
                  <a:lnTo>
                    <a:pt x="2426988" y="1410341"/>
                  </a:lnTo>
                  <a:lnTo>
                    <a:pt x="2468408" y="1340802"/>
                  </a:lnTo>
                  <a:lnTo>
                    <a:pt x="2509424" y="1273871"/>
                  </a:lnTo>
                  <a:lnTo>
                    <a:pt x="2550030" y="1209918"/>
                  </a:lnTo>
                  <a:lnTo>
                    <a:pt x="2590257" y="1149225"/>
                  </a:lnTo>
                  <a:lnTo>
                    <a:pt x="2630181" y="1091991"/>
                  </a:lnTo>
                  <a:lnTo>
                    <a:pt x="2669925" y="1038329"/>
                  </a:lnTo>
                  <a:lnTo>
                    <a:pt x="2709670" y="988274"/>
                  </a:lnTo>
                  <a:lnTo>
                    <a:pt x="2749653" y="941789"/>
                  </a:lnTo>
                  <a:lnTo>
                    <a:pt x="2770117" y="919547"/>
                  </a:lnTo>
                  <a:lnTo>
                    <a:pt x="2818725" y="871036"/>
                  </a:lnTo>
                  <a:lnTo>
                    <a:pt x="2868964" y="827362"/>
                  </a:lnTo>
                  <a:lnTo>
                    <a:pt x="2921604" y="788279"/>
                  </a:lnTo>
                  <a:lnTo>
                    <a:pt x="2977506" y="753374"/>
                  </a:lnTo>
                  <a:lnTo>
                    <a:pt x="3037549" y="722178"/>
                  </a:lnTo>
                  <a:lnTo>
                    <a:pt x="3102558" y="694237"/>
                  </a:lnTo>
                  <a:lnTo>
                    <a:pt x="3173209" y="669151"/>
                  </a:lnTo>
                  <a:lnTo>
                    <a:pt x="3249907" y="646593"/>
                  </a:lnTo>
                  <a:lnTo>
                    <a:pt x="3332628" y="626325"/>
                  </a:lnTo>
                  <a:lnTo>
                    <a:pt x="3420720" y="608194"/>
                  </a:lnTo>
                  <a:lnTo>
                    <a:pt x="3512713" y="592135"/>
                  </a:lnTo>
                  <a:lnTo>
                    <a:pt x="3606179" y="578148"/>
                  </a:lnTo>
                  <a:lnTo>
                    <a:pt x="3697745" y="566280"/>
                  </a:lnTo>
                  <a:lnTo>
                    <a:pt x="3783345" y="556575"/>
                  </a:lnTo>
                  <a:lnTo>
                    <a:pt x="3858769" y="549027"/>
                  </a:lnTo>
                  <a:lnTo>
                    <a:pt x="3920420" y="543542"/>
                  </a:lnTo>
                  <a:lnTo>
                    <a:pt x="3966114" y="539904"/>
                  </a:lnTo>
                  <a:lnTo>
                    <a:pt x="3995646" y="537789"/>
                  </a:lnTo>
                  <a:lnTo>
                    <a:pt x="4010969" y="536799"/>
                  </a:lnTo>
                  <a:lnTo>
                    <a:pt x="4016024" y="536502"/>
                  </a:lnTo>
                  <a:lnTo>
                    <a:pt x="4016409" y="536481"/>
                  </a:lnTo>
                  <a:lnTo>
                    <a:pt x="4538543" y="536481"/>
                  </a:lnTo>
                  <a:lnTo>
                    <a:pt x="4539808" y="536465"/>
                  </a:lnTo>
                  <a:lnTo>
                    <a:pt x="4548079" y="536349"/>
                  </a:lnTo>
                  <a:lnTo>
                    <a:pt x="4568760" y="536028"/>
                  </a:lnTo>
                  <a:lnTo>
                    <a:pt x="4605299" y="535398"/>
                  </a:lnTo>
                  <a:lnTo>
                    <a:pt x="4658881" y="534367"/>
                  </a:lnTo>
                  <a:lnTo>
                    <a:pt x="4728364" y="532865"/>
                  </a:lnTo>
                  <a:lnTo>
                    <a:pt x="4810674" y="530853"/>
                  </a:lnTo>
                  <a:lnTo>
                    <a:pt x="4901573" y="528318"/>
                  </a:lnTo>
                  <a:lnTo>
                    <a:pt x="4996560" y="525266"/>
                  </a:lnTo>
                  <a:lnTo>
                    <a:pt x="5091621" y="521710"/>
                  </a:lnTo>
                  <a:lnTo>
                    <a:pt x="5183669" y="517656"/>
                  </a:lnTo>
                  <a:lnTo>
                    <a:pt x="5270682" y="513096"/>
                  </a:lnTo>
                  <a:lnTo>
                    <a:pt x="5351609" y="508003"/>
                  </a:lnTo>
                  <a:lnTo>
                    <a:pt x="5426173" y="502326"/>
                  </a:lnTo>
                  <a:lnTo>
                    <a:pt x="5494648" y="495993"/>
                  </a:lnTo>
                  <a:lnTo>
                    <a:pt x="5557665" y="488912"/>
                  </a:lnTo>
                  <a:lnTo>
                    <a:pt x="5616059" y="480975"/>
                  </a:lnTo>
                  <a:lnTo>
                    <a:pt x="5670757" y="472067"/>
                  </a:lnTo>
                  <a:lnTo>
                    <a:pt x="5722690" y="462078"/>
                  </a:lnTo>
                  <a:lnTo>
                    <a:pt x="5772716" y="450934"/>
                  </a:lnTo>
                  <a:lnTo>
                    <a:pt x="5784835" y="448008"/>
                  </a:lnTo>
                  <a:lnTo>
                    <a:pt x="5837533" y="434287"/>
                  </a:lnTo>
                  <a:lnTo>
                    <a:pt x="5889720" y="419153"/>
                  </a:lnTo>
                  <a:lnTo>
                    <a:pt x="5941944" y="402585"/>
                  </a:lnTo>
                  <a:lnTo>
                    <a:pt x="5994573" y="384613"/>
                  </a:lnTo>
                  <a:lnTo>
                    <a:pt x="6047825" y="365322"/>
                  </a:lnTo>
                  <a:lnTo>
                    <a:pt x="6101782" y="344855"/>
                  </a:lnTo>
                  <a:lnTo>
                    <a:pt x="6156409" y="323415"/>
                  </a:lnTo>
                  <a:lnTo>
                    <a:pt x="6211574" y="301253"/>
                  </a:lnTo>
                  <a:lnTo>
                    <a:pt x="6267074" y="278664"/>
                  </a:lnTo>
                  <a:lnTo>
                    <a:pt x="6322660" y="255967"/>
                  </a:lnTo>
                  <a:lnTo>
                    <a:pt x="6378074" y="233485"/>
                  </a:lnTo>
                  <a:lnTo>
                    <a:pt x="6433081" y="211531"/>
                  </a:lnTo>
                  <a:lnTo>
                    <a:pt x="6487497" y="190387"/>
                  </a:lnTo>
                  <a:lnTo>
                    <a:pt x="6541219" y="170289"/>
                  </a:lnTo>
                  <a:lnTo>
                    <a:pt x="6594250" y="151421"/>
                  </a:lnTo>
                  <a:lnTo>
                    <a:pt x="6646714" y="133907"/>
                  </a:lnTo>
                  <a:lnTo>
                    <a:pt x="6698876" y="117812"/>
                  </a:lnTo>
                  <a:lnTo>
                    <a:pt x="6751163" y="103150"/>
                  </a:lnTo>
                  <a:lnTo>
                    <a:pt x="6786527" y="94119"/>
                  </a:lnTo>
                  <a:lnTo>
                    <a:pt x="6836198" y="82686"/>
                  </a:lnTo>
                  <a:lnTo>
                    <a:pt x="6887586" y="72418"/>
                  </a:lnTo>
                  <a:lnTo>
                    <a:pt x="6941518" y="63253"/>
                  </a:lnTo>
                  <a:lnTo>
                    <a:pt x="6998914" y="55087"/>
                  </a:lnTo>
                  <a:lnTo>
                    <a:pt x="7060708" y="47806"/>
                  </a:lnTo>
                  <a:lnTo>
                    <a:pt x="7127770" y="41298"/>
                  </a:lnTo>
                  <a:lnTo>
                    <a:pt x="7200791" y="35467"/>
                  </a:lnTo>
                  <a:lnTo>
                    <a:pt x="7280151" y="30235"/>
                  </a:lnTo>
                  <a:lnTo>
                    <a:pt x="7365729" y="25547"/>
                  </a:lnTo>
                  <a:lnTo>
                    <a:pt x="7456684" y="21370"/>
                  </a:lnTo>
                  <a:lnTo>
                    <a:pt x="7551247" y="17691"/>
                  </a:lnTo>
                  <a:lnTo>
                    <a:pt x="7646594" y="14514"/>
                  </a:lnTo>
                  <a:lnTo>
                    <a:pt x="7738911" y="11851"/>
                  </a:lnTo>
                  <a:lnTo>
                    <a:pt x="7823756" y="9710"/>
                  </a:lnTo>
                  <a:lnTo>
                    <a:pt x="7896745" y="8085"/>
                  </a:lnTo>
                  <a:lnTo>
                    <a:pt x="7954436" y="6943"/>
                  </a:lnTo>
                  <a:lnTo>
                    <a:pt x="7995157" y="6222"/>
                  </a:lnTo>
                  <a:lnTo>
                    <a:pt x="8019508" y="5835"/>
                  </a:lnTo>
                  <a:lnTo>
                    <a:pt x="8030405" y="5678"/>
                  </a:lnTo>
                  <a:lnTo>
                    <a:pt x="8032819" y="5647"/>
                  </a:lnTo>
                  <a:lnTo>
                    <a:pt x="8554953" y="5647"/>
                  </a:lnTo>
                  <a:lnTo>
                    <a:pt x="8554953" y="0"/>
                  </a:lnTo>
                  <a:lnTo>
                    <a:pt x="8032819" y="0"/>
                  </a:lnTo>
                  <a:lnTo>
                    <a:pt x="8031554" y="16"/>
                  </a:lnTo>
                  <a:lnTo>
                    <a:pt x="8023283" y="132"/>
                  </a:lnTo>
                  <a:lnTo>
                    <a:pt x="8002602" y="452"/>
                  </a:lnTo>
                  <a:lnTo>
                    <a:pt x="7966063" y="1082"/>
                  </a:lnTo>
                  <a:lnTo>
                    <a:pt x="7912481" y="2113"/>
                  </a:lnTo>
                  <a:lnTo>
                    <a:pt x="7842998" y="3615"/>
                  </a:lnTo>
                  <a:lnTo>
                    <a:pt x="7760688" y="5627"/>
                  </a:lnTo>
                  <a:lnTo>
                    <a:pt x="7669789" y="8163"/>
                  </a:lnTo>
                  <a:lnTo>
                    <a:pt x="7574802" y="11214"/>
                  </a:lnTo>
                  <a:lnTo>
                    <a:pt x="7479741" y="14770"/>
                  </a:lnTo>
                  <a:lnTo>
                    <a:pt x="7387693" y="18824"/>
                  </a:lnTo>
                  <a:lnTo>
                    <a:pt x="7300680" y="23384"/>
                  </a:lnTo>
                  <a:lnTo>
                    <a:pt x="7219753" y="28477"/>
                  </a:lnTo>
                  <a:lnTo>
                    <a:pt x="7145189" y="34154"/>
                  </a:lnTo>
                  <a:lnTo>
                    <a:pt x="7076714" y="40487"/>
                  </a:lnTo>
                  <a:lnTo>
                    <a:pt x="7013697" y="47568"/>
                  </a:lnTo>
                  <a:lnTo>
                    <a:pt x="6955303" y="55505"/>
                  </a:lnTo>
                  <a:lnTo>
                    <a:pt x="6900605" y="64413"/>
                  </a:lnTo>
                  <a:lnTo>
                    <a:pt x="6848672" y="74402"/>
                  </a:lnTo>
                  <a:lnTo>
                    <a:pt x="6798646" y="85546"/>
                  </a:lnTo>
                  <a:lnTo>
                    <a:pt x="6786527" y="88472"/>
                  </a:lnTo>
                  <a:lnTo>
                    <a:pt x="6733829" y="102193"/>
                  </a:lnTo>
                  <a:lnTo>
                    <a:pt x="6681641" y="117327"/>
                  </a:lnTo>
                  <a:lnTo>
                    <a:pt x="6629418" y="133895"/>
                  </a:lnTo>
                  <a:lnTo>
                    <a:pt x="6576789" y="151867"/>
                  </a:lnTo>
                  <a:lnTo>
                    <a:pt x="6523537" y="171158"/>
                  </a:lnTo>
                  <a:lnTo>
                    <a:pt x="6469580" y="191625"/>
                  </a:lnTo>
                  <a:lnTo>
                    <a:pt x="6414953" y="213066"/>
                  </a:lnTo>
                  <a:lnTo>
                    <a:pt x="6359788" y="235227"/>
                  </a:lnTo>
                  <a:lnTo>
                    <a:pt x="6304288" y="257816"/>
                  </a:lnTo>
                  <a:lnTo>
                    <a:pt x="6248702" y="280513"/>
                  </a:lnTo>
                  <a:lnTo>
                    <a:pt x="6193288" y="302995"/>
                  </a:lnTo>
                  <a:lnTo>
                    <a:pt x="6138281" y="324949"/>
                  </a:lnTo>
                  <a:lnTo>
                    <a:pt x="6083865" y="346093"/>
                  </a:lnTo>
                  <a:lnTo>
                    <a:pt x="6030143" y="366191"/>
                  </a:lnTo>
                  <a:lnTo>
                    <a:pt x="5977112" y="385059"/>
                  </a:lnTo>
                  <a:lnTo>
                    <a:pt x="5924648" y="402574"/>
                  </a:lnTo>
                  <a:lnTo>
                    <a:pt x="5872485" y="418668"/>
                  </a:lnTo>
                  <a:lnTo>
                    <a:pt x="5820199" y="433331"/>
                  </a:lnTo>
                  <a:lnTo>
                    <a:pt x="5784835" y="442361"/>
                  </a:lnTo>
                  <a:lnTo>
                    <a:pt x="5735164" y="453794"/>
                  </a:lnTo>
                  <a:lnTo>
                    <a:pt x="5683776" y="464062"/>
                  </a:lnTo>
                  <a:lnTo>
                    <a:pt x="5629844" y="473228"/>
                  </a:lnTo>
                  <a:lnTo>
                    <a:pt x="5572448" y="481393"/>
                  </a:lnTo>
                  <a:lnTo>
                    <a:pt x="5510654" y="488675"/>
                  </a:lnTo>
                  <a:lnTo>
                    <a:pt x="5443592" y="495183"/>
                  </a:lnTo>
                  <a:lnTo>
                    <a:pt x="5370571" y="501014"/>
                  </a:lnTo>
                  <a:lnTo>
                    <a:pt x="5291211" y="506245"/>
                  </a:lnTo>
                  <a:lnTo>
                    <a:pt x="5205633" y="510933"/>
                  </a:lnTo>
                  <a:lnTo>
                    <a:pt x="5114678" y="515110"/>
                  </a:lnTo>
                  <a:lnTo>
                    <a:pt x="5020115" y="518789"/>
                  </a:lnTo>
                  <a:lnTo>
                    <a:pt x="4924768" y="521966"/>
                  </a:lnTo>
                  <a:lnTo>
                    <a:pt x="4832451" y="524629"/>
                  </a:lnTo>
                  <a:lnTo>
                    <a:pt x="4747606" y="526770"/>
                  </a:lnTo>
                  <a:lnTo>
                    <a:pt x="4674617" y="528395"/>
                  </a:lnTo>
                  <a:lnTo>
                    <a:pt x="4616926" y="529537"/>
                  </a:lnTo>
                  <a:lnTo>
                    <a:pt x="4576205" y="530258"/>
                  </a:lnTo>
                  <a:lnTo>
                    <a:pt x="4551854" y="530645"/>
                  </a:lnTo>
                  <a:lnTo>
                    <a:pt x="4540957" y="530802"/>
                  </a:lnTo>
                  <a:lnTo>
                    <a:pt x="4538543" y="530834"/>
                  </a:lnTo>
                  <a:lnTo>
                    <a:pt x="4016409" y="530834"/>
                  </a:lnTo>
                  <a:lnTo>
                    <a:pt x="4015221" y="530900"/>
                  </a:lnTo>
                  <a:lnTo>
                    <a:pt x="4007441" y="531370"/>
                  </a:lnTo>
                  <a:lnTo>
                    <a:pt x="3987945" y="532672"/>
                  </a:lnTo>
                  <a:lnTo>
                    <a:pt x="3953392" y="535229"/>
                  </a:lnTo>
                  <a:lnTo>
                    <a:pt x="3902508" y="539423"/>
                  </a:lnTo>
                  <a:lnTo>
                    <a:pt x="3836166" y="545546"/>
                  </a:lnTo>
                  <a:lnTo>
                    <a:pt x="3757077" y="553773"/>
                  </a:lnTo>
                  <a:lnTo>
                    <a:pt x="3669120" y="564168"/>
                  </a:lnTo>
                  <a:lnTo>
                    <a:pt x="3576535" y="576714"/>
                  </a:lnTo>
                  <a:lnTo>
                    <a:pt x="3483213" y="591363"/>
                  </a:lnTo>
                  <a:lnTo>
                    <a:pt x="3392242" y="608077"/>
                  </a:lnTo>
                  <a:lnTo>
                    <a:pt x="3305739" y="626875"/>
                  </a:lnTo>
                  <a:lnTo>
                    <a:pt x="3224894" y="647850"/>
                  </a:lnTo>
                  <a:lnTo>
                    <a:pt x="3150136" y="671180"/>
                  </a:lnTo>
                  <a:lnTo>
                    <a:pt x="3081337" y="697133"/>
                  </a:lnTo>
                  <a:lnTo>
                    <a:pt x="3017987" y="726061"/>
                  </a:lnTo>
                  <a:lnTo>
                    <a:pt x="2959351" y="758384"/>
                  </a:lnTo>
                  <a:lnTo>
                    <a:pt x="2904581" y="794566"/>
                  </a:lnTo>
                  <a:lnTo>
                    <a:pt x="2852794" y="835066"/>
                  </a:lnTo>
                  <a:lnTo>
                    <a:pt x="2803150" y="880262"/>
                  </a:lnTo>
                  <a:lnTo>
                    <a:pt x="2770117" y="913900"/>
                  </a:lnTo>
                  <a:lnTo>
                    <a:pt x="2729901" y="958609"/>
                  </a:lnTo>
                  <a:lnTo>
                    <a:pt x="2690070" y="1006845"/>
                  </a:lnTo>
                  <a:lnTo>
                    <a:pt x="2650351" y="1058677"/>
                  </a:lnTo>
                  <a:lnTo>
                    <a:pt x="2610537" y="1114108"/>
                  </a:lnTo>
                  <a:lnTo>
                    <a:pt x="2570477" y="1173066"/>
                  </a:lnTo>
                  <a:lnTo>
                    <a:pt x="2530070" y="1235396"/>
                  </a:lnTo>
                  <a:lnTo>
                    <a:pt x="2489262" y="1300857"/>
                  </a:lnTo>
                  <a:lnTo>
                    <a:pt x="2448044" y="1369124"/>
                  </a:lnTo>
                  <a:lnTo>
                    <a:pt x="2406439" y="1439788"/>
                  </a:lnTo>
                  <a:lnTo>
                    <a:pt x="2364507" y="1512366"/>
                  </a:lnTo>
                  <a:lnTo>
                    <a:pt x="2322330" y="1586312"/>
                  </a:lnTo>
                  <a:lnTo>
                    <a:pt x="2280012" y="1661034"/>
                  </a:lnTo>
                  <a:lnTo>
                    <a:pt x="2237664" y="1735915"/>
                  </a:lnTo>
                  <a:lnTo>
                    <a:pt x="2195402" y="1810330"/>
                  </a:lnTo>
                  <a:lnTo>
                    <a:pt x="2153334" y="1883673"/>
                  </a:lnTo>
                  <a:lnTo>
                    <a:pt x="2111554" y="1955372"/>
                  </a:lnTo>
                  <a:lnTo>
                    <a:pt x="2070135" y="2024911"/>
                  </a:lnTo>
                  <a:lnTo>
                    <a:pt x="2029118" y="2091842"/>
                  </a:lnTo>
                  <a:lnTo>
                    <a:pt x="1988512" y="2155795"/>
                  </a:lnTo>
                  <a:lnTo>
                    <a:pt x="1948285" y="2216488"/>
                  </a:lnTo>
                  <a:lnTo>
                    <a:pt x="1908362" y="2273722"/>
                  </a:lnTo>
                  <a:lnTo>
                    <a:pt x="1868617" y="2327384"/>
                  </a:lnTo>
                  <a:lnTo>
                    <a:pt x="1828872" y="2377439"/>
                  </a:lnTo>
                  <a:lnTo>
                    <a:pt x="1788890" y="2423924"/>
                  </a:lnTo>
                  <a:lnTo>
                    <a:pt x="1768425" y="2446166"/>
                  </a:lnTo>
                  <a:lnTo>
                    <a:pt x="1719817" y="2494677"/>
                  </a:lnTo>
                  <a:lnTo>
                    <a:pt x="1669578" y="2538351"/>
                  </a:lnTo>
                  <a:lnTo>
                    <a:pt x="1616938" y="2577434"/>
                  </a:lnTo>
                  <a:lnTo>
                    <a:pt x="1561036" y="2612339"/>
                  </a:lnTo>
                  <a:lnTo>
                    <a:pt x="1500993" y="2643535"/>
                  </a:lnTo>
                  <a:lnTo>
                    <a:pt x="1435984" y="2671476"/>
                  </a:lnTo>
                  <a:lnTo>
                    <a:pt x="1365333" y="2696562"/>
                  </a:lnTo>
                  <a:lnTo>
                    <a:pt x="1288635" y="2719120"/>
                  </a:lnTo>
                  <a:lnTo>
                    <a:pt x="1205915" y="2739388"/>
                  </a:lnTo>
                  <a:lnTo>
                    <a:pt x="1117822" y="2757519"/>
                  </a:lnTo>
                  <a:lnTo>
                    <a:pt x="1025829" y="2773578"/>
                  </a:lnTo>
                  <a:lnTo>
                    <a:pt x="932363" y="2787565"/>
                  </a:lnTo>
                  <a:lnTo>
                    <a:pt x="840797" y="2799433"/>
                  </a:lnTo>
                  <a:lnTo>
                    <a:pt x="755197" y="2809138"/>
                  </a:lnTo>
                  <a:lnTo>
                    <a:pt x="679774" y="2816686"/>
                  </a:lnTo>
                  <a:lnTo>
                    <a:pt x="618122" y="2822171"/>
                  </a:lnTo>
                  <a:lnTo>
                    <a:pt x="572428" y="2825809"/>
                  </a:lnTo>
                  <a:lnTo>
                    <a:pt x="542896" y="2827924"/>
                  </a:lnTo>
                  <a:lnTo>
                    <a:pt x="527573" y="2828914"/>
                  </a:lnTo>
                  <a:lnTo>
                    <a:pt x="522518" y="2829211"/>
                  </a:lnTo>
                  <a:lnTo>
                    <a:pt x="522133" y="2829232"/>
                  </a:lnTo>
                  <a:lnTo>
                    <a:pt x="0" y="2829232"/>
                  </a:lnTo>
                  <a:close/>
                </a:path>
              </a:pathLst>
            </a:custGeom>
            <a:solidFill>
              <a:srgbClr val="E78AC3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1296" name="pl1296"/>
            <p:cNvSpPr/>
            <p:nvPr/>
          </p:nvSpPr>
          <p:spPr>
            <a:xfrm>
              <a:off x="386606" y="1885794"/>
              <a:ext cx="8554953" cy="2829232"/>
            </a:xfrm>
            <a:custGeom>
              <a:avLst/>
              <a:pathLst>
                <a:path w="8554953" h="2829232">
                  <a:moveTo>
                    <a:pt x="0" y="2829232"/>
                  </a:moveTo>
                  <a:lnTo>
                    <a:pt x="522133" y="2829232"/>
                  </a:lnTo>
                  <a:lnTo>
                    <a:pt x="523321" y="2829166"/>
                  </a:lnTo>
                  <a:lnTo>
                    <a:pt x="531102" y="2828696"/>
                  </a:lnTo>
                  <a:lnTo>
                    <a:pt x="550597" y="2827394"/>
                  </a:lnTo>
                  <a:lnTo>
                    <a:pt x="585150" y="2824837"/>
                  </a:lnTo>
                  <a:lnTo>
                    <a:pt x="636034" y="2820642"/>
                  </a:lnTo>
                  <a:lnTo>
                    <a:pt x="702376" y="2814520"/>
                  </a:lnTo>
                  <a:lnTo>
                    <a:pt x="781465" y="2806293"/>
                  </a:lnTo>
                  <a:lnTo>
                    <a:pt x="869423" y="2795898"/>
                  </a:lnTo>
                  <a:lnTo>
                    <a:pt x="962007" y="2783351"/>
                  </a:lnTo>
                  <a:lnTo>
                    <a:pt x="1055329" y="2768703"/>
                  </a:lnTo>
                  <a:lnTo>
                    <a:pt x="1146300" y="2751989"/>
                  </a:lnTo>
                  <a:lnTo>
                    <a:pt x="1232803" y="2733190"/>
                  </a:lnTo>
                  <a:lnTo>
                    <a:pt x="1313649" y="2712216"/>
                  </a:lnTo>
                  <a:lnTo>
                    <a:pt x="1388406" y="2688886"/>
                  </a:lnTo>
                  <a:lnTo>
                    <a:pt x="1457206" y="2662933"/>
                  </a:lnTo>
                  <a:lnTo>
                    <a:pt x="1520556" y="2634005"/>
                  </a:lnTo>
                  <a:lnTo>
                    <a:pt x="1579191" y="2601682"/>
                  </a:lnTo>
                  <a:lnTo>
                    <a:pt x="1633961" y="2565500"/>
                  </a:lnTo>
                  <a:lnTo>
                    <a:pt x="1685748" y="2525000"/>
                  </a:lnTo>
                  <a:lnTo>
                    <a:pt x="1735392" y="2479804"/>
                  </a:lnTo>
                  <a:lnTo>
                    <a:pt x="1768425" y="2446166"/>
                  </a:lnTo>
                  <a:lnTo>
                    <a:pt x="1808641" y="2401456"/>
                  </a:lnTo>
                  <a:lnTo>
                    <a:pt x="1848472" y="2353221"/>
                  </a:lnTo>
                  <a:lnTo>
                    <a:pt x="1888191" y="2301389"/>
                  </a:lnTo>
                  <a:lnTo>
                    <a:pt x="1928005" y="2245957"/>
                  </a:lnTo>
                  <a:lnTo>
                    <a:pt x="1968066" y="2187000"/>
                  </a:lnTo>
                  <a:lnTo>
                    <a:pt x="2008473" y="2124670"/>
                  </a:lnTo>
                  <a:lnTo>
                    <a:pt x="2049280" y="2059208"/>
                  </a:lnTo>
                  <a:lnTo>
                    <a:pt x="2090498" y="1990941"/>
                  </a:lnTo>
                  <a:lnTo>
                    <a:pt x="2132103" y="1920277"/>
                  </a:lnTo>
                  <a:lnTo>
                    <a:pt x="2174035" y="1847700"/>
                  </a:lnTo>
                  <a:lnTo>
                    <a:pt x="2216212" y="1773754"/>
                  </a:lnTo>
                  <a:lnTo>
                    <a:pt x="2258530" y="1699032"/>
                  </a:lnTo>
                  <a:lnTo>
                    <a:pt x="2300878" y="1624151"/>
                  </a:lnTo>
                  <a:lnTo>
                    <a:pt x="2343140" y="1549736"/>
                  </a:lnTo>
                  <a:lnTo>
                    <a:pt x="2385208" y="1476393"/>
                  </a:lnTo>
                  <a:lnTo>
                    <a:pt x="2426988" y="1404693"/>
                  </a:lnTo>
                  <a:lnTo>
                    <a:pt x="2468408" y="1335155"/>
                  </a:lnTo>
                  <a:lnTo>
                    <a:pt x="2509424" y="1268224"/>
                  </a:lnTo>
                  <a:lnTo>
                    <a:pt x="2550030" y="1204271"/>
                  </a:lnTo>
                  <a:lnTo>
                    <a:pt x="2590257" y="1143578"/>
                  </a:lnTo>
                  <a:lnTo>
                    <a:pt x="2630181" y="1086344"/>
                  </a:lnTo>
                  <a:lnTo>
                    <a:pt x="2669925" y="1032682"/>
                  </a:lnTo>
                  <a:lnTo>
                    <a:pt x="2709670" y="982627"/>
                  </a:lnTo>
                  <a:lnTo>
                    <a:pt x="2749653" y="936142"/>
                  </a:lnTo>
                  <a:lnTo>
                    <a:pt x="2770117" y="913900"/>
                  </a:lnTo>
                  <a:lnTo>
                    <a:pt x="2818725" y="865389"/>
                  </a:lnTo>
                  <a:lnTo>
                    <a:pt x="2868964" y="821715"/>
                  </a:lnTo>
                  <a:lnTo>
                    <a:pt x="2921604" y="782632"/>
                  </a:lnTo>
                  <a:lnTo>
                    <a:pt x="2977506" y="747727"/>
                  </a:lnTo>
                  <a:lnTo>
                    <a:pt x="3037549" y="716531"/>
                  </a:lnTo>
                  <a:lnTo>
                    <a:pt x="3102558" y="688590"/>
                  </a:lnTo>
                  <a:lnTo>
                    <a:pt x="3173209" y="663503"/>
                  </a:lnTo>
                  <a:lnTo>
                    <a:pt x="3249907" y="640946"/>
                  </a:lnTo>
                  <a:lnTo>
                    <a:pt x="3332628" y="620678"/>
                  </a:lnTo>
                  <a:lnTo>
                    <a:pt x="3420720" y="602547"/>
                  </a:lnTo>
                  <a:lnTo>
                    <a:pt x="3512713" y="586487"/>
                  </a:lnTo>
                  <a:lnTo>
                    <a:pt x="3606179" y="572501"/>
                  </a:lnTo>
                  <a:lnTo>
                    <a:pt x="3697745" y="560633"/>
                  </a:lnTo>
                  <a:lnTo>
                    <a:pt x="3783345" y="550927"/>
                  </a:lnTo>
                  <a:lnTo>
                    <a:pt x="3858769" y="543380"/>
                  </a:lnTo>
                  <a:lnTo>
                    <a:pt x="3920420" y="537895"/>
                  </a:lnTo>
                  <a:lnTo>
                    <a:pt x="3966114" y="534257"/>
                  </a:lnTo>
                  <a:lnTo>
                    <a:pt x="3995646" y="532142"/>
                  </a:lnTo>
                  <a:lnTo>
                    <a:pt x="4010969" y="531151"/>
                  </a:lnTo>
                  <a:lnTo>
                    <a:pt x="4016024" y="530854"/>
                  </a:lnTo>
                  <a:lnTo>
                    <a:pt x="4016409" y="530834"/>
                  </a:lnTo>
                  <a:lnTo>
                    <a:pt x="4538543" y="530834"/>
                  </a:lnTo>
                  <a:lnTo>
                    <a:pt x="4539808" y="530817"/>
                  </a:lnTo>
                  <a:lnTo>
                    <a:pt x="4548079" y="530701"/>
                  </a:lnTo>
                  <a:lnTo>
                    <a:pt x="4568760" y="530381"/>
                  </a:lnTo>
                  <a:lnTo>
                    <a:pt x="4605299" y="529751"/>
                  </a:lnTo>
                  <a:lnTo>
                    <a:pt x="4658881" y="528720"/>
                  </a:lnTo>
                  <a:lnTo>
                    <a:pt x="4728364" y="527218"/>
                  </a:lnTo>
                  <a:lnTo>
                    <a:pt x="4810674" y="525206"/>
                  </a:lnTo>
                  <a:lnTo>
                    <a:pt x="4901573" y="522671"/>
                  </a:lnTo>
                  <a:lnTo>
                    <a:pt x="4996560" y="519619"/>
                  </a:lnTo>
                  <a:lnTo>
                    <a:pt x="5091621" y="516063"/>
                  </a:lnTo>
                  <a:lnTo>
                    <a:pt x="5183669" y="512009"/>
                  </a:lnTo>
                  <a:lnTo>
                    <a:pt x="5270682" y="507449"/>
                  </a:lnTo>
                  <a:lnTo>
                    <a:pt x="5351609" y="502356"/>
                  </a:lnTo>
                  <a:lnTo>
                    <a:pt x="5426173" y="496679"/>
                  </a:lnTo>
                  <a:lnTo>
                    <a:pt x="5494648" y="490346"/>
                  </a:lnTo>
                  <a:lnTo>
                    <a:pt x="5557665" y="483265"/>
                  </a:lnTo>
                  <a:lnTo>
                    <a:pt x="5616059" y="475328"/>
                  </a:lnTo>
                  <a:lnTo>
                    <a:pt x="5670757" y="466420"/>
                  </a:lnTo>
                  <a:lnTo>
                    <a:pt x="5722690" y="456431"/>
                  </a:lnTo>
                  <a:lnTo>
                    <a:pt x="5772716" y="445287"/>
                  </a:lnTo>
                  <a:lnTo>
                    <a:pt x="5784835" y="442361"/>
                  </a:lnTo>
                  <a:lnTo>
                    <a:pt x="5837533" y="428640"/>
                  </a:lnTo>
                  <a:lnTo>
                    <a:pt x="5889720" y="413506"/>
                  </a:lnTo>
                  <a:lnTo>
                    <a:pt x="5941944" y="396938"/>
                  </a:lnTo>
                  <a:lnTo>
                    <a:pt x="5994573" y="378966"/>
                  </a:lnTo>
                  <a:lnTo>
                    <a:pt x="6047825" y="359675"/>
                  </a:lnTo>
                  <a:lnTo>
                    <a:pt x="6101782" y="339208"/>
                  </a:lnTo>
                  <a:lnTo>
                    <a:pt x="6156409" y="317767"/>
                  </a:lnTo>
                  <a:lnTo>
                    <a:pt x="6211574" y="295606"/>
                  </a:lnTo>
                  <a:lnTo>
                    <a:pt x="6267074" y="273017"/>
                  </a:lnTo>
                  <a:lnTo>
                    <a:pt x="6322660" y="250320"/>
                  </a:lnTo>
                  <a:lnTo>
                    <a:pt x="6378074" y="227838"/>
                  </a:lnTo>
                  <a:lnTo>
                    <a:pt x="6433081" y="205884"/>
                  </a:lnTo>
                  <a:lnTo>
                    <a:pt x="6487497" y="184740"/>
                  </a:lnTo>
                  <a:lnTo>
                    <a:pt x="6541219" y="164642"/>
                  </a:lnTo>
                  <a:lnTo>
                    <a:pt x="6594250" y="145774"/>
                  </a:lnTo>
                  <a:lnTo>
                    <a:pt x="6646714" y="128259"/>
                  </a:lnTo>
                  <a:lnTo>
                    <a:pt x="6698876" y="112165"/>
                  </a:lnTo>
                  <a:lnTo>
                    <a:pt x="6751163" y="97502"/>
                  </a:lnTo>
                  <a:lnTo>
                    <a:pt x="6786527" y="88472"/>
                  </a:lnTo>
                  <a:lnTo>
                    <a:pt x="6836198" y="77039"/>
                  </a:lnTo>
                  <a:lnTo>
                    <a:pt x="6887586" y="66771"/>
                  </a:lnTo>
                  <a:lnTo>
                    <a:pt x="6941518" y="57606"/>
                  </a:lnTo>
                  <a:lnTo>
                    <a:pt x="6998914" y="49440"/>
                  </a:lnTo>
                  <a:lnTo>
                    <a:pt x="7060708" y="42158"/>
                  </a:lnTo>
                  <a:lnTo>
                    <a:pt x="7127770" y="35650"/>
                  </a:lnTo>
                  <a:lnTo>
                    <a:pt x="7200791" y="29819"/>
                  </a:lnTo>
                  <a:lnTo>
                    <a:pt x="7280151" y="24588"/>
                  </a:lnTo>
                  <a:lnTo>
                    <a:pt x="7365729" y="19900"/>
                  </a:lnTo>
                  <a:lnTo>
                    <a:pt x="7456684" y="15723"/>
                  </a:lnTo>
                  <a:lnTo>
                    <a:pt x="7551247" y="12044"/>
                  </a:lnTo>
                  <a:lnTo>
                    <a:pt x="7646594" y="8867"/>
                  </a:lnTo>
                  <a:lnTo>
                    <a:pt x="7738911" y="6204"/>
                  </a:lnTo>
                  <a:lnTo>
                    <a:pt x="7823756" y="4063"/>
                  </a:lnTo>
                  <a:lnTo>
                    <a:pt x="7896745" y="2438"/>
                  </a:lnTo>
                  <a:lnTo>
                    <a:pt x="7954436" y="1296"/>
                  </a:lnTo>
                  <a:lnTo>
                    <a:pt x="7995157" y="575"/>
                  </a:lnTo>
                  <a:lnTo>
                    <a:pt x="8019508" y="188"/>
                  </a:lnTo>
                  <a:lnTo>
                    <a:pt x="8030405" y="31"/>
                  </a:lnTo>
                  <a:lnTo>
                    <a:pt x="8032799" y="0"/>
                  </a:lnTo>
                  <a:lnTo>
                    <a:pt x="8032819" y="0"/>
                  </a:lnTo>
                  <a:lnTo>
                    <a:pt x="8554953" y="0"/>
                  </a:lnTo>
                  <a:lnTo>
                    <a:pt x="8554953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297" name="pl1297"/>
            <p:cNvSpPr/>
            <p:nvPr/>
          </p:nvSpPr>
          <p:spPr>
            <a:xfrm>
              <a:off x="386606" y="1880147"/>
              <a:ext cx="8554953" cy="2829232"/>
            </a:xfrm>
            <a:custGeom>
              <a:avLst/>
              <a:pathLst>
                <a:path w="8554953" h="2829232">
                  <a:moveTo>
                    <a:pt x="8554953" y="0"/>
                  </a:moveTo>
                  <a:lnTo>
                    <a:pt x="8032819" y="0"/>
                  </a:lnTo>
                  <a:lnTo>
                    <a:pt x="8031554" y="16"/>
                  </a:lnTo>
                  <a:lnTo>
                    <a:pt x="8023283" y="132"/>
                  </a:lnTo>
                  <a:lnTo>
                    <a:pt x="8002602" y="452"/>
                  </a:lnTo>
                  <a:lnTo>
                    <a:pt x="7966063" y="1082"/>
                  </a:lnTo>
                  <a:lnTo>
                    <a:pt x="7912481" y="2113"/>
                  </a:lnTo>
                  <a:lnTo>
                    <a:pt x="7842998" y="3615"/>
                  </a:lnTo>
                  <a:lnTo>
                    <a:pt x="7760688" y="5627"/>
                  </a:lnTo>
                  <a:lnTo>
                    <a:pt x="7669789" y="8163"/>
                  </a:lnTo>
                  <a:lnTo>
                    <a:pt x="7574802" y="11214"/>
                  </a:lnTo>
                  <a:lnTo>
                    <a:pt x="7479741" y="14770"/>
                  </a:lnTo>
                  <a:lnTo>
                    <a:pt x="7387693" y="18824"/>
                  </a:lnTo>
                  <a:lnTo>
                    <a:pt x="7300680" y="23384"/>
                  </a:lnTo>
                  <a:lnTo>
                    <a:pt x="7219753" y="28477"/>
                  </a:lnTo>
                  <a:lnTo>
                    <a:pt x="7145189" y="34154"/>
                  </a:lnTo>
                  <a:lnTo>
                    <a:pt x="7076714" y="40487"/>
                  </a:lnTo>
                  <a:lnTo>
                    <a:pt x="7013697" y="47568"/>
                  </a:lnTo>
                  <a:lnTo>
                    <a:pt x="6955303" y="55505"/>
                  </a:lnTo>
                  <a:lnTo>
                    <a:pt x="6900605" y="64413"/>
                  </a:lnTo>
                  <a:lnTo>
                    <a:pt x="6848672" y="74402"/>
                  </a:lnTo>
                  <a:lnTo>
                    <a:pt x="6798646" y="85546"/>
                  </a:lnTo>
                  <a:lnTo>
                    <a:pt x="6786527" y="88472"/>
                  </a:lnTo>
                  <a:lnTo>
                    <a:pt x="6733829" y="102193"/>
                  </a:lnTo>
                  <a:lnTo>
                    <a:pt x="6681641" y="117327"/>
                  </a:lnTo>
                  <a:lnTo>
                    <a:pt x="6629418" y="133895"/>
                  </a:lnTo>
                  <a:lnTo>
                    <a:pt x="6576789" y="151867"/>
                  </a:lnTo>
                  <a:lnTo>
                    <a:pt x="6523537" y="171158"/>
                  </a:lnTo>
                  <a:lnTo>
                    <a:pt x="6469580" y="191625"/>
                  </a:lnTo>
                  <a:lnTo>
                    <a:pt x="6414953" y="213066"/>
                  </a:lnTo>
                  <a:lnTo>
                    <a:pt x="6359788" y="235227"/>
                  </a:lnTo>
                  <a:lnTo>
                    <a:pt x="6304288" y="257816"/>
                  </a:lnTo>
                  <a:lnTo>
                    <a:pt x="6248702" y="280513"/>
                  </a:lnTo>
                  <a:lnTo>
                    <a:pt x="6193288" y="302995"/>
                  </a:lnTo>
                  <a:lnTo>
                    <a:pt x="6138281" y="324949"/>
                  </a:lnTo>
                  <a:lnTo>
                    <a:pt x="6083865" y="346093"/>
                  </a:lnTo>
                  <a:lnTo>
                    <a:pt x="6030143" y="366191"/>
                  </a:lnTo>
                  <a:lnTo>
                    <a:pt x="5977112" y="385059"/>
                  </a:lnTo>
                  <a:lnTo>
                    <a:pt x="5924648" y="402574"/>
                  </a:lnTo>
                  <a:lnTo>
                    <a:pt x="5872485" y="418668"/>
                  </a:lnTo>
                  <a:lnTo>
                    <a:pt x="5820199" y="433331"/>
                  </a:lnTo>
                  <a:lnTo>
                    <a:pt x="5784835" y="442361"/>
                  </a:lnTo>
                  <a:lnTo>
                    <a:pt x="5735164" y="453794"/>
                  </a:lnTo>
                  <a:lnTo>
                    <a:pt x="5683776" y="464062"/>
                  </a:lnTo>
                  <a:lnTo>
                    <a:pt x="5629844" y="473228"/>
                  </a:lnTo>
                  <a:lnTo>
                    <a:pt x="5572448" y="481393"/>
                  </a:lnTo>
                  <a:lnTo>
                    <a:pt x="5510654" y="488675"/>
                  </a:lnTo>
                  <a:lnTo>
                    <a:pt x="5443592" y="495183"/>
                  </a:lnTo>
                  <a:lnTo>
                    <a:pt x="5370571" y="501014"/>
                  </a:lnTo>
                  <a:lnTo>
                    <a:pt x="5291211" y="506245"/>
                  </a:lnTo>
                  <a:lnTo>
                    <a:pt x="5205633" y="510933"/>
                  </a:lnTo>
                  <a:lnTo>
                    <a:pt x="5114678" y="515110"/>
                  </a:lnTo>
                  <a:lnTo>
                    <a:pt x="5020115" y="518789"/>
                  </a:lnTo>
                  <a:lnTo>
                    <a:pt x="4924768" y="521966"/>
                  </a:lnTo>
                  <a:lnTo>
                    <a:pt x="4832451" y="524629"/>
                  </a:lnTo>
                  <a:lnTo>
                    <a:pt x="4747606" y="526770"/>
                  </a:lnTo>
                  <a:lnTo>
                    <a:pt x="4674617" y="528395"/>
                  </a:lnTo>
                  <a:lnTo>
                    <a:pt x="4616926" y="529537"/>
                  </a:lnTo>
                  <a:lnTo>
                    <a:pt x="4576205" y="530258"/>
                  </a:lnTo>
                  <a:lnTo>
                    <a:pt x="4551854" y="530645"/>
                  </a:lnTo>
                  <a:lnTo>
                    <a:pt x="4540957" y="530802"/>
                  </a:lnTo>
                  <a:lnTo>
                    <a:pt x="4538562" y="530833"/>
                  </a:lnTo>
                  <a:lnTo>
                    <a:pt x="4538543" y="530834"/>
                  </a:lnTo>
                  <a:lnTo>
                    <a:pt x="4016409" y="530834"/>
                  </a:lnTo>
                  <a:lnTo>
                    <a:pt x="4015221" y="530900"/>
                  </a:lnTo>
                  <a:lnTo>
                    <a:pt x="4007441" y="531370"/>
                  </a:lnTo>
                  <a:lnTo>
                    <a:pt x="3987945" y="532672"/>
                  </a:lnTo>
                  <a:lnTo>
                    <a:pt x="3953392" y="535229"/>
                  </a:lnTo>
                  <a:lnTo>
                    <a:pt x="3902508" y="539423"/>
                  </a:lnTo>
                  <a:lnTo>
                    <a:pt x="3836166" y="545546"/>
                  </a:lnTo>
                  <a:lnTo>
                    <a:pt x="3757077" y="553773"/>
                  </a:lnTo>
                  <a:lnTo>
                    <a:pt x="3669120" y="564168"/>
                  </a:lnTo>
                  <a:lnTo>
                    <a:pt x="3576535" y="576714"/>
                  </a:lnTo>
                  <a:lnTo>
                    <a:pt x="3483213" y="591363"/>
                  </a:lnTo>
                  <a:lnTo>
                    <a:pt x="3392242" y="608077"/>
                  </a:lnTo>
                  <a:lnTo>
                    <a:pt x="3305739" y="626875"/>
                  </a:lnTo>
                  <a:lnTo>
                    <a:pt x="3224894" y="647850"/>
                  </a:lnTo>
                  <a:lnTo>
                    <a:pt x="3150136" y="671180"/>
                  </a:lnTo>
                  <a:lnTo>
                    <a:pt x="3081337" y="697133"/>
                  </a:lnTo>
                  <a:lnTo>
                    <a:pt x="3017987" y="726061"/>
                  </a:lnTo>
                  <a:lnTo>
                    <a:pt x="2959351" y="758384"/>
                  </a:lnTo>
                  <a:lnTo>
                    <a:pt x="2904581" y="794566"/>
                  </a:lnTo>
                  <a:lnTo>
                    <a:pt x="2852794" y="835066"/>
                  </a:lnTo>
                  <a:lnTo>
                    <a:pt x="2803150" y="880262"/>
                  </a:lnTo>
                  <a:lnTo>
                    <a:pt x="2770117" y="913900"/>
                  </a:lnTo>
                  <a:lnTo>
                    <a:pt x="2729901" y="958609"/>
                  </a:lnTo>
                  <a:lnTo>
                    <a:pt x="2690070" y="1006845"/>
                  </a:lnTo>
                  <a:lnTo>
                    <a:pt x="2650351" y="1058677"/>
                  </a:lnTo>
                  <a:lnTo>
                    <a:pt x="2610537" y="1114108"/>
                  </a:lnTo>
                  <a:lnTo>
                    <a:pt x="2570477" y="1173066"/>
                  </a:lnTo>
                  <a:lnTo>
                    <a:pt x="2530070" y="1235396"/>
                  </a:lnTo>
                  <a:lnTo>
                    <a:pt x="2489262" y="1300857"/>
                  </a:lnTo>
                  <a:lnTo>
                    <a:pt x="2448044" y="1369124"/>
                  </a:lnTo>
                  <a:lnTo>
                    <a:pt x="2406439" y="1439788"/>
                  </a:lnTo>
                  <a:lnTo>
                    <a:pt x="2364507" y="1512366"/>
                  </a:lnTo>
                  <a:lnTo>
                    <a:pt x="2322330" y="1586312"/>
                  </a:lnTo>
                  <a:lnTo>
                    <a:pt x="2280012" y="1661034"/>
                  </a:lnTo>
                  <a:lnTo>
                    <a:pt x="2237664" y="1735915"/>
                  </a:lnTo>
                  <a:lnTo>
                    <a:pt x="2195402" y="1810330"/>
                  </a:lnTo>
                  <a:lnTo>
                    <a:pt x="2153334" y="1883673"/>
                  </a:lnTo>
                  <a:lnTo>
                    <a:pt x="2111554" y="1955372"/>
                  </a:lnTo>
                  <a:lnTo>
                    <a:pt x="2070135" y="2024911"/>
                  </a:lnTo>
                  <a:lnTo>
                    <a:pt x="2029118" y="2091842"/>
                  </a:lnTo>
                  <a:lnTo>
                    <a:pt x="1988512" y="2155795"/>
                  </a:lnTo>
                  <a:lnTo>
                    <a:pt x="1948285" y="2216488"/>
                  </a:lnTo>
                  <a:lnTo>
                    <a:pt x="1908362" y="2273722"/>
                  </a:lnTo>
                  <a:lnTo>
                    <a:pt x="1868617" y="2327384"/>
                  </a:lnTo>
                  <a:lnTo>
                    <a:pt x="1828872" y="2377439"/>
                  </a:lnTo>
                  <a:lnTo>
                    <a:pt x="1788890" y="2423924"/>
                  </a:lnTo>
                  <a:lnTo>
                    <a:pt x="1768425" y="2446166"/>
                  </a:lnTo>
                  <a:lnTo>
                    <a:pt x="1719817" y="2494677"/>
                  </a:lnTo>
                  <a:lnTo>
                    <a:pt x="1669578" y="2538351"/>
                  </a:lnTo>
                  <a:lnTo>
                    <a:pt x="1616938" y="2577434"/>
                  </a:lnTo>
                  <a:lnTo>
                    <a:pt x="1561036" y="2612339"/>
                  </a:lnTo>
                  <a:lnTo>
                    <a:pt x="1500993" y="2643535"/>
                  </a:lnTo>
                  <a:lnTo>
                    <a:pt x="1435984" y="2671476"/>
                  </a:lnTo>
                  <a:lnTo>
                    <a:pt x="1365333" y="2696562"/>
                  </a:lnTo>
                  <a:lnTo>
                    <a:pt x="1288635" y="2719120"/>
                  </a:lnTo>
                  <a:lnTo>
                    <a:pt x="1205915" y="2739388"/>
                  </a:lnTo>
                  <a:lnTo>
                    <a:pt x="1117822" y="2757519"/>
                  </a:lnTo>
                  <a:lnTo>
                    <a:pt x="1025829" y="2773578"/>
                  </a:lnTo>
                  <a:lnTo>
                    <a:pt x="932363" y="2787565"/>
                  </a:lnTo>
                  <a:lnTo>
                    <a:pt x="840797" y="2799433"/>
                  </a:lnTo>
                  <a:lnTo>
                    <a:pt x="755197" y="2809138"/>
                  </a:lnTo>
                  <a:lnTo>
                    <a:pt x="679774" y="2816686"/>
                  </a:lnTo>
                  <a:lnTo>
                    <a:pt x="618122" y="2822171"/>
                  </a:lnTo>
                  <a:lnTo>
                    <a:pt x="572428" y="2825809"/>
                  </a:lnTo>
                  <a:lnTo>
                    <a:pt x="542896" y="2827924"/>
                  </a:lnTo>
                  <a:lnTo>
                    <a:pt x="527573" y="2828914"/>
                  </a:lnTo>
                  <a:lnTo>
                    <a:pt x="522518" y="2829211"/>
                  </a:lnTo>
                  <a:lnTo>
                    <a:pt x="522133" y="2829232"/>
                  </a:lnTo>
                  <a:lnTo>
                    <a:pt x="0" y="2829232"/>
                  </a:lnTo>
                  <a:lnTo>
                    <a:pt x="0" y="2829232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298" name="pg1298"/>
            <p:cNvSpPr/>
            <p:nvPr/>
          </p:nvSpPr>
          <p:spPr>
            <a:xfrm>
              <a:off x="386606" y="2060856"/>
              <a:ext cx="8554953" cy="2659817"/>
            </a:xfrm>
            <a:custGeom>
              <a:avLst/>
              <a:pathLst>
                <a:path w="8554953" h="2659817">
                  <a:moveTo>
                    <a:pt x="0" y="2659817"/>
                  </a:moveTo>
                  <a:lnTo>
                    <a:pt x="522133" y="2659817"/>
                  </a:lnTo>
                  <a:lnTo>
                    <a:pt x="523322" y="2659752"/>
                  </a:lnTo>
                  <a:lnTo>
                    <a:pt x="531110" y="2659284"/>
                  </a:lnTo>
                  <a:lnTo>
                    <a:pt x="550622" y="2657991"/>
                  </a:lnTo>
                  <a:lnTo>
                    <a:pt x="585204" y="2655450"/>
                  </a:lnTo>
                  <a:lnTo>
                    <a:pt x="636127" y="2651283"/>
                  </a:lnTo>
                  <a:lnTo>
                    <a:pt x="702515" y="2645200"/>
                  </a:lnTo>
                  <a:lnTo>
                    <a:pt x="781652" y="2637026"/>
                  </a:lnTo>
                  <a:lnTo>
                    <a:pt x="869654" y="2626699"/>
                  </a:lnTo>
                  <a:lnTo>
                    <a:pt x="962274" y="2614236"/>
                  </a:lnTo>
                  <a:lnTo>
                    <a:pt x="1055623" y="2599685"/>
                  </a:lnTo>
                  <a:lnTo>
                    <a:pt x="1146610" y="2583081"/>
                  </a:lnTo>
                  <a:lnTo>
                    <a:pt x="1233122" y="2564408"/>
                  </a:lnTo>
                  <a:lnTo>
                    <a:pt x="1313969" y="2543573"/>
                  </a:lnTo>
                  <a:lnTo>
                    <a:pt x="1388724" y="2520397"/>
                  </a:lnTo>
                  <a:lnTo>
                    <a:pt x="1457519" y="2494614"/>
                  </a:lnTo>
                  <a:lnTo>
                    <a:pt x="1520864" y="2465874"/>
                  </a:lnTo>
                  <a:lnTo>
                    <a:pt x="1579496" y="2433761"/>
                  </a:lnTo>
                  <a:lnTo>
                    <a:pt x="1634265" y="2397812"/>
                  </a:lnTo>
                  <a:lnTo>
                    <a:pt x="1686053" y="2357571"/>
                  </a:lnTo>
                  <a:lnTo>
                    <a:pt x="1735702" y="2312664"/>
                  </a:lnTo>
                  <a:lnTo>
                    <a:pt x="1768425" y="2279574"/>
                  </a:lnTo>
                  <a:lnTo>
                    <a:pt x="1808744" y="2235075"/>
                  </a:lnTo>
                  <a:lnTo>
                    <a:pt x="1848678" y="2187057"/>
                  </a:lnTo>
                  <a:lnTo>
                    <a:pt x="1888500" y="2135451"/>
                  </a:lnTo>
                  <a:lnTo>
                    <a:pt x="1928419" y="2080253"/>
                  </a:lnTo>
                  <a:lnTo>
                    <a:pt x="1968586" y="2021538"/>
                  </a:lnTo>
                  <a:lnTo>
                    <a:pt x="2009103" y="1959462"/>
                  </a:lnTo>
                  <a:lnTo>
                    <a:pt x="2050023" y="1894265"/>
                  </a:lnTo>
                  <a:lnTo>
                    <a:pt x="2091356" y="1826275"/>
                  </a:lnTo>
                  <a:lnTo>
                    <a:pt x="2133077" y="1755903"/>
                  </a:lnTo>
                  <a:lnTo>
                    <a:pt x="2175125" y="1683634"/>
                  </a:lnTo>
                  <a:lnTo>
                    <a:pt x="2217416" y="1610014"/>
                  </a:lnTo>
                  <a:lnTo>
                    <a:pt x="2259846" y="1535637"/>
                  </a:lnTo>
                  <a:lnTo>
                    <a:pt x="2302302" y="1461121"/>
                  </a:lnTo>
                  <a:lnTo>
                    <a:pt x="2344669" y="1387091"/>
                  </a:lnTo>
                  <a:lnTo>
                    <a:pt x="2386836" y="1314151"/>
                  </a:lnTo>
                  <a:lnTo>
                    <a:pt x="2428711" y="1242873"/>
                  </a:lnTo>
                  <a:lnTo>
                    <a:pt x="2470222" y="1173771"/>
                  </a:lnTo>
                  <a:lnTo>
                    <a:pt x="2511326" y="1107288"/>
                  </a:lnTo>
                  <a:lnTo>
                    <a:pt x="2552018" y="1043792"/>
                  </a:lnTo>
                  <a:lnTo>
                    <a:pt x="2592331" y="983560"/>
                  </a:lnTo>
                  <a:lnTo>
                    <a:pt x="2632345" y="926788"/>
                  </a:lnTo>
                  <a:lnTo>
                    <a:pt x="2672187" y="873583"/>
                  </a:lnTo>
                  <a:lnTo>
                    <a:pt x="2712042" y="823977"/>
                  </a:lnTo>
                  <a:lnTo>
                    <a:pt x="2752152" y="777929"/>
                  </a:lnTo>
                  <a:lnTo>
                    <a:pt x="2770117" y="758603"/>
                  </a:lnTo>
                  <a:lnTo>
                    <a:pt x="2818741" y="710435"/>
                  </a:lnTo>
                  <a:lnTo>
                    <a:pt x="2868997" y="667071"/>
                  </a:lnTo>
                  <a:lnTo>
                    <a:pt x="2921655" y="628268"/>
                  </a:lnTo>
                  <a:lnTo>
                    <a:pt x="2977579" y="593613"/>
                  </a:lnTo>
                  <a:lnTo>
                    <a:pt x="3037648" y="562642"/>
                  </a:lnTo>
                  <a:lnTo>
                    <a:pt x="3102687" y="534903"/>
                  </a:lnTo>
                  <a:lnTo>
                    <a:pt x="3173372" y="510000"/>
                  </a:lnTo>
                  <a:lnTo>
                    <a:pt x="3250110" y="487607"/>
                  </a:lnTo>
                  <a:lnTo>
                    <a:pt x="3332872" y="467488"/>
                  </a:lnTo>
                  <a:lnTo>
                    <a:pt x="3421006" y="449491"/>
                  </a:lnTo>
                  <a:lnTo>
                    <a:pt x="3513038" y="433552"/>
                  </a:lnTo>
                  <a:lnTo>
                    <a:pt x="3606534" y="419672"/>
                  </a:lnTo>
                  <a:lnTo>
                    <a:pt x="3698113" y="407896"/>
                  </a:lnTo>
                  <a:lnTo>
                    <a:pt x="3783706" y="398268"/>
                  </a:lnTo>
                  <a:lnTo>
                    <a:pt x="3859097" y="390784"/>
                  </a:lnTo>
                  <a:lnTo>
                    <a:pt x="3920693" y="385346"/>
                  </a:lnTo>
                  <a:lnTo>
                    <a:pt x="3966316" y="381743"/>
                  </a:lnTo>
                  <a:lnTo>
                    <a:pt x="3995771" y="379651"/>
                  </a:lnTo>
                  <a:lnTo>
                    <a:pt x="4011025" y="378672"/>
                  </a:lnTo>
                  <a:lnTo>
                    <a:pt x="4016035" y="378380"/>
                  </a:lnTo>
                  <a:lnTo>
                    <a:pt x="4016409" y="378360"/>
                  </a:lnTo>
                  <a:lnTo>
                    <a:pt x="4538543" y="378360"/>
                  </a:lnTo>
                  <a:lnTo>
                    <a:pt x="4539810" y="378349"/>
                  </a:lnTo>
                  <a:lnTo>
                    <a:pt x="4548097" y="378267"/>
                  </a:lnTo>
                  <a:lnTo>
                    <a:pt x="4568814" y="378041"/>
                  </a:lnTo>
                  <a:lnTo>
                    <a:pt x="4605414" y="377598"/>
                  </a:lnTo>
                  <a:lnTo>
                    <a:pt x="4659078" y="376873"/>
                  </a:lnTo>
                  <a:lnTo>
                    <a:pt x="4728656" y="375817"/>
                  </a:lnTo>
                  <a:lnTo>
                    <a:pt x="4811063" y="374401"/>
                  </a:lnTo>
                  <a:lnTo>
                    <a:pt x="4902050" y="372618"/>
                  </a:lnTo>
                  <a:lnTo>
                    <a:pt x="4997108" y="370472"/>
                  </a:lnTo>
                  <a:lnTo>
                    <a:pt x="5092219" y="367972"/>
                  </a:lnTo>
                  <a:lnTo>
                    <a:pt x="5184297" y="365121"/>
                  </a:lnTo>
                  <a:lnTo>
                    <a:pt x="5271324" y="361915"/>
                  </a:lnTo>
                  <a:lnTo>
                    <a:pt x="5352252" y="358334"/>
                  </a:lnTo>
                  <a:lnTo>
                    <a:pt x="5426810" y="354342"/>
                  </a:lnTo>
                  <a:lnTo>
                    <a:pt x="5495274" y="349888"/>
                  </a:lnTo>
                  <a:lnTo>
                    <a:pt x="5558281" y="344907"/>
                  </a:lnTo>
                  <a:lnTo>
                    <a:pt x="5616669" y="339324"/>
                  </a:lnTo>
                  <a:lnTo>
                    <a:pt x="5671366" y="333057"/>
                  </a:lnTo>
                  <a:lnTo>
                    <a:pt x="5723305" y="326030"/>
                  </a:lnTo>
                  <a:lnTo>
                    <a:pt x="5773344" y="318191"/>
                  </a:lnTo>
                  <a:lnTo>
                    <a:pt x="5784835" y="316241"/>
                  </a:lnTo>
                  <a:lnTo>
                    <a:pt x="5838296" y="306459"/>
                  </a:lnTo>
                  <a:lnTo>
                    <a:pt x="5891241" y="295656"/>
                  </a:lnTo>
                  <a:lnTo>
                    <a:pt x="5944236" y="283817"/>
                  </a:lnTo>
                  <a:lnTo>
                    <a:pt x="5997661" y="270964"/>
                  </a:lnTo>
                  <a:lnTo>
                    <a:pt x="6051735" y="257163"/>
                  </a:lnTo>
                  <a:lnTo>
                    <a:pt x="6106536" y="242522"/>
                  </a:lnTo>
                  <a:lnTo>
                    <a:pt x="6162018" y="227192"/>
                  </a:lnTo>
                  <a:lnTo>
                    <a:pt x="6218036" y="211361"/>
                  </a:lnTo>
                  <a:lnTo>
                    <a:pt x="6274369" y="195248"/>
                  </a:lnTo>
                  <a:lnTo>
                    <a:pt x="6330757" y="179087"/>
                  </a:lnTo>
                  <a:lnTo>
                    <a:pt x="6386930" y="163115"/>
                  </a:lnTo>
                  <a:lnTo>
                    <a:pt x="6442649" y="147560"/>
                  </a:lnTo>
                  <a:lnTo>
                    <a:pt x="6497735" y="132622"/>
                  </a:lnTo>
                  <a:lnTo>
                    <a:pt x="6552099" y="118469"/>
                  </a:lnTo>
                  <a:lnTo>
                    <a:pt x="6605767" y="105226"/>
                  </a:lnTo>
                  <a:lnTo>
                    <a:pt x="6658898" y="92975"/>
                  </a:lnTo>
                  <a:lnTo>
                    <a:pt x="6711806" y="81756"/>
                  </a:lnTo>
                  <a:lnTo>
                    <a:pt x="6764979" y="71568"/>
                  </a:lnTo>
                  <a:lnTo>
                    <a:pt x="6786527" y="67766"/>
                  </a:lnTo>
                  <a:lnTo>
                    <a:pt x="6836230" y="59733"/>
                  </a:lnTo>
                  <a:lnTo>
                    <a:pt x="6887653" y="52520"/>
                  </a:lnTo>
                  <a:lnTo>
                    <a:pt x="6941624" y="46082"/>
                  </a:lnTo>
                  <a:lnTo>
                    <a:pt x="6999065" y="40346"/>
                  </a:lnTo>
                  <a:lnTo>
                    <a:pt x="7060913" y="35232"/>
                  </a:lnTo>
                  <a:lnTo>
                    <a:pt x="7128037" y="30662"/>
                  </a:lnTo>
                  <a:lnTo>
                    <a:pt x="7201130" y="26567"/>
                  </a:lnTo>
                  <a:lnTo>
                    <a:pt x="7280572" y="22893"/>
                  </a:lnTo>
                  <a:lnTo>
                    <a:pt x="7366236" y="19602"/>
                  </a:lnTo>
                  <a:lnTo>
                    <a:pt x="7457277" y="16669"/>
                  </a:lnTo>
                  <a:lnTo>
                    <a:pt x="7551916" y="14087"/>
                  </a:lnTo>
                  <a:lnTo>
                    <a:pt x="7647316" y="11857"/>
                  </a:lnTo>
                  <a:lnTo>
                    <a:pt x="7739650" y="9989"/>
                  </a:lnTo>
                  <a:lnTo>
                    <a:pt x="7824465" y="8488"/>
                  </a:lnTo>
                  <a:lnTo>
                    <a:pt x="7897372" y="7349"/>
                  </a:lnTo>
                  <a:lnTo>
                    <a:pt x="7954937" y="6550"/>
                  </a:lnTo>
                  <a:lnTo>
                    <a:pt x="7995505" y="6047"/>
                  </a:lnTo>
                  <a:lnTo>
                    <a:pt x="8019701" y="5777"/>
                  </a:lnTo>
                  <a:lnTo>
                    <a:pt x="8030473" y="5668"/>
                  </a:lnTo>
                  <a:lnTo>
                    <a:pt x="8032819" y="5647"/>
                  </a:lnTo>
                  <a:lnTo>
                    <a:pt x="8554953" y="5647"/>
                  </a:lnTo>
                  <a:lnTo>
                    <a:pt x="8554953" y="0"/>
                  </a:lnTo>
                  <a:lnTo>
                    <a:pt x="8032819" y="0"/>
                  </a:lnTo>
                  <a:lnTo>
                    <a:pt x="8031552" y="11"/>
                  </a:lnTo>
                  <a:lnTo>
                    <a:pt x="8023265" y="93"/>
                  </a:lnTo>
                  <a:lnTo>
                    <a:pt x="8002548" y="318"/>
                  </a:lnTo>
                  <a:lnTo>
                    <a:pt x="7965948" y="761"/>
                  </a:lnTo>
                  <a:lnTo>
                    <a:pt x="7912284" y="1486"/>
                  </a:lnTo>
                  <a:lnTo>
                    <a:pt x="7842706" y="2543"/>
                  </a:lnTo>
                  <a:lnTo>
                    <a:pt x="7760299" y="3958"/>
                  </a:lnTo>
                  <a:lnTo>
                    <a:pt x="7669312" y="5741"/>
                  </a:lnTo>
                  <a:lnTo>
                    <a:pt x="7574254" y="7887"/>
                  </a:lnTo>
                  <a:lnTo>
                    <a:pt x="7479143" y="10388"/>
                  </a:lnTo>
                  <a:lnTo>
                    <a:pt x="7387065" y="13238"/>
                  </a:lnTo>
                  <a:lnTo>
                    <a:pt x="7300038" y="16444"/>
                  </a:lnTo>
                  <a:lnTo>
                    <a:pt x="7219110" y="20026"/>
                  </a:lnTo>
                  <a:lnTo>
                    <a:pt x="7144552" y="24018"/>
                  </a:lnTo>
                  <a:lnTo>
                    <a:pt x="7076088" y="28472"/>
                  </a:lnTo>
                  <a:lnTo>
                    <a:pt x="7013081" y="33452"/>
                  </a:lnTo>
                  <a:lnTo>
                    <a:pt x="6954693" y="39035"/>
                  </a:lnTo>
                  <a:lnTo>
                    <a:pt x="6899996" y="45302"/>
                  </a:lnTo>
                  <a:lnTo>
                    <a:pt x="6848057" y="52329"/>
                  </a:lnTo>
                  <a:lnTo>
                    <a:pt x="6798018" y="60169"/>
                  </a:lnTo>
                  <a:lnTo>
                    <a:pt x="6786527" y="62118"/>
                  </a:lnTo>
                  <a:lnTo>
                    <a:pt x="6733066" y="71900"/>
                  </a:lnTo>
                  <a:lnTo>
                    <a:pt x="6680121" y="82703"/>
                  </a:lnTo>
                  <a:lnTo>
                    <a:pt x="6627126" y="94543"/>
                  </a:lnTo>
                  <a:lnTo>
                    <a:pt x="6573701" y="107395"/>
                  </a:lnTo>
                  <a:lnTo>
                    <a:pt x="6519627" y="121196"/>
                  </a:lnTo>
                  <a:lnTo>
                    <a:pt x="6464826" y="135837"/>
                  </a:lnTo>
                  <a:lnTo>
                    <a:pt x="6409344" y="151167"/>
                  </a:lnTo>
                  <a:lnTo>
                    <a:pt x="6353326" y="166998"/>
                  </a:lnTo>
                  <a:lnTo>
                    <a:pt x="6296993" y="183111"/>
                  </a:lnTo>
                  <a:lnTo>
                    <a:pt x="6240605" y="199273"/>
                  </a:lnTo>
                  <a:lnTo>
                    <a:pt x="6184432" y="215244"/>
                  </a:lnTo>
                  <a:lnTo>
                    <a:pt x="6128712" y="230800"/>
                  </a:lnTo>
                  <a:lnTo>
                    <a:pt x="6073627" y="245737"/>
                  </a:lnTo>
                  <a:lnTo>
                    <a:pt x="6019263" y="259891"/>
                  </a:lnTo>
                  <a:lnTo>
                    <a:pt x="5965595" y="273134"/>
                  </a:lnTo>
                  <a:lnTo>
                    <a:pt x="5912464" y="285384"/>
                  </a:lnTo>
                  <a:lnTo>
                    <a:pt x="5859556" y="296604"/>
                  </a:lnTo>
                  <a:lnTo>
                    <a:pt x="5806383" y="306791"/>
                  </a:lnTo>
                  <a:lnTo>
                    <a:pt x="5784835" y="310594"/>
                  </a:lnTo>
                  <a:lnTo>
                    <a:pt x="5735132" y="318626"/>
                  </a:lnTo>
                  <a:lnTo>
                    <a:pt x="5683709" y="325839"/>
                  </a:lnTo>
                  <a:lnTo>
                    <a:pt x="5629738" y="332278"/>
                  </a:lnTo>
                  <a:lnTo>
                    <a:pt x="5572297" y="338013"/>
                  </a:lnTo>
                  <a:lnTo>
                    <a:pt x="5510449" y="343127"/>
                  </a:lnTo>
                  <a:lnTo>
                    <a:pt x="5443325" y="347698"/>
                  </a:lnTo>
                  <a:lnTo>
                    <a:pt x="5370232" y="351793"/>
                  </a:lnTo>
                  <a:lnTo>
                    <a:pt x="5290790" y="355466"/>
                  </a:lnTo>
                  <a:lnTo>
                    <a:pt x="5205126" y="358758"/>
                  </a:lnTo>
                  <a:lnTo>
                    <a:pt x="5114085" y="361690"/>
                  </a:lnTo>
                  <a:lnTo>
                    <a:pt x="5019446" y="364273"/>
                  </a:lnTo>
                  <a:lnTo>
                    <a:pt x="4924046" y="366502"/>
                  </a:lnTo>
                  <a:lnTo>
                    <a:pt x="4831712" y="368371"/>
                  </a:lnTo>
                  <a:lnTo>
                    <a:pt x="4746897" y="369872"/>
                  </a:lnTo>
                  <a:lnTo>
                    <a:pt x="4673989" y="371010"/>
                  </a:lnTo>
                  <a:lnTo>
                    <a:pt x="4616425" y="371809"/>
                  </a:lnTo>
                  <a:lnTo>
                    <a:pt x="4575857" y="372313"/>
                  </a:lnTo>
                  <a:lnTo>
                    <a:pt x="4551661" y="372583"/>
                  </a:lnTo>
                  <a:lnTo>
                    <a:pt x="4540889" y="372691"/>
                  </a:lnTo>
                  <a:lnTo>
                    <a:pt x="4538543" y="372713"/>
                  </a:lnTo>
                  <a:lnTo>
                    <a:pt x="4016409" y="372713"/>
                  </a:lnTo>
                  <a:lnTo>
                    <a:pt x="4015220" y="372778"/>
                  </a:lnTo>
                  <a:lnTo>
                    <a:pt x="4007432" y="373246"/>
                  </a:lnTo>
                  <a:lnTo>
                    <a:pt x="3987920" y="374539"/>
                  </a:lnTo>
                  <a:lnTo>
                    <a:pt x="3953338" y="377080"/>
                  </a:lnTo>
                  <a:lnTo>
                    <a:pt x="3902415" y="381247"/>
                  </a:lnTo>
                  <a:lnTo>
                    <a:pt x="3836027" y="387330"/>
                  </a:lnTo>
                  <a:lnTo>
                    <a:pt x="3756890" y="395504"/>
                  </a:lnTo>
                  <a:lnTo>
                    <a:pt x="3668889" y="405830"/>
                  </a:lnTo>
                  <a:lnTo>
                    <a:pt x="3576268" y="418294"/>
                  </a:lnTo>
                  <a:lnTo>
                    <a:pt x="3482919" y="432845"/>
                  </a:lnTo>
                  <a:lnTo>
                    <a:pt x="3391932" y="449449"/>
                  </a:lnTo>
                  <a:lnTo>
                    <a:pt x="3305420" y="468122"/>
                  </a:lnTo>
                  <a:lnTo>
                    <a:pt x="3224573" y="488957"/>
                  </a:lnTo>
                  <a:lnTo>
                    <a:pt x="3149818" y="512133"/>
                  </a:lnTo>
                  <a:lnTo>
                    <a:pt x="3081023" y="537916"/>
                  </a:lnTo>
                  <a:lnTo>
                    <a:pt x="3017678" y="566655"/>
                  </a:lnTo>
                  <a:lnTo>
                    <a:pt x="2959047" y="598769"/>
                  </a:lnTo>
                  <a:lnTo>
                    <a:pt x="2904278" y="634718"/>
                  </a:lnTo>
                  <a:lnTo>
                    <a:pt x="2852489" y="674959"/>
                  </a:lnTo>
                  <a:lnTo>
                    <a:pt x="2802840" y="719866"/>
                  </a:lnTo>
                  <a:lnTo>
                    <a:pt x="2770117" y="752956"/>
                  </a:lnTo>
                  <a:lnTo>
                    <a:pt x="2729798" y="797455"/>
                  </a:lnTo>
                  <a:lnTo>
                    <a:pt x="2689864" y="845473"/>
                  </a:lnTo>
                  <a:lnTo>
                    <a:pt x="2650042" y="897079"/>
                  </a:lnTo>
                  <a:lnTo>
                    <a:pt x="2610124" y="952277"/>
                  </a:lnTo>
                  <a:lnTo>
                    <a:pt x="2569956" y="1010991"/>
                  </a:lnTo>
                  <a:lnTo>
                    <a:pt x="2529439" y="1073068"/>
                  </a:lnTo>
                  <a:lnTo>
                    <a:pt x="2488519" y="1138265"/>
                  </a:lnTo>
                  <a:lnTo>
                    <a:pt x="2447186" y="1206255"/>
                  </a:lnTo>
                  <a:lnTo>
                    <a:pt x="2405466" y="1276627"/>
                  </a:lnTo>
                  <a:lnTo>
                    <a:pt x="2363418" y="1348896"/>
                  </a:lnTo>
                  <a:lnTo>
                    <a:pt x="2321127" y="1422516"/>
                  </a:lnTo>
                  <a:lnTo>
                    <a:pt x="2278696" y="1496893"/>
                  </a:lnTo>
                  <a:lnTo>
                    <a:pt x="2236240" y="1571408"/>
                  </a:lnTo>
                  <a:lnTo>
                    <a:pt x="2193873" y="1645439"/>
                  </a:lnTo>
                  <a:lnTo>
                    <a:pt x="2151706" y="1718379"/>
                  </a:lnTo>
                  <a:lnTo>
                    <a:pt x="2109831" y="1789657"/>
                  </a:lnTo>
                  <a:lnTo>
                    <a:pt x="2068321" y="1858759"/>
                  </a:lnTo>
                  <a:lnTo>
                    <a:pt x="2027216" y="1925241"/>
                  </a:lnTo>
                  <a:lnTo>
                    <a:pt x="1986524" y="1988738"/>
                  </a:lnTo>
                  <a:lnTo>
                    <a:pt x="1946211" y="2048970"/>
                  </a:lnTo>
                  <a:lnTo>
                    <a:pt x="1906197" y="2105742"/>
                  </a:lnTo>
                  <a:lnTo>
                    <a:pt x="1866355" y="2158947"/>
                  </a:lnTo>
                  <a:lnTo>
                    <a:pt x="1826500" y="2208553"/>
                  </a:lnTo>
                  <a:lnTo>
                    <a:pt x="1786391" y="2254601"/>
                  </a:lnTo>
                  <a:lnTo>
                    <a:pt x="1768425" y="2273927"/>
                  </a:lnTo>
                  <a:lnTo>
                    <a:pt x="1719801" y="2322095"/>
                  </a:lnTo>
                  <a:lnTo>
                    <a:pt x="1669546" y="2365459"/>
                  </a:lnTo>
                  <a:lnTo>
                    <a:pt x="1616887" y="2404262"/>
                  </a:lnTo>
                  <a:lnTo>
                    <a:pt x="1560963" y="2438917"/>
                  </a:lnTo>
                  <a:lnTo>
                    <a:pt x="1500894" y="2469888"/>
                  </a:lnTo>
                  <a:lnTo>
                    <a:pt x="1435855" y="2497627"/>
                  </a:lnTo>
                  <a:lnTo>
                    <a:pt x="1365170" y="2522530"/>
                  </a:lnTo>
                  <a:lnTo>
                    <a:pt x="1288433" y="2544923"/>
                  </a:lnTo>
                  <a:lnTo>
                    <a:pt x="1205670" y="2565042"/>
                  </a:lnTo>
                  <a:lnTo>
                    <a:pt x="1117536" y="2583039"/>
                  </a:lnTo>
                  <a:lnTo>
                    <a:pt x="1025504" y="2598978"/>
                  </a:lnTo>
                  <a:lnTo>
                    <a:pt x="932008" y="2612858"/>
                  </a:lnTo>
                  <a:lnTo>
                    <a:pt x="840429" y="2624634"/>
                  </a:lnTo>
                  <a:lnTo>
                    <a:pt x="754836" y="2634262"/>
                  </a:lnTo>
                  <a:lnTo>
                    <a:pt x="679445" y="2641746"/>
                  </a:lnTo>
                  <a:lnTo>
                    <a:pt x="617849" y="2647184"/>
                  </a:lnTo>
                  <a:lnTo>
                    <a:pt x="572226" y="2650787"/>
                  </a:lnTo>
                  <a:lnTo>
                    <a:pt x="542771" y="2652879"/>
                  </a:lnTo>
                  <a:lnTo>
                    <a:pt x="527517" y="2653858"/>
                  </a:lnTo>
                  <a:lnTo>
                    <a:pt x="522507" y="2654150"/>
                  </a:lnTo>
                  <a:lnTo>
                    <a:pt x="522133" y="2654170"/>
                  </a:lnTo>
                  <a:lnTo>
                    <a:pt x="0" y="2654170"/>
                  </a:lnTo>
                  <a:close/>
                </a:path>
              </a:pathLst>
            </a:custGeom>
            <a:solidFill>
              <a:srgbClr val="E78AC3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1299" name="pl1299"/>
            <p:cNvSpPr/>
            <p:nvPr/>
          </p:nvSpPr>
          <p:spPr>
            <a:xfrm>
              <a:off x="386606" y="2066503"/>
              <a:ext cx="8554953" cy="2654170"/>
            </a:xfrm>
            <a:custGeom>
              <a:avLst/>
              <a:pathLst>
                <a:path w="8554953" h="2654170">
                  <a:moveTo>
                    <a:pt x="0" y="2654170"/>
                  </a:moveTo>
                  <a:lnTo>
                    <a:pt x="522133" y="2654170"/>
                  </a:lnTo>
                  <a:lnTo>
                    <a:pt x="523322" y="2654104"/>
                  </a:lnTo>
                  <a:lnTo>
                    <a:pt x="531110" y="2653637"/>
                  </a:lnTo>
                  <a:lnTo>
                    <a:pt x="550622" y="2652344"/>
                  </a:lnTo>
                  <a:lnTo>
                    <a:pt x="585204" y="2649803"/>
                  </a:lnTo>
                  <a:lnTo>
                    <a:pt x="636127" y="2645635"/>
                  </a:lnTo>
                  <a:lnTo>
                    <a:pt x="702515" y="2639552"/>
                  </a:lnTo>
                  <a:lnTo>
                    <a:pt x="781652" y="2631379"/>
                  </a:lnTo>
                  <a:lnTo>
                    <a:pt x="869654" y="2621052"/>
                  </a:lnTo>
                  <a:lnTo>
                    <a:pt x="962274" y="2608589"/>
                  </a:lnTo>
                  <a:lnTo>
                    <a:pt x="1055623" y="2594038"/>
                  </a:lnTo>
                  <a:lnTo>
                    <a:pt x="1146610" y="2577434"/>
                  </a:lnTo>
                  <a:lnTo>
                    <a:pt x="1233122" y="2558761"/>
                  </a:lnTo>
                  <a:lnTo>
                    <a:pt x="1313969" y="2537926"/>
                  </a:lnTo>
                  <a:lnTo>
                    <a:pt x="1388724" y="2514750"/>
                  </a:lnTo>
                  <a:lnTo>
                    <a:pt x="1457519" y="2488967"/>
                  </a:lnTo>
                  <a:lnTo>
                    <a:pt x="1520864" y="2460227"/>
                  </a:lnTo>
                  <a:lnTo>
                    <a:pt x="1579496" y="2428114"/>
                  </a:lnTo>
                  <a:lnTo>
                    <a:pt x="1634265" y="2392165"/>
                  </a:lnTo>
                  <a:lnTo>
                    <a:pt x="1686053" y="2351924"/>
                  </a:lnTo>
                  <a:lnTo>
                    <a:pt x="1735702" y="2307017"/>
                  </a:lnTo>
                  <a:lnTo>
                    <a:pt x="1768425" y="2273927"/>
                  </a:lnTo>
                  <a:lnTo>
                    <a:pt x="1808744" y="2229428"/>
                  </a:lnTo>
                  <a:lnTo>
                    <a:pt x="1848678" y="2181410"/>
                  </a:lnTo>
                  <a:lnTo>
                    <a:pt x="1888500" y="2129803"/>
                  </a:lnTo>
                  <a:lnTo>
                    <a:pt x="1928419" y="2074606"/>
                  </a:lnTo>
                  <a:lnTo>
                    <a:pt x="1968586" y="2015891"/>
                  </a:lnTo>
                  <a:lnTo>
                    <a:pt x="2009103" y="1953815"/>
                  </a:lnTo>
                  <a:lnTo>
                    <a:pt x="2050023" y="1888618"/>
                  </a:lnTo>
                  <a:lnTo>
                    <a:pt x="2091356" y="1820628"/>
                  </a:lnTo>
                  <a:lnTo>
                    <a:pt x="2133077" y="1750256"/>
                  </a:lnTo>
                  <a:lnTo>
                    <a:pt x="2175125" y="1677987"/>
                  </a:lnTo>
                  <a:lnTo>
                    <a:pt x="2217416" y="1604367"/>
                  </a:lnTo>
                  <a:lnTo>
                    <a:pt x="2259846" y="1529990"/>
                  </a:lnTo>
                  <a:lnTo>
                    <a:pt x="2302302" y="1455474"/>
                  </a:lnTo>
                  <a:lnTo>
                    <a:pt x="2344669" y="1381443"/>
                  </a:lnTo>
                  <a:lnTo>
                    <a:pt x="2386836" y="1308504"/>
                  </a:lnTo>
                  <a:lnTo>
                    <a:pt x="2428711" y="1237226"/>
                  </a:lnTo>
                  <a:lnTo>
                    <a:pt x="2470222" y="1168123"/>
                  </a:lnTo>
                  <a:lnTo>
                    <a:pt x="2511326" y="1101641"/>
                  </a:lnTo>
                  <a:lnTo>
                    <a:pt x="2552018" y="1038144"/>
                  </a:lnTo>
                  <a:lnTo>
                    <a:pt x="2592331" y="977913"/>
                  </a:lnTo>
                  <a:lnTo>
                    <a:pt x="2632345" y="921141"/>
                  </a:lnTo>
                  <a:lnTo>
                    <a:pt x="2672187" y="867936"/>
                  </a:lnTo>
                  <a:lnTo>
                    <a:pt x="2712042" y="818330"/>
                  </a:lnTo>
                  <a:lnTo>
                    <a:pt x="2752152" y="772281"/>
                  </a:lnTo>
                  <a:lnTo>
                    <a:pt x="2770117" y="752956"/>
                  </a:lnTo>
                  <a:lnTo>
                    <a:pt x="2818741" y="704788"/>
                  </a:lnTo>
                  <a:lnTo>
                    <a:pt x="2868997" y="661424"/>
                  </a:lnTo>
                  <a:lnTo>
                    <a:pt x="2921655" y="622621"/>
                  </a:lnTo>
                  <a:lnTo>
                    <a:pt x="2977579" y="587966"/>
                  </a:lnTo>
                  <a:lnTo>
                    <a:pt x="3037648" y="556995"/>
                  </a:lnTo>
                  <a:lnTo>
                    <a:pt x="3102687" y="529256"/>
                  </a:lnTo>
                  <a:lnTo>
                    <a:pt x="3173372" y="504352"/>
                  </a:lnTo>
                  <a:lnTo>
                    <a:pt x="3250110" y="481960"/>
                  </a:lnTo>
                  <a:lnTo>
                    <a:pt x="3332872" y="461841"/>
                  </a:lnTo>
                  <a:lnTo>
                    <a:pt x="3421006" y="443844"/>
                  </a:lnTo>
                  <a:lnTo>
                    <a:pt x="3513038" y="427904"/>
                  </a:lnTo>
                  <a:lnTo>
                    <a:pt x="3606534" y="414024"/>
                  </a:lnTo>
                  <a:lnTo>
                    <a:pt x="3698113" y="402248"/>
                  </a:lnTo>
                  <a:lnTo>
                    <a:pt x="3783706" y="392621"/>
                  </a:lnTo>
                  <a:lnTo>
                    <a:pt x="3859097" y="385136"/>
                  </a:lnTo>
                  <a:lnTo>
                    <a:pt x="3920693" y="379699"/>
                  </a:lnTo>
                  <a:lnTo>
                    <a:pt x="3966316" y="376095"/>
                  </a:lnTo>
                  <a:lnTo>
                    <a:pt x="3995771" y="374003"/>
                  </a:lnTo>
                  <a:lnTo>
                    <a:pt x="4011025" y="373025"/>
                  </a:lnTo>
                  <a:lnTo>
                    <a:pt x="4016035" y="372733"/>
                  </a:lnTo>
                  <a:lnTo>
                    <a:pt x="4016409" y="372713"/>
                  </a:lnTo>
                  <a:lnTo>
                    <a:pt x="4538543" y="372713"/>
                  </a:lnTo>
                  <a:lnTo>
                    <a:pt x="4539810" y="372701"/>
                  </a:lnTo>
                  <a:lnTo>
                    <a:pt x="4548097" y="372620"/>
                  </a:lnTo>
                  <a:lnTo>
                    <a:pt x="4568814" y="372394"/>
                  </a:lnTo>
                  <a:lnTo>
                    <a:pt x="4605414" y="371951"/>
                  </a:lnTo>
                  <a:lnTo>
                    <a:pt x="4659078" y="371226"/>
                  </a:lnTo>
                  <a:lnTo>
                    <a:pt x="4728656" y="370169"/>
                  </a:lnTo>
                  <a:lnTo>
                    <a:pt x="4811063" y="368754"/>
                  </a:lnTo>
                  <a:lnTo>
                    <a:pt x="4902050" y="366971"/>
                  </a:lnTo>
                  <a:lnTo>
                    <a:pt x="4997108" y="364825"/>
                  </a:lnTo>
                  <a:lnTo>
                    <a:pt x="5092219" y="362325"/>
                  </a:lnTo>
                  <a:lnTo>
                    <a:pt x="5184297" y="359474"/>
                  </a:lnTo>
                  <a:lnTo>
                    <a:pt x="5271324" y="356268"/>
                  </a:lnTo>
                  <a:lnTo>
                    <a:pt x="5352252" y="352687"/>
                  </a:lnTo>
                  <a:lnTo>
                    <a:pt x="5426810" y="348694"/>
                  </a:lnTo>
                  <a:lnTo>
                    <a:pt x="5495274" y="344241"/>
                  </a:lnTo>
                  <a:lnTo>
                    <a:pt x="5558281" y="339260"/>
                  </a:lnTo>
                  <a:lnTo>
                    <a:pt x="5616669" y="333677"/>
                  </a:lnTo>
                  <a:lnTo>
                    <a:pt x="5671366" y="327410"/>
                  </a:lnTo>
                  <a:lnTo>
                    <a:pt x="5723305" y="320383"/>
                  </a:lnTo>
                  <a:lnTo>
                    <a:pt x="5773344" y="312543"/>
                  </a:lnTo>
                  <a:lnTo>
                    <a:pt x="5784835" y="310594"/>
                  </a:lnTo>
                  <a:lnTo>
                    <a:pt x="5838296" y="300812"/>
                  </a:lnTo>
                  <a:lnTo>
                    <a:pt x="5891241" y="290009"/>
                  </a:lnTo>
                  <a:lnTo>
                    <a:pt x="5944236" y="278169"/>
                  </a:lnTo>
                  <a:lnTo>
                    <a:pt x="5997661" y="265317"/>
                  </a:lnTo>
                  <a:lnTo>
                    <a:pt x="6051735" y="251516"/>
                  </a:lnTo>
                  <a:lnTo>
                    <a:pt x="6106536" y="236875"/>
                  </a:lnTo>
                  <a:lnTo>
                    <a:pt x="6162018" y="221545"/>
                  </a:lnTo>
                  <a:lnTo>
                    <a:pt x="6218036" y="205714"/>
                  </a:lnTo>
                  <a:lnTo>
                    <a:pt x="6274369" y="189601"/>
                  </a:lnTo>
                  <a:lnTo>
                    <a:pt x="6330757" y="173440"/>
                  </a:lnTo>
                  <a:lnTo>
                    <a:pt x="6386930" y="157468"/>
                  </a:lnTo>
                  <a:lnTo>
                    <a:pt x="6442649" y="141913"/>
                  </a:lnTo>
                  <a:lnTo>
                    <a:pt x="6497735" y="126975"/>
                  </a:lnTo>
                  <a:lnTo>
                    <a:pt x="6552099" y="112822"/>
                  </a:lnTo>
                  <a:lnTo>
                    <a:pt x="6605767" y="99579"/>
                  </a:lnTo>
                  <a:lnTo>
                    <a:pt x="6658898" y="87328"/>
                  </a:lnTo>
                  <a:lnTo>
                    <a:pt x="6711806" y="76109"/>
                  </a:lnTo>
                  <a:lnTo>
                    <a:pt x="6764979" y="65921"/>
                  </a:lnTo>
                  <a:lnTo>
                    <a:pt x="6786527" y="62118"/>
                  </a:lnTo>
                  <a:lnTo>
                    <a:pt x="6836230" y="54086"/>
                  </a:lnTo>
                  <a:lnTo>
                    <a:pt x="6887653" y="46873"/>
                  </a:lnTo>
                  <a:lnTo>
                    <a:pt x="6941624" y="40435"/>
                  </a:lnTo>
                  <a:lnTo>
                    <a:pt x="6999065" y="34699"/>
                  </a:lnTo>
                  <a:lnTo>
                    <a:pt x="7060913" y="29585"/>
                  </a:lnTo>
                  <a:lnTo>
                    <a:pt x="7128037" y="25015"/>
                  </a:lnTo>
                  <a:lnTo>
                    <a:pt x="7201130" y="20920"/>
                  </a:lnTo>
                  <a:lnTo>
                    <a:pt x="7280572" y="17246"/>
                  </a:lnTo>
                  <a:lnTo>
                    <a:pt x="7366236" y="13954"/>
                  </a:lnTo>
                  <a:lnTo>
                    <a:pt x="7457277" y="11022"/>
                  </a:lnTo>
                  <a:lnTo>
                    <a:pt x="7551916" y="8440"/>
                  </a:lnTo>
                  <a:lnTo>
                    <a:pt x="7647316" y="6210"/>
                  </a:lnTo>
                  <a:lnTo>
                    <a:pt x="7739650" y="4342"/>
                  </a:lnTo>
                  <a:lnTo>
                    <a:pt x="7824465" y="2841"/>
                  </a:lnTo>
                  <a:lnTo>
                    <a:pt x="7897372" y="1702"/>
                  </a:lnTo>
                  <a:lnTo>
                    <a:pt x="7954937" y="903"/>
                  </a:lnTo>
                  <a:lnTo>
                    <a:pt x="7995505" y="400"/>
                  </a:lnTo>
                  <a:lnTo>
                    <a:pt x="8019701" y="130"/>
                  </a:lnTo>
                  <a:lnTo>
                    <a:pt x="8030473" y="21"/>
                  </a:lnTo>
                  <a:lnTo>
                    <a:pt x="8032802" y="0"/>
                  </a:lnTo>
                  <a:lnTo>
                    <a:pt x="8032819" y="0"/>
                  </a:lnTo>
                  <a:lnTo>
                    <a:pt x="8554953" y="0"/>
                  </a:lnTo>
                  <a:lnTo>
                    <a:pt x="8554953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300" name="pl1300"/>
            <p:cNvSpPr/>
            <p:nvPr/>
          </p:nvSpPr>
          <p:spPr>
            <a:xfrm>
              <a:off x="386606" y="2060856"/>
              <a:ext cx="8554953" cy="2654170"/>
            </a:xfrm>
            <a:custGeom>
              <a:avLst/>
              <a:pathLst>
                <a:path w="8554953" h="2654170">
                  <a:moveTo>
                    <a:pt x="8554953" y="0"/>
                  </a:moveTo>
                  <a:lnTo>
                    <a:pt x="8032819" y="0"/>
                  </a:lnTo>
                  <a:lnTo>
                    <a:pt x="8031552" y="11"/>
                  </a:lnTo>
                  <a:lnTo>
                    <a:pt x="8023265" y="93"/>
                  </a:lnTo>
                  <a:lnTo>
                    <a:pt x="8002548" y="318"/>
                  </a:lnTo>
                  <a:lnTo>
                    <a:pt x="7965948" y="761"/>
                  </a:lnTo>
                  <a:lnTo>
                    <a:pt x="7912284" y="1486"/>
                  </a:lnTo>
                  <a:lnTo>
                    <a:pt x="7842706" y="2543"/>
                  </a:lnTo>
                  <a:lnTo>
                    <a:pt x="7760299" y="3958"/>
                  </a:lnTo>
                  <a:lnTo>
                    <a:pt x="7669312" y="5741"/>
                  </a:lnTo>
                  <a:lnTo>
                    <a:pt x="7574254" y="7887"/>
                  </a:lnTo>
                  <a:lnTo>
                    <a:pt x="7479143" y="10388"/>
                  </a:lnTo>
                  <a:lnTo>
                    <a:pt x="7387065" y="13238"/>
                  </a:lnTo>
                  <a:lnTo>
                    <a:pt x="7300038" y="16444"/>
                  </a:lnTo>
                  <a:lnTo>
                    <a:pt x="7219110" y="20026"/>
                  </a:lnTo>
                  <a:lnTo>
                    <a:pt x="7144552" y="24018"/>
                  </a:lnTo>
                  <a:lnTo>
                    <a:pt x="7076088" y="28472"/>
                  </a:lnTo>
                  <a:lnTo>
                    <a:pt x="7013081" y="33452"/>
                  </a:lnTo>
                  <a:lnTo>
                    <a:pt x="6954693" y="39035"/>
                  </a:lnTo>
                  <a:lnTo>
                    <a:pt x="6899996" y="45302"/>
                  </a:lnTo>
                  <a:lnTo>
                    <a:pt x="6848057" y="52329"/>
                  </a:lnTo>
                  <a:lnTo>
                    <a:pt x="6798018" y="60169"/>
                  </a:lnTo>
                  <a:lnTo>
                    <a:pt x="6786527" y="62118"/>
                  </a:lnTo>
                  <a:lnTo>
                    <a:pt x="6733066" y="71900"/>
                  </a:lnTo>
                  <a:lnTo>
                    <a:pt x="6680121" y="82703"/>
                  </a:lnTo>
                  <a:lnTo>
                    <a:pt x="6627126" y="94543"/>
                  </a:lnTo>
                  <a:lnTo>
                    <a:pt x="6573701" y="107395"/>
                  </a:lnTo>
                  <a:lnTo>
                    <a:pt x="6519627" y="121196"/>
                  </a:lnTo>
                  <a:lnTo>
                    <a:pt x="6464826" y="135837"/>
                  </a:lnTo>
                  <a:lnTo>
                    <a:pt x="6409344" y="151167"/>
                  </a:lnTo>
                  <a:lnTo>
                    <a:pt x="6353326" y="166998"/>
                  </a:lnTo>
                  <a:lnTo>
                    <a:pt x="6296993" y="183111"/>
                  </a:lnTo>
                  <a:lnTo>
                    <a:pt x="6240605" y="199273"/>
                  </a:lnTo>
                  <a:lnTo>
                    <a:pt x="6184432" y="215244"/>
                  </a:lnTo>
                  <a:lnTo>
                    <a:pt x="6128712" y="230800"/>
                  </a:lnTo>
                  <a:lnTo>
                    <a:pt x="6073627" y="245737"/>
                  </a:lnTo>
                  <a:lnTo>
                    <a:pt x="6019263" y="259891"/>
                  </a:lnTo>
                  <a:lnTo>
                    <a:pt x="5965595" y="273134"/>
                  </a:lnTo>
                  <a:lnTo>
                    <a:pt x="5912464" y="285384"/>
                  </a:lnTo>
                  <a:lnTo>
                    <a:pt x="5859556" y="296604"/>
                  </a:lnTo>
                  <a:lnTo>
                    <a:pt x="5806383" y="306791"/>
                  </a:lnTo>
                  <a:lnTo>
                    <a:pt x="5784835" y="310594"/>
                  </a:lnTo>
                  <a:lnTo>
                    <a:pt x="5735132" y="318626"/>
                  </a:lnTo>
                  <a:lnTo>
                    <a:pt x="5683709" y="325839"/>
                  </a:lnTo>
                  <a:lnTo>
                    <a:pt x="5629738" y="332278"/>
                  </a:lnTo>
                  <a:lnTo>
                    <a:pt x="5572297" y="338013"/>
                  </a:lnTo>
                  <a:lnTo>
                    <a:pt x="5510449" y="343127"/>
                  </a:lnTo>
                  <a:lnTo>
                    <a:pt x="5443325" y="347698"/>
                  </a:lnTo>
                  <a:lnTo>
                    <a:pt x="5370232" y="351793"/>
                  </a:lnTo>
                  <a:lnTo>
                    <a:pt x="5290790" y="355466"/>
                  </a:lnTo>
                  <a:lnTo>
                    <a:pt x="5205126" y="358758"/>
                  </a:lnTo>
                  <a:lnTo>
                    <a:pt x="5114085" y="361690"/>
                  </a:lnTo>
                  <a:lnTo>
                    <a:pt x="5019446" y="364273"/>
                  </a:lnTo>
                  <a:lnTo>
                    <a:pt x="4924046" y="366502"/>
                  </a:lnTo>
                  <a:lnTo>
                    <a:pt x="4831712" y="368371"/>
                  </a:lnTo>
                  <a:lnTo>
                    <a:pt x="4746897" y="369872"/>
                  </a:lnTo>
                  <a:lnTo>
                    <a:pt x="4673989" y="371010"/>
                  </a:lnTo>
                  <a:lnTo>
                    <a:pt x="4616425" y="371809"/>
                  </a:lnTo>
                  <a:lnTo>
                    <a:pt x="4575857" y="372313"/>
                  </a:lnTo>
                  <a:lnTo>
                    <a:pt x="4551661" y="372583"/>
                  </a:lnTo>
                  <a:lnTo>
                    <a:pt x="4540889" y="372691"/>
                  </a:lnTo>
                  <a:lnTo>
                    <a:pt x="4538560" y="372713"/>
                  </a:lnTo>
                  <a:lnTo>
                    <a:pt x="4538543" y="372713"/>
                  </a:lnTo>
                  <a:lnTo>
                    <a:pt x="4016409" y="372713"/>
                  </a:lnTo>
                  <a:lnTo>
                    <a:pt x="4015220" y="372778"/>
                  </a:lnTo>
                  <a:lnTo>
                    <a:pt x="4007432" y="373246"/>
                  </a:lnTo>
                  <a:lnTo>
                    <a:pt x="3987920" y="374539"/>
                  </a:lnTo>
                  <a:lnTo>
                    <a:pt x="3953338" y="377080"/>
                  </a:lnTo>
                  <a:lnTo>
                    <a:pt x="3902415" y="381247"/>
                  </a:lnTo>
                  <a:lnTo>
                    <a:pt x="3836027" y="387330"/>
                  </a:lnTo>
                  <a:lnTo>
                    <a:pt x="3756890" y="395504"/>
                  </a:lnTo>
                  <a:lnTo>
                    <a:pt x="3668889" y="405830"/>
                  </a:lnTo>
                  <a:lnTo>
                    <a:pt x="3576268" y="418294"/>
                  </a:lnTo>
                  <a:lnTo>
                    <a:pt x="3482919" y="432845"/>
                  </a:lnTo>
                  <a:lnTo>
                    <a:pt x="3391932" y="449449"/>
                  </a:lnTo>
                  <a:lnTo>
                    <a:pt x="3305420" y="468122"/>
                  </a:lnTo>
                  <a:lnTo>
                    <a:pt x="3224573" y="488957"/>
                  </a:lnTo>
                  <a:lnTo>
                    <a:pt x="3149818" y="512133"/>
                  </a:lnTo>
                  <a:lnTo>
                    <a:pt x="3081023" y="537916"/>
                  </a:lnTo>
                  <a:lnTo>
                    <a:pt x="3017678" y="566655"/>
                  </a:lnTo>
                  <a:lnTo>
                    <a:pt x="2959047" y="598769"/>
                  </a:lnTo>
                  <a:lnTo>
                    <a:pt x="2904278" y="634718"/>
                  </a:lnTo>
                  <a:lnTo>
                    <a:pt x="2852489" y="674959"/>
                  </a:lnTo>
                  <a:lnTo>
                    <a:pt x="2802840" y="719866"/>
                  </a:lnTo>
                  <a:lnTo>
                    <a:pt x="2770117" y="752956"/>
                  </a:lnTo>
                  <a:lnTo>
                    <a:pt x="2729798" y="797455"/>
                  </a:lnTo>
                  <a:lnTo>
                    <a:pt x="2689864" y="845473"/>
                  </a:lnTo>
                  <a:lnTo>
                    <a:pt x="2650042" y="897079"/>
                  </a:lnTo>
                  <a:lnTo>
                    <a:pt x="2610124" y="952277"/>
                  </a:lnTo>
                  <a:lnTo>
                    <a:pt x="2569956" y="1010991"/>
                  </a:lnTo>
                  <a:lnTo>
                    <a:pt x="2529439" y="1073068"/>
                  </a:lnTo>
                  <a:lnTo>
                    <a:pt x="2488519" y="1138265"/>
                  </a:lnTo>
                  <a:lnTo>
                    <a:pt x="2447186" y="1206255"/>
                  </a:lnTo>
                  <a:lnTo>
                    <a:pt x="2405466" y="1276627"/>
                  </a:lnTo>
                  <a:lnTo>
                    <a:pt x="2363418" y="1348896"/>
                  </a:lnTo>
                  <a:lnTo>
                    <a:pt x="2321127" y="1422516"/>
                  </a:lnTo>
                  <a:lnTo>
                    <a:pt x="2278696" y="1496893"/>
                  </a:lnTo>
                  <a:lnTo>
                    <a:pt x="2236240" y="1571408"/>
                  </a:lnTo>
                  <a:lnTo>
                    <a:pt x="2193873" y="1645439"/>
                  </a:lnTo>
                  <a:lnTo>
                    <a:pt x="2151706" y="1718379"/>
                  </a:lnTo>
                  <a:lnTo>
                    <a:pt x="2109831" y="1789657"/>
                  </a:lnTo>
                  <a:lnTo>
                    <a:pt x="2068321" y="1858759"/>
                  </a:lnTo>
                  <a:lnTo>
                    <a:pt x="2027216" y="1925241"/>
                  </a:lnTo>
                  <a:lnTo>
                    <a:pt x="1986524" y="1988738"/>
                  </a:lnTo>
                  <a:lnTo>
                    <a:pt x="1946211" y="2048970"/>
                  </a:lnTo>
                  <a:lnTo>
                    <a:pt x="1906197" y="2105742"/>
                  </a:lnTo>
                  <a:lnTo>
                    <a:pt x="1866355" y="2158947"/>
                  </a:lnTo>
                  <a:lnTo>
                    <a:pt x="1826500" y="2208553"/>
                  </a:lnTo>
                  <a:lnTo>
                    <a:pt x="1786391" y="2254601"/>
                  </a:lnTo>
                  <a:lnTo>
                    <a:pt x="1768425" y="2273927"/>
                  </a:lnTo>
                  <a:lnTo>
                    <a:pt x="1719801" y="2322095"/>
                  </a:lnTo>
                  <a:lnTo>
                    <a:pt x="1669546" y="2365459"/>
                  </a:lnTo>
                  <a:lnTo>
                    <a:pt x="1616887" y="2404262"/>
                  </a:lnTo>
                  <a:lnTo>
                    <a:pt x="1560963" y="2438917"/>
                  </a:lnTo>
                  <a:lnTo>
                    <a:pt x="1500894" y="2469888"/>
                  </a:lnTo>
                  <a:lnTo>
                    <a:pt x="1435855" y="2497627"/>
                  </a:lnTo>
                  <a:lnTo>
                    <a:pt x="1365170" y="2522530"/>
                  </a:lnTo>
                  <a:lnTo>
                    <a:pt x="1288433" y="2544923"/>
                  </a:lnTo>
                  <a:lnTo>
                    <a:pt x="1205670" y="2565042"/>
                  </a:lnTo>
                  <a:lnTo>
                    <a:pt x="1117536" y="2583039"/>
                  </a:lnTo>
                  <a:lnTo>
                    <a:pt x="1025504" y="2598978"/>
                  </a:lnTo>
                  <a:lnTo>
                    <a:pt x="932008" y="2612858"/>
                  </a:lnTo>
                  <a:lnTo>
                    <a:pt x="840429" y="2624634"/>
                  </a:lnTo>
                  <a:lnTo>
                    <a:pt x="754836" y="2634262"/>
                  </a:lnTo>
                  <a:lnTo>
                    <a:pt x="679445" y="2641746"/>
                  </a:lnTo>
                  <a:lnTo>
                    <a:pt x="617849" y="2647184"/>
                  </a:lnTo>
                  <a:lnTo>
                    <a:pt x="572226" y="2650787"/>
                  </a:lnTo>
                  <a:lnTo>
                    <a:pt x="542771" y="2652879"/>
                  </a:lnTo>
                  <a:lnTo>
                    <a:pt x="527517" y="2653858"/>
                  </a:lnTo>
                  <a:lnTo>
                    <a:pt x="522507" y="2654150"/>
                  </a:lnTo>
                  <a:lnTo>
                    <a:pt x="522133" y="2654170"/>
                  </a:lnTo>
                  <a:lnTo>
                    <a:pt x="0" y="2654170"/>
                  </a:lnTo>
                  <a:lnTo>
                    <a:pt x="0" y="265417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301" name="pg1301"/>
            <p:cNvSpPr/>
            <p:nvPr/>
          </p:nvSpPr>
          <p:spPr>
            <a:xfrm>
              <a:off x="386606" y="2213330"/>
              <a:ext cx="8554953" cy="3585953"/>
            </a:xfrm>
            <a:custGeom>
              <a:avLst/>
              <a:pathLst>
                <a:path w="8554953" h="3585953">
                  <a:moveTo>
                    <a:pt x="0" y="2676759"/>
                  </a:moveTo>
                  <a:lnTo>
                    <a:pt x="522133" y="2676759"/>
                  </a:lnTo>
                  <a:lnTo>
                    <a:pt x="523389" y="2676786"/>
                  </a:lnTo>
                  <a:lnTo>
                    <a:pt x="531603" y="2676983"/>
                  </a:lnTo>
                  <a:lnTo>
                    <a:pt x="552146" y="2677529"/>
                  </a:lnTo>
                  <a:lnTo>
                    <a:pt x="588456" y="2678599"/>
                  </a:lnTo>
                  <a:lnTo>
                    <a:pt x="641726" y="2680353"/>
                  </a:lnTo>
                  <a:lnTo>
                    <a:pt x="710849" y="2682908"/>
                  </a:lnTo>
                  <a:lnTo>
                    <a:pt x="792792" y="2686332"/>
                  </a:lnTo>
                  <a:lnTo>
                    <a:pt x="883359" y="2690648"/>
                  </a:lnTo>
                  <a:lnTo>
                    <a:pt x="978077" y="2695844"/>
                  </a:lnTo>
                  <a:lnTo>
                    <a:pt x="1072946" y="2701901"/>
                  </a:lnTo>
                  <a:lnTo>
                    <a:pt x="1164878" y="2708806"/>
                  </a:lnTo>
                  <a:lnTo>
                    <a:pt x="1251839" y="2716572"/>
                  </a:lnTo>
                  <a:lnTo>
                    <a:pt x="1332761" y="2725246"/>
                  </a:lnTo>
                  <a:lnTo>
                    <a:pt x="1407350" y="2734912"/>
                  </a:lnTo>
                  <a:lnTo>
                    <a:pt x="1475863" y="2745691"/>
                  </a:lnTo>
                  <a:lnTo>
                    <a:pt x="1538917" y="2757739"/>
                  </a:lnTo>
                  <a:lnTo>
                    <a:pt x="1597336" y="2771238"/>
                  </a:lnTo>
                  <a:lnTo>
                    <a:pt x="1652039" y="2786386"/>
                  </a:lnTo>
                  <a:lnTo>
                    <a:pt x="1703951" y="2803367"/>
                  </a:lnTo>
                  <a:lnTo>
                    <a:pt x="1753928" y="2822314"/>
                  </a:lnTo>
                  <a:lnTo>
                    <a:pt x="1768425" y="2828291"/>
                  </a:lnTo>
                  <a:lnTo>
                    <a:pt x="1818640" y="2850623"/>
                  </a:lnTo>
                  <a:lnTo>
                    <a:pt x="1868365" y="2875149"/>
                  </a:lnTo>
                  <a:lnTo>
                    <a:pt x="1918085" y="2901903"/>
                  </a:lnTo>
                  <a:lnTo>
                    <a:pt x="1968135" y="2930852"/>
                  </a:lnTo>
                  <a:lnTo>
                    <a:pt x="2018723" y="2961884"/>
                  </a:lnTo>
                  <a:lnTo>
                    <a:pt x="2069944" y="2994805"/>
                  </a:lnTo>
                  <a:lnTo>
                    <a:pt x="2121793" y="3029338"/>
                  </a:lnTo>
                  <a:lnTo>
                    <a:pt x="2174180" y="3065130"/>
                  </a:lnTo>
                  <a:lnTo>
                    <a:pt x="2226945" y="3101766"/>
                  </a:lnTo>
                  <a:lnTo>
                    <a:pt x="2279889" y="3138785"/>
                  </a:lnTo>
                  <a:lnTo>
                    <a:pt x="2332788" y="3175708"/>
                  </a:lnTo>
                  <a:lnTo>
                    <a:pt x="2385424" y="3212059"/>
                  </a:lnTo>
                  <a:lnTo>
                    <a:pt x="2437610" y="3247393"/>
                  </a:lnTo>
                  <a:lnTo>
                    <a:pt x="2489214" y="3281318"/>
                  </a:lnTo>
                  <a:lnTo>
                    <a:pt x="2540177" y="3313510"/>
                  </a:lnTo>
                  <a:lnTo>
                    <a:pt x="2590532" y="3343725"/>
                  </a:lnTo>
                  <a:lnTo>
                    <a:pt x="2640417" y="3371803"/>
                  </a:lnTo>
                  <a:lnTo>
                    <a:pt x="2690091" y="3397664"/>
                  </a:lnTo>
                  <a:lnTo>
                    <a:pt x="2739946" y="3421303"/>
                  </a:lnTo>
                  <a:lnTo>
                    <a:pt x="2770117" y="3434421"/>
                  </a:lnTo>
                  <a:lnTo>
                    <a:pt x="2819666" y="3453958"/>
                  </a:lnTo>
                  <a:lnTo>
                    <a:pt x="2870923" y="3471509"/>
                  </a:lnTo>
                  <a:lnTo>
                    <a:pt x="2924707" y="3487180"/>
                  </a:lnTo>
                  <a:lnTo>
                    <a:pt x="2981931" y="3501146"/>
                  </a:lnTo>
                  <a:lnTo>
                    <a:pt x="3043524" y="3513603"/>
                  </a:lnTo>
                  <a:lnTo>
                    <a:pt x="3110349" y="3524739"/>
                  </a:lnTo>
                  <a:lnTo>
                    <a:pt x="3183098" y="3534719"/>
                  </a:lnTo>
                  <a:lnTo>
                    <a:pt x="3262152" y="3543676"/>
                  </a:lnTo>
                  <a:lnTo>
                    <a:pt x="3347402" y="3551703"/>
                  </a:lnTo>
                  <a:lnTo>
                    <a:pt x="3438031" y="3558860"/>
                  </a:lnTo>
                  <a:lnTo>
                    <a:pt x="3532306" y="3565167"/>
                  </a:lnTo>
                  <a:lnTo>
                    <a:pt x="3627450" y="3570620"/>
                  </a:lnTo>
                  <a:lnTo>
                    <a:pt x="3719699" y="3575198"/>
                  </a:lnTo>
                  <a:lnTo>
                    <a:pt x="3804654" y="3578885"/>
                  </a:lnTo>
                  <a:lnTo>
                    <a:pt x="3877948" y="3581691"/>
                  </a:lnTo>
                  <a:lnTo>
                    <a:pt x="3936113" y="3583672"/>
                  </a:lnTo>
                  <a:lnTo>
                    <a:pt x="3977413" y="3584929"/>
                  </a:lnTo>
                  <a:lnTo>
                    <a:pt x="4002350" y="3585612"/>
                  </a:lnTo>
                  <a:lnTo>
                    <a:pt x="4013726" y="3585893"/>
                  </a:lnTo>
                  <a:lnTo>
                    <a:pt x="4016409" y="3585953"/>
                  </a:lnTo>
                  <a:lnTo>
                    <a:pt x="4538543" y="3585953"/>
                  </a:lnTo>
                  <a:lnTo>
                    <a:pt x="4539634" y="3585859"/>
                  </a:lnTo>
                  <a:lnTo>
                    <a:pt x="4546795" y="3585189"/>
                  </a:lnTo>
                  <a:lnTo>
                    <a:pt x="4564787" y="3583335"/>
                  </a:lnTo>
                  <a:lnTo>
                    <a:pt x="4596805" y="3579688"/>
                  </a:lnTo>
                  <a:lnTo>
                    <a:pt x="4644214" y="3573697"/>
                  </a:lnTo>
                  <a:lnTo>
                    <a:pt x="4706456" y="3564924"/>
                  </a:lnTo>
                  <a:lnTo>
                    <a:pt x="4781271" y="3553094"/>
                  </a:lnTo>
                  <a:lnTo>
                    <a:pt x="4865240" y="3538088"/>
                  </a:lnTo>
                  <a:lnTo>
                    <a:pt x="4954479" y="3519910"/>
                  </a:lnTo>
                  <a:lnTo>
                    <a:pt x="5045291" y="3498628"/>
                  </a:lnTo>
                  <a:lnTo>
                    <a:pt x="5134619" y="3474304"/>
                  </a:lnTo>
                  <a:lnTo>
                    <a:pt x="5220253" y="3446940"/>
                  </a:lnTo>
                  <a:lnTo>
                    <a:pt x="5300836" y="3416443"/>
                  </a:lnTo>
                  <a:lnTo>
                    <a:pt x="5375749" y="3382601"/>
                  </a:lnTo>
                  <a:lnTo>
                    <a:pt x="5444936" y="3345080"/>
                  </a:lnTo>
                  <a:lnTo>
                    <a:pt x="5508740" y="3303428"/>
                  </a:lnTo>
                  <a:lnTo>
                    <a:pt x="5567757" y="3257084"/>
                  </a:lnTo>
                  <a:lnTo>
                    <a:pt x="5622730" y="3205410"/>
                  </a:lnTo>
                  <a:lnTo>
                    <a:pt x="5674461" y="3147735"/>
                  </a:lnTo>
                  <a:lnTo>
                    <a:pt x="5723750" y="3083440"/>
                  </a:lnTo>
                  <a:lnTo>
                    <a:pt x="5771330" y="3012097"/>
                  </a:lnTo>
                  <a:lnTo>
                    <a:pt x="5784835" y="2990177"/>
                  </a:lnTo>
                  <a:lnTo>
                    <a:pt x="5818711" y="2932022"/>
                  </a:lnTo>
                  <a:lnTo>
                    <a:pt x="5852281" y="2870001"/>
                  </a:lnTo>
                  <a:lnTo>
                    <a:pt x="5885717" y="2804034"/>
                  </a:lnTo>
                  <a:lnTo>
                    <a:pt x="5919156" y="2734093"/>
                  </a:lnTo>
                  <a:lnTo>
                    <a:pt x="5952707" y="2660205"/>
                  </a:lnTo>
                  <a:lnTo>
                    <a:pt x="5986452" y="2582458"/>
                  </a:lnTo>
                  <a:lnTo>
                    <a:pt x="6020445" y="2501006"/>
                  </a:lnTo>
                  <a:lnTo>
                    <a:pt x="6054719" y="2416068"/>
                  </a:lnTo>
                  <a:lnTo>
                    <a:pt x="6089287" y="2327933"/>
                  </a:lnTo>
                  <a:lnTo>
                    <a:pt x="6124139" y="2236954"/>
                  </a:lnTo>
                  <a:lnTo>
                    <a:pt x="6159250" y="2143544"/>
                  </a:lnTo>
                  <a:lnTo>
                    <a:pt x="6194580" y="2048173"/>
                  </a:lnTo>
                  <a:lnTo>
                    <a:pt x="6230076" y="1951357"/>
                  </a:lnTo>
                  <a:lnTo>
                    <a:pt x="6265678" y="1853644"/>
                  </a:lnTo>
                  <a:lnTo>
                    <a:pt x="6301319" y="1755606"/>
                  </a:lnTo>
                  <a:lnTo>
                    <a:pt x="6336929" y="1657823"/>
                  </a:lnTo>
                  <a:lnTo>
                    <a:pt x="6372442" y="1560867"/>
                  </a:lnTo>
                  <a:lnTo>
                    <a:pt x="6407795" y="1465290"/>
                  </a:lnTo>
                  <a:lnTo>
                    <a:pt x="6442935" y="1371614"/>
                  </a:lnTo>
                  <a:lnTo>
                    <a:pt x="6477821" y="1280313"/>
                  </a:lnTo>
                  <a:lnTo>
                    <a:pt x="6512424" y="1191810"/>
                  </a:lnTo>
                  <a:lnTo>
                    <a:pt x="6546734" y="1106464"/>
                  </a:lnTo>
                  <a:lnTo>
                    <a:pt x="6580760" y="1024571"/>
                  </a:lnTo>
                  <a:lnTo>
                    <a:pt x="6614533" y="946361"/>
                  </a:lnTo>
                  <a:lnTo>
                    <a:pt x="6648104" y="871994"/>
                  </a:lnTo>
                  <a:lnTo>
                    <a:pt x="6681552" y="801567"/>
                  </a:lnTo>
                  <a:lnTo>
                    <a:pt x="6714981" y="735113"/>
                  </a:lnTo>
                  <a:lnTo>
                    <a:pt x="6748526" y="672612"/>
                  </a:lnTo>
                  <a:lnTo>
                    <a:pt x="6782354" y="613990"/>
                  </a:lnTo>
                  <a:lnTo>
                    <a:pt x="6786527" y="607070"/>
                  </a:lnTo>
                  <a:lnTo>
                    <a:pt x="6833732" y="533666"/>
                  </a:lnTo>
                  <a:lnTo>
                    <a:pt x="6882457" y="467367"/>
                  </a:lnTo>
                  <a:lnTo>
                    <a:pt x="6933403" y="407840"/>
                  </a:lnTo>
                  <a:lnTo>
                    <a:pt x="6987357" y="354502"/>
                  </a:lnTo>
                  <a:lnTo>
                    <a:pt x="7045126" y="306688"/>
                  </a:lnTo>
                  <a:lnTo>
                    <a:pt x="7107479" y="263743"/>
                  </a:lnTo>
                  <a:lnTo>
                    <a:pt x="7175063" y="225081"/>
                  </a:lnTo>
                  <a:lnTo>
                    <a:pt x="7248308" y="190217"/>
                  </a:lnTo>
                  <a:lnTo>
                    <a:pt x="7327290" y="158781"/>
                  </a:lnTo>
                  <a:lnTo>
                    <a:pt x="7411570" y="130527"/>
                  </a:lnTo>
                  <a:lnTo>
                    <a:pt x="7500020" y="105329"/>
                  </a:lnTo>
                  <a:lnTo>
                    <a:pt x="7590682" y="83164"/>
                  </a:lnTo>
                  <a:lnTo>
                    <a:pt x="7680733" y="64083"/>
                  </a:lnTo>
                  <a:lnTo>
                    <a:pt x="7766624" y="48157"/>
                  </a:lnTo>
                  <a:lnTo>
                    <a:pt x="7844467" y="35415"/>
                  </a:lnTo>
                  <a:lnTo>
                    <a:pt x="7910634" y="25782"/>
                  </a:lnTo>
                  <a:lnTo>
                    <a:pt x="7962464" y="19026"/>
                  </a:lnTo>
                  <a:lnTo>
                    <a:pt x="7998869" y="14755"/>
                  </a:lnTo>
                  <a:lnTo>
                    <a:pt x="8020658" y="12445"/>
                  </a:lnTo>
                  <a:lnTo>
                    <a:pt x="8030521" y="11496"/>
                  </a:lnTo>
                  <a:lnTo>
                    <a:pt x="8032819" y="11294"/>
                  </a:lnTo>
                  <a:lnTo>
                    <a:pt x="8554953" y="11294"/>
                  </a:lnTo>
                  <a:lnTo>
                    <a:pt x="8554953" y="0"/>
                  </a:lnTo>
                  <a:lnTo>
                    <a:pt x="8032819" y="0"/>
                  </a:lnTo>
                  <a:lnTo>
                    <a:pt x="8031728" y="93"/>
                  </a:lnTo>
                  <a:lnTo>
                    <a:pt x="8024567" y="764"/>
                  </a:lnTo>
                  <a:lnTo>
                    <a:pt x="8006575" y="2618"/>
                  </a:lnTo>
                  <a:lnTo>
                    <a:pt x="7974557" y="6264"/>
                  </a:lnTo>
                  <a:lnTo>
                    <a:pt x="7927148" y="12256"/>
                  </a:lnTo>
                  <a:lnTo>
                    <a:pt x="7864906" y="21028"/>
                  </a:lnTo>
                  <a:lnTo>
                    <a:pt x="7790091" y="32859"/>
                  </a:lnTo>
                  <a:lnTo>
                    <a:pt x="7706122" y="47865"/>
                  </a:lnTo>
                  <a:lnTo>
                    <a:pt x="7616883" y="66042"/>
                  </a:lnTo>
                  <a:lnTo>
                    <a:pt x="7526071" y="87324"/>
                  </a:lnTo>
                  <a:lnTo>
                    <a:pt x="7436743" y="111648"/>
                  </a:lnTo>
                  <a:lnTo>
                    <a:pt x="7351109" y="139012"/>
                  </a:lnTo>
                  <a:lnTo>
                    <a:pt x="7270526" y="169510"/>
                  </a:lnTo>
                  <a:lnTo>
                    <a:pt x="7195613" y="203352"/>
                  </a:lnTo>
                  <a:lnTo>
                    <a:pt x="7126426" y="240872"/>
                  </a:lnTo>
                  <a:lnTo>
                    <a:pt x="7062622" y="282525"/>
                  </a:lnTo>
                  <a:lnTo>
                    <a:pt x="7003605" y="328869"/>
                  </a:lnTo>
                  <a:lnTo>
                    <a:pt x="6948632" y="380543"/>
                  </a:lnTo>
                  <a:lnTo>
                    <a:pt x="6896900" y="438218"/>
                  </a:lnTo>
                  <a:lnTo>
                    <a:pt x="6847612" y="502513"/>
                  </a:lnTo>
                  <a:lnTo>
                    <a:pt x="6800032" y="573855"/>
                  </a:lnTo>
                  <a:lnTo>
                    <a:pt x="6786527" y="595776"/>
                  </a:lnTo>
                  <a:lnTo>
                    <a:pt x="6752651" y="653930"/>
                  </a:lnTo>
                  <a:lnTo>
                    <a:pt x="6719081" y="715951"/>
                  </a:lnTo>
                  <a:lnTo>
                    <a:pt x="6685645" y="781918"/>
                  </a:lnTo>
                  <a:lnTo>
                    <a:pt x="6652206" y="851860"/>
                  </a:lnTo>
                  <a:lnTo>
                    <a:pt x="6618655" y="925748"/>
                  </a:lnTo>
                  <a:lnTo>
                    <a:pt x="6584910" y="1003495"/>
                  </a:lnTo>
                  <a:lnTo>
                    <a:pt x="6550917" y="1084947"/>
                  </a:lnTo>
                  <a:lnTo>
                    <a:pt x="6516643" y="1169884"/>
                  </a:lnTo>
                  <a:lnTo>
                    <a:pt x="6482075" y="1258019"/>
                  </a:lnTo>
                  <a:lnTo>
                    <a:pt x="6447223" y="1348999"/>
                  </a:lnTo>
                  <a:lnTo>
                    <a:pt x="6412112" y="1442409"/>
                  </a:lnTo>
                  <a:lnTo>
                    <a:pt x="6376782" y="1537779"/>
                  </a:lnTo>
                  <a:lnTo>
                    <a:pt x="6341286" y="1634596"/>
                  </a:lnTo>
                  <a:lnTo>
                    <a:pt x="6305684" y="1732308"/>
                  </a:lnTo>
                  <a:lnTo>
                    <a:pt x="6270043" y="1830346"/>
                  </a:lnTo>
                  <a:lnTo>
                    <a:pt x="6234433" y="1928130"/>
                  </a:lnTo>
                  <a:lnTo>
                    <a:pt x="6198920" y="2025086"/>
                  </a:lnTo>
                  <a:lnTo>
                    <a:pt x="6163567" y="2120662"/>
                  </a:lnTo>
                  <a:lnTo>
                    <a:pt x="6128426" y="2214338"/>
                  </a:lnTo>
                  <a:lnTo>
                    <a:pt x="6093541" y="2305639"/>
                  </a:lnTo>
                  <a:lnTo>
                    <a:pt x="6058938" y="2394143"/>
                  </a:lnTo>
                  <a:lnTo>
                    <a:pt x="6024628" y="2479489"/>
                  </a:lnTo>
                  <a:lnTo>
                    <a:pt x="5990602" y="2561381"/>
                  </a:lnTo>
                  <a:lnTo>
                    <a:pt x="5956829" y="2639591"/>
                  </a:lnTo>
                  <a:lnTo>
                    <a:pt x="5923258" y="2713958"/>
                  </a:lnTo>
                  <a:lnTo>
                    <a:pt x="5889810" y="2784386"/>
                  </a:lnTo>
                  <a:lnTo>
                    <a:pt x="5856381" y="2850839"/>
                  </a:lnTo>
                  <a:lnTo>
                    <a:pt x="5822836" y="2913341"/>
                  </a:lnTo>
                  <a:lnTo>
                    <a:pt x="5789008" y="2971963"/>
                  </a:lnTo>
                  <a:lnTo>
                    <a:pt x="5784835" y="2978882"/>
                  </a:lnTo>
                  <a:lnTo>
                    <a:pt x="5737630" y="3052287"/>
                  </a:lnTo>
                  <a:lnTo>
                    <a:pt x="5688905" y="3118585"/>
                  </a:lnTo>
                  <a:lnTo>
                    <a:pt x="5637959" y="3178113"/>
                  </a:lnTo>
                  <a:lnTo>
                    <a:pt x="5584005" y="3231450"/>
                  </a:lnTo>
                  <a:lnTo>
                    <a:pt x="5526236" y="3279265"/>
                  </a:lnTo>
                  <a:lnTo>
                    <a:pt x="5463883" y="3322210"/>
                  </a:lnTo>
                  <a:lnTo>
                    <a:pt x="5396299" y="3360872"/>
                  </a:lnTo>
                  <a:lnTo>
                    <a:pt x="5323054" y="3395736"/>
                  </a:lnTo>
                  <a:lnTo>
                    <a:pt x="5244072" y="3427172"/>
                  </a:lnTo>
                  <a:lnTo>
                    <a:pt x="5159792" y="3455426"/>
                  </a:lnTo>
                  <a:lnTo>
                    <a:pt x="5071342" y="3480624"/>
                  </a:lnTo>
                  <a:lnTo>
                    <a:pt x="4980680" y="3502788"/>
                  </a:lnTo>
                  <a:lnTo>
                    <a:pt x="4890629" y="3521870"/>
                  </a:lnTo>
                  <a:lnTo>
                    <a:pt x="4804738" y="3537796"/>
                  </a:lnTo>
                  <a:lnTo>
                    <a:pt x="4726895" y="3550537"/>
                  </a:lnTo>
                  <a:lnTo>
                    <a:pt x="4660728" y="3560171"/>
                  </a:lnTo>
                  <a:lnTo>
                    <a:pt x="4608898" y="3566927"/>
                  </a:lnTo>
                  <a:lnTo>
                    <a:pt x="4572493" y="3571198"/>
                  </a:lnTo>
                  <a:lnTo>
                    <a:pt x="4550704" y="3573508"/>
                  </a:lnTo>
                  <a:lnTo>
                    <a:pt x="4540841" y="3574457"/>
                  </a:lnTo>
                  <a:lnTo>
                    <a:pt x="4538543" y="3574659"/>
                  </a:lnTo>
                  <a:lnTo>
                    <a:pt x="4016409" y="3574659"/>
                  </a:lnTo>
                  <a:lnTo>
                    <a:pt x="4015153" y="3574631"/>
                  </a:lnTo>
                  <a:lnTo>
                    <a:pt x="4006939" y="3574434"/>
                  </a:lnTo>
                  <a:lnTo>
                    <a:pt x="3986396" y="3573889"/>
                  </a:lnTo>
                  <a:lnTo>
                    <a:pt x="3950086" y="3572818"/>
                  </a:lnTo>
                  <a:lnTo>
                    <a:pt x="3896816" y="3571064"/>
                  </a:lnTo>
                  <a:lnTo>
                    <a:pt x="3827693" y="3568509"/>
                  </a:lnTo>
                  <a:lnTo>
                    <a:pt x="3745750" y="3565085"/>
                  </a:lnTo>
                  <a:lnTo>
                    <a:pt x="3655184" y="3560770"/>
                  </a:lnTo>
                  <a:lnTo>
                    <a:pt x="3560465" y="3555573"/>
                  </a:lnTo>
                  <a:lnTo>
                    <a:pt x="3465597" y="3549516"/>
                  </a:lnTo>
                  <a:lnTo>
                    <a:pt x="3373665" y="3542611"/>
                  </a:lnTo>
                  <a:lnTo>
                    <a:pt x="3286704" y="3534845"/>
                  </a:lnTo>
                  <a:lnTo>
                    <a:pt x="3205781" y="3526171"/>
                  </a:lnTo>
                  <a:lnTo>
                    <a:pt x="3131192" y="3516506"/>
                  </a:lnTo>
                  <a:lnTo>
                    <a:pt x="3062679" y="3505727"/>
                  </a:lnTo>
                  <a:lnTo>
                    <a:pt x="2999625" y="3493679"/>
                  </a:lnTo>
                  <a:lnTo>
                    <a:pt x="2941206" y="3480179"/>
                  </a:lnTo>
                  <a:lnTo>
                    <a:pt x="2886504" y="3465032"/>
                  </a:lnTo>
                  <a:lnTo>
                    <a:pt x="2834591" y="3448051"/>
                  </a:lnTo>
                  <a:lnTo>
                    <a:pt x="2784614" y="3429104"/>
                  </a:lnTo>
                  <a:lnTo>
                    <a:pt x="2770117" y="3423126"/>
                  </a:lnTo>
                  <a:lnTo>
                    <a:pt x="2719902" y="3400794"/>
                  </a:lnTo>
                  <a:lnTo>
                    <a:pt x="2670177" y="3376269"/>
                  </a:lnTo>
                  <a:lnTo>
                    <a:pt x="2620457" y="3349514"/>
                  </a:lnTo>
                  <a:lnTo>
                    <a:pt x="2570408" y="3320565"/>
                  </a:lnTo>
                  <a:lnTo>
                    <a:pt x="2519819" y="3289533"/>
                  </a:lnTo>
                  <a:lnTo>
                    <a:pt x="2468598" y="3256612"/>
                  </a:lnTo>
                  <a:lnTo>
                    <a:pt x="2416749" y="3222079"/>
                  </a:lnTo>
                  <a:lnTo>
                    <a:pt x="2364363" y="3186287"/>
                  </a:lnTo>
                  <a:lnTo>
                    <a:pt x="2311597" y="3149651"/>
                  </a:lnTo>
                  <a:lnTo>
                    <a:pt x="2258653" y="3112632"/>
                  </a:lnTo>
                  <a:lnTo>
                    <a:pt x="2205754" y="3075709"/>
                  </a:lnTo>
                  <a:lnTo>
                    <a:pt x="2153119" y="3039358"/>
                  </a:lnTo>
                  <a:lnTo>
                    <a:pt x="2100932" y="3004024"/>
                  </a:lnTo>
                  <a:lnTo>
                    <a:pt x="2049328" y="2970100"/>
                  </a:lnTo>
                  <a:lnTo>
                    <a:pt x="1998365" y="2937908"/>
                  </a:lnTo>
                  <a:lnTo>
                    <a:pt x="1948010" y="2907692"/>
                  </a:lnTo>
                  <a:lnTo>
                    <a:pt x="1898125" y="2879614"/>
                  </a:lnTo>
                  <a:lnTo>
                    <a:pt x="1848451" y="2853753"/>
                  </a:lnTo>
                  <a:lnTo>
                    <a:pt x="1798597" y="2830115"/>
                  </a:lnTo>
                  <a:lnTo>
                    <a:pt x="1768425" y="2816997"/>
                  </a:lnTo>
                  <a:lnTo>
                    <a:pt x="1718876" y="2797460"/>
                  </a:lnTo>
                  <a:lnTo>
                    <a:pt x="1667619" y="2779908"/>
                  </a:lnTo>
                  <a:lnTo>
                    <a:pt x="1613835" y="2764237"/>
                  </a:lnTo>
                  <a:lnTo>
                    <a:pt x="1556611" y="2750271"/>
                  </a:lnTo>
                  <a:lnTo>
                    <a:pt x="1495018" y="2737815"/>
                  </a:lnTo>
                  <a:lnTo>
                    <a:pt x="1428193" y="2726679"/>
                  </a:lnTo>
                  <a:lnTo>
                    <a:pt x="1355445" y="2716698"/>
                  </a:lnTo>
                  <a:lnTo>
                    <a:pt x="1276391" y="2707742"/>
                  </a:lnTo>
                  <a:lnTo>
                    <a:pt x="1191141" y="2699714"/>
                  </a:lnTo>
                  <a:lnTo>
                    <a:pt x="1100511" y="2692558"/>
                  </a:lnTo>
                  <a:lnTo>
                    <a:pt x="1006236" y="2686250"/>
                  </a:lnTo>
                  <a:lnTo>
                    <a:pt x="911092" y="2680797"/>
                  </a:lnTo>
                  <a:lnTo>
                    <a:pt x="818843" y="2676220"/>
                  </a:lnTo>
                  <a:lnTo>
                    <a:pt x="733888" y="2672533"/>
                  </a:lnTo>
                  <a:lnTo>
                    <a:pt x="660595" y="2669726"/>
                  </a:lnTo>
                  <a:lnTo>
                    <a:pt x="602430" y="2667746"/>
                  </a:lnTo>
                  <a:lnTo>
                    <a:pt x="561130" y="2666488"/>
                  </a:lnTo>
                  <a:lnTo>
                    <a:pt x="536193" y="2665806"/>
                  </a:lnTo>
                  <a:lnTo>
                    <a:pt x="524816" y="2665525"/>
                  </a:lnTo>
                  <a:lnTo>
                    <a:pt x="522133" y="2665464"/>
                  </a:lnTo>
                  <a:lnTo>
                    <a:pt x="0" y="2665464"/>
                  </a:lnTo>
                  <a:close/>
                </a:path>
              </a:pathLst>
            </a:custGeom>
            <a:solidFill>
              <a:srgbClr val="E78AC3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1302" name="pl1302"/>
            <p:cNvSpPr/>
            <p:nvPr/>
          </p:nvSpPr>
          <p:spPr>
            <a:xfrm>
              <a:off x="386606" y="2224624"/>
              <a:ext cx="8554953" cy="3574659"/>
            </a:xfrm>
            <a:custGeom>
              <a:avLst/>
              <a:pathLst>
                <a:path w="8554953" h="3574659">
                  <a:moveTo>
                    <a:pt x="0" y="2665464"/>
                  </a:moveTo>
                  <a:lnTo>
                    <a:pt x="522133" y="2665464"/>
                  </a:lnTo>
                  <a:lnTo>
                    <a:pt x="523389" y="2665492"/>
                  </a:lnTo>
                  <a:lnTo>
                    <a:pt x="531603" y="2665689"/>
                  </a:lnTo>
                  <a:lnTo>
                    <a:pt x="552146" y="2666234"/>
                  </a:lnTo>
                  <a:lnTo>
                    <a:pt x="588456" y="2667305"/>
                  </a:lnTo>
                  <a:lnTo>
                    <a:pt x="641726" y="2669059"/>
                  </a:lnTo>
                  <a:lnTo>
                    <a:pt x="710849" y="2671614"/>
                  </a:lnTo>
                  <a:lnTo>
                    <a:pt x="792792" y="2675038"/>
                  </a:lnTo>
                  <a:lnTo>
                    <a:pt x="883359" y="2679354"/>
                  </a:lnTo>
                  <a:lnTo>
                    <a:pt x="978077" y="2684550"/>
                  </a:lnTo>
                  <a:lnTo>
                    <a:pt x="1072946" y="2690607"/>
                  </a:lnTo>
                  <a:lnTo>
                    <a:pt x="1164878" y="2697512"/>
                  </a:lnTo>
                  <a:lnTo>
                    <a:pt x="1251839" y="2705278"/>
                  </a:lnTo>
                  <a:lnTo>
                    <a:pt x="1332761" y="2713952"/>
                  </a:lnTo>
                  <a:lnTo>
                    <a:pt x="1407350" y="2723618"/>
                  </a:lnTo>
                  <a:lnTo>
                    <a:pt x="1475863" y="2734397"/>
                  </a:lnTo>
                  <a:lnTo>
                    <a:pt x="1538917" y="2746444"/>
                  </a:lnTo>
                  <a:lnTo>
                    <a:pt x="1597336" y="2759944"/>
                  </a:lnTo>
                  <a:lnTo>
                    <a:pt x="1652039" y="2775091"/>
                  </a:lnTo>
                  <a:lnTo>
                    <a:pt x="1703951" y="2792072"/>
                  </a:lnTo>
                  <a:lnTo>
                    <a:pt x="1753928" y="2811019"/>
                  </a:lnTo>
                  <a:lnTo>
                    <a:pt x="1768425" y="2816997"/>
                  </a:lnTo>
                  <a:lnTo>
                    <a:pt x="1818640" y="2839329"/>
                  </a:lnTo>
                  <a:lnTo>
                    <a:pt x="1868365" y="2863854"/>
                  </a:lnTo>
                  <a:lnTo>
                    <a:pt x="1918085" y="2890609"/>
                  </a:lnTo>
                  <a:lnTo>
                    <a:pt x="1968135" y="2919558"/>
                  </a:lnTo>
                  <a:lnTo>
                    <a:pt x="2018723" y="2950590"/>
                  </a:lnTo>
                  <a:lnTo>
                    <a:pt x="2069944" y="2983511"/>
                  </a:lnTo>
                  <a:lnTo>
                    <a:pt x="2121793" y="3018044"/>
                  </a:lnTo>
                  <a:lnTo>
                    <a:pt x="2174180" y="3053836"/>
                  </a:lnTo>
                  <a:lnTo>
                    <a:pt x="2226945" y="3090472"/>
                  </a:lnTo>
                  <a:lnTo>
                    <a:pt x="2279889" y="3127491"/>
                  </a:lnTo>
                  <a:lnTo>
                    <a:pt x="2332788" y="3164414"/>
                  </a:lnTo>
                  <a:lnTo>
                    <a:pt x="2385424" y="3200765"/>
                  </a:lnTo>
                  <a:lnTo>
                    <a:pt x="2437610" y="3236099"/>
                  </a:lnTo>
                  <a:lnTo>
                    <a:pt x="2489214" y="3270023"/>
                  </a:lnTo>
                  <a:lnTo>
                    <a:pt x="2540177" y="3302215"/>
                  </a:lnTo>
                  <a:lnTo>
                    <a:pt x="2590532" y="3332431"/>
                  </a:lnTo>
                  <a:lnTo>
                    <a:pt x="2640417" y="3360509"/>
                  </a:lnTo>
                  <a:lnTo>
                    <a:pt x="2690091" y="3386370"/>
                  </a:lnTo>
                  <a:lnTo>
                    <a:pt x="2739946" y="3410008"/>
                  </a:lnTo>
                  <a:lnTo>
                    <a:pt x="2770117" y="3423126"/>
                  </a:lnTo>
                  <a:lnTo>
                    <a:pt x="2819666" y="3442664"/>
                  </a:lnTo>
                  <a:lnTo>
                    <a:pt x="2870923" y="3460215"/>
                  </a:lnTo>
                  <a:lnTo>
                    <a:pt x="2924707" y="3475886"/>
                  </a:lnTo>
                  <a:lnTo>
                    <a:pt x="2981931" y="3489852"/>
                  </a:lnTo>
                  <a:lnTo>
                    <a:pt x="3043524" y="3502308"/>
                  </a:lnTo>
                  <a:lnTo>
                    <a:pt x="3110349" y="3513445"/>
                  </a:lnTo>
                  <a:lnTo>
                    <a:pt x="3183098" y="3523425"/>
                  </a:lnTo>
                  <a:lnTo>
                    <a:pt x="3262152" y="3532381"/>
                  </a:lnTo>
                  <a:lnTo>
                    <a:pt x="3347402" y="3540409"/>
                  </a:lnTo>
                  <a:lnTo>
                    <a:pt x="3438031" y="3547566"/>
                  </a:lnTo>
                  <a:lnTo>
                    <a:pt x="3532306" y="3553873"/>
                  </a:lnTo>
                  <a:lnTo>
                    <a:pt x="3627450" y="3559326"/>
                  </a:lnTo>
                  <a:lnTo>
                    <a:pt x="3719699" y="3563903"/>
                  </a:lnTo>
                  <a:lnTo>
                    <a:pt x="3804654" y="3567590"/>
                  </a:lnTo>
                  <a:lnTo>
                    <a:pt x="3877948" y="3570397"/>
                  </a:lnTo>
                  <a:lnTo>
                    <a:pt x="3936113" y="3572377"/>
                  </a:lnTo>
                  <a:lnTo>
                    <a:pt x="3977413" y="3573635"/>
                  </a:lnTo>
                  <a:lnTo>
                    <a:pt x="4002350" y="3574317"/>
                  </a:lnTo>
                  <a:lnTo>
                    <a:pt x="4013726" y="3574598"/>
                  </a:lnTo>
                  <a:lnTo>
                    <a:pt x="4016376" y="3574658"/>
                  </a:lnTo>
                  <a:lnTo>
                    <a:pt x="4016409" y="3574659"/>
                  </a:lnTo>
                  <a:lnTo>
                    <a:pt x="4538543" y="3574659"/>
                  </a:lnTo>
                  <a:lnTo>
                    <a:pt x="4539634" y="3574565"/>
                  </a:lnTo>
                  <a:lnTo>
                    <a:pt x="4546795" y="3573894"/>
                  </a:lnTo>
                  <a:lnTo>
                    <a:pt x="4564787" y="3572040"/>
                  </a:lnTo>
                  <a:lnTo>
                    <a:pt x="4596805" y="3568394"/>
                  </a:lnTo>
                  <a:lnTo>
                    <a:pt x="4644214" y="3562402"/>
                  </a:lnTo>
                  <a:lnTo>
                    <a:pt x="4706456" y="3553630"/>
                  </a:lnTo>
                  <a:lnTo>
                    <a:pt x="4781271" y="3541800"/>
                  </a:lnTo>
                  <a:lnTo>
                    <a:pt x="4865240" y="3526793"/>
                  </a:lnTo>
                  <a:lnTo>
                    <a:pt x="4954479" y="3508616"/>
                  </a:lnTo>
                  <a:lnTo>
                    <a:pt x="5045291" y="3487334"/>
                  </a:lnTo>
                  <a:lnTo>
                    <a:pt x="5134619" y="3463010"/>
                  </a:lnTo>
                  <a:lnTo>
                    <a:pt x="5220253" y="3435646"/>
                  </a:lnTo>
                  <a:lnTo>
                    <a:pt x="5300836" y="3405149"/>
                  </a:lnTo>
                  <a:lnTo>
                    <a:pt x="5375749" y="3371307"/>
                  </a:lnTo>
                  <a:lnTo>
                    <a:pt x="5444936" y="3333786"/>
                  </a:lnTo>
                  <a:lnTo>
                    <a:pt x="5508740" y="3292133"/>
                  </a:lnTo>
                  <a:lnTo>
                    <a:pt x="5567757" y="3245789"/>
                  </a:lnTo>
                  <a:lnTo>
                    <a:pt x="5622730" y="3194115"/>
                  </a:lnTo>
                  <a:lnTo>
                    <a:pt x="5674461" y="3136440"/>
                  </a:lnTo>
                  <a:lnTo>
                    <a:pt x="5723750" y="3072146"/>
                  </a:lnTo>
                  <a:lnTo>
                    <a:pt x="5771330" y="3000803"/>
                  </a:lnTo>
                  <a:lnTo>
                    <a:pt x="5784835" y="2978882"/>
                  </a:lnTo>
                  <a:lnTo>
                    <a:pt x="5818711" y="2920728"/>
                  </a:lnTo>
                  <a:lnTo>
                    <a:pt x="5852281" y="2858707"/>
                  </a:lnTo>
                  <a:lnTo>
                    <a:pt x="5885717" y="2792740"/>
                  </a:lnTo>
                  <a:lnTo>
                    <a:pt x="5919156" y="2722799"/>
                  </a:lnTo>
                  <a:lnTo>
                    <a:pt x="5952707" y="2648910"/>
                  </a:lnTo>
                  <a:lnTo>
                    <a:pt x="5986452" y="2571164"/>
                  </a:lnTo>
                  <a:lnTo>
                    <a:pt x="6020445" y="2489711"/>
                  </a:lnTo>
                  <a:lnTo>
                    <a:pt x="6054719" y="2404774"/>
                  </a:lnTo>
                  <a:lnTo>
                    <a:pt x="6089287" y="2316639"/>
                  </a:lnTo>
                  <a:lnTo>
                    <a:pt x="6124139" y="2225659"/>
                  </a:lnTo>
                  <a:lnTo>
                    <a:pt x="6159250" y="2132249"/>
                  </a:lnTo>
                  <a:lnTo>
                    <a:pt x="6194580" y="2036879"/>
                  </a:lnTo>
                  <a:lnTo>
                    <a:pt x="6230076" y="1940063"/>
                  </a:lnTo>
                  <a:lnTo>
                    <a:pt x="6265678" y="1842350"/>
                  </a:lnTo>
                  <a:lnTo>
                    <a:pt x="6301319" y="1744312"/>
                  </a:lnTo>
                  <a:lnTo>
                    <a:pt x="6336929" y="1646528"/>
                  </a:lnTo>
                  <a:lnTo>
                    <a:pt x="6372442" y="1549572"/>
                  </a:lnTo>
                  <a:lnTo>
                    <a:pt x="6407795" y="1453996"/>
                  </a:lnTo>
                  <a:lnTo>
                    <a:pt x="6442935" y="1360320"/>
                  </a:lnTo>
                  <a:lnTo>
                    <a:pt x="6477821" y="1269019"/>
                  </a:lnTo>
                  <a:lnTo>
                    <a:pt x="6512424" y="1180515"/>
                  </a:lnTo>
                  <a:lnTo>
                    <a:pt x="6546734" y="1095169"/>
                  </a:lnTo>
                  <a:lnTo>
                    <a:pt x="6580760" y="1013277"/>
                  </a:lnTo>
                  <a:lnTo>
                    <a:pt x="6614533" y="935067"/>
                  </a:lnTo>
                  <a:lnTo>
                    <a:pt x="6648104" y="860700"/>
                  </a:lnTo>
                  <a:lnTo>
                    <a:pt x="6681552" y="790272"/>
                  </a:lnTo>
                  <a:lnTo>
                    <a:pt x="6714981" y="723819"/>
                  </a:lnTo>
                  <a:lnTo>
                    <a:pt x="6748526" y="661318"/>
                  </a:lnTo>
                  <a:lnTo>
                    <a:pt x="6782354" y="602696"/>
                  </a:lnTo>
                  <a:lnTo>
                    <a:pt x="6786527" y="595776"/>
                  </a:lnTo>
                  <a:lnTo>
                    <a:pt x="6833732" y="522371"/>
                  </a:lnTo>
                  <a:lnTo>
                    <a:pt x="6882457" y="456073"/>
                  </a:lnTo>
                  <a:lnTo>
                    <a:pt x="6933403" y="396546"/>
                  </a:lnTo>
                  <a:lnTo>
                    <a:pt x="6987357" y="343208"/>
                  </a:lnTo>
                  <a:lnTo>
                    <a:pt x="7045126" y="295394"/>
                  </a:lnTo>
                  <a:lnTo>
                    <a:pt x="7107479" y="252448"/>
                  </a:lnTo>
                  <a:lnTo>
                    <a:pt x="7175063" y="213786"/>
                  </a:lnTo>
                  <a:lnTo>
                    <a:pt x="7248308" y="178922"/>
                  </a:lnTo>
                  <a:lnTo>
                    <a:pt x="7327290" y="147487"/>
                  </a:lnTo>
                  <a:lnTo>
                    <a:pt x="7411570" y="119233"/>
                  </a:lnTo>
                  <a:lnTo>
                    <a:pt x="7500020" y="94035"/>
                  </a:lnTo>
                  <a:lnTo>
                    <a:pt x="7590682" y="71870"/>
                  </a:lnTo>
                  <a:lnTo>
                    <a:pt x="7680733" y="52789"/>
                  </a:lnTo>
                  <a:lnTo>
                    <a:pt x="7766624" y="36863"/>
                  </a:lnTo>
                  <a:lnTo>
                    <a:pt x="7844467" y="24121"/>
                  </a:lnTo>
                  <a:lnTo>
                    <a:pt x="7910634" y="14487"/>
                  </a:lnTo>
                  <a:lnTo>
                    <a:pt x="7962464" y="7731"/>
                  </a:lnTo>
                  <a:lnTo>
                    <a:pt x="7998869" y="3461"/>
                  </a:lnTo>
                  <a:lnTo>
                    <a:pt x="8020658" y="1151"/>
                  </a:lnTo>
                  <a:lnTo>
                    <a:pt x="8030521" y="202"/>
                  </a:lnTo>
                  <a:lnTo>
                    <a:pt x="8032792" y="2"/>
                  </a:lnTo>
                  <a:lnTo>
                    <a:pt x="8032819" y="0"/>
                  </a:lnTo>
                  <a:lnTo>
                    <a:pt x="8554953" y="0"/>
                  </a:lnTo>
                  <a:lnTo>
                    <a:pt x="8554953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303" name="pl1303"/>
            <p:cNvSpPr/>
            <p:nvPr/>
          </p:nvSpPr>
          <p:spPr>
            <a:xfrm>
              <a:off x="386606" y="2213330"/>
              <a:ext cx="8554953" cy="3574659"/>
            </a:xfrm>
            <a:custGeom>
              <a:avLst/>
              <a:pathLst>
                <a:path w="8554953" h="3574659">
                  <a:moveTo>
                    <a:pt x="8554953" y="0"/>
                  </a:moveTo>
                  <a:lnTo>
                    <a:pt x="8032819" y="0"/>
                  </a:lnTo>
                  <a:lnTo>
                    <a:pt x="8031728" y="93"/>
                  </a:lnTo>
                  <a:lnTo>
                    <a:pt x="8024567" y="764"/>
                  </a:lnTo>
                  <a:lnTo>
                    <a:pt x="8006575" y="2618"/>
                  </a:lnTo>
                  <a:lnTo>
                    <a:pt x="7974557" y="6264"/>
                  </a:lnTo>
                  <a:lnTo>
                    <a:pt x="7927148" y="12256"/>
                  </a:lnTo>
                  <a:lnTo>
                    <a:pt x="7864906" y="21028"/>
                  </a:lnTo>
                  <a:lnTo>
                    <a:pt x="7790091" y="32859"/>
                  </a:lnTo>
                  <a:lnTo>
                    <a:pt x="7706122" y="47865"/>
                  </a:lnTo>
                  <a:lnTo>
                    <a:pt x="7616883" y="66042"/>
                  </a:lnTo>
                  <a:lnTo>
                    <a:pt x="7526071" y="87324"/>
                  </a:lnTo>
                  <a:lnTo>
                    <a:pt x="7436743" y="111648"/>
                  </a:lnTo>
                  <a:lnTo>
                    <a:pt x="7351109" y="139012"/>
                  </a:lnTo>
                  <a:lnTo>
                    <a:pt x="7270526" y="169510"/>
                  </a:lnTo>
                  <a:lnTo>
                    <a:pt x="7195613" y="203352"/>
                  </a:lnTo>
                  <a:lnTo>
                    <a:pt x="7126426" y="240872"/>
                  </a:lnTo>
                  <a:lnTo>
                    <a:pt x="7062622" y="282525"/>
                  </a:lnTo>
                  <a:lnTo>
                    <a:pt x="7003605" y="328869"/>
                  </a:lnTo>
                  <a:lnTo>
                    <a:pt x="6948632" y="380543"/>
                  </a:lnTo>
                  <a:lnTo>
                    <a:pt x="6896900" y="438218"/>
                  </a:lnTo>
                  <a:lnTo>
                    <a:pt x="6847612" y="502513"/>
                  </a:lnTo>
                  <a:lnTo>
                    <a:pt x="6800032" y="573855"/>
                  </a:lnTo>
                  <a:lnTo>
                    <a:pt x="6786527" y="595776"/>
                  </a:lnTo>
                  <a:lnTo>
                    <a:pt x="6752651" y="653930"/>
                  </a:lnTo>
                  <a:lnTo>
                    <a:pt x="6719081" y="715951"/>
                  </a:lnTo>
                  <a:lnTo>
                    <a:pt x="6685645" y="781918"/>
                  </a:lnTo>
                  <a:lnTo>
                    <a:pt x="6652206" y="851860"/>
                  </a:lnTo>
                  <a:lnTo>
                    <a:pt x="6618655" y="925748"/>
                  </a:lnTo>
                  <a:lnTo>
                    <a:pt x="6584910" y="1003495"/>
                  </a:lnTo>
                  <a:lnTo>
                    <a:pt x="6550917" y="1084947"/>
                  </a:lnTo>
                  <a:lnTo>
                    <a:pt x="6516643" y="1169884"/>
                  </a:lnTo>
                  <a:lnTo>
                    <a:pt x="6482075" y="1258019"/>
                  </a:lnTo>
                  <a:lnTo>
                    <a:pt x="6447223" y="1348999"/>
                  </a:lnTo>
                  <a:lnTo>
                    <a:pt x="6412112" y="1442409"/>
                  </a:lnTo>
                  <a:lnTo>
                    <a:pt x="6376782" y="1537779"/>
                  </a:lnTo>
                  <a:lnTo>
                    <a:pt x="6341286" y="1634596"/>
                  </a:lnTo>
                  <a:lnTo>
                    <a:pt x="6305684" y="1732308"/>
                  </a:lnTo>
                  <a:lnTo>
                    <a:pt x="6270043" y="1830346"/>
                  </a:lnTo>
                  <a:lnTo>
                    <a:pt x="6234433" y="1928130"/>
                  </a:lnTo>
                  <a:lnTo>
                    <a:pt x="6198920" y="2025086"/>
                  </a:lnTo>
                  <a:lnTo>
                    <a:pt x="6163567" y="2120662"/>
                  </a:lnTo>
                  <a:lnTo>
                    <a:pt x="6128426" y="2214338"/>
                  </a:lnTo>
                  <a:lnTo>
                    <a:pt x="6093541" y="2305639"/>
                  </a:lnTo>
                  <a:lnTo>
                    <a:pt x="6058938" y="2394143"/>
                  </a:lnTo>
                  <a:lnTo>
                    <a:pt x="6024628" y="2479489"/>
                  </a:lnTo>
                  <a:lnTo>
                    <a:pt x="5990602" y="2561381"/>
                  </a:lnTo>
                  <a:lnTo>
                    <a:pt x="5956829" y="2639591"/>
                  </a:lnTo>
                  <a:lnTo>
                    <a:pt x="5923258" y="2713958"/>
                  </a:lnTo>
                  <a:lnTo>
                    <a:pt x="5889810" y="2784386"/>
                  </a:lnTo>
                  <a:lnTo>
                    <a:pt x="5856381" y="2850839"/>
                  </a:lnTo>
                  <a:lnTo>
                    <a:pt x="5822836" y="2913341"/>
                  </a:lnTo>
                  <a:lnTo>
                    <a:pt x="5789008" y="2971963"/>
                  </a:lnTo>
                  <a:lnTo>
                    <a:pt x="5784835" y="2978882"/>
                  </a:lnTo>
                  <a:lnTo>
                    <a:pt x="5737630" y="3052287"/>
                  </a:lnTo>
                  <a:lnTo>
                    <a:pt x="5688905" y="3118585"/>
                  </a:lnTo>
                  <a:lnTo>
                    <a:pt x="5637959" y="3178113"/>
                  </a:lnTo>
                  <a:lnTo>
                    <a:pt x="5584005" y="3231450"/>
                  </a:lnTo>
                  <a:lnTo>
                    <a:pt x="5526236" y="3279265"/>
                  </a:lnTo>
                  <a:lnTo>
                    <a:pt x="5463883" y="3322210"/>
                  </a:lnTo>
                  <a:lnTo>
                    <a:pt x="5396299" y="3360872"/>
                  </a:lnTo>
                  <a:lnTo>
                    <a:pt x="5323054" y="3395736"/>
                  </a:lnTo>
                  <a:lnTo>
                    <a:pt x="5244072" y="3427172"/>
                  </a:lnTo>
                  <a:lnTo>
                    <a:pt x="5159792" y="3455426"/>
                  </a:lnTo>
                  <a:lnTo>
                    <a:pt x="5071342" y="3480624"/>
                  </a:lnTo>
                  <a:lnTo>
                    <a:pt x="4980680" y="3502788"/>
                  </a:lnTo>
                  <a:lnTo>
                    <a:pt x="4890629" y="3521870"/>
                  </a:lnTo>
                  <a:lnTo>
                    <a:pt x="4804738" y="3537796"/>
                  </a:lnTo>
                  <a:lnTo>
                    <a:pt x="4726895" y="3550537"/>
                  </a:lnTo>
                  <a:lnTo>
                    <a:pt x="4660728" y="3560171"/>
                  </a:lnTo>
                  <a:lnTo>
                    <a:pt x="4608898" y="3566927"/>
                  </a:lnTo>
                  <a:lnTo>
                    <a:pt x="4572493" y="3571198"/>
                  </a:lnTo>
                  <a:lnTo>
                    <a:pt x="4550704" y="3573508"/>
                  </a:lnTo>
                  <a:lnTo>
                    <a:pt x="4540841" y="3574457"/>
                  </a:lnTo>
                  <a:lnTo>
                    <a:pt x="4538570" y="3574657"/>
                  </a:lnTo>
                  <a:lnTo>
                    <a:pt x="4538543" y="3574659"/>
                  </a:lnTo>
                  <a:lnTo>
                    <a:pt x="4016409" y="3574659"/>
                  </a:lnTo>
                  <a:lnTo>
                    <a:pt x="4015153" y="3574631"/>
                  </a:lnTo>
                  <a:lnTo>
                    <a:pt x="4006939" y="3574434"/>
                  </a:lnTo>
                  <a:lnTo>
                    <a:pt x="3986396" y="3573889"/>
                  </a:lnTo>
                  <a:lnTo>
                    <a:pt x="3950086" y="3572818"/>
                  </a:lnTo>
                  <a:lnTo>
                    <a:pt x="3896816" y="3571064"/>
                  </a:lnTo>
                  <a:lnTo>
                    <a:pt x="3827693" y="3568509"/>
                  </a:lnTo>
                  <a:lnTo>
                    <a:pt x="3745750" y="3565085"/>
                  </a:lnTo>
                  <a:lnTo>
                    <a:pt x="3655184" y="3560770"/>
                  </a:lnTo>
                  <a:lnTo>
                    <a:pt x="3560465" y="3555573"/>
                  </a:lnTo>
                  <a:lnTo>
                    <a:pt x="3465597" y="3549516"/>
                  </a:lnTo>
                  <a:lnTo>
                    <a:pt x="3373665" y="3542611"/>
                  </a:lnTo>
                  <a:lnTo>
                    <a:pt x="3286704" y="3534845"/>
                  </a:lnTo>
                  <a:lnTo>
                    <a:pt x="3205781" y="3526171"/>
                  </a:lnTo>
                  <a:lnTo>
                    <a:pt x="3131192" y="3516506"/>
                  </a:lnTo>
                  <a:lnTo>
                    <a:pt x="3062679" y="3505727"/>
                  </a:lnTo>
                  <a:lnTo>
                    <a:pt x="2999625" y="3493679"/>
                  </a:lnTo>
                  <a:lnTo>
                    <a:pt x="2941206" y="3480179"/>
                  </a:lnTo>
                  <a:lnTo>
                    <a:pt x="2886504" y="3465032"/>
                  </a:lnTo>
                  <a:lnTo>
                    <a:pt x="2834591" y="3448051"/>
                  </a:lnTo>
                  <a:lnTo>
                    <a:pt x="2784614" y="3429104"/>
                  </a:lnTo>
                  <a:lnTo>
                    <a:pt x="2770117" y="3423126"/>
                  </a:lnTo>
                  <a:lnTo>
                    <a:pt x="2719902" y="3400794"/>
                  </a:lnTo>
                  <a:lnTo>
                    <a:pt x="2670177" y="3376269"/>
                  </a:lnTo>
                  <a:lnTo>
                    <a:pt x="2620457" y="3349514"/>
                  </a:lnTo>
                  <a:lnTo>
                    <a:pt x="2570408" y="3320565"/>
                  </a:lnTo>
                  <a:lnTo>
                    <a:pt x="2519819" y="3289533"/>
                  </a:lnTo>
                  <a:lnTo>
                    <a:pt x="2468598" y="3256612"/>
                  </a:lnTo>
                  <a:lnTo>
                    <a:pt x="2416749" y="3222079"/>
                  </a:lnTo>
                  <a:lnTo>
                    <a:pt x="2364363" y="3186287"/>
                  </a:lnTo>
                  <a:lnTo>
                    <a:pt x="2311597" y="3149651"/>
                  </a:lnTo>
                  <a:lnTo>
                    <a:pt x="2258653" y="3112632"/>
                  </a:lnTo>
                  <a:lnTo>
                    <a:pt x="2205754" y="3075709"/>
                  </a:lnTo>
                  <a:lnTo>
                    <a:pt x="2153119" y="3039358"/>
                  </a:lnTo>
                  <a:lnTo>
                    <a:pt x="2100932" y="3004024"/>
                  </a:lnTo>
                  <a:lnTo>
                    <a:pt x="2049328" y="2970100"/>
                  </a:lnTo>
                  <a:lnTo>
                    <a:pt x="1998365" y="2937908"/>
                  </a:lnTo>
                  <a:lnTo>
                    <a:pt x="1948010" y="2907692"/>
                  </a:lnTo>
                  <a:lnTo>
                    <a:pt x="1898125" y="2879614"/>
                  </a:lnTo>
                  <a:lnTo>
                    <a:pt x="1848451" y="2853753"/>
                  </a:lnTo>
                  <a:lnTo>
                    <a:pt x="1798597" y="2830115"/>
                  </a:lnTo>
                  <a:lnTo>
                    <a:pt x="1768425" y="2816997"/>
                  </a:lnTo>
                  <a:lnTo>
                    <a:pt x="1718876" y="2797460"/>
                  </a:lnTo>
                  <a:lnTo>
                    <a:pt x="1667619" y="2779908"/>
                  </a:lnTo>
                  <a:lnTo>
                    <a:pt x="1613835" y="2764237"/>
                  </a:lnTo>
                  <a:lnTo>
                    <a:pt x="1556611" y="2750271"/>
                  </a:lnTo>
                  <a:lnTo>
                    <a:pt x="1495018" y="2737815"/>
                  </a:lnTo>
                  <a:lnTo>
                    <a:pt x="1428193" y="2726679"/>
                  </a:lnTo>
                  <a:lnTo>
                    <a:pt x="1355445" y="2716698"/>
                  </a:lnTo>
                  <a:lnTo>
                    <a:pt x="1276391" y="2707742"/>
                  </a:lnTo>
                  <a:lnTo>
                    <a:pt x="1191141" y="2699714"/>
                  </a:lnTo>
                  <a:lnTo>
                    <a:pt x="1100511" y="2692558"/>
                  </a:lnTo>
                  <a:lnTo>
                    <a:pt x="1006236" y="2686250"/>
                  </a:lnTo>
                  <a:lnTo>
                    <a:pt x="911092" y="2680797"/>
                  </a:lnTo>
                  <a:lnTo>
                    <a:pt x="818843" y="2676220"/>
                  </a:lnTo>
                  <a:lnTo>
                    <a:pt x="733888" y="2672533"/>
                  </a:lnTo>
                  <a:lnTo>
                    <a:pt x="660595" y="2669726"/>
                  </a:lnTo>
                  <a:lnTo>
                    <a:pt x="602430" y="2667746"/>
                  </a:lnTo>
                  <a:lnTo>
                    <a:pt x="561130" y="2666488"/>
                  </a:lnTo>
                  <a:lnTo>
                    <a:pt x="536193" y="2665806"/>
                  </a:lnTo>
                  <a:lnTo>
                    <a:pt x="524816" y="2665525"/>
                  </a:lnTo>
                  <a:lnTo>
                    <a:pt x="522167" y="2665465"/>
                  </a:lnTo>
                  <a:lnTo>
                    <a:pt x="522133" y="2665464"/>
                  </a:lnTo>
                  <a:lnTo>
                    <a:pt x="0" y="2665464"/>
                  </a:lnTo>
                  <a:lnTo>
                    <a:pt x="0" y="2665464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304" name="pg1304"/>
            <p:cNvSpPr/>
            <p:nvPr/>
          </p:nvSpPr>
          <p:spPr>
            <a:xfrm>
              <a:off x="386606" y="1642966"/>
              <a:ext cx="8554953" cy="4466912"/>
            </a:xfrm>
            <a:custGeom>
              <a:avLst/>
              <a:pathLst>
                <a:path w="8554953" h="4466912">
                  <a:moveTo>
                    <a:pt x="0" y="3264064"/>
                  </a:moveTo>
                  <a:lnTo>
                    <a:pt x="522133" y="3264064"/>
                  </a:lnTo>
                  <a:lnTo>
                    <a:pt x="523379" y="3264101"/>
                  </a:lnTo>
                  <a:lnTo>
                    <a:pt x="531530" y="3264359"/>
                  </a:lnTo>
                  <a:lnTo>
                    <a:pt x="551919" y="3265075"/>
                  </a:lnTo>
                  <a:lnTo>
                    <a:pt x="587971" y="3266480"/>
                  </a:lnTo>
                  <a:lnTo>
                    <a:pt x="640892" y="3268782"/>
                  </a:lnTo>
                  <a:lnTo>
                    <a:pt x="709610" y="3272136"/>
                  </a:lnTo>
                  <a:lnTo>
                    <a:pt x="791141" y="3276633"/>
                  </a:lnTo>
                  <a:lnTo>
                    <a:pt x="881332" y="3282303"/>
                  </a:lnTo>
                  <a:lnTo>
                    <a:pt x="975747" y="3289133"/>
                  </a:lnTo>
                  <a:lnTo>
                    <a:pt x="1070398" y="3297095"/>
                  </a:lnTo>
                  <a:lnTo>
                    <a:pt x="1162197" y="3306173"/>
                  </a:lnTo>
                  <a:lnTo>
                    <a:pt x="1249098" y="3316384"/>
                  </a:lnTo>
                  <a:lnTo>
                    <a:pt x="1330014" y="3327786"/>
                  </a:lnTo>
                  <a:lnTo>
                    <a:pt x="1404630" y="3340488"/>
                  </a:lnTo>
                  <a:lnTo>
                    <a:pt x="1473186" y="3354649"/>
                  </a:lnTo>
                  <a:lnTo>
                    <a:pt x="1536282" y="3370470"/>
                  </a:lnTo>
                  <a:lnTo>
                    <a:pt x="1594730" y="3388189"/>
                  </a:lnTo>
                  <a:lnTo>
                    <a:pt x="1649439" y="3408066"/>
                  </a:lnTo>
                  <a:lnTo>
                    <a:pt x="1701328" y="3430344"/>
                  </a:lnTo>
                  <a:lnTo>
                    <a:pt x="1751253" y="3455202"/>
                  </a:lnTo>
                  <a:lnTo>
                    <a:pt x="1768425" y="3464539"/>
                  </a:lnTo>
                  <a:lnTo>
                    <a:pt x="1816406" y="3492700"/>
                  </a:lnTo>
                  <a:lnTo>
                    <a:pt x="1863919" y="3523505"/>
                  </a:lnTo>
                  <a:lnTo>
                    <a:pt x="1911393" y="3557001"/>
                  </a:lnTo>
                  <a:lnTo>
                    <a:pt x="1959136" y="3593158"/>
                  </a:lnTo>
                  <a:lnTo>
                    <a:pt x="2007344" y="3631862"/>
                  </a:lnTo>
                  <a:lnTo>
                    <a:pt x="2056121" y="3672907"/>
                  </a:lnTo>
                  <a:lnTo>
                    <a:pt x="2105480" y="3715998"/>
                  </a:lnTo>
                  <a:lnTo>
                    <a:pt x="2155362" y="3760753"/>
                  </a:lnTo>
                  <a:lnTo>
                    <a:pt x="2205649" y="3806714"/>
                  </a:lnTo>
                  <a:lnTo>
                    <a:pt x="2256176" y="3853367"/>
                  </a:lnTo>
                  <a:lnTo>
                    <a:pt x="2306754" y="3900163"/>
                  </a:lnTo>
                  <a:lnTo>
                    <a:pt x="2357188" y="3946549"/>
                  </a:lnTo>
                  <a:lnTo>
                    <a:pt x="2407298" y="3991989"/>
                  </a:lnTo>
                  <a:lnTo>
                    <a:pt x="2456940" y="4035995"/>
                  </a:lnTo>
                  <a:lnTo>
                    <a:pt x="2506021" y="4078142"/>
                  </a:lnTo>
                  <a:lnTo>
                    <a:pt x="2554516" y="4118089"/>
                  </a:lnTo>
                  <a:lnTo>
                    <a:pt x="2602482" y="4155584"/>
                  </a:lnTo>
                  <a:lnTo>
                    <a:pt x="2650064" y="4190467"/>
                  </a:lnTo>
                  <a:lnTo>
                    <a:pt x="2697511" y="4222664"/>
                  </a:lnTo>
                  <a:lnTo>
                    <a:pt x="2745188" y="4252184"/>
                  </a:lnTo>
                  <a:lnTo>
                    <a:pt x="2770117" y="4266437"/>
                  </a:lnTo>
                  <a:lnTo>
                    <a:pt x="2819530" y="4292218"/>
                  </a:lnTo>
                  <a:lnTo>
                    <a:pt x="2870639" y="4315386"/>
                  </a:lnTo>
                  <a:lnTo>
                    <a:pt x="2924257" y="4336078"/>
                  </a:lnTo>
                  <a:lnTo>
                    <a:pt x="2981288" y="4354524"/>
                  </a:lnTo>
                  <a:lnTo>
                    <a:pt x="3042655" y="4370982"/>
                  </a:lnTo>
                  <a:lnTo>
                    <a:pt x="3109215" y="4385699"/>
                  </a:lnTo>
                  <a:lnTo>
                    <a:pt x="3181657" y="4398892"/>
                  </a:lnTo>
                  <a:lnTo>
                    <a:pt x="3260368" y="4410735"/>
                  </a:lnTo>
                  <a:lnTo>
                    <a:pt x="3345250" y="4421354"/>
                  </a:lnTo>
                  <a:lnTo>
                    <a:pt x="3435513" y="4430826"/>
                  </a:lnTo>
                  <a:lnTo>
                    <a:pt x="3529463" y="4439180"/>
                  </a:lnTo>
                  <a:lnTo>
                    <a:pt x="3624374" y="4446410"/>
                  </a:lnTo>
                  <a:lnTo>
                    <a:pt x="3716542" y="4452489"/>
                  </a:lnTo>
                  <a:lnTo>
                    <a:pt x="3801613" y="4457397"/>
                  </a:lnTo>
                  <a:lnTo>
                    <a:pt x="3875240" y="4461145"/>
                  </a:lnTo>
                  <a:lnTo>
                    <a:pt x="3933932" y="4463801"/>
                  </a:lnTo>
                  <a:lnTo>
                    <a:pt x="3975880" y="4465499"/>
                  </a:lnTo>
                  <a:lnTo>
                    <a:pt x="4001478" y="4466430"/>
                  </a:lnTo>
                  <a:lnTo>
                    <a:pt x="4013402" y="4466822"/>
                  </a:lnTo>
                  <a:lnTo>
                    <a:pt x="4016409" y="4466912"/>
                  </a:lnTo>
                  <a:lnTo>
                    <a:pt x="4538543" y="4466912"/>
                  </a:lnTo>
                  <a:lnTo>
                    <a:pt x="4539432" y="4466817"/>
                  </a:lnTo>
                  <a:lnTo>
                    <a:pt x="4545294" y="4466139"/>
                  </a:lnTo>
                  <a:lnTo>
                    <a:pt x="4560114" y="4464266"/>
                  </a:lnTo>
                  <a:lnTo>
                    <a:pt x="4586719" y="4460576"/>
                  </a:lnTo>
                  <a:lnTo>
                    <a:pt x="4626583" y="4454489"/>
                  </a:lnTo>
                  <a:lnTo>
                    <a:pt x="4679717" y="4445521"/>
                  </a:lnTo>
                  <a:lnTo>
                    <a:pt x="4744751" y="4433329"/>
                  </a:lnTo>
                  <a:lnTo>
                    <a:pt x="4819246" y="4417726"/>
                  </a:lnTo>
                  <a:lnTo>
                    <a:pt x="4900156" y="4398662"/>
                  </a:lnTo>
                  <a:lnTo>
                    <a:pt x="4984329" y="4376179"/>
                  </a:lnTo>
                  <a:lnTo>
                    <a:pt x="5068914" y="4350350"/>
                  </a:lnTo>
                  <a:lnTo>
                    <a:pt x="5151622" y="4321226"/>
                  </a:lnTo>
                  <a:lnTo>
                    <a:pt x="5230821" y="4288792"/>
                  </a:lnTo>
                  <a:lnTo>
                    <a:pt x="5305517" y="4252934"/>
                  </a:lnTo>
                  <a:lnTo>
                    <a:pt x="5375258" y="4213426"/>
                  </a:lnTo>
                  <a:lnTo>
                    <a:pt x="5440011" y="4169928"/>
                  </a:lnTo>
                  <a:lnTo>
                    <a:pt x="5500045" y="4121983"/>
                  </a:lnTo>
                  <a:lnTo>
                    <a:pt x="5555830" y="4069036"/>
                  </a:lnTo>
                  <a:lnTo>
                    <a:pt x="5607954" y="4010450"/>
                  </a:lnTo>
                  <a:lnTo>
                    <a:pt x="5657062" y="3945546"/>
                  </a:lnTo>
                  <a:lnTo>
                    <a:pt x="5703810" y="3873667"/>
                  </a:lnTo>
                  <a:lnTo>
                    <a:pt x="5748821" y="3794281"/>
                  </a:lnTo>
                  <a:lnTo>
                    <a:pt x="5784835" y="3723368"/>
                  </a:lnTo>
                  <a:lnTo>
                    <a:pt x="5815596" y="3657698"/>
                  </a:lnTo>
                  <a:lnTo>
                    <a:pt x="5846091" y="3588062"/>
                  </a:lnTo>
                  <a:lnTo>
                    <a:pt x="5876452" y="3514380"/>
                  </a:lnTo>
                  <a:lnTo>
                    <a:pt x="5906787" y="3436614"/>
                  </a:lnTo>
                  <a:lnTo>
                    <a:pt x="5937184" y="3354772"/>
                  </a:lnTo>
                  <a:lnTo>
                    <a:pt x="5967713" y="3268912"/>
                  </a:lnTo>
                  <a:lnTo>
                    <a:pt x="5998424" y="3179147"/>
                  </a:lnTo>
                  <a:lnTo>
                    <a:pt x="6029351" y="3085644"/>
                  </a:lnTo>
                  <a:lnTo>
                    <a:pt x="6060515" y="2988627"/>
                  </a:lnTo>
                  <a:lnTo>
                    <a:pt x="6091920" y="2888378"/>
                  </a:lnTo>
                  <a:lnTo>
                    <a:pt x="6123559" y="2785235"/>
                  </a:lnTo>
                  <a:lnTo>
                    <a:pt x="6155411" y="2679585"/>
                  </a:lnTo>
                  <a:lnTo>
                    <a:pt x="6187449" y="2571863"/>
                  </a:lnTo>
                  <a:lnTo>
                    <a:pt x="6219633" y="2462545"/>
                  </a:lnTo>
                  <a:lnTo>
                    <a:pt x="6251919" y="2352135"/>
                  </a:lnTo>
                  <a:lnTo>
                    <a:pt x="6284259" y="2241163"/>
                  </a:lnTo>
                  <a:lnTo>
                    <a:pt x="6316601" y="2130167"/>
                  </a:lnTo>
                  <a:lnTo>
                    <a:pt x="6348893" y="2019687"/>
                  </a:lnTo>
                  <a:lnTo>
                    <a:pt x="6381088" y="1910252"/>
                  </a:lnTo>
                  <a:lnTo>
                    <a:pt x="6413140" y="1802370"/>
                  </a:lnTo>
                  <a:lnTo>
                    <a:pt x="6445010" y="1696520"/>
                  </a:lnTo>
                  <a:lnTo>
                    <a:pt x="6476669" y="1593140"/>
                  </a:lnTo>
                  <a:lnTo>
                    <a:pt x="6508095" y="1492622"/>
                  </a:lnTo>
                  <a:lnTo>
                    <a:pt x="6539280" y="1395309"/>
                  </a:lnTo>
                  <a:lnTo>
                    <a:pt x="6570228" y="1301487"/>
                  </a:lnTo>
                  <a:lnTo>
                    <a:pt x="6600956" y="1211385"/>
                  </a:lnTo>
                  <a:lnTo>
                    <a:pt x="6631499" y="1125177"/>
                  </a:lnTo>
                  <a:lnTo>
                    <a:pt x="6661906" y="1042979"/>
                  </a:lnTo>
                  <a:lnTo>
                    <a:pt x="6692243" y="964854"/>
                  </a:lnTo>
                  <a:lnTo>
                    <a:pt x="6722598" y="890813"/>
                  </a:lnTo>
                  <a:lnTo>
                    <a:pt x="6753076" y="820824"/>
                  </a:lnTo>
                  <a:lnTo>
                    <a:pt x="6783808" y="754810"/>
                  </a:lnTo>
                  <a:lnTo>
                    <a:pt x="6786527" y="749191"/>
                  </a:lnTo>
                  <a:lnTo>
                    <a:pt x="6830523" y="663449"/>
                  </a:lnTo>
                  <a:lnTo>
                    <a:pt x="6875803" y="585441"/>
                  </a:lnTo>
                  <a:lnTo>
                    <a:pt x="6922928" y="514859"/>
                  </a:lnTo>
                  <a:lnTo>
                    <a:pt x="6972529" y="451140"/>
                  </a:lnTo>
                  <a:lnTo>
                    <a:pt x="7025264" y="393616"/>
                  </a:lnTo>
                  <a:lnTo>
                    <a:pt x="7081772" y="341612"/>
                  </a:lnTo>
                  <a:lnTo>
                    <a:pt x="7142624" y="294505"/>
                  </a:lnTo>
                  <a:lnTo>
                    <a:pt x="7208260" y="251753"/>
                  </a:lnTo>
                  <a:lnTo>
                    <a:pt x="7278903" y="212923"/>
                  </a:lnTo>
                  <a:lnTo>
                    <a:pt x="7354455" y="177693"/>
                  </a:lnTo>
                  <a:lnTo>
                    <a:pt x="7434376" y="145859"/>
                  </a:lnTo>
                  <a:lnTo>
                    <a:pt x="7517560" y="117326"/>
                  </a:lnTo>
                  <a:lnTo>
                    <a:pt x="7602259" y="92093"/>
                  </a:lnTo>
                  <a:lnTo>
                    <a:pt x="7686068" y="70218"/>
                  </a:lnTo>
                  <a:lnTo>
                    <a:pt x="7766062" y="51775"/>
                  </a:lnTo>
                  <a:lnTo>
                    <a:pt x="7839071" y="36792"/>
                  </a:lnTo>
                  <a:lnTo>
                    <a:pt x="7902122" y="25197"/>
                  </a:lnTo>
                  <a:lnTo>
                    <a:pt x="7952936" y="16777"/>
                  </a:lnTo>
                  <a:lnTo>
                    <a:pt x="7990375" y="11159"/>
                  </a:lnTo>
                  <a:lnTo>
                    <a:pt x="8014713" y="7840"/>
                  </a:lnTo>
                  <a:lnTo>
                    <a:pt x="8027680" y="6228"/>
                  </a:lnTo>
                  <a:lnTo>
                    <a:pt x="8032323" y="5699"/>
                  </a:lnTo>
                  <a:lnTo>
                    <a:pt x="8032819" y="5647"/>
                  </a:lnTo>
                  <a:lnTo>
                    <a:pt x="8554953" y="5647"/>
                  </a:lnTo>
                  <a:lnTo>
                    <a:pt x="8554953" y="0"/>
                  </a:lnTo>
                  <a:lnTo>
                    <a:pt x="8032819" y="0"/>
                  </a:lnTo>
                  <a:lnTo>
                    <a:pt x="8031930" y="95"/>
                  </a:lnTo>
                  <a:lnTo>
                    <a:pt x="8026068" y="772"/>
                  </a:lnTo>
                  <a:lnTo>
                    <a:pt x="8011247" y="2646"/>
                  </a:lnTo>
                  <a:lnTo>
                    <a:pt x="7984643" y="6336"/>
                  </a:lnTo>
                  <a:lnTo>
                    <a:pt x="7944779" y="12423"/>
                  </a:lnTo>
                  <a:lnTo>
                    <a:pt x="7891645" y="21391"/>
                  </a:lnTo>
                  <a:lnTo>
                    <a:pt x="7826611" y="33582"/>
                  </a:lnTo>
                  <a:lnTo>
                    <a:pt x="7752116" y="49185"/>
                  </a:lnTo>
                  <a:lnTo>
                    <a:pt x="7671206" y="68249"/>
                  </a:lnTo>
                  <a:lnTo>
                    <a:pt x="7587033" y="90732"/>
                  </a:lnTo>
                  <a:lnTo>
                    <a:pt x="7502448" y="116561"/>
                  </a:lnTo>
                  <a:lnTo>
                    <a:pt x="7419740" y="145685"/>
                  </a:lnTo>
                  <a:lnTo>
                    <a:pt x="7340541" y="178119"/>
                  </a:lnTo>
                  <a:lnTo>
                    <a:pt x="7265845" y="213978"/>
                  </a:lnTo>
                  <a:lnTo>
                    <a:pt x="7196104" y="253485"/>
                  </a:lnTo>
                  <a:lnTo>
                    <a:pt x="7131351" y="296984"/>
                  </a:lnTo>
                  <a:lnTo>
                    <a:pt x="7071317" y="344928"/>
                  </a:lnTo>
                  <a:lnTo>
                    <a:pt x="7015532" y="397875"/>
                  </a:lnTo>
                  <a:lnTo>
                    <a:pt x="6963408" y="456461"/>
                  </a:lnTo>
                  <a:lnTo>
                    <a:pt x="6914300" y="521365"/>
                  </a:lnTo>
                  <a:lnTo>
                    <a:pt x="6867552" y="593245"/>
                  </a:lnTo>
                  <a:lnTo>
                    <a:pt x="6822541" y="672631"/>
                  </a:lnTo>
                  <a:lnTo>
                    <a:pt x="6786527" y="743544"/>
                  </a:lnTo>
                  <a:lnTo>
                    <a:pt x="6755766" y="809214"/>
                  </a:lnTo>
                  <a:lnTo>
                    <a:pt x="6725271" y="878850"/>
                  </a:lnTo>
                  <a:lnTo>
                    <a:pt x="6694910" y="952532"/>
                  </a:lnTo>
                  <a:lnTo>
                    <a:pt x="6664575" y="1030298"/>
                  </a:lnTo>
                  <a:lnTo>
                    <a:pt x="6634178" y="1112140"/>
                  </a:lnTo>
                  <a:lnTo>
                    <a:pt x="6603649" y="1197999"/>
                  </a:lnTo>
                  <a:lnTo>
                    <a:pt x="6572938" y="1287764"/>
                  </a:lnTo>
                  <a:lnTo>
                    <a:pt x="6542011" y="1381267"/>
                  </a:lnTo>
                  <a:lnTo>
                    <a:pt x="6510847" y="1478284"/>
                  </a:lnTo>
                  <a:lnTo>
                    <a:pt x="6479442" y="1578533"/>
                  </a:lnTo>
                  <a:lnTo>
                    <a:pt x="6447803" y="1681677"/>
                  </a:lnTo>
                  <a:lnTo>
                    <a:pt x="6415951" y="1787327"/>
                  </a:lnTo>
                  <a:lnTo>
                    <a:pt x="6383913" y="1895048"/>
                  </a:lnTo>
                  <a:lnTo>
                    <a:pt x="6351729" y="2004367"/>
                  </a:lnTo>
                  <a:lnTo>
                    <a:pt x="6319443" y="2114776"/>
                  </a:lnTo>
                  <a:lnTo>
                    <a:pt x="6287103" y="2225748"/>
                  </a:lnTo>
                  <a:lnTo>
                    <a:pt x="6254761" y="2336744"/>
                  </a:lnTo>
                  <a:lnTo>
                    <a:pt x="6222468" y="2447224"/>
                  </a:lnTo>
                  <a:lnTo>
                    <a:pt x="6190274" y="2556659"/>
                  </a:lnTo>
                  <a:lnTo>
                    <a:pt x="6158222" y="2664541"/>
                  </a:lnTo>
                  <a:lnTo>
                    <a:pt x="6126352" y="2770391"/>
                  </a:lnTo>
                  <a:lnTo>
                    <a:pt x="6094693" y="2873772"/>
                  </a:lnTo>
                  <a:lnTo>
                    <a:pt x="6063267" y="2974289"/>
                  </a:lnTo>
                  <a:lnTo>
                    <a:pt x="6032082" y="3071602"/>
                  </a:lnTo>
                  <a:lnTo>
                    <a:pt x="6001134" y="3165425"/>
                  </a:lnTo>
                  <a:lnTo>
                    <a:pt x="5970406" y="3255526"/>
                  </a:lnTo>
                  <a:lnTo>
                    <a:pt x="5939863" y="3341734"/>
                  </a:lnTo>
                  <a:lnTo>
                    <a:pt x="5909456" y="3423932"/>
                  </a:lnTo>
                  <a:lnTo>
                    <a:pt x="5879119" y="3502058"/>
                  </a:lnTo>
                  <a:lnTo>
                    <a:pt x="5848764" y="3576098"/>
                  </a:lnTo>
                  <a:lnTo>
                    <a:pt x="5818286" y="3646087"/>
                  </a:lnTo>
                  <a:lnTo>
                    <a:pt x="5787554" y="3712102"/>
                  </a:lnTo>
                  <a:lnTo>
                    <a:pt x="5784835" y="3717720"/>
                  </a:lnTo>
                  <a:lnTo>
                    <a:pt x="5740839" y="3803462"/>
                  </a:lnTo>
                  <a:lnTo>
                    <a:pt x="5695559" y="3881471"/>
                  </a:lnTo>
                  <a:lnTo>
                    <a:pt x="5648434" y="3952053"/>
                  </a:lnTo>
                  <a:lnTo>
                    <a:pt x="5598833" y="4015772"/>
                  </a:lnTo>
                  <a:lnTo>
                    <a:pt x="5546098" y="4073295"/>
                  </a:lnTo>
                  <a:lnTo>
                    <a:pt x="5489590" y="4125299"/>
                  </a:lnTo>
                  <a:lnTo>
                    <a:pt x="5428738" y="4172407"/>
                  </a:lnTo>
                  <a:lnTo>
                    <a:pt x="5363102" y="4215158"/>
                  </a:lnTo>
                  <a:lnTo>
                    <a:pt x="5292459" y="4253988"/>
                  </a:lnTo>
                  <a:lnTo>
                    <a:pt x="5216907" y="4289218"/>
                  </a:lnTo>
                  <a:lnTo>
                    <a:pt x="5136986" y="4321053"/>
                  </a:lnTo>
                  <a:lnTo>
                    <a:pt x="5053802" y="4349586"/>
                  </a:lnTo>
                  <a:lnTo>
                    <a:pt x="4969103" y="4374819"/>
                  </a:lnTo>
                  <a:lnTo>
                    <a:pt x="4885294" y="4396693"/>
                  </a:lnTo>
                  <a:lnTo>
                    <a:pt x="4805300" y="4415137"/>
                  </a:lnTo>
                  <a:lnTo>
                    <a:pt x="4732291" y="4430120"/>
                  </a:lnTo>
                  <a:lnTo>
                    <a:pt x="4669240" y="4441714"/>
                  </a:lnTo>
                  <a:lnTo>
                    <a:pt x="4618426" y="4450135"/>
                  </a:lnTo>
                  <a:lnTo>
                    <a:pt x="4580987" y="4455752"/>
                  </a:lnTo>
                  <a:lnTo>
                    <a:pt x="4556649" y="4459071"/>
                  </a:lnTo>
                  <a:lnTo>
                    <a:pt x="4543682" y="4460683"/>
                  </a:lnTo>
                  <a:lnTo>
                    <a:pt x="4539039" y="4461212"/>
                  </a:lnTo>
                  <a:lnTo>
                    <a:pt x="4538543" y="4461265"/>
                  </a:lnTo>
                  <a:lnTo>
                    <a:pt x="4016409" y="4461265"/>
                  </a:lnTo>
                  <a:lnTo>
                    <a:pt x="4015163" y="4461228"/>
                  </a:lnTo>
                  <a:lnTo>
                    <a:pt x="4007013" y="4460970"/>
                  </a:lnTo>
                  <a:lnTo>
                    <a:pt x="3986624" y="4460254"/>
                  </a:lnTo>
                  <a:lnTo>
                    <a:pt x="3950572" y="4458849"/>
                  </a:lnTo>
                  <a:lnTo>
                    <a:pt x="3897650" y="4456547"/>
                  </a:lnTo>
                  <a:lnTo>
                    <a:pt x="3828932" y="4453193"/>
                  </a:lnTo>
                  <a:lnTo>
                    <a:pt x="3747402" y="4448696"/>
                  </a:lnTo>
                  <a:lnTo>
                    <a:pt x="3657210" y="4443026"/>
                  </a:lnTo>
                  <a:lnTo>
                    <a:pt x="3562795" y="4436196"/>
                  </a:lnTo>
                  <a:lnTo>
                    <a:pt x="3468144" y="4428234"/>
                  </a:lnTo>
                  <a:lnTo>
                    <a:pt x="3376345" y="4419156"/>
                  </a:lnTo>
                  <a:lnTo>
                    <a:pt x="3289444" y="4408945"/>
                  </a:lnTo>
                  <a:lnTo>
                    <a:pt x="3208528" y="4397543"/>
                  </a:lnTo>
                  <a:lnTo>
                    <a:pt x="3133912" y="4384841"/>
                  </a:lnTo>
                  <a:lnTo>
                    <a:pt x="3065356" y="4370680"/>
                  </a:lnTo>
                  <a:lnTo>
                    <a:pt x="3002260" y="4354860"/>
                  </a:lnTo>
                  <a:lnTo>
                    <a:pt x="2943812" y="4337140"/>
                  </a:lnTo>
                  <a:lnTo>
                    <a:pt x="2889104" y="4317263"/>
                  </a:lnTo>
                  <a:lnTo>
                    <a:pt x="2837214" y="4294985"/>
                  </a:lnTo>
                  <a:lnTo>
                    <a:pt x="2787290" y="4270127"/>
                  </a:lnTo>
                  <a:lnTo>
                    <a:pt x="2770117" y="4260790"/>
                  </a:lnTo>
                  <a:lnTo>
                    <a:pt x="2722136" y="4232630"/>
                  </a:lnTo>
                  <a:lnTo>
                    <a:pt x="2674623" y="4201824"/>
                  </a:lnTo>
                  <a:lnTo>
                    <a:pt x="2627149" y="4168328"/>
                  </a:lnTo>
                  <a:lnTo>
                    <a:pt x="2579406" y="4132171"/>
                  </a:lnTo>
                  <a:lnTo>
                    <a:pt x="2531198" y="4093467"/>
                  </a:lnTo>
                  <a:lnTo>
                    <a:pt x="2482422" y="4052422"/>
                  </a:lnTo>
                  <a:lnTo>
                    <a:pt x="2433063" y="4009331"/>
                  </a:lnTo>
                  <a:lnTo>
                    <a:pt x="2383180" y="3964576"/>
                  </a:lnTo>
                  <a:lnTo>
                    <a:pt x="2332893" y="3918615"/>
                  </a:lnTo>
                  <a:lnTo>
                    <a:pt x="2282366" y="3871962"/>
                  </a:lnTo>
                  <a:lnTo>
                    <a:pt x="2231788" y="3825166"/>
                  </a:lnTo>
                  <a:lnTo>
                    <a:pt x="2181354" y="3778780"/>
                  </a:lnTo>
                  <a:lnTo>
                    <a:pt x="2131244" y="3733340"/>
                  </a:lnTo>
                  <a:lnTo>
                    <a:pt x="2081602" y="3689334"/>
                  </a:lnTo>
                  <a:lnTo>
                    <a:pt x="2032521" y="3647187"/>
                  </a:lnTo>
                  <a:lnTo>
                    <a:pt x="1984026" y="3607240"/>
                  </a:lnTo>
                  <a:lnTo>
                    <a:pt x="1936060" y="3569745"/>
                  </a:lnTo>
                  <a:lnTo>
                    <a:pt x="1888478" y="3534863"/>
                  </a:lnTo>
                  <a:lnTo>
                    <a:pt x="1841031" y="3502665"/>
                  </a:lnTo>
                  <a:lnTo>
                    <a:pt x="1793354" y="3473145"/>
                  </a:lnTo>
                  <a:lnTo>
                    <a:pt x="1768425" y="3458892"/>
                  </a:lnTo>
                  <a:lnTo>
                    <a:pt x="1719012" y="3433111"/>
                  </a:lnTo>
                  <a:lnTo>
                    <a:pt x="1667903" y="3409943"/>
                  </a:lnTo>
                  <a:lnTo>
                    <a:pt x="1614286" y="3389251"/>
                  </a:lnTo>
                  <a:lnTo>
                    <a:pt x="1557254" y="3370805"/>
                  </a:lnTo>
                  <a:lnTo>
                    <a:pt x="1495887" y="3354347"/>
                  </a:lnTo>
                  <a:lnTo>
                    <a:pt x="1429327" y="3339630"/>
                  </a:lnTo>
                  <a:lnTo>
                    <a:pt x="1356885" y="3326437"/>
                  </a:lnTo>
                  <a:lnTo>
                    <a:pt x="1278174" y="3314594"/>
                  </a:lnTo>
                  <a:lnTo>
                    <a:pt x="1193292" y="3303975"/>
                  </a:lnTo>
                  <a:lnTo>
                    <a:pt x="1103029" y="3294503"/>
                  </a:lnTo>
                  <a:lnTo>
                    <a:pt x="1009079" y="3286149"/>
                  </a:lnTo>
                  <a:lnTo>
                    <a:pt x="914168" y="3278920"/>
                  </a:lnTo>
                  <a:lnTo>
                    <a:pt x="822001" y="3272840"/>
                  </a:lnTo>
                  <a:lnTo>
                    <a:pt x="736929" y="3267932"/>
                  </a:lnTo>
                  <a:lnTo>
                    <a:pt x="663302" y="3264184"/>
                  </a:lnTo>
                  <a:lnTo>
                    <a:pt x="604610" y="3261528"/>
                  </a:lnTo>
                  <a:lnTo>
                    <a:pt x="562662" y="3259830"/>
                  </a:lnTo>
                  <a:lnTo>
                    <a:pt x="537064" y="3258899"/>
                  </a:lnTo>
                  <a:lnTo>
                    <a:pt x="525140" y="3258507"/>
                  </a:lnTo>
                  <a:lnTo>
                    <a:pt x="522133" y="3258417"/>
                  </a:lnTo>
                  <a:lnTo>
                    <a:pt x="0" y="3258417"/>
                  </a:lnTo>
                  <a:close/>
                </a:path>
              </a:pathLst>
            </a:custGeom>
            <a:solidFill>
              <a:srgbClr val="E78AC3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1305" name="pl1305"/>
            <p:cNvSpPr/>
            <p:nvPr/>
          </p:nvSpPr>
          <p:spPr>
            <a:xfrm>
              <a:off x="386606" y="1648613"/>
              <a:ext cx="8554953" cy="4461265"/>
            </a:xfrm>
            <a:custGeom>
              <a:avLst/>
              <a:pathLst>
                <a:path w="8554953" h="4461265">
                  <a:moveTo>
                    <a:pt x="0" y="3258417"/>
                  </a:moveTo>
                  <a:lnTo>
                    <a:pt x="522133" y="3258417"/>
                  </a:lnTo>
                  <a:lnTo>
                    <a:pt x="523379" y="3258453"/>
                  </a:lnTo>
                  <a:lnTo>
                    <a:pt x="531530" y="3258712"/>
                  </a:lnTo>
                  <a:lnTo>
                    <a:pt x="551919" y="3259428"/>
                  </a:lnTo>
                  <a:lnTo>
                    <a:pt x="587971" y="3260833"/>
                  </a:lnTo>
                  <a:lnTo>
                    <a:pt x="640892" y="3263135"/>
                  </a:lnTo>
                  <a:lnTo>
                    <a:pt x="709610" y="3266489"/>
                  </a:lnTo>
                  <a:lnTo>
                    <a:pt x="791141" y="3270986"/>
                  </a:lnTo>
                  <a:lnTo>
                    <a:pt x="881332" y="3276656"/>
                  </a:lnTo>
                  <a:lnTo>
                    <a:pt x="975747" y="3283486"/>
                  </a:lnTo>
                  <a:lnTo>
                    <a:pt x="1070398" y="3291448"/>
                  </a:lnTo>
                  <a:lnTo>
                    <a:pt x="1162197" y="3300526"/>
                  </a:lnTo>
                  <a:lnTo>
                    <a:pt x="1249098" y="3310737"/>
                  </a:lnTo>
                  <a:lnTo>
                    <a:pt x="1330014" y="3322139"/>
                  </a:lnTo>
                  <a:lnTo>
                    <a:pt x="1404630" y="3334841"/>
                  </a:lnTo>
                  <a:lnTo>
                    <a:pt x="1473186" y="3349002"/>
                  </a:lnTo>
                  <a:lnTo>
                    <a:pt x="1536282" y="3364822"/>
                  </a:lnTo>
                  <a:lnTo>
                    <a:pt x="1594730" y="3382542"/>
                  </a:lnTo>
                  <a:lnTo>
                    <a:pt x="1649439" y="3402418"/>
                  </a:lnTo>
                  <a:lnTo>
                    <a:pt x="1701328" y="3424696"/>
                  </a:lnTo>
                  <a:lnTo>
                    <a:pt x="1751253" y="3449555"/>
                  </a:lnTo>
                  <a:lnTo>
                    <a:pt x="1768425" y="3458892"/>
                  </a:lnTo>
                  <a:lnTo>
                    <a:pt x="1816406" y="3487052"/>
                  </a:lnTo>
                  <a:lnTo>
                    <a:pt x="1863919" y="3517858"/>
                  </a:lnTo>
                  <a:lnTo>
                    <a:pt x="1911393" y="3551354"/>
                  </a:lnTo>
                  <a:lnTo>
                    <a:pt x="1959136" y="3587511"/>
                  </a:lnTo>
                  <a:lnTo>
                    <a:pt x="2007344" y="3626215"/>
                  </a:lnTo>
                  <a:lnTo>
                    <a:pt x="2056121" y="3667260"/>
                  </a:lnTo>
                  <a:lnTo>
                    <a:pt x="2105480" y="3710351"/>
                  </a:lnTo>
                  <a:lnTo>
                    <a:pt x="2155362" y="3755106"/>
                  </a:lnTo>
                  <a:lnTo>
                    <a:pt x="2205649" y="3801067"/>
                  </a:lnTo>
                  <a:lnTo>
                    <a:pt x="2256176" y="3847719"/>
                  </a:lnTo>
                  <a:lnTo>
                    <a:pt x="2306754" y="3894516"/>
                  </a:lnTo>
                  <a:lnTo>
                    <a:pt x="2357188" y="3940902"/>
                  </a:lnTo>
                  <a:lnTo>
                    <a:pt x="2407298" y="3986342"/>
                  </a:lnTo>
                  <a:lnTo>
                    <a:pt x="2456940" y="4030348"/>
                  </a:lnTo>
                  <a:lnTo>
                    <a:pt x="2506021" y="4072495"/>
                  </a:lnTo>
                  <a:lnTo>
                    <a:pt x="2554516" y="4112442"/>
                  </a:lnTo>
                  <a:lnTo>
                    <a:pt x="2602482" y="4149937"/>
                  </a:lnTo>
                  <a:lnTo>
                    <a:pt x="2650064" y="4184819"/>
                  </a:lnTo>
                  <a:lnTo>
                    <a:pt x="2697511" y="4217017"/>
                  </a:lnTo>
                  <a:lnTo>
                    <a:pt x="2745188" y="4246537"/>
                  </a:lnTo>
                  <a:lnTo>
                    <a:pt x="2770117" y="4260790"/>
                  </a:lnTo>
                  <a:lnTo>
                    <a:pt x="2819530" y="4286571"/>
                  </a:lnTo>
                  <a:lnTo>
                    <a:pt x="2870639" y="4309739"/>
                  </a:lnTo>
                  <a:lnTo>
                    <a:pt x="2924257" y="4330431"/>
                  </a:lnTo>
                  <a:lnTo>
                    <a:pt x="2981288" y="4348877"/>
                  </a:lnTo>
                  <a:lnTo>
                    <a:pt x="3042655" y="4365335"/>
                  </a:lnTo>
                  <a:lnTo>
                    <a:pt x="3109215" y="4380052"/>
                  </a:lnTo>
                  <a:lnTo>
                    <a:pt x="3181657" y="4393245"/>
                  </a:lnTo>
                  <a:lnTo>
                    <a:pt x="3260368" y="4405088"/>
                  </a:lnTo>
                  <a:lnTo>
                    <a:pt x="3345250" y="4415707"/>
                  </a:lnTo>
                  <a:lnTo>
                    <a:pt x="3435513" y="4425179"/>
                  </a:lnTo>
                  <a:lnTo>
                    <a:pt x="3529463" y="4433533"/>
                  </a:lnTo>
                  <a:lnTo>
                    <a:pt x="3624374" y="4440762"/>
                  </a:lnTo>
                  <a:lnTo>
                    <a:pt x="3716542" y="4446842"/>
                  </a:lnTo>
                  <a:lnTo>
                    <a:pt x="3801613" y="4451749"/>
                  </a:lnTo>
                  <a:lnTo>
                    <a:pt x="3875240" y="4455497"/>
                  </a:lnTo>
                  <a:lnTo>
                    <a:pt x="3933932" y="4458154"/>
                  </a:lnTo>
                  <a:lnTo>
                    <a:pt x="3975880" y="4459852"/>
                  </a:lnTo>
                  <a:lnTo>
                    <a:pt x="4001478" y="4460783"/>
                  </a:lnTo>
                  <a:lnTo>
                    <a:pt x="4013402" y="4461175"/>
                  </a:lnTo>
                  <a:lnTo>
                    <a:pt x="4016354" y="4461263"/>
                  </a:lnTo>
                  <a:lnTo>
                    <a:pt x="4016409" y="4461265"/>
                  </a:lnTo>
                  <a:lnTo>
                    <a:pt x="4538543" y="4461265"/>
                  </a:lnTo>
                  <a:lnTo>
                    <a:pt x="4539432" y="4461170"/>
                  </a:lnTo>
                  <a:lnTo>
                    <a:pt x="4545294" y="4460492"/>
                  </a:lnTo>
                  <a:lnTo>
                    <a:pt x="4560114" y="4458618"/>
                  </a:lnTo>
                  <a:lnTo>
                    <a:pt x="4586719" y="4454929"/>
                  </a:lnTo>
                  <a:lnTo>
                    <a:pt x="4626583" y="4448842"/>
                  </a:lnTo>
                  <a:lnTo>
                    <a:pt x="4679717" y="4439874"/>
                  </a:lnTo>
                  <a:lnTo>
                    <a:pt x="4744751" y="4427682"/>
                  </a:lnTo>
                  <a:lnTo>
                    <a:pt x="4819246" y="4412079"/>
                  </a:lnTo>
                  <a:lnTo>
                    <a:pt x="4900156" y="4393015"/>
                  </a:lnTo>
                  <a:lnTo>
                    <a:pt x="4984329" y="4370532"/>
                  </a:lnTo>
                  <a:lnTo>
                    <a:pt x="5068914" y="4344703"/>
                  </a:lnTo>
                  <a:lnTo>
                    <a:pt x="5151622" y="4315579"/>
                  </a:lnTo>
                  <a:lnTo>
                    <a:pt x="5230821" y="4283145"/>
                  </a:lnTo>
                  <a:lnTo>
                    <a:pt x="5305517" y="4247287"/>
                  </a:lnTo>
                  <a:lnTo>
                    <a:pt x="5375258" y="4207779"/>
                  </a:lnTo>
                  <a:lnTo>
                    <a:pt x="5440011" y="4164281"/>
                  </a:lnTo>
                  <a:lnTo>
                    <a:pt x="5500045" y="4116336"/>
                  </a:lnTo>
                  <a:lnTo>
                    <a:pt x="5555830" y="4063389"/>
                  </a:lnTo>
                  <a:lnTo>
                    <a:pt x="5607954" y="4004803"/>
                  </a:lnTo>
                  <a:lnTo>
                    <a:pt x="5657062" y="3939899"/>
                  </a:lnTo>
                  <a:lnTo>
                    <a:pt x="5703810" y="3868019"/>
                  </a:lnTo>
                  <a:lnTo>
                    <a:pt x="5748821" y="3788634"/>
                  </a:lnTo>
                  <a:lnTo>
                    <a:pt x="5784835" y="3717720"/>
                  </a:lnTo>
                  <a:lnTo>
                    <a:pt x="5815596" y="3652050"/>
                  </a:lnTo>
                  <a:lnTo>
                    <a:pt x="5846091" y="3582414"/>
                  </a:lnTo>
                  <a:lnTo>
                    <a:pt x="5876452" y="3508732"/>
                  </a:lnTo>
                  <a:lnTo>
                    <a:pt x="5906787" y="3430966"/>
                  </a:lnTo>
                  <a:lnTo>
                    <a:pt x="5937184" y="3349125"/>
                  </a:lnTo>
                  <a:lnTo>
                    <a:pt x="5967713" y="3263265"/>
                  </a:lnTo>
                  <a:lnTo>
                    <a:pt x="5998424" y="3173500"/>
                  </a:lnTo>
                  <a:lnTo>
                    <a:pt x="6029351" y="3079997"/>
                  </a:lnTo>
                  <a:lnTo>
                    <a:pt x="6060515" y="2982980"/>
                  </a:lnTo>
                  <a:lnTo>
                    <a:pt x="6091920" y="2882731"/>
                  </a:lnTo>
                  <a:lnTo>
                    <a:pt x="6123559" y="2779588"/>
                  </a:lnTo>
                  <a:lnTo>
                    <a:pt x="6155411" y="2673937"/>
                  </a:lnTo>
                  <a:lnTo>
                    <a:pt x="6187449" y="2566216"/>
                  </a:lnTo>
                  <a:lnTo>
                    <a:pt x="6219633" y="2456897"/>
                  </a:lnTo>
                  <a:lnTo>
                    <a:pt x="6251919" y="2346488"/>
                  </a:lnTo>
                  <a:lnTo>
                    <a:pt x="6284259" y="2235516"/>
                  </a:lnTo>
                  <a:lnTo>
                    <a:pt x="6316601" y="2124520"/>
                  </a:lnTo>
                  <a:lnTo>
                    <a:pt x="6348893" y="2014040"/>
                  </a:lnTo>
                  <a:lnTo>
                    <a:pt x="6381088" y="1904605"/>
                  </a:lnTo>
                  <a:lnTo>
                    <a:pt x="6413140" y="1796723"/>
                  </a:lnTo>
                  <a:lnTo>
                    <a:pt x="6445010" y="1690873"/>
                  </a:lnTo>
                  <a:lnTo>
                    <a:pt x="6476669" y="1587492"/>
                  </a:lnTo>
                  <a:lnTo>
                    <a:pt x="6508095" y="1486975"/>
                  </a:lnTo>
                  <a:lnTo>
                    <a:pt x="6539280" y="1389662"/>
                  </a:lnTo>
                  <a:lnTo>
                    <a:pt x="6570228" y="1295840"/>
                  </a:lnTo>
                  <a:lnTo>
                    <a:pt x="6600956" y="1205738"/>
                  </a:lnTo>
                  <a:lnTo>
                    <a:pt x="6631499" y="1119530"/>
                  </a:lnTo>
                  <a:lnTo>
                    <a:pt x="6661906" y="1037332"/>
                  </a:lnTo>
                  <a:lnTo>
                    <a:pt x="6692243" y="959206"/>
                  </a:lnTo>
                  <a:lnTo>
                    <a:pt x="6722598" y="885166"/>
                  </a:lnTo>
                  <a:lnTo>
                    <a:pt x="6753076" y="815177"/>
                  </a:lnTo>
                  <a:lnTo>
                    <a:pt x="6783808" y="749162"/>
                  </a:lnTo>
                  <a:lnTo>
                    <a:pt x="6786527" y="743544"/>
                  </a:lnTo>
                  <a:lnTo>
                    <a:pt x="6830523" y="657802"/>
                  </a:lnTo>
                  <a:lnTo>
                    <a:pt x="6875803" y="579794"/>
                  </a:lnTo>
                  <a:lnTo>
                    <a:pt x="6922928" y="509212"/>
                  </a:lnTo>
                  <a:lnTo>
                    <a:pt x="6972529" y="445493"/>
                  </a:lnTo>
                  <a:lnTo>
                    <a:pt x="7025264" y="387969"/>
                  </a:lnTo>
                  <a:lnTo>
                    <a:pt x="7081772" y="335965"/>
                  </a:lnTo>
                  <a:lnTo>
                    <a:pt x="7142624" y="288858"/>
                  </a:lnTo>
                  <a:lnTo>
                    <a:pt x="7208260" y="246106"/>
                  </a:lnTo>
                  <a:lnTo>
                    <a:pt x="7278903" y="207276"/>
                  </a:lnTo>
                  <a:lnTo>
                    <a:pt x="7354455" y="172046"/>
                  </a:lnTo>
                  <a:lnTo>
                    <a:pt x="7434376" y="140212"/>
                  </a:lnTo>
                  <a:lnTo>
                    <a:pt x="7517560" y="111679"/>
                  </a:lnTo>
                  <a:lnTo>
                    <a:pt x="7602259" y="86445"/>
                  </a:lnTo>
                  <a:lnTo>
                    <a:pt x="7686068" y="64571"/>
                  </a:lnTo>
                  <a:lnTo>
                    <a:pt x="7766062" y="46128"/>
                  </a:lnTo>
                  <a:lnTo>
                    <a:pt x="7839071" y="31145"/>
                  </a:lnTo>
                  <a:lnTo>
                    <a:pt x="7902122" y="19550"/>
                  </a:lnTo>
                  <a:lnTo>
                    <a:pt x="7952936" y="11129"/>
                  </a:lnTo>
                  <a:lnTo>
                    <a:pt x="7990375" y="5512"/>
                  </a:lnTo>
                  <a:lnTo>
                    <a:pt x="8014713" y="2193"/>
                  </a:lnTo>
                  <a:lnTo>
                    <a:pt x="8027680" y="581"/>
                  </a:lnTo>
                  <a:lnTo>
                    <a:pt x="8032323" y="52"/>
                  </a:lnTo>
                  <a:lnTo>
                    <a:pt x="8032819" y="0"/>
                  </a:lnTo>
                  <a:lnTo>
                    <a:pt x="8554953" y="0"/>
                  </a:lnTo>
                  <a:lnTo>
                    <a:pt x="8554953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306" name="pl1306"/>
            <p:cNvSpPr/>
            <p:nvPr/>
          </p:nvSpPr>
          <p:spPr>
            <a:xfrm>
              <a:off x="386606" y="1642966"/>
              <a:ext cx="8554953" cy="4461265"/>
            </a:xfrm>
            <a:custGeom>
              <a:avLst/>
              <a:pathLst>
                <a:path w="8554953" h="4461265">
                  <a:moveTo>
                    <a:pt x="8554953" y="0"/>
                  </a:moveTo>
                  <a:lnTo>
                    <a:pt x="8032819" y="0"/>
                  </a:lnTo>
                  <a:lnTo>
                    <a:pt x="8031930" y="95"/>
                  </a:lnTo>
                  <a:lnTo>
                    <a:pt x="8026068" y="772"/>
                  </a:lnTo>
                  <a:lnTo>
                    <a:pt x="8011247" y="2646"/>
                  </a:lnTo>
                  <a:lnTo>
                    <a:pt x="7984643" y="6336"/>
                  </a:lnTo>
                  <a:lnTo>
                    <a:pt x="7944779" y="12423"/>
                  </a:lnTo>
                  <a:lnTo>
                    <a:pt x="7891645" y="21391"/>
                  </a:lnTo>
                  <a:lnTo>
                    <a:pt x="7826611" y="33582"/>
                  </a:lnTo>
                  <a:lnTo>
                    <a:pt x="7752116" y="49185"/>
                  </a:lnTo>
                  <a:lnTo>
                    <a:pt x="7671206" y="68249"/>
                  </a:lnTo>
                  <a:lnTo>
                    <a:pt x="7587033" y="90732"/>
                  </a:lnTo>
                  <a:lnTo>
                    <a:pt x="7502448" y="116561"/>
                  </a:lnTo>
                  <a:lnTo>
                    <a:pt x="7419740" y="145685"/>
                  </a:lnTo>
                  <a:lnTo>
                    <a:pt x="7340541" y="178119"/>
                  </a:lnTo>
                  <a:lnTo>
                    <a:pt x="7265845" y="213978"/>
                  </a:lnTo>
                  <a:lnTo>
                    <a:pt x="7196104" y="253485"/>
                  </a:lnTo>
                  <a:lnTo>
                    <a:pt x="7131351" y="296984"/>
                  </a:lnTo>
                  <a:lnTo>
                    <a:pt x="7071317" y="344928"/>
                  </a:lnTo>
                  <a:lnTo>
                    <a:pt x="7015532" y="397875"/>
                  </a:lnTo>
                  <a:lnTo>
                    <a:pt x="6963408" y="456461"/>
                  </a:lnTo>
                  <a:lnTo>
                    <a:pt x="6914300" y="521365"/>
                  </a:lnTo>
                  <a:lnTo>
                    <a:pt x="6867552" y="593245"/>
                  </a:lnTo>
                  <a:lnTo>
                    <a:pt x="6822541" y="672631"/>
                  </a:lnTo>
                  <a:lnTo>
                    <a:pt x="6786527" y="743544"/>
                  </a:lnTo>
                  <a:lnTo>
                    <a:pt x="6755766" y="809214"/>
                  </a:lnTo>
                  <a:lnTo>
                    <a:pt x="6725271" y="878850"/>
                  </a:lnTo>
                  <a:lnTo>
                    <a:pt x="6694910" y="952532"/>
                  </a:lnTo>
                  <a:lnTo>
                    <a:pt x="6664575" y="1030298"/>
                  </a:lnTo>
                  <a:lnTo>
                    <a:pt x="6634178" y="1112140"/>
                  </a:lnTo>
                  <a:lnTo>
                    <a:pt x="6603649" y="1197999"/>
                  </a:lnTo>
                  <a:lnTo>
                    <a:pt x="6572938" y="1287764"/>
                  </a:lnTo>
                  <a:lnTo>
                    <a:pt x="6542011" y="1381267"/>
                  </a:lnTo>
                  <a:lnTo>
                    <a:pt x="6510847" y="1478284"/>
                  </a:lnTo>
                  <a:lnTo>
                    <a:pt x="6479442" y="1578533"/>
                  </a:lnTo>
                  <a:lnTo>
                    <a:pt x="6447803" y="1681677"/>
                  </a:lnTo>
                  <a:lnTo>
                    <a:pt x="6415951" y="1787327"/>
                  </a:lnTo>
                  <a:lnTo>
                    <a:pt x="6383913" y="1895048"/>
                  </a:lnTo>
                  <a:lnTo>
                    <a:pt x="6351729" y="2004367"/>
                  </a:lnTo>
                  <a:lnTo>
                    <a:pt x="6319443" y="2114776"/>
                  </a:lnTo>
                  <a:lnTo>
                    <a:pt x="6287103" y="2225748"/>
                  </a:lnTo>
                  <a:lnTo>
                    <a:pt x="6254761" y="2336744"/>
                  </a:lnTo>
                  <a:lnTo>
                    <a:pt x="6222468" y="2447224"/>
                  </a:lnTo>
                  <a:lnTo>
                    <a:pt x="6190274" y="2556659"/>
                  </a:lnTo>
                  <a:lnTo>
                    <a:pt x="6158222" y="2664541"/>
                  </a:lnTo>
                  <a:lnTo>
                    <a:pt x="6126352" y="2770391"/>
                  </a:lnTo>
                  <a:lnTo>
                    <a:pt x="6094693" y="2873772"/>
                  </a:lnTo>
                  <a:lnTo>
                    <a:pt x="6063267" y="2974289"/>
                  </a:lnTo>
                  <a:lnTo>
                    <a:pt x="6032082" y="3071602"/>
                  </a:lnTo>
                  <a:lnTo>
                    <a:pt x="6001134" y="3165425"/>
                  </a:lnTo>
                  <a:lnTo>
                    <a:pt x="5970406" y="3255526"/>
                  </a:lnTo>
                  <a:lnTo>
                    <a:pt x="5939863" y="3341734"/>
                  </a:lnTo>
                  <a:lnTo>
                    <a:pt x="5909456" y="3423932"/>
                  </a:lnTo>
                  <a:lnTo>
                    <a:pt x="5879119" y="3502058"/>
                  </a:lnTo>
                  <a:lnTo>
                    <a:pt x="5848764" y="3576098"/>
                  </a:lnTo>
                  <a:lnTo>
                    <a:pt x="5818286" y="3646087"/>
                  </a:lnTo>
                  <a:lnTo>
                    <a:pt x="5787554" y="3712102"/>
                  </a:lnTo>
                  <a:lnTo>
                    <a:pt x="5784835" y="3717720"/>
                  </a:lnTo>
                  <a:lnTo>
                    <a:pt x="5740839" y="3803462"/>
                  </a:lnTo>
                  <a:lnTo>
                    <a:pt x="5695559" y="3881471"/>
                  </a:lnTo>
                  <a:lnTo>
                    <a:pt x="5648434" y="3952053"/>
                  </a:lnTo>
                  <a:lnTo>
                    <a:pt x="5598833" y="4015772"/>
                  </a:lnTo>
                  <a:lnTo>
                    <a:pt x="5546098" y="4073295"/>
                  </a:lnTo>
                  <a:lnTo>
                    <a:pt x="5489590" y="4125299"/>
                  </a:lnTo>
                  <a:lnTo>
                    <a:pt x="5428738" y="4172407"/>
                  </a:lnTo>
                  <a:lnTo>
                    <a:pt x="5363102" y="4215158"/>
                  </a:lnTo>
                  <a:lnTo>
                    <a:pt x="5292459" y="4253988"/>
                  </a:lnTo>
                  <a:lnTo>
                    <a:pt x="5216907" y="4289218"/>
                  </a:lnTo>
                  <a:lnTo>
                    <a:pt x="5136986" y="4321053"/>
                  </a:lnTo>
                  <a:lnTo>
                    <a:pt x="5053802" y="4349586"/>
                  </a:lnTo>
                  <a:lnTo>
                    <a:pt x="4969103" y="4374819"/>
                  </a:lnTo>
                  <a:lnTo>
                    <a:pt x="4885294" y="4396693"/>
                  </a:lnTo>
                  <a:lnTo>
                    <a:pt x="4805300" y="4415137"/>
                  </a:lnTo>
                  <a:lnTo>
                    <a:pt x="4732291" y="4430120"/>
                  </a:lnTo>
                  <a:lnTo>
                    <a:pt x="4669240" y="4441714"/>
                  </a:lnTo>
                  <a:lnTo>
                    <a:pt x="4618426" y="4450135"/>
                  </a:lnTo>
                  <a:lnTo>
                    <a:pt x="4580987" y="4455752"/>
                  </a:lnTo>
                  <a:lnTo>
                    <a:pt x="4556649" y="4459071"/>
                  </a:lnTo>
                  <a:lnTo>
                    <a:pt x="4543682" y="4460683"/>
                  </a:lnTo>
                  <a:lnTo>
                    <a:pt x="4539039" y="4461212"/>
                  </a:lnTo>
                  <a:lnTo>
                    <a:pt x="4538543" y="4461265"/>
                  </a:lnTo>
                  <a:lnTo>
                    <a:pt x="4016409" y="4461265"/>
                  </a:lnTo>
                  <a:lnTo>
                    <a:pt x="4015163" y="4461228"/>
                  </a:lnTo>
                  <a:lnTo>
                    <a:pt x="4007013" y="4460970"/>
                  </a:lnTo>
                  <a:lnTo>
                    <a:pt x="3986624" y="4460254"/>
                  </a:lnTo>
                  <a:lnTo>
                    <a:pt x="3950572" y="4458849"/>
                  </a:lnTo>
                  <a:lnTo>
                    <a:pt x="3897650" y="4456547"/>
                  </a:lnTo>
                  <a:lnTo>
                    <a:pt x="3828932" y="4453193"/>
                  </a:lnTo>
                  <a:lnTo>
                    <a:pt x="3747402" y="4448696"/>
                  </a:lnTo>
                  <a:lnTo>
                    <a:pt x="3657210" y="4443026"/>
                  </a:lnTo>
                  <a:lnTo>
                    <a:pt x="3562795" y="4436196"/>
                  </a:lnTo>
                  <a:lnTo>
                    <a:pt x="3468144" y="4428234"/>
                  </a:lnTo>
                  <a:lnTo>
                    <a:pt x="3376345" y="4419156"/>
                  </a:lnTo>
                  <a:lnTo>
                    <a:pt x="3289444" y="4408945"/>
                  </a:lnTo>
                  <a:lnTo>
                    <a:pt x="3208528" y="4397543"/>
                  </a:lnTo>
                  <a:lnTo>
                    <a:pt x="3133912" y="4384841"/>
                  </a:lnTo>
                  <a:lnTo>
                    <a:pt x="3065356" y="4370680"/>
                  </a:lnTo>
                  <a:lnTo>
                    <a:pt x="3002260" y="4354860"/>
                  </a:lnTo>
                  <a:lnTo>
                    <a:pt x="2943812" y="4337140"/>
                  </a:lnTo>
                  <a:lnTo>
                    <a:pt x="2889104" y="4317263"/>
                  </a:lnTo>
                  <a:lnTo>
                    <a:pt x="2837214" y="4294985"/>
                  </a:lnTo>
                  <a:lnTo>
                    <a:pt x="2787290" y="4270127"/>
                  </a:lnTo>
                  <a:lnTo>
                    <a:pt x="2770117" y="4260790"/>
                  </a:lnTo>
                  <a:lnTo>
                    <a:pt x="2722136" y="4232630"/>
                  </a:lnTo>
                  <a:lnTo>
                    <a:pt x="2674623" y="4201824"/>
                  </a:lnTo>
                  <a:lnTo>
                    <a:pt x="2627149" y="4168328"/>
                  </a:lnTo>
                  <a:lnTo>
                    <a:pt x="2579406" y="4132171"/>
                  </a:lnTo>
                  <a:lnTo>
                    <a:pt x="2531198" y="4093467"/>
                  </a:lnTo>
                  <a:lnTo>
                    <a:pt x="2482422" y="4052422"/>
                  </a:lnTo>
                  <a:lnTo>
                    <a:pt x="2433063" y="4009331"/>
                  </a:lnTo>
                  <a:lnTo>
                    <a:pt x="2383180" y="3964576"/>
                  </a:lnTo>
                  <a:lnTo>
                    <a:pt x="2332893" y="3918615"/>
                  </a:lnTo>
                  <a:lnTo>
                    <a:pt x="2282366" y="3871962"/>
                  </a:lnTo>
                  <a:lnTo>
                    <a:pt x="2231788" y="3825166"/>
                  </a:lnTo>
                  <a:lnTo>
                    <a:pt x="2181354" y="3778780"/>
                  </a:lnTo>
                  <a:lnTo>
                    <a:pt x="2131244" y="3733340"/>
                  </a:lnTo>
                  <a:lnTo>
                    <a:pt x="2081602" y="3689334"/>
                  </a:lnTo>
                  <a:lnTo>
                    <a:pt x="2032521" y="3647187"/>
                  </a:lnTo>
                  <a:lnTo>
                    <a:pt x="1984026" y="3607240"/>
                  </a:lnTo>
                  <a:lnTo>
                    <a:pt x="1936060" y="3569745"/>
                  </a:lnTo>
                  <a:lnTo>
                    <a:pt x="1888478" y="3534863"/>
                  </a:lnTo>
                  <a:lnTo>
                    <a:pt x="1841031" y="3502665"/>
                  </a:lnTo>
                  <a:lnTo>
                    <a:pt x="1793354" y="3473145"/>
                  </a:lnTo>
                  <a:lnTo>
                    <a:pt x="1768425" y="3458892"/>
                  </a:lnTo>
                  <a:lnTo>
                    <a:pt x="1719012" y="3433111"/>
                  </a:lnTo>
                  <a:lnTo>
                    <a:pt x="1667903" y="3409943"/>
                  </a:lnTo>
                  <a:lnTo>
                    <a:pt x="1614286" y="3389251"/>
                  </a:lnTo>
                  <a:lnTo>
                    <a:pt x="1557254" y="3370805"/>
                  </a:lnTo>
                  <a:lnTo>
                    <a:pt x="1495887" y="3354347"/>
                  </a:lnTo>
                  <a:lnTo>
                    <a:pt x="1429327" y="3339630"/>
                  </a:lnTo>
                  <a:lnTo>
                    <a:pt x="1356885" y="3326437"/>
                  </a:lnTo>
                  <a:lnTo>
                    <a:pt x="1278174" y="3314594"/>
                  </a:lnTo>
                  <a:lnTo>
                    <a:pt x="1193292" y="3303975"/>
                  </a:lnTo>
                  <a:lnTo>
                    <a:pt x="1103029" y="3294503"/>
                  </a:lnTo>
                  <a:lnTo>
                    <a:pt x="1009079" y="3286149"/>
                  </a:lnTo>
                  <a:lnTo>
                    <a:pt x="914168" y="3278920"/>
                  </a:lnTo>
                  <a:lnTo>
                    <a:pt x="822001" y="3272840"/>
                  </a:lnTo>
                  <a:lnTo>
                    <a:pt x="736929" y="3267932"/>
                  </a:lnTo>
                  <a:lnTo>
                    <a:pt x="663302" y="3264184"/>
                  </a:lnTo>
                  <a:lnTo>
                    <a:pt x="604610" y="3261528"/>
                  </a:lnTo>
                  <a:lnTo>
                    <a:pt x="562662" y="3259830"/>
                  </a:lnTo>
                  <a:lnTo>
                    <a:pt x="537064" y="3258899"/>
                  </a:lnTo>
                  <a:lnTo>
                    <a:pt x="525140" y="3258507"/>
                  </a:lnTo>
                  <a:lnTo>
                    <a:pt x="522189" y="3258419"/>
                  </a:lnTo>
                  <a:lnTo>
                    <a:pt x="522133" y="3258417"/>
                  </a:lnTo>
                  <a:lnTo>
                    <a:pt x="0" y="3258417"/>
                  </a:lnTo>
                  <a:lnTo>
                    <a:pt x="0" y="3258417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307" name="pg1307"/>
            <p:cNvSpPr/>
            <p:nvPr/>
          </p:nvSpPr>
          <p:spPr>
            <a:xfrm>
              <a:off x="386606" y="519179"/>
              <a:ext cx="8554953" cy="5313988"/>
            </a:xfrm>
            <a:custGeom>
              <a:avLst/>
              <a:pathLst>
                <a:path w="8554953" h="5313988">
                  <a:moveTo>
                    <a:pt x="0" y="4376557"/>
                  </a:moveTo>
                  <a:lnTo>
                    <a:pt x="522133" y="4376557"/>
                  </a:lnTo>
                  <a:lnTo>
                    <a:pt x="523388" y="4376586"/>
                  </a:lnTo>
                  <a:lnTo>
                    <a:pt x="531597" y="4376789"/>
                  </a:lnTo>
                  <a:lnTo>
                    <a:pt x="552127" y="4377351"/>
                  </a:lnTo>
                  <a:lnTo>
                    <a:pt x="588415" y="4378454"/>
                  </a:lnTo>
                  <a:lnTo>
                    <a:pt x="641656" y="4380261"/>
                  </a:lnTo>
                  <a:lnTo>
                    <a:pt x="710744" y="4382893"/>
                  </a:lnTo>
                  <a:lnTo>
                    <a:pt x="792652" y="4386422"/>
                  </a:lnTo>
                  <a:lnTo>
                    <a:pt x="883187" y="4390869"/>
                  </a:lnTo>
                  <a:lnTo>
                    <a:pt x="977880" y="4396224"/>
                  </a:lnTo>
                  <a:lnTo>
                    <a:pt x="1072730" y="4402465"/>
                  </a:lnTo>
                  <a:lnTo>
                    <a:pt x="1164651" y="4409581"/>
                  </a:lnTo>
                  <a:lnTo>
                    <a:pt x="1251607" y="4417584"/>
                  </a:lnTo>
                  <a:lnTo>
                    <a:pt x="1332529" y="4426522"/>
                  </a:lnTo>
                  <a:lnTo>
                    <a:pt x="1407121" y="4436483"/>
                  </a:lnTo>
                  <a:lnTo>
                    <a:pt x="1475637" y="4447590"/>
                  </a:lnTo>
                  <a:lnTo>
                    <a:pt x="1538695" y="4460004"/>
                  </a:lnTo>
                  <a:lnTo>
                    <a:pt x="1597116" y="4473914"/>
                  </a:lnTo>
                  <a:lnTo>
                    <a:pt x="1651819" y="4489521"/>
                  </a:lnTo>
                  <a:lnTo>
                    <a:pt x="1703729" y="4507016"/>
                  </a:lnTo>
                  <a:lnTo>
                    <a:pt x="1753702" y="4526538"/>
                  </a:lnTo>
                  <a:lnTo>
                    <a:pt x="1768425" y="4532796"/>
                  </a:lnTo>
                  <a:lnTo>
                    <a:pt x="1818431" y="4555720"/>
                  </a:lnTo>
                  <a:lnTo>
                    <a:pt x="1867950" y="4580887"/>
                  </a:lnTo>
                  <a:lnTo>
                    <a:pt x="1917459" y="4608334"/>
                  </a:lnTo>
                  <a:lnTo>
                    <a:pt x="1967293" y="4638025"/>
                  </a:lnTo>
                  <a:lnTo>
                    <a:pt x="2017659" y="4669848"/>
                  </a:lnTo>
                  <a:lnTo>
                    <a:pt x="2068651" y="4703607"/>
                  </a:lnTo>
                  <a:lnTo>
                    <a:pt x="2120267" y="4739023"/>
                  </a:lnTo>
                  <a:lnTo>
                    <a:pt x="2172420" y="4775739"/>
                  </a:lnTo>
                  <a:lnTo>
                    <a:pt x="2224955" y="4813331"/>
                  </a:lnTo>
                  <a:lnTo>
                    <a:pt x="2277674" y="4851335"/>
                  </a:lnTo>
                  <a:lnTo>
                    <a:pt x="2330358" y="4889260"/>
                  </a:lnTo>
                  <a:lnTo>
                    <a:pt x="2382791" y="4926622"/>
                  </a:lnTo>
                  <a:lnTo>
                    <a:pt x="2434787" y="4962966"/>
                  </a:lnTo>
                  <a:lnTo>
                    <a:pt x="2486210" y="4997890"/>
                  </a:lnTo>
                  <a:lnTo>
                    <a:pt x="2536998" y="5031059"/>
                  </a:lnTo>
                  <a:lnTo>
                    <a:pt x="2587179" y="5062220"/>
                  </a:lnTo>
                  <a:lnTo>
                    <a:pt x="2636881" y="5091204"/>
                  </a:lnTo>
                  <a:lnTo>
                    <a:pt x="2686351" y="5117924"/>
                  </a:lnTo>
                  <a:lnTo>
                    <a:pt x="2735966" y="5142370"/>
                  </a:lnTo>
                  <a:lnTo>
                    <a:pt x="2770117" y="5157749"/>
                  </a:lnTo>
                  <a:lnTo>
                    <a:pt x="2819655" y="5177889"/>
                  </a:lnTo>
                  <a:lnTo>
                    <a:pt x="2870899" y="5195982"/>
                  </a:lnTo>
                  <a:lnTo>
                    <a:pt x="2924669" y="5212137"/>
                  </a:lnTo>
                  <a:lnTo>
                    <a:pt x="2981877" y="5226534"/>
                  </a:lnTo>
                  <a:lnTo>
                    <a:pt x="3043451" y="5239376"/>
                  </a:lnTo>
                  <a:lnTo>
                    <a:pt x="3110253" y="5250857"/>
                  </a:lnTo>
                  <a:lnTo>
                    <a:pt x="3182976" y="5261147"/>
                  </a:lnTo>
                  <a:lnTo>
                    <a:pt x="3262001" y="5270381"/>
                  </a:lnTo>
                  <a:lnTo>
                    <a:pt x="3347220" y="5278658"/>
                  </a:lnTo>
                  <a:lnTo>
                    <a:pt x="3437818" y="5286037"/>
                  </a:lnTo>
                  <a:lnTo>
                    <a:pt x="3532066" y="5292541"/>
                  </a:lnTo>
                  <a:lnTo>
                    <a:pt x="3627190" y="5298164"/>
                  </a:lnTo>
                  <a:lnTo>
                    <a:pt x="3719432" y="5302885"/>
                  </a:lnTo>
                  <a:lnTo>
                    <a:pt x="3804398" y="5306689"/>
                  </a:lnTo>
                  <a:lnTo>
                    <a:pt x="3877719" y="5309585"/>
                  </a:lnTo>
                  <a:lnTo>
                    <a:pt x="3935929" y="5311629"/>
                  </a:lnTo>
                  <a:lnTo>
                    <a:pt x="3977284" y="5312928"/>
                  </a:lnTo>
                  <a:lnTo>
                    <a:pt x="4002277" y="5313634"/>
                  </a:lnTo>
                  <a:lnTo>
                    <a:pt x="4013700" y="5313925"/>
                  </a:lnTo>
                  <a:lnTo>
                    <a:pt x="4016409" y="5313988"/>
                  </a:lnTo>
                  <a:lnTo>
                    <a:pt x="4538543" y="5313988"/>
                  </a:lnTo>
                  <a:lnTo>
                    <a:pt x="4539370" y="5313882"/>
                  </a:lnTo>
                  <a:lnTo>
                    <a:pt x="4544826" y="5313134"/>
                  </a:lnTo>
                  <a:lnTo>
                    <a:pt x="4558652" y="5311067"/>
                  </a:lnTo>
                  <a:lnTo>
                    <a:pt x="4583542" y="5306994"/>
                  </a:lnTo>
                  <a:lnTo>
                    <a:pt x="4620979" y="5300266"/>
                  </a:lnTo>
                  <a:lnTo>
                    <a:pt x="4671123" y="5290334"/>
                  </a:lnTo>
                  <a:lnTo>
                    <a:pt x="4732861" y="5276797"/>
                  </a:lnTo>
                  <a:lnTo>
                    <a:pt x="4804056" y="5259422"/>
                  </a:lnTo>
                  <a:lnTo>
                    <a:pt x="4881947" y="5238128"/>
                  </a:lnTo>
                  <a:lnTo>
                    <a:pt x="4963590" y="5212945"/>
                  </a:lnTo>
                  <a:lnTo>
                    <a:pt x="5046245" y="5183954"/>
                  </a:lnTo>
                  <a:lnTo>
                    <a:pt x="5127637" y="5151223"/>
                  </a:lnTo>
                  <a:lnTo>
                    <a:pt x="5206077" y="5114759"/>
                  </a:lnTo>
                  <a:lnTo>
                    <a:pt x="5280470" y="5074472"/>
                  </a:lnTo>
                  <a:lnTo>
                    <a:pt x="5350242" y="5030155"/>
                  </a:lnTo>
                  <a:lnTo>
                    <a:pt x="5415238" y="4981478"/>
                  </a:lnTo>
                  <a:lnTo>
                    <a:pt x="5475615" y="4927983"/>
                  </a:lnTo>
                  <a:lnTo>
                    <a:pt x="5531744" y="4869098"/>
                  </a:lnTo>
                  <a:lnTo>
                    <a:pt x="5584132" y="4804155"/>
                  </a:lnTo>
                  <a:lnTo>
                    <a:pt x="5633361" y="4732418"/>
                  </a:lnTo>
                  <a:lnTo>
                    <a:pt x="5680040" y="4653137"/>
                  </a:lnTo>
                  <a:lnTo>
                    <a:pt x="5724768" y="4565636"/>
                  </a:lnTo>
                  <a:lnTo>
                    <a:pt x="5768094" y="4469455"/>
                  </a:lnTo>
                  <a:lnTo>
                    <a:pt x="5784835" y="4429264"/>
                  </a:lnTo>
                  <a:lnTo>
                    <a:pt x="5813261" y="4357249"/>
                  </a:lnTo>
                  <a:lnTo>
                    <a:pt x="5841451" y="4281215"/>
                  </a:lnTo>
                  <a:lnTo>
                    <a:pt x="5869511" y="4201081"/>
                  </a:lnTo>
                  <a:lnTo>
                    <a:pt x="5897530" y="4116806"/>
                  </a:lnTo>
                  <a:lnTo>
                    <a:pt x="5925581" y="4028384"/>
                  </a:lnTo>
                  <a:lnTo>
                    <a:pt x="5953724" y="3935854"/>
                  </a:lnTo>
                  <a:lnTo>
                    <a:pt x="5982004" y="3839299"/>
                  </a:lnTo>
                  <a:lnTo>
                    <a:pt x="6010455" y="3738849"/>
                  </a:lnTo>
                  <a:lnTo>
                    <a:pt x="6039099" y="3634685"/>
                  </a:lnTo>
                  <a:lnTo>
                    <a:pt x="6067947" y="3527037"/>
                  </a:lnTo>
                  <a:lnTo>
                    <a:pt x="6097001" y="3416184"/>
                  </a:lnTo>
                  <a:lnTo>
                    <a:pt x="6126253" y="3302450"/>
                  </a:lnTo>
                  <a:lnTo>
                    <a:pt x="6155685" y="3186207"/>
                  </a:lnTo>
                  <a:lnTo>
                    <a:pt x="6185275" y="3067863"/>
                  </a:lnTo>
                  <a:lnTo>
                    <a:pt x="6214992" y="2947865"/>
                  </a:lnTo>
                  <a:lnTo>
                    <a:pt x="6244802" y="2826683"/>
                  </a:lnTo>
                  <a:lnTo>
                    <a:pt x="6274667" y="2704810"/>
                  </a:lnTo>
                  <a:lnTo>
                    <a:pt x="6304548" y="2582750"/>
                  </a:lnTo>
                  <a:lnTo>
                    <a:pt x="6334402" y="2461011"/>
                  </a:lnTo>
                  <a:lnTo>
                    <a:pt x="6364192" y="2340093"/>
                  </a:lnTo>
                  <a:lnTo>
                    <a:pt x="6393879" y="2220485"/>
                  </a:lnTo>
                  <a:lnTo>
                    <a:pt x="6423430" y="2102652"/>
                  </a:lnTo>
                  <a:lnTo>
                    <a:pt x="6452816" y="1987030"/>
                  </a:lnTo>
                  <a:lnTo>
                    <a:pt x="6482017" y="1874019"/>
                  </a:lnTo>
                  <a:lnTo>
                    <a:pt x="6511017" y="1763979"/>
                  </a:lnTo>
                  <a:lnTo>
                    <a:pt x="6539812" y="1657221"/>
                  </a:lnTo>
                  <a:lnTo>
                    <a:pt x="6568404" y="1554014"/>
                  </a:lnTo>
                  <a:lnTo>
                    <a:pt x="6596807" y="1454572"/>
                  </a:lnTo>
                  <a:lnTo>
                    <a:pt x="6625047" y="1359064"/>
                  </a:lnTo>
                  <a:lnTo>
                    <a:pt x="6653161" y="1267608"/>
                  </a:lnTo>
                  <a:lnTo>
                    <a:pt x="6681197" y="1180274"/>
                  </a:lnTo>
                  <a:lnTo>
                    <a:pt x="6709219" y="1097089"/>
                  </a:lnTo>
                  <a:lnTo>
                    <a:pt x="6737304" y="1018039"/>
                  </a:lnTo>
                  <a:lnTo>
                    <a:pt x="6765545" y="943071"/>
                  </a:lnTo>
                  <a:lnTo>
                    <a:pt x="6786527" y="890370"/>
                  </a:lnTo>
                  <a:lnTo>
                    <a:pt x="6829433" y="790735"/>
                  </a:lnTo>
                  <a:lnTo>
                    <a:pt x="6873549" y="699861"/>
                  </a:lnTo>
                  <a:lnTo>
                    <a:pt x="6919392" y="617424"/>
                  </a:lnTo>
                  <a:lnTo>
                    <a:pt x="6967546" y="542810"/>
                  </a:lnTo>
                  <a:lnTo>
                    <a:pt x="7018621" y="475288"/>
                  </a:lnTo>
                  <a:lnTo>
                    <a:pt x="7073215" y="414108"/>
                  </a:lnTo>
                  <a:lnTo>
                    <a:pt x="7131869" y="358569"/>
                  </a:lnTo>
                  <a:lnTo>
                    <a:pt x="7195018" y="308060"/>
                  </a:lnTo>
                  <a:lnTo>
                    <a:pt x="7262912" y="262077"/>
                  </a:lnTo>
                  <a:lnTo>
                    <a:pt x="7335533" y="220239"/>
                  </a:lnTo>
                  <a:lnTo>
                    <a:pt x="7412483" y="182289"/>
                  </a:lnTo>
                  <a:lnTo>
                    <a:pt x="7492883" y="148096"/>
                  </a:lnTo>
                  <a:lnTo>
                    <a:pt x="7575282" y="117629"/>
                  </a:lnTo>
                  <a:lnTo>
                    <a:pt x="7657627" y="90940"/>
                  </a:lnTo>
                  <a:lnTo>
                    <a:pt x="7737340" y="68111"/>
                  </a:lnTo>
                  <a:lnTo>
                    <a:pt x="7811515" y="49198"/>
                  </a:lnTo>
                  <a:lnTo>
                    <a:pt x="7877268" y="34171"/>
                  </a:lnTo>
                  <a:lnTo>
                    <a:pt x="7932163" y="22862"/>
                  </a:lnTo>
                  <a:lnTo>
                    <a:pt x="7974647" y="14934"/>
                  </a:lnTo>
                  <a:lnTo>
                    <a:pt x="8004361" y="9891"/>
                  </a:lnTo>
                  <a:lnTo>
                    <a:pt x="8022276" y="7116"/>
                  </a:lnTo>
                  <a:lnTo>
                    <a:pt x="8030629" y="5932"/>
                  </a:lnTo>
                  <a:lnTo>
                    <a:pt x="8032819" y="5647"/>
                  </a:lnTo>
                  <a:lnTo>
                    <a:pt x="8554953" y="5647"/>
                  </a:lnTo>
                  <a:lnTo>
                    <a:pt x="8554953" y="0"/>
                  </a:lnTo>
                  <a:lnTo>
                    <a:pt x="8032819" y="0"/>
                  </a:lnTo>
                  <a:lnTo>
                    <a:pt x="8031992" y="105"/>
                  </a:lnTo>
                  <a:lnTo>
                    <a:pt x="8026535" y="853"/>
                  </a:lnTo>
                  <a:lnTo>
                    <a:pt x="8012709" y="2920"/>
                  </a:lnTo>
                  <a:lnTo>
                    <a:pt x="7987820" y="6993"/>
                  </a:lnTo>
                  <a:lnTo>
                    <a:pt x="7950383" y="13721"/>
                  </a:lnTo>
                  <a:lnTo>
                    <a:pt x="7900239" y="23653"/>
                  </a:lnTo>
                  <a:lnTo>
                    <a:pt x="7838501" y="37190"/>
                  </a:lnTo>
                  <a:lnTo>
                    <a:pt x="7767306" y="54565"/>
                  </a:lnTo>
                  <a:lnTo>
                    <a:pt x="7689415" y="75859"/>
                  </a:lnTo>
                  <a:lnTo>
                    <a:pt x="7607772" y="101042"/>
                  </a:lnTo>
                  <a:lnTo>
                    <a:pt x="7525117" y="130033"/>
                  </a:lnTo>
                  <a:lnTo>
                    <a:pt x="7443725" y="162764"/>
                  </a:lnTo>
                  <a:lnTo>
                    <a:pt x="7365285" y="199229"/>
                  </a:lnTo>
                  <a:lnTo>
                    <a:pt x="7290892" y="239515"/>
                  </a:lnTo>
                  <a:lnTo>
                    <a:pt x="7221120" y="283832"/>
                  </a:lnTo>
                  <a:lnTo>
                    <a:pt x="7156124" y="332509"/>
                  </a:lnTo>
                  <a:lnTo>
                    <a:pt x="7095747" y="386004"/>
                  </a:lnTo>
                  <a:lnTo>
                    <a:pt x="7039618" y="444889"/>
                  </a:lnTo>
                  <a:lnTo>
                    <a:pt x="6987230" y="509832"/>
                  </a:lnTo>
                  <a:lnTo>
                    <a:pt x="6938001" y="581569"/>
                  </a:lnTo>
                  <a:lnTo>
                    <a:pt x="6891322" y="660850"/>
                  </a:lnTo>
                  <a:lnTo>
                    <a:pt x="6846594" y="748351"/>
                  </a:lnTo>
                  <a:lnTo>
                    <a:pt x="6803268" y="844532"/>
                  </a:lnTo>
                  <a:lnTo>
                    <a:pt x="6786527" y="884723"/>
                  </a:lnTo>
                  <a:lnTo>
                    <a:pt x="6758101" y="956738"/>
                  </a:lnTo>
                  <a:lnTo>
                    <a:pt x="6729911" y="1032772"/>
                  </a:lnTo>
                  <a:lnTo>
                    <a:pt x="6701851" y="1112906"/>
                  </a:lnTo>
                  <a:lnTo>
                    <a:pt x="6673832" y="1197181"/>
                  </a:lnTo>
                  <a:lnTo>
                    <a:pt x="6645781" y="1285603"/>
                  </a:lnTo>
                  <a:lnTo>
                    <a:pt x="6617638" y="1378133"/>
                  </a:lnTo>
                  <a:lnTo>
                    <a:pt x="6589358" y="1474688"/>
                  </a:lnTo>
                  <a:lnTo>
                    <a:pt x="6560907" y="1575138"/>
                  </a:lnTo>
                  <a:lnTo>
                    <a:pt x="6532263" y="1679302"/>
                  </a:lnTo>
                  <a:lnTo>
                    <a:pt x="6503414" y="1786950"/>
                  </a:lnTo>
                  <a:lnTo>
                    <a:pt x="6474360" y="1897803"/>
                  </a:lnTo>
                  <a:lnTo>
                    <a:pt x="6445109" y="2011537"/>
                  </a:lnTo>
                  <a:lnTo>
                    <a:pt x="6415677" y="2127780"/>
                  </a:lnTo>
                  <a:lnTo>
                    <a:pt x="6386087" y="2246124"/>
                  </a:lnTo>
                  <a:lnTo>
                    <a:pt x="6356370" y="2366122"/>
                  </a:lnTo>
                  <a:lnTo>
                    <a:pt x="6326560" y="2487304"/>
                  </a:lnTo>
                  <a:lnTo>
                    <a:pt x="6296694" y="2609177"/>
                  </a:lnTo>
                  <a:lnTo>
                    <a:pt x="6266814" y="2731237"/>
                  </a:lnTo>
                  <a:lnTo>
                    <a:pt x="6236959" y="2852976"/>
                  </a:lnTo>
                  <a:lnTo>
                    <a:pt x="6207170" y="2973894"/>
                  </a:lnTo>
                  <a:lnTo>
                    <a:pt x="6177483" y="3093502"/>
                  </a:lnTo>
                  <a:lnTo>
                    <a:pt x="6147932" y="3211335"/>
                  </a:lnTo>
                  <a:lnTo>
                    <a:pt x="6118546" y="3326957"/>
                  </a:lnTo>
                  <a:lnTo>
                    <a:pt x="6089345" y="3439968"/>
                  </a:lnTo>
                  <a:lnTo>
                    <a:pt x="6060345" y="3550008"/>
                  </a:lnTo>
                  <a:lnTo>
                    <a:pt x="6031550" y="3656766"/>
                  </a:lnTo>
                  <a:lnTo>
                    <a:pt x="6002958" y="3759973"/>
                  </a:lnTo>
                  <a:lnTo>
                    <a:pt x="5974555" y="3859415"/>
                  </a:lnTo>
                  <a:lnTo>
                    <a:pt x="5946315" y="3954923"/>
                  </a:lnTo>
                  <a:lnTo>
                    <a:pt x="5918201" y="4046379"/>
                  </a:lnTo>
                  <a:lnTo>
                    <a:pt x="5890165" y="4133713"/>
                  </a:lnTo>
                  <a:lnTo>
                    <a:pt x="5862143" y="4216898"/>
                  </a:lnTo>
                  <a:lnTo>
                    <a:pt x="5834058" y="4295948"/>
                  </a:lnTo>
                  <a:lnTo>
                    <a:pt x="5805817" y="4370917"/>
                  </a:lnTo>
                  <a:lnTo>
                    <a:pt x="5784835" y="4423617"/>
                  </a:lnTo>
                  <a:lnTo>
                    <a:pt x="5741929" y="4523252"/>
                  </a:lnTo>
                  <a:lnTo>
                    <a:pt x="5697813" y="4614126"/>
                  </a:lnTo>
                  <a:lnTo>
                    <a:pt x="5651970" y="4696563"/>
                  </a:lnTo>
                  <a:lnTo>
                    <a:pt x="5603816" y="4771177"/>
                  </a:lnTo>
                  <a:lnTo>
                    <a:pt x="5552741" y="4838699"/>
                  </a:lnTo>
                  <a:lnTo>
                    <a:pt x="5498147" y="4899879"/>
                  </a:lnTo>
                  <a:lnTo>
                    <a:pt x="5439493" y="4955418"/>
                  </a:lnTo>
                  <a:lnTo>
                    <a:pt x="5376344" y="5005927"/>
                  </a:lnTo>
                  <a:lnTo>
                    <a:pt x="5308450" y="5051910"/>
                  </a:lnTo>
                  <a:lnTo>
                    <a:pt x="5235829" y="5093748"/>
                  </a:lnTo>
                  <a:lnTo>
                    <a:pt x="5158879" y="5131698"/>
                  </a:lnTo>
                  <a:lnTo>
                    <a:pt x="5078479" y="5165891"/>
                  </a:lnTo>
                  <a:lnTo>
                    <a:pt x="4996080" y="5196358"/>
                  </a:lnTo>
                  <a:lnTo>
                    <a:pt x="4913735" y="5223047"/>
                  </a:lnTo>
                  <a:lnTo>
                    <a:pt x="4834022" y="5245876"/>
                  </a:lnTo>
                  <a:lnTo>
                    <a:pt x="4759847" y="5264789"/>
                  </a:lnTo>
                  <a:lnTo>
                    <a:pt x="4694094" y="5279816"/>
                  </a:lnTo>
                  <a:lnTo>
                    <a:pt x="4639199" y="5291125"/>
                  </a:lnTo>
                  <a:lnTo>
                    <a:pt x="4596715" y="5299053"/>
                  </a:lnTo>
                  <a:lnTo>
                    <a:pt x="4567001" y="5304096"/>
                  </a:lnTo>
                  <a:lnTo>
                    <a:pt x="4549086" y="5306871"/>
                  </a:lnTo>
                  <a:lnTo>
                    <a:pt x="4540733" y="5308055"/>
                  </a:lnTo>
                  <a:lnTo>
                    <a:pt x="4538543" y="5308340"/>
                  </a:lnTo>
                  <a:lnTo>
                    <a:pt x="4016409" y="5308340"/>
                  </a:lnTo>
                  <a:lnTo>
                    <a:pt x="4015154" y="5308312"/>
                  </a:lnTo>
                  <a:lnTo>
                    <a:pt x="4006945" y="5308109"/>
                  </a:lnTo>
                  <a:lnTo>
                    <a:pt x="3986415" y="5307547"/>
                  </a:lnTo>
                  <a:lnTo>
                    <a:pt x="3950128" y="5306444"/>
                  </a:lnTo>
                  <a:lnTo>
                    <a:pt x="3896886" y="5304637"/>
                  </a:lnTo>
                  <a:lnTo>
                    <a:pt x="3827798" y="5302004"/>
                  </a:lnTo>
                  <a:lnTo>
                    <a:pt x="3745890" y="5298476"/>
                  </a:lnTo>
                  <a:lnTo>
                    <a:pt x="3655355" y="5294029"/>
                  </a:lnTo>
                  <a:lnTo>
                    <a:pt x="3560662" y="5288674"/>
                  </a:lnTo>
                  <a:lnTo>
                    <a:pt x="3465812" y="5282432"/>
                  </a:lnTo>
                  <a:lnTo>
                    <a:pt x="3373891" y="5275317"/>
                  </a:lnTo>
                  <a:lnTo>
                    <a:pt x="3286935" y="5267314"/>
                  </a:lnTo>
                  <a:lnTo>
                    <a:pt x="3206013" y="5258375"/>
                  </a:lnTo>
                  <a:lnTo>
                    <a:pt x="3131422" y="5248415"/>
                  </a:lnTo>
                  <a:lnTo>
                    <a:pt x="3062905" y="5237308"/>
                  </a:lnTo>
                  <a:lnTo>
                    <a:pt x="2999848" y="5224893"/>
                  </a:lnTo>
                  <a:lnTo>
                    <a:pt x="2941426" y="5210984"/>
                  </a:lnTo>
                  <a:lnTo>
                    <a:pt x="2886723" y="5195377"/>
                  </a:lnTo>
                  <a:lnTo>
                    <a:pt x="2834813" y="5177881"/>
                  </a:lnTo>
                  <a:lnTo>
                    <a:pt x="2784840" y="5158359"/>
                  </a:lnTo>
                  <a:lnTo>
                    <a:pt x="2770117" y="5152102"/>
                  </a:lnTo>
                  <a:lnTo>
                    <a:pt x="2720111" y="5129177"/>
                  </a:lnTo>
                  <a:lnTo>
                    <a:pt x="2670592" y="5104010"/>
                  </a:lnTo>
                  <a:lnTo>
                    <a:pt x="2621083" y="5076564"/>
                  </a:lnTo>
                  <a:lnTo>
                    <a:pt x="2571249" y="5046873"/>
                  </a:lnTo>
                  <a:lnTo>
                    <a:pt x="2520883" y="5015050"/>
                  </a:lnTo>
                  <a:lnTo>
                    <a:pt x="2469891" y="4981290"/>
                  </a:lnTo>
                  <a:lnTo>
                    <a:pt x="2418275" y="4945874"/>
                  </a:lnTo>
                  <a:lnTo>
                    <a:pt x="2366123" y="4909159"/>
                  </a:lnTo>
                  <a:lnTo>
                    <a:pt x="2313587" y="4871566"/>
                  </a:lnTo>
                  <a:lnTo>
                    <a:pt x="2260868" y="4833563"/>
                  </a:lnTo>
                  <a:lnTo>
                    <a:pt x="2208184" y="4795637"/>
                  </a:lnTo>
                  <a:lnTo>
                    <a:pt x="2155751" y="4758275"/>
                  </a:lnTo>
                  <a:lnTo>
                    <a:pt x="2103756" y="4721931"/>
                  </a:lnTo>
                  <a:lnTo>
                    <a:pt x="2052332" y="4687008"/>
                  </a:lnTo>
                  <a:lnTo>
                    <a:pt x="2001544" y="4653839"/>
                  </a:lnTo>
                  <a:lnTo>
                    <a:pt x="1951363" y="4622678"/>
                  </a:lnTo>
                  <a:lnTo>
                    <a:pt x="1901661" y="4593694"/>
                  </a:lnTo>
                  <a:lnTo>
                    <a:pt x="1852191" y="4566974"/>
                  </a:lnTo>
                  <a:lnTo>
                    <a:pt x="1802577" y="4542528"/>
                  </a:lnTo>
                  <a:lnTo>
                    <a:pt x="1768425" y="4527148"/>
                  </a:lnTo>
                  <a:lnTo>
                    <a:pt x="1718887" y="4507009"/>
                  </a:lnTo>
                  <a:lnTo>
                    <a:pt x="1667643" y="4488916"/>
                  </a:lnTo>
                  <a:lnTo>
                    <a:pt x="1613873" y="4472761"/>
                  </a:lnTo>
                  <a:lnTo>
                    <a:pt x="1556665" y="4458363"/>
                  </a:lnTo>
                  <a:lnTo>
                    <a:pt x="1495091" y="4445521"/>
                  </a:lnTo>
                  <a:lnTo>
                    <a:pt x="1428289" y="4434040"/>
                  </a:lnTo>
                  <a:lnTo>
                    <a:pt x="1355567" y="4423751"/>
                  </a:lnTo>
                  <a:lnTo>
                    <a:pt x="1276542" y="4414517"/>
                  </a:lnTo>
                  <a:lnTo>
                    <a:pt x="1191323" y="4406240"/>
                  </a:lnTo>
                  <a:lnTo>
                    <a:pt x="1100724" y="4398861"/>
                  </a:lnTo>
                  <a:lnTo>
                    <a:pt x="1006476" y="4392357"/>
                  </a:lnTo>
                  <a:lnTo>
                    <a:pt x="911352" y="4386734"/>
                  </a:lnTo>
                  <a:lnTo>
                    <a:pt x="819110" y="4382012"/>
                  </a:lnTo>
                  <a:lnTo>
                    <a:pt x="734145" y="4378209"/>
                  </a:lnTo>
                  <a:lnTo>
                    <a:pt x="660823" y="4375312"/>
                  </a:lnTo>
                  <a:lnTo>
                    <a:pt x="602613" y="4373268"/>
                  </a:lnTo>
                  <a:lnTo>
                    <a:pt x="561258" y="4371969"/>
                  </a:lnTo>
                  <a:lnTo>
                    <a:pt x="536265" y="4371264"/>
                  </a:lnTo>
                  <a:lnTo>
                    <a:pt x="524842" y="4370973"/>
                  </a:lnTo>
                  <a:lnTo>
                    <a:pt x="522133" y="4370910"/>
                  </a:lnTo>
                  <a:lnTo>
                    <a:pt x="0" y="4370910"/>
                  </a:lnTo>
                  <a:close/>
                </a:path>
              </a:pathLst>
            </a:custGeom>
            <a:solidFill>
              <a:srgbClr val="E78AC3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1308" name="pl1308"/>
            <p:cNvSpPr/>
            <p:nvPr/>
          </p:nvSpPr>
          <p:spPr>
            <a:xfrm>
              <a:off x="386606" y="524826"/>
              <a:ext cx="8554953" cy="5308340"/>
            </a:xfrm>
            <a:custGeom>
              <a:avLst/>
              <a:pathLst>
                <a:path w="8554953" h="5308340">
                  <a:moveTo>
                    <a:pt x="0" y="4370910"/>
                  </a:moveTo>
                  <a:lnTo>
                    <a:pt x="522133" y="4370910"/>
                  </a:lnTo>
                  <a:lnTo>
                    <a:pt x="523388" y="4370938"/>
                  </a:lnTo>
                  <a:lnTo>
                    <a:pt x="531597" y="4371142"/>
                  </a:lnTo>
                  <a:lnTo>
                    <a:pt x="552127" y="4371703"/>
                  </a:lnTo>
                  <a:lnTo>
                    <a:pt x="588415" y="4372807"/>
                  </a:lnTo>
                  <a:lnTo>
                    <a:pt x="641656" y="4374614"/>
                  </a:lnTo>
                  <a:lnTo>
                    <a:pt x="710744" y="4377246"/>
                  </a:lnTo>
                  <a:lnTo>
                    <a:pt x="792652" y="4380775"/>
                  </a:lnTo>
                  <a:lnTo>
                    <a:pt x="883187" y="4385222"/>
                  </a:lnTo>
                  <a:lnTo>
                    <a:pt x="977880" y="4390577"/>
                  </a:lnTo>
                  <a:lnTo>
                    <a:pt x="1072730" y="4396818"/>
                  </a:lnTo>
                  <a:lnTo>
                    <a:pt x="1164651" y="4403934"/>
                  </a:lnTo>
                  <a:lnTo>
                    <a:pt x="1251607" y="4411937"/>
                  </a:lnTo>
                  <a:lnTo>
                    <a:pt x="1332529" y="4420875"/>
                  </a:lnTo>
                  <a:lnTo>
                    <a:pt x="1407121" y="4430835"/>
                  </a:lnTo>
                  <a:lnTo>
                    <a:pt x="1475637" y="4441943"/>
                  </a:lnTo>
                  <a:lnTo>
                    <a:pt x="1538695" y="4454357"/>
                  </a:lnTo>
                  <a:lnTo>
                    <a:pt x="1597116" y="4468266"/>
                  </a:lnTo>
                  <a:lnTo>
                    <a:pt x="1651819" y="4483873"/>
                  </a:lnTo>
                  <a:lnTo>
                    <a:pt x="1703729" y="4501369"/>
                  </a:lnTo>
                  <a:lnTo>
                    <a:pt x="1753702" y="4520891"/>
                  </a:lnTo>
                  <a:lnTo>
                    <a:pt x="1768425" y="4527148"/>
                  </a:lnTo>
                  <a:lnTo>
                    <a:pt x="1818431" y="4550073"/>
                  </a:lnTo>
                  <a:lnTo>
                    <a:pt x="1867950" y="4575240"/>
                  </a:lnTo>
                  <a:lnTo>
                    <a:pt x="1917459" y="4602686"/>
                  </a:lnTo>
                  <a:lnTo>
                    <a:pt x="1967293" y="4632377"/>
                  </a:lnTo>
                  <a:lnTo>
                    <a:pt x="2017659" y="4664201"/>
                  </a:lnTo>
                  <a:lnTo>
                    <a:pt x="2068651" y="4697960"/>
                  </a:lnTo>
                  <a:lnTo>
                    <a:pt x="2120267" y="4733376"/>
                  </a:lnTo>
                  <a:lnTo>
                    <a:pt x="2172420" y="4770091"/>
                  </a:lnTo>
                  <a:lnTo>
                    <a:pt x="2224955" y="4807684"/>
                  </a:lnTo>
                  <a:lnTo>
                    <a:pt x="2277674" y="4845688"/>
                  </a:lnTo>
                  <a:lnTo>
                    <a:pt x="2330358" y="4883613"/>
                  </a:lnTo>
                  <a:lnTo>
                    <a:pt x="2382791" y="4920975"/>
                  </a:lnTo>
                  <a:lnTo>
                    <a:pt x="2434787" y="4957319"/>
                  </a:lnTo>
                  <a:lnTo>
                    <a:pt x="2486210" y="4992243"/>
                  </a:lnTo>
                  <a:lnTo>
                    <a:pt x="2536998" y="5025411"/>
                  </a:lnTo>
                  <a:lnTo>
                    <a:pt x="2587179" y="5056573"/>
                  </a:lnTo>
                  <a:lnTo>
                    <a:pt x="2636881" y="5085557"/>
                  </a:lnTo>
                  <a:lnTo>
                    <a:pt x="2686351" y="5112277"/>
                  </a:lnTo>
                  <a:lnTo>
                    <a:pt x="2735966" y="5136722"/>
                  </a:lnTo>
                  <a:lnTo>
                    <a:pt x="2770117" y="5152102"/>
                  </a:lnTo>
                  <a:lnTo>
                    <a:pt x="2819655" y="5172241"/>
                  </a:lnTo>
                  <a:lnTo>
                    <a:pt x="2870899" y="5190335"/>
                  </a:lnTo>
                  <a:lnTo>
                    <a:pt x="2924669" y="5206490"/>
                  </a:lnTo>
                  <a:lnTo>
                    <a:pt x="2981877" y="5220887"/>
                  </a:lnTo>
                  <a:lnTo>
                    <a:pt x="3043451" y="5233729"/>
                  </a:lnTo>
                  <a:lnTo>
                    <a:pt x="3110253" y="5245210"/>
                  </a:lnTo>
                  <a:lnTo>
                    <a:pt x="3182976" y="5255500"/>
                  </a:lnTo>
                  <a:lnTo>
                    <a:pt x="3262001" y="5264734"/>
                  </a:lnTo>
                  <a:lnTo>
                    <a:pt x="3347220" y="5273011"/>
                  </a:lnTo>
                  <a:lnTo>
                    <a:pt x="3437818" y="5280390"/>
                  </a:lnTo>
                  <a:lnTo>
                    <a:pt x="3532066" y="5286894"/>
                  </a:lnTo>
                  <a:lnTo>
                    <a:pt x="3627190" y="5292517"/>
                  </a:lnTo>
                  <a:lnTo>
                    <a:pt x="3719432" y="5297238"/>
                  </a:lnTo>
                  <a:lnTo>
                    <a:pt x="3804398" y="5301042"/>
                  </a:lnTo>
                  <a:lnTo>
                    <a:pt x="3877719" y="5303938"/>
                  </a:lnTo>
                  <a:lnTo>
                    <a:pt x="3935929" y="5305982"/>
                  </a:lnTo>
                  <a:lnTo>
                    <a:pt x="3977284" y="5307281"/>
                  </a:lnTo>
                  <a:lnTo>
                    <a:pt x="4002277" y="5307986"/>
                  </a:lnTo>
                  <a:lnTo>
                    <a:pt x="4013700" y="5308278"/>
                  </a:lnTo>
                  <a:lnTo>
                    <a:pt x="4016374" y="5308340"/>
                  </a:lnTo>
                  <a:lnTo>
                    <a:pt x="4016409" y="5308340"/>
                  </a:lnTo>
                  <a:lnTo>
                    <a:pt x="4538543" y="5308340"/>
                  </a:lnTo>
                  <a:lnTo>
                    <a:pt x="4539370" y="5308235"/>
                  </a:lnTo>
                  <a:lnTo>
                    <a:pt x="4544826" y="5307487"/>
                  </a:lnTo>
                  <a:lnTo>
                    <a:pt x="4558652" y="5305420"/>
                  </a:lnTo>
                  <a:lnTo>
                    <a:pt x="4583542" y="5301346"/>
                  </a:lnTo>
                  <a:lnTo>
                    <a:pt x="4620979" y="5294619"/>
                  </a:lnTo>
                  <a:lnTo>
                    <a:pt x="4671123" y="5284687"/>
                  </a:lnTo>
                  <a:lnTo>
                    <a:pt x="4732861" y="5271150"/>
                  </a:lnTo>
                  <a:lnTo>
                    <a:pt x="4804056" y="5253775"/>
                  </a:lnTo>
                  <a:lnTo>
                    <a:pt x="4881947" y="5232481"/>
                  </a:lnTo>
                  <a:lnTo>
                    <a:pt x="4963590" y="5207298"/>
                  </a:lnTo>
                  <a:lnTo>
                    <a:pt x="5046245" y="5178307"/>
                  </a:lnTo>
                  <a:lnTo>
                    <a:pt x="5127637" y="5145576"/>
                  </a:lnTo>
                  <a:lnTo>
                    <a:pt x="5206077" y="5109111"/>
                  </a:lnTo>
                  <a:lnTo>
                    <a:pt x="5280470" y="5068824"/>
                  </a:lnTo>
                  <a:lnTo>
                    <a:pt x="5350242" y="5024508"/>
                  </a:lnTo>
                  <a:lnTo>
                    <a:pt x="5415238" y="4975831"/>
                  </a:lnTo>
                  <a:lnTo>
                    <a:pt x="5475615" y="4922336"/>
                  </a:lnTo>
                  <a:lnTo>
                    <a:pt x="5531744" y="4863451"/>
                  </a:lnTo>
                  <a:lnTo>
                    <a:pt x="5584132" y="4798508"/>
                  </a:lnTo>
                  <a:lnTo>
                    <a:pt x="5633361" y="4726771"/>
                  </a:lnTo>
                  <a:lnTo>
                    <a:pt x="5680040" y="4647490"/>
                  </a:lnTo>
                  <a:lnTo>
                    <a:pt x="5724768" y="4559989"/>
                  </a:lnTo>
                  <a:lnTo>
                    <a:pt x="5768094" y="4463807"/>
                  </a:lnTo>
                  <a:lnTo>
                    <a:pt x="5784835" y="4423617"/>
                  </a:lnTo>
                  <a:lnTo>
                    <a:pt x="5813261" y="4351602"/>
                  </a:lnTo>
                  <a:lnTo>
                    <a:pt x="5841451" y="4275567"/>
                  </a:lnTo>
                  <a:lnTo>
                    <a:pt x="5869511" y="4195434"/>
                  </a:lnTo>
                  <a:lnTo>
                    <a:pt x="5897530" y="4111159"/>
                  </a:lnTo>
                  <a:lnTo>
                    <a:pt x="5925581" y="4022737"/>
                  </a:lnTo>
                  <a:lnTo>
                    <a:pt x="5953724" y="3930207"/>
                  </a:lnTo>
                  <a:lnTo>
                    <a:pt x="5982004" y="3833651"/>
                  </a:lnTo>
                  <a:lnTo>
                    <a:pt x="6010455" y="3733202"/>
                  </a:lnTo>
                  <a:lnTo>
                    <a:pt x="6039099" y="3629038"/>
                  </a:lnTo>
                  <a:lnTo>
                    <a:pt x="6067947" y="3521390"/>
                  </a:lnTo>
                  <a:lnTo>
                    <a:pt x="6097001" y="3410536"/>
                  </a:lnTo>
                  <a:lnTo>
                    <a:pt x="6126253" y="3296803"/>
                  </a:lnTo>
                  <a:lnTo>
                    <a:pt x="6155685" y="3180559"/>
                  </a:lnTo>
                  <a:lnTo>
                    <a:pt x="6185275" y="3062216"/>
                  </a:lnTo>
                  <a:lnTo>
                    <a:pt x="6214992" y="2942218"/>
                  </a:lnTo>
                  <a:lnTo>
                    <a:pt x="6244802" y="2821036"/>
                  </a:lnTo>
                  <a:lnTo>
                    <a:pt x="6274667" y="2699163"/>
                  </a:lnTo>
                  <a:lnTo>
                    <a:pt x="6304548" y="2577103"/>
                  </a:lnTo>
                  <a:lnTo>
                    <a:pt x="6334402" y="2455364"/>
                  </a:lnTo>
                  <a:lnTo>
                    <a:pt x="6364192" y="2334446"/>
                  </a:lnTo>
                  <a:lnTo>
                    <a:pt x="6393879" y="2214838"/>
                  </a:lnTo>
                  <a:lnTo>
                    <a:pt x="6423430" y="2097005"/>
                  </a:lnTo>
                  <a:lnTo>
                    <a:pt x="6452816" y="1981383"/>
                  </a:lnTo>
                  <a:lnTo>
                    <a:pt x="6482017" y="1868372"/>
                  </a:lnTo>
                  <a:lnTo>
                    <a:pt x="6511017" y="1758331"/>
                  </a:lnTo>
                  <a:lnTo>
                    <a:pt x="6539812" y="1651574"/>
                  </a:lnTo>
                  <a:lnTo>
                    <a:pt x="6568404" y="1548367"/>
                  </a:lnTo>
                  <a:lnTo>
                    <a:pt x="6596807" y="1448925"/>
                  </a:lnTo>
                  <a:lnTo>
                    <a:pt x="6625047" y="1353417"/>
                  </a:lnTo>
                  <a:lnTo>
                    <a:pt x="6653161" y="1261960"/>
                  </a:lnTo>
                  <a:lnTo>
                    <a:pt x="6681197" y="1174627"/>
                  </a:lnTo>
                  <a:lnTo>
                    <a:pt x="6709219" y="1091442"/>
                  </a:lnTo>
                  <a:lnTo>
                    <a:pt x="6737304" y="1012392"/>
                  </a:lnTo>
                  <a:lnTo>
                    <a:pt x="6765545" y="937423"/>
                  </a:lnTo>
                  <a:lnTo>
                    <a:pt x="6786527" y="884723"/>
                  </a:lnTo>
                  <a:lnTo>
                    <a:pt x="6829433" y="785088"/>
                  </a:lnTo>
                  <a:lnTo>
                    <a:pt x="6873549" y="694214"/>
                  </a:lnTo>
                  <a:lnTo>
                    <a:pt x="6919392" y="611776"/>
                  </a:lnTo>
                  <a:lnTo>
                    <a:pt x="6967546" y="537163"/>
                  </a:lnTo>
                  <a:lnTo>
                    <a:pt x="7018621" y="469641"/>
                  </a:lnTo>
                  <a:lnTo>
                    <a:pt x="7073215" y="408460"/>
                  </a:lnTo>
                  <a:lnTo>
                    <a:pt x="7131869" y="352922"/>
                  </a:lnTo>
                  <a:lnTo>
                    <a:pt x="7195018" y="302413"/>
                  </a:lnTo>
                  <a:lnTo>
                    <a:pt x="7262912" y="256430"/>
                  </a:lnTo>
                  <a:lnTo>
                    <a:pt x="7335533" y="214591"/>
                  </a:lnTo>
                  <a:lnTo>
                    <a:pt x="7412483" y="176642"/>
                  </a:lnTo>
                  <a:lnTo>
                    <a:pt x="7492883" y="142448"/>
                  </a:lnTo>
                  <a:lnTo>
                    <a:pt x="7575282" y="111982"/>
                  </a:lnTo>
                  <a:lnTo>
                    <a:pt x="7657627" y="85293"/>
                  </a:lnTo>
                  <a:lnTo>
                    <a:pt x="7737340" y="62464"/>
                  </a:lnTo>
                  <a:lnTo>
                    <a:pt x="7811515" y="43551"/>
                  </a:lnTo>
                  <a:lnTo>
                    <a:pt x="7877268" y="28524"/>
                  </a:lnTo>
                  <a:lnTo>
                    <a:pt x="7932163" y="17215"/>
                  </a:lnTo>
                  <a:lnTo>
                    <a:pt x="7974647" y="9287"/>
                  </a:lnTo>
                  <a:lnTo>
                    <a:pt x="8004361" y="4244"/>
                  </a:lnTo>
                  <a:lnTo>
                    <a:pt x="8022276" y="1469"/>
                  </a:lnTo>
                  <a:lnTo>
                    <a:pt x="8030629" y="285"/>
                  </a:lnTo>
                  <a:lnTo>
                    <a:pt x="8032768" y="6"/>
                  </a:lnTo>
                  <a:lnTo>
                    <a:pt x="8032819" y="0"/>
                  </a:lnTo>
                  <a:lnTo>
                    <a:pt x="8554953" y="0"/>
                  </a:lnTo>
                  <a:lnTo>
                    <a:pt x="8554953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309" name="pl1309"/>
            <p:cNvSpPr/>
            <p:nvPr/>
          </p:nvSpPr>
          <p:spPr>
            <a:xfrm>
              <a:off x="386606" y="519179"/>
              <a:ext cx="8554953" cy="5308340"/>
            </a:xfrm>
            <a:custGeom>
              <a:avLst/>
              <a:pathLst>
                <a:path w="8554953" h="5308340">
                  <a:moveTo>
                    <a:pt x="8554953" y="0"/>
                  </a:moveTo>
                  <a:lnTo>
                    <a:pt x="8032819" y="0"/>
                  </a:lnTo>
                  <a:lnTo>
                    <a:pt x="8031992" y="105"/>
                  </a:lnTo>
                  <a:lnTo>
                    <a:pt x="8026535" y="853"/>
                  </a:lnTo>
                  <a:lnTo>
                    <a:pt x="8012709" y="2920"/>
                  </a:lnTo>
                  <a:lnTo>
                    <a:pt x="7987820" y="6993"/>
                  </a:lnTo>
                  <a:lnTo>
                    <a:pt x="7950383" y="13721"/>
                  </a:lnTo>
                  <a:lnTo>
                    <a:pt x="7900239" y="23653"/>
                  </a:lnTo>
                  <a:lnTo>
                    <a:pt x="7838501" y="37190"/>
                  </a:lnTo>
                  <a:lnTo>
                    <a:pt x="7767306" y="54565"/>
                  </a:lnTo>
                  <a:lnTo>
                    <a:pt x="7689415" y="75859"/>
                  </a:lnTo>
                  <a:lnTo>
                    <a:pt x="7607772" y="101042"/>
                  </a:lnTo>
                  <a:lnTo>
                    <a:pt x="7525117" y="130033"/>
                  </a:lnTo>
                  <a:lnTo>
                    <a:pt x="7443725" y="162764"/>
                  </a:lnTo>
                  <a:lnTo>
                    <a:pt x="7365285" y="199229"/>
                  </a:lnTo>
                  <a:lnTo>
                    <a:pt x="7290892" y="239515"/>
                  </a:lnTo>
                  <a:lnTo>
                    <a:pt x="7221120" y="283832"/>
                  </a:lnTo>
                  <a:lnTo>
                    <a:pt x="7156124" y="332509"/>
                  </a:lnTo>
                  <a:lnTo>
                    <a:pt x="7095747" y="386004"/>
                  </a:lnTo>
                  <a:lnTo>
                    <a:pt x="7039618" y="444889"/>
                  </a:lnTo>
                  <a:lnTo>
                    <a:pt x="6987230" y="509832"/>
                  </a:lnTo>
                  <a:lnTo>
                    <a:pt x="6938001" y="581569"/>
                  </a:lnTo>
                  <a:lnTo>
                    <a:pt x="6891322" y="660850"/>
                  </a:lnTo>
                  <a:lnTo>
                    <a:pt x="6846594" y="748351"/>
                  </a:lnTo>
                  <a:lnTo>
                    <a:pt x="6803268" y="844532"/>
                  </a:lnTo>
                  <a:lnTo>
                    <a:pt x="6786527" y="884723"/>
                  </a:lnTo>
                  <a:lnTo>
                    <a:pt x="6758101" y="956738"/>
                  </a:lnTo>
                  <a:lnTo>
                    <a:pt x="6729911" y="1032772"/>
                  </a:lnTo>
                  <a:lnTo>
                    <a:pt x="6701851" y="1112906"/>
                  </a:lnTo>
                  <a:lnTo>
                    <a:pt x="6673832" y="1197181"/>
                  </a:lnTo>
                  <a:lnTo>
                    <a:pt x="6645781" y="1285603"/>
                  </a:lnTo>
                  <a:lnTo>
                    <a:pt x="6617638" y="1378133"/>
                  </a:lnTo>
                  <a:lnTo>
                    <a:pt x="6589358" y="1474688"/>
                  </a:lnTo>
                  <a:lnTo>
                    <a:pt x="6560907" y="1575138"/>
                  </a:lnTo>
                  <a:lnTo>
                    <a:pt x="6532263" y="1679302"/>
                  </a:lnTo>
                  <a:lnTo>
                    <a:pt x="6503414" y="1786950"/>
                  </a:lnTo>
                  <a:lnTo>
                    <a:pt x="6474360" y="1897803"/>
                  </a:lnTo>
                  <a:lnTo>
                    <a:pt x="6445109" y="2011537"/>
                  </a:lnTo>
                  <a:lnTo>
                    <a:pt x="6415677" y="2127780"/>
                  </a:lnTo>
                  <a:lnTo>
                    <a:pt x="6386087" y="2246124"/>
                  </a:lnTo>
                  <a:lnTo>
                    <a:pt x="6356370" y="2366122"/>
                  </a:lnTo>
                  <a:lnTo>
                    <a:pt x="6326560" y="2487304"/>
                  </a:lnTo>
                  <a:lnTo>
                    <a:pt x="6296694" y="2609177"/>
                  </a:lnTo>
                  <a:lnTo>
                    <a:pt x="6266814" y="2731237"/>
                  </a:lnTo>
                  <a:lnTo>
                    <a:pt x="6236959" y="2852976"/>
                  </a:lnTo>
                  <a:lnTo>
                    <a:pt x="6207170" y="2973894"/>
                  </a:lnTo>
                  <a:lnTo>
                    <a:pt x="6177483" y="3093502"/>
                  </a:lnTo>
                  <a:lnTo>
                    <a:pt x="6147932" y="3211335"/>
                  </a:lnTo>
                  <a:lnTo>
                    <a:pt x="6118546" y="3326957"/>
                  </a:lnTo>
                  <a:lnTo>
                    <a:pt x="6089345" y="3439968"/>
                  </a:lnTo>
                  <a:lnTo>
                    <a:pt x="6060345" y="3550008"/>
                  </a:lnTo>
                  <a:lnTo>
                    <a:pt x="6031550" y="3656766"/>
                  </a:lnTo>
                  <a:lnTo>
                    <a:pt x="6002958" y="3759973"/>
                  </a:lnTo>
                  <a:lnTo>
                    <a:pt x="5974555" y="3859415"/>
                  </a:lnTo>
                  <a:lnTo>
                    <a:pt x="5946315" y="3954923"/>
                  </a:lnTo>
                  <a:lnTo>
                    <a:pt x="5918201" y="4046379"/>
                  </a:lnTo>
                  <a:lnTo>
                    <a:pt x="5890165" y="4133713"/>
                  </a:lnTo>
                  <a:lnTo>
                    <a:pt x="5862143" y="4216898"/>
                  </a:lnTo>
                  <a:lnTo>
                    <a:pt x="5834058" y="4295948"/>
                  </a:lnTo>
                  <a:lnTo>
                    <a:pt x="5805817" y="4370917"/>
                  </a:lnTo>
                  <a:lnTo>
                    <a:pt x="5784835" y="4423617"/>
                  </a:lnTo>
                  <a:lnTo>
                    <a:pt x="5741929" y="4523252"/>
                  </a:lnTo>
                  <a:lnTo>
                    <a:pt x="5697813" y="4614126"/>
                  </a:lnTo>
                  <a:lnTo>
                    <a:pt x="5651970" y="4696563"/>
                  </a:lnTo>
                  <a:lnTo>
                    <a:pt x="5603816" y="4771177"/>
                  </a:lnTo>
                  <a:lnTo>
                    <a:pt x="5552741" y="4838699"/>
                  </a:lnTo>
                  <a:lnTo>
                    <a:pt x="5498147" y="4899879"/>
                  </a:lnTo>
                  <a:lnTo>
                    <a:pt x="5439493" y="4955418"/>
                  </a:lnTo>
                  <a:lnTo>
                    <a:pt x="5376344" y="5005927"/>
                  </a:lnTo>
                  <a:lnTo>
                    <a:pt x="5308450" y="5051910"/>
                  </a:lnTo>
                  <a:lnTo>
                    <a:pt x="5235829" y="5093748"/>
                  </a:lnTo>
                  <a:lnTo>
                    <a:pt x="5158879" y="5131698"/>
                  </a:lnTo>
                  <a:lnTo>
                    <a:pt x="5078479" y="5165891"/>
                  </a:lnTo>
                  <a:lnTo>
                    <a:pt x="4996080" y="5196358"/>
                  </a:lnTo>
                  <a:lnTo>
                    <a:pt x="4913735" y="5223047"/>
                  </a:lnTo>
                  <a:lnTo>
                    <a:pt x="4834022" y="5245876"/>
                  </a:lnTo>
                  <a:lnTo>
                    <a:pt x="4759847" y="5264789"/>
                  </a:lnTo>
                  <a:lnTo>
                    <a:pt x="4694094" y="5279816"/>
                  </a:lnTo>
                  <a:lnTo>
                    <a:pt x="4639199" y="5291125"/>
                  </a:lnTo>
                  <a:lnTo>
                    <a:pt x="4596715" y="5299053"/>
                  </a:lnTo>
                  <a:lnTo>
                    <a:pt x="4567001" y="5304096"/>
                  </a:lnTo>
                  <a:lnTo>
                    <a:pt x="4549086" y="5306871"/>
                  </a:lnTo>
                  <a:lnTo>
                    <a:pt x="4540733" y="5308055"/>
                  </a:lnTo>
                  <a:lnTo>
                    <a:pt x="4538594" y="5308334"/>
                  </a:lnTo>
                  <a:lnTo>
                    <a:pt x="4538543" y="5308340"/>
                  </a:lnTo>
                  <a:lnTo>
                    <a:pt x="4016409" y="5308340"/>
                  </a:lnTo>
                  <a:lnTo>
                    <a:pt x="4015154" y="5308312"/>
                  </a:lnTo>
                  <a:lnTo>
                    <a:pt x="4006945" y="5308109"/>
                  </a:lnTo>
                  <a:lnTo>
                    <a:pt x="3986415" y="5307547"/>
                  </a:lnTo>
                  <a:lnTo>
                    <a:pt x="3950128" y="5306444"/>
                  </a:lnTo>
                  <a:lnTo>
                    <a:pt x="3896886" y="5304637"/>
                  </a:lnTo>
                  <a:lnTo>
                    <a:pt x="3827798" y="5302004"/>
                  </a:lnTo>
                  <a:lnTo>
                    <a:pt x="3745890" y="5298476"/>
                  </a:lnTo>
                  <a:lnTo>
                    <a:pt x="3655355" y="5294029"/>
                  </a:lnTo>
                  <a:lnTo>
                    <a:pt x="3560662" y="5288674"/>
                  </a:lnTo>
                  <a:lnTo>
                    <a:pt x="3465812" y="5282432"/>
                  </a:lnTo>
                  <a:lnTo>
                    <a:pt x="3373891" y="5275317"/>
                  </a:lnTo>
                  <a:lnTo>
                    <a:pt x="3286935" y="5267314"/>
                  </a:lnTo>
                  <a:lnTo>
                    <a:pt x="3206013" y="5258375"/>
                  </a:lnTo>
                  <a:lnTo>
                    <a:pt x="3131422" y="5248415"/>
                  </a:lnTo>
                  <a:lnTo>
                    <a:pt x="3062905" y="5237308"/>
                  </a:lnTo>
                  <a:lnTo>
                    <a:pt x="2999848" y="5224893"/>
                  </a:lnTo>
                  <a:lnTo>
                    <a:pt x="2941426" y="5210984"/>
                  </a:lnTo>
                  <a:lnTo>
                    <a:pt x="2886723" y="5195377"/>
                  </a:lnTo>
                  <a:lnTo>
                    <a:pt x="2834813" y="5177881"/>
                  </a:lnTo>
                  <a:lnTo>
                    <a:pt x="2784840" y="5158359"/>
                  </a:lnTo>
                  <a:lnTo>
                    <a:pt x="2770117" y="5152102"/>
                  </a:lnTo>
                  <a:lnTo>
                    <a:pt x="2720111" y="5129177"/>
                  </a:lnTo>
                  <a:lnTo>
                    <a:pt x="2670592" y="5104010"/>
                  </a:lnTo>
                  <a:lnTo>
                    <a:pt x="2621083" y="5076564"/>
                  </a:lnTo>
                  <a:lnTo>
                    <a:pt x="2571249" y="5046873"/>
                  </a:lnTo>
                  <a:lnTo>
                    <a:pt x="2520883" y="5015050"/>
                  </a:lnTo>
                  <a:lnTo>
                    <a:pt x="2469891" y="4981290"/>
                  </a:lnTo>
                  <a:lnTo>
                    <a:pt x="2418275" y="4945874"/>
                  </a:lnTo>
                  <a:lnTo>
                    <a:pt x="2366123" y="4909159"/>
                  </a:lnTo>
                  <a:lnTo>
                    <a:pt x="2313587" y="4871566"/>
                  </a:lnTo>
                  <a:lnTo>
                    <a:pt x="2260868" y="4833563"/>
                  </a:lnTo>
                  <a:lnTo>
                    <a:pt x="2208184" y="4795637"/>
                  </a:lnTo>
                  <a:lnTo>
                    <a:pt x="2155751" y="4758275"/>
                  </a:lnTo>
                  <a:lnTo>
                    <a:pt x="2103756" y="4721931"/>
                  </a:lnTo>
                  <a:lnTo>
                    <a:pt x="2052332" y="4687008"/>
                  </a:lnTo>
                  <a:lnTo>
                    <a:pt x="2001544" y="4653839"/>
                  </a:lnTo>
                  <a:lnTo>
                    <a:pt x="1951363" y="4622678"/>
                  </a:lnTo>
                  <a:lnTo>
                    <a:pt x="1901661" y="4593694"/>
                  </a:lnTo>
                  <a:lnTo>
                    <a:pt x="1852191" y="4566974"/>
                  </a:lnTo>
                  <a:lnTo>
                    <a:pt x="1802577" y="4542528"/>
                  </a:lnTo>
                  <a:lnTo>
                    <a:pt x="1768425" y="4527148"/>
                  </a:lnTo>
                  <a:lnTo>
                    <a:pt x="1718887" y="4507009"/>
                  </a:lnTo>
                  <a:lnTo>
                    <a:pt x="1667643" y="4488916"/>
                  </a:lnTo>
                  <a:lnTo>
                    <a:pt x="1613873" y="4472761"/>
                  </a:lnTo>
                  <a:lnTo>
                    <a:pt x="1556665" y="4458363"/>
                  </a:lnTo>
                  <a:lnTo>
                    <a:pt x="1495091" y="4445521"/>
                  </a:lnTo>
                  <a:lnTo>
                    <a:pt x="1428289" y="4434040"/>
                  </a:lnTo>
                  <a:lnTo>
                    <a:pt x="1355567" y="4423751"/>
                  </a:lnTo>
                  <a:lnTo>
                    <a:pt x="1276542" y="4414517"/>
                  </a:lnTo>
                  <a:lnTo>
                    <a:pt x="1191323" y="4406240"/>
                  </a:lnTo>
                  <a:lnTo>
                    <a:pt x="1100724" y="4398861"/>
                  </a:lnTo>
                  <a:lnTo>
                    <a:pt x="1006476" y="4392357"/>
                  </a:lnTo>
                  <a:lnTo>
                    <a:pt x="911352" y="4386734"/>
                  </a:lnTo>
                  <a:lnTo>
                    <a:pt x="819110" y="4382012"/>
                  </a:lnTo>
                  <a:lnTo>
                    <a:pt x="734145" y="4378209"/>
                  </a:lnTo>
                  <a:lnTo>
                    <a:pt x="660823" y="4375312"/>
                  </a:lnTo>
                  <a:lnTo>
                    <a:pt x="602613" y="4373268"/>
                  </a:lnTo>
                  <a:lnTo>
                    <a:pt x="561258" y="4371969"/>
                  </a:lnTo>
                  <a:lnTo>
                    <a:pt x="536265" y="4371264"/>
                  </a:lnTo>
                  <a:lnTo>
                    <a:pt x="524842" y="4370973"/>
                  </a:lnTo>
                  <a:lnTo>
                    <a:pt x="522168" y="4370911"/>
                  </a:lnTo>
                  <a:lnTo>
                    <a:pt x="522133" y="4370910"/>
                  </a:lnTo>
                  <a:lnTo>
                    <a:pt x="0" y="4370910"/>
                  </a:lnTo>
                  <a:lnTo>
                    <a:pt x="0" y="437091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310" name="pg1310"/>
            <p:cNvSpPr/>
            <p:nvPr/>
          </p:nvSpPr>
          <p:spPr>
            <a:xfrm>
              <a:off x="386606" y="1072601"/>
              <a:ext cx="8554953" cy="3563364"/>
            </a:xfrm>
            <a:custGeom>
              <a:avLst/>
              <a:pathLst>
                <a:path w="8554953" h="3563364">
                  <a:moveTo>
                    <a:pt x="0" y="3563364"/>
                  </a:moveTo>
                  <a:lnTo>
                    <a:pt x="522133" y="3563364"/>
                  </a:lnTo>
                  <a:lnTo>
                    <a:pt x="523284" y="3563286"/>
                  </a:lnTo>
                  <a:lnTo>
                    <a:pt x="530828" y="3562726"/>
                  </a:lnTo>
                  <a:lnTo>
                    <a:pt x="549750" y="3561179"/>
                  </a:lnTo>
                  <a:lnTo>
                    <a:pt x="583338" y="3558137"/>
                  </a:lnTo>
                  <a:lnTo>
                    <a:pt x="632905" y="3553145"/>
                  </a:lnTo>
                  <a:lnTo>
                    <a:pt x="697699" y="3545849"/>
                  </a:lnTo>
                  <a:lnTo>
                    <a:pt x="775184" y="3536032"/>
                  </a:lnTo>
                  <a:lnTo>
                    <a:pt x="861656" y="3523610"/>
                  </a:lnTo>
                  <a:lnTo>
                    <a:pt x="953006" y="3508597"/>
                  </a:lnTo>
                  <a:lnTo>
                    <a:pt x="1045413" y="3491051"/>
                  </a:lnTo>
                  <a:lnTo>
                    <a:pt x="1135796" y="3471018"/>
                  </a:lnTo>
                  <a:lnTo>
                    <a:pt x="1222000" y="3448487"/>
                  </a:lnTo>
                  <a:lnTo>
                    <a:pt x="1302768" y="3423360"/>
                  </a:lnTo>
                  <a:lnTo>
                    <a:pt x="1377598" y="3395437"/>
                  </a:lnTo>
                  <a:lnTo>
                    <a:pt x="1446551" y="3364415"/>
                  </a:lnTo>
                  <a:lnTo>
                    <a:pt x="1510070" y="3329890"/>
                  </a:lnTo>
                  <a:lnTo>
                    <a:pt x="1568842" y="3291374"/>
                  </a:lnTo>
                  <a:lnTo>
                    <a:pt x="1623675" y="3248323"/>
                  </a:lnTo>
                  <a:lnTo>
                    <a:pt x="1675423" y="3200181"/>
                  </a:lnTo>
                  <a:lnTo>
                    <a:pt x="1724914" y="3146470"/>
                  </a:lnTo>
                  <a:lnTo>
                    <a:pt x="1768425" y="3092767"/>
                  </a:lnTo>
                  <a:lnTo>
                    <a:pt x="1805704" y="3042021"/>
                  </a:lnTo>
                  <a:lnTo>
                    <a:pt x="1842635" y="2987563"/>
                  </a:lnTo>
                  <a:lnTo>
                    <a:pt x="1879439" y="2929318"/>
                  </a:lnTo>
                  <a:lnTo>
                    <a:pt x="1916290" y="2867269"/>
                  </a:lnTo>
                  <a:lnTo>
                    <a:pt x="1953320" y="2801470"/>
                  </a:lnTo>
                  <a:lnTo>
                    <a:pt x="1990621" y="2732042"/>
                  </a:lnTo>
                  <a:lnTo>
                    <a:pt x="2028251" y="2659188"/>
                  </a:lnTo>
                  <a:lnTo>
                    <a:pt x="2066233" y="2583185"/>
                  </a:lnTo>
                  <a:lnTo>
                    <a:pt x="2104564" y="2504390"/>
                  </a:lnTo>
                  <a:lnTo>
                    <a:pt x="2143212" y="2423231"/>
                  </a:lnTo>
                  <a:lnTo>
                    <a:pt x="2182125" y="2340200"/>
                  </a:lnTo>
                  <a:lnTo>
                    <a:pt x="2221232" y="2255842"/>
                  </a:lnTo>
                  <a:lnTo>
                    <a:pt x="2260450" y="2170742"/>
                  </a:lnTo>
                  <a:lnTo>
                    <a:pt x="2299688" y="2085503"/>
                  </a:lnTo>
                  <a:lnTo>
                    <a:pt x="2338855" y="2000738"/>
                  </a:lnTo>
                  <a:lnTo>
                    <a:pt x="2377865" y="1917040"/>
                  </a:lnTo>
                  <a:lnTo>
                    <a:pt x="2416640" y="1834975"/>
                  </a:lnTo>
                  <a:lnTo>
                    <a:pt x="2455118" y="1755060"/>
                  </a:lnTo>
                  <a:lnTo>
                    <a:pt x="2493260" y="1677754"/>
                  </a:lnTo>
                  <a:lnTo>
                    <a:pt x="2531047" y="1603445"/>
                  </a:lnTo>
                  <a:lnTo>
                    <a:pt x="2568491" y="1532447"/>
                  </a:lnTo>
                  <a:lnTo>
                    <a:pt x="2605633" y="1464997"/>
                  </a:lnTo>
                  <a:lnTo>
                    <a:pt x="2642551" y="1401252"/>
                  </a:lnTo>
                  <a:lnTo>
                    <a:pt x="2679357" y="1341295"/>
                  </a:lnTo>
                  <a:lnTo>
                    <a:pt x="2716207" y="1285140"/>
                  </a:lnTo>
                  <a:lnTo>
                    <a:pt x="2753298" y="1232738"/>
                  </a:lnTo>
                  <a:lnTo>
                    <a:pt x="2770117" y="1210377"/>
                  </a:lnTo>
                  <a:lnTo>
                    <a:pt x="2818198" y="1151387"/>
                  </a:lnTo>
                  <a:lnTo>
                    <a:pt x="2867867" y="1098214"/>
                  </a:lnTo>
                  <a:lnTo>
                    <a:pt x="2919869" y="1050572"/>
                  </a:lnTo>
                  <a:lnTo>
                    <a:pt x="2975035" y="1007970"/>
                  </a:lnTo>
                  <a:lnTo>
                    <a:pt x="3034219" y="969852"/>
                  </a:lnTo>
                  <a:lnTo>
                    <a:pt x="3098223" y="935675"/>
                  </a:lnTo>
                  <a:lnTo>
                    <a:pt x="3167712" y="904960"/>
                  </a:lnTo>
                  <a:lnTo>
                    <a:pt x="3243104" y="877310"/>
                  </a:lnTo>
                  <a:lnTo>
                    <a:pt x="3324415" y="852433"/>
                  </a:lnTo>
                  <a:lnTo>
                    <a:pt x="3411077" y="830140"/>
                  </a:lnTo>
                  <a:lnTo>
                    <a:pt x="3501757" y="810340"/>
                  </a:lnTo>
                  <a:lnTo>
                    <a:pt x="3594209" y="793029"/>
                  </a:lnTo>
                  <a:lnTo>
                    <a:pt x="3685273" y="778257"/>
                  </a:lnTo>
                  <a:lnTo>
                    <a:pt x="3771075" y="766080"/>
                  </a:lnTo>
                  <a:lnTo>
                    <a:pt x="3847514" y="756505"/>
                  </a:lnTo>
                  <a:lnTo>
                    <a:pt x="3910963" y="749437"/>
                  </a:lnTo>
                  <a:lnTo>
                    <a:pt x="3959030" y="744644"/>
                  </a:lnTo>
                  <a:lnTo>
                    <a:pt x="3991154" y="741763"/>
                  </a:lnTo>
                  <a:lnTo>
                    <a:pt x="4008840" y="740330"/>
                  </a:lnTo>
                  <a:lnTo>
                    <a:pt x="4015548" y="739837"/>
                  </a:lnTo>
                  <a:lnTo>
                    <a:pt x="4016409" y="739779"/>
                  </a:lnTo>
                  <a:lnTo>
                    <a:pt x="4538543" y="739779"/>
                  </a:lnTo>
                  <a:lnTo>
                    <a:pt x="4539804" y="739757"/>
                  </a:lnTo>
                  <a:lnTo>
                    <a:pt x="4548048" y="739597"/>
                  </a:lnTo>
                  <a:lnTo>
                    <a:pt x="4568663" y="739155"/>
                  </a:lnTo>
                  <a:lnTo>
                    <a:pt x="4605094" y="738287"/>
                  </a:lnTo>
                  <a:lnTo>
                    <a:pt x="4658528" y="736865"/>
                  </a:lnTo>
                  <a:lnTo>
                    <a:pt x="4727840" y="734795"/>
                  </a:lnTo>
                  <a:lnTo>
                    <a:pt x="4809977" y="732021"/>
                  </a:lnTo>
                  <a:lnTo>
                    <a:pt x="4900718" y="728525"/>
                  </a:lnTo>
                  <a:lnTo>
                    <a:pt x="4995579" y="724316"/>
                  </a:lnTo>
                  <a:lnTo>
                    <a:pt x="5090548" y="719411"/>
                  </a:lnTo>
                  <a:lnTo>
                    <a:pt x="5182542" y="713819"/>
                  </a:lnTo>
                  <a:lnTo>
                    <a:pt x="5269530" y="707530"/>
                  </a:lnTo>
                  <a:lnTo>
                    <a:pt x="5350456" y="700505"/>
                  </a:lnTo>
                  <a:lnTo>
                    <a:pt x="5425031" y="692676"/>
                  </a:lnTo>
                  <a:lnTo>
                    <a:pt x="5493524" y="683944"/>
                  </a:lnTo>
                  <a:lnTo>
                    <a:pt x="5556559" y="674182"/>
                  </a:lnTo>
                  <a:lnTo>
                    <a:pt x="5614964" y="663241"/>
                  </a:lnTo>
                  <a:lnTo>
                    <a:pt x="5669664" y="650963"/>
                  </a:lnTo>
                  <a:lnTo>
                    <a:pt x="5721588" y="637198"/>
                  </a:lnTo>
                  <a:lnTo>
                    <a:pt x="5771590" y="621840"/>
                  </a:lnTo>
                  <a:lnTo>
                    <a:pt x="5784835" y="617424"/>
                  </a:lnTo>
                  <a:lnTo>
                    <a:pt x="5836286" y="598922"/>
                  </a:lnTo>
                  <a:lnTo>
                    <a:pt x="5887236" y="578560"/>
                  </a:lnTo>
                  <a:lnTo>
                    <a:pt x="5938201" y="556308"/>
                  </a:lnTo>
                  <a:lnTo>
                    <a:pt x="5989533" y="532199"/>
                  </a:lnTo>
                  <a:lnTo>
                    <a:pt x="6041444" y="506338"/>
                  </a:lnTo>
                  <a:lnTo>
                    <a:pt x="6094025" y="478901"/>
                  </a:lnTo>
                  <a:lnTo>
                    <a:pt x="6147256" y="450138"/>
                  </a:lnTo>
                  <a:lnTo>
                    <a:pt x="6201026" y="420365"/>
                  </a:lnTo>
                  <a:lnTo>
                    <a:pt x="6255156" y="389952"/>
                  </a:lnTo>
                  <a:lnTo>
                    <a:pt x="6309421" y="359303"/>
                  </a:lnTo>
                  <a:lnTo>
                    <a:pt x="6363580" y="328838"/>
                  </a:lnTo>
                  <a:lnTo>
                    <a:pt x="6417407" y="298963"/>
                  </a:lnTo>
                  <a:lnTo>
                    <a:pt x="6470712" y="270055"/>
                  </a:lnTo>
                  <a:lnTo>
                    <a:pt x="6523378" y="242438"/>
                  </a:lnTo>
                  <a:lnTo>
                    <a:pt x="6575371" y="216368"/>
                  </a:lnTo>
                  <a:lnTo>
                    <a:pt x="6626766" y="192034"/>
                  </a:lnTo>
                  <a:lnTo>
                    <a:pt x="6677760" y="169546"/>
                  </a:lnTo>
                  <a:lnTo>
                    <a:pt x="6728688" y="148947"/>
                  </a:lnTo>
                  <a:lnTo>
                    <a:pt x="6780042" y="130217"/>
                  </a:lnTo>
                  <a:lnTo>
                    <a:pt x="6786527" y="128002"/>
                  </a:lnTo>
                  <a:lnTo>
                    <a:pt x="6836140" y="112208"/>
                  </a:lnTo>
                  <a:lnTo>
                    <a:pt x="6887466" y="98021"/>
                  </a:lnTo>
                  <a:lnTo>
                    <a:pt x="6941328" y="85355"/>
                  </a:lnTo>
                  <a:lnTo>
                    <a:pt x="6998642" y="74070"/>
                  </a:lnTo>
                  <a:lnTo>
                    <a:pt x="7060342" y="64006"/>
                  </a:lnTo>
                  <a:lnTo>
                    <a:pt x="7127291" y="55009"/>
                  </a:lnTo>
                  <a:lnTo>
                    <a:pt x="7200183" y="46948"/>
                  </a:lnTo>
                  <a:lnTo>
                    <a:pt x="7279398" y="39714"/>
                  </a:lnTo>
                  <a:lnTo>
                    <a:pt x="7364821" y="33232"/>
                  </a:lnTo>
                  <a:lnTo>
                    <a:pt x="7455621" y="27454"/>
                  </a:lnTo>
                  <a:lnTo>
                    <a:pt x="7550049" y="22364"/>
                  </a:lnTo>
                  <a:lnTo>
                    <a:pt x="7645300" y="17966"/>
                  </a:lnTo>
                  <a:lnTo>
                    <a:pt x="7737585" y="14276"/>
                  </a:lnTo>
                  <a:lnTo>
                    <a:pt x="7822483" y="11308"/>
                  </a:lnTo>
                  <a:lnTo>
                    <a:pt x="7895617" y="9051"/>
                  </a:lnTo>
                  <a:lnTo>
                    <a:pt x="7953533" y="7463"/>
                  </a:lnTo>
                  <a:lnTo>
                    <a:pt x="7994528" y="6457"/>
                  </a:lnTo>
                  <a:lnTo>
                    <a:pt x="8019157" y="5914"/>
                  </a:lnTo>
                  <a:lnTo>
                    <a:pt x="8030280" y="5693"/>
                  </a:lnTo>
                  <a:lnTo>
                    <a:pt x="8032819" y="5647"/>
                  </a:lnTo>
                  <a:lnTo>
                    <a:pt x="8554953" y="5647"/>
                  </a:lnTo>
                  <a:lnTo>
                    <a:pt x="8554953" y="0"/>
                  </a:lnTo>
                  <a:lnTo>
                    <a:pt x="8032819" y="0"/>
                  </a:lnTo>
                  <a:lnTo>
                    <a:pt x="8031558" y="22"/>
                  </a:lnTo>
                  <a:lnTo>
                    <a:pt x="8023314" y="182"/>
                  </a:lnTo>
                  <a:lnTo>
                    <a:pt x="8002699" y="624"/>
                  </a:lnTo>
                  <a:lnTo>
                    <a:pt x="7966268" y="1492"/>
                  </a:lnTo>
                  <a:lnTo>
                    <a:pt x="7912834" y="2913"/>
                  </a:lnTo>
                  <a:lnTo>
                    <a:pt x="7843522" y="4983"/>
                  </a:lnTo>
                  <a:lnTo>
                    <a:pt x="7761385" y="7758"/>
                  </a:lnTo>
                  <a:lnTo>
                    <a:pt x="7670643" y="11254"/>
                  </a:lnTo>
                  <a:lnTo>
                    <a:pt x="7575783" y="15462"/>
                  </a:lnTo>
                  <a:lnTo>
                    <a:pt x="7480814" y="20367"/>
                  </a:lnTo>
                  <a:lnTo>
                    <a:pt x="7388820" y="25959"/>
                  </a:lnTo>
                  <a:lnTo>
                    <a:pt x="7301832" y="32248"/>
                  </a:lnTo>
                  <a:lnTo>
                    <a:pt x="7220906" y="39273"/>
                  </a:lnTo>
                  <a:lnTo>
                    <a:pt x="7146330" y="47102"/>
                  </a:lnTo>
                  <a:lnTo>
                    <a:pt x="7077838" y="55835"/>
                  </a:lnTo>
                  <a:lnTo>
                    <a:pt x="7014803" y="65597"/>
                  </a:lnTo>
                  <a:lnTo>
                    <a:pt x="6956398" y="76537"/>
                  </a:lnTo>
                  <a:lnTo>
                    <a:pt x="6901698" y="88815"/>
                  </a:lnTo>
                  <a:lnTo>
                    <a:pt x="6849774" y="102580"/>
                  </a:lnTo>
                  <a:lnTo>
                    <a:pt x="6799772" y="117939"/>
                  </a:lnTo>
                  <a:lnTo>
                    <a:pt x="6786527" y="122355"/>
                  </a:lnTo>
                  <a:lnTo>
                    <a:pt x="6735076" y="140856"/>
                  </a:lnTo>
                  <a:lnTo>
                    <a:pt x="6684126" y="161219"/>
                  </a:lnTo>
                  <a:lnTo>
                    <a:pt x="6633161" y="183471"/>
                  </a:lnTo>
                  <a:lnTo>
                    <a:pt x="6581829" y="207579"/>
                  </a:lnTo>
                  <a:lnTo>
                    <a:pt x="6529918" y="233440"/>
                  </a:lnTo>
                  <a:lnTo>
                    <a:pt x="6477337" y="260877"/>
                  </a:lnTo>
                  <a:lnTo>
                    <a:pt x="6424106" y="289640"/>
                  </a:lnTo>
                  <a:lnTo>
                    <a:pt x="6370336" y="319413"/>
                  </a:lnTo>
                  <a:lnTo>
                    <a:pt x="6316206" y="349827"/>
                  </a:lnTo>
                  <a:lnTo>
                    <a:pt x="6261941" y="380475"/>
                  </a:lnTo>
                  <a:lnTo>
                    <a:pt x="6207782" y="410941"/>
                  </a:lnTo>
                  <a:lnTo>
                    <a:pt x="6153955" y="440815"/>
                  </a:lnTo>
                  <a:lnTo>
                    <a:pt x="6100650" y="469723"/>
                  </a:lnTo>
                  <a:lnTo>
                    <a:pt x="6047984" y="497341"/>
                  </a:lnTo>
                  <a:lnTo>
                    <a:pt x="5995991" y="523410"/>
                  </a:lnTo>
                  <a:lnTo>
                    <a:pt x="5944596" y="547745"/>
                  </a:lnTo>
                  <a:lnTo>
                    <a:pt x="5893602" y="570232"/>
                  </a:lnTo>
                  <a:lnTo>
                    <a:pt x="5842674" y="590831"/>
                  </a:lnTo>
                  <a:lnTo>
                    <a:pt x="5791320" y="609562"/>
                  </a:lnTo>
                  <a:lnTo>
                    <a:pt x="5784835" y="611776"/>
                  </a:lnTo>
                  <a:lnTo>
                    <a:pt x="5735222" y="627571"/>
                  </a:lnTo>
                  <a:lnTo>
                    <a:pt x="5683895" y="641758"/>
                  </a:lnTo>
                  <a:lnTo>
                    <a:pt x="5630034" y="654423"/>
                  </a:lnTo>
                  <a:lnTo>
                    <a:pt x="5572719" y="665708"/>
                  </a:lnTo>
                  <a:lnTo>
                    <a:pt x="5511020" y="675773"/>
                  </a:lnTo>
                  <a:lnTo>
                    <a:pt x="5444071" y="684769"/>
                  </a:lnTo>
                  <a:lnTo>
                    <a:pt x="5371179" y="692831"/>
                  </a:lnTo>
                  <a:lnTo>
                    <a:pt x="5291964" y="700064"/>
                  </a:lnTo>
                  <a:lnTo>
                    <a:pt x="5206541" y="706547"/>
                  </a:lnTo>
                  <a:lnTo>
                    <a:pt x="5115741" y="712324"/>
                  </a:lnTo>
                  <a:lnTo>
                    <a:pt x="5021313" y="717415"/>
                  </a:lnTo>
                  <a:lnTo>
                    <a:pt x="4926062" y="721813"/>
                  </a:lnTo>
                  <a:lnTo>
                    <a:pt x="4833777" y="725502"/>
                  </a:lnTo>
                  <a:lnTo>
                    <a:pt x="4748879" y="728471"/>
                  </a:lnTo>
                  <a:lnTo>
                    <a:pt x="4675745" y="730727"/>
                  </a:lnTo>
                  <a:lnTo>
                    <a:pt x="4617829" y="732316"/>
                  </a:lnTo>
                  <a:lnTo>
                    <a:pt x="4576834" y="733321"/>
                  </a:lnTo>
                  <a:lnTo>
                    <a:pt x="4552205" y="733864"/>
                  </a:lnTo>
                  <a:lnTo>
                    <a:pt x="4541082" y="734086"/>
                  </a:lnTo>
                  <a:lnTo>
                    <a:pt x="4538543" y="734132"/>
                  </a:lnTo>
                  <a:lnTo>
                    <a:pt x="4016409" y="734132"/>
                  </a:lnTo>
                  <a:lnTo>
                    <a:pt x="4015258" y="734210"/>
                  </a:lnTo>
                  <a:lnTo>
                    <a:pt x="4007714" y="734770"/>
                  </a:lnTo>
                  <a:lnTo>
                    <a:pt x="3988792" y="736317"/>
                  </a:lnTo>
                  <a:lnTo>
                    <a:pt x="3955204" y="739359"/>
                  </a:lnTo>
                  <a:lnTo>
                    <a:pt x="3905637" y="744351"/>
                  </a:lnTo>
                  <a:lnTo>
                    <a:pt x="3840844" y="751647"/>
                  </a:lnTo>
                  <a:lnTo>
                    <a:pt x="3763358" y="761464"/>
                  </a:lnTo>
                  <a:lnTo>
                    <a:pt x="3676887" y="773886"/>
                  </a:lnTo>
                  <a:lnTo>
                    <a:pt x="3585536" y="788899"/>
                  </a:lnTo>
                  <a:lnTo>
                    <a:pt x="3493129" y="806445"/>
                  </a:lnTo>
                  <a:lnTo>
                    <a:pt x="3402746" y="826478"/>
                  </a:lnTo>
                  <a:lnTo>
                    <a:pt x="3316542" y="849009"/>
                  </a:lnTo>
                  <a:lnTo>
                    <a:pt x="3235774" y="874136"/>
                  </a:lnTo>
                  <a:lnTo>
                    <a:pt x="3160944" y="902059"/>
                  </a:lnTo>
                  <a:lnTo>
                    <a:pt x="3091992" y="933082"/>
                  </a:lnTo>
                  <a:lnTo>
                    <a:pt x="3028472" y="967606"/>
                  </a:lnTo>
                  <a:lnTo>
                    <a:pt x="2969700" y="1006122"/>
                  </a:lnTo>
                  <a:lnTo>
                    <a:pt x="2914867" y="1049173"/>
                  </a:lnTo>
                  <a:lnTo>
                    <a:pt x="2863119" y="1097315"/>
                  </a:lnTo>
                  <a:lnTo>
                    <a:pt x="2813629" y="1151026"/>
                  </a:lnTo>
                  <a:lnTo>
                    <a:pt x="2770117" y="1204729"/>
                  </a:lnTo>
                  <a:lnTo>
                    <a:pt x="2732838" y="1255475"/>
                  </a:lnTo>
                  <a:lnTo>
                    <a:pt x="2695907" y="1309933"/>
                  </a:lnTo>
                  <a:lnTo>
                    <a:pt x="2659103" y="1368179"/>
                  </a:lnTo>
                  <a:lnTo>
                    <a:pt x="2622252" y="1430227"/>
                  </a:lnTo>
                  <a:lnTo>
                    <a:pt x="2585222" y="1496027"/>
                  </a:lnTo>
                  <a:lnTo>
                    <a:pt x="2547921" y="1565454"/>
                  </a:lnTo>
                  <a:lnTo>
                    <a:pt x="2510291" y="1638308"/>
                  </a:lnTo>
                  <a:lnTo>
                    <a:pt x="2472309" y="1714311"/>
                  </a:lnTo>
                  <a:lnTo>
                    <a:pt x="2433978" y="1793106"/>
                  </a:lnTo>
                  <a:lnTo>
                    <a:pt x="2395330" y="1874265"/>
                  </a:lnTo>
                  <a:lnTo>
                    <a:pt x="2356417" y="1957296"/>
                  </a:lnTo>
                  <a:lnTo>
                    <a:pt x="2317310" y="2041654"/>
                  </a:lnTo>
                  <a:lnTo>
                    <a:pt x="2278093" y="2126755"/>
                  </a:lnTo>
                  <a:lnTo>
                    <a:pt x="2238854" y="2211993"/>
                  </a:lnTo>
                  <a:lnTo>
                    <a:pt x="2199687" y="2296759"/>
                  </a:lnTo>
                  <a:lnTo>
                    <a:pt x="2160677" y="2380456"/>
                  </a:lnTo>
                  <a:lnTo>
                    <a:pt x="2121903" y="2462521"/>
                  </a:lnTo>
                  <a:lnTo>
                    <a:pt x="2083424" y="2542436"/>
                  </a:lnTo>
                  <a:lnTo>
                    <a:pt x="2045282" y="2619743"/>
                  </a:lnTo>
                  <a:lnTo>
                    <a:pt x="2007495" y="2694052"/>
                  </a:lnTo>
                  <a:lnTo>
                    <a:pt x="1970052" y="2765049"/>
                  </a:lnTo>
                  <a:lnTo>
                    <a:pt x="1932909" y="2832499"/>
                  </a:lnTo>
                  <a:lnTo>
                    <a:pt x="1895991" y="2896245"/>
                  </a:lnTo>
                  <a:lnTo>
                    <a:pt x="1859185" y="2956202"/>
                  </a:lnTo>
                  <a:lnTo>
                    <a:pt x="1822336" y="3012356"/>
                  </a:lnTo>
                  <a:lnTo>
                    <a:pt x="1785244" y="3064758"/>
                  </a:lnTo>
                  <a:lnTo>
                    <a:pt x="1768425" y="3087120"/>
                  </a:lnTo>
                  <a:lnTo>
                    <a:pt x="1720344" y="3146109"/>
                  </a:lnTo>
                  <a:lnTo>
                    <a:pt x="1670675" y="3199282"/>
                  </a:lnTo>
                  <a:lnTo>
                    <a:pt x="1618673" y="3246924"/>
                  </a:lnTo>
                  <a:lnTo>
                    <a:pt x="1563507" y="3289526"/>
                  </a:lnTo>
                  <a:lnTo>
                    <a:pt x="1504323" y="3327644"/>
                  </a:lnTo>
                  <a:lnTo>
                    <a:pt x="1440320" y="3361821"/>
                  </a:lnTo>
                  <a:lnTo>
                    <a:pt x="1370830" y="3392537"/>
                  </a:lnTo>
                  <a:lnTo>
                    <a:pt x="1295438" y="3420186"/>
                  </a:lnTo>
                  <a:lnTo>
                    <a:pt x="1214127" y="3445063"/>
                  </a:lnTo>
                  <a:lnTo>
                    <a:pt x="1127465" y="3467357"/>
                  </a:lnTo>
                  <a:lnTo>
                    <a:pt x="1036786" y="3487157"/>
                  </a:lnTo>
                  <a:lnTo>
                    <a:pt x="944333" y="3504467"/>
                  </a:lnTo>
                  <a:lnTo>
                    <a:pt x="853270" y="3519239"/>
                  </a:lnTo>
                  <a:lnTo>
                    <a:pt x="767467" y="3531417"/>
                  </a:lnTo>
                  <a:lnTo>
                    <a:pt x="691028" y="3540991"/>
                  </a:lnTo>
                  <a:lnTo>
                    <a:pt x="627579" y="3548060"/>
                  </a:lnTo>
                  <a:lnTo>
                    <a:pt x="579512" y="3552852"/>
                  </a:lnTo>
                  <a:lnTo>
                    <a:pt x="547388" y="3555733"/>
                  </a:lnTo>
                  <a:lnTo>
                    <a:pt x="529702" y="3557166"/>
                  </a:lnTo>
                  <a:lnTo>
                    <a:pt x="522994" y="3557659"/>
                  </a:lnTo>
                  <a:lnTo>
                    <a:pt x="522133" y="3557717"/>
                  </a:lnTo>
                  <a:lnTo>
                    <a:pt x="0" y="3557717"/>
                  </a:lnTo>
                  <a:close/>
                </a:path>
              </a:pathLst>
            </a:custGeom>
            <a:solidFill>
              <a:srgbClr val="E78AC3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1311" name="pl1311"/>
            <p:cNvSpPr/>
            <p:nvPr/>
          </p:nvSpPr>
          <p:spPr>
            <a:xfrm>
              <a:off x="386606" y="1078249"/>
              <a:ext cx="8554953" cy="3557717"/>
            </a:xfrm>
            <a:custGeom>
              <a:avLst/>
              <a:pathLst>
                <a:path w="8554953" h="3557717">
                  <a:moveTo>
                    <a:pt x="0" y="3557717"/>
                  </a:moveTo>
                  <a:lnTo>
                    <a:pt x="522133" y="3557717"/>
                  </a:lnTo>
                  <a:lnTo>
                    <a:pt x="523284" y="3557639"/>
                  </a:lnTo>
                  <a:lnTo>
                    <a:pt x="530828" y="3557079"/>
                  </a:lnTo>
                  <a:lnTo>
                    <a:pt x="549750" y="3555532"/>
                  </a:lnTo>
                  <a:lnTo>
                    <a:pt x="583338" y="3552490"/>
                  </a:lnTo>
                  <a:lnTo>
                    <a:pt x="632905" y="3547498"/>
                  </a:lnTo>
                  <a:lnTo>
                    <a:pt x="697699" y="3540202"/>
                  </a:lnTo>
                  <a:lnTo>
                    <a:pt x="775184" y="3530385"/>
                  </a:lnTo>
                  <a:lnTo>
                    <a:pt x="861656" y="3517963"/>
                  </a:lnTo>
                  <a:lnTo>
                    <a:pt x="953006" y="3502950"/>
                  </a:lnTo>
                  <a:lnTo>
                    <a:pt x="1045413" y="3485404"/>
                  </a:lnTo>
                  <a:lnTo>
                    <a:pt x="1135796" y="3465371"/>
                  </a:lnTo>
                  <a:lnTo>
                    <a:pt x="1222000" y="3442840"/>
                  </a:lnTo>
                  <a:lnTo>
                    <a:pt x="1302768" y="3417713"/>
                  </a:lnTo>
                  <a:lnTo>
                    <a:pt x="1377598" y="3389790"/>
                  </a:lnTo>
                  <a:lnTo>
                    <a:pt x="1446551" y="3358767"/>
                  </a:lnTo>
                  <a:lnTo>
                    <a:pt x="1510070" y="3324243"/>
                  </a:lnTo>
                  <a:lnTo>
                    <a:pt x="1568842" y="3285727"/>
                  </a:lnTo>
                  <a:lnTo>
                    <a:pt x="1623675" y="3242676"/>
                  </a:lnTo>
                  <a:lnTo>
                    <a:pt x="1675423" y="3194534"/>
                  </a:lnTo>
                  <a:lnTo>
                    <a:pt x="1724914" y="3140823"/>
                  </a:lnTo>
                  <a:lnTo>
                    <a:pt x="1768425" y="3087120"/>
                  </a:lnTo>
                  <a:lnTo>
                    <a:pt x="1805704" y="3036374"/>
                  </a:lnTo>
                  <a:lnTo>
                    <a:pt x="1842635" y="2981916"/>
                  </a:lnTo>
                  <a:lnTo>
                    <a:pt x="1879439" y="2923670"/>
                  </a:lnTo>
                  <a:lnTo>
                    <a:pt x="1916290" y="2861622"/>
                  </a:lnTo>
                  <a:lnTo>
                    <a:pt x="1953320" y="2795822"/>
                  </a:lnTo>
                  <a:lnTo>
                    <a:pt x="1990621" y="2726395"/>
                  </a:lnTo>
                  <a:lnTo>
                    <a:pt x="2028251" y="2653541"/>
                  </a:lnTo>
                  <a:lnTo>
                    <a:pt x="2066233" y="2577538"/>
                  </a:lnTo>
                  <a:lnTo>
                    <a:pt x="2104564" y="2498743"/>
                  </a:lnTo>
                  <a:lnTo>
                    <a:pt x="2143212" y="2417584"/>
                  </a:lnTo>
                  <a:lnTo>
                    <a:pt x="2182125" y="2334553"/>
                  </a:lnTo>
                  <a:lnTo>
                    <a:pt x="2221232" y="2250195"/>
                  </a:lnTo>
                  <a:lnTo>
                    <a:pt x="2260450" y="2165094"/>
                  </a:lnTo>
                  <a:lnTo>
                    <a:pt x="2299688" y="2079856"/>
                  </a:lnTo>
                  <a:lnTo>
                    <a:pt x="2338855" y="1995090"/>
                  </a:lnTo>
                  <a:lnTo>
                    <a:pt x="2377865" y="1911393"/>
                  </a:lnTo>
                  <a:lnTo>
                    <a:pt x="2416640" y="1829328"/>
                  </a:lnTo>
                  <a:lnTo>
                    <a:pt x="2455118" y="1749413"/>
                  </a:lnTo>
                  <a:lnTo>
                    <a:pt x="2493260" y="1672106"/>
                  </a:lnTo>
                  <a:lnTo>
                    <a:pt x="2531047" y="1597798"/>
                  </a:lnTo>
                  <a:lnTo>
                    <a:pt x="2568491" y="1526800"/>
                  </a:lnTo>
                  <a:lnTo>
                    <a:pt x="2605633" y="1459350"/>
                  </a:lnTo>
                  <a:lnTo>
                    <a:pt x="2642551" y="1395604"/>
                  </a:lnTo>
                  <a:lnTo>
                    <a:pt x="2679357" y="1335647"/>
                  </a:lnTo>
                  <a:lnTo>
                    <a:pt x="2716207" y="1279493"/>
                  </a:lnTo>
                  <a:lnTo>
                    <a:pt x="2753298" y="1227091"/>
                  </a:lnTo>
                  <a:lnTo>
                    <a:pt x="2770117" y="1204729"/>
                  </a:lnTo>
                  <a:lnTo>
                    <a:pt x="2818198" y="1145740"/>
                  </a:lnTo>
                  <a:lnTo>
                    <a:pt x="2867867" y="1092567"/>
                  </a:lnTo>
                  <a:lnTo>
                    <a:pt x="2919869" y="1044925"/>
                  </a:lnTo>
                  <a:lnTo>
                    <a:pt x="2975035" y="1002323"/>
                  </a:lnTo>
                  <a:lnTo>
                    <a:pt x="3034219" y="964205"/>
                  </a:lnTo>
                  <a:lnTo>
                    <a:pt x="3098223" y="930028"/>
                  </a:lnTo>
                  <a:lnTo>
                    <a:pt x="3167712" y="899312"/>
                  </a:lnTo>
                  <a:lnTo>
                    <a:pt x="3243104" y="871663"/>
                  </a:lnTo>
                  <a:lnTo>
                    <a:pt x="3324415" y="846786"/>
                  </a:lnTo>
                  <a:lnTo>
                    <a:pt x="3411077" y="824492"/>
                  </a:lnTo>
                  <a:lnTo>
                    <a:pt x="3501757" y="804692"/>
                  </a:lnTo>
                  <a:lnTo>
                    <a:pt x="3594209" y="787382"/>
                  </a:lnTo>
                  <a:lnTo>
                    <a:pt x="3685273" y="772610"/>
                  </a:lnTo>
                  <a:lnTo>
                    <a:pt x="3771075" y="760433"/>
                  </a:lnTo>
                  <a:lnTo>
                    <a:pt x="3847514" y="750858"/>
                  </a:lnTo>
                  <a:lnTo>
                    <a:pt x="3910963" y="743789"/>
                  </a:lnTo>
                  <a:lnTo>
                    <a:pt x="3959030" y="738997"/>
                  </a:lnTo>
                  <a:lnTo>
                    <a:pt x="3991154" y="736116"/>
                  </a:lnTo>
                  <a:lnTo>
                    <a:pt x="4008840" y="734683"/>
                  </a:lnTo>
                  <a:lnTo>
                    <a:pt x="4015548" y="734190"/>
                  </a:lnTo>
                  <a:lnTo>
                    <a:pt x="4016409" y="734132"/>
                  </a:lnTo>
                  <a:lnTo>
                    <a:pt x="4538543" y="734132"/>
                  </a:lnTo>
                  <a:lnTo>
                    <a:pt x="4539804" y="734109"/>
                  </a:lnTo>
                  <a:lnTo>
                    <a:pt x="4548048" y="733950"/>
                  </a:lnTo>
                  <a:lnTo>
                    <a:pt x="4568663" y="733508"/>
                  </a:lnTo>
                  <a:lnTo>
                    <a:pt x="4605094" y="732640"/>
                  </a:lnTo>
                  <a:lnTo>
                    <a:pt x="4658528" y="731218"/>
                  </a:lnTo>
                  <a:lnTo>
                    <a:pt x="4727840" y="729148"/>
                  </a:lnTo>
                  <a:lnTo>
                    <a:pt x="4809977" y="726374"/>
                  </a:lnTo>
                  <a:lnTo>
                    <a:pt x="4900718" y="722878"/>
                  </a:lnTo>
                  <a:lnTo>
                    <a:pt x="4995579" y="718669"/>
                  </a:lnTo>
                  <a:lnTo>
                    <a:pt x="5090548" y="713764"/>
                  </a:lnTo>
                  <a:lnTo>
                    <a:pt x="5182542" y="708172"/>
                  </a:lnTo>
                  <a:lnTo>
                    <a:pt x="5269530" y="701883"/>
                  </a:lnTo>
                  <a:lnTo>
                    <a:pt x="5350456" y="694858"/>
                  </a:lnTo>
                  <a:lnTo>
                    <a:pt x="5425031" y="687029"/>
                  </a:lnTo>
                  <a:lnTo>
                    <a:pt x="5493524" y="678297"/>
                  </a:lnTo>
                  <a:lnTo>
                    <a:pt x="5556559" y="668534"/>
                  </a:lnTo>
                  <a:lnTo>
                    <a:pt x="5614964" y="657594"/>
                  </a:lnTo>
                  <a:lnTo>
                    <a:pt x="5669664" y="645316"/>
                  </a:lnTo>
                  <a:lnTo>
                    <a:pt x="5721588" y="631551"/>
                  </a:lnTo>
                  <a:lnTo>
                    <a:pt x="5771590" y="616193"/>
                  </a:lnTo>
                  <a:lnTo>
                    <a:pt x="5784835" y="611776"/>
                  </a:lnTo>
                  <a:lnTo>
                    <a:pt x="5836286" y="593275"/>
                  </a:lnTo>
                  <a:lnTo>
                    <a:pt x="5887236" y="572913"/>
                  </a:lnTo>
                  <a:lnTo>
                    <a:pt x="5938201" y="550660"/>
                  </a:lnTo>
                  <a:lnTo>
                    <a:pt x="5989533" y="526552"/>
                  </a:lnTo>
                  <a:lnTo>
                    <a:pt x="6041444" y="500691"/>
                  </a:lnTo>
                  <a:lnTo>
                    <a:pt x="6094025" y="473254"/>
                  </a:lnTo>
                  <a:lnTo>
                    <a:pt x="6147256" y="444491"/>
                  </a:lnTo>
                  <a:lnTo>
                    <a:pt x="6201026" y="414718"/>
                  </a:lnTo>
                  <a:lnTo>
                    <a:pt x="6255156" y="384305"/>
                  </a:lnTo>
                  <a:lnTo>
                    <a:pt x="6309421" y="353656"/>
                  </a:lnTo>
                  <a:lnTo>
                    <a:pt x="6363580" y="323191"/>
                  </a:lnTo>
                  <a:lnTo>
                    <a:pt x="6417407" y="293316"/>
                  </a:lnTo>
                  <a:lnTo>
                    <a:pt x="6470712" y="264408"/>
                  </a:lnTo>
                  <a:lnTo>
                    <a:pt x="6523378" y="236790"/>
                  </a:lnTo>
                  <a:lnTo>
                    <a:pt x="6575371" y="210721"/>
                  </a:lnTo>
                  <a:lnTo>
                    <a:pt x="6626766" y="186386"/>
                  </a:lnTo>
                  <a:lnTo>
                    <a:pt x="6677760" y="163899"/>
                  </a:lnTo>
                  <a:lnTo>
                    <a:pt x="6728688" y="143300"/>
                  </a:lnTo>
                  <a:lnTo>
                    <a:pt x="6780042" y="124570"/>
                  </a:lnTo>
                  <a:lnTo>
                    <a:pt x="6786527" y="122355"/>
                  </a:lnTo>
                  <a:lnTo>
                    <a:pt x="6836140" y="106561"/>
                  </a:lnTo>
                  <a:lnTo>
                    <a:pt x="6887466" y="92373"/>
                  </a:lnTo>
                  <a:lnTo>
                    <a:pt x="6941328" y="79708"/>
                  </a:lnTo>
                  <a:lnTo>
                    <a:pt x="6998642" y="68423"/>
                  </a:lnTo>
                  <a:lnTo>
                    <a:pt x="7060342" y="58359"/>
                  </a:lnTo>
                  <a:lnTo>
                    <a:pt x="7127291" y="49362"/>
                  </a:lnTo>
                  <a:lnTo>
                    <a:pt x="7200183" y="41301"/>
                  </a:lnTo>
                  <a:lnTo>
                    <a:pt x="7279398" y="34067"/>
                  </a:lnTo>
                  <a:lnTo>
                    <a:pt x="7364821" y="27585"/>
                  </a:lnTo>
                  <a:lnTo>
                    <a:pt x="7455621" y="21807"/>
                  </a:lnTo>
                  <a:lnTo>
                    <a:pt x="7550049" y="16717"/>
                  </a:lnTo>
                  <a:lnTo>
                    <a:pt x="7645300" y="12319"/>
                  </a:lnTo>
                  <a:lnTo>
                    <a:pt x="7737585" y="8629"/>
                  </a:lnTo>
                  <a:lnTo>
                    <a:pt x="7822483" y="5660"/>
                  </a:lnTo>
                  <a:lnTo>
                    <a:pt x="7895617" y="3404"/>
                  </a:lnTo>
                  <a:lnTo>
                    <a:pt x="7953533" y="1816"/>
                  </a:lnTo>
                  <a:lnTo>
                    <a:pt x="7994528" y="810"/>
                  </a:lnTo>
                  <a:lnTo>
                    <a:pt x="8019157" y="267"/>
                  </a:lnTo>
                  <a:lnTo>
                    <a:pt x="8030280" y="46"/>
                  </a:lnTo>
                  <a:lnTo>
                    <a:pt x="8032793" y="0"/>
                  </a:lnTo>
                  <a:lnTo>
                    <a:pt x="8032819" y="0"/>
                  </a:lnTo>
                  <a:lnTo>
                    <a:pt x="8554953" y="0"/>
                  </a:lnTo>
                  <a:lnTo>
                    <a:pt x="8554953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312" name="pl1312"/>
            <p:cNvSpPr/>
            <p:nvPr/>
          </p:nvSpPr>
          <p:spPr>
            <a:xfrm>
              <a:off x="386606" y="1072601"/>
              <a:ext cx="8554953" cy="3557717"/>
            </a:xfrm>
            <a:custGeom>
              <a:avLst/>
              <a:pathLst>
                <a:path w="8554953" h="3557717">
                  <a:moveTo>
                    <a:pt x="8554953" y="0"/>
                  </a:moveTo>
                  <a:lnTo>
                    <a:pt x="8032819" y="0"/>
                  </a:lnTo>
                  <a:lnTo>
                    <a:pt x="8031558" y="22"/>
                  </a:lnTo>
                  <a:lnTo>
                    <a:pt x="8023314" y="182"/>
                  </a:lnTo>
                  <a:lnTo>
                    <a:pt x="8002699" y="624"/>
                  </a:lnTo>
                  <a:lnTo>
                    <a:pt x="7966268" y="1492"/>
                  </a:lnTo>
                  <a:lnTo>
                    <a:pt x="7912834" y="2913"/>
                  </a:lnTo>
                  <a:lnTo>
                    <a:pt x="7843522" y="4983"/>
                  </a:lnTo>
                  <a:lnTo>
                    <a:pt x="7761385" y="7758"/>
                  </a:lnTo>
                  <a:lnTo>
                    <a:pt x="7670643" y="11254"/>
                  </a:lnTo>
                  <a:lnTo>
                    <a:pt x="7575783" y="15462"/>
                  </a:lnTo>
                  <a:lnTo>
                    <a:pt x="7480814" y="20367"/>
                  </a:lnTo>
                  <a:lnTo>
                    <a:pt x="7388820" y="25959"/>
                  </a:lnTo>
                  <a:lnTo>
                    <a:pt x="7301832" y="32248"/>
                  </a:lnTo>
                  <a:lnTo>
                    <a:pt x="7220906" y="39273"/>
                  </a:lnTo>
                  <a:lnTo>
                    <a:pt x="7146330" y="47102"/>
                  </a:lnTo>
                  <a:lnTo>
                    <a:pt x="7077838" y="55835"/>
                  </a:lnTo>
                  <a:lnTo>
                    <a:pt x="7014803" y="65597"/>
                  </a:lnTo>
                  <a:lnTo>
                    <a:pt x="6956398" y="76537"/>
                  </a:lnTo>
                  <a:lnTo>
                    <a:pt x="6901698" y="88815"/>
                  </a:lnTo>
                  <a:lnTo>
                    <a:pt x="6849774" y="102580"/>
                  </a:lnTo>
                  <a:lnTo>
                    <a:pt x="6799772" y="117939"/>
                  </a:lnTo>
                  <a:lnTo>
                    <a:pt x="6786527" y="122355"/>
                  </a:lnTo>
                  <a:lnTo>
                    <a:pt x="6735076" y="140856"/>
                  </a:lnTo>
                  <a:lnTo>
                    <a:pt x="6684126" y="161219"/>
                  </a:lnTo>
                  <a:lnTo>
                    <a:pt x="6633161" y="183471"/>
                  </a:lnTo>
                  <a:lnTo>
                    <a:pt x="6581829" y="207579"/>
                  </a:lnTo>
                  <a:lnTo>
                    <a:pt x="6529918" y="233440"/>
                  </a:lnTo>
                  <a:lnTo>
                    <a:pt x="6477337" y="260877"/>
                  </a:lnTo>
                  <a:lnTo>
                    <a:pt x="6424106" y="289640"/>
                  </a:lnTo>
                  <a:lnTo>
                    <a:pt x="6370336" y="319413"/>
                  </a:lnTo>
                  <a:lnTo>
                    <a:pt x="6316206" y="349827"/>
                  </a:lnTo>
                  <a:lnTo>
                    <a:pt x="6261941" y="380475"/>
                  </a:lnTo>
                  <a:lnTo>
                    <a:pt x="6207782" y="410941"/>
                  </a:lnTo>
                  <a:lnTo>
                    <a:pt x="6153955" y="440815"/>
                  </a:lnTo>
                  <a:lnTo>
                    <a:pt x="6100650" y="469723"/>
                  </a:lnTo>
                  <a:lnTo>
                    <a:pt x="6047984" y="497341"/>
                  </a:lnTo>
                  <a:lnTo>
                    <a:pt x="5995991" y="523410"/>
                  </a:lnTo>
                  <a:lnTo>
                    <a:pt x="5944596" y="547745"/>
                  </a:lnTo>
                  <a:lnTo>
                    <a:pt x="5893602" y="570232"/>
                  </a:lnTo>
                  <a:lnTo>
                    <a:pt x="5842674" y="590831"/>
                  </a:lnTo>
                  <a:lnTo>
                    <a:pt x="5791320" y="609562"/>
                  </a:lnTo>
                  <a:lnTo>
                    <a:pt x="5784835" y="611776"/>
                  </a:lnTo>
                  <a:lnTo>
                    <a:pt x="5735222" y="627571"/>
                  </a:lnTo>
                  <a:lnTo>
                    <a:pt x="5683895" y="641758"/>
                  </a:lnTo>
                  <a:lnTo>
                    <a:pt x="5630034" y="654423"/>
                  </a:lnTo>
                  <a:lnTo>
                    <a:pt x="5572719" y="665708"/>
                  </a:lnTo>
                  <a:lnTo>
                    <a:pt x="5511020" y="675773"/>
                  </a:lnTo>
                  <a:lnTo>
                    <a:pt x="5444071" y="684769"/>
                  </a:lnTo>
                  <a:lnTo>
                    <a:pt x="5371179" y="692831"/>
                  </a:lnTo>
                  <a:lnTo>
                    <a:pt x="5291964" y="700064"/>
                  </a:lnTo>
                  <a:lnTo>
                    <a:pt x="5206541" y="706547"/>
                  </a:lnTo>
                  <a:lnTo>
                    <a:pt x="5115741" y="712324"/>
                  </a:lnTo>
                  <a:lnTo>
                    <a:pt x="5021313" y="717415"/>
                  </a:lnTo>
                  <a:lnTo>
                    <a:pt x="4926062" y="721813"/>
                  </a:lnTo>
                  <a:lnTo>
                    <a:pt x="4833777" y="725502"/>
                  </a:lnTo>
                  <a:lnTo>
                    <a:pt x="4748879" y="728471"/>
                  </a:lnTo>
                  <a:lnTo>
                    <a:pt x="4675745" y="730727"/>
                  </a:lnTo>
                  <a:lnTo>
                    <a:pt x="4617829" y="732316"/>
                  </a:lnTo>
                  <a:lnTo>
                    <a:pt x="4576834" y="733321"/>
                  </a:lnTo>
                  <a:lnTo>
                    <a:pt x="4552205" y="733864"/>
                  </a:lnTo>
                  <a:lnTo>
                    <a:pt x="4541082" y="734086"/>
                  </a:lnTo>
                  <a:lnTo>
                    <a:pt x="4538568" y="734131"/>
                  </a:lnTo>
                  <a:lnTo>
                    <a:pt x="4538543" y="734132"/>
                  </a:lnTo>
                  <a:lnTo>
                    <a:pt x="4016409" y="734132"/>
                  </a:lnTo>
                  <a:lnTo>
                    <a:pt x="4015258" y="734210"/>
                  </a:lnTo>
                  <a:lnTo>
                    <a:pt x="4007714" y="734770"/>
                  </a:lnTo>
                  <a:lnTo>
                    <a:pt x="3988792" y="736317"/>
                  </a:lnTo>
                  <a:lnTo>
                    <a:pt x="3955204" y="739359"/>
                  </a:lnTo>
                  <a:lnTo>
                    <a:pt x="3905637" y="744351"/>
                  </a:lnTo>
                  <a:lnTo>
                    <a:pt x="3840844" y="751647"/>
                  </a:lnTo>
                  <a:lnTo>
                    <a:pt x="3763358" y="761464"/>
                  </a:lnTo>
                  <a:lnTo>
                    <a:pt x="3676887" y="773886"/>
                  </a:lnTo>
                  <a:lnTo>
                    <a:pt x="3585536" y="788899"/>
                  </a:lnTo>
                  <a:lnTo>
                    <a:pt x="3493129" y="806445"/>
                  </a:lnTo>
                  <a:lnTo>
                    <a:pt x="3402746" y="826478"/>
                  </a:lnTo>
                  <a:lnTo>
                    <a:pt x="3316542" y="849009"/>
                  </a:lnTo>
                  <a:lnTo>
                    <a:pt x="3235774" y="874136"/>
                  </a:lnTo>
                  <a:lnTo>
                    <a:pt x="3160944" y="902059"/>
                  </a:lnTo>
                  <a:lnTo>
                    <a:pt x="3091992" y="933082"/>
                  </a:lnTo>
                  <a:lnTo>
                    <a:pt x="3028472" y="967606"/>
                  </a:lnTo>
                  <a:lnTo>
                    <a:pt x="2969700" y="1006122"/>
                  </a:lnTo>
                  <a:lnTo>
                    <a:pt x="2914867" y="1049173"/>
                  </a:lnTo>
                  <a:lnTo>
                    <a:pt x="2863119" y="1097315"/>
                  </a:lnTo>
                  <a:lnTo>
                    <a:pt x="2813629" y="1151026"/>
                  </a:lnTo>
                  <a:lnTo>
                    <a:pt x="2770117" y="1204729"/>
                  </a:lnTo>
                  <a:lnTo>
                    <a:pt x="2732838" y="1255475"/>
                  </a:lnTo>
                  <a:lnTo>
                    <a:pt x="2695907" y="1309933"/>
                  </a:lnTo>
                  <a:lnTo>
                    <a:pt x="2659103" y="1368179"/>
                  </a:lnTo>
                  <a:lnTo>
                    <a:pt x="2622252" y="1430227"/>
                  </a:lnTo>
                  <a:lnTo>
                    <a:pt x="2585222" y="1496027"/>
                  </a:lnTo>
                  <a:lnTo>
                    <a:pt x="2547921" y="1565454"/>
                  </a:lnTo>
                  <a:lnTo>
                    <a:pt x="2510291" y="1638308"/>
                  </a:lnTo>
                  <a:lnTo>
                    <a:pt x="2472309" y="1714311"/>
                  </a:lnTo>
                  <a:lnTo>
                    <a:pt x="2433978" y="1793106"/>
                  </a:lnTo>
                  <a:lnTo>
                    <a:pt x="2395330" y="1874265"/>
                  </a:lnTo>
                  <a:lnTo>
                    <a:pt x="2356417" y="1957296"/>
                  </a:lnTo>
                  <a:lnTo>
                    <a:pt x="2317310" y="2041654"/>
                  </a:lnTo>
                  <a:lnTo>
                    <a:pt x="2278093" y="2126755"/>
                  </a:lnTo>
                  <a:lnTo>
                    <a:pt x="2238854" y="2211993"/>
                  </a:lnTo>
                  <a:lnTo>
                    <a:pt x="2199687" y="2296759"/>
                  </a:lnTo>
                  <a:lnTo>
                    <a:pt x="2160677" y="2380456"/>
                  </a:lnTo>
                  <a:lnTo>
                    <a:pt x="2121903" y="2462521"/>
                  </a:lnTo>
                  <a:lnTo>
                    <a:pt x="2083424" y="2542436"/>
                  </a:lnTo>
                  <a:lnTo>
                    <a:pt x="2045282" y="2619743"/>
                  </a:lnTo>
                  <a:lnTo>
                    <a:pt x="2007495" y="2694052"/>
                  </a:lnTo>
                  <a:lnTo>
                    <a:pt x="1970052" y="2765049"/>
                  </a:lnTo>
                  <a:lnTo>
                    <a:pt x="1932909" y="2832499"/>
                  </a:lnTo>
                  <a:lnTo>
                    <a:pt x="1895991" y="2896245"/>
                  </a:lnTo>
                  <a:lnTo>
                    <a:pt x="1859185" y="2956202"/>
                  </a:lnTo>
                  <a:lnTo>
                    <a:pt x="1822336" y="3012356"/>
                  </a:lnTo>
                  <a:lnTo>
                    <a:pt x="1785244" y="3064758"/>
                  </a:lnTo>
                  <a:lnTo>
                    <a:pt x="1768425" y="3087120"/>
                  </a:lnTo>
                  <a:lnTo>
                    <a:pt x="1720344" y="3146109"/>
                  </a:lnTo>
                  <a:lnTo>
                    <a:pt x="1670675" y="3199282"/>
                  </a:lnTo>
                  <a:lnTo>
                    <a:pt x="1618673" y="3246924"/>
                  </a:lnTo>
                  <a:lnTo>
                    <a:pt x="1563507" y="3289526"/>
                  </a:lnTo>
                  <a:lnTo>
                    <a:pt x="1504323" y="3327644"/>
                  </a:lnTo>
                  <a:lnTo>
                    <a:pt x="1440320" y="3361821"/>
                  </a:lnTo>
                  <a:lnTo>
                    <a:pt x="1370830" y="3392537"/>
                  </a:lnTo>
                  <a:lnTo>
                    <a:pt x="1295438" y="3420186"/>
                  </a:lnTo>
                  <a:lnTo>
                    <a:pt x="1214127" y="3445063"/>
                  </a:lnTo>
                  <a:lnTo>
                    <a:pt x="1127465" y="3467357"/>
                  </a:lnTo>
                  <a:lnTo>
                    <a:pt x="1036786" y="3487157"/>
                  </a:lnTo>
                  <a:lnTo>
                    <a:pt x="944333" y="3504467"/>
                  </a:lnTo>
                  <a:lnTo>
                    <a:pt x="853270" y="3519239"/>
                  </a:lnTo>
                  <a:lnTo>
                    <a:pt x="767467" y="3531417"/>
                  </a:lnTo>
                  <a:lnTo>
                    <a:pt x="691028" y="3540991"/>
                  </a:lnTo>
                  <a:lnTo>
                    <a:pt x="627579" y="3548060"/>
                  </a:lnTo>
                  <a:lnTo>
                    <a:pt x="579512" y="3552852"/>
                  </a:lnTo>
                  <a:lnTo>
                    <a:pt x="547388" y="3555733"/>
                  </a:lnTo>
                  <a:lnTo>
                    <a:pt x="529702" y="3557166"/>
                  </a:lnTo>
                  <a:lnTo>
                    <a:pt x="522994" y="3557659"/>
                  </a:lnTo>
                  <a:lnTo>
                    <a:pt x="522133" y="3557717"/>
                  </a:lnTo>
                  <a:lnTo>
                    <a:pt x="0" y="3557717"/>
                  </a:lnTo>
                  <a:lnTo>
                    <a:pt x="0" y="3557717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313" name="pg1313"/>
            <p:cNvSpPr/>
            <p:nvPr/>
          </p:nvSpPr>
          <p:spPr>
            <a:xfrm>
              <a:off x="386606" y="1840617"/>
              <a:ext cx="8554953" cy="2800996"/>
            </a:xfrm>
            <a:custGeom>
              <a:avLst/>
              <a:pathLst>
                <a:path w="8554953" h="2800996">
                  <a:moveTo>
                    <a:pt x="0" y="2800996"/>
                  </a:moveTo>
                  <a:lnTo>
                    <a:pt x="522133" y="2800996"/>
                  </a:lnTo>
                  <a:lnTo>
                    <a:pt x="523286" y="2800919"/>
                  </a:lnTo>
                  <a:lnTo>
                    <a:pt x="530843" y="2800363"/>
                  </a:lnTo>
                  <a:lnTo>
                    <a:pt x="549798" y="2798829"/>
                  </a:lnTo>
                  <a:lnTo>
                    <a:pt x="583442" y="2795812"/>
                  </a:lnTo>
                  <a:lnTo>
                    <a:pt x="633083" y="2790860"/>
                  </a:lnTo>
                  <a:lnTo>
                    <a:pt x="697966" y="2783625"/>
                  </a:lnTo>
                  <a:lnTo>
                    <a:pt x="775544" y="2773889"/>
                  </a:lnTo>
                  <a:lnTo>
                    <a:pt x="862101" y="2761572"/>
                  </a:lnTo>
                  <a:lnTo>
                    <a:pt x="953523" y="2746686"/>
                  </a:lnTo>
                  <a:lnTo>
                    <a:pt x="1045984" y="2729290"/>
                  </a:lnTo>
                  <a:lnTo>
                    <a:pt x="1136402" y="2709430"/>
                  </a:lnTo>
                  <a:lnTo>
                    <a:pt x="1222624" y="2687092"/>
                  </a:lnTo>
                  <a:lnTo>
                    <a:pt x="1303397" y="2662180"/>
                  </a:lnTo>
                  <a:lnTo>
                    <a:pt x="1378224" y="2634495"/>
                  </a:lnTo>
                  <a:lnTo>
                    <a:pt x="1447167" y="2603734"/>
                  </a:lnTo>
                  <a:lnTo>
                    <a:pt x="1510677" y="2569497"/>
                  </a:lnTo>
                  <a:lnTo>
                    <a:pt x="1569441" y="2531300"/>
                  </a:lnTo>
                  <a:lnTo>
                    <a:pt x="1624270" y="2488601"/>
                  </a:lnTo>
                  <a:lnTo>
                    <a:pt x="1676019" y="2440849"/>
                  </a:lnTo>
                  <a:lnTo>
                    <a:pt x="1725518" y="2387573"/>
                  </a:lnTo>
                  <a:lnTo>
                    <a:pt x="1768425" y="2335105"/>
                  </a:lnTo>
                  <a:lnTo>
                    <a:pt x="1805849" y="2284662"/>
                  </a:lnTo>
                  <a:lnTo>
                    <a:pt x="1842923" y="2230516"/>
                  </a:lnTo>
                  <a:lnTo>
                    <a:pt x="1879871" y="2172590"/>
                  </a:lnTo>
                  <a:lnTo>
                    <a:pt x="1916868" y="2110870"/>
                  </a:lnTo>
                  <a:lnTo>
                    <a:pt x="1954047" y="2045409"/>
                  </a:lnTo>
                  <a:lnTo>
                    <a:pt x="1991501" y="1976331"/>
                  </a:lnTo>
                  <a:lnTo>
                    <a:pt x="2029287" y="1903840"/>
                  </a:lnTo>
                  <a:lnTo>
                    <a:pt x="2067429" y="1828216"/>
                  </a:lnTo>
                  <a:lnTo>
                    <a:pt x="2105921" y="1749818"/>
                  </a:lnTo>
                  <a:lnTo>
                    <a:pt x="2144731" y="1669078"/>
                  </a:lnTo>
                  <a:lnTo>
                    <a:pt x="2183806" y="1586490"/>
                  </a:lnTo>
                  <a:lnTo>
                    <a:pt x="2223073" y="1502603"/>
                  </a:lnTo>
                  <a:lnTo>
                    <a:pt x="2262447" y="1418003"/>
                  </a:lnTo>
                  <a:lnTo>
                    <a:pt x="2301837" y="1333297"/>
                  </a:lnTo>
                  <a:lnTo>
                    <a:pt x="2341151" y="1249095"/>
                  </a:lnTo>
                  <a:lnTo>
                    <a:pt x="2380301" y="1165993"/>
                  </a:lnTo>
                  <a:lnTo>
                    <a:pt x="2419210" y="1084553"/>
                  </a:lnTo>
                  <a:lnTo>
                    <a:pt x="2457818" y="1005292"/>
                  </a:lnTo>
                  <a:lnTo>
                    <a:pt x="2496083" y="928663"/>
                  </a:lnTo>
                  <a:lnTo>
                    <a:pt x="2533991" y="855050"/>
                  </a:lnTo>
                  <a:lnTo>
                    <a:pt x="2571555" y="784763"/>
                  </a:lnTo>
                  <a:lnTo>
                    <a:pt x="2608821" y="718031"/>
                  </a:lnTo>
                  <a:lnTo>
                    <a:pt x="2645868" y="655005"/>
                  </a:lnTo>
                  <a:lnTo>
                    <a:pt x="2682815" y="595764"/>
                  </a:lnTo>
                  <a:lnTo>
                    <a:pt x="2719823" y="540314"/>
                  </a:lnTo>
                  <a:lnTo>
                    <a:pt x="2757097" y="488600"/>
                  </a:lnTo>
                  <a:lnTo>
                    <a:pt x="2770117" y="471538"/>
                  </a:lnTo>
                  <a:lnTo>
                    <a:pt x="2818228" y="413104"/>
                  </a:lnTo>
                  <a:lnTo>
                    <a:pt x="2867930" y="360435"/>
                  </a:lnTo>
                  <a:lnTo>
                    <a:pt x="2919968" y="313249"/>
                  </a:lnTo>
                  <a:lnTo>
                    <a:pt x="2975177" y="271057"/>
                  </a:lnTo>
                  <a:lnTo>
                    <a:pt x="3034410" y="233308"/>
                  </a:lnTo>
                  <a:lnTo>
                    <a:pt x="3098471" y="199465"/>
                  </a:lnTo>
                  <a:lnTo>
                    <a:pt x="3168027" y="169050"/>
                  </a:lnTo>
                  <a:lnTo>
                    <a:pt x="3243494" y="141674"/>
                  </a:lnTo>
                  <a:lnTo>
                    <a:pt x="3324886" y="117044"/>
                  </a:lnTo>
                  <a:lnTo>
                    <a:pt x="3411630" y="94974"/>
                  </a:lnTo>
                  <a:lnTo>
                    <a:pt x="3502386" y="75376"/>
                  </a:lnTo>
                  <a:lnTo>
                    <a:pt x="3594898" y="58246"/>
                  </a:lnTo>
                  <a:lnTo>
                    <a:pt x="3685993" y="43632"/>
                  </a:lnTo>
                  <a:lnTo>
                    <a:pt x="3771786" y="31591"/>
                  </a:lnTo>
                  <a:lnTo>
                    <a:pt x="3848171" y="22129"/>
                  </a:lnTo>
                  <a:lnTo>
                    <a:pt x="3911519" y="15150"/>
                  </a:lnTo>
                  <a:lnTo>
                    <a:pt x="3959453" y="10424"/>
                  </a:lnTo>
                  <a:lnTo>
                    <a:pt x="3991427" y="7588"/>
                  </a:lnTo>
                  <a:lnTo>
                    <a:pt x="4008975" y="6183"/>
                  </a:lnTo>
                  <a:lnTo>
                    <a:pt x="4015582" y="5702"/>
                  </a:lnTo>
                  <a:lnTo>
                    <a:pt x="4016409" y="5647"/>
                  </a:lnTo>
                  <a:lnTo>
                    <a:pt x="4538543" y="5647"/>
                  </a:lnTo>
                  <a:lnTo>
                    <a:pt x="4539809" y="5662"/>
                  </a:lnTo>
                  <a:lnTo>
                    <a:pt x="4548085" y="5768"/>
                  </a:lnTo>
                  <a:lnTo>
                    <a:pt x="4568777" y="6061"/>
                  </a:lnTo>
                  <a:lnTo>
                    <a:pt x="4605336" y="6638"/>
                  </a:lnTo>
                  <a:lnTo>
                    <a:pt x="4658944" y="7582"/>
                  </a:lnTo>
                  <a:lnTo>
                    <a:pt x="4728458" y="8957"/>
                  </a:lnTo>
                  <a:lnTo>
                    <a:pt x="4810799" y="10799"/>
                  </a:lnTo>
                  <a:lnTo>
                    <a:pt x="4901726" y="13119"/>
                  </a:lnTo>
                  <a:lnTo>
                    <a:pt x="4996736" y="15913"/>
                  </a:lnTo>
                  <a:lnTo>
                    <a:pt x="5091813" y="19168"/>
                  </a:lnTo>
                  <a:lnTo>
                    <a:pt x="5183870" y="22878"/>
                  </a:lnTo>
                  <a:lnTo>
                    <a:pt x="5270888" y="27052"/>
                  </a:lnTo>
                  <a:lnTo>
                    <a:pt x="5351816" y="31714"/>
                  </a:lnTo>
                  <a:lnTo>
                    <a:pt x="5426378" y="36910"/>
                  </a:lnTo>
                  <a:lnTo>
                    <a:pt x="5494849" y="42707"/>
                  </a:lnTo>
                  <a:lnTo>
                    <a:pt x="5557863" y="49189"/>
                  </a:lnTo>
                  <a:lnTo>
                    <a:pt x="5616255" y="56455"/>
                  </a:lnTo>
                  <a:lnTo>
                    <a:pt x="5670952" y="64610"/>
                  </a:lnTo>
                  <a:lnTo>
                    <a:pt x="5722888" y="73754"/>
                  </a:lnTo>
                  <a:lnTo>
                    <a:pt x="5772918" y="83956"/>
                  </a:lnTo>
                  <a:lnTo>
                    <a:pt x="5784835" y="86589"/>
                  </a:lnTo>
                  <a:lnTo>
                    <a:pt x="5837772" y="99203"/>
                  </a:lnTo>
                  <a:lnTo>
                    <a:pt x="5890197" y="113122"/>
                  </a:lnTo>
                  <a:lnTo>
                    <a:pt x="5942663" y="128364"/>
                  </a:lnTo>
                  <a:lnTo>
                    <a:pt x="5995541" y="144902"/>
                  </a:lnTo>
                  <a:lnTo>
                    <a:pt x="6049051" y="162656"/>
                  </a:lnTo>
                  <a:lnTo>
                    <a:pt x="6103272" y="181491"/>
                  </a:lnTo>
                  <a:lnTo>
                    <a:pt x="6158168" y="201220"/>
                  </a:lnTo>
                  <a:lnTo>
                    <a:pt x="6213600" y="221606"/>
                  </a:lnTo>
                  <a:lnTo>
                    <a:pt x="6269361" y="242376"/>
                  </a:lnTo>
                  <a:lnTo>
                    <a:pt x="6325199" y="263234"/>
                  </a:lnTo>
                  <a:lnTo>
                    <a:pt x="6380853" y="283880"/>
                  </a:lnTo>
                  <a:lnTo>
                    <a:pt x="6436084" y="304024"/>
                  </a:lnTo>
                  <a:lnTo>
                    <a:pt x="6490710" y="323408"/>
                  </a:lnTo>
                  <a:lnTo>
                    <a:pt x="6544634" y="341813"/>
                  </a:lnTo>
                  <a:lnTo>
                    <a:pt x="6597864" y="359075"/>
                  </a:lnTo>
                  <a:lnTo>
                    <a:pt x="6650536" y="375081"/>
                  </a:lnTo>
                  <a:lnTo>
                    <a:pt x="6702930" y="389774"/>
                  </a:lnTo>
                  <a:lnTo>
                    <a:pt x="6755490" y="403145"/>
                  </a:lnTo>
                  <a:lnTo>
                    <a:pt x="6786527" y="410361"/>
                  </a:lnTo>
                  <a:lnTo>
                    <a:pt x="6836208" y="420823"/>
                  </a:lnTo>
                  <a:lnTo>
                    <a:pt x="6887608" y="430218"/>
                  </a:lnTo>
                  <a:lnTo>
                    <a:pt x="6941552" y="438605"/>
                  </a:lnTo>
                  <a:lnTo>
                    <a:pt x="6998962" y="446076"/>
                  </a:lnTo>
                  <a:lnTo>
                    <a:pt x="7060774" y="452739"/>
                  </a:lnTo>
                  <a:lnTo>
                    <a:pt x="7127855" y="458693"/>
                  </a:lnTo>
                  <a:lnTo>
                    <a:pt x="7200900" y="464029"/>
                  </a:lnTo>
                  <a:lnTo>
                    <a:pt x="7280286" y="468815"/>
                  </a:lnTo>
                  <a:lnTo>
                    <a:pt x="7365891" y="473104"/>
                  </a:lnTo>
                  <a:lnTo>
                    <a:pt x="7456874" y="476925"/>
                  </a:lnTo>
                  <a:lnTo>
                    <a:pt x="7551462" y="480291"/>
                  </a:lnTo>
                  <a:lnTo>
                    <a:pt x="7646826" y="483197"/>
                  </a:lnTo>
                  <a:lnTo>
                    <a:pt x="7739148" y="485633"/>
                  </a:lnTo>
                  <a:lnTo>
                    <a:pt x="7823983" y="487591"/>
                  </a:lnTo>
                  <a:lnTo>
                    <a:pt x="7896947" y="489077"/>
                  </a:lnTo>
                  <a:lnTo>
                    <a:pt x="7954597" y="490120"/>
                  </a:lnTo>
                  <a:lnTo>
                    <a:pt x="7995269" y="490779"/>
                  </a:lnTo>
                  <a:lnTo>
                    <a:pt x="8019570" y="491132"/>
                  </a:lnTo>
                  <a:lnTo>
                    <a:pt x="8030427" y="491275"/>
                  </a:lnTo>
                  <a:lnTo>
                    <a:pt x="8032819" y="491303"/>
                  </a:lnTo>
                  <a:lnTo>
                    <a:pt x="8554953" y="491303"/>
                  </a:lnTo>
                  <a:lnTo>
                    <a:pt x="8554953" y="485656"/>
                  </a:lnTo>
                  <a:lnTo>
                    <a:pt x="8032819" y="485656"/>
                  </a:lnTo>
                  <a:lnTo>
                    <a:pt x="8031553" y="485641"/>
                  </a:lnTo>
                  <a:lnTo>
                    <a:pt x="8023277" y="485535"/>
                  </a:lnTo>
                  <a:lnTo>
                    <a:pt x="8002585" y="485242"/>
                  </a:lnTo>
                  <a:lnTo>
                    <a:pt x="7966026" y="484665"/>
                  </a:lnTo>
                  <a:lnTo>
                    <a:pt x="7912418" y="483721"/>
                  </a:lnTo>
                  <a:lnTo>
                    <a:pt x="7842904" y="482346"/>
                  </a:lnTo>
                  <a:lnTo>
                    <a:pt x="7760563" y="480504"/>
                  </a:lnTo>
                  <a:lnTo>
                    <a:pt x="7669636" y="478184"/>
                  </a:lnTo>
                  <a:lnTo>
                    <a:pt x="7574626" y="475390"/>
                  </a:lnTo>
                  <a:lnTo>
                    <a:pt x="7479549" y="472135"/>
                  </a:lnTo>
                  <a:lnTo>
                    <a:pt x="7387492" y="468425"/>
                  </a:lnTo>
                  <a:lnTo>
                    <a:pt x="7300474" y="464251"/>
                  </a:lnTo>
                  <a:lnTo>
                    <a:pt x="7219546" y="459589"/>
                  </a:lnTo>
                  <a:lnTo>
                    <a:pt x="7144984" y="454393"/>
                  </a:lnTo>
                  <a:lnTo>
                    <a:pt x="7076513" y="448596"/>
                  </a:lnTo>
                  <a:lnTo>
                    <a:pt x="7013499" y="442114"/>
                  </a:lnTo>
                  <a:lnTo>
                    <a:pt x="6955107" y="434848"/>
                  </a:lnTo>
                  <a:lnTo>
                    <a:pt x="6900410" y="426693"/>
                  </a:lnTo>
                  <a:lnTo>
                    <a:pt x="6848474" y="417548"/>
                  </a:lnTo>
                  <a:lnTo>
                    <a:pt x="6798444" y="407347"/>
                  </a:lnTo>
                  <a:lnTo>
                    <a:pt x="6786527" y="404713"/>
                  </a:lnTo>
                  <a:lnTo>
                    <a:pt x="6733590" y="392100"/>
                  </a:lnTo>
                  <a:lnTo>
                    <a:pt x="6681165" y="378181"/>
                  </a:lnTo>
                  <a:lnTo>
                    <a:pt x="6628699" y="362939"/>
                  </a:lnTo>
                  <a:lnTo>
                    <a:pt x="6575821" y="346401"/>
                  </a:lnTo>
                  <a:lnTo>
                    <a:pt x="6522311" y="328647"/>
                  </a:lnTo>
                  <a:lnTo>
                    <a:pt x="6468090" y="309812"/>
                  </a:lnTo>
                  <a:lnTo>
                    <a:pt x="6413194" y="290083"/>
                  </a:lnTo>
                  <a:lnTo>
                    <a:pt x="6357762" y="269697"/>
                  </a:lnTo>
                  <a:lnTo>
                    <a:pt x="6302001" y="248927"/>
                  </a:lnTo>
                  <a:lnTo>
                    <a:pt x="6246163" y="228069"/>
                  </a:lnTo>
                  <a:lnTo>
                    <a:pt x="6190509" y="207423"/>
                  </a:lnTo>
                  <a:lnTo>
                    <a:pt x="6135278" y="187279"/>
                  </a:lnTo>
                  <a:lnTo>
                    <a:pt x="6080652" y="167895"/>
                  </a:lnTo>
                  <a:lnTo>
                    <a:pt x="6026728" y="149490"/>
                  </a:lnTo>
                  <a:lnTo>
                    <a:pt x="5973497" y="132228"/>
                  </a:lnTo>
                  <a:lnTo>
                    <a:pt x="5920826" y="116222"/>
                  </a:lnTo>
                  <a:lnTo>
                    <a:pt x="5868432" y="101529"/>
                  </a:lnTo>
                  <a:lnTo>
                    <a:pt x="5815872" y="88158"/>
                  </a:lnTo>
                  <a:lnTo>
                    <a:pt x="5784835" y="80942"/>
                  </a:lnTo>
                  <a:lnTo>
                    <a:pt x="5735154" y="70480"/>
                  </a:lnTo>
                  <a:lnTo>
                    <a:pt x="5683754" y="61084"/>
                  </a:lnTo>
                  <a:lnTo>
                    <a:pt x="5629810" y="52698"/>
                  </a:lnTo>
                  <a:lnTo>
                    <a:pt x="5572400" y="45226"/>
                  </a:lnTo>
                  <a:lnTo>
                    <a:pt x="5510588" y="38564"/>
                  </a:lnTo>
                  <a:lnTo>
                    <a:pt x="5443507" y="32609"/>
                  </a:lnTo>
                  <a:lnTo>
                    <a:pt x="5370462" y="27274"/>
                  </a:lnTo>
                  <a:lnTo>
                    <a:pt x="5291076" y="22488"/>
                  </a:lnTo>
                  <a:lnTo>
                    <a:pt x="5205471" y="18199"/>
                  </a:lnTo>
                  <a:lnTo>
                    <a:pt x="5114488" y="14378"/>
                  </a:lnTo>
                  <a:lnTo>
                    <a:pt x="5019900" y="11012"/>
                  </a:lnTo>
                  <a:lnTo>
                    <a:pt x="4924536" y="8106"/>
                  </a:lnTo>
                  <a:lnTo>
                    <a:pt x="4832214" y="5670"/>
                  </a:lnTo>
                  <a:lnTo>
                    <a:pt x="4747379" y="3712"/>
                  </a:lnTo>
                  <a:lnTo>
                    <a:pt x="4674415" y="2226"/>
                  </a:lnTo>
                  <a:lnTo>
                    <a:pt x="4616765" y="1183"/>
                  </a:lnTo>
                  <a:lnTo>
                    <a:pt x="4576093" y="524"/>
                  </a:lnTo>
                  <a:lnTo>
                    <a:pt x="4551792" y="171"/>
                  </a:lnTo>
                  <a:lnTo>
                    <a:pt x="4540935" y="28"/>
                  </a:lnTo>
                  <a:lnTo>
                    <a:pt x="4538543" y="0"/>
                  </a:lnTo>
                  <a:lnTo>
                    <a:pt x="4016409" y="0"/>
                  </a:lnTo>
                  <a:lnTo>
                    <a:pt x="4015256" y="77"/>
                  </a:lnTo>
                  <a:lnTo>
                    <a:pt x="4007699" y="632"/>
                  </a:lnTo>
                  <a:lnTo>
                    <a:pt x="3988744" y="2167"/>
                  </a:lnTo>
                  <a:lnTo>
                    <a:pt x="3955100" y="5184"/>
                  </a:lnTo>
                  <a:lnTo>
                    <a:pt x="3905459" y="10136"/>
                  </a:lnTo>
                  <a:lnTo>
                    <a:pt x="3840576" y="17371"/>
                  </a:lnTo>
                  <a:lnTo>
                    <a:pt x="3762998" y="27107"/>
                  </a:lnTo>
                  <a:lnTo>
                    <a:pt x="3676441" y="39424"/>
                  </a:lnTo>
                  <a:lnTo>
                    <a:pt x="3585019" y="54310"/>
                  </a:lnTo>
                  <a:lnTo>
                    <a:pt x="3492558" y="71706"/>
                  </a:lnTo>
                  <a:lnTo>
                    <a:pt x="3402140" y="91566"/>
                  </a:lnTo>
                  <a:lnTo>
                    <a:pt x="3315919" y="113904"/>
                  </a:lnTo>
                  <a:lnTo>
                    <a:pt x="3235145" y="138816"/>
                  </a:lnTo>
                  <a:lnTo>
                    <a:pt x="3160319" y="166501"/>
                  </a:lnTo>
                  <a:lnTo>
                    <a:pt x="3091375" y="197262"/>
                  </a:lnTo>
                  <a:lnTo>
                    <a:pt x="3027865" y="231499"/>
                  </a:lnTo>
                  <a:lnTo>
                    <a:pt x="2969102" y="269696"/>
                  </a:lnTo>
                  <a:lnTo>
                    <a:pt x="2914273" y="312395"/>
                  </a:lnTo>
                  <a:lnTo>
                    <a:pt x="2862523" y="360147"/>
                  </a:lnTo>
                  <a:lnTo>
                    <a:pt x="2813024" y="413423"/>
                  </a:lnTo>
                  <a:lnTo>
                    <a:pt x="2770117" y="465891"/>
                  </a:lnTo>
                  <a:lnTo>
                    <a:pt x="2732693" y="516334"/>
                  </a:lnTo>
                  <a:lnTo>
                    <a:pt x="2695619" y="570480"/>
                  </a:lnTo>
                  <a:lnTo>
                    <a:pt x="2658671" y="628406"/>
                  </a:lnTo>
                  <a:lnTo>
                    <a:pt x="2621674" y="690125"/>
                  </a:lnTo>
                  <a:lnTo>
                    <a:pt x="2584495" y="755587"/>
                  </a:lnTo>
                  <a:lnTo>
                    <a:pt x="2547041" y="824665"/>
                  </a:lnTo>
                  <a:lnTo>
                    <a:pt x="2509255" y="897156"/>
                  </a:lnTo>
                  <a:lnTo>
                    <a:pt x="2471113" y="972780"/>
                  </a:lnTo>
                  <a:lnTo>
                    <a:pt x="2432621" y="1051178"/>
                  </a:lnTo>
                  <a:lnTo>
                    <a:pt x="2393811" y="1131918"/>
                  </a:lnTo>
                  <a:lnTo>
                    <a:pt x="2354736" y="1214506"/>
                  </a:lnTo>
                  <a:lnTo>
                    <a:pt x="2315469" y="1298393"/>
                  </a:lnTo>
                  <a:lnTo>
                    <a:pt x="2276095" y="1382993"/>
                  </a:lnTo>
                  <a:lnTo>
                    <a:pt x="2236705" y="1467699"/>
                  </a:lnTo>
                  <a:lnTo>
                    <a:pt x="2197391" y="1551901"/>
                  </a:lnTo>
                  <a:lnTo>
                    <a:pt x="2158241" y="1635003"/>
                  </a:lnTo>
                  <a:lnTo>
                    <a:pt x="2119332" y="1716442"/>
                  </a:lnTo>
                  <a:lnTo>
                    <a:pt x="2080724" y="1795704"/>
                  </a:lnTo>
                  <a:lnTo>
                    <a:pt x="2042459" y="1872333"/>
                  </a:lnTo>
                  <a:lnTo>
                    <a:pt x="2004551" y="1945946"/>
                  </a:lnTo>
                  <a:lnTo>
                    <a:pt x="1966987" y="2016233"/>
                  </a:lnTo>
                  <a:lnTo>
                    <a:pt x="1929722" y="2082965"/>
                  </a:lnTo>
                  <a:lnTo>
                    <a:pt x="1892674" y="2145991"/>
                  </a:lnTo>
                  <a:lnTo>
                    <a:pt x="1855727" y="2205232"/>
                  </a:lnTo>
                  <a:lnTo>
                    <a:pt x="1818720" y="2260682"/>
                  </a:lnTo>
                  <a:lnTo>
                    <a:pt x="1781445" y="2312396"/>
                  </a:lnTo>
                  <a:lnTo>
                    <a:pt x="1768425" y="2329458"/>
                  </a:lnTo>
                  <a:lnTo>
                    <a:pt x="1720314" y="2387892"/>
                  </a:lnTo>
                  <a:lnTo>
                    <a:pt x="1670612" y="2440560"/>
                  </a:lnTo>
                  <a:lnTo>
                    <a:pt x="1618574" y="2487747"/>
                  </a:lnTo>
                  <a:lnTo>
                    <a:pt x="1563365" y="2529939"/>
                  </a:lnTo>
                  <a:lnTo>
                    <a:pt x="1504132" y="2567688"/>
                  </a:lnTo>
                  <a:lnTo>
                    <a:pt x="1440071" y="2601531"/>
                  </a:lnTo>
                  <a:lnTo>
                    <a:pt x="1370515" y="2631946"/>
                  </a:lnTo>
                  <a:lnTo>
                    <a:pt x="1295048" y="2659322"/>
                  </a:lnTo>
                  <a:lnTo>
                    <a:pt x="1213657" y="2683952"/>
                  </a:lnTo>
                  <a:lnTo>
                    <a:pt x="1126912" y="2706022"/>
                  </a:lnTo>
                  <a:lnTo>
                    <a:pt x="1036156" y="2725620"/>
                  </a:lnTo>
                  <a:lnTo>
                    <a:pt x="943644" y="2742750"/>
                  </a:lnTo>
                  <a:lnTo>
                    <a:pt x="852549" y="2757364"/>
                  </a:lnTo>
                  <a:lnTo>
                    <a:pt x="766756" y="2769405"/>
                  </a:lnTo>
                  <a:lnTo>
                    <a:pt x="690371" y="2778867"/>
                  </a:lnTo>
                  <a:lnTo>
                    <a:pt x="627023" y="2785846"/>
                  </a:lnTo>
                  <a:lnTo>
                    <a:pt x="579090" y="2790572"/>
                  </a:lnTo>
                  <a:lnTo>
                    <a:pt x="547115" y="2793408"/>
                  </a:lnTo>
                  <a:lnTo>
                    <a:pt x="529567" y="2794813"/>
                  </a:lnTo>
                  <a:lnTo>
                    <a:pt x="522960" y="2795294"/>
                  </a:lnTo>
                  <a:lnTo>
                    <a:pt x="522133" y="2795349"/>
                  </a:lnTo>
                  <a:lnTo>
                    <a:pt x="0" y="2795349"/>
                  </a:lnTo>
                  <a:close/>
                </a:path>
              </a:pathLst>
            </a:custGeom>
            <a:solidFill>
              <a:srgbClr val="E78AC3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1314" name="pl1314"/>
            <p:cNvSpPr/>
            <p:nvPr/>
          </p:nvSpPr>
          <p:spPr>
            <a:xfrm>
              <a:off x="386606" y="1846264"/>
              <a:ext cx="8554953" cy="2795349"/>
            </a:xfrm>
            <a:custGeom>
              <a:avLst/>
              <a:pathLst>
                <a:path w="8554953" h="2795349">
                  <a:moveTo>
                    <a:pt x="0" y="2795349"/>
                  </a:moveTo>
                  <a:lnTo>
                    <a:pt x="522133" y="2795349"/>
                  </a:lnTo>
                  <a:lnTo>
                    <a:pt x="523286" y="2795271"/>
                  </a:lnTo>
                  <a:lnTo>
                    <a:pt x="530843" y="2794716"/>
                  </a:lnTo>
                  <a:lnTo>
                    <a:pt x="549798" y="2793181"/>
                  </a:lnTo>
                  <a:lnTo>
                    <a:pt x="583442" y="2790164"/>
                  </a:lnTo>
                  <a:lnTo>
                    <a:pt x="633083" y="2785213"/>
                  </a:lnTo>
                  <a:lnTo>
                    <a:pt x="697966" y="2777977"/>
                  </a:lnTo>
                  <a:lnTo>
                    <a:pt x="775544" y="2768242"/>
                  </a:lnTo>
                  <a:lnTo>
                    <a:pt x="862101" y="2755925"/>
                  </a:lnTo>
                  <a:lnTo>
                    <a:pt x="953523" y="2741039"/>
                  </a:lnTo>
                  <a:lnTo>
                    <a:pt x="1045984" y="2723643"/>
                  </a:lnTo>
                  <a:lnTo>
                    <a:pt x="1136402" y="2703782"/>
                  </a:lnTo>
                  <a:lnTo>
                    <a:pt x="1222624" y="2681445"/>
                  </a:lnTo>
                  <a:lnTo>
                    <a:pt x="1303397" y="2656533"/>
                  </a:lnTo>
                  <a:lnTo>
                    <a:pt x="1378224" y="2628847"/>
                  </a:lnTo>
                  <a:lnTo>
                    <a:pt x="1447167" y="2598087"/>
                  </a:lnTo>
                  <a:lnTo>
                    <a:pt x="1510677" y="2563850"/>
                  </a:lnTo>
                  <a:lnTo>
                    <a:pt x="1569441" y="2525653"/>
                  </a:lnTo>
                  <a:lnTo>
                    <a:pt x="1624270" y="2482954"/>
                  </a:lnTo>
                  <a:lnTo>
                    <a:pt x="1676019" y="2435202"/>
                  </a:lnTo>
                  <a:lnTo>
                    <a:pt x="1725518" y="2381926"/>
                  </a:lnTo>
                  <a:lnTo>
                    <a:pt x="1768425" y="2329458"/>
                  </a:lnTo>
                  <a:lnTo>
                    <a:pt x="1805849" y="2279015"/>
                  </a:lnTo>
                  <a:lnTo>
                    <a:pt x="1842923" y="2224869"/>
                  </a:lnTo>
                  <a:lnTo>
                    <a:pt x="1879871" y="2166943"/>
                  </a:lnTo>
                  <a:lnTo>
                    <a:pt x="1916868" y="2105223"/>
                  </a:lnTo>
                  <a:lnTo>
                    <a:pt x="1954047" y="2039762"/>
                  </a:lnTo>
                  <a:lnTo>
                    <a:pt x="1991501" y="1970684"/>
                  </a:lnTo>
                  <a:lnTo>
                    <a:pt x="2029287" y="1898192"/>
                  </a:lnTo>
                  <a:lnTo>
                    <a:pt x="2067429" y="1822569"/>
                  </a:lnTo>
                  <a:lnTo>
                    <a:pt x="2105921" y="1744171"/>
                  </a:lnTo>
                  <a:lnTo>
                    <a:pt x="2144731" y="1663431"/>
                  </a:lnTo>
                  <a:lnTo>
                    <a:pt x="2183806" y="1580843"/>
                  </a:lnTo>
                  <a:lnTo>
                    <a:pt x="2223073" y="1496956"/>
                  </a:lnTo>
                  <a:lnTo>
                    <a:pt x="2262447" y="1412356"/>
                  </a:lnTo>
                  <a:lnTo>
                    <a:pt x="2301837" y="1327649"/>
                  </a:lnTo>
                  <a:lnTo>
                    <a:pt x="2341151" y="1243448"/>
                  </a:lnTo>
                  <a:lnTo>
                    <a:pt x="2380301" y="1160346"/>
                  </a:lnTo>
                  <a:lnTo>
                    <a:pt x="2419210" y="1078906"/>
                  </a:lnTo>
                  <a:lnTo>
                    <a:pt x="2457818" y="999645"/>
                  </a:lnTo>
                  <a:lnTo>
                    <a:pt x="2496083" y="923016"/>
                  </a:lnTo>
                  <a:lnTo>
                    <a:pt x="2533991" y="849403"/>
                  </a:lnTo>
                  <a:lnTo>
                    <a:pt x="2571555" y="779116"/>
                  </a:lnTo>
                  <a:lnTo>
                    <a:pt x="2608821" y="712384"/>
                  </a:lnTo>
                  <a:lnTo>
                    <a:pt x="2645868" y="649358"/>
                  </a:lnTo>
                  <a:lnTo>
                    <a:pt x="2682815" y="590116"/>
                  </a:lnTo>
                  <a:lnTo>
                    <a:pt x="2719823" y="534666"/>
                  </a:lnTo>
                  <a:lnTo>
                    <a:pt x="2757097" y="482953"/>
                  </a:lnTo>
                  <a:lnTo>
                    <a:pt x="2770117" y="465891"/>
                  </a:lnTo>
                  <a:lnTo>
                    <a:pt x="2818228" y="407457"/>
                  </a:lnTo>
                  <a:lnTo>
                    <a:pt x="2867930" y="354788"/>
                  </a:lnTo>
                  <a:lnTo>
                    <a:pt x="2919968" y="307601"/>
                  </a:lnTo>
                  <a:lnTo>
                    <a:pt x="2975177" y="265410"/>
                  </a:lnTo>
                  <a:lnTo>
                    <a:pt x="3034410" y="227661"/>
                  </a:lnTo>
                  <a:lnTo>
                    <a:pt x="3098471" y="193818"/>
                  </a:lnTo>
                  <a:lnTo>
                    <a:pt x="3168027" y="163403"/>
                  </a:lnTo>
                  <a:lnTo>
                    <a:pt x="3243494" y="136026"/>
                  </a:lnTo>
                  <a:lnTo>
                    <a:pt x="3324886" y="111397"/>
                  </a:lnTo>
                  <a:lnTo>
                    <a:pt x="3411630" y="89327"/>
                  </a:lnTo>
                  <a:lnTo>
                    <a:pt x="3502386" y="69729"/>
                  </a:lnTo>
                  <a:lnTo>
                    <a:pt x="3594898" y="52598"/>
                  </a:lnTo>
                  <a:lnTo>
                    <a:pt x="3685993" y="37985"/>
                  </a:lnTo>
                  <a:lnTo>
                    <a:pt x="3771786" y="25944"/>
                  </a:lnTo>
                  <a:lnTo>
                    <a:pt x="3848171" y="16482"/>
                  </a:lnTo>
                  <a:lnTo>
                    <a:pt x="3911519" y="9503"/>
                  </a:lnTo>
                  <a:lnTo>
                    <a:pt x="3959453" y="4777"/>
                  </a:lnTo>
                  <a:lnTo>
                    <a:pt x="3991427" y="1941"/>
                  </a:lnTo>
                  <a:lnTo>
                    <a:pt x="4008975" y="535"/>
                  </a:lnTo>
                  <a:lnTo>
                    <a:pt x="4015582" y="55"/>
                  </a:lnTo>
                  <a:lnTo>
                    <a:pt x="4016409" y="0"/>
                  </a:lnTo>
                  <a:lnTo>
                    <a:pt x="4538543" y="0"/>
                  </a:lnTo>
                  <a:lnTo>
                    <a:pt x="4539809" y="14"/>
                  </a:lnTo>
                  <a:lnTo>
                    <a:pt x="4548085" y="121"/>
                  </a:lnTo>
                  <a:lnTo>
                    <a:pt x="4568777" y="414"/>
                  </a:lnTo>
                  <a:lnTo>
                    <a:pt x="4605336" y="991"/>
                  </a:lnTo>
                  <a:lnTo>
                    <a:pt x="4658944" y="1935"/>
                  </a:lnTo>
                  <a:lnTo>
                    <a:pt x="4728458" y="3309"/>
                  </a:lnTo>
                  <a:lnTo>
                    <a:pt x="4810799" y="5151"/>
                  </a:lnTo>
                  <a:lnTo>
                    <a:pt x="4901726" y="7472"/>
                  </a:lnTo>
                  <a:lnTo>
                    <a:pt x="4996736" y="10265"/>
                  </a:lnTo>
                  <a:lnTo>
                    <a:pt x="5091813" y="13520"/>
                  </a:lnTo>
                  <a:lnTo>
                    <a:pt x="5183870" y="17231"/>
                  </a:lnTo>
                  <a:lnTo>
                    <a:pt x="5270888" y="21404"/>
                  </a:lnTo>
                  <a:lnTo>
                    <a:pt x="5351816" y="26067"/>
                  </a:lnTo>
                  <a:lnTo>
                    <a:pt x="5426378" y="31263"/>
                  </a:lnTo>
                  <a:lnTo>
                    <a:pt x="5494849" y="37060"/>
                  </a:lnTo>
                  <a:lnTo>
                    <a:pt x="5557863" y="43542"/>
                  </a:lnTo>
                  <a:lnTo>
                    <a:pt x="5616255" y="50808"/>
                  </a:lnTo>
                  <a:lnTo>
                    <a:pt x="5670952" y="58963"/>
                  </a:lnTo>
                  <a:lnTo>
                    <a:pt x="5722888" y="68107"/>
                  </a:lnTo>
                  <a:lnTo>
                    <a:pt x="5772918" y="78309"/>
                  </a:lnTo>
                  <a:lnTo>
                    <a:pt x="5784835" y="80942"/>
                  </a:lnTo>
                  <a:lnTo>
                    <a:pt x="5837772" y="93556"/>
                  </a:lnTo>
                  <a:lnTo>
                    <a:pt x="5890197" y="107474"/>
                  </a:lnTo>
                  <a:lnTo>
                    <a:pt x="5942663" y="122717"/>
                  </a:lnTo>
                  <a:lnTo>
                    <a:pt x="5995541" y="139255"/>
                  </a:lnTo>
                  <a:lnTo>
                    <a:pt x="6049051" y="157008"/>
                  </a:lnTo>
                  <a:lnTo>
                    <a:pt x="6103272" y="175844"/>
                  </a:lnTo>
                  <a:lnTo>
                    <a:pt x="6158168" y="195572"/>
                  </a:lnTo>
                  <a:lnTo>
                    <a:pt x="6213600" y="215959"/>
                  </a:lnTo>
                  <a:lnTo>
                    <a:pt x="6269361" y="236729"/>
                  </a:lnTo>
                  <a:lnTo>
                    <a:pt x="6325199" y="257587"/>
                  </a:lnTo>
                  <a:lnTo>
                    <a:pt x="6380853" y="278233"/>
                  </a:lnTo>
                  <a:lnTo>
                    <a:pt x="6436084" y="298377"/>
                  </a:lnTo>
                  <a:lnTo>
                    <a:pt x="6490710" y="317760"/>
                  </a:lnTo>
                  <a:lnTo>
                    <a:pt x="6544634" y="336166"/>
                  </a:lnTo>
                  <a:lnTo>
                    <a:pt x="6597864" y="353428"/>
                  </a:lnTo>
                  <a:lnTo>
                    <a:pt x="6650536" y="369434"/>
                  </a:lnTo>
                  <a:lnTo>
                    <a:pt x="6702930" y="384126"/>
                  </a:lnTo>
                  <a:lnTo>
                    <a:pt x="6755490" y="397498"/>
                  </a:lnTo>
                  <a:lnTo>
                    <a:pt x="6786527" y="404713"/>
                  </a:lnTo>
                  <a:lnTo>
                    <a:pt x="6836208" y="415175"/>
                  </a:lnTo>
                  <a:lnTo>
                    <a:pt x="6887608" y="424571"/>
                  </a:lnTo>
                  <a:lnTo>
                    <a:pt x="6941552" y="432958"/>
                  </a:lnTo>
                  <a:lnTo>
                    <a:pt x="6998962" y="440429"/>
                  </a:lnTo>
                  <a:lnTo>
                    <a:pt x="7060774" y="447092"/>
                  </a:lnTo>
                  <a:lnTo>
                    <a:pt x="7127855" y="453046"/>
                  </a:lnTo>
                  <a:lnTo>
                    <a:pt x="7200900" y="458381"/>
                  </a:lnTo>
                  <a:lnTo>
                    <a:pt x="7280286" y="463168"/>
                  </a:lnTo>
                  <a:lnTo>
                    <a:pt x="7365891" y="467457"/>
                  </a:lnTo>
                  <a:lnTo>
                    <a:pt x="7456874" y="471278"/>
                  </a:lnTo>
                  <a:lnTo>
                    <a:pt x="7551462" y="474644"/>
                  </a:lnTo>
                  <a:lnTo>
                    <a:pt x="7646826" y="477550"/>
                  </a:lnTo>
                  <a:lnTo>
                    <a:pt x="7739148" y="479986"/>
                  </a:lnTo>
                  <a:lnTo>
                    <a:pt x="7823983" y="481944"/>
                  </a:lnTo>
                  <a:lnTo>
                    <a:pt x="7896947" y="483429"/>
                  </a:lnTo>
                  <a:lnTo>
                    <a:pt x="7954597" y="484473"/>
                  </a:lnTo>
                  <a:lnTo>
                    <a:pt x="7995269" y="485131"/>
                  </a:lnTo>
                  <a:lnTo>
                    <a:pt x="8019570" y="485485"/>
                  </a:lnTo>
                  <a:lnTo>
                    <a:pt x="8030427" y="485628"/>
                  </a:lnTo>
                  <a:lnTo>
                    <a:pt x="8032800" y="485656"/>
                  </a:lnTo>
                  <a:lnTo>
                    <a:pt x="8032819" y="485656"/>
                  </a:lnTo>
                  <a:lnTo>
                    <a:pt x="8554953" y="485656"/>
                  </a:lnTo>
                  <a:lnTo>
                    <a:pt x="8554953" y="485656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315" name="pl1315"/>
            <p:cNvSpPr/>
            <p:nvPr/>
          </p:nvSpPr>
          <p:spPr>
            <a:xfrm>
              <a:off x="386606" y="1840617"/>
              <a:ext cx="8554953" cy="2795349"/>
            </a:xfrm>
            <a:custGeom>
              <a:avLst/>
              <a:pathLst>
                <a:path w="8554953" h="2795349">
                  <a:moveTo>
                    <a:pt x="8554953" y="485656"/>
                  </a:moveTo>
                  <a:lnTo>
                    <a:pt x="8032819" y="485656"/>
                  </a:lnTo>
                  <a:lnTo>
                    <a:pt x="8031553" y="485641"/>
                  </a:lnTo>
                  <a:lnTo>
                    <a:pt x="8023277" y="485535"/>
                  </a:lnTo>
                  <a:lnTo>
                    <a:pt x="8002585" y="485242"/>
                  </a:lnTo>
                  <a:lnTo>
                    <a:pt x="7966026" y="484665"/>
                  </a:lnTo>
                  <a:lnTo>
                    <a:pt x="7912418" y="483721"/>
                  </a:lnTo>
                  <a:lnTo>
                    <a:pt x="7842904" y="482346"/>
                  </a:lnTo>
                  <a:lnTo>
                    <a:pt x="7760563" y="480504"/>
                  </a:lnTo>
                  <a:lnTo>
                    <a:pt x="7669636" y="478184"/>
                  </a:lnTo>
                  <a:lnTo>
                    <a:pt x="7574626" y="475390"/>
                  </a:lnTo>
                  <a:lnTo>
                    <a:pt x="7479549" y="472135"/>
                  </a:lnTo>
                  <a:lnTo>
                    <a:pt x="7387492" y="468425"/>
                  </a:lnTo>
                  <a:lnTo>
                    <a:pt x="7300474" y="464251"/>
                  </a:lnTo>
                  <a:lnTo>
                    <a:pt x="7219546" y="459589"/>
                  </a:lnTo>
                  <a:lnTo>
                    <a:pt x="7144984" y="454393"/>
                  </a:lnTo>
                  <a:lnTo>
                    <a:pt x="7076513" y="448596"/>
                  </a:lnTo>
                  <a:lnTo>
                    <a:pt x="7013499" y="442114"/>
                  </a:lnTo>
                  <a:lnTo>
                    <a:pt x="6955107" y="434848"/>
                  </a:lnTo>
                  <a:lnTo>
                    <a:pt x="6900410" y="426693"/>
                  </a:lnTo>
                  <a:lnTo>
                    <a:pt x="6848474" y="417548"/>
                  </a:lnTo>
                  <a:lnTo>
                    <a:pt x="6798444" y="407347"/>
                  </a:lnTo>
                  <a:lnTo>
                    <a:pt x="6786527" y="404713"/>
                  </a:lnTo>
                  <a:lnTo>
                    <a:pt x="6733590" y="392100"/>
                  </a:lnTo>
                  <a:lnTo>
                    <a:pt x="6681165" y="378181"/>
                  </a:lnTo>
                  <a:lnTo>
                    <a:pt x="6628699" y="362939"/>
                  </a:lnTo>
                  <a:lnTo>
                    <a:pt x="6575821" y="346401"/>
                  </a:lnTo>
                  <a:lnTo>
                    <a:pt x="6522311" y="328647"/>
                  </a:lnTo>
                  <a:lnTo>
                    <a:pt x="6468090" y="309812"/>
                  </a:lnTo>
                  <a:lnTo>
                    <a:pt x="6413194" y="290083"/>
                  </a:lnTo>
                  <a:lnTo>
                    <a:pt x="6357762" y="269697"/>
                  </a:lnTo>
                  <a:lnTo>
                    <a:pt x="6302001" y="248927"/>
                  </a:lnTo>
                  <a:lnTo>
                    <a:pt x="6246163" y="228069"/>
                  </a:lnTo>
                  <a:lnTo>
                    <a:pt x="6190509" y="207423"/>
                  </a:lnTo>
                  <a:lnTo>
                    <a:pt x="6135278" y="187279"/>
                  </a:lnTo>
                  <a:lnTo>
                    <a:pt x="6080652" y="167895"/>
                  </a:lnTo>
                  <a:lnTo>
                    <a:pt x="6026728" y="149490"/>
                  </a:lnTo>
                  <a:lnTo>
                    <a:pt x="5973497" y="132228"/>
                  </a:lnTo>
                  <a:lnTo>
                    <a:pt x="5920826" y="116222"/>
                  </a:lnTo>
                  <a:lnTo>
                    <a:pt x="5868432" y="101529"/>
                  </a:lnTo>
                  <a:lnTo>
                    <a:pt x="5815872" y="88158"/>
                  </a:lnTo>
                  <a:lnTo>
                    <a:pt x="5784835" y="80942"/>
                  </a:lnTo>
                  <a:lnTo>
                    <a:pt x="5735154" y="70480"/>
                  </a:lnTo>
                  <a:lnTo>
                    <a:pt x="5683754" y="61084"/>
                  </a:lnTo>
                  <a:lnTo>
                    <a:pt x="5629810" y="52698"/>
                  </a:lnTo>
                  <a:lnTo>
                    <a:pt x="5572400" y="45226"/>
                  </a:lnTo>
                  <a:lnTo>
                    <a:pt x="5510588" y="38564"/>
                  </a:lnTo>
                  <a:lnTo>
                    <a:pt x="5443507" y="32609"/>
                  </a:lnTo>
                  <a:lnTo>
                    <a:pt x="5370462" y="27274"/>
                  </a:lnTo>
                  <a:lnTo>
                    <a:pt x="5291076" y="22488"/>
                  </a:lnTo>
                  <a:lnTo>
                    <a:pt x="5205471" y="18199"/>
                  </a:lnTo>
                  <a:lnTo>
                    <a:pt x="5114488" y="14378"/>
                  </a:lnTo>
                  <a:lnTo>
                    <a:pt x="5019900" y="11012"/>
                  </a:lnTo>
                  <a:lnTo>
                    <a:pt x="4924536" y="8106"/>
                  </a:lnTo>
                  <a:lnTo>
                    <a:pt x="4832214" y="5670"/>
                  </a:lnTo>
                  <a:lnTo>
                    <a:pt x="4747379" y="3712"/>
                  </a:lnTo>
                  <a:lnTo>
                    <a:pt x="4674415" y="2226"/>
                  </a:lnTo>
                  <a:lnTo>
                    <a:pt x="4616765" y="1183"/>
                  </a:lnTo>
                  <a:lnTo>
                    <a:pt x="4576093" y="524"/>
                  </a:lnTo>
                  <a:lnTo>
                    <a:pt x="4551792" y="171"/>
                  </a:lnTo>
                  <a:lnTo>
                    <a:pt x="4540935" y="28"/>
                  </a:lnTo>
                  <a:lnTo>
                    <a:pt x="4538562" y="0"/>
                  </a:lnTo>
                  <a:lnTo>
                    <a:pt x="4538543" y="0"/>
                  </a:lnTo>
                  <a:lnTo>
                    <a:pt x="4016409" y="0"/>
                  </a:lnTo>
                  <a:lnTo>
                    <a:pt x="4015256" y="77"/>
                  </a:lnTo>
                  <a:lnTo>
                    <a:pt x="4007699" y="632"/>
                  </a:lnTo>
                  <a:lnTo>
                    <a:pt x="3988744" y="2167"/>
                  </a:lnTo>
                  <a:lnTo>
                    <a:pt x="3955100" y="5184"/>
                  </a:lnTo>
                  <a:lnTo>
                    <a:pt x="3905459" y="10136"/>
                  </a:lnTo>
                  <a:lnTo>
                    <a:pt x="3840576" y="17371"/>
                  </a:lnTo>
                  <a:lnTo>
                    <a:pt x="3762998" y="27107"/>
                  </a:lnTo>
                  <a:lnTo>
                    <a:pt x="3676441" y="39424"/>
                  </a:lnTo>
                  <a:lnTo>
                    <a:pt x="3585019" y="54310"/>
                  </a:lnTo>
                  <a:lnTo>
                    <a:pt x="3492558" y="71706"/>
                  </a:lnTo>
                  <a:lnTo>
                    <a:pt x="3402140" y="91566"/>
                  </a:lnTo>
                  <a:lnTo>
                    <a:pt x="3315919" y="113904"/>
                  </a:lnTo>
                  <a:lnTo>
                    <a:pt x="3235145" y="138816"/>
                  </a:lnTo>
                  <a:lnTo>
                    <a:pt x="3160319" y="166501"/>
                  </a:lnTo>
                  <a:lnTo>
                    <a:pt x="3091375" y="197262"/>
                  </a:lnTo>
                  <a:lnTo>
                    <a:pt x="3027865" y="231499"/>
                  </a:lnTo>
                  <a:lnTo>
                    <a:pt x="2969102" y="269696"/>
                  </a:lnTo>
                  <a:lnTo>
                    <a:pt x="2914273" y="312395"/>
                  </a:lnTo>
                  <a:lnTo>
                    <a:pt x="2862523" y="360147"/>
                  </a:lnTo>
                  <a:lnTo>
                    <a:pt x="2813024" y="413423"/>
                  </a:lnTo>
                  <a:lnTo>
                    <a:pt x="2770117" y="465891"/>
                  </a:lnTo>
                  <a:lnTo>
                    <a:pt x="2732693" y="516334"/>
                  </a:lnTo>
                  <a:lnTo>
                    <a:pt x="2695619" y="570480"/>
                  </a:lnTo>
                  <a:lnTo>
                    <a:pt x="2658671" y="628406"/>
                  </a:lnTo>
                  <a:lnTo>
                    <a:pt x="2621674" y="690125"/>
                  </a:lnTo>
                  <a:lnTo>
                    <a:pt x="2584495" y="755587"/>
                  </a:lnTo>
                  <a:lnTo>
                    <a:pt x="2547041" y="824665"/>
                  </a:lnTo>
                  <a:lnTo>
                    <a:pt x="2509255" y="897156"/>
                  </a:lnTo>
                  <a:lnTo>
                    <a:pt x="2471113" y="972780"/>
                  </a:lnTo>
                  <a:lnTo>
                    <a:pt x="2432621" y="1051178"/>
                  </a:lnTo>
                  <a:lnTo>
                    <a:pt x="2393811" y="1131918"/>
                  </a:lnTo>
                  <a:lnTo>
                    <a:pt x="2354736" y="1214506"/>
                  </a:lnTo>
                  <a:lnTo>
                    <a:pt x="2315469" y="1298393"/>
                  </a:lnTo>
                  <a:lnTo>
                    <a:pt x="2276095" y="1382993"/>
                  </a:lnTo>
                  <a:lnTo>
                    <a:pt x="2236705" y="1467699"/>
                  </a:lnTo>
                  <a:lnTo>
                    <a:pt x="2197391" y="1551901"/>
                  </a:lnTo>
                  <a:lnTo>
                    <a:pt x="2158241" y="1635003"/>
                  </a:lnTo>
                  <a:lnTo>
                    <a:pt x="2119332" y="1716442"/>
                  </a:lnTo>
                  <a:lnTo>
                    <a:pt x="2080724" y="1795704"/>
                  </a:lnTo>
                  <a:lnTo>
                    <a:pt x="2042459" y="1872333"/>
                  </a:lnTo>
                  <a:lnTo>
                    <a:pt x="2004551" y="1945946"/>
                  </a:lnTo>
                  <a:lnTo>
                    <a:pt x="1966987" y="2016233"/>
                  </a:lnTo>
                  <a:lnTo>
                    <a:pt x="1929722" y="2082965"/>
                  </a:lnTo>
                  <a:lnTo>
                    <a:pt x="1892674" y="2145991"/>
                  </a:lnTo>
                  <a:lnTo>
                    <a:pt x="1855727" y="2205232"/>
                  </a:lnTo>
                  <a:lnTo>
                    <a:pt x="1818720" y="2260682"/>
                  </a:lnTo>
                  <a:lnTo>
                    <a:pt x="1781445" y="2312396"/>
                  </a:lnTo>
                  <a:lnTo>
                    <a:pt x="1768425" y="2329458"/>
                  </a:lnTo>
                  <a:lnTo>
                    <a:pt x="1720314" y="2387892"/>
                  </a:lnTo>
                  <a:lnTo>
                    <a:pt x="1670612" y="2440560"/>
                  </a:lnTo>
                  <a:lnTo>
                    <a:pt x="1618574" y="2487747"/>
                  </a:lnTo>
                  <a:lnTo>
                    <a:pt x="1563365" y="2529939"/>
                  </a:lnTo>
                  <a:lnTo>
                    <a:pt x="1504132" y="2567688"/>
                  </a:lnTo>
                  <a:lnTo>
                    <a:pt x="1440071" y="2601531"/>
                  </a:lnTo>
                  <a:lnTo>
                    <a:pt x="1370515" y="2631946"/>
                  </a:lnTo>
                  <a:lnTo>
                    <a:pt x="1295048" y="2659322"/>
                  </a:lnTo>
                  <a:lnTo>
                    <a:pt x="1213657" y="2683952"/>
                  </a:lnTo>
                  <a:lnTo>
                    <a:pt x="1126912" y="2706022"/>
                  </a:lnTo>
                  <a:lnTo>
                    <a:pt x="1036156" y="2725620"/>
                  </a:lnTo>
                  <a:lnTo>
                    <a:pt x="943644" y="2742750"/>
                  </a:lnTo>
                  <a:lnTo>
                    <a:pt x="852549" y="2757364"/>
                  </a:lnTo>
                  <a:lnTo>
                    <a:pt x="766756" y="2769405"/>
                  </a:lnTo>
                  <a:lnTo>
                    <a:pt x="690371" y="2778867"/>
                  </a:lnTo>
                  <a:lnTo>
                    <a:pt x="627023" y="2785846"/>
                  </a:lnTo>
                  <a:lnTo>
                    <a:pt x="579090" y="2790572"/>
                  </a:lnTo>
                  <a:lnTo>
                    <a:pt x="547115" y="2793408"/>
                  </a:lnTo>
                  <a:lnTo>
                    <a:pt x="529567" y="2794813"/>
                  </a:lnTo>
                  <a:lnTo>
                    <a:pt x="522960" y="2795294"/>
                  </a:lnTo>
                  <a:lnTo>
                    <a:pt x="522133" y="2795349"/>
                  </a:lnTo>
                  <a:lnTo>
                    <a:pt x="0" y="2795349"/>
                  </a:lnTo>
                  <a:lnTo>
                    <a:pt x="0" y="2795349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316" name="pg1316"/>
            <p:cNvSpPr/>
            <p:nvPr/>
          </p:nvSpPr>
          <p:spPr>
            <a:xfrm>
              <a:off x="386606" y="1851911"/>
              <a:ext cx="8554953" cy="2795349"/>
            </a:xfrm>
            <a:custGeom>
              <a:avLst/>
              <a:pathLst>
                <a:path w="8554953" h="2795349">
                  <a:moveTo>
                    <a:pt x="0" y="2795349"/>
                  </a:moveTo>
                  <a:lnTo>
                    <a:pt x="522133" y="2795349"/>
                  </a:lnTo>
                  <a:lnTo>
                    <a:pt x="523287" y="2795272"/>
                  </a:lnTo>
                  <a:lnTo>
                    <a:pt x="530847" y="2794717"/>
                  </a:lnTo>
                  <a:lnTo>
                    <a:pt x="549808" y="2793185"/>
                  </a:lnTo>
                  <a:lnTo>
                    <a:pt x="583462" y="2790173"/>
                  </a:lnTo>
                  <a:lnTo>
                    <a:pt x="633119" y="2785230"/>
                  </a:lnTo>
                  <a:lnTo>
                    <a:pt x="698019" y="2778006"/>
                  </a:lnTo>
                  <a:lnTo>
                    <a:pt x="775616" y="2768287"/>
                  </a:lnTo>
                  <a:lnTo>
                    <a:pt x="862190" y="2755991"/>
                  </a:lnTo>
                  <a:lnTo>
                    <a:pt x="953626" y="2741131"/>
                  </a:lnTo>
                  <a:lnTo>
                    <a:pt x="1046097" y="2723765"/>
                  </a:lnTo>
                  <a:lnTo>
                    <a:pt x="1136522" y="2703939"/>
                  </a:lnTo>
                  <a:lnTo>
                    <a:pt x="1222748" y="2681640"/>
                  </a:lnTo>
                  <a:lnTo>
                    <a:pt x="1303522" y="2656771"/>
                  </a:lnTo>
                  <a:lnTo>
                    <a:pt x="1378348" y="2629133"/>
                  </a:lnTo>
                  <a:lnTo>
                    <a:pt x="1447290" y="2598425"/>
                  </a:lnTo>
                  <a:lnTo>
                    <a:pt x="1510798" y="2564246"/>
                  </a:lnTo>
                  <a:lnTo>
                    <a:pt x="1569560" y="2526113"/>
                  </a:lnTo>
                  <a:lnTo>
                    <a:pt x="1624388" y="2483484"/>
                  </a:lnTo>
                  <a:lnTo>
                    <a:pt x="1676138" y="2435811"/>
                  </a:lnTo>
                  <a:lnTo>
                    <a:pt x="1725638" y="2382623"/>
                  </a:lnTo>
                  <a:lnTo>
                    <a:pt x="1768425" y="2330399"/>
                  </a:lnTo>
                  <a:lnTo>
                    <a:pt x="1805879" y="2280017"/>
                  </a:lnTo>
                  <a:lnTo>
                    <a:pt x="1842981" y="2225933"/>
                  </a:lnTo>
                  <a:lnTo>
                    <a:pt x="1879958" y="2168072"/>
                  </a:lnTo>
                  <a:lnTo>
                    <a:pt x="1916985" y="2106418"/>
                  </a:lnTo>
                  <a:lnTo>
                    <a:pt x="1954194" y="2041025"/>
                  </a:lnTo>
                  <a:lnTo>
                    <a:pt x="1991678" y="1972017"/>
                  </a:lnTo>
                  <a:lnTo>
                    <a:pt x="2029495" y="1899599"/>
                  </a:lnTo>
                  <a:lnTo>
                    <a:pt x="2067669" y="1824051"/>
                  </a:lnTo>
                  <a:lnTo>
                    <a:pt x="2106194" y="1745733"/>
                  </a:lnTo>
                  <a:lnTo>
                    <a:pt x="2145037" y="1665077"/>
                  </a:lnTo>
                  <a:lnTo>
                    <a:pt x="2184144" y="1582579"/>
                  </a:lnTo>
                  <a:lnTo>
                    <a:pt x="2223443" y="1498787"/>
                  </a:lnTo>
                  <a:lnTo>
                    <a:pt x="2262849" y="1414287"/>
                  </a:lnTo>
                  <a:lnTo>
                    <a:pt x="2302270" y="1329688"/>
                  </a:lnTo>
                  <a:lnTo>
                    <a:pt x="2341613" y="1245599"/>
                  </a:lnTo>
                  <a:lnTo>
                    <a:pt x="2380791" y="1162617"/>
                  </a:lnTo>
                  <a:lnTo>
                    <a:pt x="2419727" y="1081304"/>
                  </a:lnTo>
                  <a:lnTo>
                    <a:pt x="2458360" y="1002173"/>
                  </a:lnTo>
                  <a:lnTo>
                    <a:pt x="2496651" y="925680"/>
                  </a:lnTo>
                  <a:lnTo>
                    <a:pt x="2534583" y="852208"/>
                  </a:lnTo>
                  <a:lnTo>
                    <a:pt x="2572171" y="782063"/>
                  </a:lnTo>
                  <a:lnTo>
                    <a:pt x="2609461" y="715474"/>
                  </a:lnTo>
                  <a:lnTo>
                    <a:pt x="2646535" y="652593"/>
                  </a:lnTo>
                  <a:lnTo>
                    <a:pt x="2683511" y="593495"/>
                  </a:lnTo>
                  <a:lnTo>
                    <a:pt x="2720550" y="538186"/>
                  </a:lnTo>
                  <a:lnTo>
                    <a:pt x="2757862" y="486610"/>
                  </a:lnTo>
                  <a:lnTo>
                    <a:pt x="2770117" y="470597"/>
                  </a:lnTo>
                  <a:lnTo>
                    <a:pt x="2818234" y="412274"/>
                  </a:lnTo>
                  <a:lnTo>
                    <a:pt x="2867943" y="359706"/>
                  </a:lnTo>
                  <a:lnTo>
                    <a:pt x="2919988" y="312611"/>
                  </a:lnTo>
                  <a:lnTo>
                    <a:pt x="2975205" y="270501"/>
                  </a:lnTo>
                  <a:lnTo>
                    <a:pt x="3034448" y="232826"/>
                  </a:lnTo>
                  <a:lnTo>
                    <a:pt x="3098521" y="199049"/>
                  </a:lnTo>
                  <a:lnTo>
                    <a:pt x="3168090" y="168695"/>
                  </a:lnTo>
                  <a:lnTo>
                    <a:pt x="3243572" y="141373"/>
                  </a:lnTo>
                  <a:lnTo>
                    <a:pt x="3324979" y="116793"/>
                  </a:lnTo>
                  <a:lnTo>
                    <a:pt x="3411741" y="94768"/>
                  </a:lnTo>
                  <a:lnTo>
                    <a:pt x="3502511" y="75210"/>
                  </a:lnTo>
                  <a:lnTo>
                    <a:pt x="3595035" y="58116"/>
                  </a:lnTo>
                  <a:lnTo>
                    <a:pt x="3686136" y="43534"/>
                  </a:lnTo>
                  <a:lnTo>
                    <a:pt x="3771928" y="31520"/>
                  </a:lnTo>
                  <a:lnTo>
                    <a:pt x="3848302" y="22080"/>
                  </a:lnTo>
                  <a:lnTo>
                    <a:pt x="3911630" y="15119"/>
                  </a:lnTo>
                  <a:lnTo>
                    <a:pt x="3959536" y="10407"/>
                  </a:lnTo>
                  <a:lnTo>
                    <a:pt x="3991482" y="7580"/>
                  </a:lnTo>
                  <a:lnTo>
                    <a:pt x="4009002" y="6179"/>
                  </a:lnTo>
                  <a:lnTo>
                    <a:pt x="4015589" y="5701"/>
                  </a:lnTo>
                  <a:lnTo>
                    <a:pt x="4016409" y="5647"/>
                  </a:lnTo>
                  <a:lnTo>
                    <a:pt x="4538543" y="5647"/>
                  </a:lnTo>
                  <a:lnTo>
                    <a:pt x="4539805" y="5668"/>
                  </a:lnTo>
                  <a:lnTo>
                    <a:pt x="4548055" y="5819"/>
                  </a:lnTo>
                  <a:lnTo>
                    <a:pt x="4568684" y="6238"/>
                  </a:lnTo>
                  <a:lnTo>
                    <a:pt x="4605139" y="7059"/>
                  </a:lnTo>
                  <a:lnTo>
                    <a:pt x="4658605" y="8405"/>
                  </a:lnTo>
                  <a:lnTo>
                    <a:pt x="4727955" y="10366"/>
                  </a:lnTo>
                  <a:lnTo>
                    <a:pt x="4810129" y="12992"/>
                  </a:lnTo>
                  <a:lnTo>
                    <a:pt x="4900906" y="16302"/>
                  </a:lnTo>
                  <a:lnTo>
                    <a:pt x="4995794" y="20287"/>
                  </a:lnTo>
                  <a:lnTo>
                    <a:pt x="5090783" y="24930"/>
                  </a:lnTo>
                  <a:lnTo>
                    <a:pt x="5182789" y="30224"/>
                  </a:lnTo>
                  <a:lnTo>
                    <a:pt x="5269783" y="36178"/>
                  </a:lnTo>
                  <a:lnTo>
                    <a:pt x="5350708" y="42828"/>
                  </a:lnTo>
                  <a:lnTo>
                    <a:pt x="5425282" y="50241"/>
                  </a:lnTo>
                  <a:lnTo>
                    <a:pt x="5493771" y="58508"/>
                  </a:lnTo>
                  <a:lnTo>
                    <a:pt x="5556801" y="67751"/>
                  </a:lnTo>
                  <a:lnTo>
                    <a:pt x="5615204" y="78110"/>
                  </a:lnTo>
                  <a:lnTo>
                    <a:pt x="5669904" y="89735"/>
                  </a:lnTo>
                  <a:lnTo>
                    <a:pt x="5721829" y="102769"/>
                  </a:lnTo>
                  <a:lnTo>
                    <a:pt x="5771837" y="117312"/>
                  </a:lnTo>
                  <a:lnTo>
                    <a:pt x="5784835" y="121414"/>
                  </a:lnTo>
                  <a:lnTo>
                    <a:pt x="5836547" y="139013"/>
                  </a:lnTo>
                  <a:lnTo>
                    <a:pt x="5887757" y="158391"/>
                  </a:lnTo>
                  <a:lnTo>
                    <a:pt x="5938985" y="179576"/>
                  </a:lnTo>
                  <a:lnTo>
                    <a:pt x="5990588" y="202533"/>
                  </a:lnTo>
                  <a:lnTo>
                    <a:pt x="6042780" y="227163"/>
                  </a:lnTo>
                  <a:lnTo>
                    <a:pt x="6095649" y="253295"/>
                  </a:lnTo>
                  <a:lnTo>
                    <a:pt x="6149172" y="280685"/>
                  </a:lnTo>
                  <a:lnTo>
                    <a:pt x="6203235" y="309029"/>
                  </a:lnTo>
                  <a:lnTo>
                    <a:pt x="6257652" y="337970"/>
                  </a:lnTo>
                  <a:lnTo>
                    <a:pt x="6312195" y="367117"/>
                  </a:lnTo>
                  <a:lnTo>
                    <a:pt x="6366619" y="396068"/>
                  </a:lnTo>
                  <a:lnTo>
                    <a:pt x="6420694" y="424434"/>
                  </a:lnTo>
                  <a:lnTo>
                    <a:pt x="6474234" y="451855"/>
                  </a:lnTo>
                  <a:lnTo>
                    <a:pt x="6527122" y="478025"/>
                  </a:lnTo>
                  <a:lnTo>
                    <a:pt x="6579332" y="502700"/>
                  </a:lnTo>
                  <a:lnTo>
                    <a:pt x="6630949" y="525705"/>
                  </a:lnTo>
                  <a:lnTo>
                    <a:pt x="6682184" y="546940"/>
                  </a:lnTo>
                  <a:lnTo>
                    <a:pt x="6733388" y="566369"/>
                  </a:lnTo>
                  <a:lnTo>
                    <a:pt x="6785078" y="584016"/>
                  </a:lnTo>
                  <a:lnTo>
                    <a:pt x="6786527" y="584482"/>
                  </a:lnTo>
                  <a:lnTo>
                    <a:pt x="6836153" y="599429"/>
                  </a:lnTo>
                  <a:lnTo>
                    <a:pt x="6887493" y="612855"/>
                  </a:lnTo>
                  <a:lnTo>
                    <a:pt x="6941370" y="624840"/>
                  </a:lnTo>
                  <a:lnTo>
                    <a:pt x="6998702" y="635520"/>
                  </a:lnTo>
                  <a:lnTo>
                    <a:pt x="7060422" y="645043"/>
                  </a:lnTo>
                  <a:lnTo>
                    <a:pt x="7127396" y="653556"/>
                  </a:lnTo>
                  <a:lnTo>
                    <a:pt x="7200316" y="661184"/>
                  </a:lnTo>
                  <a:lnTo>
                    <a:pt x="7279563" y="668028"/>
                  </a:lnTo>
                  <a:lnTo>
                    <a:pt x="7365020" y="674162"/>
                  </a:lnTo>
                  <a:lnTo>
                    <a:pt x="7455854" y="679628"/>
                  </a:lnTo>
                  <a:lnTo>
                    <a:pt x="7550311" y="684444"/>
                  </a:lnTo>
                  <a:lnTo>
                    <a:pt x="7645583" y="688604"/>
                  </a:lnTo>
                  <a:lnTo>
                    <a:pt x="7737876" y="692094"/>
                  </a:lnTo>
                  <a:lnTo>
                    <a:pt x="7822762" y="694901"/>
                  </a:lnTo>
                  <a:lnTo>
                    <a:pt x="7895865" y="697034"/>
                  </a:lnTo>
                  <a:lnTo>
                    <a:pt x="7953731" y="698535"/>
                  </a:lnTo>
                  <a:lnTo>
                    <a:pt x="7994667" y="699485"/>
                  </a:lnTo>
                  <a:lnTo>
                    <a:pt x="8019234" y="699997"/>
                  </a:lnTo>
                  <a:lnTo>
                    <a:pt x="8030308" y="700206"/>
                  </a:lnTo>
                  <a:lnTo>
                    <a:pt x="8032819" y="700249"/>
                  </a:lnTo>
                  <a:lnTo>
                    <a:pt x="8554953" y="700249"/>
                  </a:lnTo>
                  <a:lnTo>
                    <a:pt x="8554953" y="694602"/>
                  </a:lnTo>
                  <a:lnTo>
                    <a:pt x="8032819" y="694602"/>
                  </a:lnTo>
                  <a:lnTo>
                    <a:pt x="8031557" y="694580"/>
                  </a:lnTo>
                  <a:lnTo>
                    <a:pt x="8023307" y="694429"/>
                  </a:lnTo>
                  <a:lnTo>
                    <a:pt x="8002678" y="694011"/>
                  </a:lnTo>
                  <a:lnTo>
                    <a:pt x="7966223" y="693189"/>
                  </a:lnTo>
                  <a:lnTo>
                    <a:pt x="7912757" y="691843"/>
                  </a:lnTo>
                  <a:lnTo>
                    <a:pt x="7843407" y="689883"/>
                  </a:lnTo>
                  <a:lnTo>
                    <a:pt x="7761233" y="687256"/>
                  </a:lnTo>
                  <a:lnTo>
                    <a:pt x="7670456" y="683946"/>
                  </a:lnTo>
                  <a:lnTo>
                    <a:pt x="7575568" y="679961"/>
                  </a:lnTo>
                  <a:lnTo>
                    <a:pt x="7480579" y="675318"/>
                  </a:lnTo>
                  <a:lnTo>
                    <a:pt x="7388573" y="670024"/>
                  </a:lnTo>
                  <a:lnTo>
                    <a:pt x="7301579" y="664070"/>
                  </a:lnTo>
                  <a:lnTo>
                    <a:pt x="7220653" y="657420"/>
                  </a:lnTo>
                  <a:lnTo>
                    <a:pt x="7146080" y="650008"/>
                  </a:lnTo>
                  <a:lnTo>
                    <a:pt x="7077591" y="641740"/>
                  </a:lnTo>
                  <a:lnTo>
                    <a:pt x="7014561" y="632497"/>
                  </a:lnTo>
                  <a:lnTo>
                    <a:pt x="6956158" y="622138"/>
                  </a:lnTo>
                  <a:lnTo>
                    <a:pt x="6901458" y="610513"/>
                  </a:lnTo>
                  <a:lnTo>
                    <a:pt x="6849533" y="597479"/>
                  </a:lnTo>
                  <a:lnTo>
                    <a:pt x="6799525" y="582937"/>
                  </a:lnTo>
                  <a:lnTo>
                    <a:pt x="6786527" y="578835"/>
                  </a:lnTo>
                  <a:lnTo>
                    <a:pt x="6734815" y="561236"/>
                  </a:lnTo>
                  <a:lnTo>
                    <a:pt x="6683605" y="541857"/>
                  </a:lnTo>
                  <a:lnTo>
                    <a:pt x="6632377" y="520673"/>
                  </a:lnTo>
                  <a:lnTo>
                    <a:pt x="6580774" y="497715"/>
                  </a:lnTo>
                  <a:lnTo>
                    <a:pt x="6528582" y="473085"/>
                  </a:lnTo>
                  <a:lnTo>
                    <a:pt x="6475713" y="446954"/>
                  </a:lnTo>
                  <a:lnTo>
                    <a:pt x="6422190" y="419563"/>
                  </a:lnTo>
                  <a:lnTo>
                    <a:pt x="6368127" y="391219"/>
                  </a:lnTo>
                  <a:lnTo>
                    <a:pt x="6313710" y="362279"/>
                  </a:lnTo>
                  <a:lnTo>
                    <a:pt x="6259167" y="333131"/>
                  </a:lnTo>
                  <a:lnTo>
                    <a:pt x="6204743" y="304180"/>
                  </a:lnTo>
                  <a:lnTo>
                    <a:pt x="6150668" y="275814"/>
                  </a:lnTo>
                  <a:lnTo>
                    <a:pt x="6097128" y="248393"/>
                  </a:lnTo>
                  <a:lnTo>
                    <a:pt x="6044240" y="222223"/>
                  </a:lnTo>
                  <a:lnTo>
                    <a:pt x="5992030" y="197549"/>
                  </a:lnTo>
                  <a:lnTo>
                    <a:pt x="5940412" y="174543"/>
                  </a:lnTo>
                  <a:lnTo>
                    <a:pt x="5889178" y="153308"/>
                  </a:lnTo>
                  <a:lnTo>
                    <a:pt x="5837974" y="133880"/>
                  </a:lnTo>
                  <a:lnTo>
                    <a:pt x="5786284" y="116232"/>
                  </a:lnTo>
                  <a:lnTo>
                    <a:pt x="5784835" y="115767"/>
                  </a:lnTo>
                  <a:lnTo>
                    <a:pt x="5735209" y="100819"/>
                  </a:lnTo>
                  <a:lnTo>
                    <a:pt x="5683869" y="87393"/>
                  </a:lnTo>
                  <a:lnTo>
                    <a:pt x="5629992" y="75408"/>
                  </a:lnTo>
                  <a:lnTo>
                    <a:pt x="5572660" y="64729"/>
                  </a:lnTo>
                  <a:lnTo>
                    <a:pt x="5510940" y="55205"/>
                  </a:lnTo>
                  <a:lnTo>
                    <a:pt x="5443966" y="46692"/>
                  </a:lnTo>
                  <a:lnTo>
                    <a:pt x="5371046" y="39064"/>
                  </a:lnTo>
                  <a:lnTo>
                    <a:pt x="5291799" y="32220"/>
                  </a:lnTo>
                  <a:lnTo>
                    <a:pt x="5206342" y="26086"/>
                  </a:lnTo>
                  <a:lnTo>
                    <a:pt x="5115508" y="20620"/>
                  </a:lnTo>
                  <a:lnTo>
                    <a:pt x="5021051" y="15804"/>
                  </a:lnTo>
                  <a:lnTo>
                    <a:pt x="4925778" y="11644"/>
                  </a:lnTo>
                  <a:lnTo>
                    <a:pt x="4833486" y="8154"/>
                  </a:lnTo>
                  <a:lnTo>
                    <a:pt x="4748600" y="5347"/>
                  </a:lnTo>
                  <a:lnTo>
                    <a:pt x="4675497" y="3214"/>
                  </a:lnTo>
                  <a:lnTo>
                    <a:pt x="4617631" y="1713"/>
                  </a:lnTo>
                  <a:lnTo>
                    <a:pt x="4576695" y="763"/>
                  </a:lnTo>
                  <a:lnTo>
                    <a:pt x="4552128" y="251"/>
                  </a:lnTo>
                  <a:lnTo>
                    <a:pt x="4541054" y="43"/>
                  </a:lnTo>
                  <a:lnTo>
                    <a:pt x="4538543" y="0"/>
                  </a:lnTo>
                  <a:lnTo>
                    <a:pt x="4016409" y="0"/>
                  </a:lnTo>
                  <a:lnTo>
                    <a:pt x="4015255" y="77"/>
                  </a:lnTo>
                  <a:lnTo>
                    <a:pt x="4007696" y="631"/>
                  </a:lnTo>
                  <a:lnTo>
                    <a:pt x="3988734" y="2164"/>
                  </a:lnTo>
                  <a:lnTo>
                    <a:pt x="3955080" y="5176"/>
                  </a:lnTo>
                  <a:lnTo>
                    <a:pt x="3905423" y="10119"/>
                  </a:lnTo>
                  <a:lnTo>
                    <a:pt x="3840523" y="17343"/>
                  </a:lnTo>
                  <a:lnTo>
                    <a:pt x="3762927" y="27061"/>
                  </a:lnTo>
                  <a:lnTo>
                    <a:pt x="3676352" y="39358"/>
                  </a:lnTo>
                  <a:lnTo>
                    <a:pt x="3584916" y="54218"/>
                  </a:lnTo>
                  <a:lnTo>
                    <a:pt x="3492445" y="71584"/>
                  </a:lnTo>
                  <a:lnTo>
                    <a:pt x="3402020" y="91410"/>
                  </a:lnTo>
                  <a:lnTo>
                    <a:pt x="3315794" y="113709"/>
                  </a:lnTo>
                  <a:lnTo>
                    <a:pt x="3235020" y="138578"/>
                  </a:lnTo>
                  <a:lnTo>
                    <a:pt x="3160194" y="166215"/>
                  </a:lnTo>
                  <a:lnTo>
                    <a:pt x="3091252" y="196924"/>
                  </a:lnTo>
                  <a:lnTo>
                    <a:pt x="3027744" y="231102"/>
                  </a:lnTo>
                  <a:lnTo>
                    <a:pt x="2968982" y="269236"/>
                  </a:lnTo>
                  <a:lnTo>
                    <a:pt x="2914154" y="311864"/>
                  </a:lnTo>
                  <a:lnTo>
                    <a:pt x="2862404" y="359537"/>
                  </a:lnTo>
                  <a:lnTo>
                    <a:pt x="2812904" y="412726"/>
                  </a:lnTo>
                  <a:lnTo>
                    <a:pt x="2770117" y="464950"/>
                  </a:lnTo>
                  <a:lnTo>
                    <a:pt x="2732664" y="515331"/>
                  </a:lnTo>
                  <a:lnTo>
                    <a:pt x="2695561" y="569415"/>
                  </a:lnTo>
                  <a:lnTo>
                    <a:pt x="2658584" y="627277"/>
                  </a:lnTo>
                  <a:lnTo>
                    <a:pt x="2621558" y="688930"/>
                  </a:lnTo>
                  <a:lnTo>
                    <a:pt x="2584349" y="754324"/>
                  </a:lnTo>
                  <a:lnTo>
                    <a:pt x="2546864" y="823331"/>
                  </a:lnTo>
                  <a:lnTo>
                    <a:pt x="2509047" y="895750"/>
                  </a:lnTo>
                  <a:lnTo>
                    <a:pt x="2470873" y="971298"/>
                  </a:lnTo>
                  <a:lnTo>
                    <a:pt x="2432348" y="1049615"/>
                  </a:lnTo>
                  <a:lnTo>
                    <a:pt x="2393505" y="1130271"/>
                  </a:lnTo>
                  <a:lnTo>
                    <a:pt x="2354398" y="1212770"/>
                  </a:lnTo>
                  <a:lnTo>
                    <a:pt x="2315099" y="1296562"/>
                  </a:lnTo>
                  <a:lnTo>
                    <a:pt x="2275693" y="1381062"/>
                  </a:lnTo>
                  <a:lnTo>
                    <a:pt x="2236273" y="1465661"/>
                  </a:lnTo>
                  <a:lnTo>
                    <a:pt x="2196929" y="1549749"/>
                  </a:lnTo>
                  <a:lnTo>
                    <a:pt x="2157751" y="1632732"/>
                  </a:lnTo>
                  <a:lnTo>
                    <a:pt x="2118815" y="1714045"/>
                  </a:lnTo>
                  <a:lnTo>
                    <a:pt x="2080182" y="1793175"/>
                  </a:lnTo>
                  <a:lnTo>
                    <a:pt x="2041892" y="1869669"/>
                  </a:lnTo>
                  <a:lnTo>
                    <a:pt x="2003959" y="1943141"/>
                  </a:lnTo>
                  <a:lnTo>
                    <a:pt x="1966371" y="2013286"/>
                  </a:lnTo>
                  <a:lnTo>
                    <a:pt x="1929081" y="2079874"/>
                  </a:lnTo>
                  <a:lnTo>
                    <a:pt x="1892007" y="2142756"/>
                  </a:lnTo>
                  <a:lnTo>
                    <a:pt x="1855031" y="2201854"/>
                  </a:lnTo>
                  <a:lnTo>
                    <a:pt x="1817992" y="2257163"/>
                  </a:lnTo>
                  <a:lnTo>
                    <a:pt x="1780680" y="2308739"/>
                  </a:lnTo>
                  <a:lnTo>
                    <a:pt x="1768425" y="2324752"/>
                  </a:lnTo>
                  <a:lnTo>
                    <a:pt x="1720308" y="2383075"/>
                  </a:lnTo>
                  <a:lnTo>
                    <a:pt x="1670599" y="2435642"/>
                  </a:lnTo>
                  <a:lnTo>
                    <a:pt x="1618554" y="2482738"/>
                  </a:lnTo>
                  <a:lnTo>
                    <a:pt x="1563337" y="2524848"/>
                  </a:lnTo>
                  <a:lnTo>
                    <a:pt x="1504094" y="2562523"/>
                  </a:lnTo>
                  <a:lnTo>
                    <a:pt x="1440021" y="2596299"/>
                  </a:lnTo>
                  <a:lnTo>
                    <a:pt x="1370452" y="2626654"/>
                  </a:lnTo>
                  <a:lnTo>
                    <a:pt x="1294970" y="2653976"/>
                  </a:lnTo>
                  <a:lnTo>
                    <a:pt x="1213563" y="2678556"/>
                  </a:lnTo>
                  <a:lnTo>
                    <a:pt x="1126802" y="2700581"/>
                  </a:lnTo>
                  <a:lnTo>
                    <a:pt x="1036031" y="2720138"/>
                  </a:lnTo>
                  <a:lnTo>
                    <a:pt x="943507" y="2737233"/>
                  </a:lnTo>
                  <a:lnTo>
                    <a:pt x="852406" y="2751815"/>
                  </a:lnTo>
                  <a:lnTo>
                    <a:pt x="766614" y="2763829"/>
                  </a:lnTo>
                  <a:lnTo>
                    <a:pt x="690241" y="2773268"/>
                  </a:lnTo>
                  <a:lnTo>
                    <a:pt x="626912" y="2780229"/>
                  </a:lnTo>
                  <a:lnTo>
                    <a:pt x="579006" y="2784942"/>
                  </a:lnTo>
                  <a:lnTo>
                    <a:pt x="547061" y="2787769"/>
                  </a:lnTo>
                  <a:lnTo>
                    <a:pt x="529540" y="2789169"/>
                  </a:lnTo>
                  <a:lnTo>
                    <a:pt x="522953" y="2789647"/>
                  </a:lnTo>
                  <a:lnTo>
                    <a:pt x="522133" y="2789702"/>
                  </a:lnTo>
                  <a:lnTo>
                    <a:pt x="0" y="2789702"/>
                  </a:lnTo>
                  <a:close/>
                </a:path>
              </a:pathLst>
            </a:custGeom>
            <a:solidFill>
              <a:srgbClr val="E78AC3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1317" name="pl1317"/>
            <p:cNvSpPr/>
            <p:nvPr/>
          </p:nvSpPr>
          <p:spPr>
            <a:xfrm>
              <a:off x="386606" y="1857558"/>
              <a:ext cx="8554953" cy="2789702"/>
            </a:xfrm>
            <a:custGeom>
              <a:avLst/>
              <a:pathLst>
                <a:path w="8554953" h="2789702">
                  <a:moveTo>
                    <a:pt x="0" y="2789702"/>
                  </a:moveTo>
                  <a:lnTo>
                    <a:pt x="522133" y="2789702"/>
                  </a:lnTo>
                  <a:lnTo>
                    <a:pt x="523287" y="2789624"/>
                  </a:lnTo>
                  <a:lnTo>
                    <a:pt x="530847" y="2789070"/>
                  </a:lnTo>
                  <a:lnTo>
                    <a:pt x="549808" y="2787538"/>
                  </a:lnTo>
                  <a:lnTo>
                    <a:pt x="583462" y="2784526"/>
                  </a:lnTo>
                  <a:lnTo>
                    <a:pt x="633119" y="2779583"/>
                  </a:lnTo>
                  <a:lnTo>
                    <a:pt x="698019" y="2772359"/>
                  </a:lnTo>
                  <a:lnTo>
                    <a:pt x="775616" y="2762640"/>
                  </a:lnTo>
                  <a:lnTo>
                    <a:pt x="862190" y="2750344"/>
                  </a:lnTo>
                  <a:lnTo>
                    <a:pt x="953626" y="2735484"/>
                  </a:lnTo>
                  <a:lnTo>
                    <a:pt x="1046097" y="2718118"/>
                  </a:lnTo>
                  <a:lnTo>
                    <a:pt x="1136522" y="2698292"/>
                  </a:lnTo>
                  <a:lnTo>
                    <a:pt x="1222748" y="2675993"/>
                  </a:lnTo>
                  <a:lnTo>
                    <a:pt x="1303522" y="2651124"/>
                  </a:lnTo>
                  <a:lnTo>
                    <a:pt x="1378348" y="2623486"/>
                  </a:lnTo>
                  <a:lnTo>
                    <a:pt x="1447290" y="2592778"/>
                  </a:lnTo>
                  <a:lnTo>
                    <a:pt x="1510798" y="2558599"/>
                  </a:lnTo>
                  <a:lnTo>
                    <a:pt x="1569560" y="2520466"/>
                  </a:lnTo>
                  <a:lnTo>
                    <a:pt x="1624388" y="2477837"/>
                  </a:lnTo>
                  <a:lnTo>
                    <a:pt x="1676138" y="2430164"/>
                  </a:lnTo>
                  <a:lnTo>
                    <a:pt x="1725638" y="2376975"/>
                  </a:lnTo>
                  <a:lnTo>
                    <a:pt x="1768425" y="2324752"/>
                  </a:lnTo>
                  <a:lnTo>
                    <a:pt x="1805879" y="2274370"/>
                  </a:lnTo>
                  <a:lnTo>
                    <a:pt x="1842981" y="2220286"/>
                  </a:lnTo>
                  <a:lnTo>
                    <a:pt x="1879958" y="2162425"/>
                  </a:lnTo>
                  <a:lnTo>
                    <a:pt x="1916985" y="2100771"/>
                  </a:lnTo>
                  <a:lnTo>
                    <a:pt x="1954194" y="2035378"/>
                  </a:lnTo>
                  <a:lnTo>
                    <a:pt x="1991678" y="1966370"/>
                  </a:lnTo>
                  <a:lnTo>
                    <a:pt x="2029495" y="1893952"/>
                  </a:lnTo>
                  <a:lnTo>
                    <a:pt x="2067669" y="1818404"/>
                  </a:lnTo>
                  <a:lnTo>
                    <a:pt x="2106194" y="1740086"/>
                  </a:lnTo>
                  <a:lnTo>
                    <a:pt x="2145037" y="1659430"/>
                  </a:lnTo>
                  <a:lnTo>
                    <a:pt x="2184144" y="1576932"/>
                  </a:lnTo>
                  <a:lnTo>
                    <a:pt x="2223443" y="1493139"/>
                  </a:lnTo>
                  <a:lnTo>
                    <a:pt x="2262849" y="1408640"/>
                  </a:lnTo>
                  <a:lnTo>
                    <a:pt x="2302270" y="1324041"/>
                  </a:lnTo>
                  <a:lnTo>
                    <a:pt x="2341613" y="1239952"/>
                  </a:lnTo>
                  <a:lnTo>
                    <a:pt x="2380791" y="1156970"/>
                  </a:lnTo>
                  <a:lnTo>
                    <a:pt x="2419727" y="1075656"/>
                  </a:lnTo>
                  <a:lnTo>
                    <a:pt x="2458360" y="996526"/>
                  </a:lnTo>
                  <a:lnTo>
                    <a:pt x="2496651" y="920033"/>
                  </a:lnTo>
                  <a:lnTo>
                    <a:pt x="2534583" y="846560"/>
                  </a:lnTo>
                  <a:lnTo>
                    <a:pt x="2572171" y="776416"/>
                  </a:lnTo>
                  <a:lnTo>
                    <a:pt x="2609461" y="709827"/>
                  </a:lnTo>
                  <a:lnTo>
                    <a:pt x="2646535" y="646946"/>
                  </a:lnTo>
                  <a:lnTo>
                    <a:pt x="2683511" y="587848"/>
                  </a:lnTo>
                  <a:lnTo>
                    <a:pt x="2720550" y="532539"/>
                  </a:lnTo>
                  <a:lnTo>
                    <a:pt x="2757862" y="480963"/>
                  </a:lnTo>
                  <a:lnTo>
                    <a:pt x="2770117" y="464950"/>
                  </a:lnTo>
                  <a:lnTo>
                    <a:pt x="2818234" y="406627"/>
                  </a:lnTo>
                  <a:lnTo>
                    <a:pt x="2867943" y="354059"/>
                  </a:lnTo>
                  <a:lnTo>
                    <a:pt x="2919988" y="306963"/>
                  </a:lnTo>
                  <a:lnTo>
                    <a:pt x="2975205" y="264854"/>
                  </a:lnTo>
                  <a:lnTo>
                    <a:pt x="3034448" y="227179"/>
                  </a:lnTo>
                  <a:lnTo>
                    <a:pt x="3098521" y="193402"/>
                  </a:lnTo>
                  <a:lnTo>
                    <a:pt x="3168090" y="163048"/>
                  </a:lnTo>
                  <a:lnTo>
                    <a:pt x="3243572" y="135726"/>
                  </a:lnTo>
                  <a:lnTo>
                    <a:pt x="3324979" y="111146"/>
                  </a:lnTo>
                  <a:lnTo>
                    <a:pt x="3411741" y="89121"/>
                  </a:lnTo>
                  <a:lnTo>
                    <a:pt x="3502511" y="69563"/>
                  </a:lnTo>
                  <a:lnTo>
                    <a:pt x="3595035" y="52469"/>
                  </a:lnTo>
                  <a:lnTo>
                    <a:pt x="3686136" y="37887"/>
                  </a:lnTo>
                  <a:lnTo>
                    <a:pt x="3771928" y="25873"/>
                  </a:lnTo>
                  <a:lnTo>
                    <a:pt x="3848302" y="16433"/>
                  </a:lnTo>
                  <a:lnTo>
                    <a:pt x="3911630" y="9472"/>
                  </a:lnTo>
                  <a:lnTo>
                    <a:pt x="3959536" y="4759"/>
                  </a:lnTo>
                  <a:lnTo>
                    <a:pt x="3991482" y="1933"/>
                  </a:lnTo>
                  <a:lnTo>
                    <a:pt x="4009002" y="532"/>
                  </a:lnTo>
                  <a:lnTo>
                    <a:pt x="4015589" y="54"/>
                  </a:lnTo>
                  <a:lnTo>
                    <a:pt x="4016409" y="0"/>
                  </a:lnTo>
                  <a:lnTo>
                    <a:pt x="4538543" y="0"/>
                  </a:lnTo>
                  <a:lnTo>
                    <a:pt x="4539805" y="21"/>
                  </a:lnTo>
                  <a:lnTo>
                    <a:pt x="4548055" y="172"/>
                  </a:lnTo>
                  <a:lnTo>
                    <a:pt x="4568684" y="591"/>
                  </a:lnTo>
                  <a:lnTo>
                    <a:pt x="4605139" y="1412"/>
                  </a:lnTo>
                  <a:lnTo>
                    <a:pt x="4658605" y="2758"/>
                  </a:lnTo>
                  <a:lnTo>
                    <a:pt x="4727955" y="4718"/>
                  </a:lnTo>
                  <a:lnTo>
                    <a:pt x="4810129" y="7345"/>
                  </a:lnTo>
                  <a:lnTo>
                    <a:pt x="4900906" y="10655"/>
                  </a:lnTo>
                  <a:lnTo>
                    <a:pt x="4995794" y="14640"/>
                  </a:lnTo>
                  <a:lnTo>
                    <a:pt x="5090783" y="19283"/>
                  </a:lnTo>
                  <a:lnTo>
                    <a:pt x="5182789" y="24577"/>
                  </a:lnTo>
                  <a:lnTo>
                    <a:pt x="5269783" y="30531"/>
                  </a:lnTo>
                  <a:lnTo>
                    <a:pt x="5350708" y="37181"/>
                  </a:lnTo>
                  <a:lnTo>
                    <a:pt x="5425282" y="44593"/>
                  </a:lnTo>
                  <a:lnTo>
                    <a:pt x="5493771" y="52861"/>
                  </a:lnTo>
                  <a:lnTo>
                    <a:pt x="5556801" y="62104"/>
                  </a:lnTo>
                  <a:lnTo>
                    <a:pt x="5615204" y="72463"/>
                  </a:lnTo>
                  <a:lnTo>
                    <a:pt x="5669904" y="84088"/>
                  </a:lnTo>
                  <a:lnTo>
                    <a:pt x="5721829" y="97122"/>
                  </a:lnTo>
                  <a:lnTo>
                    <a:pt x="5771837" y="111665"/>
                  </a:lnTo>
                  <a:lnTo>
                    <a:pt x="5784835" y="115767"/>
                  </a:lnTo>
                  <a:lnTo>
                    <a:pt x="5836547" y="133365"/>
                  </a:lnTo>
                  <a:lnTo>
                    <a:pt x="5887757" y="152744"/>
                  </a:lnTo>
                  <a:lnTo>
                    <a:pt x="5938985" y="173928"/>
                  </a:lnTo>
                  <a:lnTo>
                    <a:pt x="5990588" y="196886"/>
                  </a:lnTo>
                  <a:lnTo>
                    <a:pt x="6042780" y="221516"/>
                  </a:lnTo>
                  <a:lnTo>
                    <a:pt x="6095649" y="247648"/>
                  </a:lnTo>
                  <a:lnTo>
                    <a:pt x="6149172" y="275038"/>
                  </a:lnTo>
                  <a:lnTo>
                    <a:pt x="6203235" y="303382"/>
                  </a:lnTo>
                  <a:lnTo>
                    <a:pt x="6257652" y="332322"/>
                  </a:lnTo>
                  <a:lnTo>
                    <a:pt x="6312195" y="361470"/>
                  </a:lnTo>
                  <a:lnTo>
                    <a:pt x="6366619" y="390421"/>
                  </a:lnTo>
                  <a:lnTo>
                    <a:pt x="6420694" y="418787"/>
                  </a:lnTo>
                  <a:lnTo>
                    <a:pt x="6474234" y="446208"/>
                  </a:lnTo>
                  <a:lnTo>
                    <a:pt x="6527122" y="472378"/>
                  </a:lnTo>
                  <a:lnTo>
                    <a:pt x="6579332" y="497052"/>
                  </a:lnTo>
                  <a:lnTo>
                    <a:pt x="6630949" y="520058"/>
                  </a:lnTo>
                  <a:lnTo>
                    <a:pt x="6682184" y="541293"/>
                  </a:lnTo>
                  <a:lnTo>
                    <a:pt x="6733388" y="560721"/>
                  </a:lnTo>
                  <a:lnTo>
                    <a:pt x="6785078" y="578369"/>
                  </a:lnTo>
                  <a:lnTo>
                    <a:pt x="6786527" y="578835"/>
                  </a:lnTo>
                  <a:lnTo>
                    <a:pt x="6836153" y="593782"/>
                  </a:lnTo>
                  <a:lnTo>
                    <a:pt x="6887493" y="607208"/>
                  </a:lnTo>
                  <a:lnTo>
                    <a:pt x="6941370" y="619193"/>
                  </a:lnTo>
                  <a:lnTo>
                    <a:pt x="6998702" y="629872"/>
                  </a:lnTo>
                  <a:lnTo>
                    <a:pt x="7060422" y="639396"/>
                  </a:lnTo>
                  <a:lnTo>
                    <a:pt x="7127396" y="647909"/>
                  </a:lnTo>
                  <a:lnTo>
                    <a:pt x="7200316" y="655537"/>
                  </a:lnTo>
                  <a:lnTo>
                    <a:pt x="7279563" y="662381"/>
                  </a:lnTo>
                  <a:lnTo>
                    <a:pt x="7365020" y="668515"/>
                  </a:lnTo>
                  <a:lnTo>
                    <a:pt x="7455854" y="673981"/>
                  </a:lnTo>
                  <a:lnTo>
                    <a:pt x="7550311" y="678797"/>
                  </a:lnTo>
                  <a:lnTo>
                    <a:pt x="7645583" y="682957"/>
                  </a:lnTo>
                  <a:lnTo>
                    <a:pt x="7737876" y="686447"/>
                  </a:lnTo>
                  <a:lnTo>
                    <a:pt x="7822762" y="689254"/>
                  </a:lnTo>
                  <a:lnTo>
                    <a:pt x="7895865" y="691387"/>
                  </a:lnTo>
                  <a:lnTo>
                    <a:pt x="7953731" y="692888"/>
                  </a:lnTo>
                  <a:lnTo>
                    <a:pt x="7994667" y="693838"/>
                  </a:lnTo>
                  <a:lnTo>
                    <a:pt x="8019234" y="694350"/>
                  </a:lnTo>
                  <a:lnTo>
                    <a:pt x="8030308" y="694559"/>
                  </a:lnTo>
                  <a:lnTo>
                    <a:pt x="8032795" y="694601"/>
                  </a:lnTo>
                  <a:lnTo>
                    <a:pt x="8032819" y="694602"/>
                  </a:lnTo>
                  <a:lnTo>
                    <a:pt x="8554953" y="694602"/>
                  </a:lnTo>
                  <a:lnTo>
                    <a:pt x="8554953" y="694602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318" name="pl1318"/>
            <p:cNvSpPr/>
            <p:nvPr/>
          </p:nvSpPr>
          <p:spPr>
            <a:xfrm>
              <a:off x="386606" y="1851911"/>
              <a:ext cx="8554953" cy="2789702"/>
            </a:xfrm>
            <a:custGeom>
              <a:avLst/>
              <a:pathLst>
                <a:path w="8554953" h="2789702">
                  <a:moveTo>
                    <a:pt x="8554953" y="694602"/>
                  </a:moveTo>
                  <a:lnTo>
                    <a:pt x="8032819" y="694602"/>
                  </a:lnTo>
                  <a:lnTo>
                    <a:pt x="8031557" y="694580"/>
                  </a:lnTo>
                  <a:lnTo>
                    <a:pt x="8023307" y="694429"/>
                  </a:lnTo>
                  <a:lnTo>
                    <a:pt x="8002678" y="694011"/>
                  </a:lnTo>
                  <a:lnTo>
                    <a:pt x="7966223" y="693189"/>
                  </a:lnTo>
                  <a:lnTo>
                    <a:pt x="7912757" y="691843"/>
                  </a:lnTo>
                  <a:lnTo>
                    <a:pt x="7843407" y="689883"/>
                  </a:lnTo>
                  <a:lnTo>
                    <a:pt x="7761233" y="687256"/>
                  </a:lnTo>
                  <a:lnTo>
                    <a:pt x="7670456" y="683946"/>
                  </a:lnTo>
                  <a:lnTo>
                    <a:pt x="7575568" y="679961"/>
                  </a:lnTo>
                  <a:lnTo>
                    <a:pt x="7480579" y="675318"/>
                  </a:lnTo>
                  <a:lnTo>
                    <a:pt x="7388573" y="670024"/>
                  </a:lnTo>
                  <a:lnTo>
                    <a:pt x="7301579" y="664070"/>
                  </a:lnTo>
                  <a:lnTo>
                    <a:pt x="7220653" y="657420"/>
                  </a:lnTo>
                  <a:lnTo>
                    <a:pt x="7146080" y="650008"/>
                  </a:lnTo>
                  <a:lnTo>
                    <a:pt x="7077591" y="641740"/>
                  </a:lnTo>
                  <a:lnTo>
                    <a:pt x="7014561" y="632497"/>
                  </a:lnTo>
                  <a:lnTo>
                    <a:pt x="6956158" y="622138"/>
                  </a:lnTo>
                  <a:lnTo>
                    <a:pt x="6901458" y="610513"/>
                  </a:lnTo>
                  <a:lnTo>
                    <a:pt x="6849533" y="597479"/>
                  </a:lnTo>
                  <a:lnTo>
                    <a:pt x="6799525" y="582937"/>
                  </a:lnTo>
                  <a:lnTo>
                    <a:pt x="6786527" y="578835"/>
                  </a:lnTo>
                  <a:lnTo>
                    <a:pt x="6734815" y="561236"/>
                  </a:lnTo>
                  <a:lnTo>
                    <a:pt x="6683605" y="541857"/>
                  </a:lnTo>
                  <a:lnTo>
                    <a:pt x="6632377" y="520673"/>
                  </a:lnTo>
                  <a:lnTo>
                    <a:pt x="6580774" y="497715"/>
                  </a:lnTo>
                  <a:lnTo>
                    <a:pt x="6528582" y="473085"/>
                  </a:lnTo>
                  <a:lnTo>
                    <a:pt x="6475713" y="446954"/>
                  </a:lnTo>
                  <a:lnTo>
                    <a:pt x="6422190" y="419563"/>
                  </a:lnTo>
                  <a:lnTo>
                    <a:pt x="6368127" y="391219"/>
                  </a:lnTo>
                  <a:lnTo>
                    <a:pt x="6313710" y="362279"/>
                  </a:lnTo>
                  <a:lnTo>
                    <a:pt x="6259167" y="333131"/>
                  </a:lnTo>
                  <a:lnTo>
                    <a:pt x="6204743" y="304180"/>
                  </a:lnTo>
                  <a:lnTo>
                    <a:pt x="6150668" y="275814"/>
                  </a:lnTo>
                  <a:lnTo>
                    <a:pt x="6097128" y="248393"/>
                  </a:lnTo>
                  <a:lnTo>
                    <a:pt x="6044240" y="222223"/>
                  </a:lnTo>
                  <a:lnTo>
                    <a:pt x="5992030" y="197549"/>
                  </a:lnTo>
                  <a:lnTo>
                    <a:pt x="5940412" y="174543"/>
                  </a:lnTo>
                  <a:lnTo>
                    <a:pt x="5889178" y="153308"/>
                  </a:lnTo>
                  <a:lnTo>
                    <a:pt x="5837974" y="133880"/>
                  </a:lnTo>
                  <a:lnTo>
                    <a:pt x="5786284" y="116232"/>
                  </a:lnTo>
                  <a:lnTo>
                    <a:pt x="5784835" y="115767"/>
                  </a:lnTo>
                  <a:lnTo>
                    <a:pt x="5735209" y="100819"/>
                  </a:lnTo>
                  <a:lnTo>
                    <a:pt x="5683869" y="87393"/>
                  </a:lnTo>
                  <a:lnTo>
                    <a:pt x="5629992" y="75408"/>
                  </a:lnTo>
                  <a:lnTo>
                    <a:pt x="5572660" y="64729"/>
                  </a:lnTo>
                  <a:lnTo>
                    <a:pt x="5510940" y="55205"/>
                  </a:lnTo>
                  <a:lnTo>
                    <a:pt x="5443966" y="46692"/>
                  </a:lnTo>
                  <a:lnTo>
                    <a:pt x="5371046" y="39064"/>
                  </a:lnTo>
                  <a:lnTo>
                    <a:pt x="5291799" y="32220"/>
                  </a:lnTo>
                  <a:lnTo>
                    <a:pt x="5206342" y="26086"/>
                  </a:lnTo>
                  <a:lnTo>
                    <a:pt x="5115508" y="20620"/>
                  </a:lnTo>
                  <a:lnTo>
                    <a:pt x="5021051" y="15804"/>
                  </a:lnTo>
                  <a:lnTo>
                    <a:pt x="4925778" y="11644"/>
                  </a:lnTo>
                  <a:lnTo>
                    <a:pt x="4833486" y="8154"/>
                  </a:lnTo>
                  <a:lnTo>
                    <a:pt x="4748600" y="5347"/>
                  </a:lnTo>
                  <a:lnTo>
                    <a:pt x="4675497" y="3214"/>
                  </a:lnTo>
                  <a:lnTo>
                    <a:pt x="4617631" y="1713"/>
                  </a:lnTo>
                  <a:lnTo>
                    <a:pt x="4576695" y="763"/>
                  </a:lnTo>
                  <a:lnTo>
                    <a:pt x="4552128" y="251"/>
                  </a:lnTo>
                  <a:lnTo>
                    <a:pt x="4541054" y="43"/>
                  </a:lnTo>
                  <a:lnTo>
                    <a:pt x="4538567" y="0"/>
                  </a:lnTo>
                  <a:lnTo>
                    <a:pt x="4538543" y="0"/>
                  </a:lnTo>
                  <a:lnTo>
                    <a:pt x="4016409" y="0"/>
                  </a:lnTo>
                  <a:lnTo>
                    <a:pt x="4015255" y="77"/>
                  </a:lnTo>
                  <a:lnTo>
                    <a:pt x="4007696" y="631"/>
                  </a:lnTo>
                  <a:lnTo>
                    <a:pt x="3988734" y="2164"/>
                  </a:lnTo>
                  <a:lnTo>
                    <a:pt x="3955080" y="5176"/>
                  </a:lnTo>
                  <a:lnTo>
                    <a:pt x="3905423" y="10119"/>
                  </a:lnTo>
                  <a:lnTo>
                    <a:pt x="3840523" y="17343"/>
                  </a:lnTo>
                  <a:lnTo>
                    <a:pt x="3762927" y="27061"/>
                  </a:lnTo>
                  <a:lnTo>
                    <a:pt x="3676352" y="39358"/>
                  </a:lnTo>
                  <a:lnTo>
                    <a:pt x="3584916" y="54218"/>
                  </a:lnTo>
                  <a:lnTo>
                    <a:pt x="3492445" y="71584"/>
                  </a:lnTo>
                  <a:lnTo>
                    <a:pt x="3402020" y="91410"/>
                  </a:lnTo>
                  <a:lnTo>
                    <a:pt x="3315794" y="113709"/>
                  </a:lnTo>
                  <a:lnTo>
                    <a:pt x="3235020" y="138578"/>
                  </a:lnTo>
                  <a:lnTo>
                    <a:pt x="3160194" y="166215"/>
                  </a:lnTo>
                  <a:lnTo>
                    <a:pt x="3091252" y="196924"/>
                  </a:lnTo>
                  <a:lnTo>
                    <a:pt x="3027744" y="231102"/>
                  </a:lnTo>
                  <a:lnTo>
                    <a:pt x="2968982" y="269236"/>
                  </a:lnTo>
                  <a:lnTo>
                    <a:pt x="2914154" y="311864"/>
                  </a:lnTo>
                  <a:lnTo>
                    <a:pt x="2862404" y="359537"/>
                  </a:lnTo>
                  <a:lnTo>
                    <a:pt x="2812904" y="412726"/>
                  </a:lnTo>
                  <a:lnTo>
                    <a:pt x="2770117" y="464950"/>
                  </a:lnTo>
                  <a:lnTo>
                    <a:pt x="2732664" y="515331"/>
                  </a:lnTo>
                  <a:lnTo>
                    <a:pt x="2695561" y="569415"/>
                  </a:lnTo>
                  <a:lnTo>
                    <a:pt x="2658584" y="627277"/>
                  </a:lnTo>
                  <a:lnTo>
                    <a:pt x="2621558" y="688930"/>
                  </a:lnTo>
                  <a:lnTo>
                    <a:pt x="2584349" y="754324"/>
                  </a:lnTo>
                  <a:lnTo>
                    <a:pt x="2546864" y="823331"/>
                  </a:lnTo>
                  <a:lnTo>
                    <a:pt x="2509047" y="895750"/>
                  </a:lnTo>
                  <a:lnTo>
                    <a:pt x="2470873" y="971298"/>
                  </a:lnTo>
                  <a:lnTo>
                    <a:pt x="2432348" y="1049615"/>
                  </a:lnTo>
                  <a:lnTo>
                    <a:pt x="2393505" y="1130271"/>
                  </a:lnTo>
                  <a:lnTo>
                    <a:pt x="2354398" y="1212770"/>
                  </a:lnTo>
                  <a:lnTo>
                    <a:pt x="2315099" y="1296562"/>
                  </a:lnTo>
                  <a:lnTo>
                    <a:pt x="2275693" y="1381062"/>
                  </a:lnTo>
                  <a:lnTo>
                    <a:pt x="2236273" y="1465661"/>
                  </a:lnTo>
                  <a:lnTo>
                    <a:pt x="2196929" y="1549749"/>
                  </a:lnTo>
                  <a:lnTo>
                    <a:pt x="2157751" y="1632732"/>
                  </a:lnTo>
                  <a:lnTo>
                    <a:pt x="2118815" y="1714045"/>
                  </a:lnTo>
                  <a:lnTo>
                    <a:pt x="2080182" y="1793175"/>
                  </a:lnTo>
                  <a:lnTo>
                    <a:pt x="2041892" y="1869669"/>
                  </a:lnTo>
                  <a:lnTo>
                    <a:pt x="2003959" y="1943141"/>
                  </a:lnTo>
                  <a:lnTo>
                    <a:pt x="1966371" y="2013286"/>
                  </a:lnTo>
                  <a:lnTo>
                    <a:pt x="1929081" y="2079874"/>
                  </a:lnTo>
                  <a:lnTo>
                    <a:pt x="1892007" y="2142756"/>
                  </a:lnTo>
                  <a:lnTo>
                    <a:pt x="1855031" y="2201854"/>
                  </a:lnTo>
                  <a:lnTo>
                    <a:pt x="1817992" y="2257163"/>
                  </a:lnTo>
                  <a:lnTo>
                    <a:pt x="1780680" y="2308739"/>
                  </a:lnTo>
                  <a:lnTo>
                    <a:pt x="1768425" y="2324752"/>
                  </a:lnTo>
                  <a:lnTo>
                    <a:pt x="1720308" y="2383075"/>
                  </a:lnTo>
                  <a:lnTo>
                    <a:pt x="1670599" y="2435642"/>
                  </a:lnTo>
                  <a:lnTo>
                    <a:pt x="1618554" y="2482738"/>
                  </a:lnTo>
                  <a:lnTo>
                    <a:pt x="1563337" y="2524848"/>
                  </a:lnTo>
                  <a:lnTo>
                    <a:pt x="1504094" y="2562523"/>
                  </a:lnTo>
                  <a:lnTo>
                    <a:pt x="1440021" y="2596299"/>
                  </a:lnTo>
                  <a:lnTo>
                    <a:pt x="1370452" y="2626654"/>
                  </a:lnTo>
                  <a:lnTo>
                    <a:pt x="1294970" y="2653976"/>
                  </a:lnTo>
                  <a:lnTo>
                    <a:pt x="1213563" y="2678556"/>
                  </a:lnTo>
                  <a:lnTo>
                    <a:pt x="1126802" y="2700581"/>
                  </a:lnTo>
                  <a:lnTo>
                    <a:pt x="1036031" y="2720138"/>
                  </a:lnTo>
                  <a:lnTo>
                    <a:pt x="943507" y="2737233"/>
                  </a:lnTo>
                  <a:lnTo>
                    <a:pt x="852406" y="2751815"/>
                  </a:lnTo>
                  <a:lnTo>
                    <a:pt x="766614" y="2763829"/>
                  </a:lnTo>
                  <a:lnTo>
                    <a:pt x="690241" y="2773268"/>
                  </a:lnTo>
                  <a:lnTo>
                    <a:pt x="626912" y="2780229"/>
                  </a:lnTo>
                  <a:lnTo>
                    <a:pt x="579006" y="2784942"/>
                  </a:lnTo>
                  <a:lnTo>
                    <a:pt x="547061" y="2787769"/>
                  </a:lnTo>
                  <a:lnTo>
                    <a:pt x="529540" y="2789169"/>
                  </a:lnTo>
                  <a:lnTo>
                    <a:pt x="522953" y="2789647"/>
                  </a:lnTo>
                  <a:lnTo>
                    <a:pt x="522133" y="2789702"/>
                  </a:lnTo>
                  <a:lnTo>
                    <a:pt x="0" y="2789702"/>
                  </a:lnTo>
                  <a:lnTo>
                    <a:pt x="0" y="2789702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319" name="pg1319"/>
            <p:cNvSpPr/>
            <p:nvPr/>
          </p:nvSpPr>
          <p:spPr>
            <a:xfrm>
              <a:off x="386606" y="1914030"/>
              <a:ext cx="8554953" cy="2738877"/>
            </a:xfrm>
            <a:custGeom>
              <a:avLst/>
              <a:pathLst>
                <a:path w="8554953" h="2738877">
                  <a:moveTo>
                    <a:pt x="0" y="2738877"/>
                  </a:moveTo>
                  <a:lnTo>
                    <a:pt x="522133" y="2738877"/>
                  </a:lnTo>
                  <a:lnTo>
                    <a:pt x="523291" y="2738801"/>
                  </a:lnTo>
                  <a:lnTo>
                    <a:pt x="530877" y="2738256"/>
                  </a:lnTo>
                  <a:lnTo>
                    <a:pt x="549904" y="2736749"/>
                  </a:lnTo>
                  <a:lnTo>
                    <a:pt x="583667" y="2733787"/>
                  </a:lnTo>
                  <a:lnTo>
                    <a:pt x="633473" y="2728927"/>
                  </a:lnTo>
                  <a:lnTo>
                    <a:pt x="698549" y="2721825"/>
                  </a:lnTo>
                  <a:lnTo>
                    <a:pt x="776327" y="2712271"/>
                  </a:lnTo>
                  <a:lnTo>
                    <a:pt x="863071" y="2700185"/>
                  </a:lnTo>
                  <a:lnTo>
                    <a:pt x="954649" y="2685582"/>
                  </a:lnTo>
                  <a:lnTo>
                    <a:pt x="1047226" y="2668518"/>
                  </a:lnTo>
                  <a:lnTo>
                    <a:pt x="1137719" y="2649039"/>
                  </a:lnTo>
                  <a:lnTo>
                    <a:pt x="1223980" y="2627130"/>
                  </a:lnTo>
                  <a:lnTo>
                    <a:pt x="1304764" y="2602694"/>
                  </a:lnTo>
                  <a:lnTo>
                    <a:pt x="1379582" y="2575536"/>
                  </a:lnTo>
                  <a:lnTo>
                    <a:pt x="1448507" y="2545355"/>
                  </a:lnTo>
                  <a:lnTo>
                    <a:pt x="1511996" y="2511758"/>
                  </a:lnTo>
                  <a:lnTo>
                    <a:pt x="1570741" y="2474267"/>
                  </a:lnTo>
                  <a:lnTo>
                    <a:pt x="1625562" y="2432349"/>
                  </a:lnTo>
                  <a:lnTo>
                    <a:pt x="1677315" y="2385465"/>
                  </a:lnTo>
                  <a:lnTo>
                    <a:pt x="1726832" y="2333155"/>
                  </a:lnTo>
                  <a:lnTo>
                    <a:pt x="1768425" y="2283339"/>
                  </a:lnTo>
                  <a:lnTo>
                    <a:pt x="1806173" y="2233572"/>
                  </a:lnTo>
                  <a:lnTo>
                    <a:pt x="1843567" y="2180119"/>
                  </a:lnTo>
                  <a:lnTo>
                    <a:pt x="1880837" y="2122906"/>
                  </a:lnTo>
                  <a:lnTo>
                    <a:pt x="1918160" y="2061918"/>
                  </a:lnTo>
                  <a:lnTo>
                    <a:pt x="1955672" y="1997211"/>
                  </a:lnTo>
                  <a:lnTo>
                    <a:pt x="1993468" y="1928914"/>
                  </a:lnTo>
                  <a:lnTo>
                    <a:pt x="2031603" y="1857233"/>
                  </a:lnTo>
                  <a:lnTo>
                    <a:pt x="2070100" y="1782456"/>
                  </a:lnTo>
                  <a:lnTo>
                    <a:pt x="2108953" y="1704946"/>
                  </a:lnTo>
                  <a:lnTo>
                    <a:pt x="2148126" y="1625143"/>
                  </a:lnTo>
                  <a:lnTo>
                    <a:pt x="2187562" y="1543547"/>
                  </a:lnTo>
                  <a:lnTo>
                    <a:pt x="2227185" y="1460713"/>
                  </a:lnTo>
                  <a:lnTo>
                    <a:pt x="2266909" y="1377232"/>
                  </a:lnTo>
                  <a:lnTo>
                    <a:pt x="2306638" y="1293714"/>
                  </a:lnTo>
                  <a:lnTo>
                    <a:pt x="2346278" y="1210772"/>
                  </a:lnTo>
                  <a:lnTo>
                    <a:pt x="2385740" y="1128999"/>
                  </a:lnTo>
                  <a:lnTo>
                    <a:pt x="2424948" y="1048955"/>
                  </a:lnTo>
                  <a:lnTo>
                    <a:pt x="2463841" y="971148"/>
                  </a:lnTo>
                  <a:lnTo>
                    <a:pt x="2502382" y="896026"/>
                  </a:lnTo>
                  <a:lnTo>
                    <a:pt x="2540559" y="823960"/>
                  </a:lnTo>
                  <a:lnTo>
                    <a:pt x="2578393" y="755248"/>
                  </a:lnTo>
                  <a:lnTo>
                    <a:pt x="2615934" y="690106"/>
                  </a:lnTo>
                  <a:lnTo>
                    <a:pt x="2653274" y="628672"/>
                  </a:lnTo>
                  <a:lnTo>
                    <a:pt x="2690541" y="571009"/>
                  </a:lnTo>
                  <a:lnTo>
                    <a:pt x="2727909" y="517112"/>
                  </a:lnTo>
                  <a:lnTo>
                    <a:pt x="2765602" y="466913"/>
                  </a:lnTo>
                  <a:lnTo>
                    <a:pt x="2770117" y="461185"/>
                  </a:lnTo>
                  <a:lnTo>
                    <a:pt x="2818294" y="403976"/>
                  </a:lnTo>
                  <a:lnTo>
                    <a:pt x="2868067" y="352420"/>
                  </a:lnTo>
                  <a:lnTo>
                    <a:pt x="2920185" y="306236"/>
                  </a:lnTo>
                  <a:lnTo>
                    <a:pt x="2975486" y="264948"/>
                  </a:lnTo>
                  <a:lnTo>
                    <a:pt x="3034826" y="228013"/>
                  </a:lnTo>
                  <a:lnTo>
                    <a:pt x="3099013" y="194904"/>
                  </a:lnTo>
                  <a:lnTo>
                    <a:pt x="3168713" y="165152"/>
                  </a:lnTo>
                  <a:lnTo>
                    <a:pt x="3244343" y="138376"/>
                  </a:lnTo>
                  <a:lnTo>
                    <a:pt x="3325911" y="114291"/>
                  </a:lnTo>
                  <a:lnTo>
                    <a:pt x="3412835" y="92714"/>
                  </a:lnTo>
                  <a:lnTo>
                    <a:pt x="3503756" y="73560"/>
                  </a:lnTo>
                  <a:lnTo>
                    <a:pt x="3596397" y="56825"/>
                  </a:lnTo>
                  <a:lnTo>
                    <a:pt x="3687558" y="42559"/>
                  </a:lnTo>
                  <a:lnTo>
                    <a:pt x="3773332" y="30816"/>
                  </a:lnTo>
                  <a:lnTo>
                    <a:pt x="3849595" y="21601"/>
                  </a:lnTo>
                  <a:lnTo>
                    <a:pt x="3912725" y="14817"/>
                  </a:lnTo>
                  <a:lnTo>
                    <a:pt x="3960365" y="10235"/>
                  </a:lnTo>
                  <a:lnTo>
                    <a:pt x="3992015" y="7497"/>
                  </a:lnTo>
                  <a:lnTo>
                    <a:pt x="4009263" y="6149"/>
                  </a:lnTo>
                  <a:lnTo>
                    <a:pt x="4015654" y="5696"/>
                  </a:lnTo>
                  <a:lnTo>
                    <a:pt x="4016409" y="5647"/>
                  </a:lnTo>
                  <a:lnTo>
                    <a:pt x="4538543" y="5647"/>
                  </a:lnTo>
                  <a:lnTo>
                    <a:pt x="4539763" y="5699"/>
                  </a:lnTo>
                  <a:lnTo>
                    <a:pt x="4547746" y="6071"/>
                  </a:lnTo>
                  <a:lnTo>
                    <a:pt x="4567733" y="7099"/>
                  </a:lnTo>
                  <a:lnTo>
                    <a:pt x="4603110" y="9120"/>
                  </a:lnTo>
                  <a:lnTo>
                    <a:pt x="4655116" y="12432"/>
                  </a:lnTo>
                  <a:lnTo>
                    <a:pt x="4722769" y="17261"/>
                  </a:lnTo>
                  <a:lnTo>
                    <a:pt x="4803209" y="23743"/>
                  </a:lnTo>
                  <a:lnTo>
                    <a:pt x="4892406" y="31923"/>
                  </a:lnTo>
                  <a:lnTo>
                    <a:pt x="4986010" y="41785"/>
                  </a:lnTo>
                  <a:lnTo>
                    <a:pt x="5080076" y="53290"/>
                  </a:lnTo>
                  <a:lnTo>
                    <a:pt x="5171515" y="66412"/>
                  </a:lnTo>
                  <a:lnTo>
                    <a:pt x="5258247" y="81169"/>
                  </a:lnTo>
                  <a:lnTo>
                    <a:pt x="5339138" y="97643"/>
                  </a:lnTo>
                  <a:lnTo>
                    <a:pt x="5413821" y="115982"/>
                  </a:lnTo>
                  <a:lnTo>
                    <a:pt x="5482488" y="136406"/>
                  </a:lnTo>
                  <a:lnTo>
                    <a:pt x="5545696" y="159202"/>
                  </a:lnTo>
                  <a:lnTo>
                    <a:pt x="5604225" y="184706"/>
                  </a:lnTo>
                  <a:lnTo>
                    <a:pt x="5658956" y="213288"/>
                  </a:lnTo>
                  <a:lnTo>
                    <a:pt x="5710793" y="245306"/>
                  </a:lnTo>
                  <a:lnTo>
                    <a:pt x="5760585" y="281037"/>
                  </a:lnTo>
                  <a:lnTo>
                    <a:pt x="5784835" y="300241"/>
                  </a:lnTo>
                  <a:lnTo>
                    <a:pt x="5828565" y="337777"/>
                  </a:lnTo>
                  <a:lnTo>
                    <a:pt x="5871871" y="378530"/>
                  </a:lnTo>
                  <a:lnTo>
                    <a:pt x="5915091" y="422562"/>
                  </a:lnTo>
                  <a:lnTo>
                    <a:pt x="5958475" y="469857"/>
                  </a:lnTo>
                  <a:lnTo>
                    <a:pt x="6002199" y="520321"/>
                  </a:lnTo>
                  <a:lnTo>
                    <a:pt x="6046367" y="573767"/>
                  </a:lnTo>
                  <a:lnTo>
                    <a:pt x="6091021" y="629916"/>
                  </a:lnTo>
                  <a:lnTo>
                    <a:pt x="6136147" y="688396"/>
                  </a:lnTo>
                  <a:lnTo>
                    <a:pt x="6181685" y="748755"/>
                  </a:lnTo>
                  <a:lnTo>
                    <a:pt x="6227533" y="810465"/>
                  </a:lnTo>
                  <a:lnTo>
                    <a:pt x="6273566" y="872949"/>
                  </a:lnTo>
                  <a:lnTo>
                    <a:pt x="6319637" y="935595"/>
                  </a:lnTo>
                  <a:lnTo>
                    <a:pt x="6365600" y="997786"/>
                  </a:lnTo>
                  <a:lnTo>
                    <a:pt x="6411315" y="1058925"/>
                  </a:lnTo>
                  <a:lnTo>
                    <a:pt x="6456668" y="1118455"/>
                  </a:lnTo>
                  <a:lnTo>
                    <a:pt x="6501575" y="1175881"/>
                  </a:lnTo>
                  <a:lnTo>
                    <a:pt x="6545997" y="1230789"/>
                  </a:lnTo>
                  <a:lnTo>
                    <a:pt x="6589945" y="1282850"/>
                  </a:lnTo>
                  <a:lnTo>
                    <a:pt x="6633491" y="1331829"/>
                  </a:lnTo>
                  <a:lnTo>
                    <a:pt x="6676772" y="1377584"/>
                  </a:lnTo>
                  <a:lnTo>
                    <a:pt x="6719996" y="1420058"/>
                  </a:lnTo>
                  <a:lnTo>
                    <a:pt x="6763455" y="1459274"/>
                  </a:lnTo>
                  <a:lnTo>
                    <a:pt x="6786527" y="1478617"/>
                  </a:lnTo>
                  <a:lnTo>
                    <a:pt x="6835580" y="1516243"/>
                  </a:lnTo>
                  <a:lnTo>
                    <a:pt x="6886299" y="1550084"/>
                  </a:lnTo>
                  <a:lnTo>
                    <a:pt x="6939479" y="1580334"/>
                  </a:lnTo>
                  <a:lnTo>
                    <a:pt x="6996004" y="1607324"/>
                  </a:lnTo>
                  <a:lnTo>
                    <a:pt x="7056777" y="1631422"/>
                  </a:lnTo>
                  <a:lnTo>
                    <a:pt x="7122641" y="1652987"/>
                  </a:lnTo>
                  <a:lnTo>
                    <a:pt x="7194278" y="1672333"/>
                  </a:lnTo>
                  <a:lnTo>
                    <a:pt x="7272086" y="1689711"/>
                  </a:lnTo>
                  <a:lnTo>
                    <a:pt x="7356000" y="1705309"/>
                  </a:lnTo>
                  <a:lnTo>
                    <a:pt x="7445293" y="1719239"/>
                  </a:lnTo>
                  <a:lnTo>
                    <a:pt x="7538375" y="1731550"/>
                  </a:lnTo>
                  <a:lnTo>
                    <a:pt x="7632656" y="1742234"/>
                  </a:lnTo>
                  <a:lnTo>
                    <a:pt x="7724580" y="1751256"/>
                  </a:lnTo>
                  <a:lnTo>
                    <a:pt x="7809921" y="1758582"/>
                  </a:lnTo>
                  <a:lnTo>
                    <a:pt x="7884388" y="1764223"/>
                  </a:lnTo>
                  <a:lnTo>
                    <a:pt x="7944435" y="1768267"/>
                  </a:lnTo>
                  <a:lnTo>
                    <a:pt x="7988076" y="1770897"/>
                  </a:lnTo>
                  <a:lnTo>
                    <a:pt x="8015427" y="1772379"/>
                  </a:lnTo>
                  <a:lnTo>
                    <a:pt x="8028838" y="1773035"/>
                  </a:lnTo>
                  <a:lnTo>
                    <a:pt x="8032664" y="1773205"/>
                  </a:lnTo>
                  <a:lnTo>
                    <a:pt x="8032819" y="1773211"/>
                  </a:lnTo>
                  <a:lnTo>
                    <a:pt x="8554953" y="1773211"/>
                  </a:lnTo>
                  <a:lnTo>
                    <a:pt x="8554953" y="1767564"/>
                  </a:lnTo>
                  <a:lnTo>
                    <a:pt x="8032819" y="1767564"/>
                  </a:lnTo>
                  <a:lnTo>
                    <a:pt x="8031599" y="1767512"/>
                  </a:lnTo>
                  <a:lnTo>
                    <a:pt x="8023615" y="1767140"/>
                  </a:lnTo>
                  <a:lnTo>
                    <a:pt x="8003629" y="1766111"/>
                  </a:lnTo>
                  <a:lnTo>
                    <a:pt x="7968252" y="1764091"/>
                  </a:lnTo>
                  <a:lnTo>
                    <a:pt x="7916246" y="1760779"/>
                  </a:lnTo>
                  <a:lnTo>
                    <a:pt x="7848593" y="1755949"/>
                  </a:lnTo>
                  <a:lnTo>
                    <a:pt x="7768153" y="1749467"/>
                  </a:lnTo>
                  <a:lnTo>
                    <a:pt x="7678956" y="1741287"/>
                  </a:lnTo>
                  <a:lnTo>
                    <a:pt x="7585352" y="1731425"/>
                  </a:lnTo>
                  <a:lnTo>
                    <a:pt x="7491286" y="1719921"/>
                  </a:lnTo>
                  <a:lnTo>
                    <a:pt x="7399847" y="1706799"/>
                  </a:lnTo>
                  <a:lnTo>
                    <a:pt x="7313115" y="1692041"/>
                  </a:lnTo>
                  <a:lnTo>
                    <a:pt x="7232224" y="1675568"/>
                  </a:lnTo>
                  <a:lnTo>
                    <a:pt x="7157541" y="1657229"/>
                  </a:lnTo>
                  <a:lnTo>
                    <a:pt x="7088874" y="1636804"/>
                  </a:lnTo>
                  <a:lnTo>
                    <a:pt x="7025666" y="1614009"/>
                  </a:lnTo>
                  <a:lnTo>
                    <a:pt x="6967137" y="1588505"/>
                  </a:lnTo>
                  <a:lnTo>
                    <a:pt x="6912406" y="1559923"/>
                  </a:lnTo>
                  <a:lnTo>
                    <a:pt x="6860569" y="1527905"/>
                  </a:lnTo>
                  <a:lnTo>
                    <a:pt x="6810777" y="1492174"/>
                  </a:lnTo>
                  <a:lnTo>
                    <a:pt x="6786527" y="1472970"/>
                  </a:lnTo>
                  <a:lnTo>
                    <a:pt x="6742797" y="1435434"/>
                  </a:lnTo>
                  <a:lnTo>
                    <a:pt x="6699491" y="1394680"/>
                  </a:lnTo>
                  <a:lnTo>
                    <a:pt x="6656271" y="1350649"/>
                  </a:lnTo>
                  <a:lnTo>
                    <a:pt x="6612886" y="1303353"/>
                  </a:lnTo>
                  <a:lnTo>
                    <a:pt x="6569163" y="1252889"/>
                  </a:lnTo>
                  <a:lnTo>
                    <a:pt x="6524995" y="1199444"/>
                  </a:lnTo>
                  <a:lnTo>
                    <a:pt x="6480341" y="1143295"/>
                  </a:lnTo>
                  <a:lnTo>
                    <a:pt x="6435215" y="1084815"/>
                  </a:lnTo>
                  <a:lnTo>
                    <a:pt x="6389677" y="1024456"/>
                  </a:lnTo>
                  <a:lnTo>
                    <a:pt x="6343828" y="962746"/>
                  </a:lnTo>
                  <a:lnTo>
                    <a:pt x="6297796" y="900262"/>
                  </a:lnTo>
                  <a:lnTo>
                    <a:pt x="6251725" y="837616"/>
                  </a:lnTo>
                  <a:lnTo>
                    <a:pt x="6205762" y="775424"/>
                  </a:lnTo>
                  <a:lnTo>
                    <a:pt x="6160047" y="714286"/>
                  </a:lnTo>
                  <a:lnTo>
                    <a:pt x="6114694" y="654756"/>
                  </a:lnTo>
                  <a:lnTo>
                    <a:pt x="6069787" y="597329"/>
                  </a:lnTo>
                  <a:lnTo>
                    <a:pt x="6025365" y="542422"/>
                  </a:lnTo>
                  <a:lnTo>
                    <a:pt x="5981417" y="490361"/>
                  </a:lnTo>
                  <a:lnTo>
                    <a:pt x="5937871" y="441381"/>
                  </a:lnTo>
                  <a:lnTo>
                    <a:pt x="5894590" y="395627"/>
                  </a:lnTo>
                  <a:lnTo>
                    <a:pt x="5851366" y="353153"/>
                  </a:lnTo>
                  <a:lnTo>
                    <a:pt x="5807907" y="313937"/>
                  </a:lnTo>
                  <a:lnTo>
                    <a:pt x="5784835" y="294594"/>
                  </a:lnTo>
                  <a:lnTo>
                    <a:pt x="5735782" y="256967"/>
                  </a:lnTo>
                  <a:lnTo>
                    <a:pt x="5685062" y="223127"/>
                  </a:lnTo>
                  <a:lnTo>
                    <a:pt x="5631883" y="192876"/>
                  </a:lnTo>
                  <a:lnTo>
                    <a:pt x="5575358" y="165887"/>
                  </a:lnTo>
                  <a:lnTo>
                    <a:pt x="5514585" y="141788"/>
                  </a:lnTo>
                  <a:lnTo>
                    <a:pt x="5448721" y="120223"/>
                  </a:lnTo>
                  <a:lnTo>
                    <a:pt x="5377084" y="100878"/>
                  </a:lnTo>
                  <a:lnTo>
                    <a:pt x="5299276" y="83499"/>
                  </a:lnTo>
                  <a:lnTo>
                    <a:pt x="5215362" y="67902"/>
                  </a:lnTo>
                  <a:lnTo>
                    <a:pt x="5126069" y="53972"/>
                  </a:lnTo>
                  <a:lnTo>
                    <a:pt x="5032986" y="41661"/>
                  </a:lnTo>
                  <a:lnTo>
                    <a:pt x="4938706" y="30977"/>
                  </a:lnTo>
                  <a:lnTo>
                    <a:pt x="4846782" y="21955"/>
                  </a:lnTo>
                  <a:lnTo>
                    <a:pt x="4761441" y="14629"/>
                  </a:lnTo>
                  <a:lnTo>
                    <a:pt x="4686974" y="8988"/>
                  </a:lnTo>
                  <a:lnTo>
                    <a:pt x="4626927" y="4943"/>
                  </a:lnTo>
                  <a:lnTo>
                    <a:pt x="4583286" y="2314"/>
                  </a:lnTo>
                  <a:lnTo>
                    <a:pt x="4555935" y="832"/>
                  </a:lnTo>
                  <a:lnTo>
                    <a:pt x="4542524" y="176"/>
                  </a:lnTo>
                  <a:lnTo>
                    <a:pt x="4538698" y="6"/>
                  </a:lnTo>
                  <a:lnTo>
                    <a:pt x="4538543" y="0"/>
                  </a:lnTo>
                  <a:lnTo>
                    <a:pt x="4016409" y="0"/>
                  </a:lnTo>
                  <a:lnTo>
                    <a:pt x="4015251" y="76"/>
                  </a:lnTo>
                  <a:lnTo>
                    <a:pt x="4007665" y="621"/>
                  </a:lnTo>
                  <a:lnTo>
                    <a:pt x="3988639" y="2128"/>
                  </a:lnTo>
                  <a:lnTo>
                    <a:pt x="3954875" y="5090"/>
                  </a:lnTo>
                  <a:lnTo>
                    <a:pt x="3905069" y="9950"/>
                  </a:lnTo>
                  <a:lnTo>
                    <a:pt x="3839993" y="17052"/>
                  </a:lnTo>
                  <a:lnTo>
                    <a:pt x="3762215" y="26606"/>
                  </a:lnTo>
                  <a:lnTo>
                    <a:pt x="3675471" y="38692"/>
                  </a:lnTo>
                  <a:lnTo>
                    <a:pt x="3583893" y="53295"/>
                  </a:lnTo>
                  <a:lnTo>
                    <a:pt x="3491317" y="70359"/>
                  </a:lnTo>
                  <a:lnTo>
                    <a:pt x="3400824" y="89838"/>
                  </a:lnTo>
                  <a:lnTo>
                    <a:pt x="3314563" y="111747"/>
                  </a:lnTo>
                  <a:lnTo>
                    <a:pt x="3233778" y="136183"/>
                  </a:lnTo>
                  <a:lnTo>
                    <a:pt x="3158960" y="163341"/>
                  </a:lnTo>
                  <a:lnTo>
                    <a:pt x="3090035" y="193522"/>
                  </a:lnTo>
                  <a:lnTo>
                    <a:pt x="3026547" y="227119"/>
                  </a:lnTo>
                  <a:lnTo>
                    <a:pt x="2967801" y="264610"/>
                  </a:lnTo>
                  <a:lnTo>
                    <a:pt x="2912980" y="306528"/>
                  </a:lnTo>
                  <a:lnTo>
                    <a:pt x="2861227" y="353412"/>
                  </a:lnTo>
                  <a:lnTo>
                    <a:pt x="2811710" y="405722"/>
                  </a:lnTo>
                  <a:lnTo>
                    <a:pt x="2770117" y="455538"/>
                  </a:lnTo>
                  <a:lnTo>
                    <a:pt x="2732369" y="505305"/>
                  </a:lnTo>
                  <a:lnTo>
                    <a:pt x="2694975" y="558758"/>
                  </a:lnTo>
                  <a:lnTo>
                    <a:pt x="2657706" y="615971"/>
                  </a:lnTo>
                  <a:lnTo>
                    <a:pt x="2620382" y="676959"/>
                  </a:lnTo>
                  <a:lnTo>
                    <a:pt x="2582870" y="741665"/>
                  </a:lnTo>
                  <a:lnTo>
                    <a:pt x="2545075" y="809963"/>
                  </a:lnTo>
                  <a:lnTo>
                    <a:pt x="2506940" y="881644"/>
                  </a:lnTo>
                  <a:lnTo>
                    <a:pt x="2468442" y="956421"/>
                  </a:lnTo>
                  <a:lnTo>
                    <a:pt x="2429589" y="1033931"/>
                  </a:lnTo>
                  <a:lnTo>
                    <a:pt x="2390416" y="1113734"/>
                  </a:lnTo>
                  <a:lnTo>
                    <a:pt x="2350981" y="1195330"/>
                  </a:lnTo>
                  <a:lnTo>
                    <a:pt x="2311357" y="1278164"/>
                  </a:lnTo>
                  <a:lnTo>
                    <a:pt x="2271634" y="1361645"/>
                  </a:lnTo>
                  <a:lnTo>
                    <a:pt x="2231904" y="1445163"/>
                  </a:lnTo>
                  <a:lnTo>
                    <a:pt x="2192264" y="1528105"/>
                  </a:lnTo>
                  <a:lnTo>
                    <a:pt x="2152802" y="1609878"/>
                  </a:lnTo>
                  <a:lnTo>
                    <a:pt x="2113594" y="1689922"/>
                  </a:lnTo>
                  <a:lnTo>
                    <a:pt x="2074701" y="1767729"/>
                  </a:lnTo>
                  <a:lnTo>
                    <a:pt x="2036160" y="1842851"/>
                  </a:lnTo>
                  <a:lnTo>
                    <a:pt x="1997983" y="1914917"/>
                  </a:lnTo>
                  <a:lnTo>
                    <a:pt x="1960150" y="1983629"/>
                  </a:lnTo>
                  <a:lnTo>
                    <a:pt x="1922608" y="2048771"/>
                  </a:lnTo>
                  <a:lnTo>
                    <a:pt x="1885268" y="2110205"/>
                  </a:lnTo>
                  <a:lnTo>
                    <a:pt x="1848001" y="2167868"/>
                  </a:lnTo>
                  <a:lnTo>
                    <a:pt x="1810633" y="2221765"/>
                  </a:lnTo>
                  <a:lnTo>
                    <a:pt x="1772940" y="2271964"/>
                  </a:lnTo>
                  <a:lnTo>
                    <a:pt x="1768425" y="2277692"/>
                  </a:lnTo>
                  <a:lnTo>
                    <a:pt x="1720248" y="2334901"/>
                  </a:lnTo>
                  <a:lnTo>
                    <a:pt x="1670475" y="2386457"/>
                  </a:lnTo>
                  <a:lnTo>
                    <a:pt x="1618357" y="2432641"/>
                  </a:lnTo>
                  <a:lnTo>
                    <a:pt x="1563056" y="2473929"/>
                  </a:lnTo>
                  <a:lnTo>
                    <a:pt x="1503716" y="2510864"/>
                  </a:lnTo>
                  <a:lnTo>
                    <a:pt x="1439530" y="2543973"/>
                  </a:lnTo>
                  <a:lnTo>
                    <a:pt x="1369829" y="2573725"/>
                  </a:lnTo>
                  <a:lnTo>
                    <a:pt x="1294199" y="2600501"/>
                  </a:lnTo>
                  <a:lnTo>
                    <a:pt x="1212632" y="2624586"/>
                  </a:lnTo>
                  <a:lnTo>
                    <a:pt x="1125708" y="2646163"/>
                  </a:lnTo>
                  <a:lnTo>
                    <a:pt x="1034787" y="2665317"/>
                  </a:lnTo>
                  <a:lnTo>
                    <a:pt x="942145" y="2682052"/>
                  </a:lnTo>
                  <a:lnTo>
                    <a:pt x="850984" y="2696318"/>
                  </a:lnTo>
                  <a:lnTo>
                    <a:pt x="765210" y="2708061"/>
                  </a:lnTo>
                  <a:lnTo>
                    <a:pt x="688947" y="2717276"/>
                  </a:lnTo>
                  <a:lnTo>
                    <a:pt x="625817" y="2724060"/>
                  </a:lnTo>
                  <a:lnTo>
                    <a:pt x="578178" y="2728642"/>
                  </a:lnTo>
                  <a:lnTo>
                    <a:pt x="546527" y="2731380"/>
                  </a:lnTo>
                  <a:lnTo>
                    <a:pt x="529279" y="2732728"/>
                  </a:lnTo>
                  <a:lnTo>
                    <a:pt x="522888" y="2733181"/>
                  </a:lnTo>
                  <a:lnTo>
                    <a:pt x="522133" y="2733230"/>
                  </a:lnTo>
                  <a:lnTo>
                    <a:pt x="0" y="2733230"/>
                  </a:lnTo>
                  <a:close/>
                </a:path>
              </a:pathLst>
            </a:custGeom>
            <a:solidFill>
              <a:srgbClr val="E78AC3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1320" name="pl1320"/>
            <p:cNvSpPr/>
            <p:nvPr/>
          </p:nvSpPr>
          <p:spPr>
            <a:xfrm>
              <a:off x="386606" y="1919677"/>
              <a:ext cx="8554953" cy="2733230"/>
            </a:xfrm>
            <a:custGeom>
              <a:avLst/>
              <a:pathLst>
                <a:path w="8554953" h="2733230">
                  <a:moveTo>
                    <a:pt x="0" y="2733230"/>
                  </a:moveTo>
                  <a:lnTo>
                    <a:pt x="522133" y="2733230"/>
                  </a:lnTo>
                  <a:lnTo>
                    <a:pt x="523291" y="2733154"/>
                  </a:lnTo>
                  <a:lnTo>
                    <a:pt x="530877" y="2732609"/>
                  </a:lnTo>
                  <a:lnTo>
                    <a:pt x="549904" y="2731102"/>
                  </a:lnTo>
                  <a:lnTo>
                    <a:pt x="583667" y="2728140"/>
                  </a:lnTo>
                  <a:lnTo>
                    <a:pt x="633473" y="2723279"/>
                  </a:lnTo>
                  <a:lnTo>
                    <a:pt x="698549" y="2716177"/>
                  </a:lnTo>
                  <a:lnTo>
                    <a:pt x="776327" y="2706624"/>
                  </a:lnTo>
                  <a:lnTo>
                    <a:pt x="863071" y="2694538"/>
                  </a:lnTo>
                  <a:lnTo>
                    <a:pt x="954649" y="2679935"/>
                  </a:lnTo>
                  <a:lnTo>
                    <a:pt x="1047226" y="2662871"/>
                  </a:lnTo>
                  <a:lnTo>
                    <a:pt x="1137719" y="2643391"/>
                  </a:lnTo>
                  <a:lnTo>
                    <a:pt x="1223980" y="2621483"/>
                  </a:lnTo>
                  <a:lnTo>
                    <a:pt x="1304764" y="2597047"/>
                  </a:lnTo>
                  <a:lnTo>
                    <a:pt x="1379582" y="2569888"/>
                  </a:lnTo>
                  <a:lnTo>
                    <a:pt x="1448507" y="2539708"/>
                  </a:lnTo>
                  <a:lnTo>
                    <a:pt x="1511996" y="2506111"/>
                  </a:lnTo>
                  <a:lnTo>
                    <a:pt x="1570741" y="2468620"/>
                  </a:lnTo>
                  <a:lnTo>
                    <a:pt x="1625562" y="2426702"/>
                  </a:lnTo>
                  <a:lnTo>
                    <a:pt x="1677315" y="2379818"/>
                  </a:lnTo>
                  <a:lnTo>
                    <a:pt x="1726832" y="2327508"/>
                  </a:lnTo>
                  <a:lnTo>
                    <a:pt x="1768425" y="2277692"/>
                  </a:lnTo>
                  <a:lnTo>
                    <a:pt x="1806173" y="2227925"/>
                  </a:lnTo>
                  <a:lnTo>
                    <a:pt x="1843567" y="2174472"/>
                  </a:lnTo>
                  <a:lnTo>
                    <a:pt x="1880837" y="2117259"/>
                  </a:lnTo>
                  <a:lnTo>
                    <a:pt x="1918160" y="2056271"/>
                  </a:lnTo>
                  <a:lnTo>
                    <a:pt x="1955672" y="1991564"/>
                  </a:lnTo>
                  <a:lnTo>
                    <a:pt x="1993468" y="1923267"/>
                  </a:lnTo>
                  <a:lnTo>
                    <a:pt x="2031603" y="1851586"/>
                  </a:lnTo>
                  <a:lnTo>
                    <a:pt x="2070100" y="1776808"/>
                  </a:lnTo>
                  <a:lnTo>
                    <a:pt x="2108953" y="1699299"/>
                  </a:lnTo>
                  <a:lnTo>
                    <a:pt x="2148126" y="1619495"/>
                  </a:lnTo>
                  <a:lnTo>
                    <a:pt x="2187562" y="1537900"/>
                  </a:lnTo>
                  <a:lnTo>
                    <a:pt x="2227185" y="1455066"/>
                  </a:lnTo>
                  <a:lnTo>
                    <a:pt x="2266909" y="1371585"/>
                  </a:lnTo>
                  <a:lnTo>
                    <a:pt x="2306638" y="1288067"/>
                  </a:lnTo>
                  <a:lnTo>
                    <a:pt x="2346278" y="1205125"/>
                  </a:lnTo>
                  <a:lnTo>
                    <a:pt x="2385740" y="1123352"/>
                  </a:lnTo>
                  <a:lnTo>
                    <a:pt x="2424948" y="1043308"/>
                  </a:lnTo>
                  <a:lnTo>
                    <a:pt x="2463841" y="965501"/>
                  </a:lnTo>
                  <a:lnTo>
                    <a:pt x="2502382" y="890378"/>
                  </a:lnTo>
                  <a:lnTo>
                    <a:pt x="2540559" y="818313"/>
                  </a:lnTo>
                  <a:lnTo>
                    <a:pt x="2578393" y="749601"/>
                  </a:lnTo>
                  <a:lnTo>
                    <a:pt x="2615934" y="684459"/>
                  </a:lnTo>
                  <a:lnTo>
                    <a:pt x="2653274" y="623025"/>
                  </a:lnTo>
                  <a:lnTo>
                    <a:pt x="2690541" y="565362"/>
                  </a:lnTo>
                  <a:lnTo>
                    <a:pt x="2727909" y="511465"/>
                  </a:lnTo>
                  <a:lnTo>
                    <a:pt x="2765602" y="461265"/>
                  </a:lnTo>
                  <a:lnTo>
                    <a:pt x="2770117" y="455538"/>
                  </a:lnTo>
                  <a:lnTo>
                    <a:pt x="2818294" y="398329"/>
                  </a:lnTo>
                  <a:lnTo>
                    <a:pt x="2868067" y="346772"/>
                  </a:lnTo>
                  <a:lnTo>
                    <a:pt x="2920185" y="300589"/>
                  </a:lnTo>
                  <a:lnTo>
                    <a:pt x="2975486" y="259301"/>
                  </a:lnTo>
                  <a:lnTo>
                    <a:pt x="3034826" y="222366"/>
                  </a:lnTo>
                  <a:lnTo>
                    <a:pt x="3099013" y="189256"/>
                  </a:lnTo>
                  <a:lnTo>
                    <a:pt x="3168713" y="159505"/>
                  </a:lnTo>
                  <a:lnTo>
                    <a:pt x="3244343" y="132729"/>
                  </a:lnTo>
                  <a:lnTo>
                    <a:pt x="3325911" y="108644"/>
                  </a:lnTo>
                  <a:lnTo>
                    <a:pt x="3412835" y="87067"/>
                  </a:lnTo>
                  <a:lnTo>
                    <a:pt x="3503756" y="67913"/>
                  </a:lnTo>
                  <a:lnTo>
                    <a:pt x="3596397" y="51178"/>
                  </a:lnTo>
                  <a:lnTo>
                    <a:pt x="3687558" y="36912"/>
                  </a:lnTo>
                  <a:lnTo>
                    <a:pt x="3773332" y="25169"/>
                  </a:lnTo>
                  <a:lnTo>
                    <a:pt x="3849595" y="15953"/>
                  </a:lnTo>
                  <a:lnTo>
                    <a:pt x="3912725" y="9169"/>
                  </a:lnTo>
                  <a:lnTo>
                    <a:pt x="3960365" y="4588"/>
                  </a:lnTo>
                  <a:lnTo>
                    <a:pt x="3992015" y="1850"/>
                  </a:lnTo>
                  <a:lnTo>
                    <a:pt x="4009263" y="502"/>
                  </a:lnTo>
                  <a:lnTo>
                    <a:pt x="4015654" y="49"/>
                  </a:lnTo>
                  <a:lnTo>
                    <a:pt x="4016409" y="0"/>
                  </a:lnTo>
                  <a:lnTo>
                    <a:pt x="4538543" y="0"/>
                  </a:lnTo>
                  <a:lnTo>
                    <a:pt x="4539763" y="52"/>
                  </a:lnTo>
                  <a:lnTo>
                    <a:pt x="4547746" y="424"/>
                  </a:lnTo>
                  <a:lnTo>
                    <a:pt x="4567733" y="1452"/>
                  </a:lnTo>
                  <a:lnTo>
                    <a:pt x="4603110" y="3473"/>
                  </a:lnTo>
                  <a:lnTo>
                    <a:pt x="4655116" y="6784"/>
                  </a:lnTo>
                  <a:lnTo>
                    <a:pt x="4722769" y="11614"/>
                  </a:lnTo>
                  <a:lnTo>
                    <a:pt x="4803209" y="18096"/>
                  </a:lnTo>
                  <a:lnTo>
                    <a:pt x="4892406" y="26276"/>
                  </a:lnTo>
                  <a:lnTo>
                    <a:pt x="4986010" y="36138"/>
                  </a:lnTo>
                  <a:lnTo>
                    <a:pt x="5080076" y="47643"/>
                  </a:lnTo>
                  <a:lnTo>
                    <a:pt x="5171515" y="60765"/>
                  </a:lnTo>
                  <a:lnTo>
                    <a:pt x="5258247" y="75522"/>
                  </a:lnTo>
                  <a:lnTo>
                    <a:pt x="5339138" y="91996"/>
                  </a:lnTo>
                  <a:lnTo>
                    <a:pt x="5413821" y="110335"/>
                  </a:lnTo>
                  <a:lnTo>
                    <a:pt x="5482488" y="130759"/>
                  </a:lnTo>
                  <a:lnTo>
                    <a:pt x="5545696" y="153554"/>
                  </a:lnTo>
                  <a:lnTo>
                    <a:pt x="5604225" y="179059"/>
                  </a:lnTo>
                  <a:lnTo>
                    <a:pt x="5658956" y="207641"/>
                  </a:lnTo>
                  <a:lnTo>
                    <a:pt x="5710793" y="239659"/>
                  </a:lnTo>
                  <a:lnTo>
                    <a:pt x="5760585" y="275390"/>
                  </a:lnTo>
                  <a:lnTo>
                    <a:pt x="5784835" y="294594"/>
                  </a:lnTo>
                  <a:lnTo>
                    <a:pt x="5828565" y="332130"/>
                  </a:lnTo>
                  <a:lnTo>
                    <a:pt x="5871871" y="372883"/>
                  </a:lnTo>
                  <a:lnTo>
                    <a:pt x="5915091" y="416914"/>
                  </a:lnTo>
                  <a:lnTo>
                    <a:pt x="5958475" y="464210"/>
                  </a:lnTo>
                  <a:lnTo>
                    <a:pt x="6002199" y="514674"/>
                  </a:lnTo>
                  <a:lnTo>
                    <a:pt x="6046367" y="568120"/>
                  </a:lnTo>
                  <a:lnTo>
                    <a:pt x="6091021" y="624268"/>
                  </a:lnTo>
                  <a:lnTo>
                    <a:pt x="6136147" y="682749"/>
                  </a:lnTo>
                  <a:lnTo>
                    <a:pt x="6181685" y="743107"/>
                  </a:lnTo>
                  <a:lnTo>
                    <a:pt x="6227533" y="804818"/>
                  </a:lnTo>
                  <a:lnTo>
                    <a:pt x="6273566" y="867301"/>
                  </a:lnTo>
                  <a:lnTo>
                    <a:pt x="6319637" y="929948"/>
                  </a:lnTo>
                  <a:lnTo>
                    <a:pt x="6365600" y="992139"/>
                  </a:lnTo>
                  <a:lnTo>
                    <a:pt x="6411315" y="1053278"/>
                  </a:lnTo>
                  <a:lnTo>
                    <a:pt x="6456668" y="1112808"/>
                  </a:lnTo>
                  <a:lnTo>
                    <a:pt x="6501575" y="1170234"/>
                  </a:lnTo>
                  <a:lnTo>
                    <a:pt x="6545997" y="1225142"/>
                  </a:lnTo>
                  <a:lnTo>
                    <a:pt x="6589945" y="1277203"/>
                  </a:lnTo>
                  <a:lnTo>
                    <a:pt x="6633491" y="1326182"/>
                  </a:lnTo>
                  <a:lnTo>
                    <a:pt x="6676772" y="1371937"/>
                  </a:lnTo>
                  <a:lnTo>
                    <a:pt x="6719996" y="1414411"/>
                  </a:lnTo>
                  <a:lnTo>
                    <a:pt x="6763455" y="1453627"/>
                  </a:lnTo>
                  <a:lnTo>
                    <a:pt x="6786527" y="1472970"/>
                  </a:lnTo>
                  <a:lnTo>
                    <a:pt x="6835580" y="1510596"/>
                  </a:lnTo>
                  <a:lnTo>
                    <a:pt x="6886299" y="1544437"/>
                  </a:lnTo>
                  <a:lnTo>
                    <a:pt x="6939479" y="1574687"/>
                  </a:lnTo>
                  <a:lnTo>
                    <a:pt x="6996004" y="1601677"/>
                  </a:lnTo>
                  <a:lnTo>
                    <a:pt x="7056777" y="1625775"/>
                  </a:lnTo>
                  <a:lnTo>
                    <a:pt x="7122641" y="1647340"/>
                  </a:lnTo>
                  <a:lnTo>
                    <a:pt x="7194278" y="1666686"/>
                  </a:lnTo>
                  <a:lnTo>
                    <a:pt x="7272086" y="1684064"/>
                  </a:lnTo>
                  <a:lnTo>
                    <a:pt x="7356000" y="1699662"/>
                  </a:lnTo>
                  <a:lnTo>
                    <a:pt x="7445293" y="1713592"/>
                  </a:lnTo>
                  <a:lnTo>
                    <a:pt x="7538375" y="1725902"/>
                  </a:lnTo>
                  <a:lnTo>
                    <a:pt x="7632656" y="1736587"/>
                  </a:lnTo>
                  <a:lnTo>
                    <a:pt x="7724580" y="1745608"/>
                  </a:lnTo>
                  <a:lnTo>
                    <a:pt x="7809921" y="1752935"/>
                  </a:lnTo>
                  <a:lnTo>
                    <a:pt x="7884388" y="1758576"/>
                  </a:lnTo>
                  <a:lnTo>
                    <a:pt x="7944435" y="1762620"/>
                  </a:lnTo>
                  <a:lnTo>
                    <a:pt x="7988076" y="1765250"/>
                  </a:lnTo>
                  <a:lnTo>
                    <a:pt x="8015427" y="1766731"/>
                  </a:lnTo>
                  <a:lnTo>
                    <a:pt x="8028838" y="1767388"/>
                  </a:lnTo>
                  <a:lnTo>
                    <a:pt x="8032664" y="1767558"/>
                  </a:lnTo>
                  <a:lnTo>
                    <a:pt x="8032819" y="1767564"/>
                  </a:lnTo>
                  <a:lnTo>
                    <a:pt x="8554953" y="1767564"/>
                  </a:lnTo>
                  <a:lnTo>
                    <a:pt x="8554953" y="1767564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321" name="pl1321"/>
            <p:cNvSpPr/>
            <p:nvPr/>
          </p:nvSpPr>
          <p:spPr>
            <a:xfrm>
              <a:off x="386606" y="1914030"/>
              <a:ext cx="8554953" cy="2733230"/>
            </a:xfrm>
            <a:custGeom>
              <a:avLst/>
              <a:pathLst>
                <a:path w="8554953" h="2733230">
                  <a:moveTo>
                    <a:pt x="8554953" y="1767564"/>
                  </a:moveTo>
                  <a:lnTo>
                    <a:pt x="8032819" y="1767564"/>
                  </a:lnTo>
                  <a:lnTo>
                    <a:pt x="8031599" y="1767512"/>
                  </a:lnTo>
                  <a:lnTo>
                    <a:pt x="8023615" y="1767140"/>
                  </a:lnTo>
                  <a:lnTo>
                    <a:pt x="8003629" y="1766111"/>
                  </a:lnTo>
                  <a:lnTo>
                    <a:pt x="7968252" y="1764091"/>
                  </a:lnTo>
                  <a:lnTo>
                    <a:pt x="7916246" y="1760779"/>
                  </a:lnTo>
                  <a:lnTo>
                    <a:pt x="7848593" y="1755949"/>
                  </a:lnTo>
                  <a:lnTo>
                    <a:pt x="7768153" y="1749467"/>
                  </a:lnTo>
                  <a:lnTo>
                    <a:pt x="7678956" y="1741287"/>
                  </a:lnTo>
                  <a:lnTo>
                    <a:pt x="7585352" y="1731425"/>
                  </a:lnTo>
                  <a:lnTo>
                    <a:pt x="7491286" y="1719921"/>
                  </a:lnTo>
                  <a:lnTo>
                    <a:pt x="7399847" y="1706799"/>
                  </a:lnTo>
                  <a:lnTo>
                    <a:pt x="7313115" y="1692041"/>
                  </a:lnTo>
                  <a:lnTo>
                    <a:pt x="7232224" y="1675568"/>
                  </a:lnTo>
                  <a:lnTo>
                    <a:pt x="7157541" y="1657229"/>
                  </a:lnTo>
                  <a:lnTo>
                    <a:pt x="7088874" y="1636804"/>
                  </a:lnTo>
                  <a:lnTo>
                    <a:pt x="7025666" y="1614009"/>
                  </a:lnTo>
                  <a:lnTo>
                    <a:pt x="6967137" y="1588505"/>
                  </a:lnTo>
                  <a:lnTo>
                    <a:pt x="6912406" y="1559923"/>
                  </a:lnTo>
                  <a:lnTo>
                    <a:pt x="6860569" y="1527905"/>
                  </a:lnTo>
                  <a:lnTo>
                    <a:pt x="6810777" y="1492174"/>
                  </a:lnTo>
                  <a:lnTo>
                    <a:pt x="6786527" y="1472970"/>
                  </a:lnTo>
                  <a:lnTo>
                    <a:pt x="6742797" y="1435434"/>
                  </a:lnTo>
                  <a:lnTo>
                    <a:pt x="6699491" y="1394680"/>
                  </a:lnTo>
                  <a:lnTo>
                    <a:pt x="6656271" y="1350649"/>
                  </a:lnTo>
                  <a:lnTo>
                    <a:pt x="6612886" y="1303353"/>
                  </a:lnTo>
                  <a:lnTo>
                    <a:pt x="6569163" y="1252889"/>
                  </a:lnTo>
                  <a:lnTo>
                    <a:pt x="6524995" y="1199444"/>
                  </a:lnTo>
                  <a:lnTo>
                    <a:pt x="6480341" y="1143295"/>
                  </a:lnTo>
                  <a:lnTo>
                    <a:pt x="6435215" y="1084815"/>
                  </a:lnTo>
                  <a:lnTo>
                    <a:pt x="6389677" y="1024456"/>
                  </a:lnTo>
                  <a:lnTo>
                    <a:pt x="6343828" y="962746"/>
                  </a:lnTo>
                  <a:lnTo>
                    <a:pt x="6297796" y="900262"/>
                  </a:lnTo>
                  <a:lnTo>
                    <a:pt x="6251725" y="837616"/>
                  </a:lnTo>
                  <a:lnTo>
                    <a:pt x="6205762" y="775424"/>
                  </a:lnTo>
                  <a:lnTo>
                    <a:pt x="6160047" y="714286"/>
                  </a:lnTo>
                  <a:lnTo>
                    <a:pt x="6114694" y="654756"/>
                  </a:lnTo>
                  <a:lnTo>
                    <a:pt x="6069787" y="597329"/>
                  </a:lnTo>
                  <a:lnTo>
                    <a:pt x="6025365" y="542422"/>
                  </a:lnTo>
                  <a:lnTo>
                    <a:pt x="5981417" y="490361"/>
                  </a:lnTo>
                  <a:lnTo>
                    <a:pt x="5937871" y="441381"/>
                  </a:lnTo>
                  <a:lnTo>
                    <a:pt x="5894590" y="395627"/>
                  </a:lnTo>
                  <a:lnTo>
                    <a:pt x="5851366" y="353153"/>
                  </a:lnTo>
                  <a:lnTo>
                    <a:pt x="5807907" y="313937"/>
                  </a:lnTo>
                  <a:lnTo>
                    <a:pt x="5784835" y="294594"/>
                  </a:lnTo>
                  <a:lnTo>
                    <a:pt x="5735782" y="256967"/>
                  </a:lnTo>
                  <a:lnTo>
                    <a:pt x="5685062" y="223127"/>
                  </a:lnTo>
                  <a:lnTo>
                    <a:pt x="5631883" y="192876"/>
                  </a:lnTo>
                  <a:lnTo>
                    <a:pt x="5575358" y="165887"/>
                  </a:lnTo>
                  <a:lnTo>
                    <a:pt x="5514585" y="141788"/>
                  </a:lnTo>
                  <a:lnTo>
                    <a:pt x="5448721" y="120223"/>
                  </a:lnTo>
                  <a:lnTo>
                    <a:pt x="5377084" y="100878"/>
                  </a:lnTo>
                  <a:lnTo>
                    <a:pt x="5299276" y="83499"/>
                  </a:lnTo>
                  <a:lnTo>
                    <a:pt x="5215362" y="67902"/>
                  </a:lnTo>
                  <a:lnTo>
                    <a:pt x="5126069" y="53972"/>
                  </a:lnTo>
                  <a:lnTo>
                    <a:pt x="5032986" y="41661"/>
                  </a:lnTo>
                  <a:lnTo>
                    <a:pt x="4938706" y="30977"/>
                  </a:lnTo>
                  <a:lnTo>
                    <a:pt x="4846782" y="21955"/>
                  </a:lnTo>
                  <a:lnTo>
                    <a:pt x="4761441" y="14629"/>
                  </a:lnTo>
                  <a:lnTo>
                    <a:pt x="4686974" y="8988"/>
                  </a:lnTo>
                  <a:lnTo>
                    <a:pt x="4626927" y="4943"/>
                  </a:lnTo>
                  <a:lnTo>
                    <a:pt x="4583286" y="2314"/>
                  </a:lnTo>
                  <a:lnTo>
                    <a:pt x="4555935" y="832"/>
                  </a:lnTo>
                  <a:lnTo>
                    <a:pt x="4542524" y="176"/>
                  </a:lnTo>
                  <a:lnTo>
                    <a:pt x="4538698" y="6"/>
                  </a:lnTo>
                  <a:lnTo>
                    <a:pt x="4538543" y="0"/>
                  </a:lnTo>
                  <a:lnTo>
                    <a:pt x="4016409" y="0"/>
                  </a:lnTo>
                  <a:lnTo>
                    <a:pt x="4015251" y="76"/>
                  </a:lnTo>
                  <a:lnTo>
                    <a:pt x="4007665" y="621"/>
                  </a:lnTo>
                  <a:lnTo>
                    <a:pt x="3988639" y="2128"/>
                  </a:lnTo>
                  <a:lnTo>
                    <a:pt x="3954875" y="5090"/>
                  </a:lnTo>
                  <a:lnTo>
                    <a:pt x="3905069" y="9950"/>
                  </a:lnTo>
                  <a:lnTo>
                    <a:pt x="3839993" y="17052"/>
                  </a:lnTo>
                  <a:lnTo>
                    <a:pt x="3762215" y="26606"/>
                  </a:lnTo>
                  <a:lnTo>
                    <a:pt x="3675471" y="38692"/>
                  </a:lnTo>
                  <a:lnTo>
                    <a:pt x="3583893" y="53295"/>
                  </a:lnTo>
                  <a:lnTo>
                    <a:pt x="3491317" y="70359"/>
                  </a:lnTo>
                  <a:lnTo>
                    <a:pt x="3400824" y="89838"/>
                  </a:lnTo>
                  <a:lnTo>
                    <a:pt x="3314563" y="111747"/>
                  </a:lnTo>
                  <a:lnTo>
                    <a:pt x="3233778" y="136183"/>
                  </a:lnTo>
                  <a:lnTo>
                    <a:pt x="3158960" y="163341"/>
                  </a:lnTo>
                  <a:lnTo>
                    <a:pt x="3090035" y="193522"/>
                  </a:lnTo>
                  <a:lnTo>
                    <a:pt x="3026547" y="227119"/>
                  </a:lnTo>
                  <a:lnTo>
                    <a:pt x="2967801" y="264610"/>
                  </a:lnTo>
                  <a:lnTo>
                    <a:pt x="2912980" y="306528"/>
                  </a:lnTo>
                  <a:lnTo>
                    <a:pt x="2861227" y="353412"/>
                  </a:lnTo>
                  <a:lnTo>
                    <a:pt x="2811710" y="405722"/>
                  </a:lnTo>
                  <a:lnTo>
                    <a:pt x="2770117" y="455538"/>
                  </a:lnTo>
                  <a:lnTo>
                    <a:pt x="2732369" y="505305"/>
                  </a:lnTo>
                  <a:lnTo>
                    <a:pt x="2694975" y="558758"/>
                  </a:lnTo>
                  <a:lnTo>
                    <a:pt x="2657706" y="615971"/>
                  </a:lnTo>
                  <a:lnTo>
                    <a:pt x="2620382" y="676959"/>
                  </a:lnTo>
                  <a:lnTo>
                    <a:pt x="2582870" y="741665"/>
                  </a:lnTo>
                  <a:lnTo>
                    <a:pt x="2545075" y="809963"/>
                  </a:lnTo>
                  <a:lnTo>
                    <a:pt x="2506940" y="881644"/>
                  </a:lnTo>
                  <a:lnTo>
                    <a:pt x="2468442" y="956421"/>
                  </a:lnTo>
                  <a:lnTo>
                    <a:pt x="2429589" y="1033931"/>
                  </a:lnTo>
                  <a:lnTo>
                    <a:pt x="2390416" y="1113734"/>
                  </a:lnTo>
                  <a:lnTo>
                    <a:pt x="2350981" y="1195330"/>
                  </a:lnTo>
                  <a:lnTo>
                    <a:pt x="2311357" y="1278164"/>
                  </a:lnTo>
                  <a:lnTo>
                    <a:pt x="2271634" y="1361645"/>
                  </a:lnTo>
                  <a:lnTo>
                    <a:pt x="2231904" y="1445163"/>
                  </a:lnTo>
                  <a:lnTo>
                    <a:pt x="2192264" y="1528105"/>
                  </a:lnTo>
                  <a:lnTo>
                    <a:pt x="2152802" y="1609878"/>
                  </a:lnTo>
                  <a:lnTo>
                    <a:pt x="2113594" y="1689922"/>
                  </a:lnTo>
                  <a:lnTo>
                    <a:pt x="2074701" y="1767729"/>
                  </a:lnTo>
                  <a:lnTo>
                    <a:pt x="2036160" y="1842851"/>
                  </a:lnTo>
                  <a:lnTo>
                    <a:pt x="1997983" y="1914917"/>
                  </a:lnTo>
                  <a:lnTo>
                    <a:pt x="1960150" y="1983629"/>
                  </a:lnTo>
                  <a:lnTo>
                    <a:pt x="1922608" y="2048771"/>
                  </a:lnTo>
                  <a:lnTo>
                    <a:pt x="1885268" y="2110205"/>
                  </a:lnTo>
                  <a:lnTo>
                    <a:pt x="1848001" y="2167868"/>
                  </a:lnTo>
                  <a:lnTo>
                    <a:pt x="1810633" y="2221765"/>
                  </a:lnTo>
                  <a:lnTo>
                    <a:pt x="1772940" y="2271964"/>
                  </a:lnTo>
                  <a:lnTo>
                    <a:pt x="1768425" y="2277692"/>
                  </a:lnTo>
                  <a:lnTo>
                    <a:pt x="1720248" y="2334901"/>
                  </a:lnTo>
                  <a:lnTo>
                    <a:pt x="1670475" y="2386457"/>
                  </a:lnTo>
                  <a:lnTo>
                    <a:pt x="1618357" y="2432641"/>
                  </a:lnTo>
                  <a:lnTo>
                    <a:pt x="1563056" y="2473929"/>
                  </a:lnTo>
                  <a:lnTo>
                    <a:pt x="1503716" y="2510864"/>
                  </a:lnTo>
                  <a:lnTo>
                    <a:pt x="1439530" y="2543973"/>
                  </a:lnTo>
                  <a:lnTo>
                    <a:pt x="1369829" y="2573725"/>
                  </a:lnTo>
                  <a:lnTo>
                    <a:pt x="1294199" y="2600501"/>
                  </a:lnTo>
                  <a:lnTo>
                    <a:pt x="1212632" y="2624586"/>
                  </a:lnTo>
                  <a:lnTo>
                    <a:pt x="1125708" y="2646163"/>
                  </a:lnTo>
                  <a:lnTo>
                    <a:pt x="1034787" y="2665317"/>
                  </a:lnTo>
                  <a:lnTo>
                    <a:pt x="942145" y="2682052"/>
                  </a:lnTo>
                  <a:lnTo>
                    <a:pt x="850984" y="2696318"/>
                  </a:lnTo>
                  <a:lnTo>
                    <a:pt x="765210" y="2708061"/>
                  </a:lnTo>
                  <a:lnTo>
                    <a:pt x="688947" y="2717276"/>
                  </a:lnTo>
                  <a:lnTo>
                    <a:pt x="625817" y="2724060"/>
                  </a:lnTo>
                  <a:lnTo>
                    <a:pt x="578178" y="2728642"/>
                  </a:lnTo>
                  <a:lnTo>
                    <a:pt x="546527" y="2731380"/>
                  </a:lnTo>
                  <a:lnTo>
                    <a:pt x="529279" y="2732728"/>
                  </a:lnTo>
                  <a:lnTo>
                    <a:pt x="522888" y="2733181"/>
                  </a:lnTo>
                  <a:lnTo>
                    <a:pt x="522133" y="2733230"/>
                  </a:lnTo>
                  <a:lnTo>
                    <a:pt x="0" y="2733230"/>
                  </a:lnTo>
                  <a:lnTo>
                    <a:pt x="0" y="273323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322" name="pg1322"/>
            <p:cNvSpPr/>
            <p:nvPr/>
          </p:nvSpPr>
          <p:spPr>
            <a:xfrm>
              <a:off x="386606" y="1981796"/>
              <a:ext cx="8554953" cy="2676759"/>
            </a:xfrm>
            <a:custGeom>
              <a:avLst/>
              <a:pathLst>
                <a:path w="8554953" h="2676759">
                  <a:moveTo>
                    <a:pt x="0" y="2676759"/>
                  </a:moveTo>
                  <a:lnTo>
                    <a:pt x="522133" y="2676759"/>
                  </a:lnTo>
                  <a:lnTo>
                    <a:pt x="523295" y="2676684"/>
                  </a:lnTo>
                  <a:lnTo>
                    <a:pt x="530911" y="2676149"/>
                  </a:lnTo>
                  <a:lnTo>
                    <a:pt x="550007" y="2674670"/>
                  </a:lnTo>
                  <a:lnTo>
                    <a:pt x="583889" y="2671764"/>
                  </a:lnTo>
                  <a:lnTo>
                    <a:pt x="633857" y="2666995"/>
                  </a:lnTo>
                  <a:lnTo>
                    <a:pt x="699123" y="2660028"/>
                  </a:lnTo>
                  <a:lnTo>
                    <a:pt x="777099" y="2650658"/>
                  </a:lnTo>
                  <a:lnTo>
                    <a:pt x="864026" y="2638807"/>
                  </a:lnTo>
                  <a:lnTo>
                    <a:pt x="955757" y="2624489"/>
                  </a:lnTo>
                  <a:lnTo>
                    <a:pt x="1048447" y="2607761"/>
                  </a:lnTo>
                  <a:lnTo>
                    <a:pt x="1139014" y="2588666"/>
                  </a:lnTo>
                  <a:lnTo>
                    <a:pt x="1225312" y="2567190"/>
                  </a:lnTo>
                  <a:lnTo>
                    <a:pt x="1306107" y="2543235"/>
                  </a:lnTo>
                  <a:lnTo>
                    <a:pt x="1380917" y="2516608"/>
                  </a:lnTo>
                  <a:lnTo>
                    <a:pt x="1449823" y="2487014"/>
                  </a:lnTo>
                  <a:lnTo>
                    <a:pt x="1513291" y="2454063"/>
                  </a:lnTo>
                  <a:lnTo>
                    <a:pt x="1572020" y="2417286"/>
                  </a:lnTo>
                  <a:lnTo>
                    <a:pt x="1626832" y="2376160"/>
                  </a:lnTo>
                  <a:lnTo>
                    <a:pt x="1678589" y="2330155"/>
                  </a:lnTo>
                  <a:lnTo>
                    <a:pt x="1728124" y="2278824"/>
                  </a:lnTo>
                  <a:lnTo>
                    <a:pt x="1768425" y="2231573"/>
                  </a:lnTo>
                  <a:lnTo>
                    <a:pt x="1806504" y="2182493"/>
                  </a:lnTo>
                  <a:lnTo>
                    <a:pt x="1844225" y="2129745"/>
                  </a:lnTo>
                  <a:lnTo>
                    <a:pt x="1881823" y="2073257"/>
                  </a:lnTo>
                  <a:lnTo>
                    <a:pt x="1919479" y="2013016"/>
                  </a:lnTo>
                  <a:lnTo>
                    <a:pt x="1957332" y="1949078"/>
                  </a:lnTo>
                  <a:lnTo>
                    <a:pt x="1995476" y="1881578"/>
                  </a:lnTo>
                  <a:lnTo>
                    <a:pt x="2033968" y="1810725"/>
                  </a:lnTo>
                  <a:lnTo>
                    <a:pt x="2072830" y="1736813"/>
                  </a:lnTo>
                  <a:lnTo>
                    <a:pt x="2112051" y="1660212"/>
                  </a:lnTo>
                  <a:lnTo>
                    <a:pt x="2151594" y="1581367"/>
                  </a:lnTo>
                  <a:lnTo>
                    <a:pt x="2191398" y="1500786"/>
                  </a:lnTo>
                  <a:lnTo>
                    <a:pt x="2231386" y="1419030"/>
                  </a:lnTo>
                  <a:lnTo>
                    <a:pt x="2271465" y="1336693"/>
                  </a:lnTo>
                  <a:lnTo>
                    <a:pt x="2311538" y="1254391"/>
                  </a:lnTo>
                  <a:lnTo>
                    <a:pt x="2351510" y="1172734"/>
                  </a:lnTo>
                  <a:lnTo>
                    <a:pt x="2391289" y="1092317"/>
                  </a:lnTo>
                  <a:lnTo>
                    <a:pt x="2430800" y="1013694"/>
                  </a:lnTo>
                  <a:lnTo>
                    <a:pt x="2469983" y="937367"/>
                  </a:lnTo>
                  <a:lnTo>
                    <a:pt x="2508804" y="863772"/>
                  </a:lnTo>
                  <a:lnTo>
                    <a:pt x="2547256" y="793274"/>
                  </a:lnTo>
                  <a:lnTo>
                    <a:pt x="2585365" y="726154"/>
                  </a:lnTo>
                  <a:lnTo>
                    <a:pt x="2623191" y="662616"/>
                  </a:lnTo>
                  <a:lnTo>
                    <a:pt x="2660834" y="602784"/>
                  </a:lnTo>
                  <a:lnTo>
                    <a:pt x="2698435" y="546707"/>
                  </a:lnTo>
                  <a:lnTo>
                    <a:pt x="2736182" y="494365"/>
                  </a:lnTo>
                  <a:lnTo>
                    <a:pt x="2770117" y="450832"/>
                  </a:lnTo>
                  <a:lnTo>
                    <a:pt x="2818359" y="394852"/>
                  </a:lnTo>
                  <a:lnTo>
                    <a:pt x="2868202" y="344412"/>
                  </a:lnTo>
                  <a:lnTo>
                    <a:pt x="2920399" y="299235"/>
                  </a:lnTo>
                  <a:lnTo>
                    <a:pt x="2975790" y="258852"/>
                  </a:lnTo>
                  <a:lnTo>
                    <a:pt x="3035236" y="222733"/>
                  </a:lnTo>
                  <a:lnTo>
                    <a:pt x="3099546" y="190358"/>
                  </a:lnTo>
                  <a:lnTo>
                    <a:pt x="3169389" y="161271"/>
                  </a:lnTo>
                  <a:lnTo>
                    <a:pt x="3245179" y="135096"/>
                  </a:lnTo>
                  <a:lnTo>
                    <a:pt x="3326920" y="111556"/>
                  </a:lnTo>
                  <a:lnTo>
                    <a:pt x="3414020" y="90471"/>
                  </a:lnTo>
                  <a:lnTo>
                    <a:pt x="3505104" y="71760"/>
                  </a:lnTo>
                  <a:lnTo>
                    <a:pt x="3597871" y="55421"/>
                  </a:lnTo>
                  <a:lnTo>
                    <a:pt x="3689097" y="41501"/>
                  </a:lnTo>
                  <a:lnTo>
                    <a:pt x="3774850" y="30054"/>
                  </a:lnTo>
                  <a:lnTo>
                    <a:pt x="3850992" y="21083"/>
                  </a:lnTo>
                  <a:lnTo>
                    <a:pt x="3913904" y="14492"/>
                  </a:lnTo>
                  <a:lnTo>
                    <a:pt x="3961254" y="10052"/>
                  </a:lnTo>
                  <a:lnTo>
                    <a:pt x="3992585" y="7410"/>
                  </a:lnTo>
                  <a:lnTo>
                    <a:pt x="4009539" y="6118"/>
                  </a:lnTo>
                  <a:lnTo>
                    <a:pt x="4015720" y="5691"/>
                  </a:lnTo>
                  <a:lnTo>
                    <a:pt x="4016409" y="5647"/>
                  </a:lnTo>
                  <a:lnTo>
                    <a:pt x="4538543" y="5647"/>
                  </a:lnTo>
                  <a:lnTo>
                    <a:pt x="4539708" y="5721"/>
                  </a:lnTo>
                  <a:lnTo>
                    <a:pt x="4547342" y="6249"/>
                  </a:lnTo>
                  <a:lnTo>
                    <a:pt x="4566482" y="7709"/>
                  </a:lnTo>
                  <a:lnTo>
                    <a:pt x="4600439" y="10580"/>
                  </a:lnTo>
                  <a:lnTo>
                    <a:pt x="4650508" y="15289"/>
                  </a:lnTo>
                  <a:lnTo>
                    <a:pt x="4715894" y="22169"/>
                  </a:lnTo>
                  <a:lnTo>
                    <a:pt x="4793994" y="31422"/>
                  </a:lnTo>
                  <a:lnTo>
                    <a:pt x="4881036" y="43123"/>
                  </a:lnTo>
                  <a:lnTo>
                    <a:pt x="4972862" y="57258"/>
                  </a:lnTo>
                  <a:lnTo>
                    <a:pt x="5065624" y="73770"/>
                  </a:lnTo>
                  <a:lnTo>
                    <a:pt x="5156236" y="92619"/>
                  </a:lnTo>
                  <a:lnTo>
                    <a:pt x="5242558" y="113818"/>
                  </a:lnTo>
                  <a:lnTo>
                    <a:pt x="5323359" y="137463"/>
                  </a:lnTo>
                  <a:lnTo>
                    <a:pt x="5398163" y="163749"/>
                  </a:lnTo>
                  <a:lnTo>
                    <a:pt x="5467058" y="192967"/>
                  </a:lnTo>
                  <a:lnTo>
                    <a:pt x="5530513" y="225503"/>
                  </a:lnTo>
                  <a:lnTo>
                    <a:pt x="5589231" y="261822"/>
                  </a:lnTo>
                  <a:lnTo>
                    <a:pt x="5644038" y="302440"/>
                  </a:lnTo>
                  <a:lnTo>
                    <a:pt x="5695798" y="347879"/>
                  </a:lnTo>
                  <a:lnTo>
                    <a:pt x="5745345" y="398581"/>
                  </a:lnTo>
                  <a:lnTo>
                    <a:pt x="5784835" y="444244"/>
                  </a:lnTo>
                  <a:lnTo>
                    <a:pt x="5823128" y="492882"/>
                  </a:lnTo>
                  <a:lnTo>
                    <a:pt x="5861061" y="545174"/>
                  </a:lnTo>
                  <a:lnTo>
                    <a:pt x="5898871" y="601194"/>
                  </a:lnTo>
                  <a:lnTo>
                    <a:pt x="5936743" y="660953"/>
                  </a:lnTo>
                  <a:lnTo>
                    <a:pt x="5974817" y="724392"/>
                  </a:lnTo>
                  <a:lnTo>
                    <a:pt x="6013187" y="791377"/>
                  </a:lnTo>
                  <a:lnTo>
                    <a:pt x="6051910" y="861693"/>
                  </a:lnTo>
                  <a:lnTo>
                    <a:pt x="6091007" y="935044"/>
                  </a:lnTo>
                  <a:lnTo>
                    <a:pt x="6130467" y="1011056"/>
                  </a:lnTo>
                  <a:lnTo>
                    <a:pt x="6170250" y="1089279"/>
                  </a:lnTo>
                  <a:lnTo>
                    <a:pt x="6210293" y="1169201"/>
                  </a:lnTo>
                  <a:lnTo>
                    <a:pt x="6250515" y="1250259"/>
                  </a:lnTo>
                  <a:lnTo>
                    <a:pt x="6290824" y="1331853"/>
                  </a:lnTo>
                  <a:lnTo>
                    <a:pt x="6331120" y="1413369"/>
                  </a:lnTo>
                  <a:lnTo>
                    <a:pt x="6371305" y="1494193"/>
                  </a:lnTo>
                  <a:lnTo>
                    <a:pt x="6411288" y="1573733"/>
                  </a:lnTo>
                  <a:lnTo>
                    <a:pt x="6450994" y="1651439"/>
                  </a:lnTo>
                  <a:lnTo>
                    <a:pt x="6490364" y="1726812"/>
                  </a:lnTo>
                  <a:lnTo>
                    <a:pt x="6529365" y="1799421"/>
                  </a:lnTo>
                  <a:lnTo>
                    <a:pt x="6567995" y="1868913"/>
                  </a:lnTo>
                  <a:lnTo>
                    <a:pt x="6606283" y="1935010"/>
                  </a:lnTo>
                  <a:lnTo>
                    <a:pt x="6644294" y="1997520"/>
                  </a:lnTo>
                  <a:lnTo>
                    <a:pt x="6682136" y="2056328"/>
                  </a:lnTo>
                  <a:lnTo>
                    <a:pt x="6719957" y="2111393"/>
                  </a:lnTo>
                  <a:lnTo>
                    <a:pt x="6757957" y="2162744"/>
                  </a:lnTo>
                  <a:lnTo>
                    <a:pt x="6786527" y="2198631"/>
                  </a:lnTo>
                  <a:lnTo>
                    <a:pt x="6834810" y="2253826"/>
                  </a:lnTo>
                  <a:lnTo>
                    <a:pt x="6884697" y="2303555"/>
                  </a:lnTo>
                  <a:lnTo>
                    <a:pt x="6936943" y="2348090"/>
                  </a:lnTo>
                  <a:lnTo>
                    <a:pt x="6992390" y="2387895"/>
                  </a:lnTo>
                  <a:lnTo>
                    <a:pt x="7051903" y="2423495"/>
                  </a:lnTo>
                  <a:lnTo>
                    <a:pt x="7116290" y="2455401"/>
                  </a:lnTo>
                  <a:lnTo>
                    <a:pt x="7186223" y="2484066"/>
                  </a:lnTo>
                  <a:lnTo>
                    <a:pt x="7262114" y="2509857"/>
                  </a:lnTo>
                  <a:lnTo>
                    <a:pt x="7343964" y="2533051"/>
                  </a:lnTo>
                  <a:lnTo>
                    <a:pt x="7431175" y="2553822"/>
                  </a:lnTo>
                  <a:lnTo>
                    <a:pt x="7522360" y="2572251"/>
                  </a:lnTo>
                  <a:lnTo>
                    <a:pt x="7615207" y="2588340"/>
                  </a:lnTo>
                  <a:lnTo>
                    <a:pt x="7706472" y="2602040"/>
                  </a:lnTo>
                  <a:lnTo>
                    <a:pt x="7792211" y="2613299"/>
                  </a:lnTo>
                  <a:lnTo>
                    <a:pt x="7868276" y="2622116"/>
                  </a:lnTo>
                  <a:lnTo>
                    <a:pt x="7931050" y="2628586"/>
                  </a:lnTo>
                  <a:lnTo>
                    <a:pt x="7978218" y="2632937"/>
                  </a:lnTo>
                  <a:lnTo>
                    <a:pt x="8009349" y="2635519"/>
                  </a:lnTo>
                  <a:lnTo>
                    <a:pt x="8026119" y="2636776"/>
                  </a:lnTo>
                  <a:lnTo>
                    <a:pt x="8032170" y="2637188"/>
                  </a:lnTo>
                  <a:lnTo>
                    <a:pt x="8032819" y="2637228"/>
                  </a:lnTo>
                  <a:lnTo>
                    <a:pt x="8554953" y="2637228"/>
                  </a:lnTo>
                  <a:lnTo>
                    <a:pt x="8554953" y="2631581"/>
                  </a:lnTo>
                  <a:lnTo>
                    <a:pt x="8032819" y="2631581"/>
                  </a:lnTo>
                  <a:lnTo>
                    <a:pt x="8031654" y="2631507"/>
                  </a:lnTo>
                  <a:lnTo>
                    <a:pt x="8024020" y="2630979"/>
                  </a:lnTo>
                  <a:lnTo>
                    <a:pt x="8004879" y="2629519"/>
                  </a:lnTo>
                  <a:lnTo>
                    <a:pt x="7970923" y="2626648"/>
                  </a:lnTo>
                  <a:lnTo>
                    <a:pt x="7920854" y="2621938"/>
                  </a:lnTo>
                  <a:lnTo>
                    <a:pt x="7855468" y="2615059"/>
                  </a:lnTo>
                  <a:lnTo>
                    <a:pt x="7777368" y="2605806"/>
                  </a:lnTo>
                  <a:lnTo>
                    <a:pt x="7690326" y="2594105"/>
                  </a:lnTo>
                  <a:lnTo>
                    <a:pt x="7598500" y="2579970"/>
                  </a:lnTo>
                  <a:lnTo>
                    <a:pt x="7505738" y="2563458"/>
                  </a:lnTo>
                  <a:lnTo>
                    <a:pt x="7415126" y="2544609"/>
                  </a:lnTo>
                  <a:lnTo>
                    <a:pt x="7328803" y="2523410"/>
                  </a:lnTo>
                  <a:lnTo>
                    <a:pt x="7248003" y="2499765"/>
                  </a:lnTo>
                  <a:lnTo>
                    <a:pt x="7173198" y="2473479"/>
                  </a:lnTo>
                  <a:lnTo>
                    <a:pt x="7104304" y="2444261"/>
                  </a:lnTo>
                  <a:lnTo>
                    <a:pt x="7040849" y="2411725"/>
                  </a:lnTo>
                  <a:lnTo>
                    <a:pt x="6982131" y="2375406"/>
                  </a:lnTo>
                  <a:lnTo>
                    <a:pt x="6927324" y="2334788"/>
                  </a:lnTo>
                  <a:lnTo>
                    <a:pt x="6875564" y="2289348"/>
                  </a:lnTo>
                  <a:lnTo>
                    <a:pt x="6826017" y="2238647"/>
                  </a:lnTo>
                  <a:lnTo>
                    <a:pt x="6786527" y="2192984"/>
                  </a:lnTo>
                  <a:lnTo>
                    <a:pt x="6748233" y="2144346"/>
                  </a:lnTo>
                  <a:lnTo>
                    <a:pt x="6710301" y="2092054"/>
                  </a:lnTo>
                  <a:lnTo>
                    <a:pt x="6672491" y="2036034"/>
                  </a:lnTo>
                  <a:lnTo>
                    <a:pt x="6634619" y="1976275"/>
                  </a:lnTo>
                  <a:lnTo>
                    <a:pt x="6596545" y="1912836"/>
                  </a:lnTo>
                  <a:lnTo>
                    <a:pt x="6558175" y="1845851"/>
                  </a:lnTo>
                  <a:lnTo>
                    <a:pt x="6519452" y="1775535"/>
                  </a:lnTo>
                  <a:lnTo>
                    <a:pt x="6480355" y="1702184"/>
                  </a:lnTo>
                  <a:lnTo>
                    <a:pt x="6440895" y="1626172"/>
                  </a:lnTo>
                  <a:lnTo>
                    <a:pt x="6401112" y="1547949"/>
                  </a:lnTo>
                  <a:lnTo>
                    <a:pt x="6361069" y="1468026"/>
                  </a:lnTo>
                  <a:lnTo>
                    <a:pt x="6320847" y="1386969"/>
                  </a:lnTo>
                  <a:lnTo>
                    <a:pt x="6280538" y="1305374"/>
                  </a:lnTo>
                  <a:lnTo>
                    <a:pt x="6240242" y="1223859"/>
                  </a:lnTo>
                  <a:lnTo>
                    <a:pt x="6200057" y="1143035"/>
                  </a:lnTo>
                  <a:lnTo>
                    <a:pt x="6160073" y="1063494"/>
                  </a:lnTo>
                  <a:lnTo>
                    <a:pt x="6120368" y="985789"/>
                  </a:lnTo>
                  <a:lnTo>
                    <a:pt x="6080998" y="910416"/>
                  </a:lnTo>
                  <a:lnTo>
                    <a:pt x="6041997" y="837806"/>
                  </a:lnTo>
                  <a:lnTo>
                    <a:pt x="6003367" y="768315"/>
                  </a:lnTo>
                  <a:lnTo>
                    <a:pt x="5965079" y="702218"/>
                  </a:lnTo>
                  <a:lnTo>
                    <a:pt x="5927068" y="639708"/>
                  </a:lnTo>
                  <a:lnTo>
                    <a:pt x="5889226" y="580900"/>
                  </a:lnTo>
                  <a:lnTo>
                    <a:pt x="5851405" y="525835"/>
                  </a:lnTo>
                  <a:lnTo>
                    <a:pt x="5813405" y="474484"/>
                  </a:lnTo>
                  <a:lnTo>
                    <a:pt x="5784835" y="438596"/>
                  </a:lnTo>
                  <a:lnTo>
                    <a:pt x="5736552" y="383402"/>
                  </a:lnTo>
                  <a:lnTo>
                    <a:pt x="5686665" y="333673"/>
                  </a:lnTo>
                  <a:lnTo>
                    <a:pt x="5634419" y="289138"/>
                  </a:lnTo>
                  <a:lnTo>
                    <a:pt x="5578971" y="249333"/>
                  </a:lnTo>
                  <a:lnTo>
                    <a:pt x="5519459" y="213733"/>
                  </a:lnTo>
                  <a:lnTo>
                    <a:pt x="5455072" y="181826"/>
                  </a:lnTo>
                  <a:lnTo>
                    <a:pt x="5385139" y="153162"/>
                  </a:lnTo>
                  <a:lnTo>
                    <a:pt x="5309247" y="127370"/>
                  </a:lnTo>
                  <a:lnTo>
                    <a:pt x="5227398" y="104177"/>
                  </a:lnTo>
                  <a:lnTo>
                    <a:pt x="5140187" y="83406"/>
                  </a:lnTo>
                  <a:lnTo>
                    <a:pt x="5049002" y="64976"/>
                  </a:lnTo>
                  <a:lnTo>
                    <a:pt x="4956155" y="48888"/>
                  </a:lnTo>
                  <a:lnTo>
                    <a:pt x="4864890" y="35188"/>
                  </a:lnTo>
                  <a:lnTo>
                    <a:pt x="4779151" y="23929"/>
                  </a:lnTo>
                  <a:lnTo>
                    <a:pt x="4703086" y="15112"/>
                  </a:lnTo>
                  <a:lnTo>
                    <a:pt x="4640312" y="8642"/>
                  </a:lnTo>
                  <a:lnTo>
                    <a:pt x="4593144" y="4291"/>
                  </a:lnTo>
                  <a:lnTo>
                    <a:pt x="4562013" y="1709"/>
                  </a:lnTo>
                  <a:lnTo>
                    <a:pt x="4545243" y="452"/>
                  </a:lnTo>
                  <a:lnTo>
                    <a:pt x="4539192" y="40"/>
                  </a:lnTo>
                  <a:lnTo>
                    <a:pt x="4538543" y="0"/>
                  </a:lnTo>
                  <a:lnTo>
                    <a:pt x="4016409" y="0"/>
                  </a:lnTo>
                  <a:lnTo>
                    <a:pt x="4015247" y="74"/>
                  </a:lnTo>
                  <a:lnTo>
                    <a:pt x="4007631" y="609"/>
                  </a:lnTo>
                  <a:lnTo>
                    <a:pt x="3988535" y="2088"/>
                  </a:lnTo>
                  <a:lnTo>
                    <a:pt x="3954653" y="4994"/>
                  </a:lnTo>
                  <a:lnTo>
                    <a:pt x="3904686" y="9763"/>
                  </a:lnTo>
                  <a:lnTo>
                    <a:pt x="3839419" y="16730"/>
                  </a:lnTo>
                  <a:lnTo>
                    <a:pt x="3761443" y="26100"/>
                  </a:lnTo>
                  <a:lnTo>
                    <a:pt x="3674516" y="37951"/>
                  </a:lnTo>
                  <a:lnTo>
                    <a:pt x="3582785" y="52269"/>
                  </a:lnTo>
                  <a:lnTo>
                    <a:pt x="3490095" y="68997"/>
                  </a:lnTo>
                  <a:lnTo>
                    <a:pt x="3399528" y="88092"/>
                  </a:lnTo>
                  <a:lnTo>
                    <a:pt x="3313230" y="109568"/>
                  </a:lnTo>
                  <a:lnTo>
                    <a:pt x="3232435" y="133523"/>
                  </a:lnTo>
                  <a:lnTo>
                    <a:pt x="3157625" y="160150"/>
                  </a:lnTo>
                  <a:lnTo>
                    <a:pt x="3088719" y="189744"/>
                  </a:lnTo>
                  <a:lnTo>
                    <a:pt x="3025251" y="222695"/>
                  </a:lnTo>
                  <a:lnTo>
                    <a:pt x="2966523" y="259472"/>
                  </a:lnTo>
                  <a:lnTo>
                    <a:pt x="2911710" y="300599"/>
                  </a:lnTo>
                  <a:lnTo>
                    <a:pt x="2859953" y="346603"/>
                  </a:lnTo>
                  <a:lnTo>
                    <a:pt x="2810418" y="397934"/>
                  </a:lnTo>
                  <a:lnTo>
                    <a:pt x="2770117" y="445185"/>
                  </a:lnTo>
                  <a:lnTo>
                    <a:pt x="2732038" y="494265"/>
                  </a:lnTo>
                  <a:lnTo>
                    <a:pt x="2694317" y="547013"/>
                  </a:lnTo>
                  <a:lnTo>
                    <a:pt x="2656720" y="603501"/>
                  </a:lnTo>
                  <a:lnTo>
                    <a:pt x="2619063" y="663742"/>
                  </a:lnTo>
                  <a:lnTo>
                    <a:pt x="2581210" y="727680"/>
                  </a:lnTo>
                  <a:lnTo>
                    <a:pt x="2543066" y="795180"/>
                  </a:lnTo>
                  <a:lnTo>
                    <a:pt x="2504574" y="866033"/>
                  </a:lnTo>
                  <a:lnTo>
                    <a:pt x="2465713" y="939945"/>
                  </a:lnTo>
                  <a:lnTo>
                    <a:pt x="2426492" y="1016546"/>
                  </a:lnTo>
                  <a:lnTo>
                    <a:pt x="2386948" y="1095391"/>
                  </a:lnTo>
                  <a:lnTo>
                    <a:pt x="2347144" y="1175972"/>
                  </a:lnTo>
                  <a:lnTo>
                    <a:pt x="2307157" y="1257729"/>
                  </a:lnTo>
                  <a:lnTo>
                    <a:pt x="2267078" y="1340065"/>
                  </a:lnTo>
                  <a:lnTo>
                    <a:pt x="2227004" y="1422368"/>
                  </a:lnTo>
                  <a:lnTo>
                    <a:pt x="2187032" y="1504024"/>
                  </a:lnTo>
                  <a:lnTo>
                    <a:pt x="2147253" y="1584441"/>
                  </a:lnTo>
                  <a:lnTo>
                    <a:pt x="2107742" y="1663064"/>
                  </a:lnTo>
                  <a:lnTo>
                    <a:pt x="2068559" y="1739392"/>
                  </a:lnTo>
                  <a:lnTo>
                    <a:pt x="2029739" y="1812986"/>
                  </a:lnTo>
                  <a:lnTo>
                    <a:pt x="1991286" y="1883484"/>
                  </a:lnTo>
                  <a:lnTo>
                    <a:pt x="1953178" y="1950604"/>
                  </a:lnTo>
                  <a:lnTo>
                    <a:pt x="1915351" y="2014142"/>
                  </a:lnTo>
                  <a:lnTo>
                    <a:pt x="1877709" y="2073974"/>
                  </a:lnTo>
                  <a:lnTo>
                    <a:pt x="1840108" y="2130051"/>
                  </a:lnTo>
                  <a:lnTo>
                    <a:pt x="1802360" y="2182393"/>
                  </a:lnTo>
                  <a:lnTo>
                    <a:pt x="1768425" y="2225926"/>
                  </a:lnTo>
                  <a:lnTo>
                    <a:pt x="1720183" y="2281906"/>
                  </a:lnTo>
                  <a:lnTo>
                    <a:pt x="1670340" y="2332346"/>
                  </a:lnTo>
                  <a:lnTo>
                    <a:pt x="1618143" y="2377523"/>
                  </a:lnTo>
                  <a:lnTo>
                    <a:pt x="1562752" y="2417906"/>
                  </a:lnTo>
                  <a:lnTo>
                    <a:pt x="1503306" y="2454026"/>
                  </a:lnTo>
                  <a:lnTo>
                    <a:pt x="1438997" y="2486400"/>
                  </a:lnTo>
                  <a:lnTo>
                    <a:pt x="1369153" y="2515487"/>
                  </a:lnTo>
                  <a:lnTo>
                    <a:pt x="1293363" y="2541662"/>
                  </a:lnTo>
                  <a:lnTo>
                    <a:pt x="1211622" y="2565202"/>
                  </a:lnTo>
                  <a:lnTo>
                    <a:pt x="1124522" y="2586287"/>
                  </a:lnTo>
                  <a:lnTo>
                    <a:pt x="1033439" y="2604998"/>
                  </a:lnTo>
                  <a:lnTo>
                    <a:pt x="940671" y="2621337"/>
                  </a:lnTo>
                  <a:lnTo>
                    <a:pt x="849445" y="2635257"/>
                  </a:lnTo>
                  <a:lnTo>
                    <a:pt x="763692" y="2646704"/>
                  </a:lnTo>
                  <a:lnTo>
                    <a:pt x="687550" y="2655675"/>
                  </a:lnTo>
                  <a:lnTo>
                    <a:pt x="624638" y="2662266"/>
                  </a:lnTo>
                  <a:lnTo>
                    <a:pt x="577288" y="2666706"/>
                  </a:lnTo>
                  <a:lnTo>
                    <a:pt x="545957" y="2669349"/>
                  </a:lnTo>
                  <a:lnTo>
                    <a:pt x="529003" y="2670640"/>
                  </a:lnTo>
                  <a:lnTo>
                    <a:pt x="522822" y="2671068"/>
                  </a:lnTo>
                  <a:lnTo>
                    <a:pt x="522133" y="2671111"/>
                  </a:lnTo>
                  <a:lnTo>
                    <a:pt x="0" y="2671111"/>
                  </a:lnTo>
                  <a:close/>
                </a:path>
              </a:pathLst>
            </a:custGeom>
            <a:solidFill>
              <a:srgbClr val="E78AC3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1323" name="pl1323"/>
            <p:cNvSpPr/>
            <p:nvPr/>
          </p:nvSpPr>
          <p:spPr>
            <a:xfrm>
              <a:off x="386606" y="1987443"/>
              <a:ext cx="8554953" cy="2671111"/>
            </a:xfrm>
            <a:custGeom>
              <a:avLst/>
              <a:pathLst>
                <a:path w="8554953" h="2671111">
                  <a:moveTo>
                    <a:pt x="0" y="2671111"/>
                  </a:moveTo>
                  <a:lnTo>
                    <a:pt x="522133" y="2671111"/>
                  </a:lnTo>
                  <a:lnTo>
                    <a:pt x="523295" y="2671037"/>
                  </a:lnTo>
                  <a:lnTo>
                    <a:pt x="530911" y="2670502"/>
                  </a:lnTo>
                  <a:lnTo>
                    <a:pt x="550007" y="2669023"/>
                  </a:lnTo>
                  <a:lnTo>
                    <a:pt x="583889" y="2666117"/>
                  </a:lnTo>
                  <a:lnTo>
                    <a:pt x="633857" y="2661348"/>
                  </a:lnTo>
                  <a:lnTo>
                    <a:pt x="699123" y="2654381"/>
                  </a:lnTo>
                  <a:lnTo>
                    <a:pt x="777099" y="2645011"/>
                  </a:lnTo>
                  <a:lnTo>
                    <a:pt x="864026" y="2633159"/>
                  </a:lnTo>
                  <a:lnTo>
                    <a:pt x="955757" y="2618842"/>
                  </a:lnTo>
                  <a:lnTo>
                    <a:pt x="1048447" y="2602114"/>
                  </a:lnTo>
                  <a:lnTo>
                    <a:pt x="1139014" y="2583019"/>
                  </a:lnTo>
                  <a:lnTo>
                    <a:pt x="1225312" y="2561542"/>
                  </a:lnTo>
                  <a:lnTo>
                    <a:pt x="1306107" y="2537588"/>
                  </a:lnTo>
                  <a:lnTo>
                    <a:pt x="1380917" y="2510961"/>
                  </a:lnTo>
                  <a:lnTo>
                    <a:pt x="1449823" y="2481367"/>
                  </a:lnTo>
                  <a:lnTo>
                    <a:pt x="1513291" y="2448416"/>
                  </a:lnTo>
                  <a:lnTo>
                    <a:pt x="1572020" y="2411639"/>
                  </a:lnTo>
                  <a:lnTo>
                    <a:pt x="1626832" y="2370512"/>
                  </a:lnTo>
                  <a:lnTo>
                    <a:pt x="1678589" y="2324508"/>
                  </a:lnTo>
                  <a:lnTo>
                    <a:pt x="1728124" y="2273177"/>
                  </a:lnTo>
                  <a:lnTo>
                    <a:pt x="1768425" y="2225926"/>
                  </a:lnTo>
                  <a:lnTo>
                    <a:pt x="1806504" y="2176846"/>
                  </a:lnTo>
                  <a:lnTo>
                    <a:pt x="1844225" y="2124098"/>
                  </a:lnTo>
                  <a:lnTo>
                    <a:pt x="1881823" y="2067610"/>
                  </a:lnTo>
                  <a:lnTo>
                    <a:pt x="1919479" y="2007369"/>
                  </a:lnTo>
                  <a:lnTo>
                    <a:pt x="1957332" y="1943431"/>
                  </a:lnTo>
                  <a:lnTo>
                    <a:pt x="1995476" y="1875931"/>
                  </a:lnTo>
                  <a:lnTo>
                    <a:pt x="2033968" y="1805078"/>
                  </a:lnTo>
                  <a:lnTo>
                    <a:pt x="2072830" y="1731166"/>
                  </a:lnTo>
                  <a:lnTo>
                    <a:pt x="2112051" y="1654565"/>
                  </a:lnTo>
                  <a:lnTo>
                    <a:pt x="2151594" y="1575720"/>
                  </a:lnTo>
                  <a:lnTo>
                    <a:pt x="2191398" y="1495139"/>
                  </a:lnTo>
                  <a:lnTo>
                    <a:pt x="2231386" y="1413382"/>
                  </a:lnTo>
                  <a:lnTo>
                    <a:pt x="2271465" y="1331046"/>
                  </a:lnTo>
                  <a:lnTo>
                    <a:pt x="2311538" y="1248743"/>
                  </a:lnTo>
                  <a:lnTo>
                    <a:pt x="2351510" y="1167087"/>
                  </a:lnTo>
                  <a:lnTo>
                    <a:pt x="2391289" y="1086670"/>
                  </a:lnTo>
                  <a:lnTo>
                    <a:pt x="2430800" y="1008047"/>
                  </a:lnTo>
                  <a:lnTo>
                    <a:pt x="2469983" y="931719"/>
                  </a:lnTo>
                  <a:lnTo>
                    <a:pt x="2508804" y="858125"/>
                  </a:lnTo>
                  <a:lnTo>
                    <a:pt x="2547256" y="787627"/>
                  </a:lnTo>
                  <a:lnTo>
                    <a:pt x="2585365" y="720507"/>
                  </a:lnTo>
                  <a:lnTo>
                    <a:pt x="2623191" y="656969"/>
                  </a:lnTo>
                  <a:lnTo>
                    <a:pt x="2660834" y="597137"/>
                  </a:lnTo>
                  <a:lnTo>
                    <a:pt x="2698435" y="541060"/>
                  </a:lnTo>
                  <a:lnTo>
                    <a:pt x="2736182" y="488718"/>
                  </a:lnTo>
                  <a:lnTo>
                    <a:pt x="2770117" y="445185"/>
                  </a:lnTo>
                  <a:lnTo>
                    <a:pt x="2818359" y="389205"/>
                  </a:lnTo>
                  <a:lnTo>
                    <a:pt x="2868202" y="338764"/>
                  </a:lnTo>
                  <a:lnTo>
                    <a:pt x="2920399" y="293587"/>
                  </a:lnTo>
                  <a:lnTo>
                    <a:pt x="2975790" y="253205"/>
                  </a:lnTo>
                  <a:lnTo>
                    <a:pt x="3035236" y="217085"/>
                  </a:lnTo>
                  <a:lnTo>
                    <a:pt x="3099546" y="184711"/>
                  </a:lnTo>
                  <a:lnTo>
                    <a:pt x="3169389" y="155624"/>
                  </a:lnTo>
                  <a:lnTo>
                    <a:pt x="3245179" y="129449"/>
                  </a:lnTo>
                  <a:lnTo>
                    <a:pt x="3326920" y="105909"/>
                  </a:lnTo>
                  <a:lnTo>
                    <a:pt x="3414020" y="84824"/>
                  </a:lnTo>
                  <a:lnTo>
                    <a:pt x="3505104" y="66113"/>
                  </a:lnTo>
                  <a:lnTo>
                    <a:pt x="3597871" y="49774"/>
                  </a:lnTo>
                  <a:lnTo>
                    <a:pt x="3689097" y="35854"/>
                  </a:lnTo>
                  <a:lnTo>
                    <a:pt x="3774850" y="24407"/>
                  </a:lnTo>
                  <a:lnTo>
                    <a:pt x="3850992" y="15436"/>
                  </a:lnTo>
                  <a:lnTo>
                    <a:pt x="3913904" y="8844"/>
                  </a:lnTo>
                  <a:lnTo>
                    <a:pt x="3961254" y="4405"/>
                  </a:lnTo>
                  <a:lnTo>
                    <a:pt x="3992585" y="1762"/>
                  </a:lnTo>
                  <a:lnTo>
                    <a:pt x="4009539" y="471"/>
                  </a:lnTo>
                  <a:lnTo>
                    <a:pt x="4015720" y="43"/>
                  </a:lnTo>
                  <a:lnTo>
                    <a:pt x="4016409" y="0"/>
                  </a:lnTo>
                  <a:lnTo>
                    <a:pt x="4538543" y="0"/>
                  </a:lnTo>
                  <a:lnTo>
                    <a:pt x="4539708" y="73"/>
                  </a:lnTo>
                  <a:lnTo>
                    <a:pt x="4547342" y="602"/>
                  </a:lnTo>
                  <a:lnTo>
                    <a:pt x="4566482" y="2062"/>
                  </a:lnTo>
                  <a:lnTo>
                    <a:pt x="4600439" y="4933"/>
                  </a:lnTo>
                  <a:lnTo>
                    <a:pt x="4650508" y="9642"/>
                  </a:lnTo>
                  <a:lnTo>
                    <a:pt x="4715894" y="16522"/>
                  </a:lnTo>
                  <a:lnTo>
                    <a:pt x="4793994" y="25775"/>
                  </a:lnTo>
                  <a:lnTo>
                    <a:pt x="4881036" y="37476"/>
                  </a:lnTo>
                  <a:lnTo>
                    <a:pt x="4972862" y="51610"/>
                  </a:lnTo>
                  <a:lnTo>
                    <a:pt x="5065624" y="68123"/>
                  </a:lnTo>
                  <a:lnTo>
                    <a:pt x="5156236" y="86972"/>
                  </a:lnTo>
                  <a:lnTo>
                    <a:pt x="5242558" y="108170"/>
                  </a:lnTo>
                  <a:lnTo>
                    <a:pt x="5323359" y="131816"/>
                  </a:lnTo>
                  <a:lnTo>
                    <a:pt x="5398163" y="158102"/>
                  </a:lnTo>
                  <a:lnTo>
                    <a:pt x="5467058" y="187320"/>
                  </a:lnTo>
                  <a:lnTo>
                    <a:pt x="5530513" y="219856"/>
                  </a:lnTo>
                  <a:lnTo>
                    <a:pt x="5589231" y="256174"/>
                  </a:lnTo>
                  <a:lnTo>
                    <a:pt x="5644038" y="296793"/>
                  </a:lnTo>
                  <a:lnTo>
                    <a:pt x="5695798" y="342232"/>
                  </a:lnTo>
                  <a:lnTo>
                    <a:pt x="5745345" y="392934"/>
                  </a:lnTo>
                  <a:lnTo>
                    <a:pt x="5784835" y="438596"/>
                  </a:lnTo>
                  <a:lnTo>
                    <a:pt x="5823128" y="487234"/>
                  </a:lnTo>
                  <a:lnTo>
                    <a:pt x="5861061" y="539527"/>
                  </a:lnTo>
                  <a:lnTo>
                    <a:pt x="5898871" y="595546"/>
                  </a:lnTo>
                  <a:lnTo>
                    <a:pt x="5936743" y="655305"/>
                  </a:lnTo>
                  <a:lnTo>
                    <a:pt x="5974817" y="718745"/>
                  </a:lnTo>
                  <a:lnTo>
                    <a:pt x="6013187" y="785730"/>
                  </a:lnTo>
                  <a:lnTo>
                    <a:pt x="6051910" y="856046"/>
                  </a:lnTo>
                  <a:lnTo>
                    <a:pt x="6091007" y="929397"/>
                  </a:lnTo>
                  <a:lnTo>
                    <a:pt x="6130467" y="1005409"/>
                  </a:lnTo>
                  <a:lnTo>
                    <a:pt x="6170250" y="1083632"/>
                  </a:lnTo>
                  <a:lnTo>
                    <a:pt x="6210293" y="1163554"/>
                  </a:lnTo>
                  <a:lnTo>
                    <a:pt x="6250515" y="1244612"/>
                  </a:lnTo>
                  <a:lnTo>
                    <a:pt x="6290824" y="1326206"/>
                  </a:lnTo>
                  <a:lnTo>
                    <a:pt x="6331120" y="1407722"/>
                  </a:lnTo>
                  <a:lnTo>
                    <a:pt x="6371305" y="1488546"/>
                  </a:lnTo>
                  <a:lnTo>
                    <a:pt x="6411288" y="1568086"/>
                  </a:lnTo>
                  <a:lnTo>
                    <a:pt x="6450994" y="1645792"/>
                  </a:lnTo>
                  <a:lnTo>
                    <a:pt x="6490364" y="1721165"/>
                  </a:lnTo>
                  <a:lnTo>
                    <a:pt x="6529365" y="1793774"/>
                  </a:lnTo>
                  <a:lnTo>
                    <a:pt x="6567995" y="1863265"/>
                  </a:lnTo>
                  <a:lnTo>
                    <a:pt x="6606283" y="1929363"/>
                  </a:lnTo>
                  <a:lnTo>
                    <a:pt x="6644294" y="1991873"/>
                  </a:lnTo>
                  <a:lnTo>
                    <a:pt x="6682136" y="2050681"/>
                  </a:lnTo>
                  <a:lnTo>
                    <a:pt x="6719957" y="2105746"/>
                  </a:lnTo>
                  <a:lnTo>
                    <a:pt x="6757957" y="2157097"/>
                  </a:lnTo>
                  <a:lnTo>
                    <a:pt x="6786527" y="2192984"/>
                  </a:lnTo>
                  <a:lnTo>
                    <a:pt x="6834810" y="2248179"/>
                  </a:lnTo>
                  <a:lnTo>
                    <a:pt x="6884697" y="2297908"/>
                  </a:lnTo>
                  <a:lnTo>
                    <a:pt x="6936943" y="2342443"/>
                  </a:lnTo>
                  <a:lnTo>
                    <a:pt x="6992390" y="2382248"/>
                  </a:lnTo>
                  <a:lnTo>
                    <a:pt x="7051903" y="2417848"/>
                  </a:lnTo>
                  <a:lnTo>
                    <a:pt x="7116290" y="2449754"/>
                  </a:lnTo>
                  <a:lnTo>
                    <a:pt x="7186223" y="2478419"/>
                  </a:lnTo>
                  <a:lnTo>
                    <a:pt x="7262114" y="2504210"/>
                  </a:lnTo>
                  <a:lnTo>
                    <a:pt x="7343964" y="2527404"/>
                  </a:lnTo>
                  <a:lnTo>
                    <a:pt x="7431175" y="2548175"/>
                  </a:lnTo>
                  <a:lnTo>
                    <a:pt x="7522360" y="2566604"/>
                  </a:lnTo>
                  <a:lnTo>
                    <a:pt x="7615207" y="2582693"/>
                  </a:lnTo>
                  <a:lnTo>
                    <a:pt x="7706472" y="2596393"/>
                  </a:lnTo>
                  <a:lnTo>
                    <a:pt x="7792211" y="2607652"/>
                  </a:lnTo>
                  <a:lnTo>
                    <a:pt x="7868276" y="2616468"/>
                  </a:lnTo>
                  <a:lnTo>
                    <a:pt x="7931050" y="2622939"/>
                  </a:lnTo>
                  <a:lnTo>
                    <a:pt x="7978218" y="2627289"/>
                  </a:lnTo>
                  <a:lnTo>
                    <a:pt x="8009349" y="2629872"/>
                  </a:lnTo>
                  <a:lnTo>
                    <a:pt x="8026119" y="2631129"/>
                  </a:lnTo>
                  <a:lnTo>
                    <a:pt x="8032170" y="2631541"/>
                  </a:lnTo>
                  <a:lnTo>
                    <a:pt x="8032819" y="2631581"/>
                  </a:lnTo>
                  <a:lnTo>
                    <a:pt x="8554953" y="2631581"/>
                  </a:lnTo>
                  <a:lnTo>
                    <a:pt x="8554953" y="2631581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324" name="pl1324"/>
            <p:cNvSpPr/>
            <p:nvPr/>
          </p:nvSpPr>
          <p:spPr>
            <a:xfrm>
              <a:off x="386606" y="1981796"/>
              <a:ext cx="8554953" cy="2671111"/>
            </a:xfrm>
            <a:custGeom>
              <a:avLst/>
              <a:pathLst>
                <a:path w="8554953" h="2671111">
                  <a:moveTo>
                    <a:pt x="8554953" y="2631581"/>
                  </a:moveTo>
                  <a:lnTo>
                    <a:pt x="8032819" y="2631581"/>
                  </a:lnTo>
                  <a:lnTo>
                    <a:pt x="8031654" y="2631507"/>
                  </a:lnTo>
                  <a:lnTo>
                    <a:pt x="8024020" y="2630979"/>
                  </a:lnTo>
                  <a:lnTo>
                    <a:pt x="8004879" y="2629519"/>
                  </a:lnTo>
                  <a:lnTo>
                    <a:pt x="7970923" y="2626648"/>
                  </a:lnTo>
                  <a:lnTo>
                    <a:pt x="7920854" y="2621938"/>
                  </a:lnTo>
                  <a:lnTo>
                    <a:pt x="7855468" y="2615059"/>
                  </a:lnTo>
                  <a:lnTo>
                    <a:pt x="7777368" y="2605806"/>
                  </a:lnTo>
                  <a:lnTo>
                    <a:pt x="7690326" y="2594105"/>
                  </a:lnTo>
                  <a:lnTo>
                    <a:pt x="7598500" y="2579970"/>
                  </a:lnTo>
                  <a:lnTo>
                    <a:pt x="7505738" y="2563458"/>
                  </a:lnTo>
                  <a:lnTo>
                    <a:pt x="7415126" y="2544609"/>
                  </a:lnTo>
                  <a:lnTo>
                    <a:pt x="7328803" y="2523410"/>
                  </a:lnTo>
                  <a:lnTo>
                    <a:pt x="7248003" y="2499765"/>
                  </a:lnTo>
                  <a:lnTo>
                    <a:pt x="7173198" y="2473479"/>
                  </a:lnTo>
                  <a:lnTo>
                    <a:pt x="7104304" y="2444261"/>
                  </a:lnTo>
                  <a:lnTo>
                    <a:pt x="7040849" y="2411725"/>
                  </a:lnTo>
                  <a:lnTo>
                    <a:pt x="6982131" y="2375406"/>
                  </a:lnTo>
                  <a:lnTo>
                    <a:pt x="6927324" y="2334788"/>
                  </a:lnTo>
                  <a:lnTo>
                    <a:pt x="6875564" y="2289348"/>
                  </a:lnTo>
                  <a:lnTo>
                    <a:pt x="6826017" y="2238647"/>
                  </a:lnTo>
                  <a:lnTo>
                    <a:pt x="6786527" y="2192984"/>
                  </a:lnTo>
                  <a:lnTo>
                    <a:pt x="6748233" y="2144346"/>
                  </a:lnTo>
                  <a:lnTo>
                    <a:pt x="6710301" y="2092054"/>
                  </a:lnTo>
                  <a:lnTo>
                    <a:pt x="6672491" y="2036034"/>
                  </a:lnTo>
                  <a:lnTo>
                    <a:pt x="6634619" y="1976275"/>
                  </a:lnTo>
                  <a:lnTo>
                    <a:pt x="6596545" y="1912836"/>
                  </a:lnTo>
                  <a:lnTo>
                    <a:pt x="6558175" y="1845851"/>
                  </a:lnTo>
                  <a:lnTo>
                    <a:pt x="6519452" y="1775535"/>
                  </a:lnTo>
                  <a:lnTo>
                    <a:pt x="6480355" y="1702184"/>
                  </a:lnTo>
                  <a:lnTo>
                    <a:pt x="6440895" y="1626172"/>
                  </a:lnTo>
                  <a:lnTo>
                    <a:pt x="6401112" y="1547949"/>
                  </a:lnTo>
                  <a:lnTo>
                    <a:pt x="6361069" y="1468026"/>
                  </a:lnTo>
                  <a:lnTo>
                    <a:pt x="6320847" y="1386969"/>
                  </a:lnTo>
                  <a:lnTo>
                    <a:pt x="6280538" y="1305374"/>
                  </a:lnTo>
                  <a:lnTo>
                    <a:pt x="6240242" y="1223859"/>
                  </a:lnTo>
                  <a:lnTo>
                    <a:pt x="6200057" y="1143035"/>
                  </a:lnTo>
                  <a:lnTo>
                    <a:pt x="6160073" y="1063494"/>
                  </a:lnTo>
                  <a:lnTo>
                    <a:pt x="6120368" y="985789"/>
                  </a:lnTo>
                  <a:lnTo>
                    <a:pt x="6080998" y="910416"/>
                  </a:lnTo>
                  <a:lnTo>
                    <a:pt x="6041997" y="837806"/>
                  </a:lnTo>
                  <a:lnTo>
                    <a:pt x="6003367" y="768315"/>
                  </a:lnTo>
                  <a:lnTo>
                    <a:pt x="5965079" y="702218"/>
                  </a:lnTo>
                  <a:lnTo>
                    <a:pt x="5927068" y="639708"/>
                  </a:lnTo>
                  <a:lnTo>
                    <a:pt x="5889226" y="580900"/>
                  </a:lnTo>
                  <a:lnTo>
                    <a:pt x="5851405" y="525835"/>
                  </a:lnTo>
                  <a:lnTo>
                    <a:pt x="5813405" y="474484"/>
                  </a:lnTo>
                  <a:lnTo>
                    <a:pt x="5784835" y="438596"/>
                  </a:lnTo>
                  <a:lnTo>
                    <a:pt x="5736552" y="383402"/>
                  </a:lnTo>
                  <a:lnTo>
                    <a:pt x="5686665" y="333673"/>
                  </a:lnTo>
                  <a:lnTo>
                    <a:pt x="5634419" y="289138"/>
                  </a:lnTo>
                  <a:lnTo>
                    <a:pt x="5578971" y="249333"/>
                  </a:lnTo>
                  <a:lnTo>
                    <a:pt x="5519459" y="213733"/>
                  </a:lnTo>
                  <a:lnTo>
                    <a:pt x="5455072" y="181826"/>
                  </a:lnTo>
                  <a:lnTo>
                    <a:pt x="5385139" y="153162"/>
                  </a:lnTo>
                  <a:lnTo>
                    <a:pt x="5309247" y="127370"/>
                  </a:lnTo>
                  <a:lnTo>
                    <a:pt x="5227398" y="104177"/>
                  </a:lnTo>
                  <a:lnTo>
                    <a:pt x="5140187" y="83406"/>
                  </a:lnTo>
                  <a:lnTo>
                    <a:pt x="5049002" y="64976"/>
                  </a:lnTo>
                  <a:lnTo>
                    <a:pt x="4956155" y="48888"/>
                  </a:lnTo>
                  <a:lnTo>
                    <a:pt x="4864890" y="35188"/>
                  </a:lnTo>
                  <a:lnTo>
                    <a:pt x="4779151" y="23929"/>
                  </a:lnTo>
                  <a:lnTo>
                    <a:pt x="4703086" y="15112"/>
                  </a:lnTo>
                  <a:lnTo>
                    <a:pt x="4640312" y="8642"/>
                  </a:lnTo>
                  <a:lnTo>
                    <a:pt x="4593144" y="4291"/>
                  </a:lnTo>
                  <a:lnTo>
                    <a:pt x="4562013" y="1709"/>
                  </a:lnTo>
                  <a:lnTo>
                    <a:pt x="4545243" y="452"/>
                  </a:lnTo>
                  <a:lnTo>
                    <a:pt x="4539192" y="40"/>
                  </a:lnTo>
                  <a:lnTo>
                    <a:pt x="4538543" y="0"/>
                  </a:lnTo>
                  <a:lnTo>
                    <a:pt x="4016409" y="0"/>
                  </a:lnTo>
                  <a:lnTo>
                    <a:pt x="4015247" y="74"/>
                  </a:lnTo>
                  <a:lnTo>
                    <a:pt x="4007631" y="609"/>
                  </a:lnTo>
                  <a:lnTo>
                    <a:pt x="3988535" y="2088"/>
                  </a:lnTo>
                  <a:lnTo>
                    <a:pt x="3954653" y="4994"/>
                  </a:lnTo>
                  <a:lnTo>
                    <a:pt x="3904686" y="9763"/>
                  </a:lnTo>
                  <a:lnTo>
                    <a:pt x="3839419" y="16730"/>
                  </a:lnTo>
                  <a:lnTo>
                    <a:pt x="3761443" y="26100"/>
                  </a:lnTo>
                  <a:lnTo>
                    <a:pt x="3674516" y="37951"/>
                  </a:lnTo>
                  <a:lnTo>
                    <a:pt x="3582785" y="52269"/>
                  </a:lnTo>
                  <a:lnTo>
                    <a:pt x="3490095" y="68997"/>
                  </a:lnTo>
                  <a:lnTo>
                    <a:pt x="3399528" y="88092"/>
                  </a:lnTo>
                  <a:lnTo>
                    <a:pt x="3313230" y="109568"/>
                  </a:lnTo>
                  <a:lnTo>
                    <a:pt x="3232435" y="133523"/>
                  </a:lnTo>
                  <a:lnTo>
                    <a:pt x="3157625" y="160150"/>
                  </a:lnTo>
                  <a:lnTo>
                    <a:pt x="3088719" y="189744"/>
                  </a:lnTo>
                  <a:lnTo>
                    <a:pt x="3025251" y="222695"/>
                  </a:lnTo>
                  <a:lnTo>
                    <a:pt x="2966523" y="259472"/>
                  </a:lnTo>
                  <a:lnTo>
                    <a:pt x="2911710" y="300599"/>
                  </a:lnTo>
                  <a:lnTo>
                    <a:pt x="2859953" y="346603"/>
                  </a:lnTo>
                  <a:lnTo>
                    <a:pt x="2810418" y="397934"/>
                  </a:lnTo>
                  <a:lnTo>
                    <a:pt x="2770117" y="445185"/>
                  </a:lnTo>
                  <a:lnTo>
                    <a:pt x="2732038" y="494265"/>
                  </a:lnTo>
                  <a:lnTo>
                    <a:pt x="2694317" y="547013"/>
                  </a:lnTo>
                  <a:lnTo>
                    <a:pt x="2656720" y="603501"/>
                  </a:lnTo>
                  <a:lnTo>
                    <a:pt x="2619063" y="663742"/>
                  </a:lnTo>
                  <a:lnTo>
                    <a:pt x="2581210" y="727680"/>
                  </a:lnTo>
                  <a:lnTo>
                    <a:pt x="2543066" y="795180"/>
                  </a:lnTo>
                  <a:lnTo>
                    <a:pt x="2504574" y="866033"/>
                  </a:lnTo>
                  <a:lnTo>
                    <a:pt x="2465713" y="939945"/>
                  </a:lnTo>
                  <a:lnTo>
                    <a:pt x="2426492" y="1016546"/>
                  </a:lnTo>
                  <a:lnTo>
                    <a:pt x="2386948" y="1095391"/>
                  </a:lnTo>
                  <a:lnTo>
                    <a:pt x="2347144" y="1175972"/>
                  </a:lnTo>
                  <a:lnTo>
                    <a:pt x="2307157" y="1257729"/>
                  </a:lnTo>
                  <a:lnTo>
                    <a:pt x="2267078" y="1340065"/>
                  </a:lnTo>
                  <a:lnTo>
                    <a:pt x="2227004" y="1422368"/>
                  </a:lnTo>
                  <a:lnTo>
                    <a:pt x="2187032" y="1504024"/>
                  </a:lnTo>
                  <a:lnTo>
                    <a:pt x="2147253" y="1584441"/>
                  </a:lnTo>
                  <a:lnTo>
                    <a:pt x="2107742" y="1663064"/>
                  </a:lnTo>
                  <a:lnTo>
                    <a:pt x="2068559" y="1739392"/>
                  </a:lnTo>
                  <a:lnTo>
                    <a:pt x="2029739" y="1812986"/>
                  </a:lnTo>
                  <a:lnTo>
                    <a:pt x="1991286" y="1883484"/>
                  </a:lnTo>
                  <a:lnTo>
                    <a:pt x="1953178" y="1950604"/>
                  </a:lnTo>
                  <a:lnTo>
                    <a:pt x="1915351" y="2014142"/>
                  </a:lnTo>
                  <a:lnTo>
                    <a:pt x="1877709" y="2073974"/>
                  </a:lnTo>
                  <a:lnTo>
                    <a:pt x="1840108" y="2130051"/>
                  </a:lnTo>
                  <a:lnTo>
                    <a:pt x="1802360" y="2182393"/>
                  </a:lnTo>
                  <a:lnTo>
                    <a:pt x="1768425" y="2225926"/>
                  </a:lnTo>
                  <a:lnTo>
                    <a:pt x="1720183" y="2281906"/>
                  </a:lnTo>
                  <a:lnTo>
                    <a:pt x="1670340" y="2332346"/>
                  </a:lnTo>
                  <a:lnTo>
                    <a:pt x="1618143" y="2377523"/>
                  </a:lnTo>
                  <a:lnTo>
                    <a:pt x="1562752" y="2417906"/>
                  </a:lnTo>
                  <a:lnTo>
                    <a:pt x="1503306" y="2454026"/>
                  </a:lnTo>
                  <a:lnTo>
                    <a:pt x="1438997" y="2486400"/>
                  </a:lnTo>
                  <a:lnTo>
                    <a:pt x="1369153" y="2515487"/>
                  </a:lnTo>
                  <a:lnTo>
                    <a:pt x="1293363" y="2541662"/>
                  </a:lnTo>
                  <a:lnTo>
                    <a:pt x="1211622" y="2565202"/>
                  </a:lnTo>
                  <a:lnTo>
                    <a:pt x="1124522" y="2586287"/>
                  </a:lnTo>
                  <a:lnTo>
                    <a:pt x="1033439" y="2604998"/>
                  </a:lnTo>
                  <a:lnTo>
                    <a:pt x="940671" y="2621337"/>
                  </a:lnTo>
                  <a:lnTo>
                    <a:pt x="849445" y="2635257"/>
                  </a:lnTo>
                  <a:lnTo>
                    <a:pt x="763692" y="2646704"/>
                  </a:lnTo>
                  <a:lnTo>
                    <a:pt x="687550" y="2655675"/>
                  </a:lnTo>
                  <a:lnTo>
                    <a:pt x="624638" y="2662266"/>
                  </a:lnTo>
                  <a:lnTo>
                    <a:pt x="577288" y="2666706"/>
                  </a:lnTo>
                  <a:lnTo>
                    <a:pt x="545957" y="2669349"/>
                  </a:lnTo>
                  <a:lnTo>
                    <a:pt x="529003" y="2670640"/>
                  </a:lnTo>
                  <a:lnTo>
                    <a:pt x="522822" y="2671068"/>
                  </a:lnTo>
                  <a:lnTo>
                    <a:pt x="522133" y="2671111"/>
                  </a:lnTo>
                  <a:lnTo>
                    <a:pt x="0" y="2671111"/>
                  </a:lnTo>
                  <a:lnTo>
                    <a:pt x="0" y="2671111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325" name="pg1325"/>
            <p:cNvSpPr/>
            <p:nvPr/>
          </p:nvSpPr>
          <p:spPr>
            <a:xfrm>
              <a:off x="386606" y="2010032"/>
              <a:ext cx="8554953" cy="2953470"/>
            </a:xfrm>
            <a:custGeom>
              <a:avLst/>
              <a:pathLst>
                <a:path w="8554953" h="2953470">
                  <a:moveTo>
                    <a:pt x="0" y="2654170"/>
                  </a:moveTo>
                  <a:lnTo>
                    <a:pt x="522133" y="2654170"/>
                  </a:lnTo>
                  <a:lnTo>
                    <a:pt x="523297" y="2654096"/>
                  </a:lnTo>
                  <a:lnTo>
                    <a:pt x="530923" y="2653565"/>
                  </a:lnTo>
                  <a:lnTo>
                    <a:pt x="550045" y="2652096"/>
                  </a:lnTo>
                  <a:lnTo>
                    <a:pt x="583969" y="2649210"/>
                  </a:lnTo>
                  <a:lnTo>
                    <a:pt x="633995" y="2644475"/>
                  </a:lnTo>
                  <a:lnTo>
                    <a:pt x="699329" y="2637558"/>
                  </a:lnTo>
                  <a:lnTo>
                    <a:pt x="777377" y="2628255"/>
                  </a:lnTo>
                  <a:lnTo>
                    <a:pt x="864370" y="2616489"/>
                  </a:lnTo>
                  <a:lnTo>
                    <a:pt x="956155" y="2602276"/>
                  </a:lnTo>
                  <a:lnTo>
                    <a:pt x="1048886" y="2585671"/>
                  </a:lnTo>
                  <a:lnTo>
                    <a:pt x="1139479" y="2566717"/>
                  </a:lnTo>
                  <a:lnTo>
                    <a:pt x="1225791" y="2545399"/>
                  </a:lnTo>
                  <a:lnTo>
                    <a:pt x="1306590" y="2521621"/>
                  </a:lnTo>
                  <a:lnTo>
                    <a:pt x="1381396" y="2495188"/>
                  </a:lnTo>
                  <a:lnTo>
                    <a:pt x="1450296" y="2465809"/>
                  </a:lnTo>
                  <a:lnTo>
                    <a:pt x="1513756" y="2433095"/>
                  </a:lnTo>
                  <a:lnTo>
                    <a:pt x="1572479" y="2396579"/>
                  </a:lnTo>
                  <a:lnTo>
                    <a:pt x="1627288" y="2355743"/>
                  </a:lnTo>
                  <a:lnTo>
                    <a:pt x="1679047" y="2310060"/>
                  </a:lnTo>
                  <a:lnTo>
                    <a:pt x="1728589" y="2259088"/>
                  </a:lnTo>
                  <a:lnTo>
                    <a:pt x="1768425" y="2212749"/>
                  </a:lnTo>
                  <a:lnTo>
                    <a:pt x="1806626" y="2163921"/>
                  </a:lnTo>
                  <a:lnTo>
                    <a:pt x="1844468" y="2111433"/>
                  </a:lnTo>
                  <a:lnTo>
                    <a:pt x="1882186" y="2055212"/>
                  </a:lnTo>
                  <a:lnTo>
                    <a:pt x="1919966" y="1995246"/>
                  </a:lnTo>
                  <a:lnTo>
                    <a:pt x="1957945" y="1931592"/>
                  </a:lnTo>
                  <a:lnTo>
                    <a:pt x="1996218" y="1864385"/>
                  </a:lnTo>
                  <a:lnTo>
                    <a:pt x="2034841" y="1793838"/>
                  </a:lnTo>
                  <a:lnTo>
                    <a:pt x="2073837" y="1720245"/>
                  </a:lnTo>
                  <a:lnTo>
                    <a:pt x="2113194" y="1643980"/>
                  </a:lnTo>
                  <a:lnTo>
                    <a:pt x="2152873" y="1565489"/>
                  </a:lnTo>
                  <a:lnTo>
                    <a:pt x="2192814" y="1485284"/>
                  </a:lnTo>
                  <a:lnTo>
                    <a:pt x="2232935" y="1403925"/>
                  </a:lnTo>
                  <a:lnTo>
                    <a:pt x="2273145" y="1322012"/>
                  </a:lnTo>
                  <a:lnTo>
                    <a:pt x="2313345" y="1240157"/>
                  </a:lnTo>
                  <a:lnTo>
                    <a:pt x="2353439" y="1158975"/>
                  </a:lnTo>
                  <a:lnTo>
                    <a:pt x="2393335" y="1079058"/>
                  </a:lnTo>
                  <a:lnTo>
                    <a:pt x="2432956" y="1000957"/>
                  </a:lnTo>
                  <a:lnTo>
                    <a:pt x="2472246" y="925174"/>
                  </a:lnTo>
                  <a:lnTo>
                    <a:pt x="2511170" y="852142"/>
                  </a:lnTo>
                  <a:lnTo>
                    <a:pt x="2549723" y="782218"/>
                  </a:lnTo>
                  <a:lnTo>
                    <a:pt x="2587934" y="715681"/>
                  </a:lnTo>
                  <a:lnTo>
                    <a:pt x="2625865" y="652730"/>
                  </a:lnTo>
                  <a:lnTo>
                    <a:pt x="2663621" y="593483"/>
                  </a:lnTo>
                  <a:lnTo>
                    <a:pt x="2701348" y="537984"/>
                  </a:lnTo>
                  <a:lnTo>
                    <a:pt x="2739238" y="486208"/>
                  </a:lnTo>
                  <a:lnTo>
                    <a:pt x="2770117" y="447067"/>
                  </a:lnTo>
                  <a:lnTo>
                    <a:pt x="2818383" y="391536"/>
                  </a:lnTo>
                  <a:lnTo>
                    <a:pt x="2868251" y="341502"/>
                  </a:lnTo>
                  <a:lnTo>
                    <a:pt x="2920476" y="296691"/>
                  </a:lnTo>
                  <a:lnTo>
                    <a:pt x="2975899" y="256639"/>
                  </a:lnTo>
                  <a:lnTo>
                    <a:pt x="3035383" y="220816"/>
                  </a:lnTo>
                  <a:lnTo>
                    <a:pt x="3099737" y="188709"/>
                  </a:lnTo>
                  <a:lnTo>
                    <a:pt x="3169632" y="159864"/>
                  </a:lnTo>
                  <a:lnTo>
                    <a:pt x="3245480" y="133908"/>
                  </a:lnTo>
                  <a:lnTo>
                    <a:pt x="3327283" y="110565"/>
                  </a:lnTo>
                  <a:lnTo>
                    <a:pt x="3414447" y="89660"/>
                  </a:lnTo>
                  <a:lnTo>
                    <a:pt x="3505588" y="71110"/>
                  </a:lnTo>
                  <a:lnTo>
                    <a:pt x="3598401" y="54914"/>
                  </a:lnTo>
                  <a:lnTo>
                    <a:pt x="3689650" y="41120"/>
                  </a:lnTo>
                  <a:lnTo>
                    <a:pt x="3775395" y="29780"/>
                  </a:lnTo>
                  <a:lnTo>
                    <a:pt x="3851493" y="20898"/>
                  </a:lnTo>
                  <a:lnTo>
                    <a:pt x="3914326" y="14376"/>
                  </a:lnTo>
                  <a:lnTo>
                    <a:pt x="3961571" y="9987"/>
                  </a:lnTo>
                  <a:lnTo>
                    <a:pt x="3992788" y="7379"/>
                  </a:lnTo>
                  <a:lnTo>
                    <a:pt x="4009637" y="6107"/>
                  </a:lnTo>
                  <a:lnTo>
                    <a:pt x="4015743" y="5689"/>
                  </a:lnTo>
                  <a:lnTo>
                    <a:pt x="4016409" y="5647"/>
                  </a:lnTo>
                  <a:lnTo>
                    <a:pt x="4538543" y="5647"/>
                  </a:lnTo>
                  <a:lnTo>
                    <a:pt x="4539685" y="5728"/>
                  </a:lnTo>
                  <a:lnTo>
                    <a:pt x="4547168" y="6307"/>
                  </a:lnTo>
                  <a:lnTo>
                    <a:pt x="4565944" y="7909"/>
                  </a:lnTo>
                  <a:lnTo>
                    <a:pt x="4599286" y="11058"/>
                  </a:lnTo>
                  <a:lnTo>
                    <a:pt x="4648516" y="16227"/>
                  </a:lnTo>
                  <a:lnTo>
                    <a:pt x="4712912" y="23784"/>
                  </a:lnTo>
                  <a:lnTo>
                    <a:pt x="4789984" y="33956"/>
                  </a:lnTo>
                  <a:lnTo>
                    <a:pt x="4876070" y="46832"/>
                  </a:lnTo>
                  <a:lnTo>
                    <a:pt x="4967097" y="62398"/>
                  </a:lnTo>
                  <a:lnTo>
                    <a:pt x="5059263" y="80596"/>
                  </a:lnTo>
                  <a:lnTo>
                    <a:pt x="5149489" y="101377"/>
                  </a:lnTo>
                  <a:lnTo>
                    <a:pt x="5235611" y="124749"/>
                  </a:lnTo>
                  <a:lnTo>
                    <a:pt x="5316355" y="150812"/>
                  </a:lnTo>
                  <a:lnTo>
                    <a:pt x="5391201" y="179768"/>
                  </a:lnTo>
                  <a:lnTo>
                    <a:pt x="5460192" y="211927"/>
                  </a:lnTo>
                  <a:lnTo>
                    <a:pt x="5523755" y="247703"/>
                  </a:lnTo>
                  <a:lnTo>
                    <a:pt x="5582563" y="287597"/>
                  </a:lnTo>
                  <a:lnTo>
                    <a:pt x="5637415" y="332174"/>
                  </a:lnTo>
                  <a:lnTo>
                    <a:pt x="5689157" y="382008"/>
                  </a:lnTo>
                  <a:lnTo>
                    <a:pt x="5738612" y="437601"/>
                  </a:lnTo>
                  <a:lnTo>
                    <a:pt x="5784835" y="496951"/>
                  </a:lnTo>
                  <a:lnTo>
                    <a:pt x="5821492" y="549008"/>
                  </a:lnTo>
                  <a:lnTo>
                    <a:pt x="5857808" y="604810"/>
                  </a:lnTo>
                  <a:lnTo>
                    <a:pt x="5893995" y="664433"/>
                  </a:lnTo>
                  <a:lnTo>
                    <a:pt x="5930220" y="727895"/>
                  </a:lnTo>
                  <a:lnTo>
                    <a:pt x="5966611" y="795149"/>
                  </a:lnTo>
                  <a:lnTo>
                    <a:pt x="6003259" y="866078"/>
                  </a:lnTo>
                  <a:lnTo>
                    <a:pt x="6040219" y="940489"/>
                  </a:lnTo>
                  <a:lnTo>
                    <a:pt x="6077520" y="1018115"/>
                  </a:lnTo>
                  <a:lnTo>
                    <a:pt x="6115160" y="1098613"/>
                  </a:lnTo>
                  <a:lnTo>
                    <a:pt x="6153112" y="1181566"/>
                  </a:lnTo>
                  <a:lnTo>
                    <a:pt x="6191330" y="1266496"/>
                  </a:lnTo>
                  <a:lnTo>
                    <a:pt x="6229750" y="1352870"/>
                  </a:lnTo>
                  <a:lnTo>
                    <a:pt x="6268293" y="1440115"/>
                  </a:lnTo>
                  <a:lnTo>
                    <a:pt x="6306876" y="1527633"/>
                  </a:lnTo>
                  <a:lnTo>
                    <a:pt x="6345411" y="1614819"/>
                  </a:lnTo>
                  <a:lnTo>
                    <a:pt x="6383813" y="1701075"/>
                  </a:lnTo>
                  <a:lnTo>
                    <a:pt x="6422008" y="1785833"/>
                  </a:lnTo>
                  <a:lnTo>
                    <a:pt x="6459931" y="1868564"/>
                  </a:lnTo>
                  <a:lnTo>
                    <a:pt x="6497538" y="1948796"/>
                  </a:lnTo>
                  <a:lnTo>
                    <a:pt x="6534805" y="2026119"/>
                  </a:lnTo>
                  <a:lnTo>
                    <a:pt x="6571733" y="2100197"/>
                  </a:lnTo>
                  <a:lnTo>
                    <a:pt x="6608352" y="2170771"/>
                  </a:lnTo>
                  <a:lnTo>
                    <a:pt x="6644722" y="2237654"/>
                  </a:lnTo>
                  <a:lnTo>
                    <a:pt x="6680938" y="2300738"/>
                  </a:lnTo>
                  <a:lnTo>
                    <a:pt x="6717129" y="2359982"/>
                  </a:lnTo>
                  <a:lnTo>
                    <a:pt x="6753469" y="2415411"/>
                  </a:lnTo>
                  <a:lnTo>
                    <a:pt x="6786527" y="2462166"/>
                  </a:lnTo>
                  <a:lnTo>
                    <a:pt x="6834472" y="2523588"/>
                  </a:lnTo>
                  <a:lnTo>
                    <a:pt x="6883995" y="2578971"/>
                  </a:lnTo>
                  <a:lnTo>
                    <a:pt x="6935832" y="2628609"/>
                  </a:lnTo>
                  <a:lnTo>
                    <a:pt x="6990810" y="2673010"/>
                  </a:lnTo>
                  <a:lnTo>
                    <a:pt x="7049773" y="2712749"/>
                  </a:lnTo>
                  <a:lnTo>
                    <a:pt x="7113519" y="2748388"/>
                  </a:lnTo>
                  <a:lnTo>
                    <a:pt x="7182711" y="2780428"/>
                  </a:lnTo>
                  <a:lnTo>
                    <a:pt x="7257768" y="2809276"/>
                  </a:lnTo>
                  <a:lnTo>
                    <a:pt x="7338716" y="2835241"/>
                  </a:lnTo>
                  <a:lnTo>
                    <a:pt x="7425010" y="2858520"/>
                  </a:lnTo>
                  <a:lnTo>
                    <a:pt x="7515347" y="2879210"/>
                  </a:lnTo>
                  <a:lnTo>
                    <a:pt x="7607530" y="2897315"/>
                  </a:lnTo>
                  <a:lnTo>
                    <a:pt x="7698451" y="2912788"/>
                  </a:lnTo>
                  <a:lnTo>
                    <a:pt x="7784287" y="2925567"/>
                  </a:lnTo>
                  <a:lnTo>
                    <a:pt x="7860968" y="2935644"/>
                  </a:lnTo>
                  <a:lnTo>
                    <a:pt x="7924860" y="2943111"/>
                  </a:lnTo>
                  <a:lnTo>
                    <a:pt x="7973527" y="2948202"/>
                  </a:lnTo>
                  <a:lnTo>
                    <a:pt x="8006318" y="2951288"/>
                  </a:lnTo>
                  <a:lnTo>
                    <a:pt x="8024627" y="2952844"/>
                  </a:lnTo>
                  <a:lnTo>
                    <a:pt x="8031792" y="2953397"/>
                  </a:lnTo>
                  <a:lnTo>
                    <a:pt x="8032819" y="2953470"/>
                  </a:lnTo>
                  <a:lnTo>
                    <a:pt x="8554953" y="2953470"/>
                  </a:lnTo>
                  <a:lnTo>
                    <a:pt x="8554953" y="2947823"/>
                  </a:lnTo>
                  <a:lnTo>
                    <a:pt x="8032819" y="2947823"/>
                  </a:lnTo>
                  <a:lnTo>
                    <a:pt x="8031677" y="2947742"/>
                  </a:lnTo>
                  <a:lnTo>
                    <a:pt x="8024194" y="2947162"/>
                  </a:lnTo>
                  <a:lnTo>
                    <a:pt x="8005418" y="2945560"/>
                  </a:lnTo>
                  <a:lnTo>
                    <a:pt x="7972076" y="2942411"/>
                  </a:lnTo>
                  <a:lnTo>
                    <a:pt x="7922846" y="2937242"/>
                  </a:lnTo>
                  <a:lnTo>
                    <a:pt x="7858450" y="2929685"/>
                  </a:lnTo>
                  <a:lnTo>
                    <a:pt x="7781378" y="2919514"/>
                  </a:lnTo>
                  <a:lnTo>
                    <a:pt x="7695292" y="2906638"/>
                  </a:lnTo>
                  <a:lnTo>
                    <a:pt x="7604265" y="2891071"/>
                  </a:lnTo>
                  <a:lnTo>
                    <a:pt x="7512099" y="2872873"/>
                  </a:lnTo>
                  <a:lnTo>
                    <a:pt x="7421873" y="2852093"/>
                  </a:lnTo>
                  <a:lnTo>
                    <a:pt x="7335751" y="2828720"/>
                  </a:lnTo>
                  <a:lnTo>
                    <a:pt x="7255007" y="2802658"/>
                  </a:lnTo>
                  <a:lnTo>
                    <a:pt x="7180161" y="2773702"/>
                  </a:lnTo>
                  <a:lnTo>
                    <a:pt x="7111170" y="2741543"/>
                  </a:lnTo>
                  <a:lnTo>
                    <a:pt x="7047606" y="2705767"/>
                  </a:lnTo>
                  <a:lnTo>
                    <a:pt x="6988798" y="2665872"/>
                  </a:lnTo>
                  <a:lnTo>
                    <a:pt x="6933946" y="2621296"/>
                  </a:lnTo>
                  <a:lnTo>
                    <a:pt x="6882205" y="2571462"/>
                  </a:lnTo>
                  <a:lnTo>
                    <a:pt x="6832750" y="2515869"/>
                  </a:lnTo>
                  <a:lnTo>
                    <a:pt x="6786527" y="2456519"/>
                  </a:lnTo>
                  <a:lnTo>
                    <a:pt x="6749870" y="2404461"/>
                  </a:lnTo>
                  <a:lnTo>
                    <a:pt x="6713554" y="2348659"/>
                  </a:lnTo>
                  <a:lnTo>
                    <a:pt x="6677367" y="2289036"/>
                  </a:lnTo>
                  <a:lnTo>
                    <a:pt x="6641142" y="2225574"/>
                  </a:lnTo>
                  <a:lnTo>
                    <a:pt x="6604751" y="2158320"/>
                  </a:lnTo>
                  <a:lnTo>
                    <a:pt x="6568103" y="2087392"/>
                  </a:lnTo>
                  <a:lnTo>
                    <a:pt x="6531143" y="2012980"/>
                  </a:lnTo>
                  <a:lnTo>
                    <a:pt x="6493842" y="1935354"/>
                  </a:lnTo>
                  <a:lnTo>
                    <a:pt x="6456202" y="1854857"/>
                  </a:lnTo>
                  <a:lnTo>
                    <a:pt x="6418250" y="1771904"/>
                  </a:lnTo>
                  <a:lnTo>
                    <a:pt x="6380032" y="1686974"/>
                  </a:lnTo>
                  <a:lnTo>
                    <a:pt x="6341612" y="1600599"/>
                  </a:lnTo>
                  <a:lnTo>
                    <a:pt x="6303069" y="1513354"/>
                  </a:lnTo>
                  <a:lnTo>
                    <a:pt x="6264486" y="1425836"/>
                  </a:lnTo>
                  <a:lnTo>
                    <a:pt x="6225951" y="1338651"/>
                  </a:lnTo>
                  <a:lnTo>
                    <a:pt x="6187549" y="1252394"/>
                  </a:lnTo>
                  <a:lnTo>
                    <a:pt x="6149354" y="1167636"/>
                  </a:lnTo>
                  <a:lnTo>
                    <a:pt x="6111431" y="1084905"/>
                  </a:lnTo>
                  <a:lnTo>
                    <a:pt x="6073824" y="1004674"/>
                  </a:lnTo>
                  <a:lnTo>
                    <a:pt x="6036557" y="927351"/>
                  </a:lnTo>
                  <a:lnTo>
                    <a:pt x="5999629" y="853272"/>
                  </a:lnTo>
                  <a:lnTo>
                    <a:pt x="5963010" y="782699"/>
                  </a:lnTo>
                  <a:lnTo>
                    <a:pt x="5926640" y="715815"/>
                  </a:lnTo>
                  <a:lnTo>
                    <a:pt x="5890424" y="652731"/>
                  </a:lnTo>
                  <a:lnTo>
                    <a:pt x="5854232" y="593487"/>
                  </a:lnTo>
                  <a:lnTo>
                    <a:pt x="5817893" y="538059"/>
                  </a:lnTo>
                  <a:lnTo>
                    <a:pt x="5784835" y="491303"/>
                  </a:lnTo>
                  <a:lnTo>
                    <a:pt x="5736890" y="429881"/>
                  </a:lnTo>
                  <a:lnTo>
                    <a:pt x="5687367" y="374499"/>
                  </a:lnTo>
                  <a:lnTo>
                    <a:pt x="5635530" y="324861"/>
                  </a:lnTo>
                  <a:lnTo>
                    <a:pt x="5580552" y="280460"/>
                  </a:lnTo>
                  <a:lnTo>
                    <a:pt x="5521589" y="240721"/>
                  </a:lnTo>
                  <a:lnTo>
                    <a:pt x="5457843" y="205081"/>
                  </a:lnTo>
                  <a:lnTo>
                    <a:pt x="5388651" y="173042"/>
                  </a:lnTo>
                  <a:lnTo>
                    <a:pt x="5313594" y="144193"/>
                  </a:lnTo>
                  <a:lnTo>
                    <a:pt x="5232646" y="118229"/>
                  </a:lnTo>
                  <a:lnTo>
                    <a:pt x="5146352" y="94949"/>
                  </a:lnTo>
                  <a:lnTo>
                    <a:pt x="5056015" y="74260"/>
                  </a:lnTo>
                  <a:lnTo>
                    <a:pt x="4963831" y="56154"/>
                  </a:lnTo>
                  <a:lnTo>
                    <a:pt x="4872911" y="40682"/>
                  </a:lnTo>
                  <a:lnTo>
                    <a:pt x="4787075" y="27902"/>
                  </a:lnTo>
                  <a:lnTo>
                    <a:pt x="4710394" y="17826"/>
                  </a:lnTo>
                  <a:lnTo>
                    <a:pt x="4646502" y="10358"/>
                  </a:lnTo>
                  <a:lnTo>
                    <a:pt x="4597835" y="5267"/>
                  </a:lnTo>
                  <a:lnTo>
                    <a:pt x="4565044" y="2182"/>
                  </a:lnTo>
                  <a:lnTo>
                    <a:pt x="4546735" y="625"/>
                  </a:lnTo>
                  <a:lnTo>
                    <a:pt x="4539570" y="72"/>
                  </a:lnTo>
                  <a:lnTo>
                    <a:pt x="4538543" y="0"/>
                  </a:lnTo>
                  <a:lnTo>
                    <a:pt x="4016409" y="0"/>
                  </a:lnTo>
                  <a:lnTo>
                    <a:pt x="4015245" y="74"/>
                  </a:lnTo>
                  <a:lnTo>
                    <a:pt x="4007619" y="605"/>
                  </a:lnTo>
                  <a:lnTo>
                    <a:pt x="3988497" y="2073"/>
                  </a:lnTo>
                  <a:lnTo>
                    <a:pt x="3954573" y="4959"/>
                  </a:lnTo>
                  <a:lnTo>
                    <a:pt x="3904547" y="9694"/>
                  </a:lnTo>
                  <a:lnTo>
                    <a:pt x="3839213" y="16611"/>
                  </a:lnTo>
                  <a:lnTo>
                    <a:pt x="3761166" y="25914"/>
                  </a:lnTo>
                  <a:lnTo>
                    <a:pt x="3674172" y="37680"/>
                  </a:lnTo>
                  <a:lnTo>
                    <a:pt x="3582387" y="51893"/>
                  </a:lnTo>
                  <a:lnTo>
                    <a:pt x="3489656" y="68498"/>
                  </a:lnTo>
                  <a:lnTo>
                    <a:pt x="3399063" y="87453"/>
                  </a:lnTo>
                  <a:lnTo>
                    <a:pt x="3312751" y="108771"/>
                  </a:lnTo>
                  <a:lnTo>
                    <a:pt x="3231952" y="132549"/>
                  </a:lnTo>
                  <a:lnTo>
                    <a:pt x="3157146" y="158981"/>
                  </a:lnTo>
                  <a:lnTo>
                    <a:pt x="3088246" y="188361"/>
                  </a:lnTo>
                  <a:lnTo>
                    <a:pt x="3024786" y="221075"/>
                  </a:lnTo>
                  <a:lnTo>
                    <a:pt x="2966064" y="257590"/>
                  </a:lnTo>
                  <a:lnTo>
                    <a:pt x="2911254" y="298427"/>
                  </a:lnTo>
                  <a:lnTo>
                    <a:pt x="2859495" y="344109"/>
                  </a:lnTo>
                  <a:lnTo>
                    <a:pt x="2809953" y="395081"/>
                  </a:lnTo>
                  <a:lnTo>
                    <a:pt x="2770117" y="441420"/>
                  </a:lnTo>
                  <a:lnTo>
                    <a:pt x="2731916" y="490248"/>
                  </a:lnTo>
                  <a:lnTo>
                    <a:pt x="2694074" y="542736"/>
                  </a:lnTo>
                  <a:lnTo>
                    <a:pt x="2656356" y="598957"/>
                  </a:lnTo>
                  <a:lnTo>
                    <a:pt x="2618576" y="658924"/>
                  </a:lnTo>
                  <a:lnTo>
                    <a:pt x="2580597" y="722577"/>
                  </a:lnTo>
                  <a:lnTo>
                    <a:pt x="2542324" y="789784"/>
                  </a:lnTo>
                  <a:lnTo>
                    <a:pt x="2503701" y="860331"/>
                  </a:lnTo>
                  <a:lnTo>
                    <a:pt x="2464705" y="933924"/>
                  </a:lnTo>
                  <a:lnTo>
                    <a:pt x="2425348" y="1010189"/>
                  </a:lnTo>
                  <a:lnTo>
                    <a:pt x="2385669" y="1088680"/>
                  </a:lnTo>
                  <a:lnTo>
                    <a:pt x="2345728" y="1168886"/>
                  </a:lnTo>
                  <a:lnTo>
                    <a:pt x="2305607" y="1250244"/>
                  </a:lnTo>
                  <a:lnTo>
                    <a:pt x="2265397" y="1332158"/>
                  </a:lnTo>
                  <a:lnTo>
                    <a:pt x="2225197" y="1414012"/>
                  </a:lnTo>
                  <a:lnTo>
                    <a:pt x="2185103" y="1495194"/>
                  </a:lnTo>
                  <a:lnTo>
                    <a:pt x="2145207" y="1575112"/>
                  </a:lnTo>
                  <a:lnTo>
                    <a:pt x="2105586" y="1653212"/>
                  </a:lnTo>
                  <a:lnTo>
                    <a:pt x="2066296" y="1728995"/>
                  </a:lnTo>
                  <a:lnTo>
                    <a:pt x="2027372" y="1802028"/>
                  </a:lnTo>
                  <a:lnTo>
                    <a:pt x="1988819" y="1871952"/>
                  </a:lnTo>
                  <a:lnTo>
                    <a:pt x="1950608" y="1938488"/>
                  </a:lnTo>
                  <a:lnTo>
                    <a:pt x="1912677" y="2001439"/>
                  </a:lnTo>
                  <a:lnTo>
                    <a:pt x="1874921" y="2060687"/>
                  </a:lnTo>
                  <a:lnTo>
                    <a:pt x="1837195" y="2116186"/>
                  </a:lnTo>
                  <a:lnTo>
                    <a:pt x="1799304" y="2167961"/>
                  </a:lnTo>
                  <a:lnTo>
                    <a:pt x="1768425" y="2207102"/>
                  </a:lnTo>
                  <a:lnTo>
                    <a:pt x="1720160" y="2262634"/>
                  </a:lnTo>
                  <a:lnTo>
                    <a:pt x="1670291" y="2312668"/>
                  </a:lnTo>
                  <a:lnTo>
                    <a:pt x="1618067" y="2357478"/>
                  </a:lnTo>
                  <a:lnTo>
                    <a:pt x="1562643" y="2397531"/>
                  </a:lnTo>
                  <a:lnTo>
                    <a:pt x="1503159" y="2433353"/>
                  </a:lnTo>
                  <a:lnTo>
                    <a:pt x="1438805" y="2465460"/>
                  </a:lnTo>
                  <a:lnTo>
                    <a:pt x="1368910" y="2494306"/>
                  </a:lnTo>
                  <a:lnTo>
                    <a:pt x="1293062" y="2520262"/>
                  </a:lnTo>
                  <a:lnTo>
                    <a:pt x="1211259" y="2543604"/>
                  </a:lnTo>
                  <a:lnTo>
                    <a:pt x="1124096" y="2564510"/>
                  </a:lnTo>
                  <a:lnTo>
                    <a:pt x="1032954" y="2583060"/>
                  </a:lnTo>
                  <a:lnTo>
                    <a:pt x="940141" y="2599256"/>
                  </a:lnTo>
                  <a:lnTo>
                    <a:pt x="848892" y="2613050"/>
                  </a:lnTo>
                  <a:lnTo>
                    <a:pt x="763148" y="2624389"/>
                  </a:lnTo>
                  <a:lnTo>
                    <a:pt x="687049" y="2633272"/>
                  </a:lnTo>
                  <a:lnTo>
                    <a:pt x="624216" y="2639794"/>
                  </a:lnTo>
                  <a:lnTo>
                    <a:pt x="576971" y="2644183"/>
                  </a:lnTo>
                  <a:lnTo>
                    <a:pt x="545754" y="2646791"/>
                  </a:lnTo>
                  <a:lnTo>
                    <a:pt x="528905" y="2648062"/>
                  </a:lnTo>
                  <a:lnTo>
                    <a:pt x="522799" y="2648481"/>
                  </a:lnTo>
                  <a:lnTo>
                    <a:pt x="522133" y="2648523"/>
                  </a:lnTo>
                  <a:lnTo>
                    <a:pt x="0" y="2648523"/>
                  </a:lnTo>
                  <a:close/>
                </a:path>
              </a:pathLst>
            </a:custGeom>
            <a:solidFill>
              <a:srgbClr val="E78AC3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1326" name="pl1326"/>
            <p:cNvSpPr/>
            <p:nvPr/>
          </p:nvSpPr>
          <p:spPr>
            <a:xfrm>
              <a:off x="386606" y="2015679"/>
              <a:ext cx="8554953" cy="2947823"/>
            </a:xfrm>
            <a:custGeom>
              <a:avLst/>
              <a:pathLst>
                <a:path w="8554953" h="2947823">
                  <a:moveTo>
                    <a:pt x="0" y="2648523"/>
                  </a:moveTo>
                  <a:lnTo>
                    <a:pt x="522133" y="2648523"/>
                  </a:lnTo>
                  <a:lnTo>
                    <a:pt x="523297" y="2648448"/>
                  </a:lnTo>
                  <a:lnTo>
                    <a:pt x="530923" y="2647917"/>
                  </a:lnTo>
                  <a:lnTo>
                    <a:pt x="550045" y="2646449"/>
                  </a:lnTo>
                  <a:lnTo>
                    <a:pt x="583969" y="2643563"/>
                  </a:lnTo>
                  <a:lnTo>
                    <a:pt x="633995" y="2638828"/>
                  </a:lnTo>
                  <a:lnTo>
                    <a:pt x="699329" y="2631911"/>
                  </a:lnTo>
                  <a:lnTo>
                    <a:pt x="777377" y="2622608"/>
                  </a:lnTo>
                  <a:lnTo>
                    <a:pt x="864370" y="2610842"/>
                  </a:lnTo>
                  <a:lnTo>
                    <a:pt x="956155" y="2596629"/>
                  </a:lnTo>
                  <a:lnTo>
                    <a:pt x="1048886" y="2580024"/>
                  </a:lnTo>
                  <a:lnTo>
                    <a:pt x="1139479" y="2561069"/>
                  </a:lnTo>
                  <a:lnTo>
                    <a:pt x="1225791" y="2539752"/>
                  </a:lnTo>
                  <a:lnTo>
                    <a:pt x="1306590" y="2515973"/>
                  </a:lnTo>
                  <a:lnTo>
                    <a:pt x="1381396" y="2489541"/>
                  </a:lnTo>
                  <a:lnTo>
                    <a:pt x="1450296" y="2460162"/>
                  </a:lnTo>
                  <a:lnTo>
                    <a:pt x="1513756" y="2427448"/>
                  </a:lnTo>
                  <a:lnTo>
                    <a:pt x="1572479" y="2390932"/>
                  </a:lnTo>
                  <a:lnTo>
                    <a:pt x="1627288" y="2350095"/>
                  </a:lnTo>
                  <a:lnTo>
                    <a:pt x="1679047" y="2304413"/>
                  </a:lnTo>
                  <a:lnTo>
                    <a:pt x="1728589" y="2253441"/>
                  </a:lnTo>
                  <a:lnTo>
                    <a:pt x="1768425" y="2207102"/>
                  </a:lnTo>
                  <a:lnTo>
                    <a:pt x="1806626" y="2158274"/>
                  </a:lnTo>
                  <a:lnTo>
                    <a:pt x="1844468" y="2105786"/>
                  </a:lnTo>
                  <a:lnTo>
                    <a:pt x="1882186" y="2049565"/>
                  </a:lnTo>
                  <a:lnTo>
                    <a:pt x="1919966" y="1989598"/>
                  </a:lnTo>
                  <a:lnTo>
                    <a:pt x="1957945" y="1925945"/>
                  </a:lnTo>
                  <a:lnTo>
                    <a:pt x="1996218" y="1858738"/>
                  </a:lnTo>
                  <a:lnTo>
                    <a:pt x="2034841" y="1788191"/>
                  </a:lnTo>
                  <a:lnTo>
                    <a:pt x="2073837" y="1714598"/>
                  </a:lnTo>
                  <a:lnTo>
                    <a:pt x="2113194" y="1638333"/>
                  </a:lnTo>
                  <a:lnTo>
                    <a:pt x="2152873" y="1559842"/>
                  </a:lnTo>
                  <a:lnTo>
                    <a:pt x="2192814" y="1479636"/>
                  </a:lnTo>
                  <a:lnTo>
                    <a:pt x="2232935" y="1398278"/>
                  </a:lnTo>
                  <a:lnTo>
                    <a:pt x="2273145" y="1316364"/>
                  </a:lnTo>
                  <a:lnTo>
                    <a:pt x="2313345" y="1234510"/>
                  </a:lnTo>
                  <a:lnTo>
                    <a:pt x="2353439" y="1153328"/>
                  </a:lnTo>
                  <a:lnTo>
                    <a:pt x="2393335" y="1073410"/>
                  </a:lnTo>
                  <a:lnTo>
                    <a:pt x="2432956" y="995310"/>
                  </a:lnTo>
                  <a:lnTo>
                    <a:pt x="2472246" y="919527"/>
                  </a:lnTo>
                  <a:lnTo>
                    <a:pt x="2511170" y="846495"/>
                  </a:lnTo>
                  <a:lnTo>
                    <a:pt x="2549723" y="776571"/>
                  </a:lnTo>
                  <a:lnTo>
                    <a:pt x="2587934" y="710034"/>
                  </a:lnTo>
                  <a:lnTo>
                    <a:pt x="2625865" y="647083"/>
                  </a:lnTo>
                  <a:lnTo>
                    <a:pt x="2663621" y="587836"/>
                  </a:lnTo>
                  <a:lnTo>
                    <a:pt x="2701348" y="532336"/>
                  </a:lnTo>
                  <a:lnTo>
                    <a:pt x="2739238" y="480561"/>
                  </a:lnTo>
                  <a:lnTo>
                    <a:pt x="2770117" y="441420"/>
                  </a:lnTo>
                  <a:lnTo>
                    <a:pt x="2818383" y="385889"/>
                  </a:lnTo>
                  <a:lnTo>
                    <a:pt x="2868251" y="335854"/>
                  </a:lnTo>
                  <a:lnTo>
                    <a:pt x="2920476" y="291044"/>
                  </a:lnTo>
                  <a:lnTo>
                    <a:pt x="2975899" y="250992"/>
                  </a:lnTo>
                  <a:lnTo>
                    <a:pt x="3035383" y="215169"/>
                  </a:lnTo>
                  <a:lnTo>
                    <a:pt x="3099737" y="183062"/>
                  </a:lnTo>
                  <a:lnTo>
                    <a:pt x="3169632" y="154216"/>
                  </a:lnTo>
                  <a:lnTo>
                    <a:pt x="3245480" y="128261"/>
                  </a:lnTo>
                  <a:lnTo>
                    <a:pt x="3327283" y="104918"/>
                  </a:lnTo>
                  <a:lnTo>
                    <a:pt x="3414447" y="84013"/>
                  </a:lnTo>
                  <a:lnTo>
                    <a:pt x="3505588" y="65463"/>
                  </a:lnTo>
                  <a:lnTo>
                    <a:pt x="3598401" y="49267"/>
                  </a:lnTo>
                  <a:lnTo>
                    <a:pt x="3689650" y="35473"/>
                  </a:lnTo>
                  <a:lnTo>
                    <a:pt x="3775395" y="24133"/>
                  </a:lnTo>
                  <a:lnTo>
                    <a:pt x="3851493" y="15251"/>
                  </a:lnTo>
                  <a:lnTo>
                    <a:pt x="3914326" y="8728"/>
                  </a:lnTo>
                  <a:lnTo>
                    <a:pt x="3961571" y="4340"/>
                  </a:lnTo>
                  <a:lnTo>
                    <a:pt x="3992788" y="1731"/>
                  </a:lnTo>
                  <a:lnTo>
                    <a:pt x="4009637" y="460"/>
                  </a:lnTo>
                  <a:lnTo>
                    <a:pt x="4015743" y="42"/>
                  </a:lnTo>
                  <a:lnTo>
                    <a:pt x="4016409" y="0"/>
                  </a:lnTo>
                  <a:lnTo>
                    <a:pt x="4538543" y="0"/>
                  </a:lnTo>
                  <a:lnTo>
                    <a:pt x="4539685" y="81"/>
                  </a:lnTo>
                  <a:lnTo>
                    <a:pt x="4547168" y="660"/>
                  </a:lnTo>
                  <a:lnTo>
                    <a:pt x="4565944" y="2262"/>
                  </a:lnTo>
                  <a:lnTo>
                    <a:pt x="4599286" y="5411"/>
                  </a:lnTo>
                  <a:lnTo>
                    <a:pt x="4648516" y="10580"/>
                  </a:lnTo>
                  <a:lnTo>
                    <a:pt x="4712912" y="18137"/>
                  </a:lnTo>
                  <a:lnTo>
                    <a:pt x="4789984" y="28309"/>
                  </a:lnTo>
                  <a:lnTo>
                    <a:pt x="4876070" y="41184"/>
                  </a:lnTo>
                  <a:lnTo>
                    <a:pt x="4967097" y="56751"/>
                  </a:lnTo>
                  <a:lnTo>
                    <a:pt x="5059263" y="74949"/>
                  </a:lnTo>
                  <a:lnTo>
                    <a:pt x="5149489" y="95729"/>
                  </a:lnTo>
                  <a:lnTo>
                    <a:pt x="5235611" y="119102"/>
                  </a:lnTo>
                  <a:lnTo>
                    <a:pt x="5316355" y="145165"/>
                  </a:lnTo>
                  <a:lnTo>
                    <a:pt x="5391201" y="174120"/>
                  </a:lnTo>
                  <a:lnTo>
                    <a:pt x="5460192" y="206280"/>
                  </a:lnTo>
                  <a:lnTo>
                    <a:pt x="5523755" y="242056"/>
                  </a:lnTo>
                  <a:lnTo>
                    <a:pt x="5582563" y="281950"/>
                  </a:lnTo>
                  <a:lnTo>
                    <a:pt x="5637415" y="326527"/>
                  </a:lnTo>
                  <a:lnTo>
                    <a:pt x="5689157" y="376360"/>
                  </a:lnTo>
                  <a:lnTo>
                    <a:pt x="5738612" y="431954"/>
                  </a:lnTo>
                  <a:lnTo>
                    <a:pt x="5784835" y="491303"/>
                  </a:lnTo>
                  <a:lnTo>
                    <a:pt x="5821492" y="543361"/>
                  </a:lnTo>
                  <a:lnTo>
                    <a:pt x="5857808" y="599163"/>
                  </a:lnTo>
                  <a:lnTo>
                    <a:pt x="5893995" y="658786"/>
                  </a:lnTo>
                  <a:lnTo>
                    <a:pt x="5930220" y="722248"/>
                  </a:lnTo>
                  <a:lnTo>
                    <a:pt x="5966611" y="789502"/>
                  </a:lnTo>
                  <a:lnTo>
                    <a:pt x="6003259" y="860431"/>
                  </a:lnTo>
                  <a:lnTo>
                    <a:pt x="6040219" y="934842"/>
                  </a:lnTo>
                  <a:lnTo>
                    <a:pt x="6077520" y="1012468"/>
                  </a:lnTo>
                  <a:lnTo>
                    <a:pt x="6115160" y="1092965"/>
                  </a:lnTo>
                  <a:lnTo>
                    <a:pt x="6153112" y="1175919"/>
                  </a:lnTo>
                  <a:lnTo>
                    <a:pt x="6191330" y="1260849"/>
                  </a:lnTo>
                  <a:lnTo>
                    <a:pt x="6229750" y="1347223"/>
                  </a:lnTo>
                  <a:lnTo>
                    <a:pt x="6268293" y="1434468"/>
                  </a:lnTo>
                  <a:lnTo>
                    <a:pt x="6306876" y="1521986"/>
                  </a:lnTo>
                  <a:lnTo>
                    <a:pt x="6345411" y="1609172"/>
                  </a:lnTo>
                  <a:lnTo>
                    <a:pt x="6383813" y="1695428"/>
                  </a:lnTo>
                  <a:lnTo>
                    <a:pt x="6422008" y="1780186"/>
                  </a:lnTo>
                  <a:lnTo>
                    <a:pt x="6459931" y="1862917"/>
                  </a:lnTo>
                  <a:lnTo>
                    <a:pt x="6497538" y="1943148"/>
                  </a:lnTo>
                  <a:lnTo>
                    <a:pt x="6534805" y="2020472"/>
                  </a:lnTo>
                  <a:lnTo>
                    <a:pt x="6571733" y="2094550"/>
                  </a:lnTo>
                  <a:lnTo>
                    <a:pt x="6608352" y="2165123"/>
                  </a:lnTo>
                  <a:lnTo>
                    <a:pt x="6644722" y="2232007"/>
                  </a:lnTo>
                  <a:lnTo>
                    <a:pt x="6680938" y="2295091"/>
                  </a:lnTo>
                  <a:lnTo>
                    <a:pt x="6717129" y="2354335"/>
                  </a:lnTo>
                  <a:lnTo>
                    <a:pt x="6753469" y="2409764"/>
                  </a:lnTo>
                  <a:lnTo>
                    <a:pt x="6786527" y="2456519"/>
                  </a:lnTo>
                  <a:lnTo>
                    <a:pt x="6834472" y="2517941"/>
                  </a:lnTo>
                  <a:lnTo>
                    <a:pt x="6883995" y="2573324"/>
                  </a:lnTo>
                  <a:lnTo>
                    <a:pt x="6935832" y="2622962"/>
                  </a:lnTo>
                  <a:lnTo>
                    <a:pt x="6990810" y="2667362"/>
                  </a:lnTo>
                  <a:lnTo>
                    <a:pt x="7049773" y="2707102"/>
                  </a:lnTo>
                  <a:lnTo>
                    <a:pt x="7113519" y="2742741"/>
                  </a:lnTo>
                  <a:lnTo>
                    <a:pt x="7182711" y="2774781"/>
                  </a:lnTo>
                  <a:lnTo>
                    <a:pt x="7257768" y="2803629"/>
                  </a:lnTo>
                  <a:lnTo>
                    <a:pt x="7338716" y="2829594"/>
                  </a:lnTo>
                  <a:lnTo>
                    <a:pt x="7425010" y="2852873"/>
                  </a:lnTo>
                  <a:lnTo>
                    <a:pt x="7515347" y="2873562"/>
                  </a:lnTo>
                  <a:lnTo>
                    <a:pt x="7607530" y="2891668"/>
                  </a:lnTo>
                  <a:lnTo>
                    <a:pt x="7698451" y="2907140"/>
                  </a:lnTo>
                  <a:lnTo>
                    <a:pt x="7784287" y="2919920"/>
                  </a:lnTo>
                  <a:lnTo>
                    <a:pt x="7860968" y="2929997"/>
                  </a:lnTo>
                  <a:lnTo>
                    <a:pt x="7924860" y="2937464"/>
                  </a:lnTo>
                  <a:lnTo>
                    <a:pt x="7973527" y="2942555"/>
                  </a:lnTo>
                  <a:lnTo>
                    <a:pt x="8006318" y="2945641"/>
                  </a:lnTo>
                  <a:lnTo>
                    <a:pt x="8024627" y="2947197"/>
                  </a:lnTo>
                  <a:lnTo>
                    <a:pt x="8031792" y="2947750"/>
                  </a:lnTo>
                  <a:lnTo>
                    <a:pt x="8032819" y="2947823"/>
                  </a:lnTo>
                  <a:lnTo>
                    <a:pt x="8554953" y="2947823"/>
                  </a:lnTo>
                  <a:lnTo>
                    <a:pt x="8554953" y="2947823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327" name="pl1327"/>
            <p:cNvSpPr/>
            <p:nvPr/>
          </p:nvSpPr>
          <p:spPr>
            <a:xfrm>
              <a:off x="386606" y="2010032"/>
              <a:ext cx="8554953" cy="2947823"/>
            </a:xfrm>
            <a:custGeom>
              <a:avLst/>
              <a:pathLst>
                <a:path w="8554953" h="2947823">
                  <a:moveTo>
                    <a:pt x="8554953" y="2947823"/>
                  </a:moveTo>
                  <a:lnTo>
                    <a:pt x="8032819" y="2947823"/>
                  </a:lnTo>
                  <a:lnTo>
                    <a:pt x="8031677" y="2947742"/>
                  </a:lnTo>
                  <a:lnTo>
                    <a:pt x="8024194" y="2947162"/>
                  </a:lnTo>
                  <a:lnTo>
                    <a:pt x="8005418" y="2945560"/>
                  </a:lnTo>
                  <a:lnTo>
                    <a:pt x="7972076" y="2942411"/>
                  </a:lnTo>
                  <a:lnTo>
                    <a:pt x="7922846" y="2937242"/>
                  </a:lnTo>
                  <a:lnTo>
                    <a:pt x="7858450" y="2929685"/>
                  </a:lnTo>
                  <a:lnTo>
                    <a:pt x="7781378" y="2919514"/>
                  </a:lnTo>
                  <a:lnTo>
                    <a:pt x="7695292" y="2906638"/>
                  </a:lnTo>
                  <a:lnTo>
                    <a:pt x="7604265" y="2891071"/>
                  </a:lnTo>
                  <a:lnTo>
                    <a:pt x="7512099" y="2872873"/>
                  </a:lnTo>
                  <a:lnTo>
                    <a:pt x="7421873" y="2852093"/>
                  </a:lnTo>
                  <a:lnTo>
                    <a:pt x="7335751" y="2828720"/>
                  </a:lnTo>
                  <a:lnTo>
                    <a:pt x="7255007" y="2802658"/>
                  </a:lnTo>
                  <a:lnTo>
                    <a:pt x="7180161" y="2773702"/>
                  </a:lnTo>
                  <a:lnTo>
                    <a:pt x="7111170" y="2741543"/>
                  </a:lnTo>
                  <a:lnTo>
                    <a:pt x="7047606" y="2705767"/>
                  </a:lnTo>
                  <a:lnTo>
                    <a:pt x="6988798" y="2665872"/>
                  </a:lnTo>
                  <a:lnTo>
                    <a:pt x="6933946" y="2621296"/>
                  </a:lnTo>
                  <a:lnTo>
                    <a:pt x="6882205" y="2571462"/>
                  </a:lnTo>
                  <a:lnTo>
                    <a:pt x="6832750" y="2515869"/>
                  </a:lnTo>
                  <a:lnTo>
                    <a:pt x="6786527" y="2456519"/>
                  </a:lnTo>
                  <a:lnTo>
                    <a:pt x="6749870" y="2404461"/>
                  </a:lnTo>
                  <a:lnTo>
                    <a:pt x="6713554" y="2348659"/>
                  </a:lnTo>
                  <a:lnTo>
                    <a:pt x="6677367" y="2289036"/>
                  </a:lnTo>
                  <a:lnTo>
                    <a:pt x="6641142" y="2225574"/>
                  </a:lnTo>
                  <a:lnTo>
                    <a:pt x="6604751" y="2158320"/>
                  </a:lnTo>
                  <a:lnTo>
                    <a:pt x="6568103" y="2087392"/>
                  </a:lnTo>
                  <a:lnTo>
                    <a:pt x="6531143" y="2012980"/>
                  </a:lnTo>
                  <a:lnTo>
                    <a:pt x="6493842" y="1935354"/>
                  </a:lnTo>
                  <a:lnTo>
                    <a:pt x="6456202" y="1854857"/>
                  </a:lnTo>
                  <a:lnTo>
                    <a:pt x="6418250" y="1771904"/>
                  </a:lnTo>
                  <a:lnTo>
                    <a:pt x="6380032" y="1686974"/>
                  </a:lnTo>
                  <a:lnTo>
                    <a:pt x="6341612" y="1600599"/>
                  </a:lnTo>
                  <a:lnTo>
                    <a:pt x="6303069" y="1513354"/>
                  </a:lnTo>
                  <a:lnTo>
                    <a:pt x="6264486" y="1425836"/>
                  </a:lnTo>
                  <a:lnTo>
                    <a:pt x="6225951" y="1338651"/>
                  </a:lnTo>
                  <a:lnTo>
                    <a:pt x="6187549" y="1252394"/>
                  </a:lnTo>
                  <a:lnTo>
                    <a:pt x="6149354" y="1167636"/>
                  </a:lnTo>
                  <a:lnTo>
                    <a:pt x="6111431" y="1084905"/>
                  </a:lnTo>
                  <a:lnTo>
                    <a:pt x="6073824" y="1004674"/>
                  </a:lnTo>
                  <a:lnTo>
                    <a:pt x="6036557" y="927351"/>
                  </a:lnTo>
                  <a:lnTo>
                    <a:pt x="5999629" y="853272"/>
                  </a:lnTo>
                  <a:lnTo>
                    <a:pt x="5963010" y="782699"/>
                  </a:lnTo>
                  <a:lnTo>
                    <a:pt x="5926640" y="715815"/>
                  </a:lnTo>
                  <a:lnTo>
                    <a:pt x="5890424" y="652731"/>
                  </a:lnTo>
                  <a:lnTo>
                    <a:pt x="5854232" y="593487"/>
                  </a:lnTo>
                  <a:lnTo>
                    <a:pt x="5817893" y="538059"/>
                  </a:lnTo>
                  <a:lnTo>
                    <a:pt x="5784835" y="491303"/>
                  </a:lnTo>
                  <a:lnTo>
                    <a:pt x="5736890" y="429881"/>
                  </a:lnTo>
                  <a:lnTo>
                    <a:pt x="5687367" y="374499"/>
                  </a:lnTo>
                  <a:lnTo>
                    <a:pt x="5635530" y="324861"/>
                  </a:lnTo>
                  <a:lnTo>
                    <a:pt x="5580552" y="280460"/>
                  </a:lnTo>
                  <a:lnTo>
                    <a:pt x="5521589" y="240721"/>
                  </a:lnTo>
                  <a:lnTo>
                    <a:pt x="5457843" y="205081"/>
                  </a:lnTo>
                  <a:lnTo>
                    <a:pt x="5388651" y="173042"/>
                  </a:lnTo>
                  <a:lnTo>
                    <a:pt x="5313594" y="144193"/>
                  </a:lnTo>
                  <a:lnTo>
                    <a:pt x="5232646" y="118229"/>
                  </a:lnTo>
                  <a:lnTo>
                    <a:pt x="5146352" y="94949"/>
                  </a:lnTo>
                  <a:lnTo>
                    <a:pt x="5056015" y="74260"/>
                  </a:lnTo>
                  <a:lnTo>
                    <a:pt x="4963831" y="56154"/>
                  </a:lnTo>
                  <a:lnTo>
                    <a:pt x="4872911" y="40682"/>
                  </a:lnTo>
                  <a:lnTo>
                    <a:pt x="4787075" y="27902"/>
                  </a:lnTo>
                  <a:lnTo>
                    <a:pt x="4710394" y="17826"/>
                  </a:lnTo>
                  <a:lnTo>
                    <a:pt x="4646502" y="10358"/>
                  </a:lnTo>
                  <a:lnTo>
                    <a:pt x="4597835" y="5267"/>
                  </a:lnTo>
                  <a:lnTo>
                    <a:pt x="4565044" y="2182"/>
                  </a:lnTo>
                  <a:lnTo>
                    <a:pt x="4546735" y="625"/>
                  </a:lnTo>
                  <a:lnTo>
                    <a:pt x="4539570" y="72"/>
                  </a:lnTo>
                  <a:lnTo>
                    <a:pt x="4538543" y="0"/>
                  </a:lnTo>
                  <a:lnTo>
                    <a:pt x="4016409" y="0"/>
                  </a:lnTo>
                  <a:lnTo>
                    <a:pt x="4015245" y="74"/>
                  </a:lnTo>
                  <a:lnTo>
                    <a:pt x="4007619" y="605"/>
                  </a:lnTo>
                  <a:lnTo>
                    <a:pt x="3988497" y="2073"/>
                  </a:lnTo>
                  <a:lnTo>
                    <a:pt x="3954573" y="4959"/>
                  </a:lnTo>
                  <a:lnTo>
                    <a:pt x="3904547" y="9694"/>
                  </a:lnTo>
                  <a:lnTo>
                    <a:pt x="3839213" y="16611"/>
                  </a:lnTo>
                  <a:lnTo>
                    <a:pt x="3761166" y="25914"/>
                  </a:lnTo>
                  <a:lnTo>
                    <a:pt x="3674172" y="37680"/>
                  </a:lnTo>
                  <a:lnTo>
                    <a:pt x="3582387" y="51893"/>
                  </a:lnTo>
                  <a:lnTo>
                    <a:pt x="3489656" y="68498"/>
                  </a:lnTo>
                  <a:lnTo>
                    <a:pt x="3399063" y="87453"/>
                  </a:lnTo>
                  <a:lnTo>
                    <a:pt x="3312751" y="108771"/>
                  </a:lnTo>
                  <a:lnTo>
                    <a:pt x="3231952" y="132549"/>
                  </a:lnTo>
                  <a:lnTo>
                    <a:pt x="3157146" y="158981"/>
                  </a:lnTo>
                  <a:lnTo>
                    <a:pt x="3088246" y="188361"/>
                  </a:lnTo>
                  <a:lnTo>
                    <a:pt x="3024786" y="221075"/>
                  </a:lnTo>
                  <a:lnTo>
                    <a:pt x="2966064" y="257590"/>
                  </a:lnTo>
                  <a:lnTo>
                    <a:pt x="2911254" y="298427"/>
                  </a:lnTo>
                  <a:lnTo>
                    <a:pt x="2859495" y="344109"/>
                  </a:lnTo>
                  <a:lnTo>
                    <a:pt x="2809953" y="395081"/>
                  </a:lnTo>
                  <a:lnTo>
                    <a:pt x="2770117" y="441420"/>
                  </a:lnTo>
                  <a:lnTo>
                    <a:pt x="2731916" y="490248"/>
                  </a:lnTo>
                  <a:lnTo>
                    <a:pt x="2694074" y="542736"/>
                  </a:lnTo>
                  <a:lnTo>
                    <a:pt x="2656356" y="598957"/>
                  </a:lnTo>
                  <a:lnTo>
                    <a:pt x="2618576" y="658924"/>
                  </a:lnTo>
                  <a:lnTo>
                    <a:pt x="2580597" y="722577"/>
                  </a:lnTo>
                  <a:lnTo>
                    <a:pt x="2542324" y="789784"/>
                  </a:lnTo>
                  <a:lnTo>
                    <a:pt x="2503701" y="860331"/>
                  </a:lnTo>
                  <a:lnTo>
                    <a:pt x="2464705" y="933924"/>
                  </a:lnTo>
                  <a:lnTo>
                    <a:pt x="2425348" y="1010189"/>
                  </a:lnTo>
                  <a:lnTo>
                    <a:pt x="2385669" y="1088680"/>
                  </a:lnTo>
                  <a:lnTo>
                    <a:pt x="2345728" y="1168886"/>
                  </a:lnTo>
                  <a:lnTo>
                    <a:pt x="2305607" y="1250244"/>
                  </a:lnTo>
                  <a:lnTo>
                    <a:pt x="2265397" y="1332158"/>
                  </a:lnTo>
                  <a:lnTo>
                    <a:pt x="2225197" y="1414012"/>
                  </a:lnTo>
                  <a:lnTo>
                    <a:pt x="2185103" y="1495194"/>
                  </a:lnTo>
                  <a:lnTo>
                    <a:pt x="2145207" y="1575112"/>
                  </a:lnTo>
                  <a:lnTo>
                    <a:pt x="2105586" y="1653212"/>
                  </a:lnTo>
                  <a:lnTo>
                    <a:pt x="2066296" y="1728995"/>
                  </a:lnTo>
                  <a:lnTo>
                    <a:pt x="2027372" y="1802028"/>
                  </a:lnTo>
                  <a:lnTo>
                    <a:pt x="1988819" y="1871952"/>
                  </a:lnTo>
                  <a:lnTo>
                    <a:pt x="1950608" y="1938488"/>
                  </a:lnTo>
                  <a:lnTo>
                    <a:pt x="1912677" y="2001439"/>
                  </a:lnTo>
                  <a:lnTo>
                    <a:pt x="1874921" y="2060687"/>
                  </a:lnTo>
                  <a:lnTo>
                    <a:pt x="1837195" y="2116186"/>
                  </a:lnTo>
                  <a:lnTo>
                    <a:pt x="1799304" y="2167961"/>
                  </a:lnTo>
                  <a:lnTo>
                    <a:pt x="1768425" y="2207102"/>
                  </a:lnTo>
                  <a:lnTo>
                    <a:pt x="1720160" y="2262634"/>
                  </a:lnTo>
                  <a:lnTo>
                    <a:pt x="1670291" y="2312668"/>
                  </a:lnTo>
                  <a:lnTo>
                    <a:pt x="1618067" y="2357478"/>
                  </a:lnTo>
                  <a:lnTo>
                    <a:pt x="1562643" y="2397531"/>
                  </a:lnTo>
                  <a:lnTo>
                    <a:pt x="1503159" y="2433353"/>
                  </a:lnTo>
                  <a:lnTo>
                    <a:pt x="1438805" y="2465460"/>
                  </a:lnTo>
                  <a:lnTo>
                    <a:pt x="1368910" y="2494306"/>
                  </a:lnTo>
                  <a:lnTo>
                    <a:pt x="1293062" y="2520262"/>
                  </a:lnTo>
                  <a:lnTo>
                    <a:pt x="1211259" y="2543604"/>
                  </a:lnTo>
                  <a:lnTo>
                    <a:pt x="1124096" y="2564510"/>
                  </a:lnTo>
                  <a:lnTo>
                    <a:pt x="1032954" y="2583060"/>
                  </a:lnTo>
                  <a:lnTo>
                    <a:pt x="940141" y="2599256"/>
                  </a:lnTo>
                  <a:lnTo>
                    <a:pt x="848892" y="2613050"/>
                  </a:lnTo>
                  <a:lnTo>
                    <a:pt x="763148" y="2624389"/>
                  </a:lnTo>
                  <a:lnTo>
                    <a:pt x="687049" y="2633272"/>
                  </a:lnTo>
                  <a:lnTo>
                    <a:pt x="624216" y="2639794"/>
                  </a:lnTo>
                  <a:lnTo>
                    <a:pt x="576971" y="2644183"/>
                  </a:lnTo>
                  <a:lnTo>
                    <a:pt x="545754" y="2646791"/>
                  </a:lnTo>
                  <a:lnTo>
                    <a:pt x="528905" y="2648062"/>
                  </a:lnTo>
                  <a:lnTo>
                    <a:pt x="522799" y="2648481"/>
                  </a:lnTo>
                  <a:lnTo>
                    <a:pt x="522133" y="2648523"/>
                  </a:lnTo>
                  <a:lnTo>
                    <a:pt x="0" y="2648523"/>
                  </a:lnTo>
                  <a:lnTo>
                    <a:pt x="0" y="2648523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328" name="pg1328"/>
            <p:cNvSpPr/>
            <p:nvPr/>
          </p:nvSpPr>
          <p:spPr>
            <a:xfrm>
              <a:off x="386606" y="2026973"/>
              <a:ext cx="8554953" cy="3348772"/>
            </a:xfrm>
            <a:custGeom>
              <a:avLst/>
              <a:pathLst>
                <a:path w="8554953" h="3348772">
                  <a:moveTo>
                    <a:pt x="0" y="2642876"/>
                  </a:moveTo>
                  <a:lnTo>
                    <a:pt x="522133" y="2642876"/>
                  </a:lnTo>
                  <a:lnTo>
                    <a:pt x="523298" y="2642801"/>
                  </a:lnTo>
                  <a:lnTo>
                    <a:pt x="530929" y="2642272"/>
                  </a:lnTo>
                  <a:lnTo>
                    <a:pt x="550063" y="2640809"/>
                  </a:lnTo>
                  <a:lnTo>
                    <a:pt x="584009" y="2637934"/>
                  </a:lnTo>
                  <a:lnTo>
                    <a:pt x="634064" y="2633216"/>
                  </a:lnTo>
                  <a:lnTo>
                    <a:pt x="699432" y="2626323"/>
                  </a:lnTo>
                  <a:lnTo>
                    <a:pt x="777515" y="2617054"/>
                  </a:lnTo>
                  <a:lnTo>
                    <a:pt x="864541" y="2605331"/>
                  </a:lnTo>
                  <a:lnTo>
                    <a:pt x="956354" y="2591170"/>
                  </a:lnTo>
                  <a:lnTo>
                    <a:pt x="1049105" y="2574627"/>
                  </a:lnTo>
                  <a:lnTo>
                    <a:pt x="1139711" y="2555743"/>
                  </a:lnTo>
                  <a:lnTo>
                    <a:pt x="1226030" y="2534504"/>
                  </a:lnTo>
                  <a:lnTo>
                    <a:pt x="1306830" y="2510814"/>
                  </a:lnTo>
                  <a:lnTo>
                    <a:pt x="1381635" y="2484480"/>
                  </a:lnTo>
                  <a:lnTo>
                    <a:pt x="1450531" y="2455208"/>
                  </a:lnTo>
                  <a:lnTo>
                    <a:pt x="1513988" y="2422613"/>
                  </a:lnTo>
                  <a:lnTo>
                    <a:pt x="1572707" y="2386228"/>
                  </a:lnTo>
                  <a:lnTo>
                    <a:pt x="1627515" y="2345537"/>
                  </a:lnTo>
                  <a:lnTo>
                    <a:pt x="1679275" y="2300017"/>
                  </a:lnTo>
                  <a:lnTo>
                    <a:pt x="1728820" y="2249225"/>
                  </a:lnTo>
                  <a:lnTo>
                    <a:pt x="1768425" y="2203337"/>
                  </a:lnTo>
                  <a:lnTo>
                    <a:pt x="1806688" y="2154636"/>
                  </a:lnTo>
                  <a:lnTo>
                    <a:pt x="1844590" y="2102278"/>
                  </a:lnTo>
                  <a:lnTo>
                    <a:pt x="1882369" y="2046191"/>
                  </a:lnTo>
                  <a:lnTo>
                    <a:pt x="1920211" y="1986363"/>
                  </a:lnTo>
                  <a:lnTo>
                    <a:pt x="1958253" y="1922852"/>
                  </a:lnTo>
                  <a:lnTo>
                    <a:pt x="1996590" y="1855793"/>
                  </a:lnTo>
                  <a:lnTo>
                    <a:pt x="2035280" y="1785400"/>
                  </a:lnTo>
                  <a:lnTo>
                    <a:pt x="2074343" y="1711968"/>
                  </a:lnTo>
                  <a:lnTo>
                    <a:pt x="2113769" y="1635872"/>
                  </a:lnTo>
                  <a:lnTo>
                    <a:pt x="2153517" y="1557559"/>
                  </a:lnTo>
                  <a:lnTo>
                    <a:pt x="2193526" y="1477542"/>
                  </a:lnTo>
                  <a:lnTo>
                    <a:pt x="2233714" y="1396384"/>
                  </a:lnTo>
                  <a:lnTo>
                    <a:pt x="2273990" y="1314683"/>
                  </a:lnTo>
                  <a:lnTo>
                    <a:pt x="2314254" y="1233054"/>
                  </a:lnTo>
                  <a:lnTo>
                    <a:pt x="2354409" y="1152111"/>
                  </a:lnTo>
                  <a:lnTo>
                    <a:pt x="2394363" y="1072444"/>
                  </a:lnTo>
                  <a:lnTo>
                    <a:pt x="2434040" y="994607"/>
                  </a:lnTo>
                  <a:lnTo>
                    <a:pt x="2473383" y="919097"/>
                  </a:lnTo>
                  <a:lnTo>
                    <a:pt x="2512359" y="846346"/>
                  </a:lnTo>
                  <a:lnTo>
                    <a:pt x="2550963" y="776711"/>
                  </a:lnTo>
                  <a:lnTo>
                    <a:pt x="2589225" y="710467"/>
                  </a:lnTo>
                  <a:lnTo>
                    <a:pt x="2627210" y="647809"/>
                  </a:lnTo>
                  <a:lnTo>
                    <a:pt x="2665023" y="588855"/>
                  </a:lnTo>
                  <a:lnTo>
                    <a:pt x="2702813" y="533645"/>
                  </a:lnTo>
                  <a:lnTo>
                    <a:pt x="2740776" y="482153"/>
                  </a:lnTo>
                  <a:lnTo>
                    <a:pt x="2770117" y="445185"/>
                  </a:lnTo>
                  <a:lnTo>
                    <a:pt x="2818394" y="389878"/>
                  </a:lnTo>
                  <a:lnTo>
                    <a:pt x="2868275" y="340047"/>
                  </a:lnTo>
                  <a:lnTo>
                    <a:pt x="2920514" y="295420"/>
                  </a:lnTo>
                  <a:lnTo>
                    <a:pt x="2975953" y="255533"/>
                  </a:lnTo>
                  <a:lnTo>
                    <a:pt x="3035456" y="219858"/>
                  </a:lnTo>
                  <a:lnTo>
                    <a:pt x="3099833" y="187885"/>
                  </a:lnTo>
                  <a:lnTo>
                    <a:pt x="3169753" y="159161"/>
                  </a:lnTo>
                  <a:lnTo>
                    <a:pt x="3245630" y="133314"/>
                  </a:lnTo>
                  <a:lnTo>
                    <a:pt x="3327464" y="110071"/>
                  </a:lnTo>
                  <a:lnTo>
                    <a:pt x="3414659" y="89255"/>
                  </a:lnTo>
                  <a:lnTo>
                    <a:pt x="3505830" y="70786"/>
                  </a:lnTo>
                  <a:lnTo>
                    <a:pt x="3598665" y="54661"/>
                  </a:lnTo>
                  <a:lnTo>
                    <a:pt x="3689925" y="40930"/>
                  </a:lnTo>
                  <a:lnTo>
                    <a:pt x="3775666" y="29644"/>
                  </a:lnTo>
                  <a:lnTo>
                    <a:pt x="3851742" y="20805"/>
                  </a:lnTo>
                  <a:lnTo>
                    <a:pt x="3914536" y="14318"/>
                  </a:lnTo>
                  <a:lnTo>
                    <a:pt x="3961729" y="9955"/>
                  </a:lnTo>
                  <a:lnTo>
                    <a:pt x="3992889" y="7363"/>
                  </a:lnTo>
                  <a:lnTo>
                    <a:pt x="4009685" y="6102"/>
                  </a:lnTo>
                  <a:lnTo>
                    <a:pt x="4015755" y="5688"/>
                  </a:lnTo>
                  <a:lnTo>
                    <a:pt x="4016409" y="5647"/>
                  </a:lnTo>
                  <a:lnTo>
                    <a:pt x="4538543" y="5647"/>
                  </a:lnTo>
                  <a:lnTo>
                    <a:pt x="4539653" y="5736"/>
                  </a:lnTo>
                  <a:lnTo>
                    <a:pt x="4546936" y="6375"/>
                  </a:lnTo>
                  <a:lnTo>
                    <a:pt x="4565227" y="8140"/>
                  </a:lnTo>
                  <a:lnTo>
                    <a:pt x="4597748" y="11611"/>
                  </a:lnTo>
                  <a:lnTo>
                    <a:pt x="4645850" y="17313"/>
                  </a:lnTo>
                  <a:lnTo>
                    <a:pt x="4708913" y="25656"/>
                  </a:lnTo>
                  <a:lnTo>
                    <a:pt x="4784593" y="36899"/>
                  </a:lnTo>
                  <a:lnTo>
                    <a:pt x="4869375" y="51150"/>
                  </a:lnTo>
                  <a:lnTo>
                    <a:pt x="4959305" y="68399"/>
                  </a:lnTo>
                  <a:lnTo>
                    <a:pt x="5050643" y="88582"/>
                  </a:lnTo>
                  <a:lnTo>
                    <a:pt x="5140323" y="111642"/>
                  </a:lnTo>
                  <a:lnTo>
                    <a:pt x="5226151" y="137582"/>
                  </a:lnTo>
                  <a:lnTo>
                    <a:pt x="5306802" y="166497"/>
                  </a:lnTo>
                  <a:lnTo>
                    <a:pt x="5381694" y="198598"/>
                  </a:lnTo>
                  <a:lnTo>
                    <a:pt x="5450808" y="234211"/>
                  </a:lnTo>
                  <a:lnTo>
                    <a:pt x="5514520" y="273778"/>
                  </a:lnTo>
                  <a:lnTo>
                    <a:pt x="5573455" y="317839"/>
                  </a:lnTo>
                  <a:lnTo>
                    <a:pt x="5628378" y="367008"/>
                  </a:lnTo>
                  <a:lnTo>
                    <a:pt x="5680109" y="421921"/>
                  </a:lnTo>
                  <a:lnTo>
                    <a:pt x="5729455" y="483157"/>
                  </a:lnTo>
                  <a:lnTo>
                    <a:pt x="5777152" y="551089"/>
                  </a:lnTo>
                  <a:lnTo>
                    <a:pt x="5784835" y="562834"/>
                  </a:lnTo>
                  <a:lnTo>
                    <a:pt x="5819673" y="618828"/>
                  </a:lnTo>
                  <a:lnTo>
                    <a:pt x="5854193" y="678650"/>
                  </a:lnTo>
                  <a:lnTo>
                    <a:pt x="5888580" y="742379"/>
                  </a:lnTo>
                  <a:lnTo>
                    <a:pt x="5922981" y="810040"/>
                  </a:lnTo>
                  <a:lnTo>
                    <a:pt x="5957513" y="881598"/>
                  </a:lnTo>
                  <a:lnTo>
                    <a:pt x="5992258" y="956957"/>
                  </a:lnTo>
                  <a:lnTo>
                    <a:pt x="6027274" y="1035949"/>
                  </a:lnTo>
                  <a:lnTo>
                    <a:pt x="6062591" y="1118337"/>
                  </a:lnTo>
                  <a:lnTo>
                    <a:pt x="6098219" y="1203814"/>
                  </a:lnTo>
                  <a:lnTo>
                    <a:pt x="6134141" y="1292006"/>
                  </a:lnTo>
                  <a:lnTo>
                    <a:pt x="6170328" y="1382475"/>
                  </a:lnTo>
                  <a:lnTo>
                    <a:pt x="6206729" y="1474728"/>
                  </a:lnTo>
                  <a:lnTo>
                    <a:pt x="6243286" y="1568228"/>
                  </a:lnTo>
                  <a:lnTo>
                    <a:pt x="6279928" y="1662406"/>
                  </a:lnTo>
                  <a:lnTo>
                    <a:pt x="6316582" y="1756678"/>
                  </a:lnTo>
                  <a:lnTo>
                    <a:pt x="6353173" y="1850453"/>
                  </a:lnTo>
                  <a:lnTo>
                    <a:pt x="6389630" y="1943157"/>
                  </a:lnTo>
                  <a:lnTo>
                    <a:pt x="6425889" y="2034241"/>
                  </a:lnTo>
                  <a:lnTo>
                    <a:pt x="6461899" y="2123197"/>
                  </a:lnTo>
                  <a:lnTo>
                    <a:pt x="6497622" y="2209570"/>
                  </a:lnTo>
                  <a:lnTo>
                    <a:pt x="6533037" y="2292964"/>
                  </a:lnTo>
                  <a:lnTo>
                    <a:pt x="6568145" y="2373051"/>
                  </a:lnTo>
                  <a:lnTo>
                    <a:pt x="6602970" y="2449571"/>
                  </a:lnTo>
                  <a:lnTo>
                    <a:pt x="6637561" y="2522336"/>
                  </a:lnTo>
                  <a:lnTo>
                    <a:pt x="6671992" y="2591227"/>
                  </a:lnTo>
                  <a:lnTo>
                    <a:pt x="6706370" y="2656190"/>
                  </a:lnTo>
                  <a:lnTo>
                    <a:pt x="6740830" y="2717232"/>
                  </a:lnTo>
                  <a:lnTo>
                    <a:pt x="6775546" y="2774416"/>
                  </a:lnTo>
                  <a:lnTo>
                    <a:pt x="6786527" y="2791584"/>
                  </a:lnTo>
                  <a:lnTo>
                    <a:pt x="6834015" y="2860621"/>
                  </a:lnTo>
                  <a:lnTo>
                    <a:pt x="6883045" y="2922934"/>
                  </a:lnTo>
                  <a:lnTo>
                    <a:pt x="6934332" y="2978844"/>
                  </a:lnTo>
                  <a:lnTo>
                    <a:pt x="6988676" y="3028909"/>
                  </a:lnTo>
                  <a:lnTo>
                    <a:pt x="7046901" y="3073761"/>
                  </a:lnTo>
                  <a:lnTo>
                    <a:pt x="7109785" y="3114024"/>
                  </a:lnTo>
                  <a:lnTo>
                    <a:pt x="7177982" y="3150250"/>
                  </a:lnTo>
                  <a:lnTo>
                    <a:pt x="7251918" y="3182899"/>
                  </a:lnTo>
                  <a:lnTo>
                    <a:pt x="7331651" y="3212318"/>
                  </a:lnTo>
                  <a:lnTo>
                    <a:pt x="7416701" y="3238734"/>
                  </a:lnTo>
                  <a:lnTo>
                    <a:pt x="7505878" y="3262263"/>
                  </a:lnTo>
                  <a:lnTo>
                    <a:pt x="7597133" y="3282919"/>
                  </a:lnTo>
                  <a:lnTo>
                    <a:pt x="7687534" y="3300653"/>
                  </a:lnTo>
                  <a:lnTo>
                    <a:pt x="7773430" y="3315396"/>
                  </a:lnTo>
                  <a:lnTo>
                    <a:pt x="7850858" y="3327128"/>
                  </a:lnTo>
                  <a:lnTo>
                    <a:pt x="7916184" y="3335931"/>
                  </a:lnTo>
                  <a:lnTo>
                    <a:pt x="7966824" y="3342041"/>
                  </a:lnTo>
                  <a:lnTo>
                    <a:pt x="8001852" y="3345843"/>
                  </a:lnTo>
                  <a:lnTo>
                    <a:pt x="8022295" y="3347848"/>
                  </a:lnTo>
                  <a:lnTo>
                    <a:pt x="8031086" y="3348631"/>
                  </a:lnTo>
                  <a:lnTo>
                    <a:pt x="8032819" y="3348772"/>
                  </a:lnTo>
                  <a:lnTo>
                    <a:pt x="8554953" y="3348772"/>
                  </a:lnTo>
                  <a:lnTo>
                    <a:pt x="8554953" y="3343125"/>
                  </a:lnTo>
                  <a:lnTo>
                    <a:pt x="8032819" y="3343125"/>
                  </a:lnTo>
                  <a:lnTo>
                    <a:pt x="8031709" y="3343035"/>
                  </a:lnTo>
                  <a:lnTo>
                    <a:pt x="8024426" y="3342397"/>
                  </a:lnTo>
                  <a:lnTo>
                    <a:pt x="8006135" y="3340632"/>
                  </a:lnTo>
                  <a:lnTo>
                    <a:pt x="7973614" y="3337160"/>
                  </a:lnTo>
                  <a:lnTo>
                    <a:pt x="7925512" y="3331459"/>
                  </a:lnTo>
                  <a:lnTo>
                    <a:pt x="7862448" y="3323115"/>
                  </a:lnTo>
                  <a:lnTo>
                    <a:pt x="7786769" y="3311872"/>
                  </a:lnTo>
                  <a:lnTo>
                    <a:pt x="7701987" y="3297622"/>
                  </a:lnTo>
                  <a:lnTo>
                    <a:pt x="7612057" y="3280372"/>
                  </a:lnTo>
                  <a:lnTo>
                    <a:pt x="7520719" y="3260189"/>
                  </a:lnTo>
                  <a:lnTo>
                    <a:pt x="7431039" y="3237129"/>
                  </a:lnTo>
                  <a:lnTo>
                    <a:pt x="7345211" y="3211190"/>
                  </a:lnTo>
                  <a:lnTo>
                    <a:pt x="7264560" y="3182274"/>
                  </a:lnTo>
                  <a:lnTo>
                    <a:pt x="7189668" y="3150174"/>
                  </a:lnTo>
                  <a:lnTo>
                    <a:pt x="7120554" y="3114560"/>
                  </a:lnTo>
                  <a:lnTo>
                    <a:pt x="7056842" y="3074993"/>
                  </a:lnTo>
                  <a:lnTo>
                    <a:pt x="6997907" y="3030932"/>
                  </a:lnTo>
                  <a:lnTo>
                    <a:pt x="6942984" y="2981764"/>
                  </a:lnTo>
                  <a:lnTo>
                    <a:pt x="6891253" y="2926850"/>
                  </a:lnTo>
                  <a:lnTo>
                    <a:pt x="6841907" y="2865615"/>
                  </a:lnTo>
                  <a:lnTo>
                    <a:pt x="6794210" y="2797683"/>
                  </a:lnTo>
                  <a:lnTo>
                    <a:pt x="6786527" y="2785937"/>
                  </a:lnTo>
                  <a:lnTo>
                    <a:pt x="6751689" y="2729944"/>
                  </a:lnTo>
                  <a:lnTo>
                    <a:pt x="6717169" y="2670122"/>
                  </a:lnTo>
                  <a:lnTo>
                    <a:pt x="6682782" y="2606393"/>
                  </a:lnTo>
                  <a:lnTo>
                    <a:pt x="6648380" y="2538732"/>
                  </a:lnTo>
                  <a:lnTo>
                    <a:pt x="6613849" y="2467173"/>
                  </a:lnTo>
                  <a:lnTo>
                    <a:pt x="6579104" y="2391814"/>
                  </a:lnTo>
                  <a:lnTo>
                    <a:pt x="6544088" y="2312823"/>
                  </a:lnTo>
                  <a:lnTo>
                    <a:pt x="6508770" y="2230435"/>
                  </a:lnTo>
                  <a:lnTo>
                    <a:pt x="6473143" y="2144957"/>
                  </a:lnTo>
                  <a:lnTo>
                    <a:pt x="6437221" y="2056765"/>
                  </a:lnTo>
                  <a:lnTo>
                    <a:pt x="6401034" y="1966297"/>
                  </a:lnTo>
                  <a:lnTo>
                    <a:pt x="6364633" y="1874044"/>
                  </a:lnTo>
                  <a:lnTo>
                    <a:pt x="6328076" y="1780544"/>
                  </a:lnTo>
                  <a:lnTo>
                    <a:pt x="6291434" y="1686365"/>
                  </a:lnTo>
                  <a:lnTo>
                    <a:pt x="6254780" y="1592094"/>
                  </a:lnTo>
                  <a:lnTo>
                    <a:pt x="6218189" y="1498319"/>
                  </a:lnTo>
                  <a:lnTo>
                    <a:pt x="6181732" y="1405615"/>
                  </a:lnTo>
                  <a:lnTo>
                    <a:pt x="6145472" y="1314531"/>
                  </a:lnTo>
                  <a:lnTo>
                    <a:pt x="6109463" y="1225575"/>
                  </a:lnTo>
                  <a:lnTo>
                    <a:pt x="6073740" y="1139202"/>
                  </a:lnTo>
                  <a:lnTo>
                    <a:pt x="6038325" y="1055807"/>
                  </a:lnTo>
                  <a:lnTo>
                    <a:pt x="6003217" y="975721"/>
                  </a:lnTo>
                  <a:lnTo>
                    <a:pt x="5968392" y="899201"/>
                  </a:lnTo>
                  <a:lnTo>
                    <a:pt x="5933801" y="826436"/>
                  </a:lnTo>
                  <a:lnTo>
                    <a:pt x="5899370" y="757545"/>
                  </a:lnTo>
                  <a:lnTo>
                    <a:pt x="5864992" y="692582"/>
                  </a:lnTo>
                  <a:lnTo>
                    <a:pt x="5830532" y="631539"/>
                  </a:lnTo>
                  <a:lnTo>
                    <a:pt x="5795816" y="574356"/>
                  </a:lnTo>
                  <a:lnTo>
                    <a:pt x="5784835" y="557187"/>
                  </a:lnTo>
                  <a:lnTo>
                    <a:pt x="5737347" y="488151"/>
                  </a:lnTo>
                  <a:lnTo>
                    <a:pt x="5688317" y="425838"/>
                  </a:lnTo>
                  <a:lnTo>
                    <a:pt x="5637030" y="369927"/>
                  </a:lnTo>
                  <a:lnTo>
                    <a:pt x="5582686" y="319863"/>
                  </a:lnTo>
                  <a:lnTo>
                    <a:pt x="5524461" y="275010"/>
                  </a:lnTo>
                  <a:lnTo>
                    <a:pt x="5461577" y="234748"/>
                  </a:lnTo>
                  <a:lnTo>
                    <a:pt x="5393380" y="198521"/>
                  </a:lnTo>
                  <a:lnTo>
                    <a:pt x="5319444" y="165872"/>
                  </a:lnTo>
                  <a:lnTo>
                    <a:pt x="5239711" y="136453"/>
                  </a:lnTo>
                  <a:lnTo>
                    <a:pt x="5154661" y="110037"/>
                  </a:lnTo>
                  <a:lnTo>
                    <a:pt x="5065484" y="86509"/>
                  </a:lnTo>
                  <a:lnTo>
                    <a:pt x="4974229" y="65852"/>
                  </a:lnTo>
                  <a:lnTo>
                    <a:pt x="4883828" y="48119"/>
                  </a:lnTo>
                  <a:lnTo>
                    <a:pt x="4797932" y="33375"/>
                  </a:lnTo>
                  <a:lnTo>
                    <a:pt x="4720504" y="21644"/>
                  </a:lnTo>
                  <a:lnTo>
                    <a:pt x="4655178" y="12840"/>
                  </a:lnTo>
                  <a:lnTo>
                    <a:pt x="4604538" y="6731"/>
                  </a:lnTo>
                  <a:lnTo>
                    <a:pt x="4569510" y="2929"/>
                  </a:lnTo>
                  <a:lnTo>
                    <a:pt x="4549067" y="923"/>
                  </a:lnTo>
                  <a:lnTo>
                    <a:pt x="4540276" y="141"/>
                  </a:lnTo>
                  <a:lnTo>
                    <a:pt x="4538543" y="0"/>
                  </a:lnTo>
                  <a:lnTo>
                    <a:pt x="4016409" y="0"/>
                  </a:lnTo>
                  <a:lnTo>
                    <a:pt x="4015244" y="74"/>
                  </a:lnTo>
                  <a:lnTo>
                    <a:pt x="4007613" y="603"/>
                  </a:lnTo>
                  <a:lnTo>
                    <a:pt x="3988479" y="2066"/>
                  </a:lnTo>
                  <a:lnTo>
                    <a:pt x="3954533" y="4941"/>
                  </a:lnTo>
                  <a:lnTo>
                    <a:pt x="3904479" y="9660"/>
                  </a:lnTo>
                  <a:lnTo>
                    <a:pt x="3839110" y="16552"/>
                  </a:lnTo>
                  <a:lnTo>
                    <a:pt x="3761027" y="25821"/>
                  </a:lnTo>
                  <a:lnTo>
                    <a:pt x="3674001" y="37544"/>
                  </a:lnTo>
                  <a:lnTo>
                    <a:pt x="3582189" y="51705"/>
                  </a:lnTo>
                  <a:lnTo>
                    <a:pt x="3489437" y="68248"/>
                  </a:lnTo>
                  <a:lnTo>
                    <a:pt x="3398831" y="87132"/>
                  </a:lnTo>
                  <a:lnTo>
                    <a:pt x="3312512" y="108371"/>
                  </a:lnTo>
                  <a:lnTo>
                    <a:pt x="3231712" y="132061"/>
                  </a:lnTo>
                  <a:lnTo>
                    <a:pt x="3156908" y="158395"/>
                  </a:lnTo>
                  <a:lnTo>
                    <a:pt x="3088011" y="187667"/>
                  </a:lnTo>
                  <a:lnTo>
                    <a:pt x="3024555" y="220263"/>
                  </a:lnTo>
                  <a:lnTo>
                    <a:pt x="2965835" y="256647"/>
                  </a:lnTo>
                  <a:lnTo>
                    <a:pt x="2911027" y="297338"/>
                  </a:lnTo>
                  <a:lnTo>
                    <a:pt x="2859267" y="342859"/>
                  </a:lnTo>
                  <a:lnTo>
                    <a:pt x="2809722" y="393650"/>
                  </a:lnTo>
                  <a:lnTo>
                    <a:pt x="2770117" y="439538"/>
                  </a:lnTo>
                  <a:lnTo>
                    <a:pt x="2731854" y="488239"/>
                  </a:lnTo>
                  <a:lnTo>
                    <a:pt x="2693952" y="540597"/>
                  </a:lnTo>
                  <a:lnTo>
                    <a:pt x="2656173" y="596684"/>
                  </a:lnTo>
                  <a:lnTo>
                    <a:pt x="2618331" y="656512"/>
                  </a:lnTo>
                  <a:lnTo>
                    <a:pt x="2580289" y="720023"/>
                  </a:lnTo>
                  <a:lnTo>
                    <a:pt x="2541952" y="787082"/>
                  </a:lnTo>
                  <a:lnTo>
                    <a:pt x="2503262" y="857475"/>
                  </a:lnTo>
                  <a:lnTo>
                    <a:pt x="2464199" y="930907"/>
                  </a:lnTo>
                  <a:lnTo>
                    <a:pt x="2424773" y="1007003"/>
                  </a:lnTo>
                  <a:lnTo>
                    <a:pt x="2385025" y="1085316"/>
                  </a:lnTo>
                  <a:lnTo>
                    <a:pt x="2345016" y="1165333"/>
                  </a:lnTo>
                  <a:lnTo>
                    <a:pt x="2304828" y="1246491"/>
                  </a:lnTo>
                  <a:lnTo>
                    <a:pt x="2264552" y="1328192"/>
                  </a:lnTo>
                  <a:lnTo>
                    <a:pt x="2224288" y="1409821"/>
                  </a:lnTo>
                  <a:lnTo>
                    <a:pt x="2184134" y="1490764"/>
                  </a:lnTo>
                  <a:lnTo>
                    <a:pt x="2144179" y="1570431"/>
                  </a:lnTo>
                  <a:lnTo>
                    <a:pt x="2104502" y="1648268"/>
                  </a:lnTo>
                  <a:lnTo>
                    <a:pt x="2065159" y="1723778"/>
                  </a:lnTo>
                  <a:lnTo>
                    <a:pt x="2026183" y="1796529"/>
                  </a:lnTo>
                  <a:lnTo>
                    <a:pt x="1987579" y="1866164"/>
                  </a:lnTo>
                  <a:lnTo>
                    <a:pt x="1949317" y="1932408"/>
                  </a:lnTo>
                  <a:lnTo>
                    <a:pt x="1911332" y="1995066"/>
                  </a:lnTo>
                  <a:lnTo>
                    <a:pt x="1873519" y="2054020"/>
                  </a:lnTo>
                  <a:lnTo>
                    <a:pt x="1835729" y="2109230"/>
                  </a:lnTo>
                  <a:lnTo>
                    <a:pt x="1797766" y="2160722"/>
                  </a:lnTo>
                  <a:lnTo>
                    <a:pt x="1768425" y="2197690"/>
                  </a:lnTo>
                  <a:lnTo>
                    <a:pt x="1720148" y="2252997"/>
                  </a:lnTo>
                  <a:lnTo>
                    <a:pt x="1670267" y="2302828"/>
                  </a:lnTo>
                  <a:lnTo>
                    <a:pt x="1618028" y="2347455"/>
                  </a:lnTo>
                  <a:lnTo>
                    <a:pt x="1562589" y="2387342"/>
                  </a:lnTo>
                  <a:lnTo>
                    <a:pt x="1503086" y="2423017"/>
                  </a:lnTo>
                  <a:lnTo>
                    <a:pt x="1438709" y="2454990"/>
                  </a:lnTo>
                  <a:lnTo>
                    <a:pt x="1368789" y="2483714"/>
                  </a:lnTo>
                  <a:lnTo>
                    <a:pt x="1292912" y="2509561"/>
                  </a:lnTo>
                  <a:lnTo>
                    <a:pt x="1211078" y="2532804"/>
                  </a:lnTo>
                  <a:lnTo>
                    <a:pt x="1123883" y="2553620"/>
                  </a:lnTo>
                  <a:lnTo>
                    <a:pt x="1032712" y="2572090"/>
                  </a:lnTo>
                  <a:lnTo>
                    <a:pt x="939877" y="2588214"/>
                  </a:lnTo>
                  <a:lnTo>
                    <a:pt x="848617" y="2601945"/>
                  </a:lnTo>
                  <a:lnTo>
                    <a:pt x="762877" y="2613231"/>
                  </a:lnTo>
                  <a:lnTo>
                    <a:pt x="686800" y="2622070"/>
                  </a:lnTo>
                  <a:lnTo>
                    <a:pt x="624006" y="2628557"/>
                  </a:lnTo>
                  <a:lnTo>
                    <a:pt x="576813" y="2632921"/>
                  </a:lnTo>
                  <a:lnTo>
                    <a:pt x="545653" y="2635512"/>
                  </a:lnTo>
                  <a:lnTo>
                    <a:pt x="528857" y="2636773"/>
                  </a:lnTo>
                  <a:lnTo>
                    <a:pt x="522788" y="2637187"/>
                  </a:lnTo>
                  <a:lnTo>
                    <a:pt x="522133" y="2637228"/>
                  </a:lnTo>
                  <a:lnTo>
                    <a:pt x="0" y="2637228"/>
                  </a:lnTo>
                  <a:close/>
                </a:path>
              </a:pathLst>
            </a:custGeom>
            <a:solidFill>
              <a:srgbClr val="E78AC3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1329" name="pl1329"/>
            <p:cNvSpPr/>
            <p:nvPr/>
          </p:nvSpPr>
          <p:spPr>
            <a:xfrm>
              <a:off x="386606" y="2032620"/>
              <a:ext cx="8554953" cy="3343125"/>
            </a:xfrm>
            <a:custGeom>
              <a:avLst/>
              <a:pathLst>
                <a:path w="8554953" h="3343125">
                  <a:moveTo>
                    <a:pt x="0" y="2637228"/>
                  </a:moveTo>
                  <a:lnTo>
                    <a:pt x="522133" y="2637228"/>
                  </a:lnTo>
                  <a:lnTo>
                    <a:pt x="523298" y="2637154"/>
                  </a:lnTo>
                  <a:lnTo>
                    <a:pt x="530929" y="2636625"/>
                  </a:lnTo>
                  <a:lnTo>
                    <a:pt x="550063" y="2635162"/>
                  </a:lnTo>
                  <a:lnTo>
                    <a:pt x="584009" y="2632287"/>
                  </a:lnTo>
                  <a:lnTo>
                    <a:pt x="634064" y="2627568"/>
                  </a:lnTo>
                  <a:lnTo>
                    <a:pt x="699432" y="2620676"/>
                  </a:lnTo>
                  <a:lnTo>
                    <a:pt x="777515" y="2611407"/>
                  </a:lnTo>
                  <a:lnTo>
                    <a:pt x="864541" y="2599684"/>
                  </a:lnTo>
                  <a:lnTo>
                    <a:pt x="956354" y="2585523"/>
                  </a:lnTo>
                  <a:lnTo>
                    <a:pt x="1049105" y="2568980"/>
                  </a:lnTo>
                  <a:lnTo>
                    <a:pt x="1139711" y="2550096"/>
                  </a:lnTo>
                  <a:lnTo>
                    <a:pt x="1226030" y="2528857"/>
                  </a:lnTo>
                  <a:lnTo>
                    <a:pt x="1306830" y="2505167"/>
                  </a:lnTo>
                  <a:lnTo>
                    <a:pt x="1381635" y="2478833"/>
                  </a:lnTo>
                  <a:lnTo>
                    <a:pt x="1450531" y="2449561"/>
                  </a:lnTo>
                  <a:lnTo>
                    <a:pt x="1513988" y="2416965"/>
                  </a:lnTo>
                  <a:lnTo>
                    <a:pt x="1572707" y="2380581"/>
                  </a:lnTo>
                  <a:lnTo>
                    <a:pt x="1627515" y="2339890"/>
                  </a:lnTo>
                  <a:lnTo>
                    <a:pt x="1679275" y="2294369"/>
                  </a:lnTo>
                  <a:lnTo>
                    <a:pt x="1728820" y="2243578"/>
                  </a:lnTo>
                  <a:lnTo>
                    <a:pt x="1768425" y="2197690"/>
                  </a:lnTo>
                  <a:lnTo>
                    <a:pt x="1806688" y="2148989"/>
                  </a:lnTo>
                  <a:lnTo>
                    <a:pt x="1844590" y="2096631"/>
                  </a:lnTo>
                  <a:lnTo>
                    <a:pt x="1882369" y="2040544"/>
                  </a:lnTo>
                  <a:lnTo>
                    <a:pt x="1920211" y="1980716"/>
                  </a:lnTo>
                  <a:lnTo>
                    <a:pt x="1958253" y="1917205"/>
                  </a:lnTo>
                  <a:lnTo>
                    <a:pt x="1996590" y="1850146"/>
                  </a:lnTo>
                  <a:lnTo>
                    <a:pt x="2035280" y="1779753"/>
                  </a:lnTo>
                  <a:lnTo>
                    <a:pt x="2074343" y="1706321"/>
                  </a:lnTo>
                  <a:lnTo>
                    <a:pt x="2113769" y="1630225"/>
                  </a:lnTo>
                  <a:lnTo>
                    <a:pt x="2153517" y="1551912"/>
                  </a:lnTo>
                  <a:lnTo>
                    <a:pt x="2193526" y="1471895"/>
                  </a:lnTo>
                  <a:lnTo>
                    <a:pt x="2233714" y="1390737"/>
                  </a:lnTo>
                  <a:lnTo>
                    <a:pt x="2273990" y="1309036"/>
                  </a:lnTo>
                  <a:lnTo>
                    <a:pt x="2314254" y="1227407"/>
                  </a:lnTo>
                  <a:lnTo>
                    <a:pt x="2354409" y="1146464"/>
                  </a:lnTo>
                  <a:lnTo>
                    <a:pt x="2394363" y="1066797"/>
                  </a:lnTo>
                  <a:lnTo>
                    <a:pt x="2434040" y="988960"/>
                  </a:lnTo>
                  <a:lnTo>
                    <a:pt x="2473383" y="913450"/>
                  </a:lnTo>
                  <a:lnTo>
                    <a:pt x="2512359" y="840699"/>
                  </a:lnTo>
                  <a:lnTo>
                    <a:pt x="2550963" y="771064"/>
                  </a:lnTo>
                  <a:lnTo>
                    <a:pt x="2589225" y="704820"/>
                  </a:lnTo>
                  <a:lnTo>
                    <a:pt x="2627210" y="642162"/>
                  </a:lnTo>
                  <a:lnTo>
                    <a:pt x="2665023" y="583208"/>
                  </a:lnTo>
                  <a:lnTo>
                    <a:pt x="2702813" y="527998"/>
                  </a:lnTo>
                  <a:lnTo>
                    <a:pt x="2740776" y="476506"/>
                  </a:lnTo>
                  <a:lnTo>
                    <a:pt x="2770117" y="439538"/>
                  </a:lnTo>
                  <a:lnTo>
                    <a:pt x="2818394" y="384231"/>
                  </a:lnTo>
                  <a:lnTo>
                    <a:pt x="2868275" y="334400"/>
                  </a:lnTo>
                  <a:lnTo>
                    <a:pt x="2920514" y="289773"/>
                  </a:lnTo>
                  <a:lnTo>
                    <a:pt x="2975953" y="249886"/>
                  </a:lnTo>
                  <a:lnTo>
                    <a:pt x="3035456" y="214211"/>
                  </a:lnTo>
                  <a:lnTo>
                    <a:pt x="3099833" y="182238"/>
                  </a:lnTo>
                  <a:lnTo>
                    <a:pt x="3169753" y="153513"/>
                  </a:lnTo>
                  <a:lnTo>
                    <a:pt x="3245630" y="127667"/>
                  </a:lnTo>
                  <a:lnTo>
                    <a:pt x="3327464" y="104424"/>
                  </a:lnTo>
                  <a:lnTo>
                    <a:pt x="3414659" y="83608"/>
                  </a:lnTo>
                  <a:lnTo>
                    <a:pt x="3505830" y="65138"/>
                  </a:lnTo>
                  <a:lnTo>
                    <a:pt x="3598665" y="49014"/>
                  </a:lnTo>
                  <a:lnTo>
                    <a:pt x="3689925" y="35283"/>
                  </a:lnTo>
                  <a:lnTo>
                    <a:pt x="3775666" y="23997"/>
                  </a:lnTo>
                  <a:lnTo>
                    <a:pt x="3851742" y="15158"/>
                  </a:lnTo>
                  <a:lnTo>
                    <a:pt x="3914536" y="8671"/>
                  </a:lnTo>
                  <a:lnTo>
                    <a:pt x="3961729" y="4307"/>
                  </a:lnTo>
                  <a:lnTo>
                    <a:pt x="3992889" y="1716"/>
                  </a:lnTo>
                  <a:lnTo>
                    <a:pt x="4009685" y="455"/>
                  </a:lnTo>
                  <a:lnTo>
                    <a:pt x="4015755" y="41"/>
                  </a:lnTo>
                  <a:lnTo>
                    <a:pt x="4016409" y="0"/>
                  </a:lnTo>
                  <a:lnTo>
                    <a:pt x="4538543" y="0"/>
                  </a:lnTo>
                  <a:lnTo>
                    <a:pt x="4539653" y="89"/>
                  </a:lnTo>
                  <a:lnTo>
                    <a:pt x="4546936" y="727"/>
                  </a:lnTo>
                  <a:lnTo>
                    <a:pt x="4565227" y="2493"/>
                  </a:lnTo>
                  <a:lnTo>
                    <a:pt x="4597748" y="5964"/>
                  </a:lnTo>
                  <a:lnTo>
                    <a:pt x="4645850" y="11666"/>
                  </a:lnTo>
                  <a:lnTo>
                    <a:pt x="4708913" y="20009"/>
                  </a:lnTo>
                  <a:lnTo>
                    <a:pt x="4784593" y="31252"/>
                  </a:lnTo>
                  <a:lnTo>
                    <a:pt x="4869375" y="45503"/>
                  </a:lnTo>
                  <a:lnTo>
                    <a:pt x="4959305" y="62752"/>
                  </a:lnTo>
                  <a:lnTo>
                    <a:pt x="5050643" y="82935"/>
                  </a:lnTo>
                  <a:lnTo>
                    <a:pt x="5140323" y="105995"/>
                  </a:lnTo>
                  <a:lnTo>
                    <a:pt x="5226151" y="131935"/>
                  </a:lnTo>
                  <a:lnTo>
                    <a:pt x="5306802" y="160850"/>
                  </a:lnTo>
                  <a:lnTo>
                    <a:pt x="5381694" y="192951"/>
                  </a:lnTo>
                  <a:lnTo>
                    <a:pt x="5450808" y="228564"/>
                  </a:lnTo>
                  <a:lnTo>
                    <a:pt x="5514520" y="268131"/>
                  </a:lnTo>
                  <a:lnTo>
                    <a:pt x="5573455" y="312192"/>
                  </a:lnTo>
                  <a:lnTo>
                    <a:pt x="5628378" y="361360"/>
                  </a:lnTo>
                  <a:lnTo>
                    <a:pt x="5680109" y="416274"/>
                  </a:lnTo>
                  <a:lnTo>
                    <a:pt x="5729455" y="477510"/>
                  </a:lnTo>
                  <a:lnTo>
                    <a:pt x="5777152" y="545441"/>
                  </a:lnTo>
                  <a:lnTo>
                    <a:pt x="5784835" y="557187"/>
                  </a:lnTo>
                  <a:lnTo>
                    <a:pt x="5819673" y="613180"/>
                  </a:lnTo>
                  <a:lnTo>
                    <a:pt x="5854193" y="673002"/>
                  </a:lnTo>
                  <a:lnTo>
                    <a:pt x="5888580" y="736731"/>
                  </a:lnTo>
                  <a:lnTo>
                    <a:pt x="5922981" y="804392"/>
                  </a:lnTo>
                  <a:lnTo>
                    <a:pt x="5957513" y="875951"/>
                  </a:lnTo>
                  <a:lnTo>
                    <a:pt x="5992258" y="951310"/>
                  </a:lnTo>
                  <a:lnTo>
                    <a:pt x="6027274" y="1030302"/>
                  </a:lnTo>
                  <a:lnTo>
                    <a:pt x="6062591" y="1112690"/>
                  </a:lnTo>
                  <a:lnTo>
                    <a:pt x="6098219" y="1198167"/>
                  </a:lnTo>
                  <a:lnTo>
                    <a:pt x="6134141" y="1286359"/>
                  </a:lnTo>
                  <a:lnTo>
                    <a:pt x="6170328" y="1376828"/>
                  </a:lnTo>
                  <a:lnTo>
                    <a:pt x="6206729" y="1469080"/>
                  </a:lnTo>
                  <a:lnTo>
                    <a:pt x="6243286" y="1562580"/>
                  </a:lnTo>
                  <a:lnTo>
                    <a:pt x="6279928" y="1656759"/>
                  </a:lnTo>
                  <a:lnTo>
                    <a:pt x="6316582" y="1751030"/>
                  </a:lnTo>
                  <a:lnTo>
                    <a:pt x="6353173" y="1844806"/>
                  </a:lnTo>
                  <a:lnTo>
                    <a:pt x="6389630" y="1937510"/>
                  </a:lnTo>
                  <a:lnTo>
                    <a:pt x="6425889" y="2028593"/>
                  </a:lnTo>
                  <a:lnTo>
                    <a:pt x="6461899" y="2117550"/>
                  </a:lnTo>
                  <a:lnTo>
                    <a:pt x="6497622" y="2203923"/>
                  </a:lnTo>
                  <a:lnTo>
                    <a:pt x="6533037" y="2287317"/>
                  </a:lnTo>
                  <a:lnTo>
                    <a:pt x="6568145" y="2367403"/>
                  </a:lnTo>
                  <a:lnTo>
                    <a:pt x="6602970" y="2443924"/>
                  </a:lnTo>
                  <a:lnTo>
                    <a:pt x="6637561" y="2516689"/>
                  </a:lnTo>
                  <a:lnTo>
                    <a:pt x="6671992" y="2585580"/>
                  </a:lnTo>
                  <a:lnTo>
                    <a:pt x="6706370" y="2650543"/>
                  </a:lnTo>
                  <a:lnTo>
                    <a:pt x="6740830" y="2711585"/>
                  </a:lnTo>
                  <a:lnTo>
                    <a:pt x="6775546" y="2768769"/>
                  </a:lnTo>
                  <a:lnTo>
                    <a:pt x="6786527" y="2785937"/>
                  </a:lnTo>
                  <a:lnTo>
                    <a:pt x="6834015" y="2854974"/>
                  </a:lnTo>
                  <a:lnTo>
                    <a:pt x="6883045" y="2917286"/>
                  </a:lnTo>
                  <a:lnTo>
                    <a:pt x="6934332" y="2973197"/>
                  </a:lnTo>
                  <a:lnTo>
                    <a:pt x="6988676" y="3023262"/>
                  </a:lnTo>
                  <a:lnTo>
                    <a:pt x="7046901" y="3068114"/>
                  </a:lnTo>
                  <a:lnTo>
                    <a:pt x="7109785" y="3108376"/>
                  </a:lnTo>
                  <a:lnTo>
                    <a:pt x="7177982" y="3144603"/>
                  </a:lnTo>
                  <a:lnTo>
                    <a:pt x="7251918" y="3177252"/>
                  </a:lnTo>
                  <a:lnTo>
                    <a:pt x="7331651" y="3206671"/>
                  </a:lnTo>
                  <a:lnTo>
                    <a:pt x="7416701" y="3233087"/>
                  </a:lnTo>
                  <a:lnTo>
                    <a:pt x="7505878" y="3256616"/>
                  </a:lnTo>
                  <a:lnTo>
                    <a:pt x="7597133" y="3277272"/>
                  </a:lnTo>
                  <a:lnTo>
                    <a:pt x="7687534" y="3295006"/>
                  </a:lnTo>
                  <a:lnTo>
                    <a:pt x="7773430" y="3309749"/>
                  </a:lnTo>
                  <a:lnTo>
                    <a:pt x="7850858" y="3321480"/>
                  </a:lnTo>
                  <a:lnTo>
                    <a:pt x="7916184" y="3330284"/>
                  </a:lnTo>
                  <a:lnTo>
                    <a:pt x="7966824" y="3336393"/>
                  </a:lnTo>
                  <a:lnTo>
                    <a:pt x="8001852" y="3340196"/>
                  </a:lnTo>
                  <a:lnTo>
                    <a:pt x="8022295" y="3342201"/>
                  </a:lnTo>
                  <a:lnTo>
                    <a:pt x="8031086" y="3342983"/>
                  </a:lnTo>
                  <a:lnTo>
                    <a:pt x="8032814" y="3343124"/>
                  </a:lnTo>
                  <a:lnTo>
                    <a:pt x="8032819" y="3343125"/>
                  </a:lnTo>
                  <a:lnTo>
                    <a:pt x="8554953" y="3343125"/>
                  </a:lnTo>
                  <a:lnTo>
                    <a:pt x="8554953" y="3343125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330" name="pl1330"/>
            <p:cNvSpPr/>
            <p:nvPr/>
          </p:nvSpPr>
          <p:spPr>
            <a:xfrm>
              <a:off x="386606" y="2026973"/>
              <a:ext cx="8554953" cy="3343125"/>
            </a:xfrm>
            <a:custGeom>
              <a:avLst/>
              <a:pathLst>
                <a:path w="8554953" h="3343125">
                  <a:moveTo>
                    <a:pt x="8554953" y="3343125"/>
                  </a:moveTo>
                  <a:lnTo>
                    <a:pt x="8032819" y="3343125"/>
                  </a:lnTo>
                  <a:lnTo>
                    <a:pt x="8031709" y="3343035"/>
                  </a:lnTo>
                  <a:lnTo>
                    <a:pt x="8024426" y="3342397"/>
                  </a:lnTo>
                  <a:lnTo>
                    <a:pt x="8006135" y="3340632"/>
                  </a:lnTo>
                  <a:lnTo>
                    <a:pt x="7973614" y="3337160"/>
                  </a:lnTo>
                  <a:lnTo>
                    <a:pt x="7925512" y="3331459"/>
                  </a:lnTo>
                  <a:lnTo>
                    <a:pt x="7862448" y="3323115"/>
                  </a:lnTo>
                  <a:lnTo>
                    <a:pt x="7786769" y="3311872"/>
                  </a:lnTo>
                  <a:lnTo>
                    <a:pt x="7701987" y="3297622"/>
                  </a:lnTo>
                  <a:lnTo>
                    <a:pt x="7612057" y="3280372"/>
                  </a:lnTo>
                  <a:lnTo>
                    <a:pt x="7520719" y="3260189"/>
                  </a:lnTo>
                  <a:lnTo>
                    <a:pt x="7431039" y="3237129"/>
                  </a:lnTo>
                  <a:lnTo>
                    <a:pt x="7345211" y="3211190"/>
                  </a:lnTo>
                  <a:lnTo>
                    <a:pt x="7264560" y="3182274"/>
                  </a:lnTo>
                  <a:lnTo>
                    <a:pt x="7189668" y="3150174"/>
                  </a:lnTo>
                  <a:lnTo>
                    <a:pt x="7120554" y="3114560"/>
                  </a:lnTo>
                  <a:lnTo>
                    <a:pt x="7056842" y="3074993"/>
                  </a:lnTo>
                  <a:lnTo>
                    <a:pt x="6997907" y="3030932"/>
                  </a:lnTo>
                  <a:lnTo>
                    <a:pt x="6942984" y="2981764"/>
                  </a:lnTo>
                  <a:lnTo>
                    <a:pt x="6891253" y="2926850"/>
                  </a:lnTo>
                  <a:lnTo>
                    <a:pt x="6841907" y="2865615"/>
                  </a:lnTo>
                  <a:lnTo>
                    <a:pt x="6794210" y="2797683"/>
                  </a:lnTo>
                  <a:lnTo>
                    <a:pt x="6786527" y="2785937"/>
                  </a:lnTo>
                  <a:lnTo>
                    <a:pt x="6751689" y="2729944"/>
                  </a:lnTo>
                  <a:lnTo>
                    <a:pt x="6717169" y="2670122"/>
                  </a:lnTo>
                  <a:lnTo>
                    <a:pt x="6682782" y="2606393"/>
                  </a:lnTo>
                  <a:lnTo>
                    <a:pt x="6648380" y="2538732"/>
                  </a:lnTo>
                  <a:lnTo>
                    <a:pt x="6613849" y="2467173"/>
                  </a:lnTo>
                  <a:lnTo>
                    <a:pt x="6579104" y="2391814"/>
                  </a:lnTo>
                  <a:lnTo>
                    <a:pt x="6544088" y="2312823"/>
                  </a:lnTo>
                  <a:lnTo>
                    <a:pt x="6508770" y="2230435"/>
                  </a:lnTo>
                  <a:lnTo>
                    <a:pt x="6473143" y="2144957"/>
                  </a:lnTo>
                  <a:lnTo>
                    <a:pt x="6437221" y="2056765"/>
                  </a:lnTo>
                  <a:lnTo>
                    <a:pt x="6401034" y="1966297"/>
                  </a:lnTo>
                  <a:lnTo>
                    <a:pt x="6364633" y="1874044"/>
                  </a:lnTo>
                  <a:lnTo>
                    <a:pt x="6328076" y="1780544"/>
                  </a:lnTo>
                  <a:lnTo>
                    <a:pt x="6291434" y="1686365"/>
                  </a:lnTo>
                  <a:lnTo>
                    <a:pt x="6254780" y="1592094"/>
                  </a:lnTo>
                  <a:lnTo>
                    <a:pt x="6218189" y="1498319"/>
                  </a:lnTo>
                  <a:lnTo>
                    <a:pt x="6181732" y="1405615"/>
                  </a:lnTo>
                  <a:lnTo>
                    <a:pt x="6145472" y="1314531"/>
                  </a:lnTo>
                  <a:lnTo>
                    <a:pt x="6109463" y="1225575"/>
                  </a:lnTo>
                  <a:lnTo>
                    <a:pt x="6073740" y="1139202"/>
                  </a:lnTo>
                  <a:lnTo>
                    <a:pt x="6038325" y="1055807"/>
                  </a:lnTo>
                  <a:lnTo>
                    <a:pt x="6003217" y="975721"/>
                  </a:lnTo>
                  <a:lnTo>
                    <a:pt x="5968392" y="899201"/>
                  </a:lnTo>
                  <a:lnTo>
                    <a:pt x="5933801" y="826436"/>
                  </a:lnTo>
                  <a:lnTo>
                    <a:pt x="5899370" y="757545"/>
                  </a:lnTo>
                  <a:lnTo>
                    <a:pt x="5864992" y="692582"/>
                  </a:lnTo>
                  <a:lnTo>
                    <a:pt x="5830532" y="631539"/>
                  </a:lnTo>
                  <a:lnTo>
                    <a:pt x="5795816" y="574356"/>
                  </a:lnTo>
                  <a:lnTo>
                    <a:pt x="5784835" y="557187"/>
                  </a:lnTo>
                  <a:lnTo>
                    <a:pt x="5737347" y="488151"/>
                  </a:lnTo>
                  <a:lnTo>
                    <a:pt x="5688317" y="425838"/>
                  </a:lnTo>
                  <a:lnTo>
                    <a:pt x="5637030" y="369927"/>
                  </a:lnTo>
                  <a:lnTo>
                    <a:pt x="5582686" y="319863"/>
                  </a:lnTo>
                  <a:lnTo>
                    <a:pt x="5524461" y="275010"/>
                  </a:lnTo>
                  <a:lnTo>
                    <a:pt x="5461577" y="234748"/>
                  </a:lnTo>
                  <a:lnTo>
                    <a:pt x="5393380" y="198521"/>
                  </a:lnTo>
                  <a:lnTo>
                    <a:pt x="5319444" y="165872"/>
                  </a:lnTo>
                  <a:lnTo>
                    <a:pt x="5239711" y="136453"/>
                  </a:lnTo>
                  <a:lnTo>
                    <a:pt x="5154661" y="110037"/>
                  </a:lnTo>
                  <a:lnTo>
                    <a:pt x="5065484" y="86509"/>
                  </a:lnTo>
                  <a:lnTo>
                    <a:pt x="4974229" y="65852"/>
                  </a:lnTo>
                  <a:lnTo>
                    <a:pt x="4883828" y="48119"/>
                  </a:lnTo>
                  <a:lnTo>
                    <a:pt x="4797932" y="33375"/>
                  </a:lnTo>
                  <a:lnTo>
                    <a:pt x="4720504" y="21644"/>
                  </a:lnTo>
                  <a:lnTo>
                    <a:pt x="4655178" y="12840"/>
                  </a:lnTo>
                  <a:lnTo>
                    <a:pt x="4604538" y="6731"/>
                  </a:lnTo>
                  <a:lnTo>
                    <a:pt x="4569510" y="2929"/>
                  </a:lnTo>
                  <a:lnTo>
                    <a:pt x="4549067" y="923"/>
                  </a:lnTo>
                  <a:lnTo>
                    <a:pt x="4540276" y="141"/>
                  </a:lnTo>
                  <a:lnTo>
                    <a:pt x="4538548" y="0"/>
                  </a:lnTo>
                  <a:lnTo>
                    <a:pt x="4538543" y="0"/>
                  </a:lnTo>
                  <a:lnTo>
                    <a:pt x="4016409" y="0"/>
                  </a:lnTo>
                  <a:lnTo>
                    <a:pt x="4015244" y="74"/>
                  </a:lnTo>
                  <a:lnTo>
                    <a:pt x="4007613" y="603"/>
                  </a:lnTo>
                  <a:lnTo>
                    <a:pt x="3988479" y="2066"/>
                  </a:lnTo>
                  <a:lnTo>
                    <a:pt x="3954533" y="4941"/>
                  </a:lnTo>
                  <a:lnTo>
                    <a:pt x="3904479" y="9660"/>
                  </a:lnTo>
                  <a:lnTo>
                    <a:pt x="3839110" y="16552"/>
                  </a:lnTo>
                  <a:lnTo>
                    <a:pt x="3761027" y="25821"/>
                  </a:lnTo>
                  <a:lnTo>
                    <a:pt x="3674001" y="37544"/>
                  </a:lnTo>
                  <a:lnTo>
                    <a:pt x="3582189" y="51705"/>
                  </a:lnTo>
                  <a:lnTo>
                    <a:pt x="3489437" y="68248"/>
                  </a:lnTo>
                  <a:lnTo>
                    <a:pt x="3398831" y="87132"/>
                  </a:lnTo>
                  <a:lnTo>
                    <a:pt x="3312512" y="108371"/>
                  </a:lnTo>
                  <a:lnTo>
                    <a:pt x="3231712" y="132061"/>
                  </a:lnTo>
                  <a:lnTo>
                    <a:pt x="3156908" y="158395"/>
                  </a:lnTo>
                  <a:lnTo>
                    <a:pt x="3088011" y="187667"/>
                  </a:lnTo>
                  <a:lnTo>
                    <a:pt x="3024555" y="220263"/>
                  </a:lnTo>
                  <a:lnTo>
                    <a:pt x="2965835" y="256647"/>
                  </a:lnTo>
                  <a:lnTo>
                    <a:pt x="2911027" y="297338"/>
                  </a:lnTo>
                  <a:lnTo>
                    <a:pt x="2859267" y="342859"/>
                  </a:lnTo>
                  <a:lnTo>
                    <a:pt x="2809722" y="393650"/>
                  </a:lnTo>
                  <a:lnTo>
                    <a:pt x="2770117" y="439538"/>
                  </a:lnTo>
                  <a:lnTo>
                    <a:pt x="2731854" y="488239"/>
                  </a:lnTo>
                  <a:lnTo>
                    <a:pt x="2693952" y="540597"/>
                  </a:lnTo>
                  <a:lnTo>
                    <a:pt x="2656173" y="596684"/>
                  </a:lnTo>
                  <a:lnTo>
                    <a:pt x="2618331" y="656512"/>
                  </a:lnTo>
                  <a:lnTo>
                    <a:pt x="2580289" y="720023"/>
                  </a:lnTo>
                  <a:lnTo>
                    <a:pt x="2541952" y="787082"/>
                  </a:lnTo>
                  <a:lnTo>
                    <a:pt x="2503262" y="857475"/>
                  </a:lnTo>
                  <a:lnTo>
                    <a:pt x="2464199" y="930907"/>
                  </a:lnTo>
                  <a:lnTo>
                    <a:pt x="2424773" y="1007003"/>
                  </a:lnTo>
                  <a:lnTo>
                    <a:pt x="2385025" y="1085316"/>
                  </a:lnTo>
                  <a:lnTo>
                    <a:pt x="2345016" y="1165333"/>
                  </a:lnTo>
                  <a:lnTo>
                    <a:pt x="2304828" y="1246491"/>
                  </a:lnTo>
                  <a:lnTo>
                    <a:pt x="2264552" y="1328192"/>
                  </a:lnTo>
                  <a:lnTo>
                    <a:pt x="2224288" y="1409821"/>
                  </a:lnTo>
                  <a:lnTo>
                    <a:pt x="2184134" y="1490764"/>
                  </a:lnTo>
                  <a:lnTo>
                    <a:pt x="2144179" y="1570431"/>
                  </a:lnTo>
                  <a:lnTo>
                    <a:pt x="2104502" y="1648268"/>
                  </a:lnTo>
                  <a:lnTo>
                    <a:pt x="2065159" y="1723778"/>
                  </a:lnTo>
                  <a:lnTo>
                    <a:pt x="2026183" y="1796529"/>
                  </a:lnTo>
                  <a:lnTo>
                    <a:pt x="1987579" y="1866164"/>
                  </a:lnTo>
                  <a:lnTo>
                    <a:pt x="1949317" y="1932408"/>
                  </a:lnTo>
                  <a:lnTo>
                    <a:pt x="1911332" y="1995066"/>
                  </a:lnTo>
                  <a:lnTo>
                    <a:pt x="1873519" y="2054020"/>
                  </a:lnTo>
                  <a:lnTo>
                    <a:pt x="1835729" y="2109230"/>
                  </a:lnTo>
                  <a:lnTo>
                    <a:pt x="1797766" y="2160722"/>
                  </a:lnTo>
                  <a:lnTo>
                    <a:pt x="1768425" y="2197690"/>
                  </a:lnTo>
                  <a:lnTo>
                    <a:pt x="1720148" y="2252997"/>
                  </a:lnTo>
                  <a:lnTo>
                    <a:pt x="1670267" y="2302828"/>
                  </a:lnTo>
                  <a:lnTo>
                    <a:pt x="1618028" y="2347455"/>
                  </a:lnTo>
                  <a:lnTo>
                    <a:pt x="1562589" y="2387342"/>
                  </a:lnTo>
                  <a:lnTo>
                    <a:pt x="1503086" y="2423017"/>
                  </a:lnTo>
                  <a:lnTo>
                    <a:pt x="1438709" y="2454990"/>
                  </a:lnTo>
                  <a:lnTo>
                    <a:pt x="1368789" y="2483714"/>
                  </a:lnTo>
                  <a:lnTo>
                    <a:pt x="1292912" y="2509561"/>
                  </a:lnTo>
                  <a:lnTo>
                    <a:pt x="1211078" y="2532804"/>
                  </a:lnTo>
                  <a:lnTo>
                    <a:pt x="1123883" y="2553620"/>
                  </a:lnTo>
                  <a:lnTo>
                    <a:pt x="1032712" y="2572090"/>
                  </a:lnTo>
                  <a:lnTo>
                    <a:pt x="939877" y="2588214"/>
                  </a:lnTo>
                  <a:lnTo>
                    <a:pt x="848617" y="2601945"/>
                  </a:lnTo>
                  <a:lnTo>
                    <a:pt x="762877" y="2613231"/>
                  </a:lnTo>
                  <a:lnTo>
                    <a:pt x="686800" y="2622070"/>
                  </a:lnTo>
                  <a:lnTo>
                    <a:pt x="624006" y="2628557"/>
                  </a:lnTo>
                  <a:lnTo>
                    <a:pt x="576813" y="2632921"/>
                  </a:lnTo>
                  <a:lnTo>
                    <a:pt x="545653" y="2635512"/>
                  </a:lnTo>
                  <a:lnTo>
                    <a:pt x="528857" y="2636773"/>
                  </a:lnTo>
                  <a:lnTo>
                    <a:pt x="522788" y="2637187"/>
                  </a:lnTo>
                  <a:lnTo>
                    <a:pt x="522133" y="2637228"/>
                  </a:lnTo>
                  <a:lnTo>
                    <a:pt x="0" y="2637228"/>
                  </a:lnTo>
                  <a:lnTo>
                    <a:pt x="0" y="2637228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331" name="pg1331"/>
            <p:cNvSpPr/>
            <p:nvPr/>
          </p:nvSpPr>
          <p:spPr>
            <a:xfrm>
              <a:off x="386606" y="2077798"/>
              <a:ext cx="8554953" cy="3868312"/>
            </a:xfrm>
            <a:custGeom>
              <a:avLst/>
              <a:pathLst>
                <a:path w="8554953" h="3868312">
                  <a:moveTo>
                    <a:pt x="0" y="2603345"/>
                  </a:moveTo>
                  <a:lnTo>
                    <a:pt x="522133" y="2603345"/>
                  </a:lnTo>
                  <a:lnTo>
                    <a:pt x="523301" y="2603272"/>
                  </a:lnTo>
                  <a:lnTo>
                    <a:pt x="530953" y="2602751"/>
                  </a:lnTo>
                  <a:lnTo>
                    <a:pt x="550137" y="2601309"/>
                  </a:lnTo>
                  <a:lnTo>
                    <a:pt x="584167" y="2598474"/>
                  </a:lnTo>
                  <a:lnTo>
                    <a:pt x="634337" y="2593824"/>
                  </a:lnTo>
                  <a:lnTo>
                    <a:pt x="699841" y="2587032"/>
                  </a:lnTo>
                  <a:lnTo>
                    <a:pt x="778064" y="2577898"/>
                  </a:lnTo>
                  <a:lnTo>
                    <a:pt x="865220" y="2566348"/>
                  </a:lnTo>
                  <a:lnTo>
                    <a:pt x="957141" y="2552398"/>
                  </a:lnTo>
                  <a:lnTo>
                    <a:pt x="1049972" y="2536102"/>
                  </a:lnTo>
                  <a:lnTo>
                    <a:pt x="1140630" y="2517501"/>
                  </a:lnTo>
                  <a:lnTo>
                    <a:pt x="1226975" y="2496581"/>
                  </a:lnTo>
                  <a:lnTo>
                    <a:pt x="1307782" y="2473246"/>
                  </a:lnTo>
                  <a:lnTo>
                    <a:pt x="1382581" y="2447303"/>
                  </a:lnTo>
                  <a:lnTo>
                    <a:pt x="1451464" y="2418464"/>
                  </a:lnTo>
                  <a:lnTo>
                    <a:pt x="1514905" y="2386346"/>
                  </a:lnTo>
                  <a:lnTo>
                    <a:pt x="1573613" y="2350489"/>
                  </a:lnTo>
                  <a:lnTo>
                    <a:pt x="1628415" y="2310383"/>
                  </a:lnTo>
                  <a:lnTo>
                    <a:pt x="1680178" y="2265513"/>
                  </a:lnTo>
                  <a:lnTo>
                    <a:pt x="1729736" y="2215446"/>
                  </a:lnTo>
                  <a:lnTo>
                    <a:pt x="1768425" y="2171337"/>
                  </a:lnTo>
                  <a:lnTo>
                    <a:pt x="1806936" y="2123146"/>
                  </a:lnTo>
                  <a:lnTo>
                    <a:pt x="1845083" y="2071314"/>
                  </a:lnTo>
                  <a:lnTo>
                    <a:pt x="1883108" y="2015768"/>
                  </a:lnTo>
                  <a:lnTo>
                    <a:pt x="1921199" y="1956498"/>
                  </a:lnTo>
                  <a:lnTo>
                    <a:pt x="1959497" y="1893563"/>
                  </a:lnTo>
                  <a:lnTo>
                    <a:pt x="1998096" y="1827101"/>
                  </a:lnTo>
                  <a:lnTo>
                    <a:pt x="2037054" y="1757330"/>
                  </a:lnTo>
                  <a:lnTo>
                    <a:pt x="2076390" y="1684547"/>
                  </a:lnTo>
                  <a:lnTo>
                    <a:pt x="2116091" y="1609134"/>
                  </a:lnTo>
                  <a:lnTo>
                    <a:pt x="2156117" y="1531542"/>
                  </a:lnTo>
                  <a:lnTo>
                    <a:pt x="2196401" y="1452288"/>
                  </a:lnTo>
                  <a:lnTo>
                    <a:pt x="2236862" y="1371940"/>
                  </a:lnTo>
                  <a:lnTo>
                    <a:pt x="2277402" y="1291098"/>
                  </a:lnTo>
                  <a:lnTo>
                    <a:pt x="2317923" y="1210381"/>
                  </a:lnTo>
                  <a:lnTo>
                    <a:pt x="2358324" y="1130401"/>
                  </a:lnTo>
                  <a:lnTo>
                    <a:pt x="2398514" y="1051748"/>
                  </a:lnTo>
                  <a:lnTo>
                    <a:pt x="2438416" y="974971"/>
                  </a:lnTo>
                  <a:lnTo>
                    <a:pt x="2477974" y="900562"/>
                  </a:lnTo>
                  <a:lnTo>
                    <a:pt x="2517158" y="828946"/>
                  </a:lnTo>
                  <a:lnTo>
                    <a:pt x="2555968" y="760471"/>
                  </a:lnTo>
                  <a:lnTo>
                    <a:pt x="2594437" y="695402"/>
                  </a:lnTo>
                  <a:lnTo>
                    <a:pt x="2632638" y="633925"/>
                  </a:lnTo>
                  <a:lnTo>
                    <a:pt x="2670684" y="576145"/>
                  </a:lnTo>
                  <a:lnTo>
                    <a:pt x="2708732" y="522094"/>
                  </a:lnTo>
                  <a:lnTo>
                    <a:pt x="2746993" y="471734"/>
                  </a:lnTo>
                  <a:lnTo>
                    <a:pt x="2770117" y="443302"/>
                  </a:lnTo>
                  <a:lnTo>
                    <a:pt x="2818440" y="388894"/>
                  </a:lnTo>
                  <a:lnTo>
                    <a:pt x="2868371" y="339878"/>
                  </a:lnTo>
                  <a:lnTo>
                    <a:pt x="2920666" y="295986"/>
                  </a:lnTo>
                  <a:lnTo>
                    <a:pt x="2976169" y="256760"/>
                  </a:lnTo>
                  <a:lnTo>
                    <a:pt x="3035747" y="221680"/>
                  </a:lnTo>
                  <a:lnTo>
                    <a:pt x="3100212" y="190242"/>
                  </a:lnTo>
                  <a:lnTo>
                    <a:pt x="3170233" y="162002"/>
                  </a:lnTo>
                  <a:lnTo>
                    <a:pt x="3246224" y="136593"/>
                  </a:lnTo>
                  <a:lnTo>
                    <a:pt x="3328182" y="113746"/>
                  </a:lnTo>
                  <a:lnTo>
                    <a:pt x="3415502" y="93288"/>
                  </a:lnTo>
                  <a:lnTo>
                    <a:pt x="3506788" y="75141"/>
                  </a:lnTo>
                  <a:lnTo>
                    <a:pt x="3599712" y="59303"/>
                  </a:lnTo>
                  <a:lnTo>
                    <a:pt x="3691017" y="45822"/>
                  </a:lnTo>
                  <a:lnTo>
                    <a:pt x="3776740" y="34750"/>
                  </a:lnTo>
                  <a:lnTo>
                    <a:pt x="3852729" y="26087"/>
                  </a:lnTo>
                  <a:lnTo>
                    <a:pt x="3915366" y="19737"/>
                  </a:lnTo>
                  <a:lnTo>
                    <a:pt x="3962353" y="15474"/>
                  </a:lnTo>
                  <a:lnTo>
                    <a:pt x="3993285" y="12951"/>
                  </a:lnTo>
                  <a:lnTo>
                    <a:pt x="4009874" y="11728"/>
                  </a:lnTo>
                  <a:lnTo>
                    <a:pt x="4015798" y="11332"/>
                  </a:lnTo>
                  <a:lnTo>
                    <a:pt x="4016409" y="11294"/>
                  </a:lnTo>
                  <a:lnTo>
                    <a:pt x="4538543" y="11294"/>
                  </a:lnTo>
                  <a:lnTo>
                    <a:pt x="4539476" y="11380"/>
                  </a:lnTo>
                  <a:lnTo>
                    <a:pt x="4545622" y="11996"/>
                  </a:lnTo>
                  <a:lnTo>
                    <a:pt x="4561138" y="13698"/>
                  </a:lnTo>
                  <a:lnTo>
                    <a:pt x="4588937" y="17051"/>
                  </a:lnTo>
                  <a:lnTo>
                    <a:pt x="4630481" y="22576"/>
                  </a:lnTo>
                  <a:lnTo>
                    <a:pt x="4685667" y="30705"/>
                  </a:lnTo>
                  <a:lnTo>
                    <a:pt x="4752939" y="41736"/>
                  </a:lnTo>
                  <a:lnTo>
                    <a:pt x="4829644" y="55825"/>
                  </a:lnTo>
                  <a:lnTo>
                    <a:pt x="4912543" y="73005"/>
                  </a:lnTo>
                  <a:lnTo>
                    <a:pt x="4998348" y="93230"/>
                  </a:lnTo>
                  <a:lnTo>
                    <a:pt x="5084145" y="116434"/>
                  </a:lnTo>
                  <a:lnTo>
                    <a:pt x="5167647" y="142579"/>
                  </a:lnTo>
                  <a:lnTo>
                    <a:pt x="5247271" y="171694"/>
                  </a:lnTo>
                  <a:lnTo>
                    <a:pt x="5322100" y="203903"/>
                  </a:lnTo>
                  <a:lnTo>
                    <a:pt x="5391768" y="239433"/>
                  </a:lnTo>
                  <a:lnTo>
                    <a:pt x="5456327" y="278621"/>
                  </a:lnTo>
                  <a:lnTo>
                    <a:pt x="5516122" y="321905"/>
                  </a:lnTo>
                  <a:lnTo>
                    <a:pt x="5571689" y="369811"/>
                  </a:lnTo>
                  <a:lnTo>
                    <a:pt x="5623667" y="422934"/>
                  </a:lnTo>
                  <a:lnTo>
                    <a:pt x="5672742" y="481890"/>
                  </a:lnTo>
                  <a:lnTo>
                    <a:pt x="5719598" y="547254"/>
                  </a:lnTo>
                  <a:lnTo>
                    <a:pt x="5764864" y="619435"/>
                  </a:lnTo>
                  <a:lnTo>
                    <a:pt x="5784835" y="654130"/>
                  </a:lnTo>
                  <a:lnTo>
                    <a:pt x="5817628" y="714797"/>
                  </a:lnTo>
                  <a:lnTo>
                    <a:pt x="5850129" y="779370"/>
                  </a:lnTo>
                  <a:lnTo>
                    <a:pt x="5882495" y="847927"/>
                  </a:lnTo>
                  <a:lnTo>
                    <a:pt x="5914854" y="920502"/>
                  </a:lnTo>
                  <a:lnTo>
                    <a:pt x="5947306" y="997073"/>
                  </a:lnTo>
                  <a:lnTo>
                    <a:pt x="5979928" y="1077564"/>
                  </a:lnTo>
                  <a:lnTo>
                    <a:pt x="6012775" y="1161834"/>
                  </a:lnTo>
                  <a:lnTo>
                    <a:pt x="6045881" y="1249684"/>
                  </a:lnTo>
                  <a:lnTo>
                    <a:pt x="6079260" y="1340848"/>
                  </a:lnTo>
                  <a:lnTo>
                    <a:pt x="6112910" y="1434997"/>
                  </a:lnTo>
                  <a:lnTo>
                    <a:pt x="6146812" y="1531744"/>
                  </a:lnTo>
                  <a:lnTo>
                    <a:pt x="6180934" y="1630646"/>
                  </a:lnTo>
                  <a:lnTo>
                    <a:pt x="6215232" y="1731215"/>
                  </a:lnTo>
                  <a:lnTo>
                    <a:pt x="6249653" y="1832926"/>
                  </a:lnTo>
                  <a:lnTo>
                    <a:pt x="6284140" y="1935227"/>
                  </a:lnTo>
                  <a:lnTo>
                    <a:pt x="6318629" y="2037554"/>
                  </a:lnTo>
                  <a:lnTo>
                    <a:pt x="6353058" y="2139340"/>
                  </a:lnTo>
                  <a:lnTo>
                    <a:pt x="6387370" y="2240033"/>
                  </a:lnTo>
                  <a:lnTo>
                    <a:pt x="6421509" y="2339105"/>
                  </a:lnTo>
                  <a:lnTo>
                    <a:pt x="6455432" y="2436063"/>
                  </a:lnTo>
                  <a:lnTo>
                    <a:pt x="6489106" y="2530461"/>
                  </a:lnTo>
                  <a:lnTo>
                    <a:pt x="6522510" y="2621905"/>
                  </a:lnTo>
                  <a:lnTo>
                    <a:pt x="6555640" y="2710063"/>
                  </a:lnTo>
                  <a:lnTo>
                    <a:pt x="6588509" y="2794663"/>
                  </a:lnTo>
                  <a:lnTo>
                    <a:pt x="6621149" y="2875498"/>
                  </a:lnTo>
                  <a:lnTo>
                    <a:pt x="6653613" y="2952423"/>
                  </a:lnTo>
                  <a:lnTo>
                    <a:pt x="6685977" y="3025357"/>
                  </a:lnTo>
                  <a:lnTo>
                    <a:pt x="6718337" y="3094273"/>
                  </a:lnTo>
                  <a:lnTo>
                    <a:pt x="6750820" y="3159199"/>
                  </a:lnTo>
                  <a:lnTo>
                    <a:pt x="6783580" y="3220210"/>
                  </a:lnTo>
                  <a:lnTo>
                    <a:pt x="6786527" y="3225475"/>
                  </a:lnTo>
                  <a:lnTo>
                    <a:pt x="6831259" y="3300772"/>
                  </a:lnTo>
                  <a:lnTo>
                    <a:pt x="6877328" y="3369164"/>
                  </a:lnTo>
                  <a:lnTo>
                    <a:pt x="6925323" y="3430935"/>
                  </a:lnTo>
                  <a:lnTo>
                    <a:pt x="6975911" y="3486604"/>
                  </a:lnTo>
                  <a:lnTo>
                    <a:pt x="7029782" y="3536778"/>
                  </a:lnTo>
                  <a:lnTo>
                    <a:pt x="7087603" y="3582069"/>
                  </a:lnTo>
                  <a:lnTo>
                    <a:pt x="7149965" y="3623038"/>
                  </a:lnTo>
                  <a:lnTo>
                    <a:pt x="7217310" y="3660164"/>
                  </a:lnTo>
                  <a:lnTo>
                    <a:pt x="7289837" y="3693831"/>
                  </a:lnTo>
                  <a:lnTo>
                    <a:pt x="7367383" y="3724315"/>
                  </a:lnTo>
                  <a:lnTo>
                    <a:pt x="7449297" y="3751786"/>
                  </a:lnTo>
                  <a:lnTo>
                    <a:pt x="7534303" y="3776313"/>
                  </a:lnTo>
                  <a:lnTo>
                    <a:pt x="7620432" y="3797884"/>
                  </a:lnTo>
                  <a:lnTo>
                    <a:pt x="7705029" y="3816441"/>
                  </a:lnTo>
                  <a:lnTo>
                    <a:pt x="7784933" y="3831921"/>
                  </a:lnTo>
                  <a:lnTo>
                    <a:pt x="7856820" y="3844315"/>
                  </a:lnTo>
                  <a:lnTo>
                    <a:pt x="7917707" y="3853720"/>
                  </a:lnTo>
                  <a:lnTo>
                    <a:pt x="7965486" y="3860369"/>
                  </a:lnTo>
                  <a:lnTo>
                    <a:pt x="7999374" y="3864638"/>
                  </a:lnTo>
                  <a:lnTo>
                    <a:pt x="8020132" y="3867013"/>
                  </a:lnTo>
                  <a:lnTo>
                    <a:pt x="8030044" y="3868047"/>
                  </a:lnTo>
                  <a:lnTo>
                    <a:pt x="8032819" y="3868312"/>
                  </a:lnTo>
                  <a:lnTo>
                    <a:pt x="8554953" y="3868312"/>
                  </a:lnTo>
                  <a:lnTo>
                    <a:pt x="8554953" y="3857017"/>
                  </a:lnTo>
                  <a:lnTo>
                    <a:pt x="8032819" y="3857017"/>
                  </a:lnTo>
                  <a:lnTo>
                    <a:pt x="8031886" y="3856931"/>
                  </a:lnTo>
                  <a:lnTo>
                    <a:pt x="8025740" y="3856315"/>
                  </a:lnTo>
                  <a:lnTo>
                    <a:pt x="8010224" y="3854613"/>
                  </a:lnTo>
                  <a:lnTo>
                    <a:pt x="7982425" y="3851261"/>
                  </a:lnTo>
                  <a:lnTo>
                    <a:pt x="7940881" y="3845736"/>
                  </a:lnTo>
                  <a:lnTo>
                    <a:pt x="7885695" y="3837607"/>
                  </a:lnTo>
                  <a:lnTo>
                    <a:pt x="7818423" y="3826575"/>
                  </a:lnTo>
                  <a:lnTo>
                    <a:pt x="7741718" y="3812486"/>
                  </a:lnTo>
                  <a:lnTo>
                    <a:pt x="7658819" y="3795306"/>
                  </a:lnTo>
                  <a:lnTo>
                    <a:pt x="7573014" y="3775081"/>
                  </a:lnTo>
                  <a:lnTo>
                    <a:pt x="7487217" y="3751877"/>
                  </a:lnTo>
                  <a:lnTo>
                    <a:pt x="7403715" y="3725733"/>
                  </a:lnTo>
                  <a:lnTo>
                    <a:pt x="7324091" y="3696617"/>
                  </a:lnTo>
                  <a:lnTo>
                    <a:pt x="7249262" y="3664408"/>
                  </a:lnTo>
                  <a:lnTo>
                    <a:pt x="7179594" y="3628878"/>
                  </a:lnTo>
                  <a:lnTo>
                    <a:pt x="7115035" y="3589690"/>
                  </a:lnTo>
                  <a:lnTo>
                    <a:pt x="7055240" y="3546406"/>
                  </a:lnTo>
                  <a:lnTo>
                    <a:pt x="6999673" y="3498500"/>
                  </a:lnTo>
                  <a:lnTo>
                    <a:pt x="6947695" y="3445377"/>
                  </a:lnTo>
                  <a:lnTo>
                    <a:pt x="6898620" y="3386421"/>
                  </a:lnTo>
                  <a:lnTo>
                    <a:pt x="6851764" y="3321058"/>
                  </a:lnTo>
                  <a:lnTo>
                    <a:pt x="6806497" y="3248876"/>
                  </a:lnTo>
                  <a:lnTo>
                    <a:pt x="6786527" y="3214181"/>
                  </a:lnTo>
                  <a:lnTo>
                    <a:pt x="6753734" y="3153514"/>
                  </a:lnTo>
                  <a:lnTo>
                    <a:pt x="6721233" y="3088941"/>
                  </a:lnTo>
                  <a:lnTo>
                    <a:pt x="6688867" y="3020384"/>
                  </a:lnTo>
                  <a:lnTo>
                    <a:pt x="6656508" y="2947809"/>
                  </a:lnTo>
                  <a:lnTo>
                    <a:pt x="6624056" y="2871238"/>
                  </a:lnTo>
                  <a:lnTo>
                    <a:pt x="6591434" y="2790748"/>
                  </a:lnTo>
                  <a:lnTo>
                    <a:pt x="6558587" y="2706477"/>
                  </a:lnTo>
                  <a:lnTo>
                    <a:pt x="6525481" y="2618627"/>
                  </a:lnTo>
                  <a:lnTo>
                    <a:pt x="6492102" y="2527463"/>
                  </a:lnTo>
                  <a:lnTo>
                    <a:pt x="6458452" y="2433314"/>
                  </a:lnTo>
                  <a:lnTo>
                    <a:pt x="6424550" y="2336567"/>
                  </a:lnTo>
                  <a:lnTo>
                    <a:pt x="6390428" y="2237665"/>
                  </a:lnTo>
                  <a:lnTo>
                    <a:pt x="6356130" y="2137096"/>
                  </a:lnTo>
                  <a:lnTo>
                    <a:pt x="6321709" y="2035385"/>
                  </a:lnTo>
                  <a:lnTo>
                    <a:pt x="6287222" y="1933084"/>
                  </a:lnTo>
                  <a:lnTo>
                    <a:pt x="6252733" y="1830757"/>
                  </a:lnTo>
                  <a:lnTo>
                    <a:pt x="6218303" y="1728971"/>
                  </a:lnTo>
                  <a:lnTo>
                    <a:pt x="6183992" y="1628278"/>
                  </a:lnTo>
                  <a:lnTo>
                    <a:pt x="6149853" y="1529206"/>
                  </a:lnTo>
                  <a:lnTo>
                    <a:pt x="6115929" y="1432248"/>
                  </a:lnTo>
                  <a:lnTo>
                    <a:pt x="6082256" y="1337851"/>
                  </a:lnTo>
                  <a:lnTo>
                    <a:pt x="6048852" y="1246406"/>
                  </a:lnTo>
                  <a:lnTo>
                    <a:pt x="6015722" y="1158248"/>
                  </a:lnTo>
                  <a:lnTo>
                    <a:pt x="5982853" y="1073648"/>
                  </a:lnTo>
                  <a:lnTo>
                    <a:pt x="5950213" y="992813"/>
                  </a:lnTo>
                  <a:lnTo>
                    <a:pt x="5917748" y="915888"/>
                  </a:lnTo>
                  <a:lnTo>
                    <a:pt x="5885385" y="842955"/>
                  </a:lnTo>
                  <a:lnTo>
                    <a:pt x="5853025" y="774039"/>
                  </a:lnTo>
                  <a:lnTo>
                    <a:pt x="5820542" y="709113"/>
                  </a:lnTo>
                  <a:lnTo>
                    <a:pt x="5787782" y="648101"/>
                  </a:lnTo>
                  <a:lnTo>
                    <a:pt x="5784835" y="642836"/>
                  </a:lnTo>
                  <a:lnTo>
                    <a:pt x="5740102" y="567539"/>
                  </a:lnTo>
                  <a:lnTo>
                    <a:pt x="5694034" y="499147"/>
                  </a:lnTo>
                  <a:lnTo>
                    <a:pt x="5646038" y="437376"/>
                  </a:lnTo>
                  <a:lnTo>
                    <a:pt x="5595451" y="381707"/>
                  </a:lnTo>
                  <a:lnTo>
                    <a:pt x="5541580" y="331533"/>
                  </a:lnTo>
                  <a:lnTo>
                    <a:pt x="5483759" y="286242"/>
                  </a:lnTo>
                  <a:lnTo>
                    <a:pt x="5421397" y="245273"/>
                  </a:lnTo>
                  <a:lnTo>
                    <a:pt x="5354052" y="208147"/>
                  </a:lnTo>
                  <a:lnTo>
                    <a:pt x="5281525" y="174480"/>
                  </a:lnTo>
                  <a:lnTo>
                    <a:pt x="5203978" y="143996"/>
                  </a:lnTo>
                  <a:lnTo>
                    <a:pt x="5122065" y="116525"/>
                  </a:lnTo>
                  <a:lnTo>
                    <a:pt x="5037059" y="91998"/>
                  </a:lnTo>
                  <a:lnTo>
                    <a:pt x="4950930" y="70427"/>
                  </a:lnTo>
                  <a:lnTo>
                    <a:pt x="4866333" y="51870"/>
                  </a:lnTo>
                  <a:lnTo>
                    <a:pt x="4786429" y="36391"/>
                  </a:lnTo>
                  <a:lnTo>
                    <a:pt x="4714542" y="23996"/>
                  </a:lnTo>
                  <a:lnTo>
                    <a:pt x="4653655" y="14591"/>
                  </a:lnTo>
                  <a:lnTo>
                    <a:pt x="4605876" y="7942"/>
                  </a:lnTo>
                  <a:lnTo>
                    <a:pt x="4571988" y="3674"/>
                  </a:lnTo>
                  <a:lnTo>
                    <a:pt x="4551230" y="1298"/>
                  </a:lnTo>
                  <a:lnTo>
                    <a:pt x="4541318" y="264"/>
                  </a:lnTo>
                  <a:lnTo>
                    <a:pt x="4538543" y="0"/>
                  </a:lnTo>
                  <a:lnTo>
                    <a:pt x="4016409" y="0"/>
                  </a:lnTo>
                  <a:lnTo>
                    <a:pt x="4015241" y="73"/>
                  </a:lnTo>
                  <a:lnTo>
                    <a:pt x="4007589" y="594"/>
                  </a:lnTo>
                  <a:lnTo>
                    <a:pt x="3988405" y="2036"/>
                  </a:lnTo>
                  <a:lnTo>
                    <a:pt x="3954375" y="4870"/>
                  </a:lnTo>
                  <a:lnTo>
                    <a:pt x="3904205" y="9521"/>
                  </a:lnTo>
                  <a:lnTo>
                    <a:pt x="3838701" y="16313"/>
                  </a:lnTo>
                  <a:lnTo>
                    <a:pt x="3760478" y="25447"/>
                  </a:lnTo>
                  <a:lnTo>
                    <a:pt x="3673322" y="36997"/>
                  </a:lnTo>
                  <a:lnTo>
                    <a:pt x="3581402" y="50947"/>
                  </a:lnTo>
                  <a:lnTo>
                    <a:pt x="3488570" y="67243"/>
                  </a:lnTo>
                  <a:lnTo>
                    <a:pt x="3397913" y="85844"/>
                  </a:lnTo>
                  <a:lnTo>
                    <a:pt x="3311567" y="106764"/>
                  </a:lnTo>
                  <a:lnTo>
                    <a:pt x="3230760" y="130099"/>
                  </a:lnTo>
                  <a:lnTo>
                    <a:pt x="3155962" y="156042"/>
                  </a:lnTo>
                  <a:lnTo>
                    <a:pt x="3087079" y="184881"/>
                  </a:lnTo>
                  <a:lnTo>
                    <a:pt x="3023637" y="216999"/>
                  </a:lnTo>
                  <a:lnTo>
                    <a:pt x="2964929" y="252856"/>
                  </a:lnTo>
                  <a:lnTo>
                    <a:pt x="2910127" y="292962"/>
                  </a:lnTo>
                  <a:lnTo>
                    <a:pt x="2858364" y="337832"/>
                  </a:lnTo>
                  <a:lnTo>
                    <a:pt x="2808806" y="387899"/>
                  </a:lnTo>
                  <a:lnTo>
                    <a:pt x="2770117" y="432008"/>
                  </a:lnTo>
                  <a:lnTo>
                    <a:pt x="2731607" y="480199"/>
                  </a:lnTo>
                  <a:lnTo>
                    <a:pt x="2693460" y="532031"/>
                  </a:lnTo>
                  <a:lnTo>
                    <a:pt x="2655434" y="587576"/>
                  </a:lnTo>
                  <a:lnTo>
                    <a:pt x="2617343" y="646847"/>
                  </a:lnTo>
                  <a:lnTo>
                    <a:pt x="2579045" y="709782"/>
                  </a:lnTo>
                  <a:lnTo>
                    <a:pt x="2540446" y="776244"/>
                  </a:lnTo>
                  <a:lnTo>
                    <a:pt x="2501488" y="846015"/>
                  </a:lnTo>
                  <a:lnTo>
                    <a:pt x="2462152" y="918797"/>
                  </a:lnTo>
                  <a:lnTo>
                    <a:pt x="2422451" y="994211"/>
                  </a:lnTo>
                  <a:lnTo>
                    <a:pt x="2382425" y="1071803"/>
                  </a:lnTo>
                  <a:lnTo>
                    <a:pt x="2342141" y="1151057"/>
                  </a:lnTo>
                  <a:lnTo>
                    <a:pt x="2301681" y="1231405"/>
                  </a:lnTo>
                  <a:lnTo>
                    <a:pt x="2261140" y="1312247"/>
                  </a:lnTo>
                  <a:lnTo>
                    <a:pt x="2220619" y="1392964"/>
                  </a:lnTo>
                  <a:lnTo>
                    <a:pt x="2180218" y="1472944"/>
                  </a:lnTo>
                  <a:lnTo>
                    <a:pt x="2140029" y="1551597"/>
                  </a:lnTo>
                  <a:lnTo>
                    <a:pt x="2100127" y="1628374"/>
                  </a:lnTo>
                  <a:lnTo>
                    <a:pt x="2060568" y="1702783"/>
                  </a:lnTo>
                  <a:lnTo>
                    <a:pt x="2021384" y="1774398"/>
                  </a:lnTo>
                  <a:lnTo>
                    <a:pt x="1982574" y="1842874"/>
                  </a:lnTo>
                  <a:lnTo>
                    <a:pt x="1944105" y="1907943"/>
                  </a:lnTo>
                  <a:lnTo>
                    <a:pt x="1905904" y="1969420"/>
                  </a:lnTo>
                  <a:lnTo>
                    <a:pt x="1867859" y="2027200"/>
                  </a:lnTo>
                  <a:lnTo>
                    <a:pt x="1829810" y="2081251"/>
                  </a:lnTo>
                  <a:lnTo>
                    <a:pt x="1791550" y="2131611"/>
                  </a:lnTo>
                  <a:lnTo>
                    <a:pt x="1768425" y="2160042"/>
                  </a:lnTo>
                  <a:lnTo>
                    <a:pt x="1720102" y="2214451"/>
                  </a:lnTo>
                  <a:lnTo>
                    <a:pt x="1670171" y="2263466"/>
                  </a:lnTo>
                  <a:lnTo>
                    <a:pt x="1617877" y="2307359"/>
                  </a:lnTo>
                  <a:lnTo>
                    <a:pt x="1562373" y="2346585"/>
                  </a:lnTo>
                  <a:lnTo>
                    <a:pt x="1502795" y="2381665"/>
                  </a:lnTo>
                  <a:lnTo>
                    <a:pt x="1438331" y="2413102"/>
                  </a:lnTo>
                  <a:lnTo>
                    <a:pt x="1368309" y="2441343"/>
                  </a:lnTo>
                  <a:lnTo>
                    <a:pt x="1292318" y="2466752"/>
                  </a:lnTo>
                  <a:lnTo>
                    <a:pt x="1210360" y="2489599"/>
                  </a:lnTo>
                  <a:lnTo>
                    <a:pt x="1123040" y="2510057"/>
                  </a:lnTo>
                  <a:lnTo>
                    <a:pt x="1031755" y="2528204"/>
                  </a:lnTo>
                  <a:lnTo>
                    <a:pt x="938830" y="2544042"/>
                  </a:lnTo>
                  <a:lnTo>
                    <a:pt x="847526" y="2557523"/>
                  </a:lnTo>
                  <a:lnTo>
                    <a:pt x="761802" y="2568595"/>
                  </a:lnTo>
                  <a:lnTo>
                    <a:pt x="685814" y="2577258"/>
                  </a:lnTo>
                  <a:lnTo>
                    <a:pt x="623176" y="2583608"/>
                  </a:lnTo>
                  <a:lnTo>
                    <a:pt x="576190" y="2587870"/>
                  </a:lnTo>
                  <a:lnTo>
                    <a:pt x="545257" y="2590394"/>
                  </a:lnTo>
                  <a:lnTo>
                    <a:pt x="528668" y="2591617"/>
                  </a:lnTo>
                  <a:lnTo>
                    <a:pt x="522744" y="2592013"/>
                  </a:lnTo>
                  <a:lnTo>
                    <a:pt x="522133" y="2592051"/>
                  </a:lnTo>
                  <a:lnTo>
                    <a:pt x="0" y="2592051"/>
                  </a:lnTo>
                  <a:close/>
                </a:path>
              </a:pathLst>
            </a:custGeom>
            <a:solidFill>
              <a:srgbClr val="E78AC3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1332" name="pl1332"/>
            <p:cNvSpPr/>
            <p:nvPr/>
          </p:nvSpPr>
          <p:spPr>
            <a:xfrm>
              <a:off x="386606" y="2089092"/>
              <a:ext cx="8554953" cy="3857017"/>
            </a:xfrm>
            <a:custGeom>
              <a:avLst/>
              <a:pathLst>
                <a:path w="8554953" h="3857017">
                  <a:moveTo>
                    <a:pt x="0" y="2592051"/>
                  </a:moveTo>
                  <a:lnTo>
                    <a:pt x="522133" y="2592051"/>
                  </a:lnTo>
                  <a:lnTo>
                    <a:pt x="523301" y="2591978"/>
                  </a:lnTo>
                  <a:lnTo>
                    <a:pt x="530953" y="2591456"/>
                  </a:lnTo>
                  <a:lnTo>
                    <a:pt x="550137" y="2590014"/>
                  </a:lnTo>
                  <a:lnTo>
                    <a:pt x="584167" y="2587180"/>
                  </a:lnTo>
                  <a:lnTo>
                    <a:pt x="634337" y="2582530"/>
                  </a:lnTo>
                  <a:lnTo>
                    <a:pt x="699841" y="2575737"/>
                  </a:lnTo>
                  <a:lnTo>
                    <a:pt x="778064" y="2566604"/>
                  </a:lnTo>
                  <a:lnTo>
                    <a:pt x="865220" y="2555054"/>
                  </a:lnTo>
                  <a:lnTo>
                    <a:pt x="957141" y="2541104"/>
                  </a:lnTo>
                  <a:lnTo>
                    <a:pt x="1049972" y="2524807"/>
                  </a:lnTo>
                  <a:lnTo>
                    <a:pt x="1140630" y="2506207"/>
                  </a:lnTo>
                  <a:lnTo>
                    <a:pt x="1226975" y="2485287"/>
                  </a:lnTo>
                  <a:lnTo>
                    <a:pt x="1307782" y="2461952"/>
                  </a:lnTo>
                  <a:lnTo>
                    <a:pt x="1382581" y="2436009"/>
                  </a:lnTo>
                  <a:lnTo>
                    <a:pt x="1451464" y="2407169"/>
                  </a:lnTo>
                  <a:lnTo>
                    <a:pt x="1514905" y="2375051"/>
                  </a:lnTo>
                  <a:lnTo>
                    <a:pt x="1573613" y="2339195"/>
                  </a:lnTo>
                  <a:lnTo>
                    <a:pt x="1628415" y="2299089"/>
                  </a:lnTo>
                  <a:lnTo>
                    <a:pt x="1680178" y="2254219"/>
                  </a:lnTo>
                  <a:lnTo>
                    <a:pt x="1729736" y="2204152"/>
                  </a:lnTo>
                  <a:lnTo>
                    <a:pt x="1768425" y="2160042"/>
                  </a:lnTo>
                  <a:lnTo>
                    <a:pt x="1806936" y="2111852"/>
                  </a:lnTo>
                  <a:lnTo>
                    <a:pt x="1845083" y="2060020"/>
                  </a:lnTo>
                  <a:lnTo>
                    <a:pt x="1883108" y="2004474"/>
                  </a:lnTo>
                  <a:lnTo>
                    <a:pt x="1921199" y="1945204"/>
                  </a:lnTo>
                  <a:lnTo>
                    <a:pt x="1959497" y="1882269"/>
                  </a:lnTo>
                  <a:lnTo>
                    <a:pt x="1998096" y="1815807"/>
                  </a:lnTo>
                  <a:lnTo>
                    <a:pt x="2037054" y="1746035"/>
                  </a:lnTo>
                  <a:lnTo>
                    <a:pt x="2076390" y="1673253"/>
                  </a:lnTo>
                  <a:lnTo>
                    <a:pt x="2116091" y="1597840"/>
                  </a:lnTo>
                  <a:lnTo>
                    <a:pt x="2156117" y="1520247"/>
                  </a:lnTo>
                  <a:lnTo>
                    <a:pt x="2196401" y="1440994"/>
                  </a:lnTo>
                  <a:lnTo>
                    <a:pt x="2236862" y="1360645"/>
                  </a:lnTo>
                  <a:lnTo>
                    <a:pt x="2277402" y="1279804"/>
                  </a:lnTo>
                  <a:lnTo>
                    <a:pt x="2317923" y="1199087"/>
                  </a:lnTo>
                  <a:lnTo>
                    <a:pt x="2358324" y="1119107"/>
                  </a:lnTo>
                  <a:lnTo>
                    <a:pt x="2398514" y="1040454"/>
                  </a:lnTo>
                  <a:lnTo>
                    <a:pt x="2438416" y="963677"/>
                  </a:lnTo>
                  <a:lnTo>
                    <a:pt x="2477974" y="889268"/>
                  </a:lnTo>
                  <a:lnTo>
                    <a:pt x="2517158" y="817652"/>
                  </a:lnTo>
                  <a:lnTo>
                    <a:pt x="2555968" y="749176"/>
                  </a:lnTo>
                  <a:lnTo>
                    <a:pt x="2594437" y="684107"/>
                  </a:lnTo>
                  <a:lnTo>
                    <a:pt x="2632638" y="622630"/>
                  </a:lnTo>
                  <a:lnTo>
                    <a:pt x="2670684" y="564851"/>
                  </a:lnTo>
                  <a:lnTo>
                    <a:pt x="2708732" y="510799"/>
                  </a:lnTo>
                  <a:lnTo>
                    <a:pt x="2746993" y="460440"/>
                  </a:lnTo>
                  <a:lnTo>
                    <a:pt x="2770117" y="432008"/>
                  </a:lnTo>
                  <a:lnTo>
                    <a:pt x="2818440" y="377600"/>
                  </a:lnTo>
                  <a:lnTo>
                    <a:pt x="2868371" y="328584"/>
                  </a:lnTo>
                  <a:lnTo>
                    <a:pt x="2920666" y="284692"/>
                  </a:lnTo>
                  <a:lnTo>
                    <a:pt x="2976169" y="245465"/>
                  </a:lnTo>
                  <a:lnTo>
                    <a:pt x="3035747" y="210385"/>
                  </a:lnTo>
                  <a:lnTo>
                    <a:pt x="3100212" y="178948"/>
                  </a:lnTo>
                  <a:lnTo>
                    <a:pt x="3170233" y="150707"/>
                  </a:lnTo>
                  <a:lnTo>
                    <a:pt x="3246224" y="125299"/>
                  </a:lnTo>
                  <a:lnTo>
                    <a:pt x="3328182" y="102452"/>
                  </a:lnTo>
                  <a:lnTo>
                    <a:pt x="3415502" y="81994"/>
                  </a:lnTo>
                  <a:lnTo>
                    <a:pt x="3506788" y="63847"/>
                  </a:lnTo>
                  <a:lnTo>
                    <a:pt x="3599712" y="48009"/>
                  </a:lnTo>
                  <a:lnTo>
                    <a:pt x="3691017" y="34528"/>
                  </a:lnTo>
                  <a:lnTo>
                    <a:pt x="3776740" y="23455"/>
                  </a:lnTo>
                  <a:lnTo>
                    <a:pt x="3852729" y="14793"/>
                  </a:lnTo>
                  <a:lnTo>
                    <a:pt x="3915366" y="8443"/>
                  </a:lnTo>
                  <a:lnTo>
                    <a:pt x="3962353" y="4180"/>
                  </a:lnTo>
                  <a:lnTo>
                    <a:pt x="3993285" y="1656"/>
                  </a:lnTo>
                  <a:lnTo>
                    <a:pt x="4009874" y="434"/>
                  </a:lnTo>
                  <a:lnTo>
                    <a:pt x="4015798" y="37"/>
                  </a:lnTo>
                  <a:lnTo>
                    <a:pt x="4016409" y="0"/>
                  </a:lnTo>
                  <a:lnTo>
                    <a:pt x="4538543" y="0"/>
                  </a:lnTo>
                  <a:lnTo>
                    <a:pt x="4539476" y="86"/>
                  </a:lnTo>
                  <a:lnTo>
                    <a:pt x="4545622" y="702"/>
                  </a:lnTo>
                  <a:lnTo>
                    <a:pt x="4561138" y="2404"/>
                  </a:lnTo>
                  <a:lnTo>
                    <a:pt x="4588937" y="5756"/>
                  </a:lnTo>
                  <a:lnTo>
                    <a:pt x="4630481" y="11281"/>
                  </a:lnTo>
                  <a:lnTo>
                    <a:pt x="4685667" y="19410"/>
                  </a:lnTo>
                  <a:lnTo>
                    <a:pt x="4752939" y="30442"/>
                  </a:lnTo>
                  <a:lnTo>
                    <a:pt x="4829644" y="44531"/>
                  </a:lnTo>
                  <a:lnTo>
                    <a:pt x="4912543" y="61710"/>
                  </a:lnTo>
                  <a:lnTo>
                    <a:pt x="4998348" y="81936"/>
                  </a:lnTo>
                  <a:lnTo>
                    <a:pt x="5084145" y="105140"/>
                  </a:lnTo>
                  <a:lnTo>
                    <a:pt x="5167647" y="131284"/>
                  </a:lnTo>
                  <a:lnTo>
                    <a:pt x="5247271" y="160400"/>
                  </a:lnTo>
                  <a:lnTo>
                    <a:pt x="5322100" y="192608"/>
                  </a:lnTo>
                  <a:lnTo>
                    <a:pt x="5391768" y="228139"/>
                  </a:lnTo>
                  <a:lnTo>
                    <a:pt x="5456327" y="267327"/>
                  </a:lnTo>
                  <a:lnTo>
                    <a:pt x="5516122" y="310610"/>
                  </a:lnTo>
                  <a:lnTo>
                    <a:pt x="5571689" y="358517"/>
                  </a:lnTo>
                  <a:lnTo>
                    <a:pt x="5623667" y="411639"/>
                  </a:lnTo>
                  <a:lnTo>
                    <a:pt x="5672742" y="470596"/>
                  </a:lnTo>
                  <a:lnTo>
                    <a:pt x="5719598" y="535959"/>
                  </a:lnTo>
                  <a:lnTo>
                    <a:pt x="5764864" y="608140"/>
                  </a:lnTo>
                  <a:lnTo>
                    <a:pt x="5784835" y="642836"/>
                  </a:lnTo>
                  <a:lnTo>
                    <a:pt x="5817628" y="703503"/>
                  </a:lnTo>
                  <a:lnTo>
                    <a:pt x="5850129" y="768075"/>
                  </a:lnTo>
                  <a:lnTo>
                    <a:pt x="5882495" y="836633"/>
                  </a:lnTo>
                  <a:lnTo>
                    <a:pt x="5914854" y="909208"/>
                  </a:lnTo>
                  <a:lnTo>
                    <a:pt x="5947306" y="985779"/>
                  </a:lnTo>
                  <a:lnTo>
                    <a:pt x="5979928" y="1066269"/>
                  </a:lnTo>
                  <a:lnTo>
                    <a:pt x="6012775" y="1150540"/>
                  </a:lnTo>
                  <a:lnTo>
                    <a:pt x="6045881" y="1238390"/>
                  </a:lnTo>
                  <a:lnTo>
                    <a:pt x="6079260" y="1329554"/>
                  </a:lnTo>
                  <a:lnTo>
                    <a:pt x="6112910" y="1423703"/>
                  </a:lnTo>
                  <a:lnTo>
                    <a:pt x="6146812" y="1520449"/>
                  </a:lnTo>
                  <a:lnTo>
                    <a:pt x="6180934" y="1619352"/>
                  </a:lnTo>
                  <a:lnTo>
                    <a:pt x="6215232" y="1719921"/>
                  </a:lnTo>
                  <a:lnTo>
                    <a:pt x="6249653" y="1821632"/>
                  </a:lnTo>
                  <a:lnTo>
                    <a:pt x="6284140" y="1923933"/>
                  </a:lnTo>
                  <a:lnTo>
                    <a:pt x="6318629" y="2026259"/>
                  </a:lnTo>
                  <a:lnTo>
                    <a:pt x="6353058" y="2128046"/>
                  </a:lnTo>
                  <a:lnTo>
                    <a:pt x="6387370" y="2228739"/>
                  </a:lnTo>
                  <a:lnTo>
                    <a:pt x="6421509" y="2327811"/>
                  </a:lnTo>
                  <a:lnTo>
                    <a:pt x="6455432" y="2424769"/>
                  </a:lnTo>
                  <a:lnTo>
                    <a:pt x="6489106" y="2519166"/>
                  </a:lnTo>
                  <a:lnTo>
                    <a:pt x="6522510" y="2610611"/>
                  </a:lnTo>
                  <a:lnTo>
                    <a:pt x="6555640" y="2698769"/>
                  </a:lnTo>
                  <a:lnTo>
                    <a:pt x="6588509" y="2783369"/>
                  </a:lnTo>
                  <a:lnTo>
                    <a:pt x="6621149" y="2864203"/>
                  </a:lnTo>
                  <a:lnTo>
                    <a:pt x="6653613" y="2941129"/>
                  </a:lnTo>
                  <a:lnTo>
                    <a:pt x="6685977" y="3014062"/>
                  </a:lnTo>
                  <a:lnTo>
                    <a:pt x="6718337" y="3082978"/>
                  </a:lnTo>
                  <a:lnTo>
                    <a:pt x="6750820" y="3147904"/>
                  </a:lnTo>
                  <a:lnTo>
                    <a:pt x="6783580" y="3208916"/>
                  </a:lnTo>
                  <a:lnTo>
                    <a:pt x="6786527" y="3214181"/>
                  </a:lnTo>
                  <a:lnTo>
                    <a:pt x="6831259" y="3289478"/>
                  </a:lnTo>
                  <a:lnTo>
                    <a:pt x="6877328" y="3357870"/>
                  </a:lnTo>
                  <a:lnTo>
                    <a:pt x="6925323" y="3419641"/>
                  </a:lnTo>
                  <a:lnTo>
                    <a:pt x="6975911" y="3475309"/>
                  </a:lnTo>
                  <a:lnTo>
                    <a:pt x="7029782" y="3525484"/>
                  </a:lnTo>
                  <a:lnTo>
                    <a:pt x="7087603" y="3570775"/>
                  </a:lnTo>
                  <a:lnTo>
                    <a:pt x="7149965" y="3611743"/>
                  </a:lnTo>
                  <a:lnTo>
                    <a:pt x="7217310" y="3648870"/>
                  </a:lnTo>
                  <a:lnTo>
                    <a:pt x="7289837" y="3682537"/>
                  </a:lnTo>
                  <a:lnTo>
                    <a:pt x="7367383" y="3713021"/>
                  </a:lnTo>
                  <a:lnTo>
                    <a:pt x="7449297" y="3740492"/>
                  </a:lnTo>
                  <a:lnTo>
                    <a:pt x="7534303" y="3765018"/>
                  </a:lnTo>
                  <a:lnTo>
                    <a:pt x="7620432" y="3786590"/>
                  </a:lnTo>
                  <a:lnTo>
                    <a:pt x="7705029" y="3805147"/>
                  </a:lnTo>
                  <a:lnTo>
                    <a:pt x="7784933" y="3820626"/>
                  </a:lnTo>
                  <a:lnTo>
                    <a:pt x="7856820" y="3833021"/>
                  </a:lnTo>
                  <a:lnTo>
                    <a:pt x="7917707" y="3842426"/>
                  </a:lnTo>
                  <a:lnTo>
                    <a:pt x="7965486" y="3849075"/>
                  </a:lnTo>
                  <a:lnTo>
                    <a:pt x="7999374" y="3853343"/>
                  </a:lnTo>
                  <a:lnTo>
                    <a:pt x="8020132" y="3855718"/>
                  </a:lnTo>
                  <a:lnTo>
                    <a:pt x="8030044" y="3856752"/>
                  </a:lnTo>
                  <a:lnTo>
                    <a:pt x="8032732" y="3857010"/>
                  </a:lnTo>
                  <a:lnTo>
                    <a:pt x="8032819" y="3857017"/>
                  </a:lnTo>
                  <a:lnTo>
                    <a:pt x="8554953" y="3857017"/>
                  </a:lnTo>
                  <a:lnTo>
                    <a:pt x="8554953" y="3857017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333" name="pl1333"/>
            <p:cNvSpPr/>
            <p:nvPr/>
          </p:nvSpPr>
          <p:spPr>
            <a:xfrm>
              <a:off x="386606" y="2077798"/>
              <a:ext cx="8554953" cy="3857017"/>
            </a:xfrm>
            <a:custGeom>
              <a:avLst/>
              <a:pathLst>
                <a:path w="8554953" h="3857017">
                  <a:moveTo>
                    <a:pt x="8554953" y="3857017"/>
                  </a:moveTo>
                  <a:lnTo>
                    <a:pt x="8032819" y="3857017"/>
                  </a:lnTo>
                  <a:lnTo>
                    <a:pt x="8031886" y="3856931"/>
                  </a:lnTo>
                  <a:lnTo>
                    <a:pt x="8025740" y="3856315"/>
                  </a:lnTo>
                  <a:lnTo>
                    <a:pt x="8010224" y="3854613"/>
                  </a:lnTo>
                  <a:lnTo>
                    <a:pt x="7982425" y="3851261"/>
                  </a:lnTo>
                  <a:lnTo>
                    <a:pt x="7940881" y="3845736"/>
                  </a:lnTo>
                  <a:lnTo>
                    <a:pt x="7885695" y="3837607"/>
                  </a:lnTo>
                  <a:lnTo>
                    <a:pt x="7818423" y="3826575"/>
                  </a:lnTo>
                  <a:lnTo>
                    <a:pt x="7741718" y="3812486"/>
                  </a:lnTo>
                  <a:lnTo>
                    <a:pt x="7658819" y="3795306"/>
                  </a:lnTo>
                  <a:lnTo>
                    <a:pt x="7573014" y="3775081"/>
                  </a:lnTo>
                  <a:lnTo>
                    <a:pt x="7487217" y="3751877"/>
                  </a:lnTo>
                  <a:lnTo>
                    <a:pt x="7403715" y="3725733"/>
                  </a:lnTo>
                  <a:lnTo>
                    <a:pt x="7324091" y="3696617"/>
                  </a:lnTo>
                  <a:lnTo>
                    <a:pt x="7249262" y="3664408"/>
                  </a:lnTo>
                  <a:lnTo>
                    <a:pt x="7179594" y="3628878"/>
                  </a:lnTo>
                  <a:lnTo>
                    <a:pt x="7115035" y="3589690"/>
                  </a:lnTo>
                  <a:lnTo>
                    <a:pt x="7055240" y="3546406"/>
                  </a:lnTo>
                  <a:lnTo>
                    <a:pt x="6999673" y="3498500"/>
                  </a:lnTo>
                  <a:lnTo>
                    <a:pt x="6947695" y="3445377"/>
                  </a:lnTo>
                  <a:lnTo>
                    <a:pt x="6898620" y="3386421"/>
                  </a:lnTo>
                  <a:lnTo>
                    <a:pt x="6851764" y="3321058"/>
                  </a:lnTo>
                  <a:lnTo>
                    <a:pt x="6806497" y="3248876"/>
                  </a:lnTo>
                  <a:lnTo>
                    <a:pt x="6786527" y="3214181"/>
                  </a:lnTo>
                  <a:lnTo>
                    <a:pt x="6753734" y="3153514"/>
                  </a:lnTo>
                  <a:lnTo>
                    <a:pt x="6721233" y="3088941"/>
                  </a:lnTo>
                  <a:lnTo>
                    <a:pt x="6688867" y="3020384"/>
                  </a:lnTo>
                  <a:lnTo>
                    <a:pt x="6656508" y="2947809"/>
                  </a:lnTo>
                  <a:lnTo>
                    <a:pt x="6624056" y="2871238"/>
                  </a:lnTo>
                  <a:lnTo>
                    <a:pt x="6591434" y="2790748"/>
                  </a:lnTo>
                  <a:lnTo>
                    <a:pt x="6558587" y="2706477"/>
                  </a:lnTo>
                  <a:lnTo>
                    <a:pt x="6525481" y="2618627"/>
                  </a:lnTo>
                  <a:lnTo>
                    <a:pt x="6492102" y="2527463"/>
                  </a:lnTo>
                  <a:lnTo>
                    <a:pt x="6458452" y="2433314"/>
                  </a:lnTo>
                  <a:lnTo>
                    <a:pt x="6424550" y="2336567"/>
                  </a:lnTo>
                  <a:lnTo>
                    <a:pt x="6390428" y="2237665"/>
                  </a:lnTo>
                  <a:lnTo>
                    <a:pt x="6356130" y="2137096"/>
                  </a:lnTo>
                  <a:lnTo>
                    <a:pt x="6321709" y="2035385"/>
                  </a:lnTo>
                  <a:lnTo>
                    <a:pt x="6287222" y="1933084"/>
                  </a:lnTo>
                  <a:lnTo>
                    <a:pt x="6252733" y="1830757"/>
                  </a:lnTo>
                  <a:lnTo>
                    <a:pt x="6218303" y="1728971"/>
                  </a:lnTo>
                  <a:lnTo>
                    <a:pt x="6183992" y="1628278"/>
                  </a:lnTo>
                  <a:lnTo>
                    <a:pt x="6149853" y="1529206"/>
                  </a:lnTo>
                  <a:lnTo>
                    <a:pt x="6115929" y="1432248"/>
                  </a:lnTo>
                  <a:lnTo>
                    <a:pt x="6082256" y="1337851"/>
                  </a:lnTo>
                  <a:lnTo>
                    <a:pt x="6048852" y="1246406"/>
                  </a:lnTo>
                  <a:lnTo>
                    <a:pt x="6015722" y="1158248"/>
                  </a:lnTo>
                  <a:lnTo>
                    <a:pt x="5982853" y="1073648"/>
                  </a:lnTo>
                  <a:lnTo>
                    <a:pt x="5950213" y="992813"/>
                  </a:lnTo>
                  <a:lnTo>
                    <a:pt x="5917748" y="915888"/>
                  </a:lnTo>
                  <a:lnTo>
                    <a:pt x="5885385" y="842955"/>
                  </a:lnTo>
                  <a:lnTo>
                    <a:pt x="5853025" y="774039"/>
                  </a:lnTo>
                  <a:lnTo>
                    <a:pt x="5820542" y="709113"/>
                  </a:lnTo>
                  <a:lnTo>
                    <a:pt x="5787782" y="648101"/>
                  </a:lnTo>
                  <a:lnTo>
                    <a:pt x="5784835" y="642836"/>
                  </a:lnTo>
                  <a:lnTo>
                    <a:pt x="5740102" y="567539"/>
                  </a:lnTo>
                  <a:lnTo>
                    <a:pt x="5694034" y="499147"/>
                  </a:lnTo>
                  <a:lnTo>
                    <a:pt x="5646038" y="437376"/>
                  </a:lnTo>
                  <a:lnTo>
                    <a:pt x="5595451" y="381707"/>
                  </a:lnTo>
                  <a:lnTo>
                    <a:pt x="5541580" y="331533"/>
                  </a:lnTo>
                  <a:lnTo>
                    <a:pt x="5483759" y="286242"/>
                  </a:lnTo>
                  <a:lnTo>
                    <a:pt x="5421397" y="245273"/>
                  </a:lnTo>
                  <a:lnTo>
                    <a:pt x="5354052" y="208147"/>
                  </a:lnTo>
                  <a:lnTo>
                    <a:pt x="5281525" y="174480"/>
                  </a:lnTo>
                  <a:lnTo>
                    <a:pt x="5203978" y="143996"/>
                  </a:lnTo>
                  <a:lnTo>
                    <a:pt x="5122065" y="116525"/>
                  </a:lnTo>
                  <a:lnTo>
                    <a:pt x="5037059" y="91998"/>
                  </a:lnTo>
                  <a:lnTo>
                    <a:pt x="4950930" y="70427"/>
                  </a:lnTo>
                  <a:lnTo>
                    <a:pt x="4866333" y="51870"/>
                  </a:lnTo>
                  <a:lnTo>
                    <a:pt x="4786429" y="36391"/>
                  </a:lnTo>
                  <a:lnTo>
                    <a:pt x="4714542" y="23996"/>
                  </a:lnTo>
                  <a:lnTo>
                    <a:pt x="4653655" y="14591"/>
                  </a:lnTo>
                  <a:lnTo>
                    <a:pt x="4605876" y="7942"/>
                  </a:lnTo>
                  <a:lnTo>
                    <a:pt x="4571988" y="3674"/>
                  </a:lnTo>
                  <a:lnTo>
                    <a:pt x="4551230" y="1298"/>
                  </a:lnTo>
                  <a:lnTo>
                    <a:pt x="4541318" y="264"/>
                  </a:lnTo>
                  <a:lnTo>
                    <a:pt x="4538630" y="7"/>
                  </a:lnTo>
                  <a:lnTo>
                    <a:pt x="4538543" y="0"/>
                  </a:lnTo>
                  <a:lnTo>
                    <a:pt x="4016409" y="0"/>
                  </a:lnTo>
                  <a:lnTo>
                    <a:pt x="4015241" y="73"/>
                  </a:lnTo>
                  <a:lnTo>
                    <a:pt x="4007589" y="594"/>
                  </a:lnTo>
                  <a:lnTo>
                    <a:pt x="3988405" y="2036"/>
                  </a:lnTo>
                  <a:lnTo>
                    <a:pt x="3954375" y="4870"/>
                  </a:lnTo>
                  <a:lnTo>
                    <a:pt x="3904205" y="9521"/>
                  </a:lnTo>
                  <a:lnTo>
                    <a:pt x="3838701" y="16313"/>
                  </a:lnTo>
                  <a:lnTo>
                    <a:pt x="3760478" y="25447"/>
                  </a:lnTo>
                  <a:lnTo>
                    <a:pt x="3673322" y="36997"/>
                  </a:lnTo>
                  <a:lnTo>
                    <a:pt x="3581402" y="50947"/>
                  </a:lnTo>
                  <a:lnTo>
                    <a:pt x="3488570" y="67243"/>
                  </a:lnTo>
                  <a:lnTo>
                    <a:pt x="3397913" y="85844"/>
                  </a:lnTo>
                  <a:lnTo>
                    <a:pt x="3311567" y="106764"/>
                  </a:lnTo>
                  <a:lnTo>
                    <a:pt x="3230760" y="130099"/>
                  </a:lnTo>
                  <a:lnTo>
                    <a:pt x="3155962" y="156042"/>
                  </a:lnTo>
                  <a:lnTo>
                    <a:pt x="3087079" y="184881"/>
                  </a:lnTo>
                  <a:lnTo>
                    <a:pt x="3023637" y="216999"/>
                  </a:lnTo>
                  <a:lnTo>
                    <a:pt x="2964929" y="252856"/>
                  </a:lnTo>
                  <a:lnTo>
                    <a:pt x="2910127" y="292962"/>
                  </a:lnTo>
                  <a:lnTo>
                    <a:pt x="2858364" y="337832"/>
                  </a:lnTo>
                  <a:lnTo>
                    <a:pt x="2808806" y="387899"/>
                  </a:lnTo>
                  <a:lnTo>
                    <a:pt x="2770117" y="432008"/>
                  </a:lnTo>
                  <a:lnTo>
                    <a:pt x="2731607" y="480199"/>
                  </a:lnTo>
                  <a:lnTo>
                    <a:pt x="2693460" y="532031"/>
                  </a:lnTo>
                  <a:lnTo>
                    <a:pt x="2655434" y="587576"/>
                  </a:lnTo>
                  <a:lnTo>
                    <a:pt x="2617343" y="646847"/>
                  </a:lnTo>
                  <a:lnTo>
                    <a:pt x="2579045" y="709782"/>
                  </a:lnTo>
                  <a:lnTo>
                    <a:pt x="2540446" y="776244"/>
                  </a:lnTo>
                  <a:lnTo>
                    <a:pt x="2501488" y="846015"/>
                  </a:lnTo>
                  <a:lnTo>
                    <a:pt x="2462152" y="918797"/>
                  </a:lnTo>
                  <a:lnTo>
                    <a:pt x="2422451" y="994211"/>
                  </a:lnTo>
                  <a:lnTo>
                    <a:pt x="2382425" y="1071803"/>
                  </a:lnTo>
                  <a:lnTo>
                    <a:pt x="2342141" y="1151057"/>
                  </a:lnTo>
                  <a:lnTo>
                    <a:pt x="2301681" y="1231405"/>
                  </a:lnTo>
                  <a:lnTo>
                    <a:pt x="2261140" y="1312247"/>
                  </a:lnTo>
                  <a:lnTo>
                    <a:pt x="2220619" y="1392964"/>
                  </a:lnTo>
                  <a:lnTo>
                    <a:pt x="2180218" y="1472944"/>
                  </a:lnTo>
                  <a:lnTo>
                    <a:pt x="2140029" y="1551597"/>
                  </a:lnTo>
                  <a:lnTo>
                    <a:pt x="2100127" y="1628374"/>
                  </a:lnTo>
                  <a:lnTo>
                    <a:pt x="2060568" y="1702783"/>
                  </a:lnTo>
                  <a:lnTo>
                    <a:pt x="2021384" y="1774398"/>
                  </a:lnTo>
                  <a:lnTo>
                    <a:pt x="1982574" y="1842874"/>
                  </a:lnTo>
                  <a:lnTo>
                    <a:pt x="1944105" y="1907943"/>
                  </a:lnTo>
                  <a:lnTo>
                    <a:pt x="1905904" y="1969420"/>
                  </a:lnTo>
                  <a:lnTo>
                    <a:pt x="1867859" y="2027200"/>
                  </a:lnTo>
                  <a:lnTo>
                    <a:pt x="1829810" y="2081251"/>
                  </a:lnTo>
                  <a:lnTo>
                    <a:pt x="1791550" y="2131611"/>
                  </a:lnTo>
                  <a:lnTo>
                    <a:pt x="1768425" y="2160042"/>
                  </a:lnTo>
                  <a:lnTo>
                    <a:pt x="1720102" y="2214451"/>
                  </a:lnTo>
                  <a:lnTo>
                    <a:pt x="1670171" y="2263466"/>
                  </a:lnTo>
                  <a:lnTo>
                    <a:pt x="1617877" y="2307359"/>
                  </a:lnTo>
                  <a:lnTo>
                    <a:pt x="1562373" y="2346585"/>
                  </a:lnTo>
                  <a:lnTo>
                    <a:pt x="1502795" y="2381665"/>
                  </a:lnTo>
                  <a:lnTo>
                    <a:pt x="1438331" y="2413102"/>
                  </a:lnTo>
                  <a:lnTo>
                    <a:pt x="1368309" y="2441343"/>
                  </a:lnTo>
                  <a:lnTo>
                    <a:pt x="1292318" y="2466752"/>
                  </a:lnTo>
                  <a:lnTo>
                    <a:pt x="1210360" y="2489599"/>
                  </a:lnTo>
                  <a:lnTo>
                    <a:pt x="1123040" y="2510057"/>
                  </a:lnTo>
                  <a:lnTo>
                    <a:pt x="1031755" y="2528204"/>
                  </a:lnTo>
                  <a:lnTo>
                    <a:pt x="938830" y="2544042"/>
                  </a:lnTo>
                  <a:lnTo>
                    <a:pt x="847526" y="2557523"/>
                  </a:lnTo>
                  <a:lnTo>
                    <a:pt x="761802" y="2568595"/>
                  </a:lnTo>
                  <a:lnTo>
                    <a:pt x="685814" y="2577258"/>
                  </a:lnTo>
                  <a:lnTo>
                    <a:pt x="623176" y="2583608"/>
                  </a:lnTo>
                  <a:lnTo>
                    <a:pt x="576190" y="2587870"/>
                  </a:lnTo>
                  <a:lnTo>
                    <a:pt x="545257" y="2590394"/>
                  </a:lnTo>
                  <a:lnTo>
                    <a:pt x="528668" y="2591617"/>
                  </a:lnTo>
                  <a:lnTo>
                    <a:pt x="522744" y="2592013"/>
                  </a:lnTo>
                  <a:lnTo>
                    <a:pt x="522133" y="2592051"/>
                  </a:lnTo>
                  <a:lnTo>
                    <a:pt x="0" y="2592051"/>
                  </a:lnTo>
                  <a:lnTo>
                    <a:pt x="0" y="2592051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334" name="pg1334"/>
            <p:cNvSpPr/>
            <p:nvPr/>
          </p:nvSpPr>
          <p:spPr>
            <a:xfrm>
              <a:off x="386606" y="4895736"/>
              <a:ext cx="8554953" cy="1056020"/>
            </a:xfrm>
            <a:custGeom>
              <a:avLst/>
              <a:pathLst>
                <a:path w="8554953" h="1056020">
                  <a:moveTo>
                    <a:pt x="0" y="5647"/>
                  </a:moveTo>
                  <a:lnTo>
                    <a:pt x="522133" y="5647"/>
                  </a:lnTo>
                  <a:lnTo>
                    <a:pt x="523385" y="5678"/>
                  </a:lnTo>
                  <a:lnTo>
                    <a:pt x="531570" y="5905"/>
                  </a:lnTo>
                  <a:lnTo>
                    <a:pt x="552044" y="6533"/>
                  </a:lnTo>
                  <a:lnTo>
                    <a:pt x="588238" y="7766"/>
                  </a:lnTo>
                  <a:lnTo>
                    <a:pt x="641353" y="9784"/>
                  </a:lnTo>
                  <a:lnTo>
                    <a:pt x="710294" y="12726"/>
                  </a:lnTo>
                  <a:lnTo>
                    <a:pt x="792052" y="16669"/>
                  </a:lnTo>
                  <a:lnTo>
                    <a:pt x="882451" y="21639"/>
                  </a:lnTo>
                  <a:lnTo>
                    <a:pt x="977034" y="27625"/>
                  </a:lnTo>
                  <a:lnTo>
                    <a:pt x="1071805" y="34602"/>
                  </a:lnTo>
                  <a:lnTo>
                    <a:pt x="1163678" y="42557"/>
                  </a:lnTo>
                  <a:lnTo>
                    <a:pt x="1250612" y="51504"/>
                  </a:lnTo>
                  <a:lnTo>
                    <a:pt x="1331532" y="61496"/>
                  </a:lnTo>
                  <a:lnTo>
                    <a:pt x="1406133" y="72630"/>
                  </a:lnTo>
                  <a:lnTo>
                    <a:pt x="1474666" y="85043"/>
                  </a:lnTo>
                  <a:lnTo>
                    <a:pt x="1537738" y="98916"/>
                  </a:lnTo>
                  <a:lnTo>
                    <a:pt x="1596170" y="114457"/>
                  </a:lnTo>
                  <a:lnTo>
                    <a:pt x="1650875" y="131892"/>
                  </a:lnTo>
                  <a:lnTo>
                    <a:pt x="1702777" y="151436"/>
                  </a:lnTo>
                  <a:lnTo>
                    <a:pt x="1752731" y="173244"/>
                  </a:lnTo>
                  <a:lnTo>
                    <a:pt x="1768425" y="180709"/>
                  </a:lnTo>
                  <a:lnTo>
                    <a:pt x="1817580" y="205934"/>
                  </a:lnTo>
                  <a:lnTo>
                    <a:pt x="1866255" y="233586"/>
                  </a:lnTo>
                  <a:lnTo>
                    <a:pt x="1914909" y="263705"/>
                  </a:lnTo>
                  <a:lnTo>
                    <a:pt x="1963862" y="296258"/>
                  </a:lnTo>
                  <a:lnTo>
                    <a:pt x="2013320" y="331130"/>
                  </a:lnTo>
                  <a:lnTo>
                    <a:pt x="2063379" y="368120"/>
                  </a:lnTo>
                  <a:lnTo>
                    <a:pt x="2114045" y="406938"/>
                  </a:lnTo>
                  <a:lnTo>
                    <a:pt x="2165244" y="447213"/>
                  </a:lnTo>
                  <a:lnTo>
                    <a:pt x="2216835" y="488505"/>
                  </a:lnTo>
                  <a:lnTo>
                    <a:pt x="2268637" y="530321"/>
                  </a:lnTo>
                  <a:lnTo>
                    <a:pt x="2320441" y="572143"/>
                  </a:lnTo>
                  <a:lnTo>
                    <a:pt x="2372040" y="613453"/>
                  </a:lnTo>
                  <a:lnTo>
                    <a:pt x="2423250" y="653759"/>
                  </a:lnTo>
                  <a:lnTo>
                    <a:pt x="2473930" y="692618"/>
                  </a:lnTo>
                  <a:lnTo>
                    <a:pt x="2524005" y="729656"/>
                  </a:lnTo>
                  <a:lnTo>
                    <a:pt x="2573476" y="764583"/>
                  </a:lnTo>
                  <a:lnTo>
                    <a:pt x="2622440" y="797194"/>
                  </a:lnTo>
                  <a:lnTo>
                    <a:pt x="2671097" y="827373"/>
                  </a:lnTo>
                  <a:lnTo>
                    <a:pt x="2719767" y="855085"/>
                  </a:lnTo>
                  <a:lnTo>
                    <a:pt x="2768904" y="880369"/>
                  </a:lnTo>
                  <a:lnTo>
                    <a:pt x="2770117" y="880958"/>
                  </a:lnTo>
                  <a:lnTo>
                    <a:pt x="2819605" y="903503"/>
                  </a:lnTo>
                  <a:lnTo>
                    <a:pt x="2870796" y="923759"/>
                  </a:lnTo>
                  <a:lnTo>
                    <a:pt x="2924505" y="941848"/>
                  </a:lnTo>
                  <a:lnTo>
                    <a:pt x="2981643" y="957971"/>
                  </a:lnTo>
                  <a:lnTo>
                    <a:pt x="3043135" y="972353"/>
                  </a:lnTo>
                  <a:lnTo>
                    <a:pt x="3109841" y="985212"/>
                  </a:lnTo>
                  <a:lnTo>
                    <a:pt x="3182452" y="996738"/>
                  </a:lnTo>
                  <a:lnTo>
                    <a:pt x="3261353" y="1007083"/>
                  </a:lnTo>
                  <a:lnTo>
                    <a:pt x="3346438" y="1016356"/>
                  </a:lnTo>
                  <a:lnTo>
                    <a:pt x="3436903" y="1024626"/>
                  </a:lnTo>
                  <a:lnTo>
                    <a:pt x="3531033" y="1031916"/>
                  </a:lnTo>
                  <a:lnTo>
                    <a:pt x="3626073" y="1038222"/>
                  </a:lnTo>
                  <a:lnTo>
                    <a:pt x="3718286" y="1043519"/>
                  </a:lnTo>
                  <a:lnTo>
                    <a:pt x="3803295" y="1047791"/>
                  </a:lnTo>
                  <a:lnTo>
                    <a:pt x="3876739" y="1051047"/>
                  </a:lnTo>
                  <a:lnTo>
                    <a:pt x="3935140" y="1053349"/>
                  </a:lnTo>
                  <a:lnTo>
                    <a:pt x="3976731" y="1054815"/>
                  </a:lnTo>
                  <a:lnTo>
                    <a:pt x="4001963" y="1055614"/>
                  </a:lnTo>
                  <a:lnTo>
                    <a:pt x="4013584" y="1055947"/>
                  </a:lnTo>
                  <a:lnTo>
                    <a:pt x="4016409" y="1056020"/>
                  </a:lnTo>
                  <a:lnTo>
                    <a:pt x="4538543" y="1056020"/>
                  </a:lnTo>
                  <a:lnTo>
                    <a:pt x="4539805" y="1055999"/>
                  </a:lnTo>
                  <a:lnTo>
                    <a:pt x="4548055" y="1055848"/>
                  </a:lnTo>
                  <a:lnTo>
                    <a:pt x="4568684" y="1055429"/>
                  </a:lnTo>
                  <a:lnTo>
                    <a:pt x="4605139" y="1054608"/>
                  </a:lnTo>
                  <a:lnTo>
                    <a:pt x="4658605" y="1053262"/>
                  </a:lnTo>
                  <a:lnTo>
                    <a:pt x="4727955" y="1051302"/>
                  </a:lnTo>
                  <a:lnTo>
                    <a:pt x="4810129" y="1048675"/>
                  </a:lnTo>
                  <a:lnTo>
                    <a:pt x="4900906" y="1045365"/>
                  </a:lnTo>
                  <a:lnTo>
                    <a:pt x="4995794" y="1041380"/>
                  </a:lnTo>
                  <a:lnTo>
                    <a:pt x="5090783" y="1036737"/>
                  </a:lnTo>
                  <a:lnTo>
                    <a:pt x="5182789" y="1031443"/>
                  </a:lnTo>
                  <a:lnTo>
                    <a:pt x="5269783" y="1025489"/>
                  </a:lnTo>
                  <a:lnTo>
                    <a:pt x="5350708" y="1018839"/>
                  </a:lnTo>
                  <a:lnTo>
                    <a:pt x="5425282" y="1011427"/>
                  </a:lnTo>
                  <a:lnTo>
                    <a:pt x="5493771" y="1003159"/>
                  </a:lnTo>
                  <a:lnTo>
                    <a:pt x="5556801" y="993916"/>
                  </a:lnTo>
                  <a:lnTo>
                    <a:pt x="5615204" y="983557"/>
                  </a:lnTo>
                  <a:lnTo>
                    <a:pt x="5669904" y="971932"/>
                  </a:lnTo>
                  <a:lnTo>
                    <a:pt x="5721829" y="958898"/>
                  </a:lnTo>
                  <a:lnTo>
                    <a:pt x="5771837" y="944355"/>
                  </a:lnTo>
                  <a:lnTo>
                    <a:pt x="5784835" y="940253"/>
                  </a:lnTo>
                  <a:lnTo>
                    <a:pt x="5836547" y="922655"/>
                  </a:lnTo>
                  <a:lnTo>
                    <a:pt x="5887757" y="903276"/>
                  </a:lnTo>
                  <a:lnTo>
                    <a:pt x="5938985" y="882091"/>
                  </a:lnTo>
                  <a:lnTo>
                    <a:pt x="5990588" y="859134"/>
                  </a:lnTo>
                  <a:lnTo>
                    <a:pt x="6042780" y="834504"/>
                  </a:lnTo>
                  <a:lnTo>
                    <a:pt x="6095649" y="808372"/>
                  </a:lnTo>
                  <a:lnTo>
                    <a:pt x="6149172" y="780982"/>
                  </a:lnTo>
                  <a:lnTo>
                    <a:pt x="6203235" y="752638"/>
                  </a:lnTo>
                  <a:lnTo>
                    <a:pt x="6257652" y="723698"/>
                  </a:lnTo>
                  <a:lnTo>
                    <a:pt x="6312195" y="694550"/>
                  </a:lnTo>
                  <a:lnTo>
                    <a:pt x="6366619" y="665599"/>
                  </a:lnTo>
                  <a:lnTo>
                    <a:pt x="6420694" y="637233"/>
                  </a:lnTo>
                  <a:lnTo>
                    <a:pt x="6474234" y="609812"/>
                  </a:lnTo>
                  <a:lnTo>
                    <a:pt x="6527122" y="583642"/>
                  </a:lnTo>
                  <a:lnTo>
                    <a:pt x="6579332" y="558968"/>
                  </a:lnTo>
                  <a:lnTo>
                    <a:pt x="6630949" y="535962"/>
                  </a:lnTo>
                  <a:lnTo>
                    <a:pt x="6682184" y="514727"/>
                  </a:lnTo>
                  <a:lnTo>
                    <a:pt x="6733388" y="495299"/>
                  </a:lnTo>
                  <a:lnTo>
                    <a:pt x="6785078" y="477651"/>
                  </a:lnTo>
                  <a:lnTo>
                    <a:pt x="6786527" y="477185"/>
                  </a:lnTo>
                  <a:lnTo>
                    <a:pt x="6836153" y="462238"/>
                  </a:lnTo>
                  <a:lnTo>
                    <a:pt x="6887493" y="448812"/>
                  </a:lnTo>
                  <a:lnTo>
                    <a:pt x="6941370" y="436827"/>
                  </a:lnTo>
                  <a:lnTo>
                    <a:pt x="6998702" y="426148"/>
                  </a:lnTo>
                  <a:lnTo>
                    <a:pt x="7060422" y="416624"/>
                  </a:lnTo>
                  <a:lnTo>
                    <a:pt x="7127396" y="408111"/>
                  </a:lnTo>
                  <a:lnTo>
                    <a:pt x="7200316" y="400483"/>
                  </a:lnTo>
                  <a:lnTo>
                    <a:pt x="7279563" y="393639"/>
                  </a:lnTo>
                  <a:lnTo>
                    <a:pt x="7365020" y="387505"/>
                  </a:lnTo>
                  <a:lnTo>
                    <a:pt x="7455854" y="382039"/>
                  </a:lnTo>
                  <a:lnTo>
                    <a:pt x="7550311" y="377223"/>
                  </a:lnTo>
                  <a:lnTo>
                    <a:pt x="7645583" y="373063"/>
                  </a:lnTo>
                  <a:lnTo>
                    <a:pt x="7737876" y="369573"/>
                  </a:lnTo>
                  <a:lnTo>
                    <a:pt x="7822762" y="366766"/>
                  </a:lnTo>
                  <a:lnTo>
                    <a:pt x="7895865" y="364633"/>
                  </a:lnTo>
                  <a:lnTo>
                    <a:pt x="7953731" y="363132"/>
                  </a:lnTo>
                  <a:lnTo>
                    <a:pt x="7994667" y="362182"/>
                  </a:lnTo>
                  <a:lnTo>
                    <a:pt x="8019234" y="361670"/>
                  </a:lnTo>
                  <a:lnTo>
                    <a:pt x="8030308" y="361461"/>
                  </a:lnTo>
                  <a:lnTo>
                    <a:pt x="8032819" y="361418"/>
                  </a:lnTo>
                  <a:lnTo>
                    <a:pt x="8554953" y="361418"/>
                  </a:lnTo>
                  <a:lnTo>
                    <a:pt x="8554953" y="355771"/>
                  </a:lnTo>
                  <a:lnTo>
                    <a:pt x="8032819" y="355771"/>
                  </a:lnTo>
                  <a:lnTo>
                    <a:pt x="8031557" y="355792"/>
                  </a:lnTo>
                  <a:lnTo>
                    <a:pt x="8023307" y="355944"/>
                  </a:lnTo>
                  <a:lnTo>
                    <a:pt x="8002678" y="356362"/>
                  </a:lnTo>
                  <a:lnTo>
                    <a:pt x="7966223" y="357184"/>
                  </a:lnTo>
                  <a:lnTo>
                    <a:pt x="7912757" y="358530"/>
                  </a:lnTo>
                  <a:lnTo>
                    <a:pt x="7843407" y="360490"/>
                  </a:lnTo>
                  <a:lnTo>
                    <a:pt x="7761233" y="363117"/>
                  </a:lnTo>
                  <a:lnTo>
                    <a:pt x="7670456" y="366427"/>
                  </a:lnTo>
                  <a:lnTo>
                    <a:pt x="7575568" y="370411"/>
                  </a:lnTo>
                  <a:lnTo>
                    <a:pt x="7480579" y="375055"/>
                  </a:lnTo>
                  <a:lnTo>
                    <a:pt x="7388573" y="380349"/>
                  </a:lnTo>
                  <a:lnTo>
                    <a:pt x="7301579" y="386303"/>
                  </a:lnTo>
                  <a:lnTo>
                    <a:pt x="7220653" y="392953"/>
                  </a:lnTo>
                  <a:lnTo>
                    <a:pt x="7146080" y="400365"/>
                  </a:lnTo>
                  <a:lnTo>
                    <a:pt x="7077591" y="408633"/>
                  </a:lnTo>
                  <a:lnTo>
                    <a:pt x="7014561" y="417876"/>
                  </a:lnTo>
                  <a:lnTo>
                    <a:pt x="6956158" y="428234"/>
                  </a:lnTo>
                  <a:lnTo>
                    <a:pt x="6901458" y="439860"/>
                  </a:lnTo>
                  <a:lnTo>
                    <a:pt x="6849533" y="452894"/>
                  </a:lnTo>
                  <a:lnTo>
                    <a:pt x="6799525" y="467436"/>
                  </a:lnTo>
                  <a:lnTo>
                    <a:pt x="6786527" y="471538"/>
                  </a:lnTo>
                  <a:lnTo>
                    <a:pt x="6734815" y="489137"/>
                  </a:lnTo>
                  <a:lnTo>
                    <a:pt x="6683605" y="508516"/>
                  </a:lnTo>
                  <a:lnTo>
                    <a:pt x="6632377" y="529700"/>
                  </a:lnTo>
                  <a:lnTo>
                    <a:pt x="6580774" y="552658"/>
                  </a:lnTo>
                  <a:lnTo>
                    <a:pt x="6528582" y="577288"/>
                  </a:lnTo>
                  <a:lnTo>
                    <a:pt x="6475713" y="603419"/>
                  </a:lnTo>
                  <a:lnTo>
                    <a:pt x="6422190" y="630810"/>
                  </a:lnTo>
                  <a:lnTo>
                    <a:pt x="6368127" y="659154"/>
                  </a:lnTo>
                  <a:lnTo>
                    <a:pt x="6313710" y="688094"/>
                  </a:lnTo>
                  <a:lnTo>
                    <a:pt x="6259167" y="717241"/>
                  </a:lnTo>
                  <a:lnTo>
                    <a:pt x="6204743" y="746193"/>
                  </a:lnTo>
                  <a:lnTo>
                    <a:pt x="6150668" y="774559"/>
                  </a:lnTo>
                  <a:lnTo>
                    <a:pt x="6097128" y="801980"/>
                  </a:lnTo>
                  <a:lnTo>
                    <a:pt x="6044240" y="828150"/>
                  </a:lnTo>
                  <a:lnTo>
                    <a:pt x="5992030" y="852824"/>
                  </a:lnTo>
                  <a:lnTo>
                    <a:pt x="5940412" y="875830"/>
                  </a:lnTo>
                  <a:lnTo>
                    <a:pt x="5889178" y="897065"/>
                  </a:lnTo>
                  <a:lnTo>
                    <a:pt x="5837974" y="916493"/>
                  </a:lnTo>
                  <a:lnTo>
                    <a:pt x="5786284" y="934141"/>
                  </a:lnTo>
                  <a:lnTo>
                    <a:pt x="5784835" y="934606"/>
                  </a:lnTo>
                  <a:lnTo>
                    <a:pt x="5735209" y="949554"/>
                  </a:lnTo>
                  <a:lnTo>
                    <a:pt x="5683869" y="962980"/>
                  </a:lnTo>
                  <a:lnTo>
                    <a:pt x="5629992" y="974965"/>
                  </a:lnTo>
                  <a:lnTo>
                    <a:pt x="5572660" y="985644"/>
                  </a:lnTo>
                  <a:lnTo>
                    <a:pt x="5510940" y="995168"/>
                  </a:lnTo>
                  <a:lnTo>
                    <a:pt x="5443966" y="1003681"/>
                  </a:lnTo>
                  <a:lnTo>
                    <a:pt x="5371046" y="1011309"/>
                  </a:lnTo>
                  <a:lnTo>
                    <a:pt x="5291799" y="1018153"/>
                  </a:lnTo>
                  <a:lnTo>
                    <a:pt x="5206342" y="1024287"/>
                  </a:lnTo>
                  <a:lnTo>
                    <a:pt x="5115508" y="1029753"/>
                  </a:lnTo>
                  <a:lnTo>
                    <a:pt x="5021051" y="1034569"/>
                  </a:lnTo>
                  <a:lnTo>
                    <a:pt x="4925778" y="1038729"/>
                  </a:lnTo>
                  <a:lnTo>
                    <a:pt x="4833486" y="1042219"/>
                  </a:lnTo>
                  <a:lnTo>
                    <a:pt x="4748600" y="1045026"/>
                  </a:lnTo>
                  <a:lnTo>
                    <a:pt x="4675497" y="1047159"/>
                  </a:lnTo>
                  <a:lnTo>
                    <a:pt x="4617631" y="1048660"/>
                  </a:lnTo>
                  <a:lnTo>
                    <a:pt x="4576695" y="1049610"/>
                  </a:lnTo>
                  <a:lnTo>
                    <a:pt x="4552128" y="1050122"/>
                  </a:lnTo>
                  <a:lnTo>
                    <a:pt x="4541054" y="1050330"/>
                  </a:lnTo>
                  <a:lnTo>
                    <a:pt x="4538543" y="1050373"/>
                  </a:lnTo>
                  <a:lnTo>
                    <a:pt x="4016409" y="1050373"/>
                  </a:lnTo>
                  <a:lnTo>
                    <a:pt x="4015157" y="1050342"/>
                  </a:lnTo>
                  <a:lnTo>
                    <a:pt x="4006972" y="1050115"/>
                  </a:lnTo>
                  <a:lnTo>
                    <a:pt x="3986498" y="1049487"/>
                  </a:lnTo>
                  <a:lnTo>
                    <a:pt x="3950304" y="1048254"/>
                  </a:lnTo>
                  <a:lnTo>
                    <a:pt x="3897190" y="1046236"/>
                  </a:lnTo>
                  <a:lnTo>
                    <a:pt x="3828248" y="1043294"/>
                  </a:lnTo>
                  <a:lnTo>
                    <a:pt x="3746490" y="1039351"/>
                  </a:lnTo>
                  <a:lnTo>
                    <a:pt x="3656091" y="1034381"/>
                  </a:lnTo>
                  <a:lnTo>
                    <a:pt x="3561508" y="1028395"/>
                  </a:lnTo>
                  <a:lnTo>
                    <a:pt x="3466737" y="1021418"/>
                  </a:lnTo>
                  <a:lnTo>
                    <a:pt x="3374864" y="1013463"/>
                  </a:lnTo>
                  <a:lnTo>
                    <a:pt x="3287930" y="1004516"/>
                  </a:lnTo>
                  <a:lnTo>
                    <a:pt x="3207010" y="994524"/>
                  </a:lnTo>
                  <a:lnTo>
                    <a:pt x="3132409" y="983390"/>
                  </a:lnTo>
                  <a:lnTo>
                    <a:pt x="3063877" y="970977"/>
                  </a:lnTo>
                  <a:lnTo>
                    <a:pt x="3000804" y="957104"/>
                  </a:lnTo>
                  <a:lnTo>
                    <a:pt x="2942372" y="941563"/>
                  </a:lnTo>
                  <a:lnTo>
                    <a:pt x="2887667" y="924128"/>
                  </a:lnTo>
                  <a:lnTo>
                    <a:pt x="2835765" y="904584"/>
                  </a:lnTo>
                  <a:lnTo>
                    <a:pt x="2785812" y="882776"/>
                  </a:lnTo>
                  <a:lnTo>
                    <a:pt x="2770117" y="875311"/>
                  </a:lnTo>
                  <a:lnTo>
                    <a:pt x="2720962" y="850086"/>
                  </a:lnTo>
                  <a:lnTo>
                    <a:pt x="2672287" y="822434"/>
                  </a:lnTo>
                  <a:lnTo>
                    <a:pt x="2623633" y="792315"/>
                  </a:lnTo>
                  <a:lnTo>
                    <a:pt x="2574680" y="759762"/>
                  </a:lnTo>
                  <a:lnTo>
                    <a:pt x="2525223" y="724890"/>
                  </a:lnTo>
                  <a:lnTo>
                    <a:pt x="2475163" y="687900"/>
                  </a:lnTo>
                  <a:lnTo>
                    <a:pt x="2424497" y="649082"/>
                  </a:lnTo>
                  <a:lnTo>
                    <a:pt x="2373298" y="608807"/>
                  </a:lnTo>
                  <a:lnTo>
                    <a:pt x="2321707" y="567515"/>
                  </a:lnTo>
                  <a:lnTo>
                    <a:pt x="2269905" y="525699"/>
                  </a:lnTo>
                  <a:lnTo>
                    <a:pt x="2218101" y="483877"/>
                  </a:lnTo>
                  <a:lnTo>
                    <a:pt x="2166502" y="442566"/>
                  </a:lnTo>
                  <a:lnTo>
                    <a:pt x="2115292" y="402261"/>
                  </a:lnTo>
                  <a:lnTo>
                    <a:pt x="2064612" y="363402"/>
                  </a:lnTo>
                  <a:lnTo>
                    <a:pt x="2014537" y="326364"/>
                  </a:lnTo>
                  <a:lnTo>
                    <a:pt x="1965066" y="291437"/>
                  </a:lnTo>
                  <a:lnTo>
                    <a:pt x="1916102" y="258826"/>
                  </a:lnTo>
                  <a:lnTo>
                    <a:pt x="1867445" y="228647"/>
                  </a:lnTo>
                  <a:lnTo>
                    <a:pt x="1818775" y="200935"/>
                  </a:lnTo>
                  <a:lnTo>
                    <a:pt x="1769638" y="175651"/>
                  </a:lnTo>
                  <a:lnTo>
                    <a:pt x="1768425" y="175062"/>
                  </a:lnTo>
                  <a:lnTo>
                    <a:pt x="1718937" y="152517"/>
                  </a:lnTo>
                  <a:lnTo>
                    <a:pt x="1667746" y="132261"/>
                  </a:lnTo>
                  <a:lnTo>
                    <a:pt x="1614037" y="114172"/>
                  </a:lnTo>
                  <a:lnTo>
                    <a:pt x="1556899" y="98049"/>
                  </a:lnTo>
                  <a:lnTo>
                    <a:pt x="1495407" y="83667"/>
                  </a:lnTo>
                  <a:lnTo>
                    <a:pt x="1428701" y="70808"/>
                  </a:lnTo>
                  <a:lnTo>
                    <a:pt x="1356090" y="59282"/>
                  </a:lnTo>
                  <a:lnTo>
                    <a:pt x="1277190" y="48937"/>
                  </a:lnTo>
                  <a:lnTo>
                    <a:pt x="1192104" y="39664"/>
                  </a:lnTo>
                  <a:lnTo>
                    <a:pt x="1101639" y="31394"/>
                  </a:lnTo>
                  <a:lnTo>
                    <a:pt x="1007509" y="24104"/>
                  </a:lnTo>
                  <a:lnTo>
                    <a:pt x="912469" y="17798"/>
                  </a:lnTo>
                  <a:lnTo>
                    <a:pt x="820256" y="12501"/>
                  </a:lnTo>
                  <a:lnTo>
                    <a:pt x="735247" y="8229"/>
                  </a:lnTo>
                  <a:lnTo>
                    <a:pt x="661804" y="4973"/>
                  </a:lnTo>
                  <a:lnTo>
                    <a:pt x="603402" y="2671"/>
                  </a:lnTo>
                  <a:lnTo>
                    <a:pt x="561812" y="1205"/>
                  </a:lnTo>
                  <a:lnTo>
                    <a:pt x="536579" y="406"/>
                  </a:lnTo>
                  <a:lnTo>
                    <a:pt x="524958" y="73"/>
                  </a:lnTo>
                  <a:lnTo>
                    <a:pt x="5221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78AC3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1335" name="pl1335"/>
            <p:cNvSpPr/>
            <p:nvPr/>
          </p:nvSpPr>
          <p:spPr>
            <a:xfrm>
              <a:off x="386606" y="4901383"/>
              <a:ext cx="8554953" cy="1050373"/>
            </a:xfrm>
            <a:custGeom>
              <a:avLst/>
              <a:pathLst>
                <a:path w="8554953" h="1050373">
                  <a:moveTo>
                    <a:pt x="0" y="0"/>
                  </a:moveTo>
                  <a:lnTo>
                    <a:pt x="522133" y="0"/>
                  </a:lnTo>
                  <a:lnTo>
                    <a:pt x="523385" y="31"/>
                  </a:lnTo>
                  <a:lnTo>
                    <a:pt x="531570" y="258"/>
                  </a:lnTo>
                  <a:lnTo>
                    <a:pt x="552044" y="886"/>
                  </a:lnTo>
                  <a:lnTo>
                    <a:pt x="588238" y="2118"/>
                  </a:lnTo>
                  <a:lnTo>
                    <a:pt x="641353" y="4137"/>
                  </a:lnTo>
                  <a:lnTo>
                    <a:pt x="710294" y="7079"/>
                  </a:lnTo>
                  <a:lnTo>
                    <a:pt x="792052" y="11022"/>
                  </a:lnTo>
                  <a:lnTo>
                    <a:pt x="882451" y="15992"/>
                  </a:lnTo>
                  <a:lnTo>
                    <a:pt x="977034" y="21978"/>
                  </a:lnTo>
                  <a:lnTo>
                    <a:pt x="1071805" y="28955"/>
                  </a:lnTo>
                  <a:lnTo>
                    <a:pt x="1163678" y="36910"/>
                  </a:lnTo>
                  <a:lnTo>
                    <a:pt x="1250612" y="45857"/>
                  </a:lnTo>
                  <a:lnTo>
                    <a:pt x="1331532" y="55849"/>
                  </a:lnTo>
                  <a:lnTo>
                    <a:pt x="1406133" y="66983"/>
                  </a:lnTo>
                  <a:lnTo>
                    <a:pt x="1474666" y="79396"/>
                  </a:lnTo>
                  <a:lnTo>
                    <a:pt x="1537738" y="93268"/>
                  </a:lnTo>
                  <a:lnTo>
                    <a:pt x="1596170" y="108809"/>
                  </a:lnTo>
                  <a:lnTo>
                    <a:pt x="1650875" y="126245"/>
                  </a:lnTo>
                  <a:lnTo>
                    <a:pt x="1702777" y="145789"/>
                  </a:lnTo>
                  <a:lnTo>
                    <a:pt x="1752731" y="167597"/>
                  </a:lnTo>
                  <a:lnTo>
                    <a:pt x="1768425" y="175062"/>
                  </a:lnTo>
                  <a:lnTo>
                    <a:pt x="1817580" y="200287"/>
                  </a:lnTo>
                  <a:lnTo>
                    <a:pt x="1866255" y="227939"/>
                  </a:lnTo>
                  <a:lnTo>
                    <a:pt x="1914909" y="258058"/>
                  </a:lnTo>
                  <a:lnTo>
                    <a:pt x="1963862" y="290611"/>
                  </a:lnTo>
                  <a:lnTo>
                    <a:pt x="2013320" y="325483"/>
                  </a:lnTo>
                  <a:lnTo>
                    <a:pt x="2063379" y="362473"/>
                  </a:lnTo>
                  <a:lnTo>
                    <a:pt x="2114045" y="401291"/>
                  </a:lnTo>
                  <a:lnTo>
                    <a:pt x="2165244" y="441566"/>
                  </a:lnTo>
                  <a:lnTo>
                    <a:pt x="2216835" y="482858"/>
                  </a:lnTo>
                  <a:lnTo>
                    <a:pt x="2268637" y="524674"/>
                  </a:lnTo>
                  <a:lnTo>
                    <a:pt x="2320441" y="566496"/>
                  </a:lnTo>
                  <a:lnTo>
                    <a:pt x="2372040" y="607806"/>
                  </a:lnTo>
                  <a:lnTo>
                    <a:pt x="2423250" y="648112"/>
                  </a:lnTo>
                  <a:lnTo>
                    <a:pt x="2473930" y="686971"/>
                  </a:lnTo>
                  <a:lnTo>
                    <a:pt x="2524005" y="724009"/>
                  </a:lnTo>
                  <a:lnTo>
                    <a:pt x="2573476" y="758936"/>
                  </a:lnTo>
                  <a:lnTo>
                    <a:pt x="2622440" y="791547"/>
                  </a:lnTo>
                  <a:lnTo>
                    <a:pt x="2671097" y="821726"/>
                  </a:lnTo>
                  <a:lnTo>
                    <a:pt x="2719767" y="849438"/>
                  </a:lnTo>
                  <a:lnTo>
                    <a:pt x="2768904" y="874722"/>
                  </a:lnTo>
                  <a:lnTo>
                    <a:pt x="2770117" y="875311"/>
                  </a:lnTo>
                  <a:lnTo>
                    <a:pt x="2819605" y="897856"/>
                  </a:lnTo>
                  <a:lnTo>
                    <a:pt x="2870796" y="918112"/>
                  </a:lnTo>
                  <a:lnTo>
                    <a:pt x="2924505" y="936201"/>
                  </a:lnTo>
                  <a:lnTo>
                    <a:pt x="2981643" y="952323"/>
                  </a:lnTo>
                  <a:lnTo>
                    <a:pt x="3043135" y="966706"/>
                  </a:lnTo>
                  <a:lnTo>
                    <a:pt x="3109841" y="979565"/>
                  </a:lnTo>
                  <a:lnTo>
                    <a:pt x="3182452" y="991091"/>
                  </a:lnTo>
                  <a:lnTo>
                    <a:pt x="3261353" y="1001436"/>
                  </a:lnTo>
                  <a:lnTo>
                    <a:pt x="3346438" y="1010709"/>
                  </a:lnTo>
                  <a:lnTo>
                    <a:pt x="3436903" y="1018978"/>
                  </a:lnTo>
                  <a:lnTo>
                    <a:pt x="3531033" y="1026269"/>
                  </a:lnTo>
                  <a:lnTo>
                    <a:pt x="3626073" y="1032575"/>
                  </a:lnTo>
                  <a:lnTo>
                    <a:pt x="3718286" y="1037872"/>
                  </a:lnTo>
                  <a:lnTo>
                    <a:pt x="3803295" y="1042143"/>
                  </a:lnTo>
                  <a:lnTo>
                    <a:pt x="3876739" y="1045400"/>
                  </a:lnTo>
                  <a:lnTo>
                    <a:pt x="3935140" y="1047702"/>
                  </a:lnTo>
                  <a:lnTo>
                    <a:pt x="3976731" y="1049168"/>
                  </a:lnTo>
                  <a:lnTo>
                    <a:pt x="4001963" y="1049967"/>
                  </a:lnTo>
                  <a:lnTo>
                    <a:pt x="4013584" y="1050300"/>
                  </a:lnTo>
                  <a:lnTo>
                    <a:pt x="4016367" y="1050372"/>
                  </a:lnTo>
                  <a:lnTo>
                    <a:pt x="4016409" y="1050373"/>
                  </a:lnTo>
                  <a:lnTo>
                    <a:pt x="4538543" y="1050373"/>
                  </a:lnTo>
                  <a:lnTo>
                    <a:pt x="4539805" y="1050352"/>
                  </a:lnTo>
                  <a:lnTo>
                    <a:pt x="4548055" y="1050201"/>
                  </a:lnTo>
                  <a:lnTo>
                    <a:pt x="4568684" y="1049782"/>
                  </a:lnTo>
                  <a:lnTo>
                    <a:pt x="4605139" y="1048961"/>
                  </a:lnTo>
                  <a:lnTo>
                    <a:pt x="4658605" y="1047615"/>
                  </a:lnTo>
                  <a:lnTo>
                    <a:pt x="4727955" y="1045654"/>
                  </a:lnTo>
                  <a:lnTo>
                    <a:pt x="4810129" y="1043028"/>
                  </a:lnTo>
                  <a:lnTo>
                    <a:pt x="4900906" y="1039718"/>
                  </a:lnTo>
                  <a:lnTo>
                    <a:pt x="4995794" y="1035733"/>
                  </a:lnTo>
                  <a:lnTo>
                    <a:pt x="5090783" y="1031090"/>
                  </a:lnTo>
                  <a:lnTo>
                    <a:pt x="5182789" y="1025796"/>
                  </a:lnTo>
                  <a:lnTo>
                    <a:pt x="5269783" y="1019842"/>
                  </a:lnTo>
                  <a:lnTo>
                    <a:pt x="5350708" y="1013192"/>
                  </a:lnTo>
                  <a:lnTo>
                    <a:pt x="5425282" y="1005779"/>
                  </a:lnTo>
                  <a:lnTo>
                    <a:pt x="5493771" y="997512"/>
                  </a:lnTo>
                  <a:lnTo>
                    <a:pt x="5556801" y="988269"/>
                  </a:lnTo>
                  <a:lnTo>
                    <a:pt x="5615204" y="977910"/>
                  </a:lnTo>
                  <a:lnTo>
                    <a:pt x="5669904" y="966285"/>
                  </a:lnTo>
                  <a:lnTo>
                    <a:pt x="5721829" y="953251"/>
                  </a:lnTo>
                  <a:lnTo>
                    <a:pt x="5771837" y="938708"/>
                  </a:lnTo>
                  <a:lnTo>
                    <a:pt x="5784835" y="934606"/>
                  </a:lnTo>
                  <a:lnTo>
                    <a:pt x="5836547" y="917007"/>
                  </a:lnTo>
                  <a:lnTo>
                    <a:pt x="5887757" y="897629"/>
                  </a:lnTo>
                  <a:lnTo>
                    <a:pt x="5938985" y="876444"/>
                  </a:lnTo>
                  <a:lnTo>
                    <a:pt x="5990588" y="853487"/>
                  </a:lnTo>
                  <a:lnTo>
                    <a:pt x="6042780" y="828857"/>
                  </a:lnTo>
                  <a:lnTo>
                    <a:pt x="6095649" y="802725"/>
                  </a:lnTo>
                  <a:lnTo>
                    <a:pt x="6149172" y="775335"/>
                  </a:lnTo>
                  <a:lnTo>
                    <a:pt x="6203235" y="746991"/>
                  </a:lnTo>
                  <a:lnTo>
                    <a:pt x="6257652" y="718050"/>
                  </a:lnTo>
                  <a:lnTo>
                    <a:pt x="6312195" y="688903"/>
                  </a:lnTo>
                  <a:lnTo>
                    <a:pt x="6366619" y="659952"/>
                  </a:lnTo>
                  <a:lnTo>
                    <a:pt x="6420694" y="631586"/>
                  </a:lnTo>
                  <a:lnTo>
                    <a:pt x="6474234" y="604165"/>
                  </a:lnTo>
                  <a:lnTo>
                    <a:pt x="6527122" y="577995"/>
                  </a:lnTo>
                  <a:lnTo>
                    <a:pt x="6579332" y="553320"/>
                  </a:lnTo>
                  <a:lnTo>
                    <a:pt x="6630949" y="530315"/>
                  </a:lnTo>
                  <a:lnTo>
                    <a:pt x="6682184" y="509080"/>
                  </a:lnTo>
                  <a:lnTo>
                    <a:pt x="6733388" y="489651"/>
                  </a:lnTo>
                  <a:lnTo>
                    <a:pt x="6785078" y="472004"/>
                  </a:lnTo>
                  <a:lnTo>
                    <a:pt x="6786527" y="471538"/>
                  </a:lnTo>
                  <a:lnTo>
                    <a:pt x="6836153" y="456591"/>
                  </a:lnTo>
                  <a:lnTo>
                    <a:pt x="6887493" y="443165"/>
                  </a:lnTo>
                  <a:lnTo>
                    <a:pt x="6941370" y="431180"/>
                  </a:lnTo>
                  <a:lnTo>
                    <a:pt x="6998702" y="420500"/>
                  </a:lnTo>
                  <a:lnTo>
                    <a:pt x="7060422" y="410977"/>
                  </a:lnTo>
                  <a:lnTo>
                    <a:pt x="7127396" y="402464"/>
                  </a:lnTo>
                  <a:lnTo>
                    <a:pt x="7200316" y="394836"/>
                  </a:lnTo>
                  <a:lnTo>
                    <a:pt x="7279563" y="387992"/>
                  </a:lnTo>
                  <a:lnTo>
                    <a:pt x="7365020" y="381858"/>
                  </a:lnTo>
                  <a:lnTo>
                    <a:pt x="7455854" y="376392"/>
                  </a:lnTo>
                  <a:lnTo>
                    <a:pt x="7550311" y="371576"/>
                  </a:lnTo>
                  <a:lnTo>
                    <a:pt x="7645583" y="367416"/>
                  </a:lnTo>
                  <a:lnTo>
                    <a:pt x="7737876" y="363926"/>
                  </a:lnTo>
                  <a:lnTo>
                    <a:pt x="7822762" y="361119"/>
                  </a:lnTo>
                  <a:lnTo>
                    <a:pt x="7895865" y="358986"/>
                  </a:lnTo>
                  <a:lnTo>
                    <a:pt x="7953731" y="357485"/>
                  </a:lnTo>
                  <a:lnTo>
                    <a:pt x="7994667" y="356535"/>
                  </a:lnTo>
                  <a:lnTo>
                    <a:pt x="8019234" y="356023"/>
                  </a:lnTo>
                  <a:lnTo>
                    <a:pt x="8030308" y="355814"/>
                  </a:lnTo>
                  <a:lnTo>
                    <a:pt x="8032795" y="355772"/>
                  </a:lnTo>
                  <a:lnTo>
                    <a:pt x="8032819" y="355771"/>
                  </a:lnTo>
                  <a:lnTo>
                    <a:pt x="8554953" y="355771"/>
                  </a:lnTo>
                  <a:lnTo>
                    <a:pt x="8554953" y="355771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336" name="pl1336"/>
            <p:cNvSpPr/>
            <p:nvPr/>
          </p:nvSpPr>
          <p:spPr>
            <a:xfrm>
              <a:off x="386606" y="4895736"/>
              <a:ext cx="8554953" cy="1050373"/>
            </a:xfrm>
            <a:custGeom>
              <a:avLst/>
              <a:pathLst>
                <a:path w="8554953" h="1050373">
                  <a:moveTo>
                    <a:pt x="8554953" y="355771"/>
                  </a:moveTo>
                  <a:lnTo>
                    <a:pt x="8032819" y="355771"/>
                  </a:lnTo>
                  <a:lnTo>
                    <a:pt x="8031557" y="355792"/>
                  </a:lnTo>
                  <a:lnTo>
                    <a:pt x="8023307" y="355944"/>
                  </a:lnTo>
                  <a:lnTo>
                    <a:pt x="8002678" y="356362"/>
                  </a:lnTo>
                  <a:lnTo>
                    <a:pt x="7966223" y="357184"/>
                  </a:lnTo>
                  <a:lnTo>
                    <a:pt x="7912757" y="358530"/>
                  </a:lnTo>
                  <a:lnTo>
                    <a:pt x="7843407" y="360490"/>
                  </a:lnTo>
                  <a:lnTo>
                    <a:pt x="7761233" y="363117"/>
                  </a:lnTo>
                  <a:lnTo>
                    <a:pt x="7670456" y="366427"/>
                  </a:lnTo>
                  <a:lnTo>
                    <a:pt x="7575568" y="370411"/>
                  </a:lnTo>
                  <a:lnTo>
                    <a:pt x="7480579" y="375055"/>
                  </a:lnTo>
                  <a:lnTo>
                    <a:pt x="7388573" y="380349"/>
                  </a:lnTo>
                  <a:lnTo>
                    <a:pt x="7301579" y="386303"/>
                  </a:lnTo>
                  <a:lnTo>
                    <a:pt x="7220653" y="392953"/>
                  </a:lnTo>
                  <a:lnTo>
                    <a:pt x="7146080" y="400365"/>
                  </a:lnTo>
                  <a:lnTo>
                    <a:pt x="7077591" y="408633"/>
                  </a:lnTo>
                  <a:lnTo>
                    <a:pt x="7014561" y="417876"/>
                  </a:lnTo>
                  <a:lnTo>
                    <a:pt x="6956158" y="428234"/>
                  </a:lnTo>
                  <a:lnTo>
                    <a:pt x="6901458" y="439860"/>
                  </a:lnTo>
                  <a:lnTo>
                    <a:pt x="6849533" y="452894"/>
                  </a:lnTo>
                  <a:lnTo>
                    <a:pt x="6799525" y="467436"/>
                  </a:lnTo>
                  <a:lnTo>
                    <a:pt x="6786527" y="471538"/>
                  </a:lnTo>
                  <a:lnTo>
                    <a:pt x="6734815" y="489137"/>
                  </a:lnTo>
                  <a:lnTo>
                    <a:pt x="6683605" y="508516"/>
                  </a:lnTo>
                  <a:lnTo>
                    <a:pt x="6632377" y="529700"/>
                  </a:lnTo>
                  <a:lnTo>
                    <a:pt x="6580774" y="552658"/>
                  </a:lnTo>
                  <a:lnTo>
                    <a:pt x="6528582" y="577288"/>
                  </a:lnTo>
                  <a:lnTo>
                    <a:pt x="6475713" y="603419"/>
                  </a:lnTo>
                  <a:lnTo>
                    <a:pt x="6422190" y="630810"/>
                  </a:lnTo>
                  <a:lnTo>
                    <a:pt x="6368127" y="659154"/>
                  </a:lnTo>
                  <a:lnTo>
                    <a:pt x="6313710" y="688094"/>
                  </a:lnTo>
                  <a:lnTo>
                    <a:pt x="6259167" y="717241"/>
                  </a:lnTo>
                  <a:lnTo>
                    <a:pt x="6204743" y="746193"/>
                  </a:lnTo>
                  <a:lnTo>
                    <a:pt x="6150668" y="774559"/>
                  </a:lnTo>
                  <a:lnTo>
                    <a:pt x="6097128" y="801980"/>
                  </a:lnTo>
                  <a:lnTo>
                    <a:pt x="6044240" y="828150"/>
                  </a:lnTo>
                  <a:lnTo>
                    <a:pt x="5992030" y="852824"/>
                  </a:lnTo>
                  <a:lnTo>
                    <a:pt x="5940412" y="875830"/>
                  </a:lnTo>
                  <a:lnTo>
                    <a:pt x="5889178" y="897065"/>
                  </a:lnTo>
                  <a:lnTo>
                    <a:pt x="5837974" y="916493"/>
                  </a:lnTo>
                  <a:lnTo>
                    <a:pt x="5786284" y="934141"/>
                  </a:lnTo>
                  <a:lnTo>
                    <a:pt x="5784835" y="934606"/>
                  </a:lnTo>
                  <a:lnTo>
                    <a:pt x="5735209" y="949554"/>
                  </a:lnTo>
                  <a:lnTo>
                    <a:pt x="5683869" y="962980"/>
                  </a:lnTo>
                  <a:lnTo>
                    <a:pt x="5629992" y="974965"/>
                  </a:lnTo>
                  <a:lnTo>
                    <a:pt x="5572660" y="985644"/>
                  </a:lnTo>
                  <a:lnTo>
                    <a:pt x="5510940" y="995168"/>
                  </a:lnTo>
                  <a:lnTo>
                    <a:pt x="5443966" y="1003681"/>
                  </a:lnTo>
                  <a:lnTo>
                    <a:pt x="5371046" y="1011309"/>
                  </a:lnTo>
                  <a:lnTo>
                    <a:pt x="5291799" y="1018153"/>
                  </a:lnTo>
                  <a:lnTo>
                    <a:pt x="5206342" y="1024287"/>
                  </a:lnTo>
                  <a:lnTo>
                    <a:pt x="5115508" y="1029753"/>
                  </a:lnTo>
                  <a:lnTo>
                    <a:pt x="5021051" y="1034569"/>
                  </a:lnTo>
                  <a:lnTo>
                    <a:pt x="4925778" y="1038729"/>
                  </a:lnTo>
                  <a:lnTo>
                    <a:pt x="4833486" y="1042219"/>
                  </a:lnTo>
                  <a:lnTo>
                    <a:pt x="4748600" y="1045026"/>
                  </a:lnTo>
                  <a:lnTo>
                    <a:pt x="4675497" y="1047159"/>
                  </a:lnTo>
                  <a:lnTo>
                    <a:pt x="4617631" y="1048660"/>
                  </a:lnTo>
                  <a:lnTo>
                    <a:pt x="4576695" y="1049610"/>
                  </a:lnTo>
                  <a:lnTo>
                    <a:pt x="4552128" y="1050122"/>
                  </a:lnTo>
                  <a:lnTo>
                    <a:pt x="4541054" y="1050330"/>
                  </a:lnTo>
                  <a:lnTo>
                    <a:pt x="4538567" y="1050373"/>
                  </a:lnTo>
                  <a:lnTo>
                    <a:pt x="4538543" y="1050373"/>
                  </a:lnTo>
                  <a:lnTo>
                    <a:pt x="4016409" y="1050373"/>
                  </a:lnTo>
                  <a:lnTo>
                    <a:pt x="4015157" y="1050342"/>
                  </a:lnTo>
                  <a:lnTo>
                    <a:pt x="4006972" y="1050115"/>
                  </a:lnTo>
                  <a:lnTo>
                    <a:pt x="3986498" y="1049487"/>
                  </a:lnTo>
                  <a:lnTo>
                    <a:pt x="3950304" y="1048254"/>
                  </a:lnTo>
                  <a:lnTo>
                    <a:pt x="3897190" y="1046236"/>
                  </a:lnTo>
                  <a:lnTo>
                    <a:pt x="3828248" y="1043294"/>
                  </a:lnTo>
                  <a:lnTo>
                    <a:pt x="3746490" y="1039351"/>
                  </a:lnTo>
                  <a:lnTo>
                    <a:pt x="3656091" y="1034381"/>
                  </a:lnTo>
                  <a:lnTo>
                    <a:pt x="3561508" y="1028395"/>
                  </a:lnTo>
                  <a:lnTo>
                    <a:pt x="3466737" y="1021418"/>
                  </a:lnTo>
                  <a:lnTo>
                    <a:pt x="3374864" y="1013463"/>
                  </a:lnTo>
                  <a:lnTo>
                    <a:pt x="3287930" y="1004516"/>
                  </a:lnTo>
                  <a:lnTo>
                    <a:pt x="3207010" y="994524"/>
                  </a:lnTo>
                  <a:lnTo>
                    <a:pt x="3132409" y="983390"/>
                  </a:lnTo>
                  <a:lnTo>
                    <a:pt x="3063877" y="970977"/>
                  </a:lnTo>
                  <a:lnTo>
                    <a:pt x="3000804" y="957104"/>
                  </a:lnTo>
                  <a:lnTo>
                    <a:pt x="2942372" y="941563"/>
                  </a:lnTo>
                  <a:lnTo>
                    <a:pt x="2887667" y="924128"/>
                  </a:lnTo>
                  <a:lnTo>
                    <a:pt x="2835765" y="904584"/>
                  </a:lnTo>
                  <a:lnTo>
                    <a:pt x="2785812" y="882776"/>
                  </a:lnTo>
                  <a:lnTo>
                    <a:pt x="2770117" y="875311"/>
                  </a:lnTo>
                  <a:lnTo>
                    <a:pt x="2720962" y="850086"/>
                  </a:lnTo>
                  <a:lnTo>
                    <a:pt x="2672287" y="822434"/>
                  </a:lnTo>
                  <a:lnTo>
                    <a:pt x="2623633" y="792315"/>
                  </a:lnTo>
                  <a:lnTo>
                    <a:pt x="2574680" y="759762"/>
                  </a:lnTo>
                  <a:lnTo>
                    <a:pt x="2525223" y="724890"/>
                  </a:lnTo>
                  <a:lnTo>
                    <a:pt x="2475163" y="687900"/>
                  </a:lnTo>
                  <a:lnTo>
                    <a:pt x="2424497" y="649082"/>
                  </a:lnTo>
                  <a:lnTo>
                    <a:pt x="2373298" y="608807"/>
                  </a:lnTo>
                  <a:lnTo>
                    <a:pt x="2321707" y="567515"/>
                  </a:lnTo>
                  <a:lnTo>
                    <a:pt x="2269905" y="525699"/>
                  </a:lnTo>
                  <a:lnTo>
                    <a:pt x="2218101" y="483877"/>
                  </a:lnTo>
                  <a:lnTo>
                    <a:pt x="2166502" y="442566"/>
                  </a:lnTo>
                  <a:lnTo>
                    <a:pt x="2115292" y="402261"/>
                  </a:lnTo>
                  <a:lnTo>
                    <a:pt x="2064612" y="363402"/>
                  </a:lnTo>
                  <a:lnTo>
                    <a:pt x="2014537" y="326364"/>
                  </a:lnTo>
                  <a:lnTo>
                    <a:pt x="1965066" y="291437"/>
                  </a:lnTo>
                  <a:lnTo>
                    <a:pt x="1916102" y="258826"/>
                  </a:lnTo>
                  <a:lnTo>
                    <a:pt x="1867445" y="228647"/>
                  </a:lnTo>
                  <a:lnTo>
                    <a:pt x="1818775" y="200935"/>
                  </a:lnTo>
                  <a:lnTo>
                    <a:pt x="1769638" y="175651"/>
                  </a:lnTo>
                  <a:lnTo>
                    <a:pt x="1768425" y="175062"/>
                  </a:lnTo>
                  <a:lnTo>
                    <a:pt x="1718937" y="152517"/>
                  </a:lnTo>
                  <a:lnTo>
                    <a:pt x="1667746" y="132261"/>
                  </a:lnTo>
                  <a:lnTo>
                    <a:pt x="1614037" y="114172"/>
                  </a:lnTo>
                  <a:lnTo>
                    <a:pt x="1556899" y="98049"/>
                  </a:lnTo>
                  <a:lnTo>
                    <a:pt x="1495407" y="83667"/>
                  </a:lnTo>
                  <a:lnTo>
                    <a:pt x="1428701" y="70808"/>
                  </a:lnTo>
                  <a:lnTo>
                    <a:pt x="1356090" y="59282"/>
                  </a:lnTo>
                  <a:lnTo>
                    <a:pt x="1277190" y="48937"/>
                  </a:lnTo>
                  <a:lnTo>
                    <a:pt x="1192104" y="39664"/>
                  </a:lnTo>
                  <a:lnTo>
                    <a:pt x="1101639" y="31394"/>
                  </a:lnTo>
                  <a:lnTo>
                    <a:pt x="1007509" y="24104"/>
                  </a:lnTo>
                  <a:lnTo>
                    <a:pt x="912469" y="17798"/>
                  </a:lnTo>
                  <a:lnTo>
                    <a:pt x="820256" y="12501"/>
                  </a:lnTo>
                  <a:lnTo>
                    <a:pt x="735247" y="8229"/>
                  </a:lnTo>
                  <a:lnTo>
                    <a:pt x="661804" y="4973"/>
                  </a:lnTo>
                  <a:lnTo>
                    <a:pt x="603402" y="2671"/>
                  </a:lnTo>
                  <a:lnTo>
                    <a:pt x="561812" y="1205"/>
                  </a:lnTo>
                  <a:lnTo>
                    <a:pt x="536579" y="406"/>
                  </a:lnTo>
                  <a:lnTo>
                    <a:pt x="524958" y="73"/>
                  </a:lnTo>
                  <a:lnTo>
                    <a:pt x="522176" y="1"/>
                  </a:lnTo>
                  <a:lnTo>
                    <a:pt x="522133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337" name="pg1337"/>
            <p:cNvSpPr/>
            <p:nvPr/>
          </p:nvSpPr>
          <p:spPr>
            <a:xfrm>
              <a:off x="386606" y="2089092"/>
              <a:ext cx="8554953" cy="2637228"/>
            </a:xfrm>
            <a:custGeom>
              <a:avLst/>
              <a:pathLst>
                <a:path w="8554953" h="2637228">
                  <a:moveTo>
                    <a:pt x="0" y="2637228"/>
                  </a:moveTo>
                  <a:lnTo>
                    <a:pt x="522133" y="2637228"/>
                  </a:lnTo>
                  <a:lnTo>
                    <a:pt x="523341" y="2637170"/>
                  </a:lnTo>
                  <a:lnTo>
                    <a:pt x="531245" y="2636756"/>
                  </a:lnTo>
                  <a:lnTo>
                    <a:pt x="551039" y="2635612"/>
                  </a:lnTo>
                  <a:lnTo>
                    <a:pt x="586095" y="2633363"/>
                  </a:lnTo>
                  <a:lnTo>
                    <a:pt x="637664" y="2629677"/>
                  </a:lnTo>
                  <a:lnTo>
                    <a:pt x="704807" y="2624298"/>
                  </a:lnTo>
                  <a:lnTo>
                    <a:pt x="784723" y="2617077"/>
                  </a:lnTo>
                  <a:lnTo>
                    <a:pt x="873439" y="2607959"/>
                  </a:lnTo>
                  <a:lnTo>
                    <a:pt x="966650" y="2596962"/>
                  </a:lnTo>
                  <a:lnTo>
                    <a:pt x="1060430" y="2584128"/>
                  </a:lnTo>
                  <a:lnTo>
                    <a:pt x="1151689" y="2569489"/>
                  </a:lnTo>
                  <a:lnTo>
                    <a:pt x="1238335" y="2553024"/>
                  </a:lnTo>
                  <a:lnTo>
                    <a:pt x="1319211" y="2534649"/>
                  </a:lnTo>
                  <a:lnTo>
                    <a:pt x="1393924" y="2514200"/>
                  </a:lnTo>
                  <a:lnTo>
                    <a:pt x="1462642" y="2491435"/>
                  </a:lnTo>
                  <a:lnTo>
                    <a:pt x="1525906" y="2466041"/>
                  </a:lnTo>
                  <a:lnTo>
                    <a:pt x="1584475" y="2437643"/>
                  </a:lnTo>
                  <a:lnTo>
                    <a:pt x="1639220" y="2405833"/>
                  </a:lnTo>
                  <a:lnTo>
                    <a:pt x="1691035" y="2370208"/>
                  </a:lnTo>
                  <a:lnTo>
                    <a:pt x="1740768" y="2330453"/>
                  </a:lnTo>
                  <a:lnTo>
                    <a:pt x="1768425" y="2305928"/>
                  </a:lnTo>
                  <a:lnTo>
                    <a:pt x="1810629" y="2265257"/>
                  </a:lnTo>
                  <a:lnTo>
                    <a:pt x="1852426" y="2221221"/>
                  </a:lnTo>
                  <a:lnTo>
                    <a:pt x="1894125" y="2173755"/>
                  </a:lnTo>
                  <a:lnTo>
                    <a:pt x="1935956" y="2122865"/>
                  </a:lnTo>
                  <a:lnTo>
                    <a:pt x="1978084" y="2068637"/>
                  </a:lnTo>
                  <a:lnTo>
                    <a:pt x="2020614" y="2011245"/>
                  </a:lnTo>
                  <a:lnTo>
                    <a:pt x="2063592" y="1950954"/>
                  </a:lnTo>
                  <a:lnTo>
                    <a:pt x="2107018" y="1888116"/>
                  </a:lnTo>
                  <a:lnTo>
                    <a:pt x="2150847" y="1823170"/>
                  </a:lnTo>
                  <a:lnTo>
                    <a:pt x="2194999" y="1756627"/>
                  </a:lnTo>
                  <a:lnTo>
                    <a:pt x="2239366" y="1689057"/>
                  </a:lnTo>
                  <a:lnTo>
                    <a:pt x="2283822" y="1621067"/>
                  </a:lnTo>
                  <a:lnTo>
                    <a:pt x="2328235" y="1553281"/>
                  </a:lnTo>
                  <a:lnTo>
                    <a:pt x="2372475" y="1486316"/>
                  </a:lnTo>
                  <a:lnTo>
                    <a:pt x="2416426" y="1420758"/>
                  </a:lnTo>
                  <a:lnTo>
                    <a:pt x="2459998" y="1357138"/>
                  </a:lnTo>
                  <a:lnTo>
                    <a:pt x="2503134" y="1295923"/>
                  </a:lnTo>
                  <a:lnTo>
                    <a:pt x="2545815" y="1237495"/>
                  </a:lnTo>
                  <a:lnTo>
                    <a:pt x="2588074" y="1182150"/>
                  </a:lnTo>
                  <a:lnTo>
                    <a:pt x="2629992" y="1130093"/>
                  </a:lnTo>
                  <a:lnTo>
                    <a:pt x="2671713" y="1081439"/>
                  </a:lnTo>
                  <a:lnTo>
                    <a:pt x="2713446" y="1036222"/>
                  </a:lnTo>
                  <a:lnTo>
                    <a:pt x="2755469" y="994401"/>
                  </a:lnTo>
                  <a:lnTo>
                    <a:pt x="2770117" y="980725"/>
                  </a:lnTo>
                  <a:lnTo>
                    <a:pt x="2818997" y="938550"/>
                  </a:lnTo>
                  <a:lnTo>
                    <a:pt x="2869530" y="900603"/>
                  </a:lnTo>
                  <a:lnTo>
                    <a:pt x="2922500" y="866668"/>
                  </a:lnTo>
                  <a:lnTo>
                    <a:pt x="2978782" y="836380"/>
                  </a:lnTo>
                  <a:lnTo>
                    <a:pt x="3039271" y="809325"/>
                  </a:lnTo>
                  <a:lnTo>
                    <a:pt x="3104802" y="785107"/>
                  </a:lnTo>
                  <a:lnTo>
                    <a:pt x="3176055" y="763374"/>
                  </a:lnTo>
                  <a:lnTo>
                    <a:pt x="3253431" y="743843"/>
                  </a:lnTo>
                  <a:lnTo>
                    <a:pt x="3336881" y="726306"/>
                  </a:lnTo>
                  <a:lnTo>
                    <a:pt x="3425708" y="710635"/>
                  </a:lnTo>
                  <a:lnTo>
                    <a:pt x="3518369" y="696772"/>
                  </a:lnTo>
                  <a:lnTo>
                    <a:pt x="3612338" y="684725"/>
                  </a:lnTo>
                  <a:lnTo>
                    <a:pt x="3704130" y="674532"/>
                  </a:lnTo>
                  <a:lnTo>
                    <a:pt x="3789582" y="666233"/>
                  </a:lnTo>
                  <a:lnTo>
                    <a:pt x="3864431" y="659817"/>
                  </a:lnTo>
                  <a:lnTo>
                    <a:pt x="3925110" y="655193"/>
                  </a:lnTo>
                  <a:lnTo>
                    <a:pt x="3969554" y="652162"/>
                  </a:lnTo>
                  <a:lnTo>
                    <a:pt x="3997751" y="650433"/>
                  </a:lnTo>
                  <a:lnTo>
                    <a:pt x="4011896" y="649650"/>
                  </a:lnTo>
                  <a:lnTo>
                    <a:pt x="4016181" y="649435"/>
                  </a:lnTo>
                  <a:lnTo>
                    <a:pt x="4016409" y="649424"/>
                  </a:lnTo>
                  <a:lnTo>
                    <a:pt x="4538543" y="649424"/>
                  </a:lnTo>
                  <a:lnTo>
                    <a:pt x="4539806" y="649405"/>
                  </a:lnTo>
                  <a:lnTo>
                    <a:pt x="4548063" y="649264"/>
                  </a:lnTo>
                  <a:lnTo>
                    <a:pt x="4568710" y="648876"/>
                  </a:lnTo>
                  <a:lnTo>
                    <a:pt x="4605193" y="648114"/>
                  </a:lnTo>
                  <a:lnTo>
                    <a:pt x="4658698" y="646865"/>
                  </a:lnTo>
                  <a:lnTo>
                    <a:pt x="4728093" y="645047"/>
                  </a:lnTo>
                  <a:lnTo>
                    <a:pt x="4810314" y="642610"/>
                  </a:lnTo>
                  <a:lnTo>
                    <a:pt x="4901132" y="639540"/>
                  </a:lnTo>
                  <a:lnTo>
                    <a:pt x="4996053" y="635844"/>
                  </a:lnTo>
                  <a:lnTo>
                    <a:pt x="5091067" y="631538"/>
                  </a:lnTo>
                  <a:lnTo>
                    <a:pt x="5183086" y="626628"/>
                  </a:lnTo>
                  <a:lnTo>
                    <a:pt x="5270087" y="621106"/>
                  </a:lnTo>
                  <a:lnTo>
                    <a:pt x="5351013" y="614937"/>
                  </a:lnTo>
                  <a:lnTo>
                    <a:pt x="5425584" y="608063"/>
                  </a:lnTo>
                  <a:lnTo>
                    <a:pt x="5494068" y="600394"/>
                  </a:lnTo>
                  <a:lnTo>
                    <a:pt x="5557094" y="591820"/>
                  </a:lnTo>
                  <a:lnTo>
                    <a:pt x="5615494" y="582211"/>
                  </a:lnTo>
                  <a:lnTo>
                    <a:pt x="5670193" y="571426"/>
                  </a:lnTo>
                  <a:lnTo>
                    <a:pt x="5722121" y="559335"/>
                  </a:lnTo>
                  <a:lnTo>
                    <a:pt x="5772135" y="545844"/>
                  </a:lnTo>
                  <a:lnTo>
                    <a:pt x="5784835" y="542128"/>
                  </a:lnTo>
                  <a:lnTo>
                    <a:pt x="5836871" y="525709"/>
                  </a:lnTo>
                  <a:lnTo>
                    <a:pt x="5888402" y="507619"/>
                  </a:lnTo>
                  <a:lnTo>
                    <a:pt x="5939956" y="487834"/>
                  </a:lnTo>
                  <a:lnTo>
                    <a:pt x="5991896" y="466387"/>
                  </a:lnTo>
                  <a:lnTo>
                    <a:pt x="6044436" y="443373"/>
                  </a:lnTo>
                  <a:lnTo>
                    <a:pt x="6097662" y="418956"/>
                  </a:lnTo>
                  <a:lnTo>
                    <a:pt x="6151548" y="393368"/>
                  </a:lnTo>
                  <a:lnTo>
                    <a:pt x="6205972" y="366898"/>
                  </a:lnTo>
                  <a:lnTo>
                    <a:pt x="6260746" y="339886"/>
                  </a:lnTo>
                  <a:lnTo>
                    <a:pt x="6315632" y="312702"/>
                  </a:lnTo>
                  <a:lnTo>
                    <a:pt x="6370383" y="285725"/>
                  </a:lnTo>
                  <a:lnTo>
                    <a:pt x="6424765" y="259323"/>
                  </a:lnTo>
                  <a:lnTo>
                    <a:pt x="6478594" y="233830"/>
                  </a:lnTo>
                  <a:lnTo>
                    <a:pt x="6531757" y="209533"/>
                  </a:lnTo>
                  <a:lnTo>
                    <a:pt x="6584236" y="186656"/>
                  </a:lnTo>
                  <a:lnTo>
                    <a:pt x="6636130" y="165358"/>
                  </a:lnTo>
                  <a:lnTo>
                    <a:pt x="6687665" y="145728"/>
                  </a:lnTo>
                  <a:lnTo>
                    <a:pt x="6739218" y="127793"/>
                  </a:lnTo>
                  <a:lnTo>
                    <a:pt x="6786527" y="112943"/>
                  </a:lnTo>
                  <a:lnTo>
                    <a:pt x="6836168" y="99085"/>
                  </a:lnTo>
                  <a:lnTo>
                    <a:pt x="6887524" y="86638"/>
                  </a:lnTo>
                  <a:lnTo>
                    <a:pt x="6941420" y="75528"/>
                  </a:lnTo>
                  <a:lnTo>
                    <a:pt x="6998774" y="65628"/>
                  </a:lnTo>
                  <a:lnTo>
                    <a:pt x="7060519" y="56800"/>
                  </a:lnTo>
                  <a:lnTo>
                    <a:pt x="7127522" y="48909"/>
                  </a:lnTo>
                  <a:lnTo>
                    <a:pt x="7200477" y="41839"/>
                  </a:lnTo>
                  <a:lnTo>
                    <a:pt x="7279762" y="35495"/>
                  </a:lnTo>
                  <a:lnTo>
                    <a:pt x="7365260" y="29810"/>
                  </a:lnTo>
                  <a:lnTo>
                    <a:pt x="7456135" y="24744"/>
                  </a:lnTo>
                  <a:lnTo>
                    <a:pt x="7550628" y="20281"/>
                  </a:lnTo>
                  <a:lnTo>
                    <a:pt x="7645926" y="16426"/>
                  </a:lnTo>
                  <a:lnTo>
                    <a:pt x="7738226" y="13193"/>
                  </a:lnTo>
                  <a:lnTo>
                    <a:pt x="7823099" y="10593"/>
                  </a:lnTo>
                  <a:lnTo>
                    <a:pt x="7896163" y="8618"/>
                  </a:lnTo>
                  <a:lnTo>
                    <a:pt x="7953970" y="7229"/>
                  </a:lnTo>
                  <a:lnTo>
                    <a:pt x="7994833" y="6351"/>
                  </a:lnTo>
                  <a:lnTo>
                    <a:pt x="8019327" y="5878"/>
                  </a:lnTo>
                  <a:lnTo>
                    <a:pt x="8030341" y="5686"/>
                  </a:lnTo>
                  <a:lnTo>
                    <a:pt x="8032819" y="5647"/>
                  </a:lnTo>
                  <a:lnTo>
                    <a:pt x="8554953" y="5647"/>
                  </a:lnTo>
                  <a:lnTo>
                    <a:pt x="8554953" y="0"/>
                  </a:lnTo>
                  <a:lnTo>
                    <a:pt x="8032819" y="0"/>
                  </a:lnTo>
                  <a:lnTo>
                    <a:pt x="8031556" y="19"/>
                  </a:lnTo>
                  <a:lnTo>
                    <a:pt x="8023299" y="160"/>
                  </a:lnTo>
                  <a:lnTo>
                    <a:pt x="8002652" y="548"/>
                  </a:lnTo>
                  <a:lnTo>
                    <a:pt x="7966169" y="1310"/>
                  </a:lnTo>
                  <a:lnTo>
                    <a:pt x="7912664" y="2559"/>
                  </a:lnTo>
                  <a:lnTo>
                    <a:pt x="7843269" y="4377"/>
                  </a:lnTo>
                  <a:lnTo>
                    <a:pt x="7761048" y="6813"/>
                  </a:lnTo>
                  <a:lnTo>
                    <a:pt x="7670230" y="9883"/>
                  </a:lnTo>
                  <a:lnTo>
                    <a:pt x="7575309" y="13579"/>
                  </a:lnTo>
                  <a:lnTo>
                    <a:pt x="7480295" y="17886"/>
                  </a:lnTo>
                  <a:lnTo>
                    <a:pt x="7388275" y="22796"/>
                  </a:lnTo>
                  <a:lnTo>
                    <a:pt x="7301275" y="28318"/>
                  </a:lnTo>
                  <a:lnTo>
                    <a:pt x="7220349" y="34486"/>
                  </a:lnTo>
                  <a:lnTo>
                    <a:pt x="7145778" y="41361"/>
                  </a:lnTo>
                  <a:lnTo>
                    <a:pt x="7077294" y="49030"/>
                  </a:lnTo>
                  <a:lnTo>
                    <a:pt x="7014268" y="57603"/>
                  </a:lnTo>
                  <a:lnTo>
                    <a:pt x="6955868" y="67213"/>
                  </a:lnTo>
                  <a:lnTo>
                    <a:pt x="6901169" y="77997"/>
                  </a:lnTo>
                  <a:lnTo>
                    <a:pt x="6849241" y="90089"/>
                  </a:lnTo>
                  <a:lnTo>
                    <a:pt x="6799227" y="103580"/>
                  </a:lnTo>
                  <a:lnTo>
                    <a:pt x="6786527" y="107296"/>
                  </a:lnTo>
                  <a:lnTo>
                    <a:pt x="6734491" y="123715"/>
                  </a:lnTo>
                  <a:lnTo>
                    <a:pt x="6682960" y="141805"/>
                  </a:lnTo>
                  <a:lnTo>
                    <a:pt x="6631405" y="161589"/>
                  </a:lnTo>
                  <a:lnTo>
                    <a:pt x="6579466" y="183037"/>
                  </a:lnTo>
                  <a:lnTo>
                    <a:pt x="6526926" y="206051"/>
                  </a:lnTo>
                  <a:lnTo>
                    <a:pt x="6473700" y="230468"/>
                  </a:lnTo>
                  <a:lnTo>
                    <a:pt x="6419814" y="256056"/>
                  </a:lnTo>
                  <a:lnTo>
                    <a:pt x="6365389" y="282526"/>
                  </a:lnTo>
                  <a:lnTo>
                    <a:pt x="6310616" y="309537"/>
                  </a:lnTo>
                  <a:lnTo>
                    <a:pt x="6255730" y="336721"/>
                  </a:lnTo>
                  <a:lnTo>
                    <a:pt x="6200979" y="363699"/>
                  </a:lnTo>
                  <a:lnTo>
                    <a:pt x="6146597" y="390101"/>
                  </a:lnTo>
                  <a:lnTo>
                    <a:pt x="6092768" y="415594"/>
                  </a:lnTo>
                  <a:lnTo>
                    <a:pt x="6039605" y="439891"/>
                  </a:lnTo>
                  <a:lnTo>
                    <a:pt x="5987125" y="462767"/>
                  </a:lnTo>
                  <a:lnTo>
                    <a:pt x="5935232" y="484066"/>
                  </a:lnTo>
                  <a:lnTo>
                    <a:pt x="5883696" y="503696"/>
                  </a:lnTo>
                  <a:lnTo>
                    <a:pt x="5832144" y="521631"/>
                  </a:lnTo>
                  <a:lnTo>
                    <a:pt x="5784835" y="536481"/>
                  </a:lnTo>
                  <a:lnTo>
                    <a:pt x="5735194" y="550338"/>
                  </a:lnTo>
                  <a:lnTo>
                    <a:pt x="5683838" y="562785"/>
                  </a:lnTo>
                  <a:lnTo>
                    <a:pt x="5629942" y="573896"/>
                  </a:lnTo>
                  <a:lnTo>
                    <a:pt x="5572588" y="583795"/>
                  </a:lnTo>
                  <a:lnTo>
                    <a:pt x="5510843" y="592623"/>
                  </a:lnTo>
                  <a:lnTo>
                    <a:pt x="5443840" y="600514"/>
                  </a:lnTo>
                  <a:lnTo>
                    <a:pt x="5370885" y="607585"/>
                  </a:lnTo>
                  <a:lnTo>
                    <a:pt x="5291600" y="613929"/>
                  </a:lnTo>
                  <a:lnTo>
                    <a:pt x="5206102" y="619614"/>
                  </a:lnTo>
                  <a:lnTo>
                    <a:pt x="5115227" y="624680"/>
                  </a:lnTo>
                  <a:lnTo>
                    <a:pt x="5020734" y="629143"/>
                  </a:lnTo>
                  <a:lnTo>
                    <a:pt x="4925436" y="632998"/>
                  </a:lnTo>
                  <a:lnTo>
                    <a:pt x="4833136" y="636231"/>
                  </a:lnTo>
                  <a:lnTo>
                    <a:pt x="4748263" y="638830"/>
                  </a:lnTo>
                  <a:lnTo>
                    <a:pt x="4675199" y="640805"/>
                  </a:lnTo>
                  <a:lnTo>
                    <a:pt x="4617392" y="642194"/>
                  </a:lnTo>
                  <a:lnTo>
                    <a:pt x="4576529" y="643072"/>
                  </a:lnTo>
                  <a:lnTo>
                    <a:pt x="4552035" y="643546"/>
                  </a:lnTo>
                  <a:lnTo>
                    <a:pt x="4541021" y="643738"/>
                  </a:lnTo>
                  <a:lnTo>
                    <a:pt x="4538543" y="643777"/>
                  </a:lnTo>
                  <a:lnTo>
                    <a:pt x="4016409" y="643777"/>
                  </a:lnTo>
                  <a:lnTo>
                    <a:pt x="4015202" y="643835"/>
                  </a:lnTo>
                  <a:lnTo>
                    <a:pt x="4007297" y="644249"/>
                  </a:lnTo>
                  <a:lnTo>
                    <a:pt x="3987503" y="645393"/>
                  </a:lnTo>
                  <a:lnTo>
                    <a:pt x="3952447" y="647642"/>
                  </a:lnTo>
                  <a:lnTo>
                    <a:pt x="3900878" y="651329"/>
                  </a:lnTo>
                  <a:lnTo>
                    <a:pt x="3833735" y="656707"/>
                  </a:lnTo>
                  <a:lnTo>
                    <a:pt x="3753820" y="663929"/>
                  </a:lnTo>
                  <a:lnTo>
                    <a:pt x="3665103" y="673046"/>
                  </a:lnTo>
                  <a:lnTo>
                    <a:pt x="3571892" y="684044"/>
                  </a:lnTo>
                  <a:lnTo>
                    <a:pt x="3478112" y="696877"/>
                  </a:lnTo>
                  <a:lnTo>
                    <a:pt x="3386853" y="711517"/>
                  </a:lnTo>
                  <a:lnTo>
                    <a:pt x="3300207" y="727981"/>
                  </a:lnTo>
                  <a:lnTo>
                    <a:pt x="3219332" y="746356"/>
                  </a:lnTo>
                  <a:lnTo>
                    <a:pt x="3144618" y="766806"/>
                  </a:lnTo>
                  <a:lnTo>
                    <a:pt x="3075900" y="789571"/>
                  </a:lnTo>
                  <a:lnTo>
                    <a:pt x="3012636" y="814965"/>
                  </a:lnTo>
                  <a:lnTo>
                    <a:pt x="2954067" y="843362"/>
                  </a:lnTo>
                  <a:lnTo>
                    <a:pt x="2899323" y="875173"/>
                  </a:lnTo>
                  <a:lnTo>
                    <a:pt x="2847507" y="910797"/>
                  </a:lnTo>
                  <a:lnTo>
                    <a:pt x="2797774" y="950553"/>
                  </a:lnTo>
                  <a:lnTo>
                    <a:pt x="2770117" y="975078"/>
                  </a:lnTo>
                  <a:lnTo>
                    <a:pt x="2727913" y="1015748"/>
                  </a:lnTo>
                  <a:lnTo>
                    <a:pt x="2686116" y="1059784"/>
                  </a:lnTo>
                  <a:lnTo>
                    <a:pt x="2644418" y="1107250"/>
                  </a:lnTo>
                  <a:lnTo>
                    <a:pt x="2602586" y="1158141"/>
                  </a:lnTo>
                  <a:lnTo>
                    <a:pt x="2560458" y="1212369"/>
                  </a:lnTo>
                  <a:lnTo>
                    <a:pt x="2517929" y="1269760"/>
                  </a:lnTo>
                  <a:lnTo>
                    <a:pt x="2474950" y="1330051"/>
                  </a:lnTo>
                  <a:lnTo>
                    <a:pt x="2431524" y="1392889"/>
                  </a:lnTo>
                  <a:lnTo>
                    <a:pt x="2387695" y="1457835"/>
                  </a:lnTo>
                  <a:lnTo>
                    <a:pt x="2343543" y="1524378"/>
                  </a:lnTo>
                  <a:lnTo>
                    <a:pt x="2299176" y="1591949"/>
                  </a:lnTo>
                  <a:lnTo>
                    <a:pt x="2254720" y="1659939"/>
                  </a:lnTo>
                  <a:lnTo>
                    <a:pt x="2210307" y="1727724"/>
                  </a:lnTo>
                  <a:lnTo>
                    <a:pt x="2166068" y="1794689"/>
                  </a:lnTo>
                  <a:lnTo>
                    <a:pt x="2122116" y="1860248"/>
                  </a:lnTo>
                  <a:lnTo>
                    <a:pt x="2078544" y="1923867"/>
                  </a:lnTo>
                  <a:lnTo>
                    <a:pt x="2035408" y="1985083"/>
                  </a:lnTo>
                  <a:lnTo>
                    <a:pt x="1992727" y="2043510"/>
                  </a:lnTo>
                  <a:lnTo>
                    <a:pt x="1950469" y="2098855"/>
                  </a:lnTo>
                  <a:lnTo>
                    <a:pt x="1908550" y="2150913"/>
                  </a:lnTo>
                  <a:lnTo>
                    <a:pt x="1866829" y="2199566"/>
                  </a:lnTo>
                  <a:lnTo>
                    <a:pt x="1825097" y="2244783"/>
                  </a:lnTo>
                  <a:lnTo>
                    <a:pt x="1783073" y="2286605"/>
                  </a:lnTo>
                  <a:lnTo>
                    <a:pt x="1768425" y="2300281"/>
                  </a:lnTo>
                  <a:lnTo>
                    <a:pt x="1719545" y="2342455"/>
                  </a:lnTo>
                  <a:lnTo>
                    <a:pt x="1669012" y="2380402"/>
                  </a:lnTo>
                  <a:lnTo>
                    <a:pt x="1616043" y="2414337"/>
                  </a:lnTo>
                  <a:lnTo>
                    <a:pt x="1559760" y="2444626"/>
                  </a:lnTo>
                  <a:lnTo>
                    <a:pt x="1499271" y="2471680"/>
                  </a:lnTo>
                  <a:lnTo>
                    <a:pt x="1433740" y="2495899"/>
                  </a:lnTo>
                  <a:lnTo>
                    <a:pt x="1362487" y="2517632"/>
                  </a:lnTo>
                  <a:lnTo>
                    <a:pt x="1285111" y="2537162"/>
                  </a:lnTo>
                  <a:lnTo>
                    <a:pt x="1201661" y="2554699"/>
                  </a:lnTo>
                  <a:lnTo>
                    <a:pt x="1112834" y="2570371"/>
                  </a:lnTo>
                  <a:lnTo>
                    <a:pt x="1020173" y="2584233"/>
                  </a:lnTo>
                  <a:lnTo>
                    <a:pt x="926204" y="2596281"/>
                  </a:lnTo>
                  <a:lnTo>
                    <a:pt x="834413" y="2606473"/>
                  </a:lnTo>
                  <a:lnTo>
                    <a:pt x="748961" y="2614773"/>
                  </a:lnTo>
                  <a:lnTo>
                    <a:pt x="674111" y="2621188"/>
                  </a:lnTo>
                  <a:lnTo>
                    <a:pt x="613432" y="2625813"/>
                  </a:lnTo>
                  <a:lnTo>
                    <a:pt x="568988" y="2628843"/>
                  </a:lnTo>
                  <a:lnTo>
                    <a:pt x="540791" y="2630572"/>
                  </a:lnTo>
                  <a:lnTo>
                    <a:pt x="526647" y="2631355"/>
                  </a:lnTo>
                  <a:lnTo>
                    <a:pt x="522361" y="2631571"/>
                  </a:lnTo>
                  <a:lnTo>
                    <a:pt x="522133" y="2631581"/>
                  </a:lnTo>
                  <a:lnTo>
                    <a:pt x="0" y="2631581"/>
                  </a:lnTo>
                  <a:close/>
                </a:path>
              </a:pathLst>
            </a:custGeom>
            <a:solidFill>
              <a:srgbClr val="E78AC3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1338" name="pl1338"/>
            <p:cNvSpPr/>
            <p:nvPr/>
          </p:nvSpPr>
          <p:spPr>
            <a:xfrm>
              <a:off x="386606" y="2094739"/>
              <a:ext cx="8554953" cy="2631581"/>
            </a:xfrm>
            <a:custGeom>
              <a:avLst/>
              <a:pathLst>
                <a:path w="8554953" h="2631581">
                  <a:moveTo>
                    <a:pt x="0" y="2631581"/>
                  </a:moveTo>
                  <a:lnTo>
                    <a:pt x="522133" y="2631581"/>
                  </a:lnTo>
                  <a:lnTo>
                    <a:pt x="523341" y="2631523"/>
                  </a:lnTo>
                  <a:lnTo>
                    <a:pt x="531245" y="2631109"/>
                  </a:lnTo>
                  <a:lnTo>
                    <a:pt x="551039" y="2629965"/>
                  </a:lnTo>
                  <a:lnTo>
                    <a:pt x="586095" y="2627716"/>
                  </a:lnTo>
                  <a:lnTo>
                    <a:pt x="637664" y="2624030"/>
                  </a:lnTo>
                  <a:lnTo>
                    <a:pt x="704807" y="2618651"/>
                  </a:lnTo>
                  <a:lnTo>
                    <a:pt x="784723" y="2611430"/>
                  </a:lnTo>
                  <a:lnTo>
                    <a:pt x="873439" y="2602312"/>
                  </a:lnTo>
                  <a:lnTo>
                    <a:pt x="966650" y="2591314"/>
                  </a:lnTo>
                  <a:lnTo>
                    <a:pt x="1060430" y="2578481"/>
                  </a:lnTo>
                  <a:lnTo>
                    <a:pt x="1151689" y="2563842"/>
                  </a:lnTo>
                  <a:lnTo>
                    <a:pt x="1238335" y="2547377"/>
                  </a:lnTo>
                  <a:lnTo>
                    <a:pt x="1319211" y="2529002"/>
                  </a:lnTo>
                  <a:lnTo>
                    <a:pt x="1393924" y="2508552"/>
                  </a:lnTo>
                  <a:lnTo>
                    <a:pt x="1462642" y="2485788"/>
                  </a:lnTo>
                  <a:lnTo>
                    <a:pt x="1525906" y="2460393"/>
                  </a:lnTo>
                  <a:lnTo>
                    <a:pt x="1584475" y="2431996"/>
                  </a:lnTo>
                  <a:lnTo>
                    <a:pt x="1639220" y="2400186"/>
                  </a:lnTo>
                  <a:lnTo>
                    <a:pt x="1691035" y="2364561"/>
                  </a:lnTo>
                  <a:lnTo>
                    <a:pt x="1740768" y="2324806"/>
                  </a:lnTo>
                  <a:lnTo>
                    <a:pt x="1768425" y="2300281"/>
                  </a:lnTo>
                  <a:lnTo>
                    <a:pt x="1810629" y="2259610"/>
                  </a:lnTo>
                  <a:lnTo>
                    <a:pt x="1852426" y="2215574"/>
                  </a:lnTo>
                  <a:lnTo>
                    <a:pt x="1894125" y="2168108"/>
                  </a:lnTo>
                  <a:lnTo>
                    <a:pt x="1935956" y="2117217"/>
                  </a:lnTo>
                  <a:lnTo>
                    <a:pt x="1978084" y="2062990"/>
                  </a:lnTo>
                  <a:lnTo>
                    <a:pt x="2020614" y="2005598"/>
                  </a:lnTo>
                  <a:lnTo>
                    <a:pt x="2063592" y="1945307"/>
                  </a:lnTo>
                  <a:lnTo>
                    <a:pt x="2107018" y="1882469"/>
                  </a:lnTo>
                  <a:lnTo>
                    <a:pt x="2150847" y="1817523"/>
                  </a:lnTo>
                  <a:lnTo>
                    <a:pt x="2194999" y="1750980"/>
                  </a:lnTo>
                  <a:lnTo>
                    <a:pt x="2239366" y="1683409"/>
                  </a:lnTo>
                  <a:lnTo>
                    <a:pt x="2283822" y="1615420"/>
                  </a:lnTo>
                  <a:lnTo>
                    <a:pt x="2328235" y="1547634"/>
                  </a:lnTo>
                  <a:lnTo>
                    <a:pt x="2372475" y="1480669"/>
                  </a:lnTo>
                  <a:lnTo>
                    <a:pt x="2416426" y="1415110"/>
                  </a:lnTo>
                  <a:lnTo>
                    <a:pt x="2459998" y="1351491"/>
                  </a:lnTo>
                  <a:lnTo>
                    <a:pt x="2503134" y="1290275"/>
                  </a:lnTo>
                  <a:lnTo>
                    <a:pt x="2545815" y="1231848"/>
                  </a:lnTo>
                  <a:lnTo>
                    <a:pt x="2588074" y="1176503"/>
                  </a:lnTo>
                  <a:lnTo>
                    <a:pt x="2629992" y="1124446"/>
                  </a:lnTo>
                  <a:lnTo>
                    <a:pt x="2671713" y="1075792"/>
                  </a:lnTo>
                  <a:lnTo>
                    <a:pt x="2713446" y="1030575"/>
                  </a:lnTo>
                  <a:lnTo>
                    <a:pt x="2755469" y="988753"/>
                  </a:lnTo>
                  <a:lnTo>
                    <a:pt x="2770117" y="975078"/>
                  </a:lnTo>
                  <a:lnTo>
                    <a:pt x="2818997" y="932903"/>
                  </a:lnTo>
                  <a:lnTo>
                    <a:pt x="2869530" y="894956"/>
                  </a:lnTo>
                  <a:lnTo>
                    <a:pt x="2922500" y="861021"/>
                  </a:lnTo>
                  <a:lnTo>
                    <a:pt x="2978782" y="830733"/>
                  </a:lnTo>
                  <a:lnTo>
                    <a:pt x="3039271" y="803678"/>
                  </a:lnTo>
                  <a:lnTo>
                    <a:pt x="3104802" y="779459"/>
                  </a:lnTo>
                  <a:lnTo>
                    <a:pt x="3176055" y="757727"/>
                  </a:lnTo>
                  <a:lnTo>
                    <a:pt x="3253431" y="738196"/>
                  </a:lnTo>
                  <a:lnTo>
                    <a:pt x="3336881" y="720659"/>
                  </a:lnTo>
                  <a:lnTo>
                    <a:pt x="3425708" y="704987"/>
                  </a:lnTo>
                  <a:lnTo>
                    <a:pt x="3518369" y="691125"/>
                  </a:lnTo>
                  <a:lnTo>
                    <a:pt x="3612338" y="679078"/>
                  </a:lnTo>
                  <a:lnTo>
                    <a:pt x="3704130" y="668885"/>
                  </a:lnTo>
                  <a:lnTo>
                    <a:pt x="3789582" y="660586"/>
                  </a:lnTo>
                  <a:lnTo>
                    <a:pt x="3864431" y="654170"/>
                  </a:lnTo>
                  <a:lnTo>
                    <a:pt x="3925110" y="649545"/>
                  </a:lnTo>
                  <a:lnTo>
                    <a:pt x="3969554" y="646515"/>
                  </a:lnTo>
                  <a:lnTo>
                    <a:pt x="3997751" y="644786"/>
                  </a:lnTo>
                  <a:lnTo>
                    <a:pt x="4011896" y="644003"/>
                  </a:lnTo>
                  <a:lnTo>
                    <a:pt x="4016181" y="643788"/>
                  </a:lnTo>
                  <a:lnTo>
                    <a:pt x="4016409" y="643777"/>
                  </a:lnTo>
                  <a:lnTo>
                    <a:pt x="4538543" y="643777"/>
                  </a:lnTo>
                  <a:lnTo>
                    <a:pt x="4539806" y="643757"/>
                  </a:lnTo>
                  <a:lnTo>
                    <a:pt x="4548063" y="643617"/>
                  </a:lnTo>
                  <a:lnTo>
                    <a:pt x="4568710" y="643229"/>
                  </a:lnTo>
                  <a:lnTo>
                    <a:pt x="4605193" y="642466"/>
                  </a:lnTo>
                  <a:lnTo>
                    <a:pt x="4658698" y="641218"/>
                  </a:lnTo>
                  <a:lnTo>
                    <a:pt x="4728093" y="639400"/>
                  </a:lnTo>
                  <a:lnTo>
                    <a:pt x="4810314" y="636963"/>
                  </a:lnTo>
                  <a:lnTo>
                    <a:pt x="4901132" y="633893"/>
                  </a:lnTo>
                  <a:lnTo>
                    <a:pt x="4996053" y="630197"/>
                  </a:lnTo>
                  <a:lnTo>
                    <a:pt x="5091067" y="625890"/>
                  </a:lnTo>
                  <a:lnTo>
                    <a:pt x="5183086" y="620981"/>
                  </a:lnTo>
                  <a:lnTo>
                    <a:pt x="5270087" y="615459"/>
                  </a:lnTo>
                  <a:lnTo>
                    <a:pt x="5351013" y="609290"/>
                  </a:lnTo>
                  <a:lnTo>
                    <a:pt x="5425584" y="602415"/>
                  </a:lnTo>
                  <a:lnTo>
                    <a:pt x="5494068" y="594747"/>
                  </a:lnTo>
                  <a:lnTo>
                    <a:pt x="5557094" y="586173"/>
                  </a:lnTo>
                  <a:lnTo>
                    <a:pt x="5615494" y="576564"/>
                  </a:lnTo>
                  <a:lnTo>
                    <a:pt x="5670193" y="565779"/>
                  </a:lnTo>
                  <a:lnTo>
                    <a:pt x="5722121" y="553688"/>
                  </a:lnTo>
                  <a:lnTo>
                    <a:pt x="5772135" y="540197"/>
                  </a:lnTo>
                  <a:lnTo>
                    <a:pt x="5784835" y="536481"/>
                  </a:lnTo>
                  <a:lnTo>
                    <a:pt x="5836871" y="520062"/>
                  </a:lnTo>
                  <a:lnTo>
                    <a:pt x="5888402" y="501972"/>
                  </a:lnTo>
                  <a:lnTo>
                    <a:pt x="5939956" y="482187"/>
                  </a:lnTo>
                  <a:lnTo>
                    <a:pt x="5991896" y="460740"/>
                  </a:lnTo>
                  <a:lnTo>
                    <a:pt x="6044436" y="437726"/>
                  </a:lnTo>
                  <a:lnTo>
                    <a:pt x="6097662" y="413309"/>
                  </a:lnTo>
                  <a:lnTo>
                    <a:pt x="6151548" y="387720"/>
                  </a:lnTo>
                  <a:lnTo>
                    <a:pt x="6205972" y="361251"/>
                  </a:lnTo>
                  <a:lnTo>
                    <a:pt x="6260746" y="334239"/>
                  </a:lnTo>
                  <a:lnTo>
                    <a:pt x="6315632" y="307055"/>
                  </a:lnTo>
                  <a:lnTo>
                    <a:pt x="6370383" y="280078"/>
                  </a:lnTo>
                  <a:lnTo>
                    <a:pt x="6424765" y="253675"/>
                  </a:lnTo>
                  <a:lnTo>
                    <a:pt x="6478594" y="228183"/>
                  </a:lnTo>
                  <a:lnTo>
                    <a:pt x="6531757" y="203886"/>
                  </a:lnTo>
                  <a:lnTo>
                    <a:pt x="6584236" y="181009"/>
                  </a:lnTo>
                  <a:lnTo>
                    <a:pt x="6636130" y="159711"/>
                  </a:lnTo>
                  <a:lnTo>
                    <a:pt x="6687665" y="140080"/>
                  </a:lnTo>
                  <a:lnTo>
                    <a:pt x="6739218" y="122145"/>
                  </a:lnTo>
                  <a:lnTo>
                    <a:pt x="6786527" y="107296"/>
                  </a:lnTo>
                  <a:lnTo>
                    <a:pt x="6836168" y="93438"/>
                  </a:lnTo>
                  <a:lnTo>
                    <a:pt x="6887524" y="80991"/>
                  </a:lnTo>
                  <a:lnTo>
                    <a:pt x="6941420" y="69881"/>
                  </a:lnTo>
                  <a:lnTo>
                    <a:pt x="6998774" y="59981"/>
                  </a:lnTo>
                  <a:lnTo>
                    <a:pt x="7060519" y="51153"/>
                  </a:lnTo>
                  <a:lnTo>
                    <a:pt x="7127522" y="43262"/>
                  </a:lnTo>
                  <a:lnTo>
                    <a:pt x="7200477" y="36192"/>
                  </a:lnTo>
                  <a:lnTo>
                    <a:pt x="7279762" y="29848"/>
                  </a:lnTo>
                  <a:lnTo>
                    <a:pt x="7365260" y="24163"/>
                  </a:lnTo>
                  <a:lnTo>
                    <a:pt x="7456135" y="19097"/>
                  </a:lnTo>
                  <a:lnTo>
                    <a:pt x="7550628" y="14634"/>
                  </a:lnTo>
                  <a:lnTo>
                    <a:pt x="7645926" y="10779"/>
                  </a:lnTo>
                  <a:lnTo>
                    <a:pt x="7738226" y="7546"/>
                  </a:lnTo>
                  <a:lnTo>
                    <a:pt x="7823099" y="4946"/>
                  </a:lnTo>
                  <a:lnTo>
                    <a:pt x="7896163" y="2971"/>
                  </a:lnTo>
                  <a:lnTo>
                    <a:pt x="7953970" y="1582"/>
                  </a:lnTo>
                  <a:lnTo>
                    <a:pt x="7994833" y="704"/>
                  </a:lnTo>
                  <a:lnTo>
                    <a:pt x="8019327" y="231"/>
                  </a:lnTo>
                  <a:lnTo>
                    <a:pt x="8030341" y="39"/>
                  </a:lnTo>
                  <a:lnTo>
                    <a:pt x="8032796" y="0"/>
                  </a:lnTo>
                  <a:lnTo>
                    <a:pt x="8032819" y="0"/>
                  </a:lnTo>
                  <a:lnTo>
                    <a:pt x="8554953" y="0"/>
                  </a:lnTo>
                  <a:lnTo>
                    <a:pt x="8554953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339" name="pl1339"/>
            <p:cNvSpPr/>
            <p:nvPr/>
          </p:nvSpPr>
          <p:spPr>
            <a:xfrm>
              <a:off x="386606" y="2089092"/>
              <a:ext cx="8554953" cy="2631581"/>
            </a:xfrm>
            <a:custGeom>
              <a:avLst/>
              <a:pathLst>
                <a:path w="8554953" h="2631581">
                  <a:moveTo>
                    <a:pt x="8554953" y="0"/>
                  </a:moveTo>
                  <a:lnTo>
                    <a:pt x="8032819" y="0"/>
                  </a:lnTo>
                  <a:lnTo>
                    <a:pt x="8031556" y="19"/>
                  </a:lnTo>
                  <a:lnTo>
                    <a:pt x="8023299" y="160"/>
                  </a:lnTo>
                  <a:lnTo>
                    <a:pt x="8002652" y="548"/>
                  </a:lnTo>
                  <a:lnTo>
                    <a:pt x="7966169" y="1310"/>
                  </a:lnTo>
                  <a:lnTo>
                    <a:pt x="7912664" y="2559"/>
                  </a:lnTo>
                  <a:lnTo>
                    <a:pt x="7843269" y="4377"/>
                  </a:lnTo>
                  <a:lnTo>
                    <a:pt x="7761048" y="6813"/>
                  </a:lnTo>
                  <a:lnTo>
                    <a:pt x="7670230" y="9883"/>
                  </a:lnTo>
                  <a:lnTo>
                    <a:pt x="7575309" y="13579"/>
                  </a:lnTo>
                  <a:lnTo>
                    <a:pt x="7480295" y="17886"/>
                  </a:lnTo>
                  <a:lnTo>
                    <a:pt x="7388275" y="22796"/>
                  </a:lnTo>
                  <a:lnTo>
                    <a:pt x="7301275" y="28318"/>
                  </a:lnTo>
                  <a:lnTo>
                    <a:pt x="7220349" y="34486"/>
                  </a:lnTo>
                  <a:lnTo>
                    <a:pt x="7145778" y="41361"/>
                  </a:lnTo>
                  <a:lnTo>
                    <a:pt x="7077294" y="49030"/>
                  </a:lnTo>
                  <a:lnTo>
                    <a:pt x="7014268" y="57603"/>
                  </a:lnTo>
                  <a:lnTo>
                    <a:pt x="6955868" y="67213"/>
                  </a:lnTo>
                  <a:lnTo>
                    <a:pt x="6901169" y="77997"/>
                  </a:lnTo>
                  <a:lnTo>
                    <a:pt x="6849241" y="90089"/>
                  </a:lnTo>
                  <a:lnTo>
                    <a:pt x="6799227" y="103580"/>
                  </a:lnTo>
                  <a:lnTo>
                    <a:pt x="6786527" y="107296"/>
                  </a:lnTo>
                  <a:lnTo>
                    <a:pt x="6734491" y="123715"/>
                  </a:lnTo>
                  <a:lnTo>
                    <a:pt x="6682960" y="141805"/>
                  </a:lnTo>
                  <a:lnTo>
                    <a:pt x="6631405" y="161589"/>
                  </a:lnTo>
                  <a:lnTo>
                    <a:pt x="6579466" y="183037"/>
                  </a:lnTo>
                  <a:lnTo>
                    <a:pt x="6526926" y="206051"/>
                  </a:lnTo>
                  <a:lnTo>
                    <a:pt x="6473700" y="230468"/>
                  </a:lnTo>
                  <a:lnTo>
                    <a:pt x="6419814" y="256056"/>
                  </a:lnTo>
                  <a:lnTo>
                    <a:pt x="6365389" y="282526"/>
                  </a:lnTo>
                  <a:lnTo>
                    <a:pt x="6310616" y="309537"/>
                  </a:lnTo>
                  <a:lnTo>
                    <a:pt x="6255730" y="336721"/>
                  </a:lnTo>
                  <a:lnTo>
                    <a:pt x="6200979" y="363699"/>
                  </a:lnTo>
                  <a:lnTo>
                    <a:pt x="6146597" y="390101"/>
                  </a:lnTo>
                  <a:lnTo>
                    <a:pt x="6092768" y="415594"/>
                  </a:lnTo>
                  <a:lnTo>
                    <a:pt x="6039605" y="439891"/>
                  </a:lnTo>
                  <a:lnTo>
                    <a:pt x="5987125" y="462767"/>
                  </a:lnTo>
                  <a:lnTo>
                    <a:pt x="5935232" y="484066"/>
                  </a:lnTo>
                  <a:lnTo>
                    <a:pt x="5883696" y="503696"/>
                  </a:lnTo>
                  <a:lnTo>
                    <a:pt x="5832144" y="521631"/>
                  </a:lnTo>
                  <a:lnTo>
                    <a:pt x="5784835" y="536481"/>
                  </a:lnTo>
                  <a:lnTo>
                    <a:pt x="5735194" y="550338"/>
                  </a:lnTo>
                  <a:lnTo>
                    <a:pt x="5683838" y="562785"/>
                  </a:lnTo>
                  <a:lnTo>
                    <a:pt x="5629942" y="573896"/>
                  </a:lnTo>
                  <a:lnTo>
                    <a:pt x="5572588" y="583795"/>
                  </a:lnTo>
                  <a:lnTo>
                    <a:pt x="5510843" y="592623"/>
                  </a:lnTo>
                  <a:lnTo>
                    <a:pt x="5443840" y="600514"/>
                  </a:lnTo>
                  <a:lnTo>
                    <a:pt x="5370885" y="607585"/>
                  </a:lnTo>
                  <a:lnTo>
                    <a:pt x="5291600" y="613929"/>
                  </a:lnTo>
                  <a:lnTo>
                    <a:pt x="5206102" y="619614"/>
                  </a:lnTo>
                  <a:lnTo>
                    <a:pt x="5115227" y="624680"/>
                  </a:lnTo>
                  <a:lnTo>
                    <a:pt x="5020734" y="629143"/>
                  </a:lnTo>
                  <a:lnTo>
                    <a:pt x="4925436" y="632998"/>
                  </a:lnTo>
                  <a:lnTo>
                    <a:pt x="4833136" y="636231"/>
                  </a:lnTo>
                  <a:lnTo>
                    <a:pt x="4748263" y="638830"/>
                  </a:lnTo>
                  <a:lnTo>
                    <a:pt x="4675199" y="640805"/>
                  </a:lnTo>
                  <a:lnTo>
                    <a:pt x="4617392" y="642194"/>
                  </a:lnTo>
                  <a:lnTo>
                    <a:pt x="4576529" y="643072"/>
                  </a:lnTo>
                  <a:lnTo>
                    <a:pt x="4552035" y="643546"/>
                  </a:lnTo>
                  <a:lnTo>
                    <a:pt x="4541021" y="643738"/>
                  </a:lnTo>
                  <a:lnTo>
                    <a:pt x="4538565" y="643777"/>
                  </a:lnTo>
                  <a:lnTo>
                    <a:pt x="4538543" y="643777"/>
                  </a:lnTo>
                  <a:lnTo>
                    <a:pt x="4016409" y="643777"/>
                  </a:lnTo>
                  <a:lnTo>
                    <a:pt x="4015202" y="643835"/>
                  </a:lnTo>
                  <a:lnTo>
                    <a:pt x="4007297" y="644249"/>
                  </a:lnTo>
                  <a:lnTo>
                    <a:pt x="3987503" y="645393"/>
                  </a:lnTo>
                  <a:lnTo>
                    <a:pt x="3952447" y="647642"/>
                  </a:lnTo>
                  <a:lnTo>
                    <a:pt x="3900878" y="651329"/>
                  </a:lnTo>
                  <a:lnTo>
                    <a:pt x="3833735" y="656707"/>
                  </a:lnTo>
                  <a:lnTo>
                    <a:pt x="3753820" y="663929"/>
                  </a:lnTo>
                  <a:lnTo>
                    <a:pt x="3665103" y="673046"/>
                  </a:lnTo>
                  <a:lnTo>
                    <a:pt x="3571892" y="684044"/>
                  </a:lnTo>
                  <a:lnTo>
                    <a:pt x="3478112" y="696877"/>
                  </a:lnTo>
                  <a:lnTo>
                    <a:pt x="3386853" y="711517"/>
                  </a:lnTo>
                  <a:lnTo>
                    <a:pt x="3300207" y="727981"/>
                  </a:lnTo>
                  <a:lnTo>
                    <a:pt x="3219332" y="746356"/>
                  </a:lnTo>
                  <a:lnTo>
                    <a:pt x="3144618" y="766806"/>
                  </a:lnTo>
                  <a:lnTo>
                    <a:pt x="3075900" y="789571"/>
                  </a:lnTo>
                  <a:lnTo>
                    <a:pt x="3012636" y="814965"/>
                  </a:lnTo>
                  <a:lnTo>
                    <a:pt x="2954067" y="843362"/>
                  </a:lnTo>
                  <a:lnTo>
                    <a:pt x="2899323" y="875173"/>
                  </a:lnTo>
                  <a:lnTo>
                    <a:pt x="2847507" y="910797"/>
                  </a:lnTo>
                  <a:lnTo>
                    <a:pt x="2797774" y="950553"/>
                  </a:lnTo>
                  <a:lnTo>
                    <a:pt x="2770117" y="975078"/>
                  </a:lnTo>
                  <a:lnTo>
                    <a:pt x="2727913" y="1015748"/>
                  </a:lnTo>
                  <a:lnTo>
                    <a:pt x="2686116" y="1059784"/>
                  </a:lnTo>
                  <a:lnTo>
                    <a:pt x="2644418" y="1107250"/>
                  </a:lnTo>
                  <a:lnTo>
                    <a:pt x="2602586" y="1158141"/>
                  </a:lnTo>
                  <a:lnTo>
                    <a:pt x="2560458" y="1212369"/>
                  </a:lnTo>
                  <a:lnTo>
                    <a:pt x="2517929" y="1269760"/>
                  </a:lnTo>
                  <a:lnTo>
                    <a:pt x="2474950" y="1330051"/>
                  </a:lnTo>
                  <a:lnTo>
                    <a:pt x="2431524" y="1392889"/>
                  </a:lnTo>
                  <a:lnTo>
                    <a:pt x="2387695" y="1457835"/>
                  </a:lnTo>
                  <a:lnTo>
                    <a:pt x="2343543" y="1524378"/>
                  </a:lnTo>
                  <a:lnTo>
                    <a:pt x="2299176" y="1591949"/>
                  </a:lnTo>
                  <a:lnTo>
                    <a:pt x="2254720" y="1659939"/>
                  </a:lnTo>
                  <a:lnTo>
                    <a:pt x="2210307" y="1727724"/>
                  </a:lnTo>
                  <a:lnTo>
                    <a:pt x="2166068" y="1794689"/>
                  </a:lnTo>
                  <a:lnTo>
                    <a:pt x="2122116" y="1860248"/>
                  </a:lnTo>
                  <a:lnTo>
                    <a:pt x="2078544" y="1923867"/>
                  </a:lnTo>
                  <a:lnTo>
                    <a:pt x="2035408" y="1985083"/>
                  </a:lnTo>
                  <a:lnTo>
                    <a:pt x="1992727" y="2043510"/>
                  </a:lnTo>
                  <a:lnTo>
                    <a:pt x="1950469" y="2098855"/>
                  </a:lnTo>
                  <a:lnTo>
                    <a:pt x="1908550" y="2150913"/>
                  </a:lnTo>
                  <a:lnTo>
                    <a:pt x="1866829" y="2199566"/>
                  </a:lnTo>
                  <a:lnTo>
                    <a:pt x="1825097" y="2244783"/>
                  </a:lnTo>
                  <a:lnTo>
                    <a:pt x="1783073" y="2286605"/>
                  </a:lnTo>
                  <a:lnTo>
                    <a:pt x="1768425" y="2300281"/>
                  </a:lnTo>
                  <a:lnTo>
                    <a:pt x="1719545" y="2342455"/>
                  </a:lnTo>
                  <a:lnTo>
                    <a:pt x="1669012" y="2380402"/>
                  </a:lnTo>
                  <a:lnTo>
                    <a:pt x="1616043" y="2414337"/>
                  </a:lnTo>
                  <a:lnTo>
                    <a:pt x="1559760" y="2444626"/>
                  </a:lnTo>
                  <a:lnTo>
                    <a:pt x="1499271" y="2471680"/>
                  </a:lnTo>
                  <a:lnTo>
                    <a:pt x="1433740" y="2495899"/>
                  </a:lnTo>
                  <a:lnTo>
                    <a:pt x="1362487" y="2517632"/>
                  </a:lnTo>
                  <a:lnTo>
                    <a:pt x="1285111" y="2537162"/>
                  </a:lnTo>
                  <a:lnTo>
                    <a:pt x="1201661" y="2554699"/>
                  </a:lnTo>
                  <a:lnTo>
                    <a:pt x="1112834" y="2570371"/>
                  </a:lnTo>
                  <a:lnTo>
                    <a:pt x="1020173" y="2584233"/>
                  </a:lnTo>
                  <a:lnTo>
                    <a:pt x="926204" y="2596281"/>
                  </a:lnTo>
                  <a:lnTo>
                    <a:pt x="834413" y="2606473"/>
                  </a:lnTo>
                  <a:lnTo>
                    <a:pt x="748961" y="2614773"/>
                  </a:lnTo>
                  <a:lnTo>
                    <a:pt x="674111" y="2621188"/>
                  </a:lnTo>
                  <a:lnTo>
                    <a:pt x="613432" y="2625813"/>
                  </a:lnTo>
                  <a:lnTo>
                    <a:pt x="568988" y="2628843"/>
                  </a:lnTo>
                  <a:lnTo>
                    <a:pt x="540791" y="2630572"/>
                  </a:lnTo>
                  <a:lnTo>
                    <a:pt x="526647" y="2631355"/>
                  </a:lnTo>
                  <a:lnTo>
                    <a:pt x="522361" y="2631571"/>
                  </a:lnTo>
                  <a:lnTo>
                    <a:pt x="522133" y="2631581"/>
                  </a:lnTo>
                  <a:lnTo>
                    <a:pt x="0" y="2631581"/>
                  </a:lnTo>
                  <a:lnTo>
                    <a:pt x="0" y="2631581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340" name="pg1340"/>
            <p:cNvSpPr/>
            <p:nvPr/>
          </p:nvSpPr>
          <p:spPr>
            <a:xfrm>
              <a:off x="386606" y="2783694"/>
              <a:ext cx="8554953" cy="1948274"/>
            </a:xfrm>
            <a:custGeom>
              <a:avLst/>
              <a:pathLst>
                <a:path w="8554953" h="1948274">
                  <a:moveTo>
                    <a:pt x="0" y="1948274"/>
                  </a:moveTo>
                  <a:lnTo>
                    <a:pt x="522133" y="1948274"/>
                  </a:lnTo>
                  <a:lnTo>
                    <a:pt x="523343" y="1948217"/>
                  </a:lnTo>
                  <a:lnTo>
                    <a:pt x="531264" y="1947811"/>
                  </a:lnTo>
                  <a:lnTo>
                    <a:pt x="551100" y="1946690"/>
                  </a:lnTo>
                  <a:lnTo>
                    <a:pt x="586224" y="1944488"/>
                  </a:lnTo>
                  <a:lnTo>
                    <a:pt x="637886" y="1940877"/>
                  </a:lnTo>
                  <a:lnTo>
                    <a:pt x="705138" y="1935610"/>
                  </a:lnTo>
                  <a:lnTo>
                    <a:pt x="785165" y="1928538"/>
                  </a:lnTo>
                  <a:lnTo>
                    <a:pt x="873984" y="1919611"/>
                  </a:lnTo>
                  <a:lnTo>
                    <a:pt x="967279" y="1908844"/>
                  </a:lnTo>
                  <a:lnTo>
                    <a:pt x="1061120" y="1896281"/>
                  </a:lnTo>
                  <a:lnTo>
                    <a:pt x="1152418" y="1881949"/>
                  </a:lnTo>
                  <a:lnTo>
                    <a:pt x="1239083" y="1865832"/>
                  </a:lnTo>
                  <a:lnTo>
                    <a:pt x="1319962" y="1847843"/>
                  </a:lnTo>
                  <a:lnTo>
                    <a:pt x="1394669" y="1827822"/>
                  </a:lnTo>
                  <a:lnTo>
                    <a:pt x="1463376" y="1805532"/>
                  </a:lnTo>
                  <a:lnTo>
                    <a:pt x="1526628" y="1780664"/>
                  </a:lnTo>
                  <a:lnTo>
                    <a:pt x="1585188" y="1752853"/>
                  </a:lnTo>
                  <a:lnTo>
                    <a:pt x="1639930" y="1721697"/>
                  </a:lnTo>
                  <a:lnTo>
                    <a:pt x="1691750" y="1686803"/>
                  </a:lnTo>
                  <a:lnTo>
                    <a:pt x="1741495" y="1647861"/>
                  </a:lnTo>
                  <a:lnTo>
                    <a:pt x="1768425" y="1624502"/>
                  </a:lnTo>
                  <a:lnTo>
                    <a:pt x="1810935" y="1584455"/>
                  </a:lnTo>
                  <a:lnTo>
                    <a:pt x="1853034" y="1541070"/>
                  </a:lnTo>
                  <a:lnTo>
                    <a:pt x="1895036" y="1494283"/>
                  </a:lnTo>
                  <a:lnTo>
                    <a:pt x="1937178" y="1444102"/>
                  </a:lnTo>
                  <a:lnTo>
                    <a:pt x="1979625" y="1390616"/>
                  </a:lnTo>
                  <a:lnTo>
                    <a:pt x="2022481" y="1334001"/>
                  </a:lnTo>
                  <a:lnTo>
                    <a:pt x="2065794" y="1274524"/>
                  </a:lnTo>
                  <a:lnTo>
                    <a:pt x="2109560" y="1212542"/>
                  </a:lnTo>
                  <a:lnTo>
                    <a:pt x="2153731" y="1148498"/>
                  </a:lnTo>
                  <a:lnTo>
                    <a:pt x="2198223" y="1082905"/>
                  </a:lnTo>
                  <a:lnTo>
                    <a:pt x="2242925" y="1016337"/>
                  </a:lnTo>
                  <a:lnTo>
                    <a:pt x="2287706" y="949402"/>
                  </a:lnTo>
                  <a:lnTo>
                    <a:pt x="2332431" y="882724"/>
                  </a:lnTo>
                  <a:lnTo>
                    <a:pt x="2376969" y="816917"/>
                  </a:lnTo>
                  <a:lnTo>
                    <a:pt x="2421204" y="752559"/>
                  </a:lnTo>
                  <a:lnTo>
                    <a:pt x="2465046" y="690179"/>
                  </a:lnTo>
                  <a:lnTo>
                    <a:pt x="2508441" y="630231"/>
                  </a:lnTo>
                  <a:lnTo>
                    <a:pt x="2551376" y="573088"/>
                  </a:lnTo>
                  <a:lnTo>
                    <a:pt x="2593889" y="519033"/>
                  </a:lnTo>
                  <a:lnTo>
                    <a:pt x="2636075" y="468259"/>
                  </a:lnTo>
                  <a:lnTo>
                    <a:pt x="2678087" y="420870"/>
                  </a:lnTo>
                  <a:lnTo>
                    <a:pt x="2720148" y="376887"/>
                  </a:lnTo>
                  <a:lnTo>
                    <a:pt x="2762559" y="336257"/>
                  </a:lnTo>
                  <a:lnTo>
                    <a:pt x="2770117" y="329418"/>
                  </a:lnTo>
                  <a:lnTo>
                    <a:pt x="2819034" y="288172"/>
                  </a:lnTo>
                  <a:lnTo>
                    <a:pt x="2869607" y="251065"/>
                  </a:lnTo>
                  <a:lnTo>
                    <a:pt x="2922621" y="217884"/>
                  </a:lnTo>
                  <a:lnTo>
                    <a:pt x="2978955" y="188270"/>
                  </a:lnTo>
                  <a:lnTo>
                    <a:pt x="3039505" y="161821"/>
                  </a:lnTo>
                  <a:lnTo>
                    <a:pt x="3105106" y="138145"/>
                  </a:lnTo>
                  <a:lnTo>
                    <a:pt x="3176442" y="116902"/>
                  </a:lnTo>
                  <a:lnTo>
                    <a:pt x="3253909" y="97812"/>
                  </a:lnTo>
                  <a:lnTo>
                    <a:pt x="3337458" y="80673"/>
                  </a:lnTo>
                  <a:lnTo>
                    <a:pt x="3426385" y="65359"/>
                  </a:lnTo>
                  <a:lnTo>
                    <a:pt x="3519136" y="51815"/>
                  </a:lnTo>
                  <a:lnTo>
                    <a:pt x="3613172" y="40048"/>
                  </a:lnTo>
                  <a:lnTo>
                    <a:pt x="3704992" y="30097"/>
                  </a:lnTo>
                  <a:lnTo>
                    <a:pt x="3790422" y="21999"/>
                  </a:lnTo>
                  <a:lnTo>
                    <a:pt x="3865190" y="15744"/>
                  </a:lnTo>
                  <a:lnTo>
                    <a:pt x="3925736" y="11240"/>
                  </a:lnTo>
                  <a:lnTo>
                    <a:pt x="3970009" y="8294"/>
                  </a:lnTo>
                  <a:lnTo>
                    <a:pt x="3998026" y="6618"/>
                  </a:lnTo>
                  <a:lnTo>
                    <a:pt x="4012013" y="5862"/>
                  </a:lnTo>
                  <a:lnTo>
                    <a:pt x="4016198" y="5656"/>
                  </a:lnTo>
                  <a:lnTo>
                    <a:pt x="4016409" y="5647"/>
                  </a:lnTo>
                  <a:lnTo>
                    <a:pt x="4538543" y="5647"/>
                  </a:lnTo>
                  <a:lnTo>
                    <a:pt x="4539774" y="5693"/>
                  </a:lnTo>
                  <a:lnTo>
                    <a:pt x="4547825" y="6024"/>
                  </a:lnTo>
                  <a:lnTo>
                    <a:pt x="4567976" y="6939"/>
                  </a:lnTo>
                  <a:lnTo>
                    <a:pt x="4603629" y="8737"/>
                  </a:lnTo>
                  <a:lnTo>
                    <a:pt x="4656010" y="11682"/>
                  </a:lnTo>
                  <a:lnTo>
                    <a:pt x="4724099" y="15977"/>
                  </a:lnTo>
                  <a:lnTo>
                    <a:pt x="4804986" y="21738"/>
                  </a:lnTo>
                  <a:lnTo>
                    <a:pt x="4894592" y="29006"/>
                  </a:lnTo>
                  <a:lnTo>
                    <a:pt x="4988530" y="37765"/>
                  </a:lnTo>
                  <a:lnTo>
                    <a:pt x="5082838" y="47981"/>
                  </a:lnTo>
                  <a:lnTo>
                    <a:pt x="5174426" y="59630"/>
                  </a:lnTo>
                  <a:lnTo>
                    <a:pt x="5261229" y="72732"/>
                  </a:lnTo>
                  <a:lnTo>
                    <a:pt x="5342132" y="87360"/>
                  </a:lnTo>
                  <a:lnTo>
                    <a:pt x="5416788" y="103648"/>
                  </a:lnTo>
                  <a:lnTo>
                    <a:pt x="5485409" y="121797"/>
                  </a:lnTo>
                  <a:lnTo>
                    <a:pt x="5548572" y="142060"/>
                  </a:lnTo>
                  <a:lnTo>
                    <a:pt x="5607066" y="164742"/>
                  </a:lnTo>
                  <a:lnTo>
                    <a:pt x="5661787" y="190170"/>
                  </a:lnTo>
                  <a:lnTo>
                    <a:pt x="5713645" y="218662"/>
                  </a:lnTo>
                  <a:lnTo>
                    <a:pt x="5763490" y="250457"/>
                  </a:lnTo>
                  <a:lnTo>
                    <a:pt x="5784835" y="265417"/>
                  </a:lnTo>
                  <a:lnTo>
                    <a:pt x="5830093" y="299731"/>
                  </a:lnTo>
                  <a:lnTo>
                    <a:pt x="5874910" y="337088"/>
                  </a:lnTo>
                  <a:lnTo>
                    <a:pt x="5919657" y="377543"/>
                  </a:lnTo>
                  <a:lnTo>
                    <a:pt x="5964603" y="421077"/>
                  </a:lnTo>
                  <a:lnTo>
                    <a:pt x="6009932" y="467584"/>
                  </a:lnTo>
                  <a:lnTo>
                    <a:pt x="6055749" y="516869"/>
                  </a:lnTo>
                  <a:lnTo>
                    <a:pt x="6102088" y="568640"/>
                  </a:lnTo>
                  <a:lnTo>
                    <a:pt x="6148922" y="622515"/>
                  </a:lnTo>
                  <a:lnTo>
                    <a:pt x="6196170" y="678031"/>
                  </a:lnTo>
                  <a:lnTo>
                    <a:pt x="6243710" y="734655"/>
                  </a:lnTo>
                  <a:lnTo>
                    <a:pt x="6291393" y="791809"/>
                  </a:lnTo>
                  <a:lnTo>
                    <a:pt x="6339057" y="848890"/>
                  </a:lnTo>
                  <a:lnTo>
                    <a:pt x="6386540" y="905300"/>
                  </a:lnTo>
                  <a:lnTo>
                    <a:pt x="6433698" y="960469"/>
                  </a:lnTo>
                  <a:lnTo>
                    <a:pt x="6480419" y="1013880"/>
                  </a:lnTo>
                  <a:lnTo>
                    <a:pt x="6526633" y="1065087"/>
                  </a:lnTo>
                  <a:lnTo>
                    <a:pt x="6572328" y="1113729"/>
                  </a:lnTo>
                  <a:lnTo>
                    <a:pt x="6617553" y="1159538"/>
                  </a:lnTo>
                  <a:lnTo>
                    <a:pt x="6662432" y="1202341"/>
                  </a:lnTo>
                  <a:lnTo>
                    <a:pt x="6707167" y="1242053"/>
                  </a:lnTo>
                  <a:lnTo>
                    <a:pt x="6752052" y="1278674"/>
                  </a:lnTo>
                  <a:lnTo>
                    <a:pt x="6786527" y="1304496"/>
                  </a:lnTo>
                  <a:lnTo>
                    <a:pt x="6835727" y="1337768"/>
                  </a:lnTo>
                  <a:lnTo>
                    <a:pt x="6886607" y="1367682"/>
                  </a:lnTo>
                  <a:lnTo>
                    <a:pt x="6939966" y="1394413"/>
                  </a:lnTo>
                  <a:lnTo>
                    <a:pt x="6996698" y="1418254"/>
                  </a:lnTo>
                  <a:lnTo>
                    <a:pt x="7057714" y="1439535"/>
                  </a:lnTo>
                  <a:lnTo>
                    <a:pt x="7123863" y="1458574"/>
                  </a:lnTo>
                  <a:lnTo>
                    <a:pt x="7195830" y="1475647"/>
                  </a:lnTo>
                  <a:lnTo>
                    <a:pt x="7274007" y="1490981"/>
                  </a:lnTo>
                  <a:lnTo>
                    <a:pt x="7358317" y="1504737"/>
                  </a:lnTo>
                  <a:lnTo>
                    <a:pt x="7448009" y="1517016"/>
                  </a:lnTo>
                  <a:lnTo>
                    <a:pt x="7541448" y="1527859"/>
                  </a:lnTo>
                  <a:lnTo>
                    <a:pt x="7635991" y="1537259"/>
                  </a:lnTo>
                  <a:lnTo>
                    <a:pt x="7728019" y="1545182"/>
                  </a:lnTo>
                  <a:lnTo>
                    <a:pt x="7813256" y="1551601"/>
                  </a:lnTo>
                  <a:lnTo>
                    <a:pt x="7887386" y="1556528"/>
                  </a:lnTo>
                  <a:lnTo>
                    <a:pt x="7946884" y="1560043"/>
                  </a:lnTo>
                  <a:lnTo>
                    <a:pt x="7989833" y="1562313"/>
                  </a:lnTo>
                  <a:lnTo>
                    <a:pt x="8016464" y="1563578"/>
                  </a:lnTo>
                  <a:lnTo>
                    <a:pt x="8029258" y="1564127"/>
                  </a:lnTo>
                  <a:lnTo>
                    <a:pt x="8032819" y="1564266"/>
                  </a:lnTo>
                  <a:lnTo>
                    <a:pt x="8554953" y="1564266"/>
                  </a:lnTo>
                  <a:lnTo>
                    <a:pt x="8554953" y="1558619"/>
                  </a:lnTo>
                  <a:lnTo>
                    <a:pt x="8032819" y="1558619"/>
                  </a:lnTo>
                  <a:lnTo>
                    <a:pt x="8031588" y="1558572"/>
                  </a:lnTo>
                  <a:lnTo>
                    <a:pt x="8023537" y="1558241"/>
                  </a:lnTo>
                  <a:lnTo>
                    <a:pt x="8003386" y="1557326"/>
                  </a:lnTo>
                  <a:lnTo>
                    <a:pt x="7967733" y="1555529"/>
                  </a:lnTo>
                  <a:lnTo>
                    <a:pt x="7915352" y="1552583"/>
                  </a:lnTo>
                  <a:lnTo>
                    <a:pt x="7847263" y="1548288"/>
                  </a:lnTo>
                  <a:lnTo>
                    <a:pt x="7766376" y="1542527"/>
                  </a:lnTo>
                  <a:lnTo>
                    <a:pt x="7676770" y="1535259"/>
                  </a:lnTo>
                  <a:lnTo>
                    <a:pt x="7582832" y="1526500"/>
                  </a:lnTo>
                  <a:lnTo>
                    <a:pt x="7488524" y="1516285"/>
                  </a:lnTo>
                  <a:lnTo>
                    <a:pt x="7396936" y="1504635"/>
                  </a:lnTo>
                  <a:lnTo>
                    <a:pt x="7310133" y="1491533"/>
                  </a:lnTo>
                  <a:lnTo>
                    <a:pt x="7229230" y="1476906"/>
                  </a:lnTo>
                  <a:lnTo>
                    <a:pt x="7154574" y="1460617"/>
                  </a:lnTo>
                  <a:lnTo>
                    <a:pt x="7085953" y="1442469"/>
                  </a:lnTo>
                  <a:lnTo>
                    <a:pt x="7022790" y="1422205"/>
                  </a:lnTo>
                  <a:lnTo>
                    <a:pt x="6964296" y="1399524"/>
                  </a:lnTo>
                  <a:lnTo>
                    <a:pt x="6909575" y="1374095"/>
                  </a:lnTo>
                  <a:lnTo>
                    <a:pt x="6857717" y="1345604"/>
                  </a:lnTo>
                  <a:lnTo>
                    <a:pt x="6807872" y="1313809"/>
                  </a:lnTo>
                  <a:lnTo>
                    <a:pt x="6786527" y="1298849"/>
                  </a:lnTo>
                  <a:lnTo>
                    <a:pt x="6741269" y="1264534"/>
                  </a:lnTo>
                  <a:lnTo>
                    <a:pt x="6696451" y="1227178"/>
                  </a:lnTo>
                  <a:lnTo>
                    <a:pt x="6651705" y="1186722"/>
                  </a:lnTo>
                  <a:lnTo>
                    <a:pt x="6606759" y="1143188"/>
                  </a:lnTo>
                  <a:lnTo>
                    <a:pt x="6561430" y="1096681"/>
                  </a:lnTo>
                  <a:lnTo>
                    <a:pt x="6515613" y="1047397"/>
                  </a:lnTo>
                  <a:lnTo>
                    <a:pt x="6469273" y="995626"/>
                  </a:lnTo>
                  <a:lnTo>
                    <a:pt x="6422440" y="941751"/>
                  </a:lnTo>
                  <a:lnTo>
                    <a:pt x="6375192" y="886235"/>
                  </a:lnTo>
                  <a:lnTo>
                    <a:pt x="6327652" y="829611"/>
                  </a:lnTo>
                  <a:lnTo>
                    <a:pt x="6279968" y="772457"/>
                  </a:lnTo>
                  <a:lnTo>
                    <a:pt x="6232305" y="715375"/>
                  </a:lnTo>
                  <a:lnTo>
                    <a:pt x="6184822" y="658965"/>
                  </a:lnTo>
                  <a:lnTo>
                    <a:pt x="6137663" y="603796"/>
                  </a:lnTo>
                  <a:lnTo>
                    <a:pt x="6090943" y="550385"/>
                  </a:lnTo>
                  <a:lnTo>
                    <a:pt x="6044729" y="499179"/>
                  </a:lnTo>
                  <a:lnTo>
                    <a:pt x="5999034" y="450537"/>
                  </a:lnTo>
                  <a:lnTo>
                    <a:pt x="5953809" y="404727"/>
                  </a:lnTo>
                  <a:lnTo>
                    <a:pt x="5908930" y="361924"/>
                  </a:lnTo>
                  <a:lnTo>
                    <a:pt x="5864195" y="322212"/>
                  </a:lnTo>
                  <a:lnTo>
                    <a:pt x="5819310" y="285592"/>
                  </a:lnTo>
                  <a:lnTo>
                    <a:pt x="5784835" y="259769"/>
                  </a:lnTo>
                  <a:lnTo>
                    <a:pt x="5735635" y="226498"/>
                  </a:lnTo>
                  <a:lnTo>
                    <a:pt x="5684755" y="196584"/>
                  </a:lnTo>
                  <a:lnTo>
                    <a:pt x="5631396" y="169852"/>
                  </a:lnTo>
                  <a:lnTo>
                    <a:pt x="5574664" y="146011"/>
                  </a:lnTo>
                  <a:lnTo>
                    <a:pt x="5513648" y="124730"/>
                  </a:lnTo>
                  <a:lnTo>
                    <a:pt x="5447499" y="105692"/>
                  </a:lnTo>
                  <a:lnTo>
                    <a:pt x="5375532" y="88618"/>
                  </a:lnTo>
                  <a:lnTo>
                    <a:pt x="5297355" y="73285"/>
                  </a:lnTo>
                  <a:lnTo>
                    <a:pt x="5213044" y="59529"/>
                  </a:lnTo>
                  <a:lnTo>
                    <a:pt x="5123353" y="47249"/>
                  </a:lnTo>
                  <a:lnTo>
                    <a:pt x="5029914" y="36406"/>
                  </a:lnTo>
                  <a:lnTo>
                    <a:pt x="4935371" y="27007"/>
                  </a:lnTo>
                  <a:lnTo>
                    <a:pt x="4843343" y="19083"/>
                  </a:lnTo>
                  <a:lnTo>
                    <a:pt x="4758105" y="12664"/>
                  </a:lnTo>
                  <a:lnTo>
                    <a:pt x="4683976" y="7738"/>
                  </a:lnTo>
                  <a:lnTo>
                    <a:pt x="4624478" y="4222"/>
                  </a:lnTo>
                  <a:lnTo>
                    <a:pt x="4581529" y="1952"/>
                  </a:lnTo>
                  <a:lnTo>
                    <a:pt x="4554898" y="687"/>
                  </a:lnTo>
                  <a:lnTo>
                    <a:pt x="4542104" y="138"/>
                  </a:lnTo>
                  <a:lnTo>
                    <a:pt x="4538543" y="0"/>
                  </a:lnTo>
                  <a:lnTo>
                    <a:pt x="4016409" y="0"/>
                  </a:lnTo>
                  <a:lnTo>
                    <a:pt x="4015199" y="56"/>
                  </a:lnTo>
                  <a:lnTo>
                    <a:pt x="4007278" y="462"/>
                  </a:lnTo>
                  <a:lnTo>
                    <a:pt x="3987442" y="1583"/>
                  </a:lnTo>
                  <a:lnTo>
                    <a:pt x="3952318" y="3785"/>
                  </a:lnTo>
                  <a:lnTo>
                    <a:pt x="3900656" y="7396"/>
                  </a:lnTo>
                  <a:lnTo>
                    <a:pt x="3833404" y="12663"/>
                  </a:lnTo>
                  <a:lnTo>
                    <a:pt x="3753377" y="19735"/>
                  </a:lnTo>
                  <a:lnTo>
                    <a:pt x="3664558" y="28662"/>
                  </a:lnTo>
                  <a:lnTo>
                    <a:pt x="3571263" y="39429"/>
                  </a:lnTo>
                  <a:lnTo>
                    <a:pt x="3477422" y="51992"/>
                  </a:lnTo>
                  <a:lnTo>
                    <a:pt x="3386124" y="66324"/>
                  </a:lnTo>
                  <a:lnTo>
                    <a:pt x="3299459" y="82441"/>
                  </a:lnTo>
                  <a:lnTo>
                    <a:pt x="3218581" y="100430"/>
                  </a:lnTo>
                  <a:lnTo>
                    <a:pt x="3143874" y="120451"/>
                  </a:lnTo>
                  <a:lnTo>
                    <a:pt x="3075166" y="142741"/>
                  </a:lnTo>
                  <a:lnTo>
                    <a:pt x="3011914" y="167609"/>
                  </a:lnTo>
                  <a:lnTo>
                    <a:pt x="2953354" y="195420"/>
                  </a:lnTo>
                  <a:lnTo>
                    <a:pt x="2898612" y="226576"/>
                  </a:lnTo>
                  <a:lnTo>
                    <a:pt x="2846792" y="261471"/>
                  </a:lnTo>
                  <a:lnTo>
                    <a:pt x="2797047" y="300412"/>
                  </a:lnTo>
                  <a:lnTo>
                    <a:pt x="2770117" y="323771"/>
                  </a:lnTo>
                  <a:lnTo>
                    <a:pt x="2727607" y="363818"/>
                  </a:lnTo>
                  <a:lnTo>
                    <a:pt x="2685509" y="407203"/>
                  </a:lnTo>
                  <a:lnTo>
                    <a:pt x="2643506" y="453990"/>
                  </a:lnTo>
                  <a:lnTo>
                    <a:pt x="2601364" y="504171"/>
                  </a:lnTo>
                  <a:lnTo>
                    <a:pt x="2558917" y="557657"/>
                  </a:lnTo>
                  <a:lnTo>
                    <a:pt x="2516061" y="614272"/>
                  </a:lnTo>
                  <a:lnTo>
                    <a:pt x="2472748" y="673749"/>
                  </a:lnTo>
                  <a:lnTo>
                    <a:pt x="2428982" y="735731"/>
                  </a:lnTo>
                  <a:lnTo>
                    <a:pt x="2384811" y="799775"/>
                  </a:lnTo>
                  <a:lnTo>
                    <a:pt x="2340319" y="865368"/>
                  </a:lnTo>
                  <a:lnTo>
                    <a:pt x="2295617" y="931936"/>
                  </a:lnTo>
                  <a:lnTo>
                    <a:pt x="2250836" y="998871"/>
                  </a:lnTo>
                  <a:lnTo>
                    <a:pt x="2206111" y="1065549"/>
                  </a:lnTo>
                  <a:lnTo>
                    <a:pt x="2161573" y="1131356"/>
                  </a:lnTo>
                  <a:lnTo>
                    <a:pt x="2117338" y="1195714"/>
                  </a:lnTo>
                  <a:lnTo>
                    <a:pt x="2073496" y="1258094"/>
                  </a:lnTo>
                  <a:lnTo>
                    <a:pt x="2030102" y="1318042"/>
                  </a:lnTo>
                  <a:lnTo>
                    <a:pt x="1987166" y="1375185"/>
                  </a:lnTo>
                  <a:lnTo>
                    <a:pt x="1944653" y="1429240"/>
                  </a:lnTo>
                  <a:lnTo>
                    <a:pt x="1902467" y="1480014"/>
                  </a:lnTo>
                  <a:lnTo>
                    <a:pt x="1860455" y="1527403"/>
                  </a:lnTo>
                  <a:lnTo>
                    <a:pt x="1818394" y="1571386"/>
                  </a:lnTo>
                  <a:lnTo>
                    <a:pt x="1775983" y="1612016"/>
                  </a:lnTo>
                  <a:lnTo>
                    <a:pt x="1768425" y="1618855"/>
                  </a:lnTo>
                  <a:lnTo>
                    <a:pt x="1719508" y="1660101"/>
                  </a:lnTo>
                  <a:lnTo>
                    <a:pt x="1668936" y="1697208"/>
                  </a:lnTo>
                  <a:lnTo>
                    <a:pt x="1615921" y="1730389"/>
                  </a:lnTo>
                  <a:lnTo>
                    <a:pt x="1559587" y="1760003"/>
                  </a:lnTo>
                  <a:lnTo>
                    <a:pt x="1499037" y="1786452"/>
                  </a:lnTo>
                  <a:lnTo>
                    <a:pt x="1433436" y="1810128"/>
                  </a:lnTo>
                  <a:lnTo>
                    <a:pt x="1362101" y="1831371"/>
                  </a:lnTo>
                  <a:lnTo>
                    <a:pt x="1284633" y="1850461"/>
                  </a:lnTo>
                  <a:lnTo>
                    <a:pt x="1201084" y="1867600"/>
                  </a:lnTo>
                  <a:lnTo>
                    <a:pt x="1112157" y="1882914"/>
                  </a:lnTo>
                  <a:lnTo>
                    <a:pt x="1019406" y="1896458"/>
                  </a:lnTo>
                  <a:lnTo>
                    <a:pt x="925371" y="1908225"/>
                  </a:lnTo>
                  <a:lnTo>
                    <a:pt x="833550" y="1918176"/>
                  </a:lnTo>
                  <a:lnTo>
                    <a:pt x="748121" y="1926274"/>
                  </a:lnTo>
                  <a:lnTo>
                    <a:pt x="673352" y="1932529"/>
                  </a:lnTo>
                  <a:lnTo>
                    <a:pt x="612806" y="1937033"/>
                  </a:lnTo>
                  <a:lnTo>
                    <a:pt x="568533" y="1939979"/>
                  </a:lnTo>
                  <a:lnTo>
                    <a:pt x="540516" y="1941655"/>
                  </a:lnTo>
                  <a:lnTo>
                    <a:pt x="526529" y="1942411"/>
                  </a:lnTo>
                  <a:lnTo>
                    <a:pt x="522344" y="1942617"/>
                  </a:lnTo>
                  <a:lnTo>
                    <a:pt x="522133" y="1942626"/>
                  </a:lnTo>
                  <a:lnTo>
                    <a:pt x="0" y="1942626"/>
                  </a:lnTo>
                  <a:close/>
                </a:path>
              </a:pathLst>
            </a:custGeom>
            <a:solidFill>
              <a:srgbClr val="E78AC3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1341" name="pl1341"/>
            <p:cNvSpPr/>
            <p:nvPr/>
          </p:nvSpPr>
          <p:spPr>
            <a:xfrm>
              <a:off x="386606" y="2789341"/>
              <a:ext cx="8554953" cy="1942626"/>
            </a:xfrm>
            <a:custGeom>
              <a:avLst/>
              <a:pathLst>
                <a:path w="8554953" h="1942626">
                  <a:moveTo>
                    <a:pt x="0" y="1942626"/>
                  </a:moveTo>
                  <a:lnTo>
                    <a:pt x="522133" y="1942626"/>
                  </a:lnTo>
                  <a:lnTo>
                    <a:pt x="523343" y="1942570"/>
                  </a:lnTo>
                  <a:lnTo>
                    <a:pt x="531264" y="1942164"/>
                  </a:lnTo>
                  <a:lnTo>
                    <a:pt x="551100" y="1941043"/>
                  </a:lnTo>
                  <a:lnTo>
                    <a:pt x="586224" y="1938841"/>
                  </a:lnTo>
                  <a:lnTo>
                    <a:pt x="637886" y="1935230"/>
                  </a:lnTo>
                  <a:lnTo>
                    <a:pt x="705138" y="1929963"/>
                  </a:lnTo>
                  <a:lnTo>
                    <a:pt x="785165" y="1922891"/>
                  </a:lnTo>
                  <a:lnTo>
                    <a:pt x="873984" y="1913964"/>
                  </a:lnTo>
                  <a:lnTo>
                    <a:pt x="967279" y="1903197"/>
                  </a:lnTo>
                  <a:lnTo>
                    <a:pt x="1061120" y="1890633"/>
                  </a:lnTo>
                  <a:lnTo>
                    <a:pt x="1152418" y="1876302"/>
                  </a:lnTo>
                  <a:lnTo>
                    <a:pt x="1239083" y="1860184"/>
                  </a:lnTo>
                  <a:lnTo>
                    <a:pt x="1319962" y="1842195"/>
                  </a:lnTo>
                  <a:lnTo>
                    <a:pt x="1394669" y="1822174"/>
                  </a:lnTo>
                  <a:lnTo>
                    <a:pt x="1463376" y="1799885"/>
                  </a:lnTo>
                  <a:lnTo>
                    <a:pt x="1526628" y="1775017"/>
                  </a:lnTo>
                  <a:lnTo>
                    <a:pt x="1585188" y="1747206"/>
                  </a:lnTo>
                  <a:lnTo>
                    <a:pt x="1639930" y="1716050"/>
                  </a:lnTo>
                  <a:lnTo>
                    <a:pt x="1691750" y="1681155"/>
                  </a:lnTo>
                  <a:lnTo>
                    <a:pt x="1741495" y="1642214"/>
                  </a:lnTo>
                  <a:lnTo>
                    <a:pt x="1768425" y="1618855"/>
                  </a:lnTo>
                  <a:lnTo>
                    <a:pt x="1810935" y="1578808"/>
                  </a:lnTo>
                  <a:lnTo>
                    <a:pt x="1853034" y="1535423"/>
                  </a:lnTo>
                  <a:lnTo>
                    <a:pt x="1895036" y="1488636"/>
                  </a:lnTo>
                  <a:lnTo>
                    <a:pt x="1937178" y="1438455"/>
                  </a:lnTo>
                  <a:lnTo>
                    <a:pt x="1979625" y="1384969"/>
                  </a:lnTo>
                  <a:lnTo>
                    <a:pt x="2022481" y="1328353"/>
                  </a:lnTo>
                  <a:lnTo>
                    <a:pt x="2065794" y="1268876"/>
                  </a:lnTo>
                  <a:lnTo>
                    <a:pt x="2109560" y="1206895"/>
                  </a:lnTo>
                  <a:lnTo>
                    <a:pt x="2153731" y="1142851"/>
                  </a:lnTo>
                  <a:lnTo>
                    <a:pt x="2198223" y="1077258"/>
                  </a:lnTo>
                  <a:lnTo>
                    <a:pt x="2242925" y="1010690"/>
                  </a:lnTo>
                  <a:lnTo>
                    <a:pt x="2287706" y="943755"/>
                  </a:lnTo>
                  <a:lnTo>
                    <a:pt x="2332431" y="877077"/>
                  </a:lnTo>
                  <a:lnTo>
                    <a:pt x="2376969" y="811269"/>
                  </a:lnTo>
                  <a:lnTo>
                    <a:pt x="2421204" y="746912"/>
                  </a:lnTo>
                  <a:lnTo>
                    <a:pt x="2465046" y="684532"/>
                  </a:lnTo>
                  <a:lnTo>
                    <a:pt x="2508441" y="624584"/>
                  </a:lnTo>
                  <a:lnTo>
                    <a:pt x="2551376" y="567441"/>
                  </a:lnTo>
                  <a:lnTo>
                    <a:pt x="2593889" y="513386"/>
                  </a:lnTo>
                  <a:lnTo>
                    <a:pt x="2636075" y="462612"/>
                  </a:lnTo>
                  <a:lnTo>
                    <a:pt x="2678087" y="415223"/>
                  </a:lnTo>
                  <a:lnTo>
                    <a:pt x="2720148" y="371239"/>
                  </a:lnTo>
                  <a:lnTo>
                    <a:pt x="2762559" y="330610"/>
                  </a:lnTo>
                  <a:lnTo>
                    <a:pt x="2770117" y="323771"/>
                  </a:lnTo>
                  <a:lnTo>
                    <a:pt x="2819034" y="282525"/>
                  </a:lnTo>
                  <a:lnTo>
                    <a:pt x="2869607" y="245418"/>
                  </a:lnTo>
                  <a:lnTo>
                    <a:pt x="2922621" y="212237"/>
                  </a:lnTo>
                  <a:lnTo>
                    <a:pt x="2978955" y="182623"/>
                  </a:lnTo>
                  <a:lnTo>
                    <a:pt x="3039505" y="156173"/>
                  </a:lnTo>
                  <a:lnTo>
                    <a:pt x="3105106" y="132498"/>
                  </a:lnTo>
                  <a:lnTo>
                    <a:pt x="3176442" y="111255"/>
                  </a:lnTo>
                  <a:lnTo>
                    <a:pt x="3253909" y="92165"/>
                  </a:lnTo>
                  <a:lnTo>
                    <a:pt x="3337458" y="75026"/>
                  </a:lnTo>
                  <a:lnTo>
                    <a:pt x="3426385" y="59712"/>
                  </a:lnTo>
                  <a:lnTo>
                    <a:pt x="3519136" y="46168"/>
                  </a:lnTo>
                  <a:lnTo>
                    <a:pt x="3613172" y="34401"/>
                  </a:lnTo>
                  <a:lnTo>
                    <a:pt x="3704992" y="24450"/>
                  </a:lnTo>
                  <a:lnTo>
                    <a:pt x="3790422" y="16351"/>
                  </a:lnTo>
                  <a:lnTo>
                    <a:pt x="3865190" y="10097"/>
                  </a:lnTo>
                  <a:lnTo>
                    <a:pt x="3925736" y="5593"/>
                  </a:lnTo>
                  <a:lnTo>
                    <a:pt x="3970009" y="2647"/>
                  </a:lnTo>
                  <a:lnTo>
                    <a:pt x="3998026" y="970"/>
                  </a:lnTo>
                  <a:lnTo>
                    <a:pt x="4012013" y="215"/>
                  </a:lnTo>
                  <a:lnTo>
                    <a:pt x="4016198" y="9"/>
                  </a:lnTo>
                  <a:lnTo>
                    <a:pt x="4016409" y="0"/>
                  </a:lnTo>
                  <a:lnTo>
                    <a:pt x="4538543" y="0"/>
                  </a:lnTo>
                  <a:lnTo>
                    <a:pt x="4539774" y="46"/>
                  </a:lnTo>
                  <a:lnTo>
                    <a:pt x="4547825" y="377"/>
                  </a:lnTo>
                  <a:lnTo>
                    <a:pt x="4567976" y="1292"/>
                  </a:lnTo>
                  <a:lnTo>
                    <a:pt x="4603629" y="3090"/>
                  </a:lnTo>
                  <a:lnTo>
                    <a:pt x="4656010" y="6035"/>
                  </a:lnTo>
                  <a:lnTo>
                    <a:pt x="4724099" y="10330"/>
                  </a:lnTo>
                  <a:lnTo>
                    <a:pt x="4804986" y="16091"/>
                  </a:lnTo>
                  <a:lnTo>
                    <a:pt x="4894592" y="23359"/>
                  </a:lnTo>
                  <a:lnTo>
                    <a:pt x="4988530" y="32118"/>
                  </a:lnTo>
                  <a:lnTo>
                    <a:pt x="5082838" y="42333"/>
                  </a:lnTo>
                  <a:lnTo>
                    <a:pt x="5174426" y="53983"/>
                  </a:lnTo>
                  <a:lnTo>
                    <a:pt x="5261229" y="67085"/>
                  </a:lnTo>
                  <a:lnTo>
                    <a:pt x="5342132" y="81713"/>
                  </a:lnTo>
                  <a:lnTo>
                    <a:pt x="5416788" y="98001"/>
                  </a:lnTo>
                  <a:lnTo>
                    <a:pt x="5485409" y="116149"/>
                  </a:lnTo>
                  <a:lnTo>
                    <a:pt x="5548572" y="136413"/>
                  </a:lnTo>
                  <a:lnTo>
                    <a:pt x="5607066" y="159095"/>
                  </a:lnTo>
                  <a:lnTo>
                    <a:pt x="5661787" y="184523"/>
                  </a:lnTo>
                  <a:lnTo>
                    <a:pt x="5713645" y="213015"/>
                  </a:lnTo>
                  <a:lnTo>
                    <a:pt x="5763490" y="244810"/>
                  </a:lnTo>
                  <a:lnTo>
                    <a:pt x="5784835" y="259769"/>
                  </a:lnTo>
                  <a:lnTo>
                    <a:pt x="5830093" y="294084"/>
                  </a:lnTo>
                  <a:lnTo>
                    <a:pt x="5874910" y="331441"/>
                  </a:lnTo>
                  <a:lnTo>
                    <a:pt x="5919657" y="371896"/>
                  </a:lnTo>
                  <a:lnTo>
                    <a:pt x="5964603" y="415430"/>
                  </a:lnTo>
                  <a:lnTo>
                    <a:pt x="6009932" y="461937"/>
                  </a:lnTo>
                  <a:lnTo>
                    <a:pt x="6055749" y="511222"/>
                  </a:lnTo>
                  <a:lnTo>
                    <a:pt x="6102088" y="562992"/>
                  </a:lnTo>
                  <a:lnTo>
                    <a:pt x="6148922" y="616868"/>
                  </a:lnTo>
                  <a:lnTo>
                    <a:pt x="6196170" y="672383"/>
                  </a:lnTo>
                  <a:lnTo>
                    <a:pt x="6243710" y="729008"/>
                  </a:lnTo>
                  <a:lnTo>
                    <a:pt x="6291393" y="786162"/>
                  </a:lnTo>
                  <a:lnTo>
                    <a:pt x="6339057" y="843243"/>
                  </a:lnTo>
                  <a:lnTo>
                    <a:pt x="6386540" y="899653"/>
                  </a:lnTo>
                  <a:lnTo>
                    <a:pt x="6433698" y="954822"/>
                  </a:lnTo>
                  <a:lnTo>
                    <a:pt x="6480419" y="1008233"/>
                  </a:lnTo>
                  <a:lnTo>
                    <a:pt x="6526633" y="1059440"/>
                  </a:lnTo>
                  <a:lnTo>
                    <a:pt x="6572328" y="1108082"/>
                  </a:lnTo>
                  <a:lnTo>
                    <a:pt x="6617553" y="1153891"/>
                  </a:lnTo>
                  <a:lnTo>
                    <a:pt x="6662432" y="1196694"/>
                  </a:lnTo>
                  <a:lnTo>
                    <a:pt x="6707167" y="1236406"/>
                  </a:lnTo>
                  <a:lnTo>
                    <a:pt x="6752052" y="1273027"/>
                  </a:lnTo>
                  <a:lnTo>
                    <a:pt x="6786527" y="1298849"/>
                  </a:lnTo>
                  <a:lnTo>
                    <a:pt x="6835727" y="1332121"/>
                  </a:lnTo>
                  <a:lnTo>
                    <a:pt x="6886607" y="1362035"/>
                  </a:lnTo>
                  <a:lnTo>
                    <a:pt x="6939966" y="1388766"/>
                  </a:lnTo>
                  <a:lnTo>
                    <a:pt x="6996698" y="1412607"/>
                  </a:lnTo>
                  <a:lnTo>
                    <a:pt x="7057714" y="1433888"/>
                  </a:lnTo>
                  <a:lnTo>
                    <a:pt x="7123863" y="1452927"/>
                  </a:lnTo>
                  <a:lnTo>
                    <a:pt x="7195830" y="1470000"/>
                  </a:lnTo>
                  <a:lnTo>
                    <a:pt x="7274007" y="1485333"/>
                  </a:lnTo>
                  <a:lnTo>
                    <a:pt x="7358317" y="1499090"/>
                  </a:lnTo>
                  <a:lnTo>
                    <a:pt x="7448009" y="1511369"/>
                  </a:lnTo>
                  <a:lnTo>
                    <a:pt x="7541448" y="1522212"/>
                  </a:lnTo>
                  <a:lnTo>
                    <a:pt x="7635991" y="1531612"/>
                  </a:lnTo>
                  <a:lnTo>
                    <a:pt x="7728019" y="1539535"/>
                  </a:lnTo>
                  <a:lnTo>
                    <a:pt x="7813256" y="1545954"/>
                  </a:lnTo>
                  <a:lnTo>
                    <a:pt x="7887386" y="1550881"/>
                  </a:lnTo>
                  <a:lnTo>
                    <a:pt x="7946884" y="1554396"/>
                  </a:lnTo>
                  <a:lnTo>
                    <a:pt x="7989833" y="1556666"/>
                  </a:lnTo>
                  <a:lnTo>
                    <a:pt x="8016464" y="1557931"/>
                  </a:lnTo>
                  <a:lnTo>
                    <a:pt x="8029258" y="1558480"/>
                  </a:lnTo>
                  <a:lnTo>
                    <a:pt x="8032713" y="1558615"/>
                  </a:lnTo>
                  <a:lnTo>
                    <a:pt x="8032819" y="1558619"/>
                  </a:lnTo>
                  <a:lnTo>
                    <a:pt x="8554953" y="1558619"/>
                  </a:lnTo>
                  <a:lnTo>
                    <a:pt x="8554953" y="1558619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342" name="pl1342"/>
            <p:cNvSpPr/>
            <p:nvPr/>
          </p:nvSpPr>
          <p:spPr>
            <a:xfrm>
              <a:off x="386606" y="2783694"/>
              <a:ext cx="8554953" cy="1942626"/>
            </a:xfrm>
            <a:custGeom>
              <a:avLst/>
              <a:pathLst>
                <a:path w="8554953" h="1942626">
                  <a:moveTo>
                    <a:pt x="8554953" y="1558619"/>
                  </a:moveTo>
                  <a:lnTo>
                    <a:pt x="8032819" y="1558619"/>
                  </a:lnTo>
                  <a:lnTo>
                    <a:pt x="8031588" y="1558572"/>
                  </a:lnTo>
                  <a:lnTo>
                    <a:pt x="8023537" y="1558241"/>
                  </a:lnTo>
                  <a:lnTo>
                    <a:pt x="8003386" y="1557326"/>
                  </a:lnTo>
                  <a:lnTo>
                    <a:pt x="7967733" y="1555529"/>
                  </a:lnTo>
                  <a:lnTo>
                    <a:pt x="7915352" y="1552583"/>
                  </a:lnTo>
                  <a:lnTo>
                    <a:pt x="7847263" y="1548288"/>
                  </a:lnTo>
                  <a:lnTo>
                    <a:pt x="7766376" y="1542527"/>
                  </a:lnTo>
                  <a:lnTo>
                    <a:pt x="7676770" y="1535259"/>
                  </a:lnTo>
                  <a:lnTo>
                    <a:pt x="7582832" y="1526500"/>
                  </a:lnTo>
                  <a:lnTo>
                    <a:pt x="7488524" y="1516285"/>
                  </a:lnTo>
                  <a:lnTo>
                    <a:pt x="7396936" y="1504635"/>
                  </a:lnTo>
                  <a:lnTo>
                    <a:pt x="7310133" y="1491533"/>
                  </a:lnTo>
                  <a:lnTo>
                    <a:pt x="7229230" y="1476906"/>
                  </a:lnTo>
                  <a:lnTo>
                    <a:pt x="7154574" y="1460617"/>
                  </a:lnTo>
                  <a:lnTo>
                    <a:pt x="7085953" y="1442469"/>
                  </a:lnTo>
                  <a:lnTo>
                    <a:pt x="7022790" y="1422205"/>
                  </a:lnTo>
                  <a:lnTo>
                    <a:pt x="6964296" y="1399524"/>
                  </a:lnTo>
                  <a:lnTo>
                    <a:pt x="6909575" y="1374095"/>
                  </a:lnTo>
                  <a:lnTo>
                    <a:pt x="6857717" y="1345604"/>
                  </a:lnTo>
                  <a:lnTo>
                    <a:pt x="6807872" y="1313809"/>
                  </a:lnTo>
                  <a:lnTo>
                    <a:pt x="6786527" y="1298849"/>
                  </a:lnTo>
                  <a:lnTo>
                    <a:pt x="6741269" y="1264534"/>
                  </a:lnTo>
                  <a:lnTo>
                    <a:pt x="6696451" y="1227178"/>
                  </a:lnTo>
                  <a:lnTo>
                    <a:pt x="6651705" y="1186722"/>
                  </a:lnTo>
                  <a:lnTo>
                    <a:pt x="6606759" y="1143188"/>
                  </a:lnTo>
                  <a:lnTo>
                    <a:pt x="6561430" y="1096681"/>
                  </a:lnTo>
                  <a:lnTo>
                    <a:pt x="6515613" y="1047397"/>
                  </a:lnTo>
                  <a:lnTo>
                    <a:pt x="6469273" y="995626"/>
                  </a:lnTo>
                  <a:lnTo>
                    <a:pt x="6422440" y="941751"/>
                  </a:lnTo>
                  <a:lnTo>
                    <a:pt x="6375192" y="886235"/>
                  </a:lnTo>
                  <a:lnTo>
                    <a:pt x="6327652" y="829611"/>
                  </a:lnTo>
                  <a:lnTo>
                    <a:pt x="6279968" y="772457"/>
                  </a:lnTo>
                  <a:lnTo>
                    <a:pt x="6232305" y="715375"/>
                  </a:lnTo>
                  <a:lnTo>
                    <a:pt x="6184822" y="658965"/>
                  </a:lnTo>
                  <a:lnTo>
                    <a:pt x="6137663" y="603796"/>
                  </a:lnTo>
                  <a:lnTo>
                    <a:pt x="6090943" y="550385"/>
                  </a:lnTo>
                  <a:lnTo>
                    <a:pt x="6044729" y="499179"/>
                  </a:lnTo>
                  <a:lnTo>
                    <a:pt x="5999034" y="450537"/>
                  </a:lnTo>
                  <a:lnTo>
                    <a:pt x="5953809" y="404727"/>
                  </a:lnTo>
                  <a:lnTo>
                    <a:pt x="5908930" y="361924"/>
                  </a:lnTo>
                  <a:lnTo>
                    <a:pt x="5864195" y="322212"/>
                  </a:lnTo>
                  <a:lnTo>
                    <a:pt x="5819310" y="285592"/>
                  </a:lnTo>
                  <a:lnTo>
                    <a:pt x="5784835" y="259769"/>
                  </a:lnTo>
                  <a:lnTo>
                    <a:pt x="5735635" y="226498"/>
                  </a:lnTo>
                  <a:lnTo>
                    <a:pt x="5684755" y="196584"/>
                  </a:lnTo>
                  <a:lnTo>
                    <a:pt x="5631396" y="169852"/>
                  </a:lnTo>
                  <a:lnTo>
                    <a:pt x="5574664" y="146011"/>
                  </a:lnTo>
                  <a:lnTo>
                    <a:pt x="5513648" y="124730"/>
                  </a:lnTo>
                  <a:lnTo>
                    <a:pt x="5447499" y="105692"/>
                  </a:lnTo>
                  <a:lnTo>
                    <a:pt x="5375532" y="88618"/>
                  </a:lnTo>
                  <a:lnTo>
                    <a:pt x="5297355" y="73285"/>
                  </a:lnTo>
                  <a:lnTo>
                    <a:pt x="5213044" y="59529"/>
                  </a:lnTo>
                  <a:lnTo>
                    <a:pt x="5123353" y="47249"/>
                  </a:lnTo>
                  <a:lnTo>
                    <a:pt x="5029914" y="36406"/>
                  </a:lnTo>
                  <a:lnTo>
                    <a:pt x="4935371" y="27007"/>
                  </a:lnTo>
                  <a:lnTo>
                    <a:pt x="4843343" y="19083"/>
                  </a:lnTo>
                  <a:lnTo>
                    <a:pt x="4758105" y="12664"/>
                  </a:lnTo>
                  <a:lnTo>
                    <a:pt x="4683976" y="7738"/>
                  </a:lnTo>
                  <a:lnTo>
                    <a:pt x="4624478" y="4222"/>
                  </a:lnTo>
                  <a:lnTo>
                    <a:pt x="4581529" y="1952"/>
                  </a:lnTo>
                  <a:lnTo>
                    <a:pt x="4554898" y="687"/>
                  </a:lnTo>
                  <a:lnTo>
                    <a:pt x="4542104" y="138"/>
                  </a:lnTo>
                  <a:lnTo>
                    <a:pt x="4538649" y="3"/>
                  </a:lnTo>
                  <a:lnTo>
                    <a:pt x="4538543" y="0"/>
                  </a:lnTo>
                  <a:lnTo>
                    <a:pt x="4016409" y="0"/>
                  </a:lnTo>
                  <a:lnTo>
                    <a:pt x="4015199" y="56"/>
                  </a:lnTo>
                  <a:lnTo>
                    <a:pt x="4007278" y="462"/>
                  </a:lnTo>
                  <a:lnTo>
                    <a:pt x="3987442" y="1583"/>
                  </a:lnTo>
                  <a:lnTo>
                    <a:pt x="3952318" y="3785"/>
                  </a:lnTo>
                  <a:lnTo>
                    <a:pt x="3900656" y="7396"/>
                  </a:lnTo>
                  <a:lnTo>
                    <a:pt x="3833404" y="12663"/>
                  </a:lnTo>
                  <a:lnTo>
                    <a:pt x="3753377" y="19735"/>
                  </a:lnTo>
                  <a:lnTo>
                    <a:pt x="3664558" y="28662"/>
                  </a:lnTo>
                  <a:lnTo>
                    <a:pt x="3571263" y="39429"/>
                  </a:lnTo>
                  <a:lnTo>
                    <a:pt x="3477422" y="51992"/>
                  </a:lnTo>
                  <a:lnTo>
                    <a:pt x="3386124" y="66324"/>
                  </a:lnTo>
                  <a:lnTo>
                    <a:pt x="3299459" y="82441"/>
                  </a:lnTo>
                  <a:lnTo>
                    <a:pt x="3218581" y="100430"/>
                  </a:lnTo>
                  <a:lnTo>
                    <a:pt x="3143874" y="120451"/>
                  </a:lnTo>
                  <a:lnTo>
                    <a:pt x="3075166" y="142741"/>
                  </a:lnTo>
                  <a:lnTo>
                    <a:pt x="3011914" y="167609"/>
                  </a:lnTo>
                  <a:lnTo>
                    <a:pt x="2953354" y="195420"/>
                  </a:lnTo>
                  <a:lnTo>
                    <a:pt x="2898612" y="226576"/>
                  </a:lnTo>
                  <a:lnTo>
                    <a:pt x="2846792" y="261471"/>
                  </a:lnTo>
                  <a:lnTo>
                    <a:pt x="2797047" y="300412"/>
                  </a:lnTo>
                  <a:lnTo>
                    <a:pt x="2770117" y="323771"/>
                  </a:lnTo>
                  <a:lnTo>
                    <a:pt x="2727607" y="363818"/>
                  </a:lnTo>
                  <a:lnTo>
                    <a:pt x="2685509" y="407203"/>
                  </a:lnTo>
                  <a:lnTo>
                    <a:pt x="2643506" y="453990"/>
                  </a:lnTo>
                  <a:lnTo>
                    <a:pt x="2601364" y="504171"/>
                  </a:lnTo>
                  <a:lnTo>
                    <a:pt x="2558917" y="557657"/>
                  </a:lnTo>
                  <a:lnTo>
                    <a:pt x="2516061" y="614272"/>
                  </a:lnTo>
                  <a:lnTo>
                    <a:pt x="2472748" y="673749"/>
                  </a:lnTo>
                  <a:lnTo>
                    <a:pt x="2428982" y="735731"/>
                  </a:lnTo>
                  <a:lnTo>
                    <a:pt x="2384811" y="799775"/>
                  </a:lnTo>
                  <a:lnTo>
                    <a:pt x="2340319" y="865368"/>
                  </a:lnTo>
                  <a:lnTo>
                    <a:pt x="2295617" y="931936"/>
                  </a:lnTo>
                  <a:lnTo>
                    <a:pt x="2250836" y="998871"/>
                  </a:lnTo>
                  <a:lnTo>
                    <a:pt x="2206111" y="1065549"/>
                  </a:lnTo>
                  <a:lnTo>
                    <a:pt x="2161573" y="1131356"/>
                  </a:lnTo>
                  <a:lnTo>
                    <a:pt x="2117338" y="1195714"/>
                  </a:lnTo>
                  <a:lnTo>
                    <a:pt x="2073496" y="1258094"/>
                  </a:lnTo>
                  <a:lnTo>
                    <a:pt x="2030102" y="1318042"/>
                  </a:lnTo>
                  <a:lnTo>
                    <a:pt x="1987166" y="1375185"/>
                  </a:lnTo>
                  <a:lnTo>
                    <a:pt x="1944653" y="1429240"/>
                  </a:lnTo>
                  <a:lnTo>
                    <a:pt x="1902467" y="1480014"/>
                  </a:lnTo>
                  <a:lnTo>
                    <a:pt x="1860455" y="1527403"/>
                  </a:lnTo>
                  <a:lnTo>
                    <a:pt x="1818394" y="1571386"/>
                  </a:lnTo>
                  <a:lnTo>
                    <a:pt x="1775983" y="1612016"/>
                  </a:lnTo>
                  <a:lnTo>
                    <a:pt x="1768425" y="1618855"/>
                  </a:lnTo>
                  <a:lnTo>
                    <a:pt x="1719508" y="1660101"/>
                  </a:lnTo>
                  <a:lnTo>
                    <a:pt x="1668936" y="1697208"/>
                  </a:lnTo>
                  <a:lnTo>
                    <a:pt x="1615921" y="1730389"/>
                  </a:lnTo>
                  <a:lnTo>
                    <a:pt x="1559587" y="1760003"/>
                  </a:lnTo>
                  <a:lnTo>
                    <a:pt x="1499037" y="1786452"/>
                  </a:lnTo>
                  <a:lnTo>
                    <a:pt x="1433436" y="1810128"/>
                  </a:lnTo>
                  <a:lnTo>
                    <a:pt x="1362101" y="1831371"/>
                  </a:lnTo>
                  <a:lnTo>
                    <a:pt x="1284633" y="1850461"/>
                  </a:lnTo>
                  <a:lnTo>
                    <a:pt x="1201084" y="1867600"/>
                  </a:lnTo>
                  <a:lnTo>
                    <a:pt x="1112157" y="1882914"/>
                  </a:lnTo>
                  <a:lnTo>
                    <a:pt x="1019406" y="1896458"/>
                  </a:lnTo>
                  <a:lnTo>
                    <a:pt x="925371" y="1908225"/>
                  </a:lnTo>
                  <a:lnTo>
                    <a:pt x="833550" y="1918176"/>
                  </a:lnTo>
                  <a:lnTo>
                    <a:pt x="748121" y="1926274"/>
                  </a:lnTo>
                  <a:lnTo>
                    <a:pt x="673352" y="1932529"/>
                  </a:lnTo>
                  <a:lnTo>
                    <a:pt x="612806" y="1937033"/>
                  </a:lnTo>
                  <a:lnTo>
                    <a:pt x="568533" y="1939979"/>
                  </a:lnTo>
                  <a:lnTo>
                    <a:pt x="540516" y="1941655"/>
                  </a:lnTo>
                  <a:lnTo>
                    <a:pt x="526529" y="1942411"/>
                  </a:lnTo>
                  <a:lnTo>
                    <a:pt x="522344" y="1942617"/>
                  </a:lnTo>
                  <a:lnTo>
                    <a:pt x="522133" y="1942626"/>
                  </a:lnTo>
                  <a:lnTo>
                    <a:pt x="0" y="1942626"/>
                  </a:lnTo>
                  <a:lnTo>
                    <a:pt x="0" y="1942626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343" name="pg1343"/>
            <p:cNvSpPr/>
            <p:nvPr/>
          </p:nvSpPr>
          <p:spPr>
            <a:xfrm>
              <a:off x="386606" y="3410530"/>
              <a:ext cx="8554953" cy="1383556"/>
            </a:xfrm>
            <a:custGeom>
              <a:avLst/>
              <a:pathLst>
                <a:path w="8554953" h="1383556">
                  <a:moveTo>
                    <a:pt x="0" y="1383556"/>
                  </a:moveTo>
                  <a:lnTo>
                    <a:pt x="522133" y="1383556"/>
                  </a:lnTo>
                  <a:lnTo>
                    <a:pt x="523395" y="1383535"/>
                  </a:lnTo>
                  <a:lnTo>
                    <a:pt x="531643" y="1383381"/>
                  </a:lnTo>
                  <a:lnTo>
                    <a:pt x="552268" y="1382956"/>
                  </a:lnTo>
                  <a:lnTo>
                    <a:pt x="588716" y="1382121"/>
                  </a:lnTo>
                  <a:lnTo>
                    <a:pt x="642174" y="1380754"/>
                  </a:lnTo>
                  <a:lnTo>
                    <a:pt x="711513" y="1378762"/>
                  </a:lnTo>
                  <a:lnTo>
                    <a:pt x="793677" y="1376093"/>
                  </a:lnTo>
                  <a:lnTo>
                    <a:pt x="884443" y="1372730"/>
                  </a:lnTo>
                  <a:lnTo>
                    <a:pt x="979324" y="1368681"/>
                  </a:lnTo>
                  <a:lnTo>
                    <a:pt x="1074308" y="1363963"/>
                  </a:lnTo>
                  <a:lnTo>
                    <a:pt x="1166309" y="1358584"/>
                  </a:lnTo>
                  <a:lnTo>
                    <a:pt x="1253302" y="1352534"/>
                  </a:lnTo>
                  <a:lnTo>
                    <a:pt x="1334228" y="1345777"/>
                  </a:lnTo>
                  <a:lnTo>
                    <a:pt x="1408802" y="1338245"/>
                  </a:lnTo>
                  <a:lnTo>
                    <a:pt x="1477292" y="1329845"/>
                  </a:lnTo>
                  <a:lnTo>
                    <a:pt x="1540323" y="1320453"/>
                  </a:lnTo>
                  <a:lnTo>
                    <a:pt x="1598727" y="1309928"/>
                  </a:lnTo>
                  <a:lnTo>
                    <a:pt x="1653427" y="1298116"/>
                  </a:lnTo>
                  <a:lnTo>
                    <a:pt x="1705352" y="1284873"/>
                  </a:lnTo>
                  <a:lnTo>
                    <a:pt x="1755358" y="1270098"/>
                  </a:lnTo>
                  <a:lnTo>
                    <a:pt x="1768425" y="1265907"/>
                  </a:lnTo>
                  <a:lnTo>
                    <a:pt x="1820063" y="1248049"/>
                  </a:lnTo>
                  <a:lnTo>
                    <a:pt x="1871200" y="1228388"/>
                  </a:lnTo>
                  <a:lnTo>
                    <a:pt x="1922353" y="1206896"/>
                  </a:lnTo>
                  <a:lnTo>
                    <a:pt x="1973880" y="1183608"/>
                  </a:lnTo>
                  <a:lnTo>
                    <a:pt x="2025993" y="1158623"/>
                  </a:lnTo>
                  <a:lnTo>
                    <a:pt x="2078780" y="1132117"/>
                  </a:lnTo>
                  <a:lnTo>
                    <a:pt x="2132221" y="1104331"/>
                  </a:lnTo>
                  <a:lnTo>
                    <a:pt x="2186200" y="1075577"/>
                  </a:lnTo>
                  <a:lnTo>
                    <a:pt x="2240537" y="1046213"/>
                  </a:lnTo>
                  <a:lnTo>
                    <a:pt x="2295001" y="1016634"/>
                  </a:lnTo>
                  <a:lnTo>
                    <a:pt x="2349350" y="987248"/>
                  </a:lnTo>
                  <a:lnTo>
                    <a:pt x="2403355" y="958450"/>
                  </a:lnTo>
                  <a:lnTo>
                    <a:pt x="2456829" y="930603"/>
                  </a:lnTo>
                  <a:lnTo>
                    <a:pt x="2509654" y="904018"/>
                  </a:lnTo>
                  <a:lnTo>
                    <a:pt x="2561803" y="878945"/>
                  </a:lnTo>
                  <a:lnTo>
                    <a:pt x="2613357" y="855559"/>
                  </a:lnTo>
                  <a:lnTo>
                    <a:pt x="2664524" y="833967"/>
                  </a:lnTo>
                  <a:lnTo>
                    <a:pt x="2715649" y="814205"/>
                  </a:lnTo>
                  <a:lnTo>
                    <a:pt x="2767243" y="796249"/>
                  </a:lnTo>
                  <a:lnTo>
                    <a:pt x="2770117" y="795309"/>
                  </a:lnTo>
                  <a:lnTo>
                    <a:pt x="2819739" y="780120"/>
                  </a:lnTo>
                  <a:lnTo>
                    <a:pt x="2871075" y="766476"/>
                  </a:lnTo>
                  <a:lnTo>
                    <a:pt x="2924948" y="754297"/>
                  </a:lnTo>
                  <a:lnTo>
                    <a:pt x="2982275" y="743445"/>
                  </a:lnTo>
                  <a:lnTo>
                    <a:pt x="3043990" y="733766"/>
                  </a:lnTo>
                  <a:lnTo>
                    <a:pt x="3110957" y="725115"/>
                  </a:lnTo>
                  <a:lnTo>
                    <a:pt x="3183869" y="717363"/>
                  </a:lnTo>
                  <a:lnTo>
                    <a:pt x="3263107" y="710408"/>
                  </a:lnTo>
                  <a:lnTo>
                    <a:pt x="3348554" y="704175"/>
                  </a:lnTo>
                  <a:lnTo>
                    <a:pt x="3439379" y="698619"/>
                  </a:lnTo>
                  <a:lnTo>
                    <a:pt x="3533828" y="693725"/>
                  </a:lnTo>
                  <a:lnTo>
                    <a:pt x="3629094" y="689497"/>
                  </a:lnTo>
                  <a:lnTo>
                    <a:pt x="3721384" y="685950"/>
                  </a:lnTo>
                  <a:lnTo>
                    <a:pt x="3806274" y="683097"/>
                  </a:lnTo>
                  <a:lnTo>
                    <a:pt x="3879385" y="680929"/>
                  </a:lnTo>
                  <a:lnTo>
                    <a:pt x="3937266" y="679403"/>
                  </a:lnTo>
                  <a:lnTo>
                    <a:pt x="3978218" y="678437"/>
                  </a:lnTo>
                  <a:lnTo>
                    <a:pt x="4002802" y="677916"/>
                  </a:lnTo>
                  <a:lnTo>
                    <a:pt x="4013890" y="677704"/>
                  </a:lnTo>
                  <a:lnTo>
                    <a:pt x="4016409" y="677660"/>
                  </a:lnTo>
                  <a:lnTo>
                    <a:pt x="4538543" y="677660"/>
                  </a:lnTo>
                  <a:lnTo>
                    <a:pt x="4539805" y="677640"/>
                  </a:lnTo>
                  <a:lnTo>
                    <a:pt x="4548059" y="677493"/>
                  </a:lnTo>
                  <a:lnTo>
                    <a:pt x="4568696" y="677088"/>
                  </a:lnTo>
                  <a:lnTo>
                    <a:pt x="4605163" y="676293"/>
                  </a:lnTo>
                  <a:lnTo>
                    <a:pt x="4658647" y="674990"/>
                  </a:lnTo>
                  <a:lnTo>
                    <a:pt x="4728018" y="673093"/>
                  </a:lnTo>
                  <a:lnTo>
                    <a:pt x="4810213" y="670550"/>
                  </a:lnTo>
                  <a:lnTo>
                    <a:pt x="4901008" y="667347"/>
                  </a:lnTo>
                  <a:lnTo>
                    <a:pt x="4995911" y="663491"/>
                  </a:lnTo>
                  <a:lnTo>
                    <a:pt x="5090912" y="658997"/>
                  </a:lnTo>
                  <a:lnTo>
                    <a:pt x="5182924" y="653874"/>
                  </a:lnTo>
                  <a:lnTo>
                    <a:pt x="5269921" y="648112"/>
                  </a:lnTo>
                  <a:lnTo>
                    <a:pt x="5350847" y="641675"/>
                  </a:lnTo>
                  <a:lnTo>
                    <a:pt x="5425419" y="634502"/>
                  </a:lnTo>
                  <a:lnTo>
                    <a:pt x="5493906" y="626500"/>
                  </a:lnTo>
                  <a:lnTo>
                    <a:pt x="5556934" y="617555"/>
                  </a:lnTo>
                  <a:lnTo>
                    <a:pt x="5615336" y="607529"/>
                  </a:lnTo>
                  <a:lnTo>
                    <a:pt x="5670035" y="596277"/>
                  </a:lnTo>
                  <a:lnTo>
                    <a:pt x="5721962" y="583661"/>
                  </a:lnTo>
                  <a:lnTo>
                    <a:pt x="5771972" y="569586"/>
                  </a:lnTo>
                  <a:lnTo>
                    <a:pt x="5784835" y="565658"/>
                  </a:lnTo>
                  <a:lnTo>
                    <a:pt x="5836693" y="548580"/>
                  </a:lnTo>
                  <a:lnTo>
                    <a:pt x="5888047" y="529772"/>
                  </a:lnTo>
                  <a:lnTo>
                    <a:pt x="5939422" y="509205"/>
                  </a:lnTo>
                  <a:lnTo>
                    <a:pt x="5991177" y="486915"/>
                  </a:lnTo>
                  <a:lnTo>
                    <a:pt x="6043525" y="462998"/>
                  </a:lnTo>
                  <a:lnTo>
                    <a:pt x="6096555" y="437624"/>
                  </a:lnTo>
                  <a:lnTo>
                    <a:pt x="6150241" y="411029"/>
                  </a:lnTo>
                  <a:lnTo>
                    <a:pt x="6204466" y="383513"/>
                  </a:lnTo>
                  <a:lnTo>
                    <a:pt x="6259044" y="355425"/>
                  </a:lnTo>
                  <a:lnTo>
                    <a:pt x="6313741" y="327146"/>
                  </a:lnTo>
                  <a:lnTo>
                    <a:pt x="6368313" y="299068"/>
                  </a:lnTo>
                  <a:lnTo>
                    <a:pt x="6422526" y="271572"/>
                  </a:lnTo>
                  <a:lnTo>
                    <a:pt x="6476196" y="245005"/>
                  </a:lnTo>
                  <a:lnTo>
                    <a:pt x="6529208" y="219667"/>
                  </a:lnTo>
                  <a:lnTo>
                    <a:pt x="6581539" y="195791"/>
                  </a:lnTo>
                  <a:lnTo>
                    <a:pt x="6633281" y="173544"/>
                  </a:lnTo>
                  <a:lnTo>
                    <a:pt x="6684650" y="153023"/>
                  </a:lnTo>
                  <a:lnTo>
                    <a:pt x="6736010" y="134260"/>
                  </a:lnTo>
                  <a:lnTo>
                    <a:pt x="6786527" y="117649"/>
                  </a:lnTo>
                  <a:lnTo>
                    <a:pt x="6836160" y="103186"/>
                  </a:lnTo>
                  <a:lnTo>
                    <a:pt x="6887507" y="90195"/>
                  </a:lnTo>
                  <a:lnTo>
                    <a:pt x="6941393" y="78598"/>
                  </a:lnTo>
                  <a:lnTo>
                    <a:pt x="6998734" y="68266"/>
                  </a:lnTo>
                  <a:lnTo>
                    <a:pt x="7060466" y="59051"/>
                  </a:lnTo>
                  <a:lnTo>
                    <a:pt x="7127453" y="50815"/>
                  </a:lnTo>
                  <a:lnTo>
                    <a:pt x="7200389" y="43434"/>
                  </a:lnTo>
                  <a:lnTo>
                    <a:pt x="7279653" y="36812"/>
                  </a:lnTo>
                  <a:lnTo>
                    <a:pt x="7365128" y="30878"/>
                  </a:lnTo>
                  <a:lnTo>
                    <a:pt x="7455981" y="25590"/>
                  </a:lnTo>
                  <a:lnTo>
                    <a:pt x="7550455" y="20931"/>
                  </a:lnTo>
                  <a:lnTo>
                    <a:pt x="7645739" y="16906"/>
                  </a:lnTo>
                  <a:lnTo>
                    <a:pt x="7738035" y="13531"/>
                  </a:lnTo>
                  <a:lnTo>
                    <a:pt x="7822915" y="10816"/>
                  </a:lnTo>
                  <a:lnTo>
                    <a:pt x="7896000" y="8753"/>
                  </a:lnTo>
                  <a:lnTo>
                    <a:pt x="7953840" y="7302"/>
                  </a:lnTo>
                  <a:lnTo>
                    <a:pt x="7994742" y="6384"/>
                  </a:lnTo>
                  <a:lnTo>
                    <a:pt x="8019276" y="5889"/>
                  </a:lnTo>
                  <a:lnTo>
                    <a:pt x="8030323" y="5688"/>
                  </a:lnTo>
                  <a:lnTo>
                    <a:pt x="8032819" y="5647"/>
                  </a:lnTo>
                  <a:lnTo>
                    <a:pt x="8554953" y="5647"/>
                  </a:lnTo>
                  <a:lnTo>
                    <a:pt x="8554953" y="0"/>
                  </a:lnTo>
                  <a:lnTo>
                    <a:pt x="8032819" y="0"/>
                  </a:lnTo>
                  <a:lnTo>
                    <a:pt x="8031557" y="20"/>
                  </a:lnTo>
                  <a:lnTo>
                    <a:pt x="8023303" y="166"/>
                  </a:lnTo>
                  <a:lnTo>
                    <a:pt x="8002666" y="572"/>
                  </a:lnTo>
                  <a:lnTo>
                    <a:pt x="7966199" y="1367"/>
                  </a:lnTo>
                  <a:lnTo>
                    <a:pt x="7912714" y="2670"/>
                  </a:lnTo>
                  <a:lnTo>
                    <a:pt x="7843344" y="4567"/>
                  </a:lnTo>
                  <a:lnTo>
                    <a:pt x="7761149" y="7109"/>
                  </a:lnTo>
                  <a:lnTo>
                    <a:pt x="7670354" y="10312"/>
                  </a:lnTo>
                  <a:lnTo>
                    <a:pt x="7575450" y="14169"/>
                  </a:lnTo>
                  <a:lnTo>
                    <a:pt x="7480450" y="18663"/>
                  </a:lnTo>
                  <a:lnTo>
                    <a:pt x="7388438" y="23786"/>
                  </a:lnTo>
                  <a:lnTo>
                    <a:pt x="7301441" y="29548"/>
                  </a:lnTo>
                  <a:lnTo>
                    <a:pt x="7220515" y="35984"/>
                  </a:lnTo>
                  <a:lnTo>
                    <a:pt x="7145943" y="43158"/>
                  </a:lnTo>
                  <a:lnTo>
                    <a:pt x="7077456" y="51159"/>
                  </a:lnTo>
                  <a:lnTo>
                    <a:pt x="7014428" y="60105"/>
                  </a:lnTo>
                  <a:lnTo>
                    <a:pt x="6956026" y="70131"/>
                  </a:lnTo>
                  <a:lnTo>
                    <a:pt x="6901327" y="81383"/>
                  </a:lnTo>
                  <a:lnTo>
                    <a:pt x="6849400" y="93998"/>
                  </a:lnTo>
                  <a:lnTo>
                    <a:pt x="6799390" y="108074"/>
                  </a:lnTo>
                  <a:lnTo>
                    <a:pt x="6786527" y="112002"/>
                  </a:lnTo>
                  <a:lnTo>
                    <a:pt x="6734669" y="129079"/>
                  </a:lnTo>
                  <a:lnTo>
                    <a:pt x="6683315" y="147888"/>
                  </a:lnTo>
                  <a:lnTo>
                    <a:pt x="6631940" y="168454"/>
                  </a:lnTo>
                  <a:lnTo>
                    <a:pt x="6580185" y="190745"/>
                  </a:lnTo>
                  <a:lnTo>
                    <a:pt x="6527837" y="214661"/>
                  </a:lnTo>
                  <a:lnTo>
                    <a:pt x="6474807" y="240035"/>
                  </a:lnTo>
                  <a:lnTo>
                    <a:pt x="6421121" y="266630"/>
                  </a:lnTo>
                  <a:lnTo>
                    <a:pt x="6366896" y="294146"/>
                  </a:lnTo>
                  <a:lnTo>
                    <a:pt x="6312318" y="322234"/>
                  </a:lnTo>
                  <a:lnTo>
                    <a:pt x="6257621" y="350513"/>
                  </a:lnTo>
                  <a:lnTo>
                    <a:pt x="6203049" y="378591"/>
                  </a:lnTo>
                  <a:lnTo>
                    <a:pt x="6148836" y="406088"/>
                  </a:lnTo>
                  <a:lnTo>
                    <a:pt x="6095166" y="432654"/>
                  </a:lnTo>
                  <a:lnTo>
                    <a:pt x="6042154" y="457993"/>
                  </a:lnTo>
                  <a:lnTo>
                    <a:pt x="5989822" y="481869"/>
                  </a:lnTo>
                  <a:lnTo>
                    <a:pt x="5938081" y="504116"/>
                  </a:lnTo>
                  <a:lnTo>
                    <a:pt x="5886712" y="524636"/>
                  </a:lnTo>
                  <a:lnTo>
                    <a:pt x="5835352" y="543400"/>
                  </a:lnTo>
                  <a:lnTo>
                    <a:pt x="5784835" y="560011"/>
                  </a:lnTo>
                  <a:lnTo>
                    <a:pt x="5735202" y="574474"/>
                  </a:lnTo>
                  <a:lnTo>
                    <a:pt x="5683855" y="587465"/>
                  </a:lnTo>
                  <a:lnTo>
                    <a:pt x="5629969" y="599061"/>
                  </a:lnTo>
                  <a:lnTo>
                    <a:pt x="5572628" y="609394"/>
                  </a:lnTo>
                  <a:lnTo>
                    <a:pt x="5510896" y="618609"/>
                  </a:lnTo>
                  <a:lnTo>
                    <a:pt x="5443909" y="626845"/>
                  </a:lnTo>
                  <a:lnTo>
                    <a:pt x="5370973" y="634225"/>
                  </a:lnTo>
                  <a:lnTo>
                    <a:pt x="5291709" y="640847"/>
                  </a:lnTo>
                  <a:lnTo>
                    <a:pt x="5206234" y="646781"/>
                  </a:lnTo>
                  <a:lnTo>
                    <a:pt x="5115380" y="652070"/>
                  </a:lnTo>
                  <a:lnTo>
                    <a:pt x="5020907" y="656729"/>
                  </a:lnTo>
                  <a:lnTo>
                    <a:pt x="4925623" y="660753"/>
                  </a:lnTo>
                  <a:lnTo>
                    <a:pt x="4833327" y="664129"/>
                  </a:lnTo>
                  <a:lnTo>
                    <a:pt x="4748447" y="666844"/>
                  </a:lnTo>
                  <a:lnTo>
                    <a:pt x="4675362" y="668907"/>
                  </a:lnTo>
                  <a:lnTo>
                    <a:pt x="4617522" y="670358"/>
                  </a:lnTo>
                  <a:lnTo>
                    <a:pt x="4576620" y="671276"/>
                  </a:lnTo>
                  <a:lnTo>
                    <a:pt x="4552086" y="671770"/>
                  </a:lnTo>
                  <a:lnTo>
                    <a:pt x="4541039" y="671971"/>
                  </a:lnTo>
                  <a:lnTo>
                    <a:pt x="4538543" y="672013"/>
                  </a:lnTo>
                  <a:lnTo>
                    <a:pt x="4016409" y="672013"/>
                  </a:lnTo>
                  <a:lnTo>
                    <a:pt x="4015148" y="672034"/>
                  </a:lnTo>
                  <a:lnTo>
                    <a:pt x="4006899" y="672188"/>
                  </a:lnTo>
                  <a:lnTo>
                    <a:pt x="3986274" y="672613"/>
                  </a:lnTo>
                  <a:lnTo>
                    <a:pt x="3949826" y="673448"/>
                  </a:lnTo>
                  <a:lnTo>
                    <a:pt x="3896368" y="674816"/>
                  </a:lnTo>
                  <a:lnTo>
                    <a:pt x="3827029" y="676807"/>
                  </a:lnTo>
                  <a:lnTo>
                    <a:pt x="3744866" y="679476"/>
                  </a:lnTo>
                  <a:lnTo>
                    <a:pt x="3654099" y="682839"/>
                  </a:lnTo>
                  <a:lnTo>
                    <a:pt x="3559219" y="686888"/>
                  </a:lnTo>
                  <a:lnTo>
                    <a:pt x="3464235" y="691607"/>
                  </a:lnTo>
                  <a:lnTo>
                    <a:pt x="3372233" y="696985"/>
                  </a:lnTo>
                  <a:lnTo>
                    <a:pt x="3285240" y="703035"/>
                  </a:lnTo>
                  <a:lnTo>
                    <a:pt x="3204314" y="709793"/>
                  </a:lnTo>
                  <a:lnTo>
                    <a:pt x="3129740" y="717324"/>
                  </a:lnTo>
                  <a:lnTo>
                    <a:pt x="3061250" y="725724"/>
                  </a:lnTo>
                  <a:lnTo>
                    <a:pt x="2998219" y="735116"/>
                  </a:lnTo>
                  <a:lnTo>
                    <a:pt x="2939815" y="745641"/>
                  </a:lnTo>
                  <a:lnTo>
                    <a:pt x="2885115" y="757453"/>
                  </a:lnTo>
                  <a:lnTo>
                    <a:pt x="2833190" y="770696"/>
                  </a:lnTo>
                  <a:lnTo>
                    <a:pt x="2783184" y="785472"/>
                  </a:lnTo>
                  <a:lnTo>
                    <a:pt x="2770117" y="789662"/>
                  </a:lnTo>
                  <a:lnTo>
                    <a:pt x="2718479" y="807520"/>
                  </a:lnTo>
                  <a:lnTo>
                    <a:pt x="2667342" y="827182"/>
                  </a:lnTo>
                  <a:lnTo>
                    <a:pt x="2616189" y="848673"/>
                  </a:lnTo>
                  <a:lnTo>
                    <a:pt x="2564662" y="871962"/>
                  </a:lnTo>
                  <a:lnTo>
                    <a:pt x="2512549" y="896946"/>
                  </a:lnTo>
                  <a:lnTo>
                    <a:pt x="2459762" y="923453"/>
                  </a:lnTo>
                  <a:lnTo>
                    <a:pt x="2406322" y="951238"/>
                  </a:lnTo>
                  <a:lnTo>
                    <a:pt x="2352342" y="979993"/>
                  </a:lnTo>
                  <a:lnTo>
                    <a:pt x="2298006" y="1009357"/>
                  </a:lnTo>
                  <a:lnTo>
                    <a:pt x="2243541" y="1038935"/>
                  </a:lnTo>
                  <a:lnTo>
                    <a:pt x="2189192" y="1068321"/>
                  </a:lnTo>
                  <a:lnTo>
                    <a:pt x="2135187" y="1097119"/>
                  </a:lnTo>
                  <a:lnTo>
                    <a:pt x="2081713" y="1124967"/>
                  </a:lnTo>
                  <a:lnTo>
                    <a:pt x="2028888" y="1151551"/>
                  </a:lnTo>
                  <a:lnTo>
                    <a:pt x="1976739" y="1176625"/>
                  </a:lnTo>
                  <a:lnTo>
                    <a:pt x="1925185" y="1200010"/>
                  </a:lnTo>
                  <a:lnTo>
                    <a:pt x="1874018" y="1221602"/>
                  </a:lnTo>
                  <a:lnTo>
                    <a:pt x="1822893" y="1241364"/>
                  </a:lnTo>
                  <a:lnTo>
                    <a:pt x="1771299" y="1259320"/>
                  </a:lnTo>
                  <a:lnTo>
                    <a:pt x="1768425" y="1260260"/>
                  </a:lnTo>
                  <a:lnTo>
                    <a:pt x="1718803" y="1275449"/>
                  </a:lnTo>
                  <a:lnTo>
                    <a:pt x="1667467" y="1289093"/>
                  </a:lnTo>
                  <a:lnTo>
                    <a:pt x="1613594" y="1301272"/>
                  </a:lnTo>
                  <a:lnTo>
                    <a:pt x="1556267" y="1312125"/>
                  </a:lnTo>
                  <a:lnTo>
                    <a:pt x="1494552" y="1321803"/>
                  </a:lnTo>
                  <a:lnTo>
                    <a:pt x="1427586" y="1330454"/>
                  </a:lnTo>
                  <a:lnTo>
                    <a:pt x="1354673" y="1338206"/>
                  </a:lnTo>
                  <a:lnTo>
                    <a:pt x="1275435" y="1345161"/>
                  </a:lnTo>
                  <a:lnTo>
                    <a:pt x="1189988" y="1351395"/>
                  </a:lnTo>
                  <a:lnTo>
                    <a:pt x="1099163" y="1356950"/>
                  </a:lnTo>
                  <a:lnTo>
                    <a:pt x="1004714" y="1361844"/>
                  </a:lnTo>
                  <a:lnTo>
                    <a:pt x="909448" y="1366072"/>
                  </a:lnTo>
                  <a:lnTo>
                    <a:pt x="817158" y="1369619"/>
                  </a:lnTo>
                  <a:lnTo>
                    <a:pt x="732268" y="1372472"/>
                  </a:lnTo>
                  <a:lnTo>
                    <a:pt x="659157" y="1374641"/>
                  </a:lnTo>
                  <a:lnTo>
                    <a:pt x="601276" y="1376167"/>
                  </a:lnTo>
                  <a:lnTo>
                    <a:pt x="560324" y="1377132"/>
                  </a:lnTo>
                  <a:lnTo>
                    <a:pt x="535740" y="1377653"/>
                  </a:lnTo>
                  <a:lnTo>
                    <a:pt x="524652" y="1377865"/>
                  </a:lnTo>
                  <a:lnTo>
                    <a:pt x="522133" y="1377909"/>
                  </a:lnTo>
                  <a:lnTo>
                    <a:pt x="0" y="1377909"/>
                  </a:lnTo>
                  <a:close/>
                </a:path>
              </a:pathLst>
            </a:custGeom>
            <a:solidFill>
              <a:srgbClr val="E78AC3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1344" name="pl1344"/>
            <p:cNvSpPr/>
            <p:nvPr/>
          </p:nvSpPr>
          <p:spPr>
            <a:xfrm>
              <a:off x="386606" y="3416177"/>
              <a:ext cx="8554953" cy="1377909"/>
            </a:xfrm>
            <a:custGeom>
              <a:avLst/>
              <a:pathLst>
                <a:path w="8554953" h="1377909">
                  <a:moveTo>
                    <a:pt x="0" y="1377909"/>
                  </a:moveTo>
                  <a:lnTo>
                    <a:pt x="522133" y="1377909"/>
                  </a:lnTo>
                  <a:lnTo>
                    <a:pt x="523395" y="1377888"/>
                  </a:lnTo>
                  <a:lnTo>
                    <a:pt x="531643" y="1377734"/>
                  </a:lnTo>
                  <a:lnTo>
                    <a:pt x="552268" y="1377309"/>
                  </a:lnTo>
                  <a:lnTo>
                    <a:pt x="588716" y="1376474"/>
                  </a:lnTo>
                  <a:lnTo>
                    <a:pt x="642174" y="1375106"/>
                  </a:lnTo>
                  <a:lnTo>
                    <a:pt x="711513" y="1373115"/>
                  </a:lnTo>
                  <a:lnTo>
                    <a:pt x="793677" y="1370446"/>
                  </a:lnTo>
                  <a:lnTo>
                    <a:pt x="884443" y="1367083"/>
                  </a:lnTo>
                  <a:lnTo>
                    <a:pt x="979324" y="1363034"/>
                  </a:lnTo>
                  <a:lnTo>
                    <a:pt x="1074308" y="1358316"/>
                  </a:lnTo>
                  <a:lnTo>
                    <a:pt x="1166309" y="1352937"/>
                  </a:lnTo>
                  <a:lnTo>
                    <a:pt x="1253302" y="1346887"/>
                  </a:lnTo>
                  <a:lnTo>
                    <a:pt x="1334228" y="1340129"/>
                  </a:lnTo>
                  <a:lnTo>
                    <a:pt x="1408802" y="1332598"/>
                  </a:lnTo>
                  <a:lnTo>
                    <a:pt x="1477292" y="1324198"/>
                  </a:lnTo>
                  <a:lnTo>
                    <a:pt x="1540323" y="1314806"/>
                  </a:lnTo>
                  <a:lnTo>
                    <a:pt x="1598727" y="1304281"/>
                  </a:lnTo>
                  <a:lnTo>
                    <a:pt x="1653427" y="1292469"/>
                  </a:lnTo>
                  <a:lnTo>
                    <a:pt x="1705352" y="1279226"/>
                  </a:lnTo>
                  <a:lnTo>
                    <a:pt x="1755358" y="1264450"/>
                  </a:lnTo>
                  <a:lnTo>
                    <a:pt x="1768425" y="1260260"/>
                  </a:lnTo>
                  <a:lnTo>
                    <a:pt x="1820063" y="1242402"/>
                  </a:lnTo>
                  <a:lnTo>
                    <a:pt x="1871200" y="1222740"/>
                  </a:lnTo>
                  <a:lnTo>
                    <a:pt x="1922353" y="1201249"/>
                  </a:lnTo>
                  <a:lnTo>
                    <a:pt x="1973880" y="1177960"/>
                  </a:lnTo>
                  <a:lnTo>
                    <a:pt x="2025993" y="1152976"/>
                  </a:lnTo>
                  <a:lnTo>
                    <a:pt x="2078780" y="1126469"/>
                  </a:lnTo>
                  <a:lnTo>
                    <a:pt x="2132221" y="1098684"/>
                  </a:lnTo>
                  <a:lnTo>
                    <a:pt x="2186200" y="1069929"/>
                  </a:lnTo>
                  <a:lnTo>
                    <a:pt x="2240537" y="1040566"/>
                  </a:lnTo>
                  <a:lnTo>
                    <a:pt x="2295001" y="1010987"/>
                  </a:lnTo>
                  <a:lnTo>
                    <a:pt x="2349350" y="981601"/>
                  </a:lnTo>
                  <a:lnTo>
                    <a:pt x="2403355" y="952803"/>
                  </a:lnTo>
                  <a:lnTo>
                    <a:pt x="2456829" y="924955"/>
                  </a:lnTo>
                  <a:lnTo>
                    <a:pt x="2509654" y="898371"/>
                  </a:lnTo>
                  <a:lnTo>
                    <a:pt x="2561803" y="873298"/>
                  </a:lnTo>
                  <a:lnTo>
                    <a:pt x="2613357" y="849912"/>
                  </a:lnTo>
                  <a:lnTo>
                    <a:pt x="2664524" y="828320"/>
                  </a:lnTo>
                  <a:lnTo>
                    <a:pt x="2715649" y="808558"/>
                  </a:lnTo>
                  <a:lnTo>
                    <a:pt x="2767243" y="790602"/>
                  </a:lnTo>
                  <a:lnTo>
                    <a:pt x="2770117" y="789662"/>
                  </a:lnTo>
                  <a:lnTo>
                    <a:pt x="2819739" y="774473"/>
                  </a:lnTo>
                  <a:lnTo>
                    <a:pt x="2871075" y="760829"/>
                  </a:lnTo>
                  <a:lnTo>
                    <a:pt x="2924948" y="748650"/>
                  </a:lnTo>
                  <a:lnTo>
                    <a:pt x="2982275" y="737797"/>
                  </a:lnTo>
                  <a:lnTo>
                    <a:pt x="3043990" y="728119"/>
                  </a:lnTo>
                  <a:lnTo>
                    <a:pt x="3110957" y="719468"/>
                  </a:lnTo>
                  <a:lnTo>
                    <a:pt x="3183869" y="711716"/>
                  </a:lnTo>
                  <a:lnTo>
                    <a:pt x="3263107" y="704761"/>
                  </a:lnTo>
                  <a:lnTo>
                    <a:pt x="3348554" y="698527"/>
                  </a:lnTo>
                  <a:lnTo>
                    <a:pt x="3439379" y="692972"/>
                  </a:lnTo>
                  <a:lnTo>
                    <a:pt x="3533828" y="688078"/>
                  </a:lnTo>
                  <a:lnTo>
                    <a:pt x="3629094" y="683850"/>
                  </a:lnTo>
                  <a:lnTo>
                    <a:pt x="3721384" y="680303"/>
                  </a:lnTo>
                  <a:lnTo>
                    <a:pt x="3806274" y="677450"/>
                  </a:lnTo>
                  <a:lnTo>
                    <a:pt x="3879385" y="675282"/>
                  </a:lnTo>
                  <a:lnTo>
                    <a:pt x="3937266" y="673756"/>
                  </a:lnTo>
                  <a:lnTo>
                    <a:pt x="3978218" y="672790"/>
                  </a:lnTo>
                  <a:lnTo>
                    <a:pt x="4002802" y="672269"/>
                  </a:lnTo>
                  <a:lnTo>
                    <a:pt x="4013890" y="672057"/>
                  </a:lnTo>
                  <a:lnTo>
                    <a:pt x="4016385" y="672013"/>
                  </a:lnTo>
                  <a:lnTo>
                    <a:pt x="4016409" y="672013"/>
                  </a:lnTo>
                  <a:lnTo>
                    <a:pt x="4538543" y="672013"/>
                  </a:lnTo>
                  <a:lnTo>
                    <a:pt x="4539805" y="671992"/>
                  </a:lnTo>
                  <a:lnTo>
                    <a:pt x="4548059" y="671846"/>
                  </a:lnTo>
                  <a:lnTo>
                    <a:pt x="4568696" y="671441"/>
                  </a:lnTo>
                  <a:lnTo>
                    <a:pt x="4605163" y="670645"/>
                  </a:lnTo>
                  <a:lnTo>
                    <a:pt x="4658647" y="669343"/>
                  </a:lnTo>
                  <a:lnTo>
                    <a:pt x="4728018" y="667446"/>
                  </a:lnTo>
                  <a:lnTo>
                    <a:pt x="4810213" y="664903"/>
                  </a:lnTo>
                  <a:lnTo>
                    <a:pt x="4901008" y="661700"/>
                  </a:lnTo>
                  <a:lnTo>
                    <a:pt x="4995911" y="657844"/>
                  </a:lnTo>
                  <a:lnTo>
                    <a:pt x="5090912" y="653350"/>
                  </a:lnTo>
                  <a:lnTo>
                    <a:pt x="5182924" y="648227"/>
                  </a:lnTo>
                  <a:lnTo>
                    <a:pt x="5269921" y="642464"/>
                  </a:lnTo>
                  <a:lnTo>
                    <a:pt x="5350847" y="636028"/>
                  </a:lnTo>
                  <a:lnTo>
                    <a:pt x="5425419" y="628855"/>
                  </a:lnTo>
                  <a:lnTo>
                    <a:pt x="5493906" y="620853"/>
                  </a:lnTo>
                  <a:lnTo>
                    <a:pt x="5556934" y="611908"/>
                  </a:lnTo>
                  <a:lnTo>
                    <a:pt x="5615336" y="601882"/>
                  </a:lnTo>
                  <a:lnTo>
                    <a:pt x="5670035" y="590629"/>
                  </a:lnTo>
                  <a:lnTo>
                    <a:pt x="5721962" y="578014"/>
                  </a:lnTo>
                  <a:lnTo>
                    <a:pt x="5771972" y="563939"/>
                  </a:lnTo>
                  <a:lnTo>
                    <a:pt x="5784835" y="560011"/>
                  </a:lnTo>
                  <a:lnTo>
                    <a:pt x="5836693" y="542933"/>
                  </a:lnTo>
                  <a:lnTo>
                    <a:pt x="5888047" y="524124"/>
                  </a:lnTo>
                  <a:lnTo>
                    <a:pt x="5939422" y="503558"/>
                  </a:lnTo>
                  <a:lnTo>
                    <a:pt x="5991177" y="481268"/>
                  </a:lnTo>
                  <a:lnTo>
                    <a:pt x="6043525" y="457351"/>
                  </a:lnTo>
                  <a:lnTo>
                    <a:pt x="6096555" y="431977"/>
                  </a:lnTo>
                  <a:lnTo>
                    <a:pt x="6150241" y="405382"/>
                  </a:lnTo>
                  <a:lnTo>
                    <a:pt x="6204466" y="377866"/>
                  </a:lnTo>
                  <a:lnTo>
                    <a:pt x="6259044" y="349778"/>
                  </a:lnTo>
                  <a:lnTo>
                    <a:pt x="6313741" y="321499"/>
                  </a:lnTo>
                  <a:lnTo>
                    <a:pt x="6368313" y="293421"/>
                  </a:lnTo>
                  <a:lnTo>
                    <a:pt x="6422526" y="265925"/>
                  </a:lnTo>
                  <a:lnTo>
                    <a:pt x="6476196" y="239358"/>
                  </a:lnTo>
                  <a:lnTo>
                    <a:pt x="6529208" y="214019"/>
                  </a:lnTo>
                  <a:lnTo>
                    <a:pt x="6581539" y="190143"/>
                  </a:lnTo>
                  <a:lnTo>
                    <a:pt x="6633281" y="167897"/>
                  </a:lnTo>
                  <a:lnTo>
                    <a:pt x="6684650" y="147376"/>
                  </a:lnTo>
                  <a:lnTo>
                    <a:pt x="6736010" y="128613"/>
                  </a:lnTo>
                  <a:lnTo>
                    <a:pt x="6786527" y="112002"/>
                  </a:lnTo>
                  <a:lnTo>
                    <a:pt x="6836160" y="97539"/>
                  </a:lnTo>
                  <a:lnTo>
                    <a:pt x="6887507" y="84548"/>
                  </a:lnTo>
                  <a:lnTo>
                    <a:pt x="6941393" y="72951"/>
                  </a:lnTo>
                  <a:lnTo>
                    <a:pt x="6998734" y="62618"/>
                  </a:lnTo>
                  <a:lnTo>
                    <a:pt x="7060466" y="53404"/>
                  </a:lnTo>
                  <a:lnTo>
                    <a:pt x="7127453" y="45167"/>
                  </a:lnTo>
                  <a:lnTo>
                    <a:pt x="7200389" y="37787"/>
                  </a:lnTo>
                  <a:lnTo>
                    <a:pt x="7279653" y="31165"/>
                  </a:lnTo>
                  <a:lnTo>
                    <a:pt x="7365128" y="25231"/>
                  </a:lnTo>
                  <a:lnTo>
                    <a:pt x="7455981" y="19943"/>
                  </a:lnTo>
                  <a:lnTo>
                    <a:pt x="7550455" y="15284"/>
                  </a:lnTo>
                  <a:lnTo>
                    <a:pt x="7645739" y="11259"/>
                  </a:lnTo>
                  <a:lnTo>
                    <a:pt x="7738035" y="7883"/>
                  </a:lnTo>
                  <a:lnTo>
                    <a:pt x="7822915" y="5169"/>
                  </a:lnTo>
                  <a:lnTo>
                    <a:pt x="7896000" y="3106"/>
                  </a:lnTo>
                  <a:lnTo>
                    <a:pt x="7953840" y="1655"/>
                  </a:lnTo>
                  <a:lnTo>
                    <a:pt x="7994742" y="737"/>
                  </a:lnTo>
                  <a:lnTo>
                    <a:pt x="8019276" y="242"/>
                  </a:lnTo>
                  <a:lnTo>
                    <a:pt x="8030323" y="41"/>
                  </a:lnTo>
                  <a:lnTo>
                    <a:pt x="8032796" y="0"/>
                  </a:lnTo>
                  <a:lnTo>
                    <a:pt x="8032819" y="0"/>
                  </a:lnTo>
                  <a:lnTo>
                    <a:pt x="8554953" y="0"/>
                  </a:lnTo>
                  <a:lnTo>
                    <a:pt x="8554953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345" name="pl1345"/>
            <p:cNvSpPr/>
            <p:nvPr/>
          </p:nvSpPr>
          <p:spPr>
            <a:xfrm>
              <a:off x="386606" y="3410530"/>
              <a:ext cx="8554953" cy="1377909"/>
            </a:xfrm>
            <a:custGeom>
              <a:avLst/>
              <a:pathLst>
                <a:path w="8554953" h="1377909">
                  <a:moveTo>
                    <a:pt x="8554953" y="0"/>
                  </a:moveTo>
                  <a:lnTo>
                    <a:pt x="8032819" y="0"/>
                  </a:lnTo>
                  <a:lnTo>
                    <a:pt x="8031557" y="20"/>
                  </a:lnTo>
                  <a:lnTo>
                    <a:pt x="8023303" y="166"/>
                  </a:lnTo>
                  <a:lnTo>
                    <a:pt x="8002666" y="572"/>
                  </a:lnTo>
                  <a:lnTo>
                    <a:pt x="7966199" y="1367"/>
                  </a:lnTo>
                  <a:lnTo>
                    <a:pt x="7912714" y="2670"/>
                  </a:lnTo>
                  <a:lnTo>
                    <a:pt x="7843344" y="4567"/>
                  </a:lnTo>
                  <a:lnTo>
                    <a:pt x="7761149" y="7109"/>
                  </a:lnTo>
                  <a:lnTo>
                    <a:pt x="7670354" y="10312"/>
                  </a:lnTo>
                  <a:lnTo>
                    <a:pt x="7575450" y="14169"/>
                  </a:lnTo>
                  <a:lnTo>
                    <a:pt x="7480450" y="18663"/>
                  </a:lnTo>
                  <a:lnTo>
                    <a:pt x="7388438" y="23786"/>
                  </a:lnTo>
                  <a:lnTo>
                    <a:pt x="7301441" y="29548"/>
                  </a:lnTo>
                  <a:lnTo>
                    <a:pt x="7220515" y="35984"/>
                  </a:lnTo>
                  <a:lnTo>
                    <a:pt x="7145943" y="43158"/>
                  </a:lnTo>
                  <a:lnTo>
                    <a:pt x="7077456" y="51159"/>
                  </a:lnTo>
                  <a:lnTo>
                    <a:pt x="7014428" y="60105"/>
                  </a:lnTo>
                  <a:lnTo>
                    <a:pt x="6956026" y="70131"/>
                  </a:lnTo>
                  <a:lnTo>
                    <a:pt x="6901327" y="81383"/>
                  </a:lnTo>
                  <a:lnTo>
                    <a:pt x="6849400" y="93998"/>
                  </a:lnTo>
                  <a:lnTo>
                    <a:pt x="6799390" y="108074"/>
                  </a:lnTo>
                  <a:lnTo>
                    <a:pt x="6786527" y="112002"/>
                  </a:lnTo>
                  <a:lnTo>
                    <a:pt x="6734669" y="129079"/>
                  </a:lnTo>
                  <a:lnTo>
                    <a:pt x="6683315" y="147888"/>
                  </a:lnTo>
                  <a:lnTo>
                    <a:pt x="6631940" y="168454"/>
                  </a:lnTo>
                  <a:lnTo>
                    <a:pt x="6580185" y="190745"/>
                  </a:lnTo>
                  <a:lnTo>
                    <a:pt x="6527837" y="214661"/>
                  </a:lnTo>
                  <a:lnTo>
                    <a:pt x="6474807" y="240035"/>
                  </a:lnTo>
                  <a:lnTo>
                    <a:pt x="6421121" y="266630"/>
                  </a:lnTo>
                  <a:lnTo>
                    <a:pt x="6366896" y="294146"/>
                  </a:lnTo>
                  <a:lnTo>
                    <a:pt x="6312318" y="322234"/>
                  </a:lnTo>
                  <a:lnTo>
                    <a:pt x="6257621" y="350513"/>
                  </a:lnTo>
                  <a:lnTo>
                    <a:pt x="6203049" y="378591"/>
                  </a:lnTo>
                  <a:lnTo>
                    <a:pt x="6148836" y="406088"/>
                  </a:lnTo>
                  <a:lnTo>
                    <a:pt x="6095166" y="432654"/>
                  </a:lnTo>
                  <a:lnTo>
                    <a:pt x="6042154" y="457993"/>
                  </a:lnTo>
                  <a:lnTo>
                    <a:pt x="5989822" y="481869"/>
                  </a:lnTo>
                  <a:lnTo>
                    <a:pt x="5938081" y="504116"/>
                  </a:lnTo>
                  <a:lnTo>
                    <a:pt x="5886712" y="524636"/>
                  </a:lnTo>
                  <a:lnTo>
                    <a:pt x="5835352" y="543400"/>
                  </a:lnTo>
                  <a:lnTo>
                    <a:pt x="5784835" y="560011"/>
                  </a:lnTo>
                  <a:lnTo>
                    <a:pt x="5735202" y="574474"/>
                  </a:lnTo>
                  <a:lnTo>
                    <a:pt x="5683855" y="587465"/>
                  </a:lnTo>
                  <a:lnTo>
                    <a:pt x="5629969" y="599061"/>
                  </a:lnTo>
                  <a:lnTo>
                    <a:pt x="5572628" y="609394"/>
                  </a:lnTo>
                  <a:lnTo>
                    <a:pt x="5510896" y="618609"/>
                  </a:lnTo>
                  <a:lnTo>
                    <a:pt x="5443909" y="626845"/>
                  </a:lnTo>
                  <a:lnTo>
                    <a:pt x="5370973" y="634225"/>
                  </a:lnTo>
                  <a:lnTo>
                    <a:pt x="5291709" y="640847"/>
                  </a:lnTo>
                  <a:lnTo>
                    <a:pt x="5206234" y="646781"/>
                  </a:lnTo>
                  <a:lnTo>
                    <a:pt x="5115380" y="652070"/>
                  </a:lnTo>
                  <a:lnTo>
                    <a:pt x="5020907" y="656729"/>
                  </a:lnTo>
                  <a:lnTo>
                    <a:pt x="4925623" y="660753"/>
                  </a:lnTo>
                  <a:lnTo>
                    <a:pt x="4833327" y="664129"/>
                  </a:lnTo>
                  <a:lnTo>
                    <a:pt x="4748447" y="666844"/>
                  </a:lnTo>
                  <a:lnTo>
                    <a:pt x="4675362" y="668907"/>
                  </a:lnTo>
                  <a:lnTo>
                    <a:pt x="4617522" y="670358"/>
                  </a:lnTo>
                  <a:lnTo>
                    <a:pt x="4576620" y="671276"/>
                  </a:lnTo>
                  <a:lnTo>
                    <a:pt x="4552086" y="671770"/>
                  </a:lnTo>
                  <a:lnTo>
                    <a:pt x="4541039" y="671971"/>
                  </a:lnTo>
                  <a:lnTo>
                    <a:pt x="4538566" y="672012"/>
                  </a:lnTo>
                  <a:lnTo>
                    <a:pt x="4538543" y="672013"/>
                  </a:lnTo>
                  <a:lnTo>
                    <a:pt x="4016409" y="672013"/>
                  </a:lnTo>
                  <a:lnTo>
                    <a:pt x="4015148" y="672034"/>
                  </a:lnTo>
                  <a:lnTo>
                    <a:pt x="4006899" y="672188"/>
                  </a:lnTo>
                  <a:lnTo>
                    <a:pt x="3986274" y="672613"/>
                  </a:lnTo>
                  <a:lnTo>
                    <a:pt x="3949826" y="673448"/>
                  </a:lnTo>
                  <a:lnTo>
                    <a:pt x="3896368" y="674816"/>
                  </a:lnTo>
                  <a:lnTo>
                    <a:pt x="3827029" y="676807"/>
                  </a:lnTo>
                  <a:lnTo>
                    <a:pt x="3744866" y="679476"/>
                  </a:lnTo>
                  <a:lnTo>
                    <a:pt x="3654099" y="682839"/>
                  </a:lnTo>
                  <a:lnTo>
                    <a:pt x="3559219" y="686888"/>
                  </a:lnTo>
                  <a:lnTo>
                    <a:pt x="3464235" y="691607"/>
                  </a:lnTo>
                  <a:lnTo>
                    <a:pt x="3372233" y="696985"/>
                  </a:lnTo>
                  <a:lnTo>
                    <a:pt x="3285240" y="703035"/>
                  </a:lnTo>
                  <a:lnTo>
                    <a:pt x="3204314" y="709793"/>
                  </a:lnTo>
                  <a:lnTo>
                    <a:pt x="3129740" y="717324"/>
                  </a:lnTo>
                  <a:lnTo>
                    <a:pt x="3061250" y="725724"/>
                  </a:lnTo>
                  <a:lnTo>
                    <a:pt x="2998219" y="735116"/>
                  </a:lnTo>
                  <a:lnTo>
                    <a:pt x="2939815" y="745641"/>
                  </a:lnTo>
                  <a:lnTo>
                    <a:pt x="2885115" y="757453"/>
                  </a:lnTo>
                  <a:lnTo>
                    <a:pt x="2833190" y="770696"/>
                  </a:lnTo>
                  <a:lnTo>
                    <a:pt x="2783184" y="785472"/>
                  </a:lnTo>
                  <a:lnTo>
                    <a:pt x="2770117" y="789662"/>
                  </a:lnTo>
                  <a:lnTo>
                    <a:pt x="2718479" y="807520"/>
                  </a:lnTo>
                  <a:lnTo>
                    <a:pt x="2667342" y="827182"/>
                  </a:lnTo>
                  <a:lnTo>
                    <a:pt x="2616189" y="848673"/>
                  </a:lnTo>
                  <a:lnTo>
                    <a:pt x="2564662" y="871962"/>
                  </a:lnTo>
                  <a:lnTo>
                    <a:pt x="2512549" y="896946"/>
                  </a:lnTo>
                  <a:lnTo>
                    <a:pt x="2459762" y="923453"/>
                  </a:lnTo>
                  <a:lnTo>
                    <a:pt x="2406322" y="951238"/>
                  </a:lnTo>
                  <a:lnTo>
                    <a:pt x="2352342" y="979993"/>
                  </a:lnTo>
                  <a:lnTo>
                    <a:pt x="2298006" y="1009357"/>
                  </a:lnTo>
                  <a:lnTo>
                    <a:pt x="2243541" y="1038935"/>
                  </a:lnTo>
                  <a:lnTo>
                    <a:pt x="2189192" y="1068321"/>
                  </a:lnTo>
                  <a:lnTo>
                    <a:pt x="2135187" y="1097119"/>
                  </a:lnTo>
                  <a:lnTo>
                    <a:pt x="2081713" y="1124967"/>
                  </a:lnTo>
                  <a:lnTo>
                    <a:pt x="2028888" y="1151551"/>
                  </a:lnTo>
                  <a:lnTo>
                    <a:pt x="1976739" y="1176625"/>
                  </a:lnTo>
                  <a:lnTo>
                    <a:pt x="1925185" y="1200010"/>
                  </a:lnTo>
                  <a:lnTo>
                    <a:pt x="1874018" y="1221602"/>
                  </a:lnTo>
                  <a:lnTo>
                    <a:pt x="1822893" y="1241364"/>
                  </a:lnTo>
                  <a:lnTo>
                    <a:pt x="1771299" y="1259320"/>
                  </a:lnTo>
                  <a:lnTo>
                    <a:pt x="1768425" y="1260260"/>
                  </a:lnTo>
                  <a:lnTo>
                    <a:pt x="1718803" y="1275449"/>
                  </a:lnTo>
                  <a:lnTo>
                    <a:pt x="1667467" y="1289093"/>
                  </a:lnTo>
                  <a:lnTo>
                    <a:pt x="1613594" y="1301272"/>
                  </a:lnTo>
                  <a:lnTo>
                    <a:pt x="1556267" y="1312125"/>
                  </a:lnTo>
                  <a:lnTo>
                    <a:pt x="1494552" y="1321803"/>
                  </a:lnTo>
                  <a:lnTo>
                    <a:pt x="1427586" y="1330454"/>
                  </a:lnTo>
                  <a:lnTo>
                    <a:pt x="1354673" y="1338206"/>
                  </a:lnTo>
                  <a:lnTo>
                    <a:pt x="1275435" y="1345161"/>
                  </a:lnTo>
                  <a:lnTo>
                    <a:pt x="1189988" y="1351395"/>
                  </a:lnTo>
                  <a:lnTo>
                    <a:pt x="1099163" y="1356950"/>
                  </a:lnTo>
                  <a:lnTo>
                    <a:pt x="1004714" y="1361844"/>
                  </a:lnTo>
                  <a:lnTo>
                    <a:pt x="909448" y="1366072"/>
                  </a:lnTo>
                  <a:lnTo>
                    <a:pt x="817158" y="1369619"/>
                  </a:lnTo>
                  <a:lnTo>
                    <a:pt x="732268" y="1372472"/>
                  </a:lnTo>
                  <a:lnTo>
                    <a:pt x="659157" y="1374641"/>
                  </a:lnTo>
                  <a:lnTo>
                    <a:pt x="601276" y="1376167"/>
                  </a:lnTo>
                  <a:lnTo>
                    <a:pt x="560324" y="1377132"/>
                  </a:lnTo>
                  <a:lnTo>
                    <a:pt x="535740" y="1377653"/>
                  </a:lnTo>
                  <a:lnTo>
                    <a:pt x="524652" y="1377865"/>
                  </a:lnTo>
                  <a:lnTo>
                    <a:pt x="522158" y="1377909"/>
                  </a:lnTo>
                  <a:lnTo>
                    <a:pt x="522133" y="1377909"/>
                  </a:lnTo>
                  <a:lnTo>
                    <a:pt x="0" y="1377909"/>
                  </a:lnTo>
                  <a:lnTo>
                    <a:pt x="0" y="1377909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346" name="pg1346"/>
            <p:cNvSpPr/>
            <p:nvPr/>
          </p:nvSpPr>
          <p:spPr>
            <a:xfrm>
              <a:off x="386606" y="4528670"/>
              <a:ext cx="8554953" cy="293652"/>
            </a:xfrm>
            <a:custGeom>
              <a:avLst/>
              <a:pathLst>
                <a:path w="8554953" h="293652">
                  <a:moveTo>
                    <a:pt x="0" y="293652"/>
                  </a:moveTo>
                  <a:lnTo>
                    <a:pt x="522133" y="293652"/>
                  </a:lnTo>
                  <a:lnTo>
                    <a:pt x="523401" y="293644"/>
                  </a:lnTo>
                  <a:lnTo>
                    <a:pt x="531694" y="293580"/>
                  </a:lnTo>
                  <a:lnTo>
                    <a:pt x="552425" y="293406"/>
                  </a:lnTo>
                  <a:lnTo>
                    <a:pt x="589049" y="293063"/>
                  </a:lnTo>
                  <a:lnTo>
                    <a:pt x="642745" y="292503"/>
                  </a:lnTo>
                  <a:lnTo>
                    <a:pt x="712361" y="291686"/>
                  </a:lnTo>
                  <a:lnTo>
                    <a:pt x="794806" y="290591"/>
                  </a:lnTo>
                  <a:lnTo>
                    <a:pt x="885828" y="289213"/>
                  </a:lnTo>
                  <a:lnTo>
                    <a:pt x="980913" y="287553"/>
                  </a:lnTo>
                  <a:lnTo>
                    <a:pt x="1076044" y="285620"/>
                  </a:lnTo>
                  <a:lnTo>
                    <a:pt x="1168134" y="283416"/>
                  </a:lnTo>
                  <a:lnTo>
                    <a:pt x="1255166" y="280937"/>
                  </a:lnTo>
                  <a:lnTo>
                    <a:pt x="1336095" y="278168"/>
                  </a:lnTo>
                  <a:lnTo>
                    <a:pt x="1410649" y="275081"/>
                  </a:lnTo>
                  <a:lnTo>
                    <a:pt x="1479110" y="271637"/>
                  </a:lnTo>
                  <a:lnTo>
                    <a:pt x="1542113" y="267786"/>
                  </a:lnTo>
                  <a:lnTo>
                    <a:pt x="1600498" y="263469"/>
                  </a:lnTo>
                  <a:lnTo>
                    <a:pt x="1655195" y="258623"/>
                  </a:lnTo>
                  <a:lnTo>
                    <a:pt x="1707136" y="253189"/>
                  </a:lnTo>
                  <a:lnTo>
                    <a:pt x="1757180" y="247126"/>
                  </a:lnTo>
                  <a:lnTo>
                    <a:pt x="1768425" y="245651"/>
                  </a:lnTo>
                  <a:lnTo>
                    <a:pt x="1822201" y="238046"/>
                  </a:lnTo>
                  <a:lnTo>
                    <a:pt x="1875458" y="229641"/>
                  </a:lnTo>
                  <a:lnTo>
                    <a:pt x="1928771" y="220426"/>
                  </a:lnTo>
                  <a:lnTo>
                    <a:pt x="1982524" y="210420"/>
                  </a:lnTo>
                  <a:lnTo>
                    <a:pt x="2036938" y="199674"/>
                  </a:lnTo>
                  <a:lnTo>
                    <a:pt x="2092088" y="188274"/>
                  </a:lnTo>
                  <a:lnTo>
                    <a:pt x="2147922" y="176340"/>
                  </a:lnTo>
                  <a:lnTo>
                    <a:pt x="2204291" y="164021"/>
                  </a:lnTo>
                  <a:lnTo>
                    <a:pt x="2260967" y="151490"/>
                  </a:lnTo>
                  <a:lnTo>
                    <a:pt x="2317684" y="138931"/>
                  </a:lnTo>
                  <a:lnTo>
                    <a:pt x="2374168" y="126532"/>
                  </a:lnTo>
                  <a:lnTo>
                    <a:pt x="2430179" y="114469"/>
                  </a:lnTo>
                  <a:lnTo>
                    <a:pt x="2485539" y="102899"/>
                  </a:lnTo>
                  <a:lnTo>
                    <a:pt x="2540166" y="91951"/>
                  </a:lnTo>
                  <a:lnTo>
                    <a:pt x="2594097" y="81721"/>
                  </a:lnTo>
                  <a:lnTo>
                    <a:pt x="2647507" y="72271"/>
                  </a:lnTo>
                  <a:lnTo>
                    <a:pt x="2700730" y="63629"/>
                  </a:lnTo>
                  <a:lnTo>
                    <a:pt x="2754282" y="55793"/>
                  </a:lnTo>
                  <a:lnTo>
                    <a:pt x="2770117" y="53648"/>
                  </a:lnTo>
                  <a:lnTo>
                    <a:pt x="2819832" y="47439"/>
                  </a:lnTo>
                  <a:lnTo>
                    <a:pt x="2871269" y="41864"/>
                  </a:lnTo>
                  <a:lnTo>
                    <a:pt x="2925256" y="36889"/>
                  </a:lnTo>
                  <a:lnTo>
                    <a:pt x="2982715" y="32456"/>
                  </a:lnTo>
                  <a:lnTo>
                    <a:pt x="3044584" y="28504"/>
                  </a:lnTo>
                  <a:lnTo>
                    <a:pt x="3111732" y="24971"/>
                  </a:lnTo>
                  <a:lnTo>
                    <a:pt x="3184854" y="21807"/>
                  </a:lnTo>
                  <a:lnTo>
                    <a:pt x="3264327" y="18968"/>
                  </a:lnTo>
                  <a:lnTo>
                    <a:pt x="3350025" y="16425"/>
                  </a:lnTo>
                  <a:lnTo>
                    <a:pt x="3441100" y="14159"/>
                  </a:lnTo>
                  <a:lnTo>
                    <a:pt x="3535769" y="12163"/>
                  </a:lnTo>
                  <a:lnTo>
                    <a:pt x="3631190" y="10441"/>
                  </a:lnTo>
                  <a:lnTo>
                    <a:pt x="3723530" y="8998"/>
                  </a:lnTo>
                  <a:lnTo>
                    <a:pt x="3808333" y="7839"/>
                  </a:lnTo>
                  <a:lnTo>
                    <a:pt x="3881209" y="6960"/>
                  </a:lnTo>
                  <a:lnTo>
                    <a:pt x="3938723" y="6343"/>
                  </a:lnTo>
                  <a:lnTo>
                    <a:pt x="3979231" y="5955"/>
                  </a:lnTo>
                  <a:lnTo>
                    <a:pt x="4003367" y="5747"/>
                  </a:lnTo>
                  <a:lnTo>
                    <a:pt x="4014089" y="5663"/>
                  </a:lnTo>
                  <a:lnTo>
                    <a:pt x="4016409" y="5647"/>
                  </a:lnTo>
                  <a:lnTo>
                    <a:pt x="4538543" y="5647"/>
                  </a:lnTo>
                  <a:lnTo>
                    <a:pt x="4539812" y="5655"/>
                  </a:lnTo>
                  <a:lnTo>
                    <a:pt x="4548106" y="5712"/>
                  </a:lnTo>
                  <a:lnTo>
                    <a:pt x="4568841" y="5869"/>
                  </a:lnTo>
                  <a:lnTo>
                    <a:pt x="4605471" y="6178"/>
                  </a:lnTo>
                  <a:lnTo>
                    <a:pt x="4659177" y="6684"/>
                  </a:lnTo>
                  <a:lnTo>
                    <a:pt x="4728803" y="7421"/>
                  </a:lnTo>
                  <a:lnTo>
                    <a:pt x="4811258" y="8408"/>
                  </a:lnTo>
                  <a:lnTo>
                    <a:pt x="4902289" y="9652"/>
                  </a:lnTo>
                  <a:lnTo>
                    <a:pt x="4997383" y="11149"/>
                  </a:lnTo>
                  <a:lnTo>
                    <a:pt x="5092518" y="12893"/>
                  </a:lnTo>
                  <a:lnTo>
                    <a:pt x="5184612" y="14881"/>
                  </a:lnTo>
                  <a:lnTo>
                    <a:pt x="5271645" y="17117"/>
                  </a:lnTo>
                  <a:lnTo>
                    <a:pt x="5352574" y="19615"/>
                  </a:lnTo>
                  <a:lnTo>
                    <a:pt x="5427128" y="22400"/>
                  </a:lnTo>
                  <a:lnTo>
                    <a:pt x="5495588" y="25507"/>
                  </a:lnTo>
                  <a:lnTo>
                    <a:pt x="5558590" y="28981"/>
                  </a:lnTo>
                  <a:lnTo>
                    <a:pt x="5616974" y="32876"/>
                  </a:lnTo>
                  <a:lnTo>
                    <a:pt x="5671671" y="37248"/>
                  </a:lnTo>
                  <a:lnTo>
                    <a:pt x="5723613" y="42150"/>
                  </a:lnTo>
                  <a:lnTo>
                    <a:pt x="5773658" y="47620"/>
                  </a:lnTo>
                  <a:lnTo>
                    <a:pt x="5784835" y="48942"/>
                  </a:lnTo>
                  <a:lnTo>
                    <a:pt x="5838699" y="55814"/>
                  </a:lnTo>
                  <a:lnTo>
                    <a:pt x="5892044" y="63409"/>
                  </a:lnTo>
                  <a:lnTo>
                    <a:pt x="5945447" y="71737"/>
                  </a:lnTo>
                  <a:lnTo>
                    <a:pt x="5999293" y="80781"/>
                  </a:lnTo>
                  <a:lnTo>
                    <a:pt x="6053802" y="90494"/>
                  </a:lnTo>
                  <a:lnTo>
                    <a:pt x="6109050" y="100799"/>
                  </a:lnTo>
                  <a:lnTo>
                    <a:pt x="6164984" y="111585"/>
                  </a:lnTo>
                  <a:lnTo>
                    <a:pt x="6221452" y="122718"/>
                  </a:lnTo>
                  <a:lnTo>
                    <a:pt x="6278224" y="134041"/>
                  </a:lnTo>
                  <a:lnTo>
                    <a:pt x="6335033" y="145386"/>
                  </a:lnTo>
                  <a:lnTo>
                    <a:pt x="6391605" y="156584"/>
                  </a:lnTo>
                  <a:lnTo>
                    <a:pt x="6447698" y="167476"/>
                  </a:lnTo>
                  <a:lnTo>
                    <a:pt x="6503135" y="177918"/>
                  </a:lnTo>
                  <a:lnTo>
                    <a:pt x="6557836" y="187796"/>
                  </a:lnTo>
                  <a:lnTo>
                    <a:pt x="6611841" y="197021"/>
                  </a:lnTo>
                  <a:lnTo>
                    <a:pt x="6665330" y="205540"/>
                  </a:lnTo>
                  <a:lnTo>
                    <a:pt x="6718643" y="213328"/>
                  </a:lnTo>
                  <a:lnTo>
                    <a:pt x="6772303" y="220387"/>
                  </a:lnTo>
                  <a:lnTo>
                    <a:pt x="6786527" y="222122"/>
                  </a:lnTo>
                  <a:lnTo>
                    <a:pt x="6836246" y="227721"/>
                  </a:lnTo>
                  <a:lnTo>
                    <a:pt x="6887687" y="232750"/>
                  </a:lnTo>
                  <a:lnTo>
                    <a:pt x="6941677" y="237238"/>
                  </a:lnTo>
                  <a:lnTo>
                    <a:pt x="6999141" y="241237"/>
                  </a:lnTo>
                  <a:lnTo>
                    <a:pt x="7061016" y="244802"/>
                  </a:lnTo>
                  <a:lnTo>
                    <a:pt x="7128171" y="247988"/>
                  </a:lnTo>
                  <a:lnTo>
                    <a:pt x="7201301" y="250842"/>
                  </a:lnTo>
                  <a:lnTo>
                    <a:pt x="7280782" y="253402"/>
                  </a:lnTo>
                  <a:lnTo>
                    <a:pt x="7366490" y="255697"/>
                  </a:lnTo>
                  <a:lnTo>
                    <a:pt x="7457574" y="257740"/>
                  </a:lnTo>
                  <a:lnTo>
                    <a:pt x="7552251" y="259540"/>
                  </a:lnTo>
                  <a:lnTo>
                    <a:pt x="7647678" y="261093"/>
                  </a:lnTo>
                  <a:lnTo>
                    <a:pt x="7740020" y="262395"/>
                  </a:lnTo>
                  <a:lnTo>
                    <a:pt x="7824820" y="263440"/>
                  </a:lnTo>
                  <a:lnTo>
                    <a:pt x="7897686" y="264233"/>
                  </a:lnTo>
                  <a:lnTo>
                    <a:pt x="7955188" y="264789"/>
                  </a:lnTo>
                  <a:lnTo>
                    <a:pt x="7995678" y="265139"/>
                  </a:lnTo>
                  <a:lnTo>
                    <a:pt x="8019797" y="265327"/>
                  </a:lnTo>
                  <a:lnTo>
                    <a:pt x="8030506" y="265402"/>
                  </a:lnTo>
                  <a:lnTo>
                    <a:pt x="8032819" y="265417"/>
                  </a:lnTo>
                  <a:lnTo>
                    <a:pt x="8554953" y="265417"/>
                  </a:lnTo>
                  <a:lnTo>
                    <a:pt x="8554953" y="259769"/>
                  </a:lnTo>
                  <a:lnTo>
                    <a:pt x="8032819" y="259769"/>
                  </a:lnTo>
                  <a:lnTo>
                    <a:pt x="8031550" y="259761"/>
                  </a:lnTo>
                  <a:lnTo>
                    <a:pt x="8023256" y="259704"/>
                  </a:lnTo>
                  <a:lnTo>
                    <a:pt x="8002521" y="259547"/>
                  </a:lnTo>
                  <a:lnTo>
                    <a:pt x="7965890" y="259238"/>
                  </a:lnTo>
                  <a:lnTo>
                    <a:pt x="7912185" y="258732"/>
                  </a:lnTo>
                  <a:lnTo>
                    <a:pt x="7842559" y="257995"/>
                  </a:lnTo>
                  <a:lnTo>
                    <a:pt x="7760104" y="257008"/>
                  </a:lnTo>
                  <a:lnTo>
                    <a:pt x="7669073" y="255764"/>
                  </a:lnTo>
                  <a:lnTo>
                    <a:pt x="7573979" y="254267"/>
                  </a:lnTo>
                  <a:lnTo>
                    <a:pt x="7478844" y="252523"/>
                  </a:lnTo>
                  <a:lnTo>
                    <a:pt x="7386750" y="250535"/>
                  </a:lnTo>
                  <a:lnTo>
                    <a:pt x="7299717" y="248299"/>
                  </a:lnTo>
                  <a:lnTo>
                    <a:pt x="7218788" y="245801"/>
                  </a:lnTo>
                  <a:lnTo>
                    <a:pt x="7144234" y="243016"/>
                  </a:lnTo>
                  <a:lnTo>
                    <a:pt x="7075774" y="239909"/>
                  </a:lnTo>
                  <a:lnTo>
                    <a:pt x="7012772" y="236435"/>
                  </a:lnTo>
                  <a:lnTo>
                    <a:pt x="6954388" y="232540"/>
                  </a:lnTo>
                  <a:lnTo>
                    <a:pt x="6899691" y="228168"/>
                  </a:lnTo>
                  <a:lnTo>
                    <a:pt x="6847749" y="223266"/>
                  </a:lnTo>
                  <a:lnTo>
                    <a:pt x="6797704" y="217796"/>
                  </a:lnTo>
                  <a:lnTo>
                    <a:pt x="6786527" y="216474"/>
                  </a:lnTo>
                  <a:lnTo>
                    <a:pt x="6732663" y="209602"/>
                  </a:lnTo>
                  <a:lnTo>
                    <a:pt x="6679318" y="202007"/>
                  </a:lnTo>
                  <a:lnTo>
                    <a:pt x="6625915" y="193679"/>
                  </a:lnTo>
                  <a:lnTo>
                    <a:pt x="6572069" y="184635"/>
                  </a:lnTo>
                  <a:lnTo>
                    <a:pt x="6517560" y="174922"/>
                  </a:lnTo>
                  <a:lnTo>
                    <a:pt x="6462312" y="164617"/>
                  </a:lnTo>
                  <a:lnTo>
                    <a:pt x="6406378" y="153831"/>
                  </a:lnTo>
                  <a:lnTo>
                    <a:pt x="6349910" y="142698"/>
                  </a:lnTo>
                  <a:lnTo>
                    <a:pt x="6293138" y="131375"/>
                  </a:lnTo>
                  <a:lnTo>
                    <a:pt x="6236329" y="120030"/>
                  </a:lnTo>
                  <a:lnTo>
                    <a:pt x="6179757" y="108832"/>
                  </a:lnTo>
                  <a:lnTo>
                    <a:pt x="6123664" y="97940"/>
                  </a:lnTo>
                  <a:lnTo>
                    <a:pt x="6068227" y="87498"/>
                  </a:lnTo>
                  <a:lnTo>
                    <a:pt x="6013526" y="77620"/>
                  </a:lnTo>
                  <a:lnTo>
                    <a:pt x="5959521" y="68395"/>
                  </a:lnTo>
                  <a:lnTo>
                    <a:pt x="5906032" y="59876"/>
                  </a:lnTo>
                  <a:lnTo>
                    <a:pt x="5852719" y="52088"/>
                  </a:lnTo>
                  <a:lnTo>
                    <a:pt x="5799059" y="45029"/>
                  </a:lnTo>
                  <a:lnTo>
                    <a:pt x="5784835" y="43294"/>
                  </a:lnTo>
                  <a:lnTo>
                    <a:pt x="5735116" y="37695"/>
                  </a:lnTo>
                  <a:lnTo>
                    <a:pt x="5683675" y="32666"/>
                  </a:lnTo>
                  <a:lnTo>
                    <a:pt x="5629685" y="28178"/>
                  </a:lnTo>
                  <a:lnTo>
                    <a:pt x="5572221" y="24179"/>
                  </a:lnTo>
                  <a:lnTo>
                    <a:pt x="5510346" y="20614"/>
                  </a:lnTo>
                  <a:lnTo>
                    <a:pt x="5443191" y="17428"/>
                  </a:lnTo>
                  <a:lnTo>
                    <a:pt x="5370061" y="14574"/>
                  </a:lnTo>
                  <a:lnTo>
                    <a:pt x="5290580" y="12014"/>
                  </a:lnTo>
                  <a:lnTo>
                    <a:pt x="5204872" y="9719"/>
                  </a:lnTo>
                  <a:lnTo>
                    <a:pt x="5113788" y="7676"/>
                  </a:lnTo>
                  <a:lnTo>
                    <a:pt x="5019111" y="5876"/>
                  </a:lnTo>
                  <a:lnTo>
                    <a:pt x="4923684" y="4323"/>
                  </a:lnTo>
                  <a:lnTo>
                    <a:pt x="4831342" y="3021"/>
                  </a:lnTo>
                  <a:lnTo>
                    <a:pt x="4746542" y="1976"/>
                  </a:lnTo>
                  <a:lnTo>
                    <a:pt x="4673676" y="1183"/>
                  </a:lnTo>
                  <a:lnTo>
                    <a:pt x="4616174" y="627"/>
                  </a:lnTo>
                  <a:lnTo>
                    <a:pt x="4575684" y="277"/>
                  </a:lnTo>
                  <a:lnTo>
                    <a:pt x="4551565" y="89"/>
                  </a:lnTo>
                  <a:lnTo>
                    <a:pt x="4540856" y="14"/>
                  </a:lnTo>
                  <a:lnTo>
                    <a:pt x="4538543" y="0"/>
                  </a:lnTo>
                  <a:lnTo>
                    <a:pt x="4016409" y="0"/>
                  </a:lnTo>
                  <a:lnTo>
                    <a:pt x="4015141" y="8"/>
                  </a:lnTo>
                  <a:lnTo>
                    <a:pt x="4006848" y="71"/>
                  </a:lnTo>
                  <a:lnTo>
                    <a:pt x="3986117" y="246"/>
                  </a:lnTo>
                  <a:lnTo>
                    <a:pt x="3949493" y="588"/>
                  </a:lnTo>
                  <a:lnTo>
                    <a:pt x="3895797" y="1149"/>
                  </a:lnTo>
                  <a:lnTo>
                    <a:pt x="3826181" y="1966"/>
                  </a:lnTo>
                  <a:lnTo>
                    <a:pt x="3743736" y="3061"/>
                  </a:lnTo>
                  <a:lnTo>
                    <a:pt x="3652714" y="4439"/>
                  </a:lnTo>
                  <a:lnTo>
                    <a:pt x="3557629" y="6098"/>
                  </a:lnTo>
                  <a:lnTo>
                    <a:pt x="3462499" y="8032"/>
                  </a:lnTo>
                  <a:lnTo>
                    <a:pt x="3370408" y="10236"/>
                  </a:lnTo>
                  <a:lnTo>
                    <a:pt x="3283376" y="12715"/>
                  </a:lnTo>
                  <a:lnTo>
                    <a:pt x="3202447" y="15484"/>
                  </a:lnTo>
                  <a:lnTo>
                    <a:pt x="3127893" y="18571"/>
                  </a:lnTo>
                  <a:lnTo>
                    <a:pt x="3059432" y="22014"/>
                  </a:lnTo>
                  <a:lnTo>
                    <a:pt x="2996429" y="25866"/>
                  </a:lnTo>
                  <a:lnTo>
                    <a:pt x="2938044" y="30183"/>
                  </a:lnTo>
                  <a:lnTo>
                    <a:pt x="2883347" y="35029"/>
                  </a:lnTo>
                  <a:lnTo>
                    <a:pt x="2831406" y="40463"/>
                  </a:lnTo>
                  <a:lnTo>
                    <a:pt x="2781362" y="46526"/>
                  </a:lnTo>
                  <a:lnTo>
                    <a:pt x="2770117" y="48000"/>
                  </a:lnTo>
                  <a:lnTo>
                    <a:pt x="2716342" y="55606"/>
                  </a:lnTo>
                  <a:lnTo>
                    <a:pt x="2663084" y="64011"/>
                  </a:lnTo>
                  <a:lnTo>
                    <a:pt x="2609771" y="73226"/>
                  </a:lnTo>
                  <a:lnTo>
                    <a:pt x="2556018" y="83232"/>
                  </a:lnTo>
                  <a:lnTo>
                    <a:pt x="2501604" y="93978"/>
                  </a:lnTo>
                  <a:lnTo>
                    <a:pt x="2446455" y="105378"/>
                  </a:lnTo>
                  <a:lnTo>
                    <a:pt x="2390620" y="117312"/>
                  </a:lnTo>
                  <a:lnTo>
                    <a:pt x="2334251" y="129631"/>
                  </a:lnTo>
                  <a:lnTo>
                    <a:pt x="2277575" y="142162"/>
                  </a:lnTo>
                  <a:lnTo>
                    <a:pt x="2220859" y="154720"/>
                  </a:lnTo>
                  <a:lnTo>
                    <a:pt x="2164374" y="167120"/>
                  </a:lnTo>
                  <a:lnTo>
                    <a:pt x="2108363" y="179183"/>
                  </a:lnTo>
                  <a:lnTo>
                    <a:pt x="2053003" y="190753"/>
                  </a:lnTo>
                  <a:lnTo>
                    <a:pt x="1998376" y="201701"/>
                  </a:lnTo>
                  <a:lnTo>
                    <a:pt x="1944445" y="211931"/>
                  </a:lnTo>
                  <a:lnTo>
                    <a:pt x="1891035" y="221381"/>
                  </a:lnTo>
                  <a:lnTo>
                    <a:pt x="1837812" y="230022"/>
                  </a:lnTo>
                  <a:lnTo>
                    <a:pt x="1784260" y="237859"/>
                  </a:lnTo>
                  <a:lnTo>
                    <a:pt x="1768425" y="240004"/>
                  </a:lnTo>
                  <a:lnTo>
                    <a:pt x="1718710" y="246212"/>
                  </a:lnTo>
                  <a:lnTo>
                    <a:pt x="1667273" y="251788"/>
                  </a:lnTo>
                  <a:lnTo>
                    <a:pt x="1613286" y="256763"/>
                  </a:lnTo>
                  <a:lnTo>
                    <a:pt x="1555828" y="261196"/>
                  </a:lnTo>
                  <a:lnTo>
                    <a:pt x="1493959" y="265148"/>
                  </a:lnTo>
                  <a:lnTo>
                    <a:pt x="1426810" y="268680"/>
                  </a:lnTo>
                  <a:lnTo>
                    <a:pt x="1353688" y="271845"/>
                  </a:lnTo>
                  <a:lnTo>
                    <a:pt x="1274215" y="274684"/>
                  </a:lnTo>
                  <a:lnTo>
                    <a:pt x="1188517" y="277227"/>
                  </a:lnTo>
                  <a:lnTo>
                    <a:pt x="1097443" y="279493"/>
                  </a:lnTo>
                  <a:lnTo>
                    <a:pt x="1002773" y="281488"/>
                  </a:lnTo>
                  <a:lnTo>
                    <a:pt x="907352" y="283211"/>
                  </a:lnTo>
                  <a:lnTo>
                    <a:pt x="815012" y="284654"/>
                  </a:lnTo>
                  <a:lnTo>
                    <a:pt x="730209" y="285813"/>
                  </a:lnTo>
                  <a:lnTo>
                    <a:pt x="657334" y="286692"/>
                  </a:lnTo>
                  <a:lnTo>
                    <a:pt x="599819" y="287309"/>
                  </a:lnTo>
                  <a:lnTo>
                    <a:pt x="559311" y="287697"/>
                  </a:lnTo>
                  <a:lnTo>
                    <a:pt x="535176" y="287905"/>
                  </a:lnTo>
                  <a:lnTo>
                    <a:pt x="524453" y="287989"/>
                  </a:lnTo>
                  <a:lnTo>
                    <a:pt x="522133" y="288005"/>
                  </a:lnTo>
                  <a:lnTo>
                    <a:pt x="0" y="288005"/>
                  </a:lnTo>
                  <a:close/>
                </a:path>
              </a:pathLst>
            </a:custGeom>
            <a:solidFill>
              <a:srgbClr val="E78AC3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1347" name="pl1347"/>
            <p:cNvSpPr/>
            <p:nvPr/>
          </p:nvSpPr>
          <p:spPr>
            <a:xfrm>
              <a:off x="386606" y="4534317"/>
              <a:ext cx="8554953" cy="288005"/>
            </a:xfrm>
            <a:custGeom>
              <a:avLst/>
              <a:pathLst>
                <a:path w="8554953" h="288005">
                  <a:moveTo>
                    <a:pt x="0" y="288005"/>
                  </a:moveTo>
                  <a:lnTo>
                    <a:pt x="522133" y="288005"/>
                  </a:lnTo>
                  <a:lnTo>
                    <a:pt x="523401" y="287996"/>
                  </a:lnTo>
                  <a:lnTo>
                    <a:pt x="531694" y="287933"/>
                  </a:lnTo>
                  <a:lnTo>
                    <a:pt x="552425" y="287759"/>
                  </a:lnTo>
                  <a:lnTo>
                    <a:pt x="589049" y="287416"/>
                  </a:lnTo>
                  <a:lnTo>
                    <a:pt x="642745" y="286855"/>
                  </a:lnTo>
                  <a:lnTo>
                    <a:pt x="712361" y="286038"/>
                  </a:lnTo>
                  <a:lnTo>
                    <a:pt x="794806" y="284944"/>
                  </a:lnTo>
                  <a:lnTo>
                    <a:pt x="885828" y="283566"/>
                  </a:lnTo>
                  <a:lnTo>
                    <a:pt x="980913" y="281906"/>
                  </a:lnTo>
                  <a:lnTo>
                    <a:pt x="1076044" y="279973"/>
                  </a:lnTo>
                  <a:lnTo>
                    <a:pt x="1168134" y="277769"/>
                  </a:lnTo>
                  <a:lnTo>
                    <a:pt x="1255166" y="275290"/>
                  </a:lnTo>
                  <a:lnTo>
                    <a:pt x="1336095" y="272521"/>
                  </a:lnTo>
                  <a:lnTo>
                    <a:pt x="1410649" y="269434"/>
                  </a:lnTo>
                  <a:lnTo>
                    <a:pt x="1479110" y="265990"/>
                  </a:lnTo>
                  <a:lnTo>
                    <a:pt x="1542113" y="262139"/>
                  </a:lnTo>
                  <a:lnTo>
                    <a:pt x="1600498" y="257822"/>
                  </a:lnTo>
                  <a:lnTo>
                    <a:pt x="1655195" y="252975"/>
                  </a:lnTo>
                  <a:lnTo>
                    <a:pt x="1707136" y="247541"/>
                  </a:lnTo>
                  <a:lnTo>
                    <a:pt x="1757180" y="241479"/>
                  </a:lnTo>
                  <a:lnTo>
                    <a:pt x="1768425" y="240004"/>
                  </a:lnTo>
                  <a:lnTo>
                    <a:pt x="1822201" y="232399"/>
                  </a:lnTo>
                  <a:lnTo>
                    <a:pt x="1875458" y="223994"/>
                  </a:lnTo>
                  <a:lnTo>
                    <a:pt x="1928771" y="214779"/>
                  </a:lnTo>
                  <a:lnTo>
                    <a:pt x="1982524" y="204773"/>
                  </a:lnTo>
                  <a:lnTo>
                    <a:pt x="2036938" y="194027"/>
                  </a:lnTo>
                  <a:lnTo>
                    <a:pt x="2092088" y="182627"/>
                  </a:lnTo>
                  <a:lnTo>
                    <a:pt x="2147922" y="170693"/>
                  </a:lnTo>
                  <a:lnTo>
                    <a:pt x="2204291" y="158374"/>
                  </a:lnTo>
                  <a:lnTo>
                    <a:pt x="2260967" y="145843"/>
                  </a:lnTo>
                  <a:lnTo>
                    <a:pt x="2317684" y="133284"/>
                  </a:lnTo>
                  <a:lnTo>
                    <a:pt x="2374168" y="120885"/>
                  </a:lnTo>
                  <a:lnTo>
                    <a:pt x="2430179" y="108822"/>
                  </a:lnTo>
                  <a:lnTo>
                    <a:pt x="2485539" y="97251"/>
                  </a:lnTo>
                  <a:lnTo>
                    <a:pt x="2540166" y="86303"/>
                  </a:lnTo>
                  <a:lnTo>
                    <a:pt x="2594097" y="76074"/>
                  </a:lnTo>
                  <a:lnTo>
                    <a:pt x="2647507" y="66624"/>
                  </a:lnTo>
                  <a:lnTo>
                    <a:pt x="2700730" y="57982"/>
                  </a:lnTo>
                  <a:lnTo>
                    <a:pt x="2754282" y="50145"/>
                  </a:lnTo>
                  <a:lnTo>
                    <a:pt x="2770117" y="48000"/>
                  </a:lnTo>
                  <a:lnTo>
                    <a:pt x="2819832" y="41792"/>
                  </a:lnTo>
                  <a:lnTo>
                    <a:pt x="2871269" y="36217"/>
                  </a:lnTo>
                  <a:lnTo>
                    <a:pt x="2925256" y="31241"/>
                  </a:lnTo>
                  <a:lnTo>
                    <a:pt x="2982715" y="26809"/>
                  </a:lnTo>
                  <a:lnTo>
                    <a:pt x="3044584" y="22856"/>
                  </a:lnTo>
                  <a:lnTo>
                    <a:pt x="3111732" y="19324"/>
                  </a:lnTo>
                  <a:lnTo>
                    <a:pt x="3184854" y="16160"/>
                  </a:lnTo>
                  <a:lnTo>
                    <a:pt x="3264327" y="13321"/>
                  </a:lnTo>
                  <a:lnTo>
                    <a:pt x="3350025" y="10778"/>
                  </a:lnTo>
                  <a:lnTo>
                    <a:pt x="3441100" y="8512"/>
                  </a:lnTo>
                  <a:lnTo>
                    <a:pt x="3535769" y="6516"/>
                  </a:lnTo>
                  <a:lnTo>
                    <a:pt x="3631190" y="4794"/>
                  </a:lnTo>
                  <a:lnTo>
                    <a:pt x="3723530" y="3351"/>
                  </a:lnTo>
                  <a:lnTo>
                    <a:pt x="3808333" y="2191"/>
                  </a:lnTo>
                  <a:lnTo>
                    <a:pt x="3881209" y="1312"/>
                  </a:lnTo>
                  <a:lnTo>
                    <a:pt x="3938723" y="696"/>
                  </a:lnTo>
                  <a:lnTo>
                    <a:pt x="3979231" y="307"/>
                  </a:lnTo>
                  <a:lnTo>
                    <a:pt x="4003367" y="99"/>
                  </a:lnTo>
                  <a:lnTo>
                    <a:pt x="4014089" y="16"/>
                  </a:lnTo>
                  <a:lnTo>
                    <a:pt x="4016394" y="0"/>
                  </a:lnTo>
                  <a:lnTo>
                    <a:pt x="4016409" y="0"/>
                  </a:lnTo>
                  <a:lnTo>
                    <a:pt x="4538543" y="0"/>
                  </a:lnTo>
                  <a:lnTo>
                    <a:pt x="4539812" y="7"/>
                  </a:lnTo>
                  <a:lnTo>
                    <a:pt x="4548106" y="64"/>
                  </a:lnTo>
                  <a:lnTo>
                    <a:pt x="4568841" y="222"/>
                  </a:lnTo>
                  <a:lnTo>
                    <a:pt x="4605471" y="531"/>
                  </a:lnTo>
                  <a:lnTo>
                    <a:pt x="4659177" y="1037"/>
                  </a:lnTo>
                  <a:lnTo>
                    <a:pt x="4728803" y="1774"/>
                  </a:lnTo>
                  <a:lnTo>
                    <a:pt x="4811258" y="2761"/>
                  </a:lnTo>
                  <a:lnTo>
                    <a:pt x="4902289" y="4005"/>
                  </a:lnTo>
                  <a:lnTo>
                    <a:pt x="4997383" y="5502"/>
                  </a:lnTo>
                  <a:lnTo>
                    <a:pt x="5092518" y="7246"/>
                  </a:lnTo>
                  <a:lnTo>
                    <a:pt x="5184612" y="9234"/>
                  </a:lnTo>
                  <a:lnTo>
                    <a:pt x="5271645" y="11470"/>
                  </a:lnTo>
                  <a:lnTo>
                    <a:pt x="5352574" y="13968"/>
                  </a:lnTo>
                  <a:lnTo>
                    <a:pt x="5427128" y="16753"/>
                  </a:lnTo>
                  <a:lnTo>
                    <a:pt x="5495588" y="19859"/>
                  </a:lnTo>
                  <a:lnTo>
                    <a:pt x="5558590" y="23334"/>
                  </a:lnTo>
                  <a:lnTo>
                    <a:pt x="5616974" y="27229"/>
                  </a:lnTo>
                  <a:lnTo>
                    <a:pt x="5671671" y="31601"/>
                  </a:lnTo>
                  <a:lnTo>
                    <a:pt x="5723613" y="36503"/>
                  </a:lnTo>
                  <a:lnTo>
                    <a:pt x="5773658" y="41972"/>
                  </a:lnTo>
                  <a:lnTo>
                    <a:pt x="5784835" y="43294"/>
                  </a:lnTo>
                  <a:lnTo>
                    <a:pt x="5838699" y="50166"/>
                  </a:lnTo>
                  <a:lnTo>
                    <a:pt x="5892044" y="57762"/>
                  </a:lnTo>
                  <a:lnTo>
                    <a:pt x="5945447" y="66090"/>
                  </a:lnTo>
                  <a:lnTo>
                    <a:pt x="5999293" y="75134"/>
                  </a:lnTo>
                  <a:lnTo>
                    <a:pt x="6053802" y="84847"/>
                  </a:lnTo>
                  <a:lnTo>
                    <a:pt x="6109050" y="95152"/>
                  </a:lnTo>
                  <a:lnTo>
                    <a:pt x="6164984" y="105938"/>
                  </a:lnTo>
                  <a:lnTo>
                    <a:pt x="6221452" y="117071"/>
                  </a:lnTo>
                  <a:lnTo>
                    <a:pt x="6278224" y="128394"/>
                  </a:lnTo>
                  <a:lnTo>
                    <a:pt x="6335033" y="139739"/>
                  </a:lnTo>
                  <a:lnTo>
                    <a:pt x="6391605" y="150937"/>
                  </a:lnTo>
                  <a:lnTo>
                    <a:pt x="6447698" y="161829"/>
                  </a:lnTo>
                  <a:lnTo>
                    <a:pt x="6503135" y="172271"/>
                  </a:lnTo>
                  <a:lnTo>
                    <a:pt x="6557836" y="182148"/>
                  </a:lnTo>
                  <a:lnTo>
                    <a:pt x="6611841" y="191374"/>
                  </a:lnTo>
                  <a:lnTo>
                    <a:pt x="6665330" y="199893"/>
                  </a:lnTo>
                  <a:lnTo>
                    <a:pt x="6718643" y="207680"/>
                  </a:lnTo>
                  <a:lnTo>
                    <a:pt x="6772303" y="214740"/>
                  </a:lnTo>
                  <a:lnTo>
                    <a:pt x="6786527" y="216474"/>
                  </a:lnTo>
                  <a:lnTo>
                    <a:pt x="6836246" y="222074"/>
                  </a:lnTo>
                  <a:lnTo>
                    <a:pt x="6887687" y="227103"/>
                  </a:lnTo>
                  <a:lnTo>
                    <a:pt x="6941677" y="231591"/>
                  </a:lnTo>
                  <a:lnTo>
                    <a:pt x="6999141" y="235590"/>
                  </a:lnTo>
                  <a:lnTo>
                    <a:pt x="7061016" y="239154"/>
                  </a:lnTo>
                  <a:lnTo>
                    <a:pt x="7128171" y="242340"/>
                  </a:lnTo>
                  <a:lnTo>
                    <a:pt x="7201301" y="245195"/>
                  </a:lnTo>
                  <a:lnTo>
                    <a:pt x="7280782" y="247755"/>
                  </a:lnTo>
                  <a:lnTo>
                    <a:pt x="7366490" y="250049"/>
                  </a:lnTo>
                  <a:lnTo>
                    <a:pt x="7457574" y="252093"/>
                  </a:lnTo>
                  <a:lnTo>
                    <a:pt x="7552251" y="253893"/>
                  </a:lnTo>
                  <a:lnTo>
                    <a:pt x="7647678" y="255446"/>
                  </a:lnTo>
                  <a:lnTo>
                    <a:pt x="7740020" y="256748"/>
                  </a:lnTo>
                  <a:lnTo>
                    <a:pt x="7824820" y="257793"/>
                  </a:lnTo>
                  <a:lnTo>
                    <a:pt x="7897686" y="258586"/>
                  </a:lnTo>
                  <a:lnTo>
                    <a:pt x="7955188" y="259142"/>
                  </a:lnTo>
                  <a:lnTo>
                    <a:pt x="7995678" y="259492"/>
                  </a:lnTo>
                  <a:lnTo>
                    <a:pt x="8019797" y="259679"/>
                  </a:lnTo>
                  <a:lnTo>
                    <a:pt x="8030506" y="259755"/>
                  </a:lnTo>
                  <a:lnTo>
                    <a:pt x="8032804" y="259769"/>
                  </a:lnTo>
                  <a:lnTo>
                    <a:pt x="8032819" y="259769"/>
                  </a:lnTo>
                  <a:lnTo>
                    <a:pt x="8554953" y="259769"/>
                  </a:lnTo>
                  <a:lnTo>
                    <a:pt x="8554953" y="259769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348" name="pl1348"/>
            <p:cNvSpPr/>
            <p:nvPr/>
          </p:nvSpPr>
          <p:spPr>
            <a:xfrm>
              <a:off x="386606" y="4528670"/>
              <a:ext cx="8554953" cy="288005"/>
            </a:xfrm>
            <a:custGeom>
              <a:avLst/>
              <a:pathLst>
                <a:path w="8554953" h="288005">
                  <a:moveTo>
                    <a:pt x="8554953" y="259769"/>
                  </a:moveTo>
                  <a:lnTo>
                    <a:pt x="8032819" y="259769"/>
                  </a:lnTo>
                  <a:lnTo>
                    <a:pt x="8031550" y="259761"/>
                  </a:lnTo>
                  <a:lnTo>
                    <a:pt x="8023256" y="259704"/>
                  </a:lnTo>
                  <a:lnTo>
                    <a:pt x="8002521" y="259547"/>
                  </a:lnTo>
                  <a:lnTo>
                    <a:pt x="7965890" y="259238"/>
                  </a:lnTo>
                  <a:lnTo>
                    <a:pt x="7912185" y="258732"/>
                  </a:lnTo>
                  <a:lnTo>
                    <a:pt x="7842559" y="257995"/>
                  </a:lnTo>
                  <a:lnTo>
                    <a:pt x="7760104" y="257008"/>
                  </a:lnTo>
                  <a:lnTo>
                    <a:pt x="7669073" y="255764"/>
                  </a:lnTo>
                  <a:lnTo>
                    <a:pt x="7573979" y="254267"/>
                  </a:lnTo>
                  <a:lnTo>
                    <a:pt x="7478844" y="252523"/>
                  </a:lnTo>
                  <a:lnTo>
                    <a:pt x="7386750" y="250535"/>
                  </a:lnTo>
                  <a:lnTo>
                    <a:pt x="7299717" y="248299"/>
                  </a:lnTo>
                  <a:lnTo>
                    <a:pt x="7218788" y="245801"/>
                  </a:lnTo>
                  <a:lnTo>
                    <a:pt x="7144234" y="243016"/>
                  </a:lnTo>
                  <a:lnTo>
                    <a:pt x="7075774" y="239909"/>
                  </a:lnTo>
                  <a:lnTo>
                    <a:pt x="7012772" y="236435"/>
                  </a:lnTo>
                  <a:lnTo>
                    <a:pt x="6954388" y="232540"/>
                  </a:lnTo>
                  <a:lnTo>
                    <a:pt x="6899691" y="228168"/>
                  </a:lnTo>
                  <a:lnTo>
                    <a:pt x="6847749" y="223266"/>
                  </a:lnTo>
                  <a:lnTo>
                    <a:pt x="6797704" y="217796"/>
                  </a:lnTo>
                  <a:lnTo>
                    <a:pt x="6786527" y="216474"/>
                  </a:lnTo>
                  <a:lnTo>
                    <a:pt x="6732663" y="209602"/>
                  </a:lnTo>
                  <a:lnTo>
                    <a:pt x="6679318" y="202007"/>
                  </a:lnTo>
                  <a:lnTo>
                    <a:pt x="6625915" y="193679"/>
                  </a:lnTo>
                  <a:lnTo>
                    <a:pt x="6572069" y="184635"/>
                  </a:lnTo>
                  <a:lnTo>
                    <a:pt x="6517560" y="174922"/>
                  </a:lnTo>
                  <a:lnTo>
                    <a:pt x="6462312" y="164617"/>
                  </a:lnTo>
                  <a:lnTo>
                    <a:pt x="6406378" y="153831"/>
                  </a:lnTo>
                  <a:lnTo>
                    <a:pt x="6349910" y="142698"/>
                  </a:lnTo>
                  <a:lnTo>
                    <a:pt x="6293138" y="131375"/>
                  </a:lnTo>
                  <a:lnTo>
                    <a:pt x="6236329" y="120030"/>
                  </a:lnTo>
                  <a:lnTo>
                    <a:pt x="6179757" y="108832"/>
                  </a:lnTo>
                  <a:lnTo>
                    <a:pt x="6123664" y="97940"/>
                  </a:lnTo>
                  <a:lnTo>
                    <a:pt x="6068227" y="87498"/>
                  </a:lnTo>
                  <a:lnTo>
                    <a:pt x="6013526" y="77620"/>
                  </a:lnTo>
                  <a:lnTo>
                    <a:pt x="5959521" y="68395"/>
                  </a:lnTo>
                  <a:lnTo>
                    <a:pt x="5906032" y="59876"/>
                  </a:lnTo>
                  <a:lnTo>
                    <a:pt x="5852719" y="52088"/>
                  </a:lnTo>
                  <a:lnTo>
                    <a:pt x="5799059" y="45029"/>
                  </a:lnTo>
                  <a:lnTo>
                    <a:pt x="5784835" y="43294"/>
                  </a:lnTo>
                  <a:lnTo>
                    <a:pt x="5735116" y="37695"/>
                  </a:lnTo>
                  <a:lnTo>
                    <a:pt x="5683675" y="32666"/>
                  </a:lnTo>
                  <a:lnTo>
                    <a:pt x="5629685" y="28178"/>
                  </a:lnTo>
                  <a:lnTo>
                    <a:pt x="5572221" y="24179"/>
                  </a:lnTo>
                  <a:lnTo>
                    <a:pt x="5510346" y="20614"/>
                  </a:lnTo>
                  <a:lnTo>
                    <a:pt x="5443191" y="17428"/>
                  </a:lnTo>
                  <a:lnTo>
                    <a:pt x="5370061" y="14574"/>
                  </a:lnTo>
                  <a:lnTo>
                    <a:pt x="5290580" y="12014"/>
                  </a:lnTo>
                  <a:lnTo>
                    <a:pt x="5204872" y="9719"/>
                  </a:lnTo>
                  <a:lnTo>
                    <a:pt x="5113788" y="7676"/>
                  </a:lnTo>
                  <a:lnTo>
                    <a:pt x="5019111" y="5876"/>
                  </a:lnTo>
                  <a:lnTo>
                    <a:pt x="4923684" y="4323"/>
                  </a:lnTo>
                  <a:lnTo>
                    <a:pt x="4831342" y="3021"/>
                  </a:lnTo>
                  <a:lnTo>
                    <a:pt x="4746542" y="1976"/>
                  </a:lnTo>
                  <a:lnTo>
                    <a:pt x="4673676" y="1183"/>
                  </a:lnTo>
                  <a:lnTo>
                    <a:pt x="4616174" y="627"/>
                  </a:lnTo>
                  <a:lnTo>
                    <a:pt x="4575684" y="277"/>
                  </a:lnTo>
                  <a:lnTo>
                    <a:pt x="4551565" y="89"/>
                  </a:lnTo>
                  <a:lnTo>
                    <a:pt x="4540856" y="14"/>
                  </a:lnTo>
                  <a:lnTo>
                    <a:pt x="4538558" y="0"/>
                  </a:lnTo>
                  <a:lnTo>
                    <a:pt x="4538543" y="0"/>
                  </a:lnTo>
                  <a:lnTo>
                    <a:pt x="4016409" y="0"/>
                  </a:lnTo>
                  <a:lnTo>
                    <a:pt x="4015141" y="8"/>
                  </a:lnTo>
                  <a:lnTo>
                    <a:pt x="4006848" y="71"/>
                  </a:lnTo>
                  <a:lnTo>
                    <a:pt x="3986117" y="246"/>
                  </a:lnTo>
                  <a:lnTo>
                    <a:pt x="3949493" y="588"/>
                  </a:lnTo>
                  <a:lnTo>
                    <a:pt x="3895797" y="1149"/>
                  </a:lnTo>
                  <a:lnTo>
                    <a:pt x="3826181" y="1966"/>
                  </a:lnTo>
                  <a:lnTo>
                    <a:pt x="3743736" y="3061"/>
                  </a:lnTo>
                  <a:lnTo>
                    <a:pt x="3652714" y="4439"/>
                  </a:lnTo>
                  <a:lnTo>
                    <a:pt x="3557629" y="6098"/>
                  </a:lnTo>
                  <a:lnTo>
                    <a:pt x="3462499" y="8032"/>
                  </a:lnTo>
                  <a:lnTo>
                    <a:pt x="3370408" y="10236"/>
                  </a:lnTo>
                  <a:lnTo>
                    <a:pt x="3283376" y="12715"/>
                  </a:lnTo>
                  <a:lnTo>
                    <a:pt x="3202447" y="15484"/>
                  </a:lnTo>
                  <a:lnTo>
                    <a:pt x="3127893" y="18571"/>
                  </a:lnTo>
                  <a:lnTo>
                    <a:pt x="3059432" y="22014"/>
                  </a:lnTo>
                  <a:lnTo>
                    <a:pt x="2996429" y="25866"/>
                  </a:lnTo>
                  <a:lnTo>
                    <a:pt x="2938044" y="30183"/>
                  </a:lnTo>
                  <a:lnTo>
                    <a:pt x="2883347" y="35029"/>
                  </a:lnTo>
                  <a:lnTo>
                    <a:pt x="2831406" y="40463"/>
                  </a:lnTo>
                  <a:lnTo>
                    <a:pt x="2781362" y="46526"/>
                  </a:lnTo>
                  <a:lnTo>
                    <a:pt x="2770117" y="48000"/>
                  </a:lnTo>
                  <a:lnTo>
                    <a:pt x="2716342" y="55606"/>
                  </a:lnTo>
                  <a:lnTo>
                    <a:pt x="2663084" y="64011"/>
                  </a:lnTo>
                  <a:lnTo>
                    <a:pt x="2609771" y="73226"/>
                  </a:lnTo>
                  <a:lnTo>
                    <a:pt x="2556018" y="83232"/>
                  </a:lnTo>
                  <a:lnTo>
                    <a:pt x="2501604" y="93978"/>
                  </a:lnTo>
                  <a:lnTo>
                    <a:pt x="2446455" y="105378"/>
                  </a:lnTo>
                  <a:lnTo>
                    <a:pt x="2390620" y="117312"/>
                  </a:lnTo>
                  <a:lnTo>
                    <a:pt x="2334251" y="129631"/>
                  </a:lnTo>
                  <a:lnTo>
                    <a:pt x="2277575" y="142162"/>
                  </a:lnTo>
                  <a:lnTo>
                    <a:pt x="2220859" y="154720"/>
                  </a:lnTo>
                  <a:lnTo>
                    <a:pt x="2164374" y="167120"/>
                  </a:lnTo>
                  <a:lnTo>
                    <a:pt x="2108363" y="179183"/>
                  </a:lnTo>
                  <a:lnTo>
                    <a:pt x="2053003" y="190753"/>
                  </a:lnTo>
                  <a:lnTo>
                    <a:pt x="1998376" y="201701"/>
                  </a:lnTo>
                  <a:lnTo>
                    <a:pt x="1944445" y="211931"/>
                  </a:lnTo>
                  <a:lnTo>
                    <a:pt x="1891035" y="221381"/>
                  </a:lnTo>
                  <a:lnTo>
                    <a:pt x="1837812" y="230022"/>
                  </a:lnTo>
                  <a:lnTo>
                    <a:pt x="1784260" y="237859"/>
                  </a:lnTo>
                  <a:lnTo>
                    <a:pt x="1768425" y="240004"/>
                  </a:lnTo>
                  <a:lnTo>
                    <a:pt x="1718710" y="246212"/>
                  </a:lnTo>
                  <a:lnTo>
                    <a:pt x="1667273" y="251788"/>
                  </a:lnTo>
                  <a:lnTo>
                    <a:pt x="1613286" y="256763"/>
                  </a:lnTo>
                  <a:lnTo>
                    <a:pt x="1555828" y="261196"/>
                  </a:lnTo>
                  <a:lnTo>
                    <a:pt x="1493959" y="265148"/>
                  </a:lnTo>
                  <a:lnTo>
                    <a:pt x="1426810" y="268680"/>
                  </a:lnTo>
                  <a:lnTo>
                    <a:pt x="1353688" y="271845"/>
                  </a:lnTo>
                  <a:lnTo>
                    <a:pt x="1274215" y="274684"/>
                  </a:lnTo>
                  <a:lnTo>
                    <a:pt x="1188517" y="277227"/>
                  </a:lnTo>
                  <a:lnTo>
                    <a:pt x="1097443" y="279493"/>
                  </a:lnTo>
                  <a:lnTo>
                    <a:pt x="1002773" y="281488"/>
                  </a:lnTo>
                  <a:lnTo>
                    <a:pt x="907352" y="283211"/>
                  </a:lnTo>
                  <a:lnTo>
                    <a:pt x="815012" y="284654"/>
                  </a:lnTo>
                  <a:lnTo>
                    <a:pt x="730209" y="285813"/>
                  </a:lnTo>
                  <a:lnTo>
                    <a:pt x="657334" y="286692"/>
                  </a:lnTo>
                  <a:lnTo>
                    <a:pt x="599819" y="287309"/>
                  </a:lnTo>
                  <a:lnTo>
                    <a:pt x="559311" y="287697"/>
                  </a:lnTo>
                  <a:lnTo>
                    <a:pt x="535176" y="287905"/>
                  </a:lnTo>
                  <a:lnTo>
                    <a:pt x="524453" y="287989"/>
                  </a:lnTo>
                  <a:lnTo>
                    <a:pt x="522149" y="288005"/>
                  </a:lnTo>
                  <a:lnTo>
                    <a:pt x="522133" y="288005"/>
                  </a:lnTo>
                  <a:lnTo>
                    <a:pt x="0" y="288005"/>
                  </a:lnTo>
                  <a:lnTo>
                    <a:pt x="0" y="288005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349" name="pg1349"/>
            <p:cNvSpPr/>
            <p:nvPr/>
          </p:nvSpPr>
          <p:spPr>
            <a:xfrm>
              <a:off x="386606" y="1823675"/>
              <a:ext cx="8554953" cy="3845723"/>
            </a:xfrm>
            <a:custGeom>
              <a:avLst/>
              <a:pathLst>
                <a:path w="8554953" h="3845723">
                  <a:moveTo>
                    <a:pt x="0" y="3049472"/>
                  </a:moveTo>
                  <a:lnTo>
                    <a:pt x="522133" y="3049472"/>
                  </a:lnTo>
                  <a:lnTo>
                    <a:pt x="523392" y="3049496"/>
                  </a:lnTo>
                  <a:lnTo>
                    <a:pt x="531627" y="3049669"/>
                  </a:lnTo>
                  <a:lnTo>
                    <a:pt x="552218" y="3050148"/>
                  </a:lnTo>
                  <a:lnTo>
                    <a:pt x="588608" y="3051088"/>
                  </a:lnTo>
                  <a:lnTo>
                    <a:pt x="641988" y="3052628"/>
                  </a:lnTo>
                  <a:lnTo>
                    <a:pt x="711238" y="3054871"/>
                  </a:lnTo>
                  <a:lnTo>
                    <a:pt x="793310" y="3057877"/>
                  </a:lnTo>
                  <a:lnTo>
                    <a:pt x="883994" y="3061664"/>
                  </a:lnTo>
                  <a:lnTo>
                    <a:pt x="978807" y="3066225"/>
                  </a:lnTo>
                  <a:lnTo>
                    <a:pt x="1073743" y="3071539"/>
                  </a:lnTo>
                  <a:lnTo>
                    <a:pt x="1165716" y="3077598"/>
                  </a:lnTo>
                  <a:lnTo>
                    <a:pt x="1252696" y="3084413"/>
                  </a:lnTo>
                  <a:lnTo>
                    <a:pt x="1333621" y="3092025"/>
                  </a:lnTo>
                  <a:lnTo>
                    <a:pt x="1408201" y="3100508"/>
                  </a:lnTo>
                  <a:lnTo>
                    <a:pt x="1476700" y="3109968"/>
                  </a:lnTo>
                  <a:lnTo>
                    <a:pt x="1539741" y="3120544"/>
                  </a:lnTo>
                  <a:lnTo>
                    <a:pt x="1598151" y="3132396"/>
                  </a:lnTo>
                  <a:lnTo>
                    <a:pt x="1652852" y="3145696"/>
                  </a:lnTo>
                  <a:lnTo>
                    <a:pt x="1704772" y="3160607"/>
                  </a:lnTo>
                  <a:lnTo>
                    <a:pt x="1754766" y="3177243"/>
                  </a:lnTo>
                  <a:lnTo>
                    <a:pt x="1768425" y="3182180"/>
                  </a:lnTo>
                  <a:lnTo>
                    <a:pt x="1819451" y="3202072"/>
                  </a:lnTo>
                  <a:lnTo>
                    <a:pt x="1869979" y="3223948"/>
                  </a:lnTo>
                  <a:lnTo>
                    <a:pt x="1920515" y="3247840"/>
                  </a:lnTo>
                  <a:lnTo>
                    <a:pt x="1971405" y="3273714"/>
                  </a:lnTo>
                  <a:lnTo>
                    <a:pt x="2022861" y="3301462"/>
                  </a:lnTo>
                  <a:lnTo>
                    <a:pt x="2074974" y="3330901"/>
                  </a:lnTo>
                  <a:lnTo>
                    <a:pt x="2127729" y="3361770"/>
                  </a:lnTo>
                  <a:lnTo>
                    <a:pt x="2181023" y="3393737"/>
                  </a:lnTo>
                  <a:lnTo>
                    <a:pt x="2234684" y="3426415"/>
                  </a:lnTo>
                  <a:lnTo>
                    <a:pt x="2288496" y="3459376"/>
                  </a:lnTo>
                  <a:lnTo>
                    <a:pt x="2342223" y="3492180"/>
                  </a:lnTo>
                  <a:lnTo>
                    <a:pt x="2395642" y="3524392"/>
                  </a:lnTo>
                  <a:lnTo>
                    <a:pt x="2448565" y="3555611"/>
                  </a:lnTo>
                  <a:lnTo>
                    <a:pt x="2500866" y="3585488"/>
                  </a:lnTo>
                  <a:lnTo>
                    <a:pt x="2552505" y="3613741"/>
                  </a:lnTo>
                  <a:lnTo>
                    <a:pt x="2603541" y="3640164"/>
                  </a:lnTo>
                  <a:lnTo>
                    <a:pt x="2654149" y="3664629"/>
                  </a:lnTo>
                  <a:lnTo>
                    <a:pt x="2704636" y="3687080"/>
                  </a:lnTo>
                  <a:lnTo>
                    <a:pt x="2755458" y="3707532"/>
                  </a:lnTo>
                  <a:lnTo>
                    <a:pt x="2770117" y="3713014"/>
                  </a:lnTo>
                  <a:lnTo>
                    <a:pt x="2819709" y="3730138"/>
                  </a:lnTo>
                  <a:lnTo>
                    <a:pt x="2871012" y="3745521"/>
                  </a:lnTo>
                  <a:lnTo>
                    <a:pt x="2924848" y="3759253"/>
                  </a:lnTo>
                  <a:lnTo>
                    <a:pt x="2982133" y="3771490"/>
                  </a:lnTo>
                  <a:lnTo>
                    <a:pt x="3043797" y="3782404"/>
                  </a:lnTo>
                  <a:lnTo>
                    <a:pt x="3110705" y="3792160"/>
                  </a:lnTo>
                  <a:lnTo>
                    <a:pt x="3183549" y="3800903"/>
                  </a:lnTo>
                  <a:lnTo>
                    <a:pt x="3262711" y="3808748"/>
                  </a:lnTo>
                  <a:lnTo>
                    <a:pt x="3348076" y="3815779"/>
                  </a:lnTo>
                  <a:lnTo>
                    <a:pt x="3438820" y="3822045"/>
                  </a:lnTo>
                  <a:lnTo>
                    <a:pt x="3533197" y="3827567"/>
                  </a:lnTo>
                  <a:lnTo>
                    <a:pt x="3628413" y="3832339"/>
                  </a:lnTo>
                  <a:lnTo>
                    <a:pt x="3720686" y="3836344"/>
                  </a:lnTo>
                  <a:lnTo>
                    <a:pt x="3805604" y="3839566"/>
                  </a:lnTo>
                  <a:lnTo>
                    <a:pt x="3878791" y="3842017"/>
                  </a:lnTo>
                  <a:lnTo>
                    <a:pt x="3936789" y="3843744"/>
                  </a:lnTo>
                  <a:lnTo>
                    <a:pt x="3977886" y="3844838"/>
                  </a:lnTo>
                  <a:lnTo>
                    <a:pt x="4002616" y="3845430"/>
                  </a:lnTo>
                  <a:lnTo>
                    <a:pt x="4013823" y="3845672"/>
                  </a:lnTo>
                  <a:lnTo>
                    <a:pt x="4016409" y="3845723"/>
                  </a:lnTo>
                  <a:lnTo>
                    <a:pt x="4538543" y="3845723"/>
                  </a:lnTo>
                  <a:lnTo>
                    <a:pt x="4539478" y="3845637"/>
                  </a:lnTo>
                  <a:lnTo>
                    <a:pt x="4545631" y="3845023"/>
                  </a:lnTo>
                  <a:lnTo>
                    <a:pt x="4561166" y="3843326"/>
                  </a:lnTo>
                  <a:lnTo>
                    <a:pt x="4588998" y="3839984"/>
                  </a:lnTo>
                  <a:lnTo>
                    <a:pt x="4630588" y="3834476"/>
                  </a:lnTo>
                  <a:lnTo>
                    <a:pt x="4685830" y="3826372"/>
                  </a:lnTo>
                  <a:lnTo>
                    <a:pt x="4753163" y="3815376"/>
                  </a:lnTo>
                  <a:lnTo>
                    <a:pt x="4829927" y="3801332"/>
                  </a:lnTo>
                  <a:lnTo>
                    <a:pt x="4912879" y="3784209"/>
                  </a:lnTo>
                  <a:lnTo>
                    <a:pt x="4998728" y="3764051"/>
                  </a:lnTo>
                  <a:lnTo>
                    <a:pt x="5084557" y="3740926"/>
                  </a:lnTo>
                  <a:lnTo>
                    <a:pt x="5168079" y="3714869"/>
                  </a:lnTo>
                  <a:lnTo>
                    <a:pt x="5247714" y="3685853"/>
                  </a:lnTo>
                  <a:lnTo>
                    <a:pt x="5322546" y="3653752"/>
                  </a:lnTo>
                  <a:lnTo>
                    <a:pt x="5392211" y="3618340"/>
                  </a:lnTo>
                  <a:lnTo>
                    <a:pt x="5456764" y="3579281"/>
                  </a:lnTo>
                  <a:lnTo>
                    <a:pt x="5516553" y="3536137"/>
                  </a:lnTo>
                  <a:lnTo>
                    <a:pt x="5572114" y="3488382"/>
                  </a:lnTo>
                  <a:lnTo>
                    <a:pt x="5624088" y="3435425"/>
                  </a:lnTo>
                  <a:lnTo>
                    <a:pt x="5673164" y="3376649"/>
                  </a:lnTo>
                  <a:lnTo>
                    <a:pt x="5720023" y="3311484"/>
                  </a:lnTo>
                  <a:lnTo>
                    <a:pt x="5765297" y="3239523"/>
                  </a:lnTo>
                  <a:lnTo>
                    <a:pt x="5784835" y="3205710"/>
                  </a:lnTo>
                  <a:lnTo>
                    <a:pt x="5817690" y="3145191"/>
                  </a:lnTo>
                  <a:lnTo>
                    <a:pt x="5850253" y="3080767"/>
                  </a:lnTo>
                  <a:lnTo>
                    <a:pt x="5882681" y="3012361"/>
                  </a:lnTo>
                  <a:lnTo>
                    <a:pt x="5915101" y="2939940"/>
                  </a:lnTo>
                  <a:lnTo>
                    <a:pt x="5947617" y="2863526"/>
                  </a:lnTo>
                  <a:lnTo>
                    <a:pt x="5980303" y="2783195"/>
                  </a:lnTo>
                  <a:lnTo>
                    <a:pt x="6013216" y="2699089"/>
                  </a:lnTo>
                  <a:lnTo>
                    <a:pt x="6046389" y="2611408"/>
                  </a:lnTo>
                  <a:lnTo>
                    <a:pt x="6079837" y="2520420"/>
                  </a:lnTo>
                  <a:lnTo>
                    <a:pt x="6113556" y="2426455"/>
                  </a:lnTo>
                  <a:lnTo>
                    <a:pt x="6147527" y="2329901"/>
                  </a:lnTo>
                  <a:lnTo>
                    <a:pt x="6181719" y="2231203"/>
                  </a:lnTo>
                  <a:lnTo>
                    <a:pt x="6216086" y="2130851"/>
                  </a:lnTo>
                  <a:lnTo>
                    <a:pt x="6250576" y="2029371"/>
                  </a:lnTo>
                  <a:lnTo>
                    <a:pt x="6285129" y="1927316"/>
                  </a:lnTo>
                  <a:lnTo>
                    <a:pt x="6319683" y="1825253"/>
                  </a:lnTo>
                  <a:lnTo>
                    <a:pt x="6354176" y="1723746"/>
                  </a:lnTo>
                  <a:lnTo>
                    <a:pt x="6388548" y="1623349"/>
                  </a:lnTo>
                  <a:lnTo>
                    <a:pt x="6422746" y="1524591"/>
                  </a:lnTo>
                  <a:lnTo>
                    <a:pt x="6456725" y="1427962"/>
                  </a:lnTo>
                  <a:lnTo>
                    <a:pt x="6490452" y="1333907"/>
                  </a:lnTo>
                  <a:lnTo>
                    <a:pt x="6523909" y="1242819"/>
                  </a:lnTo>
                  <a:lnTo>
                    <a:pt x="6557090" y="1155028"/>
                  </a:lnTo>
                  <a:lnTo>
                    <a:pt x="6590011" y="1070804"/>
                  </a:lnTo>
                  <a:lnTo>
                    <a:pt x="6622704" y="990350"/>
                  </a:lnTo>
                  <a:lnTo>
                    <a:pt x="6655224" y="913809"/>
                  </a:lnTo>
                  <a:lnTo>
                    <a:pt x="6687646" y="841260"/>
                  </a:lnTo>
                  <a:lnTo>
                    <a:pt x="6720072" y="772726"/>
                  </a:lnTo>
                  <a:lnTo>
                    <a:pt x="6752628" y="708176"/>
                  </a:lnTo>
                  <a:lnTo>
                    <a:pt x="6785471" y="647533"/>
                  </a:lnTo>
                  <a:lnTo>
                    <a:pt x="6786527" y="645659"/>
                  </a:lnTo>
                  <a:lnTo>
                    <a:pt x="6831279" y="570662"/>
                  </a:lnTo>
                  <a:lnTo>
                    <a:pt x="6877369" y="502545"/>
                  </a:lnTo>
                  <a:lnTo>
                    <a:pt x="6925388" y="441025"/>
                  </a:lnTo>
                  <a:lnTo>
                    <a:pt x="6976003" y="385585"/>
                  </a:lnTo>
                  <a:lnTo>
                    <a:pt x="7029904" y="335620"/>
                  </a:lnTo>
                  <a:lnTo>
                    <a:pt x="7087761" y="290519"/>
                  </a:lnTo>
                  <a:lnTo>
                    <a:pt x="7150165" y="249724"/>
                  </a:lnTo>
                  <a:lnTo>
                    <a:pt x="7217557" y="212756"/>
                  </a:lnTo>
                  <a:lnTo>
                    <a:pt x="7290134" y="179235"/>
                  </a:lnTo>
                  <a:lnTo>
                    <a:pt x="7367735" y="148884"/>
                  </a:lnTo>
                  <a:lnTo>
                    <a:pt x="7449702" y="121535"/>
                  </a:lnTo>
                  <a:lnTo>
                    <a:pt x="7534758" y="97120"/>
                  </a:lnTo>
                  <a:lnTo>
                    <a:pt x="7620923" y="75650"/>
                  </a:lnTo>
                  <a:lnTo>
                    <a:pt x="7705540" y="57185"/>
                  </a:lnTo>
                  <a:lnTo>
                    <a:pt x="7785438" y="41786"/>
                  </a:lnTo>
                  <a:lnTo>
                    <a:pt x="7857291" y="29462"/>
                  </a:lnTo>
                  <a:lnTo>
                    <a:pt x="7918115" y="20115"/>
                  </a:lnTo>
                  <a:lnTo>
                    <a:pt x="7965809" y="13512"/>
                  </a:lnTo>
                  <a:lnTo>
                    <a:pt x="7999600" y="9278"/>
                  </a:lnTo>
                  <a:lnTo>
                    <a:pt x="8020262" y="6926"/>
                  </a:lnTo>
                  <a:lnTo>
                    <a:pt x="8030096" y="5905"/>
                  </a:lnTo>
                  <a:lnTo>
                    <a:pt x="8032819" y="5647"/>
                  </a:lnTo>
                  <a:lnTo>
                    <a:pt x="8554953" y="5647"/>
                  </a:lnTo>
                  <a:lnTo>
                    <a:pt x="8554953" y="0"/>
                  </a:lnTo>
                  <a:lnTo>
                    <a:pt x="8032819" y="0"/>
                  </a:lnTo>
                  <a:lnTo>
                    <a:pt x="8031884" y="86"/>
                  </a:lnTo>
                  <a:lnTo>
                    <a:pt x="8025731" y="700"/>
                  </a:lnTo>
                  <a:lnTo>
                    <a:pt x="8010196" y="2397"/>
                  </a:lnTo>
                  <a:lnTo>
                    <a:pt x="7982364" y="5739"/>
                  </a:lnTo>
                  <a:lnTo>
                    <a:pt x="7940774" y="11247"/>
                  </a:lnTo>
                  <a:lnTo>
                    <a:pt x="7885532" y="19350"/>
                  </a:lnTo>
                  <a:lnTo>
                    <a:pt x="7818199" y="30346"/>
                  </a:lnTo>
                  <a:lnTo>
                    <a:pt x="7741435" y="44390"/>
                  </a:lnTo>
                  <a:lnTo>
                    <a:pt x="7658483" y="61513"/>
                  </a:lnTo>
                  <a:lnTo>
                    <a:pt x="7572634" y="81671"/>
                  </a:lnTo>
                  <a:lnTo>
                    <a:pt x="7486805" y="104797"/>
                  </a:lnTo>
                  <a:lnTo>
                    <a:pt x="7403283" y="130853"/>
                  </a:lnTo>
                  <a:lnTo>
                    <a:pt x="7323648" y="159870"/>
                  </a:lnTo>
                  <a:lnTo>
                    <a:pt x="7248816" y="191970"/>
                  </a:lnTo>
                  <a:lnTo>
                    <a:pt x="7179151" y="227382"/>
                  </a:lnTo>
                  <a:lnTo>
                    <a:pt x="7114598" y="266442"/>
                  </a:lnTo>
                  <a:lnTo>
                    <a:pt x="7054808" y="309585"/>
                  </a:lnTo>
                  <a:lnTo>
                    <a:pt x="6999248" y="357340"/>
                  </a:lnTo>
                  <a:lnTo>
                    <a:pt x="6947274" y="410298"/>
                  </a:lnTo>
                  <a:lnTo>
                    <a:pt x="6898198" y="469074"/>
                  </a:lnTo>
                  <a:lnTo>
                    <a:pt x="6851339" y="534238"/>
                  </a:lnTo>
                  <a:lnTo>
                    <a:pt x="6806065" y="606199"/>
                  </a:lnTo>
                  <a:lnTo>
                    <a:pt x="6786527" y="640012"/>
                  </a:lnTo>
                  <a:lnTo>
                    <a:pt x="6753671" y="700532"/>
                  </a:lnTo>
                  <a:lnTo>
                    <a:pt x="6721109" y="764955"/>
                  </a:lnTo>
                  <a:lnTo>
                    <a:pt x="6688681" y="833361"/>
                  </a:lnTo>
                  <a:lnTo>
                    <a:pt x="6656261" y="905782"/>
                  </a:lnTo>
                  <a:lnTo>
                    <a:pt x="6623745" y="982197"/>
                  </a:lnTo>
                  <a:lnTo>
                    <a:pt x="6591059" y="1062527"/>
                  </a:lnTo>
                  <a:lnTo>
                    <a:pt x="6558146" y="1146634"/>
                  </a:lnTo>
                  <a:lnTo>
                    <a:pt x="6524973" y="1234315"/>
                  </a:lnTo>
                  <a:lnTo>
                    <a:pt x="6491525" y="1325303"/>
                  </a:lnTo>
                  <a:lnTo>
                    <a:pt x="6457806" y="1419268"/>
                  </a:lnTo>
                  <a:lnTo>
                    <a:pt x="6423835" y="1515821"/>
                  </a:lnTo>
                  <a:lnTo>
                    <a:pt x="6389643" y="1614519"/>
                  </a:lnTo>
                  <a:lnTo>
                    <a:pt x="6355276" y="1714871"/>
                  </a:lnTo>
                  <a:lnTo>
                    <a:pt x="6320786" y="1816351"/>
                  </a:lnTo>
                  <a:lnTo>
                    <a:pt x="6286233" y="1918406"/>
                  </a:lnTo>
                  <a:lnTo>
                    <a:pt x="6251679" y="2020470"/>
                  </a:lnTo>
                  <a:lnTo>
                    <a:pt x="6217186" y="2121977"/>
                  </a:lnTo>
                  <a:lnTo>
                    <a:pt x="6182814" y="2222373"/>
                  </a:lnTo>
                  <a:lnTo>
                    <a:pt x="6148616" y="2321132"/>
                  </a:lnTo>
                  <a:lnTo>
                    <a:pt x="6114637" y="2417761"/>
                  </a:lnTo>
                  <a:lnTo>
                    <a:pt x="6080910" y="2511815"/>
                  </a:lnTo>
                  <a:lnTo>
                    <a:pt x="6047453" y="2602904"/>
                  </a:lnTo>
                  <a:lnTo>
                    <a:pt x="6014272" y="2690695"/>
                  </a:lnTo>
                  <a:lnTo>
                    <a:pt x="5981351" y="2774919"/>
                  </a:lnTo>
                  <a:lnTo>
                    <a:pt x="5948658" y="2855373"/>
                  </a:lnTo>
                  <a:lnTo>
                    <a:pt x="5916138" y="2931914"/>
                  </a:lnTo>
                  <a:lnTo>
                    <a:pt x="5883716" y="3004463"/>
                  </a:lnTo>
                  <a:lnTo>
                    <a:pt x="5851290" y="3072997"/>
                  </a:lnTo>
                  <a:lnTo>
                    <a:pt x="5818734" y="3137546"/>
                  </a:lnTo>
                  <a:lnTo>
                    <a:pt x="5785891" y="3198189"/>
                  </a:lnTo>
                  <a:lnTo>
                    <a:pt x="5784835" y="3200063"/>
                  </a:lnTo>
                  <a:lnTo>
                    <a:pt x="5740083" y="3275061"/>
                  </a:lnTo>
                  <a:lnTo>
                    <a:pt x="5693993" y="3343177"/>
                  </a:lnTo>
                  <a:lnTo>
                    <a:pt x="5645974" y="3404698"/>
                  </a:lnTo>
                  <a:lnTo>
                    <a:pt x="5595359" y="3460137"/>
                  </a:lnTo>
                  <a:lnTo>
                    <a:pt x="5541458" y="3510103"/>
                  </a:lnTo>
                  <a:lnTo>
                    <a:pt x="5483601" y="3555204"/>
                  </a:lnTo>
                  <a:lnTo>
                    <a:pt x="5421197" y="3595999"/>
                  </a:lnTo>
                  <a:lnTo>
                    <a:pt x="5353805" y="3632966"/>
                  </a:lnTo>
                  <a:lnTo>
                    <a:pt x="5281228" y="3666488"/>
                  </a:lnTo>
                  <a:lnTo>
                    <a:pt x="5203627" y="3696839"/>
                  </a:lnTo>
                  <a:lnTo>
                    <a:pt x="5121660" y="3724187"/>
                  </a:lnTo>
                  <a:lnTo>
                    <a:pt x="5036604" y="3748602"/>
                  </a:lnTo>
                  <a:lnTo>
                    <a:pt x="4950438" y="3770072"/>
                  </a:lnTo>
                  <a:lnTo>
                    <a:pt x="4865822" y="3788537"/>
                  </a:lnTo>
                  <a:lnTo>
                    <a:pt x="4785924" y="3803936"/>
                  </a:lnTo>
                  <a:lnTo>
                    <a:pt x="4714071" y="3816261"/>
                  </a:lnTo>
                  <a:lnTo>
                    <a:pt x="4653247" y="3825608"/>
                  </a:lnTo>
                  <a:lnTo>
                    <a:pt x="4605553" y="3832211"/>
                  </a:lnTo>
                  <a:lnTo>
                    <a:pt x="4571762" y="3836445"/>
                  </a:lnTo>
                  <a:lnTo>
                    <a:pt x="4551100" y="3838797"/>
                  </a:lnTo>
                  <a:lnTo>
                    <a:pt x="4541266" y="3839817"/>
                  </a:lnTo>
                  <a:lnTo>
                    <a:pt x="4538543" y="3840076"/>
                  </a:lnTo>
                  <a:lnTo>
                    <a:pt x="4016409" y="3840076"/>
                  </a:lnTo>
                  <a:lnTo>
                    <a:pt x="4015150" y="3840052"/>
                  </a:lnTo>
                  <a:lnTo>
                    <a:pt x="4006916" y="3839878"/>
                  </a:lnTo>
                  <a:lnTo>
                    <a:pt x="3986324" y="3839400"/>
                  </a:lnTo>
                  <a:lnTo>
                    <a:pt x="3949934" y="3838460"/>
                  </a:lnTo>
                  <a:lnTo>
                    <a:pt x="3896554" y="3836920"/>
                  </a:lnTo>
                  <a:lnTo>
                    <a:pt x="3827304" y="3834677"/>
                  </a:lnTo>
                  <a:lnTo>
                    <a:pt x="3745232" y="3831671"/>
                  </a:lnTo>
                  <a:lnTo>
                    <a:pt x="3654548" y="3827884"/>
                  </a:lnTo>
                  <a:lnTo>
                    <a:pt x="3559735" y="3823323"/>
                  </a:lnTo>
                  <a:lnTo>
                    <a:pt x="3464799" y="3818008"/>
                  </a:lnTo>
                  <a:lnTo>
                    <a:pt x="3372826" y="3811949"/>
                  </a:lnTo>
                  <a:lnTo>
                    <a:pt x="3285846" y="3805135"/>
                  </a:lnTo>
                  <a:lnTo>
                    <a:pt x="3204922" y="3797523"/>
                  </a:lnTo>
                  <a:lnTo>
                    <a:pt x="3130341" y="3789040"/>
                  </a:lnTo>
                  <a:lnTo>
                    <a:pt x="3061842" y="3779579"/>
                  </a:lnTo>
                  <a:lnTo>
                    <a:pt x="2998801" y="3769003"/>
                  </a:lnTo>
                  <a:lnTo>
                    <a:pt x="2940391" y="3757152"/>
                  </a:lnTo>
                  <a:lnTo>
                    <a:pt x="2885690" y="3743852"/>
                  </a:lnTo>
                  <a:lnTo>
                    <a:pt x="2833771" y="3728941"/>
                  </a:lnTo>
                  <a:lnTo>
                    <a:pt x="2783776" y="3712305"/>
                  </a:lnTo>
                  <a:lnTo>
                    <a:pt x="2770117" y="3707367"/>
                  </a:lnTo>
                  <a:lnTo>
                    <a:pt x="2719092" y="3687476"/>
                  </a:lnTo>
                  <a:lnTo>
                    <a:pt x="2668563" y="3665599"/>
                  </a:lnTo>
                  <a:lnTo>
                    <a:pt x="2618027" y="3641707"/>
                  </a:lnTo>
                  <a:lnTo>
                    <a:pt x="2567137" y="3615834"/>
                  </a:lnTo>
                  <a:lnTo>
                    <a:pt x="2515681" y="3588085"/>
                  </a:lnTo>
                  <a:lnTo>
                    <a:pt x="2463568" y="3558647"/>
                  </a:lnTo>
                  <a:lnTo>
                    <a:pt x="2410814" y="3527778"/>
                  </a:lnTo>
                  <a:lnTo>
                    <a:pt x="2357520" y="3495811"/>
                  </a:lnTo>
                  <a:lnTo>
                    <a:pt x="2303858" y="3463133"/>
                  </a:lnTo>
                  <a:lnTo>
                    <a:pt x="2250047" y="3430171"/>
                  </a:lnTo>
                  <a:lnTo>
                    <a:pt x="2196319" y="3397368"/>
                  </a:lnTo>
                  <a:lnTo>
                    <a:pt x="2142900" y="3365156"/>
                  </a:lnTo>
                  <a:lnTo>
                    <a:pt x="2089977" y="3333937"/>
                  </a:lnTo>
                  <a:lnTo>
                    <a:pt x="2037676" y="3304060"/>
                  </a:lnTo>
                  <a:lnTo>
                    <a:pt x="1986037" y="3275807"/>
                  </a:lnTo>
                  <a:lnTo>
                    <a:pt x="1935001" y="3249384"/>
                  </a:lnTo>
                  <a:lnTo>
                    <a:pt x="1884393" y="3224919"/>
                  </a:lnTo>
                  <a:lnTo>
                    <a:pt x="1833906" y="3202467"/>
                  </a:lnTo>
                  <a:lnTo>
                    <a:pt x="1783084" y="3182016"/>
                  </a:lnTo>
                  <a:lnTo>
                    <a:pt x="1768425" y="3176533"/>
                  </a:lnTo>
                  <a:lnTo>
                    <a:pt x="1718833" y="3159409"/>
                  </a:lnTo>
                  <a:lnTo>
                    <a:pt x="1667530" y="3144027"/>
                  </a:lnTo>
                  <a:lnTo>
                    <a:pt x="1613694" y="3130294"/>
                  </a:lnTo>
                  <a:lnTo>
                    <a:pt x="1556409" y="3118057"/>
                  </a:lnTo>
                  <a:lnTo>
                    <a:pt x="1494745" y="3107144"/>
                  </a:lnTo>
                  <a:lnTo>
                    <a:pt x="1427837" y="3097388"/>
                  </a:lnTo>
                  <a:lnTo>
                    <a:pt x="1354993" y="3088645"/>
                  </a:lnTo>
                  <a:lnTo>
                    <a:pt x="1275831" y="3080800"/>
                  </a:lnTo>
                  <a:lnTo>
                    <a:pt x="1190466" y="3073769"/>
                  </a:lnTo>
                  <a:lnTo>
                    <a:pt x="1099722" y="3067502"/>
                  </a:lnTo>
                  <a:lnTo>
                    <a:pt x="1005345" y="3061980"/>
                  </a:lnTo>
                  <a:lnTo>
                    <a:pt x="910129" y="3057208"/>
                  </a:lnTo>
                  <a:lnTo>
                    <a:pt x="817856" y="3053204"/>
                  </a:lnTo>
                  <a:lnTo>
                    <a:pt x="732939" y="3049981"/>
                  </a:lnTo>
                  <a:lnTo>
                    <a:pt x="659752" y="3047530"/>
                  </a:lnTo>
                  <a:lnTo>
                    <a:pt x="601753" y="3045804"/>
                  </a:lnTo>
                  <a:lnTo>
                    <a:pt x="560657" y="3044710"/>
                  </a:lnTo>
                  <a:lnTo>
                    <a:pt x="535926" y="3044118"/>
                  </a:lnTo>
                  <a:lnTo>
                    <a:pt x="524719" y="3043876"/>
                  </a:lnTo>
                  <a:lnTo>
                    <a:pt x="522133" y="3043825"/>
                  </a:lnTo>
                  <a:lnTo>
                    <a:pt x="0" y="3043825"/>
                  </a:lnTo>
                  <a:close/>
                </a:path>
              </a:pathLst>
            </a:custGeom>
            <a:solidFill>
              <a:srgbClr val="E78AC3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1350" name="pl1350"/>
            <p:cNvSpPr/>
            <p:nvPr/>
          </p:nvSpPr>
          <p:spPr>
            <a:xfrm>
              <a:off x="386606" y="1829322"/>
              <a:ext cx="8554953" cy="3840076"/>
            </a:xfrm>
            <a:custGeom>
              <a:avLst/>
              <a:pathLst>
                <a:path w="8554953" h="3840076">
                  <a:moveTo>
                    <a:pt x="0" y="3043825"/>
                  </a:moveTo>
                  <a:lnTo>
                    <a:pt x="522133" y="3043825"/>
                  </a:lnTo>
                  <a:lnTo>
                    <a:pt x="523392" y="3043849"/>
                  </a:lnTo>
                  <a:lnTo>
                    <a:pt x="531627" y="3044022"/>
                  </a:lnTo>
                  <a:lnTo>
                    <a:pt x="552218" y="3044501"/>
                  </a:lnTo>
                  <a:lnTo>
                    <a:pt x="588608" y="3045441"/>
                  </a:lnTo>
                  <a:lnTo>
                    <a:pt x="641988" y="3046981"/>
                  </a:lnTo>
                  <a:lnTo>
                    <a:pt x="711238" y="3049224"/>
                  </a:lnTo>
                  <a:lnTo>
                    <a:pt x="793310" y="3052229"/>
                  </a:lnTo>
                  <a:lnTo>
                    <a:pt x="883994" y="3056017"/>
                  </a:lnTo>
                  <a:lnTo>
                    <a:pt x="978807" y="3060577"/>
                  </a:lnTo>
                  <a:lnTo>
                    <a:pt x="1073743" y="3065892"/>
                  </a:lnTo>
                  <a:lnTo>
                    <a:pt x="1165716" y="3071951"/>
                  </a:lnTo>
                  <a:lnTo>
                    <a:pt x="1252696" y="3078766"/>
                  </a:lnTo>
                  <a:lnTo>
                    <a:pt x="1333621" y="3086378"/>
                  </a:lnTo>
                  <a:lnTo>
                    <a:pt x="1408201" y="3094860"/>
                  </a:lnTo>
                  <a:lnTo>
                    <a:pt x="1476700" y="3104321"/>
                  </a:lnTo>
                  <a:lnTo>
                    <a:pt x="1539741" y="3114897"/>
                  </a:lnTo>
                  <a:lnTo>
                    <a:pt x="1598151" y="3126749"/>
                  </a:lnTo>
                  <a:lnTo>
                    <a:pt x="1652852" y="3140049"/>
                  </a:lnTo>
                  <a:lnTo>
                    <a:pt x="1704772" y="3154959"/>
                  </a:lnTo>
                  <a:lnTo>
                    <a:pt x="1754766" y="3171596"/>
                  </a:lnTo>
                  <a:lnTo>
                    <a:pt x="1768425" y="3176533"/>
                  </a:lnTo>
                  <a:lnTo>
                    <a:pt x="1819451" y="3196425"/>
                  </a:lnTo>
                  <a:lnTo>
                    <a:pt x="1869979" y="3218301"/>
                  </a:lnTo>
                  <a:lnTo>
                    <a:pt x="1920515" y="3242193"/>
                  </a:lnTo>
                  <a:lnTo>
                    <a:pt x="1971405" y="3268067"/>
                  </a:lnTo>
                  <a:lnTo>
                    <a:pt x="2022861" y="3295815"/>
                  </a:lnTo>
                  <a:lnTo>
                    <a:pt x="2074974" y="3325254"/>
                  </a:lnTo>
                  <a:lnTo>
                    <a:pt x="2127729" y="3356122"/>
                  </a:lnTo>
                  <a:lnTo>
                    <a:pt x="2181023" y="3388090"/>
                  </a:lnTo>
                  <a:lnTo>
                    <a:pt x="2234684" y="3420767"/>
                  </a:lnTo>
                  <a:lnTo>
                    <a:pt x="2288496" y="3453729"/>
                  </a:lnTo>
                  <a:lnTo>
                    <a:pt x="2342223" y="3486533"/>
                  </a:lnTo>
                  <a:lnTo>
                    <a:pt x="2395642" y="3518745"/>
                  </a:lnTo>
                  <a:lnTo>
                    <a:pt x="2448565" y="3549964"/>
                  </a:lnTo>
                  <a:lnTo>
                    <a:pt x="2500866" y="3579840"/>
                  </a:lnTo>
                  <a:lnTo>
                    <a:pt x="2552505" y="3608094"/>
                  </a:lnTo>
                  <a:lnTo>
                    <a:pt x="2603541" y="3634517"/>
                  </a:lnTo>
                  <a:lnTo>
                    <a:pt x="2654149" y="3658982"/>
                  </a:lnTo>
                  <a:lnTo>
                    <a:pt x="2704636" y="3681433"/>
                  </a:lnTo>
                  <a:lnTo>
                    <a:pt x="2755458" y="3701885"/>
                  </a:lnTo>
                  <a:lnTo>
                    <a:pt x="2770117" y="3707367"/>
                  </a:lnTo>
                  <a:lnTo>
                    <a:pt x="2819709" y="3724491"/>
                  </a:lnTo>
                  <a:lnTo>
                    <a:pt x="2871012" y="3739873"/>
                  </a:lnTo>
                  <a:lnTo>
                    <a:pt x="2924848" y="3753606"/>
                  </a:lnTo>
                  <a:lnTo>
                    <a:pt x="2982133" y="3765843"/>
                  </a:lnTo>
                  <a:lnTo>
                    <a:pt x="3043797" y="3776757"/>
                  </a:lnTo>
                  <a:lnTo>
                    <a:pt x="3110705" y="3786513"/>
                  </a:lnTo>
                  <a:lnTo>
                    <a:pt x="3183549" y="3795256"/>
                  </a:lnTo>
                  <a:lnTo>
                    <a:pt x="3262711" y="3803101"/>
                  </a:lnTo>
                  <a:lnTo>
                    <a:pt x="3348076" y="3810131"/>
                  </a:lnTo>
                  <a:lnTo>
                    <a:pt x="3438820" y="3816398"/>
                  </a:lnTo>
                  <a:lnTo>
                    <a:pt x="3533197" y="3821920"/>
                  </a:lnTo>
                  <a:lnTo>
                    <a:pt x="3628413" y="3826692"/>
                  </a:lnTo>
                  <a:lnTo>
                    <a:pt x="3720686" y="3830696"/>
                  </a:lnTo>
                  <a:lnTo>
                    <a:pt x="3805604" y="3833919"/>
                  </a:lnTo>
                  <a:lnTo>
                    <a:pt x="3878791" y="3836370"/>
                  </a:lnTo>
                  <a:lnTo>
                    <a:pt x="3936789" y="3838097"/>
                  </a:lnTo>
                  <a:lnTo>
                    <a:pt x="3977886" y="3839191"/>
                  </a:lnTo>
                  <a:lnTo>
                    <a:pt x="4002616" y="3839783"/>
                  </a:lnTo>
                  <a:lnTo>
                    <a:pt x="4013823" y="3840025"/>
                  </a:lnTo>
                  <a:lnTo>
                    <a:pt x="4016381" y="3840075"/>
                  </a:lnTo>
                  <a:lnTo>
                    <a:pt x="4016409" y="3840076"/>
                  </a:lnTo>
                  <a:lnTo>
                    <a:pt x="4538543" y="3840076"/>
                  </a:lnTo>
                  <a:lnTo>
                    <a:pt x="4539478" y="3839990"/>
                  </a:lnTo>
                  <a:lnTo>
                    <a:pt x="4545631" y="3839376"/>
                  </a:lnTo>
                  <a:lnTo>
                    <a:pt x="4561166" y="3837679"/>
                  </a:lnTo>
                  <a:lnTo>
                    <a:pt x="4588998" y="3834337"/>
                  </a:lnTo>
                  <a:lnTo>
                    <a:pt x="4630588" y="3828829"/>
                  </a:lnTo>
                  <a:lnTo>
                    <a:pt x="4685830" y="3820725"/>
                  </a:lnTo>
                  <a:lnTo>
                    <a:pt x="4753163" y="3809729"/>
                  </a:lnTo>
                  <a:lnTo>
                    <a:pt x="4829927" y="3795685"/>
                  </a:lnTo>
                  <a:lnTo>
                    <a:pt x="4912879" y="3778562"/>
                  </a:lnTo>
                  <a:lnTo>
                    <a:pt x="4998728" y="3758404"/>
                  </a:lnTo>
                  <a:lnTo>
                    <a:pt x="5084557" y="3735278"/>
                  </a:lnTo>
                  <a:lnTo>
                    <a:pt x="5168079" y="3709222"/>
                  </a:lnTo>
                  <a:lnTo>
                    <a:pt x="5247714" y="3680206"/>
                  </a:lnTo>
                  <a:lnTo>
                    <a:pt x="5322546" y="3648105"/>
                  </a:lnTo>
                  <a:lnTo>
                    <a:pt x="5392211" y="3612693"/>
                  </a:lnTo>
                  <a:lnTo>
                    <a:pt x="5456764" y="3573634"/>
                  </a:lnTo>
                  <a:lnTo>
                    <a:pt x="5516553" y="3530490"/>
                  </a:lnTo>
                  <a:lnTo>
                    <a:pt x="5572114" y="3482735"/>
                  </a:lnTo>
                  <a:lnTo>
                    <a:pt x="5624088" y="3429778"/>
                  </a:lnTo>
                  <a:lnTo>
                    <a:pt x="5673164" y="3371002"/>
                  </a:lnTo>
                  <a:lnTo>
                    <a:pt x="5720023" y="3305837"/>
                  </a:lnTo>
                  <a:lnTo>
                    <a:pt x="5765297" y="3233876"/>
                  </a:lnTo>
                  <a:lnTo>
                    <a:pt x="5784835" y="3200063"/>
                  </a:lnTo>
                  <a:lnTo>
                    <a:pt x="5817690" y="3139543"/>
                  </a:lnTo>
                  <a:lnTo>
                    <a:pt x="5850253" y="3075120"/>
                  </a:lnTo>
                  <a:lnTo>
                    <a:pt x="5882681" y="3006714"/>
                  </a:lnTo>
                  <a:lnTo>
                    <a:pt x="5915101" y="2934293"/>
                  </a:lnTo>
                  <a:lnTo>
                    <a:pt x="5947617" y="2857879"/>
                  </a:lnTo>
                  <a:lnTo>
                    <a:pt x="5980303" y="2777548"/>
                  </a:lnTo>
                  <a:lnTo>
                    <a:pt x="6013216" y="2693441"/>
                  </a:lnTo>
                  <a:lnTo>
                    <a:pt x="6046389" y="2605761"/>
                  </a:lnTo>
                  <a:lnTo>
                    <a:pt x="6079837" y="2514773"/>
                  </a:lnTo>
                  <a:lnTo>
                    <a:pt x="6113556" y="2420808"/>
                  </a:lnTo>
                  <a:lnTo>
                    <a:pt x="6147527" y="2324254"/>
                  </a:lnTo>
                  <a:lnTo>
                    <a:pt x="6181719" y="2225556"/>
                  </a:lnTo>
                  <a:lnTo>
                    <a:pt x="6216086" y="2125204"/>
                  </a:lnTo>
                  <a:lnTo>
                    <a:pt x="6250576" y="2023724"/>
                  </a:lnTo>
                  <a:lnTo>
                    <a:pt x="6285129" y="1921669"/>
                  </a:lnTo>
                  <a:lnTo>
                    <a:pt x="6319683" y="1819605"/>
                  </a:lnTo>
                  <a:lnTo>
                    <a:pt x="6354176" y="1718099"/>
                  </a:lnTo>
                  <a:lnTo>
                    <a:pt x="6388548" y="1617702"/>
                  </a:lnTo>
                  <a:lnTo>
                    <a:pt x="6422746" y="1518943"/>
                  </a:lnTo>
                  <a:lnTo>
                    <a:pt x="6456725" y="1422314"/>
                  </a:lnTo>
                  <a:lnTo>
                    <a:pt x="6490452" y="1328260"/>
                  </a:lnTo>
                  <a:lnTo>
                    <a:pt x="6523909" y="1237172"/>
                  </a:lnTo>
                  <a:lnTo>
                    <a:pt x="6557090" y="1149381"/>
                  </a:lnTo>
                  <a:lnTo>
                    <a:pt x="6590011" y="1065156"/>
                  </a:lnTo>
                  <a:lnTo>
                    <a:pt x="6622704" y="984703"/>
                  </a:lnTo>
                  <a:lnTo>
                    <a:pt x="6655224" y="908162"/>
                  </a:lnTo>
                  <a:lnTo>
                    <a:pt x="6687646" y="835613"/>
                  </a:lnTo>
                  <a:lnTo>
                    <a:pt x="6720072" y="767078"/>
                  </a:lnTo>
                  <a:lnTo>
                    <a:pt x="6752628" y="702529"/>
                  </a:lnTo>
                  <a:lnTo>
                    <a:pt x="6785471" y="641886"/>
                  </a:lnTo>
                  <a:lnTo>
                    <a:pt x="6786527" y="640012"/>
                  </a:lnTo>
                  <a:lnTo>
                    <a:pt x="6831279" y="565015"/>
                  </a:lnTo>
                  <a:lnTo>
                    <a:pt x="6877369" y="496898"/>
                  </a:lnTo>
                  <a:lnTo>
                    <a:pt x="6925388" y="435378"/>
                  </a:lnTo>
                  <a:lnTo>
                    <a:pt x="6976003" y="379938"/>
                  </a:lnTo>
                  <a:lnTo>
                    <a:pt x="7029904" y="329972"/>
                  </a:lnTo>
                  <a:lnTo>
                    <a:pt x="7087761" y="284871"/>
                  </a:lnTo>
                  <a:lnTo>
                    <a:pt x="7150165" y="244077"/>
                  </a:lnTo>
                  <a:lnTo>
                    <a:pt x="7217557" y="207109"/>
                  </a:lnTo>
                  <a:lnTo>
                    <a:pt x="7290134" y="173587"/>
                  </a:lnTo>
                  <a:lnTo>
                    <a:pt x="7367735" y="143237"/>
                  </a:lnTo>
                  <a:lnTo>
                    <a:pt x="7449702" y="115888"/>
                  </a:lnTo>
                  <a:lnTo>
                    <a:pt x="7534758" y="91473"/>
                  </a:lnTo>
                  <a:lnTo>
                    <a:pt x="7620923" y="70003"/>
                  </a:lnTo>
                  <a:lnTo>
                    <a:pt x="7705540" y="51538"/>
                  </a:lnTo>
                  <a:lnTo>
                    <a:pt x="7785438" y="36139"/>
                  </a:lnTo>
                  <a:lnTo>
                    <a:pt x="7857291" y="23814"/>
                  </a:lnTo>
                  <a:lnTo>
                    <a:pt x="7918115" y="14468"/>
                  </a:lnTo>
                  <a:lnTo>
                    <a:pt x="7965809" y="7865"/>
                  </a:lnTo>
                  <a:lnTo>
                    <a:pt x="7999600" y="3631"/>
                  </a:lnTo>
                  <a:lnTo>
                    <a:pt x="8020262" y="1279"/>
                  </a:lnTo>
                  <a:lnTo>
                    <a:pt x="8030096" y="258"/>
                  </a:lnTo>
                  <a:lnTo>
                    <a:pt x="8032737" y="7"/>
                  </a:lnTo>
                  <a:lnTo>
                    <a:pt x="8032819" y="0"/>
                  </a:lnTo>
                  <a:lnTo>
                    <a:pt x="8554953" y="0"/>
                  </a:lnTo>
                  <a:lnTo>
                    <a:pt x="8554953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351" name="pl1351"/>
            <p:cNvSpPr/>
            <p:nvPr/>
          </p:nvSpPr>
          <p:spPr>
            <a:xfrm>
              <a:off x="386606" y="1823675"/>
              <a:ext cx="8554953" cy="3840076"/>
            </a:xfrm>
            <a:custGeom>
              <a:avLst/>
              <a:pathLst>
                <a:path w="8554953" h="3840076">
                  <a:moveTo>
                    <a:pt x="8554953" y="0"/>
                  </a:moveTo>
                  <a:lnTo>
                    <a:pt x="8032819" y="0"/>
                  </a:lnTo>
                  <a:lnTo>
                    <a:pt x="8031884" y="86"/>
                  </a:lnTo>
                  <a:lnTo>
                    <a:pt x="8025731" y="700"/>
                  </a:lnTo>
                  <a:lnTo>
                    <a:pt x="8010196" y="2397"/>
                  </a:lnTo>
                  <a:lnTo>
                    <a:pt x="7982364" y="5739"/>
                  </a:lnTo>
                  <a:lnTo>
                    <a:pt x="7940774" y="11247"/>
                  </a:lnTo>
                  <a:lnTo>
                    <a:pt x="7885532" y="19350"/>
                  </a:lnTo>
                  <a:lnTo>
                    <a:pt x="7818199" y="30346"/>
                  </a:lnTo>
                  <a:lnTo>
                    <a:pt x="7741435" y="44390"/>
                  </a:lnTo>
                  <a:lnTo>
                    <a:pt x="7658483" y="61513"/>
                  </a:lnTo>
                  <a:lnTo>
                    <a:pt x="7572634" y="81671"/>
                  </a:lnTo>
                  <a:lnTo>
                    <a:pt x="7486805" y="104797"/>
                  </a:lnTo>
                  <a:lnTo>
                    <a:pt x="7403283" y="130853"/>
                  </a:lnTo>
                  <a:lnTo>
                    <a:pt x="7323648" y="159870"/>
                  </a:lnTo>
                  <a:lnTo>
                    <a:pt x="7248816" y="191970"/>
                  </a:lnTo>
                  <a:lnTo>
                    <a:pt x="7179151" y="227382"/>
                  </a:lnTo>
                  <a:lnTo>
                    <a:pt x="7114598" y="266442"/>
                  </a:lnTo>
                  <a:lnTo>
                    <a:pt x="7054808" y="309585"/>
                  </a:lnTo>
                  <a:lnTo>
                    <a:pt x="6999248" y="357340"/>
                  </a:lnTo>
                  <a:lnTo>
                    <a:pt x="6947274" y="410298"/>
                  </a:lnTo>
                  <a:lnTo>
                    <a:pt x="6898198" y="469074"/>
                  </a:lnTo>
                  <a:lnTo>
                    <a:pt x="6851339" y="534238"/>
                  </a:lnTo>
                  <a:lnTo>
                    <a:pt x="6806065" y="606199"/>
                  </a:lnTo>
                  <a:lnTo>
                    <a:pt x="6786527" y="640012"/>
                  </a:lnTo>
                  <a:lnTo>
                    <a:pt x="6753671" y="700532"/>
                  </a:lnTo>
                  <a:lnTo>
                    <a:pt x="6721109" y="764955"/>
                  </a:lnTo>
                  <a:lnTo>
                    <a:pt x="6688681" y="833361"/>
                  </a:lnTo>
                  <a:lnTo>
                    <a:pt x="6656261" y="905782"/>
                  </a:lnTo>
                  <a:lnTo>
                    <a:pt x="6623745" y="982197"/>
                  </a:lnTo>
                  <a:lnTo>
                    <a:pt x="6591059" y="1062527"/>
                  </a:lnTo>
                  <a:lnTo>
                    <a:pt x="6558146" y="1146634"/>
                  </a:lnTo>
                  <a:lnTo>
                    <a:pt x="6524973" y="1234315"/>
                  </a:lnTo>
                  <a:lnTo>
                    <a:pt x="6491525" y="1325303"/>
                  </a:lnTo>
                  <a:lnTo>
                    <a:pt x="6457806" y="1419268"/>
                  </a:lnTo>
                  <a:lnTo>
                    <a:pt x="6423835" y="1515821"/>
                  </a:lnTo>
                  <a:lnTo>
                    <a:pt x="6389643" y="1614519"/>
                  </a:lnTo>
                  <a:lnTo>
                    <a:pt x="6355276" y="1714871"/>
                  </a:lnTo>
                  <a:lnTo>
                    <a:pt x="6320786" y="1816351"/>
                  </a:lnTo>
                  <a:lnTo>
                    <a:pt x="6286233" y="1918406"/>
                  </a:lnTo>
                  <a:lnTo>
                    <a:pt x="6251679" y="2020470"/>
                  </a:lnTo>
                  <a:lnTo>
                    <a:pt x="6217186" y="2121977"/>
                  </a:lnTo>
                  <a:lnTo>
                    <a:pt x="6182814" y="2222373"/>
                  </a:lnTo>
                  <a:lnTo>
                    <a:pt x="6148616" y="2321132"/>
                  </a:lnTo>
                  <a:lnTo>
                    <a:pt x="6114637" y="2417761"/>
                  </a:lnTo>
                  <a:lnTo>
                    <a:pt x="6080910" y="2511815"/>
                  </a:lnTo>
                  <a:lnTo>
                    <a:pt x="6047453" y="2602904"/>
                  </a:lnTo>
                  <a:lnTo>
                    <a:pt x="6014272" y="2690695"/>
                  </a:lnTo>
                  <a:lnTo>
                    <a:pt x="5981351" y="2774919"/>
                  </a:lnTo>
                  <a:lnTo>
                    <a:pt x="5948658" y="2855373"/>
                  </a:lnTo>
                  <a:lnTo>
                    <a:pt x="5916138" y="2931914"/>
                  </a:lnTo>
                  <a:lnTo>
                    <a:pt x="5883716" y="3004463"/>
                  </a:lnTo>
                  <a:lnTo>
                    <a:pt x="5851290" y="3072997"/>
                  </a:lnTo>
                  <a:lnTo>
                    <a:pt x="5818734" y="3137546"/>
                  </a:lnTo>
                  <a:lnTo>
                    <a:pt x="5785891" y="3198189"/>
                  </a:lnTo>
                  <a:lnTo>
                    <a:pt x="5784835" y="3200063"/>
                  </a:lnTo>
                  <a:lnTo>
                    <a:pt x="5740083" y="3275061"/>
                  </a:lnTo>
                  <a:lnTo>
                    <a:pt x="5693993" y="3343177"/>
                  </a:lnTo>
                  <a:lnTo>
                    <a:pt x="5645974" y="3404698"/>
                  </a:lnTo>
                  <a:lnTo>
                    <a:pt x="5595359" y="3460137"/>
                  </a:lnTo>
                  <a:lnTo>
                    <a:pt x="5541458" y="3510103"/>
                  </a:lnTo>
                  <a:lnTo>
                    <a:pt x="5483601" y="3555204"/>
                  </a:lnTo>
                  <a:lnTo>
                    <a:pt x="5421197" y="3595999"/>
                  </a:lnTo>
                  <a:lnTo>
                    <a:pt x="5353805" y="3632966"/>
                  </a:lnTo>
                  <a:lnTo>
                    <a:pt x="5281228" y="3666488"/>
                  </a:lnTo>
                  <a:lnTo>
                    <a:pt x="5203627" y="3696839"/>
                  </a:lnTo>
                  <a:lnTo>
                    <a:pt x="5121660" y="3724187"/>
                  </a:lnTo>
                  <a:lnTo>
                    <a:pt x="5036604" y="3748602"/>
                  </a:lnTo>
                  <a:lnTo>
                    <a:pt x="4950438" y="3770072"/>
                  </a:lnTo>
                  <a:lnTo>
                    <a:pt x="4865822" y="3788537"/>
                  </a:lnTo>
                  <a:lnTo>
                    <a:pt x="4785924" y="3803936"/>
                  </a:lnTo>
                  <a:lnTo>
                    <a:pt x="4714071" y="3816261"/>
                  </a:lnTo>
                  <a:lnTo>
                    <a:pt x="4653247" y="3825608"/>
                  </a:lnTo>
                  <a:lnTo>
                    <a:pt x="4605553" y="3832211"/>
                  </a:lnTo>
                  <a:lnTo>
                    <a:pt x="4571762" y="3836445"/>
                  </a:lnTo>
                  <a:lnTo>
                    <a:pt x="4551100" y="3838797"/>
                  </a:lnTo>
                  <a:lnTo>
                    <a:pt x="4541266" y="3839817"/>
                  </a:lnTo>
                  <a:lnTo>
                    <a:pt x="4538625" y="3840069"/>
                  </a:lnTo>
                  <a:lnTo>
                    <a:pt x="4538543" y="3840076"/>
                  </a:lnTo>
                  <a:lnTo>
                    <a:pt x="4016409" y="3840076"/>
                  </a:lnTo>
                  <a:lnTo>
                    <a:pt x="4015150" y="3840052"/>
                  </a:lnTo>
                  <a:lnTo>
                    <a:pt x="4006916" y="3839878"/>
                  </a:lnTo>
                  <a:lnTo>
                    <a:pt x="3986324" y="3839400"/>
                  </a:lnTo>
                  <a:lnTo>
                    <a:pt x="3949934" y="3838460"/>
                  </a:lnTo>
                  <a:lnTo>
                    <a:pt x="3896554" y="3836920"/>
                  </a:lnTo>
                  <a:lnTo>
                    <a:pt x="3827304" y="3834677"/>
                  </a:lnTo>
                  <a:lnTo>
                    <a:pt x="3745232" y="3831671"/>
                  </a:lnTo>
                  <a:lnTo>
                    <a:pt x="3654548" y="3827884"/>
                  </a:lnTo>
                  <a:lnTo>
                    <a:pt x="3559735" y="3823323"/>
                  </a:lnTo>
                  <a:lnTo>
                    <a:pt x="3464799" y="3818008"/>
                  </a:lnTo>
                  <a:lnTo>
                    <a:pt x="3372826" y="3811949"/>
                  </a:lnTo>
                  <a:lnTo>
                    <a:pt x="3285846" y="3805135"/>
                  </a:lnTo>
                  <a:lnTo>
                    <a:pt x="3204922" y="3797523"/>
                  </a:lnTo>
                  <a:lnTo>
                    <a:pt x="3130341" y="3789040"/>
                  </a:lnTo>
                  <a:lnTo>
                    <a:pt x="3061842" y="3779579"/>
                  </a:lnTo>
                  <a:lnTo>
                    <a:pt x="2998801" y="3769003"/>
                  </a:lnTo>
                  <a:lnTo>
                    <a:pt x="2940391" y="3757152"/>
                  </a:lnTo>
                  <a:lnTo>
                    <a:pt x="2885690" y="3743852"/>
                  </a:lnTo>
                  <a:lnTo>
                    <a:pt x="2833771" y="3728941"/>
                  </a:lnTo>
                  <a:lnTo>
                    <a:pt x="2783776" y="3712305"/>
                  </a:lnTo>
                  <a:lnTo>
                    <a:pt x="2770117" y="3707367"/>
                  </a:lnTo>
                  <a:lnTo>
                    <a:pt x="2719092" y="3687476"/>
                  </a:lnTo>
                  <a:lnTo>
                    <a:pt x="2668563" y="3665599"/>
                  </a:lnTo>
                  <a:lnTo>
                    <a:pt x="2618027" y="3641707"/>
                  </a:lnTo>
                  <a:lnTo>
                    <a:pt x="2567137" y="3615834"/>
                  </a:lnTo>
                  <a:lnTo>
                    <a:pt x="2515681" y="3588085"/>
                  </a:lnTo>
                  <a:lnTo>
                    <a:pt x="2463568" y="3558647"/>
                  </a:lnTo>
                  <a:lnTo>
                    <a:pt x="2410814" y="3527778"/>
                  </a:lnTo>
                  <a:lnTo>
                    <a:pt x="2357520" y="3495811"/>
                  </a:lnTo>
                  <a:lnTo>
                    <a:pt x="2303858" y="3463133"/>
                  </a:lnTo>
                  <a:lnTo>
                    <a:pt x="2250047" y="3430171"/>
                  </a:lnTo>
                  <a:lnTo>
                    <a:pt x="2196319" y="3397368"/>
                  </a:lnTo>
                  <a:lnTo>
                    <a:pt x="2142900" y="3365156"/>
                  </a:lnTo>
                  <a:lnTo>
                    <a:pt x="2089977" y="3333937"/>
                  </a:lnTo>
                  <a:lnTo>
                    <a:pt x="2037676" y="3304060"/>
                  </a:lnTo>
                  <a:lnTo>
                    <a:pt x="1986037" y="3275807"/>
                  </a:lnTo>
                  <a:lnTo>
                    <a:pt x="1935001" y="3249384"/>
                  </a:lnTo>
                  <a:lnTo>
                    <a:pt x="1884393" y="3224919"/>
                  </a:lnTo>
                  <a:lnTo>
                    <a:pt x="1833906" y="3202467"/>
                  </a:lnTo>
                  <a:lnTo>
                    <a:pt x="1783084" y="3182016"/>
                  </a:lnTo>
                  <a:lnTo>
                    <a:pt x="1768425" y="3176533"/>
                  </a:lnTo>
                  <a:lnTo>
                    <a:pt x="1718833" y="3159409"/>
                  </a:lnTo>
                  <a:lnTo>
                    <a:pt x="1667530" y="3144027"/>
                  </a:lnTo>
                  <a:lnTo>
                    <a:pt x="1613694" y="3130294"/>
                  </a:lnTo>
                  <a:lnTo>
                    <a:pt x="1556409" y="3118057"/>
                  </a:lnTo>
                  <a:lnTo>
                    <a:pt x="1494745" y="3107144"/>
                  </a:lnTo>
                  <a:lnTo>
                    <a:pt x="1427837" y="3097388"/>
                  </a:lnTo>
                  <a:lnTo>
                    <a:pt x="1354993" y="3088645"/>
                  </a:lnTo>
                  <a:lnTo>
                    <a:pt x="1275831" y="3080800"/>
                  </a:lnTo>
                  <a:lnTo>
                    <a:pt x="1190466" y="3073769"/>
                  </a:lnTo>
                  <a:lnTo>
                    <a:pt x="1099722" y="3067502"/>
                  </a:lnTo>
                  <a:lnTo>
                    <a:pt x="1005345" y="3061980"/>
                  </a:lnTo>
                  <a:lnTo>
                    <a:pt x="910129" y="3057208"/>
                  </a:lnTo>
                  <a:lnTo>
                    <a:pt x="817856" y="3053204"/>
                  </a:lnTo>
                  <a:lnTo>
                    <a:pt x="732939" y="3049981"/>
                  </a:lnTo>
                  <a:lnTo>
                    <a:pt x="659752" y="3047530"/>
                  </a:lnTo>
                  <a:lnTo>
                    <a:pt x="601753" y="3045804"/>
                  </a:lnTo>
                  <a:lnTo>
                    <a:pt x="560657" y="3044710"/>
                  </a:lnTo>
                  <a:lnTo>
                    <a:pt x="535926" y="3044118"/>
                  </a:lnTo>
                  <a:lnTo>
                    <a:pt x="524719" y="3043876"/>
                  </a:lnTo>
                  <a:lnTo>
                    <a:pt x="522161" y="3043825"/>
                  </a:lnTo>
                  <a:lnTo>
                    <a:pt x="522133" y="3043825"/>
                  </a:lnTo>
                  <a:lnTo>
                    <a:pt x="0" y="3043825"/>
                  </a:lnTo>
                  <a:lnTo>
                    <a:pt x="0" y="3043825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352" name="pg1352"/>
            <p:cNvSpPr/>
            <p:nvPr/>
          </p:nvSpPr>
          <p:spPr>
            <a:xfrm>
              <a:off x="386606" y="4172898"/>
              <a:ext cx="8554953" cy="1530383"/>
            </a:xfrm>
            <a:custGeom>
              <a:avLst/>
              <a:pathLst>
                <a:path w="8554953" h="1530383">
                  <a:moveTo>
                    <a:pt x="0" y="705896"/>
                  </a:moveTo>
                  <a:lnTo>
                    <a:pt x="522133" y="705896"/>
                  </a:lnTo>
                  <a:lnTo>
                    <a:pt x="523392" y="705921"/>
                  </a:lnTo>
                  <a:lnTo>
                    <a:pt x="531621" y="706100"/>
                  </a:lnTo>
                  <a:lnTo>
                    <a:pt x="552201" y="706596"/>
                  </a:lnTo>
                  <a:lnTo>
                    <a:pt x="588572" y="707568"/>
                  </a:lnTo>
                  <a:lnTo>
                    <a:pt x="641926" y="709162"/>
                  </a:lnTo>
                  <a:lnTo>
                    <a:pt x="711145" y="711483"/>
                  </a:lnTo>
                  <a:lnTo>
                    <a:pt x="793187" y="714594"/>
                  </a:lnTo>
                  <a:lnTo>
                    <a:pt x="883843" y="718514"/>
                  </a:lnTo>
                  <a:lnTo>
                    <a:pt x="978634" y="723233"/>
                  </a:lnTo>
                  <a:lnTo>
                    <a:pt x="1073554" y="728734"/>
                  </a:lnTo>
                  <a:lnTo>
                    <a:pt x="1165517" y="735005"/>
                  </a:lnTo>
                  <a:lnTo>
                    <a:pt x="1252492" y="742058"/>
                  </a:lnTo>
                  <a:lnTo>
                    <a:pt x="1333416" y="749936"/>
                  </a:lnTo>
                  <a:lnTo>
                    <a:pt x="1407998" y="758715"/>
                  </a:lnTo>
                  <a:lnTo>
                    <a:pt x="1476501" y="768506"/>
                  </a:lnTo>
                  <a:lnTo>
                    <a:pt x="1539545" y="779451"/>
                  </a:lnTo>
                  <a:lnTo>
                    <a:pt x="1597957" y="791716"/>
                  </a:lnTo>
                  <a:lnTo>
                    <a:pt x="1652659" y="805479"/>
                  </a:lnTo>
                  <a:lnTo>
                    <a:pt x="1704576" y="820909"/>
                  </a:lnTo>
                  <a:lnTo>
                    <a:pt x="1754567" y="838124"/>
                  </a:lnTo>
                  <a:lnTo>
                    <a:pt x="1768425" y="843310"/>
                  </a:lnTo>
                  <a:lnTo>
                    <a:pt x="1819252" y="863822"/>
                  </a:lnTo>
                  <a:lnTo>
                    <a:pt x="1869584" y="886374"/>
                  </a:lnTo>
                  <a:lnTo>
                    <a:pt x="1919920" y="910996"/>
                  </a:lnTo>
                  <a:lnTo>
                    <a:pt x="1970604" y="937655"/>
                  </a:lnTo>
                  <a:lnTo>
                    <a:pt x="2021847" y="966242"/>
                  </a:lnTo>
                  <a:lnTo>
                    <a:pt x="2073741" y="996570"/>
                  </a:lnTo>
                  <a:lnTo>
                    <a:pt x="2126274" y="1028374"/>
                  </a:lnTo>
                  <a:lnTo>
                    <a:pt x="2179346" y="1061318"/>
                  </a:lnTo>
                  <a:lnTo>
                    <a:pt x="2232788" y="1095005"/>
                  </a:lnTo>
                  <a:lnTo>
                    <a:pt x="2286387" y="1128999"/>
                  </a:lnTo>
                  <a:lnTo>
                    <a:pt x="2339912" y="1162849"/>
                  </a:lnTo>
                  <a:lnTo>
                    <a:pt x="2393140" y="1196109"/>
                  </a:lnTo>
                  <a:lnTo>
                    <a:pt x="2445884" y="1228367"/>
                  </a:lnTo>
                  <a:lnTo>
                    <a:pt x="2498015" y="1259264"/>
                  </a:lnTo>
                  <a:lnTo>
                    <a:pt x="2549489" y="1288506"/>
                  </a:lnTo>
                  <a:lnTo>
                    <a:pt x="2600357" y="1315878"/>
                  </a:lnTo>
                  <a:lnTo>
                    <a:pt x="2650786" y="1341244"/>
                  </a:lnTo>
                  <a:lnTo>
                    <a:pt x="2701071" y="1364544"/>
                  </a:lnTo>
                  <a:lnTo>
                    <a:pt x="2751650" y="1385785"/>
                  </a:lnTo>
                  <a:lnTo>
                    <a:pt x="2770117" y="1392968"/>
                  </a:lnTo>
                  <a:lnTo>
                    <a:pt x="2819699" y="1410696"/>
                  </a:lnTo>
                  <a:lnTo>
                    <a:pt x="2870991" y="1426621"/>
                  </a:lnTo>
                  <a:lnTo>
                    <a:pt x="2924815" y="1440839"/>
                  </a:lnTo>
                  <a:lnTo>
                    <a:pt x="2982085" y="1453508"/>
                  </a:lnTo>
                  <a:lnTo>
                    <a:pt x="3043732" y="1464808"/>
                  </a:lnTo>
                  <a:lnTo>
                    <a:pt x="3110620" y="1474909"/>
                  </a:lnTo>
                  <a:lnTo>
                    <a:pt x="3183442" y="1483961"/>
                  </a:lnTo>
                  <a:lnTo>
                    <a:pt x="3262578" y="1492084"/>
                  </a:lnTo>
                  <a:lnTo>
                    <a:pt x="3347916" y="1499364"/>
                  </a:lnTo>
                  <a:lnTo>
                    <a:pt x="3438633" y="1505853"/>
                  </a:lnTo>
                  <a:lnTo>
                    <a:pt x="3532985" y="1511572"/>
                  </a:lnTo>
                  <a:lnTo>
                    <a:pt x="3628184" y="1516514"/>
                  </a:lnTo>
                  <a:lnTo>
                    <a:pt x="3720452" y="1520661"/>
                  </a:lnTo>
                  <a:lnTo>
                    <a:pt x="3805378" y="1524000"/>
                  </a:lnTo>
                  <a:lnTo>
                    <a:pt x="3878590" y="1526539"/>
                  </a:lnTo>
                  <a:lnTo>
                    <a:pt x="3936628" y="1528329"/>
                  </a:lnTo>
                  <a:lnTo>
                    <a:pt x="3977773" y="1529464"/>
                  </a:lnTo>
                  <a:lnTo>
                    <a:pt x="4002553" y="1530078"/>
                  </a:lnTo>
                  <a:lnTo>
                    <a:pt x="4013800" y="1530330"/>
                  </a:lnTo>
                  <a:lnTo>
                    <a:pt x="4016409" y="1530383"/>
                  </a:lnTo>
                  <a:lnTo>
                    <a:pt x="4538543" y="1530383"/>
                  </a:lnTo>
                  <a:lnTo>
                    <a:pt x="4539775" y="1530337"/>
                  </a:lnTo>
                  <a:lnTo>
                    <a:pt x="4547837" y="1530013"/>
                  </a:lnTo>
                  <a:lnTo>
                    <a:pt x="4568013" y="1529117"/>
                  </a:lnTo>
                  <a:lnTo>
                    <a:pt x="4603708" y="1527356"/>
                  </a:lnTo>
                  <a:lnTo>
                    <a:pt x="4656146" y="1524470"/>
                  </a:lnTo>
                  <a:lnTo>
                    <a:pt x="4724301" y="1520264"/>
                  </a:lnTo>
                  <a:lnTo>
                    <a:pt x="4805256" y="1514621"/>
                  </a:lnTo>
                  <a:lnTo>
                    <a:pt x="4894923" y="1507503"/>
                  </a:lnTo>
                  <a:lnTo>
                    <a:pt x="4988912" y="1498925"/>
                  </a:lnTo>
                  <a:lnTo>
                    <a:pt x="5083256" y="1488921"/>
                  </a:lnTo>
                  <a:lnTo>
                    <a:pt x="5174867" y="1477513"/>
                  </a:lnTo>
                  <a:lnTo>
                    <a:pt x="5261680" y="1464683"/>
                  </a:lnTo>
                  <a:lnTo>
                    <a:pt x="5342585" y="1450358"/>
                  </a:lnTo>
                  <a:lnTo>
                    <a:pt x="5417237" y="1434406"/>
                  </a:lnTo>
                  <a:lnTo>
                    <a:pt x="5485851" y="1416632"/>
                  </a:lnTo>
                  <a:lnTo>
                    <a:pt x="5549007" y="1396785"/>
                  </a:lnTo>
                  <a:lnTo>
                    <a:pt x="5607496" y="1374568"/>
                  </a:lnTo>
                  <a:lnTo>
                    <a:pt x="5662216" y="1349658"/>
                  </a:lnTo>
                  <a:lnTo>
                    <a:pt x="5714076" y="1321747"/>
                  </a:lnTo>
                  <a:lnTo>
                    <a:pt x="5763930" y="1290601"/>
                  </a:lnTo>
                  <a:lnTo>
                    <a:pt x="5784835" y="1276260"/>
                  </a:lnTo>
                  <a:lnTo>
                    <a:pt x="5830347" y="1242494"/>
                  </a:lnTo>
                  <a:lnTo>
                    <a:pt x="5875416" y="1205717"/>
                  </a:lnTo>
                  <a:lnTo>
                    <a:pt x="5920417" y="1165874"/>
                  </a:lnTo>
                  <a:lnTo>
                    <a:pt x="5965623" y="1122987"/>
                  </a:lnTo>
                  <a:lnTo>
                    <a:pt x="6011220" y="1077161"/>
                  </a:lnTo>
                  <a:lnTo>
                    <a:pt x="6057312" y="1028595"/>
                  </a:lnTo>
                  <a:lnTo>
                    <a:pt x="6103932" y="977580"/>
                  </a:lnTo>
                  <a:lnTo>
                    <a:pt x="6151050" y="924500"/>
                  </a:lnTo>
                  <a:lnTo>
                    <a:pt x="6198582" y="869820"/>
                  </a:lnTo>
                  <a:lnTo>
                    <a:pt x="6246402" y="814071"/>
                  </a:lnTo>
                  <a:lnTo>
                    <a:pt x="6294359" y="757832"/>
                  </a:lnTo>
                  <a:lnTo>
                    <a:pt x="6342285" y="701701"/>
                  </a:lnTo>
                  <a:lnTo>
                    <a:pt x="6390018" y="646274"/>
                  </a:lnTo>
                  <a:lnTo>
                    <a:pt x="6437412" y="592114"/>
                  </a:lnTo>
                  <a:lnTo>
                    <a:pt x="6484357" y="539732"/>
                  </a:lnTo>
                  <a:lnTo>
                    <a:pt x="6530786" y="489564"/>
                  </a:lnTo>
                  <a:lnTo>
                    <a:pt x="6576692" y="441960"/>
                  </a:lnTo>
                  <a:lnTo>
                    <a:pt x="6622132" y="397180"/>
                  </a:lnTo>
                  <a:lnTo>
                    <a:pt x="6667238" y="355386"/>
                  </a:lnTo>
                  <a:lnTo>
                    <a:pt x="6712226" y="316655"/>
                  </a:lnTo>
                  <a:lnTo>
                    <a:pt x="6757407" y="280977"/>
                  </a:lnTo>
                  <a:lnTo>
                    <a:pt x="6786527" y="259769"/>
                  </a:lnTo>
                  <a:lnTo>
                    <a:pt x="6835750" y="227207"/>
                  </a:lnTo>
                  <a:lnTo>
                    <a:pt x="6886653" y="197932"/>
                  </a:lnTo>
                  <a:lnTo>
                    <a:pt x="6940039" y="171774"/>
                  </a:lnTo>
                  <a:lnTo>
                    <a:pt x="6996803" y="148445"/>
                  </a:lnTo>
                  <a:lnTo>
                    <a:pt x="7057857" y="127621"/>
                  </a:lnTo>
                  <a:lnTo>
                    <a:pt x="7124048" y="108994"/>
                  </a:lnTo>
                  <a:lnTo>
                    <a:pt x="7196065" y="92289"/>
                  </a:lnTo>
                  <a:lnTo>
                    <a:pt x="7274298" y="77288"/>
                  </a:lnTo>
                  <a:lnTo>
                    <a:pt x="7358669" y="63830"/>
                  </a:lnTo>
                  <a:lnTo>
                    <a:pt x="7448421" y="51819"/>
                  </a:lnTo>
                  <a:lnTo>
                    <a:pt x="7541914" y="41213"/>
                  </a:lnTo>
                  <a:lnTo>
                    <a:pt x="7636496" y="32021"/>
                  </a:lnTo>
                  <a:lnTo>
                    <a:pt x="7728539" y="24274"/>
                  </a:lnTo>
                  <a:lnTo>
                    <a:pt x="7813760" y="18001"/>
                  </a:lnTo>
                  <a:lnTo>
                    <a:pt x="7887838" y="13189"/>
                  </a:lnTo>
                  <a:lnTo>
                    <a:pt x="7947251" y="9758"/>
                  </a:lnTo>
                  <a:lnTo>
                    <a:pt x="7990096" y="7544"/>
                  </a:lnTo>
                  <a:lnTo>
                    <a:pt x="8016618" y="6313"/>
                  </a:lnTo>
                  <a:lnTo>
                    <a:pt x="8029320" y="5780"/>
                  </a:lnTo>
                  <a:lnTo>
                    <a:pt x="8032819" y="5647"/>
                  </a:lnTo>
                  <a:lnTo>
                    <a:pt x="8554953" y="5647"/>
                  </a:lnTo>
                  <a:lnTo>
                    <a:pt x="8554953" y="0"/>
                  </a:lnTo>
                  <a:lnTo>
                    <a:pt x="8032819" y="0"/>
                  </a:lnTo>
                  <a:lnTo>
                    <a:pt x="8031587" y="45"/>
                  </a:lnTo>
                  <a:lnTo>
                    <a:pt x="8023525" y="369"/>
                  </a:lnTo>
                  <a:lnTo>
                    <a:pt x="8003349" y="1266"/>
                  </a:lnTo>
                  <a:lnTo>
                    <a:pt x="7967654" y="3027"/>
                  </a:lnTo>
                  <a:lnTo>
                    <a:pt x="7915216" y="5912"/>
                  </a:lnTo>
                  <a:lnTo>
                    <a:pt x="7847061" y="10118"/>
                  </a:lnTo>
                  <a:lnTo>
                    <a:pt x="7766106" y="15761"/>
                  </a:lnTo>
                  <a:lnTo>
                    <a:pt x="7676438" y="22879"/>
                  </a:lnTo>
                  <a:lnTo>
                    <a:pt x="7582450" y="31457"/>
                  </a:lnTo>
                  <a:lnTo>
                    <a:pt x="7488106" y="41461"/>
                  </a:lnTo>
                  <a:lnTo>
                    <a:pt x="7396495" y="52869"/>
                  </a:lnTo>
                  <a:lnTo>
                    <a:pt x="7309681" y="65699"/>
                  </a:lnTo>
                  <a:lnTo>
                    <a:pt x="7228777" y="80024"/>
                  </a:lnTo>
                  <a:lnTo>
                    <a:pt x="7154125" y="95976"/>
                  </a:lnTo>
                  <a:lnTo>
                    <a:pt x="7085511" y="113750"/>
                  </a:lnTo>
                  <a:lnTo>
                    <a:pt x="7022355" y="133598"/>
                  </a:lnTo>
                  <a:lnTo>
                    <a:pt x="6963866" y="155815"/>
                  </a:lnTo>
                  <a:lnTo>
                    <a:pt x="6909146" y="180724"/>
                  </a:lnTo>
                  <a:lnTo>
                    <a:pt x="6857286" y="208635"/>
                  </a:lnTo>
                  <a:lnTo>
                    <a:pt x="6807432" y="239781"/>
                  </a:lnTo>
                  <a:lnTo>
                    <a:pt x="6786527" y="254122"/>
                  </a:lnTo>
                  <a:lnTo>
                    <a:pt x="6741015" y="287889"/>
                  </a:lnTo>
                  <a:lnTo>
                    <a:pt x="6695946" y="324666"/>
                  </a:lnTo>
                  <a:lnTo>
                    <a:pt x="6650945" y="364508"/>
                  </a:lnTo>
                  <a:lnTo>
                    <a:pt x="6605739" y="407396"/>
                  </a:lnTo>
                  <a:lnTo>
                    <a:pt x="6560142" y="453221"/>
                  </a:lnTo>
                  <a:lnTo>
                    <a:pt x="6514050" y="501788"/>
                  </a:lnTo>
                  <a:lnTo>
                    <a:pt x="6467430" y="552802"/>
                  </a:lnTo>
                  <a:lnTo>
                    <a:pt x="6420312" y="605882"/>
                  </a:lnTo>
                  <a:lnTo>
                    <a:pt x="6372780" y="660562"/>
                  </a:lnTo>
                  <a:lnTo>
                    <a:pt x="6324959" y="716311"/>
                  </a:lnTo>
                  <a:lnTo>
                    <a:pt x="6277003" y="772551"/>
                  </a:lnTo>
                  <a:lnTo>
                    <a:pt x="6229077" y="828681"/>
                  </a:lnTo>
                  <a:lnTo>
                    <a:pt x="6181344" y="884109"/>
                  </a:lnTo>
                  <a:lnTo>
                    <a:pt x="6133950" y="938268"/>
                  </a:lnTo>
                  <a:lnTo>
                    <a:pt x="6087005" y="990650"/>
                  </a:lnTo>
                  <a:lnTo>
                    <a:pt x="6040575" y="1040819"/>
                  </a:lnTo>
                  <a:lnTo>
                    <a:pt x="5994670" y="1088422"/>
                  </a:lnTo>
                  <a:lnTo>
                    <a:pt x="5949230" y="1133203"/>
                  </a:lnTo>
                  <a:lnTo>
                    <a:pt x="5904124" y="1174996"/>
                  </a:lnTo>
                  <a:lnTo>
                    <a:pt x="5859135" y="1213728"/>
                  </a:lnTo>
                  <a:lnTo>
                    <a:pt x="5813955" y="1249406"/>
                  </a:lnTo>
                  <a:lnTo>
                    <a:pt x="5784835" y="1270613"/>
                  </a:lnTo>
                  <a:lnTo>
                    <a:pt x="5735612" y="1303175"/>
                  </a:lnTo>
                  <a:lnTo>
                    <a:pt x="5684709" y="1332450"/>
                  </a:lnTo>
                  <a:lnTo>
                    <a:pt x="5631323" y="1358608"/>
                  </a:lnTo>
                  <a:lnTo>
                    <a:pt x="5574559" y="1381938"/>
                  </a:lnTo>
                  <a:lnTo>
                    <a:pt x="5513505" y="1402761"/>
                  </a:lnTo>
                  <a:lnTo>
                    <a:pt x="5447314" y="1421389"/>
                  </a:lnTo>
                  <a:lnTo>
                    <a:pt x="5375297" y="1438093"/>
                  </a:lnTo>
                  <a:lnTo>
                    <a:pt x="5297063" y="1453094"/>
                  </a:lnTo>
                  <a:lnTo>
                    <a:pt x="5212693" y="1466552"/>
                  </a:lnTo>
                  <a:lnTo>
                    <a:pt x="5122941" y="1478564"/>
                  </a:lnTo>
                  <a:lnTo>
                    <a:pt x="5029448" y="1489169"/>
                  </a:lnTo>
                  <a:lnTo>
                    <a:pt x="4934866" y="1498361"/>
                  </a:lnTo>
                  <a:lnTo>
                    <a:pt x="4842822" y="1506108"/>
                  </a:lnTo>
                  <a:lnTo>
                    <a:pt x="4757601" y="1512381"/>
                  </a:lnTo>
                  <a:lnTo>
                    <a:pt x="4683524" y="1517193"/>
                  </a:lnTo>
                  <a:lnTo>
                    <a:pt x="4624110" y="1520625"/>
                  </a:lnTo>
                  <a:lnTo>
                    <a:pt x="4581266" y="1522838"/>
                  </a:lnTo>
                  <a:lnTo>
                    <a:pt x="4554744" y="1524070"/>
                  </a:lnTo>
                  <a:lnTo>
                    <a:pt x="4542042" y="1524602"/>
                  </a:lnTo>
                  <a:lnTo>
                    <a:pt x="4538543" y="1524736"/>
                  </a:lnTo>
                  <a:lnTo>
                    <a:pt x="4016409" y="1524736"/>
                  </a:lnTo>
                  <a:lnTo>
                    <a:pt x="4015151" y="1524711"/>
                  </a:lnTo>
                  <a:lnTo>
                    <a:pt x="4006921" y="1524531"/>
                  </a:lnTo>
                  <a:lnTo>
                    <a:pt x="3986341" y="1524036"/>
                  </a:lnTo>
                  <a:lnTo>
                    <a:pt x="3949970" y="1523063"/>
                  </a:lnTo>
                  <a:lnTo>
                    <a:pt x="3896616" y="1521470"/>
                  </a:lnTo>
                  <a:lnTo>
                    <a:pt x="3827397" y="1519149"/>
                  </a:lnTo>
                  <a:lnTo>
                    <a:pt x="3745356" y="1516038"/>
                  </a:lnTo>
                  <a:lnTo>
                    <a:pt x="3654699" y="1512118"/>
                  </a:lnTo>
                  <a:lnTo>
                    <a:pt x="3559909" y="1507398"/>
                  </a:lnTo>
                  <a:lnTo>
                    <a:pt x="3464989" y="1501898"/>
                  </a:lnTo>
                  <a:lnTo>
                    <a:pt x="3373025" y="1495627"/>
                  </a:lnTo>
                  <a:lnTo>
                    <a:pt x="3286050" y="1488574"/>
                  </a:lnTo>
                  <a:lnTo>
                    <a:pt x="3205126" y="1480696"/>
                  </a:lnTo>
                  <a:lnTo>
                    <a:pt x="3130544" y="1471916"/>
                  </a:lnTo>
                  <a:lnTo>
                    <a:pt x="3062041" y="1462125"/>
                  </a:lnTo>
                  <a:lnTo>
                    <a:pt x="2998997" y="1451180"/>
                  </a:lnTo>
                  <a:lnTo>
                    <a:pt x="2940585" y="1438916"/>
                  </a:lnTo>
                  <a:lnTo>
                    <a:pt x="2885884" y="1425152"/>
                  </a:lnTo>
                  <a:lnTo>
                    <a:pt x="2833966" y="1409723"/>
                  </a:lnTo>
                  <a:lnTo>
                    <a:pt x="2783976" y="1392507"/>
                  </a:lnTo>
                  <a:lnTo>
                    <a:pt x="2770117" y="1387321"/>
                  </a:lnTo>
                  <a:lnTo>
                    <a:pt x="2719290" y="1366809"/>
                  </a:lnTo>
                  <a:lnTo>
                    <a:pt x="2668958" y="1344258"/>
                  </a:lnTo>
                  <a:lnTo>
                    <a:pt x="2618622" y="1319636"/>
                  </a:lnTo>
                  <a:lnTo>
                    <a:pt x="2567938" y="1292977"/>
                  </a:lnTo>
                  <a:lnTo>
                    <a:pt x="2516695" y="1264390"/>
                  </a:lnTo>
                  <a:lnTo>
                    <a:pt x="2464801" y="1234061"/>
                  </a:lnTo>
                  <a:lnTo>
                    <a:pt x="2412268" y="1202257"/>
                  </a:lnTo>
                  <a:lnTo>
                    <a:pt x="2359196" y="1169314"/>
                  </a:lnTo>
                  <a:lnTo>
                    <a:pt x="2305754" y="1135627"/>
                  </a:lnTo>
                  <a:lnTo>
                    <a:pt x="2252155" y="1101633"/>
                  </a:lnTo>
                  <a:lnTo>
                    <a:pt x="2198630" y="1067783"/>
                  </a:lnTo>
                  <a:lnTo>
                    <a:pt x="2145402" y="1034523"/>
                  </a:lnTo>
                  <a:lnTo>
                    <a:pt x="2092659" y="1002264"/>
                  </a:lnTo>
                  <a:lnTo>
                    <a:pt x="2040527" y="971368"/>
                  </a:lnTo>
                  <a:lnTo>
                    <a:pt x="1989054" y="942126"/>
                  </a:lnTo>
                  <a:lnTo>
                    <a:pt x="1938185" y="914753"/>
                  </a:lnTo>
                  <a:lnTo>
                    <a:pt x="1887756" y="889387"/>
                  </a:lnTo>
                  <a:lnTo>
                    <a:pt x="1837472" y="866088"/>
                  </a:lnTo>
                  <a:lnTo>
                    <a:pt x="1786892" y="844846"/>
                  </a:lnTo>
                  <a:lnTo>
                    <a:pt x="1768425" y="837663"/>
                  </a:lnTo>
                  <a:lnTo>
                    <a:pt x="1718843" y="819935"/>
                  </a:lnTo>
                  <a:lnTo>
                    <a:pt x="1667551" y="804010"/>
                  </a:lnTo>
                  <a:lnTo>
                    <a:pt x="1613727" y="789793"/>
                  </a:lnTo>
                  <a:lnTo>
                    <a:pt x="1556457" y="777124"/>
                  </a:lnTo>
                  <a:lnTo>
                    <a:pt x="1494810" y="765824"/>
                  </a:lnTo>
                  <a:lnTo>
                    <a:pt x="1427922" y="755723"/>
                  </a:lnTo>
                  <a:lnTo>
                    <a:pt x="1355100" y="746671"/>
                  </a:lnTo>
                  <a:lnTo>
                    <a:pt x="1275964" y="738548"/>
                  </a:lnTo>
                  <a:lnTo>
                    <a:pt x="1190626" y="731267"/>
                  </a:lnTo>
                  <a:lnTo>
                    <a:pt x="1099910" y="724778"/>
                  </a:lnTo>
                  <a:lnTo>
                    <a:pt x="1005557" y="719060"/>
                  </a:lnTo>
                  <a:lnTo>
                    <a:pt x="910358" y="714118"/>
                  </a:lnTo>
                  <a:lnTo>
                    <a:pt x="818091" y="709971"/>
                  </a:lnTo>
                  <a:lnTo>
                    <a:pt x="733164" y="706632"/>
                  </a:lnTo>
                  <a:lnTo>
                    <a:pt x="659952" y="704092"/>
                  </a:lnTo>
                  <a:lnTo>
                    <a:pt x="601914" y="702303"/>
                  </a:lnTo>
                  <a:lnTo>
                    <a:pt x="560769" y="701168"/>
                  </a:lnTo>
                  <a:lnTo>
                    <a:pt x="535989" y="700554"/>
                  </a:lnTo>
                  <a:lnTo>
                    <a:pt x="524742" y="700302"/>
                  </a:lnTo>
                  <a:lnTo>
                    <a:pt x="522133" y="700249"/>
                  </a:lnTo>
                  <a:lnTo>
                    <a:pt x="0" y="700249"/>
                  </a:lnTo>
                  <a:close/>
                </a:path>
              </a:pathLst>
            </a:custGeom>
            <a:solidFill>
              <a:srgbClr val="E78AC3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1353" name="pl1353"/>
            <p:cNvSpPr/>
            <p:nvPr/>
          </p:nvSpPr>
          <p:spPr>
            <a:xfrm>
              <a:off x="386606" y="4178545"/>
              <a:ext cx="8554953" cy="1524736"/>
            </a:xfrm>
            <a:custGeom>
              <a:avLst/>
              <a:pathLst>
                <a:path w="8554953" h="1524736">
                  <a:moveTo>
                    <a:pt x="0" y="700249"/>
                  </a:moveTo>
                  <a:lnTo>
                    <a:pt x="522133" y="700249"/>
                  </a:lnTo>
                  <a:lnTo>
                    <a:pt x="523392" y="700274"/>
                  </a:lnTo>
                  <a:lnTo>
                    <a:pt x="531621" y="700453"/>
                  </a:lnTo>
                  <a:lnTo>
                    <a:pt x="552201" y="700948"/>
                  </a:lnTo>
                  <a:lnTo>
                    <a:pt x="588572" y="701921"/>
                  </a:lnTo>
                  <a:lnTo>
                    <a:pt x="641926" y="703515"/>
                  </a:lnTo>
                  <a:lnTo>
                    <a:pt x="711145" y="705836"/>
                  </a:lnTo>
                  <a:lnTo>
                    <a:pt x="793187" y="708946"/>
                  </a:lnTo>
                  <a:lnTo>
                    <a:pt x="883843" y="712866"/>
                  </a:lnTo>
                  <a:lnTo>
                    <a:pt x="978634" y="717586"/>
                  </a:lnTo>
                  <a:lnTo>
                    <a:pt x="1073554" y="723087"/>
                  </a:lnTo>
                  <a:lnTo>
                    <a:pt x="1165517" y="729358"/>
                  </a:lnTo>
                  <a:lnTo>
                    <a:pt x="1252492" y="736411"/>
                  </a:lnTo>
                  <a:lnTo>
                    <a:pt x="1333416" y="744289"/>
                  </a:lnTo>
                  <a:lnTo>
                    <a:pt x="1407998" y="753068"/>
                  </a:lnTo>
                  <a:lnTo>
                    <a:pt x="1476501" y="762859"/>
                  </a:lnTo>
                  <a:lnTo>
                    <a:pt x="1539545" y="773804"/>
                  </a:lnTo>
                  <a:lnTo>
                    <a:pt x="1597957" y="786069"/>
                  </a:lnTo>
                  <a:lnTo>
                    <a:pt x="1652659" y="799832"/>
                  </a:lnTo>
                  <a:lnTo>
                    <a:pt x="1704576" y="815262"/>
                  </a:lnTo>
                  <a:lnTo>
                    <a:pt x="1754567" y="832477"/>
                  </a:lnTo>
                  <a:lnTo>
                    <a:pt x="1768425" y="837663"/>
                  </a:lnTo>
                  <a:lnTo>
                    <a:pt x="1819252" y="858175"/>
                  </a:lnTo>
                  <a:lnTo>
                    <a:pt x="1869584" y="880727"/>
                  </a:lnTo>
                  <a:lnTo>
                    <a:pt x="1919920" y="905349"/>
                  </a:lnTo>
                  <a:lnTo>
                    <a:pt x="1970604" y="932008"/>
                  </a:lnTo>
                  <a:lnTo>
                    <a:pt x="2021847" y="960595"/>
                  </a:lnTo>
                  <a:lnTo>
                    <a:pt x="2073741" y="990923"/>
                  </a:lnTo>
                  <a:lnTo>
                    <a:pt x="2126274" y="1022727"/>
                  </a:lnTo>
                  <a:lnTo>
                    <a:pt x="2179346" y="1055671"/>
                  </a:lnTo>
                  <a:lnTo>
                    <a:pt x="2232788" y="1089357"/>
                  </a:lnTo>
                  <a:lnTo>
                    <a:pt x="2286387" y="1123352"/>
                  </a:lnTo>
                  <a:lnTo>
                    <a:pt x="2339912" y="1157202"/>
                  </a:lnTo>
                  <a:lnTo>
                    <a:pt x="2393140" y="1190462"/>
                  </a:lnTo>
                  <a:lnTo>
                    <a:pt x="2445884" y="1222720"/>
                  </a:lnTo>
                  <a:lnTo>
                    <a:pt x="2498015" y="1253617"/>
                  </a:lnTo>
                  <a:lnTo>
                    <a:pt x="2549489" y="1282859"/>
                  </a:lnTo>
                  <a:lnTo>
                    <a:pt x="2600357" y="1310231"/>
                  </a:lnTo>
                  <a:lnTo>
                    <a:pt x="2650786" y="1335597"/>
                  </a:lnTo>
                  <a:lnTo>
                    <a:pt x="2701071" y="1358896"/>
                  </a:lnTo>
                  <a:lnTo>
                    <a:pt x="2751650" y="1380138"/>
                  </a:lnTo>
                  <a:lnTo>
                    <a:pt x="2770117" y="1387321"/>
                  </a:lnTo>
                  <a:lnTo>
                    <a:pt x="2819699" y="1405049"/>
                  </a:lnTo>
                  <a:lnTo>
                    <a:pt x="2870991" y="1420974"/>
                  </a:lnTo>
                  <a:lnTo>
                    <a:pt x="2924815" y="1435191"/>
                  </a:lnTo>
                  <a:lnTo>
                    <a:pt x="2982085" y="1447861"/>
                  </a:lnTo>
                  <a:lnTo>
                    <a:pt x="3043732" y="1459161"/>
                  </a:lnTo>
                  <a:lnTo>
                    <a:pt x="3110620" y="1469262"/>
                  </a:lnTo>
                  <a:lnTo>
                    <a:pt x="3183442" y="1478314"/>
                  </a:lnTo>
                  <a:lnTo>
                    <a:pt x="3262578" y="1486437"/>
                  </a:lnTo>
                  <a:lnTo>
                    <a:pt x="3347916" y="1493717"/>
                  </a:lnTo>
                  <a:lnTo>
                    <a:pt x="3438633" y="1500206"/>
                  </a:lnTo>
                  <a:lnTo>
                    <a:pt x="3532985" y="1505924"/>
                  </a:lnTo>
                  <a:lnTo>
                    <a:pt x="3628184" y="1510866"/>
                  </a:lnTo>
                  <a:lnTo>
                    <a:pt x="3720452" y="1515014"/>
                  </a:lnTo>
                  <a:lnTo>
                    <a:pt x="3805378" y="1518352"/>
                  </a:lnTo>
                  <a:lnTo>
                    <a:pt x="3878590" y="1520892"/>
                  </a:lnTo>
                  <a:lnTo>
                    <a:pt x="3936628" y="1522682"/>
                  </a:lnTo>
                  <a:lnTo>
                    <a:pt x="3977773" y="1523817"/>
                  </a:lnTo>
                  <a:lnTo>
                    <a:pt x="4002553" y="1524431"/>
                  </a:lnTo>
                  <a:lnTo>
                    <a:pt x="4013800" y="1524683"/>
                  </a:lnTo>
                  <a:lnTo>
                    <a:pt x="4016380" y="1524735"/>
                  </a:lnTo>
                  <a:lnTo>
                    <a:pt x="4016409" y="1524736"/>
                  </a:lnTo>
                  <a:lnTo>
                    <a:pt x="4538543" y="1524736"/>
                  </a:lnTo>
                  <a:lnTo>
                    <a:pt x="4539775" y="1524690"/>
                  </a:lnTo>
                  <a:lnTo>
                    <a:pt x="4547837" y="1524366"/>
                  </a:lnTo>
                  <a:lnTo>
                    <a:pt x="4568013" y="1523470"/>
                  </a:lnTo>
                  <a:lnTo>
                    <a:pt x="4603708" y="1521709"/>
                  </a:lnTo>
                  <a:lnTo>
                    <a:pt x="4656146" y="1518823"/>
                  </a:lnTo>
                  <a:lnTo>
                    <a:pt x="4724301" y="1514617"/>
                  </a:lnTo>
                  <a:lnTo>
                    <a:pt x="4805256" y="1508974"/>
                  </a:lnTo>
                  <a:lnTo>
                    <a:pt x="4894923" y="1501856"/>
                  </a:lnTo>
                  <a:lnTo>
                    <a:pt x="4988912" y="1493278"/>
                  </a:lnTo>
                  <a:lnTo>
                    <a:pt x="5083256" y="1483274"/>
                  </a:lnTo>
                  <a:lnTo>
                    <a:pt x="5174867" y="1471866"/>
                  </a:lnTo>
                  <a:lnTo>
                    <a:pt x="5261680" y="1459036"/>
                  </a:lnTo>
                  <a:lnTo>
                    <a:pt x="5342585" y="1444711"/>
                  </a:lnTo>
                  <a:lnTo>
                    <a:pt x="5417237" y="1428759"/>
                  </a:lnTo>
                  <a:lnTo>
                    <a:pt x="5485851" y="1410985"/>
                  </a:lnTo>
                  <a:lnTo>
                    <a:pt x="5549007" y="1391137"/>
                  </a:lnTo>
                  <a:lnTo>
                    <a:pt x="5607496" y="1368920"/>
                  </a:lnTo>
                  <a:lnTo>
                    <a:pt x="5662216" y="1344011"/>
                  </a:lnTo>
                  <a:lnTo>
                    <a:pt x="5714076" y="1316100"/>
                  </a:lnTo>
                  <a:lnTo>
                    <a:pt x="5763930" y="1284954"/>
                  </a:lnTo>
                  <a:lnTo>
                    <a:pt x="5784835" y="1270613"/>
                  </a:lnTo>
                  <a:lnTo>
                    <a:pt x="5830347" y="1236846"/>
                  </a:lnTo>
                  <a:lnTo>
                    <a:pt x="5875416" y="1200069"/>
                  </a:lnTo>
                  <a:lnTo>
                    <a:pt x="5920417" y="1160227"/>
                  </a:lnTo>
                  <a:lnTo>
                    <a:pt x="5965623" y="1117339"/>
                  </a:lnTo>
                  <a:lnTo>
                    <a:pt x="6011220" y="1071514"/>
                  </a:lnTo>
                  <a:lnTo>
                    <a:pt x="6057312" y="1022948"/>
                  </a:lnTo>
                  <a:lnTo>
                    <a:pt x="6103932" y="971933"/>
                  </a:lnTo>
                  <a:lnTo>
                    <a:pt x="6151050" y="918853"/>
                  </a:lnTo>
                  <a:lnTo>
                    <a:pt x="6198582" y="864173"/>
                  </a:lnTo>
                  <a:lnTo>
                    <a:pt x="6246402" y="808424"/>
                  </a:lnTo>
                  <a:lnTo>
                    <a:pt x="6294359" y="752184"/>
                  </a:lnTo>
                  <a:lnTo>
                    <a:pt x="6342285" y="696054"/>
                  </a:lnTo>
                  <a:lnTo>
                    <a:pt x="6390018" y="640627"/>
                  </a:lnTo>
                  <a:lnTo>
                    <a:pt x="6437412" y="586467"/>
                  </a:lnTo>
                  <a:lnTo>
                    <a:pt x="6484357" y="534085"/>
                  </a:lnTo>
                  <a:lnTo>
                    <a:pt x="6530786" y="483916"/>
                  </a:lnTo>
                  <a:lnTo>
                    <a:pt x="6576692" y="436313"/>
                  </a:lnTo>
                  <a:lnTo>
                    <a:pt x="6622132" y="391532"/>
                  </a:lnTo>
                  <a:lnTo>
                    <a:pt x="6667238" y="349739"/>
                  </a:lnTo>
                  <a:lnTo>
                    <a:pt x="6712226" y="311007"/>
                  </a:lnTo>
                  <a:lnTo>
                    <a:pt x="6757407" y="275330"/>
                  </a:lnTo>
                  <a:lnTo>
                    <a:pt x="6786527" y="254122"/>
                  </a:lnTo>
                  <a:lnTo>
                    <a:pt x="6835750" y="221560"/>
                  </a:lnTo>
                  <a:lnTo>
                    <a:pt x="6886653" y="192285"/>
                  </a:lnTo>
                  <a:lnTo>
                    <a:pt x="6940039" y="166127"/>
                  </a:lnTo>
                  <a:lnTo>
                    <a:pt x="6996803" y="142797"/>
                  </a:lnTo>
                  <a:lnTo>
                    <a:pt x="7057857" y="121974"/>
                  </a:lnTo>
                  <a:lnTo>
                    <a:pt x="7124048" y="103347"/>
                  </a:lnTo>
                  <a:lnTo>
                    <a:pt x="7196065" y="86642"/>
                  </a:lnTo>
                  <a:lnTo>
                    <a:pt x="7274298" y="71641"/>
                  </a:lnTo>
                  <a:lnTo>
                    <a:pt x="7358669" y="58183"/>
                  </a:lnTo>
                  <a:lnTo>
                    <a:pt x="7448421" y="46171"/>
                  </a:lnTo>
                  <a:lnTo>
                    <a:pt x="7541914" y="35566"/>
                  </a:lnTo>
                  <a:lnTo>
                    <a:pt x="7636496" y="26374"/>
                  </a:lnTo>
                  <a:lnTo>
                    <a:pt x="7728539" y="18627"/>
                  </a:lnTo>
                  <a:lnTo>
                    <a:pt x="7813760" y="12354"/>
                  </a:lnTo>
                  <a:lnTo>
                    <a:pt x="7887838" y="7542"/>
                  </a:lnTo>
                  <a:lnTo>
                    <a:pt x="7947251" y="4111"/>
                  </a:lnTo>
                  <a:lnTo>
                    <a:pt x="7990096" y="1897"/>
                  </a:lnTo>
                  <a:lnTo>
                    <a:pt x="8016618" y="665"/>
                  </a:lnTo>
                  <a:lnTo>
                    <a:pt x="8029320" y="133"/>
                  </a:lnTo>
                  <a:lnTo>
                    <a:pt x="8032719" y="3"/>
                  </a:lnTo>
                  <a:lnTo>
                    <a:pt x="8032819" y="0"/>
                  </a:lnTo>
                  <a:lnTo>
                    <a:pt x="8554953" y="0"/>
                  </a:lnTo>
                  <a:lnTo>
                    <a:pt x="8554953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354" name="pl1354"/>
            <p:cNvSpPr/>
            <p:nvPr/>
          </p:nvSpPr>
          <p:spPr>
            <a:xfrm>
              <a:off x="386606" y="4172898"/>
              <a:ext cx="8554953" cy="1524736"/>
            </a:xfrm>
            <a:custGeom>
              <a:avLst/>
              <a:pathLst>
                <a:path w="8554953" h="1524736">
                  <a:moveTo>
                    <a:pt x="8554953" y="0"/>
                  </a:moveTo>
                  <a:lnTo>
                    <a:pt x="8032819" y="0"/>
                  </a:lnTo>
                  <a:lnTo>
                    <a:pt x="8031587" y="45"/>
                  </a:lnTo>
                  <a:lnTo>
                    <a:pt x="8023525" y="369"/>
                  </a:lnTo>
                  <a:lnTo>
                    <a:pt x="8003349" y="1266"/>
                  </a:lnTo>
                  <a:lnTo>
                    <a:pt x="7967654" y="3027"/>
                  </a:lnTo>
                  <a:lnTo>
                    <a:pt x="7915216" y="5912"/>
                  </a:lnTo>
                  <a:lnTo>
                    <a:pt x="7847061" y="10118"/>
                  </a:lnTo>
                  <a:lnTo>
                    <a:pt x="7766106" y="15761"/>
                  </a:lnTo>
                  <a:lnTo>
                    <a:pt x="7676438" y="22879"/>
                  </a:lnTo>
                  <a:lnTo>
                    <a:pt x="7582450" y="31457"/>
                  </a:lnTo>
                  <a:lnTo>
                    <a:pt x="7488106" y="41461"/>
                  </a:lnTo>
                  <a:lnTo>
                    <a:pt x="7396495" y="52869"/>
                  </a:lnTo>
                  <a:lnTo>
                    <a:pt x="7309681" y="65699"/>
                  </a:lnTo>
                  <a:lnTo>
                    <a:pt x="7228777" y="80024"/>
                  </a:lnTo>
                  <a:lnTo>
                    <a:pt x="7154125" y="95976"/>
                  </a:lnTo>
                  <a:lnTo>
                    <a:pt x="7085511" y="113750"/>
                  </a:lnTo>
                  <a:lnTo>
                    <a:pt x="7022355" y="133598"/>
                  </a:lnTo>
                  <a:lnTo>
                    <a:pt x="6963866" y="155815"/>
                  </a:lnTo>
                  <a:lnTo>
                    <a:pt x="6909146" y="180724"/>
                  </a:lnTo>
                  <a:lnTo>
                    <a:pt x="6857286" y="208635"/>
                  </a:lnTo>
                  <a:lnTo>
                    <a:pt x="6807432" y="239781"/>
                  </a:lnTo>
                  <a:lnTo>
                    <a:pt x="6786527" y="254122"/>
                  </a:lnTo>
                  <a:lnTo>
                    <a:pt x="6741015" y="287889"/>
                  </a:lnTo>
                  <a:lnTo>
                    <a:pt x="6695946" y="324666"/>
                  </a:lnTo>
                  <a:lnTo>
                    <a:pt x="6650945" y="364508"/>
                  </a:lnTo>
                  <a:lnTo>
                    <a:pt x="6605739" y="407396"/>
                  </a:lnTo>
                  <a:lnTo>
                    <a:pt x="6560142" y="453221"/>
                  </a:lnTo>
                  <a:lnTo>
                    <a:pt x="6514050" y="501788"/>
                  </a:lnTo>
                  <a:lnTo>
                    <a:pt x="6467430" y="552802"/>
                  </a:lnTo>
                  <a:lnTo>
                    <a:pt x="6420312" y="605882"/>
                  </a:lnTo>
                  <a:lnTo>
                    <a:pt x="6372780" y="660562"/>
                  </a:lnTo>
                  <a:lnTo>
                    <a:pt x="6324959" y="716311"/>
                  </a:lnTo>
                  <a:lnTo>
                    <a:pt x="6277003" y="772551"/>
                  </a:lnTo>
                  <a:lnTo>
                    <a:pt x="6229077" y="828681"/>
                  </a:lnTo>
                  <a:lnTo>
                    <a:pt x="6181344" y="884109"/>
                  </a:lnTo>
                  <a:lnTo>
                    <a:pt x="6133950" y="938268"/>
                  </a:lnTo>
                  <a:lnTo>
                    <a:pt x="6087005" y="990650"/>
                  </a:lnTo>
                  <a:lnTo>
                    <a:pt x="6040575" y="1040819"/>
                  </a:lnTo>
                  <a:lnTo>
                    <a:pt x="5994670" y="1088422"/>
                  </a:lnTo>
                  <a:lnTo>
                    <a:pt x="5949230" y="1133203"/>
                  </a:lnTo>
                  <a:lnTo>
                    <a:pt x="5904124" y="1174996"/>
                  </a:lnTo>
                  <a:lnTo>
                    <a:pt x="5859135" y="1213728"/>
                  </a:lnTo>
                  <a:lnTo>
                    <a:pt x="5813955" y="1249406"/>
                  </a:lnTo>
                  <a:lnTo>
                    <a:pt x="5784835" y="1270613"/>
                  </a:lnTo>
                  <a:lnTo>
                    <a:pt x="5735612" y="1303175"/>
                  </a:lnTo>
                  <a:lnTo>
                    <a:pt x="5684709" y="1332450"/>
                  </a:lnTo>
                  <a:lnTo>
                    <a:pt x="5631323" y="1358608"/>
                  </a:lnTo>
                  <a:lnTo>
                    <a:pt x="5574559" y="1381938"/>
                  </a:lnTo>
                  <a:lnTo>
                    <a:pt x="5513505" y="1402761"/>
                  </a:lnTo>
                  <a:lnTo>
                    <a:pt x="5447314" y="1421389"/>
                  </a:lnTo>
                  <a:lnTo>
                    <a:pt x="5375297" y="1438093"/>
                  </a:lnTo>
                  <a:lnTo>
                    <a:pt x="5297063" y="1453094"/>
                  </a:lnTo>
                  <a:lnTo>
                    <a:pt x="5212693" y="1466552"/>
                  </a:lnTo>
                  <a:lnTo>
                    <a:pt x="5122941" y="1478564"/>
                  </a:lnTo>
                  <a:lnTo>
                    <a:pt x="5029448" y="1489169"/>
                  </a:lnTo>
                  <a:lnTo>
                    <a:pt x="4934866" y="1498361"/>
                  </a:lnTo>
                  <a:lnTo>
                    <a:pt x="4842822" y="1506108"/>
                  </a:lnTo>
                  <a:lnTo>
                    <a:pt x="4757601" y="1512381"/>
                  </a:lnTo>
                  <a:lnTo>
                    <a:pt x="4683524" y="1517193"/>
                  </a:lnTo>
                  <a:lnTo>
                    <a:pt x="4624110" y="1520625"/>
                  </a:lnTo>
                  <a:lnTo>
                    <a:pt x="4581266" y="1522838"/>
                  </a:lnTo>
                  <a:lnTo>
                    <a:pt x="4554744" y="1524070"/>
                  </a:lnTo>
                  <a:lnTo>
                    <a:pt x="4542042" y="1524602"/>
                  </a:lnTo>
                  <a:lnTo>
                    <a:pt x="4538643" y="1524732"/>
                  </a:lnTo>
                  <a:lnTo>
                    <a:pt x="4538543" y="1524736"/>
                  </a:lnTo>
                  <a:lnTo>
                    <a:pt x="4016409" y="1524736"/>
                  </a:lnTo>
                  <a:lnTo>
                    <a:pt x="4015151" y="1524711"/>
                  </a:lnTo>
                  <a:lnTo>
                    <a:pt x="4006921" y="1524531"/>
                  </a:lnTo>
                  <a:lnTo>
                    <a:pt x="3986341" y="1524036"/>
                  </a:lnTo>
                  <a:lnTo>
                    <a:pt x="3949970" y="1523063"/>
                  </a:lnTo>
                  <a:lnTo>
                    <a:pt x="3896616" y="1521470"/>
                  </a:lnTo>
                  <a:lnTo>
                    <a:pt x="3827397" y="1519149"/>
                  </a:lnTo>
                  <a:lnTo>
                    <a:pt x="3745356" y="1516038"/>
                  </a:lnTo>
                  <a:lnTo>
                    <a:pt x="3654699" y="1512118"/>
                  </a:lnTo>
                  <a:lnTo>
                    <a:pt x="3559909" y="1507398"/>
                  </a:lnTo>
                  <a:lnTo>
                    <a:pt x="3464989" y="1501898"/>
                  </a:lnTo>
                  <a:lnTo>
                    <a:pt x="3373025" y="1495627"/>
                  </a:lnTo>
                  <a:lnTo>
                    <a:pt x="3286050" y="1488574"/>
                  </a:lnTo>
                  <a:lnTo>
                    <a:pt x="3205126" y="1480696"/>
                  </a:lnTo>
                  <a:lnTo>
                    <a:pt x="3130544" y="1471916"/>
                  </a:lnTo>
                  <a:lnTo>
                    <a:pt x="3062041" y="1462125"/>
                  </a:lnTo>
                  <a:lnTo>
                    <a:pt x="2998997" y="1451180"/>
                  </a:lnTo>
                  <a:lnTo>
                    <a:pt x="2940585" y="1438916"/>
                  </a:lnTo>
                  <a:lnTo>
                    <a:pt x="2885884" y="1425152"/>
                  </a:lnTo>
                  <a:lnTo>
                    <a:pt x="2833966" y="1409723"/>
                  </a:lnTo>
                  <a:lnTo>
                    <a:pt x="2783976" y="1392507"/>
                  </a:lnTo>
                  <a:lnTo>
                    <a:pt x="2770117" y="1387321"/>
                  </a:lnTo>
                  <a:lnTo>
                    <a:pt x="2719290" y="1366809"/>
                  </a:lnTo>
                  <a:lnTo>
                    <a:pt x="2668958" y="1344258"/>
                  </a:lnTo>
                  <a:lnTo>
                    <a:pt x="2618622" y="1319636"/>
                  </a:lnTo>
                  <a:lnTo>
                    <a:pt x="2567938" y="1292977"/>
                  </a:lnTo>
                  <a:lnTo>
                    <a:pt x="2516695" y="1264390"/>
                  </a:lnTo>
                  <a:lnTo>
                    <a:pt x="2464801" y="1234061"/>
                  </a:lnTo>
                  <a:lnTo>
                    <a:pt x="2412268" y="1202257"/>
                  </a:lnTo>
                  <a:lnTo>
                    <a:pt x="2359196" y="1169314"/>
                  </a:lnTo>
                  <a:lnTo>
                    <a:pt x="2305754" y="1135627"/>
                  </a:lnTo>
                  <a:lnTo>
                    <a:pt x="2252155" y="1101633"/>
                  </a:lnTo>
                  <a:lnTo>
                    <a:pt x="2198630" y="1067783"/>
                  </a:lnTo>
                  <a:lnTo>
                    <a:pt x="2145402" y="1034523"/>
                  </a:lnTo>
                  <a:lnTo>
                    <a:pt x="2092659" y="1002264"/>
                  </a:lnTo>
                  <a:lnTo>
                    <a:pt x="2040527" y="971368"/>
                  </a:lnTo>
                  <a:lnTo>
                    <a:pt x="1989054" y="942126"/>
                  </a:lnTo>
                  <a:lnTo>
                    <a:pt x="1938185" y="914753"/>
                  </a:lnTo>
                  <a:lnTo>
                    <a:pt x="1887756" y="889387"/>
                  </a:lnTo>
                  <a:lnTo>
                    <a:pt x="1837472" y="866088"/>
                  </a:lnTo>
                  <a:lnTo>
                    <a:pt x="1786892" y="844846"/>
                  </a:lnTo>
                  <a:lnTo>
                    <a:pt x="1768425" y="837663"/>
                  </a:lnTo>
                  <a:lnTo>
                    <a:pt x="1718843" y="819935"/>
                  </a:lnTo>
                  <a:lnTo>
                    <a:pt x="1667551" y="804010"/>
                  </a:lnTo>
                  <a:lnTo>
                    <a:pt x="1613727" y="789793"/>
                  </a:lnTo>
                  <a:lnTo>
                    <a:pt x="1556457" y="777124"/>
                  </a:lnTo>
                  <a:lnTo>
                    <a:pt x="1494810" y="765824"/>
                  </a:lnTo>
                  <a:lnTo>
                    <a:pt x="1427922" y="755723"/>
                  </a:lnTo>
                  <a:lnTo>
                    <a:pt x="1355100" y="746671"/>
                  </a:lnTo>
                  <a:lnTo>
                    <a:pt x="1275964" y="738548"/>
                  </a:lnTo>
                  <a:lnTo>
                    <a:pt x="1190626" y="731267"/>
                  </a:lnTo>
                  <a:lnTo>
                    <a:pt x="1099910" y="724778"/>
                  </a:lnTo>
                  <a:lnTo>
                    <a:pt x="1005557" y="719060"/>
                  </a:lnTo>
                  <a:lnTo>
                    <a:pt x="910358" y="714118"/>
                  </a:lnTo>
                  <a:lnTo>
                    <a:pt x="818091" y="709971"/>
                  </a:lnTo>
                  <a:lnTo>
                    <a:pt x="733164" y="706632"/>
                  </a:lnTo>
                  <a:lnTo>
                    <a:pt x="659952" y="704092"/>
                  </a:lnTo>
                  <a:lnTo>
                    <a:pt x="601914" y="702303"/>
                  </a:lnTo>
                  <a:lnTo>
                    <a:pt x="560769" y="701168"/>
                  </a:lnTo>
                  <a:lnTo>
                    <a:pt x="535989" y="700554"/>
                  </a:lnTo>
                  <a:lnTo>
                    <a:pt x="524742" y="700302"/>
                  </a:lnTo>
                  <a:lnTo>
                    <a:pt x="522162" y="700249"/>
                  </a:lnTo>
                  <a:lnTo>
                    <a:pt x="522133" y="700249"/>
                  </a:lnTo>
                  <a:lnTo>
                    <a:pt x="0" y="700249"/>
                  </a:lnTo>
                  <a:lnTo>
                    <a:pt x="0" y="700249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355" name="pg1355"/>
            <p:cNvSpPr/>
            <p:nvPr/>
          </p:nvSpPr>
          <p:spPr>
            <a:xfrm>
              <a:off x="386606" y="1191192"/>
              <a:ext cx="8554953" cy="3546423"/>
            </a:xfrm>
            <a:custGeom>
              <a:avLst/>
              <a:pathLst>
                <a:path w="8554953" h="3546423">
                  <a:moveTo>
                    <a:pt x="0" y="3546423"/>
                  </a:moveTo>
                  <a:lnTo>
                    <a:pt x="522133" y="3546423"/>
                  </a:lnTo>
                  <a:lnTo>
                    <a:pt x="523346" y="3546367"/>
                  </a:lnTo>
                  <a:lnTo>
                    <a:pt x="531284" y="3545970"/>
                  </a:lnTo>
                  <a:lnTo>
                    <a:pt x="551159" y="3544873"/>
                  </a:lnTo>
                  <a:lnTo>
                    <a:pt x="586350" y="3542717"/>
                  </a:lnTo>
                  <a:lnTo>
                    <a:pt x="638104" y="3539183"/>
                  </a:lnTo>
                  <a:lnTo>
                    <a:pt x="705462" y="3534028"/>
                  </a:lnTo>
                  <a:lnTo>
                    <a:pt x="785599" y="3527107"/>
                  </a:lnTo>
                  <a:lnTo>
                    <a:pt x="874519" y="3518371"/>
                  </a:lnTo>
                  <a:lnTo>
                    <a:pt x="967896" y="3507836"/>
                  </a:lnTo>
                  <a:lnTo>
                    <a:pt x="1061797" y="3495544"/>
                  </a:lnTo>
                  <a:lnTo>
                    <a:pt x="1153133" y="3481522"/>
                  </a:lnTo>
                  <a:lnTo>
                    <a:pt x="1239815" y="3465753"/>
                  </a:lnTo>
                  <a:lnTo>
                    <a:pt x="1320698" y="3448152"/>
                  </a:lnTo>
                  <a:lnTo>
                    <a:pt x="1395398" y="3428562"/>
                  </a:lnTo>
                  <a:lnTo>
                    <a:pt x="1464095" y="3406750"/>
                  </a:lnTo>
                  <a:lnTo>
                    <a:pt x="1527335" y="3382413"/>
                  </a:lnTo>
                  <a:lnTo>
                    <a:pt x="1585887" y="3355192"/>
                  </a:lnTo>
                  <a:lnTo>
                    <a:pt x="1640626" y="3324693"/>
                  </a:lnTo>
                  <a:lnTo>
                    <a:pt x="1692450" y="3290534"/>
                  </a:lnTo>
                  <a:lnTo>
                    <a:pt x="1742208" y="3252413"/>
                  </a:lnTo>
                  <a:lnTo>
                    <a:pt x="1768425" y="3230181"/>
                  </a:lnTo>
                  <a:lnTo>
                    <a:pt x="1811244" y="3190767"/>
                  </a:lnTo>
                  <a:lnTo>
                    <a:pt x="1853649" y="3148044"/>
                  </a:lnTo>
                  <a:lnTo>
                    <a:pt x="1895960" y="3101949"/>
                  </a:lnTo>
                  <a:lnTo>
                    <a:pt x="1938416" y="3052491"/>
                  </a:lnTo>
                  <a:lnTo>
                    <a:pt x="1981186" y="2999762"/>
                  </a:lnTo>
                  <a:lnTo>
                    <a:pt x="2024375" y="2943939"/>
                  </a:lnTo>
                  <a:lnTo>
                    <a:pt x="2068027" y="2885294"/>
                  </a:lnTo>
                  <a:lnTo>
                    <a:pt x="2112137" y="2824188"/>
                  </a:lnTo>
                  <a:lnTo>
                    <a:pt x="2156655" y="2761065"/>
                  </a:lnTo>
                  <a:lnTo>
                    <a:pt x="2201491" y="2696443"/>
                  </a:lnTo>
                  <a:lnTo>
                    <a:pt x="2246531" y="2630898"/>
                  </a:lnTo>
                  <a:lnTo>
                    <a:pt x="2291641" y="2565039"/>
                  </a:lnTo>
                  <a:lnTo>
                    <a:pt x="2336681" y="2499489"/>
                  </a:lnTo>
                  <a:lnTo>
                    <a:pt x="2381520" y="2434858"/>
                  </a:lnTo>
                  <a:lnTo>
                    <a:pt x="2426040" y="2371720"/>
                  </a:lnTo>
                  <a:lnTo>
                    <a:pt x="2470154" y="2310595"/>
                  </a:lnTo>
                  <a:lnTo>
                    <a:pt x="2513810" y="2251928"/>
                  </a:lnTo>
                  <a:lnTo>
                    <a:pt x="2557002" y="2196081"/>
                  </a:lnTo>
                  <a:lnTo>
                    <a:pt x="2599776" y="2143325"/>
                  </a:lnTo>
                  <a:lnTo>
                    <a:pt x="2642234" y="2093841"/>
                  </a:lnTo>
                  <a:lnTo>
                    <a:pt x="2684545" y="2047718"/>
                  </a:lnTo>
                  <a:lnTo>
                    <a:pt x="2726948" y="2004967"/>
                  </a:lnTo>
                  <a:lnTo>
                    <a:pt x="2769763" y="1965526"/>
                  </a:lnTo>
                  <a:lnTo>
                    <a:pt x="2770117" y="1965215"/>
                  </a:lnTo>
                  <a:lnTo>
                    <a:pt x="2819070" y="1924901"/>
                  </a:lnTo>
                  <a:lnTo>
                    <a:pt x="2869682" y="1888635"/>
                  </a:lnTo>
                  <a:lnTo>
                    <a:pt x="2922740" y="1856208"/>
                  </a:lnTo>
                  <a:lnTo>
                    <a:pt x="2979125" y="1827270"/>
                  </a:lnTo>
                  <a:lnTo>
                    <a:pt x="3039734" y="1801427"/>
                  </a:lnTo>
                  <a:lnTo>
                    <a:pt x="3105405" y="1778295"/>
                  </a:lnTo>
                  <a:lnTo>
                    <a:pt x="3176821" y="1757541"/>
                  </a:lnTo>
                  <a:lnTo>
                    <a:pt x="3254379" y="1738893"/>
                  </a:lnTo>
                  <a:lnTo>
                    <a:pt x="3338024" y="1722152"/>
                  </a:lnTo>
                  <a:lnTo>
                    <a:pt x="3427048" y="1707194"/>
                  </a:lnTo>
                  <a:lnTo>
                    <a:pt x="3519888" y="1693969"/>
                  </a:lnTo>
                  <a:lnTo>
                    <a:pt x="3613989" y="1682482"/>
                  </a:lnTo>
                  <a:lnTo>
                    <a:pt x="3705837" y="1672772"/>
                  </a:lnTo>
                  <a:lnTo>
                    <a:pt x="3791244" y="1664874"/>
                  </a:lnTo>
                  <a:lnTo>
                    <a:pt x="3865934" y="1658779"/>
                  </a:lnTo>
                  <a:lnTo>
                    <a:pt x="3926348" y="1654395"/>
                  </a:lnTo>
                  <a:lnTo>
                    <a:pt x="3970453" y="1651532"/>
                  </a:lnTo>
                  <a:lnTo>
                    <a:pt x="3998293" y="1649907"/>
                  </a:lnTo>
                  <a:lnTo>
                    <a:pt x="4012126" y="1649178"/>
                  </a:lnTo>
                  <a:lnTo>
                    <a:pt x="4016214" y="1648982"/>
                  </a:lnTo>
                  <a:lnTo>
                    <a:pt x="4016409" y="1648973"/>
                  </a:lnTo>
                  <a:lnTo>
                    <a:pt x="4538543" y="1648973"/>
                  </a:lnTo>
                  <a:lnTo>
                    <a:pt x="4539769" y="1648925"/>
                  </a:lnTo>
                  <a:lnTo>
                    <a:pt x="4547794" y="1648577"/>
                  </a:lnTo>
                  <a:lnTo>
                    <a:pt x="4567880" y="1647616"/>
                  </a:lnTo>
                  <a:lnTo>
                    <a:pt x="4603425" y="1645727"/>
                  </a:lnTo>
                  <a:lnTo>
                    <a:pt x="4655659" y="1642632"/>
                  </a:lnTo>
                  <a:lnTo>
                    <a:pt x="4723577" y="1638118"/>
                  </a:lnTo>
                  <a:lnTo>
                    <a:pt x="4804289" y="1632063"/>
                  </a:lnTo>
                  <a:lnTo>
                    <a:pt x="4893735" y="1624423"/>
                  </a:lnTo>
                  <a:lnTo>
                    <a:pt x="4987542" y="1615213"/>
                  </a:lnTo>
                  <a:lnTo>
                    <a:pt x="5081755" y="1604472"/>
                  </a:lnTo>
                  <a:lnTo>
                    <a:pt x="5173286" y="1592222"/>
                  </a:lnTo>
                  <a:lnTo>
                    <a:pt x="5260061" y="1578445"/>
                  </a:lnTo>
                  <a:lnTo>
                    <a:pt x="5340959" y="1563064"/>
                  </a:lnTo>
                  <a:lnTo>
                    <a:pt x="5415626" y="1545939"/>
                  </a:lnTo>
                  <a:lnTo>
                    <a:pt x="5484265" y="1526862"/>
                  </a:lnTo>
                  <a:lnTo>
                    <a:pt x="5547446" y="1505565"/>
                  </a:lnTo>
                  <a:lnTo>
                    <a:pt x="5605953" y="1481730"/>
                  </a:lnTo>
                  <a:lnTo>
                    <a:pt x="5660678" y="1455013"/>
                  </a:lnTo>
                  <a:lnTo>
                    <a:pt x="5712527" y="1425080"/>
                  </a:lnTo>
                  <a:lnTo>
                    <a:pt x="5762352" y="1391676"/>
                  </a:lnTo>
                  <a:lnTo>
                    <a:pt x="5784835" y="1375086"/>
                  </a:lnTo>
                  <a:lnTo>
                    <a:pt x="5829465" y="1339433"/>
                  </a:lnTo>
                  <a:lnTo>
                    <a:pt x="5873661" y="1300664"/>
                  </a:lnTo>
                  <a:lnTo>
                    <a:pt x="5917780" y="1258718"/>
                  </a:lnTo>
                  <a:lnTo>
                    <a:pt x="5962084" y="1213614"/>
                  </a:lnTo>
                  <a:lnTo>
                    <a:pt x="6006752" y="1165452"/>
                  </a:lnTo>
                  <a:lnTo>
                    <a:pt x="6051890" y="1114427"/>
                  </a:lnTo>
                  <a:lnTo>
                    <a:pt x="6097536" y="1060824"/>
                  </a:lnTo>
                  <a:lnTo>
                    <a:pt x="6143667" y="1005022"/>
                  </a:lnTo>
                  <a:lnTo>
                    <a:pt x="6190212" y="947480"/>
                  </a:lnTo>
                  <a:lnTo>
                    <a:pt x="6237058" y="888731"/>
                  </a:lnTo>
                  <a:lnTo>
                    <a:pt x="6284065" y="829354"/>
                  </a:lnTo>
                  <a:lnTo>
                    <a:pt x="6331078" y="769955"/>
                  </a:lnTo>
                  <a:lnTo>
                    <a:pt x="6377940" y="711143"/>
                  </a:lnTo>
                  <a:lnTo>
                    <a:pt x="6424510" y="653501"/>
                  </a:lnTo>
                  <a:lnTo>
                    <a:pt x="6470672" y="597564"/>
                  </a:lnTo>
                  <a:lnTo>
                    <a:pt x="6516352" y="543797"/>
                  </a:lnTo>
                  <a:lnTo>
                    <a:pt x="6561525" y="492584"/>
                  </a:lnTo>
                  <a:lnTo>
                    <a:pt x="6606223" y="444219"/>
                  </a:lnTo>
                  <a:lnTo>
                    <a:pt x="6650547" y="398901"/>
                  </a:lnTo>
                  <a:lnTo>
                    <a:pt x="6694671" y="356736"/>
                  </a:lnTo>
                  <a:lnTo>
                    <a:pt x="6738851" y="317749"/>
                  </a:lnTo>
                  <a:lnTo>
                    <a:pt x="6783438" y="281886"/>
                  </a:lnTo>
                  <a:lnTo>
                    <a:pt x="6786527" y="279534"/>
                  </a:lnTo>
                  <a:lnTo>
                    <a:pt x="6835670" y="244493"/>
                  </a:lnTo>
                  <a:lnTo>
                    <a:pt x="6886486" y="212984"/>
                  </a:lnTo>
                  <a:lnTo>
                    <a:pt x="6939775" y="184823"/>
                  </a:lnTo>
                  <a:lnTo>
                    <a:pt x="6996426" y="159704"/>
                  </a:lnTo>
                  <a:lnTo>
                    <a:pt x="7057347" y="137279"/>
                  </a:lnTo>
                  <a:lnTo>
                    <a:pt x="7123383" y="117215"/>
                  </a:lnTo>
                  <a:lnTo>
                    <a:pt x="7195221" y="99220"/>
                  </a:lnTo>
                  <a:lnTo>
                    <a:pt x="7273253" y="83057"/>
                  </a:lnTo>
                  <a:lnTo>
                    <a:pt x="7357408" y="68554"/>
                  </a:lnTo>
                  <a:lnTo>
                    <a:pt x="7446944" y="55606"/>
                  </a:lnTo>
                  <a:lnTo>
                    <a:pt x="7540243" y="44168"/>
                  </a:lnTo>
                  <a:lnTo>
                    <a:pt x="7634684" y="34249"/>
                  </a:lnTo>
                  <a:lnTo>
                    <a:pt x="7726672" y="25881"/>
                  </a:lnTo>
                  <a:lnTo>
                    <a:pt x="7811951" y="19096"/>
                  </a:lnTo>
                  <a:lnTo>
                    <a:pt x="7886214" y="13883"/>
                  </a:lnTo>
                  <a:lnTo>
                    <a:pt x="7945928" y="10155"/>
                  </a:lnTo>
                  <a:lnTo>
                    <a:pt x="7989149" y="7742"/>
                  </a:lnTo>
                  <a:lnTo>
                    <a:pt x="8016062" y="6391"/>
                  </a:lnTo>
                  <a:lnTo>
                    <a:pt x="8029097" y="5800"/>
                  </a:lnTo>
                  <a:lnTo>
                    <a:pt x="8032819" y="5647"/>
                  </a:lnTo>
                  <a:lnTo>
                    <a:pt x="8554953" y="5647"/>
                  </a:lnTo>
                  <a:lnTo>
                    <a:pt x="8554953" y="0"/>
                  </a:lnTo>
                  <a:lnTo>
                    <a:pt x="8032819" y="0"/>
                  </a:lnTo>
                  <a:lnTo>
                    <a:pt x="8031593" y="48"/>
                  </a:lnTo>
                  <a:lnTo>
                    <a:pt x="8023568" y="396"/>
                  </a:lnTo>
                  <a:lnTo>
                    <a:pt x="8003481" y="1357"/>
                  </a:lnTo>
                  <a:lnTo>
                    <a:pt x="7967937" y="3246"/>
                  </a:lnTo>
                  <a:lnTo>
                    <a:pt x="7915703" y="6341"/>
                  </a:lnTo>
                  <a:lnTo>
                    <a:pt x="7847785" y="10855"/>
                  </a:lnTo>
                  <a:lnTo>
                    <a:pt x="7767073" y="16910"/>
                  </a:lnTo>
                  <a:lnTo>
                    <a:pt x="7677627" y="24550"/>
                  </a:lnTo>
                  <a:lnTo>
                    <a:pt x="7583820" y="33760"/>
                  </a:lnTo>
                  <a:lnTo>
                    <a:pt x="7489606" y="44501"/>
                  </a:lnTo>
                  <a:lnTo>
                    <a:pt x="7398076" y="56751"/>
                  </a:lnTo>
                  <a:lnTo>
                    <a:pt x="7311301" y="70528"/>
                  </a:lnTo>
                  <a:lnTo>
                    <a:pt x="7230403" y="85909"/>
                  </a:lnTo>
                  <a:lnTo>
                    <a:pt x="7155736" y="103034"/>
                  </a:lnTo>
                  <a:lnTo>
                    <a:pt x="7087097" y="122111"/>
                  </a:lnTo>
                  <a:lnTo>
                    <a:pt x="7023916" y="143408"/>
                  </a:lnTo>
                  <a:lnTo>
                    <a:pt x="6965408" y="167243"/>
                  </a:lnTo>
                  <a:lnTo>
                    <a:pt x="6910684" y="193960"/>
                  </a:lnTo>
                  <a:lnTo>
                    <a:pt x="6858834" y="223893"/>
                  </a:lnTo>
                  <a:lnTo>
                    <a:pt x="6809010" y="257297"/>
                  </a:lnTo>
                  <a:lnTo>
                    <a:pt x="6786527" y="273887"/>
                  </a:lnTo>
                  <a:lnTo>
                    <a:pt x="6741897" y="309539"/>
                  </a:lnTo>
                  <a:lnTo>
                    <a:pt x="6697701" y="348309"/>
                  </a:lnTo>
                  <a:lnTo>
                    <a:pt x="6653582" y="390255"/>
                  </a:lnTo>
                  <a:lnTo>
                    <a:pt x="6609278" y="435359"/>
                  </a:lnTo>
                  <a:lnTo>
                    <a:pt x="6564610" y="483520"/>
                  </a:lnTo>
                  <a:lnTo>
                    <a:pt x="6519472" y="534546"/>
                  </a:lnTo>
                  <a:lnTo>
                    <a:pt x="6473826" y="588149"/>
                  </a:lnTo>
                  <a:lnTo>
                    <a:pt x="6427695" y="643951"/>
                  </a:lnTo>
                  <a:lnTo>
                    <a:pt x="6381150" y="701493"/>
                  </a:lnTo>
                  <a:lnTo>
                    <a:pt x="6334304" y="760242"/>
                  </a:lnTo>
                  <a:lnTo>
                    <a:pt x="6287297" y="819619"/>
                  </a:lnTo>
                  <a:lnTo>
                    <a:pt x="6240284" y="879018"/>
                  </a:lnTo>
                  <a:lnTo>
                    <a:pt x="6193422" y="937830"/>
                  </a:lnTo>
                  <a:lnTo>
                    <a:pt x="6146852" y="995471"/>
                  </a:lnTo>
                  <a:lnTo>
                    <a:pt x="6100690" y="1051409"/>
                  </a:lnTo>
                  <a:lnTo>
                    <a:pt x="6055010" y="1105176"/>
                  </a:lnTo>
                  <a:lnTo>
                    <a:pt x="6009837" y="1156389"/>
                  </a:lnTo>
                  <a:lnTo>
                    <a:pt x="5965139" y="1204754"/>
                  </a:lnTo>
                  <a:lnTo>
                    <a:pt x="5920815" y="1250072"/>
                  </a:lnTo>
                  <a:lnTo>
                    <a:pt x="5876691" y="1292237"/>
                  </a:lnTo>
                  <a:lnTo>
                    <a:pt x="5832511" y="1331224"/>
                  </a:lnTo>
                  <a:lnTo>
                    <a:pt x="5787924" y="1367087"/>
                  </a:lnTo>
                  <a:lnTo>
                    <a:pt x="5784835" y="1369438"/>
                  </a:lnTo>
                  <a:lnTo>
                    <a:pt x="5735692" y="1404480"/>
                  </a:lnTo>
                  <a:lnTo>
                    <a:pt x="5684876" y="1435989"/>
                  </a:lnTo>
                  <a:lnTo>
                    <a:pt x="5631587" y="1464150"/>
                  </a:lnTo>
                  <a:lnTo>
                    <a:pt x="5574936" y="1489269"/>
                  </a:lnTo>
                  <a:lnTo>
                    <a:pt x="5514015" y="1511694"/>
                  </a:lnTo>
                  <a:lnTo>
                    <a:pt x="5447978" y="1531758"/>
                  </a:lnTo>
                  <a:lnTo>
                    <a:pt x="5376141" y="1549753"/>
                  </a:lnTo>
                  <a:lnTo>
                    <a:pt x="5298108" y="1565916"/>
                  </a:lnTo>
                  <a:lnTo>
                    <a:pt x="5213954" y="1580419"/>
                  </a:lnTo>
                  <a:lnTo>
                    <a:pt x="5124418" y="1593367"/>
                  </a:lnTo>
                  <a:lnTo>
                    <a:pt x="5031119" y="1604805"/>
                  </a:lnTo>
                  <a:lnTo>
                    <a:pt x="4936678" y="1614724"/>
                  </a:lnTo>
                  <a:lnTo>
                    <a:pt x="4844690" y="1623092"/>
                  </a:lnTo>
                  <a:lnTo>
                    <a:pt x="4759411" y="1629876"/>
                  </a:lnTo>
                  <a:lnTo>
                    <a:pt x="4685148" y="1635090"/>
                  </a:lnTo>
                  <a:lnTo>
                    <a:pt x="4625434" y="1638818"/>
                  </a:lnTo>
                  <a:lnTo>
                    <a:pt x="4582213" y="1641231"/>
                  </a:lnTo>
                  <a:lnTo>
                    <a:pt x="4555300" y="1642582"/>
                  </a:lnTo>
                  <a:lnTo>
                    <a:pt x="4542265" y="1643173"/>
                  </a:lnTo>
                  <a:lnTo>
                    <a:pt x="4538543" y="1643326"/>
                  </a:lnTo>
                  <a:lnTo>
                    <a:pt x="4016409" y="1643326"/>
                  </a:lnTo>
                  <a:lnTo>
                    <a:pt x="4015196" y="1643382"/>
                  </a:lnTo>
                  <a:lnTo>
                    <a:pt x="4007259" y="1643779"/>
                  </a:lnTo>
                  <a:lnTo>
                    <a:pt x="3987383" y="1644876"/>
                  </a:lnTo>
                  <a:lnTo>
                    <a:pt x="3952192" y="1647032"/>
                  </a:lnTo>
                  <a:lnTo>
                    <a:pt x="3900438" y="1650566"/>
                  </a:lnTo>
                  <a:lnTo>
                    <a:pt x="3833080" y="1655722"/>
                  </a:lnTo>
                  <a:lnTo>
                    <a:pt x="3752943" y="1662642"/>
                  </a:lnTo>
                  <a:lnTo>
                    <a:pt x="3664023" y="1671379"/>
                  </a:lnTo>
                  <a:lnTo>
                    <a:pt x="3570646" y="1681914"/>
                  </a:lnTo>
                  <a:lnTo>
                    <a:pt x="3476745" y="1694206"/>
                  </a:lnTo>
                  <a:lnTo>
                    <a:pt x="3385409" y="1708227"/>
                  </a:lnTo>
                  <a:lnTo>
                    <a:pt x="3298727" y="1723996"/>
                  </a:lnTo>
                  <a:lnTo>
                    <a:pt x="3217845" y="1741597"/>
                  </a:lnTo>
                  <a:lnTo>
                    <a:pt x="3143144" y="1761187"/>
                  </a:lnTo>
                  <a:lnTo>
                    <a:pt x="3074447" y="1783000"/>
                  </a:lnTo>
                  <a:lnTo>
                    <a:pt x="3011207" y="1807337"/>
                  </a:lnTo>
                  <a:lnTo>
                    <a:pt x="2952655" y="1834558"/>
                  </a:lnTo>
                  <a:lnTo>
                    <a:pt x="2897916" y="1865056"/>
                  </a:lnTo>
                  <a:lnTo>
                    <a:pt x="2846092" y="1899215"/>
                  </a:lnTo>
                  <a:lnTo>
                    <a:pt x="2796334" y="1937336"/>
                  </a:lnTo>
                  <a:lnTo>
                    <a:pt x="2770117" y="1959568"/>
                  </a:lnTo>
                  <a:lnTo>
                    <a:pt x="2727298" y="1998983"/>
                  </a:lnTo>
                  <a:lnTo>
                    <a:pt x="2684893" y="2041705"/>
                  </a:lnTo>
                  <a:lnTo>
                    <a:pt x="2642583" y="2087800"/>
                  </a:lnTo>
                  <a:lnTo>
                    <a:pt x="2600126" y="2137258"/>
                  </a:lnTo>
                  <a:lnTo>
                    <a:pt x="2557356" y="2189987"/>
                  </a:lnTo>
                  <a:lnTo>
                    <a:pt x="2514168" y="2245810"/>
                  </a:lnTo>
                  <a:lnTo>
                    <a:pt x="2470515" y="2304455"/>
                  </a:lnTo>
                  <a:lnTo>
                    <a:pt x="2426405" y="2365561"/>
                  </a:lnTo>
                  <a:lnTo>
                    <a:pt x="2381887" y="2428684"/>
                  </a:lnTo>
                  <a:lnTo>
                    <a:pt x="2337051" y="2493306"/>
                  </a:lnTo>
                  <a:lnTo>
                    <a:pt x="2292011" y="2558851"/>
                  </a:lnTo>
                  <a:lnTo>
                    <a:pt x="2246902" y="2624710"/>
                  </a:lnTo>
                  <a:lnTo>
                    <a:pt x="2201861" y="2690260"/>
                  </a:lnTo>
                  <a:lnTo>
                    <a:pt x="2157022" y="2754892"/>
                  </a:lnTo>
                  <a:lnTo>
                    <a:pt x="2112502" y="2818029"/>
                  </a:lnTo>
                  <a:lnTo>
                    <a:pt x="2068388" y="2879154"/>
                  </a:lnTo>
                  <a:lnTo>
                    <a:pt x="2024732" y="2937821"/>
                  </a:lnTo>
                  <a:lnTo>
                    <a:pt x="1981540" y="2993668"/>
                  </a:lnTo>
                  <a:lnTo>
                    <a:pt x="1938766" y="3046424"/>
                  </a:lnTo>
                  <a:lnTo>
                    <a:pt x="1896308" y="3095909"/>
                  </a:lnTo>
                  <a:lnTo>
                    <a:pt x="1853997" y="3142031"/>
                  </a:lnTo>
                  <a:lnTo>
                    <a:pt x="1811594" y="3184782"/>
                  </a:lnTo>
                  <a:lnTo>
                    <a:pt x="1768780" y="3224223"/>
                  </a:lnTo>
                  <a:lnTo>
                    <a:pt x="1768425" y="3224534"/>
                  </a:lnTo>
                  <a:lnTo>
                    <a:pt x="1719472" y="3264848"/>
                  </a:lnTo>
                  <a:lnTo>
                    <a:pt x="1668860" y="3301115"/>
                  </a:lnTo>
                  <a:lnTo>
                    <a:pt x="1615802" y="3333541"/>
                  </a:lnTo>
                  <a:lnTo>
                    <a:pt x="1559417" y="3362479"/>
                  </a:lnTo>
                  <a:lnTo>
                    <a:pt x="1498808" y="3388323"/>
                  </a:lnTo>
                  <a:lnTo>
                    <a:pt x="1433137" y="3411454"/>
                  </a:lnTo>
                  <a:lnTo>
                    <a:pt x="1361722" y="3432208"/>
                  </a:lnTo>
                  <a:lnTo>
                    <a:pt x="1284164" y="3450856"/>
                  </a:lnTo>
                  <a:lnTo>
                    <a:pt x="1200518" y="3467598"/>
                  </a:lnTo>
                  <a:lnTo>
                    <a:pt x="1111494" y="3482555"/>
                  </a:lnTo>
                  <a:lnTo>
                    <a:pt x="1018654" y="3495780"/>
                  </a:lnTo>
                  <a:lnTo>
                    <a:pt x="924553" y="3507267"/>
                  </a:lnTo>
                  <a:lnTo>
                    <a:pt x="832705" y="3516977"/>
                  </a:lnTo>
                  <a:lnTo>
                    <a:pt x="747298" y="3524875"/>
                  </a:lnTo>
                  <a:lnTo>
                    <a:pt x="672608" y="3530971"/>
                  </a:lnTo>
                  <a:lnTo>
                    <a:pt x="612194" y="3535354"/>
                  </a:lnTo>
                  <a:lnTo>
                    <a:pt x="568089" y="3538217"/>
                  </a:lnTo>
                  <a:lnTo>
                    <a:pt x="540249" y="3539842"/>
                  </a:lnTo>
                  <a:lnTo>
                    <a:pt x="526417" y="3540571"/>
                  </a:lnTo>
                  <a:lnTo>
                    <a:pt x="522328" y="3540767"/>
                  </a:lnTo>
                  <a:lnTo>
                    <a:pt x="522133" y="3540776"/>
                  </a:lnTo>
                  <a:lnTo>
                    <a:pt x="0" y="3540776"/>
                  </a:lnTo>
                  <a:close/>
                </a:path>
              </a:pathLst>
            </a:custGeom>
            <a:solidFill>
              <a:srgbClr val="E78AC3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1356" name="pl1356"/>
            <p:cNvSpPr/>
            <p:nvPr/>
          </p:nvSpPr>
          <p:spPr>
            <a:xfrm>
              <a:off x="386606" y="1196839"/>
              <a:ext cx="8554953" cy="3540776"/>
            </a:xfrm>
            <a:custGeom>
              <a:avLst/>
              <a:pathLst>
                <a:path w="8554953" h="3540776">
                  <a:moveTo>
                    <a:pt x="0" y="3540776"/>
                  </a:moveTo>
                  <a:lnTo>
                    <a:pt x="522133" y="3540776"/>
                  </a:lnTo>
                  <a:lnTo>
                    <a:pt x="523346" y="3540720"/>
                  </a:lnTo>
                  <a:lnTo>
                    <a:pt x="531284" y="3540323"/>
                  </a:lnTo>
                  <a:lnTo>
                    <a:pt x="551159" y="3539226"/>
                  </a:lnTo>
                  <a:lnTo>
                    <a:pt x="586350" y="3537070"/>
                  </a:lnTo>
                  <a:lnTo>
                    <a:pt x="638104" y="3533536"/>
                  </a:lnTo>
                  <a:lnTo>
                    <a:pt x="705462" y="3528380"/>
                  </a:lnTo>
                  <a:lnTo>
                    <a:pt x="785599" y="3521460"/>
                  </a:lnTo>
                  <a:lnTo>
                    <a:pt x="874519" y="3512724"/>
                  </a:lnTo>
                  <a:lnTo>
                    <a:pt x="967896" y="3502188"/>
                  </a:lnTo>
                  <a:lnTo>
                    <a:pt x="1061797" y="3489896"/>
                  </a:lnTo>
                  <a:lnTo>
                    <a:pt x="1153133" y="3475875"/>
                  </a:lnTo>
                  <a:lnTo>
                    <a:pt x="1239815" y="3460106"/>
                  </a:lnTo>
                  <a:lnTo>
                    <a:pt x="1320698" y="3442505"/>
                  </a:lnTo>
                  <a:lnTo>
                    <a:pt x="1395398" y="3422915"/>
                  </a:lnTo>
                  <a:lnTo>
                    <a:pt x="1464095" y="3401103"/>
                  </a:lnTo>
                  <a:lnTo>
                    <a:pt x="1527335" y="3376766"/>
                  </a:lnTo>
                  <a:lnTo>
                    <a:pt x="1585887" y="3349544"/>
                  </a:lnTo>
                  <a:lnTo>
                    <a:pt x="1640626" y="3319046"/>
                  </a:lnTo>
                  <a:lnTo>
                    <a:pt x="1692450" y="3284887"/>
                  </a:lnTo>
                  <a:lnTo>
                    <a:pt x="1742208" y="3246766"/>
                  </a:lnTo>
                  <a:lnTo>
                    <a:pt x="1768425" y="3224534"/>
                  </a:lnTo>
                  <a:lnTo>
                    <a:pt x="1811244" y="3185120"/>
                  </a:lnTo>
                  <a:lnTo>
                    <a:pt x="1853649" y="3142397"/>
                  </a:lnTo>
                  <a:lnTo>
                    <a:pt x="1895960" y="3096302"/>
                  </a:lnTo>
                  <a:lnTo>
                    <a:pt x="1938416" y="3046844"/>
                  </a:lnTo>
                  <a:lnTo>
                    <a:pt x="1981186" y="2994115"/>
                  </a:lnTo>
                  <a:lnTo>
                    <a:pt x="2024375" y="2938292"/>
                  </a:lnTo>
                  <a:lnTo>
                    <a:pt x="2068027" y="2879647"/>
                  </a:lnTo>
                  <a:lnTo>
                    <a:pt x="2112137" y="2818541"/>
                  </a:lnTo>
                  <a:lnTo>
                    <a:pt x="2156655" y="2755418"/>
                  </a:lnTo>
                  <a:lnTo>
                    <a:pt x="2201491" y="2690796"/>
                  </a:lnTo>
                  <a:lnTo>
                    <a:pt x="2246531" y="2625251"/>
                  </a:lnTo>
                  <a:lnTo>
                    <a:pt x="2291641" y="2559392"/>
                  </a:lnTo>
                  <a:lnTo>
                    <a:pt x="2336681" y="2493842"/>
                  </a:lnTo>
                  <a:lnTo>
                    <a:pt x="2381520" y="2429210"/>
                  </a:lnTo>
                  <a:lnTo>
                    <a:pt x="2426040" y="2366073"/>
                  </a:lnTo>
                  <a:lnTo>
                    <a:pt x="2470154" y="2304948"/>
                  </a:lnTo>
                  <a:lnTo>
                    <a:pt x="2513810" y="2246281"/>
                  </a:lnTo>
                  <a:lnTo>
                    <a:pt x="2557002" y="2190434"/>
                  </a:lnTo>
                  <a:lnTo>
                    <a:pt x="2599776" y="2137678"/>
                  </a:lnTo>
                  <a:lnTo>
                    <a:pt x="2642234" y="2088193"/>
                  </a:lnTo>
                  <a:lnTo>
                    <a:pt x="2684545" y="2042071"/>
                  </a:lnTo>
                  <a:lnTo>
                    <a:pt x="2726948" y="1999320"/>
                  </a:lnTo>
                  <a:lnTo>
                    <a:pt x="2769763" y="1959879"/>
                  </a:lnTo>
                  <a:lnTo>
                    <a:pt x="2770117" y="1959568"/>
                  </a:lnTo>
                  <a:lnTo>
                    <a:pt x="2819070" y="1919254"/>
                  </a:lnTo>
                  <a:lnTo>
                    <a:pt x="2869682" y="1882987"/>
                  </a:lnTo>
                  <a:lnTo>
                    <a:pt x="2922740" y="1850561"/>
                  </a:lnTo>
                  <a:lnTo>
                    <a:pt x="2979125" y="1821623"/>
                  </a:lnTo>
                  <a:lnTo>
                    <a:pt x="3039734" y="1795779"/>
                  </a:lnTo>
                  <a:lnTo>
                    <a:pt x="3105405" y="1772648"/>
                  </a:lnTo>
                  <a:lnTo>
                    <a:pt x="3176821" y="1751894"/>
                  </a:lnTo>
                  <a:lnTo>
                    <a:pt x="3254379" y="1733246"/>
                  </a:lnTo>
                  <a:lnTo>
                    <a:pt x="3338024" y="1716504"/>
                  </a:lnTo>
                  <a:lnTo>
                    <a:pt x="3427048" y="1701547"/>
                  </a:lnTo>
                  <a:lnTo>
                    <a:pt x="3519888" y="1688322"/>
                  </a:lnTo>
                  <a:lnTo>
                    <a:pt x="3613989" y="1676835"/>
                  </a:lnTo>
                  <a:lnTo>
                    <a:pt x="3705837" y="1667125"/>
                  </a:lnTo>
                  <a:lnTo>
                    <a:pt x="3791244" y="1659227"/>
                  </a:lnTo>
                  <a:lnTo>
                    <a:pt x="3865934" y="1653132"/>
                  </a:lnTo>
                  <a:lnTo>
                    <a:pt x="3926348" y="1648748"/>
                  </a:lnTo>
                  <a:lnTo>
                    <a:pt x="3970453" y="1645885"/>
                  </a:lnTo>
                  <a:lnTo>
                    <a:pt x="3998293" y="1644260"/>
                  </a:lnTo>
                  <a:lnTo>
                    <a:pt x="4012126" y="1643531"/>
                  </a:lnTo>
                  <a:lnTo>
                    <a:pt x="4016214" y="1643335"/>
                  </a:lnTo>
                  <a:lnTo>
                    <a:pt x="4016409" y="1643326"/>
                  </a:lnTo>
                  <a:lnTo>
                    <a:pt x="4538543" y="1643326"/>
                  </a:lnTo>
                  <a:lnTo>
                    <a:pt x="4539769" y="1643278"/>
                  </a:lnTo>
                  <a:lnTo>
                    <a:pt x="4547794" y="1642930"/>
                  </a:lnTo>
                  <a:lnTo>
                    <a:pt x="4567880" y="1641968"/>
                  </a:lnTo>
                  <a:lnTo>
                    <a:pt x="4603425" y="1640080"/>
                  </a:lnTo>
                  <a:lnTo>
                    <a:pt x="4655659" y="1636984"/>
                  </a:lnTo>
                  <a:lnTo>
                    <a:pt x="4723577" y="1632471"/>
                  </a:lnTo>
                  <a:lnTo>
                    <a:pt x="4804289" y="1626416"/>
                  </a:lnTo>
                  <a:lnTo>
                    <a:pt x="4893735" y="1618775"/>
                  </a:lnTo>
                  <a:lnTo>
                    <a:pt x="4987542" y="1609566"/>
                  </a:lnTo>
                  <a:lnTo>
                    <a:pt x="5081755" y="1598825"/>
                  </a:lnTo>
                  <a:lnTo>
                    <a:pt x="5173286" y="1586575"/>
                  </a:lnTo>
                  <a:lnTo>
                    <a:pt x="5260061" y="1572798"/>
                  </a:lnTo>
                  <a:lnTo>
                    <a:pt x="5340959" y="1557417"/>
                  </a:lnTo>
                  <a:lnTo>
                    <a:pt x="5415626" y="1540292"/>
                  </a:lnTo>
                  <a:lnTo>
                    <a:pt x="5484265" y="1521215"/>
                  </a:lnTo>
                  <a:lnTo>
                    <a:pt x="5547446" y="1499917"/>
                  </a:lnTo>
                  <a:lnTo>
                    <a:pt x="5605953" y="1476083"/>
                  </a:lnTo>
                  <a:lnTo>
                    <a:pt x="5660678" y="1449366"/>
                  </a:lnTo>
                  <a:lnTo>
                    <a:pt x="5712527" y="1419432"/>
                  </a:lnTo>
                  <a:lnTo>
                    <a:pt x="5762352" y="1386029"/>
                  </a:lnTo>
                  <a:lnTo>
                    <a:pt x="5784835" y="1369438"/>
                  </a:lnTo>
                  <a:lnTo>
                    <a:pt x="5829465" y="1333786"/>
                  </a:lnTo>
                  <a:lnTo>
                    <a:pt x="5873661" y="1295016"/>
                  </a:lnTo>
                  <a:lnTo>
                    <a:pt x="5917780" y="1253071"/>
                  </a:lnTo>
                  <a:lnTo>
                    <a:pt x="5962084" y="1207966"/>
                  </a:lnTo>
                  <a:lnTo>
                    <a:pt x="6006752" y="1159805"/>
                  </a:lnTo>
                  <a:lnTo>
                    <a:pt x="6051890" y="1108780"/>
                  </a:lnTo>
                  <a:lnTo>
                    <a:pt x="6097536" y="1055177"/>
                  </a:lnTo>
                  <a:lnTo>
                    <a:pt x="6143667" y="999375"/>
                  </a:lnTo>
                  <a:lnTo>
                    <a:pt x="6190212" y="941833"/>
                  </a:lnTo>
                  <a:lnTo>
                    <a:pt x="6237058" y="883084"/>
                  </a:lnTo>
                  <a:lnTo>
                    <a:pt x="6284065" y="823706"/>
                  </a:lnTo>
                  <a:lnTo>
                    <a:pt x="6331078" y="764308"/>
                  </a:lnTo>
                  <a:lnTo>
                    <a:pt x="6377940" y="705496"/>
                  </a:lnTo>
                  <a:lnTo>
                    <a:pt x="6424510" y="647854"/>
                  </a:lnTo>
                  <a:lnTo>
                    <a:pt x="6470672" y="591917"/>
                  </a:lnTo>
                  <a:lnTo>
                    <a:pt x="6516352" y="538150"/>
                  </a:lnTo>
                  <a:lnTo>
                    <a:pt x="6561525" y="486937"/>
                  </a:lnTo>
                  <a:lnTo>
                    <a:pt x="6606223" y="438572"/>
                  </a:lnTo>
                  <a:lnTo>
                    <a:pt x="6650547" y="393253"/>
                  </a:lnTo>
                  <a:lnTo>
                    <a:pt x="6694671" y="351089"/>
                  </a:lnTo>
                  <a:lnTo>
                    <a:pt x="6738851" y="312102"/>
                  </a:lnTo>
                  <a:lnTo>
                    <a:pt x="6783438" y="276239"/>
                  </a:lnTo>
                  <a:lnTo>
                    <a:pt x="6786527" y="273887"/>
                  </a:lnTo>
                  <a:lnTo>
                    <a:pt x="6835670" y="238846"/>
                  </a:lnTo>
                  <a:lnTo>
                    <a:pt x="6886486" y="207337"/>
                  </a:lnTo>
                  <a:lnTo>
                    <a:pt x="6939775" y="179176"/>
                  </a:lnTo>
                  <a:lnTo>
                    <a:pt x="6996426" y="154056"/>
                  </a:lnTo>
                  <a:lnTo>
                    <a:pt x="7057347" y="131632"/>
                  </a:lnTo>
                  <a:lnTo>
                    <a:pt x="7123383" y="111568"/>
                  </a:lnTo>
                  <a:lnTo>
                    <a:pt x="7195221" y="93573"/>
                  </a:lnTo>
                  <a:lnTo>
                    <a:pt x="7273253" y="77410"/>
                  </a:lnTo>
                  <a:lnTo>
                    <a:pt x="7357408" y="62907"/>
                  </a:lnTo>
                  <a:lnTo>
                    <a:pt x="7446944" y="49959"/>
                  </a:lnTo>
                  <a:lnTo>
                    <a:pt x="7540243" y="38521"/>
                  </a:lnTo>
                  <a:lnTo>
                    <a:pt x="7634684" y="28602"/>
                  </a:lnTo>
                  <a:lnTo>
                    <a:pt x="7726672" y="20234"/>
                  </a:lnTo>
                  <a:lnTo>
                    <a:pt x="7811951" y="13449"/>
                  </a:lnTo>
                  <a:lnTo>
                    <a:pt x="7886214" y="8235"/>
                  </a:lnTo>
                  <a:lnTo>
                    <a:pt x="7945928" y="4508"/>
                  </a:lnTo>
                  <a:lnTo>
                    <a:pt x="7989149" y="2094"/>
                  </a:lnTo>
                  <a:lnTo>
                    <a:pt x="8016062" y="743"/>
                  </a:lnTo>
                  <a:lnTo>
                    <a:pt x="8029097" y="153"/>
                  </a:lnTo>
                  <a:lnTo>
                    <a:pt x="8032695" y="4"/>
                  </a:lnTo>
                  <a:lnTo>
                    <a:pt x="8032819" y="0"/>
                  </a:lnTo>
                  <a:lnTo>
                    <a:pt x="8554953" y="0"/>
                  </a:lnTo>
                  <a:lnTo>
                    <a:pt x="8554953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357" name="pl1357"/>
            <p:cNvSpPr/>
            <p:nvPr/>
          </p:nvSpPr>
          <p:spPr>
            <a:xfrm>
              <a:off x="386606" y="1191192"/>
              <a:ext cx="8554953" cy="3540776"/>
            </a:xfrm>
            <a:custGeom>
              <a:avLst/>
              <a:pathLst>
                <a:path w="8554953" h="3540776">
                  <a:moveTo>
                    <a:pt x="8554953" y="0"/>
                  </a:moveTo>
                  <a:lnTo>
                    <a:pt x="8032819" y="0"/>
                  </a:lnTo>
                  <a:lnTo>
                    <a:pt x="8031593" y="48"/>
                  </a:lnTo>
                  <a:lnTo>
                    <a:pt x="8023568" y="396"/>
                  </a:lnTo>
                  <a:lnTo>
                    <a:pt x="8003481" y="1357"/>
                  </a:lnTo>
                  <a:lnTo>
                    <a:pt x="7967937" y="3246"/>
                  </a:lnTo>
                  <a:lnTo>
                    <a:pt x="7915703" y="6341"/>
                  </a:lnTo>
                  <a:lnTo>
                    <a:pt x="7847785" y="10855"/>
                  </a:lnTo>
                  <a:lnTo>
                    <a:pt x="7767073" y="16910"/>
                  </a:lnTo>
                  <a:lnTo>
                    <a:pt x="7677627" y="24550"/>
                  </a:lnTo>
                  <a:lnTo>
                    <a:pt x="7583820" y="33760"/>
                  </a:lnTo>
                  <a:lnTo>
                    <a:pt x="7489606" y="44501"/>
                  </a:lnTo>
                  <a:lnTo>
                    <a:pt x="7398076" y="56751"/>
                  </a:lnTo>
                  <a:lnTo>
                    <a:pt x="7311301" y="70528"/>
                  </a:lnTo>
                  <a:lnTo>
                    <a:pt x="7230403" y="85909"/>
                  </a:lnTo>
                  <a:lnTo>
                    <a:pt x="7155736" y="103034"/>
                  </a:lnTo>
                  <a:lnTo>
                    <a:pt x="7087097" y="122111"/>
                  </a:lnTo>
                  <a:lnTo>
                    <a:pt x="7023916" y="143408"/>
                  </a:lnTo>
                  <a:lnTo>
                    <a:pt x="6965408" y="167243"/>
                  </a:lnTo>
                  <a:lnTo>
                    <a:pt x="6910684" y="193960"/>
                  </a:lnTo>
                  <a:lnTo>
                    <a:pt x="6858834" y="223893"/>
                  </a:lnTo>
                  <a:lnTo>
                    <a:pt x="6809010" y="257297"/>
                  </a:lnTo>
                  <a:lnTo>
                    <a:pt x="6786527" y="273887"/>
                  </a:lnTo>
                  <a:lnTo>
                    <a:pt x="6741897" y="309539"/>
                  </a:lnTo>
                  <a:lnTo>
                    <a:pt x="6697701" y="348309"/>
                  </a:lnTo>
                  <a:lnTo>
                    <a:pt x="6653582" y="390255"/>
                  </a:lnTo>
                  <a:lnTo>
                    <a:pt x="6609278" y="435359"/>
                  </a:lnTo>
                  <a:lnTo>
                    <a:pt x="6564610" y="483520"/>
                  </a:lnTo>
                  <a:lnTo>
                    <a:pt x="6519472" y="534546"/>
                  </a:lnTo>
                  <a:lnTo>
                    <a:pt x="6473826" y="588149"/>
                  </a:lnTo>
                  <a:lnTo>
                    <a:pt x="6427695" y="643951"/>
                  </a:lnTo>
                  <a:lnTo>
                    <a:pt x="6381150" y="701493"/>
                  </a:lnTo>
                  <a:lnTo>
                    <a:pt x="6334304" y="760242"/>
                  </a:lnTo>
                  <a:lnTo>
                    <a:pt x="6287297" y="819619"/>
                  </a:lnTo>
                  <a:lnTo>
                    <a:pt x="6240284" y="879018"/>
                  </a:lnTo>
                  <a:lnTo>
                    <a:pt x="6193422" y="937830"/>
                  </a:lnTo>
                  <a:lnTo>
                    <a:pt x="6146852" y="995471"/>
                  </a:lnTo>
                  <a:lnTo>
                    <a:pt x="6100690" y="1051409"/>
                  </a:lnTo>
                  <a:lnTo>
                    <a:pt x="6055010" y="1105176"/>
                  </a:lnTo>
                  <a:lnTo>
                    <a:pt x="6009837" y="1156389"/>
                  </a:lnTo>
                  <a:lnTo>
                    <a:pt x="5965139" y="1204754"/>
                  </a:lnTo>
                  <a:lnTo>
                    <a:pt x="5920815" y="1250072"/>
                  </a:lnTo>
                  <a:lnTo>
                    <a:pt x="5876691" y="1292237"/>
                  </a:lnTo>
                  <a:lnTo>
                    <a:pt x="5832511" y="1331224"/>
                  </a:lnTo>
                  <a:lnTo>
                    <a:pt x="5787924" y="1367087"/>
                  </a:lnTo>
                  <a:lnTo>
                    <a:pt x="5784835" y="1369438"/>
                  </a:lnTo>
                  <a:lnTo>
                    <a:pt x="5735692" y="1404480"/>
                  </a:lnTo>
                  <a:lnTo>
                    <a:pt x="5684876" y="1435989"/>
                  </a:lnTo>
                  <a:lnTo>
                    <a:pt x="5631587" y="1464150"/>
                  </a:lnTo>
                  <a:lnTo>
                    <a:pt x="5574936" y="1489269"/>
                  </a:lnTo>
                  <a:lnTo>
                    <a:pt x="5514015" y="1511694"/>
                  </a:lnTo>
                  <a:lnTo>
                    <a:pt x="5447978" y="1531758"/>
                  </a:lnTo>
                  <a:lnTo>
                    <a:pt x="5376141" y="1549753"/>
                  </a:lnTo>
                  <a:lnTo>
                    <a:pt x="5298108" y="1565916"/>
                  </a:lnTo>
                  <a:lnTo>
                    <a:pt x="5213954" y="1580419"/>
                  </a:lnTo>
                  <a:lnTo>
                    <a:pt x="5124418" y="1593367"/>
                  </a:lnTo>
                  <a:lnTo>
                    <a:pt x="5031119" y="1604805"/>
                  </a:lnTo>
                  <a:lnTo>
                    <a:pt x="4936678" y="1614724"/>
                  </a:lnTo>
                  <a:lnTo>
                    <a:pt x="4844690" y="1623092"/>
                  </a:lnTo>
                  <a:lnTo>
                    <a:pt x="4759411" y="1629876"/>
                  </a:lnTo>
                  <a:lnTo>
                    <a:pt x="4685148" y="1635090"/>
                  </a:lnTo>
                  <a:lnTo>
                    <a:pt x="4625434" y="1638818"/>
                  </a:lnTo>
                  <a:lnTo>
                    <a:pt x="4582213" y="1641231"/>
                  </a:lnTo>
                  <a:lnTo>
                    <a:pt x="4555300" y="1642582"/>
                  </a:lnTo>
                  <a:lnTo>
                    <a:pt x="4542265" y="1643173"/>
                  </a:lnTo>
                  <a:lnTo>
                    <a:pt x="4538667" y="1643322"/>
                  </a:lnTo>
                  <a:lnTo>
                    <a:pt x="4538543" y="1643326"/>
                  </a:lnTo>
                  <a:lnTo>
                    <a:pt x="4016409" y="1643326"/>
                  </a:lnTo>
                  <a:lnTo>
                    <a:pt x="4015196" y="1643382"/>
                  </a:lnTo>
                  <a:lnTo>
                    <a:pt x="4007259" y="1643779"/>
                  </a:lnTo>
                  <a:lnTo>
                    <a:pt x="3987383" y="1644876"/>
                  </a:lnTo>
                  <a:lnTo>
                    <a:pt x="3952192" y="1647032"/>
                  </a:lnTo>
                  <a:lnTo>
                    <a:pt x="3900438" y="1650566"/>
                  </a:lnTo>
                  <a:lnTo>
                    <a:pt x="3833080" y="1655722"/>
                  </a:lnTo>
                  <a:lnTo>
                    <a:pt x="3752943" y="1662642"/>
                  </a:lnTo>
                  <a:lnTo>
                    <a:pt x="3664023" y="1671379"/>
                  </a:lnTo>
                  <a:lnTo>
                    <a:pt x="3570646" y="1681914"/>
                  </a:lnTo>
                  <a:lnTo>
                    <a:pt x="3476745" y="1694206"/>
                  </a:lnTo>
                  <a:lnTo>
                    <a:pt x="3385409" y="1708227"/>
                  </a:lnTo>
                  <a:lnTo>
                    <a:pt x="3298727" y="1723996"/>
                  </a:lnTo>
                  <a:lnTo>
                    <a:pt x="3217845" y="1741597"/>
                  </a:lnTo>
                  <a:lnTo>
                    <a:pt x="3143144" y="1761187"/>
                  </a:lnTo>
                  <a:lnTo>
                    <a:pt x="3074447" y="1783000"/>
                  </a:lnTo>
                  <a:lnTo>
                    <a:pt x="3011207" y="1807337"/>
                  </a:lnTo>
                  <a:lnTo>
                    <a:pt x="2952655" y="1834558"/>
                  </a:lnTo>
                  <a:lnTo>
                    <a:pt x="2897916" y="1865056"/>
                  </a:lnTo>
                  <a:lnTo>
                    <a:pt x="2846092" y="1899215"/>
                  </a:lnTo>
                  <a:lnTo>
                    <a:pt x="2796334" y="1937336"/>
                  </a:lnTo>
                  <a:lnTo>
                    <a:pt x="2770117" y="1959568"/>
                  </a:lnTo>
                  <a:lnTo>
                    <a:pt x="2727298" y="1998983"/>
                  </a:lnTo>
                  <a:lnTo>
                    <a:pt x="2684893" y="2041705"/>
                  </a:lnTo>
                  <a:lnTo>
                    <a:pt x="2642583" y="2087800"/>
                  </a:lnTo>
                  <a:lnTo>
                    <a:pt x="2600126" y="2137258"/>
                  </a:lnTo>
                  <a:lnTo>
                    <a:pt x="2557356" y="2189987"/>
                  </a:lnTo>
                  <a:lnTo>
                    <a:pt x="2514168" y="2245810"/>
                  </a:lnTo>
                  <a:lnTo>
                    <a:pt x="2470515" y="2304455"/>
                  </a:lnTo>
                  <a:lnTo>
                    <a:pt x="2426405" y="2365561"/>
                  </a:lnTo>
                  <a:lnTo>
                    <a:pt x="2381887" y="2428684"/>
                  </a:lnTo>
                  <a:lnTo>
                    <a:pt x="2337051" y="2493306"/>
                  </a:lnTo>
                  <a:lnTo>
                    <a:pt x="2292011" y="2558851"/>
                  </a:lnTo>
                  <a:lnTo>
                    <a:pt x="2246902" y="2624710"/>
                  </a:lnTo>
                  <a:lnTo>
                    <a:pt x="2201861" y="2690260"/>
                  </a:lnTo>
                  <a:lnTo>
                    <a:pt x="2157022" y="2754892"/>
                  </a:lnTo>
                  <a:lnTo>
                    <a:pt x="2112502" y="2818029"/>
                  </a:lnTo>
                  <a:lnTo>
                    <a:pt x="2068388" y="2879154"/>
                  </a:lnTo>
                  <a:lnTo>
                    <a:pt x="2024732" y="2937821"/>
                  </a:lnTo>
                  <a:lnTo>
                    <a:pt x="1981540" y="2993668"/>
                  </a:lnTo>
                  <a:lnTo>
                    <a:pt x="1938766" y="3046424"/>
                  </a:lnTo>
                  <a:lnTo>
                    <a:pt x="1896308" y="3095909"/>
                  </a:lnTo>
                  <a:lnTo>
                    <a:pt x="1853997" y="3142031"/>
                  </a:lnTo>
                  <a:lnTo>
                    <a:pt x="1811594" y="3184782"/>
                  </a:lnTo>
                  <a:lnTo>
                    <a:pt x="1768780" y="3224223"/>
                  </a:lnTo>
                  <a:lnTo>
                    <a:pt x="1768425" y="3224534"/>
                  </a:lnTo>
                  <a:lnTo>
                    <a:pt x="1719472" y="3264848"/>
                  </a:lnTo>
                  <a:lnTo>
                    <a:pt x="1668860" y="3301115"/>
                  </a:lnTo>
                  <a:lnTo>
                    <a:pt x="1615802" y="3333541"/>
                  </a:lnTo>
                  <a:lnTo>
                    <a:pt x="1559417" y="3362479"/>
                  </a:lnTo>
                  <a:lnTo>
                    <a:pt x="1498808" y="3388323"/>
                  </a:lnTo>
                  <a:lnTo>
                    <a:pt x="1433137" y="3411454"/>
                  </a:lnTo>
                  <a:lnTo>
                    <a:pt x="1361722" y="3432208"/>
                  </a:lnTo>
                  <a:lnTo>
                    <a:pt x="1284164" y="3450856"/>
                  </a:lnTo>
                  <a:lnTo>
                    <a:pt x="1200518" y="3467598"/>
                  </a:lnTo>
                  <a:lnTo>
                    <a:pt x="1111494" y="3482555"/>
                  </a:lnTo>
                  <a:lnTo>
                    <a:pt x="1018654" y="3495780"/>
                  </a:lnTo>
                  <a:lnTo>
                    <a:pt x="924553" y="3507267"/>
                  </a:lnTo>
                  <a:lnTo>
                    <a:pt x="832705" y="3516977"/>
                  </a:lnTo>
                  <a:lnTo>
                    <a:pt x="747298" y="3524875"/>
                  </a:lnTo>
                  <a:lnTo>
                    <a:pt x="672608" y="3530971"/>
                  </a:lnTo>
                  <a:lnTo>
                    <a:pt x="612194" y="3535354"/>
                  </a:lnTo>
                  <a:lnTo>
                    <a:pt x="568089" y="3538217"/>
                  </a:lnTo>
                  <a:lnTo>
                    <a:pt x="540249" y="3539842"/>
                  </a:lnTo>
                  <a:lnTo>
                    <a:pt x="526417" y="3540571"/>
                  </a:lnTo>
                  <a:lnTo>
                    <a:pt x="522328" y="3540767"/>
                  </a:lnTo>
                  <a:lnTo>
                    <a:pt x="522133" y="3540776"/>
                  </a:lnTo>
                  <a:lnTo>
                    <a:pt x="0" y="3540776"/>
                  </a:lnTo>
                  <a:lnTo>
                    <a:pt x="0" y="3540776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358" name="pg1358"/>
            <p:cNvSpPr/>
            <p:nvPr/>
          </p:nvSpPr>
          <p:spPr>
            <a:xfrm>
              <a:off x="386606" y="1891441"/>
              <a:ext cx="8554953" cy="2851821"/>
            </a:xfrm>
            <a:custGeom>
              <a:avLst/>
              <a:pathLst>
                <a:path w="8554953" h="2851821">
                  <a:moveTo>
                    <a:pt x="0" y="2851821"/>
                  </a:moveTo>
                  <a:lnTo>
                    <a:pt x="522133" y="2851821"/>
                  </a:lnTo>
                  <a:lnTo>
                    <a:pt x="523346" y="2851765"/>
                  </a:lnTo>
                  <a:lnTo>
                    <a:pt x="531286" y="2851370"/>
                  </a:lnTo>
                  <a:lnTo>
                    <a:pt x="551166" y="2850275"/>
                  </a:lnTo>
                  <a:lnTo>
                    <a:pt x="586366" y="2848125"/>
                  </a:lnTo>
                  <a:lnTo>
                    <a:pt x="638131" y="2844600"/>
                  </a:lnTo>
                  <a:lnTo>
                    <a:pt x="705502" y="2839459"/>
                  </a:lnTo>
                  <a:lnTo>
                    <a:pt x="785652" y="2832557"/>
                  </a:lnTo>
                  <a:lnTo>
                    <a:pt x="874585" y="2823845"/>
                  </a:lnTo>
                  <a:lnTo>
                    <a:pt x="967972" y="2813339"/>
                  </a:lnTo>
                  <a:lnTo>
                    <a:pt x="1061881" y="2801081"/>
                  </a:lnTo>
                  <a:lnTo>
                    <a:pt x="1153221" y="2787099"/>
                  </a:lnTo>
                  <a:lnTo>
                    <a:pt x="1239906" y="2771373"/>
                  </a:lnTo>
                  <a:lnTo>
                    <a:pt x="1320789" y="2753821"/>
                  </a:lnTo>
                  <a:lnTo>
                    <a:pt x="1395489" y="2734285"/>
                  </a:lnTo>
                  <a:lnTo>
                    <a:pt x="1464184" y="2712532"/>
                  </a:lnTo>
                  <a:lnTo>
                    <a:pt x="1527423" y="2688262"/>
                  </a:lnTo>
                  <a:lnTo>
                    <a:pt x="1585973" y="2661115"/>
                  </a:lnTo>
                  <a:lnTo>
                    <a:pt x="1640712" y="2630699"/>
                  </a:lnTo>
                  <a:lnTo>
                    <a:pt x="1692537" y="2596632"/>
                  </a:lnTo>
                  <a:lnTo>
                    <a:pt x="1742296" y="2558614"/>
                  </a:lnTo>
                  <a:lnTo>
                    <a:pt x="1768425" y="2536521"/>
                  </a:lnTo>
                  <a:lnTo>
                    <a:pt x="1811283" y="2497186"/>
                  </a:lnTo>
                  <a:lnTo>
                    <a:pt x="1853726" y="2454546"/>
                  </a:lnTo>
                  <a:lnTo>
                    <a:pt x="1896076" y="2408539"/>
                  </a:lnTo>
                  <a:lnTo>
                    <a:pt x="1938572" y="2359173"/>
                  </a:lnTo>
                  <a:lnTo>
                    <a:pt x="1981383" y="2306539"/>
                  </a:lnTo>
                  <a:lnTo>
                    <a:pt x="2024613" y="2250817"/>
                  </a:lnTo>
                  <a:lnTo>
                    <a:pt x="2068308" y="2192277"/>
                  </a:lnTo>
                  <a:lnTo>
                    <a:pt x="2112462" y="2131281"/>
                  </a:lnTo>
                  <a:lnTo>
                    <a:pt x="2157023" y="2068275"/>
                  </a:lnTo>
                  <a:lnTo>
                    <a:pt x="2201903" y="2003776"/>
                  </a:lnTo>
                  <a:lnTo>
                    <a:pt x="2246985" y="1938360"/>
                  </a:lnTo>
                  <a:lnTo>
                    <a:pt x="2292136" y="1872637"/>
                  </a:lnTo>
                  <a:lnTo>
                    <a:pt x="2337216" y="1807229"/>
                  </a:lnTo>
                  <a:lnTo>
                    <a:pt x="2382093" y="1742747"/>
                  </a:lnTo>
                  <a:lnTo>
                    <a:pt x="2426649" y="1679763"/>
                  </a:lnTo>
                  <a:lnTo>
                    <a:pt x="2470797" y="1618796"/>
                  </a:lnTo>
                  <a:lnTo>
                    <a:pt x="2514486" y="1560290"/>
                  </a:lnTo>
                  <a:lnTo>
                    <a:pt x="2557710" y="1504606"/>
                  </a:lnTo>
                  <a:lnTo>
                    <a:pt x="2600517" y="1452013"/>
                  </a:lnTo>
                  <a:lnTo>
                    <a:pt x="2643010" y="1402690"/>
                  </a:lnTo>
                  <a:lnTo>
                    <a:pt x="2685359" y="1356725"/>
                  </a:lnTo>
                  <a:lnTo>
                    <a:pt x="2727805" y="1314129"/>
                  </a:lnTo>
                  <a:lnTo>
                    <a:pt x="2770117" y="1275319"/>
                  </a:lnTo>
                  <a:lnTo>
                    <a:pt x="2819075" y="1235121"/>
                  </a:lnTo>
                  <a:lnTo>
                    <a:pt x="2869691" y="1198960"/>
                  </a:lnTo>
                  <a:lnTo>
                    <a:pt x="2922755" y="1166628"/>
                  </a:lnTo>
                  <a:lnTo>
                    <a:pt x="2979146" y="1137775"/>
                  </a:lnTo>
                  <a:lnTo>
                    <a:pt x="3039762" y="1112007"/>
                  </a:lnTo>
                  <a:lnTo>
                    <a:pt x="3105442" y="1088944"/>
                  </a:lnTo>
                  <a:lnTo>
                    <a:pt x="3176867" y="1068251"/>
                  </a:lnTo>
                  <a:lnTo>
                    <a:pt x="3254437" y="1049658"/>
                  </a:lnTo>
                  <a:lnTo>
                    <a:pt x="3338094" y="1032966"/>
                  </a:lnTo>
                  <a:lnTo>
                    <a:pt x="3427131" y="1018054"/>
                  </a:lnTo>
                  <a:lnTo>
                    <a:pt x="3519981" y="1004868"/>
                  </a:lnTo>
                  <a:lnTo>
                    <a:pt x="3614090" y="993416"/>
                  </a:lnTo>
                  <a:lnTo>
                    <a:pt x="3705942" y="983736"/>
                  </a:lnTo>
                  <a:lnTo>
                    <a:pt x="3791346" y="975863"/>
                  </a:lnTo>
                  <a:lnTo>
                    <a:pt x="3866025" y="969788"/>
                  </a:lnTo>
                  <a:lnTo>
                    <a:pt x="3926423" y="965419"/>
                  </a:lnTo>
                  <a:lnTo>
                    <a:pt x="3970508" y="962566"/>
                  </a:lnTo>
                  <a:lnTo>
                    <a:pt x="3998326" y="960948"/>
                  </a:lnTo>
                  <a:lnTo>
                    <a:pt x="4012139" y="960222"/>
                  </a:lnTo>
                  <a:lnTo>
                    <a:pt x="4016216" y="960027"/>
                  </a:lnTo>
                  <a:lnTo>
                    <a:pt x="4016409" y="960019"/>
                  </a:lnTo>
                  <a:lnTo>
                    <a:pt x="4538543" y="960019"/>
                  </a:lnTo>
                  <a:lnTo>
                    <a:pt x="4539798" y="959990"/>
                  </a:lnTo>
                  <a:lnTo>
                    <a:pt x="4548003" y="959783"/>
                  </a:lnTo>
                  <a:lnTo>
                    <a:pt x="4568525" y="959211"/>
                  </a:lnTo>
                  <a:lnTo>
                    <a:pt x="4604799" y="958088"/>
                  </a:lnTo>
                  <a:lnTo>
                    <a:pt x="4658022" y="956250"/>
                  </a:lnTo>
                  <a:lnTo>
                    <a:pt x="4727090" y="953571"/>
                  </a:lnTo>
                  <a:lnTo>
                    <a:pt x="4808976" y="949980"/>
                  </a:lnTo>
                  <a:lnTo>
                    <a:pt x="4899492" y="945454"/>
                  </a:lnTo>
                  <a:lnTo>
                    <a:pt x="4994169" y="940004"/>
                  </a:lnTo>
                  <a:lnTo>
                    <a:pt x="5089008" y="933652"/>
                  </a:lnTo>
                  <a:lnTo>
                    <a:pt x="5180922" y="926410"/>
                  </a:lnTo>
                  <a:lnTo>
                    <a:pt x="5267875" y="918265"/>
                  </a:lnTo>
                  <a:lnTo>
                    <a:pt x="5348797" y="909168"/>
                  </a:lnTo>
                  <a:lnTo>
                    <a:pt x="5423389" y="899031"/>
                  </a:lnTo>
                  <a:lnTo>
                    <a:pt x="5491908" y="887727"/>
                  </a:lnTo>
                  <a:lnTo>
                    <a:pt x="5554968" y="875094"/>
                  </a:lnTo>
                  <a:lnTo>
                    <a:pt x="5613391" y="860939"/>
                  </a:lnTo>
                  <a:lnTo>
                    <a:pt x="5668094" y="845056"/>
                  </a:lnTo>
                  <a:lnTo>
                    <a:pt x="5720003" y="827252"/>
                  </a:lnTo>
                  <a:lnTo>
                    <a:pt x="5769973" y="807386"/>
                  </a:lnTo>
                  <a:lnTo>
                    <a:pt x="5784835" y="800957"/>
                  </a:lnTo>
                  <a:lnTo>
                    <a:pt x="5834715" y="777680"/>
                  </a:lnTo>
                  <a:lnTo>
                    <a:pt x="5884109" y="752131"/>
                  </a:lnTo>
                  <a:lnTo>
                    <a:pt x="5933491" y="724275"/>
                  </a:lnTo>
                  <a:lnTo>
                    <a:pt x="5983195" y="694144"/>
                  </a:lnTo>
                  <a:lnTo>
                    <a:pt x="6033425" y="661851"/>
                  </a:lnTo>
                  <a:lnTo>
                    <a:pt x="6084280" y="627595"/>
                  </a:lnTo>
                  <a:lnTo>
                    <a:pt x="6135755" y="591655"/>
                  </a:lnTo>
                  <a:lnTo>
                    <a:pt x="6187766" y="554393"/>
                  </a:lnTo>
                  <a:lnTo>
                    <a:pt x="6240162" y="516232"/>
                  </a:lnTo>
                  <a:lnTo>
                    <a:pt x="6292745" y="477644"/>
                  </a:lnTo>
                  <a:lnTo>
                    <a:pt x="6345299" y="439123"/>
                  </a:lnTo>
                  <a:lnTo>
                    <a:pt x="6397610" y="401158"/>
                  </a:lnTo>
                  <a:lnTo>
                    <a:pt x="6449489" y="364212"/>
                  </a:lnTo>
                  <a:lnTo>
                    <a:pt x="6500803" y="328692"/>
                  </a:lnTo>
                  <a:lnTo>
                    <a:pt x="6551486" y="294938"/>
                  </a:lnTo>
                  <a:lnTo>
                    <a:pt x="6601561" y="263211"/>
                  </a:lnTo>
                  <a:lnTo>
                    <a:pt x="6651153" y="233683"/>
                  </a:lnTo>
                  <a:lnTo>
                    <a:pt x="6700501" y="206446"/>
                  </a:lnTo>
                  <a:lnTo>
                    <a:pt x="6749972" y="181514"/>
                  </a:lnTo>
                  <a:lnTo>
                    <a:pt x="6786527" y="164709"/>
                  </a:lnTo>
                  <a:lnTo>
                    <a:pt x="6836058" y="144208"/>
                  </a:lnTo>
                  <a:lnTo>
                    <a:pt x="6887294" y="125790"/>
                  </a:lnTo>
                  <a:lnTo>
                    <a:pt x="6941055" y="109345"/>
                  </a:lnTo>
                  <a:lnTo>
                    <a:pt x="6998253" y="94688"/>
                  </a:lnTo>
                  <a:lnTo>
                    <a:pt x="7059816" y="81615"/>
                  </a:lnTo>
                  <a:lnTo>
                    <a:pt x="7126604" y="69927"/>
                  </a:lnTo>
                  <a:lnTo>
                    <a:pt x="7199311" y="59452"/>
                  </a:lnTo>
                  <a:lnTo>
                    <a:pt x="7278318" y="50051"/>
                  </a:lnTo>
                  <a:lnTo>
                    <a:pt x="7363518" y="41625"/>
                  </a:lnTo>
                  <a:lnTo>
                    <a:pt x="7454097" y="34112"/>
                  </a:lnTo>
                  <a:lnTo>
                    <a:pt x="7548328" y="27490"/>
                  </a:lnTo>
                  <a:lnTo>
                    <a:pt x="7643440" y="21765"/>
                  </a:lnTo>
                  <a:lnTo>
                    <a:pt x="7735678" y="16958"/>
                  </a:lnTo>
                  <a:lnTo>
                    <a:pt x="7820650" y="13084"/>
                  </a:lnTo>
                  <a:lnTo>
                    <a:pt x="7893989" y="10134"/>
                  </a:lnTo>
                  <a:lnTo>
                    <a:pt x="7952227" y="8051"/>
                  </a:lnTo>
                  <a:lnTo>
                    <a:pt x="7993615" y="6728"/>
                  </a:lnTo>
                  <a:lnTo>
                    <a:pt x="8018642" y="6008"/>
                  </a:lnTo>
                  <a:lnTo>
                    <a:pt x="8030093" y="5711"/>
                  </a:lnTo>
                  <a:lnTo>
                    <a:pt x="8032819" y="5647"/>
                  </a:lnTo>
                  <a:lnTo>
                    <a:pt x="8554953" y="5647"/>
                  </a:lnTo>
                  <a:lnTo>
                    <a:pt x="8554953" y="0"/>
                  </a:lnTo>
                  <a:lnTo>
                    <a:pt x="8032819" y="0"/>
                  </a:lnTo>
                  <a:lnTo>
                    <a:pt x="8031564" y="28"/>
                  </a:lnTo>
                  <a:lnTo>
                    <a:pt x="8023359" y="235"/>
                  </a:lnTo>
                  <a:lnTo>
                    <a:pt x="8002837" y="807"/>
                  </a:lnTo>
                  <a:lnTo>
                    <a:pt x="7966563" y="1930"/>
                  </a:lnTo>
                  <a:lnTo>
                    <a:pt x="7913340" y="3769"/>
                  </a:lnTo>
                  <a:lnTo>
                    <a:pt x="7844272" y="6448"/>
                  </a:lnTo>
                  <a:lnTo>
                    <a:pt x="7762386" y="10038"/>
                  </a:lnTo>
                  <a:lnTo>
                    <a:pt x="7671870" y="14564"/>
                  </a:lnTo>
                  <a:lnTo>
                    <a:pt x="7577193" y="20014"/>
                  </a:lnTo>
                  <a:lnTo>
                    <a:pt x="7482354" y="26366"/>
                  </a:lnTo>
                  <a:lnTo>
                    <a:pt x="7390440" y="33608"/>
                  </a:lnTo>
                  <a:lnTo>
                    <a:pt x="7303487" y="41753"/>
                  </a:lnTo>
                  <a:lnTo>
                    <a:pt x="7222565" y="50850"/>
                  </a:lnTo>
                  <a:lnTo>
                    <a:pt x="7147973" y="60987"/>
                  </a:lnTo>
                  <a:lnTo>
                    <a:pt x="7079454" y="72291"/>
                  </a:lnTo>
                  <a:lnTo>
                    <a:pt x="7016394" y="84924"/>
                  </a:lnTo>
                  <a:lnTo>
                    <a:pt x="6957971" y="99079"/>
                  </a:lnTo>
                  <a:lnTo>
                    <a:pt x="6903268" y="114962"/>
                  </a:lnTo>
                  <a:lnTo>
                    <a:pt x="6851359" y="132766"/>
                  </a:lnTo>
                  <a:lnTo>
                    <a:pt x="6801389" y="152632"/>
                  </a:lnTo>
                  <a:lnTo>
                    <a:pt x="6786527" y="159061"/>
                  </a:lnTo>
                  <a:lnTo>
                    <a:pt x="6736647" y="182338"/>
                  </a:lnTo>
                  <a:lnTo>
                    <a:pt x="6687253" y="207887"/>
                  </a:lnTo>
                  <a:lnTo>
                    <a:pt x="6637871" y="235743"/>
                  </a:lnTo>
                  <a:lnTo>
                    <a:pt x="6588167" y="265874"/>
                  </a:lnTo>
                  <a:lnTo>
                    <a:pt x="6537936" y="298167"/>
                  </a:lnTo>
                  <a:lnTo>
                    <a:pt x="6487082" y="332423"/>
                  </a:lnTo>
                  <a:lnTo>
                    <a:pt x="6435607" y="368363"/>
                  </a:lnTo>
                  <a:lnTo>
                    <a:pt x="6383596" y="405626"/>
                  </a:lnTo>
                  <a:lnTo>
                    <a:pt x="6331200" y="443786"/>
                  </a:lnTo>
                  <a:lnTo>
                    <a:pt x="6278617" y="482374"/>
                  </a:lnTo>
                  <a:lnTo>
                    <a:pt x="6226062" y="520895"/>
                  </a:lnTo>
                  <a:lnTo>
                    <a:pt x="6173752" y="558860"/>
                  </a:lnTo>
                  <a:lnTo>
                    <a:pt x="6121873" y="595806"/>
                  </a:lnTo>
                  <a:lnTo>
                    <a:pt x="6070559" y="631326"/>
                  </a:lnTo>
                  <a:lnTo>
                    <a:pt x="6019876" y="665080"/>
                  </a:lnTo>
                  <a:lnTo>
                    <a:pt x="5969801" y="696807"/>
                  </a:lnTo>
                  <a:lnTo>
                    <a:pt x="5920209" y="726335"/>
                  </a:lnTo>
                  <a:lnTo>
                    <a:pt x="5870861" y="753572"/>
                  </a:lnTo>
                  <a:lnTo>
                    <a:pt x="5821390" y="778504"/>
                  </a:lnTo>
                  <a:lnTo>
                    <a:pt x="5784835" y="795309"/>
                  </a:lnTo>
                  <a:lnTo>
                    <a:pt x="5735304" y="815810"/>
                  </a:lnTo>
                  <a:lnTo>
                    <a:pt x="5684067" y="834228"/>
                  </a:lnTo>
                  <a:lnTo>
                    <a:pt x="5630306" y="850674"/>
                  </a:lnTo>
                  <a:lnTo>
                    <a:pt x="5573109" y="865330"/>
                  </a:lnTo>
                  <a:lnTo>
                    <a:pt x="5511546" y="878403"/>
                  </a:lnTo>
                  <a:lnTo>
                    <a:pt x="5444758" y="890091"/>
                  </a:lnTo>
                  <a:lnTo>
                    <a:pt x="5372051" y="900566"/>
                  </a:lnTo>
                  <a:lnTo>
                    <a:pt x="5293044" y="909967"/>
                  </a:lnTo>
                  <a:lnTo>
                    <a:pt x="5207844" y="918393"/>
                  </a:lnTo>
                  <a:lnTo>
                    <a:pt x="5117265" y="925906"/>
                  </a:lnTo>
                  <a:lnTo>
                    <a:pt x="5023034" y="932528"/>
                  </a:lnTo>
                  <a:lnTo>
                    <a:pt x="4927922" y="938253"/>
                  </a:lnTo>
                  <a:lnTo>
                    <a:pt x="4835684" y="943061"/>
                  </a:lnTo>
                  <a:lnTo>
                    <a:pt x="4750712" y="946934"/>
                  </a:lnTo>
                  <a:lnTo>
                    <a:pt x="4677373" y="949884"/>
                  </a:lnTo>
                  <a:lnTo>
                    <a:pt x="4619135" y="951967"/>
                  </a:lnTo>
                  <a:lnTo>
                    <a:pt x="4577747" y="953290"/>
                  </a:lnTo>
                  <a:lnTo>
                    <a:pt x="4552720" y="954010"/>
                  </a:lnTo>
                  <a:lnTo>
                    <a:pt x="4541269" y="954307"/>
                  </a:lnTo>
                  <a:lnTo>
                    <a:pt x="4538543" y="954371"/>
                  </a:lnTo>
                  <a:lnTo>
                    <a:pt x="4016409" y="954371"/>
                  </a:lnTo>
                  <a:lnTo>
                    <a:pt x="4015196" y="954427"/>
                  </a:lnTo>
                  <a:lnTo>
                    <a:pt x="4007256" y="954823"/>
                  </a:lnTo>
                  <a:lnTo>
                    <a:pt x="3987376" y="955917"/>
                  </a:lnTo>
                  <a:lnTo>
                    <a:pt x="3952176" y="958067"/>
                  </a:lnTo>
                  <a:lnTo>
                    <a:pt x="3900411" y="961592"/>
                  </a:lnTo>
                  <a:lnTo>
                    <a:pt x="3833040" y="966733"/>
                  </a:lnTo>
                  <a:lnTo>
                    <a:pt x="3752890" y="973635"/>
                  </a:lnTo>
                  <a:lnTo>
                    <a:pt x="3663957" y="982347"/>
                  </a:lnTo>
                  <a:lnTo>
                    <a:pt x="3570570" y="992853"/>
                  </a:lnTo>
                  <a:lnTo>
                    <a:pt x="3476661" y="1005111"/>
                  </a:lnTo>
                  <a:lnTo>
                    <a:pt x="3385321" y="1019094"/>
                  </a:lnTo>
                  <a:lnTo>
                    <a:pt x="3298636" y="1034819"/>
                  </a:lnTo>
                  <a:lnTo>
                    <a:pt x="3217754" y="1052371"/>
                  </a:lnTo>
                  <a:lnTo>
                    <a:pt x="3143054" y="1071907"/>
                  </a:lnTo>
                  <a:lnTo>
                    <a:pt x="3074358" y="1093660"/>
                  </a:lnTo>
                  <a:lnTo>
                    <a:pt x="3011119" y="1117930"/>
                  </a:lnTo>
                  <a:lnTo>
                    <a:pt x="2952569" y="1145078"/>
                  </a:lnTo>
                  <a:lnTo>
                    <a:pt x="2897830" y="1175493"/>
                  </a:lnTo>
                  <a:lnTo>
                    <a:pt x="2846005" y="1209560"/>
                  </a:lnTo>
                  <a:lnTo>
                    <a:pt x="2796246" y="1247578"/>
                  </a:lnTo>
                  <a:lnTo>
                    <a:pt x="2770117" y="1269672"/>
                  </a:lnTo>
                  <a:lnTo>
                    <a:pt x="2727259" y="1309007"/>
                  </a:lnTo>
                  <a:lnTo>
                    <a:pt x="2684816" y="1351646"/>
                  </a:lnTo>
                  <a:lnTo>
                    <a:pt x="2642466" y="1397653"/>
                  </a:lnTo>
                  <a:lnTo>
                    <a:pt x="2599970" y="1447020"/>
                  </a:lnTo>
                  <a:lnTo>
                    <a:pt x="2557159" y="1499653"/>
                  </a:lnTo>
                  <a:lnTo>
                    <a:pt x="2513929" y="1555376"/>
                  </a:lnTo>
                  <a:lnTo>
                    <a:pt x="2470234" y="1613915"/>
                  </a:lnTo>
                  <a:lnTo>
                    <a:pt x="2426080" y="1674911"/>
                  </a:lnTo>
                  <a:lnTo>
                    <a:pt x="2381519" y="1737918"/>
                  </a:lnTo>
                  <a:lnTo>
                    <a:pt x="2336639" y="1802416"/>
                  </a:lnTo>
                  <a:lnTo>
                    <a:pt x="2291557" y="1867832"/>
                  </a:lnTo>
                  <a:lnTo>
                    <a:pt x="2246406" y="1933555"/>
                  </a:lnTo>
                  <a:lnTo>
                    <a:pt x="2201326" y="1998963"/>
                  </a:lnTo>
                  <a:lnTo>
                    <a:pt x="2156450" y="2063446"/>
                  </a:lnTo>
                  <a:lnTo>
                    <a:pt x="2111893" y="2126430"/>
                  </a:lnTo>
                  <a:lnTo>
                    <a:pt x="2067745" y="2187397"/>
                  </a:lnTo>
                  <a:lnTo>
                    <a:pt x="2024056" y="2245902"/>
                  </a:lnTo>
                  <a:lnTo>
                    <a:pt x="1980832" y="2301586"/>
                  </a:lnTo>
                  <a:lnTo>
                    <a:pt x="1938026" y="2354179"/>
                  </a:lnTo>
                  <a:lnTo>
                    <a:pt x="1895533" y="2403503"/>
                  </a:lnTo>
                  <a:lnTo>
                    <a:pt x="1853183" y="2449467"/>
                  </a:lnTo>
                  <a:lnTo>
                    <a:pt x="1810737" y="2492063"/>
                  </a:lnTo>
                  <a:lnTo>
                    <a:pt x="1768425" y="2530873"/>
                  </a:lnTo>
                  <a:lnTo>
                    <a:pt x="1719468" y="2571071"/>
                  </a:lnTo>
                  <a:lnTo>
                    <a:pt x="1668851" y="2607232"/>
                  </a:lnTo>
                  <a:lnTo>
                    <a:pt x="1615787" y="2639564"/>
                  </a:lnTo>
                  <a:lnTo>
                    <a:pt x="1559396" y="2668417"/>
                  </a:lnTo>
                  <a:lnTo>
                    <a:pt x="1498780" y="2694185"/>
                  </a:lnTo>
                  <a:lnTo>
                    <a:pt x="1433100" y="2717249"/>
                  </a:lnTo>
                  <a:lnTo>
                    <a:pt x="1361675" y="2737941"/>
                  </a:lnTo>
                  <a:lnTo>
                    <a:pt x="1284106" y="2756535"/>
                  </a:lnTo>
                  <a:lnTo>
                    <a:pt x="1200448" y="2773226"/>
                  </a:lnTo>
                  <a:lnTo>
                    <a:pt x="1111412" y="2788139"/>
                  </a:lnTo>
                  <a:lnTo>
                    <a:pt x="1018561" y="2801324"/>
                  </a:lnTo>
                  <a:lnTo>
                    <a:pt x="924452" y="2812776"/>
                  </a:lnTo>
                  <a:lnTo>
                    <a:pt x="832600" y="2822456"/>
                  </a:lnTo>
                  <a:lnTo>
                    <a:pt x="747196" y="2830329"/>
                  </a:lnTo>
                  <a:lnTo>
                    <a:pt x="672517" y="2836405"/>
                  </a:lnTo>
                  <a:lnTo>
                    <a:pt x="612119" y="2840773"/>
                  </a:lnTo>
                  <a:lnTo>
                    <a:pt x="568035" y="2843626"/>
                  </a:lnTo>
                  <a:lnTo>
                    <a:pt x="540217" y="2845245"/>
                  </a:lnTo>
                  <a:lnTo>
                    <a:pt x="526403" y="2845971"/>
                  </a:lnTo>
                  <a:lnTo>
                    <a:pt x="522326" y="2846165"/>
                  </a:lnTo>
                  <a:lnTo>
                    <a:pt x="522133" y="2846174"/>
                  </a:lnTo>
                  <a:lnTo>
                    <a:pt x="0" y="2846174"/>
                  </a:lnTo>
                  <a:close/>
                </a:path>
              </a:pathLst>
            </a:custGeom>
            <a:solidFill>
              <a:srgbClr val="E78AC3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1359" name="pl1359"/>
            <p:cNvSpPr/>
            <p:nvPr/>
          </p:nvSpPr>
          <p:spPr>
            <a:xfrm>
              <a:off x="386606" y="1897088"/>
              <a:ext cx="8554953" cy="2846174"/>
            </a:xfrm>
            <a:custGeom>
              <a:avLst/>
              <a:pathLst>
                <a:path w="8554953" h="2846174">
                  <a:moveTo>
                    <a:pt x="0" y="2846174"/>
                  </a:moveTo>
                  <a:lnTo>
                    <a:pt x="522133" y="2846174"/>
                  </a:lnTo>
                  <a:lnTo>
                    <a:pt x="523346" y="2846118"/>
                  </a:lnTo>
                  <a:lnTo>
                    <a:pt x="531286" y="2845722"/>
                  </a:lnTo>
                  <a:lnTo>
                    <a:pt x="551166" y="2844628"/>
                  </a:lnTo>
                  <a:lnTo>
                    <a:pt x="586366" y="2842478"/>
                  </a:lnTo>
                  <a:lnTo>
                    <a:pt x="638131" y="2838953"/>
                  </a:lnTo>
                  <a:lnTo>
                    <a:pt x="705502" y="2833812"/>
                  </a:lnTo>
                  <a:lnTo>
                    <a:pt x="785652" y="2826910"/>
                  </a:lnTo>
                  <a:lnTo>
                    <a:pt x="874585" y="2818198"/>
                  </a:lnTo>
                  <a:lnTo>
                    <a:pt x="967972" y="2807692"/>
                  </a:lnTo>
                  <a:lnTo>
                    <a:pt x="1061881" y="2795434"/>
                  </a:lnTo>
                  <a:lnTo>
                    <a:pt x="1153221" y="2781451"/>
                  </a:lnTo>
                  <a:lnTo>
                    <a:pt x="1239906" y="2765726"/>
                  </a:lnTo>
                  <a:lnTo>
                    <a:pt x="1320789" y="2748174"/>
                  </a:lnTo>
                  <a:lnTo>
                    <a:pt x="1395489" y="2728638"/>
                  </a:lnTo>
                  <a:lnTo>
                    <a:pt x="1464184" y="2706885"/>
                  </a:lnTo>
                  <a:lnTo>
                    <a:pt x="1527423" y="2682615"/>
                  </a:lnTo>
                  <a:lnTo>
                    <a:pt x="1585973" y="2655468"/>
                  </a:lnTo>
                  <a:lnTo>
                    <a:pt x="1640712" y="2625052"/>
                  </a:lnTo>
                  <a:lnTo>
                    <a:pt x="1692537" y="2590985"/>
                  </a:lnTo>
                  <a:lnTo>
                    <a:pt x="1742296" y="2552967"/>
                  </a:lnTo>
                  <a:lnTo>
                    <a:pt x="1768425" y="2530873"/>
                  </a:lnTo>
                  <a:lnTo>
                    <a:pt x="1811283" y="2491539"/>
                  </a:lnTo>
                  <a:lnTo>
                    <a:pt x="1853726" y="2448899"/>
                  </a:lnTo>
                  <a:lnTo>
                    <a:pt x="1896076" y="2402892"/>
                  </a:lnTo>
                  <a:lnTo>
                    <a:pt x="1938572" y="2353526"/>
                  </a:lnTo>
                  <a:lnTo>
                    <a:pt x="1981383" y="2300892"/>
                  </a:lnTo>
                  <a:lnTo>
                    <a:pt x="2024613" y="2245170"/>
                  </a:lnTo>
                  <a:lnTo>
                    <a:pt x="2068308" y="2186630"/>
                  </a:lnTo>
                  <a:lnTo>
                    <a:pt x="2112462" y="2125634"/>
                  </a:lnTo>
                  <a:lnTo>
                    <a:pt x="2157023" y="2062628"/>
                  </a:lnTo>
                  <a:lnTo>
                    <a:pt x="2201903" y="1998129"/>
                  </a:lnTo>
                  <a:lnTo>
                    <a:pt x="2246985" y="1932713"/>
                  </a:lnTo>
                  <a:lnTo>
                    <a:pt x="2292136" y="1866990"/>
                  </a:lnTo>
                  <a:lnTo>
                    <a:pt x="2337216" y="1801582"/>
                  </a:lnTo>
                  <a:lnTo>
                    <a:pt x="2382093" y="1737099"/>
                  </a:lnTo>
                  <a:lnTo>
                    <a:pt x="2426649" y="1674116"/>
                  </a:lnTo>
                  <a:lnTo>
                    <a:pt x="2470797" y="1613149"/>
                  </a:lnTo>
                  <a:lnTo>
                    <a:pt x="2514486" y="1554643"/>
                  </a:lnTo>
                  <a:lnTo>
                    <a:pt x="2557710" y="1498959"/>
                  </a:lnTo>
                  <a:lnTo>
                    <a:pt x="2600517" y="1446366"/>
                  </a:lnTo>
                  <a:lnTo>
                    <a:pt x="2643010" y="1397042"/>
                  </a:lnTo>
                  <a:lnTo>
                    <a:pt x="2685359" y="1351078"/>
                  </a:lnTo>
                  <a:lnTo>
                    <a:pt x="2727805" y="1308482"/>
                  </a:lnTo>
                  <a:lnTo>
                    <a:pt x="2770117" y="1269672"/>
                  </a:lnTo>
                  <a:lnTo>
                    <a:pt x="2819075" y="1229474"/>
                  </a:lnTo>
                  <a:lnTo>
                    <a:pt x="2869691" y="1193313"/>
                  </a:lnTo>
                  <a:lnTo>
                    <a:pt x="2922755" y="1160981"/>
                  </a:lnTo>
                  <a:lnTo>
                    <a:pt x="2979146" y="1132128"/>
                  </a:lnTo>
                  <a:lnTo>
                    <a:pt x="3039762" y="1106360"/>
                  </a:lnTo>
                  <a:lnTo>
                    <a:pt x="3105442" y="1083297"/>
                  </a:lnTo>
                  <a:lnTo>
                    <a:pt x="3176867" y="1062604"/>
                  </a:lnTo>
                  <a:lnTo>
                    <a:pt x="3254437" y="1044010"/>
                  </a:lnTo>
                  <a:lnTo>
                    <a:pt x="3338094" y="1027319"/>
                  </a:lnTo>
                  <a:lnTo>
                    <a:pt x="3427131" y="1012406"/>
                  </a:lnTo>
                  <a:lnTo>
                    <a:pt x="3519981" y="999221"/>
                  </a:lnTo>
                  <a:lnTo>
                    <a:pt x="3614090" y="987769"/>
                  </a:lnTo>
                  <a:lnTo>
                    <a:pt x="3705942" y="978089"/>
                  </a:lnTo>
                  <a:lnTo>
                    <a:pt x="3791346" y="970216"/>
                  </a:lnTo>
                  <a:lnTo>
                    <a:pt x="3866025" y="964140"/>
                  </a:lnTo>
                  <a:lnTo>
                    <a:pt x="3926423" y="959772"/>
                  </a:lnTo>
                  <a:lnTo>
                    <a:pt x="3970508" y="956919"/>
                  </a:lnTo>
                  <a:lnTo>
                    <a:pt x="3998326" y="955300"/>
                  </a:lnTo>
                  <a:lnTo>
                    <a:pt x="4012139" y="954575"/>
                  </a:lnTo>
                  <a:lnTo>
                    <a:pt x="4016216" y="954380"/>
                  </a:lnTo>
                  <a:lnTo>
                    <a:pt x="4016409" y="954371"/>
                  </a:lnTo>
                  <a:lnTo>
                    <a:pt x="4538543" y="954371"/>
                  </a:lnTo>
                  <a:lnTo>
                    <a:pt x="4539798" y="954342"/>
                  </a:lnTo>
                  <a:lnTo>
                    <a:pt x="4548003" y="954136"/>
                  </a:lnTo>
                  <a:lnTo>
                    <a:pt x="4568525" y="953564"/>
                  </a:lnTo>
                  <a:lnTo>
                    <a:pt x="4604799" y="952441"/>
                  </a:lnTo>
                  <a:lnTo>
                    <a:pt x="4658022" y="950602"/>
                  </a:lnTo>
                  <a:lnTo>
                    <a:pt x="4727090" y="947923"/>
                  </a:lnTo>
                  <a:lnTo>
                    <a:pt x="4808976" y="944332"/>
                  </a:lnTo>
                  <a:lnTo>
                    <a:pt x="4899492" y="939807"/>
                  </a:lnTo>
                  <a:lnTo>
                    <a:pt x="4994169" y="934357"/>
                  </a:lnTo>
                  <a:lnTo>
                    <a:pt x="5089008" y="928005"/>
                  </a:lnTo>
                  <a:lnTo>
                    <a:pt x="5180922" y="920763"/>
                  </a:lnTo>
                  <a:lnTo>
                    <a:pt x="5267875" y="912618"/>
                  </a:lnTo>
                  <a:lnTo>
                    <a:pt x="5348797" y="903521"/>
                  </a:lnTo>
                  <a:lnTo>
                    <a:pt x="5423389" y="893384"/>
                  </a:lnTo>
                  <a:lnTo>
                    <a:pt x="5491908" y="882080"/>
                  </a:lnTo>
                  <a:lnTo>
                    <a:pt x="5554968" y="869447"/>
                  </a:lnTo>
                  <a:lnTo>
                    <a:pt x="5613391" y="855291"/>
                  </a:lnTo>
                  <a:lnTo>
                    <a:pt x="5668094" y="839409"/>
                  </a:lnTo>
                  <a:lnTo>
                    <a:pt x="5720003" y="821605"/>
                  </a:lnTo>
                  <a:lnTo>
                    <a:pt x="5769973" y="801739"/>
                  </a:lnTo>
                  <a:lnTo>
                    <a:pt x="5784835" y="795309"/>
                  </a:lnTo>
                  <a:lnTo>
                    <a:pt x="5834715" y="772033"/>
                  </a:lnTo>
                  <a:lnTo>
                    <a:pt x="5884109" y="746484"/>
                  </a:lnTo>
                  <a:lnTo>
                    <a:pt x="5933491" y="718628"/>
                  </a:lnTo>
                  <a:lnTo>
                    <a:pt x="5983195" y="688497"/>
                  </a:lnTo>
                  <a:lnTo>
                    <a:pt x="6033425" y="656204"/>
                  </a:lnTo>
                  <a:lnTo>
                    <a:pt x="6084280" y="621947"/>
                  </a:lnTo>
                  <a:lnTo>
                    <a:pt x="6135755" y="586008"/>
                  </a:lnTo>
                  <a:lnTo>
                    <a:pt x="6187766" y="548745"/>
                  </a:lnTo>
                  <a:lnTo>
                    <a:pt x="6240162" y="510585"/>
                  </a:lnTo>
                  <a:lnTo>
                    <a:pt x="6292745" y="471997"/>
                  </a:lnTo>
                  <a:lnTo>
                    <a:pt x="6345299" y="433475"/>
                  </a:lnTo>
                  <a:lnTo>
                    <a:pt x="6397610" y="395511"/>
                  </a:lnTo>
                  <a:lnTo>
                    <a:pt x="6449489" y="358564"/>
                  </a:lnTo>
                  <a:lnTo>
                    <a:pt x="6500803" y="323045"/>
                  </a:lnTo>
                  <a:lnTo>
                    <a:pt x="6551486" y="289291"/>
                  </a:lnTo>
                  <a:lnTo>
                    <a:pt x="6601561" y="257563"/>
                  </a:lnTo>
                  <a:lnTo>
                    <a:pt x="6651153" y="228036"/>
                  </a:lnTo>
                  <a:lnTo>
                    <a:pt x="6700501" y="200799"/>
                  </a:lnTo>
                  <a:lnTo>
                    <a:pt x="6749972" y="175867"/>
                  </a:lnTo>
                  <a:lnTo>
                    <a:pt x="6786527" y="159061"/>
                  </a:lnTo>
                  <a:lnTo>
                    <a:pt x="6836058" y="138561"/>
                  </a:lnTo>
                  <a:lnTo>
                    <a:pt x="6887294" y="120143"/>
                  </a:lnTo>
                  <a:lnTo>
                    <a:pt x="6941055" y="103697"/>
                  </a:lnTo>
                  <a:lnTo>
                    <a:pt x="6998253" y="89041"/>
                  </a:lnTo>
                  <a:lnTo>
                    <a:pt x="7059816" y="75968"/>
                  </a:lnTo>
                  <a:lnTo>
                    <a:pt x="7126604" y="64280"/>
                  </a:lnTo>
                  <a:lnTo>
                    <a:pt x="7199311" y="53805"/>
                  </a:lnTo>
                  <a:lnTo>
                    <a:pt x="7278318" y="44404"/>
                  </a:lnTo>
                  <a:lnTo>
                    <a:pt x="7363518" y="35978"/>
                  </a:lnTo>
                  <a:lnTo>
                    <a:pt x="7454097" y="28465"/>
                  </a:lnTo>
                  <a:lnTo>
                    <a:pt x="7548328" y="21843"/>
                  </a:lnTo>
                  <a:lnTo>
                    <a:pt x="7643440" y="16118"/>
                  </a:lnTo>
                  <a:lnTo>
                    <a:pt x="7735678" y="11310"/>
                  </a:lnTo>
                  <a:lnTo>
                    <a:pt x="7820650" y="7437"/>
                  </a:lnTo>
                  <a:lnTo>
                    <a:pt x="7893989" y="4487"/>
                  </a:lnTo>
                  <a:lnTo>
                    <a:pt x="7952227" y="2404"/>
                  </a:lnTo>
                  <a:lnTo>
                    <a:pt x="7993615" y="1081"/>
                  </a:lnTo>
                  <a:lnTo>
                    <a:pt x="8018642" y="361"/>
                  </a:lnTo>
                  <a:lnTo>
                    <a:pt x="8030093" y="64"/>
                  </a:lnTo>
                  <a:lnTo>
                    <a:pt x="8032783" y="0"/>
                  </a:lnTo>
                  <a:lnTo>
                    <a:pt x="8032819" y="0"/>
                  </a:lnTo>
                  <a:lnTo>
                    <a:pt x="8554953" y="0"/>
                  </a:lnTo>
                  <a:lnTo>
                    <a:pt x="8554953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360" name="pl1360"/>
            <p:cNvSpPr/>
            <p:nvPr/>
          </p:nvSpPr>
          <p:spPr>
            <a:xfrm>
              <a:off x="386606" y="1891441"/>
              <a:ext cx="8554953" cy="2846174"/>
            </a:xfrm>
            <a:custGeom>
              <a:avLst/>
              <a:pathLst>
                <a:path w="8554953" h="2846174">
                  <a:moveTo>
                    <a:pt x="8554953" y="0"/>
                  </a:moveTo>
                  <a:lnTo>
                    <a:pt x="8032819" y="0"/>
                  </a:lnTo>
                  <a:lnTo>
                    <a:pt x="8031564" y="28"/>
                  </a:lnTo>
                  <a:lnTo>
                    <a:pt x="8023359" y="235"/>
                  </a:lnTo>
                  <a:lnTo>
                    <a:pt x="8002837" y="807"/>
                  </a:lnTo>
                  <a:lnTo>
                    <a:pt x="7966563" y="1930"/>
                  </a:lnTo>
                  <a:lnTo>
                    <a:pt x="7913340" y="3769"/>
                  </a:lnTo>
                  <a:lnTo>
                    <a:pt x="7844272" y="6448"/>
                  </a:lnTo>
                  <a:lnTo>
                    <a:pt x="7762386" y="10038"/>
                  </a:lnTo>
                  <a:lnTo>
                    <a:pt x="7671870" y="14564"/>
                  </a:lnTo>
                  <a:lnTo>
                    <a:pt x="7577193" y="20014"/>
                  </a:lnTo>
                  <a:lnTo>
                    <a:pt x="7482354" y="26366"/>
                  </a:lnTo>
                  <a:lnTo>
                    <a:pt x="7390440" y="33608"/>
                  </a:lnTo>
                  <a:lnTo>
                    <a:pt x="7303487" y="41753"/>
                  </a:lnTo>
                  <a:lnTo>
                    <a:pt x="7222565" y="50850"/>
                  </a:lnTo>
                  <a:lnTo>
                    <a:pt x="7147973" y="60987"/>
                  </a:lnTo>
                  <a:lnTo>
                    <a:pt x="7079454" y="72291"/>
                  </a:lnTo>
                  <a:lnTo>
                    <a:pt x="7016394" y="84924"/>
                  </a:lnTo>
                  <a:lnTo>
                    <a:pt x="6957971" y="99079"/>
                  </a:lnTo>
                  <a:lnTo>
                    <a:pt x="6903268" y="114962"/>
                  </a:lnTo>
                  <a:lnTo>
                    <a:pt x="6851359" y="132766"/>
                  </a:lnTo>
                  <a:lnTo>
                    <a:pt x="6801389" y="152632"/>
                  </a:lnTo>
                  <a:lnTo>
                    <a:pt x="6786527" y="159061"/>
                  </a:lnTo>
                  <a:lnTo>
                    <a:pt x="6736647" y="182338"/>
                  </a:lnTo>
                  <a:lnTo>
                    <a:pt x="6687253" y="207887"/>
                  </a:lnTo>
                  <a:lnTo>
                    <a:pt x="6637871" y="235743"/>
                  </a:lnTo>
                  <a:lnTo>
                    <a:pt x="6588167" y="265874"/>
                  </a:lnTo>
                  <a:lnTo>
                    <a:pt x="6537936" y="298167"/>
                  </a:lnTo>
                  <a:lnTo>
                    <a:pt x="6487082" y="332423"/>
                  </a:lnTo>
                  <a:lnTo>
                    <a:pt x="6435607" y="368363"/>
                  </a:lnTo>
                  <a:lnTo>
                    <a:pt x="6383596" y="405626"/>
                  </a:lnTo>
                  <a:lnTo>
                    <a:pt x="6331200" y="443786"/>
                  </a:lnTo>
                  <a:lnTo>
                    <a:pt x="6278617" y="482374"/>
                  </a:lnTo>
                  <a:lnTo>
                    <a:pt x="6226062" y="520895"/>
                  </a:lnTo>
                  <a:lnTo>
                    <a:pt x="6173752" y="558860"/>
                  </a:lnTo>
                  <a:lnTo>
                    <a:pt x="6121873" y="595806"/>
                  </a:lnTo>
                  <a:lnTo>
                    <a:pt x="6070559" y="631326"/>
                  </a:lnTo>
                  <a:lnTo>
                    <a:pt x="6019876" y="665080"/>
                  </a:lnTo>
                  <a:lnTo>
                    <a:pt x="5969801" y="696807"/>
                  </a:lnTo>
                  <a:lnTo>
                    <a:pt x="5920209" y="726335"/>
                  </a:lnTo>
                  <a:lnTo>
                    <a:pt x="5870861" y="753572"/>
                  </a:lnTo>
                  <a:lnTo>
                    <a:pt x="5821390" y="778504"/>
                  </a:lnTo>
                  <a:lnTo>
                    <a:pt x="5784835" y="795309"/>
                  </a:lnTo>
                  <a:lnTo>
                    <a:pt x="5735304" y="815810"/>
                  </a:lnTo>
                  <a:lnTo>
                    <a:pt x="5684067" y="834228"/>
                  </a:lnTo>
                  <a:lnTo>
                    <a:pt x="5630306" y="850674"/>
                  </a:lnTo>
                  <a:lnTo>
                    <a:pt x="5573109" y="865330"/>
                  </a:lnTo>
                  <a:lnTo>
                    <a:pt x="5511546" y="878403"/>
                  </a:lnTo>
                  <a:lnTo>
                    <a:pt x="5444758" y="890091"/>
                  </a:lnTo>
                  <a:lnTo>
                    <a:pt x="5372051" y="900566"/>
                  </a:lnTo>
                  <a:lnTo>
                    <a:pt x="5293044" y="909967"/>
                  </a:lnTo>
                  <a:lnTo>
                    <a:pt x="5207844" y="918393"/>
                  </a:lnTo>
                  <a:lnTo>
                    <a:pt x="5117265" y="925906"/>
                  </a:lnTo>
                  <a:lnTo>
                    <a:pt x="5023034" y="932528"/>
                  </a:lnTo>
                  <a:lnTo>
                    <a:pt x="4927922" y="938253"/>
                  </a:lnTo>
                  <a:lnTo>
                    <a:pt x="4835684" y="943061"/>
                  </a:lnTo>
                  <a:lnTo>
                    <a:pt x="4750712" y="946934"/>
                  </a:lnTo>
                  <a:lnTo>
                    <a:pt x="4677373" y="949884"/>
                  </a:lnTo>
                  <a:lnTo>
                    <a:pt x="4619135" y="951967"/>
                  </a:lnTo>
                  <a:lnTo>
                    <a:pt x="4577747" y="953290"/>
                  </a:lnTo>
                  <a:lnTo>
                    <a:pt x="4552720" y="954010"/>
                  </a:lnTo>
                  <a:lnTo>
                    <a:pt x="4541269" y="954307"/>
                  </a:lnTo>
                  <a:lnTo>
                    <a:pt x="4538579" y="954371"/>
                  </a:lnTo>
                  <a:lnTo>
                    <a:pt x="4538543" y="954371"/>
                  </a:lnTo>
                  <a:lnTo>
                    <a:pt x="4016409" y="954371"/>
                  </a:lnTo>
                  <a:lnTo>
                    <a:pt x="4015196" y="954427"/>
                  </a:lnTo>
                  <a:lnTo>
                    <a:pt x="4007256" y="954823"/>
                  </a:lnTo>
                  <a:lnTo>
                    <a:pt x="3987376" y="955917"/>
                  </a:lnTo>
                  <a:lnTo>
                    <a:pt x="3952176" y="958067"/>
                  </a:lnTo>
                  <a:lnTo>
                    <a:pt x="3900411" y="961592"/>
                  </a:lnTo>
                  <a:lnTo>
                    <a:pt x="3833040" y="966733"/>
                  </a:lnTo>
                  <a:lnTo>
                    <a:pt x="3752890" y="973635"/>
                  </a:lnTo>
                  <a:lnTo>
                    <a:pt x="3663957" y="982347"/>
                  </a:lnTo>
                  <a:lnTo>
                    <a:pt x="3570570" y="992853"/>
                  </a:lnTo>
                  <a:lnTo>
                    <a:pt x="3476661" y="1005111"/>
                  </a:lnTo>
                  <a:lnTo>
                    <a:pt x="3385321" y="1019094"/>
                  </a:lnTo>
                  <a:lnTo>
                    <a:pt x="3298636" y="1034819"/>
                  </a:lnTo>
                  <a:lnTo>
                    <a:pt x="3217754" y="1052371"/>
                  </a:lnTo>
                  <a:lnTo>
                    <a:pt x="3143054" y="1071907"/>
                  </a:lnTo>
                  <a:lnTo>
                    <a:pt x="3074358" y="1093660"/>
                  </a:lnTo>
                  <a:lnTo>
                    <a:pt x="3011119" y="1117930"/>
                  </a:lnTo>
                  <a:lnTo>
                    <a:pt x="2952569" y="1145078"/>
                  </a:lnTo>
                  <a:lnTo>
                    <a:pt x="2897830" y="1175493"/>
                  </a:lnTo>
                  <a:lnTo>
                    <a:pt x="2846005" y="1209560"/>
                  </a:lnTo>
                  <a:lnTo>
                    <a:pt x="2796246" y="1247578"/>
                  </a:lnTo>
                  <a:lnTo>
                    <a:pt x="2770117" y="1269672"/>
                  </a:lnTo>
                  <a:lnTo>
                    <a:pt x="2727259" y="1309007"/>
                  </a:lnTo>
                  <a:lnTo>
                    <a:pt x="2684816" y="1351646"/>
                  </a:lnTo>
                  <a:lnTo>
                    <a:pt x="2642466" y="1397653"/>
                  </a:lnTo>
                  <a:lnTo>
                    <a:pt x="2599970" y="1447020"/>
                  </a:lnTo>
                  <a:lnTo>
                    <a:pt x="2557159" y="1499653"/>
                  </a:lnTo>
                  <a:lnTo>
                    <a:pt x="2513929" y="1555376"/>
                  </a:lnTo>
                  <a:lnTo>
                    <a:pt x="2470234" y="1613915"/>
                  </a:lnTo>
                  <a:lnTo>
                    <a:pt x="2426080" y="1674911"/>
                  </a:lnTo>
                  <a:lnTo>
                    <a:pt x="2381519" y="1737918"/>
                  </a:lnTo>
                  <a:lnTo>
                    <a:pt x="2336639" y="1802416"/>
                  </a:lnTo>
                  <a:lnTo>
                    <a:pt x="2291557" y="1867832"/>
                  </a:lnTo>
                  <a:lnTo>
                    <a:pt x="2246406" y="1933555"/>
                  </a:lnTo>
                  <a:lnTo>
                    <a:pt x="2201326" y="1998963"/>
                  </a:lnTo>
                  <a:lnTo>
                    <a:pt x="2156450" y="2063446"/>
                  </a:lnTo>
                  <a:lnTo>
                    <a:pt x="2111893" y="2126430"/>
                  </a:lnTo>
                  <a:lnTo>
                    <a:pt x="2067745" y="2187397"/>
                  </a:lnTo>
                  <a:lnTo>
                    <a:pt x="2024056" y="2245902"/>
                  </a:lnTo>
                  <a:lnTo>
                    <a:pt x="1980832" y="2301586"/>
                  </a:lnTo>
                  <a:lnTo>
                    <a:pt x="1938026" y="2354179"/>
                  </a:lnTo>
                  <a:lnTo>
                    <a:pt x="1895533" y="2403503"/>
                  </a:lnTo>
                  <a:lnTo>
                    <a:pt x="1853183" y="2449467"/>
                  </a:lnTo>
                  <a:lnTo>
                    <a:pt x="1810737" y="2492063"/>
                  </a:lnTo>
                  <a:lnTo>
                    <a:pt x="1768425" y="2530873"/>
                  </a:lnTo>
                  <a:lnTo>
                    <a:pt x="1719468" y="2571071"/>
                  </a:lnTo>
                  <a:lnTo>
                    <a:pt x="1668851" y="2607232"/>
                  </a:lnTo>
                  <a:lnTo>
                    <a:pt x="1615787" y="2639564"/>
                  </a:lnTo>
                  <a:lnTo>
                    <a:pt x="1559396" y="2668417"/>
                  </a:lnTo>
                  <a:lnTo>
                    <a:pt x="1498780" y="2694185"/>
                  </a:lnTo>
                  <a:lnTo>
                    <a:pt x="1433100" y="2717249"/>
                  </a:lnTo>
                  <a:lnTo>
                    <a:pt x="1361675" y="2737941"/>
                  </a:lnTo>
                  <a:lnTo>
                    <a:pt x="1284106" y="2756535"/>
                  </a:lnTo>
                  <a:lnTo>
                    <a:pt x="1200448" y="2773226"/>
                  </a:lnTo>
                  <a:lnTo>
                    <a:pt x="1111412" y="2788139"/>
                  </a:lnTo>
                  <a:lnTo>
                    <a:pt x="1018561" y="2801324"/>
                  </a:lnTo>
                  <a:lnTo>
                    <a:pt x="924452" y="2812776"/>
                  </a:lnTo>
                  <a:lnTo>
                    <a:pt x="832600" y="2822456"/>
                  </a:lnTo>
                  <a:lnTo>
                    <a:pt x="747196" y="2830329"/>
                  </a:lnTo>
                  <a:lnTo>
                    <a:pt x="672517" y="2836405"/>
                  </a:lnTo>
                  <a:lnTo>
                    <a:pt x="612119" y="2840773"/>
                  </a:lnTo>
                  <a:lnTo>
                    <a:pt x="568035" y="2843626"/>
                  </a:lnTo>
                  <a:lnTo>
                    <a:pt x="540217" y="2845245"/>
                  </a:lnTo>
                  <a:lnTo>
                    <a:pt x="526403" y="2845971"/>
                  </a:lnTo>
                  <a:lnTo>
                    <a:pt x="522326" y="2846165"/>
                  </a:lnTo>
                  <a:lnTo>
                    <a:pt x="522133" y="2846174"/>
                  </a:lnTo>
                  <a:lnTo>
                    <a:pt x="0" y="2846174"/>
                  </a:lnTo>
                  <a:lnTo>
                    <a:pt x="0" y="2846174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361" name="pg1361"/>
            <p:cNvSpPr/>
            <p:nvPr/>
          </p:nvSpPr>
          <p:spPr>
            <a:xfrm>
              <a:off x="386606" y="2365804"/>
              <a:ext cx="8554953" cy="2383106"/>
            </a:xfrm>
            <a:custGeom>
              <a:avLst/>
              <a:pathLst>
                <a:path w="8554953" h="2383106">
                  <a:moveTo>
                    <a:pt x="0" y="2383106"/>
                  </a:moveTo>
                  <a:lnTo>
                    <a:pt x="522133" y="2383106"/>
                  </a:lnTo>
                  <a:lnTo>
                    <a:pt x="523347" y="2383051"/>
                  </a:lnTo>
                  <a:lnTo>
                    <a:pt x="531293" y="2382658"/>
                  </a:lnTo>
                  <a:lnTo>
                    <a:pt x="551188" y="2381573"/>
                  </a:lnTo>
                  <a:lnTo>
                    <a:pt x="586413" y="2379440"/>
                  </a:lnTo>
                  <a:lnTo>
                    <a:pt x="638211" y="2375944"/>
                  </a:lnTo>
                  <a:lnTo>
                    <a:pt x="705622" y="2370845"/>
                  </a:lnTo>
                  <a:lnTo>
                    <a:pt x="785813" y="2364000"/>
                  </a:lnTo>
                  <a:lnTo>
                    <a:pt x="874782" y="2355360"/>
                  </a:lnTo>
                  <a:lnTo>
                    <a:pt x="968200" y="2344941"/>
                  </a:lnTo>
                  <a:lnTo>
                    <a:pt x="1062130" y="2332785"/>
                  </a:lnTo>
                  <a:lnTo>
                    <a:pt x="1153485" y="2318920"/>
                  </a:lnTo>
                  <a:lnTo>
                    <a:pt x="1240176" y="2303325"/>
                  </a:lnTo>
                  <a:lnTo>
                    <a:pt x="1321060" y="2285919"/>
                  </a:lnTo>
                  <a:lnTo>
                    <a:pt x="1395758" y="2266545"/>
                  </a:lnTo>
                  <a:lnTo>
                    <a:pt x="1464449" y="2244973"/>
                  </a:lnTo>
                  <a:lnTo>
                    <a:pt x="1527683" y="2220902"/>
                  </a:lnTo>
                  <a:lnTo>
                    <a:pt x="1586231" y="2193978"/>
                  </a:lnTo>
                  <a:lnTo>
                    <a:pt x="1640968" y="2163810"/>
                  </a:lnTo>
                  <a:lnTo>
                    <a:pt x="1692795" y="2130020"/>
                  </a:lnTo>
                  <a:lnTo>
                    <a:pt x="1742559" y="2092312"/>
                  </a:lnTo>
                  <a:lnTo>
                    <a:pt x="1768425" y="2070629"/>
                  </a:lnTo>
                  <a:lnTo>
                    <a:pt x="1811400" y="2031535"/>
                  </a:lnTo>
                  <a:lnTo>
                    <a:pt x="1853959" y="1989147"/>
                  </a:lnTo>
                  <a:lnTo>
                    <a:pt x="1896426" y="1943403"/>
                  </a:lnTo>
                  <a:lnTo>
                    <a:pt x="1939041" y="1894312"/>
                  </a:lnTo>
                  <a:lnTo>
                    <a:pt x="1981975" y="1841967"/>
                  </a:lnTo>
                  <a:lnTo>
                    <a:pt x="2025331" y="1786547"/>
                  </a:lnTo>
                  <a:lnTo>
                    <a:pt x="2069155" y="1728325"/>
                  </a:lnTo>
                  <a:lnTo>
                    <a:pt x="2113439" y="1667663"/>
                  </a:lnTo>
                  <a:lnTo>
                    <a:pt x="2158131" y="1605009"/>
                  </a:lnTo>
                  <a:lnTo>
                    <a:pt x="2203141" y="1540881"/>
                  </a:lnTo>
                  <a:lnTo>
                    <a:pt x="2248351" y="1475855"/>
                  </a:lnTo>
                  <a:lnTo>
                    <a:pt x="2293627" y="1410542"/>
                  </a:lnTo>
                  <a:lnTo>
                    <a:pt x="2338826" y="1345563"/>
                  </a:lnTo>
                  <a:lnTo>
                    <a:pt x="2383816" y="1281527"/>
                  </a:lnTo>
                  <a:lnTo>
                    <a:pt x="2428480" y="1219006"/>
                  </a:lnTo>
                  <a:lnTo>
                    <a:pt x="2472731" y="1158515"/>
                  </a:lnTo>
                  <a:lnTo>
                    <a:pt x="2516519" y="1100494"/>
                  </a:lnTo>
                  <a:lnTo>
                    <a:pt x="2559840" y="1045299"/>
                  </a:lnTo>
                  <a:lnTo>
                    <a:pt x="2602745" y="993196"/>
                  </a:lnTo>
                  <a:lnTo>
                    <a:pt x="2645342" y="944357"/>
                  </a:lnTo>
                  <a:lnTo>
                    <a:pt x="2687807" y="898869"/>
                  </a:lnTo>
                  <a:lnTo>
                    <a:pt x="2730385" y="856734"/>
                  </a:lnTo>
                  <a:lnTo>
                    <a:pt x="2770117" y="820722"/>
                  </a:lnTo>
                  <a:lnTo>
                    <a:pt x="2819088" y="780874"/>
                  </a:lnTo>
                  <a:lnTo>
                    <a:pt x="2869719" y="745029"/>
                  </a:lnTo>
                  <a:lnTo>
                    <a:pt x="2922799" y="712980"/>
                  </a:lnTo>
                  <a:lnTo>
                    <a:pt x="2979209" y="684381"/>
                  </a:lnTo>
                  <a:lnTo>
                    <a:pt x="3039847" y="658840"/>
                  </a:lnTo>
                  <a:lnTo>
                    <a:pt x="3105552" y="635981"/>
                  </a:lnTo>
                  <a:lnTo>
                    <a:pt x="3177007" y="615471"/>
                  </a:lnTo>
                  <a:lnTo>
                    <a:pt x="3254610" y="597044"/>
                  </a:lnTo>
                  <a:lnTo>
                    <a:pt x="3338303" y="580501"/>
                  </a:lnTo>
                  <a:lnTo>
                    <a:pt x="3427376" y="565723"/>
                  </a:lnTo>
                  <a:lnTo>
                    <a:pt x="3520258" y="552657"/>
                  </a:lnTo>
                  <a:lnTo>
                    <a:pt x="3614392" y="541310"/>
                  </a:lnTo>
                  <a:lnTo>
                    <a:pt x="3706254" y="531720"/>
                  </a:lnTo>
                  <a:lnTo>
                    <a:pt x="3791649" y="523921"/>
                  </a:lnTo>
                  <a:lnTo>
                    <a:pt x="3866299" y="517906"/>
                  </a:lnTo>
                  <a:lnTo>
                    <a:pt x="3926648" y="513582"/>
                  </a:lnTo>
                  <a:lnTo>
                    <a:pt x="3970671" y="510760"/>
                  </a:lnTo>
                  <a:lnTo>
                    <a:pt x="3998423" y="509160"/>
                  </a:lnTo>
                  <a:lnTo>
                    <a:pt x="4012180" y="508444"/>
                  </a:lnTo>
                  <a:lnTo>
                    <a:pt x="4016222" y="508253"/>
                  </a:lnTo>
                  <a:lnTo>
                    <a:pt x="4016409" y="508245"/>
                  </a:lnTo>
                  <a:lnTo>
                    <a:pt x="4538543" y="508245"/>
                  </a:lnTo>
                  <a:lnTo>
                    <a:pt x="4539808" y="508230"/>
                  </a:lnTo>
                  <a:lnTo>
                    <a:pt x="4548083" y="508120"/>
                  </a:lnTo>
                  <a:lnTo>
                    <a:pt x="4568771" y="507816"/>
                  </a:lnTo>
                  <a:lnTo>
                    <a:pt x="4605322" y="507219"/>
                  </a:lnTo>
                  <a:lnTo>
                    <a:pt x="4658921" y="506243"/>
                  </a:lnTo>
                  <a:lnTo>
                    <a:pt x="4728424" y="504820"/>
                  </a:lnTo>
                  <a:lnTo>
                    <a:pt x="4810753" y="502914"/>
                  </a:lnTo>
                  <a:lnTo>
                    <a:pt x="4901670" y="500513"/>
                  </a:lnTo>
                  <a:lnTo>
                    <a:pt x="4996672" y="497623"/>
                  </a:lnTo>
                  <a:lnTo>
                    <a:pt x="5091743" y="494255"/>
                  </a:lnTo>
                  <a:lnTo>
                    <a:pt x="5183797" y="490416"/>
                  </a:lnTo>
                  <a:lnTo>
                    <a:pt x="5270813" y="486097"/>
                  </a:lnTo>
                  <a:lnTo>
                    <a:pt x="5351740" y="481274"/>
                  </a:lnTo>
                  <a:lnTo>
                    <a:pt x="5426303" y="475897"/>
                  </a:lnTo>
                  <a:lnTo>
                    <a:pt x="5494776" y="469899"/>
                  </a:lnTo>
                  <a:lnTo>
                    <a:pt x="5557791" y="463192"/>
                  </a:lnTo>
                  <a:lnTo>
                    <a:pt x="5616183" y="455674"/>
                  </a:lnTo>
                  <a:lnTo>
                    <a:pt x="5670881" y="447236"/>
                  </a:lnTo>
                  <a:lnTo>
                    <a:pt x="5722816" y="437775"/>
                  </a:lnTo>
                  <a:lnTo>
                    <a:pt x="5772844" y="427220"/>
                  </a:lnTo>
                  <a:lnTo>
                    <a:pt x="5784835" y="424479"/>
                  </a:lnTo>
                  <a:lnTo>
                    <a:pt x="5837684" y="411448"/>
                  </a:lnTo>
                  <a:lnTo>
                    <a:pt x="5890022" y="397071"/>
                  </a:lnTo>
                  <a:lnTo>
                    <a:pt x="5942399" y="381329"/>
                  </a:lnTo>
                  <a:lnTo>
                    <a:pt x="5995186" y="364251"/>
                  </a:lnTo>
                  <a:lnTo>
                    <a:pt x="6048601" y="345917"/>
                  </a:lnTo>
                  <a:lnTo>
                    <a:pt x="6102725" y="326467"/>
                  </a:lnTo>
                  <a:lnTo>
                    <a:pt x="6157522" y="306093"/>
                  </a:lnTo>
                  <a:lnTo>
                    <a:pt x="6212856" y="285038"/>
                  </a:lnTo>
                  <a:lnTo>
                    <a:pt x="6268521" y="263583"/>
                  </a:lnTo>
                  <a:lnTo>
                    <a:pt x="6324267" y="242032"/>
                  </a:lnTo>
                  <a:lnTo>
                    <a:pt x="6379832" y="220695"/>
                  </a:lnTo>
                  <a:lnTo>
                    <a:pt x="6434981" y="199870"/>
                  </a:lnTo>
                  <a:lnTo>
                    <a:pt x="6489531" y="179825"/>
                  </a:lnTo>
                  <a:lnTo>
                    <a:pt x="6543381" y="160784"/>
                  </a:lnTo>
                  <a:lnTo>
                    <a:pt x="6596537" y="142920"/>
                  </a:lnTo>
                  <a:lnTo>
                    <a:pt x="6649133" y="126349"/>
                  </a:lnTo>
                  <a:lnTo>
                    <a:pt x="6701441" y="111131"/>
                  </a:lnTo>
                  <a:lnTo>
                    <a:pt x="6753900" y="97277"/>
                  </a:lnTo>
                  <a:lnTo>
                    <a:pt x="6786527" y="89413"/>
                  </a:lnTo>
                  <a:lnTo>
                    <a:pt x="6836204" y="78587"/>
                  </a:lnTo>
                  <a:lnTo>
                    <a:pt x="6887600" y="68864"/>
                  </a:lnTo>
                  <a:lnTo>
                    <a:pt x="6941540" y="60185"/>
                  </a:lnTo>
                  <a:lnTo>
                    <a:pt x="6998945" y="52453"/>
                  </a:lnTo>
                  <a:lnTo>
                    <a:pt x="7060750" y="45559"/>
                  </a:lnTo>
                  <a:lnTo>
                    <a:pt x="7127824" y="39397"/>
                  </a:lnTo>
                  <a:lnTo>
                    <a:pt x="7200860" y="33876"/>
                  </a:lnTo>
                  <a:lnTo>
                    <a:pt x="7280237" y="28922"/>
                  </a:lnTo>
                  <a:lnTo>
                    <a:pt x="7365832" y="24484"/>
                  </a:lnTo>
                  <a:lnTo>
                    <a:pt x="7456805" y="20529"/>
                  </a:lnTo>
                  <a:lnTo>
                    <a:pt x="7551384" y="17046"/>
                  </a:lnTo>
                  <a:lnTo>
                    <a:pt x="7646741" y="14038"/>
                  </a:lnTo>
                  <a:lnTo>
                    <a:pt x="7739061" y="11517"/>
                  </a:lnTo>
                  <a:lnTo>
                    <a:pt x="7823900" y="9491"/>
                  </a:lnTo>
                  <a:lnTo>
                    <a:pt x="7896873" y="7953"/>
                  </a:lnTo>
                  <a:lnTo>
                    <a:pt x="7954538" y="6872"/>
                  </a:lnTo>
                  <a:lnTo>
                    <a:pt x="7995228" y="6190"/>
                  </a:lnTo>
                  <a:lnTo>
                    <a:pt x="8019547" y="5824"/>
                  </a:lnTo>
                  <a:lnTo>
                    <a:pt x="8030419" y="5676"/>
                  </a:lnTo>
                  <a:lnTo>
                    <a:pt x="8032819" y="5647"/>
                  </a:lnTo>
                  <a:lnTo>
                    <a:pt x="8554953" y="5647"/>
                  </a:lnTo>
                  <a:lnTo>
                    <a:pt x="8554953" y="0"/>
                  </a:lnTo>
                  <a:lnTo>
                    <a:pt x="8032819" y="0"/>
                  </a:lnTo>
                  <a:lnTo>
                    <a:pt x="8031553" y="15"/>
                  </a:lnTo>
                  <a:lnTo>
                    <a:pt x="8023279" y="125"/>
                  </a:lnTo>
                  <a:lnTo>
                    <a:pt x="8002591" y="428"/>
                  </a:lnTo>
                  <a:lnTo>
                    <a:pt x="7966039" y="1025"/>
                  </a:lnTo>
                  <a:lnTo>
                    <a:pt x="7912441" y="2002"/>
                  </a:lnTo>
                  <a:lnTo>
                    <a:pt x="7842938" y="3424"/>
                  </a:lnTo>
                  <a:lnTo>
                    <a:pt x="7760609" y="5330"/>
                  </a:lnTo>
                  <a:lnTo>
                    <a:pt x="7669692" y="7731"/>
                  </a:lnTo>
                  <a:lnTo>
                    <a:pt x="7574690" y="10621"/>
                  </a:lnTo>
                  <a:lnTo>
                    <a:pt x="7479619" y="13989"/>
                  </a:lnTo>
                  <a:lnTo>
                    <a:pt x="7387565" y="17829"/>
                  </a:lnTo>
                  <a:lnTo>
                    <a:pt x="7300549" y="22147"/>
                  </a:lnTo>
                  <a:lnTo>
                    <a:pt x="7219622" y="26971"/>
                  </a:lnTo>
                  <a:lnTo>
                    <a:pt x="7145059" y="32348"/>
                  </a:lnTo>
                  <a:lnTo>
                    <a:pt x="7076586" y="38346"/>
                  </a:lnTo>
                  <a:lnTo>
                    <a:pt x="7013571" y="45052"/>
                  </a:lnTo>
                  <a:lnTo>
                    <a:pt x="6955179" y="52570"/>
                  </a:lnTo>
                  <a:lnTo>
                    <a:pt x="6900481" y="61008"/>
                  </a:lnTo>
                  <a:lnTo>
                    <a:pt x="6848546" y="70469"/>
                  </a:lnTo>
                  <a:lnTo>
                    <a:pt x="6798518" y="81024"/>
                  </a:lnTo>
                  <a:lnTo>
                    <a:pt x="6786527" y="83766"/>
                  </a:lnTo>
                  <a:lnTo>
                    <a:pt x="6733678" y="96797"/>
                  </a:lnTo>
                  <a:lnTo>
                    <a:pt x="6681340" y="111173"/>
                  </a:lnTo>
                  <a:lnTo>
                    <a:pt x="6628963" y="126915"/>
                  </a:lnTo>
                  <a:lnTo>
                    <a:pt x="6576176" y="143994"/>
                  </a:lnTo>
                  <a:lnTo>
                    <a:pt x="6522761" y="162327"/>
                  </a:lnTo>
                  <a:lnTo>
                    <a:pt x="6468637" y="181777"/>
                  </a:lnTo>
                  <a:lnTo>
                    <a:pt x="6413840" y="202151"/>
                  </a:lnTo>
                  <a:lnTo>
                    <a:pt x="6358506" y="223207"/>
                  </a:lnTo>
                  <a:lnTo>
                    <a:pt x="6302841" y="244662"/>
                  </a:lnTo>
                  <a:lnTo>
                    <a:pt x="6247095" y="266213"/>
                  </a:lnTo>
                  <a:lnTo>
                    <a:pt x="6191530" y="287549"/>
                  </a:lnTo>
                  <a:lnTo>
                    <a:pt x="6136381" y="308374"/>
                  </a:lnTo>
                  <a:lnTo>
                    <a:pt x="6081831" y="328419"/>
                  </a:lnTo>
                  <a:lnTo>
                    <a:pt x="6027981" y="347460"/>
                  </a:lnTo>
                  <a:lnTo>
                    <a:pt x="5974825" y="365324"/>
                  </a:lnTo>
                  <a:lnTo>
                    <a:pt x="5922229" y="381896"/>
                  </a:lnTo>
                  <a:lnTo>
                    <a:pt x="5869921" y="397113"/>
                  </a:lnTo>
                  <a:lnTo>
                    <a:pt x="5817462" y="410968"/>
                  </a:lnTo>
                  <a:lnTo>
                    <a:pt x="5784835" y="418831"/>
                  </a:lnTo>
                  <a:lnTo>
                    <a:pt x="5735158" y="429657"/>
                  </a:lnTo>
                  <a:lnTo>
                    <a:pt x="5683762" y="439380"/>
                  </a:lnTo>
                  <a:lnTo>
                    <a:pt x="5629822" y="448059"/>
                  </a:lnTo>
                  <a:lnTo>
                    <a:pt x="5572417" y="455791"/>
                  </a:lnTo>
                  <a:lnTo>
                    <a:pt x="5510612" y="462686"/>
                  </a:lnTo>
                  <a:lnTo>
                    <a:pt x="5443538" y="468848"/>
                  </a:lnTo>
                  <a:lnTo>
                    <a:pt x="5370502" y="474369"/>
                  </a:lnTo>
                  <a:lnTo>
                    <a:pt x="5291125" y="479322"/>
                  </a:lnTo>
                  <a:lnTo>
                    <a:pt x="5205530" y="483761"/>
                  </a:lnTo>
                  <a:lnTo>
                    <a:pt x="5114557" y="487715"/>
                  </a:lnTo>
                  <a:lnTo>
                    <a:pt x="5019978" y="491198"/>
                  </a:lnTo>
                  <a:lnTo>
                    <a:pt x="4924620" y="494206"/>
                  </a:lnTo>
                  <a:lnTo>
                    <a:pt x="4832300" y="496727"/>
                  </a:lnTo>
                  <a:lnTo>
                    <a:pt x="4747462" y="498754"/>
                  </a:lnTo>
                  <a:lnTo>
                    <a:pt x="4674489" y="500292"/>
                  </a:lnTo>
                  <a:lnTo>
                    <a:pt x="4616824" y="501372"/>
                  </a:lnTo>
                  <a:lnTo>
                    <a:pt x="4576134" y="502054"/>
                  </a:lnTo>
                  <a:lnTo>
                    <a:pt x="4551815" y="502420"/>
                  </a:lnTo>
                  <a:lnTo>
                    <a:pt x="4540943" y="502568"/>
                  </a:lnTo>
                  <a:lnTo>
                    <a:pt x="4538543" y="502598"/>
                  </a:lnTo>
                  <a:lnTo>
                    <a:pt x="4016409" y="502598"/>
                  </a:lnTo>
                  <a:lnTo>
                    <a:pt x="4015195" y="502653"/>
                  </a:lnTo>
                  <a:lnTo>
                    <a:pt x="4007249" y="503045"/>
                  </a:lnTo>
                  <a:lnTo>
                    <a:pt x="3987354" y="504131"/>
                  </a:lnTo>
                  <a:lnTo>
                    <a:pt x="3952130" y="506263"/>
                  </a:lnTo>
                  <a:lnTo>
                    <a:pt x="3900331" y="509759"/>
                  </a:lnTo>
                  <a:lnTo>
                    <a:pt x="3832920" y="514858"/>
                  </a:lnTo>
                  <a:lnTo>
                    <a:pt x="3752730" y="521703"/>
                  </a:lnTo>
                  <a:lnTo>
                    <a:pt x="3663760" y="530343"/>
                  </a:lnTo>
                  <a:lnTo>
                    <a:pt x="3570342" y="540762"/>
                  </a:lnTo>
                  <a:lnTo>
                    <a:pt x="3476412" y="552918"/>
                  </a:lnTo>
                  <a:lnTo>
                    <a:pt x="3385058" y="566784"/>
                  </a:lnTo>
                  <a:lnTo>
                    <a:pt x="3298366" y="582378"/>
                  </a:lnTo>
                  <a:lnTo>
                    <a:pt x="3217482" y="599784"/>
                  </a:lnTo>
                  <a:lnTo>
                    <a:pt x="3142785" y="619158"/>
                  </a:lnTo>
                  <a:lnTo>
                    <a:pt x="3074093" y="640730"/>
                  </a:lnTo>
                  <a:lnTo>
                    <a:pt x="3010859" y="664801"/>
                  </a:lnTo>
                  <a:lnTo>
                    <a:pt x="2952311" y="691726"/>
                  </a:lnTo>
                  <a:lnTo>
                    <a:pt x="2897574" y="721893"/>
                  </a:lnTo>
                  <a:lnTo>
                    <a:pt x="2845747" y="755683"/>
                  </a:lnTo>
                  <a:lnTo>
                    <a:pt x="2795983" y="793392"/>
                  </a:lnTo>
                  <a:lnTo>
                    <a:pt x="2770117" y="815075"/>
                  </a:lnTo>
                  <a:lnTo>
                    <a:pt x="2727142" y="854169"/>
                  </a:lnTo>
                  <a:lnTo>
                    <a:pt x="2684583" y="896556"/>
                  </a:lnTo>
                  <a:lnTo>
                    <a:pt x="2642116" y="942300"/>
                  </a:lnTo>
                  <a:lnTo>
                    <a:pt x="2599501" y="991391"/>
                  </a:lnTo>
                  <a:lnTo>
                    <a:pt x="2556567" y="1043736"/>
                  </a:lnTo>
                  <a:lnTo>
                    <a:pt x="2513211" y="1099156"/>
                  </a:lnTo>
                  <a:lnTo>
                    <a:pt x="2469388" y="1157378"/>
                  </a:lnTo>
                  <a:lnTo>
                    <a:pt x="2425103" y="1218040"/>
                  </a:lnTo>
                  <a:lnTo>
                    <a:pt x="2380411" y="1280695"/>
                  </a:lnTo>
                  <a:lnTo>
                    <a:pt x="2335401" y="1344823"/>
                  </a:lnTo>
                  <a:lnTo>
                    <a:pt x="2290191" y="1409849"/>
                  </a:lnTo>
                  <a:lnTo>
                    <a:pt x="2244916" y="1475162"/>
                  </a:lnTo>
                  <a:lnTo>
                    <a:pt x="2199716" y="1540140"/>
                  </a:lnTo>
                  <a:lnTo>
                    <a:pt x="2154726" y="1604176"/>
                  </a:lnTo>
                  <a:lnTo>
                    <a:pt x="2110062" y="1666697"/>
                  </a:lnTo>
                  <a:lnTo>
                    <a:pt x="2065811" y="1727188"/>
                  </a:lnTo>
                  <a:lnTo>
                    <a:pt x="2022024" y="1785209"/>
                  </a:lnTo>
                  <a:lnTo>
                    <a:pt x="1978702" y="1840404"/>
                  </a:lnTo>
                  <a:lnTo>
                    <a:pt x="1935797" y="1892508"/>
                  </a:lnTo>
                  <a:lnTo>
                    <a:pt x="1893200" y="1941346"/>
                  </a:lnTo>
                  <a:lnTo>
                    <a:pt x="1850736" y="1986835"/>
                  </a:lnTo>
                  <a:lnTo>
                    <a:pt x="1808157" y="2028969"/>
                  </a:lnTo>
                  <a:lnTo>
                    <a:pt x="1768425" y="2064982"/>
                  </a:lnTo>
                  <a:lnTo>
                    <a:pt x="1719454" y="2104829"/>
                  </a:lnTo>
                  <a:lnTo>
                    <a:pt x="1668823" y="2140675"/>
                  </a:lnTo>
                  <a:lnTo>
                    <a:pt x="1615744" y="2172724"/>
                  </a:lnTo>
                  <a:lnTo>
                    <a:pt x="1559334" y="2201323"/>
                  </a:lnTo>
                  <a:lnTo>
                    <a:pt x="1498695" y="2226864"/>
                  </a:lnTo>
                  <a:lnTo>
                    <a:pt x="1432990" y="2249723"/>
                  </a:lnTo>
                  <a:lnTo>
                    <a:pt x="1361535" y="2270232"/>
                  </a:lnTo>
                  <a:lnTo>
                    <a:pt x="1283932" y="2288660"/>
                  </a:lnTo>
                  <a:lnTo>
                    <a:pt x="1200239" y="2305202"/>
                  </a:lnTo>
                  <a:lnTo>
                    <a:pt x="1111167" y="2319981"/>
                  </a:lnTo>
                  <a:lnTo>
                    <a:pt x="1018284" y="2333046"/>
                  </a:lnTo>
                  <a:lnTo>
                    <a:pt x="924151" y="2344394"/>
                  </a:lnTo>
                  <a:lnTo>
                    <a:pt x="832289" y="2353984"/>
                  </a:lnTo>
                  <a:lnTo>
                    <a:pt x="746893" y="2361782"/>
                  </a:lnTo>
                  <a:lnTo>
                    <a:pt x="672243" y="2367798"/>
                  </a:lnTo>
                  <a:lnTo>
                    <a:pt x="611894" y="2372122"/>
                  </a:lnTo>
                  <a:lnTo>
                    <a:pt x="567872" y="2374944"/>
                  </a:lnTo>
                  <a:lnTo>
                    <a:pt x="540119" y="2376543"/>
                  </a:lnTo>
                  <a:lnTo>
                    <a:pt x="526362" y="2377259"/>
                  </a:lnTo>
                  <a:lnTo>
                    <a:pt x="522320" y="2377450"/>
                  </a:lnTo>
                  <a:lnTo>
                    <a:pt x="522133" y="2377459"/>
                  </a:lnTo>
                  <a:lnTo>
                    <a:pt x="0" y="2377459"/>
                  </a:lnTo>
                  <a:close/>
                </a:path>
              </a:pathLst>
            </a:custGeom>
            <a:solidFill>
              <a:srgbClr val="E78AC3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1362" name="pl1362"/>
            <p:cNvSpPr/>
            <p:nvPr/>
          </p:nvSpPr>
          <p:spPr>
            <a:xfrm>
              <a:off x="386606" y="2371451"/>
              <a:ext cx="8554953" cy="2377459"/>
            </a:xfrm>
            <a:custGeom>
              <a:avLst/>
              <a:pathLst>
                <a:path w="8554953" h="2377459">
                  <a:moveTo>
                    <a:pt x="0" y="2377459"/>
                  </a:moveTo>
                  <a:lnTo>
                    <a:pt x="522133" y="2377459"/>
                  </a:lnTo>
                  <a:lnTo>
                    <a:pt x="523347" y="2377404"/>
                  </a:lnTo>
                  <a:lnTo>
                    <a:pt x="531293" y="2377011"/>
                  </a:lnTo>
                  <a:lnTo>
                    <a:pt x="551188" y="2375925"/>
                  </a:lnTo>
                  <a:lnTo>
                    <a:pt x="586413" y="2373793"/>
                  </a:lnTo>
                  <a:lnTo>
                    <a:pt x="638211" y="2370297"/>
                  </a:lnTo>
                  <a:lnTo>
                    <a:pt x="705622" y="2365198"/>
                  </a:lnTo>
                  <a:lnTo>
                    <a:pt x="785813" y="2358353"/>
                  </a:lnTo>
                  <a:lnTo>
                    <a:pt x="874782" y="2349713"/>
                  </a:lnTo>
                  <a:lnTo>
                    <a:pt x="968200" y="2339294"/>
                  </a:lnTo>
                  <a:lnTo>
                    <a:pt x="1062130" y="2327138"/>
                  </a:lnTo>
                  <a:lnTo>
                    <a:pt x="1153485" y="2313272"/>
                  </a:lnTo>
                  <a:lnTo>
                    <a:pt x="1240176" y="2297678"/>
                  </a:lnTo>
                  <a:lnTo>
                    <a:pt x="1321060" y="2280272"/>
                  </a:lnTo>
                  <a:lnTo>
                    <a:pt x="1395758" y="2260898"/>
                  </a:lnTo>
                  <a:lnTo>
                    <a:pt x="1464449" y="2239326"/>
                  </a:lnTo>
                  <a:lnTo>
                    <a:pt x="1527683" y="2215255"/>
                  </a:lnTo>
                  <a:lnTo>
                    <a:pt x="1586231" y="2188330"/>
                  </a:lnTo>
                  <a:lnTo>
                    <a:pt x="1640968" y="2158163"/>
                  </a:lnTo>
                  <a:lnTo>
                    <a:pt x="1692795" y="2124373"/>
                  </a:lnTo>
                  <a:lnTo>
                    <a:pt x="1742559" y="2086665"/>
                  </a:lnTo>
                  <a:lnTo>
                    <a:pt x="1768425" y="2064982"/>
                  </a:lnTo>
                  <a:lnTo>
                    <a:pt x="1811400" y="2025887"/>
                  </a:lnTo>
                  <a:lnTo>
                    <a:pt x="1853959" y="1983500"/>
                  </a:lnTo>
                  <a:lnTo>
                    <a:pt x="1896426" y="1937756"/>
                  </a:lnTo>
                  <a:lnTo>
                    <a:pt x="1939041" y="1888665"/>
                  </a:lnTo>
                  <a:lnTo>
                    <a:pt x="1981975" y="1836320"/>
                  </a:lnTo>
                  <a:lnTo>
                    <a:pt x="2025331" y="1780900"/>
                  </a:lnTo>
                  <a:lnTo>
                    <a:pt x="2069155" y="1722678"/>
                  </a:lnTo>
                  <a:lnTo>
                    <a:pt x="2113439" y="1662016"/>
                  </a:lnTo>
                  <a:lnTo>
                    <a:pt x="2158131" y="1599361"/>
                  </a:lnTo>
                  <a:lnTo>
                    <a:pt x="2203141" y="1535234"/>
                  </a:lnTo>
                  <a:lnTo>
                    <a:pt x="2248351" y="1470208"/>
                  </a:lnTo>
                  <a:lnTo>
                    <a:pt x="2293627" y="1404895"/>
                  </a:lnTo>
                  <a:lnTo>
                    <a:pt x="2338826" y="1339916"/>
                  </a:lnTo>
                  <a:lnTo>
                    <a:pt x="2383816" y="1275880"/>
                  </a:lnTo>
                  <a:lnTo>
                    <a:pt x="2428480" y="1213359"/>
                  </a:lnTo>
                  <a:lnTo>
                    <a:pt x="2472731" y="1152868"/>
                  </a:lnTo>
                  <a:lnTo>
                    <a:pt x="2516519" y="1094847"/>
                  </a:lnTo>
                  <a:lnTo>
                    <a:pt x="2559840" y="1039652"/>
                  </a:lnTo>
                  <a:lnTo>
                    <a:pt x="2602745" y="987549"/>
                  </a:lnTo>
                  <a:lnTo>
                    <a:pt x="2645342" y="938710"/>
                  </a:lnTo>
                  <a:lnTo>
                    <a:pt x="2687807" y="893222"/>
                  </a:lnTo>
                  <a:lnTo>
                    <a:pt x="2730385" y="851087"/>
                  </a:lnTo>
                  <a:lnTo>
                    <a:pt x="2770117" y="815075"/>
                  </a:lnTo>
                  <a:lnTo>
                    <a:pt x="2819088" y="775227"/>
                  </a:lnTo>
                  <a:lnTo>
                    <a:pt x="2869719" y="739381"/>
                  </a:lnTo>
                  <a:lnTo>
                    <a:pt x="2922799" y="707333"/>
                  </a:lnTo>
                  <a:lnTo>
                    <a:pt x="2979209" y="678733"/>
                  </a:lnTo>
                  <a:lnTo>
                    <a:pt x="3039847" y="653193"/>
                  </a:lnTo>
                  <a:lnTo>
                    <a:pt x="3105552" y="630334"/>
                  </a:lnTo>
                  <a:lnTo>
                    <a:pt x="3177007" y="609824"/>
                  </a:lnTo>
                  <a:lnTo>
                    <a:pt x="3254610" y="591397"/>
                  </a:lnTo>
                  <a:lnTo>
                    <a:pt x="3338303" y="574854"/>
                  </a:lnTo>
                  <a:lnTo>
                    <a:pt x="3427376" y="560076"/>
                  </a:lnTo>
                  <a:lnTo>
                    <a:pt x="3520258" y="547010"/>
                  </a:lnTo>
                  <a:lnTo>
                    <a:pt x="3614392" y="535663"/>
                  </a:lnTo>
                  <a:lnTo>
                    <a:pt x="3706254" y="526072"/>
                  </a:lnTo>
                  <a:lnTo>
                    <a:pt x="3791649" y="518274"/>
                  </a:lnTo>
                  <a:lnTo>
                    <a:pt x="3866299" y="512259"/>
                  </a:lnTo>
                  <a:lnTo>
                    <a:pt x="3926648" y="507935"/>
                  </a:lnTo>
                  <a:lnTo>
                    <a:pt x="3970671" y="505113"/>
                  </a:lnTo>
                  <a:lnTo>
                    <a:pt x="3998423" y="503513"/>
                  </a:lnTo>
                  <a:lnTo>
                    <a:pt x="4012180" y="502797"/>
                  </a:lnTo>
                  <a:lnTo>
                    <a:pt x="4016222" y="502606"/>
                  </a:lnTo>
                  <a:lnTo>
                    <a:pt x="4016409" y="502598"/>
                  </a:lnTo>
                  <a:lnTo>
                    <a:pt x="4538543" y="502598"/>
                  </a:lnTo>
                  <a:lnTo>
                    <a:pt x="4539808" y="502582"/>
                  </a:lnTo>
                  <a:lnTo>
                    <a:pt x="4548083" y="502472"/>
                  </a:lnTo>
                  <a:lnTo>
                    <a:pt x="4568771" y="502169"/>
                  </a:lnTo>
                  <a:lnTo>
                    <a:pt x="4605322" y="501572"/>
                  </a:lnTo>
                  <a:lnTo>
                    <a:pt x="4658921" y="500596"/>
                  </a:lnTo>
                  <a:lnTo>
                    <a:pt x="4728424" y="499173"/>
                  </a:lnTo>
                  <a:lnTo>
                    <a:pt x="4810753" y="497267"/>
                  </a:lnTo>
                  <a:lnTo>
                    <a:pt x="4901670" y="494866"/>
                  </a:lnTo>
                  <a:lnTo>
                    <a:pt x="4996672" y="491976"/>
                  </a:lnTo>
                  <a:lnTo>
                    <a:pt x="5091743" y="488608"/>
                  </a:lnTo>
                  <a:lnTo>
                    <a:pt x="5183797" y="484768"/>
                  </a:lnTo>
                  <a:lnTo>
                    <a:pt x="5270813" y="480450"/>
                  </a:lnTo>
                  <a:lnTo>
                    <a:pt x="5351740" y="475626"/>
                  </a:lnTo>
                  <a:lnTo>
                    <a:pt x="5426303" y="470250"/>
                  </a:lnTo>
                  <a:lnTo>
                    <a:pt x="5494776" y="464252"/>
                  </a:lnTo>
                  <a:lnTo>
                    <a:pt x="5557791" y="457545"/>
                  </a:lnTo>
                  <a:lnTo>
                    <a:pt x="5616183" y="450027"/>
                  </a:lnTo>
                  <a:lnTo>
                    <a:pt x="5670881" y="441589"/>
                  </a:lnTo>
                  <a:lnTo>
                    <a:pt x="5722816" y="432128"/>
                  </a:lnTo>
                  <a:lnTo>
                    <a:pt x="5772844" y="421573"/>
                  </a:lnTo>
                  <a:lnTo>
                    <a:pt x="5784835" y="418831"/>
                  </a:lnTo>
                  <a:lnTo>
                    <a:pt x="5837684" y="405801"/>
                  </a:lnTo>
                  <a:lnTo>
                    <a:pt x="5890022" y="391424"/>
                  </a:lnTo>
                  <a:lnTo>
                    <a:pt x="5942399" y="375682"/>
                  </a:lnTo>
                  <a:lnTo>
                    <a:pt x="5995186" y="358604"/>
                  </a:lnTo>
                  <a:lnTo>
                    <a:pt x="6048601" y="340270"/>
                  </a:lnTo>
                  <a:lnTo>
                    <a:pt x="6102725" y="320820"/>
                  </a:lnTo>
                  <a:lnTo>
                    <a:pt x="6157522" y="300446"/>
                  </a:lnTo>
                  <a:lnTo>
                    <a:pt x="6212856" y="279391"/>
                  </a:lnTo>
                  <a:lnTo>
                    <a:pt x="6268521" y="257935"/>
                  </a:lnTo>
                  <a:lnTo>
                    <a:pt x="6324267" y="236384"/>
                  </a:lnTo>
                  <a:lnTo>
                    <a:pt x="6379832" y="215048"/>
                  </a:lnTo>
                  <a:lnTo>
                    <a:pt x="6434981" y="194223"/>
                  </a:lnTo>
                  <a:lnTo>
                    <a:pt x="6489531" y="174178"/>
                  </a:lnTo>
                  <a:lnTo>
                    <a:pt x="6543381" y="155137"/>
                  </a:lnTo>
                  <a:lnTo>
                    <a:pt x="6596537" y="137273"/>
                  </a:lnTo>
                  <a:lnTo>
                    <a:pt x="6649133" y="120702"/>
                  </a:lnTo>
                  <a:lnTo>
                    <a:pt x="6701441" y="105484"/>
                  </a:lnTo>
                  <a:lnTo>
                    <a:pt x="6753900" y="91630"/>
                  </a:lnTo>
                  <a:lnTo>
                    <a:pt x="6786527" y="83766"/>
                  </a:lnTo>
                  <a:lnTo>
                    <a:pt x="6836204" y="72940"/>
                  </a:lnTo>
                  <a:lnTo>
                    <a:pt x="6887600" y="63217"/>
                  </a:lnTo>
                  <a:lnTo>
                    <a:pt x="6941540" y="54538"/>
                  </a:lnTo>
                  <a:lnTo>
                    <a:pt x="6998945" y="46806"/>
                  </a:lnTo>
                  <a:lnTo>
                    <a:pt x="7060750" y="39912"/>
                  </a:lnTo>
                  <a:lnTo>
                    <a:pt x="7127824" y="33750"/>
                  </a:lnTo>
                  <a:lnTo>
                    <a:pt x="7200860" y="28228"/>
                  </a:lnTo>
                  <a:lnTo>
                    <a:pt x="7280237" y="23275"/>
                  </a:lnTo>
                  <a:lnTo>
                    <a:pt x="7365832" y="18837"/>
                  </a:lnTo>
                  <a:lnTo>
                    <a:pt x="7456805" y="14882"/>
                  </a:lnTo>
                  <a:lnTo>
                    <a:pt x="7551384" y="11399"/>
                  </a:lnTo>
                  <a:lnTo>
                    <a:pt x="7646741" y="8391"/>
                  </a:lnTo>
                  <a:lnTo>
                    <a:pt x="7739061" y="5870"/>
                  </a:lnTo>
                  <a:lnTo>
                    <a:pt x="7823900" y="3843"/>
                  </a:lnTo>
                  <a:lnTo>
                    <a:pt x="7896873" y="2305"/>
                  </a:lnTo>
                  <a:lnTo>
                    <a:pt x="7954538" y="1225"/>
                  </a:lnTo>
                  <a:lnTo>
                    <a:pt x="7995228" y="543"/>
                  </a:lnTo>
                  <a:lnTo>
                    <a:pt x="8019547" y="177"/>
                  </a:lnTo>
                  <a:lnTo>
                    <a:pt x="8030419" y="29"/>
                  </a:lnTo>
                  <a:lnTo>
                    <a:pt x="8032800" y="0"/>
                  </a:lnTo>
                  <a:lnTo>
                    <a:pt x="8032819" y="0"/>
                  </a:lnTo>
                  <a:lnTo>
                    <a:pt x="8554953" y="0"/>
                  </a:lnTo>
                  <a:lnTo>
                    <a:pt x="8554953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363" name="pl1363"/>
            <p:cNvSpPr/>
            <p:nvPr/>
          </p:nvSpPr>
          <p:spPr>
            <a:xfrm>
              <a:off x="386606" y="2365804"/>
              <a:ext cx="8554953" cy="2377459"/>
            </a:xfrm>
            <a:custGeom>
              <a:avLst/>
              <a:pathLst>
                <a:path w="8554953" h="2377459">
                  <a:moveTo>
                    <a:pt x="8554953" y="0"/>
                  </a:moveTo>
                  <a:lnTo>
                    <a:pt x="8032819" y="0"/>
                  </a:lnTo>
                  <a:lnTo>
                    <a:pt x="8031553" y="15"/>
                  </a:lnTo>
                  <a:lnTo>
                    <a:pt x="8023279" y="125"/>
                  </a:lnTo>
                  <a:lnTo>
                    <a:pt x="8002591" y="428"/>
                  </a:lnTo>
                  <a:lnTo>
                    <a:pt x="7966039" y="1025"/>
                  </a:lnTo>
                  <a:lnTo>
                    <a:pt x="7912441" y="2002"/>
                  </a:lnTo>
                  <a:lnTo>
                    <a:pt x="7842938" y="3424"/>
                  </a:lnTo>
                  <a:lnTo>
                    <a:pt x="7760609" y="5330"/>
                  </a:lnTo>
                  <a:lnTo>
                    <a:pt x="7669692" y="7731"/>
                  </a:lnTo>
                  <a:lnTo>
                    <a:pt x="7574690" y="10621"/>
                  </a:lnTo>
                  <a:lnTo>
                    <a:pt x="7479619" y="13989"/>
                  </a:lnTo>
                  <a:lnTo>
                    <a:pt x="7387565" y="17829"/>
                  </a:lnTo>
                  <a:lnTo>
                    <a:pt x="7300549" y="22147"/>
                  </a:lnTo>
                  <a:lnTo>
                    <a:pt x="7219622" y="26971"/>
                  </a:lnTo>
                  <a:lnTo>
                    <a:pt x="7145059" y="32348"/>
                  </a:lnTo>
                  <a:lnTo>
                    <a:pt x="7076586" y="38346"/>
                  </a:lnTo>
                  <a:lnTo>
                    <a:pt x="7013571" y="45052"/>
                  </a:lnTo>
                  <a:lnTo>
                    <a:pt x="6955179" y="52570"/>
                  </a:lnTo>
                  <a:lnTo>
                    <a:pt x="6900481" y="61008"/>
                  </a:lnTo>
                  <a:lnTo>
                    <a:pt x="6848546" y="70469"/>
                  </a:lnTo>
                  <a:lnTo>
                    <a:pt x="6798518" y="81024"/>
                  </a:lnTo>
                  <a:lnTo>
                    <a:pt x="6786527" y="83766"/>
                  </a:lnTo>
                  <a:lnTo>
                    <a:pt x="6733678" y="96797"/>
                  </a:lnTo>
                  <a:lnTo>
                    <a:pt x="6681340" y="111173"/>
                  </a:lnTo>
                  <a:lnTo>
                    <a:pt x="6628963" y="126915"/>
                  </a:lnTo>
                  <a:lnTo>
                    <a:pt x="6576176" y="143994"/>
                  </a:lnTo>
                  <a:lnTo>
                    <a:pt x="6522761" y="162327"/>
                  </a:lnTo>
                  <a:lnTo>
                    <a:pt x="6468637" y="181777"/>
                  </a:lnTo>
                  <a:lnTo>
                    <a:pt x="6413840" y="202151"/>
                  </a:lnTo>
                  <a:lnTo>
                    <a:pt x="6358506" y="223207"/>
                  </a:lnTo>
                  <a:lnTo>
                    <a:pt x="6302841" y="244662"/>
                  </a:lnTo>
                  <a:lnTo>
                    <a:pt x="6247095" y="266213"/>
                  </a:lnTo>
                  <a:lnTo>
                    <a:pt x="6191530" y="287549"/>
                  </a:lnTo>
                  <a:lnTo>
                    <a:pt x="6136381" y="308374"/>
                  </a:lnTo>
                  <a:lnTo>
                    <a:pt x="6081831" y="328419"/>
                  </a:lnTo>
                  <a:lnTo>
                    <a:pt x="6027981" y="347460"/>
                  </a:lnTo>
                  <a:lnTo>
                    <a:pt x="5974825" y="365324"/>
                  </a:lnTo>
                  <a:lnTo>
                    <a:pt x="5922229" y="381896"/>
                  </a:lnTo>
                  <a:lnTo>
                    <a:pt x="5869921" y="397113"/>
                  </a:lnTo>
                  <a:lnTo>
                    <a:pt x="5817462" y="410968"/>
                  </a:lnTo>
                  <a:lnTo>
                    <a:pt x="5784835" y="418831"/>
                  </a:lnTo>
                  <a:lnTo>
                    <a:pt x="5735158" y="429657"/>
                  </a:lnTo>
                  <a:lnTo>
                    <a:pt x="5683762" y="439380"/>
                  </a:lnTo>
                  <a:lnTo>
                    <a:pt x="5629822" y="448059"/>
                  </a:lnTo>
                  <a:lnTo>
                    <a:pt x="5572417" y="455791"/>
                  </a:lnTo>
                  <a:lnTo>
                    <a:pt x="5510612" y="462686"/>
                  </a:lnTo>
                  <a:lnTo>
                    <a:pt x="5443538" y="468848"/>
                  </a:lnTo>
                  <a:lnTo>
                    <a:pt x="5370502" y="474369"/>
                  </a:lnTo>
                  <a:lnTo>
                    <a:pt x="5291125" y="479322"/>
                  </a:lnTo>
                  <a:lnTo>
                    <a:pt x="5205530" y="483761"/>
                  </a:lnTo>
                  <a:lnTo>
                    <a:pt x="5114557" y="487715"/>
                  </a:lnTo>
                  <a:lnTo>
                    <a:pt x="5019978" y="491198"/>
                  </a:lnTo>
                  <a:lnTo>
                    <a:pt x="4924620" y="494206"/>
                  </a:lnTo>
                  <a:lnTo>
                    <a:pt x="4832300" y="496727"/>
                  </a:lnTo>
                  <a:lnTo>
                    <a:pt x="4747462" y="498754"/>
                  </a:lnTo>
                  <a:lnTo>
                    <a:pt x="4674489" y="500292"/>
                  </a:lnTo>
                  <a:lnTo>
                    <a:pt x="4616824" y="501372"/>
                  </a:lnTo>
                  <a:lnTo>
                    <a:pt x="4576134" y="502054"/>
                  </a:lnTo>
                  <a:lnTo>
                    <a:pt x="4551815" y="502420"/>
                  </a:lnTo>
                  <a:lnTo>
                    <a:pt x="4540943" y="502568"/>
                  </a:lnTo>
                  <a:lnTo>
                    <a:pt x="4538562" y="502598"/>
                  </a:lnTo>
                  <a:lnTo>
                    <a:pt x="4538543" y="502598"/>
                  </a:lnTo>
                  <a:lnTo>
                    <a:pt x="4016409" y="502598"/>
                  </a:lnTo>
                  <a:lnTo>
                    <a:pt x="4015195" y="502653"/>
                  </a:lnTo>
                  <a:lnTo>
                    <a:pt x="4007249" y="503045"/>
                  </a:lnTo>
                  <a:lnTo>
                    <a:pt x="3987354" y="504131"/>
                  </a:lnTo>
                  <a:lnTo>
                    <a:pt x="3952130" y="506263"/>
                  </a:lnTo>
                  <a:lnTo>
                    <a:pt x="3900331" y="509759"/>
                  </a:lnTo>
                  <a:lnTo>
                    <a:pt x="3832920" y="514858"/>
                  </a:lnTo>
                  <a:lnTo>
                    <a:pt x="3752730" y="521703"/>
                  </a:lnTo>
                  <a:lnTo>
                    <a:pt x="3663760" y="530343"/>
                  </a:lnTo>
                  <a:lnTo>
                    <a:pt x="3570342" y="540762"/>
                  </a:lnTo>
                  <a:lnTo>
                    <a:pt x="3476412" y="552918"/>
                  </a:lnTo>
                  <a:lnTo>
                    <a:pt x="3385058" y="566784"/>
                  </a:lnTo>
                  <a:lnTo>
                    <a:pt x="3298366" y="582378"/>
                  </a:lnTo>
                  <a:lnTo>
                    <a:pt x="3217482" y="599784"/>
                  </a:lnTo>
                  <a:lnTo>
                    <a:pt x="3142785" y="619158"/>
                  </a:lnTo>
                  <a:lnTo>
                    <a:pt x="3074093" y="640730"/>
                  </a:lnTo>
                  <a:lnTo>
                    <a:pt x="3010859" y="664801"/>
                  </a:lnTo>
                  <a:lnTo>
                    <a:pt x="2952311" y="691726"/>
                  </a:lnTo>
                  <a:lnTo>
                    <a:pt x="2897574" y="721893"/>
                  </a:lnTo>
                  <a:lnTo>
                    <a:pt x="2845747" y="755683"/>
                  </a:lnTo>
                  <a:lnTo>
                    <a:pt x="2795983" y="793392"/>
                  </a:lnTo>
                  <a:lnTo>
                    <a:pt x="2770117" y="815075"/>
                  </a:lnTo>
                  <a:lnTo>
                    <a:pt x="2727142" y="854169"/>
                  </a:lnTo>
                  <a:lnTo>
                    <a:pt x="2684583" y="896556"/>
                  </a:lnTo>
                  <a:lnTo>
                    <a:pt x="2642116" y="942300"/>
                  </a:lnTo>
                  <a:lnTo>
                    <a:pt x="2599501" y="991391"/>
                  </a:lnTo>
                  <a:lnTo>
                    <a:pt x="2556567" y="1043736"/>
                  </a:lnTo>
                  <a:lnTo>
                    <a:pt x="2513211" y="1099156"/>
                  </a:lnTo>
                  <a:lnTo>
                    <a:pt x="2469388" y="1157378"/>
                  </a:lnTo>
                  <a:lnTo>
                    <a:pt x="2425103" y="1218040"/>
                  </a:lnTo>
                  <a:lnTo>
                    <a:pt x="2380411" y="1280695"/>
                  </a:lnTo>
                  <a:lnTo>
                    <a:pt x="2335401" y="1344823"/>
                  </a:lnTo>
                  <a:lnTo>
                    <a:pt x="2290191" y="1409849"/>
                  </a:lnTo>
                  <a:lnTo>
                    <a:pt x="2244916" y="1475162"/>
                  </a:lnTo>
                  <a:lnTo>
                    <a:pt x="2199716" y="1540140"/>
                  </a:lnTo>
                  <a:lnTo>
                    <a:pt x="2154726" y="1604176"/>
                  </a:lnTo>
                  <a:lnTo>
                    <a:pt x="2110062" y="1666697"/>
                  </a:lnTo>
                  <a:lnTo>
                    <a:pt x="2065811" y="1727188"/>
                  </a:lnTo>
                  <a:lnTo>
                    <a:pt x="2022024" y="1785209"/>
                  </a:lnTo>
                  <a:lnTo>
                    <a:pt x="1978702" y="1840404"/>
                  </a:lnTo>
                  <a:lnTo>
                    <a:pt x="1935797" y="1892508"/>
                  </a:lnTo>
                  <a:lnTo>
                    <a:pt x="1893200" y="1941346"/>
                  </a:lnTo>
                  <a:lnTo>
                    <a:pt x="1850736" y="1986835"/>
                  </a:lnTo>
                  <a:lnTo>
                    <a:pt x="1808157" y="2028969"/>
                  </a:lnTo>
                  <a:lnTo>
                    <a:pt x="1768425" y="2064982"/>
                  </a:lnTo>
                  <a:lnTo>
                    <a:pt x="1719454" y="2104829"/>
                  </a:lnTo>
                  <a:lnTo>
                    <a:pt x="1668823" y="2140675"/>
                  </a:lnTo>
                  <a:lnTo>
                    <a:pt x="1615744" y="2172724"/>
                  </a:lnTo>
                  <a:lnTo>
                    <a:pt x="1559334" y="2201323"/>
                  </a:lnTo>
                  <a:lnTo>
                    <a:pt x="1498695" y="2226864"/>
                  </a:lnTo>
                  <a:lnTo>
                    <a:pt x="1432990" y="2249723"/>
                  </a:lnTo>
                  <a:lnTo>
                    <a:pt x="1361535" y="2270232"/>
                  </a:lnTo>
                  <a:lnTo>
                    <a:pt x="1283932" y="2288660"/>
                  </a:lnTo>
                  <a:lnTo>
                    <a:pt x="1200239" y="2305202"/>
                  </a:lnTo>
                  <a:lnTo>
                    <a:pt x="1111167" y="2319981"/>
                  </a:lnTo>
                  <a:lnTo>
                    <a:pt x="1018284" y="2333046"/>
                  </a:lnTo>
                  <a:lnTo>
                    <a:pt x="924151" y="2344394"/>
                  </a:lnTo>
                  <a:lnTo>
                    <a:pt x="832289" y="2353984"/>
                  </a:lnTo>
                  <a:lnTo>
                    <a:pt x="746893" y="2361782"/>
                  </a:lnTo>
                  <a:lnTo>
                    <a:pt x="672243" y="2367798"/>
                  </a:lnTo>
                  <a:lnTo>
                    <a:pt x="611894" y="2372122"/>
                  </a:lnTo>
                  <a:lnTo>
                    <a:pt x="567872" y="2374944"/>
                  </a:lnTo>
                  <a:lnTo>
                    <a:pt x="540119" y="2376543"/>
                  </a:lnTo>
                  <a:lnTo>
                    <a:pt x="526362" y="2377259"/>
                  </a:lnTo>
                  <a:lnTo>
                    <a:pt x="522320" y="2377450"/>
                  </a:lnTo>
                  <a:lnTo>
                    <a:pt x="522133" y="2377459"/>
                  </a:lnTo>
                  <a:lnTo>
                    <a:pt x="0" y="2377459"/>
                  </a:lnTo>
                  <a:lnTo>
                    <a:pt x="0" y="2377459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364" name="pg1364"/>
            <p:cNvSpPr/>
            <p:nvPr/>
          </p:nvSpPr>
          <p:spPr>
            <a:xfrm>
              <a:off x="386606" y="1287194"/>
              <a:ext cx="8554953" cy="3286653"/>
            </a:xfrm>
            <a:custGeom>
              <a:avLst/>
              <a:pathLst>
                <a:path w="8554953" h="3286653">
                  <a:moveTo>
                    <a:pt x="0" y="3286653"/>
                  </a:moveTo>
                  <a:lnTo>
                    <a:pt x="522133" y="3286653"/>
                  </a:lnTo>
                  <a:lnTo>
                    <a:pt x="523249" y="3286565"/>
                  </a:lnTo>
                  <a:lnTo>
                    <a:pt x="530564" y="3285935"/>
                  </a:lnTo>
                  <a:lnTo>
                    <a:pt x="548932" y="3284195"/>
                  </a:lnTo>
                  <a:lnTo>
                    <a:pt x="581586" y="3280772"/>
                  </a:lnTo>
                  <a:lnTo>
                    <a:pt x="629870" y="3275151"/>
                  </a:lnTo>
                  <a:lnTo>
                    <a:pt x="693149" y="3266927"/>
                  </a:lnTo>
                  <a:lnTo>
                    <a:pt x="769055" y="3255846"/>
                  </a:lnTo>
                  <a:lnTo>
                    <a:pt x="854049" y="3241805"/>
                  </a:lnTo>
                  <a:lnTo>
                    <a:pt x="944158" y="3224812"/>
                  </a:lnTo>
                  <a:lnTo>
                    <a:pt x="1035633" y="3204932"/>
                  </a:lnTo>
                  <a:lnTo>
                    <a:pt x="1125403" y="3182220"/>
                  </a:lnTo>
                  <a:lnTo>
                    <a:pt x="1211280" y="3156672"/>
                  </a:lnTo>
                  <a:lnTo>
                    <a:pt x="1291948" y="3128193"/>
                  </a:lnTo>
                  <a:lnTo>
                    <a:pt x="1366833" y="3096572"/>
                  </a:lnTo>
                  <a:lnTo>
                    <a:pt x="1435928" y="3061485"/>
                  </a:lnTo>
                  <a:lnTo>
                    <a:pt x="1499616" y="3022494"/>
                  </a:lnTo>
                  <a:lnTo>
                    <a:pt x="1558530" y="2979065"/>
                  </a:lnTo>
                  <a:lnTo>
                    <a:pt x="1613441" y="2930592"/>
                  </a:lnTo>
                  <a:lnTo>
                    <a:pt x="1665172" y="2876446"/>
                  </a:lnTo>
                  <a:lnTo>
                    <a:pt x="1714535" y="2816062"/>
                  </a:lnTo>
                  <a:lnTo>
                    <a:pt x="1762264" y="2749080"/>
                  </a:lnTo>
                  <a:lnTo>
                    <a:pt x="1768425" y="2739819"/>
                  </a:lnTo>
                  <a:lnTo>
                    <a:pt x="1803534" y="2684422"/>
                  </a:lnTo>
                  <a:lnTo>
                    <a:pt x="1838321" y="2625208"/>
                  </a:lnTo>
                  <a:lnTo>
                    <a:pt x="1872975" y="2562099"/>
                  </a:lnTo>
                  <a:lnTo>
                    <a:pt x="1907648" y="2495071"/>
                  </a:lnTo>
                  <a:lnTo>
                    <a:pt x="1942455" y="2424159"/>
                  </a:lnTo>
                  <a:lnTo>
                    <a:pt x="1977482" y="2349466"/>
                  </a:lnTo>
                  <a:lnTo>
                    <a:pt x="2012786" y="2271160"/>
                  </a:lnTo>
                  <a:lnTo>
                    <a:pt x="2048398" y="2189483"/>
                  </a:lnTo>
                  <a:lnTo>
                    <a:pt x="2084323" y="2104749"/>
                  </a:lnTo>
                  <a:lnTo>
                    <a:pt x="2120548" y="2017338"/>
                  </a:lnTo>
                  <a:lnTo>
                    <a:pt x="2157036" y="1927694"/>
                  </a:lnTo>
                  <a:lnTo>
                    <a:pt x="2193739" y="1836316"/>
                  </a:lnTo>
                  <a:lnTo>
                    <a:pt x="2230592" y="1743746"/>
                  </a:lnTo>
                  <a:lnTo>
                    <a:pt x="2267525" y="1650559"/>
                  </a:lnTo>
                  <a:lnTo>
                    <a:pt x="2304462" y="1557344"/>
                  </a:lnTo>
                  <a:lnTo>
                    <a:pt x="2341326" y="1464691"/>
                  </a:lnTo>
                  <a:lnTo>
                    <a:pt x="2378045" y="1373177"/>
                  </a:lnTo>
                  <a:lnTo>
                    <a:pt x="2414556" y="1283347"/>
                  </a:lnTo>
                  <a:lnTo>
                    <a:pt x="2450807" y="1195704"/>
                  </a:lnTo>
                  <a:lnTo>
                    <a:pt x="2486762" y="1110700"/>
                  </a:lnTo>
                  <a:lnTo>
                    <a:pt x="2522404" y="1028720"/>
                  </a:lnTo>
                  <a:lnTo>
                    <a:pt x="2557736" y="950084"/>
                  </a:lnTo>
                  <a:lnTo>
                    <a:pt x="2592787" y="875040"/>
                  </a:lnTo>
                  <a:lnTo>
                    <a:pt x="2627612" y="803766"/>
                  </a:lnTo>
                  <a:lnTo>
                    <a:pt x="2662293" y="736368"/>
                  </a:lnTo>
                  <a:lnTo>
                    <a:pt x="2696943" y="672889"/>
                  </a:lnTo>
                  <a:lnTo>
                    <a:pt x="2731710" y="613309"/>
                  </a:lnTo>
                  <a:lnTo>
                    <a:pt x="2766779" y="557557"/>
                  </a:lnTo>
                  <a:lnTo>
                    <a:pt x="2770117" y="552481"/>
                  </a:lnTo>
                  <a:lnTo>
                    <a:pt x="2817679" y="484628"/>
                  </a:lnTo>
                  <a:lnTo>
                    <a:pt x="2866789" y="423394"/>
                  </a:lnTo>
                  <a:lnTo>
                    <a:pt x="2918165" y="368461"/>
                  </a:lnTo>
                  <a:lnTo>
                    <a:pt x="2972612" y="319281"/>
                  </a:lnTo>
                  <a:lnTo>
                    <a:pt x="3030957" y="275227"/>
                  </a:lnTo>
                  <a:lnTo>
                    <a:pt x="3093980" y="235688"/>
                  </a:lnTo>
                  <a:lnTo>
                    <a:pt x="3162338" y="200117"/>
                  </a:lnTo>
                  <a:lnTo>
                    <a:pt x="3236455" y="168063"/>
                  </a:lnTo>
                  <a:lnTo>
                    <a:pt x="3316384" y="139186"/>
                  </a:lnTo>
                  <a:lnTo>
                    <a:pt x="3401637" y="113263"/>
                  </a:lnTo>
                  <a:lnTo>
                    <a:pt x="3491003" y="90182"/>
                  </a:lnTo>
                  <a:lnTo>
                    <a:pt x="3582410" y="69928"/>
                  </a:lnTo>
                  <a:lnTo>
                    <a:pt x="3672900" y="52553"/>
                  </a:lnTo>
                  <a:lnTo>
                    <a:pt x="3758792" y="38123"/>
                  </a:lnTo>
                  <a:lnTo>
                    <a:pt x="3836105" y="26658"/>
                  </a:lnTo>
                  <a:lnTo>
                    <a:pt x="3901205" y="18071"/>
                  </a:lnTo>
                  <a:lnTo>
                    <a:pt x="3951530" y="12128"/>
                  </a:lnTo>
                  <a:lnTo>
                    <a:pt x="3986196" y="8446"/>
                  </a:lnTo>
                  <a:lnTo>
                    <a:pt x="4006289" y="6517"/>
                  </a:lnTo>
                  <a:lnTo>
                    <a:pt x="4014807" y="5775"/>
                  </a:lnTo>
                  <a:lnTo>
                    <a:pt x="4016409" y="5647"/>
                  </a:lnTo>
                  <a:lnTo>
                    <a:pt x="4538543" y="5647"/>
                  </a:lnTo>
                  <a:lnTo>
                    <a:pt x="4539750" y="5705"/>
                  </a:lnTo>
                  <a:lnTo>
                    <a:pt x="4547652" y="6120"/>
                  </a:lnTo>
                  <a:lnTo>
                    <a:pt x="4567442" y="7267"/>
                  </a:lnTo>
                  <a:lnTo>
                    <a:pt x="4602489" y="9522"/>
                  </a:lnTo>
                  <a:lnTo>
                    <a:pt x="4654046" y="13218"/>
                  </a:lnTo>
                  <a:lnTo>
                    <a:pt x="4721175" y="18610"/>
                  </a:lnTo>
                  <a:lnTo>
                    <a:pt x="4801077" y="25850"/>
                  </a:lnTo>
                  <a:lnTo>
                    <a:pt x="4889780" y="34992"/>
                  </a:lnTo>
                  <a:lnTo>
                    <a:pt x="4982980" y="46018"/>
                  </a:lnTo>
                  <a:lnTo>
                    <a:pt x="5076752" y="58885"/>
                  </a:lnTo>
                  <a:lnTo>
                    <a:pt x="5168007" y="73563"/>
                  </a:lnTo>
                  <a:lnTo>
                    <a:pt x="5254651" y="90070"/>
                  </a:lnTo>
                  <a:lnTo>
                    <a:pt x="5335525" y="108494"/>
                  </a:lnTo>
                  <a:lnTo>
                    <a:pt x="5410239" y="128997"/>
                  </a:lnTo>
                  <a:lnTo>
                    <a:pt x="5478960" y="151821"/>
                  </a:lnTo>
                  <a:lnTo>
                    <a:pt x="5542224" y="177280"/>
                  </a:lnTo>
                  <a:lnTo>
                    <a:pt x="5600794" y="205751"/>
                  </a:lnTo>
                  <a:lnTo>
                    <a:pt x="5655540" y="237643"/>
                  </a:lnTo>
                  <a:lnTo>
                    <a:pt x="5707355" y="273358"/>
                  </a:lnTo>
                  <a:lnTo>
                    <a:pt x="5757086" y="313215"/>
                  </a:lnTo>
                  <a:lnTo>
                    <a:pt x="5784835" y="337889"/>
                  </a:lnTo>
                  <a:lnTo>
                    <a:pt x="5827001" y="378636"/>
                  </a:lnTo>
                  <a:lnTo>
                    <a:pt x="5868761" y="422753"/>
                  </a:lnTo>
                  <a:lnTo>
                    <a:pt x="5910421" y="470303"/>
                  </a:lnTo>
                  <a:lnTo>
                    <a:pt x="5952214" y="521281"/>
                  </a:lnTo>
                  <a:lnTo>
                    <a:pt x="5994303" y="575601"/>
                  </a:lnTo>
                  <a:lnTo>
                    <a:pt x="6036792" y="633088"/>
                  </a:lnTo>
                  <a:lnTo>
                    <a:pt x="6079729" y="693480"/>
                  </a:lnTo>
                  <a:lnTo>
                    <a:pt x="6123112" y="756423"/>
                  </a:lnTo>
                  <a:lnTo>
                    <a:pt x="6166899" y="821481"/>
                  </a:lnTo>
                  <a:lnTo>
                    <a:pt x="6211009" y="888141"/>
                  </a:lnTo>
                  <a:lnTo>
                    <a:pt x="6255335" y="955836"/>
                  </a:lnTo>
                  <a:lnTo>
                    <a:pt x="6299750" y="1023956"/>
                  </a:lnTo>
                  <a:lnTo>
                    <a:pt x="6344124" y="1091879"/>
                  </a:lnTo>
                  <a:lnTo>
                    <a:pt x="6388327" y="1158987"/>
                  </a:lnTo>
                  <a:lnTo>
                    <a:pt x="6432243" y="1224695"/>
                  </a:lnTo>
                  <a:lnTo>
                    <a:pt x="6475782" y="1288468"/>
                  </a:lnTo>
                  <a:lnTo>
                    <a:pt x="6518885" y="1349841"/>
                  </a:lnTo>
                  <a:lnTo>
                    <a:pt x="6561535" y="1408428"/>
                  </a:lnTo>
                  <a:lnTo>
                    <a:pt x="6603761" y="1463934"/>
                  </a:lnTo>
                  <a:lnTo>
                    <a:pt x="6645647" y="1516151"/>
                  </a:lnTo>
                  <a:lnTo>
                    <a:pt x="6687333" y="1564962"/>
                  </a:lnTo>
                  <a:lnTo>
                    <a:pt x="6729024" y="1610334"/>
                  </a:lnTo>
                  <a:lnTo>
                    <a:pt x="6771001" y="1652304"/>
                  </a:lnTo>
                  <a:lnTo>
                    <a:pt x="6786527" y="1666856"/>
                  </a:lnTo>
                  <a:lnTo>
                    <a:pt x="6835402" y="1709147"/>
                  </a:lnTo>
                  <a:lnTo>
                    <a:pt x="6885930" y="1747199"/>
                  </a:lnTo>
                  <a:lnTo>
                    <a:pt x="6938894" y="1781228"/>
                  </a:lnTo>
                  <a:lnTo>
                    <a:pt x="6995170" y="1811601"/>
                  </a:lnTo>
                  <a:lnTo>
                    <a:pt x="7055652" y="1838731"/>
                  </a:lnTo>
                  <a:lnTo>
                    <a:pt x="7121173" y="1863017"/>
                  </a:lnTo>
                  <a:lnTo>
                    <a:pt x="7192416" y="1884811"/>
                  </a:lnTo>
                  <a:lnTo>
                    <a:pt x="7269780" y="1904397"/>
                  </a:lnTo>
                  <a:lnTo>
                    <a:pt x="7353218" y="1921983"/>
                  </a:lnTo>
                  <a:lnTo>
                    <a:pt x="7442032" y="1937700"/>
                  </a:lnTo>
                  <a:lnTo>
                    <a:pt x="7534682" y="1951602"/>
                  </a:lnTo>
                  <a:lnTo>
                    <a:pt x="7628642" y="1963685"/>
                  </a:lnTo>
                  <a:lnTo>
                    <a:pt x="7720430" y="1973907"/>
                  </a:lnTo>
                  <a:lnTo>
                    <a:pt x="7805885" y="1982232"/>
                  </a:lnTo>
                  <a:lnTo>
                    <a:pt x="7880745" y="1988668"/>
                  </a:lnTo>
                  <a:lnTo>
                    <a:pt x="7941441" y="1993308"/>
                  </a:lnTo>
                  <a:lnTo>
                    <a:pt x="7985906" y="1996349"/>
                  </a:lnTo>
                  <a:lnTo>
                    <a:pt x="8014126" y="1998084"/>
                  </a:lnTo>
                  <a:lnTo>
                    <a:pt x="8028291" y="1998870"/>
                  </a:lnTo>
                  <a:lnTo>
                    <a:pt x="8032589" y="1999087"/>
                  </a:lnTo>
                  <a:lnTo>
                    <a:pt x="8032819" y="1999098"/>
                  </a:lnTo>
                  <a:lnTo>
                    <a:pt x="8554953" y="1999098"/>
                  </a:lnTo>
                  <a:lnTo>
                    <a:pt x="8554953" y="1993451"/>
                  </a:lnTo>
                  <a:lnTo>
                    <a:pt x="8032819" y="1993451"/>
                  </a:lnTo>
                  <a:lnTo>
                    <a:pt x="8031612" y="1993393"/>
                  </a:lnTo>
                  <a:lnTo>
                    <a:pt x="8023710" y="1992978"/>
                  </a:lnTo>
                  <a:lnTo>
                    <a:pt x="8003920" y="1991830"/>
                  </a:lnTo>
                  <a:lnTo>
                    <a:pt x="7968873" y="1989576"/>
                  </a:lnTo>
                  <a:lnTo>
                    <a:pt x="7917316" y="1985880"/>
                  </a:lnTo>
                  <a:lnTo>
                    <a:pt x="7850187" y="1980488"/>
                  </a:lnTo>
                  <a:lnTo>
                    <a:pt x="7770285" y="1973247"/>
                  </a:lnTo>
                  <a:lnTo>
                    <a:pt x="7681581" y="1964106"/>
                  </a:lnTo>
                  <a:lnTo>
                    <a:pt x="7588382" y="1953080"/>
                  </a:lnTo>
                  <a:lnTo>
                    <a:pt x="7494610" y="1940213"/>
                  </a:lnTo>
                  <a:lnTo>
                    <a:pt x="7403355" y="1925535"/>
                  </a:lnTo>
                  <a:lnTo>
                    <a:pt x="7316711" y="1909027"/>
                  </a:lnTo>
                  <a:lnTo>
                    <a:pt x="7235836" y="1890604"/>
                  </a:lnTo>
                  <a:lnTo>
                    <a:pt x="7161122" y="1870101"/>
                  </a:lnTo>
                  <a:lnTo>
                    <a:pt x="7092402" y="1847277"/>
                  </a:lnTo>
                  <a:lnTo>
                    <a:pt x="7029138" y="1821817"/>
                  </a:lnTo>
                  <a:lnTo>
                    <a:pt x="6970567" y="1793347"/>
                  </a:lnTo>
                  <a:lnTo>
                    <a:pt x="6915822" y="1761455"/>
                  </a:lnTo>
                  <a:lnTo>
                    <a:pt x="6864007" y="1725740"/>
                  </a:lnTo>
                  <a:lnTo>
                    <a:pt x="6814276" y="1685883"/>
                  </a:lnTo>
                  <a:lnTo>
                    <a:pt x="6786527" y="1661209"/>
                  </a:lnTo>
                  <a:lnTo>
                    <a:pt x="6744360" y="1620461"/>
                  </a:lnTo>
                  <a:lnTo>
                    <a:pt x="6702601" y="1576345"/>
                  </a:lnTo>
                  <a:lnTo>
                    <a:pt x="6660941" y="1528794"/>
                  </a:lnTo>
                  <a:lnTo>
                    <a:pt x="6619148" y="1477816"/>
                  </a:lnTo>
                  <a:lnTo>
                    <a:pt x="6577059" y="1423497"/>
                  </a:lnTo>
                  <a:lnTo>
                    <a:pt x="6534570" y="1366010"/>
                  </a:lnTo>
                  <a:lnTo>
                    <a:pt x="6491633" y="1305618"/>
                  </a:lnTo>
                  <a:lnTo>
                    <a:pt x="6448250" y="1242674"/>
                  </a:lnTo>
                  <a:lnTo>
                    <a:pt x="6404463" y="1177617"/>
                  </a:lnTo>
                  <a:lnTo>
                    <a:pt x="6360353" y="1110956"/>
                  </a:lnTo>
                  <a:lnTo>
                    <a:pt x="6316027" y="1043262"/>
                  </a:lnTo>
                  <a:lnTo>
                    <a:pt x="6271612" y="975141"/>
                  </a:lnTo>
                  <a:lnTo>
                    <a:pt x="6227238" y="907219"/>
                  </a:lnTo>
                  <a:lnTo>
                    <a:pt x="6183035" y="840111"/>
                  </a:lnTo>
                  <a:lnTo>
                    <a:pt x="6139119" y="774403"/>
                  </a:lnTo>
                  <a:lnTo>
                    <a:pt x="6095580" y="710630"/>
                  </a:lnTo>
                  <a:lnTo>
                    <a:pt x="6052477" y="649257"/>
                  </a:lnTo>
                  <a:lnTo>
                    <a:pt x="6009827" y="590669"/>
                  </a:lnTo>
                  <a:lnTo>
                    <a:pt x="5967601" y="535164"/>
                  </a:lnTo>
                  <a:lnTo>
                    <a:pt x="5925715" y="482947"/>
                  </a:lnTo>
                  <a:lnTo>
                    <a:pt x="5884029" y="434135"/>
                  </a:lnTo>
                  <a:lnTo>
                    <a:pt x="5842338" y="388764"/>
                  </a:lnTo>
                  <a:lnTo>
                    <a:pt x="5800361" y="346793"/>
                  </a:lnTo>
                  <a:lnTo>
                    <a:pt x="5784835" y="332241"/>
                  </a:lnTo>
                  <a:lnTo>
                    <a:pt x="5735960" y="289950"/>
                  </a:lnTo>
                  <a:lnTo>
                    <a:pt x="5685432" y="251899"/>
                  </a:lnTo>
                  <a:lnTo>
                    <a:pt x="5632468" y="217870"/>
                  </a:lnTo>
                  <a:lnTo>
                    <a:pt x="5576192" y="187497"/>
                  </a:lnTo>
                  <a:lnTo>
                    <a:pt x="5515710" y="160367"/>
                  </a:lnTo>
                  <a:lnTo>
                    <a:pt x="5450189" y="136080"/>
                  </a:lnTo>
                  <a:lnTo>
                    <a:pt x="5378946" y="114286"/>
                  </a:lnTo>
                  <a:lnTo>
                    <a:pt x="5301581" y="94701"/>
                  </a:lnTo>
                  <a:lnTo>
                    <a:pt x="5218144" y="77114"/>
                  </a:lnTo>
                  <a:lnTo>
                    <a:pt x="5129330" y="61398"/>
                  </a:lnTo>
                  <a:lnTo>
                    <a:pt x="5036680" y="47495"/>
                  </a:lnTo>
                  <a:lnTo>
                    <a:pt x="4942719" y="35413"/>
                  </a:lnTo>
                  <a:lnTo>
                    <a:pt x="4850931" y="25190"/>
                  </a:lnTo>
                  <a:lnTo>
                    <a:pt x="4765477" y="16866"/>
                  </a:lnTo>
                  <a:lnTo>
                    <a:pt x="4690617" y="10430"/>
                  </a:lnTo>
                  <a:lnTo>
                    <a:pt x="4629921" y="5790"/>
                  </a:lnTo>
                  <a:lnTo>
                    <a:pt x="4585455" y="2749"/>
                  </a:lnTo>
                  <a:lnTo>
                    <a:pt x="4557235" y="1014"/>
                  </a:lnTo>
                  <a:lnTo>
                    <a:pt x="4543071" y="227"/>
                  </a:lnTo>
                  <a:lnTo>
                    <a:pt x="4538773" y="10"/>
                  </a:lnTo>
                  <a:lnTo>
                    <a:pt x="4538543" y="0"/>
                  </a:lnTo>
                  <a:lnTo>
                    <a:pt x="4016409" y="0"/>
                  </a:lnTo>
                  <a:lnTo>
                    <a:pt x="4015294" y="88"/>
                  </a:lnTo>
                  <a:lnTo>
                    <a:pt x="4007978" y="717"/>
                  </a:lnTo>
                  <a:lnTo>
                    <a:pt x="3989610" y="2458"/>
                  </a:lnTo>
                  <a:lnTo>
                    <a:pt x="3956956" y="5880"/>
                  </a:lnTo>
                  <a:lnTo>
                    <a:pt x="3908672" y="11502"/>
                  </a:lnTo>
                  <a:lnTo>
                    <a:pt x="3845393" y="19726"/>
                  </a:lnTo>
                  <a:lnTo>
                    <a:pt x="3769488" y="30806"/>
                  </a:lnTo>
                  <a:lnTo>
                    <a:pt x="3684493" y="44848"/>
                  </a:lnTo>
                  <a:lnTo>
                    <a:pt x="3594384" y="61841"/>
                  </a:lnTo>
                  <a:lnTo>
                    <a:pt x="3502910" y="81721"/>
                  </a:lnTo>
                  <a:lnTo>
                    <a:pt x="3413139" y="104433"/>
                  </a:lnTo>
                  <a:lnTo>
                    <a:pt x="3327262" y="129980"/>
                  </a:lnTo>
                  <a:lnTo>
                    <a:pt x="3246594" y="158460"/>
                  </a:lnTo>
                  <a:lnTo>
                    <a:pt x="3171709" y="190081"/>
                  </a:lnTo>
                  <a:lnTo>
                    <a:pt x="3102615" y="225168"/>
                  </a:lnTo>
                  <a:lnTo>
                    <a:pt x="3038927" y="264158"/>
                  </a:lnTo>
                  <a:lnTo>
                    <a:pt x="2980012" y="307587"/>
                  </a:lnTo>
                  <a:lnTo>
                    <a:pt x="2925101" y="356060"/>
                  </a:lnTo>
                  <a:lnTo>
                    <a:pt x="2873370" y="410206"/>
                  </a:lnTo>
                  <a:lnTo>
                    <a:pt x="2824007" y="470590"/>
                  </a:lnTo>
                  <a:lnTo>
                    <a:pt x="2776279" y="537572"/>
                  </a:lnTo>
                  <a:lnTo>
                    <a:pt x="2770117" y="546834"/>
                  </a:lnTo>
                  <a:lnTo>
                    <a:pt x="2735009" y="602231"/>
                  </a:lnTo>
                  <a:lnTo>
                    <a:pt x="2700222" y="661444"/>
                  </a:lnTo>
                  <a:lnTo>
                    <a:pt x="2665567" y="724553"/>
                  </a:lnTo>
                  <a:lnTo>
                    <a:pt x="2630895" y="791582"/>
                  </a:lnTo>
                  <a:lnTo>
                    <a:pt x="2596087" y="862493"/>
                  </a:lnTo>
                  <a:lnTo>
                    <a:pt x="2561060" y="937187"/>
                  </a:lnTo>
                  <a:lnTo>
                    <a:pt x="2525756" y="1015493"/>
                  </a:lnTo>
                  <a:lnTo>
                    <a:pt x="2490144" y="1097169"/>
                  </a:lnTo>
                  <a:lnTo>
                    <a:pt x="2454219" y="1181904"/>
                  </a:lnTo>
                  <a:lnTo>
                    <a:pt x="2417994" y="1269315"/>
                  </a:lnTo>
                  <a:lnTo>
                    <a:pt x="2381506" y="1358959"/>
                  </a:lnTo>
                  <a:lnTo>
                    <a:pt x="2344804" y="1450337"/>
                  </a:lnTo>
                  <a:lnTo>
                    <a:pt x="2307950" y="1542906"/>
                  </a:lnTo>
                  <a:lnTo>
                    <a:pt x="2271017" y="1636094"/>
                  </a:lnTo>
                  <a:lnTo>
                    <a:pt x="2234081" y="1729309"/>
                  </a:lnTo>
                  <a:lnTo>
                    <a:pt x="2197216" y="1821961"/>
                  </a:lnTo>
                  <a:lnTo>
                    <a:pt x="2160497" y="1913476"/>
                  </a:lnTo>
                  <a:lnTo>
                    <a:pt x="2123986" y="2003306"/>
                  </a:lnTo>
                  <a:lnTo>
                    <a:pt x="2087735" y="2090948"/>
                  </a:lnTo>
                  <a:lnTo>
                    <a:pt x="2051780" y="2175953"/>
                  </a:lnTo>
                  <a:lnTo>
                    <a:pt x="2016139" y="2257933"/>
                  </a:lnTo>
                  <a:lnTo>
                    <a:pt x="1980806" y="2336569"/>
                  </a:lnTo>
                  <a:lnTo>
                    <a:pt x="1945755" y="2411612"/>
                  </a:lnTo>
                  <a:lnTo>
                    <a:pt x="1910930" y="2482887"/>
                  </a:lnTo>
                  <a:lnTo>
                    <a:pt x="1876249" y="2550284"/>
                  </a:lnTo>
                  <a:lnTo>
                    <a:pt x="1841599" y="2613764"/>
                  </a:lnTo>
                  <a:lnTo>
                    <a:pt x="1806832" y="2673343"/>
                  </a:lnTo>
                  <a:lnTo>
                    <a:pt x="1771763" y="2729096"/>
                  </a:lnTo>
                  <a:lnTo>
                    <a:pt x="1768425" y="2734172"/>
                  </a:lnTo>
                  <a:lnTo>
                    <a:pt x="1720863" y="2802024"/>
                  </a:lnTo>
                  <a:lnTo>
                    <a:pt x="1671753" y="2863258"/>
                  </a:lnTo>
                  <a:lnTo>
                    <a:pt x="1620377" y="2918192"/>
                  </a:lnTo>
                  <a:lnTo>
                    <a:pt x="1565930" y="2967372"/>
                  </a:lnTo>
                  <a:lnTo>
                    <a:pt x="1507586" y="3011426"/>
                  </a:lnTo>
                  <a:lnTo>
                    <a:pt x="1444562" y="3050965"/>
                  </a:lnTo>
                  <a:lnTo>
                    <a:pt x="1376205" y="3086536"/>
                  </a:lnTo>
                  <a:lnTo>
                    <a:pt x="1302087" y="3118590"/>
                  </a:lnTo>
                  <a:lnTo>
                    <a:pt x="1222158" y="3147466"/>
                  </a:lnTo>
                  <a:lnTo>
                    <a:pt x="1136905" y="3173390"/>
                  </a:lnTo>
                  <a:lnTo>
                    <a:pt x="1047540" y="3196471"/>
                  </a:lnTo>
                  <a:lnTo>
                    <a:pt x="956132" y="3216724"/>
                  </a:lnTo>
                  <a:lnTo>
                    <a:pt x="865642" y="3234099"/>
                  </a:lnTo>
                  <a:lnTo>
                    <a:pt x="779750" y="3248530"/>
                  </a:lnTo>
                  <a:lnTo>
                    <a:pt x="702437" y="3259995"/>
                  </a:lnTo>
                  <a:lnTo>
                    <a:pt x="637337" y="3268582"/>
                  </a:lnTo>
                  <a:lnTo>
                    <a:pt x="587013" y="3274524"/>
                  </a:lnTo>
                  <a:lnTo>
                    <a:pt x="552346" y="3278207"/>
                  </a:lnTo>
                  <a:lnTo>
                    <a:pt x="532253" y="3280136"/>
                  </a:lnTo>
                  <a:lnTo>
                    <a:pt x="523735" y="3280878"/>
                  </a:lnTo>
                  <a:lnTo>
                    <a:pt x="522133" y="3281006"/>
                  </a:lnTo>
                  <a:lnTo>
                    <a:pt x="0" y="3281006"/>
                  </a:lnTo>
                  <a:close/>
                </a:path>
              </a:pathLst>
            </a:custGeom>
            <a:solidFill>
              <a:srgbClr val="E78AC3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1365" name="pl1365"/>
            <p:cNvSpPr/>
            <p:nvPr/>
          </p:nvSpPr>
          <p:spPr>
            <a:xfrm>
              <a:off x="386606" y="1292841"/>
              <a:ext cx="8554953" cy="3281006"/>
            </a:xfrm>
            <a:custGeom>
              <a:avLst/>
              <a:pathLst>
                <a:path w="8554953" h="3281006">
                  <a:moveTo>
                    <a:pt x="0" y="3281006"/>
                  </a:moveTo>
                  <a:lnTo>
                    <a:pt x="522133" y="3281006"/>
                  </a:lnTo>
                  <a:lnTo>
                    <a:pt x="523249" y="3280918"/>
                  </a:lnTo>
                  <a:lnTo>
                    <a:pt x="530564" y="3280288"/>
                  </a:lnTo>
                  <a:lnTo>
                    <a:pt x="548932" y="3278548"/>
                  </a:lnTo>
                  <a:lnTo>
                    <a:pt x="581586" y="3275125"/>
                  </a:lnTo>
                  <a:lnTo>
                    <a:pt x="629870" y="3269504"/>
                  </a:lnTo>
                  <a:lnTo>
                    <a:pt x="693149" y="3261280"/>
                  </a:lnTo>
                  <a:lnTo>
                    <a:pt x="769055" y="3250199"/>
                  </a:lnTo>
                  <a:lnTo>
                    <a:pt x="854049" y="3236158"/>
                  </a:lnTo>
                  <a:lnTo>
                    <a:pt x="944158" y="3219165"/>
                  </a:lnTo>
                  <a:lnTo>
                    <a:pt x="1035633" y="3199284"/>
                  </a:lnTo>
                  <a:lnTo>
                    <a:pt x="1125403" y="3176572"/>
                  </a:lnTo>
                  <a:lnTo>
                    <a:pt x="1211280" y="3151025"/>
                  </a:lnTo>
                  <a:lnTo>
                    <a:pt x="1291948" y="3122545"/>
                  </a:lnTo>
                  <a:lnTo>
                    <a:pt x="1366833" y="3090925"/>
                  </a:lnTo>
                  <a:lnTo>
                    <a:pt x="1435928" y="3055838"/>
                  </a:lnTo>
                  <a:lnTo>
                    <a:pt x="1499616" y="3016847"/>
                  </a:lnTo>
                  <a:lnTo>
                    <a:pt x="1558530" y="2973418"/>
                  </a:lnTo>
                  <a:lnTo>
                    <a:pt x="1613441" y="2924945"/>
                  </a:lnTo>
                  <a:lnTo>
                    <a:pt x="1665172" y="2870799"/>
                  </a:lnTo>
                  <a:lnTo>
                    <a:pt x="1714535" y="2810415"/>
                  </a:lnTo>
                  <a:lnTo>
                    <a:pt x="1762264" y="2743433"/>
                  </a:lnTo>
                  <a:lnTo>
                    <a:pt x="1768425" y="2734172"/>
                  </a:lnTo>
                  <a:lnTo>
                    <a:pt x="1803534" y="2678775"/>
                  </a:lnTo>
                  <a:lnTo>
                    <a:pt x="1838321" y="2619561"/>
                  </a:lnTo>
                  <a:lnTo>
                    <a:pt x="1872975" y="2556452"/>
                  </a:lnTo>
                  <a:lnTo>
                    <a:pt x="1907648" y="2489424"/>
                  </a:lnTo>
                  <a:lnTo>
                    <a:pt x="1942455" y="2418512"/>
                  </a:lnTo>
                  <a:lnTo>
                    <a:pt x="1977482" y="2343818"/>
                  </a:lnTo>
                  <a:lnTo>
                    <a:pt x="2012786" y="2265513"/>
                  </a:lnTo>
                  <a:lnTo>
                    <a:pt x="2048398" y="2183836"/>
                  </a:lnTo>
                  <a:lnTo>
                    <a:pt x="2084323" y="2099102"/>
                  </a:lnTo>
                  <a:lnTo>
                    <a:pt x="2120548" y="2011691"/>
                  </a:lnTo>
                  <a:lnTo>
                    <a:pt x="2157036" y="1922047"/>
                  </a:lnTo>
                  <a:lnTo>
                    <a:pt x="2193739" y="1830668"/>
                  </a:lnTo>
                  <a:lnTo>
                    <a:pt x="2230592" y="1738099"/>
                  </a:lnTo>
                  <a:lnTo>
                    <a:pt x="2267525" y="1644912"/>
                  </a:lnTo>
                  <a:lnTo>
                    <a:pt x="2304462" y="1551697"/>
                  </a:lnTo>
                  <a:lnTo>
                    <a:pt x="2341326" y="1459044"/>
                  </a:lnTo>
                  <a:lnTo>
                    <a:pt x="2378045" y="1367529"/>
                  </a:lnTo>
                  <a:lnTo>
                    <a:pt x="2414556" y="1277699"/>
                  </a:lnTo>
                  <a:lnTo>
                    <a:pt x="2450807" y="1190057"/>
                  </a:lnTo>
                  <a:lnTo>
                    <a:pt x="2486762" y="1105052"/>
                  </a:lnTo>
                  <a:lnTo>
                    <a:pt x="2522404" y="1023073"/>
                  </a:lnTo>
                  <a:lnTo>
                    <a:pt x="2557736" y="944437"/>
                  </a:lnTo>
                  <a:lnTo>
                    <a:pt x="2592787" y="869393"/>
                  </a:lnTo>
                  <a:lnTo>
                    <a:pt x="2627612" y="798119"/>
                  </a:lnTo>
                  <a:lnTo>
                    <a:pt x="2662293" y="730721"/>
                  </a:lnTo>
                  <a:lnTo>
                    <a:pt x="2696943" y="667242"/>
                  </a:lnTo>
                  <a:lnTo>
                    <a:pt x="2731710" y="607662"/>
                  </a:lnTo>
                  <a:lnTo>
                    <a:pt x="2766779" y="551909"/>
                  </a:lnTo>
                  <a:lnTo>
                    <a:pt x="2770117" y="546834"/>
                  </a:lnTo>
                  <a:lnTo>
                    <a:pt x="2817679" y="478981"/>
                  </a:lnTo>
                  <a:lnTo>
                    <a:pt x="2866789" y="417747"/>
                  </a:lnTo>
                  <a:lnTo>
                    <a:pt x="2918165" y="362814"/>
                  </a:lnTo>
                  <a:lnTo>
                    <a:pt x="2972612" y="313633"/>
                  </a:lnTo>
                  <a:lnTo>
                    <a:pt x="3030957" y="269580"/>
                  </a:lnTo>
                  <a:lnTo>
                    <a:pt x="3093980" y="230040"/>
                  </a:lnTo>
                  <a:lnTo>
                    <a:pt x="3162338" y="194469"/>
                  </a:lnTo>
                  <a:lnTo>
                    <a:pt x="3236455" y="162416"/>
                  </a:lnTo>
                  <a:lnTo>
                    <a:pt x="3316384" y="133539"/>
                  </a:lnTo>
                  <a:lnTo>
                    <a:pt x="3401637" y="107616"/>
                  </a:lnTo>
                  <a:lnTo>
                    <a:pt x="3491003" y="84534"/>
                  </a:lnTo>
                  <a:lnTo>
                    <a:pt x="3582410" y="64281"/>
                  </a:lnTo>
                  <a:lnTo>
                    <a:pt x="3672900" y="46906"/>
                  </a:lnTo>
                  <a:lnTo>
                    <a:pt x="3758792" y="32476"/>
                  </a:lnTo>
                  <a:lnTo>
                    <a:pt x="3836105" y="21010"/>
                  </a:lnTo>
                  <a:lnTo>
                    <a:pt x="3901205" y="12423"/>
                  </a:lnTo>
                  <a:lnTo>
                    <a:pt x="3951530" y="6481"/>
                  </a:lnTo>
                  <a:lnTo>
                    <a:pt x="3986196" y="2798"/>
                  </a:lnTo>
                  <a:lnTo>
                    <a:pt x="4006289" y="870"/>
                  </a:lnTo>
                  <a:lnTo>
                    <a:pt x="4014807" y="127"/>
                  </a:lnTo>
                  <a:lnTo>
                    <a:pt x="4016407" y="0"/>
                  </a:lnTo>
                  <a:lnTo>
                    <a:pt x="4016409" y="0"/>
                  </a:lnTo>
                  <a:lnTo>
                    <a:pt x="4538543" y="0"/>
                  </a:lnTo>
                  <a:lnTo>
                    <a:pt x="4539750" y="58"/>
                  </a:lnTo>
                  <a:lnTo>
                    <a:pt x="4547652" y="473"/>
                  </a:lnTo>
                  <a:lnTo>
                    <a:pt x="4567442" y="1620"/>
                  </a:lnTo>
                  <a:lnTo>
                    <a:pt x="4602489" y="3875"/>
                  </a:lnTo>
                  <a:lnTo>
                    <a:pt x="4654046" y="7571"/>
                  </a:lnTo>
                  <a:lnTo>
                    <a:pt x="4721175" y="12963"/>
                  </a:lnTo>
                  <a:lnTo>
                    <a:pt x="4801077" y="20203"/>
                  </a:lnTo>
                  <a:lnTo>
                    <a:pt x="4889780" y="29345"/>
                  </a:lnTo>
                  <a:lnTo>
                    <a:pt x="4982980" y="40371"/>
                  </a:lnTo>
                  <a:lnTo>
                    <a:pt x="5076752" y="53237"/>
                  </a:lnTo>
                  <a:lnTo>
                    <a:pt x="5168007" y="67915"/>
                  </a:lnTo>
                  <a:lnTo>
                    <a:pt x="5254651" y="84423"/>
                  </a:lnTo>
                  <a:lnTo>
                    <a:pt x="5335525" y="102847"/>
                  </a:lnTo>
                  <a:lnTo>
                    <a:pt x="5410239" y="123349"/>
                  </a:lnTo>
                  <a:lnTo>
                    <a:pt x="5478960" y="146173"/>
                  </a:lnTo>
                  <a:lnTo>
                    <a:pt x="5542224" y="171633"/>
                  </a:lnTo>
                  <a:lnTo>
                    <a:pt x="5600794" y="200104"/>
                  </a:lnTo>
                  <a:lnTo>
                    <a:pt x="5655540" y="231995"/>
                  </a:lnTo>
                  <a:lnTo>
                    <a:pt x="5707355" y="267711"/>
                  </a:lnTo>
                  <a:lnTo>
                    <a:pt x="5757086" y="307568"/>
                  </a:lnTo>
                  <a:lnTo>
                    <a:pt x="5784835" y="332241"/>
                  </a:lnTo>
                  <a:lnTo>
                    <a:pt x="5827001" y="372989"/>
                  </a:lnTo>
                  <a:lnTo>
                    <a:pt x="5868761" y="417106"/>
                  </a:lnTo>
                  <a:lnTo>
                    <a:pt x="5910421" y="464656"/>
                  </a:lnTo>
                  <a:lnTo>
                    <a:pt x="5952214" y="515634"/>
                  </a:lnTo>
                  <a:lnTo>
                    <a:pt x="5994303" y="569953"/>
                  </a:lnTo>
                  <a:lnTo>
                    <a:pt x="6036792" y="627441"/>
                  </a:lnTo>
                  <a:lnTo>
                    <a:pt x="6079729" y="687833"/>
                  </a:lnTo>
                  <a:lnTo>
                    <a:pt x="6123112" y="750776"/>
                  </a:lnTo>
                  <a:lnTo>
                    <a:pt x="6166899" y="815834"/>
                  </a:lnTo>
                  <a:lnTo>
                    <a:pt x="6211009" y="882494"/>
                  </a:lnTo>
                  <a:lnTo>
                    <a:pt x="6255335" y="950189"/>
                  </a:lnTo>
                  <a:lnTo>
                    <a:pt x="6299750" y="1018309"/>
                  </a:lnTo>
                  <a:lnTo>
                    <a:pt x="6344124" y="1086231"/>
                  </a:lnTo>
                  <a:lnTo>
                    <a:pt x="6388327" y="1153339"/>
                  </a:lnTo>
                  <a:lnTo>
                    <a:pt x="6432243" y="1219047"/>
                  </a:lnTo>
                  <a:lnTo>
                    <a:pt x="6475782" y="1282821"/>
                  </a:lnTo>
                  <a:lnTo>
                    <a:pt x="6518885" y="1344193"/>
                  </a:lnTo>
                  <a:lnTo>
                    <a:pt x="6561535" y="1402781"/>
                  </a:lnTo>
                  <a:lnTo>
                    <a:pt x="6603761" y="1458286"/>
                  </a:lnTo>
                  <a:lnTo>
                    <a:pt x="6645647" y="1510504"/>
                  </a:lnTo>
                  <a:lnTo>
                    <a:pt x="6687333" y="1559315"/>
                  </a:lnTo>
                  <a:lnTo>
                    <a:pt x="6729024" y="1604686"/>
                  </a:lnTo>
                  <a:lnTo>
                    <a:pt x="6771001" y="1646657"/>
                  </a:lnTo>
                  <a:lnTo>
                    <a:pt x="6786527" y="1661209"/>
                  </a:lnTo>
                  <a:lnTo>
                    <a:pt x="6835402" y="1703500"/>
                  </a:lnTo>
                  <a:lnTo>
                    <a:pt x="6885930" y="1741551"/>
                  </a:lnTo>
                  <a:lnTo>
                    <a:pt x="6938894" y="1775580"/>
                  </a:lnTo>
                  <a:lnTo>
                    <a:pt x="6995170" y="1805954"/>
                  </a:lnTo>
                  <a:lnTo>
                    <a:pt x="7055652" y="1833084"/>
                  </a:lnTo>
                  <a:lnTo>
                    <a:pt x="7121173" y="1857370"/>
                  </a:lnTo>
                  <a:lnTo>
                    <a:pt x="7192416" y="1879164"/>
                  </a:lnTo>
                  <a:lnTo>
                    <a:pt x="7269780" y="1898750"/>
                  </a:lnTo>
                  <a:lnTo>
                    <a:pt x="7353218" y="1916336"/>
                  </a:lnTo>
                  <a:lnTo>
                    <a:pt x="7442032" y="1932053"/>
                  </a:lnTo>
                  <a:lnTo>
                    <a:pt x="7534682" y="1945955"/>
                  </a:lnTo>
                  <a:lnTo>
                    <a:pt x="7628642" y="1958037"/>
                  </a:lnTo>
                  <a:lnTo>
                    <a:pt x="7720430" y="1968260"/>
                  </a:lnTo>
                  <a:lnTo>
                    <a:pt x="7805885" y="1976585"/>
                  </a:lnTo>
                  <a:lnTo>
                    <a:pt x="7880745" y="1983021"/>
                  </a:lnTo>
                  <a:lnTo>
                    <a:pt x="7941441" y="1987660"/>
                  </a:lnTo>
                  <a:lnTo>
                    <a:pt x="7985906" y="1990701"/>
                  </a:lnTo>
                  <a:lnTo>
                    <a:pt x="8014126" y="1992437"/>
                  </a:lnTo>
                  <a:lnTo>
                    <a:pt x="8028291" y="1993223"/>
                  </a:lnTo>
                  <a:lnTo>
                    <a:pt x="8032589" y="1993440"/>
                  </a:lnTo>
                  <a:lnTo>
                    <a:pt x="8032819" y="1993451"/>
                  </a:lnTo>
                  <a:lnTo>
                    <a:pt x="8554953" y="1993451"/>
                  </a:lnTo>
                  <a:lnTo>
                    <a:pt x="8554953" y="1993451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366" name="pl1366"/>
            <p:cNvSpPr/>
            <p:nvPr/>
          </p:nvSpPr>
          <p:spPr>
            <a:xfrm>
              <a:off x="386606" y="1287194"/>
              <a:ext cx="8554953" cy="3281006"/>
            </a:xfrm>
            <a:custGeom>
              <a:avLst/>
              <a:pathLst>
                <a:path w="8554953" h="3281006">
                  <a:moveTo>
                    <a:pt x="8554953" y="1993451"/>
                  </a:moveTo>
                  <a:lnTo>
                    <a:pt x="8032819" y="1993451"/>
                  </a:lnTo>
                  <a:lnTo>
                    <a:pt x="8031612" y="1993393"/>
                  </a:lnTo>
                  <a:lnTo>
                    <a:pt x="8023710" y="1992978"/>
                  </a:lnTo>
                  <a:lnTo>
                    <a:pt x="8003920" y="1991830"/>
                  </a:lnTo>
                  <a:lnTo>
                    <a:pt x="7968873" y="1989576"/>
                  </a:lnTo>
                  <a:lnTo>
                    <a:pt x="7917316" y="1985880"/>
                  </a:lnTo>
                  <a:lnTo>
                    <a:pt x="7850187" y="1980488"/>
                  </a:lnTo>
                  <a:lnTo>
                    <a:pt x="7770285" y="1973247"/>
                  </a:lnTo>
                  <a:lnTo>
                    <a:pt x="7681581" y="1964106"/>
                  </a:lnTo>
                  <a:lnTo>
                    <a:pt x="7588382" y="1953080"/>
                  </a:lnTo>
                  <a:lnTo>
                    <a:pt x="7494610" y="1940213"/>
                  </a:lnTo>
                  <a:lnTo>
                    <a:pt x="7403355" y="1925535"/>
                  </a:lnTo>
                  <a:lnTo>
                    <a:pt x="7316711" y="1909027"/>
                  </a:lnTo>
                  <a:lnTo>
                    <a:pt x="7235836" y="1890604"/>
                  </a:lnTo>
                  <a:lnTo>
                    <a:pt x="7161122" y="1870101"/>
                  </a:lnTo>
                  <a:lnTo>
                    <a:pt x="7092402" y="1847277"/>
                  </a:lnTo>
                  <a:lnTo>
                    <a:pt x="7029138" y="1821817"/>
                  </a:lnTo>
                  <a:lnTo>
                    <a:pt x="6970567" y="1793347"/>
                  </a:lnTo>
                  <a:lnTo>
                    <a:pt x="6915822" y="1761455"/>
                  </a:lnTo>
                  <a:lnTo>
                    <a:pt x="6864007" y="1725740"/>
                  </a:lnTo>
                  <a:lnTo>
                    <a:pt x="6814276" y="1685883"/>
                  </a:lnTo>
                  <a:lnTo>
                    <a:pt x="6786527" y="1661209"/>
                  </a:lnTo>
                  <a:lnTo>
                    <a:pt x="6744360" y="1620461"/>
                  </a:lnTo>
                  <a:lnTo>
                    <a:pt x="6702601" y="1576345"/>
                  </a:lnTo>
                  <a:lnTo>
                    <a:pt x="6660941" y="1528794"/>
                  </a:lnTo>
                  <a:lnTo>
                    <a:pt x="6619148" y="1477816"/>
                  </a:lnTo>
                  <a:lnTo>
                    <a:pt x="6577059" y="1423497"/>
                  </a:lnTo>
                  <a:lnTo>
                    <a:pt x="6534570" y="1366010"/>
                  </a:lnTo>
                  <a:lnTo>
                    <a:pt x="6491633" y="1305618"/>
                  </a:lnTo>
                  <a:lnTo>
                    <a:pt x="6448250" y="1242674"/>
                  </a:lnTo>
                  <a:lnTo>
                    <a:pt x="6404463" y="1177617"/>
                  </a:lnTo>
                  <a:lnTo>
                    <a:pt x="6360353" y="1110956"/>
                  </a:lnTo>
                  <a:lnTo>
                    <a:pt x="6316027" y="1043262"/>
                  </a:lnTo>
                  <a:lnTo>
                    <a:pt x="6271612" y="975141"/>
                  </a:lnTo>
                  <a:lnTo>
                    <a:pt x="6227238" y="907219"/>
                  </a:lnTo>
                  <a:lnTo>
                    <a:pt x="6183035" y="840111"/>
                  </a:lnTo>
                  <a:lnTo>
                    <a:pt x="6139119" y="774403"/>
                  </a:lnTo>
                  <a:lnTo>
                    <a:pt x="6095580" y="710630"/>
                  </a:lnTo>
                  <a:lnTo>
                    <a:pt x="6052477" y="649257"/>
                  </a:lnTo>
                  <a:lnTo>
                    <a:pt x="6009827" y="590669"/>
                  </a:lnTo>
                  <a:lnTo>
                    <a:pt x="5967601" y="535164"/>
                  </a:lnTo>
                  <a:lnTo>
                    <a:pt x="5925715" y="482947"/>
                  </a:lnTo>
                  <a:lnTo>
                    <a:pt x="5884029" y="434135"/>
                  </a:lnTo>
                  <a:lnTo>
                    <a:pt x="5842338" y="388764"/>
                  </a:lnTo>
                  <a:lnTo>
                    <a:pt x="5800361" y="346793"/>
                  </a:lnTo>
                  <a:lnTo>
                    <a:pt x="5784835" y="332241"/>
                  </a:lnTo>
                  <a:lnTo>
                    <a:pt x="5735960" y="289950"/>
                  </a:lnTo>
                  <a:lnTo>
                    <a:pt x="5685432" y="251899"/>
                  </a:lnTo>
                  <a:lnTo>
                    <a:pt x="5632468" y="217870"/>
                  </a:lnTo>
                  <a:lnTo>
                    <a:pt x="5576192" y="187497"/>
                  </a:lnTo>
                  <a:lnTo>
                    <a:pt x="5515710" y="160367"/>
                  </a:lnTo>
                  <a:lnTo>
                    <a:pt x="5450189" y="136080"/>
                  </a:lnTo>
                  <a:lnTo>
                    <a:pt x="5378946" y="114286"/>
                  </a:lnTo>
                  <a:lnTo>
                    <a:pt x="5301581" y="94701"/>
                  </a:lnTo>
                  <a:lnTo>
                    <a:pt x="5218144" y="77114"/>
                  </a:lnTo>
                  <a:lnTo>
                    <a:pt x="5129330" y="61398"/>
                  </a:lnTo>
                  <a:lnTo>
                    <a:pt x="5036680" y="47495"/>
                  </a:lnTo>
                  <a:lnTo>
                    <a:pt x="4942719" y="35413"/>
                  </a:lnTo>
                  <a:lnTo>
                    <a:pt x="4850931" y="25190"/>
                  </a:lnTo>
                  <a:lnTo>
                    <a:pt x="4765477" y="16866"/>
                  </a:lnTo>
                  <a:lnTo>
                    <a:pt x="4690617" y="10430"/>
                  </a:lnTo>
                  <a:lnTo>
                    <a:pt x="4629921" y="5790"/>
                  </a:lnTo>
                  <a:lnTo>
                    <a:pt x="4585455" y="2749"/>
                  </a:lnTo>
                  <a:lnTo>
                    <a:pt x="4557235" y="1014"/>
                  </a:lnTo>
                  <a:lnTo>
                    <a:pt x="4543071" y="227"/>
                  </a:lnTo>
                  <a:lnTo>
                    <a:pt x="4538773" y="10"/>
                  </a:lnTo>
                  <a:lnTo>
                    <a:pt x="4538543" y="0"/>
                  </a:lnTo>
                  <a:lnTo>
                    <a:pt x="4016409" y="0"/>
                  </a:lnTo>
                  <a:lnTo>
                    <a:pt x="4015294" y="88"/>
                  </a:lnTo>
                  <a:lnTo>
                    <a:pt x="4007978" y="717"/>
                  </a:lnTo>
                  <a:lnTo>
                    <a:pt x="3989610" y="2458"/>
                  </a:lnTo>
                  <a:lnTo>
                    <a:pt x="3956956" y="5880"/>
                  </a:lnTo>
                  <a:lnTo>
                    <a:pt x="3908672" y="11502"/>
                  </a:lnTo>
                  <a:lnTo>
                    <a:pt x="3845393" y="19726"/>
                  </a:lnTo>
                  <a:lnTo>
                    <a:pt x="3769488" y="30806"/>
                  </a:lnTo>
                  <a:lnTo>
                    <a:pt x="3684493" y="44848"/>
                  </a:lnTo>
                  <a:lnTo>
                    <a:pt x="3594384" y="61841"/>
                  </a:lnTo>
                  <a:lnTo>
                    <a:pt x="3502910" y="81721"/>
                  </a:lnTo>
                  <a:lnTo>
                    <a:pt x="3413139" y="104433"/>
                  </a:lnTo>
                  <a:lnTo>
                    <a:pt x="3327262" y="129980"/>
                  </a:lnTo>
                  <a:lnTo>
                    <a:pt x="3246594" y="158460"/>
                  </a:lnTo>
                  <a:lnTo>
                    <a:pt x="3171709" y="190081"/>
                  </a:lnTo>
                  <a:lnTo>
                    <a:pt x="3102615" y="225168"/>
                  </a:lnTo>
                  <a:lnTo>
                    <a:pt x="3038927" y="264158"/>
                  </a:lnTo>
                  <a:lnTo>
                    <a:pt x="2980012" y="307587"/>
                  </a:lnTo>
                  <a:lnTo>
                    <a:pt x="2925101" y="356060"/>
                  </a:lnTo>
                  <a:lnTo>
                    <a:pt x="2873370" y="410206"/>
                  </a:lnTo>
                  <a:lnTo>
                    <a:pt x="2824007" y="470590"/>
                  </a:lnTo>
                  <a:lnTo>
                    <a:pt x="2776279" y="537572"/>
                  </a:lnTo>
                  <a:lnTo>
                    <a:pt x="2770117" y="546834"/>
                  </a:lnTo>
                  <a:lnTo>
                    <a:pt x="2735009" y="602231"/>
                  </a:lnTo>
                  <a:lnTo>
                    <a:pt x="2700222" y="661444"/>
                  </a:lnTo>
                  <a:lnTo>
                    <a:pt x="2665567" y="724553"/>
                  </a:lnTo>
                  <a:lnTo>
                    <a:pt x="2630895" y="791582"/>
                  </a:lnTo>
                  <a:lnTo>
                    <a:pt x="2596087" y="862493"/>
                  </a:lnTo>
                  <a:lnTo>
                    <a:pt x="2561060" y="937187"/>
                  </a:lnTo>
                  <a:lnTo>
                    <a:pt x="2525756" y="1015493"/>
                  </a:lnTo>
                  <a:lnTo>
                    <a:pt x="2490144" y="1097169"/>
                  </a:lnTo>
                  <a:lnTo>
                    <a:pt x="2454219" y="1181904"/>
                  </a:lnTo>
                  <a:lnTo>
                    <a:pt x="2417994" y="1269315"/>
                  </a:lnTo>
                  <a:lnTo>
                    <a:pt x="2381506" y="1358959"/>
                  </a:lnTo>
                  <a:lnTo>
                    <a:pt x="2344804" y="1450337"/>
                  </a:lnTo>
                  <a:lnTo>
                    <a:pt x="2307950" y="1542906"/>
                  </a:lnTo>
                  <a:lnTo>
                    <a:pt x="2271017" y="1636094"/>
                  </a:lnTo>
                  <a:lnTo>
                    <a:pt x="2234081" y="1729309"/>
                  </a:lnTo>
                  <a:lnTo>
                    <a:pt x="2197216" y="1821961"/>
                  </a:lnTo>
                  <a:lnTo>
                    <a:pt x="2160497" y="1913476"/>
                  </a:lnTo>
                  <a:lnTo>
                    <a:pt x="2123986" y="2003306"/>
                  </a:lnTo>
                  <a:lnTo>
                    <a:pt x="2087735" y="2090948"/>
                  </a:lnTo>
                  <a:lnTo>
                    <a:pt x="2051780" y="2175953"/>
                  </a:lnTo>
                  <a:lnTo>
                    <a:pt x="2016139" y="2257933"/>
                  </a:lnTo>
                  <a:lnTo>
                    <a:pt x="1980806" y="2336569"/>
                  </a:lnTo>
                  <a:lnTo>
                    <a:pt x="1945755" y="2411612"/>
                  </a:lnTo>
                  <a:lnTo>
                    <a:pt x="1910930" y="2482887"/>
                  </a:lnTo>
                  <a:lnTo>
                    <a:pt x="1876249" y="2550284"/>
                  </a:lnTo>
                  <a:lnTo>
                    <a:pt x="1841599" y="2613764"/>
                  </a:lnTo>
                  <a:lnTo>
                    <a:pt x="1806832" y="2673343"/>
                  </a:lnTo>
                  <a:lnTo>
                    <a:pt x="1771763" y="2729096"/>
                  </a:lnTo>
                  <a:lnTo>
                    <a:pt x="1768425" y="2734172"/>
                  </a:lnTo>
                  <a:lnTo>
                    <a:pt x="1720863" y="2802024"/>
                  </a:lnTo>
                  <a:lnTo>
                    <a:pt x="1671753" y="2863258"/>
                  </a:lnTo>
                  <a:lnTo>
                    <a:pt x="1620377" y="2918192"/>
                  </a:lnTo>
                  <a:lnTo>
                    <a:pt x="1565930" y="2967372"/>
                  </a:lnTo>
                  <a:lnTo>
                    <a:pt x="1507586" y="3011426"/>
                  </a:lnTo>
                  <a:lnTo>
                    <a:pt x="1444562" y="3050965"/>
                  </a:lnTo>
                  <a:lnTo>
                    <a:pt x="1376205" y="3086536"/>
                  </a:lnTo>
                  <a:lnTo>
                    <a:pt x="1302087" y="3118590"/>
                  </a:lnTo>
                  <a:lnTo>
                    <a:pt x="1222158" y="3147466"/>
                  </a:lnTo>
                  <a:lnTo>
                    <a:pt x="1136905" y="3173390"/>
                  </a:lnTo>
                  <a:lnTo>
                    <a:pt x="1047540" y="3196471"/>
                  </a:lnTo>
                  <a:lnTo>
                    <a:pt x="956132" y="3216724"/>
                  </a:lnTo>
                  <a:lnTo>
                    <a:pt x="865642" y="3234099"/>
                  </a:lnTo>
                  <a:lnTo>
                    <a:pt x="779750" y="3248530"/>
                  </a:lnTo>
                  <a:lnTo>
                    <a:pt x="702437" y="3259995"/>
                  </a:lnTo>
                  <a:lnTo>
                    <a:pt x="637337" y="3268582"/>
                  </a:lnTo>
                  <a:lnTo>
                    <a:pt x="587013" y="3274524"/>
                  </a:lnTo>
                  <a:lnTo>
                    <a:pt x="552346" y="3278207"/>
                  </a:lnTo>
                  <a:lnTo>
                    <a:pt x="532253" y="3280136"/>
                  </a:lnTo>
                  <a:lnTo>
                    <a:pt x="523735" y="3280878"/>
                  </a:lnTo>
                  <a:lnTo>
                    <a:pt x="522135" y="3281006"/>
                  </a:lnTo>
                  <a:lnTo>
                    <a:pt x="522133" y="3281006"/>
                  </a:lnTo>
                  <a:lnTo>
                    <a:pt x="0" y="3281006"/>
                  </a:lnTo>
                  <a:lnTo>
                    <a:pt x="0" y="3281006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367" name="pg1367"/>
            <p:cNvSpPr/>
            <p:nvPr/>
          </p:nvSpPr>
          <p:spPr>
            <a:xfrm>
              <a:off x="386606" y="1332371"/>
              <a:ext cx="8554953" cy="3247123"/>
            </a:xfrm>
            <a:custGeom>
              <a:avLst/>
              <a:pathLst>
                <a:path w="8554953" h="3247123">
                  <a:moveTo>
                    <a:pt x="0" y="3247123"/>
                  </a:moveTo>
                  <a:lnTo>
                    <a:pt x="522133" y="3247123"/>
                  </a:lnTo>
                  <a:lnTo>
                    <a:pt x="523252" y="3247035"/>
                  </a:lnTo>
                  <a:lnTo>
                    <a:pt x="530587" y="3246412"/>
                  </a:lnTo>
                  <a:lnTo>
                    <a:pt x="549005" y="3244687"/>
                  </a:lnTo>
                  <a:lnTo>
                    <a:pt x="581743" y="3241296"/>
                  </a:lnTo>
                  <a:lnTo>
                    <a:pt x="630142" y="3235726"/>
                  </a:lnTo>
                  <a:lnTo>
                    <a:pt x="693557" y="3227579"/>
                  </a:lnTo>
                  <a:lnTo>
                    <a:pt x="769605" y="3216603"/>
                  </a:lnTo>
                  <a:lnTo>
                    <a:pt x="854733" y="3202696"/>
                  </a:lnTo>
                  <a:lnTo>
                    <a:pt x="944955" y="3185868"/>
                  </a:lnTo>
                  <a:lnTo>
                    <a:pt x="1036515" y="3166182"/>
                  </a:lnTo>
                  <a:lnTo>
                    <a:pt x="1126342" y="3143693"/>
                  </a:lnTo>
                  <a:lnTo>
                    <a:pt x="1212250" y="3118398"/>
                  </a:lnTo>
                  <a:lnTo>
                    <a:pt x="1292928" y="3090198"/>
                  </a:lnTo>
                  <a:lnTo>
                    <a:pt x="1367809" y="3058885"/>
                  </a:lnTo>
                  <a:lnTo>
                    <a:pt x="1436891" y="3024136"/>
                  </a:lnTo>
                  <a:lnTo>
                    <a:pt x="1500564" y="2985516"/>
                  </a:lnTo>
                  <a:lnTo>
                    <a:pt x="1559465" y="2942494"/>
                  </a:lnTo>
                  <a:lnTo>
                    <a:pt x="1614368" y="2894469"/>
                  </a:lnTo>
                  <a:lnTo>
                    <a:pt x="1666100" y="2840817"/>
                  </a:lnTo>
                  <a:lnTo>
                    <a:pt x="1715473" y="2780982"/>
                  </a:lnTo>
                  <a:lnTo>
                    <a:pt x="1763222" y="2714612"/>
                  </a:lnTo>
                  <a:lnTo>
                    <a:pt x="1768425" y="2706877"/>
                  </a:lnTo>
                  <a:lnTo>
                    <a:pt x="1803709" y="2651864"/>
                  </a:lnTo>
                  <a:lnTo>
                    <a:pt x="1838668" y="2593041"/>
                  </a:lnTo>
                  <a:lnTo>
                    <a:pt x="1873496" y="2530332"/>
                  </a:lnTo>
                  <a:lnTo>
                    <a:pt x="1908344" y="2463711"/>
                  </a:lnTo>
                  <a:lnTo>
                    <a:pt x="1943329" y="2393217"/>
                  </a:lnTo>
                  <a:lnTo>
                    <a:pt x="1978539" y="2318951"/>
                  </a:lnTo>
                  <a:lnTo>
                    <a:pt x="2014030" y="2241088"/>
                  </a:lnTo>
                  <a:lnTo>
                    <a:pt x="2049832" y="2159871"/>
                  </a:lnTo>
                  <a:lnTo>
                    <a:pt x="2085951" y="2075617"/>
                  </a:lnTo>
                  <a:lnTo>
                    <a:pt x="2122371" y="1988710"/>
                  </a:lnTo>
                  <a:lnTo>
                    <a:pt x="2159055" y="1899599"/>
                  </a:lnTo>
                  <a:lnTo>
                    <a:pt x="2195952" y="1808787"/>
                  </a:lnTo>
                  <a:lnTo>
                    <a:pt x="2232997" y="1716819"/>
                  </a:lnTo>
                  <a:lnTo>
                    <a:pt x="2270118" y="1624273"/>
                  </a:lnTo>
                  <a:lnTo>
                    <a:pt x="2307237" y="1531741"/>
                  </a:lnTo>
                  <a:lnTo>
                    <a:pt x="2344277" y="1439813"/>
                  </a:lnTo>
                  <a:lnTo>
                    <a:pt x="2381165" y="1349067"/>
                  </a:lnTo>
                  <a:lnTo>
                    <a:pt x="2417838" y="1260045"/>
                  </a:lnTo>
                  <a:lnTo>
                    <a:pt x="2454244" y="1173250"/>
                  </a:lnTo>
                  <a:lnTo>
                    <a:pt x="2490349" y="1089127"/>
                  </a:lnTo>
                  <a:lnTo>
                    <a:pt x="2526137" y="1008056"/>
                  </a:lnTo>
                  <a:lnTo>
                    <a:pt x="2561614" y="930352"/>
                  </a:lnTo>
                  <a:lnTo>
                    <a:pt x="2596812" y="856256"/>
                  </a:lnTo>
                  <a:lnTo>
                    <a:pt x="2631789" y="785937"/>
                  </a:lnTo>
                  <a:lnTo>
                    <a:pt x="2666634" y="719494"/>
                  </a:lnTo>
                  <a:lnTo>
                    <a:pt x="2701464" y="656962"/>
                  </a:lnTo>
                  <a:lnTo>
                    <a:pt x="2736434" y="598315"/>
                  </a:lnTo>
                  <a:lnTo>
                    <a:pt x="2770117" y="545893"/>
                  </a:lnTo>
                  <a:lnTo>
                    <a:pt x="2817726" y="478796"/>
                  </a:lnTo>
                  <a:lnTo>
                    <a:pt x="2866886" y="418250"/>
                  </a:lnTo>
                  <a:lnTo>
                    <a:pt x="2918318" y="363941"/>
                  </a:lnTo>
                  <a:lnTo>
                    <a:pt x="2972830" y="315324"/>
                  </a:lnTo>
                  <a:lnTo>
                    <a:pt x="3031250" y="271779"/>
                  </a:lnTo>
                  <a:lnTo>
                    <a:pt x="3094361" y="232701"/>
                  </a:lnTo>
                  <a:lnTo>
                    <a:pt x="3162821" y="197547"/>
                  </a:lnTo>
                  <a:lnTo>
                    <a:pt x="3237052" y="165873"/>
                  </a:lnTo>
                  <a:lnTo>
                    <a:pt x="3317106" y="137342"/>
                  </a:lnTo>
                  <a:lnTo>
                    <a:pt x="3402486" y="111732"/>
                  </a:lnTo>
                  <a:lnTo>
                    <a:pt x="3491971" y="88935"/>
                  </a:lnTo>
                  <a:lnTo>
                    <a:pt x="3583474" y="68938"/>
                  </a:lnTo>
                  <a:lnTo>
                    <a:pt x="3674019" y="51790"/>
                  </a:lnTo>
                  <a:lnTo>
                    <a:pt x="3759907" y="37558"/>
                  </a:lnTo>
                  <a:lnTo>
                    <a:pt x="3837147" y="26261"/>
                  </a:lnTo>
                  <a:lnTo>
                    <a:pt x="3902102" y="17811"/>
                  </a:lnTo>
                  <a:lnTo>
                    <a:pt x="3952227" y="11974"/>
                  </a:lnTo>
                  <a:lnTo>
                    <a:pt x="3986665" y="8365"/>
                  </a:lnTo>
                  <a:lnTo>
                    <a:pt x="4006538" y="6484"/>
                  </a:lnTo>
                  <a:lnTo>
                    <a:pt x="4014887" y="5767"/>
                  </a:lnTo>
                  <a:lnTo>
                    <a:pt x="4016409" y="5647"/>
                  </a:lnTo>
                  <a:lnTo>
                    <a:pt x="4538543" y="5647"/>
                  </a:lnTo>
                  <a:lnTo>
                    <a:pt x="4539686" y="5727"/>
                  </a:lnTo>
                  <a:lnTo>
                    <a:pt x="4547178" y="6304"/>
                  </a:lnTo>
                  <a:lnTo>
                    <a:pt x="4565974" y="7899"/>
                  </a:lnTo>
                  <a:lnTo>
                    <a:pt x="4599350" y="11033"/>
                  </a:lnTo>
                  <a:lnTo>
                    <a:pt x="4648626" y="16179"/>
                  </a:lnTo>
                  <a:lnTo>
                    <a:pt x="4713077" y="23700"/>
                  </a:lnTo>
                  <a:lnTo>
                    <a:pt x="4790206" y="33824"/>
                  </a:lnTo>
                  <a:lnTo>
                    <a:pt x="4876345" y="46639"/>
                  </a:lnTo>
                  <a:lnTo>
                    <a:pt x="4967417" y="62131"/>
                  </a:lnTo>
                  <a:lnTo>
                    <a:pt x="5059617" y="80240"/>
                  </a:lnTo>
                  <a:lnTo>
                    <a:pt x="5149865" y="100920"/>
                  </a:lnTo>
                  <a:lnTo>
                    <a:pt x="5235997" y="124178"/>
                  </a:lnTo>
                  <a:lnTo>
                    <a:pt x="5316745" y="150115"/>
                  </a:lnTo>
                  <a:lnTo>
                    <a:pt x="5391589" y="178931"/>
                  </a:lnTo>
                  <a:lnTo>
                    <a:pt x="5460574" y="210936"/>
                  </a:lnTo>
                  <a:lnTo>
                    <a:pt x="5524132" y="246543"/>
                  </a:lnTo>
                  <a:lnTo>
                    <a:pt x="5582935" y="286252"/>
                  </a:lnTo>
                  <a:lnTo>
                    <a:pt x="5637784" y="330623"/>
                  </a:lnTo>
                  <a:lnTo>
                    <a:pt x="5689527" y="380228"/>
                  </a:lnTo>
                  <a:lnTo>
                    <a:pt x="5738987" y="435568"/>
                  </a:lnTo>
                  <a:lnTo>
                    <a:pt x="5784835" y="494127"/>
                  </a:lnTo>
                  <a:lnTo>
                    <a:pt x="5821575" y="546008"/>
                  </a:lnTo>
                  <a:lnTo>
                    <a:pt x="5857973" y="601629"/>
                  </a:lnTo>
                  <a:lnTo>
                    <a:pt x="5894243" y="661067"/>
                  </a:lnTo>
                  <a:lnTo>
                    <a:pt x="5930552" y="724339"/>
                  </a:lnTo>
                  <a:lnTo>
                    <a:pt x="5967029" y="791398"/>
                  </a:lnTo>
                  <a:lnTo>
                    <a:pt x="6003764" y="862125"/>
                  </a:lnTo>
                  <a:lnTo>
                    <a:pt x="6040814" y="936328"/>
                  </a:lnTo>
                  <a:lnTo>
                    <a:pt x="6078206" y="1013737"/>
                  </a:lnTo>
                  <a:lnTo>
                    <a:pt x="6115938" y="1094006"/>
                  </a:lnTo>
                  <a:lnTo>
                    <a:pt x="6153984" y="1176719"/>
                  </a:lnTo>
                  <a:lnTo>
                    <a:pt x="6192295" y="1261395"/>
                  </a:lnTo>
                  <a:lnTo>
                    <a:pt x="6230806" y="1347500"/>
                  </a:lnTo>
                  <a:lnTo>
                    <a:pt x="6269440" y="1434458"/>
                  </a:lnTo>
                  <a:lnTo>
                    <a:pt x="6308111" y="1521671"/>
                  </a:lnTo>
                  <a:lnTo>
                    <a:pt x="6346731" y="1608532"/>
                  </a:lnTo>
                  <a:lnTo>
                    <a:pt x="6385215" y="1694445"/>
                  </a:lnTo>
                  <a:lnTo>
                    <a:pt x="6423488" y="1778842"/>
                  </a:lnTo>
                  <a:lnTo>
                    <a:pt x="6461486" y="1861194"/>
                  </a:lnTo>
                  <a:lnTo>
                    <a:pt x="6499165" y="1941032"/>
                  </a:lnTo>
                  <a:lnTo>
                    <a:pt x="6536502" y="2017949"/>
                  </a:lnTo>
                  <a:lnTo>
                    <a:pt x="6573499" y="2091612"/>
                  </a:lnTo>
                  <a:lnTo>
                    <a:pt x="6610188" y="2161763"/>
                  </a:lnTo>
                  <a:lnTo>
                    <a:pt x="6646630" y="2228221"/>
                  </a:lnTo>
                  <a:lnTo>
                    <a:pt x="6682924" y="2290881"/>
                  </a:lnTo>
                  <a:lnTo>
                    <a:pt x="6719202" y="2349705"/>
                  </a:lnTo>
                  <a:lnTo>
                    <a:pt x="6755639" y="2404721"/>
                  </a:lnTo>
                  <a:lnTo>
                    <a:pt x="6786527" y="2448048"/>
                  </a:lnTo>
                  <a:lnTo>
                    <a:pt x="6834491" y="2509140"/>
                  </a:lnTo>
                  <a:lnTo>
                    <a:pt x="6884034" y="2564222"/>
                  </a:lnTo>
                  <a:lnTo>
                    <a:pt x="6935894" y="2613588"/>
                  </a:lnTo>
                  <a:lnTo>
                    <a:pt x="6990898" y="2657744"/>
                  </a:lnTo>
                  <a:lnTo>
                    <a:pt x="7049891" y="2697263"/>
                  </a:lnTo>
                  <a:lnTo>
                    <a:pt x="7113673" y="2732703"/>
                  </a:lnTo>
                  <a:lnTo>
                    <a:pt x="7182906" y="2764562"/>
                  </a:lnTo>
                  <a:lnTo>
                    <a:pt x="7258009" y="2793247"/>
                  </a:lnTo>
                  <a:lnTo>
                    <a:pt x="7339007" y="2819064"/>
                  </a:lnTo>
                  <a:lnTo>
                    <a:pt x="7425352" y="2842209"/>
                  </a:lnTo>
                  <a:lnTo>
                    <a:pt x="7515736" y="2862777"/>
                  </a:lnTo>
                  <a:lnTo>
                    <a:pt x="7607957" y="2880774"/>
                  </a:lnTo>
                  <a:lnTo>
                    <a:pt x="7698898" y="2896150"/>
                  </a:lnTo>
                  <a:lnTo>
                    <a:pt x="7784730" y="2908847"/>
                  </a:lnTo>
                  <a:lnTo>
                    <a:pt x="7861377" y="2918855"/>
                  </a:lnTo>
                  <a:lnTo>
                    <a:pt x="7925209" y="2926268"/>
                  </a:lnTo>
                  <a:lnTo>
                    <a:pt x="7973793" y="2931317"/>
                  </a:lnTo>
                  <a:lnTo>
                    <a:pt x="8006492" y="2934374"/>
                  </a:lnTo>
                  <a:lnTo>
                    <a:pt x="8024715" y="2935913"/>
                  </a:lnTo>
                  <a:lnTo>
                    <a:pt x="8031816" y="2936458"/>
                  </a:lnTo>
                  <a:lnTo>
                    <a:pt x="8032819" y="2936528"/>
                  </a:lnTo>
                  <a:lnTo>
                    <a:pt x="8554953" y="2936528"/>
                  </a:lnTo>
                  <a:lnTo>
                    <a:pt x="8554953" y="2930881"/>
                  </a:lnTo>
                  <a:lnTo>
                    <a:pt x="8032819" y="2930881"/>
                  </a:lnTo>
                  <a:lnTo>
                    <a:pt x="8031676" y="2930800"/>
                  </a:lnTo>
                  <a:lnTo>
                    <a:pt x="8024184" y="2930224"/>
                  </a:lnTo>
                  <a:lnTo>
                    <a:pt x="8005388" y="2928629"/>
                  </a:lnTo>
                  <a:lnTo>
                    <a:pt x="7972012" y="2925495"/>
                  </a:lnTo>
                  <a:lnTo>
                    <a:pt x="7922736" y="2920349"/>
                  </a:lnTo>
                  <a:lnTo>
                    <a:pt x="7858285" y="2912828"/>
                  </a:lnTo>
                  <a:lnTo>
                    <a:pt x="7781156" y="2902704"/>
                  </a:lnTo>
                  <a:lnTo>
                    <a:pt x="7695017" y="2889889"/>
                  </a:lnTo>
                  <a:lnTo>
                    <a:pt x="7603945" y="2874397"/>
                  </a:lnTo>
                  <a:lnTo>
                    <a:pt x="7511745" y="2856288"/>
                  </a:lnTo>
                  <a:lnTo>
                    <a:pt x="7421497" y="2835608"/>
                  </a:lnTo>
                  <a:lnTo>
                    <a:pt x="7335365" y="2812350"/>
                  </a:lnTo>
                  <a:lnTo>
                    <a:pt x="7254616" y="2786413"/>
                  </a:lnTo>
                  <a:lnTo>
                    <a:pt x="7179773" y="2757597"/>
                  </a:lnTo>
                  <a:lnTo>
                    <a:pt x="7110788" y="2725592"/>
                  </a:lnTo>
                  <a:lnTo>
                    <a:pt x="7047230" y="2689985"/>
                  </a:lnTo>
                  <a:lnTo>
                    <a:pt x="6988427" y="2650276"/>
                  </a:lnTo>
                  <a:lnTo>
                    <a:pt x="6933577" y="2605905"/>
                  </a:lnTo>
                  <a:lnTo>
                    <a:pt x="6881835" y="2556300"/>
                  </a:lnTo>
                  <a:lnTo>
                    <a:pt x="6832375" y="2500960"/>
                  </a:lnTo>
                  <a:lnTo>
                    <a:pt x="6786527" y="2442401"/>
                  </a:lnTo>
                  <a:lnTo>
                    <a:pt x="6749787" y="2390520"/>
                  </a:lnTo>
                  <a:lnTo>
                    <a:pt x="6713389" y="2334899"/>
                  </a:lnTo>
                  <a:lnTo>
                    <a:pt x="6677119" y="2275461"/>
                  </a:lnTo>
                  <a:lnTo>
                    <a:pt x="6640810" y="2212189"/>
                  </a:lnTo>
                  <a:lnTo>
                    <a:pt x="6604333" y="2145130"/>
                  </a:lnTo>
                  <a:lnTo>
                    <a:pt x="6567598" y="2074403"/>
                  </a:lnTo>
                  <a:lnTo>
                    <a:pt x="6530548" y="2000200"/>
                  </a:lnTo>
                  <a:lnTo>
                    <a:pt x="6493156" y="1922791"/>
                  </a:lnTo>
                  <a:lnTo>
                    <a:pt x="6455424" y="1842522"/>
                  </a:lnTo>
                  <a:lnTo>
                    <a:pt x="6417378" y="1759809"/>
                  </a:lnTo>
                  <a:lnTo>
                    <a:pt x="6379067" y="1675133"/>
                  </a:lnTo>
                  <a:lnTo>
                    <a:pt x="6340556" y="1589028"/>
                  </a:lnTo>
                  <a:lnTo>
                    <a:pt x="6301922" y="1502070"/>
                  </a:lnTo>
                  <a:lnTo>
                    <a:pt x="6263251" y="1414857"/>
                  </a:lnTo>
                  <a:lnTo>
                    <a:pt x="6224631" y="1327996"/>
                  </a:lnTo>
                  <a:lnTo>
                    <a:pt x="6186147" y="1242083"/>
                  </a:lnTo>
                  <a:lnTo>
                    <a:pt x="6147874" y="1157686"/>
                  </a:lnTo>
                  <a:lnTo>
                    <a:pt x="6109876" y="1075333"/>
                  </a:lnTo>
                  <a:lnTo>
                    <a:pt x="6072197" y="995496"/>
                  </a:lnTo>
                  <a:lnTo>
                    <a:pt x="6034860" y="918579"/>
                  </a:lnTo>
                  <a:lnTo>
                    <a:pt x="5997863" y="844916"/>
                  </a:lnTo>
                  <a:lnTo>
                    <a:pt x="5961174" y="774765"/>
                  </a:lnTo>
                  <a:lnTo>
                    <a:pt x="5924731" y="708307"/>
                  </a:lnTo>
                  <a:lnTo>
                    <a:pt x="5888438" y="645647"/>
                  </a:lnTo>
                  <a:lnTo>
                    <a:pt x="5852160" y="586823"/>
                  </a:lnTo>
                  <a:lnTo>
                    <a:pt x="5815723" y="531807"/>
                  </a:lnTo>
                  <a:lnTo>
                    <a:pt x="5784835" y="488480"/>
                  </a:lnTo>
                  <a:lnTo>
                    <a:pt x="5736871" y="427388"/>
                  </a:lnTo>
                  <a:lnTo>
                    <a:pt x="5687328" y="372306"/>
                  </a:lnTo>
                  <a:lnTo>
                    <a:pt x="5635468" y="322940"/>
                  </a:lnTo>
                  <a:lnTo>
                    <a:pt x="5580464" y="278784"/>
                  </a:lnTo>
                  <a:lnTo>
                    <a:pt x="5521471" y="239265"/>
                  </a:lnTo>
                  <a:lnTo>
                    <a:pt x="5457689" y="203825"/>
                  </a:lnTo>
                  <a:lnTo>
                    <a:pt x="5388456" y="171966"/>
                  </a:lnTo>
                  <a:lnTo>
                    <a:pt x="5313353" y="143281"/>
                  </a:lnTo>
                  <a:lnTo>
                    <a:pt x="5232355" y="117464"/>
                  </a:lnTo>
                  <a:lnTo>
                    <a:pt x="5146010" y="94319"/>
                  </a:lnTo>
                  <a:lnTo>
                    <a:pt x="5055626" y="73751"/>
                  </a:lnTo>
                  <a:lnTo>
                    <a:pt x="4963405" y="55754"/>
                  </a:lnTo>
                  <a:lnTo>
                    <a:pt x="4872464" y="40378"/>
                  </a:lnTo>
                  <a:lnTo>
                    <a:pt x="4786632" y="27681"/>
                  </a:lnTo>
                  <a:lnTo>
                    <a:pt x="4709985" y="17673"/>
                  </a:lnTo>
                  <a:lnTo>
                    <a:pt x="4646153" y="10260"/>
                  </a:lnTo>
                  <a:lnTo>
                    <a:pt x="4597569" y="5211"/>
                  </a:lnTo>
                  <a:lnTo>
                    <a:pt x="4564870" y="2154"/>
                  </a:lnTo>
                  <a:lnTo>
                    <a:pt x="4546647" y="615"/>
                  </a:lnTo>
                  <a:lnTo>
                    <a:pt x="4539546" y="70"/>
                  </a:lnTo>
                  <a:lnTo>
                    <a:pt x="4538543" y="0"/>
                  </a:lnTo>
                  <a:lnTo>
                    <a:pt x="4016409" y="0"/>
                  </a:lnTo>
                  <a:lnTo>
                    <a:pt x="4015290" y="87"/>
                  </a:lnTo>
                  <a:lnTo>
                    <a:pt x="4007955" y="711"/>
                  </a:lnTo>
                  <a:lnTo>
                    <a:pt x="3989537" y="2435"/>
                  </a:lnTo>
                  <a:lnTo>
                    <a:pt x="3956800" y="5827"/>
                  </a:lnTo>
                  <a:lnTo>
                    <a:pt x="3908401" y="11396"/>
                  </a:lnTo>
                  <a:lnTo>
                    <a:pt x="3844985" y="19543"/>
                  </a:lnTo>
                  <a:lnTo>
                    <a:pt x="3768937" y="30519"/>
                  </a:lnTo>
                  <a:lnTo>
                    <a:pt x="3683809" y="44427"/>
                  </a:lnTo>
                  <a:lnTo>
                    <a:pt x="3593587" y="61255"/>
                  </a:lnTo>
                  <a:lnTo>
                    <a:pt x="3502027" y="80940"/>
                  </a:lnTo>
                  <a:lnTo>
                    <a:pt x="3412200" y="103429"/>
                  </a:lnTo>
                  <a:lnTo>
                    <a:pt x="3326292" y="128724"/>
                  </a:lnTo>
                  <a:lnTo>
                    <a:pt x="3245614" y="156924"/>
                  </a:lnTo>
                  <a:lnTo>
                    <a:pt x="3170733" y="188237"/>
                  </a:lnTo>
                  <a:lnTo>
                    <a:pt x="3101651" y="222986"/>
                  </a:lnTo>
                  <a:lnTo>
                    <a:pt x="3037979" y="261606"/>
                  </a:lnTo>
                  <a:lnTo>
                    <a:pt x="2979077" y="304628"/>
                  </a:lnTo>
                  <a:lnTo>
                    <a:pt x="2924174" y="352654"/>
                  </a:lnTo>
                  <a:lnTo>
                    <a:pt x="2872442" y="406305"/>
                  </a:lnTo>
                  <a:lnTo>
                    <a:pt x="2823069" y="466140"/>
                  </a:lnTo>
                  <a:lnTo>
                    <a:pt x="2775320" y="532510"/>
                  </a:lnTo>
                  <a:lnTo>
                    <a:pt x="2770117" y="540246"/>
                  </a:lnTo>
                  <a:lnTo>
                    <a:pt x="2734834" y="595258"/>
                  </a:lnTo>
                  <a:lnTo>
                    <a:pt x="2699874" y="654081"/>
                  </a:lnTo>
                  <a:lnTo>
                    <a:pt x="2665046" y="716791"/>
                  </a:lnTo>
                  <a:lnTo>
                    <a:pt x="2630198" y="783412"/>
                  </a:lnTo>
                  <a:lnTo>
                    <a:pt x="2595213" y="853906"/>
                  </a:lnTo>
                  <a:lnTo>
                    <a:pt x="2560003" y="928171"/>
                  </a:lnTo>
                  <a:lnTo>
                    <a:pt x="2524512" y="1006034"/>
                  </a:lnTo>
                  <a:lnTo>
                    <a:pt x="2488710" y="1087251"/>
                  </a:lnTo>
                  <a:lnTo>
                    <a:pt x="2452591" y="1171505"/>
                  </a:lnTo>
                  <a:lnTo>
                    <a:pt x="2416172" y="1258412"/>
                  </a:lnTo>
                  <a:lnTo>
                    <a:pt x="2379488" y="1347523"/>
                  </a:lnTo>
                  <a:lnTo>
                    <a:pt x="2342591" y="1438336"/>
                  </a:lnTo>
                  <a:lnTo>
                    <a:pt x="2305545" y="1530303"/>
                  </a:lnTo>
                  <a:lnTo>
                    <a:pt x="2268425" y="1622849"/>
                  </a:lnTo>
                  <a:lnTo>
                    <a:pt x="2231306" y="1715382"/>
                  </a:lnTo>
                  <a:lnTo>
                    <a:pt x="2194266" y="1807309"/>
                  </a:lnTo>
                  <a:lnTo>
                    <a:pt x="2157377" y="1898056"/>
                  </a:lnTo>
                  <a:lnTo>
                    <a:pt x="2120704" y="1987077"/>
                  </a:lnTo>
                  <a:lnTo>
                    <a:pt x="2084298" y="2073872"/>
                  </a:lnTo>
                  <a:lnTo>
                    <a:pt x="2048193" y="2157996"/>
                  </a:lnTo>
                  <a:lnTo>
                    <a:pt x="2012406" y="2239066"/>
                  </a:lnTo>
                  <a:lnTo>
                    <a:pt x="1976928" y="2316770"/>
                  </a:lnTo>
                  <a:lnTo>
                    <a:pt x="1941730" y="2390866"/>
                  </a:lnTo>
                  <a:lnTo>
                    <a:pt x="1906753" y="2461186"/>
                  </a:lnTo>
                  <a:lnTo>
                    <a:pt x="1871909" y="2527628"/>
                  </a:lnTo>
                  <a:lnTo>
                    <a:pt x="1837079" y="2590160"/>
                  </a:lnTo>
                  <a:lnTo>
                    <a:pt x="1802109" y="2648807"/>
                  </a:lnTo>
                  <a:lnTo>
                    <a:pt x="1768425" y="2701230"/>
                  </a:lnTo>
                  <a:lnTo>
                    <a:pt x="1720816" y="2768327"/>
                  </a:lnTo>
                  <a:lnTo>
                    <a:pt x="1671656" y="2828872"/>
                  </a:lnTo>
                  <a:lnTo>
                    <a:pt x="1620224" y="2883182"/>
                  </a:lnTo>
                  <a:lnTo>
                    <a:pt x="1565712" y="2931799"/>
                  </a:lnTo>
                  <a:lnTo>
                    <a:pt x="1507292" y="2975343"/>
                  </a:lnTo>
                  <a:lnTo>
                    <a:pt x="1444181" y="3014422"/>
                  </a:lnTo>
                  <a:lnTo>
                    <a:pt x="1375722" y="3049575"/>
                  </a:lnTo>
                  <a:lnTo>
                    <a:pt x="1301490" y="3081249"/>
                  </a:lnTo>
                  <a:lnTo>
                    <a:pt x="1221436" y="3109781"/>
                  </a:lnTo>
                  <a:lnTo>
                    <a:pt x="1136056" y="3135391"/>
                  </a:lnTo>
                  <a:lnTo>
                    <a:pt x="1046572" y="3158187"/>
                  </a:lnTo>
                  <a:lnTo>
                    <a:pt x="955068" y="3178185"/>
                  </a:lnTo>
                  <a:lnTo>
                    <a:pt x="864523" y="3195332"/>
                  </a:lnTo>
                  <a:lnTo>
                    <a:pt x="778635" y="3209564"/>
                  </a:lnTo>
                  <a:lnTo>
                    <a:pt x="701395" y="3220861"/>
                  </a:lnTo>
                  <a:lnTo>
                    <a:pt x="636440" y="3229312"/>
                  </a:lnTo>
                  <a:lnTo>
                    <a:pt x="586315" y="3235149"/>
                  </a:lnTo>
                  <a:lnTo>
                    <a:pt x="551877" y="3238757"/>
                  </a:lnTo>
                  <a:lnTo>
                    <a:pt x="532004" y="3240638"/>
                  </a:lnTo>
                  <a:lnTo>
                    <a:pt x="523655" y="3241356"/>
                  </a:lnTo>
                  <a:lnTo>
                    <a:pt x="522133" y="3241476"/>
                  </a:lnTo>
                  <a:lnTo>
                    <a:pt x="0" y="3241476"/>
                  </a:lnTo>
                  <a:close/>
                </a:path>
              </a:pathLst>
            </a:custGeom>
            <a:solidFill>
              <a:srgbClr val="E78AC3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1368" name="pl1368"/>
            <p:cNvSpPr/>
            <p:nvPr/>
          </p:nvSpPr>
          <p:spPr>
            <a:xfrm>
              <a:off x="386606" y="1338018"/>
              <a:ext cx="8554953" cy="3241476"/>
            </a:xfrm>
            <a:custGeom>
              <a:avLst/>
              <a:pathLst>
                <a:path w="8554953" h="3241476">
                  <a:moveTo>
                    <a:pt x="0" y="3241476"/>
                  </a:moveTo>
                  <a:lnTo>
                    <a:pt x="522133" y="3241476"/>
                  </a:lnTo>
                  <a:lnTo>
                    <a:pt x="523252" y="3241388"/>
                  </a:lnTo>
                  <a:lnTo>
                    <a:pt x="530587" y="3240764"/>
                  </a:lnTo>
                  <a:lnTo>
                    <a:pt x="549005" y="3239040"/>
                  </a:lnTo>
                  <a:lnTo>
                    <a:pt x="581743" y="3235649"/>
                  </a:lnTo>
                  <a:lnTo>
                    <a:pt x="630142" y="3230079"/>
                  </a:lnTo>
                  <a:lnTo>
                    <a:pt x="693557" y="3221932"/>
                  </a:lnTo>
                  <a:lnTo>
                    <a:pt x="769605" y="3210956"/>
                  </a:lnTo>
                  <a:lnTo>
                    <a:pt x="854733" y="3197049"/>
                  </a:lnTo>
                  <a:lnTo>
                    <a:pt x="944955" y="3180221"/>
                  </a:lnTo>
                  <a:lnTo>
                    <a:pt x="1036515" y="3160535"/>
                  </a:lnTo>
                  <a:lnTo>
                    <a:pt x="1126342" y="3138046"/>
                  </a:lnTo>
                  <a:lnTo>
                    <a:pt x="1212250" y="3112751"/>
                  </a:lnTo>
                  <a:lnTo>
                    <a:pt x="1292928" y="3084551"/>
                  </a:lnTo>
                  <a:lnTo>
                    <a:pt x="1367809" y="3053238"/>
                  </a:lnTo>
                  <a:lnTo>
                    <a:pt x="1436891" y="3018489"/>
                  </a:lnTo>
                  <a:lnTo>
                    <a:pt x="1500564" y="2979869"/>
                  </a:lnTo>
                  <a:lnTo>
                    <a:pt x="1559465" y="2936847"/>
                  </a:lnTo>
                  <a:lnTo>
                    <a:pt x="1614368" y="2888822"/>
                  </a:lnTo>
                  <a:lnTo>
                    <a:pt x="1666100" y="2835170"/>
                  </a:lnTo>
                  <a:lnTo>
                    <a:pt x="1715473" y="2775335"/>
                  </a:lnTo>
                  <a:lnTo>
                    <a:pt x="1763222" y="2708965"/>
                  </a:lnTo>
                  <a:lnTo>
                    <a:pt x="1768425" y="2701230"/>
                  </a:lnTo>
                  <a:lnTo>
                    <a:pt x="1803709" y="2646217"/>
                  </a:lnTo>
                  <a:lnTo>
                    <a:pt x="1838668" y="2587394"/>
                  </a:lnTo>
                  <a:lnTo>
                    <a:pt x="1873496" y="2524684"/>
                  </a:lnTo>
                  <a:lnTo>
                    <a:pt x="1908344" y="2458064"/>
                  </a:lnTo>
                  <a:lnTo>
                    <a:pt x="1943329" y="2387569"/>
                  </a:lnTo>
                  <a:lnTo>
                    <a:pt x="1978539" y="2313304"/>
                  </a:lnTo>
                  <a:lnTo>
                    <a:pt x="2014030" y="2235441"/>
                  </a:lnTo>
                  <a:lnTo>
                    <a:pt x="2049832" y="2154224"/>
                  </a:lnTo>
                  <a:lnTo>
                    <a:pt x="2085951" y="2069970"/>
                  </a:lnTo>
                  <a:lnTo>
                    <a:pt x="2122371" y="1983063"/>
                  </a:lnTo>
                  <a:lnTo>
                    <a:pt x="2159055" y="1893952"/>
                  </a:lnTo>
                  <a:lnTo>
                    <a:pt x="2195952" y="1803140"/>
                  </a:lnTo>
                  <a:lnTo>
                    <a:pt x="2232997" y="1711172"/>
                  </a:lnTo>
                  <a:lnTo>
                    <a:pt x="2270118" y="1618626"/>
                  </a:lnTo>
                  <a:lnTo>
                    <a:pt x="2307237" y="1526093"/>
                  </a:lnTo>
                  <a:lnTo>
                    <a:pt x="2344277" y="1434166"/>
                  </a:lnTo>
                  <a:lnTo>
                    <a:pt x="2381165" y="1343419"/>
                  </a:lnTo>
                  <a:lnTo>
                    <a:pt x="2417838" y="1254398"/>
                  </a:lnTo>
                  <a:lnTo>
                    <a:pt x="2454244" y="1167603"/>
                  </a:lnTo>
                  <a:lnTo>
                    <a:pt x="2490349" y="1083479"/>
                  </a:lnTo>
                  <a:lnTo>
                    <a:pt x="2526137" y="1002409"/>
                  </a:lnTo>
                  <a:lnTo>
                    <a:pt x="2561614" y="924705"/>
                  </a:lnTo>
                  <a:lnTo>
                    <a:pt x="2596812" y="850609"/>
                  </a:lnTo>
                  <a:lnTo>
                    <a:pt x="2631789" y="780289"/>
                  </a:lnTo>
                  <a:lnTo>
                    <a:pt x="2666634" y="713847"/>
                  </a:lnTo>
                  <a:lnTo>
                    <a:pt x="2701464" y="651315"/>
                  </a:lnTo>
                  <a:lnTo>
                    <a:pt x="2736434" y="592668"/>
                  </a:lnTo>
                  <a:lnTo>
                    <a:pt x="2770117" y="540246"/>
                  </a:lnTo>
                  <a:lnTo>
                    <a:pt x="2817726" y="473149"/>
                  </a:lnTo>
                  <a:lnTo>
                    <a:pt x="2866886" y="412603"/>
                  </a:lnTo>
                  <a:lnTo>
                    <a:pt x="2918318" y="358293"/>
                  </a:lnTo>
                  <a:lnTo>
                    <a:pt x="2972830" y="309677"/>
                  </a:lnTo>
                  <a:lnTo>
                    <a:pt x="3031250" y="266132"/>
                  </a:lnTo>
                  <a:lnTo>
                    <a:pt x="3094361" y="227054"/>
                  </a:lnTo>
                  <a:lnTo>
                    <a:pt x="3162821" y="191900"/>
                  </a:lnTo>
                  <a:lnTo>
                    <a:pt x="3237052" y="160226"/>
                  </a:lnTo>
                  <a:lnTo>
                    <a:pt x="3317106" y="131694"/>
                  </a:lnTo>
                  <a:lnTo>
                    <a:pt x="3402486" y="106085"/>
                  </a:lnTo>
                  <a:lnTo>
                    <a:pt x="3491971" y="83288"/>
                  </a:lnTo>
                  <a:lnTo>
                    <a:pt x="3583474" y="63290"/>
                  </a:lnTo>
                  <a:lnTo>
                    <a:pt x="3674019" y="46143"/>
                  </a:lnTo>
                  <a:lnTo>
                    <a:pt x="3759907" y="31911"/>
                  </a:lnTo>
                  <a:lnTo>
                    <a:pt x="3837147" y="20614"/>
                  </a:lnTo>
                  <a:lnTo>
                    <a:pt x="3902102" y="12164"/>
                  </a:lnTo>
                  <a:lnTo>
                    <a:pt x="3952227" y="6326"/>
                  </a:lnTo>
                  <a:lnTo>
                    <a:pt x="3986665" y="2718"/>
                  </a:lnTo>
                  <a:lnTo>
                    <a:pt x="4006538" y="837"/>
                  </a:lnTo>
                  <a:lnTo>
                    <a:pt x="4014887" y="119"/>
                  </a:lnTo>
                  <a:lnTo>
                    <a:pt x="4016408" y="0"/>
                  </a:lnTo>
                  <a:lnTo>
                    <a:pt x="4016409" y="0"/>
                  </a:lnTo>
                  <a:lnTo>
                    <a:pt x="4538543" y="0"/>
                  </a:lnTo>
                  <a:lnTo>
                    <a:pt x="4539686" y="80"/>
                  </a:lnTo>
                  <a:lnTo>
                    <a:pt x="4547178" y="657"/>
                  </a:lnTo>
                  <a:lnTo>
                    <a:pt x="4565974" y="2252"/>
                  </a:lnTo>
                  <a:lnTo>
                    <a:pt x="4599350" y="5386"/>
                  </a:lnTo>
                  <a:lnTo>
                    <a:pt x="4648626" y="10532"/>
                  </a:lnTo>
                  <a:lnTo>
                    <a:pt x="4713077" y="18053"/>
                  </a:lnTo>
                  <a:lnTo>
                    <a:pt x="4790206" y="28177"/>
                  </a:lnTo>
                  <a:lnTo>
                    <a:pt x="4876345" y="40991"/>
                  </a:lnTo>
                  <a:lnTo>
                    <a:pt x="4967417" y="56483"/>
                  </a:lnTo>
                  <a:lnTo>
                    <a:pt x="5059617" y="74593"/>
                  </a:lnTo>
                  <a:lnTo>
                    <a:pt x="5149865" y="95272"/>
                  </a:lnTo>
                  <a:lnTo>
                    <a:pt x="5235997" y="118531"/>
                  </a:lnTo>
                  <a:lnTo>
                    <a:pt x="5316745" y="144467"/>
                  </a:lnTo>
                  <a:lnTo>
                    <a:pt x="5391589" y="173284"/>
                  </a:lnTo>
                  <a:lnTo>
                    <a:pt x="5460574" y="205289"/>
                  </a:lnTo>
                  <a:lnTo>
                    <a:pt x="5524132" y="240896"/>
                  </a:lnTo>
                  <a:lnTo>
                    <a:pt x="5582935" y="280605"/>
                  </a:lnTo>
                  <a:lnTo>
                    <a:pt x="5637784" y="324975"/>
                  </a:lnTo>
                  <a:lnTo>
                    <a:pt x="5689527" y="374581"/>
                  </a:lnTo>
                  <a:lnTo>
                    <a:pt x="5738987" y="429921"/>
                  </a:lnTo>
                  <a:lnTo>
                    <a:pt x="5784835" y="488480"/>
                  </a:lnTo>
                  <a:lnTo>
                    <a:pt x="5821575" y="540361"/>
                  </a:lnTo>
                  <a:lnTo>
                    <a:pt x="5857973" y="595982"/>
                  </a:lnTo>
                  <a:lnTo>
                    <a:pt x="5894243" y="655420"/>
                  </a:lnTo>
                  <a:lnTo>
                    <a:pt x="5930552" y="718692"/>
                  </a:lnTo>
                  <a:lnTo>
                    <a:pt x="5967029" y="785751"/>
                  </a:lnTo>
                  <a:lnTo>
                    <a:pt x="6003764" y="856478"/>
                  </a:lnTo>
                  <a:lnTo>
                    <a:pt x="6040814" y="930681"/>
                  </a:lnTo>
                  <a:lnTo>
                    <a:pt x="6078206" y="1008090"/>
                  </a:lnTo>
                  <a:lnTo>
                    <a:pt x="6115938" y="1088359"/>
                  </a:lnTo>
                  <a:lnTo>
                    <a:pt x="6153984" y="1171072"/>
                  </a:lnTo>
                  <a:lnTo>
                    <a:pt x="6192295" y="1255748"/>
                  </a:lnTo>
                  <a:lnTo>
                    <a:pt x="6230806" y="1341852"/>
                  </a:lnTo>
                  <a:lnTo>
                    <a:pt x="6269440" y="1428811"/>
                  </a:lnTo>
                  <a:lnTo>
                    <a:pt x="6308111" y="1516023"/>
                  </a:lnTo>
                  <a:lnTo>
                    <a:pt x="6346731" y="1602885"/>
                  </a:lnTo>
                  <a:lnTo>
                    <a:pt x="6385215" y="1688798"/>
                  </a:lnTo>
                  <a:lnTo>
                    <a:pt x="6423488" y="1773195"/>
                  </a:lnTo>
                  <a:lnTo>
                    <a:pt x="6461486" y="1855547"/>
                  </a:lnTo>
                  <a:lnTo>
                    <a:pt x="6499165" y="1935385"/>
                  </a:lnTo>
                  <a:lnTo>
                    <a:pt x="6536502" y="2012302"/>
                  </a:lnTo>
                  <a:lnTo>
                    <a:pt x="6573499" y="2085964"/>
                  </a:lnTo>
                  <a:lnTo>
                    <a:pt x="6610188" y="2156115"/>
                  </a:lnTo>
                  <a:lnTo>
                    <a:pt x="6646630" y="2222574"/>
                  </a:lnTo>
                  <a:lnTo>
                    <a:pt x="6682924" y="2285234"/>
                  </a:lnTo>
                  <a:lnTo>
                    <a:pt x="6719202" y="2344058"/>
                  </a:lnTo>
                  <a:lnTo>
                    <a:pt x="6755639" y="2399074"/>
                  </a:lnTo>
                  <a:lnTo>
                    <a:pt x="6786527" y="2442401"/>
                  </a:lnTo>
                  <a:lnTo>
                    <a:pt x="6834491" y="2503493"/>
                  </a:lnTo>
                  <a:lnTo>
                    <a:pt x="6884034" y="2558575"/>
                  </a:lnTo>
                  <a:lnTo>
                    <a:pt x="6935894" y="2607941"/>
                  </a:lnTo>
                  <a:lnTo>
                    <a:pt x="6990898" y="2652097"/>
                  </a:lnTo>
                  <a:lnTo>
                    <a:pt x="7049891" y="2691616"/>
                  </a:lnTo>
                  <a:lnTo>
                    <a:pt x="7113673" y="2727056"/>
                  </a:lnTo>
                  <a:lnTo>
                    <a:pt x="7182906" y="2758915"/>
                  </a:lnTo>
                  <a:lnTo>
                    <a:pt x="7258009" y="2787600"/>
                  </a:lnTo>
                  <a:lnTo>
                    <a:pt x="7339007" y="2813417"/>
                  </a:lnTo>
                  <a:lnTo>
                    <a:pt x="7425352" y="2836562"/>
                  </a:lnTo>
                  <a:lnTo>
                    <a:pt x="7515736" y="2857130"/>
                  </a:lnTo>
                  <a:lnTo>
                    <a:pt x="7607957" y="2875127"/>
                  </a:lnTo>
                  <a:lnTo>
                    <a:pt x="7698898" y="2890503"/>
                  </a:lnTo>
                  <a:lnTo>
                    <a:pt x="7784730" y="2903200"/>
                  </a:lnTo>
                  <a:lnTo>
                    <a:pt x="7861377" y="2913208"/>
                  </a:lnTo>
                  <a:lnTo>
                    <a:pt x="7925209" y="2920620"/>
                  </a:lnTo>
                  <a:lnTo>
                    <a:pt x="7973793" y="2925670"/>
                  </a:lnTo>
                  <a:lnTo>
                    <a:pt x="8006492" y="2928727"/>
                  </a:lnTo>
                  <a:lnTo>
                    <a:pt x="8024715" y="2930266"/>
                  </a:lnTo>
                  <a:lnTo>
                    <a:pt x="8031816" y="2930811"/>
                  </a:lnTo>
                  <a:lnTo>
                    <a:pt x="8032819" y="2930881"/>
                  </a:lnTo>
                  <a:lnTo>
                    <a:pt x="8554953" y="2930881"/>
                  </a:lnTo>
                  <a:lnTo>
                    <a:pt x="8554953" y="2930881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369" name="pl1369"/>
            <p:cNvSpPr/>
            <p:nvPr/>
          </p:nvSpPr>
          <p:spPr>
            <a:xfrm>
              <a:off x="386606" y="1332371"/>
              <a:ext cx="8554953" cy="3241476"/>
            </a:xfrm>
            <a:custGeom>
              <a:avLst/>
              <a:pathLst>
                <a:path w="8554953" h="3241476">
                  <a:moveTo>
                    <a:pt x="8554953" y="2930881"/>
                  </a:moveTo>
                  <a:lnTo>
                    <a:pt x="8032819" y="2930881"/>
                  </a:lnTo>
                  <a:lnTo>
                    <a:pt x="8031676" y="2930800"/>
                  </a:lnTo>
                  <a:lnTo>
                    <a:pt x="8024184" y="2930224"/>
                  </a:lnTo>
                  <a:lnTo>
                    <a:pt x="8005388" y="2928629"/>
                  </a:lnTo>
                  <a:lnTo>
                    <a:pt x="7972012" y="2925495"/>
                  </a:lnTo>
                  <a:lnTo>
                    <a:pt x="7922736" y="2920349"/>
                  </a:lnTo>
                  <a:lnTo>
                    <a:pt x="7858285" y="2912828"/>
                  </a:lnTo>
                  <a:lnTo>
                    <a:pt x="7781156" y="2902704"/>
                  </a:lnTo>
                  <a:lnTo>
                    <a:pt x="7695017" y="2889889"/>
                  </a:lnTo>
                  <a:lnTo>
                    <a:pt x="7603945" y="2874397"/>
                  </a:lnTo>
                  <a:lnTo>
                    <a:pt x="7511745" y="2856288"/>
                  </a:lnTo>
                  <a:lnTo>
                    <a:pt x="7421497" y="2835608"/>
                  </a:lnTo>
                  <a:lnTo>
                    <a:pt x="7335365" y="2812350"/>
                  </a:lnTo>
                  <a:lnTo>
                    <a:pt x="7254616" y="2786413"/>
                  </a:lnTo>
                  <a:lnTo>
                    <a:pt x="7179773" y="2757597"/>
                  </a:lnTo>
                  <a:lnTo>
                    <a:pt x="7110788" y="2725592"/>
                  </a:lnTo>
                  <a:lnTo>
                    <a:pt x="7047230" y="2689985"/>
                  </a:lnTo>
                  <a:lnTo>
                    <a:pt x="6988427" y="2650276"/>
                  </a:lnTo>
                  <a:lnTo>
                    <a:pt x="6933577" y="2605905"/>
                  </a:lnTo>
                  <a:lnTo>
                    <a:pt x="6881835" y="2556300"/>
                  </a:lnTo>
                  <a:lnTo>
                    <a:pt x="6832375" y="2500960"/>
                  </a:lnTo>
                  <a:lnTo>
                    <a:pt x="6786527" y="2442401"/>
                  </a:lnTo>
                  <a:lnTo>
                    <a:pt x="6749787" y="2390520"/>
                  </a:lnTo>
                  <a:lnTo>
                    <a:pt x="6713389" y="2334899"/>
                  </a:lnTo>
                  <a:lnTo>
                    <a:pt x="6677119" y="2275461"/>
                  </a:lnTo>
                  <a:lnTo>
                    <a:pt x="6640810" y="2212189"/>
                  </a:lnTo>
                  <a:lnTo>
                    <a:pt x="6604333" y="2145130"/>
                  </a:lnTo>
                  <a:lnTo>
                    <a:pt x="6567598" y="2074403"/>
                  </a:lnTo>
                  <a:lnTo>
                    <a:pt x="6530548" y="2000200"/>
                  </a:lnTo>
                  <a:lnTo>
                    <a:pt x="6493156" y="1922791"/>
                  </a:lnTo>
                  <a:lnTo>
                    <a:pt x="6455424" y="1842522"/>
                  </a:lnTo>
                  <a:lnTo>
                    <a:pt x="6417378" y="1759809"/>
                  </a:lnTo>
                  <a:lnTo>
                    <a:pt x="6379067" y="1675133"/>
                  </a:lnTo>
                  <a:lnTo>
                    <a:pt x="6340556" y="1589028"/>
                  </a:lnTo>
                  <a:lnTo>
                    <a:pt x="6301922" y="1502070"/>
                  </a:lnTo>
                  <a:lnTo>
                    <a:pt x="6263251" y="1414857"/>
                  </a:lnTo>
                  <a:lnTo>
                    <a:pt x="6224631" y="1327996"/>
                  </a:lnTo>
                  <a:lnTo>
                    <a:pt x="6186147" y="1242083"/>
                  </a:lnTo>
                  <a:lnTo>
                    <a:pt x="6147874" y="1157686"/>
                  </a:lnTo>
                  <a:lnTo>
                    <a:pt x="6109876" y="1075333"/>
                  </a:lnTo>
                  <a:lnTo>
                    <a:pt x="6072197" y="995496"/>
                  </a:lnTo>
                  <a:lnTo>
                    <a:pt x="6034860" y="918579"/>
                  </a:lnTo>
                  <a:lnTo>
                    <a:pt x="5997863" y="844916"/>
                  </a:lnTo>
                  <a:lnTo>
                    <a:pt x="5961174" y="774765"/>
                  </a:lnTo>
                  <a:lnTo>
                    <a:pt x="5924731" y="708307"/>
                  </a:lnTo>
                  <a:lnTo>
                    <a:pt x="5888438" y="645647"/>
                  </a:lnTo>
                  <a:lnTo>
                    <a:pt x="5852160" y="586823"/>
                  </a:lnTo>
                  <a:lnTo>
                    <a:pt x="5815723" y="531807"/>
                  </a:lnTo>
                  <a:lnTo>
                    <a:pt x="5784835" y="488480"/>
                  </a:lnTo>
                  <a:lnTo>
                    <a:pt x="5736871" y="427388"/>
                  </a:lnTo>
                  <a:lnTo>
                    <a:pt x="5687328" y="372306"/>
                  </a:lnTo>
                  <a:lnTo>
                    <a:pt x="5635468" y="322940"/>
                  </a:lnTo>
                  <a:lnTo>
                    <a:pt x="5580464" y="278784"/>
                  </a:lnTo>
                  <a:lnTo>
                    <a:pt x="5521471" y="239265"/>
                  </a:lnTo>
                  <a:lnTo>
                    <a:pt x="5457689" y="203825"/>
                  </a:lnTo>
                  <a:lnTo>
                    <a:pt x="5388456" y="171966"/>
                  </a:lnTo>
                  <a:lnTo>
                    <a:pt x="5313353" y="143281"/>
                  </a:lnTo>
                  <a:lnTo>
                    <a:pt x="5232355" y="117464"/>
                  </a:lnTo>
                  <a:lnTo>
                    <a:pt x="5146010" y="94319"/>
                  </a:lnTo>
                  <a:lnTo>
                    <a:pt x="5055626" y="73751"/>
                  </a:lnTo>
                  <a:lnTo>
                    <a:pt x="4963405" y="55754"/>
                  </a:lnTo>
                  <a:lnTo>
                    <a:pt x="4872464" y="40378"/>
                  </a:lnTo>
                  <a:lnTo>
                    <a:pt x="4786632" y="27681"/>
                  </a:lnTo>
                  <a:lnTo>
                    <a:pt x="4709985" y="17673"/>
                  </a:lnTo>
                  <a:lnTo>
                    <a:pt x="4646153" y="10260"/>
                  </a:lnTo>
                  <a:lnTo>
                    <a:pt x="4597569" y="5211"/>
                  </a:lnTo>
                  <a:lnTo>
                    <a:pt x="4564870" y="2154"/>
                  </a:lnTo>
                  <a:lnTo>
                    <a:pt x="4546647" y="615"/>
                  </a:lnTo>
                  <a:lnTo>
                    <a:pt x="4539546" y="70"/>
                  </a:lnTo>
                  <a:lnTo>
                    <a:pt x="4538543" y="0"/>
                  </a:lnTo>
                  <a:lnTo>
                    <a:pt x="4016409" y="0"/>
                  </a:lnTo>
                  <a:lnTo>
                    <a:pt x="4015290" y="87"/>
                  </a:lnTo>
                  <a:lnTo>
                    <a:pt x="4007955" y="711"/>
                  </a:lnTo>
                  <a:lnTo>
                    <a:pt x="3989537" y="2435"/>
                  </a:lnTo>
                  <a:lnTo>
                    <a:pt x="3956800" y="5827"/>
                  </a:lnTo>
                  <a:lnTo>
                    <a:pt x="3908401" y="11396"/>
                  </a:lnTo>
                  <a:lnTo>
                    <a:pt x="3844985" y="19543"/>
                  </a:lnTo>
                  <a:lnTo>
                    <a:pt x="3768937" y="30519"/>
                  </a:lnTo>
                  <a:lnTo>
                    <a:pt x="3683809" y="44427"/>
                  </a:lnTo>
                  <a:lnTo>
                    <a:pt x="3593587" y="61255"/>
                  </a:lnTo>
                  <a:lnTo>
                    <a:pt x="3502027" y="80940"/>
                  </a:lnTo>
                  <a:lnTo>
                    <a:pt x="3412200" y="103429"/>
                  </a:lnTo>
                  <a:lnTo>
                    <a:pt x="3326292" y="128724"/>
                  </a:lnTo>
                  <a:lnTo>
                    <a:pt x="3245614" y="156924"/>
                  </a:lnTo>
                  <a:lnTo>
                    <a:pt x="3170733" y="188237"/>
                  </a:lnTo>
                  <a:lnTo>
                    <a:pt x="3101651" y="222986"/>
                  </a:lnTo>
                  <a:lnTo>
                    <a:pt x="3037979" y="261606"/>
                  </a:lnTo>
                  <a:lnTo>
                    <a:pt x="2979077" y="304628"/>
                  </a:lnTo>
                  <a:lnTo>
                    <a:pt x="2924174" y="352654"/>
                  </a:lnTo>
                  <a:lnTo>
                    <a:pt x="2872442" y="406305"/>
                  </a:lnTo>
                  <a:lnTo>
                    <a:pt x="2823069" y="466140"/>
                  </a:lnTo>
                  <a:lnTo>
                    <a:pt x="2775320" y="532510"/>
                  </a:lnTo>
                  <a:lnTo>
                    <a:pt x="2770117" y="540246"/>
                  </a:lnTo>
                  <a:lnTo>
                    <a:pt x="2734834" y="595258"/>
                  </a:lnTo>
                  <a:lnTo>
                    <a:pt x="2699874" y="654081"/>
                  </a:lnTo>
                  <a:lnTo>
                    <a:pt x="2665046" y="716791"/>
                  </a:lnTo>
                  <a:lnTo>
                    <a:pt x="2630198" y="783412"/>
                  </a:lnTo>
                  <a:lnTo>
                    <a:pt x="2595213" y="853906"/>
                  </a:lnTo>
                  <a:lnTo>
                    <a:pt x="2560003" y="928171"/>
                  </a:lnTo>
                  <a:lnTo>
                    <a:pt x="2524512" y="1006034"/>
                  </a:lnTo>
                  <a:lnTo>
                    <a:pt x="2488710" y="1087251"/>
                  </a:lnTo>
                  <a:lnTo>
                    <a:pt x="2452591" y="1171505"/>
                  </a:lnTo>
                  <a:lnTo>
                    <a:pt x="2416172" y="1258412"/>
                  </a:lnTo>
                  <a:lnTo>
                    <a:pt x="2379488" y="1347523"/>
                  </a:lnTo>
                  <a:lnTo>
                    <a:pt x="2342591" y="1438336"/>
                  </a:lnTo>
                  <a:lnTo>
                    <a:pt x="2305545" y="1530303"/>
                  </a:lnTo>
                  <a:lnTo>
                    <a:pt x="2268425" y="1622849"/>
                  </a:lnTo>
                  <a:lnTo>
                    <a:pt x="2231306" y="1715382"/>
                  </a:lnTo>
                  <a:lnTo>
                    <a:pt x="2194266" y="1807309"/>
                  </a:lnTo>
                  <a:lnTo>
                    <a:pt x="2157377" y="1898056"/>
                  </a:lnTo>
                  <a:lnTo>
                    <a:pt x="2120704" y="1987077"/>
                  </a:lnTo>
                  <a:lnTo>
                    <a:pt x="2084298" y="2073872"/>
                  </a:lnTo>
                  <a:lnTo>
                    <a:pt x="2048193" y="2157996"/>
                  </a:lnTo>
                  <a:lnTo>
                    <a:pt x="2012406" y="2239066"/>
                  </a:lnTo>
                  <a:lnTo>
                    <a:pt x="1976928" y="2316770"/>
                  </a:lnTo>
                  <a:lnTo>
                    <a:pt x="1941730" y="2390866"/>
                  </a:lnTo>
                  <a:lnTo>
                    <a:pt x="1906753" y="2461186"/>
                  </a:lnTo>
                  <a:lnTo>
                    <a:pt x="1871909" y="2527628"/>
                  </a:lnTo>
                  <a:lnTo>
                    <a:pt x="1837079" y="2590160"/>
                  </a:lnTo>
                  <a:lnTo>
                    <a:pt x="1802109" y="2648807"/>
                  </a:lnTo>
                  <a:lnTo>
                    <a:pt x="1768425" y="2701230"/>
                  </a:lnTo>
                  <a:lnTo>
                    <a:pt x="1720816" y="2768327"/>
                  </a:lnTo>
                  <a:lnTo>
                    <a:pt x="1671656" y="2828872"/>
                  </a:lnTo>
                  <a:lnTo>
                    <a:pt x="1620224" y="2883182"/>
                  </a:lnTo>
                  <a:lnTo>
                    <a:pt x="1565712" y="2931799"/>
                  </a:lnTo>
                  <a:lnTo>
                    <a:pt x="1507292" y="2975343"/>
                  </a:lnTo>
                  <a:lnTo>
                    <a:pt x="1444181" y="3014422"/>
                  </a:lnTo>
                  <a:lnTo>
                    <a:pt x="1375722" y="3049575"/>
                  </a:lnTo>
                  <a:lnTo>
                    <a:pt x="1301490" y="3081249"/>
                  </a:lnTo>
                  <a:lnTo>
                    <a:pt x="1221436" y="3109781"/>
                  </a:lnTo>
                  <a:lnTo>
                    <a:pt x="1136056" y="3135391"/>
                  </a:lnTo>
                  <a:lnTo>
                    <a:pt x="1046572" y="3158187"/>
                  </a:lnTo>
                  <a:lnTo>
                    <a:pt x="955068" y="3178185"/>
                  </a:lnTo>
                  <a:lnTo>
                    <a:pt x="864523" y="3195332"/>
                  </a:lnTo>
                  <a:lnTo>
                    <a:pt x="778635" y="3209564"/>
                  </a:lnTo>
                  <a:lnTo>
                    <a:pt x="701395" y="3220861"/>
                  </a:lnTo>
                  <a:lnTo>
                    <a:pt x="636440" y="3229312"/>
                  </a:lnTo>
                  <a:lnTo>
                    <a:pt x="586315" y="3235149"/>
                  </a:lnTo>
                  <a:lnTo>
                    <a:pt x="551877" y="3238757"/>
                  </a:lnTo>
                  <a:lnTo>
                    <a:pt x="532004" y="3240638"/>
                  </a:lnTo>
                  <a:lnTo>
                    <a:pt x="523655" y="3241356"/>
                  </a:lnTo>
                  <a:lnTo>
                    <a:pt x="522134" y="3241476"/>
                  </a:lnTo>
                  <a:lnTo>
                    <a:pt x="522133" y="3241476"/>
                  </a:lnTo>
                  <a:lnTo>
                    <a:pt x="0" y="3241476"/>
                  </a:lnTo>
                  <a:lnTo>
                    <a:pt x="0" y="3241476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370" name="pg1370"/>
            <p:cNvSpPr/>
            <p:nvPr/>
          </p:nvSpPr>
          <p:spPr>
            <a:xfrm>
              <a:off x="386606" y="1394490"/>
              <a:ext cx="8554953" cy="3535129"/>
            </a:xfrm>
            <a:custGeom>
              <a:avLst/>
              <a:pathLst>
                <a:path w="8554953" h="3535129">
                  <a:moveTo>
                    <a:pt x="0" y="3196298"/>
                  </a:moveTo>
                  <a:lnTo>
                    <a:pt x="522133" y="3196298"/>
                  </a:lnTo>
                  <a:lnTo>
                    <a:pt x="523256" y="3196212"/>
                  </a:lnTo>
                  <a:lnTo>
                    <a:pt x="530621" y="3195597"/>
                  </a:lnTo>
                  <a:lnTo>
                    <a:pt x="549109" y="3193895"/>
                  </a:lnTo>
                  <a:lnTo>
                    <a:pt x="581965" y="3190549"/>
                  </a:lnTo>
                  <a:lnTo>
                    <a:pt x="630527" y="3185055"/>
                  </a:lnTo>
                  <a:lnTo>
                    <a:pt x="694135" y="3177018"/>
                  </a:lnTo>
                  <a:lnTo>
                    <a:pt x="770385" y="3166193"/>
                  </a:lnTo>
                  <a:lnTo>
                    <a:pt x="855702" y="3152479"/>
                  </a:lnTo>
                  <a:lnTo>
                    <a:pt x="946084" y="3135889"/>
                  </a:lnTo>
                  <a:lnTo>
                    <a:pt x="1037764" y="3116483"/>
                  </a:lnTo>
                  <a:lnTo>
                    <a:pt x="1127671" y="3094317"/>
                  </a:lnTo>
                  <a:lnTo>
                    <a:pt x="1213622" y="3069384"/>
                  </a:lnTo>
                  <a:lnTo>
                    <a:pt x="1294314" y="3041587"/>
                  </a:lnTo>
                  <a:lnTo>
                    <a:pt x="1369188" y="3010718"/>
                  </a:lnTo>
                  <a:lnTo>
                    <a:pt x="1438252" y="2976456"/>
                  </a:lnTo>
                  <a:lnTo>
                    <a:pt x="1501904" y="2938371"/>
                  </a:lnTo>
                  <a:lnTo>
                    <a:pt x="1560786" y="2895936"/>
                  </a:lnTo>
                  <a:lnTo>
                    <a:pt x="1615679" y="2848556"/>
                  </a:lnTo>
                  <a:lnTo>
                    <a:pt x="1667412" y="2795619"/>
                  </a:lnTo>
                  <a:lnTo>
                    <a:pt x="1716801" y="2736577"/>
                  </a:lnTo>
                  <a:lnTo>
                    <a:pt x="1764579" y="2671092"/>
                  </a:lnTo>
                  <a:lnTo>
                    <a:pt x="1768425" y="2665464"/>
                  </a:lnTo>
                  <a:lnTo>
                    <a:pt x="1803962" y="2611005"/>
                  </a:lnTo>
                  <a:lnTo>
                    <a:pt x="1839173" y="2552748"/>
                  </a:lnTo>
                  <a:lnTo>
                    <a:pt x="1874252" y="2490614"/>
                  </a:lnTo>
                  <a:lnTo>
                    <a:pt x="1909354" y="2424583"/>
                  </a:lnTo>
                  <a:lnTo>
                    <a:pt x="1944599" y="2354692"/>
                  </a:lnTo>
                  <a:lnTo>
                    <a:pt x="1980074" y="2281047"/>
                  </a:lnTo>
                  <a:lnTo>
                    <a:pt x="2015836" y="2203825"/>
                  </a:lnTo>
                  <a:lnTo>
                    <a:pt x="2051915" y="2123274"/>
                  </a:lnTo>
                  <a:lnTo>
                    <a:pt x="2088314" y="2039715"/>
                  </a:lnTo>
                  <a:lnTo>
                    <a:pt x="2125017" y="1953540"/>
                  </a:lnTo>
                  <a:lnTo>
                    <a:pt x="2161985" y="1865202"/>
                  </a:lnTo>
                  <a:lnTo>
                    <a:pt x="2199164" y="1775210"/>
                  </a:lnTo>
                  <a:lnTo>
                    <a:pt x="2236487" y="1684115"/>
                  </a:lnTo>
                  <a:lnTo>
                    <a:pt x="2273880" y="1592499"/>
                  </a:lnTo>
                  <a:lnTo>
                    <a:pt x="2311262" y="1500957"/>
                  </a:lnTo>
                  <a:lnTo>
                    <a:pt x="2348557" y="1410081"/>
                  </a:lnTo>
                  <a:lnTo>
                    <a:pt x="2385690" y="1320446"/>
                  </a:lnTo>
                  <a:lnTo>
                    <a:pt x="2422596" y="1232596"/>
                  </a:lnTo>
                  <a:lnTo>
                    <a:pt x="2459227" y="1147026"/>
                  </a:lnTo>
                  <a:lnTo>
                    <a:pt x="2495549" y="1064175"/>
                  </a:lnTo>
                  <a:lnTo>
                    <a:pt x="2531548" y="984417"/>
                  </a:lnTo>
                  <a:lnTo>
                    <a:pt x="2567235" y="908056"/>
                  </a:lnTo>
                  <a:lnTo>
                    <a:pt x="2602647" y="835323"/>
                  </a:lnTo>
                  <a:lnTo>
                    <a:pt x="2637848" y="766376"/>
                  </a:lnTo>
                  <a:lnTo>
                    <a:pt x="2672932" y="701304"/>
                  </a:lnTo>
                  <a:lnTo>
                    <a:pt x="2708027" y="640130"/>
                  </a:lnTo>
                  <a:lnTo>
                    <a:pt x="2743299" y="582818"/>
                  </a:lnTo>
                  <a:lnTo>
                    <a:pt x="2770117" y="542128"/>
                  </a:lnTo>
                  <a:lnTo>
                    <a:pt x="2817792" y="476114"/>
                  </a:lnTo>
                  <a:lnTo>
                    <a:pt x="2867024" y="416555"/>
                  </a:lnTo>
                  <a:lnTo>
                    <a:pt x="2918536" y="363138"/>
                  </a:lnTo>
                  <a:lnTo>
                    <a:pt x="2973139" y="315328"/>
                  </a:lnTo>
                  <a:lnTo>
                    <a:pt x="3031666" y="272513"/>
                  </a:lnTo>
                  <a:lnTo>
                    <a:pt x="3094902" y="234093"/>
                  </a:lnTo>
                  <a:lnTo>
                    <a:pt x="3163505" y="199537"/>
                  </a:lnTo>
                  <a:lnTo>
                    <a:pt x="3237899" y="168405"/>
                  </a:lnTo>
                  <a:lnTo>
                    <a:pt x="3318128" y="140367"/>
                  </a:lnTo>
                  <a:lnTo>
                    <a:pt x="3403688" y="115205"/>
                  </a:lnTo>
                  <a:lnTo>
                    <a:pt x="3493342" y="92814"/>
                  </a:lnTo>
                  <a:lnTo>
                    <a:pt x="3584981" y="73182"/>
                  </a:lnTo>
                  <a:lnTo>
                    <a:pt x="3675602" y="56359"/>
                  </a:lnTo>
                  <a:lnTo>
                    <a:pt x="3761483" y="42410"/>
                  </a:lnTo>
                  <a:lnTo>
                    <a:pt x="3838617" y="31351"/>
                  </a:lnTo>
                  <a:lnTo>
                    <a:pt x="3903367" y="23094"/>
                  </a:lnTo>
                  <a:lnTo>
                    <a:pt x="3953208" y="17405"/>
                  </a:lnTo>
                  <a:lnTo>
                    <a:pt x="3987322" y="13901"/>
                  </a:lnTo>
                  <a:lnTo>
                    <a:pt x="4006885" y="12086"/>
                  </a:lnTo>
                  <a:lnTo>
                    <a:pt x="4014995" y="11403"/>
                  </a:lnTo>
                  <a:lnTo>
                    <a:pt x="4016409" y="11294"/>
                  </a:lnTo>
                  <a:lnTo>
                    <a:pt x="4538543" y="11294"/>
                  </a:lnTo>
                  <a:lnTo>
                    <a:pt x="4539639" y="11387"/>
                  </a:lnTo>
                  <a:lnTo>
                    <a:pt x="4546826" y="12051"/>
                  </a:lnTo>
                  <a:lnTo>
                    <a:pt x="4564885" y="13886"/>
                  </a:lnTo>
                  <a:lnTo>
                    <a:pt x="4597014" y="17494"/>
                  </a:lnTo>
                  <a:lnTo>
                    <a:pt x="4644577" y="23424"/>
                  </a:lnTo>
                  <a:lnTo>
                    <a:pt x="4707002" y="32104"/>
                  </a:lnTo>
                  <a:lnTo>
                    <a:pt x="4782009" y="43808"/>
                  </a:lnTo>
                  <a:lnTo>
                    <a:pt x="4866160" y="58651"/>
                  </a:lnTo>
                  <a:lnTo>
                    <a:pt x="4955553" y="76629"/>
                  </a:lnTo>
                  <a:lnTo>
                    <a:pt x="5046484" y="97673"/>
                  </a:lnTo>
                  <a:lnTo>
                    <a:pt x="5135891" y="121725"/>
                  </a:lnTo>
                  <a:lnTo>
                    <a:pt x="5221568" y="148781"/>
                  </a:lnTo>
                  <a:lnTo>
                    <a:pt x="5302168" y="178937"/>
                  </a:lnTo>
                  <a:lnTo>
                    <a:pt x="5377076" y="212403"/>
                  </a:lnTo>
                  <a:lnTo>
                    <a:pt x="5446247" y="249512"/>
                  </a:lnTo>
                  <a:lnTo>
                    <a:pt x="5510030" y="290715"/>
                  </a:lnTo>
                  <a:lnTo>
                    <a:pt x="5569030" y="336568"/>
                  </a:lnTo>
                  <a:lnTo>
                    <a:pt x="5623991" y="387704"/>
                  </a:lnTo>
                  <a:lnTo>
                    <a:pt x="5675722" y="444786"/>
                  </a:lnTo>
                  <a:lnTo>
                    <a:pt x="5725023" y="508425"/>
                  </a:lnTo>
                  <a:lnTo>
                    <a:pt x="5772628" y="579036"/>
                  </a:lnTo>
                  <a:lnTo>
                    <a:pt x="5784835" y="598600"/>
                  </a:lnTo>
                  <a:lnTo>
                    <a:pt x="5818916" y="656288"/>
                  </a:lnTo>
                  <a:lnTo>
                    <a:pt x="5852689" y="717835"/>
                  </a:lnTo>
                  <a:lnTo>
                    <a:pt x="5886327" y="783320"/>
                  </a:lnTo>
                  <a:lnTo>
                    <a:pt x="5919972" y="852771"/>
                  </a:lnTo>
                  <a:lnTo>
                    <a:pt x="5953732" y="926158"/>
                  </a:lnTo>
                  <a:lnTo>
                    <a:pt x="5987689" y="1003392"/>
                  </a:lnTo>
                  <a:lnTo>
                    <a:pt x="6021900" y="1084317"/>
                  </a:lnTo>
                  <a:lnTo>
                    <a:pt x="6056397" y="1168708"/>
                  </a:lnTo>
                  <a:lnTo>
                    <a:pt x="6091190" y="1256274"/>
                  </a:lnTo>
                  <a:lnTo>
                    <a:pt x="6126270" y="1346657"/>
                  </a:lnTo>
                  <a:lnTo>
                    <a:pt x="6161610" y="1439438"/>
                  </a:lnTo>
                  <a:lnTo>
                    <a:pt x="6197169" y="1534143"/>
                  </a:lnTo>
                  <a:lnTo>
                    <a:pt x="6232892" y="1630251"/>
                  </a:lnTo>
                  <a:lnTo>
                    <a:pt x="6268716" y="1727209"/>
                  </a:lnTo>
                  <a:lnTo>
                    <a:pt x="6304574" y="1824442"/>
                  </a:lnTo>
                  <a:lnTo>
                    <a:pt x="6340395" y="1921368"/>
                  </a:lnTo>
                  <a:lnTo>
                    <a:pt x="6376110" y="2017415"/>
                  </a:lnTo>
                  <a:lnTo>
                    <a:pt x="6411659" y="2112028"/>
                  </a:lnTo>
                  <a:lnTo>
                    <a:pt x="6446986" y="2204692"/>
                  </a:lnTo>
                  <a:lnTo>
                    <a:pt x="6482051" y="2294934"/>
                  </a:lnTo>
                  <a:lnTo>
                    <a:pt x="6516828" y="2382338"/>
                  </a:lnTo>
                  <a:lnTo>
                    <a:pt x="6551309" y="2466549"/>
                  </a:lnTo>
                  <a:lnTo>
                    <a:pt x="6585505" y="2547280"/>
                  </a:lnTo>
                  <a:lnTo>
                    <a:pt x="6619451" y="2624311"/>
                  </a:lnTo>
                  <a:lnTo>
                    <a:pt x="6653202" y="2697488"/>
                  </a:lnTo>
                  <a:lnTo>
                    <a:pt x="6686843" y="2766726"/>
                  </a:lnTo>
                  <a:lnTo>
                    <a:pt x="6720485" y="2831998"/>
                  </a:lnTo>
                  <a:lnTo>
                    <a:pt x="6754270" y="2893335"/>
                  </a:lnTo>
                  <a:lnTo>
                    <a:pt x="6786527" y="2947823"/>
                  </a:lnTo>
                  <a:lnTo>
                    <a:pt x="6833795" y="3020274"/>
                  </a:lnTo>
                  <a:lnTo>
                    <a:pt x="6882588" y="3085703"/>
                  </a:lnTo>
                  <a:lnTo>
                    <a:pt x="6933609" y="3144440"/>
                  </a:lnTo>
                  <a:lnTo>
                    <a:pt x="6987650" y="3197062"/>
                  </a:lnTo>
                  <a:lnTo>
                    <a:pt x="7045521" y="3244228"/>
                  </a:lnTo>
                  <a:lnTo>
                    <a:pt x="7107992" y="3286586"/>
                  </a:lnTo>
                  <a:lnTo>
                    <a:pt x="7175712" y="3324715"/>
                  </a:lnTo>
                  <a:lnTo>
                    <a:pt x="7249111" y="3359093"/>
                  </a:lnTo>
                  <a:lnTo>
                    <a:pt x="7328260" y="3390087"/>
                  </a:lnTo>
                  <a:lnTo>
                    <a:pt x="7412712" y="3417937"/>
                  </a:lnTo>
                  <a:lnTo>
                    <a:pt x="7501323" y="3442768"/>
                  </a:lnTo>
                  <a:lnTo>
                    <a:pt x="7592119" y="3464601"/>
                  </a:lnTo>
                  <a:lnTo>
                    <a:pt x="7682250" y="3483385"/>
                  </a:lnTo>
                  <a:lnTo>
                    <a:pt x="7768145" y="3499050"/>
                  </a:lnTo>
                  <a:lnTo>
                    <a:pt x="7845898" y="3511567"/>
                  </a:lnTo>
                  <a:lnTo>
                    <a:pt x="7911881" y="3521015"/>
                  </a:lnTo>
                  <a:lnTo>
                    <a:pt x="7963448" y="3527626"/>
                  </a:lnTo>
                  <a:lnTo>
                    <a:pt x="7999548" y="3531791"/>
                  </a:lnTo>
                  <a:lnTo>
                    <a:pt x="8021036" y="3534031"/>
                  </a:lnTo>
                  <a:lnTo>
                    <a:pt x="8030656" y="3534941"/>
                  </a:lnTo>
                  <a:lnTo>
                    <a:pt x="8032819" y="3535129"/>
                  </a:lnTo>
                  <a:lnTo>
                    <a:pt x="8554953" y="3535129"/>
                  </a:lnTo>
                  <a:lnTo>
                    <a:pt x="8554953" y="3523834"/>
                  </a:lnTo>
                  <a:lnTo>
                    <a:pt x="8032819" y="3523834"/>
                  </a:lnTo>
                  <a:lnTo>
                    <a:pt x="8031723" y="3523741"/>
                  </a:lnTo>
                  <a:lnTo>
                    <a:pt x="8024536" y="3523078"/>
                  </a:lnTo>
                  <a:lnTo>
                    <a:pt x="8006477" y="3521243"/>
                  </a:lnTo>
                  <a:lnTo>
                    <a:pt x="7974348" y="3517634"/>
                  </a:lnTo>
                  <a:lnTo>
                    <a:pt x="7926785" y="3511704"/>
                  </a:lnTo>
                  <a:lnTo>
                    <a:pt x="7864360" y="3503024"/>
                  </a:lnTo>
                  <a:lnTo>
                    <a:pt x="7789353" y="3491320"/>
                  </a:lnTo>
                  <a:lnTo>
                    <a:pt x="7705202" y="3476477"/>
                  </a:lnTo>
                  <a:lnTo>
                    <a:pt x="7615809" y="3458499"/>
                  </a:lnTo>
                  <a:lnTo>
                    <a:pt x="7524878" y="3437455"/>
                  </a:lnTo>
                  <a:lnTo>
                    <a:pt x="7435471" y="3413403"/>
                  </a:lnTo>
                  <a:lnTo>
                    <a:pt x="7349793" y="3386347"/>
                  </a:lnTo>
                  <a:lnTo>
                    <a:pt x="7269194" y="3356191"/>
                  </a:lnTo>
                  <a:lnTo>
                    <a:pt x="7194286" y="3322725"/>
                  </a:lnTo>
                  <a:lnTo>
                    <a:pt x="7125115" y="3285616"/>
                  </a:lnTo>
                  <a:lnTo>
                    <a:pt x="7061332" y="3244413"/>
                  </a:lnTo>
                  <a:lnTo>
                    <a:pt x="7002332" y="3198560"/>
                  </a:lnTo>
                  <a:lnTo>
                    <a:pt x="6947371" y="3147424"/>
                  </a:lnTo>
                  <a:lnTo>
                    <a:pt x="6895640" y="3090342"/>
                  </a:lnTo>
                  <a:lnTo>
                    <a:pt x="6846339" y="3026703"/>
                  </a:lnTo>
                  <a:lnTo>
                    <a:pt x="6798734" y="2956092"/>
                  </a:lnTo>
                  <a:lnTo>
                    <a:pt x="6786527" y="2936528"/>
                  </a:lnTo>
                  <a:lnTo>
                    <a:pt x="6752446" y="2878840"/>
                  </a:lnTo>
                  <a:lnTo>
                    <a:pt x="6718673" y="2817293"/>
                  </a:lnTo>
                  <a:lnTo>
                    <a:pt x="6685035" y="2751808"/>
                  </a:lnTo>
                  <a:lnTo>
                    <a:pt x="6651390" y="2682357"/>
                  </a:lnTo>
                  <a:lnTo>
                    <a:pt x="6617630" y="2608970"/>
                  </a:lnTo>
                  <a:lnTo>
                    <a:pt x="6583673" y="2531736"/>
                  </a:lnTo>
                  <a:lnTo>
                    <a:pt x="6549462" y="2450811"/>
                  </a:lnTo>
                  <a:lnTo>
                    <a:pt x="6514965" y="2366420"/>
                  </a:lnTo>
                  <a:lnTo>
                    <a:pt x="6480172" y="2278854"/>
                  </a:lnTo>
                  <a:lnTo>
                    <a:pt x="6445092" y="2188471"/>
                  </a:lnTo>
                  <a:lnTo>
                    <a:pt x="6409752" y="2095690"/>
                  </a:lnTo>
                  <a:lnTo>
                    <a:pt x="6374193" y="2000985"/>
                  </a:lnTo>
                  <a:lnTo>
                    <a:pt x="6338470" y="1904877"/>
                  </a:lnTo>
                  <a:lnTo>
                    <a:pt x="6302646" y="1807920"/>
                  </a:lnTo>
                  <a:lnTo>
                    <a:pt x="6266788" y="1710686"/>
                  </a:lnTo>
                  <a:lnTo>
                    <a:pt x="6230967" y="1613760"/>
                  </a:lnTo>
                  <a:lnTo>
                    <a:pt x="6195251" y="1517713"/>
                  </a:lnTo>
                  <a:lnTo>
                    <a:pt x="6159703" y="1423100"/>
                  </a:lnTo>
                  <a:lnTo>
                    <a:pt x="6124376" y="1330436"/>
                  </a:lnTo>
                  <a:lnTo>
                    <a:pt x="6089311" y="1240194"/>
                  </a:lnTo>
                  <a:lnTo>
                    <a:pt x="6054534" y="1152790"/>
                  </a:lnTo>
                  <a:lnTo>
                    <a:pt x="6020053" y="1068579"/>
                  </a:lnTo>
                  <a:lnTo>
                    <a:pt x="5985857" y="987848"/>
                  </a:lnTo>
                  <a:lnTo>
                    <a:pt x="5951911" y="910817"/>
                  </a:lnTo>
                  <a:lnTo>
                    <a:pt x="5918160" y="837640"/>
                  </a:lnTo>
                  <a:lnTo>
                    <a:pt x="5884519" y="768402"/>
                  </a:lnTo>
                  <a:lnTo>
                    <a:pt x="5850877" y="703130"/>
                  </a:lnTo>
                  <a:lnTo>
                    <a:pt x="5817092" y="641793"/>
                  </a:lnTo>
                  <a:lnTo>
                    <a:pt x="5784835" y="587305"/>
                  </a:lnTo>
                  <a:lnTo>
                    <a:pt x="5737567" y="514854"/>
                  </a:lnTo>
                  <a:lnTo>
                    <a:pt x="5688774" y="449425"/>
                  </a:lnTo>
                  <a:lnTo>
                    <a:pt x="5637753" y="390688"/>
                  </a:lnTo>
                  <a:lnTo>
                    <a:pt x="5583712" y="338066"/>
                  </a:lnTo>
                  <a:lnTo>
                    <a:pt x="5525841" y="290900"/>
                  </a:lnTo>
                  <a:lnTo>
                    <a:pt x="5463370" y="248542"/>
                  </a:lnTo>
                  <a:lnTo>
                    <a:pt x="5395650" y="210413"/>
                  </a:lnTo>
                  <a:lnTo>
                    <a:pt x="5322251" y="176035"/>
                  </a:lnTo>
                  <a:lnTo>
                    <a:pt x="5243102" y="145041"/>
                  </a:lnTo>
                  <a:lnTo>
                    <a:pt x="5158650" y="117191"/>
                  </a:lnTo>
                  <a:lnTo>
                    <a:pt x="5070039" y="92360"/>
                  </a:lnTo>
                  <a:lnTo>
                    <a:pt x="4979243" y="70527"/>
                  </a:lnTo>
                  <a:lnTo>
                    <a:pt x="4889112" y="51743"/>
                  </a:lnTo>
                  <a:lnTo>
                    <a:pt x="4803217" y="36078"/>
                  </a:lnTo>
                  <a:lnTo>
                    <a:pt x="4725464" y="23561"/>
                  </a:lnTo>
                  <a:lnTo>
                    <a:pt x="4659481" y="14113"/>
                  </a:lnTo>
                  <a:lnTo>
                    <a:pt x="4607914" y="7502"/>
                  </a:lnTo>
                  <a:lnTo>
                    <a:pt x="4571814" y="3337"/>
                  </a:lnTo>
                  <a:lnTo>
                    <a:pt x="4550326" y="1097"/>
                  </a:lnTo>
                  <a:lnTo>
                    <a:pt x="4540706" y="187"/>
                  </a:lnTo>
                  <a:lnTo>
                    <a:pt x="4538543" y="0"/>
                  </a:lnTo>
                  <a:lnTo>
                    <a:pt x="4016409" y="0"/>
                  </a:lnTo>
                  <a:lnTo>
                    <a:pt x="4015286" y="86"/>
                  </a:lnTo>
                  <a:lnTo>
                    <a:pt x="4007921" y="701"/>
                  </a:lnTo>
                  <a:lnTo>
                    <a:pt x="3989433" y="2403"/>
                  </a:lnTo>
                  <a:lnTo>
                    <a:pt x="3956577" y="5749"/>
                  </a:lnTo>
                  <a:lnTo>
                    <a:pt x="3908015" y="11243"/>
                  </a:lnTo>
                  <a:lnTo>
                    <a:pt x="3844407" y="19280"/>
                  </a:lnTo>
                  <a:lnTo>
                    <a:pt x="3768157" y="30105"/>
                  </a:lnTo>
                  <a:lnTo>
                    <a:pt x="3682840" y="43818"/>
                  </a:lnTo>
                  <a:lnTo>
                    <a:pt x="3592458" y="60409"/>
                  </a:lnTo>
                  <a:lnTo>
                    <a:pt x="3500778" y="79815"/>
                  </a:lnTo>
                  <a:lnTo>
                    <a:pt x="3410872" y="101981"/>
                  </a:lnTo>
                  <a:lnTo>
                    <a:pt x="3324921" y="126914"/>
                  </a:lnTo>
                  <a:lnTo>
                    <a:pt x="3244228" y="154711"/>
                  </a:lnTo>
                  <a:lnTo>
                    <a:pt x="3169354" y="185580"/>
                  </a:lnTo>
                  <a:lnTo>
                    <a:pt x="3100290" y="219842"/>
                  </a:lnTo>
                  <a:lnTo>
                    <a:pt x="3036638" y="257927"/>
                  </a:lnTo>
                  <a:lnTo>
                    <a:pt x="2977756" y="300362"/>
                  </a:lnTo>
                  <a:lnTo>
                    <a:pt x="2922863" y="347741"/>
                  </a:lnTo>
                  <a:lnTo>
                    <a:pt x="2871130" y="400678"/>
                  </a:lnTo>
                  <a:lnTo>
                    <a:pt x="2821741" y="459721"/>
                  </a:lnTo>
                  <a:lnTo>
                    <a:pt x="2773963" y="525206"/>
                  </a:lnTo>
                  <a:lnTo>
                    <a:pt x="2770117" y="530834"/>
                  </a:lnTo>
                  <a:lnTo>
                    <a:pt x="2734580" y="585293"/>
                  </a:lnTo>
                  <a:lnTo>
                    <a:pt x="2699369" y="643550"/>
                  </a:lnTo>
                  <a:lnTo>
                    <a:pt x="2664290" y="705684"/>
                  </a:lnTo>
                  <a:lnTo>
                    <a:pt x="2629188" y="771715"/>
                  </a:lnTo>
                  <a:lnTo>
                    <a:pt x="2593943" y="841606"/>
                  </a:lnTo>
                  <a:lnTo>
                    <a:pt x="2558468" y="915251"/>
                  </a:lnTo>
                  <a:lnTo>
                    <a:pt x="2522706" y="992473"/>
                  </a:lnTo>
                  <a:lnTo>
                    <a:pt x="2486627" y="1073024"/>
                  </a:lnTo>
                  <a:lnTo>
                    <a:pt x="2450228" y="1156583"/>
                  </a:lnTo>
                  <a:lnTo>
                    <a:pt x="2413525" y="1242758"/>
                  </a:lnTo>
                  <a:lnTo>
                    <a:pt x="2376557" y="1331096"/>
                  </a:lnTo>
                  <a:lnTo>
                    <a:pt x="2339378" y="1421088"/>
                  </a:lnTo>
                  <a:lnTo>
                    <a:pt x="2302055" y="1512183"/>
                  </a:lnTo>
                  <a:lnTo>
                    <a:pt x="2264663" y="1603799"/>
                  </a:lnTo>
                  <a:lnTo>
                    <a:pt x="2227280" y="1695341"/>
                  </a:lnTo>
                  <a:lnTo>
                    <a:pt x="2189985" y="1786217"/>
                  </a:lnTo>
                  <a:lnTo>
                    <a:pt x="2152853" y="1875851"/>
                  </a:lnTo>
                  <a:lnTo>
                    <a:pt x="2115946" y="1963702"/>
                  </a:lnTo>
                  <a:lnTo>
                    <a:pt x="2079315" y="2049272"/>
                  </a:lnTo>
                  <a:lnTo>
                    <a:pt x="2042994" y="2132123"/>
                  </a:lnTo>
                  <a:lnTo>
                    <a:pt x="2006994" y="2211881"/>
                  </a:lnTo>
                  <a:lnTo>
                    <a:pt x="1971307" y="2288242"/>
                  </a:lnTo>
                  <a:lnTo>
                    <a:pt x="1935895" y="2360975"/>
                  </a:lnTo>
                  <a:lnTo>
                    <a:pt x="1900694" y="2429922"/>
                  </a:lnTo>
                  <a:lnTo>
                    <a:pt x="1865610" y="2494994"/>
                  </a:lnTo>
                  <a:lnTo>
                    <a:pt x="1830515" y="2556168"/>
                  </a:lnTo>
                  <a:lnTo>
                    <a:pt x="1795244" y="2613480"/>
                  </a:lnTo>
                  <a:lnTo>
                    <a:pt x="1768425" y="2654170"/>
                  </a:lnTo>
                  <a:lnTo>
                    <a:pt x="1720750" y="2720184"/>
                  </a:lnTo>
                  <a:lnTo>
                    <a:pt x="1671519" y="2779743"/>
                  </a:lnTo>
                  <a:lnTo>
                    <a:pt x="1620007" y="2833160"/>
                  </a:lnTo>
                  <a:lnTo>
                    <a:pt x="1565403" y="2880970"/>
                  </a:lnTo>
                  <a:lnTo>
                    <a:pt x="1506876" y="2923785"/>
                  </a:lnTo>
                  <a:lnTo>
                    <a:pt x="1443641" y="2962205"/>
                  </a:lnTo>
                  <a:lnTo>
                    <a:pt x="1375037" y="2996761"/>
                  </a:lnTo>
                  <a:lnTo>
                    <a:pt x="1300643" y="3027893"/>
                  </a:lnTo>
                  <a:lnTo>
                    <a:pt x="1220414" y="3055931"/>
                  </a:lnTo>
                  <a:lnTo>
                    <a:pt x="1134854" y="3081093"/>
                  </a:lnTo>
                  <a:lnTo>
                    <a:pt x="1045201" y="3103483"/>
                  </a:lnTo>
                  <a:lnTo>
                    <a:pt x="953561" y="3123116"/>
                  </a:lnTo>
                  <a:lnTo>
                    <a:pt x="862940" y="3139939"/>
                  </a:lnTo>
                  <a:lnTo>
                    <a:pt x="777059" y="3153888"/>
                  </a:lnTo>
                  <a:lnTo>
                    <a:pt x="699925" y="3164947"/>
                  </a:lnTo>
                  <a:lnTo>
                    <a:pt x="635175" y="3173204"/>
                  </a:lnTo>
                  <a:lnTo>
                    <a:pt x="585334" y="3178893"/>
                  </a:lnTo>
                  <a:lnTo>
                    <a:pt x="551220" y="3182397"/>
                  </a:lnTo>
                  <a:lnTo>
                    <a:pt x="531657" y="3184212"/>
                  </a:lnTo>
                  <a:lnTo>
                    <a:pt x="523548" y="3184895"/>
                  </a:lnTo>
                  <a:lnTo>
                    <a:pt x="522133" y="3185004"/>
                  </a:lnTo>
                  <a:lnTo>
                    <a:pt x="0" y="3185004"/>
                  </a:lnTo>
                  <a:close/>
                </a:path>
              </a:pathLst>
            </a:custGeom>
            <a:solidFill>
              <a:srgbClr val="E78AC3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1371" name="pl1371"/>
            <p:cNvSpPr/>
            <p:nvPr/>
          </p:nvSpPr>
          <p:spPr>
            <a:xfrm>
              <a:off x="386606" y="1405784"/>
              <a:ext cx="8554953" cy="3523834"/>
            </a:xfrm>
            <a:custGeom>
              <a:avLst/>
              <a:pathLst>
                <a:path w="8554953" h="3523834">
                  <a:moveTo>
                    <a:pt x="0" y="3185004"/>
                  </a:moveTo>
                  <a:lnTo>
                    <a:pt x="522133" y="3185004"/>
                  </a:lnTo>
                  <a:lnTo>
                    <a:pt x="523256" y="3184918"/>
                  </a:lnTo>
                  <a:lnTo>
                    <a:pt x="530621" y="3184302"/>
                  </a:lnTo>
                  <a:lnTo>
                    <a:pt x="549109" y="3182601"/>
                  </a:lnTo>
                  <a:lnTo>
                    <a:pt x="581965" y="3179255"/>
                  </a:lnTo>
                  <a:lnTo>
                    <a:pt x="630527" y="3173760"/>
                  </a:lnTo>
                  <a:lnTo>
                    <a:pt x="694135" y="3165724"/>
                  </a:lnTo>
                  <a:lnTo>
                    <a:pt x="770385" y="3154898"/>
                  </a:lnTo>
                  <a:lnTo>
                    <a:pt x="855702" y="3141185"/>
                  </a:lnTo>
                  <a:lnTo>
                    <a:pt x="946084" y="3124594"/>
                  </a:lnTo>
                  <a:lnTo>
                    <a:pt x="1037764" y="3105189"/>
                  </a:lnTo>
                  <a:lnTo>
                    <a:pt x="1127671" y="3083022"/>
                  </a:lnTo>
                  <a:lnTo>
                    <a:pt x="1213622" y="3058089"/>
                  </a:lnTo>
                  <a:lnTo>
                    <a:pt x="1294314" y="3030292"/>
                  </a:lnTo>
                  <a:lnTo>
                    <a:pt x="1369188" y="2999424"/>
                  </a:lnTo>
                  <a:lnTo>
                    <a:pt x="1438252" y="2965162"/>
                  </a:lnTo>
                  <a:lnTo>
                    <a:pt x="1501904" y="2927077"/>
                  </a:lnTo>
                  <a:lnTo>
                    <a:pt x="1560786" y="2884641"/>
                  </a:lnTo>
                  <a:lnTo>
                    <a:pt x="1615679" y="2837262"/>
                  </a:lnTo>
                  <a:lnTo>
                    <a:pt x="1667412" y="2784325"/>
                  </a:lnTo>
                  <a:lnTo>
                    <a:pt x="1716801" y="2725283"/>
                  </a:lnTo>
                  <a:lnTo>
                    <a:pt x="1764579" y="2659798"/>
                  </a:lnTo>
                  <a:lnTo>
                    <a:pt x="1768425" y="2654170"/>
                  </a:lnTo>
                  <a:lnTo>
                    <a:pt x="1803962" y="2599711"/>
                  </a:lnTo>
                  <a:lnTo>
                    <a:pt x="1839173" y="2541453"/>
                  </a:lnTo>
                  <a:lnTo>
                    <a:pt x="1874252" y="2479320"/>
                  </a:lnTo>
                  <a:lnTo>
                    <a:pt x="1909354" y="2413288"/>
                  </a:lnTo>
                  <a:lnTo>
                    <a:pt x="1944599" y="2343397"/>
                  </a:lnTo>
                  <a:lnTo>
                    <a:pt x="1980074" y="2269753"/>
                  </a:lnTo>
                  <a:lnTo>
                    <a:pt x="2015836" y="2192530"/>
                  </a:lnTo>
                  <a:lnTo>
                    <a:pt x="2051915" y="2111979"/>
                  </a:lnTo>
                  <a:lnTo>
                    <a:pt x="2088314" y="2028421"/>
                  </a:lnTo>
                  <a:lnTo>
                    <a:pt x="2125017" y="1942246"/>
                  </a:lnTo>
                  <a:lnTo>
                    <a:pt x="2161985" y="1853908"/>
                  </a:lnTo>
                  <a:lnTo>
                    <a:pt x="2199164" y="1763916"/>
                  </a:lnTo>
                  <a:lnTo>
                    <a:pt x="2236487" y="1672821"/>
                  </a:lnTo>
                  <a:lnTo>
                    <a:pt x="2273880" y="1581205"/>
                  </a:lnTo>
                  <a:lnTo>
                    <a:pt x="2311262" y="1489662"/>
                  </a:lnTo>
                  <a:lnTo>
                    <a:pt x="2348557" y="1398786"/>
                  </a:lnTo>
                  <a:lnTo>
                    <a:pt x="2385690" y="1309152"/>
                  </a:lnTo>
                  <a:lnTo>
                    <a:pt x="2422596" y="1221302"/>
                  </a:lnTo>
                  <a:lnTo>
                    <a:pt x="2459227" y="1135731"/>
                  </a:lnTo>
                  <a:lnTo>
                    <a:pt x="2495549" y="1052880"/>
                  </a:lnTo>
                  <a:lnTo>
                    <a:pt x="2531548" y="973123"/>
                  </a:lnTo>
                  <a:lnTo>
                    <a:pt x="2567235" y="896762"/>
                  </a:lnTo>
                  <a:lnTo>
                    <a:pt x="2602647" y="824029"/>
                  </a:lnTo>
                  <a:lnTo>
                    <a:pt x="2637848" y="755082"/>
                  </a:lnTo>
                  <a:lnTo>
                    <a:pt x="2672932" y="690010"/>
                  </a:lnTo>
                  <a:lnTo>
                    <a:pt x="2708027" y="628836"/>
                  </a:lnTo>
                  <a:lnTo>
                    <a:pt x="2743299" y="571523"/>
                  </a:lnTo>
                  <a:lnTo>
                    <a:pt x="2770117" y="530834"/>
                  </a:lnTo>
                  <a:lnTo>
                    <a:pt x="2817792" y="464820"/>
                  </a:lnTo>
                  <a:lnTo>
                    <a:pt x="2867024" y="405260"/>
                  </a:lnTo>
                  <a:lnTo>
                    <a:pt x="2918536" y="351844"/>
                  </a:lnTo>
                  <a:lnTo>
                    <a:pt x="2973139" y="304034"/>
                  </a:lnTo>
                  <a:lnTo>
                    <a:pt x="3031666" y="261218"/>
                  </a:lnTo>
                  <a:lnTo>
                    <a:pt x="3094902" y="222799"/>
                  </a:lnTo>
                  <a:lnTo>
                    <a:pt x="3163505" y="188243"/>
                  </a:lnTo>
                  <a:lnTo>
                    <a:pt x="3237899" y="157111"/>
                  </a:lnTo>
                  <a:lnTo>
                    <a:pt x="3318128" y="129073"/>
                  </a:lnTo>
                  <a:lnTo>
                    <a:pt x="3403688" y="103911"/>
                  </a:lnTo>
                  <a:lnTo>
                    <a:pt x="3493342" y="81520"/>
                  </a:lnTo>
                  <a:lnTo>
                    <a:pt x="3584981" y="61888"/>
                  </a:lnTo>
                  <a:lnTo>
                    <a:pt x="3675602" y="45065"/>
                  </a:lnTo>
                  <a:lnTo>
                    <a:pt x="3761483" y="31115"/>
                  </a:lnTo>
                  <a:lnTo>
                    <a:pt x="3838617" y="20056"/>
                  </a:lnTo>
                  <a:lnTo>
                    <a:pt x="3903367" y="11799"/>
                  </a:lnTo>
                  <a:lnTo>
                    <a:pt x="3953208" y="6110"/>
                  </a:lnTo>
                  <a:lnTo>
                    <a:pt x="3987322" y="2607"/>
                  </a:lnTo>
                  <a:lnTo>
                    <a:pt x="4006885" y="792"/>
                  </a:lnTo>
                  <a:lnTo>
                    <a:pt x="4014995" y="109"/>
                  </a:lnTo>
                  <a:lnTo>
                    <a:pt x="4016409" y="0"/>
                  </a:lnTo>
                  <a:lnTo>
                    <a:pt x="4016409" y="0"/>
                  </a:lnTo>
                  <a:lnTo>
                    <a:pt x="4538543" y="0"/>
                  </a:lnTo>
                  <a:lnTo>
                    <a:pt x="4539639" y="93"/>
                  </a:lnTo>
                  <a:lnTo>
                    <a:pt x="4546826" y="756"/>
                  </a:lnTo>
                  <a:lnTo>
                    <a:pt x="4564885" y="2591"/>
                  </a:lnTo>
                  <a:lnTo>
                    <a:pt x="4597014" y="6200"/>
                  </a:lnTo>
                  <a:lnTo>
                    <a:pt x="4644577" y="12129"/>
                  </a:lnTo>
                  <a:lnTo>
                    <a:pt x="4707002" y="20809"/>
                  </a:lnTo>
                  <a:lnTo>
                    <a:pt x="4782009" y="32514"/>
                  </a:lnTo>
                  <a:lnTo>
                    <a:pt x="4866160" y="47357"/>
                  </a:lnTo>
                  <a:lnTo>
                    <a:pt x="4955553" y="65334"/>
                  </a:lnTo>
                  <a:lnTo>
                    <a:pt x="5046484" y="86379"/>
                  </a:lnTo>
                  <a:lnTo>
                    <a:pt x="5135891" y="110430"/>
                  </a:lnTo>
                  <a:lnTo>
                    <a:pt x="5221568" y="137486"/>
                  </a:lnTo>
                  <a:lnTo>
                    <a:pt x="5302168" y="167642"/>
                  </a:lnTo>
                  <a:lnTo>
                    <a:pt x="5377076" y="201108"/>
                  </a:lnTo>
                  <a:lnTo>
                    <a:pt x="5446247" y="238218"/>
                  </a:lnTo>
                  <a:lnTo>
                    <a:pt x="5510030" y="279421"/>
                  </a:lnTo>
                  <a:lnTo>
                    <a:pt x="5569030" y="325274"/>
                  </a:lnTo>
                  <a:lnTo>
                    <a:pt x="5623991" y="376410"/>
                  </a:lnTo>
                  <a:lnTo>
                    <a:pt x="5675722" y="433492"/>
                  </a:lnTo>
                  <a:lnTo>
                    <a:pt x="5725023" y="497131"/>
                  </a:lnTo>
                  <a:lnTo>
                    <a:pt x="5772628" y="567742"/>
                  </a:lnTo>
                  <a:lnTo>
                    <a:pt x="5784835" y="587305"/>
                  </a:lnTo>
                  <a:lnTo>
                    <a:pt x="5818916" y="644993"/>
                  </a:lnTo>
                  <a:lnTo>
                    <a:pt x="5852689" y="706540"/>
                  </a:lnTo>
                  <a:lnTo>
                    <a:pt x="5886327" y="772026"/>
                  </a:lnTo>
                  <a:lnTo>
                    <a:pt x="5919972" y="841476"/>
                  </a:lnTo>
                  <a:lnTo>
                    <a:pt x="5953732" y="914864"/>
                  </a:lnTo>
                  <a:lnTo>
                    <a:pt x="5987689" y="992098"/>
                  </a:lnTo>
                  <a:lnTo>
                    <a:pt x="6021900" y="1073022"/>
                  </a:lnTo>
                  <a:lnTo>
                    <a:pt x="6056397" y="1157413"/>
                  </a:lnTo>
                  <a:lnTo>
                    <a:pt x="6091190" y="1244980"/>
                  </a:lnTo>
                  <a:lnTo>
                    <a:pt x="6126270" y="1335363"/>
                  </a:lnTo>
                  <a:lnTo>
                    <a:pt x="6161610" y="1428144"/>
                  </a:lnTo>
                  <a:lnTo>
                    <a:pt x="6197169" y="1522848"/>
                  </a:lnTo>
                  <a:lnTo>
                    <a:pt x="6232892" y="1618956"/>
                  </a:lnTo>
                  <a:lnTo>
                    <a:pt x="6268716" y="1715914"/>
                  </a:lnTo>
                  <a:lnTo>
                    <a:pt x="6304574" y="1813147"/>
                  </a:lnTo>
                  <a:lnTo>
                    <a:pt x="6340395" y="1910074"/>
                  </a:lnTo>
                  <a:lnTo>
                    <a:pt x="6376110" y="2006120"/>
                  </a:lnTo>
                  <a:lnTo>
                    <a:pt x="6411659" y="2100734"/>
                  </a:lnTo>
                  <a:lnTo>
                    <a:pt x="6446986" y="2193398"/>
                  </a:lnTo>
                  <a:lnTo>
                    <a:pt x="6482051" y="2283640"/>
                  </a:lnTo>
                  <a:lnTo>
                    <a:pt x="6516828" y="2371044"/>
                  </a:lnTo>
                  <a:lnTo>
                    <a:pt x="6551309" y="2455255"/>
                  </a:lnTo>
                  <a:lnTo>
                    <a:pt x="6585505" y="2535986"/>
                  </a:lnTo>
                  <a:lnTo>
                    <a:pt x="6619451" y="2613016"/>
                  </a:lnTo>
                  <a:lnTo>
                    <a:pt x="6653202" y="2686194"/>
                  </a:lnTo>
                  <a:lnTo>
                    <a:pt x="6686843" y="2755432"/>
                  </a:lnTo>
                  <a:lnTo>
                    <a:pt x="6720485" y="2820704"/>
                  </a:lnTo>
                  <a:lnTo>
                    <a:pt x="6754270" y="2882041"/>
                  </a:lnTo>
                  <a:lnTo>
                    <a:pt x="6786527" y="2936528"/>
                  </a:lnTo>
                  <a:lnTo>
                    <a:pt x="6833795" y="3008980"/>
                  </a:lnTo>
                  <a:lnTo>
                    <a:pt x="6882588" y="3074408"/>
                  </a:lnTo>
                  <a:lnTo>
                    <a:pt x="6933609" y="3133146"/>
                  </a:lnTo>
                  <a:lnTo>
                    <a:pt x="6987650" y="3185768"/>
                  </a:lnTo>
                  <a:lnTo>
                    <a:pt x="7045521" y="3232934"/>
                  </a:lnTo>
                  <a:lnTo>
                    <a:pt x="7107992" y="3275292"/>
                  </a:lnTo>
                  <a:lnTo>
                    <a:pt x="7175712" y="3313420"/>
                  </a:lnTo>
                  <a:lnTo>
                    <a:pt x="7249111" y="3347799"/>
                  </a:lnTo>
                  <a:lnTo>
                    <a:pt x="7328260" y="3378792"/>
                  </a:lnTo>
                  <a:lnTo>
                    <a:pt x="7412712" y="3406643"/>
                  </a:lnTo>
                  <a:lnTo>
                    <a:pt x="7501323" y="3431474"/>
                  </a:lnTo>
                  <a:lnTo>
                    <a:pt x="7592119" y="3453307"/>
                  </a:lnTo>
                  <a:lnTo>
                    <a:pt x="7682250" y="3472091"/>
                  </a:lnTo>
                  <a:lnTo>
                    <a:pt x="7768145" y="3487755"/>
                  </a:lnTo>
                  <a:lnTo>
                    <a:pt x="7845898" y="3500272"/>
                  </a:lnTo>
                  <a:lnTo>
                    <a:pt x="7911881" y="3509721"/>
                  </a:lnTo>
                  <a:lnTo>
                    <a:pt x="7963448" y="3516332"/>
                  </a:lnTo>
                  <a:lnTo>
                    <a:pt x="7999548" y="3520497"/>
                  </a:lnTo>
                  <a:lnTo>
                    <a:pt x="8021036" y="3522737"/>
                  </a:lnTo>
                  <a:lnTo>
                    <a:pt x="8030656" y="3523647"/>
                  </a:lnTo>
                  <a:lnTo>
                    <a:pt x="8032799" y="3523833"/>
                  </a:lnTo>
                  <a:lnTo>
                    <a:pt x="8032819" y="3523834"/>
                  </a:lnTo>
                  <a:lnTo>
                    <a:pt x="8554953" y="3523834"/>
                  </a:lnTo>
                  <a:lnTo>
                    <a:pt x="8554953" y="3523834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372" name="pl1372"/>
            <p:cNvSpPr/>
            <p:nvPr/>
          </p:nvSpPr>
          <p:spPr>
            <a:xfrm>
              <a:off x="386606" y="1394490"/>
              <a:ext cx="8554953" cy="3523834"/>
            </a:xfrm>
            <a:custGeom>
              <a:avLst/>
              <a:pathLst>
                <a:path w="8554953" h="3523834">
                  <a:moveTo>
                    <a:pt x="8554953" y="3523834"/>
                  </a:moveTo>
                  <a:lnTo>
                    <a:pt x="8032819" y="3523834"/>
                  </a:lnTo>
                  <a:lnTo>
                    <a:pt x="8031723" y="3523741"/>
                  </a:lnTo>
                  <a:lnTo>
                    <a:pt x="8024536" y="3523078"/>
                  </a:lnTo>
                  <a:lnTo>
                    <a:pt x="8006477" y="3521243"/>
                  </a:lnTo>
                  <a:lnTo>
                    <a:pt x="7974348" y="3517634"/>
                  </a:lnTo>
                  <a:lnTo>
                    <a:pt x="7926785" y="3511704"/>
                  </a:lnTo>
                  <a:lnTo>
                    <a:pt x="7864360" y="3503024"/>
                  </a:lnTo>
                  <a:lnTo>
                    <a:pt x="7789353" y="3491320"/>
                  </a:lnTo>
                  <a:lnTo>
                    <a:pt x="7705202" y="3476477"/>
                  </a:lnTo>
                  <a:lnTo>
                    <a:pt x="7615809" y="3458499"/>
                  </a:lnTo>
                  <a:lnTo>
                    <a:pt x="7524878" y="3437455"/>
                  </a:lnTo>
                  <a:lnTo>
                    <a:pt x="7435471" y="3413403"/>
                  </a:lnTo>
                  <a:lnTo>
                    <a:pt x="7349793" y="3386347"/>
                  </a:lnTo>
                  <a:lnTo>
                    <a:pt x="7269194" y="3356191"/>
                  </a:lnTo>
                  <a:lnTo>
                    <a:pt x="7194286" y="3322725"/>
                  </a:lnTo>
                  <a:lnTo>
                    <a:pt x="7125115" y="3285616"/>
                  </a:lnTo>
                  <a:lnTo>
                    <a:pt x="7061332" y="3244413"/>
                  </a:lnTo>
                  <a:lnTo>
                    <a:pt x="7002332" y="3198560"/>
                  </a:lnTo>
                  <a:lnTo>
                    <a:pt x="6947371" y="3147424"/>
                  </a:lnTo>
                  <a:lnTo>
                    <a:pt x="6895640" y="3090342"/>
                  </a:lnTo>
                  <a:lnTo>
                    <a:pt x="6846339" y="3026703"/>
                  </a:lnTo>
                  <a:lnTo>
                    <a:pt x="6798734" y="2956092"/>
                  </a:lnTo>
                  <a:lnTo>
                    <a:pt x="6786527" y="2936528"/>
                  </a:lnTo>
                  <a:lnTo>
                    <a:pt x="6752446" y="2878840"/>
                  </a:lnTo>
                  <a:lnTo>
                    <a:pt x="6718673" y="2817293"/>
                  </a:lnTo>
                  <a:lnTo>
                    <a:pt x="6685035" y="2751808"/>
                  </a:lnTo>
                  <a:lnTo>
                    <a:pt x="6651390" y="2682357"/>
                  </a:lnTo>
                  <a:lnTo>
                    <a:pt x="6617630" y="2608970"/>
                  </a:lnTo>
                  <a:lnTo>
                    <a:pt x="6583673" y="2531736"/>
                  </a:lnTo>
                  <a:lnTo>
                    <a:pt x="6549462" y="2450811"/>
                  </a:lnTo>
                  <a:lnTo>
                    <a:pt x="6514965" y="2366420"/>
                  </a:lnTo>
                  <a:lnTo>
                    <a:pt x="6480172" y="2278854"/>
                  </a:lnTo>
                  <a:lnTo>
                    <a:pt x="6445092" y="2188471"/>
                  </a:lnTo>
                  <a:lnTo>
                    <a:pt x="6409752" y="2095690"/>
                  </a:lnTo>
                  <a:lnTo>
                    <a:pt x="6374193" y="2000985"/>
                  </a:lnTo>
                  <a:lnTo>
                    <a:pt x="6338470" y="1904877"/>
                  </a:lnTo>
                  <a:lnTo>
                    <a:pt x="6302646" y="1807920"/>
                  </a:lnTo>
                  <a:lnTo>
                    <a:pt x="6266788" y="1710686"/>
                  </a:lnTo>
                  <a:lnTo>
                    <a:pt x="6230967" y="1613760"/>
                  </a:lnTo>
                  <a:lnTo>
                    <a:pt x="6195251" y="1517713"/>
                  </a:lnTo>
                  <a:lnTo>
                    <a:pt x="6159703" y="1423100"/>
                  </a:lnTo>
                  <a:lnTo>
                    <a:pt x="6124376" y="1330436"/>
                  </a:lnTo>
                  <a:lnTo>
                    <a:pt x="6089311" y="1240194"/>
                  </a:lnTo>
                  <a:lnTo>
                    <a:pt x="6054534" y="1152790"/>
                  </a:lnTo>
                  <a:lnTo>
                    <a:pt x="6020053" y="1068579"/>
                  </a:lnTo>
                  <a:lnTo>
                    <a:pt x="5985857" y="987848"/>
                  </a:lnTo>
                  <a:lnTo>
                    <a:pt x="5951911" y="910817"/>
                  </a:lnTo>
                  <a:lnTo>
                    <a:pt x="5918160" y="837640"/>
                  </a:lnTo>
                  <a:lnTo>
                    <a:pt x="5884519" y="768402"/>
                  </a:lnTo>
                  <a:lnTo>
                    <a:pt x="5850877" y="703130"/>
                  </a:lnTo>
                  <a:lnTo>
                    <a:pt x="5817092" y="641793"/>
                  </a:lnTo>
                  <a:lnTo>
                    <a:pt x="5784835" y="587305"/>
                  </a:lnTo>
                  <a:lnTo>
                    <a:pt x="5737567" y="514854"/>
                  </a:lnTo>
                  <a:lnTo>
                    <a:pt x="5688774" y="449425"/>
                  </a:lnTo>
                  <a:lnTo>
                    <a:pt x="5637753" y="390688"/>
                  </a:lnTo>
                  <a:lnTo>
                    <a:pt x="5583712" y="338066"/>
                  </a:lnTo>
                  <a:lnTo>
                    <a:pt x="5525841" y="290900"/>
                  </a:lnTo>
                  <a:lnTo>
                    <a:pt x="5463370" y="248542"/>
                  </a:lnTo>
                  <a:lnTo>
                    <a:pt x="5395650" y="210413"/>
                  </a:lnTo>
                  <a:lnTo>
                    <a:pt x="5322251" y="176035"/>
                  </a:lnTo>
                  <a:lnTo>
                    <a:pt x="5243102" y="145041"/>
                  </a:lnTo>
                  <a:lnTo>
                    <a:pt x="5158650" y="117191"/>
                  </a:lnTo>
                  <a:lnTo>
                    <a:pt x="5070039" y="92360"/>
                  </a:lnTo>
                  <a:lnTo>
                    <a:pt x="4979243" y="70527"/>
                  </a:lnTo>
                  <a:lnTo>
                    <a:pt x="4889112" y="51743"/>
                  </a:lnTo>
                  <a:lnTo>
                    <a:pt x="4803217" y="36078"/>
                  </a:lnTo>
                  <a:lnTo>
                    <a:pt x="4725464" y="23561"/>
                  </a:lnTo>
                  <a:lnTo>
                    <a:pt x="4659481" y="14113"/>
                  </a:lnTo>
                  <a:lnTo>
                    <a:pt x="4607914" y="7502"/>
                  </a:lnTo>
                  <a:lnTo>
                    <a:pt x="4571814" y="3337"/>
                  </a:lnTo>
                  <a:lnTo>
                    <a:pt x="4550326" y="1097"/>
                  </a:lnTo>
                  <a:lnTo>
                    <a:pt x="4540706" y="187"/>
                  </a:lnTo>
                  <a:lnTo>
                    <a:pt x="4538563" y="1"/>
                  </a:lnTo>
                  <a:lnTo>
                    <a:pt x="4538543" y="0"/>
                  </a:lnTo>
                  <a:lnTo>
                    <a:pt x="4016409" y="0"/>
                  </a:lnTo>
                  <a:lnTo>
                    <a:pt x="4015286" y="86"/>
                  </a:lnTo>
                  <a:lnTo>
                    <a:pt x="4007921" y="701"/>
                  </a:lnTo>
                  <a:lnTo>
                    <a:pt x="3989433" y="2403"/>
                  </a:lnTo>
                  <a:lnTo>
                    <a:pt x="3956577" y="5749"/>
                  </a:lnTo>
                  <a:lnTo>
                    <a:pt x="3908015" y="11243"/>
                  </a:lnTo>
                  <a:lnTo>
                    <a:pt x="3844407" y="19280"/>
                  </a:lnTo>
                  <a:lnTo>
                    <a:pt x="3768157" y="30105"/>
                  </a:lnTo>
                  <a:lnTo>
                    <a:pt x="3682840" y="43818"/>
                  </a:lnTo>
                  <a:lnTo>
                    <a:pt x="3592458" y="60409"/>
                  </a:lnTo>
                  <a:lnTo>
                    <a:pt x="3500778" y="79815"/>
                  </a:lnTo>
                  <a:lnTo>
                    <a:pt x="3410872" y="101981"/>
                  </a:lnTo>
                  <a:lnTo>
                    <a:pt x="3324921" y="126914"/>
                  </a:lnTo>
                  <a:lnTo>
                    <a:pt x="3244228" y="154711"/>
                  </a:lnTo>
                  <a:lnTo>
                    <a:pt x="3169354" y="185580"/>
                  </a:lnTo>
                  <a:lnTo>
                    <a:pt x="3100290" y="219842"/>
                  </a:lnTo>
                  <a:lnTo>
                    <a:pt x="3036638" y="257927"/>
                  </a:lnTo>
                  <a:lnTo>
                    <a:pt x="2977756" y="300362"/>
                  </a:lnTo>
                  <a:lnTo>
                    <a:pt x="2922863" y="347741"/>
                  </a:lnTo>
                  <a:lnTo>
                    <a:pt x="2871130" y="400678"/>
                  </a:lnTo>
                  <a:lnTo>
                    <a:pt x="2821741" y="459721"/>
                  </a:lnTo>
                  <a:lnTo>
                    <a:pt x="2773963" y="525206"/>
                  </a:lnTo>
                  <a:lnTo>
                    <a:pt x="2770117" y="530834"/>
                  </a:lnTo>
                  <a:lnTo>
                    <a:pt x="2734580" y="585293"/>
                  </a:lnTo>
                  <a:lnTo>
                    <a:pt x="2699369" y="643550"/>
                  </a:lnTo>
                  <a:lnTo>
                    <a:pt x="2664290" y="705684"/>
                  </a:lnTo>
                  <a:lnTo>
                    <a:pt x="2629188" y="771715"/>
                  </a:lnTo>
                  <a:lnTo>
                    <a:pt x="2593943" y="841606"/>
                  </a:lnTo>
                  <a:lnTo>
                    <a:pt x="2558468" y="915251"/>
                  </a:lnTo>
                  <a:lnTo>
                    <a:pt x="2522706" y="992473"/>
                  </a:lnTo>
                  <a:lnTo>
                    <a:pt x="2486627" y="1073024"/>
                  </a:lnTo>
                  <a:lnTo>
                    <a:pt x="2450228" y="1156583"/>
                  </a:lnTo>
                  <a:lnTo>
                    <a:pt x="2413525" y="1242758"/>
                  </a:lnTo>
                  <a:lnTo>
                    <a:pt x="2376557" y="1331096"/>
                  </a:lnTo>
                  <a:lnTo>
                    <a:pt x="2339378" y="1421088"/>
                  </a:lnTo>
                  <a:lnTo>
                    <a:pt x="2302055" y="1512183"/>
                  </a:lnTo>
                  <a:lnTo>
                    <a:pt x="2264663" y="1603799"/>
                  </a:lnTo>
                  <a:lnTo>
                    <a:pt x="2227280" y="1695341"/>
                  </a:lnTo>
                  <a:lnTo>
                    <a:pt x="2189985" y="1786217"/>
                  </a:lnTo>
                  <a:lnTo>
                    <a:pt x="2152853" y="1875851"/>
                  </a:lnTo>
                  <a:lnTo>
                    <a:pt x="2115946" y="1963702"/>
                  </a:lnTo>
                  <a:lnTo>
                    <a:pt x="2079315" y="2049272"/>
                  </a:lnTo>
                  <a:lnTo>
                    <a:pt x="2042994" y="2132123"/>
                  </a:lnTo>
                  <a:lnTo>
                    <a:pt x="2006994" y="2211881"/>
                  </a:lnTo>
                  <a:lnTo>
                    <a:pt x="1971307" y="2288242"/>
                  </a:lnTo>
                  <a:lnTo>
                    <a:pt x="1935895" y="2360975"/>
                  </a:lnTo>
                  <a:lnTo>
                    <a:pt x="1900694" y="2429922"/>
                  </a:lnTo>
                  <a:lnTo>
                    <a:pt x="1865610" y="2494994"/>
                  </a:lnTo>
                  <a:lnTo>
                    <a:pt x="1830515" y="2556168"/>
                  </a:lnTo>
                  <a:lnTo>
                    <a:pt x="1795244" y="2613480"/>
                  </a:lnTo>
                  <a:lnTo>
                    <a:pt x="1768425" y="2654170"/>
                  </a:lnTo>
                  <a:lnTo>
                    <a:pt x="1720750" y="2720184"/>
                  </a:lnTo>
                  <a:lnTo>
                    <a:pt x="1671519" y="2779743"/>
                  </a:lnTo>
                  <a:lnTo>
                    <a:pt x="1620007" y="2833160"/>
                  </a:lnTo>
                  <a:lnTo>
                    <a:pt x="1565403" y="2880970"/>
                  </a:lnTo>
                  <a:lnTo>
                    <a:pt x="1506876" y="2923785"/>
                  </a:lnTo>
                  <a:lnTo>
                    <a:pt x="1443641" y="2962205"/>
                  </a:lnTo>
                  <a:lnTo>
                    <a:pt x="1375037" y="2996761"/>
                  </a:lnTo>
                  <a:lnTo>
                    <a:pt x="1300643" y="3027893"/>
                  </a:lnTo>
                  <a:lnTo>
                    <a:pt x="1220414" y="3055931"/>
                  </a:lnTo>
                  <a:lnTo>
                    <a:pt x="1134854" y="3081093"/>
                  </a:lnTo>
                  <a:lnTo>
                    <a:pt x="1045201" y="3103483"/>
                  </a:lnTo>
                  <a:lnTo>
                    <a:pt x="953561" y="3123116"/>
                  </a:lnTo>
                  <a:lnTo>
                    <a:pt x="862940" y="3139939"/>
                  </a:lnTo>
                  <a:lnTo>
                    <a:pt x="777059" y="3153888"/>
                  </a:lnTo>
                  <a:lnTo>
                    <a:pt x="699925" y="3164947"/>
                  </a:lnTo>
                  <a:lnTo>
                    <a:pt x="635175" y="3173204"/>
                  </a:lnTo>
                  <a:lnTo>
                    <a:pt x="585334" y="3178893"/>
                  </a:lnTo>
                  <a:lnTo>
                    <a:pt x="551220" y="3182397"/>
                  </a:lnTo>
                  <a:lnTo>
                    <a:pt x="531657" y="3184212"/>
                  </a:lnTo>
                  <a:lnTo>
                    <a:pt x="523548" y="3184895"/>
                  </a:lnTo>
                  <a:lnTo>
                    <a:pt x="522133" y="3185004"/>
                  </a:lnTo>
                  <a:lnTo>
                    <a:pt x="522133" y="3185004"/>
                  </a:lnTo>
                  <a:lnTo>
                    <a:pt x="0" y="3185004"/>
                  </a:lnTo>
                  <a:lnTo>
                    <a:pt x="0" y="3185004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373" name="pg1373"/>
            <p:cNvSpPr/>
            <p:nvPr/>
          </p:nvSpPr>
          <p:spPr>
            <a:xfrm>
              <a:off x="386606" y="1462256"/>
              <a:ext cx="8554953" cy="4427382"/>
            </a:xfrm>
            <a:custGeom>
              <a:avLst/>
              <a:pathLst>
                <a:path w="8554953" h="4427382">
                  <a:moveTo>
                    <a:pt x="0" y="3139827"/>
                  </a:moveTo>
                  <a:lnTo>
                    <a:pt x="522133" y="3139827"/>
                  </a:lnTo>
                  <a:lnTo>
                    <a:pt x="523261" y="3139742"/>
                  </a:lnTo>
                  <a:lnTo>
                    <a:pt x="530654" y="3139134"/>
                  </a:lnTo>
                  <a:lnTo>
                    <a:pt x="549212" y="3137456"/>
                  </a:lnTo>
                  <a:lnTo>
                    <a:pt x="582185" y="3134156"/>
                  </a:lnTo>
                  <a:lnTo>
                    <a:pt x="630909" y="3128737"/>
                  </a:lnTo>
                  <a:lnTo>
                    <a:pt x="694708" y="3120813"/>
                  </a:lnTo>
                  <a:lnTo>
                    <a:pt x="771157" y="3110141"/>
                  </a:lnTo>
                  <a:lnTo>
                    <a:pt x="856661" y="3096623"/>
                  </a:lnTo>
                  <a:lnTo>
                    <a:pt x="947200" y="3080272"/>
                  </a:lnTo>
                  <a:lnTo>
                    <a:pt x="1038999" y="3061150"/>
                  </a:lnTo>
                  <a:lnTo>
                    <a:pt x="1128984" y="3039308"/>
                  </a:lnTo>
                  <a:lnTo>
                    <a:pt x="1214977" y="3014742"/>
                  </a:lnTo>
                  <a:lnTo>
                    <a:pt x="1295682" y="2987351"/>
                  </a:lnTo>
                  <a:lnTo>
                    <a:pt x="1370551" y="2956931"/>
                  </a:lnTo>
                  <a:lnTo>
                    <a:pt x="1439597" y="2923162"/>
                  </a:lnTo>
                  <a:lnTo>
                    <a:pt x="1503227" y="2885617"/>
                  </a:lnTo>
                  <a:lnTo>
                    <a:pt x="1562091" y="2843775"/>
                  </a:lnTo>
                  <a:lnTo>
                    <a:pt x="1616974" y="2797051"/>
                  </a:lnTo>
                  <a:lnTo>
                    <a:pt x="1668708" y="2744837"/>
                  </a:lnTo>
                  <a:lnTo>
                    <a:pt x="1718113" y="2686599"/>
                  </a:lnTo>
                  <a:lnTo>
                    <a:pt x="1765920" y="2622011"/>
                  </a:lnTo>
                  <a:lnTo>
                    <a:pt x="1768425" y="2618405"/>
                  </a:lnTo>
                  <a:lnTo>
                    <a:pt x="1804221" y="2564506"/>
                  </a:lnTo>
                  <a:lnTo>
                    <a:pt x="1839687" y="2506821"/>
                  </a:lnTo>
                  <a:lnTo>
                    <a:pt x="1875022" y="2445272"/>
                  </a:lnTo>
                  <a:lnTo>
                    <a:pt x="1910383" y="2379838"/>
                  </a:lnTo>
                  <a:lnTo>
                    <a:pt x="1945893" y="2310559"/>
                  </a:lnTo>
                  <a:lnTo>
                    <a:pt x="1981638" y="2237544"/>
                  </a:lnTo>
                  <a:lnTo>
                    <a:pt x="2017677" y="2160973"/>
                  </a:lnTo>
                  <a:lnTo>
                    <a:pt x="2054037" y="2081099"/>
                  </a:lnTo>
                  <a:lnTo>
                    <a:pt x="2090723" y="1998249"/>
                  </a:lnTo>
                  <a:lnTo>
                    <a:pt x="2127714" y="1912818"/>
                  </a:lnTo>
                  <a:lnTo>
                    <a:pt x="2164971" y="1825268"/>
                  </a:lnTo>
                  <a:lnTo>
                    <a:pt x="2202437" y="1736111"/>
                  </a:lnTo>
                  <a:lnTo>
                    <a:pt x="2240043" y="1645906"/>
                  </a:lnTo>
                  <a:lnTo>
                    <a:pt x="2277712" y="1555237"/>
                  </a:lnTo>
                  <a:lnTo>
                    <a:pt x="2315363" y="1464702"/>
                  </a:lnTo>
                  <a:lnTo>
                    <a:pt x="2352915" y="1374895"/>
                  </a:lnTo>
                  <a:lnTo>
                    <a:pt x="2390295" y="1286392"/>
                  </a:lnTo>
                  <a:lnTo>
                    <a:pt x="2427439" y="1199730"/>
                  </a:lnTo>
                  <a:lnTo>
                    <a:pt x="2464297" y="1115403"/>
                  </a:lnTo>
                  <a:lnTo>
                    <a:pt x="2500838" y="1033841"/>
                  </a:lnTo>
                  <a:lnTo>
                    <a:pt x="2537053" y="955411"/>
                  </a:lnTo>
                  <a:lnTo>
                    <a:pt x="2572955" y="880407"/>
                  </a:lnTo>
                  <a:lnTo>
                    <a:pt x="2608586" y="809048"/>
                  </a:lnTo>
                  <a:lnTo>
                    <a:pt x="2644016" y="741483"/>
                  </a:lnTo>
                  <a:lnTo>
                    <a:pt x="2679349" y="677789"/>
                  </a:lnTo>
                  <a:lnTo>
                    <a:pt x="2714720" y="617977"/>
                  </a:lnTo>
                  <a:lnTo>
                    <a:pt x="2750307" y="562001"/>
                  </a:lnTo>
                  <a:lnTo>
                    <a:pt x="2770117" y="532716"/>
                  </a:lnTo>
                  <a:lnTo>
                    <a:pt x="2817858" y="467789"/>
                  </a:lnTo>
                  <a:lnTo>
                    <a:pt x="2867160" y="409219"/>
                  </a:lnTo>
                  <a:lnTo>
                    <a:pt x="2918751" y="356698"/>
                  </a:lnTo>
                  <a:lnTo>
                    <a:pt x="2973445" y="309697"/>
                  </a:lnTo>
                  <a:lnTo>
                    <a:pt x="3032077" y="267612"/>
                  </a:lnTo>
                  <a:lnTo>
                    <a:pt x="3095436" y="229853"/>
                  </a:lnTo>
                  <a:lnTo>
                    <a:pt x="3164182" y="195895"/>
                  </a:lnTo>
                  <a:lnTo>
                    <a:pt x="3238737" y="165306"/>
                  </a:lnTo>
                  <a:lnTo>
                    <a:pt x="3319141" y="137760"/>
                  </a:lnTo>
                  <a:lnTo>
                    <a:pt x="3404878" y="113047"/>
                  </a:lnTo>
                  <a:lnTo>
                    <a:pt x="3494698" y="91062"/>
                  </a:lnTo>
                  <a:lnTo>
                    <a:pt x="3586470" y="71794"/>
                  </a:lnTo>
                  <a:lnTo>
                    <a:pt x="3677166" y="55294"/>
                  </a:lnTo>
                  <a:lnTo>
                    <a:pt x="3763039" y="41626"/>
                  </a:lnTo>
                  <a:lnTo>
                    <a:pt x="3840066" y="30804"/>
                  </a:lnTo>
                  <a:lnTo>
                    <a:pt x="3904611" y="22738"/>
                  </a:lnTo>
                  <a:lnTo>
                    <a:pt x="3954169" y="17195"/>
                  </a:lnTo>
                  <a:lnTo>
                    <a:pt x="3987963" y="13794"/>
                  </a:lnTo>
                  <a:lnTo>
                    <a:pt x="4007220" y="12043"/>
                  </a:lnTo>
                  <a:lnTo>
                    <a:pt x="4015096" y="11393"/>
                  </a:lnTo>
                  <a:lnTo>
                    <a:pt x="4016409" y="11294"/>
                  </a:lnTo>
                  <a:lnTo>
                    <a:pt x="4538543" y="11294"/>
                  </a:lnTo>
                  <a:lnTo>
                    <a:pt x="4539436" y="11388"/>
                  </a:lnTo>
                  <a:lnTo>
                    <a:pt x="4545319" y="12062"/>
                  </a:lnTo>
                  <a:lnTo>
                    <a:pt x="4560192" y="13923"/>
                  </a:lnTo>
                  <a:lnTo>
                    <a:pt x="4586887" y="17590"/>
                  </a:lnTo>
                  <a:lnTo>
                    <a:pt x="4626879" y="23638"/>
                  </a:lnTo>
                  <a:lnTo>
                    <a:pt x="4680169" y="32548"/>
                  </a:lnTo>
                  <a:lnTo>
                    <a:pt x="4745375" y="44659"/>
                  </a:lnTo>
                  <a:lnTo>
                    <a:pt x="4820040" y="60156"/>
                  </a:lnTo>
                  <a:lnTo>
                    <a:pt x="4901105" y="79087"/>
                  </a:lnTo>
                  <a:lnTo>
                    <a:pt x="4985405" y="101412"/>
                  </a:lnTo>
                  <a:lnTo>
                    <a:pt x="5070086" y="127055"/>
                  </a:lnTo>
                  <a:lnTo>
                    <a:pt x="5152857" y="155968"/>
                  </a:lnTo>
                  <a:lnTo>
                    <a:pt x="5232092" y="188167"/>
                  </a:lnTo>
                  <a:lnTo>
                    <a:pt x="5306800" y="223767"/>
                  </a:lnTo>
                  <a:lnTo>
                    <a:pt x="5376536" y="262994"/>
                  </a:lnTo>
                  <a:lnTo>
                    <a:pt x="5441275" y="306188"/>
                  </a:lnTo>
                  <a:lnTo>
                    <a:pt x="5501291" y="353805"/>
                  </a:lnTo>
                  <a:lnTo>
                    <a:pt x="5557059" y="406400"/>
                  </a:lnTo>
                  <a:lnTo>
                    <a:pt x="5609170" y="464606"/>
                  </a:lnTo>
                  <a:lnTo>
                    <a:pt x="5658274" y="529097"/>
                  </a:lnTo>
                  <a:lnTo>
                    <a:pt x="5705029" y="600527"/>
                  </a:lnTo>
                  <a:lnTo>
                    <a:pt x="5750058" y="679416"/>
                  </a:lnTo>
                  <a:lnTo>
                    <a:pt x="5784835" y="747308"/>
                  </a:lnTo>
                  <a:lnTo>
                    <a:pt x="5815736" y="812620"/>
                  </a:lnTo>
                  <a:lnTo>
                    <a:pt x="5846369" y="881894"/>
                  </a:lnTo>
                  <a:lnTo>
                    <a:pt x="5876868" y="955210"/>
                  </a:lnTo>
                  <a:lnTo>
                    <a:pt x="5907342" y="1032606"/>
                  </a:lnTo>
                  <a:lnTo>
                    <a:pt x="5937881" y="1114072"/>
                  </a:lnTo>
                  <a:lnTo>
                    <a:pt x="5968554" y="1199550"/>
                  </a:lnTo>
                  <a:lnTo>
                    <a:pt x="5999411" y="1288926"/>
                  </a:lnTo>
                  <a:lnTo>
                    <a:pt x="6030488" y="1382030"/>
                  </a:lnTo>
                  <a:lnTo>
                    <a:pt x="6061804" y="1478635"/>
                  </a:lnTo>
                  <a:lnTo>
                    <a:pt x="6093363" y="1578455"/>
                  </a:lnTo>
                  <a:lnTo>
                    <a:pt x="6125157" y="1681150"/>
                  </a:lnTo>
                  <a:lnTo>
                    <a:pt x="6157166" y="1786328"/>
                  </a:lnTo>
                  <a:lnTo>
                    <a:pt x="6189360" y="1893551"/>
                  </a:lnTo>
                  <a:lnTo>
                    <a:pt x="6221699" y="2002339"/>
                  </a:lnTo>
                  <a:lnTo>
                    <a:pt x="6254138" y="2112184"/>
                  </a:lnTo>
                  <a:lnTo>
                    <a:pt x="6286627" y="2222554"/>
                  </a:lnTo>
                  <a:lnTo>
                    <a:pt x="6319115" y="2332908"/>
                  </a:lnTo>
                  <a:lnTo>
                    <a:pt x="6351550" y="2442706"/>
                  </a:lnTo>
                  <a:lnTo>
                    <a:pt x="6383881" y="2551417"/>
                  </a:lnTo>
                  <a:lnTo>
                    <a:pt x="6416065" y="2658533"/>
                  </a:lnTo>
                  <a:lnTo>
                    <a:pt x="6448062" y="2763578"/>
                  </a:lnTo>
                  <a:lnTo>
                    <a:pt x="6479843" y="2866116"/>
                  </a:lnTo>
                  <a:lnTo>
                    <a:pt x="6511389" y="2965758"/>
                  </a:lnTo>
                  <a:lnTo>
                    <a:pt x="6542690" y="3062166"/>
                  </a:lnTo>
                  <a:lnTo>
                    <a:pt x="6573754" y="3155058"/>
                  </a:lnTo>
                  <a:lnTo>
                    <a:pt x="6604599" y="3244211"/>
                  </a:lnTo>
                  <a:lnTo>
                    <a:pt x="6635262" y="3329458"/>
                  </a:lnTo>
                  <a:lnTo>
                    <a:pt x="6665795" y="3410689"/>
                  </a:lnTo>
                  <a:lnTo>
                    <a:pt x="6696268" y="3487847"/>
                  </a:lnTo>
                  <a:lnTo>
                    <a:pt x="6726772" y="3560926"/>
                  </a:lnTo>
                  <a:lnTo>
                    <a:pt x="6757417" y="3629967"/>
                  </a:lnTo>
                  <a:lnTo>
                    <a:pt x="6786527" y="3691367"/>
                  </a:lnTo>
                  <a:lnTo>
                    <a:pt x="6830580" y="3776343"/>
                  </a:lnTo>
                  <a:lnTo>
                    <a:pt x="6875920" y="3853645"/>
                  </a:lnTo>
                  <a:lnTo>
                    <a:pt x="6923112" y="3923579"/>
                  </a:lnTo>
                  <a:lnTo>
                    <a:pt x="6972788" y="3986704"/>
                  </a:lnTo>
                  <a:lnTo>
                    <a:pt x="7025610" y="4043684"/>
                  </a:lnTo>
                  <a:lnTo>
                    <a:pt x="7082218" y="4095191"/>
                  </a:lnTo>
                  <a:lnTo>
                    <a:pt x="7143185" y="4141843"/>
                  </a:lnTo>
                  <a:lnTo>
                    <a:pt x="7208951" y="4184176"/>
                  </a:lnTo>
                  <a:lnTo>
                    <a:pt x="7279738" y="4222622"/>
                  </a:lnTo>
                  <a:lnTo>
                    <a:pt x="7355444" y="4257498"/>
                  </a:lnTo>
                  <a:lnTo>
                    <a:pt x="7435517" y="4289006"/>
                  </a:lnTo>
                  <a:lnTo>
                    <a:pt x="7518843" y="4317238"/>
                  </a:lnTo>
                  <a:lnTo>
                    <a:pt x="7603655" y="4342195"/>
                  </a:lnTo>
                  <a:lnTo>
                    <a:pt x="7687532" y="4363818"/>
                  </a:lnTo>
                  <a:lnTo>
                    <a:pt x="7767526" y="4382035"/>
                  </a:lnTo>
                  <a:lnTo>
                    <a:pt x="7840459" y="4396818"/>
                  </a:lnTo>
                  <a:lnTo>
                    <a:pt x="7903353" y="4408241"/>
                  </a:lnTo>
                  <a:lnTo>
                    <a:pt x="7953942" y="4416521"/>
                  </a:lnTo>
                  <a:lnTo>
                    <a:pt x="7991111" y="4422029"/>
                  </a:lnTo>
                  <a:lnTo>
                    <a:pt x="8015172" y="4425269"/>
                  </a:lnTo>
                  <a:lnTo>
                    <a:pt x="8027895" y="4426831"/>
                  </a:lnTo>
                  <a:lnTo>
                    <a:pt x="8032372" y="4427335"/>
                  </a:lnTo>
                  <a:lnTo>
                    <a:pt x="8032819" y="4427382"/>
                  </a:lnTo>
                  <a:lnTo>
                    <a:pt x="8554953" y="4427382"/>
                  </a:lnTo>
                  <a:lnTo>
                    <a:pt x="8554953" y="4416087"/>
                  </a:lnTo>
                  <a:lnTo>
                    <a:pt x="8032819" y="4416087"/>
                  </a:lnTo>
                  <a:lnTo>
                    <a:pt x="8031926" y="4415993"/>
                  </a:lnTo>
                  <a:lnTo>
                    <a:pt x="8026043" y="4415319"/>
                  </a:lnTo>
                  <a:lnTo>
                    <a:pt x="8011170" y="4413458"/>
                  </a:lnTo>
                  <a:lnTo>
                    <a:pt x="7984474" y="4409791"/>
                  </a:lnTo>
                  <a:lnTo>
                    <a:pt x="7944483" y="4403743"/>
                  </a:lnTo>
                  <a:lnTo>
                    <a:pt x="7891192" y="4394833"/>
                  </a:lnTo>
                  <a:lnTo>
                    <a:pt x="7825987" y="4382722"/>
                  </a:lnTo>
                  <a:lnTo>
                    <a:pt x="7751322" y="4367225"/>
                  </a:lnTo>
                  <a:lnTo>
                    <a:pt x="7670257" y="4348294"/>
                  </a:lnTo>
                  <a:lnTo>
                    <a:pt x="7585957" y="4325969"/>
                  </a:lnTo>
                  <a:lnTo>
                    <a:pt x="7501276" y="4300326"/>
                  </a:lnTo>
                  <a:lnTo>
                    <a:pt x="7418505" y="4271413"/>
                  </a:lnTo>
                  <a:lnTo>
                    <a:pt x="7339270" y="4239214"/>
                  </a:lnTo>
                  <a:lnTo>
                    <a:pt x="7264562" y="4203614"/>
                  </a:lnTo>
                  <a:lnTo>
                    <a:pt x="7194826" y="4164387"/>
                  </a:lnTo>
                  <a:lnTo>
                    <a:pt x="7130087" y="4121193"/>
                  </a:lnTo>
                  <a:lnTo>
                    <a:pt x="7070071" y="4073576"/>
                  </a:lnTo>
                  <a:lnTo>
                    <a:pt x="7014303" y="4020981"/>
                  </a:lnTo>
                  <a:lnTo>
                    <a:pt x="6962192" y="3962776"/>
                  </a:lnTo>
                  <a:lnTo>
                    <a:pt x="6913088" y="3898284"/>
                  </a:lnTo>
                  <a:lnTo>
                    <a:pt x="6866333" y="3826854"/>
                  </a:lnTo>
                  <a:lnTo>
                    <a:pt x="6821304" y="3747965"/>
                  </a:lnTo>
                  <a:lnTo>
                    <a:pt x="6786527" y="3680073"/>
                  </a:lnTo>
                  <a:lnTo>
                    <a:pt x="6755626" y="3614761"/>
                  </a:lnTo>
                  <a:lnTo>
                    <a:pt x="6724993" y="3545487"/>
                  </a:lnTo>
                  <a:lnTo>
                    <a:pt x="6694494" y="3472172"/>
                  </a:lnTo>
                  <a:lnTo>
                    <a:pt x="6664020" y="3394776"/>
                  </a:lnTo>
                  <a:lnTo>
                    <a:pt x="6633481" y="3313309"/>
                  </a:lnTo>
                  <a:lnTo>
                    <a:pt x="6602808" y="3227831"/>
                  </a:lnTo>
                  <a:lnTo>
                    <a:pt x="6571951" y="3138455"/>
                  </a:lnTo>
                  <a:lnTo>
                    <a:pt x="6540874" y="3045351"/>
                  </a:lnTo>
                  <a:lnTo>
                    <a:pt x="6509558" y="2948746"/>
                  </a:lnTo>
                  <a:lnTo>
                    <a:pt x="6477999" y="2848926"/>
                  </a:lnTo>
                  <a:lnTo>
                    <a:pt x="6446205" y="2746231"/>
                  </a:lnTo>
                  <a:lnTo>
                    <a:pt x="6414196" y="2641053"/>
                  </a:lnTo>
                  <a:lnTo>
                    <a:pt x="6382002" y="2533830"/>
                  </a:lnTo>
                  <a:lnTo>
                    <a:pt x="6349663" y="2425042"/>
                  </a:lnTo>
                  <a:lnTo>
                    <a:pt x="6317224" y="2315198"/>
                  </a:lnTo>
                  <a:lnTo>
                    <a:pt x="6284735" y="2204827"/>
                  </a:lnTo>
                  <a:lnTo>
                    <a:pt x="6252247" y="2094473"/>
                  </a:lnTo>
                  <a:lnTo>
                    <a:pt x="6219812" y="1984675"/>
                  </a:lnTo>
                  <a:lnTo>
                    <a:pt x="6187480" y="1875964"/>
                  </a:lnTo>
                  <a:lnTo>
                    <a:pt x="6155297" y="1768848"/>
                  </a:lnTo>
                  <a:lnTo>
                    <a:pt x="6123300" y="1663803"/>
                  </a:lnTo>
                  <a:lnTo>
                    <a:pt x="6091519" y="1561265"/>
                  </a:lnTo>
                  <a:lnTo>
                    <a:pt x="6059973" y="1461623"/>
                  </a:lnTo>
                  <a:lnTo>
                    <a:pt x="6028672" y="1365215"/>
                  </a:lnTo>
                  <a:lnTo>
                    <a:pt x="5997608" y="1272323"/>
                  </a:lnTo>
                  <a:lnTo>
                    <a:pt x="5966763" y="1183170"/>
                  </a:lnTo>
                  <a:lnTo>
                    <a:pt x="5936100" y="1097923"/>
                  </a:lnTo>
                  <a:lnTo>
                    <a:pt x="5905567" y="1016692"/>
                  </a:lnTo>
                  <a:lnTo>
                    <a:pt x="5875093" y="939534"/>
                  </a:lnTo>
                  <a:lnTo>
                    <a:pt x="5844590" y="866455"/>
                  </a:lnTo>
                  <a:lnTo>
                    <a:pt x="5813945" y="797414"/>
                  </a:lnTo>
                  <a:lnTo>
                    <a:pt x="5784835" y="736014"/>
                  </a:lnTo>
                  <a:lnTo>
                    <a:pt x="5740782" y="651038"/>
                  </a:lnTo>
                  <a:lnTo>
                    <a:pt x="5695442" y="573736"/>
                  </a:lnTo>
                  <a:lnTo>
                    <a:pt x="5648250" y="503803"/>
                  </a:lnTo>
                  <a:lnTo>
                    <a:pt x="5598573" y="440677"/>
                  </a:lnTo>
                  <a:lnTo>
                    <a:pt x="5545752" y="383697"/>
                  </a:lnTo>
                  <a:lnTo>
                    <a:pt x="5489144" y="332191"/>
                  </a:lnTo>
                  <a:lnTo>
                    <a:pt x="5428177" y="285538"/>
                  </a:lnTo>
                  <a:lnTo>
                    <a:pt x="5362411" y="243205"/>
                  </a:lnTo>
                  <a:lnTo>
                    <a:pt x="5291624" y="204759"/>
                  </a:lnTo>
                  <a:lnTo>
                    <a:pt x="5215918" y="169883"/>
                  </a:lnTo>
                  <a:lnTo>
                    <a:pt x="5135845" y="138375"/>
                  </a:lnTo>
                  <a:lnTo>
                    <a:pt x="5052518" y="110143"/>
                  </a:lnTo>
                  <a:lnTo>
                    <a:pt x="4967707" y="85186"/>
                  </a:lnTo>
                  <a:lnTo>
                    <a:pt x="4883830" y="63563"/>
                  </a:lnTo>
                  <a:lnTo>
                    <a:pt x="4803836" y="45346"/>
                  </a:lnTo>
                  <a:lnTo>
                    <a:pt x="4730903" y="30563"/>
                  </a:lnTo>
                  <a:lnTo>
                    <a:pt x="4668009" y="19140"/>
                  </a:lnTo>
                  <a:lnTo>
                    <a:pt x="4617420" y="10860"/>
                  </a:lnTo>
                  <a:lnTo>
                    <a:pt x="4580251" y="5353"/>
                  </a:lnTo>
                  <a:lnTo>
                    <a:pt x="4556190" y="2112"/>
                  </a:lnTo>
                  <a:lnTo>
                    <a:pt x="4543467" y="550"/>
                  </a:lnTo>
                  <a:lnTo>
                    <a:pt x="4538990" y="46"/>
                  </a:lnTo>
                  <a:lnTo>
                    <a:pt x="4538543" y="0"/>
                  </a:lnTo>
                  <a:lnTo>
                    <a:pt x="4016409" y="0"/>
                  </a:lnTo>
                  <a:lnTo>
                    <a:pt x="4015281" y="85"/>
                  </a:lnTo>
                  <a:lnTo>
                    <a:pt x="4007888" y="692"/>
                  </a:lnTo>
                  <a:lnTo>
                    <a:pt x="3989330" y="2370"/>
                  </a:lnTo>
                  <a:lnTo>
                    <a:pt x="3956357" y="5670"/>
                  </a:lnTo>
                  <a:lnTo>
                    <a:pt x="3907633" y="11089"/>
                  </a:lnTo>
                  <a:lnTo>
                    <a:pt x="3843834" y="19013"/>
                  </a:lnTo>
                  <a:lnTo>
                    <a:pt x="3767385" y="29686"/>
                  </a:lnTo>
                  <a:lnTo>
                    <a:pt x="3681881" y="43203"/>
                  </a:lnTo>
                  <a:lnTo>
                    <a:pt x="3591342" y="59554"/>
                  </a:lnTo>
                  <a:lnTo>
                    <a:pt x="3499543" y="78676"/>
                  </a:lnTo>
                  <a:lnTo>
                    <a:pt x="3409558" y="100518"/>
                  </a:lnTo>
                  <a:lnTo>
                    <a:pt x="3323565" y="125085"/>
                  </a:lnTo>
                  <a:lnTo>
                    <a:pt x="3242860" y="152475"/>
                  </a:lnTo>
                  <a:lnTo>
                    <a:pt x="3167992" y="182895"/>
                  </a:lnTo>
                  <a:lnTo>
                    <a:pt x="3098945" y="216664"/>
                  </a:lnTo>
                  <a:lnTo>
                    <a:pt x="3035315" y="254209"/>
                  </a:lnTo>
                  <a:lnTo>
                    <a:pt x="2976451" y="296051"/>
                  </a:lnTo>
                  <a:lnTo>
                    <a:pt x="2921568" y="342776"/>
                  </a:lnTo>
                  <a:lnTo>
                    <a:pt x="2869834" y="394989"/>
                  </a:lnTo>
                  <a:lnTo>
                    <a:pt x="2820430" y="453227"/>
                  </a:lnTo>
                  <a:lnTo>
                    <a:pt x="2772622" y="517815"/>
                  </a:lnTo>
                  <a:lnTo>
                    <a:pt x="2770117" y="521422"/>
                  </a:lnTo>
                  <a:lnTo>
                    <a:pt x="2734321" y="575320"/>
                  </a:lnTo>
                  <a:lnTo>
                    <a:pt x="2698855" y="633006"/>
                  </a:lnTo>
                  <a:lnTo>
                    <a:pt x="2663520" y="694555"/>
                  </a:lnTo>
                  <a:lnTo>
                    <a:pt x="2628159" y="759989"/>
                  </a:lnTo>
                  <a:lnTo>
                    <a:pt x="2592649" y="829267"/>
                  </a:lnTo>
                  <a:lnTo>
                    <a:pt x="2556904" y="902282"/>
                  </a:lnTo>
                  <a:lnTo>
                    <a:pt x="2520865" y="978853"/>
                  </a:lnTo>
                  <a:lnTo>
                    <a:pt x="2484505" y="1058727"/>
                  </a:lnTo>
                  <a:lnTo>
                    <a:pt x="2447819" y="1141577"/>
                  </a:lnTo>
                  <a:lnTo>
                    <a:pt x="2410828" y="1227008"/>
                  </a:lnTo>
                  <a:lnTo>
                    <a:pt x="2373571" y="1314559"/>
                  </a:lnTo>
                  <a:lnTo>
                    <a:pt x="2336105" y="1403715"/>
                  </a:lnTo>
                  <a:lnTo>
                    <a:pt x="2298499" y="1493920"/>
                  </a:lnTo>
                  <a:lnTo>
                    <a:pt x="2260830" y="1584590"/>
                  </a:lnTo>
                  <a:lnTo>
                    <a:pt x="2223180" y="1675124"/>
                  </a:lnTo>
                  <a:lnTo>
                    <a:pt x="2185627" y="1764931"/>
                  </a:lnTo>
                  <a:lnTo>
                    <a:pt x="2148247" y="1853435"/>
                  </a:lnTo>
                  <a:lnTo>
                    <a:pt x="2111103" y="1940096"/>
                  </a:lnTo>
                  <a:lnTo>
                    <a:pt x="2074245" y="2024424"/>
                  </a:lnTo>
                  <a:lnTo>
                    <a:pt x="2037704" y="2105985"/>
                  </a:lnTo>
                  <a:lnTo>
                    <a:pt x="2001490" y="2184415"/>
                  </a:lnTo>
                  <a:lnTo>
                    <a:pt x="1965588" y="2259420"/>
                  </a:lnTo>
                  <a:lnTo>
                    <a:pt x="1929957" y="2330778"/>
                  </a:lnTo>
                  <a:lnTo>
                    <a:pt x="1894526" y="2398343"/>
                  </a:lnTo>
                  <a:lnTo>
                    <a:pt x="1859194" y="2462037"/>
                  </a:lnTo>
                  <a:lnTo>
                    <a:pt x="1823822" y="2521849"/>
                  </a:lnTo>
                  <a:lnTo>
                    <a:pt x="1788235" y="2577825"/>
                  </a:lnTo>
                  <a:lnTo>
                    <a:pt x="1768425" y="2607110"/>
                  </a:lnTo>
                  <a:lnTo>
                    <a:pt x="1720684" y="2672037"/>
                  </a:lnTo>
                  <a:lnTo>
                    <a:pt x="1671382" y="2730607"/>
                  </a:lnTo>
                  <a:lnTo>
                    <a:pt x="1619792" y="2783128"/>
                  </a:lnTo>
                  <a:lnTo>
                    <a:pt x="1565097" y="2830129"/>
                  </a:lnTo>
                  <a:lnTo>
                    <a:pt x="1506465" y="2872214"/>
                  </a:lnTo>
                  <a:lnTo>
                    <a:pt x="1443106" y="2909974"/>
                  </a:lnTo>
                  <a:lnTo>
                    <a:pt x="1374360" y="2943932"/>
                  </a:lnTo>
                  <a:lnTo>
                    <a:pt x="1299805" y="2974521"/>
                  </a:lnTo>
                  <a:lnTo>
                    <a:pt x="1219402" y="3002066"/>
                  </a:lnTo>
                  <a:lnTo>
                    <a:pt x="1133664" y="3026779"/>
                  </a:lnTo>
                  <a:lnTo>
                    <a:pt x="1043844" y="3048764"/>
                  </a:lnTo>
                  <a:lnTo>
                    <a:pt x="952072" y="3068032"/>
                  </a:lnTo>
                  <a:lnTo>
                    <a:pt x="861376" y="3084532"/>
                  </a:lnTo>
                  <a:lnTo>
                    <a:pt x="775503" y="3098200"/>
                  </a:lnTo>
                  <a:lnTo>
                    <a:pt x="698476" y="3109023"/>
                  </a:lnTo>
                  <a:lnTo>
                    <a:pt x="633931" y="3117088"/>
                  </a:lnTo>
                  <a:lnTo>
                    <a:pt x="584373" y="3122631"/>
                  </a:lnTo>
                  <a:lnTo>
                    <a:pt x="550579" y="3126032"/>
                  </a:lnTo>
                  <a:lnTo>
                    <a:pt x="531322" y="3127783"/>
                  </a:lnTo>
                  <a:lnTo>
                    <a:pt x="523446" y="3128433"/>
                  </a:lnTo>
                  <a:lnTo>
                    <a:pt x="522133" y="3128532"/>
                  </a:lnTo>
                  <a:lnTo>
                    <a:pt x="0" y="3128532"/>
                  </a:lnTo>
                  <a:close/>
                </a:path>
              </a:pathLst>
            </a:custGeom>
            <a:solidFill>
              <a:srgbClr val="E78AC3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1374" name="pl1374"/>
            <p:cNvSpPr/>
            <p:nvPr/>
          </p:nvSpPr>
          <p:spPr>
            <a:xfrm>
              <a:off x="386606" y="1473551"/>
              <a:ext cx="8554953" cy="4416087"/>
            </a:xfrm>
            <a:custGeom>
              <a:avLst/>
              <a:pathLst>
                <a:path w="8554953" h="4416087">
                  <a:moveTo>
                    <a:pt x="0" y="3128532"/>
                  </a:moveTo>
                  <a:lnTo>
                    <a:pt x="522133" y="3128532"/>
                  </a:lnTo>
                  <a:lnTo>
                    <a:pt x="523261" y="3128447"/>
                  </a:lnTo>
                  <a:lnTo>
                    <a:pt x="530654" y="3127840"/>
                  </a:lnTo>
                  <a:lnTo>
                    <a:pt x="549212" y="3126162"/>
                  </a:lnTo>
                  <a:lnTo>
                    <a:pt x="582185" y="3122862"/>
                  </a:lnTo>
                  <a:lnTo>
                    <a:pt x="630909" y="3117443"/>
                  </a:lnTo>
                  <a:lnTo>
                    <a:pt x="694708" y="3109519"/>
                  </a:lnTo>
                  <a:lnTo>
                    <a:pt x="771157" y="3098846"/>
                  </a:lnTo>
                  <a:lnTo>
                    <a:pt x="856661" y="3085329"/>
                  </a:lnTo>
                  <a:lnTo>
                    <a:pt x="947200" y="3068978"/>
                  </a:lnTo>
                  <a:lnTo>
                    <a:pt x="1038999" y="3049856"/>
                  </a:lnTo>
                  <a:lnTo>
                    <a:pt x="1128984" y="3028014"/>
                  </a:lnTo>
                  <a:lnTo>
                    <a:pt x="1214977" y="3003447"/>
                  </a:lnTo>
                  <a:lnTo>
                    <a:pt x="1295682" y="2976057"/>
                  </a:lnTo>
                  <a:lnTo>
                    <a:pt x="1370551" y="2945637"/>
                  </a:lnTo>
                  <a:lnTo>
                    <a:pt x="1439597" y="2911867"/>
                  </a:lnTo>
                  <a:lnTo>
                    <a:pt x="1503227" y="2874322"/>
                  </a:lnTo>
                  <a:lnTo>
                    <a:pt x="1562091" y="2832481"/>
                  </a:lnTo>
                  <a:lnTo>
                    <a:pt x="1616974" y="2785756"/>
                  </a:lnTo>
                  <a:lnTo>
                    <a:pt x="1668708" y="2733543"/>
                  </a:lnTo>
                  <a:lnTo>
                    <a:pt x="1718113" y="2675305"/>
                  </a:lnTo>
                  <a:lnTo>
                    <a:pt x="1765920" y="2610717"/>
                  </a:lnTo>
                  <a:lnTo>
                    <a:pt x="1768425" y="2607110"/>
                  </a:lnTo>
                  <a:lnTo>
                    <a:pt x="1804221" y="2553211"/>
                  </a:lnTo>
                  <a:lnTo>
                    <a:pt x="1839687" y="2495526"/>
                  </a:lnTo>
                  <a:lnTo>
                    <a:pt x="1875022" y="2433977"/>
                  </a:lnTo>
                  <a:lnTo>
                    <a:pt x="1910383" y="2368543"/>
                  </a:lnTo>
                  <a:lnTo>
                    <a:pt x="1945893" y="2299265"/>
                  </a:lnTo>
                  <a:lnTo>
                    <a:pt x="1981638" y="2226250"/>
                  </a:lnTo>
                  <a:lnTo>
                    <a:pt x="2017677" y="2149679"/>
                  </a:lnTo>
                  <a:lnTo>
                    <a:pt x="2054037" y="2069805"/>
                  </a:lnTo>
                  <a:lnTo>
                    <a:pt x="2090723" y="1986955"/>
                  </a:lnTo>
                  <a:lnTo>
                    <a:pt x="2127714" y="1901524"/>
                  </a:lnTo>
                  <a:lnTo>
                    <a:pt x="2164971" y="1813973"/>
                  </a:lnTo>
                  <a:lnTo>
                    <a:pt x="2202437" y="1724817"/>
                  </a:lnTo>
                  <a:lnTo>
                    <a:pt x="2240043" y="1634611"/>
                  </a:lnTo>
                  <a:lnTo>
                    <a:pt x="2277712" y="1543942"/>
                  </a:lnTo>
                  <a:lnTo>
                    <a:pt x="2315363" y="1453407"/>
                  </a:lnTo>
                  <a:lnTo>
                    <a:pt x="2352915" y="1363601"/>
                  </a:lnTo>
                  <a:lnTo>
                    <a:pt x="2390295" y="1275097"/>
                  </a:lnTo>
                  <a:lnTo>
                    <a:pt x="2427439" y="1188436"/>
                  </a:lnTo>
                  <a:lnTo>
                    <a:pt x="2464297" y="1104108"/>
                  </a:lnTo>
                  <a:lnTo>
                    <a:pt x="2500838" y="1022546"/>
                  </a:lnTo>
                  <a:lnTo>
                    <a:pt x="2537053" y="944117"/>
                  </a:lnTo>
                  <a:lnTo>
                    <a:pt x="2572955" y="869112"/>
                  </a:lnTo>
                  <a:lnTo>
                    <a:pt x="2608586" y="797754"/>
                  </a:lnTo>
                  <a:lnTo>
                    <a:pt x="2644016" y="730189"/>
                  </a:lnTo>
                  <a:lnTo>
                    <a:pt x="2679349" y="666494"/>
                  </a:lnTo>
                  <a:lnTo>
                    <a:pt x="2714720" y="606683"/>
                  </a:lnTo>
                  <a:lnTo>
                    <a:pt x="2750307" y="550707"/>
                  </a:lnTo>
                  <a:lnTo>
                    <a:pt x="2770117" y="521422"/>
                  </a:lnTo>
                  <a:lnTo>
                    <a:pt x="2817858" y="456495"/>
                  </a:lnTo>
                  <a:lnTo>
                    <a:pt x="2867160" y="397925"/>
                  </a:lnTo>
                  <a:lnTo>
                    <a:pt x="2918751" y="345404"/>
                  </a:lnTo>
                  <a:lnTo>
                    <a:pt x="2973445" y="298403"/>
                  </a:lnTo>
                  <a:lnTo>
                    <a:pt x="3032077" y="256317"/>
                  </a:lnTo>
                  <a:lnTo>
                    <a:pt x="3095436" y="218558"/>
                  </a:lnTo>
                  <a:lnTo>
                    <a:pt x="3164182" y="184600"/>
                  </a:lnTo>
                  <a:lnTo>
                    <a:pt x="3238737" y="154011"/>
                  </a:lnTo>
                  <a:lnTo>
                    <a:pt x="3319141" y="126466"/>
                  </a:lnTo>
                  <a:lnTo>
                    <a:pt x="3404878" y="101753"/>
                  </a:lnTo>
                  <a:lnTo>
                    <a:pt x="3494698" y="79768"/>
                  </a:lnTo>
                  <a:lnTo>
                    <a:pt x="3586470" y="60500"/>
                  </a:lnTo>
                  <a:lnTo>
                    <a:pt x="3677166" y="44000"/>
                  </a:lnTo>
                  <a:lnTo>
                    <a:pt x="3763039" y="30331"/>
                  </a:lnTo>
                  <a:lnTo>
                    <a:pt x="3840066" y="19509"/>
                  </a:lnTo>
                  <a:lnTo>
                    <a:pt x="3904611" y="11444"/>
                  </a:lnTo>
                  <a:lnTo>
                    <a:pt x="3954169" y="5900"/>
                  </a:lnTo>
                  <a:lnTo>
                    <a:pt x="3987963" y="2500"/>
                  </a:lnTo>
                  <a:lnTo>
                    <a:pt x="4007220" y="749"/>
                  </a:lnTo>
                  <a:lnTo>
                    <a:pt x="4015096" y="99"/>
                  </a:lnTo>
                  <a:lnTo>
                    <a:pt x="4016409" y="0"/>
                  </a:lnTo>
                  <a:lnTo>
                    <a:pt x="4016409" y="0"/>
                  </a:lnTo>
                  <a:lnTo>
                    <a:pt x="4538543" y="0"/>
                  </a:lnTo>
                  <a:lnTo>
                    <a:pt x="4539436" y="94"/>
                  </a:lnTo>
                  <a:lnTo>
                    <a:pt x="4545319" y="768"/>
                  </a:lnTo>
                  <a:lnTo>
                    <a:pt x="4560192" y="2629"/>
                  </a:lnTo>
                  <a:lnTo>
                    <a:pt x="4586887" y="6296"/>
                  </a:lnTo>
                  <a:lnTo>
                    <a:pt x="4626879" y="12344"/>
                  </a:lnTo>
                  <a:lnTo>
                    <a:pt x="4680169" y="21253"/>
                  </a:lnTo>
                  <a:lnTo>
                    <a:pt x="4745375" y="33364"/>
                  </a:lnTo>
                  <a:lnTo>
                    <a:pt x="4820040" y="48861"/>
                  </a:lnTo>
                  <a:lnTo>
                    <a:pt x="4901105" y="67793"/>
                  </a:lnTo>
                  <a:lnTo>
                    <a:pt x="4985405" y="90117"/>
                  </a:lnTo>
                  <a:lnTo>
                    <a:pt x="5070086" y="115761"/>
                  </a:lnTo>
                  <a:lnTo>
                    <a:pt x="5152857" y="144674"/>
                  </a:lnTo>
                  <a:lnTo>
                    <a:pt x="5232092" y="176873"/>
                  </a:lnTo>
                  <a:lnTo>
                    <a:pt x="5306800" y="212473"/>
                  </a:lnTo>
                  <a:lnTo>
                    <a:pt x="5376536" y="251699"/>
                  </a:lnTo>
                  <a:lnTo>
                    <a:pt x="5441275" y="294894"/>
                  </a:lnTo>
                  <a:lnTo>
                    <a:pt x="5501291" y="342511"/>
                  </a:lnTo>
                  <a:lnTo>
                    <a:pt x="5557059" y="395106"/>
                  </a:lnTo>
                  <a:lnTo>
                    <a:pt x="5609170" y="453311"/>
                  </a:lnTo>
                  <a:lnTo>
                    <a:pt x="5658274" y="517803"/>
                  </a:lnTo>
                  <a:lnTo>
                    <a:pt x="5705029" y="589232"/>
                  </a:lnTo>
                  <a:lnTo>
                    <a:pt x="5750058" y="668122"/>
                  </a:lnTo>
                  <a:lnTo>
                    <a:pt x="5784835" y="736014"/>
                  </a:lnTo>
                  <a:lnTo>
                    <a:pt x="5815736" y="801326"/>
                  </a:lnTo>
                  <a:lnTo>
                    <a:pt x="5846369" y="870599"/>
                  </a:lnTo>
                  <a:lnTo>
                    <a:pt x="5876868" y="943915"/>
                  </a:lnTo>
                  <a:lnTo>
                    <a:pt x="5907342" y="1021311"/>
                  </a:lnTo>
                  <a:lnTo>
                    <a:pt x="5937881" y="1102778"/>
                  </a:lnTo>
                  <a:lnTo>
                    <a:pt x="5968554" y="1188256"/>
                  </a:lnTo>
                  <a:lnTo>
                    <a:pt x="5999411" y="1277632"/>
                  </a:lnTo>
                  <a:lnTo>
                    <a:pt x="6030488" y="1370736"/>
                  </a:lnTo>
                  <a:lnTo>
                    <a:pt x="6061804" y="1467340"/>
                  </a:lnTo>
                  <a:lnTo>
                    <a:pt x="6093363" y="1567160"/>
                  </a:lnTo>
                  <a:lnTo>
                    <a:pt x="6125157" y="1669856"/>
                  </a:lnTo>
                  <a:lnTo>
                    <a:pt x="6157166" y="1775034"/>
                  </a:lnTo>
                  <a:lnTo>
                    <a:pt x="6189360" y="1882256"/>
                  </a:lnTo>
                  <a:lnTo>
                    <a:pt x="6221699" y="1991045"/>
                  </a:lnTo>
                  <a:lnTo>
                    <a:pt x="6254138" y="2100889"/>
                  </a:lnTo>
                  <a:lnTo>
                    <a:pt x="6286627" y="2211260"/>
                  </a:lnTo>
                  <a:lnTo>
                    <a:pt x="6319115" y="2321614"/>
                  </a:lnTo>
                  <a:lnTo>
                    <a:pt x="6351550" y="2431412"/>
                  </a:lnTo>
                  <a:lnTo>
                    <a:pt x="6383881" y="2540122"/>
                  </a:lnTo>
                  <a:lnTo>
                    <a:pt x="6416065" y="2647239"/>
                  </a:lnTo>
                  <a:lnTo>
                    <a:pt x="6448062" y="2752284"/>
                  </a:lnTo>
                  <a:lnTo>
                    <a:pt x="6479843" y="2854822"/>
                  </a:lnTo>
                  <a:lnTo>
                    <a:pt x="6511389" y="2954464"/>
                  </a:lnTo>
                  <a:lnTo>
                    <a:pt x="6542690" y="3050871"/>
                  </a:lnTo>
                  <a:lnTo>
                    <a:pt x="6573754" y="3143764"/>
                  </a:lnTo>
                  <a:lnTo>
                    <a:pt x="6604599" y="3232917"/>
                  </a:lnTo>
                  <a:lnTo>
                    <a:pt x="6635262" y="3318164"/>
                  </a:lnTo>
                  <a:lnTo>
                    <a:pt x="6665795" y="3399395"/>
                  </a:lnTo>
                  <a:lnTo>
                    <a:pt x="6696268" y="3476553"/>
                  </a:lnTo>
                  <a:lnTo>
                    <a:pt x="6726772" y="3549632"/>
                  </a:lnTo>
                  <a:lnTo>
                    <a:pt x="6757417" y="3618672"/>
                  </a:lnTo>
                  <a:lnTo>
                    <a:pt x="6786527" y="3680073"/>
                  </a:lnTo>
                  <a:lnTo>
                    <a:pt x="6830580" y="3765049"/>
                  </a:lnTo>
                  <a:lnTo>
                    <a:pt x="6875920" y="3842351"/>
                  </a:lnTo>
                  <a:lnTo>
                    <a:pt x="6923112" y="3912284"/>
                  </a:lnTo>
                  <a:lnTo>
                    <a:pt x="6972788" y="3975409"/>
                  </a:lnTo>
                  <a:lnTo>
                    <a:pt x="7025610" y="4032390"/>
                  </a:lnTo>
                  <a:lnTo>
                    <a:pt x="7082218" y="4083896"/>
                  </a:lnTo>
                  <a:lnTo>
                    <a:pt x="7143185" y="4130548"/>
                  </a:lnTo>
                  <a:lnTo>
                    <a:pt x="7208951" y="4172882"/>
                  </a:lnTo>
                  <a:lnTo>
                    <a:pt x="7279738" y="4211328"/>
                  </a:lnTo>
                  <a:lnTo>
                    <a:pt x="7355444" y="4246204"/>
                  </a:lnTo>
                  <a:lnTo>
                    <a:pt x="7435517" y="4277712"/>
                  </a:lnTo>
                  <a:lnTo>
                    <a:pt x="7518843" y="4305944"/>
                  </a:lnTo>
                  <a:lnTo>
                    <a:pt x="7603655" y="4330901"/>
                  </a:lnTo>
                  <a:lnTo>
                    <a:pt x="7687532" y="4352524"/>
                  </a:lnTo>
                  <a:lnTo>
                    <a:pt x="7767526" y="4370740"/>
                  </a:lnTo>
                  <a:lnTo>
                    <a:pt x="7840459" y="4385523"/>
                  </a:lnTo>
                  <a:lnTo>
                    <a:pt x="7903353" y="4396947"/>
                  </a:lnTo>
                  <a:lnTo>
                    <a:pt x="7953942" y="4405226"/>
                  </a:lnTo>
                  <a:lnTo>
                    <a:pt x="7991111" y="4410734"/>
                  </a:lnTo>
                  <a:lnTo>
                    <a:pt x="8015172" y="4413975"/>
                  </a:lnTo>
                  <a:lnTo>
                    <a:pt x="8027895" y="4415537"/>
                  </a:lnTo>
                  <a:lnTo>
                    <a:pt x="8032372" y="4416041"/>
                  </a:lnTo>
                  <a:lnTo>
                    <a:pt x="8032819" y="4416087"/>
                  </a:lnTo>
                  <a:lnTo>
                    <a:pt x="8554953" y="4416087"/>
                  </a:lnTo>
                  <a:lnTo>
                    <a:pt x="8554953" y="4416087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375" name="pl1375"/>
            <p:cNvSpPr/>
            <p:nvPr/>
          </p:nvSpPr>
          <p:spPr>
            <a:xfrm>
              <a:off x="386606" y="1462256"/>
              <a:ext cx="8554953" cy="4416087"/>
            </a:xfrm>
            <a:custGeom>
              <a:avLst/>
              <a:pathLst>
                <a:path w="8554953" h="4416087">
                  <a:moveTo>
                    <a:pt x="8554953" y="4416087"/>
                  </a:moveTo>
                  <a:lnTo>
                    <a:pt x="8032819" y="4416087"/>
                  </a:lnTo>
                  <a:lnTo>
                    <a:pt x="8031926" y="4415993"/>
                  </a:lnTo>
                  <a:lnTo>
                    <a:pt x="8026043" y="4415319"/>
                  </a:lnTo>
                  <a:lnTo>
                    <a:pt x="8011170" y="4413458"/>
                  </a:lnTo>
                  <a:lnTo>
                    <a:pt x="7984474" y="4409791"/>
                  </a:lnTo>
                  <a:lnTo>
                    <a:pt x="7944483" y="4403743"/>
                  </a:lnTo>
                  <a:lnTo>
                    <a:pt x="7891192" y="4394833"/>
                  </a:lnTo>
                  <a:lnTo>
                    <a:pt x="7825987" y="4382722"/>
                  </a:lnTo>
                  <a:lnTo>
                    <a:pt x="7751322" y="4367225"/>
                  </a:lnTo>
                  <a:lnTo>
                    <a:pt x="7670257" y="4348294"/>
                  </a:lnTo>
                  <a:lnTo>
                    <a:pt x="7585957" y="4325969"/>
                  </a:lnTo>
                  <a:lnTo>
                    <a:pt x="7501276" y="4300326"/>
                  </a:lnTo>
                  <a:lnTo>
                    <a:pt x="7418505" y="4271413"/>
                  </a:lnTo>
                  <a:lnTo>
                    <a:pt x="7339270" y="4239214"/>
                  </a:lnTo>
                  <a:lnTo>
                    <a:pt x="7264562" y="4203614"/>
                  </a:lnTo>
                  <a:lnTo>
                    <a:pt x="7194826" y="4164387"/>
                  </a:lnTo>
                  <a:lnTo>
                    <a:pt x="7130087" y="4121193"/>
                  </a:lnTo>
                  <a:lnTo>
                    <a:pt x="7070071" y="4073576"/>
                  </a:lnTo>
                  <a:lnTo>
                    <a:pt x="7014303" y="4020981"/>
                  </a:lnTo>
                  <a:lnTo>
                    <a:pt x="6962192" y="3962776"/>
                  </a:lnTo>
                  <a:lnTo>
                    <a:pt x="6913088" y="3898284"/>
                  </a:lnTo>
                  <a:lnTo>
                    <a:pt x="6866333" y="3826854"/>
                  </a:lnTo>
                  <a:lnTo>
                    <a:pt x="6821304" y="3747965"/>
                  </a:lnTo>
                  <a:lnTo>
                    <a:pt x="6786527" y="3680073"/>
                  </a:lnTo>
                  <a:lnTo>
                    <a:pt x="6755626" y="3614761"/>
                  </a:lnTo>
                  <a:lnTo>
                    <a:pt x="6724993" y="3545487"/>
                  </a:lnTo>
                  <a:lnTo>
                    <a:pt x="6694494" y="3472172"/>
                  </a:lnTo>
                  <a:lnTo>
                    <a:pt x="6664020" y="3394776"/>
                  </a:lnTo>
                  <a:lnTo>
                    <a:pt x="6633481" y="3313309"/>
                  </a:lnTo>
                  <a:lnTo>
                    <a:pt x="6602808" y="3227831"/>
                  </a:lnTo>
                  <a:lnTo>
                    <a:pt x="6571951" y="3138455"/>
                  </a:lnTo>
                  <a:lnTo>
                    <a:pt x="6540874" y="3045351"/>
                  </a:lnTo>
                  <a:lnTo>
                    <a:pt x="6509558" y="2948746"/>
                  </a:lnTo>
                  <a:lnTo>
                    <a:pt x="6477999" y="2848926"/>
                  </a:lnTo>
                  <a:lnTo>
                    <a:pt x="6446205" y="2746231"/>
                  </a:lnTo>
                  <a:lnTo>
                    <a:pt x="6414196" y="2641053"/>
                  </a:lnTo>
                  <a:lnTo>
                    <a:pt x="6382002" y="2533830"/>
                  </a:lnTo>
                  <a:lnTo>
                    <a:pt x="6349663" y="2425042"/>
                  </a:lnTo>
                  <a:lnTo>
                    <a:pt x="6317224" y="2315198"/>
                  </a:lnTo>
                  <a:lnTo>
                    <a:pt x="6284735" y="2204827"/>
                  </a:lnTo>
                  <a:lnTo>
                    <a:pt x="6252247" y="2094473"/>
                  </a:lnTo>
                  <a:lnTo>
                    <a:pt x="6219812" y="1984675"/>
                  </a:lnTo>
                  <a:lnTo>
                    <a:pt x="6187480" y="1875964"/>
                  </a:lnTo>
                  <a:lnTo>
                    <a:pt x="6155297" y="1768848"/>
                  </a:lnTo>
                  <a:lnTo>
                    <a:pt x="6123300" y="1663803"/>
                  </a:lnTo>
                  <a:lnTo>
                    <a:pt x="6091519" y="1561265"/>
                  </a:lnTo>
                  <a:lnTo>
                    <a:pt x="6059973" y="1461623"/>
                  </a:lnTo>
                  <a:lnTo>
                    <a:pt x="6028672" y="1365215"/>
                  </a:lnTo>
                  <a:lnTo>
                    <a:pt x="5997608" y="1272323"/>
                  </a:lnTo>
                  <a:lnTo>
                    <a:pt x="5966763" y="1183170"/>
                  </a:lnTo>
                  <a:lnTo>
                    <a:pt x="5936100" y="1097923"/>
                  </a:lnTo>
                  <a:lnTo>
                    <a:pt x="5905567" y="1016692"/>
                  </a:lnTo>
                  <a:lnTo>
                    <a:pt x="5875093" y="939534"/>
                  </a:lnTo>
                  <a:lnTo>
                    <a:pt x="5844590" y="866455"/>
                  </a:lnTo>
                  <a:lnTo>
                    <a:pt x="5813945" y="797414"/>
                  </a:lnTo>
                  <a:lnTo>
                    <a:pt x="5784835" y="736014"/>
                  </a:lnTo>
                  <a:lnTo>
                    <a:pt x="5740782" y="651038"/>
                  </a:lnTo>
                  <a:lnTo>
                    <a:pt x="5695442" y="573736"/>
                  </a:lnTo>
                  <a:lnTo>
                    <a:pt x="5648250" y="503803"/>
                  </a:lnTo>
                  <a:lnTo>
                    <a:pt x="5598573" y="440677"/>
                  </a:lnTo>
                  <a:lnTo>
                    <a:pt x="5545752" y="383697"/>
                  </a:lnTo>
                  <a:lnTo>
                    <a:pt x="5489144" y="332191"/>
                  </a:lnTo>
                  <a:lnTo>
                    <a:pt x="5428177" y="285538"/>
                  </a:lnTo>
                  <a:lnTo>
                    <a:pt x="5362411" y="243205"/>
                  </a:lnTo>
                  <a:lnTo>
                    <a:pt x="5291624" y="204759"/>
                  </a:lnTo>
                  <a:lnTo>
                    <a:pt x="5215918" y="169883"/>
                  </a:lnTo>
                  <a:lnTo>
                    <a:pt x="5135845" y="138375"/>
                  </a:lnTo>
                  <a:lnTo>
                    <a:pt x="5052518" y="110143"/>
                  </a:lnTo>
                  <a:lnTo>
                    <a:pt x="4967707" y="85186"/>
                  </a:lnTo>
                  <a:lnTo>
                    <a:pt x="4883830" y="63563"/>
                  </a:lnTo>
                  <a:lnTo>
                    <a:pt x="4803836" y="45346"/>
                  </a:lnTo>
                  <a:lnTo>
                    <a:pt x="4730903" y="30563"/>
                  </a:lnTo>
                  <a:lnTo>
                    <a:pt x="4668009" y="19140"/>
                  </a:lnTo>
                  <a:lnTo>
                    <a:pt x="4617420" y="10860"/>
                  </a:lnTo>
                  <a:lnTo>
                    <a:pt x="4580251" y="5353"/>
                  </a:lnTo>
                  <a:lnTo>
                    <a:pt x="4556190" y="2112"/>
                  </a:lnTo>
                  <a:lnTo>
                    <a:pt x="4543467" y="550"/>
                  </a:lnTo>
                  <a:lnTo>
                    <a:pt x="4538990" y="46"/>
                  </a:lnTo>
                  <a:lnTo>
                    <a:pt x="4538543" y="0"/>
                  </a:lnTo>
                  <a:lnTo>
                    <a:pt x="4016409" y="0"/>
                  </a:lnTo>
                  <a:lnTo>
                    <a:pt x="4015281" y="85"/>
                  </a:lnTo>
                  <a:lnTo>
                    <a:pt x="4007888" y="692"/>
                  </a:lnTo>
                  <a:lnTo>
                    <a:pt x="3989330" y="2370"/>
                  </a:lnTo>
                  <a:lnTo>
                    <a:pt x="3956357" y="5670"/>
                  </a:lnTo>
                  <a:lnTo>
                    <a:pt x="3907633" y="11089"/>
                  </a:lnTo>
                  <a:lnTo>
                    <a:pt x="3843834" y="19013"/>
                  </a:lnTo>
                  <a:lnTo>
                    <a:pt x="3767385" y="29686"/>
                  </a:lnTo>
                  <a:lnTo>
                    <a:pt x="3681881" y="43203"/>
                  </a:lnTo>
                  <a:lnTo>
                    <a:pt x="3591342" y="59554"/>
                  </a:lnTo>
                  <a:lnTo>
                    <a:pt x="3499543" y="78676"/>
                  </a:lnTo>
                  <a:lnTo>
                    <a:pt x="3409558" y="100518"/>
                  </a:lnTo>
                  <a:lnTo>
                    <a:pt x="3323565" y="125085"/>
                  </a:lnTo>
                  <a:lnTo>
                    <a:pt x="3242860" y="152475"/>
                  </a:lnTo>
                  <a:lnTo>
                    <a:pt x="3167992" y="182895"/>
                  </a:lnTo>
                  <a:lnTo>
                    <a:pt x="3098945" y="216664"/>
                  </a:lnTo>
                  <a:lnTo>
                    <a:pt x="3035315" y="254209"/>
                  </a:lnTo>
                  <a:lnTo>
                    <a:pt x="2976451" y="296051"/>
                  </a:lnTo>
                  <a:lnTo>
                    <a:pt x="2921568" y="342776"/>
                  </a:lnTo>
                  <a:lnTo>
                    <a:pt x="2869834" y="394989"/>
                  </a:lnTo>
                  <a:lnTo>
                    <a:pt x="2820430" y="453227"/>
                  </a:lnTo>
                  <a:lnTo>
                    <a:pt x="2772622" y="517815"/>
                  </a:lnTo>
                  <a:lnTo>
                    <a:pt x="2770117" y="521422"/>
                  </a:lnTo>
                  <a:lnTo>
                    <a:pt x="2734321" y="575320"/>
                  </a:lnTo>
                  <a:lnTo>
                    <a:pt x="2698855" y="633006"/>
                  </a:lnTo>
                  <a:lnTo>
                    <a:pt x="2663520" y="694555"/>
                  </a:lnTo>
                  <a:lnTo>
                    <a:pt x="2628159" y="759989"/>
                  </a:lnTo>
                  <a:lnTo>
                    <a:pt x="2592649" y="829267"/>
                  </a:lnTo>
                  <a:lnTo>
                    <a:pt x="2556904" y="902282"/>
                  </a:lnTo>
                  <a:lnTo>
                    <a:pt x="2520865" y="978853"/>
                  </a:lnTo>
                  <a:lnTo>
                    <a:pt x="2484505" y="1058727"/>
                  </a:lnTo>
                  <a:lnTo>
                    <a:pt x="2447819" y="1141577"/>
                  </a:lnTo>
                  <a:lnTo>
                    <a:pt x="2410828" y="1227008"/>
                  </a:lnTo>
                  <a:lnTo>
                    <a:pt x="2373571" y="1314559"/>
                  </a:lnTo>
                  <a:lnTo>
                    <a:pt x="2336105" y="1403715"/>
                  </a:lnTo>
                  <a:lnTo>
                    <a:pt x="2298499" y="1493920"/>
                  </a:lnTo>
                  <a:lnTo>
                    <a:pt x="2260830" y="1584590"/>
                  </a:lnTo>
                  <a:lnTo>
                    <a:pt x="2223180" y="1675124"/>
                  </a:lnTo>
                  <a:lnTo>
                    <a:pt x="2185627" y="1764931"/>
                  </a:lnTo>
                  <a:lnTo>
                    <a:pt x="2148247" y="1853435"/>
                  </a:lnTo>
                  <a:lnTo>
                    <a:pt x="2111103" y="1940096"/>
                  </a:lnTo>
                  <a:lnTo>
                    <a:pt x="2074245" y="2024424"/>
                  </a:lnTo>
                  <a:lnTo>
                    <a:pt x="2037704" y="2105985"/>
                  </a:lnTo>
                  <a:lnTo>
                    <a:pt x="2001490" y="2184415"/>
                  </a:lnTo>
                  <a:lnTo>
                    <a:pt x="1965588" y="2259420"/>
                  </a:lnTo>
                  <a:lnTo>
                    <a:pt x="1929957" y="2330778"/>
                  </a:lnTo>
                  <a:lnTo>
                    <a:pt x="1894526" y="2398343"/>
                  </a:lnTo>
                  <a:lnTo>
                    <a:pt x="1859194" y="2462037"/>
                  </a:lnTo>
                  <a:lnTo>
                    <a:pt x="1823822" y="2521849"/>
                  </a:lnTo>
                  <a:lnTo>
                    <a:pt x="1788235" y="2577825"/>
                  </a:lnTo>
                  <a:lnTo>
                    <a:pt x="1768425" y="2607110"/>
                  </a:lnTo>
                  <a:lnTo>
                    <a:pt x="1720684" y="2672037"/>
                  </a:lnTo>
                  <a:lnTo>
                    <a:pt x="1671382" y="2730607"/>
                  </a:lnTo>
                  <a:lnTo>
                    <a:pt x="1619792" y="2783128"/>
                  </a:lnTo>
                  <a:lnTo>
                    <a:pt x="1565097" y="2830129"/>
                  </a:lnTo>
                  <a:lnTo>
                    <a:pt x="1506465" y="2872214"/>
                  </a:lnTo>
                  <a:lnTo>
                    <a:pt x="1443106" y="2909974"/>
                  </a:lnTo>
                  <a:lnTo>
                    <a:pt x="1374360" y="2943932"/>
                  </a:lnTo>
                  <a:lnTo>
                    <a:pt x="1299805" y="2974521"/>
                  </a:lnTo>
                  <a:lnTo>
                    <a:pt x="1219402" y="3002066"/>
                  </a:lnTo>
                  <a:lnTo>
                    <a:pt x="1133664" y="3026779"/>
                  </a:lnTo>
                  <a:lnTo>
                    <a:pt x="1043844" y="3048764"/>
                  </a:lnTo>
                  <a:lnTo>
                    <a:pt x="952072" y="3068032"/>
                  </a:lnTo>
                  <a:lnTo>
                    <a:pt x="861376" y="3084532"/>
                  </a:lnTo>
                  <a:lnTo>
                    <a:pt x="775503" y="3098200"/>
                  </a:lnTo>
                  <a:lnTo>
                    <a:pt x="698476" y="3109023"/>
                  </a:lnTo>
                  <a:lnTo>
                    <a:pt x="633931" y="3117088"/>
                  </a:lnTo>
                  <a:lnTo>
                    <a:pt x="584373" y="3122631"/>
                  </a:lnTo>
                  <a:lnTo>
                    <a:pt x="550579" y="3126032"/>
                  </a:lnTo>
                  <a:lnTo>
                    <a:pt x="531322" y="3127783"/>
                  </a:lnTo>
                  <a:lnTo>
                    <a:pt x="523446" y="3128433"/>
                  </a:lnTo>
                  <a:lnTo>
                    <a:pt x="522133" y="3128532"/>
                  </a:lnTo>
                  <a:lnTo>
                    <a:pt x="522133" y="3128532"/>
                  </a:lnTo>
                  <a:lnTo>
                    <a:pt x="0" y="3128532"/>
                  </a:lnTo>
                  <a:lnTo>
                    <a:pt x="0" y="3128532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376" name="pg1376"/>
            <p:cNvSpPr/>
            <p:nvPr/>
          </p:nvSpPr>
          <p:spPr>
            <a:xfrm>
              <a:off x="386606" y="3393589"/>
              <a:ext cx="8554953" cy="1694151"/>
            </a:xfrm>
            <a:custGeom>
              <a:avLst/>
              <a:pathLst>
                <a:path w="8554953" h="1694151">
                  <a:moveTo>
                    <a:pt x="0" y="1366615"/>
                  </a:moveTo>
                  <a:lnTo>
                    <a:pt x="522133" y="1366615"/>
                  </a:lnTo>
                  <a:lnTo>
                    <a:pt x="523373" y="1366574"/>
                  </a:lnTo>
                  <a:lnTo>
                    <a:pt x="531484" y="1366284"/>
                  </a:lnTo>
                  <a:lnTo>
                    <a:pt x="551777" y="1365482"/>
                  </a:lnTo>
                  <a:lnTo>
                    <a:pt x="587670" y="1363907"/>
                  </a:lnTo>
                  <a:lnTo>
                    <a:pt x="640375" y="1361326"/>
                  </a:lnTo>
                  <a:lnTo>
                    <a:pt x="708842" y="1357565"/>
                  </a:lnTo>
                  <a:lnTo>
                    <a:pt x="790115" y="1352521"/>
                  </a:lnTo>
                  <a:lnTo>
                    <a:pt x="880073" y="1346159"/>
                  </a:lnTo>
                  <a:lnTo>
                    <a:pt x="974298" y="1338495"/>
                  </a:lnTo>
                  <a:lnTo>
                    <a:pt x="1068812" y="1329560"/>
                  </a:lnTo>
                  <a:lnTo>
                    <a:pt x="1160528" y="1319370"/>
                  </a:lnTo>
                  <a:lnTo>
                    <a:pt x="1247390" y="1307910"/>
                  </a:lnTo>
                  <a:lnTo>
                    <a:pt x="1328301" y="1295114"/>
                  </a:lnTo>
                  <a:lnTo>
                    <a:pt x="1402934" y="1280861"/>
                  </a:lnTo>
                  <a:lnTo>
                    <a:pt x="1471516" y="1264975"/>
                  </a:lnTo>
                  <a:lnTo>
                    <a:pt x="1534638" y="1247232"/>
                  </a:lnTo>
                  <a:lnTo>
                    <a:pt x="1593105" y="1227363"/>
                  </a:lnTo>
                  <a:lnTo>
                    <a:pt x="1647818" y="1205081"/>
                  </a:lnTo>
                  <a:lnTo>
                    <a:pt x="1699694" y="1180110"/>
                  </a:lnTo>
                  <a:lnTo>
                    <a:pt x="1749586" y="1152245"/>
                  </a:lnTo>
                  <a:lnTo>
                    <a:pt x="1768425" y="1140728"/>
                  </a:lnTo>
                  <a:lnTo>
                    <a:pt x="1815228" y="1109818"/>
                  </a:lnTo>
                  <a:lnTo>
                    <a:pt x="1861574" y="1076074"/>
                  </a:lnTo>
                  <a:lnTo>
                    <a:pt x="1907867" y="1039447"/>
                  </a:lnTo>
                  <a:lnTo>
                    <a:pt x="1954397" y="999963"/>
                  </a:lnTo>
                  <a:lnTo>
                    <a:pt x="2001357" y="957733"/>
                  </a:lnTo>
                  <a:lnTo>
                    <a:pt x="2048850" y="912961"/>
                  </a:lnTo>
                  <a:lnTo>
                    <a:pt x="2096900" y="865941"/>
                  </a:lnTo>
                  <a:lnTo>
                    <a:pt x="2145462" y="817062"/>
                  </a:lnTo>
                  <a:lnTo>
                    <a:pt x="2194436" y="766788"/>
                  </a:lnTo>
                  <a:lnTo>
                    <a:pt x="2243675" y="715645"/>
                  </a:lnTo>
                  <a:lnTo>
                    <a:pt x="2293009" y="664200"/>
                  </a:lnTo>
                  <a:lnTo>
                    <a:pt x="2342255" y="613035"/>
                  </a:lnTo>
                  <a:lnTo>
                    <a:pt x="2391242" y="562718"/>
                  </a:lnTo>
                  <a:lnTo>
                    <a:pt x="2439822" y="513777"/>
                  </a:lnTo>
                  <a:lnTo>
                    <a:pt x="2487893" y="466681"/>
                  </a:lnTo>
                  <a:lnTo>
                    <a:pt x="2535406" y="421817"/>
                  </a:lnTo>
                  <a:lnTo>
                    <a:pt x="2582385" y="379487"/>
                  </a:lnTo>
                  <a:lnTo>
                    <a:pt x="2628928" y="339897"/>
                  </a:lnTo>
                  <a:lnTo>
                    <a:pt x="2675226" y="303162"/>
                  </a:lnTo>
                  <a:lnTo>
                    <a:pt x="2721563" y="269310"/>
                  </a:lnTo>
                  <a:lnTo>
                    <a:pt x="2768340" y="238295"/>
                  </a:lnTo>
                  <a:lnTo>
                    <a:pt x="2770117" y="237181"/>
                  </a:lnTo>
                  <a:lnTo>
                    <a:pt x="2819445" y="208179"/>
                  </a:lnTo>
                  <a:lnTo>
                    <a:pt x="2870462" y="182111"/>
                  </a:lnTo>
                  <a:lnTo>
                    <a:pt x="2923976" y="158824"/>
                  </a:lnTo>
                  <a:lnTo>
                    <a:pt x="2980888" y="138061"/>
                  </a:lnTo>
                  <a:lnTo>
                    <a:pt x="3042115" y="119532"/>
                  </a:lnTo>
                  <a:lnTo>
                    <a:pt x="3108511" y="102960"/>
                  </a:lnTo>
                  <a:lnTo>
                    <a:pt x="3180763" y="88102"/>
                  </a:lnTo>
                  <a:lnTo>
                    <a:pt x="3259260" y="74762"/>
                  </a:lnTo>
                  <a:lnTo>
                    <a:pt x="3343914" y="62799"/>
                  </a:lnTo>
                  <a:lnTo>
                    <a:pt x="3433948" y="52124"/>
                  </a:lnTo>
                  <a:lnTo>
                    <a:pt x="3527695" y="42705"/>
                  </a:lnTo>
                  <a:lnTo>
                    <a:pt x="3622460" y="34548"/>
                  </a:lnTo>
                  <a:lnTo>
                    <a:pt x="3714573" y="27682"/>
                  </a:lnTo>
                  <a:lnTo>
                    <a:pt x="3799714" y="22131"/>
                  </a:lnTo>
                  <a:lnTo>
                    <a:pt x="3873544" y="17884"/>
                  </a:lnTo>
                  <a:lnTo>
                    <a:pt x="3932559" y="14865"/>
                  </a:lnTo>
                  <a:lnTo>
                    <a:pt x="3974909" y="12928"/>
                  </a:lnTo>
                  <a:lnTo>
                    <a:pt x="4000919" y="11858"/>
                  </a:lnTo>
                  <a:lnTo>
                    <a:pt x="4013188" y="11402"/>
                  </a:lnTo>
                  <a:lnTo>
                    <a:pt x="4016409" y="11294"/>
                  </a:lnTo>
                  <a:lnTo>
                    <a:pt x="4538543" y="11294"/>
                  </a:lnTo>
                  <a:lnTo>
                    <a:pt x="4539767" y="11344"/>
                  </a:lnTo>
                  <a:lnTo>
                    <a:pt x="4547779" y="11699"/>
                  </a:lnTo>
                  <a:lnTo>
                    <a:pt x="4567834" y="12682"/>
                  </a:lnTo>
                  <a:lnTo>
                    <a:pt x="4603327" y="14613"/>
                  </a:lnTo>
                  <a:lnTo>
                    <a:pt x="4655490" y="17777"/>
                  </a:lnTo>
                  <a:lnTo>
                    <a:pt x="4723326" y="22392"/>
                  </a:lnTo>
                  <a:lnTo>
                    <a:pt x="4803952" y="28584"/>
                  </a:lnTo>
                  <a:lnTo>
                    <a:pt x="4893321" y="36397"/>
                  </a:lnTo>
                  <a:lnTo>
                    <a:pt x="4987065" y="45814"/>
                  </a:lnTo>
                  <a:lnTo>
                    <a:pt x="5081233" y="56800"/>
                  </a:lnTo>
                  <a:lnTo>
                    <a:pt x="5172735" y="69328"/>
                  </a:lnTo>
                  <a:lnTo>
                    <a:pt x="5259497" y="83419"/>
                  </a:lnTo>
                  <a:lnTo>
                    <a:pt x="5340393" y="99149"/>
                  </a:lnTo>
                  <a:lnTo>
                    <a:pt x="5415065" y="116662"/>
                  </a:lnTo>
                  <a:lnTo>
                    <a:pt x="5483712" y="136170"/>
                  </a:lnTo>
                  <a:lnTo>
                    <a:pt x="5546902" y="157946"/>
                  </a:lnTo>
                  <a:lnTo>
                    <a:pt x="5605416" y="182315"/>
                  </a:lnTo>
                  <a:lnTo>
                    <a:pt x="5660142" y="209629"/>
                  </a:lnTo>
                  <a:lnTo>
                    <a:pt x="5711988" y="240229"/>
                  </a:lnTo>
                  <a:lnTo>
                    <a:pt x="5761802" y="274378"/>
                  </a:lnTo>
                  <a:lnTo>
                    <a:pt x="5784835" y="291770"/>
                  </a:lnTo>
                  <a:lnTo>
                    <a:pt x="5829176" y="328031"/>
                  </a:lnTo>
                  <a:lnTo>
                    <a:pt x="5873086" y="367444"/>
                  </a:lnTo>
                  <a:lnTo>
                    <a:pt x="5916915" y="410065"/>
                  </a:lnTo>
                  <a:lnTo>
                    <a:pt x="5960924" y="455881"/>
                  </a:lnTo>
                  <a:lnTo>
                    <a:pt x="6005288" y="504790"/>
                  </a:lnTo>
                  <a:lnTo>
                    <a:pt x="6050114" y="556602"/>
                  </a:lnTo>
                  <a:lnTo>
                    <a:pt x="6095441" y="611032"/>
                  </a:lnTo>
                  <a:lnTo>
                    <a:pt x="6141249" y="667706"/>
                  </a:lnTo>
                  <a:lnTo>
                    <a:pt x="6187470" y="726163"/>
                  </a:lnTo>
                  <a:lnTo>
                    <a:pt x="6233996" y="785874"/>
                  </a:lnTo>
                  <a:lnTo>
                    <a:pt x="6280691" y="846259"/>
                  </a:lnTo>
                  <a:lnTo>
                    <a:pt x="6327402" y="906710"/>
                  </a:lnTo>
                  <a:lnTo>
                    <a:pt x="6373976" y="966615"/>
                  </a:lnTo>
                  <a:lnTo>
                    <a:pt x="6420273" y="1025387"/>
                  </a:lnTo>
                  <a:lnTo>
                    <a:pt x="6466176" y="1082482"/>
                  </a:lnTo>
                  <a:lnTo>
                    <a:pt x="6511609" y="1137426"/>
                  </a:lnTo>
                  <a:lnTo>
                    <a:pt x="6556541" y="1189824"/>
                  </a:lnTo>
                  <a:lnTo>
                    <a:pt x="6600998" y="1239373"/>
                  </a:lnTo>
                  <a:lnTo>
                    <a:pt x="6645070" y="1285860"/>
                  </a:lnTo>
                  <a:lnTo>
                    <a:pt x="6688919" y="1329168"/>
                  </a:lnTo>
                  <a:lnTo>
                    <a:pt x="6732785" y="1369263"/>
                  </a:lnTo>
                  <a:lnTo>
                    <a:pt x="6777000" y="1406189"/>
                  </a:lnTo>
                  <a:lnTo>
                    <a:pt x="6786527" y="1413675"/>
                  </a:lnTo>
                  <a:lnTo>
                    <a:pt x="6835642" y="1449540"/>
                  </a:lnTo>
                  <a:lnTo>
                    <a:pt x="6886428" y="1481792"/>
                  </a:lnTo>
                  <a:lnTo>
                    <a:pt x="6939683" y="1510618"/>
                  </a:lnTo>
                  <a:lnTo>
                    <a:pt x="6996295" y="1536334"/>
                  </a:lnTo>
                  <a:lnTo>
                    <a:pt x="7057170" y="1559292"/>
                  </a:lnTo>
                  <a:lnTo>
                    <a:pt x="7123152" y="1579833"/>
                  </a:lnTo>
                  <a:lnTo>
                    <a:pt x="7194928" y="1598258"/>
                  </a:lnTo>
                  <a:lnTo>
                    <a:pt x="7272890" y="1614808"/>
                  </a:lnTo>
                  <a:lnTo>
                    <a:pt x="7356970" y="1629659"/>
                  </a:lnTo>
                  <a:lnTo>
                    <a:pt x="7446430" y="1642920"/>
                  </a:lnTo>
                  <a:lnTo>
                    <a:pt x="7539662" y="1654635"/>
                  </a:lnTo>
                  <a:lnTo>
                    <a:pt x="7634053" y="1664798"/>
                  </a:lnTo>
                  <a:lnTo>
                    <a:pt x="7726021" y="1673373"/>
                  </a:lnTo>
                  <a:lnTo>
                    <a:pt x="7811320" y="1680329"/>
                  </a:lnTo>
                  <a:lnTo>
                    <a:pt x="7885647" y="1685678"/>
                  </a:lnTo>
                  <a:lnTo>
                    <a:pt x="7945465" y="1689506"/>
                  </a:lnTo>
                  <a:lnTo>
                    <a:pt x="7988817" y="1691988"/>
                  </a:lnTo>
                  <a:lnTo>
                    <a:pt x="8015866" y="1693379"/>
                  </a:lnTo>
                  <a:lnTo>
                    <a:pt x="8029018" y="1693991"/>
                  </a:lnTo>
                  <a:lnTo>
                    <a:pt x="8032686" y="1694146"/>
                  </a:lnTo>
                  <a:lnTo>
                    <a:pt x="8032819" y="1694151"/>
                  </a:lnTo>
                  <a:lnTo>
                    <a:pt x="8554953" y="1694151"/>
                  </a:lnTo>
                  <a:lnTo>
                    <a:pt x="8554953" y="1682856"/>
                  </a:lnTo>
                  <a:lnTo>
                    <a:pt x="8032819" y="1682856"/>
                  </a:lnTo>
                  <a:lnTo>
                    <a:pt x="8031595" y="1682807"/>
                  </a:lnTo>
                  <a:lnTo>
                    <a:pt x="8023583" y="1682451"/>
                  </a:lnTo>
                  <a:lnTo>
                    <a:pt x="8003527" y="1681468"/>
                  </a:lnTo>
                  <a:lnTo>
                    <a:pt x="7968035" y="1679537"/>
                  </a:lnTo>
                  <a:lnTo>
                    <a:pt x="7915872" y="1676373"/>
                  </a:lnTo>
                  <a:lnTo>
                    <a:pt x="7848036" y="1671758"/>
                  </a:lnTo>
                  <a:lnTo>
                    <a:pt x="7767409" y="1665566"/>
                  </a:lnTo>
                  <a:lnTo>
                    <a:pt x="7678041" y="1657754"/>
                  </a:lnTo>
                  <a:lnTo>
                    <a:pt x="7584297" y="1648336"/>
                  </a:lnTo>
                  <a:lnTo>
                    <a:pt x="7490129" y="1637351"/>
                  </a:lnTo>
                  <a:lnTo>
                    <a:pt x="7398627" y="1624822"/>
                  </a:lnTo>
                  <a:lnTo>
                    <a:pt x="7311865" y="1610732"/>
                  </a:lnTo>
                  <a:lnTo>
                    <a:pt x="7230969" y="1595002"/>
                  </a:lnTo>
                  <a:lnTo>
                    <a:pt x="7156297" y="1577489"/>
                  </a:lnTo>
                  <a:lnTo>
                    <a:pt x="7087650" y="1557981"/>
                  </a:lnTo>
                  <a:lnTo>
                    <a:pt x="7024460" y="1536204"/>
                  </a:lnTo>
                  <a:lnTo>
                    <a:pt x="6965946" y="1511836"/>
                  </a:lnTo>
                  <a:lnTo>
                    <a:pt x="6911219" y="1484522"/>
                  </a:lnTo>
                  <a:lnTo>
                    <a:pt x="6859374" y="1453921"/>
                  </a:lnTo>
                  <a:lnTo>
                    <a:pt x="6809560" y="1419773"/>
                  </a:lnTo>
                  <a:lnTo>
                    <a:pt x="6786527" y="1402380"/>
                  </a:lnTo>
                  <a:lnTo>
                    <a:pt x="6742186" y="1366119"/>
                  </a:lnTo>
                  <a:lnTo>
                    <a:pt x="6698276" y="1326707"/>
                  </a:lnTo>
                  <a:lnTo>
                    <a:pt x="6654447" y="1284085"/>
                  </a:lnTo>
                  <a:lnTo>
                    <a:pt x="6610438" y="1238269"/>
                  </a:lnTo>
                  <a:lnTo>
                    <a:pt x="6566074" y="1189360"/>
                  </a:lnTo>
                  <a:lnTo>
                    <a:pt x="6521248" y="1137548"/>
                  </a:lnTo>
                  <a:lnTo>
                    <a:pt x="6475921" y="1083118"/>
                  </a:lnTo>
                  <a:lnTo>
                    <a:pt x="6430113" y="1026445"/>
                  </a:lnTo>
                  <a:lnTo>
                    <a:pt x="6383892" y="967988"/>
                  </a:lnTo>
                  <a:lnTo>
                    <a:pt x="6337365" y="908276"/>
                  </a:lnTo>
                  <a:lnTo>
                    <a:pt x="6290671" y="847891"/>
                  </a:lnTo>
                  <a:lnTo>
                    <a:pt x="6243960" y="787440"/>
                  </a:lnTo>
                  <a:lnTo>
                    <a:pt x="6197386" y="727535"/>
                  </a:lnTo>
                  <a:lnTo>
                    <a:pt x="6151089" y="668764"/>
                  </a:lnTo>
                  <a:lnTo>
                    <a:pt x="6105185" y="611668"/>
                  </a:lnTo>
                  <a:lnTo>
                    <a:pt x="6059753" y="556724"/>
                  </a:lnTo>
                  <a:lnTo>
                    <a:pt x="6014821" y="504326"/>
                  </a:lnTo>
                  <a:lnTo>
                    <a:pt x="5970364" y="454778"/>
                  </a:lnTo>
                  <a:lnTo>
                    <a:pt x="5926292" y="408290"/>
                  </a:lnTo>
                  <a:lnTo>
                    <a:pt x="5882443" y="364982"/>
                  </a:lnTo>
                  <a:lnTo>
                    <a:pt x="5838577" y="324887"/>
                  </a:lnTo>
                  <a:lnTo>
                    <a:pt x="5794362" y="287961"/>
                  </a:lnTo>
                  <a:lnTo>
                    <a:pt x="5784835" y="280476"/>
                  </a:lnTo>
                  <a:lnTo>
                    <a:pt x="5735720" y="244610"/>
                  </a:lnTo>
                  <a:lnTo>
                    <a:pt x="5684934" y="212358"/>
                  </a:lnTo>
                  <a:lnTo>
                    <a:pt x="5631679" y="183532"/>
                  </a:lnTo>
                  <a:lnTo>
                    <a:pt x="5575067" y="157817"/>
                  </a:lnTo>
                  <a:lnTo>
                    <a:pt x="5514192" y="134859"/>
                  </a:lnTo>
                  <a:lnTo>
                    <a:pt x="5448210" y="114317"/>
                  </a:lnTo>
                  <a:lnTo>
                    <a:pt x="5376434" y="95892"/>
                  </a:lnTo>
                  <a:lnTo>
                    <a:pt x="5298472" y="79342"/>
                  </a:lnTo>
                  <a:lnTo>
                    <a:pt x="5214392" y="64491"/>
                  </a:lnTo>
                  <a:lnTo>
                    <a:pt x="5124932" y="51230"/>
                  </a:lnTo>
                  <a:lnTo>
                    <a:pt x="5031700" y="39515"/>
                  </a:lnTo>
                  <a:lnTo>
                    <a:pt x="4937309" y="29353"/>
                  </a:lnTo>
                  <a:lnTo>
                    <a:pt x="4845341" y="20777"/>
                  </a:lnTo>
                  <a:lnTo>
                    <a:pt x="4760042" y="13821"/>
                  </a:lnTo>
                  <a:lnTo>
                    <a:pt x="4685715" y="8472"/>
                  </a:lnTo>
                  <a:lnTo>
                    <a:pt x="4625897" y="4644"/>
                  </a:lnTo>
                  <a:lnTo>
                    <a:pt x="4582545" y="2163"/>
                  </a:lnTo>
                  <a:lnTo>
                    <a:pt x="4555496" y="771"/>
                  </a:lnTo>
                  <a:lnTo>
                    <a:pt x="4542344" y="160"/>
                  </a:lnTo>
                  <a:lnTo>
                    <a:pt x="4538676" y="5"/>
                  </a:lnTo>
                  <a:lnTo>
                    <a:pt x="4538543" y="0"/>
                  </a:lnTo>
                  <a:lnTo>
                    <a:pt x="4016409" y="0"/>
                  </a:lnTo>
                  <a:lnTo>
                    <a:pt x="4015169" y="40"/>
                  </a:lnTo>
                  <a:lnTo>
                    <a:pt x="4007058" y="330"/>
                  </a:lnTo>
                  <a:lnTo>
                    <a:pt x="3986765" y="1132"/>
                  </a:lnTo>
                  <a:lnTo>
                    <a:pt x="3950872" y="2707"/>
                  </a:lnTo>
                  <a:lnTo>
                    <a:pt x="3898167" y="5288"/>
                  </a:lnTo>
                  <a:lnTo>
                    <a:pt x="3829700" y="9049"/>
                  </a:lnTo>
                  <a:lnTo>
                    <a:pt x="3748427" y="14094"/>
                  </a:lnTo>
                  <a:lnTo>
                    <a:pt x="3658469" y="20455"/>
                  </a:lnTo>
                  <a:lnTo>
                    <a:pt x="3564244" y="28119"/>
                  </a:lnTo>
                  <a:lnTo>
                    <a:pt x="3469730" y="37055"/>
                  </a:lnTo>
                  <a:lnTo>
                    <a:pt x="3378014" y="47244"/>
                  </a:lnTo>
                  <a:lnTo>
                    <a:pt x="3291152" y="58704"/>
                  </a:lnTo>
                  <a:lnTo>
                    <a:pt x="3210241" y="71501"/>
                  </a:lnTo>
                  <a:lnTo>
                    <a:pt x="3135608" y="85754"/>
                  </a:lnTo>
                  <a:lnTo>
                    <a:pt x="3067026" y="101639"/>
                  </a:lnTo>
                  <a:lnTo>
                    <a:pt x="3003904" y="119383"/>
                  </a:lnTo>
                  <a:lnTo>
                    <a:pt x="2945438" y="139252"/>
                  </a:lnTo>
                  <a:lnTo>
                    <a:pt x="2890724" y="161533"/>
                  </a:lnTo>
                  <a:lnTo>
                    <a:pt x="2838848" y="186505"/>
                  </a:lnTo>
                  <a:lnTo>
                    <a:pt x="2788956" y="214369"/>
                  </a:lnTo>
                  <a:lnTo>
                    <a:pt x="2770117" y="225886"/>
                  </a:lnTo>
                  <a:lnTo>
                    <a:pt x="2723314" y="256797"/>
                  </a:lnTo>
                  <a:lnTo>
                    <a:pt x="2676968" y="290540"/>
                  </a:lnTo>
                  <a:lnTo>
                    <a:pt x="2630675" y="327167"/>
                  </a:lnTo>
                  <a:lnTo>
                    <a:pt x="2584145" y="366651"/>
                  </a:lnTo>
                  <a:lnTo>
                    <a:pt x="2537185" y="408881"/>
                  </a:lnTo>
                  <a:lnTo>
                    <a:pt x="2489692" y="453654"/>
                  </a:lnTo>
                  <a:lnTo>
                    <a:pt x="2441643" y="500673"/>
                  </a:lnTo>
                  <a:lnTo>
                    <a:pt x="2393080" y="549552"/>
                  </a:lnTo>
                  <a:lnTo>
                    <a:pt x="2344106" y="599827"/>
                  </a:lnTo>
                  <a:lnTo>
                    <a:pt x="2294867" y="650970"/>
                  </a:lnTo>
                  <a:lnTo>
                    <a:pt x="2245533" y="702414"/>
                  </a:lnTo>
                  <a:lnTo>
                    <a:pt x="2196287" y="753579"/>
                  </a:lnTo>
                  <a:lnTo>
                    <a:pt x="2147300" y="803896"/>
                  </a:lnTo>
                  <a:lnTo>
                    <a:pt x="2098720" y="852837"/>
                  </a:lnTo>
                  <a:lnTo>
                    <a:pt x="2050650" y="899934"/>
                  </a:lnTo>
                  <a:lnTo>
                    <a:pt x="2003136" y="944797"/>
                  </a:lnTo>
                  <a:lnTo>
                    <a:pt x="1956157" y="987127"/>
                  </a:lnTo>
                  <a:lnTo>
                    <a:pt x="1909614" y="1026717"/>
                  </a:lnTo>
                  <a:lnTo>
                    <a:pt x="1863317" y="1063453"/>
                  </a:lnTo>
                  <a:lnTo>
                    <a:pt x="1816979" y="1097304"/>
                  </a:lnTo>
                  <a:lnTo>
                    <a:pt x="1770202" y="1128320"/>
                  </a:lnTo>
                  <a:lnTo>
                    <a:pt x="1768425" y="1129434"/>
                  </a:lnTo>
                  <a:lnTo>
                    <a:pt x="1719097" y="1158436"/>
                  </a:lnTo>
                  <a:lnTo>
                    <a:pt x="1668080" y="1184504"/>
                  </a:lnTo>
                  <a:lnTo>
                    <a:pt x="1614566" y="1207790"/>
                  </a:lnTo>
                  <a:lnTo>
                    <a:pt x="1557654" y="1228554"/>
                  </a:lnTo>
                  <a:lnTo>
                    <a:pt x="1496427" y="1247083"/>
                  </a:lnTo>
                  <a:lnTo>
                    <a:pt x="1430032" y="1263654"/>
                  </a:lnTo>
                  <a:lnTo>
                    <a:pt x="1357780" y="1278512"/>
                  </a:lnTo>
                  <a:lnTo>
                    <a:pt x="1279282" y="1291852"/>
                  </a:lnTo>
                  <a:lnTo>
                    <a:pt x="1194628" y="1303816"/>
                  </a:lnTo>
                  <a:lnTo>
                    <a:pt x="1104594" y="1314490"/>
                  </a:lnTo>
                  <a:lnTo>
                    <a:pt x="1010848" y="1323909"/>
                  </a:lnTo>
                  <a:lnTo>
                    <a:pt x="916082" y="1332067"/>
                  </a:lnTo>
                  <a:lnTo>
                    <a:pt x="823969" y="1338933"/>
                  </a:lnTo>
                  <a:lnTo>
                    <a:pt x="738829" y="1344483"/>
                  </a:lnTo>
                  <a:lnTo>
                    <a:pt x="664998" y="1348731"/>
                  </a:lnTo>
                  <a:lnTo>
                    <a:pt x="605983" y="1351749"/>
                  </a:lnTo>
                  <a:lnTo>
                    <a:pt x="563634" y="1353687"/>
                  </a:lnTo>
                  <a:lnTo>
                    <a:pt x="537623" y="1354756"/>
                  </a:lnTo>
                  <a:lnTo>
                    <a:pt x="525354" y="1355212"/>
                  </a:lnTo>
                  <a:lnTo>
                    <a:pt x="522133" y="1355321"/>
                  </a:lnTo>
                  <a:lnTo>
                    <a:pt x="0" y="1355321"/>
                  </a:lnTo>
                  <a:close/>
                </a:path>
              </a:pathLst>
            </a:custGeom>
            <a:solidFill>
              <a:srgbClr val="E78AC3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1377" name="pl1377"/>
            <p:cNvSpPr/>
            <p:nvPr/>
          </p:nvSpPr>
          <p:spPr>
            <a:xfrm>
              <a:off x="386606" y="3404883"/>
              <a:ext cx="8554953" cy="1682856"/>
            </a:xfrm>
            <a:custGeom>
              <a:avLst/>
              <a:pathLst>
                <a:path w="8554953" h="1682856">
                  <a:moveTo>
                    <a:pt x="0" y="1355321"/>
                  </a:moveTo>
                  <a:lnTo>
                    <a:pt x="522133" y="1355321"/>
                  </a:lnTo>
                  <a:lnTo>
                    <a:pt x="523373" y="1355280"/>
                  </a:lnTo>
                  <a:lnTo>
                    <a:pt x="531484" y="1354990"/>
                  </a:lnTo>
                  <a:lnTo>
                    <a:pt x="551777" y="1354188"/>
                  </a:lnTo>
                  <a:lnTo>
                    <a:pt x="587670" y="1352613"/>
                  </a:lnTo>
                  <a:lnTo>
                    <a:pt x="640375" y="1350032"/>
                  </a:lnTo>
                  <a:lnTo>
                    <a:pt x="708842" y="1346271"/>
                  </a:lnTo>
                  <a:lnTo>
                    <a:pt x="790115" y="1341226"/>
                  </a:lnTo>
                  <a:lnTo>
                    <a:pt x="880073" y="1334865"/>
                  </a:lnTo>
                  <a:lnTo>
                    <a:pt x="974298" y="1327201"/>
                  </a:lnTo>
                  <a:lnTo>
                    <a:pt x="1068812" y="1318265"/>
                  </a:lnTo>
                  <a:lnTo>
                    <a:pt x="1160528" y="1308076"/>
                  </a:lnTo>
                  <a:lnTo>
                    <a:pt x="1247390" y="1296616"/>
                  </a:lnTo>
                  <a:lnTo>
                    <a:pt x="1328301" y="1283819"/>
                  </a:lnTo>
                  <a:lnTo>
                    <a:pt x="1402934" y="1269566"/>
                  </a:lnTo>
                  <a:lnTo>
                    <a:pt x="1471516" y="1253681"/>
                  </a:lnTo>
                  <a:lnTo>
                    <a:pt x="1534638" y="1235937"/>
                  </a:lnTo>
                  <a:lnTo>
                    <a:pt x="1593105" y="1216069"/>
                  </a:lnTo>
                  <a:lnTo>
                    <a:pt x="1647818" y="1193787"/>
                  </a:lnTo>
                  <a:lnTo>
                    <a:pt x="1699694" y="1168816"/>
                  </a:lnTo>
                  <a:lnTo>
                    <a:pt x="1749586" y="1140951"/>
                  </a:lnTo>
                  <a:lnTo>
                    <a:pt x="1768425" y="1129434"/>
                  </a:lnTo>
                  <a:lnTo>
                    <a:pt x="1815228" y="1098523"/>
                  </a:lnTo>
                  <a:lnTo>
                    <a:pt x="1861574" y="1064780"/>
                  </a:lnTo>
                  <a:lnTo>
                    <a:pt x="1907867" y="1028153"/>
                  </a:lnTo>
                  <a:lnTo>
                    <a:pt x="1954397" y="988669"/>
                  </a:lnTo>
                  <a:lnTo>
                    <a:pt x="2001357" y="946439"/>
                  </a:lnTo>
                  <a:lnTo>
                    <a:pt x="2048850" y="901666"/>
                  </a:lnTo>
                  <a:lnTo>
                    <a:pt x="2096900" y="854647"/>
                  </a:lnTo>
                  <a:lnTo>
                    <a:pt x="2145462" y="805768"/>
                  </a:lnTo>
                  <a:lnTo>
                    <a:pt x="2194436" y="755493"/>
                  </a:lnTo>
                  <a:lnTo>
                    <a:pt x="2243675" y="704350"/>
                  </a:lnTo>
                  <a:lnTo>
                    <a:pt x="2293009" y="652906"/>
                  </a:lnTo>
                  <a:lnTo>
                    <a:pt x="2342255" y="601741"/>
                  </a:lnTo>
                  <a:lnTo>
                    <a:pt x="2391242" y="551424"/>
                  </a:lnTo>
                  <a:lnTo>
                    <a:pt x="2439822" y="502483"/>
                  </a:lnTo>
                  <a:lnTo>
                    <a:pt x="2487893" y="455386"/>
                  </a:lnTo>
                  <a:lnTo>
                    <a:pt x="2535406" y="410523"/>
                  </a:lnTo>
                  <a:lnTo>
                    <a:pt x="2582385" y="368193"/>
                  </a:lnTo>
                  <a:lnTo>
                    <a:pt x="2628928" y="328603"/>
                  </a:lnTo>
                  <a:lnTo>
                    <a:pt x="2675226" y="291868"/>
                  </a:lnTo>
                  <a:lnTo>
                    <a:pt x="2721563" y="258016"/>
                  </a:lnTo>
                  <a:lnTo>
                    <a:pt x="2768340" y="227001"/>
                  </a:lnTo>
                  <a:lnTo>
                    <a:pt x="2770117" y="225886"/>
                  </a:lnTo>
                  <a:lnTo>
                    <a:pt x="2819445" y="196884"/>
                  </a:lnTo>
                  <a:lnTo>
                    <a:pt x="2870462" y="170817"/>
                  </a:lnTo>
                  <a:lnTo>
                    <a:pt x="2923976" y="147530"/>
                  </a:lnTo>
                  <a:lnTo>
                    <a:pt x="2980888" y="126766"/>
                  </a:lnTo>
                  <a:lnTo>
                    <a:pt x="3042115" y="108238"/>
                  </a:lnTo>
                  <a:lnTo>
                    <a:pt x="3108511" y="91666"/>
                  </a:lnTo>
                  <a:lnTo>
                    <a:pt x="3180763" y="76808"/>
                  </a:lnTo>
                  <a:lnTo>
                    <a:pt x="3259260" y="63468"/>
                  </a:lnTo>
                  <a:lnTo>
                    <a:pt x="3343914" y="51504"/>
                  </a:lnTo>
                  <a:lnTo>
                    <a:pt x="3433948" y="40830"/>
                  </a:lnTo>
                  <a:lnTo>
                    <a:pt x="3527695" y="31411"/>
                  </a:lnTo>
                  <a:lnTo>
                    <a:pt x="3622460" y="23253"/>
                  </a:lnTo>
                  <a:lnTo>
                    <a:pt x="3714573" y="16387"/>
                  </a:lnTo>
                  <a:lnTo>
                    <a:pt x="3799714" y="10837"/>
                  </a:lnTo>
                  <a:lnTo>
                    <a:pt x="3873544" y="6589"/>
                  </a:lnTo>
                  <a:lnTo>
                    <a:pt x="3932559" y="3571"/>
                  </a:lnTo>
                  <a:lnTo>
                    <a:pt x="3974909" y="1633"/>
                  </a:lnTo>
                  <a:lnTo>
                    <a:pt x="4000919" y="564"/>
                  </a:lnTo>
                  <a:lnTo>
                    <a:pt x="4013188" y="108"/>
                  </a:lnTo>
                  <a:lnTo>
                    <a:pt x="4016336" y="2"/>
                  </a:lnTo>
                  <a:lnTo>
                    <a:pt x="4016409" y="0"/>
                  </a:lnTo>
                  <a:lnTo>
                    <a:pt x="4538543" y="0"/>
                  </a:lnTo>
                  <a:lnTo>
                    <a:pt x="4539767" y="49"/>
                  </a:lnTo>
                  <a:lnTo>
                    <a:pt x="4547779" y="405"/>
                  </a:lnTo>
                  <a:lnTo>
                    <a:pt x="4567834" y="1388"/>
                  </a:lnTo>
                  <a:lnTo>
                    <a:pt x="4603327" y="3319"/>
                  </a:lnTo>
                  <a:lnTo>
                    <a:pt x="4655490" y="6483"/>
                  </a:lnTo>
                  <a:lnTo>
                    <a:pt x="4723326" y="11098"/>
                  </a:lnTo>
                  <a:lnTo>
                    <a:pt x="4803952" y="17290"/>
                  </a:lnTo>
                  <a:lnTo>
                    <a:pt x="4893321" y="25102"/>
                  </a:lnTo>
                  <a:lnTo>
                    <a:pt x="4987065" y="34520"/>
                  </a:lnTo>
                  <a:lnTo>
                    <a:pt x="5081233" y="45505"/>
                  </a:lnTo>
                  <a:lnTo>
                    <a:pt x="5172735" y="58034"/>
                  </a:lnTo>
                  <a:lnTo>
                    <a:pt x="5259497" y="72124"/>
                  </a:lnTo>
                  <a:lnTo>
                    <a:pt x="5340393" y="87854"/>
                  </a:lnTo>
                  <a:lnTo>
                    <a:pt x="5415065" y="105367"/>
                  </a:lnTo>
                  <a:lnTo>
                    <a:pt x="5483712" y="124875"/>
                  </a:lnTo>
                  <a:lnTo>
                    <a:pt x="5546902" y="146652"/>
                  </a:lnTo>
                  <a:lnTo>
                    <a:pt x="5605416" y="171020"/>
                  </a:lnTo>
                  <a:lnTo>
                    <a:pt x="5660142" y="198334"/>
                  </a:lnTo>
                  <a:lnTo>
                    <a:pt x="5711988" y="228935"/>
                  </a:lnTo>
                  <a:lnTo>
                    <a:pt x="5761802" y="263083"/>
                  </a:lnTo>
                  <a:lnTo>
                    <a:pt x="5784835" y="280476"/>
                  </a:lnTo>
                  <a:lnTo>
                    <a:pt x="5829176" y="316737"/>
                  </a:lnTo>
                  <a:lnTo>
                    <a:pt x="5873086" y="356149"/>
                  </a:lnTo>
                  <a:lnTo>
                    <a:pt x="5916915" y="398771"/>
                  </a:lnTo>
                  <a:lnTo>
                    <a:pt x="5960924" y="444587"/>
                  </a:lnTo>
                  <a:lnTo>
                    <a:pt x="6005288" y="493496"/>
                  </a:lnTo>
                  <a:lnTo>
                    <a:pt x="6050114" y="545308"/>
                  </a:lnTo>
                  <a:lnTo>
                    <a:pt x="6095441" y="599738"/>
                  </a:lnTo>
                  <a:lnTo>
                    <a:pt x="6141249" y="656411"/>
                  </a:lnTo>
                  <a:lnTo>
                    <a:pt x="6187470" y="714868"/>
                  </a:lnTo>
                  <a:lnTo>
                    <a:pt x="6233996" y="774580"/>
                  </a:lnTo>
                  <a:lnTo>
                    <a:pt x="6280691" y="834965"/>
                  </a:lnTo>
                  <a:lnTo>
                    <a:pt x="6327402" y="895416"/>
                  </a:lnTo>
                  <a:lnTo>
                    <a:pt x="6373976" y="955321"/>
                  </a:lnTo>
                  <a:lnTo>
                    <a:pt x="6420273" y="1014092"/>
                  </a:lnTo>
                  <a:lnTo>
                    <a:pt x="6466176" y="1071188"/>
                  </a:lnTo>
                  <a:lnTo>
                    <a:pt x="6511609" y="1126132"/>
                  </a:lnTo>
                  <a:lnTo>
                    <a:pt x="6556541" y="1178530"/>
                  </a:lnTo>
                  <a:lnTo>
                    <a:pt x="6600998" y="1228078"/>
                  </a:lnTo>
                  <a:lnTo>
                    <a:pt x="6645070" y="1274566"/>
                  </a:lnTo>
                  <a:lnTo>
                    <a:pt x="6688919" y="1317874"/>
                  </a:lnTo>
                  <a:lnTo>
                    <a:pt x="6732785" y="1357969"/>
                  </a:lnTo>
                  <a:lnTo>
                    <a:pt x="6777000" y="1394895"/>
                  </a:lnTo>
                  <a:lnTo>
                    <a:pt x="6786527" y="1402380"/>
                  </a:lnTo>
                  <a:lnTo>
                    <a:pt x="6835642" y="1438245"/>
                  </a:lnTo>
                  <a:lnTo>
                    <a:pt x="6886428" y="1470498"/>
                  </a:lnTo>
                  <a:lnTo>
                    <a:pt x="6939683" y="1499324"/>
                  </a:lnTo>
                  <a:lnTo>
                    <a:pt x="6996295" y="1525039"/>
                  </a:lnTo>
                  <a:lnTo>
                    <a:pt x="7057170" y="1547997"/>
                  </a:lnTo>
                  <a:lnTo>
                    <a:pt x="7123152" y="1568539"/>
                  </a:lnTo>
                  <a:lnTo>
                    <a:pt x="7194928" y="1586964"/>
                  </a:lnTo>
                  <a:lnTo>
                    <a:pt x="7272890" y="1603514"/>
                  </a:lnTo>
                  <a:lnTo>
                    <a:pt x="7356970" y="1618365"/>
                  </a:lnTo>
                  <a:lnTo>
                    <a:pt x="7446430" y="1631626"/>
                  </a:lnTo>
                  <a:lnTo>
                    <a:pt x="7539662" y="1643341"/>
                  </a:lnTo>
                  <a:lnTo>
                    <a:pt x="7634053" y="1653503"/>
                  </a:lnTo>
                  <a:lnTo>
                    <a:pt x="7726021" y="1662079"/>
                  </a:lnTo>
                  <a:lnTo>
                    <a:pt x="7811320" y="1669035"/>
                  </a:lnTo>
                  <a:lnTo>
                    <a:pt x="7885647" y="1674384"/>
                  </a:lnTo>
                  <a:lnTo>
                    <a:pt x="7945465" y="1678212"/>
                  </a:lnTo>
                  <a:lnTo>
                    <a:pt x="7988817" y="1680693"/>
                  </a:lnTo>
                  <a:lnTo>
                    <a:pt x="8015866" y="1682085"/>
                  </a:lnTo>
                  <a:lnTo>
                    <a:pt x="8029018" y="1682696"/>
                  </a:lnTo>
                  <a:lnTo>
                    <a:pt x="8032686" y="1682851"/>
                  </a:lnTo>
                  <a:lnTo>
                    <a:pt x="8032819" y="1682856"/>
                  </a:lnTo>
                  <a:lnTo>
                    <a:pt x="8554953" y="1682856"/>
                  </a:lnTo>
                  <a:lnTo>
                    <a:pt x="8554953" y="1682856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378" name="pl1378"/>
            <p:cNvSpPr/>
            <p:nvPr/>
          </p:nvSpPr>
          <p:spPr>
            <a:xfrm>
              <a:off x="386606" y="3393589"/>
              <a:ext cx="8554953" cy="1682856"/>
            </a:xfrm>
            <a:custGeom>
              <a:avLst/>
              <a:pathLst>
                <a:path w="8554953" h="1682856">
                  <a:moveTo>
                    <a:pt x="8554953" y="1682856"/>
                  </a:moveTo>
                  <a:lnTo>
                    <a:pt x="8032819" y="1682856"/>
                  </a:lnTo>
                  <a:lnTo>
                    <a:pt x="8031595" y="1682807"/>
                  </a:lnTo>
                  <a:lnTo>
                    <a:pt x="8023583" y="1682451"/>
                  </a:lnTo>
                  <a:lnTo>
                    <a:pt x="8003527" y="1681468"/>
                  </a:lnTo>
                  <a:lnTo>
                    <a:pt x="7968035" y="1679537"/>
                  </a:lnTo>
                  <a:lnTo>
                    <a:pt x="7915872" y="1676373"/>
                  </a:lnTo>
                  <a:lnTo>
                    <a:pt x="7848036" y="1671758"/>
                  </a:lnTo>
                  <a:lnTo>
                    <a:pt x="7767409" y="1665566"/>
                  </a:lnTo>
                  <a:lnTo>
                    <a:pt x="7678041" y="1657754"/>
                  </a:lnTo>
                  <a:lnTo>
                    <a:pt x="7584297" y="1648336"/>
                  </a:lnTo>
                  <a:lnTo>
                    <a:pt x="7490129" y="1637351"/>
                  </a:lnTo>
                  <a:lnTo>
                    <a:pt x="7398627" y="1624822"/>
                  </a:lnTo>
                  <a:lnTo>
                    <a:pt x="7311865" y="1610732"/>
                  </a:lnTo>
                  <a:lnTo>
                    <a:pt x="7230969" y="1595002"/>
                  </a:lnTo>
                  <a:lnTo>
                    <a:pt x="7156297" y="1577489"/>
                  </a:lnTo>
                  <a:lnTo>
                    <a:pt x="7087650" y="1557981"/>
                  </a:lnTo>
                  <a:lnTo>
                    <a:pt x="7024460" y="1536204"/>
                  </a:lnTo>
                  <a:lnTo>
                    <a:pt x="6965946" y="1511836"/>
                  </a:lnTo>
                  <a:lnTo>
                    <a:pt x="6911219" y="1484522"/>
                  </a:lnTo>
                  <a:lnTo>
                    <a:pt x="6859374" y="1453921"/>
                  </a:lnTo>
                  <a:lnTo>
                    <a:pt x="6809560" y="1419773"/>
                  </a:lnTo>
                  <a:lnTo>
                    <a:pt x="6786527" y="1402380"/>
                  </a:lnTo>
                  <a:lnTo>
                    <a:pt x="6742186" y="1366119"/>
                  </a:lnTo>
                  <a:lnTo>
                    <a:pt x="6698276" y="1326707"/>
                  </a:lnTo>
                  <a:lnTo>
                    <a:pt x="6654447" y="1284085"/>
                  </a:lnTo>
                  <a:lnTo>
                    <a:pt x="6610438" y="1238269"/>
                  </a:lnTo>
                  <a:lnTo>
                    <a:pt x="6566074" y="1189360"/>
                  </a:lnTo>
                  <a:lnTo>
                    <a:pt x="6521248" y="1137548"/>
                  </a:lnTo>
                  <a:lnTo>
                    <a:pt x="6475921" y="1083118"/>
                  </a:lnTo>
                  <a:lnTo>
                    <a:pt x="6430113" y="1026445"/>
                  </a:lnTo>
                  <a:lnTo>
                    <a:pt x="6383892" y="967988"/>
                  </a:lnTo>
                  <a:lnTo>
                    <a:pt x="6337365" y="908276"/>
                  </a:lnTo>
                  <a:lnTo>
                    <a:pt x="6290671" y="847891"/>
                  </a:lnTo>
                  <a:lnTo>
                    <a:pt x="6243960" y="787440"/>
                  </a:lnTo>
                  <a:lnTo>
                    <a:pt x="6197386" y="727535"/>
                  </a:lnTo>
                  <a:lnTo>
                    <a:pt x="6151089" y="668764"/>
                  </a:lnTo>
                  <a:lnTo>
                    <a:pt x="6105185" y="611668"/>
                  </a:lnTo>
                  <a:lnTo>
                    <a:pt x="6059753" y="556724"/>
                  </a:lnTo>
                  <a:lnTo>
                    <a:pt x="6014821" y="504326"/>
                  </a:lnTo>
                  <a:lnTo>
                    <a:pt x="5970364" y="454778"/>
                  </a:lnTo>
                  <a:lnTo>
                    <a:pt x="5926292" y="408290"/>
                  </a:lnTo>
                  <a:lnTo>
                    <a:pt x="5882443" y="364982"/>
                  </a:lnTo>
                  <a:lnTo>
                    <a:pt x="5838577" y="324887"/>
                  </a:lnTo>
                  <a:lnTo>
                    <a:pt x="5794362" y="287961"/>
                  </a:lnTo>
                  <a:lnTo>
                    <a:pt x="5784835" y="280476"/>
                  </a:lnTo>
                  <a:lnTo>
                    <a:pt x="5735720" y="244610"/>
                  </a:lnTo>
                  <a:lnTo>
                    <a:pt x="5684934" y="212358"/>
                  </a:lnTo>
                  <a:lnTo>
                    <a:pt x="5631679" y="183532"/>
                  </a:lnTo>
                  <a:lnTo>
                    <a:pt x="5575067" y="157817"/>
                  </a:lnTo>
                  <a:lnTo>
                    <a:pt x="5514192" y="134859"/>
                  </a:lnTo>
                  <a:lnTo>
                    <a:pt x="5448210" y="114317"/>
                  </a:lnTo>
                  <a:lnTo>
                    <a:pt x="5376434" y="95892"/>
                  </a:lnTo>
                  <a:lnTo>
                    <a:pt x="5298472" y="79342"/>
                  </a:lnTo>
                  <a:lnTo>
                    <a:pt x="5214392" y="64491"/>
                  </a:lnTo>
                  <a:lnTo>
                    <a:pt x="5124932" y="51230"/>
                  </a:lnTo>
                  <a:lnTo>
                    <a:pt x="5031700" y="39515"/>
                  </a:lnTo>
                  <a:lnTo>
                    <a:pt x="4937309" y="29353"/>
                  </a:lnTo>
                  <a:lnTo>
                    <a:pt x="4845341" y="20777"/>
                  </a:lnTo>
                  <a:lnTo>
                    <a:pt x="4760042" y="13821"/>
                  </a:lnTo>
                  <a:lnTo>
                    <a:pt x="4685715" y="8472"/>
                  </a:lnTo>
                  <a:lnTo>
                    <a:pt x="4625897" y="4644"/>
                  </a:lnTo>
                  <a:lnTo>
                    <a:pt x="4582545" y="2163"/>
                  </a:lnTo>
                  <a:lnTo>
                    <a:pt x="4555496" y="771"/>
                  </a:lnTo>
                  <a:lnTo>
                    <a:pt x="4542344" y="160"/>
                  </a:lnTo>
                  <a:lnTo>
                    <a:pt x="4538676" y="5"/>
                  </a:lnTo>
                  <a:lnTo>
                    <a:pt x="4538543" y="0"/>
                  </a:lnTo>
                  <a:lnTo>
                    <a:pt x="4016409" y="0"/>
                  </a:lnTo>
                  <a:lnTo>
                    <a:pt x="4015169" y="40"/>
                  </a:lnTo>
                  <a:lnTo>
                    <a:pt x="4007058" y="330"/>
                  </a:lnTo>
                  <a:lnTo>
                    <a:pt x="3986765" y="1132"/>
                  </a:lnTo>
                  <a:lnTo>
                    <a:pt x="3950872" y="2707"/>
                  </a:lnTo>
                  <a:lnTo>
                    <a:pt x="3898167" y="5288"/>
                  </a:lnTo>
                  <a:lnTo>
                    <a:pt x="3829700" y="9049"/>
                  </a:lnTo>
                  <a:lnTo>
                    <a:pt x="3748427" y="14094"/>
                  </a:lnTo>
                  <a:lnTo>
                    <a:pt x="3658469" y="20455"/>
                  </a:lnTo>
                  <a:lnTo>
                    <a:pt x="3564244" y="28119"/>
                  </a:lnTo>
                  <a:lnTo>
                    <a:pt x="3469730" y="37055"/>
                  </a:lnTo>
                  <a:lnTo>
                    <a:pt x="3378014" y="47244"/>
                  </a:lnTo>
                  <a:lnTo>
                    <a:pt x="3291152" y="58704"/>
                  </a:lnTo>
                  <a:lnTo>
                    <a:pt x="3210241" y="71501"/>
                  </a:lnTo>
                  <a:lnTo>
                    <a:pt x="3135608" y="85754"/>
                  </a:lnTo>
                  <a:lnTo>
                    <a:pt x="3067026" y="101639"/>
                  </a:lnTo>
                  <a:lnTo>
                    <a:pt x="3003904" y="119383"/>
                  </a:lnTo>
                  <a:lnTo>
                    <a:pt x="2945438" y="139252"/>
                  </a:lnTo>
                  <a:lnTo>
                    <a:pt x="2890724" y="161533"/>
                  </a:lnTo>
                  <a:lnTo>
                    <a:pt x="2838848" y="186505"/>
                  </a:lnTo>
                  <a:lnTo>
                    <a:pt x="2788956" y="214369"/>
                  </a:lnTo>
                  <a:lnTo>
                    <a:pt x="2770117" y="225886"/>
                  </a:lnTo>
                  <a:lnTo>
                    <a:pt x="2723314" y="256797"/>
                  </a:lnTo>
                  <a:lnTo>
                    <a:pt x="2676968" y="290540"/>
                  </a:lnTo>
                  <a:lnTo>
                    <a:pt x="2630675" y="327167"/>
                  </a:lnTo>
                  <a:lnTo>
                    <a:pt x="2584145" y="366651"/>
                  </a:lnTo>
                  <a:lnTo>
                    <a:pt x="2537185" y="408881"/>
                  </a:lnTo>
                  <a:lnTo>
                    <a:pt x="2489692" y="453654"/>
                  </a:lnTo>
                  <a:lnTo>
                    <a:pt x="2441643" y="500673"/>
                  </a:lnTo>
                  <a:lnTo>
                    <a:pt x="2393080" y="549552"/>
                  </a:lnTo>
                  <a:lnTo>
                    <a:pt x="2344106" y="599827"/>
                  </a:lnTo>
                  <a:lnTo>
                    <a:pt x="2294867" y="650970"/>
                  </a:lnTo>
                  <a:lnTo>
                    <a:pt x="2245533" y="702414"/>
                  </a:lnTo>
                  <a:lnTo>
                    <a:pt x="2196287" y="753579"/>
                  </a:lnTo>
                  <a:lnTo>
                    <a:pt x="2147300" y="803896"/>
                  </a:lnTo>
                  <a:lnTo>
                    <a:pt x="2098720" y="852837"/>
                  </a:lnTo>
                  <a:lnTo>
                    <a:pt x="2050650" y="899934"/>
                  </a:lnTo>
                  <a:lnTo>
                    <a:pt x="2003136" y="944797"/>
                  </a:lnTo>
                  <a:lnTo>
                    <a:pt x="1956157" y="987127"/>
                  </a:lnTo>
                  <a:lnTo>
                    <a:pt x="1909614" y="1026717"/>
                  </a:lnTo>
                  <a:lnTo>
                    <a:pt x="1863317" y="1063453"/>
                  </a:lnTo>
                  <a:lnTo>
                    <a:pt x="1816979" y="1097304"/>
                  </a:lnTo>
                  <a:lnTo>
                    <a:pt x="1770202" y="1128320"/>
                  </a:lnTo>
                  <a:lnTo>
                    <a:pt x="1768425" y="1129434"/>
                  </a:lnTo>
                  <a:lnTo>
                    <a:pt x="1719097" y="1158436"/>
                  </a:lnTo>
                  <a:lnTo>
                    <a:pt x="1668080" y="1184504"/>
                  </a:lnTo>
                  <a:lnTo>
                    <a:pt x="1614566" y="1207790"/>
                  </a:lnTo>
                  <a:lnTo>
                    <a:pt x="1557654" y="1228554"/>
                  </a:lnTo>
                  <a:lnTo>
                    <a:pt x="1496427" y="1247083"/>
                  </a:lnTo>
                  <a:lnTo>
                    <a:pt x="1430032" y="1263654"/>
                  </a:lnTo>
                  <a:lnTo>
                    <a:pt x="1357780" y="1278512"/>
                  </a:lnTo>
                  <a:lnTo>
                    <a:pt x="1279282" y="1291852"/>
                  </a:lnTo>
                  <a:lnTo>
                    <a:pt x="1194628" y="1303816"/>
                  </a:lnTo>
                  <a:lnTo>
                    <a:pt x="1104594" y="1314490"/>
                  </a:lnTo>
                  <a:lnTo>
                    <a:pt x="1010848" y="1323909"/>
                  </a:lnTo>
                  <a:lnTo>
                    <a:pt x="916082" y="1332067"/>
                  </a:lnTo>
                  <a:lnTo>
                    <a:pt x="823969" y="1338933"/>
                  </a:lnTo>
                  <a:lnTo>
                    <a:pt x="738829" y="1344483"/>
                  </a:lnTo>
                  <a:lnTo>
                    <a:pt x="664998" y="1348731"/>
                  </a:lnTo>
                  <a:lnTo>
                    <a:pt x="605983" y="1351749"/>
                  </a:lnTo>
                  <a:lnTo>
                    <a:pt x="563634" y="1353687"/>
                  </a:lnTo>
                  <a:lnTo>
                    <a:pt x="537623" y="1354756"/>
                  </a:lnTo>
                  <a:lnTo>
                    <a:pt x="525354" y="1355212"/>
                  </a:lnTo>
                  <a:lnTo>
                    <a:pt x="522206" y="1355318"/>
                  </a:lnTo>
                  <a:lnTo>
                    <a:pt x="522133" y="1355321"/>
                  </a:lnTo>
                  <a:lnTo>
                    <a:pt x="0" y="1355321"/>
                  </a:lnTo>
                  <a:lnTo>
                    <a:pt x="0" y="1355321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379" name="pg1379"/>
            <p:cNvSpPr/>
            <p:nvPr/>
          </p:nvSpPr>
          <p:spPr>
            <a:xfrm>
              <a:off x="386606" y="1450962"/>
              <a:ext cx="8554953" cy="3235829"/>
            </a:xfrm>
            <a:custGeom>
              <a:avLst/>
              <a:pathLst>
                <a:path w="8554953" h="3235829">
                  <a:moveTo>
                    <a:pt x="0" y="3235829"/>
                  </a:moveTo>
                  <a:lnTo>
                    <a:pt x="522133" y="3235829"/>
                  </a:lnTo>
                  <a:lnTo>
                    <a:pt x="523303" y="3235756"/>
                  </a:lnTo>
                  <a:lnTo>
                    <a:pt x="530968" y="3235239"/>
                  </a:lnTo>
                  <a:lnTo>
                    <a:pt x="550183" y="3233810"/>
                  </a:lnTo>
                  <a:lnTo>
                    <a:pt x="584265" y="3231002"/>
                  </a:lnTo>
                  <a:lnTo>
                    <a:pt x="634506" y="3226395"/>
                  </a:lnTo>
                  <a:lnTo>
                    <a:pt x="700094" y="3219665"/>
                  </a:lnTo>
                  <a:lnTo>
                    <a:pt x="778403" y="3210617"/>
                  </a:lnTo>
                  <a:lnTo>
                    <a:pt x="865640" y="3199176"/>
                  </a:lnTo>
                  <a:lnTo>
                    <a:pt x="957627" y="3185358"/>
                  </a:lnTo>
                  <a:lnTo>
                    <a:pt x="1050508" y="3169217"/>
                  </a:lnTo>
                  <a:lnTo>
                    <a:pt x="1141198" y="3150794"/>
                  </a:lnTo>
                  <a:lnTo>
                    <a:pt x="1227559" y="3130075"/>
                  </a:lnTo>
                  <a:lnTo>
                    <a:pt x="1308371" y="3106962"/>
                  </a:lnTo>
                  <a:lnTo>
                    <a:pt x="1383165" y="3081266"/>
                  </a:lnTo>
                  <a:lnTo>
                    <a:pt x="1452040" y="3052698"/>
                  </a:lnTo>
                  <a:lnTo>
                    <a:pt x="1515473" y="3020880"/>
                  </a:lnTo>
                  <a:lnTo>
                    <a:pt x="1574173" y="2985356"/>
                  </a:lnTo>
                  <a:lnTo>
                    <a:pt x="1628972" y="2945618"/>
                  </a:lnTo>
                  <a:lnTo>
                    <a:pt x="1680737" y="2901158"/>
                  </a:lnTo>
                  <a:lnTo>
                    <a:pt x="1730303" y="2851547"/>
                  </a:lnTo>
                  <a:lnTo>
                    <a:pt x="1768425" y="2808526"/>
                  </a:lnTo>
                  <a:lnTo>
                    <a:pt x="1807092" y="2760657"/>
                  </a:lnTo>
                  <a:lnTo>
                    <a:pt x="1845394" y="2709158"/>
                  </a:lnTo>
                  <a:lnTo>
                    <a:pt x="1883575" y="2653954"/>
                  </a:lnTo>
                  <a:lnTo>
                    <a:pt x="1921825" y="2595036"/>
                  </a:lnTo>
                  <a:lnTo>
                    <a:pt x="1960284" y="2532466"/>
                  </a:lnTo>
                  <a:lnTo>
                    <a:pt x="1999049" y="2466382"/>
                  </a:lnTo>
                  <a:lnTo>
                    <a:pt x="2038176" y="2397004"/>
                  </a:lnTo>
                  <a:lnTo>
                    <a:pt x="2077685" y="2324634"/>
                  </a:lnTo>
                  <a:lnTo>
                    <a:pt x="2117561" y="2249653"/>
                  </a:lnTo>
                  <a:lnTo>
                    <a:pt x="2157762" y="2172518"/>
                  </a:lnTo>
                  <a:lnTo>
                    <a:pt x="2198221" y="2093748"/>
                  </a:lnTo>
                  <a:lnTo>
                    <a:pt x="2238853" y="2013913"/>
                  </a:lnTo>
                  <a:lnTo>
                    <a:pt x="2279562" y="1933616"/>
                  </a:lnTo>
                  <a:lnTo>
                    <a:pt x="2320244" y="1853476"/>
                  </a:lnTo>
                  <a:lnTo>
                    <a:pt x="2360800" y="1774106"/>
                  </a:lnTo>
                  <a:lnTo>
                    <a:pt x="2401138" y="1696094"/>
                  </a:lnTo>
                  <a:lnTo>
                    <a:pt x="2441182" y="1619986"/>
                  </a:lnTo>
                  <a:lnTo>
                    <a:pt x="2480876" y="1546273"/>
                  </a:lnTo>
                  <a:lnTo>
                    <a:pt x="2520192" y="1475372"/>
                  </a:lnTo>
                  <a:lnTo>
                    <a:pt x="2559131" y="1407626"/>
                  </a:lnTo>
                  <a:lnTo>
                    <a:pt x="2597732" y="1343296"/>
                  </a:lnTo>
                  <a:lnTo>
                    <a:pt x="2636071" y="1282560"/>
                  </a:lnTo>
                  <a:lnTo>
                    <a:pt x="2674265" y="1225517"/>
                  </a:lnTo>
                  <a:lnTo>
                    <a:pt x="2712480" y="1172191"/>
                  </a:lnTo>
                  <a:lnTo>
                    <a:pt x="2750933" y="1122540"/>
                  </a:lnTo>
                  <a:lnTo>
                    <a:pt x="2770117" y="1099315"/>
                  </a:lnTo>
                  <a:lnTo>
                    <a:pt x="2818469" y="1045470"/>
                  </a:lnTo>
                  <a:lnTo>
                    <a:pt x="2868430" y="996965"/>
                  </a:lnTo>
                  <a:lnTo>
                    <a:pt x="2920759" y="953532"/>
                  </a:lnTo>
                  <a:lnTo>
                    <a:pt x="2976303" y="914719"/>
                  </a:lnTo>
                  <a:lnTo>
                    <a:pt x="3035927" y="880012"/>
                  </a:lnTo>
                  <a:lnTo>
                    <a:pt x="3100446" y="848909"/>
                  </a:lnTo>
                  <a:lnTo>
                    <a:pt x="3170531" y="820971"/>
                  </a:lnTo>
                  <a:lnTo>
                    <a:pt x="3246592" y="795836"/>
                  </a:lnTo>
                  <a:lnTo>
                    <a:pt x="3328626" y="773237"/>
                  </a:lnTo>
                  <a:lnTo>
                    <a:pt x="3416023" y="753003"/>
                  </a:lnTo>
                  <a:lnTo>
                    <a:pt x="3507380" y="735057"/>
                  </a:lnTo>
                  <a:lnTo>
                    <a:pt x="3600360" y="719398"/>
                  </a:lnTo>
                  <a:lnTo>
                    <a:pt x="3691691" y="706073"/>
                  </a:lnTo>
                  <a:lnTo>
                    <a:pt x="3777404" y="695134"/>
                  </a:lnTo>
                  <a:lnTo>
                    <a:pt x="3853338" y="686581"/>
                  </a:lnTo>
                  <a:lnTo>
                    <a:pt x="3915878" y="680316"/>
                  </a:lnTo>
                  <a:lnTo>
                    <a:pt x="3962736" y="676116"/>
                  </a:lnTo>
                  <a:lnTo>
                    <a:pt x="3993529" y="673633"/>
                  </a:lnTo>
                  <a:lnTo>
                    <a:pt x="4009990" y="672434"/>
                  </a:lnTo>
                  <a:lnTo>
                    <a:pt x="4015824" y="672049"/>
                  </a:lnTo>
                  <a:lnTo>
                    <a:pt x="4016409" y="672013"/>
                  </a:lnTo>
                  <a:lnTo>
                    <a:pt x="4538543" y="672013"/>
                  </a:lnTo>
                  <a:lnTo>
                    <a:pt x="4539805" y="671993"/>
                  </a:lnTo>
                  <a:lnTo>
                    <a:pt x="4548059" y="671847"/>
                  </a:lnTo>
                  <a:lnTo>
                    <a:pt x="4568699" y="671446"/>
                  </a:lnTo>
                  <a:lnTo>
                    <a:pt x="4605169" y="670657"/>
                  </a:lnTo>
                  <a:lnTo>
                    <a:pt x="4658658" y="669365"/>
                  </a:lnTo>
                  <a:lnTo>
                    <a:pt x="4728033" y="667484"/>
                  </a:lnTo>
                  <a:lnTo>
                    <a:pt x="4810233" y="664962"/>
                  </a:lnTo>
                  <a:lnTo>
                    <a:pt x="4901033" y="661786"/>
                  </a:lnTo>
                  <a:lnTo>
                    <a:pt x="4995940" y="657962"/>
                  </a:lnTo>
                  <a:lnTo>
                    <a:pt x="5090943" y="653505"/>
                  </a:lnTo>
                  <a:lnTo>
                    <a:pt x="5182957" y="648425"/>
                  </a:lnTo>
                  <a:lnTo>
                    <a:pt x="5269955" y="642710"/>
                  </a:lnTo>
                  <a:lnTo>
                    <a:pt x="5350881" y="636328"/>
                  </a:lnTo>
                  <a:lnTo>
                    <a:pt x="5425452" y="629214"/>
                  </a:lnTo>
                  <a:lnTo>
                    <a:pt x="5493939" y="621279"/>
                  </a:lnTo>
                  <a:lnTo>
                    <a:pt x="5556966" y="612408"/>
                  </a:lnTo>
                  <a:lnTo>
                    <a:pt x="5615368" y="602465"/>
                  </a:lnTo>
                  <a:lnTo>
                    <a:pt x="5670067" y="591306"/>
                  </a:lnTo>
                  <a:lnTo>
                    <a:pt x="5721994" y="578795"/>
                  </a:lnTo>
                  <a:lnTo>
                    <a:pt x="5772005" y="564837"/>
                  </a:lnTo>
                  <a:lnTo>
                    <a:pt x="5784835" y="560952"/>
                  </a:lnTo>
                  <a:lnTo>
                    <a:pt x="5836729" y="544006"/>
                  </a:lnTo>
                  <a:lnTo>
                    <a:pt x="5888119" y="525340"/>
                  </a:lnTo>
                  <a:lnTo>
                    <a:pt x="5939530" y="504929"/>
                  </a:lnTo>
                  <a:lnTo>
                    <a:pt x="5991322" y="482806"/>
                  </a:lnTo>
                  <a:lnTo>
                    <a:pt x="6043709" y="459069"/>
                  </a:lnTo>
                  <a:lnTo>
                    <a:pt x="6096778" y="433886"/>
                  </a:lnTo>
                  <a:lnTo>
                    <a:pt x="6150505" y="407491"/>
                  </a:lnTo>
                  <a:lnTo>
                    <a:pt x="6204771" y="380184"/>
                  </a:lnTo>
                  <a:lnTo>
                    <a:pt x="6259388" y="352310"/>
                  </a:lnTo>
                  <a:lnTo>
                    <a:pt x="6314123" y="324249"/>
                  </a:lnTo>
                  <a:lnTo>
                    <a:pt x="6368731" y="296390"/>
                  </a:lnTo>
                  <a:lnTo>
                    <a:pt x="6422979" y="269112"/>
                  </a:lnTo>
                  <a:lnTo>
                    <a:pt x="6476681" y="242760"/>
                  </a:lnTo>
                  <a:lnTo>
                    <a:pt x="6529723" y="217629"/>
                  </a:lnTo>
                  <a:lnTo>
                    <a:pt x="6582084" y="193953"/>
                  </a:lnTo>
                  <a:lnTo>
                    <a:pt x="6633857" y="171896"/>
                  </a:lnTo>
                  <a:lnTo>
                    <a:pt x="6685259" y="151554"/>
                  </a:lnTo>
                  <a:lnTo>
                    <a:pt x="6736658" y="132956"/>
                  </a:lnTo>
                  <a:lnTo>
                    <a:pt x="6786527" y="116708"/>
                  </a:lnTo>
                  <a:lnTo>
                    <a:pt x="6836161" y="102366"/>
                  </a:lnTo>
                  <a:lnTo>
                    <a:pt x="6887511" y="89483"/>
                  </a:lnTo>
                  <a:lnTo>
                    <a:pt x="6941398" y="77984"/>
                  </a:lnTo>
                  <a:lnTo>
                    <a:pt x="6998742" y="67738"/>
                  </a:lnTo>
                  <a:lnTo>
                    <a:pt x="7060477" y="58601"/>
                  </a:lnTo>
                  <a:lnTo>
                    <a:pt x="7127467" y="50433"/>
                  </a:lnTo>
                  <a:lnTo>
                    <a:pt x="7200407" y="43115"/>
                  </a:lnTo>
                  <a:lnTo>
                    <a:pt x="7279676" y="36549"/>
                  </a:lnTo>
                  <a:lnTo>
                    <a:pt x="7365155" y="30664"/>
                  </a:lnTo>
                  <a:lnTo>
                    <a:pt x="7456013" y="25420"/>
                  </a:lnTo>
                  <a:lnTo>
                    <a:pt x="7550490" y="20801"/>
                  </a:lnTo>
                  <a:lnTo>
                    <a:pt x="7645777" y="16810"/>
                  </a:lnTo>
                  <a:lnTo>
                    <a:pt x="7738073" y="13463"/>
                  </a:lnTo>
                  <a:lnTo>
                    <a:pt x="7822952" y="10771"/>
                  </a:lnTo>
                  <a:lnTo>
                    <a:pt x="7896033" y="8726"/>
                  </a:lnTo>
                  <a:lnTo>
                    <a:pt x="7953866" y="7287"/>
                  </a:lnTo>
                  <a:lnTo>
                    <a:pt x="7994761" y="6377"/>
                  </a:lnTo>
                  <a:lnTo>
                    <a:pt x="8019287" y="5887"/>
                  </a:lnTo>
                  <a:lnTo>
                    <a:pt x="8030326" y="5688"/>
                  </a:lnTo>
                  <a:lnTo>
                    <a:pt x="8032819" y="5647"/>
                  </a:lnTo>
                  <a:lnTo>
                    <a:pt x="8554953" y="5647"/>
                  </a:lnTo>
                  <a:lnTo>
                    <a:pt x="8554953" y="0"/>
                  </a:lnTo>
                  <a:lnTo>
                    <a:pt x="8032819" y="0"/>
                  </a:lnTo>
                  <a:lnTo>
                    <a:pt x="8031557" y="20"/>
                  </a:lnTo>
                  <a:lnTo>
                    <a:pt x="8023302" y="165"/>
                  </a:lnTo>
                  <a:lnTo>
                    <a:pt x="8002663" y="567"/>
                  </a:lnTo>
                  <a:lnTo>
                    <a:pt x="7966193" y="1356"/>
                  </a:lnTo>
                  <a:lnTo>
                    <a:pt x="7912704" y="2647"/>
                  </a:lnTo>
                  <a:lnTo>
                    <a:pt x="7843329" y="4529"/>
                  </a:lnTo>
                  <a:lnTo>
                    <a:pt x="7761129" y="7050"/>
                  </a:lnTo>
                  <a:lnTo>
                    <a:pt x="7670329" y="10227"/>
                  </a:lnTo>
                  <a:lnTo>
                    <a:pt x="7575422" y="14051"/>
                  </a:lnTo>
                  <a:lnTo>
                    <a:pt x="7480419" y="18507"/>
                  </a:lnTo>
                  <a:lnTo>
                    <a:pt x="7388405" y="23588"/>
                  </a:lnTo>
                  <a:lnTo>
                    <a:pt x="7301407" y="29302"/>
                  </a:lnTo>
                  <a:lnTo>
                    <a:pt x="7220481" y="35685"/>
                  </a:lnTo>
                  <a:lnTo>
                    <a:pt x="7145910" y="42799"/>
                  </a:lnTo>
                  <a:lnTo>
                    <a:pt x="7077423" y="50733"/>
                  </a:lnTo>
                  <a:lnTo>
                    <a:pt x="7014396" y="59605"/>
                  </a:lnTo>
                  <a:lnTo>
                    <a:pt x="6955994" y="69547"/>
                  </a:lnTo>
                  <a:lnTo>
                    <a:pt x="6901295" y="80706"/>
                  </a:lnTo>
                  <a:lnTo>
                    <a:pt x="6849368" y="93217"/>
                  </a:lnTo>
                  <a:lnTo>
                    <a:pt x="6799357" y="107175"/>
                  </a:lnTo>
                  <a:lnTo>
                    <a:pt x="6786527" y="111061"/>
                  </a:lnTo>
                  <a:lnTo>
                    <a:pt x="6734633" y="128007"/>
                  </a:lnTo>
                  <a:lnTo>
                    <a:pt x="6683243" y="146672"/>
                  </a:lnTo>
                  <a:lnTo>
                    <a:pt x="6631832" y="167083"/>
                  </a:lnTo>
                  <a:lnTo>
                    <a:pt x="6580040" y="189206"/>
                  </a:lnTo>
                  <a:lnTo>
                    <a:pt x="6527653" y="212943"/>
                  </a:lnTo>
                  <a:lnTo>
                    <a:pt x="6474584" y="238127"/>
                  </a:lnTo>
                  <a:lnTo>
                    <a:pt x="6420857" y="264521"/>
                  </a:lnTo>
                  <a:lnTo>
                    <a:pt x="6366591" y="291829"/>
                  </a:lnTo>
                  <a:lnTo>
                    <a:pt x="6311974" y="319703"/>
                  </a:lnTo>
                  <a:lnTo>
                    <a:pt x="6257239" y="347764"/>
                  </a:lnTo>
                  <a:lnTo>
                    <a:pt x="6202631" y="375622"/>
                  </a:lnTo>
                  <a:lnTo>
                    <a:pt x="6148383" y="402900"/>
                  </a:lnTo>
                  <a:lnTo>
                    <a:pt x="6094681" y="429252"/>
                  </a:lnTo>
                  <a:lnTo>
                    <a:pt x="6041639" y="454383"/>
                  </a:lnTo>
                  <a:lnTo>
                    <a:pt x="5989277" y="478059"/>
                  </a:lnTo>
                  <a:lnTo>
                    <a:pt x="5937505" y="500117"/>
                  </a:lnTo>
                  <a:lnTo>
                    <a:pt x="5886102" y="520459"/>
                  </a:lnTo>
                  <a:lnTo>
                    <a:pt x="5834704" y="539056"/>
                  </a:lnTo>
                  <a:lnTo>
                    <a:pt x="5784835" y="555305"/>
                  </a:lnTo>
                  <a:lnTo>
                    <a:pt x="5735201" y="569647"/>
                  </a:lnTo>
                  <a:lnTo>
                    <a:pt x="5683851" y="582529"/>
                  </a:lnTo>
                  <a:lnTo>
                    <a:pt x="5629964" y="594028"/>
                  </a:lnTo>
                  <a:lnTo>
                    <a:pt x="5572620" y="604274"/>
                  </a:lnTo>
                  <a:lnTo>
                    <a:pt x="5510885" y="613412"/>
                  </a:lnTo>
                  <a:lnTo>
                    <a:pt x="5443895" y="621579"/>
                  </a:lnTo>
                  <a:lnTo>
                    <a:pt x="5370955" y="628897"/>
                  </a:lnTo>
                  <a:lnTo>
                    <a:pt x="5291686" y="635464"/>
                  </a:lnTo>
                  <a:lnTo>
                    <a:pt x="5206207" y="641348"/>
                  </a:lnTo>
                  <a:lnTo>
                    <a:pt x="5115349" y="646592"/>
                  </a:lnTo>
                  <a:lnTo>
                    <a:pt x="5020872" y="651212"/>
                  </a:lnTo>
                  <a:lnTo>
                    <a:pt x="4925585" y="655202"/>
                  </a:lnTo>
                  <a:lnTo>
                    <a:pt x="4833288" y="658549"/>
                  </a:lnTo>
                  <a:lnTo>
                    <a:pt x="4748410" y="661241"/>
                  </a:lnTo>
                  <a:lnTo>
                    <a:pt x="4675329" y="663286"/>
                  </a:lnTo>
                  <a:lnTo>
                    <a:pt x="4617496" y="664725"/>
                  </a:lnTo>
                  <a:lnTo>
                    <a:pt x="4576601" y="665635"/>
                  </a:lnTo>
                  <a:lnTo>
                    <a:pt x="4552075" y="666125"/>
                  </a:lnTo>
                  <a:lnTo>
                    <a:pt x="4541036" y="666325"/>
                  </a:lnTo>
                  <a:lnTo>
                    <a:pt x="4538543" y="666366"/>
                  </a:lnTo>
                  <a:lnTo>
                    <a:pt x="4016409" y="666366"/>
                  </a:lnTo>
                  <a:lnTo>
                    <a:pt x="4015239" y="666438"/>
                  </a:lnTo>
                  <a:lnTo>
                    <a:pt x="4007574" y="666955"/>
                  </a:lnTo>
                  <a:lnTo>
                    <a:pt x="3988359" y="668384"/>
                  </a:lnTo>
                  <a:lnTo>
                    <a:pt x="3954277" y="671192"/>
                  </a:lnTo>
                  <a:lnTo>
                    <a:pt x="3904036" y="675800"/>
                  </a:lnTo>
                  <a:lnTo>
                    <a:pt x="3838448" y="682529"/>
                  </a:lnTo>
                  <a:lnTo>
                    <a:pt x="3760139" y="691578"/>
                  </a:lnTo>
                  <a:lnTo>
                    <a:pt x="3672902" y="703019"/>
                  </a:lnTo>
                  <a:lnTo>
                    <a:pt x="3580915" y="716837"/>
                  </a:lnTo>
                  <a:lnTo>
                    <a:pt x="3488034" y="732977"/>
                  </a:lnTo>
                  <a:lnTo>
                    <a:pt x="3397344" y="751400"/>
                  </a:lnTo>
                  <a:lnTo>
                    <a:pt x="3310983" y="772120"/>
                  </a:lnTo>
                  <a:lnTo>
                    <a:pt x="3230172" y="795232"/>
                  </a:lnTo>
                  <a:lnTo>
                    <a:pt x="3155377" y="820928"/>
                  </a:lnTo>
                  <a:lnTo>
                    <a:pt x="3086502" y="849496"/>
                  </a:lnTo>
                  <a:lnTo>
                    <a:pt x="3023070" y="881314"/>
                  </a:lnTo>
                  <a:lnTo>
                    <a:pt x="2964369" y="916838"/>
                  </a:lnTo>
                  <a:lnTo>
                    <a:pt x="2909571" y="956576"/>
                  </a:lnTo>
                  <a:lnTo>
                    <a:pt x="2857805" y="1001037"/>
                  </a:lnTo>
                  <a:lnTo>
                    <a:pt x="2808239" y="1050647"/>
                  </a:lnTo>
                  <a:lnTo>
                    <a:pt x="2770117" y="1093668"/>
                  </a:lnTo>
                  <a:lnTo>
                    <a:pt x="2731450" y="1141537"/>
                  </a:lnTo>
                  <a:lnTo>
                    <a:pt x="2693148" y="1193036"/>
                  </a:lnTo>
                  <a:lnTo>
                    <a:pt x="2654967" y="1248240"/>
                  </a:lnTo>
                  <a:lnTo>
                    <a:pt x="2616717" y="1307158"/>
                  </a:lnTo>
                  <a:lnTo>
                    <a:pt x="2578258" y="1369728"/>
                  </a:lnTo>
                  <a:lnTo>
                    <a:pt x="2539493" y="1435812"/>
                  </a:lnTo>
                  <a:lnTo>
                    <a:pt x="2500366" y="1505190"/>
                  </a:lnTo>
                  <a:lnTo>
                    <a:pt x="2460857" y="1577560"/>
                  </a:lnTo>
                  <a:lnTo>
                    <a:pt x="2420981" y="1652541"/>
                  </a:lnTo>
                  <a:lnTo>
                    <a:pt x="2380780" y="1729676"/>
                  </a:lnTo>
                  <a:lnTo>
                    <a:pt x="2340321" y="1808446"/>
                  </a:lnTo>
                  <a:lnTo>
                    <a:pt x="2299689" y="1888281"/>
                  </a:lnTo>
                  <a:lnTo>
                    <a:pt x="2258981" y="1968578"/>
                  </a:lnTo>
                  <a:lnTo>
                    <a:pt x="2218298" y="2048718"/>
                  </a:lnTo>
                  <a:lnTo>
                    <a:pt x="2177742" y="2128088"/>
                  </a:lnTo>
                  <a:lnTo>
                    <a:pt x="2137404" y="2206101"/>
                  </a:lnTo>
                  <a:lnTo>
                    <a:pt x="2097360" y="2282208"/>
                  </a:lnTo>
                  <a:lnTo>
                    <a:pt x="2057666" y="2355922"/>
                  </a:lnTo>
                  <a:lnTo>
                    <a:pt x="2018351" y="2426822"/>
                  </a:lnTo>
                  <a:lnTo>
                    <a:pt x="1979411" y="2494568"/>
                  </a:lnTo>
                  <a:lnTo>
                    <a:pt x="1940810" y="2558898"/>
                  </a:lnTo>
                  <a:lnTo>
                    <a:pt x="1902471" y="2619634"/>
                  </a:lnTo>
                  <a:lnTo>
                    <a:pt x="1864277" y="2676677"/>
                  </a:lnTo>
                  <a:lnTo>
                    <a:pt x="1826062" y="2730003"/>
                  </a:lnTo>
                  <a:lnTo>
                    <a:pt x="1787610" y="2779655"/>
                  </a:lnTo>
                  <a:lnTo>
                    <a:pt x="1768425" y="2802879"/>
                  </a:lnTo>
                  <a:lnTo>
                    <a:pt x="1720073" y="2856724"/>
                  </a:lnTo>
                  <a:lnTo>
                    <a:pt x="1670112" y="2905230"/>
                  </a:lnTo>
                  <a:lnTo>
                    <a:pt x="1617783" y="2948662"/>
                  </a:lnTo>
                  <a:lnTo>
                    <a:pt x="1562239" y="2987475"/>
                  </a:lnTo>
                  <a:lnTo>
                    <a:pt x="1502615" y="3022183"/>
                  </a:lnTo>
                  <a:lnTo>
                    <a:pt x="1438096" y="3053285"/>
                  </a:lnTo>
                  <a:lnTo>
                    <a:pt x="1368012" y="3081223"/>
                  </a:lnTo>
                  <a:lnTo>
                    <a:pt x="1291950" y="3106358"/>
                  </a:lnTo>
                  <a:lnTo>
                    <a:pt x="1209916" y="3128957"/>
                  </a:lnTo>
                  <a:lnTo>
                    <a:pt x="1122519" y="3149191"/>
                  </a:lnTo>
                  <a:lnTo>
                    <a:pt x="1031162" y="3167137"/>
                  </a:lnTo>
                  <a:lnTo>
                    <a:pt x="938183" y="3182796"/>
                  </a:lnTo>
                  <a:lnTo>
                    <a:pt x="846851" y="3196121"/>
                  </a:lnTo>
                  <a:lnTo>
                    <a:pt x="761138" y="3207060"/>
                  </a:lnTo>
                  <a:lnTo>
                    <a:pt x="685204" y="3215614"/>
                  </a:lnTo>
                  <a:lnTo>
                    <a:pt x="622664" y="3221878"/>
                  </a:lnTo>
                  <a:lnTo>
                    <a:pt x="575806" y="3226079"/>
                  </a:lnTo>
                  <a:lnTo>
                    <a:pt x="545013" y="3228561"/>
                  </a:lnTo>
                  <a:lnTo>
                    <a:pt x="528553" y="3229760"/>
                  </a:lnTo>
                  <a:lnTo>
                    <a:pt x="522718" y="3230146"/>
                  </a:lnTo>
                  <a:lnTo>
                    <a:pt x="522133" y="3230181"/>
                  </a:lnTo>
                  <a:lnTo>
                    <a:pt x="0" y="3230181"/>
                  </a:lnTo>
                  <a:close/>
                </a:path>
              </a:pathLst>
            </a:custGeom>
            <a:solidFill>
              <a:srgbClr val="E78AC3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1380" name="pl1380"/>
            <p:cNvSpPr/>
            <p:nvPr/>
          </p:nvSpPr>
          <p:spPr>
            <a:xfrm>
              <a:off x="386606" y="1456609"/>
              <a:ext cx="8554953" cy="3230181"/>
            </a:xfrm>
            <a:custGeom>
              <a:avLst/>
              <a:pathLst>
                <a:path w="8554953" h="3230181">
                  <a:moveTo>
                    <a:pt x="0" y="3230181"/>
                  </a:moveTo>
                  <a:lnTo>
                    <a:pt x="522133" y="3230181"/>
                  </a:lnTo>
                  <a:lnTo>
                    <a:pt x="523303" y="3230109"/>
                  </a:lnTo>
                  <a:lnTo>
                    <a:pt x="530968" y="3229592"/>
                  </a:lnTo>
                  <a:lnTo>
                    <a:pt x="550183" y="3228163"/>
                  </a:lnTo>
                  <a:lnTo>
                    <a:pt x="584265" y="3225355"/>
                  </a:lnTo>
                  <a:lnTo>
                    <a:pt x="634506" y="3220748"/>
                  </a:lnTo>
                  <a:lnTo>
                    <a:pt x="700094" y="3214018"/>
                  </a:lnTo>
                  <a:lnTo>
                    <a:pt x="778403" y="3204969"/>
                  </a:lnTo>
                  <a:lnTo>
                    <a:pt x="865640" y="3193528"/>
                  </a:lnTo>
                  <a:lnTo>
                    <a:pt x="957627" y="3179710"/>
                  </a:lnTo>
                  <a:lnTo>
                    <a:pt x="1050508" y="3163570"/>
                  </a:lnTo>
                  <a:lnTo>
                    <a:pt x="1141198" y="3145147"/>
                  </a:lnTo>
                  <a:lnTo>
                    <a:pt x="1227559" y="3124428"/>
                  </a:lnTo>
                  <a:lnTo>
                    <a:pt x="1308371" y="3101315"/>
                  </a:lnTo>
                  <a:lnTo>
                    <a:pt x="1383165" y="3075619"/>
                  </a:lnTo>
                  <a:lnTo>
                    <a:pt x="1452040" y="3047051"/>
                  </a:lnTo>
                  <a:lnTo>
                    <a:pt x="1515473" y="3015233"/>
                  </a:lnTo>
                  <a:lnTo>
                    <a:pt x="1574173" y="2979709"/>
                  </a:lnTo>
                  <a:lnTo>
                    <a:pt x="1628972" y="2939971"/>
                  </a:lnTo>
                  <a:lnTo>
                    <a:pt x="1680737" y="2895511"/>
                  </a:lnTo>
                  <a:lnTo>
                    <a:pt x="1730303" y="2845900"/>
                  </a:lnTo>
                  <a:lnTo>
                    <a:pt x="1768425" y="2802879"/>
                  </a:lnTo>
                  <a:lnTo>
                    <a:pt x="1807092" y="2755010"/>
                  </a:lnTo>
                  <a:lnTo>
                    <a:pt x="1845394" y="2703511"/>
                  </a:lnTo>
                  <a:lnTo>
                    <a:pt x="1883575" y="2648307"/>
                  </a:lnTo>
                  <a:lnTo>
                    <a:pt x="1921825" y="2589389"/>
                  </a:lnTo>
                  <a:lnTo>
                    <a:pt x="1960284" y="2526819"/>
                  </a:lnTo>
                  <a:lnTo>
                    <a:pt x="1999049" y="2460735"/>
                  </a:lnTo>
                  <a:lnTo>
                    <a:pt x="2038176" y="2391357"/>
                  </a:lnTo>
                  <a:lnTo>
                    <a:pt x="2077685" y="2318987"/>
                  </a:lnTo>
                  <a:lnTo>
                    <a:pt x="2117561" y="2244006"/>
                  </a:lnTo>
                  <a:lnTo>
                    <a:pt x="2157762" y="2166871"/>
                  </a:lnTo>
                  <a:lnTo>
                    <a:pt x="2198221" y="2088101"/>
                  </a:lnTo>
                  <a:lnTo>
                    <a:pt x="2238853" y="2008266"/>
                  </a:lnTo>
                  <a:lnTo>
                    <a:pt x="2279562" y="1927969"/>
                  </a:lnTo>
                  <a:lnTo>
                    <a:pt x="2320244" y="1847829"/>
                  </a:lnTo>
                  <a:lnTo>
                    <a:pt x="2360800" y="1768459"/>
                  </a:lnTo>
                  <a:lnTo>
                    <a:pt x="2401138" y="1690446"/>
                  </a:lnTo>
                  <a:lnTo>
                    <a:pt x="2441182" y="1614339"/>
                  </a:lnTo>
                  <a:lnTo>
                    <a:pt x="2480876" y="1540625"/>
                  </a:lnTo>
                  <a:lnTo>
                    <a:pt x="2520192" y="1469725"/>
                  </a:lnTo>
                  <a:lnTo>
                    <a:pt x="2559131" y="1401979"/>
                  </a:lnTo>
                  <a:lnTo>
                    <a:pt x="2597732" y="1337649"/>
                  </a:lnTo>
                  <a:lnTo>
                    <a:pt x="2636071" y="1276913"/>
                  </a:lnTo>
                  <a:lnTo>
                    <a:pt x="2674265" y="1219870"/>
                  </a:lnTo>
                  <a:lnTo>
                    <a:pt x="2712480" y="1166544"/>
                  </a:lnTo>
                  <a:lnTo>
                    <a:pt x="2750933" y="1116893"/>
                  </a:lnTo>
                  <a:lnTo>
                    <a:pt x="2770117" y="1093668"/>
                  </a:lnTo>
                  <a:lnTo>
                    <a:pt x="2818469" y="1039823"/>
                  </a:lnTo>
                  <a:lnTo>
                    <a:pt x="2868430" y="991318"/>
                  </a:lnTo>
                  <a:lnTo>
                    <a:pt x="2920759" y="947885"/>
                  </a:lnTo>
                  <a:lnTo>
                    <a:pt x="2976303" y="909072"/>
                  </a:lnTo>
                  <a:lnTo>
                    <a:pt x="3035927" y="874364"/>
                  </a:lnTo>
                  <a:lnTo>
                    <a:pt x="3100446" y="843262"/>
                  </a:lnTo>
                  <a:lnTo>
                    <a:pt x="3170531" y="815324"/>
                  </a:lnTo>
                  <a:lnTo>
                    <a:pt x="3246592" y="790189"/>
                  </a:lnTo>
                  <a:lnTo>
                    <a:pt x="3328626" y="767590"/>
                  </a:lnTo>
                  <a:lnTo>
                    <a:pt x="3416023" y="747356"/>
                  </a:lnTo>
                  <a:lnTo>
                    <a:pt x="3507380" y="729410"/>
                  </a:lnTo>
                  <a:lnTo>
                    <a:pt x="3600360" y="713751"/>
                  </a:lnTo>
                  <a:lnTo>
                    <a:pt x="3691691" y="700426"/>
                  </a:lnTo>
                  <a:lnTo>
                    <a:pt x="3777404" y="689487"/>
                  </a:lnTo>
                  <a:lnTo>
                    <a:pt x="3853338" y="680933"/>
                  </a:lnTo>
                  <a:lnTo>
                    <a:pt x="3915878" y="674669"/>
                  </a:lnTo>
                  <a:lnTo>
                    <a:pt x="3962736" y="670468"/>
                  </a:lnTo>
                  <a:lnTo>
                    <a:pt x="3993529" y="667986"/>
                  </a:lnTo>
                  <a:lnTo>
                    <a:pt x="4009990" y="666787"/>
                  </a:lnTo>
                  <a:lnTo>
                    <a:pt x="4015824" y="666401"/>
                  </a:lnTo>
                  <a:lnTo>
                    <a:pt x="4016409" y="666366"/>
                  </a:lnTo>
                  <a:lnTo>
                    <a:pt x="4538543" y="666366"/>
                  </a:lnTo>
                  <a:lnTo>
                    <a:pt x="4539805" y="666345"/>
                  </a:lnTo>
                  <a:lnTo>
                    <a:pt x="4548059" y="666200"/>
                  </a:lnTo>
                  <a:lnTo>
                    <a:pt x="4568699" y="665798"/>
                  </a:lnTo>
                  <a:lnTo>
                    <a:pt x="4605169" y="665010"/>
                  </a:lnTo>
                  <a:lnTo>
                    <a:pt x="4658658" y="663718"/>
                  </a:lnTo>
                  <a:lnTo>
                    <a:pt x="4728033" y="661836"/>
                  </a:lnTo>
                  <a:lnTo>
                    <a:pt x="4810233" y="659315"/>
                  </a:lnTo>
                  <a:lnTo>
                    <a:pt x="4901033" y="656139"/>
                  </a:lnTo>
                  <a:lnTo>
                    <a:pt x="4995940" y="652314"/>
                  </a:lnTo>
                  <a:lnTo>
                    <a:pt x="5090943" y="647858"/>
                  </a:lnTo>
                  <a:lnTo>
                    <a:pt x="5182957" y="642777"/>
                  </a:lnTo>
                  <a:lnTo>
                    <a:pt x="5269955" y="637063"/>
                  </a:lnTo>
                  <a:lnTo>
                    <a:pt x="5350881" y="630680"/>
                  </a:lnTo>
                  <a:lnTo>
                    <a:pt x="5425452" y="623567"/>
                  </a:lnTo>
                  <a:lnTo>
                    <a:pt x="5493939" y="615632"/>
                  </a:lnTo>
                  <a:lnTo>
                    <a:pt x="5556966" y="606760"/>
                  </a:lnTo>
                  <a:lnTo>
                    <a:pt x="5615368" y="596818"/>
                  </a:lnTo>
                  <a:lnTo>
                    <a:pt x="5670067" y="585659"/>
                  </a:lnTo>
                  <a:lnTo>
                    <a:pt x="5721994" y="573148"/>
                  </a:lnTo>
                  <a:lnTo>
                    <a:pt x="5772005" y="559190"/>
                  </a:lnTo>
                  <a:lnTo>
                    <a:pt x="5784835" y="555305"/>
                  </a:lnTo>
                  <a:lnTo>
                    <a:pt x="5836729" y="538358"/>
                  </a:lnTo>
                  <a:lnTo>
                    <a:pt x="5888119" y="519693"/>
                  </a:lnTo>
                  <a:lnTo>
                    <a:pt x="5939530" y="499282"/>
                  </a:lnTo>
                  <a:lnTo>
                    <a:pt x="5991322" y="477159"/>
                  </a:lnTo>
                  <a:lnTo>
                    <a:pt x="6043709" y="453422"/>
                  </a:lnTo>
                  <a:lnTo>
                    <a:pt x="6096778" y="428239"/>
                  </a:lnTo>
                  <a:lnTo>
                    <a:pt x="6150505" y="401844"/>
                  </a:lnTo>
                  <a:lnTo>
                    <a:pt x="6204771" y="374536"/>
                  </a:lnTo>
                  <a:lnTo>
                    <a:pt x="6259388" y="346663"/>
                  </a:lnTo>
                  <a:lnTo>
                    <a:pt x="6314123" y="318602"/>
                  </a:lnTo>
                  <a:lnTo>
                    <a:pt x="6368731" y="290743"/>
                  </a:lnTo>
                  <a:lnTo>
                    <a:pt x="6422979" y="263465"/>
                  </a:lnTo>
                  <a:lnTo>
                    <a:pt x="6476681" y="237113"/>
                  </a:lnTo>
                  <a:lnTo>
                    <a:pt x="6529723" y="211982"/>
                  </a:lnTo>
                  <a:lnTo>
                    <a:pt x="6582084" y="188306"/>
                  </a:lnTo>
                  <a:lnTo>
                    <a:pt x="6633857" y="166249"/>
                  </a:lnTo>
                  <a:lnTo>
                    <a:pt x="6685259" y="145906"/>
                  </a:lnTo>
                  <a:lnTo>
                    <a:pt x="6736658" y="127309"/>
                  </a:lnTo>
                  <a:lnTo>
                    <a:pt x="6786527" y="111061"/>
                  </a:lnTo>
                  <a:lnTo>
                    <a:pt x="6836161" y="96718"/>
                  </a:lnTo>
                  <a:lnTo>
                    <a:pt x="6887511" y="83836"/>
                  </a:lnTo>
                  <a:lnTo>
                    <a:pt x="6941398" y="72337"/>
                  </a:lnTo>
                  <a:lnTo>
                    <a:pt x="6998742" y="62091"/>
                  </a:lnTo>
                  <a:lnTo>
                    <a:pt x="7060477" y="52954"/>
                  </a:lnTo>
                  <a:lnTo>
                    <a:pt x="7127467" y="44786"/>
                  </a:lnTo>
                  <a:lnTo>
                    <a:pt x="7200407" y="37468"/>
                  </a:lnTo>
                  <a:lnTo>
                    <a:pt x="7279676" y="30901"/>
                  </a:lnTo>
                  <a:lnTo>
                    <a:pt x="7365155" y="25017"/>
                  </a:lnTo>
                  <a:lnTo>
                    <a:pt x="7456013" y="19773"/>
                  </a:lnTo>
                  <a:lnTo>
                    <a:pt x="7550490" y="15154"/>
                  </a:lnTo>
                  <a:lnTo>
                    <a:pt x="7645777" y="11163"/>
                  </a:lnTo>
                  <a:lnTo>
                    <a:pt x="7738073" y="7816"/>
                  </a:lnTo>
                  <a:lnTo>
                    <a:pt x="7822952" y="5124"/>
                  </a:lnTo>
                  <a:lnTo>
                    <a:pt x="7896033" y="3079"/>
                  </a:lnTo>
                  <a:lnTo>
                    <a:pt x="7953866" y="1640"/>
                  </a:lnTo>
                  <a:lnTo>
                    <a:pt x="7994761" y="730"/>
                  </a:lnTo>
                  <a:lnTo>
                    <a:pt x="8019287" y="240"/>
                  </a:lnTo>
                  <a:lnTo>
                    <a:pt x="8030326" y="40"/>
                  </a:lnTo>
                  <a:lnTo>
                    <a:pt x="8032796" y="0"/>
                  </a:lnTo>
                  <a:lnTo>
                    <a:pt x="8032819" y="0"/>
                  </a:lnTo>
                  <a:lnTo>
                    <a:pt x="8554953" y="0"/>
                  </a:lnTo>
                  <a:lnTo>
                    <a:pt x="8554953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381" name="pl1381"/>
            <p:cNvSpPr/>
            <p:nvPr/>
          </p:nvSpPr>
          <p:spPr>
            <a:xfrm>
              <a:off x="386606" y="1450962"/>
              <a:ext cx="8554953" cy="3230181"/>
            </a:xfrm>
            <a:custGeom>
              <a:avLst/>
              <a:pathLst>
                <a:path w="8554953" h="3230181">
                  <a:moveTo>
                    <a:pt x="8554953" y="0"/>
                  </a:moveTo>
                  <a:lnTo>
                    <a:pt x="8032819" y="0"/>
                  </a:lnTo>
                  <a:lnTo>
                    <a:pt x="8031557" y="20"/>
                  </a:lnTo>
                  <a:lnTo>
                    <a:pt x="8023302" y="165"/>
                  </a:lnTo>
                  <a:lnTo>
                    <a:pt x="8002663" y="567"/>
                  </a:lnTo>
                  <a:lnTo>
                    <a:pt x="7966193" y="1356"/>
                  </a:lnTo>
                  <a:lnTo>
                    <a:pt x="7912704" y="2647"/>
                  </a:lnTo>
                  <a:lnTo>
                    <a:pt x="7843329" y="4529"/>
                  </a:lnTo>
                  <a:lnTo>
                    <a:pt x="7761129" y="7050"/>
                  </a:lnTo>
                  <a:lnTo>
                    <a:pt x="7670329" y="10227"/>
                  </a:lnTo>
                  <a:lnTo>
                    <a:pt x="7575422" y="14051"/>
                  </a:lnTo>
                  <a:lnTo>
                    <a:pt x="7480419" y="18507"/>
                  </a:lnTo>
                  <a:lnTo>
                    <a:pt x="7388405" y="23588"/>
                  </a:lnTo>
                  <a:lnTo>
                    <a:pt x="7301407" y="29302"/>
                  </a:lnTo>
                  <a:lnTo>
                    <a:pt x="7220481" y="35685"/>
                  </a:lnTo>
                  <a:lnTo>
                    <a:pt x="7145910" y="42799"/>
                  </a:lnTo>
                  <a:lnTo>
                    <a:pt x="7077423" y="50733"/>
                  </a:lnTo>
                  <a:lnTo>
                    <a:pt x="7014396" y="59605"/>
                  </a:lnTo>
                  <a:lnTo>
                    <a:pt x="6955994" y="69547"/>
                  </a:lnTo>
                  <a:lnTo>
                    <a:pt x="6901295" y="80706"/>
                  </a:lnTo>
                  <a:lnTo>
                    <a:pt x="6849368" y="93217"/>
                  </a:lnTo>
                  <a:lnTo>
                    <a:pt x="6799357" y="107175"/>
                  </a:lnTo>
                  <a:lnTo>
                    <a:pt x="6786527" y="111061"/>
                  </a:lnTo>
                  <a:lnTo>
                    <a:pt x="6734633" y="128007"/>
                  </a:lnTo>
                  <a:lnTo>
                    <a:pt x="6683243" y="146672"/>
                  </a:lnTo>
                  <a:lnTo>
                    <a:pt x="6631832" y="167083"/>
                  </a:lnTo>
                  <a:lnTo>
                    <a:pt x="6580040" y="189206"/>
                  </a:lnTo>
                  <a:lnTo>
                    <a:pt x="6527653" y="212943"/>
                  </a:lnTo>
                  <a:lnTo>
                    <a:pt x="6474584" y="238127"/>
                  </a:lnTo>
                  <a:lnTo>
                    <a:pt x="6420857" y="264521"/>
                  </a:lnTo>
                  <a:lnTo>
                    <a:pt x="6366591" y="291829"/>
                  </a:lnTo>
                  <a:lnTo>
                    <a:pt x="6311974" y="319703"/>
                  </a:lnTo>
                  <a:lnTo>
                    <a:pt x="6257239" y="347764"/>
                  </a:lnTo>
                  <a:lnTo>
                    <a:pt x="6202631" y="375622"/>
                  </a:lnTo>
                  <a:lnTo>
                    <a:pt x="6148383" y="402900"/>
                  </a:lnTo>
                  <a:lnTo>
                    <a:pt x="6094681" y="429252"/>
                  </a:lnTo>
                  <a:lnTo>
                    <a:pt x="6041639" y="454383"/>
                  </a:lnTo>
                  <a:lnTo>
                    <a:pt x="5989277" y="478059"/>
                  </a:lnTo>
                  <a:lnTo>
                    <a:pt x="5937505" y="500117"/>
                  </a:lnTo>
                  <a:lnTo>
                    <a:pt x="5886102" y="520459"/>
                  </a:lnTo>
                  <a:lnTo>
                    <a:pt x="5834704" y="539056"/>
                  </a:lnTo>
                  <a:lnTo>
                    <a:pt x="5784835" y="555305"/>
                  </a:lnTo>
                  <a:lnTo>
                    <a:pt x="5735201" y="569647"/>
                  </a:lnTo>
                  <a:lnTo>
                    <a:pt x="5683851" y="582529"/>
                  </a:lnTo>
                  <a:lnTo>
                    <a:pt x="5629964" y="594028"/>
                  </a:lnTo>
                  <a:lnTo>
                    <a:pt x="5572620" y="604274"/>
                  </a:lnTo>
                  <a:lnTo>
                    <a:pt x="5510885" y="613412"/>
                  </a:lnTo>
                  <a:lnTo>
                    <a:pt x="5443895" y="621579"/>
                  </a:lnTo>
                  <a:lnTo>
                    <a:pt x="5370955" y="628897"/>
                  </a:lnTo>
                  <a:lnTo>
                    <a:pt x="5291686" y="635464"/>
                  </a:lnTo>
                  <a:lnTo>
                    <a:pt x="5206207" y="641348"/>
                  </a:lnTo>
                  <a:lnTo>
                    <a:pt x="5115349" y="646592"/>
                  </a:lnTo>
                  <a:lnTo>
                    <a:pt x="5020872" y="651212"/>
                  </a:lnTo>
                  <a:lnTo>
                    <a:pt x="4925585" y="655202"/>
                  </a:lnTo>
                  <a:lnTo>
                    <a:pt x="4833288" y="658549"/>
                  </a:lnTo>
                  <a:lnTo>
                    <a:pt x="4748410" y="661241"/>
                  </a:lnTo>
                  <a:lnTo>
                    <a:pt x="4675329" y="663286"/>
                  </a:lnTo>
                  <a:lnTo>
                    <a:pt x="4617496" y="664725"/>
                  </a:lnTo>
                  <a:lnTo>
                    <a:pt x="4576601" y="665635"/>
                  </a:lnTo>
                  <a:lnTo>
                    <a:pt x="4552075" y="666125"/>
                  </a:lnTo>
                  <a:lnTo>
                    <a:pt x="4541036" y="666325"/>
                  </a:lnTo>
                  <a:lnTo>
                    <a:pt x="4538566" y="666365"/>
                  </a:lnTo>
                  <a:lnTo>
                    <a:pt x="4538543" y="666366"/>
                  </a:lnTo>
                  <a:lnTo>
                    <a:pt x="4016409" y="666366"/>
                  </a:lnTo>
                  <a:lnTo>
                    <a:pt x="4015239" y="666438"/>
                  </a:lnTo>
                  <a:lnTo>
                    <a:pt x="4007574" y="666955"/>
                  </a:lnTo>
                  <a:lnTo>
                    <a:pt x="3988359" y="668384"/>
                  </a:lnTo>
                  <a:lnTo>
                    <a:pt x="3954277" y="671192"/>
                  </a:lnTo>
                  <a:lnTo>
                    <a:pt x="3904036" y="675800"/>
                  </a:lnTo>
                  <a:lnTo>
                    <a:pt x="3838448" y="682529"/>
                  </a:lnTo>
                  <a:lnTo>
                    <a:pt x="3760139" y="691578"/>
                  </a:lnTo>
                  <a:lnTo>
                    <a:pt x="3672902" y="703019"/>
                  </a:lnTo>
                  <a:lnTo>
                    <a:pt x="3580915" y="716837"/>
                  </a:lnTo>
                  <a:lnTo>
                    <a:pt x="3488034" y="732977"/>
                  </a:lnTo>
                  <a:lnTo>
                    <a:pt x="3397344" y="751400"/>
                  </a:lnTo>
                  <a:lnTo>
                    <a:pt x="3310983" y="772120"/>
                  </a:lnTo>
                  <a:lnTo>
                    <a:pt x="3230172" y="795232"/>
                  </a:lnTo>
                  <a:lnTo>
                    <a:pt x="3155377" y="820928"/>
                  </a:lnTo>
                  <a:lnTo>
                    <a:pt x="3086502" y="849496"/>
                  </a:lnTo>
                  <a:lnTo>
                    <a:pt x="3023070" y="881314"/>
                  </a:lnTo>
                  <a:lnTo>
                    <a:pt x="2964369" y="916838"/>
                  </a:lnTo>
                  <a:lnTo>
                    <a:pt x="2909571" y="956576"/>
                  </a:lnTo>
                  <a:lnTo>
                    <a:pt x="2857805" y="1001037"/>
                  </a:lnTo>
                  <a:lnTo>
                    <a:pt x="2808239" y="1050647"/>
                  </a:lnTo>
                  <a:lnTo>
                    <a:pt x="2770117" y="1093668"/>
                  </a:lnTo>
                  <a:lnTo>
                    <a:pt x="2731450" y="1141537"/>
                  </a:lnTo>
                  <a:lnTo>
                    <a:pt x="2693148" y="1193036"/>
                  </a:lnTo>
                  <a:lnTo>
                    <a:pt x="2654967" y="1248240"/>
                  </a:lnTo>
                  <a:lnTo>
                    <a:pt x="2616717" y="1307158"/>
                  </a:lnTo>
                  <a:lnTo>
                    <a:pt x="2578258" y="1369728"/>
                  </a:lnTo>
                  <a:lnTo>
                    <a:pt x="2539493" y="1435812"/>
                  </a:lnTo>
                  <a:lnTo>
                    <a:pt x="2500366" y="1505190"/>
                  </a:lnTo>
                  <a:lnTo>
                    <a:pt x="2460857" y="1577560"/>
                  </a:lnTo>
                  <a:lnTo>
                    <a:pt x="2420981" y="1652541"/>
                  </a:lnTo>
                  <a:lnTo>
                    <a:pt x="2380780" y="1729676"/>
                  </a:lnTo>
                  <a:lnTo>
                    <a:pt x="2340321" y="1808446"/>
                  </a:lnTo>
                  <a:lnTo>
                    <a:pt x="2299689" y="1888281"/>
                  </a:lnTo>
                  <a:lnTo>
                    <a:pt x="2258981" y="1968578"/>
                  </a:lnTo>
                  <a:lnTo>
                    <a:pt x="2218298" y="2048718"/>
                  </a:lnTo>
                  <a:lnTo>
                    <a:pt x="2177742" y="2128088"/>
                  </a:lnTo>
                  <a:lnTo>
                    <a:pt x="2137404" y="2206101"/>
                  </a:lnTo>
                  <a:lnTo>
                    <a:pt x="2097360" y="2282208"/>
                  </a:lnTo>
                  <a:lnTo>
                    <a:pt x="2057666" y="2355922"/>
                  </a:lnTo>
                  <a:lnTo>
                    <a:pt x="2018351" y="2426822"/>
                  </a:lnTo>
                  <a:lnTo>
                    <a:pt x="1979411" y="2494568"/>
                  </a:lnTo>
                  <a:lnTo>
                    <a:pt x="1940810" y="2558898"/>
                  </a:lnTo>
                  <a:lnTo>
                    <a:pt x="1902471" y="2619634"/>
                  </a:lnTo>
                  <a:lnTo>
                    <a:pt x="1864277" y="2676677"/>
                  </a:lnTo>
                  <a:lnTo>
                    <a:pt x="1826062" y="2730003"/>
                  </a:lnTo>
                  <a:lnTo>
                    <a:pt x="1787610" y="2779655"/>
                  </a:lnTo>
                  <a:lnTo>
                    <a:pt x="1768425" y="2802879"/>
                  </a:lnTo>
                  <a:lnTo>
                    <a:pt x="1720073" y="2856724"/>
                  </a:lnTo>
                  <a:lnTo>
                    <a:pt x="1670112" y="2905230"/>
                  </a:lnTo>
                  <a:lnTo>
                    <a:pt x="1617783" y="2948662"/>
                  </a:lnTo>
                  <a:lnTo>
                    <a:pt x="1562239" y="2987475"/>
                  </a:lnTo>
                  <a:lnTo>
                    <a:pt x="1502615" y="3022183"/>
                  </a:lnTo>
                  <a:lnTo>
                    <a:pt x="1438096" y="3053285"/>
                  </a:lnTo>
                  <a:lnTo>
                    <a:pt x="1368012" y="3081223"/>
                  </a:lnTo>
                  <a:lnTo>
                    <a:pt x="1291950" y="3106358"/>
                  </a:lnTo>
                  <a:lnTo>
                    <a:pt x="1209916" y="3128957"/>
                  </a:lnTo>
                  <a:lnTo>
                    <a:pt x="1122519" y="3149191"/>
                  </a:lnTo>
                  <a:lnTo>
                    <a:pt x="1031162" y="3167137"/>
                  </a:lnTo>
                  <a:lnTo>
                    <a:pt x="938183" y="3182796"/>
                  </a:lnTo>
                  <a:lnTo>
                    <a:pt x="846851" y="3196121"/>
                  </a:lnTo>
                  <a:lnTo>
                    <a:pt x="761138" y="3207060"/>
                  </a:lnTo>
                  <a:lnTo>
                    <a:pt x="685204" y="3215614"/>
                  </a:lnTo>
                  <a:lnTo>
                    <a:pt x="622664" y="3221878"/>
                  </a:lnTo>
                  <a:lnTo>
                    <a:pt x="575806" y="3226079"/>
                  </a:lnTo>
                  <a:lnTo>
                    <a:pt x="545013" y="3228561"/>
                  </a:lnTo>
                  <a:lnTo>
                    <a:pt x="528553" y="3229760"/>
                  </a:lnTo>
                  <a:lnTo>
                    <a:pt x="522718" y="3230146"/>
                  </a:lnTo>
                  <a:lnTo>
                    <a:pt x="522133" y="3230181"/>
                  </a:lnTo>
                  <a:lnTo>
                    <a:pt x="0" y="3230181"/>
                  </a:lnTo>
                  <a:lnTo>
                    <a:pt x="0" y="3230181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382" name="pg1382"/>
            <p:cNvSpPr/>
            <p:nvPr/>
          </p:nvSpPr>
          <p:spPr>
            <a:xfrm>
              <a:off x="386606" y="2298038"/>
              <a:ext cx="8554953" cy="3168062"/>
            </a:xfrm>
            <a:custGeom>
              <a:avLst/>
              <a:pathLst>
                <a:path w="8554953" h="3168062">
                  <a:moveTo>
                    <a:pt x="0" y="2394400"/>
                  </a:moveTo>
                  <a:lnTo>
                    <a:pt x="522133" y="2394400"/>
                  </a:lnTo>
                  <a:lnTo>
                    <a:pt x="523315" y="2394332"/>
                  </a:lnTo>
                  <a:lnTo>
                    <a:pt x="531057" y="2393845"/>
                  </a:lnTo>
                  <a:lnTo>
                    <a:pt x="550459" y="2392500"/>
                  </a:lnTo>
                  <a:lnTo>
                    <a:pt x="584856" y="2389856"/>
                  </a:lnTo>
                  <a:lnTo>
                    <a:pt x="635527" y="2385518"/>
                  </a:lnTo>
                  <a:lnTo>
                    <a:pt x="701619" y="2379186"/>
                  </a:lnTo>
                  <a:lnTo>
                    <a:pt x="780450" y="2370675"/>
                  </a:lnTo>
                  <a:lnTo>
                    <a:pt x="868169" y="2359919"/>
                  </a:lnTo>
                  <a:lnTo>
                    <a:pt x="960557" y="2346934"/>
                  </a:lnTo>
                  <a:lnTo>
                    <a:pt x="1053734" y="2331772"/>
                  </a:lnTo>
                  <a:lnTo>
                    <a:pt x="1144612" y="2314469"/>
                  </a:lnTo>
                  <a:lnTo>
                    <a:pt x="1231070" y="2295009"/>
                  </a:lnTo>
                  <a:lnTo>
                    <a:pt x="1311904" y="2273298"/>
                  </a:lnTo>
                  <a:lnTo>
                    <a:pt x="1386674" y="2249152"/>
                  </a:lnTo>
                  <a:lnTo>
                    <a:pt x="1455499" y="2222297"/>
                  </a:lnTo>
                  <a:lnTo>
                    <a:pt x="1518876" y="2192371"/>
                  </a:lnTo>
                  <a:lnTo>
                    <a:pt x="1577533" y="2158942"/>
                  </a:lnTo>
                  <a:lnTo>
                    <a:pt x="1632312" y="2121531"/>
                  </a:lnTo>
                  <a:lnTo>
                    <a:pt x="1684092" y="2079661"/>
                  </a:lnTo>
                  <a:lnTo>
                    <a:pt x="1733709" y="2032937"/>
                  </a:lnTo>
                  <a:lnTo>
                    <a:pt x="1768425" y="1996274"/>
                  </a:lnTo>
                  <a:lnTo>
                    <a:pt x="1808098" y="1950462"/>
                  </a:lnTo>
                  <a:lnTo>
                    <a:pt x="1847394" y="1901085"/>
                  </a:lnTo>
                  <a:lnTo>
                    <a:pt x="1886574" y="1848072"/>
                  </a:lnTo>
                  <a:lnTo>
                    <a:pt x="1925839" y="1791417"/>
                  </a:lnTo>
                  <a:lnTo>
                    <a:pt x="1965338" y="1731190"/>
                  </a:lnTo>
                  <a:lnTo>
                    <a:pt x="2005168" y="1667539"/>
                  </a:lnTo>
                  <a:lnTo>
                    <a:pt x="2045386" y="1600698"/>
                  </a:lnTo>
                  <a:lnTo>
                    <a:pt x="2086005" y="1530985"/>
                  </a:lnTo>
                  <a:lnTo>
                    <a:pt x="2127003" y="1458798"/>
                  </a:lnTo>
                  <a:lnTo>
                    <a:pt x="2168329" y="1384613"/>
                  </a:lnTo>
                  <a:lnTo>
                    <a:pt x="2209905" y="1308966"/>
                  </a:lnTo>
                  <a:lnTo>
                    <a:pt x="2251635" y="1232442"/>
                  </a:lnTo>
                  <a:lnTo>
                    <a:pt x="2293411" y="1155656"/>
                  </a:lnTo>
                  <a:lnTo>
                    <a:pt x="2335124" y="1079228"/>
                  </a:lnTo>
                  <a:lnTo>
                    <a:pt x="2376667" y="1003772"/>
                  </a:lnTo>
                  <a:lnTo>
                    <a:pt x="2417946" y="929864"/>
                  </a:lnTo>
                  <a:lnTo>
                    <a:pt x="2458888" y="858033"/>
                  </a:lnTo>
                  <a:lnTo>
                    <a:pt x="2499445" y="788742"/>
                  </a:lnTo>
                  <a:lnTo>
                    <a:pt x="2539600" y="722379"/>
                  </a:lnTo>
                  <a:lnTo>
                    <a:pt x="2579375" y="659249"/>
                  </a:lnTo>
                  <a:lnTo>
                    <a:pt x="2618829" y="599570"/>
                  </a:lnTo>
                  <a:lnTo>
                    <a:pt x="2658071" y="543480"/>
                  </a:lnTo>
                  <a:lnTo>
                    <a:pt x="2697254" y="491035"/>
                  </a:lnTo>
                  <a:lnTo>
                    <a:pt x="2736589" y="442219"/>
                  </a:lnTo>
                  <a:lnTo>
                    <a:pt x="2770117" y="403772"/>
                  </a:lnTo>
                  <a:lnTo>
                    <a:pt x="2818640" y="353437"/>
                  </a:lnTo>
                  <a:lnTo>
                    <a:pt x="2868787" y="308111"/>
                  </a:lnTo>
                  <a:lnTo>
                    <a:pt x="2921324" y="267542"/>
                  </a:lnTo>
                  <a:lnTo>
                    <a:pt x="2977107" y="231303"/>
                  </a:lnTo>
                  <a:lnTo>
                    <a:pt x="3037012" y="198908"/>
                  </a:lnTo>
                  <a:lnTo>
                    <a:pt x="3101858" y="169889"/>
                  </a:lnTo>
                  <a:lnTo>
                    <a:pt x="3172321" y="143830"/>
                  </a:lnTo>
                  <a:lnTo>
                    <a:pt x="3248809" y="120394"/>
                  </a:lnTo>
                  <a:lnTo>
                    <a:pt x="3331302" y="99332"/>
                  </a:lnTo>
                  <a:lnTo>
                    <a:pt x="3419164" y="80486"/>
                  </a:lnTo>
                  <a:lnTo>
                    <a:pt x="3510947" y="63785"/>
                  </a:lnTo>
                  <a:lnTo>
                    <a:pt x="3604253" y="49231"/>
                  </a:lnTo>
                  <a:lnTo>
                    <a:pt x="3695744" y="36869"/>
                  </a:lnTo>
                  <a:lnTo>
                    <a:pt x="3781384" y="26747"/>
                  </a:lnTo>
                  <a:lnTo>
                    <a:pt x="3856980" y="18862"/>
                  </a:lnTo>
                  <a:lnTo>
                    <a:pt x="3918929" y="13115"/>
                  </a:lnTo>
                  <a:lnTo>
                    <a:pt x="3965010" y="9291"/>
                  </a:lnTo>
                  <a:lnTo>
                    <a:pt x="3994959" y="7055"/>
                  </a:lnTo>
                  <a:lnTo>
                    <a:pt x="4010656" y="5997"/>
                  </a:lnTo>
                  <a:lnTo>
                    <a:pt x="4015964" y="5672"/>
                  </a:lnTo>
                  <a:lnTo>
                    <a:pt x="4016409" y="5647"/>
                  </a:lnTo>
                  <a:lnTo>
                    <a:pt x="4538543" y="5647"/>
                  </a:lnTo>
                  <a:lnTo>
                    <a:pt x="4539668" y="5732"/>
                  </a:lnTo>
                  <a:lnTo>
                    <a:pt x="4547044" y="6345"/>
                  </a:lnTo>
                  <a:lnTo>
                    <a:pt x="4565560" y="8037"/>
                  </a:lnTo>
                  <a:lnTo>
                    <a:pt x="4598463" y="11365"/>
                  </a:lnTo>
                  <a:lnTo>
                    <a:pt x="4647090" y="16829"/>
                  </a:lnTo>
                  <a:lnTo>
                    <a:pt x="4710775" y="24821"/>
                  </a:lnTo>
                  <a:lnTo>
                    <a:pt x="4787104" y="35585"/>
                  </a:lnTo>
                  <a:lnTo>
                    <a:pt x="4872497" y="49220"/>
                  </a:lnTo>
                  <a:lnTo>
                    <a:pt x="4962942" y="65715"/>
                  </a:lnTo>
                  <a:lnTo>
                    <a:pt x="5054669" y="85008"/>
                  </a:lnTo>
                  <a:lnTo>
                    <a:pt x="5144608" y="107045"/>
                  </a:lnTo>
                  <a:lnTo>
                    <a:pt x="5230576" y="131832"/>
                  </a:lnTo>
                  <a:lnTo>
                    <a:pt x="5311273" y="159467"/>
                  </a:lnTo>
                  <a:lnTo>
                    <a:pt x="5386145" y="190157"/>
                  </a:lnTo>
                  <a:lnTo>
                    <a:pt x="5455202" y="224222"/>
                  </a:lnTo>
                  <a:lnTo>
                    <a:pt x="5518845" y="262092"/>
                  </a:lnTo>
                  <a:lnTo>
                    <a:pt x="5577720" y="304290"/>
                  </a:lnTo>
                  <a:lnTo>
                    <a:pt x="5632609" y="351409"/>
                  </a:lnTo>
                  <a:lnTo>
                    <a:pt x="5684342" y="404057"/>
                  </a:lnTo>
                  <a:lnTo>
                    <a:pt x="5733737" y="462779"/>
                  </a:lnTo>
                  <a:lnTo>
                    <a:pt x="5781527" y="527907"/>
                  </a:lnTo>
                  <a:lnTo>
                    <a:pt x="5784835" y="532716"/>
                  </a:lnTo>
                  <a:lnTo>
                    <a:pt x="5820475" y="586952"/>
                  </a:lnTo>
                  <a:lnTo>
                    <a:pt x="5855787" y="644981"/>
                  </a:lnTo>
                  <a:lnTo>
                    <a:pt x="5890968" y="706882"/>
                  </a:lnTo>
                  <a:lnTo>
                    <a:pt x="5926173" y="772675"/>
                  </a:lnTo>
                  <a:lnTo>
                    <a:pt x="5961524" y="842322"/>
                  </a:lnTo>
                  <a:lnTo>
                    <a:pt x="5997106" y="915716"/>
                  </a:lnTo>
                  <a:lnTo>
                    <a:pt x="6032978" y="992679"/>
                  </a:lnTo>
                  <a:lnTo>
                    <a:pt x="6069169" y="1072961"/>
                  </a:lnTo>
                  <a:lnTo>
                    <a:pt x="6105682" y="1156238"/>
                  </a:lnTo>
                  <a:lnTo>
                    <a:pt x="6142500" y="1242117"/>
                  </a:lnTo>
                  <a:lnTo>
                    <a:pt x="6179582" y="1330141"/>
                  </a:lnTo>
                  <a:lnTo>
                    <a:pt x="6216876" y="1419801"/>
                  </a:lnTo>
                  <a:lnTo>
                    <a:pt x="6254311" y="1510542"/>
                  </a:lnTo>
                  <a:lnTo>
                    <a:pt x="6291814" y="1601782"/>
                  </a:lnTo>
                  <a:lnTo>
                    <a:pt x="6329303" y="1692923"/>
                  </a:lnTo>
                  <a:lnTo>
                    <a:pt x="6366701" y="1783374"/>
                  </a:lnTo>
                  <a:lnTo>
                    <a:pt x="6403932" y="1872558"/>
                  </a:lnTo>
                  <a:lnTo>
                    <a:pt x="6440933" y="1959935"/>
                  </a:lnTo>
                  <a:lnTo>
                    <a:pt x="6477654" y="2045010"/>
                  </a:lnTo>
                  <a:lnTo>
                    <a:pt x="6514063" y="2127347"/>
                  </a:lnTo>
                  <a:lnTo>
                    <a:pt x="6550148" y="2206576"/>
                  </a:lnTo>
                  <a:lnTo>
                    <a:pt x="6585921" y="2282396"/>
                  </a:lnTo>
                  <a:lnTo>
                    <a:pt x="6621420" y="2354580"/>
                  </a:lnTo>
                  <a:lnTo>
                    <a:pt x="6656712" y="2422976"/>
                  </a:lnTo>
                  <a:lnTo>
                    <a:pt x="6691894" y="2487498"/>
                  </a:lnTo>
                  <a:lnTo>
                    <a:pt x="6727099" y="2548127"/>
                  </a:lnTo>
                  <a:lnTo>
                    <a:pt x="6762494" y="2604905"/>
                  </a:lnTo>
                  <a:lnTo>
                    <a:pt x="6786527" y="2640993"/>
                  </a:lnTo>
                  <a:lnTo>
                    <a:pt x="6834228" y="2706573"/>
                  </a:lnTo>
                  <a:lnTo>
                    <a:pt x="6883488" y="2765737"/>
                  </a:lnTo>
                  <a:lnTo>
                    <a:pt x="6935032" y="2818795"/>
                  </a:lnTo>
                  <a:lnTo>
                    <a:pt x="6989672" y="2866282"/>
                  </a:lnTo>
                  <a:lnTo>
                    <a:pt x="7048241" y="2908806"/>
                  </a:lnTo>
                  <a:lnTo>
                    <a:pt x="7111526" y="2946961"/>
                  </a:lnTo>
                  <a:lnTo>
                    <a:pt x="7180187" y="2981278"/>
                  </a:lnTo>
                  <a:lnTo>
                    <a:pt x="7254645" y="3012193"/>
                  </a:lnTo>
                  <a:lnTo>
                    <a:pt x="7334944" y="3040034"/>
                  </a:lnTo>
                  <a:lnTo>
                    <a:pt x="7420576" y="3065016"/>
                  </a:lnTo>
                  <a:lnTo>
                    <a:pt x="7510296" y="3087245"/>
                  </a:lnTo>
                  <a:lnTo>
                    <a:pt x="7601988" y="3106731"/>
                  </a:lnTo>
                  <a:lnTo>
                    <a:pt x="7692640" y="3123425"/>
                  </a:lnTo>
                  <a:lnTo>
                    <a:pt x="7778518" y="3137262"/>
                  </a:lnTo>
                  <a:lnTo>
                    <a:pt x="7855609" y="3148226"/>
                  </a:lnTo>
                  <a:lnTo>
                    <a:pt x="7920277" y="3156406"/>
                  </a:lnTo>
                  <a:lnTo>
                    <a:pt x="7970004" y="3162036"/>
                  </a:lnTo>
                  <a:lnTo>
                    <a:pt x="8003990" y="3165498"/>
                  </a:lnTo>
                  <a:lnTo>
                    <a:pt x="8023430" y="3167288"/>
                  </a:lnTo>
                  <a:lnTo>
                    <a:pt x="8031446" y="3167957"/>
                  </a:lnTo>
                  <a:lnTo>
                    <a:pt x="8032819" y="3168062"/>
                  </a:lnTo>
                  <a:lnTo>
                    <a:pt x="8554953" y="3168062"/>
                  </a:lnTo>
                  <a:lnTo>
                    <a:pt x="8554953" y="3162415"/>
                  </a:lnTo>
                  <a:lnTo>
                    <a:pt x="8032819" y="3162415"/>
                  </a:lnTo>
                  <a:lnTo>
                    <a:pt x="8031694" y="3162330"/>
                  </a:lnTo>
                  <a:lnTo>
                    <a:pt x="8024318" y="3161717"/>
                  </a:lnTo>
                  <a:lnTo>
                    <a:pt x="8005802" y="3160025"/>
                  </a:lnTo>
                  <a:lnTo>
                    <a:pt x="7972899" y="3156697"/>
                  </a:lnTo>
                  <a:lnTo>
                    <a:pt x="7924272" y="3151233"/>
                  </a:lnTo>
                  <a:lnTo>
                    <a:pt x="7860587" y="3143241"/>
                  </a:lnTo>
                  <a:lnTo>
                    <a:pt x="7784257" y="3132477"/>
                  </a:lnTo>
                  <a:lnTo>
                    <a:pt x="7698865" y="3118842"/>
                  </a:lnTo>
                  <a:lnTo>
                    <a:pt x="7608420" y="3102347"/>
                  </a:lnTo>
                  <a:lnTo>
                    <a:pt x="7516693" y="3083054"/>
                  </a:lnTo>
                  <a:lnTo>
                    <a:pt x="7426754" y="3061017"/>
                  </a:lnTo>
                  <a:lnTo>
                    <a:pt x="7340786" y="3036230"/>
                  </a:lnTo>
                  <a:lnTo>
                    <a:pt x="7260089" y="3008595"/>
                  </a:lnTo>
                  <a:lnTo>
                    <a:pt x="7185217" y="2977905"/>
                  </a:lnTo>
                  <a:lnTo>
                    <a:pt x="7116160" y="2943840"/>
                  </a:lnTo>
                  <a:lnTo>
                    <a:pt x="7052517" y="2905970"/>
                  </a:lnTo>
                  <a:lnTo>
                    <a:pt x="6993642" y="2863772"/>
                  </a:lnTo>
                  <a:lnTo>
                    <a:pt x="6938753" y="2816653"/>
                  </a:lnTo>
                  <a:lnTo>
                    <a:pt x="6887020" y="2764005"/>
                  </a:lnTo>
                  <a:lnTo>
                    <a:pt x="6837625" y="2705283"/>
                  </a:lnTo>
                  <a:lnTo>
                    <a:pt x="6789835" y="2640155"/>
                  </a:lnTo>
                  <a:lnTo>
                    <a:pt x="6786527" y="2635346"/>
                  </a:lnTo>
                  <a:lnTo>
                    <a:pt x="6750887" y="2581110"/>
                  </a:lnTo>
                  <a:lnTo>
                    <a:pt x="6715575" y="2523081"/>
                  </a:lnTo>
                  <a:lnTo>
                    <a:pt x="6680394" y="2461180"/>
                  </a:lnTo>
                  <a:lnTo>
                    <a:pt x="6645189" y="2395387"/>
                  </a:lnTo>
                  <a:lnTo>
                    <a:pt x="6609838" y="2325740"/>
                  </a:lnTo>
                  <a:lnTo>
                    <a:pt x="6574256" y="2252346"/>
                  </a:lnTo>
                  <a:lnTo>
                    <a:pt x="6538384" y="2175383"/>
                  </a:lnTo>
                  <a:lnTo>
                    <a:pt x="6502193" y="2095101"/>
                  </a:lnTo>
                  <a:lnTo>
                    <a:pt x="6465680" y="2011824"/>
                  </a:lnTo>
                  <a:lnTo>
                    <a:pt x="6428862" y="1925945"/>
                  </a:lnTo>
                  <a:lnTo>
                    <a:pt x="6391780" y="1837920"/>
                  </a:lnTo>
                  <a:lnTo>
                    <a:pt x="6354486" y="1748261"/>
                  </a:lnTo>
                  <a:lnTo>
                    <a:pt x="6317051" y="1657520"/>
                  </a:lnTo>
                  <a:lnTo>
                    <a:pt x="6279548" y="1566280"/>
                  </a:lnTo>
                  <a:lnTo>
                    <a:pt x="6242059" y="1475139"/>
                  </a:lnTo>
                  <a:lnTo>
                    <a:pt x="6204661" y="1384688"/>
                  </a:lnTo>
                  <a:lnTo>
                    <a:pt x="6167430" y="1295504"/>
                  </a:lnTo>
                  <a:lnTo>
                    <a:pt x="6130429" y="1208127"/>
                  </a:lnTo>
                  <a:lnTo>
                    <a:pt x="6093707" y="1123052"/>
                  </a:lnTo>
                  <a:lnTo>
                    <a:pt x="6057299" y="1040715"/>
                  </a:lnTo>
                  <a:lnTo>
                    <a:pt x="6021214" y="961486"/>
                  </a:lnTo>
                  <a:lnTo>
                    <a:pt x="5985441" y="885666"/>
                  </a:lnTo>
                  <a:lnTo>
                    <a:pt x="5949942" y="813482"/>
                  </a:lnTo>
                  <a:lnTo>
                    <a:pt x="5914650" y="745086"/>
                  </a:lnTo>
                  <a:lnTo>
                    <a:pt x="5879468" y="680564"/>
                  </a:lnTo>
                  <a:lnTo>
                    <a:pt x="5844263" y="619935"/>
                  </a:lnTo>
                  <a:lnTo>
                    <a:pt x="5808868" y="563157"/>
                  </a:lnTo>
                  <a:lnTo>
                    <a:pt x="5784835" y="527069"/>
                  </a:lnTo>
                  <a:lnTo>
                    <a:pt x="5737134" y="461489"/>
                  </a:lnTo>
                  <a:lnTo>
                    <a:pt x="5687874" y="402325"/>
                  </a:lnTo>
                  <a:lnTo>
                    <a:pt x="5636330" y="349267"/>
                  </a:lnTo>
                  <a:lnTo>
                    <a:pt x="5581690" y="301780"/>
                  </a:lnTo>
                  <a:lnTo>
                    <a:pt x="5523121" y="259256"/>
                  </a:lnTo>
                  <a:lnTo>
                    <a:pt x="5459836" y="221101"/>
                  </a:lnTo>
                  <a:lnTo>
                    <a:pt x="5391175" y="186784"/>
                  </a:lnTo>
                  <a:lnTo>
                    <a:pt x="5316717" y="155869"/>
                  </a:lnTo>
                  <a:lnTo>
                    <a:pt x="5236417" y="128028"/>
                  </a:lnTo>
                  <a:lnTo>
                    <a:pt x="5150786" y="103046"/>
                  </a:lnTo>
                  <a:lnTo>
                    <a:pt x="5061066" y="80817"/>
                  </a:lnTo>
                  <a:lnTo>
                    <a:pt x="4969373" y="61331"/>
                  </a:lnTo>
                  <a:lnTo>
                    <a:pt x="4878722" y="44637"/>
                  </a:lnTo>
                  <a:lnTo>
                    <a:pt x="4792844" y="30800"/>
                  </a:lnTo>
                  <a:lnTo>
                    <a:pt x="4715753" y="19836"/>
                  </a:lnTo>
                  <a:lnTo>
                    <a:pt x="4651085" y="11656"/>
                  </a:lnTo>
                  <a:lnTo>
                    <a:pt x="4601358" y="6026"/>
                  </a:lnTo>
                  <a:lnTo>
                    <a:pt x="4567372" y="2564"/>
                  </a:lnTo>
                  <a:lnTo>
                    <a:pt x="4547932" y="774"/>
                  </a:lnTo>
                  <a:lnTo>
                    <a:pt x="4539916" y="105"/>
                  </a:lnTo>
                  <a:lnTo>
                    <a:pt x="4538543" y="0"/>
                  </a:lnTo>
                  <a:lnTo>
                    <a:pt x="4016409" y="0"/>
                  </a:lnTo>
                  <a:lnTo>
                    <a:pt x="4015227" y="68"/>
                  </a:lnTo>
                  <a:lnTo>
                    <a:pt x="4007485" y="554"/>
                  </a:lnTo>
                  <a:lnTo>
                    <a:pt x="3988083" y="1900"/>
                  </a:lnTo>
                  <a:lnTo>
                    <a:pt x="3953686" y="4544"/>
                  </a:lnTo>
                  <a:lnTo>
                    <a:pt x="3903015" y="8881"/>
                  </a:lnTo>
                  <a:lnTo>
                    <a:pt x="3836923" y="15214"/>
                  </a:lnTo>
                  <a:lnTo>
                    <a:pt x="3758092" y="23724"/>
                  </a:lnTo>
                  <a:lnTo>
                    <a:pt x="3670373" y="34480"/>
                  </a:lnTo>
                  <a:lnTo>
                    <a:pt x="3577985" y="47465"/>
                  </a:lnTo>
                  <a:lnTo>
                    <a:pt x="3484808" y="62627"/>
                  </a:lnTo>
                  <a:lnTo>
                    <a:pt x="3393930" y="79931"/>
                  </a:lnTo>
                  <a:lnTo>
                    <a:pt x="3307472" y="99391"/>
                  </a:lnTo>
                  <a:lnTo>
                    <a:pt x="3226638" y="121102"/>
                  </a:lnTo>
                  <a:lnTo>
                    <a:pt x="3151868" y="145247"/>
                  </a:lnTo>
                  <a:lnTo>
                    <a:pt x="3083043" y="172103"/>
                  </a:lnTo>
                  <a:lnTo>
                    <a:pt x="3019666" y="202028"/>
                  </a:lnTo>
                  <a:lnTo>
                    <a:pt x="2961009" y="235457"/>
                  </a:lnTo>
                  <a:lnTo>
                    <a:pt x="2906230" y="272868"/>
                  </a:lnTo>
                  <a:lnTo>
                    <a:pt x="2854451" y="314739"/>
                  </a:lnTo>
                  <a:lnTo>
                    <a:pt x="2804833" y="361462"/>
                  </a:lnTo>
                  <a:lnTo>
                    <a:pt x="2770117" y="398125"/>
                  </a:lnTo>
                  <a:lnTo>
                    <a:pt x="2730444" y="443937"/>
                  </a:lnTo>
                  <a:lnTo>
                    <a:pt x="2691148" y="493314"/>
                  </a:lnTo>
                  <a:lnTo>
                    <a:pt x="2651969" y="546328"/>
                  </a:lnTo>
                  <a:lnTo>
                    <a:pt x="2612703" y="602982"/>
                  </a:lnTo>
                  <a:lnTo>
                    <a:pt x="2573204" y="663209"/>
                  </a:lnTo>
                  <a:lnTo>
                    <a:pt x="2533374" y="726860"/>
                  </a:lnTo>
                  <a:lnTo>
                    <a:pt x="2493156" y="793701"/>
                  </a:lnTo>
                  <a:lnTo>
                    <a:pt x="2452537" y="863415"/>
                  </a:lnTo>
                  <a:lnTo>
                    <a:pt x="2411539" y="935601"/>
                  </a:lnTo>
                  <a:lnTo>
                    <a:pt x="2370213" y="1009787"/>
                  </a:lnTo>
                  <a:lnTo>
                    <a:pt x="2328637" y="1085434"/>
                  </a:lnTo>
                  <a:lnTo>
                    <a:pt x="2286907" y="1161957"/>
                  </a:lnTo>
                  <a:lnTo>
                    <a:pt x="2245131" y="1238744"/>
                  </a:lnTo>
                  <a:lnTo>
                    <a:pt x="2203418" y="1315171"/>
                  </a:lnTo>
                  <a:lnTo>
                    <a:pt x="2161876" y="1390628"/>
                  </a:lnTo>
                  <a:lnTo>
                    <a:pt x="2120596" y="1464536"/>
                  </a:lnTo>
                  <a:lnTo>
                    <a:pt x="2079654" y="1536366"/>
                  </a:lnTo>
                  <a:lnTo>
                    <a:pt x="2039097" y="1605657"/>
                  </a:lnTo>
                  <a:lnTo>
                    <a:pt x="1998942" y="1672020"/>
                  </a:lnTo>
                  <a:lnTo>
                    <a:pt x="1959167" y="1735151"/>
                  </a:lnTo>
                  <a:lnTo>
                    <a:pt x="1919713" y="1794830"/>
                  </a:lnTo>
                  <a:lnTo>
                    <a:pt x="1880472" y="1850920"/>
                  </a:lnTo>
                  <a:lnTo>
                    <a:pt x="1841288" y="1903365"/>
                  </a:lnTo>
                  <a:lnTo>
                    <a:pt x="1801953" y="1952180"/>
                  </a:lnTo>
                  <a:lnTo>
                    <a:pt x="1768425" y="1990627"/>
                  </a:lnTo>
                  <a:lnTo>
                    <a:pt x="1719902" y="2040963"/>
                  </a:lnTo>
                  <a:lnTo>
                    <a:pt x="1669755" y="2086289"/>
                  </a:lnTo>
                  <a:lnTo>
                    <a:pt x="1617218" y="2126857"/>
                  </a:lnTo>
                  <a:lnTo>
                    <a:pt x="1561435" y="2163097"/>
                  </a:lnTo>
                  <a:lnTo>
                    <a:pt x="1501530" y="2195491"/>
                  </a:lnTo>
                  <a:lnTo>
                    <a:pt x="1436684" y="2224511"/>
                  </a:lnTo>
                  <a:lnTo>
                    <a:pt x="1366221" y="2250569"/>
                  </a:lnTo>
                  <a:lnTo>
                    <a:pt x="1289734" y="2274005"/>
                  </a:lnTo>
                  <a:lnTo>
                    <a:pt x="1207241" y="2295067"/>
                  </a:lnTo>
                  <a:lnTo>
                    <a:pt x="1119378" y="2313914"/>
                  </a:lnTo>
                  <a:lnTo>
                    <a:pt x="1027595" y="2330615"/>
                  </a:lnTo>
                  <a:lnTo>
                    <a:pt x="934289" y="2345169"/>
                  </a:lnTo>
                  <a:lnTo>
                    <a:pt x="842798" y="2357530"/>
                  </a:lnTo>
                  <a:lnTo>
                    <a:pt x="757158" y="2367652"/>
                  </a:lnTo>
                  <a:lnTo>
                    <a:pt x="681562" y="2375538"/>
                  </a:lnTo>
                  <a:lnTo>
                    <a:pt x="619614" y="2381284"/>
                  </a:lnTo>
                  <a:lnTo>
                    <a:pt x="573532" y="2385109"/>
                  </a:lnTo>
                  <a:lnTo>
                    <a:pt x="543583" y="2387345"/>
                  </a:lnTo>
                  <a:lnTo>
                    <a:pt x="527886" y="2388403"/>
                  </a:lnTo>
                  <a:lnTo>
                    <a:pt x="522578" y="2388728"/>
                  </a:lnTo>
                  <a:lnTo>
                    <a:pt x="522133" y="2388753"/>
                  </a:lnTo>
                  <a:lnTo>
                    <a:pt x="0" y="2388753"/>
                  </a:lnTo>
                  <a:close/>
                </a:path>
              </a:pathLst>
            </a:custGeom>
            <a:solidFill>
              <a:srgbClr val="E78AC3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1383" name="pl1383"/>
            <p:cNvSpPr/>
            <p:nvPr/>
          </p:nvSpPr>
          <p:spPr>
            <a:xfrm>
              <a:off x="386606" y="2303685"/>
              <a:ext cx="8554953" cy="3162415"/>
            </a:xfrm>
            <a:custGeom>
              <a:avLst/>
              <a:pathLst>
                <a:path w="8554953" h="3162415">
                  <a:moveTo>
                    <a:pt x="0" y="2388753"/>
                  </a:moveTo>
                  <a:lnTo>
                    <a:pt x="522133" y="2388753"/>
                  </a:lnTo>
                  <a:lnTo>
                    <a:pt x="523315" y="2388685"/>
                  </a:lnTo>
                  <a:lnTo>
                    <a:pt x="531057" y="2388198"/>
                  </a:lnTo>
                  <a:lnTo>
                    <a:pt x="550459" y="2386853"/>
                  </a:lnTo>
                  <a:lnTo>
                    <a:pt x="584856" y="2384208"/>
                  </a:lnTo>
                  <a:lnTo>
                    <a:pt x="635527" y="2379871"/>
                  </a:lnTo>
                  <a:lnTo>
                    <a:pt x="701619" y="2373539"/>
                  </a:lnTo>
                  <a:lnTo>
                    <a:pt x="780450" y="2365028"/>
                  </a:lnTo>
                  <a:lnTo>
                    <a:pt x="868169" y="2354272"/>
                  </a:lnTo>
                  <a:lnTo>
                    <a:pt x="960557" y="2341287"/>
                  </a:lnTo>
                  <a:lnTo>
                    <a:pt x="1053734" y="2326125"/>
                  </a:lnTo>
                  <a:lnTo>
                    <a:pt x="1144612" y="2308822"/>
                  </a:lnTo>
                  <a:lnTo>
                    <a:pt x="1231070" y="2289362"/>
                  </a:lnTo>
                  <a:lnTo>
                    <a:pt x="1311904" y="2267651"/>
                  </a:lnTo>
                  <a:lnTo>
                    <a:pt x="1386674" y="2243505"/>
                  </a:lnTo>
                  <a:lnTo>
                    <a:pt x="1455499" y="2216650"/>
                  </a:lnTo>
                  <a:lnTo>
                    <a:pt x="1518876" y="2186724"/>
                  </a:lnTo>
                  <a:lnTo>
                    <a:pt x="1577533" y="2153295"/>
                  </a:lnTo>
                  <a:lnTo>
                    <a:pt x="1632312" y="2115884"/>
                  </a:lnTo>
                  <a:lnTo>
                    <a:pt x="1684092" y="2074014"/>
                  </a:lnTo>
                  <a:lnTo>
                    <a:pt x="1733709" y="2027290"/>
                  </a:lnTo>
                  <a:lnTo>
                    <a:pt x="1768425" y="1990627"/>
                  </a:lnTo>
                  <a:lnTo>
                    <a:pt x="1808098" y="1944815"/>
                  </a:lnTo>
                  <a:lnTo>
                    <a:pt x="1847394" y="1895438"/>
                  </a:lnTo>
                  <a:lnTo>
                    <a:pt x="1886574" y="1842425"/>
                  </a:lnTo>
                  <a:lnTo>
                    <a:pt x="1925839" y="1785770"/>
                  </a:lnTo>
                  <a:lnTo>
                    <a:pt x="1965338" y="1725543"/>
                  </a:lnTo>
                  <a:lnTo>
                    <a:pt x="2005168" y="1661892"/>
                  </a:lnTo>
                  <a:lnTo>
                    <a:pt x="2045386" y="1595051"/>
                  </a:lnTo>
                  <a:lnTo>
                    <a:pt x="2086005" y="1525337"/>
                  </a:lnTo>
                  <a:lnTo>
                    <a:pt x="2127003" y="1453151"/>
                  </a:lnTo>
                  <a:lnTo>
                    <a:pt x="2168329" y="1378966"/>
                  </a:lnTo>
                  <a:lnTo>
                    <a:pt x="2209905" y="1303319"/>
                  </a:lnTo>
                  <a:lnTo>
                    <a:pt x="2251635" y="1226795"/>
                  </a:lnTo>
                  <a:lnTo>
                    <a:pt x="2293411" y="1150008"/>
                  </a:lnTo>
                  <a:lnTo>
                    <a:pt x="2335124" y="1073581"/>
                  </a:lnTo>
                  <a:lnTo>
                    <a:pt x="2376667" y="998125"/>
                  </a:lnTo>
                  <a:lnTo>
                    <a:pt x="2417946" y="924217"/>
                  </a:lnTo>
                  <a:lnTo>
                    <a:pt x="2458888" y="852386"/>
                  </a:lnTo>
                  <a:lnTo>
                    <a:pt x="2499445" y="783095"/>
                  </a:lnTo>
                  <a:lnTo>
                    <a:pt x="2539600" y="716732"/>
                  </a:lnTo>
                  <a:lnTo>
                    <a:pt x="2579375" y="653601"/>
                  </a:lnTo>
                  <a:lnTo>
                    <a:pt x="2618829" y="593923"/>
                  </a:lnTo>
                  <a:lnTo>
                    <a:pt x="2658071" y="537833"/>
                  </a:lnTo>
                  <a:lnTo>
                    <a:pt x="2697254" y="485388"/>
                  </a:lnTo>
                  <a:lnTo>
                    <a:pt x="2736589" y="436572"/>
                  </a:lnTo>
                  <a:lnTo>
                    <a:pt x="2770117" y="398125"/>
                  </a:lnTo>
                  <a:lnTo>
                    <a:pt x="2818640" y="347790"/>
                  </a:lnTo>
                  <a:lnTo>
                    <a:pt x="2868787" y="302464"/>
                  </a:lnTo>
                  <a:lnTo>
                    <a:pt x="2921324" y="261895"/>
                  </a:lnTo>
                  <a:lnTo>
                    <a:pt x="2977107" y="225656"/>
                  </a:lnTo>
                  <a:lnTo>
                    <a:pt x="3037012" y="193261"/>
                  </a:lnTo>
                  <a:lnTo>
                    <a:pt x="3101858" y="164242"/>
                  </a:lnTo>
                  <a:lnTo>
                    <a:pt x="3172321" y="138183"/>
                  </a:lnTo>
                  <a:lnTo>
                    <a:pt x="3248809" y="114747"/>
                  </a:lnTo>
                  <a:lnTo>
                    <a:pt x="3331302" y="93685"/>
                  </a:lnTo>
                  <a:lnTo>
                    <a:pt x="3419164" y="74839"/>
                  </a:lnTo>
                  <a:lnTo>
                    <a:pt x="3510947" y="58138"/>
                  </a:lnTo>
                  <a:lnTo>
                    <a:pt x="3604253" y="43584"/>
                  </a:lnTo>
                  <a:lnTo>
                    <a:pt x="3695744" y="31222"/>
                  </a:lnTo>
                  <a:lnTo>
                    <a:pt x="3781384" y="21100"/>
                  </a:lnTo>
                  <a:lnTo>
                    <a:pt x="3856980" y="13214"/>
                  </a:lnTo>
                  <a:lnTo>
                    <a:pt x="3918929" y="7468"/>
                  </a:lnTo>
                  <a:lnTo>
                    <a:pt x="3965010" y="3643"/>
                  </a:lnTo>
                  <a:lnTo>
                    <a:pt x="3994959" y="1408"/>
                  </a:lnTo>
                  <a:lnTo>
                    <a:pt x="4010656" y="350"/>
                  </a:lnTo>
                  <a:lnTo>
                    <a:pt x="4015964" y="25"/>
                  </a:lnTo>
                  <a:lnTo>
                    <a:pt x="4016409" y="0"/>
                  </a:lnTo>
                  <a:lnTo>
                    <a:pt x="4538543" y="0"/>
                  </a:lnTo>
                  <a:lnTo>
                    <a:pt x="4539668" y="85"/>
                  </a:lnTo>
                  <a:lnTo>
                    <a:pt x="4547044" y="697"/>
                  </a:lnTo>
                  <a:lnTo>
                    <a:pt x="4565560" y="2390"/>
                  </a:lnTo>
                  <a:lnTo>
                    <a:pt x="4598463" y="5717"/>
                  </a:lnTo>
                  <a:lnTo>
                    <a:pt x="4647090" y="11182"/>
                  </a:lnTo>
                  <a:lnTo>
                    <a:pt x="4710775" y="19174"/>
                  </a:lnTo>
                  <a:lnTo>
                    <a:pt x="4787104" y="29938"/>
                  </a:lnTo>
                  <a:lnTo>
                    <a:pt x="4872497" y="43573"/>
                  </a:lnTo>
                  <a:lnTo>
                    <a:pt x="4962942" y="60068"/>
                  </a:lnTo>
                  <a:lnTo>
                    <a:pt x="5054669" y="79361"/>
                  </a:lnTo>
                  <a:lnTo>
                    <a:pt x="5144608" y="101398"/>
                  </a:lnTo>
                  <a:lnTo>
                    <a:pt x="5230576" y="126185"/>
                  </a:lnTo>
                  <a:lnTo>
                    <a:pt x="5311273" y="153820"/>
                  </a:lnTo>
                  <a:lnTo>
                    <a:pt x="5386145" y="184509"/>
                  </a:lnTo>
                  <a:lnTo>
                    <a:pt x="5455202" y="218575"/>
                  </a:lnTo>
                  <a:lnTo>
                    <a:pt x="5518845" y="256445"/>
                  </a:lnTo>
                  <a:lnTo>
                    <a:pt x="5577720" y="298643"/>
                  </a:lnTo>
                  <a:lnTo>
                    <a:pt x="5632609" y="345762"/>
                  </a:lnTo>
                  <a:lnTo>
                    <a:pt x="5684342" y="398410"/>
                  </a:lnTo>
                  <a:lnTo>
                    <a:pt x="5733737" y="457132"/>
                  </a:lnTo>
                  <a:lnTo>
                    <a:pt x="5781527" y="522260"/>
                  </a:lnTo>
                  <a:lnTo>
                    <a:pt x="5784835" y="527069"/>
                  </a:lnTo>
                  <a:lnTo>
                    <a:pt x="5820475" y="581305"/>
                  </a:lnTo>
                  <a:lnTo>
                    <a:pt x="5855787" y="639334"/>
                  </a:lnTo>
                  <a:lnTo>
                    <a:pt x="5890968" y="701235"/>
                  </a:lnTo>
                  <a:lnTo>
                    <a:pt x="5926173" y="767028"/>
                  </a:lnTo>
                  <a:lnTo>
                    <a:pt x="5961524" y="836675"/>
                  </a:lnTo>
                  <a:lnTo>
                    <a:pt x="5997106" y="910069"/>
                  </a:lnTo>
                  <a:lnTo>
                    <a:pt x="6032978" y="987032"/>
                  </a:lnTo>
                  <a:lnTo>
                    <a:pt x="6069169" y="1067314"/>
                  </a:lnTo>
                  <a:lnTo>
                    <a:pt x="6105682" y="1150590"/>
                  </a:lnTo>
                  <a:lnTo>
                    <a:pt x="6142500" y="1236469"/>
                  </a:lnTo>
                  <a:lnTo>
                    <a:pt x="6179582" y="1324494"/>
                  </a:lnTo>
                  <a:lnTo>
                    <a:pt x="6216876" y="1414154"/>
                  </a:lnTo>
                  <a:lnTo>
                    <a:pt x="6254311" y="1504895"/>
                  </a:lnTo>
                  <a:lnTo>
                    <a:pt x="6291814" y="1596134"/>
                  </a:lnTo>
                  <a:lnTo>
                    <a:pt x="6329303" y="1687276"/>
                  </a:lnTo>
                  <a:lnTo>
                    <a:pt x="6366701" y="1777726"/>
                  </a:lnTo>
                  <a:lnTo>
                    <a:pt x="6403932" y="1866911"/>
                  </a:lnTo>
                  <a:lnTo>
                    <a:pt x="6440933" y="1954288"/>
                  </a:lnTo>
                  <a:lnTo>
                    <a:pt x="6477654" y="2039363"/>
                  </a:lnTo>
                  <a:lnTo>
                    <a:pt x="6514063" y="2121700"/>
                  </a:lnTo>
                  <a:lnTo>
                    <a:pt x="6550148" y="2200929"/>
                  </a:lnTo>
                  <a:lnTo>
                    <a:pt x="6585921" y="2276749"/>
                  </a:lnTo>
                  <a:lnTo>
                    <a:pt x="6621420" y="2348933"/>
                  </a:lnTo>
                  <a:lnTo>
                    <a:pt x="6656712" y="2417329"/>
                  </a:lnTo>
                  <a:lnTo>
                    <a:pt x="6691894" y="2481850"/>
                  </a:lnTo>
                  <a:lnTo>
                    <a:pt x="6727099" y="2542480"/>
                  </a:lnTo>
                  <a:lnTo>
                    <a:pt x="6762494" y="2599258"/>
                  </a:lnTo>
                  <a:lnTo>
                    <a:pt x="6786527" y="2635346"/>
                  </a:lnTo>
                  <a:lnTo>
                    <a:pt x="6834228" y="2700926"/>
                  </a:lnTo>
                  <a:lnTo>
                    <a:pt x="6883488" y="2760090"/>
                  </a:lnTo>
                  <a:lnTo>
                    <a:pt x="6935032" y="2813148"/>
                  </a:lnTo>
                  <a:lnTo>
                    <a:pt x="6989672" y="2860635"/>
                  </a:lnTo>
                  <a:lnTo>
                    <a:pt x="7048241" y="2903158"/>
                  </a:lnTo>
                  <a:lnTo>
                    <a:pt x="7111526" y="2941314"/>
                  </a:lnTo>
                  <a:lnTo>
                    <a:pt x="7180187" y="2975631"/>
                  </a:lnTo>
                  <a:lnTo>
                    <a:pt x="7254645" y="3006546"/>
                  </a:lnTo>
                  <a:lnTo>
                    <a:pt x="7334944" y="3034387"/>
                  </a:lnTo>
                  <a:lnTo>
                    <a:pt x="7420576" y="3059369"/>
                  </a:lnTo>
                  <a:lnTo>
                    <a:pt x="7510296" y="3081598"/>
                  </a:lnTo>
                  <a:lnTo>
                    <a:pt x="7601988" y="3101084"/>
                  </a:lnTo>
                  <a:lnTo>
                    <a:pt x="7692640" y="3117778"/>
                  </a:lnTo>
                  <a:lnTo>
                    <a:pt x="7778518" y="3131615"/>
                  </a:lnTo>
                  <a:lnTo>
                    <a:pt x="7855609" y="3142578"/>
                  </a:lnTo>
                  <a:lnTo>
                    <a:pt x="7920277" y="3150759"/>
                  </a:lnTo>
                  <a:lnTo>
                    <a:pt x="7970004" y="3156389"/>
                  </a:lnTo>
                  <a:lnTo>
                    <a:pt x="8003990" y="3159851"/>
                  </a:lnTo>
                  <a:lnTo>
                    <a:pt x="8023430" y="3161640"/>
                  </a:lnTo>
                  <a:lnTo>
                    <a:pt x="8031446" y="3162310"/>
                  </a:lnTo>
                  <a:lnTo>
                    <a:pt x="8032819" y="3162415"/>
                  </a:lnTo>
                  <a:lnTo>
                    <a:pt x="8032819" y="3162415"/>
                  </a:lnTo>
                  <a:lnTo>
                    <a:pt x="8554953" y="3162415"/>
                  </a:lnTo>
                  <a:lnTo>
                    <a:pt x="8554953" y="3162415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384" name="pl1384"/>
            <p:cNvSpPr/>
            <p:nvPr/>
          </p:nvSpPr>
          <p:spPr>
            <a:xfrm>
              <a:off x="386606" y="2298038"/>
              <a:ext cx="8554953" cy="3162415"/>
            </a:xfrm>
            <a:custGeom>
              <a:avLst/>
              <a:pathLst>
                <a:path w="8554953" h="3162415">
                  <a:moveTo>
                    <a:pt x="8554953" y="3162415"/>
                  </a:moveTo>
                  <a:lnTo>
                    <a:pt x="8032819" y="3162415"/>
                  </a:lnTo>
                  <a:lnTo>
                    <a:pt x="8031694" y="3162330"/>
                  </a:lnTo>
                  <a:lnTo>
                    <a:pt x="8024318" y="3161717"/>
                  </a:lnTo>
                  <a:lnTo>
                    <a:pt x="8005802" y="3160025"/>
                  </a:lnTo>
                  <a:lnTo>
                    <a:pt x="7972899" y="3156697"/>
                  </a:lnTo>
                  <a:lnTo>
                    <a:pt x="7924272" y="3151233"/>
                  </a:lnTo>
                  <a:lnTo>
                    <a:pt x="7860587" y="3143241"/>
                  </a:lnTo>
                  <a:lnTo>
                    <a:pt x="7784257" y="3132477"/>
                  </a:lnTo>
                  <a:lnTo>
                    <a:pt x="7698865" y="3118842"/>
                  </a:lnTo>
                  <a:lnTo>
                    <a:pt x="7608420" y="3102347"/>
                  </a:lnTo>
                  <a:lnTo>
                    <a:pt x="7516693" y="3083054"/>
                  </a:lnTo>
                  <a:lnTo>
                    <a:pt x="7426754" y="3061017"/>
                  </a:lnTo>
                  <a:lnTo>
                    <a:pt x="7340786" y="3036230"/>
                  </a:lnTo>
                  <a:lnTo>
                    <a:pt x="7260089" y="3008595"/>
                  </a:lnTo>
                  <a:lnTo>
                    <a:pt x="7185217" y="2977905"/>
                  </a:lnTo>
                  <a:lnTo>
                    <a:pt x="7116160" y="2943840"/>
                  </a:lnTo>
                  <a:lnTo>
                    <a:pt x="7052517" y="2905970"/>
                  </a:lnTo>
                  <a:lnTo>
                    <a:pt x="6993642" y="2863772"/>
                  </a:lnTo>
                  <a:lnTo>
                    <a:pt x="6938753" y="2816653"/>
                  </a:lnTo>
                  <a:lnTo>
                    <a:pt x="6887020" y="2764005"/>
                  </a:lnTo>
                  <a:lnTo>
                    <a:pt x="6837625" y="2705283"/>
                  </a:lnTo>
                  <a:lnTo>
                    <a:pt x="6789835" y="2640155"/>
                  </a:lnTo>
                  <a:lnTo>
                    <a:pt x="6786527" y="2635346"/>
                  </a:lnTo>
                  <a:lnTo>
                    <a:pt x="6750887" y="2581110"/>
                  </a:lnTo>
                  <a:lnTo>
                    <a:pt x="6715575" y="2523081"/>
                  </a:lnTo>
                  <a:lnTo>
                    <a:pt x="6680394" y="2461180"/>
                  </a:lnTo>
                  <a:lnTo>
                    <a:pt x="6645189" y="2395387"/>
                  </a:lnTo>
                  <a:lnTo>
                    <a:pt x="6609838" y="2325740"/>
                  </a:lnTo>
                  <a:lnTo>
                    <a:pt x="6574256" y="2252346"/>
                  </a:lnTo>
                  <a:lnTo>
                    <a:pt x="6538384" y="2175383"/>
                  </a:lnTo>
                  <a:lnTo>
                    <a:pt x="6502193" y="2095101"/>
                  </a:lnTo>
                  <a:lnTo>
                    <a:pt x="6465680" y="2011824"/>
                  </a:lnTo>
                  <a:lnTo>
                    <a:pt x="6428862" y="1925945"/>
                  </a:lnTo>
                  <a:lnTo>
                    <a:pt x="6391780" y="1837920"/>
                  </a:lnTo>
                  <a:lnTo>
                    <a:pt x="6354486" y="1748261"/>
                  </a:lnTo>
                  <a:lnTo>
                    <a:pt x="6317051" y="1657520"/>
                  </a:lnTo>
                  <a:lnTo>
                    <a:pt x="6279548" y="1566280"/>
                  </a:lnTo>
                  <a:lnTo>
                    <a:pt x="6242059" y="1475139"/>
                  </a:lnTo>
                  <a:lnTo>
                    <a:pt x="6204661" y="1384688"/>
                  </a:lnTo>
                  <a:lnTo>
                    <a:pt x="6167430" y="1295504"/>
                  </a:lnTo>
                  <a:lnTo>
                    <a:pt x="6130429" y="1208127"/>
                  </a:lnTo>
                  <a:lnTo>
                    <a:pt x="6093707" y="1123052"/>
                  </a:lnTo>
                  <a:lnTo>
                    <a:pt x="6057299" y="1040715"/>
                  </a:lnTo>
                  <a:lnTo>
                    <a:pt x="6021214" y="961486"/>
                  </a:lnTo>
                  <a:lnTo>
                    <a:pt x="5985441" y="885666"/>
                  </a:lnTo>
                  <a:lnTo>
                    <a:pt x="5949942" y="813482"/>
                  </a:lnTo>
                  <a:lnTo>
                    <a:pt x="5914650" y="745086"/>
                  </a:lnTo>
                  <a:lnTo>
                    <a:pt x="5879468" y="680564"/>
                  </a:lnTo>
                  <a:lnTo>
                    <a:pt x="5844263" y="619935"/>
                  </a:lnTo>
                  <a:lnTo>
                    <a:pt x="5808868" y="563157"/>
                  </a:lnTo>
                  <a:lnTo>
                    <a:pt x="5784835" y="527069"/>
                  </a:lnTo>
                  <a:lnTo>
                    <a:pt x="5737134" y="461489"/>
                  </a:lnTo>
                  <a:lnTo>
                    <a:pt x="5687874" y="402325"/>
                  </a:lnTo>
                  <a:lnTo>
                    <a:pt x="5636330" y="349267"/>
                  </a:lnTo>
                  <a:lnTo>
                    <a:pt x="5581690" y="301780"/>
                  </a:lnTo>
                  <a:lnTo>
                    <a:pt x="5523121" y="259256"/>
                  </a:lnTo>
                  <a:lnTo>
                    <a:pt x="5459836" y="221101"/>
                  </a:lnTo>
                  <a:lnTo>
                    <a:pt x="5391175" y="186784"/>
                  </a:lnTo>
                  <a:lnTo>
                    <a:pt x="5316717" y="155869"/>
                  </a:lnTo>
                  <a:lnTo>
                    <a:pt x="5236417" y="128028"/>
                  </a:lnTo>
                  <a:lnTo>
                    <a:pt x="5150786" y="103046"/>
                  </a:lnTo>
                  <a:lnTo>
                    <a:pt x="5061066" y="80817"/>
                  </a:lnTo>
                  <a:lnTo>
                    <a:pt x="4969373" y="61331"/>
                  </a:lnTo>
                  <a:lnTo>
                    <a:pt x="4878722" y="44637"/>
                  </a:lnTo>
                  <a:lnTo>
                    <a:pt x="4792844" y="30800"/>
                  </a:lnTo>
                  <a:lnTo>
                    <a:pt x="4715753" y="19836"/>
                  </a:lnTo>
                  <a:lnTo>
                    <a:pt x="4651085" y="11656"/>
                  </a:lnTo>
                  <a:lnTo>
                    <a:pt x="4601358" y="6026"/>
                  </a:lnTo>
                  <a:lnTo>
                    <a:pt x="4567372" y="2564"/>
                  </a:lnTo>
                  <a:lnTo>
                    <a:pt x="4547932" y="774"/>
                  </a:lnTo>
                  <a:lnTo>
                    <a:pt x="4539916" y="105"/>
                  </a:lnTo>
                  <a:lnTo>
                    <a:pt x="4538543" y="0"/>
                  </a:lnTo>
                  <a:lnTo>
                    <a:pt x="4538543" y="0"/>
                  </a:lnTo>
                  <a:lnTo>
                    <a:pt x="4016409" y="0"/>
                  </a:lnTo>
                  <a:lnTo>
                    <a:pt x="4015227" y="68"/>
                  </a:lnTo>
                  <a:lnTo>
                    <a:pt x="4007485" y="554"/>
                  </a:lnTo>
                  <a:lnTo>
                    <a:pt x="3988083" y="1900"/>
                  </a:lnTo>
                  <a:lnTo>
                    <a:pt x="3953686" y="4544"/>
                  </a:lnTo>
                  <a:lnTo>
                    <a:pt x="3903015" y="8881"/>
                  </a:lnTo>
                  <a:lnTo>
                    <a:pt x="3836923" y="15214"/>
                  </a:lnTo>
                  <a:lnTo>
                    <a:pt x="3758092" y="23724"/>
                  </a:lnTo>
                  <a:lnTo>
                    <a:pt x="3670373" y="34480"/>
                  </a:lnTo>
                  <a:lnTo>
                    <a:pt x="3577985" y="47465"/>
                  </a:lnTo>
                  <a:lnTo>
                    <a:pt x="3484808" y="62627"/>
                  </a:lnTo>
                  <a:lnTo>
                    <a:pt x="3393930" y="79931"/>
                  </a:lnTo>
                  <a:lnTo>
                    <a:pt x="3307472" y="99391"/>
                  </a:lnTo>
                  <a:lnTo>
                    <a:pt x="3226638" y="121102"/>
                  </a:lnTo>
                  <a:lnTo>
                    <a:pt x="3151868" y="145247"/>
                  </a:lnTo>
                  <a:lnTo>
                    <a:pt x="3083043" y="172103"/>
                  </a:lnTo>
                  <a:lnTo>
                    <a:pt x="3019666" y="202028"/>
                  </a:lnTo>
                  <a:lnTo>
                    <a:pt x="2961009" y="235457"/>
                  </a:lnTo>
                  <a:lnTo>
                    <a:pt x="2906230" y="272868"/>
                  </a:lnTo>
                  <a:lnTo>
                    <a:pt x="2854451" y="314739"/>
                  </a:lnTo>
                  <a:lnTo>
                    <a:pt x="2804833" y="361462"/>
                  </a:lnTo>
                  <a:lnTo>
                    <a:pt x="2770117" y="398125"/>
                  </a:lnTo>
                  <a:lnTo>
                    <a:pt x="2730444" y="443937"/>
                  </a:lnTo>
                  <a:lnTo>
                    <a:pt x="2691148" y="493314"/>
                  </a:lnTo>
                  <a:lnTo>
                    <a:pt x="2651969" y="546328"/>
                  </a:lnTo>
                  <a:lnTo>
                    <a:pt x="2612703" y="602982"/>
                  </a:lnTo>
                  <a:lnTo>
                    <a:pt x="2573204" y="663209"/>
                  </a:lnTo>
                  <a:lnTo>
                    <a:pt x="2533374" y="726860"/>
                  </a:lnTo>
                  <a:lnTo>
                    <a:pt x="2493156" y="793701"/>
                  </a:lnTo>
                  <a:lnTo>
                    <a:pt x="2452537" y="863415"/>
                  </a:lnTo>
                  <a:lnTo>
                    <a:pt x="2411539" y="935601"/>
                  </a:lnTo>
                  <a:lnTo>
                    <a:pt x="2370213" y="1009787"/>
                  </a:lnTo>
                  <a:lnTo>
                    <a:pt x="2328637" y="1085434"/>
                  </a:lnTo>
                  <a:lnTo>
                    <a:pt x="2286907" y="1161957"/>
                  </a:lnTo>
                  <a:lnTo>
                    <a:pt x="2245131" y="1238744"/>
                  </a:lnTo>
                  <a:lnTo>
                    <a:pt x="2203418" y="1315171"/>
                  </a:lnTo>
                  <a:lnTo>
                    <a:pt x="2161876" y="1390628"/>
                  </a:lnTo>
                  <a:lnTo>
                    <a:pt x="2120596" y="1464536"/>
                  </a:lnTo>
                  <a:lnTo>
                    <a:pt x="2079654" y="1536366"/>
                  </a:lnTo>
                  <a:lnTo>
                    <a:pt x="2039097" y="1605657"/>
                  </a:lnTo>
                  <a:lnTo>
                    <a:pt x="1998942" y="1672020"/>
                  </a:lnTo>
                  <a:lnTo>
                    <a:pt x="1959167" y="1735151"/>
                  </a:lnTo>
                  <a:lnTo>
                    <a:pt x="1919713" y="1794830"/>
                  </a:lnTo>
                  <a:lnTo>
                    <a:pt x="1880472" y="1850920"/>
                  </a:lnTo>
                  <a:lnTo>
                    <a:pt x="1841288" y="1903365"/>
                  </a:lnTo>
                  <a:lnTo>
                    <a:pt x="1801953" y="1952180"/>
                  </a:lnTo>
                  <a:lnTo>
                    <a:pt x="1768425" y="1990627"/>
                  </a:lnTo>
                  <a:lnTo>
                    <a:pt x="1719902" y="2040963"/>
                  </a:lnTo>
                  <a:lnTo>
                    <a:pt x="1669755" y="2086289"/>
                  </a:lnTo>
                  <a:lnTo>
                    <a:pt x="1617218" y="2126857"/>
                  </a:lnTo>
                  <a:lnTo>
                    <a:pt x="1561435" y="2163097"/>
                  </a:lnTo>
                  <a:lnTo>
                    <a:pt x="1501530" y="2195491"/>
                  </a:lnTo>
                  <a:lnTo>
                    <a:pt x="1436684" y="2224511"/>
                  </a:lnTo>
                  <a:lnTo>
                    <a:pt x="1366221" y="2250569"/>
                  </a:lnTo>
                  <a:lnTo>
                    <a:pt x="1289734" y="2274005"/>
                  </a:lnTo>
                  <a:lnTo>
                    <a:pt x="1207241" y="2295067"/>
                  </a:lnTo>
                  <a:lnTo>
                    <a:pt x="1119378" y="2313914"/>
                  </a:lnTo>
                  <a:lnTo>
                    <a:pt x="1027595" y="2330615"/>
                  </a:lnTo>
                  <a:lnTo>
                    <a:pt x="934289" y="2345169"/>
                  </a:lnTo>
                  <a:lnTo>
                    <a:pt x="842798" y="2357530"/>
                  </a:lnTo>
                  <a:lnTo>
                    <a:pt x="757158" y="2367652"/>
                  </a:lnTo>
                  <a:lnTo>
                    <a:pt x="681562" y="2375538"/>
                  </a:lnTo>
                  <a:lnTo>
                    <a:pt x="619614" y="2381284"/>
                  </a:lnTo>
                  <a:lnTo>
                    <a:pt x="573532" y="2385109"/>
                  </a:lnTo>
                  <a:lnTo>
                    <a:pt x="543583" y="2387345"/>
                  </a:lnTo>
                  <a:lnTo>
                    <a:pt x="527886" y="2388403"/>
                  </a:lnTo>
                  <a:lnTo>
                    <a:pt x="522578" y="2388728"/>
                  </a:lnTo>
                  <a:lnTo>
                    <a:pt x="522133" y="2388753"/>
                  </a:lnTo>
                  <a:lnTo>
                    <a:pt x="0" y="2388753"/>
                  </a:lnTo>
                  <a:lnTo>
                    <a:pt x="0" y="2388753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385" name="pg1385"/>
            <p:cNvSpPr/>
            <p:nvPr/>
          </p:nvSpPr>
          <p:spPr>
            <a:xfrm>
              <a:off x="386606" y="2354509"/>
              <a:ext cx="8554953" cy="3631131"/>
            </a:xfrm>
            <a:custGeom>
              <a:avLst/>
              <a:pathLst>
                <a:path w="8554953" h="3631131">
                  <a:moveTo>
                    <a:pt x="0" y="2343576"/>
                  </a:moveTo>
                  <a:lnTo>
                    <a:pt x="522133" y="2343576"/>
                  </a:lnTo>
                  <a:lnTo>
                    <a:pt x="523319" y="2343509"/>
                  </a:lnTo>
                  <a:lnTo>
                    <a:pt x="531082" y="2343031"/>
                  </a:lnTo>
                  <a:lnTo>
                    <a:pt x="550537" y="2341710"/>
                  </a:lnTo>
                  <a:lnTo>
                    <a:pt x="585022" y="2339115"/>
                  </a:lnTo>
                  <a:lnTo>
                    <a:pt x="635814" y="2334857"/>
                  </a:lnTo>
                  <a:lnTo>
                    <a:pt x="702047" y="2328643"/>
                  </a:lnTo>
                  <a:lnTo>
                    <a:pt x="781025" y="2320291"/>
                  </a:lnTo>
                  <a:lnTo>
                    <a:pt x="868879" y="2309737"/>
                  </a:lnTo>
                  <a:lnTo>
                    <a:pt x="961378" y="2296999"/>
                  </a:lnTo>
                  <a:lnTo>
                    <a:pt x="1054637" y="2282125"/>
                  </a:lnTo>
                  <a:lnTo>
                    <a:pt x="1145568" y="2265152"/>
                  </a:lnTo>
                  <a:lnTo>
                    <a:pt x="1232052" y="2246063"/>
                  </a:lnTo>
                  <a:lnTo>
                    <a:pt x="1312892" y="2224765"/>
                  </a:lnTo>
                  <a:lnTo>
                    <a:pt x="1387655" y="2201077"/>
                  </a:lnTo>
                  <a:lnTo>
                    <a:pt x="1456466" y="2174728"/>
                  </a:lnTo>
                  <a:lnTo>
                    <a:pt x="1519828" y="2145361"/>
                  </a:lnTo>
                  <a:lnTo>
                    <a:pt x="1578472" y="2112553"/>
                  </a:lnTo>
                  <a:lnTo>
                    <a:pt x="1633246" y="2075831"/>
                  </a:lnTo>
                  <a:lnTo>
                    <a:pt x="1685030" y="2034728"/>
                  </a:lnTo>
                  <a:lnTo>
                    <a:pt x="1734662" y="1988861"/>
                  </a:lnTo>
                  <a:lnTo>
                    <a:pt x="1768425" y="1953921"/>
                  </a:lnTo>
                  <a:lnTo>
                    <a:pt x="1808401" y="1908725"/>
                  </a:lnTo>
                  <a:lnTo>
                    <a:pt x="1847997" y="1859986"/>
                  </a:lnTo>
                  <a:lnTo>
                    <a:pt x="1887478" y="1807633"/>
                  </a:lnTo>
                  <a:lnTo>
                    <a:pt x="1927049" y="1751661"/>
                  </a:lnTo>
                  <a:lnTo>
                    <a:pt x="1966862" y="1692143"/>
                  </a:lnTo>
                  <a:lnTo>
                    <a:pt x="2007015" y="1629229"/>
                  </a:lnTo>
                  <a:lnTo>
                    <a:pt x="2047561" y="1563158"/>
                  </a:lnTo>
                  <a:lnTo>
                    <a:pt x="2088515" y="1494251"/>
                  </a:lnTo>
                  <a:lnTo>
                    <a:pt x="2129853" y="1422914"/>
                  </a:lnTo>
                  <a:lnTo>
                    <a:pt x="2171517" y="1349626"/>
                  </a:lnTo>
                  <a:lnTo>
                    <a:pt x="2213429" y="1274928"/>
                  </a:lnTo>
                  <a:lnTo>
                    <a:pt x="2255488" y="1199409"/>
                  </a:lnTo>
                  <a:lnTo>
                    <a:pt x="2297584" y="1123687"/>
                  </a:lnTo>
                  <a:lnTo>
                    <a:pt x="2339604" y="1048383"/>
                  </a:lnTo>
                  <a:lnTo>
                    <a:pt x="2381441" y="974107"/>
                  </a:lnTo>
                  <a:lnTo>
                    <a:pt x="2423001" y="901434"/>
                  </a:lnTo>
                  <a:lnTo>
                    <a:pt x="2464211" y="830885"/>
                  </a:lnTo>
                  <a:lnTo>
                    <a:pt x="2505025" y="762916"/>
                  </a:lnTo>
                  <a:lnTo>
                    <a:pt x="2545432" y="697902"/>
                  </a:lnTo>
                  <a:lnTo>
                    <a:pt x="2585459" y="636138"/>
                  </a:lnTo>
                  <a:lnTo>
                    <a:pt x="2625175" y="577832"/>
                  </a:lnTo>
                  <a:lnTo>
                    <a:pt x="2664696" y="523105"/>
                  </a:lnTo>
                  <a:lnTo>
                    <a:pt x="2704190" y="472004"/>
                  </a:lnTo>
                  <a:lnTo>
                    <a:pt x="2743883" y="424499"/>
                  </a:lnTo>
                  <a:lnTo>
                    <a:pt x="2770117" y="395301"/>
                  </a:lnTo>
                  <a:lnTo>
                    <a:pt x="2818688" y="345991"/>
                  </a:lnTo>
                  <a:lnTo>
                    <a:pt x="2868887" y="301594"/>
                  </a:lnTo>
                  <a:lnTo>
                    <a:pt x="2921483" y="261860"/>
                  </a:lnTo>
                  <a:lnTo>
                    <a:pt x="2977333" y="226371"/>
                  </a:lnTo>
                  <a:lnTo>
                    <a:pt x="3037316" y="194650"/>
                  </a:lnTo>
                  <a:lnTo>
                    <a:pt x="3102254" y="166237"/>
                  </a:lnTo>
                  <a:lnTo>
                    <a:pt x="3172824" y="140725"/>
                  </a:lnTo>
                  <a:lnTo>
                    <a:pt x="3249430" y="117783"/>
                  </a:lnTo>
                  <a:lnTo>
                    <a:pt x="3332052" y="97168"/>
                  </a:lnTo>
                  <a:lnTo>
                    <a:pt x="3420045" y="78724"/>
                  </a:lnTo>
                  <a:lnTo>
                    <a:pt x="3511947" y="62383"/>
                  </a:lnTo>
                  <a:lnTo>
                    <a:pt x="3605344" y="48149"/>
                  </a:lnTo>
                  <a:lnTo>
                    <a:pt x="3696877" y="36065"/>
                  </a:lnTo>
                  <a:lnTo>
                    <a:pt x="3782495" y="26178"/>
                  </a:lnTo>
                  <a:lnTo>
                    <a:pt x="3857994" y="18483"/>
                  </a:lnTo>
                  <a:lnTo>
                    <a:pt x="3919774" y="12884"/>
                  </a:lnTo>
                  <a:lnTo>
                    <a:pt x="3965637" y="9165"/>
                  </a:lnTo>
                  <a:lnTo>
                    <a:pt x="3995350" y="6998"/>
                  </a:lnTo>
                  <a:lnTo>
                    <a:pt x="4010835" y="5978"/>
                  </a:lnTo>
                  <a:lnTo>
                    <a:pt x="4015999" y="5669"/>
                  </a:lnTo>
                  <a:lnTo>
                    <a:pt x="4016409" y="5647"/>
                  </a:lnTo>
                  <a:lnTo>
                    <a:pt x="4538543" y="5647"/>
                  </a:lnTo>
                  <a:lnTo>
                    <a:pt x="4539630" y="5742"/>
                  </a:lnTo>
                  <a:lnTo>
                    <a:pt x="4546763" y="6419"/>
                  </a:lnTo>
                  <a:lnTo>
                    <a:pt x="4564689" y="8292"/>
                  </a:lnTo>
                  <a:lnTo>
                    <a:pt x="4596595" y="11975"/>
                  </a:lnTo>
                  <a:lnTo>
                    <a:pt x="4643849" y="18028"/>
                  </a:lnTo>
                  <a:lnTo>
                    <a:pt x="4705906" y="26892"/>
                  </a:lnTo>
                  <a:lnTo>
                    <a:pt x="4780528" y="38847"/>
                  </a:lnTo>
                  <a:lnTo>
                    <a:pt x="4864314" y="54014"/>
                  </a:lnTo>
                  <a:lnTo>
                    <a:pt x="4953397" y="72390"/>
                  </a:lnTo>
                  <a:lnTo>
                    <a:pt x="5044090" y="93906"/>
                  </a:lnTo>
                  <a:lnTo>
                    <a:pt x="5133337" y="118501"/>
                  </a:lnTo>
                  <a:lnTo>
                    <a:pt x="5218926" y="146169"/>
                  </a:lnTo>
                  <a:lnTo>
                    <a:pt x="5299493" y="177005"/>
                  </a:lnTo>
                  <a:lnTo>
                    <a:pt x="5374410" y="211219"/>
                  </a:lnTo>
                  <a:lnTo>
                    <a:pt x="5443613" y="249147"/>
                  </a:lnTo>
                  <a:lnTo>
                    <a:pt x="5507437" y="291245"/>
                  </a:lnTo>
                  <a:lnTo>
                    <a:pt x="5566473" y="338074"/>
                  </a:lnTo>
                  <a:lnTo>
                    <a:pt x="5621458" y="390280"/>
                  </a:lnTo>
                  <a:lnTo>
                    <a:pt x="5673190" y="448540"/>
                  </a:lnTo>
                  <a:lnTo>
                    <a:pt x="5722467" y="513482"/>
                  </a:lnTo>
                  <a:lnTo>
                    <a:pt x="5770021" y="585546"/>
                  </a:lnTo>
                  <a:lnTo>
                    <a:pt x="5784835" y="609894"/>
                  </a:lnTo>
                  <a:lnTo>
                    <a:pt x="5818509" y="668510"/>
                  </a:lnTo>
                  <a:lnTo>
                    <a:pt x="5851880" y="731000"/>
                  </a:lnTo>
                  <a:lnTo>
                    <a:pt x="5885116" y="797444"/>
                  </a:lnTo>
                  <a:lnTo>
                    <a:pt x="5918353" y="867871"/>
                  </a:lnTo>
                  <a:lnTo>
                    <a:pt x="5951699" y="942254"/>
                  </a:lnTo>
                  <a:lnTo>
                    <a:pt x="5985234" y="1020508"/>
                  </a:lnTo>
                  <a:lnTo>
                    <a:pt x="6019013" y="1102481"/>
                  </a:lnTo>
                  <a:lnTo>
                    <a:pt x="6053069" y="1187958"/>
                  </a:lnTo>
                  <a:lnTo>
                    <a:pt x="6087415" y="1276654"/>
                  </a:lnTo>
                  <a:lnTo>
                    <a:pt x="6122042" y="1368222"/>
                  </a:lnTo>
                  <a:lnTo>
                    <a:pt x="6156928" y="1462251"/>
                  </a:lnTo>
                  <a:lnTo>
                    <a:pt x="6192032" y="1558278"/>
                  </a:lnTo>
                  <a:lnTo>
                    <a:pt x="6227306" y="1655793"/>
                  </a:lnTo>
                  <a:lnTo>
                    <a:pt x="6262688" y="1754249"/>
                  </a:lnTo>
                  <a:lnTo>
                    <a:pt x="6298115" y="1853080"/>
                  </a:lnTo>
                  <a:lnTo>
                    <a:pt x="6333517" y="1951708"/>
                  </a:lnTo>
                  <a:lnTo>
                    <a:pt x="6368830" y="2049561"/>
                  </a:lnTo>
                  <a:lnTo>
                    <a:pt x="6403990" y="2146087"/>
                  </a:lnTo>
                  <a:lnTo>
                    <a:pt x="6438946" y="2240763"/>
                  </a:lnTo>
                  <a:lnTo>
                    <a:pt x="6473654" y="2333110"/>
                  </a:lnTo>
                  <a:lnTo>
                    <a:pt x="6508085" y="2422701"/>
                  </a:lnTo>
                  <a:lnTo>
                    <a:pt x="6542227" y="2509170"/>
                  </a:lnTo>
                  <a:lnTo>
                    <a:pt x="6576086" y="2592214"/>
                  </a:lnTo>
                  <a:lnTo>
                    <a:pt x="6609688" y="2671595"/>
                  </a:lnTo>
                  <a:lnTo>
                    <a:pt x="6643084" y="2747144"/>
                  </a:lnTo>
                  <a:lnTo>
                    <a:pt x="6676344" y="2818755"/>
                  </a:lnTo>
                  <a:lnTo>
                    <a:pt x="6709567" y="2886386"/>
                  </a:lnTo>
                  <a:lnTo>
                    <a:pt x="6742882" y="2950049"/>
                  </a:lnTo>
                  <a:lnTo>
                    <a:pt x="6776446" y="3009809"/>
                  </a:lnTo>
                  <a:lnTo>
                    <a:pt x="6786527" y="3026883"/>
                  </a:lnTo>
                  <a:lnTo>
                    <a:pt x="6833668" y="3101238"/>
                  </a:lnTo>
                  <a:lnTo>
                    <a:pt x="6882325" y="3168403"/>
                  </a:lnTo>
                  <a:lnTo>
                    <a:pt x="6933194" y="3228719"/>
                  </a:lnTo>
                  <a:lnTo>
                    <a:pt x="6987061" y="3282770"/>
                  </a:lnTo>
                  <a:lnTo>
                    <a:pt x="7044729" y="3331232"/>
                  </a:lnTo>
                  <a:lnTo>
                    <a:pt x="7106963" y="3374763"/>
                  </a:lnTo>
                  <a:lnTo>
                    <a:pt x="7174410" y="3413958"/>
                  </a:lnTo>
                  <a:lnTo>
                    <a:pt x="7247500" y="3449307"/>
                  </a:lnTo>
                  <a:lnTo>
                    <a:pt x="7326314" y="3481185"/>
                  </a:lnTo>
                  <a:lnTo>
                    <a:pt x="7410421" y="3509842"/>
                  </a:lnTo>
                  <a:lnTo>
                    <a:pt x="7498706" y="3535407"/>
                  </a:lnTo>
                  <a:lnTo>
                    <a:pt x="7589234" y="3557904"/>
                  </a:lnTo>
                  <a:lnTo>
                    <a:pt x="7679203" y="3577284"/>
                  </a:lnTo>
                  <a:lnTo>
                    <a:pt x="7765090" y="3593473"/>
                  </a:lnTo>
                  <a:lnTo>
                    <a:pt x="7843020" y="3606440"/>
                  </a:lnTo>
                  <a:lnTo>
                    <a:pt x="7909370" y="3616261"/>
                  </a:lnTo>
                  <a:lnTo>
                    <a:pt x="7961463" y="3623164"/>
                  </a:lnTo>
                  <a:lnTo>
                    <a:pt x="7998177" y="3627542"/>
                  </a:lnTo>
                  <a:lnTo>
                    <a:pt x="8020270" y="3629924"/>
                  </a:lnTo>
                  <a:lnTo>
                    <a:pt x="8030380" y="3630913"/>
                  </a:lnTo>
                  <a:lnTo>
                    <a:pt x="8032819" y="3631131"/>
                  </a:lnTo>
                  <a:lnTo>
                    <a:pt x="8554953" y="3631131"/>
                  </a:lnTo>
                  <a:lnTo>
                    <a:pt x="8554953" y="3625483"/>
                  </a:lnTo>
                  <a:lnTo>
                    <a:pt x="8032819" y="3625483"/>
                  </a:lnTo>
                  <a:lnTo>
                    <a:pt x="8031732" y="3625388"/>
                  </a:lnTo>
                  <a:lnTo>
                    <a:pt x="8024599" y="3624711"/>
                  </a:lnTo>
                  <a:lnTo>
                    <a:pt x="8006672" y="3622838"/>
                  </a:lnTo>
                  <a:lnTo>
                    <a:pt x="7974767" y="3619155"/>
                  </a:lnTo>
                  <a:lnTo>
                    <a:pt x="7927513" y="3613102"/>
                  </a:lnTo>
                  <a:lnTo>
                    <a:pt x="7865456" y="3604238"/>
                  </a:lnTo>
                  <a:lnTo>
                    <a:pt x="7790834" y="3592283"/>
                  </a:lnTo>
                  <a:lnTo>
                    <a:pt x="7707048" y="3577116"/>
                  </a:lnTo>
                  <a:lnTo>
                    <a:pt x="7617965" y="3558740"/>
                  </a:lnTo>
                  <a:lnTo>
                    <a:pt x="7527272" y="3537224"/>
                  </a:lnTo>
                  <a:lnTo>
                    <a:pt x="7438025" y="3512629"/>
                  </a:lnTo>
                  <a:lnTo>
                    <a:pt x="7352436" y="3484961"/>
                  </a:lnTo>
                  <a:lnTo>
                    <a:pt x="7271869" y="3454125"/>
                  </a:lnTo>
                  <a:lnTo>
                    <a:pt x="7196952" y="3419911"/>
                  </a:lnTo>
                  <a:lnTo>
                    <a:pt x="7127749" y="3381983"/>
                  </a:lnTo>
                  <a:lnTo>
                    <a:pt x="7063925" y="3339885"/>
                  </a:lnTo>
                  <a:lnTo>
                    <a:pt x="7004889" y="3293056"/>
                  </a:lnTo>
                  <a:lnTo>
                    <a:pt x="6949904" y="3240850"/>
                  </a:lnTo>
                  <a:lnTo>
                    <a:pt x="6898172" y="3182590"/>
                  </a:lnTo>
                  <a:lnTo>
                    <a:pt x="6848895" y="3117648"/>
                  </a:lnTo>
                  <a:lnTo>
                    <a:pt x="6801341" y="3045584"/>
                  </a:lnTo>
                  <a:lnTo>
                    <a:pt x="6786527" y="3021236"/>
                  </a:lnTo>
                  <a:lnTo>
                    <a:pt x="6752853" y="2962620"/>
                  </a:lnTo>
                  <a:lnTo>
                    <a:pt x="6719482" y="2900130"/>
                  </a:lnTo>
                  <a:lnTo>
                    <a:pt x="6686246" y="2833686"/>
                  </a:lnTo>
                  <a:lnTo>
                    <a:pt x="6653009" y="2763259"/>
                  </a:lnTo>
                  <a:lnTo>
                    <a:pt x="6619662" y="2688876"/>
                  </a:lnTo>
                  <a:lnTo>
                    <a:pt x="6586128" y="2610622"/>
                  </a:lnTo>
                  <a:lnTo>
                    <a:pt x="6552349" y="2528649"/>
                  </a:lnTo>
                  <a:lnTo>
                    <a:pt x="6518293" y="2443172"/>
                  </a:lnTo>
                  <a:lnTo>
                    <a:pt x="6483947" y="2354476"/>
                  </a:lnTo>
                  <a:lnTo>
                    <a:pt x="6449320" y="2262908"/>
                  </a:lnTo>
                  <a:lnTo>
                    <a:pt x="6414434" y="2168879"/>
                  </a:lnTo>
                  <a:lnTo>
                    <a:pt x="6379330" y="2072852"/>
                  </a:lnTo>
                  <a:lnTo>
                    <a:pt x="6344056" y="1975337"/>
                  </a:lnTo>
                  <a:lnTo>
                    <a:pt x="6308674" y="1876881"/>
                  </a:lnTo>
                  <a:lnTo>
                    <a:pt x="6273247" y="1778050"/>
                  </a:lnTo>
                  <a:lnTo>
                    <a:pt x="6237845" y="1679422"/>
                  </a:lnTo>
                  <a:lnTo>
                    <a:pt x="6202532" y="1581569"/>
                  </a:lnTo>
                  <a:lnTo>
                    <a:pt x="6167371" y="1485043"/>
                  </a:lnTo>
                  <a:lnTo>
                    <a:pt x="6132416" y="1390367"/>
                  </a:lnTo>
                  <a:lnTo>
                    <a:pt x="6097708" y="1298020"/>
                  </a:lnTo>
                  <a:lnTo>
                    <a:pt x="6063277" y="1208429"/>
                  </a:lnTo>
                  <a:lnTo>
                    <a:pt x="6029135" y="1121960"/>
                  </a:lnTo>
                  <a:lnTo>
                    <a:pt x="5995276" y="1038916"/>
                  </a:lnTo>
                  <a:lnTo>
                    <a:pt x="5961673" y="959535"/>
                  </a:lnTo>
                  <a:lnTo>
                    <a:pt x="5928278" y="883986"/>
                  </a:lnTo>
                  <a:lnTo>
                    <a:pt x="5895018" y="812375"/>
                  </a:lnTo>
                  <a:lnTo>
                    <a:pt x="5861795" y="744744"/>
                  </a:lnTo>
                  <a:lnTo>
                    <a:pt x="5828480" y="681081"/>
                  </a:lnTo>
                  <a:lnTo>
                    <a:pt x="5794916" y="621321"/>
                  </a:lnTo>
                  <a:lnTo>
                    <a:pt x="5784835" y="604247"/>
                  </a:lnTo>
                  <a:lnTo>
                    <a:pt x="5737693" y="529892"/>
                  </a:lnTo>
                  <a:lnTo>
                    <a:pt x="5689037" y="462727"/>
                  </a:lnTo>
                  <a:lnTo>
                    <a:pt x="5638168" y="402411"/>
                  </a:lnTo>
                  <a:lnTo>
                    <a:pt x="5584301" y="348360"/>
                  </a:lnTo>
                  <a:lnTo>
                    <a:pt x="5526633" y="299898"/>
                  </a:lnTo>
                  <a:lnTo>
                    <a:pt x="5464399" y="256367"/>
                  </a:lnTo>
                  <a:lnTo>
                    <a:pt x="5396952" y="217172"/>
                  </a:lnTo>
                  <a:lnTo>
                    <a:pt x="5323862" y="181823"/>
                  </a:lnTo>
                  <a:lnTo>
                    <a:pt x="5245048" y="149945"/>
                  </a:lnTo>
                  <a:lnTo>
                    <a:pt x="5160941" y="121288"/>
                  </a:lnTo>
                  <a:lnTo>
                    <a:pt x="5072656" y="95723"/>
                  </a:lnTo>
                  <a:lnTo>
                    <a:pt x="4982128" y="73226"/>
                  </a:lnTo>
                  <a:lnTo>
                    <a:pt x="4892159" y="53846"/>
                  </a:lnTo>
                  <a:lnTo>
                    <a:pt x="4806272" y="37657"/>
                  </a:lnTo>
                  <a:lnTo>
                    <a:pt x="4728342" y="24690"/>
                  </a:lnTo>
                  <a:lnTo>
                    <a:pt x="4661992" y="14869"/>
                  </a:lnTo>
                  <a:lnTo>
                    <a:pt x="4609899" y="7966"/>
                  </a:lnTo>
                  <a:lnTo>
                    <a:pt x="4573185" y="3588"/>
                  </a:lnTo>
                  <a:lnTo>
                    <a:pt x="4551091" y="1206"/>
                  </a:lnTo>
                  <a:lnTo>
                    <a:pt x="4540982" y="217"/>
                  </a:lnTo>
                  <a:lnTo>
                    <a:pt x="4538543" y="0"/>
                  </a:lnTo>
                  <a:lnTo>
                    <a:pt x="4016409" y="0"/>
                  </a:lnTo>
                  <a:lnTo>
                    <a:pt x="4015224" y="66"/>
                  </a:lnTo>
                  <a:lnTo>
                    <a:pt x="4007460" y="544"/>
                  </a:lnTo>
                  <a:lnTo>
                    <a:pt x="3988005" y="1865"/>
                  </a:lnTo>
                  <a:lnTo>
                    <a:pt x="3953520" y="4460"/>
                  </a:lnTo>
                  <a:lnTo>
                    <a:pt x="3902728" y="8718"/>
                  </a:lnTo>
                  <a:lnTo>
                    <a:pt x="3836495" y="14932"/>
                  </a:lnTo>
                  <a:lnTo>
                    <a:pt x="3757517" y="23284"/>
                  </a:lnTo>
                  <a:lnTo>
                    <a:pt x="3669663" y="33838"/>
                  </a:lnTo>
                  <a:lnTo>
                    <a:pt x="3577164" y="46576"/>
                  </a:lnTo>
                  <a:lnTo>
                    <a:pt x="3483905" y="61450"/>
                  </a:lnTo>
                  <a:lnTo>
                    <a:pt x="3392974" y="78423"/>
                  </a:lnTo>
                  <a:lnTo>
                    <a:pt x="3306491" y="97512"/>
                  </a:lnTo>
                  <a:lnTo>
                    <a:pt x="3225650" y="118810"/>
                  </a:lnTo>
                  <a:lnTo>
                    <a:pt x="3150887" y="142498"/>
                  </a:lnTo>
                  <a:lnTo>
                    <a:pt x="3082076" y="168847"/>
                  </a:lnTo>
                  <a:lnTo>
                    <a:pt x="3018715" y="198214"/>
                  </a:lnTo>
                  <a:lnTo>
                    <a:pt x="2960070" y="231022"/>
                  </a:lnTo>
                  <a:lnTo>
                    <a:pt x="2905296" y="267744"/>
                  </a:lnTo>
                  <a:lnTo>
                    <a:pt x="2853512" y="308847"/>
                  </a:lnTo>
                  <a:lnTo>
                    <a:pt x="2803880" y="354714"/>
                  </a:lnTo>
                  <a:lnTo>
                    <a:pt x="2770117" y="389654"/>
                  </a:lnTo>
                  <a:lnTo>
                    <a:pt x="2730141" y="434850"/>
                  </a:lnTo>
                  <a:lnTo>
                    <a:pt x="2690546" y="483589"/>
                  </a:lnTo>
                  <a:lnTo>
                    <a:pt x="2651065" y="535942"/>
                  </a:lnTo>
                  <a:lnTo>
                    <a:pt x="2611493" y="591914"/>
                  </a:lnTo>
                  <a:lnTo>
                    <a:pt x="2571680" y="651432"/>
                  </a:lnTo>
                  <a:lnTo>
                    <a:pt x="2531528" y="714346"/>
                  </a:lnTo>
                  <a:lnTo>
                    <a:pt x="2490981" y="780417"/>
                  </a:lnTo>
                  <a:lnTo>
                    <a:pt x="2450027" y="849324"/>
                  </a:lnTo>
                  <a:lnTo>
                    <a:pt x="2408690" y="920661"/>
                  </a:lnTo>
                  <a:lnTo>
                    <a:pt x="2367025" y="993949"/>
                  </a:lnTo>
                  <a:lnTo>
                    <a:pt x="2325113" y="1068647"/>
                  </a:lnTo>
                  <a:lnTo>
                    <a:pt x="2283054" y="1144166"/>
                  </a:lnTo>
                  <a:lnTo>
                    <a:pt x="2240958" y="1219888"/>
                  </a:lnTo>
                  <a:lnTo>
                    <a:pt x="2198938" y="1295192"/>
                  </a:lnTo>
                  <a:lnTo>
                    <a:pt x="2157101" y="1369468"/>
                  </a:lnTo>
                  <a:lnTo>
                    <a:pt x="2115541" y="1442141"/>
                  </a:lnTo>
                  <a:lnTo>
                    <a:pt x="2074332" y="1512690"/>
                  </a:lnTo>
                  <a:lnTo>
                    <a:pt x="2033517" y="1580659"/>
                  </a:lnTo>
                  <a:lnTo>
                    <a:pt x="1993110" y="1645673"/>
                  </a:lnTo>
                  <a:lnTo>
                    <a:pt x="1953083" y="1707437"/>
                  </a:lnTo>
                  <a:lnTo>
                    <a:pt x="1913367" y="1765743"/>
                  </a:lnTo>
                  <a:lnTo>
                    <a:pt x="1873846" y="1820470"/>
                  </a:lnTo>
                  <a:lnTo>
                    <a:pt x="1834352" y="1871571"/>
                  </a:lnTo>
                  <a:lnTo>
                    <a:pt x="1794659" y="1919076"/>
                  </a:lnTo>
                  <a:lnTo>
                    <a:pt x="1768425" y="1948274"/>
                  </a:lnTo>
                  <a:lnTo>
                    <a:pt x="1719854" y="1997584"/>
                  </a:lnTo>
                  <a:lnTo>
                    <a:pt x="1669655" y="2041981"/>
                  </a:lnTo>
                  <a:lnTo>
                    <a:pt x="1617060" y="2081715"/>
                  </a:lnTo>
                  <a:lnTo>
                    <a:pt x="1561209" y="2117204"/>
                  </a:lnTo>
                  <a:lnTo>
                    <a:pt x="1501226" y="2148925"/>
                  </a:lnTo>
                  <a:lnTo>
                    <a:pt x="1436288" y="2177338"/>
                  </a:lnTo>
                  <a:lnTo>
                    <a:pt x="1365719" y="2202850"/>
                  </a:lnTo>
                  <a:lnTo>
                    <a:pt x="1289112" y="2225792"/>
                  </a:lnTo>
                  <a:lnTo>
                    <a:pt x="1206490" y="2246408"/>
                  </a:lnTo>
                  <a:lnTo>
                    <a:pt x="1118498" y="2264851"/>
                  </a:lnTo>
                  <a:lnTo>
                    <a:pt x="1026595" y="2281192"/>
                  </a:lnTo>
                  <a:lnTo>
                    <a:pt x="933198" y="2295426"/>
                  </a:lnTo>
                  <a:lnTo>
                    <a:pt x="841665" y="2307510"/>
                  </a:lnTo>
                  <a:lnTo>
                    <a:pt x="756047" y="2317397"/>
                  </a:lnTo>
                  <a:lnTo>
                    <a:pt x="680548" y="2325092"/>
                  </a:lnTo>
                  <a:lnTo>
                    <a:pt x="618768" y="2330691"/>
                  </a:lnTo>
                  <a:lnTo>
                    <a:pt x="572905" y="2334410"/>
                  </a:lnTo>
                  <a:lnTo>
                    <a:pt x="543193" y="2336577"/>
                  </a:lnTo>
                  <a:lnTo>
                    <a:pt x="527708" y="2337597"/>
                  </a:lnTo>
                  <a:lnTo>
                    <a:pt x="522543" y="2337906"/>
                  </a:lnTo>
                  <a:lnTo>
                    <a:pt x="522133" y="2337928"/>
                  </a:lnTo>
                  <a:lnTo>
                    <a:pt x="0" y="2337928"/>
                  </a:lnTo>
                  <a:close/>
                </a:path>
              </a:pathLst>
            </a:custGeom>
            <a:solidFill>
              <a:srgbClr val="E78AC3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1386" name="pl1386"/>
            <p:cNvSpPr/>
            <p:nvPr/>
          </p:nvSpPr>
          <p:spPr>
            <a:xfrm>
              <a:off x="386606" y="2360156"/>
              <a:ext cx="8554953" cy="3625483"/>
            </a:xfrm>
            <a:custGeom>
              <a:avLst/>
              <a:pathLst>
                <a:path w="8554953" h="3625483">
                  <a:moveTo>
                    <a:pt x="0" y="2337928"/>
                  </a:moveTo>
                  <a:lnTo>
                    <a:pt x="522133" y="2337928"/>
                  </a:lnTo>
                  <a:lnTo>
                    <a:pt x="523319" y="2337861"/>
                  </a:lnTo>
                  <a:lnTo>
                    <a:pt x="531082" y="2337384"/>
                  </a:lnTo>
                  <a:lnTo>
                    <a:pt x="550537" y="2336063"/>
                  </a:lnTo>
                  <a:lnTo>
                    <a:pt x="585022" y="2333467"/>
                  </a:lnTo>
                  <a:lnTo>
                    <a:pt x="635814" y="2329210"/>
                  </a:lnTo>
                  <a:lnTo>
                    <a:pt x="702047" y="2322995"/>
                  </a:lnTo>
                  <a:lnTo>
                    <a:pt x="781025" y="2314644"/>
                  </a:lnTo>
                  <a:lnTo>
                    <a:pt x="868879" y="2304090"/>
                  </a:lnTo>
                  <a:lnTo>
                    <a:pt x="961378" y="2291351"/>
                  </a:lnTo>
                  <a:lnTo>
                    <a:pt x="1054637" y="2276478"/>
                  </a:lnTo>
                  <a:lnTo>
                    <a:pt x="1145568" y="2259505"/>
                  </a:lnTo>
                  <a:lnTo>
                    <a:pt x="1232052" y="2240416"/>
                  </a:lnTo>
                  <a:lnTo>
                    <a:pt x="1312892" y="2219118"/>
                  </a:lnTo>
                  <a:lnTo>
                    <a:pt x="1387655" y="2195430"/>
                  </a:lnTo>
                  <a:lnTo>
                    <a:pt x="1456466" y="2169080"/>
                  </a:lnTo>
                  <a:lnTo>
                    <a:pt x="1519828" y="2139714"/>
                  </a:lnTo>
                  <a:lnTo>
                    <a:pt x="1578472" y="2106905"/>
                  </a:lnTo>
                  <a:lnTo>
                    <a:pt x="1633246" y="2070184"/>
                  </a:lnTo>
                  <a:lnTo>
                    <a:pt x="1685030" y="2029081"/>
                  </a:lnTo>
                  <a:lnTo>
                    <a:pt x="1734662" y="1983214"/>
                  </a:lnTo>
                  <a:lnTo>
                    <a:pt x="1768425" y="1948274"/>
                  </a:lnTo>
                  <a:lnTo>
                    <a:pt x="1808401" y="1903078"/>
                  </a:lnTo>
                  <a:lnTo>
                    <a:pt x="1847997" y="1854339"/>
                  </a:lnTo>
                  <a:lnTo>
                    <a:pt x="1887478" y="1801986"/>
                  </a:lnTo>
                  <a:lnTo>
                    <a:pt x="1927049" y="1746014"/>
                  </a:lnTo>
                  <a:lnTo>
                    <a:pt x="1966862" y="1686496"/>
                  </a:lnTo>
                  <a:lnTo>
                    <a:pt x="2007015" y="1623582"/>
                  </a:lnTo>
                  <a:lnTo>
                    <a:pt x="2047561" y="1557511"/>
                  </a:lnTo>
                  <a:lnTo>
                    <a:pt x="2088515" y="1488604"/>
                  </a:lnTo>
                  <a:lnTo>
                    <a:pt x="2129853" y="1417267"/>
                  </a:lnTo>
                  <a:lnTo>
                    <a:pt x="2171517" y="1343979"/>
                  </a:lnTo>
                  <a:lnTo>
                    <a:pt x="2213429" y="1269281"/>
                  </a:lnTo>
                  <a:lnTo>
                    <a:pt x="2255488" y="1193762"/>
                  </a:lnTo>
                  <a:lnTo>
                    <a:pt x="2297584" y="1118039"/>
                  </a:lnTo>
                  <a:lnTo>
                    <a:pt x="2339604" y="1042736"/>
                  </a:lnTo>
                  <a:lnTo>
                    <a:pt x="2381441" y="968460"/>
                  </a:lnTo>
                  <a:lnTo>
                    <a:pt x="2423001" y="895787"/>
                  </a:lnTo>
                  <a:lnTo>
                    <a:pt x="2464211" y="825238"/>
                  </a:lnTo>
                  <a:lnTo>
                    <a:pt x="2505025" y="757268"/>
                  </a:lnTo>
                  <a:lnTo>
                    <a:pt x="2545432" y="692255"/>
                  </a:lnTo>
                  <a:lnTo>
                    <a:pt x="2585459" y="630491"/>
                  </a:lnTo>
                  <a:lnTo>
                    <a:pt x="2625175" y="572184"/>
                  </a:lnTo>
                  <a:lnTo>
                    <a:pt x="2664696" y="517458"/>
                  </a:lnTo>
                  <a:lnTo>
                    <a:pt x="2704190" y="466356"/>
                  </a:lnTo>
                  <a:lnTo>
                    <a:pt x="2743883" y="418852"/>
                  </a:lnTo>
                  <a:lnTo>
                    <a:pt x="2770117" y="389654"/>
                  </a:lnTo>
                  <a:lnTo>
                    <a:pt x="2818688" y="340344"/>
                  </a:lnTo>
                  <a:lnTo>
                    <a:pt x="2868887" y="295946"/>
                  </a:lnTo>
                  <a:lnTo>
                    <a:pt x="2921483" y="256213"/>
                  </a:lnTo>
                  <a:lnTo>
                    <a:pt x="2977333" y="220724"/>
                  </a:lnTo>
                  <a:lnTo>
                    <a:pt x="3037316" y="189003"/>
                  </a:lnTo>
                  <a:lnTo>
                    <a:pt x="3102254" y="160590"/>
                  </a:lnTo>
                  <a:lnTo>
                    <a:pt x="3172824" y="135078"/>
                  </a:lnTo>
                  <a:lnTo>
                    <a:pt x="3249430" y="112136"/>
                  </a:lnTo>
                  <a:lnTo>
                    <a:pt x="3332052" y="91520"/>
                  </a:lnTo>
                  <a:lnTo>
                    <a:pt x="3420045" y="73077"/>
                  </a:lnTo>
                  <a:lnTo>
                    <a:pt x="3511947" y="56736"/>
                  </a:lnTo>
                  <a:lnTo>
                    <a:pt x="3605344" y="42502"/>
                  </a:lnTo>
                  <a:lnTo>
                    <a:pt x="3696877" y="30418"/>
                  </a:lnTo>
                  <a:lnTo>
                    <a:pt x="3782495" y="20531"/>
                  </a:lnTo>
                  <a:lnTo>
                    <a:pt x="3857994" y="12836"/>
                  </a:lnTo>
                  <a:lnTo>
                    <a:pt x="3919774" y="7237"/>
                  </a:lnTo>
                  <a:lnTo>
                    <a:pt x="3965637" y="3518"/>
                  </a:lnTo>
                  <a:lnTo>
                    <a:pt x="3995350" y="1351"/>
                  </a:lnTo>
                  <a:lnTo>
                    <a:pt x="4010835" y="331"/>
                  </a:lnTo>
                  <a:lnTo>
                    <a:pt x="4015999" y="22"/>
                  </a:lnTo>
                  <a:lnTo>
                    <a:pt x="4016409" y="0"/>
                  </a:lnTo>
                  <a:lnTo>
                    <a:pt x="4538543" y="0"/>
                  </a:lnTo>
                  <a:lnTo>
                    <a:pt x="4539630" y="94"/>
                  </a:lnTo>
                  <a:lnTo>
                    <a:pt x="4546763" y="772"/>
                  </a:lnTo>
                  <a:lnTo>
                    <a:pt x="4564689" y="2645"/>
                  </a:lnTo>
                  <a:lnTo>
                    <a:pt x="4596595" y="6328"/>
                  </a:lnTo>
                  <a:lnTo>
                    <a:pt x="4643849" y="12381"/>
                  </a:lnTo>
                  <a:lnTo>
                    <a:pt x="4705906" y="21244"/>
                  </a:lnTo>
                  <a:lnTo>
                    <a:pt x="4780528" y="33200"/>
                  </a:lnTo>
                  <a:lnTo>
                    <a:pt x="4864314" y="48367"/>
                  </a:lnTo>
                  <a:lnTo>
                    <a:pt x="4953397" y="66742"/>
                  </a:lnTo>
                  <a:lnTo>
                    <a:pt x="5044090" y="88259"/>
                  </a:lnTo>
                  <a:lnTo>
                    <a:pt x="5133337" y="112854"/>
                  </a:lnTo>
                  <a:lnTo>
                    <a:pt x="5218926" y="140522"/>
                  </a:lnTo>
                  <a:lnTo>
                    <a:pt x="5299493" y="171358"/>
                  </a:lnTo>
                  <a:lnTo>
                    <a:pt x="5374410" y="205572"/>
                  </a:lnTo>
                  <a:lnTo>
                    <a:pt x="5443613" y="243500"/>
                  </a:lnTo>
                  <a:lnTo>
                    <a:pt x="5507437" y="285597"/>
                  </a:lnTo>
                  <a:lnTo>
                    <a:pt x="5566473" y="332427"/>
                  </a:lnTo>
                  <a:lnTo>
                    <a:pt x="5621458" y="384633"/>
                  </a:lnTo>
                  <a:lnTo>
                    <a:pt x="5673190" y="442893"/>
                  </a:lnTo>
                  <a:lnTo>
                    <a:pt x="5722467" y="507835"/>
                  </a:lnTo>
                  <a:lnTo>
                    <a:pt x="5770021" y="579899"/>
                  </a:lnTo>
                  <a:lnTo>
                    <a:pt x="5784835" y="604247"/>
                  </a:lnTo>
                  <a:lnTo>
                    <a:pt x="5818509" y="662863"/>
                  </a:lnTo>
                  <a:lnTo>
                    <a:pt x="5851880" y="725353"/>
                  </a:lnTo>
                  <a:lnTo>
                    <a:pt x="5885116" y="791797"/>
                  </a:lnTo>
                  <a:lnTo>
                    <a:pt x="5918353" y="862224"/>
                  </a:lnTo>
                  <a:lnTo>
                    <a:pt x="5951699" y="936607"/>
                  </a:lnTo>
                  <a:lnTo>
                    <a:pt x="5985234" y="1014861"/>
                  </a:lnTo>
                  <a:lnTo>
                    <a:pt x="6019013" y="1096834"/>
                  </a:lnTo>
                  <a:lnTo>
                    <a:pt x="6053069" y="1182311"/>
                  </a:lnTo>
                  <a:lnTo>
                    <a:pt x="6087415" y="1271007"/>
                  </a:lnTo>
                  <a:lnTo>
                    <a:pt x="6122042" y="1362575"/>
                  </a:lnTo>
                  <a:lnTo>
                    <a:pt x="6156928" y="1456604"/>
                  </a:lnTo>
                  <a:lnTo>
                    <a:pt x="6192032" y="1552631"/>
                  </a:lnTo>
                  <a:lnTo>
                    <a:pt x="6227306" y="1650145"/>
                  </a:lnTo>
                  <a:lnTo>
                    <a:pt x="6262688" y="1748602"/>
                  </a:lnTo>
                  <a:lnTo>
                    <a:pt x="6298115" y="1847433"/>
                  </a:lnTo>
                  <a:lnTo>
                    <a:pt x="6333517" y="1946061"/>
                  </a:lnTo>
                  <a:lnTo>
                    <a:pt x="6368830" y="2043914"/>
                  </a:lnTo>
                  <a:lnTo>
                    <a:pt x="6403990" y="2140440"/>
                  </a:lnTo>
                  <a:lnTo>
                    <a:pt x="6438946" y="2235115"/>
                  </a:lnTo>
                  <a:lnTo>
                    <a:pt x="6473654" y="2327463"/>
                  </a:lnTo>
                  <a:lnTo>
                    <a:pt x="6508085" y="2417054"/>
                  </a:lnTo>
                  <a:lnTo>
                    <a:pt x="6542227" y="2503523"/>
                  </a:lnTo>
                  <a:lnTo>
                    <a:pt x="6576086" y="2586567"/>
                  </a:lnTo>
                  <a:lnTo>
                    <a:pt x="6609688" y="2665948"/>
                  </a:lnTo>
                  <a:lnTo>
                    <a:pt x="6643084" y="2741497"/>
                  </a:lnTo>
                  <a:lnTo>
                    <a:pt x="6676344" y="2813108"/>
                  </a:lnTo>
                  <a:lnTo>
                    <a:pt x="6709567" y="2880739"/>
                  </a:lnTo>
                  <a:lnTo>
                    <a:pt x="6742882" y="2944402"/>
                  </a:lnTo>
                  <a:lnTo>
                    <a:pt x="6776446" y="3004161"/>
                  </a:lnTo>
                  <a:lnTo>
                    <a:pt x="6786527" y="3021236"/>
                  </a:lnTo>
                  <a:lnTo>
                    <a:pt x="6833668" y="3095590"/>
                  </a:lnTo>
                  <a:lnTo>
                    <a:pt x="6882325" y="3162756"/>
                  </a:lnTo>
                  <a:lnTo>
                    <a:pt x="6933194" y="3223072"/>
                  </a:lnTo>
                  <a:lnTo>
                    <a:pt x="6987061" y="3277123"/>
                  </a:lnTo>
                  <a:lnTo>
                    <a:pt x="7044729" y="3325585"/>
                  </a:lnTo>
                  <a:lnTo>
                    <a:pt x="7106963" y="3369116"/>
                  </a:lnTo>
                  <a:lnTo>
                    <a:pt x="7174410" y="3408311"/>
                  </a:lnTo>
                  <a:lnTo>
                    <a:pt x="7247500" y="3443660"/>
                  </a:lnTo>
                  <a:lnTo>
                    <a:pt x="7326314" y="3475538"/>
                  </a:lnTo>
                  <a:lnTo>
                    <a:pt x="7410421" y="3504195"/>
                  </a:lnTo>
                  <a:lnTo>
                    <a:pt x="7498706" y="3529760"/>
                  </a:lnTo>
                  <a:lnTo>
                    <a:pt x="7589234" y="3552257"/>
                  </a:lnTo>
                  <a:lnTo>
                    <a:pt x="7679203" y="3571637"/>
                  </a:lnTo>
                  <a:lnTo>
                    <a:pt x="7765090" y="3587826"/>
                  </a:lnTo>
                  <a:lnTo>
                    <a:pt x="7843020" y="3600793"/>
                  </a:lnTo>
                  <a:lnTo>
                    <a:pt x="7909370" y="3610614"/>
                  </a:lnTo>
                  <a:lnTo>
                    <a:pt x="7961463" y="3617517"/>
                  </a:lnTo>
                  <a:lnTo>
                    <a:pt x="7998177" y="3621895"/>
                  </a:lnTo>
                  <a:lnTo>
                    <a:pt x="8020270" y="3624276"/>
                  </a:lnTo>
                  <a:lnTo>
                    <a:pt x="8030380" y="3625265"/>
                  </a:lnTo>
                  <a:lnTo>
                    <a:pt x="8032783" y="3625480"/>
                  </a:lnTo>
                  <a:lnTo>
                    <a:pt x="8032819" y="3625483"/>
                  </a:lnTo>
                  <a:lnTo>
                    <a:pt x="8554953" y="3625483"/>
                  </a:lnTo>
                  <a:lnTo>
                    <a:pt x="8554953" y="3625483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387" name="pl1387"/>
            <p:cNvSpPr/>
            <p:nvPr/>
          </p:nvSpPr>
          <p:spPr>
            <a:xfrm>
              <a:off x="386606" y="2354509"/>
              <a:ext cx="8554953" cy="3625483"/>
            </a:xfrm>
            <a:custGeom>
              <a:avLst/>
              <a:pathLst>
                <a:path w="8554953" h="3625483">
                  <a:moveTo>
                    <a:pt x="8554953" y="3625483"/>
                  </a:moveTo>
                  <a:lnTo>
                    <a:pt x="8032819" y="3625483"/>
                  </a:lnTo>
                  <a:lnTo>
                    <a:pt x="8031732" y="3625388"/>
                  </a:lnTo>
                  <a:lnTo>
                    <a:pt x="8024599" y="3624711"/>
                  </a:lnTo>
                  <a:lnTo>
                    <a:pt x="8006672" y="3622838"/>
                  </a:lnTo>
                  <a:lnTo>
                    <a:pt x="7974767" y="3619155"/>
                  </a:lnTo>
                  <a:lnTo>
                    <a:pt x="7927513" y="3613102"/>
                  </a:lnTo>
                  <a:lnTo>
                    <a:pt x="7865456" y="3604238"/>
                  </a:lnTo>
                  <a:lnTo>
                    <a:pt x="7790834" y="3592283"/>
                  </a:lnTo>
                  <a:lnTo>
                    <a:pt x="7707048" y="3577116"/>
                  </a:lnTo>
                  <a:lnTo>
                    <a:pt x="7617965" y="3558740"/>
                  </a:lnTo>
                  <a:lnTo>
                    <a:pt x="7527272" y="3537224"/>
                  </a:lnTo>
                  <a:lnTo>
                    <a:pt x="7438025" y="3512629"/>
                  </a:lnTo>
                  <a:lnTo>
                    <a:pt x="7352436" y="3484961"/>
                  </a:lnTo>
                  <a:lnTo>
                    <a:pt x="7271869" y="3454125"/>
                  </a:lnTo>
                  <a:lnTo>
                    <a:pt x="7196952" y="3419911"/>
                  </a:lnTo>
                  <a:lnTo>
                    <a:pt x="7127749" y="3381983"/>
                  </a:lnTo>
                  <a:lnTo>
                    <a:pt x="7063925" y="3339885"/>
                  </a:lnTo>
                  <a:lnTo>
                    <a:pt x="7004889" y="3293056"/>
                  </a:lnTo>
                  <a:lnTo>
                    <a:pt x="6949904" y="3240850"/>
                  </a:lnTo>
                  <a:lnTo>
                    <a:pt x="6898172" y="3182590"/>
                  </a:lnTo>
                  <a:lnTo>
                    <a:pt x="6848895" y="3117648"/>
                  </a:lnTo>
                  <a:lnTo>
                    <a:pt x="6801341" y="3045584"/>
                  </a:lnTo>
                  <a:lnTo>
                    <a:pt x="6786527" y="3021236"/>
                  </a:lnTo>
                  <a:lnTo>
                    <a:pt x="6752853" y="2962620"/>
                  </a:lnTo>
                  <a:lnTo>
                    <a:pt x="6719482" y="2900130"/>
                  </a:lnTo>
                  <a:lnTo>
                    <a:pt x="6686246" y="2833686"/>
                  </a:lnTo>
                  <a:lnTo>
                    <a:pt x="6653009" y="2763259"/>
                  </a:lnTo>
                  <a:lnTo>
                    <a:pt x="6619662" y="2688876"/>
                  </a:lnTo>
                  <a:lnTo>
                    <a:pt x="6586128" y="2610622"/>
                  </a:lnTo>
                  <a:lnTo>
                    <a:pt x="6552349" y="2528649"/>
                  </a:lnTo>
                  <a:lnTo>
                    <a:pt x="6518293" y="2443172"/>
                  </a:lnTo>
                  <a:lnTo>
                    <a:pt x="6483947" y="2354476"/>
                  </a:lnTo>
                  <a:lnTo>
                    <a:pt x="6449320" y="2262908"/>
                  </a:lnTo>
                  <a:lnTo>
                    <a:pt x="6414434" y="2168879"/>
                  </a:lnTo>
                  <a:lnTo>
                    <a:pt x="6379330" y="2072852"/>
                  </a:lnTo>
                  <a:lnTo>
                    <a:pt x="6344056" y="1975337"/>
                  </a:lnTo>
                  <a:lnTo>
                    <a:pt x="6308674" y="1876881"/>
                  </a:lnTo>
                  <a:lnTo>
                    <a:pt x="6273247" y="1778050"/>
                  </a:lnTo>
                  <a:lnTo>
                    <a:pt x="6237845" y="1679422"/>
                  </a:lnTo>
                  <a:lnTo>
                    <a:pt x="6202532" y="1581569"/>
                  </a:lnTo>
                  <a:lnTo>
                    <a:pt x="6167371" y="1485043"/>
                  </a:lnTo>
                  <a:lnTo>
                    <a:pt x="6132416" y="1390367"/>
                  </a:lnTo>
                  <a:lnTo>
                    <a:pt x="6097708" y="1298020"/>
                  </a:lnTo>
                  <a:lnTo>
                    <a:pt x="6063277" y="1208429"/>
                  </a:lnTo>
                  <a:lnTo>
                    <a:pt x="6029135" y="1121960"/>
                  </a:lnTo>
                  <a:lnTo>
                    <a:pt x="5995276" y="1038916"/>
                  </a:lnTo>
                  <a:lnTo>
                    <a:pt x="5961673" y="959535"/>
                  </a:lnTo>
                  <a:lnTo>
                    <a:pt x="5928278" y="883986"/>
                  </a:lnTo>
                  <a:lnTo>
                    <a:pt x="5895018" y="812375"/>
                  </a:lnTo>
                  <a:lnTo>
                    <a:pt x="5861795" y="744744"/>
                  </a:lnTo>
                  <a:lnTo>
                    <a:pt x="5828480" y="681081"/>
                  </a:lnTo>
                  <a:lnTo>
                    <a:pt x="5794916" y="621321"/>
                  </a:lnTo>
                  <a:lnTo>
                    <a:pt x="5784835" y="604247"/>
                  </a:lnTo>
                  <a:lnTo>
                    <a:pt x="5737693" y="529892"/>
                  </a:lnTo>
                  <a:lnTo>
                    <a:pt x="5689037" y="462727"/>
                  </a:lnTo>
                  <a:lnTo>
                    <a:pt x="5638168" y="402411"/>
                  </a:lnTo>
                  <a:lnTo>
                    <a:pt x="5584301" y="348360"/>
                  </a:lnTo>
                  <a:lnTo>
                    <a:pt x="5526633" y="299898"/>
                  </a:lnTo>
                  <a:lnTo>
                    <a:pt x="5464399" y="256367"/>
                  </a:lnTo>
                  <a:lnTo>
                    <a:pt x="5396952" y="217172"/>
                  </a:lnTo>
                  <a:lnTo>
                    <a:pt x="5323862" y="181823"/>
                  </a:lnTo>
                  <a:lnTo>
                    <a:pt x="5245048" y="149945"/>
                  </a:lnTo>
                  <a:lnTo>
                    <a:pt x="5160941" y="121288"/>
                  </a:lnTo>
                  <a:lnTo>
                    <a:pt x="5072656" y="95723"/>
                  </a:lnTo>
                  <a:lnTo>
                    <a:pt x="4982128" y="73226"/>
                  </a:lnTo>
                  <a:lnTo>
                    <a:pt x="4892159" y="53846"/>
                  </a:lnTo>
                  <a:lnTo>
                    <a:pt x="4806272" y="37657"/>
                  </a:lnTo>
                  <a:lnTo>
                    <a:pt x="4728342" y="24690"/>
                  </a:lnTo>
                  <a:lnTo>
                    <a:pt x="4661992" y="14869"/>
                  </a:lnTo>
                  <a:lnTo>
                    <a:pt x="4609899" y="7966"/>
                  </a:lnTo>
                  <a:lnTo>
                    <a:pt x="4573185" y="3588"/>
                  </a:lnTo>
                  <a:lnTo>
                    <a:pt x="4551091" y="1206"/>
                  </a:lnTo>
                  <a:lnTo>
                    <a:pt x="4540982" y="217"/>
                  </a:lnTo>
                  <a:lnTo>
                    <a:pt x="4538579" y="2"/>
                  </a:lnTo>
                  <a:lnTo>
                    <a:pt x="4538543" y="0"/>
                  </a:lnTo>
                  <a:lnTo>
                    <a:pt x="4016409" y="0"/>
                  </a:lnTo>
                  <a:lnTo>
                    <a:pt x="4015224" y="66"/>
                  </a:lnTo>
                  <a:lnTo>
                    <a:pt x="4007460" y="544"/>
                  </a:lnTo>
                  <a:lnTo>
                    <a:pt x="3988005" y="1865"/>
                  </a:lnTo>
                  <a:lnTo>
                    <a:pt x="3953520" y="4460"/>
                  </a:lnTo>
                  <a:lnTo>
                    <a:pt x="3902728" y="8718"/>
                  </a:lnTo>
                  <a:lnTo>
                    <a:pt x="3836495" y="14932"/>
                  </a:lnTo>
                  <a:lnTo>
                    <a:pt x="3757517" y="23284"/>
                  </a:lnTo>
                  <a:lnTo>
                    <a:pt x="3669663" y="33838"/>
                  </a:lnTo>
                  <a:lnTo>
                    <a:pt x="3577164" y="46576"/>
                  </a:lnTo>
                  <a:lnTo>
                    <a:pt x="3483905" y="61450"/>
                  </a:lnTo>
                  <a:lnTo>
                    <a:pt x="3392974" y="78423"/>
                  </a:lnTo>
                  <a:lnTo>
                    <a:pt x="3306491" y="97512"/>
                  </a:lnTo>
                  <a:lnTo>
                    <a:pt x="3225650" y="118810"/>
                  </a:lnTo>
                  <a:lnTo>
                    <a:pt x="3150887" y="142498"/>
                  </a:lnTo>
                  <a:lnTo>
                    <a:pt x="3082076" y="168847"/>
                  </a:lnTo>
                  <a:lnTo>
                    <a:pt x="3018715" y="198214"/>
                  </a:lnTo>
                  <a:lnTo>
                    <a:pt x="2960070" y="231022"/>
                  </a:lnTo>
                  <a:lnTo>
                    <a:pt x="2905296" y="267744"/>
                  </a:lnTo>
                  <a:lnTo>
                    <a:pt x="2853512" y="308847"/>
                  </a:lnTo>
                  <a:lnTo>
                    <a:pt x="2803880" y="354714"/>
                  </a:lnTo>
                  <a:lnTo>
                    <a:pt x="2770117" y="389654"/>
                  </a:lnTo>
                  <a:lnTo>
                    <a:pt x="2730141" y="434850"/>
                  </a:lnTo>
                  <a:lnTo>
                    <a:pt x="2690546" y="483589"/>
                  </a:lnTo>
                  <a:lnTo>
                    <a:pt x="2651065" y="535942"/>
                  </a:lnTo>
                  <a:lnTo>
                    <a:pt x="2611493" y="591914"/>
                  </a:lnTo>
                  <a:lnTo>
                    <a:pt x="2571680" y="651432"/>
                  </a:lnTo>
                  <a:lnTo>
                    <a:pt x="2531528" y="714346"/>
                  </a:lnTo>
                  <a:lnTo>
                    <a:pt x="2490981" y="780417"/>
                  </a:lnTo>
                  <a:lnTo>
                    <a:pt x="2450027" y="849324"/>
                  </a:lnTo>
                  <a:lnTo>
                    <a:pt x="2408690" y="920661"/>
                  </a:lnTo>
                  <a:lnTo>
                    <a:pt x="2367025" y="993949"/>
                  </a:lnTo>
                  <a:lnTo>
                    <a:pt x="2325113" y="1068647"/>
                  </a:lnTo>
                  <a:lnTo>
                    <a:pt x="2283054" y="1144166"/>
                  </a:lnTo>
                  <a:lnTo>
                    <a:pt x="2240958" y="1219888"/>
                  </a:lnTo>
                  <a:lnTo>
                    <a:pt x="2198938" y="1295192"/>
                  </a:lnTo>
                  <a:lnTo>
                    <a:pt x="2157101" y="1369468"/>
                  </a:lnTo>
                  <a:lnTo>
                    <a:pt x="2115541" y="1442141"/>
                  </a:lnTo>
                  <a:lnTo>
                    <a:pt x="2074332" y="1512690"/>
                  </a:lnTo>
                  <a:lnTo>
                    <a:pt x="2033517" y="1580659"/>
                  </a:lnTo>
                  <a:lnTo>
                    <a:pt x="1993110" y="1645673"/>
                  </a:lnTo>
                  <a:lnTo>
                    <a:pt x="1953083" y="1707437"/>
                  </a:lnTo>
                  <a:lnTo>
                    <a:pt x="1913367" y="1765743"/>
                  </a:lnTo>
                  <a:lnTo>
                    <a:pt x="1873846" y="1820470"/>
                  </a:lnTo>
                  <a:lnTo>
                    <a:pt x="1834352" y="1871571"/>
                  </a:lnTo>
                  <a:lnTo>
                    <a:pt x="1794659" y="1919076"/>
                  </a:lnTo>
                  <a:lnTo>
                    <a:pt x="1768425" y="1948274"/>
                  </a:lnTo>
                  <a:lnTo>
                    <a:pt x="1719854" y="1997584"/>
                  </a:lnTo>
                  <a:lnTo>
                    <a:pt x="1669655" y="2041981"/>
                  </a:lnTo>
                  <a:lnTo>
                    <a:pt x="1617060" y="2081715"/>
                  </a:lnTo>
                  <a:lnTo>
                    <a:pt x="1561209" y="2117204"/>
                  </a:lnTo>
                  <a:lnTo>
                    <a:pt x="1501226" y="2148925"/>
                  </a:lnTo>
                  <a:lnTo>
                    <a:pt x="1436288" y="2177338"/>
                  </a:lnTo>
                  <a:lnTo>
                    <a:pt x="1365719" y="2202850"/>
                  </a:lnTo>
                  <a:lnTo>
                    <a:pt x="1289112" y="2225792"/>
                  </a:lnTo>
                  <a:lnTo>
                    <a:pt x="1206490" y="2246408"/>
                  </a:lnTo>
                  <a:lnTo>
                    <a:pt x="1118498" y="2264851"/>
                  </a:lnTo>
                  <a:lnTo>
                    <a:pt x="1026595" y="2281192"/>
                  </a:lnTo>
                  <a:lnTo>
                    <a:pt x="933198" y="2295426"/>
                  </a:lnTo>
                  <a:lnTo>
                    <a:pt x="841665" y="2307510"/>
                  </a:lnTo>
                  <a:lnTo>
                    <a:pt x="756047" y="2317397"/>
                  </a:lnTo>
                  <a:lnTo>
                    <a:pt x="680548" y="2325092"/>
                  </a:lnTo>
                  <a:lnTo>
                    <a:pt x="618768" y="2330691"/>
                  </a:lnTo>
                  <a:lnTo>
                    <a:pt x="572905" y="2334410"/>
                  </a:lnTo>
                  <a:lnTo>
                    <a:pt x="543193" y="2336577"/>
                  </a:lnTo>
                  <a:lnTo>
                    <a:pt x="527708" y="2337597"/>
                  </a:lnTo>
                  <a:lnTo>
                    <a:pt x="522543" y="2337906"/>
                  </a:lnTo>
                  <a:lnTo>
                    <a:pt x="522133" y="2337928"/>
                  </a:lnTo>
                  <a:lnTo>
                    <a:pt x="0" y="2337928"/>
                  </a:lnTo>
                  <a:lnTo>
                    <a:pt x="0" y="2337928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388" name="pg1388"/>
            <p:cNvSpPr/>
            <p:nvPr/>
          </p:nvSpPr>
          <p:spPr>
            <a:xfrm>
              <a:off x="386606" y="609533"/>
              <a:ext cx="8554953" cy="4190200"/>
            </a:xfrm>
            <a:custGeom>
              <a:avLst/>
              <a:pathLst>
                <a:path w="8554953" h="4190200">
                  <a:moveTo>
                    <a:pt x="0" y="4190200"/>
                  </a:moveTo>
                  <a:lnTo>
                    <a:pt x="522133" y="4190200"/>
                  </a:lnTo>
                  <a:lnTo>
                    <a:pt x="523397" y="4190183"/>
                  </a:lnTo>
                  <a:lnTo>
                    <a:pt x="531662" y="4190054"/>
                  </a:lnTo>
                  <a:lnTo>
                    <a:pt x="552326" y="4189700"/>
                  </a:lnTo>
                  <a:lnTo>
                    <a:pt x="588839" y="4189004"/>
                  </a:lnTo>
                  <a:lnTo>
                    <a:pt x="642384" y="4187864"/>
                  </a:lnTo>
                  <a:lnTo>
                    <a:pt x="711825" y="4186203"/>
                  </a:lnTo>
                  <a:lnTo>
                    <a:pt x="794092" y="4183979"/>
                  </a:lnTo>
                  <a:lnTo>
                    <a:pt x="884953" y="4181176"/>
                  </a:lnTo>
                  <a:lnTo>
                    <a:pt x="979909" y="4177802"/>
                  </a:lnTo>
                  <a:lnTo>
                    <a:pt x="1074947" y="4173870"/>
                  </a:lnTo>
                  <a:lnTo>
                    <a:pt x="1166981" y="4169388"/>
                  </a:lnTo>
                  <a:lnTo>
                    <a:pt x="1253989" y="4164346"/>
                  </a:lnTo>
                  <a:lnTo>
                    <a:pt x="1334915" y="4158715"/>
                  </a:lnTo>
                  <a:lnTo>
                    <a:pt x="1409482" y="4152438"/>
                  </a:lnTo>
                  <a:lnTo>
                    <a:pt x="1477962" y="4145437"/>
                  </a:lnTo>
                  <a:lnTo>
                    <a:pt x="1540983" y="4137609"/>
                  </a:lnTo>
                  <a:lnTo>
                    <a:pt x="1599380" y="4128835"/>
                  </a:lnTo>
                  <a:lnTo>
                    <a:pt x="1654078" y="4118987"/>
                  </a:lnTo>
                  <a:lnTo>
                    <a:pt x="1706009" y="4107945"/>
                  </a:lnTo>
                  <a:lnTo>
                    <a:pt x="1756029" y="4095626"/>
                  </a:lnTo>
                  <a:lnTo>
                    <a:pt x="1768425" y="4092316"/>
                  </a:lnTo>
                  <a:lnTo>
                    <a:pt x="1820803" y="4077233"/>
                  </a:lnTo>
                  <a:lnTo>
                    <a:pt x="1872672" y="4060606"/>
                  </a:lnTo>
                  <a:lnTo>
                    <a:pt x="1924572" y="4042412"/>
                  </a:lnTo>
                  <a:lnTo>
                    <a:pt x="1976868" y="4022682"/>
                  </a:lnTo>
                  <a:lnTo>
                    <a:pt x="2029775" y="4001507"/>
                  </a:lnTo>
                  <a:lnTo>
                    <a:pt x="2083378" y="3979042"/>
                  </a:lnTo>
                  <a:lnTo>
                    <a:pt x="2137646" y="3955503"/>
                  </a:lnTo>
                  <a:lnTo>
                    <a:pt x="2192453" y="3931163"/>
                  </a:lnTo>
                  <a:lnTo>
                    <a:pt x="2247601" y="3906340"/>
                  </a:lnTo>
                  <a:lnTo>
                    <a:pt x="2302849" y="3881379"/>
                  </a:lnTo>
                  <a:lnTo>
                    <a:pt x="2357943" y="3856631"/>
                  </a:lnTo>
                  <a:lnTo>
                    <a:pt x="2412649" y="3832439"/>
                  </a:lnTo>
                  <a:lnTo>
                    <a:pt x="2466781" y="3809110"/>
                  </a:lnTo>
                  <a:lnTo>
                    <a:pt x="2520233" y="3786907"/>
                  </a:lnTo>
                  <a:lnTo>
                    <a:pt x="2572997" y="3766033"/>
                  </a:lnTo>
                  <a:lnTo>
                    <a:pt x="2625184" y="3746629"/>
                  </a:lnTo>
                  <a:lnTo>
                    <a:pt x="2677041" y="3728772"/>
                  </a:lnTo>
                  <a:lnTo>
                    <a:pt x="2728969" y="3712481"/>
                  </a:lnTo>
                  <a:lnTo>
                    <a:pt x="2770117" y="3700779"/>
                  </a:lnTo>
                  <a:lnTo>
                    <a:pt x="2819774" y="3688133"/>
                  </a:lnTo>
                  <a:lnTo>
                    <a:pt x="2871147" y="3676775"/>
                  </a:lnTo>
                  <a:lnTo>
                    <a:pt x="2925061" y="3666637"/>
                  </a:lnTo>
                  <a:lnTo>
                    <a:pt x="2982437" y="3657604"/>
                  </a:lnTo>
                  <a:lnTo>
                    <a:pt x="3044208" y="3649549"/>
                  </a:lnTo>
                  <a:lnTo>
                    <a:pt x="3111242" y="3642350"/>
                  </a:lnTo>
                  <a:lnTo>
                    <a:pt x="3184231" y="3635899"/>
                  </a:lnTo>
                  <a:lnTo>
                    <a:pt x="3263556" y="3630111"/>
                  </a:lnTo>
                  <a:lnTo>
                    <a:pt x="3349095" y="3624925"/>
                  </a:lnTo>
                  <a:lnTo>
                    <a:pt x="3440012" y="3620303"/>
                  </a:lnTo>
                  <a:lnTo>
                    <a:pt x="3534542" y="3616232"/>
                  </a:lnTo>
                  <a:lnTo>
                    <a:pt x="3629866" y="3612716"/>
                  </a:lnTo>
                  <a:lnTo>
                    <a:pt x="3722175" y="3609768"/>
                  </a:lnTo>
                  <a:lnTo>
                    <a:pt x="3807033" y="3607398"/>
                  </a:lnTo>
                  <a:lnTo>
                    <a:pt x="3880058" y="3605599"/>
                  </a:lnTo>
                  <a:lnTo>
                    <a:pt x="3937804" y="3604333"/>
                  </a:lnTo>
                  <a:lnTo>
                    <a:pt x="3978593" y="3603534"/>
                  </a:lnTo>
                  <a:lnTo>
                    <a:pt x="4003012" y="3603104"/>
                  </a:lnTo>
                  <a:lnTo>
                    <a:pt x="4013964" y="3602930"/>
                  </a:lnTo>
                  <a:lnTo>
                    <a:pt x="4016409" y="3602895"/>
                  </a:lnTo>
                  <a:lnTo>
                    <a:pt x="4538543" y="3602895"/>
                  </a:lnTo>
                  <a:lnTo>
                    <a:pt x="4539632" y="3602800"/>
                  </a:lnTo>
                  <a:lnTo>
                    <a:pt x="4546781" y="3602127"/>
                  </a:lnTo>
                  <a:lnTo>
                    <a:pt x="4564744" y="3600264"/>
                  </a:lnTo>
                  <a:lnTo>
                    <a:pt x="4596712" y="3596601"/>
                  </a:lnTo>
                  <a:lnTo>
                    <a:pt x="4644052" y="3590582"/>
                  </a:lnTo>
                  <a:lnTo>
                    <a:pt x="4706212" y="3581770"/>
                  </a:lnTo>
                  <a:lnTo>
                    <a:pt x="4780941" y="3569883"/>
                  </a:lnTo>
                  <a:lnTo>
                    <a:pt x="4864829" y="3554805"/>
                  </a:lnTo>
                  <a:lnTo>
                    <a:pt x="4953999" y="3536540"/>
                  </a:lnTo>
                  <a:lnTo>
                    <a:pt x="5044759" y="3515153"/>
                  </a:lnTo>
                  <a:lnTo>
                    <a:pt x="5134051" y="3490709"/>
                  </a:lnTo>
                  <a:lnTo>
                    <a:pt x="5219664" y="3463209"/>
                  </a:lnTo>
                  <a:lnTo>
                    <a:pt x="5300241" y="3432561"/>
                  </a:lnTo>
                  <a:lnTo>
                    <a:pt x="5375155" y="3398553"/>
                  </a:lnTo>
                  <a:lnTo>
                    <a:pt x="5444349" y="3360851"/>
                  </a:lnTo>
                  <a:lnTo>
                    <a:pt x="5508162" y="3319000"/>
                  </a:lnTo>
                  <a:lnTo>
                    <a:pt x="5567188" y="3272439"/>
                  </a:lnTo>
                  <a:lnTo>
                    <a:pt x="5622166" y="3220528"/>
                  </a:lnTo>
                  <a:lnTo>
                    <a:pt x="5673898" y="3162592"/>
                  </a:lnTo>
                  <a:lnTo>
                    <a:pt x="5723181" y="3098009"/>
                  </a:lnTo>
                  <a:lnTo>
                    <a:pt x="5770749" y="3026344"/>
                  </a:lnTo>
                  <a:lnTo>
                    <a:pt x="5784835" y="3003353"/>
                  </a:lnTo>
                  <a:lnTo>
                    <a:pt x="5818621" y="2944993"/>
                  </a:lnTo>
                  <a:lnTo>
                    <a:pt x="5852102" y="2882763"/>
                  </a:lnTo>
                  <a:lnTo>
                    <a:pt x="5885448" y="2816584"/>
                  </a:lnTo>
                  <a:lnTo>
                    <a:pt x="5918798" y="2746426"/>
                  </a:lnTo>
                  <a:lnTo>
                    <a:pt x="5952257" y="2672317"/>
                  </a:lnTo>
                  <a:lnTo>
                    <a:pt x="5985908" y="2594344"/>
                  </a:lnTo>
                  <a:lnTo>
                    <a:pt x="6019806" y="2512660"/>
                  </a:lnTo>
                  <a:lnTo>
                    <a:pt x="6053983" y="2427482"/>
                  </a:lnTo>
                  <a:lnTo>
                    <a:pt x="6088451" y="2339096"/>
                  </a:lnTo>
                  <a:lnTo>
                    <a:pt x="6123203" y="2247854"/>
                  </a:lnTo>
                  <a:lnTo>
                    <a:pt x="6158213" y="2154168"/>
                  </a:lnTo>
                  <a:lnTo>
                    <a:pt x="6193442" y="2058504"/>
                  </a:lnTo>
                  <a:lnTo>
                    <a:pt x="6228839" y="1961377"/>
                  </a:lnTo>
                  <a:lnTo>
                    <a:pt x="6264343" y="1863332"/>
                  </a:lnTo>
                  <a:lnTo>
                    <a:pt x="6299888" y="1764940"/>
                  </a:lnTo>
                  <a:lnTo>
                    <a:pt x="6335406" y="1666780"/>
                  </a:lnTo>
                  <a:lnTo>
                    <a:pt x="6370829" y="1569423"/>
                  </a:lnTo>
                  <a:lnTo>
                    <a:pt x="6406097" y="1473424"/>
                  </a:lnTo>
                  <a:lnTo>
                    <a:pt x="6441155" y="1379302"/>
                  </a:lnTo>
                  <a:lnTo>
                    <a:pt x="6475961" y="1287534"/>
                  </a:lnTo>
                  <a:lnTo>
                    <a:pt x="6510487" y="1198545"/>
                  </a:lnTo>
                  <a:lnTo>
                    <a:pt x="6544722" y="1112699"/>
                  </a:lnTo>
                  <a:lnTo>
                    <a:pt x="6578674" y="1030294"/>
                  </a:lnTo>
                  <a:lnTo>
                    <a:pt x="6612371" y="951562"/>
                  </a:lnTo>
                  <a:lnTo>
                    <a:pt x="6645863" y="876669"/>
                  </a:lnTo>
                  <a:lnTo>
                    <a:pt x="6679227" y="805714"/>
                  </a:lnTo>
                  <a:lnTo>
                    <a:pt x="6712564" y="738737"/>
                  </a:lnTo>
                  <a:lnTo>
                    <a:pt x="6746006" y="675719"/>
                  </a:lnTo>
                  <a:lnTo>
                    <a:pt x="6779715" y="616592"/>
                  </a:lnTo>
                  <a:lnTo>
                    <a:pt x="6786527" y="605188"/>
                  </a:lnTo>
                  <a:lnTo>
                    <a:pt x="6833704" y="531361"/>
                  </a:lnTo>
                  <a:lnTo>
                    <a:pt x="6882398" y="464676"/>
                  </a:lnTo>
                  <a:lnTo>
                    <a:pt x="6933310" y="404799"/>
                  </a:lnTo>
                  <a:lnTo>
                    <a:pt x="6987225" y="351144"/>
                  </a:lnTo>
                  <a:lnTo>
                    <a:pt x="7044950" y="303041"/>
                  </a:lnTo>
                  <a:lnTo>
                    <a:pt x="7107250" y="259835"/>
                  </a:lnTo>
                  <a:lnTo>
                    <a:pt x="7174773" y="220937"/>
                  </a:lnTo>
                  <a:lnTo>
                    <a:pt x="7247950" y="185857"/>
                  </a:lnTo>
                  <a:lnTo>
                    <a:pt x="7326857" y="154225"/>
                  </a:lnTo>
                  <a:lnTo>
                    <a:pt x="7411060" y="125792"/>
                  </a:lnTo>
                  <a:lnTo>
                    <a:pt x="7499437" y="100430"/>
                  </a:lnTo>
                  <a:lnTo>
                    <a:pt x="7590040" y="78118"/>
                  </a:lnTo>
                  <a:lnTo>
                    <a:pt x="7680054" y="58904"/>
                  </a:lnTo>
                  <a:lnTo>
                    <a:pt x="7765944" y="42862"/>
                  </a:lnTo>
                  <a:lnTo>
                    <a:pt x="7843826" y="30020"/>
                  </a:lnTo>
                  <a:lnTo>
                    <a:pt x="7910074" y="20303"/>
                  </a:lnTo>
                  <a:lnTo>
                    <a:pt x="7962021" y="13482"/>
                  </a:lnTo>
                  <a:lnTo>
                    <a:pt x="7998563" y="9164"/>
                  </a:lnTo>
                  <a:lnTo>
                    <a:pt x="8020487" y="6822"/>
                  </a:lnTo>
                  <a:lnTo>
                    <a:pt x="8030459" y="5856"/>
                  </a:lnTo>
                  <a:lnTo>
                    <a:pt x="8032819" y="5647"/>
                  </a:lnTo>
                  <a:lnTo>
                    <a:pt x="8554953" y="5647"/>
                  </a:lnTo>
                  <a:lnTo>
                    <a:pt x="8554953" y="0"/>
                  </a:lnTo>
                  <a:lnTo>
                    <a:pt x="8032819" y="0"/>
                  </a:lnTo>
                  <a:lnTo>
                    <a:pt x="8031730" y="94"/>
                  </a:lnTo>
                  <a:lnTo>
                    <a:pt x="8024581" y="768"/>
                  </a:lnTo>
                  <a:lnTo>
                    <a:pt x="8006618" y="2630"/>
                  </a:lnTo>
                  <a:lnTo>
                    <a:pt x="7974650" y="6293"/>
                  </a:lnTo>
                  <a:lnTo>
                    <a:pt x="7927310" y="12312"/>
                  </a:lnTo>
                  <a:lnTo>
                    <a:pt x="7865150" y="21125"/>
                  </a:lnTo>
                  <a:lnTo>
                    <a:pt x="7790421" y="33011"/>
                  </a:lnTo>
                  <a:lnTo>
                    <a:pt x="7706533" y="48089"/>
                  </a:lnTo>
                  <a:lnTo>
                    <a:pt x="7617363" y="66354"/>
                  </a:lnTo>
                  <a:lnTo>
                    <a:pt x="7526603" y="87741"/>
                  </a:lnTo>
                  <a:lnTo>
                    <a:pt x="7437311" y="112186"/>
                  </a:lnTo>
                  <a:lnTo>
                    <a:pt x="7351697" y="139685"/>
                  </a:lnTo>
                  <a:lnTo>
                    <a:pt x="7271121" y="170333"/>
                  </a:lnTo>
                  <a:lnTo>
                    <a:pt x="7196207" y="204341"/>
                  </a:lnTo>
                  <a:lnTo>
                    <a:pt x="7127013" y="242043"/>
                  </a:lnTo>
                  <a:lnTo>
                    <a:pt x="7063200" y="283894"/>
                  </a:lnTo>
                  <a:lnTo>
                    <a:pt x="7004174" y="330455"/>
                  </a:lnTo>
                  <a:lnTo>
                    <a:pt x="6949196" y="382366"/>
                  </a:lnTo>
                  <a:lnTo>
                    <a:pt x="6897464" y="440302"/>
                  </a:lnTo>
                  <a:lnTo>
                    <a:pt x="6848181" y="504886"/>
                  </a:lnTo>
                  <a:lnTo>
                    <a:pt x="6800613" y="576550"/>
                  </a:lnTo>
                  <a:lnTo>
                    <a:pt x="6786527" y="599541"/>
                  </a:lnTo>
                  <a:lnTo>
                    <a:pt x="6752741" y="657901"/>
                  </a:lnTo>
                  <a:lnTo>
                    <a:pt x="6719260" y="720131"/>
                  </a:lnTo>
                  <a:lnTo>
                    <a:pt x="6685914" y="786311"/>
                  </a:lnTo>
                  <a:lnTo>
                    <a:pt x="6652564" y="856468"/>
                  </a:lnTo>
                  <a:lnTo>
                    <a:pt x="6619104" y="930577"/>
                  </a:lnTo>
                  <a:lnTo>
                    <a:pt x="6585454" y="1008550"/>
                  </a:lnTo>
                  <a:lnTo>
                    <a:pt x="6551556" y="1090235"/>
                  </a:lnTo>
                  <a:lnTo>
                    <a:pt x="6517379" y="1175412"/>
                  </a:lnTo>
                  <a:lnTo>
                    <a:pt x="6482911" y="1263798"/>
                  </a:lnTo>
                  <a:lnTo>
                    <a:pt x="6448159" y="1355040"/>
                  </a:lnTo>
                  <a:lnTo>
                    <a:pt x="6413149" y="1448726"/>
                  </a:lnTo>
                  <a:lnTo>
                    <a:pt x="6377920" y="1544390"/>
                  </a:lnTo>
                  <a:lnTo>
                    <a:pt x="6342523" y="1641518"/>
                  </a:lnTo>
                  <a:lnTo>
                    <a:pt x="6307019" y="1739562"/>
                  </a:lnTo>
                  <a:lnTo>
                    <a:pt x="6271474" y="1837954"/>
                  </a:lnTo>
                  <a:lnTo>
                    <a:pt x="6235956" y="1936114"/>
                  </a:lnTo>
                  <a:lnTo>
                    <a:pt x="6200532" y="2033471"/>
                  </a:lnTo>
                  <a:lnTo>
                    <a:pt x="6165265" y="2129471"/>
                  </a:lnTo>
                  <a:lnTo>
                    <a:pt x="6130207" y="2223593"/>
                  </a:lnTo>
                  <a:lnTo>
                    <a:pt x="6095401" y="2315360"/>
                  </a:lnTo>
                  <a:lnTo>
                    <a:pt x="6060875" y="2404349"/>
                  </a:lnTo>
                  <a:lnTo>
                    <a:pt x="6026639" y="2490195"/>
                  </a:lnTo>
                  <a:lnTo>
                    <a:pt x="5992688" y="2572600"/>
                  </a:lnTo>
                  <a:lnTo>
                    <a:pt x="5958991" y="2651332"/>
                  </a:lnTo>
                  <a:lnTo>
                    <a:pt x="5925499" y="2726225"/>
                  </a:lnTo>
                  <a:lnTo>
                    <a:pt x="5892135" y="2797180"/>
                  </a:lnTo>
                  <a:lnTo>
                    <a:pt x="5858798" y="2864157"/>
                  </a:lnTo>
                  <a:lnTo>
                    <a:pt x="5825356" y="2927175"/>
                  </a:lnTo>
                  <a:lnTo>
                    <a:pt x="5791647" y="2986303"/>
                  </a:lnTo>
                  <a:lnTo>
                    <a:pt x="5784835" y="2997706"/>
                  </a:lnTo>
                  <a:lnTo>
                    <a:pt x="5737658" y="3071533"/>
                  </a:lnTo>
                  <a:lnTo>
                    <a:pt x="5688964" y="3138218"/>
                  </a:lnTo>
                  <a:lnTo>
                    <a:pt x="5638052" y="3198095"/>
                  </a:lnTo>
                  <a:lnTo>
                    <a:pt x="5584137" y="3251751"/>
                  </a:lnTo>
                  <a:lnTo>
                    <a:pt x="5526412" y="3299853"/>
                  </a:lnTo>
                  <a:lnTo>
                    <a:pt x="5464112" y="3343059"/>
                  </a:lnTo>
                  <a:lnTo>
                    <a:pt x="5396589" y="3381957"/>
                  </a:lnTo>
                  <a:lnTo>
                    <a:pt x="5323412" y="3417037"/>
                  </a:lnTo>
                  <a:lnTo>
                    <a:pt x="5244505" y="3448669"/>
                  </a:lnTo>
                  <a:lnTo>
                    <a:pt x="5160302" y="3477102"/>
                  </a:lnTo>
                  <a:lnTo>
                    <a:pt x="5071925" y="3502464"/>
                  </a:lnTo>
                  <a:lnTo>
                    <a:pt x="4981322" y="3524776"/>
                  </a:lnTo>
                  <a:lnTo>
                    <a:pt x="4891307" y="3543990"/>
                  </a:lnTo>
                  <a:lnTo>
                    <a:pt x="4805418" y="3560033"/>
                  </a:lnTo>
                  <a:lnTo>
                    <a:pt x="4727536" y="3572874"/>
                  </a:lnTo>
                  <a:lnTo>
                    <a:pt x="4661288" y="3582591"/>
                  </a:lnTo>
                  <a:lnTo>
                    <a:pt x="4609341" y="3589412"/>
                  </a:lnTo>
                  <a:lnTo>
                    <a:pt x="4572799" y="3593730"/>
                  </a:lnTo>
                  <a:lnTo>
                    <a:pt x="4550875" y="3596072"/>
                  </a:lnTo>
                  <a:lnTo>
                    <a:pt x="4540903" y="3597038"/>
                  </a:lnTo>
                  <a:lnTo>
                    <a:pt x="4538543" y="3597247"/>
                  </a:lnTo>
                  <a:lnTo>
                    <a:pt x="4016409" y="3597247"/>
                  </a:lnTo>
                  <a:lnTo>
                    <a:pt x="4015145" y="3597265"/>
                  </a:lnTo>
                  <a:lnTo>
                    <a:pt x="4006881" y="3597394"/>
                  </a:lnTo>
                  <a:lnTo>
                    <a:pt x="3986216" y="3597748"/>
                  </a:lnTo>
                  <a:lnTo>
                    <a:pt x="3949704" y="3598444"/>
                  </a:lnTo>
                  <a:lnTo>
                    <a:pt x="3896158" y="3599584"/>
                  </a:lnTo>
                  <a:lnTo>
                    <a:pt x="3826717" y="3601245"/>
                  </a:lnTo>
                  <a:lnTo>
                    <a:pt x="3744450" y="3603469"/>
                  </a:lnTo>
                  <a:lnTo>
                    <a:pt x="3653589" y="3606272"/>
                  </a:lnTo>
                  <a:lnTo>
                    <a:pt x="3558633" y="3609646"/>
                  </a:lnTo>
                  <a:lnTo>
                    <a:pt x="3463595" y="3613578"/>
                  </a:lnTo>
                  <a:lnTo>
                    <a:pt x="3371561" y="3618060"/>
                  </a:lnTo>
                  <a:lnTo>
                    <a:pt x="3284554" y="3623102"/>
                  </a:lnTo>
                  <a:lnTo>
                    <a:pt x="3203627" y="3628733"/>
                  </a:lnTo>
                  <a:lnTo>
                    <a:pt x="3129060" y="3635009"/>
                  </a:lnTo>
                  <a:lnTo>
                    <a:pt x="3060580" y="3642011"/>
                  </a:lnTo>
                  <a:lnTo>
                    <a:pt x="2997559" y="3649839"/>
                  </a:lnTo>
                  <a:lnTo>
                    <a:pt x="2939163" y="3658613"/>
                  </a:lnTo>
                  <a:lnTo>
                    <a:pt x="2884464" y="3668461"/>
                  </a:lnTo>
                  <a:lnTo>
                    <a:pt x="2832533" y="3679503"/>
                  </a:lnTo>
                  <a:lnTo>
                    <a:pt x="2782513" y="3691822"/>
                  </a:lnTo>
                  <a:lnTo>
                    <a:pt x="2770117" y="3695132"/>
                  </a:lnTo>
                  <a:lnTo>
                    <a:pt x="2717740" y="3710215"/>
                  </a:lnTo>
                  <a:lnTo>
                    <a:pt x="2665870" y="3726842"/>
                  </a:lnTo>
                  <a:lnTo>
                    <a:pt x="2613970" y="3745036"/>
                  </a:lnTo>
                  <a:lnTo>
                    <a:pt x="2561674" y="3764766"/>
                  </a:lnTo>
                  <a:lnTo>
                    <a:pt x="2508767" y="3785941"/>
                  </a:lnTo>
                  <a:lnTo>
                    <a:pt x="2455164" y="3808406"/>
                  </a:lnTo>
                  <a:lnTo>
                    <a:pt x="2400896" y="3831945"/>
                  </a:lnTo>
                  <a:lnTo>
                    <a:pt x="2346089" y="3856285"/>
                  </a:lnTo>
                  <a:lnTo>
                    <a:pt x="2290941" y="3881108"/>
                  </a:lnTo>
                  <a:lnTo>
                    <a:pt x="2235693" y="3906069"/>
                  </a:lnTo>
                  <a:lnTo>
                    <a:pt x="2180599" y="3930817"/>
                  </a:lnTo>
                  <a:lnTo>
                    <a:pt x="2125893" y="3955009"/>
                  </a:lnTo>
                  <a:lnTo>
                    <a:pt x="2071761" y="3978338"/>
                  </a:lnTo>
                  <a:lnTo>
                    <a:pt x="2018309" y="4000541"/>
                  </a:lnTo>
                  <a:lnTo>
                    <a:pt x="1965545" y="4021415"/>
                  </a:lnTo>
                  <a:lnTo>
                    <a:pt x="1913358" y="4040819"/>
                  </a:lnTo>
                  <a:lnTo>
                    <a:pt x="1861501" y="4058676"/>
                  </a:lnTo>
                  <a:lnTo>
                    <a:pt x="1809574" y="4074967"/>
                  </a:lnTo>
                  <a:lnTo>
                    <a:pt x="1768425" y="4086669"/>
                  </a:lnTo>
                  <a:lnTo>
                    <a:pt x="1718769" y="4099315"/>
                  </a:lnTo>
                  <a:lnTo>
                    <a:pt x="1667395" y="4110673"/>
                  </a:lnTo>
                  <a:lnTo>
                    <a:pt x="1613481" y="4120811"/>
                  </a:lnTo>
                  <a:lnTo>
                    <a:pt x="1556105" y="4129844"/>
                  </a:lnTo>
                  <a:lnTo>
                    <a:pt x="1494334" y="4137899"/>
                  </a:lnTo>
                  <a:lnTo>
                    <a:pt x="1427300" y="4145098"/>
                  </a:lnTo>
                  <a:lnTo>
                    <a:pt x="1354311" y="4151549"/>
                  </a:lnTo>
                  <a:lnTo>
                    <a:pt x="1274986" y="4157337"/>
                  </a:lnTo>
                  <a:lnTo>
                    <a:pt x="1189447" y="4162523"/>
                  </a:lnTo>
                  <a:lnTo>
                    <a:pt x="1098530" y="4167145"/>
                  </a:lnTo>
                  <a:lnTo>
                    <a:pt x="1004000" y="4171215"/>
                  </a:lnTo>
                  <a:lnTo>
                    <a:pt x="908676" y="4174731"/>
                  </a:lnTo>
                  <a:lnTo>
                    <a:pt x="816367" y="4177679"/>
                  </a:lnTo>
                  <a:lnTo>
                    <a:pt x="731509" y="4180050"/>
                  </a:lnTo>
                  <a:lnTo>
                    <a:pt x="658484" y="4181849"/>
                  </a:lnTo>
                  <a:lnTo>
                    <a:pt x="600738" y="4183114"/>
                  </a:lnTo>
                  <a:lnTo>
                    <a:pt x="559949" y="4183914"/>
                  </a:lnTo>
                  <a:lnTo>
                    <a:pt x="535530" y="4184344"/>
                  </a:lnTo>
                  <a:lnTo>
                    <a:pt x="524578" y="4184518"/>
                  </a:lnTo>
                  <a:lnTo>
                    <a:pt x="522133" y="4184553"/>
                  </a:lnTo>
                  <a:lnTo>
                    <a:pt x="0" y="4184553"/>
                  </a:lnTo>
                  <a:close/>
                </a:path>
              </a:pathLst>
            </a:custGeom>
            <a:solidFill>
              <a:srgbClr val="E78AC3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1389" name="pl1389"/>
            <p:cNvSpPr/>
            <p:nvPr/>
          </p:nvSpPr>
          <p:spPr>
            <a:xfrm>
              <a:off x="386606" y="615181"/>
              <a:ext cx="8554953" cy="4184553"/>
            </a:xfrm>
            <a:custGeom>
              <a:avLst/>
              <a:pathLst>
                <a:path w="8554953" h="4184553">
                  <a:moveTo>
                    <a:pt x="0" y="4184553"/>
                  </a:moveTo>
                  <a:lnTo>
                    <a:pt x="522133" y="4184553"/>
                  </a:lnTo>
                  <a:lnTo>
                    <a:pt x="523397" y="4184535"/>
                  </a:lnTo>
                  <a:lnTo>
                    <a:pt x="531662" y="4184407"/>
                  </a:lnTo>
                  <a:lnTo>
                    <a:pt x="552326" y="4184053"/>
                  </a:lnTo>
                  <a:lnTo>
                    <a:pt x="588839" y="4183357"/>
                  </a:lnTo>
                  <a:lnTo>
                    <a:pt x="642384" y="4182217"/>
                  </a:lnTo>
                  <a:lnTo>
                    <a:pt x="711825" y="4180556"/>
                  </a:lnTo>
                  <a:lnTo>
                    <a:pt x="794092" y="4178332"/>
                  </a:lnTo>
                  <a:lnTo>
                    <a:pt x="884953" y="4175529"/>
                  </a:lnTo>
                  <a:lnTo>
                    <a:pt x="979909" y="4172155"/>
                  </a:lnTo>
                  <a:lnTo>
                    <a:pt x="1074947" y="4168223"/>
                  </a:lnTo>
                  <a:lnTo>
                    <a:pt x="1166981" y="4163741"/>
                  </a:lnTo>
                  <a:lnTo>
                    <a:pt x="1253989" y="4158699"/>
                  </a:lnTo>
                  <a:lnTo>
                    <a:pt x="1334915" y="4153068"/>
                  </a:lnTo>
                  <a:lnTo>
                    <a:pt x="1409482" y="4146791"/>
                  </a:lnTo>
                  <a:lnTo>
                    <a:pt x="1477962" y="4139790"/>
                  </a:lnTo>
                  <a:lnTo>
                    <a:pt x="1540983" y="4131962"/>
                  </a:lnTo>
                  <a:lnTo>
                    <a:pt x="1599380" y="4123187"/>
                  </a:lnTo>
                  <a:lnTo>
                    <a:pt x="1654078" y="4113339"/>
                  </a:lnTo>
                  <a:lnTo>
                    <a:pt x="1706009" y="4102298"/>
                  </a:lnTo>
                  <a:lnTo>
                    <a:pt x="1756029" y="4089979"/>
                  </a:lnTo>
                  <a:lnTo>
                    <a:pt x="1768425" y="4086669"/>
                  </a:lnTo>
                  <a:lnTo>
                    <a:pt x="1820803" y="4071586"/>
                  </a:lnTo>
                  <a:lnTo>
                    <a:pt x="1872672" y="4054959"/>
                  </a:lnTo>
                  <a:lnTo>
                    <a:pt x="1924572" y="4036764"/>
                  </a:lnTo>
                  <a:lnTo>
                    <a:pt x="1976868" y="4017034"/>
                  </a:lnTo>
                  <a:lnTo>
                    <a:pt x="2029775" y="3995860"/>
                  </a:lnTo>
                  <a:lnTo>
                    <a:pt x="2083378" y="3973394"/>
                  </a:lnTo>
                  <a:lnTo>
                    <a:pt x="2137646" y="3949856"/>
                  </a:lnTo>
                  <a:lnTo>
                    <a:pt x="2192453" y="3925516"/>
                  </a:lnTo>
                  <a:lnTo>
                    <a:pt x="2247601" y="3900693"/>
                  </a:lnTo>
                  <a:lnTo>
                    <a:pt x="2302849" y="3875731"/>
                  </a:lnTo>
                  <a:lnTo>
                    <a:pt x="2357943" y="3850984"/>
                  </a:lnTo>
                  <a:lnTo>
                    <a:pt x="2412649" y="3826792"/>
                  </a:lnTo>
                  <a:lnTo>
                    <a:pt x="2466781" y="3803463"/>
                  </a:lnTo>
                  <a:lnTo>
                    <a:pt x="2520233" y="3781260"/>
                  </a:lnTo>
                  <a:lnTo>
                    <a:pt x="2572997" y="3760386"/>
                  </a:lnTo>
                  <a:lnTo>
                    <a:pt x="2625184" y="3740981"/>
                  </a:lnTo>
                  <a:lnTo>
                    <a:pt x="2677041" y="3723124"/>
                  </a:lnTo>
                  <a:lnTo>
                    <a:pt x="2728969" y="3706834"/>
                  </a:lnTo>
                  <a:lnTo>
                    <a:pt x="2770117" y="3695132"/>
                  </a:lnTo>
                  <a:lnTo>
                    <a:pt x="2819774" y="3682486"/>
                  </a:lnTo>
                  <a:lnTo>
                    <a:pt x="2871147" y="3671128"/>
                  </a:lnTo>
                  <a:lnTo>
                    <a:pt x="2925061" y="3660990"/>
                  </a:lnTo>
                  <a:lnTo>
                    <a:pt x="2982437" y="3651957"/>
                  </a:lnTo>
                  <a:lnTo>
                    <a:pt x="3044208" y="3643902"/>
                  </a:lnTo>
                  <a:lnTo>
                    <a:pt x="3111242" y="3636703"/>
                  </a:lnTo>
                  <a:lnTo>
                    <a:pt x="3184231" y="3630252"/>
                  </a:lnTo>
                  <a:lnTo>
                    <a:pt x="3263556" y="3624464"/>
                  </a:lnTo>
                  <a:lnTo>
                    <a:pt x="3349095" y="3619278"/>
                  </a:lnTo>
                  <a:lnTo>
                    <a:pt x="3440012" y="3614656"/>
                  </a:lnTo>
                  <a:lnTo>
                    <a:pt x="3534542" y="3610585"/>
                  </a:lnTo>
                  <a:lnTo>
                    <a:pt x="3629866" y="3607069"/>
                  </a:lnTo>
                  <a:lnTo>
                    <a:pt x="3722175" y="3604121"/>
                  </a:lnTo>
                  <a:lnTo>
                    <a:pt x="3807033" y="3601751"/>
                  </a:lnTo>
                  <a:lnTo>
                    <a:pt x="3880058" y="3599951"/>
                  </a:lnTo>
                  <a:lnTo>
                    <a:pt x="3937804" y="3598686"/>
                  </a:lnTo>
                  <a:lnTo>
                    <a:pt x="3978593" y="3597887"/>
                  </a:lnTo>
                  <a:lnTo>
                    <a:pt x="4003012" y="3597457"/>
                  </a:lnTo>
                  <a:lnTo>
                    <a:pt x="4013964" y="3597283"/>
                  </a:lnTo>
                  <a:lnTo>
                    <a:pt x="4016388" y="3597248"/>
                  </a:lnTo>
                  <a:lnTo>
                    <a:pt x="4016409" y="3597247"/>
                  </a:lnTo>
                  <a:lnTo>
                    <a:pt x="4538543" y="3597247"/>
                  </a:lnTo>
                  <a:lnTo>
                    <a:pt x="4539632" y="3597153"/>
                  </a:lnTo>
                  <a:lnTo>
                    <a:pt x="4546781" y="3596479"/>
                  </a:lnTo>
                  <a:lnTo>
                    <a:pt x="4564744" y="3594617"/>
                  </a:lnTo>
                  <a:lnTo>
                    <a:pt x="4596712" y="3590954"/>
                  </a:lnTo>
                  <a:lnTo>
                    <a:pt x="4644052" y="3584935"/>
                  </a:lnTo>
                  <a:lnTo>
                    <a:pt x="4706212" y="3576122"/>
                  </a:lnTo>
                  <a:lnTo>
                    <a:pt x="4780941" y="3564236"/>
                  </a:lnTo>
                  <a:lnTo>
                    <a:pt x="4864829" y="3549158"/>
                  </a:lnTo>
                  <a:lnTo>
                    <a:pt x="4953999" y="3530893"/>
                  </a:lnTo>
                  <a:lnTo>
                    <a:pt x="5044759" y="3509506"/>
                  </a:lnTo>
                  <a:lnTo>
                    <a:pt x="5134051" y="3485061"/>
                  </a:lnTo>
                  <a:lnTo>
                    <a:pt x="5219664" y="3457562"/>
                  </a:lnTo>
                  <a:lnTo>
                    <a:pt x="5300241" y="3426914"/>
                  </a:lnTo>
                  <a:lnTo>
                    <a:pt x="5375155" y="3392906"/>
                  </a:lnTo>
                  <a:lnTo>
                    <a:pt x="5444349" y="3355204"/>
                  </a:lnTo>
                  <a:lnTo>
                    <a:pt x="5508162" y="3313353"/>
                  </a:lnTo>
                  <a:lnTo>
                    <a:pt x="5567188" y="3266792"/>
                  </a:lnTo>
                  <a:lnTo>
                    <a:pt x="5622166" y="3214881"/>
                  </a:lnTo>
                  <a:lnTo>
                    <a:pt x="5673898" y="3156945"/>
                  </a:lnTo>
                  <a:lnTo>
                    <a:pt x="5723181" y="3092361"/>
                  </a:lnTo>
                  <a:lnTo>
                    <a:pt x="5770749" y="3020697"/>
                  </a:lnTo>
                  <a:lnTo>
                    <a:pt x="5784835" y="2997706"/>
                  </a:lnTo>
                  <a:lnTo>
                    <a:pt x="5818621" y="2939346"/>
                  </a:lnTo>
                  <a:lnTo>
                    <a:pt x="5852102" y="2877116"/>
                  </a:lnTo>
                  <a:lnTo>
                    <a:pt x="5885448" y="2810936"/>
                  </a:lnTo>
                  <a:lnTo>
                    <a:pt x="5918798" y="2740779"/>
                  </a:lnTo>
                  <a:lnTo>
                    <a:pt x="5952257" y="2666670"/>
                  </a:lnTo>
                  <a:lnTo>
                    <a:pt x="5985908" y="2588697"/>
                  </a:lnTo>
                  <a:lnTo>
                    <a:pt x="6019806" y="2507012"/>
                  </a:lnTo>
                  <a:lnTo>
                    <a:pt x="6053983" y="2421834"/>
                  </a:lnTo>
                  <a:lnTo>
                    <a:pt x="6088451" y="2333449"/>
                  </a:lnTo>
                  <a:lnTo>
                    <a:pt x="6123203" y="2242207"/>
                  </a:lnTo>
                  <a:lnTo>
                    <a:pt x="6158213" y="2148521"/>
                  </a:lnTo>
                  <a:lnTo>
                    <a:pt x="6193442" y="2052857"/>
                  </a:lnTo>
                  <a:lnTo>
                    <a:pt x="6228839" y="1955729"/>
                  </a:lnTo>
                  <a:lnTo>
                    <a:pt x="6264343" y="1857685"/>
                  </a:lnTo>
                  <a:lnTo>
                    <a:pt x="6299888" y="1759293"/>
                  </a:lnTo>
                  <a:lnTo>
                    <a:pt x="6335406" y="1661133"/>
                  </a:lnTo>
                  <a:lnTo>
                    <a:pt x="6370829" y="1563776"/>
                  </a:lnTo>
                  <a:lnTo>
                    <a:pt x="6406097" y="1467776"/>
                  </a:lnTo>
                  <a:lnTo>
                    <a:pt x="6441155" y="1373654"/>
                  </a:lnTo>
                  <a:lnTo>
                    <a:pt x="6475961" y="1281887"/>
                  </a:lnTo>
                  <a:lnTo>
                    <a:pt x="6510487" y="1192898"/>
                  </a:lnTo>
                  <a:lnTo>
                    <a:pt x="6544722" y="1107052"/>
                  </a:lnTo>
                  <a:lnTo>
                    <a:pt x="6578674" y="1024647"/>
                  </a:lnTo>
                  <a:lnTo>
                    <a:pt x="6612371" y="945915"/>
                  </a:lnTo>
                  <a:lnTo>
                    <a:pt x="6645863" y="871022"/>
                  </a:lnTo>
                  <a:lnTo>
                    <a:pt x="6679227" y="800067"/>
                  </a:lnTo>
                  <a:lnTo>
                    <a:pt x="6712564" y="733090"/>
                  </a:lnTo>
                  <a:lnTo>
                    <a:pt x="6746006" y="670072"/>
                  </a:lnTo>
                  <a:lnTo>
                    <a:pt x="6779715" y="610944"/>
                  </a:lnTo>
                  <a:lnTo>
                    <a:pt x="6786527" y="599541"/>
                  </a:lnTo>
                  <a:lnTo>
                    <a:pt x="6833704" y="525714"/>
                  </a:lnTo>
                  <a:lnTo>
                    <a:pt x="6882398" y="459029"/>
                  </a:lnTo>
                  <a:lnTo>
                    <a:pt x="6933310" y="399152"/>
                  </a:lnTo>
                  <a:lnTo>
                    <a:pt x="6987225" y="345496"/>
                  </a:lnTo>
                  <a:lnTo>
                    <a:pt x="7044950" y="297394"/>
                  </a:lnTo>
                  <a:lnTo>
                    <a:pt x="7107250" y="254188"/>
                  </a:lnTo>
                  <a:lnTo>
                    <a:pt x="7174773" y="215290"/>
                  </a:lnTo>
                  <a:lnTo>
                    <a:pt x="7247950" y="180210"/>
                  </a:lnTo>
                  <a:lnTo>
                    <a:pt x="7326857" y="148578"/>
                  </a:lnTo>
                  <a:lnTo>
                    <a:pt x="7411060" y="120145"/>
                  </a:lnTo>
                  <a:lnTo>
                    <a:pt x="7499437" y="94783"/>
                  </a:lnTo>
                  <a:lnTo>
                    <a:pt x="7590040" y="72471"/>
                  </a:lnTo>
                  <a:lnTo>
                    <a:pt x="7680054" y="53257"/>
                  </a:lnTo>
                  <a:lnTo>
                    <a:pt x="7765944" y="37214"/>
                  </a:lnTo>
                  <a:lnTo>
                    <a:pt x="7843826" y="24373"/>
                  </a:lnTo>
                  <a:lnTo>
                    <a:pt x="7910074" y="14656"/>
                  </a:lnTo>
                  <a:lnTo>
                    <a:pt x="7962021" y="7835"/>
                  </a:lnTo>
                  <a:lnTo>
                    <a:pt x="7998563" y="3517"/>
                  </a:lnTo>
                  <a:lnTo>
                    <a:pt x="8020487" y="1175"/>
                  </a:lnTo>
                  <a:lnTo>
                    <a:pt x="8030459" y="209"/>
                  </a:lnTo>
                  <a:lnTo>
                    <a:pt x="8032788" y="2"/>
                  </a:lnTo>
                  <a:lnTo>
                    <a:pt x="8032819" y="0"/>
                  </a:lnTo>
                  <a:lnTo>
                    <a:pt x="8554953" y="0"/>
                  </a:lnTo>
                  <a:lnTo>
                    <a:pt x="8554953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390" name="pl1390"/>
            <p:cNvSpPr/>
            <p:nvPr/>
          </p:nvSpPr>
          <p:spPr>
            <a:xfrm>
              <a:off x="386606" y="609533"/>
              <a:ext cx="8554953" cy="4184553"/>
            </a:xfrm>
            <a:custGeom>
              <a:avLst/>
              <a:pathLst>
                <a:path w="8554953" h="4184553">
                  <a:moveTo>
                    <a:pt x="8554953" y="0"/>
                  </a:moveTo>
                  <a:lnTo>
                    <a:pt x="8032819" y="0"/>
                  </a:lnTo>
                  <a:lnTo>
                    <a:pt x="8031730" y="94"/>
                  </a:lnTo>
                  <a:lnTo>
                    <a:pt x="8024581" y="768"/>
                  </a:lnTo>
                  <a:lnTo>
                    <a:pt x="8006618" y="2630"/>
                  </a:lnTo>
                  <a:lnTo>
                    <a:pt x="7974650" y="6293"/>
                  </a:lnTo>
                  <a:lnTo>
                    <a:pt x="7927310" y="12312"/>
                  </a:lnTo>
                  <a:lnTo>
                    <a:pt x="7865150" y="21125"/>
                  </a:lnTo>
                  <a:lnTo>
                    <a:pt x="7790421" y="33011"/>
                  </a:lnTo>
                  <a:lnTo>
                    <a:pt x="7706533" y="48089"/>
                  </a:lnTo>
                  <a:lnTo>
                    <a:pt x="7617363" y="66354"/>
                  </a:lnTo>
                  <a:lnTo>
                    <a:pt x="7526603" y="87741"/>
                  </a:lnTo>
                  <a:lnTo>
                    <a:pt x="7437311" y="112186"/>
                  </a:lnTo>
                  <a:lnTo>
                    <a:pt x="7351697" y="139685"/>
                  </a:lnTo>
                  <a:lnTo>
                    <a:pt x="7271121" y="170333"/>
                  </a:lnTo>
                  <a:lnTo>
                    <a:pt x="7196207" y="204341"/>
                  </a:lnTo>
                  <a:lnTo>
                    <a:pt x="7127013" y="242043"/>
                  </a:lnTo>
                  <a:lnTo>
                    <a:pt x="7063200" y="283894"/>
                  </a:lnTo>
                  <a:lnTo>
                    <a:pt x="7004174" y="330455"/>
                  </a:lnTo>
                  <a:lnTo>
                    <a:pt x="6949196" y="382366"/>
                  </a:lnTo>
                  <a:lnTo>
                    <a:pt x="6897464" y="440302"/>
                  </a:lnTo>
                  <a:lnTo>
                    <a:pt x="6848181" y="504886"/>
                  </a:lnTo>
                  <a:lnTo>
                    <a:pt x="6800613" y="576550"/>
                  </a:lnTo>
                  <a:lnTo>
                    <a:pt x="6786527" y="599541"/>
                  </a:lnTo>
                  <a:lnTo>
                    <a:pt x="6752741" y="657901"/>
                  </a:lnTo>
                  <a:lnTo>
                    <a:pt x="6719260" y="720131"/>
                  </a:lnTo>
                  <a:lnTo>
                    <a:pt x="6685914" y="786311"/>
                  </a:lnTo>
                  <a:lnTo>
                    <a:pt x="6652564" y="856468"/>
                  </a:lnTo>
                  <a:lnTo>
                    <a:pt x="6619104" y="930577"/>
                  </a:lnTo>
                  <a:lnTo>
                    <a:pt x="6585454" y="1008550"/>
                  </a:lnTo>
                  <a:lnTo>
                    <a:pt x="6551556" y="1090235"/>
                  </a:lnTo>
                  <a:lnTo>
                    <a:pt x="6517379" y="1175412"/>
                  </a:lnTo>
                  <a:lnTo>
                    <a:pt x="6482911" y="1263798"/>
                  </a:lnTo>
                  <a:lnTo>
                    <a:pt x="6448159" y="1355040"/>
                  </a:lnTo>
                  <a:lnTo>
                    <a:pt x="6413149" y="1448726"/>
                  </a:lnTo>
                  <a:lnTo>
                    <a:pt x="6377920" y="1544390"/>
                  </a:lnTo>
                  <a:lnTo>
                    <a:pt x="6342523" y="1641518"/>
                  </a:lnTo>
                  <a:lnTo>
                    <a:pt x="6307019" y="1739562"/>
                  </a:lnTo>
                  <a:lnTo>
                    <a:pt x="6271474" y="1837954"/>
                  </a:lnTo>
                  <a:lnTo>
                    <a:pt x="6235956" y="1936114"/>
                  </a:lnTo>
                  <a:lnTo>
                    <a:pt x="6200532" y="2033471"/>
                  </a:lnTo>
                  <a:lnTo>
                    <a:pt x="6165265" y="2129471"/>
                  </a:lnTo>
                  <a:lnTo>
                    <a:pt x="6130207" y="2223593"/>
                  </a:lnTo>
                  <a:lnTo>
                    <a:pt x="6095401" y="2315360"/>
                  </a:lnTo>
                  <a:lnTo>
                    <a:pt x="6060875" y="2404349"/>
                  </a:lnTo>
                  <a:lnTo>
                    <a:pt x="6026639" y="2490195"/>
                  </a:lnTo>
                  <a:lnTo>
                    <a:pt x="5992688" y="2572600"/>
                  </a:lnTo>
                  <a:lnTo>
                    <a:pt x="5958991" y="2651332"/>
                  </a:lnTo>
                  <a:lnTo>
                    <a:pt x="5925499" y="2726225"/>
                  </a:lnTo>
                  <a:lnTo>
                    <a:pt x="5892135" y="2797180"/>
                  </a:lnTo>
                  <a:lnTo>
                    <a:pt x="5858798" y="2864157"/>
                  </a:lnTo>
                  <a:lnTo>
                    <a:pt x="5825356" y="2927175"/>
                  </a:lnTo>
                  <a:lnTo>
                    <a:pt x="5791647" y="2986303"/>
                  </a:lnTo>
                  <a:lnTo>
                    <a:pt x="5784835" y="2997706"/>
                  </a:lnTo>
                  <a:lnTo>
                    <a:pt x="5737658" y="3071533"/>
                  </a:lnTo>
                  <a:lnTo>
                    <a:pt x="5688964" y="3138218"/>
                  </a:lnTo>
                  <a:lnTo>
                    <a:pt x="5638052" y="3198095"/>
                  </a:lnTo>
                  <a:lnTo>
                    <a:pt x="5584137" y="3251751"/>
                  </a:lnTo>
                  <a:lnTo>
                    <a:pt x="5526412" y="3299853"/>
                  </a:lnTo>
                  <a:lnTo>
                    <a:pt x="5464112" y="3343059"/>
                  </a:lnTo>
                  <a:lnTo>
                    <a:pt x="5396589" y="3381957"/>
                  </a:lnTo>
                  <a:lnTo>
                    <a:pt x="5323412" y="3417037"/>
                  </a:lnTo>
                  <a:lnTo>
                    <a:pt x="5244505" y="3448669"/>
                  </a:lnTo>
                  <a:lnTo>
                    <a:pt x="5160302" y="3477102"/>
                  </a:lnTo>
                  <a:lnTo>
                    <a:pt x="5071925" y="3502464"/>
                  </a:lnTo>
                  <a:lnTo>
                    <a:pt x="4981322" y="3524776"/>
                  </a:lnTo>
                  <a:lnTo>
                    <a:pt x="4891307" y="3543990"/>
                  </a:lnTo>
                  <a:lnTo>
                    <a:pt x="4805418" y="3560033"/>
                  </a:lnTo>
                  <a:lnTo>
                    <a:pt x="4727536" y="3572874"/>
                  </a:lnTo>
                  <a:lnTo>
                    <a:pt x="4661288" y="3582591"/>
                  </a:lnTo>
                  <a:lnTo>
                    <a:pt x="4609341" y="3589412"/>
                  </a:lnTo>
                  <a:lnTo>
                    <a:pt x="4572799" y="3593730"/>
                  </a:lnTo>
                  <a:lnTo>
                    <a:pt x="4550875" y="3596072"/>
                  </a:lnTo>
                  <a:lnTo>
                    <a:pt x="4540903" y="3597038"/>
                  </a:lnTo>
                  <a:lnTo>
                    <a:pt x="4538574" y="3597245"/>
                  </a:lnTo>
                  <a:lnTo>
                    <a:pt x="4538543" y="3597247"/>
                  </a:lnTo>
                  <a:lnTo>
                    <a:pt x="4016409" y="3597247"/>
                  </a:lnTo>
                  <a:lnTo>
                    <a:pt x="4015145" y="3597265"/>
                  </a:lnTo>
                  <a:lnTo>
                    <a:pt x="4006881" y="3597394"/>
                  </a:lnTo>
                  <a:lnTo>
                    <a:pt x="3986216" y="3597748"/>
                  </a:lnTo>
                  <a:lnTo>
                    <a:pt x="3949704" y="3598444"/>
                  </a:lnTo>
                  <a:lnTo>
                    <a:pt x="3896158" y="3599584"/>
                  </a:lnTo>
                  <a:lnTo>
                    <a:pt x="3826717" y="3601245"/>
                  </a:lnTo>
                  <a:lnTo>
                    <a:pt x="3744450" y="3603469"/>
                  </a:lnTo>
                  <a:lnTo>
                    <a:pt x="3653589" y="3606272"/>
                  </a:lnTo>
                  <a:lnTo>
                    <a:pt x="3558633" y="3609646"/>
                  </a:lnTo>
                  <a:lnTo>
                    <a:pt x="3463595" y="3613578"/>
                  </a:lnTo>
                  <a:lnTo>
                    <a:pt x="3371561" y="3618060"/>
                  </a:lnTo>
                  <a:lnTo>
                    <a:pt x="3284554" y="3623102"/>
                  </a:lnTo>
                  <a:lnTo>
                    <a:pt x="3203627" y="3628733"/>
                  </a:lnTo>
                  <a:lnTo>
                    <a:pt x="3129060" y="3635009"/>
                  </a:lnTo>
                  <a:lnTo>
                    <a:pt x="3060580" y="3642011"/>
                  </a:lnTo>
                  <a:lnTo>
                    <a:pt x="2997559" y="3649839"/>
                  </a:lnTo>
                  <a:lnTo>
                    <a:pt x="2939163" y="3658613"/>
                  </a:lnTo>
                  <a:lnTo>
                    <a:pt x="2884464" y="3668461"/>
                  </a:lnTo>
                  <a:lnTo>
                    <a:pt x="2832533" y="3679503"/>
                  </a:lnTo>
                  <a:lnTo>
                    <a:pt x="2782513" y="3691822"/>
                  </a:lnTo>
                  <a:lnTo>
                    <a:pt x="2770117" y="3695132"/>
                  </a:lnTo>
                  <a:lnTo>
                    <a:pt x="2717740" y="3710215"/>
                  </a:lnTo>
                  <a:lnTo>
                    <a:pt x="2665870" y="3726842"/>
                  </a:lnTo>
                  <a:lnTo>
                    <a:pt x="2613970" y="3745036"/>
                  </a:lnTo>
                  <a:lnTo>
                    <a:pt x="2561674" y="3764766"/>
                  </a:lnTo>
                  <a:lnTo>
                    <a:pt x="2508767" y="3785941"/>
                  </a:lnTo>
                  <a:lnTo>
                    <a:pt x="2455164" y="3808406"/>
                  </a:lnTo>
                  <a:lnTo>
                    <a:pt x="2400896" y="3831945"/>
                  </a:lnTo>
                  <a:lnTo>
                    <a:pt x="2346089" y="3856285"/>
                  </a:lnTo>
                  <a:lnTo>
                    <a:pt x="2290941" y="3881108"/>
                  </a:lnTo>
                  <a:lnTo>
                    <a:pt x="2235693" y="3906069"/>
                  </a:lnTo>
                  <a:lnTo>
                    <a:pt x="2180599" y="3930817"/>
                  </a:lnTo>
                  <a:lnTo>
                    <a:pt x="2125893" y="3955009"/>
                  </a:lnTo>
                  <a:lnTo>
                    <a:pt x="2071761" y="3978338"/>
                  </a:lnTo>
                  <a:lnTo>
                    <a:pt x="2018309" y="4000541"/>
                  </a:lnTo>
                  <a:lnTo>
                    <a:pt x="1965545" y="4021415"/>
                  </a:lnTo>
                  <a:lnTo>
                    <a:pt x="1913358" y="4040819"/>
                  </a:lnTo>
                  <a:lnTo>
                    <a:pt x="1861501" y="4058676"/>
                  </a:lnTo>
                  <a:lnTo>
                    <a:pt x="1809574" y="4074967"/>
                  </a:lnTo>
                  <a:lnTo>
                    <a:pt x="1768425" y="4086669"/>
                  </a:lnTo>
                  <a:lnTo>
                    <a:pt x="1718769" y="4099315"/>
                  </a:lnTo>
                  <a:lnTo>
                    <a:pt x="1667395" y="4110673"/>
                  </a:lnTo>
                  <a:lnTo>
                    <a:pt x="1613481" y="4120811"/>
                  </a:lnTo>
                  <a:lnTo>
                    <a:pt x="1556105" y="4129844"/>
                  </a:lnTo>
                  <a:lnTo>
                    <a:pt x="1494334" y="4137899"/>
                  </a:lnTo>
                  <a:lnTo>
                    <a:pt x="1427300" y="4145098"/>
                  </a:lnTo>
                  <a:lnTo>
                    <a:pt x="1354311" y="4151549"/>
                  </a:lnTo>
                  <a:lnTo>
                    <a:pt x="1274986" y="4157337"/>
                  </a:lnTo>
                  <a:lnTo>
                    <a:pt x="1189447" y="4162523"/>
                  </a:lnTo>
                  <a:lnTo>
                    <a:pt x="1098530" y="4167145"/>
                  </a:lnTo>
                  <a:lnTo>
                    <a:pt x="1004000" y="4171215"/>
                  </a:lnTo>
                  <a:lnTo>
                    <a:pt x="908676" y="4174731"/>
                  </a:lnTo>
                  <a:lnTo>
                    <a:pt x="816367" y="4177679"/>
                  </a:lnTo>
                  <a:lnTo>
                    <a:pt x="731509" y="4180050"/>
                  </a:lnTo>
                  <a:lnTo>
                    <a:pt x="658484" y="4181849"/>
                  </a:lnTo>
                  <a:lnTo>
                    <a:pt x="600738" y="4183114"/>
                  </a:lnTo>
                  <a:lnTo>
                    <a:pt x="559949" y="4183914"/>
                  </a:lnTo>
                  <a:lnTo>
                    <a:pt x="535530" y="4184344"/>
                  </a:lnTo>
                  <a:lnTo>
                    <a:pt x="524578" y="4184518"/>
                  </a:lnTo>
                  <a:lnTo>
                    <a:pt x="522154" y="4184553"/>
                  </a:lnTo>
                  <a:lnTo>
                    <a:pt x="522133" y="4184553"/>
                  </a:lnTo>
                  <a:lnTo>
                    <a:pt x="0" y="4184553"/>
                  </a:lnTo>
                  <a:lnTo>
                    <a:pt x="0" y="4184553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391" name="pg1391"/>
            <p:cNvSpPr/>
            <p:nvPr/>
          </p:nvSpPr>
          <p:spPr>
            <a:xfrm>
              <a:off x="386606" y="4291489"/>
              <a:ext cx="8554953" cy="525186"/>
            </a:xfrm>
            <a:custGeom>
              <a:avLst/>
              <a:pathLst>
                <a:path w="8554953" h="525186">
                  <a:moveTo>
                    <a:pt x="0" y="525186"/>
                  </a:moveTo>
                  <a:lnTo>
                    <a:pt x="522133" y="525186"/>
                  </a:lnTo>
                  <a:lnTo>
                    <a:pt x="523399" y="525171"/>
                  </a:lnTo>
                  <a:lnTo>
                    <a:pt x="531672" y="525060"/>
                  </a:lnTo>
                  <a:lnTo>
                    <a:pt x="552359" y="524753"/>
                  </a:lnTo>
                  <a:lnTo>
                    <a:pt x="588908" y="524150"/>
                  </a:lnTo>
                  <a:lnTo>
                    <a:pt x="642503" y="523162"/>
                  </a:lnTo>
                  <a:lnTo>
                    <a:pt x="712002" y="521724"/>
                  </a:lnTo>
                  <a:lnTo>
                    <a:pt x="794328" y="519796"/>
                  </a:lnTo>
                  <a:lnTo>
                    <a:pt x="885242" y="517368"/>
                  </a:lnTo>
                  <a:lnTo>
                    <a:pt x="980240" y="514446"/>
                  </a:lnTo>
                  <a:lnTo>
                    <a:pt x="1075309" y="511040"/>
                  </a:lnTo>
                  <a:lnTo>
                    <a:pt x="1167362" y="507158"/>
                  </a:lnTo>
                  <a:lnTo>
                    <a:pt x="1254377" y="502791"/>
                  </a:lnTo>
                  <a:lnTo>
                    <a:pt x="1335305" y="497914"/>
                  </a:lnTo>
                  <a:lnTo>
                    <a:pt x="1409868" y="492477"/>
                  </a:lnTo>
                  <a:lnTo>
                    <a:pt x="1478341" y="486412"/>
                  </a:lnTo>
                  <a:lnTo>
                    <a:pt x="1541356" y="479630"/>
                  </a:lnTo>
                  <a:lnTo>
                    <a:pt x="1599749" y="472029"/>
                  </a:lnTo>
                  <a:lnTo>
                    <a:pt x="1654447" y="463496"/>
                  </a:lnTo>
                  <a:lnTo>
                    <a:pt x="1706381" y="453930"/>
                  </a:lnTo>
                  <a:lnTo>
                    <a:pt x="1756409" y="443257"/>
                  </a:lnTo>
                  <a:lnTo>
                    <a:pt x="1768425" y="440479"/>
                  </a:lnTo>
                  <a:lnTo>
                    <a:pt x="1821245" y="427310"/>
                  </a:lnTo>
                  <a:lnTo>
                    <a:pt x="1873553" y="412781"/>
                  </a:lnTo>
                  <a:lnTo>
                    <a:pt x="1925899" y="396873"/>
                  </a:lnTo>
                  <a:lnTo>
                    <a:pt x="1978655" y="379615"/>
                  </a:lnTo>
                  <a:lnTo>
                    <a:pt x="2032038" y="361089"/>
                  </a:lnTo>
                  <a:lnTo>
                    <a:pt x="2086130" y="341435"/>
                  </a:lnTo>
                  <a:lnTo>
                    <a:pt x="2140893" y="320847"/>
                  </a:lnTo>
                  <a:lnTo>
                    <a:pt x="2196194" y="299569"/>
                  </a:lnTo>
                  <a:lnTo>
                    <a:pt x="2251826" y="277886"/>
                  </a:lnTo>
                  <a:lnTo>
                    <a:pt x="2307541" y="256105"/>
                  </a:lnTo>
                  <a:lnTo>
                    <a:pt x="2363077" y="234539"/>
                  </a:lnTo>
                  <a:lnTo>
                    <a:pt x="2418197" y="213488"/>
                  </a:lnTo>
                  <a:lnTo>
                    <a:pt x="2472721" y="193223"/>
                  </a:lnTo>
                  <a:lnTo>
                    <a:pt x="2526545" y="173970"/>
                  </a:lnTo>
                  <a:lnTo>
                    <a:pt x="2579678" y="155905"/>
                  </a:lnTo>
                  <a:lnTo>
                    <a:pt x="2632247" y="139146"/>
                  </a:lnTo>
                  <a:lnTo>
                    <a:pt x="2684527" y="123753"/>
                  </a:lnTo>
                  <a:lnTo>
                    <a:pt x="2736951" y="109737"/>
                  </a:lnTo>
                  <a:lnTo>
                    <a:pt x="2770117" y="101649"/>
                  </a:lnTo>
                  <a:lnTo>
                    <a:pt x="2819793" y="90701"/>
                  </a:lnTo>
                  <a:lnTo>
                    <a:pt x="2871187" y="80869"/>
                  </a:lnTo>
                  <a:lnTo>
                    <a:pt x="2925126" y="72093"/>
                  </a:lnTo>
                  <a:lnTo>
                    <a:pt x="2982529" y="64274"/>
                  </a:lnTo>
                  <a:lnTo>
                    <a:pt x="3044332" y="57303"/>
                  </a:lnTo>
                  <a:lnTo>
                    <a:pt x="3111404" y="51071"/>
                  </a:lnTo>
                  <a:lnTo>
                    <a:pt x="3184437" y="45488"/>
                  </a:lnTo>
                  <a:lnTo>
                    <a:pt x="3263810" y="40479"/>
                  </a:lnTo>
                  <a:lnTo>
                    <a:pt x="3349402" y="35991"/>
                  </a:lnTo>
                  <a:lnTo>
                    <a:pt x="3440371" y="31992"/>
                  </a:lnTo>
                  <a:lnTo>
                    <a:pt x="3534947" y="28469"/>
                  </a:lnTo>
                  <a:lnTo>
                    <a:pt x="3630303" y="25428"/>
                  </a:lnTo>
                  <a:lnTo>
                    <a:pt x="3722622" y="22878"/>
                  </a:lnTo>
                  <a:lnTo>
                    <a:pt x="3807462" y="20829"/>
                  </a:lnTo>
                  <a:lnTo>
                    <a:pt x="3880438" y="19273"/>
                  </a:lnTo>
                  <a:lnTo>
                    <a:pt x="3938108" y="18181"/>
                  </a:lnTo>
                  <a:lnTo>
                    <a:pt x="3978804" y="17491"/>
                  </a:lnTo>
                  <a:lnTo>
                    <a:pt x="4003130" y="17121"/>
                  </a:lnTo>
                  <a:lnTo>
                    <a:pt x="4014006" y="16971"/>
                  </a:lnTo>
                  <a:lnTo>
                    <a:pt x="4016409" y="16941"/>
                  </a:lnTo>
                  <a:lnTo>
                    <a:pt x="4538543" y="16941"/>
                  </a:lnTo>
                  <a:lnTo>
                    <a:pt x="4539812" y="16946"/>
                  </a:lnTo>
                  <a:lnTo>
                    <a:pt x="4548111" y="16979"/>
                  </a:lnTo>
                  <a:lnTo>
                    <a:pt x="4568857" y="17072"/>
                  </a:lnTo>
                  <a:lnTo>
                    <a:pt x="4605507" y="17253"/>
                  </a:lnTo>
                  <a:lnTo>
                    <a:pt x="4659238" y="17550"/>
                  </a:lnTo>
                  <a:lnTo>
                    <a:pt x="4728894" y="17983"/>
                  </a:lnTo>
                  <a:lnTo>
                    <a:pt x="4811379" y="18563"/>
                  </a:lnTo>
                  <a:lnTo>
                    <a:pt x="4902438" y="19293"/>
                  </a:lnTo>
                  <a:lnTo>
                    <a:pt x="4997553" y="20172"/>
                  </a:lnTo>
                  <a:lnTo>
                    <a:pt x="5092704" y="21196"/>
                  </a:lnTo>
                  <a:lnTo>
                    <a:pt x="5184807" y="22364"/>
                  </a:lnTo>
                  <a:lnTo>
                    <a:pt x="5271845" y="23677"/>
                  </a:lnTo>
                  <a:lnTo>
                    <a:pt x="5352774" y="25144"/>
                  </a:lnTo>
                  <a:lnTo>
                    <a:pt x="5427326" y="26779"/>
                  </a:lnTo>
                  <a:lnTo>
                    <a:pt x="5495783" y="28604"/>
                  </a:lnTo>
                  <a:lnTo>
                    <a:pt x="5558781" y="30644"/>
                  </a:lnTo>
                  <a:lnTo>
                    <a:pt x="5617164" y="32931"/>
                  </a:lnTo>
                  <a:lnTo>
                    <a:pt x="5671860" y="35499"/>
                  </a:lnTo>
                  <a:lnTo>
                    <a:pt x="5723804" y="38378"/>
                  </a:lnTo>
                  <a:lnTo>
                    <a:pt x="5773853" y="41591"/>
                  </a:lnTo>
                  <a:lnTo>
                    <a:pt x="5784835" y="42353"/>
                  </a:lnTo>
                  <a:lnTo>
                    <a:pt x="5838957" y="46407"/>
                  </a:lnTo>
                  <a:lnTo>
                    <a:pt x="5892557" y="50890"/>
                  </a:lnTo>
                  <a:lnTo>
                    <a:pt x="5946220" y="55807"/>
                  </a:lnTo>
                  <a:lnTo>
                    <a:pt x="6000336" y="61148"/>
                  </a:lnTo>
                  <a:lnTo>
                    <a:pt x="6055123" y="66885"/>
                  </a:lnTo>
                  <a:lnTo>
                    <a:pt x="6110656" y="72970"/>
                  </a:lnTo>
                  <a:lnTo>
                    <a:pt x="6166879" y="79340"/>
                  </a:lnTo>
                  <a:lnTo>
                    <a:pt x="6223634" y="85911"/>
                  </a:lnTo>
                  <a:lnTo>
                    <a:pt x="6280686" y="92592"/>
                  </a:lnTo>
                  <a:lnTo>
                    <a:pt x="6337764" y="99281"/>
                  </a:lnTo>
                  <a:lnTo>
                    <a:pt x="6394589" y="105879"/>
                  </a:lnTo>
                  <a:lnTo>
                    <a:pt x="6450919" y="112290"/>
                  </a:lnTo>
                  <a:lnTo>
                    <a:pt x="6506579" y="118430"/>
                  </a:lnTo>
                  <a:lnTo>
                    <a:pt x="6561496" y="124232"/>
                  </a:lnTo>
                  <a:lnTo>
                    <a:pt x="6615717" y="129645"/>
                  </a:lnTo>
                  <a:lnTo>
                    <a:pt x="6669437" y="134637"/>
                  </a:lnTo>
                  <a:lnTo>
                    <a:pt x="6723012" y="139196"/>
                  </a:lnTo>
                  <a:lnTo>
                    <a:pt x="6776991" y="143324"/>
                  </a:lnTo>
                  <a:lnTo>
                    <a:pt x="6786527" y="144002"/>
                  </a:lnTo>
                  <a:lnTo>
                    <a:pt x="6836256" y="147290"/>
                  </a:lnTo>
                  <a:lnTo>
                    <a:pt x="6887707" y="150242"/>
                  </a:lnTo>
                  <a:lnTo>
                    <a:pt x="6941710" y="152877"/>
                  </a:lnTo>
                  <a:lnTo>
                    <a:pt x="6999188" y="155224"/>
                  </a:lnTo>
                  <a:lnTo>
                    <a:pt x="7061079" y="157317"/>
                  </a:lnTo>
                  <a:lnTo>
                    <a:pt x="7128254" y="159187"/>
                  </a:lnTo>
                  <a:lnTo>
                    <a:pt x="7201406" y="160862"/>
                  </a:lnTo>
                  <a:lnTo>
                    <a:pt x="7280913" y="162365"/>
                  </a:lnTo>
                  <a:lnTo>
                    <a:pt x="7366647" y="163712"/>
                  </a:lnTo>
                  <a:lnTo>
                    <a:pt x="7457758" y="164911"/>
                  </a:lnTo>
                  <a:lnTo>
                    <a:pt x="7552459" y="165967"/>
                  </a:lnTo>
                  <a:lnTo>
                    <a:pt x="7647902" y="166879"/>
                  </a:lnTo>
                  <a:lnTo>
                    <a:pt x="7740249" y="167643"/>
                  </a:lnTo>
                  <a:lnTo>
                    <a:pt x="7825040" y="168256"/>
                  </a:lnTo>
                  <a:lnTo>
                    <a:pt x="7897881" y="168721"/>
                  </a:lnTo>
                  <a:lnTo>
                    <a:pt x="7955343" y="169047"/>
                  </a:lnTo>
                  <a:lnTo>
                    <a:pt x="7995786" y="169252"/>
                  </a:lnTo>
                  <a:lnTo>
                    <a:pt x="8019857" y="169362"/>
                  </a:lnTo>
                  <a:lnTo>
                    <a:pt x="8030527" y="169406"/>
                  </a:lnTo>
                  <a:lnTo>
                    <a:pt x="8032819" y="169415"/>
                  </a:lnTo>
                  <a:lnTo>
                    <a:pt x="8554953" y="169415"/>
                  </a:lnTo>
                  <a:lnTo>
                    <a:pt x="8554953" y="152473"/>
                  </a:lnTo>
                  <a:lnTo>
                    <a:pt x="8032819" y="152473"/>
                  </a:lnTo>
                  <a:lnTo>
                    <a:pt x="8031550" y="152468"/>
                  </a:lnTo>
                  <a:lnTo>
                    <a:pt x="8023251" y="152435"/>
                  </a:lnTo>
                  <a:lnTo>
                    <a:pt x="8002505" y="152343"/>
                  </a:lnTo>
                  <a:lnTo>
                    <a:pt x="7965855" y="152161"/>
                  </a:lnTo>
                  <a:lnTo>
                    <a:pt x="7912124" y="151864"/>
                  </a:lnTo>
                  <a:lnTo>
                    <a:pt x="7842468" y="151431"/>
                  </a:lnTo>
                  <a:lnTo>
                    <a:pt x="7759982" y="150851"/>
                  </a:lnTo>
                  <a:lnTo>
                    <a:pt x="7668924" y="150121"/>
                  </a:lnTo>
                  <a:lnTo>
                    <a:pt x="7573809" y="149242"/>
                  </a:lnTo>
                  <a:lnTo>
                    <a:pt x="7478658" y="148218"/>
                  </a:lnTo>
                  <a:lnTo>
                    <a:pt x="7386555" y="147050"/>
                  </a:lnTo>
                  <a:lnTo>
                    <a:pt x="7299517" y="145737"/>
                  </a:lnTo>
                  <a:lnTo>
                    <a:pt x="7218588" y="144270"/>
                  </a:lnTo>
                  <a:lnTo>
                    <a:pt x="7144036" y="142635"/>
                  </a:lnTo>
                  <a:lnTo>
                    <a:pt x="7075579" y="140810"/>
                  </a:lnTo>
                  <a:lnTo>
                    <a:pt x="7012580" y="138770"/>
                  </a:lnTo>
                  <a:lnTo>
                    <a:pt x="6954198" y="136483"/>
                  </a:lnTo>
                  <a:lnTo>
                    <a:pt x="6899502" y="133915"/>
                  </a:lnTo>
                  <a:lnTo>
                    <a:pt x="6847558" y="131036"/>
                  </a:lnTo>
                  <a:lnTo>
                    <a:pt x="6797509" y="127823"/>
                  </a:lnTo>
                  <a:lnTo>
                    <a:pt x="6786527" y="127061"/>
                  </a:lnTo>
                  <a:lnTo>
                    <a:pt x="6732405" y="123007"/>
                  </a:lnTo>
                  <a:lnTo>
                    <a:pt x="6678805" y="118524"/>
                  </a:lnTo>
                  <a:lnTo>
                    <a:pt x="6625141" y="113607"/>
                  </a:lnTo>
                  <a:lnTo>
                    <a:pt x="6571026" y="108266"/>
                  </a:lnTo>
                  <a:lnTo>
                    <a:pt x="6516239" y="102529"/>
                  </a:lnTo>
                  <a:lnTo>
                    <a:pt x="6460706" y="96444"/>
                  </a:lnTo>
                  <a:lnTo>
                    <a:pt x="6404483" y="90075"/>
                  </a:lnTo>
                  <a:lnTo>
                    <a:pt x="6347728" y="83503"/>
                  </a:lnTo>
                  <a:lnTo>
                    <a:pt x="6290676" y="76822"/>
                  </a:lnTo>
                  <a:lnTo>
                    <a:pt x="6233598" y="70133"/>
                  </a:lnTo>
                  <a:lnTo>
                    <a:pt x="6176773" y="63535"/>
                  </a:lnTo>
                  <a:lnTo>
                    <a:pt x="6120443" y="57124"/>
                  </a:lnTo>
                  <a:lnTo>
                    <a:pt x="6064782" y="50984"/>
                  </a:lnTo>
                  <a:lnTo>
                    <a:pt x="6009866" y="45182"/>
                  </a:lnTo>
                  <a:lnTo>
                    <a:pt x="5955644" y="39769"/>
                  </a:lnTo>
                  <a:lnTo>
                    <a:pt x="5901925" y="34777"/>
                  </a:lnTo>
                  <a:lnTo>
                    <a:pt x="5848350" y="30218"/>
                  </a:lnTo>
                  <a:lnTo>
                    <a:pt x="5794371" y="26091"/>
                  </a:lnTo>
                  <a:lnTo>
                    <a:pt x="5784835" y="25412"/>
                  </a:lnTo>
                  <a:lnTo>
                    <a:pt x="5735106" y="22124"/>
                  </a:lnTo>
                  <a:lnTo>
                    <a:pt x="5683655" y="19172"/>
                  </a:lnTo>
                  <a:lnTo>
                    <a:pt x="5629652" y="16537"/>
                  </a:lnTo>
                  <a:lnTo>
                    <a:pt x="5572174" y="14190"/>
                  </a:lnTo>
                  <a:lnTo>
                    <a:pt x="5510283" y="12098"/>
                  </a:lnTo>
                  <a:lnTo>
                    <a:pt x="5443108" y="10227"/>
                  </a:lnTo>
                  <a:lnTo>
                    <a:pt x="5369956" y="8552"/>
                  </a:lnTo>
                  <a:lnTo>
                    <a:pt x="5290449" y="7049"/>
                  </a:lnTo>
                  <a:lnTo>
                    <a:pt x="5204715" y="5702"/>
                  </a:lnTo>
                  <a:lnTo>
                    <a:pt x="5113604" y="4503"/>
                  </a:lnTo>
                  <a:lnTo>
                    <a:pt x="5018903" y="3447"/>
                  </a:lnTo>
                  <a:lnTo>
                    <a:pt x="4923460" y="2535"/>
                  </a:lnTo>
                  <a:lnTo>
                    <a:pt x="4831112" y="1771"/>
                  </a:lnTo>
                  <a:lnTo>
                    <a:pt x="4746322" y="1158"/>
                  </a:lnTo>
                  <a:lnTo>
                    <a:pt x="4673481" y="693"/>
                  </a:lnTo>
                  <a:lnTo>
                    <a:pt x="4616019" y="367"/>
                  </a:lnTo>
                  <a:lnTo>
                    <a:pt x="4575576" y="162"/>
                  </a:lnTo>
                  <a:lnTo>
                    <a:pt x="4551505" y="52"/>
                  </a:lnTo>
                  <a:lnTo>
                    <a:pt x="4540835" y="8"/>
                  </a:lnTo>
                  <a:lnTo>
                    <a:pt x="4538543" y="0"/>
                  </a:lnTo>
                  <a:lnTo>
                    <a:pt x="4016409" y="0"/>
                  </a:lnTo>
                  <a:lnTo>
                    <a:pt x="4015144" y="15"/>
                  </a:lnTo>
                  <a:lnTo>
                    <a:pt x="4006870" y="126"/>
                  </a:lnTo>
                  <a:lnTo>
                    <a:pt x="3986184" y="433"/>
                  </a:lnTo>
                  <a:lnTo>
                    <a:pt x="3949634" y="1036"/>
                  </a:lnTo>
                  <a:lnTo>
                    <a:pt x="3896039" y="2024"/>
                  </a:lnTo>
                  <a:lnTo>
                    <a:pt x="3826540" y="3462"/>
                  </a:lnTo>
                  <a:lnTo>
                    <a:pt x="3744214" y="5390"/>
                  </a:lnTo>
                  <a:lnTo>
                    <a:pt x="3653301" y="7817"/>
                  </a:lnTo>
                  <a:lnTo>
                    <a:pt x="3558302" y="10740"/>
                  </a:lnTo>
                  <a:lnTo>
                    <a:pt x="3463233" y="14146"/>
                  </a:lnTo>
                  <a:lnTo>
                    <a:pt x="3371180" y="18028"/>
                  </a:lnTo>
                  <a:lnTo>
                    <a:pt x="3284165" y="22395"/>
                  </a:lnTo>
                  <a:lnTo>
                    <a:pt x="3203237" y="27272"/>
                  </a:lnTo>
                  <a:lnTo>
                    <a:pt x="3128674" y="32709"/>
                  </a:lnTo>
                  <a:lnTo>
                    <a:pt x="3060201" y="38774"/>
                  </a:lnTo>
                  <a:lnTo>
                    <a:pt x="2997186" y="45556"/>
                  </a:lnTo>
                  <a:lnTo>
                    <a:pt x="2938793" y="53157"/>
                  </a:lnTo>
                  <a:lnTo>
                    <a:pt x="2884096" y="61689"/>
                  </a:lnTo>
                  <a:lnTo>
                    <a:pt x="2832161" y="71256"/>
                  </a:lnTo>
                  <a:lnTo>
                    <a:pt x="2782133" y="81929"/>
                  </a:lnTo>
                  <a:lnTo>
                    <a:pt x="2770117" y="84707"/>
                  </a:lnTo>
                  <a:lnTo>
                    <a:pt x="2717298" y="97876"/>
                  </a:lnTo>
                  <a:lnTo>
                    <a:pt x="2664989" y="112405"/>
                  </a:lnTo>
                  <a:lnTo>
                    <a:pt x="2612643" y="128313"/>
                  </a:lnTo>
                  <a:lnTo>
                    <a:pt x="2559887" y="145571"/>
                  </a:lnTo>
                  <a:lnTo>
                    <a:pt x="2506504" y="164097"/>
                  </a:lnTo>
                  <a:lnTo>
                    <a:pt x="2452413" y="183751"/>
                  </a:lnTo>
                  <a:lnTo>
                    <a:pt x="2397649" y="204339"/>
                  </a:lnTo>
                  <a:lnTo>
                    <a:pt x="2342348" y="225617"/>
                  </a:lnTo>
                  <a:lnTo>
                    <a:pt x="2286716" y="247299"/>
                  </a:lnTo>
                  <a:lnTo>
                    <a:pt x="2231002" y="269081"/>
                  </a:lnTo>
                  <a:lnTo>
                    <a:pt x="2175466" y="290647"/>
                  </a:lnTo>
                  <a:lnTo>
                    <a:pt x="2120345" y="311698"/>
                  </a:lnTo>
                  <a:lnTo>
                    <a:pt x="2065822" y="331963"/>
                  </a:lnTo>
                  <a:lnTo>
                    <a:pt x="2011997" y="351216"/>
                  </a:lnTo>
                  <a:lnTo>
                    <a:pt x="1958865" y="369281"/>
                  </a:lnTo>
                  <a:lnTo>
                    <a:pt x="1906295" y="386040"/>
                  </a:lnTo>
                  <a:lnTo>
                    <a:pt x="1854015" y="401433"/>
                  </a:lnTo>
                  <a:lnTo>
                    <a:pt x="1801591" y="415449"/>
                  </a:lnTo>
                  <a:lnTo>
                    <a:pt x="1768425" y="423537"/>
                  </a:lnTo>
                  <a:lnTo>
                    <a:pt x="1718749" y="434485"/>
                  </a:lnTo>
                  <a:lnTo>
                    <a:pt x="1667355" y="444317"/>
                  </a:lnTo>
                  <a:lnTo>
                    <a:pt x="1613417" y="453093"/>
                  </a:lnTo>
                  <a:lnTo>
                    <a:pt x="1556014" y="460911"/>
                  </a:lnTo>
                  <a:lnTo>
                    <a:pt x="1494210" y="467883"/>
                  </a:lnTo>
                  <a:lnTo>
                    <a:pt x="1427139" y="474115"/>
                  </a:lnTo>
                  <a:lnTo>
                    <a:pt x="1354105" y="479698"/>
                  </a:lnTo>
                  <a:lnTo>
                    <a:pt x="1274732" y="484707"/>
                  </a:lnTo>
                  <a:lnTo>
                    <a:pt x="1189140" y="489195"/>
                  </a:lnTo>
                  <a:lnTo>
                    <a:pt x="1098171" y="493194"/>
                  </a:lnTo>
                  <a:lnTo>
                    <a:pt x="1003595" y="496716"/>
                  </a:lnTo>
                  <a:lnTo>
                    <a:pt x="908239" y="499758"/>
                  </a:lnTo>
                  <a:lnTo>
                    <a:pt x="815920" y="502308"/>
                  </a:lnTo>
                  <a:lnTo>
                    <a:pt x="731080" y="504357"/>
                  </a:lnTo>
                  <a:lnTo>
                    <a:pt x="658104" y="505913"/>
                  </a:lnTo>
                  <a:lnTo>
                    <a:pt x="600434" y="507005"/>
                  </a:lnTo>
                  <a:lnTo>
                    <a:pt x="559738" y="507695"/>
                  </a:lnTo>
                  <a:lnTo>
                    <a:pt x="535413" y="508065"/>
                  </a:lnTo>
                  <a:lnTo>
                    <a:pt x="524536" y="508215"/>
                  </a:lnTo>
                  <a:lnTo>
                    <a:pt x="522133" y="508245"/>
                  </a:lnTo>
                  <a:lnTo>
                    <a:pt x="0" y="508245"/>
                  </a:lnTo>
                  <a:close/>
                </a:path>
              </a:pathLst>
            </a:custGeom>
            <a:solidFill>
              <a:srgbClr val="E78AC3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1392" name="pl1392"/>
            <p:cNvSpPr/>
            <p:nvPr/>
          </p:nvSpPr>
          <p:spPr>
            <a:xfrm>
              <a:off x="386606" y="4308430"/>
              <a:ext cx="8554953" cy="508245"/>
            </a:xfrm>
            <a:custGeom>
              <a:avLst/>
              <a:pathLst>
                <a:path w="8554953" h="508245">
                  <a:moveTo>
                    <a:pt x="0" y="508245"/>
                  </a:moveTo>
                  <a:lnTo>
                    <a:pt x="522133" y="508245"/>
                  </a:lnTo>
                  <a:lnTo>
                    <a:pt x="523399" y="508229"/>
                  </a:lnTo>
                  <a:lnTo>
                    <a:pt x="531672" y="508118"/>
                  </a:lnTo>
                  <a:lnTo>
                    <a:pt x="552359" y="507811"/>
                  </a:lnTo>
                  <a:lnTo>
                    <a:pt x="588908" y="507208"/>
                  </a:lnTo>
                  <a:lnTo>
                    <a:pt x="642503" y="506220"/>
                  </a:lnTo>
                  <a:lnTo>
                    <a:pt x="712002" y="504782"/>
                  </a:lnTo>
                  <a:lnTo>
                    <a:pt x="794328" y="502855"/>
                  </a:lnTo>
                  <a:lnTo>
                    <a:pt x="885242" y="500427"/>
                  </a:lnTo>
                  <a:lnTo>
                    <a:pt x="980240" y="497504"/>
                  </a:lnTo>
                  <a:lnTo>
                    <a:pt x="1075309" y="494099"/>
                  </a:lnTo>
                  <a:lnTo>
                    <a:pt x="1167362" y="490216"/>
                  </a:lnTo>
                  <a:lnTo>
                    <a:pt x="1254377" y="485850"/>
                  </a:lnTo>
                  <a:lnTo>
                    <a:pt x="1335305" y="480972"/>
                  </a:lnTo>
                  <a:lnTo>
                    <a:pt x="1409868" y="475535"/>
                  </a:lnTo>
                  <a:lnTo>
                    <a:pt x="1478341" y="469470"/>
                  </a:lnTo>
                  <a:lnTo>
                    <a:pt x="1541356" y="462689"/>
                  </a:lnTo>
                  <a:lnTo>
                    <a:pt x="1599749" y="455087"/>
                  </a:lnTo>
                  <a:lnTo>
                    <a:pt x="1654447" y="446555"/>
                  </a:lnTo>
                  <a:lnTo>
                    <a:pt x="1706381" y="436989"/>
                  </a:lnTo>
                  <a:lnTo>
                    <a:pt x="1756409" y="426315"/>
                  </a:lnTo>
                  <a:lnTo>
                    <a:pt x="1768425" y="423537"/>
                  </a:lnTo>
                  <a:lnTo>
                    <a:pt x="1821245" y="410368"/>
                  </a:lnTo>
                  <a:lnTo>
                    <a:pt x="1873553" y="395839"/>
                  </a:lnTo>
                  <a:lnTo>
                    <a:pt x="1925899" y="379932"/>
                  </a:lnTo>
                  <a:lnTo>
                    <a:pt x="1978655" y="362674"/>
                  </a:lnTo>
                  <a:lnTo>
                    <a:pt x="2032038" y="344148"/>
                  </a:lnTo>
                  <a:lnTo>
                    <a:pt x="2086130" y="324493"/>
                  </a:lnTo>
                  <a:lnTo>
                    <a:pt x="2140893" y="303905"/>
                  </a:lnTo>
                  <a:lnTo>
                    <a:pt x="2196194" y="282628"/>
                  </a:lnTo>
                  <a:lnTo>
                    <a:pt x="2251826" y="260945"/>
                  </a:lnTo>
                  <a:lnTo>
                    <a:pt x="2307541" y="239164"/>
                  </a:lnTo>
                  <a:lnTo>
                    <a:pt x="2363077" y="217598"/>
                  </a:lnTo>
                  <a:lnTo>
                    <a:pt x="2418197" y="196547"/>
                  </a:lnTo>
                  <a:lnTo>
                    <a:pt x="2472721" y="176281"/>
                  </a:lnTo>
                  <a:lnTo>
                    <a:pt x="2526545" y="157029"/>
                  </a:lnTo>
                  <a:lnTo>
                    <a:pt x="2579678" y="138964"/>
                  </a:lnTo>
                  <a:lnTo>
                    <a:pt x="2632247" y="122204"/>
                  </a:lnTo>
                  <a:lnTo>
                    <a:pt x="2684527" y="106811"/>
                  </a:lnTo>
                  <a:lnTo>
                    <a:pt x="2736951" y="92796"/>
                  </a:lnTo>
                  <a:lnTo>
                    <a:pt x="2770117" y="84707"/>
                  </a:lnTo>
                  <a:lnTo>
                    <a:pt x="2819793" y="73760"/>
                  </a:lnTo>
                  <a:lnTo>
                    <a:pt x="2871187" y="63928"/>
                  </a:lnTo>
                  <a:lnTo>
                    <a:pt x="2925126" y="55152"/>
                  </a:lnTo>
                  <a:lnTo>
                    <a:pt x="2982529" y="47333"/>
                  </a:lnTo>
                  <a:lnTo>
                    <a:pt x="3044332" y="40361"/>
                  </a:lnTo>
                  <a:lnTo>
                    <a:pt x="3111404" y="34130"/>
                  </a:lnTo>
                  <a:lnTo>
                    <a:pt x="3184437" y="28547"/>
                  </a:lnTo>
                  <a:lnTo>
                    <a:pt x="3263810" y="23538"/>
                  </a:lnTo>
                  <a:lnTo>
                    <a:pt x="3349402" y="19049"/>
                  </a:lnTo>
                  <a:lnTo>
                    <a:pt x="3440371" y="15050"/>
                  </a:lnTo>
                  <a:lnTo>
                    <a:pt x="3534947" y="11528"/>
                  </a:lnTo>
                  <a:lnTo>
                    <a:pt x="3630303" y="8486"/>
                  </a:lnTo>
                  <a:lnTo>
                    <a:pt x="3722622" y="5936"/>
                  </a:lnTo>
                  <a:lnTo>
                    <a:pt x="3807462" y="3887"/>
                  </a:lnTo>
                  <a:lnTo>
                    <a:pt x="3880438" y="2332"/>
                  </a:lnTo>
                  <a:lnTo>
                    <a:pt x="3938108" y="1239"/>
                  </a:lnTo>
                  <a:lnTo>
                    <a:pt x="3978804" y="550"/>
                  </a:lnTo>
                  <a:lnTo>
                    <a:pt x="4003130" y="179"/>
                  </a:lnTo>
                  <a:lnTo>
                    <a:pt x="4014006" y="30"/>
                  </a:lnTo>
                  <a:lnTo>
                    <a:pt x="4016390" y="0"/>
                  </a:lnTo>
                  <a:lnTo>
                    <a:pt x="4016409" y="0"/>
                  </a:lnTo>
                  <a:lnTo>
                    <a:pt x="4538543" y="0"/>
                  </a:lnTo>
                  <a:lnTo>
                    <a:pt x="4539812" y="4"/>
                  </a:lnTo>
                  <a:lnTo>
                    <a:pt x="4548111" y="38"/>
                  </a:lnTo>
                  <a:lnTo>
                    <a:pt x="4568857" y="130"/>
                  </a:lnTo>
                  <a:lnTo>
                    <a:pt x="4605507" y="312"/>
                  </a:lnTo>
                  <a:lnTo>
                    <a:pt x="4659238" y="609"/>
                  </a:lnTo>
                  <a:lnTo>
                    <a:pt x="4728894" y="1042"/>
                  </a:lnTo>
                  <a:lnTo>
                    <a:pt x="4811379" y="1621"/>
                  </a:lnTo>
                  <a:lnTo>
                    <a:pt x="4902438" y="2352"/>
                  </a:lnTo>
                  <a:lnTo>
                    <a:pt x="4997553" y="3231"/>
                  </a:lnTo>
                  <a:lnTo>
                    <a:pt x="5092704" y="4255"/>
                  </a:lnTo>
                  <a:lnTo>
                    <a:pt x="5184807" y="5422"/>
                  </a:lnTo>
                  <a:lnTo>
                    <a:pt x="5271845" y="6735"/>
                  </a:lnTo>
                  <a:lnTo>
                    <a:pt x="5352774" y="8202"/>
                  </a:lnTo>
                  <a:lnTo>
                    <a:pt x="5427326" y="9838"/>
                  </a:lnTo>
                  <a:lnTo>
                    <a:pt x="5495783" y="11662"/>
                  </a:lnTo>
                  <a:lnTo>
                    <a:pt x="5558781" y="13703"/>
                  </a:lnTo>
                  <a:lnTo>
                    <a:pt x="5617164" y="15990"/>
                  </a:lnTo>
                  <a:lnTo>
                    <a:pt x="5671860" y="18558"/>
                  </a:lnTo>
                  <a:lnTo>
                    <a:pt x="5723804" y="21437"/>
                  </a:lnTo>
                  <a:lnTo>
                    <a:pt x="5773853" y="24649"/>
                  </a:lnTo>
                  <a:lnTo>
                    <a:pt x="5784835" y="25412"/>
                  </a:lnTo>
                  <a:lnTo>
                    <a:pt x="5838957" y="29466"/>
                  </a:lnTo>
                  <a:lnTo>
                    <a:pt x="5892557" y="33948"/>
                  </a:lnTo>
                  <a:lnTo>
                    <a:pt x="5946220" y="38865"/>
                  </a:lnTo>
                  <a:lnTo>
                    <a:pt x="6000336" y="44206"/>
                  </a:lnTo>
                  <a:lnTo>
                    <a:pt x="6055123" y="49943"/>
                  </a:lnTo>
                  <a:lnTo>
                    <a:pt x="6110656" y="56029"/>
                  </a:lnTo>
                  <a:lnTo>
                    <a:pt x="6166879" y="62398"/>
                  </a:lnTo>
                  <a:lnTo>
                    <a:pt x="6223634" y="68970"/>
                  </a:lnTo>
                  <a:lnTo>
                    <a:pt x="6280686" y="75650"/>
                  </a:lnTo>
                  <a:lnTo>
                    <a:pt x="6337764" y="82340"/>
                  </a:lnTo>
                  <a:lnTo>
                    <a:pt x="6394589" y="88937"/>
                  </a:lnTo>
                  <a:lnTo>
                    <a:pt x="6450919" y="95348"/>
                  </a:lnTo>
                  <a:lnTo>
                    <a:pt x="6506579" y="101489"/>
                  </a:lnTo>
                  <a:lnTo>
                    <a:pt x="6561496" y="107290"/>
                  </a:lnTo>
                  <a:lnTo>
                    <a:pt x="6615717" y="112703"/>
                  </a:lnTo>
                  <a:lnTo>
                    <a:pt x="6669437" y="117696"/>
                  </a:lnTo>
                  <a:lnTo>
                    <a:pt x="6723012" y="122254"/>
                  </a:lnTo>
                  <a:lnTo>
                    <a:pt x="6776991" y="126382"/>
                  </a:lnTo>
                  <a:lnTo>
                    <a:pt x="6786527" y="127061"/>
                  </a:lnTo>
                  <a:lnTo>
                    <a:pt x="6836256" y="130348"/>
                  </a:lnTo>
                  <a:lnTo>
                    <a:pt x="6887707" y="133301"/>
                  </a:lnTo>
                  <a:lnTo>
                    <a:pt x="6941710" y="135935"/>
                  </a:lnTo>
                  <a:lnTo>
                    <a:pt x="6999188" y="138282"/>
                  </a:lnTo>
                  <a:lnTo>
                    <a:pt x="7061079" y="140375"/>
                  </a:lnTo>
                  <a:lnTo>
                    <a:pt x="7128254" y="142245"/>
                  </a:lnTo>
                  <a:lnTo>
                    <a:pt x="7201406" y="143921"/>
                  </a:lnTo>
                  <a:lnTo>
                    <a:pt x="7280913" y="145424"/>
                  </a:lnTo>
                  <a:lnTo>
                    <a:pt x="7366647" y="146770"/>
                  </a:lnTo>
                  <a:lnTo>
                    <a:pt x="7457758" y="147970"/>
                  </a:lnTo>
                  <a:lnTo>
                    <a:pt x="7552459" y="149026"/>
                  </a:lnTo>
                  <a:lnTo>
                    <a:pt x="7647902" y="149938"/>
                  </a:lnTo>
                  <a:lnTo>
                    <a:pt x="7740249" y="150701"/>
                  </a:lnTo>
                  <a:lnTo>
                    <a:pt x="7825040" y="151315"/>
                  </a:lnTo>
                  <a:lnTo>
                    <a:pt x="7897881" y="151780"/>
                  </a:lnTo>
                  <a:lnTo>
                    <a:pt x="7955343" y="152106"/>
                  </a:lnTo>
                  <a:lnTo>
                    <a:pt x="7995786" y="152311"/>
                  </a:lnTo>
                  <a:lnTo>
                    <a:pt x="8019857" y="152421"/>
                  </a:lnTo>
                  <a:lnTo>
                    <a:pt x="8030527" y="152465"/>
                  </a:lnTo>
                  <a:lnTo>
                    <a:pt x="8032804" y="152473"/>
                  </a:lnTo>
                  <a:lnTo>
                    <a:pt x="8032819" y="152473"/>
                  </a:lnTo>
                  <a:lnTo>
                    <a:pt x="8554953" y="152473"/>
                  </a:lnTo>
                  <a:lnTo>
                    <a:pt x="8554953" y="152473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393" name="pl1393"/>
            <p:cNvSpPr/>
            <p:nvPr/>
          </p:nvSpPr>
          <p:spPr>
            <a:xfrm>
              <a:off x="386606" y="4291489"/>
              <a:ext cx="8554953" cy="508245"/>
            </a:xfrm>
            <a:custGeom>
              <a:avLst/>
              <a:pathLst>
                <a:path w="8554953" h="508245">
                  <a:moveTo>
                    <a:pt x="8554953" y="152473"/>
                  </a:moveTo>
                  <a:lnTo>
                    <a:pt x="8032819" y="152473"/>
                  </a:lnTo>
                  <a:lnTo>
                    <a:pt x="8031550" y="152468"/>
                  </a:lnTo>
                  <a:lnTo>
                    <a:pt x="8023251" y="152435"/>
                  </a:lnTo>
                  <a:lnTo>
                    <a:pt x="8002505" y="152343"/>
                  </a:lnTo>
                  <a:lnTo>
                    <a:pt x="7965855" y="152161"/>
                  </a:lnTo>
                  <a:lnTo>
                    <a:pt x="7912124" y="151864"/>
                  </a:lnTo>
                  <a:lnTo>
                    <a:pt x="7842468" y="151431"/>
                  </a:lnTo>
                  <a:lnTo>
                    <a:pt x="7759982" y="150851"/>
                  </a:lnTo>
                  <a:lnTo>
                    <a:pt x="7668924" y="150121"/>
                  </a:lnTo>
                  <a:lnTo>
                    <a:pt x="7573809" y="149242"/>
                  </a:lnTo>
                  <a:lnTo>
                    <a:pt x="7478658" y="148218"/>
                  </a:lnTo>
                  <a:lnTo>
                    <a:pt x="7386555" y="147050"/>
                  </a:lnTo>
                  <a:lnTo>
                    <a:pt x="7299517" y="145737"/>
                  </a:lnTo>
                  <a:lnTo>
                    <a:pt x="7218588" y="144270"/>
                  </a:lnTo>
                  <a:lnTo>
                    <a:pt x="7144036" y="142635"/>
                  </a:lnTo>
                  <a:lnTo>
                    <a:pt x="7075579" y="140810"/>
                  </a:lnTo>
                  <a:lnTo>
                    <a:pt x="7012580" y="138770"/>
                  </a:lnTo>
                  <a:lnTo>
                    <a:pt x="6954198" y="136483"/>
                  </a:lnTo>
                  <a:lnTo>
                    <a:pt x="6899502" y="133915"/>
                  </a:lnTo>
                  <a:lnTo>
                    <a:pt x="6847558" y="131036"/>
                  </a:lnTo>
                  <a:lnTo>
                    <a:pt x="6797509" y="127823"/>
                  </a:lnTo>
                  <a:lnTo>
                    <a:pt x="6786527" y="127061"/>
                  </a:lnTo>
                  <a:lnTo>
                    <a:pt x="6732405" y="123007"/>
                  </a:lnTo>
                  <a:lnTo>
                    <a:pt x="6678805" y="118524"/>
                  </a:lnTo>
                  <a:lnTo>
                    <a:pt x="6625141" y="113607"/>
                  </a:lnTo>
                  <a:lnTo>
                    <a:pt x="6571026" y="108266"/>
                  </a:lnTo>
                  <a:lnTo>
                    <a:pt x="6516239" y="102529"/>
                  </a:lnTo>
                  <a:lnTo>
                    <a:pt x="6460706" y="96444"/>
                  </a:lnTo>
                  <a:lnTo>
                    <a:pt x="6404483" y="90075"/>
                  </a:lnTo>
                  <a:lnTo>
                    <a:pt x="6347728" y="83503"/>
                  </a:lnTo>
                  <a:lnTo>
                    <a:pt x="6290676" y="76822"/>
                  </a:lnTo>
                  <a:lnTo>
                    <a:pt x="6233598" y="70133"/>
                  </a:lnTo>
                  <a:lnTo>
                    <a:pt x="6176773" y="63535"/>
                  </a:lnTo>
                  <a:lnTo>
                    <a:pt x="6120443" y="57124"/>
                  </a:lnTo>
                  <a:lnTo>
                    <a:pt x="6064782" y="50984"/>
                  </a:lnTo>
                  <a:lnTo>
                    <a:pt x="6009866" y="45182"/>
                  </a:lnTo>
                  <a:lnTo>
                    <a:pt x="5955644" y="39769"/>
                  </a:lnTo>
                  <a:lnTo>
                    <a:pt x="5901925" y="34777"/>
                  </a:lnTo>
                  <a:lnTo>
                    <a:pt x="5848350" y="30218"/>
                  </a:lnTo>
                  <a:lnTo>
                    <a:pt x="5794371" y="26091"/>
                  </a:lnTo>
                  <a:lnTo>
                    <a:pt x="5784835" y="25412"/>
                  </a:lnTo>
                  <a:lnTo>
                    <a:pt x="5735106" y="22124"/>
                  </a:lnTo>
                  <a:lnTo>
                    <a:pt x="5683655" y="19172"/>
                  </a:lnTo>
                  <a:lnTo>
                    <a:pt x="5629652" y="16537"/>
                  </a:lnTo>
                  <a:lnTo>
                    <a:pt x="5572174" y="14190"/>
                  </a:lnTo>
                  <a:lnTo>
                    <a:pt x="5510283" y="12098"/>
                  </a:lnTo>
                  <a:lnTo>
                    <a:pt x="5443108" y="10227"/>
                  </a:lnTo>
                  <a:lnTo>
                    <a:pt x="5369956" y="8552"/>
                  </a:lnTo>
                  <a:lnTo>
                    <a:pt x="5290449" y="7049"/>
                  </a:lnTo>
                  <a:lnTo>
                    <a:pt x="5204715" y="5702"/>
                  </a:lnTo>
                  <a:lnTo>
                    <a:pt x="5113604" y="4503"/>
                  </a:lnTo>
                  <a:lnTo>
                    <a:pt x="5018903" y="3447"/>
                  </a:lnTo>
                  <a:lnTo>
                    <a:pt x="4923460" y="2535"/>
                  </a:lnTo>
                  <a:lnTo>
                    <a:pt x="4831112" y="1771"/>
                  </a:lnTo>
                  <a:lnTo>
                    <a:pt x="4746322" y="1158"/>
                  </a:lnTo>
                  <a:lnTo>
                    <a:pt x="4673481" y="693"/>
                  </a:lnTo>
                  <a:lnTo>
                    <a:pt x="4616019" y="367"/>
                  </a:lnTo>
                  <a:lnTo>
                    <a:pt x="4575576" y="162"/>
                  </a:lnTo>
                  <a:lnTo>
                    <a:pt x="4551505" y="52"/>
                  </a:lnTo>
                  <a:lnTo>
                    <a:pt x="4540835" y="8"/>
                  </a:lnTo>
                  <a:lnTo>
                    <a:pt x="4538557" y="0"/>
                  </a:lnTo>
                  <a:lnTo>
                    <a:pt x="4538543" y="0"/>
                  </a:lnTo>
                  <a:lnTo>
                    <a:pt x="4016409" y="0"/>
                  </a:lnTo>
                  <a:lnTo>
                    <a:pt x="4015144" y="15"/>
                  </a:lnTo>
                  <a:lnTo>
                    <a:pt x="4006870" y="126"/>
                  </a:lnTo>
                  <a:lnTo>
                    <a:pt x="3986184" y="433"/>
                  </a:lnTo>
                  <a:lnTo>
                    <a:pt x="3949634" y="1036"/>
                  </a:lnTo>
                  <a:lnTo>
                    <a:pt x="3896039" y="2024"/>
                  </a:lnTo>
                  <a:lnTo>
                    <a:pt x="3826540" y="3462"/>
                  </a:lnTo>
                  <a:lnTo>
                    <a:pt x="3744214" y="5390"/>
                  </a:lnTo>
                  <a:lnTo>
                    <a:pt x="3653301" y="7817"/>
                  </a:lnTo>
                  <a:lnTo>
                    <a:pt x="3558302" y="10740"/>
                  </a:lnTo>
                  <a:lnTo>
                    <a:pt x="3463233" y="14146"/>
                  </a:lnTo>
                  <a:lnTo>
                    <a:pt x="3371180" y="18028"/>
                  </a:lnTo>
                  <a:lnTo>
                    <a:pt x="3284165" y="22395"/>
                  </a:lnTo>
                  <a:lnTo>
                    <a:pt x="3203237" y="27272"/>
                  </a:lnTo>
                  <a:lnTo>
                    <a:pt x="3128674" y="32709"/>
                  </a:lnTo>
                  <a:lnTo>
                    <a:pt x="3060201" y="38774"/>
                  </a:lnTo>
                  <a:lnTo>
                    <a:pt x="2997186" y="45556"/>
                  </a:lnTo>
                  <a:lnTo>
                    <a:pt x="2938793" y="53157"/>
                  </a:lnTo>
                  <a:lnTo>
                    <a:pt x="2884096" y="61689"/>
                  </a:lnTo>
                  <a:lnTo>
                    <a:pt x="2832161" y="71256"/>
                  </a:lnTo>
                  <a:lnTo>
                    <a:pt x="2782133" y="81929"/>
                  </a:lnTo>
                  <a:lnTo>
                    <a:pt x="2770117" y="84707"/>
                  </a:lnTo>
                  <a:lnTo>
                    <a:pt x="2717298" y="97876"/>
                  </a:lnTo>
                  <a:lnTo>
                    <a:pt x="2664989" y="112405"/>
                  </a:lnTo>
                  <a:lnTo>
                    <a:pt x="2612643" y="128313"/>
                  </a:lnTo>
                  <a:lnTo>
                    <a:pt x="2559887" y="145571"/>
                  </a:lnTo>
                  <a:lnTo>
                    <a:pt x="2506504" y="164097"/>
                  </a:lnTo>
                  <a:lnTo>
                    <a:pt x="2452413" y="183751"/>
                  </a:lnTo>
                  <a:lnTo>
                    <a:pt x="2397649" y="204339"/>
                  </a:lnTo>
                  <a:lnTo>
                    <a:pt x="2342348" y="225617"/>
                  </a:lnTo>
                  <a:lnTo>
                    <a:pt x="2286716" y="247299"/>
                  </a:lnTo>
                  <a:lnTo>
                    <a:pt x="2231002" y="269081"/>
                  </a:lnTo>
                  <a:lnTo>
                    <a:pt x="2175466" y="290647"/>
                  </a:lnTo>
                  <a:lnTo>
                    <a:pt x="2120345" y="311698"/>
                  </a:lnTo>
                  <a:lnTo>
                    <a:pt x="2065822" y="331963"/>
                  </a:lnTo>
                  <a:lnTo>
                    <a:pt x="2011997" y="351216"/>
                  </a:lnTo>
                  <a:lnTo>
                    <a:pt x="1958865" y="369281"/>
                  </a:lnTo>
                  <a:lnTo>
                    <a:pt x="1906295" y="386040"/>
                  </a:lnTo>
                  <a:lnTo>
                    <a:pt x="1854015" y="401433"/>
                  </a:lnTo>
                  <a:lnTo>
                    <a:pt x="1801591" y="415449"/>
                  </a:lnTo>
                  <a:lnTo>
                    <a:pt x="1768425" y="423537"/>
                  </a:lnTo>
                  <a:lnTo>
                    <a:pt x="1718749" y="434485"/>
                  </a:lnTo>
                  <a:lnTo>
                    <a:pt x="1667355" y="444317"/>
                  </a:lnTo>
                  <a:lnTo>
                    <a:pt x="1613417" y="453093"/>
                  </a:lnTo>
                  <a:lnTo>
                    <a:pt x="1556014" y="460911"/>
                  </a:lnTo>
                  <a:lnTo>
                    <a:pt x="1494210" y="467883"/>
                  </a:lnTo>
                  <a:lnTo>
                    <a:pt x="1427139" y="474115"/>
                  </a:lnTo>
                  <a:lnTo>
                    <a:pt x="1354105" y="479698"/>
                  </a:lnTo>
                  <a:lnTo>
                    <a:pt x="1274732" y="484707"/>
                  </a:lnTo>
                  <a:lnTo>
                    <a:pt x="1189140" y="489195"/>
                  </a:lnTo>
                  <a:lnTo>
                    <a:pt x="1098171" y="493194"/>
                  </a:lnTo>
                  <a:lnTo>
                    <a:pt x="1003595" y="496716"/>
                  </a:lnTo>
                  <a:lnTo>
                    <a:pt x="908239" y="499758"/>
                  </a:lnTo>
                  <a:lnTo>
                    <a:pt x="815920" y="502308"/>
                  </a:lnTo>
                  <a:lnTo>
                    <a:pt x="731080" y="504357"/>
                  </a:lnTo>
                  <a:lnTo>
                    <a:pt x="658104" y="505913"/>
                  </a:lnTo>
                  <a:lnTo>
                    <a:pt x="600434" y="507005"/>
                  </a:lnTo>
                  <a:lnTo>
                    <a:pt x="559738" y="507695"/>
                  </a:lnTo>
                  <a:lnTo>
                    <a:pt x="535413" y="508065"/>
                  </a:lnTo>
                  <a:lnTo>
                    <a:pt x="524536" y="508215"/>
                  </a:lnTo>
                  <a:lnTo>
                    <a:pt x="522152" y="508245"/>
                  </a:lnTo>
                  <a:lnTo>
                    <a:pt x="522133" y="508245"/>
                  </a:lnTo>
                  <a:lnTo>
                    <a:pt x="0" y="508245"/>
                  </a:lnTo>
                  <a:lnTo>
                    <a:pt x="0" y="508245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394" name="pg1394"/>
            <p:cNvSpPr/>
            <p:nvPr/>
          </p:nvSpPr>
          <p:spPr>
            <a:xfrm>
              <a:off x="386606" y="4500434"/>
              <a:ext cx="8554953" cy="779309"/>
            </a:xfrm>
            <a:custGeom>
              <a:avLst/>
              <a:pathLst>
                <a:path w="8554953" h="779309">
                  <a:moveTo>
                    <a:pt x="0" y="338830"/>
                  </a:moveTo>
                  <a:lnTo>
                    <a:pt x="522133" y="338830"/>
                  </a:lnTo>
                  <a:lnTo>
                    <a:pt x="523400" y="338843"/>
                  </a:lnTo>
                  <a:lnTo>
                    <a:pt x="531680" y="338940"/>
                  </a:lnTo>
                  <a:lnTo>
                    <a:pt x="552383" y="339206"/>
                  </a:lnTo>
                  <a:lnTo>
                    <a:pt x="588960" y="339729"/>
                  </a:lnTo>
                  <a:lnTo>
                    <a:pt x="642592" y="340586"/>
                  </a:lnTo>
                  <a:lnTo>
                    <a:pt x="712134" y="341833"/>
                  </a:lnTo>
                  <a:lnTo>
                    <a:pt x="794503" y="343505"/>
                  </a:lnTo>
                  <a:lnTo>
                    <a:pt x="885456" y="345611"/>
                  </a:lnTo>
                  <a:lnTo>
                    <a:pt x="980487" y="348145"/>
                  </a:lnTo>
                  <a:lnTo>
                    <a:pt x="1075578" y="351099"/>
                  </a:lnTo>
                  <a:lnTo>
                    <a:pt x="1167645" y="354466"/>
                  </a:lnTo>
                  <a:lnTo>
                    <a:pt x="1254666" y="358253"/>
                  </a:lnTo>
                  <a:lnTo>
                    <a:pt x="1335594" y="362483"/>
                  </a:lnTo>
                  <a:lnTo>
                    <a:pt x="1410154" y="367198"/>
                  </a:lnTo>
                  <a:lnTo>
                    <a:pt x="1478623" y="372458"/>
                  </a:lnTo>
                  <a:lnTo>
                    <a:pt x="1541633" y="378340"/>
                  </a:lnTo>
                  <a:lnTo>
                    <a:pt x="1600023" y="384934"/>
                  </a:lnTo>
                  <a:lnTo>
                    <a:pt x="1654721" y="392335"/>
                  </a:lnTo>
                  <a:lnTo>
                    <a:pt x="1706658" y="400633"/>
                  </a:lnTo>
                  <a:lnTo>
                    <a:pt x="1756692" y="409891"/>
                  </a:lnTo>
                  <a:lnTo>
                    <a:pt x="1768425" y="412243"/>
                  </a:lnTo>
                  <a:lnTo>
                    <a:pt x="1821585" y="423734"/>
                  </a:lnTo>
                  <a:lnTo>
                    <a:pt x="1874231" y="436419"/>
                  </a:lnTo>
                  <a:lnTo>
                    <a:pt x="1926922" y="450315"/>
                  </a:lnTo>
                  <a:lnTo>
                    <a:pt x="1980033" y="465395"/>
                  </a:lnTo>
                  <a:lnTo>
                    <a:pt x="2033783" y="481586"/>
                  </a:lnTo>
                  <a:lnTo>
                    <a:pt x="2088251" y="498762"/>
                  </a:lnTo>
                  <a:lnTo>
                    <a:pt x="2143396" y="516751"/>
                  </a:lnTo>
                  <a:lnTo>
                    <a:pt x="2199077" y="535334"/>
                  </a:lnTo>
                  <a:lnTo>
                    <a:pt x="2255082" y="554260"/>
                  </a:lnTo>
                  <a:lnTo>
                    <a:pt x="2311154" y="573255"/>
                  </a:lnTo>
                  <a:lnTo>
                    <a:pt x="2367029" y="592045"/>
                  </a:lnTo>
                  <a:lnTo>
                    <a:pt x="2422469" y="610364"/>
                  </a:lnTo>
                  <a:lnTo>
                    <a:pt x="2477291" y="627976"/>
                  </a:lnTo>
                  <a:lnTo>
                    <a:pt x="2531402" y="644684"/>
                  </a:lnTo>
                  <a:lnTo>
                    <a:pt x="2584819" y="660339"/>
                  </a:lnTo>
                  <a:lnTo>
                    <a:pt x="2637685" y="674840"/>
                  </a:lnTo>
                  <a:lnTo>
                    <a:pt x="2690296" y="688138"/>
                  </a:lnTo>
                  <a:lnTo>
                    <a:pt x="2743114" y="700229"/>
                  </a:lnTo>
                  <a:lnTo>
                    <a:pt x="2770117" y="705896"/>
                  </a:lnTo>
                  <a:lnTo>
                    <a:pt x="2819807" y="715386"/>
                  </a:lnTo>
                  <a:lnTo>
                    <a:pt x="2871217" y="723909"/>
                  </a:lnTo>
                  <a:lnTo>
                    <a:pt x="2925173" y="731517"/>
                  </a:lnTo>
                  <a:lnTo>
                    <a:pt x="2982597" y="738294"/>
                  </a:lnTo>
                  <a:lnTo>
                    <a:pt x="3044424" y="744337"/>
                  </a:lnTo>
                  <a:lnTo>
                    <a:pt x="3111524" y="749738"/>
                  </a:lnTo>
                  <a:lnTo>
                    <a:pt x="3184589" y="754578"/>
                  </a:lnTo>
                  <a:lnTo>
                    <a:pt x="3263999" y="758919"/>
                  </a:lnTo>
                  <a:lnTo>
                    <a:pt x="3349630" y="762809"/>
                  </a:lnTo>
                  <a:lnTo>
                    <a:pt x="3440638" y="766275"/>
                  </a:lnTo>
                  <a:lnTo>
                    <a:pt x="3535248" y="769327"/>
                  </a:lnTo>
                  <a:lnTo>
                    <a:pt x="3630628" y="771962"/>
                  </a:lnTo>
                  <a:lnTo>
                    <a:pt x="3722955" y="774171"/>
                  </a:lnTo>
                  <a:lnTo>
                    <a:pt x="3807781" y="775946"/>
                  </a:lnTo>
                  <a:lnTo>
                    <a:pt x="3880720" y="777293"/>
                  </a:lnTo>
                  <a:lnTo>
                    <a:pt x="3938334" y="778238"/>
                  </a:lnTo>
                  <a:lnTo>
                    <a:pt x="3978961" y="778835"/>
                  </a:lnTo>
                  <a:lnTo>
                    <a:pt x="4003217" y="779154"/>
                  </a:lnTo>
                  <a:lnTo>
                    <a:pt x="4014037" y="779283"/>
                  </a:lnTo>
                  <a:lnTo>
                    <a:pt x="4016409" y="779309"/>
                  </a:lnTo>
                  <a:lnTo>
                    <a:pt x="4538543" y="779309"/>
                  </a:lnTo>
                  <a:lnTo>
                    <a:pt x="4539803" y="779286"/>
                  </a:lnTo>
                  <a:lnTo>
                    <a:pt x="4548041" y="779117"/>
                  </a:lnTo>
                  <a:lnTo>
                    <a:pt x="4568641" y="778652"/>
                  </a:lnTo>
                  <a:lnTo>
                    <a:pt x="4605046" y="777738"/>
                  </a:lnTo>
                  <a:lnTo>
                    <a:pt x="4658447" y="776241"/>
                  </a:lnTo>
                  <a:lnTo>
                    <a:pt x="4727720" y="774061"/>
                  </a:lnTo>
                  <a:lnTo>
                    <a:pt x="4809816" y="771139"/>
                  </a:lnTo>
                  <a:lnTo>
                    <a:pt x="4900521" y="767458"/>
                  </a:lnTo>
                  <a:lnTo>
                    <a:pt x="4995352" y="763025"/>
                  </a:lnTo>
                  <a:lnTo>
                    <a:pt x="5090301" y="757859"/>
                  </a:lnTo>
                  <a:lnTo>
                    <a:pt x="5182281" y="751970"/>
                  </a:lnTo>
                  <a:lnTo>
                    <a:pt x="5269264" y="745346"/>
                  </a:lnTo>
                  <a:lnTo>
                    <a:pt x="5350189" y="737947"/>
                  </a:lnTo>
                  <a:lnTo>
                    <a:pt x="5424768" y="729702"/>
                  </a:lnTo>
                  <a:lnTo>
                    <a:pt x="5493265" y="720506"/>
                  </a:lnTo>
                  <a:lnTo>
                    <a:pt x="5556303" y="710226"/>
                  </a:lnTo>
                  <a:lnTo>
                    <a:pt x="5614711" y="698705"/>
                  </a:lnTo>
                  <a:lnTo>
                    <a:pt x="5669412" y="685776"/>
                  </a:lnTo>
                  <a:lnTo>
                    <a:pt x="5721333" y="671282"/>
                  </a:lnTo>
                  <a:lnTo>
                    <a:pt x="5771330" y="655109"/>
                  </a:lnTo>
                  <a:lnTo>
                    <a:pt x="5784835" y="650365"/>
                  </a:lnTo>
                  <a:lnTo>
                    <a:pt x="5836017" y="630976"/>
                  </a:lnTo>
                  <a:lnTo>
                    <a:pt x="5886701" y="609645"/>
                  </a:lnTo>
                  <a:lnTo>
                    <a:pt x="5937395" y="586344"/>
                  </a:lnTo>
                  <a:lnTo>
                    <a:pt x="5988447" y="561106"/>
                  </a:lnTo>
                  <a:lnTo>
                    <a:pt x="6040071" y="534037"/>
                  </a:lnTo>
                  <a:lnTo>
                    <a:pt x="6092356" y="505319"/>
                  </a:lnTo>
                  <a:lnTo>
                    <a:pt x="6145286" y="475209"/>
                  </a:lnTo>
                  <a:lnTo>
                    <a:pt x="6198755" y="444033"/>
                  </a:lnTo>
                  <a:lnTo>
                    <a:pt x="6252589" y="412171"/>
                  </a:lnTo>
                  <a:lnTo>
                    <a:pt x="6306568" y="380044"/>
                  </a:lnTo>
                  <a:lnTo>
                    <a:pt x="6360455" y="348085"/>
                  </a:lnTo>
                  <a:lnTo>
                    <a:pt x="6414024" y="316718"/>
                  </a:lnTo>
                  <a:lnTo>
                    <a:pt x="6467088" y="286336"/>
                  </a:lnTo>
                  <a:lnTo>
                    <a:pt x="6519524" y="257278"/>
                  </a:lnTo>
                  <a:lnTo>
                    <a:pt x="6571293" y="229817"/>
                  </a:lnTo>
                  <a:lnTo>
                    <a:pt x="6622461" y="204154"/>
                  </a:lnTo>
                  <a:lnTo>
                    <a:pt x="6673210" y="180409"/>
                  </a:lnTo>
                  <a:lnTo>
                    <a:pt x="6723858" y="158633"/>
                  </a:lnTo>
                  <a:lnTo>
                    <a:pt x="6774874" y="138810"/>
                  </a:lnTo>
                  <a:lnTo>
                    <a:pt x="6786527" y="134590"/>
                  </a:lnTo>
                  <a:lnTo>
                    <a:pt x="6836127" y="117950"/>
                  </a:lnTo>
                  <a:lnTo>
                    <a:pt x="6887439" y="103002"/>
                  </a:lnTo>
                  <a:lnTo>
                    <a:pt x="6941284" y="89657"/>
                  </a:lnTo>
                  <a:lnTo>
                    <a:pt x="6998580" y="77766"/>
                  </a:lnTo>
                  <a:lnTo>
                    <a:pt x="7060257" y="67161"/>
                  </a:lnTo>
                  <a:lnTo>
                    <a:pt x="7127181" y="57682"/>
                  </a:lnTo>
                  <a:lnTo>
                    <a:pt x="7200043" y="49187"/>
                  </a:lnTo>
                  <a:lnTo>
                    <a:pt x="7279224" y="41564"/>
                  </a:lnTo>
                  <a:lnTo>
                    <a:pt x="7364611" y="34732"/>
                  </a:lnTo>
                  <a:lnTo>
                    <a:pt x="7455376" y="28644"/>
                  </a:lnTo>
                  <a:lnTo>
                    <a:pt x="7549772" y="23279"/>
                  </a:lnTo>
                  <a:lnTo>
                    <a:pt x="7645001" y="18643"/>
                  </a:lnTo>
                  <a:lnTo>
                    <a:pt x="7737278" y="14753"/>
                  </a:lnTo>
                  <a:lnTo>
                    <a:pt x="7822189" y="11623"/>
                  </a:lnTo>
                  <a:lnTo>
                    <a:pt x="7895356" y="9243"/>
                  </a:lnTo>
                  <a:lnTo>
                    <a:pt x="7953324" y="7566"/>
                  </a:lnTo>
                  <a:lnTo>
                    <a:pt x="7994382" y="6504"/>
                  </a:lnTo>
                  <a:lnTo>
                    <a:pt x="8019075" y="5930"/>
                  </a:lnTo>
                  <a:lnTo>
                    <a:pt x="8030250" y="5696"/>
                  </a:lnTo>
                  <a:lnTo>
                    <a:pt x="8032819" y="5647"/>
                  </a:lnTo>
                  <a:lnTo>
                    <a:pt x="8554953" y="5647"/>
                  </a:lnTo>
                  <a:lnTo>
                    <a:pt x="8554953" y="0"/>
                  </a:lnTo>
                  <a:lnTo>
                    <a:pt x="8032819" y="0"/>
                  </a:lnTo>
                  <a:lnTo>
                    <a:pt x="8031559" y="23"/>
                  </a:lnTo>
                  <a:lnTo>
                    <a:pt x="8023321" y="191"/>
                  </a:lnTo>
                  <a:lnTo>
                    <a:pt x="8002721" y="657"/>
                  </a:lnTo>
                  <a:lnTo>
                    <a:pt x="7966316" y="1571"/>
                  </a:lnTo>
                  <a:lnTo>
                    <a:pt x="7912915" y="3067"/>
                  </a:lnTo>
                  <a:lnTo>
                    <a:pt x="7843642" y="5248"/>
                  </a:lnTo>
                  <a:lnTo>
                    <a:pt x="7761546" y="8169"/>
                  </a:lnTo>
                  <a:lnTo>
                    <a:pt x="7670841" y="11851"/>
                  </a:lnTo>
                  <a:lnTo>
                    <a:pt x="7576010" y="16284"/>
                  </a:lnTo>
                  <a:lnTo>
                    <a:pt x="7481061" y="21450"/>
                  </a:lnTo>
                  <a:lnTo>
                    <a:pt x="7389081" y="27339"/>
                  </a:lnTo>
                  <a:lnTo>
                    <a:pt x="7302098" y="33963"/>
                  </a:lnTo>
                  <a:lnTo>
                    <a:pt x="7221173" y="41361"/>
                  </a:lnTo>
                  <a:lnTo>
                    <a:pt x="7146594" y="49606"/>
                  </a:lnTo>
                  <a:lnTo>
                    <a:pt x="7078097" y="58803"/>
                  </a:lnTo>
                  <a:lnTo>
                    <a:pt x="7015059" y="69083"/>
                  </a:lnTo>
                  <a:lnTo>
                    <a:pt x="6956650" y="80604"/>
                  </a:lnTo>
                  <a:lnTo>
                    <a:pt x="6901950" y="93532"/>
                  </a:lnTo>
                  <a:lnTo>
                    <a:pt x="6850029" y="108027"/>
                  </a:lnTo>
                  <a:lnTo>
                    <a:pt x="6800032" y="124199"/>
                  </a:lnTo>
                  <a:lnTo>
                    <a:pt x="6786527" y="128943"/>
                  </a:lnTo>
                  <a:lnTo>
                    <a:pt x="6735345" y="148333"/>
                  </a:lnTo>
                  <a:lnTo>
                    <a:pt x="6684661" y="169664"/>
                  </a:lnTo>
                  <a:lnTo>
                    <a:pt x="6633967" y="192965"/>
                  </a:lnTo>
                  <a:lnTo>
                    <a:pt x="6582915" y="218203"/>
                  </a:lnTo>
                  <a:lnTo>
                    <a:pt x="6531291" y="245271"/>
                  </a:lnTo>
                  <a:lnTo>
                    <a:pt x="6479006" y="273989"/>
                  </a:lnTo>
                  <a:lnTo>
                    <a:pt x="6426076" y="304099"/>
                  </a:lnTo>
                  <a:lnTo>
                    <a:pt x="6372607" y="335276"/>
                  </a:lnTo>
                  <a:lnTo>
                    <a:pt x="6318773" y="367138"/>
                  </a:lnTo>
                  <a:lnTo>
                    <a:pt x="6264794" y="399265"/>
                  </a:lnTo>
                  <a:lnTo>
                    <a:pt x="6210907" y="431224"/>
                  </a:lnTo>
                  <a:lnTo>
                    <a:pt x="6157338" y="462591"/>
                  </a:lnTo>
                  <a:lnTo>
                    <a:pt x="6104274" y="492973"/>
                  </a:lnTo>
                  <a:lnTo>
                    <a:pt x="6051838" y="522031"/>
                  </a:lnTo>
                  <a:lnTo>
                    <a:pt x="6000069" y="549491"/>
                  </a:lnTo>
                  <a:lnTo>
                    <a:pt x="5948901" y="575155"/>
                  </a:lnTo>
                  <a:lnTo>
                    <a:pt x="5898152" y="598900"/>
                  </a:lnTo>
                  <a:lnTo>
                    <a:pt x="5847504" y="620676"/>
                  </a:lnTo>
                  <a:lnTo>
                    <a:pt x="5796488" y="640499"/>
                  </a:lnTo>
                  <a:lnTo>
                    <a:pt x="5784835" y="644718"/>
                  </a:lnTo>
                  <a:lnTo>
                    <a:pt x="5735235" y="661359"/>
                  </a:lnTo>
                  <a:lnTo>
                    <a:pt x="5683923" y="676307"/>
                  </a:lnTo>
                  <a:lnTo>
                    <a:pt x="5630078" y="689651"/>
                  </a:lnTo>
                  <a:lnTo>
                    <a:pt x="5572782" y="701542"/>
                  </a:lnTo>
                  <a:lnTo>
                    <a:pt x="5511105" y="712147"/>
                  </a:lnTo>
                  <a:lnTo>
                    <a:pt x="5444181" y="721627"/>
                  </a:lnTo>
                  <a:lnTo>
                    <a:pt x="5371319" y="730122"/>
                  </a:lnTo>
                  <a:lnTo>
                    <a:pt x="5292138" y="737745"/>
                  </a:lnTo>
                  <a:lnTo>
                    <a:pt x="5206751" y="744576"/>
                  </a:lnTo>
                  <a:lnTo>
                    <a:pt x="5115986" y="750665"/>
                  </a:lnTo>
                  <a:lnTo>
                    <a:pt x="5021590" y="756030"/>
                  </a:lnTo>
                  <a:lnTo>
                    <a:pt x="4926361" y="760666"/>
                  </a:lnTo>
                  <a:lnTo>
                    <a:pt x="4834083" y="764556"/>
                  </a:lnTo>
                  <a:lnTo>
                    <a:pt x="4749173" y="767686"/>
                  </a:lnTo>
                  <a:lnTo>
                    <a:pt x="4676006" y="770066"/>
                  </a:lnTo>
                  <a:lnTo>
                    <a:pt x="4618038" y="771742"/>
                  </a:lnTo>
                  <a:lnTo>
                    <a:pt x="4576980" y="772804"/>
                  </a:lnTo>
                  <a:lnTo>
                    <a:pt x="4552287" y="773378"/>
                  </a:lnTo>
                  <a:lnTo>
                    <a:pt x="4541112" y="773613"/>
                  </a:lnTo>
                  <a:lnTo>
                    <a:pt x="4538543" y="773662"/>
                  </a:lnTo>
                  <a:lnTo>
                    <a:pt x="4016409" y="773662"/>
                  </a:lnTo>
                  <a:lnTo>
                    <a:pt x="4015143" y="773648"/>
                  </a:lnTo>
                  <a:lnTo>
                    <a:pt x="4006862" y="773552"/>
                  </a:lnTo>
                  <a:lnTo>
                    <a:pt x="3986159" y="773286"/>
                  </a:lnTo>
                  <a:lnTo>
                    <a:pt x="3949583" y="772763"/>
                  </a:lnTo>
                  <a:lnTo>
                    <a:pt x="3895950" y="771906"/>
                  </a:lnTo>
                  <a:lnTo>
                    <a:pt x="3826409" y="770658"/>
                  </a:lnTo>
                  <a:lnTo>
                    <a:pt x="3744039" y="768987"/>
                  </a:lnTo>
                  <a:lnTo>
                    <a:pt x="3653086" y="766881"/>
                  </a:lnTo>
                  <a:lnTo>
                    <a:pt x="3558055" y="764346"/>
                  </a:lnTo>
                  <a:lnTo>
                    <a:pt x="3462964" y="761393"/>
                  </a:lnTo>
                  <a:lnTo>
                    <a:pt x="3370898" y="758026"/>
                  </a:lnTo>
                  <a:lnTo>
                    <a:pt x="3283876" y="754239"/>
                  </a:lnTo>
                  <a:lnTo>
                    <a:pt x="3202948" y="750009"/>
                  </a:lnTo>
                  <a:lnTo>
                    <a:pt x="3128388" y="745294"/>
                  </a:lnTo>
                  <a:lnTo>
                    <a:pt x="3059919" y="740033"/>
                  </a:lnTo>
                  <a:lnTo>
                    <a:pt x="2996909" y="734151"/>
                  </a:lnTo>
                  <a:lnTo>
                    <a:pt x="2938519" y="727558"/>
                  </a:lnTo>
                  <a:lnTo>
                    <a:pt x="2883822" y="720157"/>
                  </a:lnTo>
                  <a:lnTo>
                    <a:pt x="2831884" y="711859"/>
                  </a:lnTo>
                  <a:lnTo>
                    <a:pt x="2781851" y="702601"/>
                  </a:lnTo>
                  <a:lnTo>
                    <a:pt x="2770117" y="700249"/>
                  </a:lnTo>
                  <a:lnTo>
                    <a:pt x="2716957" y="688758"/>
                  </a:lnTo>
                  <a:lnTo>
                    <a:pt x="2664311" y="676072"/>
                  </a:lnTo>
                  <a:lnTo>
                    <a:pt x="2611620" y="662177"/>
                  </a:lnTo>
                  <a:lnTo>
                    <a:pt x="2558509" y="647097"/>
                  </a:lnTo>
                  <a:lnTo>
                    <a:pt x="2504759" y="630906"/>
                  </a:lnTo>
                  <a:lnTo>
                    <a:pt x="2450291" y="613729"/>
                  </a:lnTo>
                  <a:lnTo>
                    <a:pt x="2395146" y="595741"/>
                  </a:lnTo>
                  <a:lnTo>
                    <a:pt x="2339465" y="577157"/>
                  </a:lnTo>
                  <a:lnTo>
                    <a:pt x="2283460" y="558232"/>
                  </a:lnTo>
                  <a:lnTo>
                    <a:pt x="2227388" y="539236"/>
                  </a:lnTo>
                  <a:lnTo>
                    <a:pt x="2171513" y="520447"/>
                  </a:lnTo>
                  <a:lnTo>
                    <a:pt x="2116073" y="502128"/>
                  </a:lnTo>
                  <a:lnTo>
                    <a:pt x="2061251" y="484516"/>
                  </a:lnTo>
                  <a:lnTo>
                    <a:pt x="2007140" y="467807"/>
                  </a:lnTo>
                  <a:lnTo>
                    <a:pt x="1953724" y="452153"/>
                  </a:lnTo>
                  <a:lnTo>
                    <a:pt x="1900857" y="437652"/>
                  </a:lnTo>
                  <a:lnTo>
                    <a:pt x="1848246" y="424354"/>
                  </a:lnTo>
                  <a:lnTo>
                    <a:pt x="1795428" y="412263"/>
                  </a:lnTo>
                  <a:lnTo>
                    <a:pt x="1768425" y="406596"/>
                  </a:lnTo>
                  <a:lnTo>
                    <a:pt x="1718735" y="397105"/>
                  </a:lnTo>
                  <a:lnTo>
                    <a:pt x="1667325" y="388582"/>
                  </a:lnTo>
                  <a:lnTo>
                    <a:pt x="1613369" y="380975"/>
                  </a:lnTo>
                  <a:lnTo>
                    <a:pt x="1555945" y="374198"/>
                  </a:lnTo>
                  <a:lnTo>
                    <a:pt x="1494118" y="368154"/>
                  </a:lnTo>
                  <a:lnTo>
                    <a:pt x="1427018" y="362753"/>
                  </a:lnTo>
                  <a:lnTo>
                    <a:pt x="1353953" y="357914"/>
                  </a:lnTo>
                  <a:lnTo>
                    <a:pt x="1274543" y="353573"/>
                  </a:lnTo>
                  <a:lnTo>
                    <a:pt x="1188912" y="349683"/>
                  </a:lnTo>
                  <a:lnTo>
                    <a:pt x="1097904" y="346217"/>
                  </a:lnTo>
                  <a:lnTo>
                    <a:pt x="1003294" y="343165"/>
                  </a:lnTo>
                  <a:lnTo>
                    <a:pt x="907915" y="340529"/>
                  </a:lnTo>
                  <a:lnTo>
                    <a:pt x="815588" y="338321"/>
                  </a:lnTo>
                  <a:lnTo>
                    <a:pt x="730761" y="336546"/>
                  </a:lnTo>
                  <a:lnTo>
                    <a:pt x="657822" y="335199"/>
                  </a:lnTo>
                  <a:lnTo>
                    <a:pt x="600208" y="334254"/>
                  </a:lnTo>
                  <a:lnTo>
                    <a:pt x="559582" y="333657"/>
                  </a:lnTo>
                  <a:lnTo>
                    <a:pt x="535325" y="333337"/>
                  </a:lnTo>
                  <a:lnTo>
                    <a:pt x="524506" y="333208"/>
                  </a:lnTo>
                  <a:lnTo>
                    <a:pt x="522133" y="333183"/>
                  </a:lnTo>
                  <a:lnTo>
                    <a:pt x="0" y="333183"/>
                  </a:lnTo>
                  <a:close/>
                </a:path>
              </a:pathLst>
            </a:custGeom>
            <a:solidFill>
              <a:srgbClr val="E78AC3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1395" name="pl1395"/>
            <p:cNvSpPr/>
            <p:nvPr/>
          </p:nvSpPr>
          <p:spPr>
            <a:xfrm>
              <a:off x="386606" y="4506081"/>
              <a:ext cx="8554953" cy="773662"/>
            </a:xfrm>
            <a:custGeom>
              <a:avLst/>
              <a:pathLst>
                <a:path w="8554953" h="773662">
                  <a:moveTo>
                    <a:pt x="0" y="333183"/>
                  </a:moveTo>
                  <a:lnTo>
                    <a:pt x="522133" y="333183"/>
                  </a:lnTo>
                  <a:lnTo>
                    <a:pt x="523400" y="333196"/>
                  </a:lnTo>
                  <a:lnTo>
                    <a:pt x="531680" y="333292"/>
                  </a:lnTo>
                  <a:lnTo>
                    <a:pt x="552383" y="333559"/>
                  </a:lnTo>
                  <a:lnTo>
                    <a:pt x="588960" y="334082"/>
                  </a:lnTo>
                  <a:lnTo>
                    <a:pt x="642592" y="334939"/>
                  </a:lnTo>
                  <a:lnTo>
                    <a:pt x="712134" y="336186"/>
                  </a:lnTo>
                  <a:lnTo>
                    <a:pt x="794503" y="337858"/>
                  </a:lnTo>
                  <a:lnTo>
                    <a:pt x="885456" y="339963"/>
                  </a:lnTo>
                  <a:lnTo>
                    <a:pt x="980487" y="342498"/>
                  </a:lnTo>
                  <a:lnTo>
                    <a:pt x="1075578" y="345452"/>
                  </a:lnTo>
                  <a:lnTo>
                    <a:pt x="1167645" y="348819"/>
                  </a:lnTo>
                  <a:lnTo>
                    <a:pt x="1254666" y="352605"/>
                  </a:lnTo>
                  <a:lnTo>
                    <a:pt x="1335594" y="356836"/>
                  </a:lnTo>
                  <a:lnTo>
                    <a:pt x="1410154" y="361551"/>
                  </a:lnTo>
                  <a:lnTo>
                    <a:pt x="1478623" y="366811"/>
                  </a:lnTo>
                  <a:lnTo>
                    <a:pt x="1541633" y="372693"/>
                  </a:lnTo>
                  <a:lnTo>
                    <a:pt x="1600023" y="379287"/>
                  </a:lnTo>
                  <a:lnTo>
                    <a:pt x="1654721" y="386688"/>
                  </a:lnTo>
                  <a:lnTo>
                    <a:pt x="1706658" y="394986"/>
                  </a:lnTo>
                  <a:lnTo>
                    <a:pt x="1756692" y="404244"/>
                  </a:lnTo>
                  <a:lnTo>
                    <a:pt x="1768425" y="406596"/>
                  </a:lnTo>
                  <a:lnTo>
                    <a:pt x="1821585" y="418087"/>
                  </a:lnTo>
                  <a:lnTo>
                    <a:pt x="1874231" y="430772"/>
                  </a:lnTo>
                  <a:lnTo>
                    <a:pt x="1926922" y="444668"/>
                  </a:lnTo>
                  <a:lnTo>
                    <a:pt x="1980033" y="459748"/>
                  </a:lnTo>
                  <a:lnTo>
                    <a:pt x="2033783" y="475938"/>
                  </a:lnTo>
                  <a:lnTo>
                    <a:pt x="2088251" y="493115"/>
                  </a:lnTo>
                  <a:lnTo>
                    <a:pt x="2143396" y="511104"/>
                  </a:lnTo>
                  <a:lnTo>
                    <a:pt x="2199077" y="529687"/>
                  </a:lnTo>
                  <a:lnTo>
                    <a:pt x="2255082" y="548613"/>
                  </a:lnTo>
                  <a:lnTo>
                    <a:pt x="2311154" y="567608"/>
                  </a:lnTo>
                  <a:lnTo>
                    <a:pt x="2367029" y="586398"/>
                  </a:lnTo>
                  <a:lnTo>
                    <a:pt x="2422469" y="604717"/>
                  </a:lnTo>
                  <a:lnTo>
                    <a:pt x="2477291" y="622329"/>
                  </a:lnTo>
                  <a:lnTo>
                    <a:pt x="2531402" y="639037"/>
                  </a:lnTo>
                  <a:lnTo>
                    <a:pt x="2584819" y="654692"/>
                  </a:lnTo>
                  <a:lnTo>
                    <a:pt x="2637685" y="669193"/>
                  </a:lnTo>
                  <a:lnTo>
                    <a:pt x="2690296" y="682491"/>
                  </a:lnTo>
                  <a:lnTo>
                    <a:pt x="2743114" y="694581"/>
                  </a:lnTo>
                  <a:lnTo>
                    <a:pt x="2770117" y="700249"/>
                  </a:lnTo>
                  <a:lnTo>
                    <a:pt x="2819807" y="709739"/>
                  </a:lnTo>
                  <a:lnTo>
                    <a:pt x="2871217" y="718262"/>
                  </a:lnTo>
                  <a:lnTo>
                    <a:pt x="2925173" y="725870"/>
                  </a:lnTo>
                  <a:lnTo>
                    <a:pt x="2982597" y="732647"/>
                  </a:lnTo>
                  <a:lnTo>
                    <a:pt x="3044424" y="738690"/>
                  </a:lnTo>
                  <a:lnTo>
                    <a:pt x="3111524" y="744091"/>
                  </a:lnTo>
                  <a:lnTo>
                    <a:pt x="3184589" y="748930"/>
                  </a:lnTo>
                  <a:lnTo>
                    <a:pt x="3263999" y="753272"/>
                  </a:lnTo>
                  <a:lnTo>
                    <a:pt x="3349630" y="757162"/>
                  </a:lnTo>
                  <a:lnTo>
                    <a:pt x="3440638" y="760627"/>
                  </a:lnTo>
                  <a:lnTo>
                    <a:pt x="3535248" y="763680"/>
                  </a:lnTo>
                  <a:lnTo>
                    <a:pt x="3630628" y="766315"/>
                  </a:lnTo>
                  <a:lnTo>
                    <a:pt x="3722955" y="768524"/>
                  </a:lnTo>
                  <a:lnTo>
                    <a:pt x="3807781" y="770299"/>
                  </a:lnTo>
                  <a:lnTo>
                    <a:pt x="3880720" y="771645"/>
                  </a:lnTo>
                  <a:lnTo>
                    <a:pt x="3938334" y="772591"/>
                  </a:lnTo>
                  <a:lnTo>
                    <a:pt x="3978961" y="773187"/>
                  </a:lnTo>
                  <a:lnTo>
                    <a:pt x="4003217" y="773507"/>
                  </a:lnTo>
                  <a:lnTo>
                    <a:pt x="4014037" y="773636"/>
                  </a:lnTo>
                  <a:lnTo>
                    <a:pt x="4016391" y="773662"/>
                  </a:lnTo>
                  <a:lnTo>
                    <a:pt x="4016409" y="773662"/>
                  </a:lnTo>
                  <a:lnTo>
                    <a:pt x="4538543" y="773662"/>
                  </a:lnTo>
                  <a:lnTo>
                    <a:pt x="4539803" y="773638"/>
                  </a:lnTo>
                  <a:lnTo>
                    <a:pt x="4548041" y="773470"/>
                  </a:lnTo>
                  <a:lnTo>
                    <a:pt x="4568641" y="773005"/>
                  </a:lnTo>
                  <a:lnTo>
                    <a:pt x="4605046" y="772091"/>
                  </a:lnTo>
                  <a:lnTo>
                    <a:pt x="4658447" y="770594"/>
                  </a:lnTo>
                  <a:lnTo>
                    <a:pt x="4727720" y="768414"/>
                  </a:lnTo>
                  <a:lnTo>
                    <a:pt x="4809816" y="765492"/>
                  </a:lnTo>
                  <a:lnTo>
                    <a:pt x="4900521" y="761810"/>
                  </a:lnTo>
                  <a:lnTo>
                    <a:pt x="4995352" y="757378"/>
                  </a:lnTo>
                  <a:lnTo>
                    <a:pt x="5090301" y="752212"/>
                  </a:lnTo>
                  <a:lnTo>
                    <a:pt x="5182281" y="746323"/>
                  </a:lnTo>
                  <a:lnTo>
                    <a:pt x="5269264" y="739699"/>
                  </a:lnTo>
                  <a:lnTo>
                    <a:pt x="5350189" y="732300"/>
                  </a:lnTo>
                  <a:lnTo>
                    <a:pt x="5424768" y="724055"/>
                  </a:lnTo>
                  <a:lnTo>
                    <a:pt x="5493265" y="714859"/>
                  </a:lnTo>
                  <a:lnTo>
                    <a:pt x="5556303" y="704578"/>
                  </a:lnTo>
                  <a:lnTo>
                    <a:pt x="5614711" y="693058"/>
                  </a:lnTo>
                  <a:lnTo>
                    <a:pt x="5669412" y="680129"/>
                  </a:lnTo>
                  <a:lnTo>
                    <a:pt x="5721333" y="665634"/>
                  </a:lnTo>
                  <a:lnTo>
                    <a:pt x="5771330" y="649462"/>
                  </a:lnTo>
                  <a:lnTo>
                    <a:pt x="5784835" y="644718"/>
                  </a:lnTo>
                  <a:lnTo>
                    <a:pt x="5836017" y="625328"/>
                  </a:lnTo>
                  <a:lnTo>
                    <a:pt x="5886701" y="603998"/>
                  </a:lnTo>
                  <a:lnTo>
                    <a:pt x="5937395" y="580697"/>
                  </a:lnTo>
                  <a:lnTo>
                    <a:pt x="5988447" y="555459"/>
                  </a:lnTo>
                  <a:lnTo>
                    <a:pt x="6040071" y="528390"/>
                  </a:lnTo>
                  <a:lnTo>
                    <a:pt x="6092356" y="499672"/>
                  </a:lnTo>
                  <a:lnTo>
                    <a:pt x="6145286" y="469562"/>
                  </a:lnTo>
                  <a:lnTo>
                    <a:pt x="6198755" y="438385"/>
                  </a:lnTo>
                  <a:lnTo>
                    <a:pt x="6252589" y="406524"/>
                  </a:lnTo>
                  <a:lnTo>
                    <a:pt x="6306568" y="374397"/>
                  </a:lnTo>
                  <a:lnTo>
                    <a:pt x="6360455" y="342437"/>
                  </a:lnTo>
                  <a:lnTo>
                    <a:pt x="6414024" y="311071"/>
                  </a:lnTo>
                  <a:lnTo>
                    <a:pt x="6467088" y="280688"/>
                  </a:lnTo>
                  <a:lnTo>
                    <a:pt x="6519524" y="251631"/>
                  </a:lnTo>
                  <a:lnTo>
                    <a:pt x="6571293" y="224170"/>
                  </a:lnTo>
                  <a:lnTo>
                    <a:pt x="6622461" y="198506"/>
                  </a:lnTo>
                  <a:lnTo>
                    <a:pt x="6673210" y="174762"/>
                  </a:lnTo>
                  <a:lnTo>
                    <a:pt x="6723858" y="152986"/>
                  </a:lnTo>
                  <a:lnTo>
                    <a:pt x="6774874" y="133163"/>
                  </a:lnTo>
                  <a:lnTo>
                    <a:pt x="6786527" y="128943"/>
                  </a:lnTo>
                  <a:lnTo>
                    <a:pt x="6836127" y="112303"/>
                  </a:lnTo>
                  <a:lnTo>
                    <a:pt x="6887439" y="97355"/>
                  </a:lnTo>
                  <a:lnTo>
                    <a:pt x="6941284" y="84010"/>
                  </a:lnTo>
                  <a:lnTo>
                    <a:pt x="6998580" y="72119"/>
                  </a:lnTo>
                  <a:lnTo>
                    <a:pt x="7060257" y="61514"/>
                  </a:lnTo>
                  <a:lnTo>
                    <a:pt x="7127181" y="52034"/>
                  </a:lnTo>
                  <a:lnTo>
                    <a:pt x="7200043" y="43539"/>
                  </a:lnTo>
                  <a:lnTo>
                    <a:pt x="7279224" y="35917"/>
                  </a:lnTo>
                  <a:lnTo>
                    <a:pt x="7364611" y="29085"/>
                  </a:lnTo>
                  <a:lnTo>
                    <a:pt x="7455376" y="22996"/>
                  </a:lnTo>
                  <a:lnTo>
                    <a:pt x="7549772" y="17631"/>
                  </a:lnTo>
                  <a:lnTo>
                    <a:pt x="7645001" y="12995"/>
                  </a:lnTo>
                  <a:lnTo>
                    <a:pt x="7737278" y="9106"/>
                  </a:lnTo>
                  <a:lnTo>
                    <a:pt x="7822189" y="5975"/>
                  </a:lnTo>
                  <a:lnTo>
                    <a:pt x="7895356" y="3595"/>
                  </a:lnTo>
                  <a:lnTo>
                    <a:pt x="7953324" y="1919"/>
                  </a:lnTo>
                  <a:lnTo>
                    <a:pt x="7994382" y="857"/>
                  </a:lnTo>
                  <a:lnTo>
                    <a:pt x="8019075" y="283"/>
                  </a:lnTo>
                  <a:lnTo>
                    <a:pt x="8030250" y="49"/>
                  </a:lnTo>
                  <a:lnTo>
                    <a:pt x="8032792" y="0"/>
                  </a:lnTo>
                  <a:lnTo>
                    <a:pt x="8032819" y="0"/>
                  </a:lnTo>
                  <a:lnTo>
                    <a:pt x="8554953" y="0"/>
                  </a:lnTo>
                  <a:lnTo>
                    <a:pt x="8554953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396" name="pl1396"/>
            <p:cNvSpPr/>
            <p:nvPr/>
          </p:nvSpPr>
          <p:spPr>
            <a:xfrm>
              <a:off x="386606" y="4500434"/>
              <a:ext cx="8554953" cy="773662"/>
            </a:xfrm>
            <a:custGeom>
              <a:avLst/>
              <a:pathLst>
                <a:path w="8554953" h="773662">
                  <a:moveTo>
                    <a:pt x="8554953" y="0"/>
                  </a:moveTo>
                  <a:lnTo>
                    <a:pt x="8032819" y="0"/>
                  </a:lnTo>
                  <a:lnTo>
                    <a:pt x="8031559" y="23"/>
                  </a:lnTo>
                  <a:lnTo>
                    <a:pt x="8023321" y="191"/>
                  </a:lnTo>
                  <a:lnTo>
                    <a:pt x="8002721" y="657"/>
                  </a:lnTo>
                  <a:lnTo>
                    <a:pt x="7966316" y="1571"/>
                  </a:lnTo>
                  <a:lnTo>
                    <a:pt x="7912915" y="3067"/>
                  </a:lnTo>
                  <a:lnTo>
                    <a:pt x="7843642" y="5248"/>
                  </a:lnTo>
                  <a:lnTo>
                    <a:pt x="7761546" y="8169"/>
                  </a:lnTo>
                  <a:lnTo>
                    <a:pt x="7670841" y="11851"/>
                  </a:lnTo>
                  <a:lnTo>
                    <a:pt x="7576010" y="16284"/>
                  </a:lnTo>
                  <a:lnTo>
                    <a:pt x="7481061" y="21450"/>
                  </a:lnTo>
                  <a:lnTo>
                    <a:pt x="7389081" y="27339"/>
                  </a:lnTo>
                  <a:lnTo>
                    <a:pt x="7302098" y="33963"/>
                  </a:lnTo>
                  <a:lnTo>
                    <a:pt x="7221173" y="41361"/>
                  </a:lnTo>
                  <a:lnTo>
                    <a:pt x="7146594" y="49606"/>
                  </a:lnTo>
                  <a:lnTo>
                    <a:pt x="7078097" y="58803"/>
                  </a:lnTo>
                  <a:lnTo>
                    <a:pt x="7015059" y="69083"/>
                  </a:lnTo>
                  <a:lnTo>
                    <a:pt x="6956650" y="80604"/>
                  </a:lnTo>
                  <a:lnTo>
                    <a:pt x="6901950" y="93532"/>
                  </a:lnTo>
                  <a:lnTo>
                    <a:pt x="6850029" y="108027"/>
                  </a:lnTo>
                  <a:lnTo>
                    <a:pt x="6800032" y="124199"/>
                  </a:lnTo>
                  <a:lnTo>
                    <a:pt x="6786527" y="128943"/>
                  </a:lnTo>
                  <a:lnTo>
                    <a:pt x="6735345" y="148333"/>
                  </a:lnTo>
                  <a:lnTo>
                    <a:pt x="6684661" y="169664"/>
                  </a:lnTo>
                  <a:lnTo>
                    <a:pt x="6633967" y="192965"/>
                  </a:lnTo>
                  <a:lnTo>
                    <a:pt x="6582915" y="218203"/>
                  </a:lnTo>
                  <a:lnTo>
                    <a:pt x="6531291" y="245271"/>
                  </a:lnTo>
                  <a:lnTo>
                    <a:pt x="6479006" y="273989"/>
                  </a:lnTo>
                  <a:lnTo>
                    <a:pt x="6426076" y="304099"/>
                  </a:lnTo>
                  <a:lnTo>
                    <a:pt x="6372607" y="335276"/>
                  </a:lnTo>
                  <a:lnTo>
                    <a:pt x="6318773" y="367138"/>
                  </a:lnTo>
                  <a:lnTo>
                    <a:pt x="6264794" y="399265"/>
                  </a:lnTo>
                  <a:lnTo>
                    <a:pt x="6210907" y="431224"/>
                  </a:lnTo>
                  <a:lnTo>
                    <a:pt x="6157338" y="462591"/>
                  </a:lnTo>
                  <a:lnTo>
                    <a:pt x="6104274" y="492973"/>
                  </a:lnTo>
                  <a:lnTo>
                    <a:pt x="6051838" y="522031"/>
                  </a:lnTo>
                  <a:lnTo>
                    <a:pt x="6000069" y="549491"/>
                  </a:lnTo>
                  <a:lnTo>
                    <a:pt x="5948901" y="575155"/>
                  </a:lnTo>
                  <a:lnTo>
                    <a:pt x="5898152" y="598900"/>
                  </a:lnTo>
                  <a:lnTo>
                    <a:pt x="5847504" y="620676"/>
                  </a:lnTo>
                  <a:lnTo>
                    <a:pt x="5796488" y="640499"/>
                  </a:lnTo>
                  <a:lnTo>
                    <a:pt x="5784835" y="644718"/>
                  </a:lnTo>
                  <a:lnTo>
                    <a:pt x="5735235" y="661359"/>
                  </a:lnTo>
                  <a:lnTo>
                    <a:pt x="5683923" y="676307"/>
                  </a:lnTo>
                  <a:lnTo>
                    <a:pt x="5630078" y="689651"/>
                  </a:lnTo>
                  <a:lnTo>
                    <a:pt x="5572782" y="701542"/>
                  </a:lnTo>
                  <a:lnTo>
                    <a:pt x="5511105" y="712147"/>
                  </a:lnTo>
                  <a:lnTo>
                    <a:pt x="5444181" y="721627"/>
                  </a:lnTo>
                  <a:lnTo>
                    <a:pt x="5371319" y="730122"/>
                  </a:lnTo>
                  <a:lnTo>
                    <a:pt x="5292138" y="737745"/>
                  </a:lnTo>
                  <a:lnTo>
                    <a:pt x="5206751" y="744576"/>
                  </a:lnTo>
                  <a:lnTo>
                    <a:pt x="5115986" y="750665"/>
                  </a:lnTo>
                  <a:lnTo>
                    <a:pt x="5021590" y="756030"/>
                  </a:lnTo>
                  <a:lnTo>
                    <a:pt x="4926361" y="760666"/>
                  </a:lnTo>
                  <a:lnTo>
                    <a:pt x="4834083" y="764556"/>
                  </a:lnTo>
                  <a:lnTo>
                    <a:pt x="4749173" y="767686"/>
                  </a:lnTo>
                  <a:lnTo>
                    <a:pt x="4676006" y="770066"/>
                  </a:lnTo>
                  <a:lnTo>
                    <a:pt x="4618038" y="771742"/>
                  </a:lnTo>
                  <a:lnTo>
                    <a:pt x="4576980" y="772804"/>
                  </a:lnTo>
                  <a:lnTo>
                    <a:pt x="4552287" y="773378"/>
                  </a:lnTo>
                  <a:lnTo>
                    <a:pt x="4541112" y="773613"/>
                  </a:lnTo>
                  <a:lnTo>
                    <a:pt x="4538570" y="773661"/>
                  </a:lnTo>
                  <a:lnTo>
                    <a:pt x="4538543" y="773662"/>
                  </a:lnTo>
                  <a:lnTo>
                    <a:pt x="4016409" y="773662"/>
                  </a:lnTo>
                  <a:lnTo>
                    <a:pt x="4015143" y="773648"/>
                  </a:lnTo>
                  <a:lnTo>
                    <a:pt x="4006862" y="773552"/>
                  </a:lnTo>
                  <a:lnTo>
                    <a:pt x="3986159" y="773286"/>
                  </a:lnTo>
                  <a:lnTo>
                    <a:pt x="3949583" y="772763"/>
                  </a:lnTo>
                  <a:lnTo>
                    <a:pt x="3895950" y="771906"/>
                  </a:lnTo>
                  <a:lnTo>
                    <a:pt x="3826409" y="770658"/>
                  </a:lnTo>
                  <a:lnTo>
                    <a:pt x="3744039" y="768987"/>
                  </a:lnTo>
                  <a:lnTo>
                    <a:pt x="3653086" y="766881"/>
                  </a:lnTo>
                  <a:lnTo>
                    <a:pt x="3558055" y="764346"/>
                  </a:lnTo>
                  <a:lnTo>
                    <a:pt x="3462964" y="761393"/>
                  </a:lnTo>
                  <a:lnTo>
                    <a:pt x="3370898" y="758026"/>
                  </a:lnTo>
                  <a:lnTo>
                    <a:pt x="3283876" y="754239"/>
                  </a:lnTo>
                  <a:lnTo>
                    <a:pt x="3202948" y="750009"/>
                  </a:lnTo>
                  <a:lnTo>
                    <a:pt x="3128388" y="745294"/>
                  </a:lnTo>
                  <a:lnTo>
                    <a:pt x="3059919" y="740033"/>
                  </a:lnTo>
                  <a:lnTo>
                    <a:pt x="2996909" y="734151"/>
                  </a:lnTo>
                  <a:lnTo>
                    <a:pt x="2938519" y="727558"/>
                  </a:lnTo>
                  <a:lnTo>
                    <a:pt x="2883822" y="720157"/>
                  </a:lnTo>
                  <a:lnTo>
                    <a:pt x="2831884" y="711859"/>
                  </a:lnTo>
                  <a:lnTo>
                    <a:pt x="2781851" y="702601"/>
                  </a:lnTo>
                  <a:lnTo>
                    <a:pt x="2770117" y="700249"/>
                  </a:lnTo>
                  <a:lnTo>
                    <a:pt x="2716957" y="688758"/>
                  </a:lnTo>
                  <a:lnTo>
                    <a:pt x="2664311" y="676072"/>
                  </a:lnTo>
                  <a:lnTo>
                    <a:pt x="2611620" y="662177"/>
                  </a:lnTo>
                  <a:lnTo>
                    <a:pt x="2558509" y="647097"/>
                  </a:lnTo>
                  <a:lnTo>
                    <a:pt x="2504759" y="630906"/>
                  </a:lnTo>
                  <a:lnTo>
                    <a:pt x="2450291" y="613729"/>
                  </a:lnTo>
                  <a:lnTo>
                    <a:pt x="2395146" y="595741"/>
                  </a:lnTo>
                  <a:lnTo>
                    <a:pt x="2339465" y="577157"/>
                  </a:lnTo>
                  <a:lnTo>
                    <a:pt x="2283460" y="558232"/>
                  </a:lnTo>
                  <a:lnTo>
                    <a:pt x="2227388" y="539236"/>
                  </a:lnTo>
                  <a:lnTo>
                    <a:pt x="2171513" y="520447"/>
                  </a:lnTo>
                  <a:lnTo>
                    <a:pt x="2116073" y="502128"/>
                  </a:lnTo>
                  <a:lnTo>
                    <a:pt x="2061251" y="484516"/>
                  </a:lnTo>
                  <a:lnTo>
                    <a:pt x="2007140" y="467807"/>
                  </a:lnTo>
                  <a:lnTo>
                    <a:pt x="1953724" y="452153"/>
                  </a:lnTo>
                  <a:lnTo>
                    <a:pt x="1900857" y="437652"/>
                  </a:lnTo>
                  <a:lnTo>
                    <a:pt x="1848246" y="424354"/>
                  </a:lnTo>
                  <a:lnTo>
                    <a:pt x="1795428" y="412263"/>
                  </a:lnTo>
                  <a:lnTo>
                    <a:pt x="1768425" y="406596"/>
                  </a:lnTo>
                  <a:lnTo>
                    <a:pt x="1718735" y="397105"/>
                  </a:lnTo>
                  <a:lnTo>
                    <a:pt x="1667325" y="388582"/>
                  </a:lnTo>
                  <a:lnTo>
                    <a:pt x="1613369" y="380975"/>
                  </a:lnTo>
                  <a:lnTo>
                    <a:pt x="1555945" y="374198"/>
                  </a:lnTo>
                  <a:lnTo>
                    <a:pt x="1494118" y="368154"/>
                  </a:lnTo>
                  <a:lnTo>
                    <a:pt x="1427018" y="362753"/>
                  </a:lnTo>
                  <a:lnTo>
                    <a:pt x="1353953" y="357914"/>
                  </a:lnTo>
                  <a:lnTo>
                    <a:pt x="1274543" y="353573"/>
                  </a:lnTo>
                  <a:lnTo>
                    <a:pt x="1188912" y="349683"/>
                  </a:lnTo>
                  <a:lnTo>
                    <a:pt x="1097904" y="346217"/>
                  </a:lnTo>
                  <a:lnTo>
                    <a:pt x="1003294" y="343165"/>
                  </a:lnTo>
                  <a:lnTo>
                    <a:pt x="907915" y="340529"/>
                  </a:lnTo>
                  <a:lnTo>
                    <a:pt x="815588" y="338321"/>
                  </a:lnTo>
                  <a:lnTo>
                    <a:pt x="730761" y="336546"/>
                  </a:lnTo>
                  <a:lnTo>
                    <a:pt x="657822" y="335199"/>
                  </a:lnTo>
                  <a:lnTo>
                    <a:pt x="600208" y="334254"/>
                  </a:lnTo>
                  <a:lnTo>
                    <a:pt x="559582" y="333657"/>
                  </a:lnTo>
                  <a:lnTo>
                    <a:pt x="535325" y="333337"/>
                  </a:lnTo>
                  <a:lnTo>
                    <a:pt x="524506" y="333208"/>
                  </a:lnTo>
                  <a:lnTo>
                    <a:pt x="522151" y="333183"/>
                  </a:lnTo>
                  <a:lnTo>
                    <a:pt x="522133" y="333183"/>
                  </a:lnTo>
                  <a:lnTo>
                    <a:pt x="0" y="333183"/>
                  </a:lnTo>
                  <a:lnTo>
                    <a:pt x="0" y="333183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397" name="pg1397"/>
            <p:cNvSpPr/>
            <p:nvPr/>
          </p:nvSpPr>
          <p:spPr>
            <a:xfrm>
              <a:off x="386606" y="4839265"/>
              <a:ext cx="8554953" cy="897900"/>
            </a:xfrm>
            <a:custGeom>
              <a:avLst/>
              <a:pathLst>
                <a:path w="8554953" h="897900">
                  <a:moveTo>
                    <a:pt x="0" y="5647"/>
                  </a:moveTo>
                  <a:lnTo>
                    <a:pt x="522133" y="5647"/>
                  </a:lnTo>
                  <a:lnTo>
                    <a:pt x="523399" y="5662"/>
                  </a:lnTo>
                  <a:lnTo>
                    <a:pt x="531674" y="5769"/>
                  </a:lnTo>
                  <a:lnTo>
                    <a:pt x="552365" y="6066"/>
                  </a:lnTo>
                  <a:lnTo>
                    <a:pt x="588922" y="6649"/>
                  </a:lnTo>
                  <a:lnTo>
                    <a:pt x="642527" y="7604"/>
                  </a:lnTo>
                  <a:lnTo>
                    <a:pt x="712037" y="8995"/>
                  </a:lnTo>
                  <a:lnTo>
                    <a:pt x="794374" y="10858"/>
                  </a:lnTo>
                  <a:lnTo>
                    <a:pt x="885298" y="13206"/>
                  </a:lnTo>
                  <a:lnTo>
                    <a:pt x="980305" y="16031"/>
                  </a:lnTo>
                  <a:lnTo>
                    <a:pt x="1075380" y="19324"/>
                  </a:lnTo>
                  <a:lnTo>
                    <a:pt x="1167436" y="23077"/>
                  </a:lnTo>
                  <a:lnTo>
                    <a:pt x="1254453" y="27299"/>
                  </a:lnTo>
                  <a:lnTo>
                    <a:pt x="1335381" y="32015"/>
                  </a:lnTo>
                  <a:lnTo>
                    <a:pt x="1409943" y="37272"/>
                  </a:lnTo>
                  <a:lnTo>
                    <a:pt x="1478415" y="43136"/>
                  </a:lnTo>
                  <a:lnTo>
                    <a:pt x="1541429" y="49693"/>
                  </a:lnTo>
                  <a:lnTo>
                    <a:pt x="1599821" y="57043"/>
                  </a:lnTo>
                  <a:lnTo>
                    <a:pt x="1654519" y="65292"/>
                  </a:lnTo>
                  <a:lnTo>
                    <a:pt x="1706454" y="74542"/>
                  </a:lnTo>
                  <a:lnTo>
                    <a:pt x="1756483" y="84862"/>
                  </a:lnTo>
                  <a:lnTo>
                    <a:pt x="1768425" y="87531"/>
                  </a:lnTo>
                  <a:lnTo>
                    <a:pt x="1821333" y="100283"/>
                  </a:lnTo>
                  <a:lnTo>
                    <a:pt x="1873730" y="114355"/>
                  </a:lnTo>
                  <a:lnTo>
                    <a:pt x="1926165" y="129764"/>
                  </a:lnTo>
                  <a:lnTo>
                    <a:pt x="1979014" y="146483"/>
                  </a:lnTo>
                  <a:lnTo>
                    <a:pt x="2032492" y="164430"/>
                  </a:lnTo>
                  <a:lnTo>
                    <a:pt x="2086682" y="183471"/>
                  </a:lnTo>
                  <a:lnTo>
                    <a:pt x="2141544" y="203415"/>
                  </a:lnTo>
                  <a:lnTo>
                    <a:pt x="2196944" y="224025"/>
                  </a:lnTo>
                  <a:lnTo>
                    <a:pt x="2252674" y="245024"/>
                  </a:lnTo>
                  <a:lnTo>
                    <a:pt x="2308481" y="266113"/>
                  </a:lnTo>
                  <a:lnTo>
                    <a:pt x="2364106" y="286989"/>
                  </a:lnTo>
                  <a:lnTo>
                    <a:pt x="2419310" y="307361"/>
                  </a:lnTo>
                  <a:lnTo>
                    <a:pt x="2473911" y="326965"/>
                  </a:lnTo>
                  <a:lnTo>
                    <a:pt x="2527810" y="345582"/>
                  </a:lnTo>
                  <a:lnTo>
                    <a:pt x="2581016" y="363045"/>
                  </a:lnTo>
                  <a:lnTo>
                    <a:pt x="2633663" y="379239"/>
                  </a:lnTo>
                  <a:lnTo>
                    <a:pt x="2686028" y="394107"/>
                  </a:lnTo>
                  <a:lnTo>
                    <a:pt x="2738554" y="407639"/>
                  </a:lnTo>
                  <a:lnTo>
                    <a:pt x="2770117" y="415067"/>
                  </a:lnTo>
                  <a:lnTo>
                    <a:pt x="2819797" y="425650"/>
                  </a:lnTo>
                  <a:lnTo>
                    <a:pt x="2871195" y="435155"/>
                  </a:lnTo>
                  <a:lnTo>
                    <a:pt x="2925138" y="443639"/>
                  </a:lnTo>
                  <a:lnTo>
                    <a:pt x="2982547" y="451197"/>
                  </a:lnTo>
                  <a:lnTo>
                    <a:pt x="3044356" y="457937"/>
                  </a:lnTo>
                  <a:lnTo>
                    <a:pt x="3111435" y="463961"/>
                  </a:lnTo>
                  <a:lnTo>
                    <a:pt x="3184477" y="469358"/>
                  </a:lnTo>
                  <a:lnTo>
                    <a:pt x="3263860" y="474200"/>
                  </a:lnTo>
                  <a:lnTo>
                    <a:pt x="3349462" y="478538"/>
                  </a:lnTo>
                  <a:lnTo>
                    <a:pt x="3440441" y="482404"/>
                  </a:lnTo>
                  <a:lnTo>
                    <a:pt x="3535026" y="485809"/>
                  </a:lnTo>
                  <a:lnTo>
                    <a:pt x="3630388" y="488749"/>
                  </a:lnTo>
                  <a:lnTo>
                    <a:pt x="3722710" y="491214"/>
                  </a:lnTo>
                  <a:lnTo>
                    <a:pt x="3807546" y="493194"/>
                  </a:lnTo>
                  <a:lnTo>
                    <a:pt x="3880513" y="494697"/>
                  </a:lnTo>
                  <a:lnTo>
                    <a:pt x="3938168" y="495753"/>
                  </a:lnTo>
                  <a:lnTo>
                    <a:pt x="3978845" y="496419"/>
                  </a:lnTo>
                  <a:lnTo>
                    <a:pt x="4003153" y="496777"/>
                  </a:lnTo>
                  <a:lnTo>
                    <a:pt x="4014014" y="496922"/>
                  </a:lnTo>
                  <a:lnTo>
                    <a:pt x="4016409" y="496951"/>
                  </a:lnTo>
                  <a:lnTo>
                    <a:pt x="4538543" y="496951"/>
                  </a:lnTo>
                  <a:lnTo>
                    <a:pt x="4539810" y="496963"/>
                  </a:lnTo>
                  <a:lnTo>
                    <a:pt x="4548094" y="497051"/>
                  </a:lnTo>
                  <a:lnTo>
                    <a:pt x="4568805" y="497293"/>
                  </a:lnTo>
                  <a:lnTo>
                    <a:pt x="4605396" y="497770"/>
                  </a:lnTo>
                  <a:lnTo>
                    <a:pt x="4659048" y="498550"/>
                  </a:lnTo>
                  <a:lnTo>
                    <a:pt x="4728612" y="499686"/>
                  </a:lnTo>
                  <a:lnTo>
                    <a:pt x="4811004" y="501208"/>
                  </a:lnTo>
                  <a:lnTo>
                    <a:pt x="4901977" y="503125"/>
                  </a:lnTo>
                  <a:lnTo>
                    <a:pt x="4997024" y="505433"/>
                  </a:lnTo>
                  <a:lnTo>
                    <a:pt x="5092127" y="508123"/>
                  </a:lnTo>
                  <a:lnTo>
                    <a:pt x="5184201" y="511189"/>
                  </a:lnTo>
                  <a:lnTo>
                    <a:pt x="5271225" y="514637"/>
                  </a:lnTo>
                  <a:lnTo>
                    <a:pt x="5352154" y="518489"/>
                  </a:lnTo>
                  <a:lnTo>
                    <a:pt x="5426712" y="522782"/>
                  </a:lnTo>
                  <a:lnTo>
                    <a:pt x="5495179" y="527572"/>
                  </a:lnTo>
                  <a:lnTo>
                    <a:pt x="5558187" y="532929"/>
                  </a:lnTo>
                  <a:lnTo>
                    <a:pt x="5616575" y="538933"/>
                  </a:lnTo>
                  <a:lnTo>
                    <a:pt x="5671272" y="545673"/>
                  </a:lnTo>
                  <a:lnTo>
                    <a:pt x="5723211" y="553230"/>
                  </a:lnTo>
                  <a:lnTo>
                    <a:pt x="5773248" y="561661"/>
                  </a:lnTo>
                  <a:lnTo>
                    <a:pt x="5784835" y="563775"/>
                  </a:lnTo>
                  <a:lnTo>
                    <a:pt x="5838176" y="574273"/>
                  </a:lnTo>
                  <a:lnTo>
                    <a:pt x="5891001" y="585865"/>
                  </a:lnTo>
                  <a:lnTo>
                    <a:pt x="5943874" y="598566"/>
                  </a:lnTo>
                  <a:lnTo>
                    <a:pt x="5997174" y="612352"/>
                  </a:lnTo>
                  <a:lnTo>
                    <a:pt x="6051118" y="627155"/>
                  </a:lnTo>
                  <a:lnTo>
                    <a:pt x="6105786" y="642859"/>
                  </a:lnTo>
                  <a:lnTo>
                    <a:pt x="6161134" y="659304"/>
                  </a:lnTo>
                  <a:lnTo>
                    <a:pt x="6217017" y="676288"/>
                  </a:lnTo>
                  <a:lnTo>
                    <a:pt x="6273219" y="693580"/>
                  </a:lnTo>
                  <a:lnTo>
                    <a:pt x="6329480" y="710928"/>
                  </a:lnTo>
                  <a:lnTo>
                    <a:pt x="6385535" y="728078"/>
                  </a:lnTo>
                  <a:lnTo>
                    <a:pt x="6441142" y="744788"/>
                  </a:lnTo>
                  <a:lnTo>
                    <a:pt x="6496123" y="760843"/>
                  </a:lnTo>
                  <a:lnTo>
                    <a:pt x="6550386" y="776062"/>
                  </a:lnTo>
                  <a:lnTo>
                    <a:pt x="6603953" y="790310"/>
                  </a:lnTo>
                  <a:lnTo>
                    <a:pt x="6656978" y="803497"/>
                  </a:lnTo>
                  <a:lnTo>
                    <a:pt x="6709767" y="815581"/>
                  </a:lnTo>
                  <a:lnTo>
                    <a:pt x="6762797" y="826559"/>
                  </a:lnTo>
                  <a:lnTo>
                    <a:pt x="6786527" y="831075"/>
                  </a:lnTo>
                  <a:lnTo>
                    <a:pt x="6836225" y="839715"/>
                  </a:lnTo>
                  <a:lnTo>
                    <a:pt x="6887643" y="847474"/>
                  </a:lnTo>
                  <a:lnTo>
                    <a:pt x="6941608" y="854399"/>
                  </a:lnTo>
                  <a:lnTo>
                    <a:pt x="6999042" y="860569"/>
                  </a:lnTo>
                  <a:lnTo>
                    <a:pt x="7060882" y="866070"/>
                  </a:lnTo>
                  <a:lnTo>
                    <a:pt x="7127996" y="870987"/>
                  </a:lnTo>
                  <a:lnTo>
                    <a:pt x="7201078" y="875392"/>
                  </a:lnTo>
                  <a:lnTo>
                    <a:pt x="7280507" y="879344"/>
                  </a:lnTo>
                  <a:lnTo>
                    <a:pt x="7366158" y="882885"/>
                  </a:lnTo>
                  <a:lnTo>
                    <a:pt x="7457186" y="886039"/>
                  </a:lnTo>
                  <a:lnTo>
                    <a:pt x="7551814" y="888817"/>
                  </a:lnTo>
                  <a:lnTo>
                    <a:pt x="7647206" y="891216"/>
                  </a:lnTo>
                  <a:lnTo>
                    <a:pt x="7739537" y="893226"/>
                  </a:lnTo>
                  <a:lnTo>
                    <a:pt x="7824356" y="894841"/>
                  </a:lnTo>
                  <a:lnTo>
                    <a:pt x="7897276" y="896067"/>
                  </a:lnTo>
                  <a:lnTo>
                    <a:pt x="7954860" y="896927"/>
                  </a:lnTo>
                  <a:lnTo>
                    <a:pt x="7995451" y="897469"/>
                  </a:lnTo>
                  <a:lnTo>
                    <a:pt x="8019672" y="897759"/>
                  </a:lnTo>
                  <a:lnTo>
                    <a:pt x="8030462" y="897876"/>
                  </a:lnTo>
                  <a:lnTo>
                    <a:pt x="8032819" y="897900"/>
                  </a:lnTo>
                  <a:lnTo>
                    <a:pt x="8554953" y="897900"/>
                  </a:lnTo>
                  <a:lnTo>
                    <a:pt x="8554953" y="892253"/>
                  </a:lnTo>
                  <a:lnTo>
                    <a:pt x="8032819" y="892253"/>
                  </a:lnTo>
                  <a:lnTo>
                    <a:pt x="8031552" y="892240"/>
                  </a:lnTo>
                  <a:lnTo>
                    <a:pt x="8023268" y="892153"/>
                  </a:lnTo>
                  <a:lnTo>
                    <a:pt x="8002557" y="891910"/>
                  </a:lnTo>
                  <a:lnTo>
                    <a:pt x="7965966" y="891433"/>
                  </a:lnTo>
                  <a:lnTo>
                    <a:pt x="7912314" y="890653"/>
                  </a:lnTo>
                  <a:lnTo>
                    <a:pt x="7842750" y="889517"/>
                  </a:lnTo>
                  <a:lnTo>
                    <a:pt x="7760358" y="887995"/>
                  </a:lnTo>
                  <a:lnTo>
                    <a:pt x="7669385" y="886078"/>
                  </a:lnTo>
                  <a:lnTo>
                    <a:pt x="7574338" y="883770"/>
                  </a:lnTo>
                  <a:lnTo>
                    <a:pt x="7479235" y="881080"/>
                  </a:lnTo>
                  <a:lnTo>
                    <a:pt x="7387161" y="878015"/>
                  </a:lnTo>
                  <a:lnTo>
                    <a:pt x="7300137" y="874566"/>
                  </a:lnTo>
                  <a:lnTo>
                    <a:pt x="7219208" y="870714"/>
                  </a:lnTo>
                  <a:lnTo>
                    <a:pt x="7144650" y="866421"/>
                  </a:lnTo>
                  <a:lnTo>
                    <a:pt x="7076183" y="861631"/>
                  </a:lnTo>
                  <a:lnTo>
                    <a:pt x="7013175" y="856274"/>
                  </a:lnTo>
                  <a:lnTo>
                    <a:pt x="6954787" y="850270"/>
                  </a:lnTo>
                  <a:lnTo>
                    <a:pt x="6900090" y="843530"/>
                  </a:lnTo>
                  <a:lnTo>
                    <a:pt x="6848151" y="835973"/>
                  </a:lnTo>
                  <a:lnTo>
                    <a:pt x="6798114" y="827542"/>
                  </a:lnTo>
                  <a:lnTo>
                    <a:pt x="6786527" y="825428"/>
                  </a:lnTo>
                  <a:lnTo>
                    <a:pt x="6733186" y="814930"/>
                  </a:lnTo>
                  <a:lnTo>
                    <a:pt x="6680361" y="803338"/>
                  </a:lnTo>
                  <a:lnTo>
                    <a:pt x="6627488" y="790637"/>
                  </a:lnTo>
                  <a:lnTo>
                    <a:pt x="6574188" y="776851"/>
                  </a:lnTo>
                  <a:lnTo>
                    <a:pt x="6520244" y="762048"/>
                  </a:lnTo>
                  <a:lnTo>
                    <a:pt x="6465576" y="746344"/>
                  </a:lnTo>
                  <a:lnTo>
                    <a:pt x="6410228" y="729899"/>
                  </a:lnTo>
                  <a:lnTo>
                    <a:pt x="6354345" y="712915"/>
                  </a:lnTo>
                  <a:lnTo>
                    <a:pt x="6298143" y="695623"/>
                  </a:lnTo>
                  <a:lnTo>
                    <a:pt x="6241882" y="678276"/>
                  </a:lnTo>
                  <a:lnTo>
                    <a:pt x="6185827" y="661125"/>
                  </a:lnTo>
                  <a:lnTo>
                    <a:pt x="6130220" y="644415"/>
                  </a:lnTo>
                  <a:lnTo>
                    <a:pt x="6075239" y="628360"/>
                  </a:lnTo>
                  <a:lnTo>
                    <a:pt x="6020976" y="613141"/>
                  </a:lnTo>
                  <a:lnTo>
                    <a:pt x="5967409" y="598893"/>
                  </a:lnTo>
                  <a:lnTo>
                    <a:pt x="5914384" y="585706"/>
                  </a:lnTo>
                  <a:lnTo>
                    <a:pt x="5861595" y="573623"/>
                  </a:lnTo>
                  <a:lnTo>
                    <a:pt x="5808565" y="562645"/>
                  </a:lnTo>
                  <a:lnTo>
                    <a:pt x="5784835" y="558128"/>
                  </a:lnTo>
                  <a:lnTo>
                    <a:pt x="5735137" y="549488"/>
                  </a:lnTo>
                  <a:lnTo>
                    <a:pt x="5683719" y="541729"/>
                  </a:lnTo>
                  <a:lnTo>
                    <a:pt x="5629754" y="534804"/>
                  </a:lnTo>
                  <a:lnTo>
                    <a:pt x="5572320" y="528634"/>
                  </a:lnTo>
                  <a:lnTo>
                    <a:pt x="5510480" y="523133"/>
                  </a:lnTo>
                  <a:lnTo>
                    <a:pt x="5443366" y="518216"/>
                  </a:lnTo>
                  <a:lnTo>
                    <a:pt x="5370283" y="513811"/>
                  </a:lnTo>
                  <a:lnTo>
                    <a:pt x="5290855" y="509859"/>
                  </a:lnTo>
                  <a:lnTo>
                    <a:pt x="5205204" y="506319"/>
                  </a:lnTo>
                  <a:lnTo>
                    <a:pt x="5114176" y="503164"/>
                  </a:lnTo>
                  <a:lnTo>
                    <a:pt x="5019548" y="500386"/>
                  </a:lnTo>
                  <a:lnTo>
                    <a:pt x="4924156" y="497987"/>
                  </a:lnTo>
                  <a:lnTo>
                    <a:pt x="4831825" y="495977"/>
                  </a:lnTo>
                  <a:lnTo>
                    <a:pt x="4747006" y="494362"/>
                  </a:lnTo>
                  <a:lnTo>
                    <a:pt x="4674085" y="493137"/>
                  </a:lnTo>
                  <a:lnTo>
                    <a:pt x="4616502" y="492277"/>
                  </a:lnTo>
                  <a:lnTo>
                    <a:pt x="4575911" y="491734"/>
                  </a:lnTo>
                  <a:lnTo>
                    <a:pt x="4551690" y="491444"/>
                  </a:lnTo>
                  <a:lnTo>
                    <a:pt x="4540900" y="491327"/>
                  </a:lnTo>
                  <a:lnTo>
                    <a:pt x="4538543" y="491303"/>
                  </a:lnTo>
                  <a:lnTo>
                    <a:pt x="4016409" y="491303"/>
                  </a:lnTo>
                  <a:lnTo>
                    <a:pt x="4015143" y="491288"/>
                  </a:lnTo>
                  <a:lnTo>
                    <a:pt x="4006868" y="491181"/>
                  </a:lnTo>
                  <a:lnTo>
                    <a:pt x="3986177" y="490884"/>
                  </a:lnTo>
                  <a:lnTo>
                    <a:pt x="3949621" y="490301"/>
                  </a:lnTo>
                  <a:lnTo>
                    <a:pt x="3896016" y="489346"/>
                  </a:lnTo>
                  <a:lnTo>
                    <a:pt x="3826506" y="487955"/>
                  </a:lnTo>
                  <a:lnTo>
                    <a:pt x="3744168" y="486092"/>
                  </a:lnTo>
                  <a:lnTo>
                    <a:pt x="3653244" y="483744"/>
                  </a:lnTo>
                  <a:lnTo>
                    <a:pt x="3558237" y="480919"/>
                  </a:lnTo>
                  <a:lnTo>
                    <a:pt x="3463163" y="477626"/>
                  </a:lnTo>
                  <a:lnTo>
                    <a:pt x="3371106" y="473873"/>
                  </a:lnTo>
                  <a:lnTo>
                    <a:pt x="3284089" y="469651"/>
                  </a:lnTo>
                  <a:lnTo>
                    <a:pt x="3203161" y="464935"/>
                  </a:lnTo>
                  <a:lnTo>
                    <a:pt x="3128599" y="459678"/>
                  </a:lnTo>
                  <a:lnTo>
                    <a:pt x="3060127" y="453814"/>
                  </a:lnTo>
                  <a:lnTo>
                    <a:pt x="2997113" y="447257"/>
                  </a:lnTo>
                  <a:lnTo>
                    <a:pt x="2938721" y="439908"/>
                  </a:lnTo>
                  <a:lnTo>
                    <a:pt x="2884023" y="431658"/>
                  </a:lnTo>
                  <a:lnTo>
                    <a:pt x="2832088" y="422408"/>
                  </a:lnTo>
                  <a:lnTo>
                    <a:pt x="2782059" y="412088"/>
                  </a:lnTo>
                  <a:lnTo>
                    <a:pt x="2770117" y="409419"/>
                  </a:lnTo>
                  <a:lnTo>
                    <a:pt x="2717209" y="396667"/>
                  </a:lnTo>
                  <a:lnTo>
                    <a:pt x="2664813" y="382595"/>
                  </a:lnTo>
                  <a:lnTo>
                    <a:pt x="2612377" y="367186"/>
                  </a:lnTo>
                  <a:lnTo>
                    <a:pt x="2559528" y="350467"/>
                  </a:lnTo>
                  <a:lnTo>
                    <a:pt x="2506050" y="332520"/>
                  </a:lnTo>
                  <a:lnTo>
                    <a:pt x="2451861" y="313479"/>
                  </a:lnTo>
                  <a:lnTo>
                    <a:pt x="2396998" y="293535"/>
                  </a:lnTo>
                  <a:lnTo>
                    <a:pt x="2341598" y="272925"/>
                  </a:lnTo>
                  <a:lnTo>
                    <a:pt x="2285868" y="251926"/>
                  </a:lnTo>
                  <a:lnTo>
                    <a:pt x="2230061" y="230837"/>
                  </a:lnTo>
                  <a:lnTo>
                    <a:pt x="2174437" y="209961"/>
                  </a:lnTo>
                  <a:lnTo>
                    <a:pt x="2119233" y="189589"/>
                  </a:lnTo>
                  <a:lnTo>
                    <a:pt x="2064632" y="169985"/>
                  </a:lnTo>
                  <a:lnTo>
                    <a:pt x="2010732" y="151368"/>
                  </a:lnTo>
                  <a:lnTo>
                    <a:pt x="1957526" y="133905"/>
                  </a:lnTo>
                  <a:lnTo>
                    <a:pt x="1904879" y="117711"/>
                  </a:lnTo>
                  <a:lnTo>
                    <a:pt x="1852514" y="102843"/>
                  </a:lnTo>
                  <a:lnTo>
                    <a:pt x="1799988" y="89311"/>
                  </a:lnTo>
                  <a:lnTo>
                    <a:pt x="1768425" y="81883"/>
                  </a:lnTo>
                  <a:lnTo>
                    <a:pt x="1718745" y="71300"/>
                  </a:lnTo>
                  <a:lnTo>
                    <a:pt x="1667347" y="61795"/>
                  </a:lnTo>
                  <a:lnTo>
                    <a:pt x="1613404" y="53311"/>
                  </a:lnTo>
                  <a:lnTo>
                    <a:pt x="1555996" y="45753"/>
                  </a:lnTo>
                  <a:lnTo>
                    <a:pt x="1494186" y="39013"/>
                  </a:lnTo>
                  <a:lnTo>
                    <a:pt x="1427107" y="32989"/>
                  </a:lnTo>
                  <a:lnTo>
                    <a:pt x="1354065" y="27592"/>
                  </a:lnTo>
                  <a:lnTo>
                    <a:pt x="1274682" y="22750"/>
                  </a:lnTo>
                  <a:lnTo>
                    <a:pt x="1189080" y="18412"/>
                  </a:lnTo>
                  <a:lnTo>
                    <a:pt x="1098101" y="14546"/>
                  </a:lnTo>
                  <a:lnTo>
                    <a:pt x="1003516" y="11141"/>
                  </a:lnTo>
                  <a:lnTo>
                    <a:pt x="908154" y="8201"/>
                  </a:lnTo>
                  <a:lnTo>
                    <a:pt x="815833" y="5736"/>
                  </a:lnTo>
                  <a:lnTo>
                    <a:pt x="730996" y="3756"/>
                  </a:lnTo>
                  <a:lnTo>
                    <a:pt x="658030" y="2253"/>
                  </a:lnTo>
                  <a:lnTo>
                    <a:pt x="600375" y="1197"/>
                  </a:lnTo>
                  <a:lnTo>
                    <a:pt x="559697" y="531"/>
                  </a:lnTo>
                  <a:lnTo>
                    <a:pt x="535390" y="173"/>
                  </a:lnTo>
                  <a:lnTo>
                    <a:pt x="524528" y="28"/>
                  </a:lnTo>
                  <a:lnTo>
                    <a:pt x="5221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78AC3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1398" name="pl1398"/>
            <p:cNvSpPr/>
            <p:nvPr/>
          </p:nvSpPr>
          <p:spPr>
            <a:xfrm>
              <a:off x="386606" y="4844912"/>
              <a:ext cx="8554953" cy="892253"/>
            </a:xfrm>
            <a:custGeom>
              <a:avLst/>
              <a:pathLst>
                <a:path w="8554953" h="892253">
                  <a:moveTo>
                    <a:pt x="0" y="0"/>
                  </a:moveTo>
                  <a:lnTo>
                    <a:pt x="522133" y="0"/>
                  </a:lnTo>
                  <a:lnTo>
                    <a:pt x="523399" y="15"/>
                  </a:lnTo>
                  <a:lnTo>
                    <a:pt x="531674" y="122"/>
                  </a:lnTo>
                  <a:lnTo>
                    <a:pt x="552365" y="419"/>
                  </a:lnTo>
                  <a:lnTo>
                    <a:pt x="588922" y="1002"/>
                  </a:lnTo>
                  <a:lnTo>
                    <a:pt x="642527" y="1957"/>
                  </a:lnTo>
                  <a:lnTo>
                    <a:pt x="712037" y="3348"/>
                  </a:lnTo>
                  <a:lnTo>
                    <a:pt x="794374" y="5211"/>
                  </a:lnTo>
                  <a:lnTo>
                    <a:pt x="885298" y="7558"/>
                  </a:lnTo>
                  <a:lnTo>
                    <a:pt x="980305" y="10384"/>
                  </a:lnTo>
                  <a:lnTo>
                    <a:pt x="1075380" y="13677"/>
                  </a:lnTo>
                  <a:lnTo>
                    <a:pt x="1167436" y="17430"/>
                  </a:lnTo>
                  <a:lnTo>
                    <a:pt x="1254453" y="21652"/>
                  </a:lnTo>
                  <a:lnTo>
                    <a:pt x="1335381" y="26368"/>
                  </a:lnTo>
                  <a:lnTo>
                    <a:pt x="1409943" y="31625"/>
                  </a:lnTo>
                  <a:lnTo>
                    <a:pt x="1478415" y="37489"/>
                  </a:lnTo>
                  <a:lnTo>
                    <a:pt x="1541429" y="44046"/>
                  </a:lnTo>
                  <a:lnTo>
                    <a:pt x="1599821" y="51395"/>
                  </a:lnTo>
                  <a:lnTo>
                    <a:pt x="1654519" y="59645"/>
                  </a:lnTo>
                  <a:lnTo>
                    <a:pt x="1706454" y="68895"/>
                  </a:lnTo>
                  <a:lnTo>
                    <a:pt x="1756483" y="79214"/>
                  </a:lnTo>
                  <a:lnTo>
                    <a:pt x="1768425" y="81883"/>
                  </a:lnTo>
                  <a:lnTo>
                    <a:pt x="1821333" y="94636"/>
                  </a:lnTo>
                  <a:lnTo>
                    <a:pt x="1873730" y="108708"/>
                  </a:lnTo>
                  <a:lnTo>
                    <a:pt x="1926165" y="124117"/>
                  </a:lnTo>
                  <a:lnTo>
                    <a:pt x="1979014" y="140835"/>
                  </a:lnTo>
                  <a:lnTo>
                    <a:pt x="2032492" y="158783"/>
                  </a:lnTo>
                  <a:lnTo>
                    <a:pt x="2086682" y="177824"/>
                  </a:lnTo>
                  <a:lnTo>
                    <a:pt x="2141544" y="197768"/>
                  </a:lnTo>
                  <a:lnTo>
                    <a:pt x="2196944" y="218377"/>
                  </a:lnTo>
                  <a:lnTo>
                    <a:pt x="2252674" y="239376"/>
                  </a:lnTo>
                  <a:lnTo>
                    <a:pt x="2308481" y="260466"/>
                  </a:lnTo>
                  <a:lnTo>
                    <a:pt x="2364106" y="281342"/>
                  </a:lnTo>
                  <a:lnTo>
                    <a:pt x="2419310" y="301713"/>
                  </a:lnTo>
                  <a:lnTo>
                    <a:pt x="2473911" y="321318"/>
                  </a:lnTo>
                  <a:lnTo>
                    <a:pt x="2527810" y="339935"/>
                  </a:lnTo>
                  <a:lnTo>
                    <a:pt x="2581016" y="357398"/>
                  </a:lnTo>
                  <a:lnTo>
                    <a:pt x="2633663" y="373592"/>
                  </a:lnTo>
                  <a:lnTo>
                    <a:pt x="2686028" y="388460"/>
                  </a:lnTo>
                  <a:lnTo>
                    <a:pt x="2738554" y="401992"/>
                  </a:lnTo>
                  <a:lnTo>
                    <a:pt x="2770117" y="409419"/>
                  </a:lnTo>
                  <a:lnTo>
                    <a:pt x="2819797" y="420003"/>
                  </a:lnTo>
                  <a:lnTo>
                    <a:pt x="2871195" y="429508"/>
                  </a:lnTo>
                  <a:lnTo>
                    <a:pt x="2925138" y="437992"/>
                  </a:lnTo>
                  <a:lnTo>
                    <a:pt x="2982547" y="445550"/>
                  </a:lnTo>
                  <a:lnTo>
                    <a:pt x="3044356" y="452290"/>
                  </a:lnTo>
                  <a:lnTo>
                    <a:pt x="3111435" y="458313"/>
                  </a:lnTo>
                  <a:lnTo>
                    <a:pt x="3184477" y="463711"/>
                  </a:lnTo>
                  <a:lnTo>
                    <a:pt x="3263860" y="468553"/>
                  </a:lnTo>
                  <a:lnTo>
                    <a:pt x="3349462" y="472891"/>
                  </a:lnTo>
                  <a:lnTo>
                    <a:pt x="3440441" y="476757"/>
                  </a:lnTo>
                  <a:lnTo>
                    <a:pt x="3535026" y="480162"/>
                  </a:lnTo>
                  <a:lnTo>
                    <a:pt x="3630388" y="483102"/>
                  </a:lnTo>
                  <a:lnTo>
                    <a:pt x="3722710" y="485566"/>
                  </a:lnTo>
                  <a:lnTo>
                    <a:pt x="3807546" y="487547"/>
                  </a:lnTo>
                  <a:lnTo>
                    <a:pt x="3880513" y="489050"/>
                  </a:lnTo>
                  <a:lnTo>
                    <a:pt x="3938168" y="490106"/>
                  </a:lnTo>
                  <a:lnTo>
                    <a:pt x="3978845" y="490772"/>
                  </a:lnTo>
                  <a:lnTo>
                    <a:pt x="4003153" y="491130"/>
                  </a:lnTo>
                  <a:lnTo>
                    <a:pt x="4014014" y="491274"/>
                  </a:lnTo>
                  <a:lnTo>
                    <a:pt x="4016390" y="491303"/>
                  </a:lnTo>
                  <a:lnTo>
                    <a:pt x="4016409" y="491303"/>
                  </a:lnTo>
                  <a:lnTo>
                    <a:pt x="4538543" y="491303"/>
                  </a:lnTo>
                  <a:lnTo>
                    <a:pt x="4539810" y="491316"/>
                  </a:lnTo>
                  <a:lnTo>
                    <a:pt x="4548094" y="491403"/>
                  </a:lnTo>
                  <a:lnTo>
                    <a:pt x="4568805" y="491646"/>
                  </a:lnTo>
                  <a:lnTo>
                    <a:pt x="4605396" y="492122"/>
                  </a:lnTo>
                  <a:lnTo>
                    <a:pt x="4659048" y="492903"/>
                  </a:lnTo>
                  <a:lnTo>
                    <a:pt x="4728612" y="494039"/>
                  </a:lnTo>
                  <a:lnTo>
                    <a:pt x="4811004" y="495561"/>
                  </a:lnTo>
                  <a:lnTo>
                    <a:pt x="4901977" y="497478"/>
                  </a:lnTo>
                  <a:lnTo>
                    <a:pt x="4997024" y="499786"/>
                  </a:lnTo>
                  <a:lnTo>
                    <a:pt x="5092127" y="502476"/>
                  </a:lnTo>
                  <a:lnTo>
                    <a:pt x="5184201" y="505541"/>
                  </a:lnTo>
                  <a:lnTo>
                    <a:pt x="5271225" y="508990"/>
                  </a:lnTo>
                  <a:lnTo>
                    <a:pt x="5352154" y="512841"/>
                  </a:lnTo>
                  <a:lnTo>
                    <a:pt x="5426712" y="517135"/>
                  </a:lnTo>
                  <a:lnTo>
                    <a:pt x="5495179" y="521925"/>
                  </a:lnTo>
                  <a:lnTo>
                    <a:pt x="5558187" y="527282"/>
                  </a:lnTo>
                  <a:lnTo>
                    <a:pt x="5616575" y="533286"/>
                  </a:lnTo>
                  <a:lnTo>
                    <a:pt x="5671272" y="540026"/>
                  </a:lnTo>
                  <a:lnTo>
                    <a:pt x="5723211" y="547583"/>
                  </a:lnTo>
                  <a:lnTo>
                    <a:pt x="5773248" y="556014"/>
                  </a:lnTo>
                  <a:lnTo>
                    <a:pt x="5784835" y="558128"/>
                  </a:lnTo>
                  <a:lnTo>
                    <a:pt x="5838176" y="568626"/>
                  </a:lnTo>
                  <a:lnTo>
                    <a:pt x="5891001" y="580218"/>
                  </a:lnTo>
                  <a:lnTo>
                    <a:pt x="5943874" y="592919"/>
                  </a:lnTo>
                  <a:lnTo>
                    <a:pt x="5997174" y="606705"/>
                  </a:lnTo>
                  <a:lnTo>
                    <a:pt x="6051118" y="621508"/>
                  </a:lnTo>
                  <a:lnTo>
                    <a:pt x="6105786" y="637212"/>
                  </a:lnTo>
                  <a:lnTo>
                    <a:pt x="6161134" y="653657"/>
                  </a:lnTo>
                  <a:lnTo>
                    <a:pt x="6217017" y="670641"/>
                  </a:lnTo>
                  <a:lnTo>
                    <a:pt x="6273219" y="687933"/>
                  </a:lnTo>
                  <a:lnTo>
                    <a:pt x="6329480" y="705280"/>
                  </a:lnTo>
                  <a:lnTo>
                    <a:pt x="6385535" y="722431"/>
                  </a:lnTo>
                  <a:lnTo>
                    <a:pt x="6441142" y="739141"/>
                  </a:lnTo>
                  <a:lnTo>
                    <a:pt x="6496123" y="755196"/>
                  </a:lnTo>
                  <a:lnTo>
                    <a:pt x="6550386" y="770415"/>
                  </a:lnTo>
                  <a:lnTo>
                    <a:pt x="6603953" y="784663"/>
                  </a:lnTo>
                  <a:lnTo>
                    <a:pt x="6656978" y="797850"/>
                  </a:lnTo>
                  <a:lnTo>
                    <a:pt x="6709767" y="809933"/>
                  </a:lnTo>
                  <a:lnTo>
                    <a:pt x="6762797" y="820911"/>
                  </a:lnTo>
                  <a:lnTo>
                    <a:pt x="6786527" y="825428"/>
                  </a:lnTo>
                  <a:lnTo>
                    <a:pt x="6836225" y="834068"/>
                  </a:lnTo>
                  <a:lnTo>
                    <a:pt x="6887643" y="841827"/>
                  </a:lnTo>
                  <a:lnTo>
                    <a:pt x="6941608" y="848752"/>
                  </a:lnTo>
                  <a:lnTo>
                    <a:pt x="6999042" y="854922"/>
                  </a:lnTo>
                  <a:lnTo>
                    <a:pt x="7060882" y="860423"/>
                  </a:lnTo>
                  <a:lnTo>
                    <a:pt x="7127996" y="865340"/>
                  </a:lnTo>
                  <a:lnTo>
                    <a:pt x="7201078" y="869745"/>
                  </a:lnTo>
                  <a:lnTo>
                    <a:pt x="7280507" y="873697"/>
                  </a:lnTo>
                  <a:lnTo>
                    <a:pt x="7366158" y="877237"/>
                  </a:lnTo>
                  <a:lnTo>
                    <a:pt x="7457186" y="880392"/>
                  </a:lnTo>
                  <a:lnTo>
                    <a:pt x="7551814" y="883170"/>
                  </a:lnTo>
                  <a:lnTo>
                    <a:pt x="7647206" y="885569"/>
                  </a:lnTo>
                  <a:lnTo>
                    <a:pt x="7739537" y="887579"/>
                  </a:lnTo>
                  <a:lnTo>
                    <a:pt x="7824356" y="889194"/>
                  </a:lnTo>
                  <a:lnTo>
                    <a:pt x="7897276" y="890419"/>
                  </a:lnTo>
                  <a:lnTo>
                    <a:pt x="7954860" y="891279"/>
                  </a:lnTo>
                  <a:lnTo>
                    <a:pt x="7995451" y="891822"/>
                  </a:lnTo>
                  <a:lnTo>
                    <a:pt x="8019672" y="892112"/>
                  </a:lnTo>
                  <a:lnTo>
                    <a:pt x="8030462" y="892229"/>
                  </a:lnTo>
                  <a:lnTo>
                    <a:pt x="8032802" y="892252"/>
                  </a:lnTo>
                  <a:lnTo>
                    <a:pt x="8032819" y="892253"/>
                  </a:lnTo>
                  <a:lnTo>
                    <a:pt x="8554953" y="892253"/>
                  </a:lnTo>
                  <a:lnTo>
                    <a:pt x="8554953" y="892253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399" name="pl1399"/>
            <p:cNvSpPr/>
            <p:nvPr/>
          </p:nvSpPr>
          <p:spPr>
            <a:xfrm>
              <a:off x="386606" y="4839265"/>
              <a:ext cx="8554953" cy="892253"/>
            </a:xfrm>
            <a:custGeom>
              <a:avLst/>
              <a:pathLst>
                <a:path w="8554953" h="892253">
                  <a:moveTo>
                    <a:pt x="8554953" y="892253"/>
                  </a:moveTo>
                  <a:lnTo>
                    <a:pt x="8032819" y="892253"/>
                  </a:lnTo>
                  <a:lnTo>
                    <a:pt x="8031552" y="892240"/>
                  </a:lnTo>
                  <a:lnTo>
                    <a:pt x="8023268" y="892153"/>
                  </a:lnTo>
                  <a:lnTo>
                    <a:pt x="8002557" y="891910"/>
                  </a:lnTo>
                  <a:lnTo>
                    <a:pt x="7965966" y="891433"/>
                  </a:lnTo>
                  <a:lnTo>
                    <a:pt x="7912314" y="890653"/>
                  </a:lnTo>
                  <a:lnTo>
                    <a:pt x="7842750" y="889517"/>
                  </a:lnTo>
                  <a:lnTo>
                    <a:pt x="7760358" y="887995"/>
                  </a:lnTo>
                  <a:lnTo>
                    <a:pt x="7669385" y="886078"/>
                  </a:lnTo>
                  <a:lnTo>
                    <a:pt x="7574338" y="883770"/>
                  </a:lnTo>
                  <a:lnTo>
                    <a:pt x="7479235" y="881080"/>
                  </a:lnTo>
                  <a:lnTo>
                    <a:pt x="7387161" y="878015"/>
                  </a:lnTo>
                  <a:lnTo>
                    <a:pt x="7300137" y="874566"/>
                  </a:lnTo>
                  <a:lnTo>
                    <a:pt x="7219208" y="870714"/>
                  </a:lnTo>
                  <a:lnTo>
                    <a:pt x="7144650" y="866421"/>
                  </a:lnTo>
                  <a:lnTo>
                    <a:pt x="7076183" y="861631"/>
                  </a:lnTo>
                  <a:lnTo>
                    <a:pt x="7013175" y="856274"/>
                  </a:lnTo>
                  <a:lnTo>
                    <a:pt x="6954787" y="850270"/>
                  </a:lnTo>
                  <a:lnTo>
                    <a:pt x="6900090" y="843530"/>
                  </a:lnTo>
                  <a:lnTo>
                    <a:pt x="6848151" y="835973"/>
                  </a:lnTo>
                  <a:lnTo>
                    <a:pt x="6798114" y="827542"/>
                  </a:lnTo>
                  <a:lnTo>
                    <a:pt x="6786527" y="825428"/>
                  </a:lnTo>
                  <a:lnTo>
                    <a:pt x="6733186" y="814930"/>
                  </a:lnTo>
                  <a:lnTo>
                    <a:pt x="6680361" y="803338"/>
                  </a:lnTo>
                  <a:lnTo>
                    <a:pt x="6627488" y="790637"/>
                  </a:lnTo>
                  <a:lnTo>
                    <a:pt x="6574188" y="776851"/>
                  </a:lnTo>
                  <a:lnTo>
                    <a:pt x="6520244" y="762048"/>
                  </a:lnTo>
                  <a:lnTo>
                    <a:pt x="6465576" y="746344"/>
                  </a:lnTo>
                  <a:lnTo>
                    <a:pt x="6410228" y="729899"/>
                  </a:lnTo>
                  <a:lnTo>
                    <a:pt x="6354345" y="712915"/>
                  </a:lnTo>
                  <a:lnTo>
                    <a:pt x="6298143" y="695623"/>
                  </a:lnTo>
                  <a:lnTo>
                    <a:pt x="6241882" y="678276"/>
                  </a:lnTo>
                  <a:lnTo>
                    <a:pt x="6185827" y="661125"/>
                  </a:lnTo>
                  <a:lnTo>
                    <a:pt x="6130220" y="644415"/>
                  </a:lnTo>
                  <a:lnTo>
                    <a:pt x="6075239" y="628360"/>
                  </a:lnTo>
                  <a:lnTo>
                    <a:pt x="6020976" y="613141"/>
                  </a:lnTo>
                  <a:lnTo>
                    <a:pt x="5967409" y="598893"/>
                  </a:lnTo>
                  <a:lnTo>
                    <a:pt x="5914384" y="585706"/>
                  </a:lnTo>
                  <a:lnTo>
                    <a:pt x="5861595" y="573623"/>
                  </a:lnTo>
                  <a:lnTo>
                    <a:pt x="5808565" y="562645"/>
                  </a:lnTo>
                  <a:lnTo>
                    <a:pt x="5784835" y="558128"/>
                  </a:lnTo>
                  <a:lnTo>
                    <a:pt x="5735137" y="549488"/>
                  </a:lnTo>
                  <a:lnTo>
                    <a:pt x="5683719" y="541729"/>
                  </a:lnTo>
                  <a:lnTo>
                    <a:pt x="5629754" y="534804"/>
                  </a:lnTo>
                  <a:lnTo>
                    <a:pt x="5572320" y="528634"/>
                  </a:lnTo>
                  <a:lnTo>
                    <a:pt x="5510480" y="523133"/>
                  </a:lnTo>
                  <a:lnTo>
                    <a:pt x="5443366" y="518216"/>
                  </a:lnTo>
                  <a:lnTo>
                    <a:pt x="5370283" y="513811"/>
                  </a:lnTo>
                  <a:lnTo>
                    <a:pt x="5290855" y="509859"/>
                  </a:lnTo>
                  <a:lnTo>
                    <a:pt x="5205204" y="506319"/>
                  </a:lnTo>
                  <a:lnTo>
                    <a:pt x="5114176" y="503164"/>
                  </a:lnTo>
                  <a:lnTo>
                    <a:pt x="5019548" y="500386"/>
                  </a:lnTo>
                  <a:lnTo>
                    <a:pt x="4924156" y="497987"/>
                  </a:lnTo>
                  <a:lnTo>
                    <a:pt x="4831825" y="495977"/>
                  </a:lnTo>
                  <a:lnTo>
                    <a:pt x="4747006" y="494362"/>
                  </a:lnTo>
                  <a:lnTo>
                    <a:pt x="4674085" y="493137"/>
                  </a:lnTo>
                  <a:lnTo>
                    <a:pt x="4616502" y="492277"/>
                  </a:lnTo>
                  <a:lnTo>
                    <a:pt x="4575911" y="491734"/>
                  </a:lnTo>
                  <a:lnTo>
                    <a:pt x="4551690" y="491444"/>
                  </a:lnTo>
                  <a:lnTo>
                    <a:pt x="4540900" y="491327"/>
                  </a:lnTo>
                  <a:lnTo>
                    <a:pt x="4538560" y="491304"/>
                  </a:lnTo>
                  <a:lnTo>
                    <a:pt x="4538543" y="491303"/>
                  </a:lnTo>
                  <a:lnTo>
                    <a:pt x="4016409" y="491303"/>
                  </a:lnTo>
                  <a:lnTo>
                    <a:pt x="4015143" y="491288"/>
                  </a:lnTo>
                  <a:lnTo>
                    <a:pt x="4006868" y="491181"/>
                  </a:lnTo>
                  <a:lnTo>
                    <a:pt x="3986177" y="490884"/>
                  </a:lnTo>
                  <a:lnTo>
                    <a:pt x="3949621" y="490301"/>
                  </a:lnTo>
                  <a:lnTo>
                    <a:pt x="3896016" y="489346"/>
                  </a:lnTo>
                  <a:lnTo>
                    <a:pt x="3826506" y="487955"/>
                  </a:lnTo>
                  <a:lnTo>
                    <a:pt x="3744168" y="486092"/>
                  </a:lnTo>
                  <a:lnTo>
                    <a:pt x="3653244" y="483744"/>
                  </a:lnTo>
                  <a:lnTo>
                    <a:pt x="3558237" y="480919"/>
                  </a:lnTo>
                  <a:lnTo>
                    <a:pt x="3463163" y="477626"/>
                  </a:lnTo>
                  <a:lnTo>
                    <a:pt x="3371106" y="473873"/>
                  </a:lnTo>
                  <a:lnTo>
                    <a:pt x="3284089" y="469651"/>
                  </a:lnTo>
                  <a:lnTo>
                    <a:pt x="3203161" y="464935"/>
                  </a:lnTo>
                  <a:lnTo>
                    <a:pt x="3128599" y="459678"/>
                  </a:lnTo>
                  <a:lnTo>
                    <a:pt x="3060127" y="453814"/>
                  </a:lnTo>
                  <a:lnTo>
                    <a:pt x="2997113" y="447257"/>
                  </a:lnTo>
                  <a:lnTo>
                    <a:pt x="2938721" y="439908"/>
                  </a:lnTo>
                  <a:lnTo>
                    <a:pt x="2884023" y="431658"/>
                  </a:lnTo>
                  <a:lnTo>
                    <a:pt x="2832088" y="422408"/>
                  </a:lnTo>
                  <a:lnTo>
                    <a:pt x="2782059" y="412088"/>
                  </a:lnTo>
                  <a:lnTo>
                    <a:pt x="2770117" y="409419"/>
                  </a:lnTo>
                  <a:lnTo>
                    <a:pt x="2717209" y="396667"/>
                  </a:lnTo>
                  <a:lnTo>
                    <a:pt x="2664813" y="382595"/>
                  </a:lnTo>
                  <a:lnTo>
                    <a:pt x="2612377" y="367186"/>
                  </a:lnTo>
                  <a:lnTo>
                    <a:pt x="2559528" y="350467"/>
                  </a:lnTo>
                  <a:lnTo>
                    <a:pt x="2506050" y="332520"/>
                  </a:lnTo>
                  <a:lnTo>
                    <a:pt x="2451861" y="313479"/>
                  </a:lnTo>
                  <a:lnTo>
                    <a:pt x="2396998" y="293535"/>
                  </a:lnTo>
                  <a:lnTo>
                    <a:pt x="2341598" y="272925"/>
                  </a:lnTo>
                  <a:lnTo>
                    <a:pt x="2285868" y="251926"/>
                  </a:lnTo>
                  <a:lnTo>
                    <a:pt x="2230061" y="230837"/>
                  </a:lnTo>
                  <a:lnTo>
                    <a:pt x="2174437" y="209961"/>
                  </a:lnTo>
                  <a:lnTo>
                    <a:pt x="2119233" y="189589"/>
                  </a:lnTo>
                  <a:lnTo>
                    <a:pt x="2064632" y="169985"/>
                  </a:lnTo>
                  <a:lnTo>
                    <a:pt x="2010732" y="151368"/>
                  </a:lnTo>
                  <a:lnTo>
                    <a:pt x="1957526" y="133905"/>
                  </a:lnTo>
                  <a:lnTo>
                    <a:pt x="1904879" y="117711"/>
                  </a:lnTo>
                  <a:lnTo>
                    <a:pt x="1852514" y="102843"/>
                  </a:lnTo>
                  <a:lnTo>
                    <a:pt x="1799988" y="89311"/>
                  </a:lnTo>
                  <a:lnTo>
                    <a:pt x="1768425" y="81883"/>
                  </a:lnTo>
                  <a:lnTo>
                    <a:pt x="1718745" y="71300"/>
                  </a:lnTo>
                  <a:lnTo>
                    <a:pt x="1667347" y="61795"/>
                  </a:lnTo>
                  <a:lnTo>
                    <a:pt x="1613404" y="53311"/>
                  </a:lnTo>
                  <a:lnTo>
                    <a:pt x="1555996" y="45753"/>
                  </a:lnTo>
                  <a:lnTo>
                    <a:pt x="1494186" y="39013"/>
                  </a:lnTo>
                  <a:lnTo>
                    <a:pt x="1427107" y="32989"/>
                  </a:lnTo>
                  <a:lnTo>
                    <a:pt x="1354065" y="27592"/>
                  </a:lnTo>
                  <a:lnTo>
                    <a:pt x="1274682" y="22750"/>
                  </a:lnTo>
                  <a:lnTo>
                    <a:pt x="1189080" y="18412"/>
                  </a:lnTo>
                  <a:lnTo>
                    <a:pt x="1098101" y="14546"/>
                  </a:lnTo>
                  <a:lnTo>
                    <a:pt x="1003516" y="11141"/>
                  </a:lnTo>
                  <a:lnTo>
                    <a:pt x="908154" y="8201"/>
                  </a:lnTo>
                  <a:lnTo>
                    <a:pt x="815833" y="5736"/>
                  </a:lnTo>
                  <a:lnTo>
                    <a:pt x="730996" y="3756"/>
                  </a:lnTo>
                  <a:lnTo>
                    <a:pt x="658030" y="2253"/>
                  </a:lnTo>
                  <a:lnTo>
                    <a:pt x="600375" y="1197"/>
                  </a:lnTo>
                  <a:lnTo>
                    <a:pt x="559697" y="531"/>
                  </a:lnTo>
                  <a:lnTo>
                    <a:pt x="535390" y="173"/>
                  </a:lnTo>
                  <a:lnTo>
                    <a:pt x="524528" y="28"/>
                  </a:lnTo>
                  <a:lnTo>
                    <a:pt x="522152" y="0"/>
                  </a:lnTo>
                  <a:lnTo>
                    <a:pt x="522133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400" name="pg1400"/>
            <p:cNvSpPr/>
            <p:nvPr/>
          </p:nvSpPr>
          <p:spPr>
            <a:xfrm>
              <a:off x="386606" y="4844912"/>
              <a:ext cx="8554953" cy="1298849"/>
            </a:xfrm>
            <a:custGeom>
              <a:avLst/>
              <a:pathLst>
                <a:path w="8554953" h="1298849">
                  <a:moveTo>
                    <a:pt x="0" y="5647"/>
                  </a:moveTo>
                  <a:lnTo>
                    <a:pt x="522133" y="5647"/>
                  </a:lnTo>
                  <a:lnTo>
                    <a:pt x="523399" y="5662"/>
                  </a:lnTo>
                  <a:lnTo>
                    <a:pt x="531674" y="5769"/>
                  </a:lnTo>
                  <a:lnTo>
                    <a:pt x="552365" y="6066"/>
                  </a:lnTo>
                  <a:lnTo>
                    <a:pt x="588922" y="6649"/>
                  </a:lnTo>
                  <a:lnTo>
                    <a:pt x="642527" y="7604"/>
                  </a:lnTo>
                  <a:lnTo>
                    <a:pt x="712037" y="8995"/>
                  </a:lnTo>
                  <a:lnTo>
                    <a:pt x="794374" y="10858"/>
                  </a:lnTo>
                  <a:lnTo>
                    <a:pt x="885298" y="13206"/>
                  </a:lnTo>
                  <a:lnTo>
                    <a:pt x="980305" y="16031"/>
                  </a:lnTo>
                  <a:lnTo>
                    <a:pt x="1075380" y="19324"/>
                  </a:lnTo>
                  <a:lnTo>
                    <a:pt x="1167436" y="23077"/>
                  </a:lnTo>
                  <a:lnTo>
                    <a:pt x="1254453" y="27299"/>
                  </a:lnTo>
                  <a:lnTo>
                    <a:pt x="1335381" y="32015"/>
                  </a:lnTo>
                  <a:lnTo>
                    <a:pt x="1409943" y="37272"/>
                  </a:lnTo>
                  <a:lnTo>
                    <a:pt x="1478415" y="43136"/>
                  </a:lnTo>
                  <a:lnTo>
                    <a:pt x="1541429" y="49693"/>
                  </a:lnTo>
                  <a:lnTo>
                    <a:pt x="1599821" y="57043"/>
                  </a:lnTo>
                  <a:lnTo>
                    <a:pt x="1654519" y="65292"/>
                  </a:lnTo>
                  <a:lnTo>
                    <a:pt x="1706454" y="74542"/>
                  </a:lnTo>
                  <a:lnTo>
                    <a:pt x="1756483" y="84862"/>
                  </a:lnTo>
                  <a:lnTo>
                    <a:pt x="1768425" y="87531"/>
                  </a:lnTo>
                  <a:lnTo>
                    <a:pt x="1821333" y="100283"/>
                  </a:lnTo>
                  <a:lnTo>
                    <a:pt x="1873730" y="114355"/>
                  </a:lnTo>
                  <a:lnTo>
                    <a:pt x="1926165" y="129764"/>
                  </a:lnTo>
                  <a:lnTo>
                    <a:pt x="1979014" y="146483"/>
                  </a:lnTo>
                  <a:lnTo>
                    <a:pt x="2032492" y="164430"/>
                  </a:lnTo>
                  <a:lnTo>
                    <a:pt x="2086682" y="183471"/>
                  </a:lnTo>
                  <a:lnTo>
                    <a:pt x="2141544" y="203415"/>
                  </a:lnTo>
                  <a:lnTo>
                    <a:pt x="2196944" y="224025"/>
                  </a:lnTo>
                  <a:lnTo>
                    <a:pt x="2252674" y="245024"/>
                  </a:lnTo>
                  <a:lnTo>
                    <a:pt x="2308481" y="266113"/>
                  </a:lnTo>
                  <a:lnTo>
                    <a:pt x="2364106" y="286989"/>
                  </a:lnTo>
                  <a:lnTo>
                    <a:pt x="2419310" y="307361"/>
                  </a:lnTo>
                  <a:lnTo>
                    <a:pt x="2473911" y="326965"/>
                  </a:lnTo>
                  <a:lnTo>
                    <a:pt x="2527810" y="345582"/>
                  </a:lnTo>
                  <a:lnTo>
                    <a:pt x="2581016" y="363045"/>
                  </a:lnTo>
                  <a:lnTo>
                    <a:pt x="2633663" y="379239"/>
                  </a:lnTo>
                  <a:lnTo>
                    <a:pt x="2686028" y="394107"/>
                  </a:lnTo>
                  <a:lnTo>
                    <a:pt x="2738554" y="407639"/>
                  </a:lnTo>
                  <a:lnTo>
                    <a:pt x="2770117" y="415067"/>
                  </a:lnTo>
                  <a:lnTo>
                    <a:pt x="2819797" y="425650"/>
                  </a:lnTo>
                  <a:lnTo>
                    <a:pt x="2871195" y="435155"/>
                  </a:lnTo>
                  <a:lnTo>
                    <a:pt x="2925138" y="443639"/>
                  </a:lnTo>
                  <a:lnTo>
                    <a:pt x="2982547" y="451197"/>
                  </a:lnTo>
                  <a:lnTo>
                    <a:pt x="3044356" y="457937"/>
                  </a:lnTo>
                  <a:lnTo>
                    <a:pt x="3111435" y="463961"/>
                  </a:lnTo>
                  <a:lnTo>
                    <a:pt x="3184477" y="469358"/>
                  </a:lnTo>
                  <a:lnTo>
                    <a:pt x="3263860" y="474200"/>
                  </a:lnTo>
                  <a:lnTo>
                    <a:pt x="3349462" y="478538"/>
                  </a:lnTo>
                  <a:lnTo>
                    <a:pt x="3440441" y="482404"/>
                  </a:lnTo>
                  <a:lnTo>
                    <a:pt x="3535026" y="485809"/>
                  </a:lnTo>
                  <a:lnTo>
                    <a:pt x="3630388" y="488749"/>
                  </a:lnTo>
                  <a:lnTo>
                    <a:pt x="3722710" y="491214"/>
                  </a:lnTo>
                  <a:lnTo>
                    <a:pt x="3807546" y="493194"/>
                  </a:lnTo>
                  <a:lnTo>
                    <a:pt x="3880513" y="494697"/>
                  </a:lnTo>
                  <a:lnTo>
                    <a:pt x="3938168" y="495753"/>
                  </a:lnTo>
                  <a:lnTo>
                    <a:pt x="3978845" y="496419"/>
                  </a:lnTo>
                  <a:lnTo>
                    <a:pt x="4003153" y="496777"/>
                  </a:lnTo>
                  <a:lnTo>
                    <a:pt x="4014014" y="496922"/>
                  </a:lnTo>
                  <a:lnTo>
                    <a:pt x="4016409" y="496951"/>
                  </a:lnTo>
                  <a:lnTo>
                    <a:pt x="4538543" y="496951"/>
                  </a:lnTo>
                  <a:lnTo>
                    <a:pt x="4539802" y="496975"/>
                  </a:lnTo>
                  <a:lnTo>
                    <a:pt x="4548035" y="497149"/>
                  </a:lnTo>
                  <a:lnTo>
                    <a:pt x="4568624" y="497631"/>
                  </a:lnTo>
                  <a:lnTo>
                    <a:pt x="4605011" y="498578"/>
                  </a:lnTo>
                  <a:lnTo>
                    <a:pt x="4658386" y="500129"/>
                  </a:lnTo>
                  <a:lnTo>
                    <a:pt x="4727629" y="502387"/>
                  </a:lnTo>
                  <a:lnTo>
                    <a:pt x="4809696" y="505414"/>
                  </a:lnTo>
                  <a:lnTo>
                    <a:pt x="4900374" y="509228"/>
                  </a:lnTo>
                  <a:lnTo>
                    <a:pt x="4995183" y="513820"/>
                  </a:lnTo>
                  <a:lnTo>
                    <a:pt x="5090116" y="519172"/>
                  </a:lnTo>
                  <a:lnTo>
                    <a:pt x="5182087" y="525274"/>
                  </a:lnTo>
                  <a:lnTo>
                    <a:pt x="5269066" y="532136"/>
                  </a:lnTo>
                  <a:lnTo>
                    <a:pt x="5349990" y="539801"/>
                  </a:lnTo>
                  <a:lnTo>
                    <a:pt x="5424571" y="548343"/>
                  </a:lnTo>
                  <a:lnTo>
                    <a:pt x="5493071" y="557870"/>
                  </a:lnTo>
                  <a:lnTo>
                    <a:pt x="5556112" y="568520"/>
                  </a:lnTo>
                  <a:lnTo>
                    <a:pt x="5614523" y="580454"/>
                  </a:lnTo>
                  <a:lnTo>
                    <a:pt x="5669224" y="593847"/>
                  </a:lnTo>
                  <a:lnTo>
                    <a:pt x="5721143" y="608861"/>
                  </a:lnTo>
                  <a:lnTo>
                    <a:pt x="5771136" y="625614"/>
                  </a:lnTo>
                  <a:lnTo>
                    <a:pt x="5784835" y="630600"/>
                  </a:lnTo>
                  <a:lnTo>
                    <a:pt x="5835821" y="650616"/>
                  </a:lnTo>
                  <a:lnTo>
                    <a:pt x="5886311" y="672628"/>
                  </a:lnTo>
                  <a:lnTo>
                    <a:pt x="5936807" y="696667"/>
                  </a:lnTo>
                  <a:lnTo>
                    <a:pt x="5987656" y="722699"/>
                  </a:lnTo>
                  <a:lnTo>
                    <a:pt x="6039069" y="750616"/>
                  </a:lnTo>
                  <a:lnTo>
                    <a:pt x="6091139" y="780234"/>
                  </a:lnTo>
                  <a:lnTo>
                    <a:pt x="6143849" y="811290"/>
                  </a:lnTo>
                  <a:lnTo>
                    <a:pt x="6197099" y="843454"/>
                  </a:lnTo>
                  <a:lnTo>
                    <a:pt x="6250717" y="876334"/>
                  </a:lnTo>
                  <a:lnTo>
                    <a:pt x="6304486" y="909504"/>
                  </a:lnTo>
                  <a:lnTo>
                    <a:pt x="6358174" y="942518"/>
                  </a:lnTo>
                  <a:lnTo>
                    <a:pt x="6411555" y="974940"/>
                  </a:lnTo>
                  <a:lnTo>
                    <a:pt x="6464442" y="1006367"/>
                  </a:lnTo>
                  <a:lnTo>
                    <a:pt x="6516710" y="1036448"/>
                  </a:lnTo>
                  <a:lnTo>
                    <a:pt x="6568316" y="1064899"/>
                  </a:lnTo>
                  <a:lnTo>
                    <a:pt x="6619318" y="1091512"/>
                  </a:lnTo>
                  <a:lnTo>
                    <a:pt x="6669890" y="1116157"/>
                  </a:lnTo>
                  <a:lnTo>
                    <a:pt x="6720337" y="1138778"/>
                  </a:lnTo>
                  <a:lnTo>
                    <a:pt x="6771111" y="1159388"/>
                  </a:lnTo>
                  <a:lnTo>
                    <a:pt x="6786527" y="1165199"/>
                  </a:lnTo>
                  <a:lnTo>
                    <a:pt x="6836117" y="1182444"/>
                  </a:lnTo>
                  <a:lnTo>
                    <a:pt x="6887418" y="1197935"/>
                  </a:lnTo>
                  <a:lnTo>
                    <a:pt x="6941252" y="1211764"/>
                  </a:lnTo>
                  <a:lnTo>
                    <a:pt x="6998533" y="1224088"/>
                  </a:lnTo>
                  <a:lnTo>
                    <a:pt x="7060194" y="1235079"/>
                  </a:lnTo>
                  <a:lnTo>
                    <a:pt x="7127098" y="1244904"/>
                  </a:lnTo>
                  <a:lnTo>
                    <a:pt x="7199938" y="1253708"/>
                  </a:lnTo>
                  <a:lnTo>
                    <a:pt x="7279095" y="1261609"/>
                  </a:lnTo>
                  <a:lnTo>
                    <a:pt x="7364455" y="1268690"/>
                  </a:lnTo>
                  <a:lnTo>
                    <a:pt x="7455193" y="1275001"/>
                  </a:lnTo>
                  <a:lnTo>
                    <a:pt x="7549566" y="1280562"/>
                  </a:lnTo>
                  <a:lnTo>
                    <a:pt x="7644778" y="1285368"/>
                  </a:lnTo>
                  <a:lnTo>
                    <a:pt x="7737050" y="1289401"/>
                  </a:lnTo>
                  <a:lnTo>
                    <a:pt x="7821969" y="1292647"/>
                  </a:lnTo>
                  <a:lnTo>
                    <a:pt x="7895161" y="1295116"/>
                  </a:lnTo>
                  <a:lnTo>
                    <a:pt x="7953167" y="1296855"/>
                  </a:lnTo>
                  <a:lnTo>
                    <a:pt x="7994273" y="1297957"/>
                  </a:lnTo>
                  <a:lnTo>
                    <a:pt x="8019013" y="1298553"/>
                  </a:lnTo>
                  <a:lnTo>
                    <a:pt x="8030228" y="1298798"/>
                  </a:lnTo>
                  <a:lnTo>
                    <a:pt x="8032819" y="1298849"/>
                  </a:lnTo>
                  <a:lnTo>
                    <a:pt x="8554953" y="1298849"/>
                  </a:lnTo>
                  <a:lnTo>
                    <a:pt x="8554953" y="1293202"/>
                  </a:lnTo>
                  <a:lnTo>
                    <a:pt x="8032819" y="1293202"/>
                  </a:lnTo>
                  <a:lnTo>
                    <a:pt x="8031560" y="1293177"/>
                  </a:lnTo>
                  <a:lnTo>
                    <a:pt x="8023327" y="1293003"/>
                  </a:lnTo>
                  <a:lnTo>
                    <a:pt x="8002738" y="1292521"/>
                  </a:lnTo>
                  <a:lnTo>
                    <a:pt x="7966351" y="1291574"/>
                  </a:lnTo>
                  <a:lnTo>
                    <a:pt x="7912976" y="1290024"/>
                  </a:lnTo>
                  <a:lnTo>
                    <a:pt x="7843732" y="1287765"/>
                  </a:lnTo>
                  <a:lnTo>
                    <a:pt x="7761666" y="1284738"/>
                  </a:lnTo>
                  <a:lnTo>
                    <a:pt x="7670988" y="1280924"/>
                  </a:lnTo>
                  <a:lnTo>
                    <a:pt x="7576179" y="1276332"/>
                  </a:lnTo>
                  <a:lnTo>
                    <a:pt x="7481246" y="1270980"/>
                  </a:lnTo>
                  <a:lnTo>
                    <a:pt x="7389275" y="1264879"/>
                  </a:lnTo>
                  <a:lnTo>
                    <a:pt x="7302296" y="1258016"/>
                  </a:lnTo>
                  <a:lnTo>
                    <a:pt x="7221372" y="1250351"/>
                  </a:lnTo>
                  <a:lnTo>
                    <a:pt x="7146791" y="1241809"/>
                  </a:lnTo>
                  <a:lnTo>
                    <a:pt x="7078291" y="1232282"/>
                  </a:lnTo>
                  <a:lnTo>
                    <a:pt x="7015250" y="1221632"/>
                  </a:lnTo>
                  <a:lnTo>
                    <a:pt x="6956839" y="1209698"/>
                  </a:lnTo>
                  <a:lnTo>
                    <a:pt x="6902138" y="1196305"/>
                  </a:lnTo>
                  <a:lnTo>
                    <a:pt x="6850219" y="1181291"/>
                  </a:lnTo>
                  <a:lnTo>
                    <a:pt x="6800226" y="1164539"/>
                  </a:lnTo>
                  <a:lnTo>
                    <a:pt x="6786527" y="1159552"/>
                  </a:lnTo>
                  <a:lnTo>
                    <a:pt x="6735541" y="1139536"/>
                  </a:lnTo>
                  <a:lnTo>
                    <a:pt x="6685051" y="1117524"/>
                  </a:lnTo>
                  <a:lnTo>
                    <a:pt x="6634555" y="1093485"/>
                  </a:lnTo>
                  <a:lnTo>
                    <a:pt x="6583706" y="1067453"/>
                  </a:lnTo>
                  <a:lnTo>
                    <a:pt x="6532293" y="1039536"/>
                  </a:lnTo>
                  <a:lnTo>
                    <a:pt x="6480223" y="1009919"/>
                  </a:lnTo>
                  <a:lnTo>
                    <a:pt x="6427513" y="978862"/>
                  </a:lnTo>
                  <a:lnTo>
                    <a:pt x="6374263" y="946698"/>
                  </a:lnTo>
                  <a:lnTo>
                    <a:pt x="6320645" y="913818"/>
                  </a:lnTo>
                  <a:lnTo>
                    <a:pt x="6266876" y="880648"/>
                  </a:lnTo>
                  <a:lnTo>
                    <a:pt x="6213188" y="847635"/>
                  </a:lnTo>
                  <a:lnTo>
                    <a:pt x="6159807" y="815213"/>
                  </a:lnTo>
                  <a:lnTo>
                    <a:pt x="6106920" y="783785"/>
                  </a:lnTo>
                  <a:lnTo>
                    <a:pt x="6054652" y="753704"/>
                  </a:lnTo>
                  <a:lnTo>
                    <a:pt x="6003046" y="725253"/>
                  </a:lnTo>
                  <a:lnTo>
                    <a:pt x="5952044" y="698640"/>
                  </a:lnTo>
                  <a:lnTo>
                    <a:pt x="5901472" y="673995"/>
                  </a:lnTo>
                  <a:lnTo>
                    <a:pt x="5851025" y="651374"/>
                  </a:lnTo>
                  <a:lnTo>
                    <a:pt x="5800251" y="630765"/>
                  </a:lnTo>
                  <a:lnTo>
                    <a:pt x="5784835" y="624953"/>
                  </a:lnTo>
                  <a:lnTo>
                    <a:pt x="5735245" y="607708"/>
                  </a:lnTo>
                  <a:lnTo>
                    <a:pt x="5683944" y="592218"/>
                  </a:lnTo>
                  <a:lnTo>
                    <a:pt x="5630110" y="578388"/>
                  </a:lnTo>
                  <a:lnTo>
                    <a:pt x="5572829" y="566064"/>
                  </a:lnTo>
                  <a:lnTo>
                    <a:pt x="5511168" y="555073"/>
                  </a:lnTo>
                  <a:lnTo>
                    <a:pt x="5444264" y="545248"/>
                  </a:lnTo>
                  <a:lnTo>
                    <a:pt x="5371424" y="536444"/>
                  </a:lnTo>
                  <a:lnTo>
                    <a:pt x="5292267" y="528543"/>
                  </a:lnTo>
                  <a:lnTo>
                    <a:pt x="5206907" y="521463"/>
                  </a:lnTo>
                  <a:lnTo>
                    <a:pt x="5116169" y="515151"/>
                  </a:lnTo>
                  <a:lnTo>
                    <a:pt x="5021796" y="509590"/>
                  </a:lnTo>
                  <a:lnTo>
                    <a:pt x="4926584" y="504784"/>
                  </a:lnTo>
                  <a:lnTo>
                    <a:pt x="4834312" y="500751"/>
                  </a:lnTo>
                  <a:lnTo>
                    <a:pt x="4749393" y="497505"/>
                  </a:lnTo>
                  <a:lnTo>
                    <a:pt x="4676201" y="495037"/>
                  </a:lnTo>
                  <a:lnTo>
                    <a:pt x="4618195" y="493297"/>
                  </a:lnTo>
                  <a:lnTo>
                    <a:pt x="4577089" y="492195"/>
                  </a:lnTo>
                  <a:lnTo>
                    <a:pt x="4552349" y="491599"/>
                  </a:lnTo>
                  <a:lnTo>
                    <a:pt x="4541134" y="491355"/>
                  </a:lnTo>
                  <a:lnTo>
                    <a:pt x="4538543" y="491303"/>
                  </a:lnTo>
                  <a:lnTo>
                    <a:pt x="4016409" y="491303"/>
                  </a:lnTo>
                  <a:lnTo>
                    <a:pt x="4015143" y="491288"/>
                  </a:lnTo>
                  <a:lnTo>
                    <a:pt x="4006868" y="491181"/>
                  </a:lnTo>
                  <a:lnTo>
                    <a:pt x="3986177" y="490884"/>
                  </a:lnTo>
                  <a:lnTo>
                    <a:pt x="3949621" y="490301"/>
                  </a:lnTo>
                  <a:lnTo>
                    <a:pt x="3896016" y="489346"/>
                  </a:lnTo>
                  <a:lnTo>
                    <a:pt x="3826506" y="487955"/>
                  </a:lnTo>
                  <a:lnTo>
                    <a:pt x="3744168" y="486092"/>
                  </a:lnTo>
                  <a:lnTo>
                    <a:pt x="3653244" y="483744"/>
                  </a:lnTo>
                  <a:lnTo>
                    <a:pt x="3558237" y="480919"/>
                  </a:lnTo>
                  <a:lnTo>
                    <a:pt x="3463163" y="477626"/>
                  </a:lnTo>
                  <a:lnTo>
                    <a:pt x="3371106" y="473873"/>
                  </a:lnTo>
                  <a:lnTo>
                    <a:pt x="3284089" y="469651"/>
                  </a:lnTo>
                  <a:lnTo>
                    <a:pt x="3203161" y="464935"/>
                  </a:lnTo>
                  <a:lnTo>
                    <a:pt x="3128599" y="459678"/>
                  </a:lnTo>
                  <a:lnTo>
                    <a:pt x="3060127" y="453814"/>
                  </a:lnTo>
                  <a:lnTo>
                    <a:pt x="2997113" y="447257"/>
                  </a:lnTo>
                  <a:lnTo>
                    <a:pt x="2938721" y="439908"/>
                  </a:lnTo>
                  <a:lnTo>
                    <a:pt x="2884023" y="431658"/>
                  </a:lnTo>
                  <a:lnTo>
                    <a:pt x="2832088" y="422408"/>
                  </a:lnTo>
                  <a:lnTo>
                    <a:pt x="2782059" y="412088"/>
                  </a:lnTo>
                  <a:lnTo>
                    <a:pt x="2770117" y="409419"/>
                  </a:lnTo>
                  <a:lnTo>
                    <a:pt x="2717209" y="396667"/>
                  </a:lnTo>
                  <a:lnTo>
                    <a:pt x="2664813" y="382595"/>
                  </a:lnTo>
                  <a:lnTo>
                    <a:pt x="2612377" y="367186"/>
                  </a:lnTo>
                  <a:lnTo>
                    <a:pt x="2559528" y="350467"/>
                  </a:lnTo>
                  <a:lnTo>
                    <a:pt x="2506050" y="332520"/>
                  </a:lnTo>
                  <a:lnTo>
                    <a:pt x="2451861" y="313479"/>
                  </a:lnTo>
                  <a:lnTo>
                    <a:pt x="2396998" y="293535"/>
                  </a:lnTo>
                  <a:lnTo>
                    <a:pt x="2341598" y="272925"/>
                  </a:lnTo>
                  <a:lnTo>
                    <a:pt x="2285868" y="251926"/>
                  </a:lnTo>
                  <a:lnTo>
                    <a:pt x="2230061" y="230837"/>
                  </a:lnTo>
                  <a:lnTo>
                    <a:pt x="2174437" y="209961"/>
                  </a:lnTo>
                  <a:lnTo>
                    <a:pt x="2119233" y="189589"/>
                  </a:lnTo>
                  <a:lnTo>
                    <a:pt x="2064632" y="169985"/>
                  </a:lnTo>
                  <a:lnTo>
                    <a:pt x="2010732" y="151368"/>
                  </a:lnTo>
                  <a:lnTo>
                    <a:pt x="1957526" y="133905"/>
                  </a:lnTo>
                  <a:lnTo>
                    <a:pt x="1904879" y="117711"/>
                  </a:lnTo>
                  <a:lnTo>
                    <a:pt x="1852514" y="102843"/>
                  </a:lnTo>
                  <a:lnTo>
                    <a:pt x="1799988" y="89311"/>
                  </a:lnTo>
                  <a:lnTo>
                    <a:pt x="1768425" y="81883"/>
                  </a:lnTo>
                  <a:lnTo>
                    <a:pt x="1718745" y="71300"/>
                  </a:lnTo>
                  <a:lnTo>
                    <a:pt x="1667347" y="61795"/>
                  </a:lnTo>
                  <a:lnTo>
                    <a:pt x="1613404" y="53311"/>
                  </a:lnTo>
                  <a:lnTo>
                    <a:pt x="1555996" y="45753"/>
                  </a:lnTo>
                  <a:lnTo>
                    <a:pt x="1494186" y="39013"/>
                  </a:lnTo>
                  <a:lnTo>
                    <a:pt x="1427107" y="32989"/>
                  </a:lnTo>
                  <a:lnTo>
                    <a:pt x="1354065" y="27592"/>
                  </a:lnTo>
                  <a:lnTo>
                    <a:pt x="1274682" y="22750"/>
                  </a:lnTo>
                  <a:lnTo>
                    <a:pt x="1189080" y="18412"/>
                  </a:lnTo>
                  <a:lnTo>
                    <a:pt x="1098101" y="14546"/>
                  </a:lnTo>
                  <a:lnTo>
                    <a:pt x="1003516" y="11141"/>
                  </a:lnTo>
                  <a:lnTo>
                    <a:pt x="908154" y="8201"/>
                  </a:lnTo>
                  <a:lnTo>
                    <a:pt x="815833" y="5736"/>
                  </a:lnTo>
                  <a:lnTo>
                    <a:pt x="730996" y="3756"/>
                  </a:lnTo>
                  <a:lnTo>
                    <a:pt x="658030" y="2253"/>
                  </a:lnTo>
                  <a:lnTo>
                    <a:pt x="600375" y="1197"/>
                  </a:lnTo>
                  <a:lnTo>
                    <a:pt x="559697" y="531"/>
                  </a:lnTo>
                  <a:lnTo>
                    <a:pt x="535390" y="173"/>
                  </a:lnTo>
                  <a:lnTo>
                    <a:pt x="524528" y="28"/>
                  </a:lnTo>
                  <a:lnTo>
                    <a:pt x="5221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78AC3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1401" name="pl1401"/>
            <p:cNvSpPr/>
            <p:nvPr/>
          </p:nvSpPr>
          <p:spPr>
            <a:xfrm>
              <a:off x="386606" y="4850559"/>
              <a:ext cx="8554953" cy="1293202"/>
            </a:xfrm>
            <a:custGeom>
              <a:avLst/>
              <a:pathLst>
                <a:path w="8554953" h="1293202">
                  <a:moveTo>
                    <a:pt x="0" y="0"/>
                  </a:moveTo>
                  <a:lnTo>
                    <a:pt x="522133" y="0"/>
                  </a:lnTo>
                  <a:lnTo>
                    <a:pt x="523399" y="15"/>
                  </a:lnTo>
                  <a:lnTo>
                    <a:pt x="531674" y="122"/>
                  </a:lnTo>
                  <a:lnTo>
                    <a:pt x="552365" y="419"/>
                  </a:lnTo>
                  <a:lnTo>
                    <a:pt x="588922" y="1002"/>
                  </a:lnTo>
                  <a:lnTo>
                    <a:pt x="642527" y="1957"/>
                  </a:lnTo>
                  <a:lnTo>
                    <a:pt x="712037" y="3348"/>
                  </a:lnTo>
                  <a:lnTo>
                    <a:pt x="794374" y="5211"/>
                  </a:lnTo>
                  <a:lnTo>
                    <a:pt x="885298" y="7558"/>
                  </a:lnTo>
                  <a:lnTo>
                    <a:pt x="980305" y="10384"/>
                  </a:lnTo>
                  <a:lnTo>
                    <a:pt x="1075380" y="13677"/>
                  </a:lnTo>
                  <a:lnTo>
                    <a:pt x="1167436" y="17430"/>
                  </a:lnTo>
                  <a:lnTo>
                    <a:pt x="1254453" y="21652"/>
                  </a:lnTo>
                  <a:lnTo>
                    <a:pt x="1335381" y="26368"/>
                  </a:lnTo>
                  <a:lnTo>
                    <a:pt x="1409943" y="31625"/>
                  </a:lnTo>
                  <a:lnTo>
                    <a:pt x="1478415" y="37489"/>
                  </a:lnTo>
                  <a:lnTo>
                    <a:pt x="1541429" y="44046"/>
                  </a:lnTo>
                  <a:lnTo>
                    <a:pt x="1599821" y="51395"/>
                  </a:lnTo>
                  <a:lnTo>
                    <a:pt x="1654519" y="59645"/>
                  </a:lnTo>
                  <a:lnTo>
                    <a:pt x="1706454" y="68895"/>
                  </a:lnTo>
                  <a:lnTo>
                    <a:pt x="1756483" y="79214"/>
                  </a:lnTo>
                  <a:lnTo>
                    <a:pt x="1768425" y="81883"/>
                  </a:lnTo>
                  <a:lnTo>
                    <a:pt x="1821333" y="94636"/>
                  </a:lnTo>
                  <a:lnTo>
                    <a:pt x="1873730" y="108708"/>
                  </a:lnTo>
                  <a:lnTo>
                    <a:pt x="1926165" y="124117"/>
                  </a:lnTo>
                  <a:lnTo>
                    <a:pt x="1979014" y="140835"/>
                  </a:lnTo>
                  <a:lnTo>
                    <a:pt x="2032492" y="158783"/>
                  </a:lnTo>
                  <a:lnTo>
                    <a:pt x="2086682" y="177824"/>
                  </a:lnTo>
                  <a:lnTo>
                    <a:pt x="2141544" y="197768"/>
                  </a:lnTo>
                  <a:lnTo>
                    <a:pt x="2196944" y="218377"/>
                  </a:lnTo>
                  <a:lnTo>
                    <a:pt x="2252674" y="239376"/>
                  </a:lnTo>
                  <a:lnTo>
                    <a:pt x="2308481" y="260466"/>
                  </a:lnTo>
                  <a:lnTo>
                    <a:pt x="2364106" y="281342"/>
                  </a:lnTo>
                  <a:lnTo>
                    <a:pt x="2419310" y="301713"/>
                  </a:lnTo>
                  <a:lnTo>
                    <a:pt x="2473911" y="321318"/>
                  </a:lnTo>
                  <a:lnTo>
                    <a:pt x="2527810" y="339935"/>
                  </a:lnTo>
                  <a:lnTo>
                    <a:pt x="2581016" y="357398"/>
                  </a:lnTo>
                  <a:lnTo>
                    <a:pt x="2633663" y="373592"/>
                  </a:lnTo>
                  <a:lnTo>
                    <a:pt x="2686028" y="388460"/>
                  </a:lnTo>
                  <a:lnTo>
                    <a:pt x="2738554" y="401992"/>
                  </a:lnTo>
                  <a:lnTo>
                    <a:pt x="2770117" y="409419"/>
                  </a:lnTo>
                  <a:lnTo>
                    <a:pt x="2819797" y="420003"/>
                  </a:lnTo>
                  <a:lnTo>
                    <a:pt x="2871195" y="429508"/>
                  </a:lnTo>
                  <a:lnTo>
                    <a:pt x="2925138" y="437992"/>
                  </a:lnTo>
                  <a:lnTo>
                    <a:pt x="2982547" y="445550"/>
                  </a:lnTo>
                  <a:lnTo>
                    <a:pt x="3044356" y="452290"/>
                  </a:lnTo>
                  <a:lnTo>
                    <a:pt x="3111435" y="458313"/>
                  </a:lnTo>
                  <a:lnTo>
                    <a:pt x="3184477" y="463711"/>
                  </a:lnTo>
                  <a:lnTo>
                    <a:pt x="3263860" y="468553"/>
                  </a:lnTo>
                  <a:lnTo>
                    <a:pt x="3349462" y="472891"/>
                  </a:lnTo>
                  <a:lnTo>
                    <a:pt x="3440441" y="476757"/>
                  </a:lnTo>
                  <a:lnTo>
                    <a:pt x="3535026" y="480162"/>
                  </a:lnTo>
                  <a:lnTo>
                    <a:pt x="3630388" y="483102"/>
                  </a:lnTo>
                  <a:lnTo>
                    <a:pt x="3722710" y="485566"/>
                  </a:lnTo>
                  <a:lnTo>
                    <a:pt x="3807546" y="487547"/>
                  </a:lnTo>
                  <a:lnTo>
                    <a:pt x="3880513" y="489050"/>
                  </a:lnTo>
                  <a:lnTo>
                    <a:pt x="3938168" y="490106"/>
                  </a:lnTo>
                  <a:lnTo>
                    <a:pt x="3978845" y="490772"/>
                  </a:lnTo>
                  <a:lnTo>
                    <a:pt x="4003153" y="491130"/>
                  </a:lnTo>
                  <a:lnTo>
                    <a:pt x="4014014" y="491274"/>
                  </a:lnTo>
                  <a:lnTo>
                    <a:pt x="4016390" y="491303"/>
                  </a:lnTo>
                  <a:lnTo>
                    <a:pt x="4016409" y="491303"/>
                  </a:lnTo>
                  <a:lnTo>
                    <a:pt x="4538543" y="491303"/>
                  </a:lnTo>
                  <a:lnTo>
                    <a:pt x="4539802" y="491328"/>
                  </a:lnTo>
                  <a:lnTo>
                    <a:pt x="4548035" y="491502"/>
                  </a:lnTo>
                  <a:lnTo>
                    <a:pt x="4568624" y="491984"/>
                  </a:lnTo>
                  <a:lnTo>
                    <a:pt x="4605011" y="492931"/>
                  </a:lnTo>
                  <a:lnTo>
                    <a:pt x="4658386" y="494481"/>
                  </a:lnTo>
                  <a:lnTo>
                    <a:pt x="4727629" y="496740"/>
                  </a:lnTo>
                  <a:lnTo>
                    <a:pt x="4809696" y="499767"/>
                  </a:lnTo>
                  <a:lnTo>
                    <a:pt x="4900374" y="503581"/>
                  </a:lnTo>
                  <a:lnTo>
                    <a:pt x="4995183" y="508173"/>
                  </a:lnTo>
                  <a:lnTo>
                    <a:pt x="5090116" y="513525"/>
                  </a:lnTo>
                  <a:lnTo>
                    <a:pt x="5182087" y="519626"/>
                  </a:lnTo>
                  <a:lnTo>
                    <a:pt x="5269066" y="526489"/>
                  </a:lnTo>
                  <a:lnTo>
                    <a:pt x="5349990" y="534154"/>
                  </a:lnTo>
                  <a:lnTo>
                    <a:pt x="5424571" y="542696"/>
                  </a:lnTo>
                  <a:lnTo>
                    <a:pt x="5493071" y="552223"/>
                  </a:lnTo>
                  <a:lnTo>
                    <a:pt x="5556112" y="562873"/>
                  </a:lnTo>
                  <a:lnTo>
                    <a:pt x="5614523" y="574807"/>
                  </a:lnTo>
                  <a:lnTo>
                    <a:pt x="5669224" y="588200"/>
                  </a:lnTo>
                  <a:lnTo>
                    <a:pt x="5721143" y="603214"/>
                  </a:lnTo>
                  <a:lnTo>
                    <a:pt x="5771136" y="619967"/>
                  </a:lnTo>
                  <a:lnTo>
                    <a:pt x="5784835" y="624953"/>
                  </a:lnTo>
                  <a:lnTo>
                    <a:pt x="5835821" y="644969"/>
                  </a:lnTo>
                  <a:lnTo>
                    <a:pt x="5886311" y="666981"/>
                  </a:lnTo>
                  <a:lnTo>
                    <a:pt x="5936807" y="691020"/>
                  </a:lnTo>
                  <a:lnTo>
                    <a:pt x="5987656" y="717052"/>
                  </a:lnTo>
                  <a:lnTo>
                    <a:pt x="6039069" y="744969"/>
                  </a:lnTo>
                  <a:lnTo>
                    <a:pt x="6091139" y="774586"/>
                  </a:lnTo>
                  <a:lnTo>
                    <a:pt x="6143849" y="805643"/>
                  </a:lnTo>
                  <a:lnTo>
                    <a:pt x="6197099" y="837807"/>
                  </a:lnTo>
                  <a:lnTo>
                    <a:pt x="6250717" y="870687"/>
                  </a:lnTo>
                  <a:lnTo>
                    <a:pt x="6304486" y="903857"/>
                  </a:lnTo>
                  <a:lnTo>
                    <a:pt x="6358174" y="936870"/>
                  </a:lnTo>
                  <a:lnTo>
                    <a:pt x="6411555" y="969293"/>
                  </a:lnTo>
                  <a:lnTo>
                    <a:pt x="6464442" y="1000720"/>
                  </a:lnTo>
                  <a:lnTo>
                    <a:pt x="6516710" y="1030801"/>
                  </a:lnTo>
                  <a:lnTo>
                    <a:pt x="6568316" y="1059252"/>
                  </a:lnTo>
                  <a:lnTo>
                    <a:pt x="6619318" y="1085865"/>
                  </a:lnTo>
                  <a:lnTo>
                    <a:pt x="6669890" y="1110510"/>
                  </a:lnTo>
                  <a:lnTo>
                    <a:pt x="6720337" y="1133131"/>
                  </a:lnTo>
                  <a:lnTo>
                    <a:pt x="6771111" y="1153740"/>
                  </a:lnTo>
                  <a:lnTo>
                    <a:pt x="6786527" y="1159552"/>
                  </a:lnTo>
                  <a:lnTo>
                    <a:pt x="6836117" y="1176797"/>
                  </a:lnTo>
                  <a:lnTo>
                    <a:pt x="6887418" y="1192287"/>
                  </a:lnTo>
                  <a:lnTo>
                    <a:pt x="6941252" y="1206117"/>
                  </a:lnTo>
                  <a:lnTo>
                    <a:pt x="6998533" y="1218441"/>
                  </a:lnTo>
                  <a:lnTo>
                    <a:pt x="7060194" y="1229432"/>
                  </a:lnTo>
                  <a:lnTo>
                    <a:pt x="7127098" y="1239257"/>
                  </a:lnTo>
                  <a:lnTo>
                    <a:pt x="7199938" y="1248061"/>
                  </a:lnTo>
                  <a:lnTo>
                    <a:pt x="7279095" y="1255962"/>
                  </a:lnTo>
                  <a:lnTo>
                    <a:pt x="7364455" y="1263043"/>
                  </a:lnTo>
                  <a:lnTo>
                    <a:pt x="7455193" y="1269354"/>
                  </a:lnTo>
                  <a:lnTo>
                    <a:pt x="7549566" y="1274915"/>
                  </a:lnTo>
                  <a:lnTo>
                    <a:pt x="7644778" y="1279721"/>
                  </a:lnTo>
                  <a:lnTo>
                    <a:pt x="7737050" y="1283754"/>
                  </a:lnTo>
                  <a:lnTo>
                    <a:pt x="7821969" y="1287000"/>
                  </a:lnTo>
                  <a:lnTo>
                    <a:pt x="7895161" y="1289468"/>
                  </a:lnTo>
                  <a:lnTo>
                    <a:pt x="7953167" y="1291208"/>
                  </a:lnTo>
                  <a:lnTo>
                    <a:pt x="7994273" y="1292310"/>
                  </a:lnTo>
                  <a:lnTo>
                    <a:pt x="8019013" y="1292906"/>
                  </a:lnTo>
                  <a:lnTo>
                    <a:pt x="8030228" y="1293150"/>
                  </a:lnTo>
                  <a:lnTo>
                    <a:pt x="8032791" y="1293201"/>
                  </a:lnTo>
                  <a:lnTo>
                    <a:pt x="8032819" y="1293202"/>
                  </a:lnTo>
                  <a:lnTo>
                    <a:pt x="8554953" y="1293202"/>
                  </a:lnTo>
                  <a:lnTo>
                    <a:pt x="8554953" y="1293202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402" name="pl1402"/>
            <p:cNvSpPr/>
            <p:nvPr/>
          </p:nvSpPr>
          <p:spPr>
            <a:xfrm>
              <a:off x="386606" y="4844912"/>
              <a:ext cx="8554953" cy="1293202"/>
            </a:xfrm>
            <a:custGeom>
              <a:avLst/>
              <a:pathLst>
                <a:path w="8554953" h="1293202">
                  <a:moveTo>
                    <a:pt x="8554953" y="1293202"/>
                  </a:moveTo>
                  <a:lnTo>
                    <a:pt x="8032819" y="1293202"/>
                  </a:lnTo>
                  <a:lnTo>
                    <a:pt x="8031560" y="1293177"/>
                  </a:lnTo>
                  <a:lnTo>
                    <a:pt x="8023327" y="1293003"/>
                  </a:lnTo>
                  <a:lnTo>
                    <a:pt x="8002738" y="1292521"/>
                  </a:lnTo>
                  <a:lnTo>
                    <a:pt x="7966351" y="1291574"/>
                  </a:lnTo>
                  <a:lnTo>
                    <a:pt x="7912976" y="1290024"/>
                  </a:lnTo>
                  <a:lnTo>
                    <a:pt x="7843732" y="1287765"/>
                  </a:lnTo>
                  <a:lnTo>
                    <a:pt x="7761666" y="1284738"/>
                  </a:lnTo>
                  <a:lnTo>
                    <a:pt x="7670988" y="1280924"/>
                  </a:lnTo>
                  <a:lnTo>
                    <a:pt x="7576179" y="1276332"/>
                  </a:lnTo>
                  <a:lnTo>
                    <a:pt x="7481246" y="1270980"/>
                  </a:lnTo>
                  <a:lnTo>
                    <a:pt x="7389275" y="1264879"/>
                  </a:lnTo>
                  <a:lnTo>
                    <a:pt x="7302296" y="1258016"/>
                  </a:lnTo>
                  <a:lnTo>
                    <a:pt x="7221372" y="1250351"/>
                  </a:lnTo>
                  <a:lnTo>
                    <a:pt x="7146791" y="1241809"/>
                  </a:lnTo>
                  <a:lnTo>
                    <a:pt x="7078291" y="1232282"/>
                  </a:lnTo>
                  <a:lnTo>
                    <a:pt x="7015250" y="1221632"/>
                  </a:lnTo>
                  <a:lnTo>
                    <a:pt x="6956839" y="1209698"/>
                  </a:lnTo>
                  <a:lnTo>
                    <a:pt x="6902138" y="1196305"/>
                  </a:lnTo>
                  <a:lnTo>
                    <a:pt x="6850219" y="1181291"/>
                  </a:lnTo>
                  <a:lnTo>
                    <a:pt x="6800226" y="1164539"/>
                  </a:lnTo>
                  <a:lnTo>
                    <a:pt x="6786527" y="1159552"/>
                  </a:lnTo>
                  <a:lnTo>
                    <a:pt x="6735541" y="1139536"/>
                  </a:lnTo>
                  <a:lnTo>
                    <a:pt x="6685051" y="1117524"/>
                  </a:lnTo>
                  <a:lnTo>
                    <a:pt x="6634555" y="1093485"/>
                  </a:lnTo>
                  <a:lnTo>
                    <a:pt x="6583706" y="1067453"/>
                  </a:lnTo>
                  <a:lnTo>
                    <a:pt x="6532293" y="1039536"/>
                  </a:lnTo>
                  <a:lnTo>
                    <a:pt x="6480223" y="1009919"/>
                  </a:lnTo>
                  <a:lnTo>
                    <a:pt x="6427513" y="978862"/>
                  </a:lnTo>
                  <a:lnTo>
                    <a:pt x="6374263" y="946698"/>
                  </a:lnTo>
                  <a:lnTo>
                    <a:pt x="6320645" y="913818"/>
                  </a:lnTo>
                  <a:lnTo>
                    <a:pt x="6266876" y="880648"/>
                  </a:lnTo>
                  <a:lnTo>
                    <a:pt x="6213188" y="847635"/>
                  </a:lnTo>
                  <a:lnTo>
                    <a:pt x="6159807" y="815213"/>
                  </a:lnTo>
                  <a:lnTo>
                    <a:pt x="6106920" y="783785"/>
                  </a:lnTo>
                  <a:lnTo>
                    <a:pt x="6054652" y="753704"/>
                  </a:lnTo>
                  <a:lnTo>
                    <a:pt x="6003046" y="725253"/>
                  </a:lnTo>
                  <a:lnTo>
                    <a:pt x="5952044" y="698640"/>
                  </a:lnTo>
                  <a:lnTo>
                    <a:pt x="5901472" y="673995"/>
                  </a:lnTo>
                  <a:lnTo>
                    <a:pt x="5851025" y="651374"/>
                  </a:lnTo>
                  <a:lnTo>
                    <a:pt x="5800251" y="630765"/>
                  </a:lnTo>
                  <a:lnTo>
                    <a:pt x="5784835" y="624953"/>
                  </a:lnTo>
                  <a:lnTo>
                    <a:pt x="5735245" y="607708"/>
                  </a:lnTo>
                  <a:lnTo>
                    <a:pt x="5683944" y="592218"/>
                  </a:lnTo>
                  <a:lnTo>
                    <a:pt x="5630110" y="578388"/>
                  </a:lnTo>
                  <a:lnTo>
                    <a:pt x="5572829" y="566064"/>
                  </a:lnTo>
                  <a:lnTo>
                    <a:pt x="5511168" y="555073"/>
                  </a:lnTo>
                  <a:lnTo>
                    <a:pt x="5444264" y="545248"/>
                  </a:lnTo>
                  <a:lnTo>
                    <a:pt x="5371424" y="536444"/>
                  </a:lnTo>
                  <a:lnTo>
                    <a:pt x="5292267" y="528543"/>
                  </a:lnTo>
                  <a:lnTo>
                    <a:pt x="5206907" y="521463"/>
                  </a:lnTo>
                  <a:lnTo>
                    <a:pt x="5116169" y="515151"/>
                  </a:lnTo>
                  <a:lnTo>
                    <a:pt x="5021796" y="509590"/>
                  </a:lnTo>
                  <a:lnTo>
                    <a:pt x="4926584" y="504784"/>
                  </a:lnTo>
                  <a:lnTo>
                    <a:pt x="4834312" y="500751"/>
                  </a:lnTo>
                  <a:lnTo>
                    <a:pt x="4749393" y="497505"/>
                  </a:lnTo>
                  <a:lnTo>
                    <a:pt x="4676201" y="495037"/>
                  </a:lnTo>
                  <a:lnTo>
                    <a:pt x="4618195" y="493297"/>
                  </a:lnTo>
                  <a:lnTo>
                    <a:pt x="4577089" y="492195"/>
                  </a:lnTo>
                  <a:lnTo>
                    <a:pt x="4552349" y="491599"/>
                  </a:lnTo>
                  <a:lnTo>
                    <a:pt x="4541134" y="491355"/>
                  </a:lnTo>
                  <a:lnTo>
                    <a:pt x="4538571" y="491304"/>
                  </a:lnTo>
                  <a:lnTo>
                    <a:pt x="4538543" y="491303"/>
                  </a:lnTo>
                  <a:lnTo>
                    <a:pt x="4016409" y="491303"/>
                  </a:lnTo>
                  <a:lnTo>
                    <a:pt x="4015143" y="491288"/>
                  </a:lnTo>
                  <a:lnTo>
                    <a:pt x="4006868" y="491181"/>
                  </a:lnTo>
                  <a:lnTo>
                    <a:pt x="3986177" y="490884"/>
                  </a:lnTo>
                  <a:lnTo>
                    <a:pt x="3949621" y="490301"/>
                  </a:lnTo>
                  <a:lnTo>
                    <a:pt x="3896016" y="489346"/>
                  </a:lnTo>
                  <a:lnTo>
                    <a:pt x="3826506" y="487955"/>
                  </a:lnTo>
                  <a:lnTo>
                    <a:pt x="3744168" y="486092"/>
                  </a:lnTo>
                  <a:lnTo>
                    <a:pt x="3653244" y="483744"/>
                  </a:lnTo>
                  <a:lnTo>
                    <a:pt x="3558237" y="480919"/>
                  </a:lnTo>
                  <a:lnTo>
                    <a:pt x="3463163" y="477626"/>
                  </a:lnTo>
                  <a:lnTo>
                    <a:pt x="3371106" y="473873"/>
                  </a:lnTo>
                  <a:lnTo>
                    <a:pt x="3284089" y="469651"/>
                  </a:lnTo>
                  <a:lnTo>
                    <a:pt x="3203161" y="464935"/>
                  </a:lnTo>
                  <a:lnTo>
                    <a:pt x="3128599" y="459678"/>
                  </a:lnTo>
                  <a:lnTo>
                    <a:pt x="3060127" y="453814"/>
                  </a:lnTo>
                  <a:lnTo>
                    <a:pt x="2997113" y="447257"/>
                  </a:lnTo>
                  <a:lnTo>
                    <a:pt x="2938721" y="439908"/>
                  </a:lnTo>
                  <a:lnTo>
                    <a:pt x="2884023" y="431658"/>
                  </a:lnTo>
                  <a:lnTo>
                    <a:pt x="2832088" y="422408"/>
                  </a:lnTo>
                  <a:lnTo>
                    <a:pt x="2782059" y="412088"/>
                  </a:lnTo>
                  <a:lnTo>
                    <a:pt x="2770117" y="409419"/>
                  </a:lnTo>
                  <a:lnTo>
                    <a:pt x="2717209" y="396667"/>
                  </a:lnTo>
                  <a:lnTo>
                    <a:pt x="2664813" y="382595"/>
                  </a:lnTo>
                  <a:lnTo>
                    <a:pt x="2612377" y="367186"/>
                  </a:lnTo>
                  <a:lnTo>
                    <a:pt x="2559528" y="350467"/>
                  </a:lnTo>
                  <a:lnTo>
                    <a:pt x="2506050" y="332520"/>
                  </a:lnTo>
                  <a:lnTo>
                    <a:pt x="2451861" y="313479"/>
                  </a:lnTo>
                  <a:lnTo>
                    <a:pt x="2396998" y="293535"/>
                  </a:lnTo>
                  <a:lnTo>
                    <a:pt x="2341598" y="272925"/>
                  </a:lnTo>
                  <a:lnTo>
                    <a:pt x="2285868" y="251926"/>
                  </a:lnTo>
                  <a:lnTo>
                    <a:pt x="2230061" y="230837"/>
                  </a:lnTo>
                  <a:lnTo>
                    <a:pt x="2174437" y="209961"/>
                  </a:lnTo>
                  <a:lnTo>
                    <a:pt x="2119233" y="189589"/>
                  </a:lnTo>
                  <a:lnTo>
                    <a:pt x="2064632" y="169985"/>
                  </a:lnTo>
                  <a:lnTo>
                    <a:pt x="2010732" y="151368"/>
                  </a:lnTo>
                  <a:lnTo>
                    <a:pt x="1957526" y="133905"/>
                  </a:lnTo>
                  <a:lnTo>
                    <a:pt x="1904879" y="117711"/>
                  </a:lnTo>
                  <a:lnTo>
                    <a:pt x="1852514" y="102843"/>
                  </a:lnTo>
                  <a:lnTo>
                    <a:pt x="1799988" y="89311"/>
                  </a:lnTo>
                  <a:lnTo>
                    <a:pt x="1768425" y="81883"/>
                  </a:lnTo>
                  <a:lnTo>
                    <a:pt x="1718745" y="71300"/>
                  </a:lnTo>
                  <a:lnTo>
                    <a:pt x="1667347" y="61795"/>
                  </a:lnTo>
                  <a:lnTo>
                    <a:pt x="1613404" y="53311"/>
                  </a:lnTo>
                  <a:lnTo>
                    <a:pt x="1555996" y="45753"/>
                  </a:lnTo>
                  <a:lnTo>
                    <a:pt x="1494186" y="39013"/>
                  </a:lnTo>
                  <a:lnTo>
                    <a:pt x="1427107" y="32989"/>
                  </a:lnTo>
                  <a:lnTo>
                    <a:pt x="1354065" y="27592"/>
                  </a:lnTo>
                  <a:lnTo>
                    <a:pt x="1274682" y="22750"/>
                  </a:lnTo>
                  <a:lnTo>
                    <a:pt x="1189080" y="18412"/>
                  </a:lnTo>
                  <a:lnTo>
                    <a:pt x="1098101" y="14546"/>
                  </a:lnTo>
                  <a:lnTo>
                    <a:pt x="1003516" y="11141"/>
                  </a:lnTo>
                  <a:lnTo>
                    <a:pt x="908154" y="8201"/>
                  </a:lnTo>
                  <a:lnTo>
                    <a:pt x="815833" y="5736"/>
                  </a:lnTo>
                  <a:lnTo>
                    <a:pt x="730996" y="3756"/>
                  </a:lnTo>
                  <a:lnTo>
                    <a:pt x="658030" y="2253"/>
                  </a:lnTo>
                  <a:lnTo>
                    <a:pt x="600375" y="1197"/>
                  </a:lnTo>
                  <a:lnTo>
                    <a:pt x="559697" y="531"/>
                  </a:lnTo>
                  <a:lnTo>
                    <a:pt x="535390" y="173"/>
                  </a:lnTo>
                  <a:lnTo>
                    <a:pt x="524528" y="28"/>
                  </a:lnTo>
                  <a:lnTo>
                    <a:pt x="522152" y="0"/>
                  </a:lnTo>
                  <a:lnTo>
                    <a:pt x="522133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403" name="pg1403"/>
            <p:cNvSpPr/>
            <p:nvPr/>
          </p:nvSpPr>
          <p:spPr>
            <a:xfrm>
              <a:off x="386606" y="3201585"/>
              <a:ext cx="8554953" cy="1626385"/>
            </a:xfrm>
            <a:custGeom>
              <a:avLst/>
              <a:pathLst>
                <a:path w="8554953" h="1626385">
                  <a:moveTo>
                    <a:pt x="0" y="1626385"/>
                  </a:moveTo>
                  <a:lnTo>
                    <a:pt x="522133" y="1626385"/>
                  </a:lnTo>
                  <a:lnTo>
                    <a:pt x="523402" y="1626379"/>
                  </a:lnTo>
                  <a:lnTo>
                    <a:pt x="531700" y="1626340"/>
                  </a:lnTo>
                  <a:lnTo>
                    <a:pt x="552444" y="1626230"/>
                  </a:lnTo>
                  <a:lnTo>
                    <a:pt x="589090" y="1626015"/>
                  </a:lnTo>
                  <a:lnTo>
                    <a:pt x="642815" y="1625663"/>
                  </a:lnTo>
                  <a:lnTo>
                    <a:pt x="712465" y="1625150"/>
                  </a:lnTo>
                  <a:lnTo>
                    <a:pt x="794944" y="1624463"/>
                  </a:lnTo>
                  <a:lnTo>
                    <a:pt x="885996" y="1623597"/>
                  </a:lnTo>
                  <a:lnTo>
                    <a:pt x="981107" y="1622556"/>
                  </a:lnTo>
                  <a:lnTo>
                    <a:pt x="1076255" y="1621342"/>
                  </a:lnTo>
                  <a:lnTo>
                    <a:pt x="1168356" y="1619958"/>
                  </a:lnTo>
                  <a:lnTo>
                    <a:pt x="1255392" y="1618402"/>
                  </a:lnTo>
                  <a:lnTo>
                    <a:pt x="1336322" y="1616664"/>
                  </a:lnTo>
                  <a:lnTo>
                    <a:pt x="1410874" y="1614726"/>
                  </a:lnTo>
                  <a:lnTo>
                    <a:pt x="1479331" y="1612564"/>
                  </a:lnTo>
                  <a:lnTo>
                    <a:pt x="1542331" y="1610146"/>
                  </a:lnTo>
                  <a:lnTo>
                    <a:pt x="1600713" y="1607435"/>
                  </a:lnTo>
                  <a:lnTo>
                    <a:pt x="1655410" y="1604392"/>
                  </a:lnTo>
                  <a:lnTo>
                    <a:pt x="1707354" y="1600980"/>
                  </a:lnTo>
                  <a:lnTo>
                    <a:pt x="1757402" y="1597174"/>
                  </a:lnTo>
                  <a:lnTo>
                    <a:pt x="1768425" y="1596267"/>
                  </a:lnTo>
                  <a:lnTo>
                    <a:pt x="1822491" y="1591467"/>
                  </a:lnTo>
                  <a:lnTo>
                    <a:pt x="1876037" y="1586161"/>
                  </a:lnTo>
                  <a:lnTo>
                    <a:pt x="1929644" y="1580340"/>
                  </a:lnTo>
                  <a:lnTo>
                    <a:pt x="1983702" y="1574019"/>
                  </a:lnTo>
                  <a:lnTo>
                    <a:pt x="2038430" y="1567228"/>
                  </a:lnTo>
                  <a:lnTo>
                    <a:pt x="2093901" y="1560025"/>
                  </a:lnTo>
                  <a:lnTo>
                    <a:pt x="2150062" y="1552486"/>
                  </a:lnTo>
                  <a:lnTo>
                    <a:pt x="2206755" y="1544707"/>
                  </a:lnTo>
                  <a:lnTo>
                    <a:pt x="2263748" y="1536798"/>
                  </a:lnTo>
                  <a:lnTo>
                    <a:pt x="2320768" y="1528878"/>
                  </a:lnTo>
                  <a:lnTo>
                    <a:pt x="2377538" y="1521065"/>
                  </a:lnTo>
                  <a:lnTo>
                    <a:pt x="2433817" y="1513471"/>
                  </a:lnTo>
                  <a:lnTo>
                    <a:pt x="2489430" y="1506196"/>
                  </a:lnTo>
                  <a:lnTo>
                    <a:pt x="2544301" y="1499321"/>
                  </a:lnTo>
                  <a:lnTo>
                    <a:pt x="2598476" y="1492905"/>
                  </a:lnTo>
                  <a:lnTo>
                    <a:pt x="2652145" y="1486986"/>
                  </a:lnTo>
                  <a:lnTo>
                    <a:pt x="2705664" y="1481580"/>
                  </a:lnTo>
                  <a:lnTo>
                    <a:pt x="2759574" y="1476684"/>
                  </a:lnTo>
                  <a:lnTo>
                    <a:pt x="2770117" y="1475794"/>
                  </a:lnTo>
                  <a:lnTo>
                    <a:pt x="2819844" y="1471897"/>
                  </a:lnTo>
                  <a:lnTo>
                    <a:pt x="2871293" y="1468399"/>
                  </a:lnTo>
                  <a:lnTo>
                    <a:pt x="2925293" y="1465276"/>
                  </a:lnTo>
                  <a:lnTo>
                    <a:pt x="2982768" y="1462494"/>
                  </a:lnTo>
                  <a:lnTo>
                    <a:pt x="3044656" y="1460014"/>
                  </a:lnTo>
                  <a:lnTo>
                    <a:pt x="3111826" y="1457798"/>
                  </a:lnTo>
                  <a:lnTo>
                    <a:pt x="3184974" y="1455812"/>
                  </a:lnTo>
                  <a:lnTo>
                    <a:pt x="3264475" y="1454031"/>
                  </a:lnTo>
                  <a:lnTo>
                    <a:pt x="3350204" y="1452435"/>
                  </a:lnTo>
                  <a:lnTo>
                    <a:pt x="3441309" y="1451013"/>
                  </a:lnTo>
                  <a:lnTo>
                    <a:pt x="3536005" y="1449761"/>
                  </a:lnTo>
                  <a:lnTo>
                    <a:pt x="3631445" y="1448681"/>
                  </a:lnTo>
                  <a:lnTo>
                    <a:pt x="3723791" y="1447776"/>
                  </a:lnTo>
                  <a:lnTo>
                    <a:pt x="3808583" y="1447049"/>
                  </a:lnTo>
                  <a:lnTo>
                    <a:pt x="3881430" y="1446498"/>
                  </a:lnTo>
                  <a:lnTo>
                    <a:pt x="3938900" y="1446111"/>
                  </a:lnTo>
                  <a:lnTo>
                    <a:pt x="3979353" y="1445868"/>
                  </a:lnTo>
                  <a:lnTo>
                    <a:pt x="4003434" y="1445738"/>
                  </a:lnTo>
                  <a:lnTo>
                    <a:pt x="4014113" y="1445686"/>
                  </a:lnTo>
                  <a:lnTo>
                    <a:pt x="4016409" y="1445675"/>
                  </a:lnTo>
                  <a:lnTo>
                    <a:pt x="4538543" y="1445675"/>
                  </a:lnTo>
                  <a:lnTo>
                    <a:pt x="4539779" y="1445632"/>
                  </a:lnTo>
                  <a:lnTo>
                    <a:pt x="4547866" y="1445325"/>
                  </a:lnTo>
                  <a:lnTo>
                    <a:pt x="4568102" y="1444476"/>
                  </a:lnTo>
                  <a:lnTo>
                    <a:pt x="4603899" y="1442807"/>
                  </a:lnTo>
                  <a:lnTo>
                    <a:pt x="4656474" y="1440073"/>
                  </a:lnTo>
                  <a:lnTo>
                    <a:pt x="4724789" y="1436088"/>
                  </a:lnTo>
                  <a:lnTo>
                    <a:pt x="4805907" y="1430743"/>
                  </a:lnTo>
                  <a:lnTo>
                    <a:pt x="4895724" y="1424002"/>
                  </a:lnTo>
                  <a:lnTo>
                    <a:pt x="4989834" y="1415880"/>
                  </a:lnTo>
                  <a:lnTo>
                    <a:pt x="5084266" y="1406408"/>
                  </a:lnTo>
                  <a:lnTo>
                    <a:pt x="5175931" y="1395607"/>
                  </a:lnTo>
                  <a:lnTo>
                    <a:pt x="5262769" y="1383459"/>
                  </a:lnTo>
                  <a:lnTo>
                    <a:pt x="5343677" y="1369896"/>
                  </a:lnTo>
                  <a:lnTo>
                    <a:pt x="5418319" y="1354790"/>
                  </a:lnTo>
                  <a:lnTo>
                    <a:pt x="5486917" y="1337956"/>
                  </a:lnTo>
                  <a:lnTo>
                    <a:pt x="5550055" y="1319156"/>
                  </a:lnTo>
                  <a:lnTo>
                    <a:pt x="5608533" y="1298108"/>
                  </a:lnTo>
                  <a:lnTo>
                    <a:pt x="5663249" y="1274506"/>
                  </a:lnTo>
                  <a:lnTo>
                    <a:pt x="5715118" y="1248058"/>
                  </a:lnTo>
                  <a:lnTo>
                    <a:pt x="5764991" y="1218544"/>
                  </a:lnTo>
                  <a:lnTo>
                    <a:pt x="5784835" y="1205671"/>
                  </a:lnTo>
                  <a:lnTo>
                    <a:pt x="5830989" y="1173307"/>
                  </a:lnTo>
                  <a:lnTo>
                    <a:pt x="5876693" y="1138018"/>
                  </a:lnTo>
                  <a:lnTo>
                    <a:pt x="5922335" y="1099751"/>
                  </a:lnTo>
                  <a:lnTo>
                    <a:pt x="5968200" y="1058528"/>
                  </a:lnTo>
                  <a:lnTo>
                    <a:pt x="6014473" y="1014461"/>
                  </a:lnTo>
                  <a:lnTo>
                    <a:pt x="6061261" y="967748"/>
                  </a:lnTo>
                  <a:lnTo>
                    <a:pt x="6108591" y="918685"/>
                  </a:lnTo>
                  <a:lnTo>
                    <a:pt x="6156427" y="867657"/>
                  </a:lnTo>
                  <a:lnTo>
                    <a:pt x="6204676" y="815131"/>
                  </a:lnTo>
                  <a:lnTo>
                    <a:pt x="6253203" y="761637"/>
                  </a:lnTo>
                  <a:lnTo>
                    <a:pt x="6301846" y="707747"/>
                  </a:lnTo>
                  <a:lnTo>
                    <a:pt x="6350431" y="654055"/>
                  </a:lnTo>
                  <a:lnTo>
                    <a:pt x="6398790" y="601142"/>
                  </a:lnTo>
                  <a:lnTo>
                    <a:pt x="6446777" y="549556"/>
                  </a:lnTo>
                  <a:lnTo>
                    <a:pt x="6494284" y="499787"/>
                  </a:lnTo>
                  <a:lnTo>
                    <a:pt x="6541254" y="452249"/>
                  </a:lnTo>
                  <a:lnTo>
                    <a:pt x="6587693" y="407266"/>
                  </a:lnTo>
                  <a:lnTo>
                    <a:pt x="6633678" y="365073"/>
                  </a:lnTo>
                  <a:lnTo>
                    <a:pt x="6679368" y="325808"/>
                  </a:lnTo>
                  <a:lnTo>
                    <a:pt x="6725014" y="289522"/>
                  </a:lnTo>
                  <a:lnTo>
                    <a:pt x="6770966" y="256187"/>
                  </a:lnTo>
                  <a:lnTo>
                    <a:pt x="6786527" y="245651"/>
                  </a:lnTo>
                  <a:lnTo>
                    <a:pt x="6835804" y="214867"/>
                  </a:lnTo>
                  <a:lnTo>
                    <a:pt x="6886766" y="187193"/>
                  </a:lnTo>
                  <a:lnTo>
                    <a:pt x="6940218" y="162469"/>
                  </a:lnTo>
                  <a:lnTo>
                    <a:pt x="6997057" y="140421"/>
                  </a:lnTo>
                  <a:lnTo>
                    <a:pt x="7058200" y="120745"/>
                  </a:lnTo>
                  <a:lnTo>
                    <a:pt x="7124496" y="103144"/>
                  </a:lnTo>
                  <a:lnTo>
                    <a:pt x="7196633" y="87363"/>
                  </a:lnTo>
                  <a:lnTo>
                    <a:pt x="7275002" y="73192"/>
                  </a:lnTo>
                  <a:lnTo>
                    <a:pt x="7359518" y="60481"/>
                  </a:lnTo>
                  <a:lnTo>
                    <a:pt x="7449415" y="49138"/>
                  </a:lnTo>
                  <a:lnTo>
                    <a:pt x="7543039" y="39126"/>
                  </a:lnTo>
                  <a:lnTo>
                    <a:pt x="7637715" y="30452"/>
                  </a:lnTo>
                  <a:lnTo>
                    <a:pt x="7729795" y="23147"/>
                  </a:lnTo>
                  <a:lnTo>
                    <a:pt x="7814975" y="17236"/>
                  </a:lnTo>
                  <a:lnTo>
                    <a:pt x="7888926" y="12707"/>
                  </a:lnTo>
                  <a:lnTo>
                    <a:pt x="7948136" y="9484"/>
                  </a:lnTo>
                  <a:lnTo>
                    <a:pt x="7990726" y="7410"/>
                  </a:lnTo>
                  <a:lnTo>
                    <a:pt x="8016985" y="6260"/>
                  </a:lnTo>
                  <a:lnTo>
                    <a:pt x="8029464" y="5767"/>
                  </a:lnTo>
                  <a:lnTo>
                    <a:pt x="8032819" y="5647"/>
                  </a:lnTo>
                  <a:lnTo>
                    <a:pt x="8554953" y="5647"/>
                  </a:lnTo>
                  <a:lnTo>
                    <a:pt x="8554953" y="0"/>
                  </a:lnTo>
                  <a:lnTo>
                    <a:pt x="8032819" y="0"/>
                  </a:lnTo>
                  <a:lnTo>
                    <a:pt x="8031583" y="43"/>
                  </a:lnTo>
                  <a:lnTo>
                    <a:pt x="8023496" y="350"/>
                  </a:lnTo>
                  <a:lnTo>
                    <a:pt x="8003260" y="1199"/>
                  </a:lnTo>
                  <a:lnTo>
                    <a:pt x="7967463" y="2868"/>
                  </a:lnTo>
                  <a:lnTo>
                    <a:pt x="7914888" y="5601"/>
                  </a:lnTo>
                  <a:lnTo>
                    <a:pt x="7846573" y="9586"/>
                  </a:lnTo>
                  <a:lnTo>
                    <a:pt x="7765455" y="14931"/>
                  </a:lnTo>
                  <a:lnTo>
                    <a:pt x="7675638" y="21673"/>
                  </a:lnTo>
                  <a:lnTo>
                    <a:pt x="7581528" y="29795"/>
                  </a:lnTo>
                  <a:lnTo>
                    <a:pt x="7487096" y="39267"/>
                  </a:lnTo>
                  <a:lnTo>
                    <a:pt x="7395431" y="50068"/>
                  </a:lnTo>
                  <a:lnTo>
                    <a:pt x="7308593" y="62216"/>
                  </a:lnTo>
                  <a:lnTo>
                    <a:pt x="7227685" y="75779"/>
                  </a:lnTo>
                  <a:lnTo>
                    <a:pt x="7153043" y="90885"/>
                  </a:lnTo>
                  <a:lnTo>
                    <a:pt x="7084445" y="107719"/>
                  </a:lnTo>
                  <a:lnTo>
                    <a:pt x="7021307" y="126519"/>
                  </a:lnTo>
                  <a:lnTo>
                    <a:pt x="6962829" y="147567"/>
                  </a:lnTo>
                  <a:lnTo>
                    <a:pt x="6908113" y="171169"/>
                  </a:lnTo>
                  <a:lnTo>
                    <a:pt x="6856244" y="197617"/>
                  </a:lnTo>
                  <a:lnTo>
                    <a:pt x="6806371" y="227131"/>
                  </a:lnTo>
                  <a:lnTo>
                    <a:pt x="6786527" y="240004"/>
                  </a:lnTo>
                  <a:lnTo>
                    <a:pt x="6740373" y="272368"/>
                  </a:lnTo>
                  <a:lnTo>
                    <a:pt x="6694669" y="307657"/>
                  </a:lnTo>
                  <a:lnTo>
                    <a:pt x="6649027" y="345924"/>
                  </a:lnTo>
                  <a:lnTo>
                    <a:pt x="6603162" y="387146"/>
                  </a:lnTo>
                  <a:lnTo>
                    <a:pt x="6556889" y="431214"/>
                  </a:lnTo>
                  <a:lnTo>
                    <a:pt x="6510101" y="477927"/>
                  </a:lnTo>
                  <a:lnTo>
                    <a:pt x="6462771" y="526990"/>
                  </a:lnTo>
                  <a:lnTo>
                    <a:pt x="6414935" y="578017"/>
                  </a:lnTo>
                  <a:lnTo>
                    <a:pt x="6366686" y="630544"/>
                  </a:lnTo>
                  <a:lnTo>
                    <a:pt x="6318159" y="684038"/>
                  </a:lnTo>
                  <a:lnTo>
                    <a:pt x="6269516" y="737928"/>
                  </a:lnTo>
                  <a:lnTo>
                    <a:pt x="6220931" y="791620"/>
                  </a:lnTo>
                  <a:lnTo>
                    <a:pt x="6172572" y="844533"/>
                  </a:lnTo>
                  <a:lnTo>
                    <a:pt x="6124585" y="896118"/>
                  </a:lnTo>
                  <a:lnTo>
                    <a:pt x="6077078" y="945888"/>
                  </a:lnTo>
                  <a:lnTo>
                    <a:pt x="6030108" y="993426"/>
                  </a:lnTo>
                  <a:lnTo>
                    <a:pt x="5983669" y="1038408"/>
                  </a:lnTo>
                  <a:lnTo>
                    <a:pt x="5937684" y="1080602"/>
                  </a:lnTo>
                  <a:lnTo>
                    <a:pt x="5891994" y="1119867"/>
                  </a:lnTo>
                  <a:lnTo>
                    <a:pt x="5846348" y="1156153"/>
                  </a:lnTo>
                  <a:lnTo>
                    <a:pt x="5800396" y="1189487"/>
                  </a:lnTo>
                  <a:lnTo>
                    <a:pt x="5784835" y="1200023"/>
                  </a:lnTo>
                  <a:lnTo>
                    <a:pt x="5735558" y="1230808"/>
                  </a:lnTo>
                  <a:lnTo>
                    <a:pt x="5684596" y="1258481"/>
                  </a:lnTo>
                  <a:lnTo>
                    <a:pt x="5631144" y="1283206"/>
                  </a:lnTo>
                  <a:lnTo>
                    <a:pt x="5574305" y="1305253"/>
                  </a:lnTo>
                  <a:lnTo>
                    <a:pt x="5513162" y="1324930"/>
                  </a:lnTo>
                  <a:lnTo>
                    <a:pt x="5446866" y="1342530"/>
                  </a:lnTo>
                  <a:lnTo>
                    <a:pt x="5374728" y="1358312"/>
                  </a:lnTo>
                  <a:lnTo>
                    <a:pt x="5296360" y="1372483"/>
                  </a:lnTo>
                  <a:lnTo>
                    <a:pt x="5211844" y="1385194"/>
                  </a:lnTo>
                  <a:lnTo>
                    <a:pt x="5121947" y="1396537"/>
                  </a:lnTo>
                  <a:lnTo>
                    <a:pt x="5028323" y="1406549"/>
                  </a:lnTo>
                  <a:lnTo>
                    <a:pt x="4933647" y="1415223"/>
                  </a:lnTo>
                  <a:lnTo>
                    <a:pt x="4841567" y="1422528"/>
                  </a:lnTo>
                  <a:lnTo>
                    <a:pt x="4756387" y="1428439"/>
                  </a:lnTo>
                  <a:lnTo>
                    <a:pt x="4682436" y="1432967"/>
                  </a:lnTo>
                  <a:lnTo>
                    <a:pt x="4623226" y="1436191"/>
                  </a:lnTo>
                  <a:lnTo>
                    <a:pt x="4580636" y="1438265"/>
                  </a:lnTo>
                  <a:lnTo>
                    <a:pt x="4554377" y="1439414"/>
                  </a:lnTo>
                  <a:lnTo>
                    <a:pt x="4541898" y="1439908"/>
                  </a:lnTo>
                  <a:lnTo>
                    <a:pt x="4538543" y="1440028"/>
                  </a:lnTo>
                  <a:lnTo>
                    <a:pt x="4016409" y="1440028"/>
                  </a:lnTo>
                  <a:lnTo>
                    <a:pt x="4015140" y="1440034"/>
                  </a:lnTo>
                  <a:lnTo>
                    <a:pt x="4006842" y="1440073"/>
                  </a:lnTo>
                  <a:lnTo>
                    <a:pt x="3986098" y="1440183"/>
                  </a:lnTo>
                  <a:lnTo>
                    <a:pt x="3949452" y="1440398"/>
                  </a:lnTo>
                  <a:lnTo>
                    <a:pt x="3895727" y="1440750"/>
                  </a:lnTo>
                  <a:lnTo>
                    <a:pt x="3826078" y="1441263"/>
                  </a:lnTo>
                  <a:lnTo>
                    <a:pt x="3743598" y="1441950"/>
                  </a:lnTo>
                  <a:lnTo>
                    <a:pt x="3652546" y="1442816"/>
                  </a:lnTo>
                  <a:lnTo>
                    <a:pt x="3557435" y="1443857"/>
                  </a:lnTo>
                  <a:lnTo>
                    <a:pt x="3462287" y="1445071"/>
                  </a:lnTo>
                  <a:lnTo>
                    <a:pt x="3370186" y="1446454"/>
                  </a:lnTo>
                  <a:lnTo>
                    <a:pt x="3283150" y="1448011"/>
                  </a:lnTo>
                  <a:lnTo>
                    <a:pt x="3202221" y="1449749"/>
                  </a:lnTo>
                  <a:lnTo>
                    <a:pt x="3127668" y="1451687"/>
                  </a:lnTo>
                  <a:lnTo>
                    <a:pt x="3059211" y="1453849"/>
                  </a:lnTo>
                  <a:lnTo>
                    <a:pt x="2996211" y="1456267"/>
                  </a:lnTo>
                  <a:lnTo>
                    <a:pt x="2937829" y="1458978"/>
                  </a:lnTo>
                  <a:lnTo>
                    <a:pt x="2883133" y="1462021"/>
                  </a:lnTo>
                  <a:lnTo>
                    <a:pt x="2831189" y="1465433"/>
                  </a:lnTo>
                  <a:lnTo>
                    <a:pt x="2781140" y="1469239"/>
                  </a:lnTo>
                  <a:lnTo>
                    <a:pt x="2770117" y="1470146"/>
                  </a:lnTo>
                  <a:lnTo>
                    <a:pt x="2716051" y="1474946"/>
                  </a:lnTo>
                  <a:lnTo>
                    <a:pt x="2662505" y="1480252"/>
                  </a:lnTo>
                  <a:lnTo>
                    <a:pt x="2608898" y="1486073"/>
                  </a:lnTo>
                  <a:lnTo>
                    <a:pt x="2554840" y="1492394"/>
                  </a:lnTo>
                  <a:lnTo>
                    <a:pt x="2500112" y="1499185"/>
                  </a:lnTo>
                  <a:lnTo>
                    <a:pt x="2444641" y="1506388"/>
                  </a:lnTo>
                  <a:lnTo>
                    <a:pt x="2388480" y="1513927"/>
                  </a:lnTo>
                  <a:lnTo>
                    <a:pt x="2331787" y="1521706"/>
                  </a:lnTo>
                  <a:lnTo>
                    <a:pt x="2274794" y="1529615"/>
                  </a:lnTo>
                  <a:lnTo>
                    <a:pt x="2217775" y="1537535"/>
                  </a:lnTo>
                  <a:lnTo>
                    <a:pt x="2161004" y="1545348"/>
                  </a:lnTo>
                  <a:lnTo>
                    <a:pt x="2104725" y="1552942"/>
                  </a:lnTo>
                  <a:lnTo>
                    <a:pt x="2049112" y="1560217"/>
                  </a:lnTo>
                  <a:lnTo>
                    <a:pt x="1994241" y="1567092"/>
                  </a:lnTo>
                  <a:lnTo>
                    <a:pt x="1940067" y="1573508"/>
                  </a:lnTo>
                  <a:lnTo>
                    <a:pt x="1886397" y="1579427"/>
                  </a:lnTo>
                  <a:lnTo>
                    <a:pt x="1832878" y="1584832"/>
                  </a:lnTo>
                  <a:lnTo>
                    <a:pt x="1778968" y="1589729"/>
                  </a:lnTo>
                  <a:lnTo>
                    <a:pt x="1768425" y="1590619"/>
                  </a:lnTo>
                  <a:lnTo>
                    <a:pt x="1718698" y="1594516"/>
                  </a:lnTo>
                  <a:lnTo>
                    <a:pt x="1667249" y="1598014"/>
                  </a:lnTo>
                  <a:lnTo>
                    <a:pt x="1613249" y="1601137"/>
                  </a:lnTo>
                  <a:lnTo>
                    <a:pt x="1555774" y="1603918"/>
                  </a:lnTo>
                  <a:lnTo>
                    <a:pt x="1493886" y="1606399"/>
                  </a:lnTo>
                  <a:lnTo>
                    <a:pt x="1426716" y="1608615"/>
                  </a:lnTo>
                  <a:lnTo>
                    <a:pt x="1353568" y="1610601"/>
                  </a:lnTo>
                  <a:lnTo>
                    <a:pt x="1274067" y="1612382"/>
                  </a:lnTo>
                  <a:lnTo>
                    <a:pt x="1188338" y="1613978"/>
                  </a:lnTo>
                  <a:lnTo>
                    <a:pt x="1097233" y="1615400"/>
                  </a:lnTo>
                  <a:lnTo>
                    <a:pt x="1002537" y="1616652"/>
                  </a:lnTo>
                  <a:lnTo>
                    <a:pt x="907097" y="1617732"/>
                  </a:lnTo>
                  <a:lnTo>
                    <a:pt x="814751" y="1618637"/>
                  </a:lnTo>
                  <a:lnTo>
                    <a:pt x="729959" y="1619364"/>
                  </a:lnTo>
                  <a:lnTo>
                    <a:pt x="657113" y="1619915"/>
                  </a:lnTo>
                  <a:lnTo>
                    <a:pt x="599642" y="1620302"/>
                  </a:lnTo>
                  <a:lnTo>
                    <a:pt x="559189" y="1620545"/>
                  </a:lnTo>
                  <a:lnTo>
                    <a:pt x="535108" y="1620675"/>
                  </a:lnTo>
                  <a:lnTo>
                    <a:pt x="524430" y="1620727"/>
                  </a:lnTo>
                  <a:lnTo>
                    <a:pt x="522133" y="1620738"/>
                  </a:lnTo>
                  <a:lnTo>
                    <a:pt x="0" y="1620738"/>
                  </a:lnTo>
                  <a:close/>
                </a:path>
              </a:pathLst>
            </a:custGeom>
            <a:solidFill>
              <a:srgbClr val="E78AC3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1404" name="pl1404"/>
            <p:cNvSpPr/>
            <p:nvPr/>
          </p:nvSpPr>
          <p:spPr>
            <a:xfrm>
              <a:off x="386606" y="3207232"/>
              <a:ext cx="8554953" cy="1620738"/>
            </a:xfrm>
            <a:custGeom>
              <a:avLst/>
              <a:pathLst>
                <a:path w="8554953" h="1620738">
                  <a:moveTo>
                    <a:pt x="0" y="1620738"/>
                  </a:moveTo>
                  <a:lnTo>
                    <a:pt x="522133" y="1620738"/>
                  </a:lnTo>
                  <a:lnTo>
                    <a:pt x="523402" y="1620732"/>
                  </a:lnTo>
                  <a:lnTo>
                    <a:pt x="531700" y="1620692"/>
                  </a:lnTo>
                  <a:lnTo>
                    <a:pt x="552444" y="1620583"/>
                  </a:lnTo>
                  <a:lnTo>
                    <a:pt x="589090" y="1620368"/>
                  </a:lnTo>
                  <a:lnTo>
                    <a:pt x="642815" y="1620016"/>
                  </a:lnTo>
                  <a:lnTo>
                    <a:pt x="712465" y="1619503"/>
                  </a:lnTo>
                  <a:lnTo>
                    <a:pt x="794944" y="1618816"/>
                  </a:lnTo>
                  <a:lnTo>
                    <a:pt x="885996" y="1617950"/>
                  </a:lnTo>
                  <a:lnTo>
                    <a:pt x="981107" y="1616909"/>
                  </a:lnTo>
                  <a:lnTo>
                    <a:pt x="1076255" y="1615695"/>
                  </a:lnTo>
                  <a:lnTo>
                    <a:pt x="1168356" y="1614311"/>
                  </a:lnTo>
                  <a:lnTo>
                    <a:pt x="1255392" y="1612755"/>
                  </a:lnTo>
                  <a:lnTo>
                    <a:pt x="1336322" y="1611017"/>
                  </a:lnTo>
                  <a:lnTo>
                    <a:pt x="1410874" y="1609079"/>
                  </a:lnTo>
                  <a:lnTo>
                    <a:pt x="1479331" y="1606917"/>
                  </a:lnTo>
                  <a:lnTo>
                    <a:pt x="1542331" y="1604499"/>
                  </a:lnTo>
                  <a:lnTo>
                    <a:pt x="1600713" y="1601788"/>
                  </a:lnTo>
                  <a:lnTo>
                    <a:pt x="1655410" y="1598745"/>
                  </a:lnTo>
                  <a:lnTo>
                    <a:pt x="1707354" y="1595333"/>
                  </a:lnTo>
                  <a:lnTo>
                    <a:pt x="1757402" y="1591527"/>
                  </a:lnTo>
                  <a:lnTo>
                    <a:pt x="1768425" y="1590619"/>
                  </a:lnTo>
                  <a:lnTo>
                    <a:pt x="1822491" y="1585820"/>
                  </a:lnTo>
                  <a:lnTo>
                    <a:pt x="1876037" y="1580513"/>
                  </a:lnTo>
                  <a:lnTo>
                    <a:pt x="1929644" y="1574693"/>
                  </a:lnTo>
                  <a:lnTo>
                    <a:pt x="1983702" y="1568371"/>
                  </a:lnTo>
                  <a:lnTo>
                    <a:pt x="2038430" y="1561581"/>
                  </a:lnTo>
                  <a:lnTo>
                    <a:pt x="2093901" y="1554378"/>
                  </a:lnTo>
                  <a:lnTo>
                    <a:pt x="2150062" y="1546839"/>
                  </a:lnTo>
                  <a:lnTo>
                    <a:pt x="2206755" y="1539060"/>
                  </a:lnTo>
                  <a:lnTo>
                    <a:pt x="2263748" y="1531151"/>
                  </a:lnTo>
                  <a:lnTo>
                    <a:pt x="2320768" y="1523231"/>
                  </a:lnTo>
                  <a:lnTo>
                    <a:pt x="2377538" y="1515417"/>
                  </a:lnTo>
                  <a:lnTo>
                    <a:pt x="2433817" y="1507824"/>
                  </a:lnTo>
                  <a:lnTo>
                    <a:pt x="2489430" y="1500549"/>
                  </a:lnTo>
                  <a:lnTo>
                    <a:pt x="2544301" y="1493674"/>
                  </a:lnTo>
                  <a:lnTo>
                    <a:pt x="2598476" y="1487258"/>
                  </a:lnTo>
                  <a:lnTo>
                    <a:pt x="2652145" y="1481339"/>
                  </a:lnTo>
                  <a:lnTo>
                    <a:pt x="2705664" y="1475933"/>
                  </a:lnTo>
                  <a:lnTo>
                    <a:pt x="2759574" y="1471037"/>
                  </a:lnTo>
                  <a:lnTo>
                    <a:pt x="2770117" y="1470146"/>
                  </a:lnTo>
                  <a:lnTo>
                    <a:pt x="2819844" y="1466250"/>
                  </a:lnTo>
                  <a:lnTo>
                    <a:pt x="2871293" y="1462751"/>
                  </a:lnTo>
                  <a:lnTo>
                    <a:pt x="2925293" y="1459629"/>
                  </a:lnTo>
                  <a:lnTo>
                    <a:pt x="2982768" y="1456847"/>
                  </a:lnTo>
                  <a:lnTo>
                    <a:pt x="3044656" y="1454367"/>
                  </a:lnTo>
                  <a:lnTo>
                    <a:pt x="3111826" y="1452151"/>
                  </a:lnTo>
                  <a:lnTo>
                    <a:pt x="3184974" y="1450165"/>
                  </a:lnTo>
                  <a:lnTo>
                    <a:pt x="3264475" y="1448384"/>
                  </a:lnTo>
                  <a:lnTo>
                    <a:pt x="3350204" y="1446788"/>
                  </a:lnTo>
                  <a:lnTo>
                    <a:pt x="3441309" y="1445366"/>
                  </a:lnTo>
                  <a:lnTo>
                    <a:pt x="3536005" y="1444114"/>
                  </a:lnTo>
                  <a:lnTo>
                    <a:pt x="3631445" y="1443034"/>
                  </a:lnTo>
                  <a:lnTo>
                    <a:pt x="3723791" y="1442128"/>
                  </a:lnTo>
                  <a:lnTo>
                    <a:pt x="3808583" y="1441401"/>
                  </a:lnTo>
                  <a:lnTo>
                    <a:pt x="3881430" y="1440850"/>
                  </a:lnTo>
                  <a:lnTo>
                    <a:pt x="3938900" y="1440464"/>
                  </a:lnTo>
                  <a:lnTo>
                    <a:pt x="3979353" y="1440221"/>
                  </a:lnTo>
                  <a:lnTo>
                    <a:pt x="4003434" y="1440090"/>
                  </a:lnTo>
                  <a:lnTo>
                    <a:pt x="4014113" y="1440038"/>
                  </a:lnTo>
                  <a:lnTo>
                    <a:pt x="4016394" y="1440028"/>
                  </a:lnTo>
                  <a:lnTo>
                    <a:pt x="4016409" y="1440028"/>
                  </a:lnTo>
                  <a:lnTo>
                    <a:pt x="4538543" y="1440028"/>
                  </a:lnTo>
                  <a:lnTo>
                    <a:pt x="4539779" y="1439985"/>
                  </a:lnTo>
                  <a:lnTo>
                    <a:pt x="4547866" y="1439678"/>
                  </a:lnTo>
                  <a:lnTo>
                    <a:pt x="4568102" y="1438828"/>
                  </a:lnTo>
                  <a:lnTo>
                    <a:pt x="4603899" y="1437160"/>
                  </a:lnTo>
                  <a:lnTo>
                    <a:pt x="4656474" y="1434426"/>
                  </a:lnTo>
                  <a:lnTo>
                    <a:pt x="4724789" y="1430441"/>
                  </a:lnTo>
                  <a:lnTo>
                    <a:pt x="4805907" y="1425096"/>
                  </a:lnTo>
                  <a:lnTo>
                    <a:pt x="4895724" y="1418355"/>
                  </a:lnTo>
                  <a:lnTo>
                    <a:pt x="4989834" y="1410232"/>
                  </a:lnTo>
                  <a:lnTo>
                    <a:pt x="5084266" y="1400761"/>
                  </a:lnTo>
                  <a:lnTo>
                    <a:pt x="5175931" y="1389960"/>
                  </a:lnTo>
                  <a:lnTo>
                    <a:pt x="5262769" y="1377812"/>
                  </a:lnTo>
                  <a:lnTo>
                    <a:pt x="5343677" y="1364249"/>
                  </a:lnTo>
                  <a:lnTo>
                    <a:pt x="5418319" y="1349143"/>
                  </a:lnTo>
                  <a:lnTo>
                    <a:pt x="5486917" y="1332309"/>
                  </a:lnTo>
                  <a:lnTo>
                    <a:pt x="5550055" y="1313509"/>
                  </a:lnTo>
                  <a:lnTo>
                    <a:pt x="5608533" y="1292461"/>
                  </a:lnTo>
                  <a:lnTo>
                    <a:pt x="5663249" y="1268859"/>
                  </a:lnTo>
                  <a:lnTo>
                    <a:pt x="5715118" y="1242411"/>
                  </a:lnTo>
                  <a:lnTo>
                    <a:pt x="5764991" y="1212897"/>
                  </a:lnTo>
                  <a:lnTo>
                    <a:pt x="5784835" y="1200023"/>
                  </a:lnTo>
                  <a:lnTo>
                    <a:pt x="5830989" y="1167660"/>
                  </a:lnTo>
                  <a:lnTo>
                    <a:pt x="5876693" y="1132371"/>
                  </a:lnTo>
                  <a:lnTo>
                    <a:pt x="5922335" y="1094104"/>
                  </a:lnTo>
                  <a:lnTo>
                    <a:pt x="5968200" y="1052881"/>
                  </a:lnTo>
                  <a:lnTo>
                    <a:pt x="6014473" y="1008813"/>
                  </a:lnTo>
                  <a:lnTo>
                    <a:pt x="6061261" y="962101"/>
                  </a:lnTo>
                  <a:lnTo>
                    <a:pt x="6108591" y="913038"/>
                  </a:lnTo>
                  <a:lnTo>
                    <a:pt x="6156427" y="862010"/>
                  </a:lnTo>
                  <a:lnTo>
                    <a:pt x="6204676" y="809484"/>
                  </a:lnTo>
                  <a:lnTo>
                    <a:pt x="6253203" y="755989"/>
                  </a:lnTo>
                  <a:lnTo>
                    <a:pt x="6301846" y="702100"/>
                  </a:lnTo>
                  <a:lnTo>
                    <a:pt x="6350431" y="648408"/>
                  </a:lnTo>
                  <a:lnTo>
                    <a:pt x="6398790" y="595495"/>
                  </a:lnTo>
                  <a:lnTo>
                    <a:pt x="6446777" y="543909"/>
                  </a:lnTo>
                  <a:lnTo>
                    <a:pt x="6494284" y="494140"/>
                  </a:lnTo>
                  <a:lnTo>
                    <a:pt x="6541254" y="446602"/>
                  </a:lnTo>
                  <a:lnTo>
                    <a:pt x="6587693" y="401619"/>
                  </a:lnTo>
                  <a:lnTo>
                    <a:pt x="6633678" y="359426"/>
                  </a:lnTo>
                  <a:lnTo>
                    <a:pt x="6679368" y="320161"/>
                  </a:lnTo>
                  <a:lnTo>
                    <a:pt x="6725014" y="283875"/>
                  </a:lnTo>
                  <a:lnTo>
                    <a:pt x="6770966" y="250540"/>
                  </a:lnTo>
                  <a:lnTo>
                    <a:pt x="6786527" y="240004"/>
                  </a:lnTo>
                  <a:lnTo>
                    <a:pt x="6835804" y="209220"/>
                  </a:lnTo>
                  <a:lnTo>
                    <a:pt x="6886766" y="181546"/>
                  </a:lnTo>
                  <a:lnTo>
                    <a:pt x="6940218" y="156822"/>
                  </a:lnTo>
                  <a:lnTo>
                    <a:pt x="6997057" y="134774"/>
                  </a:lnTo>
                  <a:lnTo>
                    <a:pt x="7058200" y="115098"/>
                  </a:lnTo>
                  <a:lnTo>
                    <a:pt x="7124496" y="97497"/>
                  </a:lnTo>
                  <a:lnTo>
                    <a:pt x="7196633" y="81716"/>
                  </a:lnTo>
                  <a:lnTo>
                    <a:pt x="7275002" y="67545"/>
                  </a:lnTo>
                  <a:lnTo>
                    <a:pt x="7359518" y="54834"/>
                  </a:lnTo>
                  <a:lnTo>
                    <a:pt x="7449415" y="43491"/>
                  </a:lnTo>
                  <a:lnTo>
                    <a:pt x="7543039" y="33479"/>
                  </a:lnTo>
                  <a:lnTo>
                    <a:pt x="7637715" y="24805"/>
                  </a:lnTo>
                  <a:lnTo>
                    <a:pt x="7729795" y="17499"/>
                  </a:lnTo>
                  <a:lnTo>
                    <a:pt x="7814975" y="11589"/>
                  </a:lnTo>
                  <a:lnTo>
                    <a:pt x="7888926" y="7060"/>
                  </a:lnTo>
                  <a:lnTo>
                    <a:pt x="7948136" y="3837"/>
                  </a:lnTo>
                  <a:lnTo>
                    <a:pt x="7990726" y="1763"/>
                  </a:lnTo>
                  <a:lnTo>
                    <a:pt x="8016985" y="613"/>
                  </a:lnTo>
                  <a:lnTo>
                    <a:pt x="8029464" y="120"/>
                  </a:lnTo>
                  <a:lnTo>
                    <a:pt x="8032734" y="2"/>
                  </a:lnTo>
                  <a:lnTo>
                    <a:pt x="8032819" y="0"/>
                  </a:lnTo>
                  <a:lnTo>
                    <a:pt x="8554953" y="0"/>
                  </a:lnTo>
                  <a:lnTo>
                    <a:pt x="8554953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405" name="pl1405"/>
            <p:cNvSpPr/>
            <p:nvPr/>
          </p:nvSpPr>
          <p:spPr>
            <a:xfrm>
              <a:off x="386606" y="3201585"/>
              <a:ext cx="8554953" cy="1620738"/>
            </a:xfrm>
            <a:custGeom>
              <a:avLst/>
              <a:pathLst>
                <a:path w="8554953" h="1620738">
                  <a:moveTo>
                    <a:pt x="8554953" y="0"/>
                  </a:moveTo>
                  <a:lnTo>
                    <a:pt x="8032819" y="0"/>
                  </a:lnTo>
                  <a:lnTo>
                    <a:pt x="8031583" y="43"/>
                  </a:lnTo>
                  <a:lnTo>
                    <a:pt x="8023496" y="350"/>
                  </a:lnTo>
                  <a:lnTo>
                    <a:pt x="8003260" y="1199"/>
                  </a:lnTo>
                  <a:lnTo>
                    <a:pt x="7967463" y="2868"/>
                  </a:lnTo>
                  <a:lnTo>
                    <a:pt x="7914888" y="5601"/>
                  </a:lnTo>
                  <a:lnTo>
                    <a:pt x="7846573" y="9586"/>
                  </a:lnTo>
                  <a:lnTo>
                    <a:pt x="7765455" y="14931"/>
                  </a:lnTo>
                  <a:lnTo>
                    <a:pt x="7675638" y="21673"/>
                  </a:lnTo>
                  <a:lnTo>
                    <a:pt x="7581528" y="29795"/>
                  </a:lnTo>
                  <a:lnTo>
                    <a:pt x="7487096" y="39267"/>
                  </a:lnTo>
                  <a:lnTo>
                    <a:pt x="7395431" y="50068"/>
                  </a:lnTo>
                  <a:lnTo>
                    <a:pt x="7308593" y="62216"/>
                  </a:lnTo>
                  <a:lnTo>
                    <a:pt x="7227685" y="75779"/>
                  </a:lnTo>
                  <a:lnTo>
                    <a:pt x="7153043" y="90885"/>
                  </a:lnTo>
                  <a:lnTo>
                    <a:pt x="7084445" y="107719"/>
                  </a:lnTo>
                  <a:lnTo>
                    <a:pt x="7021307" y="126519"/>
                  </a:lnTo>
                  <a:lnTo>
                    <a:pt x="6962829" y="147567"/>
                  </a:lnTo>
                  <a:lnTo>
                    <a:pt x="6908113" y="171169"/>
                  </a:lnTo>
                  <a:lnTo>
                    <a:pt x="6856244" y="197617"/>
                  </a:lnTo>
                  <a:lnTo>
                    <a:pt x="6806371" y="227131"/>
                  </a:lnTo>
                  <a:lnTo>
                    <a:pt x="6786527" y="240004"/>
                  </a:lnTo>
                  <a:lnTo>
                    <a:pt x="6740373" y="272368"/>
                  </a:lnTo>
                  <a:lnTo>
                    <a:pt x="6694669" y="307657"/>
                  </a:lnTo>
                  <a:lnTo>
                    <a:pt x="6649027" y="345924"/>
                  </a:lnTo>
                  <a:lnTo>
                    <a:pt x="6603162" y="387146"/>
                  </a:lnTo>
                  <a:lnTo>
                    <a:pt x="6556889" y="431214"/>
                  </a:lnTo>
                  <a:lnTo>
                    <a:pt x="6510101" y="477927"/>
                  </a:lnTo>
                  <a:lnTo>
                    <a:pt x="6462771" y="526990"/>
                  </a:lnTo>
                  <a:lnTo>
                    <a:pt x="6414935" y="578017"/>
                  </a:lnTo>
                  <a:lnTo>
                    <a:pt x="6366686" y="630544"/>
                  </a:lnTo>
                  <a:lnTo>
                    <a:pt x="6318159" y="684038"/>
                  </a:lnTo>
                  <a:lnTo>
                    <a:pt x="6269516" y="737928"/>
                  </a:lnTo>
                  <a:lnTo>
                    <a:pt x="6220931" y="791620"/>
                  </a:lnTo>
                  <a:lnTo>
                    <a:pt x="6172572" y="844533"/>
                  </a:lnTo>
                  <a:lnTo>
                    <a:pt x="6124585" y="896118"/>
                  </a:lnTo>
                  <a:lnTo>
                    <a:pt x="6077078" y="945888"/>
                  </a:lnTo>
                  <a:lnTo>
                    <a:pt x="6030108" y="993426"/>
                  </a:lnTo>
                  <a:lnTo>
                    <a:pt x="5983669" y="1038408"/>
                  </a:lnTo>
                  <a:lnTo>
                    <a:pt x="5937684" y="1080602"/>
                  </a:lnTo>
                  <a:lnTo>
                    <a:pt x="5891994" y="1119867"/>
                  </a:lnTo>
                  <a:lnTo>
                    <a:pt x="5846348" y="1156153"/>
                  </a:lnTo>
                  <a:lnTo>
                    <a:pt x="5800396" y="1189487"/>
                  </a:lnTo>
                  <a:lnTo>
                    <a:pt x="5784835" y="1200023"/>
                  </a:lnTo>
                  <a:lnTo>
                    <a:pt x="5735558" y="1230808"/>
                  </a:lnTo>
                  <a:lnTo>
                    <a:pt x="5684596" y="1258481"/>
                  </a:lnTo>
                  <a:lnTo>
                    <a:pt x="5631144" y="1283206"/>
                  </a:lnTo>
                  <a:lnTo>
                    <a:pt x="5574305" y="1305253"/>
                  </a:lnTo>
                  <a:lnTo>
                    <a:pt x="5513162" y="1324930"/>
                  </a:lnTo>
                  <a:lnTo>
                    <a:pt x="5446866" y="1342530"/>
                  </a:lnTo>
                  <a:lnTo>
                    <a:pt x="5374728" y="1358312"/>
                  </a:lnTo>
                  <a:lnTo>
                    <a:pt x="5296360" y="1372483"/>
                  </a:lnTo>
                  <a:lnTo>
                    <a:pt x="5211844" y="1385194"/>
                  </a:lnTo>
                  <a:lnTo>
                    <a:pt x="5121947" y="1396537"/>
                  </a:lnTo>
                  <a:lnTo>
                    <a:pt x="5028323" y="1406549"/>
                  </a:lnTo>
                  <a:lnTo>
                    <a:pt x="4933647" y="1415223"/>
                  </a:lnTo>
                  <a:lnTo>
                    <a:pt x="4841567" y="1422528"/>
                  </a:lnTo>
                  <a:lnTo>
                    <a:pt x="4756387" y="1428439"/>
                  </a:lnTo>
                  <a:lnTo>
                    <a:pt x="4682436" y="1432967"/>
                  </a:lnTo>
                  <a:lnTo>
                    <a:pt x="4623226" y="1436191"/>
                  </a:lnTo>
                  <a:lnTo>
                    <a:pt x="4580636" y="1438265"/>
                  </a:lnTo>
                  <a:lnTo>
                    <a:pt x="4554377" y="1439414"/>
                  </a:lnTo>
                  <a:lnTo>
                    <a:pt x="4541898" y="1439908"/>
                  </a:lnTo>
                  <a:lnTo>
                    <a:pt x="4538628" y="1440025"/>
                  </a:lnTo>
                  <a:lnTo>
                    <a:pt x="4538543" y="1440028"/>
                  </a:lnTo>
                  <a:lnTo>
                    <a:pt x="4016409" y="1440028"/>
                  </a:lnTo>
                  <a:lnTo>
                    <a:pt x="4015140" y="1440034"/>
                  </a:lnTo>
                  <a:lnTo>
                    <a:pt x="4006842" y="1440073"/>
                  </a:lnTo>
                  <a:lnTo>
                    <a:pt x="3986098" y="1440183"/>
                  </a:lnTo>
                  <a:lnTo>
                    <a:pt x="3949452" y="1440398"/>
                  </a:lnTo>
                  <a:lnTo>
                    <a:pt x="3895727" y="1440750"/>
                  </a:lnTo>
                  <a:lnTo>
                    <a:pt x="3826078" y="1441263"/>
                  </a:lnTo>
                  <a:lnTo>
                    <a:pt x="3743598" y="1441950"/>
                  </a:lnTo>
                  <a:lnTo>
                    <a:pt x="3652546" y="1442816"/>
                  </a:lnTo>
                  <a:lnTo>
                    <a:pt x="3557435" y="1443857"/>
                  </a:lnTo>
                  <a:lnTo>
                    <a:pt x="3462287" y="1445071"/>
                  </a:lnTo>
                  <a:lnTo>
                    <a:pt x="3370186" y="1446454"/>
                  </a:lnTo>
                  <a:lnTo>
                    <a:pt x="3283150" y="1448011"/>
                  </a:lnTo>
                  <a:lnTo>
                    <a:pt x="3202221" y="1449749"/>
                  </a:lnTo>
                  <a:lnTo>
                    <a:pt x="3127668" y="1451687"/>
                  </a:lnTo>
                  <a:lnTo>
                    <a:pt x="3059211" y="1453849"/>
                  </a:lnTo>
                  <a:lnTo>
                    <a:pt x="2996211" y="1456267"/>
                  </a:lnTo>
                  <a:lnTo>
                    <a:pt x="2937829" y="1458978"/>
                  </a:lnTo>
                  <a:lnTo>
                    <a:pt x="2883133" y="1462021"/>
                  </a:lnTo>
                  <a:lnTo>
                    <a:pt x="2831189" y="1465433"/>
                  </a:lnTo>
                  <a:lnTo>
                    <a:pt x="2781140" y="1469239"/>
                  </a:lnTo>
                  <a:lnTo>
                    <a:pt x="2770117" y="1470146"/>
                  </a:lnTo>
                  <a:lnTo>
                    <a:pt x="2716051" y="1474946"/>
                  </a:lnTo>
                  <a:lnTo>
                    <a:pt x="2662505" y="1480252"/>
                  </a:lnTo>
                  <a:lnTo>
                    <a:pt x="2608898" y="1486073"/>
                  </a:lnTo>
                  <a:lnTo>
                    <a:pt x="2554840" y="1492394"/>
                  </a:lnTo>
                  <a:lnTo>
                    <a:pt x="2500112" y="1499185"/>
                  </a:lnTo>
                  <a:lnTo>
                    <a:pt x="2444641" y="1506388"/>
                  </a:lnTo>
                  <a:lnTo>
                    <a:pt x="2388480" y="1513927"/>
                  </a:lnTo>
                  <a:lnTo>
                    <a:pt x="2331787" y="1521706"/>
                  </a:lnTo>
                  <a:lnTo>
                    <a:pt x="2274794" y="1529615"/>
                  </a:lnTo>
                  <a:lnTo>
                    <a:pt x="2217775" y="1537535"/>
                  </a:lnTo>
                  <a:lnTo>
                    <a:pt x="2161004" y="1545348"/>
                  </a:lnTo>
                  <a:lnTo>
                    <a:pt x="2104725" y="1552942"/>
                  </a:lnTo>
                  <a:lnTo>
                    <a:pt x="2049112" y="1560217"/>
                  </a:lnTo>
                  <a:lnTo>
                    <a:pt x="1994241" y="1567092"/>
                  </a:lnTo>
                  <a:lnTo>
                    <a:pt x="1940067" y="1573508"/>
                  </a:lnTo>
                  <a:lnTo>
                    <a:pt x="1886397" y="1579427"/>
                  </a:lnTo>
                  <a:lnTo>
                    <a:pt x="1832878" y="1584832"/>
                  </a:lnTo>
                  <a:lnTo>
                    <a:pt x="1778968" y="1589729"/>
                  </a:lnTo>
                  <a:lnTo>
                    <a:pt x="1768425" y="1590619"/>
                  </a:lnTo>
                  <a:lnTo>
                    <a:pt x="1718698" y="1594516"/>
                  </a:lnTo>
                  <a:lnTo>
                    <a:pt x="1667249" y="1598014"/>
                  </a:lnTo>
                  <a:lnTo>
                    <a:pt x="1613249" y="1601137"/>
                  </a:lnTo>
                  <a:lnTo>
                    <a:pt x="1555774" y="1603918"/>
                  </a:lnTo>
                  <a:lnTo>
                    <a:pt x="1493886" y="1606399"/>
                  </a:lnTo>
                  <a:lnTo>
                    <a:pt x="1426716" y="1608615"/>
                  </a:lnTo>
                  <a:lnTo>
                    <a:pt x="1353568" y="1610601"/>
                  </a:lnTo>
                  <a:lnTo>
                    <a:pt x="1274067" y="1612382"/>
                  </a:lnTo>
                  <a:lnTo>
                    <a:pt x="1188338" y="1613978"/>
                  </a:lnTo>
                  <a:lnTo>
                    <a:pt x="1097233" y="1615400"/>
                  </a:lnTo>
                  <a:lnTo>
                    <a:pt x="1002537" y="1616652"/>
                  </a:lnTo>
                  <a:lnTo>
                    <a:pt x="907097" y="1617732"/>
                  </a:lnTo>
                  <a:lnTo>
                    <a:pt x="814751" y="1618637"/>
                  </a:lnTo>
                  <a:lnTo>
                    <a:pt x="729959" y="1619364"/>
                  </a:lnTo>
                  <a:lnTo>
                    <a:pt x="657113" y="1619915"/>
                  </a:lnTo>
                  <a:lnTo>
                    <a:pt x="599642" y="1620302"/>
                  </a:lnTo>
                  <a:lnTo>
                    <a:pt x="559189" y="1620545"/>
                  </a:lnTo>
                  <a:lnTo>
                    <a:pt x="535108" y="1620675"/>
                  </a:lnTo>
                  <a:lnTo>
                    <a:pt x="524430" y="1620727"/>
                  </a:lnTo>
                  <a:lnTo>
                    <a:pt x="522148" y="1620738"/>
                  </a:lnTo>
                  <a:lnTo>
                    <a:pt x="522133" y="1620738"/>
                  </a:lnTo>
                  <a:lnTo>
                    <a:pt x="0" y="1620738"/>
                  </a:lnTo>
                  <a:lnTo>
                    <a:pt x="0" y="1620738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406" name="pg1406"/>
            <p:cNvSpPr/>
            <p:nvPr/>
          </p:nvSpPr>
          <p:spPr>
            <a:xfrm>
              <a:off x="386606" y="1061307"/>
              <a:ext cx="8554953" cy="3546423"/>
            </a:xfrm>
            <a:custGeom>
              <a:avLst/>
              <a:pathLst>
                <a:path w="8554953" h="3546423">
                  <a:moveTo>
                    <a:pt x="0" y="3546423"/>
                  </a:moveTo>
                  <a:lnTo>
                    <a:pt x="522133" y="3546423"/>
                  </a:lnTo>
                  <a:lnTo>
                    <a:pt x="523266" y="3546339"/>
                  </a:lnTo>
                  <a:lnTo>
                    <a:pt x="530693" y="3545743"/>
                  </a:lnTo>
                  <a:lnTo>
                    <a:pt x="549334" y="3544092"/>
                  </a:lnTo>
                  <a:lnTo>
                    <a:pt x="582447" y="3540848"/>
                  </a:lnTo>
                  <a:lnTo>
                    <a:pt x="631362" y="3535522"/>
                  </a:lnTo>
                  <a:lnTo>
                    <a:pt x="695388" y="3527734"/>
                  </a:lnTo>
                  <a:lnTo>
                    <a:pt x="772073" y="3517247"/>
                  </a:lnTo>
                  <a:lnTo>
                    <a:pt x="857799" y="3503968"/>
                  </a:lnTo>
                  <a:lnTo>
                    <a:pt x="948523" y="3487908"/>
                  </a:lnTo>
                  <a:lnTo>
                    <a:pt x="1040462" y="3469129"/>
                  </a:lnTo>
                  <a:lnTo>
                    <a:pt x="1130539" y="3447682"/>
                  </a:lnTo>
                  <a:lnTo>
                    <a:pt x="1216581" y="3423559"/>
                  </a:lnTo>
                  <a:lnTo>
                    <a:pt x="1297302" y="3396661"/>
                  </a:lnTo>
                  <a:lnTo>
                    <a:pt x="1372162" y="3366785"/>
                  </a:lnTo>
                  <a:lnTo>
                    <a:pt x="1441188" y="3333614"/>
                  </a:lnTo>
                  <a:lnTo>
                    <a:pt x="1504793" y="3296725"/>
                  </a:lnTo>
                  <a:lnTo>
                    <a:pt x="1563635" y="3255605"/>
                  </a:lnTo>
                  <a:lnTo>
                    <a:pt x="1618506" y="3209676"/>
                  </a:lnTo>
                  <a:lnTo>
                    <a:pt x="1670243" y="3158344"/>
                  </a:lnTo>
                  <a:lnTo>
                    <a:pt x="1719666" y="3101085"/>
                  </a:lnTo>
                  <a:lnTo>
                    <a:pt x="1767508" y="3037589"/>
                  </a:lnTo>
                  <a:lnTo>
                    <a:pt x="1768425" y="3036295"/>
                  </a:lnTo>
                  <a:lnTo>
                    <a:pt x="1804538" y="2983078"/>
                  </a:lnTo>
                  <a:lnTo>
                    <a:pt x="1840317" y="2926090"/>
                  </a:lnTo>
                  <a:lnTo>
                    <a:pt x="1875965" y="2865253"/>
                  </a:lnTo>
                  <a:lnTo>
                    <a:pt x="1911644" y="2800547"/>
                  </a:lnTo>
                  <a:lnTo>
                    <a:pt x="1947478" y="2732016"/>
                  </a:lnTo>
                  <a:lnTo>
                    <a:pt x="1983555" y="2659771"/>
                  </a:lnTo>
                  <a:lnTo>
                    <a:pt x="2019932" y="2583996"/>
                  </a:lnTo>
                  <a:lnTo>
                    <a:pt x="2056639" y="2504950"/>
                  </a:lnTo>
                  <a:lnTo>
                    <a:pt x="2093675" y="2422966"/>
                  </a:lnTo>
                  <a:lnTo>
                    <a:pt x="2131020" y="2338447"/>
                  </a:lnTo>
                  <a:lnTo>
                    <a:pt x="2168631" y="2251860"/>
                  </a:lnTo>
                  <a:lnTo>
                    <a:pt x="2206448" y="2163727"/>
                  </a:lnTo>
                  <a:lnTo>
                    <a:pt x="2244400" y="2074611"/>
                  </a:lnTo>
                  <a:lnTo>
                    <a:pt x="2282406" y="1985101"/>
                  </a:lnTo>
                  <a:lnTo>
                    <a:pt x="2320383" y="1895799"/>
                  </a:lnTo>
                  <a:lnTo>
                    <a:pt x="2358250" y="1807301"/>
                  </a:lnTo>
                  <a:lnTo>
                    <a:pt x="2395931" y="1720179"/>
                  </a:lnTo>
                  <a:lnTo>
                    <a:pt x="2433364" y="1634969"/>
                  </a:lnTo>
                  <a:lnTo>
                    <a:pt x="2470499" y="1552156"/>
                  </a:lnTo>
                  <a:lnTo>
                    <a:pt x="2507308" y="1472163"/>
                  </a:lnTo>
                  <a:lnTo>
                    <a:pt x="2543785" y="1395347"/>
                  </a:lnTo>
                  <a:lnTo>
                    <a:pt x="2579950" y="1321988"/>
                  </a:lnTo>
                  <a:lnTo>
                    <a:pt x="2615851" y="1252295"/>
                  </a:lnTo>
                  <a:lnTo>
                    <a:pt x="2651567" y="1186400"/>
                  </a:lnTo>
                  <a:lnTo>
                    <a:pt x="2687209" y="1124367"/>
                  </a:lnTo>
                  <a:lnTo>
                    <a:pt x="2722928" y="1066196"/>
                  </a:lnTo>
                  <a:lnTo>
                    <a:pt x="2758913" y="1011825"/>
                  </a:lnTo>
                  <a:lnTo>
                    <a:pt x="2770117" y="995784"/>
                  </a:lnTo>
                  <a:lnTo>
                    <a:pt x="2817935" y="932167"/>
                  </a:lnTo>
                  <a:lnTo>
                    <a:pt x="2867321" y="874788"/>
                  </a:lnTo>
                  <a:lnTo>
                    <a:pt x="2919005" y="823346"/>
                  </a:lnTo>
                  <a:lnTo>
                    <a:pt x="2973807" y="777317"/>
                  </a:lnTo>
                  <a:lnTo>
                    <a:pt x="3032565" y="736110"/>
                  </a:lnTo>
                  <a:lnTo>
                    <a:pt x="3096071" y="699144"/>
                  </a:lnTo>
                  <a:lnTo>
                    <a:pt x="3164986" y="665905"/>
                  </a:lnTo>
                  <a:lnTo>
                    <a:pt x="3239731" y="635968"/>
                  </a:lnTo>
                  <a:lnTo>
                    <a:pt x="3320341" y="609016"/>
                  </a:lnTo>
                  <a:lnTo>
                    <a:pt x="3406290" y="584840"/>
                  </a:lnTo>
                  <a:lnTo>
                    <a:pt x="3496306" y="563341"/>
                  </a:lnTo>
                  <a:lnTo>
                    <a:pt x="3588235" y="544510"/>
                  </a:lnTo>
                  <a:lnTo>
                    <a:pt x="3679018" y="528397"/>
                  </a:lnTo>
                  <a:lnTo>
                    <a:pt x="3764879" y="515063"/>
                  </a:lnTo>
                  <a:lnTo>
                    <a:pt x="3841777" y="504523"/>
                  </a:lnTo>
                  <a:lnTo>
                    <a:pt x="3906076" y="496684"/>
                  </a:lnTo>
                  <a:lnTo>
                    <a:pt x="3955297" y="491313"/>
                  </a:lnTo>
                  <a:lnTo>
                    <a:pt x="3988711" y="488033"/>
                  </a:lnTo>
                  <a:lnTo>
                    <a:pt x="4007607" y="486357"/>
                  </a:lnTo>
                  <a:lnTo>
                    <a:pt x="4015210" y="485745"/>
                  </a:lnTo>
                  <a:lnTo>
                    <a:pt x="4016409" y="485656"/>
                  </a:lnTo>
                  <a:lnTo>
                    <a:pt x="4538543" y="485656"/>
                  </a:lnTo>
                  <a:lnTo>
                    <a:pt x="4539809" y="485642"/>
                  </a:lnTo>
                  <a:lnTo>
                    <a:pt x="4548086" y="485537"/>
                  </a:lnTo>
                  <a:lnTo>
                    <a:pt x="4568779" y="485246"/>
                  </a:lnTo>
                  <a:lnTo>
                    <a:pt x="4605340" y="484677"/>
                  </a:lnTo>
                  <a:lnTo>
                    <a:pt x="4658952" y="483743"/>
                  </a:lnTo>
                  <a:lnTo>
                    <a:pt x="4728469" y="482385"/>
                  </a:lnTo>
                  <a:lnTo>
                    <a:pt x="4810814" y="480564"/>
                  </a:lnTo>
                  <a:lnTo>
                    <a:pt x="4901745" y="478270"/>
                  </a:lnTo>
                  <a:lnTo>
                    <a:pt x="4996757" y="475509"/>
                  </a:lnTo>
                  <a:lnTo>
                    <a:pt x="5091835" y="472292"/>
                  </a:lnTo>
                  <a:lnTo>
                    <a:pt x="5183894" y="468624"/>
                  </a:lnTo>
                  <a:lnTo>
                    <a:pt x="5270912" y="464499"/>
                  </a:lnTo>
                  <a:lnTo>
                    <a:pt x="5351840" y="459891"/>
                  </a:lnTo>
                  <a:lnTo>
                    <a:pt x="5426402" y="454754"/>
                  </a:lnTo>
                  <a:lnTo>
                    <a:pt x="5494873" y="449024"/>
                  </a:lnTo>
                  <a:lnTo>
                    <a:pt x="5557886" y="442617"/>
                  </a:lnTo>
                  <a:lnTo>
                    <a:pt x="5616278" y="435436"/>
                  </a:lnTo>
                  <a:lnTo>
                    <a:pt x="5670975" y="427374"/>
                  </a:lnTo>
                  <a:lnTo>
                    <a:pt x="5722911" y="418336"/>
                  </a:lnTo>
                  <a:lnTo>
                    <a:pt x="5772942" y="408252"/>
                  </a:lnTo>
                  <a:lnTo>
                    <a:pt x="5784835" y="405655"/>
                  </a:lnTo>
                  <a:lnTo>
                    <a:pt x="5837801" y="393181"/>
                  </a:lnTo>
                  <a:lnTo>
                    <a:pt x="5890255" y="379415"/>
                  </a:lnTo>
                  <a:lnTo>
                    <a:pt x="5942749" y="364340"/>
                  </a:lnTo>
                  <a:lnTo>
                    <a:pt x="5995658" y="347983"/>
                  </a:lnTo>
                  <a:lnTo>
                    <a:pt x="6049198" y="330423"/>
                  </a:lnTo>
                  <a:lnTo>
                    <a:pt x="6103452" y="311794"/>
                  </a:lnTo>
                  <a:lnTo>
                    <a:pt x="6158379" y="292281"/>
                  </a:lnTo>
                  <a:lnTo>
                    <a:pt x="6213844" y="272119"/>
                  </a:lnTo>
                  <a:lnTo>
                    <a:pt x="6269636" y="251578"/>
                  </a:lnTo>
                  <a:lnTo>
                    <a:pt x="6325505" y="230951"/>
                  </a:lnTo>
                  <a:lnTo>
                    <a:pt x="6381187" y="210537"/>
                  </a:lnTo>
                  <a:lnTo>
                    <a:pt x="6436445" y="190620"/>
                  </a:lnTo>
                  <a:lnTo>
                    <a:pt x="6491097" y="171457"/>
                  </a:lnTo>
                  <a:lnTo>
                    <a:pt x="6545045" y="153263"/>
                  </a:lnTo>
                  <a:lnTo>
                    <a:pt x="6598299" y="136203"/>
                  </a:lnTo>
                  <a:lnTo>
                    <a:pt x="6650996" y="120385"/>
                  </a:lnTo>
                  <a:lnTo>
                    <a:pt x="6703418" y="105867"/>
                  </a:lnTo>
                  <a:lnTo>
                    <a:pt x="6756010" y="92656"/>
                  </a:lnTo>
                  <a:lnTo>
                    <a:pt x="6786527" y="85648"/>
                  </a:lnTo>
                  <a:lnTo>
                    <a:pt x="6836209" y="75308"/>
                  </a:lnTo>
                  <a:lnTo>
                    <a:pt x="6887610" y="66021"/>
                  </a:lnTo>
                  <a:lnTo>
                    <a:pt x="6941556" y="57732"/>
                  </a:lnTo>
                  <a:lnTo>
                    <a:pt x="6998968" y="50347"/>
                  </a:lnTo>
                  <a:lnTo>
                    <a:pt x="7060782" y="43762"/>
                  </a:lnTo>
                  <a:lnTo>
                    <a:pt x="7127866" y="37877"/>
                  </a:lnTo>
                  <a:lnTo>
                    <a:pt x="7200913" y="32603"/>
                  </a:lnTo>
                  <a:lnTo>
                    <a:pt x="7280302" y="27873"/>
                  </a:lnTo>
                  <a:lnTo>
                    <a:pt x="7365911" y="23634"/>
                  </a:lnTo>
                  <a:lnTo>
                    <a:pt x="7456897" y="19857"/>
                  </a:lnTo>
                  <a:lnTo>
                    <a:pt x="7551487" y="16530"/>
                  </a:lnTo>
                  <a:lnTo>
                    <a:pt x="7646854" y="13658"/>
                  </a:lnTo>
                  <a:lnTo>
                    <a:pt x="7739176" y="11250"/>
                  </a:lnTo>
                  <a:lnTo>
                    <a:pt x="7824010" y="9315"/>
                  </a:lnTo>
                  <a:lnTo>
                    <a:pt x="7896971" y="7847"/>
                  </a:lnTo>
                  <a:lnTo>
                    <a:pt x="7954616" y="6816"/>
                  </a:lnTo>
                  <a:lnTo>
                    <a:pt x="7995282" y="6165"/>
                  </a:lnTo>
                  <a:lnTo>
                    <a:pt x="8019577" y="5816"/>
                  </a:lnTo>
                  <a:lnTo>
                    <a:pt x="8030429" y="5675"/>
                  </a:lnTo>
                  <a:lnTo>
                    <a:pt x="8032819" y="5647"/>
                  </a:lnTo>
                  <a:lnTo>
                    <a:pt x="8554953" y="5647"/>
                  </a:lnTo>
                  <a:lnTo>
                    <a:pt x="8554953" y="0"/>
                  </a:lnTo>
                  <a:lnTo>
                    <a:pt x="8032819" y="0"/>
                  </a:lnTo>
                  <a:lnTo>
                    <a:pt x="8031553" y="14"/>
                  </a:lnTo>
                  <a:lnTo>
                    <a:pt x="8023276" y="119"/>
                  </a:lnTo>
                  <a:lnTo>
                    <a:pt x="8002583" y="409"/>
                  </a:lnTo>
                  <a:lnTo>
                    <a:pt x="7966022" y="979"/>
                  </a:lnTo>
                  <a:lnTo>
                    <a:pt x="7912410" y="1912"/>
                  </a:lnTo>
                  <a:lnTo>
                    <a:pt x="7842893" y="3271"/>
                  </a:lnTo>
                  <a:lnTo>
                    <a:pt x="7760548" y="5092"/>
                  </a:lnTo>
                  <a:lnTo>
                    <a:pt x="7669617" y="7386"/>
                  </a:lnTo>
                  <a:lnTo>
                    <a:pt x="7574605" y="10147"/>
                  </a:lnTo>
                  <a:lnTo>
                    <a:pt x="7479527" y="13364"/>
                  </a:lnTo>
                  <a:lnTo>
                    <a:pt x="7387468" y="17032"/>
                  </a:lnTo>
                  <a:lnTo>
                    <a:pt x="7300450" y="21157"/>
                  </a:lnTo>
                  <a:lnTo>
                    <a:pt x="7219522" y="25765"/>
                  </a:lnTo>
                  <a:lnTo>
                    <a:pt x="7144960" y="30901"/>
                  </a:lnTo>
                  <a:lnTo>
                    <a:pt x="7076489" y="36631"/>
                  </a:lnTo>
                  <a:lnTo>
                    <a:pt x="7013476" y="43038"/>
                  </a:lnTo>
                  <a:lnTo>
                    <a:pt x="6955084" y="50220"/>
                  </a:lnTo>
                  <a:lnTo>
                    <a:pt x="6900387" y="58281"/>
                  </a:lnTo>
                  <a:lnTo>
                    <a:pt x="6848451" y="67320"/>
                  </a:lnTo>
                  <a:lnTo>
                    <a:pt x="6798420" y="77404"/>
                  </a:lnTo>
                  <a:lnTo>
                    <a:pt x="6786527" y="80001"/>
                  </a:lnTo>
                  <a:lnTo>
                    <a:pt x="6733561" y="92475"/>
                  </a:lnTo>
                  <a:lnTo>
                    <a:pt x="6681107" y="106241"/>
                  </a:lnTo>
                  <a:lnTo>
                    <a:pt x="6628613" y="121316"/>
                  </a:lnTo>
                  <a:lnTo>
                    <a:pt x="6575704" y="137672"/>
                  </a:lnTo>
                  <a:lnTo>
                    <a:pt x="6522164" y="155232"/>
                  </a:lnTo>
                  <a:lnTo>
                    <a:pt x="6467910" y="173862"/>
                  </a:lnTo>
                  <a:lnTo>
                    <a:pt x="6412983" y="193374"/>
                  </a:lnTo>
                  <a:lnTo>
                    <a:pt x="6357518" y="213537"/>
                  </a:lnTo>
                  <a:lnTo>
                    <a:pt x="6301726" y="234078"/>
                  </a:lnTo>
                  <a:lnTo>
                    <a:pt x="6245857" y="254704"/>
                  </a:lnTo>
                  <a:lnTo>
                    <a:pt x="6190175" y="275119"/>
                  </a:lnTo>
                  <a:lnTo>
                    <a:pt x="6134917" y="295036"/>
                  </a:lnTo>
                  <a:lnTo>
                    <a:pt x="6080265" y="314199"/>
                  </a:lnTo>
                  <a:lnTo>
                    <a:pt x="6026317" y="332392"/>
                  </a:lnTo>
                  <a:lnTo>
                    <a:pt x="5973063" y="349453"/>
                  </a:lnTo>
                  <a:lnTo>
                    <a:pt x="5920366" y="365271"/>
                  </a:lnTo>
                  <a:lnTo>
                    <a:pt x="5867944" y="379789"/>
                  </a:lnTo>
                  <a:lnTo>
                    <a:pt x="5815352" y="393000"/>
                  </a:lnTo>
                  <a:lnTo>
                    <a:pt x="5784835" y="400007"/>
                  </a:lnTo>
                  <a:lnTo>
                    <a:pt x="5735153" y="410348"/>
                  </a:lnTo>
                  <a:lnTo>
                    <a:pt x="5683752" y="419635"/>
                  </a:lnTo>
                  <a:lnTo>
                    <a:pt x="5629806" y="427924"/>
                  </a:lnTo>
                  <a:lnTo>
                    <a:pt x="5572394" y="435309"/>
                  </a:lnTo>
                  <a:lnTo>
                    <a:pt x="5510580" y="441894"/>
                  </a:lnTo>
                  <a:lnTo>
                    <a:pt x="5443496" y="447779"/>
                  </a:lnTo>
                  <a:lnTo>
                    <a:pt x="5370449" y="453052"/>
                  </a:lnTo>
                  <a:lnTo>
                    <a:pt x="5291060" y="457783"/>
                  </a:lnTo>
                  <a:lnTo>
                    <a:pt x="5205451" y="462022"/>
                  </a:lnTo>
                  <a:lnTo>
                    <a:pt x="5114465" y="465799"/>
                  </a:lnTo>
                  <a:lnTo>
                    <a:pt x="5019875" y="469125"/>
                  </a:lnTo>
                  <a:lnTo>
                    <a:pt x="4924508" y="471998"/>
                  </a:lnTo>
                  <a:lnTo>
                    <a:pt x="4832186" y="474405"/>
                  </a:lnTo>
                  <a:lnTo>
                    <a:pt x="4747351" y="476340"/>
                  </a:lnTo>
                  <a:lnTo>
                    <a:pt x="4674391" y="477809"/>
                  </a:lnTo>
                  <a:lnTo>
                    <a:pt x="4616746" y="478840"/>
                  </a:lnTo>
                  <a:lnTo>
                    <a:pt x="4576080" y="479491"/>
                  </a:lnTo>
                  <a:lnTo>
                    <a:pt x="4551785" y="479840"/>
                  </a:lnTo>
                  <a:lnTo>
                    <a:pt x="4540933" y="479981"/>
                  </a:lnTo>
                  <a:lnTo>
                    <a:pt x="4538543" y="480009"/>
                  </a:lnTo>
                  <a:lnTo>
                    <a:pt x="4016409" y="480009"/>
                  </a:lnTo>
                  <a:lnTo>
                    <a:pt x="4015276" y="480093"/>
                  </a:lnTo>
                  <a:lnTo>
                    <a:pt x="4007849" y="480689"/>
                  </a:lnTo>
                  <a:lnTo>
                    <a:pt x="3989208" y="482340"/>
                  </a:lnTo>
                  <a:lnTo>
                    <a:pt x="3956095" y="485584"/>
                  </a:lnTo>
                  <a:lnTo>
                    <a:pt x="3907180" y="490910"/>
                  </a:lnTo>
                  <a:lnTo>
                    <a:pt x="3843154" y="498698"/>
                  </a:lnTo>
                  <a:lnTo>
                    <a:pt x="3766469" y="509185"/>
                  </a:lnTo>
                  <a:lnTo>
                    <a:pt x="3680744" y="522464"/>
                  </a:lnTo>
                  <a:lnTo>
                    <a:pt x="3590019" y="538524"/>
                  </a:lnTo>
                  <a:lnTo>
                    <a:pt x="3498080" y="557303"/>
                  </a:lnTo>
                  <a:lnTo>
                    <a:pt x="3408003" y="578750"/>
                  </a:lnTo>
                  <a:lnTo>
                    <a:pt x="3321961" y="602873"/>
                  </a:lnTo>
                  <a:lnTo>
                    <a:pt x="3241240" y="629771"/>
                  </a:lnTo>
                  <a:lnTo>
                    <a:pt x="3166380" y="659647"/>
                  </a:lnTo>
                  <a:lnTo>
                    <a:pt x="3097355" y="692818"/>
                  </a:lnTo>
                  <a:lnTo>
                    <a:pt x="3033750" y="729707"/>
                  </a:lnTo>
                  <a:lnTo>
                    <a:pt x="2974907" y="770827"/>
                  </a:lnTo>
                  <a:lnTo>
                    <a:pt x="2920036" y="816756"/>
                  </a:lnTo>
                  <a:lnTo>
                    <a:pt x="2868299" y="868088"/>
                  </a:lnTo>
                  <a:lnTo>
                    <a:pt x="2818876" y="925347"/>
                  </a:lnTo>
                  <a:lnTo>
                    <a:pt x="2771034" y="988843"/>
                  </a:lnTo>
                  <a:lnTo>
                    <a:pt x="2770117" y="990137"/>
                  </a:lnTo>
                  <a:lnTo>
                    <a:pt x="2734004" y="1043354"/>
                  </a:lnTo>
                  <a:lnTo>
                    <a:pt x="2698226" y="1100342"/>
                  </a:lnTo>
                  <a:lnTo>
                    <a:pt x="2662577" y="1161179"/>
                  </a:lnTo>
                  <a:lnTo>
                    <a:pt x="2626898" y="1225885"/>
                  </a:lnTo>
                  <a:lnTo>
                    <a:pt x="2591064" y="1294416"/>
                  </a:lnTo>
                  <a:lnTo>
                    <a:pt x="2554987" y="1366661"/>
                  </a:lnTo>
                  <a:lnTo>
                    <a:pt x="2518610" y="1442436"/>
                  </a:lnTo>
                  <a:lnTo>
                    <a:pt x="2481904" y="1521482"/>
                  </a:lnTo>
                  <a:lnTo>
                    <a:pt x="2444867" y="1603466"/>
                  </a:lnTo>
                  <a:lnTo>
                    <a:pt x="2407522" y="1687985"/>
                  </a:lnTo>
                  <a:lnTo>
                    <a:pt x="2369912" y="1774572"/>
                  </a:lnTo>
                  <a:lnTo>
                    <a:pt x="2332094" y="1862705"/>
                  </a:lnTo>
                  <a:lnTo>
                    <a:pt x="2294143" y="1951821"/>
                  </a:lnTo>
                  <a:lnTo>
                    <a:pt x="2256136" y="2041331"/>
                  </a:lnTo>
                  <a:lnTo>
                    <a:pt x="2218159" y="2130633"/>
                  </a:lnTo>
                  <a:lnTo>
                    <a:pt x="2180292" y="2219131"/>
                  </a:lnTo>
                  <a:lnTo>
                    <a:pt x="2142611" y="2306253"/>
                  </a:lnTo>
                  <a:lnTo>
                    <a:pt x="2105178" y="2391463"/>
                  </a:lnTo>
                  <a:lnTo>
                    <a:pt x="2068043" y="2474276"/>
                  </a:lnTo>
                  <a:lnTo>
                    <a:pt x="2031234" y="2554269"/>
                  </a:lnTo>
                  <a:lnTo>
                    <a:pt x="1994757" y="2631085"/>
                  </a:lnTo>
                  <a:lnTo>
                    <a:pt x="1958592" y="2704444"/>
                  </a:lnTo>
                  <a:lnTo>
                    <a:pt x="1922691" y="2774137"/>
                  </a:lnTo>
                  <a:lnTo>
                    <a:pt x="1886975" y="2840032"/>
                  </a:lnTo>
                  <a:lnTo>
                    <a:pt x="1851333" y="2902065"/>
                  </a:lnTo>
                  <a:lnTo>
                    <a:pt x="1815614" y="2960236"/>
                  </a:lnTo>
                  <a:lnTo>
                    <a:pt x="1779629" y="3014607"/>
                  </a:lnTo>
                  <a:lnTo>
                    <a:pt x="1768425" y="3030648"/>
                  </a:lnTo>
                  <a:lnTo>
                    <a:pt x="1720607" y="3094265"/>
                  </a:lnTo>
                  <a:lnTo>
                    <a:pt x="1671221" y="3151644"/>
                  </a:lnTo>
                  <a:lnTo>
                    <a:pt x="1619537" y="3203086"/>
                  </a:lnTo>
                  <a:lnTo>
                    <a:pt x="1564735" y="3249115"/>
                  </a:lnTo>
                  <a:lnTo>
                    <a:pt x="1505977" y="3290322"/>
                  </a:lnTo>
                  <a:lnTo>
                    <a:pt x="1442471" y="3327288"/>
                  </a:lnTo>
                  <a:lnTo>
                    <a:pt x="1373556" y="3360527"/>
                  </a:lnTo>
                  <a:lnTo>
                    <a:pt x="1298811" y="3390464"/>
                  </a:lnTo>
                  <a:lnTo>
                    <a:pt x="1218201" y="3417416"/>
                  </a:lnTo>
                  <a:lnTo>
                    <a:pt x="1132252" y="3441592"/>
                  </a:lnTo>
                  <a:lnTo>
                    <a:pt x="1042236" y="3463091"/>
                  </a:lnTo>
                  <a:lnTo>
                    <a:pt x="950307" y="3481922"/>
                  </a:lnTo>
                  <a:lnTo>
                    <a:pt x="859524" y="3498035"/>
                  </a:lnTo>
                  <a:lnTo>
                    <a:pt x="773663" y="3511369"/>
                  </a:lnTo>
                  <a:lnTo>
                    <a:pt x="696766" y="3521909"/>
                  </a:lnTo>
                  <a:lnTo>
                    <a:pt x="632466" y="3529748"/>
                  </a:lnTo>
                  <a:lnTo>
                    <a:pt x="583245" y="3535119"/>
                  </a:lnTo>
                  <a:lnTo>
                    <a:pt x="549831" y="3538399"/>
                  </a:lnTo>
                  <a:lnTo>
                    <a:pt x="530935" y="3540075"/>
                  </a:lnTo>
                  <a:lnTo>
                    <a:pt x="523332" y="3540687"/>
                  </a:lnTo>
                  <a:lnTo>
                    <a:pt x="522133" y="3540776"/>
                  </a:lnTo>
                  <a:lnTo>
                    <a:pt x="0" y="3540776"/>
                  </a:lnTo>
                  <a:close/>
                </a:path>
              </a:pathLst>
            </a:custGeom>
            <a:solidFill>
              <a:srgbClr val="E78AC3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1407" name="pl1407"/>
            <p:cNvSpPr/>
            <p:nvPr/>
          </p:nvSpPr>
          <p:spPr>
            <a:xfrm>
              <a:off x="386606" y="1066954"/>
              <a:ext cx="8554953" cy="3540776"/>
            </a:xfrm>
            <a:custGeom>
              <a:avLst/>
              <a:pathLst>
                <a:path w="8554953" h="3540776">
                  <a:moveTo>
                    <a:pt x="0" y="3540776"/>
                  </a:moveTo>
                  <a:lnTo>
                    <a:pt x="522133" y="3540776"/>
                  </a:lnTo>
                  <a:lnTo>
                    <a:pt x="523266" y="3540692"/>
                  </a:lnTo>
                  <a:lnTo>
                    <a:pt x="530693" y="3540095"/>
                  </a:lnTo>
                  <a:lnTo>
                    <a:pt x="549334" y="3538445"/>
                  </a:lnTo>
                  <a:lnTo>
                    <a:pt x="582447" y="3535201"/>
                  </a:lnTo>
                  <a:lnTo>
                    <a:pt x="631362" y="3529875"/>
                  </a:lnTo>
                  <a:lnTo>
                    <a:pt x="695388" y="3522087"/>
                  </a:lnTo>
                  <a:lnTo>
                    <a:pt x="772073" y="3511600"/>
                  </a:lnTo>
                  <a:lnTo>
                    <a:pt x="857799" y="3498321"/>
                  </a:lnTo>
                  <a:lnTo>
                    <a:pt x="948523" y="3482261"/>
                  </a:lnTo>
                  <a:lnTo>
                    <a:pt x="1040462" y="3463482"/>
                  </a:lnTo>
                  <a:lnTo>
                    <a:pt x="1130539" y="3442035"/>
                  </a:lnTo>
                  <a:lnTo>
                    <a:pt x="1216581" y="3417911"/>
                  </a:lnTo>
                  <a:lnTo>
                    <a:pt x="1297302" y="3391014"/>
                  </a:lnTo>
                  <a:lnTo>
                    <a:pt x="1372162" y="3361138"/>
                  </a:lnTo>
                  <a:lnTo>
                    <a:pt x="1441188" y="3327966"/>
                  </a:lnTo>
                  <a:lnTo>
                    <a:pt x="1504793" y="3291078"/>
                  </a:lnTo>
                  <a:lnTo>
                    <a:pt x="1563635" y="3249958"/>
                  </a:lnTo>
                  <a:lnTo>
                    <a:pt x="1618506" y="3204029"/>
                  </a:lnTo>
                  <a:lnTo>
                    <a:pt x="1670243" y="3152697"/>
                  </a:lnTo>
                  <a:lnTo>
                    <a:pt x="1719666" y="3095438"/>
                  </a:lnTo>
                  <a:lnTo>
                    <a:pt x="1767508" y="3031942"/>
                  </a:lnTo>
                  <a:lnTo>
                    <a:pt x="1768425" y="3030648"/>
                  </a:lnTo>
                  <a:lnTo>
                    <a:pt x="1804538" y="2977431"/>
                  </a:lnTo>
                  <a:lnTo>
                    <a:pt x="1840317" y="2920442"/>
                  </a:lnTo>
                  <a:lnTo>
                    <a:pt x="1875965" y="2859605"/>
                  </a:lnTo>
                  <a:lnTo>
                    <a:pt x="1911644" y="2794900"/>
                  </a:lnTo>
                  <a:lnTo>
                    <a:pt x="1947478" y="2726369"/>
                  </a:lnTo>
                  <a:lnTo>
                    <a:pt x="1983555" y="2654123"/>
                  </a:lnTo>
                  <a:lnTo>
                    <a:pt x="2019932" y="2578348"/>
                  </a:lnTo>
                  <a:lnTo>
                    <a:pt x="2056639" y="2499302"/>
                  </a:lnTo>
                  <a:lnTo>
                    <a:pt x="2093675" y="2417318"/>
                  </a:lnTo>
                  <a:lnTo>
                    <a:pt x="2131020" y="2332799"/>
                  </a:lnTo>
                  <a:lnTo>
                    <a:pt x="2168631" y="2246213"/>
                  </a:lnTo>
                  <a:lnTo>
                    <a:pt x="2206448" y="2158080"/>
                  </a:lnTo>
                  <a:lnTo>
                    <a:pt x="2244400" y="2068963"/>
                  </a:lnTo>
                  <a:lnTo>
                    <a:pt x="2282406" y="1979454"/>
                  </a:lnTo>
                  <a:lnTo>
                    <a:pt x="2320383" y="1890152"/>
                  </a:lnTo>
                  <a:lnTo>
                    <a:pt x="2358250" y="1801654"/>
                  </a:lnTo>
                  <a:lnTo>
                    <a:pt x="2395931" y="1714532"/>
                  </a:lnTo>
                  <a:lnTo>
                    <a:pt x="2433364" y="1629322"/>
                  </a:lnTo>
                  <a:lnTo>
                    <a:pt x="2470499" y="1546508"/>
                  </a:lnTo>
                  <a:lnTo>
                    <a:pt x="2507308" y="1466516"/>
                  </a:lnTo>
                  <a:lnTo>
                    <a:pt x="2543785" y="1389700"/>
                  </a:lnTo>
                  <a:lnTo>
                    <a:pt x="2579950" y="1316341"/>
                  </a:lnTo>
                  <a:lnTo>
                    <a:pt x="2615851" y="1246647"/>
                  </a:lnTo>
                  <a:lnTo>
                    <a:pt x="2651567" y="1180753"/>
                  </a:lnTo>
                  <a:lnTo>
                    <a:pt x="2687209" y="1118720"/>
                  </a:lnTo>
                  <a:lnTo>
                    <a:pt x="2722928" y="1060549"/>
                  </a:lnTo>
                  <a:lnTo>
                    <a:pt x="2758913" y="1006178"/>
                  </a:lnTo>
                  <a:lnTo>
                    <a:pt x="2770117" y="990137"/>
                  </a:lnTo>
                  <a:lnTo>
                    <a:pt x="2817935" y="926519"/>
                  </a:lnTo>
                  <a:lnTo>
                    <a:pt x="2867321" y="869141"/>
                  </a:lnTo>
                  <a:lnTo>
                    <a:pt x="2919005" y="817698"/>
                  </a:lnTo>
                  <a:lnTo>
                    <a:pt x="2973807" y="771670"/>
                  </a:lnTo>
                  <a:lnTo>
                    <a:pt x="3032565" y="730463"/>
                  </a:lnTo>
                  <a:lnTo>
                    <a:pt x="3096071" y="693497"/>
                  </a:lnTo>
                  <a:lnTo>
                    <a:pt x="3164986" y="660258"/>
                  </a:lnTo>
                  <a:lnTo>
                    <a:pt x="3239731" y="630321"/>
                  </a:lnTo>
                  <a:lnTo>
                    <a:pt x="3320341" y="603368"/>
                  </a:lnTo>
                  <a:lnTo>
                    <a:pt x="3406290" y="579193"/>
                  </a:lnTo>
                  <a:lnTo>
                    <a:pt x="3496306" y="557694"/>
                  </a:lnTo>
                  <a:lnTo>
                    <a:pt x="3588235" y="538863"/>
                  </a:lnTo>
                  <a:lnTo>
                    <a:pt x="3679018" y="522750"/>
                  </a:lnTo>
                  <a:lnTo>
                    <a:pt x="3764879" y="509416"/>
                  </a:lnTo>
                  <a:lnTo>
                    <a:pt x="3841777" y="498876"/>
                  </a:lnTo>
                  <a:lnTo>
                    <a:pt x="3906076" y="491037"/>
                  </a:lnTo>
                  <a:lnTo>
                    <a:pt x="3955297" y="485666"/>
                  </a:lnTo>
                  <a:lnTo>
                    <a:pt x="3988711" y="482386"/>
                  </a:lnTo>
                  <a:lnTo>
                    <a:pt x="4007607" y="480710"/>
                  </a:lnTo>
                  <a:lnTo>
                    <a:pt x="4015210" y="480098"/>
                  </a:lnTo>
                  <a:lnTo>
                    <a:pt x="4016409" y="480009"/>
                  </a:lnTo>
                  <a:lnTo>
                    <a:pt x="4016409" y="480009"/>
                  </a:lnTo>
                  <a:lnTo>
                    <a:pt x="4538543" y="480009"/>
                  </a:lnTo>
                  <a:lnTo>
                    <a:pt x="4539809" y="479994"/>
                  </a:lnTo>
                  <a:lnTo>
                    <a:pt x="4548086" y="479889"/>
                  </a:lnTo>
                  <a:lnTo>
                    <a:pt x="4568779" y="479599"/>
                  </a:lnTo>
                  <a:lnTo>
                    <a:pt x="4605340" y="479029"/>
                  </a:lnTo>
                  <a:lnTo>
                    <a:pt x="4658952" y="478096"/>
                  </a:lnTo>
                  <a:lnTo>
                    <a:pt x="4728469" y="476737"/>
                  </a:lnTo>
                  <a:lnTo>
                    <a:pt x="4810814" y="474917"/>
                  </a:lnTo>
                  <a:lnTo>
                    <a:pt x="4901745" y="472623"/>
                  </a:lnTo>
                  <a:lnTo>
                    <a:pt x="4996757" y="469862"/>
                  </a:lnTo>
                  <a:lnTo>
                    <a:pt x="5091835" y="466644"/>
                  </a:lnTo>
                  <a:lnTo>
                    <a:pt x="5183894" y="462977"/>
                  </a:lnTo>
                  <a:lnTo>
                    <a:pt x="5270912" y="458852"/>
                  </a:lnTo>
                  <a:lnTo>
                    <a:pt x="5351840" y="454244"/>
                  </a:lnTo>
                  <a:lnTo>
                    <a:pt x="5426402" y="449107"/>
                  </a:lnTo>
                  <a:lnTo>
                    <a:pt x="5494873" y="443377"/>
                  </a:lnTo>
                  <a:lnTo>
                    <a:pt x="5557886" y="436970"/>
                  </a:lnTo>
                  <a:lnTo>
                    <a:pt x="5616278" y="429788"/>
                  </a:lnTo>
                  <a:lnTo>
                    <a:pt x="5670975" y="421727"/>
                  </a:lnTo>
                  <a:lnTo>
                    <a:pt x="5722911" y="412689"/>
                  </a:lnTo>
                  <a:lnTo>
                    <a:pt x="5772942" y="402605"/>
                  </a:lnTo>
                  <a:lnTo>
                    <a:pt x="5784835" y="400007"/>
                  </a:lnTo>
                  <a:lnTo>
                    <a:pt x="5837801" y="387533"/>
                  </a:lnTo>
                  <a:lnTo>
                    <a:pt x="5890255" y="373768"/>
                  </a:lnTo>
                  <a:lnTo>
                    <a:pt x="5942749" y="358693"/>
                  </a:lnTo>
                  <a:lnTo>
                    <a:pt x="5995658" y="342336"/>
                  </a:lnTo>
                  <a:lnTo>
                    <a:pt x="6049198" y="324776"/>
                  </a:lnTo>
                  <a:lnTo>
                    <a:pt x="6103452" y="306147"/>
                  </a:lnTo>
                  <a:lnTo>
                    <a:pt x="6158379" y="286634"/>
                  </a:lnTo>
                  <a:lnTo>
                    <a:pt x="6213844" y="266472"/>
                  </a:lnTo>
                  <a:lnTo>
                    <a:pt x="6269636" y="245931"/>
                  </a:lnTo>
                  <a:lnTo>
                    <a:pt x="6325505" y="225304"/>
                  </a:lnTo>
                  <a:lnTo>
                    <a:pt x="6381187" y="204890"/>
                  </a:lnTo>
                  <a:lnTo>
                    <a:pt x="6436445" y="184973"/>
                  </a:lnTo>
                  <a:lnTo>
                    <a:pt x="6491097" y="165810"/>
                  </a:lnTo>
                  <a:lnTo>
                    <a:pt x="6545045" y="147616"/>
                  </a:lnTo>
                  <a:lnTo>
                    <a:pt x="6598299" y="130555"/>
                  </a:lnTo>
                  <a:lnTo>
                    <a:pt x="6650996" y="114738"/>
                  </a:lnTo>
                  <a:lnTo>
                    <a:pt x="6703418" y="100220"/>
                  </a:lnTo>
                  <a:lnTo>
                    <a:pt x="6756010" y="87009"/>
                  </a:lnTo>
                  <a:lnTo>
                    <a:pt x="6786527" y="80001"/>
                  </a:lnTo>
                  <a:lnTo>
                    <a:pt x="6836209" y="69661"/>
                  </a:lnTo>
                  <a:lnTo>
                    <a:pt x="6887610" y="60374"/>
                  </a:lnTo>
                  <a:lnTo>
                    <a:pt x="6941556" y="52085"/>
                  </a:lnTo>
                  <a:lnTo>
                    <a:pt x="6998968" y="44700"/>
                  </a:lnTo>
                  <a:lnTo>
                    <a:pt x="7060782" y="38115"/>
                  </a:lnTo>
                  <a:lnTo>
                    <a:pt x="7127866" y="32229"/>
                  </a:lnTo>
                  <a:lnTo>
                    <a:pt x="7200913" y="26956"/>
                  </a:lnTo>
                  <a:lnTo>
                    <a:pt x="7280302" y="22225"/>
                  </a:lnTo>
                  <a:lnTo>
                    <a:pt x="7365911" y="17987"/>
                  </a:lnTo>
                  <a:lnTo>
                    <a:pt x="7456897" y="14210"/>
                  </a:lnTo>
                  <a:lnTo>
                    <a:pt x="7551487" y="10883"/>
                  </a:lnTo>
                  <a:lnTo>
                    <a:pt x="7646854" y="8011"/>
                  </a:lnTo>
                  <a:lnTo>
                    <a:pt x="7739176" y="5603"/>
                  </a:lnTo>
                  <a:lnTo>
                    <a:pt x="7824010" y="3668"/>
                  </a:lnTo>
                  <a:lnTo>
                    <a:pt x="7896971" y="2200"/>
                  </a:lnTo>
                  <a:lnTo>
                    <a:pt x="7954616" y="1169"/>
                  </a:lnTo>
                  <a:lnTo>
                    <a:pt x="7995282" y="518"/>
                  </a:lnTo>
                  <a:lnTo>
                    <a:pt x="8019577" y="169"/>
                  </a:lnTo>
                  <a:lnTo>
                    <a:pt x="8030429" y="28"/>
                  </a:lnTo>
                  <a:lnTo>
                    <a:pt x="8032801" y="0"/>
                  </a:lnTo>
                  <a:lnTo>
                    <a:pt x="8032819" y="0"/>
                  </a:lnTo>
                  <a:lnTo>
                    <a:pt x="8554953" y="0"/>
                  </a:lnTo>
                  <a:lnTo>
                    <a:pt x="8554953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408" name="pl1408"/>
            <p:cNvSpPr/>
            <p:nvPr/>
          </p:nvSpPr>
          <p:spPr>
            <a:xfrm>
              <a:off x="386606" y="1061307"/>
              <a:ext cx="8554953" cy="3540776"/>
            </a:xfrm>
            <a:custGeom>
              <a:avLst/>
              <a:pathLst>
                <a:path w="8554953" h="3540776">
                  <a:moveTo>
                    <a:pt x="8554953" y="0"/>
                  </a:moveTo>
                  <a:lnTo>
                    <a:pt x="8032819" y="0"/>
                  </a:lnTo>
                  <a:lnTo>
                    <a:pt x="8031553" y="14"/>
                  </a:lnTo>
                  <a:lnTo>
                    <a:pt x="8023276" y="119"/>
                  </a:lnTo>
                  <a:lnTo>
                    <a:pt x="8002583" y="409"/>
                  </a:lnTo>
                  <a:lnTo>
                    <a:pt x="7966022" y="979"/>
                  </a:lnTo>
                  <a:lnTo>
                    <a:pt x="7912410" y="1912"/>
                  </a:lnTo>
                  <a:lnTo>
                    <a:pt x="7842893" y="3271"/>
                  </a:lnTo>
                  <a:lnTo>
                    <a:pt x="7760548" y="5092"/>
                  </a:lnTo>
                  <a:lnTo>
                    <a:pt x="7669617" y="7386"/>
                  </a:lnTo>
                  <a:lnTo>
                    <a:pt x="7574605" y="10147"/>
                  </a:lnTo>
                  <a:lnTo>
                    <a:pt x="7479527" y="13364"/>
                  </a:lnTo>
                  <a:lnTo>
                    <a:pt x="7387468" y="17032"/>
                  </a:lnTo>
                  <a:lnTo>
                    <a:pt x="7300450" y="21157"/>
                  </a:lnTo>
                  <a:lnTo>
                    <a:pt x="7219522" y="25765"/>
                  </a:lnTo>
                  <a:lnTo>
                    <a:pt x="7144960" y="30901"/>
                  </a:lnTo>
                  <a:lnTo>
                    <a:pt x="7076489" y="36631"/>
                  </a:lnTo>
                  <a:lnTo>
                    <a:pt x="7013476" y="43038"/>
                  </a:lnTo>
                  <a:lnTo>
                    <a:pt x="6955084" y="50220"/>
                  </a:lnTo>
                  <a:lnTo>
                    <a:pt x="6900387" y="58281"/>
                  </a:lnTo>
                  <a:lnTo>
                    <a:pt x="6848451" y="67320"/>
                  </a:lnTo>
                  <a:lnTo>
                    <a:pt x="6798420" y="77404"/>
                  </a:lnTo>
                  <a:lnTo>
                    <a:pt x="6786527" y="80001"/>
                  </a:lnTo>
                  <a:lnTo>
                    <a:pt x="6733561" y="92475"/>
                  </a:lnTo>
                  <a:lnTo>
                    <a:pt x="6681107" y="106241"/>
                  </a:lnTo>
                  <a:lnTo>
                    <a:pt x="6628613" y="121316"/>
                  </a:lnTo>
                  <a:lnTo>
                    <a:pt x="6575704" y="137672"/>
                  </a:lnTo>
                  <a:lnTo>
                    <a:pt x="6522164" y="155232"/>
                  </a:lnTo>
                  <a:lnTo>
                    <a:pt x="6467910" y="173862"/>
                  </a:lnTo>
                  <a:lnTo>
                    <a:pt x="6412983" y="193374"/>
                  </a:lnTo>
                  <a:lnTo>
                    <a:pt x="6357518" y="213537"/>
                  </a:lnTo>
                  <a:lnTo>
                    <a:pt x="6301726" y="234078"/>
                  </a:lnTo>
                  <a:lnTo>
                    <a:pt x="6245857" y="254704"/>
                  </a:lnTo>
                  <a:lnTo>
                    <a:pt x="6190175" y="275119"/>
                  </a:lnTo>
                  <a:lnTo>
                    <a:pt x="6134917" y="295036"/>
                  </a:lnTo>
                  <a:lnTo>
                    <a:pt x="6080265" y="314199"/>
                  </a:lnTo>
                  <a:lnTo>
                    <a:pt x="6026317" y="332392"/>
                  </a:lnTo>
                  <a:lnTo>
                    <a:pt x="5973063" y="349453"/>
                  </a:lnTo>
                  <a:lnTo>
                    <a:pt x="5920366" y="365271"/>
                  </a:lnTo>
                  <a:lnTo>
                    <a:pt x="5867944" y="379789"/>
                  </a:lnTo>
                  <a:lnTo>
                    <a:pt x="5815352" y="393000"/>
                  </a:lnTo>
                  <a:lnTo>
                    <a:pt x="5784835" y="400007"/>
                  </a:lnTo>
                  <a:lnTo>
                    <a:pt x="5735153" y="410348"/>
                  </a:lnTo>
                  <a:lnTo>
                    <a:pt x="5683752" y="419635"/>
                  </a:lnTo>
                  <a:lnTo>
                    <a:pt x="5629806" y="427924"/>
                  </a:lnTo>
                  <a:lnTo>
                    <a:pt x="5572394" y="435309"/>
                  </a:lnTo>
                  <a:lnTo>
                    <a:pt x="5510580" y="441894"/>
                  </a:lnTo>
                  <a:lnTo>
                    <a:pt x="5443496" y="447779"/>
                  </a:lnTo>
                  <a:lnTo>
                    <a:pt x="5370449" y="453052"/>
                  </a:lnTo>
                  <a:lnTo>
                    <a:pt x="5291060" y="457783"/>
                  </a:lnTo>
                  <a:lnTo>
                    <a:pt x="5205451" y="462022"/>
                  </a:lnTo>
                  <a:lnTo>
                    <a:pt x="5114465" y="465799"/>
                  </a:lnTo>
                  <a:lnTo>
                    <a:pt x="5019875" y="469125"/>
                  </a:lnTo>
                  <a:lnTo>
                    <a:pt x="4924508" y="471998"/>
                  </a:lnTo>
                  <a:lnTo>
                    <a:pt x="4832186" y="474405"/>
                  </a:lnTo>
                  <a:lnTo>
                    <a:pt x="4747351" y="476340"/>
                  </a:lnTo>
                  <a:lnTo>
                    <a:pt x="4674391" y="477809"/>
                  </a:lnTo>
                  <a:lnTo>
                    <a:pt x="4616746" y="478840"/>
                  </a:lnTo>
                  <a:lnTo>
                    <a:pt x="4576080" y="479491"/>
                  </a:lnTo>
                  <a:lnTo>
                    <a:pt x="4551785" y="479840"/>
                  </a:lnTo>
                  <a:lnTo>
                    <a:pt x="4540933" y="479981"/>
                  </a:lnTo>
                  <a:lnTo>
                    <a:pt x="4538561" y="480009"/>
                  </a:lnTo>
                  <a:lnTo>
                    <a:pt x="4538543" y="480009"/>
                  </a:lnTo>
                  <a:lnTo>
                    <a:pt x="4016409" y="480009"/>
                  </a:lnTo>
                  <a:lnTo>
                    <a:pt x="4015276" y="480093"/>
                  </a:lnTo>
                  <a:lnTo>
                    <a:pt x="4007849" y="480689"/>
                  </a:lnTo>
                  <a:lnTo>
                    <a:pt x="3989208" y="482340"/>
                  </a:lnTo>
                  <a:lnTo>
                    <a:pt x="3956095" y="485584"/>
                  </a:lnTo>
                  <a:lnTo>
                    <a:pt x="3907180" y="490910"/>
                  </a:lnTo>
                  <a:lnTo>
                    <a:pt x="3843154" y="498698"/>
                  </a:lnTo>
                  <a:lnTo>
                    <a:pt x="3766469" y="509185"/>
                  </a:lnTo>
                  <a:lnTo>
                    <a:pt x="3680744" y="522464"/>
                  </a:lnTo>
                  <a:lnTo>
                    <a:pt x="3590019" y="538524"/>
                  </a:lnTo>
                  <a:lnTo>
                    <a:pt x="3498080" y="557303"/>
                  </a:lnTo>
                  <a:lnTo>
                    <a:pt x="3408003" y="578750"/>
                  </a:lnTo>
                  <a:lnTo>
                    <a:pt x="3321961" y="602873"/>
                  </a:lnTo>
                  <a:lnTo>
                    <a:pt x="3241240" y="629771"/>
                  </a:lnTo>
                  <a:lnTo>
                    <a:pt x="3166380" y="659647"/>
                  </a:lnTo>
                  <a:lnTo>
                    <a:pt x="3097355" y="692818"/>
                  </a:lnTo>
                  <a:lnTo>
                    <a:pt x="3033750" y="729707"/>
                  </a:lnTo>
                  <a:lnTo>
                    <a:pt x="2974907" y="770827"/>
                  </a:lnTo>
                  <a:lnTo>
                    <a:pt x="2920036" y="816756"/>
                  </a:lnTo>
                  <a:lnTo>
                    <a:pt x="2868299" y="868088"/>
                  </a:lnTo>
                  <a:lnTo>
                    <a:pt x="2818876" y="925347"/>
                  </a:lnTo>
                  <a:lnTo>
                    <a:pt x="2771034" y="988843"/>
                  </a:lnTo>
                  <a:lnTo>
                    <a:pt x="2770117" y="990137"/>
                  </a:lnTo>
                  <a:lnTo>
                    <a:pt x="2734004" y="1043354"/>
                  </a:lnTo>
                  <a:lnTo>
                    <a:pt x="2698226" y="1100342"/>
                  </a:lnTo>
                  <a:lnTo>
                    <a:pt x="2662577" y="1161179"/>
                  </a:lnTo>
                  <a:lnTo>
                    <a:pt x="2626898" y="1225885"/>
                  </a:lnTo>
                  <a:lnTo>
                    <a:pt x="2591064" y="1294416"/>
                  </a:lnTo>
                  <a:lnTo>
                    <a:pt x="2554987" y="1366661"/>
                  </a:lnTo>
                  <a:lnTo>
                    <a:pt x="2518610" y="1442436"/>
                  </a:lnTo>
                  <a:lnTo>
                    <a:pt x="2481904" y="1521482"/>
                  </a:lnTo>
                  <a:lnTo>
                    <a:pt x="2444867" y="1603466"/>
                  </a:lnTo>
                  <a:lnTo>
                    <a:pt x="2407522" y="1687985"/>
                  </a:lnTo>
                  <a:lnTo>
                    <a:pt x="2369912" y="1774572"/>
                  </a:lnTo>
                  <a:lnTo>
                    <a:pt x="2332094" y="1862705"/>
                  </a:lnTo>
                  <a:lnTo>
                    <a:pt x="2294143" y="1951821"/>
                  </a:lnTo>
                  <a:lnTo>
                    <a:pt x="2256136" y="2041331"/>
                  </a:lnTo>
                  <a:lnTo>
                    <a:pt x="2218159" y="2130633"/>
                  </a:lnTo>
                  <a:lnTo>
                    <a:pt x="2180292" y="2219131"/>
                  </a:lnTo>
                  <a:lnTo>
                    <a:pt x="2142611" y="2306253"/>
                  </a:lnTo>
                  <a:lnTo>
                    <a:pt x="2105178" y="2391463"/>
                  </a:lnTo>
                  <a:lnTo>
                    <a:pt x="2068043" y="2474276"/>
                  </a:lnTo>
                  <a:lnTo>
                    <a:pt x="2031234" y="2554269"/>
                  </a:lnTo>
                  <a:lnTo>
                    <a:pt x="1994757" y="2631085"/>
                  </a:lnTo>
                  <a:lnTo>
                    <a:pt x="1958592" y="2704444"/>
                  </a:lnTo>
                  <a:lnTo>
                    <a:pt x="1922691" y="2774137"/>
                  </a:lnTo>
                  <a:lnTo>
                    <a:pt x="1886975" y="2840032"/>
                  </a:lnTo>
                  <a:lnTo>
                    <a:pt x="1851333" y="2902065"/>
                  </a:lnTo>
                  <a:lnTo>
                    <a:pt x="1815614" y="2960236"/>
                  </a:lnTo>
                  <a:lnTo>
                    <a:pt x="1779629" y="3014607"/>
                  </a:lnTo>
                  <a:lnTo>
                    <a:pt x="1768425" y="3030648"/>
                  </a:lnTo>
                  <a:lnTo>
                    <a:pt x="1720607" y="3094265"/>
                  </a:lnTo>
                  <a:lnTo>
                    <a:pt x="1671221" y="3151644"/>
                  </a:lnTo>
                  <a:lnTo>
                    <a:pt x="1619537" y="3203086"/>
                  </a:lnTo>
                  <a:lnTo>
                    <a:pt x="1564735" y="3249115"/>
                  </a:lnTo>
                  <a:lnTo>
                    <a:pt x="1505977" y="3290322"/>
                  </a:lnTo>
                  <a:lnTo>
                    <a:pt x="1442471" y="3327288"/>
                  </a:lnTo>
                  <a:lnTo>
                    <a:pt x="1373556" y="3360527"/>
                  </a:lnTo>
                  <a:lnTo>
                    <a:pt x="1298811" y="3390464"/>
                  </a:lnTo>
                  <a:lnTo>
                    <a:pt x="1218201" y="3417416"/>
                  </a:lnTo>
                  <a:lnTo>
                    <a:pt x="1132252" y="3441592"/>
                  </a:lnTo>
                  <a:lnTo>
                    <a:pt x="1042236" y="3463091"/>
                  </a:lnTo>
                  <a:lnTo>
                    <a:pt x="950307" y="3481922"/>
                  </a:lnTo>
                  <a:lnTo>
                    <a:pt x="859524" y="3498035"/>
                  </a:lnTo>
                  <a:lnTo>
                    <a:pt x="773663" y="3511369"/>
                  </a:lnTo>
                  <a:lnTo>
                    <a:pt x="696766" y="3521909"/>
                  </a:lnTo>
                  <a:lnTo>
                    <a:pt x="632466" y="3529748"/>
                  </a:lnTo>
                  <a:lnTo>
                    <a:pt x="583245" y="3535119"/>
                  </a:lnTo>
                  <a:lnTo>
                    <a:pt x="549831" y="3538399"/>
                  </a:lnTo>
                  <a:lnTo>
                    <a:pt x="530935" y="3540075"/>
                  </a:lnTo>
                  <a:lnTo>
                    <a:pt x="523332" y="3540687"/>
                  </a:lnTo>
                  <a:lnTo>
                    <a:pt x="522133" y="3540776"/>
                  </a:lnTo>
                  <a:lnTo>
                    <a:pt x="522133" y="3540776"/>
                  </a:lnTo>
                  <a:lnTo>
                    <a:pt x="0" y="3540776"/>
                  </a:lnTo>
                  <a:lnTo>
                    <a:pt x="0" y="3540776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409" name="pg1409"/>
            <p:cNvSpPr/>
            <p:nvPr/>
          </p:nvSpPr>
          <p:spPr>
            <a:xfrm>
              <a:off x="386606" y="1637318"/>
              <a:ext cx="8554953" cy="2976059"/>
            </a:xfrm>
            <a:custGeom>
              <a:avLst/>
              <a:pathLst>
                <a:path w="8554953" h="2976059">
                  <a:moveTo>
                    <a:pt x="0" y="2976059"/>
                  </a:moveTo>
                  <a:lnTo>
                    <a:pt x="522133" y="2976059"/>
                  </a:lnTo>
                  <a:lnTo>
                    <a:pt x="523273" y="2975977"/>
                  </a:lnTo>
                  <a:lnTo>
                    <a:pt x="530745" y="2975394"/>
                  </a:lnTo>
                  <a:lnTo>
                    <a:pt x="549495" y="2973783"/>
                  </a:lnTo>
                  <a:lnTo>
                    <a:pt x="582791" y="2970614"/>
                  </a:lnTo>
                  <a:lnTo>
                    <a:pt x="631958" y="2965413"/>
                  </a:lnTo>
                  <a:lnTo>
                    <a:pt x="696281" y="2957810"/>
                  </a:lnTo>
                  <a:lnTo>
                    <a:pt x="773276" y="2947574"/>
                  </a:lnTo>
                  <a:lnTo>
                    <a:pt x="859291" y="2934617"/>
                  </a:lnTo>
                  <a:lnTo>
                    <a:pt x="950259" y="2918951"/>
                  </a:lnTo>
                  <a:lnTo>
                    <a:pt x="1042380" y="2900636"/>
                  </a:lnTo>
                  <a:lnTo>
                    <a:pt x="1132577" y="2879722"/>
                  </a:lnTo>
                  <a:lnTo>
                    <a:pt x="1218682" y="2856198"/>
                  </a:lnTo>
                  <a:lnTo>
                    <a:pt x="1299422" y="2829967"/>
                  </a:lnTo>
                  <a:lnTo>
                    <a:pt x="1374271" y="2800826"/>
                  </a:lnTo>
                  <a:lnTo>
                    <a:pt x="1443269" y="2768462"/>
                  </a:lnTo>
                  <a:lnTo>
                    <a:pt x="1506841" y="2732462"/>
                  </a:lnTo>
                  <a:lnTo>
                    <a:pt x="1565656" y="2692320"/>
                  </a:lnTo>
                  <a:lnTo>
                    <a:pt x="1620511" y="2647471"/>
                  </a:lnTo>
                  <a:lnTo>
                    <a:pt x="1672252" y="2597334"/>
                  </a:lnTo>
                  <a:lnTo>
                    <a:pt x="1721700" y="2541404"/>
                  </a:lnTo>
                  <a:lnTo>
                    <a:pt x="1768425" y="2480990"/>
                  </a:lnTo>
                  <a:lnTo>
                    <a:pt x="1804971" y="2428698"/>
                  </a:lnTo>
                  <a:lnTo>
                    <a:pt x="1841178" y="2372656"/>
                  </a:lnTo>
                  <a:lnTo>
                    <a:pt x="1877256" y="2312788"/>
                  </a:lnTo>
                  <a:lnTo>
                    <a:pt x="1913371" y="2249074"/>
                  </a:lnTo>
                  <a:lnTo>
                    <a:pt x="1949648" y="2181561"/>
                  </a:lnTo>
                  <a:lnTo>
                    <a:pt x="1986180" y="2110366"/>
                  </a:lnTo>
                  <a:lnTo>
                    <a:pt x="2023022" y="2035678"/>
                  </a:lnTo>
                  <a:lnTo>
                    <a:pt x="2060202" y="1957763"/>
                  </a:lnTo>
                  <a:lnTo>
                    <a:pt x="2097719" y="1876964"/>
                  </a:lnTo>
                  <a:lnTo>
                    <a:pt x="2135548" y="1793693"/>
                  </a:lnTo>
                  <a:lnTo>
                    <a:pt x="2173643" y="1708427"/>
                  </a:lnTo>
                  <a:lnTo>
                    <a:pt x="2211940" y="1621695"/>
                  </a:lnTo>
                  <a:lnTo>
                    <a:pt x="2250364" y="1534070"/>
                  </a:lnTo>
                  <a:lnTo>
                    <a:pt x="2288830" y="1446148"/>
                  </a:lnTo>
                  <a:lnTo>
                    <a:pt x="2327252" y="1358533"/>
                  </a:lnTo>
                  <a:lnTo>
                    <a:pt x="2365546" y="1271821"/>
                  </a:lnTo>
                  <a:lnTo>
                    <a:pt x="2403637" y="1186584"/>
                  </a:lnTo>
                  <a:lnTo>
                    <a:pt x="2441461" y="1103351"/>
                  </a:lnTo>
                  <a:lnTo>
                    <a:pt x="2478973" y="1022598"/>
                  </a:lnTo>
                  <a:lnTo>
                    <a:pt x="2516147" y="944736"/>
                  </a:lnTo>
                  <a:lnTo>
                    <a:pt x="2552983" y="870105"/>
                  </a:lnTo>
                  <a:lnTo>
                    <a:pt x="2589510" y="798970"/>
                  </a:lnTo>
                  <a:lnTo>
                    <a:pt x="2625784" y="731521"/>
                  </a:lnTo>
                  <a:lnTo>
                    <a:pt x="2661897" y="667872"/>
                  </a:lnTo>
                  <a:lnTo>
                    <a:pt x="2697975" y="608069"/>
                  </a:lnTo>
                  <a:lnTo>
                    <a:pt x="2734186" y="552091"/>
                  </a:lnTo>
                  <a:lnTo>
                    <a:pt x="2770117" y="500715"/>
                  </a:lnTo>
                  <a:lnTo>
                    <a:pt x="2818037" y="438853"/>
                  </a:lnTo>
                  <a:lnTo>
                    <a:pt x="2867532" y="383070"/>
                  </a:lnTo>
                  <a:lnTo>
                    <a:pt x="2919340" y="333070"/>
                  </a:lnTo>
                  <a:lnTo>
                    <a:pt x="2974282" y="288344"/>
                  </a:lnTo>
                  <a:lnTo>
                    <a:pt x="3033205" y="248310"/>
                  </a:lnTo>
                  <a:lnTo>
                    <a:pt x="3096903" y="212405"/>
                  </a:lnTo>
                  <a:lnTo>
                    <a:pt x="3166041" y="180126"/>
                  </a:lnTo>
                  <a:lnTo>
                    <a:pt x="3241036" y="151059"/>
                  </a:lnTo>
                  <a:lnTo>
                    <a:pt x="3321917" y="124897"/>
                  </a:lnTo>
                  <a:lnTo>
                    <a:pt x="3408142" y="101438"/>
                  </a:lnTo>
                  <a:lnTo>
                    <a:pt x="3498416" y="80587"/>
                  </a:lnTo>
                  <a:lnTo>
                    <a:pt x="3590549" y="62337"/>
                  </a:lnTo>
                  <a:lnTo>
                    <a:pt x="3681443" y="46737"/>
                  </a:lnTo>
                  <a:lnTo>
                    <a:pt x="3767285" y="33847"/>
                  </a:lnTo>
                  <a:lnTo>
                    <a:pt x="3844008" y="23678"/>
                  </a:lnTo>
                  <a:lnTo>
                    <a:pt x="3907982" y="16137"/>
                  </a:lnTo>
                  <a:lnTo>
                    <a:pt x="3956759" y="10991"/>
                  </a:lnTo>
                  <a:lnTo>
                    <a:pt x="3989674" y="7867"/>
                  </a:lnTo>
                  <a:lnTo>
                    <a:pt x="4008099" y="6287"/>
                  </a:lnTo>
                  <a:lnTo>
                    <a:pt x="4015350" y="5722"/>
                  </a:lnTo>
                  <a:lnTo>
                    <a:pt x="4016409" y="5647"/>
                  </a:lnTo>
                  <a:lnTo>
                    <a:pt x="4538543" y="5647"/>
                  </a:lnTo>
                  <a:lnTo>
                    <a:pt x="4539793" y="5680"/>
                  </a:lnTo>
                  <a:lnTo>
                    <a:pt x="4547966" y="5919"/>
                  </a:lnTo>
                  <a:lnTo>
                    <a:pt x="4568409" y="6579"/>
                  </a:lnTo>
                  <a:lnTo>
                    <a:pt x="4604553" y="7876"/>
                  </a:lnTo>
                  <a:lnTo>
                    <a:pt x="4657599" y="10000"/>
                  </a:lnTo>
                  <a:lnTo>
                    <a:pt x="4726461" y="13095"/>
                  </a:lnTo>
                  <a:lnTo>
                    <a:pt x="4808138" y="17244"/>
                  </a:lnTo>
                  <a:lnTo>
                    <a:pt x="4898463" y="22474"/>
                  </a:lnTo>
                  <a:lnTo>
                    <a:pt x="4992986" y="28774"/>
                  </a:lnTo>
                  <a:lnTo>
                    <a:pt x="5087715" y="36117"/>
                  </a:lnTo>
                  <a:lnTo>
                    <a:pt x="5179562" y="44489"/>
                  </a:lnTo>
                  <a:lnTo>
                    <a:pt x="5266484" y="53906"/>
                  </a:lnTo>
                  <a:lnTo>
                    <a:pt x="5347403" y="64422"/>
                  </a:lnTo>
                  <a:lnTo>
                    <a:pt x="5422009" y="76139"/>
                  </a:lnTo>
                  <a:lnTo>
                    <a:pt x="5490550" y="89201"/>
                  </a:lnTo>
                  <a:lnTo>
                    <a:pt x="5553631" y="103798"/>
                  </a:lnTo>
                  <a:lnTo>
                    <a:pt x="5612068" y="120149"/>
                  </a:lnTo>
                  <a:lnTo>
                    <a:pt x="5666775" y="138493"/>
                  </a:lnTo>
                  <a:lnTo>
                    <a:pt x="5718672" y="159054"/>
                  </a:lnTo>
                  <a:lnTo>
                    <a:pt x="5768615" y="181997"/>
                  </a:lnTo>
                  <a:lnTo>
                    <a:pt x="5784835" y="190121"/>
                  </a:lnTo>
                  <a:lnTo>
                    <a:pt x="5833557" y="216456"/>
                  </a:lnTo>
                  <a:lnTo>
                    <a:pt x="5881804" y="245302"/>
                  </a:lnTo>
                  <a:lnTo>
                    <a:pt x="5930022" y="276702"/>
                  </a:lnTo>
                  <a:lnTo>
                    <a:pt x="5978529" y="310623"/>
                  </a:lnTo>
                  <a:lnTo>
                    <a:pt x="6027526" y="346952"/>
                  </a:lnTo>
                  <a:lnTo>
                    <a:pt x="6077112" y="385484"/>
                  </a:lnTo>
                  <a:lnTo>
                    <a:pt x="6127296" y="425926"/>
                  </a:lnTo>
                  <a:lnTo>
                    <a:pt x="6178009" y="467904"/>
                  </a:lnTo>
                  <a:lnTo>
                    <a:pt x="6229120" y="510967"/>
                  </a:lnTo>
                  <a:lnTo>
                    <a:pt x="6280453" y="554616"/>
                  </a:lnTo>
                  <a:lnTo>
                    <a:pt x="6331807" y="598319"/>
                  </a:lnTo>
                  <a:lnTo>
                    <a:pt x="6382978" y="641544"/>
                  </a:lnTo>
                  <a:lnTo>
                    <a:pt x="6433785" y="683780"/>
                  </a:lnTo>
                  <a:lnTo>
                    <a:pt x="6484085" y="724569"/>
                  </a:lnTo>
                  <a:lnTo>
                    <a:pt x="6533794" y="763516"/>
                  </a:lnTo>
                  <a:lnTo>
                    <a:pt x="6582906" y="800312"/>
                  </a:lnTo>
                  <a:lnTo>
                    <a:pt x="6631499" y="834735"/>
                  </a:lnTo>
                  <a:lnTo>
                    <a:pt x="6679755" y="866654"/>
                  </a:lnTo>
                  <a:lnTo>
                    <a:pt x="6727964" y="896018"/>
                  </a:lnTo>
                  <a:lnTo>
                    <a:pt x="6776546" y="922858"/>
                  </a:lnTo>
                  <a:lnTo>
                    <a:pt x="6786527" y="928018"/>
                  </a:lnTo>
                  <a:lnTo>
                    <a:pt x="6835988" y="951763"/>
                  </a:lnTo>
                  <a:lnTo>
                    <a:pt x="6887150" y="973099"/>
                  </a:lnTo>
                  <a:lnTo>
                    <a:pt x="6940827" y="992153"/>
                  </a:lnTo>
                  <a:lnTo>
                    <a:pt x="6997927" y="1009137"/>
                  </a:lnTo>
                  <a:lnTo>
                    <a:pt x="7059375" y="1024288"/>
                  </a:lnTo>
                  <a:lnTo>
                    <a:pt x="7126029" y="1037836"/>
                  </a:lnTo>
                  <a:lnTo>
                    <a:pt x="7198580" y="1049980"/>
                  </a:lnTo>
                  <a:lnTo>
                    <a:pt x="7277412" y="1060879"/>
                  </a:lnTo>
                  <a:lnTo>
                    <a:pt x="7362426" y="1070651"/>
                  </a:lnTo>
                  <a:lnTo>
                    <a:pt x="7452819" y="1079366"/>
                  </a:lnTo>
                  <a:lnTo>
                    <a:pt x="7546885" y="1087050"/>
                  </a:lnTo>
                  <a:lnTo>
                    <a:pt x="7641879" y="1093697"/>
                  </a:lnTo>
                  <a:lnTo>
                    <a:pt x="7734076" y="1099284"/>
                  </a:lnTo>
                  <a:lnTo>
                    <a:pt x="7819108" y="1103790"/>
                  </a:lnTo>
                  <a:lnTo>
                    <a:pt x="7892617" y="1107228"/>
                  </a:lnTo>
                  <a:lnTo>
                    <a:pt x="7951122" y="1109660"/>
                  </a:lnTo>
                  <a:lnTo>
                    <a:pt x="7992839" y="1111211"/>
                  </a:lnTo>
                  <a:lnTo>
                    <a:pt x="8018202" y="1112059"/>
                  </a:lnTo>
                  <a:lnTo>
                    <a:pt x="8029930" y="1112413"/>
                  </a:lnTo>
                  <a:lnTo>
                    <a:pt x="8032819" y="1112492"/>
                  </a:lnTo>
                  <a:lnTo>
                    <a:pt x="8554953" y="1112492"/>
                  </a:lnTo>
                  <a:lnTo>
                    <a:pt x="8554953" y="1106845"/>
                  </a:lnTo>
                  <a:lnTo>
                    <a:pt x="8032819" y="1106845"/>
                  </a:lnTo>
                  <a:lnTo>
                    <a:pt x="8031569" y="1106812"/>
                  </a:lnTo>
                  <a:lnTo>
                    <a:pt x="8023396" y="1106573"/>
                  </a:lnTo>
                  <a:lnTo>
                    <a:pt x="8002953" y="1105913"/>
                  </a:lnTo>
                  <a:lnTo>
                    <a:pt x="7966809" y="1104616"/>
                  </a:lnTo>
                  <a:lnTo>
                    <a:pt x="7913763" y="1102492"/>
                  </a:lnTo>
                  <a:lnTo>
                    <a:pt x="7844901" y="1099397"/>
                  </a:lnTo>
                  <a:lnTo>
                    <a:pt x="7763224" y="1095248"/>
                  </a:lnTo>
                  <a:lnTo>
                    <a:pt x="7672899" y="1090017"/>
                  </a:lnTo>
                  <a:lnTo>
                    <a:pt x="7578376" y="1083718"/>
                  </a:lnTo>
                  <a:lnTo>
                    <a:pt x="7483647" y="1076375"/>
                  </a:lnTo>
                  <a:lnTo>
                    <a:pt x="7391800" y="1068002"/>
                  </a:lnTo>
                  <a:lnTo>
                    <a:pt x="7304878" y="1058586"/>
                  </a:lnTo>
                  <a:lnTo>
                    <a:pt x="7223959" y="1048070"/>
                  </a:lnTo>
                  <a:lnTo>
                    <a:pt x="7149353" y="1036353"/>
                  </a:lnTo>
                  <a:lnTo>
                    <a:pt x="7080812" y="1023290"/>
                  </a:lnTo>
                  <a:lnTo>
                    <a:pt x="7017731" y="1008694"/>
                  </a:lnTo>
                  <a:lnTo>
                    <a:pt x="6959294" y="992342"/>
                  </a:lnTo>
                  <a:lnTo>
                    <a:pt x="6904587" y="973999"/>
                  </a:lnTo>
                  <a:lnTo>
                    <a:pt x="6852690" y="953438"/>
                  </a:lnTo>
                  <a:lnTo>
                    <a:pt x="6802747" y="930495"/>
                  </a:lnTo>
                  <a:lnTo>
                    <a:pt x="6786527" y="922371"/>
                  </a:lnTo>
                  <a:lnTo>
                    <a:pt x="6737805" y="896036"/>
                  </a:lnTo>
                  <a:lnTo>
                    <a:pt x="6689558" y="867189"/>
                  </a:lnTo>
                  <a:lnTo>
                    <a:pt x="6641339" y="835790"/>
                  </a:lnTo>
                  <a:lnTo>
                    <a:pt x="6592833" y="801868"/>
                  </a:lnTo>
                  <a:lnTo>
                    <a:pt x="6543836" y="765540"/>
                  </a:lnTo>
                  <a:lnTo>
                    <a:pt x="6494250" y="727008"/>
                  </a:lnTo>
                  <a:lnTo>
                    <a:pt x="6444066" y="686565"/>
                  </a:lnTo>
                  <a:lnTo>
                    <a:pt x="6393353" y="644588"/>
                  </a:lnTo>
                  <a:lnTo>
                    <a:pt x="6342242" y="601524"/>
                  </a:lnTo>
                  <a:lnTo>
                    <a:pt x="6290909" y="557876"/>
                  </a:lnTo>
                  <a:lnTo>
                    <a:pt x="6239555" y="514173"/>
                  </a:lnTo>
                  <a:lnTo>
                    <a:pt x="6188384" y="470948"/>
                  </a:lnTo>
                  <a:lnTo>
                    <a:pt x="6137577" y="428711"/>
                  </a:lnTo>
                  <a:lnTo>
                    <a:pt x="6087277" y="387923"/>
                  </a:lnTo>
                  <a:lnTo>
                    <a:pt x="6037568" y="348976"/>
                  </a:lnTo>
                  <a:lnTo>
                    <a:pt x="5988456" y="312180"/>
                  </a:lnTo>
                  <a:lnTo>
                    <a:pt x="5939863" y="277756"/>
                  </a:lnTo>
                  <a:lnTo>
                    <a:pt x="5891607" y="245838"/>
                  </a:lnTo>
                  <a:lnTo>
                    <a:pt x="5843398" y="216473"/>
                  </a:lnTo>
                  <a:lnTo>
                    <a:pt x="5794816" y="189634"/>
                  </a:lnTo>
                  <a:lnTo>
                    <a:pt x="5784835" y="184474"/>
                  </a:lnTo>
                  <a:lnTo>
                    <a:pt x="5735374" y="160729"/>
                  </a:lnTo>
                  <a:lnTo>
                    <a:pt x="5684212" y="139393"/>
                  </a:lnTo>
                  <a:lnTo>
                    <a:pt x="5630535" y="120339"/>
                  </a:lnTo>
                  <a:lnTo>
                    <a:pt x="5573435" y="103355"/>
                  </a:lnTo>
                  <a:lnTo>
                    <a:pt x="5511987" y="88203"/>
                  </a:lnTo>
                  <a:lnTo>
                    <a:pt x="5445333" y="74656"/>
                  </a:lnTo>
                  <a:lnTo>
                    <a:pt x="5372782" y="62512"/>
                  </a:lnTo>
                  <a:lnTo>
                    <a:pt x="5293950" y="51612"/>
                  </a:lnTo>
                  <a:lnTo>
                    <a:pt x="5208936" y="41840"/>
                  </a:lnTo>
                  <a:lnTo>
                    <a:pt x="5118543" y="33126"/>
                  </a:lnTo>
                  <a:lnTo>
                    <a:pt x="5024477" y="25442"/>
                  </a:lnTo>
                  <a:lnTo>
                    <a:pt x="4929483" y="18794"/>
                  </a:lnTo>
                  <a:lnTo>
                    <a:pt x="4837286" y="13208"/>
                  </a:lnTo>
                  <a:lnTo>
                    <a:pt x="4752254" y="8701"/>
                  </a:lnTo>
                  <a:lnTo>
                    <a:pt x="4678745" y="5264"/>
                  </a:lnTo>
                  <a:lnTo>
                    <a:pt x="4620240" y="2832"/>
                  </a:lnTo>
                  <a:lnTo>
                    <a:pt x="4578523" y="1280"/>
                  </a:lnTo>
                  <a:lnTo>
                    <a:pt x="4553160" y="433"/>
                  </a:lnTo>
                  <a:lnTo>
                    <a:pt x="4541432" y="79"/>
                  </a:lnTo>
                  <a:lnTo>
                    <a:pt x="4538543" y="0"/>
                  </a:lnTo>
                  <a:lnTo>
                    <a:pt x="4016409" y="0"/>
                  </a:lnTo>
                  <a:lnTo>
                    <a:pt x="4015269" y="81"/>
                  </a:lnTo>
                  <a:lnTo>
                    <a:pt x="4007797" y="664"/>
                  </a:lnTo>
                  <a:lnTo>
                    <a:pt x="3989047" y="2276"/>
                  </a:lnTo>
                  <a:lnTo>
                    <a:pt x="3955751" y="5444"/>
                  </a:lnTo>
                  <a:lnTo>
                    <a:pt x="3906584" y="10645"/>
                  </a:lnTo>
                  <a:lnTo>
                    <a:pt x="3842261" y="18248"/>
                  </a:lnTo>
                  <a:lnTo>
                    <a:pt x="3765266" y="28484"/>
                  </a:lnTo>
                  <a:lnTo>
                    <a:pt x="3679251" y="41441"/>
                  </a:lnTo>
                  <a:lnTo>
                    <a:pt x="3588283" y="57107"/>
                  </a:lnTo>
                  <a:lnTo>
                    <a:pt x="3496162" y="75422"/>
                  </a:lnTo>
                  <a:lnTo>
                    <a:pt x="3405966" y="96337"/>
                  </a:lnTo>
                  <a:lnTo>
                    <a:pt x="3319860" y="119860"/>
                  </a:lnTo>
                  <a:lnTo>
                    <a:pt x="3239120" y="146091"/>
                  </a:lnTo>
                  <a:lnTo>
                    <a:pt x="3164271" y="175233"/>
                  </a:lnTo>
                  <a:lnTo>
                    <a:pt x="3095274" y="207596"/>
                  </a:lnTo>
                  <a:lnTo>
                    <a:pt x="3031701" y="243596"/>
                  </a:lnTo>
                  <a:lnTo>
                    <a:pt x="2972887" y="283738"/>
                  </a:lnTo>
                  <a:lnTo>
                    <a:pt x="2918031" y="328588"/>
                  </a:lnTo>
                  <a:lnTo>
                    <a:pt x="2866290" y="378724"/>
                  </a:lnTo>
                  <a:lnTo>
                    <a:pt x="2816842" y="434654"/>
                  </a:lnTo>
                  <a:lnTo>
                    <a:pt x="2770117" y="495068"/>
                  </a:lnTo>
                  <a:lnTo>
                    <a:pt x="2733571" y="547360"/>
                  </a:lnTo>
                  <a:lnTo>
                    <a:pt x="2697364" y="603402"/>
                  </a:lnTo>
                  <a:lnTo>
                    <a:pt x="2661286" y="663271"/>
                  </a:lnTo>
                  <a:lnTo>
                    <a:pt x="2625172" y="726984"/>
                  </a:lnTo>
                  <a:lnTo>
                    <a:pt x="2588894" y="794497"/>
                  </a:lnTo>
                  <a:lnTo>
                    <a:pt x="2552362" y="865693"/>
                  </a:lnTo>
                  <a:lnTo>
                    <a:pt x="2515520" y="940381"/>
                  </a:lnTo>
                  <a:lnTo>
                    <a:pt x="2478340" y="1018295"/>
                  </a:lnTo>
                  <a:lnTo>
                    <a:pt x="2440823" y="1099094"/>
                  </a:lnTo>
                  <a:lnTo>
                    <a:pt x="2402994" y="1182365"/>
                  </a:lnTo>
                  <a:lnTo>
                    <a:pt x="2364899" y="1267632"/>
                  </a:lnTo>
                  <a:lnTo>
                    <a:pt x="2326602" y="1354363"/>
                  </a:lnTo>
                  <a:lnTo>
                    <a:pt x="2288178" y="1441988"/>
                  </a:lnTo>
                  <a:lnTo>
                    <a:pt x="2249713" y="1529911"/>
                  </a:lnTo>
                  <a:lnTo>
                    <a:pt x="2211290" y="1617526"/>
                  </a:lnTo>
                  <a:lnTo>
                    <a:pt x="2172996" y="1704237"/>
                  </a:lnTo>
                  <a:lnTo>
                    <a:pt x="2134905" y="1789474"/>
                  </a:lnTo>
                  <a:lnTo>
                    <a:pt x="2097081" y="1872707"/>
                  </a:lnTo>
                  <a:lnTo>
                    <a:pt x="2059570" y="1953460"/>
                  </a:lnTo>
                  <a:lnTo>
                    <a:pt x="2022395" y="2031323"/>
                  </a:lnTo>
                  <a:lnTo>
                    <a:pt x="1985559" y="2105954"/>
                  </a:lnTo>
                  <a:lnTo>
                    <a:pt x="1949032" y="2177088"/>
                  </a:lnTo>
                  <a:lnTo>
                    <a:pt x="1912758" y="2244537"/>
                  </a:lnTo>
                  <a:lnTo>
                    <a:pt x="1876645" y="2308186"/>
                  </a:lnTo>
                  <a:lnTo>
                    <a:pt x="1840567" y="2367990"/>
                  </a:lnTo>
                  <a:lnTo>
                    <a:pt x="1804356" y="2423967"/>
                  </a:lnTo>
                  <a:lnTo>
                    <a:pt x="1768425" y="2475343"/>
                  </a:lnTo>
                  <a:lnTo>
                    <a:pt x="1720505" y="2537205"/>
                  </a:lnTo>
                  <a:lnTo>
                    <a:pt x="1671010" y="2592988"/>
                  </a:lnTo>
                  <a:lnTo>
                    <a:pt x="1619203" y="2642988"/>
                  </a:lnTo>
                  <a:lnTo>
                    <a:pt x="1564260" y="2687714"/>
                  </a:lnTo>
                  <a:lnTo>
                    <a:pt x="1505337" y="2727748"/>
                  </a:lnTo>
                  <a:lnTo>
                    <a:pt x="1441639" y="2763653"/>
                  </a:lnTo>
                  <a:lnTo>
                    <a:pt x="1372502" y="2795933"/>
                  </a:lnTo>
                  <a:lnTo>
                    <a:pt x="1297506" y="2824999"/>
                  </a:lnTo>
                  <a:lnTo>
                    <a:pt x="1216625" y="2851161"/>
                  </a:lnTo>
                  <a:lnTo>
                    <a:pt x="1130400" y="2874620"/>
                  </a:lnTo>
                  <a:lnTo>
                    <a:pt x="1040126" y="2895471"/>
                  </a:lnTo>
                  <a:lnTo>
                    <a:pt x="947993" y="2913721"/>
                  </a:lnTo>
                  <a:lnTo>
                    <a:pt x="857099" y="2929322"/>
                  </a:lnTo>
                  <a:lnTo>
                    <a:pt x="771258" y="2942212"/>
                  </a:lnTo>
                  <a:lnTo>
                    <a:pt x="694534" y="2952380"/>
                  </a:lnTo>
                  <a:lnTo>
                    <a:pt x="630560" y="2959922"/>
                  </a:lnTo>
                  <a:lnTo>
                    <a:pt x="581783" y="2965068"/>
                  </a:lnTo>
                  <a:lnTo>
                    <a:pt x="548869" y="2968192"/>
                  </a:lnTo>
                  <a:lnTo>
                    <a:pt x="530443" y="2969771"/>
                  </a:lnTo>
                  <a:lnTo>
                    <a:pt x="523192" y="2970336"/>
                  </a:lnTo>
                  <a:lnTo>
                    <a:pt x="522133" y="2970411"/>
                  </a:lnTo>
                  <a:lnTo>
                    <a:pt x="0" y="2970411"/>
                  </a:lnTo>
                  <a:close/>
                </a:path>
              </a:pathLst>
            </a:custGeom>
            <a:solidFill>
              <a:srgbClr val="E78AC3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1410" name="pl1410"/>
            <p:cNvSpPr/>
            <p:nvPr/>
          </p:nvSpPr>
          <p:spPr>
            <a:xfrm>
              <a:off x="386606" y="1642966"/>
              <a:ext cx="8554953" cy="2970411"/>
            </a:xfrm>
            <a:custGeom>
              <a:avLst/>
              <a:pathLst>
                <a:path w="8554953" h="2970411">
                  <a:moveTo>
                    <a:pt x="0" y="2970411"/>
                  </a:moveTo>
                  <a:lnTo>
                    <a:pt x="522133" y="2970411"/>
                  </a:lnTo>
                  <a:lnTo>
                    <a:pt x="523273" y="2970330"/>
                  </a:lnTo>
                  <a:lnTo>
                    <a:pt x="530745" y="2969747"/>
                  </a:lnTo>
                  <a:lnTo>
                    <a:pt x="549495" y="2968135"/>
                  </a:lnTo>
                  <a:lnTo>
                    <a:pt x="582791" y="2964967"/>
                  </a:lnTo>
                  <a:lnTo>
                    <a:pt x="631958" y="2959766"/>
                  </a:lnTo>
                  <a:lnTo>
                    <a:pt x="696281" y="2952163"/>
                  </a:lnTo>
                  <a:lnTo>
                    <a:pt x="773276" y="2941927"/>
                  </a:lnTo>
                  <a:lnTo>
                    <a:pt x="859291" y="2928970"/>
                  </a:lnTo>
                  <a:lnTo>
                    <a:pt x="950259" y="2913304"/>
                  </a:lnTo>
                  <a:lnTo>
                    <a:pt x="1042380" y="2894989"/>
                  </a:lnTo>
                  <a:lnTo>
                    <a:pt x="1132577" y="2874074"/>
                  </a:lnTo>
                  <a:lnTo>
                    <a:pt x="1218682" y="2850551"/>
                  </a:lnTo>
                  <a:lnTo>
                    <a:pt x="1299422" y="2824320"/>
                  </a:lnTo>
                  <a:lnTo>
                    <a:pt x="1374271" y="2795178"/>
                  </a:lnTo>
                  <a:lnTo>
                    <a:pt x="1443269" y="2762815"/>
                  </a:lnTo>
                  <a:lnTo>
                    <a:pt x="1506841" y="2726815"/>
                  </a:lnTo>
                  <a:lnTo>
                    <a:pt x="1565656" y="2686673"/>
                  </a:lnTo>
                  <a:lnTo>
                    <a:pt x="1620511" y="2641823"/>
                  </a:lnTo>
                  <a:lnTo>
                    <a:pt x="1672252" y="2591687"/>
                  </a:lnTo>
                  <a:lnTo>
                    <a:pt x="1721700" y="2535757"/>
                  </a:lnTo>
                  <a:lnTo>
                    <a:pt x="1768425" y="2475343"/>
                  </a:lnTo>
                  <a:lnTo>
                    <a:pt x="1804971" y="2423051"/>
                  </a:lnTo>
                  <a:lnTo>
                    <a:pt x="1841178" y="2367009"/>
                  </a:lnTo>
                  <a:lnTo>
                    <a:pt x="1877256" y="2307140"/>
                  </a:lnTo>
                  <a:lnTo>
                    <a:pt x="1913371" y="2243427"/>
                  </a:lnTo>
                  <a:lnTo>
                    <a:pt x="1949648" y="2175914"/>
                  </a:lnTo>
                  <a:lnTo>
                    <a:pt x="1986180" y="2104718"/>
                  </a:lnTo>
                  <a:lnTo>
                    <a:pt x="2023022" y="2030030"/>
                  </a:lnTo>
                  <a:lnTo>
                    <a:pt x="2060202" y="1952116"/>
                  </a:lnTo>
                  <a:lnTo>
                    <a:pt x="2097719" y="1871317"/>
                  </a:lnTo>
                  <a:lnTo>
                    <a:pt x="2135548" y="1788046"/>
                  </a:lnTo>
                  <a:lnTo>
                    <a:pt x="2173643" y="1702779"/>
                  </a:lnTo>
                  <a:lnTo>
                    <a:pt x="2211940" y="1616048"/>
                  </a:lnTo>
                  <a:lnTo>
                    <a:pt x="2250364" y="1528423"/>
                  </a:lnTo>
                  <a:lnTo>
                    <a:pt x="2288830" y="1440500"/>
                  </a:lnTo>
                  <a:lnTo>
                    <a:pt x="2327252" y="1352885"/>
                  </a:lnTo>
                  <a:lnTo>
                    <a:pt x="2365546" y="1266174"/>
                  </a:lnTo>
                  <a:lnTo>
                    <a:pt x="2403637" y="1180937"/>
                  </a:lnTo>
                  <a:lnTo>
                    <a:pt x="2441461" y="1097704"/>
                  </a:lnTo>
                  <a:lnTo>
                    <a:pt x="2478973" y="1016951"/>
                  </a:lnTo>
                  <a:lnTo>
                    <a:pt x="2516147" y="939088"/>
                  </a:lnTo>
                  <a:lnTo>
                    <a:pt x="2552983" y="864457"/>
                  </a:lnTo>
                  <a:lnTo>
                    <a:pt x="2589510" y="793323"/>
                  </a:lnTo>
                  <a:lnTo>
                    <a:pt x="2625784" y="725874"/>
                  </a:lnTo>
                  <a:lnTo>
                    <a:pt x="2661897" y="662225"/>
                  </a:lnTo>
                  <a:lnTo>
                    <a:pt x="2697975" y="602421"/>
                  </a:lnTo>
                  <a:lnTo>
                    <a:pt x="2734186" y="546444"/>
                  </a:lnTo>
                  <a:lnTo>
                    <a:pt x="2770117" y="495068"/>
                  </a:lnTo>
                  <a:lnTo>
                    <a:pt x="2818037" y="433206"/>
                  </a:lnTo>
                  <a:lnTo>
                    <a:pt x="2867532" y="377423"/>
                  </a:lnTo>
                  <a:lnTo>
                    <a:pt x="2919340" y="327423"/>
                  </a:lnTo>
                  <a:lnTo>
                    <a:pt x="2974282" y="282697"/>
                  </a:lnTo>
                  <a:lnTo>
                    <a:pt x="3033205" y="242663"/>
                  </a:lnTo>
                  <a:lnTo>
                    <a:pt x="3096903" y="206758"/>
                  </a:lnTo>
                  <a:lnTo>
                    <a:pt x="3166041" y="174478"/>
                  </a:lnTo>
                  <a:lnTo>
                    <a:pt x="3241036" y="145412"/>
                  </a:lnTo>
                  <a:lnTo>
                    <a:pt x="3321917" y="119250"/>
                  </a:lnTo>
                  <a:lnTo>
                    <a:pt x="3408142" y="95791"/>
                  </a:lnTo>
                  <a:lnTo>
                    <a:pt x="3498416" y="74940"/>
                  </a:lnTo>
                  <a:lnTo>
                    <a:pt x="3590549" y="56690"/>
                  </a:lnTo>
                  <a:lnTo>
                    <a:pt x="3681443" y="41089"/>
                  </a:lnTo>
                  <a:lnTo>
                    <a:pt x="3767285" y="28199"/>
                  </a:lnTo>
                  <a:lnTo>
                    <a:pt x="3844008" y="18031"/>
                  </a:lnTo>
                  <a:lnTo>
                    <a:pt x="3907982" y="10489"/>
                  </a:lnTo>
                  <a:lnTo>
                    <a:pt x="3956759" y="5343"/>
                  </a:lnTo>
                  <a:lnTo>
                    <a:pt x="3989674" y="2219"/>
                  </a:lnTo>
                  <a:lnTo>
                    <a:pt x="4008099" y="640"/>
                  </a:lnTo>
                  <a:lnTo>
                    <a:pt x="4015350" y="75"/>
                  </a:lnTo>
                  <a:lnTo>
                    <a:pt x="4016409" y="0"/>
                  </a:lnTo>
                  <a:lnTo>
                    <a:pt x="4538543" y="0"/>
                  </a:lnTo>
                  <a:lnTo>
                    <a:pt x="4539793" y="33"/>
                  </a:lnTo>
                  <a:lnTo>
                    <a:pt x="4547966" y="272"/>
                  </a:lnTo>
                  <a:lnTo>
                    <a:pt x="4568409" y="932"/>
                  </a:lnTo>
                  <a:lnTo>
                    <a:pt x="4604553" y="2229"/>
                  </a:lnTo>
                  <a:lnTo>
                    <a:pt x="4657599" y="4353"/>
                  </a:lnTo>
                  <a:lnTo>
                    <a:pt x="4726461" y="7448"/>
                  </a:lnTo>
                  <a:lnTo>
                    <a:pt x="4808138" y="11597"/>
                  </a:lnTo>
                  <a:lnTo>
                    <a:pt x="4898463" y="16827"/>
                  </a:lnTo>
                  <a:lnTo>
                    <a:pt x="4992986" y="23127"/>
                  </a:lnTo>
                  <a:lnTo>
                    <a:pt x="5087715" y="30470"/>
                  </a:lnTo>
                  <a:lnTo>
                    <a:pt x="5179562" y="38842"/>
                  </a:lnTo>
                  <a:lnTo>
                    <a:pt x="5266484" y="48259"/>
                  </a:lnTo>
                  <a:lnTo>
                    <a:pt x="5347403" y="58775"/>
                  </a:lnTo>
                  <a:lnTo>
                    <a:pt x="5422009" y="70491"/>
                  </a:lnTo>
                  <a:lnTo>
                    <a:pt x="5490550" y="83554"/>
                  </a:lnTo>
                  <a:lnTo>
                    <a:pt x="5553631" y="98151"/>
                  </a:lnTo>
                  <a:lnTo>
                    <a:pt x="5612068" y="114502"/>
                  </a:lnTo>
                  <a:lnTo>
                    <a:pt x="5666775" y="132846"/>
                  </a:lnTo>
                  <a:lnTo>
                    <a:pt x="5718672" y="153407"/>
                  </a:lnTo>
                  <a:lnTo>
                    <a:pt x="5768615" y="176349"/>
                  </a:lnTo>
                  <a:lnTo>
                    <a:pt x="5784835" y="184474"/>
                  </a:lnTo>
                  <a:lnTo>
                    <a:pt x="5833557" y="210809"/>
                  </a:lnTo>
                  <a:lnTo>
                    <a:pt x="5881804" y="239655"/>
                  </a:lnTo>
                  <a:lnTo>
                    <a:pt x="5930022" y="271055"/>
                  </a:lnTo>
                  <a:lnTo>
                    <a:pt x="5978529" y="304976"/>
                  </a:lnTo>
                  <a:lnTo>
                    <a:pt x="6027526" y="341305"/>
                  </a:lnTo>
                  <a:lnTo>
                    <a:pt x="6077112" y="379836"/>
                  </a:lnTo>
                  <a:lnTo>
                    <a:pt x="6127296" y="420279"/>
                  </a:lnTo>
                  <a:lnTo>
                    <a:pt x="6178009" y="462257"/>
                  </a:lnTo>
                  <a:lnTo>
                    <a:pt x="6229120" y="505320"/>
                  </a:lnTo>
                  <a:lnTo>
                    <a:pt x="6280453" y="548969"/>
                  </a:lnTo>
                  <a:lnTo>
                    <a:pt x="6331807" y="592672"/>
                  </a:lnTo>
                  <a:lnTo>
                    <a:pt x="6382978" y="635896"/>
                  </a:lnTo>
                  <a:lnTo>
                    <a:pt x="6433785" y="678133"/>
                  </a:lnTo>
                  <a:lnTo>
                    <a:pt x="6484085" y="718921"/>
                  </a:lnTo>
                  <a:lnTo>
                    <a:pt x="6533794" y="757869"/>
                  </a:lnTo>
                  <a:lnTo>
                    <a:pt x="6582906" y="794665"/>
                  </a:lnTo>
                  <a:lnTo>
                    <a:pt x="6631499" y="829088"/>
                  </a:lnTo>
                  <a:lnTo>
                    <a:pt x="6679755" y="861006"/>
                  </a:lnTo>
                  <a:lnTo>
                    <a:pt x="6727964" y="890371"/>
                  </a:lnTo>
                  <a:lnTo>
                    <a:pt x="6776546" y="917211"/>
                  </a:lnTo>
                  <a:lnTo>
                    <a:pt x="6786527" y="922371"/>
                  </a:lnTo>
                  <a:lnTo>
                    <a:pt x="6835988" y="946116"/>
                  </a:lnTo>
                  <a:lnTo>
                    <a:pt x="6887150" y="967452"/>
                  </a:lnTo>
                  <a:lnTo>
                    <a:pt x="6940827" y="986506"/>
                  </a:lnTo>
                  <a:lnTo>
                    <a:pt x="6997927" y="1003489"/>
                  </a:lnTo>
                  <a:lnTo>
                    <a:pt x="7059375" y="1018641"/>
                  </a:lnTo>
                  <a:lnTo>
                    <a:pt x="7126029" y="1032189"/>
                  </a:lnTo>
                  <a:lnTo>
                    <a:pt x="7198580" y="1044332"/>
                  </a:lnTo>
                  <a:lnTo>
                    <a:pt x="7277412" y="1055232"/>
                  </a:lnTo>
                  <a:lnTo>
                    <a:pt x="7362426" y="1065004"/>
                  </a:lnTo>
                  <a:lnTo>
                    <a:pt x="7452819" y="1073719"/>
                  </a:lnTo>
                  <a:lnTo>
                    <a:pt x="7546885" y="1081403"/>
                  </a:lnTo>
                  <a:lnTo>
                    <a:pt x="7641879" y="1088050"/>
                  </a:lnTo>
                  <a:lnTo>
                    <a:pt x="7734076" y="1093637"/>
                  </a:lnTo>
                  <a:lnTo>
                    <a:pt x="7819108" y="1098143"/>
                  </a:lnTo>
                  <a:lnTo>
                    <a:pt x="7892617" y="1101581"/>
                  </a:lnTo>
                  <a:lnTo>
                    <a:pt x="7951122" y="1104013"/>
                  </a:lnTo>
                  <a:lnTo>
                    <a:pt x="7992839" y="1105564"/>
                  </a:lnTo>
                  <a:lnTo>
                    <a:pt x="8018202" y="1106412"/>
                  </a:lnTo>
                  <a:lnTo>
                    <a:pt x="8029930" y="1106766"/>
                  </a:lnTo>
                  <a:lnTo>
                    <a:pt x="8032772" y="1106844"/>
                  </a:lnTo>
                  <a:lnTo>
                    <a:pt x="8032819" y="1106845"/>
                  </a:lnTo>
                  <a:lnTo>
                    <a:pt x="8554953" y="1106845"/>
                  </a:lnTo>
                  <a:lnTo>
                    <a:pt x="8554953" y="1106845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411" name="pl1411"/>
            <p:cNvSpPr/>
            <p:nvPr/>
          </p:nvSpPr>
          <p:spPr>
            <a:xfrm>
              <a:off x="386606" y="1637318"/>
              <a:ext cx="8554953" cy="2970411"/>
            </a:xfrm>
            <a:custGeom>
              <a:avLst/>
              <a:pathLst>
                <a:path w="8554953" h="2970411">
                  <a:moveTo>
                    <a:pt x="8554953" y="1106845"/>
                  </a:moveTo>
                  <a:lnTo>
                    <a:pt x="8032819" y="1106845"/>
                  </a:lnTo>
                  <a:lnTo>
                    <a:pt x="8031569" y="1106812"/>
                  </a:lnTo>
                  <a:lnTo>
                    <a:pt x="8023396" y="1106573"/>
                  </a:lnTo>
                  <a:lnTo>
                    <a:pt x="8002953" y="1105913"/>
                  </a:lnTo>
                  <a:lnTo>
                    <a:pt x="7966809" y="1104616"/>
                  </a:lnTo>
                  <a:lnTo>
                    <a:pt x="7913763" y="1102492"/>
                  </a:lnTo>
                  <a:lnTo>
                    <a:pt x="7844901" y="1099397"/>
                  </a:lnTo>
                  <a:lnTo>
                    <a:pt x="7763224" y="1095248"/>
                  </a:lnTo>
                  <a:lnTo>
                    <a:pt x="7672899" y="1090017"/>
                  </a:lnTo>
                  <a:lnTo>
                    <a:pt x="7578376" y="1083718"/>
                  </a:lnTo>
                  <a:lnTo>
                    <a:pt x="7483647" y="1076375"/>
                  </a:lnTo>
                  <a:lnTo>
                    <a:pt x="7391800" y="1068002"/>
                  </a:lnTo>
                  <a:lnTo>
                    <a:pt x="7304878" y="1058586"/>
                  </a:lnTo>
                  <a:lnTo>
                    <a:pt x="7223959" y="1048070"/>
                  </a:lnTo>
                  <a:lnTo>
                    <a:pt x="7149353" y="1036353"/>
                  </a:lnTo>
                  <a:lnTo>
                    <a:pt x="7080812" y="1023290"/>
                  </a:lnTo>
                  <a:lnTo>
                    <a:pt x="7017731" y="1008694"/>
                  </a:lnTo>
                  <a:lnTo>
                    <a:pt x="6959294" y="992342"/>
                  </a:lnTo>
                  <a:lnTo>
                    <a:pt x="6904587" y="973999"/>
                  </a:lnTo>
                  <a:lnTo>
                    <a:pt x="6852690" y="953438"/>
                  </a:lnTo>
                  <a:lnTo>
                    <a:pt x="6802747" y="930495"/>
                  </a:lnTo>
                  <a:lnTo>
                    <a:pt x="6786527" y="922371"/>
                  </a:lnTo>
                  <a:lnTo>
                    <a:pt x="6737805" y="896036"/>
                  </a:lnTo>
                  <a:lnTo>
                    <a:pt x="6689558" y="867189"/>
                  </a:lnTo>
                  <a:lnTo>
                    <a:pt x="6641339" y="835790"/>
                  </a:lnTo>
                  <a:lnTo>
                    <a:pt x="6592833" y="801868"/>
                  </a:lnTo>
                  <a:lnTo>
                    <a:pt x="6543836" y="765540"/>
                  </a:lnTo>
                  <a:lnTo>
                    <a:pt x="6494250" y="727008"/>
                  </a:lnTo>
                  <a:lnTo>
                    <a:pt x="6444066" y="686565"/>
                  </a:lnTo>
                  <a:lnTo>
                    <a:pt x="6393353" y="644588"/>
                  </a:lnTo>
                  <a:lnTo>
                    <a:pt x="6342242" y="601524"/>
                  </a:lnTo>
                  <a:lnTo>
                    <a:pt x="6290909" y="557876"/>
                  </a:lnTo>
                  <a:lnTo>
                    <a:pt x="6239555" y="514173"/>
                  </a:lnTo>
                  <a:lnTo>
                    <a:pt x="6188384" y="470948"/>
                  </a:lnTo>
                  <a:lnTo>
                    <a:pt x="6137577" y="428711"/>
                  </a:lnTo>
                  <a:lnTo>
                    <a:pt x="6087277" y="387923"/>
                  </a:lnTo>
                  <a:lnTo>
                    <a:pt x="6037568" y="348976"/>
                  </a:lnTo>
                  <a:lnTo>
                    <a:pt x="5988456" y="312180"/>
                  </a:lnTo>
                  <a:lnTo>
                    <a:pt x="5939863" y="277756"/>
                  </a:lnTo>
                  <a:lnTo>
                    <a:pt x="5891607" y="245838"/>
                  </a:lnTo>
                  <a:lnTo>
                    <a:pt x="5843398" y="216473"/>
                  </a:lnTo>
                  <a:lnTo>
                    <a:pt x="5794816" y="189634"/>
                  </a:lnTo>
                  <a:lnTo>
                    <a:pt x="5784835" y="184474"/>
                  </a:lnTo>
                  <a:lnTo>
                    <a:pt x="5735374" y="160729"/>
                  </a:lnTo>
                  <a:lnTo>
                    <a:pt x="5684212" y="139393"/>
                  </a:lnTo>
                  <a:lnTo>
                    <a:pt x="5630535" y="120339"/>
                  </a:lnTo>
                  <a:lnTo>
                    <a:pt x="5573435" y="103355"/>
                  </a:lnTo>
                  <a:lnTo>
                    <a:pt x="5511987" y="88203"/>
                  </a:lnTo>
                  <a:lnTo>
                    <a:pt x="5445333" y="74656"/>
                  </a:lnTo>
                  <a:lnTo>
                    <a:pt x="5372782" y="62512"/>
                  </a:lnTo>
                  <a:lnTo>
                    <a:pt x="5293950" y="51612"/>
                  </a:lnTo>
                  <a:lnTo>
                    <a:pt x="5208936" y="41840"/>
                  </a:lnTo>
                  <a:lnTo>
                    <a:pt x="5118543" y="33126"/>
                  </a:lnTo>
                  <a:lnTo>
                    <a:pt x="5024477" y="25442"/>
                  </a:lnTo>
                  <a:lnTo>
                    <a:pt x="4929483" y="18794"/>
                  </a:lnTo>
                  <a:lnTo>
                    <a:pt x="4837286" y="13208"/>
                  </a:lnTo>
                  <a:lnTo>
                    <a:pt x="4752254" y="8701"/>
                  </a:lnTo>
                  <a:lnTo>
                    <a:pt x="4678745" y="5264"/>
                  </a:lnTo>
                  <a:lnTo>
                    <a:pt x="4620240" y="2832"/>
                  </a:lnTo>
                  <a:lnTo>
                    <a:pt x="4578523" y="1280"/>
                  </a:lnTo>
                  <a:lnTo>
                    <a:pt x="4553160" y="433"/>
                  </a:lnTo>
                  <a:lnTo>
                    <a:pt x="4541432" y="79"/>
                  </a:lnTo>
                  <a:lnTo>
                    <a:pt x="4538590" y="1"/>
                  </a:lnTo>
                  <a:lnTo>
                    <a:pt x="4538543" y="0"/>
                  </a:lnTo>
                  <a:lnTo>
                    <a:pt x="4016409" y="0"/>
                  </a:lnTo>
                  <a:lnTo>
                    <a:pt x="4015269" y="81"/>
                  </a:lnTo>
                  <a:lnTo>
                    <a:pt x="4007797" y="664"/>
                  </a:lnTo>
                  <a:lnTo>
                    <a:pt x="3989047" y="2276"/>
                  </a:lnTo>
                  <a:lnTo>
                    <a:pt x="3955751" y="5444"/>
                  </a:lnTo>
                  <a:lnTo>
                    <a:pt x="3906584" y="10645"/>
                  </a:lnTo>
                  <a:lnTo>
                    <a:pt x="3842261" y="18248"/>
                  </a:lnTo>
                  <a:lnTo>
                    <a:pt x="3765266" y="28484"/>
                  </a:lnTo>
                  <a:lnTo>
                    <a:pt x="3679251" y="41441"/>
                  </a:lnTo>
                  <a:lnTo>
                    <a:pt x="3588283" y="57107"/>
                  </a:lnTo>
                  <a:lnTo>
                    <a:pt x="3496162" y="75422"/>
                  </a:lnTo>
                  <a:lnTo>
                    <a:pt x="3405966" y="96337"/>
                  </a:lnTo>
                  <a:lnTo>
                    <a:pt x="3319860" y="119860"/>
                  </a:lnTo>
                  <a:lnTo>
                    <a:pt x="3239120" y="146091"/>
                  </a:lnTo>
                  <a:lnTo>
                    <a:pt x="3164271" y="175233"/>
                  </a:lnTo>
                  <a:lnTo>
                    <a:pt x="3095274" y="207596"/>
                  </a:lnTo>
                  <a:lnTo>
                    <a:pt x="3031701" y="243596"/>
                  </a:lnTo>
                  <a:lnTo>
                    <a:pt x="2972887" y="283738"/>
                  </a:lnTo>
                  <a:lnTo>
                    <a:pt x="2918031" y="328588"/>
                  </a:lnTo>
                  <a:lnTo>
                    <a:pt x="2866290" y="378724"/>
                  </a:lnTo>
                  <a:lnTo>
                    <a:pt x="2816842" y="434654"/>
                  </a:lnTo>
                  <a:lnTo>
                    <a:pt x="2770117" y="495068"/>
                  </a:lnTo>
                  <a:lnTo>
                    <a:pt x="2733571" y="547360"/>
                  </a:lnTo>
                  <a:lnTo>
                    <a:pt x="2697364" y="603402"/>
                  </a:lnTo>
                  <a:lnTo>
                    <a:pt x="2661286" y="663271"/>
                  </a:lnTo>
                  <a:lnTo>
                    <a:pt x="2625172" y="726984"/>
                  </a:lnTo>
                  <a:lnTo>
                    <a:pt x="2588894" y="794497"/>
                  </a:lnTo>
                  <a:lnTo>
                    <a:pt x="2552362" y="865693"/>
                  </a:lnTo>
                  <a:lnTo>
                    <a:pt x="2515520" y="940381"/>
                  </a:lnTo>
                  <a:lnTo>
                    <a:pt x="2478340" y="1018295"/>
                  </a:lnTo>
                  <a:lnTo>
                    <a:pt x="2440823" y="1099094"/>
                  </a:lnTo>
                  <a:lnTo>
                    <a:pt x="2402994" y="1182365"/>
                  </a:lnTo>
                  <a:lnTo>
                    <a:pt x="2364899" y="1267632"/>
                  </a:lnTo>
                  <a:lnTo>
                    <a:pt x="2326602" y="1354363"/>
                  </a:lnTo>
                  <a:lnTo>
                    <a:pt x="2288178" y="1441988"/>
                  </a:lnTo>
                  <a:lnTo>
                    <a:pt x="2249713" y="1529911"/>
                  </a:lnTo>
                  <a:lnTo>
                    <a:pt x="2211290" y="1617526"/>
                  </a:lnTo>
                  <a:lnTo>
                    <a:pt x="2172996" y="1704237"/>
                  </a:lnTo>
                  <a:lnTo>
                    <a:pt x="2134905" y="1789474"/>
                  </a:lnTo>
                  <a:lnTo>
                    <a:pt x="2097081" y="1872707"/>
                  </a:lnTo>
                  <a:lnTo>
                    <a:pt x="2059570" y="1953460"/>
                  </a:lnTo>
                  <a:lnTo>
                    <a:pt x="2022395" y="2031323"/>
                  </a:lnTo>
                  <a:lnTo>
                    <a:pt x="1985559" y="2105954"/>
                  </a:lnTo>
                  <a:lnTo>
                    <a:pt x="1949032" y="2177088"/>
                  </a:lnTo>
                  <a:lnTo>
                    <a:pt x="1912758" y="2244537"/>
                  </a:lnTo>
                  <a:lnTo>
                    <a:pt x="1876645" y="2308186"/>
                  </a:lnTo>
                  <a:lnTo>
                    <a:pt x="1840567" y="2367990"/>
                  </a:lnTo>
                  <a:lnTo>
                    <a:pt x="1804356" y="2423967"/>
                  </a:lnTo>
                  <a:lnTo>
                    <a:pt x="1768425" y="2475343"/>
                  </a:lnTo>
                  <a:lnTo>
                    <a:pt x="1720505" y="2537205"/>
                  </a:lnTo>
                  <a:lnTo>
                    <a:pt x="1671010" y="2592988"/>
                  </a:lnTo>
                  <a:lnTo>
                    <a:pt x="1619203" y="2642988"/>
                  </a:lnTo>
                  <a:lnTo>
                    <a:pt x="1564260" y="2687714"/>
                  </a:lnTo>
                  <a:lnTo>
                    <a:pt x="1505337" y="2727748"/>
                  </a:lnTo>
                  <a:lnTo>
                    <a:pt x="1441639" y="2763653"/>
                  </a:lnTo>
                  <a:lnTo>
                    <a:pt x="1372502" y="2795933"/>
                  </a:lnTo>
                  <a:lnTo>
                    <a:pt x="1297506" y="2824999"/>
                  </a:lnTo>
                  <a:lnTo>
                    <a:pt x="1216625" y="2851161"/>
                  </a:lnTo>
                  <a:lnTo>
                    <a:pt x="1130400" y="2874620"/>
                  </a:lnTo>
                  <a:lnTo>
                    <a:pt x="1040126" y="2895471"/>
                  </a:lnTo>
                  <a:lnTo>
                    <a:pt x="947993" y="2913721"/>
                  </a:lnTo>
                  <a:lnTo>
                    <a:pt x="857099" y="2929322"/>
                  </a:lnTo>
                  <a:lnTo>
                    <a:pt x="771258" y="2942212"/>
                  </a:lnTo>
                  <a:lnTo>
                    <a:pt x="694534" y="2952380"/>
                  </a:lnTo>
                  <a:lnTo>
                    <a:pt x="630560" y="2959922"/>
                  </a:lnTo>
                  <a:lnTo>
                    <a:pt x="581783" y="2965068"/>
                  </a:lnTo>
                  <a:lnTo>
                    <a:pt x="548869" y="2968192"/>
                  </a:lnTo>
                  <a:lnTo>
                    <a:pt x="530443" y="2969771"/>
                  </a:lnTo>
                  <a:lnTo>
                    <a:pt x="523192" y="2970336"/>
                  </a:lnTo>
                  <a:lnTo>
                    <a:pt x="522133" y="2970411"/>
                  </a:lnTo>
                  <a:lnTo>
                    <a:pt x="0" y="2970411"/>
                  </a:lnTo>
                  <a:lnTo>
                    <a:pt x="0" y="2970411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412" name="pg1412"/>
            <p:cNvSpPr/>
            <p:nvPr/>
          </p:nvSpPr>
          <p:spPr>
            <a:xfrm>
              <a:off x="386606" y="1744615"/>
              <a:ext cx="8554953" cy="2874410"/>
            </a:xfrm>
            <a:custGeom>
              <a:avLst/>
              <a:pathLst>
                <a:path w="8554953" h="2874410">
                  <a:moveTo>
                    <a:pt x="0" y="2874410"/>
                  </a:moveTo>
                  <a:lnTo>
                    <a:pt x="522133" y="2874410"/>
                  </a:lnTo>
                  <a:lnTo>
                    <a:pt x="523281" y="2874330"/>
                  </a:lnTo>
                  <a:lnTo>
                    <a:pt x="530803" y="2873763"/>
                  </a:lnTo>
                  <a:lnTo>
                    <a:pt x="549672" y="2872196"/>
                  </a:lnTo>
                  <a:lnTo>
                    <a:pt x="583172" y="2869115"/>
                  </a:lnTo>
                  <a:lnTo>
                    <a:pt x="632616" y="2864058"/>
                  </a:lnTo>
                  <a:lnTo>
                    <a:pt x="697267" y="2856666"/>
                  </a:lnTo>
                  <a:lnTo>
                    <a:pt x="774604" y="2846719"/>
                  </a:lnTo>
                  <a:lnTo>
                    <a:pt x="860936" y="2834131"/>
                  </a:lnTo>
                  <a:lnTo>
                    <a:pt x="952170" y="2818915"/>
                  </a:lnTo>
                  <a:lnTo>
                    <a:pt x="1044491" y="2801131"/>
                  </a:lnTo>
                  <a:lnTo>
                    <a:pt x="1134818" y="2780824"/>
                  </a:lnTo>
                  <a:lnTo>
                    <a:pt x="1220992" y="2757986"/>
                  </a:lnTo>
                  <a:lnTo>
                    <a:pt x="1301752" y="2732516"/>
                  </a:lnTo>
                  <a:lnTo>
                    <a:pt x="1376588" y="2704215"/>
                  </a:lnTo>
                  <a:lnTo>
                    <a:pt x="1445554" y="2672776"/>
                  </a:lnTo>
                  <a:lnTo>
                    <a:pt x="1509090" y="2637793"/>
                  </a:lnTo>
                  <a:lnTo>
                    <a:pt x="1567874" y="2598773"/>
                  </a:lnTo>
                  <a:lnTo>
                    <a:pt x="1622714" y="2555162"/>
                  </a:lnTo>
                  <a:lnTo>
                    <a:pt x="1674460" y="2506399"/>
                  </a:lnTo>
                  <a:lnTo>
                    <a:pt x="1723937" y="2451998"/>
                  </a:lnTo>
                  <a:lnTo>
                    <a:pt x="1768425" y="2396282"/>
                  </a:lnTo>
                  <a:lnTo>
                    <a:pt x="1805475" y="2345055"/>
                  </a:lnTo>
                  <a:lnTo>
                    <a:pt x="1842179" y="2290103"/>
                  </a:lnTo>
                  <a:lnTo>
                    <a:pt x="1878756" y="2231352"/>
                  </a:lnTo>
                  <a:lnTo>
                    <a:pt x="1915376" y="2168784"/>
                  </a:lnTo>
                  <a:lnTo>
                    <a:pt x="1952171" y="2102449"/>
                  </a:lnTo>
                  <a:lnTo>
                    <a:pt x="1989231" y="2032469"/>
                  </a:lnTo>
                  <a:lnTo>
                    <a:pt x="2026614" y="1959041"/>
                  </a:lnTo>
                  <a:lnTo>
                    <a:pt x="2064345" y="1882440"/>
                  </a:lnTo>
                  <a:lnTo>
                    <a:pt x="2102421" y="1803018"/>
                  </a:lnTo>
                  <a:lnTo>
                    <a:pt x="2140813" y="1721197"/>
                  </a:lnTo>
                  <a:lnTo>
                    <a:pt x="2179470" y="1637466"/>
                  </a:lnTo>
                  <a:lnTo>
                    <a:pt x="2218323" y="1552364"/>
                  </a:lnTo>
                  <a:lnTo>
                    <a:pt x="2257293" y="1466473"/>
                  </a:lnTo>
                  <a:lnTo>
                    <a:pt x="2296290" y="1380395"/>
                  </a:lnTo>
                  <a:lnTo>
                    <a:pt x="2335225" y="1294737"/>
                  </a:lnTo>
                  <a:lnTo>
                    <a:pt x="2374012" y="1210098"/>
                  </a:lnTo>
                  <a:lnTo>
                    <a:pt x="2412574" y="1127042"/>
                  </a:lnTo>
                  <a:lnTo>
                    <a:pt x="2450849" y="1046092"/>
                  </a:lnTo>
                  <a:lnTo>
                    <a:pt x="2488794" y="967712"/>
                  </a:lnTo>
                  <a:lnTo>
                    <a:pt x="2526390" y="892297"/>
                  </a:lnTo>
                  <a:lnTo>
                    <a:pt x="2563643" y="820171"/>
                  </a:lnTo>
                  <a:lnTo>
                    <a:pt x="2600592" y="751578"/>
                  </a:lnTo>
                  <a:lnTo>
                    <a:pt x="2637307" y="686686"/>
                  </a:lnTo>
                  <a:lnTo>
                    <a:pt x="2673893" y="625588"/>
                  </a:lnTo>
                  <a:lnTo>
                    <a:pt x="2710496" y="568308"/>
                  </a:lnTo>
                  <a:lnTo>
                    <a:pt x="2747305" y="514805"/>
                  </a:lnTo>
                  <a:lnTo>
                    <a:pt x="2770117" y="483774"/>
                  </a:lnTo>
                  <a:lnTo>
                    <a:pt x="2818149" y="423897"/>
                  </a:lnTo>
                  <a:lnTo>
                    <a:pt x="2867765" y="369919"/>
                  </a:lnTo>
                  <a:lnTo>
                    <a:pt x="2919708" y="321550"/>
                  </a:lnTo>
                  <a:lnTo>
                    <a:pt x="2974806" y="278293"/>
                  </a:lnTo>
                  <a:lnTo>
                    <a:pt x="3033911" y="239585"/>
                  </a:lnTo>
                  <a:lnTo>
                    <a:pt x="3097821" y="204876"/>
                  </a:lnTo>
                  <a:lnTo>
                    <a:pt x="3167204" y="173678"/>
                  </a:lnTo>
                  <a:lnTo>
                    <a:pt x="3242475" y="145593"/>
                  </a:lnTo>
                  <a:lnTo>
                    <a:pt x="3323655" y="120320"/>
                  </a:lnTo>
                  <a:lnTo>
                    <a:pt x="3410184" y="97668"/>
                  </a:lnTo>
                  <a:lnTo>
                    <a:pt x="3500741" y="77545"/>
                  </a:lnTo>
                  <a:lnTo>
                    <a:pt x="3593097" y="59945"/>
                  </a:lnTo>
                  <a:lnTo>
                    <a:pt x="3684109" y="44919"/>
                  </a:lnTo>
                  <a:lnTo>
                    <a:pt x="3769925" y="32524"/>
                  </a:lnTo>
                  <a:lnTo>
                    <a:pt x="3846452" y="22767"/>
                  </a:lnTo>
                  <a:lnTo>
                    <a:pt x="3910061" y="15555"/>
                  </a:lnTo>
                  <a:lnTo>
                    <a:pt x="3958345" y="10655"/>
                  </a:lnTo>
                  <a:lnTo>
                    <a:pt x="3990710" y="7701"/>
                  </a:lnTo>
                  <a:lnTo>
                    <a:pt x="4008620" y="6224"/>
                  </a:lnTo>
                  <a:lnTo>
                    <a:pt x="4015491" y="5710"/>
                  </a:lnTo>
                  <a:lnTo>
                    <a:pt x="4016409" y="5647"/>
                  </a:lnTo>
                  <a:lnTo>
                    <a:pt x="4538543" y="5647"/>
                  </a:lnTo>
                  <a:lnTo>
                    <a:pt x="4539732" y="5712"/>
                  </a:lnTo>
                  <a:lnTo>
                    <a:pt x="4547520" y="6180"/>
                  </a:lnTo>
                  <a:lnTo>
                    <a:pt x="4567032" y="7473"/>
                  </a:lnTo>
                  <a:lnTo>
                    <a:pt x="4601614" y="10014"/>
                  </a:lnTo>
                  <a:lnTo>
                    <a:pt x="4652537" y="14181"/>
                  </a:lnTo>
                  <a:lnTo>
                    <a:pt x="4718925" y="20264"/>
                  </a:lnTo>
                  <a:lnTo>
                    <a:pt x="4798062" y="28438"/>
                  </a:lnTo>
                  <a:lnTo>
                    <a:pt x="4886063" y="38764"/>
                  </a:lnTo>
                  <a:lnTo>
                    <a:pt x="4978684" y="51228"/>
                  </a:lnTo>
                  <a:lnTo>
                    <a:pt x="5072033" y="65779"/>
                  </a:lnTo>
                  <a:lnTo>
                    <a:pt x="5163020" y="82382"/>
                  </a:lnTo>
                  <a:lnTo>
                    <a:pt x="5249532" y="101056"/>
                  </a:lnTo>
                  <a:lnTo>
                    <a:pt x="5330379" y="121891"/>
                  </a:lnTo>
                  <a:lnTo>
                    <a:pt x="5405134" y="145067"/>
                  </a:lnTo>
                  <a:lnTo>
                    <a:pt x="5473929" y="170850"/>
                  </a:lnTo>
                  <a:lnTo>
                    <a:pt x="5537274" y="199589"/>
                  </a:lnTo>
                  <a:lnTo>
                    <a:pt x="5595906" y="231703"/>
                  </a:lnTo>
                  <a:lnTo>
                    <a:pt x="5650674" y="267652"/>
                  </a:lnTo>
                  <a:lnTo>
                    <a:pt x="5702463" y="307893"/>
                  </a:lnTo>
                  <a:lnTo>
                    <a:pt x="5752112" y="352799"/>
                  </a:lnTo>
                  <a:lnTo>
                    <a:pt x="5784835" y="385890"/>
                  </a:lnTo>
                  <a:lnTo>
                    <a:pt x="5825154" y="430389"/>
                  </a:lnTo>
                  <a:lnTo>
                    <a:pt x="5865088" y="478407"/>
                  </a:lnTo>
                  <a:lnTo>
                    <a:pt x="5904910" y="530013"/>
                  </a:lnTo>
                  <a:lnTo>
                    <a:pt x="5944828" y="585211"/>
                  </a:lnTo>
                  <a:lnTo>
                    <a:pt x="5984996" y="643925"/>
                  </a:lnTo>
                  <a:lnTo>
                    <a:pt x="6025513" y="706002"/>
                  </a:lnTo>
                  <a:lnTo>
                    <a:pt x="6066433" y="771199"/>
                  </a:lnTo>
                  <a:lnTo>
                    <a:pt x="6107766" y="839189"/>
                  </a:lnTo>
                  <a:lnTo>
                    <a:pt x="6149487" y="909561"/>
                  </a:lnTo>
                  <a:lnTo>
                    <a:pt x="6191535" y="981830"/>
                  </a:lnTo>
                  <a:lnTo>
                    <a:pt x="6233825" y="1055450"/>
                  </a:lnTo>
                  <a:lnTo>
                    <a:pt x="6276256" y="1129827"/>
                  </a:lnTo>
                  <a:lnTo>
                    <a:pt x="6318712" y="1204342"/>
                  </a:lnTo>
                  <a:lnTo>
                    <a:pt x="6361079" y="1278373"/>
                  </a:lnTo>
                  <a:lnTo>
                    <a:pt x="6403246" y="1351312"/>
                  </a:lnTo>
                  <a:lnTo>
                    <a:pt x="6445121" y="1422591"/>
                  </a:lnTo>
                  <a:lnTo>
                    <a:pt x="6486631" y="1491693"/>
                  </a:lnTo>
                  <a:lnTo>
                    <a:pt x="6527736" y="1558175"/>
                  </a:lnTo>
                  <a:lnTo>
                    <a:pt x="6568428" y="1621672"/>
                  </a:lnTo>
                  <a:lnTo>
                    <a:pt x="6608741" y="1681903"/>
                  </a:lnTo>
                  <a:lnTo>
                    <a:pt x="6648755" y="1738676"/>
                  </a:lnTo>
                  <a:lnTo>
                    <a:pt x="6688597" y="1791881"/>
                  </a:lnTo>
                  <a:lnTo>
                    <a:pt x="6728452" y="1841487"/>
                  </a:lnTo>
                  <a:lnTo>
                    <a:pt x="6768562" y="1887535"/>
                  </a:lnTo>
                  <a:lnTo>
                    <a:pt x="6786527" y="1906861"/>
                  </a:lnTo>
                  <a:lnTo>
                    <a:pt x="6835151" y="1955029"/>
                  </a:lnTo>
                  <a:lnTo>
                    <a:pt x="6885407" y="1998393"/>
                  </a:lnTo>
                  <a:lnTo>
                    <a:pt x="6938065" y="2037196"/>
                  </a:lnTo>
                  <a:lnTo>
                    <a:pt x="6993989" y="2071850"/>
                  </a:lnTo>
                  <a:lnTo>
                    <a:pt x="7054058" y="2102822"/>
                  </a:lnTo>
                  <a:lnTo>
                    <a:pt x="7119097" y="2130560"/>
                  </a:lnTo>
                  <a:lnTo>
                    <a:pt x="7189782" y="2155464"/>
                  </a:lnTo>
                  <a:lnTo>
                    <a:pt x="7266519" y="2177857"/>
                  </a:lnTo>
                  <a:lnTo>
                    <a:pt x="7349282" y="2197976"/>
                  </a:lnTo>
                  <a:lnTo>
                    <a:pt x="7437416" y="2215973"/>
                  </a:lnTo>
                  <a:lnTo>
                    <a:pt x="7529448" y="2231912"/>
                  </a:lnTo>
                  <a:lnTo>
                    <a:pt x="7622944" y="2245792"/>
                  </a:lnTo>
                  <a:lnTo>
                    <a:pt x="7714523" y="2257568"/>
                  </a:lnTo>
                  <a:lnTo>
                    <a:pt x="7800116" y="2267196"/>
                  </a:lnTo>
                  <a:lnTo>
                    <a:pt x="7875507" y="2274680"/>
                  </a:lnTo>
                  <a:lnTo>
                    <a:pt x="7937103" y="2280118"/>
                  </a:lnTo>
                  <a:lnTo>
                    <a:pt x="7982726" y="2283721"/>
                  </a:lnTo>
                  <a:lnTo>
                    <a:pt x="8012181" y="2285813"/>
                  </a:lnTo>
                  <a:lnTo>
                    <a:pt x="8027435" y="2286792"/>
                  </a:lnTo>
                  <a:lnTo>
                    <a:pt x="8032445" y="2287084"/>
                  </a:lnTo>
                  <a:lnTo>
                    <a:pt x="8032819" y="2287104"/>
                  </a:lnTo>
                  <a:lnTo>
                    <a:pt x="8554953" y="2287104"/>
                  </a:lnTo>
                  <a:lnTo>
                    <a:pt x="8554953" y="2281457"/>
                  </a:lnTo>
                  <a:lnTo>
                    <a:pt x="8032819" y="2281457"/>
                  </a:lnTo>
                  <a:lnTo>
                    <a:pt x="8031630" y="2281391"/>
                  </a:lnTo>
                  <a:lnTo>
                    <a:pt x="8023842" y="2280923"/>
                  </a:lnTo>
                  <a:lnTo>
                    <a:pt x="8004330" y="2279630"/>
                  </a:lnTo>
                  <a:lnTo>
                    <a:pt x="7969748" y="2277089"/>
                  </a:lnTo>
                  <a:lnTo>
                    <a:pt x="7918825" y="2272922"/>
                  </a:lnTo>
                  <a:lnTo>
                    <a:pt x="7852437" y="2266839"/>
                  </a:lnTo>
                  <a:lnTo>
                    <a:pt x="7773300" y="2258666"/>
                  </a:lnTo>
                  <a:lnTo>
                    <a:pt x="7685299" y="2248339"/>
                  </a:lnTo>
                  <a:lnTo>
                    <a:pt x="7592678" y="2235875"/>
                  </a:lnTo>
                  <a:lnTo>
                    <a:pt x="7499329" y="2221324"/>
                  </a:lnTo>
                  <a:lnTo>
                    <a:pt x="7408342" y="2204721"/>
                  </a:lnTo>
                  <a:lnTo>
                    <a:pt x="7321830" y="2186048"/>
                  </a:lnTo>
                  <a:lnTo>
                    <a:pt x="7240983" y="2165212"/>
                  </a:lnTo>
                  <a:lnTo>
                    <a:pt x="7166228" y="2142037"/>
                  </a:lnTo>
                  <a:lnTo>
                    <a:pt x="7097433" y="2116253"/>
                  </a:lnTo>
                  <a:lnTo>
                    <a:pt x="7034088" y="2087514"/>
                  </a:lnTo>
                  <a:lnTo>
                    <a:pt x="6975456" y="2055400"/>
                  </a:lnTo>
                  <a:lnTo>
                    <a:pt x="6920688" y="2019452"/>
                  </a:lnTo>
                  <a:lnTo>
                    <a:pt x="6868899" y="1979210"/>
                  </a:lnTo>
                  <a:lnTo>
                    <a:pt x="6819250" y="1934304"/>
                  </a:lnTo>
                  <a:lnTo>
                    <a:pt x="6786527" y="1901214"/>
                  </a:lnTo>
                  <a:lnTo>
                    <a:pt x="6746208" y="1856715"/>
                  </a:lnTo>
                  <a:lnTo>
                    <a:pt x="6706274" y="1808697"/>
                  </a:lnTo>
                  <a:lnTo>
                    <a:pt x="6666452" y="1757090"/>
                  </a:lnTo>
                  <a:lnTo>
                    <a:pt x="6626533" y="1701893"/>
                  </a:lnTo>
                  <a:lnTo>
                    <a:pt x="6586366" y="1643178"/>
                  </a:lnTo>
                  <a:lnTo>
                    <a:pt x="6545849" y="1581101"/>
                  </a:lnTo>
                  <a:lnTo>
                    <a:pt x="6504929" y="1515904"/>
                  </a:lnTo>
                  <a:lnTo>
                    <a:pt x="6463596" y="1447914"/>
                  </a:lnTo>
                  <a:lnTo>
                    <a:pt x="6421875" y="1377542"/>
                  </a:lnTo>
                  <a:lnTo>
                    <a:pt x="6379827" y="1305273"/>
                  </a:lnTo>
                  <a:lnTo>
                    <a:pt x="6337536" y="1231654"/>
                  </a:lnTo>
                  <a:lnTo>
                    <a:pt x="6295106" y="1157277"/>
                  </a:lnTo>
                  <a:lnTo>
                    <a:pt x="6252650" y="1082761"/>
                  </a:lnTo>
                  <a:lnTo>
                    <a:pt x="6210283" y="1008730"/>
                  </a:lnTo>
                  <a:lnTo>
                    <a:pt x="6168116" y="935791"/>
                  </a:lnTo>
                  <a:lnTo>
                    <a:pt x="6126241" y="864513"/>
                  </a:lnTo>
                  <a:lnTo>
                    <a:pt x="6084730" y="795410"/>
                  </a:lnTo>
                  <a:lnTo>
                    <a:pt x="6043626" y="728928"/>
                  </a:lnTo>
                  <a:lnTo>
                    <a:pt x="6002934" y="665431"/>
                  </a:lnTo>
                  <a:lnTo>
                    <a:pt x="5962621" y="605200"/>
                  </a:lnTo>
                  <a:lnTo>
                    <a:pt x="5922607" y="548427"/>
                  </a:lnTo>
                  <a:lnTo>
                    <a:pt x="5882765" y="495223"/>
                  </a:lnTo>
                  <a:lnTo>
                    <a:pt x="5842910" y="445617"/>
                  </a:lnTo>
                  <a:lnTo>
                    <a:pt x="5802800" y="399568"/>
                  </a:lnTo>
                  <a:lnTo>
                    <a:pt x="5784835" y="380242"/>
                  </a:lnTo>
                  <a:lnTo>
                    <a:pt x="5736211" y="332075"/>
                  </a:lnTo>
                  <a:lnTo>
                    <a:pt x="5685955" y="288711"/>
                  </a:lnTo>
                  <a:lnTo>
                    <a:pt x="5633297" y="249907"/>
                  </a:lnTo>
                  <a:lnTo>
                    <a:pt x="5577373" y="215253"/>
                  </a:lnTo>
                  <a:lnTo>
                    <a:pt x="5517304" y="184282"/>
                  </a:lnTo>
                  <a:lnTo>
                    <a:pt x="5452265" y="156543"/>
                  </a:lnTo>
                  <a:lnTo>
                    <a:pt x="5381580" y="131639"/>
                  </a:lnTo>
                  <a:lnTo>
                    <a:pt x="5304843" y="109247"/>
                  </a:lnTo>
                  <a:lnTo>
                    <a:pt x="5222080" y="89127"/>
                  </a:lnTo>
                  <a:lnTo>
                    <a:pt x="5133946" y="71131"/>
                  </a:lnTo>
                  <a:lnTo>
                    <a:pt x="5041914" y="55191"/>
                  </a:lnTo>
                  <a:lnTo>
                    <a:pt x="4948418" y="41311"/>
                  </a:lnTo>
                  <a:lnTo>
                    <a:pt x="4856839" y="29535"/>
                  </a:lnTo>
                  <a:lnTo>
                    <a:pt x="4771246" y="19907"/>
                  </a:lnTo>
                  <a:lnTo>
                    <a:pt x="4695855" y="12423"/>
                  </a:lnTo>
                  <a:lnTo>
                    <a:pt x="4634259" y="6986"/>
                  </a:lnTo>
                  <a:lnTo>
                    <a:pt x="4588636" y="3382"/>
                  </a:lnTo>
                  <a:lnTo>
                    <a:pt x="4559181" y="1290"/>
                  </a:lnTo>
                  <a:lnTo>
                    <a:pt x="4543927" y="312"/>
                  </a:lnTo>
                  <a:lnTo>
                    <a:pt x="4538917" y="20"/>
                  </a:lnTo>
                  <a:lnTo>
                    <a:pt x="4538543" y="0"/>
                  </a:lnTo>
                  <a:lnTo>
                    <a:pt x="4016409" y="0"/>
                  </a:lnTo>
                  <a:lnTo>
                    <a:pt x="4015261" y="79"/>
                  </a:lnTo>
                  <a:lnTo>
                    <a:pt x="4007739" y="646"/>
                  </a:lnTo>
                  <a:lnTo>
                    <a:pt x="3988870" y="2213"/>
                  </a:lnTo>
                  <a:lnTo>
                    <a:pt x="3955370" y="5294"/>
                  </a:lnTo>
                  <a:lnTo>
                    <a:pt x="3905926" y="10352"/>
                  </a:lnTo>
                  <a:lnTo>
                    <a:pt x="3841275" y="17743"/>
                  </a:lnTo>
                  <a:lnTo>
                    <a:pt x="3763939" y="27690"/>
                  </a:lnTo>
                  <a:lnTo>
                    <a:pt x="3677606" y="40278"/>
                  </a:lnTo>
                  <a:lnTo>
                    <a:pt x="3586372" y="55494"/>
                  </a:lnTo>
                  <a:lnTo>
                    <a:pt x="3494051" y="73278"/>
                  </a:lnTo>
                  <a:lnTo>
                    <a:pt x="3403724" y="93585"/>
                  </a:lnTo>
                  <a:lnTo>
                    <a:pt x="3317550" y="116424"/>
                  </a:lnTo>
                  <a:lnTo>
                    <a:pt x="3236790" y="141893"/>
                  </a:lnTo>
                  <a:lnTo>
                    <a:pt x="3161954" y="170194"/>
                  </a:lnTo>
                  <a:lnTo>
                    <a:pt x="3092988" y="201633"/>
                  </a:lnTo>
                  <a:lnTo>
                    <a:pt x="3029452" y="236616"/>
                  </a:lnTo>
                  <a:lnTo>
                    <a:pt x="2970668" y="275637"/>
                  </a:lnTo>
                  <a:lnTo>
                    <a:pt x="2915828" y="319247"/>
                  </a:lnTo>
                  <a:lnTo>
                    <a:pt x="2864082" y="368010"/>
                  </a:lnTo>
                  <a:lnTo>
                    <a:pt x="2814605" y="422411"/>
                  </a:lnTo>
                  <a:lnTo>
                    <a:pt x="2770117" y="478127"/>
                  </a:lnTo>
                  <a:lnTo>
                    <a:pt x="2733067" y="529354"/>
                  </a:lnTo>
                  <a:lnTo>
                    <a:pt x="2696363" y="584306"/>
                  </a:lnTo>
                  <a:lnTo>
                    <a:pt x="2659787" y="643057"/>
                  </a:lnTo>
                  <a:lnTo>
                    <a:pt x="2623166" y="705626"/>
                  </a:lnTo>
                  <a:lnTo>
                    <a:pt x="2586371" y="771960"/>
                  </a:lnTo>
                  <a:lnTo>
                    <a:pt x="2549311" y="841940"/>
                  </a:lnTo>
                  <a:lnTo>
                    <a:pt x="2511928" y="915368"/>
                  </a:lnTo>
                  <a:lnTo>
                    <a:pt x="2474197" y="991969"/>
                  </a:lnTo>
                  <a:lnTo>
                    <a:pt x="2436121" y="1071391"/>
                  </a:lnTo>
                  <a:lnTo>
                    <a:pt x="2397729" y="1153212"/>
                  </a:lnTo>
                  <a:lnTo>
                    <a:pt x="2359072" y="1236943"/>
                  </a:lnTo>
                  <a:lnTo>
                    <a:pt x="2320219" y="1322045"/>
                  </a:lnTo>
                  <a:lnTo>
                    <a:pt x="2281249" y="1407936"/>
                  </a:lnTo>
                  <a:lnTo>
                    <a:pt x="2242252" y="1494015"/>
                  </a:lnTo>
                  <a:lnTo>
                    <a:pt x="2203317" y="1579672"/>
                  </a:lnTo>
                  <a:lnTo>
                    <a:pt x="2164530" y="1664311"/>
                  </a:lnTo>
                  <a:lnTo>
                    <a:pt x="2125968" y="1747367"/>
                  </a:lnTo>
                  <a:lnTo>
                    <a:pt x="2087693" y="1828317"/>
                  </a:lnTo>
                  <a:lnTo>
                    <a:pt x="2049748" y="1906697"/>
                  </a:lnTo>
                  <a:lnTo>
                    <a:pt x="2012152" y="1982112"/>
                  </a:lnTo>
                  <a:lnTo>
                    <a:pt x="1974899" y="2054238"/>
                  </a:lnTo>
                  <a:lnTo>
                    <a:pt x="1937950" y="2122831"/>
                  </a:lnTo>
                  <a:lnTo>
                    <a:pt x="1901235" y="2187723"/>
                  </a:lnTo>
                  <a:lnTo>
                    <a:pt x="1864649" y="2248821"/>
                  </a:lnTo>
                  <a:lnTo>
                    <a:pt x="1828046" y="2306101"/>
                  </a:lnTo>
                  <a:lnTo>
                    <a:pt x="1791237" y="2359605"/>
                  </a:lnTo>
                  <a:lnTo>
                    <a:pt x="1768425" y="2390635"/>
                  </a:lnTo>
                  <a:lnTo>
                    <a:pt x="1720393" y="2450512"/>
                  </a:lnTo>
                  <a:lnTo>
                    <a:pt x="1670777" y="2504490"/>
                  </a:lnTo>
                  <a:lnTo>
                    <a:pt x="1618834" y="2552859"/>
                  </a:lnTo>
                  <a:lnTo>
                    <a:pt x="1563736" y="2596116"/>
                  </a:lnTo>
                  <a:lnTo>
                    <a:pt x="1504631" y="2634824"/>
                  </a:lnTo>
                  <a:lnTo>
                    <a:pt x="1440721" y="2669533"/>
                  </a:lnTo>
                  <a:lnTo>
                    <a:pt x="1371339" y="2700731"/>
                  </a:lnTo>
                  <a:lnTo>
                    <a:pt x="1296067" y="2728817"/>
                  </a:lnTo>
                  <a:lnTo>
                    <a:pt x="1214887" y="2754089"/>
                  </a:lnTo>
                  <a:lnTo>
                    <a:pt x="1128358" y="2776741"/>
                  </a:lnTo>
                  <a:lnTo>
                    <a:pt x="1037801" y="2796864"/>
                  </a:lnTo>
                  <a:lnTo>
                    <a:pt x="945446" y="2814464"/>
                  </a:lnTo>
                  <a:lnTo>
                    <a:pt x="854433" y="2829490"/>
                  </a:lnTo>
                  <a:lnTo>
                    <a:pt x="768618" y="2841885"/>
                  </a:lnTo>
                  <a:lnTo>
                    <a:pt x="692090" y="2851642"/>
                  </a:lnTo>
                  <a:lnTo>
                    <a:pt x="628481" y="2858854"/>
                  </a:lnTo>
                  <a:lnTo>
                    <a:pt x="580197" y="2863754"/>
                  </a:lnTo>
                  <a:lnTo>
                    <a:pt x="547833" y="2866708"/>
                  </a:lnTo>
                  <a:lnTo>
                    <a:pt x="529923" y="2868185"/>
                  </a:lnTo>
                  <a:lnTo>
                    <a:pt x="523052" y="2868699"/>
                  </a:lnTo>
                  <a:lnTo>
                    <a:pt x="522133" y="2868762"/>
                  </a:lnTo>
                  <a:lnTo>
                    <a:pt x="0" y="2868762"/>
                  </a:lnTo>
                  <a:close/>
                </a:path>
              </a:pathLst>
            </a:custGeom>
            <a:solidFill>
              <a:srgbClr val="E78AC3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1413" name="pl1413"/>
            <p:cNvSpPr/>
            <p:nvPr/>
          </p:nvSpPr>
          <p:spPr>
            <a:xfrm>
              <a:off x="386606" y="1750262"/>
              <a:ext cx="8554953" cy="2868762"/>
            </a:xfrm>
            <a:custGeom>
              <a:avLst/>
              <a:pathLst>
                <a:path w="8554953" h="2868762">
                  <a:moveTo>
                    <a:pt x="0" y="2868762"/>
                  </a:moveTo>
                  <a:lnTo>
                    <a:pt x="522133" y="2868762"/>
                  </a:lnTo>
                  <a:lnTo>
                    <a:pt x="523281" y="2868683"/>
                  </a:lnTo>
                  <a:lnTo>
                    <a:pt x="530803" y="2868116"/>
                  </a:lnTo>
                  <a:lnTo>
                    <a:pt x="549672" y="2866549"/>
                  </a:lnTo>
                  <a:lnTo>
                    <a:pt x="583172" y="2863468"/>
                  </a:lnTo>
                  <a:lnTo>
                    <a:pt x="632616" y="2858410"/>
                  </a:lnTo>
                  <a:lnTo>
                    <a:pt x="697267" y="2851019"/>
                  </a:lnTo>
                  <a:lnTo>
                    <a:pt x="774604" y="2841072"/>
                  </a:lnTo>
                  <a:lnTo>
                    <a:pt x="860936" y="2828484"/>
                  </a:lnTo>
                  <a:lnTo>
                    <a:pt x="952170" y="2813268"/>
                  </a:lnTo>
                  <a:lnTo>
                    <a:pt x="1044491" y="2795484"/>
                  </a:lnTo>
                  <a:lnTo>
                    <a:pt x="1134818" y="2775177"/>
                  </a:lnTo>
                  <a:lnTo>
                    <a:pt x="1220992" y="2752338"/>
                  </a:lnTo>
                  <a:lnTo>
                    <a:pt x="1301752" y="2726869"/>
                  </a:lnTo>
                  <a:lnTo>
                    <a:pt x="1376588" y="2698568"/>
                  </a:lnTo>
                  <a:lnTo>
                    <a:pt x="1445554" y="2667129"/>
                  </a:lnTo>
                  <a:lnTo>
                    <a:pt x="1509090" y="2632146"/>
                  </a:lnTo>
                  <a:lnTo>
                    <a:pt x="1567874" y="2593125"/>
                  </a:lnTo>
                  <a:lnTo>
                    <a:pt x="1622714" y="2549515"/>
                  </a:lnTo>
                  <a:lnTo>
                    <a:pt x="1674460" y="2500752"/>
                  </a:lnTo>
                  <a:lnTo>
                    <a:pt x="1723937" y="2446351"/>
                  </a:lnTo>
                  <a:lnTo>
                    <a:pt x="1768425" y="2390635"/>
                  </a:lnTo>
                  <a:lnTo>
                    <a:pt x="1805475" y="2339408"/>
                  </a:lnTo>
                  <a:lnTo>
                    <a:pt x="1842179" y="2284456"/>
                  </a:lnTo>
                  <a:lnTo>
                    <a:pt x="1878756" y="2225704"/>
                  </a:lnTo>
                  <a:lnTo>
                    <a:pt x="1915376" y="2163136"/>
                  </a:lnTo>
                  <a:lnTo>
                    <a:pt x="1952171" y="2096802"/>
                  </a:lnTo>
                  <a:lnTo>
                    <a:pt x="1989231" y="2026822"/>
                  </a:lnTo>
                  <a:lnTo>
                    <a:pt x="2026614" y="1953394"/>
                  </a:lnTo>
                  <a:lnTo>
                    <a:pt x="2064345" y="1876793"/>
                  </a:lnTo>
                  <a:lnTo>
                    <a:pt x="2102421" y="1797370"/>
                  </a:lnTo>
                  <a:lnTo>
                    <a:pt x="2140813" y="1715550"/>
                  </a:lnTo>
                  <a:lnTo>
                    <a:pt x="2179470" y="1631818"/>
                  </a:lnTo>
                  <a:lnTo>
                    <a:pt x="2218323" y="1546717"/>
                  </a:lnTo>
                  <a:lnTo>
                    <a:pt x="2257293" y="1460826"/>
                  </a:lnTo>
                  <a:lnTo>
                    <a:pt x="2296290" y="1374747"/>
                  </a:lnTo>
                  <a:lnTo>
                    <a:pt x="2335225" y="1289090"/>
                  </a:lnTo>
                  <a:lnTo>
                    <a:pt x="2374012" y="1204450"/>
                  </a:lnTo>
                  <a:lnTo>
                    <a:pt x="2412574" y="1121395"/>
                  </a:lnTo>
                  <a:lnTo>
                    <a:pt x="2450849" y="1040445"/>
                  </a:lnTo>
                  <a:lnTo>
                    <a:pt x="2488794" y="962064"/>
                  </a:lnTo>
                  <a:lnTo>
                    <a:pt x="2526390" y="886650"/>
                  </a:lnTo>
                  <a:lnTo>
                    <a:pt x="2563643" y="814524"/>
                  </a:lnTo>
                  <a:lnTo>
                    <a:pt x="2600592" y="745931"/>
                  </a:lnTo>
                  <a:lnTo>
                    <a:pt x="2637307" y="681039"/>
                  </a:lnTo>
                  <a:lnTo>
                    <a:pt x="2673893" y="619941"/>
                  </a:lnTo>
                  <a:lnTo>
                    <a:pt x="2710496" y="562660"/>
                  </a:lnTo>
                  <a:lnTo>
                    <a:pt x="2747305" y="509157"/>
                  </a:lnTo>
                  <a:lnTo>
                    <a:pt x="2770117" y="478127"/>
                  </a:lnTo>
                  <a:lnTo>
                    <a:pt x="2818149" y="418250"/>
                  </a:lnTo>
                  <a:lnTo>
                    <a:pt x="2867765" y="364272"/>
                  </a:lnTo>
                  <a:lnTo>
                    <a:pt x="2919708" y="315903"/>
                  </a:lnTo>
                  <a:lnTo>
                    <a:pt x="2974806" y="272646"/>
                  </a:lnTo>
                  <a:lnTo>
                    <a:pt x="3033911" y="233938"/>
                  </a:lnTo>
                  <a:lnTo>
                    <a:pt x="3097821" y="199229"/>
                  </a:lnTo>
                  <a:lnTo>
                    <a:pt x="3167204" y="168031"/>
                  </a:lnTo>
                  <a:lnTo>
                    <a:pt x="3242475" y="139945"/>
                  </a:lnTo>
                  <a:lnTo>
                    <a:pt x="3323655" y="114673"/>
                  </a:lnTo>
                  <a:lnTo>
                    <a:pt x="3410184" y="92021"/>
                  </a:lnTo>
                  <a:lnTo>
                    <a:pt x="3500741" y="71897"/>
                  </a:lnTo>
                  <a:lnTo>
                    <a:pt x="3593097" y="54298"/>
                  </a:lnTo>
                  <a:lnTo>
                    <a:pt x="3684109" y="39272"/>
                  </a:lnTo>
                  <a:lnTo>
                    <a:pt x="3769925" y="26877"/>
                  </a:lnTo>
                  <a:lnTo>
                    <a:pt x="3846452" y="17120"/>
                  </a:lnTo>
                  <a:lnTo>
                    <a:pt x="3910061" y="9908"/>
                  </a:lnTo>
                  <a:lnTo>
                    <a:pt x="3958345" y="5008"/>
                  </a:lnTo>
                  <a:lnTo>
                    <a:pt x="3990710" y="2054"/>
                  </a:lnTo>
                  <a:lnTo>
                    <a:pt x="4008620" y="577"/>
                  </a:lnTo>
                  <a:lnTo>
                    <a:pt x="4015491" y="63"/>
                  </a:lnTo>
                  <a:lnTo>
                    <a:pt x="4016409" y="0"/>
                  </a:lnTo>
                  <a:lnTo>
                    <a:pt x="4538543" y="0"/>
                  </a:lnTo>
                  <a:lnTo>
                    <a:pt x="4539732" y="65"/>
                  </a:lnTo>
                  <a:lnTo>
                    <a:pt x="4547520" y="533"/>
                  </a:lnTo>
                  <a:lnTo>
                    <a:pt x="4567032" y="1826"/>
                  </a:lnTo>
                  <a:lnTo>
                    <a:pt x="4601614" y="4367"/>
                  </a:lnTo>
                  <a:lnTo>
                    <a:pt x="4652537" y="8534"/>
                  </a:lnTo>
                  <a:lnTo>
                    <a:pt x="4718925" y="14617"/>
                  </a:lnTo>
                  <a:lnTo>
                    <a:pt x="4798062" y="22790"/>
                  </a:lnTo>
                  <a:lnTo>
                    <a:pt x="4886063" y="33117"/>
                  </a:lnTo>
                  <a:lnTo>
                    <a:pt x="4978684" y="45581"/>
                  </a:lnTo>
                  <a:lnTo>
                    <a:pt x="5072033" y="60132"/>
                  </a:lnTo>
                  <a:lnTo>
                    <a:pt x="5163020" y="76735"/>
                  </a:lnTo>
                  <a:lnTo>
                    <a:pt x="5249532" y="95408"/>
                  </a:lnTo>
                  <a:lnTo>
                    <a:pt x="5330379" y="116244"/>
                  </a:lnTo>
                  <a:lnTo>
                    <a:pt x="5405134" y="139420"/>
                  </a:lnTo>
                  <a:lnTo>
                    <a:pt x="5473929" y="165203"/>
                  </a:lnTo>
                  <a:lnTo>
                    <a:pt x="5537274" y="193942"/>
                  </a:lnTo>
                  <a:lnTo>
                    <a:pt x="5595906" y="226056"/>
                  </a:lnTo>
                  <a:lnTo>
                    <a:pt x="5650674" y="262004"/>
                  </a:lnTo>
                  <a:lnTo>
                    <a:pt x="5702463" y="302246"/>
                  </a:lnTo>
                  <a:lnTo>
                    <a:pt x="5752112" y="347152"/>
                  </a:lnTo>
                  <a:lnTo>
                    <a:pt x="5784835" y="380242"/>
                  </a:lnTo>
                  <a:lnTo>
                    <a:pt x="5825154" y="424742"/>
                  </a:lnTo>
                  <a:lnTo>
                    <a:pt x="5865088" y="472759"/>
                  </a:lnTo>
                  <a:lnTo>
                    <a:pt x="5904910" y="524366"/>
                  </a:lnTo>
                  <a:lnTo>
                    <a:pt x="5944828" y="579563"/>
                  </a:lnTo>
                  <a:lnTo>
                    <a:pt x="5984996" y="638278"/>
                  </a:lnTo>
                  <a:lnTo>
                    <a:pt x="6025513" y="700355"/>
                  </a:lnTo>
                  <a:lnTo>
                    <a:pt x="6066433" y="765552"/>
                  </a:lnTo>
                  <a:lnTo>
                    <a:pt x="6107766" y="833542"/>
                  </a:lnTo>
                  <a:lnTo>
                    <a:pt x="6149487" y="903914"/>
                  </a:lnTo>
                  <a:lnTo>
                    <a:pt x="6191535" y="976183"/>
                  </a:lnTo>
                  <a:lnTo>
                    <a:pt x="6233825" y="1049802"/>
                  </a:lnTo>
                  <a:lnTo>
                    <a:pt x="6276256" y="1124179"/>
                  </a:lnTo>
                  <a:lnTo>
                    <a:pt x="6318712" y="1198695"/>
                  </a:lnTo>
                  <a:lnTo>
                    <a:pt x="6361079" y="1272726"/>
                  </a:lnTo>
                  <a:lnTo>
                    <a:pt x="6403246" y="1345665"/>
                  </a:lnTo>
                  <a:lnTo>
                    <a:pt x="6445121" y="1416943"/>
                  </a:lnTo>
                  <a:lnTo>
                    <a:pt x="6486631" y="1486046"/>
                  </a:lnTo>
                  <a:lnTo>
                    <a:pt x="6527736" y="1552528"/>
                  </a:lnTo>
                  <a:lnTo>
                    <a:pt x="6568428" y="1616025"/>
                  </a:lnTo>
                  <a:lnTo>
                    <a:pt x="6608741" y="1676256"/>
                  </a:lnTo>
                  <a:lnTo>
                    <a:pt x="6648755" y="1733029"/>
                  </a:lnTo>
                  <a:lnTo>
                    <a:pt x="6688597" y="1786233"/>
                  </a:lnTo>
                  <a:lnTo>
                    <a:pt x="6728452" y="1835840"/>
                  </a:lnTo>
                  <a:lnTo>
                    <a:pt x="6768562" y="1881888"/>
                  </a:lnTo>
                  <a:lnTo>
                    <a:pt x="6786527" y="1901214"/>
                  </a:lnTo>
                  <a:lnTo>
                    <a:pt x="6835151" y="1949381"/>
                  </a:lnTo>
                  <a:lnTo>
                    <a:pt x="6885407" y="1992746"/>
                  </a:lnTo>
                  <a:lnTo>
                    <a:pt x="6938065" y="2031549"/>
                  </a:lnTo>
                  <a:lnTo>
                    <a:pt x="6993989" y="2066203"/>
                  </a:lnTo>
                  <a:lnTo>
                    <a:pt x="7054058" y="2097175"/>
                  </a:lnTo>
                  <a:lnTo>
                    <a:pt x="7119097" y="2124913"/>
                  </a:lnTo>
                  <a:lnTo>
                    <a:pt x="7189782" y="2149817"/>
                  </a:lnTo>
                  <a:lnTo>
                    <a:pt x="7266519" y="2172209"/>
                  </a:lnTo>
                  <a:lnTo>
                    <a:pt x="7349282" y="2192329"/>
                  </a:lnTo>
                  <a:lnTo>
                    <a:pt x="7437416" y="2210325"/>
                  </a:lnTo>
                  <a:lnTo>
                    <a:pt x="7529448" y="2226265"/>
                  </a:lnTo>
                  <a:lnTo>
                    <a:pt x="7622944" y="2240145"/>
                  </a:lnTo>
                  <a:lnTo>
                    <a:pt x="7714523" y="2251921"/>
                  </a:lnTo>
                  <a:lnTo>
                    <a:pt x="7800116" y="2261549"/>
                  </a:lnTo>
                  <a:lnTo>
                    <a:pt x="7875507" y="2269033"/>
                  </a:lnTo>
                  <a:lnTo>
                    <a:pt x="7937103" y="2274470"/>
                  </a:lnTo>
                  <a:lnTo>
                    <a:pt x="7982726" y="2278074"/>
                  </a:lnTo>
                  <a:lnTo>
                    <a:pt x="8012181" y="2280166"/>
                  </a:lnTo>
                  <a:lnTo>
                    <a:pt x="8027435" y="2281145"/>
                  </a:lnTo>
                  <a:lnTo>
                    <a:pt x="8032445" y="2281436"/>
                  </a:lnTo>
                  <a:lnTo>
                    <a:pt x="8032819" y="2281457"/>
                  </a:lnTo>
                  <a:lnTo>
                    <a:pt x="8554953" y="2281457"/>
                  </a:lnTo>
                  <a:lnTo>
                    <a:pt x="8554953" y="2281457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414" name="pl1414"/>
            <p:cNvSpPr/>
            <p:nvPr/>
          </p:nvSpPr>
          <p:spPr>
            <a:xfrm>
              <a:off x="386606" y="1744615"/>
              <a:ext cx="8554953" cy="2868762"/>
            </a:xfrm>
            <a:custGeom>
              <a:avLst/>
              <a:pathLst>
                <a:path w="8554953" h="2868762">
                  <a:moveTo>
                    <a:pt x="8554953" y="2281457"/>
                  </a:moveTo>
                  <a:lnTo>
                    <a:pt x="8032819" y="2281457"/>
                  </a:lnTo>
                  <a:lnTo>
                    <a:pt x="8031630" y="2281391"/>
                  </a:lnTo>
                  <a:lnTo>
                    <a:pt x="8023842" y="2280923"/>
                  </a:lnTo>
                  <a:lnTo>
                    <a:pt x="8004330" y="2279630"/>
                  </a:lnTo>
                  <a:lnTo>
                    <a:pt x="7969748" y="2277089"/>
                  </a:lnTo>
                  <a:lnTo>
                    <a:pt x="7918825" y="2272922"/>
                  </a:lnTo>
                  <a:lnTo>
                    <a:pt x="7852437" y="2266839"/>
                  </a:lnTo>
                  <a:lnTo>
                    <a:pt x="7773300" y="2258666"/>
                  </a:lnTo>
                  <a:lnTo>
                    <a:pt x="7685299" y="2248339"/>
                  </a:lnTo>
                  <a:lnTo>
                    <a:pt x="7592678" y="2235875"/>
                  </a:lnTo>
                  <a:lnTo>
                    <a:pt x="7499329" y="2221324"/>
                  </a:lnTo>
                  <a:lnTo>
                    <a:pt x="7408342" y="2204721"/>
                  </a:lnTo>
                  <a:lnTo>
                    <a:pt x="7321830" y="2186048"/>
                  </a:lnTo>
                  <a:lnTo>
                    <a:pt x="7240983" y="2165212"/>
                  </a:lnTo>
                  <a:lnTo>
                    <a:pt x="7166228" y="2142037"/>
                  </a:lnTo>
                  <a:lnTo>
                    <a:pt x="7097433" y="2116253"/>
                  </a:lnTo>
                  <a:lnTo>
                    <a:pt x="7034088" y="2087514"/>
                  </a:lnTo>
                  <a:lnTo>
                    <a:pt x="6975456" y="2055400"/>
                  </a:lnTo>
                  <a:lnTo>
                    <a:pt x="6920688" y="2019452"/>
                  </a:lnTo>
                  <a:lnTo>
                    <a:pt x="6868899" y="1979210"/>
                  </a:lnTo>
                  <a:lnTo>
                    <a:pt x="6819250" y="1934304"/>
                  </a:lnTo>
                  <a:lnTo>
                    <a:pt x="6786527" y="1901214"/>
                  </a:lnTo>
                  <a:lnTo>
                    <a:pt x="6746208" y="1856715"/>
                  </a:lnTo>
                  <a:lnTo>
                    <a:pt x="6706274" y="1808697"/>
                  </a:lnTo>
                  <a:lnTo>
                    <a:pt x="6666452" y="1757090"/>
                  </a:lnTo>
                  <a:lnTo>
                    <a:pt x="6626533" y="1701893"/>
                  </a:lnTo>
                  <a:lnTo>
                    <a:pt x="6586366" y="1643178"/>
                  </a:lnTo>
                  <a:lnTo>
                    <a:pt x="6545849" y="1581101"/>
                  </a:lnTo>
                  <a:lnTo>
                    <a:pt x="6504929" y="1515904"/>
                  </a:lnTo>
                  <a:lnTo>
                    <a:pt x="6463596" y="1447914"/>
                  </a:lnTo>
                  <a:lnTo>
                    <a:pt x="6421875" y="1377542"/>
                  </a:lnTo>
                  <a:lnTo>
                    <a:pt x="6379827" y="1305273"/>
                  </a:lnTo>
                  <a:lnTo>
                    <a:pt x="6337536" y="1231654"/>
                  </a:lnTo>
                  <a:lnTo>
                    <a:pt x="6295106" y="1157277"/>
                  </a:lnTo>
                  <a:lnTo>
                    <a:pt x="6252650" y="1082761"/>
                  </a:lnTo>
                  <a:lnTo>
                    <a:pt x="6210283" y="1008730"/>
                  </a:lnTo>
                  <a:lnTo>
                    <a:pt x="6168116" y="935791"/>
                  </a:lnTo>
                  <a:lnTo>
                    <a:pt x="6126241" y="864513"/>
                  </a:lnTo>
                  <a:lnTo>
                    <a:pt x="6084730" y="795410"/>
                  </a:lnTo>
                  <a:lnTo>
                    <a:pt x="6043626" y="728928"/>
                  </a:lnTo>
                  <a:lnTo>
                    <a:pt x="6002934" y="665431"/>
                  </a:lnTo>
                  <a:lnTo>
                    <a:pt x="5962621" y="605200"/>
                  </a:lnTo>
                  <a:lnTo>
                    <a:pt x="5922607" y="548427"/>
                  </a:lnTo>
                  <a:lnTo>
                    <a:pt x="5882765" y="495223"/>
                  </a:lnTo>
                  <a:lnTo>
                    <a:pt x="5842910" y="445617"/>
                  </a:lnTo>
                  <a:lnTo>
                    <a:pt x="5802800" y="399568"/>
                  </a:lnTo>
                  <a:lnTo>
                    <a:pt x="5784835" y="380242"/>
                  </a:lnTo>
                  <a:lnTo>
                    <a:pt x="5736211" y="332075"/>
                  </a:lnTo>
                  <a:lnTo>
                    <a:pt x="5685955" y="288711"/>
                  </a:lnTo>
                  <a:lnTo>
                    <a:pt x="5633297" y="249907"/>
                  </a:lnTo>
                  <a:lnTo>
                    <a:pt x="5577373" y="215253"/>
                  </a:lnTo>
                  <a:lnTo>
                    <a:pt x="5517304" y="184282"/>
                  </a:lnTo>
                  <a:lnTo>
                    <a:pt x="5452265" y="156543"/>
                  </a:lnTo>
                  <a:lnTo>
                    <a:pt x="5381580" y="131639"/>
                  </a:lnTo>
                  <a:lnTo>
                    <a:pt x="5304843" y="109247"/>
                  </a:lnTo>
                  <a:lnTo>
                    <a:pt x="5222080" y="89127"/>
                  </a:lnTo>
                  <a:lnTo>
                    <a:pt x="5133946" y="71131"/>
                  </a:lnTo>
                  <a:lnTo>
                    <a:pt x="5041914" y="55191"/>
                  </a:lnTo>
                  <a:lnTo>
                    <a:pt x="4948418" y="41311"/>
                  </a:lnTo>
                  <a:lnTo>
                    <a:pt x="4856839" y="29535"/>
                  </a:lnTo>
                  <a:lnTo>
                    <a:pt x="4771246" y="19907"/>
                  </a:lnTo>
                  <a:lnTo>
                    <a:pt x="4695855" y="12423"/>
                  </a:lnTo>
                  <a:lnTo>
                    <a:pt x="4634259" y="6986"/>
                  </a:lnTo>
                  <a:lnTo>
                    <a:pt x="4588636" y="3382"/>
                  </a:lnTo>
                  <a:lnTo>
                    <a:pt x="4559181" y="1290"/>
                  </a:lnTo>
                  <a:lnTo>
                    <a:pt x="4543927" y="312"/>
                  </a:lnTo>
                  <a:lnTo>
                    <a:pt x="4538917" y="20"/>
                  </a:lnTo>
                  <a:lnTo>
                    <a:pt x="4538543" y="0"/>
                  </a:lnTo>
                  <a:lnTo>
                    <a:pt x="4016409" y="0"/>
                  </a:lnTo>
                  <a:lnTo>
                    <a:pt x="4015261" y="79"/>
                  </a:lnTo>
                  <a:lnTo>
                    <a:pt x="4007739" y="646"/>
                  </a:lnTo>
                  <a:lnTo>
                    <a:pt x="3988870" y="2213"/>
                  </a:lnTo>
                  <a:lnTo>
                    <a:pt x="3955370" y="5294"/>
                  </a:lnTo>
                  <a:lnTo>
                    <a:pt x="3905926" y="10352"/>
                  </a:lnTo>
                  <a:lnTo>
                    <a:pt x="3841275" y="17743"/>
                  </a:lnTo>
                  <a:lnTo>
                    <a:pt x="3763939" y="27690"/>
                  </a:lnTo>
                  <a:lnTo>
                    <a:pt x="3677606" y="40278"/>
                  </a:lnTo>
                  <a:lnTo>
                    <a:pt x="3586372" y="55494"/>
                  </a:lnTo>
                  <a:lnTo>
                    <a:pt x="3494051" y="73278"/>
                  </a:lnTo>
                  <a:lnTo>
                    <a:pt x="3403724" y="93585"/>
                  </a:lnTo>
                  <a:lnTo>
                    <a:pt x="3317550" y="116424"/>
                  </a:lnTo>
                  <a:lnTo>
                    <a:pt x="3236790" y="141893"/>
                  </a:lnTo>
                  <a:lnTo>
                    <a:pt x="3161954" y="170194"/>
                  </a:lnTo>
                  <a:lnTo>
                    <a:pt x="3092988" y="201633"/>
                  </a:lnTo>
                  <a:lnTo>
                    <a:pt x="3029452" y="236616"/>
                  </a:lnTo>
                  <a:lnTo>
                    <a:pt x="2970668" y="275637"/>
                  </a:lnTo>
                  <a:lnTo>
                    <a:pt x="2915828" y="319247"/>
                  </a:lnTo>
                  <a:lnTo>
                    <a:pt x="2864082" y="368010"/>
                  </a:lnTo>
                  <a:lnTo>
                    <a:pt x="2814605" y="422411"/>
                  </a:lnTo>
                  <a:lnTo>
                    <a:pt x="2770117" y="478127"/>
                  </a:lnTo>
                  <a:lnTo>
                    <a:pt x="2733067" y="529354"/>
                  </a:lnTo>
                  <a:lnTo>
                    <a:pt x="2696363" y="584306"/>
                  </a:lnTo>
                  <a:lnTo>
                    <a:pt x="2659787" y="643057"/>
                  </a:lnTo>
                  <a:lnTo>
                    <a:pt x="2623166" y="705626"/>
                  </a:lnTo>
                  <a:lnTo>
                    <a:pt x="2586371" y="771960"/>
                  </a:lnTo>
                  <a:lnTo>
                    <a:pt x="2549311" y="841940"/>
                  </a:lnTo>
                  <a:lnTo>
                    <a:pt x="2511928" y="915368"/>
                  </a:lnTo>
                  <a:lnTo>
                    <a:pt x="2474197" y="991969"/>
                  </a:lnTo>
                  <a:lnTo>
                    <a:pt x="2436121" y="1071391"/>
                  </a:lnTo>
                  <a:lnTo>
                    <a:pt x="2397729" y="1153212"/>
                  </a:lnTo>
                  <a:lnTo>
                    <a:pt x="2359072" y="1236943"/>
                  </a:lnTo>
                  <a:lnTo>
                    <a:pt x="2320219" y="1322045"/>
                  </a:lnTo>
                  <a:lnTo>
                    <a:pt x="2281249" y="1407936"/>
                  </a:lnTo>
                  <a:lnTo>
                    <a:pt x="2242252" y="1494015"/>
                  </a:lnTo>
                  <a:lnTo>
                    <a:pt x="2203317" y="1579672"/>
                  </a:lnTo>
                  <a:lnTo>
                    <a:pt x="2164530" y="1664311"/>
                  </a:lnTo>
                  <a:lnTo>
                    <a:pt x="2125968" y="1747367"/>
                  </a:lnTo>
                  <a:lnTo>
                    <a:pt x="2087693" y="1828317"/>
                  </a:lnTo>
                  <a:lnTo>
                    <a:pt x="2049748" y="1906697"/>
                  </a:lnTo>
                  <a:lnTo>
                    <a:pt x="2012152" y="1982112"/>
                  </a:lnTo>
                  <a:lnTo>
                    <a:pt x="1974899" y="2054238"/>
                  </a:lnTo>
                  <a:lnTo>
                    <a:pt x="1937950" y="2122831"/>
                  </a:lnTo>
                  <a:lnTo>
                    <a:pt x="1901235" y="2187723"/>
                  </a:lnTo>
                  <a:lnTo>
                    <a:pt x="1864649" y="2248821"/>
                  </a:lnTo>
                  <a:lnTo>
                    <a:pt x="1828046" y="2306101"/>
                  </a:lnTo>
                  <a:lnTo>
                    <a:pt x="1791237" y="2359605"/>
                  </a:lnTo>
                  <a:lnTo>
                    <a:pt x="1768425" y="2390635"/>
                  </a:lnTo>
                  <a:lnTo>
                    <a:pt x="1720393" y="2450512"/>
                  </a:lnTo>
                  <a:lnTo>
                    <a:pt x="1670777" y="2504490"/>
                  </a:lnTo>
                  <a:lnTo>
                    <a:pt x="1618834" y="2552859"/>
                  </a:lnTo>
                  <a:lnTo>
                    <a:pt x="1563736" y="2596116"/>
                  </a:lnTo>
                  <a:lnTo>
                    <a:pt x="1504631" y="2634824"/>
                  </a:lnTo>
                  <a:lnTo>
                    <a:pt x="1440721" y="2669533"/>
                  </a:lnTo>
                  <a:lnTo>
                    <a:pt x="1371339" y="2700731"/>
                  </a:lnTo>
                  <a:lnTo>
                    <a:pt x="1296067" y="2728817"/>
                  </a:lnTo>
                  <a:lnTo>
                    <a:pt x="1214887" y="2754089"/>
                  </a:lnTo>
                  <a:lnTo>
                    <a:pt x="1128358" y="2776741"/>
                  </a:lnTo>
                  <a:lnTo>
                    <a:pt x="1037801" y="2796864"/>
                  </a:lnTo>
                  <a:lnTo>
                    <a:pt x="945446" y="2814464"/>
                  </a:lnTo>
                  <a:lnTo>
                    <a:pt x="854433" y="2829490"/>
                  </a:lnTo>
                  <a:lnTo>
                    <a:pt x="768618" y="2841885"/>
                  </a:lnTo>
                  <a:lnTo>
                    <a:pt x="692090" y="2851642"/>
                  </a:lnTo>
                  <a:lnTo>
                    <a:pt x="628481" y="2858854"/>
                  </a:lnTo>
                  <a:lnTo>
                    <a:pt x="580197" y="2863754"/>
                  </a:lnTo>
                  <a:lnTo>
                    <a:pt x="547833" y="2866708"/>
                  </a:lnTo>
                  <a:lnTo>
                    <a:pt x="529923" y="2868185"/>
                  </a:lnTo>
                  <a:lnTo>
                    <a:pt x="523052" y="2868699"/>
                  </a:lnTo>
                  <a:lnTo>
                    <a:pt x="522133" y="2868762"/>
                  </a:lnTo>
                  <a:lnTo>
                    <a:pt x="0" y="2868762"/>
                  </a:lnTo>
                  <a:lnTo>
                    <a:pt x="0" y="2868762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415" name="pg1415"/>
            <p:cNvSpPr/>
            <p:nvPr/>
          </p:nvSpPr>
          <p:spPr>
            <a:xfrm>
              <a:off x="386606" y="1761556"/>
              <a:ext cx="8554953" cy="2863115"/>
            </a:xfrm>
            <a:custGeom>
              <a:avLst/>
              <a:pathLst>
                <a:path w="8554953" h="2863115">
                  <a:moveTo>
                    <a:pt x="0" y="2863115"/>
                  </a:moveTo>
                  <a:lnTo>
                    <a:pt x="522133" y="2863115"/>
                  </a:lnTo>
                  <a:lnTo>
                    <a:pt x="523282" y="2863036"/>
                  </a:lnTo>
                  <a:lnTo>
                    <a:pt x="530809" y="2862471"/>
                  </a:lnTo>
                  <a:lnTo>
                    <a:pt x="549692" y="2860909"/>
                  </a:lnTo>
                  <a:lnTo>
                    <a:pt x="583214" y="2857837"/>
                  </a:lnTo>
                  <a:lnTo>
                    <a:pt x="632689" y="2852796"/>
                  </a:lnTo>
                  <a:lnTo>
                    <a:pt x="697375" y="2845429"/>
                  </a:lnTo>
                  <a:lnTo>
                    <a:pt x="774749" y="2835514"/>
                  </a:lnTo>
                  <a:lnTo>
                    <a:pt x="861117" y="2822967"/>
                  </a:lnTo>
                  <a:lnTo>
                    <a:pt x="952380" y="2807802"/>
                  </a:lnTo>
                  <a:lnTo>
                    <a:pt x="1044722" y="2790077"/>
                  </a:lnTo>
                  <a:lnTo>
                    <a:pt x="1135063" y="2769839"/>
                  </a:lnTo>
                  <a:lnTo>
                    <a:pt x="1221245" y="2747077"/>
                  </a:lnTo>
                  <a:lnTo>
                    <a:pt x="1302007" y="2721692"/>
                  </a:lnTo>
                  <a:lnTo>
                    <a:pt x="1376842" y="2693486"/>
                  </a:lnTo>
                  <a:lnTo>
                    <a:pt x="1445804" y="2662151"/>
                  </a:lnTo>
                  <a:lnTo>
                    <a:pt x="1509336" y="2627282"/>
                  </a:lnTo>
                  <a:lnTo>
                    <a:pt x="1568117" y="2588387"/>
                  </a:lnTo>
                  <a:lnTo>
                    <a:pt x="1622955" y="2544916"/>
                  </a:lnTo>
                  <a:lnTo>
                    <a:pt x="1674702" y="2496308"/>
                  </a:lnTo>
                  <a:lnTo>
                    <a:pt x="1724182" y="2442079"/>
                  </a:lnTo>
                  <a:lnTo>
                    <a:pt x="1768425" y="2386870"/>
                  </a:lnTo>
                  <a:lnTo>
                    <a:pt x="1805532" y="2335763"/>
                  </a:lnTo>
                  <a:lnTo>
                    <a:pt x="1842292" y="2280934"/>
                  </a:lnTo>
                  <a:lnTo>
                    <a:pt x="1878925" y="2222308"/>
                  </a:lnTo>
                  <a:lnTo>
                    <a:pt x="1915603" y="2159870"/>
                  </a:lnTo>
                  <a:lnTo>
                    <a:pt x="1952456" y="2093668"/>
                  </a:lnTo>
                  <a:lnTo>
                    <a:pt x="1989576" y="2023825"/>
                  </a:lnTo>
                  <a:lnTo>
                    <a:pt x="2027021" y="1950540"/>
                  </a:lnTo>
                  <a:lnTo>
                    <a:pt x="2064814" y="1874088"/>
                  </a:lnTo>
                  <a:lnTo>
                    <a:pt x="2102954" y="1794822"/>
                  </a:lnTo>
                  <a:lnTo>
                    <a:pt x="2141409" y="1713165"/>
                  </a:lnTo>
                  <a:lnTo>
                    <a:pt x="2180130" y="1629608"/>
                  </a:lnTo>
                  <a:lnTo>
                    <a:pt x="2219046" y="1544691"/>
                  </a:lnTo>
                  <a:lnTo>
                    <a:pt x="2258078" y="1458996"/>
                  </a:lnTo>
                  <a:lnTo>
                    <a:pt x="2297135" y="1373127"/>
                  </a:lnTo>
                  <a:lnTo>
                    <a:pt x="2336128" y="1287691"/>
                  </a:lnTo>
                  <a:lnTo>
                    <a:pt x="2374970" y="1203286"/>
                  </a:lnTo>
                  <a:lnTo>
                    <a:pt x="2413585" y="1120477"/>
                  </a:lnTo>
                  <a:lnTo>
                    <a:pt x="2451911" y="1039784"/>
                  </a:lnTo>
                  <a:lnTo>
                    <a:pt x="2489905" y="961671"/>
                  </a:lnTo>
                  <a:lnTo>
                    <a:pt x="2527548" y="886532"/>
                  </a:lnTo>
                  <a:lnTo>
                    <a:pt x="2564849" y="814687"/>
                  </a:lnTo>
                  <a:lnTo>
                    <a:pt x="2601846" y="746379"/>
                  </a:lnTo>
                  <a:lnTo>
                    <a:pt x="2638611" y="681773"/>
                  </a:lnTo>
                  <a:lnTo>
                    <a:pt x="2675251" y="620960"/>
                  </a:lnTo>
                  <a:lnTo>
                    <a:pt x="2711915" y="563961"/>
                  </a:lnTo>
                  <a:lnTo>
                    <a:pt x="2748794" y="510733"/>
                  </a:lnTo>
                  <a:lnTo>
                    <a:pt x="2770117" y="481891"/>
                  </a:lnTo>
                  <a:lnTo>
                    <a:pt x="2818161" y="422236"/>
                  </a:lnTo>
                  <a:lnTo>
                    <a:pt x="2867791" y="368460"/>
                  </a:lnTo>
                  <a:lnTo>
                    <a:pt x="2919748" y="320272"/>
                  </a:lnTo>
                  <a:lnTo>
                    <a:pt x="2974864" y="277179"/>
                  </a:lnTo>
                  <a:lnTo>
                    <a:pt x="3033988" y="238618"/>
                  </a:lnTo>
                  <a:lnTo>
                    <a:pt x="3097922" y="204042"/>
                  </a:lnTo>
                  <a:lnTo>
                    <a:pt x="3167331" y="172965"/>
                  </a:lnTo>
                  <a:lnTo>
                    <a:pt x="3242633" y="144988"/>
                  </a:lnTo>
                  <a:lnTo>
                    <a:pt x="3323846" y="119814"/>
                  </a:lnTo>
                  <a:lnTo>
                    <a:pt x="3410408" y="97252"/>
                  </a:lnTo>
                  <a:lnTo>
                    <a:pt x="3500996" y="77209"/>
                  </a:lnTo>
                  <a:lnTo>
                    <a:pt x="3593376" y="59682"/>
                  </a:lnTo>
                  <a:lnTo>
                    <a:pt x="3684401" y="44720"/>
                  </a:lnTo>
                  <a:lnTo>
                    <a:pt x="3770213" y="32379"/>
                  </a:lnTo>
                  <a:lnTo>
                    <a:pt x="3846719" y="22668"/>
                  </a:lnTo>
                  <a:lnTo>
                    <a:pt x="3910288" y="15492"/>
                  </a:lnTo>
                  <a:lnTo>
                    <a:pt x="3958518" y="10619"/>
                  </a:lnTo>
                  <a:lnTo>
                    <a:pt x="3990822" y="7683"/>
                  </a:lnTo>
                  <a:lnTo>
                    <a:pt x="4008675" y="6218"/>
                  </a:lnTo>
                  <a:lnTo>
                    <a:pt x="4015505" y="5709"/>
                  </a:lnTo>
                  <a:lnTo>
                    <a:pt x="4016409" y="5647"/>
                  </a:lnTo>
                  <a:lnTo>
                    <a:pt x="4538543" y="5647"/>
                  </a:lnTo>
                  <a:lnTo>
                    <a:pt x="4539717" y="5718"/>
                  </a:lnTo>
                  <a:lnTo>
                    <a:pt x="4547404" y="6226"/>
                  </a:lnTo>
                  <a:lnTo>
                    <a:pt x="4566674" y="7631"/>
                  </a:lnTo>
                  <a:lnTo>
                    <a:pt x="4600849" y="10392"/>
                  </a:lnTo>
                  <a:lnTo>
                    <a:pt x="4651217" y="14922"/>
                  </a:lnTo>
                  <a:lnTo>
                    <a:pt x="4716954" y="21538"/>
                  </a:lnTo>
                  <a:lnTo>
                    <a:pt x="4795418" y="30432"/>
                  </a:lnTo>
                  <a:lnTo>
                    <a:pt x="4882798" y="41676"/>
                  </a:lnTo>
                  <a:lnTo>
                    <a:pt x="4974904" y="55254"/>
                  </a:lnTo>
                  <a:lnTo>
                    <a:pt x="5067873" y="71113"/>
                  </a:lnTo>
                  <a:lnTo>
                    <a:pt x="5158618" y="89214"/>
                  </a:lnTo>
                  <a:lnTo>
                    <a:pt x="5245009" y="109571"/>
                  </a:lnTo>
                  <a:lnTo>
                    <a:pt x="5325827" y="132280"/>
                  </a:lnTo>
                  <a:lnTo>
                    <a:pt x="5400615" y="157530"/>
                  </a:lnTo>
                  <a:lnTo>
                    <a:pt x="5469475" y="185605"/>
                  </a:lnTo>
                  <a:lnTo>
                    <a:pt x="5532891" y="216880"/>
                  </a:lnTo>
                  <a:lnTo>
                    <a:pt x="5591578" y="251802"/>
                  </a:lnTo>
                  <a:lnTo>
                    <a:pt x="5646371" y="290872"/>
                  </a:lnTo>
                  <a:lnTo>
                    <a:pt x="5698140" y="334590"/>
                  </a:lnTo>
                  <a:lnTo>
                    <a:pt x="5747721" y="383372"/>
                  </a:lnTo>
                  <a:lnTo>
                    <a:pt x="5784835" y="424479"/>
                  </a:lnTo>
                  <a:lnTo>
                    <a:pt x="5823788" y="471760"/>
                  </a:lnTo>
                  <a:lnTo>
                    <a:pt x="5862373" y="522655"/>
                  </a:lnTo>
                  <a:lnTo>
                    <a:pt x="5900837" y="577236"/>
                  </a:lnTo>
                  <a:lnTo>
                    <a:pt x="5939376" y="635510"/>
                  </a:lnTo>
                  <a:lnTo>
                    <a:pt x="5978130" y="697415"/>
                  </a:lnTo>
                  <a:lnTo>
                    <a:pt x="6017198" y="762809"/>
                  </a:lnTo>
                  <a:lnTo>
                    <a:pt x="6056635" y="831468"/>
                  </a:lnTo>
                  <a:lnTo>
                    <a:pt x="6096459" y="903085"/>
                  </a:lnTo>
                  <a:lnTo>
                    <a:pt x="6136654" y="977275"/>
                  </a:lnTo>
                  <a:lnTo>
                    <a:pt x="6177175" y="1053575"/>
                  </a:lnTo>
                  <a:lnTo>
                    <a:pt x="6217952" y="1131461"/>
                  </a:lnTo>
                  <a:lnTo>
                    <a:pt x="6258897" y="1210358"/>
                  </a:lnTo>
                  <a:lnTo>
                    <a:pt x="6299910" y="1289659"/>
                  </a:lnTo>
                  <a:lnTo>
                    <a:pt x="6340886" y="1368746"/>
                  </a:lnTo>
                  <a:lnTo>
                    <a:pt x="6381725" y="1447004"/>
                  </a:lnTo>
                  <a:lnTo>
                    <a:pt x="6422332" y="1523848"/>
                  </a:lnTo>
                  <a:lnTo>
                    <a:pt x="6462633" y="1598736"/>
                  </a:lnTo>
                  <a:lnTo>
                    <a:pt x="6502574" y="1671186"/>
                  </a:lnTo>
                  <a:lnTo>
                    <a:pt x="6542129" y="1740787"/>
                  </a:lnTo>
                  <a:lnTo>
                    <a:pt x="6581306" y="1807208"/>
                  </a:lnTo>
                  <a:lnTo>
                    <a:pt x="6620148" y="1870200"/>
                  </a:lnTo>
                  <a:lnTo>
                    <a:pt x="6658739" y="1929596"/>
                  </a:lnTo>
                  <a:lnTo>
                    <a:pt x="6697209" y="1985310"/>
                  </a:lnTo>
                  <a:lnTo>
                    <a:pt x="6735733" y="2037329"/>
                  </a:lnTo>
                  <a:lnTo>
                    <a:pt x="6774543" y="2085705"/>
                  </a:lnTo>
                  <a:lnTo>
                    <a:pt x="6786527" y="2099806"/>
                  </a:lnTo>
                  <a:lnTo>
                    <a:pt x="6834929" y="2152636"/>
                  </a:lnTo>
                  <a:lnTo>
                    <a:pt x="6884946" y="2200221"/>
                  </a:lnTo>
                  <a:lnTo>
                    <a:pt x="6937336" y="2242824"/>
                  </a:lnTo>
                  <a:lnTo>
                    <a:pt x="6992951" y="2280891"/>
                  </a:lnTo>
                  <a:lnTo>
                    <a:pt x="7052658" y="2314929"/>
                  </a:lnTo>
                  <a:lnTo>
                    <a:pt x="7117273" y="2345427"/>
                  </a:lnTo>
                  <a:lnTo>
                    <a:pt x="7187470" y="2372820"/>
                  </a:lnTo>
                  <a:lnTo>
                    <a:pt x="7263657" y="2397462"/>
                  </a:lnTo>
                  <a:lnTo>
                    <a:pt x="7345827" y="2419616"/>
                  </a:lnTo>
                  <a:lnTo>
                    <a:pt x="7433362" y="2439447"/>
                  </a:lnTo>
                  <a:lnTo>
                    <a:pt x="7524845" y="2457031"/>
                  </a:lnTo>
                  <a:lnTo>
                    <a:pt x="7617922" y="2472369"/>
                  </a:lnTo>
                  <a:lnTo>
                    <a:pt x="7709301" y="2485412"/>
                  </a:lnTo>
                  <a:lnTo>
                    <a:pt x="7794994" y="2496113"/>
                  </a:lnTo>
                  <a:lnTo>
                    <a:pt x="7870829" y="2504471"/>
                  </a:lnTo>
                  <a:lnTo>
                    <a:pt x="7933195" y="2510583"/>
                  </a:lnTo>
                  <a:lnTo>
                    <a:pt x="7979825" y="2514673"/>
                  </a:lnTo>
                  <a:lnTo>
                    <a:pt x="8010368" y="2517082"/>
                  </a:lnTo>
                  <a:lnTo>
                    <a:pt x="8026602" y="2518238"/>
                  </a:lnTo>
                  <a:lnTo>
                    <a:pt x="8032278" y="2518606"/>
                  </a:lnTo>
                  <a:lnTo>
                    <a:pt x="8032819" y="2518638"/>
                  </a:lnTo>
                  <a:lnTo>
                    <a:pt x="8554953" y="2518638"/>
                  </a:lnTo>
                  <a:lnTo>
                    <a:pt x="8554953" y="2512991"/>
                  </a:lnTo>
                  <a:lnTo>
                    <a:pt x="8032819" y="2512991"/>
                  </a:lnTo>
                  <a:lnTo>
                    <a:pt x="8031645" y="2512919"/>
                  </a:lnTo>
                  <a:lnTo>
                    <a:pt x="8023958" y="2512411"/>
                  </a:lnTo>
                  <a:lnTo>
                    <a:pt x="8004687" y="2511006"/>
                  </a:lnTo>
                  <a:lnTo>
                    <a:pt x="7970513" y="2508245"/>
                  </a:lnTo>
                  <a:lnTo>
                    <a:pt x="7920144" y="2503715"/>
                  </a:lnTo>
                  <a:lnTo>
                    <a:pt x="7854408" y="2497100"/>
                  </a:lnTo>
                  <a:lnTo>
                    <a:pt x="7775944" y="2488206"/>
                  </a:lnTo>
                  <a:lnTo>
                    <a:pt x="7688564" y="2476962"/>
                  </a:lnTo>
                  <a:lnTo>
                    <a:pt x="7596458" y="2463383"/>
                  </a:lnTo>
                  <a:lnTo>
                    <a:pt x="7503489" y="2447524"/>
                  </a:lnTo>
                  <a:lnTo>
                    <a:pt x="7412744" y="2429424"/>
                  </a:lnTo>
                  <a:lnTo>
                    <a:pt x="7326353" y="2409067"/>
                  </a:lnTo>
                  <a:lnTo>
                    <a:pt x="7245535" y="2386357"/>
                  </a:lnTo>
                  <a:lnTo>
                    <a:pt x="7170747" y="2361107"/>
                  </a:lnTo>
                  <a:lnTo>
                    <a:pt x="7101887" y="2333032"/>
                  </a:lnTo>
                  <a:lnTo>
                    <a:pt x="7038471" y="2301758"/>
                  </a:lnTo>
                  <a:lnTo>
                    <a:pt x="6979784" y="2266835"/>
                  </a:lnTo>
                  <a:lnTo>
                    <a:pt x="6924991" y="2227765"/>
                  </a:lnTo>
                  <a:lnTo>
                    <a:pt x="6873222" y="2184048"/>
                  </a:lnTo>
                  <a:lnTo>
                    <a:pt x="6823641" y="2135265"/>
                  </a:lnTo>
                  <a:lnTo>
                    <a:pt x="6786527" y="2094159"/>
                  </a:lnTo>
                  <a:lnTo>
                    <a:pt x="6747574" y="2046877"/>
                  </a:lnTo>
                  <a:lnTo>
                    <a:pt x="6708989" y="1995982"/>
                  </a:lnTo>
                  <a:lnTo>
                    <a:pt x="6670524" y="1941402"/>
                  </a:lnTo>
                  <a:lnTo>
                    <a:pt x="6631986" y="1883127"/>
                  </a:lnTo>
                  <a:lnTo>
                    <a:pt x="6593232" y="1821222"/>
                  </a:lnTo>
                  <a:lnTo>
                    <a:pt x="6554164" y="1755829"/>
                  </a:lnTo>
                  <a:lnTo>
                    <a:pt x="6514727" y="1687170"/>
                  </a:lnTo>
                  <a:lnTo>
                    <a:pt x="6474903" y="1615552"/>
                  </a:lnTo>
                  <a:lnTo>
                    <a:pt x="6434708" y="1541362"/>
                  </a:lnTo>
                  <a:lnTo>
                    <a:pt x="6394187" y="1465062"/>
                  </a:lnTo>
                  <a:lnTo>
                    <a:pt x="6353410" y="1387177"/>
                  </a:lnTo>
                  <a:lnTo>
                    <a:pt x="6312465" y="1308280"/>
                  </a:lnTo>
                  <a:lnTo>
                    <a:pt x="6271452" y="1228978"/>
                  </a:lnTo>
                  <a:lnTo>
                    <a:pt x="6230476" y="1149892"/>
                  </a:lnTo>
                  <a:lnTo>
                    <a:pt x="6189637" y="1071634"/>
                  </a:lnTo>
                  <a:lnTo>
                    <a:pt x="6149030" y="994790"/>
                  </a:lnTo>
                  <a:lnTo>
                    <a:pt x="6108729" y="919902"/>
                  </a:lnTo>
                  <a:lnTo>
                    <a:pt x="6068788" y="847452"/>
                  </a:lnTo>
                  <a:lnTo>
                    <a:pt x="6029233" y="777850"/>
                  </a:lnTo>
                  <a:lnTo>
                    <a:pt x="5990056" y="711429"/>
                  </a:lnTo>
                  <a:lnTo>
                    <a:pt x="5951214" y="648437"/>
                  </a:lnTo>
                  <a:lnTo>
                    <a:pt x="5912622" y="589041"/>
                  </a:lnTo>
                  <a:lnTo>
                    <a:pt x="5874153" y="533327"/>
                  </a:lnTo>
                  <a:lnTo>
                    <a:pt x="5835629" y="481309"/>
                  </a:lnTo>
                  <a:lnTo>
                    <a:pt x="5796819" y="432932"/>
                  </a:lnTo>
                  <a:lnTo>
                    <a:pt x="5784835" y="418831"/>
                  </a:lnTo>
                  <a:lnTo>
                    <a:pt x="5736433" y="366002"/>
                  </a:lnTo>
                  <a:lnTo>
                    <a:pt x="5686416" y="318416"/>
                  </a:lnTo>
                  <a:lnTo>
                    <a:pt x="5634026" y="275813"/>
                  </a:lnTo>
                  <a:lnTo>
                    <a:pt x="5578411" y="237746"/>
                  </a:lnTo>
                  <a:lnTo>
                    <a:pt x="5518704" y="203708"/>
                  </a:lnTo>
                  <a:lnTo>
                    <a:pt x="5454089" y="173210"/>
                  </a:lnTo>
                  <a:lnTo>
                    <a:pt x="5383892" y="145817"/>
                  </a:lnTo>
                  <a:lnTo>
                    <a:pt x="5307705" y="121175"/>
                  </a:lnTo>
                  <a:lnTo>
                    <a:pt x="5225535" y="99022"/>
                  </a:lnTo>
                  <a:lnTo>
                    <a:pt x="5138000" y="79191"/>
                  </a:lnTo>
                  <a:lnTo>
                    <a:pt x="5046517" y="61606"/>
                  </a:lnTo>
                  <a:lnTo>
                    <a:pt x="4953440" y="46269"/>
                  </a:lnTo>
                  <a:lnTo>
                    <a:pt x="4862061" y="33225"/>
                  </a:lnTo>
                  <a:lnTo>
                    <a:pt x="4776368" y="22524"/>
                  </a:lnTo>
                  <a:lnTo>
                    <a:pt x="4700533" y="14166"/>
                  </a:lnTo>
                  <a:lnTo>
                    <a:pt x="4638167" y="8054"/>
                  </a:lnTo>
                  <a:lnTo>
                    <a:pt x="4591537" y="3965"/>
                  </a:lnTo>
                  <a:lnTo>
                    <a:pt x="4560994" y="1556"/>
                  </a:lnTo>
                  <a:lnTo>
                    <a:pt x="4544760" y="399"/>
                  </a:lnTo>
                  <a:lnTo>
                    <a:pt x="4539084" y="32"/>
                  </a:lnTo>
                  <a:lnTo>
                    <a:pt x="4538543" y="0"/>
                  </a:lnTo>
                  <a:lnTo>
                    <a:pt x="4016409" y="0"/>
                  </a:lnTo>
                  <a:lnTo>
                    <a:pt x="4015260" y="79"/>
                  </a:lnTo>
                  <a:lnTo>
                    <a:pt x="4007733" y="644"/>
                  </a:lnTo>
                  <a:lnTo>
                    <a:pt x="3988850" y="2206"/>
                  </a:lnTo>
                  <a:lnTo>
                    <a:pt x="3955329" y="5277"/>
                  </a:lnTo>
                  <a:lnTo>
                    <a:pt x="3905853" y="10319"/>
                  </a:lnTo>
                  <a:lnTo>
                    <a:pt x="3841167" y="17686"/>
                  </a:lnTo>
                  <a:lnTo>
                    <a:pt x="3763793" y="27601"/>
                  </a:lnTo>
                  <a:lnTo>
                    <a:pt x="3677425" y="40148"/>
                  </a:lnTo>
                  <a:lnTo>
                    <a:pt x="3586162" y="55313"/>
                  </a:lnTo>
                  <a:lnTo>
                    <a:pt x="3493820" y="73038"/>
                  </a:lnTo>
                  <a:lnTo>
                    <a:pt x="3403479" y="93276"/>
                  </a:lnTo>
                  <a:lnTo>
                    <a:pt x="3317297" y="116038"/>
                  </a:lnTo>
                  <a:lnTo>
                    <a:pt x="3236535" y="141422"/>
                  </a:lnTo>
                  <a:lnTo>
                    <a:pt x="3161700" y="169629"/>
                  </a:lnTo>
                  <a:lnTo>
                    <a:pt x="3092738" y="200964"/>
                  </a:lnTo>
                  <a:lnTo>
                    <a:pt x="3029206" y="235833"/>
                  </a:lnTo>
                  <a:lnTo>
                    <a:pt x="2970425" y="274727"/>
                  </a:lnTo>
                  <a:lnTo>
                    <a:pt x="2915587" y="318199"/>
                  </a:lnTo>
                  <a:lnTo>
                    <a:pt x="2863840" y="366807"/>
                  </a:lnTo>
                  <a:lnTo>
                    <a:pt x="2814360" y="421036"/>
                  </a:lnTo>
                  <a:lnTo>
                    <a:pt x="2770117" y="476244"/>
                  </a:lnTo>
                  <a:lnTo>
                    <a:pt x="2733010" y="527352"/>
                  </a:lnTo>
                  <a:lnTo>
                    <a:pt x="2696250" y="582181"/>
                  </a:lnTo>
                  <a:lnTo>
                    <a:pt x="2659617" y="640806"/>
                  </a:lnTo>
                  <a:lnTo>
                    <a:pt x="2622939" y="703245"/>
                  </a:lnTo>
                  <a:lnTo>
                    <a:pt x="2586086" y="769447"/>
                  </a:lnTo>
                  <a:lnTo>
                    <a:pt x="2548966" y="839289"/>
                  </a:lnTo>
                  <a:lnTo>
                    <a:pt x="2511522" y="912575"/>
                  </a:lnTo>
                  <a:lnTo>
                    <a:pt x="2473728" y="989027"/>
                  </a:lnTo>
                  <a:lnTo>
                    <a:pt x="2435589" y="1068293"/>
                  </a:lnTo>
                  <a:lnTo>
                    <a:pt x="2397133" y="1149950"/>
                  </a:lnTo>
                  <a:lnTo>
                    <a:pt x="2358412" y="1233507"/>
                  </a:lnTo>
                  <a:lnTo>
                    <a:pt x="2319496" y="1318423"/>
                  </a:lnTo>
                  <a:lnTo>
                    <a:pt x="2280465" y="1404118"/>
                  </a:lnTo>
                  <a:lnTo>
                    <a:pt x="2241407" y="1489988"/>
                  </a:lnTo>
                  <a:lnTo>
                    <a:pt x="2202414" y="1575423"/>
                  </a:lnTo>
                  <a:lnTo>
                    <a:pt x="2163572" y="1659829"/>
                  </a:lnTo>
                  <a:lnTo>
                    <a:pt x="2124957" y="1742638"/>
                  </a:lnTo>
                  <a:lnTo>
                    <a:pt x="2086632" y="1823331"/>
                  </a:lnTo>
                  <a:lnTo>
                    <a:pt x="2048638" y="1901444"/>
                  </a:lnTo>
                  <a:lnTo>
                    <a:pt x="2010994" y="1976583"/>
                  </a:lnTo>
                  <a:lnTo>
                    <a:pt x="1973693" y="2048427"/>
                  </a:lnTo>
                  <a:lnTo>
                    <a:pt x="1936696" y="2116736"/>
                  </a:lnTo>
                  <a:lnTo>
                    <a:pt x="1899931" y="2181341"/>
                  </a:lnTo>
                  <a:lnTo>
                    <a:pt x="1863291" y="2242155"/>
                  </a:lnTo>
                  <a:lnTo>
                    <a:pt x="1826627" y="2299154"/>
                  </a:lnTo>
                  <a:lnTo>
                    <a:pt x="1789748" y="2352382"/>
                  </a:lnTo>
                  <a:lnTo>
                    <a:pt x="1768425" y="2381223"/>
                  </a:lnTo>
                  <a:lnTo>
                    <a:pt x="1720381" y="2440878"/>
                  </a:lnTo>
                  <a:lnTo>
                    <a:pt x="1670751" y="2494655"/>
                  </a:lnTo>
                  <a:lnTo>
                    <a:pt x="1618794" y="2542843"/>
                  </a:lnTo>
                  <a:lnTo>
                    <a:pt x="1563678" y="2585936"/>
                  </a:lnTo>
                  <a:lnTo>
                    <a:pt x="1504554" y="2624497"/>
                  </a:lnTo>
                  <a:lnTo>
                    <a:pt x="1440620" y="2659073"/>
                  </a:lnTo>
                  <a:lnTo>
                    <a:pt x="1371211" y="2690150"/>
                  </a:lnTo>
                  <a:lnTo>
                    <a:pt x="1295909" y="2718127"/>
                  </a:lnTo>
                  <a:lnTo>
                    <a:pt x="1214697" y="2743300"/>
                  </a:lnTo>
                  <a:lnTo>
                    <a:pt x="1128134" y="2765863"/>
                  </a:lnTo>
                  <a:lnTo>
                    <a:pt x="1037546" y="2785905"/>
                  </a:lnTo>
                  <a:lnTo>
                    <a:pt x="945166" y="2803432"/>
                  </a:lnTo>
                  <a:lnTo>
                    <a:pt x="854141" y="2818395"/>
                  </a:lnTo>
                  <a:lnTo>
                    <a:pt x="768329" y="2830736"/>
                  </a:lnTo>
                  <a:lnTo>
                    <a:pt x="691823" y="2840447"/>
                  </a:lnTo>
                  <a:lnTo>
                    <a:pt x="628254" y="2847623"/>
                  </a:lnTo>
                  <a:lnTo>
                    <a:pt x="580025" y="2852496"/>
                  </a:lnTo>
                  <a:lnTo>
                    <a:pt x="547720" y="2855431"/>
                  </a:lnTo>
                  <a:lnTo>
                    <a:pt x="529867" y="2856897"/>
                  </a:lnTo>
                  <a:lnTo>
                    <a:pt x="523037" y="2857406"/>
                  </a:lnTo>
                  <a:lnTo>
                    <a:pt x="522133" y="2857468"/>
                  </a:lnTo>
                  <a:lnTo>
                    <a:pt x="0" y="2857468"/>
                  </a:lnTo>
                  <a:close/>
                </a:path>
              </a:pathLst>
            </a:custGeom>
            <a:solidFill>
              <a:srgbClr val="E78AC3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1416" name="pl1416"/>
            <p:cNvSpPr/>
            <p:nvPr/>
          </p:nvSpPr>
          <p:spPr>
            <a:xfrm>
              <a:off x="386606" y="1767203"/>
              <a:ext cx="8554953" cy="2857468"/>
            </a:xfrm>
            <a:custGeom>
              <a:avLst/>
              <a:pathLst>
                <a:path w="8554953" h="2857468">
                  <a:moveTo>
                    <a:pt x="0" y="2857468"/>
                  </a:moveTo>
                  <a:lnTo>
                    <a:pt x="522133" y="2857468"/>
                  </a:lnTo>
                  <a:lnTo>
                    <a:pt x="523282" y="2857389"/>
                  </a:lnTo>
                  <a:lnTo>
                    <a:pt x="530809" y="2856824"/>
                  </a:lnTo>
                  <a:lnTo>
                    <a:pt x="549692" y="2855261"/>
                  </a:lnTo>
                  <a:lnTo>
                    <a:pt x="583214" y="2852190"/>
                  </a:lnTo>
                  <a:lnTo>
                    <a:pt x="632689" y="2847149"/>
                  </a:lnTo>
                  <a:lnTo>
                    <a:pt x="697375" y="2839781"/>
                  </a:lnTo>
                  <a:lnTo>
                    <a:pt x="774749" y="2829867"/>
                  </a:lnTo>
                  <a:lnTo>
                    <a:pt x="861117" y="2817320"/>
                  </a:lnTo>
                  <a:lnTo>
                    <a:pt x="952380" y="2802155"/>
                  </a:lnTo>
                  <a:lnTo>
                    <a:pt x="1044722" y="2784430"/>
                  </a:lnTo>
                  <a:lnTo>
                    <a:pt x="1135063" y="2764192"/>
                  </a:lnTo>
                  <a:lnTo>
                    <a:pt x="1221245" y="2741430"/>
                  </a:lnTo>
                  <a:lnTo>
                    <a:pt x="1302007" y="2716045"/>
                  </a:lnTo>
                  <a:lnTo>
                    <a:pt x="1376842" y="2687839"/>
                  </a:lnTo>
                  <a:lnTo>
                    <a:pt x="1445804" y="2656504"/>
                  </a:lnTo>
                  <a:lnTo>
                    <a:pt x="1509336" y="2621635"/>
                  </a:lnTo>
                  <a:lnTo>
                    <a:pt x="1568117" y="2582740"/>
                  </a:lnTo>
                  <a:lnTo>
                    <a:pt x="1622955" y="2539269"/>
                  </a:lnTo>
                  <a:lnTo>
                    <a:pt x="1674702" y="2490661"/>
                  </a:lnTo>
                  <a:lnTo>
                    <a:pt x="1724182" y="2436431"/>
                  </a:lnTo>
                  <a:lnTo>
                    <a:pt x="1768425" y="2381223"/>
                  </a:lnTo>
                  <a:lnTo>
                    <a:pt x="1805532" y="2330116"/>
                  </a:lnTo>
                  <a:lnTo>
                    <a:pt x="1842292" y="2275287"/>
                  </a:lnTo>
                  <a:lnTo>
                    <a:pt x="1878925" y="2216661"/>
                  </a:lnTo>
                  <a:lnTo>
                    <a:pt x="1915603" y="2154223"/>
                  </a:lnTo>
                  <a:lnTo>
                    <a:pt x="1952456" y="2088021"/>
                  </a:lnTo>
                  <a:lnTo>
                    <a:pt x="1989576" y="2018178"/>
                  </a:lnTo>
                  <a:lnTo>
                    <a:pt x="2027021" y="1944893"/>
                  </a:lnTo>
                  <a:lnTo>
                    <a:pt x="2064814" y="1868441"/>
                  </a:lnTo>
                  <a:lnTo>
                    <a:pt x="2102954" y="1789174"/>
                  </a:lnTo>
                  <a:lnTo>
                    <a:pt x="2141409" y="1707518"/>
                  </a:lnTo>
                  <a:lnTo>
                    <a:pt x="2180130" y="1623961"/>
                  </a:lnTo>
                  <a:lnTo>
                    <a:pt x="2219046" y="1539044"/>
                  </a:lnTo>
                  <a:lnTo>
                    <a:pt x="2258078" y="1453349"/>
                  </a:lnTo>
                  <a:lnTo>
                    <a:pt x="2297135" y="1367480"/>
                  </a:lnTo>
                  <a:lnTo>
                    <a:pt x="2336128" y="1282044"/>
                  </a:lnTo>
                  <a:lnTo>
                    <a:pt x="2374970" y="1197639"/>
                  </a:lnTo>
                  <a:lnTo>
                    <a:pt x="2413585" y="1114829"/>
                  </a:lnTo>
                  <a:lnTo>
                    <a:pt x="2451911" y="1034137"/>
                  </a:lnTo>
                  <a:lnTo>
                    <a:pt x="2489905" y="956024"/>
                  </a:lnTo>
                  <a:lnTo>
                    <a:pt x="2527548" y="880885"/>
                  </a:lnTo>
                  <a:lnTo>
                    <a:pt x="2564849" y="809040"/>
                  </a:lnTo>
                  <a:lnTo>
                    <a:pt x="2601846" y="740732"/>
                  </a:lnTo>
                  <a:lnTo>
                    <a:pt x="2638611" y="676126"/>
                  </a:lnTo>
                  <a:lnTo>
                    <a:pt x="2675251" y="615313"/>
                  </a:lnTo>
                  <a:lnTo>
                    <a:pt x="2711915" y="558314"/>
                  </a:lnTo>
                  <a:lnTo>
                    <a:pt x="2748794" y="505086"/>
                  </a:lnTo>
                  <a:lnTo>
                    <a:pt x="2770117" y="476244"/>
                  </a:lnTo>
                  <a:lnTo>
                    <a:pt x="2818161" y="416589"/>
                  </a:lnTo>
                  <a:lnTo>
                    <a:pt x="2867791" y="362812"/>
                  </a:lnTo>
                  <a:lnTo>
                    <a:pt x="2919748" y="314625"/>
                  </a:lnTo>
                  <a:lnTo>
                    <a:pt x="2974864" y="271532"/>
                  </a:lnTo>
                  <a:lnTo>
                    <a:pt x="3033988" y="232971"/>
                  </a:lnTo>
                  <a:lnTo>
                    <a:pt x="3097922" y="198395"/>
                  </a:lnTo>
                  <a:lnTo>
                    <a:pt x="3167331" y="167317"/>
                  </a:lnTo>
                  <a:lnTo>
                    <a:pt x="3242633" y="139341"/>
                  </a:lnTo>
                  <a:lnTo>
                    <a:pt x="3323846" y="114167"/>
                  </a:lnTo>
                  <a:lnTo>
                    <a:pt x="3410408" y="91605"/>
                  </a:lnTo>
                  <a:lnTo>
                    <a:pt x="3500996" y="71562"/>
                  </a:lnTo>
                  <a:lnTo>
                    <a:pt x="3593376" y="54035"/>
                  </a:lnTo>
                  <a:lnTo>
                    <a:pt x="3684401" y="39073"/>
                  </a:lnTo>
                  <a:lnTo>
                    <a:pt x="3770213" y="26732"/>
                  </a:lnTo>
                  <a:lnTo>
                    <a:pt x="3846719" y="17021"/>
                  </a:lnTo>
                  <a:lnTo>
                    <a:pt x="3910288" y="9845"/>
                  </a:lnTo>
                  <a:lnTo>
                    <a:pt x="3958518" y="4972"/>
                  </a:lnTo>
                  <a:lnTo>
                    <a:pt x="3990822" y="2036"/>
                  </a:lnTo>
                  <a:lnTo>
                    <a:pt x="4008675" y="570"/>
                  </a:lnTo>
                  <a:lnTo>
                    <a:pt x="4015505" y="61"/>
                  </a:lnTo>
                  <a:lnTo>
                    <a:pt x="4016409" y="0"/>
                  </a:lnTo>
                  <a:lnTo>
                    <a:pt x="4538543" y="0"/>
                  </a:lnTo>
                  <a:lnTo>
                    <a:pt x="4539717" y="71"/>
                  </a:lnTo>
                  <a:lnTo>
                    <a:pt x="4547404" y="579"/>
                  </a:lnTo>
                  <a:lnTo>
                    <a:pt x="4566674" y="1984"/>
                  </a:lnTo>
                  <a:lnTo>
                    <a:pt x="4600849" y="4745"/>
                  </a:lnTo>
                  <a:lnTo>
                    <a:pt x="4651217" y="9275"/>
                  </a:lnTo>
                  <a:lnTo>
                    <a:pt x="4716954" y="15890"/>
                  </a:lnTo>
                  <a:lnTo>
                    <a:pt x="4795418" y="24784"/>
                  </a:lnTo>
                  <a:lnTo>
                    <a:pt x="4882798" y="36029"/>
                  </a:lnTo>
                  <a:lnTo>
                    <a:pt x="4974904" y="49607"/>
                  </a:lnTo>
                  <a:lnTo>
                    <a:pt x="5067873" y="65466"/>
                  </a:lnTo>
                  <a:lnTo>
                    <a:pt x="5158618" y="83567"/>
                  </a:lnTo>
                  <a:lnTo>
                    <a:pt x="5245009" y="103924"/>
                  </a:lnTo>
                  <a:lnTo>
                    <a:pt x="5325827" y="126633"/>
                  </a:lnTo>
                  <a:lnTo>
                    <a:pt x="5400615" y="151883"/>
                  </a:lnTo>
                  <a:lnTo>
                    <a:pt x="5469475" y="179958"/>
                  </a:lnTo>
                  <a:lnTo>
                    <a:pt x="5532891" y="211232"/>
                  </a:lnTo>
                  <a:lnTo>
                    <a:pt x="5591578" y="246155"/>
                  </a:lnTo>
                  <a:lnTo>
                    <a:pt x="5646371" y="285225"/>
                  </a:lnTo>
                  <a:lnTo>
                    <a:pt x="5698140" y="328942"/>
                  </a:lnTo>
                  <a:lnTo>
                    <a:pt x="5747721" y="377725"/>
                  </a:lnTo>
                  <a:lnTo>
                    <a:pt x="5784835" y="418831"/>
                  </a:lnTo>
                  <a:lnTo>
                    <a:pt x="5823788" y="466113"/>
                  </a:lnTo>
                  <a:lnTo>
                    <a:pt x="5862373" y="517008"/>
                  </a:lnTo>
                  <a:lnTo>
                    <a:pt x="5900837" y="571588"/>
                  </a:lnTo>
                  <a:lnTo>
                    <a:pt x="5939376" y="629863"/>
                  </a:lnTo>
                  <a:lnTo>
                    <a:pt x="5978130" y="691768"/>
                  </a:lnTo>
                  <a:lnTo>
                    <a:pt x="6017198" y="757161"/>
                  </a:lnTo>
                  <a:lnTo>
                    <a:pt x="6056635" y="825820"/>
                  </a:lnTo>
                  <a:lnTo>
                    <a:pt x="6096459" y="897438"/>
                  </a:lnTo>
                  <a:lnTo>
                    <a:pt x="6136654" y="971628"/>
                  </a:lnTo>
                  <a:lnTo>
                    <a:pt x="6177175" y="1047928"/>
                  </a:lnTo>
                  <a:lnTo>
                    <a:pt x="6217952" y="1125814"/>
                  </a:lnTo>
                  <a:lnTo>
                    <a:pt x="6258897" y="1204711"/>
                  </a:lnTo>
                  <a:lnTo>
                    <a:pt x="6299910" y="1284012"/>
                  </a:lnTo>
                  <a:lnTo>
                    <a:pt x="6340886" y="1363098"/>
                  </a:lnTo>
                  <a:lnTo>
                    <a:pt x="6381725" y="1441357"/>
                  </a:lnTo>
                  <a:lnTo>
                    <a:pt x="6422332" y="1518200"/>
                  </a:lnTo>
                  <a:lnTo>
                    <a:pt x="6462633" y="1593088"/>
                  </a:lnTo>
                  <a:lnTo>
                    <a:pt x="6502574" y="1665538"/>
                  </a:lnTo>
                  <a:lnTo>
                    <a:pt x="6542129" y="1735140"/>
                  </a:lnTo>
                  <a:lnTo>
                    <a:pt x="6581306" y="1801561"/>
                  </a:lnTo>
                  <a:lnTo>
                    <a:pt x="6620148" y="1864553"/>
                  </a:lnTo>
                  <a:lnTo>
                    <a:pt x="6658739" y="1923949"/>
                  </a:lnTo>
                  <a:lnTo>
                    <a:pt x="6697209" y="1979663"/>
                  </a:lnTo>
                  <a:lnTo>
                    <a:pt x="6735733" y="2031681"/>
                  </a:lnTo>
                  <a:lnTo>
                    <a:pt x="6774543" y="2080058"/>
                  </a:lnTo>
                  <a:lnTo>
                    <a:pt x="6786527" y="2094159"/>
                  </a:lnTo>
                  <a:lnTo>
                    <a:pt x="6834929" y="2146988"/>
                  </a:lnTo>
                  <a:lnTo>
                    <a:pt x="6884946" y="2194574"/>
                  </a:lnTo>
                  <a:lnTo>
                    <a:pt x="6937336" y="2237177"/>
                  </a:lnTo>
                  <a:lnTo>
                    <a:pt x="6992951" y="2275244"/>
                  </a:lnTo>
                  <a:lnTo>
                    <a:pt x="7052658" y="2309282"/>
                  </a:lnTo>
                  <a:lnTo>
                    <a:pt x="7117273" y="2339780"/>
                  </a:lnTo>
                  <a:lnTo>
                    <a:pt x="7187470" y="2367173"/>
                  </a:lnTo>
                  <a:lnTo>
                    <a:pt x="7263657" y="2391815"/>
                  </a:lnTo>
                  <a:lnTo>
                    <a:pt x="7345827" y="2413968"/>
                  </a:lnTo>
                  <a:lnTo>
                    <a:pt x="7433362" y="2433799"/>
                  </a:lnTo>
                  <a:lnTo>
                    <a:pt x="7524845" y="2451384"/>
                  </a:lnTo>
                  <a:lnTo>
                    <a:pt x="7617922" y="2466721"/>
                  </a:lnTo>
                  <a:lnTo>
                    <a:pt x="7709301" y="2479765"/>
                  </a:lnTo>
                  <a:lnTo>
                    <a:pt x="7794994" y="2490466"/>
                  </a:lnTo>
                  <a:lnTo>
                    <a:pt x="7870829" y="2498824"/>
                  </a:lnTo>
                  <a:lnTo>
                    <a:pt x="7933195" y="2504936"/>
                  </a:lnTo>
                  <a:lnTo>
                    <a:pt x="7979825" y="2509026"/>
                  </a:lnTo>
                  <a:lnTo>
                    <a:pt x="8010368" y="2511435"/>
                  </a:lnTo>
                  <a:lnTo>
                    <a:pt x="8026602" y="2512591"/>
                  </a:lnTo>
                  <a:lnTo>
                    <a:pt x="8032278" y="2512958"/>
                  </a:lnTo>
                  <a:lnTo>
                    <a:pt x="8032819" y="2512991"/>
                  </a:lnTo>
                  <a:lnTo>
                    <a:pt x="8554953" y="2512991"/>
                  </a:lnTo>
                  <a:lnTo>
                    <a:pt x="8554953" y="2512991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417" name="pl1417"/>
            <p:cNvSpPr/>
            <p:nvPr/>
          </p:nvSpPr>
          <p:spPr>
            <a:xfrm>
              <a:off x="386606" y="1761556"/>
              <a:ext cx="8554953" cy="2857468"/>
            </a:xfrm>
            <a:custGeom>
              <a:avLst/>
              <a:pathLst>
                <a:path w="8554953" h="2857468">
                  <a:moveTo>
                    <a:pt x="8554953" y="2512991"/>
                  </a:moveTo>
                  <a:lnTo>
                    <a:pt x="8032819" y="2512991"/>
                  </a:lnTo>
                  <a:lnTo>
                    <a:pt x="8031645" y="2512919"/>
                  </a:lnTo>
                  <a:lnTo>
                    <a:pt x="8023958" y="2512411"/>
                  </a:lnTo>
                  <a:lnTo>
                    <a:pt x="8004687" y="2511006"/>
                  </a:lnTo>
                  <a:lnTo>
                    <a:pt x="7970513" y="2508245"/>
                  </a:lnTo>
                  <a:lnTo>
                    <a:pt x="7920144" y="2503715"/>
                  </a:lnTo>
                  <a:lnTo>
                    <a:pt x="7854408" y="2497100"/>
                  </a:lnTo>
                  <a:lnTo>
                    <a:pt x="7775944" y="2488206"/>
                  </a:lnTo>
                  <a:lnTo>
                    <a:pt x="7688564" y="2476962"/>
                  </a:lnTo>
                  <a:lnTo>
                    <a:pt x="7596458" y="2463383"/>
                  </a:lnTo>
                  <a:lnTo>
                    <a:pt x="7503489" y="2447524"/>
                  </a:lnTo>
                  <a:lnTo>
                    <a:pt x="7412744" y="2429424"/>
                  </a:lnTo>
                  <a:lnTo>
                    <a:pt x="7326353" y="2409067"/>
                  </a:lnTo>
                  <a:lnTo>
                    <a:pt x="7245535" y="2386357"/>
                  </a:lnTo>
                  <a:lnTo>
                    <a:pt x="7170747" y="2361107"/>
                  </a:lnTo>
                  <a:lnTo>
                    <a:pt x="7101887" y="2333032"/>
                  </a:lnTo>
                  <a:lnTo>
                    <a:pt x="7038471" y="2301758"/>
                  </a:lnTo>
                  <a:lnTo>
                    <a:pt x="6979784" y="2266835"/>
                  </a:lnTo>
                  <a:lnTo>
                    <a:pt x="6924991" y="2227765"/>
                  </a:lnTo>
                  <a:lnTo>
                    <a:pt x="6873222" y="2184048"/>
                  </a:lnTo>
                  <a:lnTo>
                    <a:pt x="6823641" y="2135265"/>
                  </a:lnTo>
                  <a:lnTo>
                    <a:pt x="6786527" y="2094159"/>
                  </a:lnTo>
                  <a:lnTo>
                    <a:pt x="6747574" y="2046877"/>
                  </a:lnTo>
                  <a:lnTo>
                    <a:pt x="6708989" y="1995982"/>
                  </a:lnTo>
                  <a:lnTo>
                    <a:pt x="6670524" y="1941402"/>
                  </a:lnTo>
                  <a:lnTo>
                    <a:pt x="6631986" y="1883127"/>
                  </a:lnTo>
                  <a:lnTo>
                    <a:pt x="6593232" y="1821222"/>
                  </a:lnTo>
                  <a:lnTo>
                    <a:pt x="6554164" y="1755829"/>
                  </a:lnTo>
                  <a:lnTo>
                    <a:pt x="6514727" y="1687170"/>
                  </a:lnTo>
                  <a:lnTo>
                    <a:pt x="6474903" y="1615552"/>
                  </a:lnTo>
                  <a:lnTo>
                    <a:pt x="6434708" y="1541362"/>
                  </a:lnTo>
                  <a:lnTo>
                    <a:pt x="6394187" y="1465062"/>
                  </a:lnTo>
                  <a:lnTo>
                    <a:pt x="6353410" y="1387177"/>
                  </a:lnTo>
                  <a:lnTo>
                    <a:pt x="6312465" y="1308280"/>
                  </a:lnTo>
                  <a:lnTo>
                    <a:pt x="6271452" y="1228978"/>
                  </a:lnTo>
                  <a:lnTo>
                    <a:pt x="6230476" y="1149892"/>
                  </a:lnTo>
                  <a:lnTo>
                    <a:pt x="6189637" y="1071634"/>
                  </a:lnTo>
                  <a:lnTo>
                    <a:pt x="6149030" y="994790"/>
                  </a:lnTo>
                  <a:lnTo>
                    <a:pt x="6108729" y="919902"/>
                  </a:lnTo>
                  <a:lnTo>
                    <a:pt x="6068788" y="847452"/>
                  </a:lnTo>
                  <a:lnTo>
                    <a:pt x="6029233" y="777850"/>
                  </a:lnTo>
                  <a:lnTo>
                    <a:pt x="5990056" y="711429"/>
                  </a:lnTo>
                  <a:lnTo>
                    <a:pt x="5951214" y="648437"/>
                  </a:lnTo>
                  <a:lnTo>
                    <a:pt x="5912622" y="589041"/>
                  </a:lnTo>
                  <a:lnTo>
                    <a:pt x="5874153" y="533327"/>
                  </a:lnTo>
                  <a:lnTo>
                    <a:pt x="5835629" y="481309"/>
                  </a:lnTo>
                  <a:lnTo>
                    <a:pt x="5796819" y="432932"/>
                  </a:lnTo>
                  <a:lnTo>
                    <a:pt x="5784835" y="418831"/>
                  </a:lnTo>
                  <a:lnTo>
                    <a:pt x="5736433" y="366002"/>
                  </a:lnTo>
                  <a:lnTo>
                    <a:pt x="5686416" y="318416"/>
                  </a:lnTo>
                  <a:lnTo>
                    <a:pt x="5634026" y="275813"/>
                  </a:lnTo>
                  <a:lnTo>
                    <a:pt x="5578411" y="237746"/>
                  </a:lnTo>
                  <a:lnTo>
                    <a:pt x="5518704" y="203708"/>
                  </a:lnTo>
                  <a:lnTo>
                    <a:pt x="5454089" y="173210"/>
                  </a:lnTo>
                  <a:lnTo>
                    <a:pt x="5383892" y="145817"/>
                  </a:lnTo>
                  <a:lnTo>
                    <a:pt x="5307705" y="121175"/>
                  </a:lnTo>
                  <a:lnTo>
                    <a:pt x="5225535" y="99022"/>
                  </a:lnTo>
                  <a:lnTo>
                    <a:pt x="5138000" y="79191"/>
                  </a:lnTo>
                  <a:lnTo>
                    <a:pt x="5046517" y="61606"/>
                  </a:lnTo>
                  <a:lnTo>
                    <a:pt x="4953440" y="46269"/>
                  </a:lnTo>
                  <a:lnTo>
                    <a:pt x="4862061" y="33225"/>
                  </a:lnTo>
                  <a:lnTo>
                    <a:pt x="4776368" y="22524"/>
                  </a:lnTo>
                  <a:lnTo>
                    <a:pt x="4700533" y="14166"/>
                  </a:lnTo>
                  <a:lnTo>
                    <a:pt x="4638167" y="8054"/>
                  </a:lnTo>
                  <a:lnTo>
                    <a:pt x="4591537" y="3965"/>
                  </a:lnTo>
                  <a:lnTo>
                    <a:pt x="4560994" y="1556"/>
                  </a:lnTo>
                  <a:lnTo>
                    <a:pt x="4544760" y="399"/>
                  </a:lnTo>
                  <a:lnTo>
                    <a:pt x="4539084" y="32"/>
                  </a:lnTo>
                  <a:lnTo>
                    <a:pt x="4538543" y="0"/>
                  </a:lnTo>
                  <a:lnTo>
                    <a:pt x="4016409" y="0"/>
                  </a:lnTo>
                  <a:lnTo>
                    <a:pt x="4015260" y="79"/>
                  </a:lnTo>
                  <a:lnTo>
                    <a:pt x="4007733" y="644"/>
                  </a:lnTo>
                  <a:lnTo>
                    <a:pt x="3988850" y="2206"/>
                  </a:lnTo>
                  <a:lnTo>
                    <a:pt x="3955329" y="5277"/>
                  </a:lnTo>
                  <a:lnTo>
                    <a:pt x="3905853" y="10319"/>
                  </a:lnTo>
                  <a:lnTo>
                    <a:pt x="3841167" y="17686"/>
                  </a:lnTo>
                  <a:lnTo>
                    <a:pt x="3763793" y="27601"/>
                  </a:lnTo>
                  <a:lnTo>
                    <a:pt x="3677425" y="40148"/>
                  </a:lnTo>
                  <a:lnTo>
                    <a:pt x="3586162" y="55313"/>
                  </a:lnTo>
                  <a:lnTo>
                    <a:pt x="3493820" y="73038"/>
                  </a:lnTo>
                  <a:lnTo>
                    <a:pt x="3403479" y="93276"/>
                  </a:lnTo>
                  <a:lnTo>
                    <a:pt x="3317297" y="116038"/>
                  </a:lnTo>
                  <a:lnTo>
                    <a:pt x="3236535" y="141422"/>
                  </a:lnTo>
                  <a:lnTo>
                    <a:pt x="3161700" y="169629"/>
                  </a:lnTo>
                  <a:lnTo>
                    <a:pt x="3092738" y="200964"/>
                  </a:lnTo>
                  <a:lnTo>
                    <a:pt x="3029206" y="235833"/>
                  </a:lnTo>
                  <a:lnTo>
                    <a:pt x="2970425" y="274727"/>
                  </a:lnTo>
                  <a:lnTo>
                    <a:pt x="2915587" y="318199"/>
                  </a:lnTo>
                  <a:lnTo>
                    <a:pt x="2863840" y="366807"/>
                  </a:lnTo>
                  <a:lnTo>
                    <a:pt x="2814360" y="421036"/>
                  </a:lnTo>
                  <a:lnTo>
                    <a:pt x="2770117" y="476244"/>
                  </a:lnTo>
                  <a:lnTo>
                    <a:pt x="2733010" y="527352"/>
                  </a:lnTo>
                  <a:lnTo>
                    <a:pt x="2696250" y="582181"/>
                  </a:lnTo>
                  <a:lnTo>
                    <a:pt x="2659617" y="640806"/>
                  </a:lnTo>
                  <a:lnTo>
                    <a:pt x="2622939" y="703245"/>
                  </a:lnTo>
                  <a:lnTo>
                    <a:pt x="2586086" y="769447"/>
                  </a:lnTo>
                  <a:lnTo>
                    <a:pt x="2548966" y="839289"/>
                  </a:lnTo>
                  <a:lnTo>
                    <a:pt x="2511522" y="912575"/>
                  </a:lnTo>
                  <a:lnTo>
                    <a:pt x="2473728" y="989027"/>
                  </a:lnTo>
                  <a:lnTo>
                    <a:pt x="2435589" y="1068293"/>
                  </a:lnTo>
                  <a:lnTo>
                    <a:pt x="2397133" y="1149950"/>
                  </a:lnTo>
                  <a:lnTo>
                    <a:pt x="2358412" y="1233507"/>
                  </a:lnTo>
                  <a:lnTo>
                    <a:pt x="2319496" y="1318423"/>
                  </a:lnTo>
                  <a:lnTo>
                    <a:pt x="2280465" y="1404118"/>
                  </a:lnTo>
                  <a:lnTo>
                    <a:pt x="2241407" y="1489988"/>
                  </a:lnTo>
                  <a:lnTo>
                    <a:pt x="2202414" y="1575423"/>
                  </a:lnTo>
                  <a:lnTo>
                    <a:pt x="2163572" y="1659829"/>
                  </a:lnTo>
                  <a:lnTo>
                    <a:pt x="2124957" y="1742638"/>
                  </a:lnTo>
                  <a:lnTo>
                    <a:pt x="2086632" y="1823331"/>
                  </a:lnTo>
                  <a:lnTo>
                    <a:pt x="2048638" y="1901444"/>
                  </a:lnTo>
                  <a:lnTo>
                    <a:pt x="2010994" y="1976583"/>
                  </a:lnTo>
                  <a:lnTo>
                    <a:pt x="1973693" y="2048427"/>
                  </a:lnTo>
                  <a:lnTo>
                    <a:pt x="1936696" y="2116736"/>
                  </a:lnTo>
                  <a:lnTo>
                    <a:pt x="1899931" y="2181341"/>
                  </a:lnTo>
                  <a:lnTo>
                    <a:pt x="1863291" y="2242155"/>
                  </a:lnTo>
                  <a:lnTo>
                    <a:pt x="1826627" y="2299154"/>
                  </a:lnTo>
                  <a:lnTo>
                    <a:pt x="1789748" y="2352382"/>
                  </a:lnTo>
                  <a:lnTo>
                    <a:pt x="1768425" y="2381223"/>
                  </a:lnTo>
                  <a:lnTo>
                    <a:pt x="1720381" y="2440878"/>
                  </a:lnTo>
                  <a:lnTo>
                    <a:pt x="1670751" y="2494655"/>
                  </a:lnTo>
                  <a:lnTo>
                    <a:pt x="1618794" y="2542843"/>
                  </a:lnTo>
                  <a:lnTo>
                    <a:pt x="1563678" y="2585936"/>
                  </a:lnTo>
                  <a:lnTo>
                    <a:pt x="1504554" y="2624497"/>
                  </a:lnTo>
                  <a:lnTo>
                    <a:pt x="1440620" y="2659073"/>
                  </a:lnTo>
                  <a:lnTo>
                    <a:pt x="1371211" y="2690150"/>
                  </a:lnTo>
                  <a:lnTo>
                    <a:pt x="1295909" y="2718127"/>
                  </a:lnTo>
                  <a:lnTo>
                    <a:pt x="1214697" y="2743300"/>
                  </a:lnTo>
                  <a:lnTo>
                    <a:pt x="1128134" y="2765863"/>
                  </a:lnTo>
                  <a:lnTo>
                    <a:pt x="1037546" y="2785905"/>
                  </a:lnTo>
                  <a:lnTo>
                    <a:pt x="945166" y="2803432"/>
                  </a:lnTo>
                  <a:lnTo>
                    <a:pt x="854141" y="2818395"/>
                  </a:lnTo>
                  <a:lnTo>
                    <a:pt x="768329" y="2830736"/>
                  </a:lnTo>
                  <a:lnTo>
                    <a:pt x="691823" y="2840447"/>
                  </a:lnTo>
                  <a:lnTo>
                    <a:pt x="628254" y="2847623"/>
                  </a:lnTo>
                  <a:lnTo>
                    <a:pt x="580025" y="2852496"/>
                  </a:lnTo>
                  <a:lnTo>
                    <a:pt x="547720" y="2855431"/>
                  </a:lnTo>
                  <a:lnTo>
                    <a:pt x="529867" y="2856897"/>
                  </a:lnTo>
                  <a:lnTo>
                    <a:pt x="523037" y="2857406"/>
                  </a:lnTo>
                  <a:lnTo>
                    <a:pt x="522133" y="2857468"/>
                  </a:lnTo>
                  <a:lnTo>
                    <a:pt x="0" y="2857468"/>
                  </a:lnTo>
                  <a:lnTo>
                    <a:pt x="0" y="2857468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418" name="pg1418"/>
            <p:cNvSpPr/>
            <p:nvPr/>
          </p:nvSpPr>
          <p:spPr>
            <a:xfrm>
              <a:off x="386606" y="1795439"/>
              <a:ext cx="8554953" cy="3569012"/>
            </a:xfrm>
            <a:custGeom>
              <a:avLst/>
              <a:pathLst>
                <a:path w="8554953" h="3569012">
                  <a:moveTo>
                    <a:pt x="0" y="2834879"/>
                  </a:moveTo>
                  <a:lnTo>
                    <a:pt x="522133" y="2834879"/>
                  </a:lnTo>
                  <a:lnTo>
                    <a:pt x="523284" y="2834801"/>
                  </a:lnTo>
                  <a:lnTo>
                    <a:pt x="530825" y="2834240"/>
                  </a:lnTo>
                  <a:lnTo>
                    <a:pt x="549740" y="2832690"/>
                  </a:lnTo>
                  <a:lnTo>
                    <a:pt x="583318" y="2829644"/>
                  </a:lnTo>
                  <a:lnTo>
                    <a:pt x="632869" y="2824643"/>
                  </a:lnTo>
                  <a:lnTo>
                    <a:pt x="697645" y="2817335"/>
                  </a:lnTo>
                  <a:lnTo>
                    <a:pt x="775112" y="2807502"/>
                  </a:lnTo>
                  <a:lnTo>
                    <a:pt x="861566" y="2795059"/>
                  </a:lnTo>
                  <a:lnTo>
                    <a:pt x="952902" y="2780021"/>
                  </a:lnTo>
                  <a:lnTo>
                    <a:pt x="1045298" y="2762445"/>
                  </a:lnTo>
                  <a:lnTo>
                    <a:pt x="1135674" y="2742378"/>
                  </a:lnTo>
                  <a:lnTo>
                    <a:pt x="1221874" y="2719808"/>
                  </a:lnTo>
                  <a:lnTo>
                    <a:pt x="1302642" y="2694638"/>
                  </a:lnTo>
                  <a:lnTo>
                    <a:pt x="1377473" y="2666668"/>
                  </a:lnTo>
                  <a:lnTo>
                    <a:pt x="1446427" y="2635593"/>
                  </a:lnTo>
                  <a:lnTo>
                    <a:pt x="1509949" y="2601011"/>
                  </a:lnTo>
                  <a:lnTo>
                    <a:pt x="1568722" y="2562432"/>
                  </a:lnTo>
                  <a:lnTo>
                    <a:pt x="1623555" y="2519310"/>
                  </a:lnTo>
                  <a:lnTo>
                    <a:pt x="1675303" y="2471090"/>
                  </a:lnTo>
                  <a:lnTo>
                    <a:pt x="1724792" y="2417293"/>
                  </a:lnTo>
                  <a:lnTo>
                    <a:pt x="1768425" y="2363341"/>
                  </a:lnTo>
                  <a:lnTo>
                    <a:pt x="1805675" y="2312534"/>
                  </a:lnTo>
                  <a:lnTo>
                    <a:pt x="1842577" y="2258014"/>
                  </a:lnTo>
                  <a:lnTo>
                    <a:pt x="1879353" y="2199705"/>
                  </a:lnTo>
                  <a:lnTo>
                    <a:pt x="1916175" y="2137592"/>
                  </a:lnTo>
                  <a:lnTo>
                    <a:pt x="1953175" y="2071725"/>
                  </a:lnTo>
                  <a:lnTo>
                    <a:pt x="1990446" y="2002228"/>
                  </a:lnTo>
                  <a:lnTo>
                    <a:pt x="2028045" y="1929301"/>
                  </a:lnTo>
                  <a:lnTo>
                    <a:pt x="2065996" y="1853223"/>
                  </a:lnTo>
                  <a:lnTo>
                    <a:pt x="2104294" y="1774349"/>
                  </a:lnTo>
                  <a:lnTo>
                    <a:pt x="2142910" y="1693107"/>
                  </a:lnTo>
                  <a:lnTo>
                    <a:pt x="2181791" y="1609988"/>
                  </a:lnTo>
                  <a:lnTo>
                    <a:pt x="2220866" y="1525536"/>
                  </a:lnTo>
                  <a:lnTo>
                    <a:pt x="2260052" y="1440336"/>
                  </a:lnTo>
                  <a:lnTo>
                    <a:pt x="2299260" y="1354992"/>
                  </a:lnTo>
                  <a:lnTo>
                    <a:pt x="2338398" y="1270114"/>
                  </a:lnTo>
                  <a:lnTo>
                    <a:pt x="2377380" y="1186298"/>
                  </a:lnTo>
                  <a:lnTo>
                    <a:pt x="2416128" y="1104108"/>
                  </a:lnTo>
                  <a:lnTo>
                    <a:pt x="2454581" y="1024063"/>
                  </a:lnTo>
                  <a:lnTo>
                    <a:pt x="2492698" y="946622"/>
                  </a:lnTo>
                  <a:lnTo>
                    <a:pt x="2530461" y="872174"/>
                  </a:lnTo>
                  <a:lnTo>
                    <a:pt x="2567881" y="801035"/>
                  </a:lnTo>
                  <a:lnTo>
                    <a:pt x="2604999" y="733442"/>
                  </a:lnTo>
                  <a:lnTo>
                    <a:pt x="2641891" y="669553"/>
                  </a:lnTo>
                  <a:lnTo>
                    <a:pt x="2678670" y="609453"/>
                  </a:lnTo>
                  <a:lnTo>
                    <a:pt x="2715488" y="553157"/>
                  </a:lnTo>
                  <a:lnTo>
                    <a:pt x="2752543" y="500618"/>
                  </a:lnTo>
                  <a:lnTo>
                    <a:pt x="2770117" y="477185"/>
                  </a:lnTo>
                  <a:lnTo>
                    <a:pt x="2818192" y="418085"/>
                  </a:lnTo>
                  <a:lnTo>
                    <a:pt x="2867854" y="364811"/>
                  </a:lnTo>
                  <a:lnTo>
                    <a:pt x="2919849" y="317078"/>
                  </a:lnTo>
                  <a:lnTo>
                    <a:pt x="2975007" y="274394"/>
                  </a:lnTo>
                  <a:lnTo>
                    <a:pt x="3034181" y="236202"/>
                  </a:lnTo>
                  <a:lnTo>
                    <a:pt x="3098173" y="201959"/>
                  </a:lnTo>
                  <a:lnTo>
                    <a:pt x="3167649" y="171183"/>
                  </a:lnTo>
                  <a:lnTo>
                    <a:pt x="3243026" y="143479"/>
                  </a:lnTo>
                  <a:lnTo>
                    <a:pt x="3324320" y="118553"/>
                  </a:lnTo>
                  <a:lnTo>
                    <a:pt x="3410966" y="96214"/>
                  </a:lnTo>
                  <a:lnTo>
                    <a:pt x="3501630" y="76374"/>
                  </a:lnTo>
                  <a:lnTo>
                    <a:pt x="3594071" y="59027"/>
                  </a:lnTo>
                  <a:lnTo>
                    <a:pt x="3685128" y="44223"/>
                  </a:lnTo>
                  <a:lnTo>
                    <a:pt x="3770932" y="32019"/>
                  </a:lnTo>
                  <a:lnTo>
                    <a:pt x="3847382" y="22422"/>
                  </a:lnTo>
                  <a:lnTo>
                    <a:pt x="3910851" y="15335"/>
                  </a:lnTo>
                  <a:lnTo>
                    <a:pt x="3958945" y="10530"/>
                  </a:lnTo>
                  <a:lnTo>
                    <a:pt x="3991099" y="7640"/>
                  </a:lnTo>
                  <a:lnTo>
                    <a:pt x="4008813" y="6201"/>
                  </a:lnTo>
                  <a:lnTo>
                    <a:pt x="4015541" y="5706"/>
                  </a:lnTo>
                  <a:lnTo>
                    <a:pt x="4016409" y="5647"/>
                  </a:lnTo>
                  <a:lnTo>
                    <a:pt x="4538543" y="5647"/>
                  </a:lnTo>
                  <a:lnTo>
                    <a:pt x="4539635" y="5740"/>
                  </a:lnTo>
                  <a:lnTo>
                    <a:pt x="4546802" y="6410"/>
                  </a:lnTo>
                  <a:lnTo>
                    <a:pt x="4564809" y="8259"/>
                  </a:lnTo>
                  <a:lnTo>
                    <a:pt x="4596852" y="11897"/>
                  </a:lnTo>
                  <a:lnTo>
                    <a:pt x="4644295" y="17875"/>
                  </a:lnTo>
                  <a:lnTo>
                    <a:pt x="4706577" y="26627"/>
                  </a:lnTo>
                  <a:lnTo>
                    <a:pt x="4781436" y="38429"/>
                  </a:lnTo>
                  <a:lnTo>
                    <a:pt x="4865445" y="53400"/>
                  </a:lnTo>
                  <a:lnTo>
                    <a:pt x="4954719" y="71533"/>
                  </a:lnTo>
                  <a:lnTo>
                    <a:pt x="5045557" y="92762"/>
                  </a:lnTo>
                  <a:lnTo>
                    <a:pt x="5134903" y="117026"/>
                  </a:lnTo>
                  <a:lnTo>
                    <a:pt x="5220546" y="144322"/>
                  </a:lnTo>
                  <a:lnTo>
                    <a:pt x="5301133" y="174743"/>
                  </a:lnTo>
                  <a:lnTo>
                    <a:pt x="5376045" y="208502"/>
                  </a:lnTo>
                  <a:lnTo>
                    <a:pt x="5445228" y="245932"/>
                  </a:lnTo>
                  <a:lnTo>
                    <a:pt x="5509027" y="287485"/>
                  </a:lnTo>
                  <a:lnTo>
                    <a:pt x="5568041" y="333720"/>
                  </a:lnTo>
                  <a:lnTo>
                    <a:pt x="5623011" y="385275"/>
                  </a:lnTo>
                  <a:lnTo>
                    <a:pt x="5674743" y="442819"/>
                  </a:lnTo>
                  <a:lnTo>
                    <a:pt x="5724034" y="506969"/>
                  </a:lnTo>
                  <a:lnTo>
                    <a:pt x="5771619" y="578150"/>
                  </a:lnTo>
                  <a:lnTo>
                    <a:pt x="5784835" y="599541"/>
                  </a:lnTo>
                  <a:lnTo>
                    <a:pt x="5818756" y="657592"/>
                  </a:lnTo>
                  <a:lnTo>
                    <a:pt x="5852371" y="719508"/>
                  </a:lnTo>
                  <a:lnTo>
                    <a:pt x="5885851" y="785368"/>
                  </a:lnTo>
                  <a:lnTo>
                    <a:pt x="5919336" y="855201"/>
                  </a:lnTo>
                  <a:lnTo>
                    <a:pt x="5952934" y="928979"/>
                  </a:lnTo>
                  <a:lnTo>
                    <a:pt x="5986725" y="1006612"/>
                  </a:lnTo>
                  <a:lnTo>
                    <a:pt x="6020766" y="1087947"/>
                  </a:lnTo>
                  <a:lnTo>
                    <a:pt x="6055090" y="1172764"/>
                  </a:lnTo>
                  <a:lnTo>
                    <a:pt x="6089707" y="1260773"/>
                  </a:lnTo>
                  <a:lnTo>
                    <a:pt x="6124609" y="1351621"/>
                  </a:lnTo>
                  <a:lnTo>
                    <a:pt x="6159771" y="1444892"/>
                  </a:lnTo>
                  <a:lnTo>
                    <a:pt x="6195151" y="1540115"/>
                  </a:lnTo>
                  <a:lnTo>
                    <a:pt x="6230698" y="1636775"/>
                  </a:lnTo>
                  <a:lnTo>
                    <a:pt x="6266349" y="1734321"/>
                  </a:lnTo>
                  <a:lnTo>
                    <a:pt x="6302038" y="1832181"/>
                  </a:lnTo>
                  <a:lnTo>
                    <a:pt x="6337694" y="1929776"/>
                  </a:lnTo>
                  <a:lnTo>
                    <a:pt x="6373252" y="2026531"/>
                  </a:lnTo>
                  <a:lnTo>
                    <a:pt x="6408649" y="2121894"/>
                  </a:lnTo>
                  <a:lnTo>
                    <a:pt x="6443830" y="2215346"/>
                  </a:lnTo>
                  <a:lnTo>
                    <a:pt x="6478755" y="2306413"/>
                  </a:lnTo>
                  <a:lnTo>
                    <a:pt x="6513397" y="2394673"/>
                  </a:lnTo>
                  <a:lnTo>
                    <a:pt x="6547745" y="2479768"/>
                  </a:lnTo>
                  <a:lnTo>
                    <a:pt x="6581809" y="2561403"/>
                  </a:lnTo>
                  <a:lnTo>
                    <a:pt x="6615619" y="2639352"/>
                  </a:lnTo>
                  <a:lnTo>
                    <a:pt x="6649230" y="2713455"/>
                  </a:lnTo>
                  <a:lnTo>
                    <a:pt x="6682720" y="2783619"/>
                  </a:lnTo>
                  <a:lnTo>
                    <a:pt x="6716196" y="2849810"/>
                  </a:lnTo>
                  <a:lnTo>
                    <a:pt x="6749794" y="2912053"/>
                  </a:lnTo>
                  <a:lnTo>
                    <a:pt x="6783682" y="2970422"/>
                  </a:lnTo>
                  <a:lnTo>
                    <a:pt x="6786527" y="2975117"/>
                  </a:lnTo>
                  <a:lnTo>
                    <a:pt x="6833746" y="3048311"/>
                  </a:lnTo>
                  <a:lnTo>
                    <a:pt x="6882486" y="3114416"/>
                  </a:lnTo>
                  <a:lnTo>
                    <a:pt x="6933449" y="3173768"/>
                  </a:lnTo>
                  <a:lnTo>
                    <a:pt x="6987422" y="3226947"/>
                  </a:lnTo>
                  <a:lnTo>
                    <a:pt x="7045214" y="3274617"/>
                  </a:lnTo>
                  <a:lnTo>
                    <a:pt x="7107593" y="3317432"/>
                  </a:lnTo>
                  <a:lnTo>
                    <a:pt x="7175208" y="3355975"/>
                  </a:lnTo>
                  <a:lnTo>
                    <a:pt x="7248487" y="3390732"/>
                  </a:lnTo>
                  <a:lnTo>
                    <a:pt x="7327506" y="3422069"/>
                  </a:lnTo>
                  <a:lnTo>
                    <a:pt x="7411824" y="3450233"/>
                  </a:lnTo>
                  <a:lnTo>
                    <a:pt x="7500310" y="3475350"/>
                  </a:lnTo>
                  <a:lnTo>
                    <a:pt x="7591002" y="3497441"/>
                  </a:lnTo>
                  <a:lnTo>
                    <a:pt x="7681071" y="3516456"/>
                  </a:lnTo>
                  <a:lnTo>
                    <a:pt x="7766963" y="3532324"/>
                  </a:lnTo>
                  <a:lnTo>
                    <a:pt x="7844786" y="3545015"/>
                  </a:lnTo>
                  <a:lnTo>
                    <a:pt x="7910912" y="3554608"/>
                  </a:lnTo>
                  <a:lnTo>
                    <a:pt x="7962684" y="3561331"/>
                  </a:lnTo>
                  <a:lnTo>
                    <a:pt x="7999021" y="3565578"/>
                  </a:lnTo>
                  <a:lnTo>
                    <a:pt x="8020743" y="3567873"/>
                  </a:lnTo>
                  <a:lnTo>
                    <a:pt x="8030552" y="3568813"/>
                  </a:lnTo>
                  <a:lnTo>
                    <a:pt x="8032819" y="3569012"/>
                  </a:lnTo>
                  <a:lnTo>
                    <a:pt x="8554953" y="3569012"/>
                  </a:lnTo>
                  <a:lnTo>
                    <a:pt x="8554953" y="3563364"/>
                  </a:lnTo>
                  <a:lnTo>
                    <a:pt x="8032819" y="3563364"/>
                  </a:lnTo>
                  <a:lnTo>
                    <a:pt x="8031727" y="3563271"/>
                  </a:lnTo>
                  <a:lnTo>
                    <a:pt x="8024560" y="3562602"/>
                  </a:lnTo>
                  <a:lnTo>
                    <a:pt x="8006553" y="3560752"/>
                  </a:lnTo>
                  <a:lnTo>
                    <a:pt x="7974510" y="3557114"/>
                  </a:lnTo>
                  <a:lnTo>
                    <a:pt x="7927067" y="3551136"/>
                  </a:lnTo>
                  <a:lnTo>
                    <a:pt x="7864785" y="3542384"/>
                  </a:lnTo>
                  <a:lnTo>
                    <a:pt x="7789926" y="3530582"/>
                  </a:lnTo>
                  <a:lnTo>
                    <a:pt x="7705917" y="3515611"/>
                  </a:lnTo>
                  <a:lnTo>
                    <a:pt x="7616643" y="3497478"/>
                  </a:lnTo>
                  <a:lnTo>
                    <a:pt x="7525805" y="3476249"/>
                  </a:lnTo>
                  <a:lnTo>
                    <a:pt x="7436459" y="3451985"/>
                  </a:lnTo>
                  <a:lnTo>
                    <a:pt x="7350816" y="3424689"/>
                  </a:lnTo>
                  <a:lnTo>
                    <a:pt x="7270229" y="3394268"/>
                  </a:lnTo>
                  <a:lnTo>
                    <a:pt x="7195317" y="3360509"/>
                  </a:lnTo>
                  <a:lnTo>
                    <a:pt x="7126134" y="3323079"/>
                  </a:lnTo>
                  <a:lnTo>
                    <a:pt x="7062334" y="3281526"/>
                  </a:lnTo>
                  <a:lnTo>
                    <a:pt x="7003321" y="3235291"/>
                  </a:lnTo>
                  <a:lnTo>
                    <a:pt x="6948351" y="3183736"/>
                  </a:lnTo>
                  <a:lnTo>
                    <a:pt x="6896619" y="3126192"/>
                  </a:lnTo>
                  <a:lnTo>
                    <a:pt x="6847328" y="3062042"/>
                  </a:lnTo>
                  <a:lnTo>
                    <a:pt x="6799743" y="2990861"/>
                  </a:lnTo>
                  <a:lnTo>
                    <a:pt x="6786527" y="2969470"/>
                  </a:lnTo>
                  <a:lnTo>
                    <a:pt x="6752606" y="2911419"/>
                  </a:lnTo>
                  <a:lnTo>
                    <a:pt x="6718991" y="2849503"/>
                  </a:lnTo>
                  <a:lnTo>
                    <a:pt x="6685511" y="2783643"/>
                  </a:lnTo>
                  <a:lnTo>
                    <a:pt x="6652026" y="2713810"/>
                  </a:lnTo>
                  <a:lnTo>
                    <a:pt x="6618428" y="2640032"/>
                  </a:lnTo>
                  <a:lnTo>
                    <a:pt x="6584637" y="2562399"/>
                  </a:lnTo>
                  <a:lnTo>
                    <a:pt x="6550596" y="2481064"/>
                  </a:lnTo>
                  <a:lnTo>
                    <a:pt x="6516272" y="2396247"/>
                  </a:lnTo>
                  <a:lnTo>
                    <a:pt x="6481655" y="2308238"/>
                  </a:lnTo>
                  <a:lnTo>
                    <a:pt x="6446753" y="2217390"/>
                  </a:lnTo>
                  <a:lnTo>
                    <a:pt x="6411591" y="2124119"/>
                  </a:lnTo>
                  <a:lnTo>
                    <a:pt x="6376211" y="2028896"/>
                  </a:lnTo>
                  <a:lnTo>
                    <a:pt x="6340664" y="1932236"/>
                  </a:lnTo>
                  <a:lnTo>
                    <a:pt x="6305013" y="1834690"/>
                  </a:lnTo>
                  <a:lnTo>
                    <a:pt x="6269324" y="1736830"/>
                  </a:lnTo>
                  <a:lnTo>
                    <a:pt x="6233668" y="1639236"/>
                  </a:lnTo>
                  <a:lnTo>
                    <a:pt x="6198110" y="1542480"/>
                  </a:lnTo>
                  <a:lnTo>
                    <a:pt x="6162713" y="1447117"/>
                  </a:lnTo>
                  <a:lnTo>
                    <a:pt x="6127532" y="1353665"/>
                  </a:lnTo>
                  <a:lnTo>
                    <a:pt x="6092607" y="1262598"/>
                  </a:lnTo>
                  <a:lnTo>
                    <a:pt x="6057965" y="1174338"/>
                  </a:lnTo>
                  <a:lnTo>
                    <a:pt x="6023617" y="1089243"/>
                  </a:lnTo>
                  <a:lnTo>
                    <a:pt x="5989553" y="1007608"/>
                  </a:lnTo>
                  <a:lnTo>
                    <a:pt x="5955743" y="929659"/>
                  </a:lnTo>
                  <a:lnTo>
                    <a:pt x="5922132" y="855556"/>
                  </a:lnTo>
                  <a:lnTo>
                    <a:pt x="5888642" y="785392"/>
                  </a:lnTo>
                  <a:lnTo>
                    <a:pt x="5855166" y="719201"/>
                  </a:lnTo>
                  <a:lnTo>
                    <a:pt x="5821568" y="656958"/>
                  </a:lnTo>
                  <a:lnTo>
                    <a:pt x="5787680" y="598589"/>
                  </a:lnTo>
                  <a:lnTo>
                    <a:pt x="5784835" y="593894"/>
                  </a:lnTo>
                  <a:lnTo>
                    <a:pt x="5737616" y="520700"/>
                  </a:lnTo>
                  <a:lnTo>
                    <a:pt x="5688876" y="454595"/>
                  </a:lnTo>
                  <a:lnTo>
                    <a:pt x="5637913" y="395243"/>
                  </a:lnTo>
                  <a:lnTo>
                    <a:pt x="5583940" y="342065"/>
                  </a:lnTo>
                  <a:lnTo>
                    <a:pt x="5526148" y="294394"/>
                  </a:lnTo>
                  <a:lnTo>
                    <a:pt x="5463769" y="251579"/>
                  </a:lnTo>
                  <a:lnTo>
                    <a:pt x="5396154" y="213036"/>
                  </a:lnTo>
                  <a:lnTo>
                    <a:pt x="5322875" y="178280"/>
                  </a:lnTo>
                  <a:lnTo>
                    <a:pt x="5243856" y="146942"/>
                  </a:lnTo>
                  <a:lnTo>
                    <a:pt x="5159537" y="118778"/>
                  </a:lnTo>
                  <a:lnTo>
                    <a:pt x="5071052" y="93661"/>
                  </a:lnTo>
                  <a:lnTo>
                    <a:pt x="4980360" y="71570"/>
                  </a:lnTo>
                  <a:lnTo>
                    <a:pt x="4890291" y="52555"/>
                  </a:lnTo>
                  <a:lnTo>
                    <a:pt x="4804398" y="36687"/>
                  </a:lnTo>
                  <a:lnTo>
                    <a:pt x="4726575" y="23996"/>
                  </a:lnTo>
                  <a:lnTo>
                    <a:pt x="4660450" y="14403"/>
                  </a:lnTo>
                  <a:lnTo>
                    <a:pt x="4608678" y="7680"/>
                  </a:lnTo>
                  <a:lnTo>
                    <a:pt x="4572341" y="3433"/>
                  </a:lnTo>
                  <a:lnTo>
                    <a:pt x="4550619" y="1138"/>
                  </a:lnTo>
                  <a:lnTo>
                    <a:pt x="4540810" y="198"/>
                  </a:lnTo>
                  <a:lnTo>
                    <a:pt x="4538543" y="0"/>
                  </a:lnTo>
                  <a:lnTo>
                    <a:pt x="4016409" y="0"/>
                  </a:lnTo>
                  <a:lnTo>
                    <a:pt x="4015258" y="78"/>
                  </a:lnTo>
                  <a:lnTo>
                    <a:pt x="4007717" y="639"/>
                  </a:lnTo>
                  <a:lnTo>
                    <a:pt x="3988802" y="2189"/>
                  </a:lnTo>
                  <a:lnTo>
                    <a:pt x="3955224" y="5235"/>
                  </a:lnTo>
                  <a:lnTo>
                    <a:pt x="3905673" y="10236"/>
                  </a:lnTo>
                  <a:lnTo>
                    <a:pt x="3840897" y="17544"/>
                  </a:lnTo>
                  <a:lnTo>
                    <a:pt x="3763430" y="27377"/>
                  </a:lnTo>
                  <a:lnTo>
                    <a:pt x="3676976" y="39820"/>
                  </a:lnTo>
                  <a:lnTo>
                    <a:pt x="3585640" y="54858"/>
                  </a:lnTo>
                  <a:lnTo>
                    <a:pt x="3493244" y="72434"/>
                  </a:lnTo>
                  <a:lnTo>
                    <a:pt x="3402868" y="92501"/>
                  </a:lnTo>
                  <a:lnTo>
                    <a:pt x="3316668" y="115071"/>
                  </a:lnTo>
                  <a:lnTo>
                    <a:pt x="3235900" y="140241"/>
                  </a:lnTo>
                  <a:lnTo>
                    <a:pt x="3161069" y="168211"/>
                  </a:lnTo>
                  <a:lnTo>
                    <a:pt x="3092116" y="199286"/>
                  </a:lnTo>
                  <a:lnTo>
                    <a:pt x="3028594" y="233868"/>
                  </a:lnTo>
                  <a:lnTo>
                    <a:pt x="2969821" y="272447"/>
                  </a:lnTo>
                  <a:lnTo>
                    <a:pt x="2914987" y="315568"/>
                  </a:lnTo>
                  <a:lnTo>
                    <a:pt x="2863239" y="363789"/>
                  </a:lnTo>
                  <a:lnTo>
                    <a:pt x="2813750" y="417586"/>
                  </a:lnTo>
                  <a:lnTo>
                    <a:pt x="2770117" y="471538"/>
                  </a:lnTo>
                  <a:lnTo>
                    <a:pt x="2732867" y="522345"/>
                  </a:lnTo>
                  <a:lnTo>
                    <a:pt x="2695965" y="576865"/>
                  </a:lnTo>
                  <a:lnTo>
                    <a:pt x="2659189" y="635174"/>
                  </a:lnTo>
                  <a:lnTo>
                    <a:pt x="2622367" y="697287"/>
                  </a:lnTo>
                  <a:lnTo>
                    <a:pt x="2585367" y="763154"/>
                  </a:lnTo>
                  <a:lnTo>
                    <a:pt x="2548096" y="832651"/>
                  </a:lnTo>
                  <a:lnTo>
                    <a:pt x="2510497" y="905578"/>
                  </a:lnTo>
                  <a:lnTo>
                    <a:pt x="2472546" y="981655"/>
                  </a:lnTo>
                  <a:lnTo>
                    <a:pt x="2434248" y="1060529"/>
                  </a:lnTo>
                  <a:lnTo>
                    <a:pt x="2395632" y="1141772"/>
                  </a:lnTo>
                  <a:lnTo>
                    <a:pt x="2356751" y="1224891"/>
                  </a:lnTo>
                  <a:lnTo>
                    <a:pt x="2317676" y="1309343"/>
                  </a:lnTo>
                  <a:lnTo>
                    <a:pt x="2278490" y="1394543"/>
                  </a:lnTo>
                  <a:lnTo>
                    <a:pt x="2239282" y="1479887"/>
                  </a:lnTo>
                  <a:lnTo>
                    <a:pt x="2200144" y="1564765"/>
                  </a:lnTo>
                  <a:lnTo>
                    <a:pt x="2161162" y="1648581"/>
                  </a:lnTo>
                  <a:lnTo>
                    <a:pt x="2122414" y="1730771"/>
                  </a:lnTo>
                  <a:lnTo>
                    <a:pt x="2083961" y="1810816"/>
                  </a:lnTo>
                  <a:lnTo>
                    <a:pt x="2045844" y="1888257"/>
                  </a:lnTo>
                  <a:lnTo>
                    <a:pt x="2008081" y="1962704"/>
                  </a:lnTo>
                  <a:lnTo>
                    <a:pt x="1970661" y="2033843"/>
                  </a:lnTo>
                  <a:lnTo>
                    <a:pt x="1933543" y="2101437"/>
                  </a:lnTo>
                  <a:lnTo>
                    <a:pt x="1896651" y="2165326"/>
                  </a:lnTo>
                  <a:lnTo>
                    <a:pt x="1859872" y="2225426"/>
                  </a:lnTo>
                  <a:lnTo>
                    <a:pt x="1823054" y="2281721"/>
                  </a:lnTo>
                  <a:lnTo>
                    <a:pt x="1785999" y="2334261"/>
                  </a:lnTo>
                  <a:lnTo>
                    <a:pt x="1768425" y="2357693"/>
                  </a:lnTo>
                  <a:lnTo>
                    <a:pt x="1720350" y="2416794"/>
                  </a:lnTo>
                  <a:lnTo>
                    <a:pt x="1670688" y="2470068"/>
                  </a:lnTo>
                  <a:lnTo>
                    <a:pt x="1618693" y="2517801"/>
                  </a:lnTo>
                  <a:lnTo>
                    <a:pt x="1563535" y="2560484"/>
                  </a:lnTo>
                  <a:lnTo>
                    <a:pt x="1504361" y="2598676"/>
                  </a:lnTo>
                  <a:lnTo>
                    <a:pt x="1440370" y="2632920"/>
                  </a:lnTo>
                  <a:lnTo>
                    <a:pt x="1370893" y="2663696"/>
                  </a:lnTo>
                  <a:lnTo>
                    <a:pt x="1295516" y="2691400"/>
                  </a:lnTo>
                  <a:lnTo>
                    <a:pt x="1214222" y="2716326"/>
                  </a:lnTo>
                  <a:lnTo>
                    <a:pt x="1127576" y="2738665"/>
                  </a:lnTo>
                  <a:lnTo>
                    <a:pt x="1036912" y="2758505"/>
                  </a:lnTo>
                  <a:lnTo>
                    <a:pt x="944471" y="2775852"/>
                  </a:lnTo>
                  <a:lnTo>
                    <a:pt x="853414" y="2790655"/>
                  </a:lnTo>
                  <a:lnTo>
                    <a:pt x="767610" y="2802860"/>
                  </a:lnTo>
                  <a:lnTo>
                    <a:pt x="691160" y="2812457"/>
                  </a:lnTo>
                  <a:lnTo>
                    <a:pt x="627691" y="2819543"/>
                  </a:lnTo>
                  <a:lnTo>
                    <a:pt x="579597" y="2824349"/>
                  </a:lnTo>
                  <a:lnTo>
                    <a:pt x="547443" y="2827239"/>
                  </a:lnTo>
                  <a:lnTo>
                    <a:pt x="529729" y="2828677"/>
                  </a:lnTo>
                  <a:lnTo>
                    <a:pt x="523001" y="2829173"/>
                  </a:lnTo>
                  <a:lnTo>
                    <a:pt x="522133" y="2829232"/>
                  </a:lnTo>
                  <a:lnTo>
                    <a:pt x="0" y="2829232"/>
                  </a:lnTo>
                  <a:close/>
                </a:path>
              </a:pathLst>
            </a:custGeom>
            <a:solidFill>
              <a:srgbClr val="E78AC3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1419" name="pl1419"/>
            <p:cNvSpPr/>
            <p:nvPr/>
          </p:nvSpPr>
          <p:spPr>
            <a:xfrm>
              <a:off x="386606" y="1801086"/>
              <a:ext cx="8554953" cy="3563364"/>
            </a:xfrm>
            <a:custGeom>
              <a:avLst/>
              <a:pathLst>
                <a:path w="8554953" h="3563364">
                  <a:moveTo>
                    <a:pt x="0" y="2829232"/>
                  </a:moveTo>
                  <a:lnTo>
                    <a:pt x="522133" y="2829232"/>
                  </a:lnTo>
                  <a:lnTo>
                    <a:pt x="523284" y="2829154"/>
                  </a:lnTo>
                  <a:lnTo>
                    <a:pt x="530825" y="2828593"/>
                  </a:lnTo>
                  <a:lnTo>
                    <a:pt x="549740" y="2827043"/>
                  </a:lnTo>
                  <a:lnTo>
                    <a:pt x="583318" y="2823996"/>
                  </a:lnTo>
                  <a:lnTo>
                    <a:pt x="632869" y="2818996"/>
                  </a:lnTo>
                  <a:lnTo>
                    <a:pt x="697645" y="2811688"/>
                  </a:lnTo>
                  <a:lnTo>
                    <a:pt x="775112" y="2801855"/>
                  </a:lnTo>
                  <a:lnTo>
                    <a:pt x="861566" y="2789412"/>
                  </a:lnTo>
                  <a:lnTo>
                    <a:pt x="952902" y="2774373"/>
                  </a:lnTo>
                  <a:lnTo>
                    <a:pt x="1045298" y="2756798"/>
                  </a:lnTo>
                  <a:lnTo>
                    <a:pt x="1135674" y="2736731"/>
                  </a:lnTo>
                  <a:lnTo>
                    <a:pt x="1221874" y="2714161"/>
                  </a:lnTo>
                  <a:lnTo>
                    <a:pt x="1302642" y="2688991"/>
                  </a:lnTo>
                  <a:lnTo>
                    <a:pt x="1377473" y="2661020"/>
                  </a:lnTo>
                  <a:lnTo>
                    <a:pt x="1446427" y="2629946"/>
                  </a:lnTo>
                  <a:lnTo>
                    <a:pt x="1509949" y="2595363"/>
                  </a:lnTo>
                  <a:lnTo>
                    <a:pt x="1568722" y="2556785"/>
                  </a:lnTo>
                  <a:lnTo>
                    <a:pt x="1623555" y="2513663"/>
                  </a:lnTo>
                  <a:lnTo>
                    <a:pt x="1675303" y="2465443"/>
                  </a:lnTo>
                  <a:lnTo>
                    <a:pt x="1724792" y="2411645"/>
                  </a:lnTo>
                  <a:lnTo>
                    <a:pt x="1768425" y="2357693"/>
                  </a:lnTo>
                  <a:lnTo>
                    <a:pt x="1805675" y="2306887"/>
                  </a:lnTo>
                  <a:lnTo>
                    <a:pt x="1842577" y="2252367"/>
                  </a:lnTo>
                  <a:lnTo>
                    <a:pt x="1879353" y="2194058"/>
                  </a:lnTo>
                  <a:lnTo>
                    <a:pt x="1916175" y="2131944"/>
                  </a:lnTo>
                  <a:lnTo>
                    <a:pt x="1953175" y="2066077"/>
                  </a:lnTo>
                  <a:lnTo>
                    <a:pt x="1990446" y="1996581"/>
                  </a:lnTo>
                  <a:lnTo>
                    <a:pt x="2028045" y="1923654"/>
                  </a:lnTo>
                  <a:lnTo>
                    <a:pt x="2065996" y="1847576"/>
                  </a:lnTo>
                  <a:lnTo>
                    <a:pt x="2104294" y="1768702"/>
                  </a:lnTo>
                  <a:lnTo>
                    <a:pt x="2142910" y="1687460"/>
                  </a:lnTo>
                  <a:lnTo>
                    <a:pt x="2181791" y="1604341"/>
                  </a:lnTo>
                  <a:lnTo>
                    <a:pt x="2220866" y="1519889"/>
                  </a:lnTo>
                  <a:lnTo>
                    <a:pt x="2260052" y="1434689"/>
                  </a:lnTo>
                  <a:lnTo>
                    <a:pt x="2299260" y="1349345"/>
                  </a:lnTo>
                  <a:lnTo>
                    <a:pt x="2338398" y="1264467"/>
                  </a:lnTo>
                  <a:lnTo>
                    <a:pt x="2377380" y="1180651"/>
                  </a:lnTo>
                  <a:lnTo>
                    <a:pt x="2416128" y="1098461"/>
                  </a:lnTo>
                  <a:lnTo>
                    <a:pt x="2454581" y="1018416"/>
                  </a:lnTo>
                  <a:lnTo>
                    <a:pt x="2492698" y="940975"/>
                  </a:lnTo>
                  <a:lnTo>
                    <a:pt x="2530461" y="866527"/>
                  </a:lnTo>
                  <a:lnTo>
                    <a:pt x="2567881" y="795388"/>
                  </a:lnTo>
                  <a:lnTo>
                    <a:pt x="2604999" y="727795"/>
                  </a:lnTo>
                  <a:lnTo>
                    <a:pt x="2641891" y="663906"/>
                  </a:lnTo>
                  <a:lnTo>
                    <a:pt x="2678670" y="603806"/>
                  </a:lnTo>
                  <a:lnTo>
                    <a:pt x="2715488" y="547510"/>
                  </a:lnTo>
                  <a:lnTo>
                    <a:pt x="2752543" y="494971"/>
                  </a:lnTo>
                  <a:lnTo>
                    <a:pt x="2770117" y="471538"/>
                  </a:lnTo>
                  <a:lnTo>
                    <a:pt x="2818192" y="412438"/>
                  </a:lnTo>
                  <a:lnTo>
                    <a:pt x="2867854" y="359164"/>
                  </a:lnTo>
                  <a:lnTo>
                    <a:pt x="2919849" y="311431"/>
                  </a:lnTo>
                  <a:lnTo>
                    <a:pt x="2975007" y="268747"/>
                  </a:lnTo>
                  <a:lnTo>
                    <a:pt x="3034181" y="230555"/>
                  </a:lnTo>
                  <a:lnTo>
                    <a:pt x="3098173" y="196312"/>
                  </a:lnTo>
                  <a:lnTo>
                    <a:pt x="3167649" y="165536"/>
                  </a:lnTo>
                  <a:lnTo>
                    <a:pt x="3243026" y="137832"/>
                  </a:lnTo>
                  <a:lnTo>
                    <a:pt x="3324320" y="112906"/>
                  </a:lnTo>
                  <a:lnTo>
                    <a:pt x="3410966" y="90567"/>
                  </a:lnTo>
                  <a:lnTo>
                    <a:pt x="3501630" y="70727"/>
                  </a:lnTo>
                  <a:lnTo>
                    <a:pt x="3594071" y="53380"/>
                  </a:lnTo>
                  <a:lnTo>
                    <a:pt x="3685128" y="38576"/>
                  </a:lnTo>
                  <a:lnTo>
                    <a:pt x="3770932" y="26372"/>
                  </a:lnTo>
                  <a:lnTo>
                    <a:pt x="3847382" y="16774"/>
                  </a:lnTo>
                  <a:lnTo>
                    <a:pt x="3910851" y="9688"/>
                  </a:lnTo>
                  <a:lnTo>
                    <a:pt x="3958945" y="4883"/>
                  </a:lnTo>
                  <a:lnTo>
                    <a:pt x="3991099" y="1993"/>
                  </a:lnTo>
                  <a:lnTo>
                    <a:pt x="4008813" y="554"/>
                  </a:lnTo>
                  <a:lnTo>
                    <a:pt x="4015541" y="58"/>
                  </a:lnTo>
                  <a:lnTo>
                    <a:pt x="4016409" y="0"/>
                  </a:lnTo>
                  <a:lnTo>
                    <a:pt x="4538543" y="0"/>
                  </a:lnTo>
                  <a:lnTo>
                    <a:pt x="4539635" y="93"/>
                  </a:lnTo>
                  <a:lnTo>
                    <a:pt x="4546802" y="762"/>
                  </a:lnTo>
                  <a:lnTo>
                    <a:pt x="4564809" y="2612"/>
                  </a:lnTo>
                  <a:lnTo>
                    <a:pt x="4596852" y="6250"/>
                  </a:lnTo>
                  <a:lnTo>
                    <a:pt x="4644295" y="12228"/>
                  </a:lnTo>
                  <a:lnTo>
                    <a:pt x="4706577" y="20980"/>
                  </a:lnTo>
                  <a:lnTo>
                    <a:pt x="4781436" y="32782"/>
                  </a:lnTo>
                  <a:lnTo>
                    <a:pt x="4865445" y="47753"/>
                  </a:lnTo>
                  <a:lnTo>
                    <a:pt x="4954719" y="65886"/>
                  </a:lnTo>
                  <a:lnTo>
                    <a:pt x="5045557" y="87115"/>
                  </a:lnTo>
                  <a:lnTo>
                    <a:pt x="5134903" y="111379"/>
                  </a:lnTo>
                  <a:lnTo>
                    <a:pt x="5220546" y="138674"/>
                  </a:lnTo>
                  <a:lnTo>
                    <a:pt x="5301133" y="169096"/>
                  </a:lnTo>
                  <a:lnTo>
                    <a:pt x="5376045" y="202855"/>
                  </a:lnTo>
                  <a:lnTo>
                    <a:pt x="5445228" y="240285"/>
                  </a:lnTo>
                  <a:lnTo>
                    <a:pt x="5509027" y="281838"/>
                  </a:lnTo>
                  <a:lnTo>
                    <a:pt x="5568041" y="328073"/>
                  </a:lnTo>
                  <a:lnTo>
                    <a:pt x="5623011" y="379628"/>
                  </a:lnTo>
                  <a:lnTo>
                    <a:pt x="5674743" y="437172"/>
                  </a:lnTo>
                  <a:lnTo>
                    <a:pt x="5724034" y="501322"/>
                  </a:lnTo>
                  <a:lnTo>
                    <a:pt x="5771619" y="572503"/>
                  </a:lnTo>
                  <a:lnTo>
                    <a:pt x="5784835" y="593894"/>
                  </a:lnTo>
                  <a:lnTo>
                    <a:pt x="5818756" y="651945"/>
                  </a:lnTo>
                  <a:lnTo>
                    <a:pt x="5852371" y="713861"/>
                  </a:lnTo>
                  <a:lnTo>
                    <a:pt x="5885851" y="779721"/>
                  </a:lnTo>
                  <a:lnTo>
                    <a:pt x="5919336" y="849554"/>
                  </a:lnTo>
                  <a:lnTo>
                    <a:pt x="5952934" y="923332"/>
                  </a:lnTo>
                  <a:lnTo>
                    <a:pt x="5986725" y="1000965"/>
                  </a:lnTo>
                  <a:lnTo>
                    <a:pt x="6020766" y="1082300"/>
                  </a:lnTo>
                  <a:lnTo>
                    <a:pt x="6055090" y="1167117"/>
                  </a:lnTo>
                  <a:lnTo>
                    <a:pt x="6089707" y="1255126"/>
                  </a:lnTo>
                  <a:lnTo>
                    <a:pt x="6124609" y="1345974"/>
                  </a:lnTo>
                  <a:lnTo>
                    <a:pt x="6159771" y="1439245"/>
                  </a:lnTo>
                  <a:lnTo>
                    <a:pt x="6195151" y="1534468"/>
                  </a:lnTo>
                  <a:lnTo>
                    <a:pt x="6230698" y="1631128"/>
                  </a:lnTo>
                  <a:lnTo>
                    <a:pt x="6266349" y="1728674"/>
                  </a:lnTo>
                  <a:lnTo>
                    <a:pt x="6302038" y="1826534"/>
                  </a:lnTo>
                  <a:lnTo>
                    <a:pt x="6337694" y="1924128"/>
                  </a:lnTo>
                  <a:lnTo>
                    <a:pt x="6373252" y="2020884"/>
                  </a:lnTo>
                  <a:lnTo>
                    <a:pt x="6408649" y="2116247"/>
                  </a:lnTo>
                  <a:lnTo>
                    <a:pt x="6443830" y="2209699"/>
                  </a:lnTo>
                  <a:lnTo>
                    <a:pt x="6478755" y="2300766"/>
                  </a:lnTo>
                  <a:lnTo>
                    <a:pt x="6513397" y="2389026"/>
                  </a:lnTo>
                  <a:lnTo>
                    <a:pt x="6547745" y="2474121"/>
                  </a:lnTo>
                  <a:lnTo>
                    <a:pt x="6581809" y="2555756"/>
                  </a:lnTo>
                  <a:lnTo>
                    <a:pt x="6615619" y="2633705"/>
                  </a:lnTo>
                  <a:lnTo>
                    <a:pt x="6649230" y="2707808"/>
                  </a:lnTo>
                  <a:lnTo>
                    <a:pt x="6682720" y="2777972"/>
                  </a:lnTo>
                  <a:lnTo>
                    <a:pt x="6716196" y="2844163"/>
                  </a:lnTo>
                  <a:lnTo>
                    <a:pt x="6749794" y="2906406"/>
                  </a:lnTo>
                  <a:lnTo>
                    <a:pt x="6783682" y="2964775"/>
                  </a:lnTo>
                  <a:lnTo>
                    <a:pt x="6786527" y="2969470"/>
                  </a:lnTo>
                  <a:lnTo>
                    <a:pt x="6833746" y="3042663"/>
                  </a:lnTo>
                  <a:lnTo>
                    <a:pt x="6882486" y="3108769"/>
                  </a:lnTo>
                  <a:lnTo>
                    <a:pt x="6933449" y="3168121"/>
                  </a:lnTo>
                  <a:lnTo>
                    <a:pt x="6987422" y="3221299"/>
                  </a:lnTo>
                  <a:lnTo>
                    <a:pt x="7045214" y="3268970"/>
                  </a:lnTo>
                  <a:lnTo>
                    <a:pt x="7107593" y="3311785"/>
                  </a:lnTo>
                  <a:lnTo>
                    <a:pt x="7175208" y="3350328"/>
                  </a:lnTo>
                  <a:lnTo>
                    <a:pt x="7248487" y="3385084"/>
                  </a:lnTo>
                  <a:lnTo>
                    <a:pt x="7327506" y="3416422"/>
                  </a:lnTo>
                  <a:lnTo>
                    <a:pt x="7411824" y="3444586"/>
                  </a:lnTo>
                  <a:lnTo>
                    <a:pt x="7500310" y="3469703"/>
                  </a:lnTo>
                  <a:lnTo>
                    <a:pt x="7591002" y="3491794"/>
                  </a:lnTo>
                  <a:lnTo>
                    <a:pt x="7681071" y="3510809"/>
                  </a:lnTo>
                  <a:lnTo>
                    <a:pt x="7766963" y="3526677"/>
                  </a:lnTo>
                  <a:lnTo>
                    <a:pt x="7844786" y="3539368"/>
                  </a:lnTo>
                  <a:lnTo>
                    <a:pt x="7910912" y="3548961"/>
                  </a:lnTo>
                  <a:lnTo>
                    <a:pt x="7962684" y="3555684"/>
                  </a:lnTo>
                  <a:lnTo>
                    <a:pt x="7999021" y="3559931"/>
                  </a:lnTo>
                  <a:lnTo>
                    <a:pt x="8020743" y="3562226"/>
                  </a:lnTo>
                  <a:lnTo>
                    <a:pt x="8030552" y="3563166"/>
                  </a:lnTo>
                  <a:lnTo>
                    <a:pt x="8032794" y="3563362"/>
                  </a:lnTo>
                  <a:lnTo>
                    <a:pt x="8032819" y="3563364"/>
                  </a:lnTo>
                  <a:lnTo>
                    <a:pt x="8554953" y="3563364"/>
                  </a:lnTo>
                  <a:lnTo>
                    <a:pt x="8554953" y="3563364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420" name="pl1420"/>
            <p:cNvSpPr/>
            <p:nvPr/>
          </p:nvSpPr>
          <p:spPr>
            <a:xfrm>
              <a:off x="386606" y="1795439"/>
              <a:ext cx="8554953" cy="3563364"/>
            </a:xfrm>
            <a:custGeom>
              <a:avLst/>
              <a:pathLst>
                <a:path w="8554953" h="3563364">
                  <a:moveTo>
                    <a:pt x="8554953" y="3563364"/>
                  </a:moveTo>
                  <a:lnTo>
                    <a:pt x="8032819" y="3563364"/>
                  </a:lnTo>
                  <a:lnTo>
                    <a:pt x="8031727" y="3563271"/>
                  </a:lnTo>
                  <a:lnTo>
                    <a:pt x="8024560" y="3562602"/>
                  </a:lnTo>
                  <a:lnTo>
                    <a:pt x="8006553" y="3560752"/>
                  </a:lnTo>
                  <a:lnTo>
                    <a:pt x="7974510" y="3557114"/>
                  </a:lnTo>
                  <a:lnTo>
                    <a:pt x="7927067" y="3551136"/>
                  </a:lnTo>
                  <a:lnTo>
                    <a:pt x="7864785" y="3542384"/>
                  </a:lnTo>
                  <a:lnTo>
                    <a:pt x="7789926" y="3530582"/>
                  </a:lnTo>
                  <a:lnTo>
                    <a:pt x="7705917" y="3515611"/>
                  </a:lnTo>
                  <a:lnTo>
                    <a:pt x="7616643" y="3497478"/>
                  </a:lnTo>
                  <a:lnTo>
                    <a:pt x="7525805" y="3476249"/>
                  </a:lnTo>
                  <a:lnTo>
                    <a:pt x="7436459" y="3451985"/>
                  </a:lnTo>
                  <a:lnTo>
                    <a:pt x="7350816" y="3424689"/>
                  </a:lnTo>
                  <a:lnTo>
                    <a:pt x="7270229" y="3394268"/>
                  </a:lnTo>
                  <a:lnTo>
                    <a:pt x="7195317" y="3360509"/>
                  </a:lnTo>
                  <a:lnTo>
                    <a:pt x="7126134" y="3323079"/>
                  </a:lnTo>
                  <a:lnTo>
                    <a:pt x="7062334" y="3281526"/>
                  </a:lnTo>
                  <a:lnTo>
                    <a:pt x="7003321" y="3235291"/>
                  </a:lnTo>
                  <a:lnTo>
                    <a:pt x="6948351" y="3183736"/>
                  </a:lnTo>
                  <a:lnTo>
                    <a:pt x="6896619" y="3126192"/>
                  </a:lnTo>
                  <a:lnTo>
                    <a:pt x="6847328" y="3062042"/>
                  </a:lnTo>
                  <a:lnTo>
                    <a:pt x="6799743" y="2990861"/>
                  </a:lnTo>
                  <a:lnTo>
                    <a:pt x="6786527" y="2969470"/>
                  </a:lnTo>
                  <a:lnTo>
                    <a:pt x="6752606" y="2911419"/>
                  </a:lnTo>
                  <a:lnTo>
                    <a:pt x="6718991" y="2849503"/>
                  </a:lnTo>
                  <a:lnTo>
                    <a:pt x="6685511" y="2783643"/>
                  </a:lnTo>
                  <a:lnTo>
                    <a:pt x="6652026" y="2713810"/>
                  </a:lnTo>
                  <a:lnTo>
                    <a:pt x="6618428" y="2640032"/>
                  </a:lnTo>
                  <a:lnTo>
                    <a:pt x="6584637" y="2562399"/>
                  </a:lnTo>
                  <a:lnTo>
                    <a:pt x="6550596" y="2481064"/>
                  </a:lnTo>
                  <a:lnTo>
                    <a:pt x="6516272" y="2396247"/>
                  </a:lnTo>
                  <a:lnTo>
                    <a:pt x="6481655" y="2308238"/>
                  </a:lnTo>
                  <a:lnTo>
                    <a:pt x="6446753" y="2217390"/>
                  </a:lnTo>
                  <a:lnTo>
                    <a:pt x="6411591" y="2124119"/>
                  </a:lnTo>
                  <a:lnTo>
                    <a:pt x="6376211" y="2028896"/>
                  </a:lnTo>
                  <a:lnTo>
                    <a:pt x="6340664" y="1932236"/>
                  </a:lnTo>
                  <a:lnTo>
                    <a:pt x="6305013" y="1834690"/>
                  </a:lnTo>
                  <a:lnTo>
                    <a:pt x="6269324" y="1736830"/>
                  </a:lnTo>
                  <a:lnTo>
                    <a:pt x="6233668" y="1639236"/>
                  </a:lnTo>
                  <a:lnTo>
                    <a:pt x="6198110" y="1542480"/>
                  </a:lnTo>
                  <a:lnTo>
                    <a:pt x="6162713" y="1447117"/>
                  </a:lnTo>
                  <a:lnTo>
                    <a:pt x="6127532" y="1353665"/>
                  </a:lnTo>
                  <a:lnTo>
                    <a:pt x="6092607" y="1262598"/>
                  </a:lnTo>
                  <a:lnTo>
                    <a:pt x="6057965" y="1174338"/>
                  </a:lnTo>
                  <a:lnTo>
                    <a:pt x="6023617" y="1089243"/>
                  </a:lnTo>
                  <a:lnTo>
                    <a:pt x="5989553" y="1007608"/>
                  </a:lnTo>
                  <a:lnTo>
                    <a:pt x="5955743" y="929659"/>
                  </a:lnTo>
                  <a:lnTo>
                    <a:pt x="5922132" y="855556"/>
                  </a:lnTo>
                  <a:lnTo>
                    <a:pt x="5888642" y="785392"/>
                  </a:lnTo>
                  <a:lnTo>
                    <a:pt x="5855166" y="719201"/>
                  </a:lnTo>
                  <a:lnTo>
                    <a:pt x="5821568" y="656958"/>
                  </a:lnTo>
                  <a:lnTo>
                    <a:pt x="5787680" y="598589"/>
                  </a:lnTo>
                  <a:lnTo>
                    <a:pt x="5784835" y="593894"/>
                  </a:lnTo>
                  <a:lnTo>
                    <a:pt x="5737616" y="520700"/>
                  </a:lnTo>
                  <a:lnTo>
                    <a:pt x="5688876" y="454595"/>
                  </a:lnTo>
                  <a:lnTo>
                    <a:pt x="5637913" y="395243"/>
                  </a:lnTo>
                  <a:lnTo>
                    <a:pt x="5583940" y="342065"/>
                  </a:lnTo>
                  <a:lnTo>
                    <a:pt x="5526148" y="294394"/>
                  </a:lnTo>
                  <a:lnTo>
                    <a:pt x="5463769" y="251579"/>
                  </a:lnTo>
                  <a:lnTo>
                    <a:pt x="5396154" y="213036"/>
                  </a:lnTo>
                  <a:lnTo>
                    <a:pt x="5322875" y="178280"/>
                  </a:lnTo>
                  <a:lnTo>
                    <a:pt x="5243856" y="146942"/>
                  </a:lnTo>
                  <a:lnTo>
                    <a:pt x="5159537" y="118778"/>
                  </a:lnTo>
                  <a:lnTo>
                    <a:pt x="5071052" y="93661"/>
                  </a:lnTo>
                  <a:lnTo>
                    <a:pt x="4980360" y="71570"/>
                  </a:lnTo>
                  <a:lnTo>
                    <a:pt x="4890291" y="52555"/>
                  </a:lnTo>
                  <a:lnTo>
                    <a:pt x="4804398" y="36687"/>
                  </a:lnTo>
                  <a:lnTo>
                    <a:pt x="4726575" y="23996"/>
                  </a:lnTo>
                  <a:lnTo>
                    <a:pt x="4660450" y="14403"/>
                  </a:lnTo>
                  <a:lnTo>
                    <a:pt x="4608678" y="7680"/>
                  </a:lnTo>
                  <a:lnTo>
                    <a:pt x="4572341" y="3433"/>
                  </a:lnTo>
                  <a:lnTo>
                    <a:pt x="4550619" y="1138"/>
                  </a:lnTo>
                  <a:lnTo>
                    <a:pt x="4540810" y="198"/>
                  </a:lnTo>
                  <a:lnTo>
                    <a:pt x="4538568" y="2"/>
                  </a:lnTo>
                  <a:lnTo>
                    <a:pt x="4538543" y="0"/>
                  </a:lnTo>
                  <a:lnTo>
                    <a:pt x="4016409" y="0"/>
                  </a:lnTo>
                  <a:lnTo>
                    <a:pt x="4015258" y="78"/>
                  </a:lnTo>
                  <a:lnTo>
                    <a:pt x="4007717" y="639"/>
                  </a:lnTo>
                  <a:lnTo>
                    <a:pt x="3988802" y="2189"/>
                  </a:lnTo>
                  <a:lnTo>
                    <a:pt x="3955224" y="5235"/>
                  </a:lnTo>
                  <a:lnTo>
                    <a:pt x="3905673" y="10236"/>
                  </a:lnTo>
                  <a:lnTo>
                    <a:pt x="3840897" y="17544"/>
                  </a:lnTo>
                  <a:lnTo>
                    <a:pt x="3763430" y="27377"/>
                  </a:lnTo>
                  <a:lnTo>
                    <a:pt x="3676976" y="39820"/>
                  </a:lnTo>
                  <a:lnTo>
                    <a:pt x="3585640" y="54858"/>
                  </a:lnTo>
                  <a:lnTo>
                    <a:pt x="3493244" y="72434"/>
                  </a:lnTo>
                  <a:lnTo>
                    <a:pt x="3402868" y="92501"/>
                  </a:lnTo>
                  <a:lnTo>
                    <a:pt x="3316668" y="115071"/>
                  </a:lnTo>
                  <a:lnTo>
                    <a:pt x="3235900" y="140241"/>
                  </a:lnTo>
                  <a:lnTo>
                    <a:pt x="3161069" y="168211"/>
                  </a:lnTo>
                  <a:lnTo>
                    <a:pt x="3092116" y="199286"/>
                  </a:lnTo>
                  <a:lnTo>
                    <a:pt x="3028594" y="233868"/>
                  </a:lnTo>
                  <a:lnTo>
                    <a:pt x="2969821" y="272447"/>
                  </a:lnTo>
                  <a:lnTo>
                    <a:pt x="2914987" y="315568"/>
                  </a:lnTo>
                  <a:lnTo>
                    <a:pt x="2863239" y="363789"/>
                  </a:lnTo>
                  <a:lnTo>
                    <a:pt x="2813750" y="417586"/>
                  </a:lnTo>
                  <a:lnTo>
                    <a:pt x="2770117" y="471538"/>
                  </a:lnTo>
                  <a:lnTo>
                    <a:pt x="2732867" y="522345"/>
                  </a:lnTo>
                  <a:lnTo>
                    <a:pt x="2695965" y="576865"/>
                  </a:lnTo>
                  <a:lnTo>
                    <a:pt x="2659189" y="635174"/>
                  </a:lnTo>
                  <a:lnTo>
                    <a:pt x="2622367" y="697287"/>
                  </a:lnTo>
                  <a:lnTo>
                    <a:pt x="2585367" y="763154"/>
                  </a:lnTo>
                  <a:lnTo>
                    <a:pt x="2548096" y="832651"/>
                  </a:lnTo>
                  <a:lnTo>
                    <a:pt x="2510497" y="905578"/>
                  </a:lnTo>
                  <a:lnTo>
                    <a:pt x="2472546" y="981655"/>
                  </a:lnTo>
                  <a:lnTo>
                    <a:pt x="2434248" y="1060529"/>
                  </a:lnTo>
                  <a:lnTo>
                    <a:pt x="2395632" y="1141772"/>
                  </a:lnTo>
                  <a:lnTo>
                    <a:pt x="2356751" y="1224891"/>
                  </a:lnTo>
                  <a:lnTo>
                    <a:pt x="2317676" y="1309343"/>
                  </a:lnTo>
                  <a:lnTo>
                    <a:pt x="2278490" y="1394543"/>
                  </a:lnTo>
                  <a:lnTo>
                    <a:pt x="2239282" y="1479887"/>
                  </a:lnTo>
                  <a:lnTo>
                    <a:pt x="2200144" y="1564765"/>
                  </a:lnTo>
                  <a:lnTo>
                    <a:pt x="2161162" y="1648581"/>
                  </a:lnTo>
                  <a:lnTo>
                    <a:pt x="2122414" y="1730771"/>
                  </a:lnTo>
                  <a:lnTo>
                    <a:pt x="2083961" y="1810816"/>
                  </a:lnTo>
                  <a:lnTo>
                    <a:pt x="2045844" y="1888257"/>
                  </a:lnTo>
                  <a:lnTo>
                    <a:pt x="2008081" y="1962704"/>
                  </a:lnTo>
                  <a:lnTo>
                    <a:pt x="1970661" y="2033843"/>
                  </a:lnTo>
                  <a:lnTo>
                    <a:pt x="1933543" y="2101437"/>
                  </a:lnTo>
                  <a:lnTo>
                    <a:pt x="1896651" y="2165326"/>
                  </a:lnTo>
                  <a:lnTo>
                    <a:pt x="1859872" y="2225426"/>
                  </a:lnTo>
                  <a:lnTo>
                    <a:pt x="1823054" y="2281721"/>
                  </a:lnTo>
                  <a:lnTo>
                    <a:pt x="1785999" y="2334261"/>
                  </a:lnTo>
                  <a:lnTo>
                    <a:pt x="1768425" y="2357693"/>
                  </a:lnTo>
                  <a:lnTo>
                    <a:pt x="1720350" y="2416794"/>
                  </a:lnTo>
                  <a:lnTo>
                    <a:pt x="1670688" y="2470068"/>
                  </a:lnTo>
                  <a:lnTo>
                    <a:pt x="1618693" y="2517801"/>
                  </a:lnTo>
                  <a:lnTo>
                    <a:pt x="1563535" y="2560484"/>
                  </a:lnTo>
                  <a:lnTo>
                    <a:pt x="1504361" y="2598676"/>
                  </a:lnTo>
                  <a:lnTo>
                    <a:pt x="1440370" y="2632920"/>
                  </a:lnTo>
                  <a:lnTo>
                    <a:pt x="1370893" y="2663696"/>
                  </a:lnTo>
                  <a:lnTo>
                    <a:pt x="1295516" y="2691400"/>
                  </a:lnTo>
                  <a:lnTo>
                    <a:pt x="1214222" y="2716326"/>
                  </a:lnTo>
                  <a:lnTo>
                    <a:pt x="1127576" y="2738665"/>
                  </a:lnTo>
                  <a:lnTo>
                    <a:pt x="1036912" y="2758505"/>
                  </a:lnTo>
                  <a:lnTo>
                    <a:pt x="944471" y="2775852"/>
                  </a:lnTo>
                  <a:lnTo>
                    <a:pt x="853414" y="2790655"/>
                  </a:lnTo>
                  <a:lnTo>
                    <a:pt x="767610" y="2802860"/>
                  </a:lnTo>
                  <a:lnTo>
                    <a:pt x="691160" y="2812457"/>
                  </a:lnTo>
                  <a:lnTo>
                    <a:pt x="627691" y="2819543"/>
                  </a:lnTo>
                  <a:lnTo>
                    <a:pt x="579597" y="2824349"/>
                  </a:lnTo>
                  <a:lnTo>
                    <a:pt x="547443" y="2827239"/>
                  </a:lnTo>
                  <a:lnTo>
                    <a:pt x="529729" y="2828677"/>
                  </a:lnTo>
                  <a:lnTo>
                    <a:pt x="523001" y="2829173"/>
                  </a:lnTo>
                  <a:lnTo>
                    <a:pt x="522133" y="2829232"/>
                  </a:lnTo>
                  <a:lnTo>
                    <a:pt x="0" y="2829232"/>
                  </a:lnTo>
                  <a:lnTo>
                    <a:pt x="0" y="2829232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421" name="pg1421"/>
            <p:cNvSpPr/>
            <p:nvPr/>
          </p:nvSpPr>
          <p:spPr>
            <a:xfrm>
              <a:off x="386606" y="4827970"/>
              <a:ext cx="8554953" cy="372713"/>
            </a:xfrm>
            <a:custGeom>
              <a:avLst/>
              <a:pathLst>
                <a:path w="8554953" h="372713">
                  <a:moveTo>
                    <a:pt x="0" y="5647"/>
                  </a:moveTo>
                  <a:lnTo>
                    <a:pt x="522133" y="5647"/>
                  </a:lnTo>
                  <a:lnTo>
                    <a:pt x="523402" y="5653"/>
                  </a:lnTo>
                  <a:lnTo>
                    <a:pt x="531699" y="5697"/>
                  </a:lnTo>
                  <a:lnTo>
                    <a:pt x="552441" y="5821"/>
                  </a:lnTo>
                  <a:lnTo>
                    <a:pt x="589083" y="6063"/>
                  </a:lnTo>
                  <a:lnTo>
                    <a:pt x="642803" y="6459"/>
                  </a:lnTo>
                  <a:lnTo>
                    <a:pt x="712447" y="7036"/>
                  </a:lnTo>
                  <a:lnTo>
                    <a:pt x="794920" y="7809"/>
                  </a:lnTo>
                  <a:lnTo>
                    <a:pt x="885967" y="8782"/>
                  </a:lnTo>
                  <a:lnTo>
                    <a:pt x="981074" y="9954"/>
                  </a:lnTo>
                  <a:lnTo>
                    <a:pt x="1076218" y="11319"/>
                  </a:lnTo>
                  <a:lnTo>
                    <a:pt x="1168318" y="12876"/>
                  </a:lnTo>
                  <a:lnTo>
                    <a:pt x="1255353" y="14626"/>
                  </a:lnTo>
                  <a:lnTo>
                    <a:pt x="1336283" y="16582"/>
                  </a:lnTo>
                  <a:lnTo>
                    <a:pt x="1410835" y="18762"/>
                  </a:lnTo>
                  <a:lnTo>
                    <a:pt x="1479293" y="21194"/>
                  </a:lnTo>
                  <a:lnTo>
                    <a:pt x="1542293" y="23914"/>
                  </a:lnTo>
                  <a:lnTo>
                    <a:pt x="1600676" y="26963"/>
                  </a:lnTo>
                  <a:lnTo>
                    <a:pt x="1655373" y="30386"/>
                  </a:lnTo>
                  <a:lnTo>
                    <a:pt x="1707316" y="34224"/>
                  </a:lnTo>
                  <a:lnTo>
                    <a:pt x="1757364" y="38506"/>
                  </a:lnTo>
                  <a:lnTo>
                    <a:pt x="1768425" y="39530"/>
                  </a:lnTo>
                  <a:lnTo>
                    <a:pt x="1822441" y="44924"/>
                  </a:lnTo>
                  <a:lnTo>
                    <a:pt x="1875936" y="50887"/>
                  </a:lnTo>
                  <a:lnTo>
                    <a:pt x="1929492" y="57427"/>
                  </a:lnTo>
                  <a:lnTo>
                    <a:pt x="1983496" y="64531"/>
                  </a:lnTo>
                  <a:lnTo>
                    <a:pt x="2038170" y="72160"/>
                  </a:lnTo>
                  <a:lnTo>
                    <a:pt x="2093585" y="80254"/>
                  </a:lnTo>
                  <a:lnTo>
                    <a:pt x="2149689" y="88725"/>
                  </a:lnTo>
                  <a:lnTo>
                    <a:pt x="2206325" y="97467"/>
                  </a:lnTo>
                  <a:lnTo>
                    <a:pt x="2263263" y="106356"/>
                  </a:lnTo>
                  <a:lnTo>
                    <a:pt x="2320230" y="115258"/>
                  </a:lnTo>
                  <a:lnTo>
                    <a:pt x="2376951" y="124042"/>
                  </a:lnTo>
                  <a:lnTo>
                    <a:pt x="2433183" y="132580"/>
                  </a:lnTo>
                  <a:lnTo>
                    <a:pt x="2488752" y="140761"/>
                  </a:lnTo>
                  <a:lnTo>
                    <a:pt x="2543580" y="148494"/>
                  </a:lnTo>
                  <a:lnTo>
                    <a:pt x="2597712" y="155713"/>
                  </a:lnTo>
                  <a:lnTo>
                    <a:pt x="2651336" y="162374"/>
                  </a:lnTo>
                  <a:lnTo>
                    <a:pt x="2704803" y="168458"/>
                  </a:lnTo>
                  <a:lnTo>
                    <a:pt x="2758650" y="173971"/>
                  </a:lnTo>
                  <a:lnTo>
                    <a:pt x="2770117" y="175062"/>
                  </a:lnTo>
                  <a:lnTo>
                    <a:pt x="2819842" y="179445"/>
                  </a:lnTo>
                  <a:lnTo>
                    <a:pt x="2871289" y="183381"/>
                  </a:lnTo>
                  <a:lnTo>
                    <a:pt x="2925287" y="186894"/>
                  </a:lnTo>
                  <a:lnTo>
                    <a:pt x="2982759" y="190023"/>
                  </a:lnTo>
                  <a:lnTo>
                    <a:pt x="3044643" y="192813"/>
                  </a:lnTo>
                  <a:lnTo>
                    <a:pt x="3111810" y="195306"/>
                  </a:lnTo>
                  <a:lnTo>
                    <a:pt x="3184953" y="197540"/>
                  </a:lnTo>
                  <a:lnTo>
                    <a:pt x="3264450" y="199544"/>
                  </a:lnTo>
                  <a:lnTo>
                    <a:pt x="3350173" y="201340"/>
                  </a:lnTo>
                  <a:lnTo>
                    <a:pt x="3441273" y="202939"/>
                  </a:lnTo>
                  <a:lnTo>
                    <a:pt x="3535964" y="204347"/>
                  </a:lnTo>
                  <a:lnTo>
                    <a:pt x="3631401" y="205563"/>
                  </a:lnTo>
                  <a:lnTo>
                    <a:pt x="3723746" y="206582"/>
                  </a:lnTo>
                  <a:lnTo>
                    <a:pt x="3808540" y="207399"/>
                  </a:lnTo>
                  <a:lnTo>
                    <a:pt x="3881392" y="208020"/>
                  </a:lnTo>
                  <a:lnTo>
                    <a:pt x="3938869" y="208454"/>
                  </a:lnTo>
                  <a:lnTo>
                    <a:pt x="3979332" y="208728"/>
                  </a:lnTo>
                  <a:lnTo>
                    <a:pt x="4003423" y="208875"/>
                  </a:lnTo>
                  <a:lnTo>
                    <a:pt x="4014109" y="208933"/>
                  </a:lnTo>
                  <a:lnTo>
                    <a:pt x="4016409" y="208945"/>
                  </a:lnTo>
                  <a:lnTo>
                    <a:pt x="4538543" y="208945"/>
                  </a:lnTo>
                  <a:lnTo>
                    <a:pt x="4539812" y="208950"/>
                  </a:lnTo>
                  <a:lnTo>
                    <a:pt x="4548111" y="208986"/>
                  </a:lnTo>
                  <a:lnTo>
                    <a:pt x="4568856" y="209085"/>
                  </a:lnTo>
                  <a:lnTo>
                    <a:pt x="4605504" y="209280"/>
                  </a:lnTo>
                  <a:lnTo>
                    <a:pt x="4659233" y="209599"/>
                  </a:lnTo>
                  <a:lnTo>
                    <a:pt x="4728887" y="210064"/>
                  </a:lnTo>
                  <a:lnTo>
                    <a:pt x="4811370" y="210687"/>
                  </a:lnTo>
                  <a:lnTo>
                    <a:pt x="4902426" y="211471"/>
                  </a:lnTo>
                  <a:lnTo>
                    <a:pt x="4997539" y="212415"/>
                  </a:lnTo>
                  <a:lnTo>
                    <a:pt x="5092689" y="213515"/>
                  </a:lnTo>
                  <a:lnTo>
                    <a:pt x="5184791" y="214769"/>
                  </a:lnTo>
                  <a:lnTo>
                    <a:pt x="5271829" y="216179"/>
                  </a:lnTo>
                  <a:lnTo>
                    <a:pt x="5352758" y="217755"/>
                  </a:lnTo>
                  <a:lnTo>
                    <a:pt x="5427310" y="219511"/>
                  </a:lnTo>
                  <a:lnTo>
                    <a:pt x="5495767" y="221471"/>
                  </a:lnTo>
                  <a:lnTo>
                    <a:pt x="5558766" y="223662"/>
                  </a:lnTo>
                  <a:lnTo>
                    <a:pt x="5617148" y="226119"/>
                  </a:lnTo>
                  <a:lnTo>
                    <a:pt x="5671844" y="228877"/>
                  </a:lnTo>
                  <a:lnTo>
                    <a:pt x="5723789" y="231969"/>
                  </a:lnTo>
                  <a:lnTo>
                    <a:pt x="5773838" y="235419"/>
                  </a:lnTo>
                  <a:lnTo>
                    <a:pt x="5784835" y="236239"/>
                  </a:lnTo>
                  <a:lnTo>
                    <a:pt x="5838936" y="240592"/>
                  </a:lnTo>
                  <a:lnTo>
                    <a:pt x="5892515" y="245404"/>
                  </a:lnTo>
                  <a:lnTo>
                    <a:pt x="5946157" y="250683"/>
                  </a:lnTo>
                  <a:lnTo>
                    <a:pt x="6000251" y="256417"/>
                  </a:lnTo>
                  <a:lnTo>
                    <a:pt x="6055015" y="262576"/>
                  </a:lnTo>
                  <a:lnTo>
                    <a:pt x="6110525" y="269109"/>
                  </a:lnTo>
                  <a:lnTo>
                    <a:pt x="6166724" y="275947"/>
                  </a:lnTo>
                  <a:lnTo>
                    <a:pt x="6223455" y="283002"/>
                  </a:lnTo>
                  <a:lnTo>
                    <a:pt x="6280485" y="290174"/>
                  </a:lnTo>
                  <a:lnTo>
                    <a:pt x="6337541" y="297356"/>
                  </a:lnTo>
                  <a:lnTo>
                    <a:pt x="6394345" y="304440"/>
                  </a:lnTo>
                  <a:lnTo>
                    <a:pt x="6450656" y="311325"/>
                  </a:lnTo>
                  <a:lnTo>
                    <a:pt x="6506298" y="317919"/>
                  </a:lnTo>
                  <a:lnTo>
                    <a:pt x="6561197" y="324150"/>
                  </a:lnTo>
                  <a:lnTo>
                    <a:pt x="6615401" y="329964"/>
                  </a:lnTo>
                  <a:lnTo>
                    <a:pt x="6669102" y="335327"/>
                  </a:lnTo>
                  <a:lnTo>
                    <a:pt x="6722655" y="340224"/>
                  </a:lnTo>
                  <a:lnTo>
                    <a:pt x="6776608" y="344659"/>
                  </a:lnTo>
                  <a:lnTo>
                    <a:pt x="6786527" y="345418"/>
                  </a:lnTo>
                  <a:lnTo>
                    <a:pt x="6836255" y="348949"/>
                  </a:lnTo>
                  <a:lnTo>
                    <a:pt x="6887706" y="352120"/>
                  </a:lnTo>
                  <a:lnTo>
                    <a:pt x="6941708" y="354950"/>
                  </a:lnTo>
                  <a:lnTo>
                    <a:pt x="6999184" y="357471"/>
                  </a:lnTo>
                  <a:lnTo>
                    <a:pt x="7061074" y="359718"/>
                  </a:lnTo>
                  <a:lnTo>
                    <a:pt x="7128247" y="361727"/>
                  </a:lnTo>
                  <a:lnTo>
                    <a:pt x="7201398" y="363527"/>
                  </a:lnTo>
                  <a:lnTo>
                    <a:pt x="7280903" y="365141"/>
                  </a:lnTo>
                  <a:lnTo>
                    <a:pt x="7366635" y="366587"/>
                  </a:lnTo>
                  <a:lnTo>
                    <a:pt x="7457743" y="367876"/>
                  </a:lnTo>
                  <a:lnTo>
                    <a:pt x="7552442" y="369010"/>
                  </a:lnTo>
                  <a:lnTo>
                    <a:pt x="7647884" y="369989"/>
                  </a:lnTo>
                  <a:lnTo>
                    <a:pt x="7740231" y="370810"/>
                  </a:lnTo>
                  <a:lnTo>
                    <a:pt x="7825022" y="371468"/>
                  </a:lnTo>
                  <a:lnTo>
                    <a:pt x="7897865" y="371968"/>
                  </a:lnTo>
                  <a:lnTo>
                    <a:pt x="7955330" y="372318"/>
                  </a:lnTo>
                  <a:lnTo>
                    <a:pt x="7995777" y="372538"/>
                  </a:lnTo>
                  <a:lnTo>
                    <a:pt x="8019852" y="372656"/>
                  </a:lnTo>
                  <a:lnTo>
                    <a:pt x="8030525" y="372704"/>
                  </a:lnTo>
                  <a:lnTo>
                    <a:pt x="8032819" y="372713"/>
                  </a:lnTo>
                  <a:lnTo>
                    <a:pt x="8554953" y="372713"/>
                  </a:lnTo>
                  <a:lnTo>
                    <a:pt x="8554953" y="367066"/>
                  </a:lnTo>
                  <a:lnTo>
                    <a:pt x="8032819" y="367066"/>
                  </a:lnTo>
                  <a:lnTo>
                    <a:pt x="8031550" y="367061"/>
                  </a:lnTo>
                  <a:lnTo>
                    <a:pt x="8023251" y="367025"/>
                  </a:lnTo>
                  <a:lnTo>
                    <a:pt x="8002506" y="366925"/>
                  </a:lnTo>
                  <a:lnTo>
                    <a:pt x="7965858" y="366730"/>
                  </a:lnTo>
                  <a:lnTo>
                    <a:pt x="7912129" y="366411"/>
                  </a:lnTo>
                  <a:lnTo>
                    <a:pt x="7842475" y="365946"/>
                  </a:lnTo>
                  <a:lnTo>
                    <a:pt x="7759992" y="365324"/>
                  </a:lnTo>
                  <a:lnTo>
                    <a:pt x="7668936" y="364539"/>
                  </a:lnTo>
                  <a:lnTo>
                    <a:pt x="7573823" y="363595"/>
                  </a:lnTo>
                  <a:lnTo>
                    <a:pt x="7478673" y="362495"/>
                  </a:lnTo>
                  <a:lnTo>
                    <a:pt x="7386570" y="361241"/>
                  </a:lnTo>
                  <a:lnTo>
                    <a:pt x="7299533" y="359831"/>
                  </a:lnTo>
                  <a:lnTo>
                    <a:pt x="7218604" y="358255"/>
                  </a:lnTo>
                  <a:lnTo>
                    <a:pt x="7144052" y="356499"/>
                  </a:lnTo>
                  <a:lnTo>
                    <a:pt x="7075595" y="354540"/>
                  </a:lnTo>
                  <a:lnTo>
                    <a:pt x="7012596" y="352348"/>
                  </a:lnTo>
                  <a:lnTo>
                    <a:pt x="6954214" y="349891"/>
                  </a:lnTo>
                  <a:lnTo>
                    <a:pt x="6899517" y="347134"/>
                  </a:lnTo>
                  <a:lnTo>
                    <a:pt x="6847573" y="344041"/>
                  </a:lnTo>
                  <a:lnTo>
                    <a:pt x="6797524" y="340591"/>
                  </a:lnTo>
                  <a:lnTo>
                    <a:pt x="6786527" y="339771"/>
                  </a:lnTo>
                  <a:lnTo>
                    <a:pt x="6732426" y="335418"/>
                  </a:lnTo>
                  <a:lnTo>
                    <a:pt x="6678847" y="330606"/>
                  </a:lnTo>
                  <a:lnTo>
                    <a:pt x="6625205" y="325327"/>
                  </a:lnTo>
                  <a:lnTo>
                    <a:pt x="6571111" y="319594"/>
                  </a:lnTo>
                  <a:lnTo>
                    <a:pt x="6516346" y="313435"/>
                  </a:lnTo>
                  <a:lnTo>
                    <a:pt x="6460837" y="306902"/>
                  </a:lnTo>
                  <a:lnTo>
                    <a:pt x="6404637" y="300064"/>
                  </a:lnTo>
                  <a:lnTo>
                    <a:pt x="6347906" y="293009"/>
                  </a:lnTo>
                  <a:lnTo>
                    <a:pt x="6290877" y="285837"/>
                  </a:lnTo>
                  <a:lnTo>
                    <a:pt x="6233821" y="278654"/>
                  </a:lnTo>
                  <a:lnTo>
                    <a:pt x="6177017" y="271570"/>
                  </a:lnTo>
                  <a:lnTo>
                    <a:pt x="6120706" y="264686"/>
                  </a:lnTo>
                  <a:lnTo>
                    <a:pt x="6065064" y="258091"/>
                  </a:lnTo>
                  <a:lnTo>
                    <a:pt x="6010164" y="251860"/>
                  </a:lnTo>
                  <a:lnTo>
                    <a:pt x="5955961" y="246046"/>
                  </a:lnTo>
                  <a:lnTo>
                    <a:pt x="5902260" y="240683"/>
                  </a:lnTo>
                  <a:lnTo>
                    <a:pt x="5848707" y="235786"/>
                  </a:lnTo>
                  <a:lnTo>
                    <a:pt x="5794754" y="231351"/>
                  </a:lnTo>
                  <a:lnTo>
                    <a:pt x="5784835" y="230592"/>
                  </a:lnTo>
                  <a:lnTo>
                    <a:pt x="5735107" y="227061"/>
                  </a:lnTo>
                  <a:lnTo>
                    <a:pt x="5683656" y="223891"/>
                  </a:lnTo>
                  <a:lnTo>
                    <a:pt x="5629654" y="221061"/>
                  </a:lnTo>
                  <a:lnTo>
                    <a:pt x="5572178" y="218540"/>
                  </a:lnTo>
                  <a:lnTo>
                    <a:pt x="5510288" y="216292"/>
                  </a:lnTo>
                  <a:lnTo>
                    <a:pt x="5443115" y="214283"/>
                  </a:lnTo>
                  <a:lnTo>
                    <a:pt x="5369964" y="212484"/>
                  </a:lnTo>
                  <a:lnTo>
                    <a:pt x="5290459" y="210870"/>
                  </a:lnTo>
                  <a:lnTo>
                    <a:pt x="5204727" y="209423"/>
                  </a:lnTo>
                  <a:lnTo>
                    <a:pt x="5113619" y="208135"/>
                  </a:lnTo>
                  <a:lnTo>
                    <a:pt x="5018920" y="207000"/>
                  </a:lnTo>
                  <a:lnTo>
                    <a:pt x="4923478" y="206021"/>
                  </a:lnTo>
                  <a:lnTo>
                    <a:pt x="4831131" y="205201"/>
                  </a:lnTo>
                  <a:lnTo>
                    <a:pt x="4746340" y="204542"/>
                  </a:lnTo>
                  <a:lnTo>
                    <a:pt x="4673497" y="204043"/>
                  </a:lnTo>
                  <a:lnTo>
                    <a:pt x="4616032" y="203692"/>
                  </a:lnTo>
                  <a:lnTo>
                    <a:pt x="4575585" y="203472"/>
                  </a:lnTo>
                  <a:lnTo>
                    <a:pt x="4551510" y="203354"/>
                  </a:lnTo>
                  <a:lnTo>
                    <a:pt x="4540837" y="203307"/>
                  </a:lnTo>
                  <a:lnTo>
                    <a:pt x="4538543" y="203298"/>
                  </a:lnTo>
                  <a:lnTo>
                    <a:pt x="4016409" y="203298"/>
                  </a:lnTo>
                  <a:lnTo>
                    <a:pt x="4015140" y="203291"/>
                  </a:lnTo>
                  <a:lnTo>
                    <a:pt x="4006843" y="203247"/>
                  </a:lnTo>
                  <a:lnTo>
                    <a:pt x="3986102" y="203124"/>
                  </a:lnTo>
                  <a:lnTo>
                    <a:pt x="3949459" y="202882"/>
                  </a:lnTo>
                  <a:lnTo>
                    <a:pt x="3895739" y="202486"/>
                  </a:lnTo>
                  <a:lnTo>
                    <a:pt x="3826095" y="201909"/>
                  </a:lnTo>
                  <a:lnTo>
                    <a:pt x="3743622" y="201136"/>
                  </a:lnTo>
                  <a:lnTo>
                    <a:pt x="3652575" y="200162"/>
                  </a:lnTo>
                  <a:lnTo>
                    <a:pt x="3557469" y="198990"/>
                  </a:lnTo>
                  <a:lnTo>
                    <a:pt x="3462324" y="197625"/>
                  </a:lnTo>
                  <a:lnTo>
                    <a:pt x="3370225" y="196069"/>
                  </a:lnTo>
                  <a:lnTo>
                    <a:pt x="3283189" y="194318"/>
                  </a:lnTo>
                  <a:lnTo>
                    <a:pt x="3202260" y="192363"/>
                  </a:lnTo>
                  <a:lnTo>
                    <a:pt x="3127707" y="190183"/>
                  </a:lnTo>
                  <a:lnTo>
                    <a:pt x="3059249" y="187751"/>
                  </a:lnTo>
                  <a:lnTo>
                    <a:pt x="2996249" y="185031"/>
                  </a:lnTo>
                  <a:lnTo>
                    <a:pt x="2937866" y="181982"/>
                  </a:lnTo>
                  <a:lnTo>
                    <a:pt x="2883170" y="178559"/>
                  </a:lnTo>
                  <a:lnTo>
                    <a:pt x="2831226" y="174721"/>
                  </a:lnTo>
                  <a:lnTo>
                    <a:pt x="2781178" y="170439"/>
                  </a:lnTo>
                  <a:lnTo>
                    <a:pt x="2770117" y="169415"/>
                  </a:lnTo>
                  <a:lnTo>
                    <a:pt x="2716101" y="164021"/>
                  </a:lnTo>
                  <a:lnTo>
                    <a:pt x="2662606" y="158057"/>
                  </a:lnTo>
                  <a:lnTo>
                    <a:pt x="2609050" y="151517"/>
                  </a:lnTo>
                  <a:lnTo>
                    <a:pt x="2555046" y="144414"/>
                  </a:lnTo>
                  <a:lnTo>
                    <a:pt x="2500373" y="136784"/>
                  </a:lnTo>
                  <a:lnTo>
                    <a:pt x="2444957" y="128690"/>
                  </a:lnTo>
                  <a:lnTo>
                    <a:pt x="2388853" y="120219"/>
                  </a:lnTo>
                  <a:lnTo>
                    <a:pt x="2332217" y="111477"/>
                  </a:lnTo>
                  <a:lnTo>
                    <a:pt x="2275279" y="102589"/>
                  </a:lnTo>
                  <a:lnTo>
                    <a:pt x="2218312" y="93686"/>
                  </a:lnTo>
                  <a:lnTo>
                    <a:pt x="2161592" y="84903"/>
                  </a:lnTo>
                  <a:lnTo>
                    <a:pt x="2105359" y="76365"/>
                  </a:lnTo>
                  <a:lnTo>
                    <a:pt x="2049790" y="68183"/>
                  </a:lnTo>
                  <a:lnTo>
                    <a:pt x="1994962" y="60450"/>
                  </a:lnTo>
                  <a:lnTo>
                    <a:pt x="1940830" y="53232"/>
                  </a:lnTo>
                  <a:lnTo>
                    <a:pt x="1887206" y="46571"/>
                  </a:lnTo>
                  <a:lnTo>
                    <a:pt x="1833739" y="40486"/>
                  </a:lnTo>
                  <a:lnTo>
                    <a:pt x="1779892" y="34973"/>
                  </a:lnTo>
                  <a:lnTo>
                    <a:pt x="1768425" y="33883"/>
                  </a:lnTo>
                  <a:lnTo>
                    <a:pt x="1718700" y="29500"/>
                  </a:lnTo>
                  <a:lnTo>
                    <a:pt x="1667253" y="25564"/>
                  </a:lnTo>
                  <a:lnTo>
                    <a:pt x="1613255" y="22051"/>
                  </a:lnTo>
                  <a:lnTo>
                    <a:pt x="1555783" y="18921"/>
                  </a:lnTo>
                  <a:lnTo>
                    <a:pt x="1493899" y="16131"/>
                  </a:lnTo>
                  <a:lnTo>
                    <a:pt x="1426732" y="13638"/>
                  </a:lnTo>
                  <a:lnTo>
                    <a:pt x="1353589" y="11404"/>
                  </a:lnTo>
                  <a:lnTo>
                    <a:pt x="1274092" y="9400"/>
                  </a:lnTo>
                  <a:lnTo>
                    <a:pt x="1188369" y="7605"/>
                  </a:lnTo>
                  <a:lnTo>
                    <a:pt x="1097269" y="6005"/>
                  </a:lnTo>
                  <a:lnTo>
                    <a:pt x="1002578" y="4597"/>
                  </a:lnTo>
                  <a:lnTo>
                    <a:pt x="907141" y="3381"/>
                  </a:lnTo>
                  <a:lnTo>
                    <a:pt x="814796" y="2363"/>
                  </a:lnTo>
                  <a:lnTo>
                    <a:pt x="730002" y="1545"/>
                  </a:lnTo>
                  <a:lnTo>
                    <a:pt x="657151" y="925"/>
                  </a:lnTo>
                  <a:lnTo>
                    <a:pt x="599673" y="490"/>
                  </a:lnTo>
                  <a:lnTo>
                    <a:pt x="559210" y="216"/>
                  </a:lnTo>
                  <a:lnTo>
                    <a:pt x="535120" y="70"/>
                  </a:lnTo>
                  <a:lnTo>
                    <a:pt x="524434" y="11"/>
                  </a:lnTo>
                  <a:lnTo>
                    <a:pt x="5221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78AC3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1422" name="pl1422"/>
            <p:cNvSpPr/>
            <p:nvPr/>
          </p:nvSpPr>
          <p:spPr>
            <a:xfrm>
              <a:off x="386606" y="4833617"/>
              <a:ext cx="8554953" cy="367066"/>
            </a:xfrm>
            <a:custGeom>
              <a:avLst/>
              <a:pathLst>
                <a:path w="8554953" h="367066">
                  <a:moveTo>
                    <a:pt x="0" y="0"/>
                  </a:moveTo>
                  <a:lnTo>
                    <a:pt x="522133" y="0"/>
                  </a:lnTo>
                  <a:lnTo>
                    <a:pt x="523402" y="6"/>
                  </a:lnTo>
                  <a:lnTo>
                    <a:pt x="531699" y="50"/>
                  </a:lnTo>
                  <a:lnTo>
                    <a:pt x="552441" y="174"/>
                  </a:lnTo>
                  <a:lnTo>
                    <a:pt x="589083" y="415"/>
                  </a:lnTo>
                  <a:lnTo>
                    <a:pt x="642803" y="812"/>
                  </a:lnTo>
                  <a:lnTo>
                    <a:pt x="712447" y="1389"/>
                  </a:lnTo>
                  <a:lnTo>
                    <a:pt x="794920" y="2161"/>
                  </a:lnTo>
                  <a:lnTo>
                    <a:pt x="885967" y="3135"/>
                  </a:lnTo>
                  <a:lnTo>
                    <a:pt x="981074" y="4307"/>
                  </a:lnTo>
                  <a:lnTo>
                    <a:pt x="1076218" y="5672"/>
                  </a:lnTo>
                  <a:lnTo>
                    <a:pt x="1168318" y="7228"/>
                  </a:lnTo>
                  <a:lnTo>
                    <a:pt x="1255353" y="8979"/>
                  </a:lnTo>
                  <a:lnTo>
                    <a:pt x="1336283" y="10935"/>
                  </a:lnTo>
                  <a:lnTo>
                    <a:pt x="1410835" y="13114"/>
                  </a:lnTo>
                  <a:lnTo>
                    <a:pt x="1479293" y="15547"/>
                  </a:lnTo>
                  <a:lnTo>
                    <a:pt x="1542293" y="18266"/>
                  </a:lnTo>
                  <a:lnTo>
                    <a:pt x="1600676" y="21316"/>
                  </a:lnTo>
                  <a:lnTo>
                    <a:pt x="1655373" y="24738"/>
                  </a:lnTo>
                  <a:lnTo>
                    <a:pt x="1707316" y="28577"/>
                  </a:lnTo>
                  <a:lnTo>
                    <a:pt x="1757364" y="32858"/>
                  </a:lnTo>
                  <a:lnTo>
                    <a:pt x="1768425" y="33883"/>
                  </a:lnTo>
                  <a:lnTo>
                    <a:pt x="1822441" y="39277"/>
                  </a:lnTo>
                  <a:lnTo>
                    <a:pt x="1875936" y="45240"/>
                  </a:lnTo>
                  <a:lnTo>
                    <a:pt x="1929492" y="51780"/>
                  </a:lnTo>
                  <a:lnTo>
                    <a:pt x="1983496" y="58884"/>
                  </a:lnTo>
                  <a:lnTo>
                    <a:pt x="2038170" y="66513"/>
                  </a:lnTo>
                  <a:lnTo>
                    <a:pt x="2093585" y="74607"/>
                  </a:lnTo>
                  <a:lnTo>
                    <a:pt x="2149689" y="83078"/>
                  </a:lnTo>
                  <a:lnTo>
                    <a:pt x="2206325" y="91820"/>
                  </a:lnTo>
                  <a:lnTo>
                    <a:pt x="2263263" y="100708"/>
                  </a:lnTo>
                  <a:lnTo>
                    <a:pt x="2320230" y="109611"/>
                  </a:lnTo>
                  <a:lnTo>
                    <a:pt x="2376951" y="118394"/>
                  </a:lnTo>
                  <a:lnTo>
                    <a:pt x="2433183" y="126932"/>
                  </a:lnTo>
                  <a:lnTo>
                    <a:pt x="2488752" y="135114"/>
                  </a:lnTo>
                  <a:lnTo>
                    <a:pt x="2543580" y="142847"/>
                  </a:lnTo>
                  <a:lnTo>
                    <a:pt x="2597712" y="150066"/>
                  </a:lnTo>
                  <a:lnTo>
                    <a:pt x="2651336" y="156726"/>
                  </a:lnTo>
                  <a:lnTo>
                    <a:pt x="2704803" y="162811"/>
                  </a:lnTo>
                  <a:lnTo>
                    <a:pt x="2758650" y="168324"/>
                  </a:lnTo>
                  <a:lnTo>
                    <a:pt x="2770117" y="169415"/>
                  </a:lnTo>
                  <a:lnTo>
                    <a:pt x="2819842" y="173798"/>
                  </a:lnTo>
                  <a:lnTo>
                    <a:pt x="2871289" y="177734"/>
                  </a:lnTo>
                  <a:lnTo>
                    <a:pt x="2925287" y="181246"/>
                  </a:lnTo>
                  <a:lnTo>
                    <a:pt x="2982759" y="184376"/>
                  </a:lnTo>
                  <a:lnTo>
                    <a:pt x="3044643" y="187166"/>
                  </a:lnTo>
                  <a:lnTo>
                    <a:pt x="3111810" y="189659"/>
                  </a:lnTo>
                  <a:lnTo>
                    <a:pt x="3184953" y="191893"/>
                  </a:lnTo>
                  <a:lnTo>
                    <a:pt x="3264450" y="193897"/>
                  </a:lnTo>
                  <a:lnTo>
                    <a:pt x="3350173" y="195692"/>
                  </a:lnTo>
                  <a:lnTo>
                    <a:pt x="3441273" y="197292"/>
                  </a:lnTo>
                  <a:lnTo>
                    <a:pt x="3535964" y="198700"/>
                  </a:lnTo>
                  <a:lnTo>
                    <a:pt x="3631401" y="199916"/>
                  </a:lnTo>
                  <a:lnTo>
                    <a:pt x="3723746" y="200934"/>
                  </a:lnTo>
                  <a:lnTo>
                    <a:pt x="3808540" y="201752"/>
                  </a:lnTo>
                  <a:lnTo>
                    <a:pt x="3881392" y="202372"/>
                  </a:lnTo>
                  <a:lnTo>
                    <a:pt x="3938869" y="202807"/>
                  </a:lnTo>
                  <a:lnTo>
                    <a:pt x="3979332" y="203081"/>
                  </a:lnTo>
                  <a:lnTo>
                    <a:pt x="4003423" y="203227"/>
                  </a:lnTo>
                  <a:lnTo>
                    <a:pt x="4014109" y="203286"/>
                  </a:lnTo>
                  <a:lnTo>
                    <a:pt x="4016394" y="203298"/>
                  </a:lnTo>
                  <a:lnTo>
                    <a:pt x="4016409" y="203298"/>
                  </a:lnTo>
                  <a:lnTo>
                    <a:pt x="4538543" y="203298"/>
                  </a:lnTo>
                  <a:lnTo>
                    <a:pt x="4539812" y="203303"/>
                  </a:lnTo>
                  <a:lnTo>
                    <a:pt x="4548111" y="203339"/>
                  </a:lnTo>
                  <a:lnTo>
                    <a:pt x="4568856" y="203438"/>
                  </a:lnTo>
                  <a:lnTo>
                    <a:pt x="4605504" y="203633"/>
                  </a:lnTo>
                  <a:lnTo>
                    <a:pt x="4659233" y="203952"/>
                  </a:lnTo>
                  <a:lnTo>
                    <a:pt x="4728887" y="204417"/>
                  </a:lnTo>
                  <a:lnTo>
                    <a:pt x="4811370" y="205040"/>
                  </a:lnTo>
                  <a:lnTo>
                    <a:pt x="4902426" y="205824"/>
                  </a:lnTo>
                  <a:lnTo>
                    <a:pt x="4997539" y="206768"/>
                  </a:lnTo>
                  <a:lnTo>
                    <a:pt x="5092689" y="207868"/>
                  </a:lnTo>
                  <a:lnTo>
                    <a:pt x="5184791" y="209122"/>
                  </a:lnTo>
                  <a:lnTo>
                    <a:pt x="5271829" y="210532"/>
                  </a:lnTo>
                  <a:lnTo>
                    <a:pt x="5352758" y="212108"/>
                  </a:lnTo>
                  <a:lnTo>
                    <a:pt x="5427310" y="213864"/>
                  </a:lnTo>
                  <a:lnTo>
                    <a:pt x="5495767" y="215824"/>
                  </a:lnTo>
                  <a:lnTo>
                    <a:pt x="5558766" y="218015"/>
                  </a:lnTo>
                  <a:lnTo>
                    <a:pt x="5617148" y="220472"/>
                  </a:lnTo>
                  <a:lnTo>
                    <a:pt x="5671844" y="223230"/>
                  </a:lnTo>
                  <a:lnTo>
                    <a:pt x="5723789" y="226322"/>
                  </a:lnTo>
                  <a:lnTo>
                    <a:pt x="5773838" y="229772"/>
                  </a:lnTo>
                  <a:lnTo>
                    <a:pt x="5784835" y="230592"/>
                  </a:lnTo>
                  <a:lnTo>
                    <a:pt x="5838936" y="234945"/>
                  </a:lnTo>
                  <a:lnTo>
                    <a:pt x="5892515" y="239757"/>
                  </a:lnTo>
                  <a:lnTo>
                    <a:pt x="5946157" y="245036"/>
                  </a:lnTo>
                  <a:lnTo>
                    <a:pt x="6000251" y="250770"/>
                  </a:lnTo>
                  <a:lnTo>
                    <a:pt x="6055015" y="256928"/>
                  </a:lnTo>
                  <a:lnTo>
                    <a:pt x="6110525" y="263462"/>
                  </a:lnTo>
                  <a:lnTo>
                    <a:pt x="6166724" y="270299"/>
                  </a:lnTo>
                  <a:lnTo>
                    <a:pt x="6223455" y="277354"/>
                  </a:lnTo>
                  <a:lnTo>
                    <a:pt x="6280485" y="284527"/>
                  </a:lnTo>
                  <a:lnTo>
                    <a:pt x="6337541" y="291709"/>
                  </a:lnTo>
                  <a:lnTo>
                    <a:pt x="6394345" y="298793"/>
                  </a:lnTo>
                  <a:lnTo>
                    <a:pt x="6450656" y="305677"/>
                  </a:lnTo>
                  <a:lnTo>
                    <a:pt x="6506298" y="312272"/>
                  </a:lnTo>
                  <a:lnTo>
                    <a:pt x="6561197" y="318503"/>
                  </a:lnTo>
                  <a:lnTo>
                    <a:pt x="6615401" y="324317"/>
                  </a:lnTo>
                  <a:lnTo>
                    <a:pt x="6669102" y="329680"/>
                  </a:lnTo>
                  <a:lnTo>
                    <a:pt x="6722655" y="334577"/>
                  </a:lnTo>
                  <a:lnTo>
                    <a:pt x="6776608" y="339012"/>
                  </a:lnTo>
                  <a:lnTo>
                    <a:pt x="6786527" y="339771"/>
                  </a:lnTo>
                  <a:lnTo>
                    <a:pt x="6836255" y="343302"/>
                  </a:lnTo>
                  <a:lnTo>
                    <a:pt x="6887706" y="346473"/>
                  </a:lnTo>
                  <a:lnTo>
                    <a:pt x="6941708" y="349303"/>
                  </a:lnTo>
                  <a:lnTo>
                    <a:pt x="6999184" y="351824"/>
                  </a:lnTo>
                  <a:lnTo>
                    <a:pt x="7061074" y="354071"/>
                  </a:lnTo>
                  <a:lnTo>
                    <a:pt x="7128247" y="356080"/>
                  </a:lnTo>
                  <a:lnTo>
                    <a:pt x="7201398" y="357879"/>
                  </a:lnTo>
                  <a:lnTo>
                    <a:pt x="7280903" y="359494"/>
                  </a:lnTo>
                  <a:lnTo>
                    <a:pt x="7366635" y="360940"/>
                  </a:lnTo>
                  <a:lnTo>
                    <a:pt x="7457743" y="362228"/>
                  </a:lnTo>
                  <a:lnTo>
                    <a:pt x="7552442" y="363363"/>
                  </a:lnTo>
                  <a:lnTo>
                    <a:pt x="7647884" y="364342"/>
                  </a:lnTo>
                  <a:lnTo>
                    <a:pt x="7740231" y="365163"/>
                  </a:lnTo>
                  <a:lnTo>
                    <a:pt x="7825022" y="365821"/>
                  </a:lnTo>
                  <a:lnTo>
                    <a:pt x="7897865" y="366321"/>
                  </a:lnTo>
                  <a:lnTo>
                    <a:pt x="7955330" y="366671"/>
                  </a:lnTo>
                  <a:lnTo>
                    <a:pt x="7995777" y="366891"/>
                  </a:lnTo>
                  <a:lnTo>
                    <a:pt x="8019852" y="367009"/>
                  </a:lnTo>
                  <a:lnTo>
                    <a:pt x="8030525" y="367056"/>
                  </a:lnTo>
                  <a:lnTo>
                    <a:pt x="8032804" y="367066"/>
                  </a:lnTo>
                  <a:lnTo>
                    <a:pt x="8032819" y="367066"/>
                  </a:lnTo>
                  <a:lnTo>
                    <a:pt x="8554953" y="367066"/>
                  </a:lnTo>
                  <a:lnTo>
                    <a:pt x="8554953" y="367066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423" name="pl1423"/>
            <p:cNvSpPr/>
            <p:nvPr/>
          </p:nvSpPr>
          <p:spPr>
            <a:xfrm>
              <a:off x="386606" y="4827970"/>
              <a:ext cx="8554953" cy="367066"/>
            </a:xfrm>
            <a:custGeom>
              <a:avLst/>
              <a:pathLst>
                <a:path w="8554953" h="367066">
                  <a:moveTo>
                    <a:pt x="8554953" y="367066"/>
                  </a:moveTo>
                  <a:lnTo>
                    <a:pt x="8032819" y="367066"/>
                  </a:lnTo>
                  <a:lnTo>
                    <a:pt x="8031550" y="367061"/>
                  </a:lnTo>
                  <a:lnTo>
                    <a:pt x="8023251" y="367025"/>
                  </a:lnTo>
                  <a:lnTo>
                    <a:pt x="8002506" y="366925"/>
                  </a:lnTo>
                  <a:lnTo>
                    <a:pt x="7965858" y="366730"/>
                  </a:lnTo>
                  <a:lnTo>
                    <a:pt x="7912129" y="366411"/>
                  </a:lnTo>
                  <a:lnTo>
                    <a:pt x="7842475" y="365946"/>
                  </a:lnTo>
                  <a:lnTo>
                    <a:pt x="7759992" y="365324"/>
                  </a:lnTo>
                  <a:lnTo>
                    <a:pt x="7668936" y="364539"/>
                  </a:lnTo>
                  <a:lnTo>
                    <a:pt x="7573823" y="363595"/>
                  </a:lnTo>
                  <a:lnTo>
                    <a:pt x="7478673" y="362495"/>
                  </a:lnTo>
                  <a:lnTo>
                    <a:pt x="7386570" y="361241"/>
                  </a:lnTo>
                  <a:lnTo>
                    <a:pt x="7299533" y="359831"/>
                  </a:lnTo>
                  <a:lnTo>
                    <a:pt x="7218604" y="358255"/>
                  </a:lnTo>
                  <a:lnTo>
                    <a:pt x="7144052" y="356499"/>
                  </a:lnTo>
                  <a:lnTo>
                    <a:pt x="7075595" y="354540"/>
                  </a:lnTo>
                  <a:lnTo>
                    <a:pt x="7012596" y="352348"/>
                  </a:lnTo>
                  <a:lnTo>
                    <a:pt x="6954214" y="349891"/>
                  </a:lnTo>
                  <a:lnTo>
                    <a:pt x="6899517" y="347134"/>
                  </a:lnTo>
                  <a:lnTo>
                    <a:pt x="6847573" y="344041"/>
                  </a:lnTo>
                  <a:lnTo>
                    <a:pt x="6797524" y="340591"/>
                  </a:lnTo>
                  <a:lnTo>
                    <a:pt x="6786527" y="339771"/>
                  </a:lnTo>
                  <a:lnTo>
                    <a:pt x="6732426" y="335418"/>
                  </a:lnTo>
                  <a:lnTo>
                    <a:pt x="6678847" y="330606"/>
                  </a:lnTo>
                  <a:lnTo>
                    <a:pt x="6625205" y="325327"/>
                  </a:lnTo>
                  <a:lnTo>
                    <a:pt x="6571111" y="319594"/>
                  </a:lnTo>
                  <a:lnTo>
                    <a:pt x="6516346" y="313435"/>
                  </a:lnTo>
                  <a:lnTo>
                    <a:pt x="6460837" y="306902"/>
                  </a:lnTo>
                  <a:lnTo>
                    <a:pt x="6404637" y="300064"/>
                  </a:lnTo>
                  <a:lnTo>
                    <a:pt x="6347906" y="293009"/>
                  </a:lnTo>
                  <a:lnTo>
                    <a:pt x="6290877" y="285837"/>
                  </a:lnTo>
                  <a:lnTo>
                    <a:pt x="6233821" y="278654"/>
                  </a:lnTo>
                  <a:lnTo>
                    <a:pt x="6177017" y="271570"/>
                  </a:lnTo>
                  <a:lnTo>
                    <a:pt x="6120706" y="264686"/>
                  </a:lnTo>
                  <a:lnTo>
                    <a:pt x="6065064" y="258091"/>
                  </a:lnTo>
                  <a:lnTo>
                    <a:pt x="6010164" y="251860"/>
                  </a:lnTo>
                  <a:lnTo>
                    <a:pt x="5955961" y="246046"/>
                  </a:lnTo>
                  <a:lnTo>
                    <a:pt x="5902260" y="240683"/>
                  </a:lnTo>
                  <a:lnTo>
                    <a:pt x="5848707" y="235786"/>
                  </a:lnTo>
                  <a:lnTo>
                    <a:pt x="5794754" y="231351"/>
                  </a:lnTo>
                  <a:lnTo>
                    <a:pt x="5784835" y="230592"/>
                  </a:lnTo>
                  <a:lnTo>
                    <a:pt x="5735107" y="227061"/>
                  </a:lnTo>
                  <a:lnTo>
                    <a:pt x="5683656" y="223891"/>
                  </a:lnTo>
                  <a:lnTo>
                    <a:pt x="5629654" y="221061"/>
                  </a:lnTo>
                  <a:lnTo>
                    <a:pt x="5572178" y="218540"/>
                  </a:lnTo>
                  <a:lnTo>
                    <a:pt x="5510288" y="216292"/>
                  </a:lnTo>
                  <a:lnTo>
                    <a:pt x="5443115" y="214283"/>
                  </a:lnTo>
                  <a:lnTo>
                    <a:pt x="5369964" y="212484"/>
                  </a:lnTo>
                  <a:lnTo>
                    <a:pt x="5290459" y="210870"/>
                  </a:lnTo>
                  <a:lnTo>
                    <a:pt x="5204727" y="209423"/>
                  </a:lnTo>
                  <a:lnTo>
                    <a:pt x="5113619" y="208135"/>
                  </a:lnTo>
                  <a:lnTo>
                    <a:pt x="5018920" y="207000"/>
                  </a:lnTo>
                  <a:lnTo>
                    <a:pt x="4923478" y="206021"/>
                  </a:lnTo>
                  <a:lnTo>
                    <a:pt x="4831131" y="205201"/>
                  </a:lnTo>
                  <a:lnTo>
                    <a:pt x="4746340" y="204542"/>
                  </a:lnTo>
                  <a:lnTo>
                    <a:pt x="4673497" y="204043"/>
                  </a:lnTo>
                  <a:lnTo>
                    <a:pt x="4616032" y="203692"/>
                  </a:lnTo>
                  <a:lnTo>
                    <a:pt x="4575585" y="203472"/>
                  </a:lnTo>
                  <a:lnTo>
                    <a:pt x="4551510" y="203354"/>
                  </a:lnTo>
                  <a:lnTo>
                    <a:pt x="4540837" y="203307"/>
                  </a:lnTo>
                  <a:lnTo>
                    <a:pt x="4538558" y="203298"/>
                  </a:lnTo>
                  <a:lnTo>
                    <a:pt x="4538543" y="203298"/>
                  </a:lnTo>
                  <a:lnTo>
                    <a:pt x="4016409" y="203298"/>
                  </a:lnTo>
                  <a:lnTo>
                    <a:pt x="4015140" y="203291"/>
                  </a:lnTo>
                  <a:lnTo>
                    <a:pt x="4006843" y="203247"/>
                  </a:lnTo>
                  <a:lnTo>
                    <a:pt x="3986102" y="203124"/>
                  </a:lnTo>
                  <a:lnTo>
                    <a:pt x="3949459" y="202882"/>
                  </a:lnTo>
                  <a:lnTo>
                    <a:pt x="3895739" y="202486"/>
                  </a:lnTo>
                  <a:lnTo>
                    <a:pt x="3826095" y="201909"/>
                  </a:lnTo>
                  <a:lnTo>
                    <a:pt x="3743622" y="201136"/>
                  </a:lnTo>
                  <a:lnTo>
                    <a:pt x="3652575" y="200162"/>
                  </a:lnTo>
                  <a:lnTo>
                    <a:pt x="3557469" y="198990"/>
                  </a:lnTo>
                  <a:lnTo>
                    <a:pt x="3462324" y="197625"/>
                  </a:lnTo>
                  <a:lnTo>
                    <a:pt x="3370225" y="196069"/>
                  </a:lnTo>
                  <a:lnTo>
                    <a:pt x="3283189" y="194318"/>
                  </a:lnTo>
                  <a:lnTo>
                    <a:pt x="3202260" y="192363"/>
                  </a:lnTo>
                  <a:lnTo>
                    <a:pt x="3127707" y="190183"/>
                  </a:lnTo>
                  <a:lnTo>
                    <a:pt x="3059249" y="187751"/>
                  </a:lnTo>
                  <a:lnTo>
                    <a:pt x="2996249" y="185031"/>
                  </a:lnTo>
                  <a:lnTo>
                    <a:pt x="2937866" y="181982"/>
                  </a:lnTo>
                  <a:lnTo>
                    <a:pt x="2883170" y="178559"/>
                  </a:lnTo>
                  <a:lnTo>
                    <a:pt x="2831226" y="174721"/>
                  </a:lnTo>
                  <a:lnTo>
                    <a:pt x="2781178" y="170439"/>
                  </a:lnTo>
                  <a:lnTo>
                    <a:pt x="2770117" y="169415"/>
                  </a:lnTo>
                  <a:lnTo>
                    <a:pt x="2716101" y="164021"/>
                  </a:lnTo>
                  <a:lnTo>
                    <a:pt x="2662606" y="158057"/>
                  </a:lnTo>
                  <a:lnTo>
                    <a:pt x="2609050" y="151517"/>
                  </a:lnTo>
                  <a:lnTo>
                    <a:pt x="2555046" y="144414"/>
                  </a:lnTo>
                  <a:lnTo>
                    <a:pt x="2500373" y="136784"/>
                  </a:lnTo>
                  <a:lnTo>
                    <a:pt x="2444957" y="128690"/>
                  </a:lnTo>
                  <a:lnTo>
                    <a:pt x="2388853" y="120219"/>
                  </a:lnTo>
                  <a:lnTo>
                    <a:pt x="2332217" y="111477"/>
                  </a:lnTo>
                  <a:lnTo>
                    <a:pt x="2275279" y="102589"/>
                  </a:lnTo>
                  <a:lnTo>
                    <a:pt x="2218312" y="93686"/>
                  </a:lnTo>
                  <a:lnTo>
                    <a:pt x="2161592" y="84903"/>
                  </a:lnTo>
                  <a:lnTo>
                    <a:pt x="2105359" y="76365"/>
                  </a:lnTo>
                  <a:lnTo>
                    <a:pt x="2049790" y="68183"/>
                  </a:lnTo>
                  <a:lnTo>
                    <a:pt x="1994962" y="60450"/>
                  </a:lnTo>
                  <a:lnTo>
                    <a:pt x="1940830" y="53232"/>
                  </a:lnTo>
                  <a:lnTo>
                    <a:pt x="1887206" y="46571"/>
                  </a:lnTo>
                  <a:lnTo>
                    <a:pt x="1833739" y="40486"/>
                  </a:lnTo>
                  <a:lnTo>
                    <a:pt x="1779892" y="34973"/>
                  </a:lnTo>
                  <a:lnTo>
                    <a:pt x="1768425" y="33883"/>
                  </a:lnTo>
                  <a:lnTo>
                    <a:pt x="1718700" y="29500"/>
                  </a:lnTo>
                  <a:lnTo>
                    <a:pt x="1667253" y="25564"/>
                  </a:lnTo>
                  <a:lnTo>
                    <a:pt x="1613255" y="22051"/>
                  </a:lnTo>
                  <a:lnTo>
                    <a:pt x="1555783" y="18921"/>
                  </a:lnTo>
                  <a:lnTo>
                    <a:pt x="1493899" y="16131"/>
                  </a:lnTo>
                  <a:lnTo>
                    <a:pt x="1426732" y="13638"/>
                  </a:lnTo>
                  <a:lnTo>
                    <a:pt x="1353589" y="11404"/>
                  </a:lnTo>
                  <a:lnTo>
                    <a:pt x="1274092" y="9400"/>
                  </a:lnTo>
                  <a:lnTo>
                    <a:pt x="1188369" y="7605"/>
                  </a:lnTo>
                  <a:lnTo>
                    <a:pt x="1097269" y="6005"/>
                  </a:lnTo>
                  <a:lnTo>
                    <a:pt x="1002578" y="4597"/>
                  </a:lnTo>
                  <a:lnTo>
                    <a:pt x="907141" y="3381"/>
                  </a:lnTo>
                  <a:lnTo>
                    <a:pt x="814796" y="2363"/>
                  </a:lnTo>
                  <a:lnTo>
                    <a:pt x="730002" y="1545"/>
                  </a:lnTo>
                  <a:lnTo>
                    <a:pt x="657151" y="925"/>
                  </a:lnTo>
                  <a:lnTo>
                    <a:pt x="599673" y="490"/>
                  </a:lnTo>
                  <a:lnTo>
                    <a:pt x="559210" y="216"/>
                  </a:lnTo>
                  <a:lnTo>
                    <a:pt x="535120" y="70"/>
                  </a:lnTo>
                  <a:lnTo>
                    <a:pt x="524434" y="11"/>
                  </a:lnTo>
                  <a:lnTo>
                    <a:pt x="522148" y="0"/>
                  </a:lnTo>
                  <a:lnTo>
                    <a:pt x="522133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424" name="pg1424"/>
            <p:cNvSpPr/>
            <p:nvPr/>
          </p:nvSpPr>
          <p:spPr>
            <a:xfrm>
              <a:off x="386606" y="3529121"/>
              <a:ext cx="8554953" cy="1936979"/>
            </a:xfrm>
            <a:custGeom>
              <a:avLst/>
              <a:pathLst>
                <a:path w="8554953" h="1936979">
                  <a:moveTo>
                    <a:pt x="0" y="1327085"/>
                  </a:moveTo>
                  <a:lnTo>
                    <a:pt x="522133" y="1327085"/>
                  </a:lnTo>
                  <a:lnTo>
                    <a:pt x="523397" y="1327103"/>
                  </a:lnTo>
                  <a:lnTo>
                    <a:pt x="531658" y="1327236"/>
                  </a:lnTo>
                  <a:lnTo>
                    <a:pt x="552316" y="1327604"/>
                  </a:lnTo>
                  <a:lnTo>
                    <a:pt x="588817" y="1328327"/>
                  </a:lnTo>
                  <a:lnTo>
                    <a:pt x="642347" y="1329510"/>
                  </a:lnTo>
                  <a:lnTo>
                    <a:pt x="711770" y="1331234"/>
                  </a:lnTo>
                  <a:lnTo>
                    <a:pt x="794019" y="1333544"/>
                  </a:lnTo>
                  <a:lnTo>
                    <a:pt x="884863" y="1336453"/>
                  </a:lnTo>
                  <a:lnTo>
                    <a:pt x="979806" y="1339956"/>
                  </a:lnTo>
                  <a:lnTo>
                    <a:pt x="1074834" y="1344038"/>
                  </a:lnTo>
                  <a:lnTo>
                    <a:pt x="1166863" y="1348691"/>
                  </a:lnTo>
                  <a:lnTo>
                    <a:pt x="1253867" y="1353925"/>
                  </a:lnTo>
                  <a:lnTo>
                    <a:pt x="1334794" y="1359771"/>
                  </a:lnTo>
                  <a:lnTo>
                    <a:pt x="1409362" y="1366288"/>
                  </a:lnTo>
                  <a:lnTo>
                    <a:pt x="1477844" y="1373556"/>
                  </a:lnTo>
                  <a:lnTo>
                    <a:pt x="1540866" y="1381683"/>
                  </a:lnTo>
                  <a:lnTo>
                    <a:pt x="1599264" y="1390791"/>
                  </a:lnTo>
                  <a:lnTo>
                    <a:pt x="1653963" y="1401014"/>
                  </a:lnTo>
                  <a:lnTo>
                    <a:pt x="1705893" y="1412476"/>
                  </a:lnTo>
                  <a:lnTo>
                    <a:pt x="1755911" y="1425264"/>
                  </a:lnTo>
                  <a:lnTo>
                    <a:pt x="1768425" y="1428734"/>
                  </a:lnTo>
                  <a:lnTo>
                    <a:pt x="1820668" y="1444354"/>
                  </a:lnTo>
                  <a:lnTo>
                    <a:pt x="1872405" y="1461570"/>
                  </a:lnTo>
                  <a:lnTo>
                    <a:pt x="1924169" y="1480405"/>
                  </a:lnTo>
                  <a:lnTo>
                    <a:pt x="1976325" y="1500827"/>
                  </a:lnTo>
                  <a:lnTo>
                    <a:pt x="2029088" y="1522743"/>
                  </a:lnTo>
                  <a:lnTo>
                    <a:pt x="2082543" y="1545995"/>
                  </a:lnTo>
                  <a:lnTo>
                    <a:pt x="2136660" y="1570359"/>
                  </a:lnTo>
                  <a:lnTo>
                    <a:pt x="2191317" y="1595557"/>
                  </a:lnTo>
                  <a:lnTo>
                    <a:pt x="2246318" y="1621261"/>
                  </a:lnTo>
                  <a:lnTo>
                    <a:pt x="2301424" y="1647117"/>
                  </a:lnTo>
                  <a:lnTo>
                    <a:pt x="2356383" y="1672760"/>
                  </a:lnTo>
                  <a:lnTo>
                    <a:pt x="2410962" y="1697840"/>
                  </a:lnTo>
                  <a:lnTo>
                    <a:pt x="2464976" y="1722037"/>
                  </a:lnTo>
                  <a:lnTo>
                    <a:pt x="2518314" y="1745079"/>
                  </a:lnTo>
                  <a:lnTo>
                    <a:pt x="2570966" y="1766755"/>
                  </a:lnTo>
                  <a:lnTo>
                    <a:pt x="2623038" y="1786916"/>
                  </a:lnTo>
                  <a:lnTo>
                    <a:pt x="2674768" y="1805481"/>
                  </a:lnTo>
                  <a:lnTo>
                    <a:pt x="2726547" y="1822428"/>
                  </a:lnTo>
                  <a:lnTo>
                    <a:pt x="2770117" y="1835330"/>
                  </a:lnTo>
                  <a:lnTo>
                    <a:pt x="2819768" y="1848461"/>
                  </a:lnTo>
                  <a:lnTo>
                    <a:pt x="2871134" y="1860254"/>
                  </a:lnTo>
                  <a:lnTo>
                    <a:pt x="2925041" y="1870782"/>
                  </a:lnTo>
                  <a:lnTo>
                    <a:pt x="2982408" y="1880161"/>
                  </a:lnTo>
                  <a:lnTo>
                    <a:pt x="3044170" y="1888525"/>
                  </a:lnTo>
                  <a:lnTo>
                    <a:pt x="3111192" y="1896002"/>
                  </a:lnTo>
                  <a:lnTo>
                    <a:pt x="3184167" y="1902700"/>
                  </a:lnTo>
                  <a:lnTo>
                    <a:pt x="3263477" y="1908711"/>
                  </a:lnTo>
                  <a:lnTo>
                    <a:pt x="3349000" y="1914096"/>
                  </a:lnTo>
                  <a:lnTo>
                    <a:pt x="3439900" y="1918896"/>
                  </a:lnTo>
                  <a:lnTo>
                    <a:pt x="3534416" y="1923123"/>
                  </a:lnTo>
                  <a:lnTo>
                    <a:pt x="3629730" y="1926775"/>
                  </a:lnTo>
                  <a:lnTo>
                    <a:pt x="3722035" y="1929837"/>
                  </a:lnTo>
                  <a:lnTo>
                    <a:pt x="3806899" y="1932299"/>
                  </a:lnTo>
                  <a:lnTo>
                    <a:pt x="3879939" y="1934168"/>
                  </a:lnTo>
                  <a:lnTo>
                    <a:pt x="3937709" y="1935483"/>
                  </a:lnTo>
                  <a:lnTo>
                    <a:pt x="3978527" y="1936314"/>
                  </a:lnTo>
                  <a:lnTo>
                    <a:pt x="4002975" y="1936761"/>
                  </a:lnTo>
                  <a:lnTo>
                    <a:pt x="4013951" y="1936942"/>
                  </a:lnTo>
                  <a:lnTo>
                    <a:pt x="4016409" y="1936979"/>
                  </a:lnTo>
                  <a:lnTo>
                    <a:pt x="4538543" y="1936979"/>
                  </a:lnTo>
                  <a:lnTo>
                    <a:pt x="4539754" y="1936923"/>
                  </a:lnTo>
                  <a:lnTo>
                    <a:pt x="4547679" y="1936519"/>
                  </a:lnTo>
                  <a:lnTo>
                    <a:pt x="4567525" y="1935404"/>
                  </a:lnTo>
                  <a:lnTo>
                    <a:pt x="4602666" y="1933213"/>
                  </a:lnTo>
                  <a:lnTo>
                    <a:pt x="4654351" y="1929622"/>
                  </a:lnTo>
                  <a:lnTo>
                    <a:pt x="4721629" y="1924383"/>
                  </a:lnTo>
                  <a:lnTo>
                    <a:pt x="4801684" y="1917349"/>
                  </a:lnTo>
                  <a:lnTo>
                    <a:pt x="4890529" y="1908469"/>
                  </a:lnTo>
                  <a:lnTo>
                    <a:pt x="4983844" y="1897760"/>
                  </a:lnTo>
                  <a:lnTo>
                    <a:pt x="5077701" y="1885264"/>
                  </a:lnTo>
                  <a:lnTo>
                    <a:pt x="5169008" y="1871010"/>
                  </a:lnTo>
                  <a:lnTo>
                    <a:pt x="5255677" y="1854979"/>
                  </a:lnTo>
                  <a:lnTo>
                    <a:pt x="5336557" y="1837087"/>
                  </a:lnTo>
                  <a:lnTo>
                    <a:pt x="5411262" y="1817174"/>
                  </a:lnTo>
                  <a:lnTo>
                    <a:pt x="5479967" y="1795003"/>
                  </a:lnTo>
                  <a:lnTo>
                    <a:pt x="5543216" y="1770268"/>
                  </a:lnTo>
                  <a:lnTo>
                    <a:pt x="5601774" y="1742604"/>
                  </a:lnTo>
                  <a:lnTo>
                    <a:pt x="5656515" y="1711612"/>
                  </a:lnTo>
                  <a:lnTo>
                    <a:pt x="5708336" y="1676901"/>
                  </a:lnTo>
                  <a:lnTo>
                    <a:pt x="5758085" y="1638164"/>
                  </a:lnTo>
                  <a:lnTo>
                    <a:pt x="5784835" y="1615090"/>
                  </a:lnTo>
                  <a:lnTo>
                    <a:pt x="5827422" y="1575200"/>
                  </a:lnTo>
                  <a:lnTo>
                    <a:pt x="5869597" y="1531980"/>
                  </a:lnTo>
                  <a:lnTo>
                    <a:pt x="5911676" y="1485365"/>
                  </a:lnTo>
                  <a:lnTo>
                    <a:pt x="5953896" y="1435363"/>
                  </a:lnTo>
                  <a:lnTo>
                    <a:pt x="5996423" y="1382065"/>
                  </a:lnTo>
                  <a:lnTo>
                    <a:pt x="6039362" y="1325646"/>
                  </a:lnTo>
                  <a:lnTo>
                    <a:pt x="6082759" y="1266375"/>
                  </a:lnTo>
                  <a:lnTo>
                    <a:pt x="6126611" y="1204611"/>
                  </a:lnTo>
                  <a:lnTo>
                    <a:pt x="6170868" y="1140795"/>
                  </a:lnTo>
                  <a:lnTo>
                    <a:pt x="6215446" y="1075443"/>
                  </a:lnTo>
                  <a:lnTo>
                    <a:pt x="6260232" y="1009129"/>
                  </a:lnTo>
                  <a:lnTo>
                    <a:pt x="6305095" y="942461"/>
                  </a:lnTo>
                  <a:lnTo>
                    <a:pt x="6349899" y="876063"/>
                  </a:lnTo>
                  <a:lnTo>
                    <a:pt x="6394512" y="810548"/>
                  </a:lnTo>
                  <a:lnTo>
                    <a:pt x="6438818" y="746494"/>
                  </a:lnTo>
                  <a:lnTo>
                    <a:pt x="6482727" y="684425"/>
                  </a:lnTo>
                  <a:lnTo>
                    <a:pt x="6526187" y="624796"/>
                  </a:lnTo>
                  <a:lnTo>
                    <a:pt x="6569186" y="567976"/>
                  </a:lnTo>
                  <a:lnTo>
                    <a:pt x="6611764" y="514246"/>
                  </a:lnTo>
                  <a:lnTo>
                    <a:pt x="6654017" y="463794"/>
                  </a:lnTo>
                  <a:lnTo>
                    <a:pt x="6696103" y="416721"/>
                  </a:lnTo>
                  <a:lnTo>
                    <a:pt x="6738249" y="373046"/>
                  </a:lnTo>
                  <a:lnTo>
                    <a:pt x="6780759" y="332713"/>
                  </a:lnTo>
                  <a:lnTo>
                    <a:pt x="6786527" y="327535"/>
                  </a:lnTo>
                  <a:lnTo>
                    <a:pt x="6835453" y="286523"/>
                  </a:lnTo>
                  <a:lnTo>
                    <a:pt x="6886035" y="249625"/>
                  </a:lnTo>
                  <a:lnTo>
                    <a:pt x="6939061" y="216633"/>
                  </a:lnTo>
                  <a:lnTo>
                    <a:pt x="6995408" y="187188"/>
                  </a:lnTo>
                  <a:lnTo>
                    <a:pt x="7055972" y="160890"/>
                  </a:lnTo>
                  <a:lnTo>
                    <a:pt x="7121591" y="137351"/>
                  </a:lnTo>
                  <a:lnTo>
                    <a:pt x="7192947" y="116229"/>
                  </a:lnTo>
                  <a:lnTo>
                    <a:pt x="7270437" y="97250"/>
                  </a:lnTo>
                  <a:lnTo>
                    <a:pt x="7354010" y="80210"/>
                  </a:lnTo>
                  <a:lnTo>
                    <a:pt x="7442962" y="64985"/>
                  </a:lnTo>
                  <a:lnTo>
                    <a:pt x="7535735" y="51521"/>
                  </a:lnTo>
                  <a:lnTo>
                    <a:pt x="7629787" y="39824"/>
                  </a:lnTo>
                  <a:lnTo>
                    <a:pt x="7721615" y="29934"/>
                  </a:lnTo>
                  <a:lnTo>
                    <a:pt x="7807039" y="21885"/>
                  </a:lnTo>
                  <a:lnTo>
                    <a:pt x="7881788" y="15670"/>
                  </a:lnTo>
                  <a:lnTo>
                    <a:pt x="7942300" y="11197"/>
                  </a:lnTo>
                  <a:lnTo>
                    <a:pt x="7986531" y="8271"/>
                  </a:lnTo>
                  <a:lnTo>
                    <a:pt x="8014503" y="6608"/>
                  </a:lnTo>
                  <a:lnTo>
                    <a:pt x="8028451" y="5859"/>
                  </a:lnTo>
                  <a:lnTo>
                    <a:pt x="8032612" y="5656"/>
                  </a:lnTo>
                  <a:lnTo>
                    <a:pt x="8032819" y="5647"/>
                  </a:lnTo>
                  <a:lnTo>
                    <a:pt x="8554953" y="5647"/>
                  </a:lnTo>
                  <a:lnTo>
                    <a:pt x="8554953" y="0"/>
                  </a:lnTo>
                  <a:lnTo>
                    <a:pt x="8032819" y="0"/>
                  </a:lnTo>
                  <a:lnTo>
                    <a:pt x="8031608" y="56"/>
                  </a:lnTo>
                  <a:lnTo>
                    <a:pt x="8023683" y="459"/>
                  </a:lnTo>
                  <a:lnTo>
                    <a:pt x="8003837" y="1574"/>
                  </a:lnTo>
                  <a:lnTo>
                    <a:pt x="7968696" y="3765"/>
                  </a:lnTo>
                  <a:lnTo>
                    <a:pt x="7917011" y="7357"/>
                  </a:lnTo>
                  <a:lnTo>
                    <a:pt x="7849733" y="12596"/>
                  </a:lnTo>
                  <a:lnTo>
                    <a:pt x="7769678" y="19630"/>
                  </a:lnTo>
                  <a:lnTo>
                    <a:pt x="7680833" y="28510"/>
                  </a:lnTo>
                  <a:lnTo>
                    <a:pt x="7587518" y="39219"/>
                  </a:lnTo>
                  <a:lnTo>
                    <a:pt x="7493661" y="51715"/>
                  </a:lnTo>
                  <a:lnTo>
                    <a:pt x="7402354" y="65969"/>
                  </a:lnTo>
                  <a:lnTo>
                    <a:pt x="7315685" y="81999"/>
                  </a:lnTo>
                  <a:lnTo>
                    <a:pt x="7234805" y="99891"/>
                  </a:lnTo>
                  <a:lnTo>
                    <a:pt x="7160100" y="119805"/>
                  </a:lnTo>
                  <a:lnTo>
                    <a:pt x="7091395" y="141976"/>
                  </a:lnTo>
                  <a:lnTo>
                    <a:pt x="7028146" y="166711"/>
                  </a:lnTo>
                  <a:lnTo>
                    <a:pt x="6969588" y="194375"/>
                  </a:lnTo>
                  <a:lnTo>
                    <a:pt x="6914847" y="225367"/>
                  </a:lnTo>
                  <a:lnTo>
                    <a:pt x="6863026" y="260078"/>
                  </a:lnTo>
                  <a:lnTo>
                    <a:pt x="6813277" y="298815"/>
                  </a:lnTo>
                  <a:lnTo>
                    <a:pt x="6786527" y="321888"/>
                  </a:lnTo>
                  <a:lnTo>
                    <a:pt x="6743940" y="361779"/>
                  </a:lnTo>
                  <a:lnTo>
                    <a:pt x="6701765" y="404999"/>
                  </a:lnTo>
                  <a:lnTo>
                    <a:pt x="6659686" y="451614"/>
                  </a:lnTo>
                  <a:lnTo>
                    <a:pt x="6617466" y="501616"/>
                  </a:lnTo>
                  <a:lnTo>
                    <a:pt x="6574939" y="554914"/>
                  </a:lnTo>
                  <a:lnTo>
                    <a:pt x="6532000" y="611333"/>
                  </a:lnTo>
                  <a:lnTo>
                    <a:pt x="6488602" y="670603"/>
                  </a:lnTo>
                  <a:lnTo>
                    <a:pt x="6444751" y="732368"/>
                  </a:lnTo>
                  <a:lnTo>
                    <a:pt x="6400494" y="796184"/>
                  </a:lnTo>
                  <a:lnTo>
                    <a:pt x="6355916" y="861535"/>
                  </a:lnTo>
                  <a:lnTo>
                    <a:pt x="6311130" y="927850"/>
                  </a:lnTo>
                  <a:lnTo>
                    <a:pt x="6266267" y="994518"/>
                  </a:lnTo>
                  <a:lnTo>
                    <a:pt x="6221463" y="1060916"/>
                  </a:lnTo>
                  <a:lnTo>
                    <a:pt x="6176850" y="1126431"/>
                  </a:lnTo>
                  <a:lnTo>
                    <a:pt x="6132544" y="1190485"/>
                  </a:lnTo>
                  <a:lnTo>
                    <a:pt x="6088634" y="1252553"/>
                  </a:lnTo>
                  <a:lnTo>
                    <a:pt x="6045175" y="1312182"/>
                  </a:lnTo>
                  <a:lnTo>
                    <a:pt x="6002176" y="1369002"/>
                  </a:lnTo>
                  <a:lnTo>
                    <a:pt x="5959598" y="1422733"/>
                  </a:lnTo>
                  <a:lnTo>
                    <a:pt x="5917344" y="1473185"/>
                  </a:lnTo>
                  <a:lnTo>
                    <a:pt x="5875259" y="1520258"/>
                  </a:lnTo>
                  <a:lnTo>
                    <a:pt x="5833113" y="1563933"/>
                  </a:lnTo>
                  <a:lnTo>
                    <a:pt x="5790603" y="1604265"/>
                  </a:lnTo>
                  <a:lnTo>
                    <a:pt x="5784835" y="1609443"/>
                  </a:lnTo>
                  <a:lnTo>
                    <a:pt x="5735909" y="1650456"/>
                  </a:lnTo>
                  <a:lnTo>
                    <a:pt x="5685327" y="1687353"/>
                  </a:lnTo>
                  <a:lnTo>
                    <a:pt x="5632301" y="1720346"/>
                  </a:lnTo>
                  <a:lnTo>
                    <a:pt x="5575954" y="1749791"/>
                  </a:lnTo>
                  <a:lnTo>
                    <a:pt x="5515390" y="1776089"/>
                  </a:lnTo>
                  <a:lnTo>
                    <a:pt x="5449771" y="1799628"/>
                  </a:lnTo>
                  <a:lnTo>
                    <a:pt x="5378415" y="1820749"/>
                  </a:lnTo>
                  <a:lnTo>
                    <a:pt x="5300925" y="1839729"/>
                  </a:lnTo>
                  <a:lnTo>
                    <a:pt x="5217352" y="1856768"/>
                  </a:lnTo>
                  <a:lnTo>
                    <a:pt x="5128400" y="1871993"/>
                  </a:lnTo>
                  <a:lnTo>
                    <a:pt x="5035627" y="1885457"/>
                  </a:lnTo>
                  <a:lnTo>
                    <a:pt x="4941575" y="1897154"/>
                  </a:lnTo>
                  <a:lnTo>
                    <a:pt x="4849747" y="1907045"/>
                  </a:lnTo>
                  <a:lnTo>
                    <a:pt x="4764323" y="1915093"/>
                  </a:lnTo>
                  <a:lnTo>
                    <a:pt x="4689574" y="1921308"/>
                  </a:lnTo>
                  <a:lnTo>
                    <a:pt x="4629062" y="1925782"/>
                  </a:lnTo>
                  <a:lnTo>
                    <a:pt x="4584831" y="1928707"/>
                  </a:lnTo>
                  <a:lnTo>
                    <a:pt x="4556859" y="1930371"/>
                  </a:lnTo>
                  <a:lnTo>
                    <a:pt x="4542911" y="1931120"/>
                  </a:lnTo>
                  <a:lnTo>
                    <a:pt x="4538750" y="1931323"/>
                  </a:lnTo>
                  <a:lnTo>
                    <a:pt x="4538543" y="1931332"/>
                  </a:lnTo>
                  <a:lnTo>
                    <a:pt x="4016409" y="1931332"/>
                  </a:lnTo>
                  <a:lnTo>
                    <a:pt x="4015146" y="1931313"/>
                  </a:lnTo>
                  <a:lnTo>
                    <a:pt x="4006884" y="1931180"/>
                  </a:lnTo>
                  <a:lnTo>
                    <a:pt x="3986226" y="1930812"/>
                  </a:lnTo>
                  <a:lnTo>
                    <a:pt x="3949725" y="1930090"/>
                  </a:lnTo>
                  <a:lnTo>
                    <a:pt x="3896195" y="1928906"/>
                  </a:lnTo>
                  <a:lnTo>
                    <a:pt x="3826772" y="1927183"/>
                  </a:lnTo>
                  <a:lnTo>
                    <a:pt x="3744523" y="1924873"/>
                  </a:lnTo>
                  <a:lnTo>
                    <a:pt x="3653679" y="1921963"/>
                  </a:lnTo>
                  <a:lnTo>
                    <a:pt x="3558737" y="1918461"/>
                  </a:lnTo>
                  <a:lnTo>
                    <a:pt x="3463708" y="1914379"/>
                  </a:lnTo>
                  <a:lnTo>
                    <a:pt x="3371679" y="1909725"/>
                  </a:lnTo>
                  <a:lnTo>
                    <a:pt x="3284675" y="1904492"/>
                  </a:lnTo>
                  <a:lnTo>
                    <a:pt x="3203748" y="1898645"/>
                  </a:lnTo>
                  <a:lnTo>
                    <a:pt x="3129180" y="1892129"/>
                  </a:lnTo>
                  <a:lnTo>
                    <a:pt x="3060699" y="1884861"/>
                  </a:lnTo>
                  <a:lnTo>
                    <a:pt x="2997676" y="1876734"/>
                  </a:lnTo>
                  <a:lnTo>
                    <a:pt x="2939278" y="1867626"/>
                  </a:lnTo>
                  <a:lnTo>
                    <a:pt x="2884579" y="1857403"/>
                  </a:lnTo>
                  <a:lnTo>
                    <a:pt x="2832649" y="1845941"/>
                  </a:lnTo>
                  <a:lnTo>
                    <a:pt x="2782632" y="1833153"/>
                  </a:lnTo>
                  <a:lnTo>
                    <a:pt x="2770117" y="1829683"/>
                  </a:lnTo>
                  <a:lnTo>
                    <a:pt x="2717874" y="1814062"/>
                  </a:lnTo>
                  <a:lnTo>
                    <a:pt x="2666137" y="1796846"/>
                  </a:lnTo>
                  <a:lnTo>
                    <a:pt x="2614373" y="1778011"/>
                  </a:lnTo>
                  <a:lnTo>
                    <a:pt x="2562217" y="1757589"/>
                  </a:lnTo>
                  <a:lnTo>
                    <a:pt x="2509454" y="1735674"/>
                  </a:lnTo>
                  <a:lnTo>
                    <a:pt x="2455999" y="1712422"/>
                  </a:lnTo>
                  <a:lnTo>
                    <a:pt x="2401882" y="1688057"/>
                  </a:lnTo>
                  <a:lnTo>
                    <a:pt x="2347225" y="1662860"/>
                  </a:lnTo>
                  <a:lnTo>
                    <a:pt x="2292224" y="1637156"/>
                  </a:lnTo>
                  <a:lnTo>
                    <a:pt x="2237118" y="1611300"/>
                  </a:lnTo>
                  <a:lnTo>
                    <a:pt x="2182159" y="1585657"/>
                  </a:lnTo>
                  <a:lnTo>
                    <a:pt x="2127580" y="1560577"/>
                  </a:lnTo>
                  <a:lnTo>
                    <a:pt x="2073567" y="1536380"/>
                  </a:lnTo>
                  <a:lnTo>
                    <a:pt x="2020228" y="1513338"/>
                  </a:lnTo>
                  <a:lnTo>
                    <a:pt x="1967576" y="1491662"/>
                  </a:lnTo>
                  <a:lnTo>
                    <a:pt x="1915504" y="1471500"/>
                  </a:lnTo>
                  <a:lnTo>
                    <a:pt x="1863774" y="1452935"/>
                  </a:lnTo>
                  <a:lnTo>
                    <a:pt x="1811995" y="1435989"/>
                  </a:lnTo>
                  <a:lnTo>
                    <a:pt x="1768425" y="1423087"/>
                  </a:lnTo>
                  <a:lnTo>
                    <a:pt x="1718775" y="1409956"/>
                  </a:lnTo>
                  <a:lnTo>
                    <a:pt x="1667408" y="1398162"/>
                  </a:lnTo>
                  <a:lnTo>
                    <a:pt x="1613501" y="1387635"/>
                  </a:lnTo>
                  <a:lnTo>
                    <a:pt x="1556134" y="1378256"/>
                  </a:lnTo>
                  <a:lnTo>
                    <a:pt x="1494372" y="1369891"/>
                  </a:lnTo>
                  <a:lnTo>
                    <a:pt x="1427351" y="1362415"/>
                  </a:lnTo>
                  <a:lnTo>
                    <a:pt x="1354375" y="1355716"/>
                  </a:lnTo>
                  <a:lnTo>
                    <a:pt x="1275065" y="1349706"/>
                  </a:lnTo>
                  <a:lnTo>
                    <a:pt x="1189542" y="1344320"/>
                  </a:lnTo>
                  <a:lnTo>
                    <a:pt x="1098642" y="1339521"/>
                  </a:lnTo>
                  <a:lnTo>
                    <a:pt x="1004126" y="1335294"/>
                  </a:lnTo>
                  <a:lnTo>
                    <a:pt x="908813" y="1331642"/>
                  </a:lnTo>
                  <a:lnTo>
                    <a:pt x="816507" y="1328580"/>
                  </a:lnTo>
                  <a:lnTo>
                    <a:pt x="731643" y="1326118"/>
                  </a:lnTo>
                  <a:lnTo>
                    <a:pt x="658603" y="1324248"/>
                  </a:lnTo>
                  <a:lnTo>
                    <a:pt x="600833" y="1322934"/>
                  </a:lnTo>
                  <a:lnTo>
                    <a:pt x="560015" y="1322103"/>
                  </a:lnTo>
                  <a:lnTo>
                    <a:pt x="535567" y="1321656"/>
                  </a:lnTo>
                  <a:lnTo>
                    <a:pt x="524591" y="1321474"/>
                  </a:lnTo>
                  <a:lnTo>
                    <a:pt x="522133" y="1321438"/>
                  </a:lnTo>
                  <a:lnTo>
                    <a:pt x="0" y="1321438"/>
                  </a:lnTo>
                  <a:close/>
                </a:path>
              </a:pathLst>
            </a:custGeom>
            <a:solidFill>
              <a:srgbClr val="E78AC3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1425" name="pl1425"/>
            <p:cNvSpPr/>
            <p:nvPr/>
          </p:nvSpPr>
          <p:spPr>
            <a:xfrm>
              <a:off x="386606" y="3534768"/>
              <a:ext cx="8554953" cy="1931332"/>
            </a:xfrm>
            <a:custGeom>
              <a:avLst/>
              <a:pathLst>
                <a:path w="8554953" h="1931332">
                  <a:moveTo>
                    <a:pt x="0" y="1321438"/>
                  </a:moveTo>
                  <a:lnTo>
                    <a:pt x="522133" y="1321438"/>
                  </a:lnTo>
                  <a:lnTo>
                    <a:pt x="523397" y="1321456"/>
                  </a:lnTo>
                  <a:lnTo>
                    <a:pt x="531658" y="1321589"/>
                  </a:lnTo>
                  <a:lnTo>
                    <a:pt x="552316" y="1321957"/>
                  </a:lnTo>
                  <a:lnTo>
                    <a:pt x="588817" y="1322680"/>
                  </a:lnTo>
                  <a:lnTo>
                    <a:pt x="642347" y="1323863"/>
                  </a:lnTo>
                  <a:lnTo>
                    <a:pt x="711770" y="1325587"/>
                  </a:lnTo>
                  <a:lnTo>
                    <a:pt x="794019" y="1327896"/>
                  </a:lnTo>
                  <a:lnTo>
                    <a:pt x="884863" y="1330806"/>
                  </a:lnTo>
                  <a:lnTo>
                    <a:pt x="979806" y="1334309"/>
                  </a:lnTo>
                  <a:lnTo>
                    <a:pt x="1074834" y="1338391"/>
                  </a:lnTo>
                  <a:lnTo>
                    <a:pt x="1166863" y="1343044"/>
                  </a:lnTo>
                  <a:lnTo>
                    <a:pt x="1253867" y="1348278"/>
                  </a:lnTo>
                  <a:lnTo>
                    <a:pt x="1334794" y="1354124"/>
                  </a:lnTo>
                  <a:lnTo>
                    <a:pt x="1409362" y="1360640"/>
                  </a:lnTo>
                  <a:lnTo>
                    <a:pt x="1477844" y="1367909"/>
                  </a:lnTo>
                  <a:lnTo>
                    <a:pt x="1540866" y="1376035"/>
                  </a:lnTo>
                  <a:lnTo>
                    <a:pt x="1599264" y="1385144"/>
                  </a:lnTo>
                  <a:lnTo>
                    <a:pt x="1653963" y="1395367"/>
                  </a:lnTo>
                  <a:lnTo>
                    <a:pt x="1705893" y="1406829"/>
                  </a:lnTo>
                  <a:lnTo>
                    <a:pt x="1755911" y="1419617"/>
                  </a:lnTo>
                  <a:lnTo>
                    <a:pt x="1768425" y="1423087"/>
                  </a:lnTo>
                  <a:lnTo>
                    <a:pt x="1820668" y="1438707"/>
                  </a:lnTo>
                  <a:lnTo>
                    <a:pt x="1872405" y="1455923"/>
                  </a:lnTo>
                  <a:lnTo>
                    <a:pt x="1924169" y="1474758"/>
                  </a:lnTo>
                  <a:lnTo>
                    <a:pt x="1976325" y="1495180"/>
                  </a:lnTo>
                  <a:lnTo>
                    <a:pt x="2029088" y="1517096"/>
                  </a:lnTo>
                  <a:lnTo>
                    <a:pt x="2082543" y="1540348"/>
                  </a:lnTo>
                  <a:lnTo>
                    <a:pt x="2136660" y="1564712"/>
                  </a:lnTo>
                  <a:lnTo>
                    <a:pt x="2191317" y="1589910"/>
                  </a:lnTo>
                  <a:lnTo>
                    <a:pt x="2246318" y="1615614"/>
                  </a:lnTo>
                  <a:lnTo>
                    <a:pt x="2301424" y="1641469"/>
                  </a:lnTo>
                  <a:lnTo>
                    <a:pt x="2356383" y="1667113"/>
                  </a:lnTo>
                  <a:lnTo>
                    <a:pt x="2410962" y="1692193"/>
                  </a:lnTo>
                  <a:lnTo>
                    <a:pt x="2464976" y="1716390"/>
                  </a:lnTo>
                  <a:lnTo>
                    <a:pt x="2518314" y="1739432"/>
                  </a:lnTo>
                  <a:lnTo>
                    <a:pt x="2570966" y="1761108"/>
                  </a:lnTo>
                  <a:lnTo>
                    <a:pt x="2623038" y="1781269"/>
                  </a:lnTo>
                  <a:lnTo>
                    <a:pt x="2674768" y="1799834"/>
                  </a:lnTo>
                  <a:lnTo>
                    <a:pt x="2726547" y="1816781"/>
                  </a:lnTo>
                  <a:lnTo>
                    <a:pt x="2770117" y="1829683"/>
                  </a:lnTo>
                  <a:lnTo>
                    <a:pt x="2819768" y="1842814"/>
                  </a:lnTo>
                  <a:lnTo>
                    <a:pt x="2871134" y="1854607"/>
                  </a:lnTo>
                  <a:lnTo>
                    <a:pt x="2925041" y="1865134"/>
                  </a:lnTo>
                  <a:lnTo>
                    <a:pt x="2982408" y="1874514"/>
                  </a:lnTo>
                  <a:lnTo>
                    <a:pt x="3044170" y="1882878"/>
                  </a:lnTo>
                  <a:lnTo>
                    <a:pt x="3111192" y="1890354"/>
                  </a:lnTo>
                  <a:lnTo>
                    <a:pt x="3184167" y="1897053"/>
                  </a:lnTo>
                  <a:lnTo>
                    <a:pt x="3263477" y="1903063"/>
                  </a:lnTo>
                  <a:lnTo>
                    <a:pt x="3349000" y="1908449"/>
                  </a:lnTo>
                  <a:lnTo>
                    <a:pt x="3439900" y="1913248"/>
                  </a:lnTo>
                  <a:lnTo>
                    <a:pt x="3534416" y="1917476"/>
                  </a:lnTo>
                  <a:lnTo>
                    <a:pt x="3629730" y="1921128"/>
                  </a:lnTo>
                  <a:lnTo>
                    <a:pt x="3722035" y="1924190"/>
                  </a:lnTo>
                  <a:lnTo>
                    <a:pt x="3806899" y="1926652"/>
                  </a:lnTo>
                  <a:lnTo>
                    <a:pt x="3879939" y="1928521"/>
                  </a:lnTo>
                  <a:lnTo>
                    <a:pt x="3937709" y="1929836"/>
                  </a:lnTo>
                  <a:lnTo>
                    <a:pt x="3978527" y="1930667"/>
                  </a:lnTo>
                  <a:lnTo>
                    <a:pt x="4002975" y="1931114"/>
                  </a:lnTo>
                  <a:lnTo>
                    <a:pt x="4013951" y="1931295"/>
                  </a:lnTo>
                  <a:lnTo>
                    <a:pt x="4016388" y="1931332"/>
                  </a:lnTo>
                  <a:lnTo>
                    <a:pt x="4016409" y="1931332"/>
                  </a:lnTo>
                  <a:lnTo>
                    <a:pt x="4538543" y="1931332"/>
                  </a:lnTo>
                  <a:lnTo>
                    <a:pt x="4539754" y="1931276"/>
                  </a:lnTo>
                  <a:lnTo>
                    <a:pt x="4547679" y="1930872"/>
                  </a:lnTo>
                  <a:lnTo>
                    <a:pt x="4567525" y="1929757"/>
                  </a:lnTo>
                  <a:lnTo>
                    <a:pt x="4602666" y="1927566"/>
                  </a:lnTo>
                  <a:lnTo>
                    <a:pt x="4654351" y="1923975"/>
                  </a:lnTo>
                  <a:lnTo>
                    <a:pt x="4721629" y="1918735"/>
                  </a:lnTo>
                  <a:lnTo>
                    <a:pt x="4801684" y="1911701"/>
                  </a:lnTo>
                  <a:lnTo>
                    <a:pt x="4890529" y="1902822"/>
                  </a:lnTo>
                  <a:lnTo>
                    <a:pt x="4983844" y="1892112"/>
                  </a:lnTo>
                  <a:lnTo>
                    <a:pt x="5077701" y="1879617"/>
                  </a:lnTo>
                  <a:lnTo>
                    <a:pt x="5169008" y="1865363"/>
                  </a:lnTo>
                  <a:lnTo>
                    <a:pt x="5255677" y="1849332"/>
                  </a:lnTo>
                  <a:lnTo>
                    <a:pt x="5336557" y="1831440"/>
                  </a:lnTo>
                  <a:lnTo>
                    <a:pt x="5411262" y="1811527"/>
                  </a:lnTo>
                  <a:lnTo>
                    <a:pt x="5479967" y="1789356"/>
                  </a:lnTo>
                  <a:lnTo>
                    <a:pt x="5543216" y="1764621"/>
                  </a:lnTo>
                  <a:lnTo>
                    <a:pt x="5601774" y="1736957"/>
                  </a:lnTo>
                  <a:lnTo>
                    <a:pt x="5656515" y="1705965"/>
                  </a:lnTo>
                  <a:lnTo>
                    <a:pt x="5708336" y="1671253"/>
                  </a:lnTo>
                  <a:lnTo>
                    <a:pt x="5758085" y="1632517"/>
                  </a:lnTo>
                  <a:lnTo>
                    <a:pt x="5784835" y="1609443"/>
                  </a:lnTo>
                  <a:lnTo>
                    <a:pt x="5827422" y="1569553"/>
                  </a:lnTo>
                  <a:lnTo>
                    <a:pt x="5869597" y="1526332"/>
                  </a:lnTo>
                  <a:lnTo>
                    <a:pt x="5911676" y="1479717"/>
                  </a:lnTo>
                  <a:lnTo>
                    <a:pt x="5953896" y="1429716"/>
                  </a:lnTo>
                  <a:lnTo>
                    <a:pt x="5996423" y="1376418"/>
                  </a:lnTo>
                  <a:lnTo>
                    <a:pt x="6039362" y="1319999"/>
                  </a:lnTo>
                  <a:lnTo>
                    <a:pt x="6082759" y="1260728"/>
                  </a:lnTo>
                  <a:lnTo>
                    <a:pt x="6126611" y="1198964"/>
                  </a:lnTo>
                  <a:lnTo>
                    <a:pt x="6170868" y="1135148"/>
                  </a:lnTo>
                  <a:lnTo>
                    <a:pt x="6215446" y="1069796"/>
                  </a:lnTo>
                  <a:lnTo>
                    <a:pt x="6260232" y="1003482"/>
                  </a:lnTo>
                  <a:lnTo>
                    <a:pt x="6305095" y="936814"/>
                  </a:lnTo>
                  <a:lnTo>
                    <a:pt x="6349899" y="870416"/>
                  </a:lnTo>
                  <a:lnTo>
                    <a:pt x="6394512" y="804900"/>
                  </a:lnTo>
                  <a:lnTo>
                    <a:pt x="6438818" y="740846"/>
                  </a:lnTo>
                  <a:lnTo>
                    <a:pt x="6482727" y="678778"/>
                  </a:lnTo>
                  <a:lnTo>
                    <a:pt x="6526187" y="619149"/>
                  </a:lnTo>
                  <a:lnTo>
                    <a:pt x="6569186" y="562329"/>
                  </a:lnTo>
                  <a:lnTo>
                    <a:pt x="6611764" y="508599"/>
                  </a:lnTo>
                  <a:lnTo>
                    <a:pt x="6654017" y="458147"/>
                  </a:lnTo>
                  <a:lnTo>
                    <a:pt x="6696103" y="411074"/>
                  </a:lnTo>
                  <a:lnTo>
                    <a:pt x="6738249" y="367399"/>
                  </a:lnTo>
                  <a:lnTo>
                    <a:pt x="6780759" y="327066"/>
                  </a:lnTo>
                  <a:lnTo>
                    <a:pt x="6786527" y="321888"/>
                  </a:lnTo>
                  <a:lnTo>
                    <a:pt x="6835453" y="280875"/>
                  </a:lnTo>
                  <a:lnTo>
                    <a:pt x="6886035" y="243978"/>
                  </a:lnTo>
                  <a:lnTo>
                    <a:pt x="6939061" y="210986"/>
                  </a:lnTo>
                  <a:lnTo>
                    <a:pt x="6995408" y="181541"/>
                  </a:lnTo>
                  <a:lnTo>
                    <a:pt x="7055972" y="155243"/>
                  </a:lnTo>
                  <a:lnTo>
                    <a:pt x="7121591" y="131703"/>
                  </a:lnTo>
                  <a:lnTo>
                    <a:pt x="7192947" y="110582"/>
                  </a:lnTo>
                  <a:lnTo>
                    <a:pt x="7270437" y="91603"/>
                  </a:lnTo>
                  <a:lnTo>
                    <a:pt x="7354010" y="74563"/>
                  </a:lnTo>
                  <a:lnTo>
                    <a:pt x="7442962" y="59338"/>
                  </a:lnTo>
                  <a:lnTo>
                    <a:pt x="7535735" y="45874"/>
                  </a:lnTo>
                  <a:lnTo>
                    <a:pt x="7629787" y="34177"/>
                  </a:lnTo>
                  <a:lnTo>
                    <a:pt x="7721615" y="24286"/>
                  </a:lnTo>
                  <a:lnTo>
                    <a:pt x="7807039" y="16238"/>
                  </a:lnTo>
                  <a:lnTo>
                    <a:pt x="7881788" y="10023"/>
                  </a:lnTo>
                  <a:lnTo>
                    <a:pt x="7942300" y="5550"/>
                  </a:lnTo>
                  <a:lnTo>
                    <a:pt x="7986531" y="2624"/>
                  </a:lnTo>
                  <a:lnTo>
                    <a:pt x="8014503" y="961"/>
                  </a:lnTo>
                  <a:lnTo>
                    <a:pt x="8028451" y="212"/>
                  </a:lnTo>
                  <a:lnTo>
                    <a:pt x="8032612" y="9"/>
                  </a:lnTo>
                  <a:lnTo>
                    <a:pt x="8032819" y="0"/>
                  </a:lnTo>
                  <a:lnTo>
                    <a:pt x="8554953" y="0"/>
                  </a:lnTo>
                  <a:lnTo>
                    <a:pt x="8554953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426" name="pl1426"/>
            <p:cNvSpPr/>
            <p:nvPr/>
          </p:nvSpPr>
          <p:spPr>
            <a:xfrm>
              <a:off x="386606" y="3529121"/>
              <a:ext cx="8554953" cy="1931332"/>
            </a:xfrm>
            <a:custGeom>
              <a:avLst/>
              <a:pathLst>
                <a:path w="8554953" h="1931332">
                  <a:moveTo>
                    <a:pt x="8554953" y="0"/>
                  </a:moveTo>
                  <a:lnTo>
                    <a:pt x="8032819" y="0"/>
                  </a:lnTo>
                  <a:lnTo>
                    <a:pt x="8031608" y="56"/>
                  </a:lnTo>
                  <a:lnTo>
                    <a:pt x="8023683" y="459"/>
                  </a:lnTo>
                  <a:lnTo>
                    <a:pt x="8003837" y="1574"/>
                  </a:lnTo>
                  <a:lnTo>
                    <a:pt x="7968696" y="3765"/>
                  </a:lnTo>
                  <a:lnTo>
                    <a:pt x="7917011" y="7357"/>
                  </a:lnTo>
                  <a:lnTo>
                    <a:pt x="7849733" y="12596"/>
                  </a:lnTo>
                  <a:lnTo>
                    <a:pt x="7769678" y="19630"/>
                  </a:lnTo>
                  <a:lnTo>
                    <a:pt x="7680833" y="28510"/>
                  </a:lnTo>
                  <a:lnTo>
                    <a:pt x="7587518" y="39219"/>
                  </a:lnTo>
                  <a:lnTo>
                    <a:pt x="7493661" y="51715"/>
                  </a:lnTo>
                  <a:lnTo>
                    <a:pt x="7402354" y="65969"/>
                  </a:lnTo>
                  <a:lnTo>
                    <a:pt x="7315685" y="81999"/>
                  </a:lnTo>
                  <a:lnTo>
                    <a:pt x="7234805" y="99891"/>
                  </a:lnTo>
                  <a:lnTo>
                    <a:pt x="7160100" y="119805"/>
                  </a:lnTo>
                  <a:lnTo>
                    <a:pt x="7091395" y="141976"/>
                  </a:lnTo>
                  <a:lnTo>
                    <a:pt x="7028146" y="166711"/>
                  </a:lnTo>
                  <a:lnTo>
                    <a:pt x="6969588" y="194375"/>
                  </a:lnTo>
                  <a:lnTo>
                    <a:pt x="6914847" y="225367"/>
                  </a:lnTo>
                  <a:lnTo>
                    <a:pt x="6863026" y="260078"/>
                  </a:lnTo>
                  <a:lnTo>
                    <a:pt x="6813277" y="298815"/>
                  </a:lnTo>
                  <a:lnTo>
                    <a:pt x="6786527" y="321888"/>
                  </a:lnTo>
                  <a:lnTo>
                    <a:pt x="6743940" y="361779"/>
                  </a:lnTo>
                  <a:lnTo>
                    <a:pt x="6701765" y="404999"/>
                  </a:lnTo>
                  <a:lnTo>
                    <a:pt x="6659686" y="451614"/>
                  </a:lnTo>
                  <a:lnTo>
                    <a:pt x="6617466" y="501616"/>
                  </a:lnTo>
                  <a:lnTo>
                    <a:pt x="6574939" y="554914"/>
                  </a:lnTo>
                  <a:lnTo>
                    <a:pt x="6532000" y="611333"/>
                  </a:lnTo>
                  <a:lnTo>
                    <a:pt x="6488602" y="670603"/>
                  </a:lnTo>
                  <a:lnTo>
                    <a:pt x="6444751" y="732368"/>
                  </a:lnTo>
                  <a:lnTo>
                    <a:pt x="6400494" y="796184"/>
                  </a:lnTo>
                  <a:lnTo>
                    <a:pt x="6355916" y="861535"/>
                  </a:lnTo>
                  <a:lnTo>
                    <a:pt x="6311130" y="927850"/>
                  </a:lnTo>
                  <a:lnTo>
                    <a:pt x="6266267" y="994518"/>
                  </a:lnTo>
                  <a:lnTo>
                    <a:pt x="6221463" y="1060916"/>
                  </a:lnTo>
                  <a:lnTo>
                    <a:pt x="6176850" y="1126431"/>
                  </a:lnTo>
                  <a:lnTo>
                    <a:pt x="6132544" y="1190485"/>
                  </a:lnTo>
                  <a:lnTo>
                    <a:pt x="6088634" y="1252553"/>
                  </a:lnTo>
                  <a:lnTo>
                    <a:pt x="6045175" y="1312182"/>
                  </a:lnTo>
                  <a:lnTo>
                    <a:pt x="6002176" y="1369002"/>
                  </a:lnTo>
                  <a:lnTo>
                    <a:pt x="5959598" y="1422733"/>
                  </a:lnTo>
                  <a:lnTo>
                    <a:pt x="5917344" y="1473185"/>
                  </a:lnTo>
                  <a:lnTo>
                    <a:pt x="5875259" y="1520258"/>
                  </a:lnTo>
                  <a:lnTo>
                    <a:pt x="5833113" y="1563933"/>
                  </a:lnTo>
                  <a:lnTo>
                    <a:pt x="5790603" y="1604265"/>
                  </a:lnTo>
                  <a:lnTo>
                    <a:pt x="5784835" y="1609443"/>
                  </a:lnTo>
                  <a:lnTo>
                    <a:pt x="5735909" y="1650456"/>
                  </a:lnTo>
                  <a:lnTo>
                    <a:pt x="5685327" y="1687353"/>
                  </a:lnTo>
                  <a:lnTo>
                    <a:pt x="5632301" y="1720346"/>
                  </a:lnTo>
                  <a:lnTo>
                    <a:pt x="5575954" y="1749791"/>
                  </a:lnTo>
                  <a:lnTo>
                    <a:pt x="5515390" y="1776089"/>
                  </a:lnTo>
                  <a:lnTo>
                    <a:pt x="5449771" y="1799628"/>
                  </a:lnTo>
                  <a:lnTo>
                    <a:pt x="5378415" y="1820749"/>
                  </a:lnTo>
                  <a:lnTo>
                    <a:pt x="5300925" y="1839729"/>
                  </a:lnTo>
                  <a:lnTo>
                    <a:pt x="5217352" y="1856768"/>
                  </a:lnTo>
                  <a:lnTo>
                    <a:pt x="5128400" y="1871993"/>
                  </a:lnTo>
                  <a:lnTo>
                    <a:pt x="5035627" y="1885457"/>
                  </a:lnTo>
                  <a:lnTo>
                    <a:pt x="4941575" y="1897154"/>
                  </a:lnTo>
                  <a:lnTo>
                    <a:pt x="4849747" y="1907045"/>
                  </a:lnTo>
                  <a:lnTo>
                    <a:pt x="4764323" y="1915093"/>
                  </a:lnTo>
                  <a:lnTo>
                    <a:pt x="4689574" y="1921308"/>
                  </a:lnTo>
                  <a:lnTo>
                    <a:pt x="4629062" y="1925782"/>
                  </a:lnTo>
                  <a:lnTo>
                    <a:pt x="4584831" y="1928707"/>
                  </a:lnTo>
                  <a:lnTo>
                    <a:pt x="4556859" y="1930371"/>
                  </a:lnTo>
                  <a:lnTo>
                    <a:pt x="4542911" y="1931120"/>
                  </a:lnTo>
                  <a:lnTo>
                    <a:pt x="4538750" y="1931323"/>
                  </a:lnTo>
                  <a:lnTo>
                    <a:pt x="4538543" y="1931332"/>
                  </a:lnTo>
                  <a:lnTo>
                    <a:pt x="4016409" y="1931332"/>
                  </a:lnTo>
                  <a:lnTo>
                    <a:pt x="4015146" y="1931313"/>
                  </a:lnTo>
                  <a:lnTo>
                    <a:pt x="4006884" y="1931180"/>
                  </a:lnTo>
                  <a:lnTo>
                    <a:pt x="3986226" y="1930812"/>
                  </a:lnTo>
                  <a:lnTo>
                    <a:pt x="3949725" y="1930090"/>
                  </a:lnTo>
                  <a:lnTo>
                    <a:pt x="3896195" y="1928906"/>
                  </a:lnTo>
                  <a:lnTo>
                    <a:pt x="3826772" y="1927183"/>
                  </a:lnTo>
                  <a:lnTo>
                    <a:pt x="3744523" y="1924873"/>
                  </a:lnTo>
                  <a:lnTo>
                    <a:pt x="3653679" y="1921963"/>
                  </a:lnTo>
                  <a:lnTo>
                    <a:pt x="3558737" y="1918461"/>
                  </a:lnTo>
                  <a:lnTo>
                    <a:pt x="3463708" y="1914379"/>
                  </a:lnTo>
                  <a:lnTo>
                    <a:pt x="3371679" y="1909725"/>
                  </a:lnTo>
                  <a:lnTo>
                    <a:pt x="3284675" y="1904492"/>
                  </a:lnTo>
                  <a:lnTo>
                    <a:pt x="3203748" y="1898645"/>
                  </a:lnTo>
                  <a:lnTo>
                    <a:pt x="3129180" y="1892129"/>
                  </a:lnTo>
                  <a:lnTo>
                    <a:pt x="3060699" y="1884861"/>
                  </a:lnTo>
                  <a:lnTo>
                    <a:pt x="2997676" y="1876734"/>
                  </a:lnTo>
                  <a:lnTo>
                    <a:pt x="2939278" y="1867626"/>
                  </a:lnTo>
                  <a:lnTo>
                    <a:pt x="2884579" y="1857403"/>
                  </a:lnTo>
                  <a:lnTo>
                    <a:pt x="2832649" y="1845941"/>
                  </a:lnTo>
                  <a:lnTo>
                    <a:pt x="2782632" y="1833153"/>
                  </a:lnTo>
                  <a:lnTo>
                    <a:pt x="2770117" y="1829683"/>
                  </a:lnTo>
                  <a:lnTo>
                    <a:pt x="2717874" y="1814062"/>
                  </a:lnTo>
                  <a:lnTo>
                    <a:pt x="2666137" y="1796846"/>
                  </a:lnTo>
                  <a:lnTo>
                    <a:pt x="2614373" y="1778011"/>
                  </a:lnTo>
                  <a:lnTo>
                    <a:pt x="2562217" y="1757589"/>
                  </a:lnTo>
                  <a:lnTo>
                    <a:pt x="2509454" y="1735674"/>
                  </a:lnTo>
                  <a:lnTo>
                    <a:pt x="2455999" y="1712422"/>
                  </a:lnTo>
                  <a:lnTo>
                    <a:pt x="2401882" y="1688057"/>
                  </a:lnTo>
                  <a:lnTo>
                    <a:pt x="2347225" y="1662860"/>
                  </a:lnTo>
                  <a:lnTo>
                    <a:pt x="2292224" y="1637156"/>
                  </a:lnTo>
                  <a:lnTo>
                    <a:pt x="2237118" y="1611300"/>
                  </a:lnTo>
                  <a:lnTo>
                    <a:pt x="2182159" y="1585657"/>
                  </a:lnTo>
                  <a:lnTo>
                    <a:pt x="2127580" y="1560577"/>
                  </a:lnTo>
                  <a:lnTo>
                    <a:pt x="2073567" y="1536380"/>
                  </a:lnTo>
                  <a:lnTo>
                    <a:pt x="2020228" y="1513338"/>
                  </a:lnTo>
                  <a:lnTo>
                    <a:pt x="1967576" y="1491662"/>
                  </a:lnTo>
                  <a:lnTo>
                    <a:pt x="1915504" y="1471500"/>
                  </a:lnTo>
                  <a:lnTo>
                    <a:pt x="1863774" y="1452935"/>
                  </a:lnTo>
                  <a:lnTo>
                    <a:pt x="1811995" y="1435989"/>
                  </a:lnTo>
                  <a:lnTo>
                    <a:pt x="1768425" y="1423087"/>
                  </a:lnTo>
                  <a:lnTo>
                    <a:pt x="1718775" y="1409956"/>
                  </a:lnTo>
                  <a:lnTo>
                    <a:pt x="1667408" y="1398162"/>
                  </a:lnTo>
                  <a:lnTo>
                    <a:pt x="1613501" y="1387635"/>
                  </a:lnTo>
                  <a:lnTo>
                    <a:pt x="1556134" y="1378256"/>
                  </a:lnTo>
                  <a:lnTo>
                    <a:pt x="1494372" y="1369891"/>
                  </a:lnTo>
                  <a:lnTo>
                    <a:pt x="1427351" y="1362415"/>
                  </a:lnTo>
                  <a:lnTo>
                    <a:pt x="1354375" y="1355716"/>
                  </a:lnTo>
                  <a:lnTo>
                    <a:pt x="1275065" y="1349706"/>
                  </a:lnTo>
                  <a:lnTo>
                    <a:pt x="1189542" y="1344320"/>
                  </a:lnTo>
                  <a:lnTo>
                    <a:pt x="1098642" y="1339521"/>
                  </a:lnTo>
                  <a:lnTo>
                    <a:pt x="1004126" y="1335294"/>
                  </a:lnTo>
                  <a:lnTo>
                    <a:pt x="908813" y="1331642"/>
                  </a:lnTo>
                  <a:lnTo>
                    <a:pt x="816507" y="1328580"/>
                  </a:lnTo>
                  <a:lnTo>
                    <a:pt x="731643" y="1326118"/>
                  </a:lnTo>
                  <a:lnTo>
                    <a:pt x="658603" y="1324248"/>
                  </a:lnTo>
                  <a:lnTo>
                    <a:pt x="600833" y="1322934"/>
                  </a:lnTo>
                  <a:lnTo>
                    <a:pt x="560015" y="1322103"/>
                  </a:lnTo>
                  <a:lnTo>
                    <a:pt x="535567" y="1321656"/>
                  </a:lnTo>
                  <a:lnTo>
                    <a:pt x="524591" y="1321474"/>
                  </a:lnTo>
                  <a:lnTo>
                    <a:pt x="522155" y="1321438"/>
                  </a:lnTo>
                  <a:lnTo>
                    <a:pt x="522133" y="1321438"/>
                  </a:lnTo>
                  <a:lnTo>
                    <a:pt x="0" y="1321438"/>
                  </a:lnTo>
                  <a:lnTo>
                    <a:pt x="0" y="1321438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427" name="pg1427"/>
            <p:cNvSpPr/>
            <p:nvPr/>
          </p:nvSpPr>
          <p:spPr>
            <a:xfrm>
              <a:off x="386606" y="4907031"/>
              <a:ext cx="8554953" cy="1276260"/>
            </a:xfrm>
            <a:custGeom>
              <a:avLst/>
              <a:pathLst>
                <a:path w="8554953" h="1276260">
                  <a:moveTo>
                    <a:pt x="0" y="5647"/>
                  </a:moveTo>
                  <a:lnTo>
                    <a:pt x="522133" y="5647"/>
                  </a:lnTo>
                  <a:lnTo>
                    <a:pt x="523376" y="5685"/>
                  </a:lnTo>
                  <a:lnTo>
                    <a:pt x="531510" y="5958"/>
                  </a:lnTo>
                  <a:lnTo>
                    <a:pt x="551858" y="6712"/>
                  </a:lnTo>
                  <a:lnTo>
                    <a:pt x="587841" y="8193"/>
                  </a:lnTo>
                  <a:lnTo>
                    <a:pt x="640669" y="10619"/>
                  </a:lnTo>
                  <a:lnTo>
                    <a:pt x="709279" y="14155"/>
                  </a:lnTo>
                  <a:lnTo>
                    <a:pt x="790699" y="18896"/>
                  </a:lnTo>
                  <a:lnTo>
                    <a:pt x="880790" y="24875"/>
                  </a:lnTo>
                  <a:lnTo>
                    <a:pt x="975123" y="32076"/>
                  </a:lnTo>
                  <a:lnTo>
                    <a:pt x="1069715" y="40473"/>
                  </a:lnTo>
                  <a:lnTo>
                    <a:pt x="1161479" y="50046"/>
                  </a:lnTo>
                  <a:lnTo>
                    <a:pt x="1248363" y="60814"/>
                  </a:lnTo>
                  <a:lnTo>
                    <a:pt x="1329277" y="72838"/>
                  </a:lnTo>
                  <a:lnTo>
                    <a:pt x="1403900" y="86232"/>
                  </a:lnTo>
                  <a:lnTo>
                    <a:pt x="1472467" y="101162"/>
                  </a:lnTo>
                  <a:lnTo>
                    <a:pt x="1535574" y="117840"/>
                  </a:lnTo>
                  <a:lnTo>
                    <a:pt x="1594030" y="136519"/>
                  </a:lnTo>
                  <a:lnTo>
                    <a:pt x="1648741" y="157469"/>
                  </a:lnTo>
                  <a:lnTo>
                    <a:pt x="1700624" y="180949"/>
                  </a:lnTo>
                  <a:lnTo>
                    <a:pt x="1750535" y="207150"/>
                  </a:lnTo>
                  <a:lnTo>
                    <a:pt x="1768425" y="217416"/>
                  </a:lnTo>
                  <a:lnTo>
                    <a:pt x="1815882" y="246820"/>
                  </a:lnTo>
                  <a:lnTo>
                    <a:pt x="1862875" y="278957"/>
                  </a:lnTo>
                  <a:lnTo>
                    <a:pt x="1909823" y="313874"/>
                  </a:lnTo>
                  <a:lnTo>
                    <a:pt x="1957026" y="351542"/>
                  </a:lnTo>
                  <a:lnTo>
                    <a:pt x="2004678" y="391849"/>
                  </a:lnTo>
                  <a:lnTo>
                    <a:pt x="2052882" y="434590"/>
                  </a:lnTo>
                  <a:lnTo>
                    <a:pt x="2101658" y="479468"/>
                  </a:lnTo>
                  <a:lnTo>
                    <a:pt x="2150953" y="526098"/>
                  </a:lnTo>
                  <a:lnTo>
                    <a:pt x="2200656" y="574019"/>
                  </a:lnTo>
                  <a:lnTo>
                    <a:pt x="2250611" y="622709"/>
                  </a:lnTo>
                  <a:lnTo>
                    <a:pt x="2300637" y="671611"/>
                  </a:lnTo>
                  <a:lnTo>
                    <a:pt x="2350544" y="720157"/>
                  </a:lnTo>
                  <a:lnTo>
                    <a:pt x="2400157" y="767798"/>
                  </a:lnTo>
                  <a:lnTo>
                    <a:pt x="2449328" y="814024"/>
                  </a:lnTo>
                  <a:lnTo>
                    <a:pt x="2497961" y="858392"/>
                  </a:lnTo>
                  <a:lnTo>
                    <a:pt x="2546021" y="900538"/>
                  </a:lnTo>
                  <a:lnTo>
                    <a:pt x="2593545" y="940191"/>
                  </a:lnTo>
                  <a:lnTo>
                    <a:pt x="2640661" y="977167"/>
                  </a:lnTo>
                  <a:lnTo>
                    <a:pt x="2687588" y="1011377"/>
                  </a:lnTo>
                  <a:lnTo>
                    <a:pt x="2734654" y="1042813"/>
                  </a:lnTo>
                  <a:lnTo>
                    <a:pt x="2770117" y="1064491"/>
                  </a:lnTo>
                  <a:lnTo>
                    <a:pt x="2819493" y="1091706"/>
                  </a:lnTo>
                  <a:lnTo>
                    <a:pt x="2870563" y="1116164"/>
                  </a:lnTo>
                  <a:lnTo>
                    <a:pt x="2924136" y="1138010"/>
                  </a:lnTo>
                  <a:lnTo>
                    <a:pt x="2981116" y="1157487"/>
                  </a:lnTo>
                  <a:lnTo>
                    <a:pt x="3042423" y="1174866"/>
                  </a:lnTo>
                  <a:lnTo>
                    <a:pt x="3108912" y="1190408"/>
                  </a:lnTo>
                  <a:lnTo>
                    <a:pt x="3181272" y="1204341"/>
                  </a:lnTo>
                  <a:lnTo>
                    <a:pt x="3259890" y="1216850"/>
                  </a:lnTo>
                  <a:lnTo>
                    <a:pt x="3344674" y="1228067"/>
                  </a:lnTo>
                  <a:lnTo>
                    <a:pt x="3434839" y="1238072"/>
                  </a:lnTo>
                  <a:lnTo>
                    <a:pt x="3528701" y="1246900"/>
                  </a:lnTo>
                  <a:lnTo>
                    <a:pt x="3623550" y="1254541"/>
                  </a:lnTo>
                  <a:lnTo>
                    <a:pt x="3715694" y="1260970"/>
                  </a:lnTo>
                  <a:lnTo>
                    <a:pt x="3800796" y="1266162"/>
                  </a:lnTo>
                  <a:lnTo>
                    <a:pt x="3874511" y="1270131"/>
                  </a:lnTo>
                  <a:lnTo>
                    <a:pt x="3933342" y="1272947"/>
                  </a:lnTo>
                  <a:lnTo>
                    <a:pt x="3975463" y="1274751"/>
                  </a:lnTo>
                  <a:lnTo>
                    <a:pt x="4001239" y="1275743"/>
                  </a:lnTo>
                  <a:lnTo>
                    <a:pt x="4013311" y="1276162"/>
                  </a:lnTo>
                  <a:lnTo>
                    <a:pt x="4016409" y="1276260"/>
                  </a:lnTo>
                  <a:lnTo>
                    <a:pt x="4538543" y="1276260"/>
                  </a:lnTo>
                  <a:lnTo>
                    <a:pt x="4539799" y="1276233"/>
                  </a:lnTo>
                  <a:lnTo>
                    <a:pt x="4548016" y="1276038"/>
                  </a:lnTo>
                  <a:lnTo>
                    <a:pt x="4568564" y="1275499"/>
                  </a:lnTo>
                  <a:lnTo>
                    <a:pt x="4604882" y="1274442"/>
                  </a:lnTo>
                  <a:lnTo>
                    <a:pt x="4658164" y="1272709"/>
                  </a:lnTo>
                  <a:lnTo>
                    <a:pt x="4727300" y="1270186"/>
                  </a:lnTo>
                  <a:lnTo>
                    <a:pt x="4809257" y="1266803"/>
                  </a:lnTo>
                  <a:lnTo>
                    <a:pt x="4899836" y="1262540"/>
                  </a:lnTo>
                  <a:lnTo>
                    <a:pt x="4994564" y="1257407"/>
                  </a:lnTo>
                  <a:lnTo>
                    <a:pt x="5089440" y="1251424"/>
                  </a:lnTo>
                  <a:lnTo>
                    <a:pt x="5181376" y="1244604"/>
                  </a:lnTo>
                  <a:lnTo>
                    <a:pt x="5268339" y="1236932"/>
                  </a:lnTo>
                  <a:lnTo>
                    <a:pt x="5349262" y="1228364"/>
                  </a:lnTo>
                  <a:lnTo>
                    <a:pt x="5423850" y="1218817"/>
                  </a:lnTo>
                  <a:lnTo>
                    <a:pt x="5492362" y="1208169"/>
                  </a:lnTo>
                  <a:lnTo>
                    <a:pt x="5555414" y="1196268"/>
                  </a:lnTo>
                  <a:lnTo>
                    <a:pt x="5613832" y="1182932"/>
                  </a:lnTo>
                  <a:lnTo>
                    <a:pt x="5668535" y="1167969"/>
                  </a:lnTo>
                  <a:lnTo>
                    <a:pt x="5720447" y="1151194"/>
                  </a:lnTo>
                  <a:lnTo>
                    <a:pt x="5770427" y="1132478"/>
                  </a:lnTo>
                  <a:lnTo>
                    <a:pt x="5784835" y="1126610"/>
                  </a:lnTo>
                  <a:lnTo>
                    <a:pt x="5835133" y="1104517"/>
                  </a:lnTo>
                  <a:lnTo>
                    <a:pt x="5884940" y="1080250"/>
                  </a:lnTo>
                  <a:lnTo>
                    <a:pt x="5934743" y="1053775"/>
                  </a:lnTo>
                  <a:lnTo>
                    <a:pt x="5984879" y="1025126"/>
                  </a:lnTo>
                  <a:lnTo>
                    <a:pt x="6035556" y="994414"/>
                  </a:lnTo>
                  <a:lnTo>
                    <a:pt x="6086868" y="961832"/>
                  </a:lnTo>
                  <a:lnTo>
                    <a:pt x="6138810" y="927656"/>
                  </a:lnTo>
                  <a:lnTo>
                    <a:pt x="6191289" y="892237"/>
                  </a:lnTo>
                  <a:lnTo>
                    <a:pt x="6244146" y="855987"/>
                  </a:lnTo>
                  <a:lnTo>
                    <a:pt x="6297179" y="819365"/>
                  </a:lnTo>
                  <a:lnTo>
                    <a:pt x="6350162" y="782846"/>
                  </a:lnTo>
                  <a:lnTo>
                    <a:pt x="6402879" y="746903"/>
                  </a:lnTo>
                  <a:lnTo>
                    <a:pt x="6455141" y="711975"/>
                  </a:lnTo>
                  <a:lnTo>
                    <a:pt x="6506816" y="678451"/>
                  </a:lnTo>
                  <a:lnTo>
                    <a:pt x="6557849" y="646651"/>
                  </a:lnTo>
                  <a:lnTo>
                    <a:pt x="6608273" y="616814"/>
                  </a:lnTo>
                  <a:lnTo>
                    <a:pt x="6658231" y="589098"/>
                  </a:lnTo>
                  <a:lnTo>
                    <a:pt x="6707987" y="563580"/>
                  </a:lnTo>
                  <a:lnTo>
                    <a:pt x="6757938" y="540264"/>
                  </a:lnTo>
                  <a:lnTo>
                    <a:pt x="6786527" y="528010"/>
                  </a:lnTo>
                  <a:lnTo>
                    <a:pt x="6836081" y="508714"/>
                  </a:lnTo>
                  <a:lnTo>
                    <a:pt x="6887343" y="491379"/>
                  </a:lnTo>
                  <a:lnTo>
                    <a:pt x="6941132" y="475902"/>
                  </a:lnTo>
                  <a:lnTo>
                    <a:pt x="6998362" y="462109"/>
                  </a:lnTo>
                  <a:lnTo>
                    <a:pt x="7059963" y="449806"/>
                  </a:lnTo>
                  <a:lnTo>
                    <a:pt x="7126797" y="438808"/>
                  </a:lnTo>
                  <a:lnTo>
                    <a:pt x="7199555" y="428952"/>
                  </a:lnTo>
                  <a:lnTo>
                    <a:pt x="7278621" y="420106"/>
                  </a:lnTo>
                  <a:lnTo>
                    <a:pt x="7363883" y="412178"/>
                  </a:lnTo>
                  <a:lnTo>
                    <a:pt x="7454524" y="405111"/>
                  </a:lnTo>
                  <a:lnTo>
                    <a:pt x="7548810" y="398882"/>
                  </a:lnTo>
                  <a:lnTo>
                    <a:pt x="7643962" y="393497"/>
                  </a:lnTo>
                  <a:lnTo>
                    <a:pt x="7736213" y="388977"/>
                  </a:lnTo>
                  <a:lnTo>
                    <a:pt x="7821165" y="385337"/>
                  </a:lnTo>
                  <a:lnTo>
                    <a:pt x="7894447" y="382566"/>
                  </a:lnTo>
                  <a:lnTo>
                    <a:pt x="7952594" y="380611"/>
                  </a:lnTo>
                  <a:lnTo>
                    <a:pt x="7993873" y="379370"/>
                  </a:lnTo>
                  <a:lnTo>
                    <a:pt x="8018788" y="378696"/>
                  </a:lnTo>
                  <a:lnTo>
                    <a:pt x="8030146" y="378419"/>
                  </a:lnTo>
                  <a:lnTo>
                    <a:pt x="8032819" y="378360"/>
                  </a:lnTo>
                  <a:lnTo>
                    <a:pt x="8554953" y="378360"/>
                  </a:lnTo>
                  <a:lnTo>
                    <a:pt x="8554953" y="372713"/>
                  </a:lnTo>
                  <a:lnTo>
                    <a:pt x="8032819" y="372713"/>
                  </a:lnTo>
                  <a:lnTo>
                    <a:pt x="8031563" y="372740"/>
                  </a:lnTo>
                  <a:lnTo>
                    <a:pt x="8023346" y="372935"/>
                  </a:lnTo>
                  <a:lnTo>
                    <a:pt x="8002798" y="373473"/>
                  </a:lnTo>
                  <a:lnTo>
                    <a:pt x="7966480" y="374531"/>
                  </a:lnTo>
                  <a:lnTo>
                    <a:pt x="7913198" y="376264"/>
                  </a:lnTo>
                  <a:lnTo>
                    <a:pt x="7844062" y="378787"/>
                  </a:lnTo>
                  <a:lnTo>
                    <a:pt x="7762105" y="382170"/>
                  </a:lnTo>
                  <a:lnTo>
                    <a:pt x="7671526" y="386433"/>
                  </a:lnTo>
                  <a:lnTo>
                    <a:pt x="7576798" y="391566"/>
                  </a:lnTo>
                  <a:lnTo>
                    <a:pt x="7481922" y="397549"/>
                  </a:lnTo>
                  <a:lnTo>
                    <a:pt x="7389986" y="404369"/>
                  </a:lnTo>
                  <a:lnTo>
                    <a:pt x="7303023" y="412041"/>
                  </a:lnTo>
                  <a:lnTo>
                    <a:pt x="7222100" y="420609"/>
                  </a:lnTo>
                  <a:lnTo>
                    <a:pt x="7147512" y="430156"/>
                  </a:lnTo>
                  <a:lnTo>
                    <a:pt x="7079000" y="440804"/>
                  </a:lnTo>
                  <a:lnTo>
                    <a:pt x="7015948" y="452705"/>
                  </a:lnTo>
                  <a:lnTo>
                    <a:pt x="6957530" y="466040"/>
                  </a:lnTo>
                  <a:lnTo>
                    <a:pt x="6902827" y="481004"/>
                  </a:lnTo>
                  <a:lnTo>
                    <a:pt x="6850914" y="497778"/>
                  </a:lnTo>
                  <a:lnTo>
                    <a:pt x="6800935" y="516495"/>
                  </a:lnTo>
                  <a:lnTo>
                    <a:pt x="6786527" y="522363"/>
                  </a:lnTo>
                  <a:lnTo>
                    <a:pt x="6736229" y="544456"/>
                  </a:lnTo>
                  <a:lnTo>
                    <a:pt x="6686422" y="568723"/>
                  </a:lnTo>
                  <a:lnTo>
                    <a:pt x="6636619" y="595198"/>
                  </a:lnTo>
                  <a:lnTo>
                    <a:pt x="6586483" y="623847"/>
                  </a:lnTo>
                  <a:lnTo>
                    <a:pt x="6535806" y="654559"/>
                  </a:lnTo>
                  <a:lnTo>
                    <a:pt x="6484494" y="687141"/>
                  </a:lnTo>
                  <a:lnTo>
                    <a:pt x="6432552" y="721317"/>
                  </a:lnTo>
                  <a:lnTo>
                    <a:pt x="6380073" y="756736"/>
                  </a:lnTo>
                  <a:lnTo>
                    <a:pt x="6327216" y="792986"/>
                  </a:lnTo>
                  <a:lnTo>
                    <a:pt x="6274183" y="829608"/>
                  </a:lnTo>
                  <a:lnTo>
                    <a:pt x="6221200" y="866127"/>
                  </a:lnTo>
                  <a:lnTo>
                    <a:pt x="6168483" y="902070"/>
                  </a:lnTo>
                  <a:lnTo>
                    <a:pt x="6116221" y="936998"/>
                  </a:lnTo>
                  <a:lnTo>
                    <a:pt x="6064546" y="970522"/>
                  </a:lnTo>
                  <a:lnTo>
                    <a:pt x="6013513" y="1002322"/>
                  </a:lnTo>
                  <a:lnTo>
                    <a:pt x="5963089" y="1032159"/>
                  </a:lnTo>
                  <a:lnTo>
                    <a:pt x="5913131" y="1059875"/>
                  </a:lnTo>
                  <a:lnTo>
                    <a:pt x="5863375" y="1085393"/>
                  </a:lnTo>
                  <a:lnTo>
                    <a:pt x="5813424" y="1108709"/>
                  </a:lnTo>
                  <a:lnTo>
                    <a:pt x="5784835" y="1120963"/>
                  </a:lnTo>
                  <a:lnTo>
                    <a:pt x="5735281" y="1140259"/>
                  </a:lnTo>
                  <a:lnTo>
                    <a:pt x="5684019" y="1157594"/>
                  </a:lnTo>
                  <a:lnTo>
                    <a:pt x="5630230" y="1173071"/>
                  </a:lnTo>
                  <a:lnTo>
                    <a:pt x="5573000" y="1186864"/>
                  </a:lnTo>
                  <a:lnTo>
                    <a:pt x="5511399" y="1199167"/>
                  </a:lnTo>
                  <a:lnTo>
                    <a:pt x="5444565" y="1210165"/>
                  </a:lnTo>
                  <a:lnTo>
                    <a:pt x="5371807" y="1220021"/>
                  </a:lnTo>
                  <a:lnTo>
                    <a:pt x="5292741" y="1228867"/>
                  </a:lnTo>
                  <a:lnTo>
                    <a:pt x="5207479" y="1236795"/>
                  </a:lnTo>
                  <a:lnTo>
                    <a:pt x="5116838" y="1243862"/>
                  </a:lnTo>
                  <a:lnTo>
                    <a:pt x="5022552" y="1250091"/>
                  </a:lnTo>
                  <a:lnTo>
                    <a:pt x="4927400" y="1255476"/>
                  </a:lnTo>
                  <a:lnTo>
                    <a:pt x="4835149" y="1259996"/>
                  </a:lnTo>
                  <a:lnTo>
                    <a:pt x="4750197" y="1263636"/>
                  </a:lnTo>
                  <a:lnTo>
                    <a:pt x="4676915" y="1266407"/>
                  </a:lnTo>
                  <a:lnTo>
                    <a:pt x="4618768" y="1268362"/>
                  </a:lnTo>
                  <a:lnTo>
                    <a:pt x="4577489" y="1269603"/>
                  </a:lnTo>
                  <a:lnTo>
                    <a:pt x="4552574" y="1270277"/>
                  </a:lnTo>
                  <a:lnTo>
                    <a:pt x="4541216" y="1270554"/>
                  </a:lnTo>
                  <a:lnTo>
                    <a:pt x="4538543" y="1270613"/>
                  </a:lnTo>
                  <a:lnTo>
                    <a:pt x="4016409" y="1270613"/>
                  </a:lnTo>
                  <a:lnTo>
                    <a:pt x="4015166" y="1270575"/>
                  </a:lnTo>
                  <a:lnTo>
                    <a:pt x="4007032" y="1270302"/>
                  </a:lnTo>
                  <a:lnTo>
                    <a:pt x="3986684" y="1269548"/>
                  </a:lnTo>
                  <a:lnTo>
                    <a:pt x="3950701" y="1268067"/>
                  </a:lnTo>
                  <a:lnTo>
                    <a:pt x="3897873" y="1265641"/>
                  </a:lnTo>
                  <a:lnTo>
                    <a:pt x="3829263" y="1262105"/>
                  </a:lnTo>
                  <a:lnTo>
                    <a:pt x="3747844" y="1257363"/>
                  </a:lnTo>
                  <a:lnTo>
                    <a:pt x="3657752" y="1251385"/>
                  </a:lnTo>
                  <a:lnTo>
                    <a:pt x="3563419" y="1244183"/>
                  </a:lnTo>
                  <a:lnTo>
                    <a:pt x="3468827" y="1235787"/>
                  </a:lnTo>
                  <a:lnTo>
                    <a:pt x="3377064" y="1226213"/>
                  </a:lnTo>
                  <a:lnTo>
                    <a:pt x="3290179" y="1215446"/>
                  </a:lnTo>
                  <a:lnTo>
                    <a:pt x="3209265" y="1203422"/>
                  </a:lnTo>
                  <a:lnTo>
                    <a:pt x="3134642" y="1190028"/>
                  </a:lnTo>
                  <a:lnTo>
                    <a:pt x="3066075" y="1175098"/>
                  </a:lnTo>
                  <a:lnTo>
                    <a:pt x="3002968" y="1158419"/>
                  </a:lnTo>
                  <a:lnTo>
                    <a:pt x="2944512" y="1139740"/>
                  </a:lnTo>
                  <a:lnTo>
                    <a:pt x="2889801" y="1118790"/>
                  </a:lnTo>
                  <a:lnTo>
                    <a:pt x="2837918" y="1095310"/>
                  </a:lnTo>
                  <a:lnTo>
                    <a:pt x="2788007" y="1069110"/>
                  </a:lnTo>
                  <a:lnTo>
                    <a:pt x="2770117" y="1058844"/>
                  </a:lnTo>
                  <a:lnTo>
                    <a:pt x="2722660" y="1029439"/>
                  </a:lnTo>
                  <a:lnTo>
                    <a:pt x="2675667" y="997302"/>
                  </a:lnTo>
                  <a:lnTo>
                    <a:pt x="2628719" y="962386"/>
                  </a:lnTo>
                  <a:lnTo>
                    <a:pt x="2581516" y="924717"/>
                  </a:lnTo>
                  <a:lnTo>
                    <a:pt x="2533864" y="884410"/>
                  </a:lnTo>
                  <a:lnTo>
                    <a:pt x="2485660" y="841670"/>
                  </a:lnTo>
                  <a:lnTo>
                    <a:pt x="2436884" y="796792"/>
                  </a:lnTo>
                  <a:lnTo>
                    <a:pt x="2387589" y="750162"/>
                  </a:lnTo>
                  <a:lnTo>
                    <a:pt x="2337886" y="702241"/>
                  </a:lnTo>
                  <a:lnTo>
                    <a:pt x="2287931" y="653551"/>
                  </a:lnTo>
                  <a:lnTo>
                    <a:pt x="2237905" y="604649"/>
                  </a:lnTo>
                  <a:lnTo>
                    <a:pt x="2187998" y="556102"/>
                  </a:lnTo>
                  <a:lnTo>
                    <a:pt x="2138385" y="508462"/>
                  </a:lnTo>
                  <a:lnTo>
                    <a:pt x="2089214" y="462236"/>
                  </a:lnTo>
                  <a:lnTo>
                    <a:pt x="2040581" y="417868"/>
                  </a:lnTo>
                  <a:lnTo>
                    <a:pt x="1992522" y="375721"/>
                  </a:lnTo>
                  <a:lnTo>
                    <a:pt x="1944997" y="336069"/>
                  </a:lnTo>
                  <a:lnTo>
                    <a:pt x="1897881" y="299093"/>
                  </a:lnTo>
                  <a:lnTo>
                    <a:pt x="1850954" y="264883"/>
                  </a:lnTo>
                  <a:lnTo>
                    <a:pt x="1803888" y="233447"/>
                  </a:lnTo>
                  <a:lnTo>
                    <a:pt x="1768425" y="211768"/>
                  </a:lnTo>
                  <a:lnTo>
                    <a:pt x="1719049" y="184554"/>
                  </a:lnTo>
                  <a:lnTo>
                    <a:pt x="1667979" y="160096"/>
                  </a:lnTo>
                  <a:lnTo>
                    <a:pt x="1614406" y="138249"/>
                  </a:lnTo>
                  <a:lnTo>
                    <a:pt x="1557426" y="118772"/>
                  </a:lnTo>
                  <a:lnTo>
                    <a:pt x="1496119" y="101393"/>
                  </a:lnTo>
                  <a:lnTo>
                    <a:pt x="1429631" y="85852"/>
                  </a:lnTo>
                  <a:lnTo>
                    <a:pt x="1357270" y="71918"/>
                  </a:lnTo>
                  <a:lnTo>
                    <a:pt x="1278652" y="59410"/>
                  </a:lnTo>
                  <a:lnTo>
                    <a:pt x="1193868" y="48193"/>
                  </a:lnTo>
                  <a:lnTo>
                    <a:pt x="1103703" y="38187"/>
                  </a:lnTo>
                  <a:lnTo>
                    <a:pt x="1009841" y="29360"/>
                  </a:lnTo>
                  <a:lnTo>
                    <a:pt x="914992" y="21718"/>
                  </a:lnTo>
                  <a:lnTo>
                    <a:pt x="822848" y="15290"/>
                  </a:lnTo>
                  <a:lnTo>
                    <a:pt x="737746" y="10097"/>
                  </a:lnTo>
                  <a:lnTo>
                    <a:pt x="664031" y="6129"/>
                  </a:lnTo>
                  <a:lnTo>
                    <a:pt x="605200" y="3312"/>
                  </a:lnTo>
                  <a:lnTo>
                    <a:pt x="563079" y="1509"/>
                  </a:lnTo>
                  <a:lnTo>
                    <a:pt x="537304" y="517"/>
                  </a:lnTo>
                  <a:lnTo>
                    <a:pt x="525231" y="97"/>
                  </a:lnTo>
                  <a:lnTo>
                    <a:pt x="5221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78AC3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1428" name="pl1428"/>
            <p:cNvSpPr/>
            <p:nvPr/>
          </p:nvSpPr>
          <p:spPr>
            <a:xfrm>
              <a:off x="386606" y="4912678"/>
              <a:ext cx="8554953" cy="1270613"/>
            </a:xfrm>
            <a:custGeom>
              <a:avLst/>
              <a:pathLst>
                <a:path w="8554953" h="1270613">
                  <a:moveTo>
                    <a:pt x="0" y="0"/>
                  </a:moveTo>
                  <a:lnTo>
                    <a:pt x="522133" y="0"/>
                  </a:lnTo>
                  <a:lnTo>
                    <a:pt x="523376" y="38"/>
                  </a:lnTo>
                  <a:lnTo>
                    <a:pt x="531510" y="310"/>
                  </a:lnTo>
                  <a:lnTo>
                    <a:pt x="551858" y="1064"/>
                  </a:lnTo>
                  <a:lnTo>
                    <a:pt x="587841" y="2545"/>
                  </a:lnTo>
                  <a:lnTo>
                    <a:pt x="640669" y="4972"/>
                  </a:lnTo>
                  <a:lnTo>
                    <a:pt x="709279" y="8508"/>
                  </a:lnTo>
                  <a:lnTo>
                    <a:pt x="790699" y="13249"/>
                  </a:lnTo>
                  <a:lnTo>
                    <a:pt x="880790" y="19227"/>
                  </a:lnTo>
                  <a:lnTo>
                    <a:pt x="975123" y="26429"/>
                  </a:lnTo>
                  <a:lnTo>
                    <a:pt x="1069715" y="34825"/>
                  </a:lnTo>
                  <a:lnTo>
                    <a:pt x="1161479" y="44399"/>
                  </a:lnTo>
                  <a:lnTo>
                    <a:pt x="1248363" y="55167"/>
                  </a:lnTo>
                  <a:lnTo>
                    <a:pt x="1329277" y="67191"/>
                  </a:lnTo>
                  <a:lnTo>
                    <a:pt x="1403900" y="80585"/>
                  </a:lnTo>
                  <a:lnTo>
                    <a:pt x="1472467" y="95515"/>
                  </a:lnTo>
                  <a:lnTo>
                    <a:pt x="1535574" y="112193"/>
                  </a:lnTo>
                  <a:lnTo>
                    <a:pt x="1594030" y="130872"/>
                  </a:lnTo>
                  <a:lnTo>
                    <a:pt x="1648741" y="151822"/>
                  </a:lnTo>
                  <a:lnTo>
                    <a:pt x="1700624" y="175302"/>
                  </a:lnTo>
                  <a:lnTo>
                    <a:pt x="1750535" y="201503"/>
                  </a:lnTo>
                  <a:lnTo>
                    <a:pt x="1768425" y="211768"/>
                  </a:lnTo>
                  <a:lnTo>
                    <a:pt x="1815882" y="241173"/>
                  </a:lnTo>
                  <a:lnTo>
                    <a:pt x="1862875" y="273310"/>
                  </a:lnTo>
                  <a:lnTo>
                    <a:pt x="1909823" y="308227"/>
                  </a:lnTo>
                  <a:lnTo>
                    <a:pt x="1957026" y="345895"/>
                  </a:lnTo>
                  <a:lnTo>
                    <a:pt x="2004678" y="386202"/>
                  </a:lnTo>
                  <a:lnTo>
                    <a:pt x="2052882" y="428943"/>
                  </a:lnTo>
                  <a:lnTo>
                    <a:pt x="2101658" y="473821"/>
                  </a:lnTo>
                  <a:lnTo>
                    <a:pt x="2150953" y="520451"/>
                  </a:lnTo>
                  <a:lnTo>
                    <a:pt x="2200656" y="568372"/>
                  </a:lnTo>
                  <a:lnTo>
                    <a:pt x="2250611" y="617062"/>
                  </a:lnTo>
                  <a:lnTo>
                    <a:pt x="2300637" y="665964"/>
                  </a:lnTo>
                  <a:lnTo>
                    <a:pt x="2350544" y="714510"/>
                  </a:lnTo>
                  <a:lnTo>
                    <a:pt x="2400157" y="762150"/>
                  </a:lnTo>
                  <a:lnTo>
                    <a:pt x="2449328" y="808376"/>
                  </a:lnTo>
                  <a:lnTo>
                    <a:pt x="2497961" y="852744"/>
                  </a:lnTo>
                  <a:lnTo>
                    <a:pt x="2546021" y="894891"/>
                  </a:lnTo>
                  <a:lnTo>
                    <a:pt x="2593545" y="934543"/>
                  </a:lnTo>
                  <a:lnTo>
                    <a:pt x="2640661" y="971520"/>
                  </a:lnTo>
                  <a:lnTo>
                    <a:pt x="2687588" y="1005730"/>
                  </a:lnTo>
                  <a:lnTo>
                    <a:pt x="2734654" y="1037166"/>
                  </a:lnTo>
                  <a:lnTo>
                    <a:pt x="2770117" y="1058844"/>
                  </a:lnTo>
                  <a:lnTo>
                    <a:pt x="2819493" y="1086058"/>
                  </a:lnTo>
                  <a:lnTo>
                    <a:pt x="2870563" y="1110517"/>
                  </a:lnTo>
                  <a:lnTo>
                    <a:pt x="2924136" y="1132363"/>
                  </a:lnTo>
                  <a:lnTo>
                    <a:pt x="2981116" y="1151840"/>
                  </a:lnTo>
                  <a:lnTo>
                    <a:pt x="3042423" y="1169219"/>
                  </a:lnTo>
                  <a:lnTo>
                    <a:pt x="3108912" y="1184761"/>
                  </a:lnTo>
                  <a:lnTo>
                    <a:pt x="3181272" y="1198694"/>
                  </a:lnTo>
                  <a:lnTo>
                    <a:pt x="3259890" y="1211203"/>
                  </a:lnTo>
                  <a:lnTo>
                    <a:pt x="3344674" y="1222419"/>
                  </a:lnTo>
                  <a:lnTo>
                    <a:pt x="3434839" y="1232425"/>
                  </a:lnTo>
                  <a:lnTo>
                    <a:pt x="3528701" y="1241252"/>
                  </a:lnTo>
                  <a:lnTo>
                    <a:pt x="3623550" y="1248894"/>
                  </a:lnTo>
                  <a:lnTo>
                    <a:pt x="3715694" y="1255322"/>
                  </a:lnTo>
                  <a:lnTo>
                    <a:pt x="3800796" y="1260515"/>
                  </a:lnTo>
                  <a:lnTo>
                    <a:pt x="3874511" y="1264484"/>
                  </a:lnTo>
                  <a:lnTo>
                    <a:pt x="3933342" y="1267300"/>
                  </a:lnTo>
                  <a:lnTo>
                    <a:pt x="3975463" y="1269104"/>
                  </a:lnTo>
                  <a:lnTo>
                    <a:pt x="4001239" y="1270096"/>
                  </a:lnTo>
                  <a:lnTo>
                    <a:pt x="4013311" y="1270515"/>
                  </a:lnTo>
                  <a:lnTo>
                    <a:pt x="4016346" y="1270611"/>
                  </a:lnTo>
                  <a:lnTo>
                    <a:pt x="4016409" y="1270613"/>
                  </a:lnTo>
                  <a:lnTo>
                    <a:pt x="4538543" y="1270613"/>
                  </a:lnTo>
                  <a:lnTo>
                    <a:pt x="4539799" y="1270586"/>
                  </a:lnTo>
                  <a:lnTo>
                    <a:pt x="4548016" y="1270391"/>
                  </a:lnTo>
                  <a:lnTo>
                    <a:pt x="4568564" y="1269852"/>
                  </a:lnTo>
                  <a:lnTo>
                    <a:pt x="4604882" y="1268795"/>
                  </a:lnTo>
                  <a:lnTo>
                    <a:pt x="4658164" y="1267062"/>
                  </a:lnTo>
                  <a:lnTo>
                    <a:pt x="4727300" y="1264538"/>
                  </a:lnTo>
                  <a:lnTo>
                    <a:pt x="4809257" y="1261156"/>
                  </a:lnTo>
                  <a:lnTo>
                    <a:pt x="4899836" y="1256893"/>
                  </a:lnTo>
                  <a:lnTo>
                    <a:pt x="4994564" y="1251760"/>
                  </a:lnTo>
                  <a:lnTo>
                    <a:pt x="5089440" y="1245777"/>
                  </a:lnTo>
                  <a:lnTo>
                    <a:pt x="5181376" y="1238957"/>
                  </a:lnTo>
                  <a:lnTo>
                    <a:pt x="5268339" y="1231285"/>
                  </a:lnTo>
                  <a:lnTo>
                    <a:pt x="5349262" y="1222717"/>
                  </a:lnTo>
                  <a:lnTo>
                    <a:pt x="5423850" y="1213169"/>
                  </a:lnTo>
                  <a:lnTo>
                    <a:pt x="5492362" y="1202522"/>
                  </a:lnTo>
                  <a:lnTo>
                    <a:pt x="5555414" y="1190621"/>
                  </a:lnTo>
                  <a:lnTo>
                    <a:pt x="5613832" y="1177285"/>
                  </a:lnTo>
                  <a:lnTo>
                    <a:pt x="5668535" y="1162322"/>
                  </a:lnTo>
                  <a:lnTo>
                    <a:pt x="5720447" y="1145547"/>
                  </a:lnTo>
                  <a:lnTo>
                    <a:pt x="5770427" y="1126831"/>
                  </a:lnTo>
                  <a:lnTo>
                    <a:pt x="5784835" y="1120963"/>
                  </a:lnTo>
                  <a:lnTo>
                    <a:pt x="5835133" y="1098870"/>
                  </a:lnTo>
                  <a:lnTo>
                    <a:pt x="5884940" y="1074603"/>
                  </a:lnTo>
                  <a:lnTo>
                    <a:pt x="5934743" y="1048128"/>
                  </a:lnTo>
                  <a:lnTo>
                    <a:pt x="5984879" y="1019479"/>
                  </a:lnTo>
                  <a:lnTo>
                    <a:pt x="6035556" y="988766"/>
                  </a:lnTo>
                  <a:lnTo>
                    <a:pt x="6086868" y="956185"/>
                  </a:lnTo>
                  <a:lnTo>
                    <a:pt x="6138810" y="922009"/>
                  </a:lnTo>
                  <a:lnTo>
                    <a:pt x="6191289" y="886590"/>
                  </a:lnTo>
                  <a:lnTo>
                    <a:pt x="6244146" y="850340"/>
                  </a:lnTo>
                  <a:lnTo>
                    <a:pt x="6297179" y="813718"/>
                  </a:lnTo>
                  <a:lnTo>
                    <a:pt x="6350162" y="777199"/>
                  </a:lnTo>
                  <a:lnTo>
                    <a:pt x="6402879" y="741255"/>
                  </a:lnTo>
                  <a:lnTo>
                    <a:pt x="6455141" y="706328"/>
                  </a:lnTo>
                  <a:lnTo>
                    <a:pt x="6506816" y="672804"/>
                  </a:lnTo>
                  <a:lnTo>
                    <a:pt x="6557849" y="641004"/>
                  </a:lnTo>
                  <a:lnTo>
                    <a:pt x="6608273" y="611167"/>
                  </a:lnTo>
                  <a:lnTo>
                    <a:pt x="6658231" y="583451"/>
                  </a:lnTo>
                  <a:lnTo>
                    <a:pt x="6707987" y="557933"/>
                  </a:lnTo>
                  <a:lnTo>
                    <a:pt x="6757938" y="534616"/>
                  </a:lnTo>
                  <a:lnTo>
                    <a:pt x="6786527" y="522363"/>
                  </a:lnTo>
                  <a:lnTo>
                    <a:pt x="6836081" y="503067"/>
                  </a:lnTo>
                  <a:lnTo>
                    <a:pt x="6887343" y="485732"/>
                  </a:lnTo>
                  <a:lnTo>
                    <a:pt x="6941132" y="470255"/>
                  </a:lnTo>
                  <a:lnTo>
                    <a:pt x="6998362" y="456462"/>
                  </a:lnTo>
                  <a:lnTo>
                    <a:pt x="7059963" y="444159"/>
                  </a:lnTo>
                  <a:lnTo>
                    <a:pt x="7126797" y="433161"/>
                  </a:lnTo>
                  <a:lnTo>
                    <a:pt x="7199555" y="423304"/>
                  </a:lnTo>
                  <a:lnTo>
                    <a:pt x="7278621" y="414459"/>
                  </a:lnTo>
                  <a:lnTo>
                    <a:pt x="7363883" y="406531"/>
                  </a:lnTo>
                  <a:lnTo>
                    <a:pt x="7454524" y="399464"/>
                  </a:lnTo>
                  <a:lnTo>
                    <a:pt x="7548810" y="393235"/>
                  </a:lnTo>
                  <a:lnTo>
                    <a:pt x="7643962" y="387850"/>
                  </a:lnTo>
                  <a:lnTo>
                    <a:pt x="7736213" y="383330"/>
                  </a:lnTo>
                  <a:lnTo>
                    <a:pt x="7821165" y="379689"/>
                  </a:lnTo>
                  <a:lnTo>
                    <a:pt x="7894447" y="376918"/>
                  </a:lnTo>
                  <a:lnTo>
                    <a:pt x="7952594" y="374964"/>
                  </a:lnTo>
                  <a:lnTo>
                    <a:pt x="7993873" y="373723"/>
                  </a:lnTo>
                  <a:lnTo>
                    <a:pt x="8018788" y="373049"/>
                  </a:lnTo>
                  <a:lnTo>
                    <a:pt x="8030146" y="372772"/>
                  </a:lnTo>
                  <a:lnTo>
                    <a:pt x="8032786" y="372713"/>
                  </a:lnTo>
                  <a:lnTo>
                    <a:pt x="8032819" y="372713"/>
                  </a:lnTo>
                  <a:lnTo>
                    <a:pt x="8554953" y="372713"/>
                  </a:lnTo>
                  <a:lnTo>
                    <a:pt x="8554953" y="372713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429" name="pl1429"/>
            <p:cNvSpPr/>
            <p:nvPr/>
          </p:nvSpPr>
          <p:spPr>
            <a:xfrm>
              <a:off x="386606" y="4907031"/>
              <a:ext cx="8554953" cy="1270613"/>
            </a:xfrm>
            <a:custGeom>
              <a:avLst/>
              <a:pathLst>
                <a:path w="8554953" h="1270613">
                  <a:moveTo>
                    <a:pt x="8554953" y="372713"/>
                  </a:moveTo>
                  <a:lnTo>
                    <a:pt x="8032819" y="372713"/>
                  </a:lnTo>
                  <a:lnTo>
                    <a:pt x="8031563" y="372740"/>
                  </a:lnTo>
                  <a:lnTo>
                    <a:pt x="8023346" y="372935"/>
                  </a:lnTo>
                  <a:lnTo>
                    <a:pt x="8002798" y="373473"/>
                  </a:lnTo>
                  <a:lnTo>
                    <a:pt x="7966480" y="374531"/>
                  </a:lnTo>
                  <a:lnTo>
                    <a:pt x="7913198" y="376264"/>
                  </a:lnTo>
                  <a:lnTo>
                    <a:pt x="7844062" y="378787"/>
                  </a:lnTo>
                  <a:lnTo>
                    <a:pt x="7762105" y="382170"/>
                  </a:lnTo>
                  <a:lnTo>
                    <a:pt x="7671526" y="386433"/>
                  </a:lnTo>
                  <a:lnTo>
                    <a:pt x="7576798" y="391566"/>
                  </a:lnTo>
                  <a:lnTo>
                    <a:pt x="7481922" y="397549"/>
                  </a:lnTo>
                  <a:lnTo>
                    <a:pt x="7389986" y="404369"/>
                  </a:lnTo>
                  <a:lnTo>
                    <a:pt x="7303023" y="412041"/>
                  </a:lnTo>
                  <a:lnTo>
                    <a:pt x="7222100" y="420609"/>
                  </a:lnTo>
                  <a:lnTo>
                    <a:pt x="7147512" y="430156"/>
                  </a:lnTo>
                  <a:lnTo>
                    <a:pt x="7079000" y="440804"/>
                  </a:lnTo>
                  <a:lnTo>
                    <a:pt x="7015948" y="452705"/>
                  </a:lnTo>
                  <a:lnTo>
                    <a:pt x="6957530" y="466040"/>
                  </a:lnTo>
                  <a:lnTo>
                    <a:pt x="6902827" y="481004"/>
                  </a:lnTo>
                  <a:lnTo>
                    <a:pt x="6850914" y="497778"/>
                  </a:lnTo>
                  <a:lnTo>
                    <a:pt x="6800935" y="516495"/>
                  </a:lnTo>
                  <a:lnTo>
                    <a:pt x="6786527" y="522363"/>
                  </a:lnTo>
                  <a:lnTo>
                    <a:pt x="6736229" y="544456"/>
                  </a:lnTo>
                  <a:lnTo>
                    <a:pt x="6686422" y="568723"/>
                  </a:lnTo>
                  <a:lnTo>
                    <a:pt x="6636619" y="595198"/>
                  </a:lnTo>
                  <a:lnTo>
                    <a:pt x="6586483" y="623847"/>
                  </a:lnTo>
                  <a:lnTo>
                    <a:pt x="6535806" y="654559"/>
                  </a:lnTo>
                  <a:lnTo>
                    <a:pt x="6484494" y="687141"/>
                  </a:lnTo>
                  <a:lnTo>
                    <a:pt x="6432552" y="721317"/>
                  </a:lnTo>
                  <a:lnTo>
                    <a:pt x="6380073" y="756736"/>
                  </a:lnTo>
                  <a:lnTo>
                    <a:pt x="6327216" y="792986"/>
                  </a:lnTo>
                  <a:lnTo>
                    <a:pt x="6274183" y="829608"/>
                  </a:lnTo>
                  <a:lnTo>
                    <a:pt x="6221200" y="866127"/>
                  </a:lnTo>
                  <a:lnTo>
                    <a:pt x="6168483" y="902070"/>
                  </a:lnTo>
                  <a:lnTo>
                    <a:pt x="6116221" y="936998"/>
                  </a:lnTo>
                  <a:lnTo>
                    <a:pt x="6064546" y="970522"/>
                  </a:lnTo>
                  <a:lnTo>
                    <a:pt x="6013513" y="1002322"/>
                  </a:lnTo>
                  <a:lnTo>
                    <a:pt x="5963089" y="1032159"/>
                  </a:lnTo>
                  <a:lnTo>
                    <a:pt x="5913131" y="1059875"/>
                  </a:lnTo>
                  <a:lnTo>
                    <a:pt x="5863375" y="1085393"/>
                  </a:lnTo>
                  <a:lnTo>
                    <a:pt x="5813424" y="1108709"/>
                  </a:lnTo>
                  <a:lnTo>
                    <a:pt x="5784835" y="1120963"/>
                  </a:lnTo>
                  <a:lnTo>
                    <a:pt x="5735281" y="1140259"/>
                  </a:lnTo>
                  <a:lnTo>
                    <a:pt x="5684019" y="1157594"/>
                  </a:lnTo>
                  <a:lnTo>
                    <a:pt x="5630230" y="1173071"/>
                  </a:lnTo>
                  <a:lnTo>
                    <a:pt x="5573000" y="1186864"/>
                  </a:lnTo>
                  <a:lnTo>
                    <a:pt x="5511399" y="1199167"/>
                  </a:lnTo>
                  <a:lnTo>
                    <a:pt x="5444565" y="1210165"/>
                  </a:lnTo>
                  <a:lnTo>
                    <a:pt x="5371807" y="1220021"/>
                  </a:lnTo>
                  <a:lnTo>
                    <a:pt x="5292741" y="1228867"/>
                  </a:lnTo>
                  <a:lnTo>
                    <a:pt x="5207479" y="1236795"/>
                  </a:lnTo>
                  <a:lnTo>
                    <a:pt x="5116838" y="1243862"/>
                  </a:lnTo>
                  <a:lnTo>
                    <a:pt x="5022552" y="1250091"/>
                  </a:lnTo>
                  <a:lnTo>
                    <a:pt x="4927400" y="1255476"/>
                  </a:lnTo>
                  <a:lnTo>
                    <a:pt x="4835149" y="1259996"/>
                  </a:lnTo>
                  <a:lnTo>
                    <a:pt x="4750197" y="1263636"/>
                  </a:lnTo>
                  <a:lnTo>
                    <a:pt x="4676915" y="1266407"/>
                  </a:lnTo>
                  <a:lnTo>
                    <a:pt x="4618768" y="1268362"/>
                  </a:lnTo>
                  <a:lnTo>
                    <a:pt x="4577489" y="1269603"/>
                  </a:lnTo>
                  <a:lnTo>
                    <a:pt x="4552574" y="1270277"/>
                  </a:lnTo>
                  <a:lnTo>
                    <a:pt x="4541216" y="1270554"/>
                  </a:lnTo>
                  <a:lnTo>
                    <a:pt x="4538576" y="1270612"/>
                  </a:lnTo>
                  <a:lnTo>
                    <a:pt x="4538543" y="1270613"/>
                  </a:lnTo>
                  <a:lnTo>
                    <a:pt x="4016409" y="1270613"/>
                  </a:lnTo>
                  <a:lnTo>
                    <a:pt x="4015166" y="1270575"/>
                  </a:lnTo>
                  <a:lnTo>
                    <a:pt x="4007032" y="1270302"/>
                  </a:lnTo>
                  <a:lnTo>
                    <a:pt x="3986684" y="1269548"/>
                  </a:lnTo>
                  <a:lnTo>
                    <a:pt x="3950701" y="1268067"/>
                  </a:lnTo>
                  <a:lnTo>
                    <a:pt x="3897873" y="1265641"/>
                  </a:lnTo>
                  <a:lnTo>
                    <a:pt x="3829263" y="1262105"/>
                  </a:lnTo>
                  <a:lnTo>
                    <a:pt x="3747844" y="1257363"/>
                  </a:lnTo>
                  <a:lnTo>
                    <a:pt x="3657752" y="1251385"/>
                  </a:lnTo>
                  <a:lnTo>
                    <a:pt x="3563419" y="1244183"/>
                  </a:lnTo>
                  <a:lnTo>
                    <a:pt x="3468827" y="1235787"/>
                  </a:lnTo>
                  <a:lnTo>
                    <a:pt x="3377064" y="1226213"/>
                  </a:lnTo>
                  <a:lnTo>
                    <a:pt x="3290179" y="1215446"/>
                  </a:lnTo>
                  <a:lnTo>
                    <a:pt x="3209265" y="1203422"/>
                  </a:lnTo>
                  <a:lnTo>
                    <a:pt x="3134642" y="1190028"/>
                  </a:lnTo>
                  <a:lnTo>
                    <a:pt x="3066075" y="1175098"/>
                  </a:lnTo>
                  <a:lnTo>
                    <a:pt x="3002968" y="1158419"/>
                  </a:lnTo>
                  <a:lnTo>
                    <a:pt x="2944512" y="1139740"/>
                  </a:lnTo>
                  <a:lnTo>
                    <a:pt x="2889801" y="1118790"/>
                  </a:lnTo>
                  <a:lnTo>
                    <a:pt x="2837918" y="1095310"/>
                  </a:lnTo>
                  <a:lnTo>
                    <a:pt x="2788007" y="1069110"/>
                  </a:lnTo>
                  <a:lnTo>
                    <a:pt x="2770117" y="1058844"/>
                  </a:lnTo>
                  <a:lnTo>
                    <a:pt x="2722660" y="1029439"/>
                  </a:lnTo>
                  <a:lnTo>
                    <a:pt x="2675667" y="997302"/>
                  </a:lnTo>
                  <a:lnTo>
                    <a:pt x="2628719" y="962386"/>
                  </a:lnTo>
                  <a:lnTo>
                    <a:pt x="2581516" y="924717"/>
                  </a:lnTo>
                  <a:lnTo>
                    <a:pt x="2533864" y="884410"/>
                  </a:lnTo>
                  <a:lnTo>
                    <a:pt x="2485660" y="841670"/>
                  </a:lnTo>
                  <a:lnTo>
                    <a:pt x="2436884" y="796792"/>
                  </a:lnTo>
                  <a:lnTo>
                    <a:pt x="2387589" y="750162"/>
                  </a:lnTo>
                  <a:lnTo>
                    <a:pt x="2337886" y="702241"/>
                  </a:lnTo>
                  <a:lnTo>
                    <a:pt x="2287931" y="653551"/>
                  </a:lnTo>
                  <a:lnTo>
                    <a:pt x="2237905" y="604649"/>
                  </a:lnTo>
                  <a:lnTo>
                    <a:pt x="2187998" y="556102"/>
                  </a:lnTo>
                  <a:lnTo>
                    <a:pt x="2138385" y="508462"/>
                  </a:lnTo>
                  <a:lnTo>
                    <a:pt x="2089214" y="462236"/>
                  </a:lnTo>
                  <a:lnTo>
                    <a:pt x="2040581" y="417868"/>
                  </a:lnTo>
                  <a:lnTo>
                    <a:pt x="1992522" y="375721"/>
                  </a:lnTo>
                  <a:lnTo>
                    <a:pt x="1944997" y="336069"/>
                  </a:lnTo>
                  <a:lnTo>
                    <a:pt x="1897881" y="299093"/>
                  </a:lnTo>
                  <a:lnTo>
                    <a:pt x="1850954" y="264883"/>
                  </a:lnTo>
                  <a:lnTo>
                    <a:pt x="1803888" y="233447"/>
                  </a:lnTo>
                  <a:lnTo>
                    <a:pt x="1768425" y="211768"/>
                  </a:lnTo>
                  <a:lnTo>
                    <a:pt x="1719049" y="184554"/>
                  </a:lnTo>
                  <a:lnTo>
                    <a:pt x="1667979" y="160096"/>
                  </a:lnTo>
                  <a:lnTo>
                    <a:pt x="1614406" y="138249"/>
                  </a:lnTo>
                  <a:lnTo>
                    <a:pt x="1557426" y="118772"/>
                  </a:lnTo>
                  <a:lnTo>
                    <a:pt x="1496119" y="101393"/>
                  </a:lnTo>
                  <a:lnTo>
                    <a:pt x="1429631" y="85852"/>
                  </a:lnTo>
                  <a:lnTo>
                    <a:pt x="1357270" y="71918"/>
                  </a:lnTo>
                  <a:lnTo>
                    <a:pt x="1278652" y="59410"/>
                  </a:lnTo>
                  <a:lnTo>
                    <a:pt x="1193868" y="48193"/>
                  </a:lnTo>
                  <a:lnTo>
                    <a:pt x="1103703" y="38187"/>
                  </a:lnTo>
                  <a:lnTo>
                    <a:pt x="1009841" y="29360"/>
                  </a:lnTo>
                  <a:lnTo>
                    <a:pt x="914992" y="21718"/>
                  </a:lnTo>
                  <a:lnTo>
                    <a:pt x="822848" y="15290"/>
                  </a:lnTo>
                  <a:lnTo>
                    <a:pt x="737746" y="10097"/>
                  </a:lnTo>
                  <a:lnTo>
                    <a:pt x="664031" y="6129"/>
                  </a:lnTo>
                  <a:lnTo>
                    <a:pt x="605200" y="3312"/>
                  </a:lnTo>
                  <a:lnTo>
                    <a:pt x="563079" y="1509"/>
                  </a:lnTo>
                  <a:lnTo>
                    <a:pt x="537304" y="517"/>
                  </a:lnTo>
                  <a:lnTo>
                    <a:pt x="525231" y="97"/>
                  </a:lnTo>
                  <a:lnTo>
                    <a:pt x="522196" y="1"/>
                  </a:lnTo>
                  <a:lnTo>
                    <a:pt x="522133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430" name="pg1430"/>
            <p:cNvSpPr/>
            <p:nvPr/>
          </p:nvSpPr>
          <p:spPr>
            <a:xfrm>
              <a:off x="386606" y="2834519"/>
              <a:ext cx="8554953" cy="1936979"/>
            </a:xfrm>
            <a:custGeom>
              <a:avLst/>
              <a:pathLst>
                <a:path w="8554953" h="1936979">
                  <a:moveTo>
                    <a:pt x="0" y="1936979"/>
                  </a:moveTo>
                  <a:lnTo>
                    <a:pt x="522133" y="1936979"/>
                  </a:lnTo>
                  <a:lnTo>
                    <a:pt x="523384" y="1936947"/>
                  </a:lnTo>
                  <a:lnTo>
                    <a:pt x="531566" y="1936716"/>
                  </a:lnTo>
                  <a:lnTo>
                    <a:pt x="552031" y="1936079"/>
                  </a:lnTo>
                  <a:lnTo>
                    <a:pt x="588210" y="1934827"/>
                  </a:lnTo>
                  <a:lnTo>
                    <a:pt x="641304" y="1932777"/>
                  </a:lnTo>
                  <a:lnTo>
                    <a:pt x="710222" y="1929789"/>
                  </a:lnTo>
                  <a:lnTo>
                    <a:pt x="791957" y="1925784"/>
                  </a:lnTo>
                  <a:lnTo>
                    <a:pt x="882334" y="1920736"/>
                  </a:lnTo>
                  <a:lnTo>
                    <a:pt x="976899" y="1914656"/>
                  </a:lnTo>
                  <a:lnTo>
                    <a:pt x="1071658" y="1907568"/>
                  </a:lnTo>
                  <a:lnTo>
                    <a:pt x="1163523" y="1899488"/>
                  </a:lnTo>
                  <a:lnTo>
                    <a:pt x="1250454" y="1890400"/>
                  </a:lnTo>
                  <a:lnTo>
                    <a:pt x="1331373" y="1880250"/>
                  </a:lnTo>
                  <a:lnTo>
                    <a:pt x="1405976" y="1868942"/>
                  </a:lnTo>
                  <a:lnTo>
                    <a:pt x="1474511" y="1856333"/>
                  </a:lnTo>
                  <a:lnTo>
                    <a:pt x="1537586" y="1842243"/>
                  </a:lnTo>
                  <a:lnTo>
                    <a:pt x="1596019" y="1826459"/>
                  </a:lnTo>
                  <a:lnTo>
                    <a:pt x="1650725" y="1808751"/>
                  </a:lnTo>
                  <a:lnTo>
                    <a:pt x="1702625" y="1788901"/>
                  </a:lnTo>
                  <a:lnTo>
                    <a:pt x="1752576" y="1766752"/>
                  </a:lnTo>
                  <a:lnTo>
                    <a:pt x="1768425" y="1759093"/>
                  </a:lnTo>
                  <a:lnTo>
                    <a:pt x="1817451" y="1733532"/>
                  </a:lnTo>
                  <a:lnTo>
                    <a:pt x="1865998" y="1705519"/>
                  </a:lnTo>
                  <a:lnTo>
                    <a:pt x="1914521" y="1675012"/>
                  </a:lnTo>
                  <a:lnTo>
                    <a:pt x="1963341" y="1642044"/>
                  </a:lnTo>
                  <a:lnTo>
                    <a:pt x="2012660" y="1606730"/>
                  </a:lnTo>
                  <a:lnTo>
                    <a:pt x="2062578" y="1569273"/>
                  </a:lnTo>
                  <a:lnTo>
                    <a:pt x="2113100" y="1529962"/>
                  </a:lnTo>
                  <a:lnTo>
                    <a:pt x="2164153" y="1489171"/>
                  </a:lnTo>
                  <a:lnTo>
                    <a:pt x="2215601" y="1447342"/>
                  </a:lnTo>
                  <a:lnTo>
                    <a:pt x="2267263" y="1404971"/>
                  </a:lnTo>
                  <a:lnTo>
                    <a:pt x="2318932" y="1362580"/>
                  </a:lnTo>
                  <a:lnTo>
                    <a:pt x="2370404" y="1320691"/>
                  </a:lnTo>
                  <a:lnTo>
                    <a:pt x="2421493" y="1279803"/>
                  </a:lnTo>
                  <a:lnTo>
                    <a:pt x="2472060" y="1240362"/>
                  </a:lnTo>
                  <a:lnTo>
                    <a:pt x="2522026" y="1202749"/>
                  </a:lnTo>
                  <a:lnTo>
                    <a:pt x="2571389" y="1167261"/>
                  </a:lnTo>
                  <a:lnTo>
                    <a:pt x="2620242" y="1134106"/>
                  </a:lnTo>
                  <a:lnTo>
                    <a:pt x="2668778" y="1103405"/>
                  </a:lnTo>
                  <a:lnTo>
                    <a:pt x="2717309" y="1075199"/>
                  </a:lnTo>
                  <a:lnTo>
                    <a:pt x="2766278" y="1049450"/>
                  </a:lnTo>
                  <a:lnTo>
                    <a:pt x="2770117" y="1047550"/>
                  </a:lnTo>
                  <a:lnTo>
                    <a:pt x="2819597" y="1024645"/>
                  </a:lnTo>
                  <a:lnTo>
                    <a:pt x="2870780" y="1004064"/>
                  </a:lnTo>
                  <a:lnTo>
                    <a:pt x="2924479" y="985686"/>
                  </a:lnTo>
                  <a:lnTo>
                    <a:pt x="2981606" y="969305"/>
                  </a:lnTo>
                  <a:lnTo>
                    <a:pt x="3043085" y="954692"/>
                  </a:lnTo>
                  <a:lnTo>
                    <a:pt x="3109776" y="941626"/>
                  </a:lnTo>
                  <a:lnTo>
                    <a:pt x="3182369" y="929915"/>
                  </a:lnTo>
                  <a:lnTo>
                    <a:pt x="3261249" y="919403"/>
                  </a:lnTo>
                  <a:lnTo>
                    <a:pt x="3346313" y="909980"/>
                  </a:lnTo>
                  <a:lnTo>
                    <a:pt x="3436757" y="901578"/>
                  </a:lnTo>
                  <a:lnTo>
                    <a:pt x="3530868" y="894169"/>
                  </a:lnTo>
                  <a:lnTo>
                    <a:pt x="3625895" y="887761"/>
                  </a:lnTo>
                  <a:lnTo>
                    <a:pt x="3718104" y="882377"/>
                  </a:lnTo>
                  <a:lnTo>
                    <a:pt x="3803119" y="878035"/>
                  </a:lnTo>
                  <a:lnTo>
                    <a:pt x="3876582" y="874724"/>
                  </a:lnTo>
                  <a:lnTo>
                    <a:pt x="3935014" y="872383"/>
                  </a:lnTo>
                  <a:lnTo>
                    <a:pt x="3976642" y="870892"/>
                  </a:lnTo>
                  <a:lnTo>
                    <a:pt x="4001913" y="870078"/>
                  </a:lnTo>
                  <a:lnTo>
                    <a:pt x="4013565" y="869739"/>
                  </a:lnTo>
                  <a:lnTo>
                    <a:pt x="4016409" y="869664"/>
                  </a:lnTo>
                  <a:lnTo>
                    <a:pt x="4538543" y="869664"/>
                  </a:lnTo>
                  <a:lnTo>
                    <a:pt x="4539800" y="869638"/>
                  </a:lnTo>
                  <a:lnTo>
                    <a:pt x="4548023" y="869450"/>
                  </a:lnTo>
                  <a:lnTo>
                    <a:pt x="4568586" y="868931"/>
                  </a:lnTo>
                  <a:lnTo>
                    <a:pt x="4604929" y="867913"/>
                  </a:lnTo>
                  <a:lnTo>
                    <a:pt x="4658245" y="866244"/>
                  </a:lnTo>
                  <a:lnTo>
                    <a:pt x="4727420" y="863814"/>
                  </a:lnTo>
                  <a:lnTo>
                    <a:pt x="4809417" y="860557"/>
                  </a:lnTo>
                  <a:lnTo>
                    <a:pt x="4900032" y="856452"/>
                  </a:lnTo>
                  <a:lnTo>
                    <a:pt x="4994790" y="851509"/>
                  </a:lnTo>
                  <a:lnTo>
                    <a:pt x="5089687" y="845749"/>
                  </a:lnTo>
                  <a:lnTo>
                    <a:pt x="5181636" y="839182"/>
                  </a:lnTo>
                  <a:lnTo>
                    <a:pt x="5268605" y="831795"/>
                  </a:lnTo>
                  <a:lnTo>
                    <a:pt x="5349528" y="823546"/>
                  </a:lnTo>
                  <a:lnTo>
                    <a:pt x="5424114" y="814352"/>
                  </a:lnTo>
                  <a:lnTo>
                    <a:pt x="5492621" y="804099"/>
                  </a:lnTo>
                  <a:lnTo>
                    <a:pt x="5555669" y="792639"/>
                  </a:lnTo>
                  <a:lnTo>
                    <a:pt x="5614085" y="779797"/>
                  </a:lnTo>
                  <a:lnTo>
                    <a:pt x="5668786" y="765387"/>
                  </a:lnTo>
                  <a:lnTo>
                    <a:pt x="5720702" y="749232"/>
                  </a:lnTo>
                  <a:lnTo>
                    <a:pt x="5770686" y="731207"/>
                  </a:lnTo>
                  <a:lnTo>
                    <a:pt x="5784835" y="725661"/>
                  </a:lnTo>
                  <a:lnTo>
                    <a:pt x="5835379" y="704292"/>
                  </a:lnTo>
                  <a:lnTo>
                    <a:pt x="5885431" y="680810"/>
                  </a:lnTo>
                  <a:lnTo>
                    <a:pt x="5935482" y="655182"/>
                  </a:lnTo>
                  <a:lnTo>
                    <a:pt x="5985873" y="627442"/>
                  </a:lnTo>
                  <a:lnTo>
                    <a:pt x="6036813" y="597701"/>
                  </a:lnTo>
                  <a:lnTo>
                    <a:pt x="6088396" y="566148"/>
                  </a:lnTo>
                  <a:lnTo>
                    <a:pt x="6140613" y="533056"/>
                  </a:lnTo>
                  <a:lnTo>
                    <a:pt x="6193368" y="498768"/>
                  </a:lnTo>
                  <a:lnTo>
                    <a:pt x="6246498" y="463691"/>
                  </a:lnTo>
                  <a:lnTo>
                    <a:pt x="6299795" y="428271"/>
                  </a:lnTo>
                  <a:lnTo>
                    <a:pt x="6353031" y="392975"/>
                  </a:lnTo>
                  <a:lnTo>
                    <a:pt x="6405986" y="358262"/>
                  </a:lnTo>
                  <a:lnTo>
                    <a:pt x="6458472" y="324560"/>
                  </a:lnTo>
                  <a:lnTo>
                    <a:pt x="6510360" y="292245"/>
                  </a:lnTo>
                  <a:lnTo>
                    <a:pt x="6561598" y="261622"/>
                  </a:lnTo>
                  <a:lnTo>
                    <a:pt x="6612229" y="232922"/>
                  </a:lnTo>
                  <a:lnTo>
                    <a:pt x="6662406" y="206292"/>
                  </a:lnTo>
                  <a:lnTo>
                    <a:pt x="6712406" y="181801"/>
                  </a:lnTo>
                  <a:lnTo>
                    <a:pt x="6762646" y="159445"/>
                  </a:lnTo>
                  <a:lnTo>
                    <a:pt x="6786527" y="149650"/>
                  </a:lnTo>
                  <a:lnTo>
                    <a:pt x="6836094" y="131077"/>
                  </a:lnTo>
                  <a:lnTo>
                    <a:pt x="6887370" y="114393"/>
                  </a:lnTo>
                  <a:lnTo>
                    <a:pt x="6941176" y="99497"/>
                  </a:lnTo>
                  <a:lnTo>
                    <a:pt x="6998425" y="86222"/>
                  </a:lnTo>
                  <a:lnTo>
                    <a:pt x="7060048" y="74382"/>
                  </a:lnTo>
                  <a:lnTo>
                    <a:pt x="7126907" y="63798"/>
                  </a:lnTo>
                  <a:lnTo>
                    <a:pt x="7199695" y="54313"/>
                  </a:lnTo>
                  <a:lnTo>
                    <a:pt x="7278794" y="45801"/>
                  </a:lnTo>
                  <a:lnTo>
                    <a:pt x="7364092" y="38172"/>
                  </a:lnTo>
                  <a:lnTo>
                    <a:pt x="7454769" y="31371"/>
                  </a:lnTo>
                  <a:lnTo>
                    <a:pt x="7549086" y="25378"/>
                  </a:lnTo>
                  <a:lnTo>
                    <a:pt x="7644260" y="20198"/>
                  </a:lnTo>
                  <a:lnTo>
                    <a:pt x="7736519" y="15850"/>
                  </a:lnTo>
                  <a:lnTo>
                    <a:pt x="7821459" y="12349"/>
                  </a:lnTo>
                  <a:lnTo>
                    <a:pt x="7894708" y="9685"/>
                  </a:lnTo>
                  <a:lnTo>
                    <a:pt x="7952804" y="7806"/>
                  </a:lnTo>
                  <a:lnTo>
                    <a:pt x="7994019" y="6614"/>
                  </a:lnTo>
                  <a:lnTo>
                    <a:pt x="8018870" y="5968"/>
                  </a:lnTo>
                  <a:lnTo>
                    <a:pt x="8030177" y="5703"/>
                  </a:lnTo>
                  <a:lnTo>
                    <a:pt x="8032819" y="5647"/>
                  </a:lnTo>
                  <a:lnTo>
                    <a:pt x="8554953" y="5647"/>
                  </a:lnTo>
                  <a:lnTo>
                    <a:pt x="8554953" y="0"/>
                  </a:lnTo>
                  <a:lnTo>
                    <a:pt x="8032819" y="0"/>
                  </a:lnTo>
                  <a:lnTo>
                    <a:pt x="8031562" y="26"/>
                  </a:lnTo>
                  <a:lnTo>
                    <a:pt x="8023339" y="213"/>
                  </a:lnTo>
                  <a:lnTo>
                    <a:pt x="8002776" y="732"/>
                  </a:lnTo>
                  <a:lnTo>
                    <a:pt x="7966433" y="1751"/>
                  </a:lnTo>
                  <a:lnTo>
                    <a:pt x="7913117" y="3419"/>
                  </a:lnTo>
                  <a:lnTo>
                    <a:pt x="7843942" y="5849"/>
                  </a:lnTo>
                  <a:lnTo>
                    <a:pt x="7761945" y="9107"/>
                  </a:lnTo>
                  <a:lnTo>
                    <a:pt x="7671330" y="13211"/>
                  </a:lnTo>
                  <a:lnTo>
                    <a:pt x="7576572" y="18154"/>
                  </a:lnTo>
                  <a:lnTo>
                    <a:pt x="7481675" y="23914"/>
                  </a:lnTo>
                  <a:lnTo>
                    <a:pt x="7389726" y="30482"/>
                  </a:lnTo>
                  <a:lnTo>
                    <a:pt x="7302757" y="37868"/>
                  </a:lnTo>
                  <a:lnTo>
                    <a:pt x="7221834" y="46118"/>
                  </a:lnTo>
                  <a:lnTo>
                    <a:pt x="7147248" y="55311"/>
                  </a:lnTo>
                  <a:lnTo>
                    <a:pt x="7078741" y="65564"/>
                  </a:lnTo>
                  <a:lnTo>
                    <a:pt x="7015693" y="77024"/>
                  </a:lnTo>
                  <a:lnTo>
                    <a:pt x="6957277" y="89866"/>
                  </a:lnTo>
                  <a:lnTo>
                    <a:pt x="6902575" y="104276"/>
                  </a:lnTo>
                  <a:lnTo>
                    <a:pt x="6850660" y="120431"/>
                  </a:lnTo>
                  <a:lnTo>
                    <a:pt x="6800676" y="138456"/>
                  </a:lnTo>
                  <a:lnTo>
                    <a:pt x="6786527" y="144002"/>
                  </a:lnTo>
                  <a:lnTo>
                    <a:pt x="6735983" y="165372"/>
                  </a:lnTo>
                  <a:lnTo>
                    <a:pt x="6685931" y="188854"/>
                  </a:lnTo>
                  <a:lnTo>
                    <a:pt x="6635880" y="214482"/>
                  </a:lnTo>
                  <a:lnTo>
                    <a:pt x="6585489" y="242221"/>
                  </a:lnTo>
                  <a:lnTo>
                    <a:pt x="6534549" y="271963"/>
                  </a:lnTo>
                  <a:lnTo>
                    <a:pt x="6482966" y="303515"/>
                  </a:lnTo>
                  <a:lnTo>
                    <a:pt x="6430749" y="336607"/>
                  </a:lnTo>
                  <a:lnTo>
                    <a:pt x="6377994" y="370895"/>
                  </a:lnTo>
                  <a:lnTo>
                    <a:pt x="6324864" y="405973"/>
                  </a:lnTo>
                  <a:lnTo>
                    <a:pt x="6271567" y="441393"/>
                  </a:lnTo>
                  <a:lnTo>
                    <a:pt x="6218331" y="476689"/>
                  </a:lnTo>
                  <a:lnTo>
                    <a:pt x="6165376" y="511401"/>
                  </a:lnTo>
                  <a:lnTo>
                    <a:pt x="6112890" y="545103"/>
                  </a:lnTo>
                  <a:lnTo>
                    <a:pt x="6061002" y="577419"/>
                  </a:lnTo>
                  <a:lnTo>
                    <a:pt x="6009764" y="608041"/>
                  </a:lnTo>
                  <a:lnTo>
                    <a:pt x="5959133" y="636741"/>
                  </a:lnTo>
                  <a:lnTo>
                    <a:pt x="5908956" y="663371"/>
                  </a:lnTo>
                  <a:lnTo>
                    <a:pt x="5858956" y="687863"/>
                  </a:lnTo>
                  <a:lnTo>
                    <a:pt x="5808716" y="710218"/>
                  </a:lnTo>
                  <a:lnTo>
                    <a:pt x="5784835" y="720014"/>
                  </a:lnTo>
                  <a:lnTo>
                    <a:pt x="5735268" y="738586"/>
                  </a:lnTo>
                  <a:lnTo>
                    <a:pt x="5683992" y="755271"/>
                  </a:lnTo>
                  <a:lnTo>
                    <a:pt x="5630186" y="770167"/>
                  </a:lnTo>
                  <a:lnTo>
                    <a:pt x="5572937" y="783441"/>
                  </a:lnTo>
                  <a:lnTo>
                    <a:pt x="5511314" y="795281"/>
                  </a:lnTo>
                  <a:lnTo>
                    <a:pt x="5444455" y="805865"/>
                  </a:lnTo>
                  <a:lnTo>
                    <a:pt x="5371667" y="815351"/>
                  </a:lnTo>
                  <a:lnTo>
                    <a:pt x="5292568" y="823863"/>
                  </a:lnTo>
                  <a:lnTo>
                    <a:pt x="5207270" y="831492"/>
                  </a:lnTo>
                  <a:lnTo>
                    <a:pt x="5116593" y="838292"/>
                  </a:lnTo>
                  <a:lnTo>
                    <a:pt x="5022276" y="844285"/>
                  </a:lnTo>
                  <a:lnTo>
                    <a:pt x="4927102" y="849466"/>
                  </a:lnTo>
                  <a:lnTo>
                    <a:pt x="4834843" y="853814"/>
                  </a:lnTo>
                  <a:lnTo>
                    <a:pt x="4749903" y="857315"/>
                  </a:lnTo>
                  <a:lnTo>
                    <a:pt x="4676654" y="859979"/>
                  </a:lnTo>
                  <a:lnTo>
                    <a:pt x="4618558" y="861857"/>
                  </a:lnTo>
                  <a:lnTo>
                    <a:pt x="4577343" y="863049"/>
                  </a:lnTo>
                  <a:lnTo>
                    <a:pt x="4552491" y="863695"/>
                  </a:lnTo>
                  <a:lnTo>
                    <a:pt x="4541185" y="863960"/>
                  </a:lnTo>
                  <a:lnTo>
                    <a:pt x="4538543" y="864017"/>
                  </a:lnTo>
                  <a:lnTo>
                    <a:pt x="4016409" y="864017"/>
                  </a:lnTo>
                  <a:lnTo>
                    <a:pt x="4015158" y="864049"/>
                  </a:lnTo>
                  <a:lnTo>
                    <a:pt x="4006976" y="864279"/>
                  </a:lnTo>
                  <a:lnTo>
                    <a:pt x="3986511" y="864917"/>
                  </a:lnTo>
                  <a:lnTo>
                    <a:pt x="3950332" y="866169"/>
                  </a:lnTo>
                  <a:lnTo>
                    <a:pt x="3897238" y="868219"/>
                  </a:lnTo>
                  <a:lnTo>
                    <a:pt x="3828320" y="871207"/>
                  </a:lnTo>
                  <a:lnTo>
                    <a:pt x="3746586" y="875212"/>
                  </a:lnTo>
                  <a:lnTo>
                    <a:pt x="3656208" y="880260"/>
                  </a:lnTo>
                  <a:lnTo>
                    <a:pt x="3561643" y="886340"/>
                  </a:lnTo>
                  <a:lnTo>
                    <a:pt x="3466884" y="893427"/>
                  </a:lnTo>
                  <a:lnTo>
                    <a:pt x="3375019" y="901508"/>
                  </a:lnTo>
                  <a:lnTo>
                    <a:pt x="3288088" y="910596"/>
                  </a:lnTo>
                  <a:lnTo>
                    <a:pt x="3207169" y="920745"/>
                  </a:lnTo>
                  <a:lnTo>
                    <a:pt x="3132566" y="932054"/>
                  </a:lnTo>
                  <a:lnTo>
                    <a:pt x="3064032" y="944662"/>
                  </a:lnTo>
                  <a:lnTo>
                    <a:pt x="3000956" y="958752"/>
                  </a:lnTo>
                  <a:lnTo>
                    <a:pt x="2942523" y="974537"/>
                  </a:lnTo>
                  <a:lnTo>
                    <a:pt x="2887817" y="992245"/>
                  </a:lnTo>
                  <a:lnTo>
                    <a:pt x="2835917" y="1012095"/>
                  </a:lnTo>
                  <a:lnTo>
                    <a:pt x="2785966" y="1034244"/>
                  </a:lnTo>
                  <a:lnTo>
                    <a:pt x="2770117" y="1041903"/>
                  </a:lnTo>
                  <a:lnTo>
                    <a:pt x="2721091" y="1067464"/>
                  </a:lnTo>
                  <a:lnTo>
                    <a:pt x="2672544" y="1095477"/>
                  </a:lnTo>
                  <a:lnTo>
                    <a:pt x="2624021" y="1125984"/>
                  </a:lnTo>
                  <a:lnTo>
                    <a:pt x="2575201" y="1158952"/>
                  </a:lnTo>
                  <a:lnTo>
                    <a:pt x="2525882" y="1194265"/>
                  </a:lnTo>
                  <a:lnTo>
                    <a:pt x="2475964" y="1231723"/>
                  </a:lnTo>
                  <a:lnTo>
                    <a:pt x="2425442" y="1271034"/>
                  </a:lnTo>
                  <a:lnTo>
                    <a:pt x="2374389" y="1311825"/>
                  </a:lnTo>
                  <a:lnTo>
                    <a:pt x="2322941" y="1353653"/>
                  </a:lnTo>
                  <a:lnTo>
                    <a:pt x="2271280" y="1396024"/>
                  </a:lnTo>
                  <a:lnTo>
                    <a:pt x="2219610" y="1438416"/>
                  </a:lnTo>
                  <a:lnTo>
                    <a:pt x="2168139" y="1480305"/>
                  </a:lnTo>
                  <a:lnTo>
                    <a:pt x="2117049" y="1521193"/>
                  </a:lnTo>
                  <a:lnTo>
                    <a:pt x="2066482" y="1560633"/>
                  </a:lnTo>
                  <a:lnTo>
                    <a:pt x="2016517" y="1598247"/>
                  </a:lnTo>
                  <a:lnTo>
                    <a:pt x="1967153" y="1633735"/>
                  </a:lnTo>
                  <a:lnTo>
                    <a:pt x="1918300" y="1666890"/>
                  </a:lnTo>
                  <a:lnTo>
                    <a:pt x="1869764" y="1697590"/>
                  </a:lnTo>
                  <a:lnTo>
                    <a:pt x="1821233" y="1725797"/>
                  </a:lnTo>
                  <a:lnTo>
                    <a:pt x="1772264" y="1751546"/>
                  </a:lnTo>
                  <a:lnTo>
                    <a:pt x="1768425" y="1753446"/>
                  </a:lnTo>
                  <a:lnTo>
                    <a:pt x="1718945" y="1776351"/>
                  </a:lnTo>
                  <a:lnTo>
                    <a:pt x="1667763" y="1796932"/>
                  </a:lnTo>
                  <a:lnTo>
                    <a:pt x="1614063" y="1815310"/>
                  </a:lnTo>
                  <a:lnTo>
                    <a:pt x="1556936" y="1831691"/>
                  </a:lnTo>
                  <a:lnTo>
                    <a:pt x="1495457" y="1846304"/>
                  </a:lnTo>
                  <a:lnTo>
                    <a:pt x="1428766" y="1859370"/>
                  </a:lnTo>
                  <a:lnTo>
                    <a:pt x="1356173" y="1871081"/>
                  </a:lnTo>
                  <a:lnTo>
                    <a:pt x="1277293" y="1881592"/>
                  </a:lnTo>
                  <a:lnTo>
                    <a:pt x="1192229" y="1891016"/>
                  </a:lnTo>
                  <a:lnTo>
                    <a:pt x="1101785" y="1899418"/>
                  </a:lnTo>
                  <a:lnTo>
                    <a:pt x="1007674" y="1906827"/>
                  </a:lnTo>
                  <a:lnTo>
                    <a:pt x="912647" y="1913235"/>
                  </a:lnTo>
                  <a:lnTo>
                    <a:pt x="820438" y="1918619"/>
                  </a:lnTo>
                  <a:lnTo>
                    <a:pt x="735423" y="1922961"/>
                  </a:lnTo>
                  <a:lnTo>
                    <a:pt x="661960" y="1926271"/>
                  </a:lnTo>
                  <a:lnTo>
                    <a:pt x="603528" y="1928612"/>
                  </a:lnTo>
                  <a:lnTo>
                    <a:pt x="561900" y="1930104"/>
                  </a:lnTo>
                  <a:lnTo>
                    <a:pt x="536629" y="1930918"/>
                  </a:lnTo>
                  <a:lnTo>
                    <a:pt x="524977" y="1931257"/>
                  </a:lnTo>
                  <a:lnTo>
                    <a:pt x="522133" y="1931332"/>
                  </a:lnTo>
                  <a:lnTo>
                    <a:pt x="0" y="1931332"/>
                  </a:lnTo>
                  <a:close/>
                </a:path>
              </a:pathLst>
            </a:custGeom>
            <a:solidFill>
              <a:srgbClr val="E78AC3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1431" name="pl1431"/>
            <p:cNvSpPr/>
            <p:nvPr/>
          </p:nvSpPr>
          <p:spPr>
            <a:xfrm>
              <a:off x="386606" y="2840166"/>
              <a:ext cx="8554953" cy="1931332"/>
            </a:xfrm>
            <a:custGeom>
              <a:avLst/>
              <a:pathLst>
                <a:path w="8554953" h="1931332">
                  <a:moveTo>
                    <a:pt x="0" y="1931332"/>
                  </a:moveTo>
                  <a:lnTo>
                    <a:pt x="522133" y="1931332"/>
                  </a:lnTo>
                  <a:lnTo>
                    <a:pt x="523384" y="1931300"/>
                  </a:lnTo>
                  <a:lnTo>
                    <a:pt x="531566" y="1931069"/>
                  </a:lnTo>
                  <a:lnTo>
                    <a:pt x="552031" y="1930432"/>
                  </a:lnTo>
                  <a:lnTo>
                    <a:pt x="588210" y="1929180"/>
                  </a:lnTo>
                  <a:lnTo>
                    <a:pt x="641304" y="1927129"/>
                  </a:lnTo>
                  <a:lnTo>
                    <a:pt x="710222" y="1924142"/>
                  </a:lnTo>
                  <a:lnTo>
                    <a:pt x="791957" y="1920137"/>
                  </a:lnTo>
                  <a:lnTo>
                    <a:pt x="882334" y="1915088"/>
                  </a:lnTo>
                  <a:lnTo>
                    <a:pt x="976899" y="1909008"/>
                  </a:lnTo>
                  <a:lnTo>
                    <a:pt x="1071658" y="1901921"/>
                  </a:lnTo>
                  <a:lnTo>
                    <a:pt x="1163523" y="1893841"/>
                  </a:lnTo>
                  <a:lnTo>
                    <a:pt x="1250454" y="1884753"/>
                  </a:lnTo>
                  <a:lnTo>
                    <a:pt x="1331373" y="1874603"/>
                  </a:lnTo>
                  <a:lnTo>
                    <a:pt x="1405976" y="1863295"/>
                  </a:lnTo>
                  <a:lnTo>
                    <a:pt x="1474511" y="1850686"/>
                  </a:lnTo>
                  <a:lnTo>
                    <a:pt x="1537586" y="1836596"/>
                  </a:lnTo>
                  <a:lnTo>
                    <a:pt x="1596019" y="1820812"/>
                  </a:lnTo>
                  <a:lnTo>
                    <a:pt x="1650725" y="1803104"/>
                  </a:lnTo>
                  <a:lnTo>
                    <a:pt x="1702625" y="1783254"/>
                  </a:lnTo>
                  <a:lnTo>
                    <a:pt x="1752576" y="1761105"/>
                  </a:lnTo>
                  <a:lnTo>
                    <a:pt x="1768425" y="1753446"/>
                  </a:lnTo>
                  <a:lnTo>
                    <a:pt x="1817451" y="1727885"/>
                  </a:lnTo>
                  <a:lnTo>
                    <a:pt x="1865998" y="1699871"/>
                  </a:lnTo>
                  <a:lnTo>
                    <a:pt x="1914521" y="1669365"/>
                  </a:lnTo>
                  <a:lnTo>
                    <a:pt x="1963341" y="1636397"/>
                  </a:lnTo>
                  <a:lnTo>
                    <a:pt x="2012660" y="1601083"/>
                  </a:lnTo>
                  <a:lnTo>
                    <a:pt x="2062578" y="1563626"/>
                  </a:lnTo>
                  <a:lnTo>
                    <a:pt x="2113100" y="1524315"/>
                  </a:lnTo>
                  <a:lnTo>
                    <a:pt x="2164153" y="1483524"/>
                  </a:lnTo>
                  <a:lnTo>
                    <a:pt x="2215601" y="1441695"/>
                  </a:lnTo>
                  <a:lnTo>
                    <a:pt x="2267263" y="1399324"/>
                  </a:lnTo>
                  <a:lnTo>
                    <a:pt x="2318932" y="1356933"/>
                  </a:lnTo>
                  <a:lnTo>
                    <a:pt x="2370404" y="1315044"/>
                  </a:lnTo>
                  <a:lnTo>
                    <a:pt x="2421493" y="1274156"/>
                  </a:lnTo>
                  <a:lnTo>
                    <a:pt x="2472060" y="1234715"/>
                  </a:lnTo>
                  <a:lnTo>
                    <a:pt x="2522026" y="1197102"/>
                  </a:lnTo>
                  <a:lnTo>
                    <a:pt x="2571389" y="1161613"/>
                  </a:lnTo>
                  <a:lnTo>
                    <a:pt x="2620242" y="1128458"/>
                  </a:lnTo>
                  <a:lnTo>
                    <a:pt x="2668778" y="1097758"/>
                  </a:lnTo>
                  <a:lnTo>
                    <a:pt x="2717309" y="1069551"/>
                  </a:lnTo>
                  <a:lnTo>
                    <a:pt x="2766278" y="1043803"/>
                  </a:lnTo>
                  <a:lnTo>
                    <a:pt x="2770117" y="1041903"/>
                  </a:lnTo>
                  <a:lnTo>
                    <a:pt x="2819597" y="1018998"/>
                  </a:lnTo>
                  <a:lnTo>
                    <a:pt x="2870780" y="998417"/>
                  </a:lnTo>
                  <a:lnTo>
                    <a:pt x="2924479" y="980039"/>
                  </a:lnTo>
                  <a:lnTo>
                    <a:pt x="2981606" y="963658"/>
                  </a:lnTo>
                  <a:lnTo>
                    <a:pt x="3043085" y="949045"/>
                  </a:lnTo>
                  <a:lnTo>
                    <a:pt x="3109776" y="935979"/>
                  </a:lnTo>
                  <a:lnTo>
                    <a:pt x="3182369" y="924268"/>
                  </a:lnTo>
                  <a:lnTo>
                    <a:pt x="3261249" y="913756"/>
                  </a:lnTo>
                  <a:lnTo>
                    <a:pt x="3346313" y="904333"/>
                  </a:lnTo>
                  <a:lnTo>
                    <a:pt x="3436757" y="895930"/>
                  </a:lnTo>
                  <a:lnTo>
                    <a:pt x="3530868" y="888522"/>
                  </a:lnTo>
                  <a:lnTo>
                    <a:pt x="3625895" y="882114"/>
                  </a:lnTo>
                  <a:lnTo>
                    <a:pt x="3718104" y="876729"/>
                  </a:lnTo>
                  <a:lnTo>
                    <a:pt x="3803119" y="872388"/>
                  </a:lnTo>
                  <a:lnTo>
                    <a:pt x="3876582" y="869077"/>
                  </a:lnTo>
                  <a:lnTo>
                    <a:pt x="3935014" y="866736"/>
                  </a:lnTo>
                  <a:lnTo>
                    <a:pt x="3976642" y="865245"/>
                  </a:lnTo>
                  <a:lnTo>
                    <a:pt x="4001913" y="864431"/>
                  </a:lnTo>
                  <a:lnTo>
                    <a:pt x="4013565" y="864092"/>
                  </a:lnTo>
                  <a:lnTo>
                    <a:pt x="4016365" y="864018"/>
                  </a:lnTo>
                  <a:lnTo>
                    <a:pt x="4016409" y="864017"/>
                  </a:lnTo>
                  <a:lnTo>
                    <a:pt x="4538543" y="864017"/>
                  </a:lnTo>
                  <a:lnTo>
                    <a:pt x="4539800" y="863990"/>
                  </a:lnTo>
                  <a:lnTo>
                    <a:pt x="4548023" y="863803"/>
                  </a:lnTo>
                  <a:lnTo>
                    <a:pt x="4568586" y="863284"/>
                  </a:lnTo>
                  <a:lnTo>
                    <a:pt x="4604929" y="862265"/>
                  </a:lnTo>
                  <a:lnTo>
                    <a:pt x="4658245" y="860597"/>
                  </a:lnTo>
                  <a:lnTo>
                    <a:pt x="4727420" y="858167"/>
                  </a:lnTo>
                  <a:lnTo>
                    <a:pt x="4809417" y="854910"/>
                  </a:lnTo>
                  <a:lnTo>
                    <a:pt x="4900032" y="850805"/>
                  </a:lnTo>
                  <a:lnTo>
                    <a:pt x="4994790" y="845862"/>
                  </a:lnTo>
                  <a:lnTo>
                    <a:pt x="5089687" y="840102"/>
                  </a:lnTo>
                  <a:lnTo>
                    <a:pt x="5181636" y="833535"/>
                  </a:lnTo>
                  <a:lnTo>
                    <a:pt x="5268605" y="826148"/>
                  </a:lnTo>
                  <a:lnTo>
                    <a:pt x="5349528" y="817898"/>
                  </a:lnTo>
                  <a:lnTo>
                    <a:pt x="5424114" y="808705"/>
                  </a:lnTo>
                  <a:lnTo>
                    <a:pt x="5492621" y="798452"/>
                  </a:lnTo>
                  <a:lnTo>
                    <a:pt x="5555669" y="786992"/>
                  </a:lnTo>
                  <a:lnTo>
                    <a:pt x="5614085" y="774150"/>
                  </a:lnTo>
                  <a:lnTo>
                    <a:pt x="5668786" y="759740"/>
                  </a:lnTo>
                  <a:lnTo>
                    <a:pt x="5720702" y="743585"/>
                  </a:lnTo>
                  <a:lnTo>
                    <a:pt x="5770686" y="725560"/>
                  </a:lnTo>
                  <a:lnTo>
                    <a:pt x="5784835" y="720014"/>
                  </a:lnTo>
                  <a:lnTo>
                    <a:pt x="5835379" y="698645"/>
                  </a:lnTo>
                  <a:lnTo>
                    <a:pt x="5885431" y="675163"/>
                  </a:lnTo>
                  <a:lnTo>
                    <a:pt x="5935482" y="649535"/>
                  </a:lnTo>
                  <a:lnTo>
                    <a:pt x="5985873" y="621795"/>
                  </a:lnTo>
                  <a:lnTo>
                    <a:pt x="6036813" y="592053"/>
                  </a:lnTo>
                  <a:lnTo>
                    <a:pt x="6088396" y="560501"/>
                  </a:lnTo>
                  <a:lnTo>
                    <a:pt x="6140613" y="527409"/>
                  </a:lnTo>
                  <a:lnTo>
                    <a:pt x="6193368" y="493121"/>
                  </a:lnTo>
                  <a:lnTo>
                    <a:pt x="6246498" y="458043"/>
                  </a:lnTo>
                  <a:lnTo>
                    <a:pt x="6299795" y="422624"/>
                  </a:lnTo>
                  <a:lnTo>
                    <a:pt x="6353031" y="387328"/>
                  </a:lnTo>
                  <a:lnTo>
                    <a:pt x="6405986" y="352615"/>
                  </a:lnTo>
                  <a:lnTo>
                    <a:pt x="6458472" y="318913"/>
                  </a:lnTo>
                  <a:lnTo>
                    <a:pt x="6510360" y="286597"/>
                  </a:lnTo>
                  <a:lnTo>
                    <a:pt x="6561598" y="255975"/>
                  </a:lnTo>
                  <a:lnTo>
                    <a:pt x="6612229" y="227275"/>
                  </a:lnTo>
                  <a:lnTo>
                    <a:pt x="6662406" y="200645"/>
                  </a:lnTo>
                  <a:lnTo>
                    <a:pt x="6712406" y="176153"/>
                  </a:lnTo>
                  <a:lnTo>
                    <a:pt x="6762646" y="153798"/>
                  </a:lnTo>
                  <a:lnTo>
                    <a:pt x="6786527" y="144002"/>
                  </a:lnTo>
                  <a:lnTo>
                    <a:pt x="6836094" y="125430"/>
                  </a:lnTo>
                  <a:lnTo>
                    <a:pt x="6887370" y="108745"/>
                  </a:lnTo>
                  <a:lnTo>
                    <a:pt x="6941176" y="93849"/>
                  </a:lnTo>
                  <a:lnTo>
                    <a:pt x="6998425" y="80575"/>
                  </a:lnTo>
                  <a:lnTo>
                    <a:pt x="7060048" y="68735"/>
                  </a:lnTo>
                  <a:lnTo>
                    <a:pt x="7126907" y="58151"/>
                  </a:lnTo>
                  <a:lnTo>
                    <a:pt x="7199695" y="48666"/>
                  </a:lnTo>
                  <a:lnTo>
                    <a:pt x="7278794" y="40154"/>
                  </a:lnTo>
                  <a:lnTo>
                    <a:pt x="7364092" y="32525"/>
                  </a:lnTo>
                  <a:lnTo>
                    <a:pt x="7454769" y="25724"/>
                  </a:lnTo>
                  <a:lnTo>
                    <a:pt x="7549086" y="19731"/>
                  </a:lnTo>
                  <a:lnTo>
                    <a:pt x="7644260" y="14551"/>
                  </a:lnTo>
                  <a:lnTo>
                    <a:pt x="7736519" y="10203"/>
                  </a:lnTo>
                  <a:lnTo>
                    <a:pt x="7821459" y="6701"/>
                  </a:lnTo>
                  <a:lnTo>
                    <a:pt x="7894708" y="4037"/>
                  </a:lnTo>
                  <a:lnTo>
                    <a:pt x="7952804" y="2159"/>
                  </a:lnTo>
                  <a:lnTo>
                    <a:pt x="7994019" y="967"/>
                  </a:lnTo>
                  <a:lnTo>
                    <a:pt x="8018870" y="321"/>
                  </a:lnTo>
                  <a:lnTo>
                    <a:pt x="8030177" y="56"/>
                  </a:lnTo>
                  <a:lnTo>
                    <a:pt x="8032788" y="0"/>
                  </a:lnTo>
                  <a:lnTo>
                    <a:pt x="8032819" y="0"/>
                  </a:lnTo>
                  <a:lnTo>
                    <a:pt x="8554953" y="0"/>
                  </a:lnTo>
                  <a:lnTo>
                    <a:pt x="8554953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432" name="pl1432"/>
            <p:cNvSpPr/>
            <p:nvPr/>
          </p:nvSpPr>
          <p:spPr>
            <a:xfrm>
              <a:off x="386606" y="2834519"/>
              <a:ext cx="8554953" cy="1931332"/>
            </a:xfrm>
            <a:custGeom>
              <a:avLst/>
              <a:pathLst>
                <a:path w="8554953" h="1931332">
                  <a:moveTo>
                    <a:pt x="8554953" y="0"/>
                  </a:moveTo>
                  <a:lnTo>
                    <a:pt x="8032819" y="0"/>
                  </a:lnTo>
                  <a:lnTo>
                    <a:pt x="8031562" y="26"/>
                  </a:lnTo>
                  <a:lnTo>
                    <a:pt x="8023339" y="213"/>
                  </a:lnTo>
                  <a:lnTo>
                    <a:pt x="8002776" y="732"/>
                  </a:lnTo>
                  <a:lnTo>
                    <a:pt x="7966433" y="1751"/>
                  </a:lnTo>
                  <a:lnTo>
                    <a:pt x="7913117" y="3419"/>
                  </a:lnTo>
                  <a:lnTo>
                    <a:pt x="7843942" y="5849"/>
                  </a:lnTo>
                  <a:lnTo>
                    <a:pt x="7761945" y="9107"/>
                  </a:lnTo>
                  <a:lnTo>
                    <a:pt x="7671330" y="13211"/>
                  </a:lnTo>
                  <a:lnTo>
                    <a:pt x="7576572" y="18154"/>
                  </a:lnTo>
                  <a:lnTo>
                    <a:pt x="7481675" y="23914"/>
                  </a:lnTo>
                  <a:lnTo>
                    <a:pt x="7389726" y="30482"/>
                  </a:lnTo>
                  <a:lnTo>
                    <a:pt x="7302757" y="37868"/>
                  </a:lnTo>
                  <a:lnTo>
                    <a:pt x="7221834" y="46118"/>
                  </a:lnTo>
                  <a:lnTo>
                    <a:pt x="7147248" y="55311"/>
                  </a:lnTo>
                  <a:lnTo>
                    <a:pt x="7078741" y="65564"/>
                  </a:lnTo>
                  <a:lnTo>
                    <a:pt x="7015693" y="77024"/>
                  </a:lnTo>
                  <a:lnTo>
                    <a:pt x="6957277" y="89866"/>
                  </a:lnTo>
                  <a:lnTo>
                    <a:pt x="6902575" y="104276"/>
                  </a:lnTo>
                  <a:lnTo>
                    <a:pt x="6850660" y="120431"/>
                  </a:lnTo>
                  <a:lnTo>
                    <a:pt x="6800676" y="138456"/>
                  </a:lnTo>
                  <a:lnTo>
                    <a:pt x="6786527" y="144002"/>
                  </a:lnTo>
                  <a:lnTo>
                    <a:pt x="6735983" y="165372"/>
                  </a:lnTo>
                  <a:lnTo>
                    <a:pt x="6685931" y="188854"/>
                  </a:lnTo>
                  <a:lnTo>
                    <a:pt x="6635880" y="214482"/>
                  </a:lnTo>
                  <a:lnTo>
                    <a:pt x="6585489" y="242221"/>
                  </a:lnTo>
                  <a:lnTo>
                    <a:pt x="6534549" y="271963"/>
                  </a:lnTo>
                  <a:lnTo>
                    <a:pt x="6482966" y="303515"/>
                  </a:lnTo>
                  <a:lnTo>
                    <a:pt x="6430749" y="336607"/>
                  </a:lnTo>
                  <a:lnTo>
                    <a:pt x="6377994" y="370895"/>
                  </a:lnTo>
                  <a:lnTo>
                    <a:pt x="6324864" y="405973"/>
                  </a:lnTo>
                  <a:lnTo>
                    <a:pt x="6271567" y="441393"/>
                  </a:lnTo>
                  <a:lnTo>
                    <a:pt x="6218331" y="476689"/>
                  </a:lnTo>
                  <a:lnTo>
                    <a:pt x="6165376" y="511401"/>
                  </a:lnTo>
                  <a:lnTo>
                    <a:pt x="6112890" y="545103"/>
                  </a:lnTo>
                  <a:lnTo>
                    <a:pt x="6061002" y="577419"/>
                  </a:lnTo>
                  <a:lnTo>
                    <a:pt x="6009764" y="608041"/>
                  </a:lnTo>
                  <a:lnTo>
                    <a:pt x="5959133" y="636741"/>
                  </a:lnTo>
                  <a:lnTo>
                    <a:pt x="5908956" y="663371"/>
                  </a:lnTo>
                  <a:lnTo>
                    <a:pt x="5858956" y="687863"/>
                  </a:lnTo>
                  <a:lnTo>
                    <a:pt x="5808716" y="710218"/>
                  </a:lnTo>
                  <a:lnTo>
                    <a:pt x="5784835" y="720014"/>
                  </a:lnTo>
                  <a:lnTo>
                    <a:pt x="5735268" y="738586"/>
                  </a:lnTo>
                  <a:lnTo>
                    <a:pt x="5683992" y="755271"/>
                  </a:lnTo>
                  <a:lnTo>
                    <a:pt x="5630186" y="770167"/>
                  </a:lnTo>
                  <a:lnTo>
                    <a:pt x="5572937" y="783441"/>
                  </a:lnTo>
                  <a:lnTo>
                    <a:pt x="5511314" y="795281"/>
                  </a:lnTo>
                  <a:lnTo>
                    <a:pt x="5444455" y="805865"/>
                  </a:lnTo>
                  <a:lnTo>
                    <a:pt x="5371667" y="815351"/>
                  </a:lnTo>
                  <a:lnTo>
                    <a:pt x="5292568" y="823863"/>
                  </a:lnTo>
                  <a:lnTo>
                    <a:pt x="5207270" y="831492"/>
                  </a:lnTo>
                  <a:lnTo>
                    <a:pt x="5116593" y="838292"/>
                  </a:lnTo>
                  <a:lnTo>
                    <a:pt x="5022276" y="844285"/>
                  </a:lnTo>
                  <a:lnTo>
                    <a:pt x="4927102" y="849466"/>
                  </a:lnTo>
                  <a:lnTo>
                    <a:pt x="4834843" y="853814"/>
                  </a:lnTo>
                  <a:lnTo>
                    <a:pt x="4749903" y="857315"/>
                  </a:lnTo>
                  <a:lnTo>
                    <a:pt x="4676654" y="859979"/>
                  </a:lnTo>
                  <a:lnTo>
                    <a:pt x="4618558" y="861857"/>
                  </a:lnTo>
                  <a:lnTo>
                    <a:pt x="4577343" y="863049"/>
                  </a:lnTo>
                  <a:lnTo>
                    <a:pt x="4552491" y="863695"/>
                  </a:lnTo>
                  <a:lnTo>
                    <a:pt x="4541185" y="863960"/>
                  </a:lnTo>
                  <a:lnTo>
                    <a:pt x="4538574" y="864016"/>
                  </a:lnTo>
                  <a:lnTo>
                    <a:pt x="4538543" y="864017"/>
                  </a:lnTo>
                  <a:lnTo>
                    <a:pt x="4016409" y="864017"/>
                  </a:lnTo>
                  <a:lnTo>
                    <a:pt x="4015158" y="864049"/>
                  </a:lnTo>
                  <a:lnTo>
                    <a:pt x="4006976" y="864279"/>
                  </a:lnTo>
                  <a:lnTo>
                    <a:pt x="3986511" y="864917"/>
                  </a:lnTo>
                  <a:lnTo>
                    <a:pt x="3950332" y="866169"/>
                  </a:lnTo>
                  <a:lnTo>
                    <a:pt x="3897238" y="868219"/>
                  </a:lnTo>
                  <a:lnTo>
                    <a:pt x="3828320" y="871207"/>
                  </a:lnTo>
                  <a:lnTo>
                    <a:pt x="3746586" y="875212"/>
                  </a:lnTo>
                  <a:lnTo>
                    <a:pt x="3656208" y="880260"/>
                  </a:lnTo>
                  <a:lnTo>
                    <a:pt x="3561643" y="886340"/>
                  </a:lnTo>
                  <a:lnTo>
                    <a:pt x="3466884" y="893427"/>
                  </a:lnTo>
                  <a:lnTo>
                    <a:pt x="3375019" y="901508"/>
                  </a:lnTo>
                  <a:lnTo>
                    <a:pt x="3288088" y="910596"/>
                  </a:lnTo>
                  <a:lnTo>
                    <a:pt x="3207169" y="920745"/>
                  </a:lnTo>
                  <a:lnTo>
                    <a:pt x="3132566" y="932054"/>
                  </a:lnTo>
                  <a:lnTo>
                    <a:pt x="3064032" y="944662"/>
                  </a:lnTo>
                  <a:lnTo>
                    <a:pt x="3000956" y="958752"/>
                  </a:lnTo>
                  <a:lnTo>
                    <a:pt x="2942523" y="974537"/>
                  </a:lnTo>
                  <a:lnTo>
                    <a:pt x="2887817" y="992245"/>
                  </a:lnTo>
                  <a:lnTo>
                    <a:pt x="2835917" y="1012095"/>
                  </a:lnTo>
                  <a:lnTo>
                    <a:pt x="2785966" y="1034244"/>
                  </a:lnTo>
                  <a:lnTo>
                    <a:pt x="2770117" y="1041903"/>
                  </a:lnTo>
                  <a:lnTo>
                    <a:pt x="2721091" y="1067464"/>
                  </a:lnTo>
                  <a:lnTo>
                    <a:pt x="2672544" y="1095477"/>
                  </a:lnTo>
                  <a:lnTo>
                    <a:pt x="2624021" y="1125984"/>
                  </a:lnTo>
                  <a:lnTo>
                    <a:pt x="2575201" y="1158952"/>
                  </a:lnTo>
                  <a:lnTo>
                    <a:pt x="2525882" y="1194265"/>
                  </a:lnTo>
                  <a:lnTo>
                    <a:pt x="2475964" y="1231723"/>
                  </a:lnTo>
                  <a:lnTo>
                    <a:pt x="2425442" y="1271034"/>
                  </a:lnTo>
                  <a:lnTo>
                    <a:pt x="2374389" y="1311825"/>
                  </a:lnTo>
                  <a:lnTo>
                    <a:pt x="2322941" y="1353653"/>
                  </a:lnTo>
                  <a:lnTo>
                    <a:pt x="2271280" y="1396024"/>
                  </a:lnTo>
                  <a:lnTo>
                    <a:pt x="2219610" y="1438416"/>
                  </a:lnTo>
                  <a:lnTo>
                    <a:pt x="2168139" y="1480305"/>
                  </a:lnTo>
                  <a:lnTo>
                    <a:pt x="2117049" y="1521193"/>
                  </a:lnTo>
                  <a:lnTo>
                    <a:pt x="2066482" y="1560633"/>
                  </a:lnTo>
                  <a:lnTo>
                    <a:pt x="2016517" y="1598247"/>
                  </a:lnTo>
                  <a:lnTo>
                    <a:pt x="1967153" y="1633735"/>
                  </a:lnTo>
                  <a:lnTo>
                    <a:pt x="1918300" y="1666890"/>
                  </a:lnTo>
                  <a:lnTo>
                    <a:pt x="1869764" y="1697590"/>
                  </a:lnTo>
                  <a:lnTo>
                    <a:pt x="1821233" y="1725797"/>
                  </a:lnTo>
                  <a:lnTo>
                    <a:pt x="1772264" y="1751546"/>
                  </a:lnTo>
                  <a:lnTo>
                    <a:pt x="1768425" y="1753446"/>
                  </a:lnTo>
                  <a:lnTo>
                    <a:pt x="1718945" y="1776351"/>
                  </a:lnTo>
                  <a:lnTo>
                    <a:pt x="1667763" y="1796932"/>
                  </a:lnTo>
                  <a:lnTo>
                    <a:pt x="1614063" y="1815310"/>
                  </a:lnTo>
                  <a:lnTo>
                    <a:pt x="1556936" y="1831691"/>
                  </a:lnTo>
                  <a:lnTo>
                    <a:pt x="1495457" y="1846304"/>
                  </a:lnTo>
                  <a:lnTo>
                    <a:pt x="1428766" y="1859370"/>
                  </a:lnTo>
                  <a:lnTo>
                    <a:pt x="1356173" y="1871081"/>
                  </a:lnTo>
                  <a:lnTo>
                    <a:pt x="1277293" y="1881592"/>
                  </a:lnTo>
                  <a:lnTo>
                    <a:pt x="1192229" y="1891016"/>
                  </a:lnTo>
                  <a:lnTo>
                    <a:pt x="1101785" y="1899418"/>
                  </a:lnTo>
                  <a:lnTo>
                    <a:pt x="1007674" y="1906827"/>
                  </a:lnTo>
                  <a:lnTo>
                    <a:pt x="912647" y="1913235"/>
                  </a:lnTo>
                  <a:lnTo>
                    <a:pt x="820438" y="1918619"/>
                  </a:lnTo>
                  <a:lnTo>
                    <a:pt x="735423" y="1922961"/>
                  </a:lnTo>
                  <a:lnTo>
                    <a:pt x="661960" y="1926271"/>
                  </a:lnTo>
                  <a:lnTo>
                    <a:pt x="603528" y="1928612"/>
                  </a:lnTo>
                  <a:lnTo>
                    <a:pt x="561900" y="1930104"/>
                  </a:lnTo>
                  <a:lnTo>
                    <a:pt x="536629" y="1930918"/>
                  </a:lnTo>
                  <a:lnTo>
                    <a:pt x="524977" y="1931257"/>
                  </a:lnTo>
                  <a:lnTo>
                    <a:pt x="522177" y="1931331"/>
                  </a:lnTo>
                  <a:lnTo>
                    <a:pt x="522133" y="1931332"/>
                  </a:lnTo>
                  <a:lnTo>
                    <a:pt x="0" y="1931332"/>
                  </a:lnTo>
                  <a:lnTo>
                    <a:pt x="0" y="1931332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433" name="pg1433"/>
            <p:cNvSpPr/>
            <p:nvPr/>
          </p:nvSpPr>
          <p:spPr>
            <a:xfrm>
              <a:off x="386606" y="507884"/>
              <a:ext cx="8554953" cy="4986452"/>
            </a:xfrm>
            <a:custGeom>
              <a:avLst/>
              <a:pathLst>
                <a:path w="8554953" h="4986452">
                  <a:moveTo>
                    <a:pt x="0" y="4353968"/>
                  </a:moveTo>
                  <a:lnTo>
                    <a:pt x="522133" y="4353968"/>
                  </a:lnTo>
                  <a:lnTo>
                    <a:pt x="523396" y="4353988"/>
                  </a:lnTo>
                  <a:lnTo>
                    <a:pt x="531655" y="4354126"/>
                  </a:lnTo>
                  <a:lnTo>
                    <a:pt x="552305" y="4354507"/>
                  </a:lnTo>
                  <a:lnTo>
                    <a:pt x="588795" y="4355256"/>
                  </a:lnTo>
                  <a:lnTo>
                    <a:pt x="642308" y="4356483"/>
                  </a:lnTo>
                  <a:lnTo>
                    <a:pt x="711713" y="4358270"/>
                  </a:lnTo>
                  <a:lnTo>
                    <a:pt x="793943" y="4360664"/>
                  </a:lnTo>
                  <a:lnTo>
                    <a:pt x="884770" y="4363681"/>
                  </a:lnTo>
                  <a:lnTo>
                    <a:pt x="979698" y="4367312"/>
                  </a:lnTo>
                  <a:lnTo>
                    <a:pt x="1074717" y="4371544"/>
                  </a:lnTo>
                  <a:lnTo>
                    <a:pt x="1166740" y="4376368"/>
                  </a:lnTo>
                  <a:lnTo>
                    <a:pt x="1253742" y="4381794"/>
                  </a:lnTo>
                  <a:lnTo>
                    <a:pt x="1334668" y="4387855"/>
                  </a:lnTo>
                  <a:lnTo>
                    <a:pt x="1409238" y="4394611"/>
                  </a:lnTo>
                  <a:lnTo>
                    <a:pt x="1477721" y="4402146"/>
                  </a:lnTo>
                  <a:lnTo>
                    <a:pt x="1540746" y="4410571"/>
                  </a:lnTo>
                  <a:lnTo>
                    <a:pt x="1599145" y="4420013"/>
                  </a:lnTo>
                  <a:lnTo>
                    <a:pt x="1653844" y="4430611"/>
                  </a:lnTo>
                  <a:lnTo>
                    <a:pt x="1705773" y="4442493"/>
                  </a:lnTo>
                  <a:lnTo>
                    <a:pt x="1755788" y="4455749"/>
                  </a:lnTo>
                  <a:lnTo>
                    <a:pt x="1768425" y="4459382"/>
                  </a:lnTo>
                  <a:lnTo>
                    <a:pt x="1820531" y="4475536"/>
                  </a:lnTo>
                  <a:lnTo>
                    <a:pt x="1872131" y="4493336"/>
                  </a:lnTo>
                  <a:lnTo>
                    <a:pt x="1923756" y="4512806"/>
                  </a:lnTo>
                  <a:lnTo>
                    <a:pt x="1975769" y="4533913"/>
                  </a:lnTo>
                  <a:lnTo>
                    <a:pt x="2028384" y="4556563"/>
                  </a:lnTo>
                  <a:lnTo>
                    <a:pt x="2081687" y="4580593"/>
                  </a:lnTo>
                  <a:lnTo>
                    <a:pt x="2135651" y="4605776"/>
                  </a:lnTo>
                  <a:lnTo>
                    <a:pt x="2190154" y="4631823"/>
                  </a:lnTo>
                  <a:lnTo>
                    <a:pt x="2245004" y="4658401"/>
                  </a:lnTo>
                  <a:lnTo>
                    <a:pt x="2299964" y="4685144"/>
                  </a:lnTo>
                  <a:lnTo>
                    <a:pt x="2354785" y="4711678"/>
                  </a:lnTo>
                  <a:lnTo>
                    <a:pt x="2409234" y="4737641"/>
                  </a:lnTo>
                  <a:lnTo>
                    <a:pt x="2463125" y="4762702"/>
                  </a:lnTo>
                  <a:lnTo>
                    <a:pt x="2516347" y="4786582"/>
                  </a:lnTo>
                  <a:lnTo>
                    <a:pt x="2568885" y="4809058"/>
                  </a:lnTo>
                  <a:lnTo>
                    <a:pt x="2620839" y="4829977"/>
                  </a:lnTo>
                  <a:lnTo>
                    <a:pt x="2672440" y="4849252"/>
                  </a:lnTo>
                  <a:lnTo>
                    <a:pt x="2724068" y="4866857"/>
                  </a:lnTo>
                  <a:lnTo>
                    <a:pt x="2770117" y="4881038"/>
                  </a:lnTo>
                  <a:lnTo>
                    <a:pt x="2819761" y="4894653"/>
                  </a:lnTo>
                  <a:lnTo>
                    <a:pt x="2871121" y="4906882"/>
                  </a:lnTo>
                  <a:lnTo>
                    <a:pt x="2925021" y="4917798"/>
                  </a:lnTo>
                  <a:lnTo>
                    <a:pt x="2982379" y="4927525"/>
                  </a:lnTo>
                  <a:lnTo>
                    <a:pt x="3044130" y="4936198"/>
                  </a:lnTo>
                  <a:lnTo>
                    <a:pt x="3111139" y="4943951"/>
                  </a:lnTo>
                  <a:lnTo>
                    <a:pt x="3184101" y="4950897"/>
                  </a:lnTo>
                  <a:lnTo>
                    <a:pt x="3263394" y="4957130"/>
                  </a:lnTo>
                  <a:lnTo>
                    <a:pt x="3348901" y="4962715"/>
                  </a:lnTo>
                  <a:lnTo>
                    <a:pt x="3439784" y="4967692"/>
                  </a:lnTo>
                  <a:lnTo>
                    <a:pt x="3534285" y="4972077"/>
                  </a:lnTo>
                  <a:lnTo>
                    <a:pt x="3629588" y="4975864"/>
                  </a:lnTo>
                  <a:lnTo>
                    <a:pt x="3721890" y="4979040"/>
                  </a:lnTo>
                  <a:lnTo>
                    <a:pt x="3806760" y="4981594"/>
                  </a:lnTo>
                  <a:lnTo>
                    <a:pt x="3879816" y="4983534"/>
                  </a:lnTo>
                  <a:lnTo>
                    <a:pt x="3937611" y="4984898"/>
                  </a:lnTo>
                  <a:lnTo>
                    <a:pt x="3978458" y="4985760"/>
                  </a:lnTo>
                  <a:lnTo>
                    <a:pt x="4002937" y="4986225"/>
                  </a:lnTo>
                  <a:lnTo>
                    <a:pt x="4013938" y="4986413"/>
                  </a:lnTo>
                  <a:lnTo>
                    <a:pt x="4016409" y="4986452"/>
                  </a:lnTo>
                  <a:lnTo>
                    <a:pt x="4538543" y="4986452"/>
                  </a:lnTo>
                  <a:lnTo>
                    <a:pt x="4539394" y="4986350"/>
                  </a:lnTo>
                  <a:lnTo>
                    <a:pt x="4545007" y="4985627"/>
                  </a:lnTo>
                  <a:lnTo>
                    <a:pt x="4559218" y="4983629"/>
                  </a:lnTo>
                  <a:lnTo>
                    <a:pt x="4584772" y="4979692"/>
                  </a:lnTo>
                  <a:lnTo>
                    <a:pt x="4623152" y="4973192"/>
                  </a:lnTo>
                  <a:lnTo>
                    <a:pt x="4674460" y="4963605"/>
                  </a:lnTo>
                  <a:lnTo>
                    <a:pt x="4737487" y="4950551"/>
                  </a:lnTo>
                  <a:lnTo>
                    <a:pt x="4809980" y="4933814"/>
                  </a:lnTo>
                  <a:lnTo>
                    <a:pt x="4889064" y="4913327"/>
                  </a:lnTo>
                  <a:lnTo>
                    <a:pt x="4971714" y="4889126"/>
                  </a:lnTo>
                  <a:lnTo>
                    <a:pt x="5055145" y="4861288"/>
                  </a:lnTo>
                  <a:lnTo>
                    <a:pt x="5137073" y="4829875"/>
                  </a:lnTo>
                  <a:lnTo>
                    <a:pt x="5215830" y="4794886"/>
                  </a:lnTo>
                  <a:lnTo>
                    <a:pt x="5290358" y="4756220"/>
                  </a:lnTo>
                  <a:lnTo>
                    <a:pt x="5360129" y="4713662"/>
                  </a:lnTo>
                  <a:lnTo>
                    <a:pt x="5425036" y="4666873"/>
                  </a:lnTo>
                  <a:lnTo>
                    <a:pt x="5485282" y="4615396"/>
                  </a:lnTo>
                  <a:lnTo>
                    <a:pt x="5541274" y="4558660"/>
                  </a:lnTo>
                  <a:lnTo>
                    <a:pt x="5593552" y="4496006"/>
                  </a:lnTo>
                  <a:lnTo>
                    <a:pt x="5642724" y="4426716"/>
                  </a:lnTo>
                  <a:lnTo>
                    <a:pt x="5689417" y="4350072"/>
                  </a:lnTo>
                  <a:lnTo>
                    <a:pt x="5734243" y="4265451"/>
                  </a:lnTo>
                  <a:lnTo>
                    <a:pt x="5777748" y="4172472"/>
                  </a:lnTo>
                  <a:lnTo>
                    <a:pt x="5784835" y="4156317"/>
                  </a:lnTo>
                  <a:lnTo>
                    <a:pt x="5814103" y="4086677"/>
                  </a:lnTo>
                  <a:lnTo>
                    <a:pt x="5843125" y="4013034"/>
                  </a:lnTo>
                  <a:lnTo>
                    <a:pt x="5872014" y="3935310"/>
                  </a:lnTo>
                  <a:lnTo>
                    <a:pt x="5900867" y="3853462"/>
                  </a:lnTo>
                  <a:lnTo>
                    <a:pt x="5929763" y="3767491"/>
                  </a:lnTo>
                  <a:lnTo>
                    <a:pt x="5958764" y="3677442"/>
                  </a:lnTo>
                  <a:lnTo>
                    <a:pt x="5987918" y="3583408"/>
                  </a:lnTo>
                  <a:lnTo>
                    <a:pt x="6017259" y="3485533"/>
                  </a:lnTo>
                  <a:lnTo>
                    <a:pt x="6046809" y="3384012"/>
                  </a:lnTo>
                  <a:lnTo>
                    <a:pt x="6076576" y="3279094"/>
                  </a:lnTo>
                  <a:lnTo>
                    <a:pt x="6106560" y="3171079"/>
                  </a:lnTo>
                  <a:lnTo>
                    <a:pt x="6136748" y="3060314"/>
                  </a:lnTo>
                  <a:lnTo>
                    <a:pt x="6167120" y="2947194"/>
                  </a:lnTo>
                  <a:lnTo>
                    <a:pt x="6197647" y="2832152"/>
                  </a:lnTo>
                  <a:lnTo>
                    <a:pt x="6228295" y="2715656"/>
                  </a:lnTo>
                  <a:lnTo>
                    <a:pt x="6259024" y="2598199"/>
                  </a:lnTo>
                  <a:lnTo>
                    <a:pt x="6289791" y="2480293"/>
                  </a:lnTo>
                  <a:lnTo>
                    <a:pt x="6320553" y="2362456"/>
                  </a:lnTo>
                  <a:lnTo>
                    <a:pt x="6351264" y="2245206"/>
                  </a:lnTo>
                  <a:lnTo>
                    <a:pt x="6381883" y="2129051"/>
                  </a:lnTo>
                  <a:lnTo>
                    <a:pt x="6412372" y="2014478"/>
                  </a:lnTo>
                  <a:lnTo>
                    <a:pt x="6442697" y="1901946"/>
                  </a:lnTo>
                  <a:lnTo>
                    <a:pt x="6472833" y="1791879"/>
                  </a:lnTo>
                  <a:lnTo>
                    <a:pt x="6502760" y="1684659"/>
                  </a:lnTo>
                  <a:lnTo>
                    <a:pt x="6532469" y="1580621"/>
                  </a:lnTo>
                  <a:lnTo>
                    <a:pt x="6561961" y="1480052"/>
                  </a:lnTo>
                  <a:lnTo>
                    <a:pt x="6591250" y="1383186"/>
                  </a:lnTo>
                  <a:lnTo>
                    <a:pt x="6620359" y="1290205"/>
                  </a:lnTo>
                  <a:lnTo>
                    <a:pt x="6649326" y="1201238"/>
                  </a:lnTo>
                  <a:lnTo>
                    <a:pt x="6678204" y="1116366"/>
                  </a:lnTo>
                  <a:lnTo>
                    <a:pt x="6707058" y="1035622"/>
                  </a:lnTo>
                  <a:lnTo>
                    <a:pt x="6735973" y="958994"/>
                  </a:lnTo>
                  <a:lnTo>
                    <a:pt x="6765048" y="886430"/>
                  </a:lnTo>
                  <a:lnTo>
                    <a:pt x="6786527" y="835781"/>
                  </a:lnTo>
                  <a:lnTo>
                    <a:pt x="6829860" y="741415"/>
                  </a:lnTo>
                  <a:lnTo>
                    <a:pt x="6874432" y="655431"/>
                  </a:lnTo>
                  <a:lnTo>
                    <a:pt x="6920777" y="577508"/>
                  </a:lnTo>
                  <a:lnTo>
                    <a:pt x="6969496" y="507053"/>
                  </a:lnTo>
                  <a:lnTo>
                    <a:pt x="7021218" y="443354"/>
                  </a:lnTo>
                  <a:lnTo>
                    <a:pt x="7076558" y="385689"/>
                  </a:lnTo>
                  <a:lnTo>
                    <a:pt x="7136068" y="333386"/>
                  </a:lnTo>
                  <a:lnTo>
                    <a:pt x="7200186" y="285858"/>
                  </a:lnTo>
                  <a:lnTo>
                    <a:pt x="7269152" y="242628"/>
                  </a:lnTo>
                  <a:lnTo>
                    <a:pt x="7342918" y="203337"/>
                  </a:lnTo>
                  <a:lnTo>
                    <a:pt x="7421034" y="167751"/>
                  </a:lnTo>
                  <a:lnTo>
                    <a:pt x="7502537" y="135750"/>
                  </a:lnTo>
                  <a:lnTo>
                    <a:pt x="7585861" y="107319"/>
                  </a:lnTo>
                  <a:lnTo>
                    <a:pt x="7668821" y="82512"/>
                  </a:lnTo>
                  <a:lnTo>
                    <a:pt x="7748700" y="61407"/>
                  </a:lnTo>
                  <a:lnTo>
                    <a:pt x="7822488" y="44053"/>
                  </a:lnTo>
                  <a:lnTo>
                    <a:pt x="7887256" y="30401"/>
                  </a:lnTo>
                  <a:lnTo>
                    <a:pt x="7940614" y="20264"/>
                  </a:lnTo>
                  <a:lnTo>
                    <a:pt x="7981158" y="13287"/>
                  </a:lnTo>
                  <a:lnTo>
                    <a:pt x="8008763" y="8968"/>
                  </a:lnTo>
                  <a:lnTo>
                    <a:pt x="8024689" y="6695"/>
                  </a:lnTo>
                  <a:lnTo>
                    <a:pt x="8031485" y="5808"/>
                  </a:lnTo>
                  <a:lnTo>
                    <a:pt x="8032819" y="5647"/>
                  </a:lnTo>
                  <a:lnTo>
                    <a:pt x="8554953" y="5647"/>
                  </a:lnTo>
                  <a:lnTo>
                    <a:pt x="8554953" y="0"/>
                  </a:lnTo>
                  <a:lnTo>
                    <a:pt x="8032819" y="0"/>
                  </a:lnTo>
                  <a:lnTo>
                    <a:pt x="8031968" y="101"/>
                  </a:lnTo>
                  <a:lnTo>
                    <a:pt x="8026355" y="824"/>
                  </a:lnTo>
                  <a:lnTo>
                    <a:pt x="8012144" y="2822"/>
                  </a:lnTo>
                  <a:lnTo>
                    <a:pt x="7986590" y="6759"/>
                  </a:lnTo>
                  <a:lnTo>
                    <a:pt x="7948210" y="13259"/>
                  </a:lnTo>
                  <a:lnTo>
                    <a:pt x="7896902" y="22846"/>
                  </a:lnTo>
                  <a:lnTo>
                    <a:pt x="7833875" y="35900"/>
                  </a:lnTo>
                  <a:lnTo>
                    <a:pt x="7761382" y="52637"/>
                  </a:lnTo>
                  <a:lnTo>
                    <a:pt x="7682298" y="73124"/>
                  </a:lnTo>
                  <a:lnTo>
                    <a:pt x="7599647" y="97325"/>
                  </a:lnTo>
                  <a:lnTo>
                    <a:pt x="7516217" y="125163"/>
                  </a:lnTo>
                  <a:lnTo>
                    <a:pt x="7434289" y="156576"/>
                  </a:lnTo>
                  <a:lnTo>
                    <a:pt x="7355532" y="191565"/>
                  </a:lnTo>
                  <a:lnTo>
                    <a:pt x="7281004" y="230231"/>
                  </a:lnTo>
                  <a:lnTo>
                    <a:pt x="7211233" y="272789"/>
                  </a:lnTo>
                  <a:lnTo>
                    <a:pt x="7146325" y="319578"/>
                  </a:lnTo>
                  <a:lnTo>
                    <a:pt x="7086080" y="371055"/>
                  </a:lnTo>
                  <a:lnTo>
                    <a:pt x="7030088" y="427791"/>
                  </a:lnTo>
                  <a:lnTo>
                    <a:pt x="6977810" y="490445"/>
                  </a:lnTo>
                  <a:lnTo>
                    <a:pt x="6928638" y="559735"/>
                  </a:lnTo>
                  <a:lnTo>
                    <a:pt x="6881945" y="636379"/>
                  </a:lnTo>
                  <a:lnTo>
                    <a:pt x="6837119" y="721000"/>
                  </a:lnTo>
                  <a:lnTo>
                    <a:pt x="6793614" y="813979"/>
                  </a:lnTo>
                  <a:lnTo>
                    <a:pt x="6786527" y="830134"/>
                  </a:lnTo>
                  <a:lnTo>
                    <a:pt x="6757259" y="899774"/>
                  </a:lnTo>
                  <a:lnTo>
                    <a:pt x="6728237" y="973417"/>
                  </a:lnTo>
                  <a:lnTo>
                    <a:pt x="6699348" y="1051141"/>
                  </a:lnTo>
                  <a:lnTo>
                    <a:pt x="6670495" y="1132989"/>
                  </a:lnTo>
                  <a:lnTo>
                    <a:pt x="6641599" y="1218960"/>
                  </a:lnTo>
                  <a:lnTo>
                    <a:pt x="6612598" y="1309009"/>
                  </a:lnTo>
                  <a:lnTo>
                    <a:pt x="6583444" y="1403043"/>
                  </a:lnTo>
                  <a:lnTo>
                    <a:pt x="6554103" y="1500918"/>
                  </a:lnTo>
                  <a:lnTo>
                    <a:pt x="6524553" y="1602439"/>
                  </a:lnTo>
                  <a:lnTo>
                    <a:pt x="6494786" y="1707357"/>
                  </a:lnTo>
                  <a:lnTo>
                    <a:pt x="6464802" y="1815372"/>
                  </a:lnTo>
                  <a:lnTo>
                    <a:pt x="6434614" y="1926137"/>
                  </a:lnTo>
                  <a:lnTo>
                    <a:pt x="6404242" y="2039257"/>
                  </a:lnTo>
                  <a:lnTo>
                    <a:pt x="6373715" y="2154299"/>
                  </a:lnTo>
                  <a:lnTo>
                    <a:pt x="6343067" y="2270795"/>
                  </a:lnTo>
                  <a:lnTo>
                    <a:pt x="6312338" y="2388252"/>
                  </a:lnTo>
                  <a:lnTo>
                    <a:pt x="6281571" y="2506158"/>
                  </a:lnTo>
                  <a:lnTo>
                    <a:pt x="6250809" y="2623995"/>
                  </a:lnTo>
                  <a:lnTo>
                    <a:pt x="6220098" y="2741245"/>
                  </a:lnTo>
                  <a:lnTo>
                    <a:pt x="6189479" y="2857400"/>
                  </a:lnTo>
                  <a:lnTo>
                    <a:pt x="6158990" y="2971973"/>
                  </a:lnTo>
                  <a:lnTo>
                    <a:pt x="6128664" y="3084505"/>
                  </a:lnTo>
                  <a:lnTo>
                    <a:pt x="6098529" y="3194572"/>
                  </a:lnTo>
                  <a:lnTo>
                    <a:pt x="6068602" y="3301792"/>
                  </a:lnTo>
                  <a:lnTo>
                    <a:pt x="6038893" y="3405830"/>
                  </a:lnTo>
                  <a:lnTo>
                    <a:pt x="6009401" y="3506399"/>
                  </a:lnTo>
                  <a:lnTo>
                    <a:pt x="5980112" y="3603265"/>
                  </a:lnTo>
                  <a:lnTo>
                    <a:pt x="5951003" y="3696246"/>
                  </a:lnTo>
                  <a:lnTo>
                    <a:pt x="5922036" y="3785213"/>
                  </a:lnTo>
                  <a:lnTo>
                    <a:pt x="5893158" y="3870085"/>
                  </a:lnTo>
                  <a:lnTo>
                    <a:pt x="5864304" y="3950829"/>
                  </a:lnTo>
                  <a:lnTo>
                    <a:pt x="5835389" y="4027457"/>
                  </a:lnTo>
                  <a:lnTo>
                    <a:pt x="5806314" y="4100022"/>
                  </a:lnTo>
                  <a:lnTo>
                    <a:pt x="5784835" y="4150670"/>
                  </a:lnTo>
                  <a:lnTo>
                    <a:pt x="5741502" y="4245036"/>
                  </a:lnTo>
                  <a:lnTo>
                    <a:pt x="5696930" y="4331020"/>
                  </a:lnTo>
                  <a:lnTo>
                    <a:pt x="5650585" y="4408943"/>
                  </a:lnTo>
                  <a:lnTo>
                    <a:pt x="5601866" y="4479398"/>
                  </a:lnTo>
                  <a:lnTo>
                    <a:pt x="5550144" y="4543097"/>
                  </a:lnTo>
                  <a:lnTo>
                    <a:pt x="5494804" y="4600762"/>
                  </a:lnTo>
                  <a:lnTo>
                    <a:pt x="5435294" y="4653066"/>
                  </a:lnTo>
                  <a:lnTo>
                    <a:pt x="5371176" y="4700593"/>
                  </a:lnTo>
                  <a:lnTo>
                    <a:pt x="5302210" y="4743823"/>
                  </a:lnTo>
                  <a:lnTo>
                    <a:pt x="5228444" y="4783114"/>
                  </a:lnTo>
                  <a:lnTo>
                    <a:pt x="5150328" y="4818700"/>
                  </a:lnTo>
                  <a:lnTo>
                    <a:pt x="5068825" y="4850701"/>
                  </a:lnTo>
                  <a:lnTo>
                    <a:pt x="4985501" y="4879132"/>
                  </a:lnTo>
                  <a:lnTo>
                    <a:pt x="4902541" y="4903939"/>
                  </a:lnTo>
                  <a:lnTo>
                    <a:pt x="4822661" y="4925044"/>
                  </a:lnTo>
                  <a:lnTo>
                    <a:pt x="4748873" y="4942398"/>
                  </a:lnTo>
                  <a:lnTo>
                    <a:pt x="4684106" y="4956050"/>
                  </a:lnTo>
                  <a:lnTo>
                    <a:pt x="4630748" y="4966187"/>
                  </a:lnTo>
                  <a:lnTo>
                    <a:pt x="4590204" y="4973164"/>
                  </a:lnTo>
                  <a:lnTo>
                    <a:pt x="4562598" y="4977483"/>
                  </a:lnTo>
                  <a:lnTo>
                    <a:pt x="4546673" y="4979756"/>
                  </a:lnTo>
                  <a:lnTo>
                    <a:pt x="4539877" y="4980643"/>
                  </a:lnTo>
                  <a:lnTo>
                    <a:pt x="4538543" y="4980804"/>
                  </a:lnTo>
                  <a:lnTo>
                    <a:pt x="4016409" y="4980804"/>
                  </a:lnTo>
                  <a:lnTo>
                    <a:pt x="4015146" y="4980785"/>
                  </a:lnTo>
                  <a:lnTo>
                    <a:pt x="4006887" y="4980647"/>
                  </a:lnTo>
                  <a:lnTo>
                    <a:pt x="3986237" y="4980266"/>
                  </a:lnTo>
                  <a:lnTo>
                    <a:pt x="3949748" y="4979517"/>
                  </a:lnTo>
                  <a:lnTo>
                    <a:pt x="3896234" y="4978290"/>
                  </a:lnTo>
                  <a:lnTo>
                    <a:pt x="3826829" y="4976503"/>
                  </a:lnTo>
                  <a:lnTo>
                    <a:pt x="3744599" y="4974109"/>
                  </a:lnTo>
                  <a:lnTo>
                    <a:pt x="3653773" y="4971092"/>
                  </a:lnTo>
                  <a:lnTo>
                    <a:pt x="3558844" y="4967461"/>
                  </a:lnTo>
                  <a:lnTo>
                    <a:pt x="3463825" y="4963229"/>
                  </a:lnTo>
                  <a:lnTo>
                    <a:pt x="3371802" y="4958405"/>
                  </a:lnTo>
                  <a:lnTo>
                    <a:pt x="3284801" y="4952978"/>
                  </a:lnTo>
                  <a:lnTo>
                    <a:pt x="3203874" y="4946917"/>
                  </a:lnTo>
                  <a:lnTo>
                    <a:pt x="3129304" y="4940162"/>
                  </a:lnTo>
                  <a:lnTo>
                    <a:pt x="3060821" y="4932627"/>
                  </a:lnTo>
                  <a:lnTo>
                    <a:pt x="2997796" y="4924202"/>
                  </a:lnTo>
                  <a:lnTo>
                    <a:pt x="2939397" y="4914760"/>
                  </a:lnTo>
                  <a:lnTo>
                    <a:pt x="2884698" y="4904162"/>
                  </a:lnTo>
                  <a:lnTo>
                    <a:pt x="2832770" y="4892280"/>
                  </a:lnTo>
                  <a:lnTo>
                    <a:pt x="2782754" y="4879024"/>
                  </a:lnTo>
                  <a:lnTo>
                    <a:pt x="2770117" y="4875391"/>
                  </a:lnTo>
                  <a:lnTo>
                    <a:pt x="2718011" y="4859236"/>
                  </a:lnTo>
                  <a:lnTo>
                    <a:pt x="2666411" y="4841437"/>
                  </a:lnTo>
                  <a:lnTo>
                    <a:pt x="2614786" y="4821967"/>
                  </a:lnTo>
                  <a:lnTo>
                    <a:pt x="2562773" y="4800860"/>
                  </a:lnTo>
                  <a:lnTo>
                    <a:pt x="2510158" y="4778210"/>
                  </a:lnTo>
                  <a:lnTo>
                    <a:pt x="2456855" y="4754180"/>
                  </a:lnTo>
                  <a:lnTo>
                    <a:pt x="2402891" y="4728997"/>
                  </a:lnTo>
                  <a:lnTo>
                    <a:pt x="2348388" y="4702950"/>
                  </a:lnTo>
                  <a:lnTo>
                    <a:pt x="2293538" y="4676372"/>
                  </a:lnTo>
                  <a:lnTo>
                    <a:pt x="2238578" y="4649629"/>
                  </a:lnTo>
                  <a:lnTo>
                    <a:pt x="2183757" y="4623095"/>
                  </a:lnTo>
                  <a:lnTo>
                    <a:pt x="2129308" y="4597132"/>
                  </a:lnTo>
                  <a:lnTo>
                    <a:pt x="2075417" y="4572071"/>
                  </a:lnTo>
                  <a:lnTo>
                    <a:pt x="2022195" y="4548191"/>
                  </a:lnTo>
                  <a:lnTo>
                    <a:pt x="1969657" y="4525715"/>
                  </a:lnTo>
                  <a:lnTo>
                    <a:pt x="1917703" y="4504795"/>
                  </a:lnTo>
                  <a:lnTo>
                    <a:pt x="1866103" y="4485521"/>
                  </a:lnTo>
                  <a:lnTo>
                    <a:pt x="1814474" y="4467916"/>
                  </a:lnTo>
                  <a:lnTo>
                    <a:pt x="1768425" y="4453735"/>
                  </a:lnTo>
                  <a:lnTo>
                    <a:pt x="1718781" y="4440120"/>
                  </a:lnTo>
                  <a:lnTo>
                    <a:pt x="1667421" y="4427891"/>
                  </a:lnTo>
                  <a:lnTo>
                    <a:pt x="1613521" y="4416974"/>
                  </a:lnTo>
                  <a:lnTo>
                    <a:pt x="1556163" y="4407248"/>
                  </a:lnTo>
                  <a:lnTo>
                    <a:pt x="1494412" y="4398575"/>
                  </a:lnTo>
                  <a:lnTo>
                    <a:pt x="1427403" y="4390822"/>
                  </a:lnTo>
                  <a:lnTo>
                    <a:pt x="1354441" y="4383875"/>
                  </a:lnTo>
                  <a:lnTo>
                    <a:pt x="1275148" y="4377643"/>
                  </a:lnTo>
                  <a:lnTo>
                    <a:pt x="1189642" y="4372058"/>
                  </a:lnTo>
                  <a:lnTo>
                    <a:pt x="1098758" y="4367080"/>
                  </a:lnTo>
                  <a:lnTo>
                    <a:pt x="1004257" y="4362696"/>
                  </a:lnTo>
                  <a:lnTo>
                    <a:pt x="908954" y="4358909"/>
                  </a:lnTo>
                  <a:lnTo>
                    <a:pt x="816652" y="4355733"/>
                  </a:lnTo>
                  <a:lnTo>
                    <a:pt x="731782" y="4353179"/>
                  </a:lnTo>
                  <a:lnTo>
                    <a:pt x="658726" y="4351239"/>
                  </a:lnTo>
                  <a:lnTo>
                    <a:pt x="600931" y="4349875"/>
                  </a:lnTo>
                  <a:lnTo>
                    <a:pt x="560084" y="4349013"/>
                  </a:lnTo>
                  <a:lnTo>
                    <a:pt x="535605" y="4348548"/>
                  </a:lnTo>
                  <a:lnTo>
                    <a:pt x="524604" y="4348360"/>
                  </a:lnTo>
                  <a:lnTo>
                    <a:pt x="522133" y="4348321"/>
                  </a:lnTo>
                  <a:lnTo>
                    <a:pt x="0" y="4348321"/>
                  </a:lnTo>
                  <a:close/>
                </a:path>
              </a:pathLst>
            </a:custGeom>
            <a:solidFill>
              <a:srgbClr val="E78AC3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1434" name="pl1434"/>
            <p:cNvSpPr/>
            <p:nvPr/>
          </p:nvSpPr>
          <p:spPr>
            <a:xfrm>
              <a:off x="386606" y="513531"/>
              <a:ext cx="8554953" cy="4980804"/>
            </a:xfrm>
            <a:custGeom>
              <a:avLst/>
              <a:pathLst>
                <a:path w="8554953" h="4980804">
                  <a:moveTo>
                    <a:pt x="0" y="4348321"/>
                  </a:moveTo>
                  <a:lnTo>
                    <a:pt x="522133" y="4348321"/>
                  </a:lnTo>
                  <a:lnTo>
                    <a:pt x="523396" y="4348341"/>
                  </a:lnTo>
                  <a:lnTo>
                    <a:pt x="531655" y="4348479"/>
                  </a:lnTo>
                  <a:lnTo>
                    <a:pt x="552305" y="4348860"/>
                  </a:lnTo>
                  <a:lnTo>
                    <a:pt x="588795" y="4349609"/>
                  </a:lnTo>
                  <a:lnTo>
                    <a:pt x="642308" y="4350836"/>
                  </a:lnTo>
                  <a:lnTo>
                    <a:pt x="711713" y="4352623"/>
                  </a:lnTo>
                  <a:lnTo>
                    <a:pt x="793943" y="4355017"/>
                  </a:lnTo>
                  <a:lnTo>
                    <a:pt x="884770" y="4358033"/>
                  </a:lnTo>
                  <a:lnTo>
                    <a:pt x="979698" y="4361665"/>
                  </a:lnTo>
                  <a:lnTo>
                    <a:pt x="1074717" y="4365897"/>
                  </a:lnTo>
                  <a:lnTo>
                    <a:pt x="1166740" y="4370721"/>
                  </a:lnTo>
                  <a:lnTo>
                    <a:pt x="1253742" y="4376147"/>
                  </a:lnTo>
                  <a:lnTo>
                    <a:pt x="1334668" y="4382208"/>
                  </a:lnTo>
                  <a:lnTo>
                    <a:pt x="1409238" y="4388964"/>
                  </a:lnTo>
                  <a:lnTo>
                    <a:pt x="1477721" y="4396499"/>
                  </a:lnTo>
                  <a:lnTo>
                    <a:pt x="1540746" y="4404924"/>
                  </a:lnTo>
                  <a:lnTo>
                    <a:pt x="1599145" y="4414366"/>
                  </a:lnTo>
                  <a:lnTo>
                    <a:pt x="1653844" y="4424964"/>
                  </a:lnTo>
                  <a:lnTo>
                    <a:pt x="1705773" y="4436845"/>
                  </a:lnTo>
                  <a:lnTo>
                    <a:pt x="1755788" y="4450102"/>
                  </a:lnTo>
                  <a:lnTo>
                    <a:pt x="1768425" y="4453735"/>
                  </a:lnTo>
                  <a:lnTo>
                    <a:pt x="1820531" y="4469889"/>
                  </a:lnTo>
                  <a:lnTo>
                    <a:pt x="1872131" y="4487689"/>
                  </a:lnTo>
                  <a:lnTo>
                    <a:pt x="1923756" y="4507158"/>
                  </a:lnTo>
                  <a:lnTo>
                    <a:pt x="1975769" y="4528266"/>
                  </a:lnTo>
                  <a:lnTo>
                    <a:pt x="2028384" y="4550916"/>
                  </a:lnTo>
                  <a:lnTo>
                    <a:pt x="2081687" y="4574946"/>
                  </a:lnTo>
                  <a:lnTo>
                    <a:pt x="2135651" y="4600128"/>
                  </a:lnTo>
                  <a:lnTo>
                    <a:pt x="2190154" y="4626176"/>
                  </a:lnTo>
                  <a:lnTo>
                    <a:pt x="2245004" y="4652754"/>
                  </a:lnTo>
                  <a:lnTo>
                    <a:pt x="2299964" y="4679497"/>
                  </a:lnTo>
                  <a:lnTo>
                    <a:pt x="2354785" y="4706031"/>
                  </a:lnTo>
                  <a:lnTo>
                    <a:pt x="2409234" y="4731994"/>
                  </a:lnTo>
                  <a:lnTo>
                    <a:pt x="2463125" y="4757055"/>
                  </a:lnTo>
                  <a:lnTo>
                    <a:pt x="2516347" y="4780934"/>
                  </a:lnTo>
                  <a:lnTo>
                    <a:pt x="2568885" y="4803411"/>
                  </a:lnTo>
                  <a:lnTo>
                    <a:pt x="2620839" y="4824330"/>
                  </a:lnTo>
                  <a:lnTo>
                    <a:pt x="2672440" y="4843605"/>
                  </a:lnTo>
                  <a:lnTo>
                    <a:pt x="2724068" y="4861210"/>
                  </a:lnTo>
                  <a:lnTo>
                    <a:pt x="2770117" y="4875391"/>
                  </a:lnTo>
                  <a:lnTo>
                    <a:pt x="2819761" y="4889006"/>
                  </a:lnTo>
                  <a:lnTo>
                    <a:pt x="2871121" y="4901235"/>
                  </a:lnTo>
                  <a:lnTo>
                    <a:pt x="2925021" y="4912151"/>
                  </a:lnTo>
                  <a:lnTo>
                    <a:pt x="2982379" y="4921877"/>
                  </a:lnTo>
                  <a:lnTo>
                    <a:pt x="3044130" y="4930551"/>
                  </a:lnTo>
                  <a:lnTo>
                    <a:pt x="3111139" y="4938304"/>
                  </a:lnTo>
                  <a:lnTo>
                    <a:pt x="3184101" y="4945250"/>
                  </a:lnTo>
                  <a:lnTo>
                    <a:pt x="3263394" y="4951483"/>
                  </a:lnTo>
                  <a:lnTo>
                    <a:pt x="3348901" y="4957068"/>
                  </a:lnTo>
                  <a:lnTo>
                    <a:pt x="3439784" y="4962045"/>
                  </a:lnTo>
                  <a:lnTo>
                    <a:pt x="3534285" y="4966430"/>
                  </a:lnTo>
                  <a:lnTo>
                    <a:pt x="3629588" y="4970217"/>
                  </a:lnTo>
                  <a:lnTo>
                    <a:pt x="3721890" y="4973393"/>
                  </a:lnTo>
                  <a:lnTo>
                    <a:pt x="3806760" y="4975947"/>
                  </a:lnTo>
                  <a:lnTo>
                    <a:pt x="3879816" y="4977886"/>
                  </a:lnTo>
                  <a:lnTo>
                    <a:pt x="3937611" y="4979251"/>
                  </a:lnTo>
                  <a:lnTo>
                    <a:pt x="3978458" y="4980113"/>
                  </a:lnTo>
                  <a:lnTo>
                    <a:pt x="4002937" y="4980577"/>
                  </a:lnTo>
                  <a:lnTo>
                    <a:pt x="4013938" y="4980766"/>
                  </a:lnTo>
                  <a:lnTo>
                    <a:pt x="4016387" y="4980804"/>
                  </a:lnTo>
                  <a:lnTo>
                    <a:pt x="4016409" y="4980804"/>
                  </a:lnTo>
                  <a:lnTo>
                    <a:pt x="4538543" y="4980804"/>
                  </a:lnTo>
                  <a:lnTo>
                    <a:pt x="4539394" y="4980703"/>
                  </a:lnTo>
                  <a:lnTo>
                    <a:pt x="4545007" y="4979980"/>
                  </a:lnTo>
                  <a:lnTo>
                    <a:pt x="4559218" y="4977981"/>
                  </a:lnTo>
                  <a:lnTo>
                    <a:pt x="4584772" y="4974045"/>
                  </a:lnTo>
                  <a:lnTo>
                    <a:pt x="4623152" y="4967545"/>
                  </a:lnTo>
                  <a:lnTo>
                    <a:pt x="4674460" y="4957958"/>
                  </a:lnTo>
                  <a:lnTo>
                    <a:pt x="4737487" y="4944904"/>
                  </a:lnTo>
                  <a:lnTo>
                    <a:pt x="4809980" y="4928167"/>
                  </a:lnTo>
                  <a:lnTo>
                    <a:pt x="4889064" y="4907680"/>
                  </a:lnTo>
                  <a:lnTo>
                    <a:pt x="4971714" y="4883479"/>
                  </a:lnTo>
                  <a:lnTo>
                    <a:pt x="5055145" y="4855641"/>
                  </a:lnTo>
                  <a:lnTo>
                    <a:pt x="5137073" y="4824228"/>
                  </a:lnTo>
                  <a:lnTo>
                    <a:pt x="5215830" y="4789239"/>
                  </a:lnTo>
                  <a:lnTo>
                    <a:pt x="5290358" y="4750573"/>
                  </a:lnTo>
                  <a:lnTo>
                    <a:pt x="5360129" y="4708015"/>
                  </a:lnTo>
                  <a:lnTo>
                    <a:pt x="5425036" y="4661226"/>
                  </a:lnTo>
                  <a:lnTo>
                    <a:pt x="5485282" y="4609748"/>
                  </a:lnTo>
                  <a:lnTo>
                    <a:pt x="5541274" y="4553013"/>
                  </a:lnTo>
                  <a:lnTo>
                    <a:pt x="5593552" y="4490359"/>
                  </a:lnTo>
                  <a:lnTo>
                    <a:pt x="5642724" y="4421069"/>
                  </a:lnTo>
                  <a:lnTo>
                    <a:pt x="5689417" y="4344425"/>
                  </a:lnTo>
                  <a:lnTo>
                    <a:pt x="5734243" y="4259804"/>
                  </a:lnTo>
                  <a:lnTo>
                    <a:pt x="5777748" y="4166825"/>
                  </a:lnTo>
                  <a:lnTo>
                    <a:pt x="5784835" y="4150670"/>
                  </a:lnTo>
                  <a:lnTo>
                    <a:pt x="5814103" y="4081030"/>
                  </a:lnTo>
                  <a:lnTo>
                    <a:pt x="5843125" y="4007387"/>
                  </a:lnTo>
                  <a:lnTo>
                    <a:pt x="5872014" y="3929663"/>
                  </a:lnTo>
                  <a:lnTo>
                    <a:pt x="5900867" y="3847815"/>
                  </a:lnTo>
                  <a:lnTo>
                    <a:pt x="5929763" y="3761844"/>
                  </a:lnTo>
                  <a:lnTo>
                    <a:pt x="5958764" y="3671795"/>
                  </a:lnTo>
                  <a:lnTo>
                    <a:pt x="5987918" y="3577761"/>
                  </a:lnTo>
                  <a:lnTo>
                    <a:pt x="6017259" y="3479886"/>
                  </a:lnTo>
                  <a:lnTo>
                    <a:pt x="6046809" y="3378365"/>
                  </a:lnTo>
                  <a:lnTo>
                    <a:pt x="6076576" y="3273447"/>
                  </a:lnTo>
                  <a:lnTo>
                    <a:pt x="6106560" y="3165432"/>
                  </a:lnTo>
                  <a:lnTo>
                    <a:pt x="6136748" y="3054667"/>
                  </a:lnTo>
                  <a:lnTo>
                    <a:pt x="6167120" y="2941547"/>
                  </a:lnTo>
                  <a:lnTo>
                    <a:pt x="6197647" y="2826505"/>
                  </a:lnTo>
                  <a:lnTo>
                    <a:pt x="6228295" y="2710009"/>
                  </a:lnTo>
                  <a:lnTo>
                    <a:pt x="6259024" y="2592552"/>
                  </a:lnTo>
                  <a:lnTo>
                    <a:pt x="6289791" y="2474645"/>
                  </a:lnTo>
                  <a:lnTo>
                    <a:pt x="6320553" y="2356809"/>
                  </a:lnTo>
                  <a:lnTo>
                    <a:pt x="6351264" y="2239559"/>
                  </a:lnTo>
                  <a:lnTo>
                    <a:pt x="6381883" y="2123404"/>
                  </a:lnTo>
                  <a:lnTo>
                    <a:pt x="6412372" y="2008831"/>
                  </a:lnTo>
                  <a:lnTo>
                    <a:pt x="6442697" y="1896299"/>
                  </a:lnTo>
                  <a:lnTo>
                    <a:pt x="6472833" y="1786232"/>
                  </a:lnTo>
                  <a:lnTo>
                    <a:pt x="6502760" y="1679012"/>
                  </a:lnTo>
                  <a:lnTo>
                    <a:pt x="6532469" y="1574974"/>
                  </a:lnTo>
                  <a:lnTo>
                    <a:pt x="6561961" y="1474405"/>
                  </a:lnTo>
                  <a:lnTo>
                    <a:pt x="6591250" y="1377539"/>
                  </a:lnTo>
                  <a:lnTo>
                    <a:pt x="6620359" y="1284558"/>
                  </a:lnTo>
                  <a:lnTo>
                    <a:pt x="6649326" y="1195591"/>
                  </a:lnTo>
                  <a:lnTo>
                    <a:pt x="6678204" y="1110719"/>
                  </a:lnTo>
                  <a:lnTo>
                    <a:pt x="6707058" y="1029975"/>
                  </a:lnTo>
                  <a:lnTo>
                    <a:pt x="6735973" y="953347"/>
                  </a:lnTo>
                  <a:lnTo>
                    <a:pt x="6765048" y="880782"/>
                  </a:lnTo>
                  <a:lnTo>
                    <a:pt x="6786527" y="830134"/>
                  </a:lnTo>
                  <a:lnTo>
                    <a:pt x="6829860" y="735768"/>
                  </a:lnTo>
                  <a:lnTo>
                    <a:pt x="6874432" y="649783"/>
                  </a:lnTo>
                  <a:lnTo>
                    <a:pt x="6920777" y="571861"/>
                  </a:lnTo>
                  <a:lnTo>
                    <a:pt x="6969496" y="501406"/>
                  </a:lnTo>
                  <a:lnTo>
                    <a:pt x="7021218" y="437707"/>
                  </a:lnTo>
                  <a:lnTo>
                    <a:pt x="7076558" y="380042"/>
                  </a:lnTo>
                  <a:lnTo>
                    <a:pt x="7136068" y="327738"/>
                  </a:lnTo>
                  <a:lnTo>
                    <a:pt x="7200186" y="280211"/>
                  </a:lnTo>
                  <a:lnTo>
                    <a:pt x="7269152" y="236981"/>
                  </a:lnTo>
                  <a:lnTo>
                    <a:pt x="7342918" y="197690"/>
                  </a:lnTo>
                  <a:lnTo>
                    <a:pt x="7421034" y="162104"/>
                  </a:lnTo>
                  <a:lnTo>
                    <a:pt x="7502537" y="130103"/>
                  </a:lnTo>
                  <a:lnTo>
                    <a:pt x="7585861" y="101672"/>
                  </a:lnTo>
                  <a:lnTo>
                    <a:pt x="7668821" y="76865"/>
                  </a:lnTo>
                  <a:lnTo>
                    <a:pt x="7748700" y="55760"/>
                  </a:lnTo>
                  <a:lnTo>
                    <a:pt x="7822488" y="38406"/>
                  </a:lnTo>
                  <a:lnTo>
                    <a:pt x="7887256" y="24754"/>
                  </a:lnTo>
                  <a:lnTo>
                    <a:pt x="7940614" y="14617"/>
                  </a:lnTo>
                  <a:lnTo>
                    <a:pt x="7981158" y="7640"/>
                  </a:lnTo>
                  <a:lnTo>
                    <a:pt x="8008763" y="3321"/>
                  </a:lnTo>
                  <a:lnTo>
                    <a:pt x="8024689" y="1048"/>
                  </a:lnTo>
                  <a:lnTo>
                    <a:pt x="8031485" y="160"/>
                  </a:lnTo>
                  <a:lnTo>
                    <a:pt x="8032815" y="0"/>
                  </a:lnTo>
                  <a:lnTo>
                    <a:pt x="8032819" y="0"/>
                  </a:lnTo>
                  <a:lnTo>
                    <a:pt x="8554953" y="0"/>
                  </a:lnTo>
                  <a:lnTo>
                    <a:pt x="8554953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435" name="pl1435"/>
            <p:cNvSpPr/>
            <p:nvPr/>
          </p:nvSpPr>
          <p:spPr>
            <a:xfrm>
              <a:off x="386606" y="507884"/>
              <a:ext cx="8554953" cy="4980804"/>
            </a:xfrm>
            <a:custGeom>
              <a:avLst/>
              <a:pathLst>
                <a:path w="8554953" h="4980804">
                  <a:moveTo>
                    <a:pt x="8554953" y="0"/>
                  </a:moveTo>
                  <a:lnTo>
                    <a:pt x="8032819" y="0"/>
                  </a:lnTo>
                  <a:lnTo>
                    <a:pt x="8031968" y="101"/>
                  </a:lnTo>
                  <a:lnTo>
                    <a:pt x="8026355" y="824"/>
                  </a:lnTo>
                  <a:lnTo>
                    <a:pt x="8012144" y="2822"/>
                  </a:lnTo>
                  <a:lnTo>
                    <a:pt x="7986590" y="6759"/>
                  </a:lnTo>
                  <a:lnTo>
                    <a:pt x="7948210" y="13259"/>
                  </a:lnTo>
                  <a:lnTo>
                    <a:pt x="7896902" y="22846"/>
                  </a:lnTo>
                  <a:lnTo>
                    <a:pt x="7833875" y="35900"/>
                  </a:lnTo>
                  <a:lnTo>
                    <a:pt x="7761382" y="52637"/>
                  </a:lnTo>
                  <a:lnTo>
                    <a:pt x="7682298" y="73124"/>
                  </a:lnTo>
                  <a:lnTo>
                    <a:pt x="7599647" y="97325"/>
                  </a:lnTo>
                  <a:lnTo>
                    <a:pt x="7516217" y="125163"/>
                  </a:lnTo>
                  <a:lnTo>
                    <a:pt x="7434289" y="156576"/>
                  </a:lnTo>
                  <a:lnTo>
                    <a:pt x="7355532" y="191565"/>
                  </a:lnTo>
                  <a:lnTo>
                    <a:pt x="7281004" y="230231"/>
                  </a:lnTo>
                  <a:lnTo>
                    <a:pt x="7211233" y="272789"/>
                  </a:lnTo>
                  <a:lnTo>
                    <a:pt x="7146325" y="319578"/>
                  </a:lnTo>
                  <a:lnTo>
                    <a:pt x="7086080" y="371055"/>
                  </a:lnTo>
                  <a:lnTo>
                    <a:pt x="7030088" y="427791"/>
                  </a:lnTo>
                  <a:lnTo>
                    <a:pt x="6977810" y="490445"/>
                  </a:lnTo>
                  <a:lnTo>
                    <a:pt x="6928638" y="559735"/>
                  </a:lnTo>
                  <a:lnTo>
                    <a:pt x="6881945" y="636379"/>
                  </a:lnTo>
                  <a:lnTo>
                    <a:pt x="6837119" y="721000"/>
                  </a:lnTo>
                  <a:lnTo>
                    <a:pt x="6793614" y="813979"/>
                  </a:lnTo>
                  <a:lnTo>
                    <a:pt x="6786527" y="830134"/>
                  </a:lnTo>
                  <a:lnTo>
                    <a:pt x="6757259" y="899774"/>
                  </a:lnTo>
                  <a:lnTo>
                    <a:pt x="6728237" y="973417"/>
                  </a:lnTo>
                  <a:lnTo>
                    <a:pt x="6699348" y="1051141"/>
                  </a:lnTo>
                  <a:lnTo>
                    <a:pt x="6670495" y="1132989"/>
                  </a:lnTo>
                  <a:lnTo>
                    <a:pt x="6641599" y="1218960"/>
                  </a:lnTo>
                  <a:lnTo>
                    <a:pt x="6612598" y="1309009"/>
                  </a:lnTo>
                  <a:lnTo>
                    <a:pt x="6583444" y="1403043"/>
                  </a:lnTo>
                  <a:lnTo>
                    <a:pt x="6554103" y="1500918"/>
                  </a:lnTo>
                  <a:lnTo>
                    <a:pt x="6524553" y="1602439"/>
                  </a:lnTo>
                  <a:lnTo>
                    <a:pt x="6494786" y="1707357"/>
                  </a:lnTo>
                  <a:lnTo>
                    <a:pt x="6464802" y="1815372"/>
                  </a:lnTo>
                  <a:lnTo>
                    <a:pt x="6434614" y="1926137"/>
                  </a:lnTo>
                  <a:lnTo>
                    <a:pt x="6404242" y="2039257"/>
                  </a:lnTo>
                  <a:lnTo>
                    <a:pt x="6373715" y="2154299"/>
                  </a:lnTo>
                  <a:lnTo>
                    <a:pt x="6343067" y="2270795"/>
                  </a:lnTo>
                  <a:lnTo>
                    <a:pt x="6312338" y="2388252"/>
                  </a:lnTo>
                  <a:lnTo>
                    <a:pt x="6281571" y="2506158"/>
                  </a:lnTo>
                  <a:lnTo>
                    <a:pt x="6250809" y="2623995"/>
                  </a:lnTo>
                  <a:lnTo>
                    <a:pt x="6220098" y="2741245"/>
                  </a:lnTo>
                  <a:lnTo>
                    <a:pt x="6189479" y="2857400"/>
                  </a:lnTo>
                  <a:lnTo>
                    <a:pt x="6158990" y="2971973"/>
                  </a:lnTo>
                  <a:lnTo>
                    <a:pt x="6128664" y="3084505"/>
                  </a:lnTo>
                  <a:lnTo>
                    <a:pt x="6098529" y="3194572"/>
                  </a:lnTo>
                  <a:lnTo>
                    <a:pt x="6068602" y="3301792"/>
                  </a:lnTo>
                  <a:lnTo>
                    <a:pt x="6038893" y="3405830"/>
                  </a:lnTo>
                  <a:lnTo>
                    <a:pt x="6009401" y="3506399"/>
                  </a:lnTo>
                  <a:lnTo>
                    <a:pt x="5980112" y="3603265"/>
                  </a:lnTo>
                  <a:lnTo>
                    <a:pt x="5951003" y="3696246"/>
                  </a:lnTo>
                  <a:lnTo>
                    <a:pt x="5922036" y="3785213"/>
                  </a:lnTo>
                  <a:lnTo>
                    <a:pt x="5893158" y="3870085"/>
                  </a:lnTo>
                  <a:lnTo>
                    <a:pt x="5864304" y="3950829"/>
                  </a:lnTo>
                  <a:lnTo>
                    <a:pt x="5835389" y="4027457"/>
                  </a:lnTo>
                  <a:lnTo>
                    <a:pt x="5806314" y="4100022"/>
                  </a:lnTo>
                  <a:lnTo>
                    <a:pt x="5784835" y="4150670"/>
                  </a:lnTo>
                  <a:lnTo>
                    <a:pt x="5741502" y="4245036"/>
                  </a:lnTo>
                  <a:lnTo>
                    <a:pt x="5696930" y="4331020"/>
                  </a:lnTo>
                  <a:lnTo>
                    <a:pt x="5650585" y="4408943"/>
                  </a:lnTo>
                  <a:lnTo>
                    <a:pt x="5601866" y="4479398"/>
                  </a:lnTo>
                  <a:lnTo>
                    <a:pt x="5550144" y="4543097"/>
                  </a:lnTo>
                  <a:lnTo>
                    <a:pt x="5494804" y="4600762"/>
                  </a:lnTo>
                  <a:lnTo>
                    <a:pt x="5435294" y="4653066"/>
                  </a:lnTo>
                  <a:lnTo>
                    <a:pt x="5371176" y="4700593"/>
                  </a:lnTo>
                  <a:lnTo>
                    <a:pt x="5302210" y="4743823"/>
                  </a:lnTo>
                  <a:lnTo>
                    <a:pt x="5228444" y="4783114"/>
                  </a:lnTo>
                  <a:lnTo>
                    <a:pt x="5150328" y="4818700"/>
                  </a:lnTo>
                  <a:lnTo>
                    <a:pt x="5068825" y="4850701"/>
                  </a:lnTo>
                  <a:lnTo>
                    <a:pt x="4985501" y="4879132"/>
                  </a:lnTo>
                  <a:lnTo>
                    <a:pt x="4902541" y="4903939"/>
                  </a:lnTo>
                  <a:lnTo>
                    <a:pt x="4822661" y="4925044"/>
                  </a:lnTo>
                  <a:lnTo>
                    <a:pt x="4748873" y="4942398"/>
                  </a:lnTo>
                  <a:lnTo>
                    <a:pt x="4684106" y="4956050"/>
                  </a:lnTo>
                  <a:lnTo>
                    <a:pt x="4630748" y="4966187"/>
                  </a:lnTo>
                  <a:lnTo>
                    <a:pt x="4590204" y="4973164"/>
                  </a:lnTo>
                  <a:lnTo>
                    <a:pt x="4562598" y="4977483"/>
                  </a:lnTo>
                  <a:lnTo>
                    <a:pt x="4546673" y="4979756"/>
                  </a:lnTo>
                  <a:lnTo>
                    <a:pt x="4539877" y="4980643"/>
                  </a:lnTo>
                  <a:lnTo>
                    <a:pt x="4538547" y="4980804"/>
                  </a:lnTo>
                  <a:lnTo>
                    <a:pt x="4538543" y="4980804"/>
                  </a:lnTo>
                  <a:lnTo>
                    <a:pt x="4016409" y="4980804"/>
                  </a:lnTo>
                  <a:lnTo>
                    <a:pt x="4015146" y="4980785"/>
                  </a:lnTo>
                  <a:lnTo>
                    <a:pt x="4006887" y="4980647"/>
                  </a:lnTo>
                  <a:lnTo>
                    <a:pt x="3986237" y="4980266"/>
                  </a:lnTo>
                  <a:lnTo>
                    <a:pt x="3949748" y="4979517"/>
                  </a:lnTo>
                  <a:lnTo>
                    <a:pt x="3896234" y="4978290"/>
                  </a:lnTo>
                  <a:lnTo>
                    <a:pt x="3826829" y="4976503"/>
                  </a:lnTo>
                  <a:lnTo>
                    <a:pt x="3744599" y="4974109"/>
                  </a:lnTo>
                  <a:lnTo>
                    <a:pt x="3653773" y="4971092"/>
                  </a:lnTo>
                  <a:lnTo>
                    <a:pt x="3558844" y="4967461"/>
                  </a:lnTo>
                  <a:lnTo>
                    <a:pt x="3463825" y="4963229"/>
                  </a:lnTo>
                  <a:lnTo>
                    <a:pt x="3371802" y="4958405"/>
                  </a:lnTo>
                  <a:lnTo>
                    <a:pt x="3284801" y="4952978"/>
                  </a:lnTo>
                  <a:lnTo>
                    <a:pt x="3203874" y="4946917"/>
                  </a:lnTo>
                  <a:lnTo>
                    <a:pt x="3129304" y="4940162"/>
                  </a:lnTo>
                  <a:lnTo>
                    <a:pt x="3060821" y="4932627"/>
                  </a:lnTo>
                  <a:lnTo>
                    <a:pt x="2997796" y="4924202"/>
                  </a:lnTo>
                  <a:lnTo>
                    <a:pt x="2939397" y="4914760"/>
                  </a:lnTo>
                  <a:lnTo>
                    <a:pt x="2884698" y="4904162"/>
                  </a:lnTo>
                  <a:lnTo>
                    <a:pt x="2832770" y="4892280"/>
                  </a:lnTo>
                  <a:lnTo>
                    <a:pt x="2782754" y="4879024"/>
                  </a:lnTo>
                  <a:lnTo>
                    <a:pt x="2770117" y="4875391"/>
                  </a:lnTo>
                  <a:lnTo>
                    <a:pt x="2718011" y="4859236"/>
                  </a:lnTo>
                  <a:lnTo>
                    <a:pt x="2666411" y="4841437"/>
                  </a:lnTo>
                  <a:lnTo>
                    <a:pt x="2614786" y="4821967"/>
                  </a:lnTo>
                  <a:lnTo>
                    <a:pt x="2562773" y="4800860"/>
                  </a:lnTo>
                  <a:lnTo>
                    <a:pt x="2510158" y="4778210"/>
                  </a:lnTo>
                  <a:lnTo>
                    <a:pt x="2456855" y="4754180"/>
                  </a:lnTo>
                  <a:lnTo>
                    <a:pt x="2402891" y="4728997"/>
                  </a:lnTo>
                  <a:lnTo>
                    <a:pt x="2348388" y="4702950"/>
                  </a:lnTo>
                  <a:lnTo>
                    <a:pt x="2293538" y="4676372"/>
                  </a:lnTo>
                  <a:lnTo>
                    <a:pt x="2238578" y="4649629"/>
                  </a:lnTo>
                  <a:lnTo>
                    <a:pt x="2183757" y="4623095"/>
                  </a:lnTo>
                  <a:lnTo>
                    <a:pt x="2129308" y="4597132"/>
                  </a:lnTo>
                  <a:lnTo>
                    <a:pt x="2075417" y="4572071"/>
                  </a:lnTo>
                  <a:lnTo>
                    <a:pt x="2022195" y="4548191"/>
                  </a:lnTo>
                  <a:lnTo>
                    <a:pt x="1969657" y="4525715"/>
                  </a:lnTo>
                  <a:lnTo>
                    <a:pt x="1917703" y="4504795"/>
                  </a:lnTo>
                  <a:lnTo>
                    <a:pt x="1866103" y="4485521"/>
                  </a:lnTo>
                  <a:lnTo>
                    <a:pt x="1814474" y="4467916"/>
                  </a:lnTo>
                  <a:lnTo>
                    <a:pt x="1768425" y="4453735"/>
                  </a:lnTo>
                  <a:lnTo>
                    <a:pt x="1718781" y="4440120"/>
                  </a:lnTo>
                  <a:lnTo>
                    <a:pt x="1667421" y="4427891"/>
                  </a:lnTo>
                  <a:lnTo>
                    <a:pt x="1613521" y="4416974"/>
                  </a:lnTo>
                  <a:lnTo>
                    <a:pt x="1556163" y="4407248"/>
                  </a:lnTo>
                  <a:lnTo>
                    <a:pt x="1494412" y="4398575"/>
                  </a:lnTo>
                  <a:lnTo>
                    <a:pt x="1427403" y="4390822"/>
                  </a:lnTo>
                  <a:lnTo>
                    <a:pt x="1354441" y="4383875"/>
                  </a:lnTo>
                  <a:lnTo>
                    <a:pt x="1275148" y="4377643"/>
                  </a:lnTo>
                  <a:lnTo>
                    <a:pt x="1189642" y="4372058"/>
                  </a:lnTo>
                  <a:lnTo>
                    <a:pt x="1098758" y="4367080"/>
                  </a:lnTo>
                  <a:lnTo>
                    <a:pt x="1004257" y="4362696"/>
                  </a:lnTo>
                  <a:lnTo>
                    <a:pt x="908954" y="4358909"/>
                  </a:lnTo>
                  <a:lnTo>
                    <a:pt x="816652" y="4355733"/>
                  </a:lnTo>
                  <a:lnTo>
                    <a:pt x="731782" y="4353179"/>
                  </a:lnTo>
                  <a:lnTo>
                    <a:pt x="658726" y="4351239"/>
                  </a:lnTo>
                  <a:lnTo>
                    <a:pt x="600931" y="4349875"/>
                  </a:lnTo>
                  <a:lnTo>
                    <a:pt x="560084" y="4349013"/>
                  </a:lnTo>
                  <a:lnTo>
                    <a:pt x="535605" y="4348548"/>
                  </a:lnTo>
                  <a:lnTo>
                    <a:pt x="524604" y="4348360"/>
                  </a:lnTo>
                  <a:lnTo>
                    <a:pt x="522155" y="4348322"/>
                  </a:lnTo>
                  <a:lnTo>
                    <a:pt x="522133" y="4348321"/>
                  </a:lnTo>
                  <a:lnTo>
                    <a:pt x="0" y="4348321"/>
                  </a:lnTo>
                  <a:lnTo>
                    <a:pt x="0" y="4348321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436" name="pg1436"/>
            <p:cNvSpPr/>
            <p:nvPr/>
          </p:nvSpPr>
          <p:spPr>
            <a:xfrm>
              <a:off x="386606" y="925775"/>
              <a:ext cx="8554953" cy="4608091"/>
            </a:xfrm>
            <a:custGeom>
              <a:avLst/>
              <a:pathLst>
                <a:path w="8554953" h="4608091">
                  <a:moveTo>
                    <a:pt x="0" y="3941725"/>
                  </a:moveTo>
                  <a:lnTo>
                    <a:pt x="522133" y="3941725"/>
                  </a:lnTo>
                  <a:lnTo>
                    <a:pt x="523395" y="3941745"/>
                  </a:lnTo>
                  <a:lnTo>
                    <a:pt x="531650" y="3941891"/>
                  </a:lnTo>
                  <a:lnTo>
                    <a:pt x="552289" y="3942292"/>
                  </a:lnTo>
                  <a:lnTo>
                    <a:pt x="588759" y="3943081"/>
                  </a:lnTo>
                  <a:lnTo>
                    <a:pt x="642248" y="3944373"/>
                  </a:lnTo>
                  <a:lnTo>
                    <a:pt x="711623" y="3946254"/>
                  </a:lnTo>
                  <a:lnTo>
                    <a:pt x="793823" y="3948775"/>
                  </a:lnTo>
                  <a:lnTo>
                    <a:pt x="884623" y="3951952"/>
                  </a:lnTo>
                  <a:lnTo>
                    <a:pt x="979530" y="3955776"/>
                  </a:lnTo>
                  <a:lnTo>
                    <a:pt x="1074533" y="3960233"/>
                  </a:lnTo>
                  <a:lnTo>
                    <a:pt x="1166547" y="3965313"/>
                  </a:lnTo>
                  <a:lnTo>
                    <a:pt x="1253545" y="3971027"/>
                  </a:lnTo>
                  <a:lnTo>
                    <a:pt x="1334471" y="3977410"/>
                  </a:lnTo>
                  <a:lnTo>
                    <a:pt x="1409042" y="3984524"/>
                  </a:lnTo>
                  <a:lnTo>
                    <a:pt x="1477529" y="3992459"/>
                  </a:lnTo>
                  <a:lnTo>
                    <a:pt x="1540556" y="4001330"/>
                  </a:lnTo>
                  <a:lnTo>
                    <a:pt x="1598958" y="4011273"/>
                  </a:lnTo>
                  <a:lnTo>
                    <a:pt x="1653657" y="4022432"/>
                  </a:lnTo>
                  <a:lnTo>
                    <a:pt x="1705584" y="4034942"/>
                  </a:lnTo>
                  <a:lnTo>
                    <a:pt x="1755595" y="4048901"/>
                  </a:lnTo>
                  <a:lnTo>
                    <a:pt x="1768425" y="4052786"/>
                  </a:lnTo>
                  <a:lnTo>
                    <a:pt x="1820319" y="4069732"/>
                  </a:lnTo>
                  <a:lnTo>
                    <a:pt x="1871709" y="4088398"/>
                  </a:lnTo>
                  <a:lnTo>
                    <a:pt x="1923120" y="4108809"/>
                  </a:lnTo>
                  <a:lnTo>
                    <a:pt x="1974912" y="4130931"/>
                  </a:lnTo>
                  <a:lnTo>
                    <a:pt x="2027299" y="4154668"/>
                  </a:lnTo>
                  <a:lnTo>
                    <a:pt x="2080369" y="4179852"/>
                  </a:lnTo>
                  <a:lnTo>
                    <a:pt x="2134095" y="4206246"/>
                  </a:lnTo>
                  <a:lnTo>
                    <a:pt x="2188361" y="4233554"/>
                  </a:lnTo>
                  <a:lnTo>
                    <a:pt x="2242978" y="4261428"/>
                  </a:lnTo>
                  <a:lnTo>
                    <a:pt x="2297714" y="4289489"/>
                  </a:lnTo>
                  <a:lnTo>
                    <a:pt x="2352321" y="4317348"/>
                  </a:lnTo>
                  <a:lnTo>
                    <a:pt x="2406569" y="4344626"/>
                  </a:lnTo>
                  <a:lnTo>
                    <a:pt x="2460271" y="4370978"/>
                  </a:lnTo>
                  <a:lnTo>
                    <a:pt x="2513313" y="4396109"/>
                  </a:lnTo>
                  <a:lnTo>
                    <a:pt x="2565675" y="4419785"/>
                  </a:lnTo>
                  <a:lnTo>
                    <a:pt x="2617447" y="4441842"/>
                  </a:lnTo>
                  <a:lnTo>
                    <a:pt x="2668850" y="4462184"/>
                  </a:lnTo>
                  <a:lnTo>
                    <a:pt x="2720248" y="4480782"/>
                  </a:lnTo>
                  <a:lnTo>
                    <a:pt x="2770117" y="4497030"/>
                  </a:lnTo>
                  <a:lnTo>
                    <a:pt x="2819751" y="4511372"/>
                  </a:lnTo>
                  <a:lnTo>
                    <a:pt x="2871101" y="4524254"/>
                  </a:lnTo>
                  <a:lnTo>
                    <a:pt x="2924988" y="4535754"/>
                  </a:lnTo>
                  <a:lnTo>
                    <a:pt x="2982332" y="4546000"/>
                  </a:lnTo>
                  <a:lnTo>
                    <a:pt x="3044067" y="4555137"/>
                  </a:lnTo>
                  <a:lnTo>
                    <a:pt x="3111057" y="4563304"/>
                  </a:lnTo>
                  <a:lnTo>
                    <a:pt x="3183997" y="4570623"/>
                  </a:lnTo>
                  <a:lnTo>
                    <a:pt x="3263266" y="4577189"/>
                  </a:lnTo>
                  <a:lnTo>
                    <a:pt x="3348745" y="4583073"/>
                  </a:lnTo>
                  <a:lnTo>
                    <a:pt x="3439603" y="4588317"/>
                  </a:lnTo>
                  <a:lnTo>
                    <a:pt x="3534080" y="4592937"/>
                  </a:lnTo>
                  <a:lnTo>
                    <a:pt x="3629367" y="4596928"/>
                  </a:lnTo>
                  <a:lnTo>
                    <a:pt x="3721664" y="4600275"/>
                  </a:lnTo>
                  <a:lnTo>
                    <a:pt x="3806542" y="4602967"/>
                  </a:lnTo>
                  <a:lnTo>
                    <a:pt x="3879623" y="4605012"/>
                  </a:lnTo>
                  <a:lnTo>
                    <a:pt x="3937456" y="4606450"/>
                  </a:lnTo>
                  <a:lnTo>
                    <a:pt x="3978351" y="4607360"/>
                  </a:lnTo>
                  <a:lnTo>
                    <a:pt x="4002877" y="4607851"/>
                  </a:lnTo>
                  <a:lnTo>
                    <a:pt x="4013916" y="4608050"/>
                  </a:lnTo>
                  <a:lnTo>
                    <a:pt x="4016409" y="4608091"/>
                  </a:lnTo>
                  <a:lnTo>
                    <a:pt x="4538543" y="4608091"/>
                  </a:lnTo>
                  <a:lnTo>
                    <a:pt x="4539422" y="4607994"/>
                  </a:lnTo>
                  <a:lnTo>
                    <a:pt x="4545216" y="4607303"/>
                  </a:lnTo>
                  <a:lnTo>
                    <a:pt x="4559872" y="4605394"/>
                  </a:lnTo>
                  <a:lnTo>
                    <a:pt x="4586192" y="4601633"/>
                  </a:lnTo>
                  <a:lnTo>
                    <a:pt x="4625655" y="4595428"/>
                  </a:lnTo>
                  <a:lnTo>
                    <a:pt x="4678297" y="4586283"/>
                  </a:lnTo>
                  <a:lnTo>
                    <a:pt x="4742792" y="4573844"/>
                  </a:lnTo>
                  <a:lnTo>
                    <a:pt x="4816750" y="4557918"/>
                  </a:lnTo>
                  <a:lnTo>
                    <a:pt x="4897174" y="4538450"/>
                  </a:lnTo>
                  <a:lnTo>
                    <a:pt x="4980943" y="4515480"/>
                  </a:lnTo>
                  <a:lnTo>
                    <a:pt x="5065224" y="4489082"/>
                  </a:lnTo>
                  <a:lnTo>
                    <a:pt x="5147729" y="4459312"/>
                  </a:lnTo>
                  <a:lnTo>
                    <a:pt x="5226815" y="4426157"/>
                  </a:lnTo>
                  <a:lnTo>
                    <a:pt x="5301470" y="4389506"/>
                  </a:lnTo>
                  <a:lnTo>
                    <a:pt x="5371222" y="4349137"/>
                  </a:lnTo>
                  <a:lnTo>
                    <a:pt x="5436019" y="4304707"/>
                  </a:lnTo>
                  <a:lnTo>
                    <a:pt x="5496110" y="4255761"/>
                  </a:lnTo>
                  <a:lnTo>
                    <a:pt x="5551950" y="4201736"/>
                  </a:lnTo>
                  <a:lnTo>
                    <a:pt x="5604113" y="4141989"/>
                  </a:lnTo>
                  <a:lnTo>
                    <a:pt x="5653235" y="4075830"/>
                  </a:lnTo>
                  <a:lnTo>
                    <a:pt x="5699965" y="4002582"/>
                  </a:lnTo>
                  <a:lnTo>
                    <a:pt x="5744922" y="3921688"/>
                  </a:lnTo>
                  <a:lnTo>
                    <a:pt x="5784835" y="3841017"/>
                  </a:lnTo>
                  <a:lnTo>
                    <a:pt x="5815169" y="3774241"/>
                  </a:lnTo>
                  <a:lnTo>
                    <a:pt x="5845243" y="3703488"/>
                  </a:lnTo>
                  <a:lnTo>
                    <a:pt x="5875183" y="3628678"/>
                  </a:lnTo>
                  <a:lnTo>
                    <a:pt x="5905095" y="3549772"/>
                  </a:lnTo>
                  <a:lnTo>
                    <a:pt x="5935063" y="3466775"/>
                  </a:lnTo>
                  <a:lnTo>
                    <a:pt x="5965154" y="3379743"/>
                  </a:lnTo>
                  <a:lnTo>
                    <a:pt x="5995419" y="3288782"/>
                  </a:lnTo>
                  <a:lnTo>
                    <a:pt x="6025892" y="3194051"/>
                  </a:lnTo>
                  <a:lnTo>
                    <a:pt x="6056593" y="3095768"/>
                  </a:lnTo>
                  <a:lnTo>
                    <a:pt x="6087529" y="2994205"/>
                  </a:lnTo>
                  <a:lnTo>
                    <a:pt x="6118694" y="2889687"/>
                  </a:lnTo>
                  <a:lnTo>
                    <a:pt x="6150071" y="2782592"/>
                  </a:lnTo>
                  <a:lnTo>
                    <a:pt x="6181632" y="2673343"/>
                  </a:lnTo>
                  <a:lnTo>
                    <a:pt x="6213344" y="2562403"/>
                  </a:lnTo>
                  <a:lnTo>
                    <a:pt x="6245164" y="2450268"/>
                  </a:lnTo>
                  <a:lnTo>
                    <a:pt x="6277045" y="2337457"/>
                  </a:lnTo>
                  <a:lnTo>
                    <a:pt x="6308941" y="2224500"/>
                  </a:lnTo>
                  <a:lnTo>
                    <a:pt x="6340800" y="2111934"/>
                  </a:lnTo>
                  <a:lnTo>
                    <a:pt x="6372576" y="2000284"/>
                  </a:lnTo>
                  <a:lnTo>
                    <a:pt x="6404223" y="1890060"/>
                  </a:lnTo>
                  <a:lnTo>
                    <a:pt x="6435704" y="1781743"/>
                  </a:lnTo>
                  <a:lnTo>
                    <a:pt x="6466986" y="1675780"/>
                  </a:lnTo>
                  <a:lnTo>
                    <a:pt x="6498048" y="1572573"/>
                  </a:lnTo>
                  <a:lnTo>
                    <a:pt x="6528876" y="1472477"/>
                  </a:lnTo>
                  <a:lnTo>
                    <a:pt x="6559471" y="1375792"/>
                  </a:lnTo>
                  <a:lnTo>
                    <a:pt x="6589845" y="1282766"/>
                  </a:lnTo>
                  <a:lnTo>
                    <a:pt x="6620025" y="1193590"/>
                  </a:lnTo>
                  <a:lnTo>
                    <a:pt x="6650053" y="1108399"/>
                  </a:lnTo>
                  <a:lnTo>
                    <a:pt x="6679985" y="1027274"/>
                  </a:lnTo>
                  <a:lnTo>
                    <a:pt x="6709898" y="950248"/>
                  </a:lnTo>
                  <a:lnTo>
                    <a:pt x="6739885" y="877306"/>
                  </a:lnTo>
                  <a:lnTo>
                    <a:pt x="6770062" y="808389"/>
                  </a:lnTo>
                  <a:lnTo>
                    <a:pt x="6786527" y="772721"/>
                  </a:lnTo>
                  <a:lnTo>
                    <a:pt x="6830345" y="684603"/>
                  </a:lnTo>
                  <a:lnTo>
                    <a:pt x="6875435" y="604400"/>
                  </a:lnTo>
                  <a:lnTo>
                    <a:pt x="6922350" y="531802"/>
                  </a:lnTo>
                  <a:lnTo>
                    <a:pt x="6971714" y="466236"/>
                  </a:lnTo>
                  <a:lnTo>
                    <a:pt x="7024176" y="407020"/>
                  </a:lnTo>
                  <a:lnTo>
                    <a:pt x="7080369" y="353468"/>
                  </a:lnTo>
                  <a:lnTo>
                    <a:pt x="7140859" y="304941"/>
                  </a:lnTo>
                  <a:lnTo>
                    <a:pt x="7206086" y="260886"/>
                  </a:lnTo>
                  <a:lnTo>
                    <a:pt x="7276277" y="220856"/>
                  </a:lnTo>
                  <a:lnTo>
                    <a:pt x="7351350" y="184521"/>
                  </a:lnTo>
                  <a:lnTo>
                    <a:pt x="7430786" y="151667"/>
                  </a:lnTo>
                  <a:lnTo>
                    <a:pt x="7513523" y="122193"/>
                  </a:lnTo>
                  <a:lnTo>
                    <a:pt x="7597860" y="96095"/>
                  </a:lnTo>
                  <a:lnTo>
                    <a:pt x="7681455" y="73430"/>
                  </a:lnTo>
                  <a:lnTo>
                    <a:pt x="7761435" y="54274"/>
                  </a:lnTo>
                  <a:lnTo>
                    <a:pt x="7834675" y="38659"/>
                  </a:lnTo>
                  <a:lnTo>
                    <a:pt x="7898209" y="26521"/>
                  </a:lnTo>
                  <a:lnTo>
                    <a:pt x="7949724" y="17651"/>
                  </a:lnTo>
                  <a:lnTo>
                    <a:pt x="7988006" y="11683"/>
                  </a:lnTo>
                  <a:lnTo>
                    <a:pt x="8013219" y="8110"/>
                  </a:lnTo>
                  <a:lnTo>
                    <a:pt x="8026963" y="6334"/>
                  </a:lnTo>
                  <a:lnTo>
                    <a:pt x="8032150" y="5720"/>
                  </a:lnTo>
                  <a:lnTo>
                    <a:pt x="8032819" y="5647"/>
                  </a:lnTo>
                  <a:lnTo>
                    <a:pt x="8554953" y="5647"/>
                  </a:lnTo>
                  <a:lnTo>
                    <a:pt x="8554953" y="0"/>
                  </a:lnTo>
                  <a:lnTo>
                    <a:pt x="8032819" y="0"/>
                  </a:lnTo>
                  <a:lnTo>
                    <a:pt x="8031940" y="96"/>
                  </a:lnTo>
                  <a:lnTo>
                    <a:pt x="8026146" y="787"/>
                  </a:lnTo>
                  <a:lnTo>
                    <a:pt x="8011490" y="2697"/>
                  </a:lnTo>
                  <a:lnTo>
                    <a:pt x="7985170" y="6457"/>
                  </a:lnTo>
                  <a:lnTo>
                    <a:pt x="7945707" y="12663"/>
                  </a:lnTo>
                  <a:lnTo>
                    <a:pt x="7893065" y="21808"/>
                  </a:lnTo>
                  <a:lnTo>
                    <a:pt x="7828570" y="34246"/>
                  </a:lnTo>
                  <a:lnTo>
                    <a:pt x="7754612" y="50172"/>
                  </a:lnTo>
                  <a:lnTo>
                    <a:pt x="7674188" y="69640"/>
                  </a:lnTo>
                  <a:lnTo>
                    <a:pt x="7590419" y="92611"/>
                  </a:lnTo>
                  <a:lnTo>
                    <a:pt x="7506138" y="119008"/>
                  </a:lnTo>
                  <a:lnTo>
                    <a:pt x="7423633" y="148778"/>
                  </a:lnTo>
                  <a:lnTo>
                    <a:pt x="7344547" y="181934"/>
                  </a:lnTo>
                  <a:lnTo>
                    <a:pt x="7269892" y="218584"/>
                  </a:lnTo>
                  <a:lnTo>
                    <a:pt x="7200140" y="258954"/>
                  </a:lnTo>
                  <a:lnTo>
                    <a:pt x="7135343" y="303383"/>
                  </a:lnTo>
                  <a:lnTo>
                    <a:pt x="7075252" y="352330"/>
                  </a:lnTo>
                  <a:lnTo>
                    <a:pt x="7019412" y="406354"/>
                  </a:lnTo>
                  <a:lnTo>
                    <a:pt x="6967249" y="466101"/>
                  </a:lnTo>
                  <a:lnTo>
                    <a:pt x="6918127" y="532261"/>
                  </a:lnTo>
                  <a:lnTo>
                    <a:pt x="6871397" y="605509"/>
                  </a:lnTo>
                  <a:lnTo>
                    <a:pt x="6826440" y="686402"/>
                  </a:lnTo>
                  <a:lnTo>
                    <a:pt x="6786527" y="767074"/>
                  </a:lnTo>
                  <a:lnTo>
                    <a:pt x="6756193" y="833850"/>
                  </a:lnTo>
                  <a:lnTo>
                    <a:pt x="6726119" y="904603"/>
                  </a:lnTo>
                  <a:lnTo>
                    <a:pt x="6696179" y="979413"/>
                  </a:lnTo>
                  <a:lnTo>
                    <a:pt x="6666267" y="1058319"/>
                  </a:lnTo>
                  <a:lnTo>
                    <a:pt x="6636299" y="1141315"/>
                  </a:lnTo>
                  <a:lnTo>
                    <a:pt x="6606208" y="1228347"/>
                  </a:lnTo>
                  <a:lnTo>
                    <a:pt x="6575943" y="1319309"/>
                  </a:lnTo>
                  <a:lnTo>
                    <a:pt x="6545470" y="1414040"/>
                  </a:lnTo>
                  <a:lnTo>
                    <a:pt x="6514769" y="1512322"/>
                  </a:lnTo>
                  <a:lnTo>
                    <a:pt x="6483833" y="1613886"/>
                  </a:lnTo>
                  <a:lnTo>
                    <a:pt x="6452668" y="1718404"/>
                  </a:lnTo>
                  <a:lnTo>
                    <a:pt x="6421291" y="1825499"/>
                  </a:lnTo>
                  <a:lnTo>
                    <a:pt x="6389730" y="1934748"/>
                  </a:lnTo>
                  <a:lnTo>
                    <a:pt x="6358018" y="2045687"/>
                  </a:lnTo>
                  <a:lnTo>
                    <a:pt x="6326198" y="2157822"/>
                  </a:lnTo>
                  <a:lnTo>
                    <a:pt x="6294316" y="2270634"/>
                  </a:lnTo>
                  <a:lnTo>
                    <a:pt x="6262421" y="2383590"/>
                  </a:lnTo>
                  <a:lnTo>
                    <a:pt x="6230562" y="2496157"/>
                  </a:lnTo>
                  <a:lnTo>
                    <a:pt x="6198786" y="2607807"/>
                  </a:lnTo>
                  <a:lnTo>
                    <a:pt x="6167139" y="2718031"/>
                  </a:lnTo>
                  <a:lnTo>
                    <a:pt x="6135658" y="2826348"/>
                  </a:lnTo>
                  <a:lnTo>
                    <a:pt x="6104376" y="2932311"/>
                  </a:lnTo>
                  <a:lnTo>
                    <a:pt x="6073314" y="3035518"/>
                  </a:lnTo>
                  <a:lnTo>
                    <a:pt x="6042486" y="3135614"/>
                  </a:lnTo>
                  <a:lnTo>
                    <a:pt x="6011891" y="3232298"/>
                  </a:lnTo>
                  <a:lnTo>
                    <a:pt x="5981516" y="3325324"/>
                  </a:lnTo>
                  <a:lnTo>
                    <a:pt x="5951336" y="3414501"/>
                  </a:lnTo>
                  <a:lnTo>
                    <a:pt x="5921309" y="3499692"/>
                  </a:lnTo>
                  <a:lnTo>
                    <a:pt x="5891376" y="3580816"/>
                  </a:lnTo>
                  <a:lnTo>
                    <a:pt x="5861464" y="3657842"/>
                  </a:lnTo>
                  <a:lnTo>
                    <a:pt x="5831476" y="3730784"/>
                  </a:lnTo>
                  <a:lnTo>
                    <a:pt x="5801300" y="3799702"/>
                  </a:lnTo>
                  <a:lnTo>
                    <a:pt x="5784835" y="3835370"/>
                  </a:lnTo>
                  <a:lnTo>
                    <a:pt x="5741017" y="3923487"/>
                  </a:lnTo>
                  <a:lnTo>
                    <a:pt x="5695927" y="4003690"/>
                  </a:lnTo>
                  <a:lnTo>
                    <a:pt x="5649012" y="4076288"/>
                  </a:lnTo>
                  <a:lnTo>
                    <a:pt x="5599648" y="4141855"/>
                  </a:lnTo>
                  <a:lnTo>
                    <a:pt x="5547186" y="4201070"/>
                  </a:lnTo>
                  <a:lnTo>
                    <a:pt x="5490993" y="4254623"/>
                  </a:lnTo>
                  <a:lnTo>
                    <a:pt x="5430503" y="4303150"/>
                  </a:lnTo>
                  <a:lnTo>
                    <a:pt x="5365276" y="4347205"/>
                  </a:lnTo>
                  <a:lnTo>
                    <a:pt x="5295084" y="4387234"/>
                  </a:lnTo>
                  <a:lnTo>
                    <a:pt x="5220012" y="4423570"/>
                  </a:lnTo>
                  <a:lnTo>
                    <a:pt x="5140576" y="4456424"/>
                  </a:lnTo>
                  <a:lnTo>
                    <a:pt x="5057839" y="4485898"/>
                  </a:lnTo>
                  <a:lnTo>
                    <a:pt x="4973502" y="4511996"/>
                  </a:lnTo>
                  <a:lnTo>
                    <a:pt x="4889907" y="4534660"/>
                  </a:lnTo>
                  <a:lnTo>
                    <a:pt x="4809927" y="4553817"/>
                  </a:lnTo>
                  <a:lnTo>
                    <a:pt x="4736687" y="4569432"/>
                  </a:lnTo>
                  <a:lnTo>
                    <a:pt x="4673153" y="4581570"/>
                  </a:lnTo>
                  <a:lnTo>
                    <a:pt x="4621638" y="4590439"/>
                  </a:lnTo>
                  <a:lnTo>
                    <a:pt x="4583356" y="4596408"/>
                  </a:lnTo>
                  <a:lnTo>
                    <a:pt x="4558143" y="4599980"/>
                  </a:lnTo>
                  <a:lnTo>
                    <a:pt x="4544399" y="4601757"/>
                  </a:lnTo>
                  <a:lnTo>
                    <a:pt x="4539212" y="4602371"/>
                  </a:lnTo>
                  <a:lnTo>
                    <a:pt x="4538543" y="4602444"/>
                  </a:lnTo>
                  <a:lnTo>
                    <a:pt x="4016409" y="4602444"/>
                  </a:lnTo>
                  <a:lnTo>
                    <a:pt x="4015147" y="4602424"/>
                  </a:lnTo>
                  <a:lnTo>
                    <a:pt x="4006893" y="4602278"/>
                  </a:lnTo>
                  <a:lnTo>
                    <a:pt x="3986253" y="4601877"/>
                  </a:lnTo>
                  <a:lnTo>
                    <a:pt x="3949783" y="4601088"/>
                  </a:lnTo>
                  <a:lnTo>
                    <a:pt x="3896294" y="4599796"/>
                  </a:lnTo>
                  <a:lnTo>
                    <a:pt x="3826919" y="4597915"/>
                  </a:lnTo>
                  <a:lnTo>
                    <a:pt x="3744719" y="4595393"/>
                  </a:lnTo>
                  <a:lnTo>
                    <a:pt x="3653919" y="4592217"/>
                  </a:lnTo>
                  <a:lnTo>
                    <a:pt x="3559012" y="4588393"/>
                  </a:lnTo>
                  <a:lnTo>
                    <a:pt x="3464009" y="4583936"/>
                  </a:lnTo>
                  <a:lnTo>
                    <a:pt x="3371995" y="4578856"/>
                  </a:lnTo>
                  <a:lnTo>
                    <a:pt x="3284998" y="4573141"/>
                  </a:lnTo>
                  <a:lnTo>
                    <a:pt x="3204071" y="4566759"/>
                  </a:lnTo>
                  <a:lnTo>
                    <a:pt x="3129500" y="4559645"/>
                  </a:lnTo>
                  <a:lnTo>
                    <a:pt x="3061014" y="4551710"/>
                  </a:lnTo>
                  <a:lnTo>
                    <a:pt x="2997986" y="4542839"/>
                  </a:lnTo>
                  <a:lnTo>
                    <a:pt x="2939584" y="4532896"/>
                  </a:lnTo>
                  <a:lnTo>
                    <a:pt x="2884885" y="4521737"/>
                  </a:lnTo>
                  <a:lnTo>
                    <a:pt x="2832958" y="4509227"/>
                  </a:lnTo>
                  <a:lnTo>
                    <a:pt x="2782947" y="4495268"/>
                  </a:lnTo>
                  <a:lnTo>
                    <a:pt x="2770117" y="4491383"/>
                  </a:lnTo>
                  <a:lnTo>
                    <a:pt x="2718223" y="4474437"/>
                  </a:lnTo>
                  <a:lnTo>
                    <a:pt x="2666834" y="4455771"/>
                  </a:lnTo>
                  <a:lnTo>
                    <a:pt x="2615422" y="4435360"/>
                  </a:lnTo>
                  <a:lnTo>
                    <a:pt x="2563630" y="4413237"/>
                  </a:lnTo>
                  <a:lnTo>
                    <a:pt x="2511243" y="4389500"/>
                  </a:lnTo>
                  <a:lnTo>
                    <a:pt x="2458174" y="4364317"/>
                  </a:lnTo>
                  <a:lnTo>
                    <a:pt x="2404447" y="4337922"/>
                  </a:lnTo>
                  <a:lnTo>
                    <a:pt x="2350181" y="4310615"/>
                  </a:lnTo>
                  <a:lnTo>
                    <a:pt x="2295564" y="4282741"/>
                  </a:lnTo>
                  <a:lnTo>
                    <a:pt x="2240829" y="4254680"/>
                  </a:lnTo>
                  <a:lnTo>
                    <a:pt x="2186221" y="4226821"/>
                  </a:lnTo>
                  <a:lnTo>
                    <a:pt x="2131973" y="4199543"/>
                  </a:lnTo>
                  <a:lnTo>
                    <a:pt x="2078271" y="4173191"/>
                  </a:lnTo>
                  <a:lnTo>
                    <a:pt x="2025229" y="4148060"/>
                  </a:lnTo>
                  <a:lnTo>
                    <a:pt x="1972868" y="4124384"/>
                  </a:lnTo>
                  <a:lnTo>
                    <a:pt x="1921095" y="4102327"/>
                  </a:lnTo>
                  <a:lnTo>
                    <a:pt x="1869693" y="4081985"/>
                  </a:lnTo>
                  <a:lnTo>
                    <a:pt x="1818294" y="4063387"/>
                  </a:lnTo>
                  <a:lnTo>
                    <a:pt x="1768425" y="4047139"/>
                  </a:lnTo>
                  <a:lnTo>
                    <a:pt x="1718791" y="4032797"/>
                  </a:lnTo>
                  <a:lnTo>
                    <a:pt x="1667441" y="4019915"/>
                  </a:lnTo>
                  <a:lnTo>
                    <a:pt x="1613554" y="4008415"/>
                  </a:lnTo>
                  <a:lnTo>
                    <a:pt x="1556210" y="3998169"/>
                  </a:lnTo>
                  <a:lnTo>
                    <a:pt x="1494475" y="3989032"/>
                  </a:lnTo>
                  <a:lnTo>
                    <a:pt x="1427485" y="3980864"/>
                  </a:lnTo>
                  <a:lnTo>
                    <a:pt x="1354545" y="3973546"/>
                  </a:lnTo>
                  <a:lnTo>
                    <a:pt x="1275277" y="3966980"/>
                  </a:lnTo>
                  <a:lnTo>
                    <a:pt x="1189797" y="3961096"/>
                  </a:lnTo>
                  <a:lnTo>
                    <a:pt x="1098939" y="3955852"/>
                  </a:lnTo>
                  <a:lnTo>
                    <a:pt x="1004462" y="3951232"/>
                  </a:lnTo>
                  <a:lnTo>
                    <a:pt x="909175" y="3947241"/>
                  </a:lnTo>
                  <a:lnTo>
                    <a:pt x="816879" y="3943894"/>
                  </a:lnTo>
                  <a:lnTo>
                    <a:pt x="732000" y="3941202"/>
                  </a:lnTo>
                  <a:lnTo>
                    <a:pt x="658919" y="3939157"/>
                  </a:lnTo>
                  <a:lnTo>
                    <a:pt x="601086" y="3937718"/>
                  </a:lnTo>
                  <a:lnTo>
                    <a:pt x="560192" y="3936809"/>
                  </a:lnTo>
                  <a:lnTo>
                    <a:pt x="535665" y="3936318"/>
                  </a:lnTo>
                  <a:lnTo>
                    <a:pt x="524626" y="3936119"/>
                  </a:lnTo>
                  <a:lnTo>
                    <a:pt x="522133" y="3936078"/>
                  </a:lnTo>
                  <a:lnTo>
                    <a:pt x="0" y="3936078"/>
                  </a:lnTo>
                  <a:close/>
                </a:path>
              </a:pathLst>
            </a:custGeom>
            <a:solidFill>
              <a:srgbClr val="E78AC3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1437" name="pl1437"/>
            <p:cNvSpPr/>
            <p:nvPr/>
          </p:nvSpPr>
          <p:spPr>
            <a:xfrm>
              <a:off x="386606" y="931422"/>
              <a:ext cx="8554953" cy="4602444"/>
            </a:xfrm>
            <a:custGeom>
              <a:avLst/>
              <a:pathLst>
                <a:path w="8554953" h="4602444">
                  <a:moveTo>
                    <a:pt x="0" y="3936078"/>
                  </a:moveTo>
                  <a:lnTo>
                    <a:pt x="522133" y="3936078"/>
                  </a:lnTo>
                  <a:lnTo>
                    <a:pt x="523395" y="3936098"/>
                  </a:lnTo>
                  <a:lnTo>
                    <a:pt x="531650" y="3936243"/>
                  </a:lnTo>
                  <a:lnTo>
                    <a:pt x="552289" y="3936645"/>
                  </a:lnTo>
                  <a:lnTo>
                    <a:pt x="588759" y="3937434"/>
                  </a:lnTo>
                  <a:lnTo>
                    <a:pt x="642248" y="3938726"/>
                  </a:lnTo>
                  <a:lnTo>
                    <a:pt x="711623" y="3940607"/>
                  </a:lnTo>
                  <a:lnTo>
                    <a:pt x="793823" y="3943128"/>
                  </a:lnTo>
                  <a:lnTo>
                    <a:pt x="884623" y="3946305"/>
                  </a:lnTo>
                  <a:lnTo>
                    <a:pt x="979530" y="3950129"/>
                  </a:lnTo>
                  <a:lnTo>
                    <a:pt x="1074533" y="3954586"/>
                  </a:lnTo>
                  <a:lnTo>
                    <a:pt x="1166547" y="3959666"/>
                  </a:lnTo>
                  <a:lnTo>
                    <a:pt x="1253545" y="3965380"/>
                  </a:lnTo>
                  <a:lnTo>
                    <a:pt x="1334471" y="3971763"/>
                  </a:lnTo>
                  <a:lnTo>
                    <a:pt x="1409042" y="3978877"/>
                  </a:lnTo>
                  <a:lnTo>
                    <a:pt x="1477529" y="3986812"/>
                  </a:lnTo>
                  <a:lnTo>
                    <a:pt x="1540556" y="3995683"/>
                  </a:lnTo>
                  <a:lnTo>
                    <a:pt x="1598958" y="4005626"/>
                  </a:lnTo>
                  <a:lnTo>
                    <a:pt x="1653657" y="4016784"/>
                  </a:lnTo>
                  <a:lnTo>
                    <a:pt x="1705584" y="4029295"/>
                  </a:lnTo>
                  <a:lnTo>
                    <a:pt x="1755595" y="4043254"/>
                  </a:lnTo>
                  <a:lnTo>
                    <a:pt x="1768425" y="4047139"/>
                  </a:lnTo>
                  <a:lnTo>
                    <a:pt x="1820319" y="4064085"/>
                  </a:lnTo>
                  <a:lnTo>
                    <a:pt x="1871709" y="4082751"/>
                  </a:lnTo>
                  <a:lnTo>
                    <a:pt x="1923120" y="4103161"/>
                  </a:lnTo>
                  <a:lnTo>
                    <a:pt x="1974912" y="4125284"/>
                  </a:lnTo>
                  <a:lnTo>
                    <a:pt x="2027299" y="4149021"/>
                  </a:lnTo>
                  <a:lnTo>
                    <a:pt x="2080369" y="4174205"/>
                  </a:lnTo>
                  <a:lnTo>
                    <a:pt x="2134095" y="4200599"/>
                  </a:lnTo>
                  <a:lnTo>
                    <a:pt x="2188361" y="4227907"/>
                  </a:lnTo>
                  <a:lnTo>
                    <a:pt x="2242978" y="4255781"/>
                  </a:lnTo>
                  <a:lnTo>
                    <a:pt x="2297714" y="4283842"/>
                  </a:lnTo>
                  <a:lnTo>
                    <a:pt x="2352321" y="4311700"/>
                  </a:lnTo>
                  <a:lnTo>
                    <a:pt x="2406569" y="4338978"/>
                  </a:lnTo>
                  <a:lnTo>
                    <a:pt x="2460271" y="4365331"/>
                  </a:lnTo>
                  <a:lnTo>
                    <a:pt x="2513313" y="4390461"/>
                  </a:lnTo>
                  <a:lnTo>
                    <a:pt x="2565675" y="4414138"/>
                  </a:lnTo>
                  <a:lnTo>
                    <a:pt x="2617447" y="4436195"/>
                  </a:lnTo>
                  <a:lnTo>
                    <a:pt x="2668850" y="4456537"/>
                  </a:lnTo>
                  <a:lnTo>
                    <a:pt x="2720248" y="4475134"/>
                  </a:lnTo>
                  <a:lnTo>
                    <a:pt x="2770117" y="4491383"/>
                  </a:lnTo>
                  <a:lnTo>
                    <a:pt x="2819751" y="4505725"/>
                  </a:lnTo>
                  <a:lnTo>
                    <a:pt x="2871101" y="4518607"/>
                  </a:lnTo>
                  <a:lnTo>
                    <a:pt x="2924988" y="4530107"/>
                  </a:lnTo>
                  <a:lnTo>
                    <a:pt x="2982332" y="4540353"/>
                  </a:lnTo>
                  <a:lnTo>
                    <a:pt x="3044067" y="4549490"/>
                  </a:lnTo>
                  <a:lnTo>
                    <a:pt x="3111057" y="4557657"/>
                  </a:lnTo>
                  <a:lnTo>
                    <a:pt x="3183997" y="4564976"/>
                  </a:lnTo>
                  <a:lnTo>
                    <a:pt x="3263266" y="4571542"/>
                  </a:lnTo>
                  <a:lnTo>
                    <a:pt x="3348745" y="4577426"/>
                  </a:lnTo>
                  <a:lnTo>
                    <a:pt x="3439603" y="4582670"/>
                  </a:lnTo>
                  <a:lnTo>
                    <a:pt x="3534080" y="4587290"/>
                  </a:lnTo>
                  <a:lnTo>
                    <a:pt x="3629367" y="4591281"/>
                  </a:lnTo>
                  <a:lnTo>
                    <a:pt x="3721664" y="4594628"/>
                  </a:lnTo>
                  <a:lnTo>
                    <a:pt x="3806542" y="4597319"/>
                  </a:lnTo>
                  <a:lnTo>
                    <a:pt x="3879623" y="4599365"/>
                  </a:lnTo>
                  <a:lnTo>
                    <a:pt x="3937456" y="4600803"/>
                  </a:lnTo>
                  <a:lnTo>
                    <a:pt x="3978351" y="4601713"/>
                  </a:lnTo>
                  <a:lnTo>
                    <a:pt x="4002877" y="4602204"/>
                  </a:lnTo>
                  <a:lnTo>
                    <a:pt x="4013916" y="4602403"/>
                  </a:lnTo>
                  <a:lnTo>
                    <a:pt x="4016386" y="4602444"/>
                  </a:lnTo>
                  <a:lnTo>
                    <a:pt x="4016409" y="4602444"/>
                  </a:lnTo>
                  <a:lnTo>
                    <a:pt x="4538543" y="4602444"/>
                  </a:lnTo>
                  <a:lnTo>
                    <a:pt x="4539422" y="4602347"/>
                  </a:lnTo>
                  <a:lnTo>
                    <a:pt x="4545216" y="4601656"/>
                  </a:lnTo>
                  <a:lnTo>
                    <a:pt x="4559872" y="4599747"/>
                  </a:lnTo>
                  <a:lnTo>
                    <a:pt x="4586192" y="4595986"/>
                  </a:lnTo>
                  <a:lnTo>
                    <a:pt x="4625655" y="4589781"/>
                  </a:lnTo>
                  <a:lnTo>
                    <a:pt x="4678297" y="4580635"/>
                  </a:lnTo>
                  <a:lnTo>
                    <a:pt x="4742792" y="4568197"/>
                  </a:lnTo>
                  <a:lnTo>
                    <a:pt x="4816750" y="4552271"/>
                  </a:lnTo>
                  <a:lnTo>
                    <a:pt x="4897174" y="4532803"/>
                  </a:lnTo>
                  <a:lnTo>
                    <a:pt x="4980943" y="4509833"/>
                  </a:lnTo>
                  <a:lnTo>
                    <a:pt x="5065224" y="4483435"/>
                  </a:lnTo>
                  <a:lnTo>
                    <a:pt x="5147729" y="4453665"/>
                  </a:lnTo>
                  <a:lnTo>
                    <a:pt x="5226815" y="4420510"/>
                  </a:lnTo>
                  <a:lnTo>
                    <a:pt x="5301470" y="4383859"/>
                  </a:lnTo>
                  <a:lnTo>
                    <a:pt x="5371222" y="4343490"/>
                  </a:lnTo>
                  <a:lnTo>
                    <a:pt x="5436019" y="4299060"/>
                  </a:lnTo>
                  <a:lnTo>
                    <a:pt x="5496110" y="4250114"/>
                  </a:lnTo>
                  <a:lnTo>
                    <a:pt x="5551950" y="4196089"/>
                  </a:lnTo>
                  <a:lnTo>
                    <a:pt x="5604113" y="4136342"/>
                  </a:lnTo>
                  <a:lnTo>
                    <a:pt x="5653235" y="4070182"/>
                  </a:lnTo>
                  <a:lnTo>
                    <a:pt x="5699965" y="3996934"/>
                  </a:lnTo>
                  <a:lnTo>
                    <a:pt x="5744922" y="3916041"/>
                  </a:lnTo>
                  <a:lnTo>
                    <a:pt x="5784835" y="3835370"/>
                  </a:lnTo>
                  <a:lnTo>
                    <a:pt x="5815169" y="3768594"/>
                  </a:lnTo>
                  <a:lnTo>
                    <a:pt x="5845243" y="3697841"/>
                  </a:lnTo>
                  <a:lnTo>
                    <a:pt x="5875183" y="3623031"/>
                  </a:lnTo>
                  <a:lnTo>
                    <a:pt x="5905095" y="3544125"/>
                  </a:lnTo>
                  <a:lnTo>
                    <a:pt x="5935063" y="3461128"/>
                  </a:lnTo>
                  <a:lnTo>
                    <a:pt x="5965154" y="3374096"/>
                  </a:lnTo>
                  <a:lnTo>
                    <a:pt x="5995419" y="3283134"/>
                  </a:lnTo>
                  <a:lnTo>
                    <a:pt x="6025892" y="3188404"/>
                  </a:lnTo>
                  <a:lnTo>
                    <a:pt x="6056593" y="3090121"/>
                  </a:lnTo>
                  <a:lnTo>
                    <a:pt x="6087529" y="2988558"/>
                  </a:lnTo>
                  <a:lnTo>
                    <a:pt x="6118694" y="2884040"/>
                  </a:lnTo>
                  <a:lnTo>
                    <a:pt x="6150071" y="2776945"/>
                  </a:lnTo>
                  <a:lnTo>
                    <a:pt x="6181632" y="2667696"/>
                  </a:lnTo>
                  <a:lnTo>
                    <a:pt x="6213344" y="2556756"/>
                  </a:lnTo>
                  <a:lnTo>
                    <a:pt x="6245164" y="2444621"/>
                  </a:lnTo>
                  <a:lnTo>
                    <a:pt x="6277045" y="2331810"/>
                  </a:lnTo>
                  <a:lnTo>
                    <a:pt x="6308941" y="2218853"/>
                  </a:lnTo>
                  <a:lnTo>
                    <a:pt x="6340800" y="2106286"/>
                  </a:lnTo>
                  <a:lnTo>
                    <a:pt x="6372576" y="1994636"/>
                  </a:lnTo>
                  <a:lnTo>
                    <a:pt x="6404223" y="1884412"/>
                  </a:lnTo>
                  <a:lnTo>
                    <a:pt x="6435704" y="1776096"/>
                  </a:lnTo>
                  <a:lnTo>
                    <a:pt x="6466986" y="1670133"/>
                  </a:lnTo>
                  <a:lnTo>
                    <a:pt x="6498048" y="1566926"/>
                  </a:lnTo>
                  <a:lnTo>
                    <a:pt x="6528876" y="1466829"/>
                  </a:lnTo>
                  <a:lnTo>
                    <a:pt x="6559471" y="1370145"/>
                  </a:lnTo>
                  <a:lnTo>
                    <a:pt x="6589845" y="1277119"/>
                  </a:lnTo>
                  <a:lnTo>
                    <a:pt x="6620025" y="1187943"/>
                  </a:lnTo>
                  <a:lnTo>
                    <a:pt x="6650053" y="1102751"/>
                  </a:lnTo>
                  <a:lnTo>
                    <a:pt x="6679985" y="1021627"/>
                  </a:lnTo>
                  <a:lnTo>
                    <a:pt x="6709898" y="944601"/>
                  </a:lnTo>
                  <a:lnTo>
                    <a:pt x="6739885" y="871659"/>
                  </a:lnTo>
                  <a:lnTo>
                    <a:pt x="6770062" y="802742"/>
                  </a:lnTo>
                  <a:lnTo>
                    <a:pt x="6786527" y="767074"/>
                  </a:lnTo>
                  <a:lnTo>
                    <a:pt x="6830345" y="678956"/>
                  </a:lnTo>
                  <a:lnTo>
                    <a:pt x="6875435" y="598753"/>
                  </a:lnTo>
                  <a:lnTo>
                    <a:pt x="6922350" y="526155"/>
                  </a:lnTo>
                  <a:lnTo>
                    <a:pt x="6971714" y="460588"/>
                  </a:lnTo>
                  <a:lnTo>
                    <a:pt x="7024176" y="401373"/>
                  </a:lnTo>
                  <a:lnTo>
                    <a:pt x="7080369" y="347821"/>
                  </a:lnTo>
                  <a:lnTo>
                    <a:pt x="7140859" y="299294"/>
                  </a:lnTo>
                  <a:lnTo>
                    <a:pt x="7206086" y="255239"/>
                  </a:lnTo>
                  <a:lnTo>
                    <a:pt x="7276277" y="215209"/>
                  </a:lnTo>
                  <a:lnTo>
                    <a:pt x="7351350" y="178874"/>
                  </a:lnTo>
                  <a:lnTo>
                    <a:pt x="7430786" y="146019"/>
                  </a:lnTo>
                  <a:lnTo>
                    <a:pt x="7513523" y="116546"/>
                  </a:lnTo>
                  <a:lnTo>
                    <a:pt x="7597860" y="90448"/>
                  </a:lnTo>
                  <a:lnTo>
                    <a:pt x="7681455" y="67783"/>
                  </a:lnTo>
                  <a:lnTo>
                    <a:pt x="7761435" y="48626"/>
                  </a:lnTo>
                  <a:lnTo>
                    <a:pt x="7834675" y="33012"/>
                  </a:lnTo>
                  <a:lnTo>
                    <a:pt x="7898209" y="20874"/>
                  </a:lnTo>
                  <a:lnTo>
                    <a:pt x="7949724" y="12004"/>
                  </a:lnTo>
                  <a:lnTo>
                    <a:pt x="7988006" y="6036"/>
                  </a:lnTo>
                  <a:lnTo>
                    <a:pt x="8013219" y="2463"/>
                  </a:lnTo>
                  <a:lnTo>
                    <a:pt x="8026963" y="687"/>
                  </a:lnTo>
                  <a:lnTo>
                    <a:pt x="8032150" y="73"/>
                  </a:lnTo>
                  <a:lnTo>
                    <a:pt x="8032819" y="0"/>
                  </a:lnTo>
                  <a:lnTo>
                    <a:pt x="8554953" y="0"/>
                  </a:lnTo>
                  <a:lnTo>
                    <a:pt x="8554953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438" name="pl1438"/>
            <p:cNvSpPr/>
            <p:nvPr/>
          </p:nvSpPr>
          <p:spPr>
            <a:xfrm>
              <a:off x="386606" y="925775"/>
              <a:ext cx="8554953" cy="4602444"/>
            </a:xfrm>
            <a:custGeom>
              <a:avLst/>
              <a:pathLst>
                <a:path w="8554953" h="4602444">
                  <a:moveTo>
                    <a:pt x="8554953" y="0"/>
                  </a:moveTo>
                  <a:lnTo>
                    <a:pt x="8032819" y="0"/>
                  </a:lnTo>
                  <a:lnTo>
                    <a:pt x="8031940" y="96"/>
                  </a:lnTo>
                  <a:lnTo>
                    <a:pt x="8026146" y="787"/>
                  </a:lnTo>
                  <a:lnTo>
                    <a:pt x="8011490" y="2697"/>
                  </a:lnTo>
                  <a:lnTo>
                    <a:pt x="7985170" y="6457"/>
                  </a:lnTo>
                  <a:lnTo>
                    <a:pt x="7945707" y="12663"/>
                  </a:lnTo>
                  <a:lnTo>
                    <a:pt x="7893065" y="21808"/>
                  </a:lnTo>
                  <a:lnTo>
                    <a:pt x="7828570" y="34246"/>
                  </a:lnTo>
                  <a:lnTo>
                    <a:pt x="7754612" y="50172"/>
                  </a:lnTo>
                  <a:lnTo>
                    <a:pt x="7674188" y="69640"/>
                  </a:lnTo>
                  <a:lnTo>
                    <a:pt x="7590419" y="92611"/>
                  </a:lnTo>
                  <a:lnTo>
                    <a:pt x="7506138" y="119008"/>
                  </a:lnTo>
                  <a:lnTo>
                    <a:pt x="7423633" y="148778"/>
                  </a:lnTo>
                  <a:lnTo>
                    <a:pt x="7344547" y="181934"/>
                  </a:lnTo>
                  <a:lnTo>
                    <a:pt x="7269892" y="218584"/>
                  </a:lnTo>
                  <a:lnTo>
                    <a:pt x="7200140" y="258954"/>
                  </a:lnTo>
                  <a:lnTo>
                    <a:pt x="7135343" y="303383"/>
                  </a:lnTo>
                  <a:lnTo>
                    <a:pt x="7075252" y="352330"/>
                  </a:lnTo>
                  <a:lnTo>
                    <a:pt x="7019412" y="406354"/>
                  </a:lnTo>
                  <a:lnTo>
                    <a:pt x="6967249" y="466101"/>
                  </a:lnTo>
                  <a:lnTo>
                    <a:pt x="6918127" y="532261"/>
                  </a:lnTo>
                  <a:lnTo>
                    <a:pt x="6871397" y="605509"/>
                  </a:lnTo>
                  <a:lnTo>
                    <a:pt x="6826440" y="686402"/>
                  </a:lnTo>
                  <a:lnTo>
                    <a:pt x="6786527" y="767074"/>
                  </a:lnTo>
                  <a:lnTo>
                    <a:pt x="6756193" y="833850"/>
                  </a:lnTo>
                  <a:lnTo>
                    <a:pt x="6726119" y="904603"/>
                  </a:lnTo>
                  <a:lnTo>
                    <a:pt x="6696179" y="979413"/>
                  </a:lnTo>
                  <a:lnTo>
                    <a:pt x="6666267" y="1058319"/>
                  </a:lnTo>
                  <a:lnTo>
                    <a:pt x="6636299" y="1141315"/>
                  </a:lnTo>
                  <a:lnTo>
                    <a:pt x="6606208" y="1228347"/>
                  </a:lnTo>
                  <a:lnTo>
                    <a:pt x="6575943" y="1319309"/>
                  </a:lnTo>
                  <a:lnTo>
                    <a:pt x="6545470" y="1414040"/>
                  </a:lnTo>
                  <a:lnTo>
                    <a:pt x="6514769" y="1512322"/>
                  </a:lnTo>
                  <a:lnTo>
                    <a:pt x="6483833" y="1613886"/>
                  </a:lnTo>
                  <a:lnTo>
                    <a:pt x="6452668" y="1718404"/>
                  </a:lnTo>
                  <a:lnTo>
                    <a:pt x="6421291" y="1825499"/>
                  </a:lnTo>
                  <a:lnTo>
                    <a:pt x="6389730" y="1934748"/>
                  </a:lnTo>
                  <a:lnTo>
                    <a:pt x="6358018" y="2045687"/>
                  </a:lnTo>
                  <a:lnTo>
                    <a:pt x="6326198" y="2157822"/>
                  </a:lnTo>
                  <a:lnTo>
                    <a:pt x="6294316" y="2270634"/>
                  </a:lnTo>
                  <a:lnTo>
                    <a:pt x="6262421" y="2383590"/>
                  </a:lnTo>
                  <a:lnTo>
                    <a:pt x="6230562" y="2496157"/>
                  </a:lnTo>
                  <a:lnTo>
                    <a:pt x="6198786" y="2607807"/>
                  </a:lnTo>
                  <a:lnTo>
                    <a:pt x="6167139" y="2718031"/>
                  </a:lnTo>
                  <a:lnTo>
                    <a:pt x="6135658" y="2826348"/>
                  </a:lnTo>
                  <a:lnTo>
                    <a:pt x="6104376" y="2932311"/>
                  </a:lnTo>
                  <a:lnTo>
                    <a:pt x="6073314" y="3035518"/>
                  </a:lnTo>
                  <a:lnTo>
                    <a:pt x="6042486" y="3135614"/>
                  </a:lnTo>
                  <a:lnTo>
                    <a:pt x="6011891" y="3232298"/>
                  </a:lnTo>
                  <a:lnTo>
                    <a:pt x="5981516" y="3325324"/>
                  </a:lnTo>
                  <a:lnTo>
                    <a:pt x="5951336" y="3414501"/>
                  </a:lnTo>
                  <a:lnTo>
                    <a:pt x="5921309" y="3499692"/>
                  </a:lnTo>
                  <a:lnTo>
                    <a:pt x="5891376" y="3580816"/>
                  </a:lnTo>
                  <a:lnTo>
                    <a:pt x="5861464" y="3657842"/>
                  </a:lnTo>
                  <a:lnTo>
                    <a:pt x="5831476" y="3730784"/>
                  </a:lnTo>
                  <a:lnTo>
                    <a:pt x="5801300" y="3799702"/>
                  </a:lnTo>
                  <a:lnTo>
                    <a:pt x="5784835" y="3835370"/>
                  </a:lnTo>
                  <a:lnTo>
                    <a:pt x="5741017" y="3923487"/>
                  </a:lnTo>
                  <a:lnTo>
                    <a:pt x="5695927" y="4003690"/>
                  </a:lnTo>
                  <a:lnTo>
                    <a:pt x="5649012" y="4076288"/>
                  </a:lnTo>
                  <a:lnTo>
                    <a:pt x="5599648" y="4141855"/>
                  </a:lnTo>
                  <a:lnTo>
                    <a:pt x="5547186" y="4201070"/>
                  </a:lnTo>
                  <a:lnTo>
                    <a:pt x="5490993" y="4254623"/>
                  </a:lnTo>
                  <a:lnTo>
                    <a:pt x="5430503" y="4303150"/>
                  </a:lnTo>
                  <a:lnTo>
                    <a:pt x="5365276" y="4347205"/>
                  </a:lnTo>
                  <a:lnTo>
                    <a:pt x="5295084" y="4387234"/>
                  </a:lnTo>
                  <a:lnTo>
                    <a:pt x="5220012" y="4423570"/>
                  </a:lnTo>
                  <a:lnTo>
                    <a:pt x="5140576" y="4456424"/>
                  </a:lnTo>
                  <a:lnTo>
                    <a:pt x="5057839" y="4485898"/>
                  </a:lnTo>
                  <a:lnTo>
                    <a:pt x="4973502" y="4511996"/>
                  </a:lnTo>
                  <a:lnTo>
                    <a:pt x="4889907" y="4534660"/>
                  </a:lnTo>
                  <a:lnTo>
                    <a:pt x="4809927" y="4553817"/>
                  </a:lnTo>
                  <a:lnTo>
                    <a:pt x="4736687" y="4569432"/>
                  </a:lnTo>
                  <a:lnTo>
                    <a:pt x="4673153" y="4581570"/>
                  </a:lnTo>
                  <a:lnTo>
                    <a:pt x="4621638" y="4590439"/>
                  </a:lnTo>
                  <a:lnTo>
                    <a:pt x="4583356" y="4596408"/>
                  </a:lnTo>
                  <a:lnTo>
                    <a:pt x="4558143" y="4599980"/>
                  </a:lnTo>
                  <a:lnTo>
                    <a:pt x="4544399" y="4601757"/>
                  </a:lnTo>
                  <a:lnTo>
                    <a:pt x="4539212" y="4602371"/>
                  </a:lnTo>
                  <a:lnTo>
                    <a:pt x="4538543" y="4602444"/>
                  </a:lnTo>
                  <a:lnTo>
                    <a:pt x="4016409" y="4602444"/>
                  </a:lnTo>
                  <a:lnTo>
                    <a:pt x="4015147" y="4602424"/>
                  </a:lnTo>
                  <a:lnTo>
                    <a:pt x="4006893" y="4602278"/>
                  </a:lnTo>
                  <a:lnTo>
                    <a:pt x="3986253" y="4601877"/>
                  </a:lnTo>
                  <a:lnTo>
                    <a:pt x="3949783" y="4601088"/>
                  </a:lnTo>
                  <a:lnTo>
                    <a:pt x="3896294" y="4599796"/>
                  </a:lnTo>
                  <a:lnTo>
                    <a:pt x="3826919" y="4597915"/>
                  </a:lnTo>
                  <a:lnTo>
                    <a:pt x="3744719" y="4595393"/>
                  </a:lnTo>
                  <a:lnTo>
                    <a:pt x="3653919" y="4592217"/>
                  </a:lnTo>
                  <a:lnTo>
                    <a:pt x="3559012" y="4588393"/>
                  </a:lnTo>
                  <a:lnTo>
                    <a:pt x="3464009" y="4583936"/>
                  </a:lnTo>
                  <a:lnTo>
                    <a:pt x="3371995" y="4578856"/>
                  </a:lnTo>
                  <a:lnTo>
                    <a:pt x="3284998" y="4573141"/>
                  </a:lnTo>
                  <a:lnTo>
                    <a:pt x="3204071" y="4566759"/>
                  </a:lnTo>
                  <a:lnTo>
                    <a:pt x="3129500" y="4559645"/>
                  </a:lnTo>
                  <a:lnTo>
                    <a:pt x="3061014" y="4551710"/>
                  </a:lnTo>
                  <a:lnTo>
                    <a:pt x="2997986" y="4542839"/>
                  </a:lnTo>
                  <a:lnTo>
                    <a:pt x="2939584" y="4532896"/>
                  </a:lnTo>
                  <a:lnTo>
                    <a:pt x="2884885" y="4521737"/>
                  </a:lnTo>
                  <a:lnTo>
                    <a:pt x="2832958" y="4509227"/>
                  </a:lnTo>
                  <a:lnTo>
                    <a:pt x="2782947" y="4495268"/>
                  </a:lnTo>
                  <a:lnTo>
                    <a:pt x="2770117" y="4491383"/>
                  </a:lnTo>
                  <a:lnTo>
                    <a:pt x="2718223" y="4474437"/>
                  </a:lnTo>
                  <a:lnTo>
                    <a:pt x="2666834" y="4455771"/>
                  </a:lnTo>
                  <a:lnTo>
                    <a:pt x="2615422" y="4435360"/>
                  </a:lnTo>
                  <a:lnTo>
                    <a:pt x="2563630" y="4413237"/>
                  </a:lnTo>
                  <a:lnTo>
                    <a:pt x="2511243" y="4389500"/>
                  </a:lnTo>
                  <a:lnTo>
                    <a:pt x="2458174" y="4364317"/>
                  </a:lnTo>
                  <a:lnTo>
                    <a:pt x="2404447" y="4337922"/>
                  </a:lnTo>
                  <a:lnTo>
                    <a:pt x="2350181" y="4310615"/>
                  </a:lnTo>
                  <a:lnTo>
                    <a:pt x="2295564" y="4282741"/>
                  </a:lnTo>
                  <a:lnTo>
                    <a:pt x="2240829" y="4254680"/>
                  </a:lnTo>
                  <a:lnTo>
                    <a:pt x="2186221" y="4226821"/>
                  </a:lnTo>
                  <a:lnTo>
                    <a:pt x="2131973" y="4199543"/>
                  </a:lnTo>
                  <a:lnTo>
                    <a:pt x="2078271" y="4173191"/>
                  </a:lnTo>
                  <a:lnTo>
                    <a:pt x="2025229" y="4148060"/>
                  </a:lnTo>
                  <a:lnTo>
                    <a:pt x="1972868" y="4124384"/>
                  </a:lnTo>
                  <a:lnTo>
                    <a:pt x="1921095" y="4102327"/>
                  </a:lnTo>
                  <a:lnTo>
                    <a:pt x="1869693" y="4081985"/>
                  </a:lnTo>
                  <a:lnTo>
                    <a:pt x="1818294" y="4063387"/>
                  </a:lnTo>
                  <a:lnTo>
                    <a:pt x="1768425" y="4047139"/>
                  </a:lnTo>
                  <a:lnTo>
                    <a:pt x="1718791" y="4032797"/>
                  </a:lnTo>
                  <a:lnTo>
                    <a:pt x="1667441" y="4019915"/>
                  </a:lnTo>
                  <a:lnTo>
                    <a:pt x="1613554" y="4008415"/>
                  </a:lnTo>
                  <a:lnTo>
                    <a:pt x="1556210" y="3998169"/>
                  </a:lnTo>
                  <a:lnTo>
                    <a:pt x="1494475" y="3989032"/>
                  </a:lnTo>
                  <a:lnTo>
                    <a:pt x="1427485" y="3980864"/>
                  </a:lnTo>
                  <a:lnTo>
                    <a:pt x="1354545" y="3973546"/>
                  </a:lnTo>
                  <a:lnTo>
                    <a:pt x="1275277" y="3966980"/>
                  </a:lnTo>
                  <a:lnTo>
                    <a:pt x="1189797" y="3961096"/>
                  </a:lnTo>
                  <a:lnTo>
                    <a:pt x="1098939" y="3955852"/>
                  </a:lnTo>
                  <a:lnTo>
                    <a:pt x="1004462" y="3951232"/>
                  </a:lnTo>
                  <a:lnTo>
                    <a:pt x="909175" y="3947241"/>
                  </a:lnTo>
                  <a:lnTo>
                    <a:pt x="816879" y="3943894"/>
                  </a:lnTo>
                  <a:lnTo>
                    <a:pt x="732000" y="3941202"/>
                  </a:lnTo>
                  <a:lnTo>
                    <a:pt x="658919" y="3939157"/>
                  </a:lnTo>
                  <a:lnTo>
                    <a:pt x="601086" y="3937718"/>
                  </a:lnTo>
                  <a:lnTo>
                    <a:pt x="560192" y="3936809"/>
                  </a:lnTo>
                  <a:lnTo>
                    <a:pt x="535665" y="3936318"/>
                  </a:lnTo>
                  <a:lnTo>
                    <a:pt x="524626" y="3936119"/>
                  </a:lnTo>
                  <a:lnTo>
                    <a:pt x="522156" y="3936078"/>
                  </a:lnTo>
                  <a:lnTo>
                    <a:pt x="522133" y="3936078"/>
                  </a:lnTo>
                  <a:lnTo>
                    <a:pt x="0" y="3936078"/>
                  </a:lnTo>
                  <a:lnTo>
                    <a:pt x="0" y="3936078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439" name="pg1439"/>
            <p:cNvSpPr/>
            <p:nvPr/>
          </p:nvSpPr>
          <p:spPr>
            <a:xfrm>
              <a:off x="386606" y="1936619"/>
              <a:ext cx="8554953" cy="2840527"/>
            </a:xfrm>
            <a:custGeom>
              <a:avLst/>
              <a:pathLst>
                <a:path w="8554953" h="2840527">
                  <a:moveTo>
                    <a:pt x="0" y="2840527"/>
                  </a:moveTo>
                  <a:lnTo>
                    <a:pt x="522133" y="2840527"/>
                  </a:lnTo>
                  <a:lnTo>
                    <a:pt x="523391" y="2840501"/>
                  </a:lnTo>
                  <a:lnTo>
                    <a:pt x="531615" y="2840315"/>
                  </a:lnTo>
                  <a:lnTo>
                    <a:pt x="552183" y="2839803"/>
                  </a:lnTo>
                  <a:lnTo>
                    <a:pt x="588534" y="2838798"/>
                  </a:lnTo>
                  <a:lnTo>
                    <a:pt x="641861" y="2837151"/>
                  </a:lnTo>
                  <a:lnTo>
                    <a:pt x="711050" y="2834752"/>
                  </a:lnTo>
                  <a:lnTo>
                    <a:pt x="793059" y="2831536"/>
                  </a:lnTo>
                  <a:lnTo>
                    <a:pt x="883686" y="2827484"/>
                  </a:lnTo>
                  <a:lnTo>
                    <a:pt x="978454" y="2822605"/>
                  </a:lnTo>
                  <a:lnTo>
                    <a:pt x="1073357" y="2816919"/>
                  </a:lnTo>
                  <a:lnTo>
                    <a:pt x="1165311" y="2810436"/>
                  </a:lnTo>
                  <a:lnTo>
                    <a:pt x="1252281" y="2803145"/>
                  </a:lnTo>
                  <a:lnTo>
                    <a:pt x="1333205" y="2795002"/>
                  </a:lnTo>
                  <a:lnTo>
                    <a:pt x="1407789" y="2785926"/>
                  </a:lnTo>
                  <a:lnTo>
                    <a:pt x="1476295" y="2775805"/>
                  </a:lnTo>
                  <a:lnTo>
                    <a:pt x="1539342" y="2764492"/>
                  </a:lnTo>
                  <a:lnTo>
                    <a:pt x="1597757" y="2751815"/>
                  </a:lnTo>
                  <a:lnTo>
                    <a:pt x="1652458" y="2737590"/>
                  </a:lnTo>
                  <a:lnTo>
                    <a:pt x="1704374" y="2721642"/>
                  </a:lnTo>
                  <a:lnTo>
                    <a:pt x="1754360" y="2703848"/>
                  </a:lnTo>
                  <a:lnTo>
                    <a:pt x="1768425" y="2698406"/>
                  </a:lnTo>
                  <a:lnTo>
                    <a:pt x="1819051" y="2677280"/>
                  </a:lnTo>
                  <a:lnTo>
                    <a:pt x="1869183" y="2654063"/>
                  </a:lnTo>
                  <a:lnTo>
                    <a:pt x="1919316" y="2628720"/>
                  </a:lnTo>
                  <a:lnTo>
                    <a:pt x="1969791" y="2601287"/>
                  </a:lnTo>
                  <a:lnTo>
                    <a:pt x="2020818" y="2571873"/>
                  </a:lnTo>
                  <a:lnTo>
                    <a:pt x="2072491" y="2540668"/>
                  </a:lnTo>
                  <a:lnTo>
                    <a:pt x="2124799" y="2507941"/>
                  </a:lnTo>
                  <a:lnTo>
                    <a:pt x="2177645" y="2474035"/>
                  </a:lnTo>
                  <a:lnTo>
                    <a:pt x="2230864" y="2439352"/>
                  </a:lnTo>
                  <a:lnTo>
                    <a:pt x="2284248" y="2404337"/>
                  </a:lnTo>
                  <a:lnTo>
                    <a:pt x="2337568" y="2369452"/>
                  </a:lnTo>
                  <a:lnTo>
                    <a:pt x="2390601" y="2335152"/>
                  </a:lnTo>
                  <a:lnTo>
                    <a:pt x="2443162" y="2301861"/>
                  </a:lnTo>
                  <a:lnTo>
                    <a:pt x="2495120" y="2269950"/>
                  </a:lnTo>
                  <a:lnTo>
                    <a:pt x="2546426" y="2239722"/>
                  </a:lnTo>
                  <a:lnTo>
                    <a:pt x="2597125" y="2211401"/>
                  </a:lnTo>
                  <a:lnTo>
                    <a:pt x="2647374" y="2185132"/>
                  </a:lnTo>
                  <a:lnTo>
                    <a:pt x="2697455" y="2160982"/>
                  </a:lnTo>
                  <a:lnTo>
                    <a:pt x="2747793" y="2138946"/>
                  </a:lnTo>
                  <a:lnTo>
                    <a:pt x="2770117" y="2129924"/>
                  </a:lnTo>
                  <a:lnTo>
                    <a:pt x="2819688" y="2111593"/>
                  </a:lnTo>
                  <a:lnTo>
                    <a:pt x="2870969" y="2095125"/>
                  </a:lnTo>
                  <a:lnTo>
                    <a:pt x="2924780" y="2080423"/>
                  </a:lnTo>
                  <a:lnTo>
                    <a:pt x="2982035" y="2067322"/>
                  </a:lnTo>
                  <a:lnTo>
                    <a:pt x="3043665" y="2055636"/>
                  </a:lnTo>
                  <a:lnTo>
                    <a:pt x="3110533" y="2045190"/>
                  </a:lnTo>
                  <a:lnTo>
                    <a:pt x="3183331" y="2035828"/>
                  </a:lnTo>
                  <a:lnTo>
                    <a:pt x="3262440" y="2027428"/>
                  </a:lnTo>
                  <a:lnTo>
                    <a:pt x="3347750" y="2019898"/>
                  </a:lnTo>
                  <a:lnTo>
                    <a:pt x="3438438" y="2013186"/>
                  </a:lnTo>
                  <a:lnTo>
                    <a:pt x="3532766" y="2007272"/>
                  </a:lnTo>
                  <a:lnTo>
                    <a:pt x="3627947" y="2002160"/>
                  </a:lnTo>
                  <a:lnTo>
                    <a:pt x="3720209" y="1997869"/>
                  </a:lnTo>
                  <a:lnTo>
                    <a:pt x="3805144" y="1994414"/>
                  </a:lnTo>
                  <a:lnTo>
                    <a:pt x="3878383" y="1991786"/>
                  </a:lnTo>
                  <a:lnTo>
                    <a:pt x="3936462" y="1989933"/>
                  </a:lnTo>
                  <a:lnTo>
                    <a:pt x="3977657" y="1988757"/>
                  </a:lnTo>
                  <a:lnTo>
                    <a:pt x="4002487" y="1988121"/>
                  </a:lnTo>
                  <a:lnTo>
                    <a:pt x="4013776" y="1987859"/>
                  </a:lnTo>
                  <a:lnTo>
                    <a:pt x="4016409" y="1987804"/>
                  </a:lnTo>
                  <a:lnTo>
                    <a:pt x="4538543" y="1987804"/>
                  </a:lnTo>
                  <a:lnTo>
                    <a:pt x="4539751" y="1987746"/>
                  </a:lnTo>
                  <a:lnTo>
                    <a:pt x="4547657" y="1987333"/>
                  </a:lnTo>
                  <a:lnTo>
                    <a:pt x="4567457" y="1986191"/>
                  </a:lnTo>
                  <a:lnTo>
                    <a:pt x="4602521" y="1983948"/>
                  </a:lnTo>
                  <a:lnTo>
                    <a:pt x="4654102" y="1980271"/>
                  </a:lnTo>
                  <a:lnTo>
                    <a:pt x="4721259" y="1974907"/>
                  </a:lnTo>
                  <a:lnTo>
                    <a:pt x="4801188" y="1967704"/>
                  </a:lnTo>
                  <a:lnTo>
                    <a:pt x="4889918" y="1958610"/>
                  </a:lnTo>
                  <a:lnTo>
                    <a:pt x="4983139" y="1947641"/>
                  </a:lnTo>
                  <a:lnTo>
                    <a:pt x="5076927" y="1934842"/>
                  </a:lnTo>
                  <a:lnTo>
                    <a:pt x="5168191" y="1920241"/>
                  </a:lnTo>
                  <a:lnTo>
                    <a:pt x="5254839" y="1903820"/>
                  </a:lnTo>
                  <a:lnTo>
                    <a:pt x="5335715" y="1885492"/>
                  </a:lnTo>
                  <a:lnTo>
                    <a:pt x="5410428" y="1865096"/>
                  </a:lnTo>
                  <a:lnTo>
                    <a:pt x="5479145" y="1842391"/>
                  </a:lnTo>
                  <a:lnTo>
                    <a:pt x="5542407" y="1817062"/>
                  </a:lnTo>
                  <a:lnTo>
                    <a:pt x="5600975" y="1788738"/>
                  </a:lnTo>
                  <a:lnTo>
                    <a:pt x="5655719" y="1757009"/>
                  </a:lnTo>
                  <a:lnTo>
                    <a:pt x="5707535" y="1721476"/>
                  </a:lnTo>
                  <a:lnTo>
                    <a:pt x="5757270" y="1681821"/>
                  </a:lnTo>
                  <a:lnTo>
                    <a:pt x="5784835" y="1657444"/>
                  </a:lnTo>
                  <a:lnTo>
                    <a:pt x="5827077" y="1616851"/>
                  </a:lnTo>
                  <a:lnTo>
                    <a:pt x="5868912" y="1572896"/>
                  </a:lnTo>
                  <a:lnTo>
                    <a:pt x="5910648" y="1525514"/>
                  </a:lnTo>
                  <a:lnTo>
                    <a:pt x="5952517" y="1474711"/>
                  </a:lnTo>
                  <a:lnTo>
                    <a:pt x="5994686" y="1420576"/>
                  </a:lnTo>
                  <a:lnTo>
                    <a:pt x="6037255" y="1363280"/>
                  </a:lnTo>
                  <a:lnTo>
                    <a:pt x="6080275" y="1303090"/>
                  </a:lnTo>
                  <a:lnTo>
                    <a:pt x="6123744" y="1240358"/>
                  </a:lnTo>
                  <a:lnTo>
                    <a:pt x="6167615" y="1175524"/>
                  </a:lnTo>
                  <a:lnTo>
                    <a:pt x="6211810" y="1109098"/>
                  </a:lnTo>
                  <a:lnTo>
                    <a:pt x="6256218" y="1041652"/>
                  </a:lnTo>
                  <a:lnTo>
                    <a:pt x="6300715" y="973793"/>
                  </a:lnTo>
                  <a:lnTo>
                    <a:pt x="6345166" y="906145"/>
                  </a:lnTo>
                  <a:lnTo>
                    <a:pt x="6389443" y="839323"/>
                  </a:lnTo>
                  <a:lnTo>
                    <a:pt x="6433430" y="773914"/>
                  </a:lnTo>
                  <a:lnTo>
                    <a:pt x="6477036" y="710448"/>
                  </a:lnTo>
                  <a:lnTo>
                    <a:pt x="6520204" y="649390"/>
                  </a:lnTo>
                  <a:lnTo>
                    <a:pt x="6562917" y="591123"/>
                  </a:lnTo>
                  <a:lnTo>
                    <a:pt x="6605207" y="535939"/>
                  </a:lnTo>
                  <a:lnTo>
                    <a:pt x="6647158" y="484042"/>
                  </a:lnTo>
                  <a:lnTo>
                    <a:pt x="6688915" y="435546"/>
                  </a:lnTo>
                  <a:lnTo>
                    <a:pt x="6730688" y="390483"/>
                  </a:lnTo>
                  <a:lnTo>
                    <a:pt x="6772759" y="348811"/>
                  </a:lnTo>
                  <a:lnTo>
                    <a:pt x="6786527" y="336006"/>
                  </a:lnTo>
                  <a:lnTo>
                    <a:pt x="6835412" y="293947"/>
                  </a:lnTo>
                  <a:lnTo>
                    <a:pt x="6885949" y="256106"/>
                  </a:lnTo>
                  <a:lnTo>
                    <a:pt x="6938925" y="222265"/>
                  </a:lnTo>
                  <a:lnTo>
                    <a:pt x="6995214" y="192060"/>
                  </a:lnTo>
                  <a:lnTo>
                    <a:pt x="7055711" y="165081"/>
                  </a:lnTo>
                  <a:lnTo>
                    <a:pt x="7121250" y="140931"/>
                  </a:lnTo>
                  <a:lnTo>
                    <a:pt x="7192514" y="119259"/>
                  </a:lnTo>
                  <a:lnTo>
                    <a:pt x="7269901" y="99783"/>
                  </a:lnTo>
                  <a:lnTo>
                    <a:pt x="7353363" y="82297"/>
                  </a:lnTo>
                  <a:lnTo>
                    <a:pt x="7442203" y="66669"/>
                  </a:lnTo>
                  <a:lnTo>
                    <a:pt x="7534876" y="52847"/>
                  </a:lnTo>
                  <a:lnTo>
                    <a:pt x="7628853" y="40835"/>
                  </a:lnTo>
                  <a:lnTo>
                    <a:pt x="7720648" y="30672"/>
                  </a:lnTo>
                  <a:lnTo>
                    <a:pt x="7806097" y="22398"/>
                  </a:lnTo>
                  <a:lnTo>
                    <a:pt x="7880937" y="16002"/>
                  </a:lnTo>
                  <a:lnTo>
                    <a:pt x="7941599" y="11393"/>
                  </a:lnTo>
                  <a:lnTo>
                    <a:pt x="7986022" y="8373"/>
                  </a:lnTo>
                  <a:lnTo>
                    <a:pt x="8014196" y="6651"/>
                  </a:lnTo>
                  <a:lnTo>
                    <a:pt x="8028320" y="5871"/>
                  </a:lnTo>
                  <a:lnTo>
                    <a:pt x="8032593" y="5657"/>
                  </a:lnTo>
                  <a:lnTo>
                    <a:pt x="8032819" y="5647"/>
                  </a:lnTo>
                  <a:lnTo>
                    <a:pt x="8554953" y="5647"/>
                  </a:lnTo>
                  <a:lnTo>
                    <a:pt x="8554953" y="0"/>
                  </a:lnTo>
                  <a:lnTo>
                    <a:pt x="8032819" y="0"/>
                  </a:lnTo>
                  <a:lnTo>
                    <a:pt x="8031611" y="57"/>
                  </a:lnTo>
                  <a:lnTo>
                    <a:pt x="8023705" y="470"/>
                  </a:lnTo>
                  <a:lnTo>
                    <a:pt x="8003905" y="1612"/>
                  </a:lnTo>
                  <a:lnTo>
                    <a:pt x="7968841" y="3855"/>
                  </a:lnTo>
                  <a:lnTo>
                    <a:pt x="7917260" y="7532"/>
                  </a:lnTo>
                  <a:lnTo>
                    <a:pt x="7850103" y="12896"/>
                  </a:lnTo>
                  <a:lnTo>
                    <a:pt x="7770174" y="20099"/>
                  </a:lnTo>
                  <a:lnTo>
                    <a:pt x="7681444" y="29193"/>
                  </a:lnTo>
                  <a:lnTo>
                    <a:pt x="7588223" y="40162"/>
                  </a:lnTo>
                  <a:lnTo>
                    <a:pt x="7494435" y="52961"/>
                  </a:lnTo>
                  <a:lnTo>
                    <a:pt x="7403171" y="67563"/>
                  </a:lnTo>
                  <a:lnTo>
                    <a:pt x="7316523" y="83984"/>
                  </a:lnTo>
                  <a:lnTo>
                    <a:pt x="7235647" y="102311"/>
                  </a:lnTo>
                  <a:lnTo>
                    <a:pt x="7160934" y="122707"/>
                  </a:lnTo>
                  <a:lnTo>
                    <a:pt x="7092217" y="145413"/>
                  </a:lnTo>
                  <a:lnTo>
                    <a:pt x="7028955" y="170741"/>
                  </a:lnTo>
                  <a:lnTo>
                    <a:pt x="6970387" y="199065"/>
                  </a:lnTo>
                  <a:lnTo>
                    <a:pt x="6915643" y="230794"/>
                  </a:lnTo>
                  <a:lnTo>
                    <a:pt x="6863827" y="266328"/>
                  </a:lnTo>
                  <a:lnTo>
                    <a:pt x="6814092" y="305982"/>
                  </a:lnTo>
                  <a:lnTo>
                    <a:pt x="6786527" y="330359"/>
                  </a:lnTo>
                  <a:lnTo>
                    <a:pt x="6744285" y="370952"/>
                  </a:lnTo>
                  <a:lnTo>
                    <a:pt x="6702450" y="414907"/>
                  </a:lnTo>
                  <a:lnTo>
                    <a:pt x="6660714" y="462289"/>
                  </a:lnTo>
                  <a:lnTo>
                    <a:pt x="6618844" y="513092"/>
                  </a:lnTo>
                  <a:lnTo>
                    <a:pt x="6576676" y="567228"/>
                  </a:lnTo>
                  <a:lnTo>
                    <a:pt x="6534106" y="624523"/>
                  </a:lnTo>
                  <a:lnTo>
                    <a:pt x="6491087" y="684714"/>
                  </a:lnTo>
                  <a:lnTo>
                    <a:pt x="6447618" y="747445"/>
                  </a:lnTo>
                  <a:lnTo>
                    <a:pt x="6403747" y="812280"/>
                  </a:lnTo>
                  <a:lnTo>
                    <a:pt x="6359552" y="878705"/>
                  </a:lnTo>
                  <a:lnTo>
                    <a:pt x="6315144" y="946151"/>
                  </a:lnTo>
                  <a:lnTo>
                    <a:pt x="6270647" y="1014010"/>
                  </a:lnTo>
                  <a:lnTo>
                    <a:pt x="6226196" y="1081659"/>
                  </a:lnTo>
                  <a:lnTo>
                    <a:pt x="6181919" y="1148480"/>
                  </a:lnTo>
                  <a:lnTo>
                    <a:pt x="6137932" y="1213889"/>
                  </a:lnTo>
                  <a:lnTo>
                    <a:pt x="6094326" y="1277355"/>
                  </a:lnTo>
                  <a:lnTo>
                    <a:pt x="6051158" y="1338413"/>
                  </a:lnTo>
                  <a:lnTo>
                    <a:pt x="6008445" y="1396680"/>
                  </a:lnTo>
                  <a:lnTo>
                    <a:pt x="5966155" y="1451864"/>
                  </a:lnTo>
                  <a:lnTo>
                    <a:pt x="5924204" y="1503762"/>
                  </a:lnTo>
                  <a:lnTo>
                    <a:pt x="5882447" y="1552257"/>
                  </a:lnTo>
                  <a:lnTo>
                    <a:pt x="5840674" y="1597320"/>
                  </a:lnTo>
                  <a:lnTo>
                    <a:pt x="5798603" y="1638993"/>
                  </a:lnTo>
                  <a:lnTo>
                    <a:pt x="5784835" y="1651797"/>
                  </a:lnTo>
                  <a:lnTo>
                    <a:pt x="5735950" y="1693856"/>
                  </a:lnTo>
                  <a:lnTo>
                    <a:pt x="5685412" y="1731698"/>
                  </a:lnTo>
                  <a:lnTo>
                    <a:pt x="5632437" y="1765538"/>
                  </a:lnTo>
                  <a:lnTo>
                    <a:pt x="5576148" y="1795743"/>
                  </a:lnTo>
                  <a:lnTo>
                    <a:pt x="5515651" y="1822722"/>
                  </a:lnTo>
                  <a:lnTo>
                    <a:pt x="5450112" y="1846873"/>
                  </a:lnTo>
                  <a:lnTo>
                    <a:pt x="5378848" y="1868544"/>
                  </a:lnTo>
                  <a:lnTo>
                    <a:pt x="5301461" y="1888020"/>
                  </a:lnTo>
                  <a:lnTo>
                    <a:pt x="5217999" y="1905507"/>
                  </a:lnTo>
                  <a:lnTo>
                    <a:pt x="5129159" y="1921134"/>
                  </a:lnTo>
                  <a:lnTo>
                    <a:pt x="5036486" y="1934956"/>
                  </a:lnTo>
                  <a:lnTo>
                    <a:pt x="4942509" y="1946969"/>
                  </a:lnTo>
                  <a:lnTo>
                    <a:pt x="4850714" y="1957131"/>
                  </a:lnTo>
                  <a:lnTo>
                    <a:pt x="4765265" y="1965405"/>
                  </a:lnTo>
                  <a:lnTo>
                    <a:pt x="4690425" y="1971801"/>
                  </a:lnTo>
                  <a:lnTo>
                    <a:pt x="4629763" y="1976410"/>
                  </a:lnTo>
                  <a:lnTo>
                    <a:pt x="4585340" y="1979430"/>
                  </a:lnTo>
                  <a:lnTo>
                    <a:pt x="4557166" y="1981152"/>
                  </a:lnTo>
                  <a:lnTo>
                    <a:pt x="4543042" y="1981932"/>
                  </a:lnTo>
                  <a:lnTo>
                    <a:pt x="4538769" y="1982146"/>
                  </a:lnTo>
                  <a:lnTo>
                    <a:pt x="4538543" y="1982157"/>
                  </a:lnTo>
                  <a:lnTo>
                    <a:pt x="4016409" y="1982157"/>
                  </a:lnTo>
                  <a:lnTo>
                    <a:pt x="4015151" y="1982182"/>
                  </a:lnTo>
                  <a:lnTo>
                    <a:pt x="4006927" y="1982368"/>
                  </a:lnTo>
                  <a:lnTo>
                    <a:pt x="3986359" y="1982880"/>
                  </a:lnTo>
                  <a:lnTo>
                    <a:pt x="3950008" y="1983885"/>
                  </a:lnTo>
                  <a:lnTo>
                    <a:pt x="3896681" y="1985532"/>
                  </a:lnTo>
                  <a:lnTo>
                    <a:pt x="3827493" y="1987931"/>
                  </a:lnTo>
                  <a:lnTo>
                    <a:pt x="3745483" y="1991147"/>
                  </a:lnTo>
                  <a:lnTo>
                    <a:pt x="3654856" y="1995199"/>
                  </a:lnTo>
                  <a:lnTo>
                    <a:pt x="3560088" y="2000078"/>
                  </a:lnTo>
                  <a:lnTo>
                    <a:pt x="3465185" y="2005764"/>
                  </a:lnTo>
                  <a:lnTo>
                    <a:pt x="3373232" y="2012247"/>
                  </a:lnTo>
                  <a:lnTo>
                    <a:pt x="3286261" y="2019538"/>
                  </a:lnTo>
                  <a:lnTo>
                    <a:pt x="3205337" y="2027681"/>
                  </a:lnTo>
                  <a:lnTo>
                    <a:pt x="3130753" y="2036757"/>
                  </a:lnTo>
                  <a:lnTo>
                    <a:pt x="3062247" y="2046878"/>
                  </a:lnTo>
                  <a:lnTo>
                    <a:pt x="2999200" y="2058191"/>
                  </a:lnTo>
                  <a:lnTo>
                    <a:pt x="2940785" y="2070868"/>
                  </a:lnTo>
                  <a:lnTo>
                    <a:pt x="2886084" y="2085093"/>
                  </a:lnTo>
                  <a:lnTo>
                    <a:pt x="2834168" y="2101041"/>
                  </a:lnTo>
                  <a:lnTo>
                    <a:pt x="2784182" y="2118835"/>
                  </a:lnTo>
                  <a:lnTo>
                    <a:pt x="2770117" y="2124277"/>
                  </a:lnTo>
                  <a:lnTo>
                    <a:pt x="2719492" y="2145403"/>
                  </a:lnTo>
                  <a:lnTo>
                    <a:pt x="2669359" y="2168621"/>
                  </a:lnTo>
                  <a:lnTo>
                    <a:pt x="2619226" y="2193963"/>
                  </a:lnTo>
                  <a:lnTo>
                    <a:pt x="2568751" y="2221396"/>
                  </a:lnTo>
                  <a:lnTo>
                    <a:pt x="2517724" y="2250810"/>
                  </a:lnTo>
                  <a:lnTo>
                    <a:pt x="2466051" y="2282015"/>
                  </a:lnTo>
                  <a:lnTo>
                    <a:pt x="2413743" y="2314742"/>
                  </a:lnTo>
                  <a:lnTo>
                    <a:pt x="2360897" y="2348649"/>
                  </a:lnTo>
                  <a:lnTo>
                    <a:pt x="2307678" y="2383331"/>
                  </a:lnTo>
                  <a:lnTo>
                    <a:pt x="2254294" y="2418346"/>
                  </a:lnTo>
                  <a:lnTo>
                    <a:pt x="2200974" y="2453231"/>
                  </a:lnTo>
                  <a:lnTo>
                    <a:pt x="2147941" y="2487531"/>
                  </a:lnTo>
                  <a:lnTo>
                    <a:pt x="2095380" y="2520822"/>
                  </a:lnTo>
                  <a:lnTo>
                    <a:pt x="2043422" y="2552733"/>
                  </a:lnTo>
                  <a:lnTo>
                    <a:pt x="1992117" y="2582961"/>
                  </a:lnTo>
                  <a:lnTo>
                    <a:pt x="1941418" y="2611282"/>
                  </a:lnTo>
                  <a:lnTo>
                    <a:pt x="1891168" y="2637551"/>
                  </a:lnTo>
                  <a:lnTo>
                    <a:pt x="1841087" y="2661701"/>
                  </a:lnTo>
                  <a:lnTo>
                    <a:pt x="1790750" y="2683737"/>
                  </a:lnTo>
                  <a:lnTo>
                    <a:pt x="1768425" y="2692759"/>
                  </a:lnTo>
                  <a:lnTo>
                    <a:pt x="1718854" y="2711090"/>
                  </a:lnTo>
                  <a:lnTo>
                    <a:pt x="1667573" y="2727558"/>
                  </a:lnTo>
                  <a:lnTo>
                    <a:pt x="1613762" y="2742260"/>
                  </a:lnTo>
                  <a:lnTo>
                    <a:pt x="1556507" y="2755362"/>
                  </a:lnTo>
                  <a:lnTo>
                    <a:pt x="1494877" y="2767047"/>
                  </a:lnTo>
                  <a:lnTo>
                    <a:pt x="1428009" y="2777493"/>
                  </a:lnTo>
                  <a:lnTo>
                    <a:pt x="1355211" y="2786855"/>
                  </a:lnTo>
                  <a:lnTo>
                    <a:pt x="1276102" y="2795256"/>
                  </a:lnTo>
                  <a:lnTo>
                    <a:pt x="1190792" y="2802785"/>
                  </a:lnTo>
                  <a:lnTo>
                    <a:pt x="1100104" y="2809497"/>
                  </a:lnTo>
                  <a:lnTo>
                    <a:pt x="1005776" y="2815411"/>
                  </a:lnTo>
                  <a:lnTo>
                    <a:pt x="910595" y="2820523"/>
                  </a:lnTo>
                  <a:lnTo>
                    <a:pt x="818334" y="2824814"/>
                  </a:lnTo>
                  <a:lnTo>
                    <a:pt x="733398" y="2828269"/>
                  </a:lnTo>
                  <a:lnTo>
                    <a:pt x="660159" y="2830897"/>
                  </a:lnTo>
                  <a:lnTo>
                    <a:pt x="602080" y="2832750"/>
                  </a:lnTo>
                  <a:lnTo>
                    <a:pt x="560885" y="2833926"/>
                  </a:lnTo>
                  <a:lnTo>
                    <a:pt x="536055" y="2834562"/>
                  </a:lnTo>
                  <a:lnTo>
                    <a:pt x="524766" y="2834824"/>
                  </a:lnTo>
                  <a:lnTo>
                    <a:pt x="522133" y="2834879"/>
                  </a:lnTo>
                  <a:lnTo>
                    <a:pt x="0" y="2834879"/>
                  </a:lnTo>
                  <a:close/>
                </a:path>
              </a:pathLst>
            </a:custGeom>
            <a:solidFill>
              <a:srgbClr val="E78AC3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1440" name="pl1440"/>
            <p:cNvSpPr/>
            <p:nvPr/>
          </p:nvSpPr>
          <p:spPr>
            <a:xfrm>
              <a:off x="386606" y="1942266"/>
              <a:ext cx="8554953" cy="2834879"/>
            </a:xfrm>
            <a:custGeom>
              <a:avLst/>
              <a:pathLst>
                <a:path w="8554953" h="2834879">
                  <a:moveTo>
                    <a:pt x="0" y="2834879"/>
                  </a:moveTo>
                  <a:lnTo>
                    <a:pt x="522133" y="2834879"/>
                  </a:lnTo>
                  <a:lnTo>
                    <a:pt x="523391" y="2834853"/>
                  </a:lnTo>
                  <a:lnTo>
                    <a:pt x="531615" y="2834668"/>
                  </a:lnTo>
                  <a:lnTo>
                    <a:pt x="552183" y="2834156"/>
                  </a:lnTo>
                  <a:lnTo>
                    <a:pt x="588534" y="2833151"/>
                  </a:lnTo>
                  <a:lnTo>
                    <a:pt x="641861" y="2831504"/>
                  </a:lnTo>
                  <a:lnTo>
                    <a:pt x="711050" y="2829105"/>
                  </a:lnTo>
                  <a:lnTo>
                    <a:pt x="793059" y="2825889"/>
                  </a:lnTo>
                  <a:lnTo>
                    <a:pt x="883686" y="2821837"/>
                  </a:lnTo>
                  <a:lnTo>
                    <a:pt x="978454" y="2816958"/>
                  </a:lnTo>
                  <a:lnTo>
                    <a:pt x="1073357" y="2811272"/>
                  </a:lnTo>
                  <a:lnTo>
                    <a:pt x="1165311" y="2804789"/>
                  </a:lnTo>
                  <a:lnTo>
                    <a:pt x="1252281" y="2797498"/>
                  </a:lnTo>
                  <a:lnTo>
                    <a:pt x="1333205" y="2789354"/>
                  </a:lnTo>
                  <a:lnTo>
                    <a:pt x="1407789" y="2780279"/>
                  </a:lnTo>
                  <a:lnTo>
                    <a:pt x="1476295" y="2770158"/>
                  </a:lnTo>
                  <a:lnTo>
                    <a:pt x="1539342" y="2758845"/>
                  </a:lnTo>
                  <a:lnTo>
                    <a:pt x="1597757" y="2746168"/>
                  </a:lnTo>
                  <a:lnTo>
                    <a:pt x="1652458" y="2731942"/>
                  </a:lnTo>
                  <a:lnTo>
                    <a:pt x="1704374" y="2715995"/>
                  </a:lnTo>
                  <a:lnTo>
                    <a:pt x="1754360" y="2698201"/>
                  </a:lnTo>
                  <a:lnTo>
                    <a:pt x="1768425" y="2692759"/>
                  </a:lnTo>
                  <a:lnTo>
                    <a:pt x="1819051" y="2671633"/>
                  </a:lnTo>
                  <a:lnTo>
                    <a:pt x="1869183" y="2648415"/>
                  </a:lnTo>
                  <a:lnTo>
                    <a:pt x="1919316" y="2623073"/>
                  </a:lnTo>
                  <a:lnTo>
                    <a:pt x="1969791" y="2595640"/>
                  </a:lnTo>
                  <a:lnTo>
                    <a:pt x="2020818" y="2566226"/>
                  </a:lnTo>
                  <a:lnTo>
                    <a:pt x="2072491" y="2535021"/>
                  </a:lnTo>
                  <a:lnTo>
                    <a:pt x="2124799" y="2502294"/>
                  </a:lnTo>
                  <a:lnTo>
                    <a:pt x="2177645" y="2468387"/>
                  </a:lnTo>
                  <a:lnTo>
                    <a:pt x="2230864" y="2433705"/>
                  </a:lnTo>
                  <a:lnTo>
                    <a:pt x="2284248" y="2398690"/>
                  </a:lnTo>
                  <a:lnTo>
                    <a:pt x="2337568" y="2363805"/>
                  </a:lnTo>
                  <a:lnTo>
                    <a:pt x="2390601" y="2329505"/>
                  </a:lnTo>
                  <a:lnTo>
                    <a:pt x="2443162" y="2296214"/>
                  </a:lnTo>
                  <a:lnTo>
                    <a:pt x="2495120" y="2264303"/>
                  </a:lnTo>
                  <a:lnTo>
                    <a:pt x="2546426" y="2234075"/>
                  </a:lnTo>
                  <a:lnTo>
                    <a:pt x="2597125" y="2205754"/>
                  </a:lnTo>
                  <a:lnTo>
                    <a:pt x="2647374" y="2179485"/>
                  </a:lnTo>
                  <a:lnTo>
                    <a:pt x="2697455" y="2155335"/>
                  </a:lnTo>
                  <a:lnTo>
                    <a:pt x="2747793" y="2133298"/>
                  </a:lnTo>
                  <a:lnTo>
                    <a:pt x="2770117" y="2124277"/>
                  </a:lnTo>
                  <a:lnTo>
                    <a:pt x="2819688" y="2105946"/>
                  </a:lnTo>
                  <a:lnTo>
                    <a:pt x="2870969" y="2089478"/>
                  </a:lnTo>
                  <a:lnTo>
                    <a:pt x="2924780" y="2074776"/>
                  </a:lnTo>
                  <a:lnTo>
                    <a:pt x="2982035" y="2061674"/>
                  </a:lnTo>
                  <a:lnTo>
                    <a:pt x="3043665" y="2049989"/>
                  </a:lnTo>
                  <a:lnTo>
                    <a:pt x="3110533" y="2039543"/>
                  </a:lnTo>
                  <a:lnTo>
                    <a:pt x="3183331" y="2030181"/>
                  </a:lnTo>
                  <a:lnTo>
                    <a:pt x="3262440" y="2021780"/>
                  </a:lnTo>
                  <a:lnTo>
                    <a:pt x="3347750" y="2014251"/>
                  </a:lnTo>
                  <a:lnTo>
                    <a:pt x="3438438" y="2007539"/>
                  </a:lnTo>
                  <a:lnTo>
                    <a:pt x="3532766" y="2001625"/>
                  </a:lnTo>
                  <a:lnTo>
                    <a:pt x="3627947" y="1996513"/>
                  </a:lnTo>
                  <a:lnTo>
                    <a:pt x="3720209" y="1992222"/>
                  </a:lnTo>
                  <a:lnTo>
                    <a:pt x="3805144" y="1988767"/>
                  </a:lnTo>
                  <a:lnTo>
                    <a:pt x="3878383" y="1986139"/>
                  </a:lnTo>
                  <a:lnTo>
                    <a:pt x="3936462" y="1984286"/>
                  </a:lnTo>
                  <a:lnTo>
                    <a:pt x="3977657" y="1983110"/>
                  </a:lnTo>
                  <a:lnTo>
                    <a:pt x="4002487" y="1982473"/>
                  </a:lnTo>
                  <a:lnTo>
                    <a:pt x="4013776" y="1982212"/>
                  </a:lnTo>
                  <a:lnTo>
                    <a:pt x="4016379" y="1982157"/>
                  </a:lnTo>
                  <a:lnTo>
                    <a:pt x="4016409" y="1982157"/>
                  </a:lnTo>
                  <a:lnTo>
                    <a:pt x="4538543" y="1982157"/>
                  </a:lnTo>
                  <a:lnTo>
                    <a:pt x="4539751" y="1982099"/>
                  </a:lnTo>
                  <a:lnTo>
                    <a:pt x="4547657" y="1981686"/>
                  </a:lnTo>
                  <a:lnTo>
                    <a:pt x="4567457" y="1980544"/>
                  </a:lnTo>
                  <a:lnTo>
                    <a:pt x="4602521" y="1978301"/>
                  </a:lnTo>
                  <a:lnTo>
                    <a:pt x="4654102" y="1974624"/>
                  </a:lnTo>
                  <a:lnTo>
                    <a:pt x="4721259" y="1969260"/>
                  </a:lnTo>
                  <a:lnTo>
                    <a:pt x="4801188" y="1962057"/>
                  </a:lnTo>
                  <a:lnTo>
                    <a:pt x="4889918" y="1952963"/>
                  </a:lnTo>
                  <a:lnTo>
                    <a:pt x="4983139" y="1941994"/>
                  </a:lnTo>
                  <a:lnTo>
                    <a:pt x="5076927" y="1929195"/>
                  </a:lnTo>
                  <a:lnTo>
                    <a:pt x="5168191" y="1914594"/>
                  </a:lnTo>
                  <a:lnTo>
                    <a:pt x="5254839" y="1898172"/>
                  </a:lnTo>
                  <a:lnTo>
                    <a:pt x="5335715" y="1879845"/>
                  </a:lnTo>
                  <a:lnTo>
                    <a:pt x="5410428" y="1859449"/>
                  </a:lnTo>
                  <a:lnTo>
                    <a:pt x="5479145" y="1836744"/>
                  </a:lnTo>
                  <a:lnTo>
                    <a:pt x="5542407" y="1811415"/>
                  </a:lnTo>
                  <a:lnTo>
                    <a:pt x="5600975" y="1783091"/>
                  </a:lnTo>
                  <a:lnTo>
                    <a:pt x="5655719" y="1751362"/>
                  </a:lnTo>
                  <a:lnTo>
                    <a:pt x="5707535" y="1715828"/>
                  </a:lnTo>
                  <a:lnTo>
                    <a:pt x="5757270" y="1676174"/>
                  </a:lnTo>
                  <a:lnTo>
                    <a:pt x="5784835" y="1651797"/>
                  </a:lnTo>
                  <a:lnTo>
                    <a:pt x="5827077" y="1611204"/>
                  </a:lnTo>
                  <a:lnTo>
                    <a:pt x="5868912" y="1567249"/>
                  </a:lnTo>
                  <a:lnTo>
                    <a:pt x="5910648" y="1519867"/>
                  </a:lnTo>
                  <a:lnTo>
                    <a:pt x="5952517" y="1469064"/>
                  </a:lnTo>
                  <a:lnTo>
                    <a:pt x="5994686" y="1414928"/>
                  </a:lnTo>
                  <a:lnTo>
                    <a:pt x="6037255" y="1357633"/>
                  </a:lnTo>
                  <a:lnTo>
                    <a:pt x="6080275" y="1297443"/>
                  </a:lnTo>
                  <a:lnTo>
                    <a:pt x="6123744" y="1234711"/>
                  </a:lnTo>
                  <a:lnTo>
                    <a:pt x="6167615" y="1169876"/>
                  </a:lnTo>
                  <a:lnTo>
                    <a:pt x="6211810" y="1103451"/>
                  </a:lnTo>
                  <a:lnTo>
                    <a:pt x="6256218" y="1036005"/>
                  </a:lnTo>
                  <a:lnTo>
                    <a:pt x="6300715" y="968146"/>
                  </a:lnTo>
                  <a:lnTo>
                    <a:pt x="6345166" y="900498"/>
                  </a:lnTo>
                  <a:lnTo>
                    <a:pt x="6389443" y="833676"/>
                  </a:lnTo>
                  <a:lnTo>
                    <a:pt x="6433430" y="768267"/>
                  </a:lnTo>
                  <a:lnTo>
                    <a:pt x="6477036" y="704801"/>
                  </a:lnTo>
                  <a:lnTo>
                    <a:pt x="6520204" y="643743"/>
                  </a:lnTo>
                  <a:lnTo>
                    <a:pt x="6562917" y="585476"/>
                  </a:lnTo>
                  <a:lnTo>
                    <a:pt x="6605207" y="530292"/>
                  </a:lnTo>
                  <a:lnTo>
                    <a:pt x="6647158" y="478394"/>
                  </a:lnTo>
                  <a:lnTo>
                    <a:pt x="6688915" y="429899"/>
                  </a:lnTo>
                  <a:lnTo>
                    <a:pt x="6730688" y="384836"/>
                  </a:lnTo>
                  <a:lnTo>
                    <a:pt x="6772759" y="343163"/>
                  </a:lnTo>
                  <a:lnTo>
                    <a:pt x="6786527" y="330359"/>
                  </a:lnTo>
                  <a:lnTo>
                    <a:pt x="6835412" y="288300"/>
                  </a:lnTo>
                  <a:lnTo>
                    <a:pt x="6885949" y="250458"/>
                  </a:lnTo>
                  <a:lnTo>
                    <a:pt x="6938925" y="216618"/>
                  </a:lnTo>
                  <a:lnTo>
                    <a:pt x="6995214" y="186413"/>
                  </a:lnTo>
                  <a:lnTo>
                    <a:pt x="7055711" y="159434"/>
                  </a:lnTo>
                  <a:lnTo>
                    <a:pt x="7121250" y="135284"/>
                  </a:lnTo>
                  <a:lnTo>
                    <a:pt x="7192514" y="113612"/>
                  </a:lnTo>
                  <a:lnTo>
                    <a:pt x="7269901" y="94136"/>
                  </a:lnTo>
                  <a:lnTo>
                    <a:pt x="7353363" y="76649"/>
                  </a:lnTo>
                  <a:lnTo>
                    <a:pt x="7442203" y="61022"/>
                  </a:lnTo>
                  <a:lnTo>
                    <a:pt x="7534876" y="47200"/>
                  </a:lnTo>
                  <a:lnTo>
                    <a:pt x="7628853" y="35187"/>
                  </a:lnTo>
                  <a:lnTo>
                    <a:pt x="7720648" y="25025"/>
                  </a:lnTo>
                  <a:lnTo>
                    <a:pt x="7806097" y="16751"/>
                  </a:lnTo>
                  <a:lnTo>
                    <a:pt x="7880937" y="10355"/>
                  </a:lnTo>
                  <a:lnTo>
                    <a:pt x="7941599" y="5746"/>
                  </a:lnTo>
                  <a:lnTo>
                    <a:pt x="7986022" y="2726"/>
                  </a:lnTo>
                  <a:lnTo>
                    <a:pt x="8014196" y="1004"/>
                  </a:lnTo>
                  <a:lnTo>
                    <a:pt x="8028320" y="224"/>
                  </a:lnTo>
                  <a:lnTo>
                    <a:pt x="8032593" y="10"/>
                  </a:lnTo>
                  <a:lnTo>
                    <a:pt x="8032819" y="0"/>
                  </a:lnTo>
                  <a:lnTo>
                    <a:pt x="8554953" y="0"/>
                  </a:lnTo>
                  <a:lnTo>
                    <a:pt x="8554953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441" name="pl1441"/>
            <p:cNvSpPr/>
            <p:nvPr/>
          </p:nvSpPr>
          <p:spPr>
            <a:xfrm>
              <a:off x="386606" y="1936619"/>
              <a:ext cx="8554953" cy="2834879"/>
            </a:xfrm>
            <a:custGeom>
              <a:avLst/>
              <a:pathLst>
                <a:path w="8554953" h="2834879">
                  <a:moveTo>
                    <a:pt x="8554953" y="0"/>
                  </a:moveTo>
                  <a:lnTo>
                    <a:pt x="8032819" y="0"/>
                  </a:lnTo>
                  <a:lnTo>
                    <a:pt x="8031611" y="57"/>
                  </a:lnTo>
                  <a:lnTo>
                    <a:pt x="8023705" y="470"/>
                  </a:lnTo>
                  <a:lnTo>
                    <a:pt x="8003905" y="1612"/>
                  </a:lnTo>
                  <a:lnTo>
                    <a:pt x="7968841" y="3855"/>
                  </a:lnTo>
                  <a:lnTo>
                    <a:pt x="7917260" y="7532"/>
                  </a:lnTo>
                  <a:lnTo>
                    <a:pt x="7850103" y="12896"/>
                  </a:lnTo>
                  <a:lnTo>
                    <a:pt x="7770174" y="20099"/>
                  </a:lnTo>
                  <a:lnTo>
                    <a:pt x="7681444" y="29193"/>
                  </a:lnTo>
                  <a:lnTo>
                    <a:pt x="7588223" y="40162"/>
                  </a:lnTo>
                  <a:lnTo>
                    <a:pt x="7494435" y="52961"/>
                  </a:lnTo>
                  <a:lnTo>
                    <a:pt x="7403171" y="67563"/>
                  </a:lnTo>
                  <a:lnTo>
                    <a:pt x="7316523" y="83984"/>
                  </a:lnTo>
                  <a:lnTo>
                    <a:pt x="7235647" y="102311"/>
                  </a:lnTo>
                  <a:lnTo>
                    <a:pt x="7160934" y="122707"/>
                  </a:lnTo>
                  <a:lnTo>
                    <a:pt x="7092217" y="145413"/>
                  </a:lnTo>
                  <a:lnTo>
                    <a:pt x="7028955" y="170741"/>
                  </a:lnTo>
                  <a:lnTo>
                    <a:pt x="6970387" y="199065"/>
                  </a:lnTo>
                  <a:lnTo>
                    <a:pt x="6915643" y="230794"/>
                  </a:lnTo>
                  <a:lnTo>
                    <a:pt x="6863827" y="266328"/>
                  </a:lnTo>
                  <a:lnTo>
                    <a:pt x="6814092" y="305982"/>
                  </a:lnTo>
                  <a:lnTo>
                    <a:pt x="6786527" y="330359"/>
                  </a:lnTo>
                  <a:lnTo>
                    <a:pt x="6744285" y="370952"/>
                  </a:lnTo>
                  <a:lnTo>
                    <a:pt x="6702450" y="414907"/>
                  </a:lnTo>
                  <a:lnTo>
                    <a:pt x="6660714" y="462289"/>
                  </a:lnTo>
                  <a:lnTo>
                    <a:pt x="6618844" y="513092"/>
                  </a:lnTo>
                  <a:lnTo>
                    <a:pt x="6576676" y="567228"/>
                  </a:lnTo>
                  <a:lnTo>
                    <a:pt x="6534106" y="624523"/>
                  </a:lnTo>
                  <a:lnTo>
                    <a:pt x="6491087" y="684714"/>
                  </a:lnTo>
                  <a:lnTo>
                    <a:pt x="6447618" y="747445"/>
                  </a:lnTo>
                  <a:lnTo>
                    <a:pt x="6403747" y="812280"/>
                  </a:lnTo>
                  <a:lnTo>
                    <a:pt x="6359552" y="878705"/>
                  </a:lnTo>
                  <a:lnTo>
                    <a:pt x="6315144" y="946151"/>
                  </a:lnTo>
                  <a:lnTo>
                    <a:pt x="6270647" y="1014010"/>
                  </a:lnTo>
                  <a:lnTo>
                    <a:pt x="6226196" y="1081659"/>
                  </a:lnTo>
                  <a:lnTo>
                    <a:pt x="6181919" y="1148480"/>
                  </a:lnTo>
                  <a:lnTo>
                    <a:pt x="6137932" y="1213889"/>
                  </a:lnTo>
                  <a:lnTo>
                    <a:pt x="6094326" y="1277355"/>
                  </a:lnTo>
                  <a:lnTo>
                    <a:pt x="6051158" y="1338413"/>
                  </a:lnTo>
                  <a:lnTo>
                    <a:pt x="6008445" y="1396680"/>
                  </a:lnTo>
                  <a:lnTo>
                    <a:pt x="5966155" y="1451864"/>
                  </a:lnTo>
                  <a:lnTo>
                    <a:pt x="5924204" y="1503762"/>
                  </a:lnTo>
                  <a:lnTo>
                    <a:pt x="5882447" y="1552257"/>
                  </a:lnTo>
                  <a:lnTo>
                    <a:pt x="5840674" y="1597320"/>
                  </a:lnTo>
                  <a:lnTo>
                    <a:pt x="5798603" y="1638993"/>
                  </a:lnTo>
                  <a:lnTo>
                    <a:pt x="5784835" y="1651797"/>
                  </a:lnTo>
                  <a:lnTo>
                    <a:pt x="5735950" y="1693856"/>
                  </a:lnTo>
                  <a:lnTo>
                    <a:pt x="5685412" y="1731698"/>
                  </a:lnTo>
                  <a:lnTo>
                    <a:pt x="5632437" y="1765538"/>
                  </a:lnTo>
                  <a:lnTo>
                    <a:pt x="5576148" y="1795743"/>
                  </a:lnTo>
                  <a:lnTo>
                    <a:pt x="5515651" y="1822722"/>
                  </a:lnTo>
                  <a:lnTo>
                    <a:pt x="5450112" y="1846873"/>
                  </a:lnTo>
                  <a:lnTo>
                    <a:pt x="5378848" y="1868544"/>
                  </a:lnTo>
                  <a:lnTo>
                    <a:pt x="5301461" y="1888020"/>
                  </a:lnTo>
                  <a:lnTo>
                    <a:pt x="5217999" y="1905507"/>
                  </a:lnTo>
                  <a:lnTo>
                    <a:pt x="5129159" y="1921134"/>
                  </a:lnTo>
                  <a:lnTo>
                    <a:pt x="5036486" y="1934956"/>
                  </a:lnTo>
                  <a:lnTo>
                    <a:pt x="4942509" y="1946969"/>
                  </a:lnTo>
                  <a:lnTo>
                    <a:pt x="4850714" y="1957131"/>
                  </a:lnTo>
                  <a:lnTo>
                    <a:pt x="4765265" y="1965405"/>
                  </a:lnTo>
                  <a:lnTo>
                    <a:pt x="4690425" y="1971801"/>
                  </a:lnTo>
                  <a:lnTo>
                    <a:pt x="4629763" y="1976410"/>
                  </a:lnTo>
                  <a:lnTo>
                    <a:pt x="4585340" y="1979430"/>
                  </a:lnTo>
                  <a:lnTo>
                    <a:pt x="4557166" y="1981152"/>
                  </a:lnTo>
                  <a:lnTo>
                    <a:pt x="4543042" y="1981932"/>
                  </a:lnTo>
                  <a:lnTo>
                    <a:pt x="4538769" y="1982146"/>
                  </a:lnTo>
                  <a:lnTo>
                    <a:pt x="4538543" y="1982157"/>
                  </a:lnTo>
                  <a:lnTo>
                    <a:pt x="4016409" y="1982157"/>
                  </a:lnTo>
                  <a:lnTo>
                    <a:pt x="4015151" y="1982182"/>
                  </a:lnTo>
                  <a:lnTo>
                    <a:pt x="4006927" y="1982368"/>
                  </a:lnTo>
                  <a:lnTo>
                    <a:pt x="3986359" y="1982880"/>
                  </a:lnTo>
                  <a:lnTo>
                    <a:pt x="3950008" y="1983885"/>
                  </a:lnTo>
                  <a:lnTo>
                    <a:pt x="3896681" y="1985532"/>
                  </a:lnTo>
                  <a:lnTo>
                    <a:pt x="3827493" y="1987931"/>
                  </a:lnTo>
                  <a:lnTo>
                    <a:pt x="3745483" y="1991147"/>
                  </a:lnTo>
                  <a:lnTo>
                    <a:pt x="3654856" y="1995199"/>
                  </a:lnTo>
                  <a:lnTo>
                    <a:pt x="3560088" y="2000078"/>
                  </a:lnTo>
                  <a:lnTo>
                    <a:pt x="3465185" y="2005764"/>
                  </a:lnTo>
                  <a:lnTo>
                    <a:pt x="3373232" y="2012247"/>
                  </a:lnTo>
                  <a:lnTo>
                    <a:pt x="3286261" y="2019538"/>
                  </a:lnTo>
                  <a:lnTo>
                    <a:pt x="3205337" y="2027681"/>
                  </a:lnTo>
                  <a:lnTo>
                    <a:pt x="3130753" y="2036757"/>
                  </a:lnTo>
                  <a:lnTo>
                    <a:pt x="3062247" y="2046878"/>
                  </a:lnTo>
                  <a:lnTo>
                    <a:pt x="2999200" y="2058191"/>
                  </a:lnTo>
                  <a:lnTo>
                    <a:pt x="2940785" y="2070868"/>
                  </a:lnTo>
                  <a:lnTo>
                    <a:pt x="2886084" y="2085093"/>
                  </a:lnTo>
                  <a:lnTo>
                    <a:pt x="2834168" y="2101041"/>
                  </a:lnTo>
                  <a:lnTo>
                    <a:pt x="2784182" y="2118835"/>
                  </a:lnTo>
                  <a:lnTo>
                    <a:pt x="2770117" y="2124277"/>
                  </a:lnTo>
                  <a:lnTo>
                    <a:pt x="2719492" y="2145403"/>
                  </a:lnTo>
                  <a:lnTo>
                    <a:pt x="2669359" y="2168621"/>
                  </a:lnTo>
                  <a:lnTo>
                    <a:pt x="2619226" y="2193963"/>
                  </a:lnTo>
                  <a:lnTo>
                    <a:pt x="2568751" y="2221396"/>
                  </a:lnTo>
                  <a:lnTo>
                    <a:pt x="2517724" y="2250810"/>
                  </a:lnTo>
                  <a:lnTo>
                    <a:pt x="2466051" y="2282015"/>
                  </a:lnTo>
                  <a:lnTo>
                    <a:pt x="2413743" y="2314742"/>
                  </a:lnTo>
                  <a:lnTo>
                    <a:pt x="2360897" y="2348649"/>
                  </a:lnTo>
                  <a:lnTo>
                    <a:pt x="2307678" y="2383331"/>
                  </a:lnTo>
                  <a:lnTo>
                    <a:pt x="2254294" y="2418346"/>
                  </a:lnTo>
                  <a:lnTo>
                    <a:pt x="2200974" y="2453231"/>
                  </a:lnTo>
                  <a:lnTo>
                    <a:pt x="2147941" y="2487531"/>
                  </a:lnTo>
                  <a:lnTo>
                    <a:pt x="2095380" y="2520822"/>
                  </a:lnTo>
                  <a:lnTo>
                    <a:pt x="2043422" y="2552733"/>
                  </a:lnTo>
                  <a:lnTo>
                    <a:pt x="1992117" y="2582961"/>
                  </a:lnTo>
                  <a:lnTo>
                    <a:pt x="1941418" y="2611282"/>
                  </a:lnTo>
                  <a:lnTo>
                    <a:pt x="1891168" y="2637551"/>
                  </a:lnTo>
                  <a:lnTo>
                    <a:pt x="1841087" y="2661701"/>
                  </a:lnTo>
                  <a:lnTo>
                    <a:pt x="1790750" y="2683737"/>
                  </a:lnTo>
                  <a:lnTo>
                    <a:pt x="1768425" y="2692759"/>
                  </a:lnTo>
                  <a:lnTo>
                    <a:pt x="1718854" y="2711090"/>
                  </a:lnTo>
                  <a:lnTo>
                    <a:pt x="1667573" y="2727558"/>
                  </a:lnTo>
                  <a:lnTo>
                    <a:pt x="1613762" y="2742260"/>
                  </a:lnTo>
                  <a:lnTo>
                    <a:pt x="1556507" y="2755362"/>
                  </a:lnTo>
                  <a:lnTo>
                    <a:pt x="1494877" y="2767047"/>
                  </a:lnTo>
                  <a:lnTo>
                    <a:pt x="1428009" y="2777493"/>
                  </a:lnTo>
                  <a:lnTo>
                    <a:pt x="1355211" y="2786855"/>
                  </a:lnTo>
                  <a:lnTo>
                    <a:pt x="1276102" y="2795256"/>
                  </a:lnTo>
                  <a:lnTo>
                    <a:pt x="1190792" y="2802785"/>
                  </a:lnTo>
                  <a:lnTo>
                    <a:pt x="1100104" y="2809497"/>
                  </a:lnTo>
                  <a:lnTo>
                    <a:pt x="1005776" y="2815411"/>
                  </a:lnTo>
                  <a:lnTo>
                    <a:pt x="910595" y="2820523"/>
                  </a:lnTo>
                  <a:lnTo>
                    <a:pt x="818334" y="2824814"/>
                  </a:lnTo>
                  <a:lnTo>
                    <a:pt x="733398" y="2828269"/>
                  </a:lnTo>
                  <a:lnTo>
                    <a:pt x="660159" y="2830897"/>
                  </a:lnTo>
                  <a:lnTo>
                    <a:pt x="602080" y="2832750"/>
                  </a:lnTo>
                  <a:lnTo>
                    <a:pt x="560885" y="2833926"/>
                  </a:lnTo>
                  <a:lnTo>
                    <a:pt x="536055" y="2834562"/>
                  </a:lnTo>
                  <a:lnTo>
                    <a:pt x="524766" y="2834824"/>
                  </a:lnTo>
                  <a:lnTo>
                    <a:pt x="522164" y="2834879"/>
                  </a:lnTo>
                  <a:lnTo>
                    <a:pt x="522133" y="2834879"/>
                  </a:lnTo>
                  <a:lnTo>
                    <a:pt x="0" y="2834879"/>
                  </a:lnTo>
                  <a:lnTo>
                    <a:pt x="0" y="2834879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442" name="pg1442"/>
            <p:cNvSpPr/>
            <p:nvPr/>
          </p:nvSpPr>
          <p:spPr>
            <a:xfrm>
              <a:off x="386606" y="2139917"/>
              <a:ext cx="8554953" cy="2642876"/>
            </a:xfrm>
            <a:custGeom>
              <a:avLst/>
              <a:pathLst>
                <a:path w="8554953" h="2642876">
                  <a:moveTo>
                    <a:pt x="0" y="2642876"/>
                  </a:moveTo>
                  <a:lnTo>
                    <a:pt x="522133" y="2642876"/>
                  </a:lnTo>
                  <a:lnTo>
                    <a:pt x="523391" y="2642850"/>
                  </a:lnTo>
                  <a:lnTo>
                    <a:pt x="531620" y="2642670"/>
                  </a:lnTo>
                  <a:lnTo>
                    <a:pt x="552197" y="2642171"/>
                  </a:lnTo>
                  <a:lnTo>
                    <a:pt x="588564" y="2641192"/>
                  </a:lnTo>
                  <a:lnTo>
                    <a:pt x="641913" y="2639588"/>
                  </a:lnTo>
                  <a:lnTo>
                    <a:pt x="711126" y="2637251"/>
                  </a:lnTo>
                  <a:lnTo>
                    <a:pt x="793161" y="2634119"/>
                  </a:lnTo>
                  <a:lnTo>
                    <a:pt x="883812" y="2630173"/>
                  </a:lnTo>
                  <a:lnTo>
                    <a:pt x="978598" y="2625421"/>
                  </a:lnTo>
                  <a:lnTo>
                    <a:pt x="1073515" y="2619884"/>
                  </a:lnTo>
                  <a:lnTo>
                    <a:pt x="1165476" y="2613570"/>
                  </a:lnTo>
                  <a:lnTo>
                    <a:pt x="1252450" y="2606469"/>
                  </a:lnTo>
                  <a:lnTo>
                    <a:pt x="1333374" y="2598538"/>
                  </a:lnTo>
                  <a:lnTo>
                    <a:pt x="1407957" y="2589700"/>
                  </a:lnTo>
                  <a:lnTo>
                    <a:pt x="1476461" y="2579843"/>
                  </a:lnTo>
                  <a:lnTo>
                    <a:pt x="1539505" y="2568824"/>
                  </a:lnTo>
                  <a:lnTo>
                    <a:pt x="1597918" y="2556477"/>
                  </a:lnTo>
                  <a:lnTo>
                    <a:pt x="1652619" y="2542621"/>
                  </a:lnTo>
                  <a:lnTo>
                    <a:pt x="1704536" y="2527088"/>
                  </a:lnTo>
                  <a:lnTo>
                    <a:pt x="1754526" y="2509756"/>
                  </a:lnTo>
                  <a:lnTo>
                    <a:pt x="1768425" y="2504520"/>
                  </a:lnTo>
                  <a:lnTo>
                    <a:pt x="1819212" y="2483884"/>
                  </a:lnTo>
                  <a:lnTo>
                    <a:pt x="1869504" y="2461199"/>
                  </a:lnTo>
                  <a:lnTo>
                    <a:pt x="1919800" y="2436432"/>
                  </a:lnTo>
                  <a:lnTo>
                    <a:pt x="1970442" y="2409618"/>
                  </a:lnTo>
                  <a:lnTo>
                    <a:pt x="2021642" y="2380864"/>
                  </a:lnTo>
                  <a:lnTo>
                    <a:pt x="2073492" y="2350360"/>
                  </a:lnTo>
                  <a:lnTo>
                    <a:pt x="2125981" y="2318370"/>
                  </a:lnTo>
                  <a:lnTo>
                    <a:pt x="2179007" y="2285233"/>
                  </a:lnTo>
                  <a:lnTo>
                    <a:pt x="2232405" y="2251346"/>
                  </a:lnTo>
                  <a:lnTo>
                    <a:pt x="2285962" y="2217146"/>
                  </a:lnTo>
                  <a:lnTo>
                    <a:pt x="2339446" y="2183089"/>
                  </a:lnTo>
                  <a:lnTo>
                    <a:pt x="2392635" y="2149620"/>
                  </a:lnTo>
                  <a:lnTo>
                    <a:pt x="2445342" y="2117154"/>
                  </a:lnTo>
                  <a:lnTo>
                    <a:pt x="2497439" y="2086055"/>
                  </a:lnTo>
                  <a:lnTo>
                    <a:pt x="2548879" y="2056615"/>
                  </a:lnTo>
                  <a:lnTo>
                    <a:pt x="2599714" y="2029053"/>
                  </a:lnTo>
                  <a:lnTo>
                    <a:pt x="2650108" y="2003506"/>
                  </a:lnTo>
                  <a:lnTo>
                    <a:pt x="2700351" y="1980037"/>
                  </a:lnTo>
                  <a:lnTo>
                    <a:pt x="2750883" y="1958637"/>
                  </a:lnTo>
                  <a:lnTo>
                    <a:pt x="2770117" y="1951097"/>
                  </a:lnTo>
                  <a:lnTo>
                    <a:pt x="2819697" y="1933249"/>
                  </a:lnTo>
                  <a:lnTo>
                    <a:pt x="2870987" y="1917215"/>
                  </a:lnTo>
                  <a:lnTo>
                    <a:pt x="2924808" y="1902901"/>
                  </a:lnTo>
                  <a:lnTo>
                    <a:pt x="2982075" y="1890145"/>
                  </a:lnTo>
                  <a:lnTo>
                    <a:pt x="3043719" y="1878768"/>
                  </a:lnTo>
                  <a:lnTo>
                    <a:pt x="3110603" y="1868598"/>
                  </a:lnTo>
                  <a:lnTo>
                    <a:pt x="3183420" y="1859484"/>
                  </a:lnTo>
                  <a:lnTo>
                    <a:pt x="3262551" y="1851305"/>
                  </a:lnTo>
                  <a:lnTo>
                    <a:pt x="3347883" y="1843975"/>
                  </a:lnTo>
                  <a:lnTo>
                    <a:pt x="3438594" y="1837441"/>
                  </a:lnTo>
                  <a:lnTo>
                    <a:pt x="3532942" y="1831684"/>
                  </a:lnTo>
                  <a:lnTo>
                    <a:pt x="3628137" y="1826708"/>
                  </a:lnTo>
                  <a:lnTo>
                    <a:pt x="3720404" y="1822532"/>
                  </a:lnTo>
                  <a:lnTo>
                    <a:pt x="3805332" y="1819170"/>
                  </a:lnTo>
                  <a:lnTo>
                    <a:pt x="3878549" y="1816613"/>
                  </a:lnTo>
                  <a:lnTo>
                    <a:pt x="3936596" y="1814810"/>
                  </a:lnTo>
                  <a:lnTo>
                    <a:pt x="3977750" y="1813667"/>
                  </a:lnTo>
                  <a:lnTo>
                    <a:pt x="4002540" y="1813049"/>
                  </a:lnTo>
                  <a:lnTo>
                    <a:pt x="4013795" y="1812795"/>
                  </a:lnTo>
                  <a:lnTo>
                    <a:pt x="4016409" y="1812741"/>
                  </a:lnTo>
                  <a:lnTo>
                    <a:pt x="4538543" y="1812741"/>
                  </a:lnTo>
                  <a:lnTo>
                    <a:pt x="4539761" y="1812688"/>
                  </a:lnTo>
                  <a:lnTo>
                    <a:pt x="4547731" y="1812309"/>
                  </a:lnTo>
                  <a:lnTo>
                    <a:pt x="4567684" y="1811259"/>
                  </a:lnTo>
                  <a:lnTo>
                    <a:pt x="4603006" y="1809197"/>
                  </a:lnTo>
                  <a:lnTo>
                    <a:pt x="4654937" y="1805817"/>
                  </a:lnTo>
                  <a:lnTo>
                    <a:pt x="4722502" y="1800888"/>
                  </a:lnTo>
                  <a:lnTo>
                    <a:pt x="4802851" y="1794271"/>
                  </a:lnTo>
                  <a:lnTo>
                    <a:pt x="4891966" y="1785921"/>
                  </a:lnTo>
                  <a:lnTo>
                    <a:pt x="4985502" y="1775853"/>
                  </a:lnTo>
                  <a:lnTo>
                    <a:pt x="5079520" y="1764108"/>
                  </a:lnTo>
                  <a:lnTo>
                    <a:pt x="5170928" y="1750711"/>
                  </a:lnTo>
                  <a:lnTo>
                    <a:pt x="5257645" y="1735644"/>
                  </a:lnTo>
                  <a:lnTo>
                    <a:pt x="5338534" y="1718826"/>
                  </a:lnTo>
                  <a:lnTo>
                    <a:pt x="5413222" y="1700104"/>
                  </a:lnTo>
                  <a:lnTo>
                    <a:pt x="5481897" y="1679255"/>
                  </a:lnTo>
                  <a:lnTo>
                    <a:pt x="5545116" y="1655988"/>
                  </a:lnTo>
                  <a:lnTo>
                    <a:pt x="5603651" y="1629958"/>
                  </a:lnTo>
                  <a:lnTo>
                    <a:pt x="5658384" y="1600789"/>
                  </a:lnTo>
                  <a:lnTo>
                    <a:pt x="5710218" y="1568115"/>
                  </a:lnTo>
                  <a:lnTo>
                    <a:pt x="5759999" y="1531652"/>
                  </a:lnTo>
                  <a:lnTo>
                    <a:pt x="5784835" y="1511559"/>
                  </a:lnTo>
                  <a:lnTo>
                    <a:pt x="5828285" y="1473441"/>
                  </a:lnTo>
                  <a:lnTo>
                    <a:pt x="5871313" y="1432078"/>
                  </a:lnTo>
                  <a:lnTo>
                    <a:pt x="5914252" y="1387407"/>
                  </a:lnTo>
                  <a:lnTo>
                    <a:pt x="5957351" y="1339439"/>
                  </a:lnTo>
                  <a:lnTo>
                    <a:pt x="6000781" y="1288271"/>
                  </a:lnTo>
                  <a:lnTo>
                    <a:pt x="6044647" y="1234086"/>
                  </a:lnTo>
                  <a:lnTo>
                    <a:pt x="6088991" y="1177161"/>
                  </a:lnTo>
                  <a:lnTo>
                    <a:pt x="6133805" y="1117863"/>
                  </a:lnTo>
                  <a:lnTo>
                    <a:pt x="6179028" y="1056645"/>
                  </a:lnTo>
                  <a:lnTo>
                    <a:pt x="6224565" y="994029"/>
                  </a:lnTo>
                  <a:lnTo>
                    <a:pt x="6270292" y="930594"/>
                  </a:lnTo>
                  <a:lnTo>
                    <a:pt x="6316068" y="866951"/>
                  </a:lnTo>
                  <a:lnTo>
                    <a:pt x="6361748" y="803718"/>
                  </a:lnTo>
                  <a:lnTo>
                    <a:pt x="6407195" y="741499"/>
                  </a:lnTo>
                  <a:lnTo>
                    <a:pt x="6452293" y="680856"/>
                  </a:lnTo>
                  <a:lnTo>
                    <a:pt x="6496957" y="622289"/>
                  </a:lnTo>
                  <a:lnTo>
                    <a:pt x="6541144" y="566226"/>
                  </a:lnTo>
                  <a:lnTo>
                    <a:pt x="6584859" y="513004"/>
                  </a:lnTo>
                  <a:lnTo>
                    <a:pt x="6628165" y="462869"/>
                  </a:lnTo>
                  <a:lnTo>
                    <a:pt x="6671190" y="415976"/>
                  </a:lnTo>
                  <a:lnTo>
                    <a:pt x="6714127" y="372391"/>
                  </a:lnTo>
                  <a:lnTo>
                    <a:pt x="6757252" y="332101"/>
                  </a:lnTo>
                  <a:lnTo>
                    <a:pt x="6786527" y="306829"/>
                  </a:lnTo>
                  <a:lnTo>
                    <a:pt x="6835550" y="268383"/>
                  </a:lnTo>
                  <a:lnTo>
                    <a:pt x="6886238" y="233803"/>
                  </a:lnTo>
                  <a:lnTo>
                    <a:pt x="6939381" y="202889"/>
                  </a:lnTo>
                  <a:lnTo>
                    <a:pt x="6995864" y="175306"/>
                  </a:lnTo>
                  <a:lnTo>
                    <a:pt x="7056588" y="150676"/>
                  </a:lnTo>
                  <a:lnTo>
                    <a:pt x="7122395" y="128634"/>
                  </a:lnTo>
                  <a:lnTo>
                    <a:pt x="7193966" y="108860"/>
                  </a:lnTo>
                  <a:lnTo>
                    <a:pt x="7271699" y="91094"/>
                  </a:lnTo>
                  <a:lnTo>
                    <a:pt x="7355533" y="75149"/>
                  </a:lnTo>
                  <a:lnTo>
                    <a:pt x="7444747" y="60906"/>
                  </a:lnTo>
                  <a:lnTo>
                    <a:pt x="7537756" y="48317"/>
                  </a:lnTo>
                  <a:lnTo>
                    <a:pt x="7631984" y="37389"/>
                  </a:lnTo>
                  <a:lnTo>
                    <a:pt x="7723885" y="28158"/>
                  </a:lnTo>
                  <a:lnTo>
                    <a:pt x="7809247" y="20659"/>
                  </a:lnTo>
                  <a:lnTo>
                    <a:pt x="7883780" y="14880"/>
                  </a:lnTo>
                  <a:lnTo>
                    <a:pt x="7943937" y="10733"/>
                  </a:lnTo>
                  <a:lnTo>
                    <a:pt x="7987716" y="8034"/>
                  </a:lnTo>
                  <a:lnTo>
                    <a:pt x="8015213" y="6509"/>
                  </a:lnTo>
                  <a:lnTo>
                    <a:pt x="8028749" y="5831"/>
                  </a:lnTo>
                  <a:lnTo>
                    <a:pt x="8032653" y="5654"/>
                  </a:lnTo>
                  <a:lnTo>
                    <a:pt x="8032819" y="5647"/>
                  </a:lnTo>
                  <a:lnTo>
                    <a:pt x="8554953" y="5647"/>
                  </a:lnTo>
                  <a:lnTo>
                    <a:pt x="8554953" y="0"/>
                  </a:lnTo>
                  <a:lnTo>
                    <a:pt x="8032819" y="0"/>
                  </a:lnTo>
                  <a:lnTo>
                    <a:pt x="8031601" y="53"/>
                  </a:lnTo>
                  <a:lnTo>
                    <a:pt x="8023631" y="432"/>
                  </a:lnTo>
                  <a:lnTo>
                    <a:pt x="8003678" y="1482"/>
                  </a:lnTo>
                  <a:lnTo>
                    <a:pt x="7968356" y="3544"/>
                  </a:lnTo>
                  <a:lnTo>
                    <a:pt x="7916425" y="6924"/>
                  </a:lnTo>
                  <a:lnTo>
                    <a:pt x="7848860" y="11853"/>
                  </a:lnTo>
                  <a:lnTo>
                    <a:pt x="7768511" y="18469"/>
                  </a:lnTo>
                  <a:lnTo>
                    <a:pt x="7679396" y="26820"/>
                  </a:lnTo>
                  <a:lnTo>
                    <a:pt x="7585860" y="36888"/>
                  </a:lnTo>
                  <a:lnTo>
                    <a:pt x="7491842" y="48633"/>
                  </a:lnTo>
                  <a:lnTo>
                    <a:pt x="7400434" y="62030"/>
                  </a:lnTo>
                  <a:lnTo>
                    <a:pt x="7313717" y="77097"/>
                  </a:lnTo>
                  <a:lnTo>
                    <a:pt x="7232828" y="93915"/>
                  </a:lnTo>
                  <a:lnTo>
                    <a:pt x="7158140" y="112637"/>
                  </a:lnTo>
                  <a:lnTo>
                    <a:pt x="7089464" y="133486"/>
                  </a:lnTo>
                  <a:lnTo>
                    <a:pt x="7026246" y="156753"/>
                  </a:lnTo>
                  <a:lnTo>
                    <a:pt x="6967711" y="182783"/>
                  </a:lnTo>
                  <a:lnTo>
                    <a:pt x="6912978" y="211952"/>
                  </a:lnTo>
                  <a:lnTo>
                    <a:pt x="6861144" y="244626"/>
                  </a:lnTo>
                  <a:lnTo>
                    <a:pt x="6811363" y="281089"/>
                  </a:lnTo>
                  <a:lnTo>
                    <a:pt x="6786527" y="301182"/>
                  </a:lnTo>
                  <a:lnTo>
                    <a:pt x="6743077" y="339299"/>
                  </a:lnTo>
                  <a:lnTo>
                    <a:pt x="6700049" y="380663"/>
                  </a:lnTo>
                  <a:lnTo>
                    <a:pt x="6657110" y="425334"/>
                  </a:lnTo>
                  <a:lnTo>
                    <a:pt x="6614011" y="473301"/>
                  </a:lnTo>
                  <a:lnTo>
                    <a:pt x="6570581" y="524470"/>
                  </a:lnTo>
                  <a:lnTo>
                    <a:pt x="6526715" y="578655"/>
                  </a:lnTo>
                  <a:lnTo>
                    <a:pt x="6482370" y="635580"/>
                  </a:lnTo>
                  <a:lnTo>
                    <a:pt x="6437557" y="694878"/>
                  </a:lnTo>
                  <a:lnTo>
                    <a:pt x="6392334" y="756096"/>
                  </a:lnTo>
                  <a:lnTo>
                    <a:pt x="6346797" y="818712"/>
                  </a:lnTo>
                  <a:lnTo>
                    <a:pt x="6301070" y="882147"/>
                  </a:lnTo>
                  <a:lnTo>
                    <a:pt x="6255294" y="945790"/>
                  </a:lnTo>
                  <a:lnTo>
                    <a:pt x="6209614" y="1009022"/>
                  </a:lnTo>
                  <a:lnTo>
                    <a:pt x="6164167" y="1071242"/>
                  </a:lnTo>
                  <a:lnTo>
                    <a:pt x="6119069" y="1131885"/>
                  </a:lnTo>
                  <a:lnTo>
                    <a:pt x="6074405" y="1190451"/>
                  </a:lnTo>
                  <a:lnTo>
                    <a:pt x="6030218" y="1246515"/>
                  </a:lnTo>
                  <a:lnTo>
                    <a:pt x="5986503" y="1299737"/>
                  </a:lnTo>
                  <a:lnTo>
                    <a:pt x="5943196" y="1349872"/>
                  </a:lnTo>
                  <a:lnTo>
                    <a:pt x="5900172" y="1396765"/>
                  </a:lnTo>
                  <a:lnTo>
                    <a:pt x="5857235" y="1440350"/>
                  </a:lnTo>
                  <a:lnTo>
                    <a:pt x="5814110" y="1480640"/>
                  </a:lnTo>
                  <a:lnTo>
                    <a:pt x="5784835" y="1505912"/>
                  </a:lnTo>
                  <a:lnTo>
                    <a:pt x="5735812" y="1544358"/>
                  </a:lnTo>
                  <a:lnTo>
                    <a:pt x="5685124" y="1578938"/>
                  </a:lnTo>
                  <a:lnTo>
                    <a:pt x="5631981" y="1609851"/>
                  </a:lnTo>
                  <a:lnTo>
                    <a:pt x="5575498" y="1637435"/>
                  </a:lnTo>
                  <a:lnTo>
                    <a:pt x="5514773" y="1662065"/>
                  </a:lnTo>
                  <a:lnTo>
                    <a:pt x="5448967" y="1684107"/>
                  </a:lnTo>
                  <a:lnTo>
                    <a:pt x="5377396" y="1703881"/>
                  </a:lnTo>
                  <a:lnTo>
                    <a:pt x="5299663" y="1721647"/>
                  </a:lnTo>
                  <a:lnTo>
                    <a:pt x="5215829" y="1737592"/>
                  </a:lnTo>
                  <a:lnTo>
                    <a:pt x="5126615" y="1751835"/>
                  </a:lnTo>
                  <a:lnTo>
                    <a:pt x="5033605" y="1764424"/>
                  </a:lnTo>
                  <a:lnTo>
                    <a:pt x="4939378" y="1775352"/>
                  </a:lnTo>
                  <a:lnTo>
                    <a:pt x="4847477" y="1784583"/>
                  </a:lnTo>
                  <a:lnTo>
                    <a:pt x="4762115" y="1792082"/>
                  </a:lnTo>
                  <a:lnTo>
                    <a:pt x="4687581" y="1797861"/>
                  </a:lnTo>
                  <a:lnTo>
                    <a:pt x="4627425" y="1802008"/>
                  </a:lnTo>
                  <a:lnTo>
                    <a:pt x="4583646" y="1804707"/>
                  </a:lnTo>
                  <a:lnTo>
                    <a:pt x="4556149" y="1806232"/>
                  </a:lnTo>
                  <a:lnTo>
                    <a:pt x="4542613" y="1806910"/>
                  </a:lnTo>
                  <a:lnTo>
                    <a:pt x="4538709" y="1807087"/>
                  </a:lnTo>
                  <a:lnTo>
                    <a:pt x="4538543" y="1807094"/>
                  </a:lnTo>
                  <a:lnTo>
                    <a:pt x="4016409" y="1807094"/>
                  </a:lnTo>
                  <a:lnTo>
                    <a:pt x="4015151" y="1807120"/>
                  </a:lnTo>
                  <a:lnTo>
                    <a:pt x="4006922" y="1807300"/>
                  </a:lnTo>
                  <a:lnTo>
                    <a:pt x="3986345" y="1807799"/>
                  </a:lnTo>
                  <a:lnTo>
                    <a:pt x="3949978" y="1808778"/>
                  </a:lnTo>
                  <a:lnTo>
                    <a:pt x="3896629" y="1810382"/>
                  </a:lnTo>
                  <a:lnTo>
                    <a:pt x="3827416" y="1812719"/>
                  </a:lnTo>
                  <a:lnTo>
                    <a:pt x="3745381" y="1815851"/>
                  </a:lnTo>
                  <a:lnTo>
                    <a:pt x="3654730" y="1819797"/>
                  </a:lnTo>
                  <a:lnTo>
                    <a:pt x="3559944" y="1824549"/>
                  </a:lnTo>
                  <a:lnTo>
                    <a:pt x="3465027" y="1830086"/>
                  </a:lnTo>
                  <a:lnTo>
                    <a:pt x="3373066" y="1836400"/>
                  </a:lnTo>
                  <a:lnTo>
                    <a:pt x="3286092" y="1843500"/>
                  </a:lnTo>
                  <a:lnTo>
                    <a:pt x="3205168" y="1851431"/>
                  </a:lnTo>
                  <a:lnTo>
                    <a:pt x="3130585" y="1860270"/>
                  </a:lnTo>
                  <a:lnTo>
                    <a:pt x="3062082" y="1870127"/>
                  </a:lnTo>
                  <a:lnTo>
                    <a:pt x="2999037" y="1881146"/>
                  </a:lnTo>
                  <a:lnTo>
                    <a:pt x="2940624" y="1893493"/>
                  </a:lnTo>
                  <a:lnTo>
                    <a:pt x="2885923" y="1907349"/>
                  </a:lnTo>
                  <a:lnTo>
                    <a:pt x="2834006" y="1922882"/>
                  </a:lnTo>
                  <a:lnTo>
                    <a:pt x="2784016" y="1940213"/>
                  </a:lnTo>
                  <a:lnTo>
                    <a:pt x="2770117" y="1945450"/>
                  </a:lnTo>
                  <a:lnTo>
                    <a:pt x="2719330" y="1966085"/>
                  </a:lnTo>
                  <a:lnTo>
                    <a:pt x="2669038" y="1988771"/>
                  </a:lnTo>
                  <a:lnTo>
                    <a:pt x="2618743" y="2013538"/>
                  </a:lnTo>
                  <a:lnTo>
                    <a:pt x="2568100" y="2040352"/>
                  </a:lnTo>
                  <a:lnTo>
                    <a:pt x="2516900" y="2069105"/>
                  </a:lnTo>
                  <a:lnTo>
                    <a:pt x="2465050" y="2099610"/>
                  </a:lnTo>
                  <a:lnTo>
                    <a:pt x="2412562" y="2131600"/>
                  </a:lnTo>
                  <a:lnTo>
                    <a:pt x="2359535" y="2164737"/>
                  </a:lnTo>
                  <a:lnTo>
                    <a:pt x="2306137" y="2198624"/>
                  </a:lnTo>
                  <a:lnTo>
                    <a:pt x="2252580" y="2232824"/>
                  </a:lnTo>
                  <a:lnTo>
                    <a:pt x="2199096" y="2266881"/>
                  </a:lnTo>
                  <a:lnTo>
                    <a:pt x="2145907" y="2300350"/>
                  </a:lnTo>
                  <a:lnTo>
                    <a:pt x="2093200" y="2332816"/>
                  </a:lnTo>
                  <a:lnTo>
                    <a:pt x="2041103" y="2363915"/>
                  </a:lnTo>
                  <a:lnTo>
                    <a:pt x="1989663" y="2393355"/>
                  </a:lnTo>
                  <a:lnTo>
                    <a:pt x="1938828" y="2420917"/>
                  </a:lnTo>
                  <a:lnTo>
                    <a:pt x="1888435" y="2446463"/>
                  </a:lnTo>
                  <a:lnTo>
                    <a:pt x="1838191" y="2469933"/>
                  </a:lnTo>
                  <a:lnTo>
                    <a:pt x="1787659" y="2491333"/>
                  </a:lnTo>
                  <a:lnTo>
                    <a:pt x="1768425" y="2498873"/>
                  </a:lnTo>
                  <a:lnTo>
                    <a:pt x="1718845" y="2516721"/>
                  </a:lnTo>
                  <a:lnTo>
                    <a:pt x="1667555" y="2532755"/>
                  </a:lnTo>
                  <a:lnTo>
                    <a:pt x="1613734" y="2547069"/>
                  </a:lnTo>
                  <a:lnTo>
                    <a:pt x="1556467" y="2559825"/>
                  </a:lnTo>
                  <a:lnTo>
                    <a:pt x="1494823" y="2571202"/>
                  </a:lnTo>
                  <a:lnTo>
                    <a:pt x="1427939" y="2581372"/>
                  </a:lnTo>
                  <a:lnTo>
                    <a:pt x="1355122" y="2590486"/>
                  </a:lnTo>
                  <a:lnTo>
                    <a:pt x="1275991" y="2598665"/>
                  </a:lnTo>
                  <a:lnTo>
                    <a:pt x="1190659" y="2605995"/>
                  </a:lnTo>
                  <a:lnTo>
                    <a:pt x="1099948" y="2612528"/>
                  </a:lnTo>
                  <a:lnTo>
                    <a:pt x="1005600" y="2618286"/>
                  </a:lnTo>
                  <a:lnTo>
                    <a:pt x="910405" y="2623262"/>
                  </a:lnTo>
                  <a:lnTo>
                    <a:pt x="818139" y="2627438"/>
                  </a:lnTo>
                  <a:lnTo>
                    <a:pt x="733210" y="2630800"/>
                  </a:lnTo>
                  <a:lnTo>
                    <a:pt x="659993" y="2633357"/>
                  </a:lnTo>
                  <a:lnTo>
                    <a:pt x="601947" y="2635159"/>
                  </a:lnTo>
                  <a:lnTo>
                    <a:pt x="560792" y="2636302"/>
                  </a:lnTo>
                  <a:lnTo>
                    <a:pt x="536002" y="2636921"/>
                  </a:lnTo>
                  <a:lnTo>
                    <a:pt x="524747" y="2637175"/>
                  </a:lnTo>
                  <a:lnTo>
                    <a:pt x="522133" y="2637228"/>
                  </a:lnTo>
                  <a:lnTo>
                    <a:pt x="0" y="2637228"/>
                  </a:lnTo>
                  <a:close/>
                </a:path>
              </a:pathLst>
            </a:custGeom>
            <a:solidFill>
              <a:srgbClr val="E78AC3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1443" name="pl1443"/>
            <p:cNvSpPr/>
            <p:nvPr/>
          </p:nvSpPr>
          <p:spPr>
            <a:xfrm>
              <a:off x="386606" y="2145564"/>
              <a:ext cx="8554953" cy="2637228"/>
            </a:xfrm>
            <a:custGeom>
              <a:avLst/>
              <a:pathLst>
                <a:path w="8554953" h="2637228">
                  <a:moveTo>
                    <a:pt x="0" y="2637228"/>
                  </a:moveTo>
                  <a:lnTo>
                    <a:pt x="522133" y="2637228"/>
                  </a:lnTo>
                  <a:lnTo>
                    <a:pt x="523391" y="2637203"/>
                  </a:lnTo>
                  <a:lnTo>
                    <a:pt x="531620" y="2637023"/>
                  </a:lnTo>
                  <a:lnTo>
                    <a:pt x="552197" y="2636524"/>
                  </a:lnTo>
                  <a:lnTo>
                    <a:pt x="588564" y="2635545"/>
                  </a:lnTo>
                  <a:lnTo>
                    <a:pt x="641913" y="2633940"/>
                  </a:lnTo>
                  <a:lnTo>
                    <a:pt x="711126" y="2631604"/>
                  </a:lnTo>
                  <a:lnTo>
                    <a:pt x="793161" y="2628472"/>
                  </a:lnTo>
                  <a:lnTo>
                    <a:pt x="883812" y="2624526"/>
                  </a:lnTo>
                  <a:lnTo>
                    <a:pt x="978598" y="2619774"/>
                  </a:lnTo>
                  <a:lnTo>
                    <a:pt x="1073515" y="2614236"/>
                  </a:lnTo>
                  <a:lnTo>
                    <a:pt x="1165476" y="2607923"/>
                  </a:lnTo>
                  <a:lnTo>
                    <a:pt x="1252450" y="2600822"/>
                  </a:lnTo>
                  <a:lnTo>
                    <a:pt x="1333374" y="2592891"/>
                  </a:lnTo>
                  <a:lnTo>
                    <a:pt x="1407957" y="2584053"/>
                  </a:lnTo>
                  <a:lnTo>
                    <a:pt x="1476461" y="2574196"/>
                  </a:lnTo>
                  <a:lnTo>
                    <a:pt x="1539505" y="2563177"/>
                  </a:lnTo>
                  <a:lnTo>
                    <a:pt x="1597918" y="2550830"/>
                  </a:lnTo>
                  <a:lnTo>
                    <a:pt x="1652619" y="2536974"/>
                  </a:lnTo>
                  <a:lnTo>
                    <a:pt x="1704536" y="2521441"/>
                  </a:lnTo>
                  <a:lnTo>
                    <a:pt x="1754526" y="2504109"/>
                  </a:lnTo>
                  <a:lnTo>
                    <a:pt x="1768425" y="2498873"/>
                  </a:lnTo>
                  <a:lnTo>
                    <a:pt x="1819212" y="2478237"/>
                  </a:lnTo>
                  <a:lnTo>
                    <a:pt x="1869504" y="2455552"/>
                  </a:lnTo>
                  <a:lnTo>
                    <a:pt x="1919800" y="2430785"/>
                  </a:lnTo>
                  <a:lnTo>
                    <a:pt x="1970442" y="2403971"/>
                  </a:lnTo>
                  <a:lnTo>
                    <a:pt x="2021642" y="2375217"/>
                  </a:lnTo>
                  <a:lnTo>
                    <a:pt x="2073492" y="2344712"/>
                  </a:lnTo>
                  <a:lnTo>
                    <a:pt x="2125981" y="2312723"/>
                  </a:lnTo>
                  <a:lnTo>
                    <a:pt x="2179007" y="2279585"/>
                  </a:lnTo>
                  <a:lnTo>
                    <a:pt x="2232405" y="2245699"/>
                  </a:lnTo>
                  <a:lnTo>
                    <a:pt x="2285962" y="2211499"/>
                  </a:lnTo>
                  <a:lnTo>
                    <a:pt x="2339446" y="2177441"/>
                  </a:lnTo>
                  <a:lnTo>
                    <a:pt x="2392635" y="2143973"/>
                  </a:lnTo>
                  <a:lnTo>
                    <a:pt x="2445342" y="2111507"/>
                  </a:lnTo>
                  <a:lnTo>
                    <a:pt x="2497439" y="2080407"/>
                  </a:lnTo>
                  <a:lnTo>
                    <a:pt x="2548879" y="2050968"/>
                  </a:lnTo>
                  <a:lnTo>
                    <a:pt x="2599714" y="2023406"/>
                  </a:lnTo>
                  <a:lnTo>
                    <a:pt x="2650108" y="1997859"/>
                  </a:lnTo>
                  <a:lnTo>
                    <a:pt x="2700351" y="1974390"/>
                  </a:lnTo>
                  <a:lnTo>
                    <a:pt x="2750883" y="1952990"/>
                  </a:lnTo>
                  <a:lnTo>
                    <a:pt x="2770117" y="1945450"/>
                  </a:lnTo>
                  <a:lnTo>
                    <a:pt x="2819697" y="1927601"/>
                  </a:lnTo>
                  <a:lnTo>
                    <a:pt x="2870987" y="1911568"/>
                  </a:lnTo>
                  <a:lnTo>
                    <a:pt x="2924808" y="1897253"/>
                  </a:lnTo>
                  <a:lnTo>
                    <a:pt x="2982075" y="1884498"/>
                  </a:lnTo>
                  <a:lnTo>
                    <a:pt x="3043719" y="1873121"/>
                  </a:lnTo>
                  <a:lnTo>
                    <a:pt x="3110603" y="1862951"/>
                  </a:lnTo>
                  <a:lnTo>
                    <a:pt x="3183420" y="1853837"/>
                  </a:lnTo>
                  <a:lnTo>
                    <a:pt x="3262551" y="1845658"/>
                  </a:lnTo>
                  <a:lnTo>
                    <a:pt x="3347883" y="1838328"/>
                  </a:lnTo>
                  <a:lnTo>
                    <a:pt x="3438594" y="1831794"/>
                  </a:lnTo>
                  <a:lnTo>
                    <a:pt x="3532942" y="1826037"/>
                  </a:lnTo>
                  <a:lnTo>
                    <a:pt x="3628137" y="1821061"/>
                  </a:lnTo>
                  <a:lnTo>
                    <a:pt x="3720404" y="1816885"/>
                  </a:lnTo>
                  <a:lnTo>
                    <a:pt x="3805332" y="1813523"/>
                  </a:lnTo>
                  <a:lnTo>
                    <a:pt x="3878549" y="1810966"/>
                  </a:lnTo>
                  <a:lnTo>
                    <a:pt x="3936596" y="1809163"/>
                  </a:lnTo>
                  <a:lnTo>
                    <a:pt x="3977750" y="1808020"/>
                  </a:lnTo>
                  <a:lnTo>
                    <a:pt x="4002540" y="1807402"/>
                  </a:lnTo>
                  <a:lnTo>
                    <a:pt x="4013795" y="1807148"/>
                  </a:lnTo>
                  <a:lnTo>
                    <a:pt x="4016380" y="1807095"/>
                  </a:lnTo>
                  <a:lnTo>
                    <a:pt x="4016409" y="1807094"/>
                  </a:lnTo>
                  <a:lnTo>
                    <a:pt x="4538543" y="1807094"/>
                  </a:lnTo>
                  <a:lnTo>
                    <a:pt x="4539761" y="1807041"/>
                  </a:lnTo>
                  <a:lnTo>
                    <a:pt x="4547731" y="1806661"/>
                  </a:lnTo>
                  <a:lnTo>
                    <a:pt x="4567684" y="1805612"/>
                  </a:lnTo>
                  <a:lnTo>
                    <a:pt x="4603006" y="1803550"/>
                  </a:lnTo>
                  <a:lnTo>
                    <a:pt x="4654937" y="1800170"/>
                  </a:lnTo>
                  <a:lnTo>
                    <a:pt x="4722502" y="1795241"/>
                  </a:lnTo>
                  <a:lnTo>
                    <a:pt x="4802851" y="1788624"/>
                  </a:lnTo>
                  <a:lnTo>
                    <a:pt x="4891966" y="1780274"/>
                  </a:lnTo>
                  <a:lnTo>
                    <a:pt x="4985502" y="1770206"/>
                  </a:lnTo>
                  <a:lnTo>
                    <a:pt x="5079520" y="1758461"/>
                  </a:lnTo>
                  <a:lnTo>
                    <a:pt x="5170928" y="1745064"/>
                  </a:lnTo>
                  <a:lnTo>
                    <a:pt x="5257645" y="1729997"/>
                  </a:lnTo>
                  <a:lnTo>
                    <a:pt x="5338534" y="1713178"/>
                  </a:lnTo>
                  <a:lnTo>
                    <a:pt x="5413222" y="1694457"/>
                  </a:lnTo>
                  <a:lnTo>
                    <a:pt x="5481897" y="1673608"/>
                  </a:lnTo>
                  <a:lnTo>
                    <a:pt x="5545116" y="1650340"/>
                  </a:lnTo>
                  <a:lnTo>
                    <a:pt x="5603651" y="1624311"/>
                  </a:lnTo>
                  <a:lnTo>
                    <a:pt x="5658384" y="1595142"/>
                  </a:lnTo>
                  <a:lnTo>
                    <a:pt x="5710218" y="1562467"/>
                  </a:lnTo>
                  <a:lnTo>
                    <a:pt x="5759999" y="1526004"/>
                  </a:lnTo>
                  <a:lnTo>
                    <a:pt x="5784835" y="1505912"/>
                  </a:lnTo>
                  <a:lnTo>
                    <a:pt x="5828285" y="1467794"/>
                  </a:lnTo>
                  <a:lnTo>
                    <a:pt x="5871313" y="1426431"/>
                  </a:lnTo>
                  <a:lnTo>
                    <a:pt x="5914252" y="1381759"/>
                  </a:lnTo>
                  <a:lnTo>
                    <a:pt x="5957351" y="1333792"/>
                  </a:lnTo>
                  <a:lnTo>
                    <a:pt x="6000781" y="1282624"/>
                  </a:lnTo>
                  <a:lnTo>
                    <a:pt x="6044647" y="1228439"/>
                  </a:lnTo>
                  <a:lnTo>
                    <a:pt x="6088991" y="1171514"/>
                  </a:lnTo>
                  <a:lnTo>
                    <a:pt x="6133805" y="1112216"/>
                  </a:lnTo>
                  <a:lnTo>
                    <a:pt x="6179028" y="1050997"/>
                  </a:lnTo>
                  <a:lnTo>
                    <a:pt x="6224565" y="988382"/>
                  </a:lnTo>
                  <a:lnTo>
                    <a:pt x="6270292" y="924947"/>
                  </a:lnTo>
                  <a:lnTo>
                    <a:pt x="6316068" y="861304"/>
                  </a:lnTo>
                  <a:lnTo>
                    <a:pt x="6361748" y="798071"/>
                  </a:lnTo>
                  <a:lnTo>
                    <a:pt x="6407195" y="735852"/>
                  </a:lnTo>
                  <a:lnTo>
                    <a:pt x="6452293" y="675208"/>
                  </a:lnTo>
                  <a:lnTo>
                    <a:pt x="6496957" y="616642"/>
                  </a:lnTo>
                  <a:lnTo>
                    <a:pt x="6541144" y="560579"/>
                  </a:lnTo>
                  <a:lnTo>
                    <a:pt x="6584859" y="507357"/>
                  </a:lnTo>
                  <a:lnTo>
                    <a:pt x="6628165" y="457222"/>
                  </a:lnTo>
                  <a:lnTo>
                    <a:pt x="6671190" y="410329"/>
                  </a:lnTo>
                  <a:lnTo>
                    <a:pt x="6714127" y="366744"/>
                  </a:lnTo>
                  <a:lnTo>
                    <a:pt x="6757252" y="326454"/>
                  </a:lnTo>
                  <a:lnTo>
                    <a:pt x="6786527" y="301182"/>
                  </a:lnTo>
                  <a:lnTo>
                    <a:pt x="6835550" y="262736"/>
                  </a:lnTo>
                  <a:lnTo>
                    <a:pt x="6886238" y="228156"/>
                  </a:lnTo>
                  <a:lnTo>
                    <a:pt x="6939381" y="197242"/>
                  </a:lnTo>
                  <a:lnTo>
                    <a:pt x="6995864" y="169659"/>
                  </a:lnTo>
                  <a:lnTo>
                    <a:pt x="7056588" y="145029"/>
                  </a:lnTo>
                  <a:lnTo>
                    <a:pt x="7122395" y="122987"/>
                  </a:lnTo>
                  <a:lnTo>
                    <a:pt x="7193966" y="103212"/>
                  </a:lnTo>
                  <a:lnTo>
                    <a:pt x="7271699" y="85447"/>
                  </a:lnTo>
                  <a:lnTo>
                    <a:pt x="7355533" y="69502"/>
                  </a:lnTo>
                  <a:lnTo>
                    <a:pt x="7444747" y="55259"/>
                  </a:lnTo>
                  <a:lnTo>
                    <a:pt x="7537756" y="42670"/>
                  </a:lnTo>
                  <a:lnTo>
                    <a:pt x="7631984" y="31742"/>
                  </a:lnTo>
                  <a:lnTo>
                    <a:pt x="7723885" y="22511"/>
                  </a:lnTo>
                  <a:lnTo>
                    <a:pt x="7809247" y="15012"/>
                  </a:lnTo>
                  <a:lnTo>
                    <a:pt x="7883780" y="9233"/>
                  </a:lnTo>
                  <a:lnTo>
                    <a:pt x="7943937" y="5086"/>
                  </a:lnTo>
                  <a:lnTo>
                    <a:pt x="7987716" y="2386"/>
                  </a:lnTo>
                  <a:lnTo>
                    <a:pt x="8015213" y="862"/>
                  </a:lnTo>
                  <a:lnTo>
                    <a:pt x="8028749" y="184"/>
                  </a:lnTo>
                  <a:lnTo>
                    <a:pt x="8032653" y="6"/>
                  </a:lnTo>
                  <a:lnTo>
                    <a:pt x="8032819" y="0"/>
                  </a:lnTo>
                  <a:lnTo>
                    <a:pt x="8554953" y="0"/>
                  </a:lnTo>
                  <a:lnTo>
                    <a:pt x="8554953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444" name="pl1444"/>
            <p:cNvSpPr/>
            <p:nvPr/>
          </p:nvSpPr>
          <p:spPr>
            <a:xfrm>
              <a:off x="386606" y="2139917"/>
              <a:ext cx="8554953" cy="2637228"/>
            </a:xfrm>
            <a:custGeom>
              <a:avLst/>
              <a:pathLst>
                <a:path w="8554953" h="2637228">
                  <a:moveTo>
                    <a:pt x="8554953" y="0"/>
                  </a:moveTo>
                  <a:lnTo>
                    <a:pt x="8032819" y="0"/>
                  </a:lnTo>
                  <a:lnTo>
                    <a:pt x="8031601" y="53"/>
                  </a:lnTo>
                  <a:lnTo>
                    <a:pt x="8023631" y="432"/>
                  </a:lnTo>
                  <a:lnTo>
                    <a:pt x="8003678" y="1482"/>
                  </a:lnTo>
                  <a:lnTo>
                    <a:pt x="7968356" y="3544"/>
                  </a:lnTo>
                  <a:lnTo>
                    <a:pt x="7916425" y="6924"/>
                  </a:lnTo>
                  <a:lnTo>
                    <a:pt x="7848860" y="11853"/>
                  </a:lnTo>
                  <a:lnTo>
                    <a:pt x="7768511" y="18469"/>
                  </a:lnTo>
                  <a:lnTo>
                    <a:pt x="7679396" y="26820"/>
                  </a:lnTo>
                  <a:lnTo>
                    <a:pt x="7585860" y="36888"/>
                  </a:lnTo>
                  <a:lnTo>
                    <a:pt x="7491842" y="48633"/>
                  </a:lnTo>
                  <a:lnTo>
                    <a:pt x="7400434" y="62030"/>
                  </a:lnTo>
                  <a:lnTo>
                    <a:pt x="7313717" y="77097"/>
                  </a:lnTo>
                  <a:lnTo>
                    <a:pt x="7232828" y="93915"/>
                  </a:lnTo>
                  <a:lnTo>
                    <a:pt x="7158140" y="112637"/>
                  </a:lnTo>
                  <a:lnTo>
                    <a:pt x="7089464" y="133486"/>
                  </a:lnTo>
                  <a:lnTo>
                    <a:pt x="7026246" y="156753"/>
                  </a:lnTo>
                  <a:lnTo>
                    <a:pt x="6967711" y="182783"/>
                  </a:lnTo>
                  <a:lnTo>
                    <a:pt x="6912978" y="211952"/>
                  </a:lnTo>
                  <a:lnTo>
                    <a:pt x="6861144" y="244626"/>
                  </a:lnTo>
                  <a:lnTo>
                    <a:pt x="6811363" y="281089"/>
                  </a:lnTo>
                  <a:lnTo>
                    <a:pt x="6786527" y="301182"/>
                  </a:lnTo>
                  <a:lnTo>
                    <a:pt x="6743077" y="339299"/>
                  </a:lnTo>
                  <a:lnTo>
                    <a:pt x="6700049" y="380663"/>
                  </a:lnTo>
                  <a:lnTo>
                    <a:pt x="6657110" y="425334"/>
                  </a:lnTo>
                  <a:lnTo>
                    <a:pt x="6614011" y="473301"/>
                  </a:lnTo>
                  <a:lnTo>
                    <a:pt x="6570581" y="524470"/>
                  </a:lnTo>
                  <a:lnTo>
                    <a:pt x="6526715" y="578655"/>
                  </a:lnTo>
                  <a:lnTo>
                    <a:pt x="6482370" y="635580"/>
                  </a:lnTo>
                  <a:lnTo>
                    <a:pt x="6437557" y="694878"/>
                  </a:lnTo>
                  <a:lnTo>
                    <a:pt x="6392334" y="756096"/>
                  </a:lnTo>
                  <a:lnTo>
                    <a:pt x="6346797" y="818712"/>
                  </a:lnTo>
                  <a:lnTo>
                    <a:pt x="6301070" y="882147"/>
                  </a:lnTo>
                  <a:lnTo>
                    <a:pt x="6255294" y="945790"/>
                  </a:lnTo>
                  <a:lnTo>
                    <a:pt x="6209614" y="1009022"/>
                  </a:lnTo>
                  <a:lnTo>
                    <a:pt x="6164167" y="1071242"/>
                  </a:lnTo>
                  <a:lnTo>
                    <a:pt x="6119069" y="1131885"/>
                  </a:lnTo>
                  <a:lnTo>
                    <a:pt x="6074405" y="1190451"/>
                  </a:lnTo>
                  <a:lnTo>
                    <a:pt x="6030218" y="1246515"/>
                  </a:lnTo>
                  <a:lnTo>
                    <a:pt x="5986503" y="1299737"/>
                  </a:lnTo>
                  <a:lnTo>
                    <a:pt x="5943196" y="1349872"/>
                  </a:lnTo>
                  <a:lnTo>
                    <a:pt x="5900172" y="1396765"/>
                  </a:lnTo>
                  <a:lnTo>
                    <a:pt x="5857235" y="1440350"/>
                  </a:lnTo>
                  <a:lnTo>
                    <a:pt x="5814110" y="1480640"/>
                  </a:lnTo>
                  <a:lnTo>
                    <a:pt x="5784835" y="1505912"/>
                  </a:lnTo>
                  <a:lnTo>
                    <a:pt x="5735812" y="1544358"/>
                  </a:lnTo>
                  <a:lnTo>
                    <a:pt x="5685124" y="1578938"/>
                  </a:lnTo>
                  <a:lnTo>
                    <a:pt x="5631981" y="1609851"/>
                  </a:lnTo>
                  <a:lnTo>
                    <a:pt x="5575498" y="1637435"/>
                  </a:lnTo>
                  <a:lnTo>
                    <a:pt x="5514773" y="1662065"/>
                  </a:lnTo>
                  <a:lnTo>
                    <a:pt x="5448967" y="1684107"/>
                  </a:lnTo>
                  <a:lnTo>
                    <a:pt x="5377396" y="1703881"/>
                  </a:lnTo>
                  <a:lnTo>
                    <a:pt x="5299663" y="1721647"/>
                  </a:lnTo>
                  <a:lnTo>
                    <a:pt x="5215829" y="1737592"/>
                  </a:lnTo>
                  <a:lnTo>
                    <a:pt x="5126615" y="1751835"/>
                  </a:lnTo>
                  <a:lnTo>
                    <a:pt x="5033605" y="1764424"/>
                  </a:lnTo>
                  <a:lnTo>
                    <a:pt x="4939378" y="1775352"/>
                  </a:lnTo>
                  <a:lnTo>
                    <a:pt x="4847477" y="1784583"/>
                  </a:lnTo>
                  <a:lnTo>
                    <a:pt x="4762115" y="1792082"/>
                  </a:lnTo>
                  <a:lnTo>
                    <a:pt x="4687581" y="1797861"/>
                  </a:lnTo>
                  <a:lnTo>
                    <a:pt x="4627425" y="1802008"/>
                  </a:lnTo>
                  <a:lnTo>
                    <a:pt x="4583646" y="1804707"/>
                  </a:lnTo>
                  <a:lnTo>
                    <a:pt x="4556149" y="1806232"/>
                  </a:lnTo>
                  <a:lnTo>
                    <a:pt x="4542613" y="1806910"/>
                  </a:lnTo>
                  <a:lnTo>
                    <a:pt x="4538709" y="1807087"/>
                  </a:lnTo>
                  <a:lnTo>
                    <a:pt x="4538543" y="1807094"/>
                  </a:lnTo>
                  <a:lnTo>
                    <a:pt x="4016409" y="1807094"/>
                  </a:lnTo>
                  <a:lnTo>
                    <a:pt x="4015151" y="1807120"/>
                  </a:lnTo>
                  <a:lnTo>
                    <a:pt x="4006922" y="1807300"/>
                  </a:lnTo>
                  <a:lnTo>
                    <a:pt x="3986345" y="1807799"/>
                  </a:lnTo>
                  <a:lnTo>
                    <a:pt x="3949978" y="1808778"/>
                  </a:lnTo>
                  <a:lnTo>
                    <a:pt x="3896629" y="1810382"/>
                  </a:lnTo>
                  <a:lnTo>
                    <a:pt x="3827416" y="1812719"/>
                  </a:lnTo>
                  <a:lnTo>
                    <a:pt x="3745381" y="1815851"/>
                  </a:lnTo>
                  <a:lnTo>
                    <a:pt x="3654730" y="1819797"/>
                  </a:lnTo>
                  <a:lnTo>
                    <a:pt x="3559944" y="1824549"/>
                  </a:lnTo>
                  <a:lnTo>
                    <a:pt x="3465027" y="1830086"/>
                  </a:lnTo>
                  <a:lnTo>
                    <a:pt x="3373066" y="1836400"/>
                  </a:lnTo>
                  <a:lnTo>
                    <a:pt x="3286092" y="1843500"/>
                  </a:lnTo>
                  <a:lnTo>
                    <a:pt x="3205168" y="1851431"/>
                  </a:lnTo>
                  <a:lnTo>
                    <a:pt x="3130585" y="1860270"/>
                  </a:lnTo>
                  <a:lnTo>
                    <a:pt x="3062082" y="1870127"/>
                  </a:lnTo>
                  <a:lnTo>
                    <a:pt x="2999037" y="1881146"/>
                  </a:lnTo>
                  <a:lnTo>
                    <a:pt x="2940624" y="1893493"/>
                  </a:lnTo>
                  <a:lnTo>
                    <a:pt x="2885923" y="1907349"/>
                  </a:lnTo>
                  <a:lnTo>
                    <a:pt x="2834006" y="1922882"/>
                  </a:lnTo>
                  <a:lnTo>
                    <a:pt x="2784016" y="1940213"/>
                  </a:lnTo>
                  <a:lnTo>
                    <a:pt x="2770117" y="1945450"/>
                  </a:lnTo>
                  <a:lnTo>
                    <a:pt x="2719330" y="1966085"/>
                  </a:lnTo>
                  <a:lnTo>
                    <a:pt x="2669038" y="1988771"/>
                  </a:lnTo>
                  <a:lnTo>
                    <a:pt x="2618743" y="2013538"/>
                  </a:lnTo>
                  <a:lnTo>
                    <a:pt x="2568100" y="2040352"/>
                  </a:lnTo>
                  <a:lnTo>
                    <a:pt x="2516900" y="2069105"/>
                  </a:lnTo>
                  <a:lnTo>
                    <a:pt x="2465050" y="2099610"/>
                  </a:lnTo>
                  <a:lnTo>
                    <a:pt x="2412562" y="2131600"/>
                  </a:lnTo>
                  <a:lnTo>
                    <a:pt x="2359535" y="2164737"/>
                  </a:lnTo>
                  <a:lnTo>
                    <a:pt x="2306137" y="2198624"/>
                  </a:lnTo>
                  <a:lnTo>
                    <a:pt x="2252580" y="2232824"/>
                  </a:lnTo>
                  <a:lnTo>
                    <a:pt x="2199096" y="2266881"/>
                  </a:lnTo>
                  <a:lnTo>
                    <a:pt x="2145907" y="2300350"/>
                  </a:lnTo>
                  <a:lnTo>
                    <a:pt x="2093200" y="2332816"/>
                  </a:lnTo>
                  <a:lnTo>
                    <a:pt x="2041103" y="2363915"/>
                  </a:lnTo>
                  <a:lnTo>
                    <a:pt x="1989663" y="2393355"/>
                  </a:lnTo>
                  <a:lnTo>
                    <a:pt x="1938828" y="2420917"/>
                  </a:lnTo>
                  <a:lnTo>
                    <a:pt x="1888435" y="2446463"/>
                  </a:lnTo>
                  <a:lnTo>
                    <a:pt x="1838191" y="2469933"/>
                  </a:lnTo>
                  <a:lnTo>
                    <a:pt x="1787659" y="2491333"/>
                  </a:lnTo>
                  <a:lnTo>
                    <a:pt x="1768425" y="2498873"/>
                  </a:lnTo>
                  <a:lnTo>
                    <a:pt x="1718845" y="2516721"/>
                  </a:lnTo>
                  <a:lnTo>
                    <a:pt x="1667555" y="2532755"/>
                  </a:lnTo>
                  <a:lnTo>
                    <a:pt x="1613734" y="2547069"/>
                  </a:lnTo>
                  <a:lnTo>
                    <a:pt x="1556467" y="2559825"/>
                  </a:lnTo>
                  <a:lnTo>
                    <a:pt x="1494823" y="2571202"/>
                  </a:lnTo>
                  <a:lnTo>
                    <a:pt x="1427939" y="2581372"/>
                  </a:lnTo>
                  <a:lnTo>
                    <a:pt x="1355122" y="2590486"/>
                  </a:lnTo>
                  <a:lnTo>
                    <a:pt x="1275991" y="2598665"/>
                  </a:lnTo>
                  <a:lnTo>
                    <a:pt x="1190659" y="2605995"/>
                  </a:lnTo>
                  <a:lnTo>
                    <a:pt x="1099948" y="2612528"/>
                  </a:lnTo>
                  <a:lnTo>
                    <a:pt x="1005600" y="2618286"/>
                  </a:lnTo>
                  <a:lnTo>
                    <a:pt x="910405" y="2623262"/>
                  </a:lnTo>
                  <a:lnTo>
                    <a:pt x="818139" y="2627438"/>
                  </a:lnTo>
                  <a:lnTo>
                    <a:pt x="733210" y="2630800"/>
                  </a:lnTo>
                  <a:lnTo>
                    <a:pt x="659993" y="2633357"/>
                  </a:lnTo>
                  <a:lnTo>
                    <a:pt x="601947" y="2635159"/>
                  </a:lnTo>
                  <a:lnTo>
                    <a:pt x="560792" y="2636302"/>
                  </a:lnTo>
                  <a:lnTo>
                    <a:pt x="536002" y="2636921"/>
                  </a:lnTo>
                  <a:lnTo>
                    <a:pt x="524747" y="2637175"/>
                  </a:lnTo>
                  <a:lnTo>
                    <a:pt x="522163" y="2637228"/>
                  </a:lnTo>
                  <a:lnTo>
                    <a:pt x="522133" y="2637228"/>
                  </a:lnTo>
                  <a:lnTo>
                    <a:pt x="0" y="2637228"/>
                  </a:lnTo>
                  <a:lnTo>
                    <a:pt x="0" y="2637228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445" name="pg1445"/>
            <p:cNvSpPr/>
            <p:nvPr/>
          </p:nvSpPr>
          <p:spPr>
            <a:xfrm>
              <a:off x="386606" y="2608632"/>
              <a:ext cx="8554953" cy="2179808"/>
            </a:xfrm>
            <a:custGeom>
              <a:avLst/>
              <a:pathLst>
                <a:path w="8554953" h="2179808">
                  <a:moveTo>
                    <a:pt x="0" y="2179808"/>
                  </a:moveTo>
                  <a:lnTo>
                    <a:pt x="522133" y="2179808"/>
                  </a:lnTo>
                  <a:lnTo>
                    <a:pt x="523392" y="2179782"/>
                  </a:lnTo>
                  <a:lnTo>
                    <a:pt x="531621" y="2179603"/>
                  </a:lnTo>
                  <a:lnTo>
                    <a:pt x="552201" y="2179108"/>
                  </a:lnTo>
                  <a:lnTo>
                    <a:pt x="588572" y="2178135"/>
                  </a:lnTo>
                  <a:lnTo>
                    <a:pt x="641926" y="2176542"/>
                  </a:lnTo>
                  <a:lnTo>
                    <a:pt x="711145" y="2174221"/>
                  </a:lnTo>
                  <a:lnTo>
                    <a:pt x="793187" y="2171110"/>
                  </a:lnTo>
                  <a:lnTo>
                    <a:pt x="883843" y="2167190"/>
                  </a:lnTo>
                  <a:lnTo>
                    <a:pt x="978634" y="2162470"/>
                  </a:lnTo>
                  <a:lnTo>
                    <a:pt x="1073554" y="2156969"/>
                  </a:lnTo>
                  <a:lnTo>
                    <a:pt x="1165517" y="2150699"/>
                  </a:lnTo>
                  <a:lnTo>
                    <a:pt x="1252492" y="2143645"/>
                  </a:lnTo>
                  <a:lnTo>
                    <a:pt x="1333416" y="2135768"/>
                  </a:lnTo>
                  <a:lnTo>
                    <a:pt x="1407998" y="2126988"/>
                  </a:lnTo>
                  <a:lnTo>
                    <a:pt x="1476501" y="2117197"/>
                  </a:lnTo>
                  <a:lnTo>
                    <a:pt x="1539545" y="2106252"/>
                  </a:lnTo>
                  <a:lnTo>
                    <a:pt x="1597957" y="2093987"/>
                  </a:lnTo>
                  <a:lnTo>
                    <a:pt x="1652659" y="2080224"/>
                  </a:lnTo>
                  <a:lnTo>
                    <a:pt x="1704576" y="2064795"/>
                  </a:lnTo>
                  <a:lnTo>
                    <a:pt x="1754567" y="2047579"/>
                  </a:lnTo>
                  <a:lnTo>
                    <a:pt x="1768425" y="2042393"/>
                  </a:lnTo>
                  <a:lnTo>
                    <a:pt x="1819252" y="2021881"/>
                  </a:lnTo>
                  <a:lnTo>
                    <a:pt x="1869584" y="1999330"/>
                  </a:lnTo>
                  <a:lnTo>
                    <a:pt x="1919920" y="1974708"/>
                  </a:lnTo>
                  <a:lnTo>
                    <a:pt x="1970604" y="1948049"/>
                  </a:lnTo>
                  <a:lnTo>
                    <a:pt x="2021847" y="1919462"/>
                  </a:lnTo>
                  <a:lnTo>
                    <a:pt x="2073741" y="1889133"/>
                  </a:lnTo>
                  <a:lnTo>
                    <a:pt x="2126274" y="1857329"/>
                  </a:lnTo>
                  <a:lnTo>
                    <a:pt x="2179346" y="1824386"/>
                  </a:lnTo>
                  <a:lnTo>
                    <a:pt x="2232788" y="1790699"/>
                  </a:lnTo>
                  <a:lnTo>
                    <a:pt x="2286387" y="1756704"/>
                  </a:lnTo>
                  <a:lnTo>
                    <a:pt x="2339912" y="1722855"/>
                  </a:lnTo>
                  <a:lnTo>
                    <a:pt x="2393140" y="1689594"/>
                  </a:lnTo>
                  <a:lnTo>
                    <a:pt x="2445884" y="1657336"/>
                  </a:lnTo>
                  <a:lnTo>
                    <a:pt x="2498015" y="1626440"/>
                  </a:lnTo>
                  <a:lnTo>
                    <a:pt x="2549489" y="1597198"/>
                  </a:lnTo>
                  <a:lnTo>
                    <a:pt x="2600357" y="1569825"/>
                  </a:lnTo>
                  <a:lnTo>
                    <a:pt x="2650786" y="1544459"/>
                  </a:lnTo>
                  <a:lnTo>
                    <a:pt x="2701071" y="1521160"/>
                  </a:lnTo>
                  <a:lnTo>
                    <a:pt x="2751650" y="1499918"/>
                  </a:lnTo>
                  <a:lnTo>
                    <a:pt x="2770117" y="1492735"/>
                  </a:lnTo>
                  <a:lnTo>
                    <a:pt x="2819699" y="1475007"/>
                  </a:lnTo>
                  <a:lnTo>
                    <a:pt x="2870991" y="1459082"/>
                  </a:lnTo>
                  <a:lnTo>
                    <a:pt x="2924815" y="1444865"/>
                  </a:lnTo>
                  <a:lnTo>
                    <a:pt x="2982085" y="1432195"/>
                  </a:lnTo>
                  <a:lnTo>
                    <a:pt x="3043732" y="1420896"/>
                  </a:lnTo>
                  <a:lnTo>
                    <a:pt x="3110620" y="1410794"/>
                  </a:lnTo>
                  <a:lnTo>
                    <a:pt x="3183442" y="1401742"/>
                  </a:lnTo>
                  <a:lnTo>
                    <a:pt x="3262578" y="1393619"/>
                  </a:lnTo>
                  <a:lnTo>
                    <a:pt x="3347916" y="1386339"/>
                  </a:lnTo>
                  <a:lnTo>
                    <a:pt x="3438633" y="1379850"/>
                  </a:lnTo>
                  <a:lnTo>
                    <a:pt x="3532985" y="1374132"/>
                  </a:lnTo>
                  <a:lnTo>
                    <a:pt x="3628184" y="1369190"/>
                  </a:lnTo>
                  <a:lnTo>
                    <a:pt x="3720452" y="1365042"/>
                  </a:lnTo>
                  <a:lnTo>
                    <a:pt x="3805378" y="1361704"/>
                  </a:lnTo>
                  <a:lnTo>
                    <a:pt x="3878590" y="1359164"/>
                  </a:lnTo>
                  <a:lnTo>
                    <a:pt x="3936628" y="1357375"/>
                  </a:lnTo>
                  <a:lnTo>
                    <a:pt x="3977773" y="1356240"/>
                  </a:lnTo>
                  <a:lnTo>
                    <a:pt x="4002553" y="1355625"/>
                  </a:lnTo>
                  <a:lnTo>
                    <a:pt x="4013800" y="1355374"/>
                  </a:lnTo>
                  <a:lnTo>
                    <a:pt x="4016409" y="1355321"/>
                  </a:lnTo>
                  <a:lnTo>
                    <a:pt x="4538543" y="1355321"/>
                  </a:lnTo>
                  <a:lnTo>
                    <a:pt x="4539783" y="1355280"/>
                  </a:lnTo>
                  <a:lnTo>
                    <a:pt x="4547895" y="1354991"/>
                  </a:lnTo>
                  <a:lnTo>
                    <a:pt x="4568193" y="1354192"/>
                  </a:lnTo>
                  <a:lnTo>
                    <a:pt x="4604091" y="1352623"/>
                  </a:lnTo>
                  <a:lnTo>
                    <a:pt x="4656805" y="1350053"/>
                  </a:lnTo>
                  <a:lnTo>
                    <a:pt x="4725282" y="1346307"/>
                  </a:lnTo>
                  <a:lnTo>
                    <a:pt x="4806565" y="1341282"/>
                  </a:lnTo>
                  <a:lnTo>
                    <a:pt x="4896532" y="1334947"/>
                  </a:lnTo>
                  <a:lnTo>
                    <a:pt x="4990764" y="1327313"/>
                  </a:lnTo>
                  <a:lnTo>
                    <a:pt x="5085284" y="1318413"/>
                  </a:lnTo>
                  <a:lnTo>
                    <a:pt x="5177003" y="1308265"/>
                  </a:lnTo>
                  <a:lnTo>
                    <a:pt x="5263867" y="1296851"/>
                  </a:lnTo>
                  <a:lnTo>
                    <a:pt x="5344778" y="1284106"/>
                  </a:lnTo>
                  <a:lnTo>
                    <a:pt x="5419410" y="1269910"/>
                  </a:lnTo>
                  <a:lnTo>
                    <a:pt x="5487991" y="1254088"/>
                  </a:lnTo>
                  <a:lnTo>
                    <a:pt x="5551112" y="1236415"/>
                  </a:lnTo>
                  <a:lnTo>
                    <a:pt x="5609578" y="1216625"/>
                  </a:lnTo>
                  <a:lnTo>
                    <a:pt x="5664291" y="1194432"/>
                  </a:lnTo>
                  <a:lnTo>
                    <a:pt x="5716168" y="1169560"/>
                  </a:lnTo>
                  <a:lnTo>
                    <a:pt x="5766061" y="1141805"/>
                  </a:lnTo>
                  <a:lnTo>
                    <a:pt x="5784835" y="1130375"/>
                  </a:lnTo>
                  <a:lnTo>
                    <a:pt x="5831681" y="1099563"/>
                  </a:lnTo>
                  <a:lnTo>
                    <a:pt x="5878070" y="1065925"/>
                  </a:lnTo>
                  <a:lnTo>
                    <a:pt x="5924407" y="1029410"/>
                  </a:lnTo>
                  <a:lnTo>
                    <a:pt x="5970982" y="990044"/>
                  </a:lnTo>
                  <a:lnTo>
                    <a:pt x="6017988" y="947940"/>
                  </a:lnTo>
                  <a:lnTo>
                    <a:pt x="6065528" y="903300"/>
                  </a:lnTo>
                  <a:lnTo>
                    <a:pt x="6113626" y="856420"/>
                  </a:lnTo>
                  <a:lnTo>
                    <a:pt x="6162237" y="807688"/>
                  </a:lnTo>
                  <a:lnTo>
                    <a:pt x="6211259" y="757567"/>
                  </a:lnTo>
                  <a:lnTo>
                    <a:pt x="6260546" y="706584"/>
                  </a:lnTo>
                  <a:lnTo>
                    <a:pt x="6309926" y="655306"/>
                  </a:lnTo>
                  <a:lnTo>
                    <a:pt x="6359217" y="604313"/>
                  </a:lnTo>
                  <a:lnTo>
                    <a:pt x="6408245" y="554172"/>
                  </a:lnTo>
                  <a:lnTo>
                    <a:pt x="6456865" y="505410"/>
                  </a:lnTo>
                  <a:lnTo>
                    <a:pt x="6504973" y="458494"/>
                  </a:lnTo>
                  <a:lnTo>
                    <a:pt x="6552523" y="413810"/>
                  </a:lnTo>
                  <a:lnTo>
                    <a:pt x="6599537" y="371658"/>
                  </a:lnTo>
                  <a:lnTo>
                    <a:pt x="6646119" y="332242"/>
                  </a:lnTo>
                  <a:lnTo>
                    <a:pt x="6692457" y="295675"/>
                  </a:lnTo>
                  <a:lnTo>
                    <a:pt x="6738842" y="261985"/>
                  </a:lnTo>
                  <a:lnTo>
                    <a:pt x="6785676" y="231123"/>
                  </a:lnTo>
                  <a:lnTo>
                    <a:pt x="6786527" y="230592"/>
                  </a:lnTo>
                  <a:lnTo>
                    <a:pt x="6835858" y="201709"/>
                  </a:lnTo>
                  <a:lnTo>
                    <a:pt x="6886879" y="175749"/>
                  </a:lnTo>
                  <a:lnTo>
                    <a:pt x="6940397" y="152558"/>
                  </a:lnTo>
                  <a:lnTo>
                    <a:pt x="6997314" y="131880"/>
                  </a:lnTo>
                  <a:lnTo>
                    <a:pt x="7058546" y="113428"/>
                  </a:lnTo>
                  <a:lnTo>
                    <a:pt x="7124948" y="96925"/>
                  </a:lnTo>
                  <a:lnTo>
                    <a:pt x="7197207" y="82129"/>
                  </a:lnTo>
                  <a:lnTo>
                    <a:pt x="7275713" y="68844"/>
                  </a:lnTo>
                  <a:lnTo>
                    <a:pt x="7360376" y="56930"/>
                  </a:lnTo>
                  <a:lnTo>
                    <a:pt x="7450419" y="46300"/>
                  </a:lnTo>
                  <a:lnTo>
                    <a:pt x="7544173" y="36921"/>
                  </a:lnTo>
                  <a:lnTo>
                    <a:pt x="7638944" y="28798"/>
                  </a:lnTo>
                  <a:lnTo>
                    <a:pt x="7731060" y="21961"/>
                  </a:lnTo>
                  <a:lnTo>
                    <a:pt x="7816198" y="16434"/>
                  </a:lnTo>
                  <a:lnTo>
                    <a:pt x="7890020" y="12205"/>
                  </a:lnTo>
                  <a:lnTo>
                    <a:pt x="7949023" y="9201"/>
                  </a:lnTo>
                  <a:lnTo>
                    <a:pt x="7991357" y="7272"/>
                  </a:lnTo>
                  <a:lnTo>
                    <a:pt x="8017351" y="6208"/>
                  </a:lnTo>
                  <a:lnTo>
                    <a:pt x="8029606" y="5755"/>
                  </a:lnTo>
                  <a:lnTo>
                    <a:pt x="8032819" y="5647"/>
                  </a:lnTo>
                  <a:lnTo>
                    <a:pt x="8554953" y="5647"/>
                  </a:lnTo>
                  <a:lnTo>
                    <a:pt x="8554953" y="0"/>
                  </a:lnTo>
                  <a:lnTo>
                    <a:pt x="8032819" y="0"/>
                  </a:lnTo>
                  <a:lnTo>
                    <a:pt x="8031579" y="40"/>
                  </a:lnTo>
                  <a:lnTo>
                    <a:pt x="8023466" y="329"/>
                  </a:lnTo>
                  <a:lnTo>
                    <a:pt x="8003169" y="1128"/>
                  </a:lnTo>
                  <a:lnTo>
                    <a:pt x="7967271" y="2697"/>
                  </a:lnTo>
                  <a:lnTo>
                    <a:pt x="7914557" y="5267"/>
                  </a:lnTo>
                  <a:lnTo>
                    <a:pt x="7846080" y="9013"/>
                  </a:lnTo>
                  <a:lnTo>
                    <a:pt x="7764797" y="14038"/>
                  </a:lnTo>
                  <a:lnTo>
                    <a:pt x="7674830" y="20373"/>
                  </a:lnTo>
                  <a:lnTo>
                    <a:pt x="7580598" y="28007"/>
                  </a:lnTo>
                  <a:lnTo>
                    <a:pt x="7486078" y="36907"/>
                  </a:lnTo>
                  <a:lnTo>
                    <a:pt x="7394359" y="47055"/>
                  </a:lnTo>
                  <a:lnTo>
                    <a:pt x="7307495" y="58469"/>
                  </a:lnTo>
                  <a:lnTo>
                    <a:pt x="7226584" y="71214"/>
                  </a:lnTo>
                  <a:lnTo>
                    <a:pt x="7151952" y="85410"/>
                  </a:lnTo>
                  <a:lnTo>
                    <a:pt x="7083371" y="101232"/>
                  </a:lnTo>
                  <a:lnTo>
                    <a:pt x="7020250" y="118905"/>
                  </a:lnTo>
                  <a:lnTo>
                    <a:pt x="6961784" y="138695"/>
                  </a:lnTo>
                  <a:lnTo>
                    <a:pt x="6907071" y="160888"/>
                  </a:lnTo>
                  <a:lnTo>
                    <a:pt x="6855194" y="185760"/>
                  </a:lnTo>
                  <a:lnTo>
                    <a:pt x="6805301" y="213515"/>
                  </a:lnTo>
                  <a:lnTo>
                    <a:pt x="6786527" y="224945"/>
                  </a:lnTo>
                  <a:lnTo>
                    <a:pt x="6739680" y="255757"/>
                  </a:lnTo>
                  <a:lnTo>
                    <a:pt x="6693291" y="289395"/>
                  </a:lnTo>
                  <a:lnTo>
                    <a:pt x="6646955" y="325910"/>
                  </a:lnTo>
                  <a:lnTo>
                    <a:pt x="6600380" y="365276"/>
                  </a:lnTo>
                  <a:lnTo>
                    <a:pt x="6553374" y="407380"/>
                  </a:lnTo>
                  <a:lnTo>
                    <a:pt x="6505834" y="452020"/>
                  </a:lnTo>
                  <a:lnTo>
                    <a:pt x="6457736" y="498900"/>
                  </a:lnTo>
                  <a:lnTo>
                    <a:pt x="6409125" y="547632"/>
                  </a:lnTo>
                  <a:lnTo>
                    <a:pt x="6360103" y="597753"/>
                  </a:lnTo>
                  <a:lnTo>
                    <a:pt x="6310816" y="648736"/>
                  </a:lnTo>
                  <a:lnTo>
                    <a:pt x="6261436" y="700014"/>
                  </a:lnTo>
                  <a:lnTo>
                    <a:pt x="6212145" y="751007"/>
                  </a:lnTo>
                  <a:lnTo>
                    <a:pt x="6163117" y="801148"/>
                  </a:lnTo>
                  <a:lnTo>
                    <a:pt x="6114497" y="849910"/>
                  </a:lnTo>
                  <a:lnTo>
                    <a:pt x="6066389" y="896827"/>
                  </a:lnTo>
                  <a:lnTo>
                    <a:pt x="6018839" y="941510"/>
                  </a:lnTo>
                  <a:lnTo>
                    <a:pt x="5971825" y="983662"/>
                  </a:lnTo>
                  <a:lnTo>
                    <a:pt x="5925243" y="1023078"/>
                  </a:lnTo>
                  <a:lnTo>
                    <a:pt x="5878905" y="1059645"/>
                  </a:lnTo>
                  <a:lnTo>
                    <a:pt x="5832520" y="1093335"/>
                  </a:lnTo>
                  <a:lnTo>
                    <a:pt x="5785686" y="1124197"/>
                  </a:lnTo>
                  <a:lnTo>
                    <a:pt x="5784835" y="1124728"/>
                  </a:lnTo>
                  <a:lnTo>
                    <a:pt x="5735504" y="1153611"/>
                  </a:lnTo>
                  <a:lnTo>
                    <a:pt x="5684483" y="1179571"/>
                  </a:lnTo>
                  <a:lnTo>
                    <a:pt x="5630965" y="1202762"/>
                  </a:lnTo>
                  <a:lnTo>
                    <a:pt x="5574048" y="1223440"/>
                  </a:lnTo>
                  <a:lnTo>
                    <a:pt x="5512816" y="1241892"/>
                  </a:lnTo>
                  <a:lnTo>
                    <a:pt x="5446414" y="1258395"/>
                  </a:lnTo>
                  <a:lnTo>
                    <a:pt x="5374155" y="1273191"/>
                  </a:lnTo>
                  <a:lnTo>
                    <a:pt x="5295649" y="1286476"/>
                  </a:lnTo>
                  <a:lnTo>
                    <a:pt x="5210986" y="1298390"/>
                  </a:lnTo>
                  <a:lnTo>
                    <a:pt x="5120943" y="1309020"/>
                  </a:lnTo>
                  <a:lnTo>
                    <a:pt x="5027188" y="1318399"/>
                  </a:lnTo>
                  <a:lnTo>
                    <a:pt x="4932418" y="1326522"/>
                  </a:lnTo>
                  <a:lnTo>
                    <a:pt x="4840302" y="1333359"/>
                  </a:lnTo>
                  <a:lnTo>
                    <a:pt x="4755164" y="1338886"/>
                  </a:lnTo>
                  <a:lnTo>
                    <a:pt x="4681342" y="1343115"/>
                  </a:lnTo>
                  <a:lnTo>
                    <a:pt x="4622339" y="1346119"/>
                  </a:lnTo>
                  <a:lnTo>
                    <a:pt x="4580005" y="1348048"/>
                  </a:lnTo>
                  <a:lnTo>
                    <a:pt x="4554011" y="1349112"/>
                  </a:lnTo>
                  <a:lnTo>
                    <a:pt x="4541755" y="1349565"/>
                  </a:lnTo>
                  <a:lnTo>
                    <a:pt x="4538543" y="1349673"/>
                  </a:lnTo>
                  <a:lnTo>
                    <a:pt x="4016409" y="1349673"/>
                  </a:lnTo>
                  <a:lnTo>
                    <a:pt x="4015151" y="1349698"/>
                  </a:lnTo>
                  <a:lnTo>
                    <a:pt x="4006921" y="1349878"/>
                  </a:lnTo>
                  <a:lnTo>
                    <a:pt x="3986341" y="1350373"/>
                  </a:lnTo>
                  <a:lnTo>
                    <a:pt x="3949970" y="1351346"/>
                  </a:lnTo>
                  <a:lnTo>
                    <a:pt x="3896616" y="1352939"/>
                  </a:lnTo>
                  <a:lnTo>
                    <a:pt x="3827397" y="1355260"/>
                  </a:lnTo>
                  <a:lnTo>
                    <a:pt x="3745356" y="1358371"/>
                  </a:lnTo>
                  <a:lnTo>
                    <a:pt x="3654699" y="1362291"/>
                  </a:lnTo>
                  <a:lnTo>
                    <a:pt x="3559909" y="1367011"/>
                  </a:lnTo>
                  <a:lnTo>
                    <a:pt x="3464989" y="1372511"/>
                  </a:lnTo>
                  <a:lnTo>
                    <a:pt x="3373025" y="1378782"/>
                  </a:lnTo>
                  <a:lnTo>
                    <a:pt x="3286050" y="1385836"/>
                  </a:lnTo>
                  <a:lnTo>
                    <a:pt x="3205126" y="1393713"/>
                  </a:lnTo>
                  <a:lnTo>
                    <a:pt x="3130544" y="1402493"/>
                  </a:lnTo>
                  <a:lnTo>
                    <a:pt x="3062041" y="1412284"/>
                  </a:lnTo>
                  <a:lnTo>
                    <a:pt x="2998997" y="1423229"/>
                  </a:lnTo>
                  <a:lnTo>
                    <a:pt x="2940585" y="1435494"/>
                  </a:lnTo>
                  <a:lnTo>
                    <a:pt x="2885884" y="1449257"/>
                  </a:lnTo>
                  <a:lnTo>
                    <a:pt x="2833966" y="1464686"/>
                  </a:lnTo>
                  <a:lnTo>
                    <a:pt x="2783976" y="1481902"/>
                  </a:lnTo>
                  <a:lnTo>
                    <a:pt x="2770117" y="1487088"/>
                  </a:lnTo>
                  <a:lnTo>
                    <a:pt x="2719290" y="1507600"/>
                  </a:lnTo>
                  <a:lnTo>
                    <a:pt x="2668958" y="1530151"/>
                  </a:lnTo>
                  <a:lnTo>
                    <a:pt x="2618622" y="1554773"/>
                  </a:lnTo>
                  <a:lnTo>
                    <a:pt x="2567938" y="1581432"/>
                  </a:lnTo>
                  <a:lnTo>
                    <a:pt x="2516695" y="1610019"/>
                  </a:lnTo>
                  <a:lnTo>
                    <a:pt x="2464801" y="1640348"/>
                  </a:lnTo>
                  <a:lnTo>
                    <a:pt x="2412268" y="1672152"/>
                  </a:lnTo>
                  <a:lnTo>
                    <a:pt x="2359196" y="1705095"/>
                  </a:lnTo>
                  <a:lnTo>
                    <a:pt x="2305754" y="1738782"/>
                  </a:lnTo>
                  <a:lnTo>
                    <a:pt x="2252155" y="1772777"/>
                  </a:lnTo>
                  <a:lnTo>
                    <a:pt x="2198630" y="1806626"/>
                  </a:lnTo>
                  <a:lnTo>
                    <a:pt x="2145402" y="1839886"/>
                  </a:lnTo>
                  <a:lnTo>
                    <a:pt x="2092659" y="1872145"/>
                  </a:lnTo>
                  <a:lnTo>
                    <a:pt x="2040527" y="1903041"/>
                  </a:lnTo>
                  <a:lnTo>
                    <a:pt x="1989054" y="1932283"/>
                  </a:lnTo>
                  <a:lnTo>
                    <a:pt x="1938185" y="1959656"/>
                  </a:lnTo>
                  <a:lnTo>
                    <a:pt x="1887756" y="1985022"/>
                  </a:lnTo>
                  <a:lnTo>
                    <a:pt x="1837472" y="2008321"/>
                  </a:lnTo>
                  <a:lnTo>
                    <a:pt x="1786892" y="2029563"/>
                  </a:lnTo>
                  <a:lnTo>
                    <a:pt x="1768425" y="2036746"/>
                  </a:lnTo>
                  <a:lnTo>
                    <a:pt x="1718843" y="2054474"/>
                  </a:lnTo>
                  <a:lnTo>
                    <a:pt x="1667551" y="2070399"/>
                  </a:lnTo>
                  <a:lnTo>
                    <a:pt x="1613727" y="2084616"/>
                  </a:lnTo>
                  <a:lnTo>
                    <a:pt x="1556457" y="2097286"/>
                  </a:lnTo>
                  <a:lnTo>
                    <a:pt x="1494810" y="2108585"/>
                  </a:lnTo>
                  <a:lnTo>
                    <a:pt x="1427922" y="2118686"/>
                  </a:lnTo>
                  <a:lnTo>
                    <a:pt x="1355100" y="2127739"/>
                  </a:lnTo>
                  <a:lnTo>
                    <a:pt x="1275964" y="2135862"/>
                  </a:lnTo>
                  <a:lnTo>
                    <a:pt x="1190626" y="2143142"/>
                  </a:lnTo>
                  <a:lnTo>
                    <a:pt x="1099910" y="2149631"/>
                  </a:lnTo>
                  <a:lnTo>
                    <a:pt x="1005557" y="2155349"/>
                  </a:lnTo>
                  <a:lnTo>
                    <a:pt x="910358" y="2160291"/>
                  </a:lnTo>
                  <a:lnTo>
                    <a:pt x="818091" y="2164438"/>
                  </a:lnTo>
                  <a:lnTo>
                    <a:pt x="733164" y="2167777"/>
                  </a:lnTo>
                  <a:lnTo>
                    <a:pt x="659952" y="2170317"/>
                  </a:lnTo>
                  <a:lnTo>
                    <a:pt x="601914" y="2172106"/>
                  </a:lnTo>
                  <a:lnTo>
                    <a:pt x="560769" y="2173241"/>
                  </a:lnTo>
                  <a:lnTo>
                    <a:pt x="535989" y="2173855"/>
                  </a:lnTo>
                  <a:lnTo>
                    <a:pt x="524742" y="2174107"/>
                  </a:lnTo>
                  <a:lnTo>
                    <a:pt x="522133" y="2174160"/>
                  </a:lnTo>
                  <a:lnTo>
                    <a:pt x="0" y="2174160"/>
                  </a:lnTo>
                  <a:close/>
                </a:path>
              </a:pathLst>
            </a:custGeom>
            <a:solidFill>
              <a:srgbClr val="E78AC3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1446" name="pl1446"/>
            <p:cNvSpPr/>
            <p:nvPr/>
          </p:nvSpPr>
          <p:spPr>
            <a:xfrm>
              <a:off x="386606" y="2614279"/>
              <a:ext cx="8554953" cy="2174160"/>
            </a:xfrm>
            <a:custGeom>
              <a:avLst/>
              <a:pathLst>
                <a:path w="8554953" h="2174160">
                  <a:moveTo>
                    <a:pt x="0" y="2174160"/>
                  </a:moveTo>
                  <a:lnTo>
                    <a:pt x="522133" y="2174160"/>
                  </a:lnTo>
                  <a:lnTo>
                    <a:pt x="523392" y="2174135"/>
                  </a:lnTo>
                  <a:lnTo>
                    <a:pt x="531621" y="2173956"/>
                  </a:lnTo>
                  <a:lnTo>
                    <a:pt x="552201" y="2173461"/>
                  </a:lnTo>
                  <a:lnTo>
                    <a:pt x="588572" y="2172488"/>
                  </a:lnTo>
                  <a:lnTo>
                    <a:pt x="641926" y="2170894"/>
                  </a:lnTo>
                  <a:lnTo>
                    <a:pt x="711145" y="2168573"/>
                  </a:lnTo>
                  <a:lnTo>
                    <a:pt x="793187" y="2165463"/>
                  </a:lnTo>
                  <a:lnTo>
                    <a:pt x="883843" y="2161543"/>
                  </a:lnTo>
                  <a:lnTo>
                    <a:pt x="978634" y="2156823"/>
                  </a:lnTo>
                  <a:lnTo>
                    <a:pt x="1073554" y="2151322"/>
                  </a:lnTo>
                  <a:lnTo>
                    <a:pt x="1165517" y="2145051"/>
                  </a:lnTo>
                  <a:lnTo>
                    <a:pt x="1252492" y="2137998"/>
                  </a:lnTo>
                  <a:lnTo>
                    <a:pt x="1333416" y="2130120"/>
                  </a:lnTo>
                  <a:lnTo>
                    <a:pt x="1407998" y="2121341"/>
                  </a:lnTo>
                  <a:lnTo>
                    <a:pt x="1476501" y="2111550"/>
                  </a:lnTo>
                  <a:lnTo>
                    <a:pt x="1539545" y="2100605"/>
                  </a:lnTo>
                  <a:lnTo>
                    <a:pt x="1597957" y="2088340"/>
                  </a:lnTo>
                  <a:lnTo>
                    <a:pt x="1652659" y="2074577"/>
                  </a:lnTo>
                  <a:lnTo>
                    <a:pt x="1704576" y="2059147"/>
                  </a:lnTo>
                  <a:lnTo>
                    <a:pt x="1754567" y="2041932"/>
                  </a:lnTo>
                  <a:lnTo>
                    <a:pt x="1768425" y="2036746"/>
                  </a:lnTo>
                  <a:lnTo>
                    <a:pt x="1819252" y="2016234"/>
                  </a:lnTo>
                  <a:lnTo>
                    <a:pt x="1869584" y="1993683"/>
                  </a:lnTo>
                  <a:lnTo>
                    <a:pt x="1919920" y="1969060"/>
                  </a:lnTo>
                  <a:lnTo>
                    <a:pt x="1970604" y="1942402"/>
                  </a:lnTo>
                  <a:lnTo>
                    <a:pt x="2021847" y="1913814"/>
                  </a:lnTo>
                  <a:lnTo>
                    <a:pt x="2073741" y="1883486"/>
                  </a:lnTo>
                  <a:lnTo>
                    <a:pt x="2126274" y="1851682"/>
                  </a:lnTo>
                  <a:lnTo>
                    <a:pt x="2179346" y="1818738"/>
                  </a:lnTo>
                  <a:lnTo>
                    <a:pt x="2232788" y="1785052"/>
                  </a:lnTo>
                  <a:lnTo>
                    <a:pt x="2286387" y="1751057"/>
                  </a:lnTo>
                  <a:lnTo>
                    <a:pt x="2339912" y="1717208"/>
                  </a:lnTo>
                  <a:lnTo>
                    <a:pt x="2393140" y="1683947"/>
                  </a:lnTo>
                  <a:lnTo>
                    <a:pt x="2445884" y="1651689"/>
                  </a:lnTo>
                  <a:lnTo>
                    <a:pt x="2498015" y="1620793"/>
                  </a:lnTo>
                  <a:lnTo>
                    <a:pt x="2549489" y="1591550"/>
                  </a:lnTo>
                  <a:lnTo>
                    <a:pt x="2600357" y="1564178"/>
                  </a:lnTo>
                  <a:lnTo>
                    <a:pt x="2650786" y="1538812"/>
                  </a:lnTo>
                  <a:lnTo>
                    <a:pt x="2701071" y="1515513"/>
                  </a:lnTo>
                  <a:lnTo>
                    <a:pt x="2751650" y="1494271"/>
                  </a:lnTo>
                  <a:lnTo>
                    <a:pt x="2770117" y="1487088"/>
                  </a:lnTo>
                  <a:lnTo>
                    <a:pt x="2819699" y="1469360"/>
                  </a:lnTo>
                  <a:lnTo>
                    <a:pt x="2870991" y="1453435"/>
                  </a:lnTo>
                  <a:lnTo>
                    <a:pt x="2924815" y="1439218"/>
                  </a:lnTo>
                  <a:lnTo>
                    <a:pt x="2982085" y="1426548"/>
                  </a:lnTo>
                  <a:lnTo>
                    <a:pt x="3043732" y="1415248"/>
                  </a:lnTo>
                  <a:lnTo>
                    <a:pt x="3110620" y="1405147"/>
                  </a:lnTo>
                  <a:lnTo>
                    <a:pt x="3183442" y="1396095"/>
                  </a:lnTo>
                  <a:lnTo>
                    <a:pt x="3262578" y="1387972"/>
                  </a:lnTo>
                  <a:lnTo>
                    <a:pt x="3347916" y="1380692"/>
                  </a:lnTo>
                  <a:lnTo>
                    <a:pt x="3438633" y="1374203"/>
                  </a:lnTo>
                  <a:lnTo>
                    <a:pt x="3532985" y="1368485"/>
                  </a:lnTo>
                  <a:lnTo>
                    <a:pt x="3628184" y="1363543"/>
                  </a:lnTo>
                  <a:lnTo>
                    <a:pt x="3720452" y="1359395"/>
                  </a:lnTo>
                  <a:lnTo>
                    <a:pt x="3805378" y="1356057"/>
                  </a:lnTo>
                  <a:lnTo>
                    <a:pt x="3878590" y="1353517"/>
                  </a:lnTo>
                  <a:lnTo>
                    <a:pt x="3936628" y="1351727"/>
                  </a:lnTo>
                  <a:lnTo>
                    <a:pt x="3977773" y="1350593"/>
                  </a:lnTo>
                  <a:lnTo>
                    <a:pt x="4002553" y="1349978"/>
                  </a:lnTo>
                  <a:lnTo>
                    <a:pt x="4013800" y="1349727"/>
                  </a:lnTo>
                  <a:lnTo>
                    <a:pt x="4016380" y="1349674"/>
                  </a:lnTo>
                  <a:lnTo>
                    <a:pt x="4016409" y="1349673"/>
                  </a:lnTo>
                  <a:lnTo>
                    <a:pt x="4538543" y="1349673"/>
                  </a:lnTo>
                  <a:lnTo>
                    <a:pt x="4539783" y="1349633"/>
                  </a:lnTo>
                  <a:lnTo>
                    <a:pt x="4547895" y="1349344"/>
                  </a:lnTo>
                  <a:lnTo>
                    <a:pt x="4568193" y="1348545"/>
                  </a:lnTo>
                  <a:lnTo>
                    <a:pt x="4604091" y="1346976"/>
                  </a:lnTo>
                  <a:lnTo>
                    <a:pt x="4656805" y="1344406"/>
                  </a:lnTo>
                  <a:lnTo>
                    <a:pt x="4725282" y="1340659"/>
                  </a:lnTo>
                  <a:lnTo>
                    <a:pt x="4806565" y="1335635"/>
                  </a:lnTo>
                  <a:lnTo>
                    <a:pt x="4896532" y="1329299"/>
                  </a:lnTo>
                  <a:lnTo>
                    <a:pt x="4990764" y="1321666"/>
                  </a:lnTo>
                  <a:lnTo>
                    <a:pt x="5085284" y="1312766"/>
                  </a:lnTo>
                  <a:lnTo>
                    <a:pt x="5177003" y="1302618"/>
                  </a:lnTo>
                  <a:lnTo>
                    <a:pt x="5263867" y="1291204"/>
                  </a:lnTo>
                  <a:lnTo>
                    <a:pt x="5344778" y="1278459"/>
                  </a:lnTo>
                  <a:lnTo>
                    <a:pt x="5419410" y="1264263"/>
                  </a:lnTo>
                  <a:lnTo>
                    <a:pt x="5487991" y="1248441"/>
                  </a:lnTo>
                  <a:lnTo>
                    <a:pt x="5551112" y="1230768"/>
                  </a:lnTo>
                  <a:lnTo>
                    <a:pt x="5609578" y="1210978"/>
                  </a:lnTo>
                  <a:lnTo>
                    <a:pt x="5664291" y="1188785"/>
                  </a:lnTo>
                  <a:lnTo>
                    <a:pt x="5716168" y="1163912"/>
                  </a:lnTo>
                  <a:lnTo>
                    <a:pt x="5766061" y="1136158"/>
                  </a:lnTo>
                  <a:lnTo>
                    <a:pt x="5784835" y="1124728"/>
                  </a:lnTo>
                  <a:lnTo>
                    <a:pt x="5831681" y="1093916"/>
                  </a:lnTo>
                  <a:lnTo>
                    <a:pt x="5878070" y="1060278"/>
                  </a:lnTo>
                  <a:lnTo>
                    <a:pt x="5924407" y="1023763"/>
                  </a:lnTo>
                  <a:lnTo>
                    <a:pt x="5970982" y="984397"/>
                  </a:lnTo>
                  <a:lnTo>
                    <a:pt x="6017988" y="942293"/>
                  </a:lnTo>
                  <a:lnTo>
                    <a:pt x="6065528" y="897652"/>
                  </a:lnTo>
                  <a:lnTo>
                    <a:pt x="6113626" y="850773"/>
                  </a:lnTo>
                  <a:lnTo>
                    <a:pt x="6162237" y="802041"/>
                  </a:lnTo>
                  <a:lnTo>
                    <a:pt x="6211259" y="751920"/>
                  </a:lnTo>
                  <a:lnTo>
                    <a:pt x="6260546" y="700937"/>
                  </a:lnTo>
                  <a:lnTo>
                    <a:pt x="6309926" y="649659"/>
                  </a:lnTo>
                  <a:lnTo>
                    <a:pt x="6359217" y="598666"/>
                  </a:lnTo>
                  <a:lnTo>
                    <a:pt x="6408245" y="548525"/>
                  </a:lnTo>
                  <a:lnTo>
                    <a:pt x="6456865" y="499763"/>
                  </a:lnTo>
                  <a:lnTo>
                    <a:pt x="6504973" y="452846"/>
                  </a:lnTo>
                  <a:lnTo>
                    <a:pt x="6552523" y="408163"/>
                  </a:lnTo>
                  <a:lnTo>
                    <a:pt x="6599537" y="366011"/>
                  </a:lnTo>
                  <a:lnTo>
                    <a:pt x="6646119" y="326594"/>
                  </a:lnTo>
                  <a:lnTo>
                    <a:pt x="6692457" y="290028"/>
                  </a:lnTo>
                  <a:lnTo>
                    <a:pt x="6738842" y="256338"/>
                  </a:lnTo>
                  <a:lnTo>
                    <a:pt x="6785676" y="225476"/>
                  </a:lnTo>
                  <a:lnTo>
                    <a:pt x="6786527" y="224945"/>
                  </a:lnTo>
                  <a:lnTo>
                    <a:pt x="6835858" y="196062"/>
                  </a:lnTo>
                  <a:lnTo>
                    <a:pt x="6886879" y="170102"/>
                  </a:lnTo>
                  <a:lnTo>
                    <a:pt x="6940397" y="146911"/>
                  </a:lnTo>
                  <a:lnTo>
                    <a:pt x="6997314" y="126233"/>
                  </a:lnTo>
                  <a:lnTo>
                    <a:pt x="7058546" y="107781"/>
                  </a:lnTo>
                  <a:lnTo>
                    <a:pt x="7124948" y="91278"/>
                  </a:lnTo>
                  <a:lnTo>
                    <a:pt x="7197207" y="76481"/>
                  </a:lnTo>
                  <a:lnTo>
                    <a:pt x="7275713" y="63197"/>
                  </a:lnTo>
                  <a:lnTo>
                    <a:pt x="7360376" y="51283"/>
                  </a:lnTo>
                  <a:lnTo>
                    <a:pt x="7450419" y="40653"/>
                  </a:lnTo>
                  <a:lnTo>
                    <a:pt x="7544173" y="31273"/>
                  </a:lnTo>
                  <a:lnTo>
                    <a:pt x="7638944" y="23151"/>
                  </a:lnTo>
                  <a:lnTo>
                    <a:pt x="7731060" y="16314"/>
                  </a:lnTo>
                  <a:lnTo>
                    <a:pt x="7816198" y="10787"/>
                  </a:lnTo>
                  <a:lnTo>
                    <a:pt x="7890020" y="6558"/>
                  </a:lnTo>
                  <a:lnTo>
                    <a:pt x="7949023" y="3553"/>
                  </a:lnTo>
                  <a:lnTo>
                    <a:pt x="7991357" y="1625"/>
                  </a:lnTo>
                  <a:lnTo>
                    <a:pt x="8017351" y="561"/>
                  </a:lnTo>
                  <a:lnTo>
                    <a:pt x="8029606" y="107"/>
                  </a:lnTo>
                  <a:lnTo>
                    <a:pt x="8032747" y="2"/>
                  </a:lnTo>
                  <a:lnTo>
                    <a:pt x="8032819" y="0"/>
                  </a:lnTo>
                  <a:lnTo>
                    <a:pt x="8554953" y="0"/>
                  </a:lnTo>
                  <a:lnTo>
                    <a:pt x="8554953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447" name="pl1447"/>
            <p:cNvSpPr/>
            <p:nvPr/>
          </p:nvSpPr>
          <p:spPr>
            <a:xfrm>
              <a:off x="386606" y="2608632"/>
              <a:ext cx="8554953" cy="2174160"/>
            </a:xfrm>
            <a:custGeom>
              <a:avLst/>
              <a:pathLst>
                <a:path w="8554953" h="2174160">
                  <a:moveTo>
                    <a:pt x="8554953" y="0"/>
                  </a:moveTo>
                  <a:lnTo>
                    <a:pt x="8032819" y="0"/>
                  </a:lnTo>
                  <a:lnTo>
                    <a:pt x="8031579" y="40"/>
                  </a:lnTo>
                  <a:lnTo>
                    <a:pt x="8023466" y="329"/>
                  </a:lnTo>
                  <a:lnTo>
                    <a:pt x="8003169" y="1128"/>
                  </a:lnTo>
                  <a:lnTo>
                    <a:pt x="7967271" y="2697"/>
                  </a:lnTo>
                  <a:lnTo>
                    <a:pt x="7914557" y="5267"/>
                  </a:lnTo>
                  <a:lnTo>
                    <a:pt x="7846080" y="9013"/>
                  </a:lnTo>
                  <a:lnTo>
                    <a:pt x="7764797" y="14038"/>
                  </a:lnTo>
                  <a:lnTo>
                    <a:pt x="7674830" y="20373"/>
                  </a:lnTo>
                  <a:lnTo>
                    <a:pt x="7580598" y="28007"/>
                  </a:lnTo>
                  <a:lnTo>
                    <a:pt x="7486078" y="36907"/>
                  </a:lnTo>
                  <a:lnTo>
                    <a:pt x="7394359" y="47055"/>
                  </a:lnTo>
                  <a:lnTo>
                    <a:pt x="7307495" y="58469"/>
                  </a:lnTo>
                  <a:lnTo>
                    <a:pt x="7226584" y="71214"/>
                  </a:lnTo>
                  <a:lnTo>
                    <a:pt x="7151952" y="85410"/>
                  </a:lnTo>
                  <a:lnTo>
                    <a:pt x="7083371" y="101232"/>
                  </a:lnTo>
                  <a:lnTo>
                    <a:pt x="7020250" y="118905"/>
                  </a:lnTo>
                  <a:lnTo>
                    <a:pt x="6961784" y="138695"/>
                  </a:lnTo>
                  <a:lnTo>
                    <a:pt x="6907071" y="160888"/>
                  </a:lnTo>
                  <a:lnTo>
                    <a:pt x="6855194" y="185760"/>
                  </a:lnTo>
                  <a:lnTo>
                    <a:pt x="6805301" y="213515"/>
                  </a:lnTo>
                  <a:lnTo>
                    <a:pt x="6786527" y="224945"/>
                  </a:lnTo>
                  <a:lnTo>
                    <a:pt x="6739680" y="255757"/>
                  </a:lnTo>
                  <a:lnTo>
                    <a:pt x="6693291" y="289395"/>
                  </a:lnTo>
                  <a:lnTo>
                    <a:pt x="6646955" y="325910"/>
                  </a:lnTo>
                  <a:lnTo>
                    <a:pt x="6600380" y="365276"/>
                  </a:lnTo>
                  <a:lnTo>
                    <a:pt x="6553374" y="407380"/>
                  </a:lnTo>
                  <a:lnTo>
                    <a:pt x="6505834" y="452020"/>
                  </a:lnTo>
                  <a:lnTo>
                    <a:pt x="6457736" y="498900"/>
                  </a:lnTo>
                  <a:lnTo>
                    <a:pt x="6409125" y="547632"/>
                  </a:lnTo>
                  <a:lnTo>
                    <a:pt x="6360103" y="597753"/>
                  </a:lnTo>
                  <a:lnTo>
                    <a:pt x="6310816" y="648736"/>
                  </a:lnTo>
                  <a:lnTo>
                    <a:pt x="6261436" y="700014"/>
                  </a:lnTo>
                  <a:lnTo>
                    <a:pt x="6212145" y="751007"/>
                  </a:lnTo>
                  <a:lnTo>
                    <a:pt x="6163117" y="801148"/>
                  </a:lnTo>
                  <a:lnTo>
                    <a:pt x="6114497" y="849910"/>
                  </a:lnTo>
                  <a:lnTo>
                    <a:pt x="6066389" y="896827"/>
                  </a:lnTo>
                  <a:lnTo>
                    <a:pt x="6018839" y="941510"/>
                  </a:lnTo>
                  <a:lnTo>
                    <a:pt x="5971825" y="983662"/>
                  </a:lnTo>
                  <a:lnTo>
                    <a:pt x="5925243" y="1023078"/>
                  </a:lnTo>
                  <a:lnTo>
                    <a:pt x="5878905" y="1059645"/>
                  </a:lnTo>
                  <a:lnTo>
                    <a:pt x="5832520" y="1093335"/>
                  </a:lnTo>
                  <a:lnTo>
                    <a:pt x="5785686" y="1124197"/>
                  </a:lnTo>
                  <a:lnTo>
                    <a:pt x="5784835" y="1124728"/>
                  </a:lnTo>
                  <a:lnTo>
                    <a:pt x="5735504" y="1153611"/>
                  </a:lnTo>
                  <a:lnTo>
                    <a:pt x="5684483" y="1179571"/>
                  </a:lnTo>
                  <a:lnTo>
                    <a:pt x="5630965" y="1202762"/>
                  </a:lnTo>
                  <a:lnTo>
                    <a:pt x="5574048" y="1223440"/>
                  </a:lnTo>
                  <a:lnTo>
                    <a:pt x="5512816" y="1241892"/>
                  </a:lnTo>
                  <a:lnTo>
                    <a:pt x="5446414" y="1258395"/>
                  </a:lnTo>
                  <a:lnTo>
                    <a:pt x="5374155" y="1273191"/>
                  </a:lnTo>
                  <a:lnTo>
                    <a:pt x="5295649" y="1286476"/>
                  </a:lnTo>
                  <a:lnTo>
                    <a:pt x="5210986" y="1298390"/>
                  </a:lnTo>
                  <a:lnTo>
                    <a:pt x="5120943" y="1309020"/>
                  </a:lnTo>
                  <a:lnTo>
                    <a:pt x="5027188" y="1318399"/>
                  </a:lnTo>
                  <a:lnTo>
                    <a:pt x="4932418" y="1326522"/>
                  </a:lnTo>
                  <a:lnTo>
                    <a:pt x="4840302" y="1333359"/>
                  </a:lnTo>
                  <a:lnTo>
                    <a:pt x="4755164" y="1338886"/>
                  </a:lnTo>
                  <a:lnTo>
                    <a:pt x="4681342" y="1343115"/>
                  </a:lnTo>
                  <a:lnTo>
                    <a:pt x="4622339" y="1346119"/>
                  </a:lnTo>
                  <a:lnTo>
                    <a:pt x="4580005" y="1348048"/>
                  </a:lnTo>
                  <a:lnTo>
                    <a:pt x="4554011" y="1349112"/>
                  </a:lnTo>
                  <a:lnTo>
                    <a:pt x="4541755" y="1349565"/>
                  </a:lnTo>
                  <a:lnTo>
                    <a:pt x="4538615" y="1349671"/>
                  </a:lnTo>
                  <a:lnTo>
                    <a:pt x="4538543" y="1349673"/>
                  </a:lnTo>
                  <a:lnTo>
                    <a:pt x="4016409" y="1349673"/>
                  </a:lnTo>
                  <a:lnTo>
                    <a:pt x="4015151" y="1349698"/>
                  </a:lnTo>
                  <a:lnTo>
                    <a:pt x="4006921" y="1349878"/>
                  </a:lnTo>
                  <a:lnTo>
                    <a:pt x="3986341" y="1350373"/>
                  </a:lnTo>
                  <a:lnTo>
                    <a:pt x="3949970" y="1351346"/>
                  </a:lnTo>
                  <a:lnTo>
                    <a:pt x="3896616" y="1352939"/>
                  </a:lnTo>
                  <a:lnTo>
                    <a:pt x="3827397" y="1355260"/>
                  </a:lnTo>
                  <a:lnTo>
                    <a:pt x="3745356" y="1358371"/>
                  </a:lnTo>
                  <a:lnTo>
                    <a:pt x="3654699" y="1362291"/>
                  </a:lnTo>
                  <a:lnTo>
                    <a:pt x="3559909" y="1367011"/>
                  </a:lnTo>
                  <a:lnTo>
                    <a:pt x="3464989" y="1372511"/>
                  </a:lnTo>
                  <a:lnTo>
                    <a:pt x="3373025" y="1378782"/>
                  </a:lnTo>
                  <a:lnTo>
                    <a:pt x="3286050" y="1385836"/>
                  </a:lnTo>
                  <a:lnTo>
                    <a:pt x="3205126" y="1393713"/>
                  </a:lnTo>
                  <a:lnTo>
                    <a:pt x="3130544" y="1402493"/>
                  </a:lnTo>
                  <a:lnTo>
                    <a:pt x="3062041" y="1412284"/>
                  </a:lnTo>
                  <a:lnTo>
                    <a:pt x="2998997" y="1423229"/>
                  </a:lnTo>
                  <a:lnTo>
                    <a:pt x="2940585" y="1435494"/>
                  </a:lnTo>
                  <a:lnTo>
                    <a:pt x="2885884" y="1449257"/>
                  </a:lnTo>
                  <a:lnTo>
                    <a:pt x="2833966" y="1464686"/>
                  </a:lnTo>
                  <a:lnTo>
                    <a:pt x="2783976" y="1481902"/>
                  </a:lnTo>
                  <a:lnTo>
                    <a:pt x="2770117" y="1487088"/>
                  </a:lnTo>
                  <a:lnTo>
                    <a:pt x="2719290" y="1507600"/>
                  </a:lnTo>
                  <a:lnTo>
                    <a:pt x="2668958" y="1530151"/>
                  </a:lnTo>
                  <a:lnTo>
                    <a:pt x="2618622" y="1554773"/>
                  </a:lnTo>
                  <a:lnTo>
                    <a:pt x="2567938" y="1581432"/>
                  </a:lnTo>
                  <a:lnTo>
                    <a:pt x="2516695" y="1610019"/>
                  </a:lnTo>
                  <a:lnTo>
                    <a:pt x="2464801" y="1640348"/>
                  </a:lnTo>
                  <a:lnTo>
                    <a:pt x="2412268" y="1672152"/>
                  </a:lnTo>
                  <a:lnTo>
                    <a:pt x="2359196" y="1705095"/>
                  </a:lnTo>
                  <a:lnTo>
                    <a:pt x="2305754" y="1738782"/>
                  </a:lnTo>
                  <a:lnTo>
                    <a:pt x="2252155" y="1772777"/>
                  </a:lnTo>
                  <a:lnTo>
                    <a:pt x="2198630" y="1806626"/>
                  </a:lnTo>
                  <a:lnTo>
                    <a:pt x="2145402" y="1839886"/>
                  </a:lnTo>
                  <a:lnTo>
                    <a:pt x="2092659" y="1872145"/>
                  </a:lnTo>
                  <a:lnTo>
                    <a:pt x="2040527" y="1903041"/>
                  </a:lnTo>
                  <a:lnTo>
                    <a:pt x="1989054" y="1932283"/>
                  </a:lnTo>
                  <a:lnTo>
                    <a:pt x="1938185" y="1959656"/>
                  </a:lnTo>
                  <a:lnTo>
                    <a:pt x="1887756" y="1985022"/>
                  </a:lnTo>
                  <a:lnTo>
                    <a:pt x="1837472" y="2008321"/>
                  </a:lnTo>
                  <a:lnTo>
                    <a:pt x="1786892" y="2029563"/>
                  </a:lnTo>
                  <a:lnTo>
                    <a:pt x="1768425" y="2036746"/>
                  </a:lnTo>
                  <a:lnTo>
                    <a:pt x="1718843" y="2054474"/>
                  </a:lnTo>
                  <a:lnTo>
                    <a:pt x="1667551" y="2070399"/>
                  </a:lnTo>
                  <a:lnTo>
                    <a:pt x="1613727" y="2084616"/>
                  </a:lnTo>
                  <a:lnTo>
                    <a:pt x="1556457" y="2097286"/>
                  </a:lnTo>
                  <a:lnTo>
                    <a:pt x="1494810" y="2108585"/>
                  </a:lnTo>
                  <a:lnTo>
                    <a:pt x="1427922" y="2118686"/>
                  </a:lnTo>
                  <a:lnTo>
                    <a:pt x="1355100" y="2127739"/>
                  </a:lnTo>
                  <a:lnTo>
                    <a:pt x="1275964" y="2135862"/>
                  </a:lnTo>
                  <a:lnTo>
                    <a:pt x="1190626" y="2143142"/>
                  </a:lnTo>
                  <a:lnTo>
                    <a:pt x="1099910" y="2149631"/>
                  </a:lnTo>
                  <a:lnTo>
                    <a:pt x="1005557" y="2155349"/>
                  </a:lnTo>
                  <a:lnTo>
                    <a:pt x="910358" y="2160291"/>
                  </a:lnTo>
                  <a:lnTo>
                    <a:pt x="818091" y="2164438"/>
                  </a:lnTo>
                  <a:lnTo>
                    <a:pt x="733164" y="2167777"/>
                  </a:lnTo>
                  <a:lnTo>
                    <a:pt x="659952" y="2170317"/>
                  </a:lnTo>
                  <a:lnTo>
                    <a:pt x="601914" y="2172106"/>
                  </a:lnTo>
                  <a:lnTo>
                    <a:pt x="560769" y="2173241"/>
                  </a:lnTo>
                  <a:lnTo>
                    <a:pt x="535989" y="2173855"/>
                  </a:lnTo>
                  <a:lnTo>
                    <a:pt x="524742" y="2174107"/>
                  </a:lnTo>
                  <a:lnTo>
                    <a:pt x="522162" y="2174160"/>
                  </a:lnTo>
                  <a:lnTo>
                    <a:pt x="522133" y="2174160"/>
                  </a:lnTo>
                  <a:lnTo>
                    <a:pt x="0" y="2174160"/>
                  </a:lnTo>
                  <a:lnTo>
                    <a:pt x="0" y="217416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448" name="pg1448"/>
            <p:cNvSpPr/>
            <p:nvPr/>
          </p:nvSpPr>
          <p:spPr>
            <a:xfrm>
              <a:off x="386606" y="553062"/>
              <a:ext cx="8554953" cy="3998197"/>
            </a:xfrm>
            <a:custGeom>
              <a:avLst/>
              <a:pathLst>
                <a:path w="8554953" h="3998197">
                  <a:moveTo>
                    <a:pt x="0" y="3998197"/>
                  </a:moveTo>
                  <a:lnTo>
                    <a:pt x="522133" y="3998197"/>
                  </a:lnTo>
                  <a:lnTo>
                    <a:pt x="523057" y="3998108"/>
                  </a:lnTo>
                  <a:lnTo>
                    <a:pt x="529139" y="3997477"/>
                  </a:lnTo>
                  <a:lnTo>
                    <a:pt x="544502" y="3995734"/>
                  </a:lnTo>
                  <a:lnTo>
                    <a:pt x="572037" y="3992302"/>
                  </a:lnTo>
                  <a:lnTo>
                    <a:pt x="613210" y="3986643"/>
                  </a:lnTo>
                  <a:lnTo>
                    <a:pt x="667945" y="3978314"/>
                  </a:lnTo>
                  <a:lnTo>
                    <a:pt x="734727" y="3967007"/>
                  </a:lnTo>
                  <a:lnTo>
                    <a:pt x="810950" y="3952560"/>
                  </a:lnTo>
                  <a:lnTo>
                    <a:pt x="893417" y="3934936"/>
                  </a:lnTo>
                  <a:lnTo>
                    <a:pt x="978870" y="3914179"/>
                  </a:lnTo>
                  <a:lnTo>
                    <a:pt x="1064409" y="3890359"/>
                  </a:lnTo>
                  <a:lnTo>
                    <a:pt x="1147743" y="3863516"/>
                  </a:lnTo>
                  <a:lnTo>
                    <a:pt x="1227280" y="3833623"/>
                  </a:lnTo>
                  <a:lnTo>
                    <a:pt x="1302085" y="3800559"/>
                  </a:lnTo>
                  <a:lnTo>
                    <a:pt x="1371772" y="3764095"/>
                  </a:lnTo>
                  <a:lnTo>
                    <a:pt x="1436375" y="3723893"/>
                  </a:lnTo>
                  <a:lnTo>
                    <a:pt x="1496223" y="3679510"/>
                  </a:lnTo>
                  <a:lnTo>
                    <a:pt x="1551836" y="3630411"/>
                  </a:lnTo>
                  <a:lnTo>
                    <a:pt x="1603843" y="3575991"/>
                  </a:lnTo>
                  <a:lnTo>
                    <a:pt x="1652922" y="3515618"/>
                  </a:lnTo>
                  <a:lnTo>
                    <a:pt x="1699750" y="3448698"/>
                  </a:lnTo>
                  <a:lnTo>
                    <a:pt x="1744957" y="3374792"/>
                  </a:lnTo>
                  <a:lnTo>
                    <a:pt x="1768425" y="3332772"/>
                  </a:lnTo>
                  <a:lnTo>
                    <a:pt x="1800731" y="3270941"/>
                  </a:lnTo>
                  <a:lnTo>
                    <a:pt x="1832750" y="3205189"/>
                  </a:lnTo>
                  <a:lnTo>
                    <a:pt x="1864635" y="3135436"/>
                  </a:lnTo>
                  <a:lnTo>
                    <a:pt x="1896507" y="3061648"/>
                  </a:lnTo>
                  <a:lnTo>
                    <a:pt x="1928465" y="2983843"/>
                  </a:lnTo>
                  <a:lnTo>
                    <a:pt x="1960584" y="2902094"/>
                  </a:lnTo>
                  <a:lnTo>
                    <a:pt x="1992917" y="2816532"/>
                  </a:lnTo>
                  <a:lnTo>
                    <a:pt x="2025498" y="2727350"/>
                  </a:lnTo>
                  <a:lnTo>
                    <a:pt x="2058344" y="2634806"/>
                  </a:lnTo>
                  <a:lnTo>
                    <a:pt x="2091454" y="2539214"/>
                  </a:lnTo>
                  <a:lnTo>
                    <a:pt x="2124812" y="2440951"/>
                  </a:lnTo>
                  <a:lnTo>
                    <a:pt x="2158389" y="2340447"/>
                  </a:lnTo>
                  <a:lnTo>
                    <a:pt x="2192146" y="2238177"/>
                  </a:lnTo>
                  <a:lnTo>
                    <a:pt x="2226033" y="2134655"/>
                  </a:lnTo>
                  <a:lnTo>
                    <a:pt x="2259995" y="2030423"/>
                  </a:lnTo>
                  <a:lnTo>
                    <a:pt x="2293974" y="1926038"/>
                  </a:lnTo>
                  <a:lnTo>
                    <a:pt x="2327909" y="1822060"/>
                  </a:lnTo>
                  <a:lnTo>
                    <a:pt x="2361743" y="1719041"/>
                  </a:lnTo>
                  <a:lnTo>
                    <a:pt x="2395424" y="1617511"/>
                  </a:lnTo>
                  <a:lnTo>
                    <a:pt x="2428907" y="1517969"/>
                  </a:lnTo>
                  <a:lnTo>
                    <a:pt x="2462155" y="1420869"/>
                  </a:lnTo>
                  <a:lnTo>
                    <a:pt x="2495146" y="1326617"/>
                  </a:lnTo>
                  <a:lnTo>
                    <a:pt x="2527871" y="1235564"/>
                  </a:lnTo>
                  <a:lnTo>
                    <a:pt x="2560336" y="1147998"/>
                  </a:lnTo>
                  <a:lnTo>
                    <a:pt x="2592566" y="1064147"/>
                  </a:lnTo>
                  <a:lnTo>
                    <a:pt x="2624604" y="984176"/>
                  </a:lnTo>
                  <a:lnTo>
                    <a:pt x="2656512" y="908190"/>
                  </a:lnTo>
                  <a:lnTo>
                    <a:pt x="2688377" y="836235"/>
                  </a:lnTo>
                  <a:lnTo>
                    <a:pt x="2720306" y="768306"/>
                  </a:lnTo>
                  <a:lnTo>
                    <a:pt x="2752435" y="704347"/>
                  </a:lnTo>
                  <a:lnTo>
                    <a:pt x="2770117" y="671072"/>
                  </a:lnTo>
                  <a:lnTo>
                    <a:pt x="2814688" y="593393"/>
                  </a:lnTo>
                  <a:lnTo>
                    <a:pt x="2860584" y="522813"/>
                  </a:lnTo>
                  <a:lnTo>
                    <a:pt x="2908389" y="459040"/>
                  </a:lnTo>
                  <a:lnTo>
                    <a:pt x="2958760" y="401546"/>
                  </a:lnTo>
                  <a:lnTo>
                    <a:pt x="3012381" y="349708"/>
                  </a:lnTo>
                  <a:lnTo>
                    <a:pt x="3069913" y="302899"/>
                  </a:lnTo>
                  <a:lnTo>
                    <a:pt x="3131943" y="260545"/>
                  </a:lnTo>
                  <a:lnTo>
                    <a:pt x="3198912" y="222151"/>
                  </a:lnTo>
                  <a:lnTo>
                    <a:pt x="3271025" y="187322"/>
                  </a:lnTo>
                  <a:lnTo>
                    <a:pt x="3348135" y="155771"/>
                  </a:lnTo>
                  <a:lnTo>
                    <a:pt x="3429613" y="127322"/>
                  </a:lnTo>
                  <a:lnTo>
                    <a:pt x="3514226" y="101900"/>
                  </a:lnTo>
                  <a:lnTo>
                    <a:pt x="3600051" y="79513"/>
                  </a:lnTo>
                  <a:lnTo>
                    <a:pt x="3684490" y="60222"/>
                  </a:lnTo>
                  <a:lnTo>
                    <a:pt x="3764433" y="44090"/>
                  </a:lnTo>
                  <a:lnTo>
                    <a:pt x="3836589" y="31132"/>
                  </a:lnTo>
                  <a:lnTo>
                    <a:pt x="3897972" y="21255"/>
                  </a:lnTo>
                  <a:lnTo>
                    <a:pt x="3946433" y="14230"/>
                  </a:lnTo>
                  <a:lnTo>
                    <a:pt x="3981105" y="9681"/>
                  </a:lnTo>
                  <a:lnTo>
                    <a:pt x="4002639" y="7113"/>
                  </a:lnTo>
                  <a:lnTo>
                    <a:pt x="4013196" y="5966"/>
                  </a:lnTo>
                  <a:lnTo>
                    <a:pt x="4016269" y="5660"/>
                  </a:lnTo>
                  <a:lnTo>
                    <a:pt x="4016409" y="5647"/>
                  </a:lnTo>
                  <a:lnTo>
                    <a:pt x="4538543" y="5647"/>
                  </a:lnTo>
                  <a:lnTo>
                    <a:pt x="4539742" y="5708"/>
                  </a:lnTo>
                  <a:lnTo>
                    <a:pt x="4547592" y="6148"/>
                  </a:lnTo>
                  <a:lnTo>
                    <a:pt x="4567254" y="7365"/>
                  </a:lnTo>
                  <a:lnTo>
                    <a:pt x="4602088" y="9756"/>
                  </a:lnTo>
                  <a:lnTo>
                    <a:pt x="4653356" y="13677"/>
                  </a:lnTo>
                  <a:lnTo>
                    <a:pt x="4720146" y="19398"/>
                  </a:lnTo>
                  <a:lnTo>
                    <a:pt x="4799698" y="27082"/>
                  </a:lnTo>
                  <a:lnTo>
                    <a:pt x="4888081" y="36787"/>
                  </a:lnTo>
                  <a:lnTo>
                    <a:pt x="4981017" y="48497"/>
                  </a:lnTo>
                  <a:lnTo>
                    <a:pt x="5074596" y="62163"/>
                  </a:lnTo>
                  <a:lnTo>
                    <a:pt x="5165730" y="77756"/>
                  </a:lnTo>
                  <a:lnTo>
                    <a:pt x="5252314" y="95292"/>
                  </a:lnTo>
                  <a:lnTo>
                    <a:pt x="5333177" y="114862"/>
                  </a:lnTo>
                  <a:lnTo>
                    <a:pt x="5407910" y="136635"/>
                  </a:lnTo>
                  <a:lnTo>
                    <a:pt x="5476665" y="160866"/>
                  </a:lnTo>
                  <a:lnTo>
                    <a:pt x="5539966" y="187886"/>
                  </a:lnTo>
                  <a:lnTo>
                    <a:pt x="5598564" y="218091"/>
                  </a:lnTo>
                  <a:lnTo>
                    <a:pt x="5653320" y="251915"/>
                  </a:lnTo>
                  <a:lnTo>
                    <a:pt x="5705122" y="289787"/>
                  </a:lnTo>
                  <a:lnTo>
                    <a:pt x="5754815" y="332051"/>
                  </a:lnTo>
                  <a:lnTo>
                    <a:pt x="5784835" y="360477"/>
                  </a:lnTo>
                  <a:lnTo>
                    <a:pt x="5826111" y="403034"/>
                  </a:lnTo>
                  <a:lnTo>
                    <a:pt x="5866991" y="449036"/>
                  </a:lnTo>
                  <a:lnTo>
                    <a:pt x="5907765" y="498549"/>
                  </a:lnTo>
                  <a:lnTo>
                    <a:pt x="5948654" y="551573"/>
                  </a:lnTo>
                  <a:lnTo>
                    <a:pt x="5989816" y="608026"/>
                  </a:lnTo>
                  <a:lnTo>
                    <a:pt x="6031353" y="667744"/>
                  </a:lnTo>
                  <a:lnTo>
                    <a:pt x="6073316" y="730474"/>
                  </a:lnTo>
                  <a:lnTo>
                    <a:pt x="6115711" y="795873"/>
                  </a:lnTo>
                  <a:lnTo>
                    <a:pt x="6158502" y="863518"/>
                  </a:lnTo>
                  <a:lnTo>
                    <a:pt x="6201619" y="932908"/>
                  </a:lnTo>
                  <a:lnTo>
                    <a:pt x="6244966" y="1003483"/>
                  </a:lnTo>
                  <a:lnTo>
                    <a:pt x="6288429" y="1074642"/>
                  </a:lnTo>
                  <a:lnTo>
                    <a:pt x="6331885" y="1145761"/>
                  </a:lnTo>
                  <a:lnTo>
                    <a:pt x="6375209" y="1216220"/>
                  </a:lnTo>
                  <a:lnTo>
                    <a:pt x="6418290" y="1285419"/>
                  </a:lnTo>
                  <a:lnTo>
                    <a:pt x="6461034" y="1352805"/>
                  </a:lnTo>
                  <a:lnTo>
                    <a:pt x="6503375" y="1417889"/>
                  </a:lnTo>
                  <a:lnTo>
                    <a:pt x="6545283" y="1480255"/>
                  </a:lnTo>
                  <a:lnTo>
                    <a:pt x="6586769" y="1539572"/>
                  </a:lnTo>
                  <a:lnTo>
                    <a:pt x="6627890" y="1595599"/>
                  </a:lnTo>
                  <a:lnTo>
                    <a:pt x="6668754" y="1648182"/>
                  </a:lnTo>
                  <a:lnTo>
                    <a:pt x="6709528" y="1697250"/>
                  </a:lnTo>
                  <a:lnTo>
                    <a:pt x="6750440" y="1742811"/>
                  </a:lnTo>
                  <a:lnTo>
                    <a:pt x="6786527" y="1779800"/>
                  </a:lnTo>
                  <a:lnTo>
                    <a:pt x="6835287" y="1824866"/>
                  </a:lnTo>
                  <a:lnTo>
                    <a:pt x="6885691" y="1865426"/>
                  </a:lnTo>
                  <a:lnTo>
                    <a:pt x="6938515" y="1901708"/>
                  </a:lnTo>
                  <a:lnTo>
                    <a:pt x="6994630" y="1934101"/>
                  </a:lnTo>
                  <a:lnTo>
                    <a:pt x="7054923" y="1963042"/>
                  </a:lnTo>
                  <a:lnTo>
                    <a:pt x="7120224" y="1988956"/>
                  </a:lnTo>
                  <a:lnTo>
                    <a:pt x="7191212" y="2012215"/>
                  </a:lnTo>
                  <a:lnTo>
                    <a:pt x="7268289" y="2033123"/>
                  </a:lnTo>
                  <a:lnTo>
                    <a:pt x="7351418" y="2051901"/>
                  </a:lnTo>
                  <a:lnTo>
                    <a:pt x="7439922" y="2068690"/>
                  </a:lnTo>
                  <a:lnTo>
                    <a:pt x="7532290" y="2083550"/>
                  </a:lnTo>
                  <a:lnTo>
                    <a:pt x="7626039" y="2096477"/>
                  </a:lnTo>
                  <a:lnTo>
                    <a:pt x="7717734" y="2107427"/>
                  </a:lnTo>
                  <a:lnTo>
                    <a:pt x="7803255" y="2116361"/>
                  </a:lnTo>
                  <a:lnTo>
                    <a:pt x="7878361" y="2123285"/>
                  </a:lnTo>
                  <a:lnTo>
                    <a:pt x="7939472" y="2128294"/>
                  </a:lnTo>
                  <a:lnTo>
                    <a:pt x="7984468" y="2131594"/>
                  </a:lnTo>
                  <a:lnTo>
                    <a:pt x="8013252" y="2133493"/>
                  </a:lnTo>
                  <a:lnTo>
                    <a:pt x="8027911" y="2134366"/>
                  </a:lnTo>
                  <a:lnTo>
                    <a:pt x="8032529" y="2134616"/>
                  </a:lnTo>
                  <a:lnTo>
                    <a:pt x="8032819" y="2134630"/>
                  </a:lnTo>
                  <a:lnTo>
                    <a:pt x="8554953" y="2134630"/>
                  </a:lnTo>
                  <a:lnTo>
                    <a:pt x="8554953" y="2128983"/>
                  </a:lnTo>
                  <a:lnTo>
                    <a:pt x="8032819" y="2128983"/>
                  </a:lnTo>
                  <a:lnTo>
                    <a:pt x="8031620" y="2128921"/>
                  </a:lnTo>
                  <a:lnTo>
                    <a:pt x="8023770" y="2128481"/>
                  </a:lnTo>
                  <a:lnTo>
                    <a:pt x="8004108" y="2127264"/>
                  </a:lnTo>
                  <a:lnTo>
                    <a:pt x="7969274" y="2124873"/>
                  </a:lnTo>
                  <a:lnTo>
                    <a:pt x="7918006" y="2120953"/>
                  </a:lnTo>
                  <a:lnTo>
                    <a:pt x="7851216" y="2115232"/>
                  </a:lnTo>
                  <a:lnTo>
                    <a:pt x="7771664" y="2107548"/>
                  </a:lnTo>
                  <a:lnTo>
                    <a:pt x="7683281" y="2097842"/>
                  </a:lnTo>
                  <a:lnTo>
                    <a:pt x="7590345" y="2086133"/>
                  </a:lnTo>
                  <a:lnTo>
                    <a:pt x="7496766" y="2072466"/>
                  </a:lnTo>
                  <a:lnTo>
                    <a:pt x="7405632" y="2056874"/>
                  </a:lnTo>
                  <a:lnTo>
                    <a:pt x="7319048" y="2039337"/>
                  </a:lnTo>
                  <a:lnTo>
                    <a:pt x="7238185" y="2019768"/>
                  </a:lnTo>
                  <a:lnTo>
                    <a:pt x="7163452" y="1997995"/>
                  </a:lnTo>
                  <a:lnTo>
                    <a:pt x="7094697" y="1973764"/>
                  </a:lnTo>
                  <a:lnTo>
                    <a:pt x="7031396" y="1946744"/>
                  </a:lnTo>
                  <a:lnTo>
                    <a:pt x="6972798" y="1916539"/>
                  </a:lnTo>
                  <a:lnTo>
                    <a:pt x="6918042" y="1882714"/>
                  </a:lnTo>
                  <a:lnTo>
                    <a:pt x="6866240" y="1844842"/>
                  </a:lnTo>
                  <a:lnTo>
                    <a:pt x="6816547" y="1802578"/>
                  </a:lnTo>
                  <a:lnTo>
                    <a:pt x="6786527" y="1774152"/>
                  </a:lnTo>
                  <a:lnTo>
                    <a:pt x="6745251" y="1731595"/>
                  </a:lnTo>
                  <a:lnTo>
                    <a:pt x="6704371" y="1685594"/>
                  </a:lnTo>
                  <a:lnTo>
                    <a:pt x="6663597" y="1636080"/>
                  </a:lnTo>
                  <a:lnTo>
                    <a:pt x="6622708" y="1583057"/>
                  </a:lnTo>
                  <a:lnTo>
                    <a:pt x="6581546" y="1526604"/>
                  </a:lnTo>
                  <a:lnTo>
                    <a:pt x="6540009" y="1466886"/>
                  </a:lnTo>
                  <a:lnTo>
                    <a:pt x="6498045" y="1404156"/>
                  </a:lnTo>
                  <a:lnTo>
                    <a:pt x="6455651" y="1338756"/>
                  </a:lnTo>
                  <a:lnTo>
                    <a:pt x="6412860" y="1271112"/>
                  </a:lnTo>
                  <a:lnTo>
                    <a:pt x="6369743" y="1201722"/>
                  </a:lnTo>
                  <a:lnTo>
                    <a:pt x="6326395" y="1131147"/>
                  </a:lnTo>
                  <a:lnTo>
                    <a:pt x="6282932" y="1059988"/>
                  </a:lnTo>
                  <a:lnTo>
                    <a:pt x="6239477" y="988868"/>
                  </a:lnTo>
                  <a:lnTo>
                    <a:pt x="6196153" y="918410"/>
                  </a:lnTo>
                  <a:lnTo>
                    <a:pt x="6153072" y="849211"/>
                  </a:lnTo>
                  <a:lnTo>
                    <a:pt x="6110328" y="781824"/>
                  </a:lnTo>
                  <a:lnTo>
                    <a:pt x="6067987" y="716740"/>
                  </a:lnTo>
                  <a:lnTo>
                    <a:pt x="6026079" y="654375"/>
                  </a:lnTo>
                  <a:lnTo>
                    <a:pt x="5984593" y="595057"/>
                  </a:lnTo>
                  <a:lnTo>
                    <a:pt x="5943472" y="539030"/>
                  </a:lnTo>
                  <a:lnTo>
                    <a:pt x="5902608" y="486448"/>
                  </a:lnTo>
                  <a:lnTo>
                    <a:pt x="5861834" y="437380"/>
                  </a:lnTo>
                  <a:lnTo>
                    <a:pt x="5820922" y="391819"/>
                  </a:lnTo>
                  <a:lnTo>
                    <a:pt x="5784835" y="354830"/>
                  </a:lnTo>
                  <a:lnTo>
                    <a:pt x="5736075" y="309763"/>
                  </a:lnTo>
                  <a:lnTo>
                    <a:pt x="5685671" y="269204"/>
                  </a:lnTo>
                  <a:lnTo>
                    <a:pt x="5632847" y="232921"/>
                  </a:lnTo>
                  <a:lnTo>
                    <a:pt x="5576732" y="200529"/>
                  </a:lnTo>
                  <a:lnTo>
                    <a:pt x="5516439" y="171588"/>
                  </a:lnTo>
                  <a:lnTo>
                    <a:pt x="5451138" y="145674"/>
                  </a:lnTo>
                  <a:lnTo>
                    <a:pt x="5380150" y="122415"/>
                  </a:lnTo>
                  <a:lnTo>
                    <a:pt x="5303073" y="101507"/>
                  </a:lnTo>
                  <a:lnTo>
                    <a:pt x="5219944" y="82728"/>
                  </a:lnTo>
                  <a:lnTo>
                    <a:pt x="5131440" y="65939"/>
                  </a:lnTo>
                  <a:lnTo>
                    <a:pt x="5039072" y="51079"/>
                  </a:lnTo>
                  <a:lnTo>
                    <a:pt x="4945323" y="38153"/>
                  </a:lnTo>
                  <a:lnTo>
                    <a:pt x="4853628" y="27203"/>
                  </a:lnTo>
                  <a:lnTo>
                    <a:pt x="4768107" y="18269"/>
                  </a:lnTo>
                  <a:lnTo>
                    <a:pt x="4693001" y="11345"/>
                  </a:lnTo>
                  <a:lnTo>
                    <a:pt x="4631890" y="6335"/>
                  </a:lnTo>
                  <a:lnTo>
                    <a:pt x="4586894" y="3035"/>
                  </a:lnTo>
                  <a:lnTo>
                    <a:pt x="4558110" y="1137"/>
                  </a:lnTo>
                  <a:lnTo>
                    <a:pt x="4543450" y="264"/>
                  </a:lnTo>
                  <a:lnTo>
                    <a:pt x="4538833" y="14"/>
                  </a:lnTo>
                  <a:lnTo>
                    <a:pt x="4538543" y="0"/>
                  </a:lnTo>
                  <a:lnTo>
                    <a:pt x="4016409" y="0"/>
                  </a:lnTo>
                  <a:lnTo>
                    <a:pt x="4015486" y="88"/>
                  </a:lnTo>
                  <a:lnTo>
                    <a:pt x="4009403" y="719"/>
                  </a:lnTo>
                  <a:lnTo>
                    <a:pt x="3994041" y="2462"/>
                  </a:lnTo>
                  <a:lnTo>
                    <a:pt x="3966505" y="5895"/>
                  </a:lnTo>
                  <a:lnTo>
                    <a:pt x="3925332" y="11554"/>
                  </a:lnTo>
                  <a:lnTo>
                    <a:pt x="3870597" y="19882"/>
                  </a:lnTo>
                  <a:lnTo>
                    <a:pt x="3803815" y="31189"/>
                  </a:lnTo>
                  <a:lnTo>
                    <a:pt x="3727592" y="45636"/>
                  </a:lnTo>
                  <a:lnTo>
                    <a:pt x="3645125" y="63260"/>
                  </a:lnTo>
                  <a:lnTo>
                    <a:pt x="3559672" y="84017"/>
                  </a:lnTo>
                  <a:lnTo>
                    <a:pt x="3474133" y="107837"/>
                  </a:lnTo>
                  <a:lnTo>
                    <a:pt x="3390799" y="134680"/>
                  </a:lnTo>
                  <a:lnTo>
                    <a:pt x="3311262" y="164573"/>
                  </a:lnTo>
                  <a:lnTo>
                    <a:pt x="3236457" y="197637"/>
                  </a:lnTo>
                  <a:lnTo>
                    <a:pt x="3166770" y="234101"/>
                  </a:lnTo>
                  <a:lnTo>
                    <a:pt x="3102167" y="274303"/>
                  </a:lnTo>
                  <a:lnTo>
                    <a:pt x="3042319" y="318686"/>
                  </a:lnTo>
                  <a:lnTo>
                    <a:pt x="2986706" y="367785"/>
                  </a:lnTo>
                  <a:lnTo>
                    <a:pt x="2934699" y="422205"/>
                  </a:lnTo>
                  <a:lnTo>
                    <a:pt x="2885620" y="482578"/>
                  </a:lnTo>
                  <a:lnTo>
                    <a:pt x="2838792" y="549499"/>
                  </a:lnTo>
                  <a:lnTo>
                    <a:pt x="2793585" y="623404"/>
                  </a:lnTo>
                  <a:lnTo>
                    <a:pt x="2770117" y="665424"/>
                  </a:lnTo>
                  <a:lnTo>
                    <a:pt x="2737812" y="727255"/>
                  </a:lnTo>
                  <a:lnTo>
                    <a:pt x="2705792" y="793007"/>
                  </a:lnTo>
                  <a:lnTo>
                    <a:pt x="2673907" y="862760"/>
                  </a:lnTo>
                  <a:lnTo>
                    <a:pt x="2642035" y="936548"/>
                  </a:lnTo>
                  <a:lnTo>
                    <a:pt x="2610077" y="1014353"/>
                  </a:lnTo>
                  <a:lnTo>
                    <a:pt x="2577958" y="1096103"/>
                  </a:lnTo>
                  <a:lnTo>
                    <a:pt x="2545625" y="1181664"/>
                  </a:lnTo>
                  <a:lnTo>
                    <a:pt x="2513044" y="1270846"/>
                  </a:lnTo>
                  <a:lnTo>
                    <a:pt x="2480198" y="1363391"/>
                  </a:lnTo>
                  <a:lnTo>
                    <a:pt x="2447088" y="1458982"/>
                  </a:lnTo>
                  <a:lnTo>
                    <a:pt x="2413730" y="1557245"/>
                  </a:lnTo>
                  <a:lnTo>
                    <a:pt x="2380153" y="1657749"/>
                  </a:lnTo>
                  <a:lnTo>
                    <a:pt x="2346396" y="1760019"/>
                  </a:lnTo>
                  <a:lnTo>
                    <a:pt x="2312509" y="1863541"/>
                  </a:lnTo>
                  <a:lnTo>
                    <a:pt x="2278547" y="1967773"/>
                  </a:lnTo>
                  <a:lnTo>
                    <a:pt x="2244568" y="2072158"/>
                  </a:lnTo>
                  <a:lnTo>
                    <a:pt x="2210633" y="2176136"/>
                  </a:lnTo>
                  <a:lnTo>
                    <a:pt x="2176799" y="2279155"/>
                  </a:lnTo>
                  <a:lnTo>
                    <a:pt x="2143118" y="2380685"/>
                  </a:lnTo>
                  <a:lnTo>
                    <a:pt x="2109636" y="2480228"/>
                  </a:lnTo>
                  <a:lnTo>
                    <a:pt x="2076387" y="2577327"/>
                  </a:lnTo>
                  <a:lnTo>
                    <a:pt x="2043396" y="2671579"/>
                  </a:lnTo>
                  <a:lnTo>
                    <a:pt x="2010671" y="2762632"/>
                  </a:lnTo>
                  <a:lnTo>
                    <a:pt x="1978206" y="2850198"/>
                  </a:lnTo>
                  <a:lnTo>
                    <a:pt x="1945976" y="2934049"/>
                  </a:lnTo>
                  <a:lnTo>
                    <a:pt x="1913938" y="3014020"/>
                  </a:lnTo>
                  <a:lnTo>
                    <a:pt x="1882030" y="3090006"/>
                  </a:lnTo>
                  <a:lnTo>
                    <a:pt x="1850165" y="3161961"/>
                  </a:lnTo>
                  <a:lnTo>
                    <a:pt x="1818236" y="3229890"/>
                  </a:lnTo>
                  <a:lnTo>
                    <a:pt x="1786107" y="3293849"/>
                  </a:lnTo>
                  <a:lnTo>
                    <a:pt x="1768425" y="3327124"/>
                  </a:lnTo>
                  <a:lnTo>
                    <a:pt x="1723854" y="3404803"/>
                  </a:lnTo>
                  <a:lnTo>
                    <a:pt x="1677958" y="3475383"/>
                  </a:lnTo>
                  <a:lnTo>
                    <a:pt x="1630153" y="3539156"/>
                  </a:lnTo>
                  <a:lnTo>
                    <a:pt x="1579782" y="3596650"/>
                  </a:lnTo>
                  <a:lnTo>
                    <a:pt x="1526161" y="3648488"/>
                  </a:lnTo>
                  <a:lnTo>
                    <a:pt x="1468629" y="3695297"/>
                  </a:lnTo>
                  <a:lnTo>
                    <a:pt x="1406599" y="3737651"/>
                  </a:lnTo>
                  <a:lnTo>
                    <a:pt x="1339630" y="3776045"/>
                  </a:lnTo>
                  <a:lnTo>
                    <a:pt x="1267517" y="3810874"/>
                  </a:lnTo>
                  <a:lnTo>
                    <a:pt x="1190407" y="3842425"/>
                  </a:lnTo>
                  <a:lnTo>
                    <a:pt x="1108929" y="3870874"/>
                  </a:lnTo>
                  <a:lnTo>
                    <a:pt x="1024316" y="3896296"/>
                  </a:lnTo>
                  <a:lnTo>
                    <a:pt x="938492" y="3918683"/>
                  </a:lnTo>
                  <a:lnTo>
                    <a:pt x="854052" y="3937974"/>
                  </a:lnTo>
                  <a:lnTo>
                    <a:pt x="774109" y="3954106"/>
                  </a:lnTo>
                  <a:lnTo>
                    <a:pt x="701953" y="3967064"/>
                  </a:lnTo>
                  <a:lnTo>
                    <a:pt x="640570" y="3976941"/>
                  </a:lnTo>
                  <a:lnTo>
                    <a:pt x="592109" y="3983966"/>
                  </a:lnTo>
                  <a:lnTo>
                    <a:pt x="557438" y="3988516"/>
                  </a:lnTo>
                  <a:lnTo>
                    <a:pt x="535903" y="3991083"/>
                  </a:lnTo>
                  <a:lnTo>
                    <a:pt x="525347" y="3992230"/>
                  </a:lnTo>
                  <a:lnTo>
                    <a:pt x="522274" y="3992536"/>
                  </a:lnTo>
                  <a:lnTo>
                    <a:pt x="522133" y="3992549"/>
                  </a:lnTo>
                  <a:lnTo>
                    <a:pt x="0" y="3992549"/>
                  </a:lnTo>
                  <a:close/>
                </a:path>
              </a:pathLst>
            </a:custGeom>
            <a:solidFill>
              <a:srgbClr val="E78AC3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1449" name="pl1449"/>
            <p:cNvSpPr/>
            <p:nvPr/>
          </p:nvSpPr>
          <p:spPr>
            <a:xfrm>
              <a:off x="386606" y="558709"/>
              <a:ext cx="8554953" cy="3992549"/>
            </a:xfrm>
            <a:custGeom>
              <a:avLst/>
              <a:pathLst>
                <a:path w="8554953" h="3992549">
                  <a:moveTo>
                    <a:pt x="0" y="3992549"/>
                  </a:moveTo>
                  <a:lnTo>
                    <a:pt x="522133" y="3992549"/>
                  </a:lnTo>
                  <a:lnTo>
                    <a:pt x="523057" y="3992461"/>
                  </a:lnTo>
                  <a:lnTo>
                    <a:pt x="529139" y="3991830"/>
                  </a:lnTo>
                  <a:lnTo>
                    <a:pt x="544502" y="3990087"/>
                  </a:lnTo>
                  <a:lnTo>
                    <a:pt x="572037" y="3986654"/>
                  </a:lnTo>
                  <a:lnTo>
                    <a:pt x="613210" y="3980995"/>
                  </a:lnTo>
                  <a:lnTo>
                    <a:pt x="667945" y="3972667"/>
                  </a:lnTo>
                  <a:lnTo>
                    <a:pt x="734727" y="3961360"/>
                  </a:lnTo>
                  <a:lnTo>
                    <a:pt x="810950" y="3946913"/>
                  </a:lnTo>
                  <a:lnTo>
                    <a:pt x="893417" y="3929289"/>
                  </a:lnTo>
                  <a:lnTo>
                    <a:pt x="978870" y="3908532"/>
                  </a:lnTo>
                  <a:lnTo>
                    <a:pt x="1064409" y="3884712"/>
                  </a:lnTo>
                  <a:lnTo>
                    <a:pt x="1147743" y="3857869"/>
                  </a:lnTo>
                  <a:lnTo>
                    <a:pt x="1227280" y="3827976"/>
                  </a:lnTo>
                  <a:lnTo>
                    <a:pt x="1302085" y="3794912"/>
                  </a:lnTo>
                  <a:lnTo>
                    <a:pt x="1371772" y="3758448"/>
                  </a:lnTo>
                  <a:lnTo>
                    <a:pt x="1436375" y="3718246"/>
                  </a:lnTo>
                  <a:lnTo>
                    <a:pt x="1496223" y="3673863"/>
                  </a:lnTo>
                  <a:lnTo>
                    <a:pt x="1551836" y="3624764"/>
                  </a:lnTo>
                  <a:lnTo>
                    <a:pt x="1603843" y="3570344"/>
                  </a:lnTo>
                  <a:lnTo>
                    <a:pt x="1652922" y="3509971"/>
                  </a:lnTo>
                  <a:lnTo>
                    <a:pt x="1699750" y="3443050"/>
                  </a:lnTo>
                  <a:lnTo>
                    <a:pt x="1744957" y="3369145"/>
                  </a:lnTo>
                  <a:lnTo>
                    <a:pt x="1768425" y="3327124"/>
                  </a:lnTo>
                  <a:lnTo>
                    <a:pt x="1800731" y="3265294"/>
                  </a:lnTo>
                  <a:lnTo>
                    <a:pt x="1832750" y="3199542"/>
                  </a:lnTo>
                  <a:lnTo>
                    <a:pt x="1864635" y="3129789"/>
                  </a:lnTo>
                  <a:lnTo>
                    <a:pt x="1896507" y="3056001"/>
                  </a:lnTo>
                  <a:lnTo>
                    <a:pt x="1928465" y="2978196"/>
                  </a:lnTo>
                  <a:lnTo>
                    <a:pt x="1960584" y="2896446"/>
                  </a:lnTo>
                  <a:lnTo>
                    <a:pt x="1992917" y="2810885"/>
                  </a:lnTo>
                  <a:lnTo>
                    <a:pt x="2025498" y="2721703"/>
                  </a:lnTo>
                  <a:lnTo>
                    <a:pt x="2058344" y="2629158"/>
                  </a:lnTo>
                  <a:lnTo>
                    <a:pt x="2091454" y="2533567"/>
                  </a:lnTo>
                  <a:lnTo>
                    <a:pt x="2124812" y="2435304"/>
                  </a:lnTo>
                  <a:lnTo>
                    <a:pt x="2158389" y="2334800"/>
                  </a:lnTo>
                  <a:lnTo>
                    <a:pt x="2192146" y="2232530"/>
                  </a:lnTo>
                  <a:lnTo>
                    <a:pt x="2226033" y="2129008"/>
                  </a:lnTo>
                  <a:lnTo>
                    <a:pt x="2259995" y="2024776"/>
                  </a:lnTo>
                  <a:lnTo>
                    <a:pt x="2293974" y="1920391"/>
                  </a:lnTo>
                  <a:lnTo>
                    <a:pt x="2327909" y="1816413"/>
                  </a:lnTo>
                  <a:lnTo>
                    <a:pt x="2361743" y="1713394"/>
                  </a:lnTo>
                  <a:lnTo>
                    <a:pt x="2395424" y="1611864"/>
                  </a:lnTo>
                  <a:lnTo>
                    <a:pt x="2428907" y="1512321"/>
                  </a:lnTo>
                  <a:lnTo>
                    <a:pt x="2462155" y="1415221"/>
                  </a:lnTo>
                  <a:lnTo>
                    <a:pt x="2495146" y="1320970"/>
                  </a:lnTo>
                  <a:lnTo>
                    <a:pt x="2527871" y="1229917"/>
                  </a:lnTo>
                  <a:lnTo>
                    <a:pt x="2560336" y="1142351"/>
                  </a:lnTo>
                  <a:lnTo>
                    <a:pt x="2592566" y="1058500"/>
                  </a:lnTo>
                  <a:lnTo>
                    <a:pt x="2624604" y="978529"/>
                  </a:lnTo>
                  <a:lnTo>
                    <a:pt x="2656512" y="902543"/>
                  </a:lnTo>
                  <a:lnTo>
                    <a:pt x="2688377" y="830588"/>
                  </a:lnTo>
                  <a:lnTo>
                    <a:pt x="2720306" y="762659"/>
                  </a:lnTo>
                  <a:lnTo>
                    <a:pt x="2752435" y="698700"/>
                  </a:lnTo>
                  <a:lnTo>
                    <a:pt x="2770117" y="665424"/>
                  </a:lnTo>
                  <a:lnTo>
                    <a:pt x="2814688" y="587746"/>
                  </a:lnTo>
                  <a:lnTo>
                    <a:pt x="2860584" y="517166"/>
                  </a:lnTo>
                  <a:lnTo>
                    <a:pt x="2908389" y="453393"/>
                  </a:lnTo>
                  <a:lnTo>
                    <a:pt x="2958760" y="395899"/>
                  </a:lnTo>
                  <a:lnTo>
                    <a:pt x="3012381" y="344061"/>
                  </a:lnTo>
                  <a:lnTo>
                    <a:pt x="3069913" y="297252"/>
                  </a:lnTo>
                  <a:lnTo>
                    <a:pt x="3131943" y="254898"/>
                  </a:lnTo>
                  <a:lnTo>
                    <a:pt x="3198912" y="216504"/>
                  </a:lnTo>
                  <a:lnTo>
                    <a:pt x="3271025" y="181675"/>
                  </a:lnTo>
                  <a:lnTo>
                    <a:pt x="3348135" y="150124"/>
                  </a:lnTo>
                  <a:lnTo>
                    <a:pt x="3429613" y="121675"/>
                  </a:lnTo>
                  <a:lnTo>
                    <a:pt x="3514226" y="96253"/>
                  </a:lnTo>
                  <a:lnTo>
                    <a:pt x="3600051" y="73866"/>
                  </a:lnTo>
                  <a:lnTo>
                    <a:pt x="3684490" y="54575"/>
                  </a:lnTo>
                  <a:lnTo>
                    <a:pt x="3764433" y="38443"/>
                  </a:lnTo>
                  <a:lnTo>
                    <a:pt x="3836589" y="25485"/>
                  </a:lnTo>
                  <a:lnTo>
                    <a:pt x="3897972" y="15608"/>
                  </a:lnTo>
                  <a:lnTo>
                    <a:pt x="3946433" y="8583"/>
                  </a:lnTo>
                  <a:lnTo>
                    <a:pt x="3981105" y="4033"/>
                  </a:lnTo>
                  <a:lnTo>
                    <a:pt x="4002639" y="1466"/>
                  </a:lnTo>
                  <a:lnTo>
                    <a:pt x="4013196" y="319"/>
                  </a:lnTo>
                  <a:lnTo>
                    <a:pt x="4016269" y="13"/>
                  </a:lnTo>
                  <a:lnTo>
                    <a:pt x="4016409" y="0"/>
                  </a:lnTo>
                  <a:lnTo>
                    <a:pt x="4538543" y="0"/>
                  </a:lnTo>
                  <a:lnTo>
                    <a:pt x="4539742" y="61"/>
                  </a:lnTo>
                  <a:lnTo>
                    <a:pt x="4547592" y="501"/>
                  </a:lnTo>
                  <a:lnTo>
                    <a:pt x="4567254" y="1718"/>
                  </a:lnTo>
                  <a:lnTo>
                    <a:pt x="4602088" y="4109"/>
                  </a:lnTo>
                  <a:lnTo>
                    <a:pt x="4653356" y="8030"/>
                  </a:lnTo>
                  <a:lnTo>
                    <a:pt x="4720146" y="13751"/>
                  </a:lnTo>
                  <a:lnTo>
                    <a:pt x="4799698" y="21435"/>
                  </a:lnTo>
                  <a:lnTo>
                    <a:pt x="4888081" y="31140"/>
                  </a:lnTo>
                  <a:lnTo>
                    <a:pt x="4981017" y="42849"/>
                  </a:lnTo>
                  <a:lnTo>
                    <a:pt x="5074596" y="56516"/>
                  </a:lnTo>
                  <a:lnTo>
                    <a:pt x="5165730" y="72109"/>
                  </a:lnTo>
                  <a:lnTo>
                    <a:pt x="5252314" y="89645"/>
                  </a:lnTo>
                  <a:lnTo>
                    <a:pt x="5333177" y="109214"/>
                  </a:lnTo>
                  <a:lnTo>
                    <a:pt x="5407910" y="130988"/>
                  </a:lnTo>
                  <a:lnTo>
                    <a:pt x="5476665" y="155219"/>
                  </a:lnTo>
                  <a:lnTo>
                    <a:pt x="5539966" y="182239"/>
                  </a:lnTo>
                  <a:lnTo>
                    <a:pt x="5598564" y="212444"/>
                  </a:lnTo>
                  <a:lnTo>
                    <a:pt x="5653320" y="246268"/>
                  </a:lnTo>
                  <a:lnTo>
                    <a:pt x="5705122" y="284140"/>
                  </a:lnTo>
                  <a:lnTo>
                    <a:pt x="5754815" y="326404"/>
                  </a:lnTo>
                  <a:lnTo>
                    <a:pt x="5784835" y="354830"/>
                  </a:lnTo>
                  <a:lnTo>
                    <a:pt x="5826111" y="397387"/>
                  </a:lnTo>
                  <a:lnTo>
                    <a:pt x="5866991" y="443389"/>
                  </a:lnTo>
                  <a:lnTo>
                    <a:pt x="5907765" y="492902"/>
                  </a:lnTo>
                  <a:lnTo>
                    <a:pt x="5948654" y="545926"/>
                  </a:lnTo>
                  <a:lnTo>
                    <a:pt x="5989816" y="602379"/>
                  </a:lnTo>
                  <a:lnTo>
                    <a:pt x="6031353" y="662097"/>
                  </a:lnTo>
                  <a:lnTo>
                    <a:pt x="6073316" y="724826"/>
                  </a:lnTo>
                  <a:lnTo>
                    <a:pt x="6115711" y="790226"/>
                  </a:lnTo>
                  <a:lnTo>
                    <a:pt x="6158502" y="857871"/>
                  </a:lnTo>
                  <a:lnTo>
                    <a:pt x="6201619" y="927260"/>
                  </a:lnTo>
                  <a:lnTo>
                    <a:pt x="6244966" y="997836"/>
                  </a:lnTo>
                  <a:lnTo>
                    <a:pt x="6288429" y="1068995"/>
                  </a:lnTo>
                  <a:lnTo>
                    <a:pt x="6331885" y="1140114"/>
                  </a:lnTo>
                  <a:lnTo>
                    <a:pt x="6375209" y="1210572"/>
                  </a:lnTo>
                  <a:lnTo>
                    <a:pt x="6418290" y="1279771"/>
                  </a:lnTo>
                  <a:lnTo>
                    <a:pt x="6461034" y="1347158"/>
                  </a:lnTo>
                  <a:lnTo>
                    <a:pt x="6503375" y="1412242"/>
                  </a:lnTo>
                  <a:lnTo>
                    <a:pt x="6545283" y="1474608"/>
                  </a:lnTo>
                  <a:lnTo>
                    <a:pt x="6586769" y="1533925"/>
                  </a:lnTo>
                  <a:lnTo>
                    <a:pt x="6627890" y="1589952"/>
                  </a:lnTo>
                  <a:lnTo>
                    <a:pt x="6668754" y="1642535"/>
                  </a:lnTo>
                  <a:lnTo>
                    <a:pt x="6709528" y="1691603"/>
                  </a:lnTo>
                  <a:lnTo>
                    <a:pt x="6750440" y="1737164"/>
                  </a:lnTo>
                  <a:lnTo>
                    <a:pt x="6786527" y="1774152"/>
                  </a:lnTo>
                  <a:lnTo>
                    <a:pt x="6835287" y="1819219"/>
                  </a:lnTo>
                  <a:lnTo>
                    <a:pt x="6885691" y="1859779"/>
                  </a:lnTo>
                  <a:lnTo>
                    <a:pt x="6938515" y="1896061"/>
                  </a:lnTo>
                  <a:lnTo>
                    <a:pt x="6994630" y="1928454"/>
                  </a:lnTo>
                  <a:lnTo>
                    <a:pt x="7054923" y="1957395"/>
                  </a:lnTo>
                  <a:lnTo>
                    <a:pt x="7120224" y="1983309"/>
                  </a:lnTo>
                  <a:lnTo>
                    <a:pt x="7191212" y="2006568"/>
                  </a:lnTo>
                  <a:lnTo>
                    <a:pt x="7268289" y="2027475"/>
                  </a:lnTo>
                  <a:lnTo>
                    <a:pt x="7351418" y="2046254"/>
                  </a:lnTo>
                  <a:lnTo>
                    <a:pt x="7439922" y="2063043"/>
                  </a:lnTo>
                  <a:lnTo>
                    <a:pt x="7532290" y="2077903"/>
                  </a:lnTo>
                  <a:lnTo>
                    <a:pt x="7626039" y="2090829"/>
                  </a:lnTo>
                  <a:lnTo>
                    <a:pt x="7717734" y="2101780"/>
                  </a:lnTo>
                  <a:lnTo>
                    <a:pt x="7803255" y="2110714"/>
                  </a:lnTo>
                  <a:lnTo>
                    <a:pt x="7878361" y="2117638"/>
                  </a:lnTo>
                  <a:lnTo>
                    <a:pt x="7939472" y="2122647"/>
                  </a:lnTo>
                  <a:lnTo>
                    <a:pt x="7984468" y="2125947"/>
                  </a:lnTo>
                  <a:lnTo>
                    <a:pt x="8013252" y="2127846"/>
                  </a:lnTo>
                  <a:lnTo>
                    <a:pt x="8027911" y="2128719"/>
                  </a:lnTo>
                  <a:lnTo>
                    <a:pt x="8032529" y="2128968"/>
                  </a:lnTo>
                  <a:lnTo>
                    <a:pt x="8032819" y="2128983"/>
                  </a:lnTo>
                  <a:lnTo>
                    <a:pt x="8554953" y="2128983"/>
                  </a:lnTo>
                  <a:lnTo>
                    <a:pt x="8554953" y="2128983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450" name="pl1450"/>
            <p:cNvSpPr/>
            <p:nvPr/>
          </p:nvSpPr>
          <p:spPr>
            <a:xfrm>
              <a:off x="386606" y="553062"/>
              <a:ext cx="8554953" cy="3992549"/>
            </a:xfrm>
            <a:custGeom>
              <a:avLst/>
              <a:pathLst>
                <a:path w="8554953" h="3992549">
                  <a:moveTo>
                    <a:pt x="8554953" y="2128983"/>
                  </a:moveTo>
                  <a:lnTo>
                    <a:pt x="8032819" y="2128983"/>
                  </a:lnTo>
                  <a:lnTo>
                    <a:pt x="8031620" y="2128921"/>
                  </a:lnTo>
                  <a:lnTo>
                    <a:pt x="8023770" y="2128481"/>
                  </a:lnTo>
                  <a:lnTo>
                    <a:pt x="8004108" y="2127264"/>
                  </a:lnTo>
                  <a:lnTo>
                    <a:pt x="7969274" y="2124873"/>
                  </a:lnTo>
                  <a:lnTo>
                    <a:pt x="7918006" y="2120953"/>
                  </a:lnTo>
                  <a:lnTo>
                    <a:pt x="7851216" y="2115232"/>
                  </a:lnTo>
                  <a:lnTo>
                    <a:pt x="7771664" y="2107548"/>
                  </a:lnTo>
                  <a:lnTo>
                    <a:pt x="7683281" y="2097842"/>
                  </a:lnTo>
                  <a:lnTo>
                    <a:pt x="7590345" y="2086133"/>
                  </a:lnTo>
                  <a:lnTo>
                    <a:pt x="7496766" y="2072466"/>
                  </a:lnTo>
                  <a:lnTo>
                    <a:pt x="7405632" y="2056874"/>
                  </a:lnTo>
                  <a:lnTo>
                    <a:pt x="7319048" y="2039337"/>
                  </a:lnTo>
                  <a:lnTo>
                    <a:pt x="7238185" y="2019768"/>
                  </a:lnTo>
                  <a:lnTo>
                    <a:pt x="7163452" y="1997995"/>
                  </a:lnTo>
                  <a:lnTo>
                    <a:pt x="7094697" y="1973764"/>
                  </a:lnTo>
                  <a:lnTo>
                    <a:pt x="7031396" y="1946744"/>
                  </a:lnTo>
                  <a:lnTo>
                    <a:pt x="6972798" y="1916539"/>
                  </a:lnTo>
                  <a:lnTo>
                    <a:pt x="6918042" y="1882714"/>
                  </a:lnTo>
                  <a:lnTo>
                    <a:pt x="6866240" y="1844842"/>
                  </a:lnTo>
                  <a:lnTo>
                    <a:pt x="6816547" y="1802578"/>
                  </a:lnTo>
                  <a:lnTo>
                    <a:pt x="6786527" y="1774152"/>
                  </a:lnTo>
                  <a:lnTo>
                    <a:pt x="6745251" y="1731595"/>
                  </a:lnTo>
                  <a:lnTo>
                    <a:pt x="6704371" y="1685594"/>
                  </a:lnTo>
                  <a:lnTo>
                    <a:pt x="6663597" y="1636080"/>
                  </a:lnTo>
                  <a:lnTo>
                    <a:pt x="6622708" y="1583057"/>
                  </a:lnTo>
                  <a:lnTo>
                    <a:pt x="6581546" y="1526604"/>
                  </a:lnTo>
                  <a:lnTo>
                    <a:pt x="6540009" y="1466886"/>
                  </a:lnTo>
                  <a:lnTo>
                    <a:pt x="6498045" y="1404156"/>
                  </a:lnTo>
                  <a:lnTo>
                    <a:pt x="6455651" y="1338756"/>
                  </a:lnTo>
                  <a:lnTo>
                    <a:pt x="6412860" y="1271112"/>
                  </a:lnTo>
                  <a:lnTo>
                    <a:pt x="6369743" y="1201722"/>
                  </a:lnTo>
                  <a:lnTo>
                    <a:pt x="6326395" y="1131147"/>
                  </a:lnTo>
                  <a:lnTo>
                    <a:pt x="6282932" y="1059988"/>
                  </a:lnTo>
                  <a:lnTo>
                    <a:pt x="6239477" y="988868"/>
                  </a:lnTo>
                  <a:lnTo>
                    <a:pt x="6196153" y="918410"/>
                  </a:lnTo>
                  <a:lnTo>
                    <a:pt x="6153072" y="849211"/>
                  </a:lnTo>
                  <a:lnTo>
                    <a:pt x="6110328" y="781824"/>
                  </a:lnTo>
                  <a:lnTo>
                    <a:pt x="6067987" y="716740"/>
                  </a:lnTo>
                  <a:lnTo>
                    <a:pt x="6026079" y="654375"/>
                  </a:lnTo>
                  <a:lnTo>
                    <a:pt x="5984593" y="595057"/>
                  </a:lnTo>
                  <a:lnTo>
                    <a:pt x="5943472" y="539030"/>
                  </a:lnTo>
                  <a:lnTo>
                    <a:pt x="5902608" y="486448"/>
                  </a:lnTo>
                  <a:lnTo>
                    <a:pt x="5861834" y="437380"/>
                  </a:lnTo>
                  <a:lnTo>
                    <a:pt x="5820922" y="391819"/>
                  </a:lnTo>
                  <a:lnTo>
                    <a:pt x="5784835" y="354830"/>
                  </a:lnTo>
                  <a:lnTo>
                    <a:pt x="5736075" y="309763"/>
                  </a:lnTo>
                  <a:lnTo>
                    <a:pt x="5685671" y="269204"/>
                  </a:lnTo>
                  <a:lnTo>
                    <a:pt x="5632847" y="232921"/>
                  </a:lnTo>
                  <a:lnTo>
                    <a:pt x="5576732" y="200529"/>
                  </a:lnTo>
                  <a:lnTo>
                    <a:pt x="5516439" y="171588"/>
                  </a:lnTo>
                  <a:lnTo>
                    <a:pt x="5451138" y="145674"/>
                  </a:lnTo>
                  <a:lnTo>
                    <a:pt x="5380150" y="122415"/>
                  </a:lnTo>
                  <a:lnTo>
                    <a:pt x="5303073" y="101507"/>
                  </a:lnTo>
                  <a:lnTo>
                    <a:pt x="5219944" y="82728"/>
                  </a:lnTo>
                  <a:lnTo>
                    <a:pt x="5131440" y="65939"/>
                  </a:lnTo>
                  <a:lnTo>
                    <a:pt x="5039072" y="51079"/>
                  </a:lnTo>
                  <a:lnTo>
                    <a:pt x="4945323" y="38153"/>
                  </a:lnTo>
                  <a:lnTo>
                    <a:pt x="4853628" y="27203"/>
                  </a:lnTo>
                  <a:lnTo>
                    <a:pt x="4768107" y="18269"/>
                  </a:lnTo>
                  <a:lnTo>
                    <a:pt x="4693001" y="11345"/>
                  </a:lnTo>
                  <a:lnTo>
                    <a:pt x="4631890" y="6335"/>
                  </a:lnTo>
                  <a:lnTo>
                    <a:pt x="4586894" y="3035"/>
                  </a:lnTo>
                  <a:lnTo>
                    <a:pt x="4558110" y="1137"/>
                  </a:lnTo>
                  <a:lnTo>
                    <a:pt x="4543450" y="264"/>
                  </a:lnTo>
                  <a:lnTo>
                    <a:pt x="4538833" y="14"/>
                  </a:lnTo>
                  <a:lnTo>
                    <a:pt x="4538543" y="0"/>
                  </a:lnTo>
                  <a:lnTo>
                    <a:pt x="4016409" y="0"/>
                  </a:lnTo>
                  <a:lnTo>
                    <a:pt x="4015486" y="88"/>
                  </a:lnTo>
                  <a:lnTo>
                    <a:pt x="4009403" y="719"/>
                  </a:lnTo>
                  <a:lnTo>
                    <a:pt x="3994041" y="2462"/>
                  </a:lnTo>
                  <a:lnTo>
                    <a:pt x="3966505" y="5895"/>
                  </a:lnTo>
                  <a:lnTo>
                    <a:pt x="3925332" y="11554"/>
                  </a:lnTo>
                  <a:lnTo>
                    <a:pt x="3870597" y="19882"/>
                  </a:lnTo>
                  <a:lnTo>
                    <a:pt x="3803815" y="31189"/>
                  </a:lnTo>
                  <a:lnTo>
                    <a:pt x="3727592" y="45636"/>
                  </a:lnTo>
                  <a:lnTo>
                    <a:pt x="3645125" y="63260"/>
                  </a:lnTo>
                  <a:lnTo>
                    <a:pt x="3559672" y="84017"/>
                  </a:lnTo>
                  <a:lnTo>
                    <a:pt x="3474133" y="107837"/>
                  </a:lnTo>
                  <a:lnTo>
                    <a:pt x="3390799" y="134680"/>
                  </a:lnTo>
                  <a:lnTo>
                    <a:pt x="3311262" y="164573"/>
                  </a:lnTo>
                  <a:lnTo>
                    <a:pt x="3236457" y="197637"/>
                  </a:lnTo>
                  <a:lnTo>
                    <a:pt x="3166770" y="234101"/>
                  </a:lnTo>
                  <a:lnTo>
                    <a:pt x="3102167" y="274303"/>
                  </a:lnTo>
                  <a:lnTo>
                    <a:pt x="3042319" y="318686"/>
                  </a:lnTo>
                  <a:lnTo>
                    <a:pt x="2986706" y="367785"/>
                  </a:lnTo>
                  <a:lnTo>
                    <a:pt x="2934699" y="422205"/>
                  </a:lnTo>
                  <a:lnTo>
                    <a:pt x="2885620" y="482578"/>
                  </a:lnTo>
                  <a:lnTo>
                    <a:pt x="2838792" y="549499"/>
                  </a:lnTo>
                  <a:lnTo>
                    <a:pt x="2793585" y="623404"/>
                  </a:lnTo>
                  <a:lnTo>
                    <a:pt x="2770117" y="665424"/>
                  </a:lnTo>
                  <a:lnTo>
                    <a:pt x="2737812" y="727255"/>
                  </a:lnTo>
                  <a:lnTo>
                    <a:pt x="2705792" y="793007"/>
                  </a:lnTo>
                  <a:lnTo>
                    <a:pt x="2673907" y="862760"/>
                  </a:lnTo>
                  <a:lnTo>
                    <a:pt x="2642035" y="936548"/>
                  </a:lnTo>
                  <a:lnTo>
                    <a:pt x="2610077" y="1014353"/>
                  </a:lnTo>
                  <a:lnTo>
                    <a:pt x="2577958" y="1096103"/>
                  </a:lnTo>
                  <a:lnTo>
                    <a:pt x="2545625" y="1181664"/>
                  </a:lnTo>
                  <a:lnTo>
                    <a:pt x="2513044" y="1270846"/>
                  </a:lnTo>
                  <a:lnTo>
                    <a:pt x="2480198" y="1363391"/>
                  </a:lnTo>
                  <a:lnTo>
                    <a:pt x="2447088" y="1458982"/>
                  </a:lnTo>
                  <a:lnTo>
                    <a:pt x="2413730" y="1557245"/>
                  </a:lnTo>
                  <a:lnTo>
                    <a:pt x="2380153" y="1657749"/>
                  </a:lnTo>
                  <a:lnTo>
                    <a:pt x="2346396" y="1760019"/>
                  </a:lnTo>
                  <a:lnTo>
                    <a:pt x="2312509" y="1863541"/>
                  </a:lnTo>
                  <a:lnTo>
                    <a:pt x="2278547" y="1967773"/>
                  </a:lnTo>
                  <a:lnTo>
                    <a:pt x="2244568" y="2072158"/>
                  </a:lnTo>
                  <a:lnTo>
                    <a:pt x="2210633" y="2176136"/>
                  </a:lnTo>
                  <a:lnTo>
                    <a:pt x="2176799" y="2279155"/>
                  </a:lnTo>
                  <a:lnTo>
                    <a:pt x="2143118" y="2380685"/>
                  </a:lnTo>
                  <a:lnTo>
                    <a:pt x="2109636" y="2480228"/>
                  </a:lnTo>
                  <a:lnTo>
                    <a:pt x="2076387" y="2577327"/>
                  </a:lnTo>
                  <a:lnTo>
                    <a:pt x="2043396" y="2671579"/>
                  </a:lnTo>
                  <a:lnTo>
                    <a:pt x="2010671" y="2762632"/>
                  </a:lnTo>
                  <a:lnTo>
                    <a:pt x="1978206" y="2850198"/>
                  </a:lnTo>
                  <a:lnTo>
                    <a:pt x="1945976" y="2934049"/>
                  </a:lnTo>
                  <a:lnTo>
                    <a:pt x="1913938" y="3014020"/>
                  </a:lnTo>
                  <a:lnTo>
                    <a:pt x="1882030" y="3090006"/>
                  </a:lnTo>
                  <a:lnTo>
                    <a:pt x="1850165" y="3161961"/>
                  </a:lnTo>
                  <a:lnTo>
                    <a:pt x="1818236" y="3229890"/>
                  </a:lnTo>
                  <a:lnTo>
                    <a:pt x="1786107" y="3293849"/>
                  </a:lnTo>
                  <a:lnTo>
                    <a:pt x="1768425" y="3327124"/>
                  </a:lnTo>
                  <a:lnTo>
                    <a:pt x="1723854" y="3404803"/>
                  </a:lnTo>
                  <a:lnTo>
                    <a:pt x="1677958" y="3475383"/>
                  </a:lnTo>
                  <a:lnTo>
                    <a:pt x="1630153" y="3539156"/>
                  </a:lnTo>
                  <a:lnTo>
                    <a:pt x="1579782" y="3596650"/>
                  </a:lnTo>
                  <a:lnTo>
                    <a:pt x="1526161" y="3648488"/>
                  </a:lnTo>
                  <a:lnTo>
                    <a:pt x="1468629" y="3695297"/>
                  </a:lnTo>
                  <a:lnTo>
                    <a:pt x="1406599" y="3737651"/>
                  </a:lnTo>
                  <a:lnTo>
                    <a:pt x="1339630" y="3776045"/>
                  </a:lnTo>
                  <a:lnTo>
                    <a:pt x="1267517" y="3810874"/>
                  </a:lnTo>
                  <a:lnTo>
                    <a:pt x="1190407" y="3842425"/>
                  </a:lnTo>
                  <a:lnTo>
                    <a:pt x="1108929" y="3870874"/>
                  </a:lnTo>
                  <a:lnTo>
                    <a:pt x="1024316" y="3896296"/>
                  </a:lnTo>
                  <a:lnTo>
                    <a:pt x="938492" y="3918683"/>
                  </a:lnTo>
                  <a:lnTo>
                    <a:pt x="854052" y="3937974"/>
                  </a:lnTo>
                  <a:lnTo>
                    <a:pt x="774109" y="3954106"/>
                  </a:lnTo>
                  <a:lnTo>
                    <a:pt x="701953" y="3967064"/>
                  </a:lnTo>
                  <a:lnTo>
                    <a:pt x="640570" y="3976941"/>
                  </a:lnTo>
                  <a:lnTo>
                    <a:pt x="592109" y="3983966"/>
                  </a:lnTo>
                  <a:lnTo>
                    <a:pt x="557438" y="3988516"/>
                  </a:lnTo>
                  <a:lnTo>
                    <a:pt x="535903" y="3991083"/>
                  </a:lnTo>
                  <a:lnTo>
                    <a:pt x="525347" y="3992230"/>
                  </a:lnTo>
                  <a:lnTo>
                    <a:pt x="522274" y="3992536"/>
                  </a:lnTo>
                  <a:lnTo>
                    <a:pt x="522133" y="3992549"/>
                  </a:lnTo>
                  <a:lnTo>
                    <a:pt x="0" y="3992549"/>
                  </a:lnTo>
                  <a:lnTo>
                    <a:pt x="0" y="3992549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451" name="pg1451"/>
            <p:cNvSpPr/>
            <p:nvPr/>
          </p:nvSpPr>
          <p:spPr>
            <a:xfrm>
              <a:off x="386606" y="654711"/>
              <a:ext cx="8554953" cy="3902195"/>
            </a:xfrm>
            <a:custGeom>
              <a:avLst/>
              <a:pathLst>
                <a:path w="8554953" h="3902195">
                  <a:moveTo>
                    <a:pt x="0" y="3902195"/>
                  </a:moveTo>
                  <a:lnTo>
                    <a:pt x="522133" y="3902195"/>
                  </a:lnTo>
                  <a:lnTo>
                    <a:pt x="523064" y="3902108"/>
                  </a:lnTo>
                  <a:lnTo>
                    <a:pt x="529191" y="3901487"/>
                  </a:lnTo>
                  <a:lnTo>
                    <a:pt x="544662" y="3899773"/>
                  </a:lnTo>
                  <a:lnTo>
                    <a:pt x="572385" y="3896397"/>
                  </a:lnTo>
                  <a:lnTo>
                    <a:pt x="613821" y="3890833"/>
                  </a:lnTo>
                  <a:lnTo>
                    <a:pt x="668876" y="3882645"/>
                  </a:lnTo>
                  <a:lnTo>
                    <a:pt x="736006" y="3871532"/>
                  </a:lnTo>
                  <a:lnTo>
                    <a:pt x="812571" y="3857337"/>
                  </a:lnTo>
                  <a:lnTo>
                    <a:pt x="895345" y="3840027"/>
                  </a:lnTo>
                  <a:lnTo>
                    <a:pt x="981048" y="3819645"/>
                  </a:lnTo>
                  <a:lnTo>
                    <a:pt x="1066771" y="3796260"/>
                  </a:lnTo>
                  <a:lnTo>
                    <a:pt x="1150225" y="3769909"/>
                  </a:lnTo>
                  <a:lnTo>
                    <a:pt x="1229824" y="3740565"/>
                  </a:lnTo>
                  <a:lnTo>
                    <a:pt x="1304646" y="3708105"/>
                  </a:lnTo>
                  <a:lnTo>
                    <a:pt x="1374319" y="3672299"/>
                  </a:lnTo>
                  <a:lnTo>
                    <a:pt x="1438891" y="3632813"/>
                  </a:lnTo>
                  <a:lnTo>
                    <a:pt x="1498702" y="3589206"/>
                  </a:lnTo>
                  <a:lnTo>
                    <a:pt x="1554282" y="3540948"/>
                  </a:lnTo>
                  <a:lnTo>
                    <a:pt x="1606268" y="3487442"/>
                  </a:lnTo>
                  <a:lnTo>
                    <a:pt x="1655345" y="3428067"/>
                  </a:lnTo>
                  <a:lnTo>
                    <a:pt x="1702192" y="3362244"/>
                  </a:lnTo>
                  <a:lnTo>
                    <a:pt x="1747441" y="3289553"/>
                  </a:lnTo>
                  <a:lnTo>
                    <a:pt x="1768425" y="3252770"/>
                  </a:lnTo>
                  <a:lnTo>
                    <a:pt x="1801074" y="3191761"/>
                  </a:lnTo>
                  <a:lnTo>
                    <a:pt x="1833433" y="3126841"/>
                  </a:lnTo>
                  <a:lnTo>
                    <a:pt x="1865656" y="3057932"/>
                  </a:lnTo>
                  <a:lnTo>
                    <a:pt x="1897871" y="2985000"/>
                  </a:lnTo>
                  <a:lnTo>
                    <a:pt x="1930177" y="2908066"/>
                  </a:lnTo>
                  <a:lnTo>
                    <a:pt x="1962650" y="2827205"/>
                  </a:lnTo>
                  <a:lnTo>
                    <a:pt x="1995344" y="2742553"/>
                  </a:lnTo>
                  <a:lnTo>
                    <a:pt x="2028295" y="2654311"/>
                  </a:lnTo>
                  <a:lnTo>
                    <a:pt x="2061516" y="2562740"/>
                  </a:lnTo>
                  <a:lnTo>
                    <a:pt x="2095006" y="2468165"/>
                  </a:lnTo>
                  <a:lnTo>
                    <a:pt x="2128747" y="2370971"/>
                  </a:lnTo>
                  <a:lnTo>
                    <a:pt x="2162708" y="2271596"/>
                  </a:lnTo>
                  <a:lnTo>
                    <a:pt x="2196846" y="2170524"/>
                  </a:lnTo>
                  <a:lnTo>
                    <a:pt x="2231110" y="2068278"/>
                  </a:lnTo>
                  <a:lnTo>
                    <a:pt x="2265441" y="1965406"/>
                  </a:lnTo>
                  <a:lnTo>
                    <a:pt x="2299779" y="1862472"/>
                  </a:lnTo>
                  <a:lnTo>
                    <a:pt x="2334063" y="1760038"/>
                  </a:lnTo>
                  <a:lnTo>
                    <a:pt x="2368234" y="1658658"/>
                  </a:lnTo>
                  <a:lnTo>
                    <a:pt x="2402238" y="1558861"/>
                  </a:lnTo>
                  <a:lnTo>
                    <a:pt x="2436032" y="1461141"/>
                  </a:lnTo>
                  <a:lnTo>
                    <a:pt x="2469580" y="1365946"/>
                  </a:lnTo>
                  <a:lnTo>
                    <a:pt x="2502862" y="1273675"/>
                  </a:lnTo>
                  <a:lnTo>
                    <a:pt x="2535872" y="1184665"/>
                  </a:lnTo>
                  <a:lnTo>
                    <a:pt x="2568621" y="1099194"/>
                  </a:lnTo>
                  <a:lnTo>
                    <a:pt x="2601140" y="1017473"/>
                  </a:lnTo>
                  <a:lnTo>
                    <a:pt x="2633477" y="939654"/>
                  </a:lnTo>
                  <a:lnTo>
                    <a:pt x="2665704" y="865826"/>
                  </a:lnTo>
                  <a:lnTo>
                    <a:pt x="2697916" y="796021"/>
                  </a:lnTo>
                  <a:lnTo>
                    <a:pt x="2730232" y="730217"/>
                  </a:lnTo>
                  <a:lnTo>
                    <a:pt x="2762802" y="668345"/>
                  </a:lnTo>
                  <a:lnTo>
                    <a:pt x="2770117" y="655071"/>
                  </a:lnTo>
                  <a:lnTo>
                    <a:pt x="2814803" y="579078"/>
                  </a:lnTo>
                  <a:lnTo>
                    <a:pt x="2860821" y="510046"/>
                  </a:lnTo>
                  <a:lnTo>
                    <a:pt x="2908761" y="447689"/>
                  </a:lnTo>
                  <a:lnTo>
                    <a:pt x="2959286" y="391487"/>
                  </a:lnTo>
                  <a:lnTo>
                    <a:pt x="3013084" y="340826"/>
                  </a:lnTo>
                  <a:lnTo>
                    <a:pt x="3070822" y="295092"/>
                  </a:lnTo>
                  <a:lnTo>
                    <a:pt x="3133087" y="253719"/>
                  </a:lnTo>
                  <a:lnTo>
                    <a:pt x="3200323" y="216222"/>
                  </a:lnTo>
                  <a:lnTo>
                    <a:pt x="3272730" y="182216"/>
                  </a:lnTo>
                  <a:lnTo>
                    <a:pt x="3350150" y="151421"/>
                  </a:lnTo>
                  <a:lnTo>
                    <a:pt x="3431937" y="123665"/>
                  </a:lnTo>
                  <a:lnTo>
                    <a:pt x="3516830" y="98877"/>
                  </a:lnTo>
                  <a:lnTo>
                    <a:pt x="3602871" y="77068"/>
                  </a:lnTo>
                  <a:lnTo>
                    <a:pt x="3687423" y="58298"/>
                  </a:lnTo>
                  <a:lnTo>
                    <a:pt x="3767339" y="42629"/>
                  </a:lnTo>
                  <a:lnTo>
                    <a:pt x="3839306" y="30071"/>
                  </a:lnTo>
                  <a:lnTo>
                    <a:pt x="3900338" y="20530"/>
                  </a:lnTo>
                  <a:lnTo>
                    <a:pt x="3948315" y="13772"/>
                  </a:lnTo>
                  <a:lnTo>
                    <a:pt x="3982431" y="9423"/>
                  </a:lnTo>
                  <a:lnTo>
                    <a:pt x="4003414" y="6993"/>
                  </a:lnTo>
                  <a:lnTo>
                    <a:pt x="4013511" y="5927"/>
                  </a:lnTo>
                  <a:lnTo>
                    <a:pt x="4016409" y="5647"/>
                  </a:lnTo>
                  <a:lnTo>
                    <a:pt x="4538543" y="5647"/>
                  </a:lnTo>
                  <a:lnTo>
                    <a:pt x="4539685" y="5728"/>
                  </a:lnTo>
                  <a:lnTo>
                    <a:pt x="4547171" y="6306"/>
                  </a:lnTo>
                  <a:lnTo>
                    <a:pt x="4565954" y="7906"/>
                  </a:lnTo>
                  <a:lnTo>
                    <a:pt x="4599308" y="11050"/>
                  </a:lnTo>
                  <a:lnTo>
                    <a:pt x="4648552" y="16211"/>
                  </a:lnTo>
                  <a:lnTo>
                    <a:pt x="4712967" y="23756"/>
                  </a:lnTo>
                  <a:lnTo>
                    <a:pt x="4790058" y="33912"/>
                  </a:lnTo>
                  <a:lnTo>
                    <a:pt x="4876162" y="46767"/>
                  </a:lnTo>
                  <a:lnTo>
                    <a:pt x="4967204" y="62309"/>
                  </a:lnTo>
                  <a:lnTo>
                    <a:pt x="5059381" y="80478"/>
                  </a:lnTo>
                  <a:lnTo>
                    <a:pt x="5149614" y="101224"/>
                  </a:lnTo>
                  <a:lnTo>
                    <a:pt x="5235740" y="124559"/>
                  </a:lnTo>
                  <a:lnTo>
                    <a:pt x="5316485" y="150580"/>
                  </a:lnTo>
                  <a:lnTo>
                    <a:pt x="5391331" y="179489"/>
                  </a:lnTo>
                  <a:lnTo>
                    <a:pt x="5460319" y="211597"/>
                  </a:lnTo>
                  <a:lnTo>
                    <a:pt x="5523881" y="247317"/>
                  </a:lnTo>
                  <a:lnTo>
                    <a:pt x="5582688" y="287149"/>
                  </a:lnTo>
                  <a:lnTo>
                    <a:pt x="5637539" y="331657"/>
                  </a:lnTo>
                  <a:lnTo>
                    <a:pt x="5689281" y="381415"/>
                  </a:lnTo>
                  <a:lnTo>
                    <a:pt x="5738737" y="436924"/>
                  </a:lnTo>
                  <a:lnTo>
                    <a:pt x="5784835" y="496009"/>
                  </a:lnTo>
                  <a:lnTo>
                    <a:pt x="5821519" y="548008"/>
                  </a:lnTo>
                  <a:lnTo>
                    <a:pt x="5857863" y="603750"/>
                  </a:lnTo>
                  <a:lnTo>
                    <a:pt x="5894077" y="663311"/>
                  </a:lnTo>
                  <a:lnTo>
                    <a:pt x="5930331" y="726710"/>
                  </a:lnTo>
                  <a:lnTo>
                    <a:pt x="5966750" y="793899"/>
                  </a:lnTo>
                  <a:lnTo>
                    <a:pt x="6003427" y="864761"/>
                  </a:lnTo>
                  <a:lnTo>
                    <a:pt x="6040417" y="939103"/>
                  </a:lnTo>
                  <a:lnTo>
                    <a:pt x="6077748" y="1016657"/>
                  </a:lnTo>
                  <a:lnTo>
                    <a:pt x="6115418" y="1097078"/>
                  </a:lnTo>
                  <a:lnTo>
                    <a:pt x="6153402" y="1179951"/>
                  </a:lnTo>
                  <a:lnTo>
                    <a:pt x="6191651" y="1264797"/>
                  </a:lnTo>
                  <a:lnTo>
                    <a:pt x="6230101" y="1351081"/>
                  </a:lnTo>
                  <a:lnTo>
                    <a:pt x="6268675" y="1438231"/>
                  </a:lnTo>
                  <a:lnTo>
                    <a:pt x="6307287" y="1525648"/>
                  </a:lnTo>
                  <a:lnTo>
                    <a:pt x="6345850" y="1612725"/>
                  </a:lnTo>
                  <a:lnTo>
                    <a:pt x="6384280" y="1698868"/>
                  </a:lnTo>
                  <a:lnTo>
                    <a:pt x="6422500" y="1783505"/>
                  </a:lnTo>
                  <a:lnTo>
                    <a:pt x="6460449" y="1866110"/>
                  </a:lnTo>
                  <a:lnTo>
                    <a:pt x="6498080" y="1946211"/>
                  </a:lnTo>
                  <a:lnTo>
                    <a:pt x="6535370" y="2023398"/>
                  </a:lnTo>
                  <a:lnTo>
                    <a:pt x="6572321" y="2097338"/>
                  </a:lnTo>
                  <a:lnTo>
                    <a:pt x="6608963" y="2167771"/>
                  </a:lnTo>
                  <a:lnTo>
                    <a:pt x="6645357" y="2234513"/>
                  </a:lnTo>
                  <a:lnTo>
                    <a:pt x="6681599" y="2297456"/>
                  </a:lnTo>
                  <a:lnTo>
                    <a:pt x="6717819" y="2356560"/>
                  </a:lnTo>
                  <a:lnTo>
                    <a:pt x="6754191" y="2411851"/>
                  </a:lnTo>
                  <a:lnTo>
                    <a:pt x="6786527" y="2457460"/>
                  </a:lnTo>
                  <a:lnTo>
                    <a:pt x="6834478" y="2518772"/>
                  </a:lnTo>
                  <a:lnTo>
                    <a:pt x="6884008" y="2574055"/>
                  </a:lnTo>
                  <a:lnTo>
                    <a:pt x="6935853" y="2623602"/>
                  </a:lnTo>
                  <a:lnTo>
                    <a:pt x="6990839" y="2667921"/>
                  </a:lnTo>
                  <a:lnTo>
                    <a:pt x="7049813" y="2707587"/>
                  </a:lnTo>
                  <a:lnTo>
                    <a:pt x="7113570" y="2743160"/>
                  </a:lnTo>
                  <a:lnTo>
                    <a:pt x="7182776" y="2775139"/>
                  </a:lnTo>
                  <a:lnTo>
                    <a:pt x="7257849" y="2803933"/>
                  </a:lnTo>
                  <a:lnTo>
                    <a:pt x="7338814" y="2829849"/>
                  </a:lnTo>
                  <a:lnTo>
                    <a:pt x="7425124" y="2853083"/>
                  </a:lnTo>
                  <a:lnTo>
                    <a:pt x="7515477" y="2873732"/>
                  </a:lnTo>
                  <a:lnTo>
                    <a:pt x="7607673" y="2891802"/>
                  </a:lnTo>
                  <a:lnTo>
                    <a:pt x="7698600" y="2907242"/>
                  </a:lnTo>
                  <a:lnTo>
                    <a:pt x="7784435" y="2919994"/>
                  </a:lnTo>
                  <a:lnTo>
                    <a:pt x="7861104" y="2930048"/>
                  </a:lnTo>
                  <a:lnTo>
                    <a:pt x="7924977" y="2937497"/>
                  </a:lnTo>
                  <a:lnTo>
                    <a:pt x="7973616" y="2942574"/>
                  </a:lnTo>
                  <a:lnTo>
                    <a:pt x="8006376" y="2945650"/>
                  </a:lnTo>
                  <a:lnTo>
                    <a:pt x="8024657" y="2947201"/>
                  </a:lnTo>
                  <a:lnTo>
                    <a:pt x="8031800" y="2947751"/>
                  </a:lnTo>
                  <a:lnTo>
                    <a:pt x="8032819" y="2947823"/>
                  </a:lnTo>
                  <a:lnTo>
                    <a:pt x="8554953" y="2947823"/>
                  </a:lnTo>
                  <a:lnTo>
                    <a:pt x="8554953" y="2942176"/>
                  </a:lnTo>
                  <a:lnTo>
                    <a:pt x="8032819" y="2942176"/>
                  </a:lnTo>
                  <a:lnTo>
                    <a:pt x="8031677" y="2942095"/>
                  </a:lnTo>
                  <a:lnTo>
                    <a:pt x="8024191" y="2941516"/>
                  </a:lnTo>
                  <a:lnTo>
                    <a:pt x="8005408" y="2939917"/>
                  </a:lnTo>
                  <a:lnTo>
                    <a:pt x="7972054" y="2936772"/>
                  </a:lnTo>
                  <a:lnTo>
                    <a:pt x="7922810" y="2931611"/>
                  </a:lnTo>
                  <a:lnTo>
                    <a:pt x="7858395" y="2924066"/>
                  </a:lnTo>
                  <a:lnTo>
                    <a:pt x="7781304" y="2913910"/>
                  </a:lnTo>
                  <a:lnTo>
                    <a:pt x="7695200" y="2901055"/>
                  </a:lnTo>
                  <a:lnTo>
                    <a:pt x="7604158" y="2885513"/>
                  </a:lnTo>
                  <a:lnTo>
                    <a:pt x="7511981" y="2867345"/>
                  </a:lnTo>
                  <a:lnTo>
                    <a:pt x="7421747" y="2846598"/>
                  </a:lnTo>
                  <a:lnTo>
                    <a:pt x="7335622" y="2823263"/>
                  </a:lnTo>
                  <a:lnTo>
                    <a:pt x="7254876" y="2797243"/>
                  </a:lnTo>
                  <a:lnTo>
                    <a:pt x="7180031" y="2768333"/>
                  </a:lnTo>
                  <a:lnTo>
                    <a:pt x="7111043" y="2736225"/>
                  </a:lnTo>
                  <a:lnTo>
                    <a:pt x="7047481" y="2700506"/>
                  </a:lnTo>
                  <a:lnTo>
                    <a:pt x="6988674" y="2660673"/>
                  </a:lnTo>
                  <a:lnTo>
                    <a:pt x="6933823" y="2616165"/>
                  </a:lnTo>
                  <a:lnTo>
                    <a:pt x="6882081" y="2566407"/>
                  </a:lnTo>
                  <a:lnTo>
                    <a:pt x="6832625" y="2510898"/>
                  </a:lnTo>
                  <a:lnTo>
                    <a:pt x="6786527" y="2451813"/>
                  </a:lnTo>
                  <a:lnTo>
                    <a:pt x="6749843" y="2399814"/>
                  </a:lnTo>
                  <a:lnTo>
                    <a:pt x="6713499" y="2344072"/>
                  </a:lnTo>
                  <a:lnTo>
                    <a:pt x="6677285" y="2284511"/>
                  </a:lnTo>
                  <a:lnTo>
                    <a:pt x="6641031" y="2221112"/>
                  </a:lnTo>
                  <a:lnTo>
                    <a:pt x="6604612" y="2153923"/>
                  </a:lnTo>
                  <a:lnTo>
                    <a:pt x="6567935" y="2083062"/>
                  </a:lnTo>
                  <a:lnTo>
                    <a:pt x="6530945" y="2008719"/>
                  </a:lnTo>
                  <a:lnTo>
                    <a:pt x="6493614" y="1931166"/>
                  </a:lnTo>
                  <a:lnTo>
                    <a:pt x="6455943" y="1850744"/>
                  </a:lnTo>
                  <a:lnTo>
                    <a:pt x="6417960" y="1767871"/>
                  </a:lnTo>
                  <a:lnTo>
                    <a:pt x="6379711" y="1683025"/>
                  </a:lnTo>
                  <a:lnTo>
                    <a:pt x="6341261" y="1596741"/>
                  </a:lnTo>
                  <a:lnTo>
                    <a:pt x="6302687" y="1509591"/>
                  </a:lnTo>
                  <a:lnTo>
                    <a:pt x="6264075" y="1422175"/>
                  </a:lnTo>
                  <a:lnTo>
                    <a:pt x="6225512" y="1335097"/>
                  </a:lnTo>
                  <a:lnTo>
                    <a:pt x="6187082" y="1248955"/>
                  </a:lnTo>
                  <a:lnTo>
                    <a:pt x="6148861" y="1164317"/>
                  </a:lnTo>
                  <a:lnTo>
                    <a:pt x="6110913" y="1081712"/>
                  </a:lnTo>
                  <a:lnTo>
                    <a:pt x="6073282" y="1001612"/>
                  </a:lnTo>
                  <a:lnTo>
                    <a:pt x="6035992" y="924424"/>
                  </a:lnTo>
                  <a:lnTo>
                    <a:pt x="5999041" y="850484"/>
                  </a:lnTo>
                  <a:lnTo>
                    <a:pt x="5962399" y="780051"/>
                  </a:lnTo>
                  <a:lnTo>
                    <a:pt x="5926005" y="713309"/>
                  </a:lnTo>
                  <a:lnTo>
                    <a:pt x="5889763" y="650366"/>
                  </a:lnTo>
                  <a:lnTo>
                    <a:pt x="5853543" y="591262"/>
                  </a:lnTo>
                  <a:lnTo>
                    <a:pt x="5817171" y="535971"/>
                  </a:lnTo>
                  <a:lnTo>
                    <a:pt x="5784835" y="490362"/>
                  </a:lnTo>
                  <a:lnTo>
                    <a:pt x="5736884" y="429050"/>
                  </a:lnTo>
                  <a:lnTo>
                    <a:pt x="5687354" y="373768"/>
                  </a:lnTo>
                  <a:lnTo>
                    <a:pt x="5635509" y="324220"/>
                  </a:lnTo>
                  <a:lnTo>
                    <a:pt x="5580523" y="279901"/>
                  </a:lnTo>
                  <a:lnTo>
                    <a:pt x="5521549" y="240235"/>
                  </a:lnTo>
                  <a:lnTo>
                    <a:pt x="5457792" y="204662"/>
                  </a:lnTo>
                  <a:lnTo>
                    <a:pt x="5388586" y="172683"/>
                  </a:lnTo>
                  <a:lnTo>
                    <a:pt x="5313513" y="143889"/>
                  </a:lnTo>
                  <a:lnTo>
                    <a:pt x="5232548" y="117974"/>
                  </a:lnTo>
                  <a:lnTo>
                    <a:pt x="5146238" y="94739"/>
                  </a:lnTo>
                  <a:lnTo>
                    <a:pt x="5055885" y="74090"/>
                  </a:lnTo>
                  <a:lnTo>
                    <a:pt x="4963689" y="56021"/>
                  </a:lnTo>
                  <a:lnTo>
                    <a:pt x="4872762" y="40580"/>
                  </a:lnTo>
                  <a:lnTo>
                    <a:pt x="4786927" y="27828"/>
                  </a:lnTo>
                  <a:lnTo>
                    <a:pt x="4710258" y="17775"/>
                  </a:lnTo>
                  <a:lnTo>
                    <a:pt x="4646385" y="10325"/>
                  </a:lnTo>
                  <a:lnTo>
                    <a:pt x="4597746" y="5249"/>
                  </a:lnTo>
                  <a:lnTo>
                    <a:pt x="4564986" y="2172"/>
                  </a:lnTo>
                  <a:lnTo>
                    <a:pt x="4546705" y="622"/>
                  </a:lnTo>
                  <a:lnTo>
                    <a:pt x="4539562" y="72"/>
                  </a:lnTo>
                  <a:lnTo>
                    <a:pt x="4538543" y="0"/>
                  </a:lnTo>
                  <a:lnTo>
                    <a:pt x="4016409" y="0"/>
                  </a:lnTo>
                  <a:lnTo>
                    <a:pt x="4015479" y="87"/>
                  </a:lnTo>
                  <a:lnTo>
                    <a:pt x="4009352" y="707"/>
                  </a:lnTo>
                  <a:lnTo>
                    <a:pt x="3993880" y="2421"/>
                  </a:lnTo>
                  <a:lnTo>
                    <a:pt x="3966157" y="5797"/>
                  </a:lnTo>
                  <a:lnTo>
                    <a:pt x="3924721" y="11362"/>
                  </a:lnTo>
                  <a:lnTo>
                    <a:pt x="3869666" y="19550"/>
                  </a:lnTo>
                  <a:lnTo>
                    <a:pt x="3802536" y="30662"/>
                  </a:lnTo>
                  <a:lnTo>
                    <a:pt x="3725971" y="44857"/>
                  </a:lnTo>
                  <a:lnTo>
                    <a:pt x="3643197" y="62168"/>
                  </a:lnTo>
                  <a:lnTo>
                    <a:pt x="3557494" y="82549"/>
                  </a:lnTo>
                  <a:lnTo>
                    <a:pt x="3471771" y="105935"/>
                  </a:lnTo>
                  <a:lnTo>
                    <a:pt x="3388317" y="132285"/>
                  </a:lnTo>
                  <a:lnTo>
                    <a:pt x="3308718" y="161629"/>
                  </a:lnTo>
                  <a:lnTo>
                    <a:pt x="3233896" y="194089"/>
                  </a:lnTo>
                  <a:lnTo>
                    <a:pt x="3164223" y="229895"/>
                  </a:lnTo>
                  <a:lnTo>
                    <a:pt x="3099651" y="269381"/>
                  </a:lnTo>
                  <a:lnTo>
                    <a:pt x="3039840" y="312989"/>
                  </a:lnTo>
                  <a:lnTo>
                    <a:pt x="2984260" y="361247"/>
                  </a:lnTo>
                  <a:lnTo>
                    <a:pt x="2932274" y="414752"/>
                  </a:lnTo>
                  <a:lnTo>
                    <a:pt x="2883198" y="474127"/>
                  </a:lnTo>
                  <a:lnTo>
                    <a:pt x="2836350" y="539950"/>
                  </a:lnTo>
                  <a:lnTo>
                    <a:pt x="2791101" y="612641"/>
                  </a:lnTo>
                  <a:lnTo>
                    <a:pt x="2770117" y="649424"/>
                  </a:lnTo>
                  <a:lnTo>
                    <a:pt x="2737468" y="710433"/>
                  </a:lnTo>
                  <a:lnTo>
                    <a:pt x="2705110" y="775353"/>
                  </a:lnTo>
                  <a:lnTo>
                    <a:pt x="2672886" y="844262"/>
                  </a:lnTo>
                  <a:lnTo>
                    <a:pt x="2640671" y="917194"/>
                  </a:lnTo>
                  <a:lnTo>
                    <a:pt x="2608366" y="994128"/>
                  </a:lnTo>
                  <a:lnTo>
                    <a:pt x="2575892" y="1074989"/>
                  </a:lnTo>
                  <a:lnTo>
                    <a:pt x="2543198" y="1159641"/>
                  </a:lnTo>
                  <a:lnTo>
                    <a:pt x="2510247" y="1247883"/>
                  </a:lnTo>
                  <a:lnTo>
                    <a:pt x="2477026" y="1339454"/>
                  </a:lnTo>
                  <a:lnTo>
                    <a:pt x="2443536" y="1434029"/>
                  </a:lnTo>
                  <a:lnTo>
                    <a:pt x="2409795" y="1531223"/>
                  </a:lnTo>
                  <a:lnTo>
                    <a:pt x="2375834" y="1630599"/>
                  </a:lnTo>
                  <a:lnTo>
                    <a:pt x="2341696" y="1731670"/>
                  </a:lnTo>
                  <a:lnTo>
                    <a:pt x="2307433" y="1833916"/>
                  </a:lnTo>
                  <a:lnTo>
                    <a:pt x="2273101" y="1936788"/>
                  </a:lnTo>
                  <a:lnTo>
                    <a:pt x="2238763" y="2039722"/>
                  </a:lnTo>
                  <a:lnTo>
                    <a:pt x="2204479" y="2142156"/>
                  </a:lnTo>
                  <a:lnTo>
                    <a:pt x="2170308" y="2243536"/>
                  </a:lnTo>
                  <a:lnTo>
                    <a:pt x="2136304" y="2343333"/>
                  </a:lnTo>
                  <a:lnTo>
                    <a:pt x="2102511" y="2441054"/>
                  </a:lnTo>
                  <a:lnTo>
                    <a:pt x="2068963" y="2536248"/>
                  </a:lnTo>
                  <a:lnTo>
                    <a:pt x="2035681" y="2628519"/>
                  </a:lnTo>
                  <a:lnTo>
                    <a:pt x="2002670" y="2717529"/>
                  </a:lnTo>
                  <a:lnTo>
                    <a:pt x="1969921" y="2803001"/>
                  </a:lnTo>
                  <a:lnTo>
                    <a:pt x="1937402" y="2884721"/>
                  </a:lnTo>
                  <a:lnTo>
                    <a:pt x="1905065" y="2962540"/>
                  </a:lnTo>
                  <a:lnTo>
                    <a:pt x="1872838" y="3036368"/>
                  </a:lnTo>
                  <a:lnTo>
                    <a:pt x="1840626" y="3106173"/>
                  </a:lnTo>
                  <a:lnTo>
                    <a:pt x="1808310" y="3171977"/>
                  </a:lnTo>
                  <a:lnTo>
                    <a:pt x="1775741" y="3233849"/>
                  </a:lnTo>
                  <a:lnTo>
                    <a:pt x="1768425" y="3247123"/>
                  </a:lnTo>
                  <a:lnTo>
                    <a:pt x="1723739" y="3323117"/>
                  </a:lnTo>
                  <a:lnTo>
                    <a:pt x="1677721" y="3392149"/>
                  </a:lnTo>
                  <a:lnTo>
                    <a:pt x="1629781" y="3454505"/>
                  </a:lnTo>
                  <a:lnTo>
                    <a:pt x="1579256" y="3510707"/>
                  </a:lnTo>
                  <a:lnTo>
                    <a:pt x="1525458" y="3561368"/>
                  </a:lnTo>
                  <a:lnTo>
                    <a:pt x="1467721" y="3607102"/>
                  </a:lnTo>
                  <a:lnTo>
                    <a:pt x="1405455" y="3648475"/>
                  </a:lnTo>
                  <a:lnTo>
                    <a:pt x="1338219" y="3685972"/>
                  </a:lnTo>
                  <a:lnTo>
                    <a:pt x="1265812" y="3719978"/>
                  </a:lnTo>
                  <a:lnTo>
                    <a:pt x="1188392" y="3750773"/>
                  </a:lnTo>
                  <a:lnTo>
                    <a:pt x="1106605" y="3778529"/>
                  </a:lnTo>
                  <a:lnTo>
                    <a:pt x="1021712" y="3803317"/>
                  </a:lnTo>
                  <a:lnTo>
                    <a:pt x="935672" y="3825126"/>
                  </a:lnTo>
                  <a:lnTo>
                    <a:pt x="851119" y="3843896"/>
                  </a:lnTo>
                  <a:lnTo>
                    <a:pt x="771203" y="3859565"/>
                  </a:lnTo>
                  <a:lnTo>
                    <a:pt x="699236" y="3872123"/>
                  </a:lnTo>
                  <a:lnTo>
                    <a:pt x="638205" y="3881665"/>
                  </a:lnTo>
                  <a:lnTo>
                    <a:pt x="590227" y="3888422"/>
                  </a:lnTo>
                  <a:lnTo>
                    <a:pt x="556111" y="3892771"/>
                  </a:lnTo>
                  <a:lnTo>
                    <a:pt x="535128" y="3895201"/>
                  </a:lnTo>
                  <a:lnTo>
                    <a:pt x="525031" y="3896268"/>
                  </a:lnTo>
                  <a:lnTo>
                    <a:pt x="522133" y="3896548"/>
                  </a:lnTo>
                  <a:lnTo>
                    <a:pt x="0" y="3896548"/>
                  </a:lnTo>
                  <a:close/>
                </a:path>
              </a:pathLst>
            </a:custGeom>
            <a:solidFill>
              <a:srgbClr val="E78AC3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1452" name="pl1452"/>
            <p:cNvSpPr/>
            <p:nvPr/>
          </p:nvSpPr>
          <p:spPr>
            <a:xfrm>
              <a:off x="386606" y="660358"/>
              <a:ext cx="8554953" cy="3896548"/>
            </a:xfrm>
            <a:custGeom>
              <a:avLst/>
              <a:pathLst>
                <a:path w="8554953" h="3896548">
                  <a:moveTo>
                    <a:pt x="0" y="3896548"/>
                  </a:moveTo>
                  <a:lnTo>
                    <a:pt x="522133" y="3896548"/>
                  </a:lnTo>
                  <a:lnTo>
                    <a:pt x="523064" y="3896461"/>
                  </a:lnTo>
                  <a:lnTo>
                    <a:pt x="529191" y="3895840"/>
                  </a:lnTo>
                  <a:lnTo>
                    <a:pt x="544662" y="3894126"/>
                  </a:lnTo>
                  <a:lnTo>
                    <a:pt x="572385" y="3890750"/>
                  </a:lnTo>
                  <a:lnTo>
                    <a:pt x="613821" y="3885185"/>
                  </a:lnTo>
                  <a:lnTo>
                    <a:pt x="668876" y="3876997"/>
                  </a:lnTo>
                  <a:lnTo>
                    <a:pt x="736006" y="3865885"/>
                  </a:lnTo>
                  <a:lnTo>
                    <a:pt x="812571" y="3851690"/>
                  </a:lnTo>
                  <a:lnTo>
                    <a:pt x="895345" y="3834380"/>
                  </a:lnTo>
                  <a:lnTo>
                    <a:pt x="981048" y="3813998"/>
                  </a:lnTo>
                  <a:lnTo>
                    <a:pt x="1066771" y="3790612"/>
                  </a:lnTo>
                  <a:lnTo>
                    <a:pt x="1150225" y="3764262"/>
                  </a:lnTo>
                  <a:lnTo>
                    <a:pt x="1229824" y="3734918"/>
                  </a:lnTo>
                  <a:lnTo>
                    <a:pt x="1304646" y="3702458"/>
                  </a:lnTo>
                  <a:lnTo>
                    <a:pt x="1374319" y="3666652"/>
                  </a:lnTo>
                  <a:lnTo>
                    <a:pt x="1438891" y="3627166"/>
                  </a:lnTo>
                  <a:lnTo>
                    <a:pt x="1498702" y="3583558"/>
                  </a:lnTo>
                  <a:lnTo>
                    <a:pt x="1554282" y="3535300"/>
                  </a:lnTo>
                  <a:lnTo>
                    <a:pt x="1606268" y="3481795"/>
                  </a:lnTo>
                  <a:lnTo>
                    <a:pt x="1655345" y="3422420"/>
                  </a:lnTo>
                  <a:lnTo>
                    <a:pt x="1702192" y="3356597"/>
                  </a:lnTo>
                  <a:lnTo>
                    <a:pt x="1747441" y="3283906"/>
                  </a:lnTo>
                  <a:lnTo>
                    <a:pt x="1768425" y="3247123"/>
                  </a:lnTo>
                  <a:lnTo>
                    <a:pt x="1801074" y="3186114"/>
                  </a:lnTo>
                  <a:lnTo>
                    <a:pt x="1833433" y="3121194"/>
                  </a:lnTo>
                  <a:lnTo>
                    <a:pt x="1865656" y="3052285"/>
                  </a:lnTo>
                  <a:lnTo>
                    <a:pt x="1897871" y="2979353"/>
                  </a:lnTo>
                  <a:lnTo>
                    <a:pt x="1930177" y="2902419"/>
                  </a:lnTo>
                  <a:lnTo>
                    <a:pt x="1962650" y="2821558"/>
                  </a:lnTo>
                  <a:lnTo>
                    <a:pt x="1995344" y="2736906"/>
                  </a:lnTo>
                  <a:lnTo>
                    <a:pt x="2028295" y="2648664"/>
                  </a:lnTo>
                  <a:lnTo>
                    <a:pt x="2061516" y="2557093"/>
                  </a:lnTo>
                  <a:lnTo>
                    <a:pt x="2095006" y="2462518"/>
                  </a:lnTo>
                  <a:lnTo>
                    <a:pt x="2128747" y="2365324"/>
                  </a:lnTo>
                  <a:lnTo>
                    <a:pt x="2162708" y="2265949"/>
                  </a:lnTo>
                  <a:lnTo>
                    <a:pt x="2196846" y="2164877"/>
                  </a:lnTo>
                  <a:lnTo>
                    <a:pt x="2231110" y="2062631"/>
                  </a:lnTo>
                  <a:lnTo>
                    <a:pt x="2265441" y="1959759"/>
                  </a:lnTo>
                  <a:lnTo>
                    <a:pt x="2299779" y="1856825"/>
                  </a:lnTo>
                  <a:lnTo>
                    <a:pt x="2334063" y="1754391"/>
                  </a:lnTo>
                  <a:lnTo>
                    <a:pt x="2368234" y="1653011"/>
                  </a:lnTo>
                  <a:lnTo>
                    <a:pt x="2402238" y="1553214"/>
                  </a:lnTo>
                  <a:lnTo>
                    <a:pt x="2436032" y="1455493"/>
                  </a:lnTo>
                  <a:lnTo>
                    <a:pt x="2469580" y="1360299"/>
                  </a:lnTo>
                  <a:lnTo>
                    <a:pt x="2502862" y="1268028"/>
                  </a:lnTo>
                  <a:lnTo>
                    <a:pt x="2535872" y="1179018"/>
                  </a:lnTo>
                  <a:lnTo>
                    <a:pt x="2568621" y="1093546"/>
                  </a:lnTo>
                  <a:lnTo>
                    <a:pt x="2601140" y="1011826"/>
                  </a:lnTo>
                  <a:lnTo>
                    <a:pt x="2633477" y="934007"/>
                  </a:lnTo>
                  <a:lnTo>
                    <a:pt x="2665704" y="860179"/>
                  </a:lnTo>
                  <a:lnTo>
                    <a:pt x="2697916" y="790374"/>
                  </a:lnTo>
                  <a:lnTo>
                    <a:pt x="2730232" y="724570"/>
                  </a:lnTo>
                  <a:lnTo>
                    <a:pt x="2762802" y="662698"/>
                  </a:lnTo>
                  <a:lnTo>
                    <a:pt x="2770117" y="649424"/>
                  </a:lnTo>
                  <a:lnTo>
                    <a:pt x="2814803" y="573430"/>
                  </a:lnTo>
                  <a:lnTo>
                    <a:pt x="2860821" y="504399"/>
                  </a:lnTo>
                  <a:lnTo>
                    <a:pt x="2908761" y="442042"/>
                  </a:lnTo>
                  <a:lnTo>
                    <a:pt x="2959286" y="385840"/>
                  </a:lnTo>
                  <a:lnTo>
                    <a:pt x="3013084" y="335179"/>
                  </a:lnTo>
                  <a:lnTo>
                    <a:pt x="3070822" y="289445"/>
                  </a:lnTo>
                  <a:lnTo>
                    <a:pt x="3133087" y="248072"/>
                  </a:lnTo>
                  <a:lnTo>
                    <a:pt x="3200323" y="210575"/>
                  </a:lnTo>
                  <a:lnTo>
                    <a:pt x="3272730" y="176569"/>
                  </a:lnTo>
                  <a:lnTo>
                    <a:pt x="3350150" y="145774"/>
                  </a:lnTo>
                  <a:lnTo>
                    <a:pt x="3431937" y="118018"/>
                  </a:lnTo>
                  <a:lnTo>
                    <a:pt x="3516830" y="93230"/>
                  </a:lnTo>
                  <a:lnTo>
                    <a:pt x="3602871" y="71421"/>
                  </a:lnTo>
                  <a:lnTo>
                    <a:pt x="3687423" y="52651"/>
                  </a:lnTo>
                  <a:lnTo>
                    <a:pt x="3767339" y="36982"/>
                  </a:lnTo>
                  <a:lnTo>
                    <a:pt x="3839306" y="24424"/>
                  </a:lnTo>
                  <a:lnTo>
                    <a:pt x="3900338" y="14882"/>
                  </a:lnTo>
                  <a:lnTo>
                    <a:pt x="3948315" y="8125"/>
                  </a:lnTo>
                  <a:lnTo>
                    <a:pt x="3982431" y="3776"/>
                  </a:lnTo>
                  <a:lnTo>
                    <a:pt x="4003414" y="1346"/>
                  </a:lnTo>
                  <a:lnTo>
                    <a:pt x="4013511" y="279"/>
                  </a:lnTo>
                  <a:lnTo>
                    <a:pt x="4016308" y="9"/>
                  </a:lnTo>
                  <a:lnTo>
                    <a:pt x="4016409" y="0"/>
                  </a:lnTo>
                  <a:lnTo>
                    <a:pt x="4538543" y="0"/>
                  </a:lnTo>
                  <a:lnTo>
                    <a:pt x="4539685" y="81"/>
                  </a:lnTo>
                  <a:lnTo>
                    <a:pt x="4547171" y="659"/>
                  </a:lnTo>
                  <a:lnTo>
                    <a:pt x="4565954" y="2258"/>
                  </a:lnTo>
                  <a:lnTo>
                    <a:pt x="4599308" y="5403"/>
                  </a:lnTo>
                  <a:lnTo>
                    <a:pt x="4648552" y="10564"/>
                  </a:lnTo>
                  <a:lnTo>
                    <a:pt x="4712967" y="18109"/>
                  </a:lnTo>
                  <a:lnTo>
                    <a:pt x="4790058" y="28265"/>
                  </a:lnTo>
                  <a:lnTo>
                    <a:pt x="4876162" y="41120"/>
                  </a:lnTo>
                  <a:lnTo>
                    <a:pt x="4967204" y="56662"/>
                  </a:lnTo>
                  <a:lnTo>
                    <a:pt x="5059381" y="74831"/>
                  </a:lnTo>
                  <a:lnTo>
                    <a:pt x="5149614" y="95577"/>
                  </a:lnTo>
                  <a:lnTo>
                    <a:pt x="5235740" y="118912"/>
                  </a:lnTo>
                  <a:lnTo>
                    <a:pt x="5316485" y="144932"/>
                  </a:lnTo>
                  <a:lnTo>
                    <a:pt x="5391331" y="173842"/>
                  </a:lnTo>
                  <a:lnTo>
                    <a:pt x="5460319" y="205950"/>
                  </a:lnTo>
                  <a:lnTo>
                    <a:pt x="5523881" y="241670"/>
                  </a:lnTo>
                  <a:lnTo>
                    <a:pt x="5582688" y="281502"/>
                  </a:lnTo>
                  <a:lnTo>
                    <a:pt x="5637539" y="326010"/>
                  </a:lnTo>
                  <a:lnTo>
                    <a:pt x="5689281" y="375768"/>
                  </a:lnTo>
                  <a:lnTo>
                    <a:pt x="5738737" y="431277"/>
                  </a:lnTo>
                  <a:lnTo>
                    <a:pt x="5784835" y="490362"/>
                  </a:lnTo>
                  <a:lnTo>
                    <a:pt x="5821519" y="542361"/>
                  </a:lnTo>
                  <a:lnTo>
                    <a:pt x="5857863" y="598103"/>
                  </a:lnTo>
                  <a:lnTo>
                    <a:pt x="5894077" y="657664"/>
                  </a:lnTo>
                  <a:lnTo>
                    <a:pt x="5930331" y="721063"/>
                  </a:lnTo>
                  <a:lnTo>
                    <a:pt x="5966750" y="788252"/>
                  </a:lnTo>
                  <a:lnTo>
                    <a:pt x="6003427" y="859114"/>
                  </a:lnTo>
                  <a:lnTo>
                    <a:pt x="6040417" y="933456"/>
                  </a:lnTo>
                  <a:lnTo>
                    <a:pt x="6077748" y="1011010"/>
                  </a:lnTo>
                  <a:lnTo>
                    <a:pt x="6115418" y="1091431"/>
                  </a:lnTo>
                  <a:lnTo>
                    <a:pt x="6153402" y="1174304"/>
                  </a:lnTo>
                  <a:lnTo>
                    <a:pt x="6191651" y="1259150"/>
                  </a:lnTo>
                  <a:lnTo>
                    <a:pt x="6230101" y="1345434"/>
                  </a:lnTo>
                  <a:lnTo>
                    <a:pt x="6268675" y="1432584"/>
                  </a:lnTo>
                  <a:lnTo>
                    <a:pt x="6307287" y="1520000"/>
                  </a:lnTo>
                  <a:lnTo>
                    <a:pt x="6345850" y="1607078"/>
                  </a:lnTo>
                  <a:lnTo>
                    <a:pt x="6384280" y="1693220"/>
                  </a:lnTo>
                  <a:lnTo>
                    <a:pt x="6422500" y="1777858"/>
                  </a:lnTo>
                  <a:lnTo>
                    <a:pt x="6460449" y="1860463"/>
                  </a:lnTo>
                  <a:lnTo>
                    <a:pt x="6498080" y="1940563"/>
                  </a:lnTo>
                  <a:lnTo>
                    <a:pt x="6535370" y="2017751"/>
                  </a:lnTo>
                  <a:lnTo>
                    <a:pt x="6572321" y="2091691"/>
                  </a:lnTo>
                  <a:lnTo>
                    <a:pt x="6608963" y="2162124"/>
                  </a:lnTo>
                  <a:lnTo>
                    <a:pt x="6645357" y="2228866"/>
                  </a:lnTo>
                  <a:lnTo>
                    <a:pt x="6681599" y="2291809"/>
                  </a:lnTo>
                  <a:lnTo>
                    <a:pt x="6717819" y="2350913"/>
                  </a:lnTo>
                  <a:lnTo>
                    <a:pt x="6754191" y="2406204"/>
                  </a:lnTo>
                  <a:lnTo>
                    <a:pt x="6786527" y="2451813"/>
                  </a:lnTo>
                  <a:lnTo>
                    <a:pt x="6834478" y="2513125"/>
                  </a:lnTo>
                  <a:lnTo>
                    <a:pt x="6884008" y="2568407"/>
                  </a:lnTo>
                  <a:lnTo>
                    <a:pt x="6935853" y="2617955"/>
                  </a:lnTo>
                  <a:lnTo>
                    <a:pt x="6990839" y="2662274"/>
                  </a:lnTo>
                  <a:lnTo>
                    <a:pt x="7049813" y="2701940"/>
                  </a:lnTo>
                  <a:lnTo>
                    <a:pt x="7113570" y="2737513"/>
                  </a:lnTo>
                  <a:lnTo>
                    <a:pt x="7182776" y="2769492"/>
                  </a:lnTo>
                  <a:lnTo>
                    <a:pt x="7257849" y="2798286"/>
                  </a:lnTo>
                  <a:lnTo>
                    <a:pt x="7338814" y="2824202"/>
                  </a:lnTo>
                  <a:lnTo>
                    <a:pt x="7425124" y="2847436"/>
                  </a:lnTo>
                  <a:lnTo>
                    <a:pt x="7515477" y="2868085"/>
                  </a:lnTo>
                  <a:lnTo>
                    <a:pt x="7607673" y="2886154"/>
                  </a:lnTo>
                  <a:lnTo>
                    <a:pt x="7698600" y="2901595"/>
                  </a:lnTo>
                  <a:lnTo>
                    <a:pt x="7784435" y="2914347"/>
                  </a:lnTo>
                  <a:lnTo>
                    <a:pt x="7861104" y="2924401"/>
                  </a:lnTo>
                  <a:lnTo>
                    <a:pt x="7924977" y="2931850"/>
                  </a:lnTo>
                  <a:lnTo>
                    <a:pt x="7973616" y="2936927"/>
                  </a:lnTo>
                  <a:lnTo>
                    <a:pt x="8006376" y="2940003"/>
                  </a:lnTo>
                  <a:lnTo>
                    <a:pt x="8024657" y="2941554"/>
                  </a:lnTo>
                  <a:lnTo>
                    <a:pt x="8031800" y="2942104"/>
                  </a:lnTo>
                  <a:lnTo>
                    <a:pt x="8032819" y="2942176"/>
                  </a:lnTo>
                  <a:lnTo>
                    <a:pt x="8554953" y="2942176"/>
                  </a:lnTo>
                  <a:lnTo>
                    <a:pt x="8554953" y="2942176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453" name="pl1453"/>
            <p:cNvSpPr/>
            <p:nvPr/>
          </p:nvSpPr>
          <p:spPr>
            <a:xfrm>
              <a:off x="386606" y="654711"/>
              <a:ext cx="8554953" cy="3896548"/>
            </a:xfrm>
            <a:custGeom>
              <a:avLst/>
              <a:pathLst>
                <a:path w="8554953" h="3896548">
                  <a:moveTo>
                    <a:pt x="8554953" y="2942176"/>
                  </a:moveTo>
                  <a:lnTo>
                    <a:pt x="8032819" y="2942176"/>
                  </a:lnTo>
                  <a:lnTo>
                    <a:pt x="8031677" y="2942095"/>
                  </a:lnTo>
                  <a:lnTo>
                    <a:pt x="8024191" y="2941516"/>
                  </a:lnTo>
                  <a:lnTo>
                    <a:pt x="8005408" y="2939917"/>
                  </a:lnTo>
                  <a:lnTo>
                    <a:pt x="7972054" y="2936772"/>
                  </a:lnTo>
                  <a:lnTo>
                    <a:pt x="7922810" y="2931611"/>
                  </a:lnTo>
                  <a:lnTo>
                    <a:pt x="7858395" y="2924066"/>
                  </a:lnTo>
                  <a:lnTo>
                    <a:pt x="7781304" y="2913910"/>
                  </a:lnTo>
                  <a:lnTo>
                    <a:pt x="7695200" y="2901055"/>
                  </a:lnTo>
                  <a:lnTo>
                    <a:pt x="7604158" y="2885513"/>
                  </a:lnTo>
                  <a:lnTo>
                    <a:pt x="7511981" y="2867345"/>
                  </a:lnTo>
                  <a:lnTo>
                    <a:pt x="7421747" y="2846598"/>
                  </a:lnTo>
                  <a:lnTo>
                    <a:pt x="7335622" y="2823263"/>
                  </a:lnTo>
                  <a:lnTo>
                    <a:pt x="7254876" y="2797243"/>
                  </a:lnTo>
                  <a:lnTo>
                    <a:pt x="7180031" y="2768333"/>
                  </a:lnTo>
                  <a:lnTo>
                    <a:pt x="7111043" y="2736225"/>
                  </a:lnTo>
                  <a:lnTo>
                    <a:pt x="7047481" y="2700506"/>
                  </a:lnTo>
                  <a:lnTo>
                    <a:pt x="6988674" y="2660673"/>
                  </a:lnTo>
                  <a:lnTo>
                    <a:pt x="6933823" y="2616165"/>
                  </a:lnTo>
                  <a:lnTo>
                    <a:pt x="6882081" y="2566407"/>
                  </a:lnTo>
                  <a:lnTo>
                    <a:pt x="6832625" y="2510898"/>
                  </a:lnTo>
                  <a:lnTo>
                    <a:pt x="6786527" y="2451813"/>
                  </a:lnTo>
                  <a:lnTo>
                    <a:pt x="6749843" y="2399814"/>
                  </a:lnTo>
                  <a:lnTo>
                    <a:pt x="6713499" y="2344072"/>
                  </a:lnTo>
                  <a:lnTo>
                    <a:pt x="6677285" y="2284511"/>
                  </a:lnTo>
                  <a:lnTo>
                    <a:pt x="6641031" y="2221112"/>
                  </a:lnTo>
                  <a:lnTo>
                    <a:pt x="6604612" y="2153923"/>
                  </a:lnTo>
                  <a:lnTo>
                    <a:pt x="6567935" y="2083062"/>
                  </a:lnTo>
                  <a:lnTo>
                    <a:pt x="6530945" y="2008719"/>
                  </a:lnTo>
                  <a:lnTo>
                    <a:pt x="6493614" y="1931166"/>
                  </a:lnTo>
                  <a:lnTo>
                    <a:pt x="6455943" y="1850744"/>
                  </a:lnTo>
                  <a:lnTo>
                    <a:pt x="6417960" y="1767871"/>
                  </a:lnTo>
                  <a:lnTo>
                    <a:pt x="6379711" y="1683025"/>
                  </a:lnTo>
                  <a:lnTo>
                    <a:pt x="6341261" y="1596741"/>
                  </a:lnTo>
                  <a:lnTo>
                    <a:pt x="6302687" y="1509591"/>
                  </a:lnTo>
                  <a:lnTo>
                    <a:pt x="6264075" y="1422175"/>
                  </a:lnTo>
                  <a:lnTo>
                    <a:pt x="6225512" y="1335097"/>
                  </a:lnTo>
                  <a:lnTo>
                    <a:pt x="6187082" y="1248955"/>
                  </a:lnTo>
                  <a:lnTo>
                    <a:pt x="6148861" y="1164317"/>
                  </a:lnTo>
                  <a:lnTo>
                    <a:pt x="6110913" y="1081712"/>
                  </a:lnTo>
                  <a:lnTo>
                    <a:pt x="6073282" y="1001612"/>
                  </a:lnTo>
                  <a:lnTo>
                    <a:pt x="6035992" y="924424"/>
                  </a:lnTo>
                  <a:lnTo>
                    <a:pt x="5999041" y="850484"/>
                  </a:lnTo>
                  <a:lnTo>
                    <a:pt x="5962399" y="780051"/>
                  </a:lnTo>
                  <a:lnTo>
                    <a:pt x="5926005" y="713309"/>
                  </a:lnTo>
                  <a:lnTo>
                    <a:pt x="5889763" y="650366"/>
                  </a:lnTo>
                  <a:lnTo>
                    <a:pt x="5853543" y="591262"/>
                  </a:lnTo>
                  <a:lnTo>
                    <a:pt x="5817171" y="535971"/>
                  </a:lnTo>
                  <a:lnTo>
                    <a:pt x="5784835" y="490362"/>
                  </a:lnTo>
                  <a:lnTo>
                    <a:pt x="5736884" y="429050"/>
                  </a:lnTo>
                  <a:lnTo>
                    <a:pt x="5687354" y="373768"/>
                  </a:lnTo>
                  <a:lnTo>
                    <a:pt x="5635509" y="324220"/>
                  </a:lnTo>
                  <a:lnTo>
                    <a:pt x="5580523" y="279901"/>
                  </a:lnTo>
                  <a:lnTo>
                    <a:pt x="5521549" y="240235"/>
                  </a:lnTo>
                  <a:lnTo>
                    <a:pt x="5457792" y="204662"/>
                  </a:lnTo>
                  <a:lnTo>
                    <a:pt x="5388586" y="172683"/>
                  </a:lnTo>
                  <a:lnTo>
                    <a:pt x="5313513" y="143889"/>
                  </a:lnTo>
                  <a:lnTo>
                    <a:pt x="5232548" y="117974"/>
                  </a:lnTo>
                  <a:lnTo>
                    <a:pt x="5146238" y="94739"/>
                  </a:lnTo>
                  <a:lnTo>
                    <a:pt x="5055885" y="74090"/>
                  </a:lnTo>
                  <a:lnTo>
                    <a:pt x="4963689" y="56021"/>
                  </a:lnTo>
                  <a:lnTo>
                    <a:pt x="4872762" y="40580"/>
                  </a:lnTo>
                  <a:lnTo>
                    <a:pt x="4786927" y="27828"/>
                  </a:lnTo>
                  <a:lnTo>
                    <a:pt x="4710258" y="17775"/>
                  </a:lnTo>
                  <a:lnTo>
                    <a:pt x="4646385" y="10325"/>
                  </a:lnTo>
                  <a:lnTo>
                    <a:pt x="4597746" y="5249"/>
                  </a:lnTo>
                  <a:lnTo>
                    <a:pt x="4564986" y="2172"/>
                  </a:lnTo>
                  <a:lnTo>
                    <a:pt x="4546705" y="622"/>
                  </a:lnTo>
                  <a:lnTo>
                    <a:pt x="4539562" y="72"/>
                  </a:lnTo>
                  <a:lnTo>
                    <a:pt x="4538543" y="0"/>
                  </a:lnTo>
                  <a:lnTo>
                    <a:pt x="4016409" y="0"/>
                  </a:lnTo>
                  <a:lnTo>
                    <a:pt x="4015479" y="87"/>
                  </a:lnTo>
                  <a:lnTo>
                    <a:pt x="4009352" y="707"/>
                  </a:lnTo>
                  <a:lnTo>
                    <a:pt x="3993880" y="2421"/>
                  </a:lnTo>
                  <a:lnTo>
                    <a:pt x="3966157" y="5797"/>
                  </a:lnTo>
                  <a:lnTo>
                    <a:pt x="3924721" y="11362"/>
                  </a:lnTo>
                  <a:lnTo>
                    <a:pt x="3869666" y="19550"/>
                  </a:lnTo>
                  <a:lnTo>
                    <a:pt x="3802536" y="30662"/>
                  </a:lnTo>
                  <a:lnTo>
                    <a:pt x="3725971" y="44857"/>
                  </a:lnTo>
                  <a:lnTo>
                    <a:pt x="3643197" y="62168"/>
                  </a:lnTo>
                  <a:lnTo>
                    <a:pt x="3557494" y="82549"/>
                  </a:lnTo>
                  <a:lnTo>
                    <a:pt x="3471771" y="105935"/>
                  </a:lnTo>
                  <a:lnTo>
                    <a:pt x="3388317" y="132285"/>
                  </a:lnTo>
                  <a:lnTo>
                    <a:pt x="3308718" y="161629"/>
                  </a:lnTo>
                  <a:lnTo>
                    <a:pt x="3233896" y="194089"/>
                  </a:lnTo>
                  <a:lnTo>
                    <a:pt x="3164223" y="229895"/>
                  </a:lnTo>
                  <a:lnTo>
                    <a:pt x="3099651" y="269381"/>
                  </a:lnTo>
                  <a:lnTo>
                    <a:pt x="3039840" y="312989"/>
                  </a:lnTo>
                  <a:lnTo>
                    <a:pt x="2984260" y="361247"/>
                  </a:lnTo>
                  <a:lnTo>
                    <a:pt x="2932274" y="414752"/>
                  </a:lnTo>
                  <a:lnTo>
                    <a:pt x="2883198" y="474127"/>
                  </a:lnTo>
                  <a:lnTo>
                    <a:pt x="2836350" y="539950"/>
                  </a:lnTo>
                  <a:lnTo>
                    <a:pt x="2791101" y="612641"/>
                  </a:lnTo>
                  <a:lnTo>
                    <a:pt x="2770117" y="649424"/>
                  </a:lnTo>
                  <a:lnTo>
                    <a:pt x="2737468" y="710433"/>
                  </a:lnTo>
                  <a:lnTo>
                    <a:pt x="2705110" y="775353"/>
                  </a:lnTo>
                  <a:lnTo>
                    <a:pt x="2672886" y="844262"/>
                  </a:lnTo>
                  <a:lnTo>
                    <a:pt x="2640671" y="917194"/>
                  </a:lnTo>
                  <a:lnTo>
                    <a:pt x="2608366" y="994128"/>
                  </a:lnTo>
                  <a:lnTo>
                    <a:pt x="2575892" y="1074989"/>
                  </a:lnTo>
                  <a:lnTo>
                    <a:pt x="2543198" y="1159641"/>
                  </a:lnTo>
                  <a:lnTo>
                    <a:pt x="2510247" y="1247883"/>
                  </a:lnTo>
                  <a:lnTo>
                    <a:pt x="2477026" y="1339454"/>
                  </a:lnTo>
                  <a:lnTo>
                    <a:pt x="2443536" y="1434029"/>
                  </a:lnTo>
                  <a:lnTo>
                    <a:pt x="2409795" y="1531223"/>
                  </a:lnTo>
                  <a:lnTo>
                    <a:pt x="2375834" y="1630599"/>
                  </a:lnTo>
                  <a:lnTo>
                    <a:pt x="2341696" y="1731670"/>
                  </a:lnTo>
                  <a:lnTo>
                    <a:pt x="2307433" y="1833916"/>
                  </a:lnTo>
                  <a:lnTo>
                    <a:pt x="2273101" y="1936788"/>
                  </a:lnTo>
                  <a:lnTo>
                    <a:pt x="2238763" y="2039722"/>
                  </a:lnTo>
                  <a:lnTo>
                    <a:pt x="2204479" y="2142156"/>
                  </a:lnTo>
                  <a:lnTo>
                    <a:pt x="2170308" y="2243536"/>
                  </a:lnTo>
                  <a:lnTo>
                    <a:pt x="2136304" y="2343333"/>
                  </a:lnTo>
                  <a:lnTo>
                    <a:pt x="2102511" y="2441054"/>
                  </a:lnTo>
                  <a:lnTo>
                    <a:pt x="2068963" y="2536248"/>
                  </a:lnTo>
                  <a:lnTo>
                    <a:pt x="2035681" y="2628519"/>
                  </a:lnTo>
                  <a:lnTo>
                    <a:pt x="2002670" y="2717529"/>
                  </a:lnTo>
                  <a:lnTo>
                    <a:pt x="1969921" y="2803001"/>
                  </a:lnTo>
                  <a:lnTo>
                    <a:pt x="1937402" y="2884721"/>
                  </a:lnTo>
                  <a:lnTo>
                    <a:pt x="1905065" y="2962540"/>
                  </a:lnTo>
                  <a:lnTo>
                    <a:pt x="1872838" y="3036368"/>
                  </a:lnTo>
                  <a:lnTo>
                    <a:pt x="1840626" y="3106173"/>
                  </a:lnTo>
                  <a:lnTo>
                    <a:pt x="1808310" y="3171977"/>
                  </a:lnTo>
                  <a:lnTo>
                    <a:pt x="1775741" y="3233849"/>
                  </a:lnTo>
                  <a:lnTo>
                    <a:pt x="1768425" y="3247123"/>
                  </a:lnTo>
                  <a:lnTo>
                    <a:pt x="1723739" y="3323117"/>
                  </a:lnTo>
                  <a:lnTo>
                    <a:pt x="1677721" y="3392149"/>
                  </a:lnTo>
                  <a:lnTo>
                    <a:pt x="1629781" y="3454505"/>
                  </a:lnTo>
                  <a:lnTo>
                    <a:pt x="1579256" y="3510707"/>
                  </a:lnTo>
                  <a:lnTo>
                    <a:pt x="1525458" y="3561368"/>
                  </a:lnTo>
                  <a:lnTo>
                    <a:pt x="1467721" y="3607102"/>
                  </a:lnTo>
                  <a:lnTo>
                    <a:pt x="1405455" y="3648475"/>
                  </a:lnTo>
                  <a:lnTo>
                    <a:pt x="1338219" y="3685972"/>
                  </a:lnTo>
                  <a:lnTo>
                    <a:pt x="1265812" y="3719978"/>
                  </a:lnTo>
                  <a:lnTo>
                    <a:pt x="1188392" y="3750773"/>
                  </a:lnTo>
                  <a:lnTo>
                    <a:pt x="1106605" y="3778529"/>
                  </a:lnTo>
                  <a:lnTo>
                    <a:pt x="1021712" y="3803317"/>
                  </a:lnTo>
                  <a:lnTo>
                    <a:pt x="935672" y="3825126"/>
                  </a:lnTo>
                  <a:lnTo>
                    <a:pt x="851119" y="3843896"/>
                  </a:lnTo>
                  <a:lnTo>
                    <a:pt x="771203" y="3859565"/>
                  </a:lnTo>
                  <a:lnTo>
                    <a:pt x="699236" y="3872123"/>
                  </a:lnTo>
                  <a:lnTo>
                    <a:pt x="638205" y="3881665"/>
                  </a:lnTo>
                  <a:lnTo>
                    <a:pt x="590227" y="3888422"/>
                  </a:lnTo>
                  <a:lnTo>
                    <a:pt x="556111" y="3892771"/>
                  </a:lnTo>
                  <a:lnTo>
                    <a:pt x="535128" y="3895201"/>
                  </a:lnTo>
                  <a:lnTo>
                    <a:pt x="525031" y="3896268"/>
                  </a:lnTo>
                  <a:lnTo>
                    <a:pt x="522234" y="3896538"/>
                  </a:lnTo>
                  <a:lnTo>
                    <a:pt x="522133" y="3896548"/>
                  </a:lnTo>
                  <a:lnTo>
                    <a:pt x="0" y="3896548"/>
                  </a:lnTo>
                  <a:lnTo>
                    <a:pt x="0" y="3896548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454" name="pg1454"/>
            <p:cNvSpPr/>
            <p:nvPr/>
          </p:nvSpPr>
          <p:spPr>
            <a:xfrm>
              <a:off x="386606" y="886245"/>
              <a:ext cx="8554953" cy="3676308"/>
            </a:xfrm>
            <a:custGeom>
              <a:avLst/>
              <a:pathLst>
                <a:path w="8554953" h="3676308">
                  <a:moveTo>
                    <a:pt x="0" y="3676308"/>
                  </a:moveTo>
                  <a:lnTo>
                    <a:pt x="522133" y="3676308"/>
                  </a:lnTo>
                  <a:lnTo>
                    <a:pt x="523080" y="3676224"/>
                  </a:lnTo>
                  <a:lnTo>
                    <a:pt x="529310" y="3675630"/>
                  </a:lnTo>
                  <a:lnTo>
                    <a:pt x="545035" y="3673986"/>
                  </a:lnTo>
                  <a:lnTo>
                    <a:pt x="573192" y="3670749"/>
                  </a:lnTo>
                  <a:lnTo>
                    <a:pt x="615237" y="3665416"/>
                  </a:lnTo>
                  <a:lnTo>
                    <a:pt x="671033" y="3657573"/>
                  </a:lnTo>
                  <a:lnTo>
                    <a:pt x="738966" y="3646934"/>
                  </a:lnTo>
                  <a:lnTo>
                    <a:pt x="816319" y="3633356"/>
                  </a:lnTo>
                  <a:lnTo>
                    <a:pt x="899796" y="3616808"/>
                  </a:lnTo>
                  <a:lnTo>
                    <a:pt x="986070" y="3597337"/>
                  </a:lnTo>
                  <a:lnTo>
                    <a:pt x="1072211" y="3575006"/>
                  </a:lnTo>
                  <a:lnTo>
                    <a:pt x="1155932" y="3549850"/>
                  </a:lnTo>
                  <a:lnTo>
                    <a:pt x="1235669" y="3521836"/>
                  </a:lnTo>
                  <a:lnTo>
                    <a:pt x="1310527" y="3490839"/>
                  </a:lnTo>
                  <a:lnTo>
                    <a:pt x="1380166" y="3456631"/>
                  </a:lnTo>
                  <a:lnTo>
                    <a:pt x="1444664" y="3418882"/>
                  </a:lnTo>
                  <a:lnTo>
                    <a:pt x="1504389" y="3377162"/>
                  </a:lnTo>
                  <a:lnTo>
                    <a:pt x="1559894" y="3330956"/>
                  </a:lnTo>
                  <a:lnTo>
                    <a:pt x="1611834" y="3279687"/>
                  </a:lnTo>
                  <a:lnTo>
                    <a:pt x="1660908" y="3222759"/>
                  </a:lnTo>
                  <a:lnTo>
                    <a:pt x="1707805" y="3159629"/>
                  </a:lnTo>
                  <a:lnTo>
                    <a:pt x="1753157" y="3089923"/>
                  </a:lnTo>
                  <a:lnTo>
                    <a:pt x="1768425" y="3064531"/>
                  </a:lnTo>
                  <a:lnTo>
                    <a:pt x="1801922" y="3005508"/>
                  </a:lnTo>
                  <a:lnTo>
                    <a:pt x="1835118" y="2942605"/>
                  </a:lnTo>
                  <a:lnTo>
                    <a:pt x="1868180" y="2875741"/>
                  </a:lnTo>
                  <a:lnTo>
                    <a:pt x="1901241" y="2804887"/>
                  </a:lnTo>
                  <a:lnTo>
                    <a:pt x="1934407" y="2730068"/>
                  </a:lnTo>
                  <a:lnTo>
                    <a:pt x="1967758" y="2651369"/>
                  </a:lnTo>
                  <a:lnTo>
                    <a:pt x="2001350" y="2568938"/>
                  </a:lnTo>
                  <a:lnTo>
                    <a:pt x="2035215" y="2482988"/>
                  </a:lnTo>
                  <a:lnTo>
                    <a:pt x="2069366" y="2393798"/>
                  </a:lnTo>
                  <a:lnTo>
                    <a:pt x="2103797" y="2301715"/>
                  </a:lnTo>
                  <a:lnTo>
                    <a:pt x="2138485" y="2207142"/>
                  </a:lnTo>
                  <a:lnTo>
                    <a:pt x="2173393" y="2110539"/>
                  </a:lnTo>
                  <a:lnTo>
                    <a:pt x="2208471" y="2012413"/>
                  </a:lnTo>
                  <a:lnTo>
                    <a:pt x="2243661" y="1913305"/>
                  </a:lnTo>
                  <a:lnTo>
                    <a:pt x="2278899" y="1813779"/>
                  </a:lnTo>
                  <a:lnTo>
                    <a:pt x="2314119" y="1714410"/>
                  </a:lnTo>
                  <a:lnTo>
                    <a:pt x="2349255" y="1615770"/>
                  </a:lnTo>
                  <a:lnTo>
                    <a:pt x="2384247" y="1518411"/>
                  </a:lnTo>
                  <a:lnTo>
                    <a:pt x="2419040" y="1422857"/>
                  </a:lnTo>
                  <a:lnTo>
                    <a:pt x="2453591" y="1329591"/>
                  </a:lnTo>
                  <a:lnTo>
                    <a:pt x="2487871" y="1239042"/>
                  </a:lnTo>
                  <a:lnTo>
                    <a:pt x="2521866" y="1151584"/>
                  </a:lnTo>
                  <a:lnTo>
                    <a:pt x="2555578" y="1067526"/>
                  </a:lnTo>
                  <a:lnTo>
                    <a:pt x="2589033" y="987112"/>
                  </a:lnTo>
                  <a:lnTo>
                    <a:pt x="2622275" y="910519"/>
                  </a:lnTo>
                  <a:lnTo>
                    <a:pt x="2655372" y="837860"/>
                  </a:lnTo>
                  <a:lnTo>
                    <a:pt x="2688419" y="769186"/>
                  </a:lnTo>
                  <a:lnTo>
                    <a:pt x="2721535" y="704493"/>
                  </a:lnTo>
                  <a:lnTo>
                    <a:pt x="2754873" y="643723"/>
                  </a:lnTo>
                  <a:lnTo>
                    <a:pt x="2770117" y="617424"/>
                  </a:lnTo>
                  <a:lnTo>
                    <a:pt x="2815067" y="545437"/>
                  </a:lnTo>
                  <a:lnTo>
                    <a:pt x="2861368" y="480085"/>
                  </a:lnTo>
                  <a:lnTo>
                    <a:pt x="2909621" y="421089"/>
                  </a:lnTo>
                  <a:lnTo>
                    <a:pt x="2960501" y="367949"/>
                  </a:lnTo>
                  <a:lnTo>
                    <a:pt x="3014708" y="320077"/>
                  </a:lnTo>
                  <a:lnTo>
                    <a:pt x="3072920" y="276883"/>
                  </a:lnTo>
                  <a:lnTo>
                    <a:pt x="3135731" y="237828"/>
                  </a:lnTo>
                  <a:lnTo>
                    <a:pt x="3203585" y="202450"/>
                  </a:lnTo>
                  <a:lnTo>
                    <a:pt x="3276670" y="170385"/>
                  </a:lnTo>
                  <a:lnTo>
                    <a:pt x="3354807" y="141369"/>
                  </a:lnTo>
                  <a:lnTo>
                    <a:pt x="3437304" y="115242"/>
                  </a:lnTo>
                  <a:lnTo>
                    <a:pt x="3522838" y="91943"/>
                  </a:lnTo>
                  <a:lnTo>
                    <a:pt x="3609367" y="71487"/>
                  </a:lnTo>
                  <a:lnTo>
                    <a:pt x="3694164" y="53931"/>
                  </a:lnTo>
                  <a:lnTo>
                    <a:pt x="3773996" y="39334"/>
                  </a:lnTo>
                  <a:lnTo>
                    <a:pt x="3845501" y="27699"/>
                  </a:lnTo>
                  <a:lnTo>
                    <a:pt x="3905699" y="18924"/>
                  </a:lnTo>
                  <a:lnTo>
                    <a:pt x="3952546" y="12772"/>
                  </a:lnTo>
                  <a:lnTo>
                    <a:pt x="3985373" y="8871"/>
                  </a:lnTo>
                  <a:lnTo>
                    <a:pt x="4005094" y="6742"/>
                  </a:lnTo>
                  <a:lnTo>
                    <a:pt x="4014161" y="5850"/>
                  </a:lnTo>
                  <a:lnTo>
                    <a:pt x="4016409" y="5647"/>
                  </a:lnTo>
                  <a:lnTo>
                    <a:pt x="4538543" y="5647"/>
                  </a:lnTo>
                  <a:lnTo>
                    <a:pt x="4539808" y="5662"/>
                  </a:lnTo>
                  <a:lnTo>
                    <a:pt x="4548081" y="5775"/>
                  </a:lnTo>
                  <a:lnTo>
                    <a:pt x="4568766" y="6085"/>
                  </a:lnTo>
                  <a:lnTo>
                    <a:pt x="4605313" y="6695"/>
                  </a:lnTo>
                  <a:lnTo>
                    <a:pt x="4658905" y="7694"/>
                  </a:lnTo>
                  <a:lnTo>
                    <a:pt x="4728400" y="9148"/>
                  </a:lnTo>
                  <a:lnTo>
                    <a:pt x="4810722" y="11096"/>
                  </a:lnTo>
                  <a:lnTo>
                    <a:pt x="4901632" y="13551"/>
                  </a:lnTo>
                  <a:lnTo>
                    <a:pt x="4996628" y="16506"/>
                  </a:lnTo>
                  <a:lnTo>
                    <a:pt x="5091695" y="19949"/>
                  </a:lnTo>
                  <a:lnTo>
                    <a:pt x="5183746" y="23874"/>
                  </a:lnTo>
                  <a:lnTo>
                    <a:pt x="5270761" y="28289"/>
                  </a:lnTo>
                  <a:lnTo>
                    <a:pt x="5351689" y="33221"/>
                  </a:lnTo>
                  <a:lnTo>
                    <a:pt x="5426252" y="38718"/>
                  </a:lnTo>
                  <a:lnTo>
                    <a:pt x="5494726" y="44850"/>
                  </a:lnTo>
                  <a:lnTo>
                    <a:pt x="5557741" y="51706"/>
                  </a:lnTo>
                  <a:lnTo>
                    <a:pt x="5616134" y="59392"/>
                  </a:lnTo>
                  <a:lnTo>
                    <a:pt x="5670832" y="68018"/>
                  </a:lnTo>
                  <a:lnTo>
                    <a:pt x="5722766" y="77690"/>
                  </a:lnTo>
                  <a:lnTo>
                    <a:pt x="5772794" y="88481"/>
                  </a:lnTo>
                  <a:lnTo>
                    <a:pt x="5784835" y="91295"/>
                  </a:lnTo>
                  <a:lnTo>
                    <a:pt x="5837624" y="104603"/>
                  </a:lnTo>
                  <a:lnTo>
                    <a:pt x="5889903" y="119284"/>
                  </a:lnTo>
                  <a:lnTo>
                    <a:pt x="5942219" y="135357"/>
                  </a:lnTo>
                  <a:lnTo>
                    <a:pt x="5994944" y="152794"/>
                  </a:lnTo>
                  <a:lnTo>
                    <a:pt x="6048294" y="171512"/>
                  </a:lnTo>
                  <a:lnTo>
                    <a:pt x="6102352" y="191370"/>
                  </a:lnTo>
                  <a:lnTo>
                    <a:pt x="6157082" y="212172"/>
                  </a:lnTo>
                  <a:lnTo>
                    <a:pt x="6212350" y="233671"/>
                  </a:lnTo>
                  <a:lnTo>
                    <a:pt x="6267949" y="255581"/>
                  </a:lnTo>
                  <a:lnTo>
                    <a:pt x="6323632" y="277592"/>
                  </a:lnTo>
                  <a:lnTo>
                    <a:pt x="6379138" y="299387"/>
                  </a:lnTo>
                  <a:lnTo>
                    <a:pt x="6434230" y="320664"/>
                  </a:lnTo>
                  <a:lnTo>
                    <a:pt x="6488727" y="341150"/>
                  </a:lnTo>
                  <a:lnTo>
                    <a:pt x="6542527" y="360614"/>
                  </a:lnTo>
                  <a:lnTo>
                    <a:pt x="6595634" y="378879"/>
                  </a:lnTo>
                  <a:lnTo>
                    <a:pt x="6648177" y="395828"/>
                  </a:lnTo>
                  <a:lnTo>
                    <a:pt x="6700428" y="411396"/>
                  </a:lnTo>
                  <a:lnTo>
                    <a:pt x="6752818" y="425573"/>
                  </a:lnTo>
                  <a:lnTo>
                    <a:pt x="6786527" y="433890"/>
                  </a:lnTo>
                  <a:lnTo>
                    <a:pt x="6836202" y="444959"/>
                  </a:lnTo>
                  <a:lnTo>
                    <a:pt x="6887595" y="454900"/>
                  </a:lnTo>
                  <a:lnTo>
                    <a:pt x="6941531" y="463774"/>
                  </a:lnTo>
                  <a:lnTo>
                    <a:pt x="6998932" y="471679"/>
                  </a:lnTo>
                  <a:lnTo>
                    <a:pt x="7060734" y="478728"/>
                  </a:lnTo>
                  <a:lnTo>
                    <a:pt x="7127803" y="485029"/>
                  </a:lnTo>
                  <a:lnTo>
                    <a:pt x="7200833" y="490674"/>
                  </a:lnTo>
                  <a:lnTo>
                    <a:pt x="7280203" y="495739"/>
                  </a:lnTo>
                  <a:lnTo>
                    <a:pt x="7365791" y="500277"/>
                  </a:lnTo>
                  <a:lnTo>
                    <a:pt x="7456757" y="504320"/>
                  </a:lnTo>
                  <a:lnTo>
                    <a:pt x="7551330" y="507882"/>
                  </a:lnTo>
                  <a:lnTo>
                    <a:pt x="7646684" y="510957"/>
                  </a:lnTo>
                  <a:lnTo>
                    <a:pt x="7739002" y="513536"/>
                  </a:lnTo>
                  <a:lnTo>
                    <a:pt x="7823843" y="515608"/>
                  </a:lnTo>
                  <a:lnTo>
                    <a:pt x="7896823" y="517180"/>
                  </a:lnTo>
                  <a:lnTo>
                    <a:pt x="7954498" y="518285"/>
                  </a:lnTo>
                  <a:lnTo>
                    <a:pt x="7995200" y="518983"/>
                  </a:lnTo>
                  <a:lnTo>
                    <a:pt x="8019532" y="519357"/>
                  </a:lnTo>
                  <a:lnTo>
                    <a:pt x="8030413" y="519509"/>
                  </a:lnTo>
                  <a:lnTo>
                    <a:pt x="8032819" y="519539"/>
                  </a:lnTo>
                  <a:lnTo>
                    <a:pt x="8554953" y="519539"/>
                  </a:lnTo>
                  <a:lnTo>
                    <a:pt x="8554953" y="513892"/>
                  </a:lnTo>
                  <a:lnTo>
                    <a:pt x="8032819" y="513892"/>
                  </a:lnTo>
                  <a:lnTo>
                    <a:pt x="8031554" y="513876"/>
                  </a:lnTo>
                  <a:lnTo>
                    <a:pt x="8023281" y="513764"/>
                  </a:lnTo>
                  <a:lnTo>
                    <a:pt x="8002596" y="513454"/>
                  </a:lnTo>
                  <a:lnTo>
                    <a:pt x="7966049" y="512844"/>
                  </a:lnTo>
                  <a:lnTo>
                    <a:pt x="7912457" y="511845"/>
                  </a:lnTo>
                  <a:lnTo>
                    <a:pt x="7842962" y="510391"/>
                  </a:lnTo>
                  <a:lnTo>
                    <a:pt x="7760640" y="508443"/>
                  </a:lnTo>
                  <a:lnTo>
                    <a:pt x="7669730" y="505988"/>
                  </a:lnTo>
                  <a:lnTo>
                    <a:pt x="7574734" y="503033"/>
                  </a:lnTo>
                  <a:lnTo>
                    <a:pt x="7479667" y="499590"/>
                  </a:lnTo>
                  <a:lnTo>
                    <a:pt x="7387616" y="495664"/>
                  </a:lnTo>
                  <a:lnTo>
                    <a:pt x="7300601" y="491250"/>
                  </a:lnTo>
                  <a:lnTo>
                    <a:pt x="7219673" y="486318"/>
                  </a:lnTo>
                  <a:lnTo>
                    <a:pt x="7145110" y="480821"/>
                  </a:lnTo>
                  <a:lnTo>
                    <a:pt x="7076636" y="474689"/>
                  </a:lnTo>
                  <a:lnTo>
                    <a:pt x="7013621" y="467833"/>
                  </a:lnTo>
                  <a:lnTo>
                    <a:pt x="6955228" y="460147"/>
                  </a:lnTo>
                  <a:lnTo>
                    <a:pt x="6900530" y="451521"/>
                  </a:lnTo>
                  <a:lnTo>
                    <a:pt x="6848596" y="441849"/>
                  </a:lnTo>
                  <a:lnTo>
                    <a:pt x="6798568" y="431058"/>
                  </a:lnTo>
                  <a:lnTo>
                    <a:pt x="6786527" y="428243"/>
                  </a:lnTo>
                  <a:lnTo>
                    <a:pt x="6733737" y="414936"/>
                  </a:lnTo>
                  <a:lnTo>
                    <a:pt x="6681459" y="400255"/>
                  </a:lnTo>
                  <a:lnTo>
                    <a:pt x="6629143" y="384182"/>
                  </a:lnTo>
                  <a:lnTo>
                    <a:pt x="6576418" y="366745"/>
                  </a:lnTo>
                  <a:lnTo>
                    <a:pt x="6523068" y="348027"/>
                  </a:lnTo>
                  <a:lnTo>
                    <a:pt x="6469010" y="328169"/>
                  </a:lnTo>
                  <a:lnTo>
                    <a:pt x="6414280" y="307367"/>
                  </a:lnTo>
                  <a:lnTo>
                    <a:pt x="6359012" y="285868"/>
                  </a:lnTo>
                  <a:lnTo>
                    <a:pt x="6303413" y="263958"/>
                  </a:lnTo>
                  <a:lnTo>
                    <a:pt x="6247730" y="241947"/>
                  </a:lnTo>
                  <a:lnTo>
                    <a:pt x="6192224" y="220151"/>
                  </a:lnTo>
                  <a:lnTo>
                    <a:pt x="6137132" y="198874"/>
                  </a:lnTo>
                  <a:lnTo>
                    <a:pt x="6082635" y="178389"/>
                  </a:lnTo>
                  <a:lnTo>
                    <a:pt x="6028835" y="158925"/>
                  </a:lnTo>
                  <a:lnTo>
                    <a:pt x="5975728" y="140659"/>
                  </a:lnTo>
                  <a:lnTo>
                    <a:pt x="5923185" y="123711"/>
                  </a:lnTo>
                  <a:lnTo>
                    <a:pt x="5870934" y="108143"/>
                  </a:lnTo>
                  <a:lnTo>
                    <a:pt x="5818544" y="93966"/>
                  </a:lnTo>
                  <a:lnTo>
                    <a:pt x="5784835" y="85648"/>
                  </a:lnTo>
                  <a:lnTo>
                    <a:pt x="5735160" y="74579"/>
                  </a:lnTo>
                  <a:lnTo>
                    <a:pt x="5683767" y="64638"/>
                  </a:lnTo>
                  <a:lnTo>
                    <a:pt x="5629831" y="55765"/>
                  </a:lnTo>
                  <a:lnTo>
                    <a:pt x="5572430" y="47860"/>
                  </a:lnTo>
                  <a:lnTo>
                    <a:pt x="5510628" y="40810"/>
                  </a:lnTo>
                  <a:lnTo>
                    <a:pt x="5443559" y="34510"/>
                  </a:lnTo>
                  <a:lnTo>
                    <a:pt x="5370529" y="28865"/>
                  </a:lnTo>
                  <a:lnTo>
                    <a:pt x="5291159" y="23800"/>
                  </a:lnTo>
                  <a:lnTo>
                    <a:pt x="5205571" y="19262"/>
                  </a:lnTo>
                  <a:lnTo>
                    <a:pt x="5114605" y="15218"/>
                  </a:lnTo>
                  <a:lnTo>
                    <a:pt x="5020032" y="11657"/>
                  </a:lnTo>
                  <a:lnTo>
                    <a:pt x="4924678" y="8581"/>
                  </a:lnTo>
                  <a:lnTo>
                    <a:pt x="4832360" y="6003"/>
                  </a:lnTo>
                  <a:lnTo>
                    <a:pt x="4747518" y="3931"/>
                  </a:lnTo>
                  <a:lnTo>
                    <a:pt x="4674539" y="2358"/>
                  </a:lnTo>
                  <a:lnTo>
                    <a:pt x="4616864" y="1253"/>
                  </a:lnTo>
                  <a:lnTo>
                    <a:pt x="4576162" y="556"/>
                  </a:lnTo>
                  <a:lnTo>
                    <a:pt x="4551830" y="181"/>
                  </a:lnTo>
                  <a:lnTo>
                    <a:pt x="4540949" y="30"/>
                  </a:lnTo>
                  <a:lnTo>
                    <a:pt x="4538543" y="0"/>
                  </a:lnTo>
                  <a:lnTo>
                    <a:pt x="4016409" y="0"/>
                  </a:lnTo>
                  <a:lnTo>
                    <a:pt x="4015463" y="83"/>
                  </a:lnTo>
                  <a:lnTo>
                    <a:pt x="4009232" y="678"/>
                  </a:lnTo>
                  <a:lnTo>
                    <a:pt x="3993507" y="2321"/>
                  </a:lnTo>
                  <a:lnTo>
                    <a:pt x="3965350" y="5558"/>
                  </a:lnTo>
                  <a:lnTo>
                    <a:pt x="3923305" y="10891"/>
                  </a:lnTo>
                  <a:lnTo>
                    <a:pt x="3867509" y="18735"/>
                  </a:lnTo>
                  <a:lnTo>
                    <a:pt x="3799576" y="29373"/>
                  </a:lnTo>
                  <a:lnTo>
                    <a:pt x="3722223" y="42952"/>
                  </a:lnTo>
                  <a:lnTo>
                    <a:pt x="3638746" y="59500"/>
                  </a:lnTo>
                  <a:lnTo>
                    <a:pt x="3552472" y="78971"/>
                  </a:lnTo>
                  <a:lnTo>
                    <a:pt x="3466331" y="101301"/>
                  </a:lnTo>
                  <a:lnTo>
                    <a:pt x="3382610" y="126457"/>
                  </a:lnTo>
                  <a:lnTo>
                    <a:pt x="3302873" y="154471"/>
                  </a:lnTo>
                  <a:lnTo>
                    <a:pt x="3228015" y="185469"/>
                  </a:lnTo>
                  <a:lnTo>
                    <a:pt x="3158376" y="219676"/>
                  </a:lnTo>
                  <a:lnTo>
                    <a:pt x="3093878" y="257425"/>
                  </a:lnTo>
                  <a:lnTo>
                    <a:pt x="3034153" y="299145"/>
                  </a:lnTo>
                  <a:lnTo>
                    <a:pt x="2978648" y="345351"/>
                  </a:lnTo>
                  <a:lnTo>
                    <a:pt x="2926708" y="396620"/>
                  </a:lnTo>
                  <a:lnTo>
                    <a:pt x="2877634" y="453548"/>
                  </a:lnTo>
                  <a:lnTo>
                    <a:pt x="2830737" y="516678"/>
                  </a:lnTo>
                  <a:lnTo>
                    <a:pt x="2785385" y="586384"/>
                  </a:lnTo>
                  <a:lnTo>
                    <a:pt x="2770117" y="611776"/>
                  </a:lnTo>
                  <a:lnTo>
                    <a:pt x="2736620" y="670799"/>
                  </a:lnTo>
                  <a:lnTo>
                    <a:pt x="2703424" y="733703"/>
                  </a:lnTo>
                  <a:lnTo>
                    <a:pt x="2670362" y="800567"/>
                  </a:lnTo>
                  <a:lnTo>
                    <a:pt x="2637301" y="871420"/>
                  </a:lnTo>
                  <a:lnTo>
                    <a:pt x="2604135" y="946239"/>
                  </a:lnTo>
                  <a:lnTo>
                    <a:pt x="2570784" y="1024938"/>
                  </a:lnTo>
                  <a:lnTo>
                    <a:pt x="2537192" y="1107370"/>
                  </a:lnTo>
                  <a:lnTo>
                    <a:pt x="2503327" y="1193320"/>
                  </a:lnTo>
                  <a:lnTo>
                    <a:pt x="2469176" y="1282509"/>
                  </a:lnTo>
                  <a:lnTo>
                    <a:pt x="2434745" y="1374593"/>
                  </a:lnTo>
                  <a:lnTo>
                    <a:pt x="2400057" y="1469166"/>
                  </a:lnTo>
                  <a:lnTo>
                    <a:pt x="2365149" y="1565768"/>
                  </a:lnTo>
                  <a:lnTo>
                    <a:pt x="2330072" y="1663894"/>
                  </a:lnTo>
                  <a:lnTo>
                    <a:pt x="2294882" y="1763003"/>
                  </a:lnTo>
                  <a:lnTo>
                    <a:pt x="2259643" y="1862529"/>
                  </a:lnTo>
                  <a:lnTo>
                    <a:pt x="2224423" y="1961897"/>
                  </a:lnTo>
                  <a:lnTo>
                    <a:pt x="2189287" y="2060538"/>
                  </a:lnTo>
                  <a:lnTo>
                    <a:pt x="2154295" y="2157896"/>
                  </a:lnTo>
                  <a:lnTo>
                    <a:pt x="2119502" y="2253450"/>
                  </a:lnTo>
                  <a:lnTo>
                    <a:pt x="2084951" y="2346717"/>
                  </a:lnTo>
                  <a:lnTo>
                    <a:pt x="2050671" y="2437265"/>
                  </a:lnTo>
                  <a:lnTo>
                    <a:pt x="2016677" y="2524723"/>
                  </a:lnTo>
                  <a:lnTo>
                    <a:pt x="1982964" y="2608781"/>
                  </a:lnTo>
                  <a:lnTo>
                    <a:pt x="1949509" y="2689196"/>
                  </a:lnTo>
                  <a:lnTo>
                    <a:pt x="1916267" y="2765789"/>
                  </a:lnTo>
                  <a:lnTo>
                    <a:pt x="1883170" y="2838448"/>
                  </a:lnTo>
                  <a:lnTo>
                    <a:pt x="1850123" y="2907121"/>
                  </a:lnTo>
                  <a:lnTo>
                    <a:pt x="1817007" y="2971814"/>
                  </a:lnTo>
                  <a:lnTo>
                    <a:pt x="1783669" y="3032584"/>
                  </a:lnTo>
                  <a:lnTo>
                    <a:pt x="1768425" y="3058884"/>
                  </a:lnTo>
                  <a:lnTo>
                    <a:pt x="1723475" y="3130870"/>
                  </a:lnTo>
                  <a:lnTo>
                    <a:pt x="1677174" y="3196222"/>
                  </a:lnTo>
                  <a:lnTo>
                    <a:pt x="1628921" y="3255218"/>
                  </a:lnTo>
                  <a:lnTo>
                    <a:pt x="1578041" y="3308358"/>
                  </a:lnTo>
                  <a:lnTo>
                    <a:pt x="1523834" y="3356230"/>
                  </a:lnTo>
                  <a:lnTo>
                    <a:pt x="1465622" y="3399424"/>
                  </a:lnTo>
                  <a:lnTo>
                    <a:pt x="1402811" y="3438480"/>
                  </a:lnTo>
                  <a:lnTo>
                    <a:pt x="1334958" y="3473857"/>
                  </a:lnTo>
                  <a:lnTo>
                    <a:pt x="1261872" y="3505922"/>
                  </a:lnTo>
                  <a:lnTo>
                    <a:pt x="1183736" y="3534939"/>
                  </a:lnTo>
                  <a:lnTo>
                    <a:pt x="1101238" y="3561065"/>
                  </a:lnTo>
                  <a:lnTo>
                    <a:pt x="1015704" y="3584364"/>
                  </a:lnTo>
                  <a:lnTo>
                    <a:pt x="929175" y="3604821"/>
                  </a:lnTo>
                  <a:lnTo>
                    <a:pt x="844379" y="3622376"/>
                  </a:lnTo>
                  <a:lnTo>
                    <a:pt x="764546" y="3636973"/>
                  </a:lnTo>
                  <a:lnTo>
                    <a:pt x="693041" y="3648608"/>
                  </a:lnTo>
                  <a:lnTo>
                    <a:pt x="632843" y="3657384"/>
                  </a:lnTo>
                  <a:lnTo>
                    <a:pt x="585996" y="3663536"/>
                  </a:lnTo>
                  <a:lnTo>
                    <a:pt x="553169" y="3667437"/>
                  </a:lnTo>
                  <a:lnTo>
                    <a:pt x="533448" y="3669566"/>
                  </a:lnTo>
                  <a:lnTo>
                    <a:pt x="524381" y="3670458"/>
                  </a:lnTo>
                  <a:lnTo>
                    <a:pt x="522133" y="3670661"/>
                  </a:lnTo>
                  <a:lnTo>
                    <a:pt x="0" y="3670661"/>
                  </a:lnTo>
                  <a:close/>
                </a:path>
              </a:pathLst>
            </a:custGeom>
            <a:solidFill>
              <a:srgbClr val="E78AC3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1455" name="pl1455"/>
            <p:cNvSpPr/>
            <p:nvPr/>
          </p:nvSpPr>
          <p:spPr>
            <a:xfrm>
              <a:off x="386606" y="891892"/>
              <a:ext cx="8554953" cy="3670661"/>
            </a:xfrm>
            <a:custGeom>
              <a:avLst/>
              <a:pathLst>
                <a:path w="8554953" h="3670661">
                  <a:moveTo>
                    <a:pt x="0" y="3670661"/>
                  </a:moveTo>
                  <a:lnTo>
                    <a:pt x="522133" y="3670661"/>
                  </a:lnTo>
                  <a:lnTo>
                    <a:pt x="523080" y="3670577"/>
                  </a:lnTo>
                  <a:lnTo>
                    <a:pt x="529310" y="3669983"/>
                  </a:lnTo>
                  <a:lnTo>
                    <a:pt x="545035" y="3668339"/>
                  </a:lnTo>
                  <a:lnTo>
                    <a:pt x="573192" y="3665102"/>
                  </a:lnTo>
                  <a:lnTo>
                    <a:pt x="615237" y="3659769"/>
                  </a:lnTo>
                  <a:lnTo>
                    <a:pt x="671033" y="3651926"/>
                  </a:lnTo>
                  <a:lnTo>
                    <a:pt x="738966" y="3641287"/>
                  </a:lnTo>
                  <a:lnTo>
                    <a:pt x="816319" y="3627708"/>
                  </a:lnTo>
                  <a:lnTo>
                    <a:pt x="899796" y="3611161"/>
                  </a:lnTo>
                  <a:lnTo>
                    <a:pt x="986070" y="3591689"/>
                  </a:lnTo>
                  <a:lnTo>
                    <a:pt x="1072211" y="3569359"/>
                  </a:lnTo>
                  <a:lnTo>
                    <a:pt x="1155932" y="3544203"/>
                  </a:lnTo>
                  <a:lnTo>
                    <a:pt x="1235669" y="3516189"/>
                  </a:lnTo>
                  <a:lnTo>
                    <a:pt x="1310527" y="3485191"/>
                  </a:lnTo>
                  <a:lnTo>
                    <a:pt x="1380166" y="3450984"/>
                  </a:lnTo>
                  <a:lnTo>
                    <a:pt x="1444664" y="3413235"/>
                  </a:lnTo>
                  <a:lnTo>
                    <a:pt x="1504389" y="3371515"/>
                  </a:lnTo>
                  <a:lnTo>
                    <a:pt x="1559894" y="3325309"/>
                  </a:lnTo>
                  <a:lnTo>
                    <a:pt x="1611834" y="3274040"/>
                  </a:lnTo>
                  <a:lnTo>
                    <a:pt x="1660908" y="3217112"/>
                  </a:lnTo>
                  <a:lnTo>
                    <a:pt x="1707805" y="3153982"/>
                  </a:lnTo>
                  <a:lnTo>
                    <a:pt x="1753157" y="3084276"/>
                  </a:lnTo>
                  <a:lnTo>
                    <a:pt x="1768425" y="3058884"/>
                  </a:lnTo>
                  <a:lnTo>
                    <a:pt x="1801922" y="2999861"/>
                  </a:lnTo>
                  <a:lnTo>
                    <a:pt x="1835118" y="2936957"/>
                  </a:lnTo>
                  <a:lnTo>
                    <a:pt x="1868180" y="2870094"/>
                  </a:lnTo>
                  <a:lnTo>
                    <a:pt x="1901241" y="2799240"/>
                  </a:lnTo>
                  <a:lnTo>
                    <a:pt x="1934407" y="2724421"/>
                  </a:lnTo>
                  <a:lnTo>
                    <a:pt x="1967758" y="2645722"/>
                  </a:lnTo>
                  <a:lnTo>
                    <a:pt x="2001350" y="2563291"/>
                  </a:lnTo>
                  <a:lnTo>
                    <a:pt x="2035215" y="2477341"/>
                  </a:lnTo>
                  <a:lnTo>
                    <a:pt x="2069366" y="2388151"/>
                  </a:lnTo>
                  <a:lnTo>
                    <a:pt x="2103797" y="2296068"/>
                  </a:lnTo>
                  <a:lnTo>
                    <a:pt x="2138485" y="2201494"/>
                  </a:lnTo>
                  <a:lnTo>
                    <a:pt x="2173393" y="2104892"/>
                  </a:lnTo>
                  <a:lnTo>
                    <a:pt x="2208471" y="2006766"/>
                  </a:lnTo>
                  <a:lnTo>
                    <a:pt x="2243661" y="1907657"/>
                  </a:lnTo>
                  <a:lnTo>
                    <a:pt x="2278899" y="1808132"/>
                  </a:lnTo>
                  <a:lnTo>
                    <a:pt x="2314119" y="1708763"/>
                  </a:lnTo>
                  <a:lnTo>
                    <a:pt x="2349255" y="1610123"/>
                  </a:lnTo>
                  <a:lnTo>
                    <a:pt x="2384247" y="1512764"/>
                  </a:lnTo>
                  <a:lnTo>
                    <a:pt x="2419040" y="1417210"/>
                  </a:lnTo>
                  <a:lnTo>
                    <a:pt x="2453591" y="1323944"/>
                  </a:lnTo>
                  <a:lnTo>
                    <a:pt x="2487871" y="1233395"/>
                  </a:lnTo>
                  <a:lnTo>
                    <a:pt x="2521866" y="1145937"/>
                  </a:lnTo>
                  <a:lnTo>
                    <a:pt x="2555578" y="1061879"/>
                  </a:lnTo>
                  <a:lnTo>
                    <a:pt x="2589033" y="981465"/>
                  </a:lnTo>
                  <a:lnTo>
                    <a:pt x="2622275" y="904871"/>
                  </a:lnTo>
                  <a:lnTo>
                    <a:pt x="2655372" y="832213"/>
                  </a:lnTo>
                  <a:lnTo>
                    <a:pt x="2688419" y="763539"/>
                  </a:lnTo>
                  <a:lnTo>
                    <a:pt x="2721535" y="698846"/>
                  </a:lnTo>
                  <a:lnTo>
                    <a:pt x="2754873" y="638076"/>
                  </a:lnTo>
                  <a:lnTo>
                    <a:pt x="2770117" y="611776"/>
                  </a:lnTo>
                  <a:lnTo>
                    <a:pt x="2815067" y="539790"/>
                  </a:lnTo>
                  <a:lnTo>
                    <a:pt x="2861368" y="474438"/>
                  </a:lnTo>
                  <a:lnTo>
                    <a:pt x="2909621" y="415442"/>
                  </a:lnTo>
                  <a:lnTo>
                    <a:pt x="2960501" y="362302"/>
                  </a:lnTo>
                  <a:lnTo>
                    <a:pt x="3014708" y="314430"/>
                  </a:lnTo>
                  <a:lnTo>
                    <a:pt x="3072920" y="271236"/>
                  </a:lnTo>
                  <a:lnTo>
                    <a:pt x="3135731" y="232181"/>
                  </a:lnTo>
                  <a:lnTo>
                    <a:pt x="3203585" y="196803"/>
                  </a:lnTo>
                  <a:lnTo>
                    <a:pt x="3276670" y="164738"/>
                  </a:lnTo>
                  <a:lnTo>
                    <a:pt x="3354807" y="135721"/>
                  </a:lnTo>
                  <a:lnTo>
                    <a:pt x="3437304" y="109595"/>
                  </a:lnTo>
                  <a:lnTo>
                    <a:pt x="3522838" y="86296"/>
                  </a:lnTo>
                  <a:lnTo>
                    <a:pt x="3609367" y="65839"/>
                  </a:lnTo>
                  <a:lnTo>
                    <a:pt x="3694164" y="48284"/>
                  </a:lnTo>
                  <a:lnTo>
                    <a:pt x="3773996" y="33687"/>
                  </a:lnTo>
                  <a:lnTo>
                    <a:pt x="3845501" y="22052"/>
                  </a:lnTo>
                  <a:lnTo>
                    <a:pt x="3905699" y="13276"/>
                  </a:lnTo>
                  <a:lnTo>
                    <a:pt x="3952546" y="7124"/>
                  </a:lnTo>
                  <a:lnTo>
                    <a:pt x="3985373" y="3223"/>
                  </a:lnTo>
                  <a:lnTo>
                    <a:pt x="4005094" y="1095"/>
                  </a:lnTo>
                  <a:lnTo>
                    <a:pt x="4014161" y="202"/>
                  </a:lnTo>
                  <a:lnTo>
                    <a:pt x="4016370" y="3"/>
                  </a:lnTo>
                  <a:lnTo>
                    <a:pt x="4016409" y="0"/>
                  </a:lnTo>
                  <a:lnTo>
                    <a:pt x="4538543" y="0"/>
                  </a:lnTo>
                  <a:lnTo>
                    <a:pt x="4539808" y="15"/>
                  </a:lnTo>
                  <a:lnTo>
                    <a:pt x="4548081" y="128"/>
                  </a:lnTo>
                  <a:lnTo>
                    <a:pt x="4568766" y="438"/>
                  </a:lnTo>
                  <a:lnTo>
                    <a:pt x="4605313" y="1048"/>
                  </a:lnTo>
                  <a:lnTo>
                    <a:pt x="4658905" y="2046"/>
                  </a:lnTo>
                  <a:lnTo>
                    <a:pt x="4728400" y="3501"/>
                  </a:lnTo>
                  <a:lnTo>
                    <a:pt x="4810722" y="5449"/>
                  </a:lnTo>
                  <a:lnTo>
                    <a:pt x="4901632" y="7904"/>
                  </a:lnTo>
                  <a:lnTo>
                    <a:pt x="4996628" y="10859"/>
                  </a:lnTo>
                  <a:lnTo>
                    <a:pt x="5091695" y="14302"/>
                  </a:lnTo>
                  <a:lnTo>
                    <a:pt x="5183746" y="18227"/>
                  </a:lnTo>
                  <a:lnTo>
                    <a:pt x="5270761" y="22642"/>
                  </a:lnTo>
                  <a:lnTo>
                    <a:pt x="5351689" y="27574"/>
                  </a:lnTo>
                  <a:lnTo>
                    <a:pt x="5426252" y="33070"/>
                  </a:lnTo>
                  <a:lnTo>
                    <a:pt x="5494726" y="39202"/>
                  </a:lnTo>
                  <a:lnTo>
                    <a:pt x="5557741" y="46059"/>
                  </a:lnTo>
                  <a:lnTo>
                    <a:pt x="5616134" y="53744"/>
                  </a:lnTo>
                  <a:lnTo>
                    <a:pt x="5670832" y="62371"/>
                  </a:lnTo>
                  <a:lnTo>
                    <a:pt x="5722766" y="72043"/>
                  </a:lnTo>
                  <a:lnTo>
                    <a:pt x="5772794" y="82834"/>
                  </a:lnTo>
                  <a:lnTo>
                    <a:pt x="5784835" y="85648"/>
                  </a:lnTo>
                  <a:lnTo>
                    <a:pt x="5837624" y="98956"/>
                  </a:lnTo>
                  <a:lnTo>
                    <a:pt x="5889903" y="113636"/>
                  </a:lnTo>
                  <a:lnTo>
                    <a:pt x="5942219" y="129710"/>
                  </a:lnTo>
                  <a:lnTo>
                    <a:pt x="5994944" y="147147"/>
                  </a:lnTo>
                  <a:lnTo>
                    <a:pt x="6048294" y="165865"/>
                  </a:lnTo>
                  <a:lnTo>
                    <a:pt x="6102352" y="185723"/>
                  </a:lnTo>
                  <a:lnTo>
                    <a:pt x="6157082" y="206525"/>
                  </a:lnTo>
                  <a:lnTo>
                    <a:pt x="6212350" y="228024"/>
                  </a:lnTo>
                  <a:lnTo>
                    <a:pt x="6267949" y="249934"/>
                  </a:lnTo>
                  <a:lnTo>
                    <a:pt x="6323632" y="271945"/>
                  </a:lnTo>
                  <a:lnTo>
                    <a:pt x="6379138" y="293740"/>
                  </a:lnTo>
                  <a:lnTo>
                    <a:pt x="6434230" y="315017"/>
                  </a:lnTo>
                  <a:lnTo>
                    <a:pt x="6488727" y="335503"/>
                  </a:lnTo>
                  <a:lnTo>
                    <a:pt x="6542527" y="354966"/>
                  </a:lnTo>
                  <a:lnTo>
                    <a:pt x="6595634" y="373232"/>
                  </a:lnTo>
                  <a:lnTo>
                    <a:pt x="6648177" y="390181"/>
                  </a:lnTo>
                  <a:lnTo>
                    <a:pt x="6700428" y="405749"/>
                  </a:lnTo>
                  <a:lnTo>
                    <a:pt x="6752818" y="419926"/>
                  </a:lnTo>
                  <a:lnTo>
                    <a:pt x="6786527" y="428243"/>
                  </a:lnTo>
                  <a:lnTo>
                    <a:pt x="6836202" y="439312"/>
                  </a:lnTo>
                  <a:lnTo>
                    <a:pt x="6887595" y="449253"/>
                  </a:lnTo>
                  <a:lnTo>
                    <a:pt x="6941531" y="458127"/>
                  </a:lnTo>
                  <a:lnTo>
                    <a:pt x="6998932" y="466032"/>
                  </a:lnTo>
                  <a:lnTo>
                    <a:pt x="7060734" y="473081"/>
                  </a:lnTo>
                  <a:lnTo>
                    <a:pt x="7127803" y="479382"/>
                  </a:lnTo>
                  <a:lnTo>
                    <a:pt x="7200833" y="485027"/>
                  </a:lnTo>
                  <a:lnTo>
                    <a:pt x="7280203" y="490092"/>
                  </a:lnTo>
                  <a:lnTo>
                    <a:pt x="7365791" y="494630"/>
                  </a:lnTo>
                  <a:lnTo>
                    <a:pt x="7456757" y="498673"/>
                  </a:lnTo>
                  <a:lnTo>
                    <a:pt x="7551330" y="502235"/>
                  </a:lnTo>
                  <a:lnTo>
                    <a:pt x="7646684" y="505310"/>
                  </a:lnTo>
                  <a:lnTo>
                    <a:pt x="7739002" y="507888"/>
                  </a:lnTo>
                  <a:lnTo>
                    <a:pt x="7823843" y="509961"/>
                  </a:lnTo>
                  <a:lnTo>
                    <a:pt x="7896823" y="511533"/>
                  </a:lnTo>
                  <a:lnTo>
                    <a:pt x="7954498" y="512638"/>
                  </a:lnTo>
                  <a:lnTo>
                    <a:pt x="7995200" y="513336"/>
                  </a:lnTo>
                  <a:lnTo>
                    <a:pt x="8019532" y="513710"/>
                  </a:lnTo>
                  <a:lnTo>
                    <a:pt x="8030413" y="513862"/>
                  </a:lnTo>
                  <a:lnTo>
                    <a:pt x="8032800" y="513892"/>
                  </a:lnTo>
                  <a:lnTo>
                    <a:pt x="8032819" y="513892"/>
                  </a:lnTo>
                  <a:lnTo>
                    <a:pt x="8554953" y="513892"/>
                  </a:lnTo>
                  <a:lnTo>
                    <a:pt x="8554953" y="513892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456" name="pl1456"/>
            <p:cNvSpPr/>
            <p:nvPr/>
          </p:nvSpPr>
          <p:spPr>
            <a:xfrm>
              <a:off x="386606" y="886245"/>
              <a:ext cx="8554953" cy="3670661"/>
            </a:xfrm>
            <a:custGeom>
              <a:avLst/>
              <a:pathLst>
                <a:path w="8554953" h="3670661">
                  <a:moveTo>
                    <a:pt x="8554953" y="513892"/>
                  </a:moveTo>
                  <a:lnTo>
                    <a:pt x="8032819" y="513892"/>
                  </a:lnTo>
                  <a:lnTo>
                    <a:pt x="8031554" y="513876"/>
                  </a:lnTo>
                  <a:lnTo>
                    <a:pt x="8023281" y="513764"/>
                  </a:lnTo>
                  <a:lnTo>
                    <a:pt x="8002596" y="513454"/>
                  </a:lnTo>
                  <a:lnTo>
                    <a:pt x="7966049" y="512844"/>
                  </a:lnTo>
                  <a:lnTo>
                    <a:pt x="7912457" y="511845"/>
                  </a:lnTo>
                  <a:lnTo>
                    <a:pt x="7842962" y="510391"/>
                  </a:lnTo>
                  <a:lnTo>
                    <a:pt x="7760640" y="508443"/>
                  </a:lnTo>
                  <a:lnTo>
                    <a:pt x="7669730" y="505988"/>
                  </a:lnTo>
                  <a:lnTo>
                    <a:pt x="7574734" y="503033"/>
                  </a:lnTo>
                  <a:lnTo>
                    <a:pt x="7479667" y="499590"/>
                  </a:lnTo>
                  <a:lnTo>
                    <a:pt x="7387616" y="495664"/>
                  </a:lnTo>
                  <a:lnTo>
                    <a:pt x="7300601" y="491250"/>
                  </a:lnTo>
                  <a:lnTo>
                    <a:pt x="7219673" y="486318"/>
                  </a:lnTo>
                  <a:lnTo>
                    <a:pt x="7145110" y="480821"/>
                  </a:lnTo>
                  <a:lnTo>
                    <a:pt x="7076636" y="474689"/>
                  </a:lnTo>
                  <a:lnTo>
                    <a:pt x="7013621" y="467833"/>
                  </a:lnTo>
                  <a:lnTo>
                    <a:pt x="6955228" y="460147"/>
                  </a:lnTo>
                  <a:lnTo>
                    <a:pt x="6900530" y="451521"/>
                  </a:lnTo>
                  <a:lnTo>
                    <a:pt x="6848596" y="441849"/>
                  </a:lnTo>
                  <a:lnTo>
                    <a:pt x="6798568" y="431058"/>
                  </a:lnTo>
                  <a:lnTo>
                    <a:pt x="6786527" y="428243"/>
                  </a:lnTo>
                  <a:lnTo>
                    <a:pt x="6733737" y="414936"/>
                  </a:lnTo>
                  <a:lnTo>
                    <a:pt x="6681459" y="400255"/>
                  </a:lnTo>
                  <a:lnTo>
                    <a:pt x="6629143" y="384182"/>
                  </a:lnTo>
                  <a:lnTo>
                    <a:pt x="6576418" y="366745"/>
                  </a:lnTo>
                  <a:lnTo>
                    <a:pt x="6523068" y="348027"/>
                  </a:lnTo>
                  <a:lnTo>
                    <a:pt x="6469010" y="328169"/>
                  </a:lnTo>
                  <a:lnTo>
                    <a:pt x="6414280" y="307367"/>
                  </a:lnTo>
                  <a:lnTo>
                    <a:pt x="6359012" y="285868"/>
                  </a:lnTo>
                  <a:lnTo>
                    <a:pt x="6303413" y="263958"/>
                  </a:lnTo>
                  <a:lnTo>
                    <a:pt x="6247730" y="241947"/>
                  </a:lnTo>
                  <a:lnTo>
                    <a:pt x="6192224" y="220151"/>
                  </a:lnTo>
                  <a:lnTo>
                    <a:pt x="6137132" y="198874"/>
                  </a:lnTo>
                  <a:lnTo>
                    <a:pt x="6082635" y="178389"/>
                  </a:lnTo>
                  <a:lnTo>
                    <a:pt x="6028835" y="158925"/>
                  </a:lnTo>
                  <a:lnTo>
                    <a:pt x="5975728" y="140659"/>
                  </a:lnTo>
                  <a:lnTo>
                    <a:pt x="5923185" y="123711"/>
                  </a:lnTo>
                  <a:lnTo>
                    <a:pt x="5870934" y="108143"/>
                  </a:lnTo>
                  <a:lnTo>
                    <a:pt x="5818544" y="93966"/>
                  </a:lnTo>
                  <a:lnTo>
                    <a:pt x="5784835" y="85648"/>
                  </a:lnTo>
                  <a:lnTo>
                    <a:pt x="5735160" y="74579"/>
                  </a:lnTo>
                  <a:lnTo>
                    <a:pt x="5683767" y="64638"/>
                  </a:lnTo>
                  <a:lnTo>
                    <a:pt x="5629831" y="55765"/>
                  </a:lnTo>
                  <a:lnTo>
                    <a:pt x="5572430" y="47860"/>
                  </a:lnTo>
                  <a:lnTo>
                    <a:pt x="5510628" y="40810"/>
                  </a:lnTo>
                  <a:lnTo>
                    <a:pt x="5443559" y="34510"/>
                  </a:lnTo>
                  <a:lnTo>
                    <a:pt x="5370529" y="28865"/>
                  </a:lnTo>
                  <a:lnTo>
                    <a:pt x="5291159" y="23800"/>
                  </a:lnTo>
                  <a:lnTo>
                    <a:pt x="5205571" y="19262"/>
                  </a:lnTo>
                  <a:lnTo>
                    <a:pt x="5114605" y="15218"/>
                  </a:lnTo>
                  <a:lnTo>
                    <a:pt x="5020032" y="11657"/>
                  </a:lnTo>
                  <a:lnTo>
                    <a:pt x="4924678" y="8581"/>
                  </a:lnTo>
                  <a:lnTo>
                    <a:pt x="4832360" y="6003"/>
                  </a:lnTo>
                  <a:lnTo>
                    <a:pt x="4747518" y="3931"/>
                  </a:lnTo>
                  <a:lnTo>
                    <a:pt x="4674539" y="2358"/>
                  </a:lnTo>
                  <a:lnTo>
                    <a:pt x="4616864" y="1253"/>
                  </a:lnTo>
                  <a:lnTo>
                    <a:pt x="4576162" y="556"/>
                  </a:lnTo>
                  <a:lnTo>
                    <a:pt x="4551830" y="181"/>
                  </a:lnTo>
                  <a:lnTo>
                    <a:pt x="4540949" y="30"/>
                  </a:lnTo>
                  <a:lnTo>
                    <a:pt x="4538562" y="0"/>
                  </a:lnTo>
                  <a:lnTo>
                    <a:pt x="4538543" y="0"/>
                  </a:lnTo>
                  <a:lnTo>
                    <a:pt x="4016409" y="0"/>
                  </a:lnTo>
                  <a:lnTo>
                    <a:pt x="4015463" y="83"/>
                  </a:lnTo>
                  <a:lnTo>
                    <a:pt x="4009232" y="678"/>
                  </a:lnTo>
                  <a:lnTo>
                    <a:pt x="3993507" y="2321"/>
                  </a:lnTo>
                  <a:lnTo>
                    <a:pt x="3965350" y="5558"/>
                  </a:lnTo>
                  <a:lnTo>
                    <a:pt x="3923305" y="10891"/>
                  </a:lnTo>
                  <a:lnTo>
                    <a:pt x="3867509" y="18735"/>
                  </a:lnTo>
                  <a:lnTo>
                    <a:pt x="3799576" y="29373"/>
                  </a:lnTo>
                  <a:lnTo>
                    <a:pt x="3722223" y="42952"/>
                  </a:lnTo>
                  <a:lnTo>
                    <a:pt x="3638746" y="59500"/>
                  </a:lnTo>
                  <a:lnTo>
                    <a:pt x="3552472" y="78971"/>
                  </a:lnTo>
                  <a:lnTo>
                    <a:pt x="3466331" y="101301"/>
                  </a:lnTo>
                  <a:lnTo>
                    <a:pt x="3382610" y="126457"/>
                  </a:lnTo>
                  <a:lnTo>
                    <a:pt x="3302873" y="154471"/>
                  </a:lnTo>
                  <a:lnTo>
                    <a:pt x="3228015" y="185469"/>
                  </a:lnTo>
                  <a:lnTo>
                    <a:pt x="3158376" y="219676"/>
                  </a:lnTo>
                  <a:lnTo>
                    <a:pt x="3093878" y="257425"/>
                  </a:lnTo>
                  <a:lnTo>
                    <a:pt x="3034153" y="299145"/>
                  </a:lnTo>
                  <a:lnTo>
                    <a:pt x="2978648" y="345351"/>
                  </a:lnTo>
                  <a:lnTo>
                    <a:pt x="2926708" y="396620"/>
                  </a:lnTo>
                  <a:lnTo>
                    <a:pt x="2877634" y="453548"/>
                  </a:lnTo>
                  <a:lnTo>
                    <a:pt x="2830737" y="516678"/>
                  </a:lnTo>
                  <a:lnTo>
                    <a:pt x="2785385" y="586384"/>
                  </a:lnTo>
                  <a:lnTo>
                    <a:pt x="2770117" y="611776"/>
                  </a:lnTo>
                  <a:lnTo>
                    <a:pt x="2736620" y="670799"/>
                  </a:lnTo>
                  <a:lnTo>
                    <a:pt x="2703424" y="733703"/>
                  </a:lnTo>
                  <a:lnTo>
                    <a:pt x="2670362" y="800567"/>
                  </a:lnTo>
                  <a:lnTo>
                    <a:pt x="2637301" y="871420"/>
                  </a:lnTo>
                  <a:lnTo>
                    <a:pt x="2604135" y="946239"/>
                  </a:lnTo>
                  <a:lnTo>
                    <a:pt x="2570784" y="1024938"/>
                  </a:lnTo>
                  <a:lnTo>
                    <a:pt x="2537192" y="1107370"/>
                  </a:lnTo>
                  <a:lnTo>
                    <a:pt x="2503327" y="1193320"/>
                  </a:lnTo>
                  <a:lnTo>
                    <a:pt x="2469176" y="1282509"/>
                  </a:lnTo>
                  <a:lnTo>
                    <a:pt x="2434745" y="1374593"/>
                  </a:lnTo>
                  <a:lnTo>
                    <a:pt x="2400057" y="1469166"/>
                  </a:lnTo>
                  <a:lnTo>
                    <a:pt x="2365149" y="1565768"/>
                  </a:lnTo>
                  <a:lnTo>
                    <a:pt x="2330072" y="1663894"/>
                  </a:lnTo>
                  <a:lnTo>
                    <a:pt x="2294882" y="1763003"/>
                  </a:lnTo>
                  <a:lnTo>
                    <a:pt x="2259643" y="1862529"/>
                  </a:lnTo>
                  <a:lnTo>
                    <a:pt x="2224423" y="1961897"/>
                  </a:lnTo>
                  <a:lnTo>
                    <a:pt x="2189287" y="2060538"/>
                  </a:lnTo>
                  <a:lnTo>
                    <a:pt x="2154295" y="2157896"/>
                  </a:lnTo>
                  <a:lnTo>
                    <a:pt x="2119502" y="2253450"/>
                  </a:lnTo>
                  <a:lnTo>
                    <a:pt x="2084951" y="2346717"/>
                  </a:lnTo>
                  <a:lnTo>
                    <a:pt x="2050671" y="2437265"/>
                  </a:lnTo>
                  <a:lnTo>
                    <a:pt x="2016677" y="2524723"/>
                  </a:lnTo>
                  <a:lnTo>
                    <a:pt x="1982964" y="2608781"/>
                  </a:lnTo>
                  <a:lnTo>
                    <a:pt x="1949509" y="2689196"/>
                  </a:lnTo>
                  <a:lnTo>
                    <a:pt x="1916267" y="2765789"/>
                  </a:lnTo>
                  <a:lnTo>
                    <a:pt x="1883170" y="2838448"/>
                  </a:lnTo>
                  <a:lnTo>
                    <a:pt x="1850123" y="2907121"/>
                  </a:lnTo>
                  <a:lnTo>
                    <a:pt x="1817007" y="2971814"/>
                  </a:lnTo>
                  <a:lnTo>
                    <a:pt x="1783669" y="3032584"/>
                  </a:lnTo>
                  <a:lnTo>
                    <a:pt x="1768425" y="3058884"/>
                  </a:lnTo>
                  <a:lnTo>
                    <a:pt x="1723475" y="3130870"/>
                  </a:lnTo>
                  <a:lnTo>
                    <a:pt x="1677174" y="3196222"/>
                  </a:lnTo>
                  <a:lnTo>
                    <a:pt x="1628921" y="3255218"/>
                  </a:lnTo>
                  <a:lnTo>
                    <a:pt x="1578041" y="3308358"/>
                  </a:lnTo>
                  <a:lnTo>
                    <a:pt x="1523834" y="3356230"/>
                  </a:lnTo>
                  <a:lnTo>
                    <a:pt x="1465622" y="3399424"/>
                  </a:lnTo>
                  <a:lnTo>
                    <a:pt x="1402811" y="3438480"/>
                  </a:lnTo>
                  <a:lnTo>
                    <a:pt x="1334958" y="3473857"/>
                  </a:lnTo>
                  <a:lnTo>
                    <a:pt x="1261872" y="3505922"/>
                  </a:lnTo>
                  <a:lnTo>
                    <a:pt x="1183736" y="3534939"/>
                  </a:lnTo>
                  <a:lnTo>
                    <a:pt x="1101238" y="3561065"/>
                  </a:lnTo>
                  <a:lnTo>
                    <a:pt x="1015704" y="3584364"/>
                  </a:lnTo>
                  <a:lnTo>
                    <a:pt x="929175" y="3604821"/>
                  </a:lnTo>
                  <a:lnTo>
                    <a:pt x="844379" y="3622376"/>
                  </a:lnTo>
                  <a:lnTo>
                    <a:pt x="764546" y="3636973"/>
                  </a:lnTo>
                  <a:lnTo>
                    <a:pt x="693041" y="3648608"/>
                  </a:lnTo>
                  <a:lnTo>
                    <a:pt x="632843" y="3657384"/>
                  </a:lnTo>
                  <a:lnTo>
                    <a:pt x="585996" y="3663536"/>
                  </a:lnTo>
                  <a:lnTo>
                    <a:pt x="553169" y="3667437"/>
                  </a:lnTo>
                  <a:lnTo>
                    <a:pt x="533448" y="3669566"/>
                  </a:lnTo>
                  <a:lnTo>
                    <a:pt x="524381" y="3670458"/>
                  </a:lnTo>
                  <a:lnTo>
                    <a:pt x="522172" y="3670657"/>
                  </a:lnTo>
                  <a:lnTo>
                    <a:pt x="522133" y="3670661"/>
                  </a:lnTo>
                  <a:lnTo>
                    <a:pt x="0" y="3670661"/>
                  </a:lnTo>
                  <a:lnTo>
                    <a:pt x="0" y="3670661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457" name="pg1457"/>
            <p:cNvSpPr/>
            <p:nvPr/>
          </p:nvSpPr>
          <p:spPr>
            <a:xfrm>
              <a:off x="386606" y="1066954"/>
              <a:ext cx="8554953" cy="3501246"/>
            </a:xfrm>
            <a:custGeom>
              <a:avLst/>
              <a:pathLst>
                <a:path w="8554953" h="3501246">
                  <a:moveTo>
                    <a:pt x="0" y="3501246"/>
                  </a:moveTo>
                  <a:lnTo>
                    <a:pt x="522133" y="3501246"/>
                  </a:lnTo>
                  <a:lnTo>
                    <a:pt x="523231" y="3501153"/>
                  </a:lnTo>
                  <a:lnTo>
                    <a:pt x="530434" y="3500493"/>
                  </a:lnTo>
                  <a:lnTo>
                    <a:pt x="548529" y="3498669"/>
                  </a:lnTo>
                  <a:lnTo>
                    <a:pt x="580720" y="3495081"/>
                  </a:lnTo>
                  <a:lnTo>
                    <a:pt x="628368" y="3489187"/>
                  </a:lnTo>
                  <a:lnTo>
                    <a:pt x="690894" y="3480559"/>
                  </a:lnTo>
                  <a:lnTo>
                    <a:pt x="766007" y="3468925"/>
                  </a:lnTo>
                  <a:lnTo>
                    <a:pt x="850258" y="3454173"/>
                  </a:lnTo>
                  <a:lnTo>
                    <a:pt x="939737" y="3436308"/>
                  </a:lnTo>
                  <a:lnTo>
                    <a:pt x="1030732" y="3415396"/>
                  </a:lnTo>
                  <a:lnTo>
                    <a:pt x="1120183" y="3391497"/>
                  </a:lnTo>
                  <a:lnTo>
                    <a:pt x="1205884" y="3364613"/>
                  </a:lnTo>
                  <a:lnTo>
                    <a:pt x="1286492" y="3334648"/>
                  </a:lnTo>
                  <a:lnTo>
                    <a:pt x="1361398" y="3301393"/>
                  </a:lnTo>
                  <a:lnTo>
                    <a:pt x="1430560" y="3264514"/>
                  </a:lnTo>
                  <a:lnTo>
                    <a:pt x="1494332" y="3223562"/>
                  </a:lnTo>
                  <a:lnTo>
                    <a:pt x="1553321" y="3177984"/>
                  </a:lnTo>
                  <a:lnTo>
                    <a:pt x="1608277" y="3127151"/>
                  </a:lnTo>
                  <a:lnTo>
                    <a:pt x="1660007" y="3070401"/>
                  </a:lnTo>
                  <a:lnTo>
                    <a:pt x="1709315" y="3007130"/>
                  </a:lnTo>
                  <a:lnTo>
                    <a:pt x="1756934" y="2936930"/>
                  </a:lnTo>
                  <a:lnTo>
                    <a:pt x="1768425" y="2918646"/>
                  </a:lnTo>
                  <a:lnTo>
                    <a:pt x="1802622" y="2861219"/>
                  </a:lnTo>
                  <a:lnTo>
                    <a:pt x="1836508" y="2799937"/>
                  </a:lnTo>
                  <a:lnTo>
                    <a:pt x="1870261" y="2734722"/>
                  </a:lnTo>
                  <a:lnTo>
                    <a:pt x="1904021" y="2665546"/>
                  </a:lnTo>
                  <a:lnTo>
                    <a:pt x="1937898" y="2592439"/>
                  </a:lnTo>
                  <a:lnTo>
                    <a:pt x="1971976" y="2515492"/>
                  </a:lnTo>
                  <a:lnTo>
                    <a:pt x="2006309" y="2434864"/>
                  </a:lnTo>
                  <a:lnTo>
                    <a:pt x="2040931" y="2350780"/>
                  </a:lnTo>
                  <a:lnTo>
                    <a:pt x="2075851" y="2263533"/>
                  </a:lnTo>
                  <a:lnTo>
                    <a:pt x="2111059" y="2173485"/>
                  </a:lnTo>
                  <a:lnTo>
                    <a:pt x="2146529" y="2081057"/>
                  </a:lnTo>
                  <a:lnTo>
                    <a:pt x="2182216" y="1986727"/>
                  </a:lnTo>
                  <a:lnTo>
                    <a:pt x="2218066" y="1891017"/>
                  </a:lnTo>
                  <a:lnTo>
                    <a:pt x="2254016" y="1794483"/>
                  </a:lnTo>
                  <a:lnTo>
                    <a:pt x="2289995" y="1697703"/>
                  </a:lnTo>
                  <a:lnTo>
                    <a:pt x="2325934" y="1601258"/>
                  </a:lnTo>
                  <a:lnTo>
                    <a:pt x="2361764" y="1505722"/>
                  </a:lnTo>
                  <a:lnTo>
                    <a:pt x="2397421" y="1411649"/>
                  </a:lnTo>
                  <a:lnTo>
                    <a:pt x="2432853" y="1319553"/>
                  </a:lnTo>
                  <a:lnTo>
                    <a:pt x="2468019" y="1229905"/>
                  </a:lnTo>
                  <a:lnTo>
                    <a:pt x="2502894" y="1143118"/>
                  </a:lnTo>
                  <a:lnTo>
                    <a:pt x="2537471" y="1059541"/>
                  </a:lnTo>
                  <a:lnTo>
                    <a:pt x="2571763" y="979460"/>
                  </a:lnTo>
                  <a:lnTo>
                    <a:pt x="2605805" y="903089"/>
                  </a:lnTo>
                  <a:lnTo>
                    <a:pt x="2639659" y="830575"/>
                  </a:lnTo>
                  <a:lnTo>
                    <a:pt x="2673410" y="762001"/>
                  </a:lnTo>
                  <a:lnTo>
                    <a:pt x="2707173" y="697387"/>
                  </a:lnTo>
                  <a:lnTo>
                    <a:pt x="2741095" y="636697"/>
                  </a:lnTo>
                  <a:lnTo>
                    <a:pt x="2770117" y="588246"/>
                  </a:lnTo>
                  <a:lnTo>
                    <a:pt x="2817420" y="516326"/>
                  </a:lnTo>
                  <a:lnTo>
                    <a:pt x="2866250" y="451382"/>
                  </a:lnTo>
                  <a:lnTo>
                    <a:pt x="2917314" y="393085"/>
                  </a:lnTo>
                  <a:lnTo>
                    <a:pt x="2971403" y="340861"/>
                  </a:lnTo>
                  <a:lnTo>
                    <a:pt x="3029330" y="294055"/>
                  </a:lnTo>
                  <a:lnTo>
                    <a:pt x="3091865" y="252024"/>
                  </a:lnTo>
                  <a:lnTo>
                    <a:pt x="3159661" y="214192"/>
                  </a:lnTo>
                  <a:lnTo>
                    <a:pt x="3233145" y="180083"/>
                  </a:lnTo>
                  <a:lnTo>
                    <a:pt x="3312386" y="149336"/>
                  </a:lnTo>
                  <a:lnTo>
                    <a:pt x="3396932" y="121709"/>
                  </a:lnTo>
                  <a:lnTo>
                    <a:pt x="3485633" y="97082"/>
                  </a:lnTo>
                  <a:lnTo>
                    <a:pt x="3576502" y="75433"/>
                  </a:lnTo>
                  <a:lnTo>
                    <a:pt x="3666677" y="56814"/>
                  </a:lnTo>
                  <a:lnTo>
                    <a:pt x="3752573" y="41295"/>
                  </a:lnTo>
                  <a:lnTo>
                    <a:pt x="3830277" y="28901"/>
                  </a:lnTo>
                  <a:lnTo>
                    <a:pt x="3896157" y="19555"/>
                  </a:lnTo>
                  <a:lnTo>
                    <a:pt x="3947579" y="13024"/>
                  </a:lnTo>
                  <a:lnTo>
                    <a:pt x="3983509" y="8918"/>
                  </a:lnTo>
                  <a:lnTo>
                    <a:pt x="4004831" y="6715"/>
                  </a:lnTo>
                  <a:lnTo>
                    <a:pt x="4014318" y="5826"/>
                  </a:lnTo>
                  <a:lnTo>
                    <a:pt x="4016409" y="5647"/>
                  </a:lnTo>
                  <a:lnTo>
                    <a:pt x="4538543" y="5647"/>
                  </a:lnTo>
                  <a:lnTo>
                    <a:pt x="4539668" y="5732"/>
                  </a:lnTo>
                  <a:lnTo>
                    <a:pt x="4547044" y="6345"/>
                  </a:lnTo>
                  <a:lnTo>
                    <a:pt x="4565560" y="8037"/>
                  </a:lnTo>
                  <a:lnTo>
                    <a:pt x="4598463" y="11365"/>
                  </a:lnTo>
                  <a:lnTo>
                    <a:pt x="4647090" y="16829"/>
                  </a:lnTo>
                  <a:lnTo>
                    <a:pt x="4710775" y="24821"/>
                  </a:lnTo>
                  <a:lnTo>
                    <a:pt x="4787104" y="35585"/>
                  </a:lnTo>
                  <a:lnTo>
                    <a:pt x="4872497" y="49220"/>
                  </a:lnTo>
                  <a:lnTo>
                    <a:pt x="4962942" y="65715"/>
                  </a:lnTo>
                  <a:lnTo>
                    <a:pt x="5054669" y="85008"/>
                  </a:lnTo>
                  <a:lnTo>
                    <a:pt x="5144608" y="107045"/>
                  </a:lnTo>
                  <a:lnTo>
                    <a:pt x="5230576" y="131832"/>
                  </a:lnTo>
                  <a:lnTo>
                    <a:pt x="5311273" y="159467"/>
                  </a:lnTo>
                  <a:lnTo>
                    <a:pt x="5386145" y="190157"/>
                  </a:lnTo>
                  <a:lnTo>
                    <a:pt x="5455202" y="224222"/>
                  </a:lnTo>
                  <a:lnTo>
                    <a:pt x="5518845" y="262092"/>
                  </a:lnTo>
                  <a:lnTo>
                    <a:pt x="5577720" y="304290"/>
                  </a:lnTo>
                  <a:lnTo>
                    <a:pt x="5632609" y="351409"/>
                  </a:lnTo>
                  <a:lnTo>
                    <a:pt x="5684342" y="404057"/>
                  </a:lnTo>
                  <a:lnTo>
                    <a:pt x="5733737" y="462779"/>
                  </a:lnTo>
                  <a:lnTo>
                    <a:pt x="5781527" y="527907"/>
                  </a:lnTo>
                  <a:lnTo>
                    <a:pt x="5784835" y="532716"/>
                  </a:lnTo>
                  <a:lnTo>
                    <a:pt x="5820475" y="586952"/>
                  </a:lnTo>
                  <a:lnTo>
                    <a:pt x="5855787" y="644981"/>
                  </a:lnTo>
                  <a:lnTo>
                    <a:pt x="5890968" y="706882"/>
                  </a:lnTo>
                  <a:lnTo>
                    <a:pt x="5926173" y="772675"/>
                  </a:lnTo>
                  <a:lnTo>
                    <a:pt x="5961524" y="842322"/>
                  </a:lnTo>
                  <a:lnTo>
                    <a:pt x="5997106" y="915716"/>
                  </a:lnTo>
                  <a:lnTo>
                    <a:pt x="6032978" y="992679"/>
                  </a:lnTo>
                  <a:lnTo>
                    <a:pt x="6069169" y="1072961"/>
                  </a:lnTo>
                  <a:lnTo>
                    <a:pt x="6105682" y="1156238"/>
                  </a:lnTo>
                  <a:lnTo>
                    <a:pt x="6142500" y="1242117"/>
                  </a:lnTo>
                  <a:lnTo>
                    <a:pt x="6179582" y="1330141"/>
                  </a:lnTo>
                  <a:lnTo>
                    <a:pt x="6216876" y="1419801"/>
                  </a:lnTo>
                  <a:lnTo>
                    <a:pt x="6254311" y="1510542"/>
                  </a:lnTo>
                  <a:lnTo>
                    <a:pt x="6291814" y="1601782"/>
                  </a:lnTo>
                  <a:lnTo>
                    <a:pt x="6329303" y="1692923"/>
                  </a:lnTo>
                  <a:lnTo>
                    <a:pt x="6366701" y="1783374"/>
                  </a:lnTo>
                  <a:lnTo>
                    <a:pt x="6403932" y="1872558"/>
                  </a:lnTo>
                  <a:lnTo>
                    <a:pt x="6440933" y="1959935"/>
                  </a:lnTo>
                  <a:lnTo>
                    <a:pt x="6477654" y="2045010"/>
                  </a:lnTo>
                  <a:lnTo>
                    <a:pt x="6514063" y="2127347"/>
                  </a:lnTo>
                  <a:lnTo>
                    <a:pt x="6550148" y="2206576"/>
                  </a:lnTo>
                  <a:lnTo>
                    <a:pt x="6585921" y="2282396"/>
                  </a:lnTo>
                  <a:lnTo>
                    <a:pt x="6621420" y="2354580"/>
                  </a:lnTo>
                  <a:lnTo>
                    <a:pt x="6656712" y="2422976"/>
                  </a:lnTo>
                  <a:lnTo>
                    <a:pt x="6691894" y="2487498"/>
                  </a:lnTo>
                  <a:lnTo>
                    <a:pt x="6727099" y="2548127"/>
                  </a:lnTo>
                  <a:lnTo>
                    <a:pt x="6762494" y="2604905"/>
                  </a:lnTo>
                  <a:lnTo>
                    <a:pt x="6786527" y="2640993"/>
                  </a:lnTo>
                  <a:lnTo>
                    <a:pt x="6834228" y="2706573"/>
                  </a:lnTo>
                  <a:lnTo>
                    <a:pt x="6883488" y="2765737"/>
                  </a:lnTo>
                  <a:lnTo>
                    <a:pt x="6935032" y="2818795"/>
                  </a:lnTo>
                  <a:lnTo>
                    <a:pt x="6989672" y="2866282"/>
                  </a:lnTo>
                  <a:lnTo>
                    <a:pt x="7048241" y="2908806"/>
                  </a:lnTo>
                  <a:lnTo>
                    <a:pt x="7111526" y="2946961"/>
                  </a:lnTo>
                  <a:lnTo>
                    <a:pt x="7180187" y="2981278"/>
                  </a:lnTo>
                  <a:lnTo>
                    <a:pt x="7254645" y="3012193"/>
                  </a:lnTo>
                  <a:lnTo>
                    <a:pt x="7334944" y="3040034"/>
                  </a:lnTo>
                  <a:lnTo>
                    <a:pt x="7420576" y="3065016"/>
                  </a:lnTo>
                  <a:lnTo>
                    <a:pt x="7510296" y="3087245"/>
                  </a:lnTo>
                  <a:lnTo>
                    <a:pt x="7601988" y="3106731"/>
                  </a:lnTo>
                  <a:lnTo>
                    <a:pt x="7692640" y="3123425"/>
                  </a:lnTo>
                  <a:lnTo>
                    <a:pt x="7778518" y="3137262"/>
                  </a:lnTo>
                  <a:lnTo>
                    <a:pt x="7855609" y="3148226"/>
                  </a:lnTo>
                  <a:lnTo>
                    <a:pt x="7920277" y="3156406"/>
                  </a:lnTo>
                  <a:lnTo>
                    <a:pt x="7970004" y="3162036"/>
                  </a:lnTo>
                  <a:lnTo>
                    <a:pt x="8003990" y="3165498"/>
                  </a:lnTo>
                  <a:lnTo>
                    <a:pt x="8023430" y="3167288"/>
                  </a:lnTo>
                  <a:lnTo>
                    <a:pt x="8031446" y="3167957"/>
                  </a:lnTo>
                  <a:lnTo>
                    <a:pt x="8032819" y="3168062"/>
                  </a:lnTo>
                  <a:lnTo>
                    <a:pt x="8554953" y="3168062"/>
                  </a:lnTo>
                  <a:lnTo>
                    <a:pt x="8554953" y="3162415"/>
                  </a:lnTo>
                  <a:lnTo>
                    <a:pt x="8032819" y="3162415"/>
                  </a:lnTo>
                  <a:lnTo>
                    <a:pt x="8031694" y="3162330"/>
                  </a:lnTo>
                  <a:lnTo>
                    <a:pt x="8024318" y="3161717"/>
                  </a:lnTo>
                  <a:lnTo>
                    <a:pt x="8005802" y="3160025"/>
                  </a:lnTo>
                  <a:lnTo>
                    <a:pt x="7972899" y="3156697"/>
                  </a:lnTo>
                  <a:lnTo>
                    <a:pt x="7924272" y="3151233"/>
                  </a:lnTo>
                  <a:lnTo>
                    <a:pt x="7860587" y="3143241"/>
                  </a:lnTo>
                  <a:lnTo>
                    <a:pt x="7784257" y="3132477"/>
                  </a:lnTo>
                  <a:lnTo>
                    <a:pt x="7698865" y="3118842"/>
                  </a:lnTo>
                  <a:lnTo>
                    <a:pt x="7608420" y="3102347"/>
                  </a:lnTo>
                  <a:lnTo>
                    <a:pt x="7516693" y="3083054"/>
                  </a:lnTo>
                  <a:lnTo>
                    <a:pt x="7426754" y="3061017"/>
                  </a:lnTo>
                  <a:lnTo>
                    <a:pt x="7340786" y="3036230"/>
                  </a:lnTo>
                  <a:lnTo>
                    <a:pt x="7260089" y="3008595"/>
                  </a:lnTo>
                  <a:lnTo>
                    <a:pt x="7185217" y="2977905"/>
                  </a:lnTo>
                  <a:lnTo>
                    <a:pt x="7116160" y="2943840"/>
                  </a:lnTo>
                  <a:lnTo>
                    <a:pt x="7052517" y="2905970"/>
                  </a:lnTo>
                  <a:lnTo>
                    <a:pt x="6993642" y="2863772"/>
                  </a:lnTo>
                  <a:lnTo>
                    <a:pt x="6938753" y="2816653"/>
                  </a:lnTo>
                  <a:lnTo>
                    <a:pt x="6887020" y="2764005"/>
                  </a:lnTo>
                  <a:lnTo>
                    <a:pt x="6837625" y="2705283"/>
                  </a:lnTo>
                  <a:lnTo>
                    <a:pt x="6789835" y="2640155"/>
                  </a:lnTo>
                  <a:lnTo>
                    <a:pt x="6786527" y="2635346"/>
                  </a:lnTo>
                  <a:lnTo>
                    <a:pt x="6750887" y="2581110"/>
                  </a:lnTo>
                  <a:lnTo>
                    <a:pt x="6715575" y="2523081"/>
                  </a:lnTo>
                  <a:lnTo>
                    <a:pt x="6680394" y="2461180"/>
                  </a:lnTo>
                  <a:lnTo>
                    <a:pt x="6645189" y="2395387"/>
                  </a:lnTo>
                  <a:lnTo>
                    <a:pt x="6609838" y="2325740"/>
                  </a:lnTo>
                  <a:lnTo>
                    <a:pt x="6574256" y="2252346"/>
                  </a:lnTo>
                  <a:lnTo>
                    <a:pt x="6538384" y="2175383"/>
                  </a:lnTo>
                  <a:lnTo>
                    <a:pt x="6502193" y="2095101"/>
                  </a:lnTo>
                  <a:lnTo>
                    <a:pt x="6465680" y="2011824"/>
                  </a:lnTo>
                  <a:lnTo>
                    <a:pt x="6428862" y="1925945"/>
                  </a:lnTo>
                  <a:lnTo>
                    <a:pt x="6391780" y="1837920"/>
                  </a:lnTo>
                  <a:lnTo>
                    <a:pt x="6354486" y="1748261"/>
                  </a:lnTo>
                  <a:lnTo>
                    <a:pt x="6317051" y="1657520"/>
                  </a:lnTo>
                  <a:lnTo>
                    <a:pt x="6279548" y="1566280"/>
                  </a:lnTo>
                  <a:lnTo>
                    <a:pt x="6242059" y="1475139"/>
                  </a:lnTo>
                  <a:lnTo>
                    <a:pt x="6204661" y="1384688"/>
                  </a:lnTo>
                  <a:lnTo>
                    <a:pt x="6167430" y="1295504"/>
                  </a:lnTo>
                  <a:lnTo>
                    <a:pt x="6130429" y="1208127"/>
                  </a:lnTo>
                  <a:lnTo>
                    <a:pt x="6093707" y="1123052"/>
                  </a:lnTo>
                  <a:lnTo>
                    <a:pt x="6057299" y="1040715"/>
                  </a:lnTo>
                  <a:lnTo>
                    <a:pt x="6021214" y="961486"/>
                  </a:lnTo>
                  <a:lnTo>
                    <a:pt x="5985441" y="885666"/>
                  </a:lnTo>
                  <a:lnTo>
                    <a:pt x="5949942" y="813482"/>
                  </a:lnTo>
                  <a:lnTo>
                    <a:pt x="5914650" y="745086"/>
                  </a:lnTo>
                  <a:lnTo>
                    <a:pt x="5879468" y="680564"/>
                  </a:lnTo>
                  <a:lnTo>
                    <a:pt x="5844263" y="619935"/>
                  </a:lnTo>
                  <a:lnTo>
                    <a:pt x="5808868" y="563157"/>
                  </a:lnTo>
                  <a:lnTo>
                    <a:pt x="5784835" y="527069"/>
                  </a:lnTo>
                  <a:lnTo>
                    <a:pt x="5737134" y="461489"/>
                  </a:lnTo>
                  <a:lnTo>
                    <a:pt x="5687874" y="402325"/>
                  </a:lnTo>
                  <a:lnTo>
                    <a:pt x="5636330" y="349267"/>
                  </a:lnTo>
                  <a:lnTo>
                    <a:pt x="5581690" y="301780"/>
                  </a:lnTo>
                  <a:lnTo>
                    <a:pt x="5523121" y="259256"/>
                  </a:lnTo>
                  <a:lnTo>
                    <a:pt x="5459836" y="221101"/>
                  </a:lnTo>
                  <a:lnTo>
                    <a:pt x="5391175" y="186784"/>
                  </a:lnTo>
                  <a:lnTo>
                    <a:pt x="5316717" y="155869"/>
                  </a:lnTo>
                  <a:lnTo>
                    <a:pt x="5236417" y="128028"/>
                  </a:lnTo>
                  <a:lnTo>
                    <a:pt x="5150786" y="103046"/>
                  </a:lnTo>
                  <a:lnTo>
                    <a:pt x="5061066" y="80817"/>
                  </a:lnTo>
                  <a:lnTo>
                    <a:pt x="4969373" y="61331"/>
                  </a:lnTo>
                  <a:lnTo>
                    <a:pt x="4878722" y="44637"/>
                  </a:lnTo>
                  <a:lnTo>
                    <a:pt x="4792844" y="30800"/>
                  </a:lnTo>
                  <a:lnTo>
                    <a:pt x="4715753" y="19836"/>
                  </a:lnTo>
                  <a:lnTo>
                    <a:pt x="4651085" y="11656"/>
                  </a:lnTo>
                  <a:lnTo>
                    <a:pt x="4601358" y="6026"/>
                  </a:lnTo>
                  <a:lnTo>
                    <a:pt x="4567372" y="2564"/>
                  </a:lnTo>
                  <a:lnTo>
                    <a:pt x="4547932" y="774"/>
                  </a:lnTo>
                  <a:lnTo>
                    <a:pt x="4539916" y="105"/>
                  </a:lnTo>
                  <a:lnTo>
                    <a:pt x="4538543" y="0"/>
                  </a:lnTo>
                  <a:lnTo>
                    <a:pt x="4016409" y="0"/>
                  </a:lnTo>
                  <a:lnTo>
                    <a:pt x="4015311" y="92"/>
                  </a:lnTo>
                  <a:lnTo>
                    <a:pt x="4008109" y="752"/>
                  </a:lnTo>
                  <a:lnTo>
                    <a:pt x="3990013" y="2576"/>
                  </a:lnTo>
                  <a:lnTo>
                    <a:pt x="3957822" y="6164"/>
                  </a:lnTo>
                  <a:lnTo>
                    <a:pt x="3910174" y="12058"/>
                  </a:lnTo>
                  <a:lnTo>
                    <a:pt x="3847649" y="20687"/>
                  </a:lnTo>
                  <a:lnTo>
                    <a:pt x="3772535" y="32320"/>
                  </a:lnTo>
                  <a:lnTo>
                    <a:pt x="3688284" y="47072"/>
                  </a:lnTo>
                  <a:lnTo>
                    <a:pt x="3598805" y="64937"/>
                  </a:lnTo>
                  <a:lnTo>
                    <a:pt x="3507810" y="85850"/>
                  </a:lnTo>
                  <a:lnTo>
                    <a:pt x="3418360" y="109748"/>
                  </a:lnTo>
                  <a:lnTo>
                    <a:pt x="3332658" y="136632"/>
                  </a:lnTo>
                  <a:lnTo>
                    <a:pt x="3252050" y="166597"/>
                  </a:lnTo>
                  <a:lnTo>
                    <a:pt x="3177144" y="199853"/>
                  </a:lnTo>
                  <a:lnTo>
                    <a:pt x="3107982" y="236732"/>
                  </a:lnTo>
                  <a:lnTo>
                    <a:pt x="3044210" y="277683"/>
                  </a:lnTo>
                  <a:lnTo>
                    <a:pt x="2985221" y="323261"/>
                  </a:lnTo>
                  <a:lnTo>
                    <a:pt x="2930266" y="374094"/>
                  </a:lnTo>
                  <a:lnTo>
                    <a:pt x="2878535" y="430844"/>
                  </a:lnTo>
                  <a:lnTo>
                    <a:pt x="2829227" y="494115"/>
                  </a:lnTo>
                  <a:lnTo>
                    <a:pt x="2781608" y="564316"/>
                  </a:lnTo>
                  <a:lnTo>
                    <a:pt x="2770117" y="582599"/>
                  </a:lnTo>
                  <a:lnTo>
                    <a:pt x="2735921" y="640026"/>
                  </a:lnTo>
                  <a:lnTo>
                    <a:pt x="2702034" y="701308"/>
                  </a:lnTo>
                  <a:lnTo>
                    <a:pt x="2668281" y="766523"/>
                  </a:lnTo>
                  <a:lnTo>
                    <a:pt x="2634522" y="835699"/>
                  </a:lnTo>
                  <a:lnTo>
                    <a:pt x="2600644" y="908806"/>
                  </a:lnTo>
                  <a:lnTo>
                    <a:pt x="2566566" y="985753"/>
                  </a:lnTo>
                  <a:lnTo>
                    <a:pt x="2532233" y="1066381"/>
                  </a:lnTo>
                  <a:lnTo>
                    <a:pt x="2497611" y="1150465"/>
                  </a:lnTo>
                  <a:lnTo>
                    <a:pt x="2462691" y="1237712"/>
                  </a:lnTo>
                  <a:lnTo>
                    <a:pt x="2427483" y="1327760"/>
                  </a:lnTo>
                  <a:lnTo>
                    <a:pt x="2392013" y="1420188"/>
                  </a:lnTo>
                  <a:lnTo>
                    <a:pt x="2356326" y="1514518"/>
                  </a:lnTo>
                  <a:lnTo>
                    <a:pt x="2320476" y="1610228"/>
                  </a:lnTo>
                  <a:lnTo>
                    <a:pt x="2284526" y="1706762"/>
                  </a:lnTo>
                  <a:lnTo>
                    <a:pt x="2248547" y="1803542"/>
                  </a:lnTo>
                  <a:lnTo>
                    <a:pt x="2212608" y="1899988"/>
                  </a:lnTo>
                  <a:lnTo>
                    <a:pt x="2176779" y="1995523"/>
                  </a:lnTo>
                  <a:lnTo>
                    <a:pt x="2141121" y="2089596"/>
                  </a:lnTo>
                  <a:lnTo>
                    <a:pt x="2105689" y="2181692"/>
                  </a:lnTo>
                  <a:lnTo>
                    <a:pt x="2070523" y="2271340"/>
                  </a:lnTo>
                  <a:lnTo>
                    <a:pt x="2035648" y="2358128"/>
                  </a:lnTo>
                  <a:lnTo>
                    <a:pt x="2001071" y="2441704"/>
                  </a:lnTo>
                  <a:lnTo>
                    <a:pt x="1966780" y="2521785"/>
                  </a:lnTo>
                  <a:lnTo>
                    <a:pt x="1932737" y="2598156"/>
                  </a:lnTo>
                  <a:lnTo>
                    <a:pt x="1898883" y="2670670"/>
                  </a:lnTo>
                  <a:lnTo>
                    <a:pt x="1865132" y="2739244"/>
                  </a:lnTo>
                  <a:lnTo>
                    <a:pt x="1831369" y="2803858"/>
                  </a:lnTo>
                  <a:lnTo>
                    <a:pt x="1797448" y="2864548"/>
                  </a:lnTo>
                  <a:lnTo>
                    <a:pt x="1768425" y="2912999"/>
                  </a:lnTo>
                  <a:lnTo>
                    <a:pt x="1721122" y="2984919"/>
                  </a:lnTo>
                  <a:lnTo>
                    <a:pt x="1672292" y="3049863"/>
                  </a:lnTo>
                  <a:lnTo>
                    <a:pt x="1621228" y="3108160"/>
                  </a:lnTo>
                  <a:lnTo>
                    <a:pt x="1567140" y="3160384"/>
                  </a:lnTo>
                  <a:lnTo>
                    <a:pt x="1509213" y="3207190"/>
                  </a:lnTo>
                  <a:lnTo>
                    <a:pt x="1446677" y="3249221"/>
                  </a:lnTo>
                  <a:lnTo>
                    <a:pt x="1378881" y="3287053"/>
                  </a:lnTo>
                  <a:lnTo>
                    <a:pt x="1305398" y="3321162"/>
                  </a:lnTo>
                  <a:lnTo>
                    <a:pt x="1226156" y="3351909"/>
                  </a:lnTo>
                  <a:lnTo>
                    <a:pt x="1141610" y="3379536"/>
                  </a:lnTo>
                  <a:lnTo>
                    <a:pt x="1052909" y="3404163"/>
                  </a:lnTo>
                  <a:lnTo>
                    <a:pt x="962040" y="3425812"/>
                  </a:lnTo>
                  <a:lnTo>
                    <a:pt x="871866" y="3444431"/>
                  </a:lnTo>
                  <a:lnTo>
                    <a:pt x="785969" y="3459951"/>
                  </a:lnTo>
                  <a:lnTo>
                    <a:pt x="708265" y="3472344"/>
                  </a:lnTo>
                  <a:lnTo>
                    <a:pt x="642385" y="3481690"/>
                  </a:lnTo>
                  <a:lnTo>
                    <a:pt x="590963" y="3488221"/>
                  </a:lnTo>
                  <a:lnTo>
                    <a:pt x="555033" y="3492328"/>
                  </a:lnTo>
                  <a:lnTo>
                    <a:pt x="533711" y="3494530"/>
                  </a:lnTo>
                  <a:lnTo>
                    <a:pt x="524224" y="3495419"/>
                  </a:lnTo>
                  <a:lnTo>
                    <a:pt x="522133" y="3495598"/>
                  </a:lnTo>
                  <a:lnTo>
                    <a:pt x="0" y="3495598"/>
                  </a:lnTo>
                  <a:close/>
                </a:path>
              </a:pathLst>
            </a:custGeom>
            <a:solidFill>
              <a:srgbClr val="E78AC3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1458" name="pl1458"/>
            <p:cNvSpPr/>
            <p:nvPr/>
          </p:nvSpPr>
          <p:spPr>
            <a:xfrm>
              <a:off x="386606" y="1072601"/>
              <a:ext cx="8554953" cy="3495598"/>
            </a:xfrm>
            <a:custGeom>
              <a:avLst/>
              <a:pathLst>
                <a:path w="8554953" h="3495598">
                  <a:moveTo>
                    <a:pt x="0" y="3495598"/>
                  </a:moveTo>
                  <a:lnTo>
                    <a:pt x="522133" y="3495598"/>
                  </a:lnTo>
                  <a:lnTo>
                    <a:pt x="523231" y="3495506"/>
                  </a:lnTo>
                  <a:lnTo>
                    <a:pt x="530434" y="3494846"/>
                  </a:lnTo>
                  <a:lnTo>
                    <a:pt x="548529" y="3493022"/>
                  </a:lnTo>
                  <a:lnTo>
                    <a:pt x="580720" y="3489434"/>
                  </a:lnTo>
                  <a:lnTo>
                    <a:pt x="628368" y="3483540"/>
                  </a:lnTo>
                  <a:lnTo>
                    <a:pt x="690894" y="3474911"/>
                  </a:lnTo>
                  <a:lnTo>
                    <a:pt x="766007" y="3463278"/>
                  </a:lnTo>
                  <a:lnTo>
                    <a:pt x="850258" y="3448526"/>
                  </a:lnTo>
                  <a:lnTo>
                    <a:pt x="939737" y="3430660"/>
                  </a:lnTo>
                  <a:lnTo>
                    <a:pt x="1030732" y="3409748"/>
                  </a:lnTo>
                  <a:lnTo>
                    <a:pt x="1120183" y="3385850"/>
                  </a:lnTo>
                  <a:lnTo>
                    <a:pt x="1205884" y="3358966"/>
                  </a:lnTo>
                  <a:lnTo>
                    <a:pt x="1286492" y="3329001"/>
                  </a:lnTo>
                  <a:lnTo>
                    <a:pt x="1361398" y="3295745"/>
                  </a:lnTo>
                  <a:lnTo>
                    <a:pt x="1430560" y="3258866"/>
                  </a:lnTo>
                  <a:lnTo>
                    <a:pt x="1494332" y="3217915"/>
                  </a:lnTo>
                  <a:lnTo>
                    <a:pt x="1553321" y="3172337"/>
                  </a:lnTo>
                  <a:lnTo>
                    <a:pt x="1608277" y="3121504"/>
                  </a:lnTo>
                  <a:lnTo>
                    <a:pt x="1660007" y="3064754"/>
                  </a:lnTo>
                  <a:lnTo>
                    <a:pt x="1709315" y="3001483"/>
                  </a:lnTo>
                  <a:lnTo>
                    <a:pt x="1756934" y="2931282"/>
                  </a:lnTo>
                  <a:lnTo>
                    <a:pt x="1768425" y="2912999"/>
                  </a:lnTo>
                  <a:lnTo>
                    <a:pt x="1802622" y="2855572"/>
                  </a:lnTo>
                  <a:lnTo>
                    <a:pt x="1836508" y="2794290"/>
                  </a:lnTo>
                  <a:lnTo>
                    <a:pt x="1870261" y="2729075"/>
                  </a:lnTo>
                  <a:lnTo>
                    <a:pt x="1904021" y="2659899"/>
                  </a:lnTo>
                  <a:lnTo>
                    <a:pt x="1937898" y="2586792"/>
                  </a:lnTo>
                  <a:lnTo>
                    <a:pt x="1971976" y="2509845"/>
                  </a:lnTo>
                  <a:lnTo>
                    <a:pt x="2006309" y="2429217"/>
                  </a:lnTo>
                  <a:lnTo>
                    <a:pt x="2040931" y="2345133"/>
                  </a:lnTo>
                  <a:lnTo>
                    <a:pt x="2075851" y="2257886"/>
                  </a:lnTo>
                  <a:lnTo>
                    <a:pt x="2111059" y="2167837"/>
                  </a:lnTo>
                  <a:lnTo>
                    <a:pt x="2146529" y="2075410"/>
                  </a:lnTo>
                  <a:lnTo>
                    <a:pt x="2182216" y="1981080"/>
                  </a:lnTo>
                  <a:lnTo>
                    <a:pt x="2218066" y="1885370"/>
                  </a:lnTo>
                  <a:lnTo>
                    <a:pt x="2254016" y="1788836"/>
                  </a:lnTo>
                  <a:lnTo>
                    <a:pt x="2289995" y="1692056"/>
                  </a:lnTo>
                  <a:lnTo>
                    <a:pt x="2325934" y="1595610"/>
                  </a:lnTo>
                  <a:lnTo>
                    <a:pt x="2361764" y="1500075"/>
                  </a:lnTo>
                  <a:lnTo>
                    <a:pt x="2397421" y="1406002"/>
                  </a:lnTo>
                  <a:lnTo>
                    <a:pt x="2432853" y="1313906"/>
                  </a:lnTo>
                  <a:lnTo>
                    <a:pt x="2468019" y="1224258"/>
                  </a:lnTo>
                  <a:lnTo>
                    <a:pt x="2502894" y="1137470"/>
                  </a:lnTo>
                  <a:lnTo>
                    <a:pt x="2537471" y="1053894"/>
                  </a:lnTo>
                  <a:lnTo>
                    <a:pt x="2571763" y="973813"/>
                  </a:lnTo>
                  <a:lnTo>
                    <a:pt x="2605805" y="897441"/>
                  </a:lnTo>
                  <a:lnTo>
                    <a:pt x="2639659" y="824928"/>
                  </a:lnTo>
                  <a:lnTo>
                    <a:pt x="2673410" y="756354"/>
                  </a:lnTo>
                  <a:lnTo>
                    <a:pt x="2707173" y="691740"/>
                  </a:lnTo>
                  <a:lnTo>
                    <a:pt x="2741095" y="631050"/>
                  </a:lnTo>
                  <a:lnTo>
                    <a:pt x="2770117" y="582599"/>
                  </a:lnTo>
                  <a:lnTo>
                    <a:pt x="2817420" y="510679"/>
                  </a:lnTo>
                  <a:lnTo>
                    <a:pt x="2866250" y="445735"/>
                  </a:lnTo>
                  <a:lnTo>
                    <a:pt x="2917314" y="387438"/>
                  </a:lnTo>
                  <a:lnTo>
                    <a:pt x="2971403" y="335214"/>
                  </a:lnTo>
                  <a:lnTo>
                    <a:pt x="3029330" y="288408"/>
                  </a:lnTo>
                  <a:lnTo>
                    <a:pt x="3091865" y="246377"/>
                  </a:lnTo>
                  <a:lnTo>
                    <a:pt x="3159661" y="208545"/>
                  </a:lnTo>
                  <a:lnTo>
                    <a:pt x="3233145" y="174436"/>
                  </a:lnTo>
                  <a:lnTo>
                    <a:pt x="3312386" y="143689"/>
                  </a:lnTo>
                  <a:lnTo>
                    <a:pt x="3396932" y="116062"/>
                  </a:lnTo>
                  <a:lnTo>
                    <a:pt x="3485633" y="91435"/>
                  </a:lnTo>
                  <a:lnTo>
                    <a:pt x="3576502" y="69786"/>
                  </a:lnTo>
                  <a:lnTo>
                    <a:pt x="3666677" y="51167"/>
                  </a:lnTo>
                  <a:lnTo>
                    <a:pt x="3752573" y="35647"/>
                  </a:lnTo>
                  <a:lnTo>
                    <a:pt x="3830277" y="23254"/>
                  </a:lnTo>
                  <a:lnTo>
                    <a:pt x="3896157" y="13908"/>
                  </a:lnTo>
                  <a:lnTo>
                    <a:pt x="3947579" y="7377"/>
                  </a:lnTo>
                  <a:lnTo>
                    <a:pt x="3983509" y="3270"/>
                  </a:lnTo>
                  <a:lnTo>
                    <a:pt x="4004831" y="1068"/>
                  </a:lnTo>
                  <a:lnTo>
                    <a:pt x="4014318" y="179"/>
                  </a:lnTo>
                  <a:lnTo>
                    <a:pt x="4016392" y="1"/>
                  </a:lnTo>
                  <a:lnTo>
                    <a:pt x="4016409" y="0"/>
                  </a:lnTo>
                  <a:lnTo>
                    <a:pt x="4538543" y="0"/>
                  </a:lnTo>
                  <a:lnTo>
                    <a:pt x="4539668" y="85"/>
                  </a:lnTo>
                  <a:lnTo>
                    <a:pt x="4547044" y="697"/>
                  </a:lnTo>
                  <a:lnTo>
                    <a:pt x="4565560" y="2390"/>
                  </a:lnTo>
                  <a:lnTo>
                    <a:pt x="4598463" y="5717"/>
                  </a:lnTo>
                  <a:lnTo>
                    <a:pt x="4647090" y="11182"/>
                  </a:lnTo>
                  <a:lnTo>
                    <a:pt x="4710775" y="19174"/>
                  </a:lnTo>
                  <a:lnTo>
                    <a:pt x="4787104" y="29938"/>
                  </a:lnTo>
                  <a:lnTo>
                    <a:pt x="4872497" y="43573"/>
                  </a:lnTo>
                  <a:lnTo>
                    <a:pt x="4962942" y="60068"/>
                  </a:lnTo>
                  <a:lnTo>
                    <a:pt x="5054669" y="79361"/>
                  </a:lnTo>
                  <a:lnTo>
                    <a:pt x="5144608" y="101398"/>
                  </a:lnTo>
                  <a:lnTo>
                    <a:pt x="5230576" y="126185"/>
                  </a:lnTo>
                  <a:lnTo>
                    <a:pt x="5311273" y="153820"/>
                  </a:lnTo>
                  <a:lnTo>
                    <a:pt x="5386145" y="184509"/>
                  </a:lnTo>
                  <a:lnTo>
                    <a:pt x="5455202" y="218575"/>
                  </a:lnTo>
                  <a:lnTo>
                    <a:pt x="5518845" y="256445"/>
                  </a:lnTo>
                  <a:lnTo>
                    <a:pt x="5577720" y="298643"/>
                  </a:lnTo>
                  <a:lnTo>
                    <a:pt x="5632609" y="345762"/>
                  </a:lnTo>
                  <a:lnTo>
                    <a:pt x="5684342" y="398410"/>
                  </a:lnTo>
                  <a:lnTo>
                    <a:pt x="5733737" y="457132"/>
                  </a:lnTo>
                  <a:lnTo>
                    <a:pt x="5781527" y="522260"/>
                  </a:lnTo>
                  <a:lnTo>
                    <a:pt x="5784835" y="527069"/>
                  </a:lnTo>
                  <a:lnTo>
                    <a:pt x="5820475" y="581305"/>
                  </a:lnTo>
                  <a:lnTo>
                    <a:pt x="5855787" y="639334"/>
                  </a:lnTo>
                  <a:lnTo>
                    <a:pt x="5890968" y="701235"/>
                  </a:lnTo>
                  <a:lnTo>
                    <a:pt x="5926173" y="767028"/>
                  </a:lnTo>
                  <a:lnTo>
                    <a:pt x="5961524" y="836675"/>
                  </a:lnTo>
                  <a:lnTo>
                    <a:pt x="5997106" y="910069"/>
                  </a:lnTo>
                  <a:lnTo>
                    <a:pt x="6032978" y="987032"/>
                  </a:lnTo>
                  <a:lnTo>
                    <a:pt x="6069169" y="1067314"/>
                  </a:lnTo>
                  <a:lnTo>
                    <a:pt x="6105682" y="1150590"/>
                  </a:lnTo>
                  <a:lnTo>
                    <a:pt x="6142500" y="1236469"/>
                  </a:lnTo>
                  <a:lnTo>
                    <a:pt x="6179582" y="1324494"/>
                  </a:lnTo>
                  <a:lnTo>
                    <a:pt x="6216876" y="1414154"/>
                  </a:lnTo>
                  <a:lnTo>
                    <a:pt x="6254311" y="1504895"/>
                  </a:lnTo>
                  <a:lnTo>
                    <a:pt x="6291814" y="1596134"/>
                  </a:lnTo>
                  <a:lnTo>
                    <a:pt x="6329303" y="1687276"/>
                  </a:lnTo>
                  <a:lnTo>
                    <a:pt x="6366701" y="1777726"/>
                  </a:lnTo>
                  <a:lnTo>
                    <a:pt x="6403932" y="1866911"/>
                  </a:lnTo>
                  <a:lnTo>
                    <a:pt x="6440933" y="1954288"/>
                  </a:lnTo>
                  <a:lnTo>
                    <a:pt x="6477654" y="2039363"/>
                  </a:lnTo>
                  <a:lnTo>
                    <a:pt x="6514063" y="2121700"/>
                  </a:lnTo>
                  <a:lnTo>
                    <a:pt x="6550148" y="2200929"/>
                  </a:lnTo>
                  <a:lnTo>
                    <a:pt x="6585921" y="2276749"/>
                  </a:lnTo>
                  <a:lnTo>
                    <a:pt x="6621420" y="2348933"/>
                  </a:lnTo>
                  <a:lnTo>
                    <a:pt x="6656712" y="2417329"/>
                  </a:lnTo>
                  <a:lnTo>
                    <a:pt x="6691894" y="2481850"/>
                  </a:lnTo>
                  <a:lnTo>
                    <a:pt x="6727099" y="2542480"/>
                  </a:lnTo>
                  <a:lnTo>
                    <a:pt x="6762494" y="2599258"/>
                  </a:lnTo>
                  <a:lnTo>
                    <a:pt x="6786527" y="2635346"/>
                  </a:lnTo>
                  <a:lnTo>
                    <a:pt x="6834228" y="2700926"/>
                  </a:lnTo>
                  <a:lnTo>
                    <a:pt x="6883488" y="2760090"/>
                  </a:lnTo>
                  <a:lnTo>
                    <a:pt x="6935032" y="2813148"/>
                  </a:lnTo>
                  <a:lnTo>
                    <a:pt x="6989672" y="2860635"/>
                  </a:lnTo>
                  <a:lnTo>
                    <a:pt x="7048241" y="2903158"/>
                  </a:lnTo>
                  <a:lnTo>
                    <a:pt x="7111526" y="2941314"/>
                  </a:lnTo>
                  <a:lnTo>
                    <a:pt x="7180187" y="2975631"/>
                  </a:lnTo>
                  <a:lnTo>
                    <a:pt x="7254645" y="3006546"/>
                  </a:lnTo>
                  <a:lnTo>
                    <a:pt x="7334944" y="3034387"/>
                  </a:lnTo>
                  <a:lnTo>
                    <a:pt x="7420576" y="3059369"/>
                  </a:lnTo>
                  <a:lnTo>
                    <a:pt x="7510296" y="3081598"/>
                  </a:lnTo>
                  <a:lnTo>
                    <a:pt x="7601988" y="3101084"/>
                  </a:lnTo>
                  <a:lnTo>
                    <a:pt x="7692640" y="3117778"/>
                  </a:lnTo>
                  <a:lnTo>
                    <a:pt x="7778518" y="3131615"/>
                  </a:lnTo>
                  <a:lnTo>
                    <a:pt x="7855609" y="3142578"/>
                  </a:lnTo>
                  <a:lnTo>
                    <a:pt x="7920277" y="3150759"/>
                  </a:lnTo>
                  <a:lnTo>
                    <a:pt x="7970004" y="3156389"/>
                  </a:lnTo>
                  <a:lnTo>
                    <a:pt x="8003990" y="3159851"/>
                  </a:lnTo>
                  <a:lnTo>
                    <a:pt x="8023430" y="3161640"/>
                  </a:lnTo>
                  <a:lnTo>
                    <a:pt x="8031446" y="3162310"/>
                  </a:lnTo>
                  <a:lnTo>
                    <a:pt x="8032819" y="3162415"/>
                  </a:lnTo>
                  <a:lnTo>
                    <a:pt x="8032819" y="3162415"/>
                  </a:lnTo>
                  <a:lnTo>
                    <a:pt x="8554953" y="3162415"/>
                  </a:lnTo>
                  <a:lnTo>
                    <a:pt x="8554953" y="3162415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459" name="pl1459"/>
            <p:cNvSpPr/>
            <p:nvPr/>
          </p:nvSpPr>
          <p:spPr>
            <a:xfrm>
              <a:off x="386606" y="1066954"/>
              <a:ext cx="8554953" cy="3495598"/>
            </a:xfrm>
            <a:custGeom>
              <a:avLst/>
              <a:pathLst>
                <a:path w="8554953" h="3495598">
                  <a:moveTo>
                    <a:pt x="8554953" y="3162415"/>
                  </a:moveTo>
                  <a:lnTo>
                    <a:pt x="8032819" y="3162415"/>
                  </a:lnTo>
                  <a:lnTo>
                    <a:pt x="8031694" y="3162330"/>
                  </a:lnTo>
                  <a:lnTo>
                    <a:pt x="8024318" y="3161717"/>
                  </a:lnTo>
                  <a:lnTo>
                    <a:pt x="8005802" y="3160025"/>
                  </a:lnTo>
                  <a:lnTo>
                    <a:pt x="7972899" y="3156697"/>
                  </a:lnTo>
                  <a:lnTo>
                    <a:pt x="7924272" y="3151233"/>
                  </a:lnTo>
                  <a:lnTo>
                    <a:pt x="7860587" y="3143241"/>
                  </a:lnTo>
                  <a:lnTo>
                    <a:pt x="7784257" y="3132477"/>
                  </a:lnTo>
                  <a:lnTo>
                    <a:pt x="7698865" y="3118842"/>
                  </a:lnTo>
                  <a:lnTo>
                    <a:pt x="7608420" y="3102347"/>
                  </a:lnTo>
                  <a:lnTo>
                    <a:pt x="7516693" y="3083054"/>
                  </a:lnTo>
                  <a:lnTo>
                    <a:pt x="7426754" y="3061017"/>
                  </a:lnTo>
                  <a:lnTo>
                    <a:pt x="7340786" y="3036230"/>
                  </a:lnTo>
                  <a:lnTo>
                    <a:pt x="7260089" y="3008595"/>
                  </a:lnTo>
                  <a:lnTo>
                    <a:pt x="7185217" y="2977905"/>
                  </a:lnTo>
                  <a:lnTo>
                    <a:pt x="7116160" y="2943840"/>
                  </a:lnTo>
                  <a:lnTo>
                    <a:pt x="7052517" y="2905970"/>
                  </a:lnTo>
                  <a:lnTo>
                    <a:pt x="6993642" y="2863772"/>
                  </a:lnTo>
                  <a:lnTo>
                    <a:pt x="6938753" y="2816653"/>
                  </a:lnTo>
                  <a:lnTo>
                    <a:pt x="6887020" y="2764005"/>
                  </a:lnTo>
                  <a:lnTo>
                    <a:pt x="6837625" y="2705283"/>
                  </a:lnTo>
                  <a:lnTo>
                    <a:pt x="6789835" y="2640155"/>
                  </a:lnTo>
                  <a:lnTo>
                    <a:pt x="6786527" y="2635346"/>
                  </a:lnTo>
                  <a:lnTo>
                    <a:pt x="6750887" y="2581110"/>
                  </a:lnTo>
                  <a:lnTo>
                    <a:pt x="6715575" y="2523081"/>
                  </a:lnTo>
                  <a:lnTo>
                    <a:pt x="6680394" y="2461180"/>
                  </a:lnTo>
                  <a:lnTo>
                    <a:pt x="6645189" y="2395387"/>
                  </a:lnTo>
                  <a:lnTo>
                    <a:pt x="6609838" y="2325740"/>
                  </a:lnTo>
                  <a:lnTo>
                    <a:pt x="6574256" y="2252346"/>
                  </a:lnTo>
                  <a:lnTo>
                    <a:pt x="6538384" y="2175383"/>
                  </a:lnTo>
                  <a:lnTo>
                    <a:pt x="6502193" y="2095101"/>
                  </a:lnTo>
                  <a:lnTo>
                    <a:pt x="6465680" y="2011824"/>
                  </a:lnTo>
                  <a:lnTo>
                    <a:pt x="6428862" y="1925945"/>
                  </a:lnTo>
                  <a:lnTo>
                    <a:pt x="6391780" y="1837920"/>
                  </a:lnTo>
                  <a:lnTo>
                    <a:pt x="6354486" y="1748261"/>
                  </a:lnTo>
                  <a:lnTo>
                    <a:pt x="6317051" y="1657520"/>
                  </a:lnTo>
                  <a:lnTo>
                    <a:pt x="6279548" y="1566280"/>
                  </a:lnTo>
                  <a:lnTo>
                    <a:pt x="6242059" y="1475139"/>
                  </a:lnTo>
                  <a:lnTo>
                    <a:pt x="6204661" y="1384688"/>
                  </a:lnTo>
                  <a:lnTo>
                    <a:pt x="6167430" y="1295504"/>
                  </a:lnTo>
                  <a:lnTo>
                    <a:pt x="6130429" y="1208127"/>
                  </a:lnTo>
                  <a:lnTo>
                    <a:pt x="6093707" y="1123052"/>
                  </a:lnTo>
                  <a:lnTo>
                    <a:pt x="6057299" y="1040715"/>
                  </a:lnTo>
                  <a:lnTo>
                    <a:pt x="6021214" y="961486"/>
                  </a:lnTo>
                  <a:lnTo>
                    <a:pt x="5985441" y="885666"/>
                  </a:lnTo>
                  <a:lnTo>
                    <a:pt x="5949942" y="813482"/>
                  </a:lnTo>
                  <a:lnTo>
                    <a:pt x="5914650" y="745086"/>
                  </a:lnTo>
                  <a:lnTo>
                    <a:pt x="5879468" y="680564"/>
                  </a:lnTo>
                  <a:lnTo>
                    <a:pt x="5844263" y="619935"/>
                  </a:lnTo>
                  <a:lnTo>
                    <a:pt x="5808868" y="563157"/>
                  </a:lnTo>
                  <a:lnTo>
                    <a:pt x="5784835" y="527069"/>
                  </a:lnTo>
                  <a:lnTo>
                    <a:pt x="5737134" y="461489"/>
                  </a:lnTo>
                  <a:lnTo>
                    <a:pt x="5687874" y="402325"/>
                  </a:lnTo>
                  <a:lnTo>
                    <a:pt x="5636330" y="349267"/>
                  </a:lnTo>
                  <a:lnTo>
                    <a:pt x="5581690" y="301780"/>
                  </a:lnTo>
                  <a:lnTo>
                    <a:pt x="5523121" y="259256"/>
                  </a:lnTo>
                  <a:lnTo>
                    <a:pt x="5459836" y="221101"/>
                  </a:lnTo>
                  <a:lnTo>
                    <a:pt x="5391175" y="186784"/>
                  </a:lnTo>
                  <a:lnTo>
                    <a:pt x="5316717" y="155869"/>
                  </a:lnTo>
                  <a:lnTo>
                    <a:pt x="5236417" y="128028"/>
                  </a:lnTo>
                  <a:lnTo>
                    <a:pt x="5150786" y="103046"/>
                  </a:lnTo>
                  <a:lnTo>
                    <a:pt x="5061066" y="80817"/>
                  </a:lnTo>
                  <a:lnTo>
                    <a:pt x="4969373" y="61331"/>
                  </a:lnTo>
                  <a:lnTo>
                    <a:pt x="4878722" y="44637"/>
                  </a:lnTo>
                  <a:lnTo>
                    <a:pt x="4792844" y="30800"/>
                  </a:lnTo>
                  <a:lnTo>
                    <a:pt x="4715753" y="19836"/>
                  </a:lnTo>
                  <a:lnTo>
                    <a:pt x="4651085" y="11656"/>
                  </a:lnTo>
                  <a:lnTo>
                    <a:pt x="4601358" y="6026"/>
                  </a:lnTo>
                  <a:lnTo>
                    <a:pt x="4567372" y="2564"/>
                  </a:lnTo>
                  <a:lnTo>
                    <a:pt x="4547932" y="774"/>
                  </a:lnTo>
                  <a:lnTo>
                    <a:pt x="4539916" y="105"/>
                  </a:lnTo>
                  <a:lnTo>
                    <a:pt x="4538543" y="0"/>
                  </a:lnTo>
                  <a:lnTo>
                    <a:pt x="4538543" y="0"/>
                  </a:lnTo>
                  <a:lnTo>
                    <a:pt x="4016409" y="0"/>
                  </a:lnTo>
                  <a:lnTo>
                    <a:pt x="4015311" y="92"/>
                  </a:lnTo>
                  <a:lnTo>
                    <a:pt x="4008109" y="752"/>
                  </a:lnTo>
                  <a:lnTo>
                    <a:pt x="3990013" y="2576"/>
                  </a:lnTo>
                  <a:lnTo>
                    <a:pt x="3957822" y="6164"/>
                  </a:lnTo>
                  <a:lnTo>
                    <a:pt x="3910174" y="12058"/>
                  </a:lnTo>
                  <a:lnTo>
                    <a:pt x="3847649" y="20687"/>
                  </a:lnTo>
                  <a:lnTo>
                    <a:pt x="3772535" y="32320"/>
                  </a:lnTo>
                  <a:lnTo>
                    <a:pt x="3688284" y="47072"/>
                  </a:lnTo>
                  <a:lnTo>
                    <a:pt x="3598805" y="64937"/>
                  </a:lnTo>
                  <a:lnTo>
                    <a:pt x="3507810" y="85850"/>
                  </a:lnTo>
                  <a:lnTo>
                    <a:pt x="3418360" y="109748"/>
                  </a:lnTo>
                  <a:lnTo>
                    <a:pt x="3332658" y="136632"/>
                  </a:lnTo>
                  <a:lnTo>
                    <a:pt x="3252050" y="166597"/>
                  </a:lnTo>
                  <a:lnTo>
                    <a:pt x="3177144" y="199853"/>
                  </a:lnTo>
                  <a:lnTo>
                    <a:pt x="3107982" y="236732"/>
                  </a:lnTo>
                  <a:lnTo>
                    <a:pt x="3044210" y="277683"/>
                  </a:lnTo>
                  <a:lnTo>
                    <a:pt x="2985221" y="323261"/>
                  </a:lnTo>
                  <a:lnTo>
                    <a:pt x="2930266" y="374094"/>
                  </a:lnTo>
                  <a:lnTo>
                    <a:pt x="2878535" y="430844"/>
                  </a:lnTo>
                  <a:lnTo>
                    <a:pt x="2829227" y="494115"/>
                  </a:lnTo>
                  <a:lnTo>
                    <a:pt x="2781608" y="564316"/>
                  </a:lnTo>
                  <a:lnTo>
                    <a:pt x="2770117" y="582599"/>
                  </a:lnTo>
                  <a:lnTo>
                    <a:pt x="2735921" y="640026"/>
                  </a:lnTo>
                  <a:lnTo>
                    <a:pt x="2702034" y="701308"/>
                  </a:lnTo>
                  <a:lnTo>
                    <a:pt x="2668281" y="766523"/>
                  </a:lnTo>
                  <a:lnTo>
                    <a:pt x="2634522" y="835699"/>
                  </a:lnTo>
                  <a:lnTo>
                    <a:pt x="2600644" y="908806"/>
                  </a:lnTo>
                  <a:lnTo>
                    <a:pt x="2566566" y="985753"/>
                  </a:lnTo>
                  <a:lnTo>
                    <a:pt x="2532233" y="1066381"/>
                  </a:lnTo>
                  <a:lnTo>
                    <a:pt x="2497611" y="1150465"/>
                  </a:lnTo>
                  <a:lnTo>
                    <a:pt x="2462691" y="1237712"/>
                  </a:lnTo>
                  <a:lnTo>
                    <a:pt x="2427483" y="1327760"/>
                  </a:lnTo>
                  <a:lnTo>
                    <a:pt x="2392013" y="1420188"/>
                  </a:lnTo>
                  <a:lnTo>
                    <a:pt x="2356326" y="1514518"/>
                  </a:lnTo>
                  <a:lnTo>
                    <a:pt x="2320476" y="1610228"/>
                  </a:lnTo>
                  <a:lnTo>
                    <a:pt x="2284526" y="1706762"/>
                  </a:lnTo>
                  <a:lnTo>
                    <a:pt x="2248547" y="1803542"/>
                  </a:lnTo>
                  <a:lnTo>
                    <a:pt x="2212608" y="1899988"/>
                  </a:lnTo>
                  <a:lnTo>
                    <a:pt x="2176779" y="1995523"/>
                  </a:lnTo>
                  <a:lnTo>
                    <a:pt x="2141121" y="2089596"/>
                  </a:lnTo>
                  <a:lnTo>
                    <a:pt x="2105689" y="2181692"/>
                  </a:lnTo>
                  <a:lnTo>
                    <a:pt x="2070523" y="2271340"/>
                  </a:lnTo>
                  <a:lnTo>
                    <a:pt x="2035648" y="2358128"/>
                  </a:lnTo>
                  <a:lnTo>
                    <a:pt x="2001071" y="2441704"/>
                  </a:lnTo>
                  <a:lnTo>
                    <a:pt x="1966780" y="2521785"/>
                  </a:lnTo>
                  <a:lnTo>
                    <a:pt x="1932737" y="2598156"/>
                  </a:lnTo>
                  <a:lnTo>
                    <a:pt x="1898883" y="2670670"/>
                  </a:lnTo>
                  <a:lnTo>
                    <a:pt x="1865132" y="2739244"/>
                  </a:lnTo>
                  <a:lnTo>
                    <a:pt x="1831369" y="2803858"/>
                  </a:lnTo>
                  <a:lnTo>
                    <a:pt x="1797448" y="2864548"/>
                  </a:lnTo>
                  <a:lnTo>
                    <a:pt x="1768425" y="2912999"/>
                  </a:lnTo>
                  <a:lnTo>
                    <a:pt x="1721122" y="2984919"/>
                  </a:lnTo>
                  <a:lnTo>
                    <a:pt x="1672292" y="3049863"/>
                  </a:lnTo>
                  <a:lnTo>
                    <a:pt x="1621228" y="3108160"/>
                  </a:lnTo>
                  <a:lnTo>
                    <a:pt x="1567140" y="3160384"/>
                  </a:lnTo>
                  <a:lnTo>
                    <a:pt x="1509213" y="3207190"/>
                  </a:lnTo>
                  <a:lnTo>
                    <a:pt x="1446677" y="3249221"/>
                  </a:lnTo>
                  <a:lnTo>
                    <a:pt x="1378881" y="3287053"/>
                  </a:lnTo>
                  <a:lnTo>
                    <a:pt x="1305398" y="3321162"/>
                  </a:lnTo>
                  <a:lnTo>
                    <a:pt x="1226156" y="3351909"/>
                  </a:lnTo>
                  <a:lnTo>
                    <a:pt x="1141610" y="3379536"/>
                  </a:lnTo>
                  <a:lnTo>
                    <a:pt x="1052909" y="3404163"/>
                  </a:lnTo>
                  <a:lnTo>
                    <a:pt x="962040" y="3425812"/>
                  </a:lnTo>
                  <a:lnTo>
                    <a:pt x="871866" y="3444431"/>
                  </a:lnTo>
                  <a:lnTo>
                    <a:pt x="785969" y="3459951"/>
                  </a:lnTo>
                  <a:lnTo>
                    <a:pt x="708265" y="3472344"/>
                  </a:lnTo>
                  <a:lnTo>
                    <a:pt x="642385" y="3481690"/>
                  </a:lnTo>
                  <a:lnTo>
                    <a:pt x="590963" y="3488221"/>
                  </a:lnTo>
                  <a:lnTo>
                    <a:pt x="555033" y="3492328"/>
                  </a:lnTo>
                  <a:lnTo>
                    <a:pt x="533711" y="3494530"/>
                  </a:lnTo>
                  <a:lnTo>
                    <a:pt x="524224" y="3495419"/>
                  </a:lnTo>
                  <a:lnTo>
                    <a:pt x="522150" y="3495597"/>
                  </a:lnTo>
                  <a:lnTo>
                    <a:pt x="522133" y="3495598"/>
                  </a:lnTo>
                  <a:lnTo>
                    <a:pt x="0" y="3495598"/>
                  </a:lnTo>
                  <a:lnTo>
                    <a:pt x="0" y="3495598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460" name="pg1460"/>
            <p:cNvSpPr/>
            <p:nvPr/>
          </p:nvSpPr>
          <p:spPr>
            <a:xfrm>
              <a:off x="386606" y="3602534"/>
              <a:ext cx="8554953" cy="1519089"/>
            </a:xfrm>
            <a:custGeom>
              <a:avLst/>
              <a:pathLst>
                <a:path w="8554953" h="1519089">
                  <a:moveTo>
                    <a:pt x="0" y="1163317"/>
                  </a:moveTo>
                  <a:lnTo>
                    <a:pt x="522133" y="1163317"/>
                  </a:lnTo>
                  <a:lnTo>
                    <a:pt x="523381" y="1163282"/>
                  </a:lnTo>
                  <a:lnTo>
                    <a:pt x="531542" y="1163032"/>
                  </a:lnTo>
                  <a:lnTo>
                    <a:pt x="551957" y="1162343"/>
                  </a:lnTo>
                  <a:lnTo>
                    <a:pt x="588053" y="1160989"/>
                  </a:lnTo>
                  <a:lnTo>
                    <a:pt x="641035" y="1158770"/>
                  </a:lnTo>
                  <a:lnTo>
                    <a:pt x="709822" y="1155538"/>
                  </a:lnTo>
                  <a:lnTo>
                    <a:pt x="791423" y="1151204"/>
                  </a:lnTo>
                  <a:lnTo>
                    <a:pt x="881679" y="1145741"/>
                  </a:lnTo>
                  <a:lnTo>
                    <a:pt x="976145" y="1139160"/>
                  </a:lnTo>
                  <a:lnTo>
                    <a:pt x="1070834" y="1131488"/>
                  </a:lnTo>
                  <a:lnTo>
                    <a:pt x="1162656" y="1122742"/>
                  </a:lnTo>
                  <a:lnTo>
                    <a:pt x="1249567" y="1112904"/>
                  </a:lnTo>
                  <a:lnTo>
                    <a:pt x="1330484" y="1101918"/>
                  </a:lnTo>
                  <a:lnTo>
                    <a:pt x="1405096" y="1089679"/>
                  </a:lnTo>
                  <a:lnTo>
                    <a:pt x="1473644" y="1076034"/>
                  </a:lnTo>
                  <a:lnTo>
                    <a:pt x="1536733" y="1060788"/>
                  </a:lnTo>
                  <a:lnTo>
                    <a:pt x="1595176" y="1043711"/>
                  </a:lnTo>
                  <a:lnTo>
                    <a:pt x="1649884" y="1024554"/>
                  </a:lnTo>
                  <a:lnTo>
                    <a:pt x="1701777" y="1003082"/>
                  </a:lnTo>
                  <a:lnTo>
                    <a:pt x="1751710" y="979123"/>
                  </a:lnTo>
                  <a:lnTo>
                    <a:pt x="1768425" y="970372"/>
                  </a:lnTo>
                  <a:lnTo>
                    <a:pt x="1816756" y="943061"/>
                  </a:lnTo>
                  <a:lnTo>
                    <a:pt x="1864614" y="913166"/>
                  </a:lnTo>
                  <a:lnTo>
                    <a:pt x="1912439" y="880644"/>
                  </a:lnTo>
                  <a:lnTo>
                    <a:pt x="1960542" y="845525"/>
                  </a:lnTo>
                  <a:lnTo>
                    <a:pt x="2009122" y="807924"/>
                  </a:lnTo>
                  <a:lnTo>
                    <a:pt x="2058279" y="768045"/>
                  </a:lnTo>
                  <a:lnTo>
                    <a:pt x="2108027" y="726182"/>
                  </a:lnTo>
                  <a:lnTo>
                    <a:pt x="2158301" y="682717"/>
                  </a:lnTo>
                  <a:lnTo>
                    <a:pt x="2208977" y="638101"/>
                  </a:lnTo>
                  <a:lnTo>
                    <a:pt x="2259884" y="592845"/>
                  </a:lnTo>
                  <a:lnTo>
                    <a:pt x="2310828" y="547488"/>
                  </a:lnTo>
                  <a:lnTo>
                    <a:pt x="2361611" y="502575"/>
                  </a:lnTo>
                  <a:lnTo>
                    <a:pt x="2412050" y="458630"/>
                  </a:lnTo>
                  <a:lnTo>
                    <a:pt x="2462003" y="416128"/>
                  </a:lnTo>
                  <a:lnTo>
                    <a:pt x="2511381" y="375479"/>
                  </a:lnTo>
                  <a:lnTo>
                    <a:pt x="2560167" y="337010"/>
                  </a:lnTo>
                  <a:lnTo>
                    <a:pt x="2608427" y="300959"/>
                  </a:lnTo>
                  <a:lnTo>
                    <a:pt x="2656325" y="267472"/>
                  </a:lnTo>
                  <a:lnTo>
                    <a:pt x="2704127" y="236611"/>
                  </a:lnTo>
                  <a:lnTo>
                    <a:pt x="2752224" y="208358"/>
                  </a:lnTo>
                  <a:lnTo>
                    <a:pt x="2770117" y="198592"/>
                  </a:lnTo>
                  <a:lnTo>
                    <a:pt x="2819553" y="173768"/>
                  </a:lnTo>
                  <a:lnTo>
                    <a:pt x="2870688" y="151462"/>
                  </a:lnTo>
                  <a:lnTo>
                    <a:pt x="2924334" y="131540"/>
                  </a:lnTo>
                  <a:lnTo>
                    <a:pt x="2981398" y="113782"/>
                  </a:lnTo>
                  <a:lnTo>
                    <a:pt x="3042804" y="97938"/>
                  </a:lnTo>
                  <a:lnTo>
                    <a:pt x="3109409" y="83771"/>
                  </a:lnTo>
                  <a:lnTo>
                    <a:pt x="3181903" y="71072"/>
                  </a:lnTo>
                  <a:lnTo>
                    <a:pt x="3260673" y="59673"/>
                  </a:lnTo>
                  <a:lnTo>
                    <a:pt x="3345618" y="49453"/>
                  </a:lnTo>
                  <a:lnTo>
                    <a:pt x="3435943" y="40337"/>
                  </a:lnTo>
                  <a:lnTo>
                    <a:pt x="3529949" y="32299"/>
                  </a:lnTo>
                  <a:lnTo>
                    <a:pt x="3624900" y="25343"/>
                  </a:lnTo>
                  <a:lnTo>
                    <a:pt x="3717082" y="19496"/>
                  </a:lnTo>
                  <a:lnTo>
                    <a:pt x="3802135" y="14777"/>
                  </a:lnTo>
                  <a:lnTo>
                    <a:pt x="3875705" y="11176"/>
                  </a:lnTo>
                  <a:lnTo>
                    <a:pt x="3934307" y="8625"/>
                  </a:lnTo>
                  <a:lnTo>
                    <a:pt x="3976144" y="6997"/>
                  </a:lnTo>
                  <a:lnTo>
                    <a:pt x="4001629" y="6105"/>
                  </a:lnTo>
                  <a:lnTo>
                    <a:pt x="4013459" y="5731"/>
                  </a:lnTo>
                  <a:lnTo>
                    <a:pt x="4016409" y="5647"/>
                  </a:lnTo>
                  <a:lnTo>
                    <a:pt x="4538543" y="5647"/>
                  </a:lnTo>
                  <a:lnTo>
                    <a:pt x="4539776" y="5692"/>
                  </a:lnTo>
                  <a:lnTo>
                    <a:pt x="4547841" y="6014"/>
                  </a:lnTo>
                  <a:lnTo>
                    <a:pt x="4568025" y="6904"/>
                  </a:lnTo>
                  <a:lnTo>
                    <a:pt x="4603734" y="8653"/>
                  </a:lnTo>
                  <a:lnTo>
                    <a:pt x="4656190" y="11518"/>
                  </a:lnTo>
                  <a:lnTo>
                    <a:pt x="4724368" y="15695"/>
                  </a:lnTo>
                  <a:lnTo>
                    <a:pt x="4805344" y="21298"/>
                  </a:lnTo>
                  <a:lnTo>
                    <a:pt x="4895033" y="28366"/>
                  </a:lnTo>
                  <a:lnTo>
                    <a:pt x="4989038" y="36884"/>
                  </a:lnTo>
                  <a:lnTo>
                    <a:pt x="5083394" y="46817"/>
                  </a:lnTo>
                  <a:lnTo>
                    <a:pt x="5175012" y="58144"/>
                  </a:lnTo>
                  <a:lnTo>
                    <a:pt x="5261829" y="70884"/>
                  </a:lnTo>
                  <a:lnTo>
                    <a:pt x="5342734" y="85107"/>
                  </a:lnTo>
                  <a:lnTo>
                    <a:pt x="5417385" y="100947"/>
                  </a:lnTo>
                  <a:lnTo>
                    <a:pt x="5485997" y="118596"/>
                  </a:lnTo>
                  <a:lnTo>
                    <a:pt x="5549150" y="138304"/>
                  </a:lnTo>
                  <a:lnTo>
                    <a:pt x="5607638" y="160366"/>
                  </a:lnTo>
                  <a:lnTo>
                    <a:pt x="5662357" y="185102"/>
                  </a:lnTo>
                  <a:lnTo>
                    <a:pt x="5714218" y="212819"/>
                  </a:lnTo>
                  <a:lnTo>
                    <a:pt x="5764074" y="243748"/>
                  </a:lnTo>
                  <a:lnTo>
                    <a:pt x="5784835" y="257887"/>
                  </a:lnTo>
                  <a:lnTo>
                    <a:pt x="5830432" y="291469"/>
                  </a:lnTo>
                  <a:lnTo>
                    <a:pt x="5875585" y="328051"/>
                  </a:lnTo>
                  <a:lnTo>
                    <a:pt x="5920671" y="367687"/>
                  </a:lnTo>
                  <a:lnTo>
                    <a:pt x="5965965" y="410357"/>
                  </a:lnTo>
                  <a:lnTo>
                    <a:pt x="6011651" y="455952"/>
                  </a:lnTo>
                  <a:lnTo>
                    <a:pt x="6057835" y="504276"/>
                  </a:lnTo>
                  <a:lnTo>
                    <a:pt x="6104549" y="555036"/>
                  </a:lnTo>
                  <a:lnTo>
                    <a:pt x="6151762" y="607847"/>
                  </a:lnTo>
                  <a:lnTo>
                    <a:pt x="6199389" y="662246"/>
                  </a:lnTo>
                  <a:lnTo>
                    <a:pt x="6247304" y="717700"/>
                  </a:lnTo>
                  <a:lnTo>
                    <a:pt x="6295351" y="773631"/>
                  </a:lnTo>
                  <a:lnTo>
                    <a:pt x="6343365" y="829442"/>
                  </a:lnTo>
                  <a:lnTo>
                    <a:pt x="6391181" y="884538"/>
                  </a:lnTo>
                  <a:lnTo>
                    <a:pt x="6438655" y="938359"/>
                  </a:lnTo>
                  <a:lnTo>
                    <a:pt x="6485674" y="990396"/>
                  </a:lnTo>
                  <a:lnTo>
                    <a:pt x="6532175" y="1040217"/>
                  </a:lnTo>
                  <a:lnTo>
                    <a:pt x="6578152" y="1087473"/>
                  </a:lnTo>
                  <a:lnTo>
                    <a:pt x="6623663" y="1131909"/>
                  </a:lnTo>
                  <a:lnTo>
                    <a:pt x="6668846" y="1173366"/>
                  </a:lnTo>
                  <a:lnTo>
                    <a:pt x="6713920" y="1211771"/>
                  </a:lnTo>
                  <a:lnTo>
                    <a:pt x="6759200" y="1247135"/>
                  </a:lnTo>
                  <a:lnTo>
                    <a:pt x="6786527" y="1266848"/>
                  </a:lnTo>
                  <a:lnTo>
                    <a:pt x="6835757" y="1299174"/>
                  </a:lnTo>
                  <a:lnTo>
                    <a:pt x="6886669" y="1328235"/>
                  </a:lnTo>
                  <a:lnTo>
                    <a:pt x="6940064" y="1354203"/>
                  </a:lnTo>
                  <a:lnTo>
                    <a:pt x="6996838" y="1377361"/>
                  </a:lnTo>
                  <a:lnTo>
                    <a:pt x="7057903" y="1398032"/>
                  </a:lnTo>
                  <a:lnTo>
                    <a:pt x="7124109" y="1416522"/>
                  </a:lnTo>
                  <a:lnTo>
                    <a:pt x="7196143" y="1433104"/>
                  </a:lnTo>
                  <a:lnTo>
                    <a:pt x="7274394" y="1447995"/>
                  </a:lnTo>
                  <a:lnTo>
                    <a:pt x="7358785" y="1461353"/>
                  </a:lnTo>
                  <a:lnTo>
                    <a:pt x="7448556" y="1473275"/>
                  </a:lnTo>
                  <a:lnTo>
                    <a:pt x="7542067" y="1483801"/>
                  </a:lnTo>
                  <a:lnTo>
                    <a:pt x="7636662" y="1492924"/>
                  </a:lnTo>
                  <a:lnTo>
                    <a:pt x="7728711" y="1500612"/>
                  </a:lnTo>
                  <a:lnTo>
                    <a:pt x="7813926" y="1506837"/>
                  </a:lnTo>
                  <a:lnTo>
                    <a:pt x="7887987" y="1511611"/>
                  </a:lnTo>
                  <a:lnTo>
                    <a:pt x="7947372" y="1515014"/>
                  </a:lnTo>
                  <a:lnTo>
                    <a:pt x="7990182" y="1517209"/>
                  </a:lnTo>
                  <a:lnTo>
                    <a:pt x="8016668" y="1518430"/>
                  </a:lnTo>
                  <a:lnTo>
                    <a:pt x="8029340" y="1518957"/>
                  </a:lnTo>
                  <a:lnTo>
                    <a:pt x="8032819" y="1519089"/>
                  </a:lnTo>
                  <a:lnTo>
                    <a:pt x="8554953" y="1519089"/>
                  </a:lnTo>
                  <a:lnTo>
                    <a:pt x="8554953" y="1513441"/>
                  </a:lnTo>
                  <a:lnTo>
                    <a:pt x="8032819" y="1513441"/>
                  </a:lnTo>
                  <a:lnTo>
                    <a:pt x="8031586" y="1513396"/>
                  </a:lnTo>
                  <a:lnTo>
                    <a:pt x="8023521" y="1513074"/>
                  </a:lnTo>
                  <a:lnTo>
                    <a:pt x="8003337" y="1512184"/>
                  </a:lnTo>
                  <a:lnTo>
                    <a:pt x="7967628" y="1510435"/>
                  </a:lnTo>
                  <a:lnTo>
                    <a:pt x="7915171" y="1507570"/>
                  </a:lnTo>
                  <a:lnTo>
                    <a:pt x="7846994" y="1503393"/>
                  </a:lnTo>
                  <a:lnTo>
                    <a:pt x="7766017" y="1497790"/>
                  </a:lnTo>
                  <a:lnTo>
                    <a:pt x="7676329" y="1490722"/>
                  </a:lnTo>
                  <a:lnTo>
                    <a:pt x="7582324" y="1482204"/>
                  </a:lnTo>
                  <a:lnTo>
                    <a:pt x="7487968" y="1472271"/>
                  </a:lnTo>
                  <a:lnTo>
                    <a:pt x="7396350" y="1460944"/>
                  </a:lnTo>
                  <a:lnTo>
                    <a:pt x="7309533" y="1448204"/>
                  </a:lnTo>
                  <a:lnTo>
                    <a:pt x="7228628" y="1433981"/>
                  </a:lnTo>
                  <a:lnTo>
                    <a:pt x="7153977" y="1418141"/>
                  </a:lnTo>
                  <a:lnTo>
                    <a:pt x="7085365" y="1400492"/>
                  </a:lnTo>
                  <a:lnTo>
                    <a:pt x="7022212" y="1380784"/>
                  </a:lnTo>
                  <a:lnTo>
                    <a:pt x="6963724" y="1358722"/>
                  </a:lnTo>
                  <a:lnTo>
                    <a:pt x="6909005" y="1333986"/>
                  </a:lnTo>
                  <a:lnTo>
                    <a:pt x="6857144" y="1306269"/>
                  </a:lnTo>
                  <a:lnTo>
                    <a:pt x="6807287" y="1275340"/>
                  </a:lnTo>
                  <a:lnTo>
                    <a:pt x="6786527" y="1261201"/>
                  </a:lnTo>
                  <a:lnTo>
                    <a:pt x="6740930" y="1227619"/>
                  </a:lnTo>
                  <a:lnTo>
                    <a:pt x="6695777" y="1191037"/>
                  </a:lnTo>
                  <a:lnTo>
                    <a:pt x="6650691" y="1151401"/>
                  </a:lnTo>
                  <a:lnTo>
                    <a:pt x="6605397" y="1108731"/>
                  </a:lnTo>
                  <a:lnTo>
                    <a:pt x="6559711" y="1063136"/>
                  </a:lnTo>
                  <a:lnTo>
                    <a:pt x="6513527" y="1014812"/>
                  </a:lnTo>
                  <a:lnTo>
                    <a:pt x="6466812" y="964052"/>
                  </a:lnTo>
                  <a:lnTo>
                    <a:pt x="6419600" y="911241"/>
                  </a:lnTo>
                  <a:lnTo>
                    <a:pt x="6371973" y="856842"/>
                  </a:lnTo>
                  <a:lnTo>
                    <a:pt x="6324058" y="801388"/>
                  </a:lnTo>
                  <a:lnTo>
                    <a:pt x="6276011" y="745457"/>
                  </a:lnTo>
                  <a:lnTo>
                    <a:pt x="6227997" y="689646"/>
                  </a:lnTo>
                  <a:lnTo>
                    <a:pt x="6180181" y="634550"/>
                  </a:lnTo>
                  <a:lnTo>
                    <a:pt x="6132707" y="580729"/>
                  </a:lnTo>
                  <a:lnTo>
                    <a:pt x="6085688" y="528692"/>
                  </a:lnTo>
                  <a:lnTo>
                    <a:pt x="6039186" y="478871"/>
                  </a:lnTo>
                  <a:lnTo>
                    <a:pt x="5993210" y="431615"/>
                  </a:lnTo>
                  <a:lnTo>
                    <a:pt x="5947699" y="387179"/>
                  </a:lnTo>
                  <a:lnTo>
                    <a:pt x="5902516" y="345722"/>
                  </a:lnTo>
                  <a:lnTo>
                    <a:pt x="5857442" y="307317"/>
                  </a:lnTo>
                  <a:lnTo>
                    <a:pt x="5812162" y="271953"/>
                  </a:lnTo>
                  <a:lnTo>
                    <a:pt x="5784835" y="252240"/>
                  </a:lnTo>
                  <a:lnTo>
                    <a:pt x="5735605" y="219914"/>
                  </a:lnTo>
                  <a:lnTo>
                    <a:pt x="5684693" y="190853"/>
                  </a:lnTo>
                  <a:lnTo>
                    <a:pt x="5631298" y="164885"/>
                  </a:lnTo>
                  <a:lnTo>
                    <a:pt x="5574524" y="141727"/>
                  </a:lnTo>
                  <a:lnTo>
                    <a:pt x="5513459" y="121056"/>
                  </a:lnTo>
                  <a:lnTo>
                    <a:pt x="5447253" y="102566"/>
                  </a:lnTo>
                  <a:lnTo>
                    <a:pt x="5375219" y="85984"/>
                  </a:lnTo>
                  <a:lnTo>
                    <a:pt x="5296968" y="71093"/>
                  </a:lnTo>
                  <a:lnTo>
                    <a:pt x="5212577" y="57735"/>
                  </a:lnTo>
                  <a:lnTo>
                    <a:pt x="5122806" y="45813"/>
                  </a:lnTo>
                  <a:lnTo>
                    <a:pt x="5029295" y="35287"/>
                  </a:lnTo>
                  <a:lnTo>
                    <a:pt x="4934700" y="26164"/>
                  </a:lnTo>
                  <a:lnTo>
                    <a:pt x="4842651" y="18476"/>
                  </a:lnTo>
                  <a:lnTo>
                    <a:pt x="4757436" y="12251"/>
                  </a:lnTo>
                  <a:lnTo>
                    <a:pt x="4683375" y="7477"/>
                  </a:lnTo>
                  <a:lnTo>
                    <a:pt x="4623990" y="4074"/>
                  </a:lnTo>
                  <a:lnTo>
                    <a:pt x="4581180" y="1879"/>
                  </a:lnTo>
                  <a:lnTo>
                    <a:pt x="4554694" y="658"/>
                  </a:lnTo>
                  <a:lnTo>
                    <a:pt x="4542022" y="131"/>
                  </a:lnTo>
                  <a:lnTo>
                    <a:pt x="4538543" y="0"/>
                  </a:lnTo>
                  <a:lnTo>
                    <a:pt x="4016409" y="0"/>
                  </a:lnTo>
                  <a:lnTo>
                    <a:pt x="4015161" y="34"/>
                  </a:lnTo>
                  <a:lnTo>
                    <a:pt x="4007000" y="284"/>
                  </a:lnTo>
                  <a:lnTo>
                    <a:pt x="3986585" y="973"/>
                  </a:lnTo>
                  <a:lnTo>
                    <a:pt x="3950489" y="2328"/>
                  </a:lnTo>
                  <a:lnTo>
                    <a:pt x="3897507" y="4546"/>
                  </a:lnTo>
                  <a:lnTo>
                    <a:pt x="3828720" y="7778"/>
                  </a:lnTo>
                  <a:lnTo>
                    <a:pt x="3747120" y="12112"/>
                  </a:lnTo>
                  <a:lnTo>
                    <a:pt x="3656864" y="17576"/>
                  </a:lnTo>
                  <a:lnTo>
                    <a:pt x="3562397" y="24156"/>
                  </a:lnTo>
                  <a:lnTo>
                    <a:pt x="3467708" y="31828"/>
                  </a:lnTo>
                  <a:lnTo>
                    <a:pt x="3375886" y="40575"/>
                  </a:lnTo>
                  <a:lnTo>
                    <a:pt x="3288975" y="50412"/>
                  </a:lnTo>
                  <a:lnTo>
                    <a:pt x="3208058" y="61398"/>
                  </a:lnTo>
                  <a:lnTo>
                    <a:pt x="3133446" y="73637"/>
                  </a:lnTo>
                  <a:lnTo>
                    <a:pt x="3064898" y="87282"/>
                  </a:lnTo>
                  <a:lnTo>
                    <a:pt x="3001809" y="102528"/>
                  </a:lnTo>
                  <a:lnTo>
                    <a:pt x="2943366" y="119605"/>
                  </a:lnTo>
                  <a:lnTo>
                    <a:pt x="2888659" y="138762"/>
                  </a:lnTo>
                  <a:lnTo>
                    <a:pt x="2836765" y="160234"/>
                  </a:lnTo>
                  <a:lnTo>
                    <a:pt x="2786832" y="184193"/>
                  </a:lnTo>
                  <a:lnTo>
                    <a:pt x="2770117" y="192945"/>
                  </a:lnTo>
                  <a:lnTo>
                    <a:pt x="2721787" y="220255"/>
                  </a:lnTo>
                  <a:lnTo>
                    <a:pt x="2673928" y="250150"/>
                  </a:lnTo>
                  <a:lnTo>
                    <a:pt x="2626103" y="282672"/>
                  </a:lnTo>
                  <a:lnTo>
                    <a:pt x="2578000" y="317791"/>
                  </a:lnTo>
                  <a:lnTo>
                    <a:pt x="2529421" y="355392"/>
                  </a:lnTo>
                  <a:lnTo>
                    <a:pt x="2480263" y="395271"/>
                  </a:lnTo>
                  <a:lnTo>
                    <a:pt x="2430515" y="437134"/>
                  </a:lnTo>
                  <a:lnTo>
                    <a:pt x="2380241" y="480599"/>
                  </a:lnTo>
                  <a:lnTo>
                    <a:pt x="2329565" y="525215"/>
                  </a:lnTo>
                  <a:lnTo>
                    <a:pt x="2278658" y="570471"/>
                  </a:lnTo>
                  <a:lnTo>
                    <a:pt x="2227714" y="615828"/>
                  </a:lnTo>
                  <a:lnTo>
                    <a:pt x="2176931" y="660741"/>
                  </a:lnTo>
                  <a:lnTo>
                    <a:pt x="2126492" y="704686"/>
                  </a:lnTo>
                  <a:lnTo>
                    <a:pt x="2076539" y="747188"/>
                  </a:lnTo>
                  <a:lnTo>
                    <a:pt x="2027161" y="787837"/>
                  </a:lnTo>
                  <a:lnTo>
                    <a:pt x="1978375" y="826306"/>
                  </a:lnTo>
                  <a:lnTo>
                    <a:pt x="1930115" y="862357"/>
                  </a:lnTo>
                  <a:lnTo>
                    <a:pt x="1882218" y="895844"/>
                  </a:lnTo>
                  <a:lnTo>
                    <a:pt x="1834415" y="926705"/>
                  </a:lnTo>
                  <a:lnTo>
                    <a:pt x="1786318" y="954958"/>
                  </a:lnTo>
                  <a:lnTo>
                    <a:pt x="1768425" y="964725"/>
                  </a:lnTo>
                  <a:lnTo>
                    <a:pt x="1718989" y="989548"/>
                  </a:lnTo>
                  <a:lnTo>
                    <a:pt x="1667854" y="1011854"/>
                  </a:lnTo>
                  <a:lnTo>
                    <a:pt x="1614209" y="1031776"/>
                  </a:lnTo>
                  <a:lnTo>
                    <a:pt x="1557144" y="1049534"/>
                  </a:lnTo>
                  <a:lnTo>
                    <a:pt x="1495738" y="1065378"/>
                  </a:lnTo>
                  <a:lnTo>
                    <a:pt x="1429133" y="1079545"/>
                  </a:lnTo>
                  <a:lnTo>
                    <a:pt x="1356639" y="1092244"/>
                  </a:lnTo>
                  <a:lnTo>
                    <a:pt x="1277869" y="1103643"/>
                  </a:lnTo>
                  <a:lnTo>
                    <a:pt x="1192924" y="1113864"/>
                  </a:lnTo>
                  <a:lnTo>
                    <a:pt x="1102599" y="1122979"/>
                  </a:lnTo>
                  <a:lnTo>
                    <a:pt x="1008593" y="1131017"/>
                  </a:lnTo>
                  <a:lnTo>
                    <a:pt x="913642" y="1137973"/>
                  </a:lnTo>
                  <a:lnTo>
                    <a:pt x="821460" y="1143820"/>
                  </a:lnTo>
                  <a:lnTo>
                    <a:pt x="736408" y="1148539"/>
                  </a:lnTo>
                  <a:lnTo>
                    <a:pt x="662837" y="1152140"/>
                  </a:lnTo>
                  <a:lnTo>
                    <a:pt x="604235" y="1154691"/>
                  </a:lnTo>
                  <a:lnTo>
                    <a:pt x="562398" y="1156319"/>
                  </a:lnTo>
                  <a:lnTo>
                    <a:pt x="536913" y="1157211"/>
                  </a:lnTo>
                  <a:lnTo>
                    <a:pt x="525083" y="1157585"/>
                  </a:lnTo>
                  <a:lnTo>
                    <a:pt x="522133" y="1157670"/>
                  </a:lnTo>
                  <a:lnTo>
                    <a:pt x="0" y="1157670"/>
                  </a:lnTo>
                  <a:close/>
                </a:path>
              </a:pathLst>
            </a:custGeom>
            <a:solidFill>
              <a:srgbClr val="E78AC3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1461" name="pl1461"/>
            <p:cNvSpPr/>
            <p:nvPr/>
          </p:nvSpPr>
          <p:spPr>
            <a:xfrm>
              <a:off x="386606" y="3608181"/>
              <a:ext cx="8554953" cy="1513441"/>
            </a:xfrm>
            <a:custGeom>
              <a:avLst/>
              <a:pathLst>
                <a:path w="8554953" h="1513441">
                  <a:moveTo>
                    <a:pt x="0" y="1157670"/>
                  </a:moveTo>
                  <a:lnTo>
                    <a:pt x="522133" y="1157670"/>
                  </a:lnTo>
                  <a:lnTo>
                    <a:pt x="523381" y="1157635"/>
                  </a:lnTo>
                  <a:lnTo>
                    <a:pt x="531542" y="1157385"/>
                  </a:lnTo>
                  <a:lnTo>
                    <a:pt x="551957" y="1156696"/>
                  </a:lnTo>
                  <a:lnTo>
                    <a:pt x="588053" y="1155342"/>
                  </a:lnTo>
                  <a:lnTo>
                    <a:pt x="641035" y="1153123"/>
                  </a:lnTo>
                  <a:lnTo>
                    <a:pt x="709822" y="1149891"/>
                  </a:lnTo>
                  <a:lnTo>
                    <a:pt x="791423" y="1145557"/>
                  </a:lnTo>
                  <a:lnTo>
                    <a:pt x="881679" y="1140093"/>
                  </a:lnTo>
                  <a:lnTo>
                    <a:pt x="976145" y="1133513"/>
                  </a:lnTo>
                  <a:lnTo>
                    <a:pt x="1070834" y="1125841"/>
                  </a:lnTo>
                  <a:lnTo>
                    <a:pt x="1162656" y="1117095"/>
                  </a:lnTo>
                  <a:lnTo>
                    <a:pt x="1249567" y="1107257"/>
                  </a:lnTo>
                  <a:lnTo>
                    <a:pt x="1330484" y="1096271"/>
                  </a:lnTo>
                  <a:lnTo>
                    <a:pt x="1405096" y="1084032"/>
                  </a:lnTo>
                  <a:lnTo>
                    <a:pt x="1473644" y="1070387"/>
                  </a:lnTo>
                  <a:lnTo>
                    <a:pt x="1536733" y="1055141"/>
                  </a:lnTo>
                  <a:lnTo>
                    <a:pt x="1595176" y="1038064"/>
                  </a:lnTo>
                  <a:lnTo>
                    <a:pt x="1649884" y="1018907"/>
                  </a:lnTo>
                  <a:lnTo>
                    <a:pt x="1701777" y="997435"/>
                  </a:lnTo>
                  <a:lnTo>
                    <a:pt x="1751710" y="973476"/>
                  </a:lnTo>
                  <a:lnTo>
                    <a:pt x="1768425" y="964725"/>
                  </a:lnTo>
                  <a:lnTo>
                    <a:pt x="1816756" y="937414"/>
                  </a:lnTo>
                  <a:lnTo>
                    <a:pt x="1864614" y="907519"/>
                  </a:lnTo>
                  <a:lnTo>
                    <a:pt x="1912439" y="874997"/>
                  </a:lnTo>
                  <a:lnTo>
                    <a:pt x="1960542" y="839878"/>
                  </a:lnTo>
                  <a:lnTo>
                    <a:pt x="2009122" y="802277"/>
                  </a:lnTo>
                  <a:lnTo>
                    <a:pt x="2058279" y="762398"/>
                  </a:lnTo>
                  <a:lnTo>
                    <a:pt x="2108027" y="720535"/>
                  </a:lnTo>
                  <a:lnTo>
                    <a:pt x="2158301" y="677070"/>
                  </a:lnTo>
                  <a:lnTo>
                    <a:pt x="2208977" y="632454"/>
                  </a:lnTo>
                  <a:lnTo>
                    <a:pt x="2259884" y="587198"/>
                  </a:lnTo>
                  <a:lnTo>
                    <a:pt x="2310828" y="541841"/>
                  </a:lnTo>
                  <a:lnTo>
                    <a:pt x="2361611" y="496928"/>
                  </a:lnTo>
                  <a:lnTo>
                    <a:pt x="2412050" y="452983"/>
                  </a:lnTo>
                  <a:lnTo>
                    <a:pt x="2462003" y="410481"/>
                  </a:lnTo>
                  <a:lnTo>
                    <a:pt x="2511381" y="369832"/>
                  </a:lnTo>
                  <a:lnTo>
                    <a:pt x="2560167" y="331363"/>
                  </a:lnTo>
                  <a:lnTo>
                    <a:pt x="2608427" y="295312"/>
                  </a:lnTo>
                  <a:lnTo>
                    <a:pt x="2656325" y="261825"/>
                  </a:lnTo>
                  <a:lnTo>
                    <a:pt x="2704127" y="230964"/>
                  </a:lnTo>
                  <a:lnTo>
                    <a:pt x="2752224" y="202711"/>
                  </a:lnTo>
                  <a:lnTo>
                    <a:pt x="2770117" y="192945"/>
                  </a:lnTo>
                  <a:lnTo>
                    <a:pt x="2819553" y="168121"/>
                  </a:lnTo>
                  <a:lnTo>
                    <a:pt x="2870688" y="145815"/>
                  </a:lnTo>
                  <a:lnTo>
                    <a:pt x="2924334" y="125893"/>
                  </a:lnTo>
                  <a:lnTo>
                    <a:pt x="2981398" y="108135"/>
                  </a:lnTo>
                  <a:lnTo>
                    <a:pt x="3042804" y="92291"/>
                  </a:lnTo>
                  <a:lnTo>
                    <a:pt x="3109409" y="78124"/>
                  </a:lnTo>
                  <a:lnTo>
                    <a:pt x="3181903" y="65425"/>
                  </a:lnTo>
                  <a:lnTo>
                    <a:pt x="3260673" y="54026"/>
                  </a:lnTo>
                  <a:lnTo>
                    <a:pt x="3345618" y="43805"/>
                  </a:lnTo>
                  <a:lnTo>
                    <a:pt x="3435943" y="34690"/>
                  </a:lnTo>
                  <a:lnTo>
                    <a:pt x="3529949" y="26652"/>
                  </a:lnTo>
                  <a:lnTo>
                    <a:pt x="3624900" y="19696"/>
                  </a:lnTo>
                  <a:lnTo>
                    <a:pt x="3717082" y="13849"/>
                  </a:lnTo>
                  <a:lnTo>
                    <a:pt x="3802135" y="9130"/>
                  </a:lnTo>
                  <a:lnTo>
                    <a:pt x="3875705" y="5529"/>
                  </a:lnTo>
                  <a:lnTo>
                    <a:pt x="3934307" y="2978"/>
                  </a:lnTo>
                  <a:lnTo>
                    <a:pt x="3976144" y="1350"/>
                  </a:lnTo>
                  <a:lnTo>
                    <a:pt x="4001629" y="458"/>
                  </a:lnTo>
                  <a:lnTo>
                    <a:pt x="4013459" y="84"/>
                  </a:lnTo>
                  <a:lnTo>
                    <a:pt x="4016358" y="1"/>
                  </a:lnTo>
                  <a:lnTo>
                    <a:pt x="4016409" y="0"/>
                  </a:lnTo>
                  <a:lnTo>
                    <a:pt x="4538543" y="0"/>
                  </a:lnTo>
                  <a:lnTo>
                    <a:pt x="4539776" y="45"/>
                  </a:lnTo>
                  <a:lnTo>
                    <a:pt x="4547841" y="367"/>
                  </a:lnTo>
                  <a:lnTo>
                    <a:pt x="4568025" y="1257"/>
                  </a:lnTo>
                  <a:lnTo>
                    <a:pt x="4603734" y="3005"/>
                  </a:lnTo>
                  <a:lnTo>
                    <a:pt x="4656190" y="5871"/>
                  </a:lnTo>
                  <a:lnTo>
                    <a:pt x="4724368" y="10048"/>
                  </a:lnTo>
                  <a:lnTo>
                    <a:pt x="4805344" y="15651"/>
                  </a:lnTo>
                  <a:lnTo>
                    <a:pt x="4895033" y="22719"/>
                  </a:lnTo>
                  <a:lnTo>
                    <a:pt x="4989038" y="31237"/>
                  </a:lnTo>
                  <a:lnTo>
                    <a:pt x="5083394" y="41170"/>
                  </a:lnTo>
                  <a:lnTo>
                    <a:pt x="5175012" y="52497"/>
                  </a:lnTo>
                  <a:lnTo>
                    <a:pt x="5261829" y="65237"/>
                  </a:lnTo>
                  <a:lnTo>
                    <a:pt x="5342734" y="79460"/>
                  </a:lnTo>
                  <a:lnTo>
                    <a:pt x="5417385" y="95300"/>
                  </a:lnTo>
                  <a:lnTo>
                    <a:pt x="5485997" y="112949"/>
                  </a:lnTo>
                  <a:lnTo>
                    <a:pt x="5549150" y="132657"/>
                  </a:lnTo>
                  <a:lnTo>
                    <a:pt x="5607638" y="154719"/>
                  </a:lnTo>
                  <a:lnTo>
                    <a:pt x="5662357" y="179455"/>
                  </a:lnTo>
                  <a:lnTo>
                    <a:pt x="5714218" y="207171"/>
                  </a:lnTo>
                  <a:lnTo>
                    <a:pt x="5764074" y="238101"/>
                  </a:lnTo>
                  <a:lnTo>
                    <a:pt x="5784835" y="252240"/>
                  </a:lnTo>
                  <a:lnTo>
                    <a:pt x="5830432" y="285822"/>
                  </a:lnTo>
                  <a:lnTo>
                    <a:pt x="5875585" y="322404"/>
                  </a:lnTo>
                  <a:lnTo>
                    <a:pt x="5920671" y="362040"/>
                  </a:lnTo>
                  <a:lnTo>
                    <a:pt x="5965965" y="404709"/>
                  </a:lnTo>
                  <a:lnTo>
                    <a:pt x="6011651" y="450305"/>
                  </a:lnTo>
                  <a:lnTo>
                    <a:pt x="6057835" y="498629"/>
                  </a:lnTo>
                  <a:lnTo>
                    <a:pt x="6104549" y="549389"/>
                  </a:lnTo>
                  <a:lnTo>
                    <a:pt x="6151762" y="602200"/>
                  </a:lnTo>
                  <a:lnTo>
                    <a:pt x="6199389" y="656599"/>
                  </a:lnTo>
                  <a:lnTo>
                    <a:pt x="6247304" y="712053"/>
                  </a:lnTo>
                  <a:lnTo>
                    <a:pt x="6295351" y="767984"/>
                  </a:lnTo>
                  <a:lnTo>
                    <a:pt x="6343365" y="823795"/>
                  </a:lnTo>
                  <a:lnTo>
                    <a:pt x="6391181" y="878891"/>
                  </a:lnTo>
                  <a:lnTo>
                    <a:pt x="6438655" y="932712"/>
                  </a:lnTo>
                  <a:lnTo>
                    <a:pt x="6485674" y="984749"/>
                  </a:lnTo>
                  <a:lnTo>
                    <a:pt x="6532175" y="1034570"/>
                  </a:lnTo>
                  <a:lnTo>
                    <a:pt x="6578152" y="1081826"/>
                  </a:lnTo>
                  <a:lnTo>
                    <a:pt x="6623663" y="1126262"/>
                  </a:lnTo>
                  <a:lnTo>
                    <a:pt x="6668846" y="1167719"/>
                  </a:lnTo>
                  <a:lnTo>
                    <a:pt x="6713920" y="1206124"/>
                  </a:lnTo>
                  <a:lnTo>
                    <a:pt x="6759200" y="1241488"/>
                  </a:lnTo>
                  <a:lnTo>
                    <a:pt x="6786527" y="1261201"/>
                  </a:lnTo>
                  <a:lnTo>
                    <a:pt x="6835757" y="1293527"/>
                  </a:lnTo>
                  <a:lnTo>
                    <a:pt x="6886669" y="1322588"/>
                  </a:lnTo>
                  <a:lnTo>
                    <a:pt x="6940064" y="1348555"/>
                  </a:lnTo>
                  <a:lnTo>
                    <a:pt x="6996838" y="1371714"/>
                  </a:lnTo>
                  <a:lnTo>
                    <a:pt x="7057903" y="1392384"/>
                  </a:lnTo>
                  <a:lnTo>
                    <a:pt x="7124109" y="1410875"/>
                  </a:lnTo>
                  <a:lnTo>
                    <a:pt x="7196143" y="1427457"/>
                  </a:lnTo>
                  <a:lnTo>
                    <a:pt x="7274394" y="1442347"/>
                  </a:lnTo>
                  <a:lnTo>
                    <a:pt x="7358785" y="1455705"/>
                  </a:lnTo>
                  <a:lnTo>
                    <a:pt x="7448556" y="1467628"/>
                  </a:lnTo>
                  <a:lnTo>
                    <a:pt x="7542067" y="1478154"/>
                  </a:lnTo>
                  <a:lnTo>
                    <a:pt x="7636662" y="1487277"/>
                  </a:lnTo>
                  <a:lnTo>
                    <a:pt x="7728711" y="1494965"/>
                  </a:lnTo>
                  <a:lnTo>
                    <a:pt x="7813926" y="1501190"/>
                  </a:lnTo>
                  <a:lnTo>
                    <a:pt x="7887987" y="1505964"/>
                  </a:lnTo>
                  <a:lnTo>
                    <a:pt x="7947372" y="1509367"/>
                  </a:lnTo>
                  <a:lnTo>
                    <a:pt x="7990182" y="1511562"/>
                  </a:lnTo>
                  <a:lnTo>
                    <a:pt x="8016668" y="1512783"/>
                  </a:lnTo>
                  <a:lnTo>
                    <a:pt x="8029340" y="1513310"/>
                  </a:lnTo>
                  <a:lnTo>
                    <a:pt x="8032721" y="1513438"/>
                  </a:lnTo>
                  <a:lnTo>
                    <a:pt x="8032819" y="1513441"/>
                  </a:lnTo>
                  <a:lnTo>
                    <a:pt x="8554953" y="1513441"/>
                  </a:lnTo>
                  <a:lnTo>
                    <a:pt x="8554953" y="1513441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462" name="pl1462"/>
            <p:cNvSpPr/>
            <p:nvPr/>
          </p:nvSpPr>
          <p:spPr>
            <a:xfrm>
              <a:off x="386606" y="3602534"/>
              <a:ext cx="8554953" cy="1513441"/>
            </a:xfrm>
            <a:custGeom>
              <a:avLst/>
              <a:pathLst>
                <a:path w="8554953" h="1513441">
                  <a:moveTo>
                    <a:pt x="8554953" y="1513441"/>
                  </a:moveTo>
                  <a:lnTo>
                    <a:pt x="8032819" y="1513441"/>
                  </a:lnTo>
                  <a:lnTo>
                    <a:pt x="8031586" y="1513396"/>
                  </a:lnTo>
                  <a:lnTo>
                    <a:pt x="8023521" y="1513074"/>
                  </a:lnTo>
                  <a:lnTo>
                    <a:pt x="8003337" y="1512184"/>
                  </a:lnTo>
                  <a:lnTo>
                    <a:pt x="7967628" y="1510435"/>
                  </a:lnTo>
                  <a:lnTo>
                    <a:pt x="7915171" y="1507570"/>
                  </a:lnTo>
                  <a:lnTo>
                    <a:pt x="7846994" y="1503393"/>
                  </a:lnTo>
                  <a:lnTo>
                    <a:pt x="7766017" y="1497790"/>
                  </a:lnTo>
                  <a:lnTo>
                    <a:pt x="7676329" y="1490722"/>
                  </a:lnTo>
                  <a:lnTo>
                    <a:pt x="7582324" y="1482204"/>
                  </a:lnTo>
                  <a:lnTo>
                    <a:pt x="7487968" y="1472271"/>
                  </a:lnTo>
                  <a:lnTo>
                    <a:pt x="7396350" y="1460944"/>
                  </a:lnTo>
                  <a:lnTo>
                    <a:pt x="7309533" y="1448204"/>
                  </a:lnTo>
                  <a:lnTo>
                    <a:pt x="7228628" y="1433981"/>
                  </a:lnTo>
                  <a:lnTo>
                    <a:pt x="7153977" y="1418141"/>
                  </a:lnTo>
                  <a:lnTo>
                    <a:pt x="7085365" y="1400492"/>
                  </a:lnTo>
                  <a:lnTo>
                    <a:pt x="7022212" y="1380784"/>
                  </a:lnTo>
                  <a:lnTo>
                    <a:pt x="6963724" y="1358722"/>
                  </a:lnTo>
                  <a:lnTo>
                    <a:pt x="6909005" y="1333986"/>
                  </a:lnTo>
                  <a:lnTo>
                    <a:pt x="6857144" y="1306269"/>
                  </a:lnTo>
                  <a:lnTo>
                    <a:pt x="6807287" y="1275340"/>
                  </a:lnTo>
                  <a:lnTo>
                    <a:pt x="6786527" y="1261201"/>
                  </a:lnTo>
                  <a:lnTo>
                    <a:pt x="6740930" y="1227619"/>
                  </a:lnTo>
                  <a:lnTo>
                    <a:pt x="6695777" y="1191037"/>
                  </a:lnTo>
                  <a:lnTo>
                    <a:pt x="6650691" y="1151401"/>
                  </a:lnTo>
                  <a:lnTo>
                    <a:pt x="6605397" y="1108731"/>
                  </a:lnTo>
                  <a:lnTo>
                    <a:pt x="6559711" y="1063136"/>
                  </a:lnTo>
                  <a:lnTo>
                    <a:pt x="6513527" y="1014812"/>
                  </a:lnTo>
                  <a:lnTo>
                    <a:pt x="6466812" y="964052"/>
                  </a:lnTo>
                  <a:lnTo>
                    <a:pt x="6419600" y="911241"/>
                  </a:lnTo>
                  <a:lnTo>
                    <a:pt x="6371973" y="856842"/>
                  </a:lnTo>
                  <a:lnTo>
                    <a:pt x="6324058" y="801388"/>
                  </a:lnTo>
                  <a:lnTo>
                    <a:pt x="6276011" y="745457"/>
                  </a:lnTo>
                  <a:lnTo>
                    <a:pt x="6227997" y="689646"/>
                  </a:lnTo>
                  <a:lnTo>
                    <a:pt x="6180181" y="634550"/>
                  </a:lnTo>
                  <a:lnTo>
                    <a:pt x="6132707" y="580729"/>
                  </a:lnTo>
                  <a:lnTo>
                    <a:pt x="6085688" y="528692"/>
                  </a:lnTo>
                  <a:lnTo>
                    <a:pt x="6039186" y="478871"/>
                  </a:lnTo>
                  <a:lnTo>
                    <a:pt x="5993210" y="431615"/>
                  </a:lnTo>
                  <a:lnTo>
                    <a:pt x="5947699" y="387179"/>
                  </a:lnTo>
                  <a:lnTo>
                    <a:pt x="5902516" y="345722"/>
                  </a:lnTo>
                  <a:lnTo>
                    <a:pt x="5857442" y="307317"/>
                  </a:lnTo>
                  <a:lnTo>
                    <a:pt x="5812162" y="271953"/>
                  </a:lnTo>
                  <a:lnTo>
                    <a:pt x="5784835" y="252240"/>
                  </a:lnTo>
                  <a:lnTo>
                    <a:pt x="5735605" y="219914"/>
                  </a:lnTo>
                  <a:lnTo>
                    <a:pt x="5684693" y="190853"/>
                  </a:lnTo>
                  <a:lnTo>
                    <a:pt x="5631298" y="164885"/>
                  </a:lnTo>
                  <a:lnTo>
                    <a:pt x="5574524" y="141727"/>
                  </a:lnTo>
                  <a:lnTo>
                    <a:pt x="5513459" y="121056"/>
                  </a:lnTo>
                  <a:lnTo>
                    <a:pt x="5447253" y="102566"/>
                  </a:lnTo>
                  <a:lnTo>
                    <a:pt x="5375219" y="85984"/>
                  </a:lnTo>
                  <a:lnTo>
                    <a:pt x="5296968" y="71093"/>
                  </a:lnTo>
                  <a:lnTo>
                    <a:pt x="5212577" y="57735"/>
                  </a:lnTo>
                  <a:lnTo>
                    <a:pt x="5122806" y="45813"/>
                  </a:lnTo>
                  <a:lnTo>
                    <a:pt x="5029295" y="35287"/>
                  </a:lnTo>
                  <a:lnTo>
                    <a:pt x="4934700" y="26164"/>
                  </a:lnTo>
                  <a:lnTo>
                    <a:pt x="4842651" y="18476"/>
                  </a:lnTo>
                  <a:lnTo>
                    <a:pt x="4757436" y="12251"/>
                  </a:lnTo>
                  <a:lnTo>
                    <a:pt x="4683375" y="7477"/>
                  </a:lnTo>
                  <a:lnTo>
                    <a:pt x="4623990" y="4074"/>
                  </a:lnTo>
                  <a:lnTo>
                    <a:pt x="4581180" y="1879"/>
                  </a:lnTo>
                  <a:lnTo>
                    <a:pt x="4554694" y="658"/>
                  </a:lnTo>
                  <a:lnTo>
                    <a:pt x="4542022" y="131"/>
                  </a:lnTo>
                  <a:lnTo>
                    <a:pt x="4538641" y="3"/>
                  </a:lnTo>
                  <a:lnTo>
                    <a:pt x="4538543" y="0"/>
                  </a:lnTo>
                  <a:lnTo>
                    <a:pt x="4016409" y="0"/>
                  </a:lnTo>
                  <a:lnTo>
                    <a:pt x="4015161" y="34"/>
                  </a:lnTo>
                  <a:lnTo>
                    <a:pt x="4007000" y="284"/>
                  </a:lnTo>
                  <a:lnTo>
                    <a:pt x="3986585" y="973"/>
                  </a:lnTo>
                  <a:lnTo>
                    <a:pt x="3950489" y="2328"/>
                  </a:lnTo>
                  <a:lnTo>
                    <a:pt x="3897507" y="4546"/>
                  </a:lnTo>
                  <a:lnTo>
                    <a:pt x="3828720" y="7778"/>
                  </a:lnTo>
                  <a:lnTo>
                    <a:pt x="3747120" y="12112"/>
                  </a:lnTo>
                  <a:lnTo>
                    <a:pt x="3656864" y="17576"/>
                  </a:lnTo>
                  <a:lnTo>
                    <a:pt x="3562397" y="24156"/>
                  </a:lnTo>
                  <a:lnTo>
                    <a:pt x="3467708" y="31828"/>
                  </a:lnTo>
                  <a:lnTo>
                    <a:pt x="3375886" y="40575"/>
                  </a:lnTo>
                  <a:lnTo>
                    <a:pt x="3288975" y="50412"/>
                  </a:lnTo>
                  <a:lnTo>
                    <a:pt x="3208058" y="61398"/>
                  </a:lnTo>
                  <a:lnTo>
                    <a:pt x="3133446" y="73637"/>
                  </a:lnTo>
                  <a:lnTo>
                    <a:pt x="3064898" y="87282"/>
                  </a:lnTo>
                  <a:lnTo>
                    <a:pt x="3001809" y="102528"/>
                  </a:lnTo>
                  <a:lnTo>
                    <a:pt x="2943366" y="119605"/>
                  </a:lnTo>
                  <a:lnTo>
                    <a:pt x="2888659" y="138762"/>
                  </a:lnTo>
                  <a:lnTo>
                    <a:pt x="2836765" y="160234"/>
                  </a:lnTo>
                  <a:lnTo>
                    <a:pt x="2786832" y="184193"/>
                  </a:lnTo>
                  <a:lnTo>
                    <a:pt x="2770117" y="192945"/>
                  </a:lnTo>
                  <a:lnTo>
                    <a:pt x="2721787" y="220255"/>
                  </a:lnTo>
                  <a:lnTo>
                    <a:pt x="2673928" y="250150"/>
                  </a:lnTo>
                  <a:lnTo>
                    <a:pt x="2626103" y="282672"/>
                  </a:lnTo>
                  <a:lnTo>
                    <a:pt x="2578000" y="317791"/>
                  </a:lnTo>
                  <a:lnTo>
                    <a:pt x="2529421" y="355392"/>
                  </a:lnTo>
                  <a:lnTo>
                    <a:pt x="2480263" y="395271"/>
                  </a:lnTo>
                  <a:lnTo>
                    <a:pt x="2430515" y="437134"/>
                  </a:lnTo>
                  <a:lnTo>
                    <a:pt x="2380241" y="480599"/>
                  </a:lnTo>
                  <a:lnTo>
                    <a:pt x="2329565" y="525215"/>
                  </a:lnTo>
                  <a:lnTo>
                    <a:pt x="2278658" y="570471"/>
                  </a:lnTo>
                  <a:lnTo>
                    <a:pt x="2227714" y="615828"/>
                  </a:lnTo>
                  <a:lnTo>
                    <a:pt x="2176931" y="660741"/>
                  </a:lnTo>
                  <a:lnTo>
                    <a:pt x="2126492" y="704686"/>
                  </a:lnTo>
                  <a:lnTo>
                    <a:pt x="2076539" y="747188"/>
                  </a:lnTo>
                  <a:lnTo>
                    <a:pt x="2027161" y="787837"/>
                  </a:lnTo>
                  <a:lnTo>
                    <a:pt x="1978375" y="826306"/>
                  </a:lnTo>
                  <a:lnTo>
                    <a:pt x="1930115" y="862357"/>
                  </a:lnTo>
                  <a:lnTo>
                    <a:pt x="1882218" y="895844"/>
                  </a:lnTo>
                  <a:lnTo>
                    <a:pt x="1834415" y="926705"/>
                  </a:lnTo>
                  <a:lnTo>
                    <a:pt x="1786318" y="954958"/>
                  </a:lnTo>
                  <a:lnTo>
                    <a:pt x="1768425" y="964725"/>
                  </a:lnTo>
                  <a:lnTo>
                    <a:pt x="1718989" y="989548"/>
                  </a:lnTo>
                  <a:lnTo>
                    <a:pt x="1667854" y="1011854"/>
                  </a:lnTo>
                  <a:lnTo>
                    <a:pt x="1614209" y="1031776"/>
                  </a:lnTo>
                  <a:lnTo>
                    <a:pt x="1557144" y="1049534"/>
                  </a:lnTo>
                  <a:lnTo>
                    <a:pt x="1495738" y="1065378"/>
                  </a:lnTo>
                  <a:lnTo>
                    <a:pt x="1429133" y="1079545"/>
                  </a:lnTo>
                  <a:lnTo>
                    <a:pt x="1356639" y="1092244"/>
                  </a:lnTo>
                  <a:lnTo>
                    <a:pt x="1277869" y="1103643"/>
                  </a:lnTo>
                  <a:lnTo>
                    <a:pt x="1192924" y="1113864"/>
                  </a:lnTo>
                  <a:lnTo>
                    <a:pt x="1102599" y="1122979"/>
                  </a:lnTo>
                  <a:lnTo>
                    <a:pt x="1008593" y="1131017"/>
                  </a:lnTo>
                  <a:lnTo>
                    <a:pt x="913642" y="1137973"/>
                  </a:lnTo>
                  <a:lnTo>
                    <a:pt x="821460" y="1143820"/>
                  </a:lnTo>
                  <a:lnTo>
                    <a:pt x="736408" y="1148539"/>
                  </a:lnTo>
                  <a:lnTo>
                    <a:pt x="662837" y="1152140"/>
                  </a:lnTo>
                  <a:lnTo>
                    <a:pt x="604235" y="1154691"/>
                  </a:lnTo>
                  <a:lnTo>
                    <a:pt x="562398" y="1156319"/>
                  </a:lnTo>
                  <a:lnTo>
                    <a:pt x="536913" y="1157211"/>
                  </a:lnTo>
                  <a:lnTo>
                    <a:pt x="525083" y="1157585"/>
                  </a:lnTo>
                  <a:lnTo>
                    <a:pt x="522184" y="1157668"/>
                  </a:lnTo>
                  <a:lnTo>
                    <a:pt x="522133" y="1157670"/>
                  </a:lnTo>
                  <a:lnTo>
                    <a:pt x="0" y="1157670"/>
                  </a:lnTo>
                  <a:lnTo>
                    <a:pt x="0" y="115767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463" name="pg1463"/>
            <p:cNvSpPr/>
            <p:nvPr/>
          </p:nvSpPr>
          <p:spPr>
            <a:xfrm>
              <a:off x="386606" y="1496139"/>
              <a:ext cx="8554953" cy="3501246"/>
            </a:xfrm>
            <a:custGeom>
              <a:avLst/>
              <a:pathLst>
                <a:path w="8554953" h="3501246">
                  <a:moveTo>
                    <a:pt x="0" y="3501246"/>
                  </a:moveTo>
                  <a:lnTo>
                    <a:pt x="522133" y="3501246"/>
                  </a:lnTo>
                  <a:lnTo>
                    <a:pt x="523301" y="3501173"/>
                  </a:lnTo>
                  <a:lnTo>
                    <a:pt x="530953" y="3500651"/>
                  </a:lnTo>
                  <a:lnTo>
                    <a:pt x="550137" y="3499209"/>
                  </a:lnTo>
                  <a:lnTo>
                    <a:pt x="584167" y="3496375"/>
                  </a:lnTo>
                  <a:lnTo>
                    <a:pt x="634337" y="3491724"/>
                  </a:lnTo>
                  <a:lnTo>
                    <a:pt x="699841" y="3484932"/>
                  </a:lnTo>
                  <a:lnTo>
                    <a:pt x="778064" y="3475798"/>
                  </a:lnTo>
                  <a:lnTo>
                    <a:pt x="865220" y="3464248"/>
                  </a:lnTo>
                  <a:lnTo>
                    <a:pt x="957141" y="3450298"/>
                  </a:lnTo>
                  <a:lnTo>
                    <a:pt x="1049972" y="3434002"/>
                  </a:lnTo>
                  <a:lnTo>
                    <a:pt x="1140630" y="3415401"/>
                  </a:lnTo>
                  <a:lnTo>
                    <a:pt x="1226975" y="3394481"/>
                  </a:lnTo>
                  <a:lnTo>
                    <a:pt x="1307782" y="3371146"/>
                  </a:lnTo>
                  <a:lnTo>
                    <a:pt x="1382581" y="3345203"/>
                  </a:lnTo>
                  <a:lnTo>
                    <a:pt x="1451464" y="3316364"/>
                  </a:lnTo>
                  <a:lnTo>
                    <a:pt x="1514905" y="3284246"/>
                  </a:lnTo>
                  <a:lnTo>
                    <a:pt x="1573613" y="3248389"/>
                  </a:lnTo>
                  <a:lnTo>
                    <a:pt x="1628415" y="3208283"/>
                  </a:lnTo>
                  <a:lnTo>
                    <a:pt x="1680178" y="3163413"/>
                  </a:lnTo>
                  <a:lnTo>
                    <a:pt x="1729736" y="3113347"/>
                  </a:lnTo>
                  <a:lnTo>
                    <a:pt x="1768425" y="3069237"/>
                  </a:lnTo>
                  <a:lnTo>
                    <a:pt x="1806936" y="3021046"/>
                  </a:lnTo>
                  <a:lnTo>
                    <a:pt x="1845083" y="2969215"/>
                  </a:lnTo>
                  <a:lnTo>
                    <a:pt x="1883108" y="2913669"/>
                  </a:lnTo>
                  <a:lnTo>
                    <a:pt x="1921199" y="2854398"/>
                  </a:lnTo>
                  <a:lnTo>
                    <a:pt x="1959497" y="2791464"/>
                  </a:lnTo>
                  <a:lnTo>
                    <a:pt x="1998096" y="2725002"/>
                  </a:lnTo>
                  <a:lnTo>
                    <a:pt x="2037054" y="2655230"/>
                  </a:lnTo>
                  <a:lnTo>
                    <a:pt x="2076390" y="2582448"/>
                  </a:lnTo>
                  <a:lnTo>
                    <a:pt x="2116091" y="2507034"/>
                  </a:lnTo>
                  <a:lnTo>
                    <a:pt x="2156117" y="2429442"/>
                  </a:lnTo>
                  <a:lnTo>
                    <a:pt x="2196401" y="2350188"/>
                  </a:lnTo>
                  <a:lnTo>
                    <a:pt x="2236862" y="2269840"/>
                  </a:lnTo>
                  <a:lnTo>
                    <a:pt x="2277402" y="2188999"/>
                  </a:lnTo>
                  <a:lnTo>
                    <a:pt x="2317923" y="2108281"/>
                  </a:lnTo>
                  <a:lnTo>
                    <a:pt x="2358324" y="2028301"/>
                  </a:lnTo>
                  <a:lnTo>
                    <a:pt x="2398514" y="1949648"/>
                  </a:lnTo>
                  <a:lnTo>
                    <a:pt x="2438416" y="1872871"/>
                  </a:lnTo>
                  <a:lnTo>
                    <a:pt x="2477974" y="1798463"/>
                  </a:lnTo>
                  <a:lnTo>
                    <a:pt x="2517158" y="1726847"/>
                  </a:lnTo>
                  <a:lnTo>
                    <a:pt x="2555968" y="1658371"/>
                  </a:lnTo>
                  <a:lnTo>
                    <a:pt x="2594437" y="1593302"/>
                  </a:lnTo>
                  <a:lnTo>
                    <a:pt x="2632638" y="1531825"/>
                  </a:lnTo>
                  <a:lnTo>
                    <a:pt x="2670684" y="1474045"/>
                  </a:lnTo>
                  <a:lnTo>
                    <a:pt x="2708732" y="1419994"/>
                  </a:lnTo>
                  <a:lnTo>
                    <a:pt x="2746993" y="1369635"/>
                  </a:lnTo>
                  <a:lnTo>
                    <a:pt x="2770117" y="1341203"/>
                  </a:lnTo>
                  <a:lnTo>
                    <a:pt x="2818440" y="1286794"/>
                  </a:lnTo>
                  <a:lnTo>
                    <a:pt x="2868371" y="1237779"/>
                  </a:lnTo>
                  <a:lnTo>
                    <a:pt x="2920666" y="1193886"/>
                  </a:lnTo>
                  <a:lnTo>
                    <a:pt x="2976169" y="1154660"/>
                  </a:lnTo>
                  <a:lnTo>
                    <a:pt x="3035747" y="1119580"/>
                  </a:lnTo>
                  <a:lnTo>
                    <a:pt x="3100212" y="1088143"/>
                  </a:lnTo>
                  <a:lnTo>
                    <a:pt x="3170233" y="1059902"/>
                  </a:lnTo>
                  <a:lnTo>
                    <a:pt x="3246224" y="1034493"/>
                  </a:lnTo>
                  <a:lnTo>
                    <a:pt x="3328182" y="1011646"/>
                  </a:lnTo>
                  <a:lnTo>
                    <a:pt x="3415502" y="991188"/>
                  </a:lnTo>
                  <a:lnTo>
                    <a:pt x="3506788" y="973041"/>
                  </a:lnTo>
                  <a:lnTo>
                    <a:pt x="3599712" y="957203"/>
                  </a:lnTo>
                  <a:lnTo>
                    <a:pt x="3691017" y="943722"/>
                  </a:lnTo>
                  <a:lnTo>
                    <a:pt x="3776740" y="932650"/>
                  </a:lnTo>
                  <a:lnTo>
                    <a:pt x="3852729" y="923987"/>
                  </a:lnTo>
                  <a:lnTo>
                    <a:pt x="3915366" y="917637"/>
                  </a:lnTo>
                  <a:lnTo>
                    <a:pt x="3962353" y="913375"/>
                  </a:lnTo>
                  <a:lnTo>
                    <a:pt x="3993285" y="910851"/>
                  </a:lnTo>
                  <a:lnTo>
                    <a:pt x="4009874" y="909628"/>
                  </a:lnTo>
                  <a:lnTo>
                    <a:pt x="4015798" y="909232"/>
                  </a:lnTo>
                  <a:lnTo>
                    <a:pt x="4016409" y="909194"/>
                  </a:lnTo>
                  <a:lnTo>
                    <a:pt x="4538543" y="909194"/>
                  </a:lnTo>
                  <a:lnTo>
                    <a:pt x="4539799" y="909167"/>
                  </a:lnTo>
                  <a:lnTo>
                    <a:pt x="4548014" y="908971"/>
                  </a:lnTo>
                  <a:lnTo>
                    <a:pt x="4568560" y="908429"/>
                  </a:lnTo>
                  <a:lnTo>
                    <a:pt x="4604874" y="907364"/>
                  </a:lnTo>
                  <a:lnTo>
                    <a:pt x="4658150" y="905621"/>
                  </a:lnTo>
                  <a:lnTo>
                    <a:pt x="4727280" y="903082"/>
                  </a:lnTo>
                  <a:lnTo>
                    <a:pt x="4809229" y="899679"/>
                  </a:lnTo>
                  <a:lnTo>
                    <a:pt x="4899802" y="895389"/>
                  </a:lnTo>
                  <a:lnTo>
                    <a:pt x="4994526" y="890224"/>
                  </a:lnTo>
                  <a:lnTo>
                    <a:pt x="5089398" y="884205"/>
                  </a:lnTo>
                  <a:lnTo>
                    <a:pt x="5181332" y="877342"/>
                  </a:lnTo>
                  <a:lnTo>
                    <a:pt x="5268294" y="869623"/>
                  </a:lnTo>
                  <a:lnTo>
                    <a:pt x="5349217" y="861002"/>
                  </a:lnTo>
                  <a:lnTo>
                    <a:pt x="5423805" y="851396"/>
                  </a:lnTo>
                  <a:lnTo>
                    <a:pt x="5492318" y="840682"/>
                  </a:lnTo>
                  <a:lnTo>
                    <a:pt x="5555371" y="828708"/>
                  </a:lnTo>
                  <a:lnTo>
                    <a:pt x="5613789" y="815290"/>
                  </a:lnTo>
                  <a:lnTo>
                    <a:pt x="5668492" y="800235"/>
                  </a:lnTo>
                  <a:lnTo>
                    <a:pt x="5720404" y="783357"/>
                  </a:lnTo>
                  <a:lnTo>
                    <a:pt x="5770383" y="764525"/>
                  </a:lnTo>
                  <a:lnTo>
                    <a:pt x="5784835" y="758603"/>
                  </a:lnTo>
                  <a:lnTo>
                    <a:pt x="5835091" y="736390"/>
                  </a:lnTo>
                  <a:lnTo>
                    <a:pt x="5884858" y="711994"/>
                  </a:lnTo>
                  <a:lnTo>
                    <a:pt x="5934619" y="685379"/>
                  </a:lnTo>
                  <a:lnTo>
                    <a:pt x="5984712" y="656579"/>
                  </a:lnTo>
                  <a:lnTo>
                    <a:pt x="6035344" y="625707"/>
                  </a:lnTo>
                  <a:lnTo>
                    <a:pt x="6086611" y="592955"/>
                  </a:lnTo>
                  <a:lnTo>
                    <a:pt x="6138507" y="558601"/>
                  </a:lnTo>
                  <a:lnTo>
                    <a:pt x="6190939" y="522995"/>
                  </a:lnTo>
                  <a:lnTo>
                    <a:pt x="6243751" y="486552"/>
                  </a:lnTo>
                  <a:lnTo>
                    <a:pt x="6296739" y="449731"/>
                  </a:lnTo>
                  <a:lnTo>
                    <a:pt x="6349681" y="413010"/>
                  </a:lnTo>
                  <a:lnTo>
                    <a:pt x="6402357" y="376862"/>
                  </a:lnTo>
                  <a:lnTo>
                    <a:pt x="6454581" y="341731"/>
                  </a:lnTo>
                  <a:lnTo>
                    <a:pt x="6506221" y="308007"/>
                  </a:lnTo>
                  <a:lnTo>
                    <a:pt x="6557218" y="276011"/>
                  </a:lnTo>
                  <a:lnTo>
                    <a:pt x="6607608" y="245985"/>
                  </a:lnTo>
                  <a:lnTo>
                    <a:pt x="6657530" y="218088"/>
                  </a:lnTo>
                  <a:lnTo>
                    <a:pt x="6707244" y="192398"/>
                  </a:lnTo>
                  <a:lnTo>
                    <a:pt x="6757147" y="168921"/>
                  </a:lnTo>
                  <a:lnTo>
                    <a:pt x="6786527" y="156238"/>
                  </a:lnTo>
                  <a:lnTo>
                    <a:pt x="6836078" y="136821"/>
                  </a:lnTo>
                  <a:lnTo>
                    <a:pt x="6887338" y="119378"/>
                  </a:lnTo>
                  <a:lnTo>
                    <a:pt x="6941124" y="103804"/>
                  </a:lnTo>
                  <a:lnTo>
                    <a:pt x="6998352" y="89925"/>
                  </a:lnTo>
                  <a:lnTo>
                    <a:pt x="7059949" y="77545"/>
                  </a:lnTo>
                  <a:lnTo>
                    <a:pt x="7126778" y="66478"/>
                  </a:lnTo>
                  <a:lnTo>
                    <a:pt x="7199531" y="56560"/>
                  </a:lnTo>
                  <a:lnTo>
                    <a:pt x="7278591" y="47659"/>
                  </a:lnTo>
                  <a:lnTo>
                    <a:pt x="7363847" y="39681"/>
                  </a:lnTo>
                  <a:lnTo>
                    <a:pt x="7454483" y="32569"/>
                  </a:lnTo>
                  <a:lnTo>
                    <a:pt x="7548763" y="26300"/>
                  </a:lnTo>
                  <a:lnTo>
                    <a:pt x="7643911" y="20882"/>
                  </a:lnTo>
                  <a:lnTo>
                    <a:pt x="7736161" y="16333"/>
                  </a:lnTo>
                  <a:lnTo>
                    <a:pt x="7821115" y="12669"/>
                  </a:lnTo>
                  <a:lnTo>
                    <a:pt x="7894402" y="9880"/>
                  </a:lnTo>
                  <a:lnTo>
                    <a:pt x="7952558" y="7913"/>
                  </a:lnTo>
                  <a:lnTo>
                    <a:pt x="7993848" y="6664"/>
                  </a:lnTo>
                  <a:lnTo>
                    <a:pt x="8018774" y="5986"/>
                  </a:lnTo>
                  <a:lnTo>
                    <a:pt x="8030141" y="5706"/>
                  </a:lnTo>
                  <a:lnTo>
                    <a:pt x="8032819" y="5647"/>
                  </a:lnTo>
                  <a:lnTo>
                    <a:pt x="8554953" y="5647"/>
                  </a:lnTo>
                  <a:lnTo>
                    <a:pt x="8554953" y="0"/>
                  </a:lnTo>
                  <a:lnTo>
                    <a:pt x="8032819" y="0"/>
                  </a:lnTo>
                  <a:lnTo>
                    <a:pt x="8031563" y="27"/>
                  </a:lnTo>
                  <a:lnTo>
                    <a:pt x="8023347" y="223"/>
                  </a:lnTo>
                  <a:lnTo>
                    <a:pt x="8002802" y="765"/>
                  </a:lnTo>
                  <a:lnTo>
                    <a:pt x="7966488" y="1829"/>
                  </a:lnTo>
                  <a:lnTo>
                    <a:pt x="7913212" y="3572"/>
                  </a:lnTo>
                  <a:lnTo>
                    <a:pt x="7844082" y="6112"/>
                  </a:lnTo>
                  <a:lnTo>
                    <a:pt x="7762133" y="9515"/>
                  </a:lnTo>
                  <a:lnTo>
                    <a:pt x="7671560" y="13804"/>
                  </a:lnTo>
                  <a:lnTo>
                    <a:pt x="7576836" y="18969"/>
                  </a:lnTo>
                  <a:lnTo>
                    <a:pt x="7481964" y="24989"/>
                  </a:lnTo>
                  <a:lnTo>
                    <a:pt x="7390030" y="31851"/>
                  </a:lnTo>
                  <a:lnTo>
                    <a:pt x="7303068" y="39570"/>
                  </a:lnTo>
                  <a:lnTo>
                    <a:pt x="7222145" y="48191"/>
                  </a:lnTo>
                  <a:lnTo>
                    <a:pt x="7147557" y="57798"/>
                  </a:lnTo>
                  <a:lnTo>
                    <a:pt x="7079044" y="68511"/>
                  </a:lnTo>
                  <a:lnTo>
                    <a:pt x="7015991" y="80486"/>
                  </a:lnTo>
                  <a:lnTo>
                    <a:pt x="6957573" y="93903"/>
                  </a:lnTo>
                  <a:lnTo>
                    <a:pt x="6902870" y="108959"/>
                  </a:lnTo>
                  <a:lnTo>
                    <a:pt x="6850958" y="125837"/>
                  </a:lnTo>
                  <a:lnTo>
                    <a:pt x="6800979" y="144668"/>
                  </a:lnTo>
                  <a:lnTo>
                    <a:pt x="6786527" y="150591"/>
                  </a:lnTo>
                  <a:lnTo>
                    <a:pt x="6736271" y="172803"/>
                  </a:lnTo>
                  <a:lnTo>
                    <a:pt x="6686504" y="197200"/>
                  </a:lnTo>
                  <a:lnTo>
                    <a:pt x="6636743" y="223815"/>
                  </a:lnTo>
                  <a:lnTo>
                    <a:pt x="6586650" y="252614"/>
                  </a:lnTo>
                  <a:lnTo>
                    <a:pt x="6536018" y="283487"/>
                  </a:lnTo>
                  <a:lnTo>
                    <a:pt x="6484750" y="316238"/>
                  </a:lnTo>
                  <a:lnTo>
                    <a:pt x="6432855" y="350593"/>
                  </a:lnTo>
                  <a:lnTo>
                    <a:pt x="6380423" y="386199"/>
                  </a:lnTo>
                  <a:lnTo>
                    <a:pt x="6327611" y="422642"/>
                  </a:lnTo>
                  <a:lnTo>
                    <a:pt x="6274623" y="459463"/>
                  </a:lnTo>
                  <a:lnTo>
                    <a:pt x="6221681" y="496184"/>
                  </a:lnTo>
                  <a:lnTo>
                    <a:pt x="6169005" y="532331"/>
                  </a:lnTo>
                  <a:lnTo>
                    <a:pt x="6116781" y="567462"/>
                  </a:lnTo>
                  <a:lnTo>
                    <a:pt x="6065141" y="601186"/>
                  </a:lnTo>
                  <a:lnTo>
                    <a:pt x="6014144" y="633183"/>
                  </a:lnTo>
                  <a:lnTo>
                    <a:pt x="5963754" y="663209"/>
                  </a:lnTo>
                  <a:lnTo>
                    <a:pt x="5913832" y="691106"/>
                  </a:lnTo>
                  <a:lnTo>
                    <a:pt x="5864117" y="716795"/>
                  </a:lnTo>
                  <a:lnTo>
                    <a:pt x="5814215" y="740273"/>
                  </a:lnTo>
                  <a:lnTo>
                    <a:pt x="5784835" y="752956"/>
                  </a:lnTo>
                  <a:lnTo>
                    <a:pt x="5735283" y="772372"/>
                  </a:lnTo>
                  <a:lnTo>
                    <a:pt x="5684024" y="789816"/>
                  </a:lnTo>
                  <a:lnTo>
                    <a:pt x="5630237" y="805390"/>
                  </a:lnTo>
                  <a:lnTo>
                    <a:pt x="5573010" y="819269"/>
                  </a:lnTo>
                  <a:lnTo>
                    <a:pt x="5511413" y="831649"/>
                  </a:lnTo>
                  <a:lnTo>
                    <a:pt x="5444584" y="842716"/>
                  </a:lnTo>
                  <a:lnTo>
                    <a:pt x="5371831" y="852634"/>
                  </a:lnTo>
                  <a:lnTo>
                    <a:pt x="5292771" y="861535"/>
                  </a:lnTo>
                  <a:lnTo>
                    <a:pt x="5207515" y="869513"/>
                  </a:lnTo>
                  <a:lnTo>
                    <a:pt x="5116879" y="876625"/>
                  </a:lnTo>
                  <a:lnTo>
                    <a:pt x="5022599" y="882893"/>
                  </a:lnTo>
                  <a:lnTo>
                    <a:pt x="4927451" y="888312"/>
                  </a:lnTo>
                  <a:lnTo>
                    <a:pt x="4835201" y="892861"/>
                  </a:lnTo>
                  <a:lnTo>
                    <a:pt x="4750247" y="896524"/>
                  </a:lnTo>
                  <a:lnTo>
                    <a:pt x="4676960" y="899313"/>
                  </a:lnTo>
                  <a:lnTo>
                    <a:pt x="4618804" y="901281"/>
                  </a:lnTo>
                  <a:lnTo>
                    <a:pt x="4577514" y="902530"/>
                  </a:lnTo>
                  <a:lnTo>
                    <a:pt x="4552588" y="903208"/>
                  </a:lnTo>
                  <a:lnTo>
                    <a:pt x="4541221" y="903487"/>
                  </a:lnTo>
                  <a:lnTo>
                    <a:pt x="4538543" y="903547"/>
                  </a:lnTo>
                  <a:lnTo>
                    <a:pt x="4016409" y="903547"/>
                  </a:lnTo>
                  <a:lnTo>
                    <a:pt x="4015241" y="903620"/>
                  </a:lnTo>
                  <a:lnTo>
                    <a:pt x="4007589" y="904142"/>
                  </a:lnTo>
                  <a:lnTo>
                    <a:pt x="3988405" y="905584"/>
                  </a:lnTo>
                  <a:lnTo>
                    <a:pt x="3954375" y="908418"/>
                  </a:lnTo>
                  <a:lnTo>
                    <a:pt x="3904205" y="913068"/>
                  </a:lnTo>
                  <a:lnTo>
                    <a:pt x="3838701" y="919861"/>
                  </a:lnTo>
                  <a:lnTo>
                    <a:pt x="3760478" y="928994"/>
                  </a:lnTo>
                  <a:lnTo>
                    <a:pt x="3673322" y="940544"/>
                  </a:lnTo>
                  <a:lnTo>
                    <a:pt x="3581402" y="954494"/>
                  </a:lnTo>
                  <a:lnTo>
                    <a:pt x="3488570" y="970790"/>
                  </a:lnTo>
                  <a:lnTo>
                    <a:pt x="3397913" y="989391"/>
                  </a:lnTo>
                  <a:lnTo>
                    <a:pt x="3311567" y="1010311"/>
                  </a:lnTo>
                  <a:lnTo>
                    <a:pt x="3230760" y="1033646"/>
                  </a:lnTo>
                  <a:lnTo>
                    <a:pt x="3155962" y="1059589"/>
                  </a:lnTo>
                  <a:lnTo>
                    <a:pt x="3087079" y="1088429"/>
                  </a:lnTo>
                  <a:lnTo>
                    <a:pt x="3023637" y="1120547"/>
                  </a:lnTo>
                  <a:lnTo>
                    <a:pt x="2964929" y="1156403"/>
                  </a:lnTo>
                  <a:lnTo>
                    <a:pt x="2910127" y="1196509"/>
                  </a:lnTo>
                  <a:lnTo>
                    <a:pt x="2858364" y="1241379"/>
                  </a:lnTo>
                  <a:lnTo>
                    <a:pt x="2808806" y="1291446"/>
                  </a:lnTo>
                  <a:lnTo>
                    <a:pt x="2770117" y="1335555"/>
                  </a:lnTo>
                  <a:lnTo>
                    <a:pt x="2731607" y="1383746"/>
                  </a:lnTo>
                  <a:lnTo>
                    <a:pt x="2693460" y="1435578"/>
                  </a:lnTo>
                  <a:lnTo>
                    <a:pt x="2655434" y="1491124"/>
                  </a:lnTo>
                  <a:lnTo>
                    <a:pt x="2617343" y="1550394"/>
                  </a:lnTo>
                  <a:lnTo>
                    <a:pt x="2579045" y="1613329"/>
                  </a:lnTo>
                  <a:lnTo>
                    <a:pt x="2540446" y="1679791"/>
                  </a:lnTo>
                  <a:lnTo>
                    <a:pt x="2501488" y="1749563"/>
                  </a:lnTo>
                  <a:lnTo>
                    <a:pt x="2462152" y="1822345"/>
                  </a:lnTo>
                  <a:lnTo>
                    <a:pt x="2422451" y="1897758"/>
                  </a:lnTo>
                  <a:lnTo>
                    <a:pt x="2382425" y="1975350"/>
                  </a:lnTo>
                  <a:lnTo>
                    <a:pt x="2342141" y="2054604"/>
                  </a:lnTo>
                  <a:lnTo>
                    <a:pt x="2301681" y="2134953"/>
                  </a:lnTo>
                  <a:lnTo>
                    <a:pt x="2261140" y="2215794"/>
                  </a:lnTo>
                  <a:lnTo>
                    <a:pt x="2220619" y="2296511"/>
                  </a:lnTo>
                  <a:lnTo>
                    <a:pt x="2180218" y="2376491"/>
                  </a:lnTo>
                  <a:lnTo>
                    <a:pt x="2140029" y="2455144"/>
                  </a:lnTo>
                  <a:lnTo>
                    <a:pt x="2100127" y="2531921"/>
                  </a:lnTo>
                  <a:lnTo>
                    <a:pt x="2060568" y="2606330"/>
                  </a:lnTo>
                  <a:lnTo>
                    <a:pt x="2021384" y="2677946"/>
                  </a:lnTo>
                  <a:lnTo>
                    <a:pt x="1982574" y="2746422"/>
                  </a:lnTo>
                  <a:lnTo>
                    <a:pt x="1944105" y="2811490"/>
                  </a:lnTo>
                  <a:lnTo>
                    <a:pt x="1905904" y="2872968"/>
                  </a:lnTo>
                  <a:lnTo>
                    <a:pt x="1867859" y="2930747"/>
                  </a:lnTo>
                  <a:lnTo>
                    <a:pt x="1829810" y="2984799"/>
                  </a:lnTo>
                  <a:lnTo>
                    <a:pt x="1791550" y="3035158"/>
                  </a:lnTo>
                  <a:lnTo>
                    <a:pt x="1768425" y="3063590"/>
                  </a:lnTo>
                  <a:lnTo>
                    <a:pt x="1720102" y="3117998"/>
                  </a:lnTo>
                  <a:lnTo>
                    <a:pt x="1670171" y="3167014"/>
                  </a:lnTo>
                  <a:lnTo>
                    <a:pt x="1617877" y="3210906"/>
                  </a:lnTo>
                  <a:lnTo>
                    <a:pt x="1562373" y="3250133"/>
                  </a:lnTo>
                  <a:lnTo>
                    <a:pt x="1502795" y="3285212"/>
                  </a:lnTo>
                  <a:lnTo>
                    <a:pt x="1438331" y="3316650"/>
                  </a:lnTo>
                  <a:lnTo>
                    <a:pt x="1368309" y="3344891"/>
                  </a:lnTo>
                  <a:lnTo>
                    <a:pt x="1292318" y="3370299"/>
                  </a:lnTo>
                  <a:lnTo>
                    <a:pt x="1210360" y="3393146"/>
                  </a:lnTo>
                  <a:lnTo>
                    <a:pt x="1123040" y="3413604"/>
                  </a:lnTo>
                  <a:lnTo>
                    <a:pt x="1031755" y="3431751"/>
                  </a:lnTo>
                  <a:lnTo>
                    <a:pt x="938830" y="3447589"/>
                  </a:lnTo>
                  <a:lnTo>
                    <a:pt x="847526" y="3461070"/>
                  </a:lnTo>
                  <a:lnTo>
                    <a:pt x="761802" y="3472143"/>
                  </a:lnTo>
                  <a:lnTo>
                    <a:pt x="685814" y="3480805"/>
                  </a:lnTo>
                  <a:lnTo>
                    <a:pt x="623176" y="3487155"/>
                  </a:lnTo>
                  <a:lnTo>
                    <a:pt x="576190" y="3491418"/>
                  </a:lnTo>
                  <a:lnTo>
                    <a:pt x="545257" y="3493942"/>
                  </a:lnTo>
                  <a:lnTo>
                    <a:pt x="528668" y="3495164"/>
                  </a:lnTo>
                  <a:lnTo>
                    <a:pt x="522744" y="3495561"/>
                  </a:lnTo>
                  <a:lnTo>
                    <a:pt x="522133" y="3495598"/>
                  </a:lnTo>
                  <a:lnTo>
                    <a:pt x="0" y="3495598"/>
                  </a:lnTo>
                  <a:close/>
                </a:path>
              </a:pathLst>
            </a:custGeom>
            <a:solidFill>
              <a:srgbClr val="8BC34A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1464" name="pl1464"/>
            <p:cNvSpPr/>
            <p:nvPr/>
          </p:nvSpPr>
          <p:spPr>
            <a:xfrm>
              <a:off x="386606" y="1501786"/>
              <a:ext cx="8554953" cy="3495598"/>
            </a:xfrm>
            <a:custGeom>
              <a:avLst/>
              <a:pathLst>
                <a:path w="8554953" h="3495598">
                  <a:moveTo>
                    <a:pt x="0" y="3495598"/>
                  </a:moveTo>
                  <a:lnTo>
                    <a:pt x="522133" y="3495598"/>
                  </a:lnTo>
                  <a:lnTo>
                    <a:pt x="523301" y="3495525"/>
                  </a:lnTo>
                  <a:lnTo>
                    <a:pt x="530953" y="3495004"/>
                  </a:lnTo>
                  <a:lnTo>
                    <a:pt x="550137" y="3493562"/>
                  </a:lnTo>
                  <a:lnTo>
                    <a:pt x="584167" y="3490727"/>
                  </a:lnTo>
                  <a:lnTo>
                    <a:pt x="634337" y="3486077"/>
                  </a:lnTo>
                  <a:lnTo>
                    <a:pt x="699841" y="3479285"/>
                  </a:lnTo>
                  <a:lnTo>
                    <a:pt x="778064" y="3470151"/>
                  </a:lnTo>
                  <a:lnTo>
                    <a:pt x="865220" y="3458601"/>
                  </a:lnTo>
                  <a:lnTo>
                    <a:pt x="957141" y="3444651"/>
                  </a:lnTo>
                  <a:lnTo>
                    <a:pt x="1049972" y="3428355"/>
                  </a:lnTo>
                  <a:lnTo>
                    <a:pt x="1140630" y="3409754"/>
                  </a:lnTo>
                  <a:lnTo>
                    <a:pt x="1226975" y="3388834"/>
                  </a:lnTo>
                  <a:lnTo>
                    <a:pt x="1307782" y="3365499"/>
                  </a:lnTo>
                  <a:lnTo>
                    <a:pt x="1382581" y="3339556"/>
                  </a:lnTo>
                  <a:lnTo>
                    <a:pt x="1451464" y="3310717"/>
                  </a:lnTo>
                  <a:lnTo>
                    <a:pt x="1514905" y="3278599"/>
                  </a:lnTo>
                  <a:lnTo>
                    <a:pt x="1573613" y="3242742"/>
                  </a:lnTo>
                  <a:lnTo>
                    <a:pt x="1628415" y="3202636"/>
                  </a:lnTo>
                  <a:lnTo>
                    <a:pt x="1680178" y="3157766"/>
                  </a:lnTo>
                  <a:lnTo>
                    <a:pt x="1729736" y="3107699"/>
                  </a:lnTo>
                  <a:lnTo>
                    <a:pt x="1768425" y="3063590"/>
                  </a:lnTo>
                  <a:lnTo>
                    <a:pt x="1806936" y="3015399"/>
                  </a:lnTo>
                  <a:lnTo>
                    <a:pt x="1845083" y="2963567"/>
                  </a:lnTo>
                  <a:lnTo>
                    <a:pt x="1883108" y="2908021"/>
                  </a:lnTo>
                  <a:lnTo>
                    <a:pt x="1921199" y="2848751"/>
                  </a:lnTo>
                  <a:lnTo>
                    <a:pt x="1959497" y="2785816"/>
                  </a:lnTo>
                  <a:lnTo>
                    <a:pt x="1998096" y="2719354"/>
                  </a:lnTo>
                  <a:lnTo>
                    <a:pt x="2037054" y="2649583"/>
                  </a:lnTo>
                  <a:lnTo>
                    <a:pt x="2076390" y="2576800"/>
                  </a:lnTo>
                  <a:lnTo>
                    <a:pt x="2116091" y="2501387"/>
                  </a:lnTo>
                  <a:lnTo>
                    <a:pt x="2156117" y="2423795"/>
                  </a:lnTo>
                  <a:lnTo>
                    <a:pt x="2196401" y="2344541"/>
                  </a:lnTo>
                  <a:lnTo>
                    <a:pt x="2236862" y="2264193"/>
                  </a:lnTo>
                  <a:lnTo>
                    <a:pt x="2277402" y="2183351"/>
                  </a:lnTo>
                  <a:lnTo>
                    <a:pt x="2317923" y="2102634"/>
                  </a:lnTo>
                  <a:lnTo>
                    <a:pt x="2358324" y="2022654"/>
                  </a:lnTo>
                  <a:lnTo>
                    <a:pt x="2398514" y="1944001"/>
                  </a:lnTo>
                  <a:lnTo>
                    <a:pt x="2438416" y="1867224"/>
                  </a:lnTo>
                  <a:lnTo>
                    <a:pt x="2477974" y="1792815"/>
                  </a:lnTo>
                  <a:lnTo>
                    <a:pt x="2517158" y="1721199"/>
                  </a:lnTo>
                  <a:lnTo>
                    <a:pt x="2555968" y="1652724"/>
                  </a:lnTo>
                  <a:lnTo>
                    <a:pt x="2594437" y="1587655"/>
                  </a:lnTo>
                  <a:lnTo>
                    <a:pt x="2632638" y="1526178"/>
                  </a:lnTo>
                  <a:lnTo>
                    <a:pt x="2670684" y="1468398"/>
                  </a:lnTo>
                  <a:lnTo>
                    <a:pt x="2708732" y="1414347"/>
                  </a:lnTo>
                  <a:lnTo>
                    <a:pt x="2746993" y="1363987"/>
                  </a:lnTo>
                  <a:lnTo>
                    <a:pt x="2770117" y="1335555"/>
                  </a:lnTo>
                  <a:lnTo>
                    <a:pt x="2818440" y="1281147"/>
                  </a:lnTo>
                  <a:lnTo>
                    <a:pt x="2868371" y="1232131"/>
                  </a:lnTo>
                  <a:lnTo>
                    <a:pt x="2920666" y="1188239"/>
                  </a:lnTo>
                  <a:lnTo>
                    <a:pt x="2976169" y="1149013"/>
                  </a:lnTo>
                  <a:lnTo>
                    <a:pt x="3035747" y="1113933"/>
                  </a:lnTo>
                  <a:lnTo>
                    <a:pt x="3100212" y="1082496"/>
                  </a:lnTo>
                  <a:lnTo>
                    <a:pt x="3170233" y="1054255"/>
                  </a:lnTo>
                  <a:lnTo>
                    <a:pt x="3246224" y="1028846"/>
                  </a:lnTo>
                  <a:lnTo>
                    <a:pt x="3328182" y="1005999"/>
                  </a:lnTo>
                  <a:lnTo>
                    <a:pt x="3415502" y="985541"/>
                  </a:lnTo>
                  <a:lnTo>
                    <a:pt x="3506788" y="967394"/>
                  </a:lnTo>
                  <a:lnTo>
                    <a:pt x="3599712" y="951556"/>
                  </a:lnTo>
                  <a:lnTo>
                    <a:pt x="3691017" y="938075"/>
                  </a:lnTo>
                  <a:lnTo>
                    <a:pt x="3776740" y="927003"/>
                  </a:lnTo>
                  <a:lnTo>
                    <a:pt x="3852729" y="918340"/>
                  </a:lnTo>
                  <a:lnTo>
                    <a:pt x="3915366" y="911990"/>
                  </a:lnTo>
                  <a:lnTo>
                    <a:pt x="3962353" y="907728"/>
                  </a:lnTo>
                  <a:lnTo>
                    <a:pt x="3993285" y="905204"/>
                  </a:lnTo>
                  <a:lnTo>
                    <a:pt x="4009874" y="903981"/>
                  </a:lnTo>
                  <a:lnTo>
                    <a:pt x="4015798" y="903585"/>
                  </a:lnTo>
                  <a:lnTo>
                    <a:pt x="4016409" y="903547"/>
                  </a:lnTo>
                  <a:lnTo>
                    <a:pt x="4538543" y="903547"/>
                  </a:lnTo>
                  <a:lnTo>
                    <a:pt x="4539799" y="903519"/>
                  </a:lnTo>
                  <a:lnTo>
                    <a:pt x="4548014" y="903323"/>
                  </a:lnTo>
                  <a:lnTo>
                    <a:pt x="4568560" y="902782"/>
                  </a:lnTo>
                  <a:lnTo>
                    <a:pt x="4604874" y="901717"/>
                  </a:lnTo>
                  <a:lnTo>
                    <a:pt x="4658150" y="899974"/>
                  </a:lnTo>
                  <a:lnTo>
                    <a:pt x="4727280" y="897435"/>
                  </a:lnTo>
                  <a:lnTo>
                    <a:pt x="4809229" y="894031"/>
                  </a:lnTo>
                  <a:lnTo>
                    <a:pt x="4899802" y="889742"/>
                  </a:lnTo>
                  <a:lnTo>
                    <a:pt x="4994526" y="884577"/>
                  </a:lnTo>
                  <a:lnTo>
                    <a:pt x="5089398" y="878558"/>
                  </a:lnTo>
                  <a:lnTo>
                    <a:pt x="5181332" y="871695"/>
                  </a:lnTo>
                  <a:lnTo>
                    <a:pt x="5268294" y="863976"/>
                  </a:lnTo>
                  <a:lnTo>
                    <a:pt x="5349217" y="855355"/>
                  </a:lnTo>
                  <a:lnTo>
                    <a:pt x="5423805" y="845748"/>
                  </a:lnTo>
                  <a:lnTo>
                    <a:pt x="5492318" y="835035"/>
                  </a:lnTo>
                  <a:lnTo>
                    <a:pt x="5555371" y="823061"/>
                  </a:lnTo>
                  <a:lnTo>
                    <a:pt x="5613789" y="809643"/>
                  </a:lnTo>
                  <a:lnTo>
                    <a:pt x="5668492" y="794588"/>
                  </a:lnTo>
                  <a:lnTo>
                    <a:pt x="5720404" y="777710"/>
                  </a:lnTo>
                  <a:lnTo>
                    <a:pt x="5770383" y="758878"/>
                  </a:lnTo>
                  <a:lnTo>
                    <a:pt x="5784835" y="752956"/>
                  </a:lnTo>
                  <a:lnTo>
                    <a:pt x="5835091" y="730743"/>
                  </a:lnTo>
                  <a:lnTo>
                    <a:pt x="5884858" y="706347"/>
                  </a:lnTo>
                  <a:lnTo>
                    <a:pt x="5934619" y="679731"/>
                  </a:lnTo>
                  <a:lnTo>
                    <a:pt x="5984712" y="650932"/>
                  </a:lnTo>
                  <a:lnTo>
                    <a:pt x="6035344" y="620060"/>
                  </a:lnTo>
                  <a:lnTo>
                    <a:pt x="6086611" y="587308"/>
                  </a:lnTo>
                  <a:lnTo>
                    <a:pt x="6138507" y="552954"/>
                  </a:lnTo>
                  <a:lnTo>
                    <a:pt x="6190939" y="517348"/>
                  </a:lnTo>
                  <a:lnTo>
                    <a:pt x="6243751" y="480905"/>
                  </a:lnTo>
                  <a:lnTo>
                    <a:pt x="6296739" y="444084"/>
                  </a:lnTo>
                  <a:lnTo>
                    <a:pt x="6349681" y="407363"/>
                  </a:lnTo>
                  <a:lnTo>
                    <a:pt x="6402357" y="371215"/>
                  </a:lnTo>
                  <a:lnTo>
                    <a:pt x="6454581" y="336084"/>
                  </a:lnTo>
                  <a:lnTo>
                    <a:pt x="6506221" y="302360"/>
                  </a:lnTo>
                  <a:lnTo>
                    <a:pt x="6557218" y="270364"/>
                  </a:lnTo>
                  <a:lnTo>
                    <a:pt x="6607608" y="240337"/>
                  </a:lnTo>
                  <a:lnTo>
                    <a:pt x="6657530" y="212440"/>
                  </a:lnTo>
                  <a:lnTo>
                    <a:pt x="6707244" y="186751"/>
                  </a:lnTo>
                  <a:lnTo>
                    <a:pt x="6757147" y="163274"/>
                  </a:lnTo>
                  <a:lnTo>
                    <a:pt x="6786527" y="150591"/>
                  </a:lnTo>
                  <a:lnTo>
                    <a:pt x="6836078" y="131174"/>
                  </a:lnTo>
                  <a:lnTo>
                    <a:pt x="6887338" y="113731"/>
                  </a:lnTo>
                  <a:lnTo>
                    <a:pt x="6941124" y="98157"/>
                  </a:lnTo>
                  <a:lnTo>
                    <a:pt x="6998352" y="84277"/>
                  </a:lnTo>
                  <a:lnTo>
                    <a:pt x="7059949" y="71898"/>
                  </a:lnTo>
                  <a:lnTo>
                    <a:pt x="7126778" y="60831"/>
                  </a:lnTo>
                  <a:lnTo>
                    <a:pt x="7199531" y="50912"/>
                  </a:lnTo>
                  <a:lnTo>
                    <a:pt x="7278591" y="42011"/>
                  </a:lnTo>
                  <a:lnTo>
                    <a:pt x="7363847" y="34034"/>
                  </a:lnTo>
                  <a:lnTo>
                    <a:pt x="7454483" y="26921"/>
                  </a:lnTo>
                  <a:lnTo>
                    <a:pt x="7548763" y="20653"/>
                  </a:lnTo>
                  <a:lnTo>
                    <a:pt x="7643911" y="15235"/>
                  </a:lnTo>
                  <a:lnTo>
                    <a:pt x="7736161" y="10686"/>
                  </a:lnTo>
                  <a:lnTo>
                    <a:pt x="7821115" y="7022"/>
                  </a:lnTo>
                  <a:lnTo>
                    <a:pt x="7894402" y="4233"/>
                  </a:lnTo>
                  <a:lnTo>
                    <a:pt x="7952558" y="2266"/>
                  </a:lnTo>
                  <a:lnTo>
                    <a:pt x="7993848" y="1016"/>
                  </a:lnTo>
                  <a:lnTo>
                    <a:pt x="8018774" y="338"/>
                  </a:lnTo>
                  <a:lnTo>
                    <a:pt x="8030141" y="59"/>
                  </a:lnTo>
                  <a:lnTo>
                    <a:pt x="8032786" y="0"/>
                  </a:lnTo>
                  <a:lnTo>
                    <a:pt x="8032819" y="0"/>
                  </a:lnTo>
                  <a:lnTo>
                    <a:pt x="8554953" y="0"/>
                  </a:lnTo>
                  <a:lnTo>
                    <a:pt x="8554953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465" name="pl1465"/>
            <p:cNvSpPr/>
            <p:nvPr/>
          </p:nvSpPr>
          <p:spPr>
            <a:xfrm>
              <a:off x="386606" y="1496139"/>
              <a:ext cx="8554953" cy="3495598"/>
            </a:xfrm>
            <a:custGeom>
              <a:avLst/>
              <a:pathLst>
                <a:path w="8554953" h="3495598">
                  <a:moveTo>
                    <a:pt x="8554953" y="0"/>
                  </a:moveTo>
                  <a:lnTo>
                    <a:pt x="8032819" y="0"/>
                  </a:lnTo>
                  <a:lnTo>
                    <a:pt x="8031563" y="27"/>
                  </a:lnTo>
                  <a:lnTo>
                    <a:pt x="8023347" y="223"/>
                  </a:lnTo>
                  <a:lnTo>
                    <a:pt x="8002802" y="765"/>
                  </a:lnTo>
                  <a:lnTo>
                    <a:pt x="7966488" y="1829"/>
                  </a:lnTo>
                  <a:lnTo>
                    <a:pt x="7913212" y="3572"/>
                  </a:lnTo>
                  <a:lnTo>
                    <a:pt x="7844082" y="6112"/>
                  </a:lnTo>
                  <a:lnTo>
                    <a:pt x="7762133" y="9515"/>
                  </a:lnTo>
                  <a:lnTo>
                    <a:pt x="7671560" y="13804"/>
                  </a:lnTo>
                  <a:lnTo>
                    <a:pt x="7576836" y="18969"/>
                  </a:lnTo>
                  <a:lnTo>
                    <a:pt x="7481964" y="24989"/>
                  </a:lnTo>
                  <a:lnTo>
                    <a:pt x="7390030" y="31851"/>
                  </a:lnTo>
                  <a:lnTo>
                    <a:pt x="7303068" y="39570"/>
                  </a:lnTo>
                  <a:lnTo>
                    <a:pt x="7222145" y="48191"/>
                  </a:lnTo>
                  <a:lnTo>
                    <a:pt x="7147557" y="57798"/>
                  </a:lnTo>
                  <a:lnTo>
                    <a:pt x="7079044" y="68511"/>
                  </a:lnTo>
                  <a:lnTo>
                    <a:pt x="7015991" y="80486"/>
                  </a:lnTo>
                  <a:lnTo>
                    <a:pt x="6957573" y="93903"/>
                  </a:lnTo>
                  <a:lnTo>
                    <a:pt x="6902870" y="108959"/>
                  </a:lnTo>
                  <a:lnTo>
                    <a:pt x="6850958" y="125837"/>
                  </a:lnTo>
                  <a:lnTo>
                    <a:pt x="6800979" y="144668"/>
                  </a:lnTo>
                  <a:lnTo>
                    <a:pt x="6786527" y="150591"/>
                  </a:lnTo>
                  <a:lnTo>
                    <a:pt x="6736271" y="172803"/>
                  </a:lnTo>
                  <a:lnTo>
                    <a:pt x="6686504" y="197200"/>
                  </a:lnTo>
                  <a:lnTo>
                    <a:pt x="6636743" y="223815"/>
                  </a:lnTo>
                  <a:lnTo>
                    <a:pt x="6586650" y="252614"/>
                  </a:lnTo>
                  <a:lnTo>
                    <a:pt x="6536018" y="283487"/>
                  </a:lnTo>
                  <a:lnTo>
                    <a:pt x="6484750" y="316238"/>
                  </a:lnTo>
                  <a:lnTo>
                    <a:pt x="6432855" y="350593"/>
                  </a:lnTo>
                  <a:lnTo>
                    <a:pt x="6380423" y="386199"/>
                  </a:lnTo>
                  <a:lnTo>
                    <a:pt x="6327611" y="422642"/>
                  </a:lnTo>
                  <a:lnTo>
                    <a:pt x="6274623" y="459463"/>
                  </a:lnTo>
                  <a:lnTo>
                    <a:pt x="6221681" y="496184"/>
                  </a:lnTo>
                  <a:lnTo>
                    <a:pt x="6169005" y="532331"/>
                  </a:lnTo>
                  <a:lnTo>
                    <a:pt x="6116781" y="567462"/>
                  </a:lnTo>
                  <a:lnTo>
                    <a:pt x="6065141" y="601186"/>
                  </a:lnTo>
                  <a:lnTo>
                    <a:pt x="6014144" y="633183"/>
                  </a:lnTo>
                  <a:lnTo>
                    <a:pt x="5963754" y="663209"/>
                  </a:lnTo>
                  <a:lnTo>
                    <a:pt x="5913832" y="691106"/>
                  </a:lnTo>
                  <a:lnTo>
                    <a:pt x="5864117" y="716795"/>
                  </a:lnTo>
                  <a:lnTo>
                    <a:pt x="5814215" y="740273"/>
                  </a:lnTo>
                  <a:lnTo>
                    <a:pt x="5784835" y="752956"/>
                  </a:lnTo>
                  <a:lnTo>
                    <a:pt x="5735283" y="772372"/>
                  </a:lnTo>
                  <a:lnTo>
                    <a:pt x="5684024" y="789816"/>
                  </a:lnTo>
                  <a:lnTo>
                    <a:pt x="5630237" y="805390"/>
                  </a:lnTo>
                  <a:lnTo>
                    <a:pt x="5573010" y="819269"/>
                  </a:lnTo>
                  <a:lnTo>
                    <a:pt x="5511413" y="831649"/>
                  </a:lnTo>
                  <a:lnTo>
                    <a:pt x="5444584" y="842716"/>
                  </a:lnTo>
                  <a:lnTo>
                    <a:pt x="5371831" y="852634"/>
                  </a:lnTo>
                  <a:lnTo>
                    <a:pt x="5292771" y="861535"/>
                  </a:lnTo>
                  <a:lnTo>
                    <a:pt x="5207515" y="869513"/>
                  </a:lnTo>
                  <a:lnTo>
                    <a:pt x="5116879" y="876625"/>
                  </a:lnTo>
                  <a:lnTo>
                    <a:pt x="5022599" y="882893"/>
                  </a:lnTo>
                  <a:lnTo>
                    <a:pt x="4927451" y="888312"/>
                  </a:lnTo>
                  <a:lnTo>
                    <a:pt x="4835201" y="892861"/>
                  </a:lnTo>
                  <a:lnTo>
                    <a:pt x="4750247" y="896524"/>
                  </a:lnTo>
                  <a:lnTo>
                    <a:pt x="4676960" y="899313"/>
                  </a:lnTo>
                  <a:lnTo>
                    <a:pt x="4618804" y="901281"/>
                  </a:lnTo>
                  <a:lnTo>
                    <a:pt x="4577514" y="902530"/>
                  </a:lnTo>
                  <a:lnTo>
                    <a:pt x="4552588" y="903208"/>
                  </a:lnTo>
                  <a:lnTo>
                    <a:pt x="4541221" y="903487"/>
                  </a:lnTo>
                  <a:lnTo>
                    <a:pt x="4538576" y="903546"/>
                  </a:lnTo>
                  <a:lnTo>
                    <a:pt x="4538543" y="903547"/>
                  </a:lnTo>
                  <a:lnTo>
                    <a:pt x="4016409" y="903547"/>
                  </a:lnTo>
                  <a:lnTo>
                    <a:pt x="4015241" y="903620"/>
                  </a:lnTo>
                  <a:lnTo>
                    <a:pt x="4007589" y="904142"/>
                  </a:lnTo>
                  <a:lnTo>
                    <a:pt x="3988405" y="905584"/>
                  </a:lnTo>
                  <a:lnTo>
                    <a:pt x="3954375" y="908418"/>
                  </a:lnTo>
                  <a:lnTo>
                    <a:pt x="3904205" y="913068"/>
                  </a:lnTo>
                  <a:lnTo>
                    <a:pt x="3838701" y="919861"/>
                  </a:lnTo>
                  <a:lnTo>
                    <a:pt x="3760478" y="928994"/>
                  </a:lnTo>
                  <a:lnTo>
                    <a:pt x="3673322" y="940544"/>
                  </a:lnTo>
                  <a:lnTo>
                    <a:pt x="3581402" y="954494"/>
                  </a:lnTo>
                  <a:lnTo>
                    <a:pt x="3488570" y="970790"/>
                  </a:lnTo>
                  <a:lnTo>
                    <a:pt x="3397913" y="989391"/>
                  </a:lnTo>
                  <a:lnTo>
                    <a:pt x="3311567" y="1010311"/>
                  </a:lnTo>
                  <a:lnTo>
                    <a:pt x="3230760" y="1033646"/>
                  </a:lnTo>
                  <a:lnTo>
                    <a:pt x="3155962" y="1059589"/>
                  </a:lnTo>
                  <a:lnTo>
                    <a:pt x="3087079" y="1088429"/>
                  </a:lnTo>
                  <a:lnTo>
                    <a:pt x="3023637" y="1120547"/>
                  </a:lnTo>
                  <a:lnTo>
                    <a:pt x="2964929" y="1156403"/>
                  </a:lnTo>
                  <a:lnTo>
                    <a:pt x="2910127" y="1196509"/>
                  </a:lnTo>
                  <a:lnTo>
                    <a:pt x="2858364" y="1241379"/>
                  </a:lnTo>
                  <a:lnTo>
                    <a:pt x="2808806" y="1291446"/>
                  </a:lnTo>
                  <a:lnTo>
                    <a:pt x="2770117" y="1335555"/>
                  </a:lnTo>
                  <a:lnTo>
                    <a:pt x="2731607" y="1383746"/>
                  </a:lnTo>
                  <a:lnTo>
                    <a:pt x="2693460" y="1435578"/>
                  </a:lnTo>
                  <a:lnTo>
                    <a:pt x="2655434" y="1491124"/>
                  </a:lnTo>
                  <a:lnTo>
                    <a:pt x="2617343" y="1550394"/>
                  </a:lnTo>
                  <a:lnTo>
                    <a:pt x="2579045" y="1613329"/>
                  </a:lnTo>
                  <a:lnTo>
                    <a:pt x="2540446" y="1679791"/>
                  </a:lnTo>
                  <a:lnTo>
                    <a:pt x="2501488" y="1749563"/>
                  </a:lnTo>
                  <a:lnTo>
                    <a:pt x="2462152" y="1822345"/>
                  </a:lnTo>
                  <a:lnTo>
                    <a:pt x="2422451" y="1897758"/>
                  </a:lnTo>
                  <a:lnTo>
                    <a:pt x="2382425" y="1975350"/>
                  </a:lnTo>
                  <a:lnTo>
                    <a:pt x="2342141" y="2054604"/>
                  </a:lnTo>
                  <a:lnTo>
                    <a:pt x="2301681" y="2134953"/>
                  </a:lnTo>
                  <a:lnTo>
                    <a:pt x="2261140" y="2215794"/>
                  </a:lnTo>
                  <a:lnTo>
                    <a:pt x="2220619" y="2296511"/>
                  </a:lnTo>
                  <a:lnTo>
                    <a:pt x="2180218" y="2376491"/>
                  </a:lnTo>
                  <a:lnTo>
                    <a:pt x="2140029" y="2455144"/>
                  </a:lnTo>
                  <a:lnTo>
                    <a:pt x="2100127" y="2531921"/>
                  </a:lnTo>
                  <a:lnTo>
                    <a:pt x="2060568" y="2606330"/>
                  </a:lnTo>
                  <a:lnTo>
                    <a:pt x="2021384" y="2677946"/>
                  </a:lnTo>
                  <a:lnTo>
                    <a:pt x="1982574" y="2746422"/>
                  </a:lnTo>
                  <a:lnTo>
                    <a:pt x="1944105" y="2811490"/>
                  </a:lnTo>
                  <a:lnTo>
                    <a:pt x="1905904" y="2872968"/>
                  </a:lnTo>
                  <a:lnTo>
                    <a:pt x="1867859" y="2930747"/>
                  </a:lnTo>
                  <a:lnTo>
                    <a:pt x="1829810" y="2984799"/>
                  </a:lnTo>
                  <a:lnTo>
                    <a:pt x="1791550" y="3035158"/>
                  </a:lnTo>
                  <a:lnTo>
                    <a:pt x="1768425" y="3063590"/>
                  </a:lnTo>
                  <a:lnTo>
                    <a:pt x="1720102" y="3117998"/>
                  </a:lnTo>
                  <a:lnTo>
                    <a:pt x="1670171" y="3167014"/>
                  </a:lnTo>
                  <a:lnTo>
                    <a:pt x="1617877" y="3210906"/>
                  </a:lnTo>
                  <a:lnTo>
                    <a:pt x="1562373" y="3250133"/>
                  </a:lnTo>
                  <a:lnTo>
                    <a:pt x="1502795" y="3285212"/>
                  </a:lnTo>
                  <a:lnTo>
                    <a:pt x="1438331" y="3316650"/>
                  </a:lnTo>
                  <a:lnTo>
                    <a:pt x="1368309" y="3344891"/>
                  </a:lnTo>
                  <a:lnTo>
                    <a:pt x="1292318" y="3370299"/>
                  </a:lnTo>
                  <a:lnTo>
                    <a:pt x="1210360" y="3393146"/>
                  </a:lnTo>
                  <a:lnTo>
                    <a:pt x="1123040" y="3413604"/>
                  </a:lnTo>
                  <a:lnTo>
                    <a:pt x="1031755" y="3431751"/>
                  </a:lnTo>
                  <a:lnTo>
                    <a:pt x="938830" y="3447589"/>
                  </a:lnTo>
                  <a:lnTo>
                    <a:pt x="847526" y="3461070"/>
                  </a:lnTo>
                  <a:lnTo>
                    <a:pt x="761802" y="3472143"/>
                  </a:lnTo>
                  <a:lnTo>
                    <a:pt x="685814" y="3480805"/>
                  </a:lnTo>
                  <a:lnTo>
                    <a:pt x="623176" y="3487155"/>
                  </a:lnTo>
                  <a:lnTo>
                    <a:pt x="576190" y="3491418"/>
                  </a:lnTo>
                  <a:lnTo>
                    <a:pt x="545257" y="3493942"/>
                  </a:lnTo>
                  <a:lnTo>
                    <a:pt x="528668" y="3495164"/>
                  </a:lnTo>
                  <a:lnTo>
                    <a:pt x="522744" y="3495561"/>
                  </a:lnTo>
                  <a:lnTo>
                    <a:pt x="522133" y="3495598"/>
                  </a:lnTo>
                  <a:lnTo>
                    <a:pt x="0" y="3495598"/>
                  </a:lnTo>
                  <a:lnTo>
                    <a:pt x="0" y="3495598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466" name="pg1466"/>
            <p:cNvSpPr/>
            <p:nvPr/>
          </p:nvSpPr>
          <p:spPr>
            <a:xfrm>
              <a:off x="386606" y="2066503"/>
              <a:ext cx="8554953" cy="2936528"/>
            </a:xfrm>
            <a:custGeom>
              <a:avLst/>
              <a:pathLst>
                <a:path w="8554953" h="2936528">
                  <a:moveTo>
                    <a:pt x="0" y="2936528"/>
                  </a:moveTo>
                  <a:lnTo>
                    <a:pt x="522133" y="2936528"/>
                  </a:lnTo>
                  <a:lnTo>
                    <a:pt x="523304" y="2936456"/>
                  </a:lnTo>
                  <a:lnTo>
                    <a:pt x="530971" y="2935940"/>
                  </a:lnTo>
                  <a:lnTo>
                    <a:pt x="550192" y="2934514"/>
                  </a:lnTo>
                  <a:lnTo>
                    <a:pt x="584284" y="2931711"/>
                  </a:lnTo>
                  <a:lnTo>
                    <a:pt x="634540" y="2927112"/>
                  </a:lnTo>
                  <a:lnTo>
                    <a:pt x="700144" y="2920395"/>
                  </a:lnTo>
                  <a:lnTo>
                    <a:pt x="778471" y="2911364"/>
                  </a:lnTo>
                  <a:lnTo>
                    <a:pt x="865724" y="2899945"/>
                  </a:lnTo>
                  <a:lnTo>
                    <a:pt x="957724" y="2886153"/>
                  </a:lnTo>
                  <a:lnTo>
                    <a:pt x="1050615" y="2870044"/>
                  </a:lnTo>
                  <a:lnTo>
                    <a:pt x="1141311" y="2851657"/>
                  </a:lnTo>
                  <a:lnTo>
                    <a:pt x="1227676" y="2830977"/>
                  </a:lnTo>
                  <a:lnTo>
                    <a:pt x="1308488" y="2807909"/>
                  </a:lnTo>
                  <a:lnTo>
                    <a:pt x="1383282" y="2782262"/>
                  </a:lnTo>
                  <a:lnTo>
                    <a:pt x="1452155" y="2753749"/>
                  </a:lnTo>
                  <a:lnTo>
                    <a:pt x="1515585" y="2721992"/>
                  </a:lnTo>
                  <a:lnTo>
                    <a:pt x="1574284" y="2686534"/>
                  </a:lnTo>
                  <a:lnTo>
                    <a:pt x="1629082" y="2646870"/>
                  </a:lnTo>
                  <a:lnTo>
                    <a:pt x="1680848" y="2602492"/>
                  </a:lnTo>
                  <a:lnTo>
                    <a:pt x="1730416" y="2552973"/>
                  </a:lnTo>
                  <a:lnTo>
                    <a:pt x="1768425" y="2510167"/>
                  </a:lnTo>
                  <a:lnTo>
                    <a:pt x="1807124" y="2462363"/>
                  </a:lnTo>
                  <a:lnTo>
                    <a:pt x="1845457" y="2410931"/>
                  </a:lnTo>
                  <a:lnTo>
                    <a:pt x="1883669" y="2355796"/>
                  </a:lnTo>
                  <a:lnTo>
                    <a:pt x="1921951" y="2296949"/>
                  </a:lnTo>
                  <a:lnTo>
                    <a:pt x="1960442" y="2234452"/>
                  </a:lnTo>
                  <a:lnTo>
                    <a:pt x="1999241" y="2168444"/>
                  </a:lnTo>
                  <a:lnTo>
                    <a:pt x="2038402" y="2099145"/>
                  </a:lnTo>
                  <a:lnTo>
                    <a:pt x="2077946" y="2026858"/>
                  </a:lnTo>
                  <a:lnTo>
                    <a:pt x="2117857" y="1951964"/>
                  </a:lnTo>
                  <a:lnTo>
                    <a:pt x="2158093" y="1874921"/>
                  </a:lnTo>
                  <a:lnTo>
                    <a:pt x="2198587" y="1796248"/>
                  </a:lnTo>
                  <a:lnTo>
                    <a:pt x="2239254" y="1716517"/>
                  </a:lnTo>
                  <a:lnTo>
                    <a:pt x="2279996" y="1636330"/>
                  </a:lnTo>
                  <a:lnTo>
                    <a:pt x="2320711" y="1556306"/>
                  </a:lnTo>
                  <a:lnTo>
                    <a:pt x="2361298" y="1477058"/>
                  </a:lnTo>
                  <a:lnTo>
                    <a:pt x="2401666" y="1399175"/>
                  </a:lnTo>
                  <a:lnTo>
                    <a:pt x="2441738" y="1323202"/>
                  </a:lnTo>
                  <a:lnTo>
                    <a:pt x="2481459" y="1249628"/>
                  </a:lnTo>
                  <a:lnTo>
                    <a:pt x="2520802" y="1178871"/>
                  </a:lnTo>
                  <a:lnTo>
                    <a:pt x="2559767" y="1111272"/>
                  </a:lnTo>
                  <a:lnTo>
                    <a:pt x="2598395" y="1047090"/>
                  </a:lnTo>
                  <a:lnTo>
                    <a:pt x="2636761" y="986502"/>
                  </a:lnTo>
                  <a:lnTo>
                    <a:pt x="2674986" y="929606"/>
                  </a:lnTo>
                  <a:lnTo>
                    <a:pt x="2713234" y="876426"/>
                  </a:lnTo>
                  <a:lnTo>
                    <a:pt x="2751726" y="826916"/>
                  </a:lnTo>
                  <a:lnTo>
                    <a:pt x="2770117" y="804721"/>
                  </a:lnTo>
                  <a:lnTo>
                    <a:pt x="2818474" y="750989"/>
                  </a:lnTo>
                  <a:lnTo>
                    <a:pt x="2868442" y="702585"/>
                  </a:lnTo>
                  <a:lnTo>
                    <a:pt x="2920778" y="659245"/>
                  </a:lnTo>
                  <a:lnTo>
                    <a:pt x="2976330" y="620515"/>
                  </a:lnTo>
                  <a:lnTo>
                    <a:pt x="3035963" y="585882"/>
                  </a:lnTo>
                  <a:lnTo>
                    <a:pt x="3100493" y="554846"/>
                  </a:lnTo>
                  <a:lnTo>
                    <a:pt x="3170590" y="526969"/>
                  </a:lnTo>
                  <a:lnTo>
                    <a:pt x="3246666" y="501889"/>
                  </a:lnTo>
                  <a:lnTo>
                    <a:pt x="3328714" y="479339"/>
                  </a:lnTo>
                  <a:lnTo>
                    <a:pt x="3416127" y="459150"/>
                  </a:lnTo>
                  <a:lnTo>
                    <a:pt x="3507498" y="441244"/>
                  </a:lnTo>
                  <a:lnTo>
                    <a:pt x="3600488" y="425620"/>
                  </a:lnTo>
                  <a:lnTo>
                    <a:pt x="3691826" y="412327"/>
                  </a:lnTo>
                  <a:lnTo>
                    <a:pt x="3777536" y="401414"/>
                  </a:lnTo>
                  <a:lnTo>
                    <a:pt x="3853459" y="392883"/>
                  </a:lnTo>
                  <a:lnTo>
                    <a:pt x="3915980" y="386635"/>
                  </a:lnTo>
                  <a:lnTo>
                    <a:pt x="3962812" y="382447"/>
                  </a:lnTo>
                  <a:lnTo>
                    <a:pt x="3993577" y="379973"/>
                  </a:lnTo>
                  <a:lnTo>
                    <a:pt x="4010012" y="378779"/>
                  </a:lnTo>
                  <a:lnTo>
                    <a:pt x="4015829" y="378395"/>
                  </a:lnTo>
                  <a:lnTo>
                    <a:pt x="4016409" y="378360"/>
                  </a:lnTo>
                  <a:lnTo>
                    <a:pt x="4538543" y="378360"/>
                  </a:lnTo>
                  <a:lnTo>
                    <a:pt x="4539810" y="378349"/>
                  </a:lnTo>
                  <a:lnTo>
                    <a:pt x="4548097" y="378267"/>
                  </a:lnTo>
                  <a:lnTo>
                    <a:pt x="4568814" y="378041"/>
                  </a:lnTo>
                  <a:lnTo>
                    <a:pt x="4605414" y="377598"/>
                  </a:lnTo>
                  <a:lnTo>
                    <a:pt x="4659078" y="376873"/>
                  </a:lnTo>
                  <a:lnTo>
                    <a:pt x="4728656" y="375817"/>
                  </a:lnTo>
                  <a:lnTo>
                    <a:pt x="4811063" y="374401"/>
                  </a:lnTo>
                  <a:lnTo>
                    <a:pt x="4902050" y="372618"/>
                  </a:lnTo>
                  <a:lnTo>
                    <a:pt x="4997108" y="370472"/>
                  </a:lnTo>
                  <a:lnTo>
                    <a:pt x="5092219" y="367972"/>
                  </a:lnTo>
                  <a:lnTo>
                    <a:pt x="5184297" y="365121"/>
                  </a:lnTo>
                  <a:lnTo>
                    <a:pt x="5271324" y="361915"/>
                  </a:lnTo>
                  <a:lnTo>
                    <a:pt x="5352252" y="358334"/>
                  </a:lnTo>
                  <a:lnTo>
                    <a:pt x="5426810" y="354342"/>
                  </a:lnTo>
                  <a:lnTo>
                    <a:pt x="5495274" y="349888"/>
                  </a:lnTo>
                  <a:lnTo>
                    <a:pt x="5558281" y="344907"/>
                  </a:lnTo>
                  <a:lnTo>
                    <a:pt x="5616669" y="339324"/>
                  </a:lnTo>
                  <a:lnTo>
                    <a:pt x="5671366" y="333057"/>
                  </a:lnTo>
                  <a:lnTo>
                    <a:pt x="5723305" y="326030"/>
                  </a:lnTo>
                  <a:lnTo>
                    <a:pt x="5773344" y="318191"/>
                  </a:lnTo>
                  <a:lnTo>
                    <a:pt x="5784835" y="316241"/>
                  </a:lnTo>
                  <a:lnTo>
                    <a:pt x="5838296" y="306459"/>
                  </a:lnTo>
                  <a:lnTo>
                    <a:pt x="5891241" y="295656"/>
                  </a:lnTo>
                  <a:lnTo>
                    <a:pt x="5944236" y="283817"/>
                  </a:lnTo>
                  <a:lnTo>
                    <a:pt x="5997661" y="270964"/>
                  </a:lnTo>
                  <a:lnTo>
                    <a:pt x="6051735" y="257163"/>
                  </a:lnTo>
                  <a:lnTo>
                    <a:pt x="6106536" y="242522"/>
                  </a:lnTo>
                  <a:lnTo>
                    <a:pt x="6162018" y="227192"/>
                  </a:lnTo>
                  <a:lnTo>
                    <a:pt x="6218036" y="211361"/>
                  </a:lnTo>
                  <a:lnTo>
                    <a:pt x="6274369" y="195248"/>
                  </a:lnTo>
                  <a:lnTo>
                    <a:pt x="6330757" y="179087"/>
                  </a:lnTo>
                  <a:lnTo>
                    <a:pt x="6386930" y="163115"/>
                  </a:lnTo>
                  <a:lnTo>
                    <a:pt x="6442649" y="147560"/>
                  </a:lnTo>
                  <a:lnTo>
                    <a:pt x="6497735" y="132622"/>
                  </a:lnTo>
                  <a:lnTo>
                    <a:pt x="6552099" y="118469"/>
                  </a:lnTo>
                  <a:lnTo>
                    <a:pt x="6605767" y="105226"/>
                  </a:lnTo>
                  <a:lnTo>
                    <a:pt x="6658898" y="92975"/>
                  </a:lnTo>
                  <a:lnTo>
                    <a:pt x="6711806" y="81756"/>
                  </a:lnTo>
                  <a:lnTo>
                    <a:pt x="6764979" y="71568"/>
                  </a:lnTo>
                  <a:lnTo>
                    <a:pt x="6786527" y="67766"/>
                  </a:lnTo>
                  <a:lnTo>
                    <a:pt x="6836230" y="59733"/>
                  </a:lnTo>
                  <a:lnTo>
                    <a:pt x="6887653" y="52520"/>
                  </a:lnTo>
                  <a:lnTo>
                    <a:pt x="6941624" y="46082"/>
                  </a:lnTo>
                  <a:lnTo>
                    <a:pt x="6999065" y="40346"/>
                  </a:lnTo>
                  <a:lnTo>
                    <a:pt x="7060913" y="35232"/>
                  </a:lnTo>
                  <a:lnTo>
                    <a:pt x="7128037" y="30662"/>
                  </a:lnTo>
                  <a:lnTo>
                    <a:pt x="7201130" y="26567"/>
                  </a:lnTo>
                  <a:lnTo>
                    <a:pt x="7280572" y="22893"/>
                  </a:lnTo>
                  <a:lnTo>
                    <a:pt x="7366236" y="19602"/>
                  </a:lnTo>
                  <a:lnTo>
                    <a:pt x="7457277" y="16669"/>
                  </a:lnTo>
                  <a:lnTo>
                    <a:pt x="7551916" y="14087"/>
                  </a:lnTo>
                  <a:lnTo>
                    <a:pt x="7647316" y="11857"/>
                  </a:lnTo>
                  <a:lnTo>
                    <a:pt x="7739650" y="9989"/>
                  </a:lnTo>
                  <a:lnTo>
                    <a:pt x="7824465" y="8488"/>
                  </a:lnTo>
                  <a:lnTo>
                    <a:pt x="7897372" y="7349"/>
                  </a:lnTo>
                  <a:lnTo>
                    <a:pt x="7954937" y="6550"/>
                  </a:lnTo>
                  <a:lnTo>
                    <a:pt x="7995505" y="6047"/>
                  </a:lnTo>
                  <a:lnTo>
                    <a:pt x="8019701" y="5777"/>
                  </a:lnTo>
                  <a:lnTo>
                    <a:pt x="8030473" y="5668"/>
                  </a:lnTo>
                  <a:lnTo>
                    <a:pt x="8032819" y="5647"/>
                  </a:lnTo>
                  <a:lnTo>
                    <a:pt x="8554953" y="5647"/>
                  </a:lnTo>
                  <a:lnTo>
                    <a:pt x="8554953" y="0"/>
                  </a:lnTo>
                  <a:lnTo>
                    <a:pt x="8032819" y="0"/>
                  </a:lnTo>
                  <a:lnTo>
                    <a:pt x="8031552" y="11"/>
                  </a:lnTo>
                  <a:lnTo>
                    <a:pt x="8023265" y="93"/>
                  </a:lnTo>
                  <a:lnTo>
                    <a:pt x="8002548" y="318"/>
                  </a:lnTo>
                  <a:lnTo>
                    <a:pt x="7965948" y="761"/>
                  </a:lnTo>
                  <a:lnTo>
                    <a:pt x="7912284" y="1486"/>
                  </a:lnTo>
                  <a:lnTo>
                    <a:pt x="7842706" y="2543"/>
                  </a:lnTo>
                  <a:lnTo>
                    <a:pt x="7760299" y="3958"/>
                  </a:lnTo>
                  <a:lnTo>
                    <a:pt x="7669312" y="5741"/>
                  </a:lnTo>
                  <a:lnTo>
                    <a:pt x="7574254" y="7887"/>
                  </a:lnTo>
                  <a:lnTo>
                    <a:pt x="7479143" y="10388"/>
                  </a:lnTo>
                  <a:lnTo>
                    <a:pt x="7387065" y="13238"/>
                  </a:lnTo>
                  <a:lnTo>
                    <a:pt x="7300038" y="16444"/>
                  </a:lnTo>
                  <a:lnTo>
                    <a:pt x="7219110" y="20026"/>
                  </a:lnTo>
                  <a:lnTo>
                    <a:pt x="7144552" y="24018"/>
                  </a:lnTo>
                  <a:lnTo>
                    <a:pt x="7076088" y="28472"/>
                  </a:lnTo>
                  <a:lnTo>
                    <a:pt x="7013081" y="33452"/>
                  </a:lnTo>
                  <a:lnTo>
                    <a:pt x="6954693" y="39035"/>
                  </a:lnTo>
                  <a:lnTo>
                    <a:pt x="6899996" y="45302"/>
                  </a:lnTo>
                  <a:lnTo>
                    <a:pt x="6848057" y="52329"/>
                  </a:lnTo>
                  <a:lnTo>
                    <a:pt x="6798018" y="60169"/>
                  </a:lnTo>
                  <a:lnTo>
                    <a:pt x="6786527" y="62118"/>
                  </a:lnTo>
                  <a:lnTo>
                    <a:pt x="6733066" y="71900"/>
                  </a:lnTo>
                  <a:lnTo>
                    <a:pt x="6680121" y="82703"/>
                  </a:lnTo>
                  <a:lnTo>
                    <a:pt x="6627126" y="94543"/>
                  </a:lnTo>
                  <a:lnTo>
                    <a:pt x="6573701" y="107395"/>
                  </a:lnTo>
                  <a:lnTo>
                    <a:pt x="6519627" y="121196"/>
                  </a:lnTo>
                  <a:lnTo>
                    <a:pt x="6464826" y="135837"/>
                  </a:lnTo>
                  <a:lnTo>
                    <a:pt x="6409344" y="151167"/>
                  </a:lnTo>
                  <a:lnTo>
                    <a:pt x="6353326" y="166998"/>
                  </a:lnTo>
                  <a:lnTo>
                    <a:pt x="6296993" y="183111"/>
                  </a:lnTo>
                  <a:lnTo>
                    <a:pt x="6240605" y="199273"/>
                  </a:lnTo>
                  <a:lnTo>
                    <a:pt x="6184432" y="215244"/>
                  </a:lnTo>
                  <a:lnTo>
                    <a:pt x="6128712" y="230800"/>
                  </a:lnTo>
                  <a:lnTo>
                    <a:pt x="6073627" y="245737"/>
                  </a:lnTo>
                  <a:lnTo>
                    <a:pt x="6019263" y="259891"/>
                  </a:lnTo>
                  <a:lnTo>
                    <a:pt x="5965595" y="273134"/>
                  </a:lnTo>
                  <a:lnTo>
                    <a:pt x="5912464" y="285384"/>
                  </a:lnTo>
                  <a:lnTo>
                    <a:pt x="5859556" y="296604"/>
                  </a:lnTo>
                  <a:lnTo>
                    <a:pt x="5806383" y="306791"/>
                  </a:lnTo>
                  <a:lnTo>
                    <a:pt x="5784835" y="310594"/>
                  </a:lnTo>
                  <a:lnTo>
                    <a:pt x="5735132" y="318626"/>
                  </a:lnTo>
                  <a:lnTo>
                    <a:pt x="5683709" y="325839"/>
                  </a:lnTo>
                  <a:lnTo>
                    <a:pt x="5629738" y="332278"/>
                  </a:lnTo>
                  <a:lnTo>
                    <a:pt x="5572297" y="338013"/>
                  </a:lnTo>
                  <a:lnTo>
                    <a:pt x="5510449" y="343127"/>
                  </a:lnTo>
                  <a:lnTo>
                    <a:pt x="5443325" y="347698"/>
                  </a:lnTo>
                  <a:lnTo>
                    <a:pt x="5370232" y="351793"/>
                  </a:lnTo>
                  <a:lnTo>
                    <a:pt x="5290790" y="355466"/>
                  </a:lnTo>
                  <a:lnTo>
                    <a:pt x="5205126" y="358758"/>
                  </a:lnTo>
                  <a:lnTo>
                    <a:pt x="5114085" y="361690"/>
                  </a:lnTo>
                  <a:lnTo>
                    <a:pt x="5019446" y="364273"/>
                  </a:lnTo>
                  <a:lnTo>
                    <a:pt x="4924046" y="366502"/>
                  </a:lnTo>
                  <a:lnTo>
                    <a:pt x="4831712" y="368371"/>
                  </a:lnTo>
                  <a:lnTo>
                    <a:pt x="4746897" y="369872"/>
                  </a:lnTo>
                  <a:lnTo>
                    <a:pt x="4673989" y="371010"/>
                  </a:lnTo>
                  <a:lnTo>
                    <a:pt x="4616425" y="371809"/>
                  </a:lnTo>
                  <a:lnTo>
                    <a:pt x="4575857" y="372313"/>
                  </a:lnTo>
                  <a:lnTo>
                    <a:pt x="4551661" y="372583"/>
                  </a:lnTo>
                  <a:lnTo>
                    <a:pt x="4540889" y="372691"/>
                  </a:lnTo>
                  <a:lnTo>
                    <a:pt x="4538543" y="372713"/>
                  </a:lnTo>
                  <a:lnTo>
                    <a:pt x="4016409" y="372713"/>
                  </a:lnTo>
                  <a:lnTo>
                    <a:pt x="4015239" y="372785"/>
                  </a:lnTo>
                  <a:lnTo>
                    <a:pt x="4007571" y="373301"/>
                  </a:lnTo>
                  <a:lnTo>
                    <a:pt x="3988350" y="374727"/>
                  </a:lnTo>
                  <a:lnTo>
                    <a:pt x="3954258" y="377530"/>
                  </a:lnTo>
                  <a:lnTo>
                    <a:pt x="3904002" y="382129"/>
                  </a:lnTo>
                  <a:lnTo>
                    <a:pt x="3838398" y="388846"/>
                  </a:lnTo>
                  <a:lnTo>
                    <a:pt x="3760071" y="397877"/>
                  </a:lnTo>
                  <a:lnTo>
                    <a:pt x="3672819" y="409297"/>
                  </a:lnTo>
                  <a:lnTo>
                    <a:pt x="3580818" y="423088"/>
                  </a:lnTo>
                  <a:lnTo>
                    <a:pt x="3487927" y="439198"/>
                  </a:lnTo>
                  <a:lnTo>
                    <a:pt x="3397231" y="457585"/>
                  </a:lnTo>
                  <a:lnTo>
                    <a:pt x="3310866" y="478264"/>
                  </a:lnTo>
                  <a:lnTo>
                    <a:pt x="3230054" y="501332"/>
                  </a:lnTo>
                  <a:lnTo>
                    <a:pt x="3155261" y="526979"/>
                  </a:lnTo>
                  <a:lnTo>
                    <a:pt x="3086387" y="555492"/>
                  </a:lnTo>
                  <a:lnTo>
                    <a:pt x="3022957" y="587250"/>
                  </a:lnTo>
                  <a:lnTo>
                    <a:pt x="2964258" y="622708"/>
                  </a:lnTo>
                  <a:lnTo>
                    <a:pt x="2909460" y="662371"/>
                  </a:lnTo>
                  <a:lnTo>
                    <a:pt x="2857694" y="706750"/>
                  </a:lnTo>
                  <a:lnTo>
                    <a:pt x="2808126" y="756268"/>
                  </a:lnTo>
                  <a:lnTo>
                    <a:pt x="2770117" y="799074"/>
                  </a:lnTo>
                  <a:lnTo>
                    <a:pt x="2731418" y="846878"/>
                  </a:lnTo>
                  <a:lnTo>
                    <a:pt x="2693085" y="898311"/>
                  </a:lnTo>
                  <a:lnTo>
                    <a:pt x="2654873" y="953446"/>
                  </a:lnTo>
                  <a:lnTo>
                    <a:pt x="2616592" y="1012292"/>
                  </a:lnTo>
                  <a:lnTo>
                    <a:pt x="2578100" y="1074789"/>
                  </a:lnTo>
                  <a:lnTo>
                    <a:pt x="2539301" y="1140797"/>
                  </a:lnTo>
                  <a:lnTo>
                    <a:pt x="2500140" y="1210096"/>
                  </a:lnTo>
                  <a:lnTo>
                    <a:pt x="2460596" y="1282383"/>
                  </a:lnTo>
                  <a:lnTo>
                    <a:pt x="2420685" y="1357277"/>
                  </a:lnTo>
                  <a:lnTo>
                    <a:pt x="2380449" y="1434320"/>
                  </a:lnTo>
                  <a:lnTo>
                    <a:pt x="2339955" y="1512993"/>
                  </a:lnTo>
                  <a:lnTo>
                    <a:pt x="2299288" y="1592725"/>
                  </a:lnTo>
                  <a:lnTo>
                    <a:pt x="2258546" y="1672912"/>
                  </a:lnTo>
                  <a:lnTo>
                    <a:pt x="2217831" y="1752936"/>
                  </a:lnTo>
                  <a:lnTo>
                    <a:pt x="2177244" y="1832183"/>
                  </a:lnTo>
                  <a:lnTo>
                    <a:pt x="2136876" y="1910067"/>
                  </a:lnTo>
                  <a:lnTo>
                    <a:pt x="2096804" y="1986039"/>
                  </a:lnTo>
                  <a:lnTo>
                    <a:pt x="2057083" y="2059614"/>
                  </a:lnTo>
                  <a:lnTo>
                    <a:pt x="2017741" y="2130371"/>
                  </a:lnTo>
                  <a:lnTo>
                    <a:pt x="1978775" y="2197970"/>
                  </a:lnTo>
                  <a:lnTo>
                    <a:pt x="1940147" y="2262151"/>
                  </a:lnTo>
                  <a:lnTo>
                    <a:pt x="1901781" y="2322739"/>
                  </a:lnTo>
                  <a:lnTo>
                    <a:pt x="1863557" y="2379635"/>
                  </a:lnTo>
                  <a:lnTo>
                    <a:pt x="1825308" y="2432816"/>
                  </a:lnTo>
                  <a:lnTo>
                    <a:pt x="1786817" y="2482325"/>
                  </a:lnTo>
                  <a:lnTo>
                    <a:pt x="1768425" y="2504520"/>
                  </a:lnTo>
                  <a:lnTo>
                    <a:pt x="1720068" y="2558252"/>
                  </a:lnTo>
                  <a:lnTo>
                    <a:pt x="1670100" y="2606656"/>
                  </a:lnTo>
                  <a:lnTo>
                    <a:pt x="1617764" y="2649996"/>
                  </a:lnTo>
                  <a:lnTo>
                    <a:pt x="1562213" y="2688726"/>
                  </a:lnTo>
                  <a:lnTo>
                    <a:pt x="1502579" y="2723360"/>
                  </a:lnTo>
                  <a:lnTo>
                    <a:pt x="1438049" y="2754395"/>
                  </a:lnTo>
                  <a:lnTo>
                    <a:pt x="1367952" y="2782273"/>
                  </a:lnTo>
                  <a:lnTo>
                    <a:pt x="1291877" y="2807353"/>
                  </a:lnTo>
                  <a:lnTo>
                    <a:pt x="1209828" y="2829902"/>
                  </a:lnTo>
                  <a:lnTo>
                    <a:pt x="1122415" y="2850092"/>
                  </a:lnTo>
                  <a:lnTo>
                    <a:pt x="1031044" y="2867998"/>
                  </a:lnTo>
                  <a:lnTo>
                    <a:pt x="938054" y="2883621"/>
                  </a:lnTo>
                  <a:lnTo>
                    <a:pt x="846717" y="2896914"/>
                  </a:lnTo>
                  <a:lnTo>
                    <a:pt x="761006" y="2907827"/>
                  </a:lnTo>
                  <a:lnTo>
                    <a:pt x="685083" y="2916358"/>
                  </a:lnTo>
                  <a:lnTo>
                    <a:pt x="622562" y="2922606"/>
                  </a:lnTo>
                  <a:lnTo>
                    <a:pt x="575730" y="2926794"/>
                  </a:lnTo>
                  <a:lnTo>
                    <a:pt x="544965" y="2929268"/>
                  </a:lnTo>
                  <a:lnTo>
                    <a:pt x="528530" y="2930462"/>
                  </a:lnTo>
                  <a:lnTo>
                    <a:pt x="522713" y="2930846"/>
                  </a:lnTo>
                  <a:lnTo>
                    <a:pt x="522133" y="2930881"/>
                  </a:lnTo>
                  <a:lnTo>
                    <a:pt x="0" y="2930881"/>
                  </a:lnTo>
                  <a:close/>
                </a:path>
              </a:pathLst>
            </a:custGeom>
            <a:solidFill>
              <a:srgbClr val="8BC34A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1467" name="pl1467"/>
            <p:cNvSpPr/>
            <p:nvPr/>
          </p:nvSpPr>
          <p:spPr>
            <a:xfrm>
              <a:off x="386606" y="2072151"/>
              <a:ext cx="8554953" cy="2930881"/>
            </a:xfrm>
            <a:custGeom>
              <a:avLst/>
              <a:pathLst>
                <a:path w="8554953" h="2930881">
                  <a:moveTo>
                    <a:pt x="0" y="2930881"/>
                  </a:moveTo>
                  <a:lnTo>
                    <a:pt x="522133" y="2930881"/>
                  </a:lnTo>
                  <a:lnTo>
                    <a:pt x="523304" y="2930809"/>
                  </a:lnTo>
                  <a:lnTo>
                    <a:pt x="530971" y="2930293"/>
                  </a:lnTo>
                  <a:lnTo>
                    <a:pt x="550192" y="2928867"/>
                  </a:lnTo>
                  <a:lnTo>
                    <a:pt x="584284" y="2926064"/>
                  </a:lnTo>
                  <a:lnTo>
                    <a:pt x="634540" y="2921465"/>
                  </a:lnTo>
                  <a:lnTo>
                    <a:pt x="700144" y="2914748"/>
                  </a:lnTo>
                  <a:lnTo>
                    <a:pt x="778471" y="2905717"/>
                  </a:lnTo>
                  <a:lnTo>
                    <a:pt x="865724" y="2894297"/>
                  </a:lnTo>
                  <a:lnTo>
                    <a:pt x="957724" y="2880506"/>
                  </a:lnTo>
                  <a:lnTo>
                    <a:pt x="1050615" y="2864397"/>
                  </a:lnTo>
                  <a:lnTo>
                    <a:pt x="1141311" y="2846009"/>
                  </a:lnTo>
                  <a:lnTo>
                    <a:pt x="1227676" y="2825330"/>
                  </a:lnTo>
                  <a:lnTo>
                    <a:pt x="1308488" y="2802262"/>
                  </a:lnTo>
                  <a:lnTo>
                    <a:pt x="1383282" y="2776615"/>
                  </a:lnTo>
                  <a:lnTo>
                    <a:pt x="1452155" y="2748102"/>
                  </a:lnTo>
                  <a:lnTo>
                    <a:pt x="1515585" y="2716344"/>
                  </a:lnTo>
                  <a:lnTo>
                    <a:pt x="1574284" y="2680887"/>
                  </a:lnTo>
                  <a:lnTo>
                    <a:pt x="1629082" y="2641223"/>
                  </a:lnTo>
                  <a:lnTo>
                    <a:pt x="1680848" y="2596844"/>
                  </a:lnTo>
                  <a:lnTo>
                    <a:pt x="1730416" y="2547326"/>
                  </a:lnTo>
                  <a:lnTo>
                    <a:pt x="1768425" y="2504520"/>
                  </a:lnTo>
                  <a:lnTo>
                    <a:pt x="1807124" y="2456716"/>
                  </a:lnTo>
                  <a:lnTo>
                    <a:pt x="1845457" y="2405283"/>
                  </a:lnTo>
                  <a:lnTo>
                    <a:pt x="1883669" y="2350148"/>
                  </a:lnTo>
                  <a:lnTo>
                    <a:pt x="1921951" y="2291302"/>
                  </a:lnTo>
                  <a:lnTo>
                    <a:pt x="1960442" y="2228805"/>
                  </a:lnTo>
                  <a:lnTo>
                    <a:pt x="1999241" y="2162797"/>
                  </a:lnTo>
                  <a:lnTo>
                    <a:pt x="2038402" y="2093498"/>
                  </a:lnTo>
                  <a:lnTo>
                    <a:pt x="2077946" y="2021211"/>
                  </a:lnTo>
                  <a:lnTo>
                    <a:pt x="2117857" y="1946317"/>
                  </a:lnTo>
                  <a:lnTo>
                    <a:pt x="2158093" y="1869274"/>
                  </a:lnTo>
                  <a:lnTo>
                    <a:pt x="2198587" y="1790601"/>
                  </a:lnTo>
                  <a:lnTo>
                    <a:pt x="2239254" y="1710869"/>
                  </a:lnTo>
                  <a:lnTo>
                    <a:pt x="2279996" y="1630682"/>
                  </a:lnTo>
                  <a:lnTo>
                    <a:pt x="2320711" y="1550658"/>
                  </a:lnTo>
                  <a:lnTo>
                    <a:pt x="2361298" y="1471411"/>
                  </a:lnTo>
                  <a:lnTo>
                    <a:pt x="2401666" y="1393527"/>
                  </a:lnTo>
                  <a:lnTo>
                    <a:pt x="2441738" y="1317555"/>
                  </a:lnTo>
                  <a:lnTo>
                    <a:pt x="2481459" y="1243981"/>
                  </a:lnTo>
                  <a:lnTo>
                    <a:pt x="2520802" y="1173224"/>
                  </a:lnTo>
                  <a:lnTo>
                    <a:pt x="2559767" y="1105625"/>
                  </a:lnTo>
                  <a:lnTo>
                    <a:pt x="2598395" y="1041443"/>
                  </a:lnTo>
                  <a:lnTo>
                    <a:pt x="2636761" y="980855"/>
                  </a:lnTo>
                  <a:lnTo>
                    <a:pt x="2674986" y="923959"/>
                  </a:lnTo>
                  <a:lnTo>
                    <a:pt x="2713234" y="870778"/>
                  </a:lnTo>
                  <a:lnTo>
                    <a:pt x="2751726" y="821269"/>
                  </a:lnTo>
                  <a:lnTo>
                    <a:pt x="2770117" y="799074"/>
                  </a:lnTo>
                  <a:lnTo>
                    <a:pt x="2818474" y="745342"/>
                  </a:lnTo>
                  <a:lnTo>
                    <a:pt x="2868442" y="696938"/>
                  </a:lnTo>
                  <a:lnTo>
                    <a:pt x="2920778" y="653598"/>
                  </a:lnTo>
                  <a:lnTo>
                    <a:pt x="2976330" y="614868"/>
                  </a:lnTo>
                  <a:lnTo>
                    <a:pt x="3035963" y="580234"/>
                  </a:lnTo>
                  <a:lnTo>
                    <a:pt x="3100493" y="549199"/>
                  </a:lnTo>
                  <a:lnTo>
                    <a:pt x="3170590" y="521322"/>
                  </a:lnTo>
                  <a:lnTo>
                    <a:pt x="3246666" y="496241"/>
                  </a:lnTo>
                  <a:lnTo>
                    <a:pt x="3328714" y="473692"/>
                  </a:lnTo>
                  <a:lnTo>
                    <a:pt x="3416127" y="453503"/>
                  </a:lnTo>
                  <a:lnTo>
                    <a:pt x="3507498" y="435597"/>
                  </a:lnTo>
                  <a:lnTo>
                    <a:pt x="3600488" y="419973"/>
                  </a:lnTo>
                  <a:lnTo>
                    <a:pt x="3691826" y="406680"/>
                  </a:lnTo>
                  <a:lnTo>
                    <a:pt x="3777536" y="395767"/>
                  </a:lnTo>
                  <a:lnTo>
                    <a:pt x="3853459" y="387236"/>
                  </a:lnTo>
                  <a:lnTo>
                    <a:pt x="3915980" y="380988"/>
                  </a:lnTo>
                  <a:lnTo>
                    <a:pt x="3962812" y="376800"/>
                  </a:lnTo>
                  <a:lnTo>
                    <a:pt x="3993577" y="374326"/>
                  </a:lnTo>
                  <a:lnTo>
                    <a:pt x="4010012" y="373132"/>
                  </a:lnTo>
                  <a:lnTo>
                    <a:pt x="4015829" y="372748"/>
                  </a:lnTo>
                  <a:lnTo>
                    <a:pt x="4016409" y="372713"/>
                  </a:lnTo>
                  <a:lnTo>
                    <a:pt x="4538543" y="372713"/>
                  </a:lnTo>
                  <a:lnTo>
                    <a:pt x="4539810" y="372701"/>
                  </a:lnTo>
                  <a:lnTo>
                    <a:pt x="4548097" y="372620"/>
                  </a:lnTo>
                  <a:lnTo>
                    <a:pt x="4568814" y="372394"/>
                  </a:lnTo>
                  <a:lnTo>
                    <a:pt x="4605414" y="371951"/>
                  </a:lnTo>
                  <a:lnTo>
                    <a:pt x="4659078" y="371226"/>
                  </a:lnTo>
                  <a:lnTo>
                    <a:pt x="4728656" y="370169"/>
                  </a:lnTo>
                  <a:lnTo>
                    <a:pt x="4811063" y="368754"/>
                  </a:lnTo>
                  <a:lnTo>
                    <a:pt x="4902050" y="366971"/>
                  </a:lnTo>
                  <a:lnTo>
                    <a:pt x="4997108" y="364825"/>
                  </a:lnTo>
                  <a:lnTo>
                    <a:pt x="5092219" y="362325"/>
                  </a:lnTo>
                  <a:lnTo>
                    <a:pt x="5184297" y="359474"/>
                  </a:lnTo>
                  <a:lnTo>
                    <a:pt x="5271324" y="356268"/>
                  </a:lnTo>
                  <a:lnTo>
                    <a:pt x="5352252" y="352687"/>
                  </a:lnTo>
                  <a:lnTo>
                    <a:pt x="5426810" y="348694"/>
                  </a:lnTo>
                  <a:lnTo>
                    <a:pt x="5495274" y="344241"/>
                  </a:lnTo>
                  <a:lnTo>
                    <a:pt x="5558281" y="339260"/>
                  </a:lnTo>
                  <a:lnTo>
                    <a:pt x="5616669" y="333677"/>
                  </a:lnTo>
                  <a:lnTo>
                    <a:pt x="5671366" y="327410"/>
                  </a:lnTo>
                  <a:lnTo>
                    <a:pt x="5723305" y="320383"/>
                  </a:lnTo>
                  <a:lnTo>
                    <a:pt x="5773344" y="312543"/>
                  </a:lnTo>
                  <a:lnTo>
                    <a:pt x="5784835" y="310594"/>
                  </a:lnTo>
                  <a:lnTo>
                    <a:pt x="5838296" y="300812"/>
                  </a:lnTo>
                  <a:lnTo>
                    <a:pt x="5891241" y="290009"/>
                  </a:lnTo>
                  <a:lnTo>
                    <a:pt x="5944236" y="278169"/>
                  </a:lnTo>
                  <a:lnTo>
                    <a:pt x="5997661" y="265317"/>
                  </a:lnTo>
                  <a:lnTo>
                    <a:pt x="6051735" y="251516"/>
                  </a:lnTo>
                  <a:lnTo>
                    <a:pt x="6106536" y="236875"/>
                  </a:lnTo>
                  <a:lnTo>
                    <a:pt x="6162018" y="221545"/>
                  </a:lnTo>
                  <a:lnTo>
                    <a:pt x="6218036" y="205714"/>
                  </a:lnTo>
                  <a:lnTo>
                    <a:pt x="6274369" y="189601"/>
                  </a:lnTo>
                  <a:lnTo>
                    <a:pt x="6330757" y="173440"/>
                  </a:lnTo>
                  <a:lnTo>
                    <a:pt x="6386930" y="157468"/>
                  </a:lnTo>
                  <a:lnTo>
                    <a:pt x="6442649" y="141913"/>
                  </a:lnTo>
                  <a:lnTo>
                    <a:pt x="6497735" y="126975"/>
                  </a:lnTo>
                  <a:lnTo>
                    <a:pt x="6552099" y="112822"/>
                  </a:lnTo>
                  <a:lnTo>
                    <a:pt x="6605767" y="99579"/>
                  </a:lnTo>
                  <a:lnTo>
                    <a:pt x="6658898" y="87328"/>
                  </a:lnTo>
                  <a:lnTo>
                    <a:pt x="6711806" y="76109"/>
                  </a:lnTo>
                  <a:lnTo>
                    <a:pt x="6764979" y="65921"/>
                  </a:lnTo>
                  <a:lnTo>
                    <a:pt x="6786527" y="62118"/>
                  </a:lnTo>
                  <a:lnTo>
                    <a:pt x="6836230" y="54086"/>
                  </a:lnTo>
                  <a:lnTo>
                    <a:pt x="6887653" y="46873"/>
                  </a:lnTo>
                  <a:lnTo>
                    <a:pt x="6941624" y="40435"/>
                  </a:lnTo>
                  <a:lnTo>
                    <a:pt x="6999065" y="34699"/>
                  </a:lnTo>
                  <a:lnTo>
                    <a:pt x="7060913" y="29585"/>
                  </a:lnTo>
                  <a:lnTo>
                    <a:pt x="7128037" y="25015"/>
                  </a:lnTo>
                  <a:lnTo>
                    <a:pt x="7201130" y="20920"/>
                  </a:lnTo>
                  <a:lnTo>
                    <a:pt x="7280572" y="17246"/>
                  </a:lnTo>
                  <a:lnTo>
                    <a:pt x="7366236" y="13954"/>
                  </a:lnTo>
                  <a:lnTo>
                    <a:pt x="7457277" y="11022"/>
                  </a:lnTo>
                  <a:lnTo>
                    <a:pt x="7551916" y="8440"/>
                  </a:lnTo>
                  <a:lnTo>
                    <a:pt x="7647316" y="6210"/>
                  </a:lnTo>
                  <a:lnTo>
                    <a:pt x="7739650" y="4342"/>
                  </a:lnTo>
                  <a:lnTo>
                    <a:pt x="7824465" y="2841"/>
                  </a:lnTo>
                  <a:lnTo>
                    <a:pt x="7897372" y="1702"/>
                  </a:lnTo>
                  <a:lnTo>
                    <a:pt x="7954937" y="903"/>
                  </a:lnTo>
                  <a:lnTo>
                    <a:pt x="7995505" y="400"/>
                  </a:lnTo>
                  <a:lnTo>
                    <a:pt x="8019701" y="130"/>
                  </a:lnTo>
                  <a:lnTo>
                    <a:pt x="8030473" y="21"/>
                  </a:lnTo>
                  <a:lnTo>
                    <a:pt x="8032802" y="0"/>
                  </a:lnTo>
                  <a:lnTo>
                    <a:pt x="8032819" y="0"/>
                  </a:lnTo>
                  <a:lnTo>
                    <a:pt x="8554953" y="0"/>
                  </a:lnTo>
                  <a:lnTo>
                    <a:pt x="8554953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468" name="pl1468"/>
            <p:cNvSpPr/>
            <p:nvPr/>
          </p:nvSpPr>
          <p:spPr>
            <a:xfrm>
              <a:off x="386606" y="2066503"/>
              <a:ext cx="8554953" cy="2930881"/>
            </a:xfrm>
            <a:custGeom>
              <a:avLst/>
              <a:pathLst>
                <a:path w="8554953" h="2930881">
                  <a:moveTo>
                    <a:pt x="8554953" y="0"/>
                  </a:moveTo>
                  <a:lnTo>
                    <a:pt x="8032819" y="0"/>
                  </a:lnTo>
                  <a:lnTo>
                    <a:pt x="8031552" y="11"/>
                  </a:lnTo>
                  <a:lnTo>
                    <a:pt x="8023265" y="93"/>
                  </a:lnTo>
                  <a:lnTo>
                    <a:pt x="8002548" y="318"/>
                  </a:lnTo>
                  <a:lnTo>
                    <a:pt x="7965948" y="761"/>
                  </a:lnTo>
                  <a:lnTo>
                    <a:pt x="7912284" y="1486"/>
                  </a:lnTo>
                  <a:lnTo>
                    <a:pt x="7842706" y="2543"/>
                  </a:lnTo>
                  <a:lnTo>
                    <a:pt x="7760299" y="3958"/>
                  </a:lnTo>
                  <a:lnTo>
                    <a:pt x="7669312" y="5741"/>
                  </a:lnTo>
                  <a:lnTo>
                    <a:pt x="7574254" y="7887"/>
                  </a:lnTo>
                  <a:lnTo>
                    <a:pt x="7479143" y="10388"/>
                  </a:lnTo>
                  <a:lnTo>
                    <a:pt x="7387065" y="13238"/>
                  </a:lnTo>
                  <a:lnTo>
                    <a:pt x="7300038" y="16444"/>
                  </a:lnTo>
                  <a:lnTo>
                    <a:pt x="7219110" y="20026"/>
                  </a:lnTo>
                  <a:lnTo>
                    <a:pt x="7144552" y="24018"/>
                  </a:lnTo>
                  <a:lnTo>
                    <a:pt x="7076088" y="28472"/>
                  </a:lnTo>
                  <a:lnTo>
                    <a:pt x="7013081" y="33452"/>
                  </a:lnTo>
                  <a:lnTo>
                    <a:pt x="6954693" y="39035"/>
                  </a:lnTo>
                  <a:lnTo>
                    <a:pt x="6899996" y="45302"/>
                  </a:lnTo>
                  <a:lnTo>
                    <a:pt x="6848057" y="52329"/>
                  </a:lnTo>
                  <a:lnTo>
                    <a:pt x="6798018" y="60169"/>
                  </a:lnTo>
                  <a:lnTo>
                    <a:pt x="6786527" y="62118"/>
                  </a:lnTo>
                  <a:lnTo>
                    <a:pt x="6733066" y="71900"/>
                  </a:lnTo>
                  <a:lnTo>
                    <a:pt x="6680121" y="82703"/>
                  </a:lnTo>
                  <a:lnTo>
                    <a:pt x="6627126" y="94543"/>
                  </a:lnTo>
                  <a:lnTo>
                    <a:pt x="6573701" y="107395"/>
                  </a:lnTo>
                  <a:lnTo>
                    <a:pt x="6519627" y="121196"/>
                  </a:lnTo>
                  <a:lnTo>
                    <a:pt x="6464826" y="135837"/>
                  </a:lnTo>
                  <a:lnTo>
                    <a:pt x="6409344" y="151167"/>
                  </a:lnTo>
                  <a:lnTo>
                    <a:pt x="6353326" y="166998"/>
                  </a:lnTo>
                  <a:lnTo>
                    <a:pt x="6296993" y="183111"/>
                  </a:lnTo>
                  <a:lnTo>
                    <a:pt x="6240605" y="199273"/>
                  </a:lnTo>
                  <a:lnTo>
                    <a:pt x="6184432" y="215244"/>
                  </a:lnTo>
                  <a:lnTo>
                    <a:pt x="6128712" y="230800"/>
                  </a:lnTo>
                  <a:lnTo>
                    <a:pt x="6073627" y="245737"/>
                  </a:lnTo>
                  <a:lnTo>
                    <a:pt x="6019263" y="259891"/>
                  </a:lnTo>
                  <a:lnTo>
                    <a:pt x="5965595" y="273134"/>
                  </a:lnTo>
                  <a:lnTo>
                    <a:pt x="5912464" y="285384"/>
                  </a:lnTo>
                  <a:lnTo>
                    <a:pt x="5859556" y="296604"/>
                  </a:lnTo>
                  <a:lnTo>
                    <a:pt x="5806383" y="306791"/>
                  </a:lnTo>
                  <a:lnTo>
                    <a:pt x="5784835" y="310594"/>
                  </a:lnTo>
                  <a:lnTo>
                    <a:pt x="5735132" y="318626"/>
                  </a:lnTo>
                  <a:lnTo>
                    <a:pt x="5683709" y="325839"/>
                  </a:lnTo>
                  <a:lnTo>
                    <a:pt x="5629738" y="332278"/>
                  </a:lnTo>
                  <a:lnTo>
                    <a:pt x="5572297" y="338013"/>
                  </a:lnTo>
                  <a:lnTo>
                    <a:pt x="5510449" y="343127"/>
                  </a:lnTo>
                  <a:lnTo>
                    <a:pt x="5443325" y="347698"/>
                  </a:lnTo>
                  <a:lnTo>
                    <a:pt x="5370232" y="351793"/>
                  </a:lnTo>
                  <a:lnTo>
                    <a:pt x="5290790" y="355466"/>
                  </a:lnTo>
                  <a:lnTo>
                    <a:pt x="5205126" y="358758"/>
                  </a:lnTo>
                  <a:lnTo>
                    <a:pt x="5114085" y="361690"/>
                  </a:lnTo>
                  <a:lnTo>
                    <a:pt x="5019446" y="364273"/>
                  </a:lnTo>
                  <a:lnTo>
                    <a:pt x="4924046" y="366502"/>
                  </a:lnTo>
                  <a:lnTo>
                    <a:pt x="4831712" y="368371"/>
                  </a:lnTo>
                  <a:lnTo>
                    <a:pt x="4746897" y="369872"/>
                  </a:lnTo>
                  <a:lnTo>
                    <a:pt x="4673989" y="371010"/>
                  </a:lnTo>
                  <a:lnTo>
                    <a:pt x="4616425" y="371809"/>
                  </a:lnTo>
                  <a:lnTo>
                    <a:pt x="4575857" y="372313"/>
                  </a:lnTo>
                  <a:lnTo>
                    <a:pt x="4551661" y="372583"/>
                  </a:lnTo>
                  <a:lnTo>
                    <a:pt x="4540889" y="372691"/>
                  </a:lnTo>
                  <a:lnTo>
                    <a:pt x="4538560" y="372713"/>
                  </a:lnTo>
                  <a:lnTo>
                    <a:pt x="4538543" y="372713"/>
                  </a:lnTo>
                  <a:lnTo>
                    <a:pt x="4016409" y="372713"/>
                  </a:lnTo>
                  <a:lnTo>
                    <a:pt x="4015239" y="372785"/>
                  </a:lnTo>
                  <a:lnTo>
                    <a:pt x="4007571" y="373301"/>
                  </a:lnTo>
                  <a:lnTo>
                    <a:pt x="3988350" y="374727"/>
                  </a:lnTo>
                  <a:lnTo>
                    <a:pt x="3954258" y="377530"/>
                  </a:lnTo>
                  <a:lnTo>
                    <a:pt x="3904002" y="382129"/>
                  </a:lnTo>
                  <a:lnTo>
                    <a:pt x="3838398" y="388846"/>
                  </a:lnTo>
                  <a:lnTo>
                    <a:pt x="3760071" y="397877"/>
                  </a:lnTo>
                  <a:lnTo>
                    <a:pt x="3672819" y="409297"/>
                  </a:lnTo>
                  <a:lnTo>
                    <a:pt x="3580818" y="423088"/>
                  </a:lnTo>
                  <a:lnTo>
                    <a:pt x="3487927" y="439198"/>
                  </a:lnTo>
                  <a:lnTo>
                    <a:pt x="3397231" y="457585"/>
                  </a:lnTo>
                  <a:lnTo>
                    <a:pt x="3310866" y="478264"/>
                  </a:lnTo>
                  <a:lnTo>
                    <a:pt x="3230054" y="501332"/>
                  </a:lnTo>
                  <a:lnTo>
                    <a:pt x="3155261" y="526979"/>
                  </a:lnTo>
                  <a:lnTo>
                    <a:pt x="3086387" y="555492"/>
                  </a:lnTo>
                  <a:lnTo>
                    <a:pt x="3022957" y="587250"/>
                  </a:lnTo>
                  <a:lnTo>
                    <a:pt x="2964258" y="622708"/>
                  </a:lnTo>
                  <a:lnTo>
                    <a:pt x="2909460" y="662371"/>
                  </a:lnTo>
                  <a:lnTo>
                    <a:pt x="2857694" y="706750"/>
                  </a:lnTo>
                  <a:lnTo>
                    <a:pt x="2808126" y="756268"/>
                  </a:lnTo>
                  <a:lnTo>
                    <a:pt x="2770117" y="799074"/>
                  </a:lnTo>
                  <a:lnTo>
                    <a:pt x="2731418" y="846878"/>
                  </a:lnTo>
                  <a:lnTo>
                    <a:pt x="2693085" y="898311"/>
                  </a:lnTo>
                  <a:lnTo>
                    <a:pt x="2654873" y="953446"/>
                  </a:lnTo>
                  <a:lnTo>
                    <a:pt x="2616592" y="1012292"/>
                  </a:lnTo>
                  <a:lnTo>
                    <a:pt x="2578100" y="1074789"/>
                  </a:lnTo>
                  <a:lnTo>
                    <a:pt x="2539301" y="1140797"/>
                  </a:lnTo>
                  <a:lnTo>
                    <a:pt x="2500140" y="1210096"/>
                  </a:lnTo>
                  <a:lnTo>
                    <a:pt x="2460596" y="1282383"/>
                  </a:lnTo>
                  <a:lnTo>
                    <a:pt x="2420685" y="1357277"/>
                  </a:lnTo>
                  <a:lnTo>
                    <a:pt x="2380449" y="1434320"/>
                  </a:lnTo>
                  <a:lnTo>
                    <a:pt x="2339955" y="1512993"/>
                  </a:lnTo>
                  <a:lnTo>
                    <a:pt x="2299288" y="1592725"/>
                  </a:lnTo>
                  <a:lnTo>
                    <a:pt x="2258546" y="1672912"/>
                  </a:lnTo>
                  <a:lnTo>
                    <a:pt x="2217831" y="1752936"/>
                  </a:lnTo>
                  <a:lnTo>
                    <a:pt x="2177244" y="1832183"/>
                  </a:lnTo>
                  <a:lnTo>
                    <a:pt x="2136876" y="1910067"/>
                  </a:lnTo>
                  <a:lnTo>
                    <a:pt x="2096804" y="1986039"/>
                  </a:lnTo>
                  <a:lnTo>
                    <a:pt x="2057083" y="2059614"/>
                  </a:lnTo>
                  <a:lnTo>
                    <a:pt x="2017741" y="2130371"/>
                  </a:lnTo>
                  <a:lnTo>
                    <a:pt x="1978775" y="2197970"/>
                  </a:lnTo>
                  <a:lnTo>
                    <a:pt x="1940147" y="2262151"/>
                  </a:lnTo>
                  <a:lnTo>
                    <a:pt x="1901781" y="2322739"/>
                  </a:lnTo>
                  <a:lnTo>
                    <a:pt x="1863557" y="2379635"/>
                  </a:lnTo>
                  <a:lnTo>
                    <a:pt x="1825308" y="2432816"/>
                  </a:lnTo>
                  <a:lnTo>
                    <a:pt x="1786817" y="2482325"/>
                  </a:lnTo>
                  <a:lnTo>
                    <a:pt x="1768425" y="2504520"/>
                  </a:lnTo>
                  <a:lnTo>
                    <a:pt x="1720068" y="2558252"/>
                  </a:lnTo>
                  <a:lnTo>
                    <a:pt x="1670100" y="2606656"/>
                  </a:lnTo>
                  <a:lnTo>
                    <a:pt x="1617764" y="2649996"/>
                  </a:lnTo>
                  <a:lnTo>
                    <a:pt x="1562213" y="2688726"/>
                  </a:lnTo>
                  <a:lnTo>
                    <a:pt x="1502579" y="2723360"/>
                  </a:lnTo>
                  <a:lnTo>
                    <a:pt x="1438049" y="2754395"/>
                  </a:lnTo>
                  <a:lnTo>
                    <a:pt x="1367952" y="2782273"/>
                  </a:lnTo>
                  <a:lnTo>
                    <a:pt x="1291877" y="2807353"/>
                  </a:lnTo>
                  <a:lnTo>
                    <a:pt x="1209828" y="2829902"/>
                  </a:lnTo>
                  <a:lnTo>
                    <a:pt x="1122415" y="2850092"/>
                  </a:lnTo>
                  <a:lnTo>
                    <a:pt x="1031044" y="2867998"/>
                  </a:lnTo>
                  <a:lnTo>
                    <a:pt x="938054" y="2883621"/>
                  </a:lnTo>
                  <a:lnTo>
                    <a:pt x="846717" y="2896914"/>
                  </a:lnTo>
                  <a:lnTo>
                    <a:pt x="761006" y="2907827"/>
                  </a:lnTo>
                  <a:lnTo>
                    <a:pt x="685083" y="2916358"/>
                  </a:lnTo>
                  <a:lnTo>
                    <a:pt x="622562" y="2922606"/>
                  </a:lnTo>
                  <a:lnTo>
                    <a:pt x="575730" y="2926794"/>
                  </a:lnTo>
                  <a:lnTo>
                    <a:pt x="544965" y="2929268"/>
                  </a:lnTo>
                  <a:lnTo>
                    <a:pt x="528530" y="2930462"/>
                  </a:lnTo>
                  <a:lnTo>
                    <a:pt x="522713" y="2930846"/>
                  </a:lnTo>
                  <a:lnTo>
                    <a:pt x="522133" y="2930881"/>
                  </a:lnTo>
                  <a:lnTo>
                    <a:pt x="0" y="2930881"/>
                  </a:lnTo>
                  <a:lnTo>
                    <a:pt x="0" y="2930881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469" name="pg1469"/>
            <p:cNvSpPr/>
            <p:nvPr/>
          </p:nvSpPr>
          <p:spPr>
            <a:xfrm>
              <a:off x="386606" y="1936619"/>
              <a:ext cx="8554953" cy="3032530"/>
            </a:xfrm>
            <a:custGeom>
              <a:avLst/>
              <a:pathLst>
                <a:path w="8554953" h="3032530">
                  <a:moveTo>
                    <a:pt x="0" y="3032530"/>
                  </a:moveTo>
                  <a:lnTo>
                    <a:pt x="522133" y="3032530"/>
                  </a:lnTo>
                  <a:lnTo>
                    <a:pt x="523269" y="3032447"/>
                  </a:lnTo>
                  <a:lnTo>
                    <a:pt x="530713" y="3031856"/>
                  </a:lnTo>
                  <a:lnTo>
                    <a:pt x="549395" y="3030220"/>
                  </a:lnTo>
                  <a:lnTo>
                    <a:pt x="582577" y="3027004"/>
                  </a:lnTo>
                  <a:lnTo>
                    <a:pt x="631587" y="3021725"/>
                  </a:lnTo>
                  <a:lnTo>
                    <a:pt x="695725" y="3014005"/>
                  </a:lnTo>
                  <a:lnTo>
                    <a:pt x="772527" y="3003612"/>
                  </a:lnTo>
                  <a:lnTo>
                    <a:pt x="858361" y="2990453"/>
                  </a:lnTo>
                  <a:lnTo>
                    <a:pt x="949178" y="2974540"/>
                  </a:lnTo>
                  <a:lnTo>
                    <a:pt x="1041186" y="2955934"/>
                  </a:lnTo>
                  <a:lnTo>
                    <a:pt x="1131308" y="2934686"/>
                  </a:lnTo>
                  <a:lnTo>
                    <a:pt x="1217374" y="2910787"/>
                  </a:lnTo>
                  <a:lnTo>
                    <a:pt x="1298103" y="2884138"/>
                  </a:lnTo>
                  <a:lnTo>
                    <a:pt x="1372959" y="2854536"/>
                  </a:lnTo>
                  <a:lnTo>
                    <a:pt x="1441973" y="2821666"/>
                  </a:lnTo>
                  <a:lnTo>
                    <a:pt x="1505566" y="2785109"/>
                  </a:lnTo>
                  <a:lnTo>
                    <a:pt x="1564398" y="2744354"/>
                  </a:lnTo>
                  <a:lnTo>
                    <a:pt x="1619263" y="2698827"/>
                  </a:lnTo>
                  <a:lnTo>
                    <a:pt x="1671001" y="2647941"/>
                  </a:lnTo>
                  <a:lnTo>
                    <a:pt x="1720434" y="2591177"/>
                  </a:lnTo>
                  <a:lnTo>
                    <a:pt x="1768293" y="2528233"/>
                  </a:lnTo>
                  <a:lnTo>
                    <a:pt x="1768425" y="2528050"/>
                  </a:lnTo>
                  <a:lnTo>
                    <a:pt x="1804699" y="2475177"/>
                  </a:lnTo>
                  <a:lnTo>
                    <a:pt x="1840637" y="2418541"/>
                  </a:lnTo>
                  <a:lnTo>
                    <a:pt x="1876444" y="2358065"/>
                  </a:lnTo>
                  <a:lnTo>
                    <a:pt x="1912285" y="2293729"/>
                  </a:lnTo>
                  <a:lnTo>
                    <a:pt x="1948284" y="2225576"/>
                  </a:lnTo>
                  <a:lnTo>
                    <a:pt x="1984530" y="2153721"/>
                  </a:lnTo>
                  <a:lnTo>
                    <a:pt x="2021080" y="2078350"/>
                  </a:lnTo>
                  <a:lnTo>
                    <a:pt x="2057962" y="1999725"/>
                  </a:lnTo>
                  <a:lnTo>
                    <a:pt x="2095177" y="1918181"/>
                  </a:lnTo>
                  <a:lnTo>
                    <a:pt x="2132702" y="1834126"/>
                  </a:lnTo>
                  <a:lnTo>
                    <a:pt x="2170492" y="1748030"/>
                  </a:lnTo>
                  <a:lnTo>
                    <a:pt x="2208488" y="1660417"/>
                  </a:lnTo>
                  <a:lnTo>
                    <a:pt x="2246615" y="1571855"/>
                  </a:lnTo>
                  <a:lnTo>
                    <a:pt x="2284792" y="1482935"/>
                  </a:lnTo>
                  <a:lnTo>
                    <a:pt x="2322935" y="1394260"/>
                  </a:lnTo>
                  <a:lnTo>
                    <a:pt x="2360961" y="1306426"/>
                  </a:lnTo>
                  <a:lnTo>
                    <a:pt x="2398795" y="1220005"/>
                  </a:lnTo>
                  <a:lnTo>
                    <a:pt x="2436373" y="1135530"/>
                  </a:lnTo>
                  <a:lnTo>
                    <a:pt x="2473649" y="1053484"/>
                  </a:lnTo>
                  <a:lnTo>
                    <a:pt x="2510594" y="974285"/>
                  </a:lnTo>
                  <a:lnTo>
                    <a:pt x="2547205" y="898284"/>
                  </a:lnTo>
                  <a:lnTo>
                    <a:pt x="2583504" y="825755"/>
                  </a:lnTo>
                  <a:lnTo>
                    <a:pt x="2619543" y="756900"/>
                  </a:lnTo>
                  <a:lnTo>
                    <a:pt x="2655405" y="691845"/>
                  </a:lnTo>
                  <a:lnTo>
                    <a:pt x="2691208" y="630647"/>
                  </a:lnTo>
                  <a:lnTo>
                    <a:pt x="2727107" y="573297"/>
                  </a:lnTo>
                  <a:lnTo>
                    <a:pt x="2763300" y="519730"/>
                  </a:lnTo>
                  <a:lnTo>
                    <a:pt x="2770117" y="510127"/>
                  </a:lnTo>
                  <a:lnTo>
                    <a:pt x="2817974" y="447167"/>
                  </a:lnTo>
                  <a:lnTo>
                    <a:pt x="2867401" y="390386"/>
                  </a:lnTo>
                  <a:lnTo>
                    <a:pt x="2919131" y="339484"/>
                  </a:lnTo>
                  <a:lnTo>
                    <a:pt x="2973986" y="293943"/>
                  </a:lnTo>
                  <a:lnTo>
                    <a:pt x="3032806" y="253175"/>
                  </a:lnTo>
                  <a:lnTo>
                    <a:pt x="3096385" y="216607"/>
                  </a:lnTo>
                  <a:lnTo>
                    <a:pt x="3165384" y="183728"/>
                  </a:lnTo>
                  <a:lnTo>
                    <a:pt x="3240223" y="154117"/>
                  </a:lnTo>
                  <a:lnTo>
                    <a:pt x="3320935" y="127461"/>
                  </a:lnTo>
                  <a:lnTo>
                    <a:pt x="3406989" y="103554"/>
                  </a:lnTo>
                  <a:lnTo>
                    <a:pt x="3497102" y="82298"/>
                  </a:lnTo>
                  <a:lnTo>
                    <a:pt x="3589108" y="63685"/>
                  </a:lnTo>
                  <a:lnTo>
                    <a:pt x="3679933" y="47764"/>
                  </a:lnTo>
                  <a:lnTo>
                    <a:pt x="3765787" y="34597"/>
                  </a:lnTo>
                  <a:lnTo>
                    <a:pt x="3842620" y="24197"/>
                  </a:lnTo>
                  <a:lnTo>
                    <a:pt x="3906797" y="16470"/>
                  </a:lnTo>
                  <a:lnTo>
                    <a:pt x="3955851" y="11184"/>
                  </a:lnTo>
                  <a:lnTo>
                    <a:pt x="3989077" y="7963"/>
                  </a:lnTo>
                  <a:lnTo>
                    <a:pt x="4007795" y="6324"/>
                  </a:lnTo>
                  <a:lnTo>
                    <a:pt x="4015264" y="5730"/>
                  </a:lnTo>
                  <a:lnTo>
                    <a:pt x="4016409" y="5647"/>
                  </a:lnTo>
                  <a:lnTo>
                    <a:pt x="4538543" y="5647"/>
                  </a:lnTo>
                  <a:lnTo>
                    <a:pt x="4539743" y="5708"/>
                  </a:lnTo>
                  <a:lnTo>
                    <a:pt x="4547597" y="6146"/>
                  </a:lnTo>
                  <a:lnTo>
                    <a:pt x="4567270" y="7357"/>
                  </a:lnTo>
                  <a:lnTo>
                    <a:pt x="4602122" y="9737"/>
                  </a:lnTo>
                  <a:lnTo>
                    <a:pt x="4653414" y="13639"/>
                  </a:lnTo>
                  <a:lnTo>
                    <a:pt x="4720233" y="19333"/>
                  </a:lnTo>
                  <a:lnTo>
                    <a:pt x="4799815" y="26980"/>
                  </a:lnTo>
                  <a:lnTo>
                    <a:pt x="4888226" y="36639"/>
                  </a:lnTo>
                  <a:lnTo>
                    <a:pt x="4981185" y="48292"/>
                  </a:lnTo>
                  <a:lnTo>
                    <a:pt x="5074781" y="61893"/>
                  </a:lnTo>
                  <a:lnTo>
                    <a:pt x="5165925" y="77410"/>
                  </a:lnTo>
                  <a:lnTo>
                    <a:pt x="5252514" y="94861"/>
                  </a:lnTo>
                  <a:lnTo>
                    <a:pt x="5333378" y="114335"/>
                  </a:lnTo>
                  <a:lnTo>
                    <a:pt x="5408109" y="136003"/>
                  </a:lnTo>
                  <a:lnTo>
                    <a:pt x="5476861" y="160118"/>
                  </a:lnTo>
                  <a:lnTo>
                    <a:pt x="5540159" y="187009"/>
                  </a:lnTo>
                  <a:lnTo>
                    <a:pt x="5598755" y="217071"/>
                  </a:lnTo>
                  <a:lnTo>
                    <a:pt x="5653509" y="250736"/>
                  </a:lnTo>
                  <a:lnTo>
                    <a:pt x="5705313" y="288430"/>
                  </a:lnTo>
                  <a:lnTo>
                    <a:pt x="5755009" y="330496"/>
                  </a:lnTo>
                  <a:lnTo>
                    <a:pt x="5784835" y="358595"/>
                  </a:lnTo>
                  <a:lnTo>
                    <a:pt x="5826184" y="401004"/>
                  </a:lnTo>
                  <a:lnTo>
                    <a:pt x="5867136" y="446852"/>
                  </a:lnTo>
                  <a:lnTo>
                    <a:pt x="5907982" y="496206"/>
                  </a:lnTo>
                  <a:lnTo>
                    <a:pt x="5948945" y="549063"/>
                  </a:lnTo>
                  <a:lnTo>
                    <a:pt x="5990183" y="605343"/>
                  </a:lnTo>
                  <a:lnTo>
                    <a:pt x="6031797" y="664880"/>
                  </a:lnTo>
                  <a:lnTo>
                    <a:pt x="6073840" y="727421"/>
                  </a:lnTo>
                  <a:lnTo>
                    <a:pt x="6116316" y="792621"/>
                  </a:lnTo>
                  <a:lnTo>
                    <a:pt x="6159188" y="860056"/>
                  </a:lnTo>
                  <a:lnTo>
                    <a:pt x="6202386" y="929225"/>
                  </a:lnTo>
                  <a:lnTo>
                    <a:pt x="6245814" y="999567"/>
                  </a:lnTo>
                  <a:lnTo>
                    <a:pt x="6289355" y="1070479"/>
                  </a:lnTo>
                  <a:lnTo>
                    <a:pt x="6332886" y="1141339"/>
                  </a:lnTo>
                  <a:lnTo>
                    <a:pt x="6376282" y="1211524"/>
                  </a:lnTo>
                  <a:lnTo>
                    <a:pt x="6419432" y="1280438"/>
                  </a:lnTo>
                  <a:lnTo>
                    <a:pt x="6462241" y="1347530"/>
                  </a:lnTo>
                  <a:lnTo>
                    <a:pt x="6504645" y="1412309"/>
                  </a:lnTo>
                  <a:lnTo>
                    <a:pt x="6546614" y="1474364"/>
                  </a:lnTo>
                  <a:lnTo>
                    <a:pt x="6588160" y="1533367"/>
                  </a:lnTo>
                  <a:lnTo>
                    <a:pt x="6629343" y="1589079"/>
                  </a:lnTo>
                  <a:lnTo>
                    <a:pt x="6670273" y="1641349"/>
                  </a:lnTo>
                  <a:lnTo>
                    <a:pt x="6711120" y="1690110"/>
                  </a:lnTo>
                  <a:lnTo>
                    <a:pt x="6752116" y="1735371"/>
                  </a:lnTo>
                  <a:lnTo>
                    <a:pt x="6786527" y="1770388"/>
                  </a:lnTo>
                  <a:lnTo>
                    <a:pt x="6835297" y="1815224"/>
                  </a:lnTo>
                  <a:lnTo>
                    <a:pt x="6885711" y="1855575"/>
                  </a:lnTo>
                  <a:lnTo>
                    <a:pt x="6938548" y="1891670"/>
                  </a:lnTo>
                  <a:lnTo>
                    <a:pt x="6994676" y="1923894"/>
                  </a:lnTo>
                  <a:lnTo>
                    <a:pt x="7054985" y="1952685"/>
                  </a:lnTo>
                  <a:lnTo>
                    <a:pt x="7120305" y="1978463"/>
                  </a:lnTo>
                  <a:lnTo>
                    <a:pt x="7191314" y="2001600"/>
                  </a:lnTo>
                  <a:lnTo>
                    <a:pt x="7268416" y="2022398"/>
                  </a:lnTo>
                  <a:lnTo>
                    <a:pt x="7351571" y="2041077"/>
                  </a:lnTo>
                  <a:lnTo>
                    <a:pt x="7440102" y="2057777"/>
                  </a:lnTo>
                  <a:lnTo>
                    <a:pt x="7532494" y="2072557"/>
                  </a:lnTo>
                  <a:lnTo>
                    <a:pt x="7626262" y="2085413"/>
                  </a:lnTo>
                  <a:lnTo>
                    <a:pt x="7717965" y="2096302"/>
                  </a:lnTo>
                  <a:lnTo>
                    <a:pt x="7803480" y="2105185"/>
                  </a:lnTo>
                  <a:lnTo>
                    <a:pt x="7878566" y="2112068"/>
                  </a:lnTo>
                  <a:lnTo>
                    <a:pt x="7939641" y="2117047"/>
                  </a:lnTo>
                  <a:lnTo>
                    <a:pt x="7984592" y="2120325"/>
                  </a:lnTo>
                  <a:lnTo>
                    <a:pt x="8013328" y="2122209"/>
                  </a:lnTo>
                  <a:lnTo>
                    <a:pt x="8027945" y="2123075"/>
                  </a:lnTo>
                  <a:lnTo>
                    <a:pt x="8032534" y="2123322"/>
                  </a:lnTo>
                  <a:lnTo>
                    <a:pt x="8032819" y="2123336"/>
                  </a:lnTo>
                  <a:lnTo>
                    <a:pt x="8554953" y="2123336"/>
                  </a:lnTo>
                  <a:lnTo>
                    <a:pt x="8554953" y="2117689"/>
                  </a:lnTo>
                  <a:lnTo>
                    <a:pt x="8032819" y="2117689"/>
                  </a:lnTo>
                  <a:lnTo>
                    <a:pt x="8031619" y="2117627"/>
                  </a:lnTo>
                  <a:lnTo>
                    <a:pt x="8023765" y="2117189"/>
                  </a:lnTo>
                  <a:lnTo>
                    <a:pt x="8004092" y="2115978"/>
                  </a:lnTo>
                  <a:lnTo>
                    <a:pt x="7969240" y="2113598"/>
                  </a:lnTo>
                  <a:lnTo>
                    <a:pt x="7917948" y="2109697"/>
                  </a:lnTo>
                  <a:lnTo>
                    <a:pt x="7851129" y="2104003"/>
                  </a:lnTo>
                  <a:lnTo>
                    <a:pt x="7771547" y="2096355"/>
                  </a:lnTo>
                  <a:lnTo>
                    <a:pt x="7683136" y="2086696"/>
                  </a:lnTo>
                  <a:lnTo>
                    <a:pt x="7590177" y="2075043"/>
                  </a:lnTo>
                  <a:lnTo>
                    <a:pt x="7496581" y="2061443"/>
                  </a:lnTo>
                  <a:lnTo>
                    <a:pt x="7405437" y="2045926"/>
                  </a:lnTo>
                  <a:lnTo>
                    <a:pt x="7318848" y="2028475"/>
                  </a:lnTo>
                  <a:lnTo>
                    <a:pt x="7237984" y="2009000"/>
                  </a:lnTo>
                  <a:lnTo>
                    <a:pt x="7163253" y="1987332"/>
                  </a:lnTo>
                  <a:lnTo>
                    <a:pt x="7094501" y="1963217"/>
                  </a:lnTo>
                  <a:lnTo>
                    <a:pt x="7031203" y="1936326"/>
                  </a:lnTo>
                  <a:lnTo>
                    <a:pt x="6972607" y="1906264"/>
                  </a:lnTo>
                  <a:lnTo>
                    <a:pt x="6917853" y="1872599"/>
                  </a:lnTo>
                  <a:lnTo>
                    <a:pt x="6866049" y="1834905"/>
                  </a:lnTo>
                  <a:lnTo>
                    <a:pt x="6816353" y="1792840"/>
                  </a:lnTo>
                  <a:lnTo>
                    <a:pt x="6786527" y="1764740"/>
                  </a:lnTo>
                  <a:lnTo>
                    <a:pt x="6745178" y="1722331"/>
                  </a:lnTo>
                  <a:lnTo>
                    <a:pt x="6704226" y="1676483"/>
                  </a:lnTo>
                  <a:lnTo>
                    <a:pt x="6663380" y="1627129"/>
                  </a:lnTo>
                  <a:lnTo>
                    <a:pt x="6622417" y="1574272"/>
                  </a:lnTo>
                  <a:lnTo>
                    <a:pt x="6581179" y="1517992"/>
                  </a:lnTo>
                  <a:lnTo>
                    <a:pt x="6539565" y="1458455"/>
                  </a:lnTo>
                  <a:lnTo>
                    <a:pt x="6497522" y="1395915"/>
                  </a:lnTo>
                  <a:lnTo>
                    <a:pt x="6455046" y="1330714"/>
                  </a:lnTo>
                  <a:lnTo>
                    <a:pt x="6412174" y="1263279"/>
                  </a:lnTo>
                  <a:lnTo>
                    <a:pt x="6368976" y="1194110"/>
                  </a:lnTo>
                  <a:lnTo>
                    <a:pt x="6325548" y="1123768"/>
                  </a:lnTo>
                  <a:lnTo>
                    <a:pt x="6282007" y="1052856"/>
                  </a:lnTo>
                  <a:lnTo>
                    <a:pt x="6238476" y="981996"/>
                  </a:lnTo>
                  <a:lnTo>
                    <a:pt x="6195080" y="911811"/>
                  </a:lnTo>
                  <a:lnTo>
                    <a:pt x="6151930" y="842897"/>
                  </a:lnTo>
                  <a:lnTo>
                    <a:pt x="6109121" y="775806"/>
                  </a:lnTo>
                  <a:lnTo>
                    <a:pt x="6066717" y="711026"/>
                  </a:lnTo>
                  <a:lnTo>
                    <a:pt x="6024748" y="648971"/>
                  </a:lnTo>
                  <a:lnTo>
                    <a:pt x="5983202" y="589968"/>
                  </a:lnTo>
                  <a:lnTo>
                    <a:pt x="5942019" y="534256"/>
                  </a:lnTo>
                  <a:lnTo>
                    <a:pt x="5901089" y="481986"/>
                  </a:lnTo>
                  <a:lnTo>
                    <a:pt x="5860242" y="433226"/>
                  </a:lnTo>
                  <a:lnTo>
                    <a:pt x="5819246" y="387964"/>
                  </a:lnTo>
                  <a:lnTo>
                    <a:pt x="5784835" y="352948"/>
                  </a:lnTo>
                  <a:lnTo>
                    <a:pt x="5736065" y="308112"/>
                  </a:lnTo>
                  <a:lnTo>
                    <a:pt x="5685651" y="267760"/>
                  </a:lnTo>
                  <a:lnTo>
                    <a:pt x="5632814" y="231666"/>
                  </a:lnTo>
                  <a:lnTo>
                    <a:pt x="5576686" y="199441"/>
                  </a:lnTo>
                  <a:lnTo>
                    <a:pt x="5516377" y="170650"/>
                  </a:lnTo>
                  <a:lnTo>
                    <a:pt x="5451057" y="144872"/>
                  </a:lnTo>
                  <a:lnTo>
                    <a:pt x="5380048" y="121735"/>
                  </a:lnTo>
                  <a:lnTo>
                    <a:pt x="5302946" y="100937"/>
                  </a:lnTo>
                  <a:lnTo>
                    <a:pt x="5219791" y="82258"/>
                  </a:lnTo>
                  <a:lnTo>
                    <a:pt x="5131260" y="65558"/>
                  </a:lnTo>
                  <a:lnTo>
                    <a:pt x="5038868" y="50778"/>
                  </a:lnTo>
                  <a:lnTo>
                    <a:pt x="4945100" y="37922"/>
                  </a:lnTo>
                  <a:lnTo>
                    <a:pt x="4853397" y="27033"/>
                  </a:lnTo>
                  <a:lnTo>
                    <a:pt x="4767882" y="18150"/>
                  </a:lnTo>
                  <a:lnTo>
                    <a:pt x="4692796" y="11267"/>
                  </a:lnTo>
                  <a:lnTo>
                    <a:pt x="4631721" y="6289"/>
                  </a:lnTo>
                  <a:lnTo>
                    <a:pt x="4586770" y="3011"/>
                  </a:lnTo>
                  <a:lnTo>
                    <a:pt x="4558034" y="1126"/>
                  </a:lnTo>
                  <a:lnTo>
                    <a:pt x="4543417" y="261"/>
                  </a:lnTo>
                  <a:lnTo>
                    <a:pt x="4538828" y="14"/>
                  </a:lnTo>
                  <a:lnTo>
                    <a:pt x="4538543" y="0"/>
                  </a:lnTo>
                  <a:lnTo>
                    <a:pt x="4016409" y="0"/>
                  </a:lnTo>
                  <a:lnTo>
                    <a:pt x="4015273" y="82"/>
                  </a:lnTo>
                  <a:lnTo>
                    <a:pt x="4007829" y="674"/>
                  </a:lnTo>
                  <a:lnTo>
                    <a:pt x="3989148" y="2310"/>
                  </a:lnTo>
                  <a:lnTo>
                    <a:pt x="3955965" y="5526"/>
                  </a:lnTo>
                  <a:lnTo>
                    <a:pt x="3906955" y="10805"/>
                  </a:lnTo>
                  <a:lnTo>
                    <a:pt x="3842817" y="18525"/>
                  </a:lnTo>
                  <a:lnTo>
                    <a:pt x="3766015" y="28918"/>
                  </a:lnTo>
                  <a:lnTo>
                    <a:pt x="3680181" y="42077"/>
                  </a:lnTo>
                  <a:lnTo>
                    <a:pt x="3589364" y="57990"/>
                  </a:lnTo>
                  <a:lnTo>
                    <a:pt x="3497357" y="76595"/>
                  </a:lnTo>
                  <a:lnTo>
                    <a:pt x="3407234" y="97844"/>
                  </a:lnTo>
                  <a:lnTo>
                    <a:pt x="3321168" y="121743"/>
                  </a:lnTo>
                  <a:lnTo>
                    <a:pt x="3240439" y="148392"/>
                  </a:lnTo>
                  <a:lnTo>
                    <a:pt x="3165583" y="177994"/>
                  </a:lnTo>
                  <a:lnTo>
                    <a:pt x="3096569" y="210864"/>
                  </a:lnTo>
                  <a:lnTo>
                    <a:pt x="3032976" y="247421"/>
                  </a:lnTo>
                  <a:lnTo>
                    <a:pt x="2974144" y="288176"/>
                  </a:lnTo>
                  <a:lnTo>
                    <a:pt x="2919279" y="333703"/>
                  </a:lnTo>
                  <a:lnTo>
                    <a:pt x="2867541" y="384589"/>
                  </a:lnTo>
                  <a:lnTo>
                    <a:pt x="2818109" y="441353"/>
                  </a:lnTo>
                  <a:lnTo>
                    <a:pt x="2770249" y="504297"/>
                  </a:lnTo>
                  <a:lnTo>
                    <a:pt x="2770117" y="504480"/>
                  </a:lnTo>
                  <a:lnTo>
                    <a:pt x="2733843" y="557352"/>
                  </a:lnTo>
                  <a:lnTo>
                    <a:pt x="2697906" y="613988"/>
                  </a:lnTo>
                  <a:lnTo>
                    <a:pt x="2662098" y="674465"/>
                  </a:lnTo>
                  <a:lnTo>
                    <a:pt x="2626257" y="738801"/>
                  </a:lnTo>
                  <a:lnTo>
                    <a:pt x="2590258" y="806954"/>
                  </a:lnTo>
                  <a:lnTo>
                    <a:pt x="2554012" y="878808"/>
                  </a:lnTo>
                  <a:lnTo>
                    <a:pt x="2517462" y="954179"/>
                  </a:lnTo>
                  <a:lnTo>
                    <a:pt x="2480580" y="1032805"/>
                  </a:lnTo>
                  <a:lnTo>
                    <a:pt x="2443365" y="1114349"/>
                  </a:lnTo>
                  <a:lnTo>
                    <a:pt x="2405841" y="1198404"/>
                  </a:lnTo>
                  <a:lnTo>
                    <a:pt x="2368050" y="1284500"/>
                  </a:lnTo>
                  <a:lnTo>
                    <a:pt x="2330054" y="1372113"/>
                  </a:lnTo>
                  <a:lnTo>
                    <a:pt x="2291927" y="1460675"/>
                  </a:lnTo>
                  <a:lnTo>
                    <a:pt x="2253750" y="1549595"/>
                  </a:lnTo>
                  <a:lnTo>
                    <a:pt x="2215607" y="1638270"/>
                  </a:lnTo>
                  <a:lnTo>
                    <a:pt x="2177581" y="1726104"/>
                  </a:lnTo>
                  <a:lnTo>
                    <a:pt x="2139747" y="1812525"/>
                  </a:lnTo>
                  <a:lnTo>
                    <a:pt x="2102169" y="1897000"/>
                  </a:lnTo>
                  <a:lnTo>
                    <a:pt x="2064893" y="1979046"/>
                  </a:lnTo>
                  <a:lnTo>
                    <a:pt x="2027948" y="2058245"/>
                  </a:lnTo>
                  <a:lnTo>
                    <a:pt x="1991338" y="2134246"/>
                  </a:lnTo>
                  <a:lnTo>
                    <a:pt x="1955038" y="2206775"/>
                  </a:lnTo>
                  <a:lnTo>
                    <a:pt x="1918999" y="2275630"/>
                  </a:lnTo>
                  <a:lnTo>
                    <a:pt x="1883137" y="2340685"/>
                  </a:lnTo>
                  <a:lnTo>
                    <a:pt x="1847334" y="2401883"/>
                  </a:lnTo>
                  <a:lnTo>
                    <a:pt x="1811435" y="2459233"/>
                  </a:lnTo>
                  <a:lnTo>
                    <a:pt x="1775242" y="2512800"/>
                  </a:lnTo>
                  <a:lnTo>
                    <a:pt x="1768425" y="2522403"/>
                  </a:lnTo>
                  <a:lnTo>
                    <a:pt x="1720569" y="2585363"/>
                  </a:lnTo>
                  <a:lnTo>
                    <a:pt x="1671141" y="2642144"/>
                  </a:lnTo>
                  <a:lnTo>
                    <a:pt x="1619411" y="2693046"/>
                  </a:lnTo>
                  <a:lnTo>
                    <a:pt x="1564556" y="2738587"/>
                  </a:lnTo>
                  <a:lnTo>
                    <a:pt x="1505736" y="2779354"/>
                  </a:lnTo>
                  <a:lnTo>
                    <a:pt x="1442157" y="2815923"/>
                  </a:lnTo>
                  <a:lnTo>
                    <a:pt x="1373159" y="2848802"/>
                  </a:lnTo>
                  <a:lnTo>
                    <a:pt x="1298319" y="2878413"/>
                  </a:lnTo>
                  <a:lnTo>
                    <a:pt x="1217607" y="2905069"/>
                  </a:lnTo>
                  <a:lnTo>
                    <a:pt x="1131554" y="2928976"/>
                  </a:lnTo>
                  <a:lnTo>
                    <a:pt x="1041440" y="2950232"/>
                  </a:lnTo>
                  <a:lnTo>
                    <a:pt x="949434" y="2968845"/>
                  </a:lnTo>
                  <a:lnTo>
                    <a:pt x="858609" y="2984766"/>
                  </a:lnTo>
                  <a:lnTo>
                    <a:pt x="772755" y="2997932"/>
                  </a:lnTo>
                  <a:lnTo>
                    <a:pt x="695922" y="3008333"/>
                  </a:lnTo>
                  <a:lnTo>
                    <a:pt x="631745" y="3016060"/>
                  </a:lnTo>
                  <a:lnTo>
                    <a:pt x="582691" y="3021346"/>
                  </a:lnTo>
                  <a:lnTo>
                    <a:pt x="549466" y="3024566"/>
                  </a:lnTo>
                  <a:lnTo>
                    <a:pt x="530747" y="3026206"/>
                  </a:lnTo>
                  <a:lnTo>
                    <a:pt x="523278" y="3026800"/>
                  </a:lnTo>
                  <a:lnTo>
                    <a:pt x="522133" y="3026883"/>
                  </a:lnTo>
                  <a:lnTo>
                    <a:pt x="0" y="3026883"/>
                  </a:lnTo>
                  <a:close/>
                </a:path>
              </a:pathLst>
            </a:custGeom>
            <a:solidFill>
              <a:srgbClr val="8BC34A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1470" name="pl1470"/>
            <p:cNvSpPr/>
            <p:nvPr/>
          </p:nvSpPr>
          <p:spPr>
            <a:xfrm>
              <a:off x="386606" y="1942266"/>
              <a:ext cx="8554953" cy="3026883"/>
            </a:xfrm>
            <a:custGeom>
              <a:avLst/>
              <a:pathLst>
                <a:path w="8554953" h="3026883">
                  <a:moveTo>
                    <a:pt x="0" y="3026883"/>
                  </a:moveTo>
                  <a:lnTo>
                    <a:pt x="522133" y="3026883"/>
                  </a:lnTo>
                  <a:lnTo>
                    <a:pt x="523269" y="3026800"/>
                  </a:lnTo>
                  <a:lnTo>
                    <a:pt x="530713" y="3026209"/>
                  </a:lnTo>
                  <a:lnTo>
                    <a:pt x="549395" y="3024573"/>
                  </a:lnTo>
                  <a:lnTo>
                    <a:pt x="582577" y="3021357"/>
                  </a:lnTo>
                  <a:lnTo>
                    <a:pt x="631587" y="3016077"/>
                  </a:lnTo>
                  <a:lnTo>
                    <a:pt x="695725" y="3008358"/>
                  </a:lnTo>
                  <a:lnTo>
                    <a:pt x="772527" y="2997965"/>
                  </a:lnTo>
                  <a:lnTo>
                    <a:pt x="858361" y="2984806"/>
                  </a:lnTo>
                  <a:lnTo>
                    <a:pt x="949178" y="2968893"/>
                  </a:lnTo>
                  <a:lnTo>
                    <a:pt x="1041186" y="2950287"/>
                  </a:lnTo>
                  <a:lnTo>
                    <a:pt x="1131308" y="2929039"/>
                  </a:lnTo>
                  <a:lnTo>
                    <a:pt x="1217374" y="2905140"/>
                  </a:lnTo>
                  <a:lnTo>
                    <a:pt x="1298103" y="2878491"/>
                  </a:lnTo>
                  <a:lnTo>
                    <a:pt x="1372959" y="2848889"/>
                  </a:lnTo>
                  <a:lnTo>
                    <a:pt x="1441973" y="2816019"/>
                  </a:lnTo>
                  <a:lnTo>
                    <a:pt x="1505566" y="2779462"/>
                  </a:lnTo>
                  <a:lnTo>
                    <a:pt x="1564398" y="2738707"/>
                  </a:lnTo>
                  <a:lnTo>
                    <a:pt x="1619263" y="2693180"/>
                  </a:lnTo>
                  <a:lnTo>
                    <a:pt x="1671001" y="2642293"/>
                  </a:lnTo>
                  <a:lnTo>
                    <a:pt x="1720434" y="2585529"/>
                  </a:lnTo>
                  <a:lnTo>
                    <a:pt x="1768293" y="2522586"/>
                  </a:lnTo>
                  <a:lnTo>
                    <a:pt x="1768425" y="2522403"/>
                  </a:lnTo>
                  <a:lnTo>
                    <a:pt x="1804699" y="2469530"/>
                  </a:lnTo>
                  <a:lnTo>
                    <a:pt x="1840637" y="2412894"/>
                  </a:lnTo>
                  <a:lnTo>
                    <a:pt x="1876444" y="2352418"/>
                  </a:lnTo>
                  <a:lnTo>
                    <a:pt x="1912285" y="2288081"/>
                  </a:lnTo>
                  <a:lnTo>
                    <a:pt x="1948284" y="2219929"/>
                  </a:lnTo>
                  <a:lnTo>
                    <a:pt x="1984530" y="2148074"/>
                  </a:lnTo>
                  <a:lnTo>
                    <a:pt x="2021080" y="2072703"/>
                  </a:lnTo>
                  <a:lnTo>
                    <a:pt x="2057962" y="1994078"/>
                  </a:lnTo>
                  <a:lnTo>
                    <a:pt x="2095177" y="1912534"/>
                  </a:lnTo>
                  <a:lnTo>
                    <a:pt x="2132702" y="1828479"/>
                  </a:lnTo>
                  <a:lnTo>
                    <a:pt x="2170492" y="1742382"/>
                  </a:lnTo>
                  <a:lnTo>
                    <a:pt x="2208488" y="1654770"/>
                  </a:lnTo>
                  <a:lnTo>
                    <a:pt x="2246615" y="1566207"/>
                  </a:lnTo>
                  <a:lnTo>
                    <a:pt x="2284792" y="1477287"/>
                  </a:lnTo>
                  <a:lnTo>
                    <a:pt x="2322935" y="1388613"/>
                  </a:lnTo>
                  <a:lnTo>
                    <a:pt x="2360961" y="1300779"/>
                  </a:lnTo>
                  <a:lnTo>
                    <a:pt x="2398795" y="1214358"/>
                  </a:lnTo>
                  <a:lnTo>
                    <a:pt x="2436373" y="1129883"/>
                  </a:lnTo>
                  <a:lnTo>
                    <a:pt x="2473649" y="1047837"/>
                  </a:lnTo>
                  <a:lnTo>
                    <a:pt x="2510594" y="968638"/>
                  </a:lnTo>
                  <a:lnTo>
                    <a:pt x="2547205" y="892637"/>
                  </a:lnTo>
                  <a:lnTo>
                    <a:pt x="2583504" y="820108"/>
                  </a:lnTo>
                  <a:lnTo>
                    <a:pt x="2619543" y="751253"/>
                  </a:lnTo>
                  <a:lnTo>
                    <a:pt x="2655405" y="686198"/>
                  </a:lnTo>
                  <a:lnTo>
                    <a:pt x="2691208" y="625000"/>
                  </a:lnTo>
                  <a:lnTo>
                    <a:pt x="2727107" y="567650"/>
                  </a:lnTo>
                  <a:lnTo>
                    <a:pt x="2763300" y="514082"/>
                  </a:lnTo>
                  <a:lnTo>
                    <a:pt x="2770117" y="504480"/>
                  </a:lnTo>
                  <a:lnTo>
                    <a:pt x="2817974" y="441520"/>
                  </a:lnTo>
                  <a:lnTo>
                    <a:pt x="2867401" y="384739"/>
                  </a:lnTo>
                  <a:lnTo>
                    <a:pt x="2919131" y="333836"/>
                  </a:lnTo>
                  <a:lnTo>
                    <a:pt x="2973986" y="288296"/>
                  </a:lnTo>
                  <a:lnTo>
                    <a:pt x="3032806" y="247528"/>
                  </a:lnTo>
                  <a:lnTo>
                    <a:pt x="3096385" y="210960"/>
                  </a:lnTo>
                  <a:lnTo>
                    <a:pt x="3165384" y="178080"/>
                  </a:lnTo>
                  <a:lnTo>
                    <a:pt x="3240223" y="148470"/>
                  </a:lnTo>
                  <a:lnTo>
                    <a:pt x="3320935" y="121813"/>
                  </a:lnTo>
                  <a:lnTo>
                    <a:pt x="3406989" y="97907"/>
                  </a:lnTo>
                  <a:lnTo>
                    <a:pt x="3497102" y="76651"/>
                  </a:lnTo>
                  <a:lnTo>
                    <a:pt x="3589108" y="58038"/>
                  </a:lnTo>
                  <a:lnTo>
                    <a:pt x="3679933" y="42117"/>
                  </a:lnTo>
                  <a:lnTo>
                    <a:pt x="3765787" y="28950"/>
                  </a:lnTo>
                  <a:lnTo>
                    <a:pt x="3842620" y="18550"/>
                  </a:lnTo>
                  <a:lnTo>
                    <a:pt x="3906797" y="10823"/>
                  </a:lnTo>
                  <a:lnTo>
                    <a:pt x="3955851" y="5537"/>
                  </a:lnTo>
                  <a:lnTo>
                    <a:pt x="3989077" y="2316"/>
                  </a:lnTo>
                  <a:lnTo>
                    <a:pt x="4007795" y="677"/>
                  </a:lnTo>
                  <a:lnTo>
                    <a:pt x="4015264" y="83"/>
                  </a:lnTo>
                  <a:lnTo>
                    <a:pt x="4016409" y="0"/>
                  </a:lnTo>
                  <a:lnTo>
                    <a:pt x="4016409" y="0"/>
                  </a:lnTo>
                  <a:lnTo>
                    <a:pt x="4538543" y="0"/>
                  </a:lnTo>
                  <a:lnTo>
                    <a:pt x="4539743" y="61"/>
                  </a:lnTo>
                  <a:lnTo>
                    <a:pt x="4547597" y="499"/>
                  </a:lnTo>
                  <a:lnTo>
                    <a:pt x="4567270" y="1710"/>
                  </a:lnTo>
                  <a:lnTo>
                    <a:pt x="4602122" y="4090"/>
                  </a:lnTo>
                  <a:lnTo>
                    <a:pt x="4653414" y="7992"/>
                  </a:lnTo>
                  <a:lnTo>
                    <a:pt x="4720233" y="13686"/>
                  </a:lnTo>
                  <a:lnTo>
                    <a:pt x="4799815" y="21333"/>
                  </a:lnTo>
                  <a:lnTo>
                    <a:pt x="4888226" y="30992"/>
                  </a:lnTo>
                  <a:lnTo>
                    <a:pt x="4981185" y="42645"/>
                  </a:lnTo>
                  <a:lnTo>
                    <a:pt x="5074781" y="56245"/>
                  </a:lnTo>
                  <a:lnTo>
                    <a:pt x="5165925" y="71762"/>
                  </a:lnTo>
                  <a:lnTo>
                    <a:pt x="5252514" y="89214"/>
                  </a:lnTo>
                  <a:lnTo>
                    <a:pt x="5333378" y="108688"/>
                  </a:lnTo>
                  <a:lnTo>
                    <a:pt x="5408109" y="130356"/>
                  </a:lnTo>
                  <a:lnTo>
                    <a:pt x="5476861" y="154471"/>
                  </a:lnTo>
                  <a:lnTo>
                    <a:pt x="5540159" y="181362"/>
                  </a:lnTo>
                  <a:lnTo>
                    <a:pt x="5598755" y="211424"/>
                  </a:lnTo>
                  <a:lnTo>
                    <a:pt x="5653509" y="245089"/>
                  </a:lnTo>
                  <a:lnTo>
                    <a:pt x="5705313" y="282783"/>
                  </a:lnTo>
                  <a:lnTo>
                    <a:pt x="5755009" y="324848"/>
                  </a:lnTo>
                  <a:lnTo>
                    <a:pt x="5784835" y="352948"/>
                  </a:lnTo>
                  <a:lnTo>
                    <a:pt x="5826184" y="395357"/>
                  </a:lnTo>
                  <a:lnTo>
                    <a:pt x="5867136" y="441205"/>
                  </a:lnTo>
                  <a:lnTo>
                    <a:pt x="5907982" y="490559"/>
                  </a:lnTo>
                  <a:lnTo>
                    <a:pt x="5948945" y="543416"/>
                  </a:lnTo>
                  <a:lnTo>
                    <a:pt x="5990183" y="599696"/>
                  </a:lnTo>
                  <a:lnTo>
                    <a:pt x="6031797" y="659233"/>
                  </a:lnTo>
                  <a:lnTo>
                    <a:pt x="6073840" y="721773"/>
                  </a:lnTo>
                  <a:lnTo>
                    <a:pt x="6116316" y="786974"/>
                  </a:lnTo>
                  <a:lnTo>
                    <a:pt x="6159188" y="854409"/>
                  </a:lnTo>
                  <a:lnTo>
                    <a:pt x="6202386" y="923578"/>
                  </a:lnTo>
                  <a:lnTo>
                    <a:pt x="6245814" y="993920"/>
                  </a:lnTo>
                  <a:lnTo>
                    <a:pt x="6289355" y="1064832"/>
                  </a:lnTo>
                  <a:lnTo>
                    <a:pt x="6332886" y="1135692"/>
                  </a:lnTo>
                  <a:lnTo>
                    <a:pt x="6376282" y="1205877"/>
                  </a:lnTo>
                  <a:lnTo>
                    <a:pt x="6419432" y="1274791"/>
                  </a:lnTo>
                  <a:lnTo>
                    <a:pt x="6462241" y="1341882"/>
                  </a:lnTo>
                  <a:lnTo>
                    <a:pt x="6504645" y="1406662"/>
                  </a:lnTo>
                  <a:lnTo>
                    <a:pt x="6546614" y="1468717"/>
                  </a:lnTo>
                  <a:lnTo>
                    <a:pt x="6588160" y="1527720"/>
                  </a:lnTo>
                  <a:lnTo>
                    <a:pt x="6629343" y="1583432"/>
                  </a:lnTo>
                  <a:lnTo>
                    <a:pt x="6670273" y="1635702"/>
                  </a:lnTo>
                  <a:lnTo>
                    <a:pt x="6711120" y="1684462"/>
                  </a:lnTo>
                  <a:lnTo>
                    <a:pt x="6752116" y="1729724"/>
                  </a:lnTo>
                  <a:lnTo>
                    <a:pt x="6786527" y="1764740"/>
                  </a:lnTo>
                  <a:lnTo>
                    <a:pt x="6835297" y="1809577"/>
                  </a:lnTo>
                  <a:lnTo>
                    <a:pt x="6885711" y="1849928"/>
                  </a:lnTo>
                  <a:lnTo>
                    <a:pt x="6938548" y="1886023"/>
                  </a:lnTo>
                  <a:lnTo>
                    <a:pt x="6994676" y="1918247"/>
                  </a:lnTo>
                  <a:lnTo>
                    <a:pt x="7054985" y="1947038"/>
                  </a:lnTo>
                  <a:lnTo>
                    <a:pt x="7120305" y="1972816"/>
                  </a:lnTo>
                  <a:lnTo>
                    <a:pt x="7191314" y="1995953"/>
                  </a:lnTo>
                  <a:lnTo>
                    <a:pt x="7268416" y="2016751"/>
                  </a:lnTo>
                  <a:lnTo>
                    <a:pt x="7351571" y="2035430"/>
                  </a:lnTo>
                  <a:lnTo>
                    <a:pt x="7440102" y="2052130"/>
                  </a:lnTo>
                  <a:lnTo>
                    <a:pt x="7532494" y="2066910"/>
                  </a:lnTo>
                  <a:lnTo>
                    <a:pt x="7626262" y="2079766"/>
                  </a:lnTo>
                  <a:lnTo>
                    <a:pt x="7717965" y="2090655"/>
                  </a:lnTo>
                  <a:lnTo>
                    <a:pt x="7803480" y="2099538"/>
                  </a:lnTo>
                  <a:lnTo>
                    <a:pt x="7878566" y="2106421"/>
                  </a:lnTo>
                  <a:lnTo>
                    <a:pt x="7939641" y="2111399"/>
                  </a:lnTo>
                  <a:lnTo>
                    <a:pt x="7984592" y="2114678"/>
                  </a:lnTo>
                  <a:lnTo>
                    <a:pt x="8013328" y="2116562"/>
                  </a:lnTo>
                  <a:lnTo>
                    <a:pt x="8027945" y="2117428"/>
                  </a:lnTo>
                  <a:lnTo>
                    <a:pt x="8032534" y="2117674"/>
                  </a:lnTo>
                  <a:lnTo>
                    <a:pt x="8032819" y="2117689"/>
                  </a:lnTo>
                  <a:lnTo>
                    <a:pt x="8554953" y="2117689"/>
                  </a:lnTo>
                  <a:lnTo>
                    <a:pt x="8554953" y="2117689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471" name="pl1471"/>
            <p:cNvSpPr/>
            <p:nvPr/>
          </p:nvSpPr>
          <p:spPr>
            <a:xfrm>
              <a:off x="386606" y="1936619"/>
              <a:ext cx="8554953" cy="3026883"/>
            </a:xfrm>
            <a:custGeom>
              <a:avLst/>
              <a:pathLst>
                <a:path w="8554953" h="3026883">
                  <a:moveTo>
                    <a:pt x="8554953" y="2117689"/>
                  </a:moveTo>
                  <a:lnTo>
                    <a:pt x="8032819" y="2117689"/>
                  </a:lnTo>
                  <a:lnTo>
                    <a:pt x="8031619" y="2117627"/>
                  </a:lnTo>
                  <a:lnTo>
                    <a:pt x="8023765" y="2117189"/>
                  </a:lnTo>
                  <a:lnTo>
                    <a:pt x="8004092" y="2115978"/>
                  </a:lnTo>
                  <a:lnTo>
                    <a:pt x="7969240" y="2113598"/>
                  </a:lnTo>
                  <a:lnTo>
                    <a:pt x="7917948" y="2109697"/>
                  </a:lnTo>
                  <a:lnTo>
                    <a:pt x="7851129" y="2104003"/>
                  </a:lnTo>
                  <a:lnTo>
                    <a:pt x="7771547" y="2096355"/>
                  </a:lnTo>
                  <a:lnTo>
                    <a:pt x="7683136" y="2086696"/>
                  </a:lnTo>
                  <a:lnTo>
                    <a:pt x="7590177" y="2075043"/>
                  </a:lnTo>
                  <a:lnTo>
                    <a:pt x="7496581" y="2061443"/>
                  </a:lnTo>
                  <a:lnTo>
                    <a:pt x="7405437" y="2045926"/>
                  </a:lnTo>
                  <a:lnTo>
                    <a:pt x="7318848" y="2028475"/>
                  </a:lnTo>
                  <a:lnTo>
                    <a:pt x="7237984" y="2009000"/>
                  </a:lnTo>
                  <a:lnTo>
                    <a:pt x="7163253" y="1987332"/>
                  </a:lnTo>
                  <a:lnTo>
                    <a:pt x="7094501" y="1963217"/>
                  </a:lnTo>
                  <a:lnTo>
                    <a:pt x="7031203" y="1936326"/>
                  </a:lnTo>
                  <a:lnTo>
                    <a:pt x="6972607" y="1906264"/>
                  </a:lnTo>
                  <a:lnTo>
                    <a:pt x="6917853" y="1872599"/>
                  </a:lnTo>
                  <a:lnTo>
                    <a:pt x="6866049" y="1834905"/>
                  </a:lnTo>
                  <a:lnTo>
                    <a:pt x="6816353" y="1792840"/>
                  </a:lnTo>
                  <a:lnTo>
                    <a:pt x="6786527" y="1764740"/>
                  </a:lnTo>
                  <a:lnTo>
                    <a:pt x="6745178" y="1722331"/>
                  </a:lnTo>
                  <a:lnTo>
                    <a:pt x="6704226" y="1676483"/>
                  </a:lnTo>
                  <a:lnTo>
                    <a:pt x="6663380" y="1627129"/>
                  </a:lnTo>
                  <a:lnTo>
                    <a:pt x="6622417" y="1574272"/>
                  </a:lnTo>
                  <a:lnTo>
                    <a:pt x="6581179" y="1517992"/>
                  </a:lnTo>
                  <a:lnTo>
                    <a:pt x="6539565" y="1458455"/>
                  </a:lnTo>
                  <a:lnTo>
                    <a:pt x="6497522" y="1395915"/>
                  </a:lnTo>
                  <a:lnTo>
                    <a:pt x="6455046" y="1330714"/>
                  </a:lnTo>
                  <a:lnTo>
                    <a:pt x="6412174" y="1263279"/>
                  </a:lnTo>
                  <a:lnTo>
                    <a:pt x="6368976" y="1194110"/>
                  </a:lnTo>
                  <a:lnTo>
                    <a:pt x="6325548" y="1123768"/>
                  </a:lnTo>
                  <a:lnTo>
                    <a:pt x="6282007" y="1052856"/>
                  </a:lnTo>
                  <a:lnTo>
                    <a:pt x="6238476" y="981996"/>
                  </a:lnTo>
                  <a:lnTo>
                    <a:pt x="6195080" y="911811"/>
                  </a:lnTo>
                  <a:lnTo>
                    <a:pt x="6151930" y="842897"/>
                  </a:lnTo>
                  <a:lnTo>
                    <a:pt x="6109121" y="775806"/>
                  </a:lnTo>
                  <a:lnTo>
                    <a:pt x="6066717" y="711026"/>
                  </a:lnTo>
                  <a:lnTo>
                    <a:pt x="6024748" y="648971"/>
                  </a:lnTo>
                  <a:lnTo>
                    <a:pt x="5983202" y="589968"/>
                  </a:lnTo>
                  <a:lnTo>
                    <a:pt x="5942019" y="534256"/>
                  </a:lnTo>
                  <a:lnTo>
                    <a:pt x="5901089" y="481986"/>
                  </a:lnTo>
                  <a:lnTo>
                    <a:pt x="5860242" y="433226"/>
                  </a:lnTo>
                  <a:lnTo>
                    <a:pt x="5819246" y="387964"/>
                  </a:lnTo>
                  <a:lnTo>
                    <a:pt x="5784835" y="352948"/>
                  </a:lnTo>
                  <a:lnTo>
                    <a:pt x="5736065" y="308112"/>
                  </a:lnTo>
                  <a:lnTo>
                    <a:pt x="5685651" y="267760"/>
                  </a:lnTo>
                  <a:lnTo>
                    <a:pt x="5632814" y="231666"/>
                  </a:lnTo>
                  <a:lnTo>
                    <a:pt x="5576686" y="199441"/>
                  </a:lnTo>
                  <a:lnTo>
                    <a:pt x="5516377" y="170650"/>
                  </a:lnTo>
                  <a:lnTo>
                    <a:pt x="5451057" y="144872"/>
                  </a:lnTo>
                  <a:lnTo>
                    <a:pt x="5380048" y="121735"/>
                  </a:lnTo>
                  <a:lnTo>
                    <a:pt x="5302946" y="100937"/>
                  </a:lnTo>
                  <a:lnTo>
                    <a:pt x="5219791" y="82258"/>
                  </a:lnTo>
                  <a:lnTo>
                    <a:pt x="5131260" y="65558"/>
                  </a:lnTo>
                  <a:lnTo>
                    <a:pt x="5038868" y="50778"/>
                  </a:lnTo>
                  <a:lnTo>
                    <a:pt x="4945100" y="37922"/>
                  </a:lnTo>
                  <a:lnTo>
                    <a:pt x="4853397" y="27033"/>
                  </a:lnTo>
                  <a:lnTo>
                    <a:pt x="4767882" y="18150"/>
                  </a:lnTo>
                  <a:lnTo>
                    <a:pt x="4692796" y="11267"/>
                  </a:lnTo>
                  <a:lnTo>
                    <a:pt x="4631721" y="6289"/>
                  </a:lnTo>
                  <a:lnTo>
                    <a:pt x="4586770" y="3011"/>
                  </a:lnTo>
                  <a:lnTo>
                    <a:pt x="4558034" y="1126"/>
                  </a:lnTo>
                  <a:lnTo>
                    <a:pt x="4543417" y="261"/>
                  </a:lnTo>
                  <a:lnTo>
                    <a:pt x="4538828" y="14"/>
                  </a:lnTo>
                  <a:lnTo>
                    <a:pt x="4538543" y="0"/>
                  </a:lnTo>
                  <a:lnTo>
                    <a:pt x="4016409" y="0"/>
                  </a:lnTo>
                  <a:lnTo>
                    <a:pt x="4015273" y="82"/>
                  </a:lnTo>
                  <a:lnTo>
                    <a:pt x="4007829" y="674"/>
                  </a:lnTo>
                  <a:lnTo>
                    <a:pt x="3989148" y="2310"/>
                  </a:lnTo>
                  <a:lnTo>
                    <a:pt x="3955965" y="5526"/>
                  </a:lnTo>
                  <a:lnTo>
                    <a:pt x="3906955" y="10805"/>
                  </a:lnTo>
                  <a:lnTo>
                    <a:pt x="3842817" y="18525"/>
                  </a:lnTo>
                  <a:lnTo>
                    <a:pt x="3766015" y="28918"/>
                  </a:lnTo>
                  <a:lnTo>
                    <a:pt x="3680181" y="42077"/>
                  </a:lnTo>
                  <a:lnTo>
                    <a:pt x="3589364" y="57990"/>
                  </a:lnTo>
                  <a:lnTo>
                    <a:pt x="3497357" y="76595"/>
                  </a:lnTo>
                  <a:lnTo>
                    <a:pt x="3407234" y="97844"/>
                  </a:lnTo>
                  <a:lnTo>
                    <a:pt x="3321168" y="121743"/>
                  </a:lnTo>
                  <a:lnTo>
                    <a:pt x="3240439" y="148392"/>
                  </a:lnTo>
                  <a:lnTo>
                    <a:pt x="3165583" y="177994"/>
                  </a:lnTo>
                  <a:lnTo>
                    <a:pt x="3096569" y="210864"/>
                  </a:lnTo>
                  <a:lnTo>
                    <a:pt x="3032976" y="247421"/>
                  </a:lnTo>
                  <a:lnTo>
                    <a:pt x="2974144" y="288176"/>
                  </a:lnTo>
                  <a:lnTo>
                    <a:pt x="2919279" y="333703"/>
                  </a:lnTo>
                  <a:lnTo>
                    <a:pt x="2867541" y="384589"/>
                  </a:lnTo>
                  <a:lnTo>
                    <a:pt x="2818109" y="441353"/>
                  </a:lnTo>
                  <a:lnTo>
                    <a:pt x="2770249" y="504297"/>
                  </a:lnTo>
                  <a:lnTo>
                    <a:pt x="2770117" y="504480"/>
                  </a:lnTo>
                  <a:lnTo>
                    <a:pt x="2733843" y="557352"/>
                  </a:lnTo>
                  <a:lnTo>
                    <a:pt x="2697906" y="613988"/>
                  </a:lnTo>
                  <a:lnTo>
                    <a:pt x="2662098" y="674465"/>
                  </a:lnTo>
                  <a:lnTo>
                    <a:pt x="2626257" y="738801"/>
                  </a:lnTo>
                  <a:lnTo>
                    <a:pt x="2590258" y="806954"/>
                  </a:lnTo>
                  <a:lnTo>
                    <a:pt x="2554012" y="878808"/>
                  </a:lnTo>
                  <a:lnTo>
                    <a:pt x="2517462" y="954179"/>
                  </a:lnTo>
                  <a:lnTo>
                    <a:pt x="2480580" y="1032805"/>
                  </a:lnTo>
                  <a:lnTo>
                    <a:pt x="2443365" y="1114349"/>
                  </a:lnTo>
                  <a:lnTo>
                    <a:pt x="2405841" y="1198404"/>
                  </a:lnTo>
                  <a:lnTo>
                    <a:pt x="2368050" y="1284500"/>
                  </a:lnTo>
                  <a:lnTo>
                    <a:pt x="2330054" y="1372113"/>
                  </a:lnTo>
                  <a:lnTo>
                    <a:pt x="2291927" y="1460675"/>
                  </a:lnTo>
                  <a:lnTo>
                    <a:pt x="2253750" y="1549595"/>
                  </a:lnTo>
                  <a:lnTo>
                    <a:pt x="2215607" y="1638270"/>
                  </a:lnTo>
                  <a:lnTo>
                    <a:pt x="2177581" y="1726104"/>
                  </a:lnTo>
                  <a:lnTo>
                    <a:pt x="2139747" y="1812525"/>
                  </a:lnTo>
                  <a:lnTo>
                    <a:pt x="2102169" y="1897000"/>
                  </a:lnTo>
                  <a:lnTo>
                    <a:pt x="2064893" y="1979046"/>
                  </a:lnTo>
                  <a:lnTo>
                    <a:pt x="2027948" y="2058245"/>
                  </a:lnTo>
                  <a:lnTo>
                    <a:pt x="1991338" y="2134246"/>
                  </a:lnTo>
                  <a:lnTo>
                    <a:pt x="1955038" y="2206775"/>
                  </a:lnTo>
                  <a:lnTo>
                    <a:pt x="1918999" y="2275630"/>
                  </a:lnTo>
                  <a:lnTo>
                    <a:pt x="1883137" y="2340685"/>
                  </a:lnTo>
                  <a:lnTo>
                    <a:pt x="1847334" y="2401883"/>
                  </a:lnTo>
                  <a:lnTo>
                    <a:pt x="1811435" y="2459233"/>
                  </a:lnTo>
                  <a:lnTo>
                    <a:pt x="1775242" y="2512800"/>
                  </a:lnTo>
                  <a:lnTo>
                    <a:pt x="1768425" y="2522403"/>
                  </a:lnTo>
                  <a:lnTo>
                    <a:pt x="1720569" y="2585363"/>
                  </a:lnTo>
                  <a:lnTo>
                    <a:pt x="1671141" y="2642144"/>
                  </a:lnTo>
                  <a:lnTo>
                    <a:pt x="1619411" y="2693046"/>
                  </a:lnTo>
                  <a:lnTo>
                    <a:pt x="1564556" y="2738587"/>
                  </a:lnTo>
                  <a:lnTo>
                    <a:pt x="1505736" y="2779354"/>
                  </a:lnTo>
                  <a:lnTo>
                    <a:pt x="1442157" y="2815923"/>
                  </a:lnTo>
                  <a:lnTo>
                    <a:pt x="1373159" y="2848802"/>
                  </a:lnTo>
                  <a:lnTo>
                    <a:pt x="1298319" y="2878413"/>
                  </a:lnTo>
                  <a:lnTo>
                    <a:pt x="1217607" y="2905069"/>
                  </a:lnTo>
                  <a:lnTo>
                    <a:pt x="1131554" y="2928976"/>
                  </a:lnTo>
                  <a:lnTo>
                    <a:pt x="1041440" y="2950232"/>
                  </a:lnTo>
                  <a:lnTo>
                    <a:pt x="949434" y="2968845"/>
                  </a:lnTo>
                  <a:lnTo>
                    <a:pt x="858609" y="2984766"/>
                  </a:lnTo>
                  <a:lnTo>
                    <a:pt x="772755" y="2997932"/>
                  </a:lnTo>
                  <a:lnTo>
                    <a:pt x="695922" y="3008333"/>
                  </a:lnTo>
                  <a:lnTo>
                    <a:pt x="631745" y="3016060"/>
                  </a:lnTo>
                  <a:lnTo>
                    <a:pt x="582691" y="3021346"/>
                  </a:lnTo>
                  <a:lnTo>
                    <a:pt x="549466" y="3024566"/>
                  </a:lnTo>
                  <a:lnTo>
                    <a:pt x="530747" y="3026206"/>
                  </a:lnTo>
                  <a:lnTo>
                    <a:pt x="523278" y="3026800"/>
                  </a:lnTo>
                  <a:lnTo>
                    <a:pt x="522133" y="3026883"/>
                  </a:lnTo>
                  <a:lnTo>
                    <a:pt x="522133" y="3026883"/>
                  </a:lnTo>
                  <a:lnTo>
                    <a:pt x="0" y="3026883"/>
                  </a:lnTo>
                  <a:lnTo>
                    <a:pt x="0" y="3026883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472" name="pg1472"/>
            <p:cNvSpPr/>
            <p:nvPr/>
          </p:nvSpPr>
          <p:spPr>
            <a:xfrm>
              <a:off x="386606" y="2032620"/>
              <a:ext cx="8554953" cy="3348772"/>
            </a:xfrm>
            <a:custGeom>
              <a:avLst/>
              <a:pathLst>
                <a:path w="8554953" h="3348772">
                  <a:moveTo>
                    <a:pt x="0" y="2942176"/>
                  </a:moveTo>
                  <a:lnTo>
                    <a:pt x="522133" y="2942176"/>
                  </a:lnTo>
                  <a:lnTo>
                    <a:pt x="523276" y="2942095"/>
                  </a:lnTo>
                  <a:lnTo>
                    <a:pt x="530765" y="2941517"/>
                  </a:lnTo>
                  <a:lnTo>
                    <a:pt x="549554" y="2939920"/>
                  </a:lnTo>
                  <a:lnTo>
                    <a:pt x="582919" y="2936781"/>
                  </a:lnTo>
                  <a:lnTo>
                    <a:pt x="632179" y="2931627"/>
                  </a:lnTo>
                  <a:lnTo>
                    <a:pt x="696612" y="2924094"/>
                  </a:lnTo>
                  <a:lnTo>
                    <a:pt x="773722" y="2913954"/>
                  </a:lnTo>
                  <a:lnTo>
                    <a:pt x="859844" y="2901119"/>
                  </a:lnTo>
                  <a:lnTo>
                    <a:pt x="950901" y="2885602"/>
                  </a:lnTo>
                  <a:lnTo>
                    <a:pt x="1043089" y="2867463"/>
                  </a:lnTo>
                  <a:lnTo>
                    <a:pt x="1133330" y="2846750"/>
                  </a:lnTo>
                  <a:lnTo>
                    <a:pt x="1219459" y="2823454"/>
                  </a:lnTo>
                  <a:lnTo>
                    <a:pt x="1300206" y="2797475"/>
                  </a:lnTo>
                  <a:lnTo>
                    <a:pt x="1375050" y="2768612"/>
                  </a:lnTo>
                  <a:lnTo>
                    <a:pt x="1444037" y="2736555"/>
                  </a:lnTo>
                  <a:lnTo>
                    <a:pt x="1507597" y="2700892"/>
                  </a:lnTo>
                  <a:lnTo>
                    <a:pt x="1566402" y="2661121"/>
                  </a:lnTo>
                  <a:lnTo>
                    <a:pt x="1621252" y="2616682"/>
                  </a:lnTo>
                  <a:lnTo>
                    <a:pt x="1672994" y="2567000"/>
                  </a:lnTo>
                  <a:lnTo>
                    <a:pt x="1722452" y="2511576"/>
                  </a:lnTo>
                  <a:lnTo>
                    <a:pt x="1768425" y="2452754"/>
                  </a:lnTo>
                  <a:lnTo>
                    <a:pt x="1805137" y="2400814"/>
                  </a:lnTo>
                  <a:lnTo>
                    <a:pt x="1841508" y="2345133"/>
                  </a:lnTo>
                  <a:lnTo>
                    <a:pt x="1877750" y="2285633"/>
                  </a:lnTo>
                  <a:lnTo>
                    <a:pt x="1914031" y="2222298"/>
                  </a:lnTo>
                  <a:lnTo>
                    <a:pt x="1950480" y="2155174"/>
                  </a:lnTo>
                  <a:lnTo>
                    <a:pt x="1987185" y="2084379"/>
                  </a:lnTo>
                  <a:lnTo>
                    <a:pt x="2024205" y="2010107"/>
                  </a:lnTo>
                  <a:lnTo>
                    <a:pt x="2061567" y="1932625"/>
                  </a:lnTo>
                  <a:lnTo>
                    <a:pt x="2099268" y="1852280"/>
                  </a:lnTo>
                  <a:lnTo>
                    <a:pt x="2137283" y="1769486"/>
                  </a:lnTo>
                  <a:lnTo>
                    <a:pt x="2175563" y="1684726"/>
                  </a:lnTo>
                  <a:lnTo>
                    <a:pt x="2214043" y="1598531"/>
                  </a:lnTo>
                  <a:lnTo>
                    <a:pt x="2252647" y="1511477"/>
                  </a:lnTo>
                  <a:lnTo>
                    <a:pt x="2291289" y="1424162"/>
                  </a:lnTo>
                  <a:lnTo>
                    <a:pt x="2329880" y="1337193"/>
                  </a:lnTo>
                  <a:lnTo>
                    <a:pt x="2368337" y="1251165"/>
                  </a:lnTo>
                  <a:lnTo>
                    <a:pt x="2406584" y="1166648"/>
                  </a:lnTo>
                  <a:lnTo>
                    <a:pt x="2444557" y="1084169"/>
                  </a:lnTo>
                  <a:lnTo>
                    <a:pt x="2482212" y="1004200"/>
                  </a:lnTo>
                  <a:lnTo>
                    <a:pt x="2519525" y="927147"/>
                  </a:lnTo>
                  <a:lnTo>
                    <a:pt x="2556499" y="853346"/>
                  </a:lnTo>
                  <a:lnTo>
                    <a:pt x="2593165" y="783054"/>
                  </a:lnTo>
                  <a:lnTo>
                    <a:pt x="2629583" y="716453"/>
                  </a:lnTo>
                  <a:lnTo>
                    <a:pt x="2665851" y="653652"/>
                  </a:lnTo>
                  <a:lnTo>
                    <a:pt x="2702100" y="594688"/>
                  </a:lnTo>
                  <a:lnTo>
                    <a:pt x="2738504" y="539535"/>
                  </a:lnTo>
                  <a:lnTo>
                    <a:pt x="2770117" y="495068"/>
                  </a:lnTo>
                  <a:lnTo>
                    <a:pt x="2818075" y="433866"/>
                  </a:lnTo>
                  <a:lnTo>
                    <a:pt x="2867611" y="378684"/>
                  </a:lnTo>
                  <a:lnTo>
                    <a:pt x="2919463" y="329227"/>
                  </a:lnTo>
                  <a:lnTo>
                    <a:pt x="2974458" y="284990"/>
                  </a:lnTo>
                  <a:lnTo>
                    <a:pt x="3033442" y="245397"/>
                  </a:lnTo>
                  <a:lnTo>
                    <a:pt x="3097212" y="209890"/>
                  </a:lnTo>
                  <a:lnTo>
                    <a:pt x="3166431" y="177971"/>
                  </a:lnTo>
                  <a:lnTo>
                    <a:pt x="3241519" y="149232"/>
                  </a:lnTo>
                  <a:lnTo>
                    <a:pt x="3322501" y="123366"/>
                  </a:lnTo>
                  <a:lnTo>
                    <a:pt x="3408828" y="100176"/>
                  </a:lnTo>
                  <a:lnTo>
                    <a:pt x="3499197" y="79568"/>
                  </a:lnTo>
                  <a:lnTo>
                    <a:pt x="3591405" y="61535"/>
                  </a:lnTo>
                  <a:lnTo>
                    <a:pt x="3682339" y="46126"/>
                  </a:lnTo>
                  <a:lnTo>
                    <a:pt x="3768172" y="33402"/>
                  </a:lnTo>
                  <a:lnTo>
                    <a:pt x="3844831" y="23371"/>
                  </a:lnTo>
                  <a:lnTo>
                    <a:pt x="3908683" y="15940"/>
                  </a:lnTo>
                  <a:lnTo>
                    <a:pt x="3957295" y="10877"/>
                  </a:lnTo>
                  <a:lnTo>
                    <a:pt x="3990024" y="7810"/>
                  </a:lnTo>
                  <a:lnTo>
                    <a:pt x="4008276" y="6265"/>
                  </a:lnTo>
                  <a:lnTo>
                    <a:pt x="4015398" y="5718"/>
                  </a:lnTo>
                  <a:lnTo>
                    <a:pt x="4016409" y="5647"/>
                  </a:lnTo>
                  <a:lnTo>
                    <a:pt x="4538543" y="5647"/>
                  </a:lnTo>
                  <a:lnTo>
                    <a:pt x="4539653" y="5736"/>
                  </a:lnTo>
                  <a:lnTo>
                    <a:pt x="4546936" y="6375"/>
                  </a:lnTo>
                  <a:lnTo>
                    <a:pt x="4565227" y="8140"/>
                  </a:lnTo>
                  <a:lnTo>
                    <a:pt x="4597748" y="11611"/>
                  </a:lnTo>
                  <a:lnTo>
                    <a:pt x="4645850" y="17313"/>
                  </a:lnTo>
                  <a:lnTo>
                    <a:pt x="4708913" y="25656"/>
                  </a:lnTo>
                  <a:lnTo>
                    <a:pt x="4784593" y="36899"/>
                  </a:lnTo>
                  <a:lnTo>
                    <a:pt x="4869375" y="51150"/>
                  </a:lnTo>
                  <a:lnTo>
                    <a:pt x="4959305" y="68399"/>
                  </a:lnTo>
                  <a:lnTo>
                    <a:pt x="5050643" y="88582"/>
                  </a:lnTo>
                  <a:lnTo>
                    <a:pt x="5140323" y="111642"/>
                  </a:lnTo>
                  <a:lnTo>
                    <a:pt x="5226151" y="137582"/>
                  </a:lnTo>
                  <a:lnTo>
                    <a:pt x="5306802" y="166497"/>
                  </a:lnTo>
                  <a:lnTo>
                    <a:pt x="5381694" y="198598"/>
                  </a:lnTo>
                  <a:lnTo>
                    <a:pt x="5450808" y="234211"/>
                  </a:lnTo>
                  <a:lnTo>
                    <a:pt x="5514520" y="273778"/>
                  </a:lnTo>
                  <a:lnTo>
                    <a:pt x="5573455" y="317839"/>
                  </a:lnTo>
                  <a:lnTo>
                    <a:pt x="5628378" y="367008"/>
                  </a:lnTo>
                  <a:lnTo>
                    <a:pt x="5680109" y="421921"/>
                  </a:lnTo>
                  <a:lnTo>
                    <a:pt x="5729455" y="483157"/>
                  </a:lnTo>
                  <a:lnTo>
                    <a:pt x="5777152" y="551089"/>
                  </a:lnTo>
                  <a:lnTo>
                    <a:pt x="5784835" y="562834"/>
                  </a:lnTo>
                  <a:lnTo>
                    <a:pt x="5819673" y="618828"/>
                  </a:lnTo>
                  <a:lnTo>
                    <a:pt x="5854193" y="678650"/>
                  </a:lnTo>
                  <a:lnTo>
                    <a:pt x="5888580" y="742379"/>
                  </a:lnTo>
                  <a:lnTo>
                    <a:pt x="5922981" y="810040"/>
                  </a:lnTo>
                  <a:lnTo>
                    <a:pt x="5957513" y="881598"/>
                  </a:lnTo>
                  <a:lnTo>
                    <a:pt x="5992258" y="956957"/>
                  </a:lnTo>
                  <a:lnTo>
                    <a:pt x="6027274" y="1035949"/>
                  </a:lnTo>
                  <a:lnTo>
                    <a:pt x="6062591" y="1118337"/>
                  </a:lnTo>
                  <a:lnTo>
                    <a:pt x="6098219" y="1203814"/>
                  </a:lnTo>
                  <a:lnTo>
                    <a:pt x="6134141" y="1292006"/>
                  </a:lnTo>
                  <a:lnTo>
                    <a:pt x="6170328" y="1382475"/>
                  </a:lnTo>
                  <a:lnTo>
                    <a:pt x="6206729" y="1474728"/>
                  </a:lnTo>
                  <a:lnTo>
                    <a:pt x="6243286" y="1568228"/>
                  </a:lnTo>
                  <a:lnTo>
                    <a:pt x="6279928" y="1662406"/>
                  </a:lnTo>
                  <a:lnTo>
                    <a:pt x="6316582" y="1756678"/>
                  </a:lnTo>
                  <a:lnTo>
                    <a:pt x="6353173" y="1850453"/>
                  </a:lnTo>
                  <a:lnTo>
                    <a:pt x="6389630" y="1943157"/>
                  </a:lnTo>
                  <a:lnTo>
                    <a:pt x="6425889" y="2034241"/>
                  </a:lnTo>
                  <a:lnTo>
                    <a:pt x="6461899" y="2123197"/>
                  </a:lnTo>
                  <a:lnTo>
                    <a:pt x="6497622" y="2209570"/>
                  </a:lnTo>
                  <a:lnTo>
                    <a:pt x="6533037" y="2292964"/>
                  </a:lnTo>
                  <a:lnTo>
                    <a:pt x="6568145" y="2373051"/>
                  </a:lnTo>
                  <a:lnTo>
                    <a:pt x="6602970" y="2449571"/>
                  </a:lnTo>
                  <a:lnTo>
                    <a:pt x="6637561" y="2522336"/>
                  </a:lnTo>
                  <a:lnTo>
                    <a:pt x="6671992" y="2591227"/>
                  </a:lnTo>
                  <a:lnTo>
                    <a:pt x="6706370" y="2656190"/>
                  </a:lnTo>
                  <a:lnTo>
                    <a:pt x="6740830" y="2717232"/>
                  </a:lnTo>
                  <a:lnTo>
                    <a:pt x="6775546" y="2774416"/>
                  </a:lnTo>
                  <a:lnTo>
                    <a:pt x="6786527" y="2791584"/>
                  </a:lnTo>
                  <a:lnTo>
                    <a:pt x="6834015" y="2860621"/>
                  </a:lnTo>
                  <a:lnTo>
                    <a:pt x="6883045" y="2922934"/>
                  </a:lnTo>
                  <a:lnTo>
                    <a:pt x="6934332" y="2978844"/>
                  </a:lnTo>
                  <a:lnTo>
                    <a:pt x="6988676" y="3028909"/>
                  </a:lnTo>
                  <a:lnTo>
                    <a:pt x="7046901" y="3073761"/>
                  </a:lnTo>
                  <a:lnTo>
                    <a:pt x="7109785" y="3114024"/>
                  </a:lnTo>
                  <a:lnTo>
                    <a:pt x="7177982" y="3150250"/>
                  </a:lnTo>
                  <a:lnTo>
                    <a:pt x="7251918" y="3182899"/>
                  </a:lnTo>
                  <a:lnTo>
                    <a:pt x="7331651" y="3212318"/>
                  </a:lnTo>
                  <a:lnTo>
                    <a:pt x="7416701" y="3238734"/>
                  </a:lnTo>
                  <a:lnTo>
                    <a:pt x="7505878" y="3262263"/>
                  </a:lnTo>
                  <a:lnTo>
                    <a:pt x="7597133" y="3282919"/>
                  </a:lnTo>
                  <a:lnTo>
                    <a:pt x="7687534" y="3300653"/>
                  </a:lnTo>
                  <a:lnTo>
                    <a:pt x="7773430" y="3315396"/>
                  </a:lnTo>
                  <a:lnTo>
                    <a:pt x="7850858" y="3327128"/>
                  </a:lnTo>
                  <a:lnTo>
                    <a:pt x="7916184" y="3335931"/>
                  </a:lnTo>
                  <a:lnTo>
                    <a:pt x="7966824" y="3342041"/>
                  </a:lnTo>
                  <a:lnTo>
                    <a:pt x="8001852" y="3345843"/>
                  </a:lnTo>
                  <a:lnTo>
                    <a:pt x="8022295" y="3347848"/>
                  </a:lnTo>
                  <a:lnTo>
                    <a:pt x="8031086" y="3348631"/>
                  </a:lnTo>
                  <a:lnTo>
                    <a:pt x="8032819" y="3348772"/>
                  </a:lnTo>
                  <a:lnTo>
                    <a:pt x="8554953" y="3348772"/>
                  </a:lnTo>
                  <a:lnTo>
                    <a:pt x="8554953" y="3343125"/>
                  </a:lnTo>
                  <a:lnTo>
                    <a:pt x="8032819" y="3343125"/>
                  </a:lnTo>
                  <a:lnTo>
                    <a:pt x="8031709" y="3343035"/>
                  </a:lnTo>
                  <a:lnTo>
                    <a:pt x="8024426" y="3342397"/>
                  </a:lnTo>
                  <a:lnTo>
                    <a:pt x="8006135" y="3340632"/>
                  </a:lnTo>
                  <a:lnTo>
                    <a:pt x="7973614" y="3337160"/>
                  </a:lnTo>
                  <a:lnTo>
                    <a:pt x="7925512" y="3331459"/>
                  </a:lnTo>
                  <a:lnTo>
                    <a:pt x="7862448" y="3323115"/>
                  </a:lnTo>
                  <a:lnTo>
                    <a:pt x="7786769" y="3311872"/>
                  </a:lnTo>
                  <a:lnTo>
                    <a:pt x="7701987" y="3297622"/>
                  </a:lnTo>
                  <a:lnTo>
                    <a:pt x="7612057" y="3280372"/>
                  </a:lnTo>
                  <a:lnTo>
                    <a:pt x="7520719" y="3260189"/>
                  </a:lnTo>
                  <a:lnTo>
                    <a:pt x="7431039" y="3237129"/>
                  </a:lnTo>
                  <a:lnTo>
                    <a:pt x="7345211" y="3211190"/>
                  </a:lnTo>
                  <a:lnTo>
                    <a:pt x="7264560" y="3182274"/>
                  </a:lnTo>
                  <a:lnTo>
                    <a:pt x="7189668" y="3150174"/>
                  </a:lnTo>
                  <a:lnTo>
                    <a:pt x="7120554" y="3114560"/>
                  </a:lnTo>
                  <a:lnTo>
                    <a:pt x="7056842" y="3074993"/>
                  </a:lnTo>
                  <a:lnTo>
                    <a:pt x="6997907" y="3030932"/>
                  </a:lnTo>
                  <a:lnTo>
                    <a:pt x="6942984" y="2981764"/>
                  </a:lnTo>
                  <a:lnTo>
                    <a:pt x="6891253" y="2926850"/>
                  </a:lnTo>
                  <a:lnTo>
                    <a:pt x="6841907" y="2865615"/>
                  </a:lnTo>
                  <a:lnTo>
                    <a:pt x="6794210" y="2797683"/>
                  </a:lnTo>
                  <a:lnTo>
                    <a:pt x="6786527" y="2785937"/>
                  </a:lnTo>
                  <a:lnTo>
                    <a:pt x="6751689" y="2729944"/>
                  </a:lnTo>
                  <a:lnTo>
                    <a:pt x="6717169" y="2670122"/>
                  </a:lnTo>
                  <a:lnTo>
                    <a:pt x="6682782" y="2606393"/>
                  </a:lnTo>
                  <a:lnTo>
                    <a:pt x="6648380" y="2538732"/>
                  </a:lnTo>
                  <a:lnTo>
                    <a:pt x="6613849" y="2467173"/>
                  </a:lnTo>
                  <a:lnTo>
                    <a:pt x="6579104" y="2391814"/>
                  </a:lnTo>
                  <a:lnTo>
                    <a:pt x="6544088" y="2312823"/>
                  </a:lnTo>
                  <a:lnTo>
                    <a:pt x="6508770" y="2230435"/>
                  </a:lnTo>
                  <a:lnTo>
                    <a:pt x="6473143" y="2144957"/>
                  </a:lnTo>
                  <a:lnTo>
                    <a:pt x="6437221" y="2056765"/>
                  </a:lnTo>
                  <a:lnTo>
                    <a:pt x="6401034" y="1966297"/>
                  </a:lnTo>
                  <a:lnTo>
                    <a:pt x="6364633" y="1874044"/>
                  </a:lnTo>
                  <a:lnTo>
                    <a:pt x="6328076" y="1780544"/>
                  </a:lnTo>
                  <a:lnTo>
                    <a:pt x="6291434" y="1686365"/>
                  </a:lnTo>
                  <a:lnTo>
                    <a:pt x="6254780" y="1592094"/>
                  </a:lnTo>
                  <a:lnTo>
                    <a:pt x="6218189" y="1498319"/>
                  </a:lnTo>
                  <a:lnTo>
                    <a:pt x="6181732" y="1405615"/>
                  </a:lnTo>
                  <a:lnTo>
                    <a:pt x="6145472" y="1314531"/>
                  </a:lnTo>
                  <a:lnTo>
                    <a:pt x="6109463" y="1225575"/>
                  </a:lnTo>
                  <a:lnTo>
                    <a:pt x="6073740" y="1139202"/>
                  </a:lnTo>
                  <a:lnTo>
                    <a:pt x="6038325" y="1055807"/>
                  </a:lnTo>
                  <a:lnTo>
                    <a:pt x="6003217" y="975721"/>
                  </a:lnTo>
                  <a:lnTo>
                    <a:pt x="5968392" y="899201"/>
                  </a:lnTo>
                  <a:lnTo>
                    <a:pt x="5933801" y="826436"/>
                  </a:lnTo>
                  <a:lnTo>
                    <a:pt x="5899370" y="757545"/>
                  </a:lnTo>
                  <a:lnTo>
                    <a:pt x="5864992" y="692582"/>
                  </a:lnTo>
                  <a:lnTo>
                    <a:pt x="5830532" y="631539"/>
                  </a:lnTo>
                  <a:lnTo>
                    <a:pt x="5795816" y="574356"/>
                  </a:lnTo>
                  <a:lnTo>
                    <a:pt x="5784835" y="557187"/>
                  </a:lnTo>
                  <a:lnTo>
                    <a:pt x="5737347" y="488151"/>
                  </a:lnTo>
                  <a:lnTo>
                    <a:pt x="5688317" y="425838"/>
                  </a:lnTo>
                  <a:lnTo>
                    <a:pt x="5637030" y="369927"/>
                  </a:lnTo>
                  <a:lnTo>
                    <a:pt x="5582686" y="319863"/>
                  </a:lnTo>
                  <a:lnTo>
                    <a:pt x="5524461" y="275010"/>
                  </a:lnTo>
                  <a:lnTo>
                    <a:pt x="5461577" y="234748"/>
                  </a:lnTo>
                  <a:lnTo>
                    <a:pt x="5393380" y="198521"/>
                  </a:lnTo>
                  <a:lnTo>
                    <a:pt x="5319444" y="165872"/>
                  </a:lnTo>
                  <a:lnTo>
                    <a:pt x="5239711" y="136453"/>
                  </a:lnTo>
                  <a:lnTo>
                    <a:pt x="5154661" y="110037"/>
                  </a:lnTo>
                  <a:lnTo>
                    <a:pt x="5065484" y="86509"/>
                  </a:lnTo>
                  <a:lnTo>
                    <a:pt x="4974229" y="65852"/>
                  </a:lnTo>
                  <a:lnTo>
                    <a:pt x="4883828" y="48119"/>
                  </a:lnTo>
                  <a:lnTo>
                    <a:pt x="4797932" y="33375"/>
                  </a:lnTo>
                  <a:lnTo>
                    <a:pt x="4720504" y="21644"/>
                  </a:lnTo>
                  <a:lnTo>
                    <a:pt x="4655178" y="12840"/>
                  </a:lnTo>
                  <a:lnTo>
                    <a:pt x="4604538" y="6731"/>
                  </a:lnTo>
                  <a:lnTo>
                    <a:pt x="4569510" y="2929"/>
                  </a:lnTo>
                  <a:lnTo>
                    <a:pt x="4549067" y="923"/>
                  </a:lnTo>
                  <a:lnTo>
                    <a:pt x="4540276" y="141"/>
                  </a:lnTo>
                  <a:lnTo>
                    <a:pt x="4538543" y="0"/>
                  </a:lnTo>
                  <a:lnTo>
                    <a:pt x="4016409" y="0"/>
                  </a:lnTo>
                  <a:lnTo>
                    <a:pt x="4015266" y="80"/>
                  </a:lnTo>
                  <a:lnTo>
                    <a:pt x="4007778" y="658"/>
                  </a:lnTo>
                  <a:lnTo>
                    <a:pt x="3988988" y="2255"/>
                  </a:lnTo>
                  <a:lnTo>
                    <a:pt x="3955623" y="5394"/>
                  </a:lnTo>
                  <a:lnTo>
                    <a:pt x="3906363" y="10548"/>
                  </a:lnTo>
                  <a:lnTo>
                    <a:pt x="3841930" y="18081"/>
                  </a:lnTo>
                  <a:lnTo>
                    <a:pt x="3764820" y="28221"/>
                  </a:lnTo>
                  <a:lnTo>
                    <a:pt x="3678699" y="41056"/>
                  </a:lnTo>
                  <a:lnTo>
                    <a:pt x="3587641" y="56573"/>
                  </a:lnTo>
                  <a:lnTo>
                    <a:pt x="3495453" y="74712"/>
                  </a:lnTo>
                  <a:lnTo>
                    <a:pt x="3405212" y="95425"/>
                  </a:lnTo>
                  <a:lnTo>
                    <a:pt x="3319083" y="118721"/>
                  </a:lnTo>
                  <a:lnTo>
                    <a:pt x="3238337" y="144700"/>
                  </a:lnTo>
                  <a:lnTo>
                    <a:pt x="3163492" y="173563"/>
                  </a:lnTo>
                  <a:lnTo>
                    <a:pt x="3094505" y="205620"/>
                  </a:lnTo>
                  <a:lnTo>
                    <a:pt x="3030945" y="241283"/>
                  </a:lnTo>
                  <a:lnTo>
                    <a:pt x="2972141" y="281054"/>
                  </a:lnTo>
                  <a:lnTo>
                    <a:pt x="2917290" y="325493"/>
                  </a:lnTo>
                  <a:lnTo>
                    <a:pt x="2865548" y="375175"/>
                  </a:lnTo>
                  <a:lnTo>
                    <a:pt x="2816090" y="430599"/>
                  </a:lnTo>
                  <a:lnTo>
                    <a:pt x="2770117" y="489421"/>
                  </a:lnTo>
                  <a:lnTo>
                    <a:pt x="2733405" y="541361"/>
                  </a:lnTo>
                  <a:lnTo>
                    <a:pt x="2697034" y="597043"/>
                  </a:lnTo>
                  <a:lnTo>
                    <a:pt x="2660792" y="656542"/>
                  </a:lnTo>
                  <a:lnTo>
                    <a:pt x="2624511" y="719878"/>
                  </a:lnTo>
                  <a:lnTo>
                    <a:pt x="2588063" y="787002"/>
                  </a:lnTo>
                  <a:lnTo>
                    <a:pt x="2551357" y="857796"/>
                  </a:lnTo>
                  <a:lnTo>
                    <a:pt x="2514337" y="932069"/>
                  </a:lnTo>
                  <a:lnTo>
                    <a:pt x="2476975" y="1009550"/>
                  </a:lnTo>
                  <a:lnTo>
                    <a:pt x="2439274" y="1089895"/>
                  </a:lnTo>
                  <a:lnTo>
                    <a:pt x="2401260" y="1172689"/>
                  </a:lnTo>
                  <a:lnTo>
                    <a:pt x="2362979" y="1257450"/>
                  </a:lnTo>
                  <a:lnTo>
                    <a:pt x="2324499" y="1343644"/>
                  </a:lnTo>
                  <a:lnTo>
                    <a:pt x="2285895" y="1430698"/>
                  </a:lnTo>
                  <a:lnTo>
                    <a:pt x="2247254" y="1518013"/>
                  </a:lnTo>
                  <a:lnTo>
                    <a:pt x="2208662" y="1604982"/>
                  </a:lnTo>
                  <a:lnTo>
                    <a:pt x="2170205" y="1691010"/>
                  </a:lnTo>
                  <a:lnTo>
                    <a:pt x="2131958" y="1775528"/>
                  </a:lnTo>
                  <a:lnTo>
                    <a:pt x="2093985" y="1858007"/>
                  </a:lnTo>
                  <a:lnTo>
                    <a:pt x="2056330" y="1937976"/>
                  </a:lnTo>
                  <a:lnTo>
                    <a:pt x="2019017" y="2015028"/>
                  </a:lnTo>
                  <a:lnTo>
                    <a:pt x="1982043" y="2088829"/>
                  </a:lnTo>
                  <a:lnTo>
                    <a:pt x="1945377" y="2159121"/>
                  </a:lnTo>
                  <a:lnTo>
                    <a:pt x="1908959" y="2225722"/>
                  </a:lnTo>
                  <a:lnTo>
                    <a:pt x="1872691" y="2288523"/>
                  </a:lnTo>
                  <a:lnTo>
                    <a:pt x="1836442" y="2347487"/>
                  </a:lnTo>
                  <a:lnTo>
                    <a:pt x="1800038" y="2402641"/>
                  </a:lnTo>
                  <a:lnTo>
                    <a:pt x="1768425" y="2447107"/>
                  </a:lnTo>
                  <a:lnTo>
                    <a:pt x="1720468" y="2508309"/>
                  </a:lnTo>
                  <a:lnTo>
                    <a:pt x="1670931" y="2563491"/>
                  </a:lnTo>
                  <a:lnTo>
                    <a:pt x="1619079" y="2612948"/>
                  </a:lnTo>
                  <a:lnTo>
                    <a:pt x="1564084" y="2657186"/>
                  </a:lnTo>
                  <a:lnTo>
                    <a:pt x="1505100" y="2696778"/>
                  </a:lnTo>
                  <a:lnTo>
                    <a:pt x="1441331" y="2732285"/>
                  </a:lnTo>
                  <a:lnTo>
                    <a:pt x="1372111" y="2764204"/>
                  </a:lnTo>
                  <a:lnTo>
                    <a:pt x="1297023" y="2792943"/>
                  </a:lnTo>
                  <a:lnTo>
                    <a:pt x="1216042" y="2818809"/>
                  </a:lnTo>
                  <a:lnTo>
                    <a:pt x="1129714" y="2841999"/>
                  </a:lnTo>
                  <a:lnTo>
                    <a:pt x="1039345" y="2862607"/>
                  </a:lnTo>
                  <a:lnTo>
                    <a:pt x="947137" y="2880641"/>
                  </a:lnTo>
                  <a:lnTo>
                    <a:pt x="856203" y="2896049"/>
                  </a:lnTo>
                  <a:lnTo>
                    <a:pt x="770370" y="2908774"/>
                  </a:lnTo>
                  <a:lnTo>
                    <a:pt x="693711" y="2918804"/>
                  </a:lnTo>
                  <a:lnTo>
                    <a:pt x="629859" y="2926235"/>
                  </a:lnTo>
                  <a:lnTo>
                    <a:pt x="581248" y="2931298"/>
                  </a:lnTo>
                  <a:lnTo>
                    <a:pt x="548518" y="2934365"/>
                  </a:lnTo>
                  <a:lnTo>
                    <a:pt x="530266" y="2935910"/>
                  </a:lnTo>
                  <a:lnTo>
                    <a:pt x="523144" y="2936457"/>
                  </a:lnTo>
                  <a:lnTo>
                    <a:pt x="522133" y="2936528"/>
                  </a:lnTo>
                  <a:lnTo>
                    <a:pt x="0" y="2936528"/>
                  </a:lnTo>
                  <a:close/>
                </a:path>
              </a:pathLst>
            </a:custGeom>
            <a:solidFill>
              <a:srgbClr val="8BC34A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1473" name="pl1473"/>
            <p:cNvSpPr/>
            <p:nvPr/>
          </p:nvSpPr>
          <p:spPr>
            <a:xfrm>
              <a:off x="386606" y="2038268"/>
              <a:ext cx="8554953" cy="3343125"/>
            </a:xfrm>
            <a:custGeom>
              <a:avLst/>
              <a:pathLst>
                <a:path w="8554953" h="3343125">
                  <a:moveTo>
                    <a:pt x="0" y="2936528"/>
                  </a:moveTo>
                  <a:lnTo>
                    <a:pt x="522133" y="2936528"/>
                  </a:lnTo>
                  <a:lnTo>
                    <a:pt x="523276" y="2936448"/>
                  </a:lnTo>
                  <a:lnTo>
                    <a:pt x="530765" y="2935870"/>
                  </a:lnTo>
                  <a:lnTo>
                    <a:pt x="549554" y="2934273"/>
                  </a:lnTo>
                  <a:lnTo>
                    <a:pt x="582919" y="2931134"/>
                  </a:lnTo>
                  <a:lnTo>
                    <a:pt x="632179" y="2925980"/>
                  </a:lnTo>
                  <a:lnTo>
                    <a:pt x="696612" y="2918447"/>
                  </a:lnTo>
                  <a:lnTo>
                    <a:pt x="773722" y="2908307"/>
                  </a:lnTo>
                  <a:lnTo>
                    <a:pt x="859844" y="2895472"/>
                  </a:lnTo>
                  <a:lnTo>
                    <a:pt x="950901" y="2879955"/>
                  </a:lnTo>
                  <a:lnTo>
                    <a:pt x="1043089" y="2861816"/>
                  </a:lnTo>
                  <a:lnTo>
                    <a:pt x="1133330" y="2841103"/>
                  </a:lnTo>
                  <a:lnTo>
                    <a:pt x="1219459" y="2817806"/>
                  </a:lnTo>
                  <a:lnTo>
                    <a:pt x="1300206" y="2791828"/>
                  </a:lnTo>
                  <a:lnTo>
                    <a:pt x="1375050" y="2762965"/>
                  </a:lnTo>
                  <a:lnTo>
                    <a:pt x="1444037" y="2730908"/>
                  </a:lnTo>
                  <a:lnTo>
                    <a:pt x="1507597" y="2695245"/>
                  </a:lnTo>
                  <a:lnTo>
                    <a:pt x="1566402" y="2655474"/>
                  </a:lnTo>
                  <a:lnTo>
                    <a:pt x="1621252" y="2611035"/>
                  </a:lnTo>
                  <a:lnTo>
                    <a:pt x="1672994" y="2561353"/>
                  </a:lnTo>
                  <a:lnTo>
                    <a:pt x="1722452" y="2505929"/>
                  </a:lnTo>
                  <a:lnTo>
                    <a:pt x="1768425" y="2447107"/>
                  </a:lnTo>
                  <a:lnTo>
                    <a:pt x="1805137" y="2395167"/>
                  </a:lnTo>
                  <a:lnTo>
                    <a:pt x="1841508" y="2339485"/>
                  </a:lnTo>
                  <a:lnTo>
                    <a:pt x="1877750" y="2279986"/>
                  </a:lnTo>
                  <a:lnTo>
                    <a:pt x="1914031" y="2216650"/>
                  </a:lnTo>
                  <a:lnTo>
                    <a:pt x="1950480" y="2149526"/>
                  </a:lnTo>
                  <a:lnTo>
                    <a:pt x="1987185" y="2078732"/>
                  </a:lnTo>
                  <a:lnTo>
                    <a:pt x="2024205" y="2004459"/>
                  </a:lnTo>
                  <a:lnTo>
                    <a:pt x="2061567" y="1926978"/>
                  </a:lnTo>
                  <a:lnTo>
                    <a:pt x="2099268" y="1846633"/>
                  </a:lnTo>
                  <a:lnTo>
                    <a:pt x="2137283" y="1763839"/>
                  </a:lnTo>
                  <a:lnTo>
                    <a:pt x="2175563" y="1679078"/>
                  </a:lnTo>
                  <a:lnTo>
                    <a:pt x="2214043" y="1592884"/>
                  </a:lnTo>
                  <a:lnTo>
                    <a:pt x="2252647" y="1505830"/>
                  </a:lnTo>
                  <a:lnTo>
                    <a:pt x="2291289" y="1418515"/>
                  </a:lnTo>
                  <a:lnTo>
                    <a:pt x="2329880" y="1331546"/>
                  </a:lnTo>
                  <a:lnTo>
                    <a:pt x="2368337" y="1245518"/>
                  </a:lnTo>
                  <a:lnTo>
                    <a:pt x="2406584" y="1161000"/>
                  </a:lnTo>
                  <a:lnTo>
                    <a:pt x="2444557" y="1078521"/>
                  </a:lnTo>
                  <a:lnTo>
                    <a:pt x="2482212" y="998552"/>
                  </a:lnTo>
                  <a:lnTo>
                    <a:pt x="2519525" y="921500"/>
                  </a:lnTo>
                  <a:lnTo>
                    <a:pt x="2556499" y="847699"/>
                  </a:lnTo>
                  <a:lnTo>
                    <a:pt x="2593165" y="777407"/>
                  </a:lnTo>
                  <a:lnTo>
                    <a:pt x="2629583" y="710806"/>
                  </a:lnTo>
                  <a:lnTo>
                    <a:pt x="2665851" y="648005"/>
                  </a:lnTo>
                  <a:lnTo>
                    <a:pt x="2702100" y="589041"/>
                  </a:lnTo>
                  <a:lnTo>
                    <a:pt x="2738504" y="533887"/>
                  </a:lnTo>
                  <a:lnTo>
                    <a:pt x="2770117" y="489421"/>
                  </a:lnTo>
                  <a:lnTo>
                    <a:pt x="2818075" y="428219"/>
                  </a:lnTo>
                  <a:lnTo>
                    <a:pt x="2867611" y="373037"/>
                  </a:lnTo>
                  <a:lnTo>
                    <a:pt x="2919463" y="323580"/>
                  </a:lnTo>
                  <a:lnTo>
                    <a:pt x="2974458" y="279342"/>
                  </a:lnTo>
                  <a:lnTo>
                    <a:pt x="3033442" y="239750"/>
                  </a:lnTo>
                  <a:lnTo>
                    <a:pt x="3097212" y="204243"/>
                  </a:lnTo>
                  <a:lnTo>
                    <a:pt x="3166431" y="172324"/>
                  </a:lnTo>
                  <a:lnTo>
                    <a:pt x="3241519" y="143585"/>
                  </a:lnTo>
                  <a:lnTo>
                    <a:pt x="3322501" y="117719"/>
                  </a:lnTo>
                  <a:lnTo>
                    <a:pt x="3408828" y="94529"/>
                  </a:lnTo>
                  <a:lnTo>
                    <a:pt x="3499197" y="73921"/>
                  </a:lnTo>
                  <a:lnTo>
                    <a:pt x="3591405" y="55887"/>
                  </a:lnTo>
                  <a:lnTo>
                    <a:pt x="3682339" y="40479"/>
                  </a:lnTo>
                  <a:lnTo>
                    <a:pt x="3768172" y="27754"/>
                  </a:lnTo>
                  <a:lnTo>
                    <a:pt x="3844831" y="17724"/>
                  </a:lnTo>
                  <a:lnTo>
                    <a:pt x="3908683" y="10293"/>
                  </a:lnTo>
                  <a:lnTo>
                    <a:pt x="3957295" y="5230"/>
                  </a:lnTo>
                  <a:lnTo>
                    <a:pt x="3990024" y="2163"/>
                  </a:lnTo>
                  <a:lnTo>
                    <a:pt x="4008276" y="618"/>
                  </a:lnTo>
                  <a:lnTo>
                    <a:pt x="4015398" y="71"/>
                  </a:lnTo>
                  <a:lnTo>
                    <a:pt x="4016409" y="0"/>
                  </a:lnTo>
                  <a:lnTo>
                    <a:pt x="4538543" y="0"/>
                  </a:lnTo>
                  <a:lnTo>
                    <a:pt x="4539653" y="89"/>
                  </a:lnTo>
                  <a:lnTo>
                    <a:pt x="4546936" y="727"/>
                  </a:lnTo>
                  <a:lnTo>
                    <a:pt x="4565227" y="2493"/>
                  </a:lnTo>
                  <a:lnTo>
                    <a:pt x="4597748" y="5964"/>
                  </a:lnTo>
                  <a:lnTo>
                    <a:pt x="4645850" y="11666"/>
                  </a:lnTo>
                  <a:lnTo>
                    <a:pt x="4708913" y="20009"/>
                  </a:lnTo>
                  <a:lnTo>
                    <a:pt x="4784593" y="31252"/>
                  </a:lnTo>
                  <a:lnTo>
                    <a:pt x="4869375" y="45503"/>
                  </a:lnTo>
                  <a:lnTo>
                    <a:pt x="4959305" y="62752"/>
                  </a:lnTo>
                  <a:lnTo>
                    <a:pt x="5050643" y="82935"/>
                  </a:lnTo>
                  <a:lnTo>
                    <a:pt x="5140323" y="105995"/>
                  </a:lnTo>
                  <a:lnTo>
                    <a:pt x="5226151" y="131935"/>
                  </a:lnTo>
                  <a:lnTo>
                    <a:pt x="5306802" y="160850"/>
                  </a:lnTo>
                  <a:lnTo>
                    <a:pt x="5381694" y="192951"/>
                  </a:lnTo>
                  <a:lnTo>
                    <a:pt x="5450808" y="228564"/>
                  </a:lnTo>
                  <a:lnTo>
                    <a:pt x="5514520" y="268131"/>
                  </a:lnTo>
                  <a:lnTo>
                    <a:pt x="5573455" y="312192"/>
                  </a:lnTo>
                  <a:lnTo>
                    <a:pt x="5628378" y="361360"/>
                  </a:lnTo>
                  <a:lnTo>
                    <a:pt x="5680109" y="416274"/>
                  </a:lnTo>
                  <a:lnTo>
                    <a:pt x="5729455" y="477510"/>
                  </a:lnTo>
                  <a:lnTo>
                    <a:pt x="5777152" y="545441"/>
                  </a:lnTo>
                  <a:lnTo>
                    <a:pt x="5784835" y="557187"/>
                  </a:lnTo>
                  <a:lnTo>
                    <a:pt x="5819673" y="613180"/>
                  </a:lnTo>
                  <a:lnTo>
                    <a:pt x="5854193" y="673002"/>
                  </a:lnTo>
                  <a:lnTo>
                    <a:pt x="5888580" y="736731"/>
                  </a:lnTo>
                  <a:lnTo>
                    <a:pt x="5922981" y="804392"/>
                  </a:lnTo>
                  <a:lnTo>
                    <a:pt x="5957513" y="875951"/>
                  </a:lnTo>
                  <a:lnTo>
                    <a:pt x="5992258" y="951310"/>
                  </a:lnTo>
                  <a:lnTo>
                    <a:pt x="6027274" y="1030302"/>
                  </a:lnTo>
                  <a:lnTo>
                    <a:pt x="6062591" y="1112690"/>
                  </a:lnTo>
                  <a:lnTo>
                    <a:pt x="6098219" y="1198167"/>
                  </a:lnTo>
                  <a:lnTo>
                    <a:pt x="6134141" y="1286359"/>
                  </a:lnTo>
                  <a:lnTo>
                    <a:pt x="6170328" y="1376828"/>
                  </a:lnTo>
                  <a:lnTo>
                    <a:pt x="6206729" y="1469080"/>
                  </a:lnTo>
                  <a:lnTo>
                    <a:pt x="6243286" y="1562580"/>
                  </a:lnTo>
                  <a:lnTo>
                    <a:pt x="6279928" y="1656759"/>
                  </a:lnTo>
                  <a:lnTo>
                    <a:pt x="6316582" y="1751030"/>
                  </a:lnTo>
                  <a:lnTo>
                    <a:pt x="6353173" y="1844806"/>
                  </a:lnTo>
                  <a:lnTo>
                    <a:pt x="6389630" y="1937510"/>
                  </a:lnTo>
                  <a:lnTo>
                    <a:pt x="6425889" y="2028593"/>
                  </a:lnTo>
                  <a:lnTo>
                    <a:pt x="6461899" y="2117550"/>
                  </a:lnTo>
                  <a:lnTo>
                    <a:pt x="6497622" y="2203923"/>
                  </a:lnTo>
                  <a:lnTo>
                    <a:pt x="6533037" y="2287317"/>
                  </a:lnTo>
                  <a:lnTo>
                    <a:pt x="6568145" y="2367403"/>
                  </a:lnTo>
                  <a:lnTo>
                    <a:pt x="6602970" y="2443924"/>
                  </a:lnTo>
                  <a:lnTo>
                    <a:pt x="6637561" y="2516689"/>
                  </a:lnTo>
                  <a:lnTo>
                    <a:pt x="6671992" y="2585580"/>
                  </a:lnTo>
                  <a:lnTo>
                    <a:pt x="6706370" y="2650543"/>
                  </a:lnTo>
                  <a:lnTo>
                    <a:pt x="6740830" y="2711585"/>
                  </a:lnTo>
                  <a:lnTo>
                    <a:pt x="6775546" y="2768769"/>
                  </a:lnTo>
                  <a:lnTo>
                    <a:pt x="6786527" y="2785937"/>
                  </a:lnTo>
                  <a:lnTo>
                    <a:pt x="6834015" y="2854974"/>
                  </a:lnTo>
                  <a:lnTo>
                    <a:pt x="6883045" y="2917286"/>
                  </a:lnTo>
                  <a:lnTo>
                    <a:pt x="6934332" y="2973197"/>
                  </a:lnTo>
                  <a:lnTo>
                    <a:pt x="6988676" y="3023262"/>
                  </a:lnTo>
                  <a:lnTo>
                    <a:pt x="7046901" y="3068114"/>
                  </a:lnTo>
                  <a:lnTo>
                    <a:pt x="7109785" y="3108376"/>
                  </a:lnTo>
                  <a:lnTo>
                    <a:pt x="7177982" y="3144603"/>
                  </a:lnTo>
                  <a:lnTo>
                    <a:pt x="7251918" y="3177252"/>
                  </a:lnTo>
                  <a:lnTo>
                    <a:pt x="7331651" y="3206671"/>
                  </a:lnTo>
                  <a:lnTo>
                    <a:pt x="7416701" y="3233087"/>
                  </a:lnTo>
                  <a:lnTo>
                    <a:pt x="7505878" y="3256616"/>
                  </a:lnTo>
                  <a:lnTo>
                    <a:pt x="7597133" y="3277272"/>
                  </a:lnTo>
                  <a:lnTo>
                    <a:pt x="7687534" y="3295006"/>
                  </a:lnTo>
                  <a:lnTo>
                    <a:pt x="7773430" y="3309749"/>
                  </a:lnTo>
                  <a:lnTo>
                    <a:pt x="7850858" y="3321480"/>
                  </a:lnTo>
                  <a:lnTo>
                    <a:pt x="7916184" y="3330284"/>
                  </a:lnTo>
                  <a:lnTo>
                    <a:pt x="7966824" y="3336393"/>
                  </a:lnTo>
                  <a:lnTo>
                    <a:pt x="8001852" y="3340196"/>
                  </a:lnTo>
                  <a:lnTo>
                    <a:pt x="8022295" y="3342201"/>
                  </a:lnTo>
                  <a:lnTo>
                    <a:pt x="8031086" y="3342983"/>
                  </a:lnTo>
                  <a:lnTo>
                    <a:pt x="8032814" y="3343124"/>
                  </a:lnTo>
                  <a:lnTo>
                    <a:pt x="8032819" y="3343125"/>
                  </a:lnTo>
                  <a:lnTo>
                    <a:pt x="8554953" y="3343125"/>
                  </a:lnTo>
                  <a:lnTo>
                    <a:pt x="8554953" y="3343125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474" name="pl1474"/>
            <p:cNvSpPr/>
            <p:nvPr/>
          </p:nvSpPr>
          <p:spPr>
            <a:xfrm>
              <a:off x="386606" y="2032620"/>
              <a:ext cx="8554953" cy="3343125"/>
            </a:xfrm>
            <a:custGeom>
              <a:avLst/>
              <a:pathLst>
                <a:path w="8554953" h="3343125">
                  <a:moveTo>
                    <a:pt x="8554953" y="3343125"/>
                  </a:moveTo>
                  <a:lnTo>
                    <a:pt x="8032819" y="3343125"/>
                  </a:lnTo>
                  <a:lnTo>
                    <a:pt x="8031709" y="3343035"/>
                  </a:lnTo>
                  <a:lnTo>
                    <a:pt x="8024426" y="3342397"/>
                  </a:lnTo>
                  <a:lnTo>
                    <a:pt x="8006135" y="3340632"/>
                  </a:lnTo>
                  <a:lnTo>
                    <a:pt x="7973614" y="3337160"/>
                  </a:lnTo>
                  <a:lnTo>
                    <a:pt x="7925512" y="3331459"/>
                  </a:lnTo>
                  <a:lnTo>
                    <a:pt x="7862448" y="3323115"/>
                  </a:lnTo>
                  <a:lnTo>
                    <a:pt x="7786769" y="3311872"/>
                  </a:lnTo>
                  <a:lnTo>
                    <a:pt x="7701987" y="3297622"/>
                  </a:lnTo>
                  <a:lnTo>
                    <a:pt x="7612057" y="3280372"/>
                  </a:lnTo>
                  <a:lnTo>
                    <a:pt x="7520719" y="3260189"/>
                  </a:lnTo>
                  <a:lnTo>
                    <a:pt x="7431039" y="3237129"/>
                  </a:lnTo>
                  <a:lnTo>
                    <a:pt x="7345211" y="3211190"/>
                  </a:lnTo>
                  <a:lnTo>
                    <a:pt x="7264560" y="3182274"/>
                  </a:lnTo>
                  <a:lnTo>
                    <a:pt x="7189668" y="3150174"/>
                  </a:lnTo>
                  <a:lnTo>
                    <a:pt x="7120554" y="3114560"/>
                  </a:lnTo>
                  <a:lnTo>
                    <a:pt x="7056842" y="3074993"/>
                  </a:lnTo>
                  <a:lnTo>
                    <a:pt x="6997907" y="3030932"/>
                  </a:lnTo>
                  <a:lnTo>
                    <a:pt x="6942984" y="2981764"/>
                  </a:lnTo>
                  <a:lnTo>
                    <a:pt x="6891253" y="2926850"/>
                  </a:lnTo>
                  <a:lnTo>
                    <a:pt x="6841907" y="2865615"/>
                  </a:lnTo>
                  <a:lnTo>
                    <a:pt x="6794210" y="2797683"/>
                  </a:lnTo>
                  <a:lnTo>
                    <a:pt x="6786527" y="2785937"/>
                  </a:lnTo>
                  <a:lnTo>
                    <a:pt x="6751689" y="2729944"/>
                  </a:lnTo>
                  <a:lnTo>
                    <a:pt x="6717169" y="2670122"/>
                  </a:lnTo>
                  <a:lnTo>
                    <a:pt x="6682782" y="2606393"/>
                  </a:lnTo>
                  <a:lnTo>
                    <a:pt x="6648380" y="2538732"/>
                  </a:lnTo>
                  <a:lnTo>
                    <a:pt x="6613849" y="2467173"/>
                  </a:lnTo>
                  <a:lnTo>
                    <a:pt x="6579104" y="2391814"/>
                  </a:lnTo>
                  <a:lnTo>
                    <a:pt x="6544088" y="2312823"/>
                  </a:lnTo>
                  <a:lnTo>
                    <a:pt x="6508770" y="2230435"/>
                  </a:lnTo>
                  <a:lnTo>
                    <a:pt x="6473143" y="2144957"/>
                  </a:lnTo>
                  <a:lnTo>
                    <a:pt x="6437221" y="2056765"/>
                  </a:lnTo>
                  <a:lnTo>
                    <a:pt x="6401034" y="1966297"/>
                  </a:lnTo>
                  <a:lnTo>
                    <a:pt x="6364633" y="1874044"/>
                  </a:lnTo>
                  <a:lnTo>
                    <a:pt x="6328076" y="1780544"/>
                  </a:lnTo>
                  <a:lnTo>
                    <a:pt x="6291434" y="1686365"/>
                  </a:lnTo>
                  <a:lnTo>
                    <a:pt x="6254780" y="1592094"/>
                  </a:lnTo>
                  <a:lnTo>
                    <a:pt x="6218189" y="1498319"/>
                  </a:lnTo>
                  <a:lnTo>
                    <a:pt x="6181732" y="1405615"/>
                  </a:lnTo>
                  <a:lnTo>
                    <a:pt x="6145472" y="1314531"/>
                  </a:lnTo>
                  <a:lnTo>
                    <a:pt x="6109463" y="1225575"/>
                  </a:lnTo>
                  <a:lnTo>
                    <a:pt x="6073740" y="1139202"/>
                  </a:lnTo>
                  <a:lnTo>
                    <a:pt x="6038325" y="1055807"/>
                  </a:lnTo>
                  <a:lnTo>
                    <a:pt x="6003217" y="975721"/>
                  </a:lnTo>
                  <a:lnTo>
                    <a:pt x="5968392" y="899201"/>
                  </a:lnTo>
                  <a:lnTo>
                    <a:pt x="5933801" y="826436"/>
                  </a:lnTo>
                  <a:lnTo>
                    <a:pt x="5899370" y="757545"/>
                  </a:lnTo>
                  <a:lnTo>
                    <a:pt x="5864992" y="692582"/>
                  </a:lnTo>
                  <a:lnTo>
                    <a:pt x="5830532" y="631539"/>
                  </a:lnTo>
                  <a:lnTo>
                    <a:pt x="5795816" y="574356"/>
                  </a:lnTo>
                  <a:lnTo>
                    <a:pt x="5784835" y="557187"/>
                  </a:lnTo>
                  <a:lnTo>
                    <a:pt x="5737347" y="488151"/>
                  </a:lnTo>
                  <a:lnTo>
                    <a:pt x="5688317" y="425838"/>
                  </a:lnTo>
                  <a:lnTo>
                    <a:pt x="5637030" y="369927"/>
                  </a:lnTo>
                  <a:lnTo>
                    <a:pt x="5582686" y="319863"/>
                  </a:lnTo>
                  <a:lnTo>
                    <a:pt x="5524461" y="275010"/>
                  </a:lnTo>
                  <a:lnTo>
                    <a:pt x="5461577" y="234748"/>
                  </a:lnTo>
                  <a:lnTo>
                    <a:pt x="5393380" y="198521"/>
                  </a:lnTo>
                  <a:lnTo>
                    <a:pt x="5319444" y="165872"/>
                  </a:lnTo>
                  <a:lnTo>
                    <a:pt x="5239711" y="136453"/>
                  </a:lnTo>
                  <a:lnTo>
                    <a:pt x="5154661" y="110037"/>
                  </a:lnTo>
                  <a:lnTo>
                    <a:pt x="5065484" y="86509"/>
                  </a:lnTo>
                  <a:lnTo>
                    <a:pt x="4974229" y="65852"/>
                  </a:lnTo>
                  <a:lnTo>
                    <a:pt x="4883828" y="48119"/>
                  </a:lnTo>
                  <a:lnTo>
                    <a:pt x="4797932" y="33375"/>
                  </a:lnTo>
                  <a:lnTo>
                    <a:pt x="4720504" y="21644"/>
                  </a:lnTo>
                  <a:lnTo>
                    <a:pt x="4655178" y="12840"/>
                  </a:lnTo>
                  <a:lnTo>
                    <a:pt x="4604538" y="6731"/>
                  </a:lnTo>
                  <a:lnTo>
                    <a:pt x="4569510" y="2929"/>
                  </a:lnTo>
                  <a:lnTo>
                    <a:pt x="4549067" y="923"/>
                  </a:lnTo>
                  <a:lnTo>
                    <a:pt x="4540276" y="141"/>
                  </a:lnTo>
                  <a:lnTo>
                    <a:pt x="4538548" y="0"/>
                  </a:lnTo>
                  <a:lnTo>
                    <a:pt x="4538543" y="0"/>
                  </a:lnTo>
                  <a:lnTo>
                    <a:pt x="4016409" y="0"/>
                  </a:lnTo>
                  <a:lnTo>
                    <a:pt x="4015266" y="80"/>
                  </a:lnTo>
                  <a:lnTo>
                    <a:pt x="4007778" y="658"/>
                  </a:lnTo>
                  <a:lnTo>
                    <a:pt x="3988988" y="2255"/>
                  </a:lnTo>
                  <a:lnTo>
                    <a:pt x="3955623" y="5394"/>
                  </a:lnTo>
                  <a:lnTo>
                    <a:pt x="3906363" y="10548"/>
                  </a:lnTo>
                  <a:lnTo>
                    <a:pt x="3841930" y="18081"/>
                  </a:lnTo>
                  <a:lnTo>
                    <a:pt x="3764820" y="28221"/>
                  </a:lnTo>
                  <a:lnTo>
                    <a:pt x="3678699" y="41056"/>
                  </a:lnTo>
                  <a:lnTo>
                    <a:pt x="3587641" y="56573"/>
                  </a:lnTo>
                  <a:lnTo>
                    <a:pt x="3495453" y="74712"/>
                  </a:lnTo>
                  <a:lnTo>
                    <a:pt x="3405212" y="95425"/>
                  </a:lnTo>
                  <a:lnTo>
                    <a:pt x="3319083" y="118721"/>
                  </a:lnTo>
                  <a:lnTo>
                    <a:pt x="3238337" y="144700"/>
                  </a:lnTo>
                  <a:lnTo>
                    <a:pt x="3163492" y="173563"/>
                  </a:lnTo>
                  <a:lnTo>
                    <a:pt x="3094505" y="205620"/>
                  </a:lnTo>
                  <a:lnTo>
                    <a:pt x="3030945" y="241283"/>
                  </a:lnTo>
                  <a:lnTo>
                    <a:pt x="2972141" y="281054"/>
                  </a:lnTo>
                  <a:lnTo>
                    <a:pt x="2917290" y="325493"/>
                  </a:lnTo>
                  <a:lnTo>
                    <a:pt x="2865548" y="375175"/>
                  </a:lnTo>
                  <a:lnTo>
                    <a:pt x="2816090" y="430599"/>
                  </a:lnTo>
                  <a:lnTo>
                    <a:pt x="2770117" y="489421"/>
                  </a:lnTo>
                  <a:lnTo>
                    <a:pt x="2733405" y="541361"/>
                  </a:lnTo>
                  <a:lnTo>
                    <a:pt x="2697034" y="597043"/>
                  </a:lnTo>
                  <a:lnTo>
                    <a:pt x="2660792" y="656542"/>
                  </a:lnTo>
                  <a:lnTo>
                    <a:pt x="2624511" y="719878"/>
                  </a:lnTo>
                  <a:lnTo>
                    <a:pt x="2588063" y="787002"/>
                  </a:lnTo>
                  <a:lnTo>
                    <a:pt x="2551357" y="857796"/>
                  </a:lnTo>
                  <a:lnTo>
                    <a:pt x="2514337" y="932069"/>
                  </a:lnTo>
                  <a:lnTo>
                    <a:pt x="2476975" y="1009550"/>
                  </a:lnTo>
                  <a:lnTo>
                    <a:pt x="2439274" y="1089895"/>
                  </a:lnTo>
                  <a:lnTo>
                    <a:pt x="2401260" y="1172689"/>
                  </a:lnTo>
                  <a:lnTo>
                    <a:pt x="2362979" y="1257450"/>
                  </a:lnTo>
                  <a:lnTo>
                    <a:pt x="2324499" y="1343644"/>
                  </a:lnTo>
                  <a:lnTo>
                    <a:pt x="2285895" y="1430698"/>
                  </a:lnTo>
                  <a:lnTo>
                    <a:pt x="2247254" y="1518013"/>
                  </a:lnTo>
                  <a:lnTo>
                    <a:pt x="2208662" y="1604982"/>
                  </a:lnTo>
                  <a:lnTo>
                    <a:pt x="2170205" y="1691010"/>
                  </a:lnTo>
                  <a:lnTo>
                    <a:pt x="2131958" y="1775528"/>
                  </a:lnTo>
                  <a:lnTo>
                    <a:pt x="2093985" y="1858007"/>
                  </a:lnTo>
                  <a:lnTo>
                    <a:pt x="2056330" y="1937976"/>
                  </a:lnTo>
                  <a:lnTo>
                    <a:pt x="2019017" y="2015028"/>
                  </a:lnTo>
                  <a:lnTo>
                    <a:pt x="1982043" y="2088829"/>
                  </a:lnTo>
                  <a:lnTo>
                    <a:pt x="1945377" y="2159121"/>
                  </a:lnTo>
                  <a:lnTo>
                    <a:pt x="1908959" y="2225722"/>
                  </a:lnTo>
                  <a:lnTo>
                    <a:pt x="1872691" y="2288523"/>
                  </a:lnTo>
                  <a:lnTo>
                    <a:pt x="1836442" y="2347487"/>
                  </a:lnTo>
                  <a:lnTo>
                    <a:pt x="1800038" y="2402641"/>
                  </a:lnTo>
                  <a:lnTo>
                    <a:pt x="1768425" y="2447107"/>
                  </a:lnTo>
                  <a:lnTo>
                    <a:pt x="1720468" y="2508309"/>
                  </a:lnTo>
                  <a:lnTo>
                    <a:pt x="1670931" y="2563491"/>
                  </a:lnTo>
                  <a:lnTo>
                    <a:pt x="1619079" y="2612948"/>
                  </a:lnTo>
                  <a:lnTo>
                    <a:pt x="1564084" y="2657186"/>
                  </a:lnTo>
                  <a:lnTo>
                    <a:pt x="1505100" y="2696778"/>
                  </a:lnTo>
                  <a:lnTo>
                    <a:pt x="1441331" y="2732285"/>
                  </a:lnTo>
                  <a:lnTo>
                    <a:pt x="1372111" y="2764204"/>
                  </a:lnTo>
                  <a:lnTo>
                    <a:pt x="1297023" y="2792943"/>
                  </a:lnTo>
                  <a:lnTo>
                    <a:pt x="1216042" y="2818809"/>
                  </a:lnTo>
                  <a:lnTo>
                    <a:pt x="1129714" y="2841999"/>
                  </a:lnTo>
                  <a:lnTo>
                    <a:pt x="1039345" y="2862607"/>
                  </a:lnTo>
                  <a:lnTo>
                    <a:pt x="947137" y="2880641"/>
                  </a:lnTo>
                  <a:lnTo>
                    <a:pt x="856203" y="2896049"/>
                  </a:lnTo>
                  <a:lnTo>
                    <a:pt x="770370" y="2908774"/>
                  </a:lnTo>
                  <a:lnTo>
                    <a:pt x="693711" y="2918804"/>
                  </a:lnTo>
                  <a:lnTo>
                    <a:pt x="629859" y="2926235"/>
                  </a:lnTo>
                  <a:lnTo>
                    <a:pt x="581248" y="2931298"/>
                  </a:lnTo>
                  <a:lnTo>
                    <a:pt x="548518" y="2934365"/>
                  </a:lnTo>
                  <a:lnTo>
                    <a:pt x="530266" y="2935910"/>
                  </a:lnTo>
                  <a:lnTo>
                    <a:pt x="523144" y="2936457"/>
                  </a:lnTo>
                  <a:lnTo>
                    <a:pt x="522133" y="2936528"/>
                  </a:lnTo>
                  <a:lnTo>
                    <a:pt x="0" y="2936528"/>
                  </a:lnTo>
                  <a:lnTo>
                    <a:pt x="0" y="2936528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475" name="pg1475"/>
            <p:cNvSpPr/>
            <p:nvPr/>
          </p:nvSpPr>
          <p:spPr>
            <a:xfrm>
              <a:off x="386606" y="468354"/>
              <a:ext cx="8554953" cy="5455167"/>
            </a:xfrm>
            <a:custGeom>
              <a:avLst/>
              <a:pathLst>
                <a:path w="8554953" h="5455167">
                  <a:moveTo>
                    <a:pt x="0" y="4664563"/>
                  </a:moveTo>
                  <a:lnTo>
                    <a:pt x="522133" y="4664563"/>
                  </a:lnTo>
                  <a:lnTo>
                    <a:pt x="523392" y="4664587"/>
                  </a:lnTo>
                  <a:lnTo>
                    <a:pt x="531628" y="4664759"/>
                  </a:lnTo>
                  <a:lnTo>
                    <a:pt x="552221" y="4665234"/>
                  </a:lnTo>
                  <a:lnTo>
                    <a:pt x="588615" y="4666168"/>
                  </a:lnTo>
                  <a:lnTo>
                    <a:pt x="642000" y="4667697"/>
                  </a:lnTo>
                  <a:lnTo>
                    <a:pt x="711256" y="4669924"/>
                  </a:lnTo>
                  <a:lnTo>
                    <a:pt x="793334" y="4672909"/>
                  </a:lnTo>
                  <a:lnTo>
                    <a:pt x="884024" y="4676670"/>
                  </a:lnTo>
                  <a:lnTo>
                    <a:pt x="978841" y="4681198"/>
                  </a:lnTo>
                  <a:lnTo>
                    <a:pt x="1073781" y="4686476"/>
                  </a:lnTo>
                  <a:lnTo>
                    <a:pt x="1165756" y="4692493"/>
                  </a:lnTo>
                  <a:lnTo>
                    <a:pt x="1252736" y="4699260"/>
                  </a:lnTo>
                  <a:lnTo>
                    <a:pt x="1333661" y="4706818"/>
                  </a:lnTo>
                  <a:lnTo>
                    <a:pt x="1408240" y="4715242"/>
                  </a:lnTo>
                  <a:lnTo>
                    <a:pt x="1476739" y="4724636"/>
                  </a:lnTo>
                  <a:lnTo>
                    <a:pt x="1539780" y="4735138"/>
                  </a:lnTo>
                  <a:lnTo>
                    <a:pt x="1598189" y="4746907"/>
                  </a:lnTo>
                  <a:lnTo>
                    <a:pt x="1652890" y="4760114"/>
                  </a:lnTo>
                  <a:lnTo>
                    <a:pt x="1704810" y="4774921"/>
                  </a:lnTo>
                  <a:lnTo>
                    <a:pt x="1754805" y="4791441"/>
                  </a:lnTo>
                  <a:lnTo>
                    <a:pt x="1768425" y="4796330"/>
                  </a:lnTo>
                  <a:lnTo>
                    <a:pt x="1819490" y="4816097"/>
                  </a:lnTo>
                  <a:lnTo>
                    <a:pt x="1870058" y="4837837"/>
                  </a:lnTo>
                  <a:lnTo>
                    <a:pt x="1920633" y="4861582"/>
                  </a:lnTo>
                  <a:lnTo>
                    <a:pt x="1971564" y="4887297"/>
                  </a:lnTo>
                  <a:lnTo>
                    <a:pt x="2023062" y="4914876"/>
                  </a:lnTo>
                  <a:lnTo>
                    <a:pt x="2075218" y="4944136"/>
                  </a:lnTo>
                  <a:lnTo>
                    <a:pt x="2128017" y="4974815"/>
                  </a:lnTo>
                  <a:lnTo>
                    <a:pt x="2181355" y="5006586"/>
                  </a:lnTo>
                  <a:lnTo>
                    <a:pt x="2235060" y="5039060"/>
                  </a:lnTo>
                  <a:lnTo>
                    <a:pt x="2288913" y="5071814"/>
                  </a:lnTo>
                  <a:lnTo>
                    <a:pt x="2342681" y="5104407"/>
                  </a:lnTo>
                  <a:lnTo>
                    <a:pt x="2396137" y="5136409"/>
                  </a:lnTo>
                  <a:lnTo>
                    <a:pt x="2449096" y="5167419"/>
                  </a:lnTo>
                  <a:lnTo>
                    <a:pt x="2501431" y="5197091"/>
                  </a:lnTo>
                  <a:lnTo>
                    <a:pt x="2553103" y="5225146"/>
                  </a:lnTo>
                  <a:lnTo>
                    <a:pt x="2604172" y="5251380"/>
                  </a:lnTo>
                  <a:lnTo>
                    <a:pt x="2654815" y="5275664"/>
                  </a:lnTo>
                  <a:lnTo>
                    <a:pt x="2705342" y="5297947"/>
                  </a:lnTo>
                  <a:lnTo>
                    <a:pt x="2756213" y="5318241"/>
                  </a:lnTo>
                  <a:lnTo>
                    <a:pt x="2770117" y="5323399"/>
                  </a:lnTo>
                  <a:lnTo>
                    <a:pt x="2819711" y="5340403"/>
                  </a:lnTo>
                  <a:lnTo>
                    <a:pt x="2871017" y="5355676"/>
                  </a:lnTo>
                  <a:lnTo>
                    <a:pt x="2924855" y="5369312"/>
                  </a:lnTo>
                  <a:lnTo>
                    <a:pt x="2982142" y="5381462"/>
                  </a:lnTo>
                  <a:lnTo>
                    <a:pt x="3043810" y="5392299"/>
                  </a:lnTo>
                  <a:lnTo>
                    <a:pt x="3110722" y="5401986"/>
                  </a:lnTo>
                  <a:lnTo>
                    <a:pt x="3183570" y="5410667"/>
                  </a:lnTo>
                  <a:lnTo>
                    <a:pt x="3262737" y="5418456"/>
                  </a:lnTo>
                  <a:lnTo>
                    <a:pt x="3348108" y="5425437"/>
                  </a:lnTo>
                  <a:lnTo>
                    <a:pt x="3438857" y="5431659"/>
                  </a:lnTo>
                  <a:lnTo>
                    <a:pt x="3533239" y="5437142"/>
                  </a:lnTo>
                  <a:lnTo>
                    <a:pt x="3628458" y="5441880"/>
                  </a:lnTo>
                  <a:lnTo>
                    <a:pt x="3720732" y="5445856"/>
                  </a:lnTo>
                  <a:lnTo>
                    <a:pt x="3805648" y="5449055"/>
                  </a:lnTo>
                  <a:lnTo>
                    <a:pt x="3878830" y="5451489"/>
                  </a:lnTo>
                  <a:lnTo>
                    <a:pt x="3936821" y="5453203"/>
                  </a:lnTo>
                  <a:lnTo>
                    <a:pt x="3977908" y="5454289"/>
                  </a:lnTo>
                  <a:lnTo>
                    <a:pt x="4002628" y="5454876"/>
                  </a:lnTo>
                  <a:lnTo>
                    <a:pt x="4013827" y="5455116"/>
                  </a:lnTo>
                  <a:lnTo>
                    <a:pt x="4016409" y="5455167"/>
                  </a:lnTo>
                  <a:lnTo>
                    <a:pt x="4538543" y="5455167"/>
                  </a:lnTo>
                  <a:lnTo>
                    <a:pt x="4539359" y="5455060"/>
                  </a:lnTo>
                  <a:lnTo>
                    <a:pt x="4544749" y="5454302"/>
                  </a:lnTo>
                  <a:lnTo>
                    <a:pt x="4558410" y="5452207"/>
                  </a:lnTo>
                  <a:lnTo>
                    <a:pt x="4583014" y="5448079"/>
                  </a:lnTo>
                  <a:lnTo>
                    <a:pt x="4620044" y="5441260"/>
                  </a:lnTo>
                  <a:lnTo>
                    <a:pt x="4669685" y="5431191"/>
                  </a:lnTo>
                  <a:lnTo>
                    <a:pt x="4730863" y="5417460"/>
                  </a:lnTo>
                  <a:lnTo>
                    <a:pt x="4801494" y="5399826"/>
                  </a:lnTo>
                  <a:lnTo>
                    <a:pt x="4878863" y="5378205"/>
                  </a:lnTo>
                  <a:lnTo>
                    <a:pt x="4960061" y="5352623"/>
                  </a:lnTo>
                  <a:lnTo>
                    <a:pt x="5042371" y="5323161"/>
                  </a:lnTo>
                  <a:lnTo>
                    <a:pt x="5123521" y="5289890"/>
                  </a:lnTo>
                  <a:lnTo>
                    <a:pt x="5201817" y="5252821"/>
                  </a:lnTo>
                  <a:lnTo>
                    <a:pt x="5276145" y="5211870"/>
                  </a:lnTo>
                  <a:lnTo>
                    <a:pt x="5345912" y="5166833"/>
                  </a:lnTo>
                  <a:lnTo>
                    <a:pt x="5410943" y="5117383"/>
                  </a:lnTo>
                  <a:lnTo>
                    <a:pt x="5471376" y="5063066"/>
                  </a:lnTo>
                  <a:lnTo>
                    <a:pt x="5527565" y="5003308"/>
                  </a:lnTo>
                  <a:lnTo>
                    <a:pt x="5580003" y="4937440"/>
                  </a:lnTo>
                  <a:lnTo>
                    <a:pt x="5629260" y="4864718"/>
                  </a:lnTo>
                  <a:lnTo>
                    <a:pt x="5675938" y="4784382"/>
                  </a:lnTo>
                  <a:lnTo>
                    <a:pt x="5720629" y="4695735"/>
                  </a:lnTo>
                  <a:lnTo>
                    <a:pt x="5763882" y="4598282"/>
                  </a:lnTo>
                  <a:lnTo>
                    <a:pt x="5784835" y="4546913"/>
                  </a:lnTo>
                  <a:lnTo>
                    <a:pt x="5812919" y="4473902"/>
                  </a:lnTo>
                  <a:lnTo>
                    <a:pt x="5840771" y="4396865"/>
                  </a:lnTo>
                  <a:lnTo>
                    <a:pt x="5868494" y="4315723"/>
                  </a:lnTo>
                  <a:lnTo>
                    <a:pt x="5896173" y="4230431"/>
                  </a:lnTo>
                  <a:lnTo>
                    <a:pt x="5923882" y="4140984"/>
                  </a:lnTo>
                  <a:lnTo>
                    <a:pt x="5951676" y="4047418"/>
                  </a:lnTo>
                  <a:lnTo>
                    <a:pt x="5979602" y="3949810"/>
                  </a:lnTo>
                  <a:lnTo>
                    <a:pt x="6007692" y="3848289"/>
                  </a:lnTo>
                  <a:lnTo>
                    <a:pt x="6035970" y="3743026"/>
                  </a:lnTo>
                  <a:lnTo>
                    <a:pt x="6064446" y="3634245"/>
                  </a:lnTo>
                  <a:lnTo>
                    <a:pt x="6093123" y="3522215"/>
                  </a:lnTo>
                  <a:lnTo>
                    <a:pt x="6121994" y="3407254"/>
                  </a:lnTo>
                  <a:lnTo>
                    <a:pt x="6151044" y="3289722"/>
                  </a:lnTo>
                  <a:lnTo>
                    <a:pt x="6180252" y="3170019"/>
                  </a:lnTo>
                  <a:lnTo>
                    <a:pt x="6209590" y="3048579"/>
                  </a:lnTo>
                  <a:lnTo>
                    <a:pt x="6239025" y="2925867"/>
                  </a:lnTo>
                  <a:lnTo>
                    <a:pt x="6268522" y="2802366"/>
                  </a:lnTo>
                  <a:lnTo>
                    <a:pt x="6298041" y="2678572"/>
                  </a:lnTo>
                  <a:lnTo>
                    <a:pt x="6327543" y="2554989"/>
                  </a:lnTo>
                  <a:lnTo>
                    <a:pt x="6356991" y="2432115"/>
                  </a:lnTo>
                  <a:lnTo>
                    <a:pt x="6386347" y="2310437"/>
                  </a:lnTo>
                  <a:lnTo>
                    <a:pt x="6415578" y="2190421"/>
                  </a:lnTo>
                  <a:lnTo>
                    <a:pt x="6444656" y="2072508"/>
                  </a:lnTo>
                  <a:lnTo>
                    <a:pt x="6473557" y="1957103"/>
                  </a:lnTo>
                  <a:lnTo>
                    <a:pt x="6502266" y="1844574"/>
                  </a:lnTo>
                  <a:lnTo>
                    <a:pt x="6530775" y="1735245"/>
                  </a:lnTo>
                  <a:lnTo>
                    <a:pt x="6559084" y="1629393"/>
                  </a:lnTo>
                  <a:lnTo>
                    <a:pt x="6587204" y="1527250"/>
                  </a:lnTo>
                  <a:lnTo>
                    <a:pt x="6615154" y="1428996"/>
                  </a:lnTo>
                  <a:lnTo>
                    <a:pt x="6642967" y="1334766"/>
                  </a:lnTo>
                  <a:lnTo>
                    <a:pt x="6670686" y="1244646"/>
                  </a:lnTo>
                  <a:lnTo>
                    <a:pt x="6698366" y="1158678"/>
                  </a:lnTo>
                  <a:lnTo>
                    <a:pt x="6726076" y="1076863"/>
                  </a:lnTo>
                  <a:lnTo>
                    <a:pt x="6753901" y="999163"/>
                  </a:lnTo>
                  <a:lnTo>
                    <a:pt x="6781940" y="925503"/>
                  </a:lnTo>
                  <a:lnTo>
                    <a:pt x="6786527" y="913900"/>
                  </a:lnTo>
                  <a:lnTo>
                    <a:pt x="6829247" y="812033"/>
                  </a:lnTo>
                  <a:lnTo>
                    <a:pt x="6873165" y="719084"/>
                  </a:lnTo>
                  <a:lnTo>
                    <a:pt x="6918791" y="634727"/>
                  </a:lnTo>
                  <a:lnTo>
                    <a:pt x="6966700" y="558343"/>
                  </a:lnTo>
                  <a:lnTo>
                    <a:pt x="7017495" y="489189"/>
                  </a:lnTo>
                  <a:lnTo>
                    <a:pt x="7071766" y="426507"/>
                  </a:lnTo>
                  <a:lnTo>
                    <a:pt x="7130051" y="369584"/>
                  </a:lnTo>
                  <a:lnTo>
                    <a:pt x="7192781" y="317797"/>
                  </a:lnTo>
                  <a:lnTo>
                    <a:pt x="7260212" y="270632"/>
                  </a:lnTo>
                  <a:lnTo>
                    <a:pt x="7332335" y="227699"/>
                  </a:lnTo>
                  <a:lnTo>
                    <a:pt x="7408778" y="188732"/>
                  </a:lnTo>
                  <a:lnTo>
                    <a:pt x="7488695" y="153592"/>
                  </a:lnTo>
                  <a:lnTo>
                    <a:pt x="7570682" y="122245"/>
                  </a:lnTo>
                  <a:lnTo>
                    <a:pt x="7652745" y="94738"/>
                  </a:lnTo>
                  <a:lnTo>
                    <a:pt x="7732363" y="71154"/>
                  </a:lnTo>
                  <a:lnTo>
                    <a:pt x="7806679" y="51556"/>
                  </a:lnTo>
                  <a:lnTo>
                    <a:pt x="7872830" y="35919"/>
                  </a:lnTo>
                  <a:lnTo>
                    <a:pt x="7928367" y="24085"/>
                  </a:lnTo>
                  <a:lnTo>
                    <a:pt x="7971677" y="15724"/>
                  </a:lnTo>
                  <a:lnTo>
                    <a:pt x="8002305" y="10346"/>
                  </a:lnTo>
                  <a:lnTo>
                    <a:pt x="8021100" y="7334"/>
                  </a:lnTo>
                  <a:lnTo>
                    <a:pt x="8030168" y="6004"/>
                  </a:lnTo>
                  <a:lnTo>
                    <a:pt x="8032819" y="5647"/>
                  </a:lnTo>
                  <a:lnTo>
                    <a:pt x="8554953" y="5647"/>
                  </a:lnTo>
                  <a:lnTo>
                    <a:pt x="8554953" y="0"/>
                  </a:lnTo>
                  <a:lnTo>
                    <a:pt x="8032819" y="0"/>
                  </a:lnTo>
                  <a:lnTo>
                    <a:pt x="8032003" y="106"/>
                  </a:lnTo>
                  <a:lnTo>
                    <a:pt x="8026613" y="864"/>
                  </a:lnTo>
                  <a:lnTo>
                    <a:pt x="8012952" y="2959"/>
                  </a:lnTo>
                  <a:lnTo>
                    <a:pt x="7988348" y="7087"/>
                  </a:lnTo>
                  <a:lnTo>
                    <a:pt x="7951318" y="13906"/>
                  </a:lnTo>
                  <a:lnTo>
                    <a:pt x="7901677" y="23975"/>
                  </a:lnTo>
                  <a:lnTo>
                    <a:pt x="7840499" y="37706"/>
                  </a:lnTo>
                  <a:lnTo>
                    <a:pt x="7769868" y="55340"/>
                  </a:lnTo>
                  <a:lnTo>
                    <a:pt x="7692499" y="76962"/>
                  </a:lnTo>
                  <a:lnTo>
                    <a:pt x="7611301" y="102543"/>
                  </a:lnTo>
                  <a:lnTo>
                    <a:pt x="7528991" y="132006"/>
                  </a:lnTo>
                  <a:lnTo>
                    <a:pt x="7447840" y="165277"/>
                  </a:lnTo>
                  <a:lnTo>
                    <a:pt x="7369545" y="202345"/>
                  </a:lnTo>
                  <a:lnTo>
                    <a:pt x="7295217" y="243297"/>
                  </a:lnTo>
                  <a:lnTo>
                    <a:pt x="7225450" y="288333"/>
                  </a:lnTo>
                  <a:lnTo>
                    <a:pt x="7160419" y="337783"/>
                  </a:lnTo>
                  <a:lnTo>
                    <a:pt x="7099986" y="392101"/>
                  </a:lnTo>
                  <a:lnTo>
                    <a:pt x="7043797" y="451858"/>
                  </a:lnTo>
                  <a:lnTo>
                    <a:pt x="6991359" y="517726"/>
                  </a:lnTo>
                  <a:lnTo>
                    <a:pt x="6942102" y="590448"/>
                  </a:lnTo>
                  <a:lnTo>
                    <a:pt x="6895424" y="670784"/>
                  </a:lnTo>
                  <a:lnTo>
                    <a:pt x="6850733" y="759431"/>
                  </a:lnTo>
                  <a:lnTo>
                    <a:pt x="6807480" y="856885"/>
                  </a:lnTo>
                  <a:lnTo>
                    <a:pt x="6786527" y="908253"/>
                  </a:lnTo>
                  <a:lnTo>
                    <a:pt x="6758443" y="981264"/>
                  </a:lnTo>
                  <a:lnTo>
                    <a:pt x="6730591" y="1058301"/>
                  </a:lnTo>
                  <a:lnTo>
                    <a:pt x="6702868" y="1139444"/>
                  </a:lnTo>
                  <a:lnTo>
                    <a:pt x="6675188" y="1224735"/>
                  </a:lnTo>
                  <a:lnTo>
                    <a:pt x="6647480" y="1314182"/>
                  </a:lnTo>
                  <a:lnTo>
                    <a:pt x="6619686" y="1407749"/>
                  </a:lnTo>
                  <a:lnTo>
                    <a:pt x="6591760" y="1505356"/>
                  </a:lnTo>
                  <a:lnTo>
                    <a:pt x="6563669" y="1606878"/>
                  </a:lnTo>
                  <a:lnTo>
                    <a:pt x="6535392" y="1712140"/>
                  </a:lnTo>
                  <a:lnTo>
                    <a:pt x="6506916" y="1820922"/>
                  </a:lnTo>
                  <a:lnTo>
                    <a:pt x="6478239" y="1932951"/>
                  </a:lnTo>
                  <a:lnTo>
                    <a:pt x="6449368" y="2047913"/>
                  </a:lnTo>
                  <a:lnTo>
                    <a:pt x="6420318" y="2165445"/>
                  </a:lnTo>
                  <a:lnTo>
                    <a:pt x="6391110" y="2285148"/>
                  </a:lnTo>
                  <a:lnTo>
                    <a:pt x="6361772" y="2406587"/>
                  </a:lnTo>
                  <a:lnTo>
                    <a:pt x="6332337" y="2529299"/>
                  </a:lnTo>
                  <a:lnTo>
                    <a:pt x="6302840" y="2652801"/>
                  </a:lnTo>
                  <a:lnTo>
                    <a:pt x="6273321" y="2776594"/>
                  </a:lnTo>
                  <a:lnTo>
                    <a:pt x="6243819" y="2900177"/>
                  </a:lnTo>
                  <a:lnTo>
                    <a:pt x="6214371" y="3023051"/>
                  </a:lnTo>
                  <a:lnTo>
                    <a:pt x="6185015" y="3144729"/>
                  </a:lnTo>
                  <a:lnTo>
                    <a:pt x="6155784" y="3264745"/>
                  </a:lnTo>
                  <a:lnTo>
                    <a:pt x="6126706" y="3382658"/>
                  </a:lnTo>
                  <a:lnTo>
                    <a:pt x="6097805" y="3498063"/>
                  </a:lnTo>
                  <a:lnTo>
                    <a:pt x="6069096" y="3610592"/>
                  </a:lnTo>
                  <a:lnTo>
                    <a:pt x="6040587" y="3719922"/>
                  </a:lnTo>
                  <a:lnTo>
                    <a:pt x="6012278" y="3825773"/>
                  </a:lnTo>
                  <a:lnTo>
                    <a:pt x="5984158" y="3927916"/>
                  </a:lnTo>
                  <a:lnTo>
                    <a:pt x="5956208" y="4026170"/>
                  </a:lnTo>
                  <a:lnTo>
                    <a:pt x="5928394" y="4120400"/>
                  </a:lnTo>
                  <a:lnTo>
                    <a:pt x="5900676" y="4210521"/>
                  </a:lnTo>
                  <a:lnTo>
                    <a:pt x="5872996" y="4296488"/>
                  </a:lnTo>
                  <a:lnTo>
                    <a:pt x="5845286" y="4378303"/>
                  </a:lnTo>
                  <a:lnTo>
                    <a:pt x="5817461" y="4456004"/>
                  </a:lnTo>
                  <a:lnTo>
                    <a:pt x="5789422" y="4529663"/>
                  </a:lnTo>
                  <a:lnTo>
                    <a:pt x="5784835" y="4541266"/>
                  </a:lnTo>
                  <a:lnTo>
                    <a:pt x="5742115" y="4643133"/>
                  </a:lnTo>
                  <a:lnTo>
                    <a:pt x="5698197" y="4736082"/>
                  </a:lnTo>
                  <a:lnTo>
                    <a:pt x="5652571" y="4820439"/>
                  </a:lnTo>
                  <a:lnTo>
                    <a:pt x="5604662" y="4896823"/>
                  </a:lnTo>
                  <a:lnTo>
                    <a:pt x="5553867" y="4965977"/>
                  </a:lnTo>
                  <a:lnTo>
                    <a:pt x="5499596" y="5028660"/>
                  </a:lnTo>
                  <a:lnTo>
                    <a:pt x="5441311" y="5085583"/>
                  </a:lnTo>
                  <a:lnTo>
                    <a:pt x="5378581" y="5137369"/>
                  </a:lnTo>
                  <a:lnTo>
                    <a:pt x="5311150" y="5184534"/>
                  </a:lnTo>
                  <a:lnTo>
                    <a:pt x="5239027" y="5227468"/>
                  </a:lnTo>
                  <a:lnTo>
                    <a:pt x="5162584" y="5266434"/>
                  </a:lnTo>
                  <a:lnTo>
                    <a:pt x="5082667" y="5301574"/>
                  </a:lnTo>
                  <a:lnTo>
                    <a:pt x="5000680" y="5332922"/>
                  </a:lnTo>
                  <a:lnTo>
                    <a:pt x="4918616" y="5360429"/>
                  </a:lnTo>
                  <a:lnTo>
                    <a:pt x="4838999" y="5384012"/>
                  </a:lnTo>
                  <a:lnTo>
                    <a:pt x="4764683" y="5403610"/>
                  </a:lnTo>
                  <a:lnTo>
                    <a:pt x="4698532" y="5419247"/>
                  </a:lnTo>
                  <a:lnTo>
                    <a:pt x="4642995" y="5431082"/>
                  </a:lnTo>
                  <a:lnTo>
                    <a:pt x="4599685" y="5439443"/>
                  </a:lnTo>
                  <a:lnTo>
                    <a:pt x="4569057" y="5444821"/>
                  </a:lnTo>
                  <a:lnTo>
                    <a:pt x="4550262" y="5447832"/>
                  </a:lnTo>
                  <a:lnTo>
                    <a:pt x="4541194" y="5449163"/>
                  </a:lnTo>
                  <a:lnTo>
                    <a:pt x="4538543" y="5449520"/>
                  </a:lnTo>
                  <a:lnTo>
                    <a:pt x="4016409" y="5449520"/>
                  </a:lnTo>
                  <a:lnTo>
                    <a:pt x="4015150" y="5449496"/>
                  </a:lnTo>
                  <a:lnTo>
                    <a:pt x="4006915" y="5449324"/>
                  </a:lnTo>
                  <a:lnTo>
                    <a:pt x="3986321" y="5448848"/>
                  </a:lnTo>
                  <a:lnTo>
                    <a:pt x="3949927" y="5447915"/>
                  </a:lnTo>
                  <a:lnTo>
                    <a:pt x="3896542" y="5446386"/>
                  </a:lnTo>
                  <a:lnTo>
                    <a:pt x="3827286" y="5444158"/>
                  </a:lnTo>
                  <a:lnTo>
                    <a:pt x="3745208" y="5441174"/>
                  </a:lnTo>
                  <a:lnTo>
                    <a:pt x="3654519" y="5437412"/>
                  </a:lnTo>
                  <a:lnTo>
                    <a:pt x="3559701" y="5432884"/>
                  </a:lnTo>
                  <a:lnTo>
                    <a:pt x="3464762" y="5427606"/>
                  </a:lnTo>
                  <a:lnTo>
                    <a:pt x="3372787" y="5421590"/>
                  </a:lnTo>
                  <a:lnTo>
                    <a:pt x="3285806" y="5414823"/>
                  </a:lnTo>
                  <a:lnTo>
                    <a:pt x="3204882" y="5407264"/>
                  </a:lnTo>
                  <a:lnTo>
                    <a:pt x="3130302" y="5398841"/>
                  </a:lnTo>
                  <a:lnTo>
                    <a:pt x="3061803" y="5389446"/>
                  </a:lnTo>
                  <a:lnTo>
                    <a:pt x="2998763" y="5378944"/>
                  </a:lnTo>
                  <a:lnTo>
                    <a:pt x="2940353" y="5367175"/>
                  </a:lnTo>
                  <a:lnTo>
                    <a:pt x="2885652" y="5353968"/>
                  </a:lnTo>
                  <a:lnTo>
                    <a:pt x="2833732" y="5339161"/>
                  </a:lnTo>
                  <a:lnTo>
                    <a:pt x="2783737" y="5322641"/>
                  </a:lnTo>
                  <a:lnTo>
                    <a:pt x="2770117" y="5317752"/>
                  </a:lnTo>
                  <a:lnTo>
                    <a:pt x="2719052" y="5297986"/>
                  </a:lnTo>
                  <a:lnTo>
                    <a:pt x="2668484" y="5276245"/>
                  </a:lnTo>
                  <a:lnTo>
                    <a:pt x="2617909" y="5252500"/>
                  </a:lnTo>
                  <a:lnTo>
                    <a:pt x="2566978" y="5226785"/>
                  </a:lnTo>
                  <a:lnTo>
                    <a:pt x="2515480" y="5199206"/>
                  </a:lnTo>
                  <a:lnTo>
                    <a:pt x="2463324" y="5169947"/>
                  </a:lnTo>
                  <a:lnTo>
                    <a:pt x="2410525" y="5139267"/>
                  </a:lnTo>
                  <a:lnTo>
                    <a:pt x="2357187" y="5107497"/>
                  </a:lnTo>
                  <a:lnTo>
                    <a:pt x="2303483" y="5075022"/>
                  </a:lnTo>
                  <a:lnTo>
                    <a:pt x="2249629" y="5042268"/>
                  </a:lnTo>
                  <a:lnTo>
                    <a:pt x="2195861" y="5009675"/>
                  </a:lnTo>
                  <a:lnTo>
                    <a:pt x="2142405" y="4977674"/>
                  </a:lnTo>
                  <a:lnTo>
                    <a:pt x="2089446" y="4946664"/>
                  </a:lnTo>
                  <a:lnTo>
                    <a:pt x="2037111" y="4916991"/>
                  </a:lnTo>
                  <a:lnTo>
                    <a:pt x="1985439" y="4888936"/>
                  </a:lnTo>
                  <a:lnTo>
                    <a:pt x="1934370" y="4862703"/>
                  </a:lnTo>
                  <a:lnTo>
                    <a:pt x="1883727" y="4838418"/>
                  </a:lnTo>
                  <a:lnTo>
                    <a:pt x="1833200" y="4816136"/>
                  </a:lnTo>
                  <a:lnTo>
                    <a:pt x="1782329" y="4795842"/>
                  </a:lnTo>
                  <a:lnTo>
                    <a:pt x="1768425" y="4790683"/>
                  </a:lnTo>
                  <a:lnTo>
                    <a:pt x="1718831" y="4773680"/>
                  </a:lnTo>
                  <a:lnTo>
                    <a:pt x="1667526" y="4758406"/>
                  </a:lnTo>
                  <a:lnTo>
                    <a:pt x="1613687" y="4744771"/>
                  </a:lnTo>
                  <a:lnTo>
                    <a:pt x="1556400" y="4732620"/>
                  </a:lnTo>
                  <a:lnTo>
                    <a:pt x="1494732" y="4721784"/>
                  </a:lnTo>
                  <a:lnTo>
                    <a:pt x="1427821" y="4712097"/>
                  </a:lnTo>
                  <a:lnTo>
                    <a:pt x="1354972" y="4703416"/>
                  </a:lnTo>
                  <a:lnTo>
                    <a:pt x="1275805" y="4695626"/>
                  </a:lnTo>
                  <a:lnTo>
                    <a:pt x="1190434" y="4688645"/>
                  </a:lnTo>
                  <a:lnTo>
                    <a:pt x="1099685" y="4682423"/>
                  </a:lnTo>
                  <a:lnTo>
                    <a:pt x="1005303" y="4676940"/>
                  </a:lnTo>
                  <a:lnTo>
                    <a:pt x="910084" y="4672202"/>
                  </a:lnTo>
                  <a:lnTo>
                    <a:pt x="817810" y="4668227"/>
                  </a:lnTo>
                  <a:lnTo>
                    <a:pt x="732894" y="4665027"/>
                  </a:lnTo>
                  <a:lnTo>
                    <a:pt x="659712" y="4662594"/>
                  </a:lnTo>
                  <a:lnTo>
                    <a:pt x="601721" y="4660880"/>
                  </a:lnTo>
                  <a:lnTo>
                    <a:pt x="560635" y="4659794"/>
                  </a:lnTo>
                  <a:lnTo>
                    <a:pt x="535914" y="4659206"/>
                  </a:lnTo>
                  <a:lnTo>
                    <a:pt x="524715" y="4658966"/>
                  </a:lnTo>
                  <a:lnTo>
                    <a:pt x="522133" y="4658916"/>
                  </a:lnTo>
                  <a:lnTo>
                    <a:pt x="0" y="4658916"/>
                  </a:lnTo>
                  <a:close/>
                </a:path>
              </a:pathLst>
            </a:custGeom>
            <a:solidFill>
              <a:srgbClr val="8BC34A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1476" name="pl1476"/>
            <p:cNvSpPr/>
            <p:nvPr/>
          </p:nvSpPr>
          <p:spPr>
            <a:xfrm>
              <a:off x="386606" y="474001"/>
              <a:ext cx="8554953" cy="5449520"/>
            </a:xfrm>
            <a:custGeom>
              <a:avLst/>
              <a:pathLst>
                <a:path w="8554953" h="5449520">
                  <a:moveTo>
                    <a:pt x="0" y="4658916"/>
                  </a:moveTo>
                  <a:lnTo>
                    <a:pt x="522133" y="4658916"/>
                  </a:lnTo>
                  <a:lnTo>
                    <a:pt x="523392" y="4658940"/>
                  </a:lnTo>
                  <a:lnTo>
                    <a:pt x="531628" y="4659112"/>
                  </a:lnTo>
                  <a:lnTo>
                    <a:pt x="552221" y="4659587"/>
                  </a:lnTo>
                  <a:lnTo>
                    <a:pt x="588615" y="4660521"/>
                  </a:lnTo>
                  <a:lnTo>
                    <a:pt x="642000" y="4662050"/>
                  </a:lnTo>
                  <a:lnTo>
                    <a:pt x="711256" y="4664277"/>
                  </a:lnTo>
                  <a:lnTo>
                    <a:pt x="793334" y="4667262"/>
                  </a:lnTo>
                  <a:lnTo>
                    <a:pt x="884024" y="4671023"/>
                  </a:lnTo>
                  <a:lnTo>
                    <a:pt x="978841" y="4675551"/>
                  </a:lnTo>
                  <a:lnTo>
                    <a:pt x="1073781" y="4680829"/>
                  </a:lnTo>
                  <a:lnTo>
                    <a:pt x="1165756" y="4686845"/>
                  </a:lnTo>
                  <a:lnTo>
                    <a:pt x="1252736" y="4693612"/>
                  </a:lnTo>
                  <a:lnTo>
                    <a:pt x="1333661" y="4701171"/>
                  </a:lnTo>
                  <a:lnTo>
                    <a:pt x="1408240" y="4709594"/>
                  </a:lnTo>
                  <a:lnTo>
                    <a:pt x="1476739" y="4718989"/>
                  </a:lnTo>
                  <a:lnTo>
                    <a:pt x="1539780" y="4729491"/>
                  </a:lnTo>
                  <a:lnTo>
                    <a:pt x="1598189" y="4741260"/>
                  </a:lnTo>
                  <a:lnTo>
                    <a:pt x="1652890" y="4754467"/>
                  </a:lnTo>
                  <a:lnTo>
                    <a:pt x="1704810" y="4769274"/>
                  </a:lnTo>
                  <a:lnTo>
                    <a:pt x="1754805" y="4785794"/>
                  </a:lnTo>
                  <a:lnTo>
                    <a:pt x="1768425" y="4790683"/>
                  </a:lnTo>
                  <a:lnTo>
                    <a:pt x="1819490" y="4810449"/>
                  </a:lnTo>
                  <a:lnTo>
                    <a:pt x="1870058" y="4832190"/>
                  </a:lnTo>
                  <a:lnTo>
                    <a:pt x="1920633" y="4855935"/>
                  </a:lnTo>
                  <a:lnTo>
                    <a:pt x="1971564" y="4881650"/>
                  </a:lnTo>
                  <a:lnTo>
                    <a:pt x="2023062" y="4909229"/>
                  </a:lnTo>
                  <a:lnTo>
                    <a:pt x="2075218" y="4938489"/>
                  </a:lnTo>
                  <a:lnTo>
                    <a:pt x="2128017" y="4969168"/>
                  </a:lnTo>
                  <a:lnTo>
                    <a:pt x="2181355" y="5000939"/>
                  </a:lnTo>
                  <a:lnTo>
                    <a:pt x="2235060" y="5033413"/>
                  </a:lnTo>
                  <a:lnTo>
                    <a:pt x="2288913" y="5066167"/>
                  </a:lnTo>
                  <a:lnTo>
                    <a:pt x="2342681" y="5098760"/>
                  </a:lnTo>
                  <a:lnTo>
                    <a:pt x="2396137" y="5130761"/>
                  </a:lnTo>
                  <a:lnTo>
                    <a:pt x="2449096" y="5161771"/>
                  </a:lnTo>
                  <a:lnTo>
                    <a:pt x="2501431" y="5191444"/>
                  </a:lnTo>
                  <a:lnTo>
                    <a:pt x="2553103" y="5219499"/>
                  </a:lnTo>
                  <a:lnTo>
                    <a:pt x="2604172" y="5245732"/>
                  </a:lnTo>
                  <a:lnTo>
                    <a:pt x="2654815" y="5270017"/>
                  </a:lnTo>
                  <a:lnTo>
                    <a:pt x="2705342" y="5292299"/>
                  </a:lnTo>
                  <a:lnTo>
                    <a:pt x="2756213" y="5312594"/>
                  </a:lnTo>
                  <a:lnTo>
                    <a:pt x="2770117" y="5317752"/>
                  </a:lnTo>
                  <a:lnTo>
                    <a:pt x="2819711" y="5334755"/>
                  </a:lnTo>
                  <a:lnTo>
                    <a:pt x="2871017" y="5350029"/>
                  </a:lnTo>
                  <a:lnTo>
                    <a:pt x="2924855" y="5363665"/>
                  </a:lnTo>
                  <a:lnTo>
                    <a:pt x="2982142" y="5375815"/>
                  </a:lnTo>
                  <a:lnTo>
                    <a:pt x="3043810" y="5386652"/>
                  </a:lnTo>
                  <a:lnTo>
                    <a:pt x="3110722" y="5396339"/>
                  </a:lnTo>
                  <a:lnTo>
                    <a:pt x="3183570" y="5405019"/>
                  </a:lnTo>
                  <a:lnTo>
                    <a:pt x="3262737" y="5412809"/>
                  </a:lnTo>
                  <a:lnTo>
                    <a:pt x="3348108" y="5419790"/>
                  </a:lnTo>
                  <a:lnTo>
                    <a:pt x="3438857" y="5426012"/>
                  </a:lnTo>
                  <a:lnTo>
                    <a:pt x="3533239" y="5431495"/>
                  </a:lnTo>
                  <a:lnTo>
                    <a:pt x="3628458" y="5436233"/>
                  </a:lnTo>
                  <a:lnTo>
                    <a:pt x="3720732" y="5440209"/>
                  </a:lnTo>
                  <a:lnTo>
                    <a:pt x="3805648" y="5443408"/>
                  </a:lnTo>
                  <a:lnTo>
                    <a:pt x="3878830" y="5445841"/>
                  </a:lnTo>
                  <a:lnTo>
                    <a:pt x="3936821" y="5447555"/>
                  </a:lnTo>
                  <a:lnTo>
                    <a:pt x="3977908" y="5448642"/>
                  </a:lnTo>
                  <a:lnTo>
                    <a:pt x="4002628" y="5449229"/>
                  </a:lnTo>
                  <a:lnTo>
                    <a:pt x="4013827" y="5449469"/>
                  </a:lnTo>
                  <a:lnTo>
                    <a:pt x="4016381" y="5449519"/>
                  </a:lnTo>
                  <a:lnTo>
                    <a:pt x="4016409" y="5449520"/>
                  </a:lnTo>
                  <a:lnTo>
                    <a:pt x="4538543" y="5449520"/>
                  </a:lnTo>
                  <a:lnTo>
                    <a:pt x="4539359" y="5449413"/>
                  </a:lnTo>
                  <a:lnTo>
                    <a:pt x="4544749" y="5448655"/>
                  </a:lnTo>
                  <a:lnTo>
                    <a:pt x="4558410" y="5446560"/>
                  </a:lnTo>
                  <a:lnTo>
                    <a:pt x="4583014" y="5442432"/>
                  </a:lnTo>
                  <a:lnTo>
                    <a:pt x="4620044" y="5435613"/>
                  </a:lnTo>
                  <a:lnTo>
                    <a:pt x="4669685" y="5425544"/>
                  </a:lnTo>
                  <a:lnTo>
                    <a:pt x="4730863" y="5411813"/>
                  </a:lnTo>
                  <a:lnTo>
                    <a:pt x="4801494" y="5394179"/>
                  </a:lnTo>
                  <a:lnTo>
                    <a:pt x="4878863" y="5372558"/>
                  </a:lnTo>
                  <a:lnTo>
                    <a:pt x="4960061" y="5346976"/>
                  </a:lnTo>
                  <a:lnTo>
                    <a:pt x="5042371" y="5317514"/>
                  </a:lnTo>
                  <a:lnTo>
                    <a:pt x="5123521" y="5284243"/>
                  </a:lnTo>
                  <a:lnTo>
                    <a:pt x="5201817" y="5247174"/>
                  </a:lnTo>
                  <a:lnTo>
                    <a:pt x="5276145" y="5206222"/>
                  </a:lnTo>
                  <a:lnTo>
                    <a:pt x="5345912" y="5161186"/>
                  </a:lnTo>
                  <a:lnTo>
                    <a:pt x="5410943" y="5111736"/>
                  </a:lnTo>
                  <a:lnTo>
                    <a:pt x="5471376" y="5057418"/>
                  </a:lnTo>
                  <a:lnTo>
                    <a:pt x="5527565" y="4997661"/>
                  </a:lnTo>
                  <a:lnTo>
                    <a:pt x="5580003" y="4931793"/>
                  </a:lnTo>
                  <a:lnTo>
                    <a:pt x="5629260" y="4859071"/>
                  </a:lnTo>
                  <a:lnTo>
                    <a:pt x="5675938" y="4778735"/>
                  </a:lnTo>
                  <a:lnTo>
                    <a:pt x="5720629" y="4690088"/>
                  </a:lnTo>
                  <a:lnTo>
                    <a:pt x="5763882" y="4592634"/>
                  </a:lnTo>
                  <a:lnTo>
                    <a:pt x="5784835" y="4541266"/>
                  </a:lnTo>
                  <a:lnTo>
                    <a:pt x="5812919" y="4468255"/>
                  </a:lnTo>
                  <a:lnTo>
                    <a:pt x="5840771" y="4391218"/>
                  </a:lnTo>
                  <a:lnTo>
                    <a:pt x="5868494" y="4310075"/>
                  </a:lnTo>
                  <a:lnTo>
                    <a:pt x="5896173" y="4224784"/>
                  </a:lnTo>
                  <a:lnTo>
                    <a:pt x="5923882" y="4135337"/>
                  </a:lnTo>
                  <a:lnTo>
                    <a:pt x="5951676" y="4041770"/>
                  </a:lnTo>
                  <a:lnTo>
                    <a:pt x="5979602" y="3944163"/>
                  </a:lnTo>
                  <a:lnTo>
                    <a:pt x="6007692" y="3842641"/>
                  </a:lnTo>
                  <a:lnTo>
                    <a:pt x="6035970" y="3737379"/>
                  </a:lnTo>
                  <a:lnTo>
                    <a:pt x="6064446" y="3628597"/>
                  </a:lnTo>
                  <a:lnTo>
                    <a:pt x="6093123" y="3516568"/>
                  </a:lnTo>
                  <a:lnTo>
                    <a:pt x="6121994" y="3401607"/>
                  </a:lnTo>
                  <a:lnTo>
                    <a:pt x="6151044" y="3284074"/>
                  </a:lnTo>
                  <a:lnTo>
                    <a:pt x="6180252" y="3164371"/>
                  </a:lnTo>
                  <a:lnTo>
                    <a:pt x="6209590" y="3042932"/>
                  </a:lnTo>
                  <a:lnTo>
                    <a:pt x="6239025" y="2920220"/>
                  </a:lnTo>
                  <a:lnTo>
                    <a:pt x="6268522" y="2796719"/>
                  </a:lnTo>
                  <a:lnTo>
                    <a:pt x="6298041" y="2672925"/>
                  </a:lnTo>
                  <a:lnTo>
                    <a:pt x="6327543" y="2549342"/>
                  </a:lnTo>
                  <a:lnTo>
                    <a:pt x="6356991" y="2426468"/>
                  </a:lnTo>
                  <a:lnTo>
                    <a:pt x="6386347" y="2304790"/>
                  </a:lnTo>
                  <a:lnTo>
                    <a:pt x="6415578" y="2184774"/>
                  </a:lnTo>
                  <a:lnTo>
                    <a:pt x="6444656" y="2066861"/>
                  </a:lnTo>
                  <a:lnTo>
                    <a:pt x="6473557" y="1951456"/>
                  </a:lnTo>
                  <a:lnTo>
                    <a:pt x="6502266" y="1838927"/>
                  </a:lnTo>
                  <a:lnTo>
                    <a:pt x="6530775" y="1729597"/>
                  </a:lnTo>
                  <a:lnTo>
                    <a:pt x="6559084" y="1623746"/>
                  </a:lnTo>
                  <a:lnTo>
                    <a:pt x="6587204" y="1521603"/>
                  </a:lnTo>
                  <a:lnTo>
                    <a:pt x="6615154" y="1423349"/>
                  </a:lnTo>
                  <a:lnTo>
                    <a:pt x="6642967" y="1329119"/>
                  </a:lnTo>
                  <a:lnTo>
                    <a:pt x="6670686" y="1238999"/>
                  </a:lnTo>
                  <a:lnTo>
                    <a:pt x="6698366" y="1153031"/>
                  </a:lnTo>
                  <a:lnTo>
                    <a:pt x="6726076" y="1071216"/>
                  </a:lnTo>
                  <a:lnTo>
                    <a:pt x="6753901" y="993515"/>
                  </a:lnTo>
                  <a:lnTo>
                    <a:pt x="6781940" y="919856"/>
                  </a:lnTo>
                  <a:lnTo>
                    <a:pt x="6786527" y="908253"/>
                  </a:lnTo>
                  <a:lnTo>
                    <a:pt x="6829247" y="806386"/>
                  </a:lnTo>
                  <a:lnTo>
                    <a:pt x="6873165" y="713437"/>
                  </a:lnTo>
                  <a:lnTo>
                    <a:pt x="6918791" y="629080"/>
                  </a:lnTo>
                  <a:lnTo>
                    <a:pt x="6966700" y="552696"/>
                  </a:lnTo>
                  <a:lnTo>
                    <a:pt x="7017495" y="483542"/>
                  </a:lnTo>
                  <a:lnTo>
                    <a:pt x="7071766" y="420859"/>
                  </a:lnTo>
                  <a:lnTo>
                    <a:pt x="7130051" y="363937"/>
                  </a:lnTo>
                  <a:lnTo>
                    <a:pt x="7192781" y="312150"/>
                  </a:lnTo>
                  <a:lnTo>
                    <a:pt x="7260212" y="264985"/>
                  </a:lnTo>
                  <a:lnTo>
                    <a:pt x="7332335" y="222052"/>
                  </a:lnTo>
                  <a:lnTo>
                    <a:pt x="7408778" y="183085"/>
                  </a:lnTo>
                  <a:lnTo>
                    <a:pt x="7488695" y="147945"/>
                  </a:lnTo>
                  <a:lnTo>
                    <a:pt x="7570682" y="116597"/>
                  </a:lnTo>
                  <a:lnTo>
                    <a:pt x="7652745" y="89091"/>
                  </a:lnTo>
                  <a:lnTo>
                    <a:pt x="7732363" y="65507"/>
                  </a:lnTo>
                  <a:lnTo>
                    <a:pt x="7806679" y="45909"/>
                  </a:lnTo>
                  <a:lnTo>
                    <a:pt x="7872830" y="30272"/>
                  </a:lnTo>
                  <a:lnTo>
                    <a:pt x="7928367" y="18438"/>
                  </a:lnTo>
                  <a:lnTo>
                    <a:pt x="7971677" y="10077"/>
                  </a:lnTo>
                  <a:lnTo>
                    <a:pt x="8002305" y="4699"/>
                  </a:lnTo>
                  <a:lnTo>
                    <a:pt x="8021100" y="1687"/>
                  </a:lnTo>
                  <a:lnTo>
                    <a:pt x="8030168" y="357"/>
                  </a:lnTo>
                  <a:lnTo>
                    <a:pt x="8032719" y="12"/>
                  </a:lnTo>
                  <a:lnTo>
                    <a:pt x="8032819" y="0"/>
                  </a:lnTo>
                  <a:lnTo>
                    <a:pt x="8554953" y="0"/>
                  </a:lnTo>
                  <a:lnTo>
                    <a:pt x="8554953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477" name="pl1477"/>
            <p:cNvSpPr/>
            <p:nvPr/>
          </p:nvSpPr>
          <p:spPr>
            <a:xfrm>
              <a:off x="386606" y="468354"/>
              <a:ext cx="8554953" cy="5449520"/>
            </a:xfrm>
            <a:custGeom>
              <a:avLst/>
              <a:pathLst>
                <a:path w="8554953" h="5449520">
                  <a:moveTo>
                    <a:pt x="8554953" y="0"/>
                  </a:moveTo>
                  <a:lnTo>
                    <a:pt x="8032819" y="0"/>
                  </a:lnTo>
                  <a:lnTo>
                    <a:pt x="8032003" y="106"/>
                  </a:lnTo>
                  <a:lnTo>
                    <a:pt x="8026613" y="864"/>
                  </a:lnTo>
                  <a:lnTo>
                    <a:pt x="8012952" y="2959"/>
                  </a:lnTo>
                  <a:lnTo>
                    <a:pt x="7988348" y="7087"/>
                  </a:lnTo>
                  <a:lnTo>
                    <a:pt x="7951318" y="13906"/>
                  </a:lnTo>
                  <a:lnTo>
                    <a:pt x="7901677" y="23975"/>
                  </a:lnTo>
                  <a:lnTo>
                    <a:pt x="7840499" y="37706"/>
                  </a:lnTo>
                  <a:lnTo>
                    <a:pt x="7769868" y="55340"/>
                  </a:lnTo>
                  <a:lnTo>
                    <a:pt x="7692499" y="76962"/>
                  </a:lnTo>
                  <a:lnTo>
                    <a:pt x="7611301" y="102543"/>
                  </a:lnTo>
                  <a:lnTo>
                    <a:pt x="7528991" y="132006"/>
                  </a:lnTo>
                  <a:lnTo>
                    <a:pt x="7447840" y="165277"/>
                  </a:lnTo>
                  <a:lnTo>
                    <a:pt x="7369545" y="202345"/>
                  </a:lnTo>
                  <a:lnTo>
                    <a:pt x="7295217" y="243297"/>
                  </a:lnTo>
                  <a:lnTo>
                    <a:pt x="7225450" y="288333"/>
                  </a:lnTo>
                  <a:lnTo>
                    <a:pt x="7160419" y="337783"/>
                  </a:lnTo>
                  <a:lnTo>
                    <a:pt x="7099986" y="392101"/>
                  </a:lnTo>
                  <a:lnTo>
                    <a:pt x="7043797" y="451858"/>
                  </a:lnTo>
                  <a:lnTo>
                    <a:pt x="6991359" y="517726"/>
                  </a:lnTo>
                  <a:lnTo>
                    <a:pt x="6942102" y="590448"/>
                  </a:lnTo>
                  <a:lnTo>
                    <a:pt x="6895424" y="670784"/>
                  </a:lnTo>
                  <a:lnTo>
                    <a:pt x="6850733" y="759431"/>
                  </a:lnTo>
                  <a:lnTo>
                    <a:pt x="6807480" y="856885"/>
                  </a:lnTo>
                  <a:lnTo>
                    <a:pt x="6786527" y="908253"/>
                  </a:lnTo>
                  <a:lnTo>
                    <a:pt x="6758443" y="981264"/>
                  </a:lnTo>
                  <a:lnTo>
                    <a:pt x="6730591" y="1058301"/>
                  </a:lnTo>
                  <a:lnTo>
                    <a:pt x="6702868" y="1139444"/>
                  </a:lnTo>
                  <a:lnTo>
                    <a:pt x="6675188" y="1224735"/>
                  </a:lnTo>
                  <a:lnTo>
                    <a:pt x="6647480" y="1314182"/>
                  </a:lnTo>
                  <a:lnTo>
                    <a:pt x="6619686" y="1407749"/>
                  </a:lnTo>
                  <a:lnTo>
                    <a:pt x="6591760" y="1505356"/>
                  </a:lnTo>
                  <a:lnTo>
                    <a:pt x="6563669" y="1606878"/>
                  </a:lnTo>
                  <a:lnTo>
                    <a:pt x="6535392" y="1712140"/>
                  </a:lnTo>
                  <a:lnTo>
                    <a:pt x="6506916" y="1820922"/>
                  </a:lnTo>
                  <a:lnTo>
                    <a:pt x="6478239" y="1932951"/>
                  </a:lnTo>
                  <a:lnTo>
                    <a:pt x="6449368" y="2047913"/>
                  </a:lnTo>
                  <a:lnTo>
                    <a:pt x="6420318" y="2165445"/>
                  </a:lnTo>
                  <a:lnTo>
                    <a:pt x="6391110" y="2285148"/>
                  </a:lnTo>
                  <a:lnTo>
                    <a:pt x="6361772" y="2406587"/>
                  </a:lnTo>
                  <a:lnTo>
                    <a:pt x="6332337" y="2529299"/>
                  </a:lnTo>
                  <a:lnTo>
                    <a:pt x="6302840" y="2652801"/>
                  </a:lnTo>
                  <a:lnTo>
                    <a:pt x="6273321" y="2776594"/>
                  </a:lnTo>
                  <a:lnTo>
                    <a:pt x="6243819" y="2900177"/>
                  </a:lnTo>
                  <a:lnTo>
                    <a:pt x="6214371" y="3023051"/>
                  </a:lnTo>
                  <a:lnTo>
                    <a:pt x="6185015" y="3144729"/>
                  </a:lnTo>
                  <a:lnTo>
                    <a:pt x="6155784" y="3264745"/>
                  </a:lnTo>
                  <a:lnTo>
                    <a:pt x="6126706" y="3382658"/>
                  </a:lnTo>
                  <a:lnTo>
                    <a:pt x="6097805" y="3498063"/>
                  </a:lnTo>
                  <a:lnTo>
                    <a:pt x="6069096" y="3610592"/>
                  </a:lnTo>
                  <a:lnTo>
                    <a:pt x="6040587" y="3719922"/>
                  </a:lnTo>
                  <a:lnTo>
                    <a:pt x="6012278" y="3825773"/>
                  </a:lnTo>
                  <a:lnTo>
                    <a:pt x="5984158" y="3927916"/>
                  </a:lnTo>
                  <a:lnTo>
                    <a:pt x="5956208" y="4026170"/>
                  </a:lnTo>
                  <a:lnTo>
                    <a:pt x="5928394" y="4120400"/>
                  </a:lnTo>
                  <a:lnTo>
                    <a:pt x="5900676" y="4210521"/>
                  </a:lnTo>
                  <a:lnTo>
                    <a:pt x="5872996" y="4296488"/>
                  </a:lnTo>
                  <a:lnTo>
                    <a:pt x="5845286" y="4378303"/>
                  </a:lnTo>
                  <a:lnTo>
                    <a:pt x="5817461" y="4456004"/>
                  </a:lnTo>
                  <a:lnTo>
                    <a:pt x="5789422" y="4529663"/>
                  </a:lnTo>
                  <a:lnTo>
                    <a:pt x="5784835" y="4541266"/>
                  </a:lnTo>
                  <a:lnTo>
                    <a:pt x="5742115" y="4643133"/>
                  </a:lnTo>
                  <a:lnTo>
                    <a:pt x="5698197" y="4736082"/>
                  </a:lnTo>
                  <a:lnTo>
                    <a:pt x="5652571" y="4820439"/>
                  </a:lnTo>
                  <a:lnTo>
                    <a:pt x="5604662" y="4896823"/>
                  </a:lnTo>
                  <a:lnTo>
                    <a:pt x="5553867" y="4965977"/>
                  </a:lnTo>
                  <a:lnTo>
                    <a:pt x="5499596" y="5028660"/>
                  </a:lnTo>
                  <a:lnTo>
                    <a:pt x="5441311" y="5085583"/>
                  </a:lnTo>
                  <a:lnTo>
                    <a:pt x="5378581" y="5137369"/>
                  </a:lnTo>
                  <a:lnTo>
                    <a:pt x="5311150" y="5184534"/>
                  </a:lnTo>
                  <a:lnTo>
                    <a:pt x="5239027" y="5227468"/>
                  </a:lnTo>
                  <a:lnTo>
                    <a:pt x="5162584" y="5266434"/>
                  </a:lnTo>
                  <a:lnTo>
                    <a:pt x="5082667" y="5301574"/>
                  </a:lnTo>
                  <a:lnTo>
                    <a:pt x="5000680" y="5332922"/>
                  </a:lnTo>
                  <a:lnTo>
                    <a:pt x="4918616" y="5360429"/>
                  </a:lnTo>
                  <a:lnTo>
                    <a:pt x="4838999" y="5384012"/>
                  </a:lnTo>
                  <a:lnTo>
                    <a:pt x="4764683" y="5403610"/>
                  </a:lnTo>
                  <a:lnTo>
                    <a:pt x="4698532" y="5419247"/>
                  </a:lnTo>
                  <a:lnTo>
                    <a:pt x="4642995" y="5431082"/>
                  </a:lnTo>
                  <a:lnTo>
                    <a:pt x="4599685" y="5439443"/>
                  </a:lnTo>
                  <a:lnTo>
                    <a:pt x="4569057" y="5444821"/>
                  </a:lnTo>
                  <a:lnTo>
                    <a:pt x="4550262" y="5447832"/>
                  </a:lnTo>
                  <a:lnTo>
                    <a:pt x="4541194" y="5449163"/>
                  </a:lnTo>
                  <a:lnTo>
                    <a:pt x="4538643" y="5449507"/>
                  </a:lnTo>
                  <a:lnTo>
                    <a:pt x="4538543" y="5449520"/>
                  </a:lnTo>
                  <a:lnTo>
                    <a:pt x="4016409" y="5449520"/>
                  </a:lnTo>
                  <a:lnTo>
                    <a:pt x="4015150" y="5449496"/>
                  </a:lnTo>
                  <a:lnTo>
                    <a:pt x="4006915" y="5449324"/>
                  </a:lnTo>
                  <a:lnTo>
                    <a:pt x="3986321" y="5448848"/>
                  </a:lnTo>
                  <a:lnTo>
                    <a:pt x="3949927" y="5447915"/>
                  </a:lnTo>
                  <a:lnTo>
                    <a:pt x="3896542" y="5446386"/>
                  </a:lnTo>
                  <a:lnTo>
                    <a:pt x="3827286" y="5444158"/>
                  </a:lnTo>
                  <a:lnTo>
                    <a:pt x="3745208" y="5441174"/>
                  </a:lnTo>
                  <a:lnTo>
                    <a:pt x="3654519" y="5437412"/>
                  </a:lnTo>
                  <a:lnTo>
                    <a:pt x="3559701" y="5432884"/>
                  </a:lnTo>
                  <a:lnTo>
                    <a:pt x="3464762" y="5427606"/>
                  </a:lnTo>
                  <a:lnTo>
                    <a:pt x="3372787" y="5421590"/>
                  </a:lnTo>
                  <a:lnTo>
                    <a:pt x="3285806" y="5414823"/>
                  </a:lnTo>
                  <a:lnTo>
                    <a:pt x="3204882" y="5407264"/>
                  </a:lnTo>
                  <a:lnTo>
                    <a:pt x="3130302" y="5398841"/>
                  </a:lnTo>
                  <a:lnTo>
                    <a:pt x="3061803" y="5389446"/>
                  </a:lnTo>
                  <a:lnTo>
                    <a:pt x="2998763" y="5378944"/>
                  </a:lnTo>
                  <a:lnTo>
                    <a:pt x="2940353" y="5367175"/>
                  </a:lnTo>
                  <a:lnTo>
                    <a:pt x="2885652" y="5353968"/>
                  </a:lnTo>
                  <a:lnTo>
                    <a:pt x="2833732" y="5339161"/>
                  </a:lnTo>
                  <a:lnTo>
                    <a:pt x="2783737" y="5322641"/>
                  </a:lnTo>
                  <a:lnTo>
                    <a:pt x="2770117" y="5317752"/>
                  </a:lnTo>
                  <a:lnTo>
                    <a:pt x="2719052" y="5297986"/>
                  </a:lnTo>
                  <a:lnTo>
                    <a:pt x="2668484" y="5276245"/>
                  </a:lnTo>
                  <a:lnTo>
                    <a:pt x="2617909" y="5252500"/>
                  </a:lnTo>
                  <a:lnTo>
                    <a:pt x="2566978" y="5226785"/>
                  </a:lnTo>
                  <a:lnTo>
                    <a:pt x="2515480" y="5199206"/>
                  </a:lnTo>
                  <a:lnTo>
                    <a:pt x="2463324" y="5169947"/>
                  </a:lnTo>
                  <a:lnTo>
                    <a:pt x="2410525" y="5139267"/>
                  </a:lnTo>
                  <a:lnTo>
                    <a:pt x="2357187" y="5107497"/>
                  </a:lnTo>
                  <a:lnTo>
                    <a:pt x="2303483" y="5075022"/>
                  </a:lnTo>
                  <a:lnTo>
                    <a:pt x="2249629" y="5042268"/>
                  </a:lnTo>
                  <a:lnTo>
                    <a:pt x="2195861" y="5009675"/>
                  </a:lnTo>
                  <a:lnTo>
                    <a:pt x="2142405" y="4977674"/>
                  </a:lnTo>
                  <a:lnTo>
                    <a:pt x="2089446" y="4946664"/>
                  </a:lnTo>
                  <a:lnTo>
                    <a:pt x="2037111" y="4916991"/>
                  </a:lnTo>
                  <a:lnTo>
                    <a:pt x="1985439" y="4888936"/>
                  </a:lnTo>
                  <a:lnTo>
                    <a:pt x="1934370" y="4862703"/>
                  </a:lnTo>
                  <a:lnTo>
                    <a:pt x="1883727" y="4838418"/>
                  </a:lnTo>
                  <a:lnTo>
                    <a:pt x="1833200" y="4816136"/>
                  </a:lnTo>
                  <a:lnTo>
                    <a:pt x="1782329" y="4795842"/>
                  </a:lnTo>
                  <a:lnTo>
                    <a:pt x="1768425" y="4790683"/>
                  </a:lnTo>
                  <a:lnTo>
                    <a:pt x="1718831" y="4773680"/>
                  </a:lnTo>
                  <a:lnTo>
                    <a:pt x="1667526" y="4758406"/>
                  </a:lnTo>
                  <a:lnTo>
                    <a:pt x="1613687" y="4744771"/>
                  </a:lnTo>
                  <a:lnTo>
                    <a:pt x="1556400" y="4732620"/>
                  </a:lnTo>
                  <a:lnTo>
                    <a:pt x="1494732" y="4721784"/>
                  </a:lnTo>
                  <a:lnTo>
                    <a:pt x="1427821" y="4712097"/>
                  </a:lnTo>
                  <a:lnTo>
                    <a:pt x="1354972" y="4703416"/>
                  </a:lnTo>
                  <a:lnTo>
                    <a:pt x="1275805" y="4695626"/>
                  </a:lnTo>
                  <a:lnTo>
                    <a:pt x="1190434" y="4688645"/>
                  </a:lnTo>
                  <a:lnTo>
                    <a:pt x="1099685" y="4682423"/>
                  </a:lnTo>
                  <a:lnTo>
                    <a:pt x="1005303" y="4676940"/>
                  </a:lnTo>
                  <a:lnTo>
                    <a:pt x="910084" y="4672202"/>
                  </a:lnTo>
                  <a:lnTo>
                    <a:pt x="817810" y="4668227"/>
                  </a:lnTo>
                  <a:lnTo>
                    <a:pt x="732894" y="4665027"/>
                  </a:lnTo>
                  <a:lnTo>
                    <a:pt x="659712" y="4662594"/>
                  </a:lnTo>
                  <a:lnTo>
                    <a:pt x="601721" y="4660880"/>
                  </a:lnTo>
                  <a:lnTo>
                    <a:pt x="560635" y="4659794"/>
                  </a:lnTo>
                  <a:lnTo>
                    <a:pt x="535914" y="4659206"/>
                  </a:lnTo>
                  <a:lnTo>
                    <a:pt x="524715" y="4658966"/>
                  </a:lnTo>
                  <a:lnTo>
                    <a:pt x="522161" y="4658916"/>
                  </a:lnTo>
                  <a:lnTo>
                    <a:pt x="522133" y="4658916"/>
                  </a:lnTo>
                  <a:lnTo>
                    <a:pt x="0" y="4658916"/>
                  </a:lnTo>
                  <a:lnTo>
                    <a:pt x="0" y="4658916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478" name="pg1478"/>
            <p:cNvSpPr/>
            <p:nvPr/>
          </p:nvSpPr>
          <p:spPr>
            <a:xfrm>
              <a:off x="386606" y="586945"/>
              <a:ext cx="8554953" cy="4421734"/>
            </a:xfrm>
            <a:custGeom>
              <a:avLst/>
              <a:pathLst>
                <a:path w="8554953" h="4421734">
                  <a:moveTo>
                    <a:pt x="0" y="4421734"/>
                  </a:moveTo>
                  <a:lnTo>
                    <a:pt x="522133" y="4421734"/>
                  </a:lnTo>
                  <a:lnTo>
                    <a:pt x="523315" y="4421666"/>
                  </a:lnTo>
                  <a:lnTo>
                    <a:pt x="531057" y="4421180"/>
                  </a:lnTo>
                  <a:lnTo>
                    <a:pt x="550459" y="4419834"/>
                  </a:lnTo>
                  <a:lnTo>
                    <a:pt x="584856" y="4417190"/>
                  </a:lnTo>
                  <a:lnTo>
                    <a:pt x="635527" y="4412853"/>
                  </a:lnTo>
                  <a:lnTo>
                    <a:pt x="701619" y="4406520"/>
                  </a:lnTo>
                  <a:lnTo>
                    <a:pt x="780450" y="4398010"/>
                  </a:lnTo>
                  <a:lnTo>
                    <a:pt x="868169" y="4387254"/>
                  </a:lnTo>
                  <a:lnTo>
                    <a:pt x="960557" y="4374269"/>
                  </a:lnTo>
                  <a:lnTo>
                    <a:pt x="1053734" y="4359107"/>
                  </a:lnTo>
                  <a:lnTo>
                    <a:pt x="1144612" y="4341803"/>
                  </a:lnTo>
                  <a:lnTo>
                    <a:pt x="1231070" y="4322343"/>
                  </a:lnTo>
                  <a:lnTo>
                    <a:pt x="1311904" y="4300632"/>
                  </a:lnTo>
                  <a:lnTo>
                    <a:pt x="1386674" y="4276487"/>
                  </a:lnTo>
                  <a:lnTo>
                    <a:pt x="1455499" y="4249631"/>
                  </a:lnTo>
                  <a:lnTo>
                    <a:pt x="1518876" y="4219706"/>
                  </a:lnTo>
                  <a:lnTo>
                    <a:pt x="1577533" y="4186277"/>
                  </a:lnTo>
                  <a:lnTo>
                    <a:pt x="1632312" y="4148866"/>
                  </a:lnTo>
                  <a:lnTo>
                    <a:pt x="1684092" y="4106995"/>
                  </a:lnTo>
                  <a:lnTo>
                    <a:pt x="1733709" y="4060272"/>
                  </a:lnTo>
                  <a:lnTo>
                    <a:pt x="1768425" y="4023609"/>
                  </a:lnTo>
                  <a:lnTo>
                    <a:pt x="1808098" y="3977797"/>
                  </a:lnTo>
                  <a:lnTo>
                    <a:pt x="1847394" y="3928420"/>
                  </a:lnTo>
                  <a:lnTo>
                    <a:pt x="1886574" y="3875406"/>
                  </a:lnTo>
                  <a:lnTo>
                    <a:pt x="1925839" y="3818752"/>
                  </a:lnTo>
                  <a:lnTo>
                    <a:pt x="1965338" y="3758525"/>
                  </a:lnTo>
                  <a:lnTo>
                    <a:pt x="2005168" y="3694874"/>
                  </a:lnTo>
                  <a:lnTo>
                    <a:pt x="2045386" y="3628033"/>
                  </a:lnTo>
                  <a:lnTo>
                    <a:pt x="2086005" y="3558319"/>
                  </a:lnTo>
                  <a:lnTo>
                    <a:pt x="2127003" y="3486133"/>
                  </a:lnTo>
                  <a:lnTo>
                    <a:pt x="2168329" y="3411947"/>
                  </a:lnTo>
                  <a:lnTo>
                    <a:pt x="2209905" y="3336300"/>
                  </a:lnTo>
                  <a:lnTo>
                    <a:pt x="2251635" y="3259777"/>
                  </a:lnTo>
                  <a:lnTo>
                    <a:pt x="2293411" y="3182990"/>
                  </a:lnTo>
                  <a:lnTo>
                    <a:pt x="2335124" y="3106563"/>
                  </a:lnTo>
                  <a:lnTo>
                    <a:pt x="2376667" y="3031106"/>
                  </a:lnTo>
                  <a:lnTo>
                    <a:pt x="2417946" y="2957198"/>
                  </a:lnTo>
                  <a:lnTo>
                    <a:pt x="2458888" y="2885368"/>
                  </a:lnTo>
                  <a:lnTo>
                    <a:pt x="2499445" y="2816077"/>
                  </a:lnTo>
                  <a:lnTo>
                    <a:pt x="2539600" y="2749714"/>
                  </a:lnTo>
                  <a:lnTo>
                    <a:pt x="2579375" y="2686583"/>
                  </a:lnTo>
                  <a:lnTo>
                    <a:pt x="2618829" y="2626904"/>
                  </a:lnTo>
                  <a:lnTo>
                    <a:pt x="2658071" y="2570814"/>
                  </a:lnTo>
                  <a:lnTo>
                    <a:pt x="2697254" y="2518369"/>
                  </a:lnTo>
                  <a:lnTo>
                    <a:pt x="2736589" y="2469553"/>
                  </a:lnTo>
                  <a:lnTo>
                    <a:pt x="2770117" y="2431107"/>
                  </a:lnTo>
                  <a:lnTo>
                    <a:pt x="2818640" y="2380771"/>
                  </a:lnTo>
                  <a:lnTo>
                    <a:pt x="2868787" y="2335445"/>
                  </a:lnTo>
                  <a:lnTo>
                    <a:pt x="2921324" y="2294877"/>
                  </a:lnTo>
                  <a:lnTo>
                    <a:pt x="2977107" y="2258637"/>
                  </a:lnTo>
                  <a:lnTo>
                    <a:pt x="3037012" y="2226243"/>
                  </a:lnTo>
                  <a:lnTo>
                    <a:pt x="3101858" y="2197223"/>
                  </a:lnTo>
                  <a:lnTo>
                    <a:pt x="3172321" y="2171165"/>
                  </a:lnTo>
                  <a:lnTo>
                    <a:pt x="3248809" y="2147729"/>
                  </a:lnTo>
                  <a:lnTo>
                    <a:pt x="3331302" y="2126667"/>
                  </a:lnTo>
                  <a:lnTo>
                    <a:pt x="3419164" y="2107820"/>
                  </a:lnTo>
                  <a:lnTo>
                    <a:pt x="3510947" y="2091119"/>
                  </a:lnTo>
                  <a:lnTo>
                    <a:pt x="3604253" y="2076565"/>
                  </a:lnTo>
                  <a:lnTo>
                    <a:pt x="3695744" y="2064204"/>
                  </a:lnTo>
                  <a:lnTo>
                    <a:pt x="3781384" y="2054082"/>
                  </a:lnTo>
                  <a:lnTo>
                    <a:pt x="3856980" y="2046196"/>
                  </a:lnTo>
                  <a:lnTo>
                    <a:pt x="3918929" y="2040450"/>
                  </a:lnTo>
                  <a:lnTo>
                    <a:pt x="3965010" y="2036625"/>
                  </a:lnTo>
                  <a:lnTo>
                    <a:pt x="3994959" y="2034389"/>
                  </a:lnTo>
                  <a:lnTo>
                    <a:pt x="4010656" y="2033331"/>
                  </a:lnTo>
                  <a:lnTo>
                    <a:pt x="4015964" y="2033006"/>
                  </a:lnTo>
                  <a:lnTo>
                    <a:pt x="4016409" y="2032981"/>
                  </a:lnTo>
                  <a:lnTo>
                    <a:pt x="4538543" y="2032981"/>
                  </a:lnTo>
                  <a:lnTo>
                    <a:pt x="4539748" y="2032922"/>
                  </a:lnTo>
                  <a:lnTo>
                    <a:pt x="4547637" y="2032501"/>
                  </a:lnTo>
                  <a:lnTo>
                    <a:pt x="4567396" y="2031336"/>
                  </a:lnTo>
                  <a:lnTo>
                    <a:pt x="4602391" y="2029047"/>
                  </a:lnTo>
                  <a:lnTo>
                    <a:pt x="4653877" y="2025294"/>
                  </a:lnTo>
                  <a:lnTo>
                    <a:pt x="4720923" y="2019819"/>
                  </a:lnTo>
                  <a:lnTo>
                    <a:pt x="4800739" y="2012467"/>
                  </a:lnTo>
                  <a:lnTo>
                    <a:pt x="4889364" y="2003184"/>
                  </a:lnTo>
                  <a:lnTo>
                    <a:pt x="4982499" y="1991986"/>
                  </a:lnTo>
                  <a:lnTo>
                    <a:pt x="5076224" y="1978918"/>
                  </a:lnTo>
                  <a:lnTo>
                    <a:pt x="5167450" y="1964010"/>
                  </a:lnTo>
                  <a:lnTo>
                    <a:pt x="5254079" y="1947243"/>
                  </a:lnTo>
                  <a:lnTo>
                    <a:pt x="5334951" y="1928532"/>
                  </a:lnTo>
                  <a:lnTo>
                    <a:pt x="5409670" y="1907709"/>
                  </a:lnTo>
                  <a:lnTo>
                    <a:pt x="5478398" y="1884531"/>
                  </a:lnTo>
                  <a:lnTo>
                    <a:pt x="5541672" y="1858678"/>
                  </a:lnTo>
                  <a:lnTo>
                    <a:pt x="5600249" y="1829771"/>
                  </a:lnTo>
                  <a:lnTo>
                    <a:pt x="5654997" y="1797393"/>
                  </a:lnTo>
                  <a:lnTo>
                    <a:pt x="5706809" y="1761134"/>
                  </a:lnTo>
                  <a:lnTo>
                    <a:pt x="5756530" y="1720670"/>
                  </a:lnTo>
                  <a:lnTo>
                    <a:pt x="5784835" y="1695092"/>
                  </a:lnTo>
                  <a:lnTo>
                    <a:pt x="5826776" y="1653884"/>
                  </a:lnTo>
                  <a:lnTo>
                    <a:pt x="5868312" y="1609288"/>
                  </a:lnTo>
                  <a:lnTo>
                    <a:pt x="5909747" y="1561237"/>
                  </a:lnTo>
                  <a:lnTo>
                    <a:pt x="5951310" y="1509737"/>
                  </a:lnTo>
                  <a:lnTo>
                    <a:pt x="5993163" y="1454872"/>
                  </a:lnTo>
                  <a:lnTo>
                    <a:pt x="6035410" y="1396814"/>
                  </a:lnTo>
                  <a:lnTo>
                    <a:pt x="6078100" y="1335824"/>
                  </a:lnTo>
                  <a:lnTo>
                    <a:pt x="6121232" y="1272252"/>
                  </a:lnTo>
                  <a:lnTo>
                    <a:pt x="6164766" y="1206533"/>
                  </a:lnTo>
                  <a:lnTo>
                    <a:pt x="6208624" y="1139174"/>
                  </a:lnTo>
                  <a:lnTo>
                    <a:pt x="6252702" y="1070743"/>
                  </a:lnTo>
                  <a:lnTo>
                    <a:pt x="6296876" y="1001847"/>
                  </a:lnTo>
                  <a:lnTo>
                    <a:pt x="6341018" y="933109"/>
                  </a:lnTo>
                  <a:lnTo>
                    <a:pt x="6384998" y="865147"/>
                  </a:lnTo>
                  <a:lnTo>
                    <a:pt x="6428704" y="798552"/>
                  </a:lnTo>
                  <a:lnTo>
                    <a:pt x="6472042" y="733861"/>
                  </a:lnTo>
                  <a:lnTo>
                    <a:pt x="6514953" y="671549"/>
                  </a:lnTo>
                  <a:lnTo>
                    <a:pt x="6557415" y="612006"/>
                  </a:lnTo>
                  <a:lnTo>
                    <a:pt x="6599453" y="555540"/>
                  </a:lnTo>
                  <a:lnTo>
                    <a:pt x="6641143" y="502364"/>
                  </a:lnTo>
                  <a:lnTo>
                    <a:pt x="6682617" y="452607"/>
                  </a:lnTo>
                  <a:lnTo>
                    <a:pt x="6724070" y="406311"/>
                  </a:lnTo>
                  <a:lnTo>
                    <a:pt x="6765768" y="363444"/>
                  </a:lnTo>
                  <a:lnTo>
                    <a:pt x="6786527" y="343536"/>
                  </a:lnTo>
                  <a:lnTo>
                    <a:pt x="6835374" y="300549"/>
                  </a:lnTo>
                  <a:lnTo>
                    <a:pt x="6885871" y="261869"/>
                  </a:lnTo>
                  <a:lnTo>
                    <a:pt x="6938801" y="227276"/>
                  </a:lnTo>
                  <a:lnTo>
                    <a:pt x="6995038" y="196397"/>
                  </a:lnTo>
                  <a:lnTo>
                    <a:pt x="7055473" y="168814"/>
                  </a:lnTo>
                  <a:lnTo>
                    <a:pt x="7120941" y="144120"/>
                  </a:lnTo>
                  <a:lnTo>
                    <a:pt x="7192121" y="121960"/>
                  </a:lnTo>
                  <a:lnTo>
                    <a:pt x="7269415" y="102043"/>
                  </a:lnTo>
                  <a:lnTo>
                    <a:pt x="7352777" y="84159"/>
                  </a:lnTo>
                  <a:lnTo>
                    <a:pt x="7441515" y="68174"/>
                  </a:lnTo>
                  <a:lnTo>
                    <a:pt x="7534096" y="54033"/>
                  </a:lnTo>
                  <a:lnTo>
                    <a:pt x="7628005" y="41739"/>
                  </a:lnTo>
                  <a:lnTo>
                    <a:pt x="7719771" y="31335"/>
                  </a:lnTo>
                  <a:lnTo>
                    <a:pt x="7805242" y="22859"/>
                  </a:lnTo>
                  <a:lnTo>
                    <a:pt x="7880162" y="16302"/>
                  </a:lnTo>
                  <a:lnTo>
                    <a:pt x="7940961" y="11571"/>
                  </a:lnTo>
                  <a:lnTo>
                    <a:pt x="7985557" y="8466"/>
                  </a:lnTo>
                  <a:lnTo>
                    <a:pt x="8013915" y="6691"/>
                  </a:lnTo>
                  <a:lnTo>
                    <a:pt x="8028200" y="5883"/>
                  </a:lnTo>
                  <a:lnTo>
                    <a:pt x="8032575" y="5658"/>
                  </a:lnTo>
                  <a:lnTo>
                    <a:pt x="8032819" y="5647"/>
                  </a:lnTo>
                  <a:lnTo>
                    <a:pt x="8554953" y="5647"/>
                  </a:lnTo>
                  <a:lnTo>
                    <a:pt x="8554953" y="0"/>
                  </a:lnTo>
                  <a:lnTo>
                    <a:pt x="8032819" y="0"/>
                  </a:lnTo>
                  <a:lnTo>
                    <a:pt x="8031614" y="59"/>
                  </a:lnTo>
                  <a:lnTo>
                    <a:pt x="8023725" y="480"/>
                  </a:lnTo>
                  <a:lnTo>
                    <a:pt x="8003966" y="1645"/>
                  </a:lnTo>
                  <a:lnTo>
                    <a:pt x="7968971" y="3934"/>
                  </a:lnTo>
                  <a:lnTo>
                    <a:pt x="7917485" y="7686"/>
                  </a:lnTo>
                  <a:lnTo>
                    <a:pt x="7850439" y="13161"/>
                  </a:lnTo>
                  <a:lnTo>
                    <a:pt x="7770623" y="20513"/>
                  </a:lnTo>
                  <a:lnTo>
                    <a:pt x="7681998" y="29797"/>
                  </a:lnTo>
                  <a:lnTo>
                    <a:pt x="7588862" y="40995"/>
                  </a:lnTo>
                  <a:lnTo>
                    <a:pt x="7495138" y="54063"/>
                  </a:lnTo>
                  <a:lnTo>
                    <a:pt x="7403912" y="68971"/>
                  </a:lnTo>
                  <a:lnTo>
                    <a:pt x="7317283" y="85737"/>
                  </a:lnTo>
                  <a:lnTo>
                    <a:pt x="7236411" y="104449"/>
                  </a:lnTo>
                  <a:lnTo>
                    <a:pt x="7161692" y="125271"/>
                  </a:lnTo>
                  <a:lnTo>
                    <a:pt x="7092964" y="148449"/>
                  </a:lnTo>
                  <a:lnTo>
                    <a:pt x="7029690" y="174302"/>
                  </a:lnTo>
                  <a:lnTo>
                    <a:pt x="6971113" y="203209"/>
                  </a:lnTo>
                  <a:lnTo>
                    <a:pt x="6916365" y="235588"/>
                  </a:lnTo>
                  <a:lnTo>
                    <a:pt x="6864553" y="271847"/>
                  </a:lnTo>
                  <a:lnTo>
                    <a:pt x="6814832" y="312311"/>
                  </a:lnTo>
                  <a:lnTo>
                    <a:pt x="6786527" y="337889"/>
                  </a:lnTo>
                  <a:lnTo>
                    <a:pt x="6744586" y="379096"/>
                  </a:lnTo>
                  <a:lnTo>
                    <a:pt x="6703050" y="423693"/>
                  </a:lnTo>
                  <a:lnTo>
                    <a:pt x="6661615" y="471744"/>
                  </a:lnTo>
                  <a:lnTo>
                    <a:pt x="6620052" y="523244"/>
                  </a:lnTo>
                  <a:lnTo>
                    <a:pt x="6578199" y="578108"/>
                  </a:lnTo>
                  <a:lnTo>
                    <a:pt x="6535952" y="636166"/>
                  </a:lnTo>
                  <a:lnTo>
                    <a:pt x="6493262" y="697156"/>
                  </a:lnTo>
                  <a:lnTo>
                    <a:pt x="6450130" y="760728"/>
                  </a:lnTo>
                  <a:lnTo>
                    <a:pt x="6406596" y="826448"/>
                  </a:lnTo>
                  <a:lnTo>
                    <a:pt x="6362738" y="893806"/>
                  </a:lnTo>
                  <a:lnTo>
                    <a:pt x="6318660" y="962237"/>
                  </a:lnTo>
                  <a:lnTo>
                    <a:pt x="6274486" y="1031134"/>
                  </a:lnTo>
                  <a:lnTo>
                    <a:pt x="6230344" y="1099872"/>
                  </a:lnTo>
                  <a:lnTo>
                    <a:pt x="6186363" y="1167833"/>
                  </a:lnTo>
                  <a:lnTo>
                    <a:pt x="6142658" y="1234429"/>
                  </a:lnTo>
                  <a:lnTo>
                    <a:pt x="6099320" y="1299119"/>
                  </a:lnTo>
                  <a:lnTo>
                    <a:pt x="6056409" y="1361432"/>
                  </a:lnTo>
                  <a:lnTo>
                    <a:pt x="6013947" y="1420974"/>
                  </a:lnTo>
                  <a:lnTo>
                    <a:pt x="5971909" y="1477441"/>
                  </a:lnTo>
                  <a:lnTo>
                    <a:pt x="5930219" y="1530616"/>
                  </a:lnTo>
                  <a:lnTo>
                    <a:pt x="5888745" y="1580374"/>
                  </a:lnTo>
                  <a:lnTo>
                    <a:pt x="5847292" y="1626670"/>
                  </a:lnTo>
                  <a:lnTo>
                    <a:pt x="5805594" y="1669537"/>
                  </a:lnTo>
                  <a:lnTo>
                    <a:pt x="5784835" y="1689445"/>
                  </a:lnTo>
                  <a:lnTo>
                    <a:pt x="5735988" y="1732431"/>
                  </a:lnTo>
                  <a:lnTo>
                    <a:pt x="5685490" y="1771111"/>
                  </a:lnTo>
                  <a:lnTo>
                    <a:pt x="5632561" y="1805705"/>
                  </a:lnTo>
                  <a:lnTo>
                    <a:pt x="5576324" y="1836583"/>
                  </a:lnTo>
                  <a:lnTo>
                    <a:pt x="5515889" y="1864167"/>
                  </a:lnTo>
                  <a:lnTo>
                    <a:pt x="5450421" y="1888861"/>
                  </a:lnTo>
                  <a:lnTo>
                    <a:pt x="5379241" y="1911021"/>
                  </a:lnTo>
                  <a:lnTo>
                    <a:pt x="5301947" y="1930937"/>
                  </a:lnTo>
                  <a:lnTo>
                    <a:pt x="5218585" y="1948822"/>
                  </a:lnTo>
                  <a:lnTo>
                    <a:pt x="5129847" y="1964807"/>
                  </a:lnTo>
                  <a:lnTo>
                    <a:pt x="5037266" y="1978948"/>
                  </a:lnTo>
                  <a:lnTo>
                    <a:pt x="4943357" y="1991241"/>
                  </a:lnTo>
                  <a:lnTo>
                    <a:pt x="4851591" y="2001645"/>
                  </a:lnTo>
                  <a:lnTo>
                    <a:pt x="4766120" y="2010122"/>
                  </a:lnTo>
                  <a:lnTo>
                    <a:pt x="4691199" y="2016678"/>
                  </a:lnTo>
                  <a:lnTo>
                    <a:pt x="4630401" y="2021410"/>
                  </a:lnTo>
                  <a:lnTo>
                    <a:pt x="4585805" y="2024515"/>
                  </a:lnTo>
                  <a:lnTo>
                    <a:pt x="4557447" y="2026290"/>
                  </a:lnTo>
                  <a:lnTo>
                    <a:pt x="4543162" y="2027098"/>
                  </a:lnTo>
                  <a:lnTo>
                    <a:pt x="4538787" y="2027322"/>
                  </a:lnTo>
                  <a:lnTo>
                    <a:pt x="4538543" y="2027334"/>
                  </a:lnTo>
                  <a:lnTo>
                    <a:pt x="4016409" y="2027334"/>
                  </a:lnTo>
                  <a:lnTo>
                    <a:pt x="4015227" y="2027402"/>
                  </a:lnTo>
                  <a:lnTo>
                    <a:pt x="4007485" y="2027889"/>
                  </a:lnTo>
                  <a:lnTo>
                    <a:pt x="3988083" y="2029234"/>
                  </a:lnTo>
                  <a:lnTo>
                    <a:pt x="3953686" y="2031878"/>
                  </a:lnTo>
                  <a:lnTo>
                    <a:pt x="3903015" y="2036216"/>
                  </a:lnTo>
                  <a:lnTo>
                    <a:pt x="3836923" y="2042548"/>
                  </a:lnTo>
                  <a:lnTo>
                    <a:pt x="3758092" y="2051059"/>
                  </a:lnTo>
                  <a:lnTo>
                    <a:pt x="3670373" y="2061815"/>
                  </a:lnTo>
                  <a:lnTo>
                    <a:pt x="3577985" y="2074799"/>
                  </a:lnTo>
                  <a:lnTo>
                    <a:pt x="3484808" y="2089962"/>
                  </a:lnTo>
                  <a:lnTo>
                    <a:pt x="3393930" y="2107265"/>
                  </a:lnTo>
                  <a:lnTo>
                    <a:pt x="3307472" y="2126725"/>
                  </a:lnTo>
                  <a:lnTo>
                    <a:pt x="3226638" y="2148436"/>
                  </a:lnTo>
                  <a:lnTo>
                    <a:pt x="3151868" y="2172582"/>
                  </a:lnTo>
                  <a:lnTo>
                    <a:pt x="3083043" y="2199437"/>
                  </a:lnTo>
                  <a:lnTo>
                    <a:pt x="3019666" y="2229363"/>
                  </a:lnTo>
                  <a:lnTo>
                    <a:pt x="2961009" y="2262792"/>
                  </a:lnTo>
                  <a:lnTo>
                    <a:pt x="2906230" y="2300203"/>
                  </a:lnTo>
                  <a:lnTo>
                    <a:pt x="2854451" y="2342073"/>
                  </a:lnTo>
                  <a:lnTo>
                    <a:pt x="2804833" y="2388797"/>
                  </a:lnTo>
                  <a:lnTo>
                    <a:pt x="2770117" y="2425459"/>
                  </a:lnTo>
                  <a:lnTo>
                    <a:pt x="2730444" y="2471272"/>
                  </a:lnTo>
                  <a:lnTo>
                    <a:pt x="2691148" y="2520649"/>
                  </a:lnTo>
                  <a:lnTo>
                    <a:pt x="2651969" y="2573662"/>
                  </a:lnTo>
                  <a:lnTo>
                    <a:pt x="2612703" y="2630317"/>
                  </a:lnTo>
                  <a:lnTo>
                    <a:pt x="2573204" y="2690544"/>
                  </a:lnTo>
                  <a:lnTo>
                    <a:pt x="2533374" y="2754194"/>
                  </a:lnTo>
                  <a:lnTo>
                    <a:pt x="2493156" y="2821036"/>
                  </a:lnTo>
                  <a:lnTo>
                    <a:pt x="2452537" y="2890749"/>
                  </a:lnTo>
                  <a:lnTo>
                    <a:pt x="2411539" y="2962936"/>
                  </a:lnTo>
                  <a:lnTo>
                    <a:pt x="2370213" y="3037121"/>
                  </a:lnTo>
                  <a:lnTo>
                    <a:pt x="2328637" y="3112768"/>
                  </a:lnTo>
                  <a:lnTo>
                    <a:pt x="2286907" y="3189292"/>
                  </a:lnTo>
                  <a:lnTo>
                    <a:pt x="2245131" y="3266078"/>
                  </a:lnTo>
                  <a:lnTo>
                    <a:pt x="2203418" y="3342505"/>
                  </a:lnTo>
                  <a:lnTo>
                    <a:pt x="2161876" y="3417962"/>
                  </a:lnTo>
                  <a:lnTo>
                    <a:pt x="2120596" y="3491870"/>
                  </a:lnTo>
                  <a:lnTo>
                    <a:pt x="2079654" y="3563701"/>
                  </a:lnTo>
                  <a:lnTo>
                    <a:pt x="2039097" y="3632992"/>
                  </a:lnTo>
                  <a:lnTo>
                    <a:pt x="1998942" y="3699355"/>
                  </a:lnTo>
                  <a:lnTo>
                    <a:pt x="1959167" y="3762485"/>
                  </a:lnTo>
                  <a:lnTo>
                    <a:pt x="1919713" y="3822164"/>
                  </a:lnTo>
                  <a:lnTo>
                    <a:pt x="1880472" y="3878254"/>
                  </a:lnTo>
                  <a:lnTo>
                    <a:pt x="1841288" y="3930699"/>
                  </a:lnTo>
                  <a:lnTo>
                    <a:pt x="1801953" y="3979515"/>
                  </a:lnTo>
                  <a:lnTo>
                    <a:pt x="1768425" y="4017962"/>
                  </a:lnTo>
                  <a:lnTo>
                    <a:pt x="1719902" y="4068297"/>
                  </a:lnTo>
                  <a:lnTo>
                    <a:pt x="1669755" y="4113623"/>
                  </a:lnTo>
                  <a:lnTo>
                    <a:pt x="1617218" y="4154192"/>
                  </a:lnTo>
                  <a:lnTo>
                    <a:pt x="1561435" y="4190431"/>
                  </a:lnTo>
                  <a:lnTo>
                    <a:pt x="1501530" y="4222826"/>
                  </a:lnTo>
                  <a:lnTo>
                    <a:pt x="1436684" y="4251845"/>
                  </a:lnTo>
                  <a:lnTo>
                    <a:pt x="1366221" y="4277904"/>
                  </a:lnTo>
                  <a:lnTo>
                    <a:pt x="1289734" y="4301339"/>
                  </a:lnTo>
                  <a:lnTo>
                    <a:pt x="1207241" y="4322402"/>
                  </a:lnTo>
                  <a:lnTo>
                    <a:pt x="1119378" y="4341248"/>
                  </a:lnTo>
                  <a:lnTo>
                    <a:pt x="1027595" y="4357949"/>
                  </a:lnTo>
                  <a:lnTo>
                    <a:pt x="934289" y="4372503"/>
                  </a:lnTo>
                  <a:lnTo>
                    <a:pt x="842798" y="4384865"/>
                  </a:lnTo>
                  <a:lnTo>
                    <a:pt x="757158" y="4394987"/>
                  </a:lnTo>
                  <a:lnTo>
                    <a:pt x="681562" y="4402872"/>
                  </a:lnTo>
                  <a:lnTo>
                    <a:pt x="619614" y="4408619"/>
                  </a:lnTo>
                  <a:lnTo>
                    <a:pt x="573532" y="4412443"/>
                  </a:lnTo>
                  <a:lnTo>
                    <a:pt x="543583" y="4414679"/>
                  </a:lnTo>
                  <a:lnTo>
                    <a:pt x="527886" y="4415737"/>
                  </a:lnTo>
                  <a:lnTo>
                    <a:pt x="522578" y="4416062"/>
                  </a:lnTo>
                  <a:lnTo>
                    <a:pt x="522133" y="4416087"/>
                  </a:lnTo>
                  <a:lnTo>
                    <a:pt x="0" y="4416087"/>
                  </a:lnTo>
                  <a:close/>
                </a:path>
              </a:pathLst>
            </a:custGeom>
            <a:solidFill>
              <a:srgbClr val="8BC34A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1479" name="pl1479"/>
            <p:cNvSpPr/>
            <p:nvPr/>
          </p:nvSpPr>
          <p:spPr>
            <a:xfrm>
              <a:off x="386606" y="592592"/>
              <a:ext cx="8554953" cy="4416087"/>
            </a:xfrm>
            <a:custGeom>
              <a:avLst/>
              <a:pathLst>
                <a:path w="8554953" h="4416087">
                  <a:moveTo>
                    <a:pt x="0" y="4416087"/>
                  </a:moveTo>
                  <a:lnTo>
                    <a:pt x="522133" y="4416087"/>
                  </a:lnTo>
                  <a:lnTo>
                    <a:pt x="523315" y="4416019"/>
                  </a:lnTo>
                  <a:lnTo>
                    <a:pt x="531057" y="4415532"/>
                  </a:lnTo>
                  <a:lnTo>
                    <a:pt x="550459" y="4414187"/>
                  </a:lnTo>
                  <a:lnTo>
                    <a:pt x="584856" y="4411543"/>
                  </a:lnTo>
                  <a:lnTo>
                    <a:pt x="635527" y="4407206"/>
                  </a:lnTo>
                  <a:lnTo>
                    <a:pt x="701619" y="4400873"/>
                  </a:lnTo>
                  <a:lnTo>
                    <a:pt x="780450" y="4392363"/>
                  </a:lnTo>
                  <a:lnTo>
                    <a:pt x="868169" y="4381607"/>
                  </a:lnTo>
                  <a:lnTo>
                    <a:pt x="960557" y="4368622"/>
                  </a:lnTo>
                  <a:lnTo>
                    <a:pt x="1053734" y="4353459"/>
                  </a:lnTo>
                  <a:lnTo>
                    <a:pt x="1144612" y="4336156"/>
                  </a:lnTo>
                  <a:lnTo>
                    <a:pt x="1231070" y="4316696"/>
                  </a:lnTo>
                  <a:lnTo>
                    <a:pt x="1311904" y="4294985"/>
                  </a:lnTo>
                  <a:lnTo>
                    <a:pt x="1386674" y="4270839"/>
                  </a:lnTo>
                  <a:lnTo>
                    <a:pt x="1455499" y="4243984"/>
                  </a:lnTo>
                  <a:lnTo>
                    <a:pt x="1518876" y="4214059"/>
                  </a:lnTo>
                  <a:lnTo>
                    <a:pt x="1577533" y="4180630"/>
                  </a:lnTo>
                  <a:lnTo>
                    <a:pt x="1632312" y="4143219"/>
                  </a:lnTo>
                  <a:lnTo>
                    <a:pt x="1684092" y="4101348"/>
                  </a:lnTo>
                  <a:lnTo>
                    <a:pt x="1733709" y="4054624"/>
                  </a:lnTo>
                  <a:lnTo>
                    <a:pt x="1768425" y="4017962"/>
                  </a:lnTo>
                  <a:lnTo>
                    <a:pt x="1808098" y="3972150"/>
                  </a:lnTo>
                  <a:lnTo>
                    <a:pt x="1847394" y="3922772"/>
                  </a:lnTo>
                  <a:lnTo>
                    <a:pt x="1886574" y="3869759"/>
                  </a:lnTo>
                  <a:lnTo>
                    <a:pt x="1925839" y="3813105"/>
                  </a:lnTo>
                  <a:lnTo>
                    <a:pt x="1965338" y="3752877"/>
                  </a:lnTo>
                  <a:lnTo>
                    <a:pt x="2005168" y="3689227"/>
                  </a:lnTo>
                  <a:lnTo>
                    <a:pt x="2045386" y="3622386"/>
                  </a:lnTo>
                  <a:lnTo>
                    <a:pt x="2086005" y="3552672"/>
                  </a:lnTo>
                  <a:lnTo>
                    <a:pt x="2127003" y="3480485"/>
                  </a:lnTo>
                  <a:lnTo>
                    <a:pt x="2168329" y="3406300"/>
                  </a:lnTo>
                  <a:lnTo>
                    <a:pt x="2209905" y="3330653"/>
                  </a:lnTo>
                  <a:lnTo>
                    <a:pt x="2251635" y="3254130"/>
                  </a:lnTo>
                  <a:lnTo>
                    <a:pt x="2293411" y="3177343"/>
                  </a:lnTo>
                  <a:lnTo>
                    <a:pt x="2335124" y="3100916"/>
                  </a:lnTo>
                  <a:lnTo>
                    <a:pt x="2376667" y="3025459"/>
                  </a:lnTo>
                  <a:lnTo>
                    <a:pt x="2417946" y="2951551"/>
                  </a:lnTo>
                  <a:lnTo>
                    <a:pt x="2458888" y="2879720"/>
                  </a:lnTo>
                  <a:lnTo>
                    <a:pt x="2499445" y="2810430"/>
                  </a:lnTo>
                  <a:lnTo>
                    <a:pt x="2539600" y="2744067"/>
                  </a:lnTo>
                  <a:lnTo>
                    <a:pt x="2579375" y="2680936"/>
                  </a:lnTo>
                  <a:lnTo>
                    <a:pt x="2618829" y="2621257"/>
                  </a:lnTo>
                  <a:lnTo>
                    <a:pt x="2658071" y="2565167"/>
                  </a:lnTo>
                  <a:lnTo>
                    <a:pt x="2697254" y="2512722"/>
                  </a:lnTo>
                  <a:lnTo>
                    <a:pt x="2736589" y="2463906"/>
                  </a:lnTo>
                  <a:lnTo>
                    <a:pt x="2770117" y="2425459"/>
                  </a:lnTo>
                  <a:lnTo>
                    <a:pt x="2818640" y="2375124"/>
                  </a:lnTo>
                  <a:lnTo>
                    <a:pt x="2868787" y="2329798"/>
                  </a:lnTo>
                  <a:lnTo>
                    <a:pt x="2921324" y="2289230"/>
                  </a:lnTo>
                  <a:lnTo>
                    <a:pt x="2977107" y="2252990"/>
                  </a:lnTo>
                  <a:lnTo>
                    <a:pt x="3037012" y="2220596"/>
                  </a:lnTo>
                  <a:lnTo>
                    <a:pt x="3101858" y="2191576"/>
                  </a:lnTo>
                  <a:lnTo>
                    <a:pt x="3172321" y="2165517"/>
                  </a:lnTo>
                  <a:lnTo>
                    <a:pt x="3248809" y="2142082"/>
                  </a:lnTo>
                  <a:lnTo>
                    <a:pt x="3331302" y="2121020"/>
                  </a:lnTo>
                  <a:lnTo>
                    <a:pt x="3419164" y="2102173"/>
                  </a:lnTo>
                  <a:lnTo>
                    <a:pt x="3510947" y="2085472"/>
                  </a:lnTo>
                  <a:lnTo>
                    <a:pt x="3604253" y="2070918"/>
                  </a:lnTo>
                  <a:lnTo>
                    <a:pt x="3695744" y="2058557"/>
                  </a:lnTo>
                  <a:lnTo>
                    <a:pt x="3781384" y="2048434"/>
                  </a:lnTo>
                  <a:lnTo>
                    <a:pt x="3856980" y="2040549"/>
                  </a:lnTo>
                  <a:lnTo>
                    <a:pt x="3918929" y="2034803"/>
                  </a:lnTo>
                  <a:lnTo>
                    <a:pt x="3965010" y="2030978"/>
                  </a:lnTo>
                  <a:lnTo>
                    <a:pt x="3994959" y="2028742"/>
                  </a:lnTo>
                  <a:lnTo>
                    <a:pt x="4010656" y="2027684"/>
                  </a:lnTo>
                  <a:lnTo>
                    <a:pt x="4015964" y="2027359"/>
                  </a:lnTo>
                  <a:lnTo>
                    <a:pt x="4016409" y="2027334"/>
                  </a:lnTo>
                  <a:lnTo>
                    <a:pt x="4538543" y="2027334"/>
                  </a:lnTo>
                  <a:lnTo>
                    <a:pt x="4539748" y="2027275"/>
                  </a:lnTo>
                  <a:lnTo>
                    <a:pt x="4547637" y="2026854"/>
                  </a:lnTo>
                  <a:lnTo>
                    <a:pt x="4567396" y="2025689"/>
                  </a:lnTo>
                  <a:lnTo>
                    <a:pt x="4602391" y="2023400"/>
                  </a:lnTo>
                  <a:lnTo>
                    <a:pt x="4653877" y="2019647"/>
                  </a:lnTo>
                  <a:lnTo>
                    <a:pt x="4720923" y="2014172"/>
                  </a:lnTo>
                  <a:lnTo>
                    <a:pt x="4800739" y="2006820"/>
                  </a:lnTo>
                  <a:lnTo>
                    <a:pt x="4889364" y="1997537"/>
                  </a:lnTo>
                  <a:lnTo>
                    <a:pt x="4982499" y="1986339"/>
                  </a:lnTo>
                  <a:lnTo>
                    <a:pt x="5076224" y="1973271"/>
                  </a:lnTo>
                  <a:lnTo>
                    <a:pt x="5167450" y="1958363"/>
                  </a:lnTo>
                  <a:lnTo>
                    <a:pt x="5254079" y="1941596"/>
                  </a:lnTo>
                  <a:lnTo>
                    <a:pt x="5334951" y="1922885"/>
                  </a:lnTo>
                  <a:lnTo>
                    <a:pt x="5409670" y="1902062"/>
                  </a:lnTo>
                  <a:lnTo>
                    <a:pt x="5478398" y="1878884"/>
                  </a:lnTo>
                  <a:lnTo>
                    <a:pt x="5541672" y="1853031"/>
                  </a:lnTo>
                  <a:lnTo>
                    <a:pt x="5600249" y="1824124"/>
                  </a:lnTo>
                  <a:lnTo>
                    <a:pt x="5654997" y="1791745"/>
                  </a:lnTo>
                  <a:lnTo>
                    <a:pt x="5706809" y="1755486"/>
                  </a:lnTo>
                  <a:lnTo>
                    <a:pt x="5756530" y="1715023"/>
                  </a:lnTo>
                  <a:lnTo>
                    <a:pt x="5784835" y="1689445"/>
                  </a:lnTo>
                  <a:lnTo>
                    <a:pt x="5826776" y="1648237"/>
                  </a:lnTo>
                  <a:lnTo>
                    <a:pt x="5868312" y="1603641"/>
                  </a:lnTo>
                  <a:lnTo>
                    <a:pt x="5909747" y="1555590"/>
                  </a:lnTo>
                  <a:lnTo>
                    <a:pt x="5951310" y="1504090"/>
                  </a:lnTo>
                  <a:lnTo>
                    <a:pt x="5993163" y="1449225"/>
                  </a:lnTo>
                  <a:lnTo>
                    <a:pt x="6035410" y="1391167"/>
                  </a:lnTo>
                  <a:lnTo>
                    <a:pt x="6078100" y="1330177"/>
                  </a:lnTo>
                  <a:lnTo>
                    <a:pt x="6121232" y="1266605"/>
                  </a:lnTo>
                  <a:lnTo>
                    <a:pt x="6164766" y="1200886"/>
                  </a:lnTo>
                  <a:lnTo>
                    <a:pt x="6208624" y="1133527"/>
                  </a:lnTo>
                  <a:lnTo>
                    <a:pt x="6252702" y="1065096"/>
                  </a:lnTo>
                  <a:lnTo>
                    <a:pt x="6296876" y="996200"/>
                  </a:lnTo>
                  <a:lnTo>
                    <a:pt x="6341018" y="927461"/>
                  </a:lnTo>
                  <a:lnTo>
                    <a:pt x="6384998" y="859500"/>
                  </a:lnTo>
                  <a:lnTo>
                    <a:pt x="6428704" y="792904"/>
                  </a:lnTo>
                  <a:lnTo>
                    <a:pt x="6472042" y="728214"/>
                  </a:lnTo>
                  <a:lnTo>
                    <a:pt x="6514953" y="665901"/>
                  </a:lnTo>
                  <a:lnTo>
                    <a:pt x="6557415" y="606359"/>
                  </a:lnTo>
                  <a:lnTo>
                    <a:pt x="6599453" y="549893"/>
                  </a:lnTo>
                  <a:lnTo>
                    <a:pt x="6641143" y="496717"/>
                  </a:lnTo>
                  <a:lnTo>
                    <a:pt x="6682617" y="446960"/>
                  </a:lnTo>
                  <a:lnTo>
                    <a:pt x="6724070" y="400663"/>
                  </a:lnTo>
                  <a:lnTo>
                    <a:pt x="6765768" y="357797"/>
                  </a:lnTo>
                  <a:lnTo>
                    <a:pt x="6786527" y="337889"/>
                  </a:lnTo>
                  <a:lnTo>
                    <a:pt x="6835374" y="294902"/>
                  </a:lnTo>
                  <a:lnTo>
                    <a:pt x="6885871" y="256222"/>
                  </a:lnTo>
                  <a:lnTo>
                    <a:pt x="6938801" y="221629"/>
                  </a:lnTo>
                  <a:lnTo>
                    <a:pt x="6995038" y="190750"/>
                  </a:lnTo>
                  <a:lnTo>
                    <a:pt x="7055473" y="163167"/>
                  </a:lnTo>
                  <a:lnTo>
                    <a:pt x="7120941" y="138473"/>
                  </a:lnTo>
                  <a:lnTo>
                    <a:pt x="7192121" y="116312"/>
                  </a:lnTo>
                  <a:lnTo>
                    <a:pt x="7269415" y="96396"/>
                  </a:lnTo>
                  <a:lnTo>
                    <a:pt x="7352777" y="78511"/>
                  </a:lnTo>
                  <a:lnTo>
                    <a:pt x="7441515" y="62527"/>
                  </a:lnTo>
                  <a:lnTo>
                    <a:pt x="7534096" y="48385"/>
                  </a:lnTo>
                  <a:lnTo>
                    <a:pt x="7628005" y="36092"/>
                  </a:lnTo>
                  <a:lnTo>
                    <a:pt x="7719771" y="25688"/>
                  </a:lnTo>
                  <a:lnTo>
                    <a:pt x="7805242" y="17212"/>
                  </a:lnTo>
                  <a:lnTo>
                    <a:pt x="7880162" y="10655"/>
                  </a:lnTo>
                  <a:lnTo>
                    <a:pt x="7940961" y="5924"/>
                  </a:lnTo>
                  <a:lnTo>
                    <a:pt x="7985557" y="2819"/>
                  </a:lnTo>
                  <a:lnTo>
                    <a:pt x="8013915" y="1043"/>
                  </a:lnTo>
                  <a:lnTo>
                    <a:pt x="8028200" y="236"/>
                  </a:lnTo>
                  <a:lnTo>
                    <a:pt x="8032575" y="11"/>
                  </a:lnTo>
                  <a:lnTo>
                    <a:pt x="8032819" y="0"/>
                  </a:lnTo>
                  <a:lnTo>
                    <a:pt x="8554953" y="0"/>
                  </a:lnTo>
                  <a:lnTo>
                    <a:pt x="8554953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480" name="pl1480"/>
            <p:cNvSpPr/>
            <p:nvPr/>
          </p:nvSpPr>
          <p:spPr>
            <a:xfrm>
              <a:off x="386606" y="586945"/>
              <a:ext cx="8554953" cy="4416087"/>
            </a:xfrm>
            <a:custGeom>
              <a:avLst/>
              <a:pathLst>
                <a:path w="8554953" h="4416087">
                  <a:moveTo>
                    <a:pt x="8554953" y="0"/>
                  </a:moveTo>
                  <a:lnTo>
                    <a:pt x="8032819" y="0"/>
                  </a:lnTo>
                  <a:lnTo>
                    <a:pt x="8031614" y="59"/>
                  </a:lnTo>
                  <a:lnTo>
                    <a:pt x="8023725" y="480"/>
                  </a:lnTo>
                  <a:lnTo>
                    <a:pt x="8003966" y="1645"/>
                  </a:lnTo>
                  <a:lnTo>
                    <a:pt x="7968971" y="3934"/>
                  </a:lnTo>
                  <a:lnTo>
                    <a:pt x="7917485" y="7686"/>
                  </a:lnTo>
                  <a:lnTo>
                    <a:pt x="7850439" y="13161"/>
                  </a:lnTo>
                  <a:lnTo>
                    <a:pt x="7770623" y="20513"/>
                  </a:lnTo>
                  <a:lnTo>
                    <a:pt x="7681998" y="29797"/>
                  </a:lnTo>
                  <a:lnTo>
                    <a:pt x="7588862" y="40995"/>
                  </a:lnTo>
                  <a:lnTo>
                    <a:pt x="7495138" y="54063"/>
                  </a:lnTo>
                  <a:lnTo>
                    <a:pt x="7403912" y="68971"/>
                  </a:lnTo>
                  <a:lnTo>
                    <a:pt x="7317283" y="85737"/>
                  </a:lnTo>
                  <a:lnTo>
                    <a:pt x="7236411" y="104449"/>
                  </a:lnTo>
                  <a:lnTo>
                    <a:pt x="7161692" y="125271"/>
                  </a:lnTo>
                  <a:lnTo>
                    <a:pt x="7092964" y="148449"/>
                  </a:lnTo>
                  <a:lnTo>
                    <a:pt x="7029690" y="174302"/>
                  </a:lnTo>
                  <a:lnTo>
                    <a:pt x="6971113" y="203209"/>
                  </a:lnTo>
                  <a:lnTo>
                    <a:pt x="6916365" y="235588"/>
                  </a:lnTo>
                  <a:lnTo>
                    <a:pt x="6864553" y="271847"/>
                  </a:lnTo>
                  <a:lnTo>
                    <a:pt x="6814832" y="312311"/>
                  </a:lnTo>
                  <a:lnTo>
                    <a:pt x="6786527" y="337889"/>
                  </a:lnTo>
                  <a:lnTo>
                    <a:pt x="6744586" y="379096"/>
                  </a:lnTo>
                  <a:lnTo>
                    <a:pt x="6703050" y="423693"/>
                  </a:lnTo>
                  <a:lnTo>
                    <a:pt x="6661615" y="471744"/>
                  </a:lnTo>
                  <a:lnTo>
                    <a:pt x="6620052" y="523244"/>
                  </a:lnTo>
                  <a:lnTo>
                    <a:pt x="6578199" y="578108"/>
                  </a:lnTo>
                  <a:lnTo>
                    <a:pt x="6535952" y="636166"/>
                  </a:lnTo>
                  <a:lnTo>
                    <a:pt x="6493262" y="697156"/>
                  </a:lnTo>
                  <a:lnTo>
                    <a:pt x="6450130" y="760728"/>
                  </a:lnTo>
                  <a:lnTo>
                    <a:pt x="6406596" y="826448"/>
                  </a:lnTo>
                  <a:lnTo>
                    <a:pt x="6362738" y="893806"/>
                  </a:lnTo>
                  <a:lnTo>
                    <a:pt x="6318660" y="962237"/>
                  </a:lnTo>
                  <a:lnTo>
                    <a:pt x="6274486" y="1031134"/>
                  </a:lnTo>
                  <a:lnTo>
                    <a:pt x="6230344" y="1099872"/>
                  </a:lnTo>
                  <a:lnTo>
                    <a:pt x="6186363" y="1167833"/>
                  </a:lnTo>
                  <a:lnTo>
                    <a:pt x="6142658" y="1234429"/>
                  </a:lnTo>
                  <a:lnTo>
                    <a:pt x="6099320" y="1299119"/>
                  </a:lnTo>
                  <a:lnTo>
                    <a:pt x="6056409" y="1361432"/>
                  </a:lnTo>
                  <a:lnTo>
                    <a:pt x="6013947" y="1420974"/>
                  </a:lnTo>
                  <a:lnTo>
                    <a:pt x="5971909" y="1477441"/>
                  </a:lnTo>
                  <a:lnTo>
                    <a:pt x="5930219" y="1530616"/>
                  </a:lnTo>
                  <a:lnTo>
                    <a:pt x="5888745" y="1580374"/>
                  </a:lnTo>
                  <a:lnTo>
                    <a:pt x="5847292" y="1626670"/>
                  </a:lnTo>
                  <a:lnTo>
                    <a:pt x="5805594" y="1669537"/>
                  </a:lnTo>
                  <a:lnTo>
                    <a:pt x="5784835" y="1689445"/>
                  </a:lnTo>
                  <a:lnTo>
                    <a:pt x="5735988" y="1732431"/>
                  </a:lnTo>
                  <a:lnTo>
                    <a:pt x="5685490" y="1771111"/>
                  </a:lnTo>
                  <a:lnTo>
                    <a:pt x="5632561" y="1805705"/>
                  </a:lnTo>
                  <a:lnTo>
                    <a:pt x="5576324" y="1836583"/>
                  </a:lnTo>
                  <a:lnTo>
                    <a:pt x="5515889" y="1864167"/>
                  </a:lnTo>
                  <a:lnTo>
                    <a:pt x="5450421" y="1888861"/>
                  </a:lnTo>
                  <a:lnTo>
                    <a:pt x="5379241" y="1911021"/>
                  </a:lnTo>
                  <a:lnTo>
                    <a:pt x="5301947" y="1930937"/>
                  </a:lnTo>
                  <a:lnTo>
                    <a:pt x="5218585" y="1948822"/>
                  </a:lnTo>
                  <a:lnTo>
                    <a:pt x="5129847" y="1964807"/>
                  </a:lnTo>
                  <a:lnTo>
                    <a:pt x="5037266" y="1978948"/>
                  </a:lnTo>
                  <a:lnTo>
                    <a:pt x="4943357" y="1991241"/>
                  </a:lnTo>
                  <a:lnTo>
                    <a:pt x="4851591" y="2001645"/>
                  </a:lnTo>
                  <a:lnTo>
                    <a:pt x="4766120" y="2010122"/>
                  </a:lnTo>
                  <a:lnTo>
                    <a:pt x="4691199" y="2016678"/>
                  </a:lnTo>
                  <a:lnTo>
                    <a:pt x="4630401" y="2021410"/>
                  </a:lnTo>
                  <a:lnTo>
                    <a:pt x="4585805" y="2024515"/>
                  </a:lnTo>
                  <a:lnTo>
                    <a:pt x="4557447" y="2026290"/>
                  </a:lnTo>
                  <a:lnTo>
                    <a:pt x="4543162" y="2027098"/>
                  </a:lnTo>
                  <a:lnTo>
                    <a:pt x="4538787" y="2027322"/>
                  </a:lnTo>
                  <a:lnTo>
                    <a:pt x="4538543" y="2027334"/>
                  </a:lnTo>
                  <a:lnTo>
                    <a:pt x="4016409" y="2027334"/>
                  </a:lnTo>
                  <a:lnTo>
                    <a:pt x="4015227" y="2027402"/>
                  </a:lnTo>
                  <a:lnTo>
                    <a:pt x="4007485" y="2027889"/>
                  </a:lnTo>
                  <a:lnTo>
                    <a:pt x="3988083" y="2029234"/>
                  </a:lnTo>
                  <a:lnTo>
                    <a:pt x="3953686" y="2031878"/>
                  </a:lnTo>
                  <a:lnTo>
                    <a:pt x="3903015" y="2036216"/>
                  </a:lnTo>
                  <a:lnTo>
                    <a:pt x="3836923" y="2042548"/>
                  </a:lnTo>
                  <a:lnTo>
                    <a:pt x="3758092" y="2051059"/>
                  </a:lnTo>
                  <a:lnTo>
                    <a:pt x="3670373" y="2061815"/>
                  </a:lnTo>
                  <a:lnTo>
                    <a:pt x="3577985" y="2074799"/>
                  </a:lnTo>
                  <a:lnTo>
                    <a:pt x="3484808" y="2089962"/>
                  </a:lnTo>
                  <a:lnTo>
                    <a:pt x="3393930" y="2107265"/>
                  </a:lnTo>
                  <a:lnTo>
                    <a:pt x="3307472" y="2126725"/>
                  </a:lnTo>
                  <a:lnTo>
                    <a:pt x="3226638" y="2148436"/>
                  </a:lnTo>
                  <a:lnTo>
                    <a:pt x="3151868" y="2172582"/>
                  </a:lnTo>
                  <a:lnTo>
                    <a:pt x="3083043" y="2199437"/>
                  </a:lnTo>
                  <a:lnTo>
                    <a:pt x="3019666" y="2229363"/>
                  </a:lnTo>
                  <a:lnTo>
                    <a:pt x="2961009" y="2262792"/>
                  </a:lnTo>
                  <a:lnTo>
                    <a:pt x="2906230" y="2300203"/>
                  </a:lnTo>
                  <a:lnTo>
                    <a:pt x="2854451" y="2342073"/>
                  </a:lnTo>
                  <a:lnTo>
                    <a:pt x="2804833" y="2388797"/>
                  </a:lnTo>
                  <a:lnTo>
                    <a:pt x="2770117" y="2425459"/>
                  </a:lnTo>
                  <a:lnTo>
                    <a:pt x="2730444" y="2471272"/>
                  </a:lnTo>
                  <a:lnTo>
                    <a:pt x="2691148" y="2520649"/>
                  </a:lnTo>
                  <a:lnTo>
                    <a:pt x="2651969" y="2573662"/>
                  </a:lnTo>
                  <a:lnTo>
                    <a:pt x="2612703" y="2630317"/>
                  </a:lnTo>
                  <a:lnTo>
                    <a:pt x="2573204" y="2690544"/>
                  </a:lnTo>
                  <a:lnTo>
                    <a:pt x="2533374" y="2754194"/>
                  </a:lnTo>
                  <a:lnTo>
                    <a:pt x="2493156" y="2821036"/>
                  </a:lnTo>
                  <a:lnTo>
                    <a:pt x="2452537" y="2890749"/>
                  </a:lnTo>
                  <a:lnTo>
                    <a:pt x="2411539" y="2962936"/>
                  </a:lnTo>
                  <a:lnTo>
                    <a:pt x="2370213" y="3037121"/>
                  </a:lnTo>
                  <a:lnTo>
                    <a:pt x="2328637" y="3112768"/>
                  </a:lnTo>
                  <a:lnTo>
                    <a:pt x="2286907" y="3189292"/>
                  </a:lnTo>
                  <a:lnTo>
                    <a:pt x="2245131" y="3266078"/>
                  </a:lnTo>
                  <a:lnTo>
                    <a:pt x="2203418" y="3342505"/>
                  </a:lnTo>
                  <a:lnTo>
                    <a:pt x="2161876" y="3417962"/>
                  </a:lnTo>
                  <a:lnTo>
                    <a:pt x="2120596" y="3491870"/>
                  </a:lnTo>
                  <a:lnTo>
                    <a:pt x="2079654" y="3563701"/>
                  </a:lnTo>
                  <a:lnTo>
                    <a:pt x="2039097" y="3632992"/>
                  </a:lnTo>
                  <a:lnTo>
                    <a:pt x="1998942" y="3699355"/>
                  </a:lnTo>
                  <a:lnTo>
                    <a:pt x="1959167" y="3762485"/>
                  </a:lnTo>
                  <a:lnTo>
                    <a:pt x="1919713" y="3822164"/>
                  </a:lnTo>
                  <a:lnTo>
                    <a:pt x="1880472" y="3878254"/>
                  </a:lnTo>
                  <a:lnTo>
                    <a:pt x="1841288" y="3930699"/>
                  </a:lnTo>
                  <a:lnTo>
                    <a:pt x="1801953" y="3979515"/>
                  </a:lnTo>
                  <a:lnTo>
                    <a:pt x="1768425" y="4017962"/>
                  </a:lnTo>
                  <a:lnTo>
                    <a:pt x="1719902" y="4068297"/>
                  </a:lnTo>
                  <a:lnTo>
                    <a:pt x="1669755" y="4113623"/>
                  </a:lnTo>
                  <a:lnTo>
                    <a:pt x="1617218" y="4154192"/>
                  </a:lnTo>
                  <a:lnTo>
                    <a:pt x="1561435" y="4190431"/>
                  </a:lnTo>
                  <a:lnTo>
                    <a:pt x="1501530" y="4222826"/>
                  </a:lnTo>
                  <a:lnTo>
                    <a:pt x="1436684" y="4251845"/>
                  </a:lnTo>
                  <a:lnTo>
                    <a:pt x="1366221" y="4277904"/>
                  </a:lnTo>
                  <a:lnTo>
                    <a:pt x="1289734" y="4301339"/>
                  </a:lnTo>
                  <a:lnTo>
                    <a:pt x="1207241" y="4322402"/>
                  </a:lnTo>
                  <a:lnTo>
                    <a:pt x="1119378" y="4341248"/>
                  </a:lnTo>
                  <a:lnTo>
                    <a:pt x="1027595" y="4357949"/>
                  </a:lnTo>
                  <a:lnTo>
                    <a:pt x="934289" y="4372503"/>
                  </a:lnTo>
                  <a:lnTo>
                    <a:pt x="842798" y="4384865"/>
                  </a:lnTo>
                  <a:lnTo>
                    <a:pt x="757158" y="4394987"/>
                  </a:lnTo>
                  <a:lnTo>
                    <a:pt x="681562" y="4402872"/>
                  </a:lnTo>
                  <a:lnTo>
                    <a:pt x="619614" y="4408619"/>
                  </a:lnTo>
                  <a:lnTo>
                    <a:pt x="573532" y="4412443"/>
                  </a:lnTo>
                  <a:lnTo>
                    <a:pt x="543583" y="4414679"/>
                  </a:lnTo>
                  <a:lnTo>
                    <a:pt x="527886" y="4415737"/>
                  </a:lnTo>
                  <a:lnTo>
                    <a:pt x="522578" y="4416062"/>
                  </a:lnTo>
                  <a:lnTo>
                    <a:pt x="522133" y="4416087"/>
                  </a:lnTo>
                  <a:lnTo>
                    <a:pt x="0" y="4416087"/>
                  </a:lnTo>
                  <a:lnTo>
                    <a:pt x="0" y="4416087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481" name="pg1481"/>
            <p:cNvSpPr/>
            <p:nvPr/>
          </p:nvSpPr>
          <p:spPr>
            <a:xfrm>
              <a:off x="386606" y="2811930"/>
              <a:ext cx="8554953" cy="3213240"/>
            </a:xfrm>
            <a:custGeom>
              <a:avLst/>
              <a:pathLst>
                <a:path w="8554953" h="3213240">
                  <a:moveTo>
                    <a:pt x="0" y="2202396"/>
                  </a:moveTo>
                  <a:lnTo>
                    <a:pt x="522133" y="2202396"/>
                  </a:lnTo>
                  <a:lnTo>
                    <a:pt x="523328" y="2202333"/>
                  </a:lnTo>
                  <a:lnTo>
                    <a:pt x="531150" y="2201880"/>
                  </a:lnTo>
                  <a:lnTo>
                    <a:pt x="550747" y="2200629"/>
                  </a:lnTo>
                  <a:lnTo>
                    <a:pt x="585470" y="2198171"/>
                  </a:lnTo>
                  <a:lnTo>
                    <a:pt x="636587" y="2194140"/>
                  </a:lnTo>
                  <a:lnTo>
                    <a:pt x="703201" y="2188257"/>
                  </a:lnTo>
                  <a:lnTo>
                    <a:pt x="782572" y="2180354"/>
                  </a:lnTo>
                  <a:lnTo>
                    <a:pt x="870788" y="2170371"/>
                  </a:lnTo>
                  <a:lnTo>
                    <a:pt x="963586" y="2158325"/>
                  </a:lnTo>
                  <a:lnTo>
                    <a:pt x="1057065" y="2144263"/>
                  </a:lnTo>
                  <a:lnTo>
                    <a:pt x="1148135" y="2128218"/>
                  </a:lnTo>
                  <a:lnTo>
                    <a:pt x="1234688" y="2110174"/>
                  </a:lnTo>
                  <a:lnTo>
                    <a:pt x="1315544" y="2090039"/>
                  </a:lnTo>
                  <a:lnTo>
                    <a:pt x="1390287" y="2067639"/>
                  </a:lnTo>
                  <a:lnTo>
                    <a:pt x="1459059" y="2042714"/>
                  </a:lnTo>
                  <a:lnTo>
                    <a:pt x="1522380" y="2014925"/>
                  </a:lnTo>
                  <a:lnTo>
                    <a:pt x="1580992" y="1983866"/>
                  </a:lnTo>
                  <a:lnTo>
                    <a:pt x="1635753" y="1949091"/>
                  </a:lnTo>
                  <a:lnTo>
                    <a:pt x="1687549" y="1910158"/>
                  </a:lnTo>
                  <a:lnTo>
                    <a:pt x="1737223" y="1866711"/>
                  </a:lnTo>
                  <a:lnTo>
                    <a:pt x="1768425" y="1836271"/>
                  </a:lnTo>
                  <a:lnTo>
                    <a:pt x="1809270" y="1792840"/>
                  </a:lnTo>
                  <a:lnTo>
                    <a:pt x="1849724" y="1745929"/>
                  </a:lnTo>
                  <a:lnTo>
                    <a:pt x="1890069" y="1695471"/>
                  </a:lnTo>
                  <a:lnTo>
                    <a:pt x="1930521" y="1641465"/>
                  </a:lnTo>
                  <a:lnTo>
                    <a:pt x="1971234" y="1583990"/>
                  </a:lnTo>
                  <a:lnTo>
                    <a:pt x="2012311" y="1523205"/>
                  </a:lnTo>
                  <a:lnTo>
                    <a:pt x="2053804" y="1459359"/>
                  </a:lnTo>
                  <a:lnTo>
                    <a:pt x="2095721" y="1392787"/>
                  </a:lnTo>
                  <a:lnTo>
                    <a:pt x="2138029" y="1323907"/>
                  </a:lnTo>
                  <a:lnTo>
                    <a:pt x="2180665" y="1253214"/>
                  </a:lnTo>
                  <a:lnTo>
                    <a:pt x="2223537" y="1181261"/>
                  </a:lnTo>
                  <a:lnTo>
                    <a:pt x="2266536" y="1108646"/>
                  </a:lnTo>
                  <a:lnTo>
                    <a:pt x="2309542" y="1035992"/>
                  </a:lnTo>
                  <a:lnTo>
                    <a:pt x="2352437" y="963921"/>
                  </a:lnTo>
                  <a:lnTo>
                    <a:pt x="2395108" y="893036"/>
                  </a:lnTo>
                  <a:lnTo>
                    <a:pt x="2437462" y="823897"/>
                  </a:lnTo>
                  <a:lnTo>
                    <a:pt x="2479431" y="757006"/>
                  </a:lnTo>
                  <a:lnTo>
                    <a:pt x="2520978" y="692793"/>
                  </a:lnTo>
                  <a:lnTo>
                    <a:pt x="2562106" y="631603"/>
                  </a:lnTo>
                  <a:lnTo>
                    <a:pt x="2602861" y="573696"/>
                  </a:lnTo>
                  <a:lnTo>
                    <a:pt x="2643339" y="519244"/>
                  </a:lnTo>
                  <a:lnTo>
                    <a:pt x="2683687" y="468333"/>
                  </a:lnTo>
                  <a:lnTo>
                    <a:pt x="2724112" y="420974"/>
                  </a:lnTo>
                  <a:lnTo>
                    <a:pt x="2764890" y="377105"/>
                  </a:lnTo>
                  <a:lnTo>
                    <a:pt x="2770117" y="371772"/>
                  </a:lnTo>
                  <a:lnTo>
                    <a:pt x="2818818" y="325324"/>
                  </a:lnTo>
                  <a:lnTo>
                    <a:pt x="2869157" y="283515"/>
                  </a:lnTo>
                  <a:lnTo>
                    <a:pt x="2921908" y="246111"/>
                  </a:lnTo>
                  <a:lnTo>
                    <a:pt x="2977940" y="212712"/>
                  </a:lnTo>
                  <a:lnTo>
                    <a:pt x="3038134" y="182867"/>
                  </a:lnTo>
                  <a:lnTo>
                    <a:pt x="3103321" y="156142"/>
                  </a:lnTo>
                  <a:lnTo>
                    <a:pt x="3174176" y="132151"/>
                  </a:lnTo>
                  <a:lnTo>
                    <a:pt x="3251104" y="110583"/>
                  </a:lnTo>
                  <a:lnTo>
                    <a:pt x="3334073" y="91208"/>
                  </a:lnTo>
                  <a:lnTo>
                    <a:pt x="3422415" y="73883"/>
                  </a:lnTo>
                  <a:lnTo>
                    <a:pt x="3514636" y="58543"/>
                  </a:lnTo>
                  <a:lnTo>
                    <a:pt x="3608275" y="45194"/>
                  </a:lnTo>
                  <a:lnTo>
                    <a:pt x="3699920" y="33877"/>
                  </a:lnTo>
                  <a:lnTo>
                    <a:pt x="3785473" y="24636"/>
                  </a:lnTo>
                  <a:lnTo>
                    <a:pt x="3860705" y="17465"/>
                  </a:lnTo>
                  <a:lnTo>
                    <a:pt x="3922029" y="12267"/>
                  </a:lnTo>
                  <a:lnTo>
                    <a:pt x="3967300" y="8833"/>
                  </a:lnTo>
                  <a:lnTo>
                    <a:pt x="3996378" y="6850"/>
                  </a:lnTo>
                  <a:lnTo>
                    <a:pt x="4011297" y="5931"/>
                  </a:lnTo>
                  <a:lnTo>
                    <a:pt x="4016084" y="5663"/>
                  </a:lnTo>
                  <a:lnTo>
                    <a:pt x="4016409" y="5647"/>
                  </a:lnTo>
                  <a:lnTo>
                    <a:pt x="4538543" y="5647"/>
                  </a:lnTo>
                  <a:lnTo>
                    <a:pt x="4539664" y="5733"/>
                  </a:lnTo>
                  <a:lnTo>
                    <a:pt x="4547017" y="6352"/>
                  </a:lnTo>
                  <a:lnTo>
                    <a:pt x="4565478" y="8063"/>
                  </a:lnTo>
                  <a:lnTo>
                    <a:pt x="4598286" y="11427"/>
                  </a:lnTo>
                  <a:lnTo>
                    <a:pt x="4646783" y="16952"/>
                  </a:lnTo>
                  <a:lnTo>
                    <a:pt x="4710315" y="25033"/>
                  </a:lnTo>
                  <a:lnTo>
                    <a:pt x="4786484" y="35919"/>
                  </a:lnTo>
                  <a:lnTo>
                    <a:pt x="4871726" y="49710"/>
                  </a:lnTo>
                  <a:lnTo>
                    <a:pt x="4962044" y="66396"/>
                  </a:lnTo>
                  <a:lnTo>
                    <a:pt x="5053676" y="85914"/>
                  </a:lnTo>
                  <a:lnTo>
                    <a:pt x="5143551" y="108209"/>
                  </a:lnTo>
                  <a:lnTo>
                    <a:pt x="5229485" y="133288"/>
                  </a:lnTo>
                  <a:lnTo>
                    <a:pt x="5310171" y="161246"/>
                  </a:lnTo>
                  <a:lnTo>
                    <a:pt x="5385049" y="192293"/>
                  </a:lnTo>
                  <a:lnTo>
                    <a:pt x="5454120" y="226750"/>
                  </a:lnTo>
                  <a:lnTo>
                    <a:pt x="5517780" y="265050"/>
                  </a:lnTo>
                  <a:lnTo>
                    <a:pt x="5576670" y="307721"/>
                  </a:lnTo>
                  <a:lnTo>
                    <a:pt x="5631566" y="355360"/>
                  </a:lnTo>
                  <a:lnTo>
                    <a:pt x="5683299" y="408584"/>
                  </a:lnTo>
                  <a:lnTo>
                    <a:pt x="5732681" y="467945"/>
                  </a:lnTo>
                  <a:lnTo>
                    <a:pt x="5780448" y="533785"/>
                  </a:lnTo>
                  <a:lnTo>
                    <a:pt x="5784835" y="540246"/>
                  </a:lnTo>
                  <a:lnTo>
                    <a:pt x="5820270" y="594927"/>
                  </a:lnTo>
                  <a:lnTo>
                    <a:pt x="5855380" y="653411"/>
                  </a:lnTo>
                  <a:lnTo>
                    <a:pt x="5890358" y="715776"/>
                  </a:lnTo>
                  <a:lnTo>
                    <a:pt x="5925358" y="782044"/>
                  </a:lnTo>
                  <a:lnTo>
                    <a:pt x="5960498" y="852178"/>
                  </a:lnTo>
                  <a:lnTo>
                    <a:pt x="5995867" y="926072"/>
                  </a:lnTo>
                  <a:lnTo>
                    <a:pt x="6031520" y="1003552"/>
                  </a:lnTo>
                  <a:lnTo>
                    <a:pt x="6067487" y="1084370"/>
                  </a:lnTo>
                  <a:lnTo>
                    <a:pt x="6103774" y="1168209"/>
                  </a:lnTo>
                  <a:lnTo>
                    <a:pt x="6140362" y="1254678"/>
                  </a:lnTo>
                  <a:lnTo>
                    <a:pt x="6177216" y="1343327"/>
                  </a:lnTo>
                  <a:lnTo>
                    <a:pt x="6214281" y="1433649"/>
                  </a:lnTo>
                  <a:lnTo>
                    <a:pt x="6251493" y="1525095"/>
                  </a:lnTo>
                  <a:lnTo>
                    <a:pt x="6288776" y="1617085"/>
                  </a:lnTo>
                  <a:lnTo>
                    <a:pt x="6326053" y="1709025"/>
                  </a:lnTo>
                  <a:lnTo>
                    <a:pt x="6363245" y="1800324"/>
                  </a:lnTo>
                  <a:lnTo>
                    <a:pt x="6400280" y="1890405"/>
                  </a:lnTo>
                  <a:lnTo>
                    <a:pt x="6437093" y="1978726"/>
                  </a:lnTo>
                  <a:lnTo>
                    <a:pt x="6473634" y="2064789"/>
                  </a:lnTo>
                  <a:lnTo>
                    <a:pt x="6509868" y="2148151"/>
                  </a:lnTo>
                  <a:lnTo>
                    <a:pt x="6545782" y="2228435"/>
                  </a:lnTo>
                  <a:lnTo>
                    <a:pt x="6581385" y="2305335"/>
                  </a:lnTo>
                  <a:lnTo>
                    <a:pt x="6616711" y="2378615"/>
                  </a:lnTo>
                  <a:lnTo>
                    <a:pt x="6651821" y="2448112"/>
                  </a:lnTo>
                  <a:lnTo>
                    <a:pt x="6686809" y="2513733"/>
                  </a:lnTo>
                  <a:lnTo>
                    <a:pt x="6721796" y="2575451"/>
                  </a:lnTo>
                  <a:lnTo>
                    <a:pt x="6756946" y="2633297"/>
                  </a:lnTo>
                  <a:lnTo>
                    <a:pt x="6786527" y="2678641"/>
                  </a:lnTo>
                  <a:lnTo>
                    <a:pt x="6834176" y="2745089"/>
                  </a:lnTo>
                  <a:lnTo>
                    <a:pt x="6883379" y="2805043"/>
                  </a:lnTo>
                  <a:lnTo>
                    <a:pt x="6934859" y="2858817"/>
                  </a:lnTo>
                  <a:lnTo>
                    <a:pt x="6989426" y="2906950"/>
                  </a:lnTo>
                  <a:lnTo>
                    <a:pt x="7047910" y="2950057"/>
                  </a:lnTo>
                  <a:lnTo>
                    <a:pt x="7111096" y="2988740"/>
                  </a:lnTo>
                  <a:lnTo>
                    <a:pt x="7179642" y="3023535"/>
                  </a:lnTo>
                  <a:lnTo>
                    <a:pt x="7253971" y="3054884"/>
                  </a:lnTo>
                  <a:lnTo>
                    <a:pt x="7334131" y="3083120"/>
                  </a:lnTo>
                  <a:lnTo>
                    <a:pt x="7419619" y="3108461"/>
                  </a:lnTo>
                  <a:lnTo>
                    <a:pt x="7509205" y="3131014"/>
                  </a:lnTo>
                  <a:lnTo>
                    <a:pt x="7600790" y="3150792"/>
                  </a:lnTo>
                  <a:lnTo>
                    <a:pt x="7691381" y="3167745"/>
                  </a:lnTo>
                  <a:lnTo>
                    <a:pt x="7777265" y="3181807"/>
                  </a:lnTo>
                  <a:lnTo>
                    <a:pt x="7854441" y="3192961"/>
                  </a:lnTo>
                  <a:lnTo>
                    <a:pt x="7919274" y="3201295"/>
                  </a:lnTo>
                  <a:lnTo>
                    <a:pt x="7969228" y="3207043"/>
                  </a:lnTo>
                  <a:lnTo>
                    <a:pt x="8003471" y="3210588"/>
                  </a:lnTo>
                  <a:lnTo>
                    <a:pt x="8023158" y="3212430"/>
                  </a:lnTo>
                  <a:lnTo>
                    <a:pt x="8031362" y="3213126"/>
                  </a:lnTo>
                  <a:lnTo>
                    <a:pt x="8032819" y="3213240"/>
                  </a:lnTo>
                  <a:lnTo>
                    <a:pt x="8554953" y="3213240"/>
                  </a:lnTo>
                  <a:lnTo>
                    <a:pt x="8554953" y="3207593"/>
                  </a:lnTo>
                  <a:lnTo>
                    <a:pt x="8032819" y="3207593"/>
                  </a:lnTo>
                  <a:lnTo>
                    <a:pt x="8031698" y="3207506"/>
                  </a:lnTo>
                  <a:lnTo>
                    <a:pt x="8024345" y="3206887"/>
                  </a:lnTo>
                  <a:lnTo>
                    <a:pt x="8005884" y="3205176"/>
                  </a:lnTo>
                  <a:lnTo>
                    <a:pt x="7973076" y="3201812"/>
                  </a:lnTo>
                  <a:lnTo>
                    <a:pt x="7924579" y="3196288"/>
                  </a:lnTo>
                  <a:lnTo>
                    <a:pt x="7861047" y="3188206"/>
                  </a:lnTo>
                  <a:lnTo>
                    <a:pt x="7784878" y="3177321"/>
                  </a:lnTo>
                  <a:lnTo>
                    <a:pt x="7699636" y="3163530"/>
                  </a:lnTo>
                  <a:lnTo>
                    <a:pt x="7609318" y="3146844"/>
                  </a:lnTo>
                  <a:lnTo>
                    <a:pt x="7517686" y="3127326"/>
                  </a:lnTo>
                  <a:lnTo>
                    <a:pt x="7427811" y="3105030"/>
                  </a:lnTo>
                  <a:lnTo>
                    <a:pt x="7341877" y="3079952"/>
                  </a:lnTo>
                  <a:lnTo>
                    <a:pt x="7261191" y="3051993"/>
                  </a:lnTo>
                  <a:lnTo>
                    <a:pt x="7186313" y="3020946"/>
                  </a:lnTo>
                  <a:lnTo>
                    <a:pt x="7117242" y="2986489"/>
                  </a:lnTo>
                  <a:lnTo>
                    <a:pt x="7053582" y="2948189"/>
                  </a:lnTo>
                  <a:lnTo>
                    <a:pt x="6994692" y="2905518"/>
                  </a:lnTo>
                  <a:lnTo>
                    <a:pt x="6939796" y="2857879"/>
                  </a:lnTo>
                  <a:lnTo>
                    <a:pt x="6888063" y="2804656"/>
                  </a:lnTo>
                  <a:lnTo>
                    <a:pt x="6838680" y="2745295"/>
                  </a:lnTo>
                  <a:lnTo>
                    <a:pt x="6790914" y="2679454"/>
                  </a:lnTo>
                  <a:lnTo>
                    <a:pt x="6786527" y="2672994"/>
                  </a:lnTo>
                  <a:lnTo>
                    <a:pt x="6751092" y="2618312"/>
                  </a:lnTo>
                  <a:lnTo>
                    <a:pt x="6715982" y="2559828"/>
                  </a:lnTo>
                  <a:lnTo>
                    <a:pt x="6681004" y="2497463"/>
                  </a:lnTo>
                  <a:lnTo>
                    <a:pt x="6646004" y="2431195"/>
                  </a:lnTo>
                  <a:lnTo>
                    <a:pt x="6610864" y="2361062"/>
                  </a:lnTo>
                  <a:lnTo>
                    <a:pt x="6575495" y="2287168"/>
                  </a:lnTo>
                  <a:lnTo>
                    <a:pt x="6539842" y="2209688"/>
                  </a:lnTo>
                  <a:lnTo>
                    <a:pt x="6503875" y="2128869"/>
                  </a:lnTo>
                  <a:lnTo>
                    <a:pt x="6467588" y="2045031"/>
                  </a:lnTo>
                  <a:lnTo>
                    <a:pt x="6431000" y="1958561"/>
                  </a:lnTo>
                  <a:lnTo>
                    <a:pt x="6394146" y="1869912"/>
                  </a:lnTo>
                  <a:lnTo>
                    <a:pt x="6357080" y="1779590"/>
                  </a:lnTo>
                  <a:lnTo>
                    <a:pt x="6319869" y="1688145"/>
                  </a:lnTo>
                  <a:lnTo>
                    <a:pt x="6282586" y="1596155"/>
                  </a:lnTo>
                  <a:lnTo>
                    <a:pt x="6245309" y="1504214"/>
                  </a:lnTo>
                  <a:lnTo>
                    <a:pt x="6208117" y="1412915"/>
                  </a:lnTo>
                  <a:lnTo>
                    <a:pt x="6171082" y="1322834"/>
                  </a:lnTo>
                  <a:lnTo>
                    <a:pt x="6134269" y="1234513"/>
                  </a:lnTo>
                  <a:lnTo>
                    <a:pt x="6097728" y="1148451"/>
                  </a:lnTo>
                  <a:lnTo>
                    <a:pt x="6061494" y="1065089"/>
                  </a:lnTo>
                  <a:lnTo>
                    <a:pt x="6025580" y="984804"/>
                  </a:lnTo>
                  <a:lnTo>
                    <a:pt x="5989977" y="907904"/>
                  </a:lnTo>
                  <a:lnTo>
                    <a:pt x="5954651" y="834624"/>
                  </a:lnTo>
                  <a:lnTo>
                    <a:pt x="5919541" y="765127"/>
                  </a:lnTo>
                  <a:lnTo>
                    <a:pt x="5884553" y="699506"/>
                  </a:lnTo>
                  <a:lnTo>
                    <a:pt x="5849565" y="637789"/>
                  </a:lnTo>
                  <a:lnTo>
                    <a:pt x="5814416" y="579942"/>
                  </a:lnTo>
                  <a:lnTo>
                    <a:pt x="5784835" y="534598"/>
                  </a:lnTo>
                  <a:lnTo>
                    <a:pt x="5737186" y="468151"/>
                  </a:lnTo>
                  <a:lnTo>
                    <a:pt x="5687983" y="408196"/>
                  </a:lnTo>
                  <a:lnTo>
                    <a:pt x="5636503" y="354422"/>
                  </a:lnTo>
                  <a:lnTo>
                    <a:pt x="5581936" y="306290"/>
                  </a:lnTo>
                  <a:lnTo>
                    <a:pt x="5523452" y="263182"/>
                  </a:lnTo>
                  <a:lnTo>
                    <a:pt x="5460266" y="224499"/>
                  </a:lnTo>
                  <a:lnTo>
                    <a:pt x="5391720" y="189704"/>
                  </a:lnTo>
                  <a:lnTo>
                    <a:pt x="5317391" y="158355"/>
                  </a:lnTo>
                  <a:lnTo>
                    <a:pt x="5237231" y="130119"/>
                  </a:lnTo>
                  <a:lnTo>
                    <a:pt x="5151743" y="104779"/>
                  </a:lnTo>
                  <a:lnTo>
                    <a:pt x="5062157" y="82225"/>
                  </a:lnTo>
                  <a:lnTo>
                    <a:pt x="4970572" y="62447"/>
                  </a:lnTo>
                  <a:lnTo>
                    <a:pt x="4879981" y="45494"/>
                  </a:lnTo>
                  <a:lnTo>
                    <a:pt x="4794097" y="31432"/>
                  </a:lnTo>
                  <a:lnTo>
                    <a:pt x="4716921" y="20278"/>
                  </a:lnTo>
                  <a:lnTo>
                    <a:pt x="4652088" y="11944"/>
                  </a:lnTo>
                  <a:lnTo>
                    <a:pt x="4602134" y="6196"/>
                  </a:lnTo>
                  <a:lnTo>
                    <a:pt x="4567891" y="2651"/>
                  </a:lnTo>
                  <a:lnTo>
                    <a:pt x="4548204" y="809"/>
                  </a:lnTo>
                  <a:lnTo>
                    <a:pt x="4540000" y="113"/>
                  </a:lnTo>
                  <a:lnTo>
                    <a:pt x="4538543" y="0"/>
                  </a:lnTo>
                  <a:lnTo>
                    <a:pt x="4016409" y="0"/>
                  </a:lnTo>
                  <a:lnTo>
                    <a:pt x="4015214" y="63"/>
                  </a:lnTo>
                  <a:lnTo>
                    <a:pt x="4007392" y="515"/>
                  </a:lnTo>
                  <a:lnTo>
                    <a:pt x="3987795" y="1766"/>
                  </a:lnTo>
                  <a:lnTo>
                    <a:pt x="3953072" y="4224"/>
                  </a:lnTo>
                  <a:lnTo>
                    <a:pt x="3901955" y="8255"/>
                  </a:lnTo>
                  <a:lnTo>
                    <a:pt x="3835341" y="14138"/>
                  </a:lnTo>
                  <a:lnTo>
                    <a:pt x="3755970" y="22041"/>
                  </a:lnTo>
                  <a:lnTo>
                    <a:pt x="3667754" y="32025"/>
                  </a:lnTo>
                  <a:lnTo>
                    <a:pt x="3574956" y="44071"/>
                  </a:lnTo>
                  <a:lnTo>
                    <a:pt x="3481477" y="58133"/>
                  </a:lnTo>
                  <a:lnTo>
                    <a:pt x="3390407" y="74177"/>
                  </a:lnTo>
                  <a:lnTo>
                    <a:pt x="3303854" y="92222"/>
                  </a:lnTo>
                  <a:lnTo>
                    <a:pt x="3222998" y="112356"/>
                  </a:lnTo>
                  <a:lnTo>
                    <a:pt x="3148256" y="134757"/>
                  </a:lnTo>
                  <a:lnTo>
                    <a:pt x="3079483" y="159681"/>
                  </a:lnTo>
                  <a:lnTo>
                    <a:pt x="3016163" y="187471"/>
                  </a:lnTo>
                  <a:lnTo>
                    <a:pt x="2957550" y="218529"/>
                  </a:lnTo>
                  <a:lnTo>
                    <a:pt x="2902789" y="253305"/>
                  </a:lnTo>
                  <a:lnTo>
                    <a:pt x="2850993" y="292237"/>
                  </a:lnTo>
                  <a:lnTo>
                    <a:pt x="2801319" y="335684"/>
                  </a:lnTo>
                  <a:lnTo>
                    <a:pt x="2770117" y="366124"/>
                  </a:lnTo>
                  <a:lnTo>
                    <a:pt x="2729272" y="409556"/>
                  </a:lnTo>
                  <a:lnTo>
                    <a:pt x="2688818" y="456467"/>
                  </a:lnTo>
                  <a:lnTo>
                    <a:pt x="2648473" y="506925"/>
                  </a:lnTo>
                  <a:lnTo>
                    <a:pt x="2608022" y="560930"/>
                  </a:lnTo>
                  <a:lnTo>
                    <a:pt x="2567308" y="618406"/>
                  </a:lnTo>
                  <a:lnTo>
                    <a:pt x="2526231" y="679191"/>
                  </a:lnTo>
                  <a:lnTo>
                    <a:pt x="2484738" y="743037"/>
                  </a:lnTo>
                  <a:lnTo>
                    <a:pt x="2442822" y="809609"/>
                  </a:lnTo>
                  <a:lnTo>
                    <a:pt x="2400513" y="878489"/>
                  </a:lnTo>
                  <a:lnTo>
                    <a:pt x="2357878" y="949182"/>
                  </a:lnTo>
                  <a:lnTo>
                    <a:pt x="2315005" y="1021135"/>
                  </a:lnTo>
                  <a:lnTo>
                    <a:pt x="2272007" y="1093749"/>
                  </a:lnTo>
                  <a:lnTo>
                    <a:pt x="2229000" y="1166404"/>
                  </a:lnTo>
                  <a:lnTo>
                    <a:pt x="2186105" y="1238475"/>
                  </a:lnTo>
                  <a:lnTo>
                    <a:pt x="2143434" y="1309360"/>
                  </a:lnTo>
                  <a:lnTo>
                    <a:pt x="2101080" y="1378499"/>
                  </a:lnTo>
                  <a:lnTo>
                    <a:pt x="2059111" y="1445389"/>
                  </a:lnTo>
                  <a:lnTo>
                    <a:pt x="2017564" y="1509603"/>
                  </a:lnTo>
                  <a:lnTo>
                    <a:pt x="1976436" y="1570792"/>
                  </a:lnTo>
                  <a:lnTo>
                    <a:pt x="1935681" y="1628699"/>
                  </a:lnTo>
                  <a:lnTo>
                    <a:pt x="1895203" y="1683152"/>
                  </a:lnTo>
                  <a:lnTo>
                    <a:pt x="1854855" y="1734063"/>
                  </a:lnTo>
                  <a:lnTo>
                    <a:pt x="1814430" y="1781422"/>
                  </a:lnTo>
                  <a:lnTo>
                    <a:pt x="1773652" y="1825290"/>
                  </a:lnTo>
                  <a:lnTo>
                    <a:pt x="1768425" y="1830624"/>
                  </a:lnTo>
                  <a:lnTo>
                    <a:pt x="1719724" y="1877072"/>
                  </a:lnTo>
                  <a:lnTo>
                    <a:pt x="1669386" y="1918880"/>
                  </a:lnTo>
                  <a:lnTo>
                    <a:pt x="1616634" y="1956285"/>
                  </a:lnTo>
                  <a:lnTo>
                    <a:pt x="1560603" y="1989684"/>
                  </a:lnTo>
                  <a:lnTo>
                    <a:pt x="1500408" y="2019529"/>
                  </a:lnTo>
                  <a:lnTo>
                    <a:pt x="1435222" y="2046254"/>
                  </a:lnTo>
                  <a:lnTo>
                    <a:pt x="1364366" y="2070245"/>
                  </a:lnTo>
                  <a:lnTo>
                    <a:pt x="1287438" y="2091813"/>
                  </a:lnTo>
                  <a:lnTo>
                    <a:pt x="1204469" y="2111187"/>
                  </a:lnTo>
                  <a:lnTo>
                    <a:pt x="1116127" y="2128513"/>
                  </a:lnTo>
                  <a:lnTo>
                    <a:pt x="1023906" y="2143852"/>
                  </a:lnTo>
                  <a:lnTo>
                    <a:pt x="930267" y="2157202"/>
                  </a:lnTo>
                  <a:lnTo>
                    <a:pt x="838622" y="2168518"/>
                  </a:lnTo>
                  <a:lnTo>
                    <a:pt x="753069" y="2177759"/>
                  </a:lnTo>
                  <a:lnTo>
                    <a:pt x="677837" y="2184931"/>
                  </a:lnTo>
                  <a:lnTo>
                    <a:pt x="616513" y="2190129"/>
                  </a:lnTo>
                  <a:lnTo>
                    <a:pt x="571242" y="2193563"/>
                  </a:lnTo>
                  <a:lnTo>
                    <a:pt x="542164" y="2195546"/>
                  </a:lnTo>
                  <a:lnTo>
                    <a:pt x="527246" y="2196464"/>
                  </a:lnTo>
                  <a:lnTo>
                    <a:pt x="522458" y="2196732"/>
                  </a:lnTo>
                  <a:lnTo>
                    <a:pt x="522133" y="2196749"/>
                  </a:lnTo>
                  <a:lnTo>
                    <a:pt x="0" y="2196749"/>
                  </a:lnTo>
                  <a:close/>
                </a:path>
              </a:pathLst>
            </a:custGeom>
            <a:solidFill>
              <a:srgbClr val="8BC34A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1482" name="pl1482"/>
            <p:cNvSpPr/>
            <p:nvPr/>
          </p:nvSpPr>
          <p:spPr>
            <a:xfrm>
              <a:off x="386606" y="2817577"/>
              <a:ext cx="8554953" cy="3207593"/>
            </a:xfrm>
            <a:custGeom>
              <a:avLst/>
              <a:pathLst>
                <a:path w="8554953" h="3207593">
                  <a:moveTo>
                    <a:pt x="0" y="2196749"/>
                  </a:moveTo>
                  <a:lnTo>
                    <a:pt x="522133" y="2196749"/>
                  </a:lnTo>
                  <a:lnTo>
                    <a:pt x="523328" y="2196686"/>
                  </a:lnTo>
                  <a:lnTo>
                    <a:pt x="531150" y="2196233"/>
                  </a:lnTo>
                  <a:lnTo>
                    <a:pt x="550747" y="2194982"/>
                  </a:lnTo>
                  <a:lnTo>
                    <a:pt x="585470" y="2192524"/>
                  </a:lnTo>
                  <a:lnTo>
                    <a:pt x="636587" y="2188493"/>
                  </a:lnTo>
                  <a:lnTo>
                    <a:pt x="703201" y="2182610"/>
                  </a:lnTo>
                  <a:lnTo>
                    <a:pt x="782572" y="2174707"/>
                  </a:lnTo>
                  <a:lnTo>
                    <a:pt x="870788" y="2164724"/>
                  </a:lnTo>
                  <a:lnTo>
                    <a:pt x="963586" y="2152678"/>
                  </a:lnTo>
                  <a:lnTo>
                    <a:pt x="1057065" y="2138616"/>
                  </a:lnTo>
                  <a:lnTo>
                    <a:pt x="1148135" y="2122571"/>
                  </a:lnTo>
                  <a:lnTo>
                    <a:pt x="1234688" y="2104527"/>
                  </a:lnTo>
                  <a:lnTo>
                    <a:pt x="1315544" y="2084392"/>
                  </a:lnTo>
                  <a:lnTo>
                    <a:pt x="1390287" y="2061992"/>
                  </a:lnTo>
                  <a:lnTo>
                    <a:pt x="1459059" y="2037067"/>
                  </a:lnTo>
                  <a:lnTo>
                    <a:pt x="1522380" y="2009278"/>
                  </a:lnTo>
                  <a:lnTo>
                    <a:pt x="1580992" y="1978219"/>
                  </a:lnTo>
                  <a:lnTo>
                    <a:pt x="1635753" y="1943444"/>
                  </a:lnTo>
                  <a:lnTo>
                    <a:pt x="1687549" y="1904511"/>
                  </a:lnTo>
                  <a:lnTo>
                    <a:pt x="1737223" y="1861064"/>
                  </a:lnTo>
                  <a:lnTo>
                    <a:pt x="1768425" y="1830624"/>
                  </a:lnTo>
                  <a:lnTo>
                    <a:pt x="1809270" y="1787192"/>
                  </a:lnTo>
                  <a:lnTo>
                    <a:pt x="1849724" y="1740282"/>
                  </a:lnTo>
                  <a:lnTo>
                    <a:pt x="1890069" y="1689824"/>
                  </a:lnTo>
                  <a:lnTo>
                    <a:pt x="1930521" y="1635818"/>
                  </a:lnTo>
                  <a:lnTo>
                    <a:pt x="1971234" y="1578343"/>
                  </a:lnTo>
                  <a:lnTo>
                    <a:pt x="2012311" y="1517558"/>
                  </a:lnTo>
                  <a:lnTo>
                    <a:pt x="2053804" y="1453712"/>
                  </a:lnTo>
                  <a:lnTo>
                    <a:pt x="2095721" y="1387139"/>
                  </a:lnTo>
                  <a:lnTo>
                    <a:pt x="2138029" y="1318260"/>
                  </a:lnTo>
                  <a:lnTo>
                    <a:pt x="2180665" y="1247567"/>
                  </a:lnTo>
                  <a:lnTo>
                    <a:pt x="2223537" y="1175614"/>
                  </a:lnTo>
                  <a:lnTo>
                    <a:pt x="2266536" y="1102999"/>
                  </a:lnTo>
                  <a:lnTo>
                    <a:pt x="2309542" y="1030345"/>
                  </a:lnTo>
                  <a:lnTo>
                    <a:pt x="2352437" y="958274"/>
                  </a:lnTo>
                  <a:lnTo>
                    <a:pt x="2395108" y="887389"/>
                  </a:lnTo>
                  <a:lnTo>
                    <a:pt x="2437462" y="818250"/>
                  </a:lnTo>
                  <a:lnTo>
                    <a:pt x="2479431" y="751359"/>
                  </a:lnTo>
                  <a:lnTo>
                    <a:pt x="2520978" y="687146"/>
                  </a:lnTo>
                  <a:lnTo>
                    <a:pt x="2562106" y="625956"/>
                  </a:lnTo>
                  <a:lnTo>
                    <a:pt x="2602861" y="568049"/>
                  </a:lnTo>
                  <a:lnTo>
                    <a:pt x="2643339" y="513596"/>
                  </a:lnTo>
                  <a:lnTo>
                    <a:pt x="2683687" y="462686"/>
                  </a:lnTo>
                  <a:lnTo>
                    <a:pt x="2724112" y="415326"/>
                  </a:lnTo>
                  <a:lnTo>
                    <a:pt x="2764890" y="371458"/>
                  </a:lnTo>
                  <a:lnTo>
                    <a:pt x="2770117" y="366124"/>
                  </a:lnTo>
                  <a:lnTo>
                    <a:pt x="2818818" y="319677"/>
                  </a:lnTo>
                  <a:lnTo>
                    <a:pt x="2869157" y="277868"/>
                  </a:lnTo>
                  <a:lnTo>
                    <a:pt x="2921908" y="240464"/>
                  </a:lnTo>
                  <a:lnTo>
                    <a:pt x="2977940" y="207064"/>
                  </a:lnTo>
                  <a:lnTo>
                    <a:pt x="3038134" y="177220"/>
                  </a:lnTo>
                  <a:lnTo>
                    <a:pt x="3103321" y="150494"/>
                  </a:lnTo>
                  <a:lnTo>
                    <a:pt x="3174176" y="126504"/>
                  </a:lnTo>
                  <a:lnTo>
                    <a:pt x="3251104" y="104936"/>
                  </a:lnTo>
                  <a:lnTo>
                    <a:pt x="3334073" y="85561"/>
                  </a:lnTo>
                  <a:lnTo>
                    <a:pt x="3422415" y="68236"/>
                  </a:lnTo>
                  <a:lnTo>
                    <a:pt x="3514636" y="52896"/>
                  </a:lnTo>
                  <a:lnTo>
                    <a:pt x="3608275" y="39547"/>
                  </a:lnTo>
                  <a:lnTo>
                    <a:pt x="3699920" y="28230"/>
                  </a:lnTo>
                  <a:lnTo>
                    <a:pt x="3785473" y="18989"/>
                  </a:lnTo>
                  <a:lnTo>
                    <a:pt x="3860705" y="11818"/>
                  </a:lnTo>
                  <a:lnTo>
                    <a:pt x="3922029" y="6619"/>
                  </a:lnTo>
                  <a:lnTo>
                    <a:pt x="3967300" y="3186"/>
                  </a:lnTo>
                  <a:lnTo>
                    <a:pt x="3996378" y="1203"/>
                  </a:lnTo>
                  <a:lnTo>
                    <a:pt x="4011297" y="284"/>
                  </a:lnTo>
                  <a:lnTo>
                    <a:pt x="4016084" y="16"/>
                  </a:lnTo>
                  <a:lnTo>
                    <a:pt x="4016409" y="0"/>
                  </a:lnTo>
                  <a:lnTo>
                    <a:pt x="4538543" y="0"/>
                  </a:lnTo>
                  <a:lnTo>
                    <a:pt x="4539664" y="86"/>
                  </a:lnTo>
                  <a:lnTo>
                    <a:pt x="4547017" y="705"/>
                  </a:lnTo>
                  <a:lnTo>
                    <a:pt x="4565478" y="2416"/>
                  </a:lnTo>
                  <a:lnTo>
                    <a:pt x="4598286" y="5780"/>
                  </a:lnTo>
                  <a:lnTo>
                    <a:pt x="4646783" y="11305"/>
                  </a:lnTo>
                  <a:lnTo>
                    <a:pt x="4710315" y="19386"/>
                  </a:lnTo>
                  <a:lnTo>
                    <a:pt x="4786484" y="30271"/>
                  </a:lnTo>
                  <a:lnTo>
                    <a:pt x="4871726" y="44063"/>
                  </a:lnTo>
                  <a:lnTo>
                    <a:pt x="4962044" y="60749"/>
                  </a:lnTo>
                  <a:lnTo>
                    <a:pt x="5053676" y="80266"/>
                  </a:lnTo>
                  <a:lnTo>
                    <a:pt x="5143551" y="102562"/>
                  </a:lnTo>
                  <a:lnTo>
                    <a:pt x="5229485" y="127641"/>
                  </a:lnTo>
                  <a:lnTo>
                    <a:pt x="5310171" y="155599"/>
                  </a:lnTo>
                  <a:lnTo>
                    <a:pt x="5385049" y="186646"/>
                  </a:lnTo>
                  <a:lnTo>
                    <a:pt x="5454120" y="221103"/>
                  </a:lnTo>
                  <a:lnTo>
                    <a:pt x="5517780" y="259403"/>
                  </a:lnTo>
                  <a:lnTo>
                    <a:pt x="5576670" y="302074"/>
                  </a:lnTo>
                  <a:lnTo>
                    <a:pt x="5631566" y="349713"/>
                  </a:lnTo>
                  <a:lnTo>
                    <a:pt x="5683299" y="402937"/>
                  </a:lnTo>
                  <a:lnTo>
                    <a:pt x="5732681" y="462297"/>
                  </a:lnTo>
                  <a:lnTo>
                    <a:pt x="5780448" y="528138"/>
                  </a:lnTo>
                  <a:lnTo>
                    <a:pt x="5784835" y="534598"/>
                  </a:lnTo>
                  <a:lnTo>
                    <a:pt x="5820270" y="589280"/>
                  </a:lnTo>
                  <a:lnTo>
                    <a:pt x="5855380" y="647764"/>
                  </a:lnTo>
                  <a:lnTo>
                    <a:pt x="5890358" y="710129"/>
                  </a:lnTo>
                  <a:lnTo>
                    <a:pt x="5925358" y="776397"/>
                  </a:lnTo>
                  <a:lnTo>
                    <a:pt x="5960498" y="846531"/>
                  </a:lnTo>
                  <a:lnTo>
                    <a:pt x="5995867" y="920425"/>
                  </a:lnTo>
                  <a:lnTo>
                    <a:pt x="6031520" y="997904"/>
                  </a:lnTo>
                  <a:lnTo>
                    <a:pt x="6067487" y="1078723"/>
                  </a:lnTo>
                  <a:lnTo>
                    <a:pt x="6103774" y="1162561"/>
                  </a:lnTo>
                  <a:lnTo>
                    <a:pt x="6140362" y="1249031"/>
                  </a:lnTo>
                  <a:lnTo>
                    <a:pt x="6177216" y="1337680"/>
                  </a:lnTo>
                  <a:lnTo>
                    <a:pt x="6214281" y="1428002"/>
                  </a:lnTo>
                  <a:lnTo>
                    <a:pt x="6251493" y="1519448"/>
                  </a:lnTo>
                  <a:lnTo>
                    <a:pt x="6288776" y="1611438"/>
                  </a:lnTo>
                  <a:lnTo>
                    <a:pt x="6326053" y="1703378"/>
                  </a:lnTo>
                  <a:lnTo>
                    <a:pt x="6363245" y="1794677"/>
                  </a:lnTo>
                  <a:lnTo>
                    <a:pt x="6400280" y="1884758"/>
                  </a:lnTo>
                  <a:lnTo>
                    <a:pt x="6437093" y="1973079"/>
                  </a:lnTo>
                  <a:lnTo>
                    <a:pt x="6473634" y="2059141"/>
                  </a:lnTo>
                  <a:lnTo>
                    <a:pt x="6509868" y="2142503"/>
                  </a:lnTo>
                  <a:lnTo>
                    <a:pt x="6545782" y="2222788"/>
                  </a:lnTo>
                  <a:lnTo>
                    <a:pt x="6581385" y="2299688"/>
                  </a:lnTo>
                  <a:lnTo>
                    <a:pt x="6616711" y="2372968"/>
                  </a:lnTo>
                  <a:lnTo>
                    <a:pt x="6651821" y="2442465"/>
                  </a:lnTo>
                  <a:lnTo>
                    <a:pt x="6686809" y="2508086"/>
                  </a:lnTo>
                  <a:lnTo>
                    <a:pt x="6721796" y="2569804"/>
                  </a:lnTo>
                  <a:lnTo>
                    <a:pt x="6756946" y="2627650"/>
                  </a:lnTo>
                  <a:lnTo>
                    <a:pt x="6786527" y="2672994"/>
                  </a:lnTo>
                  <a:lnTo>
                    <a:pt x="6834176" y="2739441"/>
                  </a:lnTo>
                  <a:lnTo>
                    <a:pt x="6883379" y="2799396"/>
                  </a:lnTo>
                  <a:lnTo>
                    <a:pt x="6934859" y="2853170"/>
                  </a:lnTo>
                  <a:lnTo>
                    <a:pt x="6989426" y="2901303"/>
                  </a:lnTo>
                  <a:lnTo>
                    <a:pt x="7047910" y="2944410"/>
                  </a:lnTo>
                  <a:lnTo>
                    <a:pt x="7111096" y="2983093"/>
                  </a:lnTo>
                  <a:lnTo>
                    <a:pt x="7179642" y="3017888"/>
                  </a:lnTo>
                  <a:lnTo>
                    <a:pt x="7253971" y="3049237"/>
                  </a:lnTo>
                  <a:lnTo>
                    <a:pt x="7334131" y="3077473"/>
                  </a:lnTo>
                  <a:lnTo>
                    <a:pt x="7419619" y="3102814"/>
                  </a:lnTo>
                  <a:lnTo>
                    <a:pt x="7509205" y="3125367"/>
                  </a:lnTo>
                  <a:lnTo>
                    <a:pt x="7600790" y="3145145"/>
                  </a:lnTo>
                  <a:lnTo>
                    <a:pt x="7691381" y="3162098"/>
                  </a:lnTo>
                  <a:lnTo>
                    <a:pt x="7777265" y="3176160"/>
                  </a:lnTo>
                  <a:lnTo>
                    <a:pt x="7854441" y="3187314"/>
                  </a:lnTo>
                  <a:lnTo>
                    <a:pt x="7919274" y="3195648"/>
                  </a:lnTo>
                  <a:lnTo>
                    <a:pt x="7969228" y="3201396"/>
                  </a:lnTo>
                  <a:lnTo>
                    <a:pt x="8003471" y="3204941"/>
                  </a:lnTo>
                  <a:lnTo>
                    <a:pt x="8023158" y="3206783"/>
                  </a:lnTo>
                  <a:lnTo>
                    <a:pt x="8031362" y="3207479"/>
                  </a:lnTo>
                  <a:lnTo>
                    <a:pt x="8032818" y="3207593"/>
                  </a:lnTo>
                  <a:lnTo>
                    <a:pt x="8032819" y="3207593"/>
                  </a:lnTo>
                  <a:lnTo>
                    <a:pt x="8554953" y="3207593"/>
                  </a:lnTo>
                  <a:lnTo>
                    <a:pt x="8554953" y="3207593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483" name="pl1483"/>
            <p:cNvSpPr/>
            <p:nvPr/>
          </p:nvSpPr>
          <p:spPr>
            <a:xfrm>
              <a:off x="386606" y="2811930"/>
              <a:ext cx="8554953" cy="3207593"/>
            </a:xfrm>
            <a:custGeom>
              <a:avLst/>
              <a:pathLst>
                <a:path w="8554953" h="3207593">
                  <a:moveTo>
                    <a:pt x="8554953" y="3207593"/>
                  </a:moveTo>
                  <a:lnTo>
                    <a:pt x="8032819" y="3207593"/>
                  </a:lnTo>
                  <a:lnTo>
                    <a:pt x="8031698" y="3207506"/>
                  </a:lnTo>
                  <a:lnTo>
                    <a:pt x="8024345" y="3206887"/>
                  </a:lnTo>
                  <a:lnTo>
                    <a:pt x="8005884" y="3205176"/>
                  </a:lnTo>
                  <a:lnTo>
                    <a:pt x="7973076" y="3201812"/>
                  </a:lnTo>
                  <a:lnTo>
                    <a:pt x="7924579" y="3196288"/>
                  </a:lnTo>
                  <a:lnTo>
                    <a:pt x="7861047" y="3188206"/>
                  </a:lnTo>
                  <a:lnTo>
                    <a:pt x="7784878" y="3177321"/>
                  </a:lnTo>
                  <a:lnTo>
                    <a:pt x="7699636" y="3163530"/>
                  </a:lnTo>
                  <a:lnTo>
                    <a:pt x="7609318" y="3146844"/>
                  </a:lnTo>
                  <a:lnTo>
                    <a:pt x="7517686" y="3127326"/>
                  </a:lnTo>
                  <a:lnTo>
                    <a:pt x="7427811" y="3105030"/>
                  </a:lnTo>
                  <a:lnTo>
                    <a:pt x="7341877" y="3079952"/>
                  </a:lnTo>
                  <a:lnTo>
                    <a:pt x="7261191" y="3051993"/>
                  </a:lnTo>
                  <a:lnTo>
                    <a:pt x="7186313" y="3020946"/>
                  </a:lnTo>
                  <a:lnTo>
                    <a:pt x="7117242" y="2986489"/>
                  </a:lnTo>
                  <a:lnTo>
                    <a:pt x="7053582" y="2948189"/>
                  </a:lnTo>
                  <a:lnTo>
                    <a:pt x="6994692" y="2905518"/>
                  </a:lnTo>
                  <a:lnTo>
                    <a:pt x="6939796" y="2857879"/>
                  </a:lnTo>
                  <a:lnTo>
                    <a:pt x="6888063" y="2804656"/>
                  </a:lnTo>
                  <a:lnTo>
                    <a:pt x="6838680" y="2745295"/>
                  </a:lnTo>
                  <a:lnTo>
                    <a:pt x="6790914" y="2679454"/>
                  </a:lnTo>
                  <a:lnTo>
                    <a:pt x="6786527" y="2672994"/>
                  </a:lnTo>
                  <a:lnTo>
                    <a:pt x="6751092" y="2618312"/>
                  </a:lnTo>
                  <a:lnTo>
                    <a:pt x="6715982" y="2559828"/>
                  </a:lnTo>
                  <a:lnTo>
                    <a:pt x="6681004" y="2497463"/>
                  </a:lnTo>
                  <a:lnTo>
                    <a:pt x="6646004" y="2431195"/>
                  </a:lnTo>
                  <a:lnTo>
                    <a:pt x="6610864" y="2361062"/>
                  </a:lnTo>
                  <a:lnTo>
                    <a:pt x="6575495" y="2287168"/>
                  </a:lnTo>
                  <a:lnTo>
                    <a:pt x="6539842" y="2209688"/>
                  </a:lnTo>
                  <a:lnTo>
                    <a:pt x="6503875" y="2128869"/>
                  </a:lnTo>
                  <a:lnTo>
                    <a:pt x="6467588" y="2045031"/>
                  </a:lnTo>
                  <a:lnTo>
                    <a:pt x="6431000" y="1958561"/>
                  </a:lnTo>
                  <a:lnTo>
                    <a:pt x="6394146" y="1869912"/>
                  </a:lnTo>
                  <a:lnTo>
                    <a:pt x="6357080" y="1779590"/>
                  </a:lnTo>
                  <a:lnTo>
                    <a:pt x="6319869" y="1688145"/>
                  </a:lnTo>
                  <a:lnTo>
                    <a:pt x="6282586" y="1596155"/>
                  </a:lnTo>
                  <a:lnTo>
                    <a:pt x="6245309" y="1504214"/>
                  </a:lnTo>
                  <a:lnTo>
                    <a:pt x="6208117" y="1412915"/>
                  </a:lnTo>
                  <a:lnTo>
                    <a:pt x="6171082" y="1322834"/>
                  </a:lnTo>
                  <a:lnTo>
                    <a:pt x="6134269" y="1234513"/>
                  </a:lnTo>
                  <a:lnTo>
                    <a:pt x="6097728" y="1148451"/>
                  </a:lnTo>
                  <a:lnTo>
                    <a:pt x="6061494" y="1065089"/>
                  </a:lnTo>
                  <a:lnTo>
                    <a:pt x="6025580" y="984804"/>
                  </a:lnTo>
                  <a:lnTo>
                    <a:pt x="5989977" y="907904"/>
                  </a:lnTo>
                  <a:lnTo>
                    <a:pt x="5954651" y="834624"/>
                  </a:lnTo>
                  <a:lnTo>
                    <a:pt x="5919541" y="765127"/>
                  </a:lnTo>
                  <a:lnTo>
                    <a:pt x="5884553" y="699506"/>
                  </a:lnTo>
                  <a:lnTo>
                    <a:pt x="5849565" y="637789"/>
                  </a:lnTo>
                  <a:lnTo>
                    <a:pt x="5814416" y="579942"/>
                  </a:lnTo>
                  <a:lnTo>
                    <a:pt x="5784835" y="534598"/>
                  </a:lnTo>
                  <a:lnTo>
                    <a:pt x="5737186" y="468151"/>
                  </a:lnTo>
                  <a:lnTo>
                    <a:pt x="5687983" y="408196"/>
                  </a:lnTo>
                  <a:lnTo>
                    <a:pt x="5636503" y="354422"/>
                  </a:lnTo>
                  <a:lnTo>
                    <a:pt x="5581936" y="306290"/>
                  </a:lnTo>
                  <a:lnTo>
                    <a:pt x="5523452" y="263182"/>
                  </a:lnTo>
                  <a:lnTo>
                    <a:pt x="5460266" y="224499"/>
                  </a:lnTo>
                  <a:lnTo>
                    <a:pt x="5391720" y="189704"/>
                  </a:lnTo>
                  <a:lnTo>
                    <a:pt x="5317391" y="158355"/>
                  </a:lnTo>
                  <a:lnTo>
                    <a:pt x="5237231" y="130119"/>
                  </a:lnTo>
                  <a:lnTo>
                    <a:pt x="5151743" y="104779"/>
                  </a:lnTo>
                  <a:lnTo>
                    <a:pt x="5062157" y="82225"/>
                  </a:lnTo>
                  <a:lnTo>
                    <a:pt x="4970572" y="62447"/>
                  </a:lnTo>
                  <a:lnTo>
                    <a:pt x="4879981" y="45494"/>
                  </a:lnTo>
                  <a:lnTo>
                    <a:pt x="4794097" y="31432"/>
                  </a:lnTo>
                  <a:lnTo>
                    <a:pt x="4716921" y="20278"/>
                  </a:lnTo>
                  <a:lnTo>
                    <a:pt x="4652088" y="11944"/>
                  </a:lnTo>
                  <a:lnTo>
                    <a:pt x="4602134" y="6196"/>
                  </a:lnTo>
                  <a:lnTo>
                    <a:pt x="4567891" y="2651"/>
                  </a:lnTo>
                  <a:lnTo>
                    <a:pt x="4548204" y="809"/>
                  </a:lnTo>
                  <a:lnTo>
                    <a:pt x="4540000" y="113"/>
                  </a:lnTo>
                  <a:lnTo>
                    <a:pt x="4538544" y="0"/>
                  </a:lnTo>
                  <a:lnTo>
                    <a:pt x="4538543" y="0"/>
                  </a:lnTo>
                  <a:lnTo>
                    <a:pt x="4016409" y="0"/>
                  </a:lnTo>
                  <a:lnTo>
                    <a:pt x="4015214" y="63"/>
                  </a:lnTo>
                  <a:lnTo>
                    <a:pt x="4007392" y="515"/>
                  </a:lnTo>
                  <a:lnTo>
                    <a:pt x="3987795" y="1766"/>
                  </a:lnTo>
                  <a:lnTo>
                    <a:pt x="3953072" y="4224"/>
                  </a:lnTo>
                  <a:lnTo>
                    <a:pt x="3901955" y="8255"/>
                  </a:lnTo>
                  <a:lnTo>
                    <a:pt x="3835341" y="14138"/>
                  </a:lnTo>
                  <a:lnTo>
                    <a:pt x="3755970" y="22041"/>
                  </a:lnTo>
                  <a:lnTo>
                    <a:pt x="3667754" y="32025"/>
                  </a:lnTo>
                  <a:lnTo>
                    <a:pt x="3574956" y="44071"/>
                  </a:lnTo>
                  <a:lnTo>
                    <a:pt x="3481477" y="58133"/>
                  </a:lnTo>
                  <a:lnTo>
                    <a:pt x="3390407" y="74177"/>
                  </a:lnTo>
                  <a:lnTo>
                    <a:pt x="3303854" y="92222"/>
                  </a:lnTo>
                  <a:lnTo>
                    <a:pt x="3222998" y="112356"/>
                  </a:lnTo>
                  <a:lnTo>
                    <a:pt x="3148256" y="134757"/>
                  </a:lnTo>
                  <a:lnTo>
                    <a:pt x="3079483" y="159681"/>
                  </a:lnTo>
                  <a:lnTo>
                    <a:pt x="3016163" y="187471"/>
                  </a:lnTo>
                  <a:lnTo>
                    <a:pt x="2957550" y="218529"/>
                  </a:lnTo>
                  <a:lnTo>
                    <a:pt x="2902789" y="253305"/>
                  </a:lnTo>
                  <a:lnTo>
                    <a:pt x="2850993" y="292237"/>
                  </a:lnTo>
                  <a:lnTo>
                    <a:pt x="2801319" y="335684"/>
                  </a:lnTo>
                  <a:lnTo>
                    <a:pt x="2770117" y="366124"/>
                  </a:lnTo>
                  <a:lnTo>
                    <a:pt x="2729272" y="409556"/>
                  </a:lnTo>
                  <a:lnTo>
                    <a:pt x="2688818" y="456467"/>
                  </a:lnTo>
                  <a:lnTo>
                    <a:pt x="2648473" y="506925"/>
                  </a:lnTo>
                  <a:lnTo>
                    <a:pt x="2608022" y="560930"/>
                  </a:lnTo>
                  <a:lnTo>
                    <a:pt x="2567308" y="618406"/>
                  </a:lnTo>
                  <a:lnTo>
                    <a:pt x="2526231" y="679191"/>
                  </a:lnTo>
                  <a:lnTo>
                    <a:pt x="2484738" y="743037"/>
                  </a:lnTo>
                  <a:lnTo>
                    <a:pt x="2442822" y="809609"/>
                  </a:lnTo>
                  <a:lnTo>
                    <a:pt x="2400513" y="878489"/>
                  </a:lnTo>
                  <a:lnTo>
                    <a:pt x="2357878" y="949182"/>
                  </a:lnTo>
                  <a:lnTo>
                    <a:pt x="2315005" y="1021135"/>
                  </a:lnTo>
                  <a:lnTo>
                    <a:pt x="2272007" y="1093749"/>
                  </a:lnTo>
                  <a:lnTo>
                    <a:pt x="2229000" y="1166404"/>
                  </a:lnTo>
                  <a:lnTo>
                    <a:pt x="2186105" y="1238475"/>
                  </a:lnTo>
                  <a:lnTo>
                    <a:pt x="2143434" y="1309360"/>
                  </a:lnTo>
                  <a:lnTo>
                    <a:pt x="2101080" y="1378499"/>
                  </a:lnTo>
                  <a:lnTo>
                    <a:pt x="2059111" y="1445389"/>
                  </a:lnTo>
                  <a:lnTo>
                    <a:pt x="2017564" y="1509603"/>
                  </a:lnTo>
                  <a:lnTo>
                    <a:pt x="1976436" y="1570792"/>
                  </a:lnTo>
                  <a:lnTo>
                    <a:pt x="1935681" y="1628699"/>
                  </a:lnTo>
                  <a:lnTo>
                    <a:pt x="1895203" y="1683152"/>
                  </a:lnTo>
                  <a:lnTo>
                    <a:pt x="1854855" y="1734063"/>
                  </a:lnTo>
                  <a:lnTo>
                    <a:pt x="1814430" y="1781422"/>
                  </a:lnTo>
                  <a:lnTo>
                    <a:pt x="1773652" y="1825290"/>
                  </a:lnTo>
                  <a:lnTo>
                    <a:pt x="1768425" y="1830624"/>
                  </a:lnTo>
                  <a:lnTo>
                    <a:pt x="1719724" y="1877072"/>
                  </a:lnTo>
                  <a:lnTo>
                    <a:pt x="1669386" y="1918880"/>
                  </a:lnTo>
                  <a:lnTo>
                    <a:pt x="1616634" y="1956285"/>
                  </a:lnTo>
                  <a:lnTo>
                    <a:pt x="1560603" y="1989684"/>
                  </a:lnTo>
                  <a:lnTo>
                    <a:pt x="1500408" y="2019529"/>
                  </a:lnTo>
                  <a:lnTo>
                    <a:pt x="1435222" y="2046254"/>
                  </a:lnTo>
                  <a:lnTo>
                    <a:pt x="1364366" y="2070245"/>
                  </a:lnTo>
                  <a:lnTo>
                    <a:pt x="1287438" y="2091813"/>
                  </a:lnTo>
                  <a:lnTo>
                    <a:pt x="1204469" y="2111187"/>
                  </a:lnTo>
                  <a:lnTo>
                    <a:pt x="1116127" y="2128513"/>
                  </a:lnTo>
                  <a:lnTo>
                    <a:pt x="1023906" y="2143852"/>
                  </a:lnTo>
                  <a:lnTo>
                    <a:pt x="930267" y="2157202"/>
                  </a:lnTo>
                  <a:lnTo>
                    <a:pt x="838622" y="2168518"/>
                  </a:lnTo>
                  <a:lnTo>
                    <a:pt x="753069" y="2177759"/>
                  </a:lnTo>
                  <a:lnTo>
                    <a:pt x="677837" y="2184931"/>
                  </a:lnTo>
                  <a:lnTo>
                    <a:pt x="616513" y="2190129"/>
                  </a:lnTo>
                  <a:lnTo>
                    <a:pt x="571242" y="2193563"/>
                  </a:lnTo>
                  <a:lnTo>
                    <a:pt x="542164" y="2195546"/>
                  </a:lnTo>
                  <a:lnTo>
                    <a:pt x="527246" y="2196464"/>
                  </a:lnTo>
                  <a:lnTo>
                    <a:pt x="522458" y="2196732"/>
                  </a:lnTo>
                  <a:lnTo>
                    <a:pt x="522133" y="2196749"/>
                  </a:lnTo>
                  <a:lnTo>
                    <a:pt x="0" y="2196749"/>
                  </a:lnTo>
                  <a:lnTo>
                    <a:pt x="0" y="2196749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484" name="pg1484"/>
            <p:cNvSpPr/>
            <p:nvPr/>
          </p:nvSpPr>
          <p:spPr>
            <a:xfrm>
              <a:off x="386606" y="1208133"/>
              <a:ext cx="8554953" cy="3845723"/>
            </a:xfrm>
            <a:custGeom>
              <a:avLst/>
              <a:pathLst>
                <a:path w="8554953" h="3845723">
                  <a:moveTo>
                    <a:pt x="0" y="3845723"/>
                  </a:moveTo>
                  <a:lnTo>
                    <a:pt x="522133" y="3845723"/>
                  </a:lnTo>
                  <a:lnTo>
                    <a:pt x="523385" y="3845692"/>
                  </a:lnTo>
                  <a:lnTo>
                    <a:pt x="531573" y="3845467"/>
                  </a:lnTo>
                  <a:lnTo>
                    <a:pt x="552053" y="3844846"/>
                  </a:lnTo>
                  <a:lnTo>
                    <a:pt x="588257" y="3843626"/>
                  </a:lnTo>
                  <a:lnTo>
                    <a:pt x="641384" y="3841628"/>
                  </a:lnTo>
                  <a:lnTo>
                    <a:pt x="710341" y="3838718"/>
                  </a:lnTo>
                  <a:lnTo>
                    <a:pt x="792115" y="3834816"/>
                  </a:lnTo>
                  <a:lnTo>
                    <a:pt x="882528" y="3829898"/>
                  </a:lnTo>
                  <a:lnTo>
                    <a:pt x="977123" y="3823975"/>
                  </a:lnTo>
                  <a:lnTo>
                    <a:pt x="1071902" y="3817071"/>
                  </a:lnTo>
                  <a:lnTo>
                    <a:pt x="1163780" y="3809200"/>
                  </a:lnTo>
                  <a:lnTo>
                    <a:pt x="1250717" y="3800347"/>
                  </a:lnTo>
                  <a:lnTo>
                    <a:pt x="1331637" y="3790460"/>
                  </a:lnTo>
                  <a:lnTo>
                    <a:pt x="1406237" y="3779443"/>
                  </a:lnTo>
                  <a:lnTo>
                    <a:pt x="1474767" y="3767160"/>
                  </a:lnTo>
                  <a:lnTo>
                    <a:pt x="1537839" y="3753433"/>
                  </a:lnTo>
                  <a:lnTo>
                    <a:pt x="1596269" y="3738055"/>
                  </a:lnTo>
                  <a:lnTo>
                    <a:pt x="1650974" y="3720801"/>
                  </a:lnTo>
                  <a:lnTo>
                    <a:pt x="1702877" y="3701461"/>
                  </a:lnTo>
                  <a:lnTo>
                    <a:pt x="1752833" y="3679881"/>
                  </a:lnTo>
                  <a:lnTo>
                    <a:pt x="1768425" y="3672543"/>
                  </a:lnTo>
                  <a:lnTo>
                    <a:pt x="1817666" y="3647543"/>
                  </a:lnTo>
                  <a:lnTo>
                    <a:pt x="1866427" y="3620133"/>
                  </a:lnTo>
                  <a:lnTo>
                    <a:pt x="1915167" y="3590275"/>
                  </a:lnTo>
                  <a:lnTo>
                    <a:pt x="1964209" y="3558001"/>
                  </a:lnTo>
                  <a:lnTo>
                    <a:pt x="2013758" y="3523426"/>
                  </a:lnTo>
                  <a:lnTo>
                    <a:pt x="2063912" y="3486750"/>
                  </a:lnTo>
                  <a:lnTo>
                    <a:pt x="2114674" y="3448263"/>
                  </a:lnTo>
                  <a:lnTo>
                    <a:pt x="2165969" y="3408334"/>
                  </a:lnTo>
                  <a:lnTo>
                    <a:pt x="2217656" y="3367403"/>
                  </a:lnTo>
                  <a:lnTo>
                    <a:pt x="2269551" y="3325960"/>
                  </a:lnTo>
                  <a:lnTo>
                    <a:pt x="2321444" y="3284519"/>
                  </a:lnTo>
                  <a:lnTo>
                    <a:pt x="2373128" y="3243596"/>
                  </a:lnTo>
                  <a:lnTo>
                    <a:pt x="2424418" y="3203681"/>
                  </a:lnTo>
                  <a:lnTo>
                    <a:pt x="2475174" y="3165211"/>
                  </a:lnTo>
                  <a:lnTo>
                    <a:pt x="2525321" y="3128557"/>
                  </a:lnTo>
                  <a:lnTo>
                    <a:pt x="2574864" y="3094005"/>
                  </a:lnTo>
                  <a:lnTo>
                    <a:pt x="2623902" y="3061757"/>
                  </a:lnTo>
                  <a:lnTo>
                    <a:pt x="2672640" y="3031925"/>
                  </a:lnTo>
                  <a:lnTo>
                    <a:pt x="2721403" y="3004542"/>
                  </a:lnTo>
                  <a:lnTo>
                    <a:pt x="2770117" y="2979823"/>
                  </a:lnTo>
                  <a:lnTo>
                    <a:pt x="2819610" y="2957519"/>
                  </a:lnTo>
                  <a:lnTo>
                    <a:pt x="2870807" y="2937478"/>
                  </a:lnTo>
                  <a:lnTo>
                    <a:pt x="2924523" y="2919583"/>
                  </a:lnTo>
                  <a:lnTo>
                    <a:pt x="2981668" y="2903633"/>
                  </a:lnTo>
                  <a:lnTo>
                    <a:pt x="3043168" y="2889404"/>
                  </a:lnTo>
                  <a:lnTo>
                    <a:pt x="3109885" y="2876683"/>
                  </a:lnTo>
                  <a:lnTo>
                    <a:pt x="3182507" y="2865281"/>
                  </a:lnTo>
                  <a:lnTo>
                    <a:pt x="3261421" y="2855047"/>
                  </a:lnTo>
                  <a:lnTo>
                    <a:pt x="3346520" y="2845873"/>
                  </a:lnTo>
                  <a:lnTo>
                    <a:pt x="3436999" y="2837693"/>
                  </a:lnTo>
                  <a:lnTo>
                    <a:pt x="3531141" y="2830481"/>
                  </a:lnTo>
                  <a:lnTo>
                    <a:pt x="3626190" y="2824244"/>
                  </a:lnTo>
                  <a:lnTo>
                    <a:pt x="3718407" y="2819004"/>
                  </a:lnTo>
                  <a:lnTo>
                    <a:pt x="3803411" y="2814780"/>
                  </a:lnTo>
                  <a:lnTo>
                    <a:pt x="3876842" y="2811560"/>
                  </a:lnTo>
                  <a:lnTo>
                    <a:pt x="3935223" y="2809284"/>
                  </a:lnTo>
                  <a:lnTo>
                    <a:pt x="3976789" y="2807834"/>
                  </a:lnTo>
                  <a:lnTo>
                    <a:pt x="4001996" y="2807044"/>
                  </a:lnTo>
                  <a:lnTo>
                    <a:pt x="4013596" y="2806716"/>
                  </a:lnTo>
                  <a:lnTo>
                    <a:pt x="4016409" y="2806644"/>
                  </a:lnTo>
                  <a:lnTo>
                    <a:pt x="4538543" y="2806644"/>
                  </a:lnTo>
                  <a:lnTo>
                    <a:pt x="4539696" y="2806566"/>
                  </a:lnTo>
                  <a:lnTo>
                    <a:pt x="4547250" y="2806010"/>
                  </a:lnTo>
                  <a:lnTo>
                    <a:pt x="4566199" y="2804472"/>
                  </a:lnTo>
                  <a:lnTo>
                    <a:pt x="4599831" y="2801450"/>
                  </a:lnTo>
                  <a:lnTo>
                    <a:pt x="4649458" y="2796491"/>
                  </a:lnTo>
                  <a:lnTo>
                    <a:pt x="4714323" y="2789243"/>
                  </a:lnTo>
                  <a:lnTo>
                    <a:pt x="4791882" y="2779491"/>
                  </a:lnTo>
                  <a:lnTo>
                    <a:pt x="4878422" y="2767153"/>
                  </a:lnTo>
                  <a:lnTo>
                    <a:pt x="4969830" y="2752242"/>
                  </a:lnTo>
                  <a:lnTo>
                    <a:pt x="5062280" y="2734816"/>
                  </a:lnTo>
                  <a:lnTo>
                    <a:pt x="5152691" y="2714921"/>
                  </a:lnTo>
                  <a:lnTo>
                    <a:pt x="5238909" y="2692544"/>
                  </a:lnTo>
                  <a:lnTo>
                    <a:pt x="5319682" y="2667589"/>
                  </a:lnTo>
                  <a:lnTo>
                    <a:pt x="5394509" y="2639856"/>
                  </a:lnTo>
                  <a:lnTo>
                    <a:pt x="5463454" y="2609043"/>
                  </a:lnTo>
                  <a:lnTo>
                    <a:pt x="5526966" y="2574749"/>
                  </a:lnTo>
                  <a:lnTo>
                    <a:pt x="5585731" y="2536488"/>
                  </a:lnTo>
                  <a:lnTo>
                    <a:pt x="5640561" y="2493718"/>
                  </a:lnTo>
                  <a:lnTo>
                    <a:pt x="5692310" y="2445888"/>
                  </a:lnTo>
                  <a:lnTo>
                    <a:pt x="5741807" y="2392525"/>
                  </a:lnTo>
                  <a:lnTo>
                    <a:pt x="5784835" y="2339811"/>
                  </a:lnTo>
                  <a:lnTo>
                    <a:pt x="5822230" y="2289307"/>
                  </a:lnTo>
                  <a:lnTo>
                    <a:pt x="5859275" y="2235098"/>
                  </a:lnTo>
                  <a:lnTo>
                    <a:pt x="5896194" y="2177109"/>
                  </a:lnTo>
                  <a:lnTo>
                    <a:pt x="5933162" y="2115323"/>
                  </a:lnTo>
                  <a:lnTo>
                    <a:pt x="5970311" y="2049794"/>
                  </a:lnTo>
                  <a:lnTo>
                    <a:pt x="6007734" y="1980646"/>
                  </a:lnTo>
                  <a:lnTo>
                    <a:pt x="6045489" y="1908081"/>
                  </a:lnTo>
                  <a:lnTo>
                    <a:pt x="6083599" y="1832381"/>
                  </a:lnTo>
                  <a:lnTo>
                    <a:pt x="6122058" y="1753904"/>
                  </a:lnTo>
                  <a:lnTo>
                    <a:pt x="6160836" y="1673079"/>
                  </a:lnTo>
                  <a:lnTo>
                    <a:pt x="6199878" y="1590403"/>
                  </a:lnTo>
                  <a:lnTo>
                    <a:pt x="6239113" y="1506421"/>
                  </a:lnTo>
                  <a:lnTo>
                    <a:pt x="6278456" y="1421721"/>
                  </a:lnTo>
                  <a:lnTo>
                    <a:pt x="6317816" y="1336907"/>
                  </a:lnTo>
                  <a:lnTo>
                    <a:pt x="6357100" y="1252592"/>
                  </a:lnTo>
                  <a:lnTo>
                    <a:pt x="6396222" y="1169371"/>
                  </a:lnTo>
                  <a:lnTo>
                    <a:pt x="6435104" y="1087806"/>
                  </a:lnTo>
                  <a:lnTo>
                    <a:pt x="6473686" y="1008413"/>
                  </a:lnTo>
                  <a:lnTo>
                    <a:pt x="6511926" y="931648"/>
                  </a:lnTo>
                  <a:lnTo>
                    <a:pt x="6549810" y="857896"/>
                  </a:lnTo>
                  <a:lnTo>
                    <a:pt x="6587350" y="787467"/>
                  </a:lnTo>
                  <a:lnTo>
                    <a:pt x="6624591" y="720591"/>
                  </a:lnTo>
                  <a:lnTo>
                    <a:pt x="6661612" y="657421"/>
                  </a:lnTo>
                  <a:lnTo>
                    <a:pt x="6698531" y="598036"/>
                  </a:lnTo>
                  <a:lnTo>
                    <a:pt x="6735506" y="542445"/>
                  </a:lnTo>
                  <a:lnTo>
                    <a:pt x="6772744" y="490594"/>
                  </a:lnTo>
                  <a:lnTo>
                    <a:pt x="6786527" y="472479"/>
                  </a:lnTo>
                  <a:lnTo>
                    <a:pt x="6834632" y="413934"/>
                  </a:lnTo>
                  <a:lnTo>
                    <a:pt x="6884328" y="361165"/>
                  </a:lnTo>
                  <a:lnTo>
                    <a:pt x="6936358" y="313887"/>
                  </a:lnTo>
                  <a:lnTo>
                    <a:pt x="6991559" y="271613"/>
                  </a:lnTo>
                  <a:lnTo>
                    <a:pt x="7050782" y="233790"/>
                  </a:lnTo>
                  <a:lnTo>
                    <a:pt x="7114832" y="199880"/>
                  </a:lnTo>
                  <a:lnTo>
                    <a:pt x="7184374" y="169405"/>
                  </a:lnTo>
                  <a:lnTo>
                    <a:pt x="7259826" y="141974"/>
                  </a:lnTo>
                  <a:lnTo>
                    <a:pt x="7341202" y="117295"/>
                  </a:lnTo>
                  <a:lnTo>
                    <a:pt x="7427930" y="95181"/>
                  </a:lnTo>
                  <a:lnTo>
                    <a:pt x="7518670" y="75542"/>
                  </a:lnTo>
                  <a:lnTo>
                    <a:pt x="7611171" y="58376"/>
                  </a:lnTo>
                  <a:lnTo>
                    <a:pt x="7702259" y="43730"/>
                  </a:lnTo>
                  <a:lnTo>
                    <a:pt x="7788055" y="31662"/>
                  </a:lnTo>
                  <a:lnTo>
                    <a:pt x="7864450" y="22177"/>
                  </a:lnTo>
                  <a:lnTo>
                    <a:pt x="7927818" y="15181"/>
                  </a:lnTo>
                  <a:lnTo>
                    <a:pt x="7975778" y="10442"/>
                  </a:lnTo>
                  <a:lnTo>
                    <a:pt x="8007783" y="7597"/>
                  </a:lnTo>
                  <a:lnTo>
                    <a:pt x="8025358" y="6186"/>
                  </a:lnTo>
                  <a:lnTo>
                    <a:pt x="8031985" y="5703"/>
                  </a:lnTo>
                  <a:lnTo>
                    <a:pt x="8032819" y="5647"/>
                  </a:lnTo>
                  <a:lnTo>
                    <a:pt x="8554953" y="5647"/>
                  </a:lnTo>
                  <a:lnTo>
                    <a:pt x="8554953" y="0"/>
                  </a:lnTo>
                  <a:lnTo>
                    <a:pt x="8032819" y="0"/>
                  </a:lnTo>
                  <a:lnTo>
                    <a:pt x="8031666" y="77"/>
                  </a:lnTo>
                  <a:lnTo>
                    <a:pt x="8024112" y="633"/>
                  </a:lnTo>
                  <a:lnTo>
                    <a:pt x="8005163" y="2171"/>
                  </a:lnTo>
                  <a:lnTo>
                    <a:pt x="7971531" y="5193"/>
                  </a:lnTo>
                  <a:lnTo>
                    <a:pt x="7921904" y="10152"/>
                  </a:lnTo>
                  <a:lnTo>
                    <a:pt x="7857039" y="17400"/>
                  </a:lnTo>
                  <a:lnTo>
                    <a:pt x="7779480" y="27152"/>
                  </a:lnTo>
                  <a:lnTo>
                    <a:pt x="7692940" y="39490"/>
                  </a:lnTo>
                  <a:lnTo>
                    <a:pt x="7601532" y="54401"/>
                  </a:lnTo>
                  <a:lnTo>
                    <a:pt x="7509082" y="71827"/>
                  </a:lnTo>
                  <a:lnTo>
                    <a:pt x="7418671" y="91722"/>
                  </a:lnTo>
                  <a:lnTo>
                    <a:pt x="7332453" y="114099"/>
                  </a:lnTo>
                  <a:lnTo>
                    <a:pt x="7251680" y="139054"/>
                  </a:lnTo>
                  <a:lnTo>
                    <a:pt x="7176853" y="166787"/>
                  </a:lnTo>
                  <a:lnTo>
                    <a:pt x="7107908" y="197600"/>
                  </a:lnTo>
                  <a:lnTo>
                    <a:pt x="7044396" y="231894"/>
                  </a:lnTo>
                  <a:lnTo>
                    <a:pt x="6985631" y="270155"/>
                  </a:lnTo>
                  <a:lnTo>
                    <a:pt x="6930801" y="312925"/>
                  </a:lnTo>
                  <a:lnTo>
                    <a:pt x="6879052" y="360755"/>
                  </a:lnTo>
                  <a:lnTo>
                    <a:pt x="6829555" y="414118"/>
                  </a:lnTo>
                  <a:lnTo>
                    <a:pt x="6786527" y="466832"/>
                  </a:lnTo>
                  <a:lnTo>
                    <a:pt x="6749132" y="517336"/>
                  </a:lnTo>
                  <a:lnTo>
                    <a:pt x="6712087" y="571545"/>
                  </a:lnTo>
                  <a:lnTo>
                    <a:pt x="6675168" y="629534"/>
                  </a:lnTo>
                  <a:lnTo>
                    <a:pt x="6638200" y="691320"/>
                  </a:lnTo>
                  <a:lnTo>
                    <a:pt x="6601051" y="756849"/>
                  </a:lnTo>
                  <a:lnTo>
                    <a:pt x="6563628" y="825997"/>
                  </a:lnTo>
                  <a:lnTo>
                    <a:pt x="6525873" y="898562"/>
                  </a:lnTo>
                  <a:lnTo>
                    <a:pt x="6487763" y="974262"/>
                  </a:lnTo>
                  <a:lnTo>
                    <a:pt x="6449304" y="1052739"/>
                  </a:lnTo>
                  <a:lnTo>
                    <a:pt x="6410526" y="1133564"/>
                  </a:lnTo>
                  <a:lnTo>
                    <a:pt x="6371484" y="1216240"/>
                  </a:lnTo>
                  <a:lnTo>
                    <a:pt x="6332249" y="1300222"/>
                  </a:lnTo>
                  <a:lnTo>
                    <a:pt x="6292906" y="1384923"/>
                  </a:lnTo>
                  <a:lnTo>
                    <a:pt x="6253546" y="1469736"/>
                  </a:lnTo>
                  <a:lnTo>
                    <a:pt x="6214262" y="1554051"/>
                  </a:lnTo>
                  <a:lnTo>
                    <a:pt x="6175140" y="1637272"/>
                  </a:lnTo>
                  <a:lnTo>
                    <a:pt x="6136258" y="1718837"/>
                  </a:lnTo>
                  <a:lnTo>
                    <a:pt x="6097676" y="1798230"/>
                  </a:lnTo>
                  <a:lnTo>
                    <a:pt x="6059436" y="1874995"/>
                  </a:lnTo>
                  <a:lnTo>
                    <a:pt x="6021552" y="1948747"/>
                  </a:lnTo>
                  <a:lnTo>
                    <a:pt x="5984012" y="2019176"/>
                  </a:lnTo>
                  <a:lnTo>
                    <a:pt x="5946771" y="2086053"/>
                  </a:lnTo>
                  <a:lnTo>
                    <a:pt x="5909750" y="2149222"/>
                  </a:lnTo>
                  <a:lnTo>
                    <a:pt x="5872831" y="2208607"/>
                  </a:lnTo>
                  <a:lnTo>
                    <a:pt x="5835856" y="2264198"/>
                  </a:lnTo>
                  <a:lnTo>
                    <a:pt x="5798618" y="2316049"/>
                  </a:lnTo>
                  <a:lnTo>
                    <a:pt x="5784835" y="2334164"/>
                  </a:lnTo>
                  <a:lnTo>
                    <a:pt x="5736730" y="2392709"/>
                  </a:lnTo>
                  <a:lnTo>
                    <a:pt x="5687034" y="2445478"/>
                  </a:lnTo>
                  <a:lnTo>
                    <a:pt x="5635004" y="2492756"/>
                  </a:lnTo>
                  <a:lnTo>
                    <a:pt x="5579803" y="2535030"/>
                  </a:lnTo>
                  <a:lnTo>
                    <a:pt x="5520580" y="2572853"/>
                  </a:lnTo>
                  <a:lnTo>
                    <a:pt x="5456530" y="2606763"/>
                  </a:lnTo>
                  <a:lnTo>
                    <a:pt x="5386988" y="2637238"/>
                  </a:lnTo>
                  <a:lnTo>
                    <a:pt x="5311536" y="2664669"/>
                  </a:lnTo>
                  <a:lnTo>
                    <a:pt x="5230160" y="2689348"/>
                  </a:lnTo>
                  <a:lnTo>
                    <a:pt x="5143432" y="2711462"/>
                  </a:lnTo>
                  <a:lnTo>
                    <a:pt x="5052692" y="2731101"/>
                  </a:lnTo>
                  <a:lnTo>
                    <a:pt x="4960191" y="2748267"/>
                  </a:lnTo>
                  <a:lnTo>
                    <a:pt x="4869103" y="2762913"/>
                  </a:lnTo>
                  <a:lnTo>
                    <a:pt x="4783307" y="2774981"/>
                  </a:lnTo>
                  <a:lnTo>
                    <a:pt x="4706912" y="2784466"/>
                  </a:lnTo>
                  <a:lnTo>
                    <a:pt x="4643544" y="2791462"/>
                  </a:lnTo>
                  <a:lnTo>
                    <a:pt x="4595584" y="2796202"/>
                  </a:lnTo>
                  <a:lnTo>
                    <a:pt x="4563579" y="2799046"/>
                  </a:lnTo>
                  <a:lnTo>
                    <a:pt x="4546004" y="2800457"/>
                  </a:lnTo>
                  <a:lnTo>
                    <a:pt x="4539376" y="2800940"/>
                  </a:lnTo>
                  <a:lnTo>
                    <a:pt x="4538543" y="2800996"/>
                  </a:lnTo>
                  <a:lnTo>
                    <a:pt x="4016409" y="2800996"/>
                  </a:lnTo>
                  <a:lnTo>
                    <a:pt x="4015157" y="2801028"/>
                  </a:lnTo>
                  <a:lnTo>
                    <a:pt x="4006969" y="2801252"/>
                  </a:lnTo>
                  <a:lnTo>
                    <a:pt x="3986489" y="2801873"/>
                  </a:lnTo>
                  <a:lnTo>
                    <a:pt x="3950285" y="2803093"/>
                  </a:lnTo>
                  <a:lnTo>
                    <a:pt x="3897158" y="2805091"/>
                  </a:lnTo>
                  <a:lnTo>
                    <a:pt x="3828201" y="2808002"/>
                  </a:lnTo>
                  <a:lnTo>
                    <a:pt x="3746427" y="2811903"/>
                  </a:lnTo>
                  <a:lnTo>
                    <a:pt x="3656014" y="2816822"/>
                  </a:lnTo>
                  <a:lnTo>
                    <a:pt x="3561420" y="2822744"/>
                  </a:lnTo>
                  <a:lnTo>
                    <a:pt x="3466640" y="2829648"/>
                  </a:lnTo>
                  <a:lnTo>
                    <a:pt x="3374762" y="2837520"/>
                  </a:lnTo>
                  <a:lnTo>
                    <a:pt x="3287825" y="2846373"/>
                  </a:lnTo>
                  <a:lnTo>
                    <a:pt x="3206905" y="2856260"/>
                  </a:lnTo>
                  <a:lnTo>
                    <a:pt x="3132305" y="2867276"/>
                  </a:lnTo>
                  <a:lnTo>
                    <a:pt x="3063775" y="2879559"/>
                  </a:lnTo>
                  <a:lnTo>
                    <a:pt x="3000704" y="2893286"/>
                  </a:lnTo>
                  <a:lnTo>
                    <a:pt x="2942273" y="2908665"/>
                  </a:lnTo>
                  <a:lnTo>
                    <a:pt x="2887568" y="2925918"/>
                  </a:lnTo>
                  <a:lnTo>
                    <a:pt x="2835665" y="2945259"/>
                  </a:lnTo>
                  <a:lnTo>
                    <a:pt x="2785710" y="2966839"/>
                  </a:lnTo>
                  <a:lnTo>
                    <a:pt x="2770117" y="2974176"/>
                  </a:lnTo>
                  <a:lnTo>
                    <a:pt x="2720876" y="2999177"/>
                  </a:lnTo>
                  <a:lnTo>
                    <a:pt x="2672115" y="3026586"/>
                  </a:lnTo>
                  <a:lnTo>
                    <a:pt x="2623375" y="3056444"/>
                  </a:lnTo>
                  <a:lnTo>
                    <a:pt x="2574333" y="3088718"/>
                  </a:lnTo>
                  <a:lnTo>
                    <a:pt x="2524784" y="3123294"/>
                  </a:lnTo>
                  <a:lnTo>
                    <a:pt x="2474630" y="3159969"/>
                  </a:lnTo>
                  <a:lnTo>
                    <a:pt x="2423868" y="3198457"/>
                  </a:lnTo>
                  <a:lnTo>
                    <a:pt x="2372573" y="3238385"/>
                  </a:lnTo>
                  <a:lnTo>
                    <a:pt x="2320886" y="3279316"/>
                  </a:lnTo>
                  <a:lnTo>
                    <a:pt x="2268991" y="3320760"/>
                  </a:lnTo>
                  <a:lnTo>
                    <a:pt x="2217098" y="3362201"/>
                  </a:lnTo>
                  <a:lnTo>
                    <a:pt x="2165414" y="3403123"/>
                  </a:lnTo>
                  <a:lnTo>
                    <a:pt x="2114124" y="3443039"/>
                  </a:lnTo>
                  <a:lnTo>
                    <a:pt x="2063368" y="3481508"/>
                  </a:lnTo>
                  <a:lnTo>
                    <a:pt x="2013221" y="3518163"/>
                  </a:lnTo>
                  <a:lnTo>
                    <a:pt x="1963678" y="3552714"/>
                  </a:lnTo>
                  <a:lnTo>
                    <a:pt x="1914640" y="3584963"/>
                  </a:lnTo>
                  <a:lnTo>
                    <a:pt x="1865902" y="3614795"/>
                  </a:lnTo>
                  <a:lnTo>
                    <a:pt x="1817139" y="3642178"/>
                  </a:lnTo>
                  <a:lnTo>
                    <a:pt x="1768425" y="3666896"/>
                  </a:lnTo>
                  <a:lnTo>
                    <a:pt x="1718932" y="3689201"/>
                  </a:lnTo>
                  <a:lnTo>
                    <a:pt x="1667735" y="3709241"/>
                  </a:lnTo>
                  <a:lnTo>
                    <a:pt x="1614020" y="3727136"/>
                  </a:lnTo>
                  <a:lnTo>
                    <a:pt x="1556875" y="3743087"/>
                  </a:lnTo>
                  <a:lnTo>
                    <a:pt x="1495374" y="3757315"/>
                  </a:lnTo>
                  <a:lnTo>
                    <a:pt x="1428658" y="3770036"/>
                  </a:lnTo>
                  <a:lnTo>
                    <a:pt x="1356035" y="3781439"/>
                  </a:lnTo>
                  <a:lnTo>
                    <a:pt x="1277122" y="3791672"/>
                  </a:lnTo>
                  <a:lnTo>
                    <a:pt x="1192022" y="3800846"/>
                  </a:lnTo>
                  <a:lnTo>
                    <a:pt x="1101543" y="3809027"/>
                  </a:lnTo>
                  <a:lnTo>
                    <a:pt x="1007401" y="3816238"/>
                  </a:lnTo>
                  <a:lnTo>
                    <a:pt x="912352" y="3822476"/>
                  </a:lnTo>
                  <a:lnTo>
                    <a:pt x="820136" y="3827715"/>
                  </a:lnTo>
                  <a:lnTo>
                    <a:pt x="735132" y="3831940"/>
                  </a:lnTo>
                  <a:lnTo>
                    <a:pt x="661701" y="3835160"/>
                  </a:lnTo>
                  <a:lnTo>
                    <a:pt x="603319" y="3837436"/>
                  </a:lnTo>
                  <a:lnTo>
                    <a:pt x="561753" y="3838885"/>
                  </a:lnTo>
                  <a:lnTo>
                    <a:pt x="536546" y="3839675"/>
                  </a:lnTo>
                  <a:lnTo>
                    <a:pt x="524946" y="3840003"/>
                  </a:lnTo>
                  <a:lnTo>
                    <a:pt x="522133" y="3840076"/>
                  </a:lnTo>
                  <a:lnTo>
                    <a:pt x="0" y="3840076"/>
                  </a:lnTo>
                  <a:close/>
                </a:path>
              </a:pathLst>
            </a:custGeom>
            <a:solidFill>
              <a:srgbClr val="8BC34A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1485" name="pl1485"/>
            <p:cNvSpPr/>
            <p:nvPr/>
          </p:nvSpPr>
          <p:spPr>
            <a:xfrm>
              <a:off x="386606" y="1213781"/>
              <a:ext cx="8554953" cy="3840076"/>
            </a:xfrm>
            <a:custGeom>
              <a:avLst/>
              <a:pathLst>
                <a:path w="8554953" h="3840076">
                  <a:moveTo>
                    <a:pt x="0" y="3840076"/>
                  </a:moveTo>
                  <a:lnTo>
                    <a:pt x="522133" y="3840076"/>
                  </a:lnTo>
                  <a:lnTo>
                    <a:pt x="523385" y="3840044"/>
                  </a:lnTo>
                  <a:lnTo>
                    <a:pt x="531573" y="3839820"/>
                  </a:lnTo>
                  <a:lnTo>
                    <a:pt x="552053" y="3839199"/>
                  </a:lnTo>
                  <a:lnTo>
                    <a:pt x="588257" y="3837979"/>
                  </a:lnTo>
                  <a:lnTo>
                    <a:pt x="641384" y="3835981"/>
                  </a:lnTo>
                  <a:lnTo>
                    <a:pt x="710341" y="3833071"/>
                  </a:lnTo>
                  <a:lnTo>
                    <a:pt x="792115" y="3829169"/>
                  </a:lnTo>
                  <a:lnTo>
                    <a:pt x="882528" y="3824251"/>
                  </a:lnTo>
                  <a:lnTo>
                    <a:pt x="977123" y="3818328"/>
                  </a:lnTo>
                  <a:lnTo>
                    <a:pt x="1071902" y="3811424"/>
                  </a:lnTo>
                  <a:lnTo>
                    <a:pt x="1163780" y="3803553"/>
                  </a:lnTo>
                  <a:lnTo>
                    <a:pt x="1250717" y="3794700"/>
                  </a:lnTo>
                  <a:lnTo>
                    <a:pt x="1331637" y="3784813"/>
                  </a:lnTo>
                  <a:lnTo>
                    <a:pt x="1406237" y="3773796"/>
                  </a:lnTo>
                  <a:lnTo>
                    <a:pt x="1474767" y="3761513"/>
                  </a:lnTo>
                  <a:lnTo>
                    <a:pt x="1537839" y="3747786"/>
                  </a:lnTo>
                  <a:lnTo>
                    <a:pt x="1596269" y="3732407"/>
                  </a:lnTo>
                  <a:lnTo>
                    <a:pt x="1650974" y="3715154"/>
                  </a:lnTo>
                  <a:lnTo>
                    <a:pt x="1702877" y="3695814"/>
                  </a:lnTo>
                  <a:lnTo>
                    <a:pt x="1752833" y="3674234"/>
                  </a:lnTo>
                  <a:lnTo>
                    <a:pt x="1768425" y="3666896"/>
                  </a:lnTo>
                  <a:lnTo>
                    <a:pt x="1817666" y="3641896"/>
                  </a:lnTo>
                  <a:lnTo>
                    <a:pt x="1866427" y="3614486"/>
                  </a:lnTo>
                  <a:lnTo>
                    <a:pt x="1915167" y="3584628"/>
                  </a:lnTo>
                  <a:lnTo>
                    <a:pt x="1964209" y="3552354"/>
                  </a:lnTo>
                  <a:lnTo>
                    <a:pt x="2013758" y="3517779"/>
                  </a:lnTo>
                  <a:lnTo>
                    <a:pt x="2063912" y="3481103"/>
                  </a:lnTo>
                  <a:lnTo>
                    <a:pt x="2114674" y="3442616"/>
                  </a:lnTo>
                  <a:lnTo>
                    <a:pt x="2165969" y="3402687"/>
                  </a:lnTo>
                  <a:lnTo>
                    <a:pt x="2217656" y="3361756"/>
                  </a:lnTo>
                  <a:lnTo>
                    <a:pt x="2269551" y="3320312"/>
                  </a:lnTo>
                  <a:lnTo>
                    <a:pt x="2321444" y="3278872"/>
                  </a:lnTo>
                  <a:lnTo>
                    <a:pt x="2373128" y="3237949"/>
                  </a:lnTo>
                  <a:lnTo>
                    <a:pt x="2424418" y="3198034"/>
                  </a:lnTo>
                  <a:lnTo>
                    <a:pt x="2475174" y="3159564"/>
                  </a:lnTo>
                  <a:lnTo>
                    <a:pt x="2525321" y="3122910"/>
                  </a:lnTo>
                  <a:lnTo>
                    <a:pt x="2574864" y="3088358"/>
                  </a:lnTo>
                  <a:lnTo>
                    <a:pt x="2623902" y="3056109"/>
                  </a:lnTo>
                  <a:lnTo>
                    <a:pt x="2672640" y="3026278"/>
                  </a:lnTo>
                  <a:lnTo>
                    <a:pt x="2721403" y="2998895"/>
                  </a:lnTo>
                  <a:lnTo>
                    <a:pt x="2770117" y="2974176"/>
                  </a:lnTo>
                  <a:lnTo>
                    <a:pt x="2819610" y="2951872"/>
                  </a:lnTo>
                  <a:lnTo>
                    <a:pt x="2870807" y="2931831"/>
                  </a:lnTo>
                  <a:lnTo>
                    <a:pt x="2924523" y="2913936"/>
                  </a:lnTo>
                  <a:lnTo>
                    <a:pt x="2981668" y="2897986"/>
                  </a:lnTo>
                  <a:lnTo>
                    <a:pt x="3043168" y="2883757"/>
                  </a:lnTo>
                  <a:lnTo>
                    <a:pt x="3109885" y="2871036"/>
                  </a:lnTo>
                  <a:lnTo>
                    <a:pt x="3182507" y="2859634"/>
                  </a:lnTo>
                  <a:lnTo>
                    <a:pt x="3261421" y="2849400"/>
                  </a:lnTo>
                  <a:lnTo>
                    <a:pt x="3346520" y="2840226"/>
                  </a:lnTo>
                  <a:lnTo>
                    <a:pt x="3436999" y="2832046"/>
                  </a:lnTo>
                  <a:lnTo>
                    <a:pt x="3531141" y="2824834"/>
                  </a:lnTo>
                  <a:lnTo>
                    <a:pt x="3626190" y="2818597"/>
                  </a:lnTo>
                  <a:lnTo>
                    <a:pt x="3718407" y="2813357"/>
                  </a:lnTo>
                  <a:lnTo>
                    <a:pt x="3803411" y="2809132"/>
                  </a:lnTo>
                  <a:lnTo>
                    <a:pt x="3876842" y="2805912"/>
                  </a:lnTo>
                  <a:lnTo>
                    <a:pt x="3935223" y="2803636"/>
                  </a:lnTo>
                  <a:lnTo>
                    <a:pt x="3976789" y="2802187"/>
                  </a:lnTo>
                  <a:lnTo>
                    <a:pt x="4001996" y="2801397"/>
                  </a:lnTo>
                  <a:lnTo>
                    <a:pt x="4013596" y="2801069"/>
                  </a:lnTo>
                  <a:lnTo>
                    <a:pt x="4016367" y="2800997"/>
                  </a:lnTo>
                  <a:lnTo>
                    <a:pt x="4016409" y="2800996"/>
                  </a:lnTo>
                  <a:lnTo>
                    <a:pt x="4538543" y="2800996"/>
                  </a:lnTo>
                  <a:lnTo>
                    <a:pt x="4539696" y="2800918"/>
                  </a:lnTo>
                  <a:lnTo>
                    <a:pt x="4547250" y="2800362"/>
                  </a:lnTo>
                  <a:lnTo>
                    <a:pt x="4566199" y="2798825"/>
                  </a:lnTo>
                  <a:lnTo>
                    <a:pt x="4599831" y="2795803"/>
                  </a:lnTo>
                  <a:lnTo>
                    <a:pt x="4649458" y="2790843"/>
                  </a:lnTo>
                  <a:lnTo>
                    <a:pt x="4714323" y="2783596"/>
                  </a:lnTo>
                  <a:lnTo>
                    <a:pt x="4791882" y="2773844"/>
                  </a:lnTo>
                  <a:lnTo>
                    <a:pt x="4878422" y="2761506"/>
                  </a:lnTo>
                  <a:lnTo>
                    <a:pt x="4969830" y="2746595"/>
                  </a:lnTo>
                  <a:lnTo>
                    <a:pt x="5062280" y="2729169"/>
                  </a:lnTo>
                  <a:lnTo>
                    <a:pt x="5152691" y="2709273"/>
                  </a:lnTo>
                  <a:lnTo>
                    <a:pt x="5238909" y="2686897"/>
                  </a:lnTo>
                  <a:lnTo>
                    <a:pt x="5319682" y="2661942"/>
                  </a:lnTo>
                  <a:lnTo>
                    <a:pt x="5394509" y="2634209"/>
                  </a:lnTo>
                  <a:lnTo>
                    <a:pt x="5463454" y="2603396"/>
                  </a:lnTo>
                  <a:lnTo>
                    <a:pt x="5526966" y="2569101"/>
                  </a:lnTo>
                  <a:lnTo>
                    <a:pt x="5585731" y="2530841"/>
                  </a:lnTo>
                  <a:lnTo>
                    <a:pt x="5640561" y="2488071"/>
                  </a:lnTo>
                  <a:lnTo>
                    <a:pt x="5692310" y="2440241"/>
                  </a:lnTo>
                  <a:lnTo>
                    <a:pt x="5741807" y="2386877"/>
                  </a:lnTo>
                  <a:lnTo>
                    <a:pt x="5784835" y="2334164"/>
                  </a:lnTo>
                  <a:lnTo>
                    <a:pt x="5822230" y="2283660"/>
                  </a:lnTo>
                  <a:lnTo>
                    <a:pt x="5859275" y="2229451"/>
                  </a:lnTo>
                  <a:lnTo>
                    <a:pt x="5896194" y="2171461"/>
                  </a:lnTo>
                  <a:lnTo>
                    <a:pt x="5933162" y="2109676"/>
                  </a:lnTo>
                  <a:lnTo>
                    <a:pt x="5970311" y="2044146"/>
                  </a:lnTo>
                  <a:lnTo>
                    <a:pt x="6007734" y="1974998"/>
                  </a:lnTo>
                  <a:lnTo>
                    <a:pt x="6045489" y="1902434"/>
                  </a:lnTo>
                  <a:lnTo>
                    <a:pt x="6083599" y="1826734"/>
                  </a:lnTo>
                  <a:lnTo>
                    <a:pt x="6122058" y="1748257"/>
                  </a:lnTo>
                  <a:lnTo>
                    <a:pt x="6160836" y="1667432"/>
                  </a:lnTo>
                  <a:lnTo>
                    <a:pt x="6199878" y="1584756"/>
                  </a:lnTo>
                  <a:lnTo>
                    <a:pt x="6239113" y="1500774"/>
                  </a:lnTo>
                  <a:lnTo>
                    <a:pt x="6278456" y="1416073"/>
                  </a:lnTo>
                  <a:lnTo>
                    <a:pt x="6317816" y="1331260"/>
                  </a:lnTo>
                  <a:lnTo>
                    <a:pt x="6357100" y="1246945"/>
                  </a:lnTo>
                  <a:lnTo>
                    <a:pt x="6396222" y="1163724"/>
                  </a:lnTo>
                  <a:lnTo>
                    <a:pt x="6435104" y="1082159"/>
                  </a:lnTo>
                  <a:lnTo>
                    <a:pt x="6473686" y="1002766"/>
                  </a:lnTo>
                  <a:lnTo>
                    <a:pt x="6511926" y="926001"/>
                  </a:lnTo>
                  <a:lnTo>
                    <a:pt x="6549810" y="852249"/>
                  </a:lnTo>
                  <a:lnTo>
                    <a:pt x="6587350" y="781820"/>
                  </a:lnTo>
                  <a:lnTo>
                    <a:pt x="6624591" y="714943"/>
                  </a:lnTo>
                  <a:lnTo>
                    <a:pt x="6661612" y="651774"/>
                  </a:lnTo>
                  <a:lnTo>
                    <a:pt x="6698531" y="592389"/>
                  </a:lnTo>
                  <a:lnTo>
                    <a:pt x="6735506" y="536798"/>
                  </a:lnTo>
                  <a:lnTo>
                    <a:pt x="6772744" y="484947"/>
                  </a:lnTo>
                  <a:lnTo>
                    <a:pt x="6786527" y="466832"/>
                  </a:lnTo>
                  <a:lnTo>
                    <a:pt x="6834632" y="408287"/>
                  </a:lnTo>
                  <a:lnTo>
                    <a:pt x="6884328" y="355517"/>
                  </a:lnTo>
                  <a:lnTo>
                    <a:pt x="6936358" y="308239"/>
                  </a:lnTo>
                  <a:lnTo>
                    <a:pt x="6991559" y="265966"/>
                  </a:lnTo>
                  <a:lnTo>
                    <a:pt x="7050782" y="228143"/>
                  </a:lnTo>
                  <a:lnTo>
                    <a:pt x="7114832" y="194233"/>
                  </a:lnTo>
                  <a:lnTo>
                    <a:pt x="7184374" y="163758"/>
                  </a:lnTo>
                  <a:lnTo>
                    <a:pt x="7259826" y="136327"/>
                  </a:lnTo>
                  <a:lnTo>
                    <a:pt x="7341202" y="111648"/>
                  </a:lnTo>
                  <a:lnTo>
                    <a:pt x="7427930" y="89533"/>
                  </a:lnTo>
                  <a:lnTo>
                    <a:pt x="7518670" y="69895"/>
                  </a:lnTo>
                  <a:lnTo>
                    <a:pt x="7611171" y="52728"/>
                  </a:lnTo>
                  <a:lnTo>
                    <a:pt x="7702259" y="38083"/>
                  </a:lnTo>
                  <a:lnTo>
                    <a:pt x="7788055" y="26015"/>
                  </a:lnTo>
                  <a:lnTo>
                    <a:pt x="7864450" y="16530"/>
                  </a:lnTo>
                  <a:lnTo>
                    <a:pt x="7927818" y="9534"/>
                  </a:lnTo>
                  <a:lnTo>
                    <a:pt x="7975778" y="4794"/>
                  </a:lnTo>
                  <a:lnTo>
                    <a:pt x="8007783" y="1950"/>
                  </a:lnTo>
                  <a:lnTo>
                    <a:pt x="8025358" y="538"/>
                  </a:lnTo>
                  <a:lnTo>
                    <a:pt x="8031985" y="55"/>
                  </a:lnTo>
                  <a:lnTo>
                    <a:pt x="8032819" y="0"/>
                  </a:lnTo>
                  <a:lnTo>
                    <a:pt x="8554953" y="0"/>
                  </a:lnTo>
                  <a:lnTo>
                    <a:pt x="8554953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486" name="pl1486"/>
            <p:cNvSpPr/>
            <p:nvPr/>
          </p:nvSpPr>
          <p:spPr>
            <a:xfrm>
              <a:off x="386606" y="1208133"/>
              <a:ext cx="8554953" cy="3840076"/>
            </a:xfrm>
            <a:custGeom>
              <a:avLst/>
              <a:pathLst>
                <a:path w="8554953" h="3840076">
                  <a:moveTo>
                    <a:pt x="8554953" y="0"/>
                  </a:moveTo>
                  <a:lnTo>
                    <a:pt x="8032819" y="0"/>
                  </a:lnTo>
                  <a:lnTo>
                    <a:pt x="8031666" y="77"/>
                  </a:lnTo>
                  <a:lnTo>
                    <a:pt x="8024112" y="633"/>
                  </a:lnTo>
                  <a:lnTo>
                    <a:pt x="8005163" y="2171"/>
                  </a:lnTo>
                  <a:lnTo>
                    <a:pt x="7971531" y="5193"/>
                  </a:lnTo>
                  <a:lnTo>
                    <a:pt x="7921904" y="10152"/>
                  </a:lnTo>
                  <a:lnTo>
                    <a:pt x="7857039" y="17400"/>
                  </a:lnTo>
                  <a:lnTo>
                    <a:pt x="7779480" y="27152"/>
                  </a:lnTo>
                  <a:lnTo>
                    <a:pt x="7692940" y="39490"/>
                  </a:lnTo>
                  <a:lnTo>
                    <a:pt x="7601532" y="54401"/>
                  </a:lnTo>
                  <a:lnTo>
                    <a:pt x="7509082" y="71827"/>
                  </a:lnTo>
                  <a:lnTo>
                    <a:pt x="7418671" y="91722"/>
                  </a:lnTo>
                  <a:lnTo>
                    <a:pt x="7332453" y="114099"/>
                  </a:lnTo>
                  <a:lnTo>
                    <a:pt x="7251680" y="139054"/>
                  </a:lnTo>
                  <a:lnTo>
                    <a:pt x="7176853" y="166787"/>
                  </a:lnTo>
                  <a:lnTo>
                    <a:pt x="7107908" y="197600"/>
                  </a:lnTo>
                  <a:lnTo>
                    <a:pt x="7044396" y="231894"/>
                  </a:lnTo>
                  <a:lnTo>
                    <a:pt x="6985631" y="270155"/>
                  </a:lnTo>
                  <a:lnTo>
                    <a:pt x="6930801" y="312925"/>
                  </a:lnTo>
                  <a:lnTo>
                    <a:pt x="6879052" y="360755"/>
                  </a:lnTo>
                  <a:lnTo>
                    <a:pt x="6829555" y="414118"/>
                  </a:lnTo>
                  <a:lnTo>
                    <a:pt x="6786527" y="466832"/>
                  </a:lnTo>
                  <a:lnTo>
                    <a:pt x="6749132" y="517336"/>
                  </a:lnTo>
                  <a:lnTo>
                    <a:pt x="6712087" y="571545"/>
                  </a:lnTo>
                  <a:lnTo>
                    <a:pt x="6675168" y="629534"/>
                  </a:lnTo>
                  <a:lnTo>
                    <a:pt x="6638200" y="691320"/>
                  </a:lnTo>
                  <a:lnTo>
                    <a:pt x="6601051" y="756849"/>
                  </a:lnTo>
                  <a:lnTo>
                    <a:pt x="6563628" y="825997"/>
                  </a:lnTo>
                  <a:lnTo>
                    <a:pt x="6525873" y="898562"/>
                  </a:lnTo>
                  <a:lnTo>
                    <a:pt x="6487763" y="974262"/>
                  </a:lnTo>
                  <a:lnTo>
                    <a:pt x="6449304" y="1052739"/>
                  </a:lnTo>
                  <a:lnTo>
                    <a:pt x="6410526" y="1133564"/>
                  </a:lnTo>
                  <a:lnTo>
                    <a:pt x="6371484" y="1216240"/>
                  </a:lnTo>
                  <a:lnTo>
                    <a:pt x="6332249" y="1300222"/>
                  </a:lnTo>
                  <a:lnTo>
                    <a:pt x="6292906" y="1384923"/>
                  </a:lnTo>
                  <a:lnTo>
                    <a:pt x="6253546" y="1469736"/>
                  </a:lnTo>
                  <a:lnTo>
                    <a:pt x="6214262" y="1554051"/>
                  </a:lnTo>
                  <a:lnTo>
                    <a:pt x="6175140" y="1637272"/>
                  </a:lnTo>
                  <a:lnTo>
                    <a:pt x="6136258" y="1718837"/>
                  </a:lnTo>
                  <a:lnTo>
                    <a:pt x="6097676" y="1798230"/>
                  </a:lnTo>
                  <a:lnTo>
                    <a:pt x="6059436" y="1874995"/>
                  </a:lnTo>
                  <a:lnTo>
                    <a:pt x="6021552" y="1948747"/>
                  </a:lnTo>
                  <a:lnTo>
                    <a:pt x="5984012" y="2019176"/>
                  </a:lnTo>
                  <a:lnTo>
                    <a:pt x="5946771" y="2086053"/>
                  </a:lnTo>
                  <a:lnTo>
                    <a:pt x="5909750" y="2149222"/>
                  </a:lnTo>
                  <a:lnTo>
                    <a:pt x="5872831" y="2208607"/>
                  </a:lnTo>
                  <a:lnTo>
                    <a:pt x="5835856" y="2264198"/>
                  </a:lnTo>
                  <a:lnTo>
                    <a:pt x="5798618" y="2316049"/>
                  </a:lnTo>
                  <a:lnTo>
                    <a:pt x="5784835" y="2334164"/>
                  </a:lnTo>
                  <a:lnTo>
                    <a:pt x="5736730" y="2392709"/>
                  </a:lnTo>
                  <a:lnTo>
                    <a:pt x="5687034" y="2445478"/>
                  </a:lnTo>
                  <a:lnTo>
                    <a:pt x="5635004" y="2492756"/>
                  </a:lnTo>
                  <a:lnTo>
                    <a:pt x="5579803" y="2535030"/>
                  </a:lnTo>
                  <a:lnTo>
                    <a:pt x="5520580" y="2572853"/>
                  </a:lnTo>
                  <a:lnTo>
                    <a:pt x="5456530" y="2606763"/>
                  </a:lnTo>
                  <a:lnTo>
                    <a:pt x="5386988" y="2637238"/>
                  </a:lnTo>
                  <a:lnTo>
                    <a:pt x="5311536" y="2664669"/>
                  </a:lnTo>
                  <a:lnTo>
                    <a:pt x="5230160" y="2689348"/>
                  </a:lnTo>
                  <a:lnTo>
                    <a:pt x="5143432" y="2711462"/>
                  </a:lnTo>
                  <a:lnTo>
                    <a:pt x="5052692" y="2731101"/>
                  </a:lnTo>
                  <a:lnTo>
                    <a:pt x="4960191" y="2748267"/>
                  </a:lnTo>
                  <a:lnTo>
                    <a:pt x="4869103" y="2762913"/>
                  </a:lnTo>
                  <a:lnTo>
                    <a:pt x="4783307" y="2774981"/>
                  </a:lnTo>
                  <a:lnTo>
                    <a:pt x="4706912" y="2784466"/>
                  </a:lnTo>
                  <a:lnTo>
                    <a:pt x="4643544" y="2791462"/>
                  </a:lnTo>
                  <a:lnTo>
                    <a:pt x="4595584" y="2796202"/>
                  </a:lnTo>
                  <a:lnTo>
                    <a:pt x="4563579" y="2799046"/>
                  </a:lnTo>
                  <a:lnTo>
                    <a:pt x="4546004" y="2800457"/>
                  </a:lnTo>
                  <a:lnTo>
                    <a:pt x="4539376" y="2800940"/>
                  </a:lnTo>
                  <a:lnTo>
                    <a:pt x="4538543" y="2800996"/>
                  </a:lnTo>
                  <a:lnTo>
                    <a:pt x="4016409" y="2800996"/>
                  </a:lnTo>
                  <a:lnTo>
                    <a:pt x="4015157" y="2801028"/>
                  </a:lnTo>
                  <a:lnTo>
                    <a:pt x="4006969" y="2801252"/>
                  </a:lnTo>
                  <a:lnTo>
                    <a:pt x="3986489" y="2801873"/>
                  </a:lnTo>
                  <a:lnTo>
                    <a:pt x="3950285" y="2803093"/>
                  </a:lnTo>
                  <a:lnTo>
                    <a:pt x="3897158" y="2805091"/>
                  </a:lnTo>
                  <a:lnTo>
                    <a:pt x="3828201" y="2808002"/>
                  </a:lnTo>
                  <a:lnTo>
                    <a:pt x="3746427" y="2811903"/>
                  </a:lnTo>
                  <a:lnTo>
                    <a:pt x="3656014" y="2816822"/>
                  </a:lnTo>
                  <a:lnTo>
                    <a:pt x="3561420" y="2822744"/>
                  </a:lnTo>
                  <a:lnTo>
                    <a:pt x="3466640" y="2829648"/>
                  </a:lnTo>
                  <a:lnTo>
                    <a:pt x="3374762" y="2837520"/>
                  </a:lnTo>
                  <a:lnTo>
                    <a:pt x="3287825" y="2846373"/>
                  </a:lnTo>
                  <a:lnTo>
                    <a:pt x="3206905" y="2856260"/>
                  </a:lnTo>
                  <a:lnTo>
                    <a:pt x="3132305" y="2867276"/>
                  </a:lnTo>
                  <a:lnTo>
                    <a:pt x="3063775" y="2879559"/>
                  </a:lnTo>
                  <a:lnTo>
                    <a:pt x="3000704" y="2893286"/>
                  </a:lnTo>
                  <a:lnTo>
                    <a:pt x="2942273" y="2908665"/>
                  </a:lnTo>
                  <a:lnTo>
                    <a:pt x="2887568" y="2925918"/>
                  </a:lnTo>
                  <a:lnTo>
                    <a:pt x="2835665" y="2945259"/>
                  </a:lnTo>
                  <a:lnTo>
                    <a:pt x="2785710" y="2966839"/>
                  </a:lnTo>
                  <a:lnTo>
                    <a:pt x="2770117" y="2974176"/>
                  </a:lnTo>
                  <a:lnTo>
                    <a:pt x="2720876" y="2999177"/>
                  </a:lnTo>
                  <a:lnTo>
                    <a:pt x="2672115" y="3026586"/>
                  </a:lnTo>
                  <a:lnTo>
                    <a:pt x="2623375" y="3056444"/>
                  </a:lnTo>
                  <a:lnTo>
                    <a:pt x="2574333" y="3088718"/>
                  </a:lnTo>
                  <a:lnTo>
                    <a:pt x="2524784" y="3123294"/>
                  </a:lnTo>
                  <a:lnTo>
                    <a:pt x="2474630" y="3159969"/>
                  </a:lnTo>
                  <a:lnTo>
                    <a:pt x="2423868" y="3198457"/>
                  </a:lnTo>
                  <a:lnTo>
                    <a:pt x="2372573" y="3238385"/>
                  </a:lnTo>
                  <a:lnTo>
                    <a:pt x="2320886" y="3279316"/>
                  </a:lnTo>
                  <a:lnTo>
                    <a:pt x="2268991" y="3320760"/>
                  </a:lnTo>
                  <a:lnTo>
                    <a:pt x="2217098" y="3362201"/>
                  </a:lnTo>
                  <a:lnTo>
                    <a:pt x="2165414" y="3403123"/>
                  </a:lnTo>
                  <a:lnTo>
                    <a:pt x="2114124" y="3443039"/>
                  </a:lnTo>
                  <a:lnTo>
                    <a:pt x="2063368" y="3481508"/>
                  </a:lnTo>
                  <a:lnTo>
                    <a:pt x="2013221" y="3518163"/>
                  </a:lnTo>
                  <a:lnTo>
                    <a:pt x="1963678" y="3552714"/>
                  </a:lnTo>
                  <a:lnTo>
                    <a:pt x="1914640" y="3584963"/>
                  </a:lnTo>
                  <a:lnTo>
                    <a:pt x="1865902" y="3614795"/>
                  </a:lnTo>
                  <a:lnTo>
                    <a:pt x="1817139" y="3642178"/>
                  </a:lnTo>
                  <a:lnTo>
                    <a:pt x="1768425" y="3666896"/>
                  </a:lnTo>
                  <a:lnTo>
                    <a:pt x="1718932" y="3689201"/>
                  </a:lnTo>
                  <a:lnTo>
                    <a:pt x="1667735" y="3709241"/>
                  </a:lnTo>
                  <a:lnTo>
                    <a:pt x="1614020" y="3727136"/>
                  </a:lnTo>
                  <a:lnTo>
                    <a:pt x="1556875" y="3743087"/>
                  </a:lnTo>
                  <a:lnTo>
                    <a:pt x="1495374" y="3757315"/>
                  </a:lnTo>
                  <a:lnTo>
                    <a:pt x="1428658" y="3770036"/>
                  </a:lnTo>
                  <a:lnTo>
                    <a:pt x="1356035" y="3781439"/>
                  </a:lnTo>
                  <a:lnTo>
                    <a:pt x="1277122" y="3791672"/>
                  </a:lnTo>
                  <a:lnTo>
                    <a:pt x="1192022" y="3800846"/>
                  </a:lnTo>
                  <a:lnTo>
                    <a:pt x="1101543" y="3809027"/>
                  </a:lnTo>
                  <a:lnTo>
                    <a:pt x="1007401" y="3816238"/>
                  </a:lnTo>
                  <a:lnTo>
                    <a:pt x="912352" y="3822476"/>
                  </a:lnTo>
                  <a:lnTo>
                    <a:pt x="820136" y="3827715"/>
                  </a:lnTo>
                  <a:lnTo>
                    <a:pt x="735132" y="3831940"/>
                  </a:lnTo>
                  <a:lnTo>
                    <a:pt x="661701" y="3835160"/>
                  </a:lnTo>
                  <a:lnTo>
                    <a:pt x="603319" y="3837436"/>
                  </a:lnTo>
                  <a:lnTo>
                    <a:pt x="561753" y="3838885"/>
                  </a:lnTo>
                  <a:lnTo>
                    <a:pt x="536546" y="3839675"/>
                  </a:lnTo>
                  <a:lnTo>
                    <a:pt x="524946" y="3840003"/>
                  </a:lnTo>
                  <a:lnTo>
                    <a:pt x="522175" y="3840075"/>
                  </a:lnTo>
                  <a:lnTo>
                    <a:pt x="522133" y="3840076"/>
                  </a:lnTo>
                  <a:lnTo>
                    <a:pt x="0" y="3840076"/>
                  </a:lnTo>
                  <a:lnTo>
                    <a:pt x="0" y="3840076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487" name="pg1487"/>
            <p:cNvSpPr/>
            <p:nvPr/>
          </p:nvSpPr>
          <p:spPr>
            <a:xfrm>
              <a:off x="386606" y="1292841"/>
              <a:ext cx="8554953" cy="3766663"/>
            </a:xfrm>
            <a:custGeom>
              <a:avLst/>
              <a:pathLst>
                <a:path w="8554953" h="3766663">
                  <a:moveTo>
                    <a:pt x="0" y="3766663"/>
                  </a:moveTo>
                  <a:lnTo>
                    <a:pt x="522133" y="3766663"/>
                  </a:lnTo>
                  <a:lnTo>
                    <a:pt x="523385" y="3766631"/>
                  </a:lnTo>
                  <a:lnTo>
                    <a:pt x="531573" y="3766407"/>
                  </a:lnTo>
                  <a:lnTo>
                    <a:pt x="552053" y="3765786"/>
                  </a:lnTo>
                  <a:lnTo>
                    <a:pt x="588257" y="3764566"/>
                  </a:lnTo>
                  <a:lnTo>
                    <a:pt x="641384" y="3762568"/>
                  </a:lnTo>
                  <a:lnTo>
                    <a:pt x="710341" y="3759657"/>
                  </a:lnTo>
                  <a:lnTo>
                    <a:pt x="792115" y="3755756"/>
                  </a:lnTo>
                  <a:lnTo>
                    <a:pt x="882528" y="3750837"/>
                  </a:lnTo>
                  <a:lnTo>
                    <a:pt x="977123" y="3744915"/>
                  </a:lnTo>
                  <a:lnTo>
                    <a:pt x="1071902" y="3738011"/>
                  </a:lnTo>
                  <a:lnTo>
                    <a:pt x="1163780" y="3730139"/>
                  </a:lnTo>
                  <a:lnTo>
                    <a:pt x="1250717" y="3721286"/>
                  </a:lnTo>
                  <a:lnTo>
                    <a:pt x="1331637" y="3711399"/>
                  </a:lnTo>
                  <a:lnTo>
                    <a:pt x="1406237" y="3700383"/>
                  </a:lnTo>
                  <a:lnTo>
                    <a:pt x="1474767" y="3688100"/>
                  </a:lnTo>
                  <a:lnTo>
                    <a:pt x="1537839" y="3674373"/>
                  </a:lnTo>
                  <a:lnTo>
                    <a:pt x="1596269" y="3658994"/>
                  </a:lnTo>
                  <a:lnTo>
                    <a:pt x="1650974" y="3641741"/>
                  </a:lnTo>
                  <a:lnTo>
                    <a:pt x="1702877" y="3622400"/>
                  </a:lnTo>
                  <a:lnTo>
                    <a:pt x="1752833" y="3600820"/>
                  </a:lnTo>
                  <a:lnTo>
                    <a:pt x="1768425" y="3593483"/>
                  </a:lnTo>
                  <a:lnTo>
                    <a:pt x="1817666" y="3568482"/>
                  </a:lnTo>
                  <a:lnTo>
                    <a:pt x="1866427" y="3541073"/>
                  </a:lnTo>
                  <a:lnTo>
                    <a:pt x="1915167" y="3511215"/>
                  </a:lnTo>
                  <a:lnTo>
                    <a:pt x="1964209" y="3478941"/>
                  </a:lnTo>
                  <a:lnTo>
                    <a:pt x="2013758" y="3444365"/>
                  </a:lnTo>
                  <a:lnTo>
                    <a:pt x="2063912" y="3407690"/>
                  </a:lnTo>
                  <a:lnTo>
                    <a:pt x="2114674" y="3369202"/>
                  </a:lnTo>
                  <a:lnTo>
                    <a:pt x="2165969" y="3329274"/>
                  </a:lnTo>
                  <a:lnTo>
                    <a:pt x="2217656" y="3288343"/>
                  </a:lnTo>
                  <a:lnTo>
                    <a:pt x="2269551" y="3246899"/>
                  </a:lnTo>
                  <a:lnTo>
                    <a:pt x="2321444" y="3205458"/>
                  </a:lnTo>
                  <a:lnTo>
                    <a:pt x="2373128" y="3164536"/>
                  </a:lnTo>
                  <a:lnTo>
                    <a:pt x="2424418" y="3124620"/>
                  </a:lnTo>
                  <a:lnTo>
                    <a:pt x="2475174" y="3086151"/>
                  </a:lnTo>
                  <a:lnTo>
                    <a:pt x="2525321" y="3049496"/>
                  </a:lnTo>
                  <a:lnTo>
                    <a:pt x="2574864" y="3014945"/>
                  </a:lnTo>
                  <a:lnTo>
                    <a:pt x="2623902" y="2982696"/>
                  </a:lnTo>
                  <a:lnTo>
                    <a:pt x="2672640" y="2952864"/>
                  </a:lnTo>
                  <a:lnTo>
                    <a:pt x="2721403" y="2925481"/>
                  </a:lnTo>
                  <a:lnTo>
                    <a:pt x="2770117" y="2900763"/>
                  </a:lnTo>
                  <a:lnTo>
                    <a:pt x="2819610" y="2878458"/>
                  </a:lnTo>
                  <a:lnTo>
                    <a:pt x="2870807" y="2858418"/>
                  </a:lnTo>
                  <a:lnTo>
                    <a:pt x="2924523" y="2840523"/>
                  </a:lnTo>
                  <a:lnTo>
                    <a:pt x="2981668" y="2824572"/>
                  </a:lnTo>
                  <a:lnTo>
                    <a:pt x="3043168" y="2810344"/>
                  </a:lnTo>
                  <a:lnTo>
                    <a:pt x="3109885" y="2797623"/>
                  </a:lnTo>
                  <a:lnTo>
                    <a:pt x="3182507" y="2786220"/>
                  </a:lnTo>
                  <a:lnTo>
                    <a:pt x="3261421" y="2775987"/>
                  </a:lnTo>
                  <a:lnTo>
                    <a:pt x="3346520" y="2766813"/>
                  </a:lnTo>
                  <a:lnTo>
                    <a:pt x="3436999" y="2758632"/>
                  </a:lnTo>
                  <a:lnTo>
                    <a:pt x="3531141" y="2751421"/>
                  </a:lnTo>
                  <a:lnTo>
                    <a:pt x="3626190" y="2745183"/>
                  </a:lnTo>
                  <a:lnTo>
                    <a:pt x="3718407" y="2739944"/>
                  </a:lnTo>
                  <a:lnTo>
                    <a:pt x="3803411" y="2735719"/>
                  </a:lnTo>
                  <a:lnTo>
                    <a:pt x="3876842" y="2732499"/>
                  </a:lnTo>
                  <a:lnTo>
                    <a:pt x="3935223" y="2730223"/>
                  </a:lnTo>
                  <a:lnTo>
                    <a:pt x="3976789" y="2728774"/>
                  </a:lnTo>
                  <a:lnTo>
                    <a:pt x="4001996" y="2727984"/>
                  </a:lnTo>
                  <a:lnTo>
                    <a:pt x="4013596" y="2727656"/>
                  </a:lnTo>
                  <a:lnTo>
                    <a:pt x="4016409" y="2727583"/>
                  </a:lnTo>
                  <a:lnTo>
                    <a:pt x="4538543" y="2727583"/>
                  </a:lnTo>
                  <a:lnTo>
                    <a:pt x="4539702" y="2727507"/>
                  </a:lnTo>
                  <a:lnTo>
                    <a:pt x="4547293" y="2726964"/>
                  </a:lnTo>
                  <a:lnTo>
                    <a:pt x="4566332" y="2725462"/>
                  </a:lnTo>
                  <a:lnTo>
                    <a:pt x="4600117" y="2722510"/>
                  </a:lnTo>
                  <a:lnTo>
                    <a:pt x="4649953" y="2717666"/>
                  </a:lnTo>
                  <a:lnTo>
                    <a:pt x="4715064" y="2710589"/>
                  </a:lnTo>
                  <a:lnTo>
                    <a:pt x="4792878" y="2701068"/>
                  </a:lnTo>
                  <a:lnTo>
                    <a:pt x="4879656" y="2689025"/>
                  </a:lnTo>
                  <a:lnTo>
                    <a:pt x="4971262" y="2674473"/>
                  </a:lnTo>
                  <a:lnTo>
                    <a:pt x="5063859" y="2657471"/>
                  </a:lnTo>
                  <a:lnTo>
                    <a:pt x="5154366" y="2638060"/>
                  </a:lnTo>
                  <a:lnTo>
                    <a:pt x="5240633" y="2616230"/>
                  </a:lnTo>
                  <a:lnTo>
                    <a:pt x="5321420" y="2591882"/>
                  </a:lnTo>
                  <a:lnTo>
                    <a:pt x="5396236" y="2564819"/>
                  </a:lnTo>
                  <a:lnTo>
                    <a:pt x="5465158" y="2534745"/>
                  </a:lnTo>
                  <a:lnTo>
                    <a:pt x="5528643" y="2501265"/>
                  </a:lnTo>
                  <a:lnTo>
                    <a:pt x="5587385" y="2463903"/>
                  </a:lnTo>
                  <a:lnTo>
                    <a:pt x="5642204" y="2422128"/>
                  </a:lnTo>
                  <a:lnTo>
                    <a:pt x="5693959" y="2375403"/>
                  </a:lnTo>
                  <a:lnTo>
                    <a:pt x="5743479" y="2323270"/>
                  </a:lnTo>
                  <a:lnTo>
                    <a:pt x="5784835" y="2273927"/>
                  </a:lnTo>
                  <a:lnTo>
                    <a:pt x="5822643" y="2224284"/>
                  </a:lnTo>
                  <a:lnTo>
                    <a:pt x="5860096" y="2170959"/>
                  </a:lnTo>
                  <a:lnTo>
                    <a:pt x="5897424" y="2113876"/>
                  </a:lnTo>
                  <a:lnTo>
                    <a:pt x="5934808" y="2053023"/>
                  </a:lnTo>
                  <a:lnTo>
                    <a:pt x="5972381" y="1988455"/>
                  </a:lnTo>
                  <a:lnTo>
                    <a:pt x="6010240" y="1920301"/>
                  </a:lnTo>
                  <a:lnTo>
                    <a:pt x="6048439" y="1848770"/>
                  </a:lnTo>
                  <a:lnTo>
                    <a:pt x="6087002" y="1774148"/>
                  </a:lnTo>
                  <a:lnTo>
                    <a:pt x="6125921" y="1696802"/>
                  </a:lnTo>
                  <a:lnTo>
                    <a:pt x="6165161" y="1617171"/>
                  </a:lnTo>
                  <a:lnTo>
                    <a:pt x="6204663" y="1535758"/>
                  </a:lnTo>
                  <a:lnTo>
                    <a:pt x="6244352" y="1453118"/>
                  </a:lnTo>
                  <a:lnTo>
                    <a:pt x="6284140" y="1369844"/>
                  </a:lnTo>
                  <a:lnTo>
                    <a:pt x="6323931" y="1286545"/>
                  </a:lnTo>
                  <a:lnTo>
                    <a:pt x="6363631" y="1203834"/>
                  </a:lnTo>
                  <a:lnTo>
                    <a:pt x="6403151" y="1122306"/>
                  </a:lnTo>
                  <a:lnTo>
                    <a:pt x="6442413" y="1042518"/>
                  </a:lnTo>
                  <a:lnTo>
                    <a:pt x="6481359" y="964979"/>
                  </a:lnTo>
                  <a:lnTo>
                    <a:pt x="6519950" y="890132"/>
                  </a:lnTo>
                  <a:lnTo>
                    <a:pt x="6558177" y="818350"/>
                  </a:lnTo>
                  <a:lnTo>
                    <a:pt x="6596060" y="749926"/>
                  </a:lnTo>
                  <a:lnTo>
                    <a:pt x="6633653" y="685075"/>
                  </a:lnTo>
                  <a:lnTo>
                    <a:pt x="6671047" y="623931"/>
                  </a:lnTo>
                  <a:lnTo>
                    <a:pt x="6708374" y="566557"/>
                  </a:lnTo>
                  <a:lnTo>
                    <a:pt x="6745809" y="512942"/>
                  </a:lnTo>
                  <a:lnTo>
                    <a:pt x="6783581" y="463018"/>
                  </a:lnTo>
                  <a:lnTo>
                    <a:pt x="6786527" y="459303"/>
                  </a:lnTo>
                  <a:lnTo>
                    <a:pt x="6834716" y="402317"/>
                  </a:lnTo>
                  <a:lnTo>
                    <a:pt x="6884502" y="350963"/>
                  </a:lnTo>
                  <a:lnTo>
                    <a:pt x="6936634" y="304962"/>
                  </a:lnTo>
                  <a:lnTo>
                    <a:pt x="6991951" y="263839"/>
                  </a:lnTo>
                  <a:lnTo>
                    <a:pt x="7051311" y="227052"/>
                  </a:lnTo>
                  <a:lnTo>
                    <a:pt x="7115520" y="194076"/>
                  </a:lnTo>
                  <a:lnTo>
                    <a:pt x="7185247" y="164445"/>
                  </a:lnTo>
                  <a:lnTo>
                    <a:pt x="7260906" y="137779"/>
                  </a:lnTo>
                  <a:lnTo>
                    <a:pt x="7342505" y="113793"/>
                  </a:lnTo>
                  <a:lnTo>
                    <a:pt x="7429461" y="92305"/>
                  </a:lnTo>
                  <a:lnTo>
                    <a:pt x="7520412" y="73231"/>
                  </a:lnTo>
                  <a:lnTo>
                    <a:pt x="7613077" y="56569"/>
                  </a:lnTo>
                  <a:lnTo>
                    <a:pt x="7704250" y="42366"/>
                  </a:lnTo>
                  <a:lnTo>
                    <a:pt x="7790020" y="30676"/>
                  </a:lnTo>
                  <a:lnTo>
                    <a:pt x="7866261" y="21506"/>
                  </a:lnTo>
                  <a:lnTo>
                    <a:pt x="7929351" y="14757"/>
                  </a:lnTo>
                  <a:lnTo>
                    <a:pt x="7976938" y="10201"/>
                  </a:lnTo>
                  <a:lnTo>
                    <a:pt x="8008530" y="7481"/>
                  </a:lnTo>
                  <a:lnTo>
                    <a:pt x="8025724" y="6144"/>
                  </a:lnTo>
                  <a:lnTo>
                    <a:pt x="8032076" y="5695"/>
                  </a:lnTo>
                  <a:lnTo>
                    <a:pt x="8032819" y="5647"/>
                  </a:lnTo>
                  <a:lnTo>
                    <a:pt x="8554953" y="5647"/>
                  </a:lnTo>
                  <a:lnTo>
                    <a:pt x="8554953" y="0"/>
                  </a:lnTo>
                  <a:lnTo>
                    <a:pt x="8032819" y="0"/>
                  </a:lnTo>
                  <a:lnTo>
                    <a:pt x="8031660" y="76"/>
                  </a:lnTo>
                  <a:lnTo>
                    <a:pt x="8024068" y="619"/>
                  </a:lnTo>
                  <a:lnTo>
                    <a:pt x="8005029" y="2121"/>
                  </a:lnTo>
                  <a:lnTo>
                    <a:pt x="7971245" y="5072"/>
                  </a:lnTo>
                  <a:lnTo>
                    <a:pt x="7921409" y="9916"/>
                  </a:lnTo>
                  <a:lnTo>
                    <a:pt x="7856298" y="16994"/>
                  </a:lnTo>
                  <a:lnTo>
                    <a:pt x="7778484" y="26515"/>
                  </a:lnTo>
                  <a:lnTo>
                    <a:pt x="7691706" y="38558"/>
                  </a:lnTo>
                  <a:lnTo>
                    <a:pt x="7600100" y="53109"/>
                  </a:lnTo>
                  <a:lnTo>
                    <a:pt x="7507503" y="70112"/>
                  </a:lnTo>
                  <a:lnTo>
                    <a:pt x="7416996" y="89522"/>
                  </a:lnTo>
                  <a:lnTo>
                    <a:pt x="7330728" y="111353"/>
                  </a:lnTo>
                  <a:lnTo>
                    <a:pt x="7249942" y="135701"/>
                  </a:lnTo>
                  <a:lnTo>
                    <a:pt x="7175126" y="162764"/>
                  </a:lnTo>
                  <a:lnTo>
                    <a:pt x="7106204" y="192838"/>
                  </a:lnTo>
                  <a:lnTo>
                    <a:pt x="7042719" y="226318"/>
                  </a:lnTo>
                  <a:lnTo>
                    <a:pt x="6983977" y="263680"/>
                  </a:lnTo>
                  <a:lnTo>
                    <a:pt x="6929158" y="305455"/>
                  </a:lnTo>
                  <a:lnTo>
                    <a:pt x="6877403" y="352179"/>
                  </a:lnTo>
                  <a:lnTo>
                    <a:pt x="6827883" y="404312"/>
                  </a:lnTo>
                  <a:lnTo>
                    <a:pt x="6786527" y="453656"/>
                  </a:lnTo>
                  <a:lnTo>
                    <a:pt x="6748719" y="503298"/>
                  </a:lnTo>
                  <a:lnTo>
                    <a:pt x="6711266" y="556624"/>
                  </a:lnTo>
                  <a:lnTo>
                    <a:pt x="6673938" y="613706"/>
                  </a:lnTo>
                  <a:lnTo>
                    <a:pt x="6636554" y="674559"/>
                  </a:lnTo>
                  <a:lnTo>
                    <a:pt x="6598980" y="739127"/>
                  </a:lnTo>
                  <a:lnTo>
                    <a:pt x="6561122" y="807281"/>
                  </a:lnTo>
                  <a:lnTo>
                    <a:pt x="6522923" y="878813"/>
                  </a:lnTo>
                  <a:lnTo>
                    <a:pt x="6484360" y="953435"/>
                  </a:lnTo>
                  <a:lnTo>
                    <a:pt x="6445441" y="1030780"/>
                  </a:lnTo>
                  <a:lnTo>
                    <a:pt x="6406201" y="1110411"/>
                  </a:lnTo>
                  <a:lnTo>
                    <a:pt x="6366699" y="1191824"/>
                  </a:lnTo>
                  <a:lnTo>
                    <a:pt x="6327010" y="1274464"/>
                  </a:lnTo>
                  <a:lnTo>
                    <a:pt x="6287222" y="1357739"/>
                  </a:lnTo>
                  <a:lnTo>
                    <a:pt x="6247431" y="1441038"/>
                  </a:lnTo>
                  <a:lnTo>
                    <a:pt x="6207731" y="1523748"/>
                  </a:lnTo>
                  <a:lnTo>
                    <a:pt x="6168211" y="1605277"/>
                  </a:lnTo>
                  <a:lnTo>
                    <a:pt x="6128949" y="1685064"/>
                  </a:lnTo>
                  <a:lnTo>
                    <a:pt x="6090003" y="1762604"/>
                  </a:lnTo>
                  <a:lnTo>
                    <a:pt x="6051412" y="1837450"/>
                  </a:lnTo>
                  <a:lnTo>
                    <a:pt x="6013185" y="1909232"/>
                  </a:lnTo>
                  <a:lnTo>
                    <a:pt x="5975302" y="1977656"/>
                  </a:lnTo>
                  <a:lnTo>
                    <a:pt x="5937709" y="2042508"/>
                  </a:lnTo>
                  <a:lnTo>
                    <a:pt x="5900315" y="2103651"/>
                  </a:lnTo>
                  <a:lnTo>
                    <a:pt x="5862988" y="2161026"/>
                  </a:lnTo>
                  <a:lnTo>
                    <a:pt x="5825553" y="2214641"/>
                  </a:lnTo>
                  <a:lnTo>
                    <a:pt x="5787781" y="2264565"/>
                  </a:lnTo>
                  <a:lnTo>
                    <a:pt x="5784835" y="2268280"/>
                  </a:lnTo>
                  <a:lnTo>
                    <a:pt x="5736646" y="2325266"/>
                  </a:lnTo>
                  <a:lnTo>
                    <a:pt x="5686860" y="2376620"/>
                  </a:lnTo>
                  <a:lnTo>
                    <a:pt x="5634728" y="2422620"/>
                  </a:lnTo>
                  <a:lnTo>
                    <a:pt x="5579411" y="2463744"/>
                  </a:lnTo>
                  <a:lnTo>
                    <a:pt x="5520051" y="2500531"/>
                  </a:lnTo>
                  <a:lnTo>
                    <a:pt x="5455842" y="2533507"/>
                  </a:lnTo>
                  <a:lnTo>
                    <a:pt x="5386115" y="2563137"/>
                  </a:lnTo>
                  <a:lnTo>
                    <a:pt x="5310456" y="2589804"/>
                  </a:lnTo>
                  <a:lnTo>
                    <a:pt x="5228857" y="2613790"/>
                  </a:lnTo>
                  <a:lnTo>
                    <a:pt x="5141901" y="2635278"/>
                  </a:lnTo>
                  <a:lnTo>
                    <a:pt x="5050950" y="2654351"/>
                  </a:lnTo>
                  <a:lnTo>
                    <a:pt x="4958285" y="2671014"/>
                  </a:lnTo>
                  <a:lnTo>
                    <a:pt x="4867112" y="2685217"/>
                  </a:lnTo>
                  <a:lnTo>
                    <a:pt x="4781342" y="2696906"/>
                  </a:lnTo>
                  <a:lnTo>
                    <a:pt x="4705101" y="2706077"/>
                  </a:lnTo>
                  <a:lnTo>
                    <a:pt x="4642011" y="2712826"/>
                  </a:lnTo>
                  <a:lnTo>
                    <a:pt x="4594424" y="2717381"/>
                  </a:lnTo>
                  <a:lnTo>
                    <a:pt x="4562832" y="2720102"/>
                  </a:lnTo>
                  <a:lnTo>
                    <a:pt x="4545638" y="2721439"/>
                  </a:lnTo>
                  <a:lnTo>
                    <a:pt x="4539286" y="2721888"/>
                  </a:lnTo>
                  <a:lnTo>
                    <a:pt x="4538543" y="2721936"/>
                  </a:lnTo>
                  <a:lnTo>
                    <a:pt x="4016409" y="2721936"/>
                  </a:lnTo>
                  <a:lnTo>
                    <a:pt x="4015157" y="2721967"/>
                  </a:lnTo>
                  <a:lnTo>
                    <a:pt x="4006969" y="2722192"/>
                  </a:lnTo>
                  <a:lnTo>
                    <a:pt x="3986489" y="2722813"/>
                  </a:lnTo>
                  <a:lnTo>
                    <a:pt x="3950285" y="2724033"/>
                  </a:lnTo>
                  <a:lnTo>
                    <a:pt x="3897158" y="2726031"/>
                  </a:lnTo>
                  <a:lnTo>
                    <a:pt x="3828201" y="2728941"/>
                  </a:lnTo>
                  <a:lnTo>
                    <a:pt x="3746427" y="2732843"/>
                  </a:lnTo>
                  <a:lnTo>
                    <a:pt x="3656014" y="2737761"/>
                  </a:lnTo>
                  <a:lnTo>
                    <a:pt x="3561420" y="2743684"/>
                  </a:lnTo>
                  <a:lnTo>
                    <a:pt x="3466640" y="2750588"/>
                  </a:lnTo>
                  <a:lnTo>
                    <a:pt x="3374762" y="2758459"/>
                  </a:lnTo>
                  <a:lnTo>
                    <a:pt x="3287825" y="2767312"/>
                  </a:lnTo>
                  <a:lnTo>
                    <a:pt x="3206905" y="2777199"/>
                  </a:lnTo>
                  <a:lnTo>
                    <a:pt x="3132305" y="2788216"/>
                  </a:lnTo>
                  <a:lnTo>
                    <a:pt x="3063775" y="2800499"/>
                  </a:lnTo>
                  <a:lnTo>
                    <a:pt x="3000704" y="2814226"/>
                  </a:lnTo>
                  <a:lnTo>
                    <a:pt x="2942273" y="2829604"/>
                  </a:lnTo>
                  <a:lnTo>
                    <a:pt x="2887568" y="2846858"/>
                  </a:lnTo>
                  <a:lnTo>
                    <a:pt x="2835665" y="2866198"/>
                  </a:lnTo>
                  <a:lnTo>
                    <a:pt x="2785710" y="2887778"/>
                  </a:lnTo>
                  <a:lnTo>
                    <a:pt x="2770117" y="2895116"/>
                  </a:lnTo>
                  <a:lnTo>
                    <a:pt x="2720876" y="2920116"/>
                  </a:lnTo>
                  <a:lnTo>
                    <a:pt x="2672115" y="2947526"/>
                  </a:lnTo>
                  <a:lnTo>
                    <a:pt x="2623375" y="2977384"/>
                  </a:lnTo>
                  <a:lnTo>
                    <a:pt x="2574333" y="3009658"/>
                  </a:lnTo>
                  <a:lnTo>
                    <a:pt x="2524784" y="3044233"/>
                  </a:lnTo>
                  <a:lnTo>
                    <a:pt x="2474630" y="3080909"/>
                  </a:lnTo>
                  <a:lnTo>
                    <a:pt x="2423868" y="3119396"/>
                  </a:lnTo>
                  <a:lnTo>
                    <a:pt x="2372573" y="3159325"/>
                  </a:lnTo>
                  <a:lnTo>
                    <a:pt x="2320886" y="3200256"/>
                  </a:lnTo>
                  <a:lnTo>
                    <a:pt x="2268991" y="3241699"/>
                  </a:lnTo>
                  <a:lnTo>
                    <a:pt x="2217098" y="3283140"/>
                  </a:lnTo>
                  <a:lnTo>
                    <a:pt x="2165414" y="3324063"/>
                  </a:lnTo>
                  <a:lnTo>
                    <a:pt x="2114124" y="3363978"/>
                  </a:lnTo>
                  <a:lnTo>
                    <a:pt x="2063368" y="3402448"/>
                  </a:lnTo>
                  <a:lnTo>
                    <a:pt x="2013221" y="3439102"/>
                  </a:lnTo>
                  <a:lnTo>
                    <a:pt x="1963678" y="3473654"/>
                  </a:lnTo>
                  <a:lnTo>
                    <a:pt x="1914640" y="3505902"/>
                  </a:lnTo>
                  <a:lnTo>
                    <a:pt x="1865902" y="3535734"/>
                  </a:lnTo>
                  <a:lnTo>
                    <a:pt x="1817139" y="3563117"/>
                  </a:lnTo>
                  <a:lnTo>
                    <a:pt x="1768425" y="3587836"/>
                  </a:lnTo>
                  <a:lnTo>
                    <a:pt x="1718932" y="3610140"/>
                  </a:lnTo>
                  <a:lnTo>
                    <a:pt x="1667735" y="3630181"/>
                  </a:lnTo>
                  <a:lnTo>
                    <a:pt x="1614020" y="3648076"/>
                  </a:lnTo>
                  <a:lnTo>
                    <a:pt x="1556875" y="3664026"/>
                  </a:lnTo>
                  <a:lnTo>
                    <a:pt x="1495374" y="3678255"/>
                  </a:lnTo>
                  <a:lnTo>
                    <a:pt x="1428658" y="3690976"/>
                  </a:lnTo>
                  <a:lnTo>
                    <a:pt x="1356035" y="3702378"/>
                  </a:lnTo>
                  <a:lnTo>
                    <a:pt x="1277122" y="3712612"/>
                  </a:lnTo>
                  <a:lnTo>
                    <a:pt x="1192022" y="3721786"/>
                  </a:lnTo>
                  <a:lnTo>
                    <a:pt x="1101543" y="3729966"/>
                  </a:lnTo>
                  <a:lnTo>
                    <a:pt x="1007401" y="3737178"/>
                  </a:lnTo>
                  <a:lnTo>
                    <a:pt x="912352" y="3743415"/>
                  </a:lnTo>
                  <a:lnTo>
                    <a:pt x="820136" y="3748655"/>
                  </a:lnTo>
                  <a:lnTo>
                    <a:pt x="735132" y="3752879"/>
                  </a:lnTo>
                  <a:lnTo>
                    <a:pt x="661701" y="3756099"/>
                  </a:lnTo>
                  <a:lnTo>
                    <a:pt x="603319" y="3758375"/>
                  </a:lnTo>
                  <a:lnTo>
                    <a:pt x="561753" y="3759825"/>
                  </a:lnTo>
                  <a:lnTo>
                    <a:pt x="536546" y="3760615"/>
                  </a:lnTo>
                  <a:lnTo>
                    <a:pt x="524946" y="3760943"/>
                  </a:lnTo>
                  <a:lnTo>
                    <a:pt x="522133" y="3761015"/>
                  </a:lnTo>
                  <a:lnTo>
                    <a:pt x="0" y="3761015"/>
                  </a:lnTo>
                  <a:close/>
                </a:path>
              </a:pathLst>
            </a:custGeom>
            <a:solidFill>
              <a:srgbClr val="8BC34A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1488" name="pl1488"/>
            <p:cNvSpPr/>
            <p:nvPr/>
          </p:nvSpPr>
          <p:spPr>
            <a:xfrm>
              <a:off x="386606" y="1298488"/>
              <a:ext cx="8554953" cy="3761015"/>
            </a:xfrm>
            <a:custGeom>
              <a:avLst/>
              <a:pathLst>
                <a:path w="8554953" h="3761015">
                  <a:moveTo>
                    <a:pt x="0" y="3761015"/>
                  </a:moveTo>
                  <a:lnTo>
                    <a:pt x="522133" y="3761015"/>
                  </a:lnTo>
                  <a:lnTo>
                    <a:pt x="523385" y="3760984"/>
                  </a:lnTo>
                  <a:lnTo>
                    <a:pt x="531573" y="3760759"/>
                  </a:lnTo>
                  <a:lnTo>
                    <a:pt x="552053" y="3760138"/>
                  </a:lnTo>
                  <a:lnTo>
                    <a:pt x="588257" y="3758919"/>
                  </a:lnTo>
                  <a:lnTo>
                    <a:pt x="641384" y="3756921"/>
                  </a:lnTo>
                  <a:lnTo>
                    <a:pt x="710341" y="3754010"/>
                  </a:lnTo>
                  <a:lnTo>
                    <a:pt x="792115" y="3750108"/>
                  </a:lnTo>
                  <a:lnTo>
                    <a:pt x="882528" y="3745190"/>
                  </a:lnTo>
                  <a:lnTo>
                    <a:pt x="977123" y="3739267"/>
                  </a:lnTo>
                  <a:lnTo>
                    <a:pt x="1071902" y="3732364"/>
                  </a:lnTo>
                  <a:lnTo>
                    <a:pt x="1163780" y="3724492"/>
                  </a:lnTo>
                  <a:lnTo>
                    <a:pt x="1250717" y="3715639"/>
                  </a:lnTo>
                  <a:lnTo>
                    <a:pt x="1331637" y="3705752"/>
                  </a:lnTo>
                  <a:lnTo>
                    <a:pt x="1406237" y="3694736"/>
                  </a:lnTo>
                  <a:lnTo>
                    <a:pt x="1474767" y="3682452"/>
                  </a:lnTo>
                  <a:lnTo>
                    <a:pt x="1537839" y="3668725"/>
                  </a:lnTo>
                  <a:lnTo>
                    <a:pt x="1596269" y="3653347"/>
                  </a:lnTo>
                  <a:lnTo>
                    <a:pt x="1650974" y="3636094"/>
                  </a:lnTo>
                  <a:lnTo>
                    <a:pt x="1702877" y="3616753"/>
                  </a:lnTo>
                  <a:lnTo>
                    <a:pt x="1752833" y="3595173"/>
                  </a:lnTo>
                  <a:lnTo>
                    <a:pt x="1768425" y="3587836"/>
                  </a:lnTo>
                  <a:lnTo>
                    <a:pt x="1817666" y="3562835"/>
                  </a:lnTo>
                  <a:lnTo>
                    <a:pt x="1866427" y="3535426"/>
                  </a:lnTo>
                  <a:lnTo>
                    <a:pt x="1915167" y="3505568"/>
                  </a:lnTo>
                  <a:lnTo>
                    <a:pt x="1964209" y="3473294"/>
                  </a:lnTo>
                  <a:lnTo>
                    <a:pt x="2013758" y="3438718"/>
                  </a:lnTo>
                  <a:lnTo>
                    <a:pt x="2063912" y="3402042"/>
                  </a:lnTo>
                  <a:lnTo>
                    <a:pt x="2114674" y="3363555"/>
                  </a:lnTo>
                  <a:lnTo>
                    <a:pt x="2165969" y="3323626"/>
                  </a:lnTo>
                  <a:lnTo>
                    <a:pt x="2217656" y="3282696"/>
                  </a:lnTo>
                  <a:lnTo>
                    <a:pt x="2269551" y="3241252"/>
                  </a:lnTo>
                  <a:lnTo>
                    <a:pt x="2321444" y="3199811"/>
                  </a:lnTo>
                  <a:lnTo>
                    <a:pt x="2373128" y="3158889"/>
                  </a:lnTo>
                  <a:lnTo>
                    <a:pt x="2424418" y="3118973"/>
                  </a:lnTo>
                  <a:lnTo>
                    <a:pt x="2475174" y="3080504"/>
                  </a:lnTo>
                  <a:lnTo>
                    <a:pt x="2525321" y="3043849"/>
                  </a:lnTo>
                  <a:lnTo>
                    <a:pt x="2574864" y="3009297"/>
                  </a:lnTo>
                  <a:lnTo>
                    <a:pt x="2623902" y="2977049"/>
                  </a:lnTo>
                  <a:lnTo>
                    <a:pt x="2672640" y="2947217"/>
                  </a:lnTo>
                  <a:lnTo>
                    <a:pt x="2721403" y="2919834"/>
                  </a:lnTo>
                  <a:lnTo>
                    <a:pt x="2770117" y="2895116"/>
                  </a:lnTo>
                  <a:lnTo>
                    <a:pt x="2819610" y="2872811"/>
                  </a:lnTo>
                  <a:lnTo>
                    <a:pt x="2870807" y="2852771"/>
                  </a:lnTo>
                  <a:lnTo>
                    <a:pt x="2924523" y="2834875"/>
                  </a:lnTo>
                  <a:lnTo>
                    <a:pt x="2981668" y="2818925"/>
                  </a:lnTo>
                  <a:lnTo>
                    <a:pt x="3043168" y="2804697"/>
                  </a:lnTo>
                  <a:lnTo>
                    <a:pt x="3109885" y="2791975"/>
                  </a:lnTo>
                  <a:lnTo>
                    <a:pt x="3182507" y="2780573"/>
                  </a:lnTo>
                  <a:lnTo>
                    <a:pt x="3261421" y="2770340"/>
                  </a:lnTo>
                  <a:lnTo>
                    <a:pt x="3346520" y="2761165"/>
                  </a:lnTo>
                  <a:lnTo>
                    <a:pt x="3436999" y="2752985"/>
                  </a:lnTo>
                  <a:lnTo>
                    <a:pt x="3531141" y="2745773"/>
                  </a:lnTo>
                  <a:lnTo>
                    <a:pt x="3626190" y="2739536"/>
                  </a:lnTo>
                  <a:lnTo>
                    <a:pt x="3718407" y="2734296"/>
                  </a:lnTo>
                  <a:lnTo>
                    <a:pt x="3803411" y="2730072"/>
                  </a:lnTo>
                  <a:lnTo>
                    <a:pt x="3876842" y="2726852"/>
                  </a:lnTo>
                  <a:lnTo>
                    <a:pt x="3935223" y="2724576"/>
                  </a:lnTo>
                  <a:lnTo>
                    <a:pt x="3976789" y="2723127"/>
                  </a:lnTo>
                  <a:lnTo>
                    <a:pt x="4001996" y="2722337"/>
                  </a:lnTo>
                  <a:lnTo>
                    <a:pt x="4013596" y="2722008"/>
                  </a:lnTo>
                  <a:lnTo>
                    <a:pt x="4016367" y="2721937"/>
                  </a:lnTo>
                  <a:lnTo>
                    <a:pt x="4016409" y="2721936"/>
                  </a:lnTo>
                  <a:lnTo>
                    <a:pt x="4538543" y="2721936"/>
                  </a:lnTo>
                  <a:lnTo>
                    <a:pt x="4539702" y="2721860"/>
                  </a:lnTo>
                  <a:lnTo>
                    <a:pt x="4547293" y="2721317"/>
                  </a:lnTo>
                  <a:lnTo>
                    <a:pt x="4566332" y="2719815"/>
                  </a:lnTo>
                  <a:lnTo>
                    <a:pt x="4600117" y="2716863"/>
                  </a:lnTo>
                  <a:lnTo>
                    <a:pt x="4649953" y="2712019"/>
                  </a:lnTo>
                  <a:lnTo>
                    <a:pt x="4715064" y="2704941"/>
                  </a:lnTo>
                  <a:lnTo>
                    <a:pt x="4792878" y="2695421"/>
                  </a:lnTo>
                  <a:lnTo>
                    <a:pt x="4879656" y="2683377"/>
                  </a:lnTo>
                  <a:lnTo>
                    <a:pt x="4971262" y="2668826"/>
                  </a:lnTo>
                  <a:lnTo>
                    <a:pt x="5063859" y="2651823"/>
                  </a:lnTo>
                  <a:lnTo>
                    <a:pt x="5154366" y="2632413"/>
                  </a:lnTo>
                  <a:lnTo>
                    <a:pt x="5240633" y="2610583"/>
                  </a:lnTo>
                  <a:lnTo>
                    <a:pt x="5321420" y="2586234"/>
                  </a:lnTo>
                  <a:lnTo>
                    <a:pt x="5396236" y="2559172"/>
                  </a:lnTo>
                  <a:lnTo>
                    <a:pt x="5465158" y="2529098"/>
                  </a:lnTo>
                  <a:lnTo>
                    <a:pt x="5528643" y="2495618"/>
                  </a:lnTo>
                  <a:lnTo>
                    <a:pt x="5587385" y="2458256"/>
                  </a:lnTo>
                  <a:lnTo>
                    <a:pt x="5642204" y="2416481"/>
                  </a:lnTo>
                  <a:lnTo>
                    <a:pt x="5693959" y="2369756"/>
                  </a:lnTo>
                  <a:lnTo>
                    <a:pt x="5743479" y="2317623"/>
                  </a:lnTo>
                  <a:lnTo>
                    <a:pt x="5784835" y="2268280"/>
                  </a:lnTo>
                  <a:lnTo>
                    <a:pt x="5822643" y="2218637"/>
                  </a:lnTo>
                  <a:lnTo>
                    <a:pt x="5860096" y="2165312"/>
                  </a:lnTo>
                  <a:lnTo>
                    <a:pt x="5897424" y="2108229"/>
                  </a:lnTo>
                  <a:lnTo>
                    <a:pt x="5934808" y="2047376"/>
                  </a:lnTo>
                  <a:lnTo>
                    <a:pt x="5972381" y="1982808"/>
                  </a:lnTo>
                  <a:lnTo>
                    <a:pt x="6010240" y="1914654"/>
                  </a:lnTo>
                  <a:lnTo>
                    <a:pt x="6048439" y="1843123"/>
                  </a:lnTo>
                  <a:lnTo>
                    <a:pt x="6087002" y="1768501"/>
                  </a:lnTo>
                  <a:lnTo>
                    <a:pt x="6125921" y="1691155"/>
                  </a:lnTo>
                  <a:lnTo>
                    <a:pt x="6165161" y="1611524"/>
                  </a:lnTo>
                  <a:lnTo>
                    <a:pt x="6204663" y="1530111"/>
                  </a:lnTo>
                  <a:lnTo>
                    <a:pt x="6244352" y="1447471"/>
                  </a:lnTo>
                  <a:lnTo>
                    <a:pt x="6284140" y="1364196"/>
                  </a:lnTo>
                  <a:lnTo>
                    <a:pt x="6323931" y="1280898"/>
                  </a:lnTo>
                  <a:lnTo>
                    <a:pt x="6363631" y="1198187"/>
                  </a:lnTo>
                  <a:lnTo>
                    <a:pt x="6403151" y="1116659"/>
                  </a:lnTo>
                  <a:lnTo>
                    <a:pt x="6442413" y="1036871"/>
                  </a:lnTo>
                  <a:lnTo>
                    <a:pt x="6481359" y="959332"/>
                  </a:lnTo>
                  <a:lnTo>
                    <a:pt x="6519950" y="884485"/>
                  </a:lnTo>
                  <a:lnTo>
                    <a:pt x="6558177" y="812703"/>
                  </a:lnTo>
                  <a:lnTo>
                    <a:pt x="6596060" y="744279"/>
                  </a:lnTo>
                  <a:lnTo>
                    <a:pt x="6633653" y="679428"/>
                  </a:lnTo>
                  <a:lnTo>
                    <a:pt x="6671047" y="618284"/>
                  </a:lnTo>
                  <a:lnTo>
                    <a:pt x="6708374" y="560909"/>
                  </a:lnTo>
                  <a:lnTo>
                    <a:pt x="6745809" y="507295"/>
                  </a:lnTo>
                  <a:lnTo>
                    <a:pt x="6783581" y="457371"/>
                  </a:lnTo>
                  <a:lnTo>
                    <a:pt x="6786527" y="453656"/>
                  </a:lnTo>
                  <a:lnTo>
                    <a:pt x="6834716" y="396670"/>
                  </a:lnTo>
                  <a:lnTo>
                    <a:pt x="6884502" y="345316"/>
                  </a:lnTo>
                  <a:lnTo>
                    <a:pt x="6936634" y="299315"/>
                  </a:lnTo>
                  <a:lnTo>
                    <a:pt x="6991951" y="258192"/>
                  </a:lnTo>
                  <a:lnTo>
                    <a:pt x="7051311" y="221405"/>
                  </a:lnTo>
                  <a:lnTo>
                    <a:pt x="7115520" y="188429"/>
                  </a:lnTo>
                  <a:lnTo>
                    <a:pt x="7185247" y="158798"/>
                  </a:lnTo>
                  <a:lnTo>
                    <a:pt x="7260906" y="132132"/>
                  </a:lnTo>
                  <a:lnTo>
                    <a:pt x="7342505" y="108146"/>
                  </a:lnTo>
                  <a:lnTo>
                    <a:pt x="7429461" y="86658"/>
                  </a:lnTo>
                  <a:lnTo>
                    <a:pt x="7520412" y="67584"/>
                  </a:lnTo>
                  <a:lnTo>
                    <a:pt x="7613077" y="50921"/>
                  </a:lnTo>
                  <a:lnTo>
                    <a:pt x="7704250" y="36718"/>
                  </a:lnTo>
                  <a:lnTo>
                    <a:pt x="7790020" y="25029"/>
                  </a:lnTo>
                  <a:lnTo>
                    <a:pt x="7866261" y="15859"/>
                  </a:lnTo>
                  <a:lnTo>
                    <a:pt x="7929351" y="9110"/>
                  </a:lnTo>
                  <a:lnTo>
                    <a:pt x="7976938" y="4554"/>
                  </a:lnTo>
                  <a:lnTo>
                    <a:pt x="8008530" y="1834"/>
                  </a:lnTo>
                  <a:lnTo>
                    <a:pt x="8025724" y="496"/>
                  </a:lnTo>
                  <a:lnTo>
                    <a:pt x="8032076" y="48"/>
                  </a:lnTo>
                  <a:lnTo>
                    <a:pt x="8032819" y="0"/>
                  </a:lnTo>
                  <a:lnTo>
                    <a:pt x="8554953" y="0"/>
                  </a:lnTo>
                  <a:lnTo>
                    <a:pt x="8554953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489" name="pl1489"/>
            <p:cNvSpPr/>
            <p:nvPr/>
          </p:nvSpPr>
          <p:spPr>
            <a:xfrm>
              <a:off x="386606" y="1292841"/>
              <a:ext cx="8554953" cy="3761015"/>
            </a:xfrm>
            <a:custGeom>
              <a:avLst/>
              <a:pathLst>
                <a:path w="8554953" h="3761015">
                  <a:moveTo>
                    <a:pt x="8554953" y="0"/>
                  </a:moveTo>
                  <a:lnTo>
                    <a:pt x="8032819" y="0"/>
                  </a:lnTo>
                  <a:lnTo>
                    <a:pt x="8031660" y="76"/>
                  </a:lnTo>
                  <a:lnTo>
                    <a:pt x="8024068" y="619"/>
                  </a:lnTo>
                  <a:lnTo>
                    <a:pt x="8005029" y="2121"/>
                  </a:lnTo>
                  <a:lnTo>
                    <a:pt x="7971245" y="5072"/>
                  </a:lnTo>
                  <a:lnTo>
                    <a:pt x="7921409" y="9916"/>
                  </a:lnTo>
                  <a:lnTo>
                    <a:pt x="7856298" y="16994"/>
                  </a:lnTo>
                  <a:lnTo>
                    <a:pt x="7778484" y="26515"/>
                  </a:lnTo>
                  <a:lnTo>
                    <a:pt x="7691706" y="38558"/>
                  </a:lnTo>
                  <a:lnTo>
                    <a:pt x="7600100" y="53109"/>
                  </a:lnTo>
                  <a:lnTo>
                    <a:pt x="7507503" y="70112"/>
                  </a:lnTo>
                  <a:lnTo>
                    <a:pt x="7416996" y="89522"/>
                  </a:lnTo>
                  <a:lnTo>
                    <a:pt x="7330728" y="111353"/>
                  </a:lnTo>
                  <a:lnTo>
                    <a:pt x="7249942" y="135701"/>
                  </a:lnTo>
                  <a:lnTo>
                    <a:pt x="7175126" y="162764"/>
                  </a:lnTo>
                  <a:lnTo>
                    <a:pt x="7106204" y="192838"/>
                  </a:lnTo>
                  <a:lnTo>
                    <a:pt x="7042719" y="226318"/>
                  </a:lnTo>
                  <a:lnTo>
                    <a:pt x="6983977" y="263680"/>
                  </a:lnTo>
                  <a:lnTo>
                    <a:pt x="6929158" y="305455"/>
                  </a:lnTo>
                  <a:lnTo>
                    <a:pt x="6877403" y="352179"/>
                  </a:lnTo>
                  <a:lnTo>
                    <a:pt x="6827883" y="404312"/>
                  </a:lnTo>
                  <a:lnTo>
                    <a:pt x="6786527" y="453656"/>
                  </a:lnTo>
                  <a:lnTo>
                    <a:pt x="6748719" y="503298"/>
                  </a:lnTo>
                  <a:lnTo>
                    <a:pt x="6711266" y="556624"/>
                  </a:lnTo>
                  <a:lnTo>
                    <a:pt x="6673938" y="613706"/>
                  </a:lnTo>
                  <a:lnTo>
                    <a:pt x="6636554" y="674559"/>
                  </a:lnTo>
                  <a:lnTo>
                    <a:pt x="6598980" y="739127"/>
                  </a:lnTo>
                  <a:lnTo>
                    <a:pt x="6561122" y="807281"/>
                  </a:lnTo>
                  <a:lnTo>
                    <a:pt x="6522923" y="878813"/>
                  </a:lnTo>
                  <a:lnTo>
                    <a:pt x="6484360" y="953435"/>
                  </a:lnTo>
                  <a:lnTo>
                    <a:pt x="6445441" y="1030780"/>
                  </a:lnTo>
                  <a:lnTo>
                    <a:pt x="6406201" y="1110411"/>
                  </a:lnTo>
                  <a:lnTo>
                    <a:pt x="6366699" y="1191824"/>
                  </a:lnTo>
                  <a:lnTo>
                    <a:pt x="6327010" y="1274464"/>
                  </a:lnTo>
                  <a:lnTo>
                    <a:pt x="6287222" y="1357739"/>
                  </a:lnTo>
                  <a:lnTo>
                    <a:pt x="6247431" y="1441038"/>
                  </a:lnTo>
                  <a:lnTo>
                    <a:pt x="6207731" y="1523748"/>
                  </a:lnTo>
                  <a:lnTo>
                    <a:pt x="6168211" y="1605277"/>
                  </a:lnTo>
                  <a:lnTo>
                    <a:pt x="6128949" y="1685064"/>
                  </a:lnTo>
                  <a:lnTo>
                    <a:pt x="6090003" y="1762604"/>
                  </a:lnTo>
                  <a:lnTo>
                    <a:pt x="6051412" y="1837450"/>
                  </a:lnTo>
                  <a:lnTo>
                    <a:pt x="6013185" y="1909232"/>
                  </a:lnTo>
                  <a:lnTo>
                    <a:pt x="5975302" y="1977656"/>
                  </a:lnTo>
                  <a:lnTo>
                    <a:pt x="5937709" y="2042508"/>
                  </a:lnTo>
                  <a:lnTo>
                    <a:pt x="5900315" y="2103651"/>
                  </a:lnTo>
                  <a:lnTo>
                    <a:pt x="5862988" y="2161026"/>
                  </a:lnTo>
                  <a:lnTo>
                    <a:pt x="5825553" y="2214641"/>
                  </a:lnTo>
                  <a:lnTo>
                    <a:pt x="5787781" y="2264565"/>
                  </a:lnTo>
                  <a:lnTo>
                    <a:pt x="5784835" y="2268280"/>
                  </a:lnTo>
                  <a:lnTo>
                    <a:pt x="5736646" y="2325266"/>
                  </a:lnTo>
                  <a:lnTo>
                    <a:pt x="5686860" y="2376620"/>
                  </a:lnTo>
                  <a:lnTo>
                    <a:pt x="5634728" y="2422620"/>
                  </a:lnTo>
                  <a:lnTo>
                    <a:pt x="5579411" y="2463744"/>
                  </a:lnTo>
                  <a:lnTo>
                    <a:pt x="5520051" y="2500531"/>
                  </a:lnTo>
                  <a:lnTo>
                    <a:pt x="5455842" y="2533507"/>
                  </a:lnTo>
                  <a:lnTo>
                    <a:pt x="5386115" y="2563137"/>
                  </a:lnTo>
                  <a:lnTo>
                    <a:pt x="5310456" y="2589804"/>
                  </a:lnTo>
                  <a:lnTo>
                    <a:pt x="5228857" y="2613790"/>
                  </a:lnTo>
                  <a:lnTo>
                    <a:pt x="5141901" y="2635278"/>
                  </a:lnTo>
                  <a:lnTo>
                    <a:pt x="5050950" y="2654351"/>
                  </a:lnTo>
                  <a:lnTo>
                    <a:pt x="4958285" y="2671014"/>
                  </a:lnTo>
                  <a:lnTo>
                    <a:pt x="4867112" y="2685217"/>
                  </a:lnTo>
                  <a:lnTo>
                    <a:pt x="4781342" y="2696906"/>
                  </a:lnTo>
                  <a:lnTo>
                    <a:pt x="4705101" y="2706077"/>
                  </a:lnTo>
                  <a:lnTo>
                    <a:pt x="4642011" y="2712826"/>
                  </a:lnTo>
                  <a:lnTo>
                    <a:pt x="4594424" y="2717381"/>
                  </a:lnTo>
                  <a:lnTo>
                    <a:pt x="4562832" y="2720102"/>
                  </a:lnTo>
                  <a:lnTo>
                    <a:pt x="4545638" y="2721439"/>
                  </a:lnTo>
                  <a:lnTo>
                    <a:pt x="4539286" y="2721888"/>
                  </a:lnTo>
                  <a:lnTo>
                    <a:pt x="4538543" y="2721936"/>
                  </a:lnTo>
                  <a:lnTo>
                    <a:pt x="4016409" y="2721936"/>
                  </a:lnTo>
                  <a:lnTo>
                    <a:pt x="4015157" y="2721967"/>
                  </a:lnTo>
                  <a:lnTo>
                    <a:pt x="4006969" y="2722192"/>
                  </a:lnTo>
                  <a:lnTo>
                    <a:pt x="3986489" y="2722813"/>
                  </a:lnTo>
                  <a:lnTo>
                    <a:pt x="3950285" y="2724033"/>
                  </a:lnTo>
                  <a:lnTo>
                    <a:pt x="3897158" y="2726031"/>
                  </a:lnTo>
                  <a:lnTo>
                    <a:pt x="3828201" y="2728941"/>
                  </a:lnTo>
                  <a:lnTo>
                    <a:pt x="3746427" y="2732843"/>
                  </a:lnTo>
                  <a:lnTo>
                    <a:pt x="3656014" y="2737761"/>
                  </a:lnTo>
                  <a:lnTo>
                    <a:pt x="3561420" y="2743684"/>
                  </a:lnTo>
                  <a:lnTo>
                    <a:pt x="3466640" y="2750588"/>
                  </a:lnTo>
                  <a:lnTo>
                    <a:pt x="3374762" y="2758459"/>
                  </a:lnTo>
                  <a:lnTo>
                    <a:pt x="3287825" y="2767312"/>
                  </a:lnTo>
                  <a:lnTo>
                    <a:pt x="3206905" y="2777199"/>
                  </a:lnTo>
                  <a:lnTo>
                    <a:pt x="3132305" y="2788216"/>
                  </a:lnTo>
                  <a:lnTo>
                    <a:pt x="3063775" y="2800499"/>
                  </a:lnTo>
                  <a:lnTo>
                    <a:pt x="3000704" y="2814226"/>
                  </a:lnTo>
                  <a:lnTo>
                    <a:pt x="2942273" y="2829604"/>
                  </a:lnTo>
                  <a:lnTo>
                    <a:pt x="2887568" y="2846858"/>
                  </a:lnTo>
                  <a:lnTo>
                    <a:pt x="2835665" y="2866198"/>
                  </a:lnTo>
                  <a:lnTo>
                    <a:pt x="2785710" y="2887778"/>
                  </a:lnTo>
                  <a:lnTo>
                    <a:pt x="2770117" y="2895116"/>
                  </a:lnTo>
                  <a:lnTo>
                    <a:pt x="2720876" y="2920116"/>
                  </a:lnTo>
                  <a:lnTo>
                    <a:pt x="2672115" y="2947526"/>
                  </a:lnTo>
                  <a:lnTo>
                    <a:pt x="2623375" y="2977384"/>
                  </a:lnTo>
                  <a:lnTo>
                    <a:pt x="2574333" y="3009658"/>
                  </a:lnTo>
                  <a:lnTo>
                    <a:pt x="2524784" y="3044233"/>
                  </a:lnTo>
                  <a:lnTo>
                    <a:pt x="2474630" y="3080909"/>
                  </a:lnTo>
                  <a:lnTo>
                    <a:pt x="2423868" y="3119396"/>
                  </a:lnTo>
                  <a:lnTo>
                    <a:pt x="2372573" y="3159325"/>
                  </a:lnTo>
                  <a:lnTo>
                    <a:pt x="2320886" y="3200256"/>
                  </a:lnTo>
                  <a:lnTo>
                    <a:pt x="2268991" y="3241699"/>
                  </a:lnTo>
                  <a:lnTo>
                    <a:pt x="2217098" y="3283140"/>
                  </a:lnTo>
                  <a:lnTo>
                    <a:pt x="2165414" y="3324063"/>
                  </a:lnTo>
                  <a:lnTo>
                    <a:pt x="2114124" y="3363978"/>
                  </a:lnTo>
                  <a:lnTo>
                    <a:pt x="2063368" y="3402448"/>
                  </a:lnTo>
                  <a:lnTo>
                    <a:pt x="2013221" y="3439102"/>
                  </a:lnTo>
                  <a:lnTo>
                    <a:pt x="1963678" y="3473654"/>
                  </a:lnTo>
                  <a:lnTo>
                    <a:pt x="1914640" y="3505902"/>
                  </a:lnTo>
                  <a:lnTo>
                    <a:pt x="1865902" y="3535734"/>
                  </a:lnTo>
                  <a:lnTo>
                    <a:pt x="1817139" y="3563117"/>
                  </a:lnTo>
                  <a:lnTo>
                    <a:pt x="1768425" y="3587836"/>
                  </a:lnTo>
                  <a:lnTo>
                    <a:pt x="1718932" y="3610140"/>
                  </a:lnTo>
                  <a:lnTo>
                    <a:pt x="1667735" y="3630181"/>
                  </a:lnTo>
                  <a:lnTo>
                    <a:pt x="1614020" y="3648076"/>
                  </a:lnTo>
                  <a:lnTo>
                    <a:pt x="1556875" y="3664026"/>
                  </a:lnTo>
                  <a:lnTo>
                    <a:pt x="1495374" y="3678255"/>
                  </a:lnTo>
                  <a:lnTo>
                    <a:pt x="1428658" y="3690976"/>
                  </a:lnTo>
                  <a:lnTo>
                    <a:pt x="1356035" y="3702378"/>
                  </a:lnTo>
                  <a:lnTo>
                    <a:pt x="1277122" y="3712612"/>
                  </a:lnTo>
                  <a:lnTo>
                    <a:pt x="1192022" y="3721786"/>
                  </a:lnTo>
                  <a:lnTo>
                    <a:pt x="1101543" y="3729966"/>
                  </a:lnTo>
                  <a:lnTo>
                    <a:pt x="1007401" y="3737178"/>
                  </a:lnTo>
                  <a:lnTo>
                    <a:pt x="912352" y="3743415"/>
                  </a:lnTo>
                  <a:lnTo>
                    <a:pt x="820136" y="3748655"/>
                  </a:lnTo>
                  <a:lnTo>
                    <a:pt x="735132" y="3752879"/>
                  </a:lnTo>
                  <a:lnTo>
                    <a:pt x="661701" y="3756099"/>
                  </a:lnTo>
                  <a:lnTo>
                    <a:pt x="603319" y="3758375"/>
                  </a:lnTo>
                  <a:lnTo>
                    <a:pt x="561753" y="3759825"/>
                  </a:lnTo>
                  <a:lnTo>
                    <a:pt x="536546" y="3760615"/>
                  </a:lnTo>
                  <a:lnTo>
                    <a:pt x="524946" y="3760943"/>
                  </a:lnTo>
                  <a:lnTo>
                    <a:pt x="522175" y="3761014"/>
                  </a:lnTo>
                  <a:lnTo>
                    <a:pt x="522133" y="3761015"/>
                  </a:lnTo>
                  <a:lnTo>
                    <a:pt x="0" y="3761015"/>
                  </a:lnTo>
                  <a:lnTo>
                    <a:pt x="0" y="3761015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490" name="pg1490"/>
            <p:cNvSpPr/>
            <p:nvPr/>
          </p:nvSpPr>
          <p:spPr>
            <a:xfrm>
              <a:off x="386606" y="4178545"/>
              <a:ext cx="8554953" cy="1479558"/>
            </a:xfrm>
            <a:custGeom>
              <a:avLst/>
              <a:pathLst>
                <a:path w="8554953" h="1479558">
                  <a:moveTo>
                    <a:pt x="0" y="886605"/>
                  </a:moveTo>
                  <a:lnTo>
                    <a:pt x="522133" y="886605"/>
                  </a:lnTo>
                  <a:lnTo>
                    <a:pt x="523390" y="886579"/>
                  </a:lnTo>
                  <a:lnTo>
                    <a:pt x="531609" y="886387"/>
                  </a:lnTo>
                  <a:lnTo>
                    <a:pt x="552165" y="885859"/>
                  </a:lnTo>
                  <a:lnTo>
                    <a:pt x="588496" y="884820"/>
                  </a:lnTo>
                  <a:lnTo>
                    <a:pt x="641795" y="883120"/>
                  </a:lnTo>
                  <a:lnTo>
                    <a:pt x="710951" y="880643"/>
                  </a:lnTo>
                  <a:lnTo>
                    <a:pt x="792928" y="877323"/>
                  </a:lnTo>
                  <a:lnTo>
                    <a:pt x="883525" y="873139"/>
                  </a:lnTo>
                  <a:lnTo>
                    <a:pt x="978268" y="868101"/>
                  </a:lnTo>
                  <a:lnTo>
                    <a:pt x="1073155" y="862230"/>
                  </a:lnTo>
                  <a:lnTo>
                    <a:pt x="1165097" y="855536"/>
                  </a:lnTo>
                  <a:lnTo>
                    <a:pt x="1252063" y="848007"/>
                  </a:lnTo>
                  <a:lnTo>
                    <a:pt x="1332987" y="839598"/>
                  </a:lnTo>
                  <a:lnTo>
                    <a:pt x="1407573" y="830227"/>
                  </a:lnTo>
                  <a:lnTo>
                    <a:pt x="1476083" y="819777"/>
                  </a:lnTo>
                  <a:lnTo>
                    <a:pt x="1539133" y="808096"/>
                  </a:lnTo>
                  <a:lnTo>
                    <a:pt x="1597550" y="795007"/>
                  </a:lnTo>
                  <a:lnTo>
                    <a:pt x="1652252" y="780320"/>
                  </a:lnTo>
                  <a:lnTo>
                    <a:pt x="1704166" y="763855"/>
                  </a:lnTo>
                  <a:lnTo>
                    <a:pt x="1754148" y="745485"/>
                  </a:lnTo>
                  <a:lnTo>
                    <a:pt x="1768425" y="739779"/>
                  </a:lnTo>
                  <a:lnTo>
                    <a:pt x="1818846" y="718047"/>
                  </a:lnTo>
                  <a:lnTo>
                    <a:pt x="1868776" y="694171"/>
                  </a:lnTo>
                  <a:lnTo>
                    <a:pt x="1918704" y="668117"/>
                  </a:lnTo>
                  <a:lnTo>
                    <a:pt x="1968967" y="639921"/>
                  </a:lnTo>
                  <a:lnTo>
                    <a:pt x="2019777" y="609692"/>
                  </a:lnTo>
                  <a:lnTo>
                    <a:pt x="2071225" y="577623"/>
                  </a:lnTo>
                  <a:lnTo>
                    <a:pt x="2123305" y="543986"/>
                  </a:lnTo>
                  <a:lnTo>
                    <a:pt x="2175922" y="509130"/>
                  </a:lnTo>
                  <a:lnTo>
                    <a:pt x="2228916" y="473464"/>
                  </a:lnTo>
                  <a:lnTo>
                    <a:pt x="2282081" y="437441"/>
                  </a:lnTo>
                  <a:lnTo>
                    <a:pt x="2335192" y="401532"/>
                  </a:lnTo>
                  <a:lnTo>
                    <a:pt x="2388028" y="366202"/>
                  </a:lnTo>
                  <a:lnTo>
                    <a:pt x="2440403" y="331886"/>
                  </a:lnTo>
                  <a:lnTo>
                    <a:pt x="2492185" y="298965"/>
                  </a:lnTo>
                  <a:lnTo>
                    <a:pt x="2543320" y="267753"/>
                  </a:lnTo>
                  <a:lnTo>
                    <a:pt x="2593848" y="238485"/>
                  </a:lnTo>
                  <a:lnTo>
                    <a:pt x="2643916" y="211312"/>
                  </a:lnTo>
                  <a:lnTo>
                    <a:pt x="2693794" y="186308"/>
                  </a:lnTo>
                  <a:lnTo>
                    <a:pt x="2743889" y="163472"/>
                  </a:lnTo>
                  <a:lnTo>
                    <a:pt x="2770117" y="152473"/>
                  </a:lnTo>
                  <a:lnTo>
                    <a:pt x="2819678" y="133539"/>
                  </a:lnTo>
                  <a:lnTo>
                    <a:pt x="2870947" y="116529"/>
                  </a:lnTo>
                  <a:lnTo>
                    <a:pt x="2924744" y="101342"/>
                  </a:lnTo>
                  <a:lnTo>
                    <a:pt x="2981984" y="87809"/>
                  </a:lnTo>
                  <a:lnTo>
                    <a:pt x="3043596" y="75737"/>
                  </a:lnTo>
                  <a:lnTo>
                    <a:pt x="3110442" y="64946"/>
                  </a:lnTo>
                  <a:lnTo>
                    <a:pt x="3183216" y="55275"/>
                  </a:lnTo>
                  <a:lnTo>
                    <a:pt x="3262298" y="46597"/>
                  </a:lnTo>
                  <a:lnTo>
                    <a:pt x="3347578" y="38818"/>
                  </a:lnTo>
                  <a:lnTo>
                    <a:pt x="3438238" y="31884"/>
                  </a:lnTo>
                  <a:lnTo>
                    <a:pt x="3532540" y="25773"/>
                  </a:lnTo>
                  <a:lnTo>
                    <a:pt x="3627702" y="20491"/>
                  </a:lnTo>
                  <a:lnTo>
                    <a:pt x="3719958" y="16057"/>
                  </a:lnTo>
                  <a:lnTo>
                    <a:pt x="3804903" y="12486"/>
                  </a:lnTo>
                  <a:lnTo>
                    <a:pt x="3878169" y="9768"/>
                  </a:lnTo>
                  <a:lnTo>
                    <a:pt x="3936290" y="7852"/>
                  </a:lnTo>
                  <a:lnTo>
                    <a:pt x="3977537" y="6635"/>
                  </a:lnTo>
                  <a:lnTo>
                    <a:pt x="4002420" y="5976"/>
                  </a:lnTo>
                  <a:lnTo>
                    <a:pt x="4013752" y="5705"/>
                  </a:lnTo>
                  <a:lnTo>
                    <a:pt x="4016409" y="5647"/>
                  </a:lnTo>
                  <a:lnTo>
                    <a:pt x="4538543" y="5647"/>
                  </a:lnTo>
                  <a:lnTo>
                    <a:pt x="4539778" y="5691"/>
                  </a:lnTo>
                  <a:lnTo>
                    <a:pt x="4547855" y="6005"/>
                  </a:lnTo>
                  <a:lnTo>
                    <a:pt x="4568067" y="6873"/>
                  </a:lnTo>
                  <a:lnTo>
                    <a:pt x="4603824" y="8579"/>
                  </a:lnTo>
                  <a:lnTo>
                    <a:pt x="4656345" y="11373"/>
                  </a:lnTo>
                  <a:lnTo>
                    <a:pt x="4724597" y="15447"/>
                  </a:lnTo>
                  <a:lnTo>
                    <a:pt x="4805650" y="20912"/>
                  </a:lnTo>
                  <a:lnTo>
                    <a:pt x="4895409" y="27804"/>
                  </a:lnTo>
                  <a:lnTo>
                    <a:pt x="4989471" y="36109"/>
                  </a:lnTo>
                  <a:lnTo>
                    <a:pt x="5083868" y="45794"/>
                  </a:lnTo>
                  <a:lnTo>
                    <a:pt x="5175512" y="56838"/>
                  </a:lnTo>
                  <a:lnTo>
                    <a:pt x="5262341" y="69260"/>
                  </a:lnTo>
                  <a:lnTo>
                    <a:pt x="5343247" y="83128"/>
                  </a:lnTo>
                  <a:lnTo>
                    <a:pt x="5417893" y="98574"/>
                  </a:lnTo>
                  <a:lnTo>
                    <a:pt x="5486497" y="115784"/>
                  </a:lnTo>
                  <a:lnTo>
                    <a:pt x="5549643" y="135004"/>
                  </a:lnTo>
                  <a:lnTo>
                    <a:pt x="5608125" y="156521"/>
                  </a:lnTo>
                  <a:lnTo>
                    <a:pt x="5662842" y="180648"/>
                  </a:lnTo>
                  <a:lnTo>
                    <a:pt x="5714708" y="207683"/>
                  </a:lnTo>
                  <a:lnTo>
                    <a:pt x="5764573" y="237852"/>
                  </a:lnTo>
                  <a:lnTo>
                    <a:pt x="5784835" y="251299"/>
                  </a:lnTo>
                  <a:lnTo>
                    <a:pt x="5830731" y="284229"/>
                  </a:lnTo>
                  <a:lnTo>
                    <a:pt x="5876180" y="320120"/>
                  </a:lnTo>
                  <a:lnTo>
                    <a:pt x="5921565" y="359025"/>
                  </a:lnTo>
                  <a:lnTo>
                    <a:pt x="5967165" y="400922"/>
                  </a:lnTo>
                  <a:lnTo>
                    <a:pt x="6013167" y="445702"/>
                  </a:lnTo>
                  <a:lnTo>
                    <a:pt x="6059675" y="493167"/>
                  </a:lnTo>
                  <a:lnTo>
                    <a:pt x="6106720" y="543021"/>
                  </a:lnTo>
                  <a:lnTo>
                    <a:pt x="6154267" y="594880"/>
                  </a:lnTo>
                  <a:lnTo>
                    <a:pt x="6202228" y="648280"/>
                  </a:lnTo>
                  <a:lnTo>
                    <a:pt x="6250472" y="702688"/>
                  </a:lnTo>
                  <a:lnTo>
                    <a:pt x="6298840" y="757528"/>
                  </a:lnTo>
                  <a:lnTo>
                    <a:pt x="6347161" y="812206"/>
                  </a:lnTo>
                  <a:lnTo>
                    <a:pt x="6395269" y="866135"/>
                  </a:lnTo>
                  <a:lnTo>
                    <a:pt x="6443019" y="918759"/>
                  </a:lnTo>
                  <a:lnTo>
                    <a:pt x="6490301" y="969580"/>
                  </a:lnTo>
                  <a:lnTo>
                    <a:pt x="6537054" y="1018176"/>
                  </a:lnTo>
                  <a:lnTo>
                    <a:pt x="6583278" y="1064211"/>
                  </a:lnTo>
                  <a:lnTo>
                    <a:pt x="6629044" y="1107441"/>
                  </a:lnTo>
                  <a:lnTo>
                    <a:pt x="6674498" y="1147719"/>
                  </a:lnTo>
                  <a:lnTo>
                    <a:pt x="6719876" y="1184982"/>
                  </a:lnTo>
                  <a:lnTo>
                    <a:pt x="6765513" y="1219251"/>
                  </a:lnTo>
                  <a:lnTo>
                    <a:pt x="6786527" y="1233906"/>
                  </a:lnTo>
                  <a:lnTo>
                    <a:pt x="6835782" y="1265403"/>
                  </a:lnTo>
                  <a:lnTo>
                    <a:pt x="6886721" y="1293717"/>
                  </a:lnTo>
                  <a:lnTo>
                    <a:pt x="6940147" y="1319016"/>
                  </a:lnTo>
                  <a:lnTo>
                    <a:pt x="6996957" y="1341576"/>
                  </a:lnTo>
                  <a:lnTo>
                    <a:pt x="7058065" y="1361712"/>
                  </a:lnTo>
                  <a:lnTo>
                    <a:pt x="7124320" y="1379723"/>
                  </a:lnTo>
                  <a:lnTo>
                    <a:pt x="7196410" y="1395874"/>
                  </a:lnTo>
                  <a:lnTo>
                    <a:pt x="7274725" y="1410377"/>
                  </a:lnTo>
                  <a:lnTo>
                    <a:pt x="7359184" y="1423387"/>
                  </a:lnTo>
                  <a:lnTo>
                    <a:pt x="7449024" y="1434997"/>
                  </a:lnTo>
                  <a:lnTo>
                    <a:pt x="7542596" y="1445246"/>
                  </a:lnTo>
                  <a:lnTo>
                    <a:pt x="7637235" y="1454128"/>
                  </a:lnTo>
                  <a:lnTo>
                    <a:pt x="7729301" y="1461609"/>
                  </a:lnTo>
                  <a:lnTo>
                    <a:pt x="7814497" y="1467665"/>
                  </a:lnTo>
                  <a:lnTo>
                    <a:pt x="7888498" y="1472306"/>
                  </a:lnTo>
                  <a:lnTo>
                    <a:pt x="7947788" y="1475613"/>
                  </a:lnTo>
                  <a:lnTo>
                    <a:pt x="7990479" y="1477742"/>
                  </a:lnTo>
                  <a:lnTo>
                    <a:pt x="8016841" y="1478924"/>
                  </a:lnTo>
                  <a:lnTo>
                    <a:pt x="8029408" y="1479433"/>
                  </a:lnTo>
                  <a:lnTo>
                    <a:pt x="8032819" y="1479558"/>
                  </a:lnTo>
                  <a:lnTo>
                    <a:pt x="8554953" y="1479558"/>
                  </a:lnTo>
                  <a:lnTo>
                    <a:pt x="8554953" y="1473911"/>
                  </a:lnTo>
                  <a:lnTo>
                    <a:pt x="8032819" y="1473911"/>
                  </a:lnTo>
                  <a:lnTo>
                    <a:pt x="8031584" y="1473867"/>
                  </a:lnTo>
                  <a:lnTo>
                    <a:pt x="8023507" y="1473553"/>
                  </a:lnTo>
                  <a:lnTo>
                    <a:pt x="8003295" y="1472685"/>
                  </a:lnTo>
                  <a:lnTo>
                    <a:pt x="7967538" y="1470979"/>
                  </a:lnTo>
                  <a:lnTo>
                    <a:pt x="7915017" y="1468185"/>
                  </a:lnTo>
                  <a:lnTo>
                    <a:pt x="7846765" y="1464111"/>
                  </a:lnTo>
                  <a:lnTo>
                    <a:pt x="7765711" y="1458646"/>
                  </a:lnTo>
                  <a:lnTo>
                    <a:pt x="7675953" y="1451754"/>
                  </a:lnTo>
                  <a:lnTo>
                    <a:pt x="7581891" y="1443449"/>
                  </a:lnTo>
                  <a:lnTo>
                    <a:pt x="7487494" y="1433764"/>
                  </a:lnTo>
                  <a:lnTo>
                    <a:pt x="7395850" y="1422719"/>
                  </a:lnTo>
                  <a:lnTo>
                    <a:pt x="7309021" y="1410298"/>
                  </a:lnTo>
                  <a:lnTo>
                    <a:pt x="7228115" y="1396430"/>
                  </a:lnTo>
                  <a:lnTo>
                    <a:pt x="7153469" y="1380984"/>
                  </a:lnTo>
                  <a:lnTo>
                    <a:pt x="7084864" y="1363773"/>
                  </a:lnTo>
                  <a:lnTo>
                    <a:pt x="7021719" y="1344553"/>
                  </a:lnTo>
                  <a:lnTo>
                    <a:pt x="6963237" y="1323036"/>
                  </a:lnTo>
                  <a:lnTo>
                    <a:pt x="6908520" y="1298910"/>
                  </a:lnTo>
                  <a:lnTo>
                    <a:pt x="6856654" y="1271875"/>
                  </a:lnTo>
                  <a:lnTo>
                    <a:pt x="6806789" y="1241706"/>
                  </a:lnTo>
                  <a:lnTo>
                    <a:pt x="6786527" y="1228259"/>
                  </a:lnTo>
                  <a:lnTo>
                    <a:pt x="6740631" y="1195329"/>
                  </a:lnTo>
                  <a:lnTo>
                    <a:pt x="6695182" y="1159438"/>
                  </a:lnTo>
                  <a:lnTo>
                    <a:pt x="6649797" y="1120533"/>
                  </a:lnTo>
                  <a:lnTo>
                    <a:pt x="6604197" y="1078636"/>
                  </a:lnTo>
                  <a:lnTo>
                    <a:pt x="6558195" y="1033855"/>
                  </a:lnTo>
                  <a:lnTo>
                    <a:pt x="6511687" y="986391"/>
                  </a:lnTo>
                  <a:lnTo>
                    <a:pt x="6464642" y="936537"/>
                  </a:lnTo>
                  <a:lnTo>
                    <a:pt x="6417095" y="884677"/>
                  </a:lnTo>
                  <a:lnTo>
                    <a:pt x="6369134" y="831278"/>
                  </a:lnTo>
                  <a:lnTo>
                    <a:pt x="6320890" y="776870"/>
                  </a:lnTo>
                  <a:lnTo>
                    <a:pt x="6272522" y="722030"/>
                  </a:lnTo>
                  <a:lnTo>
                    <a:pt x="6224201" y="667351"/>
                  </a:lnTo>
                  <a:lnTo>
                    <a:pt x="6176093" y="613423"/>
                  </a:lnTo>
                  <a:lnTo>
                    <a:pt x="6128343" y="560799"/>
                  </a:lnTo>
                  <a:lnTo>
                    <a:pt x="6081061" y="509978"/>
                  </a:lnTo>
                  <a:lnTo>
                    <a:pt x="6034308" y="461382"/>
                  </a:lnTo>
                  <a:lnTo>
                    <a:pt x="5988084" y="415347"/>
                  </a:lnTo>
                  <a:lnTo>
                    <a:pt x="5942318" y="372116"/>
                  </a:lnTo>
                  <a:lnTo>
                    <a:pt x="5896864" y="331839"/>
                  </a:lnTo>
                  <a:lnTo>
                    <a:pt x="5851486" y="294576"/>
                  </a:lnTo>
                  <a:lnTo>
                    <a:pt x="5805848" y="260307"/>
                  </a:lnTo>
                  <a:lnTo>
                    <a:pt x="5784835" y="245651"/>
                  </a:lnTo>
                  <a:lnTo>
                    <a:pt x="5735579" y="214155"/>
                  </a:lnTo>
                  <a:lnTo>
                    <a:pt x="5684641" y="185841"/>
                  </a:lnTo>
                  <a:lnTo>
                    <a:pt x="5631215" y="160542"/>
                  </a:lnTo>
                  <a:lnTo>
                    <a:pt x="5574405" y="137982"/>
                  </a:lnTo>
                  <a:lnTo>
                    <a:pt x="5513297" y="117846"/>
                  </a:lnTo>
                  <a:lnTo>
                    <a:pt x="5447042" y="99835"/>
                  </a:lnTo>
                  <a:lnTo>
                    <a:pt x="5374952" y="83684"/>
                  </a:lnTo>
                  <a:lnTo>
                    <a:pt x="5296637" y="69181"/>
                  </a:lnTo>
                  <a:lnTo>
                    <a:pt x="5212178" y="56171"/>
                  </a:lnTo>
                  <a:lnTo>
                    <a:pt x="5122338" y="44561"/>
                  </a:lnTo>
                  <a:lnTo>
                    <a:pt x="5028766" y="34312"/>
                  </a:lnTo>
                  <a:lnTo>
                    <a:pt x="4934127" y="25430"/>
                  </a:lnTo>
                  <a:lnTo>
                    <a:pt x="4842061" y="17949"/>
                  </a:lnTo>
                  <a:lnTo>
                    <a:pt x="4756865" y="11893"/>
                  </a:lnTo>
                  <a:lnTo>
                    <a:pt x="4682864" y="7252"/>
                  </a:lnTo>
                  <a:lnTo>
                    <a:pt x="4623574" y="3945"/>
                  </a:lnTo>
                  <a:lnTo>
                    <a:pt x="4580883" y="1816"/>
                  </a:lnTo>
                  <a:lnTo>
                    <a:pt x="4554521" y="634"/>
                  </a:lnTo>
                  <a:lnTo>
                    <a:pt x="4541954" y="125"/>
                  </a:lnTo>
                  <a:lnTo>
                    <a:pt x="4538543" y="0"/>
                  </a:lnTo>
                  <a:lnTo>
                    <a:pt x="4016409" y="0"/>
                  </a:lnTo>
                  <a:lnTo>
                    <a:pt x="4015152" y="26"/>
                  </a:lnTo>
                  <a:lnTo>
                    <a:pt x="4006933" y="217"/>
                  </a:lnTo>
                  <a:lnTo>
                    <a:pt x="3986377" y="746"/>
                  </a:lnTo>
                  <a:lnTo>
                    <a:pt x="3950047" y="1784"/>
                  </a:lnTo>
                  <a:lnTo>
                    <a:pt x="3896747" y="3485"/>
                  </a:lnTo>
                  <a:lnTo>
                    <a:pt x="3827591" y="5962"/>
                  </a:lnTo>
                  <a:lnTo>
                    <a:pt x="3745615" y="9282"/>
                  </a:lnTo>
                  <a:lnTo>
                    <a:pt x="3655017" y="13466"/>
                  </a:lnTo>
                  <a:lnTo>
                    <a:pt x="3560274" y="18504"/>
                  </a:lnTo>
                  <a:lnTo>
                    <a:pt x="3465388" y="24375"/>
                  </a:lnTo>
                  <a:lnTo>
                    <a:pt x="3373445" y="31069"/>
                  </a:lnTo>
                  <a:lnTo>
                    <a:pt x="3286479" y="38598"/>
                  </a:lnTo>
                  <a:lnTo>
                    <a:pt x="3205556" y="47007"/>
                  </a:lnTo>
                  <a:lnTo>
                    <a:pt x="3130969" y="56378"/>
                  </a:lnTo>
                  <a:lnTo>
                    <a:pt x="3062459" y="66828"/>
                  </a:lnTo>
                  <a:lnTo>
                    <a:pt x="2999409" y="78509"/>
                  </a:lnTo>
                  <a:lnTo>
                    <a:pt x="2940992" y="91598"/>
                  </a:lnTo>
                  <a:lnTo>
                    <a:pt x="2886290" y="106284"/>
                  </a:lnTo>
                  <a:lnTo>
                    <a:pt x="2834376" y="122749"/>
                  </a:lnTo>
                  <a:lnTo>
                    <a:pt x="2784394" y="141120"/>
                  </a:lnTo>
                  <a:lnTo>
                    <a:pt x="2770117" y="146826"/>
                  </a:lnTo>
                  <a:lnTo>
                    <a:pt x="2719696" y="168558"/>
                  </a:lnTo>
                  <a:lnTo>
                    <a:pt x="2669766" y="192434"/>
                  </a:lnTo>
                  <a:lnTo>
                    <a:pt x="2619838" y="218488"/>
                  </a:lnTo>
                  <a:lnTo>
                    <a:pt x="2569575" y="246684"/>
                  </a:lnTo>
                  <a:lnTo>
                    <a:pt x="2518766" y="276913"/>
                  </a:lnTo>
                  <a:lnTo>
                    <a:pt x="2467317" y="308982"/>
                  </a:lnTo>
                  <a:lnTo>
                    <a:pt x="2415238" y="342619"/>
                  </a:lnTo>
                  <a:lnTo>
                    <a:pt x="2362620" y="377475"/>
                  </a:lnTo>
                  <a:lnTo>
                    <a:pt x="2309626" y="413140"/>
                  </a:lnTo>
                  <a:lnTo>
                    <a:pt x="2256461" y="449164"/>
                  </a:lnTo>
                  <a:lnTo>
                    <a:pt x="2203350" y="485073"/>
                  </a:lnTo>
                  <a:lnTo>
                    <a:pt x="2150514" y="520403"/>
                  </a:lnTo>
                  <a:lnTo>
                    <a:pt x="2098139" y="554719"/>
                  </a:lnTo>
                  <a:lnTo>
                    <a:pt x="2046357" y="587640"/>
                  </a:lnTo>
                  <a:lnTo>
                    <a:pt x="1995222" y="618852"/>
                  </a:lnTo>
                  <a:lnTo>
                    <a:pt x="1944694" y="648120"/>
                  </a:lnTo>
                  <a:lnTo>
                    <a:pt x="1894626" y="675293"/>
                  </a:lnTo>
                  <a:lnTo>
                    <a:pt x="1844748" y="700297"/>
                  </a:lnTo>
                  <a:lnTo>
                    <a:pt x="1794653" y="723132"/>
                  </a:lnTo>
                  <a:lnTo>
                    <a:pt x="1768425" y="734132"/>
                  </a:lnTo>
                  <a:lnTo>
                    <a:pt x="1718865" y="753066"/>
                  </a:lnTo>
                  <a:lnTo>
                    <a:pt x="1667595" y="770076"/>
                  </a:lnTo>
                  <a:lnTo>
                    <a:pt x="1613798" y="785263"/>
                  </a:lnTo>
                  <a:lnTo>
                    <a:pt x="1556558" y="798796"/>
                  </a:lnTo>
                  <a:lnTo>
                    <a:pt x="1494946" y="810867"/>
                  </a:lnTo>
                  <a:lnTo>
                    <a:pt x="1428100" y="821659"/>
                  </a:lnTo>
                  <a:lnTo>
                    <a:pt x="1355326" y="831330"/>
                  </a:lnTo>
                  <a:lnTo>
                    <a:pt x="1276244" y="840008"/>
                  </a:lnTo>
                  <a:lnTo>
                    <a:pt x="1190964" y="847787"/>
                  </a:lnTo>
                  <a:lnTo>
                    <a:pt x="1100304" y="854721"/>
                  </a:lnTo>
                  <a:lnTo>
                    <a:pt x="1006002" y="860832"/>
                  </a:lnTo>
                  <a:lnTo>
                    <a:pt x="910840" y="866114"/>
                  </a:lnTo>
                  <a:lnTo>
                    <a:pt x="818584" y="870548"/>
                  </a:lnTo>
                  <a:lnTo>
                    <a:pt x="733639" y="874119"/>
                  </a:lnTo>
                  <a:lnTo>
                    <a:pt x="660374" y="876837"/>
                  </a:lnTo>
                  <a:lnTo>
                    <a:pt x="602252" y="878753"/>
                  </a:lnTo>
                  <a:lnTo>
                    <a:pt x="561005" y="879970"/>
                  </a:lnTo>
                  <a:lnTo>
                    <a:pt x="536123" y="880629"/>
                  </a:lnTo>
                  <a:lnTo>
                    <a:pt x="524790" y="880900"/>
                  </a:lnTo>
                  <a:lnTo>
                    <a:pt x="522133" y="880958"/>
                  </a:lnTo>
                  <a:lnTo>
                    <a:pt x="0" y="880958"/>
                  </a:lnTo>
                  <a:close/>
                </a:path>
              </a:pathLst>
            </a:custGeom>
            <a:solidFill>
              <a:srgbClr val="8BC34A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1491" name="pl1491"/>
            <p:cNvSpPr/>
            <p:nvPr/>
          </p:nvSpPr>
          <p:spPr>
            <a:xfrm>
              <a:off x="386606" y="4184193"/>
              <a:ext cx="8554953" cy="1473911"/>
            </a:xfrm>
            <a:custGeom>
              <a:avLst/>
              <a:pathLst>
                <a:path w="8554953" h="1473911">
                  <a:moveTo>
                    <a:pt x="0" y="880958"/>
                  </a:moveTo>
                  <a:lnTo>
                    <a:pt x="522133" y="880958"/>
                  </a:lnTo>
                  <a:lnTo>
                    <a:pt x="523390" y="880931"/>
                  </a:lnTo>
                  <a:lnTo>
                    <a:pt x="531609" y="880740"/>
                  </a:lnTo>
                  <a:lnTo>
                    <a:pt x="552165" y="880212"/>
                  </a:lnTo>
                  <a:lnTo>
                    <a:pt x="588496" y="879173"/>
                  </a:lnTo>
                  <a:lnTo>
                    <a:pt x="641795" y="877473"/>
                  </a:lnTo>
                  <a:lnTo>
                    <a:pt x="710951" y="874996"/>
                  </a:lnTo>
                  <a:lnTo>
                    <a:pt x="792928" y="871676"/>
                  </a:lnTo>
                  <a:lnTo>
                    <a:pt x="883525" y="867492"/>
                  </a:lnTo>
                  <a:lnTo>
                    <a:pt x="978268" y="862454"/>
                  </a:lnTo>
                  <a:lnTo>
                    <a:pt x="1073155" y="856583"/>
                  </a:lnTo>
                  <a:lnTo>
                    <a:pt x="1165097" y="849889"/>
                  </a:lnTo>
                  <a:lnTo>
                    <a:pt x="1252063" y="842360"/>
                  </a:lnTo>
                  <a:lnTo>
                    <a:pt x="1332987" y="833951"/>
                  </a:lnTo>
                  <a:lnTo>
                    <a:pt x="1407573" y="824580"/>
                  </a:lnTo>
                  <a:lnTo>
                    <a:pt x="1476083" y="814130"/>
                  </a:lnTo>
                  <a:lnTo>
                    <a:pt x="1539133" y="802449"/>
                  </a:lnTo>
                  <a:lnTo>
                    <a:pt x="1597550" y="789360"/>
                  </a:lnTo>
                  <a:lnTo>
                    <a:pt x="1652252" y="774673"/>
                  </a:lnTo>
                  <a:lnTo>
                    <a:pt x="1704166" y="758208"/>
                  </a:lnTo>
                  <a:lnTo>
                    <a:pt x="1754148" y="739837"/>
                  </a:lnTo>
                  <a:lnTo>
                    <a:pt x="1768425" y="734132"/>
                  </a:lnTo>
                  <a:lnTo>
                    <a:pt x="1818846" y="712399"/>
                  </a:lnTo>
                  <a:lnTo>
                    <a:pt x="1868776" y="688523"/>
                  </a:lnTo>
                  <a:lnTo>
                    <a:pt x="1918704" y="662470"/>
                  </a:lnTo>
                  <a:lnTo>
                    <a:pt x="1968967" y="634274"/>
                  </a:lnTo>
                  <a:lnTo>
                    <a:pt x="2019777" y="604045"/>
                  </a:lnTo>
                  <a:lnTo>
                    <a:pt x="2071225" y="571975"/>
                  </a:lnTo>
                  <a:lnTo>
                    <a:pt x="2123305" y="538339"/>
                  </a:lnTo>
                  <a:lnTo>
                    <a:pt x="2175922" y="503483"/>
                  </a:lnTo>
                  <a:lnTo>
                    <a:pt x="2228916" y="467817"/>
                  </a:lnTo>
                  <a:lnTo>
                    <a:pt x="2282081" y="431794"/>
                  </a:lnTo>
                  <a:lnTo>
                    <a:pt x="2335192" y="395885"/>
                  </a:lnTo>
                  <a:lnTo>
                    <a:pt x="2388028" y="360555"/>
                  </a:lnTo>
                  <a:lnTo>
                    <a:pt x="2440403" y="326238"/>
                  </a:lnTo>
                  <a:lnTo>
                    <a:pt x="2492185" y="293318"/>
                  </a:lnTo>
                  <a:lnTo>
                    <a:pt x="2543320" y="262106"/>
                  </a:lnTo>
                  <a:lnTo>
                    <a:pt x="2593848" y="232837"/>
                  </a:lnTo>
                  <a:lnTo>
                    <a:pt x="2643916" y="205665"/>
                  </a:lnTo>
                  <a:lnTo>
                    <a:pt x="2693794" y="180660"/>
                  </a:lnTo>
                  <a:lnTo>
                    <a:pt x="2743889" y="157825"/>
                  </a:lnTo>
                  <a:lnTo>
                    <a:pt x="2770117" y="146826"/>
                  </a:lnTo>
                  <a:lnTo>
                    <a:pt x="2819678" y="127892"/>
                  </a:lnTo>
                  <a:lnTo>
                    <a:pt x="2870947" y="110882"/>
                  </a:lnTo>
                  <a:lnTo>
                    <a:pt x="2924744" y="95695"/>
                  </a:lnTo>
                  <a:lnTo>
                    <a:pt x="2981984" y="82161"/>
                  </a:lnTo>
                  <a:lnTo>
                    <a:pt x="3043596" y="70090"/>
                  </a:lnTo>
                  <a:lnTo>
                    <a:pt x="3110442" y="59299"/>
                  </a:lnTo>
                  <a:lnTo>
                    <a:pt x="3183216" y="49628"/>
                  </a:lnTo>
                  <a:lnTo>
                    <a:pt x="3262298" y="40950"/>
                  </a:lnTo>
                  <a:lnTo>
                    <a:pt x="3347578" y="33171"/>
                  </a:lnTo>
                  <a:lnTo>
                    <a:pt x="3438238" y="26237"/>
                  </a:lnTo>
                  <a:lnTo>
                    <a:pt x="3532540" y="20126"/>
                  </a:lnTo>
                  <a:lnTo>
                    <a:pt x="3627702" y="14843"/>
                  </a:lnTo>
                  <a:lnTo>
                    <a:pt x="3719958" y="10409"/>
                  </a:lnTo>
                  <a:lnTo>
                    <a:pt x="3804903" y="6839"/>
                  </a:lnTo>
                  <a:lnTo>
                    <a:pt x="3878169" y="4121"/>
                  </a:lnTo>
                  <a:lnTo>
                    <a:pt x="3936290" y="2205"/>
                  </a:lnTo>
                  <a:lnTo>
                    <a:pt x="3977537" y="988"/>
                  </a:lnTo>
                  <a:lnTo>
                    <a:pt x="4002420" y="329"/>
                  </a:lnTo>
                  <a:lnTo>
                    <a:pt x="4013752" y="57"/>
                  </a:lnTo>
                  <a:lnTo>
                    <a:pt x="4016377" y="0"/>
                  </a:lnTo>
                  <a:lnTo>
                    <a:pt x="4016409" y="0"/>
                  </a:lnTo>
                  <a:lnTo>
                    <a:pt x="4538543" y="0"/>
                  </a:lnTo>
                  <a:lnTo>
                    <a:pt x="4539778" y="43"/>
                  </a:lnTo>
                  <a:lnTo>
                    <a:pt x="4547855" y="358"/>
                  </a:lnTo>
                  <a:lnTo>
                    <a:pt x="4568067" y="1226"/>
                  </a:lnTo>
                  <a:lnTo>
                    <a:pt x="4603824" y="2931"/>
                  </a:lnTo>
                  <a:lnTo>
                    <a:pt x="4656345" y="5726"/>
                  </a:lnTo>
                  <a:lnTo>
                    <a:pt x="4724597" y="9800"/>
                  </a:lnTo>
                  <a:lnTo>
                    <a:pt x="4805650" y="15264"/>
                  </a:lnTo>
                  <a:lnTo>
                    <a:pt x="4895409" y="22157"/>
                  </a:lnTo>
                  <a:lnTo>
                    <a:pt x="4989471" y="30462"/>
                  </a:lnTo>
                  <a:lnTo>
                    <a:pt x="5083868" y="40147"/>
                  </a:lnTo>
                  <a:lnTo>
                    <a:pt x="5175512" y="51191"/>
                  </a:lnTo>
                  <a:lnTo>
                    <a:pt x="5262341" y="63613"/>
                  </a:lnTo>
                  <a:lnTo>
                    <a:pt x="5343247" y="77481"/>
                  </a:lnTo>
                  <a:lnTo>
                    <a:pt x="5417893" y="92926"/>
                  </a:lnTo>
                  <a:lnTo>
                    <a:pt x="5486497" y="110137"/>
                  </a:lnTo>
                  <a:lnTo>
                    <a:pt x="5549643" y="129357"/>
                  </a:lnTo>
                  <a:lnTo>
                    <a:pt x="5608125" y="150874"/>
                  </a:lnTo>
                  <a:lnTo>
                    <a:pt x="5662842" y="175001"/>
                  </a:lnTo>
                  <a:lnTo>
                    <a:pt x="5714708" y="202036"/>
                  </a:lnTo>
                  <a:lnTo>
                    <a:pt x="5764573" y="232205"/>
                  </a:lnTo>
                  <a:lnTo>
                    <a:pt x="5784835" y="245651"/>
                  </a:lnTo>
                  <a:lnTo>
                    <a:pt x="5830731" y="278582"/>
                  </a:lnTo>
                  <a:lnTo>
                    <a:pt x="5876180" y="314473"/>
                  </a:lnTo>
                  <a:lnTo>
                    <a:pt x="5921565" y="353378"/>
                  </a:lnTo>
                  <a:lnTo>
                    <a:pt x="5967165" y="395275"/>
                  </a:lnTo>
                  <a:lnTo>
                    <a:pt x="6013167" y="440055"/>
                  </a:lnTo>
                  <a:lnTo>
                    <a:pt x="6059675" y="487519"/>
                  </a:lnTo>
                  <a:lnTo>
                    <a:pt x="6106720" y="537374"/>
                  </a:lnTo>
                  <a:lnTo>
                    <a:pt x="6154267" y="589233"/>
                  </a:lnTo>
                  <a:lnTo>
                    <a:pt x="6202228" y="642633"/>
                  </a:lnTo>
                  <a:lnTo>
                    <a:pt x="6250472" y="697040"/>
                  </a:lnTo>
                  <a:lnTo>
                    <a:pt x="6298840" y="751881"/>
                  </a:lnTo>
                  <a:lnTo>
                    <a:pt x="6347161" y="806559"/>
                  </a:lnTo>
                  <a:lnTo>
                    <a:pt x="6395269" y="860487"/>
                  </a:lnTo>
                  <a:lnTo>
                    <a:pt x="6443019" y="913111"/>
                  </a:lnTo>
                  <a:lnTo>
                    <a:pt x="6490301" y="963933"/>
                  </a:lnTo>
                  <a:lnTo>
                    <a:pt x="6537054" y="1012529"/>
                  </a:lnTo>
                  <a:lnTo>
                    <a:pt x="6583278" y="1058564"/>
                  </a:lnTo>
                  <a:lnTo>
                    <a:pt x="6629044" y="1101794"/>
                  </a:lnTo>
                  <a:lnTo>
                    <a:pt x="6674498" y="1142071"/>
                  </a:lnTo>
                  <a:lnTo>
                    <a:pt x="6719876" y="1179334"/>
                  </a:lnTo>
                  <a:lnTo>
                    <a:pt x="6765513" y="1213604"/>
                  </a:lnTo>
                  <a:lnTo>
                    <a:pt x="6786527" y="1228259"/>
                  </a:lnTo>
                  <a:lnTo>
                    <a:pt x="6835782" y="1259756"/>
                  </a:lnTo>
                  <a:lnTo>
                    <a:pt x="6886721" y="1288070"/>
                  </a:lnTo>
                  <a:lnTo>
                    <a:pt x="6940147" y="1313368"/>
                  </a:lnTo>
                  <a:lnTo>
                    <a:pt x="6996957" y="1335929"/>
                  </a:lnTo>
                  <a:lnTo>
                    <a:pt x="7058065" y="1356064"/>
                  </a:lnTo>
                  <a:lnTo>
                    <a:pt x="7124320" y="1374076"/>
                  </a:lnTo>
                  <a:lnTo>
                    <a:pt x="7196410" y="1390227"/>
                  </a:lnTo>
                  <a:lnTo>
                    <a:pt x="7274725" y="1404730"/>
                  </a:lnTo>
                  <a:lnTo>
                    <a:pt x="7359184" y="1417740"/>
                  </a:lnTo>
                  <a:lnTo>
                    <a:pt x="7449024" y="1429350"/>
                  </a:lnTo>
                  <a:lnTo>
                    <a:pt x="7542596" y="1439599"/>
                  </a:lnTo>
                  <a:lnTo>
                    <a:pt x="7637235" y="1448480"/>
                  </a:lnTo>
                  <a:lnTo>
                    <a:pt x="7729301" y="1455962"/>
                  </a:lnTo>
                  <a:lnTo>
                    <a:pt x="7814497" y="1462018"/>
                  </a:lnTo>
                  <a:lnTo>
                    <a:pt x="7888498" y="1466659"/>
                  </a:lnTo>
                  <a:lnTo>
                    <a:pt x="7947788" y="1469965"/>
                  </a:lnTo>
                  <a:lnTo>
                    <a:pt x="7990479" y="1472095"/>
                  </a:lnTo>
                  <a:lnTo>
                    <a:pt x="8016841" y="1473277"/>
                  </a:lnTo>
                  <a:lnTo>
                    <a:pt x="8029408" y="1473786"/>
                  </a:lnTo>
                  <a:lnTo>
                    <a:pt x="8032728" y="1473908"/>
                  </a:lnTo>
                  <a:lnTo>
                    <a:pt x="8032819" y="1473911"/>
                  </a:lnTo>
                  <a:lnTo>
                    <a:pt x="8554953" y="1473911"/>
                  </a:lnTo>
                  <a:lnTo>
                    <a:pt x="8554953" y="1473911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492" name="pl1492"/>
            <p:cNvSpPr/>
            <p:nvPr/>
          </p:nvSpPr>
          <p:spPr>
            <a:xfrm>
              <a:off x="386606" y="4178545"/>
              <a:ext cx="8554953" cy="1473911"/>
            </a:xfrm>
            <a:custGeom>
              <a:avLst/>
              <a:pathLst>
                <a:path w="8554953" h="1473911">
                  <a:moveTo>
                    <a:pt x="8554953" y="1473911"/>
                  </a:moveTo>
                  <a:lnTo>
                    <a:pt x="8032819" y="1473911"/>
                  </a:lnTo>
                  <a:lnTo>
                    <a:pt x="8031584" y="1473867"/>
                  </a:lnTo>
                  <a:lnTo>
                    <a:pt x="8023507" y="1473553"/>
                  </a:lnTo>
                  <a:lnTo>
                    <a:pt x="8003295" y="1472685"/>
                  </a:lnTo>
                  <a:lnTo>
                    <a:pt x="7967538" y="1470979"/>
                  </a:lnTo>
                  <a:lnTo>
                    <a:pt x="7915017" y="1468185"/>
                  </a:lnTo>
                  <a:lnTo>
                    <a:pt x="7846765" y="1464111"/>
                  </a:lnTo>
                  <a:lnTo>
                    <a:pt x="7765711" y="1458646"/>
                  </a:lnTo>
                  <a:lnTo>
                    <a:pt x="7675953" y="1451754"/>
                  </a:lnTo>
                  <a:lnTo>
                    <a:pt x="7581891" y="1443449"/>
                  </a:lnTo>
                  <a:lnTo>
                    <a:pt x="7487494" y="1433764"/>
                  </a:lnTo>
                  <a:lnTo>
                    <a:pt x="7395850" y="1422719"/>
                  </a:lnTo>
                  <a:lnTo>
                    <a:pt x="7309021" y="1410298"/>
                  </a:lnTo>
                  <a:lnTo>
                    <a:pt x="7228115" y="1396430"/>
                  </a:lnTo>
                  <a:lnTo>
                    <a:pt x="7153469" y="1380984"/>
                  </a:lnTo>
                  <a:lnTo>
                    <a:pt x="7084864" y="1363773"/>
                  </a:lnTo>
                  <a:lnTo>
                    <a:pt x="7021719" y="1344553"/>
                  </a:lnTo>
                  <a:lnTo>
                    <a:pt x="6963237" y="1323036"/>
                  </a:lnTo>
                  <a:lnTo>
                    <a:pt x="6908520" y="1298910"/>
                  </a:lnTo>
                  <a:lnTo>
                    <a:pt x="6856654" y="1271875"/>
                  </a:lnTo>
                  <a:lnTo>
                    <a:pt x="6806789" y="1241706"/>
                  </a:lnTo>
                  <a:lnTo>
                    <a:pt x="6786527" y="1228259"/>
                  </a:lnTo>
                  <a:lnTo>
                    <a:pt x="6740631" y="1195329"/>
                  </a:lnTo>
                  <a:lnTo>
                    <a:pt x="6695182" y="1159438"/>
                  </a:lnTo>
                  <a:lnTo>
                    <a:pt x="6649797" y="1120533"/>
                  </a:lnTo>
                  <a:lnTo>
                    <a:pt x="6604197" y="1078636"/>
                  </a:lnTo>
                  <a:lnTo>
                    <a:pt x="6558195" y="1033855"/>
                  </a:lnTo>
                  <a:lnTo>
                    <a:pt x="6511687" y="986391"/>
                  </a:lnTo>
                  <a:lnTo>
                    <a:pt x="6464642" y="936537"/>
                  </a:lnTo>
                  <a:lnTo>
                    <a:pt x="6417095" y="884677"/>
                  </a:lnTo>
                  <a:lnTo>
                    <a:pt x="6369134" y="831278"/>
                  </a:lnTo>
                  <a:lnTo>
                    <a:pt x="6320890" y="776870"/>
                  </a:lnTo>
                  <a:lnTo>
                    <a:pt x="6272522" y="722030"/>
                  </a:lnTo>
                  <a:lnTo>
                    <a:pt x="6224201" y="667351"/>
                  </a:lnTo>
                  <a:lnTo>
                    <a:pt x="6176093" y="613423"/>
                  </a:lnTo>
                  <a:lnTo>
                    <a:pt x="6128343" y="560799"/>
                  </a:lnTo>
                  <a:lnTo>
                    <a:pt x="6081061" y="509978"/>
                  </a:lnTo>
                  <a:lnTo>
                    <a:pt x="6034308" y="461382"/>
                  </a:lnTo>
                  <a:lnTo>
                    <a:pt x="5988084" y="415347"/>
                  </a:lnTo>
                  <a:lnTo>
                    <a:pt x="5942318" y="372116"/>
                  </a:lnTo>
                  <a:lnTo>
                    <a:pt x="5896864" y="331839"/>
                  </a:lnTo>
                  <a:lnTo>
                    <a:pt x="5851486" y="294576"/>
                  </a:lnTo>
                  <a:lnTo>
                    <a:pt x="5805848" y="260307"/>
                  </a:lnTo>
                  <a:lnTo>
                    <a:pt x="5784835" y="245651"/>
                  </a:lnTo>
                  <a:lnTo>
                    <a:pt x="5735579" y="214155"/>
                  </a:lnTo>
                  <a:lnTo>
                    <a:pt x="5684641" y="185841"/>
                  </a:lnTo>
                  <a:lnTo>
                    <a:pt x="5631215" y="160542"/>
                  </a:lnTo>
                  <a:lnTo>
                    <a:pt x="5574405" y="137982"/>
                  </a:lnTo>
                  <a:lnTo>
                    <a:pt x="5513297" y="117846"/>
                  </a:lnTo>
                  <a:lnTo>
                    <a:pt x="5447042" y="99835"/>
                  </a:lnTo>
                  <a:lnTo>
                    <a:pt x="5374952" y="83684"/>
                  </a:lnTo>
                  <a:lnTo>
                    <a:pt x="5296637" y="69181"/>
                  </a:lnTo>
                  <a:lnTo>
                    <a:pt x="5212178" y="56171"/>
                  </a:lnTo>
                  <a:lnTo>
                    <a:pt x="5122338" y="44561"/>
                  </a:lnTo>
                  <a:lnTo>
                    <a:pt x="5028766" y="34312"/>
                  </a:lnTo>
                  <a:lnTo>
                    <a:pt x="4934127" y="25430"/>
                  </a:lnTo>
                  <a:lnTo>
                    <a:pt x="4842061" y="17949"/>
                  </a:lnTo>
                  <a:lnTo>
                    <a:pt x="4756865" y="11893"/>
                  </a:lnTo>
                  <a:lnTo>
                    <a:pt x="4682864" y="7252"/>
                  </a:lnTo>
                  <a:lnTo>
                    <a:pt x="4623574" y="3945"/>
                  </a:lnTo>
                  <a:lnTo>
                    <a:pt x="4580883" y="1816"/>
                  </a:lnTo>
                  <a:lnTo>
                    <a:pt x="4554521" y="634"/>
                  </a:lnTo>
                  <a:lnTo>
                    <a:pt x="4541954" y="125"/>
                  </a:lnTo>
                  <a:lnTo>
                    <a:pt x="4538634" y="3"/>
                  </a:lnTo>
                  <a:lnTo>
                    <a:pt x="4538543" y="0"/>
                  </a:lnTo>
                  <a:lnTo>
                    <a:pt x="4016409" y="0"/>
                  </a:lnTo>
                  <a:lnTo>
                    <a:pt x="4015152" y="26"/>
                  </a:lnTo>
                  <a:lnTo>
                    <a:pt x="4006933" y="217"/>
                  </a:lnTo>
                  <a:lnTo>
                    <a:pt x="3986377" y="746"/>
                  </a:lnTo>
                  <a:lnTo>
                    <a:pt x="3950047" y="1784"/>
                  </a:lnTo>
                  <a:lnTo>
                    <a:pt x="3896747" y="3485"/>
                  </a:lnTo>
                  <a:lnTo>
                    <a:pt x="3827591" y="5962"/>
                  </a:lnTo>
                  <a:lnTo>
                    <a:pt x="3745615" y="9282"/>
                  </a:lnTo>
                  <a:lnTo>
                    <a:pt x="3655017" y="13466"/>
                  </a:lnTo>
                  <a:lnTo>
                    <a:pt x="3560274" y="18504"/>
                  </a:lnTo>
                  <a:lnTo>
                    <a:pt x="3465388" y="24375"/>
                  </a:lnTo>
                  <a:lnTo>
                    <a:pt x="3373445" y="31069"/>
                  </a:lnTo>
                  <a:lnTo>
                    <a:pt x="3286479" y="38598"/>
                  </a:lnTo>
                  <a:lnTo>
                    <a:pt x="3205556" y="47007"/>
                  </a:lnTo>
                  <a:lnTo>
                    <a:pt x="3130969" y="56378"/>
                  </a:lnTo>
                  <a:lnTo>
                    <a:pt x="3062459" y="66828"/>
                  </a:lnTo>
                  <a:lnTo>
                    <a:pt x="2999409" y="78509"/>
                  </a:lnTo>
                  <a:lnTo>
                    <a:pt x="2940992" y="91598"/>
                  </a:lnTo>
                  <a:lnTo>
                    <a:pt x="2886290" y="106284"/>
                  </a:lnTo>
                  <a:lnTo>
                    <a:pt x="2834376" y="122749"/>
                  </a:lnTo>
                  <a:lnTo>
                    <a:pt x="2784394" y="141120"/>
                  </a:lnTo>
                  <a:lnTo>
                    <a:pt x="2770117" y="146826"/>
                  </a:lnTo>
                  <a:lnTo>
                    <a:pt x="2719696" y="168558"/>
                  </a:lnTo>
                  <a:lnTo>
                    <a:pt x="2669766" y="192434"/>
                  </a:lnTo>
                  <a:lnTo>
                    <a:pt x="2619838" y="218488"/>
                  </a:lnTo>
                  <a:lnTo>
                    <a:pt x="2569575" y="246684"/>
                  </a:lnTo>
                  <a:lnTo>
                    <a:pt x="2518766" y="276913"/>
                  </a:lnTo>
                  <a:lnTo>
                    <a:pt x="2467317" y="308982"/>
                  </a:lnTo>
                  <a:lnTo>
                    <a:pt x="2415238" y="342619"/>
                  </a:lnTo>
                  <a:lnTo>
                    <a:pt x="2362620" y="377475"/>
                  </a:lnTo>
                  <a:lnTo>
                    <a:pt x="2309626" y="413140"/>
                  </a:lnTo>
                  <a:lnTo>
                    <a:pt x="2256461" y="449164"/>
                  </a:lnTo>
                  <a:lnTo>
                    <a:pt x="2203350" y="485073"/>
                  </a:lnTo>
                  <a:lnTo>
                    <a:pt x="2150514" y="520403"/>
                  </a:lnTo>
                  <a:lnTo>
                    <a:pt x="2098139" y="554719"/>
                  </a:lnTo>
                  <a:lnTo>
                    <a:pt x="2046357" y="587640"/>
                  </a:lnTo>
                  <a:lnTo>
                    <a:pt x="1995222" y="618852"/>
                  </a:lnTo>
                  <a:lnTo>
                    <a:pt x="1944694" y="648120"/>
                  </a:lnTo>
                  <a:lnTo>
                    <a:pt x="1894626" y="675293"/>
                  </a:lnTo>
                  <a:lnTo>
                    <a:pt x="1844748" y="700297"/>
                  </a:lnTo>
                  <a:lnTo>
                    <a:pt x="1794653" y="723132"/>
                  </a:lnTo>
                  <a:lnTo>
                    <a:pt x="1768425" y="734132"/>
                  </a:lnTo>
                  <a:lnTo>
                    <a:pt x="1718865" y="753066"/>
                  </a:lnTo>
                  <a:lnTo>
                    <a:pt x="1667595" y="770076"/>
                  </a:lnTo>
                  <a:lnTo>
                    <a:pt x="1613798" y="785263"/>
                  </a:lnTo>
                  <a:lnTo>
                    <a:pt x="1556558" y="798796"/>
                  </a:lnTo>
                  <a:lnTo>
                    <a:pt x="1494946" y="810867"/>
                  </a:lnTo>
                  <a:lnTo>
                    <a:pt x="1428100" y="821659"/>
                  </a:lnTo>
                  <a:lnTo>
                    <a:pt x="1355326" y="831330"/>
                  </a:lnTo>
                  <a:lnTo>
                    <a:pt x="1276244" y="840008"/>
                  </a:lnTo>
                  <a:lnTo>
                    <a:pt x="1190964" y="847787"/>
                  </a:lnTo>
                  <a:lnTo>
                    <a:pt x="1100304" y="854721"/>
                  </a:lnTo>
                  <a:lnTo>
                    <a:pt x="1006002" y="860832"/>
                  </a:lnTo>
                  <a:lnTo>
                    <a:pt x="910840" y="866114"/>
                  </a:lnTo>
                  <a:lnTo>
                    <a:pt x="818584" y="870548"/>
                  </a:lnTo>
                  <a:lnTo>
                    <a:pt x="733639" y="874119"/>
                  </a:lnTo>
                  <a:lnTo>
                    <a:pt x="660374" y="876837"/>
                  </a:lnTo>
                  <a:lnTo>
                    <a:pt x="602252" y="878753"/>
                  </a:lnTo>
                  <a:lnTo>
                    <a:pt x="561005" y="879970"/>
                  </a:lnTo>
                  <a:lnTo>
                    <a:pt x="536123" y="880629"/>
                  </a:lnTo>
                  <a:lnTo>
                    <a:pt x="524790" y="880900"/>
                  </a:lnTo>
                  <a:lnTo>
                    <a:pt x="522165" y="880958"/>
                  </a:lnTo>
                  <a:lnTo>
                    <a:pt x="522133" y="880958"/>
                  </a:lnTo>
                  <a:lnTo>
                    <a:pt x="0" y="880958"/>
                  </a:lnTo>
                  <a:lnTo>
                    <a:pt x="0" y="880958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493" name="pg1493"/>
            <p:cNvSpPr/>
            <p:nvPr/>
          </p:nvSpPr>
          <p:spPr>
            <a:xfrm>
              <a:off x="386606" y="4534317"/>
              <a:ext cx="8554953" cy="542128"/>
            </a:xfrm>
            <a:custGeom>
              <a:avLst/>
              <a:pathLst>
                <a:path w="8554953" h="542128">
                  <a:moveTo>
                    <a:pt x="0" y="542128"/>
                  </a:moveTo>
                  <a:lnTo>
                    <a:pt x="522133" y="542128"/>
                  </a:lnTo>
                  <a:lnTo>
                    <a:pt x="523398" y="542112"/>
                  </a:lnTo>
                  <a:lnTo>
                    <a:pt x="531669" y="541994"/>
                  </a:lnTo>
                  <a:lnTo>
                    <a:pt x="552347" y="541670"/>
                  </a:lnTo>
                  <a:lnTo>
                    <a:pt x="588884" y="541034"/>
                  </a:lnTo>
                  <a:lnTo>
                    <a:pt x="642463" y="539992"/>
                  </a:lnTo>
                  <a:lnTo>
                    <a:pt x="711942" y="538474"/>
                  </a:lnTo>
                  <a:lnTo>
                    <a:pt x="794248" y="536441"/>
                  </a:lnTo>
                  <a:lnTo>
                    <a:pt x="885143" y="533879"/>
                  </a:lnTo>
                  <a:lnTo>
                    <a:pt x="980127" y="530795"/>
                  </a:lnTo>
                  <a:lnTo>
                    <a:pt x="1075185" y="527201"/>
                  </a:lnTo>
                  <a:lnTo>
                    <a:pt x="1167232" y="523104"/>
                  </a:lnTo>
                  <a:lnTo>
                    <a:pt x="1254245" y="518496"/>
                  </a:lnTo>
                  <a:lnTo>
                    <a:pt x="1335172" y="513349"/>
                  </a:lnTo>
                  <a:lnTo>
                    <a:pt x="1409736" y="507612"/>
                  </a:lnTo>
                  <a:lnTo>
                    <a:pt x="1478212" y="501212"/>
                  </a:lnTo>
                  <a:lnTo>
                    <a:pt x="1541229" y="494057"/>
                  </a:lnTo>
                  <a:lnTo>
                    <a:pt x="1599623" y="486036"/>
                  </a:lnTo>
                  <a:lnTo>
                    <a:pt x="1654321" y="477033"/>
                  </a:lnTo>
                  <a:lnTo>
                    <a:pt x="1706254" y="466939"/>
                  </a:lnTo>
                  <a:lnTo>
                    <a:pt x="1756280" y="455678"/>
                  </a:lnTo>
                  <a:lnTo>
                    <a:pt x="1768425" y="452714"/>
                  </a:lnTo>
                  <a:lnTo>
                    <a:pt x="1821092" y="438856"/>
                  </a:lnTo>
                  <a:lnTo>
                    <a:pt x="1873249" y="423571"/>
                  </a:lnTo>
                  <a:lnTo>
                    <a:pt x="1925441" y="406839"/>
                  </a:lnTo>
                  <a:lnTo>
                    <a:pt x="1978038" y="388689"/>
                  </a:lnTo>
                  <a:lnTo>
                    <a:pt x="2031256" y="369208"/>
                  </a:lnTo>
                  <a:lnTo>
                    <a:pt x="2085179" y="348539"/>
                  </a:lnTo>
                  <a:lnTo>
                    <a:pt x="2139771" y="326887"/>
                  </a:lnTo>
                  <a:lnTo>
                    <a:pt x="2194902" y="304505"/>
                  </a:lnTo>
                  <a:lnTo>
                    <a:pt x="2250367" y="281691"/>
                  </a:lnTo>
                  <a:lnTo>
                    <a:pt x="2305921" y="258765"/>
                  </a:lnTo>
                  <a:lnTo>
                    <a:pt x="2361304" y="236055"/>
                  </a:lnTo>
                  <a:lnTo>
                    <a:pt x="2416282" y="213876"/>
                  </a:lnTo>
                  <a:lnTo>
                    <a:pt x="2470670" y="192513"/>
                  </a:lnTo>
                  <a:lnTo>
                    <a:pt x="2524367" y="172204"/>
                  </a:lnTo>
                  <a:lnTo>
                    <a:pt x="2577372" y="153135"/>
                  </a:lnTo>
                  <a:lnTo>
                    <a:pt x="2629809" y="135432"/>
                  </a:lnTo>
                  <a:lnTo>
                    <a:pt x="2681941" y="119162"/>
                  </a:lnTo>
                  <a:lnTo>
                    <a:pt x="2734193" y="104337"/>
                  </a:lnTo>
                  <a:lnTo>
                    <a:pt x="2770117" y="95060"/>
                  </a:lnTo>
                  <a:lnTo>
                    <a:pt x="2819786" y="83506"/>
                  </a:lnTo>
                  <a:lnTo>
                    <a:pt x="2871174" y="73129"/>
                  </a:lnTo>
                  <a:lnTo>
                    <a:pt x="2925104" y="63866"/>
                  </a:lnTo>
                  <a:lnTo>
                    <a:pt x="2982497" y="55614"/>
                  </a:lnTo>
                  <a:lnTo>
                    <a:pt x="3044290" y="48255"/>
                  </a:lnTo>
                  <a:lnTo>
                    <a:pt x="3111348" y="41678"/>
                  </a:lnTo>
                  <a:lnTo>
                    <a:pt x="3184367" y="35785"/>
                  </a:lnTo>
                  <a:lnTo>
                    <a:pt x="3263724" y="30498"/>
                  </a:lnTo>
                  <a:lnTo>
                    <a:pt x="3349297" y="25760"/>
                  </a:lnTo>
                  <a:lnTo>
                    <a:pt x="3440249" y="21539"/>
                  </a:lnTo>
                  <a:lnTo>
                    <a:pt x="3534809" y="17821"/>
                  </a:lnTo>
                  <a:lnTo>
                    <a:pt x="3630154" y="14610"/>
                  </a:lnTo>
                  <a:lnTo>
                    <a:pt x="3722470" y="11918"/>
                  </a:lnTo>
                  <a:lnTo>
                    <a:pt x="3807316" y="9754"/>
                  </a:lnTo>
                  <a:lnTo>
                    <a:pt x="3880309" y="8111"/>
                  </a:lnTo>
                  <a:lnTo>
                    <a:pt x="3938005" y="6957"/>
                  </a:lnTo>
                  <a:lnTo>
                    <a:pt x="3978732" y="6229"/>
                  </a:lnTo>
                  <a:lnTo>
                    <a:pt x="4003090" y="5837"/>
                  </a:lnTo>
                  <a:lnTo>
                    <a:pt x="4013992" y="5679"/>
                  </a:lnTo>
                  <a:lnTo>
                    <a:pt x="4016409" y="5647"/>
                  </a:lnTo>
                  <a:lnTo>
                    <a:pt x="4538543" y="5647"/>
                  </a:lnTo>
                  <a:lnTo>
                    <a:pt x="4539812" y="5655"/>
                  </a:lnTo>
                  <a:lnTo>
                    <a:pt x="4548106" y="5712"/>
                  </a:lnTo>
                  <a:lnTo>
                    <a:pt x="4568841" y="5869"/>
                  </a:lnTo>
                  <a:lnTo>
                    <a:pt x="4605471" y="6178"/>
                  </a:lnTo>
                  <a:lnTo>
                    <a:pt x="4659177" y="6684"/>
                  </a:lnTo>
                  <a:lnTo>
                    <a:pt x="4728803" y="7421"/>
                  </a:lnTo>
                  <a:lnTo>
                    <a:pt x="4811258" y="8408"/>
                  </a:lnTo>
                  <a:lnTo>
                    <a:pt x="4902289" y="9652"/>
                  </a:lnTo>
                  <a:lnTo>
                    <a:pt x="4997383" y="11149"/>
                  </a:lnTo>
                  <a:lnTo>
                    <a:pt x="5092518" y="12893"/>
                  </a:lnTo>
                  <a:lnTo>
                    <a:pt x="5184612" y="14881"/>
                  </a:lnTo>
                  <a:lnTo>
                    <a:pt x="5271645" y="17117"/>
                  </a:lnTo>
                  <a:lnTo>
                    <a:pt x="5352574" y="19615"/>
                  </a:lnTo>
                  <a:lnTo>
                    <a:pt x="5427128" y="22400"/>
                  </a:lnTo>
                  <a:lnTo>
                    <a:pt x="5495588" y="25507"/>
                  </a:lnTo>
                  <a:lnTo>
                    <a:pt x="5558590" y="28981"/>
                  </a:lnTo>
                  <a:lnTo>
                    <a:pt x="5616974" y="32876"/>
                  </a:lnTo>
                  <a:lnTo>
                    <a:pt x="5671671" y="37248"/>
                  </a:lnTo>
                  <a:lnTo>
                    <a:pt x="5723613" y="42150"/>
                  </a:lnTo>
                  <a:lnTo>
                    <a:pt x="5773658" y="47620"/>
                  </a:lnTo>
                  <a:lnTo>
                    <a:pt x="5784835" y="48942"/>
                  </a:lnTo>
                  <a:lnTo>
                    <a:pt x="5838699" y="55814"/>
                  </a:lnTo>
                  <a:lnTo>
                    <a:pt x="5892044" y="63409"/>
                  </a:lnTo>
                  <a:lnTo>
                    <a:pt x="5945447" y="71737"/>
                  </a:lnTo>
                  <a:lnTo>
                    <a:pt x="5999293" y="80781"/>
                  </a:lnTo>
                  <a:lnTo>
                    <a:pt x="6053802" y="90494"/>
                  </a:lnTo>
                  <a:lnTo>
                    <a:pt x="6109050" y="100799"/>
                  </a:lnTo>
                  <a:lnTo>
                    <a:pt x="6164984" y="111585"/>
                  </a:lnTo>
                  <a:lnTo>
                    <a:pt x="6221452" y="122718"/>
                  </a:lnTo>
                  <a:lnTo>
                    <a:pt x="6278224" y="134041"/>
                  </a:lnTo>
                  <a:lnTo>
                    <a:pt x="6335033" y="145386"/>
                  </a:lnTo>
                  <a:lnTo>
                    <a:pt x="6391605" y="156584"/>
                  </a:lnTo>
                  <a:lnTo>
                    <a:pt x="6447698" y="167476"/>
                  </a:lnTo>
                  <a:lnTo>
                    <a:pt x="6503135" y="177918"/>
                  </a:lnTo>
                  <a:lnTo>
                    <a:pt x="6557836" y="187796"/>
                  </a:lnTo>
                  <a:lnTo>
                    <a:pt x="6611841" y="197021"/>
                  </a:lnTo>
                  <a:lnTo>
                    <a:pt x="6665330" y="205540"/>
                  </a:lnTo>
                  <a:lnTo>
                    <a:pt x="6718643" y="213328"/>
                  </a:lnTo>
                  <a:lnTo>
                    <a:pt x="6772303" y="220387"/>
                  </a:lnTo>
                  <a:lnTo>
                    <a:pt x="6786527" y="222122"/>
                  </a:lnTo>
                  <a:lnTo>
                    <a:pt x="6836246" y="227721"/>
                  </a:lnTo>
                  <a:lnTo>
                    <a:pt x="6887687" y="232750"/>
                  </a:lnTo>
                  <a:lnTo>
                    <a:pt x="6941677" y="237238"/>
                  </a:lnTo>
                  <a:lnTo>
                    <a:pt x="6999141" y="241237"/>
                  </a:lnTo>
                  <a:lnTo>
                    <a:pt x="7061016" y="244802"/>
                  </a:lnTo>
                  <a:lnTo>
                    <a:pt x="7128171" y="247988"/>
                  </a:lnTo>
                  <a:lnTo>
                    <a:pt x="7201301" y="250842"/>
                  </a:lnTo>
                  <a:lnTo>
                    <a:pt x="7280782" y="253402"/>
                  </a:lnTo>
                  <a:lnTo>
                    <a:pt x="7366490" y="255697"/>
                  </a:lnTo>
                  <a:lnTo>
                    <a:pt x="7457574" y="257740"/>
                  </a:lnTo>
                  <a:lnTo>
                    <a:pt x="7552251" y="259540"/>
                  </a:lnTo>
                  <a:lnTo>
                    <a:pt x="7647678" y="261093"/>
                  </a:lnTo>
                  <a:lnTo>
                    <a:pt x="7740020" y="262395"/>
                  </a:lnTo>
                  <a:lnTo>
                    <a:pt x="7824820" y="263440"/>
                  </a:lnTo>
                  <a:lnTo>
                    <a:pt x="7897686" y="264233"/>
                  </a:lnTo>
                  <a:lnTo>
                    <a:pt x="7955188" y="264789"/>
                  </a:lnTo>
                  <a:lnTo>
                    <a:pt x="7995678" y="265139"/>
                  </a:lnTo>
                  <a:lnTo>
                    <a:pt x="8019797" y="265327"/>
                  </a:lnTo>
                  <a:lnTo>
                    <a:pt x="8030506" y="265402"/>
                  </a:lnTo>
                  <a:lnTo>
                    <a:pt x="8032819" y="265417"/>
                  </a:lnTo>
                  <a:lnTo>
                    <a:pt x="8554953" y="265417"/>
                  </a:lnTo>
                  <a:lnTo>
                    <a:pt x="8554953" y="259769"/>
                  </a:lnTo>
                  <a:lnTo>
                    <a:pt x="8032819" y="259769"/>
                  </a:lnTo>
                  <a:lnTo>
                    <a:pt x="8031550" y="259761"/>
                  </a:lnTo>
                  <a:lnTo>
                    <a:pt x="8023256" y="259704"/>
                  </a:lnTo>
                  <a:lnTo>
                    <a:pt x="8002521" y="259547"/>
                  </a:lnTo>
                  <a:lnTo>
                    <a:pt x="7965890" y="259238"/>
                  </a:lnTo>
                  <a:lnTo>
                    <a:pt x="7912185" y="258732"/>
                  </a:lnTo>
                  <a:lnTo>
                    <a:pt x="7842559" y="257995"/>
                  </a:lnTo>
                  <a:lnTo>
                    <a:pt x="7760104" y="257008"/>
                  </a:lnTo>
                  <a:lnTo>
                    <a:pt x="7669073" y="255764"/>
                  </a:lnTo>
                  <a:lnTo>
                    <a:pt x="7573979" y="254267"/>
                  </a:lnTo>
                  <a:lnTo>
                    <a:pt x="7478844" y="252523"/>
                  </a:lnTo>
                  <a:lnTo>
                    <a:pt x="7386750" y="250535"/>
                  </a:lnTo>
                  <a:lnTo>
                    <a:pt x="7299717" y="248299"/>
                  </a:lnTo>
                  <a:lnTo>
                    <a:pt x="7218788" y="245801"/>
                  </a:lnTo>
                  <a:lnTo>
                    <a:pt x="7144234" y="243016"/>
                  </a:lnTo>
                  <a:lnTo>
                    <a:pt x="7075774" y="239909"/>
                  </a:lnTo>
                  <a:lnTo>
                    <a:pt x="7012772" y="236435"/>
                  </a:lnTo>
                  <a:lnTo>
                    <a:pt x="6954388" y="232540"/>
                  </a:lnTo>
                  <a:lnTo>
                    <a:pt x="6899691" y="228168"/>
                  </a:lnTo>
                  <a:lnTo>
                    <a:pt x="6847749" y="223266"/>
                  </a:lnTo>
                  <a:lnTo>
                    <a:pt x="6797704" y="217796"/>
                  </a:lnTo>
                  <a:lnTo>
                    <a:pt x="6786527" y="216474"/>
                  </a:lnTo>
                  <a:lnTo>
                    <a:pt x="6732663" y="209602"/>
                  </a:lnTo>
                  <a:lnTo>
                    <a:pt x="6679318" y="202007"/>
                  </a:lnTo>
                  <a:lnTo>
                    <a:pt x="6625915" y="193679"/>
                  </a:lnTo>
                  <a:lnTo>
                    <a:pt x="6572069" y="184635"/>
                  </a:lnTo>
                  <a:lnTo>
                    <a:pt x="6517560" y="174922"/>
                  </a:lnTo>
                  <a:lnTo>
                    <a:pt x="6462312" y="164617"/>
                  </a:lnTo>
                  <a:lnTo>
                    <a:pt x="6406378" y="153831"/>
                  </a:lnTo>
                  <a:lnTo>
                    <a:pt x="6349910" y="142698"/>
                  </a:lnTo>
                  <a:lnTo>
                    <a:pt x="6293138" y="131375"/>
                  </a:lnTo>
                  <a:lnTo>
                    <a:pt x="6236329" y="120030"/>
                  </a:lnTo>
                  <a:lnTo>
                    <a:pt x="6179757" y="108832"/>
                  </a:lnTo>
                  <a:lnTo>
                    <a:pt x="6123664" y="97940"/>
                  </a:lnTo>
                  <a:lnTo>
                    <a:pt x="6068227" y="87498"/>
                  </a:lnTo>
                  <a:lnTo>
                    <a:pt x="6013526" y="77620"/>
                  </a:lnTo>
                  <a:lnTo>
                    <a:pt x="5959521" y="68395"/>
                  </a:lnTo>
                  <a:lnTo>
                    <a:pt x="5906032" y="59876"/>
                  </a:lnTo>
                  <a:lnTo>
                    <a:pt x="5852719" y="52088"/>
                  </a:lnTo>
                  <a:lnTo>
                    <a:pt x="5799059" y="45029"/>
                  </a:lnTo>
                  <a:lnTo>
                    <a:pt x="5784835" y="43294"/>
                  </a:lnTo>
                  <a:lnTo>
                    <a:pt x="5735116" y="37695"/>
                  </a:lnTo>
                  <a:lnTo>
                    <a:pt x="5683675" y="32666"/>
                  </a:lnTo>
                  <a:lnTo>
                    <a:pt x="5629685" y="28178"/>
                  </a:lnTo>
                  <a:lnTo>
                    <a:pt x="5572221" y="24179"/>
                  </a:lnTo>
                  <a:lnTo>
                    <a:pt x="5510346" y="20614"/>
                  </a:lnTo>
                  <a:lnTo>
                    <a:pt x="5443191" y="17428"/>
                  </a:lnTo>
                  <a:lnTo>
                    <a:pt x="5370061" y="14574"/>
                  </a:lnTo>
                  <a:lnTo>
                    <a:pt x="5290580" y="12014"/>
                  </a:lnTo>
                  <a:lnTo>
                    <a:pt x="5204872" y="9719"/>
                  </a:lnTo>
                  <a:lnTo>
                    <a:pt x="5113788" y="7676"/>
                  </a:lnTo>
                  <a:lnTo>
                    <a:pt x="5019111" y="5876"/>
                  </a:lnTo>
                  <a:lnTo>
                    <a:pt x="4923684" y="4323"/>
                  </a:lnTo>
                  <a:lnTo>
                    <a:pt x="4831342" y="3021"/>
                  </a:lnTo>
                  <a:lnTo>
                    <a:pt x="4746542" y="1976"/>
                  </a:lnTo>
                  <a:lnTo>
                    <a:pt x="4673676" y="1183"/>
                  </a:lnTo>
                  <a:lnTo>
                    <a:pt x="4616174" y="627"/>
                  </a:lnTo>
                  <a:lnTo>
                    <a:pt x="4575684" y="277"/>
                  </a:lnTo>
                  <a:lnTo>
                    <a:pt x="4551565" y="89"/>
                  </a:lnTo>
                  <a:lnTo>
                    <a:pt x="4540856" y="14"/>
                  </a:lnTo>
                  <a:lnTo>
                    <a:pt x="4538543" y="0"/>
                  </a:lnTo>
                  <a:lnTo>
                    <a:pt x="4016409" y="0"/>
                  </a:lnTo>
                  <a:lnTo>
                    <a:pt x="4015144" y="16"/>
                  </a:lnTo>
                  <a:lnTo>
                    <a:pt x="4006874" y="133"/>
                  </a:lnTo>
                  <a:lnTo>
                    <a:pt x="3986195" y="457"/>
                  </a:lnTo>
                  <a:lnTo>
                    <a:pt x="3949658" y="1094"/>
                  </a:lnTo>
                  <a:lnTo>
                    <a:pt x="3896080" y="2136"/>
                  </a:lnTo>
                  <a:lnTo>
                    <a:pt x="3826600" y="3653"/>
                  </a:lnTo>
                  <a:lnTo>
                    <a:pt x="3744295" y="5687"/>
                  </a:lnTo>
                  <a:lnTo>
                    <a:pt x="3653399" y="8249"/>
                  </a:lnTo>
                  <a:lnTo>
                    <a:pt x="3558415" y="11333"/>
                  </a:lnTo>
                  <a:lnTo>
                    <a:pt x="3463357" y="14927"/>
                  </a:lnTo>
                  <a:lnTo>
                    <a:pt x="3371310" y="19023"/>
                  </a:lnTo>
                  <a:lnTo>
                    <a:pt x="3284297" y="23631"/>
                  </a:lnTo>
                  <a:lnTo>
                    <a:pt x="3203370" y="28778"/>
                  </a:lnTo>
                  <a:lnTo>
                    <a:pt x="3128806" y="34515"/>
                  </a:lnTo>
                  <a:lnTo>
                    <a:pt x="3060330" y="40915"/>
                  </a:lnTo>
                  <a:lnTo>
                    <a:pt x="2997313" y="48071"/>
                  </a:lnTo>
                  <a:lnTo>
                    <a:pt x="2938919" y="56092"/>
                  </a:lnTo>
                  <a:lnTo>
                    <a:pt x="2884221" y="65094"/>
                  </a:lnTo>
                  <a:lnTo>
                    <a:pt x="2832288" y="75188"/>
                  </a:lnTo>
                  <a:lnTo>
                    <a:pt x="2782263" y="86450"/>
                  </a:lnTo>
                  <a:lnTo>
                    <a:pt x="2770117" y="89413"/>
                  </a:lnTo>
                  <a:lnTo>
                    <a:pt x="2717450" y="103271"/>
                  </a:lnTo>
                  <a:lnTo>
                    <a:pt x="2665293" y="118556"/>
                  </a:lnTo>
                  <a:lnTo>
                    <a:pt x="2613101" y="135288"/>
                  </a:lnTo>
                  <a:lnTo>
                    <a:pt x="2560504" y="153438"/>
                  </a:lnTo>
                  <a:lnTo>
                    <a:pt x="2507286" y="172920"/>
                  </a:lnTo>
                  <a:lnTo>
                    <a:pt x="2453363" y="193588"/>
                  </a:lnTo>
                  <a:lnTo>
                    <a:pt x="2398771" y="215241"/>
                  </a:lnTo>
                  <a:lnTo>
                    <a:pt x="2343640" y="237622"/>
                  </a:lnTo>
                  <a:lnTo>
                    <a:pt x="2288175" y="260436"/>
                  </a:lnTo>
                  <a:lnTo>
                    <a:pt x="2232622" y="283362"/>
                  </a:lnTo>
                  <a:lnTo>
                    <a:pt x="2177238" y="306072"/>
                  </a:lnTo>
                  <a:lnTo>
                    <a:pt x="2122260" y="328251"/>
                  </a:lnTo>
                  <a:lnTo>
                    <a:pt x="2067872" y="349614"/>
                  </a:lnTo>
                  <a:lnTo>
                    <a:pt x="2014175" y="369923"/>
                  </a:lnTo>
                  <a:lnTo>
                    <a:pt x="1961171" y="388992"/>
                  </a:lnTo>
                  <a:lnTo>
                    <a:pt x="1908734" y="406695"/>
                  </a:lnTo>
                  <a:lnTo>
                    <a:pt x="1856601" y="422966"/>
                  </a:lnTo>
                  <a:lnTo>
                    <a:pt x="1804349" y="437790"/>
                  </a:lnTo>
                  <a:lnTo>
                    <a:pt x="1768425" y="447067"/>
                  </a:lnTo>
                  <a:lnTo>
                    <a:pt x="1718756" y="458621"/>
                  </a:lnTo>
                  <a:lnTo>
                    <a:pt x="1667369" y="468999"/>
                  </a:lnTo>
                  <a:lnTo>
                    <a:pt x="1613438" y="478261"/>
                  </a:lnTo>
                  <a:lnTo>
                    <a:pt x="1556045" y="486514"/>
                  </a:lnTo>
                  <a:lnTo>
                    <a:pt x="1494252" y="493872"/>
                  </a:lnTo>
                  <a:lnTo>
                    <a:pt x="1427194" y="500450"/>
                  </a:lnTo>
                  <a:lnTo>
                    <a:pt x="1354175" y="506343"/>
                  </a:lnTo>
                  <a:lnTo>
                    <a:pt x="1274819" y="511630"/>
                  </a:lnTo>
                  <a:lnTo>
                    <a:pt x="1189245" y="516367"/>
                  </a:lnTo>
                  <a:lnTo>
                    <a:pt x="1098293" y="520589"/>
                  </a:lnTo>
                  <a:lnTo>
                    <a:pt x="1003733" y="524307"/>
                  </a:lnTo>
                  <a:lnTo>
                    <a:pt x="908388" y="527518"/>
                  </a:lnTo>
                  <a:lnTo>
                    <a:pt x="816073" y="530210"/>
                  </a:lnTo>
                  <a:lnTo>
                    <a:pt x="731226" y="532374"/>
                  </a:lnTo>
                  <a:lnTo>
                    <a:pt x="658234" y="534016"/>
                  </a:lnTo>
                  <a:lnTo>
                    <a:pt x="600537" y="535170"/>
                  </a:lnTo>
                  <a:lnTo>
                    <a:pt x="559810" y="535899"/>
                  </a:lnTo>
                  <a:lnTo>
                    <a:pt x="535453" y="536291"/>
                  </a:lnTo>
                  <a:lnTo>
                    <a:pt x="524550" y="536449"/>
                  </a:lnTo>
                  <a:lnTo>
                    <a:pt x="522133" y="536481"/>
                  </a:lnTo>
                  <a:lnTo>
                    <a:pt x="0" y="536481"/>
                  </a:lnTo>
                  <a:close/>
                </a:path>
              </a:pathLst>
            </a:custGeom>
            <a:solidFill>
              <a:srgbClr val="8BC34A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1494" name="pl1494"/>
            <p:cNvSpPr/>
            <p:nvPr/>
          </p:nvSpPr>
          <p:spPr>
            <a:xfrm>
              <a:off x="386606" y="4539964"/>
              <a:ext cx="8554953" cy="536481"/>
            </a:xfrm>
            <a:custGeom>
              <a:avLst/>
              <a:pathLst>
                <a:path w="8554953" h="536481">
                  <a:moveTo>
                    <a:pt x="0" y="536481"/>
                  </a:moveTo>
                  <a:lnTo>
                    <a:pt x="522133" y="536481"/>
                  </a:lnTo>
                  <a:lnTo>
                    <a:pt x="523398" y="536464"/>
                  </a:lnTo>
                  <a:lnTo>
                    <a:pt x="531669" y="536347"/>
                  </a:lnTo>
                  <a:lnTo>
                    <a:pt x="552347" y="536023"/>
                  </a:lnTo>
                  <a:lnTo>
                    <a:pt x="588884" y="535387"/>
                  </a:lnTo>
                  <a:lnTo>
                    <a:pt x="642463" y="534345"/>
                  </a:lnTo>
                  <a:lnTo>
                    <a:pt x="711942" y="532827"/>
                  </a:lnTo>
                  <a:lnTo>
                    <a:pt x="794248" y="530793"/>
                  </a:lnTo>
                  <a:lnTo>
                    <a:pt x="885143" y="528231"/>
                  </a:lnTo>
                  <a:lnTo>
                    <a:pt x="980127" y="525147"/>
                  </a:lnTo>
                  <a:lnTo>
                    <a:pt x="1075185" y="521554"/>
                  </a:lnTo>
                  <a:lnTo>
                    <a:pt x="1167232" y="517457"/>
                  </a:lnTo>
                  <a:lnTo>
                    <a:pt x="1254245" y="512849"/>
                  </a:lnTo>
                  <a:lnTo>
                    <a:pt x="1335172" y="507702"/>
                  </a:lnTo>
                  <a:lnTo>
                    <a:pt x="1409736" y="501965"/>
                  </a:lnTo>
                  <a:lnTo>
                    <a:pt x="1478212" y="495565"/>
                  </a:lnTo>
                  <a:lnTo>
                    <a:pt x="1541229" y="488409"/>
                  </a:lnTo>
                  <a:lnTo>
                    <a:pt x="1599623" y="480389"/>
                  </a:lnTo>
                  <a:lnTo>
                    <a:pt x="1654321" y="471386"/>
                  </a:lnTo>
                  <a:lnTo>
                    <a:pt x="1706254" y="461292"/>
                  </a:lnTo>
                  <a:lnTo>
                    <a:pt x="1756280" y="450031"/>
                  </a:lnTo>
                  <a:lnTo>
                    <a:pt x="1768425" y="447067"/>
                  </a:lnTo>
                  <a:lnTo>
                    <a:pt x="1821092" y="433209"/>
                  </a:lnTo>
                  <a:lnTo>
                    <a:pt x="1873249" y="417924"/>
                  </a:lnTo>
                  <a:lnTo>
                    <a:pt x="1925441" y="401192"/>
                  </a:lnTo>
                  <a:lnTo>
                    <a:pt x="1978038" y="383042"/>
                  </a:lnTo>
                  <a:lnTo>
                    <a:pt x="2031256" y="363561"/>
                  </a:lnTo>
                  <a:lnTo>
                    <a:pt x="2085179" y="342892"/>
                  </a:lnTo>
                  <a:lnTo>
                    <a:pt x="2139771" y="321240"/>
                  </a:lnTo>
                  <a:lnTo>
                    <a:pt x="2194902" y="298858"/>
                  </a:lnTo>
                  <a:lnTo>
                    <a:pt x="2250367" y="276044"/>
                  </a:lnTo>
                  <a:lnTo>
                    <a:pt x="2305921" y="253118"/>
                  </a:lnTo>
                  <a:lnTo>
                    <a:pt x="2361304" y="230408"/>
                  </a:lnTo>
                  <a:lnTo>
                    <a:pt x="2416282" y="208229"/>
                  </a:lnTo>
                  <a:lnTo>
                    <a:pt x="2470670" y="186866"/>
                  </a:lnTo>
                  <a:lnTo>
                    <a:pt x="2524367" y="166557"/>
                  </a:lnTo>
                  <a:lnTo>
                    <a:pt x="2577372" y="147488"/>
                  </a:lnTo>
                  <a:lnTo>
                    <a:pt x="2629809" y="129785"/>
                  </a:lnTo>
                  <a:lnTo>
                    <a:pt x="2681941" y="113515"/>
                  </a:lnTo>
                  <a:lnTo>
                    <a:pt x="2734193" y="98690"/>
                  </a:lnTo>
                  <a:lnTo>
                    <a:pt x="2770117" y="89413"/>
                  </a:lnTo>
                  <a:lnTo>
                    <a:pt x="2819786" y="77859"/>
                  </a:lnTo>
                  <a:lnTo>
                    <a:pt x="2871174" y="67482"/>
                  </a:lnTo>
                  <a:lnTo>
                    <a:pt x="2925104" y="58219"/>
                  </a:lnTo>
                  <a:lnTo>
                    <a:pt x="2982497" y="49967"/>
                  </a:lnTo>
                  <a:lnTo>
                    <a:pt x="3044290" y="42608"/>
                  </a:lnTo>
                  <a:lnTo>
                    <a:pt x="3111348" y="36031"/>
                  </a:lnTo>
                  <a:lnTo>
                    <a:pt x="3184367" y="30138"/>
                  </a:lnTo>
                  <a:lnTo>
                    <a:pt x="3263724" y="24850"/>
                  </a:lnTo>
                  <a:lnTo>
                    <a:pt x="3349297" y="20113"/>
                  </a:lnTo>
                  <a:lnTo>
                    <a:pt x="3440249" y="15892"/>
                  </a:lnTo>
                  <a:lnTo>
                    <a:pt x="3534809" y="12173"/>
                  </a:lnTo>
                  <a:lnTo>
                    <a:pt x="3630154" y="8962"/>
                  </a:lnTo>
                  <a:lnTo>
                    <a:pt x="3722470" y="6270"/>
                  </a:lnTo>
                  <a:lnTo>
                    <a:pt x="3807316" y="4107"/>
                  </a:lnTo>
                  <a:lnTo>
                    <a:pt x="3880309" y="2464"/>
                  </a:lnTo>
                  <a:lnTo>
                    <a:pt x="3938005" y="1310"/>
                  </a:lnTo>
                  <a:lnTo>
                    <a:pt x="3978732" y="581"/>
                  </a:lnTo>
                  <a:lnTo>
                    <a:pt x="4003090" y="190"/>
                  </a:lnTo>
                  <a:lnTo>
                    <a:pt x="4013992" y="31"/>
                  </a:lnTo>
                  <a:lnTo>
                    <a:pt x="4016389" y="0"/>
                  </a:lnTo>
                  <a:lnTo>
                    <a:pt x="4016409" y="0"/>
                  </a:lnTo>
                  <a:lnTo>
                    <a:pt x="4538543" y="0"/>
                  </a:lnTo>
                  <a:lnTo>
                    <a:pt x="4539812" y="7"/>
                  </a:lnTo>
                  <a:lnTo>
                    <a:pt x="4548106" y="64"/>
                  </a:lnTo>
                  <a:lnTo>
                    <a:pt x="4568841" y="222"/>
                  </a:lnTo>
                  <a:lnTo>
                    <a:pt x="4605471" y="531"/>
                  </a:lnTo>
                  <a:lnTo>
                    <a:pt x="4659177" y="1037"/>
                  </a:lnTo>
                  <a:lnTo>
                    <a:pt x="4728803" y="1774"/>
                  </a:lnTo>
                  <a:lnTo>
                    <a:pt x="4811258" y="2761"/>
                  </a:lnTo>
                  <a:lnTo>
                    <a:pt x="4902289" y="4005"/>
                  </a:lnTo>
                  <a:lnTo>
                    <a:pt x="4997383" y="5502"/>
                  </a:lnTo>
                  <a:lnTo>
                    <a:pt x="5092518" y="7246"/>
                  </a:lnTo>
                  <a:lnTo>
                    <a:pt x="5184612" y="9234"/>
                  </a:lnTo>
                  <a:lnTo>
                    <a:pt x="5271645" y="11470"/>
                  </a:lnTo>
                  <a:lnTo>
                    <a:pt x="5352574" y="13968"/>
                  </a:lnTo>
                  <a:lnTo>
                    <a:pt x="5427128" y="16753"/>
                  </a:lnTo>
                  <a:lnTo>
                    <a:pt x="5495588" y="19859"/>
                  </a:lnTo>
                  <a:lnTo>
                    <a:pt x="5558590" y="23334"/>
                  </a:lnTo>
                  <a:lnTo>
                    <a:pt x="5616974" y="27229"/>
                  </a:lnTo>
                  <a:lnTo>
                    <a:pt x="5671671" y="31601"/>
                  </a:lnTo>
                  <a:lnTo>
                    <a:pt x="5723613" y="36503"/>
                  </a:lnTo>
                  <a:lnTo>
                    <a:pt x="5773658" y="41972"/>
                  </a:lnTo>
                  <a:lnTo>
                    <a:pt x="5784835" y="43294"/>
                  </a:lnTo>
                  <a:lnTo>
                    <a:pt x="5838699" y="50166"/>
                  </a:lnTo>
                  <a:lnTo>
                    <a:pt x="5892044" y="57762"/>
                  </a:lnTo>
                  <a:lnTo>
                    <a:pt x="5945447" y="66090"/>
                  </a:lnTo>
                  <a:lnTo>
                    <a:pt x="5999293" y="75134"/>
                  </a:lnTo>
                  <a:lnTo>
                    <a:pt x="6053802" y="84847"/>
                  </a:lnTo>
                  <a:lnTo>
                    <a:pt x="6109050" y="95152"/>
                  </a:lnTo>
                  <a:lnTo>
                    <a:pt x="6164984" y="105938"/>
                  </a:lnTo>
                  <a:lnTo>
                    <a:pt x="6221452" y="117071"/>
                  </a:lnTo>
                  <a:lnTo>
                    <a:pt x="6278224" y="128394"/>
                  </a:lnTo>
                  <a:lnTo>
                    <a:pt x="6335033" y="139739"/>
                  </a:lnTo>
                  <a:lnTo>
                    <a:pt x="6391605" y="150937"/>
                  </a:lnTo>
                  <a:lnTo>
                    <a:pt x="6447698" y="161829"/>
                  </a:lnTo>
                  <a:lnTo>
                    <a:pt x="6503135" y="172271"/>
                  </a:lnTo>
                  <a:lnTo>
                    <a:pt x="6557836" y="182148"/>
                  </a:lnTo>
                  <a:lnTo>
                    <a:pt x="6611841" y="191374"/>
                  </a:lnTo>
                  <a:lnTo>
                    <a:pt x="6665330" y="199893"/>
                  </a:lnTo>
                  <a:lnTo>
                    <a:pt x="6718643" y="207680"/>
                  </a:lnTo>
                  <a:lnTo>
                    <a:pt x="6772303" y="214740"/>
                  </a:lnTo>
                  <a:lnTo>
                    <a:pt x="6786527" y="216474"/>
                  </a:lnTo>
                  <a:lnTo>
                    <a:pt x="6836246" y="222074"/>
                  </a:lnTo>
                  <a:lnTo>
                    <a:pt x="6887687" y="227103"/>
                  </a:lnTo>
                  <a:lnTo>
                    <a:pt x="6941677" y="231591"/>
                  </a:lnTo>
                  <a:lnTo>
                    <a:pt x="6999141" y="235590"/>
                  </a:lnTo>
                  <a:lnTo>
                    <a:pt x="7061016" y="239154"/>
                  </a:lnTo>
                  <a:lnTo>
                    <a:pt x="7128171" y="242340"/>
                  </a:lnTo>
                  <a:lnTo>
                    <a:pt x="7201301" y="245195"/>
                  </a:lnTo>
                  <a:lnTo>
                    <a:pt x="7280782" y="247755"/>
                  </a:lnTo>
                  <a:lnTo>
                    <a:pt x="7366490" y="250049"/>
                  </a:lnTo>
                  <a:lnTo>
                    <a:pt x="7457574" y="252093"/>
                  </a:lnTo>
                  <a:lnTo>
                    <a:pt x="7552251" y="253893"/>
                  </a:lnTo>
                  <a:lnTo>
                    <a:pt x="7647678" y="255446"/>
                  </a:lnTo>
                  <a:lnTo>
                    <a:pt x="7740020" y="256748"/>
                  </a:lnTo>
                  <a:lnTo>
                    <a:pt x="7824820" y="257793"/>
                  </a:lnTo>
                  <a:lnTo>
                    <a:pt x="7897686" y="258586"/>
                  </a:lnTo>
                  <a:lnTo>
                    <a:pt x="7955188" y="259142"/>
                  </a:lnTo>
                  <a:lnTo>
                    <a:pt x="7995678" y="259492"/>
                  </a:lnTo>
                  <a:lnTo>
                    <a:pt x="8019797" y="259679"/>
                  </a:lnTo>
                  <a:lnTo>
                    <a:pt x="8030506" y="259755"/>
                  </a:lnTo>
                  <a:lnTo>
                    <a:pt x="8032804" y="259769"/>
                  </a:lnTo>
                  <a:lnTo>
                    <a:pt x="8032819" y="259769"/>
                  </a:lnTo>
                  <a:lnTo>
                    <a:pt x="8554953" y="259769"/>
                  </a:lnTo>
                  <a:lnTo>
                    <a:pt x="8554953" y="259769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495" name="pl1495"/>
            <p:cNvSpPr/>
            <p:nvPr/>
          </p:nvSpPr>
          <p:spPr>
            <a:xfrm>
              <a:off x="386606" y="4534317"/>
              <a:ext cx="8554953" cy="536481"/>
            </a:xfrm>
            <a:custGeom>
              <a:avLst/>
              <a:pathLst>
                <a:path w="8554953" h="536481">
                  <a:moveTo>
                    <a:pt x="8554953" y="259769"/>
                  </a:moveTo>
                  <a:lnTo>
                    <a:pt x="8032819" y="259769"/>
                  </a:lnTo>
                  <a:lnTo>
                    <a:pt x="8031550" y="259761"/>
                  </a:lnTo>
                  <a:lnTo>
                    <a:pt x="8023256" y="259704"/>
                  </a:lnTo>
                  <a:lnTo>
                    <a:pt x="8002521" y="259547"/>
                  </a:lnTo>
                  <a:lnTo>
                    <a:pt x="7965890" y="259238"/>
                  </a:lnTo>
                  <a:lnTo>
                    <a:pt x="7912185" y="258732"/>
                  </a:lnTo>
                  <a:lnTo>
                    <a:pt x="7842559" y="257995"/>
                  </a:lnTo>
                  <a:lnTo>
                    <a:pt x="7760104" y="257008"/>
                  </a:lnTo>
                  <a:lnTo>
                    <a:pt x="7669073" y="255764"/>
                  </a:lnTo>
                  <a:lnTo>
                    <a:pt x="7573979" y="254267"/>
                  </a:lnTo>
                  <a:lnTo>
                    <a:pt x="7478844" y="252523"/>
                  </a:lnTo>
                  <a:lnTo>
                    <a:pt x="7386750" y="250535"/>
                  </a:lnTo>
                  <a:lnTo>
                    <a:pt x="7299717" y="248299"/>
                  </a:lnTo>
                  <a:lnTo>
                    <a:pt x="7218788" y="245801"/>
                  </a:lnTo>
                  <a:lnTo>
                    <a:pt x="7144234" y="243016"/>
                  </a:lnTo>
                  <a:lnTo>
                    <a:pt x="7075774" y="239909"/>
                  </a:lnTo>
                  <a:lnTo>
                    <a:pt x="7012772" y="236435"/>
                  </a:lnTo>
                  <a:lnTo>
                    <a:pt x="6954388" y="232540"/>
                  </a:lnTo>
                  <a:lnTo>
                    <a:pt x="6899691" y="228168"/>
                  </a:lnTo>
                  <a:lnTo>
                    <a:pt x="6847749" y="223266"/>
                  </a:lnTo>
                  <a:lnTo>
                    <a:pt x="6797704" y="217796"/>
                  </a:lnTo>
                  <a:lnTo>
                    <a:pt x="6786527" y="216474"/>
                  </a:lnTo>
                  <a:lnTo>
                    <a:pt x="6732663" y="209602"/>
                  </a:lnTo>
                  <a:lnTo>
                    <a:pt x="6679318" y="202007"/>
                  </a:lnTo>
                  <a:lnTo>
                    <a:pt x="6625915" y="193679"/>
                  </a:lnTo>
                  <a:lnTo>
                    <a:pt x="6572069" y="184635"/>
                  </a:lnTo>
                  <a:lnTo>
                    <a:pt x="6517560" y="174922"/>
                  </a:lnTo>
                  <a:lnTo>
                    <a:pt x="6462312" y="164617"/>
                  </a:lnTo>
                  <a:lnTo>
                    <a:pt x="6406378" y="153831"/>
                  </a:lnTo>
                  <a:lnTo>
                    <a:pt x="6349910" y="142698"/>
                  </a:lnTo>
                  <a:lnTo>
                    <a:pt x="6293138" y="131375"/>
                  </a:lnTo>
                  <a:lnTo>
                    <a:pt x="6236329" y="120030"/>
                  </a:lnTo>
                  <a:lnTo>
                    <a:pt x="6179757" y="108832"/>
                  </a:lnTo>
                  <a:lnTo>
                    <a:pt x="6123664" y="97940"/>
                  </a:lnTo>
                  <a:lnTo>
                    <a:pt x="6068227" y="87498"/>
                  </a:lnTo>
                  <a:lnTo>
                    <a:pt x="6013526" y="77620"/>
                  </a:lnTo>
                  <a:lnTo>
                    <a:pt x="5959521" y="68395"/>
                  </a:lnTo>
                  <a:lnTo>
                    <a:pt x="5906032" y="59876"/>
                  </a:lnTo>
                  <a:lnTo>
                    <a:pt x="5852719" y="52088"/>
                  </a:lnTo>
                  <a:lnTo>
                    <a:pt x="5799059" y="45029"/>
                  </a:lnTo>
                  <a:lnTo>
                    <a:pt x="5784835" y="43294"/>
                  </a:lnTo>
                  <a:lnTo>
                    <a:pt x="5735116" y="37695"/>
                  </a:lnTo>
                  <a:lnTo>
                    <a:pt x="5683675" y="32666"/>
                  </a:lnTo>
                  <a:lnTo>
                    <a:pt x="5629685" y="28178"/>
                  </a:lnTo>
                  <a:lnTo>
                    <a:pt x="5572221" y="24179"/>
                  </a:lnTo>
                  <a:lnTo>
                    <a:pt x="5510346" y="20614"/>
                  </a:lnTo>
                  <a:lnTo>
                    <a:pt x="5443191" y="17428"/>
                  </a:lnTo>
                  <a:lnTo>
                    <a:pt x="5370061" y="14574"/>
                  </a:lnTo>
                  <a:lnTo>
                    <a:pt x="5290580" y="12014"/>
                  </a:lnTo>
                  <a:lnTo>
                    <a:pt x="5204872" y="9719"/>
                  </a:lnTo>
                  <a:lnTo>
                    <a:pt x="5113788" y="7676"/>
                  </a:lnTo>
                  <a:lnTo>
                    <a:pt x="5019111" y="5876"/>
                  </a:lnTo>
                  <a:lnTo>
                    <a:pt x="4923684" y="4323"/>
                  </a:lnTo>
                  <a:lnTo>
                    <a:pt x="4831342" y="3021"/>
                  </a:lnTo>
                  <a:lnTo>
                    <a:pt x="4746542" y="1976"/>
                  </a:lnTo>
                  <a:lnTo>
                    <a:pt x="4673676" y="1183"/>
                  </a:lnTo>
                  <a:lnTo>
                    <a:pt x="4616174" y="627"/>
                  </a:lnTo>
                  <a:lnTo>
                    <a:pt x="4575684" y="277"/>
                  </a:lnTo>
                  <a:lnTo>
                    <a:pt x="4551565" y="89"/>
                  </a:lnTo>
                  <a:lnTo>
                    <a:pt x="4540856" y="14"/>
                  </a:lnTo>
                  <a:lnTo>
                    <a:pt x="4538558" y="0"/>
                  </a:lnTo>
                  <a:lnTo>
                    <a:pt x="4538543" y="0"/>
                  </a:lnTo>
                  <a:lnTo>
                    <a:pt x="4016409" y="0"/>
                  </a:lnTo>
                  <a:lnTo>
                    <a:pt x="4015144" y="16"/>
                  </a:lnTo>
                  <a:lnTo>
                    <a:pt x="4006874" y="133"/>
                  </a:lnTo>
                  <a:lnTo>
                    <a:pt x="3986195" y="457"/>
                  </a:lnTo>
                  <a:lnTo>
                    <a:pt x="3949658" y="1094"/>
                  </a:lnTo>
                  <a:lnTo>
                    <a:pt x="3896080" y="2136"/>
                  </a:lnTo>
                  <a:lnTo>
                    <a:pt x="3826600" y="3653"/>
                  </a:lnTo>
                  <a:lnTo>
                    <a:pt x="3744295" y="5687"/>
                  </a:lnTo>
                  <a:lnTo>
                    <a:pt x="3653399" y="8249"/>
                  </a:lnTo>
                  <a:lnTo>
                    <a:pt x="3558415" y="11333"/>
                  </a:lnTo>
                  <a:lnTo>
                    <a:pt x="3463357" y="14927"/>
                  </a:lnTo>
                  <a:lnTo>
                    <a:pt x="3371310" y="19023"/>
                  </a:lnTo>
                  <a:lnTo>
                    <a:pt x="3284297" y="23631"/>
                  </a:lnTo>
                  <a:lnTo>
                    <a:pt x="3203370" y="28778"/>
                  </a:lnTo>
                  <a:lnTo>
                    <a:pt x="3128806" y="34515"/>
                  </a:lnTo>
                  <a:lnTo>
                    <a:pt x="3060330" y="40915"/>
                  </a:lnTo>
                  <a:lnTo>
                    <a:pt x="2997313" y="48071"/>
                  </a:lnTo>
                  <a:lnTo>
                    <a:pt x="2938919" y="56092"/>
                  </a:lnTo>
                  <a:lnTo>
                    <a:pt x="2884221" y="65094"/>
                  </a:lnTo>
                  <a:lnTo>
                    <a:pt x="2832288" y="75188"/>
                  </a:lnTo>
                  <a:lnTo>
                    <a:pt x="2782263" y="86450"/>
                  </a:lnTo>
                  <a:lnTo>
                    <a:pt x="2770117" y="89413"/>
                  </a:lnTo>
                  <a:lnTo>
                    <a:pt x="2717450" y="103271"/>
                  </a:lnTo>
                  <a:lnTo>
                    <a:pt x="2665293" y="118556"/>
                  </a:lnTo>
                  <a:lnTo>
                    <a:pt x="2613101" y="135288"/>
                  </a:lnTo>
                  <a:lnTo>
                    <a:pt x="2560504" y="153438"/>
                  </a:lnTo>
                  <a:lnTo>
                    <a:pt x="2507286" y="172920"/>
                  </a:lnTo>
                  <a:lnTo>
                    <a:pt x="2453363" y="193588"/>
                  </a:lnTo>
                  <a:lnTo>
                    <a:pt x="2398771" y="215241"/>
                  </a:lnTo>
                  <a:lnTo>
                    <a:pt x="2343640" y="237622"/>
                  </a:lnTo>
                  <a:lnTo>
                    <a:pt x="2288175" y="260436"/>
                  </a:lnTo>
                  <a:lnTo>
                    <a:pt x="2232622" y="283362"/>
                  </a:lnTo>
                  <a:lnTo>
                    <a:pt x="2177238" y="306072"/>
                  </a:lnTo>
                  <a:lnTo>
                    <a:pt x="2122260" y="328251"/>
                  </a:lnTo>
                  <a:lnTo>
                    <a:pt x="2067872" y="349614"/>
                  </a:lnTo>
                  <a:lnTo>
                    <a:pt x="2014175" y="369923"/>
                  </a:lnTo>
                  <a:lnTo>
                    <a:pt x="1961171" y="388992"/>
                  </a:lnTo>
                  <a:lnTo>
                    <a:pt x="1908734" y="406695"/>
                  </a:lnTo>
                  <a:lnTo>
                    <a:pt x="1856601" y="422966"/>
                  </a:lnTo>
                  <a:lnTo>
                    <a:pt x="1804349" y="437790"/>
                  </a:lnTo>
                  <a:lnTo>
                    <a:pt x="1768425" y="447067"/>
                  </a:lnTo>
                  <a:lnTo>
                    <a:pt x="1718756" y="458621"/>
                  </a:lnTo>
                  <a:lnTo>
                    <a:pt x="1667369" y="468999"/>
                  </a:lnTo>
                  <a:lnTo>
                    <a:pt x="1613438" y="478261"/>
                  </a:lnTo>
                  <a:lnTo>
                    <a:pt x="1556045" y="486514"/>
                  </a:lnTo>
                  <a:lnTo>
                    <a:pt x="1494252" y="493872"/>
                  </a:lnTo>
                  <a:lnTo>
                    <a:pt x="1427194" y="500450"/>
                  </a:lnTo>
                  <a:lnTo>
                    <a:pt x="1354175" y="506343"/>
                  </a:lnTo>
                  <a:lnTo>
                    <a:pt x="1274819" y="511630"/>
                  </a:lnTo>
                  <a:lnTo>
                    <a:pt x="1189245" y="516367"/>
                  </a:lnTo>
                  <a:lnTo>
                    <a:pt x="1098293" y="520589"/>
                  </a:lnTo>
                  <a:lnTo>
                    <a:pt x="1003733" y="524307"/>
                  </a:lnTo>
                  <a:lnTo>
                    <a:pt x="908388" y="527518"/>
                  </a:lnTo>
                  <a:lnTo>
                    <a:pt x="816073" y="530210"/>
                  </a:lnTo>
                  <a:lnTo>
                    <a:pt x="731226" y="532374"/>
                  </a:lnTo>
                  <a:lnTo>
                    <a:pt x="658234" y="534016"/>
                  </a:lnTo>
                  <a:lnTo>
                    <a:pt x="600537" y="535170"/>
                  </a:lnTo>
                  <a:lnTo>
                    <a:pt x="559810" y="535899"/>
                  </a:lnTo>
                  <a:lnTo>
                    <a:pt x="535453" y="536291"/>
                  </a:lnTo>
                  <a:lnTo>
                    <a:pt x="524550" y="536449"/>
                  </a:lnTo>
                  <a:lnTo>
                    <a:pt x="522153" y="536481"/>
                  </a:lnTo>
                  <a:lnTo>
                    <a:pt x="522133" y="536481"/>
                  </a:lnTo>
                  <a:lnTo>
                    <a:pt x="0" y="536481"/>
                  </a:lnTo>
                  <a:lnTo>
                    <a:pt x="0" y="536481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496" name="pg1496"/>
            <p:cNvSpPr/>
            <p:nvPr/>
          </p:nvSpPr>
          <p:spPr>
            <a:xfrm>
              <a:off x="386606" y="4551259"/>
              <a:ext cx="8554953" cy="1547324"/>
            </a:xfrm>
            <a:custGeom>
              <a:avLst/>
              <a:pathLst>
                <a:path w="8554953" h="1547324">
                  <a:moveTo>
                    <a:pt x="0" y="530834"/>
                  </a:moveTo>
                  <a:lnTo>
                    <a:pt x="522133" y="530834"/>
                  </a:lnTo>
                  <a:lnTo>
                    <a:pt x="523398" y="530818"/>
                  </a:lnTo>
                  <a:lnTo>
                    <a:pt x="531670" y="530703"/>
                  </a:lnTo>
                  <a:lnTo>
                    <a:pt x="552352" y="530385"/>
                  </a:lnTo>
                  <a:lnTo>
                    <a:pt x="588894" y="529762"/>
                  </a:lnTo>
                  <a:lnTo>
                    <a:pt x="642479" y="528742"/>
                  </a:lnTo>
                  <a:lnTo>
                    <a:pt x="711966" y="527256"/>
                  </a:lnTo>
                  <a:lnTo>
                    <a:pt x="794280" y="525265"/>
                  </a:lnTo>
                  <a:lnTo>
                    <a:pt x="885183" y="522757"/>
                  </a:lnTo>
                  <a:lnTo>
                    <a:pt x="980173" y="519737"/>
                  </a:lnTo>
                  <a:lnTo>
                    <a:pt x="1075236" y="516219"/>
                  </a:lnTo>
                  <a:lnTo>
                    <a:pt x="1167285" y="512208"/>
                  </a:lnTo>
                  <a:lnTo>
                    <a:pt x="1254299" y="507697"/>
                  </a:lnTo>
                  <a:lnTo>
                    <a:pt x="1335226" y="502657"/>
                  </a:lnTo>
                  <a:lnTo>
                    <a:pt x="1409790" y="497040"/>
                  </a:lnTo>
                  <a:lnTo>
                    <a:pt x="1478264" y="490774"/>
                  </a:lnTo>
                  <a:lnTo>
                    <a:pt x="1541281" y="483768"/>
                  </a:lnTo>
                  <a:lnTo>
                    <a:pt x="1599674" y="475915"/>
                  </a:lnTo>
                  <a:lnTo>
                    <a:pt x="1654372" y="467100"/>
                  </a:lnTo>
                  <a:lnTo>
                    <a:pt x="1706306" y="457217"/>
                  </a:lnTo>
                  <a:lnTo>
                    <a:pt x="1756332" y="446191"/>
                  </a:lnTo>
                  <a:lnTo>
                    <a:pt x="1768425" y="443302"/>
                  </a:lnTo>
                  <a:lnTo>
                    <a:pt x="1821154" y="429719"/>
                  </a:lnTo>
                  <a:lnTo>
                    <a:pt x="1873372" y="414736"/>
                  </a:lnTo>
                  <a:lnTo>
                    <a:pt x="1925626" y="398332"/>
                  </a:lnTo>
                  <a:lnTo>
                    <a:pt x="1978288" y="380538"/>
                  </a:lnTo>
                  <a:lnTo>
                    <a:pt x="2031573" y="361438"/>
                  </a:lnTo>
                  <a:lnTo>
                    <a:pt x="2085564" y="341173"/>
                  </a:lnTo>
                  <a:lnTo>
                    <a:pt x="2140225" y="319945"/>
                  </a:lnTo>
                  <a:lnTo>
                    <a:pt x="2195425" y="298004"/>
                  </a:lnTo>
                  <a:lnTo>
                    <a:pt x="2250958" y="275641"/>
                  </a:lnTo>
                  <a:lnTo>
                    <a:pt x="2306576" y="253172"/>
                  </a:lnTo>
                  <a:lnTo>
                    <a:pt x="2362022" y="230919"/>
                  </a:lnTo>
                  <a:lnTo>
                    <a:pt x="2417057" y="209190"/>
                  </a:lnTo>
                  <a:lnTo>
                    <a:pt x="2471500" y="188265"/>
                  </a:lnTo>
                  <a:lnTo>
                    <a:pt x="2525249" y="168379"/>
                  </a:lnTo>
                  <a:lnTo>
                    <a:pt x="2578305" y="149711"/>
                  </a:lnTo>
                  <a:lnTo>
                    <a:pt x="2630796" y="132386"/>
                  </a:lnTo>
                  <a:lnTo>
                    <a:pt x="2682988" y="116467"/>
                  </a:lnTo>
                  <a:lnTo>
                    <a:pt x="2735309" y="101966"/>
                  </a:lnTo>
                  <a:lnTo>
                    <a:pt x="2770117" y="93178"/>
                  </a:lnTo>
                  <a:lnTo>
                    <a:pt x="2819789" y="81866"/>
                  </a:lnTo>
                  <a:lnTo>
                    <a:pt x="2871179" y="71707"/>
                  </a:lnTo>
                  <a:lnTo>
                    <a:pt x="2925113" y="62639"/>
                  </a:lnTo>
                  <a:lnTo>
                    <a:pt x="2982510" y="54560"/>
                  </a:lnTo>
                  <a:lnTo>
                    <a:pt x="3044307" y="47356"/>
                  </a:lnTo>
                  <a:lnTo>
                    <a:pt x="3111371" y="40917"/>
                  </a:lnTo>
                  <a:lnTo>
                    <a:pt x="3184395" y="35148"/>
                  </a:lnTo>
                  <a:lnTo>
                    <a:pt x="3263759" y="29972"/>
                  </a:lnTo>
                  <a:lnTo>
                    <a:pt x="3349340" y="25335"/>
                  </a:lnTo>
                  <a:lnTo>
                    <a:pt x="3440298" y="21202"/>
                  </a:lnTo>
                  <a:lnTo>
                    <a:pt x="3534865" y="17562"/>
                  </a:lnTo>
                  <a:lnTo>
                    <a:pt x="3630214" y="14419"/>
                  </a:lnTo>
                  <a:lnTo>
                    <a:pt x="3722532" y="11784"/>
                  </a:lnTo>
                  <a:lnTo>
                    <a:pt x="3807375" y="9666"/>
                  </a:lnTo>
                  <a:lnTo>
                    <a:pt x="3880361" y="8058"/>
                  </a:lnTo>
                  <a:lnTo>
                    <a:pt x="3938047" y="6929"/>
                  </a:lnTo>
                  <a:lnTo>
                    <a:pt x="3978761" y="6216"/>
                  </a:lnTo>
                  <a:lnTo>
                    <a:pt x="4003106" y="5833"/>
                  </a:lnTo>
                  <a:lnTo>
                    <a:pt x="4013998" y="5678"/>
                  </a:lnTo>
                  <a:lnTo>
                    <a:pt x="4016409" y="5647"/>
                  </a:lnTo>
                  <a:lnTo>
                    <a:pt x="4538543" y="5647"/>
                  </a:lnTo>
                  <a:lnTo>
                    <a:pt x="4539774" y="5693"/>
                  </a:lnTo>
                  <a:lnTo>
                    <a:pt x="4547831" y="6020"/>
                  </a:lnTo>
                  <a:lnTo>
                    <a:pt x="4567995" y="6926"/>
                  </a:lnTo>
                  <a:lnTo>
                    <a:pt x="4603669" y="8705"/>
                  </a:lnTo>
                  <a:lnTo>
                    <a:pt x="4656078" y="11621"/>
                  </a:lnTo>
                  <a:lnTo>
                    <a:pt x="4724201" y="15871"/>
                  </a:lnTo>
                  <a:lnTo>
                    <a:pt x="4805121" y="21574"/>
                  </a:lnTo>
                  <a:lnTo>
                    <a:pt x="4894758" y="28767"/>
                  </a:lnTo>
                  <a:lnTo>
                    <a:pt x="4988722" y="37435"/>
                  </a:lnTo>
                  <a:lnTo>
                    <a:pt x="5083048" y="47545"/>
                  </a:lnTo>
                  <a:lnTo>
                    <a:pt x="5174648" y="59074"/>
                  </a:lnTo>
                  <a:lnTo>
                    <a:pt x="5261456" y="72040"/>
                  </a:lnTo>
                  <a:lnTo>
                    <a:pt x="5342359" y="86516"/>
                  </a:lnTo>
                  <a:lnTo>
                    <a:pt x="5417014" y="102637"/>
                  </a:lnTo>
                  <a:lnTo>
                    <a:pt x="5485631" y="120598"/>
                  </a:lnTo>
                  <a:lnTo>
                    <a:pt x="5548790" y="140654"/>
                  </a:lnTo>
                  <a:lnTo>
                    <a:pt x="5607282" y="163103"/>
                  </a:lnTo>
                  <a:lnTo>
                    <a:pt x="5662003" y="188272"/>
                  </a:lnTo>
                  <a:lnTo>
                    <a:pt x="5713862" y="216474"/>
                  </a:lnTo>
                  <a:lnTo>
                    <a:pt x="5763711" y="247945"/>
                  </a:lnTo>
                  <a:lnTo>
                    <a:pt x="5784835" y="262593"/>
                  </a:lnTo>
                  <a:lnTo>
                    <a:pt x="5830220" y="296634"/>
                  </a:lnTo>
                  <a:lnTo>
                    <a:pt x="5875163" y="333702"/>
                  </a:lnTo>
                  <a:lnTo>
                    <a:pt x="5920036" y="373853"/>
                  </a:lnTo>
                  <a:lnTo>
                    <a:pt x="5965112" y="417065"/>
                  </a:lnTo>
                  <a:lnTo>
                    <a:pt x="6010575" y="463233"/>
                  </a:lnTo>
                  <a:lnTo>
                    <a:pt x="6056530" y="512159"/>
                  </a:lnTo>
                  <a:lnTo>
                    <a:pt x="6103009" y="563554"/>
                  </a:lnTo>
                  <a:lnTo>
                    <a:pt x="6149984" y="617033"/>
                  </a:lnTo>
                  <a:lnTo>
                    <a:pt x="6197374" y="672133"/>
                  </a:lnTo>
                  <a:lnTo>
                    <a:pt x="6245054" y="728321"/>
                  </a:lnTo>
                  <a:lnTo>
                    <a:pt x="6292874" y="785020"/>
                  </a:lnTo>
                  <a:lnTo>
                    <a:pt x="6340669" y="841628"/>
                  </a:lnTo>
                  <a:lnTo>
                    <a:pt x="6388277" y="897548"/>
                  </a:lnTo>
                  <a:lnTo>
                    <a:pt x="6435553" y="952214"/>
                  </a:lnTo>
                  <a:lnTo>
                    <a:pt x="6482385" y="1005111"/>
                  </a:lnTo>
                  <a:lnTo>
                    <a:pt x="6528707" y="1055800"/>
                  </a:lnTo>
                  <a:lnTo>
                    <a:pt x="6574507" y="1103924"/>
                  </a:lnTo>
                  <a:lnTo>
                    <a:pt x="6619839" y="1149219"/>
                  </a:lnTo>
                  <a:lnTo>
                    <a:pt x="6664831" y="1191517"/>
                  </a:lnTo>
                  <a:lnTo>
                    <a:pt x="6709693" y="1230739"/>
                  </a:lnTo>
                  <a:lnTo>
                    <a:pt x="6754724" y="1266888"/>
                  </a:lnTo>
                  <a:lnTo>
                    <a:pt x="6786527" y="1290378"/>
                  </a:lnTo>
                  <a:lnTo>
                    <a:pt x="6835739" y="1323295"/>
                  </a:lnTo>
                  <a:lnTo>
                    <a:pt x="6886630" y="1352890"/>
                  </a:lnTo>
                  <a:lnTo>
                    <a:pt x="6940003" y="1379335"/>
                  </a:lnTo>
                  <a:lnTo>
                    <a:pt x="6996751" y="1402920"/>
                  </a:lnTo>
                  <a:lnTo>
                    <a:pt x="7057786" y="1423972"/>
                  </a:lnTo>
                  <a:lnTo>
                    <a:pt x="7123956" y="1442805"/>
                  </a:lnTo>
                  <a:lnTo>
                    <a:pt x="7195948" y="1459694"/>
                  </a:lnTo>
                  <a:lnTo>
                    <a:pt x="7274153" y="1474862"/>
                  </a:lnTo>
                  <a:lnTo>
                    <a:pt x="7358494" y="1488468"/>
                  </a:lnTo>
                  <a:lnTo>
                    <a:pt x="7448216" y="1500614"/>
                  </a:lnTo>
                  <a:lnTo>
                    <a:pt x="7541682" y="1511338"/>
                  </a:lnTo>
                  <a:lnTo>
                    <a:pt x="7636244" y="1520634"/>
                  </a:lnTo>
                  <a:lnTo>
                    <a:pt x="7728281" y="1528469"/>
                  </a:lnTo>
                  <a:lnTo>
                    <a:pt x="7813510" y="1534815"/>
                  </a:lnTo>
                  <a:lnTo>
                    <a:pt x="7887613" y="1539684"/>
                  </a:lnTo>
                  <a:lnTo>
                    <a:pt x="7947069" y="1543158"/>
                  </a:lnTo>
                  <a:lnTo>
                    <a:pt x="7989965" y="1545399"/>
                  </a:lnTo>
                  <a:lnTo>
                    <a:pt x="8016542" y="1546648"/>
                  </a:lnTo>
                  <a:lnTo>
                    <a:pt x="8029289" y="1547188"/>
                  </a:lnTo>
                  <a:lnTo>
                    <a:pt x="8032819" y="1547324"/>
                  </a:lnTo>
                  <a:lnTo>
                    <a:pt x="8554953" y="1547324"/>
                  </a:lnTo>
                  <a:lnTo>
                    <a:pt x="8554953" y="1541677"/>
                  </a:lnTo>
                  <a:lnTo>
                    <a:pt x="8032819" y="1541677"/>
                  </a:lnTo>
                  <a:lnTo>
                    <a:pt x="8031588" y="1541631"/>
                  </a:lnTo>
                  <a:lnTo>
                    <a:pt x="8023531" y="1541304"/>
                  </a:lnTo>
                  <a:lnTo>
                    <a:pt x="8003367" y="1540398"/>
                  </a:lnTo>
                  <a:lnTo>
                    <a:pt x="7967693" y="1538619"/>
                  </a:lnTo>
                  <a:lnTo>
                    <a:pt x="7915284" y="1535703"/>
                  </a:lnTo>
                  <a:lnTo>
                    <a:pt x="7847161" y="1531452"/>
                  </a:lnTo>
                  <a:lnTo>
                    <a:pt x="7766240" y="1525750"/>
                  </a:lnTo>
                  <a:lnTo>
                    <a:pt x="7676603" y="1518557"/>
                  </a:lnTo>
                  <a:lnTo>
                    <a:pt x="7582640" y="1509889"/>
                  </a:lnTo>
                  <a:lnTo>
                    <a:pt x="7488314" y="1499779"/>
                  </a:lnTo>
                  <a:lnTo>
                    <a:pt x="7396714" y="1488250"/>
                  </a:lnTo>
                  <a:lnTo>
                    <a:pt x="7309906" y="1475284"/>
                  </a:lnTo>
                  <a:lnTo>
                    <a:pt x="7229003" y="1460808"/>
                  </a:lnTo>
                  <a:lnTo>
                    <a:pt x="7154348" y="1444687"/>
                  </a:lnTo>
                  <a:lnTo>
                    <a:pt x="7085731" y="1426726"/>
                  </a:lnTo>
                  <a:lnTo>
                    <a:pt x="7022572" y="1406670"/>
                  </a:lnTo>
                  <a:lnTo>
                    <a:pt x="6964080" y="1384221"/>
                  </a:lnTo>
                  <a:lnTo>
                    <a:pt x="6909359" y="1359052"/>
                  </a:lnTo>
                  <a:lnTo>
                    <a:pt x="6857500" y="1330850"/>
                  </a:lnTo>
                  <a:lnTo>
                    <a:pt x="6807651" y="1299379"/>
                  </a:lnTo>
                  <a:lnTo>
                    <a:pt x="6786527" y="1284731"/>
                  </a:lnTo>
                  <a:lnTo>
                    <a:pt x="6741142" y="1250690"/>
                  </a:lnTo>
                  <a:lnTo>
                    <a:pt x="6696199" y="1213621"/>
                  </a:lnTo>
                  <a:lnTo>
                    <a:pt x="6651326" y="1173471"/>
                  </a:lnTo>
                  <a:lnTo>
                    <a:pt x="6606250" y="1130259"/>
                  </a:lnTo>
                  <a:lnTo>
                    <a:pt x="6560787" y="1084091"/>
                  </a:lnTo>
                  <a:lnTo>
                    <a:pt x="6514832" y="1035164"/>
                  </a:lnTo>
                  <a:lnTo>
                    <a:pt x="6468353" y="983770"/>
                  </a:lnTo>
                  <a:lnTo>
                    <a:pt x="6421378" y="930291"/>
                  </a:lnTo>
                  <a:lnTo>
                    <a:pt x="6373988" y="875191"/>
                  </a:lnTo>
                  <a:lnTo>
                    <a:pt x="6326308" y="819002"/>
                  </a:lnTo>
                  <a:lnTo>
                    <a:pt x="6278488" y="762304"/>
                  </a:lnTo>
                  <a:lnTo>
                    <a:pt x="6230693" y="705696"/>
                  </a:lnTo>
                  <a:lnTo>
                    <a:pt x="6183085" y="649776"/>
                  </a:lnTo>
                  <a:lnTo>
                    <a:pt x="6135809" y="595110"/>
                  </a:lnTo>
                  <a:lnTo>
                    <a:pt x="6088976" y="542212"/>
                  </a:lnTo>
                  <a:lnTo>
                    <a:pt x="6042655" y="491524"/>
                  </a:lnTo>
                  <a:lnTo>
                    <a:pt x="5996855" y="443400"/>
                  </a:lnTo>
                  <a:lnTo>
                    <a:pt x="5951523" y="398105"/>
                  </a:lnTo>
                  <a:lnTo>
                    <a:pt x="5906531" y="355807"/>
                  </a:lnTo>
                  <a:lnTo>
                    <a:pt x="5861669" y="316585"/>
                  </a:lnTo>
                  <a:lnTo>
                    <a:pt x="5816638" y="280436"/>
                  </a:lnTo>
                  <a:lnTo>
                    <a:pt x="5784835" y="256946"/>
                  </a:lnTo>
                  <a:lnTo>
                    <a:pt x="5735623" y="224029"/>
                  </a:lnTo>
                  <a:lnTo>
                    <a:pt x="5684732" y="194434"/>
                  </a:lnTo>
                  <a:lnTo>
                    <a:pt x="5631359" y="167989"/>
                  </a:lnTo>
                  <a:lnTo>
                    <a:pt x="5574611" y="144404"/>
                  </a:lnTo>
                  <a:lnTo>
                    <a:pt x="5513576" y="123352"/>
                  </a:lnTo>
                  <a:lnTo>
                    <a:pt x="5447406" y="104519"/>
                  </a:lnTo>
                  <a:lnTo>
                    <a:pt x="5375414" y="87630"/>
                  </a:lnTo>
                  <a:lnTo>
                    <a:pt x="5297209" y="72462"/>
                  </a:lnTo>
                  <a:lnTo>
                    <a:pt x="5212868" y="58855"/>
                  </a:lnTo>
                  <a:lnTo>
                    <a:pt x="5123146" y="46710"/>
                  </a:lnTo>
                  <a:lnTo>
                    <a:pt x="5029680" y="35986"/>
                  </a:lnTo>
                  <a:lnTo>
                    <a:pt x="4935118" y="26690"/>
                  </a:lnTo>
                  <a:lnTo>
                    <a:pt x="4843081" y="18855"/>
                  </a:lnTo>
                  <a:lnTo>
                    <a:pt x="4757852" y="12509"/>
                  </a:lnTo>
                  <a:lnTo>
                    <a:pt x="4683749" y="7640"/>
                  </a:lnTo>
                  <a:lnTo>
                    <a:pt x="4624293" y="4166"/>
                  </a:lnTo>
                  <a:lnTo>
                    <a:pt x="4581397" y="1925"/>
                  </a:lnTo>
                  <a:lnTo>
                    <a:pt x="4554820" y="676"/>
                  </a:lnTo>
                  <a:lnTo>
                    <a:pt x="4542073" y="135"/>
                  </a:lnTo>
                  <a:lnTo>
                    <a:pt x="4538543" y="0"/>
                  </a:lnTo>
                  <a:lnTo>
                    <a:pt x="4016409" y="0"/>
                  </a:lnTo>
                  <a:lnTo>
                    <a:pt x="4015144" y="16"/>
                  </a:lnTo>
                  <a:lnTo>
                    <a:pt x="4006872" y="130"/>
                  </a:lnTo>
                  <a:lnTo>
                    <a:pt x="3986190" y="448"/>
                  </a:lnTo>
                  <a:lnTo>
                    <a:pt x="3949648" y="1071"/>
                  </a:lnTo>
                  <a:lnTo>
                    <a:pt x="3896063" y="2091"/>
                  </a:lnTo>
                  <a:lnTo>
                    <a:pt x="3826576" y="3577"/>
                  </a:lnTo>
                  <a:lnTo>
                    <a:pt x="3744262" y="5568"/>
                  </a:lnTo>
                  <a:lnTo>
                    <a:pt x="3653359" y="8076"/>
                  </a:lnTo>
                  <a:lnTo>
                    <a:pt x="3558369" y="11096"/>
                  </a:lnTo>
                  <a:lnTo>
                    <a:pt x="3463307" y="14614"/>
                  </a:lnTo>
                  <a:lnTo>
                    <a:pt x="3371257" y="18625"/>
                  </a:lnTo>
                  <a:lnTo>
                    <a:pt x="3284244" y="23137"/>
                  </a:lnTo>
                  <a:lnTo>
                    <a:pt x="3203316" y="28176"/>
                  </a:lnTo>
                  <a:lnTo>
                    <a:pt x="3128752" y="33793"/>
                  </a:lnTo>
                  <a:lnTo>
                    <a:pt x="3060278" y="40059"/>
                  </a:lnTo>
                  <a:lnTo>
                    <a:pt x="2997262" y="47065"/>
                  </a:lnTo>
                  <a:lnTo>
                    <a:pt x="2938868" y="54918"/>
                  </a:lnTo>
                  <a:lnTo>
                    <a:pt x="2884170" y="63733"/>
                  </a:lnTo>
                  <a:lnTo>
                    <a:pt x="2832236" y="73616"/>
                  </a:lnTo>
                  <a:lnTo>
                    <a:pt x="2782210" y="84642"/>
                  </a:lnTo>
                  <a:lnTo>
                    <a:pt x="2770117" y="87531"/>
                  </a:lnTo>
                  <a:lnTo>
                    <a:pt x="2717388" y="101114"/>
                  </a:lnTo>
                  <a:lnTo>
                    <a:pt x="2665170" y="116097"/>
                  </a:lnTo>
                  <a:lnTo>
                    <a:pt x="2612916" y="132501"/>
                  </a:lnTo>
                  <a:lnTo>
                    <a:pt x="2560254" y="150295"/>
                  </a:lnTo>
                  <a:lnTo>
                    <a:pt x="2506969" y="169395"/>
                  </a:lnTo>
                  <a:lnTo>
                    <a:pt x="2452978" y="189660"/>
                  </a:lnTo>
                  <a:lnTo>
                    <a:pt x="2398317" y="210888"/>
                  </a:lnTo>
                  <a:lnTo>
                    <a:pt x="2343117" y="232829"/>
                  </a:lnTo>
                  <a:lnTo>
                    <a:pt x="2287584" y="255192"/>
                  </a:lnTo>
                  <a:lnTo>
                    <a:pt x="2231966" y="277661"/>
                  </a:lnTo>
                  <a:lnTo>
                    <a:pt x="2176521" y="299914"/>
                  </a:lnTo>
                  <a:lnTo>
                    <a:pt x="2121485" y="321643"/>
                  </a:lnTo>
                  <a:lnTo>
                    <a:pt x="2067042" y="342568"/>
                  </a:lnTo>
                  <a:lnTo>
                    <a:pt x="2013294" y="362454"/>
                  </a:lnTo>
                  <a:lnTo>
                    <a:pt x="1960237" y="381122"/>
                  </a:lnTo>
                  <a:lnTo>
                    <a:pt x="1907747" y="398447"/>
                  </a:lnTo>
                  <a:lnTo>
                    <a:pt x="1855554" y="414366"/>
                  </a:lnTo>
                  <a:lnTo>
                    <a:pt x="1803233" y="428867"/>
                  </a:lnTo>
                  <a:lnTo>
                    <a:pt x="1768425" y="437655"/>
                  </a:lnTo>
                  <a:lnTo>
                    <a:pt x="1718753" y="448967"/>
                  </a:lnTo>
                  <a:lnTo>
                    <a:pt x="1667363" y="459126"/>
                  </a:lnTo>
                  <a:lnTo>
                    <a:pt x="1613430" y="468194"/>
                  </a:lnTo>
                  <a:lnTo>
                    <a:pt x="1556032" y="476273"/>
                  </a:lnTo>
                  <a:lnTo>
                    <a:pt x="1494235" y="483477"/>
                  </a:lnTo>
                  <a:lnTo>
                    <a:pt x="1427171" y="489916"/>
                  </a:lnTo>
                  <a:lnTo>
                    <a:pt x="1354147" y="495685"/>
                  </a:lnTo>
                  <a:lnTo>
                    <a:pt x="1274783" y="500861"/>
                  </a:lnTo>
                  <a:lnTo>
                    <a:pt x="1189202" y="505499"/>
                  </a:lnTo>
                  <a:lnTo>
                    <a:pt x="1098244" y="509631"/>
                  </a:lnTo>
                  <a:lnTo>
                    <a:pt x="1003677" y="513271"/>
                  </a:lnTo>
                  <a:lnTo>
                    <a:pt x="908328" y="516414"/>
                  </a:lnTo>
                  <a:lnTo>
                    <a:pt x="816011" y="519049"/>
                  </a:lnTo>
                  <a:lnTo>
                    <a:pt x="731167" y="521167"/>
                  </a:lnTo>
                  <a:lnTo>
                    <a:pt x="658181" y="522775"/>
                  </a:lnTo>
                  <a:lnTo>
                    <a:pt x="600495" y="523904"/>
                  </a:lnTo>
                  <a:lnTo>
                    <a:pt x="559781" y="524617"/>
                  </a:lnTo>
                  <a:lnTo>
                    <a:pt x="535436" y="525000"/>
                  </a:lnTo>
                  <a:lnTo>
                    <a:pt x="524545" y="525155"/>
                  </a:lnTo>
                  <a:lnTo>
                    <a:pt x="522133" y="525186"/>
                  </a:lnTo>
                  <a:lnTo>
                    <a:pt x="0" y="525186"/>
                  </a:lnTo>
                  <a:close/>
                </a:path>
              </a:pathLst>
            </a:custGeom>
            <a:solidFill>
              <a:srgbClr val="8BC34A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1497" name="pl1497"/>
            <p:cNvSpPr/>
            <p:nvPr/>
          </p:nvSpPr>
          <p:spPr>
            <a:xfrm>
              <a:off x="386606" y="4556906"/>
              <a:ext cx="8554953" cy="1541677"/>
            </a:xfrm>
            <a:custGeom>
              <a:avLst/>
              <a:pathLst>
                <a:path w="8554953" h="1541677">
                  <a:moveTo>
                    <a:pt x="0" y="525186"/>
                  </a:moveTo>
                  <a:lnTo>
                    <a:pt x="522133" y="525186"/>
                  </a:lnTo>
                  <a:lnTo>
                    <a:pt x="523398" y="525170"/>
                  </a:lnTo>
                  <a:lnTo>
                    <a:pt x="531670" y="525056"/>
                  </a:lnTo>
                  <a:lnTo>
                    <a:pt x="552352" y="524738"/>
                  </a:lnTo>
                  <a:lnTo>
                    <a:pt x="588894" y="524115"/>
                  </a:lnTo>
                  <a:lnTo>
                    <a:pt x="642479" y="523095"/>
                  </a:lnTo>
                  <a:lnTo>
                    <a:pt x="711966" y="521609"/>
                  </a:lnTo>
                  <a:lnTo>
                    <a:pt x="794280" y="519618"/>
                  </a:lnTo>
                  <a:lnTo>
                    <a:pt x="885183" y="517110"/>
                  </a:lnTo>
                  <a:lnTo>
                    <a:pt x="980173" y="514090"/>
                  </a:lnTo>
                  <a:lnTo>
                    <a:pt x="1075236" y="510572"/>
                  </a:lnTo>
                  <a:lnTo>
                    <a:pt x="1167285" y="506561"/>
                  </a:lnTo>
                  <a:lnTo>
                    <a:pt x="1254299" y="502049"/>
                  </a:lnTo>
                  <a:lnTo>
                    <a:pt x="1335226" y="497010"/>
                  </a:lnTo>
                  <a:lnTo>
                    <a:pt x="1409790" y="491393"/>
                  </a:lnTo>
                  <a:lnTo>
                    <a:pt x="1478264" y="485127"/>
                  </a:lnTo>
                  <a:lnTo>
                    <a:pt x="1541281" y="478121"/>
                  </a:lnTo>
                  <a:lnTo>
                    <a:pt x="1599674" y="470268"/>
                  </a:lnTo>
                  <a:lnTo>
                    <a:pt x="1654372" y="461453"/>
                  </a:lnTo>
                  <a:lnTo>
                    <a:pt x="1706306" y="451570"/>
                  </a:lnTo>
                  <a:lnTo>
                    <a:pt x="1756332" y="440544"/>
                  </a:lnTo>
                  <a:lnTo>
                    <a:pt x="1768425" y="437655"/>
                  </a:lnTo>
                  <a:lnTo>
                    <a:pt x="1821154" y="424072"/>
                  </a:lnTo>
                  <a:lnTo>
                    <a:pt x="1873372" y="409089"/>
                  </a:lnTo>
                  <a:lnTo>
                    <a:pt x="1925626" y="392685"/>
                  </a:lnTo>
                  <a:lnTo>
                    <a:pt x="1978288" y="374891"/>
                  </a:lnTo>
                  <a:lnTo>
                    <a:pt x="2031573" y="355790"/>
                  </a:lnTo>
                  <a:lnTo>
                    <a:pt x="2085564" y="335526"/>
                  </a:lnTo>
                  <a:lnTo>
                    <a:pt x="2140225" y="314298"/>
                  </a:lnTo>
                  <a:lnTo>
                    <a:pt x="2195425" y="292357"/>
                  </a:lnTo>
                  <a:lnTo>
                    <a:pt x="2250958" y="269994"/>
                  </a:lnTo>
                  <a:lnTo>
                    <a:pt x="2306576" y="247525"/>
                  </a:lnTo>
                  <a:lnTo>
                    <a:pt x="2362022" y="225271"/>
                  </a:lnTo>
                  <a:lnTo>
                    <a:pt x="2417057" y="203543"/>
                  </a:lnTo>
                  <a:lnTo>
                    <a:pt x="2471500" y="182618"/>
                  </a:lnTo>
                  <a:lnTo>
                    <a:pt x="2525249" y="162732"/>
                  </a:lnTo>
                  <a:lnTo>
                    <a:pt x="2578305" y="144064"/>
                  </a:lnTo>
                  <a:lnTo>
                    <a:pt x="2630796" y="126739"/>
                  </a:lnTo>
                  <a:lnTo>
                    <a:pt x="2682988" y="110820"/>
                  </a:lnTo>
                  <a:lnTo>
                    <a:pt x="2735309" y="96319"/>
                  </a:lnTo>
                  <a:lnTo>
                    <a:pt x="2770117" y="87531"/>
                  </a:lnTo>
                  <a:lnTo>
                    <a:pt x="2819789" y="76219"/>
                  </a:lnTo>
                  <a:lnTo>
                    <a:pt x="2871179" y="66060"/>
                  </a:lnTo>
                  <a:lnTo>
                    <a:pt x="2925113" y="56992"/>
                  </a:lnTo>
                  <a:lnTo>
                    <a:pt x="2982510" y="48913"/>
                  </a:lnTo>
                  <a:lnTo>
                    <a:pt x="3044307" y="41709"/>
                  </a:lnTo>
                  <a:lnTo>
                    <a:pt x="3111371" y="35270"/>
                  </a:lnTo>
                  <a:lnTo>
                    <a:pt x="3184395" y="29501"/>
                  </a:lnTo>
                  <a:lnTo>
                    <a:pt x="3263759" y="24325"/>
                  </a:lnTo>
                  <a:lnTo>
                    <a:pt x="3349340" y="19687"/>
                  </a:lnTo>
                  <a:lnTo>
                    <a:pt x="3440298" y="15555"/>
                  </a:lnTo>
                  <a:lnTo>
                    <a:pt x="3534865" y="11915"/>
                  </a:lnTo>
                  <a:lnTo>
                    <a:pt x="3630214" y="8772"/>
                  </a:lnTo>
                  <a:lnTo>
                    <a:pt x="3722532" y="6137"/>
                  </a:lnTo>
                  <a:lnTo>
                    <a:pt x="3807375" y="4019"/>
                  </a:lnTo>
                  <a:lnTo>
                    <a:pt x="3880361" y="2411"/>
                  </a:lnTo>
                  <a:lnTo>
                    <a:pt x="3938047" y="1282"/>
                  </a:lnTo>
                  <a:lnTo>
                    <a:pt x="3978761" y="569"/>
                  </a:lnTo>
                  <a:lnTo>
                    <a:pt x="4003106" y="185"/>
                  </a:lnTo>
                  <a:lnTo>
                    <a:pt x="4013998" y="31"/>
                  </a:lnTo>
                  <a:lnTo>
                    <a:pt x="4016390" y="0"/>
                  </a:lnTo>
                  <a:lnTo>
                    <a:pt x="4016409" y="0"/>
                  </a:lnTo>
                  <a:lnTo>
                    <a:pt x="4538543" y="0"/>
                  </a:lnTo>
                  <a:lnTo>
                    <a:pt x="4539774" y="45"/>
                  </a:lnTo>
                  <a:lnTo>
                    <a:pt x="4547831" y="373"/>
                  </a:lnTo>
                  <a:lnTo>
                    <a:pt x="4567995" y="1279"/>
                  </a:lnTo>
                  <a:lnTo>
                    <a:pt x="4603669" y="3058"/>
                  </a:lnTo>
                  <a:lnTo>
                    <a:pt x="4656078" y="5974"/>
                  </a:lnTo>
                  <a:lnTo>
                    <a:pt x="4724201" y="10224"/>
                  </a:lnTo>
                  <a:lnTo>
                    <a:pt x="4805121" y="15927"/>
                  </a:lnTo>
                  <a:lnTo>
                    <a:pt x="4894758" y="23120"/>
                  </a:lnTo>
                  <a:lnTo>
                    <a:pt x="4988722" y="31788"/>
                  </a:lnTo>
                  <a:lnTo>
                    <a:pt x="5083048" y="41898"/>
                  </a:lnTo>
                  <a:lnTo>
                    <a:pt x="5174648" y="53426"/>
                  </a:lnTo>
                  <a:lnTo>
                    <a:pt x="5261456" y="66393"/>
                  </a:lnTo>
                  <a:lnTo>
                    <a:pt x="5342359" y="80869"/>
                  </a:lnTo>
                  <a:lnTo>
                    <a:pt x="5417014" y="96990"/>
                  </a:lnTo>
                  <a:lnTo>
                    <a:pt x="5485631" y="114951"/>
                  </a:lnTo>
                  <a:lnTo>
                    <a:pt x="5548790" y="135007"/>
                  </a:lnTo>
                  <a:lnTo>
                    <a:pt x="5607282" y="157456"/>
                  </a:lnTo>
                  <a:lnTo>
                    <a:pt x="5662003" y="182625"/>
                  </a:lnTo>
                  <a:lnTo>
                    <a:pt x="5713862" y="210827"/>
                  </a:lnTo>
                  <a:lnTo>
                    <a:pt x="5763711" y="242298"/>
                  </a:lnTo>
                  <a:lnTo>
                    <a:pt x="5784835" y="256946"/>
                  </a:lnTo>
                  <a:lnTo>
                    <a:pt x="5830220" y="290987"/>
                  </a:lnTo>
                  <a:lnTo>
                    <a:pt x="5875163" y="328055"/>
                  </a:lnTo>
                  <a:lnTo>
                    <a:pt x="5920036" y="368205"/>
                  </a:lnTo>
                  <a:lnTo>
                    <a:pt x="5965112" y="411417"/>
                  </a:lnTo>
                  <a:lnTo>
                    <a:pt x="6010575" y="457585"/>
                  </a:lnTo>
                  <a:lnTo>
                    <a:pt x="6056530" y="506512"/>
                  </a:lnTo>
                  <a:lnTo>
                    <a:pt x="6103009" y="557907"/>
                  </a:lnTo>
                  <a:lnTo>
                    <a:pt x="6149984" y="611386"/>
                  </a:lnTo>
                  <a:lnTo>
                    <a:pt x="6197374" y="666486"/>
                  </a:lnTo>
                  <a:lnTo>
                    <a:pt x="6245054" y="722674"/>
                  </a:lnTo>
                  <a:lnTo>
                    <a:pt x="6292874" y="779373"/>
                  </a:lnTo>
                  <a:lnTo>
                    <a:pt x="6340669" y="835981"/>
                  </a:lnTo>
                  <a:lnTo>
                    <a:pt x="6388277" y="891901"/>
                  </a:lnTo>
                  <a:lnTo>
                    <a:pt x="6435553" y="946567"/>
                  </a:lnTo>
                  <a:lnTo>
                    <a:pt x="6482385" y="999464"/>
                  </a:lnTo>
                  <a:lnTo>
                    <a:pt x="6528707" y="1050153"/>
                  </a:lnTo>
                  <a:lnTo>
                    <a:pt x="6574507" y="1098276"/>
                  </a:lnTo>
                  <a:lnTo>
                    <a:pt x="6619839" y="1143572"/>
                  </a:lnTo>
                  <a:lnTo>
                    <a:pt x="6664831" y="1185870"/>
                  </a:lnTo>
                  <a:lnTo>
                    <a:pt x="6709693" y="1225092"/>
                  </a:lnTo>
                  <a:lnTo>
                    <a:pt x="6754724" y="1261241"/>
                  </a:lnTo>
                  <a:lnTo>
                    <a:pt x="6786527" y="1284731"/>
                  </a:lnTo>
                  <a:lnTo>
                    <a:pt x="6835739" y="1317648"/>
                  </a:lnTo>
                  <a:lnTo>
                    <a:pt x="6886630" y="1347243"/>
                  </a:lnTo>
                  <a:lnTo>
                    <a:pt x="6940003" y="1373687"/>
                  </a:lnTo>
                  <a:lnTo>
                    <a:pt x="6996751" y="1397273"/>
                  </a:lnTo>
                  <a:lnTo>
                    <a:pt x="7057786" y="1418325"/>
                  </a:lnTo>
                  <a:lnTo>
                    <a:pt x="7123956" y="1437158"/>
                  </a:lnTo>
                  <a:lnTo>
                    <a:pt x="7195948" y="1454047"/>
                  </a:lnTo>
                  <a:lnTo>
                    <a:pt x="7274153" y="1469214"/>
                  </a:lnTo>
                  <a:lnTo>
                    <a:pt x="7358494" y="1482821"/>
                  </a:lnTo>
                  <a:lnTo>
                    <a:pt x="7448216" y="1494967"/>
                  </a:lnTo>
                  <a:lnTo>
                    <a:pt x="7541682" y="1505691"/>
                  </a:lnTo>
                  <a:lnTo>
                    <a:pt x="7636244" y="1514987"/>
                  </a:lnTo>
                  <a:lnTo>
                    <a:pt x="7728281" y="1522822"/>
                  </a:lnTo>
                  <a:lnTo>
                    <a:pt x="7813510" y="1529168"/>
                  </a:lnTo>
                  <a:lnTo>
                    <a:pt x="7887613" y="1534037"/>
                  </a:lnTo>
                  <a:lnTo>
                    <a:pt x="7947069" y="1537510"/>
                  </a:lnTo>
                  <a:lnTo>
                    <a:pt x="7989965" y="1539752"/>
                  </a:lnTo>
                  <a:lnTo>
                    <a:pt x="8016542" y="1541001"/>
                  </a:lnTo>
                  <a:lnTo>
                    <a:pt x="8029289" y="1541541"/>
                  </a:lnTo>
                  <a:lnTo>
                    <a:pt x="8032716" y="1541674"/>
                  </a:lnTo>
                  <a:lnTo>
                    <a:pt x="8032819" y="1541677"/>
                  </a:lnTo>
                  <a:lnTo>
                    <a:pt x="8554953" y="1541677"/>
                  </a:lnTo>
                  <a:lnTo>
                    <a:pt x="8554953" y="1541677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498" name="pl1498"/>
            <p:cNvSpPr/>
            <p:nvPr/>
          </p:nvSpPr>
          <p:spPr>
            <a:xfrm>
              <a:off x="386606" y="4551259"/>
              <a:ext cx="8554953" cy="1541677"/>
            </a:xfrm>
            <a:custGeom>
              <a:avLst/>
              <a:pathLst>
                <a:path w="8554953" h="1541677">
                  <a:moveTo>
                    <a:pt x="8554953" y="1541677"/>
                  </a:moveTo>
                  <a:lnTo>
                    <a:pt x="8032819" y="1541677"/>
                  </a:lnTo>
                  <a:lnTo>
                    <a:pt x="8031588" y="1541631"/>
                  </a:lnTo>
                  <a:lnTo>
                    <a:pt x="8023531" y="1541304"/>
                  </a:lnTo>
                  <a:lnTo>
                    <a:pt x="8003367" y="1540398"/>
                  </a:lnTo>
                  <a:lnTo>
                    <a:pt x="7967693" y="1538619"/>
                  </a:lnTo>
                  <a:lnTo>
                    <a:pt x="7915284" y="1535703"/>
                  </a:lnTo>
                  <a:lnTo>
                    <a:pt x="7847161" y="1531452"/>
                  </a:lnTo>
                  <a:lnTo>
                    <a:pt x="7766240" y="1525750"/>
                  </a:lnTo>
                  <a:lnTo>
                    <a:pt x="7676603" y="1518557"/>
                  </a:lnTo>
                  <a:lnTo>
                    <a:pt x="7582640" y="1509889"/>
                  </a:lnTo>
                  <a:lnTo>
                    <a:pt x="7488314" y="1499779"/>
                  </a:lnTo>
                  <a:lnTo>
                    <a:pt x="7396714" y="1488250"/>
                  </a:lnTo>
                  <a:lnTo>
                    <a:pt x="7309906" y="1475284"/>
                  </a:lnTo>
                  <a:lnTo>
                    <a:pt x="7229003" y="1460808"/>
                  </a:lnTo>
                  <a:lnTo>
                    <a:pt x="7154348" y="1444687"/>
                  </a:lnTo>
                  <a:lnTo>
                    <a:pt x="7085731" y="1426726"/>
                  </a:lnTo>
                  <a:lnTo>
                    <a:pt x="7022572" y="1406670"/>
                  </a:lnTo>
                  <a:lnTo>
                    <a:pt x="6964080" y="1384221"/>
                  </a:lnTo>
                  <a:lnTo>
                    <a:pt x="6909359" y="1359052"/>
                  </a:lnTo>
                  <a:lnTo>
                    <a:pt x="6857500" y="1330850"/>
                  </a:lnTo>
                  <a:lnTo>
                    <a:pt x="6807651" y="1299379"/>
                  </a:lnTo>
                  <a:lnTo>
                    <a:pt x="6786527" y="1284731"/>
                  </a:lnTo>
                  <a:lnTo>
                    <a:pt x="6741142" y="1250690"/>
                  </a:lnTo>
                  <a:lnTo>
                    <a:pt x="6696199" y="1213621"/>
                  </a:lnTo>
                  <a:lnTo>
                    <a:pt x="6651326" y="1173471"/>
                  </a:lnTo>
                  <a:lnTo>
                    <a:pt x="6606250" y="1130259"/>
                  </a:lnTo>
                  <a:lnTo>
                    <a:pt x="6560787" y="1084091"/>
                  </a:lnTo>
                  <a:lnTo>
                    <a:pt x="6514832" y="1035164"/>
                  </a:lnTo>
                  <a:lnTo>
                    <a:pt x="6468353" y="983770"/>
                  </a:lnTo>
                  <a:lnTo>
                    <a:pt x="6421378" y="930291"/>
                  </a:lnTo>
                  <a:lnTo>
                    <a:pt x="6373988" y="875191"/>
                  </a:lnTo>
                  <a:lnTo>
                    <a:pt x="6326308" y="819002"/>
                  </a:lnTo>
                  <a:lnTo>
                    <a:pt x="6278488" y="762304"/>
                  </a:lnTo>
                  <a:lnTo>
                    <a:pt x="6230693" y="705696"/>
                  </a:lnTo>
                  <a:lnTo>
                    <a:pt x="6183085" y="649776"/>
                  </a:lnTo>
                  <a:lnTo>
                    <a:pt x="6135809" y="595110"/>
                  </a:lnTo>
                  <a:lnTo>
                    <a:pt x="6088976" y="542212"/>
                  </a:lnTo>
                  <a:lnTo>
                    <a:pt x="6042655" y="491524"/>
                  </a:lnTo>
                  <a:lnTo>
                    <a:pt x="5996855" y="443400"/>
                  </a:lnTo>
                  <a:lnTo>
                    <a:pt x="5951523" y="398105"/>
                  </a:lnTo>
                  <a:lnTo>
                    <a:pt x="5906531" y="355807"/>
                  </a:lnTo>
                  <a:lnTo>
                    <a:pt x="5861669" y="316585"/>
                  </a:lnTo>
                  <a:lnTo>
                    <a:pt x="5816638" y="280436"/>
                  </a:lnTo>
                  <a:lnTo>
                    <a:pt x="5784835" y="256946"/>
                  </a:lnTo>
                  <a:lnTo>
                    <a:pt x="5735623" y="224029"/>
                  </a:lnTo>
                  <a:lnTo>
                    <a:pt x="5684732" y="194434"/>
                  </a:lnTo>
                  <a:lnTo>
                    <a:pt x="5631359" y="167989"/>
                  </a:lnTo>
                  <a:lnTo>
                    <a:pt x="5574611" y="144404"/>
                  </a:lnTo>
                  <a:lnTo>
                    <a:pt x="5513576" y="123352"/>
                  </a:lnTo>
                  <a:lnTo>
                    <a:pt x="5447406" y="104519"/>
                  </a:lnTo>
                  <a:lnTo>
                    <a:pt x="5375414" y="87630"/>
                  </a:lnTo>
                  <a:lnTo>
                    <a:pt x="5297209" y="72462"/>
                  </a:lnTo>
                  <a:lnTo>
                    <a:pt x="5212868" y="58855"/>
                  </a:lnTo>
                  <a:lnTo>
                    <a:pt x="5123146" y="46710"/>
                  </a:lnTo>
                  <a:lnTo>
                    <a:pt x="5029680" y="35986"/>
                  </a:lnTo>
                  <a:lnTo>
                    <a:pt x="4935118" y="26690"/>
                  </a:lnTo>
                  <a:lnTo>
                    <a:pt x="4843081" y="18855"/>
                  </a:lnTo>
                  <a:lnTo>
                    <a:pt x="4757852" y="12509"/>
                  </a:lnTo>
                  <a:lnTo>
                    <a:pt x="4683749" y="7640"/>
                  </a:lnTo>
                  <a:lnTo>
                    <a:pt x="4624293" y="4166"/>
                  </a:lnTo>
                  <a:lnTo>
                    <a:pt x="4581397" y="1925"/>
                  </a:lnTo>
                  <a:lnTo>
                    <a:pt x="4554820" y="676"/>
                  </a:lnTo>
                  <a:lnTo>
                    <a:pt x="4542073" y="135"/>
                  </a:lnTo>
                  <a:lnTo>
                    <a:pt x="4538646" y="3"/>
                  </a:lnTo>
                  <a:lnTo>
                    <a:pt x="4538543" y="0"/>
                  </a:lnTo>
                  <a:lnTo>
                    <a:pt x="4016409" y="0"/>
                  </a:lnTo>
                  <a:lnTo>
                    <a:pt x="4015144" y="16"/>
                  </a:lnTo>
                  <a:lnTo>
                    <a:pt x="4006872" y="130"/>
                  </a:lnTo>
                  <a:lnTo>
                    <a:pt x="3986190" y="448"/>
                  </a:lnTo>
                  <a:lnTo>
                    <a:pt x="3949648" y="1071"/>
                  </a:lnTo>
                  <a:lnTo>
                    <a:pt x="3896063" y="2091"/>
                  </a:lnTo>
                  <a:lnTo>
                    <a:pt x="3826576" y="3577"/>
                  </a:lnTo>
                  <a:lnTo>
                    <a:pt x="3744262" y="5568"/>
                  </a:lnTo>
                  <a:lnTo>
                    <a:pt x="3653359" y="8076"/>
                  </a:lnTo>
                  <a:lnTo>
                    <a:pt x="3558369" y="11096"/>
                  </a:lnTo>
                  <a:lnTo>
                    <a:pt x="3463307" y="14614"/>
                  </a:lnTo>
                  <a:lnTo>
                    <a:pt x="3371257" y="18625"/>
                  </a:lnTo>
                  <a:lnTo>
                    <a:pt x="3284244" y="23137"/>
                  </a:lnTo>
                  <a:lnTo>
                    <a:pt x="3203316" y="28176"/>
                  </a:lnTo>
                  <a:lnTo>
                    <a:pt x="3128752" y="33793"/>
                  </a:lnTo>
                  <a:lnTo>
                    <a:pt x="3060278" y="40059"/>
                  </a:lnTo>
                  <a:lnTo>
                    <a:pt x="2997262" y="47065"/>
                  </a:lnTo>
                  <a:lnTo>
                    <a:pt x="2938868" y="54918"/>
                  </a:lnTo>
                  <a:lnTo>
                    <a:pt x="2884170" y="63733"/>
                  </a:lnTo>
                  <a:lnTo>
                    <a:pt x="2832236" y="73616"/>
                  </a:lnTo>
                  <a:lnTo>
                    <a:pt x="2782210" y="84642"/>
                  </a:lnTo>
                  <a:lnTo>
                    <a:pt x="2770117" y="87531"/>
                  </a:lnTo>
                  <a:lnTo>
                    <a:pt x="2717388" y="101114"/>
                  </a:lnTo>
                  <a:lnTo>
                    <a:pt x="2665170" y="116097"/>
                  </a:lnTo>
                  <a:lnTo>
                    <a:pt x="2612916" y="132501"/>
                  </a:lnTo>
                  <a:lnTo>
                    <a:pt x="2560254" y="150295"/>
                  </a:lnTo>
                  <a:lnTo>
                    <a:pt x="2506969" y="169395"/>
                  </a:lnTo>
                  <a:lnTo>
                    <a:pt x="2452978" y="189660"/>
                  </a:lnTo>
                  <a:lnTo>
                    <a:pt x="2398317" y="210888"/>
                  </a:lnTo>
                  <a:lnTo>
                    <a:pt x="2343117" y="232829"/>
                  </a:lnTo>
                  <a:lnTo>
                    <a:pt x="2287584" y="255192"/>
                  </a:lnTo>
                  <a:lnTo>
                    <a:pt x="2231966" y="277661"/>
                  </a:lnTo>
                  <a:lnTo>
                    <a:pt x="2176521" y="299914"/>
                  </a:lnTo>
                  <a:lnTo>
                    <a:pt x="2121485" y="321643"/>
                  </a:lnTo>
                  <a:lnTo>
                    <a:pt x="2067042" y="342568"/>
                  </a:lnTo>
                  <a:lnTo>
                    <a:pt x="2013294" y="362454"/>
                  </a:lnTo>
                  <a:lnTo>
                    <a:pt x="1960237" y="381122"/>
                  </a:lnTo>
                  <a:lnTo>
                    <a:pt x="1907747" y="398447"/>
                  </a:lnTo>
                  <a:lnTo>
                    <a:pt x="1855554" y="414366"/>
                  </a:lnTo>
                  <a:lnTo>
                    <a:pt x="1803233" y="428867"/>
                  </a:lnTo>
                  <a:lnTo>
                    <a:pt x="1768425" y="437655"/>
                  </a:lnTo>
                  <a:lnTo>
                    <a:pt x="1718753" y="448967"/>
                  </a:lnTo>
                  <a:lnTo>
                    <a:pt x="1667363" y="459126"/>
                  </a:lnTo>
                  <a:lnTo>
                    <a:pt x="1613430" y="468194"/>
                  </a:lnTo>
                  <a:lnTo>
                    <a:pt x="1556032" y="476273"/>
                  </a:lnTo>
                  <a:lnTo>
                    <a:pt x="1494235" y="483477"/>
                  </a:lnTo>
                  <a:lnTo>
                    <a:pt x="1427171" y="489916"/>
                  </a:lnTo>
                  <a:lnTo>
                    <a:pt x="1354147" y="495685"/>
                  </a:lnTo>
                  <a:lnTo>
                    <a:pt x="1274783" y="500861"/>
                  </a:lnTo>
                  <a:lnTo>
                    <a:pt x="1189202" y="505499"/>
                  </a:lnTo>
                  <a:lnTo>
                    <a:pt x="1098244" y="509631"/>
                  </a:lnTo>
                  <a:lnTo>
                    <a:pt x="1003677" y="513271"/>
                  </a:lnTo>
                  <a:lnTo>
                    <a:pt x="908328" y="516414"/>
                  </a:lnTo>
                  <a:lnTo>
                    <a:pt x="816011" y="519049"/>
                  </a:lnTo>
                  <a:lnTo>
                    <a:pt x="731167" y="521167"/>
                  </a:lnTo>
                  <a:lnTo>
                    <a:pt x="658181" y="522775"/>
                  </a:lnTo>
                  <a:lnTo>
                    <a:pt x="600495" y="523904"/>
                  </a:lnTo>
                  <a:lnTo>
                    <a:pt x="559781" y="524617"/>
                  </a:lnTo>
                  <a:lnTo>
                    <a:pt x="535436" y="525000"/>
                  </a:lnTo>
                  <a:lnTo>
                    <a:pt x="524545" y="525155"/>
                  </a:lnTo>
                  <a:lnTo>
                    <a:pt x="522152" y="525186"/>
                  </a:lnTo>
                  <a:lnTo>
                    <a:pt x="522133" y="525186"/>
                  </a:lnTo>
                  <a:lnTo>
                    <a:pt x="0" y="525186"/>
                  </a:lnTo>
                  <a:lnTo>
                    <a:pt x="0" y="525186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499" name="pg1499"/>
            <p:cNvSpPr/>
            <p:nvPr/>
          </p:nvSpPr>
          <p:spPr>
            <a:xfrm>
              <a:off x="386606" y="1626024"/>
              <a:ext cx="8554953" cy="4026432"/>
            </a:xfrm>
            <a:custGeom>
              <a:avLst/>
              <a:pathLst>
                <a:path w="8554953" h="4026432">
                  <a:moveTo>
                    <a:pt x="0" y="3501246"/>
                  </a:moveTo>
                  <a:lnTo>
                    <a:pt x="522133" y="3501246"/>
                  </a:lnTo>
                  <a:lnTo>
                    <a:pt x="523398" y="3501262"/>
                  </a:lnTo>
                  <a:lnTo>
                    <a:pt x="531670" y="3501376"/>
                  </a:lnTo>
                  <a:lnTo>
                    <a:pt x="552352" y="3501694"/>
                  </a:lnTo>
                  <a:lnTo>
                    <a:pt x="588894" y="3502317"/>
                  </a:lnTo>
                  <a:lnTo>
                    <a:pt x="642479" y="3503337"/>
                  </a:lnTo>
                  <a:lnTo>
                    <a:pt x="711966" y="3504823"/>
                  </a:lnTo>
                  <a:lnTo>
                    <a:pt x="794280" y="3506814"/>
                  </a:lnTo>
                  <a:lnTo>
                    <a:pt x="885183" y="3509322"/>
                  </a:lnTo>
                  <a:lnTo>
                    <a:pt x="980173" y="3512342"/>
                  </a:lnTo>
                  <a:lnTo>
                    <a:pt x="1075236" y="3515860"/>
                  </a:lnTo>
                  <a:lnTo>
                    <a:pt x="1167285" y="3519871"/>
                  </a:lnTo>
                  <a:lnTo>
                    <a:pt x="1254299" y="3524383"/>
                  </a:lnTo>
                  <a:lnTo>
                    <a:pt x="1335226" y="3529422"/>
                  </a:lnTo>
                  <a:lnTo>
                    <a:pt x="1409790" y="3535039"/>
                  </a:lnTo>
                  <a:lnTo>
                    <a:pt x="1478264" y="3541305"/>
                  </a:lnTo>
                  <a:lnTo>
                    <a:pt x="1541281" y="3548311"/>
                  </a:lnTo>
                  <a:lnTo>
                    <a:pt x="1599674" y="3556164"/>
                  </a:lnTo>
                  <a:lnTo>
                    <a:pt x="1654372" y="3564979"/>
                  </a:lnTo>
                  <a:lnTo>
                    <a:pt x="1706306" y="3574862"/>
                  </a:lnTo>
                  <a:lnTo>
                    <a:pt x="1756332" y="3585888"/>
                  </a:lnTo>
                  <a:lnTo>
                    <a:pt x="1768425" y="3588777"/>
                  </a:lnTo>
                  <a:lnTo>
                    <a:pt x="1821154" y="3602360"/>
                  </a:lnTo>
                  <a:lnTo>
                    <a:pt x="1873372" y="3617343"/>
                  </a:lnTo>
                  <a:lnTo>
                    <a:pt x="1925626" y="3633747"/>
                  </a:lnTo>
                  <a:lnTo>
                    <a:pt x="1978288" y="3651541"/>
                  </a:lnTo>
                  <a:lnTo>
                    <a:pt x="2031573" y="3670642"/>
                  </a:lnTo>
                  <a:lnTo>
                    <a:pt x="2085564" y="3690906"/>
                  </a:lnTo>
                  <a:lnTo>
                    <a:pt x="2140225" y="3712134"/>
                  </a:lnTo>
                  <a:lnTo>
                    <a:pt x="2195425" y="3734075"/>
                  </a:lnTo>
                  <a:lnTo>
                    <a:pt x="2250958" y="3756438"/>
                  </a:lnTo>
                  <a:lnTo>
                    <a:pt x="2306576" y="3778907"/>
                  </a:lnTo>
                  <a:lnTo>
                    <a:pt x="2362022" y="3801161"/>
                  </a:lnTo>
                  <a:lnTo>
                    <a:pt x="2417057" y="3822889"/>
                  </a:lnTo>
                  <a:lnTo>
                    <a:pt x="2471500" y="3843814"/>
                  </a:lnTo>
                  <a:lnTo>
                    <a:pt x="2525249" y="3863700"/>
                  </a:lnTo>
                  <a:lnTo>
                    <a:pt x="2578305" y="3882368"/>
                  </a:lnTo>
                  <a:lnTo>
                    <a:pt x="2630796" y="3899693"/>
                  </a:lnTo>
                  <a:lnTo>
                    <a:pt x="2682988" y="3915612"/>
                  </a:lnTo>
                  <a:lnTo>
                    <a:pt x="2735309" y="3930113"/>
                  </a:lnTo>
                  <a:lnTo>
                    <a:pt x="2770117" y="3938901"/>
                  </a:lnTo>
                  <a:lnTo>
                    <a:pt x="2819789" y="3950213"/>
                  </a:lnTo>
                  <a:lnTo>
                    <a:pt x="2871179" y="3960372"/>
                  </a:lnTo>
                  <a:lnTo>
                    <a:pt x="2925113" y="3969440"/>
                  </a:lnTo>
                  <a:lnTo>
                    <a:pt x="2982510" y="3977519"/>
                  </a:lnTo>
                  <a:lnTo>
                    <a:pt x="3044307" y="3984723"/>
                  </a:lnTo>
                  <a:lnTo>
                    <a:pt x="3111371" y="3991162"/>
                  </a:lnTo>
                  <a:lnTo>
                    <a:pt x="3184395" y="3996931"/>
                  </a:lnTo>
                  <a:lnTo>
                    <a:pt x="3263759" y="4002107"/>
                  </a:lnTo>
                  <a:lnTo>
                    <a:pt x="3349340" y="4006745"/>
                  </a:lnTo>
                  <a:lnTo>
                    <a:pt x="3440298" y="4010877"/>
                  </a:lnTo>
                  <a:lnTo>
                    <a:pt x="3534865" y="4014517"/>
                  </a:lnTo>
                  <a:lnTo>
                    <a:pt x="3630214" y="4017660"/>
                  </a:lnTo>
                  <a:lnTo>
                    <a:pt x="3722532" y="4020295"/>
                  </a:lnTo>
                  <a:lnTo>
                    <a:pt x="3807375" y="4022413"/>
                  </a:lnTo>
                  <a:lnTo>
                    <a:pt x="3880361" y="4024021"/>
                  </a:lnTo>
                  <a:lnTo>
                    <a:pt x="3938047" y="4025150"/>
                  </a:lnTo>
                  <a:lnTo>
                    <a:pt x="3978761" y="4025863"/>
                  </a:lnTo>
                  <a:lnTo>
                    <a:pt x="4003106" y="4026246"/>
                  </a:lnTo>
                  <a:lnTo>
                    <a:pt x="4013998" y="4026401"/>
                  </a:lnTo>
                  <a:lnTo>
                    <a:pt x="4016409" y="4026432"/>
                  </a:lnTo>
                  <a:lnTo>
                    <a:pt x="4538543" y="4026432"/>
                  </a:lnTo>
                  <a:lnTo>
                    <a:pt x="4539465" y="4026344"/>
                  </a:lnTo>
                  <a:lnTo>
                    <a:pt x="4545534" y="4025710"/>
                  </a:lnTo>
                  <a:lnTo>
                    <a:pt x="4560864" y="4023958"/>
                  </a:lnTo>
                  <a:lnTo>
                    <a:pt x="4588344" y="4020509"/>
                  </a:lnTo>
                  <a:lnTo>
                    <a:pt x="4629440" y="4014823"/>
                  </a:lnTo>
                  <a:lnTo>
                    <a:pt x="4684080" y="4006453"/>
                  </a:lnTo>
                  <a:lnTo>
                    <a:pt x="4750759" y="3995090"/>
                  </a:lnTo>
                  <a:lnTo>
                    <a:pt x="4826880" y="3980570"/>
                  </a:lnTo>
                  <a:lnTo>
                    <a:pt x="4909256" y="3962855"/>
                  </a:lnTo>
                  <a:lnTo>
                    <a:pt x="4994635" y="3941989"/>
                  </a:lnTo>
                  <a:lnTo>
                    <a:pt x="5080119" y="3918043"/>
                  </a:lnTo>
                  <a:lnTo>
                    <a:pt x="5163418" y="3891057"/>
                  </a:lnTo>
                  <a:lnTo>
                    <a:pt x="5242936" y="3861004"/>
                  </a:lnTo>
                  <a:lnTo>
                    <a:pt x="5317735" y="3827764"/>
                  </a:lnTo>
                  <a:lnTo>
                    <a:pt x="5387426" y="3791109"/>
                  </a:lnTo>
                  <a:lnTo>
                    <a:pt x="5452038" y="3750699"/>
                  </a:lnTo>
                  <a:lnTo>
                    <a:pt x="5511897" y="3706092"/>
                  </a:lnTo>
                  <a:lnTo>
                    <a:pt x="5567520" y="3656749"/>
                  </a:lnTo>
                  <a:lnTo>
                    <a:pt x="5619533" y="3602064"/>
                  </a:lnTo>
                  <a:lnTo>
                    <a:pt x="5668614" y="3541401"/>
                  </a:lnTo>
                  <a:lnTo>
                    <a:pt x="5715436" y="3474164"/>
                  </a:lnTo>
                  <a:lnTo>
                    <a:pt x="5760630" y="3399907"/>
                  </a:lnTo>
                  <a:lnTo>
                    <a:pt x="5784835" y="3356302"/>
                  </a:lnTo>
                  <a:lnTo>
                    <a:pt x="5817041" y="3294232"/>
                  </a:lnTo>
                  <a:lnTo>
                    <a:pt x="5848963" y="3228237"/>
                  </a:lnTo>
                  <a:lnTo>
                    <a:pt x="5880750" y="3158239"/>
                  </a:lnTo>
                  <a:lnTo>
                    <a:pt x="5912524" y="3084202"/>
                  </a:lnTo>
                  <a:lnTo>
                    <a:pt x="5944381" y="3006144"/>
                  </a:lnTo>
                  <a:lnTo>
                    <a:pt x="5976398" y="2924137"/>
                  </a:lnTo>
                  <a:lnTo>
                    <a:pt x="6008626" y="2838310"/>
                  </a:lnTo>
                  <a:lnTo>
                    <a:pt x="6041101" y="2748857"/>
                  </a:lnTo>
                  <a:lnTo>
                    <a:pt x="6073838" y="2656029"/>
                  </a:lnTo>
                  <a:lnTo>
                    <a:pt x="6106839" y="2560143"/>
                  </a:lnTo>
                  <a:lnTo>
                    <a:pt x="6140086" y="2461571"/>
                  </a:lnTo>
                  <a:lnTo>
                    <a:pt x="6173553" y="2360740"/>
                  </a:lnTo>
                  <a:lnTo>
                    <a:pt x="6207200" y="2258123"/>
                  </a:lnTo>
                  <a:lnTo>
                    <a:pt x="6240978" y="2154233"/>
                  </a:lnTo>
                  <a:lnTo>
                    <a:pt x="6274833" y="2049607"/>
                  </a:lnTo>
                  <a:lnTo>
                    <a:pt x="6308707" y="1944802"/>
                  </a:lnTo>
                  <a:lnTo>
                    <a:pt x="6342542" y="1840378"/>
                  </a:lnTo>
                  <a:lnTo>
                    <a:pt x="6376278" y="1736884"/>
                  </a:lnTo>
                  <a:lnTo>
                    <a:pt x="6409866" y="1634852"/>
                  </a:lnTo>
                  <a:lnTo>
                    <a:pt x="6443257" y="1534781"/>
                  </a:lnTo>
                  <a:lnTo>
                    <a:pt x="6476419" y="1437128"/>
                  </a:lnTo>
                  <a:lnTo>
                    <a:pt x="6509325" y="1342302"/>
                  </a:lnTo>
                  <a:lnTo>
                    <a:pt x="6541968" y="1250655"/>
                  </a:lnTo>
                  <a:lnTo>
                    <a:pt x="6574351" y="1162479"/>
                  </a:lnTo>
                  <a:lnTo>
                    <a:pt x="6606498" y="1078007"/>
                  </a:lnTo>
                  <a:lnTo>
                    <a:pt x="6638450" y="997408"/>
                  </a:lnTo>
                  <a:lnTo>
                    <a:pt x="6670268" y="920791"/>
                  </a:lnTo>
                  <a:lnTo>
                    <a:pt x="6702034" y="848207"/>
                  </a:lnTo>
                  <a:lnTo>
                    <a:pt x="6733854" y="779655"/>
                  </a:lnTo>
                  <a:lnTo>
                    <a:pt x="6765860" y="715083"/>
                  </a:lnTo>
                  <a:lnTo>
                    <a:pt x="6786527" y="675778"/>
                  </a:lnTo>
                  <a:lnTo>
                    <a:pt x="6831064" y="597606"/>
                  </a:lnTo>
                  <a:lnTo>
                    <a:pt x="6876924" y="526572"/>
                  </a:lnTo>
                  <a:lnTo>
                    <a:pt x="6924689" y="462384"/>
                  </a:lnTo>
                  <a:lnTo>
                    <a:pt x="6975014" y="404511"/>
                  </a:lnTo>
                  <a:lnTo>
                    <a:pt x="7028583" y="352327"/>
                  </a:lnTo>
                  <a:lnTo>
                    <a:pt x="7086054" y="305203"/>
                  </a:lnTo>
                  <a:lnTo>
                    <a:pt x="7148015" y="262561"/>
                  </a:lnTo>
                  <a:lnTo>
                    <a:pt x="7214905" y="223903"/>
                  </a:lnTo>
                  <a:lnTo>
                    <a:pt x="7286931" y="188832"/>
                  </a:lnTo>
                  <a:lnTo>
                    <a:pt x="7363948" y="157060"/>
                  </a:lnTo>
                  <a:lnTo>
                    <a:pt x="7445335" y="128407"/>
                  </a:lnTo>
                  <a:lnTo>
                    <a:pt x="7529865" y="102798"/>
                  </a:lnTo>
                  <a:lnTo>
                    <a:pt x="7615625" y="80241"/>
                  </a:lnTo>
                  <a:lnTo>
                    <a:pt x="7700030" y="60795"/>
                  </a:lnTo>
                  <a:lnTo>
                    <a:pt x="7779980" y="44527"/>
                  </a:lnTo>
                  <a:lnTo>
                    <a:pt x="7852191" y="31450"/>
                  </a:lnTo>
                  <a:lnTo>
                    <a:pt x="7913676" y="21474"/>
                  </a:lnTo>
                  <a:lnTo>
                    <a:pt x="7962279" y="14369"/>
                  </a:lnTo>
                  <a:lnTo>
                    <a:pt x="7997116" y="9759"/>
                  </a:lnTo>
                  <a:lnTo>
                    <a:pt x="8018814" y="7151"/>
                  </a:lnTo>
                  <a:lnTo>
                    <a:pt x="8029508" y="5978"/>
                  </a:lnTo>
                  <a:lnTo>
                    <a:pt x="8032665" y="5661"/>
                  </a:lnTo>
                  <a:lnTo>
                    <a:pt x="8032819" y="5647"/>
                  </a:lnTo>
                  <a:lnTo>
                    <a:pt x="8554953" y="5647"/>
                  </a:lnTo>
                  <a:lnTo>
                    <a:pt x="8554953" y="0"/>
                  </a:lnTo>
                  <a:lnTo>
                    <a:pt x="8032819" y="0"/>
                  </a:lnTo>
                  <a:lnTo>
                    <a:pt x="8031897" y="88"/>
                  </a:lnTo>
                  <a:lnTo>
                    <a:pt x="8025828" y="722"/>
                  </a:lnTo>
                  <a:lnTo>
                    <a:pt x="8010498" y="2474"/>
                  </a:lnTo>
                  <a:lnTo>
                    <a:pt x="7983018" y="5923"/>
                  </a:lnTo>
                  <a:lnTo>
                    <a:pt x="7941922" y="11609"/>
                  </a:lnTo>
                  <a:lnTo>
                    <a:pt x="7887282" y="19979"/>
                  </a:lnTo>
                  <a:lnTo>
                    <a:pt x="7820603" y="31342"/>
                  </a:lnTo>
                  <a:lnTo>
                    <a:pt x="7744482" y="45862"/>
                  </a:lnTo>
                  <a:lnTo>
                    <a:pt x="7662106" y="63577"/>
                  </a:lnTo>
                  <a:lnTo>
                    <a:pt x="7576727" y="84443"/>
                  </a:lnTo>
                  <a:lnTo>
                    <a:pt x="7491243" y="108389"/>
                  </a:lnTo>
                  <a:lnTo>
                    <a:pt x="7407944" y="135375"/>
                  </a:lnTo>
                  <a:lnTo>
                    <a:pt x="7328426" y="165428"/>
                  </a:lnTo>
                  <a:lnTo>
                    <a:pt x="7253627" y="198668"/>
                  </a:lnTo>
                  <a:lnTo>
                    <a:pt x="7183936" y="235323"/>
                  </a:lnTo>
                  <a:lnTo>
                    <a:pt x="7119324" y="275733"/>
                  </a:lnTo>
                  <a:lnTo>
                    <a:pt x="7059465" y="320340"/>
                  </a:lnTo>
                  <a:lnTo>
                    <a:pt x="7003842" y="369683"/>
                  </a:lnTo>
                  <a:lnTo>
                    <a:pt x="6951829" y="424368"/>
                  </a:lnTo>
                  <a:lnTo>
                    <a:pt x="6902748" y="485031"/>
                  </a:lnTo>
                  <a:lnTo>
                    <a:pt x="6855926" y="552268"/>
                  </a:lnTo>
                  <a:lnTo>
                    <a:pt x="6810732" y="626525"/>
                  </a:lnTo>
                  <a:lnTo>
                    <a:pt x="6786527" y="670130"/>
                  </a:lnTo>
                  <a:lnTo>
                    <a:pt x="6754321" y="732200"/>
                  </a:lnTo>
                  <a:lnTo>
                    <a:pt x="6722399" y="798195"/>
                  </a:lnTo>
                  <a:lnTo>
                    <a:pt x="6690612" y="868193"/>
                  </a:lnTo>
                  <a:lnTo>
                    <a:pt x="6658838" y="942230"/>
                  </a:lnTo>
                  <a:lnTo>
                    <a:pt x="6626981" y="1020288"/>
                  </a:lnTo>
                  <a:lnTo>
                    <a:pt x="6594964" y="1102295"/>
                  </a:lnTo>
                  <a:lnTo>
                    <a:pt x="6562736" y="1188122"/>
                  </a:lnTo>
                  <a:lnTo>
                    <a:pt x="6530261" y="1277575"/>
                  </a:lnTo>
                  <a:lnTo>
                    <a:pt x="6497524" y="1370403"/>
                  </a:lnTo>
                  <a:lnTo>
                    <a:pt x="6464523" y="1466289"/>
                  </a:lnTo>
                  <a:lnTo>
                    <a:pt x="6431276" y="1564861"/>
                  </a:lnTo>
                  <a:lnTo>
                    <a:pt x="6397809" y="1665692"/>
                  </a:lnTo>
                  <a:lnTo>
                    <a:pt x="6364162" y="1768309"/>
                  </a:lnTo>
                  <a:lnTo>
                    <a:pt x="6330384" y="1872199"/>
                  </a:lnTo>
                  <a:lnTo>
                    <a:pt x="6296529" y="1976825"/>
                  </a:lnTo>
                  <a:lnTo>
                    <a:pt x="6262655" y="2081630"/>
                  </a:lnTo>
                  <a:lnTo>
                    <a:pt x="6228820" y="2186054"/>
                  </a:lnTo>
                  <a:lnTo>
                    <a:pt x="6195083" y="2289548"/>
                  </a:lnTo>
                  <a:lnTo>
                    <a:pt x="6161496" y="2391580"/>
                  </a:lnTo>
                  <a:lnTo>
                    <a:pt x="6128104" y="2491651"/>
                  </a:lnTo>
                  <a:lnTo>
                    <a:pt x="6094943" y="2589304"/>
                  </a:lnTo>
                  <a:lnTo>
                    <a:pt x="6062036" y="2684130"/>
                  </a:lnTo>
                  <a:lnTo>
                    <a:pt x="6029394" y="2775777"/>
                  </a:lnTo>
                  <a:lnTo>
                    <a:pt x="5997011" y="2863953"/>
                  </a:lnTo>
                  <a:lnTo>
                    <a:pt x="5964864" y="2948425"/>
                  </a:lnTo>
                  <a:lnTo>
                    <a:pt x="5932912" y="3029024"/>
                  </a:lnTo>
                  <a:lnTo>
                    <a:pt x="5901094" y="3105641"/>
                  </a:lnTo>
                  <a:lnTo>
                    <a:pt x="5869328" y="3178225"/>
                  </a:lnTo>
                  <a:lnTo>
                    <a:pt x="5837508" y="3246777"/>
                  </a:lnTo>
                  <a:lnTo>
                    <a:pt x="5805502" y="3311349"/>
                  </a:lnTo>
                  <a:lnTo>
                    <a:pt x="5784835" y="3350654"/>
                  </a:lnTo>
                  <a:lnTo>
                    <a:pt x="5740298" y="3428826"/>
                  </a:lnTo>
                  <a:lnTo>
                    <a:pt x="5694438" y="3499860"/>
                  </a:lnTo>
                  <a:lnTo>
                    <a:pt x="5646673" y="3564048"/>
                  </a:lnTo>
                  <a:lnTo>
                    <a:pt x="5596348" y="3621921"/>
                  </a:lnTo>
                  <a:lnTo>
                    <a:pt x="5542779" y="3674105"/>
                  </a:lnTo>
                  <a:lnTo>
                    <a:pt x="5485308" y="3721229"/>
                  </a:lnTo>
                  <a:lnTo>
                    <a:pt x="5423347" y="3763871"/>
                  </a:lnTo>
                  <a:lnTo>
                    <a:pt x="5356457" y="3802529"/>
                  </a:lnTo>
                  <a:lnTo>
                    <a:pt x="5284431" y="3837600"/>
                  </a:lnTo>
                  <a:lnTo>
                    <a:pt x="5207413" y="3869372"/>
                  </a:lnTo>
                  <a:lnTo>
                    <a:pt x="5126027" y="3898025"/>
                  </a:lnTo>
                  <a:lnTo>
                    <a:pt x="5041497" y="3923634"/>
                  </a:lnTo>
                  <a:lnTo>
                    <a:pt x="4955737" y="3946191"/>
                  </a:lnTo>
                  <a:lnTo>
                    <a:pt x="4871332" y="3965636"/>
                  </a:lnTo>
                  <a:lnTo>
                    <a:pt x="4791382" y="3981905"/>
                  </a:lnTo>
                  <a:lnTo>
                    <a:pt x="4719171" y="3994982"/>
                  </a:lnTo>
                  <a:lnTo>
                    <a:pt x="4657686" y="4004958"/>
                  </a:lnTo>
                  <a:lnTo>
                    <a:pt x="4609083" y="4012063"/>
                  </a:lnTo>
                  <a:lnTo>
                    <a:pt x="4574246" y="4016673"/>
                  </a:lnTo>
                  <a:lnTo>
                    <a:pt x="4552548" y="4019281"/>
                  </a:lnTo>
                  <a:lnTo>
                    <a:pt x="4541854" y="4020454"/>
                  </a:lnTo>
                  <a:lnTo>
                    <a:pt x="4538697" y="4020771"/>
                  </a:lnTo>
                  <a:lnTo>
                    <a:pt x="4538543" y="4020785"/>
                  </a:lnTo>
                  <a:lnTo>
                    <a:pt x="4016409" y="4020785"/>
                  </a:lnTo>
                  <a:lnTo>
                    <a:pt x="4015144" y="4020769"/>
                  </a:lnTo>
                  <a:lnTo>
                    <a:pt x="4006872" y="4020655"/>
                  </a:lnTo>
                  <a:lnTo>
                    <a:pt x="3986190" y="4020337"/>
                  </a:lnTo>
                  <a:lnTo>
                    <a:pt x="3949648" y="4019714"/>
                  </a:lnTo>
                  <a:lnTo>
                    <a:pt x="3896063" y="4018694"/>
                  </a:lnTo>
                  <a:lnTo>
                    <a:pt x="3826576" y="4017208"/>
                  </a:lnTo>
                  <a:lnTo>
                    <a:pt x="3744262" y="4015217"/>
                  </a:lnTo>
                  <a:lnTo>
                    <a:pt x="3653359" y="4012709"/>
                  </a:lnTo>
                  <a:lnTo>
                    <a:pt x="3558369" y="4009689"/>
                  </a:lnTo>
                  <a:lnTo>
                    <a:pt x="3463307" y="4006171"/>
                  </a:lnTo>
                  <a:lnTo>
                    <a:pt x="3371257" y="4002160"/>
                  </a:lnTo>
                  <a:lnTo>
                    <a:pt x="3284244" y="3997648"/>
                  </a:lnTo>
                  <a:lnTo>
                    <a:pt x="3203316" y="3992609"/>
                  </a:lnTo>
                  <a:lnTo>
                    <a:pt x="3128752" y="3986992"/>
                  </a:lnTo>
                  <a:lnTo>
                    <a:pt x="3060278" y="3980726"/>
                  </a:lnTo>
                  <a:lnTo>
                    <a:pt x="2997262" y="3973720"/>
                  </a:lnTo>
                  <a:lnTo>
                    <a:pt x="2938868" y="3965867"/>
                  </a:lnTo>
                  <a:lnTo>
                    <a:pt x="2884170" y="3957052"/>
                  </a:lnTo>
                  <a:lnTo>
                    <a:pt x="2832236" y="3947169"/>
                  </a:lnTo>
                  <a:lnTo>
                    <a:pt x="2782210" y="3936143"/>
                  </a:lnTo>
                  <a:lnTo>
                    <a:pt x="2770117" y="3933254"/>
                  </a:lnTo>
                  <a:lnTo>
                    <a:pt x="2717388" y="3919671"/>
                  </a:lnTo>
                  <a:lnTo>
                    <a:pt x="2665170" y="3904687"/>
                  </a:lnTo>
                  <a:lnTo>
                    <a:pt x="2612916" y="3888284"/>
                  </a:lnTo>
                  <a:lnTo>
                    <a:pt x="2560254" y="3870490"/>
                  </a:lnTo>
                  <a:lnTo>
                    <a:pt x="2506969" y="3851389"/>
                  </a:lnTo>
                  <a:lnTo>
                    <a:pt x="2452978" y="3831125"/>
                  </a:lnTo>
                  <a:lnTo>
                    <a:pt x="2398317" y="3809897"/>
                  </a:lnTo>
                  <a:lnTo>
                    <a:pt x="2343117" y="3787956"/>
                  </a:lnTo>
                  <a:lnTo>
                    <a:pt x="2287584" y="3765593"/>
                  </a:lnTo>
                  <a:lnTo>
                    <a:pt x="2231966" y="3743124"/>
                  </a:lnTo>
                  <a:lnTo>
                    <a:pt x="2176521" y="3720870"/>
                  </a:lnTo>
                  <a:lnTo>
                    <a:pt x="2121485" y="3699142"/>
                  </a:lnTo>
                  <a:lnTo>
                    <a:pt x="2067042" y="3678217"/>
                  </a:lnTo>
                  <a:lnTo>
                    <a:pt x="2013294" y="3658331"/>
                  </a:lnTo>
                  <a:lnTo>
                    <a:pt x="1960237" y="3639663"/>
                  </a:lnTo>
                  <a:lnTo>
                    <a:pt x="1907747" y="3622338"/>
                  </a:lnTo>
                  <a:lnTo>
                    <a:pt x="1855554" y="3606419"/>
                  </a:lnTo>
                  <a:lnTo>
                    <a:pt x="1803233" y="3591918"/>
                  </a:lnTo>
                  <a:lnTo>
                    <a:pt x="1768425" y="3583130"/>
                  </a:lnTo>
                  <a:lnTo>
                    <a:pt x="1718753" y="3571818"/>
                  </a:lnTo>
                  <a:lnTo>
                    <a:pt x="1667363" y="3561659"/>
                  </a:lnTo>
                  <a:lnTo>
                    <a:pt x="1613430" y="3552591"/>
                  </a:lnTo>
                  <a:lnTo>
                    <a:pt x="1556032" y="3544512"/>
                  </a:lnTo>
                  <a:lnTo>
                    <a:pt x="1494235" y="3537308"/>
                  </a:lnTo>
                  <a:lnTo>
                    <a:pt x="1427171" y="3530869"/>
                  </a:lnTo>
                  <a:lnTo>
                    <a:pt x="1354147" y="3525100"/>
                  </a:lnTo>
                  <a:lnTo>
                    <a:pt x="1274783" y="3519924"/>
                  </a:lnTo>
                  <a:lnTo>
                    <a:pt x="1189202" y="3515286"/>
                  </a:lnTo>
                  <a:lnTo>
                    <a:pt x="1098244" y="3511154"/>
                  </a:lnTo>
                  <a:lnTo>
                    <a:pt x="1003677" y="3507514"/>
                  </a:lnTo>
                  <a:lnTo>
                    <a:pt x="908328" y="3504371"/>
                  </a:lnTo>
                  <a:lnTo>
                    <a:pt x="816011" y="3501736"/>
                  </a:lnTo>
                  <a:lnTo>
                    <a:pt x="731167" y="3499618"/>
                  </a:lnTo>
                  <a:lnTo>
                    <a:pt x="658181" y="3498010"/>
                  </a:lnTo>
                  <a:lnTo>
                    <a:pt x="600495" y="3496881"/>
                  </a:lnTo>
                  <a:lnTo>
                    <a:pt x="559781" y="3496168"/>
                  </a:lnTo>
                  <a:lnTo>
                    <a:pt x="535436" y="3495784"/>
                  </a:lnTo>
                  <a:lnTo>
                    <a:pt x="524545" y="3495630"/>
                  </a:lnTo>
                  <a:lnTo>
                    <a:pt x="522133" y="3495598"/>
                  </a:lnTo>
                  <a:lnTo>
                    <a:pt x="0" y="3495598"/>
                  </a:lnTo>
                  <a:close/>
                </a:path>
              </a:pathLst>
            </a:custGeom>
            <a:solidFill>
              <a:srgbClr val="8BC34A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1500" name="pl1500"/>
            <p:cNvSpPr/>
            <p:nvPr/>
          </p:nvSpPr>
          <p:spPr>
            <a:xfrm>
              <a:off x="386606" y="1631671"/>
              <a:ext cx="8554953" cy="4020785"/>
            </a:xfrm>
            <a:custGeom>
              <a:avLst/>
              <a:pathLst>
                <a:path w="8554953" h="4020785">
                  <a:moveTo>
                    <a:pt x="0" y="3495598"/>
                  </a:moveTo>
                  <a:lnTo>
                    <a:pt x="522133" y="3495598"/>
                  </a:lnTo>
                  <a:lnTo>
                    <a:pt x="523398" y="3495614"/>
                  </a:lnTo>
                  <a:lnTo>
                    <a:pt x="531670" y="3495729"/>
                  </a:lnTo>
                  <a:lnTo>
                    <a:pt x="552352" y="3496047"/>
                  </a:lnTo>
                  <a:lnTo>
                    <a:pt x="588894" y="3496670"/>
                  </a:lnTo>
                  <a:lnTo>
                    <a:pt x="642479" y="3497690"/>
                  </a:lnTo>
                  <a:lnTo>
                    <a:pt x="711966" y="3499176"/>
                  </a:lnTo>
                  <a:lnTo>
                    <a:pt x="794280" y="3501167"/>
                  </a:lnTo>
                  <a:lnTo>
                    <a:pt x="885183" y="3503675"/>
                  </a:lnTo>
                  <a:lnTo>
                    <a:pt x="980173" y="3506695"/>
                  </a:lnTo>
                  <a:lnTo>
                    <a:pt x="1075236" y="3510213"/>
                  </a:lnTo>
                  <a:lnTo>
                    <a:pt x="1167285" y="3514224"/>
                  </a:lnTo>
                  <a:lnTo>
                    <a:pt x="1254299" y="3518735"/>
                  </a:lnTo>
                  <a:lnTo>
                    <a:pt x="1335226" y="3523775"/>
                  </a:lnTo>
                  <a:lnTo>
                    <a:pt x="1409790" y="3529392"/>
                  </a:lnTo>
                  <a:lnTo>
                    <a:pt x="1478264" y="3535658"/>
                  </a:lnTo>
                  <a:lnTo>
                    <a:pt x="1541281" y="3542664"/>
                  </a:lnTo>
                  <a:lnTo>
                    <a:pt x="1599674" y="3550517"/>
                  </a:lnTo>
                  <a:lnTo>
                    <a:pt x="1654372" y="3559332"/>
                  </a:lnTo>
                  <a:lnTo>
                    <a:pt x="1706306" y="3569215"/>
                  </a:lnTo>
                  <a:lnTo>
                    <a:pt x="1756332" y="3580241"/>
                  </a:lnTo>
                  <a:lnTo>
                    <a:pt x="1768425" y="3583130"/>
                  </a:lnTo>
                  <a:lnTo>
                    <a:pt x="1821154" y="3596713"/>
                  </a:lnTo>
                  <a:lnTo>
                    <a:pt x="1873372" y="3611696"/>
                  </a:lnTo>
                  <a:lnTo>
                    <a:pt x="1925626" y="3628100"/>
                  </a:lnTo>
                  <a:lnTo>
                    <a:pt x="1978288" y="3645894"/>
                  </a:lnTo>
                  <a:lnTo>
                    <a:pt x="2031573" y="3664994"/>
                  </a:lnTo>
                  <a:lnTo>
                    <a:pt x="2085564" y="3685259"/>
                  </a:lnTo>
                  <a:lnTo>
                    <a:pt x="2140225" y="3706487"/>
                  </a:lnTo>
                  <a:lnTo>
                    <a:pt x="2195425" y="3728428"/>
                  </a:lnTo>
                  <a:lnTo>
                    <a:pt x="2250958" y="3750791"/>
                  </a:lnTo>
                  <a:lnTo>
                    <a:pt x="2306576" y="3773260"/>
                  </a:lnTo>
                  <a:lnTo>
                    <a:pt x="2362022" y="3795513"/>
                  </a:lnTo>
                  <a:lnTo>
                    <a:pt x="2417057" y="3817242"/>
                  </a:lnTo>
                  <a:lnTo>
                    <a:pt x="2471500" y="3838167"/>
                  </a:lnTo>
                  <a:lnTo>
                    <a:pt x="2525249" y="3858053"/>
                  </a:lnTo>
                  <a:lnTo>
                    <a:pt x="2578305" y="3876720"/>
                  </a:lnTo>
                  <a:lnTo>
                    <a:pt x="2630796" y="3894046"/>
                  </a:lnTo>
                  <a:lnTo>
                    <a:pt x="2682988" y="3909965"/>
                  </a:lnTo>
                  <a:lnTo>
                    <a:pt x="2735309" y="3924466"/>
                  </a:lnTo>
                  <a:lnTo>
                    <a:pt x="2770117" y="3933254"/>
                  </a:lnTo>
                  <a:lnTo>
                    <a:pt x="2819789" y="3944566"/>
                  </a:lnTo>
                  <a:lnTo>
                    <a:pt x="2871179" y="3954725"/>
                  </a:lnTo>
                  <a:lnTo>
                    <a:pt x="2925113" y="3963793"/>
                  </a:lnTo>
                  <a:lnTo>
                    <a:pt x="2982510" y="3971872"/>
                  </a:lnTo>
                  <a:lnTo>
                    <a:pt x="3044307" y="3979076"/>
                  </a:lnTo>
                  <a:lnTo>
                    <a:pt x="3111371" y="3985515"/>
                  </a:lnTo>
                  <a:lnTo>
                    <a:pt x="3184395" y="3991284"/>
                  </a:lnTo>
                  <a:lnTo>
                    <a:pt x="3263759" y="3996460"/>
                  </a:lnTo>
                  <a:lnTo>
                    <a:pt x="3349340" y="4001097"/>
                  </a:lnTo>
                  <a:lnTo>
                    <a:pt x="3440298" y="4005230"/>
                  </a:lnTo>
                  <a:lnTo>
                    <a:pt x="3534865" y="4008870"/>
                  </a:lnTo>
                  <a:lnTo>
                    <a:pt x="3630214" y="4012013"/>
                  </a:lnTo>
                  <a:lnTo>
                    <a:pt x="3722532" y="4014648"/>
                  </a:lnTo>
                  <a:lnTo>
                    <a:pt x="3807375" y="4016766"/>
                  </a:lnTo>
                  <a:lnTo>
                    <a:pt x="3880361" y="4018374"/>
                  </a:lnTo>
                  <a:lnTo>
                    <a:pt x="3938047" y="4019503"/>
                  </a:lnTo>
                  <a:lnTo>
                    <a:pt x="3978761" y="4020216"/>
                  </a:lnTo>
                  <a:lnTo>
                    <a:pt x="4003106" y="4020599"/>
                  </a:lnTo>
                  <a:lnTo>
                    <a:pt x="4013998" y="4020754"/>
                  </a:lnTo>
                  <a:lnTo>
                    <a:pt x="4016390" y="4020785"/>
                  </a:lnTo>
                  <a:lnTo>
                    <a:pt x="4016409" y="4020785"/>
                  </a:lnTo>
                  <a:lnTo>
                    <a:pt x="4538543" y="4020785"/>
                  </a:lnTo>
                  <a:lnTo>
                    <a:pt x="4539465" y="4020696"/>
                  </a:lnTo>
                  <a:lnTo>
                    <a:pt x="4545534" y="4020063"/>
                  </a:lnTo>
                  <a:lnTo>
                    <a:pt x="4560864" y="4018311"/>
                  </a:lnTo>
                  <a:lnTo>
                    <a:pt x="4588344" y="4014862"/>
                  </a:lnTo>
                  <a:lnTo>
                    <a:pt x="4629440" y="4009176"/>
                  </a:lnTo>
                  <a:lnTo>
                    <a:pt x="4684080" y="4000806"/>
                  </a:lnTo>
                  <a:lnTo>
                    <a:pt x="4750759" y="3989443"/>
                  </a:lnTo>
                  <a:lnTo>
                    <a:pt x="4826880" y="3974923"/>
                  </a:lnTo>
                  <a:lnTo>
                    <a:pt x="4909256" y="3957208"/>
                  </a:lnTo>
                  <a:lnTo>
                    <a:pt x="4994635" y="3936342"/>
                  </a:lnTo>
                  <a:lnTo>
                    <a:pt x="5080119" y="3912396"/>
                  </a:lnTo>
                  <a:lnTo>
                    <a:pt x="5163418" y="3885409"/>
                  </a:lnTo>
                  <a:lnTo>
                    <a:pt x="5242936" y="3855357"/>
                  </a:lnTo>
                  <a:lnTo>
                    <a:pt x="5317735" y="3822117"/>
                  </a:lnTo>
                  <a:lnTo>
                    <a:pt x="5387426" y="3785462"/>
                  </a:lnTo>
                  <a:lnTo>
                    <a:pt x="5452038" y="3745052"/>
                  </a:lnTo>
                  <a:lnTo>
                    <a:pt x="5511897" y="3700444"/>
                  </a:lnTo>
                  <a:lnTo>
                    <a:pt x="5567520" y="3651101"/>
                  </a:lnTo>
                  <a:lnTo>
                    <a:pt x="5619533" y="3596417"/>
                  </a:lnTo>
                  <a:lnTo>
                    <a:pt x="5668614" y="3535754"/>
                  </a:lnTo>
                  <a:lnTo>
                    <a:pt x="5715436" y="3468517"/>
                  </a:lnTo>
                  <a:lnTo>
                    <a:pt x="5760630" y="3394260"/>
                  </a:lnTo>
                  <a:lnTo>
                    <a:pt x="5784835" y="3350654"/>
                  </a:lnTo>
                  <a:lnTo>
                    <a:pt x="5817041" y="3288584"/>
                  </a:lnTo>
                  <a:lnTo>
                    <a:pt x="5848963" y="3222590"/>
                  </a:lnTo>
                  <a:lnTo>
                    <a:pt x="5880750" y="3152591"/>
                  </a:lnTo>
                  <a:lnTo>
                    <a:pt x="5912524" y="3078555"/>
                  </a:lnTo>
                  <a:lnTo>
                    <a:pt x="5944381" y="3000497"/>
                  </a:lnTo>
                  <a:lnTo>
                    <a:pt x="5976398" y="2918489"/>
                  </a:lnTo>
                  <a:lnTo>
                    <a:pt x="6008626" y="2832663"/>
                  </a:lnTo>
                  <a:lnTo>
                    <a:pt x="6041101" y="2743210"/>
                  </a:lnTo>
                  <a:lnTo>
                    <a:pt x="6073838" y="2650382"/>
                  </a:lnTo>
                  <a:lnTo>
                    <a:pt x="6106839" y="2554496"/>
                  </a:lnTo>
                  <a:lnTo>
                    <a:pt x="6140086" y="2455924"/>
                  </a:lnTo>
                  <a:lnTo>
                    <a:pt x="6173553" y="2355093"/>
                  </a:lnTo>
                  <a:lnTo>
                    <a:pt x="6207200" y="2252476"/>
                  </a:lnTo>
                  <a:lnTo>
                    <a:pt x="6240978" y="2148585"/>
                  </a:lnTo>
                  <a:lnTo>
                    <a:pt x="6274833" y="2043960"/>
                  </a:lnTo>
                  <a:lnTo>
                    <a:pt x="6308707" y="1939155"/>
                  </a:lnTo>
                  <a:lnTo>
                    <a:pt x="6342542" y="1834730"/>
                  </a:lnTo>
                  <a:lnTo>
                    <a:pt x="6376278" y="1731237"/>
                  </a:lnTo>
                  <a:lnTo>
                    <a:pt x="6409866" y="1629205"/>
                  </a:lnTo>
                  <a:lnTo>
                    <a:pt x="6443257" y="1529134"/>
                  </a:lnTo>
                  <a:lnTo>
                    <a:pt x="6476419" y="1431481"/>
                  </a:lnTo>
                  <a:lnTo>
                    <a:pt x="6509325" y="1336655"/>
                  </a:lnTo>
                  <a:lnTo>
                    <a:pt x="6541968" y="1245008"/>
                  </a:lnTo>
                  <a:lnTo>
                    <a:pt x="6574351" y="1156832"/>
                  </a:lnTo>
                  <a:lnTo>
                    <a:pt x="6606498" y="1072360"/>
                  </a:lnTo>
                  <a:lnTo>
                    <a:pt x="6638450" y="991761"/>
                  </a:lnTo>
                  <a:lnTo>
                    <a:pt x="6670268" y="915144"/>
                  </a:lnTo>
                  <a:lnTo>
                    <a:pt x="6702034" y="842560"/>
                  </a:lnTo>
                  <a:lnTo>
                    <a:pt x="6733854" y="774007"/>
                  </a:lnTo>
                  <a:lnTo>
                    <a:pt x="6765860" y="709436"/>
                  </a:lnTo>
                  <a:lnTo>
                    <a:pt x="6786527" y="670130"/>
                  </a:lnTo>
                  <a:lnTo>
                    <a:pt x="6831064" y="591959"/>
                  </a:lnTo>
                  <a:lnTo>
                    <a:pt x="6876924" y="520925"/>
                  </a:lnTo>
                  <a:lnTo>
                    <a:pt x="6924689" y="456737"/>
                  </a:lnTo>
                  <a:lnTo>
                    <a:pt x="6975014" y="398864"/>
                  </a:lnTo>
                  <a:lnTo>
                    <a:pt x="7028583" y="346680"/>
                  </a:lnTo>
                  <a:lnTo>
                    <a:pt x="7086054" y="299556"/>
                  </a:lnTo>
                  <a:lnTo>
                    <a:pt x="7148015" y="256914"/>
                  </a:lnTo>
                  <a:lnTo>
                    <a:pt x="7214905" y="218256"/>
                  </a:lnTo>
                  <a:lnTo>
                    <a:pt x="7286931" y="183185"/>
                  </a:lnTo>
                  <a:lnTo>
                    <a:pt x="7363948" y="151413"/>
                  </a:lnTo>
                  <a:lnTo>
                    <a:pt x="7445335" y="122760"/>
                  </a:lnTo>
                  <a:lnTo>
                    <a:pt x="7529865" y="97150"/>
                  </a:lnTo>
                  <a:lnTo>
                    <a:pt x="7615625" y="74593"/>
                  </a:lnTo>
                  <a:lnTo>
                    <a:pt x="7700030" y="55148"/>
                  </a:lnTo>
                  <a:lnTo>
                    <a:pt x="7779980" y="38880"/>
                  </a:lnTo>
                  <a:lnTo>
                    <a:pt x="7852191" y="25803"/>
                  </a:lnTo>
                  <a:lnTo>
                    <a:pt x="7913676" y="15827"/>
                  </a:lnTo>
                  <a:lnTo>
                    <a:pt x="7962279" y="8722"/>
                  </a:lnTo>
                  <a:lnTo>
                    <a:pt x="7997116" y="4112"/>
                  </a:lnTo>
                  <a:lnTo>
                    <a:pt x="8018814" y="1503"/>
                  </a:lnTo>
                  <a:lnTo>
                    <a:pt x="8029508" y="331"/>
                  </a:lnTo>
                  <a:lnTo>
                    <a:pt x="8032665" y="14"/>
                  </a:lnTo>
                  <a:lnTo>
                    <a:pt x="8032819" y="0"/>
                  </a:lnTo>
                  <a:lnTo>
                    <a:pt x="8554953" y="0"/>
                  </a:lnTo>
                  <a:lnTo>
                    <a:pt x="8554953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501" name="pl1501"/>
            <p:cNvSpPr/>
            <p:nvPr/>
          </p:nvSpPr>
          <p:spPr>
            <a:xfrm>
              <a:off x="386606" y="1626024"/>
              <a:ext cx="8554953" cy="4020785"/>
            </a:xfrm>
            <a:custGeom>
              <a:avLst/>
              <a:pathLst>
                <a:path w="8554953" h="4020785">
                  <a:moveTo>
                    <a:pt x="8554953" y="0"/>
                  </a:moveTo>
                  <a:lnTo>
                    <a:pt x="8032819" y="0"/>
                  </a:lnTo>
                  <a:lnTo>
                    <a:pt x="8031897" y="88"/>
                  </a:lnTo>
                  <a:lnTo>
                    <a:pt x="8025828" y="722"/>
                  </a:lnTo>
                  <a:lnTo>
                    <a:pt x="8010498" y="2474"/>
                  </a:lnTo>
                  <a:lnTo>
                    <a:pt x="7983018" y="5923"/>
                  </a:lnTo>
                  <a:lnTo>
                    <a:pt x="7941922" y="11609"/>
                  </a:lnTo>
                  <a:lnTo>
                    <a:pt x="7887282" y="19979"/>
                  </a:lnTo>
                  <a:lnTo>
                    <a:pt x="7820603" y="31342"/>
                  </a:lnTo>
                  <a:lnTo>
                    <a:pt x="7744482" y="45862"/>
                  </a:lnTo>
                  <a:lnTo>
                    <a:pt x="7662106" y="63577"/>
                  </a:lnTo>
                  <a:lnTo>
                    <a:pt x="7576727" y="84443"/>
                  </a:lnTo>
                  <a:lnTo>
                    <a:pt x="7491243" y="108389"/>
                  </a:lnTo>
                  <a:lnTo>
                    <a:pt x="7407944" y="135375"/>
                  </a:lnTo>
                  <a:lnTo>
                    <a:pt x="7328426" y="165428"/>
                  </a:lnTo>
                  <a:lnTo>
                    <a:pt x="7253627" y="198668"/>
                  </a:lnTo>
                  <a:lnTo>
                    <a:pt x="7183936" y="235323"/>
                  </a:lnTo>
                  <a:lnTo>
                    <a:pt x="7119324" y="275733"/>
                  </a:lnTo>
                  <a:lnTo>
                    <a:pt x="7059465" y="320340"/>
                  </a:lnTo>
                  <a:lnTo>
                    <a:pt x="7003842" y="369683"/>
                  </a:lnTo>
                  <a:lnTo>
                    <a:pt x="6951829" y="424368"/>
                  </a:lnTo>
                  <a:lnTo>
                    <a:pt x="6902748" y="485031"/>
                  </a:lnTo>
                  <a:lnTo>
                    <a:pt x="6855926" y="552268"/>
                  </a:lnTo>
                  <a:lnTo>
                    <a:pt x="6810732" y="626525"/>
                  </a:lnTo>
                  <a:lnTo>
                    <a:pt x="6786527" y="670130"/>
                  </a:lnTo>
                  <a:lnTo>
                    <a:pt x="6754321" y="732200"/>
                  </a:lnTo>
                  <a:lnTo>
                    <a:pt x="6722399" y="798195"/>
                  </a:lnTo>
                  <a:lnTo>
                    <a:pt x="6690612" y="868193"/>
                  </a:lnTo>
                  <a:lnTo>
                    <a:pt x="6658838" y="942230"/>
                  </a:lnTo>
                  <a:lnTo>
                    <a:pt x="6626981" y="1020288"/>
                  </a:lnTo>
                  <a:lnTo>
                    <a:pt x="6594964" y="1102295"/>
                  </a:lnTo>
                  <a:lnTo>
                    <a:pt x="6562736" y="1188122"/>
                  </a:lnTo>
                  <a:lnTo>
                    <a:pt x="6530261" y="1277575"/>
                  </a:lnTo>
                  <a:lnTo>
                    <a:pt x="6497524" y="1370403"/>
                  </a:lnTo>
                  <a:lnTo>
                    <a:pt x="6464523" y="1466289"/>
                  </a:lnTo>
                  <a:lnTo>
                    <a:pt x="6431276" y="1564861"/>
                  </a:lnTo>
                  <a:lnTo>
                    <a:pt x="6397809" y="1665692"/>
                  </a:lnTo>
                  <a:lnTo>
                    <a:pt x="6364162" y="1768309"/>
                  </a:lnTo>
                  <a:lnTo>
                    <a:pt x="6330384" y="1872199"/>
                  </a:lnTo>
                  <a:lnTo>
                    <a:pt x="6296529" y="1976825"/>
                  </a:lnTo>
                  <a:lnTo>
                    <a:pt x="6262655" y="2081630"/>
                  </a:lnTo>
                  <a:lnTo>
                    <a:pt x="6228820" y="2186054"/>
                  </a:lnTo>
                  <a:lnTo>
                    <a:pt x="6195083" y="2289548"/>
                  </a:lnTo>
                  <a:lnTo>
                    <a:pt x="6161496" y="2391580"/>
                  </a:lnTo>
                  <a:lnTo>
                    <a:pt x="6128104" y="2491651"/>
                  </a:lnTo>
                  <a:lnTo>
                    <a:pt x="6094943" y="2589304"/>
                  </a:lnTo>
                  <a:lnTo>
                    <a:pt x="6062036" y="2684130"/>
                  </a:lnTo>
                  <a:lnTo>
                    <a:pt x="6029394" y="2775777"/>
                  </a:lnTo>
                  <a:lnTo>
                    <a:pt x="5997011" y="2863953"/>
                  </a:lnTo>
                  <a:lnTo>
                    <a:pt x="5964864" y="2948425"/>
                  </a:lnTo>
                  <a:lnTo>
                    <a:pt x="5932912" y="3029024"/>
                  </a:lnTo>
                  <a:lnTo>
                    <a:pt x="5901094" y="3105641"/>
                  </a:lnTo>
                  <a:lnTo>
                    <a:pt x="5869328" y="3178225"/>
                  </a:lnTo>
                  <a:lnTo>
                    <a:pt x="5837508" y="3246777"/>
                  </a:lnTo>
                  <a:lnTo>
                    <a:pt x="5805502" y="3311349"/>
                  </a:lnTo>
                  <a:lnTo>
                    <a:pt x="5784835" y="3350654"/>
                  </a:lnTo>
                  <a:lnTo>
                    <a:pt x="5740298" y="3428826"/>
                  </a:lnTo>
                  <a:lnTo>
                    <a:pt x="5694438" y="3499860"/>
                  </a:lnTo>
                  <a:lnTo>
                    <a:pt x="5646673" y="3564048"/>
                  </a:lnTo>
                  <a:lnTo>
                    <a:pt x="5596348" y="3621921"/>
                  </a:lnTo>
                  <a:lnTo>
                    <a:pt x="5542779" y="3674105"/>
                  </a:lnTo>
                  <a:lnTo>
                    <a:pt x="5485308" y="3721229"/>
                  </a:lnTo>
                  <a:lnTo>
                    <a:pt x="5423347" y="3763871"/>
                  </a:lnTo>
                  <a:lnTo>
                    <a:pt x="5356457" y="3802529"/>
                  </a:lnTo>
                  <a:lnTo>
                    <a:pt x="5284431" y="3837600"/>
                  </a:lnTo>
                  <a:lnTo>
                    <a:pt x="5207413" y="3869372"/>
                  </a:lnTo>
                  <a:lnTo>
                    <a:pt x="5126027" y="3898025"/>
                  </a:lnTo>
                  <a:lnTo>
                    <a:pt x="5041497" y="3923634"/>
                  </a:lnTo>
                  <a:lnTo>
                    <a:pt x="4955737" y="3946191"/>
                  </a:lnTo>
                  <a:lnTo>
                    <a:pt x="4871332" y="3965636"/>
                  </a:lnTo>
                  <a:lnTo>
                    <a:pt x="4791382" y="3981905"/>
                  </a:lnTo>
                  <a:lnTo>
                    <a:pt x="4719171" y="3994982"/>
                  </a:lnTo>
                  <a:lnTo>
                    <a:pt x="4657686" y="4004958"/>
                  </a:lnTo>
                  <a:lnTo>
                    <a:pt x="4609083" y="4012063"/>
                  </a:lnTo>
                  <a:lnTo>
                    <a:pt x="4574246" y="4016673"/>
                  </a:lnTo>
                  <a:lnTo>
                    <a:pt x="4552548" y="4019281"/>
                  </a:lnTo>
                  <a:lnTo>
                    <a:pt x="4541854" y="4020454"/>
                  </a:lnTo>
                  <a:lnTo>
                    <a:pt x="4538697" y="4020771"/>
                  </a:lnTo>
                  <a:lnTo>
                    <a:pt x="4538543" y="4020785"/>
                  </a:lnTo>
                  <a:lnTo>
                    <a:pt x="4016409" y="4020785"/>
                  </a:lnTo>
                  <a:lnTo>
                    <a:pt x="4015144" y="4020769"/>
                  </a:lnTo>
                  <a:lnTo>
                    <a:pt x="4006872" y="4020655"/>
                  </a:lnTo>
                  <a:lnTo>
                    <a:pt x="3986190" y="4020337"/>
                  </a:lnTo>
                  <a:lnTo>
                    <a:pt x="3949648" y="4019714"/>
                  </a:lnTo>
                  <a:lnTo>
                    <a:pt x="3896063" y="4018694"/>
                  </a:lnTo>
                  <a:lnTo>
                    <a:pt x="3826576" y="4017208"/>
                  </a:lnTo>
                  <a:lnTo>
                    <a:pt x="3744262" y="4015217"/>
                  </a:lnTo>
                  <a:lnTo>
                    <a:pt x="3653359" y="4012709"/>
                  </a:lnTo>
                  <a:lnTo>
                    <a:pt x="3558369" y="4009689"/>
                  </a:lnTo>
                  <a:lnTo>
                    <a:pt x="3463307" y="4006171"/>
                  </a:lnTo>
                  <a:lnTo>
                    <a:pt x="3371257" y="4002160"/>
                  </a:lnTo>
                  <a:lnTo>
                    <a:pt x="3284244" y="3997648"/>
                  </a:lnTo>
                  <a:lnTo>
                    <a:pt x="3203316" y="3992609"/>
                  </a:lnTo>
                  <a:lnTo>
                    <a:pt x="3128752" y="3986992"/>
                  </a:lnTo>
                  <a:lnTo>
                    <a:pt x="3060278" y="3980726"/>
                  </a:lnTo>
                  <a:lnTo>
                    <a:pt x="2997262" y="3973720"/>
                  </a:lnTo>
                  <a:lnTo>
                    <a:pt x="2938868" y="3965867"/>
                  </a:lnTo>
                  <a:lnTo>
                    <a:pt x="2884170" y="3957052"/>
                  </a:lnTo>
                  <a:lnTo>
                    <a:pt x="2832236" y="3947169"/>
                  </a:lnTo>
                  <a:lnTo>
                    <a:pt x="2782210" y="3936143"/>
                  </a:lnTo>
                  <a:lnTo>
                    <a:pt x="2770117" y="3933254"/>
                  </a:lnTo>
                  <a:lnTo>
                    <a:pt x="2717388" y="3919671"/>
                  </a:lnTo>
                  <a:lnTo>
                    <a:pt x="2665170" y="3904687"/>
                  </a:lnTo>
                  <a:lnTo>
                    <a:pt x="2612916" y="3888284"/>
                  </a:lnTo>
                  <a:lnTo>
                    <a:pt x="2560254" y="3870490"/>
                  </a:lnTo>
                  <a:lnTo>
                    <a:pt x="2506969" y="3851389"/>
                  </a:lnTo>
                  <a:lnTo>
                    <a:pt x="2452978" y="3831125"/>
                  </a:lnTo>
                  <a:lnTo>
                    <a:pt x="2398317" y="3809897"/>
                  </a:lnTo>
                  <a:lnTo>
                    <a:pt x="2343117" y="3787956"/>
                  </a:lnTo>
                  <a:lnTo>
                    <a:pt x="2287584" y="3765593"/>
                  </a:lnTo>
                  <a:lnTo>
                    <a:pt x="2231966" y="3743124"/>
                  </a:lnTo>
                  <a:lnTo>
                    <a:pt x="2176521" y="3720870"/>
                  </a:lnTo>
                  <a:lnTo>
                    <a:pt x="2121485" y="3699142"/>
                  </a:lnTo>
                  <a:lnTo>
                    <a:pt x="2067042" y="3678217"/>
                  </a:lnTo>
                  <a:lnTo>
                    <a:pt x="2013294" y="3658331"/>
                  </a:lnTo>
                  <a:lnTo>
                    <a:pt x="1960237" y="3639663"/>
                  </a:lnTo>
                  <a:lnTo>
                    <a:pt x="1907747" y="3622338"/>
                  </a:lnTo>
                  <a:lnTo>
                    <a:pt x="1855554" y="3606419"/>
                  </a:lnTo>
                  <a:lnTo>
                    <a:pt x="1803233" y="3591918"/>
                  </a:lnTo>
                  <a:lnTo>
                    <a:pt x="1768425" y="3583130"/>
                  </a:lnTo>
                  <a:lnTo>
                    <a:pt x="1718753" y="3571818"/>
                  </a:lnTo>
                  <a:lnTo>
                    <a:pt x="1667363" y="3561659"/>
                  </a:lnTo>
                  <a:lnTo>
                    <a:pt x="1613430" y="3552591"/>
                  </a:lnTo>
                  <a:lnTo>
                    <a:pt x="1556032" y="3544512"/>
                  </a:lnTo>
                  <a:lnTo>
                    <a:pt x="1494235" y="3537308"/>
                  </a:lnTo>
                  <a:lnTo>
                    <a:pt x="1427171" y="3530869"/>
                  </a:lnTo>
                  <a:lnTo>
                    <a:pt x="1354147" y="3525100"/>
                  </a:lnTo>
                  <a:lnTo>
                    <a:pt x="1274783" y="3519924"/>
                  </a:lnTo>
                  <a:lnTo>
                    <a:pt x="1189202" y="3515286"/>
                  </a:lnTo>
                  <a:lnTo>
                    <a:pt x="1098244" y="3511154"/>
                  </a:lnTo>
                  <a:lnTo>
                    <a:pt x="1003677" y="3507514"/>
                  </a:lnTo>
                  <a:lnTo>
                    <a:pt x="908328" y="3504371"/>
                  </a:lnTo>
                  <a:lnTo>
                    <a:pt x="816011" y="3501736"/>
                  </a:lnTo>
                  <a:lnTo>
                    <a:pt x="731167" y="3499618"/>
                  </a:lnTo>
                  <a:lnTo>
                    <a:pt x="658181" y="3498010"/>
                  </a:lnTo>
                  <a:lnTo>
                    <a:pt x="600495" y="3496881"/>
                  </a:lnTo>
                  <a:lnTo>
                    <a:pt x="559781" y="3496168"/>
                  </a:lnTo>
                  <a:lnTo>
                    <a:pt x="535436" y="3495784"/>
                  </a:lnTo>
                  <a:lnTo>
                    <a:pt x="524545" y="3495630"/>
                  </a:lnTo>
                  <a:lnTo>
                    <a:pt x="522152" y="3495599"/>
                  </a:lnTo>
                  <a:lnTo>
                    <a:pt x="522133" y="3495598"/>
                  </a:lnTo>
                  <a:lnTo>
                    <a:pt x="0" y="3495598"/>
                  </a:lnTo>
                  <a:lnTo>
                    <a:pt x="0" y="3495598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502" name="pg1502"/>
            <p:cNvSpPr/>
            <p:nvPr/>
          </p:nvSpPr>
          <p:spPr>
            <a:xfrm>
              <a:off x="386606" y="2563455"/>
              <a:ext cx="8554953" cy="2456519"/>
            </a:xfrm>
            <a:custGeom>
              <a:avLst/>
              <a:pathLst>
                <a:path w="8554953" h="2456519">
                  <a:moveTo>
                    <a:pt x="0" y="2456519"/>
                  </a:moveTo>
                  <a:lnTo>
                    <a:pt x="522133" y="2456519"/>
                  </a:lnTo>
                  <a:lnTo>
                    <a:pt x="523332" y="2456457"/>
                  </a:lnTo>
                  <a:lnTo>
                    <a:pt x="531179" y="2456016"/>
                  </a:lnTo>
                  <a:lnTo>
                    <a:pt x="550836" y="2454796"/>
                  </a:lnTo>
                  <a:lnTo>
                    <a:pt x="585661" y="2452400"/>
                  </a:lnTo>
                  <a:lnTo>
                    <a:pt x="636916" y="2448470"/>
                  </a:lnTo>
                  <a:lnTo>
                    <a:pt x="703692" y="2442735"/>
                  </a:lnTo>
                  <a:lnTo>
                    <a:pt x="783229" y="2435033"/>
                  </a:lnTo>
                  <a:lnTo>
                    <a:pt x="871598" y="2425304"/>
                  </a:lnTo>
                  <a:lnTo>
                    <a:pt x="964523" y="2413567"/>
                  </a:lnTo>
                  <a:lnTo>
                    <a:pt x="1058094" y="2399867"/>
                  </a:lnTo>
                  <a:lnTo>
                    <a:pt x="1149223" y="2384236"/>
                  </a:lnTo>
                  <a:lnTo>
                    <a:pt x="1235804" y="2366658"/>
                  </a:lnTo>
                  <a:lnTo>
                    <a:pt x="1316667" y="2347041"/>
                  </a:lnTo>
                  <a:lnTo>
                    <a:pt x="1391400" y="2325215"/>
                  </a:lnTo>
                  <a:lnTo>
                    <a:pt x="1460157" y="2300926"/>
                  </a:lnTo>
                  <a:lnTo>
                    <a:pt x="1523460" y="2273842"/>
                  </a:lnTo>
                  <a:lnTo>
                    <a:pt x="1582058" y="2243565"/>
                  </a:lnTo>
                  <a:lnTo>
                    <a:pt x="1636814" y="2209661"/>
                  </a:lnTo>
                  <a:lnTo>
                    <a:pt x="1688616" y="2171700"/>
                  </a:lnTo>
                  <a:lnTo>
                    <a:pt x="1738308" y="2129337"/>
                  </a:lnTo>
                  <a:lnTo>
                    <a:pt x="1768425" y="2100747"/>
                  </a:lnTo>
                  <a:lnTo>
                    <a:pt x="1809665" y="2058117"/>
                  </a:lnTo>
                  <a:lnTo>
                    <a:pt x="1850509" y="2012038"/>
                  </a:lnTo>
                  <a:lnTo>
                    <a:pt x="1891247" y="1962445"/>
                  </a:lnTo>
                  <a:lnTo>
                    <a:pt x="1932099" y="1909339"/>
                  </a:lnTo>
                  <a:lnTo>
                    <a:pt x="1973223" y="1852799"/>
                  </a:lnTo>
                  <a:lnTo>
                    <a:pt x="2014722" y="1792991"/>
                  </a:lnTo>
                  <a:lnTo>
                    <a:pt x="2056645" y="1730167"/>
                  </a:lnTo>
                  <a:lnTo>
                    <a:pt x="2099000" y="1664669"/>
                  </a:lnTo>
                  <a:lnTo>
                    <a:pt x="2141750" y="1596920"/>
                  </a:lnTo>
                  <a:lnTo>
                    <a:pt x="2184827" y="1527420"/>
                  </a:lnTo>
                  <a:lnTo>
                    <a:pt x="2228134" y="1456728"/>
                  </a:lnTo>
                  <a:lnTo>
                    <a:pt x="2271558" y="1385446"/>
                  </a:lnTo>
                  <a:lnTo>
                    <a:pt x="2314976" y="1314197"/>
                  </a:lnTo>
                  <a:lnTo>
                    <a:pt x="2358264" y="1243603"/>
                  </a:lnTo>
                  <a:lnTo>
                    <a:pt x="2401310" y="1174262"/>
                  </a:lnTo>
                  <a:lnTo>
                    <a:pt x="2444021" y="1106728"/>
                  </a:lnTo>
                  <a:lnTo>
                    <a:pt x="2486332" y="1041492"/>
                  </a:lnTo>
                  <a:lnTo>
                    <a:pt x="2528209" y="978971"/>
                  </a:lnTo>
                  <a:lnTo>
                    <a:pt x="2569665" y="919497"/>
                  </a:lnTo>
                  <a:lnTo>
                    <a:pt x="2610755" y="863313"/>
                  </a:lnTo>
                  <a:lnTo>
                    <a:pt x="2651587" y="810574"/>
                  </a:lnTo>
                  <a:lnTo>
                    <a:pt x="2692324" y="761352"/>
                  </a:lnTo>
                  <a:lnTo>
                    <a:pt x="2733195" y="715641"/>
                  </a:lnTo>
                  <a:lnTo>
                    <a:pt x="2770117" y="677660"/>
                  </a:lnTo>
                  <a:lnTo>
                    <a:pt x="2818873" y="632478"/>
                  </a:lnTo>
                  <a:lnTo>
                    <a:pt x="2869271" y="591814"/>
                  </a:lnTo>
                  <a:lnTo>
                    <a:pt x="2922089" y="555438"/>
                  </a:lnTo>
                  <a:lnTo>
                    <a:pt x="2978197" y="522962"/>
                  </a:lnTo>
                  <a:lnTo>
                    <a:pt x="3038482" y="493945"/>
                  </a:lnTo>
                  <a:lnTo>
                    <a:pt x="3103773" y="467964"/>
                  </a:lnTo>
                  <a:lnTo>
                    <a:pt x="3174750" y="444644"/>
                  </a:lnTo>
                  <a:lnTo>
                    <a:pt x="3251815" y="423681"/>
                  </a:lnTo>
                  <a:lnTo>
                    <a:pt x="3334931" y="404853"/>
                  </a:lnTo>
                  <a:lnTo>
                    <a:pt x="3423422" y="388019"/>
                  </a:lnTo>
                  <a:lnTo>
                    <a:pt x="3515778" y="373119"/>
                  </a:lnTo>
                  <a:lnTo>
                    <a:pt x="3609518" y="360157"/>
                  </a:lnTo>
                  <a:lnTo>
                    <a:pt x="3701209" y="349177"/>
                  </a:lnTo>
                  <a:lnTo>
                    <a:pt x="3786733" y="340217"/>
                  </a:lnTo>
                  <a:lnTo>
                    <a:pt x="3861849" y="333273"/>
                  </a:lnTo>
                  <a:lnTo>
                    <a:pt x="3922977" y="328248"/>
                  </a:lnTo>
                  <a:lnTo>
                    <a:pt x="3967996" y="324936"/>
                  </a:lnTo>
                  <a:lnTo>
                    <a:pt x="3996804" y="323031"/>
                  </a:lnTo>
                  <a:lnTo>
                    <a:pt x="4011485" y="322154"/>
                  </a:lnTo>
                  <a:lnTo>
                    <a:pt x="4016116" y="321903"/>
                  </a:lnTo>
                  <a:lnTo>
                    <a:pt x="4016409" y="321888"/>
                  </a:lnTo>
                  <a:lnTo>
                    <a:pt x="4538543" y="321888"/>
                  </a:lnTo>
                  <a:lnTo>
                    <a:pt x="4539811" y="321879"/>
                  </a:lnTo>
                  <a:lnTo>
                    <a:pt x="4548102" y="321809"/>
                  </a:lnTo>
                  <a:lnTo>
                    <a:pt x="4568828" y="321618"/>
                  </a:lnTo>
                  <a:lnTo>
                    <a:pt x="4605445" y="321242"/>
                  </a:lnTo>
                  <a:lnTo>
                    <a:pt x="4659132" y="320626"/>
                  </a:lnTo>
                  <a:lnTo>
                    <a:pt x="4728736" y="319729"/>
                  </a:lnTo>
                  <a:lnTo>
                    <a:pt x="4811169" y="318528"/>
                  </a:lnTo>
                  <a:lnTo>
                    <a:pt x="4902180" y="317014"/>
                  </a:lnTo>
                  <a:lnTo>
                    <a:pt x="4997258" y="315193"/>
                  </a:lnTo>
                  <a:lnTo>
                    <a:pt x="5092382" y="313070"/>
                  </a:lnTo>
                  <a:lnTo>
                    <a:pt x="5184469" y="310651"/>
                  </a:lnTo>
                  <a:lnTo>
                    <a:pt x="5271499" y="307929"/>
                  </a:lnTo>
                  <a:lnTo>
                    <a:pt x="5352428" y="304889"/>
                  </a:lnTo>
                  <a:lnTo>
                    <a:pt x="5426983" y="301500"/>
                  </a:lnTo>
                  <a:lnTo>
                    <a:pt x="5495445" y="297720"/>
                  </a:lnTo>
                  <a:lnTo>
                    <a:pt x="5558449" y="293492"/>
                  </a:lnTo>
                  <a:lnTo>
                    <a:pt x="5616835" y="288752"/>
                  </a:lnTo>
                  <a:lnTo>
                    <a:pt x="5671532" y="283432"/>
                  </a:lnTo>
                  <a:lnTo>
                    <a:pt x="5723473" y="277467"/>
                  </a:lnTo>
                  <a:lnTo>
                    <a:pt x="5773515" y="270811"/>
                  </a:lnTo>
                  <a:lnTo>
                    <a:pt x="5784835" y="269181"/>
                  </a:lnTo>
                  <a:lnTo>
                    <a:pt x="5838514" y="260846"/>
                  </a:lnTo>
                  <a:lnTo>
                    <a:pt x="5891675" y="251636"/>
                  </a:lnTo>
                  <a:lnTo>
                    <a:pt x="5944890" y="241541"/>
                  </a:lnTo>
                  <a:lnTo>
                    <a:pt x="5998542" y="230579"/>
                  </a:lnTo>
                  <a:lnTo>
                    <a:pt x="6052851" y="218807"/>
                  </a:lnTo>
                  <a:lnTo>
                    <a:pt x="6107893" y="206318"/>
                  </a:lnTo>
                  <a:lnTo>
                    <a:pt x="6163620" y="193244"/>
                  </a:lnTo>
                  <a:lnTo>
                    <a:pt x="6219880" y="179747"/>
                  </a:lnTo>
                  <a:lnTo>
                    <a:pt x="6276451" y="166014"/>
                  </a:lnTo>
                  <a:lnTo>
                    <a:pt x="6333066" y="152248"/>
                  </a:lnTo>
                  <a:lnTo>
                    <a:pt x="6389455" y="138652"/>
                  </a:lnTo>
                  <a:lnTo>
                    <a:pt x="6445376" y="125421"/>
                  </a:lnTo>
                  <a:lnTo>
                    <a:pt x="6500652" y="112725"/>
                  </a:lnTo>
                  <a:lnTo>
                    <a:pt x="6555198" y="100708"/>
                  </a:lnTo>
                  <a:lnTo>
                    <a:pt x="6609048" y="89474"/>
                  </a:lnTo>
                  <a:lnTo>
                    <a:pt x="6662371" y="79092"/>
                  </a:lnTo>
                  <a:lnTo>
                    <a:pt x="6715497" y="69593"/>
                  </a:lnTo>
                  <a:lnTo>
                    <a:pt x="6768931" y="60976"/>
                  </a:lnTo>
                  <a:lnTo>
                    <a:pt x="6786527" y="58354"/>
                  </a:lnTo>
                  <a:lnTo>
                    <a:pt x="6836238" y="51537"/>
                  </a:lnTo>
                  <a:lnTo>
                    <a:pt x="6887671" y="45416"/>
                  </a:lnTo>
                  <a:lnTo>
                    <a:pt x="6941653" y="39953"/>
                  </a:lnTo>
                  <a:lnTo>
                    <a:pt x="6999106" y="35086"/>
                  </a:lnTo>
                  <a:lnTo>
                    <a:pt x="7060969" y="30746"/>
                  </a:lnTo>
                  <a:lnTo>
                    <a:pt x="7128110" y="26868"/>
                  </a:lnTo>
                  <a:lnTo>
                    <a:pt x="7201223" y="23393"/>
                  </a:lnTo>
                  <a:lnTo>
                    <a:pt x="7280686" y="20276"/>
                  </a:lnTo>
                  <a:lnTo>
                    <a:pt x="7366374" y="17483"/>
                  </a:lnTo>
                  <a:lnTo>
                    <a:pt x="7457438" y="14995"/>
                  </a:lnTo>
                  <a:lnTo>
                    <a:pt x="7552098" y="12804"/>
                  </a:lnTo>
                  <a:lnTo>
                    <a:pt x="7647513" y="10913"/>
                  </a:lnTo>
                  <a:lnTo>
                    <a:pt x="7739851" y="9328"/>
                  </a:lnTo>
                  <a:lnTo>
                    <a:pt x="7824658" y="8055"/>
                  </a:lnTo>
                  <a:lnTo>
                    <a:pt x="7897543" y="7089"/>
                  </a:lnTo>
                  <a:lnTo>
                    <a:pt x="7955073" y="6412"/>
                  </a:lnTo>
                  <a:lnTo>
                    <a:pt x="7995599" y="5985"/>
                  </a:lnTo>
                  <a:lnTo>
                    <a:pt x="8019753" y="5757"/>
                  </a:lnTo>
                  <a:lnTo>
                    <a:pt x="8030491" y="5665"/>
                  </a:lnTo>
                  <a:lnTo>
                    <a:pt x="8032819" y="5647"/>
                  </a:lnTo>
                  <a:lnTo>
                    <a:pt x="8554953" y="5647"/>
                  </a:lnTo>
                  <a:lnTo>
                    <a:pt x="8554953" y="0"/>
                  </a:lnTo>
                  <a:lnTo>
                    <a:pt x="8032819" y="0"/>
                  </a:lnTo>
                  <a:lnTo>
                    <a:pt x="8031551" y="9"/>
                  </a:lnTo>
                  <a:lnTo>
                    <a:pt x="8023260" y="78"/>
                  </a:lnTo>
                  <a:lnTo>
                    <a:pt x="8002534" y="270"/>
                  </a:lnTo>
                  <a:lnTo>
                    <a:pt x="7965917" y="646"/>
                  </a:lnTo>
                  <a:lnTo>
                    <a:pt x="7912230" y="1262"/>
                  </a:lnTo>
                  <a:lnTo>
                    <a:pt x="7842626" y="2159"/>
                  </a:lnTo>
                  <a:lnTo>
                    <a:pt x="7760192" y="3360"/>
                  </a:lnTo>
                  <a:lnTo>
                    <a:pt x="7669182" y="4873"/>
                  </a:lnTo>
                  <a:lnTo>
                    <a:pt x="7574104" y="6695"/>
                  </a:lnTo>
                  <a:lnTo>
                    <a:pt x="7478980" y="8818"/>
                  </a:lnTo>
                  <a:lnTo>
                    <a:pt x="7386893" y="11237"/>
                  </a:lnTo>
                  <a:lnTo>
                    <a:pt x="7299863" y="13959"/>
                  </a:lnTo>
                  <a:lnTo>
                    <a:pt x="7218934" y="16999"/>
                  </a:lnTo>
                  <a:lnTo>
                    <a:pt x="7144379" y="20387"/>
                  </a:lnTo>
                  <a:lnTo>
                    <a:pt x="7075917" y="24168"/>
                  </a:lnTo>
                  <a:lnTo>
                    <a:pt x="7012913" y="28396"/>
                  </a:lnTo>
                  <a:lnTo>
                    <a:pt x="6954527" y="33136"/>
                  </a:lnTo>
                  <a:lnTo>
                    <a:pt x="6899830" y="38456"/>
                  </a:lnTo>
                  <a:lnTo>
                    <a:pt x="6847889" y="44421"/>
                  </a:lnTo>
                  <a:lnTo>
                    <a:pt x="6797847" y="51077"/>
                  </a:lnTo>
                  <a:lnTo>
                    <a:pt x="6786527" y="52706"/>
                  </a:lnTo>
                  <a:lnTo>
                    <a:pt x="6732848" y="61042"/>
                  </a:lnTo>
                  <a:lnTo>
                    <a:pt x="6679687" y="70251"/>
                  </a:lnTo>
                  <a:lnTo>
                    <a:pt x="6626472" y="80347"/>
                  </a:lnTo>
                  <a:lnTo>
                    <a:pt x="6572820" y="91309"/>
                  </a:lnTo>
                  <a:lnTo>
                    <a:pt x="6518511" y="103081"/>
                  </a:lnTo>
                  <a:lnTo>
                    <a:pt x="6463469" y="115569"/>
                  </a:lnTo>
                  <a:lnTo>
                    <a:pt x="6407742" y="128644"/>
                  </a:lnTo>
                  <a:lnTo>
                    <a:pt x="6351482" y="142141"/>
                  </a:lnTo>
                  <a:lnTo>
                    <a:pt x="6294911" y="155874"/>
                  </a:lnTo>
                  <a:lnTo>
                    <a:pt x="6238296" y="169640"/>
                  </a:lnTo>
                  <a:lnTo>
                    <a:pt x="6181907" y="183236"/>
                  </a:lnTo>
                  <a:lnTo>
                    <a:pt x="6125986" y="196467"/>
                  </a:lnTo>
                  <a:lnTo>
                    <a:pt x="6070710" y="209162"/>
                  </a:lnTo>
                  <a:lnTo>
                    <a:pt x="6016164" y="221180"/>
                  </a:lnTo>
                  <a:lnTo>
                    <a:pt x="5962314" y="232414"/>
                  </a:lnTo>
                  <a:lnTo>
                    <a:pt x="5908991" y="242796"/>
                  </a:lnTo>
                  <a:lnTo>
                    <a:pt x="5855865" y="252294"/>
                  </a:lnTo>
                  <a:lnTo>
                    <a:pt x="5802431" y="260912"/>
                  </a:lnTo>
                  <a:lnTo>
                    <a:pt x="5784835" y="263534"/>
                  </a:lnTo>
                  <a:lnTo>
                    <a:pt x="5735123" y="270350"/>
                  </a:lnTo>
                  <a:lnTo>
                    <a:pt x="5683691" y="276472"/>
                  </a:lnTo>
                  <a:lnTo>
                    <a:pt x="5629709" y="281935"/>
                  </a:lnTo>
                  <a:lnTo>
                    <a:pt x="5572256" y="286802"/>
                  </a:lnTo>
                  <a:lnTo>
                    <a:pt x="5510393" y="291142"/>
                  </a:lnTo>
                  <a:lnTo>
                    <a:pt x="5443252" y="295020"/>
                  </a:lnTo>
                  <a:lnTo>
                    <a:pt x="5370139" y="298495"/>
                  </a:lnTo>
                  <a:lnTo>
                    <a:pt x="5290676" y="301612"/>
                  </a:lnTo>
                  <a:lnTo>
                    <a:pt x="5204988" y="304405"/>
                  </a:lnTo>
                  <a:lnTo>
                    <a:pt x="5113924" y="306893"/>
                  </a:lnTo>
                  <a:lnTo>
                    <a:pt x="5019263" y="309084"/>
                  </a:lnTo>
                  <a:lnTo>
                    <a:pt x="4923849" y="310975"/>
                  </a:lnTo>
                  <a:lnTo>
                    <a:pt x="4831511" y="312560"/>
                  </a:lnTo>
                  <a:lnTo>
                    <a:pt x="4746704" y="313833"/>
                  </a:lnTo>
                  <a:lnTo>
                    <a:pt x="4673818" y="314799"/>
                  </a:lnTo>
                  <a:lnTo>
                    <a:pt x="4616288" y="315476"/>
                  </a:lnTo>
                  <a:lnTo>
                    <a:pt x="4575763" y="315903"/>
                  </a:lnTo>
                  <a:lnTo>
                    <a:pt x="4551608" y="316131"/>
                  </a:lnTo>
                  <a:lnTo>
                    <a:pt x="4540871" y="316223"/>
                  </a:lnTo>
                  <a:lnTo>
                    <a:pt x="4538543" y="316241"/>
                  </a:lnTo>
                  <a:lnTo>
                    <a:pt x="4016409" y="316241"/>
                  </a:lnTo>
                  <a:lnTo>
                    <a:pt x="4015210" y="316303"/>
                  </a:lnTo>
                  <a:lnTo>
                    <a:pt x="4007363" y="316744"/>
                  </a:lnTo>
                  <a:lnTo>
                    <a:pt x="3987706" y="317964"/>
                  </a:lnTo>
                  <a:lnTo>
                    <a:pt x="3952881" y="320360"/>
                  </a:lnTo>
                  <a:lnTo>
                    <a:pt x="3901626" y="324290"/>
                  </a:lnTo>
                  <a:lnTo>
                    <a:pt x="3834851" y="330025"/>
                  </a:lnTo>
                  <a:lnTo>
                    <a:pt x="3755313" y="337727"/>
                  </a:lnTo>
                  <a:lnTo>
                    <a:pt x="3666944" y="347456"/>
                  </a:lnTo>
                  <a:lnTo>
                    <a:pt x="3574019" y="359193"/>
                  </a:lnTo>
                  <a:lnTo>
                    <a:pt x="3480448" y="372893"/>
                  </a:lnTo>
                  <a:lnTo>
                    <a:pt x="3389320" y="388524"/>
                  </a:lnTo>
                  <a:lnTo>
                    <a:pt x="3302738" y="406102"/>
                  </a:lnTo>
                  <a:lnTo>
                    <a:pt x="3221876" y="425719"/>
                  </a:lnTo>
                  <a:lnTo>
                    <a:pt x="3147142" y="447545"/>
                  </a:lnTo>
                  <a:lnTo>
                    <a:pt x="3078386" y="471834"/>
                  </a:lnTo>
                  <a:lnTo>
                    <a:pt x="3015083" y="498918"/>
                  </a:lnTo>
                  <a:lnTo>
                    <a:pt x="2956484" y="529195"/>
                  </a:lnTo>
                  <a:lnTo>
                    <a:pt x="2901728" y="563099"/>
                  </a:lnTo>
                  <a:lnTo>
                    <a:pt x="2849926" y="601060"/>
                  </a:lnTo>
                  <a:lnTo>
                    <a:pt x="2800234" y="643423"/>
                  </a:lnTo>
                  <a:lnTo>
                    <a:pt x="2770117" y="672013"/>
                  </a:lnTo>
                  <a:lnTo>
                    <a:pt x="2728877" y="714644"/>
                  </a:lnTo>
                  <a:lnTo>
                    <a:pt x="2688033" y="760722"/>
                  </a:lnTo>
                  <a:lnTo>
                    <a:pt x="2647295" y="810315"/>
                  </a:lnTo>
                  <a:lnTo>
                    <a:pt x="2606443" y="863421"/>
                  </a:lnTo>
                  <a:lnTo>
                    <a:pt x="2565319" y="919961"/>
                  </a:lnTo>
                  <a:lnTo>
                    <a:pt x="2523821" y="979769"/>
                  </a:lnTo>
                  <a:lnTo>
                    <a:pt x="2481897" y="1042593"/>
                  </a:lnTo>
                  <a:lnTo>
                    <a:pt x="2439542" y="1108091"/>
                  </a:lnTo>
                  <a:lnTo>
                    <a:pt x="2396792" y="1175840"/>
                  </a:lnTo>
                  <a:lnTo>
                    <a:pt x="2353716" y="1245340"/>
                  </a:lnTo>
                  <a:lnTo>
                    <a:pt x="2310408" y="1316032"/>
                  </a:lnTo>
                  <a:lnTo>
                    <a:pt x="2266984" y="1387314"/>
                  </a:lnTo>
                  <a:lnTo>
                    <a:pt x="2223567" y="1458563"/>
                  </a:lnTo>
                  <a:lnTo>
                    <a:pt x="2180278" y="1529157"/>
                  </a:lnTo>
                  <a:lnTo>
                    <a:pt x="2137232" y="1598498"/>
                  </a:lnTo>
                  <a:lnTo>
                    <a:pt x="2094521" y="1666032"/>
                  </a:lnTo>
                  <a:lnTo>
                    <a:pt x="2052211" y="1731268"/>
                  </a:lnTo>
                  <a:lnTo>
                    <a:pt x="2010333" y="1793789"/>
                  </a:lnTo>
                  <a:lnTo>
                    <a:pt x="1968877" y="1853263"/>
                  </a:lnTo>
                  <a:lnTo>
                    <a:pt x="1927787" y="1909447"/>
                  </a:lnTo>
                  <a:lnTo>
                    <a:pt x="1886956" y="1962186"/>
                  </a:lnTo>
                  <a:lnTo>
                    <a:pt x="1846218" y="2011408"/>
                  </a:lnTo>
                  <a:lnTo>
                    <a:pt x="1805347" y="2057119"/>
                  </a:lnTo>
                  <a:lnTo>
                    <a:pt x="1768425" y="2095100"/>
                  </a:lnTo>
                  <a:lnTo>
                    <a:pt x="1719670" y="2140282"/>
                  </a:lnTo>
                  <a:lnTo>
                    <a:pt x="1669271" y="2180946"/>
                  </a:lnTo>
                  <a:lnTo>
                    <a:pt x="1616453" y="2217322"/>
                  </a:lnTo>
                  <a:lnTo>
                    <a:pt x="1560345" y="2249798"/>
                  </a:lnTo>
                  <a:lnTo>
                    <a:pt x="1500060" y="2278815"/>
                  </a:lnTo>
                  <a:lnTo>
                    <a:pt x="1434769" y="2304796"/>
                  </a:lnTo>
                  <a:lnTo>
                    <a:pt x="1363792" y="2328116"/>
                  </a:lnTo>
                  <a:lnTo>
                    <a:pt x="1286727" y="2349079"/>
                  </a:lnTo>
                  <a:lnTo>
                    <a:pt x="1203611" y="2367907"/>
                  </a:lnTo>
                  <a:lnTo>
                    <a:pt x="1115121" y="2384741"/>
                  </a:lnTo>
                  <a:lnTo>
                    <a:pt x="1022765" y="2399641"/>
                  </a:lnTo>
                  <a:lnTo>
                    <a:pt x="929024" y="2412603"/>
                  </a:lnTo>
                  <a:lnTo>
                    <a:pt x="837333" y="2423583"/>
                  </a:lnTo>
                  <a:lnTo>
                    <a:pt x="751810" y="2432543"/>
                  </a:lnTo>
                  <a:lnTo>
                    <a:pt x="676693" y="2439487"/>
                  </a:lnTo>
                  <a:lnTo>
                    <a:pt x="615565" y="2444512"/>
                  </a:lnTo>
                  <a:lnTo>
                    <a:pt x="570546" y="2447824"/>
                  </a:lnTo>
                  <a:lnTo>
                    <a:pt x="541738" y="2449729"/>
                  </a:lnTo>
                  <a:lnTo>
                    <a:pt x="527057" y="2450606"/>
                  </a:lnTo>
                  <a:lnTo>
                    <a:pt x="522426" y="2450857"/>
                  </a:lnTo>
                  <a:lnTo>
                    <a:pt x="522133" y="2450872"/>
                  </a:lnTo>
                  <a:lnTo>
                    <a:pt x="0" y="2450872"/>
                  </a:lnTo>
                  <a:close/>
                </a:path>
              </a:pathLst>
            </a:custGeom>
            <a:solidFill>
              <a:srgbClr val="8BC34A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1503" name="pl1503"/>
            <p:cNvSpPr/>
            <p:nvPr/>
          </p:nvSpPr>
          <p:spPr>
            <a:xfrm>
              <a:off x="386606" y="2569102"/>
              <a:ext cx="8554953" cy="2450872"/>
            </a:xfrm>
            <a:custGeom>
              <a:avLst/>
              <a:pathLst>
                <a:path w="8554953" h="2450872">
                  <a:moveTo>
                    <a:pt x="0" y="2450872"/>
                  </a:moveTo>
                  <a:lnTo>
                    <a:pt x="522133" y="2450872"/>
                  </a:lnTo>
                  <a:lnTo>
                    <a:pt x="523332" y="2450810"/>
                  </a:lnTo>
                  <a:lnTo>
                    <a:pt x="531179" y="2450369"/>
                  </a:lnTo>
                  <a:lnTo>
                    <a:pt x="550836" y="2449149"/>
                  </a:lnTo>
                  <a:lnTo>
                    <a:pt x="585661" y="2446753"/>
                  </a:lnTo>
                  <a:lnTo>
                    <a:pt x="636916" y="2442823"/>
                  </a:lnTo>
                  <a:lnTo>
                    <a:pt x="703692" y="2437088"/>
                  </a:lnTo>
                  <a:lnTo>
                    <a:pt x="783229" y="2429386"/>
                  </a:lnTo>
                  <a:lnTo>
                    <a:pt x="871598" y="2419657"/>
                  </a:lnTo>
                  <a:lnTo>
                    <a:pt x="964523" y="2407920"/>
                  </a:lnTo>
                  <a:lnTo>
                    <a:pt x="1058094" y="2394220"/>
                  </a:lnTo>
                  <a:lnTo>
                    <a:pt x="1149223" y="2378589"/>
                  </a:lnTo>
                  <a:lnTo>
                    <a:pt x="1235804" y="2361010"/>
                  </a:lnTo>
                  <a:lnTo>
                    <a:pt x="1316667" y="2341394"/>
                  </a:lnTo>
                  <a:lnTo>
                    <a:pt x="1391400" y="2319568"/>
                  </a:lnTo>
                  <a:lnTo>
                    <a:pt x="1460157" y="2295279"/>
                  </a:lnTo>
                  <a:lnTo>
                    <a:pt x="1523460" y="2268195"/>
                  </a:lnTo>
                  <a:lnTo>
                    <a:pt x="1582058" y="2237918"/>
                  </a:lnTo>
                  <a:lnTo>
                    <a:pt x="1636814" y="2204014"/>
                  </a:lnTo>
                  <a:lnTo>
                    <a:pt x="1688616" y="2166053"/>
                  </a:lnTo>
                  <a:lnTo>
                    <a:pt x="1738308" y="2123690"/>
                  </a:lnTo>
                  <a:lnTo>
                    <a:pt x="1768425" y="2095100"/>
                  </a:lnTo>
                  <a:lnTo>
                    <a:pt x="1809665" y="2052469"/>
                  </a:lnTo>
                  <a:lnTo>
                    <a:pt x="1850509" y="2006391"/>
                  </a:lnTo>
                  <a:lnTo>
                    <a:pt x="1891247" y="1956798"/>
                  </a:lnTo>
                  <a:lnTo>
                    <a:pt x="1932099" y="1903692"/>
                  </a:lnTo>
                  <a:lnTo>
                    <a:pt x="1973223" y="1847152"/>
                  </a:lnTo>
                  <a:lnTo>
                    <a:pt x="2014722" y="1787344"/>
                  </a:lnTo>
                  <a:lnTo>
                    <a:pt x="2056645" y="1724520"/>
                  </a:lnTo>
                  <a:lnTo>
                    <a:pt x="2099000" y="1659022"/>
                  </a:lnTo>
                  <a:lnTo>
                    <a:pt x="2141750" y="1591273"/>
                  </a:lnTo>
                  <a:lnTo>
                    <a:pt x="2184827" y="1521773"/>
                  </a:lnTo>
                  <a:lnTo>
                    <a:pt x="2228134" y="1451081"/>
                  </a:lnTo>
                  <a:lnTo>
                    <a:pt x="2271558" y="1379799"/>
                  </a:lnTo>
                  <a:lnTo>
                    <a:pt x="2314976" y="1308550"/>
                  </a:lnTo>
                  <a:lnTo>
                    <a:pt x="2358264" y="1237956"/>
                  </a:lnTo>
                  <a:lnTo>
                    <a:pt x="2401310" y="1168615"/>
                  </a:lnTo>
                  <a:lnTo>
                    <a:pt x="2444021" y="1101081"/>
                  </a:lnTo>
                  <a:lnTo>
                    <a:pt x="2486332" y="1035845"/>
                  </a:lnTo>
                  <a:lnTo>
                    <a:pt x="2528209" y="973324"/>
                  </a:lnTo>
                  <a:lnTo>
                    <a:pt x="2569665" y="913850"/>
                  </a:lnTo>
                  <a:lnTo>
                    <a:pt x="2610755" y="857666"/>
                  </a:lnTo>
                  <a:lnTo>
                    <a:pt x="2651587" y="804927"/>
                  </a:lnTo>
                  <a:lnTo>
                    <a:pt x="2692324" y="755705"/>
                  </a:lnTo>
                  <a:lnTo>
                    <a:pt x="2733195" y="709994"/>
                  </a:lnTo>
                  <a:lnTo>
                    <a:pt x="2770117" y="672013"/>
                  </a:lnTo>
                  <a:lnTo>
                    <a:pt x="2818873" y="626831"/>
                  </a:lnTo>
                  <a:lnTo>
                    <a:pt x="2869271" y="586167"/>
                  </a:lnTo>
                  <a:lnTo>
                    <a:pt x="2922089" y="549791"/>
                  </a:lnTo>
                  <a:lnTo>
                    <a:pt x="2978197" y="517315"/>
                  </a:lnTo>
                  <a:lnTo>
                    <a:pt x="3038482" y="488298"/>
                  </a:lnTo>
                  <a:lnTo>
                    <a:pt x="3103773" y="462317"/>
                  </a:lnTo>
                  <a:lnTo>
                    <a:pt x="3174750" y="438997"/>
                  </a:lnTo>
                  <a:lnTo>
                    <a:pt x="3251815" y="418034"/>
                  </a:lnTo>
                  <a:lnTo>
                    <a:pt x="3334931" y="399205"/>
                  </a:lnTo>
                  <a:lnTo>
                    <a:pt x="3423422" y="382372"/>
                  </a:lnTo>
                  <a:lnTo>
                    <a:pt x="3515778" y="367472"/>
                  </a:lnTo>
                  <a:lnTo>
                    <a:pt x="3609518" y="354510"/>
                  </a:lnTo>
                  <a:lnTo>
                    <a:pt x="3701209" y="343529"/>
                  </a:lnTo>
                  <a:lnTo>
                    <a:pt x="3786733" y="334570"/>
                  </a:lnTo>
                  <a:lnTo>
                    <a:pt x="3861849" y="327626"/>
                  </a:lnTo>
                  <a:lnTo>
                    <a:pt x="3922977" y="322600"/>
                  </a:lnTo>
                  <a:lnTo>
                    <a:pt x="3967996" y="319289"/>
                  </a:lnTo>
                  <a:lnTo>
                    <a:pt x="3996804" y="317384"/>
                  </a:lnTo>
                  <a:lnTo>
                    <a:pt x="4011485" y="316507"/>
                  </a:lnTo>
                  <a:lnTo>
                    <a:pt x="4016116" y="316256"/>
                  </a:lnTo>
                  <a:lnTo>
                    <a:pt x="4016409" y="316241"/>
                  </a:lnTo>
                  <a:lnTo>
                    <a:pt x="4538543" y="316241"/>
                  </a:lnTo>
                  <a:lnTo>
                    <a:pt x="4539811" y="316231"/>
                  </a:lnTo>
                  <a:lnTo>
                    <a:pt x="4548102" y="316162"/>
                  </a:lnTo>
                  <a:lnTo>
                    <a:pt x="4568828" y="315971"/>
                  </a:lnTo>
                  <a:lnTo>
                    <a:pt x="4605445" y="315595"/>
                  </a:lnTo>
                  <a:lnTo>
                    <a:pt x="4659132" y="314979"/>
                  </a:lnTo>
                  <a:lnTo>
                    <a:pt x="4728736" y="314082"/>
                  </a:lnTo>
                  <a:lnTo>
                    <a:pt x="4811169" y="312881"/>
                  </a:lnTo>
                  <a:lnTo>
                    <a:pt x="4902180" y="311367"/>
                  </a:lnTo>
                  <a:lnTo>
                    <a:pt x="4997258" y="309546"/>
                  </a:lnTo>
                  <a:lnTo>
                    <a:pt x="5092382" y="307423"/>
                  </a:lnTo>
                  <a:lnTo>
                    <a:pt x="5184469" y="305003"/>
                  </a:lnTo>
                  <a:lnTo>
                    <a:pt x="5271499" y="302282"/>
                  </a:lnTo>
                  <a:lnTo>
                    <a:pt x="5352428" y="299242"/>
                  </a:lnTo>
                  <a:lnTo>
                    <a:pt x="5426983" y="295853"/>
                  </a:lnTo>
                  <a:lnTo>
                    <a:pt x="5495445" y="292072"/>
                  </a:lnTo>
                  <a:lnTo>
                    <a:pt x="5558449" y="287845"/>
                  </a:lnTo>
                  <a:lnTo>
                    <a:pt x="5616835" y="283105"/>
                  </a:lnTo>
                  <a:lnTo>
                    <a:pt x="5671532" y="277785"/>
                  </a:lnTo>
                  <a:lnTo>
                    <a:pt x="5723473" y="271819"/>
                  </a:lnTo>
                  <a:lnTo>
                    <a:pt x="5773515" y="265164"/>
                  </a:lnTo>
                  <a:lnTo>
                    <a:pt x="5784835" y="263534"/>
                  </a:lnTo>
                  <a:lnTo>
                    <a:pt x="5838514" y="255199"/>
                  </a:lnTo>
                  <a:lnTo>
                    <a:pt x="5891675" y="245989"/>
                  </a:lnTo>
                  <a:lnTo>
                    <a:pt x="5944890" y="235893"/>
                  </a:lnTo>
                  <a:lnTo>
                    <a:pt x="5998542" y="224932"/>
                  </a:lnTo>
                  <a:lnTo>
                    <a:pt x="6052851" y="213160"/>
                  </a:lnTo>
                  <a:lnTo>
                    <a:pt x="6107893" y="200671"/>
                  </a:lnTo>
                  <a:lnTo>
                    <a:pt x="6163620" y="187597"/>
                  </a:lnTo>
                  <a:lnTo>
                    <a:pt x="6219880" y="174100"/>
                  </a:lnTo>
                  <a:lnTo>
                    <a:pt x="6276451" y="160367"/>
                  </a:lnTo>
                  <a:lnTo>
                    <a:pt x="6333066" y="146601"/>
                  </a:lnTo>
                  <a:lnTo>
                    <a:pt x="6389455" y="133005"/>
                  </a:lnTo>
                  <a:lnTo>
                    <a:pt x="6445376" y="119774"/>
                  </a:lnTo>
                  <a:lnTo>
                    <a:pt x="6500652" y="107078"/>
                  </a:lnTo>
                  <a:lnTo>
                    <a:pt x="6555198" y="95061"/>
                  </a:lnTo>
                  <a:lnTo>
                    <a:pt x="6609048" y="83827"/>
                  </a:lnTo>
                  <a:lnTo>
                    <a:pt x="6662371" y="73445"/>
                  </a:lnTo>
                  <a:lnTo>
                    <a:pt x="6715497" y="63946"/>
                  </a:lnTo>
                  <a:lnTo>
                    <a:pt x="6768931" y="55329"/>
                  </a:lnTo>
                  <a:lnTo>
                    <a:pt x="6786527" y="52706"/>
                  </a:lnTo>
                  <a:lnTo>
                    <a:pt x="6836238" y="45890"/>
                  </a:lnTo>
                  <a:lnTo>
                    <a:pt x="6887671" y="39769"/>
                  </a:lnTo>
                  <a:lnTo>
                    <a:pt x="6941653" y="34305"/>
                  </a:lnTo>
                  <a:lnTo>
                    <a:pt x="6999106" y="29438"/>
                  </a:lnTo>
                  <a:lnTo>
                    <a:pt x="7060969" y="25099"/>
                  </a:lnTo>
                  <a:lnTo>
                    <a:pt x="7128110" y="21221"/>
                  </a:lnTo>
                  <a:lnTo>
                    <a:pt x="7201223" y="17746"/>
                  </a:lnTo>
                  <a:lnTo>
                    <a:pt x="7280686" y="14629"/>
                  </a:lnTo>
                  <a:lnTo>
                    <a:pt x="7366374" y="11836"/>
                  </a:lnTo>
                  <a:lnTo>
                    <a:pt x="7457438" y="9348"/>
                  </a:lnTo>
                  <a:lnTo>
                    <a:pt x="7552098" y="7157"/>
                  </a:lnTo>
                  <a:lnTo>
                    <a:pt x="7647513" y="5265"/>
                  </a:lnTo>
                  <a:lnTo>
                    <a:pt x="7739851" y="3680"/>
                  </a:lnTo>
                  <a:lnTo>
                    <a:pt x="7824658" y="2407"/>
                  </a:lnTo>
                  <a:lnTo>
                    <a:pt x="7897543" y="1442"/>
                  </a:lnTo>
                  <a:lnTo>
                    <a:pt x="7955073" y="765"/>
                  </a:lnTo>
                  <a:lnTo>
                    <a:pt x="7995599" y="338"/>
                  </a:lnTo>
                  <a:lnTo>
                    <a:pt x="8019753" y="109"/>
                  </a:lnTo>
                  <a:lnTo>
                    <a:pt x="8030491" y="18"/>
                  </a:lnTo>
                  <a:lnTo>
                    <a:pt x="8032803" y="0"/>
                  </a:lnTo>
                  <a:lnTo>
                    <a:pt x="8032819" y="0"/>
                  </a:lnTo>
                  <a:lnTo>
                    <a:pt x="8554953" y="0"/>
                  </a:lnTo>
                  <a:lnTo>
                    <a:pt x="8554953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504" name="pl1504"/>
            <p:cNvSpPr/>
            <p:nvPr/>
          </p:nvSpPr>
          <p:spPr>
            <a:xfrm>
              <a:off x="386606" y="2563455"/>
              <a:ext cx="8554953" cy="2450872"/>
            </a:xfrm>
            <a:custGeom>
              <a:avLst/>
              <a:pathLst>
                <a:path w="8554953" h="2450872">
                  <a:moveTo>
                    <a:pt x="8554953" y="0"/>
                  </a:moveTo>
                  <a:lnTo>
                    <a:pt x="8032819" y="0"/>
                  </a:lnTo>
                  <a:lnTo>
                    <a:pt x="8031551" y="9"/>
                  </a:lnTo>
                  <a:lnTo>
                    <a:pt x="8023260" y="78"/>
                  </a:lnTo>
                  <a:lnTo>
                    <a:pt x="8002534" y="270"/>
                  </a:lnTo>
                  <a:lnTo>
                    <a:pt x="7965917" y="646"/>
                  </a:lnTo>
                  <a:lnTo>
                    <a:pt x="7912230" y="1262"/>
                  </a:lnTo>
                  <a:lnTo>
                    <a:pt x="7842626" y="2159"/>
                  </a:lnTo>
                  <a:lnTo>
                    <a:pt x="7760192" y="3360"/>
                  </a:lnTo>
                  <a:lnTo>
                    <a:pt x="7669182" y="4873"/>
                  </a:lnTo>
                  <a:lnTo>
                    <a:pt x="7574104" y="6695"/>
                  </a:lnTo>
                  <a:lnTo>
                    <a:pt x="7478980" y="8818"/>
                  </a:lnTo>
                  <a:lnTo>
                    <a:pt x="7386893" y="11237"/>
                  </a:lnTo>
                  <a:lnTo>
                    <a:pt x="7299863" y="13959"/>
                  </a:lnTo>
                  <a:lnTo>
                    <a:pt x="7218934" y="16999"/>
                  </a:lnTo>
                  <a:lnTo>
                    <a:pt x="7144379" y="20387"/>
                  </a:lnTo>
                  <a:lnTo>
                    <a:pt x="7075917" y="24168"/>
                  </a:lnTo>
                  <a:lnTo>
                    <a:pt x="7012913" y="28396"/>
                  </a:lnTo>
                  <a:lnTo>
                    <a:pt x="6954527" y="33136"/>
                  </a:lnTo>
                  <a:lnTo>
                    <a:pt x="6899830" y="38456"/>
                  </a:lnTo>
                  <a:lnTo>
                    <a:pt x="6847889" y="44421"/>
                  </a:lnTo>
                  <a:lnTo>
                    <a:pt x="6797847" y="51077"/>
                  </a:lnTo>
                  <a:lnTo>
                    <a:pt x="6786527" y="52706"/>
                  </a:lnTo>
                  <a:lnTo>
                    <a:pt x="6732848" y="61042"/>
                  </a:lnTo>
                  <a:lnTo>
                    <a:pt x="6679687" y="70251"/>
                  </a:lnTo>
                  <a:lnTo>
                    <a:pt x="6626472" y="80347"/>
                  </a:lnTo>
                  <a:lnTo>
                    <a:pt x="6572820" y="91309"/>
                  </a:lnTo>
                  <a:lnTo>
                    <a:pt x="6518511" y="103081"/>
                  </a:lnTo>
                  <a:lnTo>
                    <a:pt x="6463469" y="115569"/>
                  </a:lnTo>
                  <a:lnTo>
                    <a:pt x="6407742" y="128644"/>
                  </a:lnTo>
                  <a:lnTo>
                    <a:pt x="6351482" y="142141"/>
                  </a:lnTo>
                  <a:lnTo>
                    <a:pt x="6294911" y="155874"/>
                  </a:lnTo>
                  <a:lnTo>
                    <a:pt x="6238296" y="169640"/>
                  </a:lnTo>
                  <a:lnTo>
                    <a:pt x="6181907" y="183236"/>
                  </a:lnTo>
                  <a:lnTo>
                    <a:pt x="6125986" y="196467"/>
                  </a:lnTo>
                  <a:lnTo>
                    <a:pt x="6070710" y="209162"/>
                  </a:lnTo>
                  <a:lnTo>
                    <a:pt x="6016164" y="221180"/>
                  </a:lnTo>
                  <a:lnTo>
                    <a:pt x="5962314" y="232414"/>
                  </a:lnTo>
                  <a:lnTo>
                    <a:pt x="5908991" y="242796"/>
                  </a:lnTo>
                  <a:lnTo>
                    <a:pt x="5855865" y="252294"/>
                  </a:lnTo>
                  <a:lnTo>
                    <a:pt x="5802431" y="260912"/>
                  </a:lnTo>
                  <a:lnTo>
                    <a:pt x="5784835" y="263534"/>
                  </a:lnTo>
                  <a:lnTo>
                    <a:pt x="5735123" y="270350"/>
                  </a:lnTo>
                  <a:lnTo>
                    <a:pt x="5683691" y="276472"/>
                  </a:lnTo>
                  <a:lnTo>
                    <a:pt x="5629709" y="281935"/>
                  </a:lnTo>
                  <a:lnTo>
                    <a:pt x="5572256" y="286802"/>
                  </a:lnTo>
                  <a:lnTo>
                    <a:pt x="5510393" y="291142"/>
                  </a:lnTo>
                  <a:lnTo>
                    <a:pt x="5443252" y="295020"/>
                  </a:lnTo>
                  <a:lnTo>
                    <a:pt x="5370139" y="298495"/>
                  </a:lnTo>
                  <a:lnTo>
                    <a:pt x="5290676" y="301612"/>
                  </a:lnTo>
                  <a:lnTo>
                    <a:pt x="5204988" y="304405"/>
                  </a:lnTo>
                  <a:lnTo>
                    <a:pt x="5113924" y="306893"/>
                  </a:lnTo>
                  <a:lnTo>
                    <a:pt x="5019263" y="309084"/>
                  </a:lnTo>
                  <a:lnTo>
                    <a:pt x="4923849" y="310975"/>
                  </a:lnTo>
                  <a:lnTo>
                    <a:pt x="4831511" y="312560"/>
                  </a:lnTo>
                  <a:lnTo>
                    <a:pt x="4746704" y="313833"/>
                  </a:lnTo>
                  <a:lnTo>
                    <a:pt x="4673818" y="314799"/>
                  </a:lnTo>
                  <a:lnTo>
                    <a:pt x="4616288" y="315476"/>
                  </a:lnTo>
                  <a:lnTo>
                    <a:pt x="4575763" y="315903"/>
                  </a:lnTo>
                  <a:lnTo>
                    <a:pt x="4551608" y="316131"/>
                  </a:lnTo>
                  <a:lnTo>
                    <a:pt x="4540871" y="316223"/>
                  </a:lnTo>
                  <a:lnTo>
                    <a:pt x="4538559" y="316241"/>
                  </a:lnTo>
                  <a:lnTo>
                    <a:pt x="4538543" y="316241"/>
                  </a:lnTo>
                  <a:lnTo>
                    <a:pt x="4016409" y="316241"/>
                  </a:lnTo>
                  <a:lnTo>
                    <a:pt x="4015210" y="316303"/>
                  </a:lnTo>
                  <a:lnTo>
                    <a:pt x="4007363" y="316744"/>
                  </a:lnTo>
                  <a:lnTo>
                    <a:pt x="3987706" y="317964"/>
                  </a:lnTo>
                  <a:lnTo>
                    <a:pt x="3952881" y="320360"/>
                  </a:lnTo>
                  <a:lnTo>
                    <a:pt x="3901626" y="324290"/>
                  </a:lnTo>
                  <a:lnTo>
                    <a:pt x="3834851" y="330025"/>
                  </a:lnTo>
                  <a:lnTo>
                    <a:pt x="3755313" y="337727"/>
                  </a:lnTo>
                  <a:lnTo>
                    <a:pt x="3666944" y="347456"/>
                  </a:lnTo>
                  <a:lnTo>
                    <a:pt x="3574019" y="359193"/>
                  </a:lnTo>
                  <a:lnTo>
                    <a:pt x="3480448" y="372893"/>
                  </a:lnTo>
                  <a:lnTo>
                    <a:pt x="3389320" y="388524"/>
                  </a:lnTo>
                  <a:lnTo>
                    <a:pt x="3302738" y="406102"/>
                  </a:lnTo>
                  <a:lnTo>
                    <a:pt x="3221876" y="425719"/>
                  </a:lnTo>
                  <a:lnTo>
                    <a:pt x="3147142" y="447545"/>
                  </a:lnTo>
                  <a:lnTo>
                    <a:pt x="3078386" y="471834"/>
                  </a:lnTo>
                  <a:lnTo>
                    <a:pt x="3015083" y="498918"/>
                  </a:lnTo>
                  <a:lnTo>
                    <a:pt x="2956484" y="529195"/>
                  </a:lnTo>
                  <a:lnTo>
                    <a:pt x="2901728" y="563099"/>
                  </a:lnTo>
                  <a:lnTo>
                    <a:pt x="2849926" y="601060"/>
                  </a:lnTo>
                  <a:lnTo>
                    <a:pt x="2800234" y="643423"/>
                  </a:lnTo>
                  <a:lnTo>
                    <a:pt x="2770117" y="672013"/>
                  </a:lnTo>
                  <a:lnTo>
                    <a:pt x="2728877" y="714644"/>
                  </a:lnTo>
                  <a:lnTo>
                    <a:pt x="2688033" y="760722"/>
                  </a:lnTo>
                  <a:lnTo>
                    <a:pt x="2647295" y="810315"/>
                  </a:lnTo>
                  <a:lnTo>
                    <a:pt x="2606443" y="863421"/>
                  </a:lnTo>
                  <a:lnTo>
                    <a:pt x="2565319" y="919961"/>
                  </a:lnTo>
                  <a:lnTo>
                    <a:pt x="2523821" y="979769"/>
                  </a:lnTo>
                  <a:lnTo>
                    <a:pt x="2481897" y="1042593"/>
                  </a:lnTo>
                  <a:lnTo>
                    <a:pt x="2439542" y="1108091"/>
                  </a:lnTo>
                  <a:lnTo>
                    <a:pt x="2396792" y="1175840"/>
                  </a:lnTo>
                  <a:lnTo>
                    <a:pt x="2353716" y="1245340"/>
                  </a:lnTo>
                  <a:lnTo>
                    <a:pt x="2310408" y="1316032"/>
                  </a:lnTo>
                  <a:lnTo>
                    <a:pt x="2266984" y="1387314"/>
                  </a:lnTo>
                  <a:lnTo>
                    <a:pt x="2223567" y="1458563"/>
                  </a:lnTo>
                  <a:lnTo>
                    <a:pt x="2180278" y="1529157"/>
                  </a:lnTo>
                  <a:lnTo>
                    <a:pt x="2137232" y="1598498"/>
                  </a:lnTo>
                  <a:lnTo>
                    <a:pt x="2094521" y="1666032"/>
                  </a:lnTo>
                  <a:lnTo>
                    <a:pt x="2052211" y="1731268"/>
                  </a:lnTo>
                  <a:lnTo>
                    <a:pt x="2010333" y="1793789"/>
                  </a:lnTo>
                  <a:lnTo>
                    <a:pt x="1968877" y="1853263"/>
                  </a:lnTo>
                  <a:lnTo>
                    <a:pt x="1927787" y="1909447"/>
                  </a:lnTo>
                  <a:lnTo>
                    <a:pt x="1886956" y="1962186"/>
                  </a:lnTo>
                  <a:lnTo>
                    <a:pt x="1846218" y="2011408"/>
                  </a:lnTo>
                  <a:lnTo>
                    <a:pt x="1805347" y="2057119"/>
                  </a:lnTo>
                  <a:lnTo>
                    <a:pt x="1768425" y="2095100"/>
                  </a:lnTo>
                  <a:lnTo>
                    <a:pt x="1719670" y="2140282"/>
                  </a:lnTo>
                  <a:lnTo>
                    <a:pt x="1669271" y="2180946"/>
                  </a:lnTo>
                  <a:lnTo>
                    <a:pt x="1616453" y="2217322"/>
                  </a:lnTo>
                  <a:lnTo>
                    <a:pt x="1560345" y="2249798"/>
                  </a:lnTo>
                  <a:lnTo>
                    <a:pt x="1500060" y="2278815"/>
                  </a:lnTo>
                  <a:lnTo>
                    <a:pt x="1434769" y="2304796"/>
                  </a:lnTo>
                  <a:lnTo>
                    <a:pt x="1363792" y="2328116"/>
                  </a:lnTo>
                  <a:lnTo>
                    <a:pt x="1286727" y="2349079"/>
                  </a:lnTo>
                  <a:lnTo>
                    <a:pt x="1203611" y="2367907"/>
                  </a:lnTo>
                  <a:lnTo>
                    <a:pt x="1115121" y="2384741"/>
                  </a:lnTo>
                  <a:lnTo>
                    <a:pt x="1022765" y="2399641"/>
                  </a:lnTo>
                  <a:lnTo>
                    <a:pt x="929024" y="2412603"/>
                  </a:lnTo>
                  <a:lnTo>
                    <a:pt x="837333" y="2423583"/>
                  </a:lnTo>
                  <a:lnTo>
                    <a:pt x="751810" y="2432543"/>
                  </a:lnTo>
                  <a:lnTo>
                    <a:pt x="676693" y="2439487"/>
                  </a:lnTo>
                  <a:lnTo>
                    <a:pt x="615565" y="2444512"/>
                  </a:lnTo>
                  <a:lnTo>
                    <a:pt x="570546" y="2447824"/>
                  </a:lnTo>
                  <a:lnTo>
                    <a:pt x="541738" y="2449729"/>
                  </a:lnTo>
                  <a:lnTo>
                    <a:pt x="527057" y="2450606"/>
                  </a:lnTo>
                  <a:lnTo>
                    <a:pt x="522426" y="2450857"/>
                  </a:lnTo>
                  <a:lnTo>
                    <a:pt x="522133" y="2450872"/>
                  </a:lnTo>
                  <a:lnTo>
                    <a:pt x="0" y="2450872"/>
                  </a:lnTo>
                  <a:lnTo>
                    <a:pt x="0" y="2450872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505" name="pg1505"/>
            <p:cNvSpPr/>
            <p:nvPr/>
          </p:nvSpPr>
          <p:spPr>
            <a:xfrm>
              <a:off x="386606" y="3111230"/>
              <a:ext cx="8554953" cy="1914391"/>
            </a:xfrm>
            <a:custGeom>
              <a:avLst/>
              <a:pathLst>
                <a:path w="8554953" h="1914391">
                  <a:moveTo>
                    <a:pt x="0" y="1914391"/>
                  </a:moveTo>
                  <a:lnTo>
                    <a:pt x="522133" y="1914391"/>
                  </a:lnTo>
                  <a:lnTo>
                    <a:pt x="523345" y="1914335"/>
                  </a:lnTo>
                  <a:lnTo>
                    <a:pt x="531279" y="1913936"/>
                  </a:lnTo>
                  <a:lnTo>
                    <a:pt x="551144" y="1912832"/>
                  </a:lnTo>
                  <a:lnTo>
                    <a:pt x="586319" y="1910665"/>
                  </a:lnTo>
                  <a:lnTo>
                    <a:pt x="638050" y="1907111"/>
                  </a:lnTo>
                  <a:lnTo>
                    <a:pt x="705382" y="1901928"/>
                  </a:lnTo>
                  <a:lnTo>
                    <a:pt x="785491" y="1894969"/>
                  </a:lnTo>
                  <a:lnTo>
                    <a:pt x="874386" y="1886185"/>
                  </a:lnTo>
                  <a:lnTo>
                    <a:pt x="967743" y="1875592"/>
                  </a:lnTo>
                  <a:lnTo>
                    <a:pt x="1061629" y="1863232"/>
                  </a:lnTo>
                  <a:lnTo>
                    <a:pt x="1152956" y="1849133"/>
                  </a:lnTo>
                  <a:lnTo>
                    <a:pt x="1239634" y="1833277"/>
                  </a:lnTo>
                  <a:lnTo>
                    <a:pt x="1320515" y="1815579"/>
                  </a:lnTo>
                  <a:lnTo>
                    <a:pt x="1395217" y="1795881"/>
                  </a:lnTo>
                  <a:lnTo>
                    <a:pt x="1463917" y="1773949"/>
                  </a:lnTo>
                  <a:lnTo>
                    <a:pt x="1527160" y="1749479"/>
                  </a:lnTo>
                  <a:lnTo>
                    <a:pt x="1585714" y="1722110"/>
                  </a:lnTo>
                  <a:lnTo>
                    <a:pt x="1640453" y="1691447"/>
                  </a:lnTo>
                  <a:lnTo>
                    <a:pt x="1692277" y="1657103"/>
                  </a:lnTo>
                  <a:lnTo>
                    <a:pt x="1742031" y="1618777"/>
                  </a:lnTo>
                  <a:lnTo>
                    <a:pt x="1768425" y="1596267"/>
                  </a:lnTo>
                  <a:lnTo>
                    <a:pt x="1811166" y="1556693"/>
                  </a:lnTo>
                  <a:lnTo>
                    <a:pt x="1853494" y="1513803"/>
                  </a:lnTo>
                  <a:lnTo>
                    <a:pt x="1895728" y="1467534"/>
                  </a:lnTo>
                  <a:lnTo>
                    <a:pt x="1938105" y="1417894"/>
                  </a:lnTo>
                  <a:lnTo>
                    <a:pt x="1980794" y="1364974"/>
                  </a:lnTo>
                  <a:lnTo>
                    <a:pt x="2023899" y="1308952"/>
                  </a:lnTo>
                  <a:lnTo>
                    <a:pt x="2067466" y="1250097"/>
                  </a:lnTo>
                  <a:lnTo>
                    <a:pt x="2111490" y="1188770"/>
                  </a:lnTo>
                  <a:lnTo>
                    <a:pt x="2155920" y="1125415"/>
                  </a:lnTo>
                  <a:lnTo>
                    <a:pt x="2200670" y="1060549"/>
                  </a:lnTo>
                  <a:lnTo>
                    <a:pt x="2245625" y="994746"/>
                  </a:lnTo>
                  <a:lnTo>
                    <a:pt x="2290652" y="928616"/>
                  </a:lnTo>
                  <a:lnTo>
                    <a:pt x="2335614" y="862782"/>
                  </a:lnTo>
                  <a:lnTo>
                    <a:pt x="2380377" y="797855"/>
                  </a:lnTo>
                  <a:lnTo>
                    <a:pt x="2424826" y="734411"/>
                  </a:lnTo>
                  <a:lnTo>
                    <a:pt x="2468872" y="672970"/>
                  </a:lnTo>
                  <a:lnTo>
                    <a:pt x="2512462" y="613982"/>
                  </a:lnTo>
                  <a:lnTo>
                    <a:pt x="2555590" y="557810"/>
                  </a:lnTo>
                  <a:lnTo>
                    <a:pt x="2598298" y="504728"/>
                  </a:lnTo>
                  <a:lnTo>
                    <a:pt x="2640687" y="454921"/>
                  </a:lnTo>
                  <a:lnTo>
                    <a:pt x="2682923" y="408481"/>
                  </a:lnTo>
                  <a:lnTo>
                    <a:pt x="2725239" y="365423"/>
                  </a:lnTo>
                  <a:lnTo>
                    <a:pt x="2767951" y="325684"/>
                  </a:lnTo>
                  <a:lnTo>
                    <a:pt x="2770117" y="323771"/>
                  </a:lnTo>
                  <a:lnTo>
                    <a:pt x="2819061" y="283224"/>
                  </a:lnTo>
                  <a:lnTo>
                    <a:pt x="2869663" y="246747"/>
                  </a:lnTo>
                  <a:lnTo>
                    <a:pt x="2922710" y="214131"/>
                  </a:lnTo>
                  <a:lnTo>
                    <a:pt x="2979083" y="185025"/>
                  </a:lnTo>
                  <a:lnTo>
                    <a:pt x="3039677" y="159029"/>
                  </a:lnTo>
                  <a:lnTo>
                    <a:pt x="3105331" y="135762"/>
                  </a:lnTo>
                  <a:lnTo>
                    <a:pt x="3176726" y="114886"/>
                  </a:lnTo>
                  <a:lnTo>
                    <a:pt x="3254262" y="96127"/>
                  </a:lnTo>
                  <a:lnTo>
                    <a:pt x="3337884" y="79286"/>
                  </a:lnTo>
                  <a:lnTo>
                    <a:pt x="3426884" y="64240"/>
                  </a:lnTo>
                  <a:lnTo>
                    <a:pt x="3519701" y="50935"/>
                  </a:lnTo>
                  <a:lnTo>
                    <a:pt x="3613786" y="39378"/>
                  </a:lnTo>
                  <a:lnTo>
                    <a:pt x="3705628" y="29608"/>
                  </a:lnTo>
                  <a:lnTo>
                    <a:pt x="3791040" y="21660"/>
                  </a:lnTo>
                  <a:lnTo>
                    <a:pt x="3865749" y="15525"/>
                  </a:lnTo>
                  <a:lnTo>
                    <a:pt x="3926196" y="11111"/>
                  </a:lnTo>
                  <a:lnTo>
                    <a:pt x="3970343" y="8227"/>
                  </a:lnTo>
                  <a:lnTo>
                    <a:pt x="3998227" y="6589"/>
                  </a:lnTo>
                  <a:lnTo>
                    <a:pt x="4012098" y="5854"/>
                  </a:lnTo>
                  <a:lnTo>
                    <a:pt x="4016210" y="5656"/>
                  </a:lnTo>
                  <a:lnTo>
                    <a:pt x="4016409" y="5647"/>
                  </a:lnTo>
                  <a:lnTo>
                    <a:pt x="4538543" y="5647"/>
                  </a:lnTo>
                  <a:lnTo>
                    <a:pt x="4539812" y="5654"/>
                  </a:lnTo>
                  <a:lnTo>
                    <a:pt x="4548107" y="5705"/>
                  </a:lnTo>
                  <a:lnTo>
                    <a:pt x="4568846" y="5845"/>
                  </a:lnTo>
                  <a:lnTo>
                    <a:pt x="4605483" y="6120"/>
                  </a:lnTo>
                  <a:lnTo>
                    <a:pt x="4659196" y="6571"/>
                  </a:lnTo>
                  <a:lnTo>
                    <a:pt x="4728831" y="7228"/>
                  </a:lnTo>
                  <a:lnTo>
                    <a:pt x="4811296" y="8108"/>
                  </a:lnTo>
                  <a:lnTo>
                    <a:pt x="4902336" y="9217"/>
                  </a:lnTo>
                  <a:lnTo>
                    <a:pt x="4997436" y="10551"/>
                  </a:lnTo>
                  <a:lnTo>
                    <a:pt x="5092577" y="12106"/>
                  </a:lnTo>
                  <a:lnTo>
                    <a:pt x="5184673" y="13879"/>
                  </a:lnTo>
                  <a:lnTo>
                    <a:pt x="5271708" y="15872"/>
                  </a:lnTo>
                  <a:lnTo>
                    <a:pt x="5352637" y="18099"/>
                  </a:lnTo>
                  <a:lnTo>
                    <a:pt x="5427190" y="20581"/>
                  </a:lnTo>
                  <a:lnTo>
                    <a:pt x="5495649" y="23351"/>
                  </a:lnTo>
                  <a:lnTo>
                    <a:pt x="5558650" y="26448"/>
                  </a:lnTo>
                  <a:lnTo>
                    <a:pt x="5617034" y="29920"/>
                  </a:lnTo>
                  <a:lnTo>
                    <a:pt x="5671730" y="33818"/>
                  </a:lnTo>
                  <a:lnTo>
                    <a:pt x="5723673" y="38188"/>
                  </a:lnTo>
                  <a:lnTo>
                    <a:pt x="5773720" y="43064"/>
                  </a:lnTo>
                  <a:lnTo>
                    <a:pt x="5784835" y="44236"/>
                  </a:lnTo>
                  <a:lnTo>
                    <a:pt x="5838779" y="50370"/>
                  </a:lnTo>
                  <a:lnTo>
                    <a:pt x="5892204" y="57152"/>
                  </a:lnTo>
                  <a:lnTo>
                    <a:pt x="5945687" y="64588"/>
                  </a:lnTo>
                  <a:lnTo>
                    <a:pt x="5999617" y="72664"/>
                  </a:lnTo>
                  <a:lnTo>
                    <a:pt x="6054213" y="81339"/>
                  </a:lnTo>
                  <a:lnTo>
                    <a:pt x="6109550" y="90541"/>
                  </a:lnTo>
                  <a:lnTo>
                    <a:pt x="6165574" y="100173"/>
                  </a:lnTo>
                  <a:lnTo>
                    <a:pt x="6222130" y="110113"/>
                  </a:lnTo>
                  <a:lnTo>
                    <a:pt x="6278990" y="120221"/>
                  </a:lnTo>
                  <a:lnTo>
                    <a:pt x="6335883" y="130348"/>
                  </a:lnTo>
                  <a:lnTo>
                    <a:pt x="6392533" y="140341"/>
                  </a:lnTo>
                  <a:lnTo>
                    <a:pt x="6448700" y="150057"/>
                  </a:lnTo>
                  <a:lnTo>
                    <a:pt x="6504207" y="159370"/>
                  </a:lnTo>
                  <a:lnTo>
                    <a:pt x="6558975" y="168175"/>
                  </a:lnTo>
                  <a:lnTo>
                    <a:pt x="6613047" y="176397"/>
                  </a:lnTo>
                  <a:lnTo>
                    <a:pt x="6666608" y="183986"/>
                  </a:lnTo>
                  <a:lnTo>
                    <a:pt x="6720002" y="190922"/>
                  </a:lnTo>
                  <a:lnTo>
                    <a:pt x="6773760" y="197206"/>
                  </a:lnTo>
                  <a:lnTo>
                    <a:pt x="6786527" y="198592"/>
                  </a:lnTo>
                  <a:lnTo>
                    <a:pt x="6836249" y="203583"/>
                  </a:lnTo>
                  <a:lnTo>
                    <a:pt x="6887693" y="208066"/>
                  </a:lnTo>
                  <a:lnTo>
                    <a:pt x="6941688" y="212066"/>
                  </a:lnTo>
                  <a:lnTo>
                    <a:pt x="6999156" y="215630"/>
                  </a:lnTo>
                  <a:lnTo>
                    <a:pt x="7061036" y="218807"/>
                  </a:lnTo>
                  <a:lnTo>
                    <a:pt x="7128197" y="221647"/>
                  </a:lnTo>
                  <a:lnTo>
                    <a:pt x="7201334" y="224191"/>
                  </a:lnTo>
                  <a:lnTo>
                    <a:pt x="7280823" y="226474"/>
                  </a:lnTo>
                  <a:lnTo>
                    <a:pt x="7366539" y="228518"/>
                  </a:lnTo>
                  <a:lnTo>
                    <a:pt x="7457632" y="230340"/>
                  </a:lnTo>
                  <a:lnTo>
                    <a:pt x="7552316" y="231944"/>
                  </a:lnTo>
                  <a:lnTo>
                    <a:pt x="7647748" y="233328"/>
                  </a:lnTo>
                  <a:lnTo>
                    <a:pt x="7740092" y="234488"/>
                  </a:lnTo>
                  <a:lnTo>
                    <a:pt x="7824889" y="235420"/>
                  </a:lnTo>
                  <a:lnTo>
                    <a:pt x="7897747" y="236126"/>
                  </a:lnTo>
                  <a:lnTo>
                    <a:pt x="7955236" y="236622"/>
                  </a:lnTo>
                  <a:lnTo>
                    <a:pt x="7995712" y="236934"/>
                  </a:lnTo>
                  <a:lnTo>
                    <a:pt x="8019816" y="237101"/>
                  </a:lnTo>
                  <a:lnTo>
                    <a:pt x="8030513" y="237168"/>
                  </a:lnTo>
                  <a:lnTo>
                    <a:pt x="8032819" y="237181"/>
                  </a:lnTo>
                  <a:lnTo>
                    <a:pt x="8554953" y="237181"/>
                  </a:lnTo>
                  <a:lnTo>
                    <a:pt x="8554953" y="231534"/>
                  </a:lnTo>
                  <a:lnTo>
                    <a:pt x="8032819" y="231534"/>
                  </a:lnTo>
                  <a:lnTo>
                    <a:pt x="8031550" y="231526"/>
                  </a:lnTo>
                  <a:lnTo>
                    <a:pt x="8023255" y="231476"/>
                  </a:lnTo>
                  <a:lnTo>
                    <a:pt x="8002516" y="231335"/>
                  </a:lnTo>
                  <a:lnTo>
                    <a:pt x="7965879" y="231060"/>
                  </a:lnTo>
                  <a:lnTo>
                    <a:pt x="7912166" y="230609"/>
                  </a:lnTo>
                  <a:lnTo>
                    <a:pt x="7842530" y="229952"/>
                  </a:lnTo>
                  <a:lnTo>
                    <a:pt x="7760066" y="229072"/>
                  </a:lnTo>
                  <a:lnTo>
                    <a:pt x="7669026" y="227963"/>
                  </a:lnTo>
                  <a:lnTo>
                    <a:pt x="7573926" y="226629"/>
                  </a:lnTo>
                  <a:lnTo>
                    <a:pt x="7478785" y="225074"/>
                  </a:lnTo>
                  <a:lnTo>
                    <a:pt x="7386689" y="223302"/>
                  </a:lnTo>
                  <a:lnTo>
                    <a:pt x="7299654" y="221308"/>
                  </a:lnTo>
                  <a:lnTo>
                    <a:pt x="7218725" y="219081"/>
                  </a:lnTo>
                  <a:lnTo>
                    <a:pt x="7144172" y="216599"/>
                  </a:lnTo>
                  <a:lnTo>
                    <a:pt x="7075713" y="213830"/>
                  </a:lnTo>
                  <a:lnTo>
                    <a:pt x="7012712" y="210732"/>
                  </a:lnTo>
                  <a:lnTo>
                    <a:pt x="6954328" y="207260"/>
                  </a:lnTo>
                  <a:lnTo>
                    <a:pt x="6899632" y="203363"/>
                  </a:lnTo>
                  <a:lnTo>
                    <a:pt x="6847689" y="198992"/>
                  </a:lnTo>
                  <a:lnTo>
                    <a:pt x="6797642" y="194117"/>
                  </a:lnTo>
                  <a:lnTo>
                    <a:pt x="6786527" y="192945"/>
                  </a:lnTo>
                  <a:lnTo>
                    <a:pt x="6732583" y="186810"/>
                  </a:lnTo>
                  <a:lnTo>
                    <a:pt x="6679158" y="180029"/>
                  </a:lnTo>
                  <a:lnTo>
                    <a:pt x="6625674" y="172592"/>
                  </a:lnTo>
                  <a:lnTo>
                    <a:pt x="6571745" y="164516"/>
                  </a:lnTo>
                  <a:lnTo>
                    <a:pt x="6517149" y="155841"/>
                  </a:lnTo>
                  <a:lnTo>
                    <a:pt x="6461812" y="146639"/>
                  </a:lnTo>
                  <a:lnTo>
                    <a:pt x="6405788" y="137007"/>
                  </a:lnTo>
                  <a:lnTo>
                    <a:pt x="6349232" y="127067"/>
                  </a:lnTo>
                  <a:lnTo>
                    <a:pt x="6292372" y="116959"/>
                  </a:lnTo>
                  <a:lnTo>
                    <a:pt x="6235479" y="106832"/>
                  </a:lnTo>
                  <a:lnTo>
                    <a:pt x="6178829" y="96840"/>
                  </a:lnTo>
                  <a:lnTo>
                    <a:pt x="6122662" y="87123"/>
                  </a:lnTo>
                  <a:lnTo>
                    <a:pt x="6067155" y="77811"/>
                  </a:lnTo>
                  <a:lnTo>
                    <a:pt x="6012387" y="69005"/>
                  </a:lnTo>
                  <a:lnTo>
                    <a:pt x="5958315" y="60783"/>
                  </a:lnTo>
                  <a:lnTo>
                    <a:pt x="5904754" y="53194"/>
                  </a:lnTo>
                  <a:lnTo>
                    <a:pt x="5851360" y="46258"/>
                  </a:lnTo>
                  <a:lnTo>
                    <a:pt x="5797602" y="39974"/>
                  </a:lnTo>
                  <a:lnTo>
                    <a:pt x="5784835" y="38589"/>
                  </a:lnTo>
                  <a:lnTo>
                    <a:pt x="5735113" y="33597"/>
                  </a:lnTo>
                  <a:lnTo>
                    <a:pt x="5683669" y="29115"/>
                  </a:lnTo>
                  <a:lnTo>
                    <a:pt x="5629674" y="25114"/>
                  </a:lnTo>
                  <a:lnTo>
                    <a:pt x="5572206" y="21550"/>
                  </a:lnTo>
                  <a:lnTo>
                    <a:pt x="5510326" y="18373"/>
                  </a:lnTo>
                  <a:lnTo>
                    <a:pt x="5443165" y="15533"/>
                  </a:lnTo>
                  <a:lnTo>
                    <a:pt x="5370028" y="12989"/>
                  </a:lnTo>
                  <a:lnTo>
                    <a:pt x="5290539" y="10707"/>
                  </a:lnTo>
                  <a:lnTo>
                    <a:pt x="5204823" y="8662"/>
                  </a:lnTo>
                  <a:lnTo>
                    <a:pt x="5113730" y="6840"/>
                  </a:lnTo>
                  <a:lnTo>
                    <a:pt x="5019046" y="5236"/>
                  </a:lnTo>
                  <a:lnTo>
                    <a:pt x="4923614" y="3852"/>
                  </a:lnTo>
                  <a:lnTo>
                    <a:pt x="4831270" y="2692"/>
                  </a:lnTo>
                  <a:lnTo>
                    <a:pt x="4746473" y="1760"/>
                  </a:lnTo>
                  <a:lnTo>
                    <a:pt x="4673615" y="1054"/>
                  </a:lnTo>
                  <a:lnTo>
                    <a:pt x="4616126" y="558"/>
                  </a:lnTo>
                  <a:lnTo>
                    <a:pt x="4575650" y="246"/>
                  </a:lnTo>
                  <a:lnTo>
                    <a:pt x="4551546" y="80"/>
                  </a:lnTo>
                  <a:lnTo>
                    <a:pt x="4540849" y="13"/>
                  </a:lnTo>
                  <a:lnTo>
                    <a:pt x="4538543" y="0"/>
                  </a:lnTo>
                  <a:lnTo>
                    <a:pt x="4016409" y="0"/>
                  </a:lnTo>
                  <a:lnTo>
                    <a:pt x="4015197" y="55"/>
                  </a:lnTo>
                  <a:lnTo>
                    <a:pt x="4007263" y="454"/>
                  </a:lnTo>
                  <a:lnTo>
                    <a:pt x="3987398" y="1558"/>
                  </a:lnTo>
                  <a:lnTo>
                    <a:pt x="3952223" y="3725"/>
                  </a:lnTo>
                  <a:lnTo>
                    <a:pt x="3900492" y="7279"/>
                  </a:lnTo>
                  <a:lnTo>
                    <a:pt x="3833161" y="12462"/>
                  </a:lnTo>
                  <a:lnTo>
                    <a:pt x="3753051" y="19421"/>
                  </a:lnTo>
                  <a:lnTo>
                    <a:pt x="3664156" y="28205"/>
                  </a:lnTo>
                  <a:lnTo>
                    <a:pt x="3570799" y="38798"/>
                  </a:lnTo>
                  <a:lnTo>
                    <a:pt x="3476913" y="51158"/>
                  </a:lnTo>
                  <a:lnTo>
                    <a:pt x="3385587" y="65257"/>
                  </a:lnTo>
                  <a:lnTo>
                    <a:pt x="3298909" y="81113"/>
                  </a:lnTo>
                  <a:lnTo>
                    <a:pt x="3218027" y="98811"/>
                  </a:lnTo>
                  <a:lnTo>
                    <a:pt x="3143325" y="118509"/>
                  </a:lnTo>
                  <a:lnTo>
                    <a:pt x="3074625" y="140441"/>
                  </a:lnTo>
                  <a:lnTo>
                    <a:pt x="3011382" y="164911"/>
                  </a:lnTo>
                  <a:lnTo>
                    <a:pt x="2952829" y="192280"/>
                  </a:lnTo>
                  <a:lnTo>
                    <a:pt x="2898089" y="222943"/>
                  </a:lnTo>
                  <a:lnTo>
                    <a:pt x="2846266" y="257287"/>
                  </a:lnTo>
                  <a:lnTo>
                    <a:pt x="2796511" y="295613"/>
                  </a:lnTo>
                  <a:lnTo>
                    <a:pt x="2770117" y="318123"/>
                  </a:lnTo>
                  <a:lnTo>
                    <a:pt x="2727376" y="357697"/>
                  </a:lnTo>
                  <a:lnTo>
                    <a:pt x="2685048" y="400587"/>
                  </a:lnTo>
                  <a:lnTo>
                    <a:pt x="2642815" y="446856"/>
                  </a:lnTo>
                  <a:lnTo>
                    <a:pt x="2600437" y="496496"/>
                  </a:lnTo>
                  <a:lnTo>
                    <a:pt x="2557748" y="549416"/>
                  </a:lnTo>
                  <a:lnTo>
                    <a:pt x="2514643" y="605438"/>
                  </a:lnTo>
                  <a:lnTo>
                    <a:pt x="2471076" y="664293"/>
                  </a:lnTo>
                  <a:lnTo>
                    <a:pt x="2427052" y="725620"/>
                  </a:lnTo>
                  <a:lnTo>
                    <a:pt x="2382622" y="788975"/>
                  </a:lnTo>
                  <a:lnTo>
                    <a:pt x="2337872" y="853841"/>
                  </a:lnTo>
                  <a:lnTo>
                    <a:pt x="2292917" y="919644"/>
                  </a:lnTo>
                  <a:lnTo>
                    <a:pt x="2247890" y="985774"/>
                  </a:lnTo>
                  <a:lnTo>
                    <a:pt x="2202928" y="1051608"/>
                  </a:lnTo>
                  <a:lnTo>
                    <a:pt x="2158165" y="1116535"/>
                  </a:lnTo>
                  <a:lnTo>
                    <a:pt x="2113716" y="1179979"/>
                  </a:lnTo>
                  <a:lnTo>
                    <a:pt x="2069670" y="1241420"/>
                  </a:lnTo>
                  <a:lnTo>
                    <a:pt x="2026080" y="1300408"/>
                  </a:lnTo>
                  <a:lnTo>
                    <a:pt x="1982953" y="1356580"/>
                  </a:lnTo>
                  <a:lnTo>
                    <a:pt x="1940244" y="1409662"/>
                  </a:lnTo>
                  <a:lnTo>
                    <a:pt x="1897855" y="1459469"/>
                  </a:lnTo>
                  <a:lnTo>
                    <a:pt x="1855619" y="1505909"/>
                  </a:lnTo>
                  <a:lnTo>
                    <a:pt x="1813303" y="1548967"/>
                  </a:lnTo>
                  <a:lnTo>
                    <a:pt x="1770591" y="1588706"/>
                  </a:lnTo>
                  <a:lnTo>
                    <a:pt x="1768425" y="1590619"/>
                  </a:lnTo>
                  <a:lnTo>
                    <a:pt x="1719481" y="1631166"/>
                  </a:lnTo>
                  <a:lnTo>
                    <a:pt x="1668879" y="1667643"/>
                  </a:lnTo>
                  <a:lnTo>
                    <a:pt x="1615832" y="1700259"/>
                  </a:lnTo>
                  <a:lnTo>
                    <a:pt x="1559459" y="1729365"/>
                  </a:lnTo>
                  <a:lnTo>
                    <a:pt x="1498865" y="1755361"/>
                  </a:lnTo>
                  <a:lnTo>
                    <a:pt x="1433211" y="1778628"/>
                  </a:lnTo>
                  <a:lnTo>
                    <a:pt x="1361816" y="1799504"/>
                  </a:lnTo>
                  <a:lnTo>
                    <a:pt x="1284280" y="1818263"/>
                  </a:lnTo>
                  <a:lnTo>
                    <a:pt x="1200658" y="1835104"/>
                  </a:lnTo>
                  <a:lnTo>
                    <a:pt x="1111658" y="1850150"/>
                  </a:lnTo>
                  <a:lnTo>
                    <a:pt x="1018841" y="1863455"/>
                  </a:lnTo>
                  <a:lnTo>
                    <a:pt x="924756" y="1875012"/>
                  </a:lnTo>
                  <a:lnTo>
                    <a:pt x="832914" y="1884782"/>
                  </a:lnTo>
                  <a:lnTo>
                    <a:pt x="747502" y="1892730"/>
                  </a:lnTo>
                  <a:lnTo>
                    <a:pt x="672793" y="1898865"/>
                  </a:lnTo>
                  <a:lnTo>
                    <a:pt x="612346" y="1903279"/>
                  </a:lnTo>
                  <a:lnTo>
                    <a:pt x="568199" y="1906163"/>
                  </a:lnTo>
                  <a:lnTo>
                    <a:pt x="540315" y="1907801"/>
                  </a:lnTo>
                  <a:lnTo>
                    <a:pt x="526444" y="1908536"/>
                  </a:lnTo>
                  <a:lnTo>
                    <a:pt x="522332" y="1908734"/>
                  </a:lnTo>
                  <a:lnTo>
                    <a:pt x="522133" y="1908743"/>
                  </a:lnTo>
                  <a:lnTo>
                    <a:pt x="0" y="1908743"/>
                  </a:lnTo>
                  <a:close/>
                </a:path>
              </a:pathLst>
            </a:custGeom>
            <a:solidFill>
              <a:srgbClr val="8BC34A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1506" name="pl1506"/>
            <p:cNvSpPr/>
            <p:nvPr/>
          </p:nvSpPr>
          <p:spPr>
            <a:xfrm>
              <a:off x="386606" y="3116877"/>
              <a:ext cx="8554953" cy="1908743"/>
            </a:xfrm>
            <a:custGeom>
              <a:avLst/>
              <a:pathLst>
                <a:path w="8554953" h="1908743">
                  <a:moveTo>
                    <a:pt x="0" y="1908743"/>
                  </a:moveTo>
                  <a:lnTo>
                    <a:pt x="522133" y="1908743"/>
                  </a:lnTo>
                  <a:lnTo>
                    <a:pt x="523345" y="1908687"/>
                  </a:lnTo>
                  <a:lnTo>
                    <a:pt x="531279" y="1908288"/>
                  </a:lnTo>
                  <a:lnTo>
                    <a:pt x="551144" y="1907185"/>
                  </a:lnTo>
                  <a:lnTo>
                    <a:pt x="586319" y="1905017"/>
                  </a:lnTo>
                  <a:lnTo>
                    <a:pt x="638050" y="1901464"/>
                  </a:lnTo>
                  <a:lnTo>
                    <a:pt x="705382" y="1896281"/>
                  </a:lnTo>
                  <a:lnTo>
                    <a:pt x="785491" y="1889322"/>
                  </a:lnTo>
                  <a:lnTo>
                    <a:pt x="874386" y="1880538"/>
                  </a:lnTo>
                  <a:lnTo>
                    <a:pt x="967743" y="1869945"/>
                  </a:lnTo>
                  <a:lnTo>
                    <a:pt x="1061629" y="1857585"/>
                  </a:lnTo>
                  <a:lnTo>
                    <a:pt x="1152956" y="1843486"/>
                  </a:lnTo>
                  <a:lnTo>
                    <a:pt x="1239634" y="1827629"/>
                  </a:lnTo>
                  <a:lnTo>
                    <a:pt x="1320515" y="1809931"/>
                  </a:lnTo>
                  <a:lnTo>
                    <a:pt x="1395217" y="1790233"/>
                  </a:lnTo>
                  <a:lnTo>
                    <a:pt x="1463917" y="1768301"/>
                  </a:lnTo>
                  <a:lnTo>
                    <a:pt x="1527160" y="1743832"/>
                  </a:lnTo>
                  <a:lnTo>
                    <a:pt x="1585714" y="1716463"/>
                  </a:lnTo>
                  <a:lnTo>
                    <a:pt x="1640453" y="1685799"/>
                  </a:lnTo>
                  <a:lnTo>
                    <a:pt x="1692277" y="1651456"/>
                  </a:lnTo>
                  <a:lnTo>
                    <a:pt x="1742031" y="1613130"/>
                  </a:lnTo>
                  <a:lnTo>
                    <a:pt x="1768425" y="1590619"/>
                  </a:lnTo>
                  <a:lnTo>
                    <a:pt x="1811166" y="1551046"/>
                  </a:lnTo>
                  <a:lnTo>
                    <a:pt x="1853494" y="1508156"/>
                  </a:lnTo>
                  <a:lnTo>
                    <a:pt x="1895728" y="1461887"/>
                  </a:lnTo>
                  <a:lnTo>
                    <a:pt x="1938105" y="1412247"/>
                  </a:lnTo>
                  <a:lnTo>
                    <a:pt x="1980794" y="1359327"/>
                  </a:lnTo>
                  <a:lnTo>
                    <a:pt x="2023899" y="1303305"/>
                  </a:lnTo>
                  <a:lnTo>
                    <a:pt x="2067466" y="1244450"/>
                  </a:lnTo>
                  <a:lnTo>
                    <a:pt x="2111490" y="1183123"/>
                  </a:lnTo>
                  <a:lnTo>
                    <a:pt x="2155920" y="1119768"/>
                  </a:lnTo>
                  <a:lnTo>
                    <a:pt x="2200670" y="1054902"/>
                  </a:lnTo>
                  <a:lnTo>
                    <a:pt x="2245625" y="989099"/>
                  </a:lnTo>
                  <a:lnTo>
                    <a:pt x="2290652" y="922969"/>
                  </a:lnTo>
                  <a:lnTo>
                    <a:pt x="2335614" y="857135"/>
                  </a:lnTo>
                  <a:lnTo>
                    <a:pt x="2380377" y="792208"/>
                  </a:lnTo>
                  <a:lnTo>
                    <a:pt x="2424826" y="728763"/>
                  </a:lnTo>
                  <a:lnTo>
                    <a:pt x="2468872" y="667323"/>
                  </a:lnTo>
                  <a:lnTo>
                    <a:pt x="2512462" y="608334"/>
                  </a:lnTo>
                  <a:lnTo>
                    <a:pt x="2555590" y="552162"/>
                  </a:lnTo>
                  <a:lnTo>
                    <a:pt x="2598298" y="499081"/>
                  </a:lnTo>
                  <a:lnTo>
                    <a:pt x="2640687" y="449274"/>
                  </a:lnTo>
                  <a:lnTo>
                    <a:pt x="2682923" y="402834"/>
                  </a:lnTo>
                  <a:lnTo>
                    <a:pt x="2725239" y="359775"/>
                  </a:lnTo>
                  <a:lnTo>
                    <a:pt x="2767951" y="320037"/>
                  </a:lnTo>
                  <a:lnTo>
                    <a:pt x="2770117" y="318123"/>
                  </a:lnTo>
                  <a:lnTo>
                    <a:pt x="2819061" y="277576"/>
                  </a:lnTo>
                  <a:lnTo>
                    <a:pt x="2869663" y="241100"/>
                  </a:lnTo>
                  <a:lnTo>
                    <a:pt x="2922710" y="208484"/>
                  </a:lnTo>
                  <a:lnTo>
                    <a:pt x="2979083" y="179378"/>
                  </a:lnTo>
                  <a:lnTo>
                    <a:pt x="3039677" y="153382"/>
                  </a:lnTo>
                  <a:lnTo>
                    <a:pt x="3105331" y="130115"/>
                  </a:lnTo>
                  <a:lnTo>
                    <a:pt x="3176726" y="109238"/>
                  </a:lnTo>
                  <a:lnTo>
                    <a:pt x="3254262" y="90480"/>
                  </a:lnTo>
                  <a:lnTo>
                    <a:pt x="3337884" y="73639"/>
                  </a:lnTo>
                  <a:lnTo>
                    <a:pt x="3426884" y="58593"/>
                  </a:lnTo>
                  <a:lnTo>
                    <a:pt x="3519701" y="45288"/>
                  </a:lnTo>
                  <a:lnTo>
                    <a:pt x="3613786" y="33731"/>
                  </a:lnTo>
                  <a:lnTo>
                    <a:pt x="3705628" y="23960"/>
                  </a:lnTo>
                  <a:lnTo>
                    <a:pt x="3791040" y="16012"/>
                  </a:lnTo>
                  <a:lnTo>
                    <a:pt x="3865749" y="9877"/>
                  </a:lnTo>
                  <a:lnTo>
                    <a:pt x="3926196" y="5464"/>
                  </a:lnTo>
                  <a:lnTo>
                    <a:pt x="3970343" y="2580"/>
                  </a:lnTo>
                  <a:lnTo>
                    <a:pt x="3998227" y="942"/>
                  </a:lnTo>
                  <a:lnTo>
                    <a:pt x="4012098" y="207"/>
                  </a:lnTo>
                  <a:lnTo>
                    <a:pt x="4016210" y="8"/>
                  </a:lnTo>
                  <a:lnTo>
                    <a:pt x="4016409" y="0"/>
                  </a:lnTo>
                  <a:lnTo>
                    <a:pt x="4538543" y="0"/>
                  </a:lnTo>
                  <a:lnTo>
                    <a:pt x="4539812" y="7"/>
                  </a:lnTo>
                  <a:lnTo>
                    <a:pt x="4548107" y="57"/>
                  </a:lnTo>
                  <a:lnTo>
                    <a:pt x="4568846" y="198"/>
                  </a:lnTo>
                  <a:lnTo>
                    <a:pt x="4605483" y="473"/>
                  </a:lnTo>
                  <a:lnTo>
                    <a:pt x="4659196" y="924"/>
                  </a:lnTo>
                  <a:lnTo>
                    <a:pt x="4728831" y="1581"/>
                  </a:lnTo>
                  <a:lnTo>
                    <a:pt x="4811296" y="2461"/>
                  </a:lnTo>
                  <a:lnTo>
                    <a:pt x="4902336" y="3570"/>
                  </a:lnTo>
                  <a:lnTo>
                    <a:pt x="4997436" y="4904"/>
                  </a:lnTo>
                  <a:lnTo>
                    <a:pt x="5092577" y="6459"/>
                  </a:lnTo>
                  <a:lnTo>
                    <a:pt x="5184673" y="8231"/>
                  </a:lnTo>
                  <a:lnTo>
                    <a:pt x="5271708" y="10225"/>
                  </a:lnTo>
                  <a:lnTo>
                    <a:pt x="5352637" y="12452"/>
                  </a:lnTo>
                  <a:lnTo>
                    <a:pt x="5427190" y="14934"/>
                  </a:lnTo>
                  <a:lnTo>
                    <a:pt x="5495649" y="17704"/>
                  </a:lnTo>
                  <a:lnTo>
                    <a:pt x="5558650" y="20801"/>
                  </a:lnTo>
                  <a:lnTo>
                    <a:pt x="5617034" y="24273"/>
                  </a:lnTo>
                  <a:lnTo>
                    <a:pt x="5671730" y="28170"/>
                  </a:lnTo>
                  <a:lnTo>
                    <a:pt x="5723673" y="32541"/>
                  </a:lnTo>
                  <a:lnTo>
                    <a:pt x="5773720" y="37416"/>
                  </a:lnTo>
                  <a:lnTo>
                    <a:pt x="5784835" y="38589"/>
                  </a:lnTo>
                  <a:lnTo>
                    <a:pt x="5838779" y="44723"/>
                  </a:lnTo>
                  <a:lnTo>
                    <a:pt x="5892204" y="51504"/>
                  </a:lnTo>
                  <a:lnTo>
                    <a:pt x="5945687" y="58941"/>
                  </a:lnTo>
                  <a:lnTo>
                    <a:pt x="5999617" y="67017"/>
                  </a:lnTo>
                  <a:lnTo>
                    <a:pt x="6054213" y="75692"/>
                  </a:lnTo>
                  <a:lnTo>
                    <a:pt x="6109550" y="84894"/>
                  </a:lnTo>
                  <a:lnTo>
                    <a:pt x="6165574" y="94526"/>
                  </a:lnTo>
                  <a:lnTo>
                    <a:pt x="6222130" y="104466"/>
                  </a:lnTo>
                  <a:lnTo>
                    <a:pt x="6278990" y="114574"/>
                  </a:lnTo>
                  <a:lnTo>
                    <a:pt x="6335883" y="124701"/>
                  </a:lnTo>
                  <a:lnTo>
                    <a:pt x="6392533" y="134693"/>
                  </a:lnTo>
                  <a:lnTo>
                    <a:pt x="6448700" y="144410"/>
                  </a:lnTo>
                  <a:lnTo>
                    <a:pt x="6504207" y="153722"/>
                  </a:lnTo>
                  <a:lnTo>
                    <a:pt x="6558975" y="162528"/>
                  </a:lnTo>
                  <a:lnTo>
                    <a:pt x="6613047" y="170750"/>
                  </a:lnTo>
                  <a:lnTo>
                    <a:pt x="6666608" y="178339"/>
                  </a:lnTo>
                  <a:lnTo>
                    <a:pt x="6720002" y="185275"/>
                  </a:lnTo>
                  <a:lnTo>
                    <a:pt x="6773760" y="191559"/>
                  </a:lnTo>
                  <a:lnTo>
                    <a:pt x="6786527" y="192945"/>
                  </a:lnTo>
                  <a:lnTo>
                    <a:pt x="6836249" y="197936"/>
                  </a:lnTo>
                  <a:lnTo>
                    <a:pt x="6887693" y="202418"/>
                  </a:lnTo>
                  <a:lnTo>
                    <a:pt x="6941688" y="206419"/>
                  </a:lnTo>
                  <a:lnTo>
                    <a:pt x="6999156" y="209983"/>
                  </a:lnTo>
                  <a:lnTo>
                    <a:pt x="7061036" y="213160"/>
                  </a:lnTo>
                  <a:lnTo>
                    <a:pt x="7128197" y="216000"/>
                  </a:lnTo>
                  <a:lnTo>
                    <a:pt x="7201334" y="218544"/>
                  </a:lnTo>
                  <a:lnTo>
                    <a:pt x="7280823" y="220826"/>
                  </a:lnTo>
                  <a:lnTo>
                    <a:pt x="7366539" y="222871"/>
                  </a:lnTo>
                  <a:lnTo>
                    <a:pt x="7457632" y="224693"/>
                  </a:lnTo>
                  <a:lnTo>
                    <a:pt x="7552316" y="226297"/>
                  </a:lnTo>
                  <a:lnTo>
                    <a:pt x="7647748" y="227681"/>
                  </a:lnTo>
                  <a:lnTo>
                    <a:pt x="7740092" y="228841"/>
                  </a:lnTo>
                  <a:lnTo>
                    <a:pt x="7824889" y="229773"/>
                  </a:lnTo>
                  <a:lnTo>
                    <a:pt x="7897747" y="230479"/>
                  </a:lnTo>
                  <a:lnTo>
                    <a:pt x="7955236" y="230975"/>
                  </a:lnTo>
                  <a:lnTo>
                    <a:pt x="7995712" y="231287"/>
                  </a:lnTo>
                  <a:lnTo>
                    <a:pt x="8019816" y="231453"/>
                  </a:lnTo>
                  <a:lnTo>
                    <a:pt x="8030513" y="231520"/>
                  </a:lnTo>
                  <a:lnTo>
                    <a:pt x="8032804" y="231533"/>
                  </a:lnTo>
                  <a:lnTo>
                    <a:pt x="8032819" y="231534"/>
                  </a:lnTo>
                  <a:lnTo>
                    <a:pt x="8554953" y="231534"/>
                  </a:lnTo>
                  <a:lnTo>
                    <a:pt x="8554953" y="231534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507" name="pl1507"/>
            <p:cNvSpPr/>
            <p:nvPr/>
          </p:nvSpPr>
          <p:spPr>
            <a:xfrm>
              <a:off x="386606" y="3111230"/>
              <a:ext cx="8554953" cy="1908743"/>
            </a:xfrm>
            <a:custGeom>
              <a:avLst/>
              <a:pathLst>
                <a:path w="8554953" h="1908743">
                  <a:moveTo>
                    <a:pt x="8554953" y="231534"/>
                  </a:moveTo>
                  <a:lnTo>
                    <a:pt x="8032819" y="231534"/>
                  </a:lnTo>
                  <a:lnTo>
                    <a:pt x="8031550" y="231526"/>
                  </a:lnTo>
                  <a:lnTo>
                    <a:pt x="8023255" y="231476"/>
                  </a:lnTo>
                  <a:lnTo>
                    <a:pt x="8002516" y="231335"/>
                  </a:lnTo>
                  <a:lnTo>
                    <a:pt x="7965879" y="231060"/>
                  </a:lnTo>
                  <a:lnTo>
                    <a:pt x="7912166" y="230609"/>
                  </a:lnTo>
                  <a:lnTo>
                    <a:pt x="7842530" y="229952"/>
                  </a:lnTo>
                  <a:lnTo>
                    <a:pt x="7760066" y="229072"/>
                  </a:lnTo>
                  <a:lnTo>
                    <a:pt x="7669026" y="227963"/>
                  </a:lnTo>
                  <a:lnTo>
                    <a:pt x="7573926" y="226629"/>
                  </a:lnTo>
                  <a:lnTo>
                    <a:pt x="7478785" y="225074"/>
                  </a:lnTo>
                  <a:lnTo>
                    <a:pt x="7386689" y="223302"/>
                  </a:lnTo>
                  <a:lnTo>
                    <a:pt x="7299654" y="221308"/>
                  </a:lnTo>
                  <a:lnTo>
                    <a:pt x="7218725" y="219081"/>
                  </a:lnTo>
                  <a:lnTo>
                    <a:pt x="7144172" y="216599"/>
                  </a:lnTo>
                  <a:lnTo>
                    <a:pt x="7075713" y="213830"/>
                  </a:lnTo>
                  <a:lnTo>
                    <a:pt x="7012712" y="210732"/>
                  </a:lnTo>
                  <a:lnTo>
                    <a:pt x="6954328" y="207260"/>
                  </a:lnTo>
                  <a:lnTo>
                    <a:pt x="6899632" y="203363"/>
                  </a:lnTo>
                  <a:lnTo>
                    <a:pt x="6847689" y="198992"/>
                  </a:lnTo>
                  <a:lnTo>
                    <a:pt x="6797642" y="194117"/>
                  </a:lnTo>
                  <a:lnTo>
                    <a:pt x="6786527" y="192945"/>
                  </a:lnTo>
                  <a:lnTo>
                    <a:pt x="6732583" y="186810"/>
                  </a:lnTo>
                  <a:lnTo>
                    <a:pt x="6679158" y="180029"/>
                  </a:lnTo>
                  <a:lnTo>
                    <a:pt x="6625674" y="172592"/>
                  </a:lnTo>
                  <a:lnTo>
                    <a:pt x="6571745" y="164516"/>
                  </a:lnTo>
                  <a:lnTo>
                    <a:pt x="6517149" y="155841"/>
                  </a:lnTo>
                  <a:lnTo>
                    <a:pt x="6461812" y="146639"/>
                  </a:lnTo>
                  <a:lnTo>
                    <a:pt x="6405788" y="137007"/>
                  </a:lnTo>
                  <a:lnTo>
                    <a:pt x="6349232" y="127067"/>
                  </a:lnTo>
                  <a:lnTo>
                    <a:pt x="6292372" y="116959"/>
                  </a:lnTo>
                  <a:lnTo>
                    <a:pt x="6235479" y="106832"/>
                  </a:lnTo>
                  <a:lnTo>
                    <a:pt x="6178829" y="96840"/>
                  </a:lnTo>
                  <a:lnTo>
                    <a:pt x="6122662" y="87123"/>
                  </a:lnTo>
                  <a:lnTo>
                    <a:pt x="6067155" y="77811"/>
                  </a:lnTo>
                  <a:lnTo>
                    <a:pt x="6012387" y="69005"/>
                  </a:lnTo>
                  <a:lnTo>
                    <a:pt x="5958315" y="60783"/>
                  </a:lnTo>
                  <a:lnTo>
                    <a:pt x="5904754" y="53194"/>
                  </a:lnTo>
                  <a:lnTo>
                    <a:pt x="5851360" y="46258"/>
                  </a:lnTo>
                  <a:lnTo>
                    <a:pt x="5797602" y="39974"/>
                  </a:lnTo>
                  <a:lnTo>
                    <a:pt x="5784835" y="38589"/>
                  </a:lnTo>
                  <a:lnTo>
                    <a:pt x="5735113" y="33597"/>
                  </a:lnTo>
                  <a:lnTo>
                    <a:pt x="5683669" y="29115"/>
                  </a:lnTo>
                  <a:lnTo>
                    <a:pt x="5629674" y="25114"/>
                  </a:lnTo>
                  <a:lnTo>
                    <a:pt x="5572206" y="21550"/>
                  </a:lnTo>
                  <a:lnTo>
                    <a:pt x="5510326" y="18373"/>
                  </a:lnTo>
                  <a:lnTo>
                    <a:pt x="5443165" y="15533"/>
                  </a:lnTo>
                  <a:lnTo>
                    <a:pt x="5370028" y="12989"/>
                  </a:lnTo>
                  <a:lnTo>
                    <a:pt x="5290539" y="10707"/>
                  </a:lnTo>
                  <a:lnTo>
                    <a:pt x="5204823" y="8662"/>
                  </a:lnTo>
                  <a:lnTo>
                    <a:pt x="5113730" y="6840"/>
                  </a:lnTo>
                  <a:lnTo>
                    <a:pt x="5019046" y="5236"/>
                  </a:lnTo>
                  <a:lnTo>
                    <a:pt x="4923614" y="3852"/>
                  </a:lnTo>
                  <a:lnTo>
                    <a:pt x="4831270" y="2692"/>
                  </a:lnTo>
                  <a:lnTo>
                    <a:pt x="4746473" y="1760"/>
                  </a:lnTo>
                  <a:lnTo>
                    <a:pt x="4673615" y="1054"/>
                  </a:lnTo>
                  <a:lnTo>
                    <a:pt x="4616126" y="558"/>
                  </a:lnTo>
                  <a:lnTo>
                    <a:pt x="4575650" y="246"/>
                  </a:lnTo>
                  <a:lnTo>
                    <a:pt x="4551546" y="80"/>
                  </a:lnTo>
                  <a:lnTo>
                    <a:pt x="4540849" y="13"/>
                  </a:lnTo>
                  <a:lnTo>
                    <a:pt x="4538558" y="0"/>
                  </a:lnTo>
                  <a:lnTo>
                    <a:pt x="4538543" y="0"/>
                  </a:lnTo>
                  <a:lnTo>
                    <a:pt x="4016409" y="0"/>
                  </a:lnTo>
                  <a:lnTo>
                    <a:pt x="4015197" y="55"/>
                  </a:lnTo>
                  <a:lnTo>
                    <a:pt x="4007263" y="454"/>
                  </a:lnTo>
                  <a:lnTo>
                    <a:pt x="3987398" y="1558"/>
                  </a:lnTo>
                  <a:lnTo>
                    <a:pt x="3952223" y="3725"/>
                  </a:lnTo>
                  <a:lnTo>
                    <a:pt x="3900492" y="7279"/>
                  </a:lnTo>
                  <a:lnTo>
                    <a:pt x="3833161" y="12462"/>
                  </a:lnTo>
                  <a:lnTo>
                    <a:pt x="3753051" y="19421"/>
                  </a:lnTo>
                  <a:lnTo>
                    <a:pt x="3664156" y="28205"/>
                  </a:lnTo>
                  <a:lnTo>
                    <a:pt x="3570799" y="38798"/>
                  </a:lnTo>
                  <a:lnTo>
                    <a:pt x="3476913" y="51158"/>
                  </a:lnTo>
                  <a:lnTo>
                    <a:pt x="3385587" y="65257"/>
                  </a:lnTo>
                  <a:lnTo>
                    <a:pt x="3298909" y="81113"/>
                  </a:lnTo>
                  <a:lnTo>
                    <a:pt x="3218027" y="98811"/>
                  </a:lnTo>
                  <a:lnTo>
                    <a:pt x="3143325" y="118509"/>
                  </a:lnTo>
                  <a:lnTo>
                    <a:pt x="3074625" y="140441"/>
                  </a:lnTo>
                  <a:lnTo>
                    <a:pt x="3011382" y="164911"/>
                  </a:lnTo>
                  <a:lnTo>
                    <a:pt x="2952829" y="192280"/>
                  </a:lnTo>
                  <a:lnTo>
                    <a:pt x="2898089" y="222943"/>
                  </a:lnTo>
                  <a:lnTo>
                    <a:pt x="2846266" y="257287"/>
                  </a:lnTo>
                  <a:lnTo>
                    <a:pt x="2796511" y="295613"/>
                  </a:lnTo>
                  <a:lnTo>
                    <a:pt x="2770117" y="318123"/>
                  </a:lnTo>
                  <a:lnTo>
                    <a:pt x="2727376" y="357697"/>
                  </a:lnTo>
                  <a:lnTo>
                    <a:pt x="2685048" y="400587"/>
                  </a:lnTo>
                  <a:lnTo>
                    <a:pt x="2642815" y="446856"/>
                  </a:lnTo>
                  <a:lnTo>
                    <a:pt x="2600437" y="496496"/>
                  </a:lnTo>
                  <a:lnTo>
                    <a:pt x="2557748" y="549416"/>
                  </a:lnTo>
                  <a:lnTo>
                    <a:pt x="2514643" y="605438"/>
                  </a:lnTo>
                  <a:lnTo>
                    <a:pt x="2471076" y="664293"/>
                  </a:lnTo>
                  <a:lnTo>
                    <a:pt x="2427052" y="725620"/>
                  </a:lnTo>
                  <a:lnTo>
                    <a:pt x="2382622" y="788975"/>
                  </a:lnTo>
                  <a:lnTo>
                    <a:pt x="2337872" y="853841"/>
                  </a:lnTo>
                  <a:lnTo>
                    <a:pt x="2292917" y="919644"/>
                  </a:lnTo>
                  <a:lnTo>
                    <a:pt x="2247890" y="985774"/>
                  </a:lnTo>
                  <a:lnTo>
                    <a:pt x="2202928" y="1051608"/>
                  </a:lnTo>
                  <a:lnTo>
                    <a:pt x="2158165" y="1116535"/>
                  </a:lnTo>
                  <a:lnTo>
                    <a:pt x="2113716" y="1179979"/>
                  </a:lnTo>
                  <a:lnTo>
                    <a:pt x="2069670" y="1241420"/>
                  </a:lnTo>
                  <a:lnTo>
                    <a:pt x="2026080" y="1300408"/>
                  </a:lnTo>
                  <a:lnTo>
                    <a:pt x="1982953" y="1356580"/>
                  </a:lnTo>
                  <a:lnTo>
                    <a:pt x="1940244" y="1409662"/>
                  </a:lnTo>
                  <a:lnTo>
                    <a:pt x="1897855" y="1459469"/>
                  </a:lnTo>
                  <a:lnTo>
                    <a:pt x="1855619" y="1505909"/>
                  </a:lnTo>
                  <a:lnTo>
                    <a:pt x="1813303" y="1548967"/>
                  </a:lnTo>
                  <a:lnTo>
                    <a:pt x="1770591" y="1588706"/>
                  </a:lnTo>
                  <a:lnTo>
                    <a:pt x="1768425" y="1590619"/>
                  </a:lnTo>
                  <a:lnTo>
                    <a:pt x="1719481" y="1631166"/>
                  </a:lnTo>
                  <a:lnTo>
                    <a:pt x="1668879" y="1667643"/>
                  </a:lnTo>
                  <a:lnTo>
                    <a:pt x="1615832" y="1700259"/>
                  </a:lnTo>
                  <a:lnTo>
                    <a:pt x="1559459" y="1729365"/>
                  </a:lnTo>
                  <a:lnTo>
                    <a:pt x="1498865" y="1755361"/>
                  </a:lnTo>
                  <a:lnTo>
                    <a:pt x="1433211" y="1778628"/>
                  </a:lnTo>
                  <a:lnTo>
                    <a:pt x="1361816" y="1799504"/>
                  </a:lnTo>
                  <a:lnTo>
                    <a:pt x="1284280" y="1818263"/>
                  </a:lnTo>
                  <a:lnTo>
                    <a:pt x="1200658" y="1835104"/>
                  </a:lnTo>
                  <a:lnTo>
                    <a:pt x="1111658" y="1850150"/>
                  </a:lnTo>
                  <a:lnTo>
                    <a:pt x="1018841" y="1863455"/>
                  </a:lnTo>
                  <a:lnTo>
                    <a:pt x="924756" y="1875012"/>
                  </a:lnTo>
                  <a:lnTo>
                    <a:pt x="832914" y="1884782"/>
                  </a:lnTo>
                  <a:lnTo>
                    <a:pt x="747502" y="1892730"/>
                  </a:lnTo>
                  <a:lnTo>
                    <a:pt x="672793" y="1898865"/>
                  </a:lnTo>
                  <a:lnTo>
                    <a:pt x="612346" y="1903279"/>
                  </a:lnTo>
                  <a:lnTo>
                    <a:pt x="568199" y="1906163"/>
                  </a:lnTo>
                  <a:lnTo>
                    <a:pt x="540315" y="1907801"/>
                  </a:lnTo>
                  <a:lnTo>
                    <a:pt x="526444" y="1908536"/>
                  </a:lnTo>
                  <a:lnTo>
                    <a:pt x="522332" y="1908734"/>
                  </a:lnTo>
                  <a:lnTo>
                    <a:pt x="522133" y="1908743"/>
                  </a:lnTo>
                  <a:lnTo>
                    <a:pt x="0" y="1908743"/>
                  </a:lnTo>
                  <a:lnTo>
                    <a:pt x="0" y="1908743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508" name="pg1508"/>
            <p:cNvSpPr/>
            <p:nvPr/>
          </p:nvSpPr>
          <p:spPr>
            <a:xfrm>
              <a:off x="386606" y="733771"/>
              <a:ext cx="8554953" cy="4218436"/>
            </a:xfrm>
            <a:custGeom>
              <a:avLst/>
              <a:pathLst>
                <a:path w="8554953" h="4218436">
                  <a:moveTo>
                    <a:pt x="0" y="4218436"/>
                  </a:moveTo>
                  <a:lnTo>
                    <a:pt x="522133" y="4218436"/>
                  </a:lnTo>
                  <a:lnTo>
                    <a:pt x="523071" y="4218351"/>
                  </a:lnTo>
                  <a:lnTo>
                    <a:pt x="529245" y="4217742"/>
                  </a:lnTo>
                  <a:lnTo>
                    <a:pt x="544831" y="4216059"/>
                  </a:lnTo>
                  <a:lnTo>
                    <a:pt x="572750" y="4212745"/>
                  </a:lnTo>
                  <a:lnTo>
                    <a:pt x="614462" y="4207283"/>
                  </a:lnTo>
                  <a:lnTo>
                    <a:pt x="669853" y="4199247"/>
                  </a:lnTo>
                  <a:lnTo>
                    <a:pt x="737347" y="4188345"/>
                  </a:lnTo>
                  <a:lnTo>
                    <a:pt x="814270" y="4174424"/>
                  </a:lnTo>
                  <a:lnTo>
                    <a:pt x="897363" y="4157452"/>
                  </a:lnTo>
                  <a:lnTo>
                    <a:pt x="983327" y="4137475"/>
                  </a:lnTo>
                  <a:lnTo>
                    <a:pt x="1069240" y="4114559"/>
                  </a:lnTo>
                  <a:lnTo>
                    <a:pt x="1152817" y="4088740"/>
                  </a:lnTo>
                  <a:lnTo>
                    <a:pt x="1232479" y="4059988"/>
                  </a:lnTo>
                  <a:lnTo>
                    <a:pt x="1307318" y="4028178"/>
                  </a:lnTo>
                  <a:lnTo>
                    <a:pt x="1376977" y="3993084"/>
                  </a:lnTo>
                  <a:lnTo>
                    <a:pt x="1441515" y="3954369"/>
                  </a:lnTo>
                  <a:lnTo>
                    <a:pt x="1501287" y="3911601"/>
                  </a:lnTo>
                  <a:lnTo>
                    <a:pt x="1556833" y="3864253"/>
                  </a:lnTo>
                  <a:lnTo>
                    <a:pt x="1608798" y="3811739"/>
                  </a:lnTo>
                  <a:lnTo>
                    <a:pt x="1657873" y="3753448"/>
                  </a:lnTo>
                  <a:lnTo>
                    <a:pt x="1704742" y="3688818"/>
                  </a:lnTo>
                  <a:lnTo>
                    <a:pt x="1750036" y="3617448"/>
                  </a:lnTo>
                  <a:lnTo>
                    <a:pt x="1768425" y="3585953"/>
                  </a:lnTo>
                  <a:lnTo>
                    <a:pt x="1801448" y="3525828"/>
                  </a:lnTo>
                  <a:lnTo>
                    <a:pt x="1834177" y="3461806"/>
                  </a:lnTo>
                  <a:lnTo>
                    <a:pt x="1866770" y="3393806"/>
                  </a:lnTo>
                  <a:lnTo>
                    <a:pt x="1899358" y="3321798"/>
                  </a:lnTo>
                  <a:lnTo>
                    <a:pt x="1932044" y="3245803"/>
                  </a:lnTo>
                  <a:lnTo>
                    <a:pt x="1964904" y="3165902"/>
                  </a:lnTo>
                  <a:lnTo>
                    <a:pt x="1997995" y="3082236"/>
                  </a:lnTo>
                  <a:lnTo>
                    <a:pt x="2031348" y="2995010"/>
                  </a:lnTo>
                  <a:lnTo>
                    <a:pt x="2064980" y="2904494"/>
                  </a:lnTo>
                  <a:lnTo>
                    <a:pt x="2098885" y="2811023"/>
                  </a:lnTo>
                  <a:lnTo>
                    <a:pt x="2133044" y="2714989"/>
                  </a:lnTo>
                  <a:lnTo>
                    <a:pt x="2167423" y="2616840"/>
                  </a:lnTo>
                  <a:lnTo>
                    <a:pt x="2201976" y="2517071"/>
                  </a:lnTo>
                  <a:lnTo>
                    <a:pt x="2236649" y="2416213"/>
                  </a:lnTo>
                  <a:lnTo>
                    <a:pt x="2271382" y="2314821"/>
                  </a:lnTo>
                  <a:lnTo>
                    <a:pt x="2306111" y="2213464"/>
                  </a:lnTo>
                  <a:lnTo>
                    <a:pt x="2340773" y="2112708"/>
                  </a:lnTo>
                  <a:lnTo>
                    <a:pt x="2375308" y="2013109"/>
                  </a:lnTo>
                  <a:lnTo>
                    <a:pt x="2409662" y="1915191"/>
                  </a:lnTo>
                  <a:lnTo>
                    <a:pt x="2443792" y="1819446"/>
                  </a:lnTo>
                  <a:lnTo>
                    <a:pt x="2477664" y="1726314"/>
                  </a:lnTo>
                  <a:lnTo>
                    <a:pt x="2511262" y="1636182"/>
                  </a:lnTo>
                  <a:lnTo>
                    <a:pt x="2544583" y="1549375"/>
                  </a:lnTo>
                  <a:lnTo>
                    <a:pt x="2577643" y="1466157"/>
                  </a:lnTo>
                  <a:lnTo>
                    <a:pt x="2610479" y="1386724"/>
                  </a:lnTo>
                  <a:lnTo>
                    <a:pt x="2643148" y="1311211"/>
                  </a:lnTo>
                  <a:lnTo>
                    <a:pt x="2675730" y="1239690"/>
                  </a:lnTo>
                  <a:lnTo>
                    <a:pt x="2708333" y="1172176"/>
                  </a:lnTo>
                  <a:lnTo>
                    <a:pt x="2741088" y="1108632"/>
                  </a:lnTo>
                  <a:lnTo>
                    <a:pt x="2770117" y="1056020"/>
                  </a:lnTo>
                  <a:lnTo>
                    <a:pt x="2814923" y="981822"/>
                  </a:lnTo>
                  <a:lnTo>
                    <a:pt x="2861069" y="914440"/>
                  </a:lnTo>
                  <a:lnTo>
                    <a:pt x="2909151" y="853591"/>
                  </a:lnTo>
                  <a:lnTo>
                    <a:pt x="2959837" y="798763"/>
                  </a:lnTo>
                  <a:lnTo>
                    <a:pt x="3013821" y="749354"/>
                  </a:lnTo>
                  <a:lnTo>
                    <a:pt x="3071773" y="704761"/>
                  </a:lnTo>
                  <a:lnTo>
                    <a:pt x="3134286" y="664429"/>
                  </a:lnTo>
                  <a:lnTo>
                    <a:pt x="3201802" y="627885"/>
                  </a:lnTo>
                  <a:lnTo>
                    <a:pt x="3274516" y="594751"/>
                  </a:lnTo>
                  <a:lnTo>
                    <a:pt x="3352261" y="564756"/>
                  </a:lnTo>
                  <a:lnTo>
                    <a:pt x="3434370" y="537734"/>
                  </a:lnTo>
                  <a:lnTo>
                    <a:pt x="3519555" y="513617"/>
                  </a:lnTo>
                  <a:lnTo>
                    <a:pt x="3605819" y="492418"/>
                  </a:lnTo>
                  <a:lnTo>
                    <a:pt x="3690485" y="474196"/>
                  </a:lnTo>
                  <a:lnTo>
                    <a:pt x="3770367" y="459012"/>
                  </a:lnTo>
                  <a:lnTo>
                    <a:pt x="3842129" y="446873"/>
                  </a:lnTo>
                  <a:lnTo>
                    <a:pt x="3902786" y="437680"/>
                  </a:lnTo>
                  <a:lnTo>
                    <a:pt x="3950254" y="431199"/>
                  </a:lnTo>
                  <a:lnTo>
                    <a:pt x="3983786" y="427056"/>
                  </a:lnTo>
                  <a:lnTo>
                    <a:pt x="4004194" y="424765"/>
                  </a:lnTo>
                  <a:lnTo>
                    <a:pt x="4013819" y="423780"/>
                  </a:lnTo>
                  <a:lnTo>
                    <a:pt x="4016409" y="423537"/>
                  </a:lnTo>
                  <a:lnTo>
                    <a:pt x="4538543" y="423537"/>
                  </a:lnTo>
                  <a:lnTo>
                    <a:pt x="4539810" y="423525"/>
                  </a:lnTo>
                  <a:lnTo>
                    <a:pt x="4548092" y="423433"/>
                  </a:lnTo>
                  <a:lnTo>
                    <a:pt x="4568800" y="423180"/>
                  </a:lnTo>
                  <a:lnTo>
                    <a:pt x="4605385" y="422684"/>
                  </a:lnTo>
                  <a:lnTo>
                    <a:pt x="4659029" y="421871"/>
                  </a:lnTo>
                  <a:lnTo>
                    <a:pt x="4728583" y="420687"/>
                  </a:lnTo>
                  <a:lnTo>
                    <a:pt x="4810966" y="419101"/>
                  </a:lnTo>
                  <a:lnTo>
                    <a:pt x="4901931" y="417103"/>
                  </a:lnTo>
                  <a:lnTo>
                    <a:pt x="4996971" y="414697"/>
                  </a:lnTo>
                  <a:lnTo>
                    <a:pt x="5092069" y="411895"/>
                  </a:lnTo>
                  <a:lnTo>
                    <a:pt x="5184140" y="408700"/>
                  </a:lnTo>
                  <a:lnTo>
                    <a:pt x="5271163" y="405107"/>
                  </a:lnTo>
                  <a:lnTo>
                    <a:pt x="5352091" y="401093"/>
                  </a:lnTo>
                  <a:lnTo>
                    <a:pt x="5426650" y="396618"/>
                  </a:lnTo>
                  <a:lnTo>
                    <a:pt x="5495118" y="391627"/>
                  </a:lnTo>
                  <a:lnTo>
                    <a:pt x="5558127" y="386045"/>
                  </a:lnTo>
                  <a:lnTo>
                    <a:pt x="5616516" y="379788"/>
                  </a:lnTo>
                  <a:lnTo>
                    <a:pt x="5671213" y="372765"/>
                  </a:lnTo>
                  <a:lnTo>
                    <a:pt x="5723151" y="364890"/>
                  </a:lnTo>
                  <a:lnTo>
                    <a:pt x="5773187" y="356104"/>
                  </a:lnTo>
                  <a:lnTo>
                    <a:pt x="5784835" y="353889"/>
                  </a:lnTo>
                  <a:lnTo>
                    <a:pt x="5838100" y="342964"/>
                  </a:lnTo>
                  <a:lnTo>
                    <a:pt x="5890850" y="330902"/>
                  </a:lnTo>
                  <a:lnTo>
                    <a:pt x="5943647" y="317687"/>
                  </a:lnTo>
                  <a:lnTo>
                    <a:pt x="5996867" y="303345"/>
                  </a:lnTo>
                  <a:lnTo>
                    <a:pt x="6050730" y="287945"/>
                  </a:lnTo>
                  <a:lnTo>
                    <a:pt x="6105314" y="271607"/>
                  </a:lnTo>
                  <a:lnTo>
                    <a:pt x="6160577" y="254498"/>
                  </a:lnTo>
                  <a:lnTo>
                    <a:pt x="6216376" y="236826"/>
                  </a:lnTo>
                  <a:lnTo>
                    <a:pt x="6272495" y="218833"/>
                  </a:lnTo>
                  <a:lnTo>
                    <a:pt x="6328677" y="200777"/>
                  </a:lnTo>
                  <a:lnTo>
                    <a:pt x="6384657" y="182922"/>
                  </a:lnTo>
                  <a:lnTo>
                    <a:pt x="6440194" y="165521"/>
                  </a:lnTo>
                  <a:lnTo>
                    <a:pt x="6495108" y="148798"/>
                  </a:lnTo>
                  <a:lnTo>
                    <a:pt x="6549307" y="132940"/>
                  </a:lnTo>
                  <a:lnTo>
                    <a:pt x="6602811" y="118090"/>
                  </a:lnTo>
                  <a:lnTo>
                    <a:pt x="6655770" y="104340"/>
                  </a:lnTo>
                  <a:lnTo>
                    <a:pt x="6708484" y="91736"/>
                  </a:lnTo>
                  <a:lnTo>
                    <a:pt x="6761425" y="80282"/>
                  </a:lnTo>
                  <a:lnTo>
                    <a:pt x="6786527" y="75295"/>
                  </a:lnTo>
                  <a:lnTo>
                    <a:pt x="6836222" y="66291"/>
                  </a:lnTo>
                  <a:lnTo>
                    <a:pt x="6887636" y="58204"/>
                  </a:lnTo>
                  <a:lnTo>
                    <a:pt x="6941598" y="50986"/>
                  </a:lnTo>
                  <a:lnTo>
                    <a:pt x="6999027" y="44556"/>
                  </a:lnTo>
                  <a:lnTo>
                    <a:pt x="7060862" y="38823"/>
                  </a:lnTo>
                  <a:lnTo>
                    <a:pt x="7127970" y="33698"/>
                  </a:lnTo>
                  <a:lnTo>
                    <a:pt x="7201045" y="29107"/>
                  </a:lnTo>
                  <a:lnTo>
                    <a:pt x="7280466" y="24989"/>
                  </a:lnTo>
                  <a:lnTo>
                    <a:pt x="7366109" y="21298"/>
                  </a:lnTo>
                  <a:lnTo>
                    <a:pt x="7457128" y="18010"/>
                  </a:lnTo>
                  <a:lnTo>
                    <a:pt x="7551749" y="15115"/>
                  </a:lnTo>
                  <a:lnTo>
                    <a:pt x="7647136" y="12614"/>
                  </a:lnTo>
                  <a:lnTo>
                    <a:pt x="7739465" y="10519"/>
                  </a:lnTo>
                  <a:lnTo>
                    <a:pt x="7824287" y="8835"/>
                  </a:lnTo>
                  <a:lnTo>
                    <a:pt x="7897216" y="7558"/>
                  </a:lnTo>
                  <a:lnTo>
                    <a:pt x="7954812" y="6662"/>
                  </a:lnTo>
                  <a:lnTo>
                    <a:pt x="7995418" y="6096"/>
                  </a:lnTo>
                  <a:lnTo>
                    <a:pt x="8019653" y="5793"/>
                  </a:lnTo>
                  <a:lnTo>
                    <a:pt x="8030456" y="5671"/>
                  </a:lnTo>
                  <a:lnTo>
                    <a:pt x="8032819" y="5647"/>
                  </a:lnTo>
                  <a:lnTo>
                    <a:pt x="8554953" y="5647"/>
                  </a:lnTo>
                  <a:lnTo>
                    <a:pt x="8554953" y="0"/>
                  </a:lnTo>
                  <a:lnTo>
                    <a:pt x="8032819" y="0"/>
                  </a:lnTo>
                  <a:lnTo>
                    <a:pt x="8031552" y="12"/>
                  </a:lnTo>
                  <a:lnTo>
                    <a:pt x="8023270" y="104"/>
                  </a:lnTo>
                  <a:lnTo>
                    <a:pt x="8002562" y="357"/>
                  </a:lnTo>
                  <a:lnTo>
                    <a:pt x="7965977" y="853"/>
                  </a:lnTo>
                  <a:lnTo>
                    <a:pt x="7912333" y="1666"/>
                  </a:lnTo>
                  <a:lnTo>
                    <a:pt x="7842779" y="2850"/>
                  </a:lnTo>
                  <a:lnTo>
                    <a:pt x="7760396" y="4436"/>
                  </a:lnTo>
                  <a:lnTo>
                    <a:pt x="7669431" y="6434"/>
                  </a:lnTo>
                  <a:lnTo>
                    <a:pt x="7574391" y="8839"/>
                  </a:lnTo>
                  <a:lnTo>
                    <a:pt x="7479293" y="11642"/>
                  </a:lnTo>
                  <a:lnTo>
                    <a:pt x="7387222" y="14837"/>
                  </a:lnTo>
                  <a:lnTo>
                    <a:pt x="7300199" y="18430"/>
                  </a:lnTo>
                  <a:lnTo>
                    <a:pt x="7219271" y="22444"/>
                  </a:lnTo>
                  <a:lnTo>
                    <a:pt x="7144712" y="26919"/>
                  </a:lnTo>
                  <a:lnTo>
                    <a:pt x="7076244" y="31910"/>
                  </a:lnTo>
                  <a:lnTo>
                    <a:pt x="7013235" y="37492"/>
                  </a:lnTo>
                  <a:lnTo>
                    <a:pt x="6954846" y="43749"/>
                  </a:lnTo>
                  <a:lnTo>
                    <a:pt x="6900149" y="50772"/>
                  </a:lnTo>
                  <a:lnTo>
                    <a:pt x="6848211" y="58647"/>
                  </a:lnTo>
                  <a:lnTo>
                    <a:pt x="6798175" y="67433"/>
                  </a:lnTo>
                  <a:lnTo>
                    <a:pt x="6786527" y="69648"/>
                  </a:lnTo>
                  <a:lnTo>
                    <a:pt x="6733262" y="80573"/>
                  </a:lnTo>
                  <a:lnTo>
                    <a:pt x="6680512" y="92635"/>
                  </a:lnTo>
                  <a:lnTo>
                    <a:pt x="6627715" y="105849"/>
                  </a:lnTo>
                  <a:lnTo>
                    <a:pt x="6574495" y="120192"/>
                  </a:lnTo>
                  <a:lnTo>
                    <a:pt x="6520632" y="135592"/>
                  </a:lnTo>
                  <a:lnTo>
                    <a:pt x="6466047" y="151930"/>
                  </a:lnTo>
                  <a:lnTo>
                    <a:pt x="6410785" y="169039"/>
                  </a:lnTo>
                  <a:lnTo>
                    <a:pt x="6354986" y="186710"/>
                  </a:lnTo>
                  <a:lnTo>
                    <a:pt x="6298867" y="204704"/>
                  </a:lnTo>
                  <a:lnTo>
                    <a:pt x="6242685" y="222760"/>
                  </a:lnTo>
                  <a:lnTo>
                    <a:pt x="6186705" y="240615"/>
                  </a:lnTo>
                  <a:lnTo>
                    <a:pt x="6131168" y="258016"/>
                  </a:lnTo>
                  <a:lnTo>
                    <a:pt x="6076254" y="274739"/>
                  </a:lnTo>
                  <a:lnTo>
                    <a:pt x="6022055" y="290597"/>
                  </a:lnTo>
                  <a:lnTo>
                    <a:pt x="5968551" y="305447"/>
                  </a:lnTo>
                  <a:lnTo>
                    <a:pt x="5915592" y="319197"/>
                  </a:lnTo>
                  <a:lnTo>
                    <a:pt x="5862878" y="331800"/>
                  </a:lnTo>
                  <a:lnTo>
                    <a:pt x="5809937" y="343254"/>
                  </a:lnTo>
                  <a:lnTo>
                    <a:pt x="5784835" y="348242"/>
                  </a:lnTo>
                  <a:lnTo>
                    <a:pt x="5735140" y="357246"/>
                  </a:lnTo>
                  <a:lnTo>
                    <a:pt x="5683726" y="365333"/>
                  </a:lnTo>
                  <a:lnTo>
                    <a:pt x="5629764" y="372550"/>
                  </a:lnTo>
                  <a:lnTo>
                    <a:pt x="5572335" y="378981"/>
                  </a:lnTo>
                  <a:lnTo>
                    <a:pt x="5510500" y="384714"/>
                  </a:lnTo>
                  <a:lnTo>
                    <a:pt x="5443392" y="389838"/>
                  </a:lnTo>
                  <a:lnTo>
                    <a:pt x="5370316" y="394429"/>
                  </a:lnTo>
                  <a:lnTo>
                    <a:pt x="5290896" y="398548"/>
                  </a:lnTo>
                  <a:lnTo>
                    <a:pt x="5205253" y="402239"/>
                  </a:lnTo>
                  <a:lnTo>
                    <a:pt x="5114234" y="405527"/>
                  </a:lnTo>
                  <a:lnTo>
                    <a:pt x="5019613" y="408422"/>
                  </a:lnTo>
                  <a:lnTo>
                    <a:pt x="4924226" y="410922"/>
                  </a:lnTo>
                  <a:lnTo>
                    <a:pt x="4831897" y="413018"/>
                  </a:lnTo>
                  <a:lnTo>
                    <a:pt x="4747075" y="414701"/>
                  </a:lnTo>
                  <a:lnTo>
                    <a:pt x="4674146" y="415979"/>
                  </a:lnTo>
                  <a:lnTo>
                    <a:pt x="4616550" y="416875"/>
                  </a:lnTo>
                  <a:lnTo>
                    <a:pt x="4575944" y="417441"/>
                  </a:lnTo>
                  <a:lnTo>
                    <a:pt x="4551709" y="417744"/>
                  </a:lnTo>
                  <a:lnTo>
                    <a:pt x="4540906" y="417866"/>
                  </a:lnTo>
                  <a:lnTo>
                    <a:pt x="4538543" y="417890"/>
                  </a:lnTo>
                  <a:lnTo>
                    <a:pt x="4016409" y="417890"/>
                  </a:lnTo>
                  <a:lnTo>
                    <a:pt x="4015471" y="417976"/>
                  </a:lnTo>
                  <a:lnTo>
                    <a:pt x="4009297" y="418585"/>
                  </a:lnTo>
                  <a:lnTo>
                    <a:pt x="3993711" y="420268"/>
                  </a:lnTo>
                  <a:lnTo>
                    <a:pt x="3965792" y="423582"/>
                  </a:lnTo>
                  <a:lnTo>
                    <a:pt x="3924080" y="429044"/>
                  </a:lnTo>
                  <a:lnTo>
                    <a:pt x="3868690" y="437079"/>
                  </a:lnTo>
                  <a:lnTo>
                    <a:pt x="3801195" y="447981"/>
                  </a:lnTo>
                  <a:lnTo>
                    <a:pt x="3724272" y="461903"/>
                  </a:lnTo>
                  <a:lnTo>
                    <a:pt x="3641179" y="478874"/>
                  </a:lnTo>
                  <a:lnTo>
                    <a:pt x="3555215" y="498851"/>
                  </a:lnTo>
                  <a:lnTo>
                    <a:pt x="3469302" y="521768"/>
                  </a:lnTo>
                  <a:lnTo>
                    <a:pt x="3385726" y="547586"/>
                  </a:lnTo>
                  <a:lnTo>
                    <a:pt x="3306063" y="576339"/>
                  </a:lnTo>
                  <a:lnTo>
                    <a:pt x="3231224" y="608148"/>
                  </a:lnTo>
                  <a:lnTo>
                    <a:pt x="3161566" y="643243"/>
                  </a:lnTo>
                  <a:lnTo>
                    <a:pt x="3097027" y="681957"/>
                  </a:lnTo>
                  <a:lnTo>
                    <a:pt x="3037255" y="724726"/>
                  </a:lnTo>
                  <a:lnTo>
                    <a:pt x="2981709" y="772073"/>
                  </a:lnTo>
                  <a:lnTo>
                    <a:pt x="2929744" y="824587"/>
                  </a:lnTo>
                  <a:lnTo>
                    <a:pt x="2880670" y="882878"/>
                  </a:lnTo>
                  <a:lnTo>
                    <a:pt x="2833801" y="947509"/>
                  </a:lnTo>
                  <a:lnTo>
                    <a:pt x="2788506" y="1018878"/>
                  </a:lnTo>
                  <a:lnTo>
                    <a:pt x="2770117" y="1050373"/>
                  </a:lnTo>
                  <a:lnTo>
                    <a:pt x="2737094" y="1110498"/>
                  </a:lnTo>
                  <a:lnTo>
                    <a:pt x="2704365" y="1174521"/>
                  </a:lnTo>
                  <a:lnTo>
                    <a:pt x="2671772" y="1242520"/>
                  </a:lnTo>
                  <a:lnTo>
                    <a:pt x="2639184" y="1314528"/>
                  </a:lnTo>
                  <a:lnTo>
                    <a:pt x="2606498" y="1390523"/>
                  </a:lnTo>
                  <a:lnTo>
                    <a:pt x="2573638" y="1470424"/>
                  </a:lnTo>
                  <a:lnTo>
                    <a:pt x="2540548" y="1554091"/>
                  </a:lnTo>
                  <a:lnTo>
                    <a:pt x="2507194" y="1641317"/>
                  </a:lnTo>
                  <a:lnTo>
                    <a:pt x="2473562" y="1731832"/>
                  </a:lnTo>
                  <a:lnTo>
                    <a:pt x="2439657" y="1825304"/>
                  </a:lnTo>
                  <a:lnTo>
                    <a:pt x="2405498" y="1921338"/>
                  </a:lnTo>
                  <a:lnTo>
                    <a:pt x="2371119" y="2019486"/>
                  </a:lnTo>
                  <a:lnTo>
                    <a:pt x="2336566" y="2119255"/>
                  </a:lnTo>
                  <a:lnTo>
                    <a:pt x="2301893" y="2220113"/>
                  </a:lnTo>
                  <a:lnTo>
                    <a:pt x="2267160" y="2321506"/>
                  </a:lnTo>
                  <a:lnTo>
                    <a:pt x="2232431" y="2422863"/>
                  </a:lnTo>
                  <a:lnTo>
                    <a:pt x="2197769" y="2523618"/>
                  </a:lnTo>
                  <a:lnTo>
                    <a:pt x="2163234" y="2623218"/>
                  </a:lnTo>
                  <a:lnTo>
                    <a:pt x="2128880" y="2721135"/>
                  </a:lnTo>
                  <a:lnTo>
                    <a:pt x="2094750" y="2816880"/>
                  </a:lnTo>
                  <a:lnTo>
                    <a:pt x="2060878" y="2910013"/>
                  </a:lnTo>
                  <a:lnTo>
                    <a:pt x="2027280" y="3000145"/>
                  </a:lnTo>
                  <a:lnTo>
                    <a:pt x="1993960" y="3086951"/>
                  </a:lnTo>
                  <a:lnTo>
                    <a:pt x="1960899" y="3170170"/>
                  </a:lnTo>
                  <a:lnTo>
                    <a:pt x="1928064" y="3249603"/>
                  </a:lnTo>
                  <a:lnTo>
                    <a:pt x="1895395" y="3325116"/>
                  </a:lnTo>
                  <a:lnTo>
                    <a:pt x="1862812" y="3396637"/>
                  </a:lnTo>
                  <a:lnTo>
                    <a:pt x="1830209" y="3464150"/>
                  </a:lnTo>
                  <a:lnTo>
                    <a:pt x="1797454" y="3527694"/>
                  </a:lnTo>
                  <a:lnTo>
                    <a:pt x="1768425" y="3580306"/>
                  </a:lnTo>
                  <a:lnTo>
                    <a:pt x="1723620" y="3654504"/>
                  </a:lnTo>
                  <a:lnTo>
                    <a:pt x="1677473" y="3721886"/>
                  </a:lnTo>
                  <a:lnTo>
                    <a:pt x="1629391" y="3782735"/>
                  </a:lnTo>
                  <a:lnTo>
                    <a:pt x="1578705" y="3837563"/>
                  </a:lnTo>
                  <a:lnTo>
                    <a:pt x="1524721" y="3886972"/>
                  </a:lnTo>
                  <a:lnTo>
                    <a:pt x="1466769" y="3931566"/>
                  </a:lnTo>
                  <a:lnTo>
                    <a:pt x="1404256" y="3971897"/>
                  </a:lnTo>
                  <a:lnTo>
                    <a:pt x="1336741" y="4008442"/>
                  </a:lnTo>
                  <a:lnTo>
                    <a:pt x="1264026" y="4041575"/>
                  </a:lnTo>
                  <a:lnTo>
                    <a:pt x="1186281" y="4071570"/>
                  </a:lnTo>
                  <a:lnTo>
                    <a:pt x="1104172" y="4098593"/>
                  </a:lnTo>
                  <a:lnTo>
                    <a:pt x="1018987" y="4122710"/>
                  </a:lnTo>
                  <a:lnTo>
                    <a:pt x="932723" y="4143909"/>
                  </a:lnTo>
                  <a:lnTo>
                    <a:pt x="848057" y="4162131"/>
                  </a:lnTo>
                  <a:lnTo>
                    <a:pt x="768175" y="4177314"/>
                  </a:lnTo>
                  <a:lnTo>
                    <a:pt x="696414" y="4189454"/>
                  </a:lnTo>
                  <a:lnTo>
                    <a:pt x="635756" y="4198646"/>
                  </a:lnTo>
                  <a:lnTo>
                    <a:pt x="588288" y="4205127"/>
                  </a:lnTo>
                  <a:lnTo>
                    <a:pt x="554756" y="4209271"/>
                  </a:lnTo>
                  <a:lnTo>
                    <a:pt x="534348" y="4211561"/>
                  </a:lnTo>
                  <a:lnTo>
                    <a:pt x="524723" y="4212546"/>
                  </a:lnTo>
                  <a:lnTo>
                    <a:pt x="522133" y="4212789"/>
                  </a:lnTo>
                  <a:lnTo>
                    <a:pt x="0" y="4212789"/>
                  </a:lnTo>
                  <a:close/>
                </a:path>
              </a:pathLst>
            </a:custGeom>
            <a:solidFill>
              <a:srgbClr val="8BC34A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1509" name="pl1509"/>
            <p:cNvSpPr/>
            <p:nvPr/>
          </p:nvSpPr>
          <p:spPr>
            <a:xfrm>
              <a:off x="386606" y="739418"/>
              <a:ext cx="8554953" cy="4212789"/>
            </a:xfrm>
            <a:custGeom>
              <a:avLst/>
              <a:pathLst>
                <a:path w="8554953" h="4212789">
                  <a:moveTo>
                    <a:pt x="0" y="4212789"/>
                  </a:moveTo>
                  <a:lnTo>
                    <a:pt x="522133" y="4212789"/>
                  </a:lnTo>
                  <a:lnTo>
                    <a:pt x="523071" y="4212704"/>
                  </a:lnTo>
                  <a:lnTo>
                    <a:pt x="529245" y="4212095"/>
                  </a:lnTo>
                  <a:lnTo>
                    <a:pt x="544831" y="4210412"/>
                  </a:lnTo>
                  <a:lnTo>
                    <a:pt x="572750" y="4207098"/>
                  </a:lnTo>
                  <a:lnTo>
                    <a:pt x="614462" y="4201635"/>
                  </a:lnTo>
                  <a:lnTo>
                    <a:pt x="669853" y="4193600"/>
                  </a:lnTo>
                  <a:lnTo>
                    <a:pt x="737347" y="4182698"/>
                  </a:lnTo>
                  <a:lnTo>
                    <a:pt x="814270" y="4168777"/>
                  </a:lnTo>
                  <a:lnTo>
                    <a:pt x="897363" y="4151805"/>
                  </a:lnTo>
                  <a:lnTo>
                    <a:pt x="983327" y="4131828"/>
                  </a:lnTo>
                  <a:lnTo>
                    <a:pt x="1069240" y="4108912"/>
                  </a:lnTo>
                  <a:lnTo>
                    <a:pt x="1152817" y="4083093"/>
                  </a:lnTo>
                  <a:lnTo>
                    <a:pt x="1232479" y="4054341"/>
                  </a:lnTo>
                  <a:lnTo>
                    <a:pt x="1307318" y="4022531"/>
                  </a:lnTo>
                  <a:lnTo>
                    <a:pt x="1376977" y="3987436"/>
                  </a:lnTo>
                  <a:lnTo>
                    <a:pt x="1441515" y="3948722"/>
                  </a:lnTo>
                  <a:lnTo>
                    <a:pt x="1501287" y="3905953"/>
                  </a:lnTo>
                  <a:lnTo>
                    <a:pt x="1556833" y="3858606"/>
                  </a:lnTo>
                  <a:lnTo>
                    <a:pt x="1608798" y="3806092"/>
                  </a:lnTo>
                  <a:lnTo>
                    <a:pt x="1657873" y="3747801"/>
                  </a:lnTo>
                  <a:lnTo>
                    <a:pt x="1704742" y="3683171"/>
                  </a:lnTo>
                  <a:lnTo>
                    <a:pt x="1750036" y="3611801"/>
                  </a:lnTo>
                  <a:lnTo>
                    <a:pt x="1768425" y="3580306"/>
                  </a:lnTo>
                  <a:lnTo>
                    <a:pt x="1801448" y="3520181"/>
                  </a:lnTo>
                  <a:lnTo>
                    <a:pt x="1834177" y="3456159"/>
                  </a:lnTo>
                  <a:lnTo>
                    <a:pt x="1866770" y="3388159"/>
                  </a:lnTo>
                  <a:lnTo>
                    <a:pt x="1899358" y="3316151"/>
                  </a:lnTo>
                  <a:lnTo>
                    <a:pt x="1932044" y="3240156"/>
                  </a:lnTo>
                  <a:lnTo>
                    <a:pt x="1964904" y="3160255"/>
                  </a:lnTo>
                  <a:lnTo>
                    <a:pt x="1997995" y="3076589"/>
                  </a:lnTo>
                  <a:lnTo>
                    <a:pt x="2031348" y="2989363"/>
                  </a:lnTo>
                  <a:lnTo>
                    <a:pt x="2064980" y="2898847"/>
                  </a:lnTo>
                  <a:lnTo>
                    <a:pt x="2098885" y="2805376"/>
                  </a:lnTo>
                  <a:lnTo>
                    <a:pt x="2133044" y="2709342"/>
                  </a:lnTo>
                  <a:lnTo>
                    <a:pt x="2167423" y="2611193"/>
                  </a:lnTo>
                  <a:lnTo>
                    <a:pt x="2201976" y="2511424"/>
                  </a:lnTo>
                  <a:lnTo>
                    <a:pt x="2236649" y="2410566"/>
                  </a:lnTo>
                  <a:lnTo>
                    <a:pt x="2271382" y="2309174"/>
                  </a:lnTo>
                  <a:lnTo>
                    <a:pt x="2306111" y="2207816"/>
                  </a:lnTo>
                  <a:lnTo>
                    <a:pt x="2340773" y="2107061"/>
                  </a:lnTo>
                  <a:lnTo>
                    <a:pt x="2375308" y="2007461"/>
                  </a:lnTo>
                  <a:lnTo>
                    <a:pt x="2409662" y="1909544"/>
                  </a:lnTo>
                  <a:lnTo>
                    <a:pt x="2443792" y="1813799"/>
                  </a:lnTo>
                  <a:lnTo>
                    <a:pt x="2477664" y="1720667"/>
                  </a:lnTo>
                  <a:lnTo>
                    <a:pt x="2511262" y="1630534"/>
                  </a:lnTo>
                  <a:lnTo>
                    <a:pt x="2544583" y="1543728"/>
                  </a:lnTo>
                  <a:lnTo>
                    <a:pt x="2577643" y="1460509"/>
                  </a:lnTo>
                  <a:lnTo>
                    <a:pt x="2610479" y="1381077"/>
                  </a:lnTo>
                  <a:lnTo>
                    <a:pt x="2643148" y="1305564"/>
                  </a:lnTo>
                  <a:lnTo>
                    <a:pt x="2675730" y="1234043"/>
                  </a:lnTo>
                  <a:lnTo>
                    <a:pt x="2708333" y="1166529"/>
                  </a:lnTo>
                  <a:lnTo>
                    <a:pt x="2741088" y="1102985"/>
                  </a:lnTo>
                  <a:lnTo>
                    <a:pt x="2770117" y="1050373"/>
                  </a:lnTo>
                  <a:lnTo>
                    <a:pt x="2814923" y="976175"/>
                  </a:lnTo>
                  <a:lnTo>
                    <a:pt x="2861069" y="908793"/>
                  </a:lnTo>
                  <a:lnTo>
                    <a:pt x="2909151" y="847944"/>
                  </a:lnTo>
                  <a:lnTo>
                    <a:pt x="2959837" y="793116"/>
                  </a:lnTo>
                  <a:lnTo>
                    <a:pt x="3013821" y="743707"/>
                  </a:lnTo>
                  <a:lnTo>
                    <a:pt x="3071773" y="699114"/>
                  </a:lnTo>
                  <a:lnTo>
                    <a:pt x="3134286" y="658782"/>
                  </a:lnTo>
                  <a:lnTo>
                    <a:pt x="3201802" y="622238"/>
                  </a:lnTo>
                  <a:lnTo>
                    <a:pt x="3274516" y="589104"/>
                  </a:lnTo>
                  <a:lnTo>
                    <a:pt x="3352261" y="559109"/>
                  </a:lnTo>
                  <a:lnTo>
                    <a:pt x="3434370" y="532087"/>
                  </a:lnTo>
                  <a:lnTo>
                    <a:pt x="3519555" y="507970"/>
                  </a:lnTo>
                  <a:lnTo>
                    <a:pt x="3605819" y="486770"/>
                  </a:lnTo>
                  <a:lnTo>
                    <a:pt x="3690485" y="468549"/>
                  </a:lnTo>
                  <a:lnTo>
                    <a:pt x="3770367" y="453365"/>
                  </a:lnTo>
                  <a:lnTo>
                    <a:pt x="3842129" y="441226"/>
                  </a:lnTo>
                  <a:lnTo>
                    <a:pt x="3902786" y="432033"/>
                  </a:lnTo>
                  <a:lnTo>
                    <a:pt x="3950254" y="425552"/>
                  </a:lnTo>
                  <a:lnTo>
                    <a:pt x="3983786" y="421409"/>
                  </a:lnTo>
                  <a:lnTo>
                    <a:pt x="4004194" y="419118"/>
                  </a:lnTo>
                  <a:lnTo>
                    <a:pt x="4013819" y="418133"/>
                  </a:lnTo>
                  <a:lnTo>
                    <a:pt x="4016341" y="417896"/>
                  </a:lnTo>
                  <a:lnTo>
                    <a:pt x="4016409" y="417890"/>
                  </a:lnTo>
                  <a:lnTo>
                    <a:pt x="4538543" y="417890"/>
                  </a:lnTo>
                  <a:lnTo>
                    <a:pt x="4539810" y="417877"/>
                  </a:lnTo>
                  <a:lnTo>
                    <a:pt x="4548092" y="417786"/>
                  </a:lnTo>
                  <a:lnTo>
                    <a:pt x="4568800" y="417533"/>
                  </a:lnTo>
                  <a:lnTo>
                    <a:pt x="4605385" y="417037"/>
                  </a:lnTo>
                  <a:lnTo>
                    <a:pt x="4659029" y="416224"/>
                  </a:lnTo>
                  <a:lnTo>
                    <a:pt x="4728583" y="415040"/>
                  </a:lnTo>
                  <a:lnTo>
                    <a:pt x="4810966" y="413454"/>
                  </a:lnTo>
                  <a:lnTo>
                    <a:pt x="4901931" y="411456"/>
                  </a:lnTo>
                  <a:lnTo>
                    <a:pt x="4996971" y="409050"/>
                  </a:lnTo>
                  <a:lnTo>
                    <a:pt x="5092069" y="406248"/>
                  </a:lnTo>
                  <a:lnTo>
                    <a:pt x="5184140" y="403053"/>
                  </a:lnTo>
                  <a:lnTo>
                    <a:pt x="5271163" y="399459"/>
                  </a:lnTo>
                  <a:lnTo>
                    <a:pt x="5352091" y="395445"/>
                  </a:lnTo>
                  <a:lnTo>
                    <a:pt x="5426650" y="390971"/>
                  </a:lnTo>
                  <a:lnTo>
                    <a:pt x="5495118" y="385979"/>
                  </a:lnTo>
                  <a:lnTo>
                    <a:pt x="5558127" y="380398"/>
                  </a:lnTo>
                  <a:lnTo>
                    <a:pt x="5616516" y="374141"/>
                  </a:lnTo>
                  <a:lnTo>
                    <a:pt x="5671213" y="367117"/>
                  </a:lnTo>
                  <a:lnTo>
                    <a:pt x="5723151" y="359243"/>
                  </a:lnTo>
                  <a:lnTo>
                    <a:pt x="5773187" y="350457"/>
                  </a:lnTo>
                  <a:lnTo>
                    <a:pt x="5784835" y="348242"/>
                  </a:lnTo>
                  <a:lnTo>
                    <a:pt x="5838100" y="337317"/>
                  </a:lnTo>
                  <a:lnTo>
                    <a:pt x="5890850" y="325255"/>
                  </a:lnTo>
                  <a:lnTo>
                    <a:pt x="5943647" y="312040"/>
                  </a:lnTo>
                  <a:lnTo>
                    <a:pt x="5996867" y="297697"/>
                  </a:lnTo>
                  <a:lnTo>
                    <a:pt x="6050730" y="282298"/>
                  </a:lnTo>
                  <a:lnTo>
                    <a:pt x="6105314" y="265960"/>
                  </a:lnTo>
                  <a:lnTo>
                    <a:pt x="6160577" y="248851"/>
                  </a:lnTo>
                  <a:lnTo>
                    <a:pt x="6216376" y="231179"/>
                  </a:lnTo>
                  <a:lnTo>
                    <a:pt x="6272495" y="213185"/>
                  </a:lnTo>
                  <a:lnTo>
                    <a:pt x="6328677" y="195129"/>
                  </a:lnTo>
                  <a:lnTo>
                    <a:pt x="6384657" y="177275"/>
                  </a:lnTo>
                  <a:lnTo>
                    <a:pt x="6440194" y="159874"/>
                  </a:lnTo>
                  <a:lnTo>
                    <a:pt x="6495108" y="143151"/>
                  </a:lnTo>
                  <a:lnTo>
                    <a:pt x="6549307" y="127293"/>
                  </a:lnTo>
                  <a:lnTo>
                    <a:pt x="6602811" y="112443"/>
                  </a:lnTo>
                  <a:lnTo>
                    <a:pt x="6655770" y="98692"/>
                  </a:lnTo>
                  <a:lnTo>
                    <a:pt x="6708484" y="86089"/>
                  </a:lnTo>
                  <a:lnTo>
                    <a:pt x="6761425" y="74635"/>
                  </a:lnTo>
                  <a:lnTo>
                    <a:pt x="6786527" y="69648"/>
                  </a:lnTo>
                  <a:lnTo>
                    <a:pt x="6836222" y="60643"/>
                  </a:lnTo>
                  <a:lnTo>
                    <a:pt x="6887636" y="52557"/>
                  </a:lnTo>
                  <a:lnTo>
                    <a:pt x="6941598" y="45339"/>
                  </a:lnTo>
                  <a:lnTo>
                    <a:pt x="6999027" y="38909"/>
                  </a:lnTo>
                  <a:lnTo>
                    <a:pt x="7060862" y="33176"/>
                  </a:lnTo>
                  <a:lnTo>
                    <a:pt x="7127970" y="28051"/>
                  </a:lnTo>
                  <a:lnTo>
                    <a:pt x="7201045" y="23460"/>
                  </a:lnTo>
                  <a:lnTo>
                    <a:pt x="7280466" y="19341"/>
                  </a:lnTo>
                  <a:lnTo>
                    <a:pt x="7366109" y="15651"/>
                  </a:lnTo>
                  <a:lnTo>
                    <a:pt x="7457128" y="12363"/>
                  </a:lnTo>
                  <a:lnTo>
                    <a:pt x="7551749" y="9467"/>
                  </a:lnTo>
                  <a:lnTo>
                    <a:pt x="7647136" y="6967"/>
                  </a:lnTo>
                  <a:lnTo>
                    <a:pt x="7739465" y="4872"/>
                  </a:lnTo>
                  <a:lnTo>
                    <a:pt x="7824287" y="3188"/>
                  </a:lnTo>
                  <a:lnTo>
                    <a:pt x="7897216" y="1911"/>
                  </a:lnTo>
                  <a:lnTo>
                    <a:pt x="7954812" y="1014"/>
                  </a:lnTo>
                  <a:lnTo>
                    <a:pt x="7995418" y="449"/>
                  </a:lnTo>
                  <a:lnTo>
                    <a:pt x="8019653" y="146"/>
                  </a:lnTo>
                  <a:lnTo>
                    <a:pt x="8030456" y="24"/>
                  </a:lnTo>
                  <a:lnTo>
                    <a:pt x="8032802" y="0"/>
                  </a:lnTo>
                  <a:lnTo>
                    <a:pt x="8032819" y="0"/>
                  </a:lnTo>
                  <a:lnTo>
                    <a:pt x="8554953" y="0"/>
                  </a:lnTo>
                  <a:lnTo>
                    <a:pt x="8554953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510" name="pl1510"/>
            <p:cNvSpPr/>
            <p:nvPr/>
          </p:nvSpPr>
          <p:spPr>
            <a:xfrm>
              <a:off x="386606" y="733771"/>
              <a:ext cx="8554953" cy="4212789"/>
            </a:xfrm>
            <a:custGeom>
              <a:avLst/>
              <a:pathLst>
                <a:path w="8554953" h="4212789">
                  <a:moveTo>
                    <a:pt x="8554953" y="0"/>
                  </a:moveTo>
                  <a:lnTo>
                    <a:pt x="8032819" y="0"/>
                  </a:lnTo>
                  <a:lnTo>
                    <a:pt x="8031552" y="12"/>
                  </a:lnTo>
                  <a:lnTo>
                    <a:pt x="8023270" y="104"/>
                  </a:lnTo>
                  <a:lnTo>
                    <a:pt x="8002562" y="357"/>
                  </a:lnTo>
                  <a:lnTo>
                    <a:pt x="7965977" y="853"/>
                  </a:lnTo>
                  <a:lnTo>
                    <a:pt x="7912333" y="1666"/>
                  </a:lnTo>
                  <a:lnTo>
                    <a:pt x="7842779" y="2850"/>
                  </a:lnTo>
                  <a:lnTo>
                    <a:pt x="7760396" y="4436"/>
                  </a:lnTo>
                  <a:lnTo>
                    <a:pt x="7669431" y="6434"/>
                  </a:lnTo>
                  <a:lnTo>
                    <a:pt x="7574391" y="8839"/>
                  </a:lnTo>
                  <a:lnTo>
                    <a:pt x="7479293" y="11642"/>
                  </a:lnTo>
                  <a:lnTo>
                    <a:pt x="7387222" y="14837"/>
                  </a:lnTo>
                  <a:lnTo>
                    <a:pt x="7300199" y="18430"/>
                  </a:lnTo>
                  <a:lnTo>
                    <a:pt x="7219271" y="22444"/>
                  </a:lnTo>
                  <a:lnTo>
                    <a:pt x="7144712" y="26919"/>
                  </a:lnTo>
                  <a:lnTo>
                    <a:pt x="7076244" y="31910"/>
                  </a:lnTo>
                  <a:lnTo>
                    <a:pt x="7013235" y="37492"/>
                  </a:lnTo>
                  <a:lnTo>
                    <a:pt x="6954846" y="43749"/>
                  </a:lnTo>
                  <a:lnTo>
                    <a:pt x="6900149" y="50772"/>
                  </a:lnTo>
                  <a:lnTo>
                    <a:pt x="6848211" y="58647"/>
                  </a:lnTo>
                  <a:lnTo>
                    <a:pt x="6798175" y="67433"/>
                  </a:lnTo>
                  <a:lnTo>
                    <a:pt x="6786527" y="69648"/>
                  </a:lnTo>
                  <a:lnTo>
                    <a:pt x="6733262" y="80573"/>
                  </a:lnTo>
                  <a:lnTo>
                    <a:pt x="6680512" y="92635"/>
                  </a:lnTo>
                  <a:lnTo>
                    <a:pt x="6627715" y="105849"/>
                  </a:lnTo>
                  <a:lnTo>
                    <a:pt x="6574495" y="120192"/>
                  </a:lnTo>
                  <a:lnTo>
                    <a:pt x="6520632" y="135592"/>
                  </a:lnTo>
                  <a:lnTo>
                    <a:pt x="6466047" y="151930"/>
                  </a:lnTo>
                  <a:lnTo>
                    <a:pt x="6410785" y="169039"/>
                  </a:lnTo>
                  <a:lnTo>
                    <a:pt x="6354986" y="186710"/>
                  </a:lnTo>
                  <a:lnTo>
                    <a:pt x="6298867" y="204704"/>
                  </a:lnTo>
                  <a:lnTo>
                    <a:pt x="6242685" y="222760"/>
                  </a:lnTo>
                  <a:lnTo>
                    <a:pt x="6186705" y="240615"/>
                  </a:lnTo>
                  <a:lnTo>
                    <a:pt x="6131168" y="258016"/>
                  </a:lnTo>
                  <a:lnTo>
                    <a:pt x="6076254" y="274739"/>
                  </a:lnTo>
                  <a:lnTo>
                    <a:pt x="6022055" y="290597"/>
                  </a:lnTo>
                  <a:lnTo>
                    <a:pt x="5968551" y="305447"/>
                  </a:lnTo>
                  <a:lnTo>
                    <a:pt x="5915592" y="319197"/>
                  </a:lnTo>
                  <a:lnTo>
                    <a:pt x="5862878" y="331800"/>
                  </a:lnTo>
                  <a:lnTo>
                    <a:pt x="5809937" y="343254"/>
                  </a:lnTo>
                  <a:lnTo>
                    <a:pt x="5784835" y="348242"/>
                  </a:lnTo>
                  <a:lnTo>
                    <a:pt x="5735140" y="357246"/>
                  </a:lnTo>
                  <a:lnTo>
                    <a:pt x="5683726" y="365333"/>
                  </a:lnTo>
                  <a:lnTo>
                    <a:pt x="5629764" y="372550"/>
                  </a:lnTo>
                  <a:lnTo>
                    <a:pt x="5572335" y="378981"/>
                  </a:lnTo>
                  <a:lnTo>
                    <a:pt x="5510500" y="384714"/>
                  </a:lnTo>
                  <a:lnTo>
                    <a:pt x="5443392" y="389838"/>
                  </a:lnTo>
                  <a:lnTo>
                    <a:pt x="5370316" y="394429"/>
                  </a:lnTo>
                  <a:lnTo>
                    <a:pt x="5290896" y="398548"/>
                  </a:lnTo>
                  <a:lnTo>
                    <a:pt x="5205253" y="402239"/>
                  </a:lnTo>
                  <a:lnTo>
                    <a:pt x="5114234" y="405527"/>
                  </a:lnTo>
                  <a:lnTo>
                    <a:pt x="5019613" y="408422"/>
                  </a:lnTo>
                  <a:lnTo>
                    <a:pt x="4924226" y="410922"/>
                  </a:lnTo>
                  <a:lnTo>
                    <a:pt x="4831897" y="413018"/>
                  </a:lnTo>
                  <a:lnTo>
                    <a:pt x="4747075" y="414701"/>
                  </a:lnTo>
                  <a:lnTo>
                    <a:pt x="4674146" y="415979"/>
                  </a:lnTo>
                  <a:lnTo>
                    <a:pt x="4616550" y="416875"/>
                  </a:lnTo>
                  <a:lnTo>
                    <a:pt x="4575944" y="417441"/>
                  </a:lnTo>
                  <a:lnTo>
                    <a:pt x="4551709" y="417744"/>
                  </a:lnTo>
                  <a:lnTo>
                    <a:pt x="4540906" y="417866"/>
                  </a:lnTo>
                  <a:lnTo>
                    <a:pt x="4538560" y="417890"/>
                  </a:lnTo>
                  <a:lnTo>
                    <a:pt x="4538543" y="417890"/>
                  </a:lnTo>
                  <a:lnTo>
                    <a:pt x="4016409" y="417890"/>
                  </a:lnTo>
                  <a:lnTo>
                    <a:pt x="4015471" y="417976"/>
                  </a:lnTo>
                  <a:lnTo>
                    <a:pt x="4009297" y="418585"/>
                  </a:lnTo>
                  <a:lnTo>
                    <a:pt x="3993711" y="420268"/>
                  </a:lnTo>
                  <a:lnTo>
                    <a:pt x="3965792" y="423582"/>
                  </a:lnTo>
                  <a:lnTo>
                    <a:pt x="3924080" y="429044"/>
                  </a:lnTo>
                  <a:lnTo>
                    <a:pt x="3868690" y="437079"/>
                  </a:lnTo>
                  <a:lnTo>
                    <a:pt x="3801195" y="447981"/>
                  </a:lnTo>
                  <a:lnTo>
                    <a:pt x="3724272" y="461903"/>
                  </a:lnTo>
                  <a:lnTo>
                    <a:pt x="3641179" y="478874"/>
                  </a:lnTo>
                  <a:lnTo>
                    <a:pt x="3555215" y="498851"/>
                  </a:lnTo>
                  <a:lnTo>
                    <a:pt x="3469302" y="521768"/>
                  </a:lnTo>
                  <a:lnTo>
                    <a:pt x="3385726" y="547586"/>
                  </a:lnTo>
                  <a:lnTo>
                    <a:pt x="3306063" y="576339"/>
                  </a:lnTo>
                  <a:lnTo>
                    <a:pt x="3231224" y="608148"/>
                  </a:lnTo>
                  <a:lnTo>
                    <a:pt x="3161566" y="643243"/>
                  </a:lnTo>
                  <a:lnTo>
                    <a:pt x="3097027" y="681957"/>
                  </a:lnTo>
                  <a:lnTo>
                    <a:pt x="3037255" y="724726"/>
                  </a:lnTo>
                  <a:lnTo>
                    <a:pt x="2981709" y="772073"/>
                  </a:lnTo>
                  <a:lnTo>
                    <a:pt x="2929744" y="824587"/>
                  </a:lnTo>
                  <a:lnTo>
                    <a:pt x="2880670" y="882878"/>
                  </a:lnTo>
                  <a:lnTo>
                    <a:pt x="2833801" y="947509"/>
                  </a:lnTo>
                  <a:lnTo>
                    <a:pt x="2788506" y="1018878"/>
                  </a:lnTo>
                  <a:lnTo>
                    <a:pt x="2770117" y="1050373"/>
                  </a:lnTo>
                  <a:lnTo>
                    <a:pt x="2737094" y="1110498"/>
                  </a:lnTo>
                  <a:lnTo>
                    <a:pt x="2704365" y="1174521"/>
                  </a:lnTo>
                  <a:lnTo>
                    <a:pt x="2671772" y="1242520"/>
                  </a:lnTo>
                  <a:lnTo>
                    <a:pt x="2639184" y="1314528"/>
                  </a:lnTo>
                  <a:lnTo>
                    <a:pt x="2606498" y="1390523"/>
                  </a:lnTo>
                  <a:lnTo>
                    <a:pt x="2573638" y="1470424"/>
                  </a:lnTo>
                  <a:lnTo>
                    <a:pt x="2540548" y="1554091"/>
                  </a:lnTo>
                  <a:lnTo>
                    <a:pt x="2507194" y="1641317"/>
                  </a:lnTo>
                  <a:lnTo>
                    <a:pt x="2473562" y="1731832"/>
                  </a:lnTo>
                  <a:lnTo>
                    <a:pt x="2439657" y="1825304"/>
                  </a:lnTo>
                  <a:lnTo>
                    <a:pt x="2405498" y="1921338"/>
                  </a:lnTo>
                  <a:lnTo>
                    <a:pt x="2371119" y="2019486"/>
                  </a:lnTo>
                  <a:lnTo>
                    <a:pt x="2336566" y="2119255"/>
                  </a:lnTo>
                  <a:lnTo>
                    <a:pt x="2301893" y="2220113"/>
                  </a:lnTo>
                  <a:lnTo>
                    <a:pt x="2267160" y="2321506"/>
                  </a:lnTo>
                  <a:lnTo>
                    <a:pt x="2232431" y="2422863"/>
                  </a:lnTo>
                  <a:lnTo>
                    <a:pt x="2197769" y="2523618"/>
                  </a:lnTo>
                  <a:lnTo>
                    <a:pt x="2163234" y="2623218"/>
                  </a:lnTo>
                  <a:lnTo>
                    <a:pt x="2128880" y="2721135"/>
                  </a:lnTo>
                  <a:lnTo>
                    <a:pt x="2094750" y="2816880"/>
                  </a:lnTo>
                  <a:lnTo>
                    <a:pt x="2060878" y="2910013"/>
                  </a:lnTo>
                  <a:lnTo>
                    <a:pt x="2027280" y="3000145"/>
                  </a:lnTo>
                  <a:lnTo>
                    <a:pt x="1993960" y="3086951"/>
                  </a:lnTo>
                  <a:lnTo>
                    <a:pt x="1960899" y="3170170"/>
                  </a:lnTo>
                  <a:lnTo>
                    <a:pt x="1928064" y="3249603"/>
                  </a:lnTo>
                  <a:lnTo>
                    <a:pt x="1895395" y="3325116"/>
                  </a:lnTo>
                  <a:lnTo>
                    <a:pt x="1862812" y="3396637"/>
                  </a:lnTo>
                  <a:lnTo>
                    <a:pt x="1830209" y="3464150"/>
                  </a:lnTo>
                  <a:lnTo>
                    <a:pt x="1797454" y="3527694"/>
                  </a:lnTo>
                  <a:lnTo>
                    <a:pt x="1768425" y="3580306"/>
                  </a:lnTo>
                  <a:lnTo>
                    <a:pt x="1723620" y="3654504"/>
                  </a:lnTo>
                  <a:lnTo>
                    <a:pt x="1677473" y="3721886"/>
                  </a:lnTo>
                  <a:lnTo>
                    <a:pt x="1629391" y="3782735"/>
                  </a:lnTo>
                  <a:lnTo>
                    <a:pt x="1578705" y="3837563"/>
                  </a:lnTo>
                  <a:lnTo>
                    <a:pt x="1524721" y="3886972"/>
                  </a:lnTo>
                  <a:lnTo>
                    <a:pt x="1466769" y="3931566"/>
                  </a:lnTo>
                  <a:lnTo>
                    <a:pt x="1404256" y="3971897"/>
                  </a:lnTo>
                  <a:lnTo>
                    <a:pt x="1336741" y="4008442"/>
                  </a:lnTo>
                  <a:lnTo>
                    <a:pt x="1264026" y="4041575"/>
                  </a:lnTo>
                  <a:lnTo>
                    <a:pt x="1186281" y="4071570"/>
                  </a:lnTo>
                  <a:lnTo>
                    <a:pt x="1104172" y="4098593"/>
                  </a:lnTo>
                  <a:lnTo>
                    <a:pt x="1018987" y="4122710"/>
                  </a:lnTo>
                  <a:lnTo>
                    <a:pt x="932723" y="4143909"/>
                  </a:lnTo>
                  <a:lnTo>
                    <a:pt x="848057" y="4162131"/>
                  </a:lnTo>
                  <a:lnTo>
                    <a:pt x="768175" y="4177314"/>
                  </a:lnTo>
                  <a:lnTo>
                    <a:pt x="696414" y="4189454"/>
                  </a:lnTo>
                  <a:lnTo>
                    <a:pt x="635756" y="4198646"/>
                  </a:lnTo>
                  <a:lnTo>
                    <a:pt x="588288" y="4205127"/>
                  </a:lnTo>
                  <a:lnTo>
                    <a:pt x="554756" y="4209271"/>
                  </a:lnTo>
                  <a:lnTo>
                    <a:pt x="534348" y="4211561"/>
                  </a:lnTo>
                  <a:lnTo>
                    <a:pt x="524723" y="4212546"/>
                  </a:lnTo>
                  <a:lnTo>
                    <a:pt x="522201" y="4212783"/>
                  </a:lnTo>
                  <a:lnTo>
                    <a:pt x="522133" y="4212789"/>
                  </a:lnTo>
                  <a:lnTo>
                    <a:pt x="0" y="4212789"/>
                  </a:lnTo>
                  <a:lnTo>
                    <a:pt x="0" y="4212789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511" name="pg1511"/>
            <p:cNvSpPr/>
            <p:nvPr/>
          </p:nvSpPr>
          <p:spPr>
            <a:xfrm>
              <a:off x="386606" y="2139917"/>
              <a:ext cx="8554953" cy="2840527"/>
            </a:xfrm>
            <a:custGeom>
              <a:avLst/>
              <a:pathLst>
                <a:path w="8554953" h="2840527">
                  <a:moveTo>
                    <a:pt x="0" y="2840527"/>
                  </a:moveTo>
                  <a:lnTo>
                    <a:pt x="522133" y="2840527"/>
                  </a:lnTo>
                  <a:lnTo>
                    <a:pt x="523283" y="2840448"/>
                  </a:lnTo>
                  <a:lnTo>
                    <a:pt x="530822" y="2839886"/>
                  </a:lnTo>
                  <a:lnTo>
                    <a:pt x="549731" y="2838334"/>
                  </a:lnTo>
                  <a:lnTo>
                    <a:pt x="583297" y="2835282"/>
                  </a:lnTo>
                  <a:lnTo>
                    <a:pt x="632833" y="2830274"/>
                  </a:lnTo>
                  <a:lnTo>
                    <a:pt x="697591" y="2822954"/>
                  </a:lnTo>
                  <a:lnTo>
                    <a:pt x="775039" y="2813104"/>
                  </a:lnTo>
                  <a:lnTo>
                    <a:pt x="861477" y="2800641"/>
                  </a:lnTo>
                  <a:lnTo>
                    <a:pt x="952798" y="2785577"/>
                  </a:lnTo>
                  <a:lnTo>
                    <a:pt x="1045183" y="2767971"/>
                  </a:lnTo>
                  <a:lnTo>
                    <a:pt x="1135552" y="2747870"/>
                  </a:lnTo>
                  <a:lnTo>
                    <a:pt x="1221749" y="2725262"/>
                  </a:lnTo>
                  <a:lnTo>
                    <a:pt x="1302515" y="2700048"/>
                  </a:lnTo>
                  <a:lnTo>
                    <a:pt x="1377347" y="2672031"/>
                  </a:lnTo>
                  <a:lnTo>
                    <a:pt x="1446303" y="2640904"/>
                  </a:lnTo>
                  <a:lnTo>
                    <a:pt x="1509826" y="2606264"/>
                  </a:lnTo>
                  <a:lnTo>
                    <a:pt x="1568601" y="2567622"/>
                  </a:lnTo>
                  <a:lnTo>
                    <a:pt x="1623436" y="2524431"/>
                  </a:lnTo>
                  <a:lnTo>
                    <a:pt x="1675183" y="2476133"/>
                  </a:lnTo>
                  <a:lnTo>
                    <a:pt x="1724671" y="2422248"/>
                  </a:lnTo>
                  <a:lnTo>
                    <a:pt x="1768425" y="2368047"/>
                  </a:lnTo>
                  <a:lnTo>
                    <a:pt x="1805647" y="2317180"/>
                  </a:lnTo>
                  <a:lnTo>
                    <a:pt x="1842520" y="2262598"/>
                  </a:lnTo>
                  <a:lnTo>
                    <a:pt x="1879267" y="2204225"/>
                  </a:lnTo>
                  <a:lnTo>
                    <a:pt x="1916060" y="2142046"/>
                  </a:lnTo>
                  <a:lnTo>
                    <a:pt x="1953031" y="2076112"/>
                  </a:lnTo>
                  <a:lnTo>
                    <a:pt x="1990272" y="2006546"/>
                  </a:lnTo>
                  <a:lnTo>
                    <a:pt x="2027839" y="1933548"/>
                  </a:lnTo>
                  <a:lnTo>
                    <a:pt x="2065758" y="1857395"/>
                  </a:lnTo>
                  <a:lnTo>
                    <a:pt x="2104025" y="1778442"/>
                  </a:lnTo>
                  <a:lnTo>
                    <a:pt x="2142609" y="1697116"/>
                  </a:lnTo>
                  <a:lnTo>
                    <a:pt x="2181458" y="1613909"/>
                  </a:lnTo>
                  <a:lnTo>
                    <a:pt x="2220501" y="1529364"/>
                  </a:lnTo>
                  <a:lnTo>
                    <a:pt x="2259656" y="1444065"/>
                  </a:lnTo>
                  <a:lnTo>
                    <a:pt x="2298834" y="1358615"/>
                  </a:lnTo>
                  <a:lnTo>
                    <a:pt x="2337943" y="1273625"/>
                  </a:lnTo>
                  <a:lnTo>
                    <a:pt x="2376896" y="1189691"/>
                  </a:lnTo>
                  <a:lnTo>
                    <a:pt x="2415618" y="1107377"/>
                  </a:lnTo>
                  <a:lnTo>
                    <a:pt x="2454045" y="1027202"/>
                  </a:lnTo>
                  <a:lnTo>
                    <a:pt x="2492137" y="949626"/>
                  </a:lnTo>
                  <a:lnTo>
                    <a:pt x="2529876" y="875040"/>
                  </a:lnTo>
                  <a:lnTo>
                    <a:pt x="2567272" y="803759"/>
                  </a:lnTo>
                  <a:lnTo>
                    <a:pt x="2604366" y="736022"/>
                  </a:lnTo>
                  <a:lnTo>
                    <a:pt x="2641233" y="671990"/>
                  </a:lnTo>
                  <a:lnTo>
                    <a:pt x="2677983" y="611747"/>
                  </a:lnTo>
                  <a:lnTo>
                    <a:pt x="2714770" y="555311"/>
                  </a:lnTo>
                  <a:lnTo>
                    <a:pt x="2751790" y="502634"/>
                  </a:lnTo>
                  <a:lnTo>
                    <a:pt x="2770117" y="478127"/>
                  </a:lnTo>
                  <a:lnTo>
                    <a:pt x="2818186" y="418915"/>
                  </a:lnTo>
                  <a:lnTo>
                    <a:pt x="2867842" y="365541"/>
                  </a:lnTo>
                  <a:lnTo>
                    <a:pt x="2919829" y="317717"/>
                  </a:lnTo>
                  <a:lnTo>
                    <a:pt x="2974978" y="274951"/>
                  </a:lnTo>
                  <a:lnTo>
                    <a:pt x="3034142" y="236685"/>
                  </a:lnTo>
                  <a:lnTo>
                    <a:pt x="3098123" y="202376"/>
                  </a:lnTo>
                  <a:lnTo>
                    <a:pt x="3167586" y="171539"/>
                  </a:lnTo>
                  <a:lnTo>
                    <a:pt x="3242948" y="143781"/>
                  </a:lnTo>
                  <a:lnTo>
                    <a:pt x="3324225" y="118805"/>
                  </a:lnTo>
                  <a:lnTo>
                    <a:pt x="3410855" y="96422"/>
                  </a:lnTo>
                  <a:lnTo>
                    <a:pt x="3501504" y="76541"/>
                  </a:lnTo>
                  <a:lnTo>
                    <a:pt x="3593932" y="59158"/>
                  </a:lnTo>
                  <a:lnTo>
                    <a:pt x="3684983" y="44322"/>
                  </a:lnTo>
                  <a:lnTo>
                    <a:pt x="3770789" y="32091"/>
                  </a:lnTo>
                  <a:lnTo>
                    <a:pt x="3847250" y="22471"/>
                  </a:lnTo>
                  <a:lnTo>
                    <a:pt x="3910739" y="15367"/>
                  </a:lnTo>
                  <a:lnTo>
                    <a:pt x="3958860" y="10548"/>
                  </a:lnTo>
                  <a:lnTo>
                    <a:pt x="3991044" y="7648"/>
                  </a:lnTo>
                  <a:lnTo>
                    <a:pt x="4008786" y="6205"/>
                  </a:lnTo>
                  <a:lnTo>
                    <a:pt x="4015534" y="5706"/>
                  </a:lnTo>
                  <a:lnTo>
                    <a:pt x="4016409" y="5647"/>
                  </a:lnTo>
                  <a:lnTo>
                    <a:pt x="4538543" y="5647"/>
                  </a:lnTo>
                  <a:lnTo>
                    <a:pt x="4539800" y="5673"/>
                  </a:lnTo>
                  <a:lnTo>
                    <a:pt x="4548023" y="5861"/>
                  </a:lnTo>
                  <a:lnTo>
                    <a:pt x="4568586" y="6379"/>
                  </a:lnTo>
                  <a:lnTo>
                    <a:pt x="4604929" y="7398"/>
                  </a:lnTo>
                  <a:lnTo>
                    <a:pt x="4658245" y="9066"/>
                  </a:lnTo>
                  <a:lnTo>
                    <a:pt x="4727420" y="11497"/>
                  </a:lnTo>
                  <a:lnTo>
                    <a:pt x="4809417" y="14754"/>
                  </a:lnTo>
                  <a:lnTo>
                    <a:pt x="4900032" y="18859"/>
                  </a:lnTo>
                  <a:lnTo>
                    <a:pt x="4994790" y="23801"/>
                  </a:lnTo>
                  <a:lnTo>
                    <a:pt x="5089687" y="29562"/>
                  </a:lnTo>
                  <a:lnTo>
                    <a:pt x="5181636" y="36129"/>
                  </a:lnTo>
                  <a:lnTo>
                    <a:pt x="5268605" y="43515"/>
                  </a:lnTo>
                  <a:lnTo>
                    <a:pt x="5349528" y="51765"/>
                  </a:lnTo>
                  <a:lnTo>
                    <a:pt x="5424114" y="60958"/>
                  </a:lnTo>
                  <a:lnTo>
                    <a:pt x="5492621" y="71211"/>
                  </a:lnTo>
                  <a:lnTo>
                    <a:pt x="5555669" y="82671"/>
                  </a:lnTo>
                  <a:lnTo>
                    <a:pt x="5614085" y="95513"/>
                  </a:lnTo>
                  <a:lnTo>
                    <a:pt x="5668786" y="109924"/>
                  </a:lnTo>
                  <a:lnTo>
                    <a:pt x="5720702" y="126078"/>
                  </a:lnTo>
                  <a:lnTo>
                    <a:pt x="5770686" y="144103"/>
                  </a:lnTo>
                  <a:lnTo>
                    <a:pt x="5784835" y="149650"/>
                  </a:lnTo>
                  <a:lnTo>
                    <a:pt x="5835379" y="171019"/>
                  </a:lnTo>
                  <a:lnTo>
                    <a:pt x="5885431" y="194501"/>
                  </a:lnTo>
                  <a:lnTo>
                    <a:pt x="5935482" y="220129"/>
                  </a:lnTo>
                  <a:lnTo>
                    <a:pt x="5985873" y="247869"/>
                  </a:lnTo>
                  <a:lnTo>
                    <a:pt x="6036813" y="277610"/>
                  </a:lnTo>
                  <a:lnTo>
                    <a:pt x="6088396" y="309162"/>
                  </a:lnTo>
                  <a:lnTo>
                    <a:pt x="6140613" y="342255"/>
                  </a:lnTo>
                  <a:lnTo>
                    <a:pt x="6193368" y="376542"/>
                  </a:lnTo>
                  <a:lnTo>
                    <a:pt x="6246498" y="411620"/>
                  </a:lnTo>
                  <a:lnTo>
                    <a:pt x="6299795" y="447040"/>
                  </a:lnTo>
                  <a:lnTo>
                    <a:pt x="6353031" y="482336"/>
                  </a:lnTo>
                  <a:lnTo>
                    <a:pt x="6405986" y="517049"/>
                  </a:lnTo>
                  <a:lnTo>
                    <a:pt x="6458472" y="550750"/>
                  </a:lnTo>
                  <a:lnTo>
                    <a:pt x="6510360" y="583066"/>
                  </a:lnTo>
                  <a:lnTo>
                    <a:pt x="6561598" y="613688"/>
                  </a:lnTo>
                  <a:lnTo>
                    <a:pt x="6612229" y="642388"/>
                  </a:lnTo>
                  <a:lnTo>
                    <a:pt x="6662406" y="669018"/>
                  </a:lnTo>
                  <a:lnTo>
                    <a:pt x="6712406" y="693510"/>
                  </a:lnTo>
                  <a:lnTo>
                    <a:pt x="6762646" y="715865"/>
                  </a:lnTo>
                  <a:lnTo>
                    <a:pt x="6786527" y="725661"/>
                  </a:lnTo>
                  <a:lnTo>
                    <a:pt x="6836094" y="744234"/>
                  </a:lnTo>
                  <a:lnTo>
                    <a:pt x="6887370" y="760918"/>
                  </a:lnTo>
                  <a:lnTo>
                    <a:pt x="6941176" y="775814"/>
                  </a:lnTo>
                  <a:lnTo>
                    <a:pt x="6998425" y="789089"/>
                  </a:lnTo>
                  <a:lnTo>
                    <a:pt x="7060048" y="800928"/>
                  </a:lnTo>
                  <a:lnTo>
                    <a:pt x="7126907" y="811513"/>
                  </a:lnTo>
                  <a:lnTo>
                    <a:pt x="7199695" y="820998"/>
                  </a:lnTo>
                  <a:lnTo>
                    <a:pt x="7278794" y="829510"/>
                  </a:lnTo>
                  <a:lnTo>
                    <a:pt x="7364092" y="837139"/>
                  </a:lnTo>
                  <a:lnTo>
                    <a:pt x="7454769" y="843939"/>
                  </a:lnTo>
                  <a:lnTo>
                    <a:pt x="7549086" y="849933"/>
                  </a:lnTo>
                  <a:lnTo>
                    <a:pt x="7644260" y="855113"/>
                  </a:lnTo>
                  <a:lnTo>
                    <a:pt x="7736519" y="859461"/>
                  </a:lnTo>
                  <a:lnTo>
                    <a:pt x="7821459" y="862962"/>
                  </a:lnTo>
                  <a:lnTo>
                    <a:pt x="7894708" y="865626"/>
                  </a:lnTo>
                  <a:lnTo>
                    <a:pt x="7952804" y="867504"/>
                  </a:lnTo>
                  <a:lnTo>
                    <a:pt x="7994019" y="868696"/>
                  </a:lnTo>
                  <a:lnTo>
                    <a:pt x="8018870" y="869342"/>
                  </a:lnTo>
                  <a:lnTo>
                    <a:pt x="8030177" y="869607"/>
                  </a:lnTo>
                  <a:lnTo>
                    <a:pt x="8032819" y="869664"/>
                  </a:lnTo>
                  <a:lnTo>
                    <a:pt x="8554953" y="869664"/>
                  </a:lnTo>
                  <a:lnTo>
                    <a:pt x="8554953" y="864017"/>
                  </a:lnTo>
                  <a:lnTo>
                    <a:pt x="8032819" y="864017"/>
                  </a:lnTo>
                  <a:lnTo>
                    <a:pt x="8031562" y="863990"/>
                  </a:lnTo>
                  <a:lnTo>
                    <a:pt x="8023339" y="863803"/>
                  </a:lnTo>
                  <a:lnTo>
                    <a:pt x="8002776" y="863284"/>
                  </a:lnTo>
                  <a:lnTo>
                    <a:pt x="7966433" y="862265"/>
                  </a:lnTo>
                  <a:lnTo>
                    <a:pt x="7913117" y="860597"/>
                  </a:lnTo>
                  <a:lnTo>
                    <a:pt x="7843942" y="858167"/>
                  </a:lnTo>
                  <a:lnTo>
                    <a:pt x="7761945" y="854910"/>
                  </a:lnTo>
                  <a:lnTo>
                    <a:pt x="7671330" y="850805"/>
                  </a:lnTo>
                  <a:lnTo>
                    <a:pt x="7576572" y="845862"/>
                  </a:lnTo>
                  <a:lnTo>
                    <a:pt x="7481675" y="840102"/>
                  </a:lnTo>
                  <a:lnTo>
                    <a:pt x="7389726" y="833535"/>
                  </a:lnTo>
                  <a:lnTo>
                    <a:pt x="7302757" y="826148"/>
                  </a:lnTo>
                  <a:lnTo>
                    <a:pt x="7221834" y="817898"/>
                  </a:lnTo>
                  <a:lnTo>
                    <a:pt x="7147248" y="808705"/>
                  </a:lnTo>
                  <a:lnTo>
                    <a:pt x="7078741" y="798452"/>
                  </a:lnTo>
                  <a:lnTo>
                    <a:pt x="7015693" y="786992"/>
                  </a:lnTo>
                  <a:lnTo>
                    <a:pt x="6957277" y="774150"/>
                  </a:lnTo>
                  <a:lnTo>
                    <a:pt x="6902575" y="759740"/>
                  </a:lnTo>
                  <a:lnTo>
                    <a:pt x="6850660" y="743585"/>
                  </a:lnTo>
                  <a:lnTo>
                    <a:pt x="6800676" y="725560"/>
                  </a:lnTo>
                  <a:lnTo>
                    <a:pt x="6786527" y="720014"/>
                  </a:lnTo>
                  <a:lnTo>
                    <a:pt x="6735983" y="698645"/>
                  </a:lnTo>
                  <a:lnTo>
                    <a:pt x="6685931" y="675163"/>
                  </a:lnTo>
                  <a:lnTo>
                    <a:pt x="6635880" y="649535"/>
                  </a:lnTo>
                  <a:lnTo>
                    <a:pt x="6585489" y="621795"/>
                  </a:lnTo>
                  <a:lnTo>
                    <a:pt x="6534549" y="592053"/>
                  </a:lnTo>
                  <a:lnTo>
                    <a:pt x="6482966" y="560501"/>
                  </a:lnTo>
                  <a:lnTo>
                    <a:pt x="6430749" y="527409"/>
                  </a:lnTo>
                  <a:lnTo>
                    <a:pt x="6377994" y="493121"/>
                  </a:lnTo>
                  <a:lnTo>
                    <a:pt x="6324864" y="458043"/>
                  </a:lnTo>
                  <a:lnTo>
                    <a:pt x="6271567" y="422624"/>
                  </a:lnTo>
                  <a:lnTo>
                    <a:pt x="6218331" y="387328"/>
                  </a:lnTo>
                  <a:lnTo>
                    <a:pt x="6165376" y="352615"/>
                  </a:lnTo>
                  <a:lnTo>
                    <a:pt x="6112890" y="318913"/>
                  </a:lnTo>
                  <a:lnTo>
                    <a:pt x="6061002" y="286597"/>
                  </a:lnTo>
                  <a:lnTo>
                    <a:pt x="6009764" y="255975"/>
                  </a:lnTo>
                  <a:lnTo>
                    <a:pt x="5959133" y="227275"/>
                  </a:lnTo>
                  <a:lnTo>
                    <a:pt x="5908956" y="200645"/>
                  </a:lnTo>
                  <a:lnTo>
                    <a:pt x="5858956" y="176153"/>
                  </a:lnTo>
                  <a:lnTo>
                    <a:pt x="5808716" y="153798"/>
                  </a:lnTo>
                  <a:lnTo>
                    <a:pt x="5784835" y="144002"/>
                  </a:lnTo>
                  <a:lnTo>
                    <a:pt x="5735268" y="125430"/>
                  </a:lnTo>
                  <a:lnTo>
                    <a:pt x="5683992" y="108745"/>
                  </a:lnTo>
                  <a:lnTo>
                    <a:pt x="5630186" y="93849"/>
                  </a:lnTo>
                  <a:lnTo>
                    <a:pt x="5572937" y="80575"/>
                  </a:lnTo>
                  <a:lnTo>
                    <a:pt x="5511314" y="68735"/>
                  </a:lnTo>
                  <a:lnTo>
                    <a:pt x="5444455" y="58151"/>
                  </a:lnTo>
                  <a:lnTo>
                    <a:pt x="5371667" y="48666"/>
                  </a:lnTo>
                  <a:lnTo>
                    <a:pt x="5292568" y="40154"/>
                  </a:lnTo>
                  <a:lnTo>
                    <a:pt x="5207270" y="32525"/>
                  </a:lnTo>
                  <a:lnTo>
                    <a:pt x="5116593" y="25724"/>
                  </a:lnTo>
                  <a:lnTo>
                    <a:pt x="5022276" y="19731"/>
                  </a:lnTo>
                  <a:lnTo>
                    <a:pt x="4927102" y="14551"/>
                  </a:lnTo>
                  <a:lnTo>
                    <a:pt x="4834843" y="10203"/>
                  </a:lnTo>
                  <a:lnTo>
                    <a:pt x="4749903" y="6701"/>
                  </a:lnTo>
                  <a:lnTo>
                    <a:pt x="4676654" y="4037"/>
                  </a:lnTo>
                  <a:lnTo>
                    <a:pt x="4618558" y="2159"/>
                  </a:lnTo>
                  <a:lnTo>
                    <a:pt x="4577343" y="967"/>
                  </a:lnTo>
                  <a:lnTo>
                    <a:pt x="4552491" y="321"/>
                  </a:lnTo>
                  <a:lnTo>
                    <a:pt x="4541185" y="56"/>
                  </a:lnTo>
                  <a:lnTo>
                    <a:pt x="4538543" y="0"/>
                  </a:lnTo>
                  <a:lnTo>
                    <a:pt x="4016409" y="0"/>
                  </a:lnTo>
                  <a:lnTo>
                    <a:pt x="4015259" y="78"/>
                  </a:lnTo>
                  <a:lnTo>
                    <a:pt x="4007721" y="640"/>
                  </a:lnTo>
                  <a:lnTo>
                    <a:pt x="3988811" y="2192"/>
                  </a:lnTo>
                  <a:lnTo>
                    <a:pt x="3955245" y="5244"/>
                  </a:lnTo>
                  <a:lnTo>
                    <a:pt x="3905709" y="10252"/>
                  </a:lnTo>
                  <a:lnTo>
                    <a:pt x="3840951" y="17572"/>
                  </a:lnTo>
                  <a:lnTo>
                    <a:pt x="3763503" y="27422"/>
                  </a:lnTo>
                  <a:lnTo>
                    <a:pt x="3677066" y="39885"/>
                  </a:lnTo>
                  <a:lnTo>
                    <a:pt x="3585744" y="54949"/>
                  </a:lnTo>
                  <a:lnTo>
                    <a:pt x="3493359" y="72555"/>
                  </a:lnTo>
                  <a:lnTo>
                    <a:pt x="3402990" y="92656"/>
                  </a:lnTo>
                  <a:lnTo>
                    <a:pt x="3316793" y="115264"/>
                  </a:lnTo>
                  <a:lnTo>
                    <a:pt x="3236027" y="140478"/>
                  </a:lnTo>
                  <a:lnTo>
                    <a:pt x="3161195" y="168495"/>
                  </a:lnTo>
                  <a:lnTo>
                    <a:pt x="3092240" y="199622"/>
                  </a:lnTo>
                  <a:lnTo>
                    <a:pt x="3028716" y="234262"/>
                  </a:lnTo>
                  <a:lnTo>
                    <a:pt x="2969941" y="272904"/>
                  </a:lnTo>
                  <a:lnTo>
                    <a:pt x="2915106" y="316096"/>
                  </a:lnTo>
                  <a:lnTo>
                    <a:pt x="2863359" y="364393"/>
                  </a:lnTo>
                  <a:lnTo>
                    <a:pt x="2813872" y="418278"/>
                  </a:lnTo>
                  <a:lnTo>
                    <a:pt x="2770117" y="472479"/>
                  </a:lnTo>
                  <a:lnTo>
                    <a:pt x="2732896" y="523346"/>
                  </a:lnTo>
                  <a:lnTo>
                    <a:pt x="2696022" y="577928"/>
                  </a:lnTo>
                  <a:lnTo>
                    <a:pt x="2659275" y="636301"/>
                  </a:lnTo>
                  <a:lnTo>
                    <a:pt x="2622482" y="698480"/>
                  </a:lnTo>
                  <a:lnTo>
                    <a:pt x="2585511" y="764414"/>
                  </a:lnTo>
                  <a:lnTo>
                    <a:pt x="2548271" y="833980"/>
                  </a:lnTo>
                  <a:lnTo>
                    <a:pt x="2510703" y="906979"/>
                  </a:lnTo>
                  <a:lnTo>
                    <a:pt x="2472784" y="983132"/>
                  </a:lnTo>
                  <a:lnTo>
                    <a:pt x="2434517" y="1062084"/>
                  </a:lnTo>
                  <a:lnTo>
                    <a:pt x="2395933" y="1143410"/>
                  </a:lnTo>
                  <a:lnTo>
                    <a:pt x="2357085" y="1226617"/>
                  </a:lnTo>
                  <a:lnTo>
                    <a:pt x="2318042" y="1311162"/>
                  </a:lnTo>
                  <a:lnTo>
                    <a:pt x="2278886" y="1396462"/>
                  </a:lnTo>
                  <a:lnTo>
                    <a:pt x="2239709" y="1481911"/>
                  </a:lnTo>
                  <a:lnTo>
                    <a:pt x="2200600" y="1566901"/>
                  </a:lnTo>
                  <a:lnTo>
                    <a:pt x="2161646" y="1650835"/>
                  </a:lnTo>
                  <a:lnTo>
                    <a:pt x="2122924" y="1733149"/>
                  </a:lnTo>
                  <a:lnTo>
                    <a:pt x="2084497" y="1813324"/>
                  </a:lnTo>
                  <a:lnTo>
                    <a:pt x="2046405" y="1890900"/>
                  </a:lnTo>
                  <a:lnTo>
                    <a:pt x="2008666" y="1965486"/>
                  </a:lnTo>
                  <a:lnTo>
                    <a:pt x="1971270" y="2036767"/>
                  </a:lnTo>
                  <a:lnTo>
                    <a:pt x="1934176" y="2104504"/>
                  </a:lnTo>
                  <a:lnTo>
                    <a:pt x="1897309" y="2168536"/>
                  </a:lnTo>
                  <a:lnTo>
                    <a:pt x="1860559" y="2228779"/>
                  </a:lnTo>
                  <a:lnTo>
                    <a:pt x="1823772" y="2285215"/>
                  </a:lnTo>
                  <a:lnTo>
                    <a:pt x="1786752" y="2337892"/>
                  </a:lnTo>
                  <a:lnTo>
                    <a:pt x="1768425" y="2362399"/>
                  </a:lnTo>
                  <a:lnTo>
                    <a:pt x="1720356" y="2421611"/>
                  </a:lnTo>
                  <a:lnTo>
                    <a:pt x="1670700" y="2474985"/>
                  </a:lnTo>
                  <a:lnTo>
                    <a:pt x="1618713" y="2522809"/>
                  </a:lnTo>
                  <a:lnTo>
                    <a:pt x="1563564" y="2565575"/>
                  </a:lnTo>
                  <a:lnTo>
                    <a:pt x="1504400" y="2603841"/>
                  </a:lnTo>
                  <a:lnTo>
                    <a:pt x="1440420" y="2638151"/>
                  </a:lnTo>
                  <a:lnTo>
                    <a:pt x="1370957" y="2668987"/>
                  </a:lnTo>
                  <a:lnTo>
                    <a:pt x="1295595" y="2696745"/>
                  </a:lnTo>
                  <a:lnTo>
                    <a:pt x="1214317" y="2721721"/>
                  </a:lnTo>
                  <a:lnTo>
                    <a:pt x="1127687" y="2744105"/>
                  </a:lnTo>
                  <a:lnTo>
                    <a:pt x="1037039" y="2763985"/>
                  </a:lnTo>
                  <a:lnTo>
                    <a:pt x="944610" y="2781368"/>
                  </a:lnTo>
                  <a:lnTo>
                    <a:pt x="853559" y="2796204"/>
                  </a:lnTo>
                  <a:lnTo>
                    <a:pt x="767754" y="2808435"/>
                  </a:lnTo>
                  <a:lnTo>
                    <a:pt x="691292" y="2818055"/>
                  </a:lnTo>
                  <a:lnTo>
                    <a:pt x="627803" y="2825159"/>
                  </a:lnTo>
                  <a:lnTo>
                    <a:pt x="579682" y="2829979"/>
                  </a:lnTo>
                  <a:lnTo>
                    <a:pt x="547498" y="2832878"/>
                  </a:lnTo>
                  <a:lnTo>
                    <a:pt x="529756" y="2834321"/>
                  </a:lnTo>
                  <a:lnTo>
                    <a:pt x="523008" y="2834820"/>
                  </a:lnTo>
                  <a:lnTo>
                    <a:pt x="522133" y="2834879"/>
                  </a:lnTo>
                  <a:lnTo>
                    <a:pt x="0" y="2834879"/>
                  </a:lnTo>
                  <a:close/>
                </a:path>
              </a:pathLst>
            </a:custGeom>
            <a:solidFill>
              <a:srgbClr val="8BC34A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1512" name="pl1512"/>
            <p:cNvSpPr/>
            <p:nvPr/>
          </p:nvSpPr>
          <p:spPr>
            <a:xfrm>
              <a:off x="386606" y="2145564"/>
              <a:ext cx="8554953" cy="2834879"/>
            </a:xfrm>
            <a:custGeom>
              <a:avLst/>
              <a:pathLst>
                <a:path w="8554953" h="2834879">
                  <a:moveTo>
                    <a:pt x="0" y="2834879"/>
                  </a:moveTo>
                  <a:lnTo>
                    <a:pt x="522133" y="2834879"/>
                  </a:lnTo>
                  <a:lnTo>
                    <a:pt x="523283" y="2834801"/>
                  </a:lnTo>
                  <a:lnTo>
                    <a:pt x="530822" y="2834239"/>
                  </a:lnTo>
                  <a:lnTo>
                    <a:pt x="549731" y="2832687"/>
                  </a:lnTo>
                  <a:lnTo>
                    <a:pt x="583297" y="2829635"/>
                  </a:lnTo>
                  <a:lnTo>
                    <a:pt x="632833" y="2824627"/>
                  </a:lnTo>
                  <a:lnTo>
                    <a:pt x="697591" y="2817307"/>
                  </a:lnTo>
                  <a:lnTo>
                    <a:pt x="775039" y="2807457"/>
                  </a:lnTo>
                  <a:lnTo>
                    <a:pt x="861477" y="2794993"/>
                  </a:lnTo>
                  <a:lnTo>
                    <a:pt x="952798" y="2779930"/>
                  </a:lnTo>
                  <a:lnTo>
                    <a:pt x="1045183" y="2762324"/>
                  </a:lnTo>
                  <a:lnTo>
                    <a:pt x="1135552" y="2742223"/>
                  </a:lnTo>
                  <a:lnTo>
                    <a:pt x="1221749" y="2719614"/>
                  </a:lnTo>
                  <a:lnTo>
                    <a:pt x="1302515" y="2694401"/>
                  </a:lnTo>
                  <a:lnTo>
                    <a:pt x="1377347" y="2666384"/>
                  </a:lnTo>
                  <a:lnTo>
                    <a:pt x="1446303" y="2635257"/>
                  </a:lnTo>
                  <a:lnTo>
                    <a:pt x="1509826" y="2600617"/>
                  </a:lnTo>
                  <a:lnTo>
                    <a:pt x="1568601" y="2561975"/>
                  </a:lnTo>
                  <a:lnTo>
                    <a:pt x="1623436" y="2518783"/>
                  </a:lnTo>
                  <a:lnTo>
                    <a:pt x="1675183" y="2470485"/>
                  </a:lnTo>
                  <a:lnTo>
                    <a:pt x="1724671" y="2416601"/>
                  </a:lnTo>
                  <a:lnTo>
                    <a:pt x="1768425" y="2362399"/>
                  </a:lnTo>
                  <a:lnTo>
                    <a:pt x="1805647" y="2311533"/>
                  </a:lnTo>
                  <a:lnTo>
                    <a:pt x="1842520" y="2256951"/>
                  </a:lnTo>
                  <a:lnTo>
                    <a:pt x="1879267" y="2198578"/>
                  </a:lnTo>
                  <a:lnTo>
                    <a:pt x="1916060" y="2136399"/>
                  </a:lnTo>
                  <a:lnTo>
                    <a:pt x="1953031" y="2070465"/>
                  </a:lnTo>
                  <a:lnTo>
                    <a:pt x="1990272" y="2000899"/>
                  </a:lnTo>
                  <a:lnTo>
                    <a:pt x="2027839" y="1927900"/>
                  </a:lnTo>
                  <a:lnTo>
                    <a:pt x="2065758" y="1851747"/>
                  </a:lnTo>
                  <a:lnTo>
                    <a:pt x="2104025" y="1772795"/>
                  </a:lnTo>
                  <a:lnTo>
                    <a:pt x="2142609" y="1691469"/>
                  </a:lnTo>
                  <a:lnTo>
                    <a:pt x="2181458" y="1608262"/>
                  </a:lnTo>
                  <a:lnTo>
                    <a:pt x="2220501" y="1523717"/>
                  </a:lnTo>
                  <a:lnTo>
                    <a:pt x="2259656" y="1438417"/>
                  </a:lnTo>
                  <a:lnTo>
                    <a:pt x="2298834" y="1352968"/>
                  </a:lnTo>
                  <a:lnTo>
                    <a:pt x="2337943" y="1267978"/>
                  </a:lnTo>
                  <a:lnTo>
                    <a:pt x="2376896" y="1184044"/>
                  </a:lnTo>
                  <a:lnTo>
                    <a:pt x="2415618" y="1101730"/>
                  </a:lnTo>
                  <a:lnTo>
                    <a:pt x="2454045" y="1021555"/>
                  </a:lnTo>
                  <a:lnTo>
                    <a:pt x="2492137" y="943979"/>
                  </a:lnTo>
                  <a:lnTo>
                    <a:pt x="2529876" y="869393"/>
                  </a:lnTo>
                  <a:lnTo>
                    <a:pt x="2567272" y="798112"/>
                  </a:lnTo>
                  <a:lnTo>
                    <a:pt x="2604366" y="730375"/>
                  </a:lnTo>
                  <a:lnTo>
                    <a:pt x="2641233" y="666343"/>
                  </a:lnTo>
                  <a:lnTo>
                    <a:pt x="2677983" y="606100"/>
                  </a:lnTo>
                  <a:lnTo>
                    <a:pt x="2714770" y="549664"/>
                  </a:lnTo>
                  <a:lnTo>
                    <a:pt x="2751790" y="496986"/>
                  </a:lnTo>
                  <a:lnTo>
                    <a:pt x="2770117" y="472479"/>
                  </a:lnTo>
                  <a:lnTo>
                    <a:pt x="2818186" y="413268"/>
                  </a:lnTo>
                  <a:lnTo>
                    <a:pt x="2867842" y="359894"/>
                  </a:lnTo>
                  <a:lnTo>
                    <a:pt x="2919829" y="312070"/>
                  </a:lnTo>
                  <a:lnTo>
                    <a:pt x="2974978" y="269304"/>
                  </a:lnTo>
                  <a:lnTo>
                    <a:pt x="3034142" y="231038"/>
                  </a:lnTo>
                  <a:lnTo>
                    <a:pt x="3098123" y="196728"/>
                  </a:lnTo>
                  <a:lnTo>
                    <a:pt x="3167586" y="165892"/>
                  </a:lnTo>
                  <a:lnTo>
                    <a:pt x="3242948" y="138134"/>
                  </a:lnTo>
                  <a:lnTo>
                    <a:pt x="3324225" y="113158"/>
                  </a:lnTo>
                  <a:lnTo>
                    <a:pt x="3410855" y="90774"/>
                  </a:lnTo>
                  <a:lnTo>
                    <a:pt x="3501504" y="70894"/>
                  </a:lnTo>
                  <a:lnTo>
                    <a:pt x="3593932" y="53511"/>
                  </a:lnTo>
                  <a:lnTo>
                    <a:pt x="3684983" y="38675"/>
                  </a:lnTo>
                  <a:lnTo>
                    <a:pt x="3770789" y="26444"/>
                  </a:lnTo>
                  <a:lnTo>
                    <a:pt x="3847250" y="16824"/>
                  </a:lnTo>
                  <a:lnTo>
                    <a:pt x="3910739" y="9719"/>
                  </a:lnTo>
                  <a:lnTo>
                    <a:pt x="3958860" y="4900"/>
                  </a:lnTo>
                  <a:lnTo>
                    <a:pt x="3991044" y="2001"/>
                  </a:lnTo>
                  <a:lnTo>
                    <a:pt x="4008786" y="557"/>
                  </a:lnTo>
                  <a:lnTo>
                    <a:pt x="4015534" y="59"/>
                  </a:lnTo>
                  <a:lnTo>
                    <a:pt x="4016409" y="0"/>
                  </a:lnTo>
                  <a:lnTo>
                    <a:pt x="4538543" y="0"/>
                  </a:lnTo>
                  <a:lnTo>
                    <a:pt x="4539800" y="26"/>
                  </a:lnTo>
                  <a:lnTo>
                    <a:pt x="4548023" y="213"/>
                  </a:lnTo>
                  <a:lnTo>
                    <a:pt x="4568586" y="732"/>
                  </a:lnTo>
                  <a:lnTo>
                    <a:pt x="4604929" y="1751"/>
                  </a:lnTo>
                  <a:lnTo>
                    <a:pt x="4658245" y="3419"/>
                  </a:lnTo>
                  <a:lnTo>
                    <a:pt x="4727420" y="5849"/>
                  </a:lnTo>
                  <a:lnTo>
                    <a:pt x="4809417" y="9107"/>
                  </a:lnTo>
                  <a:lnTo>
                    <a:pt x="4900032" y="13211"/>
                  </a:lnTo>
                  <a:lnTo>
                    <a:pt x="4994790" y="18154"/>
                  </a:lnTo>
                  <a:lnTo>
                    <a:pt x="5089687" y="23914"/>
                  </a:lnTo>
                  <a:lnTo>
                    <a:pt x="5181636" y="30482"/>
                  </a:lnTo>
                  <a:lnTo>
                    <a:pt x="5268605" y="37868"/>
                  </a:lnTo>
                  <a:lnTo>
                    <a:pt x="5349528" y="46118"/>
                  </a:lnTo>
                  <a:lnTo>
                    <a:pt x="5424114" y="55311"/>
                  </a:lnTo>
                  <a:lnTo>
                    <a:pt x="5492621" y="65564"/>
                  </a:lnTo>
                  <a:lnTo>
                    <a:pt x="5555669" y="77024"/>
                  </a:lnTo>
                  <a:lnTo>
                    <a:pt x="5614085" y="89866"/>
                  </a:lnTo>
                  <a:lnTo>
                    <a:pt x="5668786" y="104276"/>
                  </a:lnTo>
                  <a:lnTo>
                    <a:pt x="5720702" y="120431"/>
                  </a:lnTo>
                  <a:lnTo>
                    <a:pt x="5770686" y="138456"/>
                  </a:lnTo>
                  <a:lnTo>
                    <a:pt x="5784835" y="144002"/>
                  </a:lnTo>
                  <a:lnTo>
                    <a:pt x="5835379" y="165372"/>
                  </a:lnTo>
                  <a:lnTo>
                    <a:pt x="5885431" y="188854"/>
                  </a:lnTo>
                  <a:lnTo>
                    <a:pt x="5935482" y="214482"/>
                  </a:lnTo>
                  <a:lnTo>
                    <a:pt x="5985873" y="242221"/>
                  </a:lnTo>
                  <a:lnTo>
                    <a:pt x="6036813" y="271963"/>
                  </a:lnTo>
                  <a:lnTo>
                    <a:pt x="6088396" y="303515"/>
                  </a:lnTo>
                  <a:lnTo>
                    <a:pt x="6140613" y="336607"/>
                  </a:lnTo>
                  <a:lnTo>
                    <a:pt x="6193368" y="370895"/>
                  </a:lnTo>
                  <a:lnTo>
                    <a:pt x="6246498" y="405973"/>
                  </a:lnTo>
                  <a:lnTo>
                    <a:pt x="6299795" y="441393"/>
                  </a:lnTo>
                  <a:lnTo>
                    <a:pt x="6353031" y="476689"/>
                  </a:lnTo>
                  <a:lnTo>
                    <a:pt x="6405986" y="511401"/>
                  </a:lnTo>
                  <a:lnTo>
                    <a:pt x="6458472" y="545103"/>
                  </a:lnTo>
                  <a:lnTo>
                    <a:pt x="6510360" y="577419"/>
                  </a:lnTo>
                  <a:lnTo>
                    <a:pt x="6561598" y="608041"/>
                  </a:lnTo>
                  <a:lnTo>
                    <a:pt x="6612229" y="636741"/>
                  </a:lnTo>
                  <a:lnTo>
                    <a:pt x="6662406" y="663371"/>
                  </a:lnTo>
                  <a:lnTo>
                    <a:pt x="6712406" y="687863"/>
                  </a:lnTo>
                  <a:lnTo>
                    <a:pt x="6762646" y="710218"/>
                  </a:lnTo>
                  <a:lnTo>
                    <a:pt x="6786527" y="720014"/>
                  </a:lnTo>
                  <a:lnTo>
                    <a:pt x="6836094" y="738586"/>
                  </a:lnTo>
                  <a:lnTo>
                    <a:pt x="6887370" y="755271"/>
                  </a:lnTo>
                  <a:lnTo>
                    <a:pt x="6941176" y="770167"/>
                  </a:lnTo>
                  <a:lnTo>
                    <a:pt x="6998425" y="783441"/>
                  </a:lnTo>
                  <a:lnTo>
                    <a:pt x="7060048" y="795281"/>
                  </a:lnTo>
                  <a:lnTo>
                    <a:pt x="7126907" y="805865"/>
                  </a:lnTo>
                  <a:lnTo>
                    <a:pt x="7199695" y="815351"/>
                  </a:lnTo>
                  <a:lnTo>
                    <a:pt x="7278794" y="823863"/>
                  </a:lnTo>
                  <a:lnTo>
                    <a:pt x="7364092" y="831492"/>
                  </a:lnTo>
                  <a:lnTo>
                    <a:pt x="7454769" y="838292"/>
                  </a:lnTo>
                  <a:lnTo>
                    <a:pt x="7549086" y="844285"/>
                  </a:lnTo>
                  <a:lnTo>
                    <a:pt x="7644260" y="849466"/>
                  </a:lnTo>
                  <a:lnTo>
                    <a:pt x="7736519" y="853814"/>
                  </a:lnTo>
                  <a:lnTo>
                    <a:pt x="7821459" y="857315"/>
                  </a:lnTo>
                  <a:lnTo>
                    <a:pt x="7894708" y="859979"/>
                  </a:lnTo>
                  <a:lnTo>
                    <a:pt x="7952804" y="861857"/>
                  </a:lnTo>
                  <a:lnTo>
                    <a:pt x="7994019" y="863049"/>
                  </a:lnTo>
                  <a:lnTo>
                    <a:pt x="8018870" y="863695"/>
                  </a:lnTo>
                  <a:lnTo>
                    <a:pt x="8030177" y="863960"/>
                  </a:lnTo>
                  <a:lnTo>
                    <a:pt x="8032788" y="864016"/>
                  </a:lnTo>
                  <a:lnTo>
                    <a:pt x="8032819" y="864017"/>
                  </a:lnTo>
                  <a:lnTo>
                    <a:pt x="8554953" y="864017"/>
                  </a:lnTo>
                  <a:lnTo>
                    <a:pt x="8554953" y="864017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513" name="pl1513"/>
            <p:cNvSpPr/>
            <p:nvPr/>
          </p:nvSpPr>
          <p:spPr>
            <a:xfrm>
              <a:off x="386606" y="2139917"/>
              <a:ext cx="8554953" cy="2834879"/>
            </a:xfrm>
            <a:custGeom>
              <a:avLst/>
              <a:pathLst>
                <a:path w="8554953" h="2834879">
                  <a:moveTo>
                    <a:pt x="8554953" y="864017"/>
                  </a:moveTo>
                  <a:lnTo>
                    <a:pt x="8032819" y="864017"/>
                  </a:lnTo>
                  <a:lnTo>
                    <a:pt x="8031562" y="863990"/>
                  </a:lnTo>
                  <a:lnTo>
                    <a:pt x="8023339" y="863803"/>
                  </a:lnTo>
                  <a:lnTo>
                    <a:pt x="8002776" y="863284"/>
                  </a:lnTo>
                  <a:lnTo>
                    <a:pt x="7966433" y="862265"/>
                  </a:lnTo>
                  <a:lnTo>
                    <a:pt x="7913117" y="860597"/>
                  </a:lnTo>
                  <a:lnTo>
                    <a:pt x="7843942" y="858167"/>
                  </a:lnTo>
                  <a:lnTo>
                    <a:pt x="7761945" y="854910"/>
                  </a:lnTo>
                  <a:lnTo>
                    <a:pt x="7671330" y="850805"/>
                  </a:lnTo>
                  <a:lnTo>
                    <a:pt x="7576572" y="845862"/>
                  </a:lnTo>
                  <a:lnTo>
                    <a:pt x="7481675" y="840102"/>
                  </a:lnTo>
                  <a:lnTo>
                    <a:pt x="7389726" y="833535"/>
                  </a:lnTo>
                  <a:lnTo>
                    <a:pt x="7302757" y="826148"/>
                  </a:lnTo>
                  <a:lnTo>
                    <a:pt x="7221834" y="817898"/>
                  </a:lnTo>
                  <a:lnTo>
                    <a:pt x="7147248" y="808705"/>
                  </a:lnTo>
                  <a:lnTo>
                    <a:pt x="7078741" y="798452"/>
                  </a:lnTo>
                  <a:lnTo>
                    <a:pt x="7015693" y="786992"/>
                  </a:lnTo>
                  <a:lnTo>
                    <a:pt x="6957277" y="774150"/>
                  </a:lnTo>
                  <a:lnTo>
                    <a:pt x="6902575" y="759740"/>
                  </a:lnTo>
                  <a:lnTo>
                    <a:pt x="6850660" y="743585"/>
                  </a:lnTo>
                  <a:lnTo>
                    <a:pt x="6800676" y="725560"/>
                  </a:lnTo>
                  <a:lnTo>
                    <a:pt x="6786527" y="720014"/>
                  </a:lnTo>
                  <a:lnTo>
                    <a:pt x="6735983" y="698645"/>
                  </a:lnTo>
                  <a:lnTo>
                    <a:pt x="6685931" y="675163"/>
                  </a:lnTo>
                  <a:lnTo>
                    <a:pt x="6635880" y="649535"/>
                  </a:lnTo>
                  <a:lnTo>
                    <a:pt x="6585489" y="621795"/>
                  </a:lnTo>
                  <a:lnTo>
                    <a:pt x="6534549" y="592053"/>
                  </a:lnTo>
                  <a:lnTo>
                    <a:pt x="6482966" y="560501"/>
                  </a:lnTo>
                  <a:lnTo>
                    <a:pt x="6430749" y="527409"/>
                  </a:lnTo>
                  <a:lnTo>
                    <a:pt x="6377994" y="493121"/>
                  </a:lnTo>
                  <a:lnTo>
                    <a:pt x="6324864" y="458043"/>
                  </a:lnTo>
                  <a:lnTo>
                    <a:pt x="6271567" y="422624"/>
                  </a:lnTo>
                  <a:lnTo>
                    <a:pt x="6218331" y="387328"/>
                  </a:lnTo>
                  <a:lnTo>
                    <a:pt x="6165376" y="352615"/>
                  </a:lnTo>
                  <a:lnTo>
                    <a:pt x="6112890" y="318913"/>
                  </a:lnTo>
                  <a:lnTo>
                    <a:pt x="6061002" y="286597"/>
                  </a:lnTo>
                  <a:lnTo>
                    <a:pt x="6009764" y="255975"/>
                  </a:lnTo>
                  <a:lnTo>
                    <a:pt x="5959133" y="227275"/>
                  </a:lnTo>
                  <a:lnTo>
                    <a:pt x="5908956" y="200645"/>
                  </a:lnTo>
                  <a:lnTo>
                    <a:pt x="5858956" y="176153"/>
                  </a:lnTo>
                  <a:lnTo>
                    <a:pt x="5808716" y="153798"/>
                  </a:lnTo>
                  <a:lnTo>
                    <a:pt x="5784835" y="144002"/>
                  </a:lnTo>
                  <a:lnTo>
                    <a:pt x="5735268" y="125430"/>
                  </a:lnTo>
                  <a:lnTo>
                    <a:pt x="5683992" y="108745"/>
                  </a:lnTo>
                  <a:lnTo>
                    <a:pt x="5630186" y="93849"/>
                  </a:lnTo>
                  <a:lnTo>
                    <a:pt x="5572937" y="80575"/>
                  </a:lnTo>
                  <a:lnTo>
                    <a:pt x="5511314" y="68735"/>
                  </a:lnTo>
                  <a:lnTo>
                    <a:pt x="5444455" y="58151"/>
                  </a:lnTo>
                  <a:lnTo>
                    <a:pt x="5371667" y="48666"/>
                  </a:lnTo>
                  <a:lnTo>
                    <a:pt x="5292568" y="40154"/>
                  </a:lnTo>
                  <a:lnTo>
                    <a:pt x="5207270" y="32525"/>
                  </a:lnTo>
                  <a:lnTo>
                    <a:pt x="5116593" y="25724"/>
                  </a:lnTo>
                  <a:lnTo>
                    <a:pt x="5022276" y="19731"/>
                  </a:lnTo>
                  <a:lnTo>
                    <a:pt x="4927102" y="14551"/>
                  </a:lnTo>
                  <a:lnTo>
                    <a:pt x="4834843" y="10203"/>
                  </a:lnTo>
                  <a:lnTo>
                    <a:pt x="4749903" y="6701"/>
                  </a:lnTo>
                  <a:lnTo>
                    <a:pt x="4676654" y="4037"/>
                  </a:lnTo>
                  <a:lnTo>
                    <a:pt x="4618558" y="2159"/>
                  </a:lnTo>
                  <a:lnTo>
                    <a:pt x="4577343" y="967"/>
                  </a:lnTo>
                  <a:lnTo>
                    <a:pt x="4552491" y="321"/>
                  </a:lnTo>
                  <a:lnTo>
                    <a:pt x="4541185" y="56"/>
                  </a:lnTo>
                  <a:lnTo>
                    <a:pt x="4538574" y="0"/>
                  </a:lnTo>
                  <a:lnTo>
                    <a:pt x="4538543" y="0"/>
                  </a:lnTo>
                  <a:lnTo>
                    <a:pt x="4016409" y="0"/>
                  </a:lnTo>
                  <a:lnTo>
                    <a:pt x="4015259" y="78"/>
                  </a:lnTo>
                  <a:lnTo>
                    <a:pt x="4007721" y="640"/>
                  </a:lnTo>
                  <a:lnTo>
                    <a:pt x="3988811" y="2192"/>
                  </a:lnTo>
                  <a:lnTo>
                    <a:pt x="3955245" y="5244"/>
                  </a:lnTo>
                  <a:lnTo>
                    <a:pt x="3905709" y="10252"/>
                  </a:lnTo>
                  <a:lnTo>
                    <a:pt x="3840951" y="17572"/>
                  </a:lnTo>
                  <a:lnTo>
                    <a:pt x="3763503" y="27422"/>
                  </a:lnTo>
                  <a:lnTo>
                    <a:pt x="3677066" y="39885"/>
                  </a:lnTo>
                  <a:lnTo>
                    <a:pt x="3585744" y="54949"/>
                  </a:lnTo>
                  <a:lnTo>
                    <a:pt x="3493359" y="72555"/>
                  </a:lnTo>
                  <a:lnTo>
                    <a:pt x="3402990" y="92656"/>
                  </a:lnTo>
                  <a:lnTo>
                    <a:pt x="3316793" y="115264"/>
                  </a:lnTo>
                  <a:lnTo>
                    <a:pt x="3236027" y="140478"/>
                  </a:lnTo>
                  <a:lnTo>
                    <a:pt x="3161195" y="168495"/>
                  </a:lnTo>
                  <a:lnTo>
                    <a:pt x="3092240" y="199622"/>
                  </a:lnTo>
                  <a:lnTo>
                    <a:pt x="3028716" y="234262"/>
                  </a:lnTo>
                  <a:lnTo>
                    <a:pt x="2969941" y="272904"/>
                  </a:lnTo>
                  <a:lnTo>
                    <a:pt x="2915106" y="316096"/>
                  </a:lnTo>
                  <a:lnTo>
                    <a:pt x="2863359" y="364393"/>
                  </a:lnTo>
                  <a:lnTo>
                    <a:pt x="2813872" y="418278"/>
                  </a:lnTo>
                  <a:lnTo>
                    <a:pt x="2770117" y="472479"/>
                  </a:lnTo>
                  <a:lnTo>
                    <a:pt x="2732896" y="523346"/>
                  </a:lnTo>
                  <a:lnTo>
                    <a:pt x="2696022" y="577928"/>
                  </a:lnTo>
                  <a:lnTo>
                    <a:pt x="2659275" y="636301"/>
                  </a:lnTo>
                  <a:lnTo>
                    <a:pt x="2622482" y="698480"/>
                  </a:lnTo>
                  <a:lnTo>
                    <a:pt x="2585511" y="764414"/>
                  </a:lnTo>
                  <a:lnTo>
                    <a:pt x="2548271" y="833980"/>
                  </a:lnTo>
                  <a:lnTo>
                    <a:pt x="2510703" y="906979"/>
                  </a:lnTo>
                  <a:lnTo>
                    <a:pt x="2472784" y="983132"/>
                  </a:lnTo>
                  <a:lnTo>
                    <a:pt x="2434517" y="1062084"/>
                  </a:lnTo>
                  <a:lnTo>
                    <a:pt x="2395933" y="1143410"/>
                  </a:lnTo>
                  <a:lnTo>
                    <a:pt x="2357085" y="1226617"/>
                  </a:lnTo>
                  <a:lnTo>
                    <a:pt x="2318042" y="1311162"/>
                  </a:lnTo>
                  <a:lnTo>
                    <a:pt x="2278886" y="1396462"/>
                  </a:lnTo>
                  <a:lnTo>
                    <a:pt x="2239709" y="1481911"/>
                  </a:lnTo>
                  <a:lnTo>
                    <a:pt x="2200600" y="1566901"/>
                  </a:lnTo>
                  <a:lnTo>
                    <a:pt x="2161646" y="1650835"/>
                  </a:lnTo>
                  <a:lnTo>
                    <a:pt x="2122924" y="1733149"/>
                  </a:lnTo>
                  <a:lnTo>
                    <a:pt x="2084497" y="1813324"/>
                  </a:lnTo>
                  <a:lnTo>
                    <a:pt x="2046405" y="1890900"/>
                  </a:lnTo>
                  <a:lnTo>
                    <a:pt x="2008666" y="1965486"/>
                  </a:lnTo>
                  <a:lnTo>
                    <a:pt x="1971270" y="2036767"/>
                  </a:lnTo>
                  <a:lnTo>
                    <a:pt x="1934176" y="2104504"/>
                  </a:lnTo>
                  <a:lnTo>
                    <a:pt x="1897309" y="2168536"/>
                  </a:lnTo>
                  <a:lnTo>
                    <a:pt x="1860559" y="2228779"/>
                  </a:lnTo>
                  <a:lnTo>
                    <a:pt x="1823772" y="2285215"/>
                  </a:lnTo>
                  <a:lnTo>
                    <a:pt x="1786752" y="2337892"/>
                  </a:lnTo>
                  <a:lnTo>
                    <a:pt x="1768425" y="2362399"/>
                  </a:lnTo>
                  <a:lnTo>
                    <a:pt x="1720356" y="2421611"/>
                  </a:lnTo>
                  <a:lnTo>
                    <a:pt x="1670700" y="2474985"/>
                  </a:lnTo>
                  <a:lnTo>
                    <a:pt x="1618713" y="2522809"/>
                  </a:lnTo>
                  <a:lnTo>
                    <a:pt x="1563564" y="2565575"/>
                  </a:lnTo>
                  <a:lnTo>
                    <a:pt x="1504400" y="2603841"/>
                  </a:lnTo>
                  <a:lnTo>
                    <a:pt x="1440420" y="2638151"/>
                  </a:lnTo>
                  <a:lnTo>
                    <a:pt x="1370957" y="2668987"/>
                  </a:lnTo>
                  <a:lnTo>
                    <a:pt x="1295595" y="2696745"/>
                  </a:lnTo>
                  <a:lnTo>
                    <a:pt x="1214317" y="2721721"/>
                  </a:lnTo>
                  <a:lnTo>
                    <a:pt x="1127687" y="2744105"/>
                  </a:lnTo>
                  <a:lnTo>
                    <a:pt x="1037039" y="2763985"/>
                  </a:lnTo>
                  <a:lnTo>
                    <a:pt x="944610" y="2781368"/>
                  </a:lnTo>
                  <a:lnTo>
                    <a:pt x="853559" y="2796204"/>
                  </a:lnTo>
                  <a:lnTo>
                    <a:pt x="767754" y="2808435"/>
                  </a:lnTo>
                  <a:lnTo>
                    <a:pt x="691292" y="2818055"/>
                  </a:lnTo>
                  <a:lnTo>
                    <a:pt x="627803" y="2825159"/>
                  </a:lnTo>
                  <a:lnTo>
                    <a:pt x="579682" y="2829979"/>
                  </a:lnTo>
                  <a:lnTo>
                    <a:pt x="547498" y="2832878"/>
                  </a:lnTo>
                  <a:lnTo>
                    <a:pt x="529756" y="2834321"/>
                  </a:lnTo>
                  <a:lnTo>
                    <a:pt x="523008" y="2834820"/>
                  </a:lnTo>
                  <a:lnTo>
                    <a:pt x="522133" y="2834879"/>
                  </a:lnTo>
                  <a:lnTo>
                    <a:pt x="0" y="2834879"/>
                  </a:lnTo>
                  <a:lnTo>
                    <a:pt x="0" y="2834879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514" name="pg1514"/>
            <p:cNvSpPr/>
            <p:nvPr/>
          </p:nvSpPr>
          <p:spPr>
            <a:xfrm>
              <a:off x="386606" y="2179447"/>
              <a:ext cx="8554953" cy="2806644"/>
            </a:xfrm>
            <a:custGeom>
              <a:avLst/>
              <a:pathLst>
                <a:path w="8554953" h="2806644">
                  <a:moveTo>
                    <a:pt x="0" y="2806644"/>
                  </a:moveTo>
                  <a:lnTo>
                    <a:pt x="522133" y="2806644"/>
                  </a:lnTo>
                  <a:lnTo>
                    <a:pt x="523286" y="2806566"/>
                  </a:lnTo>
                  <a:lnTo>
                    <a:pt x="530840" y="2806010"/>
                  </a:lnTo>
                  <a:lnTo>
                    <a:pt x="549789" y="2804472"/>
                  </a:lnTo>
                  <a:lnTo>
                    <a:pt x="583421" y="2801450"/>
                  </a:lnTo>
                  <a:lnTo>
                    <a:pt x="633048" y="2796491"/>
                  </a:lnTo>
                  <a:lnTo>
                    <a:pt x="697913" y="2789243"/>
                  </a:lnTo>
                  <a:lnTo>
                    <a:pt x="775472" y="2779491"/>
                  </a:lnTo>
                  <a:lnTo>
                    <a:pt x="862012" y="2767153"/>
                  </a:lnTo>
                  <a:lnTo>
                    <a:pt x="953420" y="2752242"/>
                  </a:lnTo>
                  <a:lnTo>
                    <a:pt x="1045870" y="2734816"/>
                  </a:lnTo>
                  <a:lnTo>
                    <a:pt x="1136281" y="2714921"/>
                  </a:lnTo>
                  <a:lnTo>
                    <a:pt x="1222499" y="2692544"/>
                  </a:lnTo>
                  <a:lnTo>
                    <a:pt x="1303272" y="2667589"/>
                  </a:lnTo>
                  <a:lnTo>
                    <a:pt x="1378099" y="2639856"/>
                  </a:lnTo>
                  <a:lnTo>
                    <a:pt x="1447044" y="2609043"/>
                  </a:lnTo>
                  <a:lnTo>
                    <a:pt x="1510556" y="2574749"/>
                  </a:lnTo>
                  <a:lnTo>
                    <a:pt x="1569321" y="2536488"/>
                  </a:lnTo>
                  <a:lnTo>
                    <a:pt x="1624151" y="2493718"/>
                  </a:lnTo>
                  <a:lnTo>
                    <a:pt x="1675900" y="2445888"/>
                  </a:lnTo>
                  <a:lnTo>
                    <a:pt x="1725398" y="2392525"/>
                  </a:lnTo>
                  <a:lnTo>
                    <a:pt x="1768425" y="2339811"/>
                  </a:lnTo>
                  <a:lnTo>
                    <a:pt x="1805820" y="2289307"/>
                  </a:lnTo>
                  <a:lnTo>
                    <a:pt x="1842865" y="2235098"/>
                  </a:lnTo>
                  <a:lnTo>
                    <a:pt x="1879784" y="2177109"/>
                  </a:lnTo>
                  <a:lnTo>
                    <a:pt x="1916752" y="2115323"/>
                  </a:lnTo>
                  <a:lnTo>
                    <a:pt x="1953901" y="2049794"/>
                  </a:lnTo>
                  <a:lnTo>
                    <a:pt x="1991325" y="1980646"/>
                  </a:lnTo>
                  <a:lnTo>
                    <a:pt x="2029079" y="1908081"/>
                  </a:lnTo>
                  <a:lnTo>
                    <a:pt x="2067189" y="1832381"/>
                  </a:lnTo>
                  <a:lnTo>
                    <a:pt x="2105648" y="1753904"/>
                  </a:lnTo>
                  <a:lnTo>
                    <a:pt x="2144426" y="1673079"/>
                  </a:lnTo>
                  <a:lnTo>
                    <a:pt x="2183469" y="1590403"/>
                  </a:lnTo>
                  <a:lnTo>
                    <a:pt x="2222703" y="1506421"/>
                  </a:lnTo>
                  <a:lnTo>
                    <a:pt x="2262046" y="1421721"/>
                  </a:lnTo>
                  <a:lnTo>
                    <a:pt x="2301406" y="1336907"/>
                  </a:lnTo>
                  <a:lnTo>
                    <a:pt x="2340690" y="1252592"/>
                  </a:lnTo>
                  <a:lnTo>
                    <a:pt x="2379812" y="1169371"/>
                  </a:lnTo>
                  <a:lnTo>
                    <a:pt x="2418694" y="1087806"/>
                  </a:lnTo>
                  <a:lnTo>
                    <a:pt x="2457276" y="1008413"/>
                  </a:lnTo>
                  <a:lnTo>
                    <a:pt x="2495516" y="931648"/>
                  </a:lnTo>
                  <a:lnTo>
                    <a:pt x="2533400" y="857896"/>
                  </a:lnTo>
                  <a:lnTo>
                    <a:pt x="2570940" y="787467"/>
                  </a:lnTo>
                  <a:lnTo>
                    <a:pt x="2608181" y="720591"/>
                  </a:lnTo>
                  <a:lnTo>
                    <a:pt x="2645202" y="657421"/>
                  </a:lnTo>
                  <a:lnTo>
                    <a:pt x="2682121" y="598036"/>
                  </a:lnTo>
                  <a:lnTo>
                    <a:pt x="2719096" y="542445"/>
                  </a:lnTo>
                  <a:lnTo>
                    <a:pt x="2756334" y="490594"/>
                  </a:lnTo>
                  <a:lnTo>
                    <a:pt x="2770117" y="472479"/>
                  </a:lnTo>
                  <a:lnTo>
                    <a:pt x="2818222" y="413934"/>
                  </a:lnTo>
                  <a:lnTo>
                    <a:pt x="2867918" y="361165"/>
                  </a:lnTo>
                  <a:lnTo>
                    <a:pt x="2919949" y="313887"/>
                  </a:lnTo>
                  <a:lnTo>
                    <a:pt x="2975149" y="271613"/>
                  </a:lnTo>
                  <a:lnTo>
                    <a:pt x="3034372" y="233790"/>
                  </a:lnTo>
                  <a:lnTo>
                    <a:pt x="3098422" y="199880"/>
                  </a:lnTo>
                  <a:lnTo>
                    <a:pt x="3167964" y="169405"/>
                  </a:lnTo>
                  <a:lnTo>
                    <a:pt x="3243417" y="141974"/>
                  </a:lnTo>
                  <a:lnTo>
                    <a:pt x="3324792" y="117295"/>
                  </a:lnTo>
                  <a:lnTo>
                    <a:pt x="3411520" y="95181"/>
                  </a:lnTo>
                  <a:lnTo>
                    <a:pt x="3502260" y="75542"/>
                  </a:lnTo>
                  <a:lnTo>
                    <a:pt x="3594761" y="58376"/>
                  </a:lnTo>
                  <a:lnTo>
                    <a:pt x="3685849" y="43730"/>
                  </a:lnTo>
                  <a:lnTo>
                    <a:pt x="3771645" y="31662"/>
                  </a:lnTo>
                  <a:lnTo>
                    <a:pt x="3848040" y="22177"/>
                  </a:lnTo>
                  <a:lnTo>
                    <a:pt x="3911409" y="15181"/>
                  </a:lnTo>
                  <a:lnTo>
                    <a:pt x="3959368" y="10442"/>
                  </a:lnTo>
                  <a:lnTo>
                    <a:pt x="3991373" y="7597"/>
                  </a:lnTo>
                  <a:lnTo>
                    <a:pt x="4008948" y="6186"/>
                  </a:lnTo>
                  <a:lnTo>
                    <a:pt x="4015576" y="5703"/>
                  </a:lnTo>
                  <a:lnTo>
                    <a:pt x="4016409" y="5647"/>
                  </a:lnTo>
                  <a:lnTo>
                    <a:pt x="4538543" y="5647"/>
                  </a:lnTo>
                  <a:lnTo>
                    <a:pt x="4539775" y="5692"/>
                  </a:lnTo>
                  <a:lnTo>
                    <a:pt x="4547835" y="6018"/>
                  </a:lnTo>
                  <a:lnTo>
                    <a:pt x="4568007" y="6917"/>
                  </a:lnTo>
                  <a:lnTo>
                    <a:pt x="4603695" y="8684"/>
                  </a:lnTo>
                  <a:lnTo>
                    <a:pt x="4656123" y="11580"/>
                  </a:lnTo>
                  <a:lnTo>
                    <a:pt x="4724268" y="15801"/>
                  </a:lnTo>
                  <a:lnTo>
                    <a:pt x="4805211" y="21464"/>
                  </a:lnTo>
                  <a:lnTo>
                    <a:pt x="4894869" y="28607"/>
                  </a:lnTo>
                  <a:lnTo>
                    <a:pt x="4988849" y="37215"/>
                  </a:lnTo>
                  <a:lnTo>
                    <a:pt x="5083187" y="47254"/>
                  </a:lnTo>
                  <a:lnTo>
                    <a:pt x="5174794" y="58702"/>
                  </a:lnTo>
                  <a:lnTo>
                    <a:pt x="5261606" y="71578"/>
                  </a:lnTo>
                  <a:lnTo>
                    <a:pt x="5342510" y="85953"/>
                  </a:lnTo>
                  <a:lnTo>
                    <a:pt x="5417163" y="101961"/>
                  </a:lnTo>
                  <a:lnTo>
                    <a:pt x="5485778" y="119798"/>
                  </a:lnTo>
                  <a:lnTo>
                    <a:pt x="5548935" y="139715"/>
                  </a:lnTo>
                  <a:lnTo>
                    <a:pt x="5607425" y="162009"/>
                  </a:lnTo>
                  <a:lnTo>
                    <a:pt x="5662145" y="187005"/>
                  </a:lnTo>
                  <a:lnTo>
                    <a:pt x="5714005" y="215013"/>
                  </a:lnTo>
                  <a:lnTo>
                    <a:pt x="5763857" y="246268"/>
                  </a:lnTo>
                  <a:lnTo>
                    <a:pt x="5784835" y="260711"/>
                  </a:lnTo>
                  <a:lnTo>
                    <a:pt x="5830305" y="294569"/>
                  </a:lnTo>
                  <a:lnTo>
                    <a:pt x="5875332" y="331443"/>
                  </a:lnTo>
                  <a:lnTo>
                    <a:pt x="5920290" y="371389"/>
                  </a:lnTo>
                  <a:lnTo>
                    <a:pt x="5965453" y="414384"/>
                  </a:lnTo>
                  <a:lnTo>
                    <a:pt x="6011005" y="460325"/>
                  </a:lnTo>
                  <a:lnTo>
                    <a:pt x="6057051" y="509011"/>
                  </a:lnTo>
                  <a:lnTo>
                    <a:pt x="6103624" y="560153"/>
                  </a:lnTo>
                  <a:lnTo>
                    <a:pt x="6150694" y="613366"/>
                  </a:lnTo>
                  <a:lnTo>
                    <a:pt x="6198179" y="668187"/>
                  </a:lnTo>
                  <a:lnTo>
                    <a:pt x="6245953" y="724083"/>
                  </a:lnTo>
                  <a:lnTo>
                    <a:pt x="6293863" y="780476"/>
                  </a:lnTo>
                  <a:lnTo>
                    <a:pt x="6341746" y="836766"/>
                  </a:lnTo>
                  <a:lnTo>
                    <a:pt x="6389437" y="892358"/>
                  </a:lnTo>
                  <a:lnTo>
                    <a:pt x="6436792" y="946686"/>
                  </a:lnTo>
                  <a:lnTo>
                    <a:pt x="6483699" y="999241"/>
                  </a:lnTo>
                  <a:lnTo>
                    <a:pt x="6530093" y="1049583"/>
                  </a:lnTo>
                  <a:lnTo>
                    <a:pt x="6575963" y="1097360"/>
                  </a:lnTo>
                  <a:lnTo>
                    <a:pt x="6621367" y="1142312"/>
                  </a:lnTo>
                  <a:lnTo>
                    <a:pt x="6666435" y="1184273"/>
                  </a:lnTo>
                  <a:lnTo>
                    <a:pt x="6711381" y="1223169"/>
                  </a:lnTo>
                  <a:lnTo>
                    <a:pt x="6756511" y="1259003"/>
                  </a:lnTo>
                  <a:lnTo>
                    <a:pt x="6786527" y="1280966"/>
                  </a:lnTo>
                  <a:lnTo>
                    <a:pt x="6835746" y="1313647"/>
                  </a:lnTo>
                  <a:lnTo>
                    <a:pt x="6886646" y="1343028"/>
                  </a:lnTo>
                  <a:lnTo>
                    <a:pt x="6940027" y="1369282"/>
                  </a:lnTo>
                  <a:lnTo>
                    <a:pt x="6996786" y="1392697"/>
                  </a:lnTo>
                  <a:lnTo>
                    <a:pt x="7057833" y="1413596"/>
                  </a:lnTo>
                  <a:lnTo>
                    <a:pt x="7124018" y="1432292"/>
                  </a:lnTo>
                  <a:lnTo>
                    <a:pt x="7196026" y="1449058"/>
                  </a:lnTo>
                  <a:lnTo>
                    <a:pt x="7274250" y="1464115"/>
                  </a:lnTo>
                  <a:lnTo>
                    <a:pt x="7358611" y="1477622"/>
                  </a:lnTo>
                  <a:lnTo>
                    <a:pt x="7448353" y="1489679"/>
                  </a:lnTo>
                  <a:lnTo>
                    <a:pt x="7541837" y="1500324"/>
                  </a:lnTo>
                  <a:lnTo>
                    <a:pt x="7636412" y="1509550"/>
                  </a:lnTo>
                  <a:lnTo>
                    <a:pt x="7728453" y="1517327"/>
                  </a:lnTo>
                  <a:lnTo>
                    <a:pt x="7813677" y="1523624"/>
                  </a:lnTo>
                  <a:lnTo>
                    <a:pt x="7887764" y="1528455"/>
                  </a:lnTo>
                  <a:lnTo>
                    <a:pt x="7947191" y="1531900"/>
                  </a:lnTo>
                  <a:lnTo>
                    <a:pt x="7990053" y="1534123"/>
                  </a:lnTo>
                  <a:lnTo>
                    <a:pt x="8016593" y="1535361"/>
                  </a:lnTo>
                  <a:lnTo>
                    <a:pt x="8029310" y="1535896"/>
                  </a:lnTo>
                  <a:lnTo>
                    <a:pt x="8032819" y="1536030"/>
                  </a:lnTo>
                  <a:lnTo>
                    <a:pt x="8554953" y="1536030"/>
                  </a:lnTo>
                  <a:lnTo>
                    <a:pt x="8554953" y="1530383"/>
                  </a:lnTo>
                  <a:lnTo>
                    <a:pt x="8032819" y="1530383"/>
                  </a:lnTo>
                  <a:lnTo>
                    <a:pt x="8031587" y="1530337"/>
                  </a:lnTo>
                  <a:lnTo>
                    <a:pt x="8023527" y="1530012"/>
                  </a:lnTo>
                  <a:lnTo>
                    <a:pt x="8003355" y="1529112"/>
                  </a:lnTo>
                  <a:lnTo>
                    <a:pt x="7967667" y="1527345"/>
                  </a:lnTo>
                  <a:lnTo>
                    <a:pt x="7915239" y="1524450"/>
                  </a:lnTo>
                  <a:lnTo>
                    <a:pt x="7847094" y="1520229"/>
                  </a:lnTo>
                  <a:lnTo>
                    <a:pt x="7766151" y="1514566"/>
                  </a:lnTo>
                  <a:lnTo>
                    <a:pt x="7676493" y="1507423"/>
                  </a:lnTo>
                  <a:lnTo>
                    <a:pt x="7582513" y="1498815"/>
                  </a:lnTo>
                  <a:lnTo>
                    <a:pt x="7488175" y="1488776"/>
                  </a:lnTo>
                  <a:lnTo>
                    <a:pt x="7396568" y="1477327"/>
                  </a:lnTo>
                  <a:lnTo>
                    <a:pt x="7309756" y="1464452"/>
                  </a:lnTo>
                  <a:lnTo>
                    <a:pt x="7228852" y="1450076"/>
                  </a:lnTo>
                  <a:lnTo>
                    <a:pt x="7154199" y="1434068"/>
                  </a:lnTo>
                  <a:lnTo>
                    <a:pt x="7085584" y="1416232"/>
                  </a:lnTo>
                  <a:lnTo>
                    <a:pt x="7022427" y="1396315"/>
                  </a:lnTo>
                  <a:lnTo>
                    <a:pt x="6963937" y="1374020"/>
                  </a:lnTo>
                  <a:lnTo>
                    <a:pt x="6909217" y="1349024"/>
                  </a:lnTo>
                  <a:lnTo>
                    <a:pt x="6857357" y="1321016"/>
                  </a:lnTo>
                  <a:lnTo>
                    <a:pt x="6807505" y="1289762"/>
                  </a:lnTo>
                  <a:lnTo>
                    <a:pt x="6786527" y="1275319"/>
                  </a:lnTo>
                  <a:lnTo>
                    <a:pt x="6741057" y="1241461"/>
                  </a:lnTo>
                  <a:lnTo>
                    <a:pt x="6696030" y="1204586"/>
                  </a:lnTo>
                  <a:lnTo>
                    <a:pt x="6651072" y="1164641"/>
                  </a:lnTo>
                  <a:lnTo>
                    <a:pt x="6605909" y="1121645"/>
                  </a:lnTo>
                  <a:lnTo>
                    <a:pt x="6560357" y="1075705"/>
                  </a:lnTo>
                  <a:lnTo>
                    <a:pt x="6514311" y="1027018"/>
                  </a:lnTo>
                  <a:lnTo>
                    <a:pt x="6467738" y="975877"/>
                  </a:lnTo>
                  <a:lnTo>
                    <a:pt x="6420668" y="922663"/>
                  </a:lnTo>
                  <a:lnTo>
                    <a:pt x="6373183" y="867843"/>
                  </a:lnTo>
                  <a:lnTo>
                    <a:pt x="6325409" y="811947"/>
                  </a:lnTo>
                  <a:lnTo>
                    <a:pt x="6277499" y="755554"/>
                  </a:lnTo>
                  <a:lnTo>
                    <a:pt x="6229616" y="699264"/>
                  </a:lnTo>
                  <a:lnTo>
                    <a:pt x="6181925" y="643672"/>
                  </a:lnTo>
                  <a:lnTo>
                    <a:pt x="6134570" y="589343"/>
                  </a:lnTo>
                  <a:lnTo>
                    <a:pt x="6087663" y="536789"/>
                  </a:lnTo>
                  <a:lnTo>
                    <a:pt x="6041269" y="486447"/>
                  </a:lnTo>
                  <a:lnTo>
                    <a:pt x="5995399" y="438670"/>
                  </a:lnTo>
                  <a:lnTo>
                    <a:pt x="5949995" y="393718"/>
                  </a:lnTo>
                  <a:lnTo>
                    <a:pt x="5904927" y="351756"/>
                  </a:lnTo>
                  <a:lnTo>
                    <a:pt x="5859981" y="312861"/>
                  </a:lnTo>
                  <a:lnTo>
                    <a:pt x="5814851" y="277026"/>
                  </a:lnTo>
                  <a:lnTo>
                    <a:pt x="5784835" y="255063"/>
                  </a:lnTo>
                  <a:lnTo>
                    <a:pt x="5735616" y="222383"/>
                  </a:lnTo>
                  <a:lnTo>
                    <a:pt x="5684716" y="193001"/>
                  </a:lnTo>
                  <a:lnTo>
                    <a:pt x="5631335" y="166748"/>
                  </a:lnTo>
                  <a:lnTo>
                    <a:pt x="5574576" y="143333"/>
                  </a:lnTo>
                  <a:lnTo>
                    <a:pt x="5513529" y="122433"/>
                  </a:lnTo>
                  <a:lnTo>
                    <a:pt x="5447344" y="103737"/>
                  </a:lnTo>
                  <a:lnTo>
                    <a:pt x="5375336" y="86971"/>
                  </a:lnTo>
                  <a:lnTo>
                    <a:pt x="5297112" y="71915"/>
                  </a:lnTo>
                  <a:lnTo>
                    <a:pt x="5212751" y="58407"/>
                  </a:lnTo>
                  <a:lnTo>
                    <a:pt x="5123009" y="46351"/>
                  </a:lnTo>
                  <a:lnTo>
                    <a:pt x="5029525" y="35706"/>
                  </a:lnTo>
                  <a:lnTo>
                    <a:pt x="4934950" y="26479"/>
                  </a:lnTo>
                  <a:lnTo>
                    <a:pt x="4842908" y="18703"/>
                  </a:lnTo>
                  <a:lnTo>
                    <a:pt x="4757685" y="12405"/>
                  </a:lnTo>
                  <a:lnTo>
                    <a:pt x="4683598" y="7574"/>
                  </a:lnTo>
                  <a:lnTo>
                    <a:pt x="4624171" y="4129"/>
                  </a:lnTo>
                  <a:lnTo>
                    <a:pt x="4581309" y="1906"/>
                  </a:lnTo>
                  <a:lnTo>
                    <a:pt x="4554769" y="669"/>
                  </a:lnTo>
                  <a:lnTo>
                    <a:pt x="4542052" y="134"/>
                  </a:lnTo>
                  <a:lnTo>
                    <a:pt x="4538543" y="0"/>
                  </a:lnTo>
                  <a:lnTo>
                    <a:pt x="4016409" y="0"/>
                  </a:lnTo>
                  <a:lnTo>
                    <a:pt x="4015256" y="77"/>
                  </a:lnTo>
                  <a:lnTo>
                    <a:pt x="4007702" y="633"/>
                  </a:lnTo>
                  <a:lnTo>
                    <a:pt x="3988753" y="2171"/>
                  </a:lnTo>
                  <a:lnTo>
                    <a:pt x="3955121" y="5193"/>
                  </a:lnTo>
                  <a:lnTo>
                    <a:pt x="3905494" y="10152"/>
                  </a:lnTo>
                  <a:lnTo>
                    <a:pt x="3840629" y="17400"/>
                  </a:lnTo>
                  <a:lnTo>
                    <a:pt x="3763070" y="27152"/>
                  </a:lnTo>
                  <a:lnTo>
                    <a:pt x="3676530" y="39490"/>
                  </a:lnTo>
                  <a:lnTo>
                    <a:pt x="3585122" y="54401"/>
                  </a:lnTo>
                  <a:lnTo>
                    <a:pt x="3492672" y="71827"/>
                  </a:lnTo>
                  <a:lnTo>
                    <a:pt x="3402261" y="91722"/>
                  </a:lnTo>
                  <a:lnTo>
                    <a:pt x="3316043" y="114099"/>
                  </a:lnTo>
                  <a:lnTo>
                    <a:pt x="3235270" y="139054"/>
                  </a:lnTo>
                  <a:lnTo>
                    <a:pt x="3160443" y="166787"/>
                  </a:lnTo>
                  <a:lnTo>
                    <a:pt x="3091498" y="197600"/>
                  </a:lnTo>
                  <a:lnTo>
                    <a:pt x="3027986" y="231894"/>
                  </a:lnTo>
                  <a:lnTo>
                    <a:pt x="2969221" y="270155"/>
                  </a:lnTo>
                  <a:lnTo>
                    <a:pt x="2914391" y="312925"/>
                  </a:lnTo>
                  <a:lnTo>
                    <a:pt x="2862642" y="360755"/>
                  </a:lnTo>
                  <a:lnTo>
                    <a:pt x="2813145" y="414118"/>
                  </a:lnTo>
                  <a:lnTo>
                    <a:pt x="2770117" y="466832"/>
                  </a:lnTo>
                  <a:lnTo>
                    <a:pt x="2732722" y="517336"/>
                  </a:lnTo>
                  <a:lnTo>
                    <a:pt x="2695677" y="571545"/>
                  </a:lnTo>
                  <a:lnTo>
                    <a:pt x="2658758" y="629534"/>
                  </a:lnTo>
                  <a:lnTo>
                    <a:pt x="2621790" y="691320"/>
                  </a:lnTo>
                  <a:lnTo>
                    <a:pt x="2584641" y="756849"/>
                  </a:lnTo>
                  <a:lnTo>
                    <a:pt x="2547218" y="825997"/>
                  </a:lnTo>
                  <a:lnTo>
                    <a:pt x="2509463" y="898562"/>
                  </a:lnTo>
                  <a:lnTo>
                    <a:pt x="2471353" y="974262"/>
                  </a:lnTo>
                  <a:lnTo>
                    <a:pt x="2432894" y="1052739"/>
                  </a:lnTo>
                  <a:lnTo>
                    <a:pt x="2394116" y="1133564"/>
                  </a:lnTo>
                  <a:lnTo>
                    <a:pt x="2355074" y="1216240"/>
                  </a:lnTo>
                  <a:lnTo>
                    <a:pt x="2315839" y="1300222"/>
                  </a:lnTo>
                  <a:lnTo>
                    <a:pt x="2276496" y="1384923"/>
                  </a:lnTo>
                  <a:lnTo>
                    <a:pt x="2237136" y="1469736"/>
                  </a:lnTo>
                  <a:lnTo>
                    <a:pt x="2197852" y="1554051"/>
                  </a:lnTo>
                  <a:lnTo>
                    <a:pt x="2158730" y="1637272"/>
                  </a:lnTo>
                  <a:lnTo>
                    <a:pt x="2119848" y="1718837"/>
                  </a:lnTo>
                  <a:lnTo>
                    <a:pt x="2081266" y="1798230"/>
                  </a:lnTo>
                  <a:lnTo>
                    <a:pt x="2043026" y="1874995"/>
                  </a:lnTo>
                  <a:lnTo>
                    <a:pt x="2005142" y="1948747"/>
                  </a:lnTo>
                  <a:lnTo>
                    <a:pt x="1967602" y="2019176"/>
                  </a:lnTo>
                  <a:lnTo>
                    <a:pt x="1930361" y="2086053"/>
                  </a:lnTo>
                  <a:lnTo>
                    <a:pt x="1893340" y="2149222"/>
                  </a:lnTo>
                  <a:lnTo>
                    <a:pt x="1856421" y="2208607"/>
                  </a:lnTo>
                  <a:lnTo>
                    <a:pt x="1819446" y="2264198"/>
                  </a:lnTo>
                  <a:lnTo>
                    <a:pt x="1782208" y="2316049"/>
                  </a:lnTo>
                  <a:lnTo>
                    <a:pt x="1768425" y="2334164"/>
                  </a:lnTo>
                  <a:lnTo>
                    <a:pt x="1720320" y="2392709"/>
                  </a:lnTo>
                  <a:lnTo>
                    <a:pt x="1670625" y="2445478"/>
                  </a:lnTo>
                  <a:lnTo>
                    <a:pt x="1618594" y="2492756"/>
                  </a:lnTo>
                  <a:lnTo>
                    <a:pt x="1563393" y="2535030"/>
                  </a:lnTo>
                  <a:lnTo>
                    <a:pt x="1504170" y="2572853"/>
                  </a:lnTo>
                  <a:lnTo>
                    <a:pt x="1440121" y="2606763"/>
                  </a:lnTo>
                  <a:lnTo>
                    <a:pt x="1370578" y="2637238"/>
                  </a:lnTo>
                  <a:lnTo>
                    <a:pt x="1295126" y="2664669"/>
                  </a:lnTo>
                  <a:lnTo>
                    <a:pt x="1213750" y="2689348"/>
                  </a:lnTo>
                  <a:lnTo>
                    <a:pt x="1127022" y="2711462"/>
                  </a:lnTo>
                  <a:lnTo>
                    <a:pt x="1036282" y="2731101"/>
                  </a:lnTo>
                  <a:lnTo>
                    <a:pt x="943781" y="2748267"/>
                  </a:lnTo>
                  <a:lnTo>
                    <a:pt x="852693" y="2762913"/>
                  </a:lnTo>
                  <a:lnTo>
                    <a:pt x="766898" y="2774981"/>
                  </a:lnTo>
                  <a:lnTo>
                    <a:pt x="690502" y="2784466"/>
                  </a:lnTo>
                  <a:lnTo>
                    <a:pt x="627134" y="2791462"/>
                  </a:lnTo>
                  <a:lnTo>
                    <a:pt x="579174" y="2796202"/>
                  </a:lnTo>
                  <a:lnTo>
                    <a:pt x="547169" y="2799046"/>
                  </a:lnTo>
                  <a:lnTo>
                    <a:pt x="529594" y="2800457"/>
                  </a:lnTo>
                  <a:lnTo>
                    <a:pt x="522967" y="2800940"/>
                  </a:lnTo>
                  <a:lnTo>
                    <a:pt x="522133" y="2800996"/>
                  </a:lnTo>
                  <a:lnTo>
                    <a:pt x="0" y="2800996"/>
                  </a:lnTo>
                  <a:close/>
                </a:path>
              </a:pathLst>
            </a:custGeom>
            <a:solidFill>
              <a:srgbClr val="8BC34A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1515" name="pl1515"/>
            <p:cNvSpPr/>
            <p:nvPr/>
          </p:nvSpPr>
          <p:spPr>
            <a:xfrm>
              <a:off x="386606" y="2185094"/>
              <a:ext cx="8554953" cy="2800996"/>
            </a:xfrm>
            <a:custGeom>
              <a:avLst/>
              <a:pathLst>
                <a:path w="8554953" h="2800996">
                  <a:moveTo>
                    <a:pt x="0" y="2800996"/>
                  </a:moveTo>
                  <a:lnTo>
                    <a:pt x="522133" y="2800996"/>
                  </a:lnTo>
                  <a:lnTo>
                    <a:pt x="523286" y="2800918"/>
                  </a:lnTo>
                  <a:lnTo>
                    <a:pt x="530840" y="2800362"/>
                  </a:lnTo>
                  <a:lnTo>
                    <a:pt x="549789" y="2798825"/>
                  </a:lnTo>
                  <a:lnTo>
                    <a:pt x="583421" y="2795803"/>
                  </a:lnTo>
                  <a:lnTo>
                    <a:pt x="633048" y="2790843"/>
                  </a:lnTo>
                  <a:lnTo>
                    <a:pt x="697913" y="2783596"/>
                  </a:lnTo>
                  <a:lnTo>
                    <a:pt x="775472" y="2773844"/>
                  </a:lnTo>
                  <a:lnTo>
                    <a:pt x="862012" y="2761506"/>
                  </a:lnTo>
                  <a:lnTo>
                    <a:pt x="953420" y="2746595"/>
                  </a:lnTo>
                  <a:lnTo>
                    <a:pt x="1045870" y="2729169"/>
                  </a:lnTo>
                  <a:lnTo>
                    <a:pt x="1136281" y="2709273"/>
                  </a:lnTo>
                  <a:lnTo>
                    <a:pt x="1222499" y="2686897"/>
                  </a:lnTo>
                  <a:lnTo>
                    <a:pt x="1303272" y="2661942"/>
                  </a:lnTo>
                  <a:lnTo>
                    <a:pt x="1378099" y="2634209"/>
                  </a:lnTo>
                  <a:lnTo>
                    <a:pt x="1447044" y="2603396"/>
                  </a:lnTo>
                  <a:lnTo>
                    <a:pt x="1510556" y="2569101"/>
                  </a:lnTo>
                  <a:lnTo>
                    <a:pt x="1569321" y="2530841"/>
                  </a:lnTo>
                  <a:lnTo>
                    <a:pt x="1624151" y="2488071"/>
                  </a:lnTo>
                  <a:lnTo>
                    <a:pt x="1675900" y="2440241"/>
                  </a:lnTo>
                  <a:lnTo>
                    <a:pt x="1725398" y="2386877"/>
                  </a:lnTo>
                  <a:lnTo>
                    <a:pt x="1768425" y="2334164"/>
                  </a:lnTo>
                  <a:lnTo>
                    <a:pt x="1805820" y="2283660"/>
                  </a:lnTo>
                  <a:lnTo>
                    <a:pt x="1842865" y="2229451"/>
                  </a:lnTo>
                  <a:lnTo>
                    <a:pt x="1879784" y="2171461"/>
                  </a:lnTo>
                  <a:lnTo>
                    <a:pt x="1916752" y="2109676"/>
                  </a:lnTo>
                  <a:lnTo>
                    <a:pt x="1953901" y="2044146"/>
                  </a:lnTo>
                  <a:lnTo>
                    <a:pt x="1991325" y="1974998"/>
                  </a:lnTo>
                  <a:lnTo>
                    <a:pt x="2029079" y="1902434"/>
                  </a:lnTo>
                  <a:lnTo>
                    <a:pt x="2067189" y="1826734"/>
                  </a:lnTo>
                  <a:lnTo>
                    <a:pt x="2105648" y="1748257"/>
                  </a:lnTo>
                  <a:lnTo>
                    <a:pt x="2144426" y="1667432"/>
                  </a:lnTo>
                  <a:lnTo>
                    <a:pt x="2183469" y="1584756"/>
                  </a:lnTo>
                  <a:lnTo>
                    <a:pt x="2222703" y="1500774"/>
                  </a:lnTo>
                  <a:lnTo>
                    <a:pt x="2262046" y="1416073"/>
                  </a:lnTo>
                  <a:lnTo>
                    <a:pt x="2301406" y="1331260"/>
                  </a:lnTo>
                  <a:lnTo>
                    <a:pt x="2340690" y="1246945"/>
                  </a:lnTo>
                  <a:lnTo>
                    <a:pt x="2379812" y="1163724"/>
                  </a:lnTo>
                  <a:lnTo>
                    <a:pt x="2418694" y="1082159"/>
                  </a:lnTo>
                  <a:lnTo>
                    <a:pt x="2457276" y="1002766"/>
                  </a:lnTo>
                  <a:lnTo>
                    <a:pt x="2495516" y="926001"/>
                  </a:lnTo>
                  <a:lnTo>
                    <a:pt x="2533400" y="852249"/>
                  </a:lnTo>
                  <a:lnTo>
                    <a:pt x="2570940" y="781820"/>
                  </a:lnTo>
                  <a:lnTo>
                    <a:pt x="2608181" y="714943"/>
                  </a:lnTo>
                  <a:lnTo>
                    <a:pt x="2645202" y="651774"/>
                  </a:lnTo>
                  <a:lnTo>
                    <a:pt x="2682121" y="592389"/>
                  </a:lnTo>
                  <a:lnTo>
                    <a:pt x="2719096" y="536798"/>
                  </a:lnTo>
                  <a:lnTo>
                    <a:pt x="2756334" y="484947"/>
                  </a:lnTo>
                  <a:lnTo>
                    <a:pt x="2770117" y="466832"/>
                  </a:lnTo>
                  <a:lnTo>
                    <a:pt x="2818222" y="408287"/>
                  </a:lnTo>
                  <a:lnTo>
                    <a:pt x="2867918" y="355517"/>
                  </a:lnTo>
                  <a:lnTo>
                    <a:pt x="2919949" y="308239"/>
                  </a:lnTo>
                  <a:lnTo>
                    <a:pt x="2975149" y="265966"/>
                  </a:lnTo>
                  <a:lnTo>
                    <a:pt x="3034372" y="228143"/>
                  </a:lnTo>
                  <a:lnTo>
                    <a:pt x="3098422" y="194233"/>
                  </a:lnTo>
                  <a:lnTo>
                    <a:pt x="3167964" y="163758"/>
                  </a:lnTo>
                  <a:lnTo>
                    <a:pt x="3243417" y="136327"/>
                  </a:lnTo>
                  <a:lnTo>
                    <a:pt x="3324792" y="111648"/>
                  </a:lnTo>
                  <a:lnTo>
                    <a:pt x="3411520" y="89533"/>
                  </a:lnTo>
                  <a:lnTo>
                    <a:pt x="3502260" y="69895"/>
                  </a:lnTo>
                  <a:lnTo>
                    <a:pt x="3594761" y="52728"/>
                  </a:lnTo>
                  <a:lnTo>
                    <a:pt x="3685849" y="38083"/>
                  </a:lnTo>
                  <a:lnTo>
                    <a:pt x="3771645" y="26015"/>
                  </a:lnTo>
                  <a:lnTo>
                    <a:pt x="3848040" y="16530"/>
                  </a:lnTo>
                  <a:lnTo>
                    <a:pt x="3911409" y="9534"/>
                  </a:lnTo>
                  <a:lnTo>
                    <a:pt x="3959368" y="4794"/>
                  </a:lnTo>
                  <a:lnTo>
                    <a:pt x="3991373" y="1950"/>
                  </a:lnTo>
                  <a:lnTo>
                    <a:pt x="4008948" y="538"/>
                  </a:lnTo>
                  <a:lnTo>
                    <a:pt x="4015576" y="55"/>
                  </a:lnTo>
                  <a:lnTo>
                    <a:pt x="4016409" y="0"/>
                  </a:lnTo>
                  <a:lnTo>
                    <a:pt x="4538543" y="0"/>
                  </a:lnTo>
                  <a:lnTo>
                    <a:pt x="4539775" y="45"/>
                  </a:lnTo>
                  <a:lnTo>
                    <a:pt x="4547835" y="370"/>
                  </a:lnTo>
                  <a:lnTo>
                    <a:pt x="4568007" y="1270"/>
                  </a:lnTo>
                  <a:lnTo>
                    <a:pt x="4603695" y="3037"/>
                  </a:lnTo>
                  <a:lnTo>
                    <a:pt x="4656123" y="5933"/>
                  </a:lnTo>
                  <a:lnTo>
                    <a:pt x="4724268" y="10154"/>
                  </a:lnTo>
                  <a:lnTo>
                    <a:pt x="4805211" y="15817"/>
                  </a:lnTo>
                  <a:lnTo>
                    <a:pt x="4894869" y="22960"/>
                  </a:lnTo>
                  <a:lnTo>
                    <a:pt x="4988849" y="31568"/>
                  </a:lnTo>
                  <a:lnTo>
                    <a:pt x="5083187" y="41607"/>
                  </a:lnTo>
                  <a:lnTo>
                    <a:pt x="5174794" y="53055"/>
                  </a:lnTo>
                  <a:lnTo>
                    <a:pt x="5261606" y="65931"/>
                  </a:lnTo>
                  <a:lnTo>
                    <a:pt x="5342510" y="80306"/>
                  </a:lnTo>
                  <a:lnTo>
                    <a:pt x="5417163" y="96314"/>
                  </a:lnTo>
                  <a:lnTo>
                    <a:pt x="5485778" y="114151"/>
                  </a:lnTo>
                  <a:lnTo>
                    <a:pt x="5548935" y="134068"/>
                  </a:lnTo>
                  <a:lnTo>
                    <a:pt x="5607425" y="156362"/>
                  </a:lnTo>
                  <a:lnTo>
                    <a:pt x="5662145" y="181358"/>
                  </a:lnTo>
                  <a:lnTo>
                    <a:pt x="5714005" y="209366"/>
                  </a:lnTo>
                  <a:lnTo>
                    <a:pt x="5763857" y="240621"/>
                  </a:lnTo>
                  <a:lnTo>
                    <a:pt x="5784835" y="255063"/>
                  </a:lnTo>
                  <a:lnTo>
                    <a:pt x="5830305" y="288922"/>
                  </a:lnTo>
                  <a:lnTo>
                    <a:pt x="5875332" y="325796"/>
                  </a:lnTo>
                  <a:lnTo>
                    <a:pt x="5920290" y="365742"/>
                  </a:lnTo>
                  <a:lnTo>
                    <a:pt x="5965453" y="408737"/>
                  </a:lnTo>
                  <a:lnTo>
                    <a:pt x="6011005" y="454677"/>
                  </a:lnTo>
                  <a:lnTo>
                    <a:pt x="6057051" y="503364"/>
                  </a:lnTo>
                  <a:lnTo>
                    <a:pt x="6103624" y="554506"/>
                  </a:lnTo>
                  <a:lnTo>
                    <a:pt x="6150694" y="607719"/>
                  </a:lnTo>
                  <a:lnTo>
                    <a:pt x="6198179" y="662540"/>
                  </a:lnTo>
                  <a:lnTo>
                    <a:pt x="6245953" y="718436"/>
                  </a:lnTo>
                  <a:lnTo>
                    <a:pt x="6293863" y="774829"/>
                  </a:lnTo>
                  <a:lnTo>
                    <a:pt x="6341746" y="831119"/>
                  </a:lnTo>
                  <a:lnTo>
                    <a:pt x="6389437" y="886710"/>
                  </a:lnTo>
                  <a:lnTo>
                    <a:pt x="6436792" y="941039"/>
                  </a:lnTo>
                  <a:lnTo>
                    <a:pt x="6483699" y="993593"/>
                  </a:lnTo>
                  <a:lnTo>
                    <a:pt x="6530093" y="1043935"/>
                  </a:lnTo>
                  <a:lnTo>
                    <a:pt x="6575963" y="1091712"/>
                  </a:lnTo>
                  <a:lnTo>
                    <a:pt x="6621367" y="1136665"/>
                  </a:lnTo>
                  <a:lnTo>
                    <a:pt x="6666435" y="1178626"/>
                  </a:lnTo>
                  <a:lnTo>
                    <a:pt x="6711381" y="1217521"/>
                  </a:lnTo>
                  <a:lnTo>
                    <a:pt x="6756511" y="1253356"/>
                  </a:lnTo>
                  <a:lnTo>
                    <a:pt x="6786527" y="1275319"/>
                  </a:lnTo>
                  <a:lnTo>
                    <a:pt x="6835746" y="1307999"/>
                  </a:lnTo>
                  <a:lnTo>
                    <a:pt x="6886646" y="1337381"/>
                  </a:lnTo>
                  <a:lnTo>
                    <a:pt x="6940027" y="1363635"/>
                  </a:lnTo>
                  <a:lnTo>
                    <a:pt x="6996786" y="1387050"/>
                  </a:lnTo>
                  <a:lnTo>
                    <a:pt x="7057833" y="1407949"/>
                  </a:lnTo>
                  <a:lnTo>
                    <a:pt x="7124018" y="1426645"/>
                  </a:lnTo>
                  <a:lnTo>
                    <a:pt x="7196026" y="1443411"/>
                  </a:lnTo>
                  <a:lnTo>
                    <a:pt x="7274250" y="1458468"/>
                  </a:lnTo>
                  <a:lnTo>
                    <a:pt x="7358611" y="1471975"/>
                  </a:lnTo>
                  <a:lnTo>
                    <a:pt x="7448353" y="1484032"/>
                  </a:lnTo>
                  <a:lnTo>
                    <a:pt x="7541837" y="1494676"/>
                  </a:lnTo>
                  <a:lnTo>
                    <a:pt x="7636412" y="1503903"/>
                  </a:lnTo>
                  <a:lnTo>
                    <a:pt x="7728453" y="1511679"/>
                  </a:lnTo>
                  <a:lnTo>
                    <a:pt x="7813677" y="1517977"/>
                  </a:lnTo>
                  <a:lnTo>
                    <a:pt x="7887764" y="1522808"/>
                  </a:lnTo>
                  <a:lnTo>
                    <a:pt x="7947191" y="1526253"/>
                  </a:lnTo>
                  <a:lnTo>
                    <a:pt x="7990053" y="1528476"/>
                  </a:lnTo>
                  <a:lnTo>
                    <a:pt x="8016593" y="1529713"/>
                  </a:lnTo>
                  <a:lnTo>
                    <a:pt x="8029310" y="1530249"/>
                  </a:lnTo>
                  <a:lnTo>
                    <a:pt x="8032718" y="1530379"/>
                  </a:lnTo>
                  <a:lnTo>
                    <a:pt x="8032819" y="1530383"/>
                  </a:lnTo>
                  <a:lnTo>
                    <a:pt x="8554953" y="1530383"/>
                  </a:lnTo>
                  <a:lnTo>
                    <a:pt x="8554953" y="1530383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516" name="pl1516"/>
            <p:cNvSpPr/>
            <p:nvPr/>
          </p:nvSpPr>
          <p:spPr>
            <a:xfrm>
              <a:off x="386606" y="2179447"/>
              <a:ext cx="8554953" cy="2800996"/>
            </a:xfrm>
            <a:custGeom>
              <a:avLst/>
              <a:pathLst>
                <a:path w="8554953" h="2800996">
                  <a:moveTo>
                    <a:pt x="8554953" y="1530383"/>
                  </a:moveTo>
                  <a:lnTo>
                    <a:pt x="8032819" y="1530383"/>
                  </a:lnTo>
                  <a:lnTo>
                    <a:pt x="8031587" y="1530337"/>
                  </a:lnTo>
                  <a:lnTo>
                    <a:pt x="8023527" y="1530012"/>
                  </a:lnTo>
                  <a:lnTo>
                    <a:pt x="8003355" y="1529112"/>
                  </a:lnTo>
                  <a:lnTo>
                    <a:pt x="7967667" y="1527345"/>
                  </a:lnTo>
                  <a:lnTo>
                    <a:pt x="7915239" y="1524450"/>
                  </a:lnTo>
                  <a:lnTo>
                    <a:pt x="7847094" y="1520229"/>
                  </a:lnTo>
                  <a:lnTo>
                    <a:pt x="7766151" y="1514566"/>
                  </a:lnTo>
                  <a:lnTo>
                    <a:pt x="7676493" y="1507423"/>
                  </a:lnTo>
                  <a:lnTo>
                    <a:pt x="7582513" y="1498815"/>
                  </a:lnTo>
                  <a:lnTo>
                    <a:pt x="7488175" y="1488776"/>
                  </a:lnTo>
                  <a:lnTo>
                    <a:pt x="7396568" y="1477327"/>
                  </a:lnTo>
                  <a:lnTo>
                    <a:pt x="7309756" y="1464452"/>
                  </a:lnTo>
                  <a:lnTo>
                    <a:pt x="7228852" y="1450076"/>
                  </a:lnTo>
                  <a:lnTo>
                    <a:pt x="7154199" y="1434068"/>
                  </a:lnTo>
                  <a:lnTo>
                    <a:pt x="7085584" y="1416232"/>
                  </a:lnTo>
                  <a:lnTo>
                    <a:pt x="7022427" y="1396315"/>
                  </a:lnTo>
                  <a:lnTo>
                    <a:pt x="6963937" y="1374020"/>
                  </a:lnTo>
                  <a:lnTo>
                    <a:pt x="6909217" y="1349024"/>
                  </a:lnTo>
                  <a:lnTo>
                    <a:pt x="6857357" y="1321016"/>
                  </a:lnTo>
                  <a:lnTo>
                    <a:pt x="6807505" y="1289762"/>
                  </a:lnTo>
                  <a:lnTo>
                    <a:pt x="6786527" y="1275319"/>
                  </a:lnTo>
                  <a:lnTo>
                    <a:pt x="6741057" y="1241461"/>
                  </a:lnTo>
                  <a:lnTo>
                    <a:pt x="6696030" y="1204586"/>
                  </a:lnTo>
                  <a:lnTo>
                    <a:pt x="6651072" y="1164641"/>
                  </a:lnTo>
                  <a:lnTo>
                    <a:pt x="6605909" y="1121645"/>
                  </a:lnTo>
                  <a:lnTo>
                    <a:pt x="6560357" y="1075705"/>
                  </a:lnTo>
                  <a:lnTo>
                    <a:pt x="6514311" y="1027018"/>
                  </a:lnTo>
                  <a:lnTo>
                    <a:pt x="6467738" y="975877"/>
                  </a:lnTo>
                  <a:lnTo>
                    <a:pt x="6420668" y="922663"/>
                  </a:lnTo>
                  <a:lnTo>
                    <a:pt x="6373183" y="867843"/>
                  </a:lnTo>
                  <a:lnTo>
                    <a:pt x="6325409" y="811947"/>
                  </a:lnTo>
                  <a:lnTo>
                    <a:pt x="6277499" y="755554"/>
                  </a:lnTo>
                  <a:lnTo>
                    <a:pt x="6229616" y="699264"/>
                  </a:lnTo>
                  <a:lnTo>
                    <a:pt x="6181925" y="643672"/>
                  </a:lnTo>
                  <a:lnTo>
                    <a:pt x="6134570" y="589343"/>
                  </a:lnTo>
                  <a:lnTo>
                    <a:pt x="6087663" y="536789"/>
                  </a:lnTo>
                  <a:lnTo>
                    <a:pt x="6041269" y="486447"/>
                  </a:lnTo>
                  <a:lnTo>
                    <a:pt x="5995399" y="438670"/>
                  </a:lnTo>
                  <a:lnTo>
                    <a:pt x="5949995" y="393718"/>
                  </a:lnTo>
                  <a:lnTo>
                    <a:pt x="5904927" y="351756"/>
                  </a:lnTo>
                  <a:lnTo>
                    <a:pt x="5859981" y="312861"/>
                  </a:lnTo>
                  <a:lnTo>
                    <a:pt x="5814851" y="277026"/>
                  </a:lnTo>
                  <a:lnTo>
                    <a:pt x="5784835" y="255063"/>
                  </a:lnTo>
                  <a:lnTo>
                    <a:pt x="5735616" y="222383"/>
                  </a:lnTo>
                  <a:lnTo>
                    <a:pt x="5684716" y="193001"/>
                  </a:lnTo>
                  <a:lnTo>
                    <a:pt x="5631335" y="166748"/>
                  </a:lnTo>
                  <a:lnTo>
                    <a:pt x="5574576" y="143333"/>
                  </a:lnTo>
                  <a:lnTo>
                    <a:pt x="5513529" y="122433"/>
                  </a:lnTo>
                  <a:lnTo>
                    <a:pt x="5447344" y="103737"/>
                  </a:lnTo>
                  <a:lnTo>
                    <a:pt x="5375336" y="86971"/>
                  </a:lnTo>
                  <a:lnTo>
                    <a:pt x="5297112" y="71915"/>
                  </a:lnTo>
                  <a:lnTo>
                    <a:pt x="5212751" y="58407"/>
                  </a:lnTo>
                  <a:lnTo>
                    <a:pt x="5123009" y="46351"/>
                  </a:lnTo>
                  <a:lnTo>
                    <a:pt x="5029525" y="35706"/>
                  </a:lnTo>
                  <a:lnTo>
                    <a:pt x="4934950" y="26479"/>
                  </a:lnTo>
                  <a:lnTo>
                    <a:pt x="4842908" y="18703"/>
                  </a:lnTo>
                  <a:lnTo>
                    <a:pt x="4757685" y="12405"/>
                  </a:lnTo>
                  <a:lnTo>
                    <a:pt x="4683598" y="7574"/>
                  </a:lnTo>
                  <a:lnTo>
                    <a:pt x="4624171" y="4129"/>
                  </a:lnTo>
                  <a:lnTo>
                    <a:pt x="4581309" y="1906"/>
                  </a:lnTo>
                  <a:lnTo>
                    <a:pt x="4554769" y="669"/>
                  </a:lnTo>
                  <a:lnTo>
                    <a:pt x="4542052" y="134"/>
                  </a:lnTo>
                  <a:lnTo>
                    <a:pt x="4538644" y="3"/>
                  </a:lnTo>
                  <a:lnTo>
                    <a:pt x="4538543" y="0"/>
                  </a:lnTo>
                  <a:lnTo>
                    <a:pt x="4016409" y="0"/>
                  </a:lnTo>
                  <a:lnTo>
                    <a:pt x="4015256" y="77"/>
                  </a:lnTo>
                  <a:lnTo>
                    <a:pt x="4007702" y="633"/>
                  </a:lnTo>
                  <a:lnTo>
                    <a:pt x="3988753" y="2171"/>
                  </a:lnTo>
                  <a:lnTo>
                    <a:pt x="3955121" y="5193"/>
                  </a:lnTo>
                  <a:lnTo>
                    <a:pt x="3905494" y="10152"/>
                  </a:lnTo>
                  <a:lnTo>
                    <a:pt x="3840629" y="17400"/>
                  </a:lnTo>
                  <a:lnTo>
                    <a:pt x="3763070" y="27152"/>
                  </a:lnTo>
                  <a:lnTo>
                    <a:pt x="3676530" y="39490"/>
                  </a:lnTo>
                  <a:lnTo>
                    <a:pt x="3585122" y="54401"/>
                  </a:lnTo>
                  <a:lnTo>
                    <a:pt x="3492672" y="71827"/>
                  </a:lnTo>
                  <a:lnTo>
                    <a:pt x="3402261" y="91722"/>
                  </a:lnTo>
                  <a:lnTo>
                    <a:pt x="3316043" y="114099"/>
                  </a:lnTo>
                  <a:lnTo>
                    <a:pt x="3235270" y="139054"/>
                  </a:lnTo>
                  <a:lnTo>
                    <a:pt x="3160443" y="166787"/>
                  </a:lnTo>
                  <a:lnTo>
                    <a:pt x="3091498" y="197600"/>
                  </a:lnTo>
                  <a:lnTo>
                    <a:pt x="3027986" y="231894"/>
                  </a:lnTo>
                  <a:lnTo>
                    <a:pt x="2969221" y="270155"/>
                  </a:lnTo>
                  <a:lnTo>
                    <a:pt x="2914391" y="312925"/>
                  </a:lnTo>
                  <a:lnTo>
                    <a:pt x="2862642" y="360755"/>
                  </a:lnTo>
                  <a:lnTo>
                    <a:pt x="2813145" y="414118"/>
                  </a:lnTo>
                  <a:lnTo>
                    <a:pt x="2770117" y="466832"/>
                  </a:lnTo>
                  <a:lnTo>
                    <a:pt x="2732722" y="517336"/>
                  </a:lnTo>
                  <a:lnTo>
                    <a:pt x="2695677" y="571545"/>
                  </a:lnTo>
                  <a:lnTo>
                    <a:pt x="2658758" y="629534"/>
                  </a:lnTo>
                  <a:lnTo>
                    <a:pt x="2621790" y="691320"/>
                  </a:lnTo>
                  <a:lnTo>
                    <a:pt x="2584641" y="756849"/>
                  </a:lnTo>
                  <a:lnTo>
                    <a:pt x="2547218" y="825997"/>
                  </a:lnTo>
                  <a:lnTo>
                    <a:pt x="2509463" y="898562"/>
                  </a:lnTo>
                  <a:lnTo>
                    <a:pt x="2471353" y="974262"/>
                  </a:lnTo>
                  <a:lnTo>
                    <a:pt x="2432894" y="1052739"/>
                  </a:lnTo>
                  <a:lnTo>
                    <a:pt x="2394116" y="1133564"/>
                  </a:lnTo>
                  <a:lnTo>
                    <a:pt x="2355074" y="1216240"/>
                  </a:lnTo>
                  <a:lnTo>
                    <a:pt x="2315839" y="1300222"/>
                  </a:lnTo>
                  <a:lnTo>
                    <a:pt x="2276496" y="1384923"/>
                  </a:lnTo>
                  <a:lnTo>
                    <a:pt x="2237136" y="1469736"/>
                  </a:lnTo>
                  <a:lnTo>
                    <a:pt x="2197852" y="1554051"/>
                  </a:lnTo>
                  <a:lnTo>
                    <a:pt x="2158730" y="1637272"/>
                  </a:lnTo>
                  <a:lnTo>
                    <a:pt x="2119848" y="1718837"/>
                  </a:lnTo>
                  <a:lnTo>
                    <a:pt x="2081266" y="1798230"/>
                  </a:lnTo>
                  <a:lnTo>
                    <a:pt x="2043026" y="1874995"/>
                  </a:lnTo>
                  <a:lnTo>
                    <a:pt x="2005142" y="1948747"/>
                  </a:lnTo>
                  <a:lnTo>
                    <a:pt x="1967602" y="2019176"/>
                  </a:lnTo>
                  <a:lnTo>
                    <a:pt x="1930361" y="2086053"/>
                  </a:lnTo>
                  <a:lnTo>
                    <a:pt x="1893340" y="2149222"/>
                  </a:lnTo>
                  <a:lnTo>
                    <a:pt x="1856421" y="2208607"/>
                  </a:lnTo>
                  <a:lnTo>
                    <a:pt x="1819446" y="2264198"/>
                  </a:lnTo>
                  <a:lnTo>
                    <a:pt x="1782208" y="2316049"/>
                  </a:lnTo>
                  <a:lnTo>
                    <a:pt x="1768425" y="2334164"/>
                  </a:lnTo>
                  <a:lnTo>
                    <a:pt x="1720320" y="2392709"/>
                  </a:lnTo>
                  <a:lnTo>
                    <a:pt x="1670625" y="2445478"/>
                  </a:lnTo>
                  <a:lnTo>
                    <a:pt x="1618594" y="2492756"/>
                  </a:lnTo>
                  <a:lnTo>
                    <a:pt x="1563393" y="2535030"/>
                  </a:lnTo>
                  <a:lnTo>
                    <a:pt x="1504170" y="2572853"/>
                  </a:lnTo>
                  <a:lnTo>
                    <a:pt x="1440121" y="2606763"/>
                  </a:lnTo>
                  <a:lnTo>
                    <a:pt x="1370578" y="2637238"/>
                  </a:lnTo>
                  <a:lnTo>
                    <a:pt x="1295126" y="2664669"/>
                  </a:lnTo>
                  <a:lnTo>
                    <a:pt x="1213750" y="2689348"/>
                  </a:lnTo>
                  <a:lnTo>
                    <a:pt x="1127022" y="2711462"/>
                  </a:lnTo>
                  <a:lnTo>
                    <a:pt x="1036282" y="2731101"/>
                  </a:lnTo>
                  <a:lnTo>
                    <a:pt x="943781" y="2748267"/>
                  </a:lnTo>
                  <a:lnTo>
                    <a:pt x="852693" y="2762913"/>
                  </a:lnTo>
                  <a:lnTo>
                    <a:pt x="766898" y="2774981"/>
                  </a:lnTo>
                  <a:lnTo>
                    <a:pt x="690502" y="2784466"/>
                  </a:lnTo>
                  <a:lnTo>
                    <a:pt x="627134" y="2791462"/>
                  </a:lnTo>
                  <a:lnTo>
                    <a:pt x="579174" y="2796202"/>
                  </a:lnTo>
                  <a:lnTo>
                    <a:pt x="547169" y="2799046"/>
                  </a:lnTo>
                  <a:lnTo>
                    <a:pt x="529594" y="2800457"/>
                  </a:lnTo>
                  <a:lnTo>
                    <a:pt x="522967" y="2800940"/>
                  </a:lnTo>
                  <a:lnTo>
                    <a:pt x="522133" y="2800996"/>
                  </a:lnTo>
                  <a:lnTo>
                    <a:pt x="0" y="2800996"/>
                  </a:lnTo>
                  <a:lnTo>
                    <a:pt x="0" y="2800996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517" name="pg1517"/>
            <p:cNvSpPr/>
            <p:nvPr/>
          </p:nvSpPr>
          <p:spPr>
            <a:xfrm>
              <a:off x="386606" y="2360156"/>
              <a:ext cx="8554953" cy="3631131"/>
            </a:xfrm>
            <a:custGeom>
              <a:avLst/>
              <a:pathLst>
                <a:path w="8554953" h="3631131">
                  <a:moveTo>
                    <a:pt x="0" y="2631581"/>
                  </a:moveTo>
                  <a:lnTo>
                    <a:pt x="522133" y="2631581"/>
                  </a:lnTo>
                  <a:lnTo>
                    <a:pt x="523299" y="2631507"/>
                  </a:lnTo>
                  <a:lnTo>
                    <a:pt x="530935" y="2630980"/>
                  </a:lnTo>
                  <a:lnTo>
                    <a:pt x="550082" y="2629522"/>
                  </a:lnTo>
                  <a:lnTo>
                    <a:pt x="584048" y="2626657"/>
                  </a:lnTo>
                  <a:lnTo>
                    <a:pt x="634132" y="2621956"/>
                  </a:lnTo>
                  <a:lnTo>
                    <a:pt x="699535" y="2615088"/>
                  </a:lnTo>
                  <a:lnTo>
                    <a:pt x="777653" y="2605853"/>
                  </a:lnTo>
                  <a:lnTo>
                    <a:pt x="864711" y="2594173"/>
                  </a:lnTo>
                  <a:lnTo>
                    <a:pt x="956551" y="2580065"/>
                  </a:lnTo>
                  <a:lnTo>
                    <a:pt x="1049323" y="2563583"/>
                  </a:lnTo>
                  <a:lnTo>
                    <a:pt x="1139942" y="2544770"/>
                  </a:lnTo>
                  <a:lnTo>
                    <a:pt x="1226267" y="2523611"/>
                  </a:lnTo>
                  <a:lnTo>
                    <a:pt x="1307069" y="2500009"/>
                  </a:lnTo>
                  <a:lnTo>
                    <a:pt x="1381872" y="2473772"/>
                  </a:lnTo>
                  <a:lnTo>
                    <a:pt x="1450765" y="2444608"/>
                  </a:lnTo>
                  <a:lnTo>
                    <a:pt x="1514218" y="2412132"/>
                  </a:lnTo>
                  <a:lnTo>
                    <a:pt x="1572935" y="2375879"/>
                  </a:lnTo>
                  <a:lnTo>
                    <a:pt x="1627741" y="2335334"/>
                  </a:lnTo>
                  <a:lnTo>
                    <a:pt x="1679502" y="2289975"/>
                  </a:lnTo>
                  <a:lnTo>
                    <a:pt x="1729050" y="2239364"/>
                  </a:lnTo>
                  <a:lnTo>
                    <a:pt x="1768425" y="2193925"/>
                  </a:lnTo>
                  <a:lnTo>
                    <a:pt x="1806749" y="2145351"/>
                  </a:lnTo>
                  <a:lnTo>
                    <a:pt x="1844712" y="2093124"/>
                  </a:lnTo>
                  <a:lnTo>
                    <a:pt x="1882553" y="2037172"/>
                  </a:lnTo>
                  <a:lnTo>
                    <a:pt x="1920456" y="1977482"/>
                  </a:lnTo>
                  <a:lnTo>
                    <a:pt x="1958562" y="1914115"/>
                  </a:lnTo>
                  <a:lnTo>
                    <a:pt x="1996965" y="1847204"/>
                  </a:lnTo>
                  <a:lnTo>
                    <a:pt x="2035721" y="1776965"/>
                  </a:lnTo>
                  <a:lnTo>
                    <a:pt x="2074852" y="1703695"/>
                  </a:lnTo>
                  <a:lnTo>
                    <a:pt x="2114346" y="1627768"/>
                  </a:lnTo>
                  <a:lnTo>
                    <a:pt x="2154163" y="1549634"/>
                  </a:lnTo>
                  <a:lnTo>
                    <a:pt x="2194240" y="1469807"/>
                  </a:lnTo>
                  <a:lnTo>
                    <a:pt x="2234497" y="1388850"/>
                  </a:lnTo>
                  <a:lnTo>
                    <a:pt x="2274838" y="1307362"/>
                  </a:lnTo>
                  <a:lnTo>
                    <a:pt x="2315166" y="1225960"/>
                  </a:lnTo>
                  <a:lnTo>
                    <a:pt x="2355382" y="1145256"/>
                  </a:lnTo>
                  <a:lnTo>
                    <a:pt x="2395395" y="1065842"/>
                  </a:lnTo>
                  <a:lnTo>
                    <a:pt x="2435128" y="988268"/>
                  </a:lnTo>
                  <a:lnTo>
                    <a:pt x="2474525" y="913033"/>
                  </a:lnTo>
                  <a:lnTo>
                    <a:pt x="2513552" y="840564"/>
                  </a:lnTo>
                  <a:lnTo>
                    <a:pt x="2552208" y="771218"/>
                  </a:lnTo>
                  <a:lnTo>
                    <a:pt x="2590521" y="705267"/>
                  </a:lnTo>
                  <a:lnTo>
                    <a:pt x="2628560" y="642904"/>
                  </a:lnTo>
                  <a:lnTo>
                    <a:pt x="2666430" y="584243"/>
                  </a:lnTo>
                  <a:lnTo>
                    <a:pt x="2704284" y="529322"/>
                  </a:lnTo>
                  <a:lnTo>
                    <a:pt x="2742320" y="478113"/>
                  </a:lnTo>
                  <a:lnTo>
                    <a:pt x="2770117" y="443302"/>
                  </a:lnTo>
                  <a:lnTo>
                    <a:pt x="2818406" y="388220"/>
                  </a:lnTo>
                  <a:lnTo>
                    <a:pt x="2868299" y="338593"/>
                  </a:lnTo>
                  <a:lnTo>
                    <a:pt x="2920552" y="294149"/>
                  </a:lnTo>
                  <a:lnTo>
                    <a:pt x="2976008" y="254427"/>
                  </a:lnTo>
                  <a:lnTo>
                    <a:pt x="3035529" y="218901"/>
                  </a:lnTo>
                  <a:lnTo>
                    <a:pt x="3099928" y="187062"/>
                  </a:lnTo>
                  <a:lnTo>
                    <a:pt x="3169874" y="158458"/>
                  </a:lnTo>
                  <a:lnTo>
                    <a:pt x="3245779" y="132721"/>
                  </a:lnTo>
                  <a:lnTo>
                    <a:pt x="3327644" y="109577"/>
                  </a:lnTo>
                  <a:lnTo>
                    <a:pt x="3414871" y="88851"/>
                  </a:lnTo>
                  <a:lnTo>
                    <a:pt x="3506070" y="70462"/>
                  </a:lnTo>
                  <a:lnTo>
                    <a:pt x="3598928" y="54409"/>
                  </a:lnTo>
                  <a:lnTo>
                    <a:pt x="3690199" y="40740"/>
                  </a:lnTo>
                  <a:lnTo>
                    <a:pt x="3775936" y="29508"/>
                  </a:lnTo>
                  <a:lnTo>
                    <a:pt x="3851990" y="20714"/>
                  </a:lnTo>
                  <a:lnTo>
                    <a:pt x="3914745" y="14261"/>
                  </a:lnTo>
                  <a:lnTo>
                    <a:pt x="3961886" y="9922"/>
                  </a:lnTo>
                  <a:lnTo>
                    <a:pt x="3992989" y="7348"/>
                  </a:lnTo>
                  <a:lnTo>
                    <a:pt x="4009733" y="6096"/>
                  </a:lnTo>
                  <a:lnTo>
                    <a:pt x="4015766" y="5687"/>
                  </a:lnTo>
                  <a:lnTo>
                    <a:pt x="4016409" y="5647"/>
                  </a:lnTo>
                  <a:lnTo>
                    <a:pt x="4538543" y="5647"/>
                  </a:lnTo>
                  <a:lnTo>
                    <a:pt x="4539630" y="5742"/>
                  </a:lnTo>
                  <a:lnTo>
                    <a:pt x="4546763" y="6419"/>
                  </a:lnTo>
                  <a:lnTo>
                    <a:pt x="4564689" y="8292"/>
                  </a:lnTo>
                  <a:lnTo>
                    <a:pt x="4596595" y="11975"/>
                  </a:lnTo>
                  <a:lnTo>
                    <a:pt x="4643849" y="18028"/>
                  </a:lnTo>
                  <a:lnTo>
                    <a:pt x="4705906" y="26892"/>
                  </a:lnTo>
                  <a:lnTo>
                    <a:pt x="4780528" y="38847"/>
                  </a:lnTo>
                  <a:lnTo>
                    <a:pt x="4864314" y="54014"/>
                  </a:lnTo>
                  <a:lnTo>
                    <a:pt x="4953397" y="72390"/>
                  </a:lnTo>
                  <a:lnTo>
                    <a:pt x="5044090" y="93906"/>
                  </a:lnTo>
                  <a:lnTo>
                    <a:pt x="5133337" y="118501"/>
                  </a:lnTo>
                  <a:lnTo>
                    <a:pt x="5218926" y="146169"/>
                  </a:lnTo>
                  <a:lnTo>
                    <a:pt x="5299493" y="177005"/>
                  </a:lnTo>
                  <a:lnTo>
                    <a:pt x="5374410" y="211219"/>
                  </a:lnTo>
                  <a:lnTo>
                    <a:pt x="5443613" y="249147"/>
                  </a:lnTo>
                  <a:lnTo>
                    <a:pt x="5507437" y="291245"/>
                  </a:lnTo>
                  <a:lnTo>
                    <a:pt x="5566473" y="338074"/>
                  </a:lnTo>
                  <a:lnTo>
                    <a:pt x="5621458" y="390280"/>
                  </a:lnTo>
                  <a:lnTo>
                    <a:pt x="5673190" y="448540"/>
                  </a:lnTo>
                  <a:lnTo>
                    <a:pt x="5722467" y="513482"/>
                  </a:lnTo>
                  <a:lnTo>
                    <a:pt x="5770021" y="585546"/>
                  </a:lnTo>
                  <a:lnTo>
                    <a:pt x="5784835" y="609894"/>
                  </a:lnTo>
                  <a:lnTo>
                    <a:pt x="5818509" y="668510"/>
                  </a:lnTo>
                  <a:lnTo>
                    <a:pt x="5851880" y="731000"/>
                  </a:lnTo>
                  <a:lnTo>
                    <a:pt x="5885116" y="797444"/>
                  </a:lnTo>
                  <a:lnTo>
                    <a:pt x="5918353" y="867871"/>
                  </a:lnTo>
                  <a:lnTo>
                    <a:pt x="5951699" y="942254"/>
                  </a:lnTo>
                  <a:lnTo>
                    <a:pt x="5985234" y="1020508"/>
                  </a:lnTo>
                  <a:lnTo>
                    <a:pt x="6019013" y="1102481"/>
                  </a:lnTo>
                  <a:lnTo>
                    <a:pt x="6053069" y="1187958"/>
                  </a:lnTo>
                  <a:lnTo>
                    <a:pt x="6087415" y="1276654"/>
                  </a:lnTo>
                  <a:lnTo>
                    <a:pt x="6122042" y="1368222"/>
                  </a:lnTo>
                  <a:lnTo>
                    <a:pt x="6156928" y="1462251"/>
                  </a:lnTo>
                  <a:lnTo>
                    <a:pt x="6192032" y="1558278"/>
                  </a:lnTo>
                  <a:lnTo>
                    <a:pt x="6227306" y="1655793"/>
                  </a:lnTo>
                  <a:lnTo>
                    <a:pt x="6262688" y="1754249"/>
                  </a:lnTo>
                  <a:lnTo>
                    <a:pt x="6298115" y="1853080"/>
                  </a:lnTo>
                  <a:lnTo>
                    <a:pt x="6333517" y="1951708"/>
                  </a:lnTo>
                  <a:lnTo>
                    <a:pt x="6368830" y="2049561"/>
                  </a:lnTo>
                  <a:lnTo>
                    <a:pt x="6403990" y="2146087"/>
                  </a:lnTo>
                  <a:lnTo>
                    <a:pt x="6438946" y="2240763"/>
                  </a:lnTo>
                  <a:lnTo>
                    <a:pt x="6473654" y="2333110"/>
                  </a:lnTo>
                  <a:lnTo>
                    <a:pt x="6508085" y="2422701"/>
                  </a:lnTo>
                  <a:lnTo>
                    <a:pt x="6542227" y="2509170"/>
                  </a:lnTo>
                  <a:lnTo>
                    <a:pt x="6576086" y="2592214"/>
                  </a:lnTo>
                  <a:lnTo>
                    <a:pt x="6609688" y="2671595"/>
                  </a:lnTo>
                  <a:lnTo>
                    <a:pt x="6643084" y="2747144"/>
                  </a:lnTo>
                  <a:lnTo>
                    <a:pt x="6676344" y="2818755"/>
                  </a:lnTo>
                  <a:lnTo>
                    <a:pt x="6709567" y="2886386"/>
                  </a:lnTo>
                  <a:lnTo>
                    <a:pt x="6742882" y="2950049"/>
                  </a:lnTo>
                  <a:lnTo>
                    <a:pt x="6776446" y="3009809"/>
                  </a:lnTo>
                  <a:lnTo>
                    <a:pt x="6786527" y="3026883"/>
                  </a:lnTo>
                  <a:lnTo>
                    <a:pt x="6833668" y="3101238"/>
                  </a:lnTo>
                  <a:lnTo>
                    <a:pt x="6882325" y="3168403"/>
                  </a:lnTo>
                  <a:lnTo>
                    <a:pt x="6933194" y="3228719"/>
                  </a:lnTo>
                  <a:lnTo>
                    <a:pt x="6987061" y="3282770"/>
                  </a:lnTo>
                  <a:lnTo>
                    <a:pt x="7044729" y="3331232"/>
                  </a:lnTo>
                  <a:lnTo>
                    <a:pt x="7106963" y="3374763"/>
                  </a:lnTo>
                  <a:lnTo>
                    <a:pt x="7174410" y="3413958"/>
                  </a:lnTo>
                  <a:lnTo>
                    <a:pt x="7247500" y="3449307"/>
                  </a:lnTo>
                  <a:lnTo>
                    <a:pt x="7326314" y="3481185"/>
                  </a:lnTo>
                  <a:lnTo>
                    <a:pt x="7410421" y="3509842"/>
                  </a:lnTo>
                  <a:lnTo>
                    <a:pt x="7498706" y="3535407"/>
                  </a:lnTo>
                  <a:lnTo>
                    <a:pt x="7589234" y="3557904"/>
                  </a:lnTo>
                  <a:lnTo>
                    <a:pt x="7679203" y="3577284"/>
                  </a:lnTo>
                  <a:lnTo>
                    <a:pt x="7765090" y="3593473"/>
                  </a:lnTo>
                  <a:lnTo>
                    <a:pt x="7843020" y="3606440"/>
                  </a:lnTo>
                  <a:lnTo>
                    <a:pt x="7909370" y="3616261"/>
                  </a:lnTo>
                  <a:lnTo>
                    <a:pt x="7961463" y="3623164"/>
                  </a:lnTo>
                  <a:lnTo>
                    <a:pt x="7998177" y="3627542"/>
                  </a:lnTo>
                  <a:lnTo>
                    <a:pt x="8020270" y="3629924"/>
                  </a:lnTo>
                  <a:lnTo>
                    <a:pt x="8030380" y="3630913"/>
                  </a:lnTo>
                  <a:lnTo>
                    <a:pt x="8032819" y="3631131"/>
                  </a:lnTo>
                  <a:lnTo>
                    <a:pt x="8554953" y="3631131"/>
                  </a:lnTo>
                  <a:lnTo>
                    <a:pt x="8554953" y="3625483"/>
                  </a:lnTo>
                  <a:lnTo>
                    <a:pt x="8032819" y="3625483"/>
                  </a:lnTo>
                  <a:lnTo>
                    <a:pt x="8031732" y="3625388"/>
                  </a:lnTo>
                  <a:lnTo>
                    <a:pt x="8024599" y="3624711"/>
                  </a:lnTo>
                  <a:lnTo>
                    <a:pt x="8006672" y="3622838"/>
                  </a:lnTo>
                  <a:lnTo>
                    <a:pt x="7974767" y="3619155"/>
                  </a:lnTo>
                  <a:lnTo>
                    <a:pt x="7927513" y="3613102"/>
                  </a:lnTo>
                  <a:lnTo>
                    <a:pt x="7865456" y="3604238"/>
                  </a:lnTo>
                  <a:lnTo>
                    <a:pt x="7790834" y="3592283"/>
                  </a:lnTo>
                  <a:lnTo>
                    <a:pt x="7707048" y="3577116"/>
                  </a:lnTo>
                  <a:lnTo>
                    <a:pt x="7617965" y="3558740"/>
                  </a:lnTo>
                  <a:lnTo>
                    <a:pt x="7527272" y="3537224"/>
                  </a:lnTo>
                  <a:lnTo>
                    <a:pt x="7438025" y="3512629"/>
                  </a:lnTo>
                  <a:lnTo>
                    <a:pt x="7352436" y="3484961"/>
                  </a:lnTo>
                  <a:lnTo>
                    <a:pt x="7271869" y="3454125"/>
                  </a:lnTo>
                  <a:lnTo>
                    <a:pt x="7196952" y="3419911"/>
                  </a:lnTo>
                  <a:lnTo>
                    <a:pt x="7127749" y="3381983"/>
                  </a:lnTo>
                  <a:lnTo>
                    <a:pt x="7063925" y="3339885"/>
                  </a:lnTo>
                  <a:lnTo>
                    <a:pt x="7004889" y="3293056"/>
                  </a:lnTo>
                  <a:lnTo>
                    <a:pt x="6949904" y="3240850"/>
                  </a:lnTo>
                  <a:lnTo>
                    <a:pt x="6898172" y="3182590"/>
                  </a:lnTo>
                  <a:lnTo>
                    <a:pt x="6848895" y="3117648"/>
                  </a:lnTo>
                  <a:lnTo>
                    <a:pt x="6801341" y="3045584"/>
                  </a:lnTo>
                  <a:lnTo>
                    <a:pt x="6786527" y="3021236"/>
                  </a:lnTo>
                  <a:lnTo>
                    <a:pt x="6752853" y="2962620"/>
                  </a:lnTo>
                  <a:lnTo>
                    <a:pt x="6719482" y="2900130"/>
                  </a:lnTo>
                  <a:lnTo>
                    <a:pt x="6686246" y="2833686"/>
                  </a:lnTo>
                  <a:lnTo>
                    <a:pt x="6653009" y="2763259"/>
                  </a:lnTo>
                  <a:lnTo>
                    <a:pt x="6619662" y="2688876"/>
                  </a:lnTo>
                  <a:lnTo>
                    <a:pt x="6586128" y="2610622"/>
                  </a:lnTo>
                  <a:lnTo>
                    <a:pt x="6552349" y="2528649"/>
                  </a:lnTo>
                  <a:lnTo>
                    <a:pt x="6518293" y="2443172"/>
                  </a:lnTo>
                  <a:lnTo>
                    <a:pt x="6483947" y="2354476"/>
                  </a:lnTo>
                  <a:lnTo>
                    <a:pt x="6449320" y="2262908"/>
                  </a:lnTo>
                  <a:lnTo>
                    <a:pt x="6414434" y="2168879"/>
                  </a:lnTo>
                  <a:lnTo>
                    <a:pt x="6379330" y="2072852"/>
                  </a:lnTo>
                  <a:lnTo>
                    <a:pt x="6344056" y="1975337"/>
                  </a:lnTo>
                  <a:lnTo>
                    <a:pt x="6308674" y="1876881"/>
                  </a:lnTo>
                  <a:lnTo>
                    <a:pt x="6273247" y="1778050"/>
                  </a:lnTo>
                  <a:lnTo>
                    <a:pt x="6237845" y="1679422"/>
                  </a:lnTo>
                  <a:lnTo>
                    <a:pt x="6202532" y="1581569"/>
                  </a:lnTo>
                  <a:lnTo>
                    <a:pt x="6167371" y="1485043"/>
                  </a:lnTo>
                  <a:lnTo>
                    <a:pt x="6132416" y="1390367"/>
                  </a:lnTo>
                  <a:lnTo>
                    <a:pt x="6097708" y="1298020"/>
                  </a:lnTo>
                  <a:lnTo>
                    <a:pt x="6063277" y="1208429"/>
                  </a:lnTo>
                  <a:lnTo>
                    <a:pt x="6029135" y="1121960"/>
                  </a:lnTo>
                  <a:lnTo>
                    <a:pt x="5995276" y="1038916"/>
                  </a:lnTo>
                  <a:lnTo>
                    <a:pt x="5961673" y="959535"/>
                  </a:lnTo>
                  <a:lnTo>
                    <a:pt x="5928278" y="883986"/>
                  </a:lnTo>
                  <a:lnTo>
                    <a:pt x="5895018" y="812375"/>
                  </a:lnTo>
                  <a:lnTo>
                    <a:pt x="5861795" y="744744"/>
                  </a:lnTo>
                  <a:lnTo>
                    <a:pt x="5828480" y="681081"/>
                  </a:lnTo>
                  <a:lnTo>
                    <a:pt x="5794916" y="621321"/>
                  </a:lnTo>
                  <a:lnTo>
                    <a:pt x="5784835" y="604247"/>
                  </a:lnTo>
                  <a:lnTo>
                    <a:pt x="5737693" y="529892"/>
                  </a:lnTo>
                  <a:lnTo>
                    <a:pt x="5689037" y="462727"/>
                  </a:lnTo>
                  <a:lnTo>
                    <a:pt x="5638168" y="402411"/>
                  </a:lnTo>
                  <a:lnTo>
                    <a:pt x="5584301" y="348360"/>
                  </a:lnTo>
                  <a:lnTo>
                    <a:pt x="5526633" y="299898"/>
                  </a:lnTo>
                  <a:lnTo>
                    <a:pt x="5464399" y="256367"/>
                  </a:lnTo>
                  <a:lnTo>
                    <a:pt x="5396952" y="217172"/>
                  </a:lnTo>
                  <a:lnTo>
                    <a:pt x="5323862" y="181823"/>
                  </a:lnTo>
                  <a:lnTo>
                    <a:pt x="5245048" y="149945"/>
                  </a:lnTo>
                  <a:lnTo>
                    <a:pt x="5160941" y="121288"/>
                  </a:lnTo>
                  <a:lnTo>
                    <a:pt x="5072656" y="95723"/>
                  </a:lnTo>
                  <a:lnTo>
                    <a:pt x="4982128" y="73226"/>
                  </a:lnTo>
                  <a:lnTo>
                    <a:pt x="4892159" y="53846"/>
                  </a:lnTo>
                  <a:lnTo>
                    <a:pt x="4806272" y="37657"/>
                  </a:lnTo>
                  <a:lnTo>
                    <a:pt x="4728342" y="24690"/>
                  </a:lnTo>
                  <a:lnTo>
                    <a:pt x="4661992" y="14869"/>
                  </a:lnTo>
                  <a:lnTo>
                    <a:pt x="4609899" y="7966"/>
                  </a:lnTo>
                  <a:lnTo>
                    <a:pt x="4573185" y="3588"/>
                  </a:lnTo>
                  <a:lnTo>
                    <a:pt x="4551091" y="1206"/>
                  </a:lnTo>
                  <a:lnTo>
                    <a:pt x="4540982" y="217"/>
                  </a:lnTo>
                  <a:lnTo>
                    <a:pt x="4538543" y="0"/>
                  </a:lnTo>
                  <a:lnTo>
                    <a:pt x="4016409" y="0"/>
                  </a:lnTo>
                  <a:lnTo>
                    <a:pt x="4015243" y="73"/>
                  </a:lnTo>
                  <a:lnTo>
                    <a:pt x="4007607" y="601"/>
                  </a:lnTo>
                  <a:lnTo>
                    <a:pt x="3988460" y="2058"/>
                  </a:lnTo>
                  <a:lnTo>
                    <a:pt x="3954494" y="4924"/>
                  </a:lnTo>
                  <a:lnTo>
                    <a:pt x="3904410" y="9625"/>
                  </a:lnTo>
                  <a:lnTo>
                    <a:pt x="3839007" y="16492"/>
                  </a:lnTo>
                  <a:lnTo>
                    <a:pt x="3760890" y="25728"/>
                  </a:lnTo>
                  <a:lnTo>
                    <a:pt x="3673831" y="37408"/>
                  </a:lnTo>
                  <a:lnTo>
                    <a:pt x="3581991" y="51516"/>
                  </a:lnTo>
                  <a:lnTo>
                    <a:pt x="3489219" y="67998"/>
                  </a:lnTo>
                  <a:lnTo>
                    <a:pt x="3398601" y="86811"/>
                  </a:lnTo>
                  <a:lnTo>
                    <a:pt x="3312275" y="107970"/>
                  </a:lnTo>
                  <a:lnTo>
                    <a:pt x="3231473" y="131572"/>
                  </a:lnTo>
                  <a:lnTo>
                    <a:pt x="3156670" y="157808"/>
                  </a:lnTo>
                  <a:lnTo>
                    <a:pt x="3087777" y="186973"/>
                  </a:lnTo>
                  <a:lnTo>
                    <a:pt x="3024324" y="219449"/>
                  </a:lnTo>
                  <a:lnTo>
                    <a:pt x="2965607" y="255702"/>
                  </a:lnTo>
                  <a:lnTo>
                    <a:pt x="2910801" y="296247"/>
                  </a:lnTo>
                  <a:lnTo>
                    <a:pt x="2859040" y="341605"/>
                  </a:lnTo>
                  <a:lnTo>
                    <a:pt x="2809492" y="392217"/>
                  </a:lnTo>
                  <a:lnTo>
                    <a:pt x="2770117" y="437655"/>
                  </a:lnTo>
                  <a:lnTo>
                    <a:pt x="2731793" y="486230"/>
                  </a:lnTo>
                  <a:lnTo>
                    <a:pt x="2693830" y="538456"/>
                  </a:lnTo>
                  <a:lnTo>
                    <a:pt x="2655989" y="594409"/>
                  </a:lnTo>
                  <a:lnTo>
                    <a:pt x="2618086" y="654098"/>
                  </a:lnTo>
                  <a:lnTo>
                    <a:pt x="2579980" y="717466"/>
                  </a:lnTo>
                  <a:lnTo>
                    <a:pt x="2541577" y="784377"/>
                  </a:lnTo>
                  <a:lnTo>
                    <a:pt x="2502821" y="854615"/>
                  </a:lnTo>
                  <a:lnTo>
                    <a:pt x="2463690" y="927886"/>
                  </a:lnTo>
                  <a:lnTo>
                    <a:pt x="2424196" y="1003813"/>
                  </a:lnTo>
                  <a:lnTo>
                    <a:pt x="2384379" y="1081946"/>
                  </a:lnTo>
                  <a:lnTo>
                    <a:pt x="2344302" y="1161774"/>
                  </a:lnTo>
                  <a:lnTo>
                    <a:pt x="2304045" y="1242731"/>
                  </a:lnTo>
                  <a:lnTo>
                    <a:pt x="2263704" y="1324218"/>
                  </a:lnTo>
                  <a:lnTo>
                    <a:pt x="2223376" y="1405620"/>
                  </a:lnTo>
                  <a:lnTo>
                    <a:pt x="2183160" y="1486324"/>
                  </a:lnTo>
                  <a:lnTo>
                    <a:pt x="2143147" y="1565739"/>
                  </a:lnTo>
                  <a:lnTo>
                    <a:pt x="2103414" y="1643312"/>
                  </a:lnTo>
                  <a:lnTo>
                    <a:pt x="2064017" y="1718548"/>
                  </a:lnTo>
                  <a:lnTo>
                    <a:pt x="2024990" y="1791016"/>
                  </a:lnTo>
                  <a:lnTo>
                    <a:pt x="1986334" y="1860363"/>
                  </a:lnTo>
                  <a:lnTo>
                    <a:pt x="1948021" y="1926314"/>
                  </a:lnTo>
                  <a:lnTo>
                    <a:pt x="1909982" y="1988677"/>
                  </a:lnTo>
                  <a:lnTo>
                    <a:pt x="1872112" y="2047338"/>
                  </a:lnTo>
                  <a:lnTo>
                    <a:pt x="1834258" y="2102259"/>
                  </a:lnTo>
                  <a:lnTo>
                    <a:pt x="1796222" y="2153468"/>
                  </a:lnTo>
                  <a:lnTo>
                    <a:pt x="1768425" y="2188278"/>
                  </a:lnTo>
                  <a:lnTo>
                    <a:pt x="1720136" y="2243361"/>
                  </a:lnTo>
                  <a:lnTo>
                    <a:pt x="1670243" y="2292988"/>
                  </a:lnTo>
                  <a:lnTo>
                    <a:pt x="1617990" y="2337431"/>
                  </a:lnTo>
                  <a:lnTo>
                    <a:pt x="1562534" y="2377154"/>
                  </a:lnTo>
                  <a:lnTo>
                    <a:pt x="1503013" y="2412680"/>
                  </a:lnTo>
                  <a:lnTo>
                    <a:pt x="1438614" y="2444519"/>
                  </a:lnTo>
                  <a:lnTo>
                    <a:pt x="1368669" y="2473122"/>
                  </a:lnTo>
                  <a:lnTo>
                    <a:pt x="1292763" y="2498859"/>
                  </a:lnTo>
                  <a:lnTo>
                    <a:pt x="1210898" y="2522004"/>
                  </a:lnTo>
                  <a:lnTo>
                    <a:pt x="1123672" y="2542730"/>
                  </a:lnTo>
                  <a:lnTo>
                    <a:pt x="1032472" y="2561119"/>
                  </a:lnTo>
                  <a:lnTo>
                    <a:pt x="939614" y="2577172"/>
                  </a:lnTo>
                  <a:lnTo>
                    <a:pt x="848343" y="2590840"/>
                  </a:lnTo>
                  <a:lnTo>
                    <a:pt x="762607" y="2602073"/>
                  </a:lnTo>
                  <a:lnTo>
                    <a:pt x="686552" y="2610867"/>
                  </a:lnTo>
                  <a:lnTo>
                    <a:pt x="623798" y="2617320"/>
                  </a:lnTo>
                  <a:lnTo>
                    <a:pt x="576656" y="2621658"/>
                  </a:lnTo>
                  <a:lnTo>
                    <a:pt x="545553" y="2624233"/>
                  </a:lnTo>
                  <a:lnTo>
                    <a:pt x="528809" y="2625484"/>
                  </a:lnTo>
                  <a:lnTo>
                    <a:pt x="522777" y="2625894"/>
                  </a:lnTo>
                  <a:lnTo>
                    <a:pt x="522133" y="2625934"/>
                  </a:lnTo>
                  <a:lnTo>
                    <a:pt x="0" y="2625934"/>
                  </a:lnTo>
                  <a:close/>
                </a:path>
              </a:pathLst>
            </a:custGeom>
            <a:solidFill>
              <a:srgbClr val="8BC34A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1518" name="pl1518"/>
            <p:cNvSpPr/>
            <p:nvPr/>
          </p:nvSpPr>
          <p:spPr>
            <a:xfrm>
              <a:off x="386606" y="2365804"/>
              <a:ext cx="8554953" cy="3625483"/>
            </a:xfrm>
            <a:custGeom>
              <a:avLst/>
              <a:pathLst>
                <a:path w="8554953" h="3625483">
                  <a:moveTo>
                    <a:pt x="0" y="2625934"/>
                  </a:moveTo>
                  <a:lnTo>
                    <a:pt x="522133" y="2625934"/>
                  </a:lnTo>
                  <a:lnTo>
                    <a:pt x="523299" y="2625860"/>
                  </a:lnTo>
                  <a:lnTo>
                    <a:pt x="530935" y="2625333"/>
                  </a:lnTo>
                  <a:lnTo>
                    <a:pt x="550082" y="2623875"/>
                  </a:lnTo>
                  <a:lnTo>
                    <a:pt x="584048" y="2621010"/>
                  </a:lnTo>
                  <a:lnTo>
                    <a:pt x="634132" y="2616309"/>
                  </a:lnTo>
                  <a:lnTo>
                    <a:pt x="699535" y="2609441"/>
                  </a:lnTo>
                  <a:lnTo>
                    <a:pt x="777653" y="2600206"/>
                  </a:lnTo>
                  <a:lnTo>
                    <a:pt x="864711" y="2588526"/>
                  </a:lnTo>
                  <a:lnTo>
                    <a:pt x="956551" y="2574418"/>
                  </a:lnTo>
                  <a:lnTo>
                    <a:pt x="1049323" y="2557936"/>
                  </a:lnTo>
                  <a:lnTo>
                    <a:pt x="1139942" y="2539123"/>
                  </a:lnTo>
                  <a:lnTo>
                    <a:pt x="1226267" y="2517964"/>
                  </a:lnTo>
                  <a:lnTo>
                    <a:pt x="1307069" y="2494362"/>
                  </a:lnTo>
                  <a:lnTo>
                    <a:pt x="1381872" y="2468125"/>
                  </a:lnTo>
                  <a:lnTo>
                    <a:pt x="1450765" y="2438961"/>
                  </a:lnTo>
                  <a:lnTo>
                    <a:pt x="1514218" y="2406485"/>
                  </a:lnTo>
                  <a:lnTo>
                    <a:pt x="1572935" y="2370232"/>
                  </a:lnTo>
                  <a:lnTo>
                    <a:pt x="1627741" y="2329687"/>
                  </a:lnTo>
                  <a:lnTo>
                    <a:pt x="1679502" y="2284328"/>
                  </a:lnTo>
                  <a:lnTo>
                    <a:pt x="1729050" y="2233717"/>
                  </a:lnTo>
                  <a:lnTo>
                    <a:pt x="1768425" y="2188278"/>
                  </a:lnTo>
                  <a:lnTo>
                    <a:pt x="1806749" y="2139704"/>
                  </a:lnTo>
                  <a:lnTo>
                    <a:pt x="1844712" y="2087477"/>
                  </a:lnTo>
                  <a:lnTo>
                    <a:pt x="1882553" y="2031525"/>
                  </a:lnTo>
                  <a:lnTo>
                    <a:pt x="1920456" y="1971835"/>
                  </a:lnTo>
                  <a:lnTo>
                    <a:pt x="1958562" y="1908468"/>
                  </a:lnTo>
                  <a:lnTo>
                    <a:pt x="1996965" y="1841557"/>
                  </a:lnTo>
                  <a:lnTo>
                    <a:pt x="2035721" y="1771318"/>
                  </a:lnTo>
                  <a:lnTo>
                    <a:pt x="2074852" y="1698048"/>
                  </a:lnTo>
                  <a:lnTo>
                    <a:pt x="2114346" y="1622121"/>
                  </a:lnTo>
                  <a:lnTo>
                    <a:pt x="2154163" y="1543987"/>
                  </a:lnTo>
                  <a:lnTo>
                    <a:pt x="2194240" y="1464160"/>
                  </a:lnTo>
                  <a:lnTo>
                    <a:pt x="2234497" y="1383203"/>
                  </a:lnTo>
                  <a:lnTo>
                    <a:pt x="2274838" y="1301715"/>
                  </a:lnTo>
                  <a:lnTo>
                    <a:pt x="2315166" y="1220313"/>
                  </a:lnTo>
                  <a:lnTo>
                    <a:pt x="2355382" y="1139609"/>
                  </a:lnTo>
                  <a:lnTo>
                    <a:pt x="2395395" y="1060195"/>
                  </a:lnTo>
                  <a:lnTo>
                    <a:pt x="2435128" y="982621"/>
                  </a:lnTo>
                  <a:lnTo>
                    <a:pt x="2474525" y="907385"/>
                  </a:lnTo>
                  <a:lnTo>
                    <a:pt x="2513552" y="834917"/>
                  </a:lnTo>
                  <a:lnTo>
                    <a:pt x="2552208" y="765571"/>
                  </a:lnTo>
                  <a:lnTo>
                    <a:pt x="2590521" y="699619"/>
                  </a:lnTo>
                  <a:lnTo>
                    <a:pt x="2628560" y="637257"/>
                  </a:lnTo>
                  <a:lnTo>
                    <a:pt x="2666430" y="578595"/>
                  </a:lnTo>
                  <a:lnTo>
                    <a:pt x="2704284" y="523675"/>
                  </a:lnTo>
                  <a:lnTo>
                    <a:pt x="2742320" y="472466"/>
                  </a:lnTo>
                  <a:lnTo>
                    <a:pt x="2770117" y="437655"/>
                  </a:lnTo>
                  <a:lnTo>
                    <a:pt x="2818406" y="382573"/>
                  </a:lnTo>
                  <a:lnTo>
                    <a:pt x="2868299" y="332946"/>
                  </a:lnTo>
                  <a:lnTo>
                    <a:pt x="2920552" y="288502"/>
                  </a:lnTo>
                  <a:lnTo>
                    <a:pt x="2976008" y="248780"/>
                  </a:lnTo>
                  <a:lnTo>
                    <a:pt x="3035529" y="213254"/>
                  </a:lnTo>
                  <a:lnTo>
                    <a:pt x="3099928" y="181415"/>
                  </a:lnTo>
                  <a:lnTo>
                    <a:pt x="3169874" y="152811"/>
                  </a:lnTo>
                  <a:lnTo>
                    <a:pt x="3245779" y="127074"/>
                  </a:lnTo>
                  <a:lnTo>
                    <a:pt x="3327644" y="103930"/>
                  </a:lnTo>
                  <a:lnTo>
                    <a:pt x="3414871" y="83203"/>
                  </a:lnTo>
                  <a:lnTo>
                    <a:pt x="3506070" y="64815"/>
                  </a:lnTo>
                  <a:lnTo>
                    <a:pt x="3598928" y="48762"/>
                  </a:lnTo>
                  <a:lnTo>
                    <a:pt x="3690199" y="35093"/>
                  </a:lnTo>
                  <a:lnTo>
                    <a:pt x="3775936" y="23861"/>
                  </a:lnTo>
                  <a:lnTo>
                    <a:pt x="3851990" y="15066"/>
                  </a:lnTo>
                  <a:lnTo>
                    <a:pt x="3914745" y="8613"/>
                  </a:lnTo>
                  <a:lnTo>
                    <a:pt x="3961886" y="4275"/>
                  </a:lnTo>
                  <a:lnTo>
                    <a:pt x="3992989" y="1701"/>
                  </a:lnTo>
                  <a:lnTo>
                    <a:pt x="4009733" y="449"/>
                  </a:lnTo>
                  <a:lnTo>
                    <a:pt x="4015766" y="40"/>
                  </a:lnTo>
                  <a:lnTo>
                    <a:pt x="4016409" y="0"/>
                  </a:lnTo>
                  <a:lnTo>
                    <a:pt x="4538543" y="0"/>
                  </a:lnTo>
                  <a:lnTo>
                    <a:pt x="4539630" y="94"/>
                  </a:lnTo>
                  <a:lnTo>
                    <a:pt x="4546763" y="772"/>
                  </a:lnTo>
                  <a:lnTo>
                    <a:pt x="4564689" y="2645"/>
                  </a:lnTo>
                  <a:lnTo>
                    <a:pt x="4596595" y="6328"/>
                  </a:lnTo>
                  <a:lnTo>
                    <a:pt x="4643849" y="12381"/>
                  </a:lnTo>
                  <a:lnTo>
                    <a:pt x="4705906" y="21244"/>
                  </a:lnTo>
                  <a:lnTo>
                    <a:pt x="4780528" y="33200"/>
                  </a:lnTo>
                  <a:lnTo>
                    <a:pt x="4864314" y="48367"/>
                  </a:lnTo>
                  <a:lnTo>
                    <a:pt x="4953397" y="66742"/>
                  </a:lnTo>
                  <a:lnTo>
                    <a:pt x="5044090" y="88259"/>
                  </a:lnTo>
                  <a:lnTo>
                    <a:pt x="5133337" y="112854"/>
                  </a:lnTo>
                  <a:lnTo>
                    <a:pt x="5218926" y="140522"/>
                  </a:lnTo>
                  <a:lnTo>
                    <a:pt x="5299493" y="171358"/>
                  </a:lnTo>
                  <a:lnTo>
                    <a:pt x="5374410" y="205572"/>
                  </a:lnTo>
                  <a:lnTo>
                    <a:pt x="5443613" y="243500"/>
                  </a:lnTo>
                  <a:lnTo>
                    <a:pt x="5507437" y="285597"/>
                  </a:lnTo>
                  <a:lnTo>
                    <a:pt x="5566473" y="332427"/>
                  </a:lnTo>
                  <a:lnTo>
                    <a:pt x="5621458" y="384633"/>
                  </a:lnTo>
                  <a:lnTo>
                    <a:pt x="5673190" y="442893"/>
                  </a:lnTo>
                  <a:lnTo>
                    <a:pt x="5722467" y="507835"/>
                  </a:lnTo>
                  <a:lnTo>
                    <a:pt x="5770021" y="579899"/>
                  </a:lnTo>
                  <a:lnTo>
                    <a:pt x="5784835" y="604247"/>
                  </a:lnTo>
                  <a:lnTo>
                    <a:pt x="5818509" y="662863"/>
                  </a:lnTo>
                  <a:lnTo>
                    <a:pt x="5851880" y="725353"/>
                  </a:lnTo>
                  <a:lnTo>
                    <a:pt x="5885116" y="791797"/>
                  </a:lnTo>
                  <a:lnTo>
                    <a:pt x="5918353" y="862224"/>
                  </a:lnTo>
                  <a:lnTo>
                    <a:pt x="5951699" y="936607"/>
                  </a:lnTo>
                  <a:lnTo>
                    <a:pt x="5985234" y="1014861"/>
                  </a:lnTo>
                  <a:lnTo>
                    <a:pt x="6019013" y="1096834"/>
                  </a:lnTo>
                  <a:lnTo>
                    <a:pt x="6053069" y="1182311"/>
                  </a:lnTo>
                  <a:lnTo>
                    <a:pt x="6087415" y="1271007"/>
                  </a:lnTo>
                  <a:lnTo>
                    <a:pt x="6122042" y="1362575"/>
                  </a:lnTo>
                  <a:lnTo>
                    <a:pt x="6156928" y="1456604"/>
                  </a:lnTo>
                  <a:lnTo>
                    <a:pt x="6192032" y="1552631"/>
                  </a:lnTo>
                  <a:lnTo>
                    <a:pt x="6227306" y="1650145"/>
                  </a:lnTo>
                  <a:lnTo>
                    <a:pt x="6262688" y="1748602"/>
                  </a:lnTo>
                  <a:lnTo>
                    <a:pt x="6298115" y="1847433"/>
                  </a:lnTo>
                  <a:lnTo>
                    <a:pt x="6333517" y="1946061"/>
                  </a:lnTo>
                  <a:lnTo>
                    <a:pt x="6368830" y="2043914"/>
                  </a:lnTo>
                  <a:lnTo>
                    <a:pt x="6403990" y="2140440"/>
                  </a:lnTo>
                  <a:lnTo>
                    <a:pt x="6438946" y="2235115"/>
                  </a:lnTo>
                  <a:lnTo>
                    <a:pt x="6473654" y="2327463"/>
                  </a:lnTo>
                  <a:lnTo>
                    <a:pt x="6508085" y="2417054"/>
                  </a:lnTo>
                  <a:lnTo>
                    <a:pt x="6542227" y="2503523"/>
                  </a:lnTo>
                  <a:lnTo>
                    <a:pt x="6576086" y="2586567"/>
                  </a:lnTo>
                  <a:lnTo>
                    <a:pt x="6609688" y="2665948"/>
                  </a:lnTo>
                  <a:lnTo>
                    <a:pt x="6643084" y="2741497"/>
                  </a:lnTo>
                  <a:lnTo>
                    <a:pt x="6676344" y="2813108"/>
                  </a:lnTo>
                  <a:lnTo>
                    <a:pt x="6709567" y="2880739"/>
                  </a:lnTo>
                  <a:lnTo>
                    <a:pt x="6742882" y="2944402"/>
                  </a:lnTo>
                  <a:lnTo>
                    <a:pt x="6776446" y="3004161"/>
                  </a:lnTo>
                  <a:lnTo>
                    <a:pt x="6786527" y="3021236"/>
                  </a:lnTo>
                  <a:lnTo>
                    <a:pt x="6833668" y="3095590"/>
                  </a:lnTo>
                  <a:lnTo>
                    <a:pt x="6882325" y="3162756"/>
                  </a:lnTo>
                  <a:lnTo>
                    <a:pt x="6933194" y="3223072"/>
                  </a:lnTo>
                  <a:lnTo>
                    <a:pt x="6987061" y="3277123"/>
                  </a:lnTo>
                  <a:lnTo>
                    <a:pt x="7044729" y="3325585"/>
                  </a:lnTo>
                  <a:lnTo>
                    <a:pt x="7106963" y="3369116"/>
                  </a:lnTo>
                  <a:lnTo>
                    <a:pt x="7174410" y="3408311"/>
                  </a:lnTo>
                  <a:lnTo>
                    <a:pt x="7247500" y="3443660"/>
                  </a:lnTo>
                  <a:lnTo>
                    <a:pt x="7326314" y="3475538"/>
                  </a:lnTo>
                  <a:lnTo>
                    <a:pt x="7410421" y="3504195"/>
                  </a:lnTo>
                  <a:lnTo>
                    <a:pt x="7498706" y="3529760"/>
                  </a:lnTo>
                  <a:lnTo>
                    <a:pt x="7589234" y="3552257"/>
                  </a:lnTo>
                  <a:lnTo>
                    <a:pt x="7679203" y="3571637"/>
                  </a:lnTo>
                  <a:lnTo>
                    <a:pt x="7765090" y="3587826"/>
                  </a:lnTo>
                  <a:lnTo>
                    <a:pt x="7843020" y="3600793"/>
                  </a:lnTo>
                  <a:lnTo>
                    <a:pt x="7909370" y="3610614"/>
                  </a:lnTo>
                  <a:lnTo>
                    <a:pt x="7961463" y="3617517"/>
                  </a:lnTo>
                  <a:lnTo>
                    <a:pt x="7998177" y="3621895"/>
                  </a:lnTo>
                  <a:lnTo>
                    <a:pt x="8020270" y="3624276"/>
                  </a:lnTo>
                  <a:lnTo>
                    <a:pt x="8030380" y="3625265"/>
                  </a:lnTo>
                  <a:lnTo>
                    <a:pt x="8032783" y="3625480"/>
                  </a:lnTo>
                  <a:lnTo>
                    <a:pt x="8032819" y="3625483"/>
                  </a:lnTo>
                  <a:lnTo>
                    <a:pt x="8554953" y="3625483"/>
                  </a:lnTo>
                  <a:lnTo>
                    <a:pt x="8554953" y="3625483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519" name="pl1519"/>
            <p:cNvSpPr/>
            <p:nvPr/>
          </p:nvSpPr>
          <p:spPr>
            <a:xfrm>
              <a:off x="386606" y="2360156"/>
              <a:ext cx="8554953" cy="3625483"/>
            </a:xfrm>
            <a:custGeom>
              <a:avLst/>
              <a:pathLst>
                <a:path w="8554953" h="3625483">
                  <a:moveTo>
                    <a:pt x="8554953" y="3625483"/>
                  </a:moveTo>
                  <a:lnTo>
                    <a:pt x="8032819" y="3625483"/>
                  </a:lnTo>
                  <a:lnTo>
                    <a:pt x="8031732" y="3625388"/>
                  </a:lnTo>
                  <a:lnTo>
                    <a:pt x="8024599" y="3624711"/>
                  </a:lnTo>
                  <a:lnTo>
                    <a:pt x="8006672" y="3622838"/>
                  </a:lnTo>
                  <a:lnTo>
                    <a:pt x="7974767" y="3619155"/>
                  </a:lnTo>
                  <a:lnTo>
                    <a:pt x="7927513" y="3613102"/>
                  </a:lnTo>
                  <a:lnTo>
                    <a:pt x="7865456" y="3604238"/>
                  </a:lnTo>
                  <a:lnTo>
                    <a:pt x="7790834" y="3592283"/>
                  </a:lnTo>
                  <a:lnTo>
                    <a:pt x="7707048" y="3577116"/>
                  </a:lnTo>
                  <a:lnTo>
                    <a:pt x="7617965" y="3558740"/>
                  </a:lnTo>
                  <a:lnTo>
                    <a:pt x="7527272" y="3537224"/>
                  </a:lnTo>
                  <a:lnTo>
                    <a:pt x="7438025" y="3512629"/>
                  </a:lnTo>
                  <a:lnTo>
                    <a:pt x="7352436" y="3484961"/>
                  </a:lnTo>
                  <a:lnTo>
                    <a:pt x="7271869" y="3454125"/>
                  </a:lnTo>
                  <a:lnTo>
                    <a:pt x="7196952" y="3419911"/>
                  </a:lnTo>
                  <a:lnTo>
                    <a:pt x="7127749" y="3381983"/>
                  </a:lnTo>
                  <a:lnTo>
                    <a:pt x="7063925" y="3339885"/>
                  </a:lnTo>
                  <a:lnTo>
                    <a:pt x="7004889" y="3293056"/>
                  </a:lnTo>
                  <a:lnTo>
                    <a:pt x="6949904" y="3240850"/>
                  </a:lnTo>
                  <a:lnTo>
                    <a:pt x="6898172" y="3182590"/>
                  </a:lnTo>
                  <a:lnTo>
                    <a:pt x="6848895" y="3117648"/>
                  </a:lnTo>
                  <a:lnTo>
                    <a:pt x="6801341" y="3045584"/>
                  </a:lnTo>
                  <a:lnTo>
                    <a:pt x="6786527" y="3021236"/>
                  </a:lnTo>
                  <a:lnTo>
                    <a:pt x="6752853" y="2962620"/>
                  </a:lnTo>
                  <a:lnTo>
                    <a:pt x="6719482" y="2900130"/>
                  </a:lnTo>
                  <a:lnTo>
                    <a:pt x="6686246" y="2833686"/>
                  </a:lnTo>
                  <a:lnTo>
                    <a:pt x="6653009" y="2763259"/>
                  </a:lnTo>
                  <a:lnTo>
                    <a:pt x="6619662" y="2688876"/>
                  </a:lnTo>
                  <a:lnTo>
                    <a:pt x="6586128" y="2610622"/>
                  </a:lnTo>
                  <a:lnTo>
                    <a:pt x="6552349" y="2528649"/>
                  </a:lnTo>
                  <a:lnTo>
                    <a:pt x="6518293" y="2443172"/>
                  </a:lnTo>
                  <a:lnTo>
                    <a:pt x="6483947" y="2354476"/>
                  </a:lnTo>
                  <a:lnTo>
                    <a:pt x="6449320" y="2262908"/>
                  </a:lnTo>
                  <a:lnTo>
                    <a:pt x="6414434" y="2168879"/>
                  </a:lnTo>
                  <a:lnTo>
                    <a:pt x="6379330" y="2072852"/>
                  </a:lnTo>
                  <a:lnTo>
                    <a:pt x="6344056" y="1975337"/>
                  </a:lnTo>
                  <a:lnTo>
                    <a:pt x="6308674" y="1876881"/>
                  </a:lnTo>
                  <a:lnTo>
                    <a:pt x="6273247" y="1778050"/>
                  </a:lnTo>
                  <a:lnTo>
                    <a:pt x="6237845" y="1679422"/>
                  </a:lnTo>
                  <a:lnTo>
                    <a:pt x="6202532" y="1581569"/>
                  </a:lnTo>
                  <a:lnTo>
                    <a:pt x="6167371" y="1485043"/>
                  </a:lnTo>
                  <a:lnTo>
                    <a:pt x="6132416" y="1390367"/>
                  </a:lnTo>
                  <a:lnTo>
                    <a:pt x="6097708" y="1298020"/>
                  </a:lnTo>
                  <a:lnTo>
                    <a:pt x="6063277" y="1208429"/>
                  </a:lnTo>
                  <a:lnTo>
                    <a:pt x="6029135" y="1121960"/>
                  </a:lnTo>
                  <a:lnTo>
                    <a:pt x="5995276" y="1038916"/>
                  </a:lnTo>
                  <a:lnTo>
                    <a:pt x="5961673" y="959535"/>
                  </a:lnTo>
                  <a:lnTo>
                    <a:pt x="5928278" y="883986"/>
                  </a:lnTo>
                  <a:lnTo>
                    <a:pt x="5895018" y="812375"/>
                  </a:lnTo>
                  <a:lnTo>
                    <a:pt x="5861795" y="744744"/>
                  </a:lnTo>
                  <a:lnTo>
                    <a:pt x="5828480" y="681081"/>
                  </a:lnTo>
                  <a:lnTo>
                    <a:pt x="5794916" y="621321"/>
                  </a:lnTo>
                  <a:lnTo>
                    <a:pt x="5784835" y="604247"/>
                  </a:lnTo>
                  <a:lnTo>
                    <a:pt x="5737693" y="529892"/>
                  </a:lnTo>
                  <a:lnTo>
                    <a:pt x="5689037" y="462727"/>
                  </a:lnTo>
                  <a:lnTo>
                    <a:pt x="5638168" y="402411"/>
                  </a:lnTo>
                  <a:lnTo>
                    <a:pt x="5584301" y="348360"/>
                  </a:lnTo>
                  <a:lnTo>
                    <a:pt x="5526633" y="299898"/>
                  </a:lnTo>
                  <a:lnTo>
                    <a:pt x="5464399" y="256367"/>
                  </a:lnTo>
                  <a:lnTo>
                    <a:pt x="5396952" y="217172"/>
                  </a:lnTo>
                  <a:lnTo>
                    <a:pt x="5323862" y="181823"/>
                  </a:lnTo>
                  <a:lnTo>
                    <a:pt x="5245048" y="149945"/>
                  </a:lnTo>
                  <a:lnTo>
                    <a:pt x="5160941" y="121288"/>
                  </a:lnTo>
                  <a:lnTo>
                    <a:pt x="5072656" y="95723"/>
                  </a:lnTo>
                  <a:lnTo>
                    <a:pt x="4982128" y="73226"/>
                  </a:lnTo>
                  <a:lnTo>
                    <a:pt x="4892159" y="53846"/>
                  </a:lnTo>
                  <a:lnTo>
                    <a:pt x="4806272" y="37657"/>
                  </a:lnTo>
                  <a:lnTo>
                    <a:pt x="4728342" y="24690"/>
                  </a:lnTo>
                  <a:lnTo>
                    <a:pt x="4661992" y="14869"/>
                  </a:lnTo>
                  <a:lnTo>
                    <a:pt x="4609899" y="7966"/>
                  </a:lnTo>
                  <a:lnTo>
                    <a:pt x="4573185" y="3588"/>
                  </a:lnTo>
                  <a:lnTo>
                    <a:pt x="4551091" y="1206"/>
                  </a:lnTo>
                  <a:lnTo>
                    <a:pt x="4540982" y="217"/>
                  </a:lnTo>
                  <a:lnTo>
                    <a:pt x="4538579" y="2"/>
                  </a:lnTo>
                  <a:lnTo>
                    <a:pt x="4538543" y="0"/>
                  </a:lnTo>
                  <a:lnTo>
                    <a:pt x="4016409" y="0"/>
                  </a:lnTo>
                  <a:lnTo>
                    <a:pt x="4015243" y="73"/>
                  </a:lnTo>
                  <a:lnTo>
                    <a:pt x="4007607" y="601"/>
                  </a:lnTo>
                  <a:lnTo>
                    <a:pt x="3988460" y="2058"/>
                  </a:lnTo>
                  <a:lnTo>
                    <a:pt x="3954494" y="4924"/>
                  </a:lnTo>
                  <a:lnTo>
                    <a:pt x="3904410" y="9625"/>
                  </a:lnTo>
                  <a:lnTo>
                    <a:pt x="3839007" y="16492"/>
                  </a:lnTo>
                  <a:lnTo>
                    <a:pt x="3760890" y="25728"/>
                  </a:lnTo>
                  <a:lnTo>
                    <a:pt x="3673831" y="37408"/>
                  </a:lnTo>
                  <a:lnTo>
                    <a:pt x="3581991" y="51516"/>
                  </a:lnTo>
                  <a:lnTo>
                    <a:pt x="3489219" y="67998"/>
                  </a:lnTo>
                  <a:lnTo>
                    <a:pt x="3398601" y="86811"/>
                  </a:lnTo>
                  <a:lnTo>
                    <a:pt x="3312275" y="107970"/>
                  </a:lnTo>
                  <a:lnTo>
                    <a:pt x="3231473" y="131572"/>
                  </a:lnTo>
                  <a:lnTo>
                    <a:pt x="3156670" y="157808"/>
                  </a:lnTo>
                  <a:lnTo>
                    <a:pt x="3087777" y="186973"/>
                  </a:lnTo>
                  <a:lnTo>
                    <a:pt x="3024324" y="219449"/>
                  </a:lnTo>
                  <a:lnTo>
                    <a:pt x="2965607" y="255702"/>
                  </a:lnTo>
                  <a:lnTo>
                    <a:pt x="2910801" y="296247"/>
                  </a:lnTo>
                  <a:lnTo>
                    <a:pt x="2859040" y="341605"/>
                  </a:lnTo>
                  <a:lnTo>
                    <a:pt x="2809492" y="392217"/>
                  </a:lnTo>
                  <a:lnTo>
                    <a:pt x="2770117" y="437655"/>
                  </a:lnTo>
                  <a:lnTo>
                    <a:pt x="2731793" y="486230"/>
                  </a:lnTo>
                  <a:lnTo>
                    <a:pt x="2693830" y="538456"/>
                  </a:lnTo>
                  <a:lnTo>
                    <a:pt x="2655989" y="594409"/>
                  </a:lnTo>
                  <a:lnTo>
                    <a:pt x="2618086" y="654098"/>
                  </a:lnTo>
                  <a:lnTo>
                    <a:pt x="2579980" y="717466"/>
                  </a:lnTo>
                  <a:lnTo>
                    <a:pt x="2541577" y="784377"/>
                  </a:lnTo>
                  <a:lnTo>
                    <a:pt x="2502821" y="854615"/>
                  </a:lnTo>
                  <a:lnTo>
                    <a:pt x="2463690" y="927886"/>
                  </a:lnTo>
                  <a:lnTo>
                    <a:pt x="2424196" y="1003813"/>
                  </a:lnTo>
                  <a:lnTo>
                    <a:pt x="2384379" y="1081946"/>
                  </a:lnTo>
                  <a:lnTo>
                    <a:pt x="2344302" y="1161774"/>
                  </a:lnTo>
                  <a:lnTo>
                    <a:pt x="2304045" y="1242731"/>
                  </a:lnTo>
                  <a:lnTo>
                    <a:pt x="2263704" y="1324218"/>
                  </a:lnTo>
                  <a:lnTo>
                    <a:pt x="2223376" y="1405620"/>
                  </a:lnTo>
                  <a:lnTo>
                    <a:pt x="2183160" y="1486324"/>
                  </a:lnTo>
                  <a:lnTo>
                    <a:pt x="2143147" y="1565739"/>
                  </a:lnTo>
                  <a:lnTo>
                    <a:pt x="2103414" y="1643312"/>
                  </a:lnTo>
                  <a:lnTo>
                    <a:pt x="2064017" y="1718548"/>
                  </a:lnTo>
                  <a:lnTo>
                    <a:pt x="2024990" y="1791016"/>
                  </a:lnTo>
                  <a:lnTo>
                    <a:pt x="1986334" y="1860363"/>
                  </a:lnTo>
                  <a:lnTo>
                    <a:pt x="1948021" y="1926314"/>
                  </a:lnTo>
                  <a:lnTo>
                    <a:pt x="1909982" y="1988677"/>
                  </a:lnTo>
                  <a:lnTo>
                    <a:pt x="1872112" y="2047338"/>
                  </a:lnTo>
                  <a:lnTo>
                    <a:pt x="1834258" y="2102259"/>
                  </a:lnTo>
                  <a:lnTo>
                    <a:pt x="1796222" y="2153468"/>
                  </a:lnTo>
                  <a:lnTo>
                    <a:pt x="1768425" y="2188278"/>
                  </a:lnTo>
                  <a:lnTo>
                    <a:pt x="1720136" y="2243361"/>
                  </a:lnTo>
                  <a:lnTo>
                    <a:pt x="1670243" y="2292988"/>
                  </a:lnTo>
                  <a:lnTo>
                    <a:pt x="1617990" y="2337431"/>
                  </a:lnTo>
                  <a:lnTo>
                    <a:pt x="1562534" y="2377154"/>
                  </a:lnTo>
                  <a:lnTo>
                    <a:pt x="1503013" y="2412680"/>
                  </a:lnTo>
                  <a:lnTo>
                    <a:pt x="1438614" y="2444519"/>
                  </a:lnTo>
                  <a:lnTo>
                    <a:pt x="1368669" y="2473122"/>
                  </a:lnTo>
                  <a:lnTo>
                    <a:pt x="1292763" y="2498859"/>
                  </a:lnTo>
                  <a:lnTo>
                    <a:pt x="1210898" y="2522004"/>
                  </a:lnTo>
                  <a:lnTo>
                    <a:pt x="1123672" y="2542730"/>
                  </a:lnTo>
                  <a:lnTo>
                    <a:pt x="1032472" y="2561119"/>
                  </a:lnTo>
                  <a:lnTo>
                    <a:pt x="939614" y="2577172"/>
                  </a:lnTo>
                  <a:lnTo>
                    <a:pt x="848343" y="2590840"/>
                  </a:lnTo>
                  <a:lnTo>
                    <a:pt x="762607" y="2602073"/>
                  </a:lnTo>
                  <a:lnTo>
                    <a:pt x="686552" y="2610867"/>
                  </a:lnTo>
                  <a:lnTo>
                    <a:pt x="623798" y="2617320"/>
                  </a:lnTo>
                  <a:lnTo>
                    <a:pt x="576656" y="2621658"/>
                  </a:lnTo>
                  <a:lnTo>
                    <a:pt x="545553" y="2624233"/>
                  </a:lnTo>
                  <a:lnTo>
                    <a:pt x="528809" y="2625484"/>
                  </a:lnTo>
                  <a:lnTo>
                    <a:pt x="522777" y="2625894"/>
                  </a:lnTo>
                  <a:lnTo>
                    <a:pt x="522133" y="2625934"/>
                  </a:lnTo>
                  <a:lnTo>
                    <a:pt x="0" y="2625934"/>
                  </a:lnTo>
                  <a:lnTo>
                    <a:pt x="0" y="2625934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520" name="pg1520"/>
            <p:cNvSpPr/>
            <p:nvPr/>
          </p:nvSpPr>
          <p:spPr>
            <a:xfrm>
              <a:off x="386606" y="3207232"/>
              <a:ext cx="8554953" cy="1886155"/>
            </a:xfrm>
            <a:custGeom>
              <a:avLst/>
              <a:pathLst>
                <a:path w="8554953" h="1886155">
                  <a:moveTo>
                    <a:pt x="0" y="1886155"/>
                  </a:moveTo>
                  <a:lnTo>
                    <a:pt x="522133" y="1886155"/>
                  </a:lnTo>
                  <a:lnTo>
                    <a:pt x="523402" y="1886147"/>
                  </a:lnTo>
                  <a:lnTo>
                    <a:pt x="531695" y="1886088"/>
                  </a:lnTo>
                  <a:lnTo>
                    <a:pt x="552430" y="1885928"/>
                  </a:lnTo>
                  <a:lnTo>
                    <a:pt x="589059" y="1885612"/>
                  </a:lnTo>
                  <a:lnTo>
                    <a:pt x="642763" y="1885095"/>
                  </a:lnTo>
                  <a:lnTo>
                    <a:pt x="712387" y="1884342"/>
                  </a:lnTo>
                  <a:lnTo>
                    <a:pt x="794840" y="1883333"/>
                  </a:lnTo>
                  <a:lnTo>
                    <a:pt x="885870" y="1882063"/>
                  </a:lnTo>
                  <a:lnTo>
                    <a:pt x="980962" y="1880533"/>
                  </a:lnTo>
                  <a:lnTo>
                    <a:pt x="1076096" y="1878751"/>
                  </a:lnTo>
                  <a:lnTo>
                    <a:pt x="1168189" y="1876720"/>
                  </a:lnTo>
                  <a:lnTo>
                    <a:pt x="1255222" y="1874435"/>
                  </a:lnTo>
                  <a:lnTo>
                    <a:pt x="1336151" y="1871883"/>
                  </a:lnTo>
                  <a:lnTo>
                    <a:pt x="1410705" y="1869038"/>
                  </a:lnTo>
                  <a:lnTo>
                    <a:pt x="1479165" y="1865864"/>
                  </a:lnTo>
                  <a:lnTo>
                    <a:pt x="1542167" y="1862314"/>
                  </a:lnTo>
                  <a:lnTo>
                    <a:pt x="1600552" y="1858335"/>
                  </a:lnTo>
                  <a:lnTo>
                    <a:pt x="1655248" y="1853868"/>
                  </a:lnTo>
                  <a:lnTo>
                    <a:pt x="1707190" y="1848859"/>
                  </a:lnTo>
                  <a:lnTo>
                    <a:pt x="1757235" y="1843271"/>
                  </a:lnTo>
                  <a:lnTo>
                    <a:pt x="1768425" y="1841918"/>
                  </a:lnTo>
                  <a:lnTo>
                    <a:pt x="1822272" y="1834899"/>
                  </a:lnTo>
                  <a:lnTo>
                    <a:pt x="1875600" y="1827142"/>
                  </a:lnTo>
                  <a:lnTo>
                    <a:pt x="1928986" y="1818636"/>
                  </a:lnTo>
                  <a:lnTo>
                    <a:pt x="1982814" y="1809399"/>
                  </a:lnTo>
                  <a:lnTo>
                    <a:pt x="2037305" y="1799479"/>
                  </a:lnTo>
                  <a:lnTo>
                    <a:pt x="2092534" y="1788955"/>
                  </a:lnTo>
                  <a:lnTo>
                    <a:pt x="2148449" y="1777938"/>
                  </a:lnTo>
                  <a:lnTo>
                    <a:pt x="2204897" y="1766568"/>
                  </a:lnTo>
                  <a:lnTo>
                    <a:pt x="2261651" y="1755003"/>
                  </a:lnTo>
                  <a:lnTo>
                    <a:pt x="2318443" y="1743414"/>
                  </a:lnTo>
                  <a:lnTo>
                    <a:pt x="2374998" y="1731975"/>
                  </a:lnTo>
                  <a:lnTo>
                    <a:pt x="2431074" y="1720849"/>
                  </a:lnTo>
                  <a:lnTo>
                    <a:pt x="2486497" y="1710181"/>
                  </a:lnTo>
                  <a:lnTo>
                    <a:pt x="2541184" y="1700089"/>
                  </a:lnTo>
                  <a:lnTo>
                    <a:pt x="2595175" y="1690663"/>
                  </a:lnTo>
                  <a:lnTo>
                    <a:pt x="2648648" y="1681958"/>
                  </a:lnTo>
                  <a:lnTo>
                    <a:pt x="2701944" y="1674000"/>
                  </a:lnTo>
                  <a:lnTo>
                    <a:pt x="2755583" y="1666785"/>
                  </a:lnTo>
                  <a:lnTo>
                    <a:pt x="2770117" y="1664974"/>
                  </a:lnTo>
                  <a:lnTo>
                    <a:pt x="2819835" y="1659252"/>
                  </a:lnTo>
                  <a:lnTo>
                    <a:pt x="2871275" y="1654114"/>
                  </a:lnTo>
                  <a:lnTo>
                    <a:pt x="2925265" y="1649528"/>
                  </a:lnTo>
                  <a:lnTo>
                    <a:pt x="2982728" y="1645443"/>
                  </a:lnTo>
                  <a:lnTo>
                    <a:pt x="3044602" y="1641801"/>
                  </a:lnTo>
                  <a:lnTo>
                    <a:pt x="3111755" y="1638546"/>
                  </a:lnTo>
                  <a:lnTo>
                    <a:pt x="3184884" y="1635629"/>
                  </a:lnTo>
                  <a:lnTo>
                    <a:pt x="3264364" y="1633013"/>
                  </a:lnTo>
                  <a:lnTo>
                    <a:pt x="3350069" y="1630669"/>
                  </a:lnTo>
                  <a:lnTo>
                    <a:pt x="3441152" y="1628581"/>
                  </a:lnTo>
                  <a:lnTo>
                    <a:pt x="3535827" y="1626742"/>
                  </a:lnTo>
                  <a:lnTo>
                    <a:pt x="3631253" y="1625155"/>
                  </a:lnTo>
                  <a:lnTo>
                    <a:pt x="3723595" y="1623825"/>
                  </a:lnTo>
                  <a:lnTo>
                    <a:pt x="3808395" y="1622757"/>
                  </a:lnTo>
                  <a:lnTo>
                    <a:pt x="3881264" y="1621947"/>
                  </a:lnTo>
                  <a:lnTo>
                    <a:pt x="3938767" y="1621379"/>
                  </a:lnTo>
                  <a:lnTo>
                    <a:pt x="3979261" y="1621021"/>
                  </a:lnTo>
                  <a:lnTo>
                    <a:pt x="4003383" y="1620830"/>
                  </a:lnTo>
                  <a:lnTo>
                    <a:pt x="4014095" y="1620753"/>
                  </a:lnTo>
                  <a:lnTo>
                    <a:pt x="4016409" y="1620738"/>
                  </a:lnTo>
                  <a:lnTo>
                    <a:pt x="4538543" y="1620738"/>
                  </a:lnTo>
                  <a:lnTo>
                    <a:pt x="4539771" y="1620690"/>
                  </a:lnTo>
                  <a:lnTo>
                    <a:pt x="4547805" y="1620348"/>
                  </a:lnTo>
                  <a:lnTo>
                    <a:pt x="4567913" y="1619401"/>
                  </a:lnTo>
                  <a:lnTo>
                    <a:pt x="4603494" y="1617543"/>
                  </a:lnTo>
                  <a:lnTo>
                    <a:pt x="4655778" y="1614497"/>
                  </a:lnTo>
                  <a:lnTo>
                    <a:pt x="4723754" y="1610057"/>
                  </a:lnTo>
                  <a:lnTo>
                    <a:pt x="4804525" y="1604099"/>
                  </a:lnTo>
                  <a:lnTo>
                    <a:pt x="4894025" y="1596583"/>
                  </a:lnTo>
                  <a:lnTo>
                    <a:pt x="4987877" y="1587523"/>
                  </a:lnTo>
                  <a:lnTo>
                    <a:pt x="5082122" y="1576957"/>
                  </a:lnTo>
                  <a:lnTo>
                    <a:pt x="5173672" y="1564906"/>
                  </a:lnTo>
                  <a:lnTo>
                    <a:pt x="5260456" y="1551353"/>
                  </a:lnTo>
                  <a:lnTo>
                    <a:pt x="5341356" y="1536223"/>
                  </a:lnTo>
                  <a:lnTo>
                    <a:pt x="5416020" y="1519376"/>
                  </a:lnTo>
                  <a:lnTo>
                    <a:pt x="5484653" y="1500607"/>
                  </a:lnTo>
                  <a:lnTo>
                    <a:pt x="5547827" y="1479654"/>
                  </a:lnTo>
                  <a:lnTo>
                    <a:pt x="5606330" y="1456202"/>
                  </a:lnTo>
                  <a:lnTo>
                    <a:pt x="5661054" y="1429913"/>
                  </a:lnTo>
                  <a:lnTo>
                    <a:pt x="5712906" y="1400459"/>
                  </a:lnTo>
                  <a:lnTo>
                    <a:pt x="5762737" y="1367589"/>
                  </a:lnTo>
                  <a:lnTo>
                    <a:pt x="5784835" y="1351556"/>
                  </a:lnTo>
                  <a:lnTo>
                    <a:pt x="5829673" y="1316345"/>
                  </a:lnTo>
                  <a:lnTo>
                    <a:pt x="5874075" y="1278040"/>
                  </a:lnTo>
                  <a:lnTo>
                    <a:pt x="5918402" y="1236585"/>
                  </a:lnTo>
                  <a:lnTo>
                    <a:pt x="5962918" y="1191997"/>
                  </a:lnTo>
                  <a:lnTo>
                    <a:pt x="6007806" y="1144379"/>
                  </a:lnTo>
                  <a:lnTo>
                    <a:pt x="6053169" y="1093926"/>
                  </a:lnTo>
                  <a:lnTo>
                    <a:pt x="6099044" y="1040924"/>
                  </a:lnTo>
                  <a:lnTo>
                    <a:pt x="6145408" y="985755"/>
                  </a:lnTo>
                  <a:lnTo>
                    <a:pt x="6192186" y="928879"/>
                  </a:lnTo>
                  <a:lnTo>
                    <a:pt x="6239262" y="870828"/>
                  </a:lnTo>
                  <a:lnTo>
                    <a:pt x="6286494" y="812182"/>
                  </a:lnTo>
                  <a:lnTo>
                    <a:pt x="6333723" y="753546"/>
                  </a:lnTo>
                  <a:lnTo>
                    <a:pt x="6380791" y="695526"/>
                  </a:lnTo>
                  <a:lnTo>
                    <a:pt x="6427556" y="638701"/>
                  </a:lnTo>
                  <a:lnTo>
                    <a:pt x="6473905" y="583598"/>
                  </a:lnTo>
                  <a:lnTo>
                    <a:pt x="6519762" y="530679"/>
                  </a:lnTo>
                  <a:lnTo>
                    <a:pt x="6565108" y="480319"/>
                  </a:lnTo>
                  <a:lnTo>
                    <a:pt x="6609980" y="432803"/>
                  </a:lnTo>
                  <a:lnTo>
                    <a:pt x="6654487" y="388321"/>
                  </a:lnTo>
                  <a:lnTo>
                    <a:pt x="6698811" y="346974"/>
                  </a:lnTo>
                  <a:lnTo>
                    <a:pt x="6743221" y="308778"/>
                  </a:lnTo>
                  <a:lnTo>
                    <a:pt x="6786527" y="274828"/>
                  </a:lnTo>
                  <a:lnTo>
                    <a:pt x="6835689" y="240376"/>
                  </a:lnTo>
                  <a:lnTo>
                    <a:pt x="6886527" y="209398"/>
                  </a:lnTo>
                  <a:lnTo>
                    <a:pt x="6939839" y="181714"/>
                  </a:lnTo>
                  <a:lnTo>
                    <a:pt x="6996518" y="157020"/>
                  </a:lnTo>
                  <a:lnTo>
                    <a:pt x="7057471" y="134976"/>
                  </a:lnTo>
                  <a:lnTo>
                    <a:pt x="7123546" y="115254"/>
                  </a:lnTo>
                  <a:lnTo>
                    <a:pt x="7195427" y="97566"/>
                  </a:lnTo>
                  <a:lnTo>
                    <a:pt x="7273508" y="81680"/>
                  </a:lnTo>
                  <a:lnTo>
                    <a:pt x="7357716" y="67426"/>
                  </a:lnTo>
                  <a:lnTo>
                    <a:pt x="7447304" y="54700"/>
                  </a:lnTo>
                  <a:lnTo>
                    <a:pt x="7540651" y="43461"/>
                  </a:lnTo>
                  <a:lnTo>
                    <a:pt x="7635126" y="33715"/>
                  </a:lnTo>
                  <a:lnTo>
                    <a:pt x="7727128" y="25496"/>
                  </a:lnTo>
                  <a:lnTo>
                    <a:pt x="7812393" y="18833"/>
                  </a:lnTo>
                  <a:lnTo>
                    <a:pt x="7886612" y="13715"/>
                  </a:lnTo>
                  <a:lnTo>
                    <a:pt x="7946252" y="10059"/>
                  </a:lnTo>
                  <a:lnTo>
                    <a:pt x="7989381" y="7694"/>
                  </a:lnTo>
                  <a:lnTo>
                    <a:pt x="8016199" y="6371"/>
                  </a:lnTo>
                  <a:lnTo>
                    <a:pt x="8029152" y="5795"/>
                  </a:lnTo>
                  <a:lnTo>
                    <a:pt x="8032819" y="5647"/>
                  </a:lnTo>
                  <a:lnTo>
                    <a:pt x="8554953" y="5647"/>
                  </a:lnTo>
                  <a:lnTo>
                    <a:pt x="8554953" y="0"/>
                  </a:lnTo>
                  <a:lnTo>
                    <a:pt x="8032819" y="0"/>
                  </a:lnTo>
                  <a:lnTo>
                    <a:pt x="8031591" y="47"/>
                  </a:lnTo>
                  <a:lnTo>
                    <a:pt x="8023557" y="390"/>
                  </a:lnTo>
                  <a:lnTo>
                    <a:pt x="8003449" y="1336"/>
                  </a:lnTo>
                  <a:lnTo>
                    <a:pt x="7967868" y="3194"/>
                  </a:lnTo>
                  <a:lnTo>
                    <a:pt x="7915584" y="6240"/>
                  </a:lnTo>
                  <a:lnTo>
                    <a:pt x="7847608" y="10680"/>
                  </a:lnTo>
                  <a:lnTo>
                    <a:pt x="7766837" y="16638"/>
                  </a:lnTo>
                  <a:lnTo>
                    <a:pt x="7677337" y="24155"/>
                  </a:lnTo>
                  <a:lnTo>
                    <a:pt x="7583485" y="33214"/>
                  </a:lnTo>
                  <a:lnTo>
                    <a:pt x="7489240" y="43780"/>
                  </a:lnTo>
                  <a:lnTo>
                    <a:pt x="7397690" y="55831"/>
                  </a:lnTo>
                  <a:lnTo>
                    <a:pt x="7310906" y="69384"/>
                  </a:lnTo>
                  <a:lnTo>
                    <a:pt x="7230006" y="84514"/>
                  </a:lnTo>
                  <a:lnTo>
                    <a:pt x="7155342" y="101361"/>
                  </a:lnTo>
                  <a:lnTo>
                    <a:pt x="7086709" y="120130"/>
                  </a:lnTo>
                  <a:lnTo>
                    <a:pt x="7023535" y="141083"/>
                  </a:lnTo>
                  <a:lnTo>
                    <a:pt x="6965032" y="164535"/>
                  </a:lnTo>
                  <a:lnTo>
                    <a:pt x="6910308" y="190824"/>
                  </a:lnTo>
                  <a:lnTo>
                    <a:pt x="6858456" y="220279"/>
                  </a:lnTo>
                  <a:lnTo>
                    <a:pt x="6808625" y="253148"/>
                  </a:lnTo>
                  <a:lnTo>
                    <a:pt x="6786527" y="269181"/>
                  </a:lnTo>
                  <a:lnTo>
                    <a:pt x="6741689" y="304393"/>
                  </a:lnTo>
                  <a:lnTo>
                    <a:pt x="6697287" y="342697"/>
                  </a:lnTo>
                  <a:lnTo>
                    <a:pt x="6652960" y="384152"/>
                  </a:lnTo>
                  <a:lnTo>
                    <a:pt x="6608444" y="428740"/>
                  </a:lnTo>
                  <a:lnTo>
                    <a:pt x="6563556" y="476358"/>
                  </a:lnTo>
                  <a:lnTo>
                    <a:pt x="6518193" y="526812"/>
                  </a:lnTo>
                  <a:lnTo>
                    <a:pt x="6472318" y="579813"/>
                  </a:lnTo>
                  <a:lnTo>
                    <a:pt x="6425954" y="634982"/>
                  </a:lnTo>
                  <a:lnTo>
                    <a:pt x="6379176" y="691858"/>
                  </a:lnTo>
                  <a:lnTo>
                    <a:pt x="6332100" y="749909"/>
                  </a:lnTo>
                  <a:lnTo>
                    <a:pt x="6284868" y="808555"/>
                  </a:lnTo>
                  <a:lnTo>
                    <a:pt x="6237639" y="867191"/>
                  </a:lnTo>
                  <a:lnTo>
                    <a:pt x="6190571" y="925211"/>
                  </a:lnTo>
                  <a:lnTo>
                    <a:pt x="6143806" y="982036"/>
                  </a:lnTo>
                  <a:lnTo>
                    <a:pt x="6097457" y="1037139"/>
                  </a:lnTo>
                  <a:lnTo>
                    <a:pt x="6051600" y="1090058"/>
                  </a:lnTo>
                  <a:lnTo>
                    <a:pt x="6006254" y="1140418"/>
                  </a:lnTo>
                  <a:lnTo>
                    <a:pt x="5961382" y="1187934"/>
                  </a:lnTo>
                  <a:lnTo>
                    <a:pt x="5916875" y="1232416"/>
                  </a:lnTo>
                  <a:lnTo>
                    <a:pt x="5872551" y="1273763"/>
                  </a:lnTo>
                  <a:lnTo>
                    <a:pt x="5828141" y="1311959"/>
                  </a:lnTo>
                  <a:lnTo>
                    <a:pt x="5784835" y="1345909"/>
                  </a:lnTo>
                  <a:lnTo>
                    <a:pt x="5735673" y="1380361"/>
                  </a:lnTo>
                  <a:lnTo>
                    <a:pt x="5684835" y="1411339"/>
                  </a:lnTo>
                  <a:lnTo>
                    <a:pt x="5631523" y="1439023"/>
                  </a:lnTo>
                  <a:lnTo>
                    <a:pt x="5574844" y="1463717"/>
                  </a:lnTo>
                  <a:lnTo>
                    <a:pt x="5513891" y="1485761"/>
                  </a:lnTo>
                  <a:lnTo>
                    <a:pt x="5447816" y="1505483"/>
                  </a:lnTo>
                  <a:lnTo>
                    <a:pt x="5375935" y="1523171"/>
                  </a:lnTo>
                  <a:lnTo>
                    <a:pt x="5297853" y="1539058"/>
                  </a:lnTo>
                  <a:lnTo>
                    <a:pt x="5213646" y="1553312"/>
                  </a:lnTo>
                  <a:lnTo>
                    <a:pt x="5124058" y="1566037"/>
                  </a:lnTo>
                  <a:lnTo>
                    <a:pt x="5030711" y="1577276"/>
                  </a:lnTo>
                  <a:lnTo>
                    <a:pt x="4936236" y="1587022"/>
                  </a:lnTo>
                  <a:lnTo>
                    <a:pt x="4844234" y="1595241"/>
                  </a:lnTo>
                  <a:lnTo>
                    <a:pt x="4758968" y="1601904"/>
                  </a:lnTo>
                  <a:lnTo>
                    <a:pt x="4684750" y="1607022"/>
                  </a:lnTo>
                  <a:lnTo>
                    <a:pt x="4625110" y="1610678"/>
                  </a:lnTo>
                  <a:lnTo>
                    <a:pt x="4581981" y="1613043"/>
                  </a:lnTo>
                  <a:lnTo>
                    <a:pt x="4555163" y="1614366"/>
                  </a:lnTo>
                  <a:lnTo>
                    <a:pt x="4542210" y="1614942"/>
                  </a:lnTo>
                  <a:lnTo>
                    <a:pt x="4538543" y="1615090"/>
                  </a:lnTo>
                  <a:lnTo>
                    <a:pt x="4016409" y="1615090"/>
                  </a:lnTo>
                  <a:lnTo>
                    <a:pt x="4015141" y="1615099"/>
                  </a:lnTo>
                  <a:lnTo>
                    <a:pt x="4006847" y="1615157"/>
                  </a:lnTo>
                  <a:lnTo>
                    <a:pt x="3986113" y="1615318"/>
                  </a:lnTo>
                  <a:lnTo>
                    <a:pt x="3949483" y="1615633"/>
                  </a:lnTo>
                  <a:lnTo>
                    <a:pt x="3895779" y="1616150"/>
                  </a:lnTo>
                  <a:lnTo>
                    <a:pt x="3826155" y="1616903"/>
                  </a:lnTo>
                  <a:lnTo>
                    <a:pt x="3743702" y="1617912"/>
                  </a:lnTo>
                  <a:lnTo>
                    <a:pt x="3652673" y="1619183"/>
                  </a:lnTo>
                  <a:lnTo>
                    <a:pt x="3557581" y="1620712"/>
                  </a:lnTo>
                  <a:lnTo>
                    <a:pt x="3462446" y="1622494"/>
                  </a:lnTo>
                  <a:lnTo>
                    <a:pt x="3370353" y="1624525"/>
                  </a:lnTo>
                  <a:lnTo>
                    <a:pt x="3283320" y="1626810"/>
                  </a:lnTo>
                  <a:lnTo>
                    <a:pt x="3202391" y="1629362"/>
                  </a:lnTo>
                  <a:lnTo>
                    <a:pt x="3127837" y="1632207"/>
                  </a:lnTo>
                  <a:lnTo>
                    <a:pt x="3059377" y="1635381"/>
                  </a:lnTo>
                  <a:lnTo>
                    <a:pt x="2996375" y="1638931"/>
                  </a:lnTo>
                  <a:lnTo>
                    <a:pt x="2937991" y="1642911"/>
                  </a:lnTo>
                  <a:lnTo>
                    <a:pt x="2883294" y="1647377"/>
                  </a:lnTo>
                  <a:lnTo>
                    <a:pt x="2831352" y="1652386"/>
                  </a:lnTo>
                  <a:lnTo>
                    <a:pt x="2781307" y="1657974"/>
                  </a:lnTo>
                  <a:lnTo>
                    <a:pt x="2770117" y="1659327"/>
                  </a:lnTo>
                  <a:lnTo>
                    <a:pt x="2716270" y="1666346"/>
                  </a:lnTo>
                  <a:lnTo>
                    <a:pt x="2662942" y="1674103"/>
                  </a:lnTo>
                  <a:lnTo>
                    <a:pt x="2609556" y="1682609"/>
                  </a:lnTo>
                  <a:lnTo>
                    <a:pt x="2555728" y="1691846"/>
                  </a:lnTo>
                  <a:lnTo>
                    <a:pt x="2501237" y="1701766"/>
                  </a:lnTo>
                  <a:lnTo>
                    <a:pt x="2446008" y="1712290"/>
                  </a:lnTo>
                  <a:lnTo>
                    <a:pt x="2390093" y="1723307"/>
                  </a:lnTo>
                  <a:lnTo>
                    <a:pt x="2333645" y="1734677"/>
                  </a:lnTo>
                  <a:lnTo>
                    <a:pt x="2276891" y="1746242"/>
                  </a:lnTo>
                  <a:lnTo>
                    <a:pt x="2220100" y="1757831"/>
                  </a:lnTo>
                  <a:lnTo>
                    <a:pt x="2163545" y="1769270"/>
                  </a:lnTo>
                  <a:lnTo>
                    <a:pt x="2107468" y="1780396"/>
                  </a:lnTo>
                  <a:lnTo>
                    <a:pt x="2052045" y="1791064"/>
                  </a:lnTo>
                  <a:lnTo>
                    <a:pt x="1997358" y="1801156"/>
                  </a:lnTo>
                  <a:lnTo>
                    <a:pt x="1943367" y="1810582"/>
                  </a:lnTo>
                  <a:lnTo>
                    <a:pt x="1889894" y="1819287"/>
                  </a:lnTo>
                  <a:lnTo>
                    <a:pt x="1836598" y="1827245"/>
                  </a:lnTo>
                  <a:lnTo>
                    <a:pt x="1782959" y="1834460"/>
                  </a:lnTo>
                  <a:lnTo>
                    <a:pt x="1768425" y="1836271"/>
                  </a:lnTo>
                  <a:lnTo>
                    <a:pt x="1718707" y="1841993"/>
                  </a:lnTo>
                  <a:lnTo>
                    <a:pt x="1667267" y="1847131"/>
                  </a:lnTo>
                  <a:lnTo>
                    <a:pt x="1613277" y="1851717"/>
                  </a:lnTo>
                  <a:lnTo>
                    <a:pt x="1555814" y="1855802"/>
                  </a:lnTo>
                  <a:lnTo>
                    <a:pt x="1493941" y="1859444"/>
                  </a:lnTo>
                  <a:lnTo>
                    <a:pt x="1426787" y="1862699"/>
                  </a:lnTo>
                  <a:lnTo>
                    <a:pt x="1353659" y="1865616"/>
                  </a:lnTo>
                  <a:lnTo>
                    <a:pt x="1274178" y="1868232"/>
                  </a:lnTo>
                  <a:lnTo>
                    <a:pt x="1188473" y="1870576"/>
                  </a:lnTo>
                  <a:lnTo>
                    <a:pt x="1097391" y="1872664"/>
                  </a:lnTo>
                  <a:lnTo>
                    <a:pt x="1002715" y="1874503"/>
                  </a:lnTo>
                  <a:lnTo>
                    <a:pt x="907289" y="1876090"/>
                  </a:lnTo>
                  <a:lnTo>
                    <a:pt x="814947" y="1877420"/>
                  </a:lnTo>
                  <a:lnTo>
                    <a:pt x="730147" y="1878488"/>
                  </a:lnTo>
                  <a:lnTo>
                    <a:pt x="657279" y="1879298"/>
                  </a:lnTo>
                  <a:lnTo>
                    <a:pt x="599775" y="1879866"/>
                  </a:lnTo>
                  <a:lnTo>
                    <a:pt x="559281" y="1880224"/>
                  </a:lnTo>
                  <a:lnTo>
                    <a:pt x="535159" y="1880416"/>
                  </a:lnTo>
                  <a:lnTo>
                    <a:pt x="524447" y="1880492"/>
                  </a:lnTo>
                  <a:lnTo>
                    <a:pt x="522133" y="1880507"/>
                  </a:lnTo>
                  <a:lnTo>
                    <a:pt x="0" y="1880507"/>
                  </a:lnTo>
                  <a:close/>
                </a:path>
              </a:pathLst>
            </a:custGeom>
            <a:solidFill>
              <a:srgbClr val="8BC34A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1521" name="pl1521"/>
            <p:cNvSpPr/>
            <p:nvPr/>
          </p:nvSpPr>
          <p:spPr>
            <a:xfrm>
              <a:off x="386606" y="3212879"/>
              <a:ext cx="8554953" cy="1880507"/>
            </a:xfrm>
            <a:custGeom>
              <a:avLst/>
              <a:pathLst>
                <a:path w="8554953" h="1880507">
                  <a:moveTo>
                    <a:pt x="0" y="1880507"/>
                  </a:moveTo>
                  <a:lnTo>
                    <a:pt x="522133" y="1880507"/>
                  </a:lnTo>
                  <a:lnTo>
                    <a:pt x="523402" y="1880499"/>
                  </a:lnTo>
                  <a:lnTo>
                    <a:pt x="531695" y="1880441"/>
                  </a:lnTo>
                  <a:lnTo>
                    <a:pt x="552430" y="1880280"/>
                  </a:lnTo>
                  <a:lnTo>
                    <a:pt x="589059" y="1879965"/>
                  </a:lnTo>
                  <a:lnTo>
                    <a:pt x="642763" y="1879448"/>
                  </a:lnTo>
                  <a:lnTo>
                    <a:pt x="712387" y="1878695"/>
                  </a:lnTo>
                  <a:lnTo>
                    <a:pt x="794840" y="1877686"/>
                  </a:lnTo>
                  <a:lnTo>
                    <a:pt x="885870" y="1876415"/>
                  </a:lnTo>
                  <a:lnTo>
                    <a:pt x="980962" y="1874886"/>
                  </a:lnTo>
                  <a:lnTo>
                    <a:pt x="1076096" y="1873104"/>
                  </a:lnTo>
                  <a:lnTo>
                    <a:pt x="1168189" y="1871073"/>
                  </a:lnTo>
                  <a:lnTo>
                    <a:pt x="1255222" y="1868788"/>
                  </a:lnTo>
                  <a:lnTo>
                    <a:pt x="1336151" y="1866236"/>
                  </a:lnTo>
                  <a:lnTo>
                    <a:pt x="1410705" y="1863391"/>
                  </a:lnTo>
                  <a:lnTo>
                    <a:pt x="1479165" y="1860216"/>
                  </a:lnTo>
                  <a:lnTo>
                    <a:pt x="1542167" y="1856667"/>
                  </a:lnTo>
                  <a:lnTo>
                    <a:pt x="1600552" y="1852687"/>
                  </a:lnTo>
                  <a:lnTo>
                    <a:pt x="1655248" y="1848220"/>
                  </a:lnTo>
                  <a:lnTo>
                    <a:pt x="1707190" y="1843212"/>
                  </a:lnTo>
                  <a:lnTo>
                    <a:pt x="1757235" y="1837624"/>
                  </a:lnTo>
                  <a:lnTo>
                    <a:pt x="1768425" y="1836271"/>
                  </a:lnTo>
                  <a:lnTo>
                    <a:pt x="1822272" y="1829252"/>
                  </a:lnTo>
                  <a:lnTo>
                    <a:pt x="1875600" y="1821495"/>
                  </a:lnTo>
                  <a:lnTo>
                    <a:pt x="1928986" y="1812989"/>
                  </a:lnTo>
                  <a:lnTo>
                    <a:pt x="1982814" y="1803752"/>
                  </a:lnTo>
                  <a:lnTo>
                    <a:pt x="2037305" y="1793832"/>
                  </a:lnTo>
                  <a:lnTo>
                    <a:pt x="2092534" y="1783308"/>
                  </a:lnTo>
                  <a:lnTo>
                    <a:pt x="2148449" y="1772291"/>
                  </a:lnTo>
                  <a:lnTo>
                    <a:pt x="2204897" y="1760921"/>
                  </a:lnTo>
                  <a:lnTo>
                    <a:pt x="2261651" y="1749355"/>
                  </a:lnTo>
                  <a:lnTo>
                    <a:pt x="2318443" y="1737767"/>
                  </a:lnTo>
                  <a:lnTo>
                    <a:pt x="2374998" y="1726328"/>
                  </a:lnTo>
                  <a:lnTo>
                    <a:pt x="2431074" y="1715202"/>
                  </a:lnTo>
                  <a:lnTo>
                    <a:pt x="2486497" y="1704534"/>
                  </a:lnTo>
                  <a:lnTo>
                    <a:pt x="2541184" y="1694442"/>
                  </a:lnTo>
                  <a:lnTo>
                    <a:pt x="2595175" y="1685016"/>
                  </a:lnTo>
                  <a:lnTo>
                    <a:pt x="2648648" y="1676311"/>
                  </a:lnTo>
                  <a:lnTo>
                    <a:pt x="2701944" y="1668353"/>
                  </a:lnTo>
                  <a:lnTo>
                    <a:pt x="2755583" y="1661138"/>
                  </a:lnTo>
                  <a:lnTo>
                    <a:pt x="2770117" y="1659327"/>
                  </a:lnTo>
                  <a:lnTo>
                    <a:pt x="2819835" y="1653605"/>
                  </a:lnTo>
                  <a:lnTo>
                    <a:pt x="2871275" y="1648467"/>
                  </a:lnTo>
                  <a:lnTo>
                    <a:pt x="2925265" y="1643881"/>
                  </a:lnTo>
                  <a:lnTo>
                    <a:pt x="2982728" y="1639796"/>
                  </a:lnTo>
                  <a:lnTo>
                    <a:pt x="3044602" y="1636154"/>
                  </a:lnTo>
                  <a:lnTo>
                    <a:pt x="3111755" y="1632899"/>
                  </a:lnTo>
                  <a:lnTo>
                    <a:pt x="3184884" y="1629982"/>
                  </a:lnTo>
                  <a:lnTo>
                    <a:pt x="3264364" y="1627366"/>
                  </a:lnTo>
                  <a:lnTo>
                    <a:pt x="3350069" y="1625022"/>
                  </a:lnTo>
                  <a:lnTo>
                    <a:pt x="3441152" y="1622934"/>
                  </a:lnTo>
                  <a:lnTo>
                    <a:pt x="3535827" y="1621095"/>
                  </a:lnTo>
                  <a:lnTo>
                    <a:pt x="3631253" y="1619508"/>
                  </a:lnTo>
                  <a:lnTo>
                    <a:pt x="3723595" y="1618178"/>
                  </a:lnTo>
                  <a:lnTo>
                    <a:pt x="3808395" y="1617110"/>
                  </a:lnTo>
                  <a:lnTo>
                    <a:pt x="3881264" y="1616300"/>
                  </a:lnTo>
                  <a:lnTo>
                    <a:pt x="3938767" y="1615732"/>
                  </a:lnTo>
                  <a:lnTo>
                    <a:pt x="3979261" y="1615374"/>
                  </a:lnTo>
                  <a:lnTo>
                    <a:pt x="4003383" y="1615182"/>
                  </a:lnTo>
                  <a:lnTo>
                    <a:pt x="4014095" y="1615106"/>
                  </a:lnTo>
                  <a:lnTo>
                    <a:pt x="4016394" y="1615091"/>
                  </a:lnTo>
                  <a:lnTo>
                    <a:pt x="4016409" y="1615090"/>
                  </a:lnTo>
                  <a:lnTo>
                    <a:pt x="4538543" y="1615090"/>
                  </a:lnTo>
                  <a:lnTo>
                    <a:pt x="4539771" y="1615043"/>
                  </a:lnTo>
                  <a:lnTo>
                    <a:pt x="4547805" y="1614700"/>
                  </a:lnTo>
                  <a:lnTo>
                    <a:pt x="4567913" y="1613754"/>
                  </a:lnTo>
                  <a:lnTo>
                    <a:pt x="4603494" y="1611896"/>
                  </a:lnTo>
                  <a:lnTo>
                    <a:pt x="4655778" y="1608850"/>
                  </a:lnTo>
                  <a:lnTo>
                    <a:pt x="4723754" y="1604410"/>
                  </a:lnTo>
                  <a:lnTo>
                    <a:pt x="4804525" y="1598452"/>
                  </a:lnTo>
                  <a:lnTo>
                    <a:pt x="4894025" y="1590935"/>
                  </a:lnTo>
                  <a:lnTo>
                    <a:pt x="4987877" y="1581876"/>
                  </a:lnTo>
                  <a:lnTo>
                    <a:pt x="5082122" y="1571310"/>
                  </a:lnTo>
                  <a:lnTo>
                    <a:pt x="5173672" y="1559259"/>
                  </a:lnTo>
                  <a:lnTo>
                    <a:pt x="5260456" y="1545706"/>
                  </a:lnTo>
                  <a:lnTo>
                    <a:pt x="5341356" y="1530576"/>
                  </a:lnTo>
                  <a:lnTo>
                    <a:pt x="5416020" y="1513729"/>
                  </a:lnTo>
                  <a:lnTo>
                    <a:pt x="5484653" y="1494960"/>
                  </a:lnTo>
                  <a:lnTo>
                    <a:pt x="5547827" y="1474006"/>
                  </a:lnTo>
                  <a:lnTo>
                    <a:pt x="5606330" y="1450555"/>
                  </a:lnTo>
                  <a:lnTo>
                    <a:pt x="5661054" y="1424266"/>
                  </a:lnTo>
                  <a:lnTo>
                    <a:pt x="5712906" y="1394811"/>
                  </a:lnTo>
                  <a:lnTo>
                    <a:pt x="5762737" y="1361942"/>
                  </a:lnTo>
                  <a:lnTo>
                    <a:pt x="5784835" y="1345909"/>
                  </a:lnTo>
                  <a:lnTo>
                    <a:pt x="5829673" y="1310697"/>
                  </a:lnTo>
                  <a:lnTo>
                    <a:pt x="5874075" y="1272393"/>
                  </a:lnTo>
                  <a:lnTo>
                    <a:pt x="5918402" y="1230937"/>
                  </a:lnTo>
                  <a:lnTo>
                    <a:pt x="5962918" y="1186350"/>
                  </a:lnTo>
                  <a:lnTo>
                    <a:pt x="6007806" y="1138732"/>
                  </a:lnTo>
                  <a:lnTo>
                    <a:pt x="6053169" y="1088278"/>
                  </a:lnTo>
                  <a:lnTo>
                    <a:pt x="6099044" y="1035277"/>
                  </a:lnTo>
                  <a:lnTo>
                    <a:pt x="6145408" y="980108"/>
                  </a:lnTo>
                  <a:lnTo>
                    <a:pt x="6192186" y="923232"/>
                  </a:lnTo>
                  <a:lnTo>
                    <a:pt x="6239262" y="865181"/>
                  </a:lnTo>
                  <a:lnTo>
                    <a:pt x="6286494" y="806535"/>
                  </a:lnTo>
                  <a:lnTo>
                    <a:pt x="6333723" y="747899"/>
                  </a:lnTo>
                  <a:lnTo>
                    <a:pt x="6380791" y="689879"/>
                  </a:lnTo>
                  <a:lnTo>
                    <a:pt x="6427556" y="633053"/>
                  </a:lnTo>
                  <a:lnTo>
                    <a:pt x="6473905" y="577951"/>
                  </a:lnTo>
                  <a:lnTo>
                    <a:pt x="6519762" y="525032"/>
                  </a:lnTo>
                  <a:lnTo>
                    <a:pt x="6565108" y="474672"/>
                  </a:lnTo>
                  <a:lnTo>
                    <a:pt x="6609980" y="427155"/>
                  </a:lnTo>
                  <a:lnTo>
                    <a:pt x="6654487" y="382674"/>
                  </a:lnTo>
                  <a:lnTo>
                    <a:pt x="6698811" y="341327"/>
                  </a:lnTo>
                  <a:lnTo>
                    <a:pt x="6743221" y="303130"/>
                  </a:lnTo>
                  <a:lnTo>
                    <a:pt x="6786527" y="269181"/>
                  </a:lnTo>
                  <a:lnTo>
                    <a:pt x="6835689" y="234729"/>
                  </a:lnTo>
                  <a:lnTo>
                    <a:pt x="6886527" y="203751"/>
                  </a:lnTo>
                  <a:lnTo>
                    <a:pt x="6939839" y="176067"/>
                  </a:lnTo>
                  <a:lnTo>
                    <a:pt x="6996518" y="151373"/>
                  </a:lnTo>
                  <a:lnTo>
                    <a:pt x="7057471" y="129329"/>
                  </a:lnTo>
                  <a:lnTo>
                    <a:pt x="7123546" y="109607"/>
                  </a:lnTo>
                  <a:lnTo>
                    <a:pt x="7195427" y="91919"/>
                  </a:lnTo>
                  <a:lnTo>
                    <a:pt x="7273508" y="76032"/>
                  </a:lnTo>
                  <a:lnTo>
                    <a:pt x="7357716" y="61778"/>
                  </a:lnTo>
                  <a:lnTo>
                    <a:pt x="7447304" y="49053"/>
                  </a:lnTo>
                  <a:lnTo>
                    <a:pt x="7540651" y="37814"/>
                  </a:lnTo>
                  <a:lnTo>
                    <a:pt x="7635126" y="28068"/>
                  </a:lnTo>
                  <a:lnTo>
                    <a:pt x="7727128" y="19849"/>
                  </a:lnTo>
                  <a:lnTo>
                    <a:pt x="7812393" y="13186"/>
                  </a:lnTo>
                  <a:lnTo>
                    <a:pt x="7886612" y="8068"/>
                  </a:lnTo>
                  <a:lnTo>
                    <a:pt x="7946252" y="4412"/>
                  </a:lnTo>
                  <a:lnTo>
                    <a:pt x="7989381" y="2046"/>
                  </a:lnTo>
                  <a:lnTo>
                    <a:pt x="8016199" y="724"/>
                  </a:lnTo>
                  <a:lnTo>
                    <a:pt x="8029152" y="148"/>
                  </a:lnTo>
                  <a:lnTo>
                    <a:pt x="8032701" y="4"/>
                  </a:lnTo>
                  <a:lnTo>
                    <a:pt x="8032819" y="0"/>
                  </a:lnTo>
                  <a:lnTo>
                    <a:pt x="8554953" y="0"/>
                  </a:lnTo>
                  <a:lnTo>
                    <a:pt x="8554953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522" name="pl1522"/>
            <p:cNvSpPr/>
            <p:nvPr/>
          </p:nvSpPr>
          <p:spPr>
            <a:xfrm>
              <a:off x="386606" y="3207232"/>
              <a:ext cx="8554953" cy="1880507"/>
            </a:xfrm>
            <a:custGeom>
              <a:avLst/>
              <a:pathLst>
                <a:path w="8554953" h="1880507">
                  <a:moveTo>
                    <a:pt x="8554953" y="0"/>
                  </a:moveTo>
                  <a:lnTo>
                    <a:pt x="8032819" y="0"/>
                  </a:lnTo>
                  <a:lnTo>
                    <a:pt x="8031591" y="47"/>
                  </a:lnTo>
                  <a:lnTo>
                    <a:pt x="8023557" y="390"/>
                  </a:lnTo>
                  <a:lnTo>
                    <a:pt x="8003449" y="1336"/>
                  </a:lnTo>
                  <a:lnTo>
                    <a:pt x="7967868" y="3194"/>
                  </a:lnTo>
                  <a:lnTo>
                    <a:pt x="7915584" y="6240"/>
                  </a:lnTo>
                  <a:lnTo>
                    <a:pt x="7847608" y="10680"/>
                  </a:lnTo>
                  <a:lnTo>
                    <a:pt x="7766837" y="16638"/>
                  </a:lnTo>
                  <a:lnTo>
                    <a:pt x="7677337" y="24155"/>
                  </a:lnTo>
                  <a:lnTo>
                    <a:pt x="7583485" y="33214"/>
                  </a:lnTo>
                  <a:lnTo>
                    <a:pt x="7489240" y="43780"/>
                  </a:lnTo>
                  <a:lnTo>
                    <a:pt x="7397690" y="55831"/>
                  </a:lnTo>
                  <a:lnTo>
                    <a:pt x="7310906" y="69384"/>
                  </a:lnTo>
                  <a:lnTo>
                    <a:pt x="7230006" y="84514"/>
                  </a:lnTo>
                  <a:lnTo>
                    <a:pt x="7155342" y="101361"/>
                  </a:lnTo>
                  <a:lnTo>
                    <a:pt x="7086709" y="120130"/>
                  </a:lnTo>
                  <a:lnTo>
                    <a:pt x="7023535" y="141083"/>
                  </a:lnTo>
                  <a:lnTo>
                    <a:pt x="6965032" y="164535"/>
                  </a:lnTo>
                  <a:lnTo>
                    <a:pt x="6910308" y="190824"/>
                  </a:lnTo>
                  <a:lnTo>
                    <a:pt x="6858456" y="220279"/>
                  </a:lnTo>
                  <a:lnTo>
                    <a:pt x="6808625" y="253148"/>
                  </a:lnTo>
                  <a:lnTo>
                    <a:pt x="6786527" y="269181"/>
                  </a:lnTo>
                  <a:lnTo>
                    <a:pt x="6741689" y="304393"/>
                  </a:lnTo>
                  <a:lnTo>
                    <a:pt x="6697287" y="342697"/>
                  </a:lnTo>
                  <a:lnTo>
                    <a:pt x="6652960" y="384152"/>
                  </a:lnTo>
                  <a:lnTo>
                    <a:pt x="6608444" y="428740"/>
                  </a:lnTo>
                  <a:lnTo>
                    <a:pt x="6563556" y="476358"/>
                  </a:lnTo>
                  <a:lnTo>
                    <a:pt x="6518193" y="526812"/>
                  </a:lnTo>
                  <a:lnTo>
                    <a:pt x="6472318" y="579813"/>
                  </a:lnTo>
                  <a:lnTo>
                    <a:pt x="6425954" y="634982"/>
                  </a:lnTo>
                  <a:lnTo>
                    <a:pt x="6379176" y="691858"/>
                  </a:lnTo>
                  <a:lnTo>
                    <a:pt x="6332100" y="749909"/>
                  </a:lnTo>
                  <a:lnTo>
                    <a:pt x="6284868" y="808555"/>
                  </a:lnTo>
                  <a:lnTo>
                    <a:pt x="6237639" y="867191"/>
                  </a:lnTo>
                  <a:lnTo>
                    <a:pt x="6190571" y="925211"/>
                  </a:lnTo>
                  <a:lnTo>
                    <a:pt x="6143806" y="982036"/>
                  </a:lnTo>
                  <a:lnTo>
                    <a:pt x="6097457" y="1037139"/>
                  </a:lnTo>
                  <a:lnTo>
                    <a:pt x="6051600" y="1090058"/>
                  </a:lnTo>
                  <a:lnTo>
                    <a:pt x="6006254" y="1140418"/>
                  </a:lnTo>
                  <a:lnTo>
                    <a:pt x="5961382" y="1187934"/>
                  </a:lnTo>
                  <a:lnTo>
                    <a:pt x="5916875" y="1232416"/>
                  </a:lnTo>
                  <a:lnTo>
                    <a:pt x="5872551" y="1273763"/>
                  </a:lnTo>
                  <a:lnTo>
                    <a:pt x="5828141" y="1311959"/>
                  </a:lnTo>
                  <a:lnTo>
                    <a:pt x="5784835" y="1345909"/>
                  </a:lnTo>
                  <a:lnTo>
                    <a:pt x="5735673" y="1380361"/>
                  </a:lnTo>
                  <a:lnTo>
                    <a:pt x="5684835" y="1411339"/>
                  </a:lnTo>
                  <a:lnTo>
                    <a:pt x="5631523" y="1439023"/>
                  </a:lnTo>
                  <a:lnTo>
                    <a:pt x="5574844" y="1463717"/>
                  </a:lnTo>
                  <a:lnTo>
                    <a:pt x="5513891" y="1485761"/>
                  </a:lnTo>
                  <a:lnTo>
                    <a:pt x="5447816" y="1505483"/>
                  </a:lnTo>
                  <a:lnTo>
                    <a:pt x="5375935" y="1523171"/>
                  </a:lnTo>
                  <a:lnTo>
                    <a:pt x="5297853" y="1539058"/>
                  </a:lnTo>
                  <a:lnTo>
                    <a:pt x="5213646" y="1553312"/>
                  </a:lnTo>
                  <a:lnTo>
                    <a:pt x="5124058" y="1566037"/>
                  </a:lnTo>
                  <a:lnTo>
                    <a:pt x="5030711" y="1577276"/>
                  </a:lnTo>
                  <a:lnTo>
                    <a:pt x="4936236" y="1587022"/>
                  </a:lnTo>
                  <a:lnTo>
                    <a:pt x="4844234" y="1595241"/>
                  </a:lnTo>
                  <a:lnTo>
                    <a:pt x="4758968" y="1601904"/>
                  </a:lnTo>
                  <a:lnTo>
                    <a:pt x="4684750" y="1607022"/>
                  </a:lnTo>
                  <a:lnTo>
                    <a:pt x="4625110" y="1610678"/>
                  </a:lnTo>
                  <a:lnTo>
                    <a:pt x="4581981" y="1613043"/>
                  </a:lnTo>
                  <a:lnTo>
                    <a:pt x="4555163" y="1614366"/>
                  </a:lnTo>
                  <a:lnTo>
                    <a:pt x="4542210" y="1614942"/>
                  </a:lnTo>
                  <a:lnTo>
                    <a:pt x="4538660" y="1615086"/>
                  </a:lnTo>
                  <a:lnTo>
                    <a:pt x="4538543" y="1615090"/>
                  </a:lnTo>
                  <a:lnTo>
                    <a:pt x="4016409" y="1615090"/>
                  </a:lnTo>
                  <a:lnTo>
                    <a:pt x="4015141" y="1615099"/>
                  </a:lnTo>
                  <a:lnTo>
                    <a:pt x="4006847" y="1615157"/>
                  </a:lnTo>
                  <a:lnTo>
                    <a:pt x="3986113" y="1615318"/>
                  </a:lnTo>
                  <a:lnTo>
                    <a:pt x="3949483" y="1615633"/>
                  </a:lnTo>
                  <a:lnTo>
                    <a:pt x="3895779" y="1616150"/>
                  </a:lnTo>
                  <a:lnTo>
                    <a:pt x="3826155" y="1616903"/>
                  </a:lnTo>
                  <a:lnTo>
                    <a:pt x="3743702" y="1617912"/>
                  </a:lnTo>
                  <a:lnTo>
                    <a:pt x="3652673" y="1619183"/>
                  </a:lnTo>
                  <a:lnTo>
                    <a:pt x="3557581" y="1620712"/>
                  </a:lnTo>
                  <a:lnTo>
                    <a:pt x="3462446" y="1622494"/>
                  </a:lnTo>
                  <a:lnTo>
                    <a:pt x="3370353" y="1624525"/>
                  </a:lnTo>
                  <a:lnTo>
                    <a:pt x="3283320" y="1626810"/>
                  </a:lnTo>
                  <a:lnTo>
                    <a:pt x="3202391" y="1629362"/>
                  </a:lnTo>
                  <a:lnTo>
                    <a:pt x="3127837" y="1632207"/>
                  </a:lnTo>
                  <a:lnTo>
                    <a:pt x="3059377" y="1635381"/>
                  </a:lnTo>
                  <a:lnTo>
                    <a:pt x="2996375" y="1638931"/>
                  </a:lnTo>
                  <a:lnTo>
                    <a:pt x="2937991" y="1642911"/>
                  </a:lnTo>
                  <a:lnTo>
                    <a:pt x="2883294" y="1647377"/>
                  </a:lnTo>
                  <a:lnTo>
                    <a:pt x="2831352" y="1652386"/>
                  </a:lnTo>
                  <a:lnTo>
                    <a:pt x="2781307" y="1657974"/>
                  </a:lnTo>
                  <a:lnTo>
                    <a:pt x="2770117" y="1659327"/>
                  </a:lnTo>
                  <a:lnTo>
                    <a:pt x="2716270" y="1666346"/>
                  </a:lnTo>
                  <a:lnTo>
                    <a:pt x="2662942" y="1674103"/>
                  </a:lnTo>
                  <a:lnTo>
                    <a:pt x="2609556" y="1682609"/>
                  </a:lnTo>
                  <a:lnTo>
                    <a:pt x="2555728" y="1691846"/>
                  </a:lnTo>
                  <a:lnTo>
                    <a:pt x="2501237" y="1701766"/>
                  </a:lnTo>
                  <a:lnTo>
                    <a:pt x="2446008" y="1712290"/>
                  </a:lnTo>
                  <a:lnTo>
                    <a:pt x="2390093" y="1723307"/>
                  </a:lnTo>
                  <a:lnTo>
                    <a:pt x="2333645" y="1734677"/>
                  </a:lnTo>
                  <a:lnTo>
                    <a:pt x="2276891" y="1746242"/>
                  </a:lnTo>
                  <a:lnTo>
                    <a:pt x="2220100" y="1757831"/>
                  </a:lnTo>
                  <a:lnTo>
                    <a:pt x="2163545" y="1769270"/>
                  </a:lnTo>
                  <a:lnTo>
                    <a:pt x="2107468" y="1780396"/>
                  </a:lnTo>
                  <a:lnTo>
                    <a:pt x="2052045" y="1791064"/>
                  </a:lnTo>
                  <a:lnTo>
                    <a:pt x="1997358" y="1801156"/>
                  </a:lnTo>
                  <a:lnTo>
                    <a:pt x="1943367" y="1810582"/>
                  </a:lnTo>
                  <a:lnTo>
                    <a:pt x="1889894" y="1819287"/>
                  </a:lnTo>
                  <a:lnTo>
                    <a:pt x="1836598" y="1827245"/>
                  </a:lnTo>
                  <a:lnTo>
                    <a:pt x="1782959" y="1834460"/>
                  </a:lnTo>
                  <a:lnTo>
                    <a:pt x="1768425" y="1836271"/>
                  </a:lnTo>
                  <a:lnTo>
                    <a:pt x="1718707" y="1841993"/>
                  </a:lnTo>
                  <a:lnTo>
                    <a:pt x="1667267" y="1847131"/>
                  </a:lnTo>
                  <a:lnTo>
                    <a:pt x="1613277" y="1851717"/>
                  </a:lnTo>
                  <a:lnTo>
                    <a:pt x="1555814" y="1855802"/>
                  </a:lnTo>
                  <a:lnTo>
                    <a:pt x="1493941" y="1859444"/>
                  </a:lnTo>
                  <a:lnTo>
                    <a:pt x="1426787" y="1862699"/>
                  </a:lnTo>
                  <a:lnTo>
                    <a:pt x="1353659" y="1865616"/>
                  </a:lnTo>
                  <a:lnTo>
                    <a:pt x="1274178" y="1868232"/>
                  </a:lnTo>
                  <a:lnTo>
                    <a:pt x="1188473" y="1870576"/>
                  </a:lnTo>
                  <a:lnTo>
                    <a:pt x="1097391" y="1872664"/>
                  </a:lnTo>
                  <a:lnTo>
                    <a:pt x="1002715" y="1874503"/>
                  </a:lnTo>
                  <a:lnTo>
                    <a:pt x="907289" y="1876090"/>
                  </a:lnTo>
                  <a:lnTo>
                    <a:pt x="814947" y="1877420"/>
                  </a:lnTo>
                  <a:lnTo>
                    <a:pt x="730147" y="1878488"/>
                  </a:lnTo>
                  <a:lnTo>
                    <a:pt x="657279" y="1879298"/>
                  </a:lnTo>
                  <a:lnTo>
                    <a:pt x="599775" y="1879866"/>
                  </a:lnTo>
                  <a:lnTo>
                    <a:pt x="559281" y="1880224"/>
                  </a:lnTo>
                  <a:lnTo>
                    <a:pt x="535159" y="1880416"/>
                  </a:lnTo>
                  <a:lnTo>
                    <a:pt x="524447" y="1880492"/>
                  </a:lnTo>
                  <a:lnTo>
                    <a:pt x="522148" y="1880507"/>
                  </a:lnTo>
                  <a:lnTo>
                    <a:pt x="522133" y="1880507"/>
                  </a:lnTo>
                  <a:lnTo>
                    <a:pt x="0" y="1880507"/>
                  </a:lnTo>
                  <a:lnTo>
                    <a:pt x="0" y="1880507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523" name="pg1523"/>
            <p:cNvSpPr/>
            <p:nvPr/>
          </p:nvSpPr>
          <p:spPr>
            <a:xfrm>
              <a:off x="386606" y="5099034"/>
              <a:ext cx="8554953" cy="135532"/>
            </a:xfrm>
            <a:custGeom>
              <a:avLst/>
              <a:pathLst>
                <a:path w="8554953" h="135532">
                  <a:moveTo>
                    <a:pt x="0" y="5647"/>
                  </a:moveTo>
                  <a:lnTo>
                    <a:pt x="522133" y="5647"/>
                  </a:lnTo>
                  <a:lnTo>
                    <a:pt x="523403" y="5650"/>
                  </a:lnTo>
                  <a:lnTo>
                    <a:pt x="531703" y="5672"/>
                  </a:lnTo>
                  <a:lnTo>
                    <a:pt x="552452" y="5734"/>
                  </a:lnTo>
                  <a:lnTo>
                    <a:pt x="589108" y="5855"/>
                  </a:lnTo>
                  <a:lnTo>
                    <a:pt x="642846" y="6053"/>
                  </a:lnTo>
                  <a:lnTo>
                    <a:pt x="712511" y="6341"/>
                  </a:lnTo>
                  <a:lnTo>
                    <a:pt x="795005" y="6728"/>
                  </a:lnTo>
                  <a:lnTo>
                    <a:pt x="886071" y="7215"/>
                  </a:lnTo>
                  <a:lnTo>
                    <a:pt x="981193" y="7801"/>
                  </a:lnTo>
                  <a:lnTo>
                    <a:pt x="1076349" y="8484"/>
                  </a:lnTo>
                  <a:lnTo>
                    <a:pt x="1168454" y="9262"/>
                  </a:lnTo>
                  <a:lnTo>
                    <a:pt x="1255493" y="10138"/>
                  </a:lnTo>
                  <a:lnTo>
                    <a:pt x="1336422" y="11116"/>
                  </a:lnTo>
                  <a:lnTo>
                    <a:pt x="1410974" y="12206"/>
                  </a:lnTo>
                  <a:lnTo>
                    <a:pt x="1479429" y="13423"/>
                  </a:lnTo>
                  <a:lnTo>
                    <a:pt x="1542428" y="14783"/>
                  </a:lnTo>
                  <a:lnTo>
                    <a:pt x="1600809" y="16309"/>
                  </a:lnTo>
                  <a:lnTo>
                    <a:pt x="1655505" y="18021"/>
                  </a:lnTo>
                  <a:lnTo>
                    <a:pt x="1707450" y="19941"/>
                  </a:lnTo>
                  <a:lnTo>
                    <a:pt x="1757500" y="22082"/>
                  </a:lnTo>
                  <a:lnTo>
                    <a:pt x="1768425" y="22588"/>
                  </a:lnTo>
                  <a:lnTo>
                    <a:pt x="1822623" y="25295"/>
                  </a:lnTo>
                  <a:lnTo>
                    <a:pt x="1876299" y="28288"/>
                  </a:lnTo>
                  <a:lnTo>
                    <a:pt x="1930040" y="31572"/>
                  </a:lnTo>
                  <a:lnTo>
                    <a:pt x="1984235" y="35139"/>
                  </a:lnTo>
                  <a:lnTo>
                    <a:pt x="2039105" y="38970"/>
                  </a:lnTo>
                  <a:lnTo>
                    <a:pt x="2094723" y="43035"/>
                  </a:lnTo>
                  <a:lnTo>
                    <a:pt x="2151031" y="47289"/>
                  </a:lnTo>
                  <a:lnTo>
                    <a:pt x="2207871" y="51677"/>
                  </a:lnTo>
                  <a:lnTo>
                    <a:pt x="2265007" y="56138"/>
                  </a:lnTo>
                  <a:lnTo>
                    <a:pt x="2322164" y="60603"/>
                  </a:lnTo>
                  <a:lnTo>
                    <a:pt x="2379064" y="65006"/>
                  </a:lnTo>
                  <a:lnTo>
                    <a:pt x="2435464" y="69284"/>
                  </a:lnTo>
                  <a:lnTo>
                    <a:pt x="2491191" y="73380"/>
                  </a:lnTo>
                  <a:lnTo>
                    <a:pt x="2546171" y="77248"/>
                  </a:lnTo>
                  <a:lnTo>
                    <a:pt x="2600457" y="80856"/>
                  </a:lnTo>
                  <a:lnTo>
                    <a:pt x="2654245" y="84183"/>
                  </a:lnTo>
                  <a:lnTo>
                    <a:pt x="2707899" y="87220"/>
                  </a:lnTo>
                  <a:lnTo>
                    <a:pt x="2761973" y="89968"/>
                  </a:lnTo>
                  <a:lnTo>
                    <a:pt x="2770117" y="90354"/>
                  </a:lnTo>
                  <a:lnTo>
                    <a:pt x="2819849" y="92546"/>
                  </a:lnTo>
                  <a:lnTo>
                    <a:pt x="2871304" y="94514"/>
                  </a:lnTo>
                  <a:lnTo>
                    <a:pt x="2925310" y="96271"/>
                  </a:lnTo>
                  <a:lnTo>
                    <a:pt x="2982792" y="97836"/>
                  </a:lnTo>
                  <a:lnTo>
                    <a:pt x="3044688" y="99231"/>
                  </a:lnTo>
                  <a:lnTo>
                    <a:pt x="3111868" y="100478"/>
                  </a:lnTo>
                  <a:lnTo>
                    <a:pt x="3185027" y="101595"/>
                  </a:lnTo>
                  <a:lnTo>
                    <a:pt x="3264541" y="102597"/>
                  </a:lnTo>
                  <a:lnTo>
                    <a:pt x="3350284" y="103494"/>
                  </a:lnTo>
                  <a:lnTo>
                    <a:pt x="3441402" y="104294"/>
                  </a:lnTo>
                  <a:lnTo>
                    <a:pt x="3536110" y="104998"/>
                  </a:lnTo>
                  <a:lnTo>
                    <a:pt x="3631558" y="105606"/>
                  </a:lnTo>
                  <a:lnTo>
                    <a:pt x="3723907" y="106115"/>
                  </a:lnTo>
                  <a:lnTo>
                    <a:pt x="3808694" y="106524"/>
                  </a:lnTo>
                  <a:lnTo>
                    <a:pt x="3881528" y="106834"/>
                  </a:lnTo>
                  <a:lnTo>
                    <a:pt x="3938978" y="107051"/>
                  </a:lnTo>
                  <a:lnTo>
                    <a:pt x="3979407" y="107188"/>
                  </a:lnTo>
                  <a:lnTo>
                    <a:pt x="4003464" y="107261"/>
                  </a:lnTo>
                  <a:lnTo>
                    <a:pt x="4014123" y="107290"/>
                  </a:lnTo>
                  <a:lnTo>
                    <a:pt x="4016409" y="107296"/>
                  </a:lnTo>
                  <a:lnTo>
                    <a:pt x="4538543" y="107296"/>
                  </a:lnTo>
                  <a:lnTo>
                    <a:pt x="4539813" y="107297"/>
                  </a:lnTo>
                  <a:lnTo>
                    <a:pt x="4548114" y="107303"/>
                  </a:lnTo>
                  <a:lnTo>
                    <a:pt x="4568866" y="107320"/>
                  </a:lnTo>
                  <a:lnTo>
                    <a:pt x="4605525" y="107354"/>
                  </a:lnTo>
                  <a:lnTo>
                    <a:pt x="4659269" y="107409"/>
                  </a:lnTo>
                  <a:lnTo>
                    <a:pt x="4728940" y="107489"/>
                  </a:lnTo>
                  <a:lnTo>
                    <a:pt x="4811441" y="107596"/>
                  </a:lnTo>
                  <a:lnTo>
                    <a:pt x="4902513" y="107731"/>
                  </a:lnTo>
                  <a:lnTo>
                    <a:pt x="4997640" y="107894"/>
                  </a:lnTo>
                  <a:lnTo>
                    <a:pt x="5092799" y="108084"/>
                  </a:lnTo>
                  <a:lnTo>
                    <a:pt x="5184906" y="108300"/>
                  </a:lnTo>
                  <a:lnTo>
                    <a:pt x="5271946" y="108543"/>
                  </a:lnTo>
                  <a:lnTo>
                    <a:pt x="5352875" y="108815"/>
                  </a:lnTo>
                  <a:lnTo>
                    <a:pt x="5427426" y="109118"/>
                  </a:lnTo>
                  <a:lnTo>
                    <a:pt x="5495881" y="109456"/>
                  </a:lnTo>
                  <a:lnTo>
                    <a:pt x="5558879" y="109834"/>
                  </a:lnTo>
                  <a:lnTo>
                    <a:pt x="5617260" y="110258"/>
                  </a:lnTo>
                  <a:lnTo>
                    <a:pt x="5671956" y="110733"/>
                  </a:lnTo>
                  <a:lnTo>
                    <a:pt x="5723901" y="111267"/>
                  </a:lnTo>
                  <a:lnTo>
                    <a:pt x="5773952" y="111862"/>
                  </a:lnTo>
                  <a:lnTo>
                    <a:pt x="5784835" y="112002"/>
                  </a:lnTo>
                  <a:lnTo>
                    <a:pt x="5839090" y="112754"/>
                  </a:lnTo>
                  <a:lnTo>
                    <a:pt x="5892822" y="113587"/>
                  </a:lnTo>
                  <a:lnTo>
                    <a:pt x="5946620" y="114500"/>
                  </a:lnTo>
                  <a:lnTo>
                    <a:pt x="6000875" y="115492"/>
                  </a:lnTo>
                  <a:lnTo>
                    <a:pt x="6055806" y="116558"/>
                  </a:lnTo>
                  <a:lnTo>
                    <a:pt x="6111487" y="117689"/>
                  </a:lnTo>
                  <a:lnTo>
                    <a:pt x="6167859" y="118872"/>
                  </a:lnTo>
                  <a:lnTo>
                    <a:pt x="6224762" y="120092"/>
                  </a:lnTo>
                  <a:lnTo>
                    <a:pt x="6281959" y="121333"/>
                  </a:lnTo>
                  <a:lnTo>
                    <a:pt x="6339175" y="122574"/>
                  </a:lnTo>
                  <a:lnTo>
                    <a:pt x="6396131" y="123799"/>
                  </a:lnTo>
                  <a:lnTo>
                    <a:pt x="6452583" y="124987"/>
                  </a:lnTo>
                  <a:lnTo>
                    <a:pt x="6508359" y="126126"/>
                  </a:lnTo>
                  <a:lnTo>
                    <a:pt x="6563387" y="127200"/>
                  </a:lnTo>
                  <a:lnTo>
                    <a:pt x="6617720" y="128203"/>
                  </a:lnTo>
                  <a:lnTo>
                    <a:pt x="6671559" y="129126"/>
                  </a:lnTo>
                  <a:lnTo>
                    <a:pt x="6725272" y="129969"/>
                  </a:lnTo>
                  <a:lnTo>
                    <a:pt x="6779418" y="130732"/>
                  </a:lnTo>
                  <a:lnTo>
                    <a:pt x="6786527" y="130826"/>
                  </a:lnTo>
                  <a:lnTo>
                    <a:pt x="6836261" y="131434"/>
                  </a:lnTo>
                  <a:lnTo>
                    <a:pt x="6887718" y="131981"/>
                  </a:lnTo>
                  <a:lnTo>
                    <a:pt x="6941727" y="132469"/>
                  </a:lnTo>
                  <a:lnTo>
                    <a:pt x="6999212" y="132904"/>
                  </a:lnTo>
                  <a:lnTo>
                    <a:pt x="7061112" y="133291"/>
                  </a:lnTo>
                  <a:lnTo>
                    <a:pt x="7128296" y="133638"/>
                  </a:lnTo>
                  <a:lnTo>
                    <a:pt x="7201460" y="133948"/>
                  </a:lnTo>
                  <a:lnTo>
                    <a:pt x="7280980" y="134226"/>
                  </a:lnTo>
                  <a:lnTo>
                    <a:pt x="7366727" y="134476"/>
                  </a:lnTo>
                  <a:lnTo>
                    <a:pt x="7457852" y="134698"/>
                  </a:lnTo>
                  <a:lnTo>
                    <a:pt x="7552565" y="134893"/>
                  </a:lnTo>
                  <a:lnTo>
                    <a:pt x="7648016" y="135062"/>
                  </a:lnTo>
                  <a:lnTo>
                    <a:pt x="7740366" y="135204"/>
                  </a:lnTo>
                  <a:lnTo>
                    <a:pt x="7825151" y="135317"/>
                  </a:lnTo>
                  <a:lnTo>
                    <a:pt x="7897980" y="135403"/>
                  </a:lnTo>
                  <a:lnTo>
                    <a:pt x="7955421" y="135464"/>
                  </a:lnTo>
                  <a:lnTo>
                    <a:pt x="7995840" y="135502"/>
                  </a:lnTo>
                  <a:lnTo>
                    <a:pt x="8019887" y="135522"/>
                  </a:lnTo>
                  <a:lnTo>
                    <a:pt x="8030537" y="135530"/>
                  </a:lnTo>
                  <a:lnTo>
                    <a:pt x="8032819" y="135532"/>
                  </a:lnTo>
                  <a:lnTo>
                    <a:pt x="8554953" y="135532"/>
                  </a:lnTo>
                  <a:lnTo>
                    <a:pt x="8554953" y="129884"/>
                  </a:lnTo>
                  <a:lnTo>
                    <a:pt x="8032819" y="129884"/>
                  </a:lnTo>
                  <a:lnTo>
                    <a:pt x="8031549" y="129884"/>
                  </a:lnTo>
                  <a:lnTo>
                    <a:pt x="8023248" y="129877"/>
                  </a:lnTo>
                  <a:lnTo>
                    <a:pt x="8002496" y="129860"/>
                  </a:lnTo>
                  <a:lnTo>
                    <a:pt x="7965837" y="129827"/>
                  </a:lnTo>
                  <a:lnTo>
                    <a:pt x="7912093" y="129772"/>
                  </a:lnTo>
                  <a:lnTo>
                    <a:pt x="7842422" y="129691"/>
                  </a:lnTo>
                  <a:lnTo>
                    <a:pt x="7759921" y="129584"/>
                  </a:lnTo>
                  <a:lnTo>
                    <a:pt x="7668849" y="129449"/>
                  </a:lnTo>
                  <a:lnTo>
                    <a:pt x="7573722" y="129286"/>
                  </a:lnTo>
                  <a:lnTo>
                    <a:pt x="7478563" y="129096"/>
                  </a:lnTo>
                  <a:lnTo>
                    <a:pt x="7386456" y="128880"/>
                  </a:lnTo>
                  <a:lnTo>
                    <a:pt x="7299416" y="128637"/>
                  </a:lnTo>
                  <a:lnTo>
                    <a:pt x="7218486" y="128365"/>
                  </a:lnTo>
                  <a:lnTo>
                    <a:pt x="7143936" y="128062"/>
                  </a:lnTo>
                  <a:lnTo>
                    <a:pt x="7075481" y="127724"/>
                  </a:lnTo>
                  <a:lnTo>
                    <a:pt x="7012483" y="127346"/>
                  </a:lnTo>
                  <a:lnTo>
                    <a:pt x="6954102" y="126922"/>
                  </a:lnTo>
                  <a:lnTo>
                    <a:pt x="6899406" y="126447"/>
                  </a:lnTo>
                  <a:lnTo>
                    <a:pt x="6847461" y="125913"/>
                  </a:lnTo>
                  <a:lnTo>
                    <a:pt x="6797409" y="125318"/>
                  </a:lnTo>
                  <a:lnTo>
                    <a:pt x="6786527" y="125178"/>
                  </a:lnTo>
                  <a:lnTo>
                    <a:pt x="6732272" y="124426"/>
                  </a:lnTo>
                  <a:lnTo>
                    <a:pt x="6678540" y="123593"/>
                  </a:lnTo>
                  <a:lnTo>
                    <a:pt x="6624742" y="122680"/>
                  </a:lnTo>
                  <a:lnTo>
                    <a:pt x="6570487" y="121688"/>
                  </a:lnTo>
                  <a:lnTo>
                    <a:pt x="6515556" y="120622"/>
                  </a:lnTo>
                  <a:lnTo>
                    <a:pt x="6459875" y="119491"/>
                  </a:lnTo>
                  <a:lnTo>
                    <a:pt x="6403503" y="118308"/>
                  </a:lnTo>
                  <a:lnTo>
                    <a:pt x="6346600" y="117088"/>
                  </a:lnTo>
                  <a:lnTo>
                    <a:pt x="6289403" y="115847"/>
                  </a:lnTo>
                  <a:lnTo>
                    <a:pt x="6232187" y="114606"/>
                  </a:lnTo>
                  <a:lnTo>
                    <a:pt x="6175231" y="113382"/>
                  </a:lnTo>
                  <a:lnTo>
                    <a:pt x="6118779" y="112193"/>
                  </a:lnTo>
                  <a:lnTo>
                    <a:pt x="6063003" y="111055"/>
                  </a:lnTo>
                  <a:lnTo>
                    <a:pt x="6007975" y="109980"/>
                  </a:lnTo>
                  <a:lnTo>
                    <a:pt x="5953642" y="108978"/>
                  </a:lnTo>
                  <a:lnTo>
                    <a:pt x="5899803" y="108054"/>
                  </a:lnTo>
                  <a:lnTo>
                    <a:pt x="5846090" y="107211"/>
                  </a:lnTo>
                  <a:lnTo>
                    <a:pt x="5791944" y="106448"/>
                  </a:lnTo>
                  <a:lnTo>
                    <a:pt x="5784835" y="106355"/>
                  </a:lnTo>
                  <a:lnTo>
                    <a:pt x="5735101" y="105746"/>
                  </a:lnTo>
                  <a:lnTo>
                    <a:pt x="5683644" y="105199"/>
                  </a:lnTo>
                  <a:lnTo>
                    <a:pt x="5629635" y="104711"/>
                  </a:lnTo>
                  <a:lnTo>
                    <a:pt x="5572150" y="104276"/>
                  </a:lnTo>
                  <a:lnTo>
                    <a:pt x="5510250" y="103889"/>
                  </a:lnTo>
                  <a:lnTo>
                    <a:pt x="5443066" y="103542"/>
                  </a:lnTo>
                  <a:lnTo>
                    <a:pt x="5369902" y="103232"/>
                  </a:lnTo>
                  <a:lnTo>
                    <a:pt x="5290382" y="102954"/>
                  </a:lnTo>
                  <a:lnTo>
                    <a:pt x="5204634" y="102704"/>
                  </a:lnTo>
                  <a:lnTo>
                    <a:pt x="5113510" y="102482"/>
                  </a:lnTo>
                  <a:lnTo>
                    <a:pt x="5018797" y="102287"/>
                  </a:lnTo>
                  <a:lnTo>
                    <a:pt x="4923346" y="102118"/>
                  </a:lnTo>
                  <a:lnTo>
                    <a:pt x="4830996" y="101977"/>
                  </a:lnTo>
                  <a:lnTo>
                    <a:pt x="4746211" y="101863"/>
                  </a:lnTo>
                  <a:lnTo>
                    <a:pt x="4673382" y="101777"/>
                  </a:lnTo>
                  <a:lnTo>
                    <a:pt x="4615941" y="101717"/>
                  </a:lnTo>
                  <a:lnTo>
                    <a:pt x="4575522" y="101679"/>
                  </a:lnTo>
                  <a:lnTo>
                    <a:pt x="4551475" y="101658"/>
                  </a:lnTo>
                  <a:lnTo>
                    <a:pt x="4540825" y="101650"/>
                  </a:lnTo>
                  <a:lnTo>
                    <a:pt x="4538543" y="101649"/>
                  </a:lnTo>
                  <a:lnTo>
                    <a:pt x="4016409" y="101649"/>
                  </a:lnTo>
                  <a:lnTo>
                    <a:pt x="4015140" y="101645"/>
                  </a:lnTo>
                  <a:lnTo>
                    <a:pt x="4006840" y="101623"/>
                  </a:lnTo>
                  <a:lnTo>
                    <a:pt x="3986090" y="101562"/>
                  </a:lnTo>
                  <a:lnTo>
                    <a:pt x="3949434" y="101441"/>
                  </a:lnTo>
                  <a:lnTo>
                    <a:pt x="3895696" y="101242"/>
                  </a:lnTo>
                  <a:lnTo>
                    <a:pt x="3826032" y="100954"/>
                  </a:lnTo>
                  <a:lnTo>
                    <a:pt x="3743537" y="100567"/>
                  </a:lnTo>
                  <a:lnTo>
                    <a:pt x="3652471" y="100080"/>
                  </a:lnTo>
                  <a:lnTo>
                    <a:pt x="3557349" y="99494"/>
                  </a:lnTo>
                  <a:lnTo>
                    <a:pt x="3462193" y="98811"/>
                  </a:lnTo>
                  <a:lnTo>
                    <a:pt x="3370088" y="98033"/>
                  </a:lnTo>
                  <a:lnTo>
                    <a:pt x="3283049" y="97157"/>
                  </a:lnTo>
                  <a:lnTo>
                    <a:pt x="3202120" y="96179"/>
                  </a:lnTo>
                  <a:lnTo>
                    <a:pt x="3127568" y="95089"/>
                  </a:lnTo>
                  <a:lnTo>
                    <a:pt x="3059113" y="93872"/>
                  </a:lnTo>
                  <a:lnTo>
                    <a:pt x="2996115" y="92512"/>
                  </a:lnTo>
                  <a:lnTo>
                    <a:pt x="2937733" y="90987"/>
                  </a:lnTo>
                  <a:lnTo>
                    <a:pt x="2883037" y="89275"/>
                  </a:lnTo>
                  <a:lnTo>
                    <a:pt x="2831092" y="87355"/>
                  </a:lnTo>
                  <a:lnTo>
                    <a:pt x="2781042" y="85213"/>
                  </a:lnTo>
                  <a:lnTo>
                    <a:pt x="2770117" y="84707"/>
                  </a:lnTo>
                  <a:lnTo>
                    <a:pt x="2715919" y="82000"/>
                  </a:lnTo>
                  <a:lnTo>
                    <a:pt x="2662243" y="79007"/>
                  </a:lnTo>
                  <a:lnTo>
                    <a:pt x="2608502" y="75723"/>
                  </a:lnTo>
                  <a:lnTo>
                    <a:pt x="2554307" y="72156"/>
                  </a:lnTo>
                  <a:lnTo>
                    <a:pt x="2499437" y="68325"/>
                  </a:lnTo>
                  <a:lnTo>
                    <a:pt x="2443819" y="64260"/>
                  </a:lnTo>
                  <a:lnTo>
                    <a:pt x="2387511" y="60006"/>
                  </a:lnTo>
                  <a:lnTo>
                    <a:pt x="2330671" y="55618"/>
                  </a:lnTo>
                  <a:lnTo>
                    <a:pt x="2273535" y="51158"/>
                  </a:lnTo>
                  <a:lnTo>
                    <a:pt x="2216379" y="46692"/>
                  </a:lnTo>
                  <a:lnTo>
                    <a:pt x="2159479" y="42289"/>
                  </a:lnTo>
                  <a:lnTo>
                    <a:pt x="2103078" y="38011"/>
                  </a:lnTo>
                  <a:lnTo>
                    <a:pt x="2047352" y="33916"/>
                  </a:lnTo>
                  <a:lnTo>
                    <a:pt x="1992371" y="30047"/>
                  </a:lnTo>
                  <a:lnTo>
                    <a:pt x="1938086" y="26439"/>
                  </a:lnTo>
                  <a:lnTo>
                    <a:pt x="1884298" y="23112"/>
                  </a:lnTo>
                  <a:lnTo>
                    <a:pt x="1830644" y="20076"/>
                  </a:lnTo>
                  <a:lnTo>
                    <a:pt x="1776569" y="17327"/>
                  </a:lnTo>
                  <a:lnTo>
                    <a:pt x="1768425" y="16941"/>
                  </a:lnTo>
                  <a:lnTo>
                    <a:pt x="1718693" y="14749"/>
                  </a:lnTo>
                  <a:lnTo>
                    <a:pt x="1667239" y="12781"/>
                  </a:lnTo>
                  <a:lnTo>
                    <a:pt x="1613232" y="11024"/>
                  </a:lnTo>
                  <a:lnTo>
                    <a:pt x="1555750" y="9460"/>
                  </a:lnTo>
                  <a:lnTo>
                    <a:pt x="1493854" y="8065"/>
                  </a:lnTo>
                  <a:lnTo>
                    <a:pt x="1426674" y="6818"/>
                  </a:lnTo>
                  <a:lnTo>
                    <a:pt x="1353515" y="5701"/>
                  </a:lnTo>
                  <a:lnTo>
                    <a:pt x="1274001" y="4699"/>
                  </a:lnTo>
                  <a:lnTo>
                    <a:pt x="1188259" y="3801"/>
                  </a:lnTo>
                  <a:lnTo>
                    <a:pt x="1097140" y="3001"/>
                  </a:lnTo>
                  <a:lnTo>
                    <a:pt x="1002432" y="2297"/>
                  </a:lnTo>
                  <a:lnTo>
                    <a:pt x="906984" y="1689"/>
                  </a:lnTo>
                  <a:lnTo>
                    <a:pt x="814636" y="1180"/>
                  </a:lnTo>
                  <a:lnTo>
                    <a:pt x="729848" y="771"/>
                  </a:lnTo>
                  <a:lnTo>
                    <a:pt x="657014" y="462"/>
                  </a:lnTo>
                  <a:lnTo>
                    <a:pt x="599564" y="244"/>
                  </a:lnTo>
                  <a:lnTo>
                    <a:pt x="559135" y="108"/>
                  </a:lnTo>
                  <a:lnTo>
                    <a:pt x="535078" y="34"/>
                  </a:lnTo>
                  <a:lnTo>
                    <a:pt x="524419" y="5"/>
                  </a:lnTo>
                  <a:lnTo>
                    <a:pt x="5221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C34A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1524" name="pl1524"/>
            <p:cNvSpPr/>
            <p:nvPr/>
          </p:nvSpPr>
          <p:spPr>
            <a:xfrm>
              <a:off x="386606" y="5104682"/>
              <a:ext cx="8554953" cy="129884"/>
            </a:xfrm>
            <a:custGeom>
              <a:avLst/>
              <a:pathLst>
                <a:path w="8554953" h="129884">
                  <a:moveTo>
                    <a:pt x="0" y="0"/>
                  </a:moveTo>
                  <a:lnTo>
                    <a:pt x="522133" y="0"/>
                  </a:lnTo>
                  <a:lnTo>
                    <a:pt x="523403" y="3"/>
                  </a:lnTo>
                  <a:lnTo>
                    <a:pt x="531703" y="25"/>
                  </a:lnTo>
                  <a:lnTo>
                    <a:pt x="552452" y="87"/>
                  </a:lnTo>
                  <a:lnTo>
                    <a:pt x="589108" y="208"/>
                  </a:lnTo>
                  <a:lnTo>
                    <a:pt x="642846" y="406"/>
                  </a:lnTo>
                  <a:lnTo>
                    <a:pt x="712511" y="694"/>
                  </a:lnTo>
                  <a:lnTo>
                    <a:pt x="795005" y="1081"/>
                  </a:lnTo>
                  <a:lnTo>
                    <a:pt x="886071" y="1568"/>
                  </a:lnTo>
                  <a:lnTo>
                    <a:pt x="981193" y="2154"/>
                  </a:lnTo>
                  <a:lnTo>
                    <a:pt x="1076349" y="2837"/>
                  </a:lnTo>
                  <a:lnTo>
                    <a:pt x="1168454" y="3615"/>
                  </a:lnTo>
                  <a:lnTo>
                    <a:pt x="1255493" y="4491"/>
                  </a:lnTo>
                  <a:lnTo>
                    <a:pt x="1336422" y="5469"/>
                  </a:lnTo>
                  <a:lnTo>
                    <a:pt x="1410974" y="6559"/>
                  </a:lnTo>
                  <a:lnTo>
                    <a:pt x="1479429" y="7776"/>
                  </a:lnTo>
                  <a:lnTo>
                    <a:pt x="1542428" y="9136"/>
                  </a:lnTo>
                  <a:lnTo>
                    <a:pt x="1600809" y="10661"/>
                  </a:lnTo>
                  <a:lnTo>
                    <a:pt x="1655505" y="12374"/>
                  </a:lnTo>
                  <a:lnTo>
                    <a:pt x="1707450" y="14293"/>
                  </a:lnTo>
                  <a:lnTo>
                    <a:pt x="1757500" y="16435"/>
                  </a:lnTo>
                  <a:lnTo>
                    <a:pt x="1768425" y="16941"/>
                  </a:lnTo>
                  <a:lnTo>
                    <a:pt x="1822623" y="19648"/>
                  </a:lnTo>
                  <a:lnTo>
                    <a:pt x="1876299" y="22641"/>
                  </a:lnTo>
                  <a:lnTo>
                    <a:pt x="1930040" y="25925"/>
                  </a:lnTo>
                  <a:lnTo>
                    <a:pt x="1984235" y="29492"/>
                  </a:lnTo>
                  <a:lnTo>
                    <a:pt x="2039105" y="33323"/>
                  </a:lnTo>
                  <a:lnTo>
                    <a:pt x="2094723" y="37388"/>
                  </a:lnTo>
                  <a:lnTo>
                    <a:pt x="2151031" y="41642"/>
                  </a:lnTo>
                  <a:lnTo>
                    <a:pt x="2207871" y="46030"/>
                  </a:lnTo>
                  <a:lnTo>
                    <a:pt x="2265007" y="50490"/>
                  </a:lnTo>
                  <a:lnTo>
                    <a:pt x="2322164" y="54956"/>
                  </a:lnTo>
                  <a:lnTo>
                    <a:pt x="2379064" y="59359"/>
                  </a:lnTo>
                  <a:lnTo>
                    <a:pt x="2435464" y="63637"/>
                  </a:lnTo>
                  <a:lnTo>
                    <a:pt x="2491191" y="67733"/>
                  </a:lnTo>
                  <a:lnTo>
                    <a:pt x="2546171" y="71601"/>
                  </a:lnTo>
                  <a:lnTo>
                    <a:pt x="2600457" y="75209"/>
                  </a:lnTo>
                  <a:lnTo>
                    <a:pt x="2654245" y="78536"/>
                  </a:lnTo>
                  <a:lnTo>
                    <a:pt x="2707899" y="81572"/>
                  </a:lnTo>
                  <a:lnTo>
                    <a:pt x="2761973" y="84321"/>
                  </a:lnTo>
                  <a:lnTo>
                    <a:pt x="2770117" y="84707"/>
                  </a:lnTo>
                  <a:lnTo>
                    <a:pt x="2819849" y="86899"/>
                  </a:lnTo>
                  <a:lnTo>
                    <a:pt x="2871304" y="88867"/>
                  </a:lnTo>
                  <a:lnTo>
                    <a:pt x="2925310" y="90624"/>
                  </a:lnTo>
                  <a:lnTo>
                    <a:pt x="2982792" y="92188"/>
                  </a:lnTo>
                  <a:lnTo>
                    <a:pt x="3044688" y="93584"/>
                  </a:lnTo>
                  <a:lnTo>
                    <a:pt x="3111868" y="94830"/>
                  </a:lnTo>
                  <a:lnTo>
                    <a:pt x="3185027" y="95947"/>
                  </a:lnTo>
                  <a:lnTo>
                    <a:pt x="3264541" y="96949"/>
                  </a:lnTo>
                  <a:lnTo>
                    <a:pt x="3350284" y="97847"/>
                  </a:lnTo>
                  <a:lnTo>
                    <a:pt x="3441402" y="98647"/>
                  </a:lnTo>
                  <a:lnTo>
                    <a:pt x="3536110" y="99351"/>
                  </a:lnTo>
                  <a:lnTo>
                    <a:pt x="3631558" y="99959"/>
                  </a:lnTo>
                  <a:lnTo>
                    <a:pt x="3723907" y="100468"/>
                  </a:lnTo>
                  <a:lnTo>
                    <a:pt x="3808694" y="100877"/>
                  </a:lnTo>
                  <a:lnTo>
                    <a:pt x="3881528" y="101186"/>
                  </a:lnTo>
                  <a:lnTo>
                    <a:pt x="3938978" y="101404"/>
                  </a:lnTo>
                  <a:lnTo>
                    <a:pt x="3979407" y="101540"/>
                  </a:lnTo>
                  <a:lnTo>
                    <a:pt x="4003464" y="101614"/>
                  </a:lnTo>
                  <a:lnTo>
                    <a:pt x="4014123" y="101643"/>
                  </a:lnTo>
                  <a:lnTo>
                    <a:pt x="4016395" y="101649"/>
                  </a:lnTo>
                  <a:lnTo>
                    <a:pt x="4016409" y="101649"/>
                  </a:lnTo>
                  <a:lnTo>
                    <a:pt x="4538543" y="101649"/>
                  </a:lnTo>
                  <a:lnTo>
                    <a:pt x="4539813" y="101649"/>
                  </a:lnTo>
                  <a:lnTo>
                    <a:pt x="4548114" y="101656"/>
                  </a:lnTo>
                  <a:lnTo>
                    <a:pt x="4568866" y="101673"/>
                  </a:lnTo>
                  <a:lnTo>
                    <a:pt x="4605525" y="101706"/>
                  </a:lnTo>
                  <a:lnTo>
                    <a:pt x="4659269" y="101761"/>
                  </a:lnTo>
                  <a:lnTo>
                    <a:pt x="4728940" y="101842"/>
                  </a:lnTo>
                  <a:lnTo>
                    <a:pt x="4811441" y="101949"/>
                  </a:lnTo>
                  <a:lnTo>
                    <a:pt x="4902513" y="102084"/>
                  </a:lnTo>
                  <a:lnTo>
                    <a:pt x="4997640" y="102247"/>
                  </a:lnTo>
                  <a:lnTo>
                    <a:pt x="5092799" y="102437"/>
                  </a:lnTo>
                  <a:lnTo>
                    <a:pt x="5184906" y="102653"/>
                  </a:lnTo>
                  <a:lnTo>
                    <a:pt x="5271946" y="102896"/>
                  </a:lnTo>
                  <a:lnTo>
                    <a:pt x="5352875" y="103168"/>
                  </a:lnTo>
                  <a:lnTo>
                    <a:pt x="5427426" y="103471"/>
                  </a:lnTo>
                  <a:lnTo>
                    <a:pt x="5495881" y="103809"/>
                  </a:lnTo>
                  <a:lnTo>
                    <a:pt x="5558879" y="104187"/>
                  </a:lnTo>
                  <a:lnTo>
                    <a:pt x="5617260" y="104611"/>
                  </a:lnTo>
                  <a:lnTo>
                    <a:pt x="5671956" y="105086"/>
                  </a:lnTo>
                  <a:lnTo>
                    <a:pt x="5723901" y="105620"/>
                  </a:lnTo>
                  <a:lnTo>
                    <a:pt x="5773952" y="106215"/>
                  </a:lnTo>
                  <a:lnTo>
                    <a:pt x="5784835" y="106355"/>
                  </a:lnTo>
                  <a:lnTo>
                    <a:pt x="5839090" y="107107"/>
                  </a:lnTo>
                  <a:lnTo>
                    <a:pt x="5892822" y="107940"/>
                  </a:lnTo>
                  <a:lnTo>
                    <a:pt x="5946620" y="108853"/>
                  </a:lnTo>
                  <a:lnTo>
                    <a:pt x="6000875" y="109845"/>
                  </a:lnTo>
                  <a:lnTo>
                    <a:pt x="6055806" y="110911"/>
                  </a:lnTo>
                  <a:lnTo>
                    <a:pt x="6111487" y="112042"/>
                  </a:lnTo>
                  <a:lnTo>
                    <a:pt x="6167859" y="113225"/>
                  </a:lnTo>
                  <a:lnTo>
                    <a:pt x="6224762" y="114445"/>
                  </a:lnTo>
                  <a:lnTo>
                    <a:pt x="6281959" y="115686"/>
                  </a:lnTo>
                  <a:lnTo>
                    <a:pt x="6339175" y="116927"/>
                  </a:lnTo>
                  <a:lnTo>
                    <a:pt x="6396131" y="118151"/>
                  </a:lnTo>
                  <a:lnTo>
                    <a:pt x="6452583" y="119340"/>
                  </a:lnTo>
                  <a:lnTo>
                    <a:pt x="6508359" y="120478"/>
                  </a:lnTo>
                  <a:lnTo>
                    <a:pt x="6563387" y="121553"/>
                  </a:lnTo>
                  <a:lnTo>
                    <a:pt x="6617720" y="122555"/>
                  </a:lnTo>
                  <a:lnTo>
                    <a:pt x="6671559" y="123479"/>
                  </a:lnTo>
                  <a:lnTo>
                    <a:pt x="6725272" y="124322"/>
                  </a:lnTo>
                  <a:lnTo>
                    <a:pt x="6779418" y="125085"/>
                  </a:lnTo>
                  <a:lnTo>
                    <a:pt x="6786527" y="125178"/>
                  </a:lnTo>
                  <a:lnTo>
                    <a:pt x="6836261" y="125787"/>
                  </a:lnTo>
                  <a:lnTo>
                    <a:pt x="6887718" y="126334"/>
                  </a:lnTo>
                  <a:lnTo>
                    <a:pt x="6941727" y="126822"/>
                  </a:lnTo>
                  <a:lnTo>
                    <a:pt x="6999212" y="127257"/>
                  </a:lnTo>
                  <a:lnTo>
                    <a:pt x="7061112" y="127644"/>
                  </a:lnTo>
                  <a:lnTo>
                    <a:pt x="7128296" y="127991"/>
                  </a:lnTo>
                  <a:lnTo>
                    <a:pt x="7201460" y="128301"/>
                  </a:lnTo>
                  <a:lnTo>
                    <a:pt x="7280980" y="128579"/>
                  </a:lnTo>
                  <a:lnTo>
                    <a:pt x="7366727" y="128829"/>
                  </a:lnTo>
                  <a:lnTo>
                    <a:pt x="7457852" y="129051"/>
                  </a:lnTo>
                  <a:lnTo>
                    <a:pt x="7552565" y="129246"/>
                  </a:lnTo>
                  <a:lnTo>
                    <a:pt x="7648016" y="129415"/>
                  </a:lnTo>
                  <a:lnTo>
                    <a:pt x="7740366" y="129557"/>
                  </a:lnTo>
                  <a:lnTo>
                    <a:pt x="7825151" y="129670"/>
                  </a:lnTo>
                  <a:lnTo>
                    <a:pt x="7897980" y="129756"/>
                  </a:lnTo>
                  <a:lnTo>
                    <a:pt x="7955421" y="129816"/>
                  </a:lnTo>
                  <a:lnTo>
                    <a:pt x="7995840" y="129854"/>
                  </a:lnTo>
                  <a:lnTo>
                    <a:pt x="8019887" y="129875"/>
                  </a:lnTo>
                  <a:lnTo>
                    <a:pt x="8030537" y="129883"/>
                  </a:lnTo>
                  <a:lnTo>
                    <a:pt x="8032805" y="129884"/>
                  </a:lnTo>
                  <a:lnTo>
                    <a:pt x="8032819" y="129884"/>
                  </a:lnTo>
                  <a:lnTo>
                    <a:pt x="8554953" y="129884"/>
                  </a:lnTo>
                  <a:lnTo>
                    <a:pt x="8554953" y="129884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525" name="pl1525"/>
            <p:cNvSpPr/>
            <p:nvPr/>
          </p:nvSpPr>
          <p:spPr>
            <a:xfrm>
              <a:off x="386606" y="5099034"/>
              <a:ext cx="8554953" cy="129884"/>
            </a:xfrm>
            <a:custGeom>
              <a:avLst/>
              <a:pathLst>
                <a:path w="8554953" h="129884">
                  <a:moveTo>
                    <a:pt x="8554953" y="129884"/>
                  </a:moveTo>
                  <a:lnTo>
                    <a:pt x="8032819" y="129884"/>
                  </a:lnTo>
                  <a:lnTo>
                    <a:pt x="8031549" y="129884"/>
                  </a:lnTo>
                  <a:lnTo>
                    <a:pt x="8023248" y="129877"/>
                  </a:lnTo>
                  <a:lnTo>
                    <a:pt x="8002496" y="129860"/>
                  </a:lnTo>
                  <a:lnTo>
                    <a:pt x="7965837" y="129827"/>
                  </a:lnTo>
                  <a:lnTo>
                    <a:pt x="7912093" y="129772"/>
                  </a:lnTo>
                  <a:lnTo>
                    <a:pt x="7842422" y="129691"/>
                  </a:lnTo>
                  <a:lnTo>
                    <a:pt x="7759921" y="129584"/>
                  </a:lnTo>
                  <a:lnTo>
                    <a:pt x="7668849" y="129449"/>
                  </a:lnTo>
                  <a:lnTo>
                    <a:pt x="7573722" y="129286"/>
                  </a:lnTo>
                  <a:lnTo>
                    <a:pt x="7478563" y="129096"/>
                  </a:lnTo>
                  <a:lnTo>
                    <a:pt x="7386456" y="128880"/>
                  </a:lnTo>
                  <a:lnTo>
                    <a:pt x="7299416" y="128637"/>
                  </a:lnTo>
                  <a:lnTo>
                    <a:pt x="7218486" y="128365"/>
                  </a:lnTo>
                  <a:lnTo>
                    <a:pt x="7143936" y="128062"/>
                  </a:lnTo>
                  <a:lnTo>
                    <a:pt x="7075481" y="127724"/>
                  </a:lnTo>
                  <a:lnTo>
                    <a:pt x="7012483" y="127346"/>
                  </a:lnTo>
                  <a:lnTo>
                    <a:pt x="6954102" y="126922"/>
                  </a:lnTo>
                  <a:lnTo>
                    <a:pt x="6899406" y="126447"/>
                  </a:lnTo>
                  <a:lnTo>
                    <a:pt x="6847461" y="125913"/>
                  </a:lnTo>
                  <a:lnTo>
                    <a:pt x="6797409" y="125318"/>
                  </a:lnTo>
                  <a:lnTo>
                    <a:pt x="6786527" y="125178"/>
                  </a:lnTo>
                  <a:lnTo>
                    <a:pt x="6732272" y="124426"/>
                  </a:lnTo>
                  <a:lnTo>
                    <a:pt x="6678540" y="123593"/>
                  </a:lnTo>
                  <a:lnTo>
                    <a:pt x="6624742" y="122680"/>
                  </a:lnTo>
                  <a:lnTo>
                    <a:pt x="6570487" y="121688"/>
                  </a:lnTo>
                  <a:lnTo>
                    <a:pt x="6515556" y="120622"/>
                  </a:lnTo>
                  <a:lnTo>
                    <a:pt x="6459875" y="119491"/>
                  </a:lnTo>
                  <a:lnTo>
                    <a:pt x="6403503" y="118308"/>
                  </a:lnTo>
                  <a:lnTo>
                    <a:pt x="6346600" y="117088"/>
                  </a:lnTo>
                  <a:lnTo>
                    <a:pt x="6289403" y="115847"/>
                  </a:lnTo>
                  <a:lnTo>
                    <a:pt x="6232187" y="114606"/>
                  </a:lnTo>
                  <a:lnTo>
                    <a:pt x="6175231" y="113382"/>
                  </a:lnTo>
                  <a:lnTo>
                    <a:pt x="6118779" y="112193"/>
                  </a:lnTo>
                  <a:lnTo>
                    <a:pt x="6063003" y="111055"/>
                  </a:lnTo>
                  <a:lnTo>
                    <a:pt x="6007975" y="109980"/>
                  </a:lnTo>
                  <a:lnTo>
                    <a:pt x="5953642" y="108978"/>
                  </a:lnTo>
                  <a:lnTo>
                    <a:pt x="5899803" y="108054"/>
                  </a:lnTo>
                  <a:lnTo>
                    <a:pt x="5846090" y="107211"/>
                  </a:lnTo>
                  <a:lnTo>
                    <a:pt x="5791944" y="106448"/>
                  </a:lnTo>
                  <a:lnTo>
                    <a:pt x="5784835" y="106355"/>
                  </a:lnTo>
                  <a:lnTo>
                    <a:pt x="5735101" y="105746"/>
                  </a:lnTo>
                  <a:lnTo>
                    <a:pt x="5683644" y="105199"/>
                  </a:lnTo>
                  <a:lnTo>
                    <a:pt x="5629635" y="104711"/>
                  </a:lnTo>
                  <a:lnTo>
                    <a:pt x="5572150" y="104276"/>
                  </a:lnTo>
                  <a:lnTo>
                    <a:pt x="5510250" y="103889"/>
                  </a:lnTo>
                  <a:lnTo>
                    <a:pt x="5443066" y="103542"/>
                  </a:lnTo>
                  <a:lnTo>
                    <a:pt x="5369902" y="103232"/>
                  </a:lnTo>
                  <a:lnTo>
                    <a:pt x="5290382" y="102954"/>
                  </a:lnTo>
                  <a:lnTo>
                    <a:pt x="5204634" y="102704"/>
                  </a:lnTo>
                  <a:lnTo>
                    <a:pt x="5113510" y="102482"/>
                  </a:lnTo>
                  <a:lnTo>
                    <a:pt x="5018797" y="102287"/>
                  </a:lnTo>
                  <a:lnTo>
                    <a:pt x="4923346" y="102118"/>
                  </a:lnTo>
                  <a:lnTo>
                    <a:pt x="4830996" y="101977"/>
                  </a:lnTo>
                  <a:lnTo>
                    <a:pt x="4746211" y="101863"/>
                  </a:lnTo>
                  <a:lnTo>
                    <a:pt x="4673382" y="101777"/>
                  </a:lnTo>
                  <a:lnTo>
                    <a:pt x="4615941" y="101717"/>
                  </a:lnTo>
                  <a:lnTo>
                    <a:pt x="4575522" y="101679"/>
                  </a:lnTo>
                  <a:lnTo>
                    <a:pt x="4551475" y="101658"/>
                  </a:lnTo>
                  <a:lnTo>
                    <a:pt x="4540825" y="101650"/>
                  </a:lnTo>
                  <a:lnTo>
                    <a:pt x="4538557" y="101649"/>
                  </a:lnTo>
                  <a:lnTo>
                    <a:pt x="4538543" y="101649"/>
                  </a:lnTo>
                  <a:lnTo>
                    <a:pt x="4016409" y="101649"/>
                  </a:lnTo>
                  <a:lnTo>
                    <a:pt x="4015140" y="101645"/>
                  </a:lnTo>
                  <a:lnTo>
                    <a:pt x="4006840" y="101623"/>
                  </a:lnTo>
                  <a:lnTo>
                    <a:pt x="3986090" y="101562"/>
                  </a:lnTo>
                  <a:lnTo>
                    <a:pt x="3949434" y="101441"/>
                  </a:lnTo>
                  <a:lnTo>
                    <a:pt x="3895696" y="101242"/>
                  </a:lnTo>
                  <a:lnTo>
                    <a:pt x="3826032" y="100954"/>
                  </a:lnTo>
                  <a:lnTo>
                    <a:pt x="3743537" y="100567"/>
                  </a:lnTo>
                  <a:lnTo>
                    <a:pt x="3652471" y="100080"/>
                  </a:lnTo>
                  <a:lnTo>
                    <a:pt x="3557349" y="99494"/>
                  </a:lnTo>
                  <a:lnTo>
                    <a:pt x="3462193" y="98811"/>
                  </a:lnTo>
                  <a:lnTo>
                    <a:pt x="3370088" y="98033"/>
                  </a:lnTo>
                  <a:lnTo>
                    <a:pt x="3283049" y="97157"/>
                  </a:lnTo>
                  <a:lnTo>
                    <a:pt x="3202120" y="96179"/>
                  </a:lnTo>
                  <a:lnTo>
                    <a:pt x="3127568" y="95089"/>
                  </a:lnTo>
                  <a:lnTo>
                    <a:pt x="3059113" y="93872"/>
                  </a:lnTo>
                  <a:lnTo>
                    <a:pt x="2996115" y="92512"/>
                  </a:lnTo>
                  <a:lnTo>
                    <a:pt x="2937733" y="90987"/>
                  </a:lnTo>
                  <a:lnTo>
                    <a:pt x="2883037" y="89275"/>
                  </a:lnTo>
                  <a:lnTo>
                    <a:pt x="2831092" y="87355"/>
                  </a:lnTo>
                  <a:lnTo>
                    <a:pt x="2781042" y="85213"/>
                  </a:lnTo>
                  <a:lnTo>
                    <a:pt x="2770117" y="84707"/>
                  </a:lnTo>
                  <a:lnTo>
                    <a:pt x="2715919" y="82000"/>
                  </a:lnTo>
                  <a:lnTo>
                    <a:pt x="2662243" y="79007"/>
                  </a:lnTo>
                  <a:lnTo>
                    <a:pt x="2608502" y="75723"/>
                  </a:lnTo>
                  <a:lnTo>
                    <a:pt x="2554307" y="72156"/>
                  </a:lnTo>
                  <a:lnTo>
                    <a:pt x="2499437" y="68325"/>
                  </a:lnTo>
                  <a:lnTo>
                    <a:pt x="2443819" y="64260"/>
                  </a:lnTo>
                  <a:lnTo>
                    <a:pt x="2387511" y="60006"/>
                  </a:lnTo>
                  <a:lnTo>
                    <a:pt x="2330671" y="55618"/>
                  </a:lnTo>
                  <a:lnTo>
                    <a:pt x="2273535" y="51158"/>
                  </a:lnTo>
                  <a:lnTo>
                    <a:pt x="2216379" y="46692"/>
                  </a:lnTo>
                  <a:lnTo>
                    <a:pt x="2159479" y="42289"/>
                  </a:lnTo>
                  <a:lnTo>
                    <a:pt x="2103078" y="38011"/>
                  </a:lnTo>
                  <a:lnTo>
                    <a:pt x="2047352" y="33916"/>
                  </a:lnTo>
                  <a:lnTo>
                    <a:pt x="1992371" y="30047"/>
                  </a:lnTo>
                  <a:lnTo>
                    <a:pt x="1938086" y="26439"/>
                  </a:lnTo>
                  <a:lnTo>
                    <a:pt x="1884298" y="23112"/>
                  </a:lnTo>
                  <a:lnTo>
                    <a:pt x="1830644" y="20076"/>
                  </a:lnTo>
                  <a:lnTo>
                    <a:pt x="1776569" y="17327"/>
                  </a:lnTo>
                  <a:lnTo>
                    <a:pt x="1768425" y="16941"/>
                  </a:lnTo>
                  <a:lnTo>
                    <a:pt x="1718693" y="14749"/>
                  </a:lnTo>
                  <a:lnTo>
                    <a:pt x="1667239" y="12781"/>
                  </a:lnTo>
                  <a:lnTo>
                    <a:pt x="1613232" y="11024"/>
                  </a:lnTo>
                  <a:lnTo>
                    <a:pt x="1555750" y="9460"/>
                  </a:lnTo>
                  <a:lnTo>
                    <a:pt x="1493854" y="8065"/>
                  </a:lnTo>
                  <a:lnTo>
                    <a:pt x="1426674" y="6818"/>
                  </a:lnTo>
                  <a:lnTo>
                    <a:pt x="1353515" y="5701"/>
                  </a:lnTo>
                  <a:lnTo>
                    <a:pt x="1274001" y="4699"/>
                  </a:lnTo>
                  <a:lnTo>
                    <a:pt x="1188259" y="3801"/>
                  </a:lnTo>
                  <a:lnTo>
                    <a:pt x="1097140" y="3001"/>
                  </a:lnTo>
                  <a:lnTo>
                    <a:pt x="1002432" y="2297"/>
                  </a:lnTo>
                  <a:lnTo>
                    <a:pt x="906984" y="1689"/>
                  </a:lnTo>
                  <a:lnTo>
                    <a:pt x="814636" y="1180"/>
                  </a:lnTo>
                  <a:lnTo>
                    <a:pt x="729848" y="771"/>
                  </a:lnTo>
                  <a:lnTo>
                    <a:pt x="657014" y="462"/>
                  </a:lnTo>
                  <a:lnTo>
                    <a:pt x="599564" y="244"/>
                  </a:lnTo>
                  <a:lnTo>
                    <a:pt x="559135" y="108"/>
                  </a:lnTo>
                  <a:lnTo>
                    <a:pt x="535078" y="34"/>
                  </a:lnTo>
                  <a:lnTo>
                    <a:pt x="524419" y="5"/>
                  </a:lnTo>
                  <a:lnTo>
                    <a:pt x="522147" y="0"/>
                  </a:lnTo>
                  <a:lnTo>
                    <a:pt x="522133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526" name="pg1526"/>
            <p:cNvSpPr/>
            <p:nvPr/>
          </p:nvSpPr>
          <p:spPr>
            <a:xfrm>
              <a:off x="386606" y="829773"/>
              <a:ext cx="8554953" cy="4241025"/>
            </a:xfrm>
            <a:custGeom>
              <a:avLst/>
              <a:pathLst>
                <a:path w="8554953" h="4241025">
                  <a:moveTo>
                    <a:pt x="0" y="4241025"/>
                  </a:moveTo>
                  <a:lnTo>
                    <a:pt x="522133" y="4241025"/>
                  </a:lnTo>
                  <a:lnTo>
                    <a:pt x="523391" y="4241000"/>
                  </a:lnTo>
                  <a:lnTo>
                    <a:pt x="531619" y="4240818"/>
                  </a:lnTo>
                  <a:lnTo>
                    <a:pt x="552194" y="4240316"/>
                  </a:lnTo>
                  <a:lnTo>
                    <a:pt x="588557" y="4239330"/>
                  </a:lnTo>
                  <a:lnTo>
                    <a:pt x="641900" y="4237715"/>
                  </a:lnTo>
                  <a:lnTo>
                    <a:pt x="711107" y="4235363"/>
                  </a:lnTo>
                  <a:lnTo>
                    <a:pt x="793136" y="4232210"/>
                  </a:lnTo>
                  <a:lnTo>
                    <a:pt x="883781" y="4228237"/>
                  </a:lnTo>
                  <a:lnTo>
                    <a:pt x="978562" y="4223454"/>
                  </a:lnTo>
                  <a:lnTo>
                    <a:pt x="1073476" y="4217879"/>
                  </a:lnTo>
                  <a:lnTo>
                    <a:pt x="1165435" y="4211523"/>
                  </a:lnTo>
                  <a:lnTo>
                    <a:pt x="1252409" y="4204375"/>
                  </a:lnTo>
                  <a:lnTo>
                    <a:pt x="1333332" y="4196391"/>
                  </a:lnTo>
                  <a:lnTo>
                    <a:pt x="1407916" y="4187493"/>
                  </a:lnTo>
                  <a:lnTo>
                    <a:pt x="1476420" y="4177570"/>
                  </a:lnTo>
                  <a:lnTo>
                    <a:pt x="1539465" y="4166478"/>
                  </a:lnTo>
                  <a:lnTo>
                    <a:pt x="1597878" y="4154048"/>
                  </a:lnTo>
                  <a:lnTo>
                    <a:pt x="1652579" y="4140100"/>
                  </a:lnTo>
                  <a:lnTo>
                    <a:pt x="1704496" y="4124463"/>
                  </a:lnTo>
                  <a:lnTo>
                    <a:pt x="1754485" y="4107015"/>
                  </a:lnTo>
                  <a:lnTo>
                    <a:pt x="1768425" y="4101728"/>
                  </a:lnTo>
                  <a:lnTo>
                    <a:pt x="1819172" y="4080970"/>
                  </a:lnTo>
                  <a:lnTo>
                    <a:pt x="1869424" y="4058151"/>
                  </a:lnTo>
                  <a:lnTo>
                    <a:pt x="1919679" y="4033239"/>
                  </a:lnTo>
                  <a:lnTo>
                    <a:pt x="1970280" y="4006270"/>
                  </a:lnTo>
                  <a:lnTo>
                    <a:pt x="2021437" y="3977350"/>
                  </a:lnTo>
                  <a:lnTo>
                    <a:pt x="2073243" y="3946670"/>
                  </a:lnTo>
                  <a:lnTo>
                    <a:pt x="2125686" y="3914495"/>
                  </a:lnTo>
                  <a:lnTo>
                    <a:pt x="2178668" y="3881165"/>
                  </a:lnTo>
                  <a:lnTo>
                    <a:pt x="2232022" y="3847078"/>
                  </a:lnTo>
                  <a:lnTo>
                    <a:pt x="2285535" y="3812674"/>
                  </a:lnTo>
                  <a:lnTo>
                    <a:pt x="2338979" y="3778409"/>
                  </a:lnTo>
                  <a:lnTo>
                    <a:pt x="2392129" y="3744732"/>
                  </a:lnTo>
                  <a:lnTo>
                    <a:pt x="2444799" y="3712059"/>
                  </a:lnTo>
                  <a:lnTo>
                    <a:pt x="2496862" y="3680757"/>
                  </a:lnTo>
                  <a:lnTo>
                    <a:pt x="2548269" y="3651120"/>
                  </a:lnTo>
                  <a:lnTo>
                    <a:pt x="2599070" y="3623368"/>
                  </a:lnTo>
                  <a:lnTo>
                    <a:pt x="2649427" y="3597641"/>
                  </a:lnTo>
                  <a:lnTo>
                    <a:pt x="2699630" y="3574001"/>
                  </a:lnTo>
                  <a:lnTo>
                    <a:pt x="2750113" y="3552442"/>
                  </a:lnTo>
                  <a:lnTo>
                    <a:pt x="2770117" y="3544541"/>
                  </a:lnTo>
                  <a:lnTo>
                    <a:pt x="2819695" y="3526571"/>
                  </a:lnTo>
                  <a:lnTo>
                    <a:pt x="2870983" y="3510429"/>
                  </a:lnTo>
                  <a:lnTo>
                    <a:pt x="2924801" y="3496018"/>
                  </a:lnTo>
                  <a:lnTo>
                    <a:pt x="2982065" y="3483176"/>
                  </a:lnTo>
                  <a:lnTo>
                    <a:pt x="3043706" y="3471722"/>
                  </a:lnTo>
                  <a:lnTo>
                    <a:pt x="3110586" y="3461482"/>
                  </a:lnTo>
                  <a:lnTo>
                    <a:pt x="3183398" y="3452306"/>
                  </a:lnTo>
                  <a:lnTo>
                    <a:pt x="3262523" y="3444072"/>
                  </a:lnTo>
                  <a:lnTo>
                    <a:pt x="3347850" y="3436693"/>
                  </a:lnTo>
                  <a:lnTo>
                    <a:pt x="3438556" y="3430114"/>
                  </a:lnTo>
                  <a:lnTo>
                    <a:pt x="3532899" y="3424318"/>
                  </a:lnTo>
                  <a:lnTo>
                    <a:pt x="3628090" y="3419307"/>
                  </a:lnTo>
                  <a:lnTo>
                    <a:pt x="3720355" y="3415103"/>
                  </a:lnTo>
                  <a:lnTo>
                    <a:pt x="3805285" y="3411718"/>
                  </a:lnTo>
                  <a:lnTo>
                    <a:pt x="3878508" y="3409143"/>
                  </a:lnTo>
                  <a:lnTo>
                    <a:pt x="3936563" y="3407328"/>
                  </a:lnTo>
                  <a:lnTo>
                    <a:pt x="3977727" y="3406177"/>
                  </a:lnTo>
                  <a:lnTo>
                    <a:pt x="4002527" y="3405553"/>
                  </a:lnTo>
                  <a:lnTo>
                    <a:pt x="4013791" y="3405298"/>
                  </a:lnTo>
                  <a:lnTo>
                    <a:pt x="4016409" y="3405244"/>
                  </a:lnTo>
                  <a:lnTo>
                    <a:pt x="4538543" y="3405244"/>
                  </a:lnTo>
                  <a:lnTo>
                    <a:pt x="4539649" y="3405153"/>
                  </a:lnTo>
                  <a:lnTo>
                    <a:pt x="4546902" y="3404507"/>
                  </a:lnTo>
                  <a:lnTo>
                    <a:pt x="4565121" y="3402719"/>
                  </a:lnTo>
                  <a:lnTo>
                    <a:pt x="4597520" y="3399204"/>
                  </a:lnTo>
                  <a:lnTo>
                    <a:pt x="4645455" y="3393430"/>
                  </a:lnTo>
                  <a:lnTo>
                    <a:pt x="4708321" y="3384980"/>
                  </a:lnTo>
                  <a:lnTo>
                    <a:pt x="4783793" y="3373591"/>
                  </a:lnTo>
                  <a:lnTo>
                    <a:pt x="4868380" y="3359153"/>
                  </a:lnTo>
                  <a:lnTo>
                    <a:pt x="4958144" y="3341673"/>
                  </a:lnTo>
                  <a:lnTo>
                    <a:pt x="5049357" y="3321218"/>
                  </a:lnTo>
                  <a:lnTo>
                    <a:pt x="5138953" y="3297845"/>
                  </a:lnTo>
                  <a:lnTo>
                    <a:pt x="5224735" y="3271552"/>
                  </a:lnTo>
                  <a:lnTo>
                    <a:pt x="5305371" y="3242245"/>
                  </a:lnTo>
                  <a:lnTo>
                    <a:pt x="5380268" y="3209713"/>
                  </a:lnTo>
                  <a:lnTo>
                    <a:pt x="5449400" y="3173626"/>
                  </a:lnTo>
                  <a:lnTo>
                    <a:pt x="5513134" y="3133541"/>
                  </a:lnTo>
                  <a:lnTo>
                    <a:pt x="5572089" y="3088913"/>
                  </a:lnTo>
                  <a:lnTo>
                    <a:pt x="5627024" y="3039121"/>
                  </a:lnTo>
                  <a:lnTo>
                    <a:pt x="5678754" y="2983519"/>
                  </a:lnTo>
                  <a:lnTo>
                    <a:pt x="5728086" y="2921521"/>
                  </a:lnTo>
                  <a:lnTo>
                    <a:pt x="5775754" y="2852738"/>
                  </a:lnTo>
                  <a:lnTo>
                    <a:pt x="5784835" y="2838644"/>
                  </a:lnTo>
                  <a:lnTo>
                    <a:pt x="5819432" y="2782115"/>
                  </a:lnTo>
                  <a:lnTo>
                    <a:pt x="5853713" y="2721747"/>
                  </a:lnTo>
                  <a:lnTo>
                    <a:pt x="5887862" y="2657462"/>
                  </a:lnTo>
                  <a:lnTo>
                    <a:pt x="5922022" y="2589233"/>
                  </a:lnTo>
                  <a:lnTo>
                    <a:pt x="5956307" y="2517095"/>
                  </a:lnTo>
                  <a:lnTo>
                    <a:pt x="5990801" y="2441141"/>
                  </a:lnTo>
                  <a:lnTo>
                    <a:pt x="6025560" y="2361535"/>
                  </a:lnTo>
                  <a:lnTo>
                    <a:pt x="6060616" y="2278511"/>
                  </a:lnTo>
                  <a:lnTo>
                    <a:pt x="6095977" y="2192369"/>
                  </a:lnTo>
                  <a:lnTo>
                    <a:pt x="6131631" y="2103480"/>
                  </a:lnTo>
                  <a:lnTo>
                    <a:pt x="6167548" y="2012275"/>
                  </a:lnTo>
                  <a:lnTo>
                    <a:pt x="6203681" y="1919242"/>
                  </a:lnTo>
                  <a:lnTo>
                    <a:pt x="6239972" y="1824912"/>
                  </a:lnTo>
                  <a:lnTo>
                    <a:pt x="6276354" y="1729848"/>
                  </a:lnTo>
                  <a:lnTo>
                    <a:pt x="6312755" y="1634634"/>
                  </a:lnTo>
                  <a:lnTo>
                    <a:pt x="6349102" y="1539856"/>
                  </a:lnTo>
                  <a:lnTo>
                    <a:pt x="6385324" y="1446089"/>
                  </a:lnTo>
                  <a:lnTo>
                    <a:pt x="6421358" y="1353883"/>
                  </a:lnTo>
                  <a:lnTo>
                    <a:pt x="6457151" y="1263750"/>
                  </a:lnTo>
                  <a:lnTo>
                    <a:pt x="6492665" y="1176151"/>
                  </a:lnTo>
                  <a:lnTo>
                    <a:pt x="6527877" y="1091487"/>
                  </a:lnTo>
                  <a:lnTo>
                    <a:pt x="6562786" y="1010096"/>
                  </a:lnTo>
                  <a:lnTo>
                    <a:pt x="6597410" y="932246"/>
                  </a:lnTo>
                  <a:lnTo>
                    <a:pt x="6631794" y="858136"/>
                  </a:lnTo>
                  <a:lnTo>
                    <a:pt x="6666006" y="787897"/>
                  </a:lnTo>
                  <a:lnTo>
                    <a:pt x="6700144" y="721591"/>
                  </a:lnTo>
                  <a:lnTo>
                    <a:pt x="6734337" y="659222"/>
                  </a:lnTo>
                  <a:lnTo>
                    <a:pt x="6768748" y="600739"/>
                  </a:lnTo>
                  <a:lnTo>
                    <a:pt x="6786527" y="572246"/>
                  </a:lnTo>
                  <a:lnTo>
                    <a:pt x="6833947" y="502138"/>
                  </a:lnTo>
                  <a:lnTo>
                    <a:pt x="6882903" y="438848"/>
                  </a:lnTo>
                  <a:lnTo>
                    <a:pt x="6934108" y="382051"/>
                  </a:lnTo>
                  <a:lnTo>
                    <a:pt x="6988359" y="331185"/>
                  </a:lnTo>
                  <a:lnTo>
                    <a:pt x="7046474" y="285608"/>
                  </a:lnTo>
                  <a:lnTo>
                    <a:pt x="7109230" y="244690"/>
                  </a:lnTo>
                  <a:lnTo>
                    <a:pt x="7177279" y="207868"/>
                  </a:lnTo>
                  <a:lnTo>
                    <a:pt x="7251049" y="174678"/>
                  </a:lnTo>
                  <a:lnTo>
                    <a:pt x="7330601" y="144767"/>
                  </a:lnTo>
                  <a:lnTo>
                    <a:pt x="7415466" y="117902"/>
                  </a:lnTo>
                  <a:lnTo>
                    <a:pt x="7504468" y="93967"/>
                  </a:lnTo>
                  <a:lnTo>
                    <a:pt x="7595582" y="72944"/>
                  </a:lnTo>
                  <a:lnTo>
                    <a:pt x="7685901" y="54883"/>
                  </a:lnTo>
                  <a:lnTo>
                    <a:pt x="7771799" y="39853"/>
                  </a:lnTo>
                  <a:lnTo>
                    <a:pt x="7849330" y="27878"/>
                  </a:lnTo>
                  <a:lnTo>
                    <a:pt x="7914861" y="18875"/>
                  </a:lnTo>
                  <a:lnTo>
                    <a:pt x="7965790" y="12612"/>
                  </a:lnTo>
                  <a:lnTo>
                    <a:pt x="8001150" y="8699"/>
                  </a:lnTo>
                  <a:lnTo>
                    <a:pt x="8021915" y="6622"/>
                  </a:lnTo>
                  <a:lnTo>
                    <a:pt x="8030960" y="5801"/>
                  </a:lnTo>
                  <a:lnTo>
                    <a:pt x="8032819" y="5647"/>
                  </a:lnTo>
                  <a:lnTo>
                    <a:pt x="8554953" y="5647"/>
                  </a:lnTo>
                  <a:lnTo>
                    <a:pt x="8554953" y="0"/>
                  </a:lnTo>
                  <a:lnTo>
                    <a:pt x="8032819" y="0"/>
                  </a:lnTo>
                  <a:lnTo>
                    <a:pt x="8031713" y="90"/>
                  </a:lnTo>
                  <a:lnTo>
                    <a:pt x="8024460" y="737"/>
                  </a:lnTo>
                  <a:lnTo>
                    <a:pt x="8006241" y="2524"/>
                  </a:lnTo>
                  <a:lnTo>
                    <a:pt x="7973842" y="6039"/>
                  </a:lnTo>
                  <a:lnTo>
                    <a:pt x="7925907" y="11813"/>
                  </a:lnTo>
                  <a:lnTo>
                    <a:pt x="7863041" y="20263"/>
                  </a:lnTo>
                  <a:lnTo>
                    <a:pt x="7787569" y="31652"/>
                  </a:lnTo>
                  <a:lnTo>
                    <a:pt x="7702982" y="46090"/>
                  </a:lnTo>
                  <a:lnTo>
                    <a:pt x="7613218" y="63570"/>
                  </a:lnTo>
                  <a:lnTo>
                    <a:pt x="7522005" y="84025"/>
                  </a:lnTo>
                  <a:lnTo>
                    <a:pt x="7432409" y="107399"/>
                  </a:lnTo>
                  <a:lnTo>
                    <a:pt x="7346627" y="133691"/>
                  </a:lnTo>
                  <a:lnTo>
                    <a:pt x="7265991" y="162998"/>
                  </a:lnTo>
                  <a:lnTo>
                    <a:pt x="7191094" y="195530"/>
                  </a:lnTo>
                  <a:lnTo>
                    <a:pt x="7121962" y="231617"/>
                  </a:lnTo>
                  <a:lnTo>
                    <a:pt x="7058228" y="271702"/>
                  </a:lnTo>
                  <a:lnTo>
                    <a:pt x="6999273" y="316330"/>
                  </a:lnTo>
                  <a:lnTo>
                    <a:pt x="6944338" y="366122"/>
                  </a:lnTo>
                  <a:lnTo>
                    <a:pt x="6892608" y="421724"/>
                  </a:lnTo>
                  <a:lnTo>
                    <a:pt x="6843276" y="483723"/>
                  </a:lnTo>
                  <a:lnTo>
                    <a:pt x="6795608" y="552505"/>
                  </a:lnTo>
                  <a:lnTo>
                    <a:pt x="6786527" y="566599"/>
                  </a:lnTo>
                  <a:lnTo>
                    <a:pt x="6751930" y="623128"/>
                  </a:lnTo>
                  <a:lnTo>
                    <a:pt x="6717648" y="683496"/>
                  </a:lnTo>
                  <a:lnTo>
                    <a:pt x="6683500" y="747782"/>
                  </a:lnTo>
                  <a:lnTo>
                    <a:pt x="6649340" y="816010"/>
                  </a:lnTo>
                  <a:lnTo>
                    <a:pt x="6615055" y="888149"/>
                  </a:lnTo>
                  <a:lnTo>
                    <a:pt x="6580561" y="964102"/>
                  </a:lnTo>
                  <a:lnTo>
                    <a:pt x="6545802" y="1043708"/>
                  </a:lnTo>
                  <a:lnTo>
                    <a:pt x="6510746" y="1126732"/>
                  </a:lnTo>
                  <a:lnTo>
                    <a:pt x="6475385" y="1212874"/>
                  </a:lnTo>
                  <a:lnTo>
                    <a:pt x="6439731" y="1301763"/>
                  </a:lnTo>
                  <a:lnTo>
                    <a:pt x="6403814" y="1392968"/>
                  </a:lnTo>
                  <a:lnTo>
                    <a:pt x="6367681" y="1486001"/>
                  </a:lnTo>
                  <a:lnTo>
                    <a:pt x="6331390" y="1580332"/>
                  </a:lnTo>
                  <a:lnTo>
                    <a:pt x="6295008" y="1675395"/>
                  </a:lnTo>
                  <a:lnTo>
                    <a:pt x="6258607" y="1770609"/>
                  </a:lnTo>
                  <a:lnTo>
                    <a:pt x="6222260" y="1865388"/>
                  </a:lnTo>
                  <a:lnTo>
                    <a:pt x="6186038" y="1959154"/>
                  </a:lnTo>
                  <a:lnTo>
                    <a:pt x="6150004" y="2051360"/>
                  </a:lnTo>
                  <a:lnTo>
                    <a:pt x="6114211" y="2141493"/>
                  </a:lnTo>
                  <a:lnTo>
                    <a:pt x="6078697" y="2229093"/>
                  </a:lnTo>
                  <a:lnTo>
                    <a:pt x="6043484" y="2313757"/>
                  </a:lnTo>
                  <a:lnTo>
                    <a:pt x="6008576" y="2395147"/>
                  </a:lnTo>
                  <a:lnTo>
                    <a:pt x="5973952" y="2472997"/>
                  </a:lnTo>
                  <a:lnTo>
                    <a:pt x="5939568" y="2547107"/>
                  </a:lnTo>
                  <a:lnTo>
                    <a:pt x="5905356" y="2617347"/>
                  </a:lnTo>
                  <a:lnTo>
                    <a:pt x="5871218" y="2683652"/>
                  </a:lnTo>
                  <a:lnTo>
                    <a:pt x="5837025" y="2746021"/>
                  </a:lnTo>
                  <a:lnTo>
                    <a:pt x="5802614" y="2804504"/>
                  </a:lnTo>
                  <a:lnTo>
                    <a:pt x="5784835" y="2832997"/>
                  </a:lnTo>
                  <a:lnTo>
                    <a:pt x="5737415" y="2903105"/>
                  </a:lnTo>
                  <a:lnTo>
                    <a:pt x="5688459" y="2966395"/>
                  </a:lnTo>
                  <a:lnTo>
                    <a:pt x="5637254" y="3023192"/>
                  </a:lnTo>
                  <a:lnTo>
                    <a:pt x="5583003" y="3074058"/>
                  </a:lnTo>
                  <a:lnTo>
                    <a:pt x="5524888" y="3119635"/>
                  </a:lnTo>
                  <a:lnTo>
                    <a:pt x="5462132" y="3160553"/>
                  </a:lnTo>
                  <a:lnTo>
                    <a:pt x="5394083" y="3197375"/>
                  </a:lnTo>
                  <a:lnTo>
                    <a:pt x="5320313" y="3230566"/>
                  </a:lnTo>
                  <a:lnTo>
                    <a:pt x="5240761" y="3260477"/>
                  </a:lnTo>
                  <a:lnTo>
                    <a:pt x="5155896" y="3287341"/>
                  </a:lnTo>
                  <a:lnTo>
                    <a:pt x="5066894" y="3311276"/>
                  </a:lnTo>
                  <a:lnTo>
                    <a:pt x="4975780" y="3332300"/>
                  </a:lnTo>
                  <a:lnTo>
                    <a:pt x="4885461" y="3350360"/>
                  </a:lnTo>
                  <a:lnTo>
                    <a:pt x="4799563" y="3365390"/>
                  </a:lnTo>
                  <a:lnTo>
                    <a:pt x="4722032" y="3377365"/>
                  </a:lnTo>
                  <a:lnTo>
                    <a:pt x="4656501" y="3386368"/>
                  </a:lnTo>
                  <a:lnTo>
                    <a:pt x="4605572" y="3392631"/>
                  </a:lnTo>
                  <a:lnTo>
                    <a:pt x="4570212" y="3396545"/>
                  </a:lnTo>
                  <a:lnTo>
                    <a:pt x="4549447" y="3398621"/>
                  </a:lnTo>
                  <a:lnTo>
                    <a:pt x="4540402" y="3399442"/>
                  </a:lnTo>
                  <a:lnTo>
                    <a:pt x="4538543" y="3399597"/>
                  </a:lnTo>
                  <a:lnTo>
                    <a:pt x="4016409" y="3399597"/>
                  </a:lnTo>
                  <a:lnTo>
                    <a:pt x="4015151" y="3399622"/>
                  </a:lnTo>
                  <a:lnTo>
                    <a:pt x="4006923" y="3399804"/>
                  </a:lnTo>
                  <a:lnTo>
                    <a:pt x="3986348" y="3400306"/>
                  </a:lnTo>
                  <a:lnTo>
                    <a:pt x="3949985" y="3401292"/>
                  </a:lnTo>
                  <a:lnTo>
                    <a:pt x="3896642" y="3402906"/>
                  </a:lnTo>
                  <a:lnTo>
                    <a:pt x="3827435" y="3405259"/>
                  </a:lnTo>
                  <a:lnTo>
                    <a:pt x="3745406" y="3408411"/>
                  </a:lnTo>
                  <a:lnTo>
                    <a:pt x="3654761" y="3412384"/>
                  </a:lnTo>
                  <a:lnTo>
                    <a:pt x="3559980" y="3417168"/>
                  </a:lnTo>
                  <a:lnTo>
                    <a:pt x="3465066" y="3422742"/>
                  </a:lnTo>
                  <a:lnTo>
                    <a:pt x="3373107" y="3429098"/>
                  </a:lnTo>
                  <a:lnTo>
                    <a:pt x="3286134" y="3436247"/>
                  </a:lnTo>
                  <a:lnTo>
                    <a:pt x="3205210" y="3444231"/>
                  </a:lnTo>
                  <a:lnTo>
                    <a:pt x="3130627" y="3453128"/>
                  </a:lnTo>
                  <a:lnTo>
                    <a:pt x="3062122" y="3463052"/>
                  </a:lnTo>
                  <a:lnTo>
                    <a:pt x="2999077" y="3474144"/>
                  </a:lnTo>
                  <a:lnTo>
                    <a:pt x="2940664" y="3486574"/>
                  </a:lnTo>
                  <a:lnTo>
                    <a:pt x="2885963" y="3500522"/>
                  </a:lnTo>
                  <a:lnTo>
                    <a:pt x="2834046" y="3516159"/>
                  </a:lnTo>
                  <a:lnTo>
                    <a:pt x="2784057" y="3533606"/>
                  </a:lnTo>
                  <a:lnTo>
                    <a:pt x="2770117" y="3538893"/>
                  </a:lnTo>
                  <a:lnTo>
                    <a:pt x="2719370" y="3559652"/>
                  </a:lnTo>
                  <a:lnTo>
                    <a:pt x="2669118" y="3582471"/>
                  </a:lnTo>
                  <a:lnTo>
                    <a:pt x="2618863" y="3607382"/>
                  </a:lnTo>
                  <a:lnTo>
                    <a:pt x="2568262" y="3634352"/>
                  </a:lnTo>
                  <a:lnTo>
                    <a:pt x="2517105" y="3663271"/>
                  </a:lnTo>
                  <a:lnTo>
                    <a:pt x="2465299" y="3693952"/>
                  </a:lnTo>
                  <a:lnTo>
                    <a:pt x="2412856" y="3726127"/>
                  </a:lnTo>
                  <a:lnTo>
                    <a:pt x="2359874" y="3759457"/>
                  </a:lnTo>
                  <a:lnTo>
                    <a:pt x="2306521" y="3793544"/>
                  </a:lnTo>
                  <a:lnTo>
                    <a:pt x="2253007" y="3827948"/>
                  </a:lnTo>
                  <a:lnTo>
                    <a:pt x="2199564" y="3862213"/>
                  </a:lnTo>
                  <a:lnTo>
                    <a:pt x="2146413" y="3895890"/>
                  </a:lnTo>
                  <a:lnTo>
                    <a:pt x="2093743" y="3928562"/>
                  </a:lnTo>
                  <a:lnTo>
                    <a:pt x="2041680" y="3959865"/>
                  </a:lnTo>
                  <a:lnTo>
                    <a:pt x="1990274" y="3989502"/>
                  </a:lnTo>
                  <a:lnTo>
                    <a:pt x="1939473" y="4017254"/>
                  </a:lnTo>
                  <a:lnTo>
                    <a:pt x="1889115" y="4042981"/>
                  </a:lnTo>
                  <a:lnTo>
                    <a:pt x="1838912" y="4066620"/>
                  </a:lnTo>
                  <a:lnTo>
                    <a:pt x="1788429" y="4088179"/>
                  </a:lnTo>
                  <a:lnTo>
                    <a:pt x="1768425" y="4096081"/>
                  </a:lnTo>
                  <a:lnTo>
                    <a:pt x="1718847" y="4114050"/>
                  </a:lnTo>
                  <a:lnTo>
                    <a:pt x="1667560" y="4130192"/>
                  </a:lnTo>
                  <a:lnTo>
                    <a:pt x="1613741" y="4144604"/>
                  </a:lnTo>
                  <a:lnTo>
                    <a:pt x="1556477" y="4157446"/>
                  </a:lnTo>
                  <a:lnTo>
                    <a:pt x="1494837" y="4168900"/>
                  </a:lnTo>
                  <a:lnTo>
                    <a:pt x="1427957" y="4179139"/>
                  </a:lnTo>
                  <a:lnTo>
                    <a:pt x="1355144" y="4188315"/>
                  </a:lnTo>
                  <a:lnTo>
                    <a:pt x="1276019" y="4196549"/>
                  </a:lnTo>
                  <a:lnTo>
                    <a:pt x="1190692" y="4203929"/>
                  </a:lnTo>
                  <a:lnTo>
                    <a:pt x="1099987" y="4210507"/>
                  </a:lnTo>
                  <a:lnTo>
                    <a:pt x="1005644" y="4216304"/>
                  </a:lnTo>
                  <a:lnTo>
                    <a:pt x="910452" y="4221314"/>
                  </a:lnTo>
                  <a:lnTo>
                    <a:pt x="818187" y="4225519"/>
                  </a:lnTo>
                  <a:lnTo>
                    <a:pt x="733257" y="4228904"/>
                  </a:lnTo>
                  <a:lnTo>
                    <a:pt x="660034" y="4231479"/>
                  </a:lnTo>
                  <a:lnTo>
                    <a:pt x="601980" y="4233294"/>
                  </a:lnTo>
                  <a:lnTo>
                    <a:pt x="560815" y="4234445"/>
                  </a:lnTo>
                  <a:lnTo>
                    <a:pt x="536015" y="4235068"/>
                  </a:lnTo>
                  <a:lnTo>
                    <a:pt x="524751" y="4235324"/>
                  </a:lnTo>
                  <a:lnTo>
                    <a:pt x="522133" y="4235378"/>
                  </a:lnTo>
                  <a:lnTo>
                    <a:pt x="0" y="4235378"/>
                  </a:lnTo>
                  <a:close/>
                </a:path>
              </a:pathLst>
            </a:custGeom>
            <a:solidFill>
              <a:srgbClr val="8BC34A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1527" name="pl1527"/>
            <p:cNvSpPr/>
            <p:nvPr/>
          </p:nvSpPr>
          <p:spPr>
            <a:xfrm>
              <a:off x="386606" y="835420"/>
              <a:ext cx="8554953" cy="4235378"/>
            </a:xfrm>
            <a:custGeom>
              <a:avLst/>
              <a:pathLst>
                <a:path w="8554953" h="4235378">
                  <a:moveTo>
                    <a:pt x="0" y="4235378"/>
                  </a:moveTo>
                  <a:lnTo>
                    <a:pt x="522133" y="4235378"/>
                  </a:lnTo>
                  <a:lnTo>
                    <a:pt x="523391" y="4235352"/>
                  </a:lnTo>
                  <a:lnTo>
                    <a:pt x="531619" y="4235171"/>
                  </a:lnTo>
                  <a:lnTo>
                    <a:pt x="552194" y="4234669"/>
                  </a:lnTo>
                  <a:lnTo>
                    <a:pt x="588557" y="4233683"/>
                  </a:lnTo>
                  <a:lnTo>
                    <a:pt x="641900" y="4232068"/>
                  </a:lnTo>
                  <a:lnTo>
                    <a:pt x="711107" y="4229716"/>
                  </a:lnTo>
                  <a:lnTo>
                    <a:pt x="793136" y="4226563"/>
                  </a:lnTo>
                  <a:lnTo>
                    <a:pt x="883781" y="4222590"/>
                  </a:lnTo>
                  <a:lnTo>
                    <a:pt x="978562" y="4217807"/>
                  </a:lnTo>
                  <a:lnTo>
                    <a:pt x="1073476" y="4212232"/>
                  </a:lnTo>
                  <a:lnTo>
                    <a:pt x="1165435" y="4205876"/>
                  </a:lnTo>
                  <a:lnTo>
                    <a:pt x="1252409" y="4198728"/>
                  </a:lnTo>
                  <a:lnTo>
                    <a:pt x="1333332" y="4190744"/>
                  </a:lnTo>
                  <a:lnTo>
                    <a:pt x="1407916" y="4181846"/>
                  </a:lnTo>
                  <a:lnTo>
                    <a:pt x="1476420" y="4171923"/>
                  </a:lnTo>
                  <a:lnTo>
                    <a:pt x="1539465" y="4160830"/>
                  </a:lnTo>
                  <a:lnTo>
                    <a:pt x="1597878" y="4148401"/>
                  </a:lnTo>
                  <a:lnTo>
                    <a:pt x="1652579" y="4134452"/>
                  </a:lnTo>
                  <a:lnTo>
                    <a:pt x="1704496" y="4118815"/>
                  </a:lnTo>
                  <a:lnTo>
                    <a:pt x="1754485" y="4101368"/>
                  </a:lnTo>
                  <a:lnTo>
                    <a:pt x="1768425" y="4096081"/>
                  </a:lnTo>
                  <a:lnTo>
                    <a:pt x="1819172" y="4075323"/>
                  </a:lnTo>
                  <a:lnTo>
                    <a:pt x="1869424" y="4052504"/>
                  </a:lnTo>
                  <a:lnTo>
                    <a:pt x="1919679" y="4027592"/>
                  </a:lnTo>
                  <a:lnTo>
                    <a:pt x="1970280" y="4000622"/>
                  </a:lnTo>
                  <a:lnTo>
                    <a:pt x="2021437" y="3971703"/>
                  </a:lnTo>
                  <a:lnTo>
                    <a:pt x="2073243" y="3941023"/>
                  </a:lnTo>
                  <a:lnTo>
                    <a:pt x="2125686" y="3908848"/>
                  </a:lnTo>
                  <a:lnTo>
                    <a:pt x="2178668" y="3875517"/>
                  </a:lnTo>
                  <a:lnTo>
                    <a:pt x="2232022" y="3841431"/>
                  </a:lnTo>
                  <a:lnTo>
                    <a:pt x="2285535" y="3807027"/>
                  </a:lnTo>
                  <a:lnTo>
                    <a:pt x="2338979" y="3772762"/>
                  </a:lnTo>
                  <a:lnTo>
                    <a:pt x="2392129" y="3739084"/>
                  </a:lnTo>
                  <a:lnTo>
                    <a:pt x="2444799" y="3706412"/>
                  </a:lnTo>
                  <a:lnTo>
                    <a:pt x="2496862" y="3675109"/>
                  </a:lnTo>
                  <a:lnTo>
                    <a:pt x="2548269" y="3645472"/>
                  </a:lnTo>
                  <a:lnTo>
                    <a:pt x="2599070" y="3617721"/>
                  </a:lnTo>
                  <a:lnTo>
                    <a:pt x="2649427" y="3591994"/>
                  </a:lnTo>
                  <a:lnTo>
                    <a:pt x="2699630" y="3568354"/>
                  </a:lnTo>
                  <a:lnTo>
                    <a:pt x="2750113" y="3546795"/>
                  </a:lnTo>
                  <a:lnTo>
                    <a:pt x="2770117" y="3538893"/>
                  </a:lnTo>
                  <a:lnTo>
                    <a:pt x="2819695" y="3520924"/>
                  </a:lnTo>
                  <a:lnTo>
                    <a:pt x="2870983" y="3504782"/>
                  </a:lnTo>
                  <a:lnTo>
                    <a:pt x="2924801" y="3490371"/>
                  </a:lnTo>
                  <a:lnTo>
                    <a:pt x="2982065" y="3477528"/>
                  </a:lnTo>
                  <a:lnTo>
                    <a:pt x="3043706" y="3466074"/>
                  </a:lnTo>
                  <a:lnTo>
                    <a:pt x="3110586" y="3455835"/>
                  </a:lnTo>
                  <a:lnTo>
                    <a:pt x="3183398" y="3446659"/>
                  </a:lnTo>
                  <a:lnTo>
                    <a:pt x="3262523" y="3438425"/>
                  </a:lnTo>
                  <a:lnTo>
                    <a:pt x="3347850" y="3431045"/>
                  </a:lnTo>
                  <a:lnTo>
                    <a:pt x="3438556" y="3424467"/>
                  </a:lnTo>
                  <a:lnTo>
                    <a:pt x="3532899" y="3418670"/>
                  </a:lnTo>
                  <a:lnTo>
                    <a:pt x="3628090" y="3413660"/>
                  </a:lnTo>
                  <a:lnTo>
                    <a:pt x="3720355" y="3409456"/>
                  </a:lnTo>
                  <a:lnTo>
                    <a:pt x="3805285" y="3406071"/>
                  </a:lnTo>
                  <a:lnTo>
                    <a:pt x="3878508" y="3403496"/>
                  </a:lnTo>
                  <a:lnTo>
                    <a:pt x="3936563" y="3401681"/>
                  </a:lnTo>
                  <a:lnTo>
                    <a:pt x="3977727" y="3400529"/>
                  </a:lnTo>
                  <a:lnTo>
                    <a:pt x="4002527" y="3399906"/>
                  </a:lnTo>
                  <a:lnTo>
                    <a:pt x="4013791" y="3399651"/>
                  </a:lnTo>
                  <a:lnTo>
                    <a:pt x="4016379" y="3399597"/>
                  </a:lnTo>
                  <a:lnTo>
                    <a:pt x="4016409" y="3399597"/>
                  </a:lnTo>
                  <a:lnTo>
                    <a:pt x="4538543" y="3399597"/>
                  </a:lnTo>
                  <a:lnTo>
                    <a:pt x="4539649" y="3399506"/>
                  </a:lnTo>
                  <a:lnTo>
                    <a:pt x="4546902" y="3398859"/>
                  </a:lnTo>
                  <a:lnTo>
                    <a:pt x="4565121" y="3397072"/>
                  </a:lnTo>
                  <a:lnTo>
                    <a:pt x="4597520" y="3393557"/>
                  </a:lnTo>
                  <a:lnTo>
                    <a:pt x="4645455" y="3387783"/>
                  </a:lnTo>
                  <a:lnTo>
                    <a:pt x="4708321" y="3379333"/>
                  </a:lnTo>
                  <a:lnTo>
                    <a:pt x="4783793" y="3367944"/>
                  </a:lnTo>
                  <a:lnTo>
                    <a:pt x="4868380" y="3353506"/>
                  </a:lnTo>
                  <a:lnTo>
                    <a:pt x="4958144" y="3336026"/>
                  </a:lnTo>
                  <a:lnTo>
                    <a:pt x="5049357" y="3315571"/>
                  </a:lnTo>
                  <a:lnTo>
                    <a:pt x="5138953" y="3292197"/>
                  </a:lnTo>
                  <a:lnTo>
                    <a:pt x="5224735" y="3265905"/>
                  </a:lnTo>
                  <a:lnTo>
                    <a:pt x="5305371" y="3236598"/>
                  </a:lnTo>
                  <a:lnTo>
                    <a:pt x="5380268" y="3204066"/>
                  </a:lnTo>
                  <a:lnTo>
                    <a:pt x="5449400" y="3167979"/>
                  </a:lnTo>
                  <a:lnTo>
                    <a:pt x="5513134" y="3127894"/>
                  </a:lnTo>
                  <a:lnTo>
                    <a:pt x="5572089" y="3083266"/>
                  </a:lnTo>
                  <a:lnTo>
                    <a:pt x="5627024" y="3033474"/>
                  </a:lnTo>
                  <a:lnTo>
                    <a:pt x="5678754" y="2977872"/>
                  </a:lnTo>
                  <a:lnTo>
                    <a:pt x="5728086" y="2915873"/>
                  </a:lnTo>
                  <a:lnTo>
                    <a:pt x="5775754" y="2847091"/>
                  </a:lnTo>
                  <a:lnTo>
                    <a:pt x="5784835" y="2832997"/>
                  </a:lnTo>
                  <a:lnTo>
                    <a:pt x="5819432" y="2776468"/>
                  </a:lnTo>
                  <a:lnTo>
                    <a:pt x="5853713" y="2716100"/>
                  </a:lnTo>
                  <a:lnTo>
                    <a:pt x="5887862" y="2651814"/>
                  </a:lnTo>
                  <a:lnTo>
                    <a:pt x="5922022" y="2583586"/>
                  </a:lnTo>
                  <a:lnTo>
                    <a:pt x="5956307" y="2511447"/>
                  </a:lnTo>
                  <a:lnTo>
                    <a:pt x="5990801" y="2435494"/>
                  </a:lnTo>
                  <a:lnTo>
                    <a:pt x="6025560" y="2355888"/>
                  </a:lnTo>
                  <a:lnTo>
                    <a:pt x="6060616" y="2272864"/>
                  </a:lnTo>
                  <a:lnTo>
                    <a:pt x="6095977" y="2186722"/>
                  </a:lnTo>
                  <a:lnTo>
                    <a:pt x="6131631" y="2097833"/>
                  </a:lnTo>
                  <a:lnTo>
                    <a:pt x="6167548" y="2006628"/>
                  </a:lnTo>
                  <a:lnTo>
                    <a:pt x="6203681" y="1913595"/>
                  </a:lnTo>
                  <a:lnTo>
                    <a:pt x="6239972" y="1819264"/>
                  </a:lnTo>
                  <a:lnTo>
                    <a:pt x="6276354" y="1724201"/>
                  </a:lnTo>
                  <a:lnTo>
                    <a:pt x="6312755" y="1628987"/>
                  </a:lnTo>
                  <a:lnTo>
                    <a:pt x="6349102" y="1534208"/>
                  </a:lnTo>
                  <a:lnTo>
                    <a:pt x="6385324" y="1440442"/>
                  </a:lnTo>
                  <a:lnTo>
                    <a:pt x="6421358" y="1348236"/>
                  </a:lnTo>
                  <a:lnTo>
                    <a:pt x="6457151" y="1258103"/>
                  </a:lnTo>
                  <a:lnTo>
                    <a:pt x="6492665" y="1170503"/>
                  </a:lnTo>
                  <a:lnTo>
                    <a:pt x="6527877" y="1085839"/>
                  </a:lnTo>
                  <a:lnTo>
                    <a:pt x="6562786" y="1004449"/>
                  </a:lnTo>
                  <a:lnTo>
                    <a:pt x="6597410" y="926599"/>
                  </a:lnTo>
                  <a:lnTo>
                    <a:pt x="6631794" y="852489"/>
                  </a:lnTo>
                  <a:lnTo>
                    <a:pt x="6666006" y="782249"/>
                  </a:lnTo>
                  <a:lnTo>
                    <a:pt x="6700144" y="715944"/>
                  </a:lnTo>
                  <a:lnTo>
                    <a:pt x="6734337" y="653575"/>
                  </a:lnTo>
                  <a:lnTo>
                    <a:pt x="6768748" y="595092"/>
                  </a:lnTo>
                  <a:lnTo>
                    <a:pt x="6786527" y="566599"/>
                  </a:lnTo>
                  <a:lnTo>
                    <a:pt x="6833947" y="496491"/>
                  </a:lnTo>
                  <a:lnTo>
                    <a:pt x="6882903" y="433201"/>
                  </a:lnTo>
                  <a:lnTo>
                    <a:pt x="6934108" y="376404"/>
                  </a:lnTo>
                  <a:lnTo>
                    <a:pt x="6988359" y="325538"/>
                  </a:lnTo>
                  <a:lnTo>
                    <a:pt x="7046474" y="279961"/>
                  </a:lnTo>
                  <a:lnTo>
                    <a:pt x="7109230" y="239043"/>
                  </a:lnTo>
                  <a:lnTo>
                    <a:pt x="7177279" y="202221"/>
                  </a:lnTo>
                  <a:lnTo>
                    <a:pt x="7251049" y="169030"/>
                  </a:lnTo>
                  <a:lnTo>
                    <a:pt x="7330601" y="139119"/>
                  </a:lnTo>
                  <a:lnTo>
                    <a:pt x="7415466" y="112255"/>
                  </a:lnTo>
                  <a:lnTo>
                    <a:pt x="7504468" y="88320"/>
                  </a:lnTo>
                  <a:lnTo>
                    <a:pt x="7595582" y="67296"/>
                  </a:lnTo>
                  <a:lnTo>
                    <a:pt x="7685901" y="49236"/>
                  </a:lnTo>
                  <a:lnTo>
                    <a:pt x="7771799" y="34206"/>
                  </a:lnTo>
                  <a:lnTo>
                    <a:pt x="7849330" y="22231"/>
                  </a:lnTo>
                  <a:lnTo>
                    <a:pt x="7914861" y="13228"/>
                  </a:lnTo>
                  <a:lnTo>
                    <a:pt x="7965790" y="6965"/>
                  </a:lnTo>
                  <a:lnTo>
                    <a:pt x="8001150" y="3051"/>
                  </a:lnTo>
                  <a:lnTo>
                    <a:pt x="8021915" y="975"/>
                  </a:lnTo>
                  <a:lnTo>
                    <a:pt x="8030960" y="154"/>
                  </a:lnTo>
                  <a:lnTo>
                    <a:pt x="8032811" y="0"/>
                  </a:lnTo>
                  <a:lnTo>
                    <a:pt x="8032819" y="0"/>
                  </a:lnTo>
                  <a:lnTo>
                    <a:pt x="8554953" y="0"/>
                  </a:lnTo>
                  <a:lnTo>
                    <a:pt x="8554953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528" name="pl1528"/>
            <p:cNvSpPr/>
            <p:nvPr/>
          </p:nvSpPr>
          <p:spPr>
            <a:xfrm>
              <a:off x="386606" y="829773"/>
              <a:ext cx="8554953" cy="4235378"/>
            </a:xfrm>
            <a:custGeom>
              <a:avLst/>
              <a:pathLst>
                <a:path w="8554953" h="4235378">
                  <a:moveTo>
                    <a:pt x="8554953" y="0"/>
                  </a:moveTo>
                  <a:lnTo>
                    <a:pt x="8032819" y="0"/>
                  </a:lnTo>
                  <a:lnTo>
                    <a:pt x="8031713" y="90"/>
                  </a:lnTo>
                  <a:lnTo>
                    <a:pt x="8024460" y="737"/>
                  </a:lnTo>
                  <a:lnTo>
                    <a:pt x="8006241" y="2524"/>
                  </a:lnTo>
                  <a:lnTo>
                    <a:pt x="7973842" y="6039"/>
                  </a:lnTo>
                  <a:lnTo>
                    <a:pt x="7925907" y="11813"/>
                  </a:lnTo>
                  <a:lnTo>
                    <a:pt x="7863041" y="20263"/>
                  </a:lnTo>
                  <a:lnTo>
                    <a:pt x="7787569" y="31652"/>
                  </a:lnTo>
                  <a:lnTo>
                    <a:pt x="7702982" y="46090"/>
                  </a:lnTo>
                  <a:lnTo>
                    <a:pt x="7613218" y="63570"/>
                  </a:lnTo>
                  <a:lnTo>
                    <a:pt x="7522005" y="84025"/>
                  </a:lnTo>
                  <a:lnTo>
                    <a:pt x="7432409" y="107399"/>
                  </a:lnTo>
                  <a:lnTo>
                    <a:pt x="7346627" y="133691"/>
                  </a:lnTo>
                  <a:lnTo>
                    <a:pt x="7265991" y="162998"/>
                  </a:lnTo>
                  <a:lnTo>
                    <a:pt x="7191094" y="195530"/>
                  </a:lnTo>
                  <a:lnTo>
                    <a:pt x="7121962" y="231617"/>
                  </a:lnTo>
                  <a:lnTo>
                    <a:pt x="7058228" y="271702"/>
                  </a:lnTo>
                  <a:lnTo>
                    <a:pt x="6999273" y="316330"/>
                  </a:lnTo>
                  <a:lnTo>
                    <a:pt x="6944338" y="366122"/>
                  </a:lnTo>
                  <a:lnTo>
                    <a:pt x="6892608" y="421724"/>
                  </a:lnTo>
                  <a:lnTo>
                    <a:pt x="6843276" y="483723"/>
                  </a:lnTo>
                  <a:lnTo>
                    <a:pt x="6795608" y="552505"/>
                  </a:lnTo>
                  <a:lnTo>
                    <a:pt x="6786527" y="566599"/>
                  </a:lnTo>
                  <a:lnTo>
                    <a:pt x="6751930" y="623128"/>
                  </a:lnTo>
                  <a:lnTo>
                    <a:pt x="6717648" y="683496"/>
                  </a:lnTo>
                  <a:lnTo>
                    <a:pt x="6683500" y="747782"/>
                  </a:lnTo>
                  <a:lnTo>
                    <a:pt x="6649340" y="816010"/>
                  </a:lnTo>
                  <a:lnTo>
                    <a:pt x="6615055" y="888149"/>
                  </a:lnTo>
                  <a:lnTo>
                    <a:pt x="6580561" y="964102"/>
                  </a:lnTo>
                  <a:lnTo>
                    <a:pt x="6545802" y="1043708"/>
                  </a:lnTo>
                  <a:lnTo>
                    <a:pt x="6510746" y="1126732"/>
                  </a:lnTo>
                  <a:lnTo>
                    <a:pt x="6475385" y="1212874"/>
                  </a:lnTo>
                  <a:lnTo>
                    <a:pt x="6439731" y="1301763"/>
                  </a:lnTo>
                  <a:lnTo>
                    <a:pt x="6403814" y="1392968"/>
                  </a:lnTo>
                  <a:lnTo>
                    <a:pt x="6367681" y="1486001"/>
                  </a:lnTo>
                  <a:lnTo>
                    <a:pt x="6331390" y="1580332"/>
                  </a:lnTo>
                  <a:lnTo>
                    <a:pt x="6295008" y="1675395"/>
                  </a:lnTo>
                  <a:lnTo>
                    <a:pt x="6258607" y="1770609"/>
                  </a:lnTo>
                  <a:lnTo>
                    <a:pt x="6222260" y="1865388"/>
                  </a:lnTo>
                  <a:lnTo>
                    <a:pt x="6186038" y="1959154"/>
                  </a:lnTo>
                  <a:lnTo>
                    <a:pt x="6150004" y="2051360"/>
                  </a:lnTo>
                  <a:lnTo>
                    <a:pt x="6114211" y="2141493"/>
                  </a:lnTo>
                  <a:lnTo>
                    <a:pt x="6078697" y="2229093"/>
                  </a:lnTo>
                  <a:lnTo>
                    <a:pt x="6043484" y="2313757"/>
                  </a:lnTo>
                  <a:lnTo>
                    <a:pt x="6008576" y="2395147"/>
                  </a:lnTo>
                  <a:lnTo>
                    <a:pt x="5973952" y="2472997"/>
                  </a:lnTo>
                  <a:lnTo>
                    <a:pt x="5939568" y="2547107"/>
                  </a:lnTo>
                  <a:lnTo>
                    <a:pt x="5905356" y="2617347"/>
                  </a:lnTo>
                  <a:lnTo>
                    <a:pt x="5871218" y="2683652"/>
                  </a:lnTo>
                  <a:lnTo>
                    <a:pt x="5837025" y="2746021"/>
                  </a:lnTo>
                  <a:lnTo>
                    <a:pt x="5802614" y="2804504"/>
                  </a:lnTo>
                  <a:lnTo>
                    <a:pt x="5784835" y="2832997"/>
                  </a:lnTo>
                  <a:lnTo>
                    <a:pt x="5737415" y="2903105"/>
                  </a:lnTo>
                  <a:lnTo>
                    <a:pt x="5688459" y="2966395"/>
                  </a:lnTo>
                  <a:lnTo>
                    <a:pt x="5637254" y="3023192"/>
                  </a:lnTo>
                  <a:lnTo>
                    <a:pt x="5583003" y="3074058"/>
                  </a:lnTo>
                  <a:lnTo>
                    <a:pt x="5524888" y="3119635"/>
                  </a:lnTo>
                  <a:lnTo>
                    <a:pt x="5462132" y="3160553"/>
                  </a:lnTo>
                  <a:lnTo>
                    <a:pt x="5394083" y="3197375"/>
                  </a:lnTo>
                  <a:lnTo>
                    <a:pt x="5320313" y="3230566"/>
                  </a:lnTo>
                  <a:lnTo>
                    <a:pt x="5240761" y="3260477"/>
                  </a:lnTo>
                  <a:lnTo>
                    <a:pt x="5155896" y="3287341"/>
                  </a:lnTo>
                  <a:lnTo>
                    <a:pt x="5066894" y="3311276"/>
                  </a:lnTo>
                  <a:lnTo>
                    <a:pt x="4975780" y="3332300"/>
                  </a:lnTo>
                  <a:lnTo>
                    <a:pt x="4885461" y="3350360"/>
                  </a:lnTo>
                  <a:lnTo>
                    <a:pt x="4799563" y="3365390"/>
                  </a:lnTo>
                  <a:lnTo>
                    <a:pt x="4722032" y="3377365"/>
                  </a:lnTo>
                  <a:lnTo>
                    <a:pt x="4656501" y="3386368"/>
                  </a:lnTo>
                  <a:lnTo>
                    <a:pt x="4605572" y="3392631"/>
                  </a:lnTo>
                  <a:lnTo>
                    <a:pt x="4570212" y="3396545"/>
                  </a:lnTo>
                  <a:lnTo>
                    <a:pt x="4549447" y="3398621"/>
                  </a:lnTo>
                  <a:lnTo>
                    <a:pt x="4540402" y="3399442"/>
                  </a:lnTo>
                  <a:lnTo>
                    <a:pt x="4538551" y="3399596"/>
                  </a:lnTo>
                  <a:lnTo>
                    <a:pt x="4538543" y="3399597"/>
                  </a:lnTo>
                  <a:lnTo>
                    <a:pt x="4016409" y="3399597"/>
                  </a:lnTo>
                  <a:lnTo>
                    <a:pt x="4015151" y="3399622"/>
                  </a:lnTo>
                  <a:lnTo>
                    <a:pt x="4006923" y="3399804"/>
                  </a:lnTo>
                  <a:lnTo>
                    <a:pt x="3986348" y="3400306"/>
                  </a:lnTo>
                  <a:lnTo>
                    <a:pt x="3949985" y="3401292"/>
                  </a:lnTo>
                  <a:lnTo>
                    <a:pt x="3896642" y="3402906"/>
                  </a:lnTo>
                  <a:lnTo>
                    <a:pt x="3827435" y="3405259"/>
                  </a:lnTo>
                  <a:lnTo>
                    <a:pt x="3745406" y="3408411"/>
                  </a:lnTo>
                  <a:lnTo>
                    <a:pt x="3654761" y="3412384"/>
                  </a:lnTo>
                  <a:lnTo>
                    <a:pt x="3559980" y="3417168"/>
                  </a:lnTo>
                  <a:lnTo>
                    <a:pt x="3465066" y="3422742"/>
                  </a:lnTo>
                  <a:lnTo>
                    <a:pt x="3373107" y="3429098"/>
                  </a:lnTo>
                  <a:lnTo>
                    <a:pt x="3286134" y="3436247"/>
                  </a:lnTo>
                  <a:lnTo>
                    <a:pt x="3205210" y="3444231"/>
                  </a:lnTo>
                  <a:lnTo>
                    <a:pt x="3130627" y="3453128"/>
                  </a:lnTo>
                  <a:lnTo>
                    <a:pt x="3062122" y="3463052"/>
                  </a:lnTo>
                  <a:lnTo>
                    <a:pt x="2999077" y="3474144"/>
                  </a:lnTo>
                  <a:lnTo>
                    <a:pt x="2940664" y="3486574"/>
                  </a:lnTo>
                  <a:lnTo>
                    <a:pt x="2885963" y="3500522"/>
                  </a:lnTo>
                  <a:lnTo>
                    <a:pt x="2834046" y="3516159"/>
                  </a:lnTo>
                  <a:lnTo>
                    <a:pt x="2784057" y="3533606"/>
                  </a:lnTo>
                  <a:lnTo>
                    <a:pt x="2770117" y="3538893"/>
                  </a:lnTo>
                  <a:lnTo>
                    <a:pt x="2719370" y="3559652"/>
                  </a:lnTo>
                  <a:lnTo>
                    <a:pt x="2669118" y="3582471"/>
                  </a:lnTo>
                  <a:lnTo>
                    <a:pt x="2618863" y="3607382"/>
                  </a:lnTo>
                  <a:lnTo>
                    <a:pt x="2568262" y="3634352"/>
                  </a:lnTo>
                  <a:lnTo>
                    <a:pt x="2517105" y="3663271"/>
                  </a:lnTo>
                  <a:lnTo>
                    <a:pt x="2465299" y="3693952"/>
                  </a:lnTo>
                  <a:lnTo>
                    <a:pt x="2412856" y="3726127"/>
                  </a:lnTo>
                  <a:lnTo>
                    <a:pt x="2359874" y="3759457"/>
                  </a:lnTo>
                  <a:lnTo>
                    <a:pt x="2306521" y="3793544"/>
                  </a:lnTo>
                  <a:lnTo>
                    <a:pt x="2253007" y="3827948"/>
                  </a:lnTo>
                  <a:lnTo>
                    <a:pt x="2199564" y="3862213"/>
                  </a:lnTo>
                  <a:lnTo>
                    <a:pt x="2146413" y="3895890"/>
                  </a:lnTo>
                  <a:lnTo>
                    <a:pt x="2093743" y="3928562"/>
                  </a:lnTo>
                  <a:lnTo>
                    <a:pt x="2041680" y="3959865"/>
                  </a:lnTo>
                  <a:lnTo>
                    <a:pt x="1990274" y="3989502"/>
                  </a:lnTo>
                  <a:lnTo>
                    <a:pt x="1939473" y="4017254"/>
                  </a:lnTo>
                  <a:lnTo>
                    <a:pt x="1889115" y="4042981"/>
                  </a:lnTo>
                  <a:lnTo>
                    <a:pt x="1838912" y="4066620"/>
                  </a:lnTo>
                  <a:lnTo>
                    <a:pt x="1788429" y="4088179"/>
                  </a:lnTo>
                  <a:lnTo>
                    <a:pt x="1768425" y="4096081"/>
                  </a:lnTo>
                  <a:lnTo>
                    <a:pt x="1718847" y="4114050"/>
                  </a:lnTo>
                  <a:lnTo>
                    <a:pt x="1667560" y="4130192"/>
                  </a:lnTo>
                  <a:lnTo>
                    <a:pt x="1613741" y="4144604"/>
                  </a:lnTo>
                  <a:lnTo>
                    <a:pt x="1556477" y="4157446"/>
                  </a:lnTo>
                  <a:lnTo>
                    <a:pt x="1494837" y="4168900"/>
                  </a:lnTo>
                  <a:lnTo>
                    <a:pt x="1427957" y="4179139"/>
                  </a:lnTo>
                  <a:lnTo>
                    <a:pt x="1355144" y="4188315"/>
                  </a:lnTo>
                  <a:lnTo>
                    <a:pt x="1276019" y="4196549"/>
                  </a:lnTo>
                  <a:lnTo>
                    <a:pt x="1190692" y="4203929"/>
                  </a:lnTo>
                  <a:lnTo>
                    <a:pt x="1099987" y="4210507"/>
                  </a:lnTo>
                  <a:lnTo>
                    <a:pt x="1005644" y="4216304"/>
                  </a:lnTo>
                  <a:lnTo>
                    <a:pt x="910452" y="4221314"/>
                  </a:lnTo>
                  <a:lnTo>
                    <a:pt x="818187" y="4225519"/>
                  </a:lnTo>
                  <a:lnTo>
                    <a:pt x="733257" y="4228904"/>
                  </a:lnTo>
                  <a:lnTo>
                    <a:pt x="660034" y="4231479"/>
                  </a:lnTo>
                  <a:lnTo>
                    <a:pt x="601980" y="4233294"/>
                  </a:lnTo>
                  <a:lnTo>
                    <a:pt x="560815" y="4234445"/>
                  </a:lnTo>
                  <a:lnTo>
                    <a:pt x="536015" y="4235068"/>
                  </a:lnTo>
                  <a:lnTo>
                    <a:pt x="524751" y="4235324"/>
                  </a:lnTo>
                  <a:lnTo>
                    <a:pt x="522163" y="4235377"/>
                  </a:lnTo>
                  <a:lnTo>
                    <a:pt x="522133" y="4235378"/>
                  </a:lnTo>
                  <a:lnTo>
                    <a:pt x="0" y="4235378"/>
                  </a:lnTo>
                  <a:lnTo>
                    <a:pt x="0" y="4235378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529" name="pg1529"/>
            <p:cNvSpPr/>
            <p:nvPr/>
          </p:nvSpPr>
          <p:spPr>
            <a:xfrm>
              <a:off x="386606" y="3873598"/>
              <a:ext cx="8554953" cy="1214141"/>
            </a:xfrm>
            <a:custGeom>
              <a:avLst/>
              <a:pathLst>
                <a:path w="8554953" h="1214141">
                  <a:moveTo>
                    <a:pt x="0" y="1214141"/>
                  </a:moveTo>
                  <a:lnTo>
                    <a:pt x="522133" y="1214141"/>
                  </a:lnTo>
                  <a:lnTo>
                    <a:pt x="523400" y="1214129"/>
                  </a:lnTo>
                  <a:lnTo>
                    <a:pt x="531684" y="1214041"/>
                  </a:lnTo>
                  <a:lnTo>
                    <a:pt x="552395" y="1213799"/>
                  </a:lnTo>
                  <a:lnTo>
                    <a:pt x="588986" y="1213322"/>
                  </a:lnTo>
                  <a:lnTo>
                    <a:pt x="642638" y="1212542"/>
                  </a:lnTo>
                  <a:lnTo>
                    <a:pt x="712202" y="1211406"/>
                  </a:lnTo>
                  <a:lnTo>
                    <a:pt x="794594" y="1209884"/>
                  </a:lnTo>
                  <a:lnTo>
                    <a:pt x="885567" y="1207966"/>
                  </a:lnTo>
                  <a:lnTo>
                    <a:pt x="980614" y="1205658"/>
                  </a:lnTo>
                  <a:lnTo>
                    <a:pt x="1075717" y="1202969"/>
                  </a:lnTo>
                  <a:lnTo>
                    <a:pt x="1167791" y="1199903"/>
                  </a:lnTo>
                  <a:lnTo>
                    <a:pt x="1254816" y="1196455"/>
                  </a:lnTo>
                  <a:lnTo>
                    <a:pt x="1335744" y="1192603"/>
                  </a:lnTo>
                  <a:lnTo>
                    <a:pt x="1410302" y="1188310"/>
                  </a:lnTo>
                  <a:lnTo>
                    <a:pt x="1478769" y="1183519"/>
                  </a:lnTo>
                  <a:lnTo>
                    <a:pt x="1541777" y="1178163"/>
                  </a:lnTo>
                  <a:lnTo>
                    <a:pt x="1600165" y="1172159"/>
                  </a:lnTo>
                  <a:lnTo>
                    <a:pt x="1654862" y="1165419"/>
                  </a:lnTo>
                  <a:lnTo>
                    <a:pt x="1706801" y="1157862"/>
                  </a:lnTo>
                  <a:lnTo>
                    <a:pt x="1756838" y="1149431"/>
                  </a:lnTo>
                  <a:lnTo>
                    <a:pt x="1768425" y="1147316"/>
                  </a:lnTo>
                  <a:lnTo>
                    <a:pt x="1821766" y="1136819"/>
                  </a:lnTo>
                  <a:lnTo>
                    <a:pt x="1874591" y="1125227"/>
                  </a:lnTo>
                  <a:lnTo>
                    <a:pt x="1927464" y="1112526"/>
                  </a:lnTo>
                  <a:lnTo>
                    <a:pt x="1980764" y="1098739"/>
                  </a:lnTo>
                  <a:lnTo>
                    <a:pt x="2034708" y="1083937"/>
                  </a:lnTo>
                  <a:lnTo>
                    <a:pt x="2089376" y="1068232"/>
                  </a:lnTo>
                  <a:lnTo>
                    <a:pt x="2144724" y="1051788"/>
                  </a:lnTo>
                  <a:lnTo>
                    <a:pt x="2200607" y="1034803"/>
                  </a:lnTo>
                  <a:lnTo>
                    <a:pt x="2256809" y="1017512"/>
                  </a:lnTo>
                  <a:lnTo>
                    <a:pt x="2313070" y="1000164"/>
                  </a:lnTo>
                  <a:lnTo>
                    <a:pt x="2369125" y="983014"/>
                  </a:lnTo>
                  <a:lnTo>
                    <a:pt x="2424732" y="966303"/>
                  </a:lnTo>
                  <a:lnTo>
                    <a:pt x="2479713" y="950249"/>
                  </a:lnTo>
                  <a:lnTo>
                    <a:pt x="2533976" y="935030"/>
                  </a:lnTo>
                  <a:lnTo>
                    <a:pt x="2587543" y="920782"/>
                  </a:lnTo>
                  <a:lnTo>
                    <a:pt x="2640568" y="907595"/>
                  </a:lnTo>
                  <a:lnTo>
                    <a:pt x="2693357" y="895511"/>
                  </a:lnTo>
                  <a:lnTo>
                    <a:pt x="2746387" y="884533"/>
                  </a:lnTo>
                  <a:lnTo>
                    <a:pt x="2770117" y="880017"/>
                  </a:lnTo>
                  <a:lnTo>
                    <a:pt x="2819815" y="871377"/>
                  </a:lnTo>
                  <a:lnTo>
                    <a:pt x="2871233" y="863618"/>
                  </a:lnTo>
                  <a:lnTo>
                    <a:pt x="2925198" y="856693"/>
                  </a:lnTo>
                  <a:lnTo>
                    <a:pt x="2982632" y="850523"/>
                  </a:lnTo>
                  <a:lnTo>
                    <a:pt x="3044472" y="845022"/>
                  </a:lnTo>
                  <a:lnTo>
                    <a:pt x="3111586" y="840105"/>
                  </a:lnTo>
                  <a:lnTo>
                    <a:pt x="3184669" y="835700"/>
                  </a:lnTo>
                  <a:lnTo>
                    <a:pt x="3264097" y="831748"/>
                  </a:lnTo>
                  <a:lnTo>
                    <a:pt x="3349748" y="828207"/>
                  </a:lnTo>
                  <a:lnTo>
                    <a:pt x="3440776" y="825053"/>
                  </a:lnTo>
                  <a:lnTo>
                    <a:pt x="3535404" y="822274"/>
                  </a:lnTo>
                  <a:lnTo>
                    <a:pt x="3630796" y="819876"/>
                  </a:lnTo>
                  <a:lnTo>
                    <a:pt x="3723127" y="817866"/>
                  </a:lnTo>
                  <a:lnTo>
                    <a:pt x="3807946" y="816250"/>
                  </a:lnTo>
                  <a:lnTo>
                    <a:pt x="3880867" y="815025"/>
                  </a:lnTo>
                  <a:lnTo>
                    <a:pt x="3938450" y="814165"/>
                  </a:lnTo>
                  <a:lnTo>
                    <a:pt x="3979042" y="813623"/>
                  </a:lnTo>
                  <a:lnTo>
                    <a:pt x="4003262" y="813332"/>
                  </a:lnTo>
                  <a:lnTo>
                    <a:pt x="4014052" y="813215"/>
                  </a:lnTo>
                  <a:lnTo>
                    <a:pt x="4016409" y="813192"/>
                  </a:lnTo>
                  <a:lnTo>
                    <a:pt x="4538543" y="813192"/>
                  </a:lnTo>
                  <a:lnTo>
                    <a:pt x="4539802" y="813168"/>
                  </a:lnTo>
                  <a:lnTo>
                    <a:pt x="4548034" y="812992"/>
                  </a:lnTo>
                  <a:lnTo>
                    <a:pt x="4568621" y="812507"/>
                  </a:lnTo>
                  <a:lnTo>
                    <a:pt x="4605004" y="811553"/>
                  </a:lnTo>
                  <a:lnTo>
                    <a:pt x="4658373" y="809992"/>
                  </a:lnTo>
                  <a:lnTo>
                    <a:pt x="4727611" y="807718"/>
                  </a:lnTo>
                  <a:lnTo>
                    <a:pt x="4809671" y="804670"/>
                  </a:lnTo>
                  <a:lnTo>
                    <a:pt x="4900344" y="800830"/>
                  </a:lnTo>
                  <a:lnTo>
                    <a:pt x="4995148" y="796205"/>
                  </a:lnTo>
                  <a:lnTo>
                    <a:pt x="5090078" y="790816"/>
                  </a:lnTo>
                  <a:lnTo>
                    <a:pt x="5182047" y="784672"/>
                  </a:lnTo>
                  <a:lnTo>
                    <a:pt x="5269025" y="777762"/>
                  </a:lnTo>
                  <a:lnTo>
                    <a:pt x="5349950" y="770044"/>
                  </a:lnTo>
                  <a:lnTo>
                    <a:pt x="5424531" y="761443"/>
                  </a:lnTo>
                  <a:lnTo>
                    <a:pt x="5493031" y="751850"/>
                  </a:lnTo>
                  <a:lnTo>
                    <a:pt x="5556073" y="741126"/>
                  </a:lnTo>
                  <a:lnTo>
                    <a:pt x="5614484" y="729109"/>
                  </a:lnTo>
                  <a:lnTo>
                    <a:pt x="5669185" y="715624"/>
                  </a:lnTo>
                  <a:lnTo>
                    <a:pt x="5721104" y="700505"/>
                  </a:lnTo>
                  <a:lnTo>
                    <a:pt x="5771097" y="683637"/>
                  </a:lnTo>
                  <a:lnTo>
                    <a:pt x="5784835" y="678601"/>
                  </a:lnTo>
                  <a:lnTo>
                    <a:pt x="5835781" y="658461"/>
                  </a:lnTo>
                  <a:lnTo>
                    <a:pt x="5886232" y="636313"/>
                  </a:lnTo>
                  <a:lnTo>
                    <a:pt x="5936688" y="612128"/>
                  </a:lnTo>
                  <a:lnTo>
                    <a:pt x="5987496" y="585939"/>
                  </a:lnTo>
                  <a:lnTo>
                    <a:pt x="6038867" y="557854"/>
                  </a:lnTo>
                  <a:lnTo>
                    <a:pt x="6090893" y="528058"/>
                  </a:lnTo>
                  <a:lnTo>
                    <a:pt x="6143559" y="496813"/>
                  </a:lnTo>
                  <a:lnTo>
                    <a:pt x="6196765" y="464454"/>
                  </a:lnTo>
                  <a:lnTo>
                    <a:pt x="6250339" y="431371"/>
                  </a:lnTo>
                  <a:lnTo>
                    <a:pt x="6304066" y="397995"/>
                  </a:lnTo>
                  <a:lnTo>
                    <a:pt x="6357713" y="364771"/>
                  </a:lnTo>
                  <a:lnTo>
                    <a:pt x="6411056" y="332139"/>
                  </a:lnTo>
                  <a:lnTo>
                    <a:pt x="6463907" y="300504"/>
                  </a:lnTo>
                  <a:lnTo>
                    <a:pt x="6516141" y="270218"/>
                  </a:lnTo>
                  <a:lnTo>
                    <a:pt x="6567714" y="241569"/>
                  </a:lnTo>
                  <a:lnTo>
                    <a:pt x="6618683" y="214766"/>
                  </a:lnTo>
                  <a:lnTo>
                    <a:pt x="6669220" y="189941"/>
                  </a:lnTo>
                  <a:lnTo>
                    <a:pt x="6719626" y="167151"/>
                  </a:lnTo>
                  <a:lnTo>
                    <a:pt x="6770351" y="146384"/>
                  </a:lnTo>
                  <a:lnTo>
                    <a:pt x="6786527" y="140238"/>
                  </a:lnTo>
                  <a:lnTo>
                    <a:pt x="6836115" y="122872"/>
                  </a:lnTo>
                  <a:lnTo>
                    <a:pt x="6887414" y="107273"/>
                  </a:lnTo>
                  <a:lnTo>
                    <a:pt x="6941245" y="93346"/>
                  </a:lnTo>
                  <a:lnTo>
                    <a:pt x="6998524" y="80936"/>
                  </a:lnTo>
                  <a:lnTo>
                    <a:pt x="7060181" y="69868"/>
                  </a:lnTo>
                  <a:lnTo>
                    <a:pt x="7127081" y="59974"/>
                  </a:lnTo>
                  <a:lnTo>
                    <a:pt x="7199917" y="51107"/>
                  </a:lnTo>
                  <a:lnTo>
                    <a:pt x="7279068" y="43151"/>
                  </a:lnTo>
                  <a:lnTo>
                    <a:pt x="7364423" y="36021"/>
                  </a:lnTo>
                  <a:lnTo>
                    <a:pt x="7455156" y="29665"/>
                  </a:lnTo>
                  <a:lnTo>
                    <a:pt x="7549523" y="24064"/>
                  </a:lnTo>
                  <a:lnTo>
                    <a:pt x="7644732" y="19224"/>
                  </a:lnTo>
                  <a:lnTo>
                    <a:pt x="7737003" y="15163"/>
                  </a:lnTo>
                  <a:lnTo>
                    <a:pt x="7821924" y="11894"/>
                  </a:lnTo>
                  <a:lnTo>
                    <a:pt x="7895121" y="9407"/>
                  </a:lnTo>
                  <a:lnTo>
                    <a:pt x="7953135" y="7656"/>
                  </a:lnTo>
                  <a:lnTo>
                    <a:pt x="7994251" y="6545"/>
                  </a:lnTo>
                  <a:lnTo>
                    <a:pt x="8019001" y="5944"/>
                  </a:lnTo>
                  <a:lnTo>
                    <a:pt x="8030224" y="5698"/>
                  </a:lnTo>
                  <a:lnTo>
                    <a:pt x="8032819" y="5647"/>
                  </a:lnTo>
                  <a:lnTo>
                    <a:pt x="8554953" y="5647"/>
                  </a:lnTo>
                  <a:lnTo>
                    <a:pt x="8554953" y="0"/>
                  </a:lnTo>
                  <a:lnTo>
                    <a:pt x="8032819" y="0"/>
                  </a:lnTo>
                  <a:lnTo>
                    <a:pt x="8031560" y="24"/>
                  </a:lnTo>
                  <a:lnTo>
                    <a:pt x="8023328" y="200"/>
                  </a:lnTo>
                  <a:lnTo>
                    <a:pt x="8002741" y="685"/>
                  </a:lnTo>
                  <a:lnTo>
                    <a:pt x="7966358" y="1638"/>
                  </a:lnTo>
                  <a:lnTo>
                    <a:pt x="7912988" y="3200"/>
                  </a:lnTo>
                  <a:lnTo>
                    <a:pt x="7843751" y="5474"/>
                  </a:lnTo>
                  <a:lnTo>
                    <a:pt x="7761691" y="8521"/>
                  </a:lnTo>
                  <a:lnTo>
                    <a:pt x="7671018" y="12362"/>
                  </a:lnTo>
                  <a:lnTo>
                    <a:pt x="7576214" y="16986"/>
                  </a:lnTo>
                  <a:lnTo>
                    <a:pt x="7481284" y="22375"/>
                  </a:lnTo>
                  <a:lnTo>
                    <a:pt x="7389315" y="28519"/>
                  </a:lnTo>
                  <a:lnTo>
                    <a:pt x="7302337" y="35429"/>
                  </a:lnTo>
                  <a:lnTo>
                    <a:pt x="7221412" y="43148"/>
                  </a:lnTo>
                  <a:lnTo>
                    <a:pt x="7146831" y="51749"/>
                  </a:lnTo>
                  <a:lnTo>
                    <a:pt x="7078331" y="61342"/>
                  </a:lnTo>
                  <a:lnTo>
                    <a:pt x="7015288" y="72066"/>
                  </a:lnTo>
                  <a:lnTo>
                    <a:pt x="6956878" y="84083"/>
                  </a:lnTo>
                  <a:lnTo>
                    <a:pt x="6902177" y="97568"/>
                  </a:lnTo>
                  <a:lnTo>
                    <a:pt x="6850258" y="112686"/>
                  </a:lnTo>
                  <a:lnTo>
                    <a:pt x="6800265" y="129554"/>
                  </a:lnTo>
                  <a:lnTo>
                    <a:pt x="6786527" y="134590"/>
                  </a:lnTo>
                  <a:lnTo>
                    <a:pt x="6735581" y="154731"/>
                  </a:lnTo>
                  <a:lnTo>
                    <a:pt x="6685130" y="176878"/>
                  </a:lnTo>
                  <a:lnTo>
                    <a:pt x="6634674" y="201064"/>
                  </a:lnTo>
                  <a:lnTo>
                    <a:pt x="6583866" y="227253"/>
                  </a:lnTo>
                  <a:lnTo>
                    <a:pt x="6532495" y="255338"/>
                  </a:lnTo>
                  <a:lnTo>
                    <a:pt x="6480469" y="285134"/>
                  </a:lnTo>
                  <a:lnTo>
                    <a:pt x="6427803" y="316378"/>
                  </a:lnTo>
                  <a:lnTo>
                    <a:pt x="6374597" y="348738"/>
                  </a:lnTo>
                  <a:lnTo>
                    <a:pt x="6321023" y="381821"/>
                  </a:lnTo>
                  <a:lnTo>
                    <a:pt x="6267296" y="415197"/>
                  </a:lnTo>
                  <a:lnTo>
                    <a:pt x="6213649" y="448420"/>
                  </a:lnTo>
                  <a:lnTo>
                    <a:pt x="6160306" y="481053"/>
                  </a:lnTo>
                  <a:lnTo>
                    <a:pt x="6107455" y="512688"/>
                  </a:lnTo>
                  <a:lnTo>
                    <a:pt x="6055221" y="542973"/>
                  </a:lnTo>
                  <a:lnTo>
                    <a:pt x="6003648" y="571622"/>
                  </a:lnTo>
                  <a:lnTo>
                    <a:pt x="5952679" y="598425"/>
                  </a:lnTo>
                  <a:lnTo>
                    <a:pt x="5902142" y="623250"/>
                  </a:lnTo>
                  <a:lnTo>
                    <a:pt x="5851736" y="646041"/>
                  </a:lnTo>
                  <a:lnTo>
                    <a:pt x="5801011" y="666808"/>
                  </a:lnTo>
                  <a:lnTo>
                    <a:pt x="5784835" y="672954"/>
                  </a:lnTo>
                  <a:lnTo>
                    <a:pt x="5735247" y="690320"/>
                  </a:lnTo>
                  <a:lnTo>
                    <a:pt x="5683948" y="705919"/>
                  </a:lnTo>
                  <a:lnTo>
                    <a:pt x="5630117" y="719846"/>
                  </a:lnTo>
                  <a:lnTo>
                    <a:pt x="5572838" y="732256"/>
                  </a:lnTo>
                  <a:lnTo>
                    <a:pt x="5511181" y="743324"/>
                  </a:lnTo>
                  <a:lnTo>
                    <a:pt x="5444281" y="753218"/>
                  </a:lnTo>
                  <a:lnTo>
                    <a:pt x="5371445" y="762084"/>
                  </a:lnTo>
                  <a:lnTo>
                    <a:pt x="5292294" y="770040"/>
                  </a:lnTo>
                  <a:lnTo>
                    <a:pt x="5206939" y="777171"/>
                  </a:lnTo>
                  <a:lnTo>
                    <a:pt x="5116206" y="783527"/>
                  </a:lnTo>
                  <a:lnTo>
                    <a:pt x="5021839" y="789127"/>
                  </a:lnTo>
                  <a:lnTo>
                    <a:pt x="4926630" y="793967"/>
                  </a:lnTo>
                  <a:lnTo>
                    <a:pt x="4834359" y="798029"/>
                  </a:lnTo>
                  <a:lnTo>
                    <a:pt x="4749438" y="801298"/>
                  </a:lnTo>
                  <a:lnTo>
                    <a:pt x="4676241" y="803784"/>
                  </a:lnTo>
                  <a:lnTo>
                    <a:pt x="4618226" y="805536"/>
                  </a:lnTo>
                  <a:lnTo>
                    <a:pt x="4577111" y="806646"/>
                  </a:lnTo>
                  <a:lnTo>
                    <a:pt x="4552361" y="807247"/>
                  </a:lnTo>
                  <a:lnTo>
                    <a:pt x="4541138" y="807493"/>
                  </a:lnTo>
                  <a:lnTo>
                    <a:pt x="4538543" y="807545"/>
                  </a:lnTo>
                  <a:lnTo>
                    <a:pt x="4016409" y="807545"/>
                  </a:lnTo>
                  <a:lnTo>
                    <a:pt x="4015142" y="807557"/>
                  </a:lnTo>
                  <a:lnTo>
                    <a:pt x="4006858" y="807645"/>
                  </a:lnTo>
                  <a:lnTo>
                    <a:pt x="3986147" y="807888"/>
                  </a:lnTo>
                  <a:lnTo>
                    <a:pt x="3949556" y="808364"/>
                  </a:lnTo>
                  <a:lnTo>
                    <a:pt x="3895904" y="809144"/>
                  </a:lnTo>
                  <a:lnTo>
                    <a:pt x="3826341" y="810280"/>
                  </a:lnTo>
                  <a:lnTo>
                    <a:pt x="3743948" y="811802"/>
                  </a:lnTo>
                  <a:lnTo>
                    <a:pt x="3652975" y="813720"/>
                  </a:lnTo>
                  <a:lnTo>
                    <a:pt x="3557928" y="816028"/>
                  </a:lnTo>
                  <a:lnTo>
                    <a:pt x="3462825" y="818717"/>
                  </a:lnTo>
                  <a:lnTo>
                    <a:pt x="3370751" y="821783"/>
                  </a:lnTo>
                  <a:lnTo>
                    <a:pt x="3283727" y="825231"/>
                  </a:lnTo>
                  <a:lnTo>
                    <a:pt x="3202798" y="829083"/>
                  </a:lnTo>
                  <a:lnTo>
                    <a:pt x="3128240" y="833377"/>
                  </a:lnTo>
                  <a:lnTo>
                    <a:pt x="3059774" y="838167"/>
                  </a:lnTo>
                  <a:lnTo>
                    <a:pt x="2996765" y="843523"/>
                  </a:lnTo>
                  <a:lnTo>
                    <a:pt x="2938377" y="849528"/>
                  </a:lnTo>
                  <a:lnTo>
                    <a:pt x="2883680" y="856267"/>
                  </a:lnTo>
                  <a:lnTo>
                    <a:pt x="2831741" y="863824"/>
                  </a:lnTo>
                  <a:lnTo>
                    <a:pt x="2781704" y="872255"/>
                  </a:lnTo>
                  <a:lnTo>
                    <a:pt x="2770117" y="874370"/>
                  </a:lnTo>
                  <a:lnTo>
                    <a:pt x="2716776" y="884867"/>
                  </a:lnTo>
                  <a:lnTo>
                    <a:pt x="2663951" y="896459"/>
                  </a:lnTo>
                  <a:lnTo>
                    <a:pt x="2611078" y="909160"/>
                  </a:lnTo>
                  <a:lnTo>
                    <a:pt x="2557778" y="922947"/>
                  </a:lnTo>
                  <a:lnTo>
                    <a:pt x="2503834" y="937750"/>
                  </a:lnTo>
                  <a:lnTo>
                    <a:pt x="2449166" y="953454"/>
                  </a:lnTo>
                  <a:lnTo>
                    <a:pt x="2393818" y="969899"/>
                  </a:lnTo>
                  <a:lnTo>
                    <a:pt x="2337935" y="986883"/>
                  </a:lnTo>
                  <a:lnTo>
                    <a:pt x="2281733" y="1004174"/>
                  </a:lnTo>
                  <a:lnTo>
                    <a:pt x="2225472" y="1021522"/>
                  </a:lnTo>
                  <a:lnTo>
                    <a:pt x="2169417" y="1038672"/>
                  </a:lnTo>
                  <a:lnTo>
                    <a:pt x="2113810" y="1055383"/>
                  </a:lnTo>
                  <a:lnTo>
                    <a:pt x="2058829" y="1071437"/>
                  </a:lnTo>
                  <a:lnTo>
                    <a:pt x="2004566" y="1086656"/>
                  </a:lnTo>
                  <a:lnTo>
                    <a:pt x="1950999" y="1100904"/>
                  </a:lnTo>
                  <a:lnTo>
                    <a:pt x="1897974" y="1114091"/>
                  </a:lnTo>
                  <a:lnTo>
                    <a:pt x="1845185" y="1126175"/>
                  </a:lnTo>
                  <a:lnTo>
                    <a:pt x="1792155" y="1137153"/>
                  </a:lnTo>
                  <a:lnTo>
                    <a:pt x="1768425" y="1141669"/>
                  </a:lnTo>
                  <a:lnTo>
                    <a:pt x="1718727" y="1150309"/>
                  </a:lnTo>
                  <a:lnTo>
                    <a:pt x="1667309" y="1158068"/>
                  </a:lnTo>
                  <a:lnTo>
                    <a:pt x="1613344" y="1164994"/>
                  </a:lnTo>
                  <a:lnTo>
                    <a:pt x="1555910" y="1171163"/>
                  </a:lnTo>
                  <a:lnTo>
                    <a:pt x="1494070" y="1176665"/>
                  </a:lnTo>
                  <a:lnTo>
                    <a:pt x="1426956" y="1181581"/>
                  </a:lnTo>
                  <a:lnTo>
                    <a:pt x="1353874" y="1185986"/>
                  </a:lnTo>
                  <a:lnTo>
                    <a:pt x="1274445" y="1189938"/>
                  </a:lnTo>
                  <a:lnTo>
                    <a:pt x="1188794" y="1193479"/>
                  </a:lnTo>
                  <a:lnTo>
                    <a:pt x="1097766" y="1196634"/>
                  </a:lnTo>
                  <a:lnTo>
                    <a:pt x="1003139" y="1199412"/>
                  </a:lnTo>
                  <a:lnTo>
                    <a:pt x="907746" y="1201811"/>
                  </a:lnTo>
                  <a:lnTo>
                    <a:pt x="815415" y="1203821"/>
                  </a:lnTo>
                  <a:lnTo>
                    <a:pt x="730596" y="1205436"/>
                  </a:lnTo>
                  <a:lnTo>
                    <a:pt x="657676" y="1206661"/>
                  </a:lnTo>
                  <a:lnTo>
                    <a:pt x="600092" y="1207521"/>
                  </a:lnTo>
                  <a:lnTo>
                    <a:pt x="559501" y="1208063"/>
                  </a:lnTo>
                  <a:lnTo>
                    <a:pt x="535281" y="1208354"/>
                  </a:lnTo>
                  <a:lnTo>
                    <a:pt x="524490" y="1208471"/>
                  </a:lnTo>
                  <a:lnTo>
                    <a:pt x="522133" y="1208494"/>
                  </a:lnTo>
                  <a:lnTo>
                    <a:pt x="0" y="1208494"/>
                  </a:lnTo>
                  <a:close/>
                </a:path>
              </a:pathLst>
            </a:custGeom>
            <a:solidFill>
              <a:srgbClr val="8BC34A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1530" name="pl1530"/>
            <p:cNvSpPr/>
            <p:nvPr/>
          </p:nvSpPr>
          <p:spPr>
            <a:xfrm>
              <a:off x="386606" y="3879245"/>
              <a:ext cx="8554953" cy="1208494"/>
            </a:xfrm>
            <a:custGeom>
              <a:avLst/>
              <a:pathLst>
                <a:path w="8554953" h="1208494">
                  <a:moveTo>
                    <a:pt x="0" y="1208494"/>
                  </a:moveTo>
                  <a:lnTo>
                    <a:pt x="522133" y="1208494"/>
                  </a:lnTo>
                  <a:lnTo>
                    <a:pt x="523400" y="1208482"/>
                  </a:lnTo>
                  <a:lnTo>
                    <a:pt x="531684" y="1208394"/>
                  </a:lnTo>
                  <a:lnTo>
                    <a:pt x="552395" y="1208151"/>
                  </a:lnTo>
                  <a:lnTo>
                    <a:pt x="588986" y="1207675"/>
                  </a:lnTo>
                  <a:lnTo>
                    <a:pt x="642638" y="1206895"/>
                  </a:lnTo>
                  <a:lnTo>
                    <a:pt x="712202" y="1205759"/>
                  </a:lnTo>
                  <a:lnTo>
                    <a:pt x="794594" y="1204237"/>
                  </a:lnTo>
                  <a:lnTo>
                    <a:pt x="885567" y="1202319"/>
                  </a:lnTo>
                  <a:lnTo>
                    <a:pt x="980614" y="1200011"/>
                  </a:lnTo>
                  <a:lnTo>
                    <a:pt x="1075717" y="1197322"/>
                  </a:lnTo>
                  <a:lnTo>
                    <a:pt x="1167791" y="1194256"/>
                  </a:lnTo>
                  <a:lnTo>
                    <a:pt x="1254816" y="1190808"/>
                  </a:lnTo>
                  <a:lnTo>
                    <a:pt x="1335744" y="1186956"/>
                  </a:lnTo>
                  <a:lnTo>
                    <a:pt x="1410302" y="1182662"/>
                  </a:lnTo>
                  <a:lnTo>
                    <a:pt x="1478769" y="1177872"/>
                  </a:lnTo>
                  <a:lnTo>
                    <a:pt x="1541777" y="1172516"/>
                  </a:lnTo>
                  <a:lnTo>
                    <a:pt x="1600165" y="1166512"/>
                  </a:lnTo>
                  <a:lnTo>
                    <a:pt x="1654862" y="1159772"/>
                  </a:lnTo>
                  <a:lnTo>
                    <a:pt x="1706801" y="1152215"/>
                  </a:lnTo>
                  <a:lnTo>
                    <a:pt x="1756838" y="1143784"/>
                  </a:lnTo>
                  <a:lnTo>
                    <a:pt x="1768425" y="1141669"/>
                  </a:lnTo>
                  <a:lnTo>
                    <a:pt x="1821766" y="1131172"/>
                  </a:lnTo>
                  <a:lnTo>
                    <a:pt x="1874591" y="1119580"/>
                  </a:lnTo>
                  <a:lnTo>
                    <a:pt x="1927464" y="1106879"/>
                  </a:lnTo>
                  <a:lnTo>
                    <a:pt x="1980764" y="1093092"/>
                  </a:lnTo>
                  <a:lnTo>
                    <a:pt x="2034708" y="1078289"/>
                  </a:lnTo>
                  <a:lnTo>
                    <a:pt x="2089376" y="1062585"/>
                  </a:lnTo>
                  <a:lnTo>
                    <a:pt x="2144724" y="1046140"/>
                  </a:lnTo>
                  <a:lnTo>
                    <a:pt x="2200607" y="1029156"/>
                  </a:lnTo>
                  <a:lnTo>
                    <a:pt x="2256809" y="1011865"/>
                  </a:lnTo>
                  <a:lnTo>
                    <a:pt x="2313070" y="994517"/>
                  </a:lnTo>
                  <a:lnTo>
                    <a:pt x="2369125" y="977367"/>
                  </a:lnTo>
                  <a:lnTo>
                    <a:pt x="2424732" y="960656"/>
                  </a:lnTo>
                  <a:lnTo>
                    <a:pt x="2479713" y="944602"/>
                  </a:lnTo>
                  <a:lnTo>
                    <a:pt x="2533976" y="929383"/>
                  </a:lnTo>
                  <a:lnTo>
                    <a:pt x="2587543" y="915135"/>
                  </a:lnTo>
                  <a:lnTo>
                    <a:pt x="2640568" y="901948"/>
                  </a:lnTo>
                  <a:lnTo>
                    <a:pt x="2693357" y="889864"/>
                  </a:lnTo>
                  <a:lnTo>
                    <a:pt x="2746387" y="878886"/>
                  </a:lnTo>
                  <a:lnTo>
                    <a:pt x="2770117" y="874370"/>
                  </a:lnTo>
                  <a:lnTo>
                    <a:pt x="2819815" y="865730"/>
                  </a:lnTo>
                  <a:lnTo>
                    <a:pt x="2871233" y="857971"/>
                  </a:lnTo>
                  <a:lnTo>
                    <a:pt x="2925198" y="851045"/>
                  </a:lnTo>
                  <a:lnTo>
                    <a:pt x="2982632" y="844876"/>
                  </a:lnTo>
                  <a:lnTo>
                    <a:pt x="3044472" y="839374"/>
                  </a:lnTo>
                  <a:lnTo>
                    <a:pt x="3111586" y="834458"/>
                  </a:lnTo>
                  <a:lnTo>
                    <a:pt x="3184669" y="830053"/>
                  </a:lnTo>
                  <a:lnTo>
                    <a:pt x="3264097" y="826101"/>
                  </a:lnTo>
                  <a:lnTo>
                    <a:pt x="3349748" y="822560"/>
                  </a:lnTo>
                  <a:lnTo>
                    <a:pt x="3440776" y="819405"/>
                  </a:lnTo>
                  <a:lnTo>
                    <a:pt x="3535404" y="816627"/>
                  </a:lnTo>
                  <a:lnTo>
                    <a:pt x="3630796" y="814229"/>
                  </a:lnTo>
                  <a:lnTo>
                    <a:pt x="3723127" y="812218"/>
                  </a:lnTo>
                  <a:lnTo>
                    <a:pt x="3807946" y="810603"/>
                  </a:lnTo>
                  <a:lnTo>
                    <a:pt x="3880867" y="809378"/>
                  </a:lnTo>
                  <a:lnTo>
                    <a:pt x="3938450" y="808518"/>
                  </a:lnTo>
                  <a:lnTo>
                    <a:pt x="3979042" y="807976"/>
                  </a:lnTo>
                  <a:lnTo>
                    <a:pt x="4003262" y="807685"/>
                  </a:lnTo>
                  <a:lnTo>
                    <a:pt x="4014052" y="807568"/>
                  </a:lnTo>
                  <a:lnTo>
                    <a:pt x="4016392" y="807545"/>
                  </a:lnTo>
                  <a:lnTo>
                    <a:pt x="4016409" y="807545"/>
                  </a:lnTo>
                  <a:lnTo>
                    <a:pt x="4538543" y="807545"/>
                  </a:lnTo>
                  <a:lnTo>
                    <a:pt x="4539802" y="807520"/>
                  </a:lnTo>
                  <a:lnTo>
                    <a:pt x="4548034" y="807345"/>
                  </a:lnTo>
                  <a:lnTo>
                    <a:pt x="4568621" y="806859"/>
                  </a:lnTo>
                  <a:lnTo>
                    <a:pt x="4605004" y="805906"/>
                  </a:lnTo>
                  <a:lnTo>
                    <a:pt x="4658373" y="804345"/>
                  </a:lnTo>
                  <a:lnTo>
                    <a:pt x="4727611" y="802071"/>
                  </a:lnTo>
                  <a:lnTo>
                    <a:pt x="4809671" y="799023"/>
                  </a:lnTo>
                  <a:lnTo>
                    <a:pt x="4900344" y="795182"/>
                  </a:lnTo>
                  <a:lnTo>
                    <a:pt x="4995148" y="790558"/>
                  </a:lnTo>
                  <a:lnTo>
                    <a:pt x="5090078" y="785169"/>
                  </a:lnTo>
                  <a:lnTo>
                    <a:pt x="5182047" y="779025"/>
                  </a:lnTo>
                  <a:lnTo>
                    <a:pt x="5269025" y="772115"/>
                  </a:lnTo>
                  <a:lnTo>
                    <a:pt x="5349950" y="764397"/>
                  </a:lnTo>
                  <a:lnTo>
                    <a:pt x="5424531" y="755796"/>
                  </a:lnTo>
                  <a:lnTo>
                    <a:pt x="5493031" y="746202"/>
                  </a:lnTo>
                  <a:lnTo>
                    <a:pt x="5556073" y="735479"/>
                  </a:lnTo>
                  <a:lnTo>
                    <a:pt x="5614484" y="723462"/>
                  </a:lnTo>
                  <a:lnTo>
                    <a:pt x="5669185" y="709977"/>
                  </a:lnTo>
                  <a:lnTo>
                    <a:pt x="5721104" y="694858"/>
                  </a:lnTo>
                  <a:lnTo>
                    <a:pt x="5771097" y="677990"/>
                  </a:lnTo>
                  <a:lnTo>
                    <a:pt x="5784835" y="672954"/>
                  </a:lnTo>
                  <a:lnTo>
                    <a:pt x="5835781" y="652814"/>
                  </a:lnTo>
                  <a:lnTo>
                    <a:pt x="5886232" y="630666"/>
                  </a:lnTo>
                  <a:lnTo>
                    <a:pt x="5936688" y="606481"/>
                  </a:lnTo>
                  <a:lnTo>
                    <a:pt x="5987496" y="580292"/>
                  </a:lnTo>
                  <a:lnTo>
                    <a:pt x="6038867" y="552207"/>
                  </a:lnTo>
                  <a:lnTo>
                    <a:pt x="6090893" y="522411"/>
                  </a:lnTo>
                  <a:lnTo>
                    <a:pt x="6143559" y="491166"/>
                  </a:lnTo>
                  <a:lnTo>
                    <a:pt x="6196765" y="458807"/>
                  </a:lnTo>
                  <a:lnTo>
                    <a:pt x="6250339" y="425724"/>
                  </a:lnTo>
                  <a:lnTo>
                    <a:pt x="6304066" y="392348"/>
                  </a:lnTo>
                  <a:lnTo>
                    <a:pt x="6357713" y="359124"/>
                  </a:lnTo>
                  <a:lnTo>
                    <a:pt x="6411056" y="326492"/>
                  </a:lnTo>
                  <a:lnTo>
                    <a:pt x="6463907" y="294856"/>
                  </a:lnTo>
                  <a:lnTo>
                    <a:pt x="6516141" y="264571"/>
                  </a:lnTo>
                  <a:lnTo>
                    <a:pt x="6567714" y="235922"/>
                  </a:lnTo>
                  <a:lnTo>
                    <a:pt x="6618683" y="209119"/>
                  </a:lnTo>
                  <a:lnTo>
                    <a:pt x="6669220" y="184294"/>
                  </a:lnTo>
                  <a:lnTo>
                    <a:pt x="6719626" y="161504"/>
                  </a:lnTo>
                  <a:lnTo>
                    <a:pt x="6770351" y="140737"/>
                  </a:lnTo>
                  <a:lnTo>
                    <a:pt x="6786527" y="134590"/>
                  </a:lnTo>
                  <a:lnTo>
                    <a:pt x="6836115" y="117225"/>
                  </a:lnTo>
                  <a:lnTo>
                    <a:pt x="6887414" y="101626"/>
                  </a:lnTo>
                  <a:lnTo>
                    <a:pt x="6941245" y="87699"/>
                  </a:lnTo>
                  <a:lnTo>
                    <a:pt x="6998524" y="75289"/>
                  </a:lnTo>
                  <a:lnTo>
                    <a:pt x="7060181" y="64221"/>
                  </a:lnTo>
                  <a:lnTo>
                    <a:pt x="7127081" y="54327"/>
                  </a:lnTo>
                  <a:lnTo>
                    <a:pt x="7199917" y="45460"/>
                  </a:lnTo>
                  <a:lnTo>
                    <a:pt x="7279068" y="37504"/>
                  </a:lnTo>
                  <a:lnTo>
                    <a:pt x="7364423" y="30373"/>
                  </a:lnTo>
                  <a:lnTo>
                    <a:pt x="7455156" y="24018"/>
                  </a:lnTo>
                  <a:lnTo>
                    <a:pt x="7549523" y="18417"/>
                  </a:lnTo>
                  <a:lnTo>
                    <a:pt x="7644732" y="13577"/>
                  </a:lnTo>
                  <a:lnTo>
                    <a:pt x="7737003" y="9516"/>
                  </a:lnTo>
                  <a:lnTo>
                    <a:pt x="7821924" y="6247"/>
                  </a:lnTo>
                  <a:lnTo>
                    <a:pt x="7895121" y="3760"/>
                  </a:lnTo>
                  <a:lnTo>
                    <a:pt x="7953135" y="2008"/>
                  </a:lnTo>
                  <a:lnTo>
                    <a:pt x="7994251" y="898"/>
                  </a:lnTo>
                  <a:lnTo>
                    <a:pt x="8019001" y="297"/>
                  </a:lnTo>
                  <a:lnTo>
                    <a:pt x="8030224" y="51"/>
                  </a:lnTo>
                  <a:lnTo>
                    <a:pt x="8032790" y="0"/>
                  </a:lnTo>
                  <a:lnTo>
                    <a:pt x="8032819" y="0"/>
                  </a:lnTo>
                  <a:lnTo>
                    <a:pt x="8554953" y="0"/>
                  </a:lnTo>
                  <a:lnTo>
                    <a:pt x="8554953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531" name="pl1531"/>
            <p:cNvSpPr/>
            <p:nvPr/>
          </p:nvSpPr>
          <p:spPr>
            <a:xfrm>
              <a:off x="386606" y="3873598"/>
              <a:ext cx="8554953" cy="1208494"/>
            </a:xfrm>
            <a:custGeom>
              <a:avLst/>
              <a:pathLst>
                <a:path w="8554953" h="1208494">
                  <a:moveTo>
                    <a:pt x="8554953" y="0"/>
                  </a:moveTo>
                  <a:lnTo>
                    <a:pt x="8032819" y="0"/>
                  </a:lnTo>
                  <a:lnTo>
                    <a:pt x="8031560" y="24"/>
                  </a:lnTo>
                  <a:lnTo>
                    <a:pt x="8023328" y="200"/>
                  </a:lnTo>
                  <a:lnTo>
                    <a:pt x="8002741" y="685"/>
                  </a:lnTo>
                  <a:lnTo>
                    <a:pt x="7966358" y="1638"/>
                  </a:lnTo>
                  <a:lnTo>
                    <a:pt x="7912988" y="3200"/>
                  </a:lnTo>
                  <a:lnTo>
                    <a:pt x="7843751" y="5474"/>
                  </a:lnTo>
                  <a:lnTo>
                    <a:pt x="7761691" y="8521"/>
                  </a:lnTo>
                  <a:lnTo>
                    <a:pt x="7671018" y="12362"/>
                  </a:lnTo>
                  <a:lnTo>
                    <a:pt x="7576214" y="16986"/>
                  </a:lnTo>
                  <a:lnTo>
                    <a:pt x="7481284" y="22375"/>
                  </a:lnTo>
                  <a:lnTo>
                    <a:pt x="7389315" y="28519"/>
                  </a:lnTo>
                  <a:lnTo>
                    <a:pt x="7302337" y="35429"/>
                  </a:lnTo>
                  <a:lnTo>
                    <a:pt x="7221412" y="43148"/>
                  </a:lnTo>
                  <a:lnTo>
                    <a:pt x="7146831" y="51749"/>
                  </a:lnTo>
                  <a:lnTo>
                    <a:pt x="7078331" y="61342"/>
                  </a:lnTo>
                  <a:lnTo>
                    <a:pt x="7015288" y="72066"/>
                  </a:lnTo>
                  <a:lnTo>
                    <a:pt x="6956878" y="84083"/>
                  </a:lnTo>
                  <a:lnTo>
                    <a:pt x="6902177" y="97568"/>
                  </a:lnTo>
                  <a:lnTo>
                    <a:pt x="6850258" y="112686"/>
                  </a:lnTo>
                  <a:lnTo>
                    <a:pt x="6800265" y="129554"/>
                  </a:lnTo>
                  <a:lnTo>
                    <a:pt x="6786527" y="134590"/>
                  </a:lnTo>
                  <a:lnTo>
                    <a:pt x="6735581" y="154731"/>
                  </a:lnTo>
                  <a:lnTo>
                    <a:pt x="6685130" y="176878"/>
                  </a:lnTo>
                  <a:lnTo>
                    <a:pt x="6634674" y="201064"/>
                  </a:lnTo>
                  <a:lnTo>
                    <a:pt x="6583866" y="227253"/>
                  </a:lnTo>
                  <a:lnTo>
                    <a:pt x="6532495" y="255338"/>
                  </a:lnTo>
                  <a:lnTo>
                    <a:pt x="6480469" y="285134"/>
                  </a:lnTo>
                  <a:lnTo>
                    <a:pt x="6427803" y="316378"/>
                  </a:lnTo>
                  <a:lnTo>
                    <a:pt x="6374597" y="348738"/>
                  </a:lnTo>
                  <a:lnTo>
                    <a:pt x="6321023" y="381821"/>
                  </a:lnTo>
                  <a:lnTo>
                    <a:pt x="6267296" y="415197"/>
                  </a:lnTo>
                  <a:lnTo>
                    <a:pt x="6213649" y="448420"/>
                  </a:lnTo>
                  <a:lnTo>
                    <a:pt x="6160306" y="481053"/>
                  </a:lnTo>
                  <a:lnTo>
                    <a:pt x="6107455" y="512688"/>
                  </a:lnTo>
                  <a:lnTo>
                    <a:pt x="6055221" y="542973"/>
                  </a:lnTo>
                  <a:lnTo>
                    <a:pt x="6003648" y="571622"/>
                  </a:lnTo>
                  <a:lnTo>
                    <a:pt x="5952679" y="598425"/>
                  </a:lnTo>
                  <a:lnTo>
                    <a:pt x="5902142" y="623250"/>
                  </a:lnTo>
                  <a:lnTo>
                    <a:pt x="5851736" y="646041"/>
                  </a:lnTo>
                  <a:lnTo>
                    <a:pt x="5801011" y="666808"/>
                  </a:lnTo>
                  <a:lnTo>
                    <a:pt x="5784835" y="672954"/>
                  </a:lnTo>
                  <a:lnTo>
                    <a:pt x="5735247" y="690320"/>
                  </a:lnTo>
                  <a:lnTo>
                    <a:pt x="5683948" y="705919"/>
                  </a:lnTo>
                  <a:lnTo>
                    <a:pt x="5630117" y="719846"/>
                  </a:lnTo>
                  <a:lnTo>
                    <a:pt x="5572838" y="732256"/>
                  </a:lnTo>
                  <a:lnTo>
                    <a:pt x="5511181" y="743324"/>
                  </a:lnTo>
                  <a:lnTo>
                    <a:pt x="5444281" y="753218"/>
                  </a:lnTo>
                  <a:lnTo>
                    <a:pt x="5371445" y="762084"/>
                  </a:lnTo>
                  <a:lnTo>
                    <a:pt x="5292294" y="770040"/>
                  </a:lnTo>
                  <a:lnTo>
                    <a:pt x="5206939" y="777171"/>
                  </a:lnTo>
                  <a:lnTo>
                    <a:pt x="5116206" y="783527"/>
                  </a:lnTo>
                  <a:lnTo>
                    <a:pt x="5021839" y="789127"/>
                  </a:lnTo>
                  <a:lnTo>
                    <a:pt x="4926630" y="793967"/>
                  </a:lnTo>
                  <a:lnTo>
                    <a:pt x="4834359" y="798029"/>
                  </a:lnTo>
                  <a:lnTo>
                    <a:pt x="4749438" y="801298"/>
                  </a:lnTo>
                  <a:lnTo>
                    <a:pt x="4676241" y="803784"/>
                  </a:lnTo>
                  <a:lnTo>
                    <a:pt x="4618226" y="805536"/>
                  </a:lnTo>
                  <a:lnTo>
                    <a:pt x="4577111" y="806646"/>
                  </a:lnTo>
                  <a:lnTo>
                    <a:pt x="4552361" y="807247"/>
                  </a:lnTo>
                  <a:lnTo>
                    <a:pt x="4541138" y="807493"/>
                  </a:lnTo>
                  <a:lnTo>
                    <a:pt x="4538571" y="807544"/>
                  </a:lnTo>
                  <a:lnTo>
                    <a:pt x="4538543" y="807545"/>
                  </a:lnTo>
                  <a:lnTo>
                    <a:pt x="4016409" y="807545"/>
                  </a:lnTo>
                  <a:lnTo>
                    <a:pt x="4015142" y="807557"/>
                  </a:lnTo>
                  <a:lnTo>
                    <a:pt x="4006858" y="807645"/>
                  </a:lnTo>
                  <a:lnTo>
                    <a:pt x="3986147" y="807888"/>
                  </a:lnTo>
                  <a:lnTo>
                    <a:pt x="3949556" y="808364"/>
                  </a:lnTo>
                  <a:lnTo>
                    <a:pt x="3895904" y="809144"/>
                  </a:lnTo>
                  <a:lnTo>
                    <a:pt x="3826341" y="810280"/>
                  </a:lnTo>
                  <a:lnTo>
                    <a:pt x="3743948" y="811802"/>
                  </a:lnTo>
                  <a:lnTo>
                    <a:pt x="3652975" y="813720"/>
                  </a:lnTo>
                  <a:lnTo>
                    <a:pt x="3557928" y="816028"/>
                  </a:lnTo>
                  <a:lnTo>
                    <a:pt x="3462825" y="818717"/>
                  </a:lnTo>
                  <a:lnTo>
                    <a:pt x="3370751" y="821783"/>
                  </a:lnTo>
                  <a:lnTo>
                    <a:pt x="3283727" y="825231"/>
                  </a:lnTo>
                  <a:lnTo>
                    <a:pt x="3202798" y="829083"/>
                  </a:lnTo>
                  <a:lnTo>
                    <a:pt x="3128240" y="833377"/>
                  </a:lnTo>
                  <a:lnTo>
                    <a:pt x="3059774" y="838167"/>
                  </a:lnTo>
                  <a:lnTo>
                    <a:pt x="2996765" y="843523"/>
                  </a:lnTo>
                  <a:lnTo>
                    <a:pt x="2938377" y="849528"/>
                  </a:lnTo>
                  <a:lnTo>
                    <a:pt x="2883680" y="856267"/>
                  </a:lnTo>
                  <a:lnTo>
                    <a:pt x="2831741" y="863824"/>
                  </a:lnTo>
                  <a:lnTo>
                    <a:pt x="2781704" y="872255"/>
                  </a:lnTo>
                  <a:lnTo>
                    <a:pt x="2770117" y="874370"/>
                  </a:lnTo>
                  <a:lnTo>
                    <a:pt x="2716776" y="884867"/>
                  </a:lnTo>
                  <a:lnTo>
                    <a:pt x="2663951" y="896459"/>
                  </a:lnTo>
                  <a:lnTo>
                    <a:pt x="2611078" y="909160"/>
                  </a:lnTo>
                  <a:lnTo>
                    <a:pt x="2557778" y="922947"/>
                  </a:lnTo>
                  <a:lnTo>
                    <a:pt x="2503834" y="937750"/>
                  </a:lnTo>
                  <a:lnTo>
                    <a:pt x="2449166" y="953454"/>
                  </a:lnTo>
                  <a:lnTo>
                    <a:pt x="2393818" y="969899"/>
                  </a:lnTo>
                  <a:lnTo>
                    <a:pt x="2337935" y="986883"/>
                  </a:lnTo>
                  <a:lnTo>
                    <a:pt x="2281733" y="1004174"/>
                  </a:lnTo>
                  <a:lnTo>
                    <a:pt x="2225472" y="1021522"/>
                  </a:lnTo>
                  <a:lnTo>
                    <a:pt x="2169417" y="1038672"/>
                  </a:lnTo>
                  <a:lnTo>
                    <a:pt x="2113810" y="1055383"/>
                  </a:lnTo>
                  <a:lnTo>
                    <a:pt x="2058829" y="1071437"/>
                  </a:lnTo>
                  <a:lnTo>
                    <a:pt x="2004566" y="1086656"/>
                  </a:lnTo>
                  <a:lnTo>
                    <a:pt x="1950999" y="1100904"/>
                  </a:lnTo>
                  <a:lnTo>
                    <a:pt x="1897974" y="1114091"/>
                  </a:lnTo>
                  <a:lnTo>
                    <a:pt x="1845185" y="1126175"/>
                  </a:lnTo>
                  <a:lnTo>
                    <a:pt x="1792155" y="1137153"/>
                  </a:lnTo>
                  <a:lnTo>
                    <a:pt x="1768425" y="1141669"/>
                  </a:lnTo>
                  <a:lnTo>
                    <a:pt x="1718727" y="1150309"/>
                  </a:lnTo>
                  <a:lnTo>
                    <a:pt x="1667309" y="1158068"/>
                  </a:lnTo>
                  <a:lnTo>
                    <a:pt x="1613344" y="1164994"/>
                  </a:lnTo>
                  <a:lnTo>
                    <a:pt x="1555910" y="1171163"/>
                  </a:lnTo>
                  <a:lnTo>
                    <a:pt x="1494070" y="1176665"/>
                  </a:lnTo>
                  <a:lnTo>
                    <a:pt x="1426956" y="1181581"/>
                  </a:lnTo>
                  <a:lnTo>
                    <a:pt x="1353874" y="1185986"/>
                  </a:lnTo>
                  <a:lnTo>
                    <a:pt x="1274445" y="1189938"/>
                  </a:lnTo>
                  <a:lnTo>
                    <a:pt x="1188794" y="1193479"/>
                  </a:lnTo>
                  <a:lnTo>
                    <a:pt x="1097766" y="1196634"/>
                  </a:lnTo>
                  <a:lnTo>
                    <a:pt x="1003139" y="1199412"/>
                  </a:lnTo>
                  <a:lnTo>
                    <a:pt x="907746" y="1201811"/>
                  </a:lnTo>
                  <a:lnTo>
                    <a:pt x="815415" y="1203821"/>
                  </a:lnTo>
                  <a:lnTo>
                    <a:pt x="730596" y="1205436"/>
                  </a:lnTo>
                  <a:lnTo>
                    <a:pt x="657676" y="1206661"/>
                  </a:lnTo>
                  <a:lnTo>
                    <a:pt x="600092" y="1207521"/>
                  </a:lnTo>
                  <a:lnTo>
                    <a:pt x="559501" y="1208063"/>
                  </a:lnTo>
                  <a:lnTo>
                    <a:pt x="535281" y="1208354"/>
                  </a:lnTo>
                  <a:lnTo>
                    <a:pt x="524490" y="1208471"/>
                  </a:lnTo>
                  <a:lnTo>
                    <a:pt x="522150" y="1208494"/>
                  </a:lnTo>
                  <a:lnTo>
                    <a:pt x="522133" y="1208494"/>
                  </a:lnTo>
                  <a:lnTo>
                    <a:pt x="0" y="1208494"/>
                  </a:lnTo>
                  <a:lnTo>
                    <a:pt x="0" y="1208494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532" name="pg1532"/>
            <p:cNvSpPr/>
            <p:nvPr/>
          </p:nvSpPr>
          <p:spPr>
            <a:xfrm>
              <a:off x="386606" y="1614730"/>
              <a:ext cx="8554953" cy="3343125"/>
            </a:xfrm>
            <a:custGeom>
              <a:avLst/>
              <a:pathLst>
                <a:path w="8554953" h="3343125">
                  <a:moveTo>
                    <a:pt x="0" y="3343125"/>
                  </a:moveTo>
                  <a:lnTo>
                    <a:pt x="522133" y="3343125"/>
                  </a:lnTo>
                  <a:lnTo>
                    <a:pt x="523244" y="3343035"/>
                  </a:lnTo>
                  <a:lnTo>
                    <a:pt x="530530" y="3342398"/>
                  </a:lnTo>
                  <a:lnTo>
                    <a:pt x="548827" y="3340635"/>
                  </a:lnTo>
                  <a:lnTo>
                    <a:pt x="581360" y="3337168"/>
                  </a:lnTo>
                  <a:lnTo>
                    <a:pt x="629479" y="3331473"/>
                  </a:lnTo>
                  <a:lnTo>
                    <a:pt x="692563" y="3323141"/>
                  </a:lnTo>
                  <a:lnTo>
                    <a:pt x="768262" y="3311912"/>
                  </a:lnTo>
                  <a:lnTo>
                    <a:pt x="853064" y="3297681"/>
                  </a:lnTo>
                  <a:lnTo>
                    <a:pt x="943010" y="3280455"/>
                  </a:lnTo>
                  <a:lnTo>
                    <a:pt x="1034361" y="3260299"/>
                  </a:lnTo>
                  <a:lnTo>
                    <a:pt x="1124049" y="3237270"/>
                  </a:lnTo>
                  <a:lnTo>
                    <a:pt x="1209882" y="3211366"/>
                  </a:lnTo>
                  <a:lnTo>
                    <a:pt x="1290535" y="3182490"/>
                  </a:lnTo>
                  <a:lnTo>
                    <a:pt x="1365426" y="3150433"/>
                  </a:lnTo>
                  <a:lnTo>
                    <a:pt x="1434538" y="3114867"/>
                  </a:lnTo>
                  <a:lnTo>
                    <a:pt x="1498248" y="3075353"/>
                  </a:lnTo>
                  <a:lnTo>
                    <a:pt x="1557181" y="3031349"/>
                  </a:lnTo>
                  <a:lnTo>
                    <a:pt x="1612103" y="2982243"/>
                  </a:lnTo>
                  <a:lnTo>
                    <a:pt x="1663834" y="2927399"/>
                  </a:lnTo>
                  <a:lnTo>
                    <a:pt x="1713182" y="2866240"/>
                  </a:lnTo>
                  <a:lnTo>
                    <a:pt x="1760881" y="2798394"/>
                  </a:lnTo>
                  <a:lnTo>
                    <a:pt x="1768425" y="2786878"/>
                  </a:lnTo>
                  <a:lnTo>
                    <a:pt x="1803287" y="2730939"/>
                  </a:lnTo>
                  <a:lnTo>
                    <a:pt x="1837831" y="2671172"/>
                  </a:lnTo>
                  <a:lnTo>
                    <a:pt x="1872242" y="2607499"/>
                  </a:lnTo>
                  <a:lnTo>
                    <a:pt x="1906669" y="2539895"/>
                  </a:lnTo>
                  <a:lnTo>
                    <a:pt x="1941225" y="2468395"/>
                  </a:lnTo>
                  <a:lnTo>
                    <a:pt x="1975995" y="2393096"/>
                  </a:lnTo>
                  <a:lnTo>
                    <a:pt x="2011037" y="2314166"/>
                  </a:lnTo>
                  <a:lnTo>
                    <a:pt x="2046381" y="2231842"/>
                  </a:lnTo>
                  <a:lnTo>
                    <a:pt x="2082035" y="2146432"/>
                  </a:lnTo>
                  <a:lnTo>
                    <a:pt x="2117985" y="2058310"/>
                  </a:lnTo>
                  <a:lnTo>
                    <a:pt x="2154199" y="1967916"/>
                  </a:lnTo>
                  <a:lnTo>
                    <a:pt x="2190627" y="1875742"/>
                  </a:lnTo>
                  <a:lnTo>
                    <a:pt x="2227210" y="1782326"/>
                  </a:lnTo>
                  <a:lnTo>
                    <a:pt x="2263879" y="1688237"/>
                  </a:lnTo>
                  <a:lnTo>
                    <a:pt x="2300558" y="1594060"/>
                  </a:lnTo>
                  <a:lnTo>
                    <a:pt x="2337174" y="1500386"/>
                  </a:lnTo>
                  <a:lnTo>
                    <a:pt x="2373655" y="1407790"/>
                  </a:lnTo>
                  <a:lnTo>
                    <a:pt x="2409937" y="1316819"/>
                  </a:lnTo>
                  <a:lnTo>
                    <a:pt x="2445969" y="1227981"/>
                  </a:lnTo>
                  <a:lnTo>
                    <a:pt x="2481712" y="1141732"/>
                  </a:lnTo>
                  <a:lnTo>
                    <a:pt x="2517147" y="1058466"/>
                  </a:lnTo>
                  <a:lnTo>
                    <a:pt x="2552276" y="978510"/>
                  </a:lnTo>
                  <a:lnTo>
                    <a:pt x="2587122" y="902124"/>
                  </a:lnTo>
                  <a:lnTo>
                    <a:pt x="2621733" y="829494"/>
                  </a:lnTo>
                  <a:lnTo>
                    <a:pt x="2656187" y="760738"/>
                  </a:lnTo>
                  <a:lnTo>
                    <a:pt x="2690589" y="695910"/>
                  </a:lnTo>
                  <a:lnTo>
                    <a:pt x="2725076" y="635000"/>
                  </a:lnTo>
                  <a:lnTo>
                    <a:pt x="2759823" y="577946"/>
                  </a:lnTo>
                  <a:lnTo>
                    <a:pt x="2770117" y="561893"/>
                  </a:lnTo>
                  <a:lnTo>
                    <a:pt x="2817612" y="492964"/>
                  </a:lnTo>
                  <a:lnTo>
                    <a:pt x="2866649" y="430749"/>
                  </a:lnTo>
                  <a:lnTo>
                    <a:pt x="2917944" y="374927"/>
                  </a:lnTo>
                  <a:lnTo>
                    <a:pt x="2972298" y="324943"/>
                  </a:lnTo>
                  <a:lnTo>
                    <a:pt x="3030534" y="280163"/>
                  </a:lnTo>
                  <a:lnTo>
                    <a:pt x="3093430" y="239966"/>
                  </a:lnTo>
                  <a:lnTo>
                    <a:pt x="3161642" y="203799"/>
                  </a:lnTo>
                  <a:lnTo>
                    <a:pt x="3235594" y="171204"/>
                  </a:lnTo>
                  <a:lnTo>
                    <a:pt x="3315345" y="141835"/>
                  </a:lnTo>
                  <a:lnTo>
                    <a:pt x="3400414" y="115463"/>
                  </a:lnTo>
                  <a:lnTo>
                    <a:pt x="3489608" y="91975"/>
                  </a:lnTo>
                  <a:lnTo>
                    <a:pt x="3580877" y="71356"/>
                  </a:lnTo>
                  <a:lnTo>
                    <a:pt x="3671287" y="53655"/>
                  </a:lnTo>
                  <a:lnTo>
                    <a:pt x="3757182" y="38940"/>
                  </a:lnTo>
                  <a:lnTo>
                    <a:pt x="3834600" y="27233"/>
                  </a:lnTo>
                  <a:lnTo>
                    <a:pt x="3899905" y="18449"/>
                  </a:lnTo>
                  <a:lnTo>
                    <a:pt x="3950517" y="12355"/>
                  </a:lnTo>
                  <a:lnTo>
                    <a:pt x="3985512" y="8564"/>
                  </a:lnTo>
                  <a:lnTo>
                    <a:pt x="4005922" y="6566"/>
                  </a:lnTo>
                  <a:lnTo>
                    <a:pt x="4014689" y="5787"/>
                  </a:lnTo>
                  <a:lnTo>
                    <a:pt x="4016409" y="5647"/>
                  </a:lnTo>
                  <a:lnTo>
                    <a:pt x="4538543" y="5647"/>
                  </a:lnTo>
                  <a:lnTo>
                    <a:pt x="4539799" y="5675"/>
                  </a:lnTo>
                  <a:lnTo>
                    <a:pt x="4548011" y="5874"/>
                  </a:lnTo>
                  <a:lnTo>
                    <a:pt x="4568548" y="6426"/>
                  </a:lnTo>
                  <a:lnTo>
                    <a:pt x="4604849" y="7510"/>
                  </a:lnTo>
                  <a:lnTo>
                    <a:pt x="4658108" y="9285"/>
                  </a:lnTo>
                  <a:lnTo>
                    <a:pt x="4727217" y="11871"/>
                  </a:lnTo>
                  <a:lnTo>
                    <a:pt x="4809146" y="15337"/>
                  </a:lnTo>
                  <a:lnTo>
                    <a:pt x="4899700" y="19705"/>
                  </a:lnTo>
                  <a:lnTo>
                    <a:pt x="4994409" y="24965"/>
                  </a:lnTo>
                  <a:lnTo>
                    <a:pt x="5089270" y="31095"/>
                  </a:lnTo>
                  <a:lnTo>
                    <a:pt x="5181198" y="38085"/>
                  </a:lnTo>
                  <a:lnTo>
                    <a:pt x="5268157" y="45946"/>
                  </a:lnTo>
                  <a:lnTo>
                    <a:pt x="5349079" y="54726"/>
                  </a:lnTo>
                  <a:lnTo>
                    <a:pt x="5423669" y="64509"/>
                  </a:lnTo>
                  <a:lnTo>
                    <a:pt x="5492183" y="75420"/>
                  </a:lnTo>
                  <a:lnTo>
                    <a:pt x="5555239" y="87614"/>
                  </a:lnTo>
                  <a:lnTo>
                    <a:pt x="5613659" y="101278"/>
                  </a:lnTo>
                  <a:lnTo>
                    <a:pt x="5668361" y="116609"/>
                  </a:lnTo>
                  <a:lnTo>
                    <a:pt x="5720273" y="133796"/>
                  </a:lnTo>
                  <a:lnTo>
                    <a:pt x="5770248" y="152973"/>
                  </a:lnTo>
                  <a:lnTo>
                    <a:pt x="5784835" y="159061"/>
                  </a:lnTo>
                  <a:lnTo>
                    <a:pt x="5834967" y="181631"/>
                  </a:lnTo>
                  <a:lnTo>
                    <a:pt x="5884610" y="206415"/>
                  </a:lnTo>
                  <a:lnTo>
                    <a:pt x="5934245" y="233447"/>
                  </a:lnTo>
                  <a:lnTo>
                    <a:pt x="5984209" y="262694"/>
                  </a:lnTo>
                  <a:lnTo>
                    <a:pt x="6034708" y="294044"/>
                  </a:lnTo>
                  <a:lnTo>
                    <a:pt x="6085838" y="327302"/>
                  </a:lnTo>
                  <a:lnTo>
                    <a:pt x="6137595" y="362190"/>
                  </a:lnTo>
                  <a:lnTo>
                    <a:pt x="6189887" y="398353"/>
                  </a:lnTo>
                  <a:lnTo>
                    <a:pt x="6242561" y="435373"/>
                  </a:lnTo>
                  <a:lnTo>
                    <a:pt x="6295416" y="472787"/>
                  </a:lnTo>
                  <a:lnTo>
                    <a:pt x="6348229" y="510112"/>
                  </a:lnTo>
                  <a:lnTo>
                    <a:pt x="6400784" y="546869"/>
                  </a:lnTo>
                  <a:lnTo>
                    <a:pt x="6452894" y="582608"/>
                  </a:lnTo>
                  <a:lnTo>
                    <a:pt x="6504426" y="616933"/>
                  </a:lnTo>
                  <a:lnTo>
                    <a:pt x="6555319" y="649516"/>
                  </a:lnTo>
                  <a:lnTo>
                    <a:pt x="6605605" y="680110"/>
                  </a:lnTo>
                  <a:lnTo>
                    <a:pt x="6655417" y="708550"/>
                  </a:lnTo>
                  <a:lnTo>
                    <a:pt x="6705009" y="734754"/>
                  </a:lnTo>
                  <a:lnTo>
                    <a:pt x="6754767" y="758715"/>
                  </a:lnTo>
                  <a:lnTo>
                    <a:pt x="6786527" y="772721"/>
                  </a:lnTo>
                  <a:lnTo>
                    <a:pt x="6836072" y="792499"/>
                  </a:lnTo>
                  <a:lnTo>
                    <a:pt x="6887324" y="810267"/>
                  </a:lnTo>
                  <a:lnTo>
                    <a:pt x="6941102" y="826132"/>
                  </a:lnTo>
                  <a:lnTo>
                    <a:pt x="6998319" y="840270"/>
                  </a:lnTo>
                  <a:lnTo>
                    <a:pt x="7059905" y="852881"/>
                  </a:lnTo>
                  <a:lnTo>
                    <a:pt x="7126721" y="864155"/>
                  </a:lnTo>
                  <a:lnTo>
                    <a:pt x="7199459" y="874259"/>
                  </a:lnTo>
                  <a:lnTo>
                    <a:pt x="7278502" y="883326"/>
                  </a:lnTo>
                  <a:lnTo>
                    <a:pt x="7363739" y="891454"/>
                  </a:lnTo>
                  <a:lnTo>
                    <a:pt x="7454356" y="898700"/>
                  </a:lnTo>
                  <a:lnTo>
                    <a:pt x="7548621" y="905086"/>
                  </a:lnTo>
                  <a:lnTo>
                    <a:pt x="7643757" y="910606"/>
                  </a:lnTo>
                  <a:lnTo>
                    <a:pt x="7736003" y="915241"/>
                  </a:lnTo>
                  <a:lnTo>
                    <a:pt x="7820962" y="918975"/>
                  </a:lnTo>
                  <a:lnTo>
                    <a:pt x="7894267" y="921818"/>
                  </a:lnTo>
                  <a:lnTo>
                    <a:pt x="7952450" y="923823"/>
                  </a:lnTo>
                  <a:lnTo>
                    <a:pt x="7993772" y="925097"/>
                  </a:lnTo>
                  <a:lnTo>
                    <a:pt x="8018731" y="925789"/>
                  </a:lnTo>
                  <a:lnTo>
                    <a:pt x="8030126" y="926074"/>
                  </a:lnTo>
                  <a:lnTo>
                    <a:pt x="8032819" y="926136"/>
                  </a:lnTo>
                  <a:lnTo>
                    <a:pt x="8554953" y="926136"/>
                  </a:lnTo>
                  <a:lnTo>
                    <a:pt x="8554953" y="920488"/>
                  </a:lnTo>
                  <a:lnTo>
                    <a:pt x="8032819" y="920488"/>
                  </a:lnTo>
                  <a:lnTo>
                    <a:pt x="8031563" y="920460"/>
                  </a:lnTo>
                  <a:lnTo>
                    <a:pt x="8023351" y="920261"/>
                  </a:lnTo>
                  <a:lnTo>
                    <a:pt x="8002813" y="919709"/>
                  </a:lnTo>
                  <a:lnTo>
                    <a:pt x="7966513" y="918625"/>
                  </a:lnTo>
                  <a:lnTo>
                    <a:pt x="7913254" y="916850"/>
                  </a:lnTo>
                  <a:lnTo>
                    <a:pt x="7844145" y="914264"/>
                  </a:lnTo>
                  <a:lnTo>
                    <a:pt x="7762216" y="910798"/>
                  </a:lnTo>
                  <a:lnTo>
                    <a:pt x="7671661" y="906430"/>
                  </a:lnTo>
                  <a:lnTo>
                    <a:pt x="7576953" y="901170"/>
                  </a:lnTo>
                  <a:lnTo>
                    <a:pt x="7482092" y="895040"/>
                  </a:lnTo>
                  <a:lnTo>
                    <a:pt x="7390164" y="888050"/>
                  </a:lnTo>
                  <a:lnTo>
                    <a:pt x="7303205" y="880189"/>
                  </a:lnTo>
                  <a:lnTo>
                    <a:pt x="7222283" y="871409"/>
                  </a:lnTo>
                  <a:lnTo>
                    <a:pt x="7147693" y="861626"/>
                  </a:lnTo>
                  <a:lnTo>
                    <a:pt x="7079178" y="850716"/>
                  </a:lnTo>
                  <a:lnTo>
                    <a:pt x="7016123" y="838521"/>
                  </a:lnTo>
                  <a:lnTo>
                    <a:pt x="6957703" y="824857"/>
                  </a:lnTo>
                  <a:lnTo>
                    <a:pt x="6903001" y="809526"/>
                  </a:lnTo>
                  <a:lnTo>
                    <a:pt x="6851089" y="792339"/>
                  </a:lnTo>
                  <a:lnTo>
                    <a:pt x="6801114" y="773162"/>
                  </a:lnTo>
                  <a:lnTo>
                    <a:pt x="6786527" y="767074"/>
                  </a:lnTo>
                  <a:lnTo>
                    <a:pt x="6736395" y="744504"/>
                  </a:lnTo>
                  <a:lnTo>
                    <a:pt x="6686752" y="719720"/>
                  </a:lnTo>
                  <a:lnTo>
                    <a:pt x="6637117" y="692688"/>
                  </a:lnTo>
                  <a:lnTo>
                    <a:pt x="6587153" y="663441"/>
                  </a:lnTo>
                  <a:lnTo>
                    <a:pt x="6536654" y="632091"/>
                  </a:lnTo>
                  <a:lnTo>
                    <a:pt x="6485523" y="598833"/>
                  </a:lnTo>
                  <a:lnTo>
                    <a:pt x="6433767" y="563946"/>
                  </a:lnTo>
                  <a:lnTo>
                    <a:pt x="6381475" y="527783"/>
                  </a:lnTo>
                  <a:lnTo>
                    <a:pt x="6328801" y="490762"/>
                  </a:lnTo>
                  <a:lnTo>
                    <a:pt x="6275946" y="453348"/>
                  </a:lnTo>
                  <a:lnTo>
                    <a:pt x="6223133" y="416023"/>
                  </a:lnTo>
                  <a:lnTo>
                    <a:pt x="6170578" y="379266"/>
                  </a:lnTo>
                  <a:lnTo>
                    <a:pt x="6118468" y="343527"/>
                  </a:lnTo>
                  <a:lnTo>
                    <a:pt x="6066936" y="309202"/>
                  </a:lnTo>
                  <a:lnTo>
                    <a:pt x="6016043" y="276619"/>
                  </a:lnTo>
                  <a:lnTo>
                    <a:pt x="5965757" y="246025"/>
                  </a:lnTo>
                  <a:lnTo>
                    <a:pt x="5915945" y="217585"/>
                  </a:lnTo>
                  <a:lnTo>
                    <a:pt x="5866353" y="191381"/>
                  </a:lnTo>
                  <a:lnTo>
                    <a:pt x="5816594" y="167420"/>
                  </a:lnTo>
                  <a:lnTo>
                    <a:pt x="5784835" y="153414"/>
                  </a:lnTo>
                  <a:lnTo>
                    <a:pt x="5735290" y="133636"/>
                  </a:lnTo>
                  <a:lnTo>
                    <a:pt x="5684038" y="115868"/>
                  </a:lnTo>
                  <a:lnTo>
                    <a:pt x="5630260" y="100003"/>
                  </a:lnTo>
                  <a:lnTo>
                    <a:pt x="5573042" y="85865"/>
                  </a:lnTo>
                  <a:lnTo>
                    <a:pt x="5511457" y="73254"/>
                  </a:lnTo>
                  <a:lnTo>
                    <a:pt x="5444641" y="61980"/>
                  </a:lnTo>
                  <a:lnTo>
                    <a:pt x="5371903" y="51876"/>
                  </a:lnTo>
                  <a:lnTo>
                    <a:pt x="5292860" y="42809"/>
                  </a:lnTo>
                  <a:lnTo>
                    <a:pt x="5207623" y="34681"/>
                  </a:lnTo>
                  <a:lnTo>
                    <a:pt x="5117006" y="27436"/>
                  </a:lnTo>
                  <a:lnTo>
                    <a:pt x="5022741" y="21049"/>
                  </a:lnTo>
                  <a:lnTo>
                    <a:pt x="4927605" y="15529"/>
                  </a:lnTo>
                  <a:lnTo>
                    <a:pt x="4835359" y="10894"/>
                  </a:lnTo>
                  <a:lnTo>
                    <a:pt x="4750400" y="7160"/>
                  </a:lnTo>
                  <a:lnTo>
                    <a:pt x="4677095" y="4317"/>
                  </a:lnTo>
                  <a:lnTo>
                    <a:pt x="4618912" y="2312"/>
                  </a:lnTo>
                  <a:lnTo>
                    <a:pt x="4577590" y="1038"/>
                  </a:lnTo>
                  <a:lnTo>
                    <a:pt x="4552631" y="346"/>
                  </a:lnTo>
                  <a:lnTo>
                    <a:pt x="4541236" y="61"/>
                  </a:lnTo>
                  <a:lnTo>
                    <a:pt x="4538543" y="0"/>
                  </a:lnTo>
                  <a:lnTo>
                    <a:pt x="4016409" y="0"/>
                  </a:lnTo>
                  <a:lnTo>
                    <a:pt x="4015298" y="89"/>
                  </a:lnTo>
                  <a:lnTo>
                    <a:pt x="4008012" y="727"/>
                  </a:lnTo>
                  <a:lnTo>
                    <a:pt x="3989715" y="2490"/>
                  </a:lnTo>
                  <a:lnTo>
                    <a:pt x="3957182" y="5956"/>
                  </a:lnTo>
                  <a:lnTo>
                    <a:pt x="3909063" y="11651"/>
                  </a:lnTo>
                  <a:lnTo>
                    <a:pt x="3845980" y="19983"/>
                  </a:lnTo>
                  <a:lnTo>
                    <a:pt x="3770280" y="31212"/>
                  </a:lnTo>
                  <a:lnTo>
                    <a:pt x="3685478" y="45444"/>
                  </a:lnTo>
                  <a:lnTo>
                    <a:pt x="3595532" y="62669"/>
                  </a:lnTo>
                  <a:lnTo>
                    <a:pt x="3504181" y="82825"/>
                  </a:lnTo>
                  <a:lnTo>
                    <a:pt x="3414493" y="105854"/>
                  </a:lnTo>
                  <a:lnTo>
                    <a:pt x="3328661" y="131758"/>
                  </a:lnTo>
                  <a:lnTo>
                    <a:pt x="3248008" y="160634"/>
                  </a:lnTo>
                  <a:lnTo>
                    <a:pt x="3173117" y="192691"/>
                  </a:lnTo>
                  <a:lnTo>
                    <a:pt x="3104004" y="228257"/>
                  </a:lnTo>
                  <a:lnTo>
                    <a:pt x="3040295" y="267772"/>
                  </a:lnTo>
                  <a:lnTo>
                    <a:pt x="2981361" y="311776"/>
                  </a:lnTo>
                  <a:lnTo>
                    <a:pt x="2926439" y="360881"/>
                  </a:lnTo>
                  <a:lnTo>
                    <a:pt x="2874709" y="415726"/>
                  </a:lnTo>
                  <a:lnTo>
                    <a:pt x="2825361" y="476884"/>
                  </a:lnTo>
                  <a:lnTo>
                    <a:pt x="2777661" y="544730"/>
                  </a:lnTo>
                  <a:lnTo>
                    <a:pt x="2770117" y="556246"/>
                  </a:lnTo>
                  <a:lnTo>
                    <a:pt x="2735255" y="612185"/>
                  </a:lnTo>
                  <a:lnTo>
                    <a:pt x="2700711" y="671952"/>
                  </a:lnTo>
                  <a:lnTo>
                    <a:pt x="2666300" y="735625"/>
                  </a:lnTo>
                  <a:lnTo>
                    <a:pt x="2631874" y="803229"/>
                  </a:lnTo>
                  <a:lnTo>
                    <a:pt x="2597318" y="874730"/>
                  </a:lnTo>
                  <a:lnTo>
                    <a:pt x="2562547" y="950028"/>
                  </a:lnTo>
                  <a:lnTo>
                    <a:pt x="2527505" y="1028958"/>
                  </a:lnTo>
                  <a:lnTo>
                    <a:pt x="2492161" y="1111282"/>
                  </a:lnTo>
                  <a:lnTo>
                    <a:pt x="2456507" y="1196693"/>
                  </a:lnTo>
                  <a:lnTo>
                    <a:pt x="2420557" y="1284814"/>
                  </a:lnTo>
                  <a:lnTo>
                    <a:pt x="2384344" y="1375208"/>
                  </a:lnTo>
                  <a:lnTo>
                    <a:pt x="2347915" y="1467382"/>
                  </a:lnTo>
                  <a:lnTo>
                    <a:pt x="2311332" y="1560798"/>
                  </a:lnTo>
                  <a:lnTo>
                    <a:pt x="2274663" y="1654888"/>
                  </a:lnTo>
                  <a:lnTo>
                    <a:pt x="2237984" y="1749064"/>
                  </a:lnTo>
                  <a:lnTo>
                    <a:pt x="2201368" y="1842738"/>
                  </a:lnTo>
                  <a:lnTo>
                    <a:pt x="2164887" y="1935334"/>
                  </a:lnTo>
                  <a:lnTo>
                    <a:pt x="2128605" y="2026305"/>
                  </a:lnTo>
                  <a:lnTo>
                    <a:pt x="2092574" y="2115143"/>
                  </a:lnTo>
                  <a:lnTo>
                    <a:pt x="2056830" y="2201392"/>
                  </a:lnTo>
                  <a:lnTo>
                    <a:pt x="2021395" y="2284659"/>
                  </a:lnTo>
                  <a:lnTo>
                    <a:pt x="1986266" y="2364614"/>
                  </a:lnTo>
                  <a:lnTo>
                    <a:pt x="1951421" y="2441001"/>
                  </a:lnTo>
                  <a:lnTo>
                    <a:pt x="1916809" y="2513631"/>
                  </a:lnTo>
                  <a:lnTo>
                    <a:pt x="1882355" y="2582386"/>
                  </a:lnTo>
                  <a:lnTo>
                    <a:pt x="1847954" y="2647215"/>
                  </a:lnTo>
                  <a:lnTo>
                    <a:pt x="1813466" y="2708124"/>
                  </a:lnTo>
                  <a:lnTo>
                    <a:pt x="1778719" y="2765178"/>
                  </a:lnTo>
                  <a:lnTo>
                    <a:pt x="1768425" y="2781231"/>
                  </a:lnTo>
                  <a:lnTo>
                    <a:pt x="1720930" y="2850160"/>
                  </a:lnTo>
                  <a:lnTo>
                    <a:pt x="1671893" y="2912375"/>
                  </a:lnTo>
                  <a:lnTo>
                    <a:pt x="1620598" y="2968197"/>
                  </a:lnTo>
                  <a:lnTo>
                    <a:pt x="1566244" y="3018181"/>
                  </a:lnTo>
                  <a:lnTo>
                    <a:pt x="1508008" y="3062961"/>
                  </a:lnTo>
                  <a:lnTo>
                    <a:pt x="1445112" y="3103158"/>
                  </a:lnTo>
                  <a:lnTo>
                    <a:pt x="1376900" y="3139325"/>
                  </a:lnTo>
                  <a:lnTo>
                    <a:pt x="1302948" y="3171920"/>
                  </a:lnTo>
                  <a:lnTo>
                    <a:pt x="1223197" y="3201289"/>
                  </a:lnTo>
                  <a:lnTo>
                    <a:pt x="1138128" y="3227661"/>
                  </a:lnTo>
                  <a:lnTo>
                    <a:pt x="1048934" y="3251149"/>
                  </a:lnTo>
                  <a:lnTo>
                    <a:pt x="957665" y="3271769"/>
                  </a:lnTo>
                  <a:lnTo>
                    <a:pt x="867255" y="3289469"/>
                  </a:lnTo>
                  <a:lnTo>
                    <a:pt x="781360" y="3304184"/>
                  </a:lnTo>
                  <a:lnTo>
                    <a:pt x="703942" y="3315891"/>
                  </a:lnTo>
                  <a:lnTo>
                    <a:pt x="638637" y="3324675"/>
                  </a:lnTo>
                  <a:lnTo>
                    <a:pt x="588025" y="3330769"/>
                  </a:lnTo>
                  <a:lnTo>
                    <a:pt x="553030" y="3334561"/>
                  </a:lnTo>
                  <a:lnTo>
                    <a:pt x="532620" y="3336559"/>
                  </a:lnTo>
                  <a:lnTo>
                    <a:pt x="523854" y="3337338"/>
                  </a:lnTo>
                  <a:lnTo>
                    <a:pt x="522133" y="3337478"/>
                  </a:lnTo>
                  <a:lnTo>
                    <a:pt x="0" y="3337478"/>
                  </a:lnTo>
                  <a:close/>
                </a:path>
              </a:pathLst>
            </a:custGeom>
            <a:solidFill>
              <a:srgbClr val="8BC34A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1533" name="pl1533"/>
            <p:cNvSpPr/>
            <p:nvPr/>
          </p:nvSpPr>
          <p:spPr>
            <a:xfrm>
              <a:off x="386606" y="1620377"/>
              <a:ext cx="8554953" cy="3337478"/>
            </a:xfrm>
            <a:custGeom>
              <a:avLst/>
              <a:pathLst>
                <a:path w="8554953" h="3337478">
                  <a:moveTo>
                    <a:pt x="0" y="3337478"/>
                  </a:moveTo>
                  <a:lnTo>
                    <a:pt x="522133" y="3337478"/>
                  </a:lnTo>
                  <a:lnTo>
                    <a:pt x="523244" y="3337388"/>
                  </a:lnTo>
                  <a:lnTo>
                    <a:pt x="530530" y="3336751"/>
                  </a:lnTo>
                  <a:lnTo>
                    <a:pt x="548827" y="3334988"/>
                  </a:lnTo>
                  <a:lnTo>
                    <a:pt x="581360" y="3331521"/>
                  </a:lnTo>
                  <a:lnTo>
                    <a:pt x="629479" y="3325826"/>
                  </a:lnTo>
                  <a:lnTo>
                    <a:pt x="692563" y="3317494"/>
                  </a:lnTo>
                  <a:lnTo>
                    <a:pt x="768262" y="3306265"/>
                  </a:lnTo>
                  <a:lnTo>
                    <a:pt x="853064" y="3292034"/>
                  </a:lnTo>
                  <a:lnTo>
                    <a:pt x="943010" y="3274808"/>
                  </a:lnTo>
                  <a:lnTo>
                    <a:pt x="1034361" y="3254652"/>
                  </a:lnTo>
                  <a:lnTo>
                    <a:pt x="1124049" y="3231623"/>
                  </a:lnTo>
                  <a:lnTo>
                    <a:pt x="1209882" y="3205719"/>
                  </a:lnTo>
                  <a:lnTo>
                    <a:pt x="1290535" y="3176843"/>
                  </a:lnTo>
                  <a:lnTo>
                    <a:pt x="1365426" y="3144786"/>
                  </a:lnTo>
                  <a:lnTo>
                    <a:pt x="1434538" y="3109220"/>
                  </a:lnTo>
                  <a:lnTo>
                    <a:pt x="1498248" y="3069705"/>
                  </a:lnTo>
                  <a:lnTo>
                    <a:pt x="1557181" y="3025701"/>
                  </a:lnTo>
                  <a:lnTo>
                    <a:pt x="1612103" y="2976596"/>
                  </a:lnTo>
                  <a:lnTo>
                    <a:pt x="1663834" y="2921752"/>
                  </a:lnTo>
                  <a:lnTo>
                    <a:pt x="1713182" y="2860593"/>
                  </a:lnTo>
                  <a:lnTo>
                    <a:pt x="1760881" y="2792747"/>
                  </a:lnTo>
                  <a:lnTo>
                    <a:pt x="1768425" y="2781231"/>
                  </a:lnTo>
                  <a:lnTo>
                    <a:pt x="1803287" y="2725292"/>
                  </a:lnTo>
                  <a:lnTo>
                    <a:pt x="1837831" y="2665525"/>
                  </a:lnTo>
                  <a:lnTo>
                    <a:pt x="1872242" y="2601852"/>
                  </a:lnTo>
                  <a:lnTo>
                    <a:pt x="1906669" y="2534248"/>
                  </a:lnTo>
                  <a:lnTo>
                    <a:pt x="1941225" y="2462748"/>
                  </a:lnTo>
                  <a:lnTo>
                    <a:pt x="1975995" y="2387449"/>
                  </a:lnTo>
                  <a:lnTo>
                    <a:pt x="2011037" y="2308519"/>
                  </a:lnTo>
                  <a:lnTo>
                    <a:pt x="2046381" y="2226195"/>
                  </a:lnTo>
                  <a:lnTo>
                    <a:pt x="2082035" y="2140785"/>
                  </a:lnTo>
                  <a:lnTo>
                    <a:pt x="2117985" y="2052663"/>
                  </a:lnTo>
                  <a:lnTo>
                    <a:pt x="2154199" y="1962269"/>
                  </a:lnTo>
                  <a:lnTo>
                    <a:pt x="2190627" y="1870095"/>
                  </a:lnTo>
                  <a:lnTo>
                    <a:pt x="2227210" y="1776679"/>
                  </a:lnTo>
                  <a:lnTo>
                    <a:pt x="2263879" y="1682589"/>
                  </a:lnTo>
                  <a:lnTo>
                    <a:pt x="2300558" y="1588413"/>
                  </a:lnTo>
                  <a:lnTo>
                    <a:pt x="2337174" y="1494739"/>
                  </a:lnTo>
                  <a:lnTo>
                    <a:pt x="2373655" y="1402143"/>
                  </a:lnTo>
                  <a:lnTo>
                    <a:pt x="2409937" y="1311172"/>
                  </a:lnTo>
                  <a:lnTo>
                    <a:pt x="2445969" y="1222334"/>
                  </a:lnTo>
                  <a:lnTo>
                    <a:pt x="2481712" y="1136085"/>
                  </a:lnTo>
                  <a:lnTo>
                    <a:pt x="2517147" y="1052818"/>
                  </a:lnTo>
                  <a:lnTo>
                    <a:pt x="2552276" y="972863"/>
                  </a:lnTo>
                  <a:lnTo>
                    <a:pt x="2587122" y="896477"/>
                  </a:lnTo>
                  <a:lnTo>
                    <a:pt x="2621733" y="823846"/>
                  </a:lnTo>
                  <a:lnTo>
                    <a:pt x="2656187" y="755091"/>
                  </a:lnTo>
                  <a:lnTo>
                    <a:pt x="2690589" y="690262"/>
                  </a:lnTo>
                  <a:lnTo>
                    <a:pt x="2725076" y="629353"/>
                  </a:lnTo>
                  <a:lnTo>
                    <a:pt x="2759823" y="572299"/>
                  </a:lnTo>
                  <a:lnTo>
                    <a:pt x="2770117" y="556246"/>
                  </a:lnTo>
                  <a:lnTo>
                    <a:pt x="2817612" y="487317"/>
                  </a:lnTo>
                  <a:lnTo>
                    <a:pt x="2866649" y="425102"/>
                  </a:lnTo>
                  <a:lnTo>
                    <a:pt x="2917944" y="369280"/>
                  </a:lnTo>
                  <a:lnTo>
                    <a:pt x="2972298" y="319296"/>
                  </a:lnTo>
                  <a:lnTo>
                    <a:pt x="3030534" y="274516"/>
                  </a:lnTo>
                  <a:lnTo>
                    <a:pt x="3093430" y="234319"/>
                  </a:lnTo>
                  <a:lnTo>
                    <a:pt x="3161642" y="198152"/>
                  </a:lnTo>
                  <a:lnTo>
                    <a:pt x="3235594" y="165557"/>
                  </a:lnTo>
                  <a:lnTo>
                    <a:pt x="3315345" y="136188"/>
                  </a:lnTo>
                  <a:lnTo>
                    <a:pt x="3400414" y="109816"/>
                  </a:lnTo>
                  <a:lnTo>
                    <a:pt x="3489608" y="86328"/>
                  </a:lnTo>
                  <a:lnTo>
                    <a:pt x="3580877" y="65709"/>
                  </a:lnTo>
                  <a:lnTo>
                    <a:pt x="3671287" y="48008"/>
                  </a:lnTo>
                  <a:lnTo>
                    <a:pt x="3757182" y="33293"/>
                  </a:lnTo>
                  <a:lnTo>
                    <a:pt x="3834600" y="21586"/>
                  </a:lnTo>
                  <a:lnTo>
                    <a:pt x="3899905" y="12802"/>
                  </a:lnTo>
                  <a:lnTo>
                    <a:pt x="3950517" y="6708"/>
                  </a:lnTo>
                  <a:lnTo>
                    <a:pt x="3985512" y="2917"/>
                  </a:lnTo>
                  <a:lnTo>
                    <a:pt x="4005922" y="918"/>
                  </a:lnTo>
                  <a:lnTo>
                    <a:pt x="4014689" y="140"/>
                  </a:lnTo>
                  <a:lnTo>
                    <a:pt x="4016405" y="0"/>
                  </a:lnTo>
                  <a:lnTo>
                    <a:pt x="4016409" y="0"/>
                  </a:lnTo>
                  <a:lnTo>
                    <a:pt x="4538543" y="0"/>
                  </a:lnTo>
                  <a:lnTo>
                    <a:pt x="4539799" y="27"/>
                  </a:lnTo>
                  <a:lnTo>
                    <a:pt x="4548011" y="227"/>
                  </a:lnTo>
                  <a:lnTo>
                    <a:pt x="4568548" y="779"/>
                  </a:lnTo>
                  <a:lnTo>
                    <a:pt x="4604849" y="1863"/>
                  </a:lnTo>
                  <a:lnTo>
                    <a:pt x="4658108" y="3638"/>
                  </a:lnTo>
                  <a:lnTo>
                    <a:pt x="4727217" y="6224"/>
                  </a:lnTo>
                  <a:lnTo>
                    <a:pt x="4809146" y="9690"/>
                  </a:lnTo>
                  <a:lnTo>
                    <a:pt x="4899700" y="14058"/>
                  </a:lnTo>
                  <a:lnTo>
                    <a:pt x="4994409" y="19318"/>
                  </a:lnTo>
                  <a:lnTo>
                    <a:pt x="5089270" y="25448"/>
                  </a:lnTo>
                  <a:lnTo>
                    <a:pt x="5181198" y="32438"/>
                  </a:lnTo>
                  <a:lnTo>
                    <a:pt x="5268157" y="40299"/>
                  </a:lnTo>
                  <a:lnTo>
                    <a:pt x="5349079" y="49078"/>
                  </a:lnTo>
                  <a:lnTo>
                    <a:pt x="5423669" y="58862"/>
                  </a:lnTo>
                  <a:lnTo>
                    <a:pt x="5492183" y="69772"/>
                  </a:lnTo>
                  <a:lnTo>
                    <a:pt x="5555239" y="81967"/>
                  </a:lnTo>
                  <a:lnTo>
                    <a:pt x="5613659" y="95631"/>
                  </a:lnTo>
                  <a:lnTo>
                    <a:pt x="5668361" y="110962"/>
                  </a:lnTo>
                  <a:lnTo>
                    <a:pt x="5720273" y="128149"/>
                  </a:lnTo>
                  <a:lnTo>
                    <a:pt x="5770248" y="147326"/>
                  </a:lnTo>
                  <a:lnTo>
                    <a:pt x="5784835" y="153414"/>
                  </a:lnTo>
                  <a:lnTo>
                    <a:pt x="5834967" y="175984"/>
                  </a:lnTo>
                  <a:lnTo>
                    <a:pt x="5884610" y="200768"/>
                  </a:lnTo>
                  <a:lnTo>
                    <a:pt x="5934245" y="227800"/>
                  </a:lnTo>
                  <a:lnTo>
                    <a:pt x="5984209" y="257047"/>
                  </a:lnTo>
                  <a:lnTo>
                    <a:pt x="6034708" y="288397"/>
                  </a:lnTo>
                  <a:lnTo>
                    <a:pt x="6085838" y="321655"/>
                  </a:lnTo>
                  <a:lnTo>
                    <a:pt x="6137595" y="356542"/>
                  </a:lnTo>
                  <a:lnTo>
                    <a:pt x="6189887" y="392705"/>
                  </a:lnTo>
                  <a:lnTo>
                    <a:pt x="6242561" y="429726"/>
                  </a:lnTo>
                  <a:lnTo>
                    <a:pt x="6295416" y="467140"/>
                  </a:lnTo>
                  <a:lnTo>
                    <a:pt x="6348229" y="504465"/>
                  </a:lnTo>
                  <a:lnTo>
                    <a:pt x="6400784" y="541222"/>
                  </a:lnTo>
                  <a:lnTo>
                    <a:pt x="6452894" y="576961"/>
                  </a:lnTo>
                  <a:lnTo>
                    <a:pt x="6504426" y="611286"/>
                  </a:lnTo>
                  <a:lnTo>
                    <a:pt x="6555319" y="643869"/>
                  </a:lnTo>
                  <a:lnTo>
                    <a:pt x="6605605" y="674463"/>
                  </a:lnTo>
                  <a:lnTo>
                    <a:pt x="6655417" y="702903"/>
                  </a:lnTo>
                  <a:lnTo>
                    <a:pt x="6705009" y="729107"/>
                  </a:lnTo>
                  <a:lnTo>
                    <a:pt x="6754767" y="753068"/>
                  </a:lnTo>
                  <a:lnTo>
                    <a:pt x="6786527" y="767074"/>
                  </a:lnTo>
                  <a:lnTo>
                    <a:pt x="6836072" y="786852"/>
                  </a:lnTo>
                  <a:lnTo>
                    <a:pt x="6887324" y="804620"/>
                  </a:lnTo>
                  <a:lnTo>
                    <a:pt x="6941102" y="820485"/>
                  </a:lnTo>
                  <a:lnTo>
                    <a:pt x="6998319" y="834623"/>
                  </a:lnTo>
                  <a:lnTo>
                    <a:pt x="7059905" y="847234"/>
                  </a:lnTo>
                  <a:lnTo>
                    <a:pt x="7126721" y="858508"/>
                  </a:lnTo>
                  <a:lnTo>
                    <a:pt x="7199459" y="868612"/>
                  </a:lnTo>
                  <a:lnTo>
                    <a:pt x="7278502" y="877679"/>
                  </a:lnTo>
                  <a:lnTo>
                    <a:pt x="7363739" y="885807"/>
                  </a:lnTo>
                  <a:lnTo>
                    <a:pt x="7454356" y="893052"/>
                  </a:lnTo>
                  <a:lnTo>
                    <a:pt x="7548621" y="899438"/>
                  </a:lnTo>
                  <a:lnTo>
                    <a:pt x="7643757" y="904959"/>
                  </a:lnTo>
                  <a:lnTo>
                    <a:pt x="7736003" y="909594"/>
                  </a:lnTo>
                  <a:lnTo>
                    <a:pt x="7820962" y="913328"/>
                  </a:lnTo>
                  <a:lnTo>
                    <a:pt x="7894267" y="916170"/>
                  </a:lnTo>
                  <a:lnTo>
                    <a:pt x="7952450" y="918176"/>
                  </a:lnTo>
                  <a:lnTo>
                    <a:pt x="7993772" y="919450"/>
                  </a:lnTo>
                  <a:lnTo>
                    <a:pt x="8018731" y="920142"/>
                  </a:lnTo>
                  <a:lnTo>
                    <a:pt x="8030126" y="920427"/>
                  </a:lnTo>
                  <a:lnTo>
                    <a:pt x="8032785" y="920488"/>
                  </a:lnTo>
                  <a:lnTo>
                    <a:pt x="8032819" y="920488"/>
                  </a:lnTo>
                  <a:lnTo>
                    <a:pt x="8554953" y="920488"/>
                  </a:lnTo>
                  <a:lnTo>
                    <a:pt x="8554953" y="920488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534" name="pl1534"/>
            <p:cNvSpPr/>
            <p:nvPr/>
          </p:nvSpPr>
          <p:spPr>
            <a:xfrm>
              <a:off x="386606" y="1614730"/>
              <a:ext cx="8554953" cy="3337478"/>
            </a:xfrm>
            <a:custGeom>
              <a:avLst/>
              <a:pathLst>
                <a:path w="8554953" h="3337478">
                  <a:moveTo>
                    <a:pt x="8554953" y="920488"/>
                  </a:moveTo>
                  <a:lnTo>
                    <a:pt x="8032819" y="920488"/>
                  </a:lnTo>
                  <a:lnTo>
                    <a:pt x="8031563" y="920460"/>
                  </a:lnTo>
                  <a:lnTo>
                    <a:pt x="8023351" y="920261"/>
                  </a:lnTo>
                  <a:lnTo>
                    <a:pt x="8002813" y="919709"/>
                  </a:lnTo>
                  <a:lnTo>
                    <a:pt x="7966513" y="918625"/>
                  </a:lnTo>
                  <a:lnTo>
                    <a:pt x="7913254" y="916850"/>
                  </a:lnTo>
                  <a:lnTo>
                    <a:pt x="7844145" y="914264"/>
                  </a:lnTo>
                  <a:lnTo>
                    <a:pt x="7762216" y="910798"/>
                  </a:lnTo>
                  <a:lnTo>
                    <a:pt x="7671661" y="906430"/>
                  </a:lnTo>
                  <a:lnTo>
                    <a:pt x="7576953" y="901170"/>
                  </a:lnTo>
                  <a:lnTo>
                    <a:pt x="7482092" y="895040"/>
                  </a:lnTo>
                  <a:lnTo>
                    <a:pt x="7390164" y="888050"/>
                  </a:lnTo>
                  <a:lnTo>
                    <a:pt x="7303205" y="880189"/>
                  </a:lnTo>
                  <a:lnTo>
                    <a:pt x="7222283" y="871409"/>
                  </a:lnTo>
                  <a:lnTo>
                    <a:pt x="7147693" y="861626"/>
                  </a:lnTo>
                  <a:lnTo>
                    <a:pt x="7079178" y="850716"/>
                  </a:lnTo>
                  <a:lnTo>
                    <a:pt x="7016123" y="838521"/>
                  </a:lnTo>
                  <a:lnTo>
                    <a:pt x="6957703" y="824857"/>
                  </a:lnTo>
                  <a:lnTo>
                    <a:pt x="6903001" y="809526"/>
                  </a:lnTo>
                  <a:lnTo>
                    <a:pt x="6851089" y="792339"/>
                  </a:lnTo>
                  <a:lnTo>
                    <a:pt x="6801114" y="773162"/>
                  </a:lnTo>
                  <a:lnTo>
                    <a:pt x="6786527" y="767074"/>
                  </a:lnTo>
                  <a:lnTo>
                    <a:pt x="6736395" y="744504"/>
                  </a:lnTo>
                  <a:lnTo>
                    <a:pt x="6686752" y="719720"/>
                  </a:lnTo>
                  <a:lnTo>
                    <a:pt x="6637117" y="692688"/>
                  </a:lnTo>
                  <a:lnTo>
                    <a:pt x="6587153" y="663441"/>
                  </a:lnTo>
                  <a:lnTo>
                    <a:pt x="6536654" y="632091"/>
                  </a:lnTo>
                  <a:lnTo>
                    <a:pt x="6485523" y="598833"/>
                  </a:lnTo>
                  <a:lnTo>
                    <a:pt x="6433767" y="563946"/>
                  </a:lnTo>
                  <a:lnTo>
                    <a:pt x="6381475" y="527783"/>
                  </a:lnTo>
                  <a:lnTo>
                    <a:pt x="6328801" y="490762"/>
                  </a:lnTo>
                  <a:lnTo>
                    <a:pt x="6275946" y="453348"/>
                  </a:lnTo>
                  <a:lnTo>
                    <a:pt x="6223133" y="416023"/>
                  </a:lnTo>
                  <a:lnTo>
                    <a:pt x="6170578" y="379266"/>
                  </a:lnTo>
                  <a:lnTo>
                    <a:pt x="6118468" y="343527"/>
                  </a:lnTo>
                  <a:lnTo>
                    <a:pt x="6066936" y="309202"/>
                  </a:lnTo>
                  <a:lnTo>
                    <a:pt x="6016043" y="276619"/>
                  </a:lnTo>
                  <a:lnTo>
                    <a:pt x="5965757" y="246025"/>
                  </a:lnTo>
                  <a:lnTo>
                    <a:pt x="5915945" y="217585"/>
                  </a:lnTo>
                  <a:lnTo>
                    <a:pt x="5866353" y="191381"/>
                  </a:lnTo>
                  <a:lnTo>
                    <a:pt x="5816594" y="167420"/>
                  </a:lnTo>
                  <a:lnTo>
                    <a:pt x="5784835" y="153414"/>
                  </a:lnTo>
                  <a:lnTo>
                    <a:pt x="5735290" y="133636"/>
                  </a:lnTo>
                  <a:lnTo>
                    <a:pt x="5684038" y="115868"/>
                  </a:lnTo>
                  <a:lnTo>
                    <a:pt x="5630260" y="100003"/>
                  </a:lnTo>
                  <a:lnTo>
                    <a:pt x="5573042" y="85865"/>
                  </a:lnTo>
                  <a:lnTo>
                    <a:pt x="5511457" y="73254"/>
                  </a:lnTo>
                  <a:lnTo>
                    <a:pt x="5444641" y="61980"/>
                  </a:lnTo>
                  <a:lnTo>
                    <a:pt x="5371903" y="51876"/>
                  </a:lnTo>
                  <a:lnTo>
                    <a:pt x="5292860" y="42809"/>
                  </a:lnTo>
                  <a:lnTo>
                    <a:pt x="5207623" y="34681"/>
                  </a:lnTo>
                  <a:lnTo>
                    <a:pt x="5117006" y="27436"/>
                  </a:lnTo>
                  <a:lnTo>
                    <a:pt x="5022741" y="21049"/>
                  </a:lnTo>
                  <a:lnTo>
                    <a:pt x="4927605" y="15529"/>
                  </a:lnTo>
                  <a:lnTo>
                    <a:pt x="4835359" y="10894"/>
                  </a:lnTo>
                  <a:lnTo>
                    <a:pt x="4750400" y="7160"/>
                  </a:lnTo>
                  <a:lnTo>
                    <a:pt x="4677095" y="4317"/>
                  </a:lnTo>
                  <a:lnTo>
                    <a:pt x="4618912" y="2312"/>
                  </a:lnTo>
                  <a:lnTo>
                    <a:pt x="4577590" y="1038"/>
                  </a:lnTo>
                  <a:lnTo>
                    <a:pt x="4552631" y="346"/>
                  </a:lnTo>
                  <a:lnTo>
                    <a:pt x="4541236" y="61"/>
                  </a:lnTo>
                  <a:lnTo>
                    <a:pt x="4538577" y="0"/>
                  </a:lnTo>
                  <a:lnTo>
                    <a:pt x="4538543" y="0"/>
                  </a:lnTo>
                  <a:lnTo>
                    <a:pt x="4016409" y="0"/>
                  </a:lnTo>
                  <a:lnTo>
                    <a:pt x="4015298" y="89"/>
                  </a:lnTo>
                  <a:lnTo>
                    <a:pt x="4008012" y="727"/>
                  </a:lnTo>
                  <a:lnTo>
                    <a:pt x="3989715" y="2490"/>
                  </a:lnTo>
                  <a:lnTo>
                    <a:pt x="3957182" y="5956"/>
                  </a:lnTo>
                  <a:lnTo>
                    <a:pt x="3909063" y="11651"/>
                  </a:lnTo>
                  <a:lnTo>
                    <a:pt x="3845980" y="19983"/>
                  </a:lnTo>
                  <a:lnTo>
                    <a:pt x="3770280" y="31212"/>
                  </a:lnTo>
                  <a:lnTo>
                    <a:pt x="3685478" y="45444"/>
                  </a:lnTo>
                  <a:lnTo>
                    <a:pt x="3595532" y="62669"/>
                  </a:lnTo>
                  <a:lnTo>
                    <a:pt x="3504181" y="82825"/>
                  </a:lnTo>
                  <a:lnTo>
                    <a:pt x="3414493" y="105854"/>
                  </a:lnTo>
                  <a:lnTo>
                    <a:pt x="3328661" y="131758"/>
                  </a:lnTo>
                  <a:lnTo>
                    <a:pt x="3248008" y="160634"/>
                  </a:lnTo>
                  <a:lnTo>
                    <a:pt x="3173117" y="192691"/>
                  </a:lnTo>
                  <a:lnTo>
                    <a:pt x="3104004" y="228257"/>
                  </a:lnTo>
                  <a:lnTo>
                    <a:pt x="3040295" y="267772"/>
                  </a:lnTo>
                  <a:lnTo>
                    <a:pt x="2981361" y="311776"/>
                  </a:lnTo>
                  <a:lnTo>
                    <a:pt x="2926439" y="360881"/>
                  </a:lnTo>
                  <a:lnTo>
                    <a:pt x="2874709" y="415726"/>
                  </a:lnTo>
                  <a:lnTo>
                    <a:pt x="2825361" y="476884"/>
                  </a:lnTo>
                  <a:lnTo>
                    <a:pt x="2777661" y="544730"/>
                  </a:lnTo>
                  <a:lnTo>
                    <a:pt x="2770117" y="556246"/>
                  </a:lnTo>
                  <a:lnTo>
                    <a:pt x="2735255" y="612185"/>
                  </a:lnTo>
                  <a:lnTo>
                    <a:pt x="2700711" y="671952"/>
                  </a:lnTo>
                  <a:lnTo>
                    <a:pt x="2666300" y="735625"/>
                  </a:lnTo>
                  <a:lnTo>
                    <a:pt x="2631874" y="803229"/>
                  </a:lnTo>
                  <a:lnTo>
                    <a:pt x="2597318" y="874730"/>
                  </a:lnTo>
                  <a:lnTo>
                    <a:pt x="2562547" y="950028"/>
                  </a:lnTo>
                  <a:lnTo>
                    <a:pt x="2527505" y="1028958"/>
                  </a:lnTo>
                  <a:lnTo>
                    <a:pt x="2492161" y="1111282"/>
                  </a:lnTo>
                  <a:lnTo>
                    <a:pt x="2456507" y="1196693"/>
                  </a:lnTo>
                  <a:lnTo>
                    <a:pt x="2420557" y="1284814"/>
                  </a:lnTo>
                  <a:lnTo>
                    <a:pt x="2384344" y="1375208"/>
                  </a:lnTo>
                  <a:lnTo>
                    <a:pt x="2347915" y="1467382"/>
                  </a:lnTo>
                  <a:lnTo>
                    <a:pt x="2311332" y="1560798"/>
                  </a:lnTo>
                  <a:lnTo>
                    <a:pt x="2274663" y="1654888"/>
                  </a:lnTo>
                  <a:lnTo>
                    <a:pt x="2237984" y="1749064"/>
                  </a:lnTo>
                  <a:lnTo>
                    <a:pt x="2201368" y="1842738"/>
                  </a:lnTo>
                  <a:lnTo>
                    <a:pt x="2164887" y="1935334"/>
                  </a:lnTo>
                  <a:lnTo>
                    <a:pt x="2128605" y="2026305"/>
                  </a:lnTo>
                  <a:lnTo>
                    <a:pt x="2092574" y="2115143"/>
                  </a:lnTo>
                  <a:lnTo>
                    <a:pt x="2056830" y="2201392"/>
                  </a:lnTo>
                  <a:lnTo>
                    <a:pt x="2021395" y="2284659"/>
                  </a:lnTo>
                  <a:lnTo>
                    <a:pt x="1986266" y="2364614"/>
                  </a:lnTo>
                  <a:lnTo>
                    <a:pt x="1951421" y="2441001"/>
                  </a:lnTo>
                  <a:lnTo>
                    <a:pt x="1916809" y="2513631"/>
                  </a:lnTo>
                  <a:lnTo>
                    <a:pt x="1882355" y="2582386"/>
                  </a:lnTo>
                  <a:lnTo>
                    <a:pt x="1847954" y="2647215"/>
                  </a:lnTo>
                  <a:lnTo>
                    <a:pt x="1813466" y="2708124"/>
                  </a:lnTo>
                  <a:lnTo>
                    <a:pt x="1778719" y="2765178"/>
                  </a:lnTo>
                  <a:lnTo>
                    <a:pt x="1768425" y="2781231"/>
                  </a:lnTo>
                  <a:lnTo>
                    <a:pt x="1720930" y="2850160"/>
                  </a:lnTo>
                  <a:lnTo>
                    <a:pt x="1671893" y="2912375"/>
                  </a:lnTo>
                  <a:lnTo>
                    <a:pt x="1620598" y="2968197"/>
                  </a:lnTo>
                  <a:lnTo>
                    <a:pt x="1566244" y="3018181"/>
                  </a:lnTo>
                  <a:lnTo>
                    <a:pt x="1508008" y="3062961"/>
                  </a:lnTo>
                  <a:lnTo>
                    <a:pt x="1445112" y="3103158"/>
                  </a:lnTo>
                  <a:lnTo>
                    <a:pt x="1376900" y="3139325"/>
                  </a:lnTo>
                  <a:lnTo>
                    <a:pt x="1302948" y="3171920"/>
                  </a:lnTo>
                  <a:lnTo>
                    <a:pt x="1223197" y="3201289"/>
                  </a:lnTo>
                  <a:lnTo>
                    <a:pt x="1138128" y="3227661"/>
                  </a:lnTo>
                  <a:lnTo>
                    <a:pt x="1048934" y="3251149"/>
                  </a:lnTo>
                  <a:lnTo>
                    <a:pt x="957665" y="3271769"/>
                  </a:lnTo>
                  <a:lnTo>
                    <a:pt x="867255" y="3289469"/>
                  </a:lnTo>
                  <a:lnTo>
                    <a:pt x="781360" y="3304184"/>
                  </a:lnTo>
                  <a:lnTo>
                    <a:pt x="703942" y="3315891"/>
                  </a:lnTo>
                  <a:lnTo>
                    <a:pt x="638637" y="3324675"/>
                  </a:lnTo>
                  <a:lnTo>
                    <a:pt x="588025" y="3330769"/>
                  </a:lnTo>
                  <a:lnTo>
                    <a:pt x="553030" y="3334561"/>
                  </a:lnTo>
                  <a:lnTo>
                    <a:pt x="532620" y="3336559"/>
                  </a:lnTo>
                  <a:lnTo>
                    <a:pt x="523854" y="3337338"/>
                  </a:lnTo>
                  <a:lnTo>
                    <a:pt x="522138" y="3337477"/>
                  </a:lnTo>
                  <a:lnTo>
                    <a:pt x="522133" y="3337478"/>
                  </a:lnTo>
                  <a:lnTo>
                    <a:pt x="0" y="3337478"/>
                  </a:lnTo>
                  <a:lnTo>
                    <a:pt x="0" y="3337478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535" name="pg1535"/>
            <p:cNvSpPr/>
            <p:nvPr/>
          </p:nvSpPr>
          <p:spPr>
            <a:xfrm>
              <a:off x="386606" y="1772851"/>
              <a:ext cx="8554953" cy="3190651"/>
            </a:xfrm>
            <a:custGeom>
              <a:avLst/>
              <a:pathLst>
                <a:path w="8554953" h="3190651">
                  <a:moveTo>
                    <a:pt x="0" y="3190651"/>
                  </a:moveTo>
                  <a:lnTo>
                    <a:pt x="522133" y="3190651"/>
                  </a:lnTo>
                  <a:lnTo>
                    <a:pt x="523256" y="3190565"/>
                  </a:lnTo>
                  <a:lnTo>
                    <a:pt x="530621" y="3189949"/>
                  </a:lnTo>
                  <a:lnTo>
                    <a:pt x="549109" y="3188248"/>
                  </a:lnTo>
                  <a:lnTo>
                    <a:pt x="581965" y="3184902"/>
                  </a:lnTo>
                  <a:lnTo>
                    <a:pt x="630527" y="3179407"/>
                  </a:lnTo>
                  <a:lnTo>
                    <a:pt x="694135" y="3171371"/>
                  </a:lnTo>
                  <a:lnTo>
                    <a:pt x="770385" y="3160546"/>
                  </a:lnTo>
                  <a:lnTo>
                    <a:pt x="855702" y="3146832"/>
                  </a:lnTo>
                  <a:lnTo>
                    <a:pt x="946084" y="3130242"/>
                  </a:lnTo>
                  <a:lnTo>
                    <a:pt x="1037764" y="3110836"/>
                  </a:lnTo>
                  <a:lnTo>
                    <a:pt x="1127671" y="3088670"/>
                  </a:lnTo>
                  <a:lnTo>
                    <a:pt x="1213622" y="3063737"/>
                  </a:lnTo>
                  <a:lnTo>
                    <a:pt x="1294314" y="3035939"/>
                  </a:lnTo>
                  <a:lnTo>
                    <a:pt x="1369188" y="3005071"/>
                  </a:lnTo>
                  <a:lnTo>
                    <a:pt x="1438252" y="2970809"/>
                  </a:lnTo>
                  <a:lnTo>
                    <a:pt x="1501904" y="2932724"/>
                  </a:lnTo>
                  <a:lnTo>
                    <a:pt x="1560786" y="2890289"/>
                  </a:lnTo>
                  <a:lnTo>
                    <a:pt x="1615679" y="2842909"/>
                  </a:lnTo>
                  <a:lnTo>
                    <a:pt x="1667412" y="2789972"/>
                  </a:lnTo>
                  <a:lnTo>
                    <a:pt x="1716801" y="2730930"/>
                  </a:lnTo>
                  <a:lnTo>
                    <a:pt x="1764579" y="2665445"/>
                  </a:lnTo>
                  <a:lnTo>
                    <a:pt x="1768425" y="2659817"/>
                  </a:lnTo>
                  <a:lnTo>
                    <a:pt x="1803962" y="2605358"/>
                  </a:lnTo>
                  <a:lnTo>
                    <a:pt x="1839173" y="2547100"/>
                  </a:lnTo>
                  <a:lnTo>
                    <a:pt x="1874252" y="2484967"/>
                  </a:lnTo>
                  <a:lnTo>
                    <a:pt x="1909354" y="2418936"/>
                  </a:lnTo>
                  <a:lnTo>
                    <a:pt x="1944599" y="2349045"/>
                  </a:lnTo>
                  <a:lnTo>
                    <a:pt x="1980074" y="2275400"/>
                  </a:lnTo>
                  <a:lnTo>
                    <a:pt x="2015836" y="2198178"/>
                  </a:lnTo>
                  <a:lnTo>
                    <a:pt x="2051915" y="2117627"/>
                  </a:lnTo>
                  <a:lnTo>
                    <a:pt x="2088314" y="2034068"/>
                  </a:lnTo>
                  <a:lnTo>
                    <a:pt x="2125017" y="1947893"/>
                  </a:lnTo>
                  <a:lnTo>
                    <a:pt x="2161985" y="1859555"/>
                  </a:lnTo>
                  <a:lnTo>
                    <a:pt x="2199164" y="1769563"/>
                  </a:lnTo>
                  <a:lnTo>
                    <a:pt x="2236487" y="1678468"/>
                  </a:lnTo>
                  <a:lnTo>
                    <a:pt x="2273880" y="1586852"/>
                  </a:lnTo>
                  <a:lnTo>
                    <a:pt x="2311262" y="1495309"/>
                  </a:lnTo>
                  <a:lnTo>
                    <a:pt x="2348557" y="1404433"/>
                  </a:lnTo>
                  <a:lnTo>
                    <a:pt x="2385690" y="1314799"/>
                  </a:lnTo>
                  <a:lnTo>
                    <a:pt x="2422596" y="1226949"/>
                  </a:lnTo>
                  <a:lnTo>
                    <a:pt x="2459227" y="1141379"/>
                  </a:lnTo>
                  <a:lnTo>
                    <a:pt x="2495549" y="1058528"/>
                  </a:lnTo>
                  <a:lnTo>
                    <a:pt x="2531548" y="978770"/>
                  </a:lnTo>
                  <a:lnTo>
                    <a:pt x="2567235" y="902409"/>
                  </a:lnTo>
                  <a:lnTo>
                    <a:pt x="2602647" y="829676"/>
                  </a:lnTo>
                  <a:lnTo>
                    <a:pt x="2637848" y="760729"/>
                  </a:lnTo>
                  <a:lnTo>
                    <a:pt x="2672932" y="695657"/>
                  </a:lnTo>
                  <a:lnTo>
                    <a:pt x="2708027" y="634483"/>
                  </a:lnTo>
                  <a:lnTo>
                    <a:pt x="2743299" y="577171"/>
                  </a:lnTo>
                  <a:lnTo>
                    <a:pt x="2770117" y="536481"/>
                  </a:lnTo>
                  <a:lnTo>
                    <a:pt x="2817792" y="470467"/>
                  </a:lnTo>
                  <a:lnTo>
                    <a:pt x="2867024" y="410907"/>
                  </a:lnTo>
                  <a:lnTo>
                    <a:pt x="2918536" y="357491"/>
                  </a:lnTo>
                  <a:lnTo>
                    <a:pt x="2973139" y="309681"/>
                  </a:lnTo>
                  <a:lnTo>
                    <a:pt x="3031666" y="266865"/>
                  </a:lnTo>
                  <a:lnTo>
                    <a:pt x="3094902" y="228446"/>
                  </a:lnTo>
                  <a:lnTo>
                    <a:pt x="3163505" y="193890"/>
                  </a:lnTo>
                  <a:lnTo>
                    <a:pt x="3237899" y="162758"/>
                  </a:lnTo>
                  <a:lnTo>
                    <a:pt x="3318128" y="134720"/>
                  </a:lnTo>
                  <a:lnTo>
                    <a:pt x="3403688" y="109558"/>
                  </a:lnTo>
                  <a:lnTo>
                    <a:pt x="3493342" y="87167"/>
                  </a:lnTo>
                  <a:lnTo>
                    <a:pt x="3584981" y="67535"/>
                  </a:lnTo>
                  <a:lnTo>
                    <a:pt x="3675602" y="50712"/>
                  </a:lnTo>
                  <a:lnTo>
                    <a:pt x="3761483" y="36762"/>
                  </a:lnTo>
                  <a:lnTo>
                    <a:pt x="3838617" y="25704"/>
                  </a:lnTo>
                  <a:lnTo>
                    <a:pt x="3903367" y="17447"/>
                  </a:lnTo>
                  <a:lnTo>
                    <a:pt x="3953208" y="11758"/>
                  </a:lnTo>
                  <a:lnTo>
                    <a:pt x="3987322" y="8254"/>
                  </a:lnTo>
                  <a:lnTo>
                    <a:pt x="4006885" y="6439"/>
                  </a:lnTo>
                  <a:lnTo>
                    <a:pt x="4014995" y="5756"/>
                  </a:lnTo>
                  <a:lnTo>
                    <a:pt x="4016409" y="5647"/>
                  </a:lnTo>
                  <a:lnTo>
                    <a:pt x="4538543" y="5647"/>
                  </a:lnTo>
                  <a:lnTo>
                    <a:pt x="4539695" y="5725"/>
                  </a:lnTo>
                  <a:lnTo>
                    <a:pt x="4547244" y="6283"/>
                  </a:lnTo>
                  <a:lnTo>
                    <a:pt x="4566179" y="7825"/>
                  </a:lnTo>
                  <a:lnTo>
                    <a:pt x="4599790" y="10857"/>
                  </a:lnTo>
                  <a:lnTo>
                    <a:pt x="4649386" y="15833"/>
                  </a:lnTo>
                  <a:lnTo>
                    <a:pt x="4714216" y="23105"/>
                  </a:lnTo>
                  <a:lnTo>
                    <a:pt x="4791738" y="32889"/>
                  </a:lnTo>
                  <a:lnTo>
                    <a:pt x="4878244" y="45269"/>
                  </a:lnTo>
                  <a:lnTo>
                    <a:pt x="4969623" y="60232"/>
                  </a:lnTo>
                  <a:lnTo>
                    <a:pt x="5062052" y="77717"/>
                  </a:lnTo>
                  <a:lnTo>
                    <a:pt x="5152449" y="97682"/>
                  </a:lnTo>
                  <a:lnTo>
                    <a:pt x="5238660" y="120135"/>
                  </a:lnTo>
                  <a:lnTo>
                    <a:pt x="5319430" y="145177"/>
                  </a:lnTo>
                  <a:lnTo>
                    <a:pt x="5394259" y="173005"/>
                  </a:lnTo>
                  <a:lnTo>
                    <a:pt x="5463208" y="203923"/>
                  </a:lnTo>
                  <a:lnTo>
                    <a:pt x="5526724" y="238332"/>
                  </a:lnTo>
                  <a:lnTo>
                    <a:pt x="5585492" y="276720"/>
                  </a:lnTo>
                  <a:lnTo>
                    <a:pt x="5640323" y="319631"/>
                  </a:lnTo>
                  <a:lnTo>
                    <a:pt x="5692072" y="367617"/>
                  </a:lnTo>
                  <a:lnTo>
                    <a:pt x="5741566" y="421155"/>
                  </a:lnTo>
                  <a:lnTo>
                    <a:pt x="5784835" y="474362"/>
                  </a:lnTo>
                  <a:lnTo>
                    <a:pt x="5822172" y="524987"/>
                  </a:lnTo>
                  <a:lnTo>
                    <a:pt x="5859160" y="579320"/>
                  </a:lnTo>
                  <a:lnTo>
                    <a:pt x="5896021" y="637438"/>
                  </a:lnTo>
                  <a:lnTo>
                    <a:pt x="5932931" y="699355"/>
                  </a:lnTo>
                  <a:lnTo>
                    <a:pt x="5970020" y="765020"/>
                  </a:lnTo>
                  <a:lnTo>
                    <a:pt x="6007382" y="834308"/>
                  </a:lnTo>
                  <a:lnTo>
                    <a:pt x="6045074" y="907018"/>
                  </a:lnTo>
                  <a:lnTo>
                    <a:pt x="6083120" y="982869"/>
                  </a:lnTo>
                  <a:lnTo>
                    <a:pt x="6121515" y="1061506"/>
                  </a:lnTo>
                  <a:lnTo>
                    <a:pt x="6160228" y="1142498"/>
                  </a:lnTo>
                  <a:lnTo>
                    <a:pt x="6199205" y="1225352"/>
                  </a:lnTo>
                  <a:lnTo>
                    <a:pt x="6238376" y="1309522"/>
                  </a:lnTo>
                  <a:lnTo>
                    <a:pt x="6277656" y="1394423"/>
                  </a:lnTo>
                  <a:lnTo>
                    <a:pt x="6316955" y="1479449"/>
                  </a:lnTo>
                  <a:lnTo>
                    <a:pt x="6356181" y="1563990"/>
                  </a:lnTo>
                  <a:lnTo>
                    <a:pt x="6395247" y="1647450"/>
                  </a:lnTo>
                  <a:lnTo>
                    <a:pt x="6434075" y="1729266"/>
                  </a:lnTo>
                  <a:lnTo>
                    <a:pt x="6472605" y="1808920"/>
                  </a:lnTo>
                  <a:lnTo>
                    <a:pt x="6510796" y="1885956"/>
                  </a:lnTo>
                  <a:lnTo>
                    <a:pt x="6548631" y="1959987"/>
                  </a:lnTo>
                  <a:lnTo>
                    <a:pt x="6586123" y="2030700"/>
                  </a:lnTo>
                  <a:lnTo>
                    <a:pt x="6623315" y="2097864"/>
                  </a:lnTo>
                  <a:lnTo>
                    <a:pt x="6660284" y="2161322"/>
                  </a:lnTo>
                  <a:lnTo>
                    <a:pt x="6697146" y="2220993"/>
                  </a:lnTo>
                  <a:lnTo>
                    <a:pt x="6734058" y="2276866"/>
                  </a:lnTo>
                  <a:lnTo>
                    <a:pt x="6771223" y="2328992"/>
                  </a:lnTo>
                  <a:lnTo>
                    <a:pt x="6786527" y="2349223"/>
                  </a:lnTo>
                  <a:lnTo>
                    <a:pt x="6834620" y="2407990"/>
                  </a:lnTo>
                  <a:lnTo>
                    <a:pt x="6884302" y="2460961"/>
                  </a:lnTo>
                  <a:lnTo>
                    <a:pt x="6936319" y="2508422"/>
                  </a:lnTo>
                  <a:lnTo>
                    <a:pt x="6991502" y="2550859"/>
                  </a:lnTo>
                  <a:lnTo>
                    <a:pt x="7050706" y="2588830"/>
                  </a:lnTo>
                  <a:lnTo>
                    <a:pt x="7114732" y="2622873"/>
                  </a:lnTo>
                  <a:lnTo>
                    <a:pt x="7184248" y="2653469"/>
                  </a:lnTo>
                  <a:lnTo>
                    <a:pt x="7259671" y="2681009"/>
                  </a:lnTo>
                  <a:lnTo>
                    <a:pt x="7341013" y="2705787"/>
                  </a:lnTo>
                  <a:lnTo>
                    <a:pt x="7427709" y="2727991"/>
                  </a:lnTo>
                  <a:lnTo>
                    <a:pt x="7518419" y="2747710"/>
                  </a:lnTo>
                  <a:lnTo>
                    <a:pt x="7610895" y="2764949"/>
                  </a:lnTo>
                  <a:lnTo>
                    <a:pt x="7701971" y="2779657"/>
                  </a:lnTo>
                  <a:lnTo>
                    <a:pt x="7787770" y="2791780"/>
                  </a:lnTo>
                  <a:lnTo>
                    <a:pt x="7864187" y="2801310"/>
                  </a:lnTo>
                  <a:lnTo>
                    <a:pt x="7927596" y="2808342"/>
                  </a:lnTo>
                  <a:lnTo>
                    <a:pt x="7975610" y="2813108"/>
                  </a:lnTo>
                  <a:lnTo>
                    <a:pt x="8007674" y="2815971"/>
                  </a:lnTo>
                  <a:lnTo>
                    <a:pt x="8025305" y="2817393"/>
                  </a:lnTo>
                  <a:lnTo>
                    <a:pt x="8031972" y="2817881"/>
                  </a:lnTo>
                  <a:lnTo>
                    <a:pt x="8032819" y="2817938"/>
                  </a:lnTo>
                  <a:lnTo>
                    <a:pt x="8554953" y="2817938"/>
                  </a:lnTo>
                  <a:lnTo>
                    <a:pt x="8554953" y="2812291"/>
                  </a:lnTo>
                  <a:lnTo>
                    <a:pt x="8032819" y="2812291"/>
                  </a:lnTo>
                  <a:lnTo>
                    <a:pt x="8031667" y="2812213"/>
                  </a:lnTo>
                  <a:lnTo>
                    <a:pt x="8024118" y="2811655"/>
                  </a:lnTo>
                  <a:lnTo>
                    <a:pt x="8005183" y="2810112"/>
                  </a:lnTo>
                  <a:lnTo>
                    <a:pt x="7971572" y="2807080"/>
                  </a:lnTo>
                  <a:lnTo>
                    <a:pt x="7921976" y="2802104"/>
                  </a:lnTo>
                  <a:lnTo>
                    <a:pt x="7857146" y="2794833"/>
                  </a:lnTo>
                  <a:lnTo>
                    <a:pt x="7779624" y="2785048"/>
                  </a:lnTo>
                  <a:lnTo>
                    <a:pt x="7693118" y="2772668"/>
                  </a:lnTo>
                  <a:lnTo>
                    <a:pt x="7601739" y="2757706"/>
                  </a:lnTo>
                  <a:lnTo>
                    <a:pt x="7509310" y="2740220"/>
                  </a:lnTo>
                  <a:lnTo>
                    <a:pt x="7418913" y="2720256"/>
                  </a:lnTo>
                  <a:lnTo>
                    <a:pt x="7332702" y="2697802"/>
                  </a:lnTo>
                  <a:lnTo>
                    <a:pt x="7251932" y="2672761"/>
                  </a:lnTo>
                  <a:lnTo>
                    <a:pt x="7177103" y="2644933"/>
                  </a:lnTo>
                  <a:lnTo>
                    <a:pt x="7108154" y="2614015"/>
                  </a:lnTo>
                  <a:lnTo>
                    <a:pt x="7044638" y="2579605"/>
                  </a:lnTo>
                  <a:lnTo>
                    <a:pt x="6985870" y="2541217"/>
                  </a:lnTo>
                  <a:lnTo>
                    <a:pt x="6931039" y="2498306"/>
                  </a:lnTo>
                  <a:lnTo>
                    <a:pt x="6879290" y="2450320"/>
                  </a:lnTo>
                  <a:lnTo>
                    <a:pt x="6829796" y="2396782"/>
                  </a:lnTo>
                  <a:lnTo>
                    <a:pt x="6786527" y="2343576"/>
                  </a:lnTo>
                  <a:lnTo>
                    <a:pt x="6749190" y="2292951"/>
                  </a:lnTo>
                  <a:lnTo>
                    <a:pt x="6712202" y="2238617"/>
                  </a:lnTo>
                  <a:lnTo>
                    <a:pt x="6675341" y="2180499"/>
                  </a:lnTo>
                  <a:lnTo>
                    <a:pt x="6638431" y="2118582"/>
                  </a:lnTo>
                  <a:lnTo>
                    <a:pt x="6601342" y="2052917"/>
                  </a:lnTo>
                  <a:lnTo>
                    <a:pt x="6563980" y="1983629"/>
                  </a:lnTo>
                  <a:lnTo>
                    <a:pt x="6526288" y="1910920"/>
                  </a:lnTo>
                  <a:lnTo>
                    <a:pt x="6488242" y="1835068"/>
                  </a:lnTo>
                  <a:lnTo>
                    <a:pt x="6449847" y="1756432"/>
                  </a:lnTo>
                  <a:lnTo>
                    <a:pt x="6411134" y="1675440"/>
                  </a:lnTo>
                  <a:lnTo>
                    <a:pt x="6372156" y="1592585"/>
                  </a:lnTo>
                  <a:lnTo>
                    <a:pt x="6332986" y="1508415"/>
                  </a:lnTo>
                  <a:lnTo>
                    <a:pt x="6293706" y="1423514"/>
                  </a:lnTo>
                  <a:lnTo>
                    <a:pt x="6254407" y="1338488"/>
                  </a:lnTo>
                  <a:lnTo>
                    <a:pt x="6215181" y="1253947"/>
                  </a:lnTo>
                  <a:lnTo>
                    <a:pt x="6176115" y="1170487"/>
                  </a:lnTo>
                  <a:lnTo>
                    <a:pt x="6137287" y="1088672"/>
                  </a:lnTo>
                  <a:lnTo>
                    <a:pt x="6098757" y="1009018"/>
                  </a:lnTo>
                  <a:lnTo>
                    <a:pt x="6060566" y="931982"/>
                  </a:lnTo>
                  <a:lnTo>
                    <a:pt x="6022731" y="857951"/>
                  </a:lnTo>
                  <a:lnTo>
                    <a:pt x="5985239" y="787237"/>
                  </a:lnTo>
                  <a:lnTo>
                    <a:pt x="5948047" y="720073"/>
                  </a:lnTo>
                  <a:lnTo>
                    <a:pt x="5911078" y="656616"/>
                  </a:lnTo>
                  <a:lnTo>
                    <a:pt x="5874216" y="596945"/>
                  </a:lnTo>
                  <a:lnTo>
                    <a:pt x="5837303" y="541072"/>
                  </a:lnTo>
                  <a:lnTo>
                    <a:pt x="5800139" y="488945"/>
                  </a:lnTo>
                  <a:lnTo>
                    <a:pt x="5784835" y="468715"/>
                  </a:lnTo>
                  <a:lnTo>
                    <a:pt x="5736742" y="409947"/>
                  </a:lnTo>
                  <a:lnTo>
                    <a:pt x="5687060" y="356976"/>
                  </a:lnTo>
                  <a:lnTo>
                    <a:pt x="5635043" y="309516"/>
                  </a:lnTo>
                  <a:lnTo>
                    <a:pt x="5579860" y="267078"/>
                  </a:lnTo>
                  <a:lnTo>
                    <a:pt x="5520656" y="229108"/>
                  </a:lnTo>
                  <a:lnTo>
                    <a:pt x="5456630" y="195064"/>
                  </a:lnTo>
                  <a:lnTo>
                    <a:pt x="5387114" y="164469"/>
                  </a:lnTo>
                  <a:lnTo>
                    <a:pt x="5311691" y="136929"/>
                  </a:lnTo>
                  <a:lnTo>
                    <a:pt x="5230349" y="112151"/>
                  </a:lnTo>
                  <a:lnTo>
                    <a:pt x="5143653" y="89946"/>
                  </a:lnTo>
                  <a:lnTo>
                    <a:pt x="5052943" y="70227"/>
                  </a:lnTo>
                  <a:lnTo>
                    <a:pt x="4960467" y="52989"/>
                  </a:lnTo>
                  <a:lnTo>
                    <a:pt x="4869391" y="38280"/>
                  </a:lnTo>
                  <a:lnTo>
                    <a:pt x="4783592" y="26157"/>
                  </a:lnTo>
                  <a:lnTo>
                    <a:pt x="4707174" y="16628"/>
                  </a:lnTo>
                  <a:lnTo>
                    <a:pt x="4643766" y="9595"/>
                  </a:lnTo>
                  <a:lnTo>
                    <a:pt x="4595752" y="4829"/>
                  </a:lnTo>
                  <a:lnTo>
                    <a:pt x="4563688" y="1967"/>
                  </a:lnTo>
                  <a:lnTo>
                    <a:pt x="4546057" y="545"/>
                  </a:lnTo>
                  <a:lnTo>
                    <a:pt x="4539390" y="57"/>
                  </a:lnTo>
                  <a:lnTo>
                    <a:pt x="4538543" y="0"/>
                  </a:lnTo>
                  <a:lnTo>
                    <a:pt x="4016409" y="0"/>
                  </a:lnTo>
                  <a:lnTo>
                    <a:pt x="4015286" y="86"/>
                  </a:lnTo>
                  <a:lnTo>
                    <a:pt x="4007921" y="701"/>
                  </a:lnTo>
                  <a:lnTo>
                    <a:pt x="3989433" y="2403"/>
                  </a:lnTo>
                  <a:lnTo>
                    <a:pt x="3956577" y="5749"/>
                  </a:lnTo>
                  <a:lnTo>
                    <a:pt x="3908015" y="11243"/>
                  </a:lnTo>
                  <a:lnTo>
                    <a:pt x="3844407" y="19280"/>
                  </a:lnTo>
                  <a:lnTo>
                    <a:pt x="3768157" y="30105"/>
                  </a:lnTo>
                  <a:lnTo>
                    <a:pt x="3682840" y="43818"/>
                  </a:lnTo>
                  <a:lnTo>
                    <a:pt x="3592458" y="60409"/>
                  </a:lnTo>
                  <a:lnTo>
                    <a:pt x="3500778" y="79815"/>
                  </a:lnTo>
                  <a:lnTo>
                    <a:pt x="3410872" y="101981"/>
                  </a:lnTo>
                  <a:lnTo>
                    <a:pt x="3324921" y="126914"/>
                  </a:lnTo>
                  <a:lnTo>
                    <a:pt x="3244228" y="154711"/>
                  </a:lnTo>
                  <a:lnTo>
                    <a:pt x="3169354" y="185580"/>
                  </a:lnTo>
                  <a:lnTo>
                    <a:pt x="3100290" y="219842"/>
                  </a:lnTo>
                  <a:lnTo>
                    <a:pt x="3036638" y="257927"/>
                  </a:lnTo>
                  <a:lnTo>
                    <a:pt x="2977756" y="300362"/>
                  </a:lnTo>
                  <a:lnTo>
                    <a:pt x="2922863" y="347741"/>
                  </a:lnTo>
                  <a:lnTo>
                    <a:pt x="2871130" y="400678"/>
                  </a:lnTo>
                  <a:lnTo>
                    <a:pt x="2821741" y="459721"/>
                  </a:lnTo>
                  <a:lnTo>
                    <a:pt x="2773963" y="525206"/>
                  </a:lnTo>
                  <a:lnTo>
                    <a:pt x="2770117" y="530834"/>
                  </a:lnTo>
                  <a:lnTo>
                    <a:pt x="2734580" y="585293"/>
                  </a:lnTo>
                  <a:lnTo>
                    <a:pt x="2699369" y="643550"/>
                  </a:lnTo>
                  <a:lnTo>
                    <a:pt x="2664290" y="705684"/>
                  </a:lnTo>
                  <a:lnTo>
                    <a:pt x="2629188" y="771715"/>
                  </a:lnTo>
                  <a:lnTo>
                    <a:pt x="2593943" y="841606"/>
                  </a:lnTo>
                  <a:lnTo>
                    <a:pt x="2558468" y="915251"/>
                  </a:lnTo>
                  <a:lnTo>
                    <a:pt x="2522706" y="992473"/>
                  </a:lnTo>
                  <a:lnTo>
                    <a:pt x="2486627" y="1073024"/>
                  </a:lnTo>
                  <a:lnTo>
                    <a:pt x="2450228" y="1156583"/>
                  </a:lnTo>
                  <a:lnTo>
                    <a:pt x="2413525" y="1242758"/>
                  </a:lnTo>
                  <a:lnTo>
                    <a:pt x="2376557" y="1331096"/>
                  </a:lnTo>
                  <a:lnTo>
                    <a:pt x="2339378" y="1421088"/>
                  </a:lnTo>
                  <a:lnTo>
                    <a:pt x="2302055" y="1512183"/>
                  </a:lnTo>
                  <a:lnTo>
                    <a:pt x="2264663" y="1603799"/>
                  </a:lnTo>
                  <a:lnTo>
                    <a:pt x="2227280" y="1695341"/>
                  </a:lnTo>
                  <a:lnTo>
                    <a:pt x="2189985" y="1786217"/>
                  </a:lnTo>
                  <a:lnTo>
                    <a:pt x="2152853" y="1875851"/>
                  </a:lnTo>
                  <a:lnTo>
                    <a:pt x="2115946" y="1963702"/>
                  </a:lnTo>
                  <a:lnTo>
                    <a:pt x="2079315" y="2049272"/>
                  </a:lnTo>
                  <a:lnTo>
                    <a:pt x="2042994" y="2132123"/>
                  </a:lnTo>
                  <a:lnTo>
                    <a:pt x="2006994" y="2211881"/>
                  </a:lnTo>
                  <a:lnTo>
                    <a:pt x="1971307" y="2288242"/>
                  </a:lnTo>
                  <a:lnTo>
                    <a:pt x="1935895" y="2360975"/>
                  </a:lnTo>
                  <a:lnTo>
                    <a:pt x="1900694" y="2429922"/>
                  </a:lnTo>
                  <a:lnTo>
                    <a:pt x="1865610" y="2494994"/>
                  </a:lnTo>
                  <a:lnTo>
                    <a:pt x="1830515" y="2556168"/>
                  </a:lnTo>
                  <a:lnTo>
                    <a:pt x="1795244" y="2613480"/>
                  </a:lnTo>
                  <a:lnTo>
                    <a:pt x="1768425" y="2654170"/>
                  </a:lnTo>
                  <a:lnTo>
                    <a:pt x="1720750" y="2720184"/>
                  </a:lnTo>
                  <a:lnTo>
                    <a:pt x="1671519" y="2779743"/>
                  </a:lnTo>
                  <a:lnTo>
                    <a:pt x="1620007" y="2833160"/>
                  </a:lnTo>
                  <a:lnTo>
                    <a:pt x="1565403" y="2880970"/>
                  </a:lnTo>
                  <a:lnTo>
                    <a:pt x="1506876" y="2923785"/>
                  </a:lnTo>
                  <a:lnTo>
                    <a:pt x="1443641" y="2962205"/>
                  </a:lnTo>
                  <a:lnTo>
                    <a:pt x="1375037" y="2996761"/>
                  </a:lnTo>
                  <a:lnTo>
                    <a:pt x="1300643" y="3027893"/>
                  </a:lnTo>
                  <a:lnTo>
                    <a:pt x="1220414" y="3055931"/>
                  </a:lnTo>
                  <a:lnTo>
                    <a:pt x="1134854" y="3081093"/>
                  </a:lnTo>
                  <a:lnTo>
                    <a:pt x="1045201" y="3103483"/>
                  </a:lnTo>
                  <a:lnTo>
                    <a:pt x="953561" y="3123116"/>
                  </a:lnTo>
                  <a:lnTo>
                    <a:pt x="862940" y="3139939"/>
                  </a:lnTo>
                  <a:lnTo>
                    <a:pt x="777059" y="3153888"/>
                  </a:lnTo>
                  <a:lnTo>
                    <a:pt x="699925" y="3164947"/>
                  </a:lnTo>
                  <a:lnTo>
                    <a:pt x="635175" y="3173204"/>
                  </a:lnTo>
                  <a:lnTo>
                    <a:pt x="585334" y="3178893"/>
                  </a:lnTo>
                  <a:lnTo>
                    <a:pt x="551220" y="3182397"/>
                  </a:lnTo>
                  <a:lnTo>
                    <a:pt x="531657" y="3184212"/>
                  </a:lnTo>
                  <a:lnTo>
                    <a:pt x="523548" y="3184895"/>
                  </a:lnTo>
                  <a:lnTo>
                    <a:pt x="522133" y="3185004"/>
                  </a:lnTo>
                  <a:lnTo>
                    <a:pt x="0" y="3185004"/>
                  </a:lnTo>
                  <a:close/>
                </a:path>
              </a:pathLst>
            </a:custGeom>
            <a:solidFill>
              <a:srgbClr val="8BC34A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1536" name="pl1536"/>
            <p:cNvSpPr/>
            <p:nvPr/>
          </p:nvSpPr>
          <p:spPr>
            <a:xfrm>
              <a:off x="386606" y="1778498"/>
              <a:ext cx="8554953" cy="3185004"/>
            </a:xfrm>
            <a:custGeom>
              <a:avLst/>
              <a:pathLst>
                <a:path w="8554953" h="3185004">
                  <a:moveTo>
                    <a:pt x="0" y="3185004"/>
                  </a:moveTo>
                  <a:lnTo>
                    <a:pt x="522133" y="3185004"/>
                  </a:lnTo>
                  <a:lnTo>
                    <a:pt x="523256" y="3184918"/>
                  </a:lnTo>
                  <a:lnTo>
                    <a:pt x="530621" y="3184302"/>
                  </a:lnTo>
                  <a:lnTo>
                    <a:pt x="549109" y="3182601"/>
                  </a:lnTo>
                  <a:lnTo>
                    <a:pt x="581965" y="3179255"/>
                  </a:lnTo>
                  <a:lnTo>
                    <a:pt x="630527" y="3173760"/>
                  </a:lnTo>
                  <a:lnTo>
                    <a:pt x="694135" y="3165724"/>
                  </a:lnTo>
                  <a:lnTo>
                    <a:pt x="770385" y="3154898"/>
                  </a:lnTo>
                  <a:lnTo>
                    <a:pt x="855702" y="3141185"/>
                  </a:lnTo>
                  <a:lnTo>
                    <a:pt x="946084" y="3124594"/>
                  </a:lnTo>
                  <a:lnTo>
                    <a:pt x="1037764" y="3105189"/>
                  </a:lnTo>
                  <a:lnTo>
                    <a:pt x="1127671" y="3083022"/>
                  </a:lnTo>
                  <a:lnTo>
                    <a:pt x="1213622" y="3058089"/>
                  </a:lnTo>
                  <a:lnTo>
                    <a:pt x="1294314" y="3030292"/>
                  </a:lnTo>
                  <a:lnTo>
                    <a:pt x="1369188" y="2999424"/>
                  </a:lnTo>
                  <a:lnTo>
                    <a:pt x="1438252" y="2965162"/>
                  </a:lnTo>
                  <a:lnTo>
                    <a:pt x="1501904" y="2927077"/>
                  </a:lnTo>
                  <a:lnTo>
                    <a:pt x="1560786" y="2884641"/>
                  </a:lnTo>
                  <a:lnTo>
                    <a:pt x="1615679" y="2837262"/>
                  </a:lnTo>
                  <a:lnTo>
                    <a:pt x="1667412" y="2784325"/>
                  </a:lnTo>
                  <a:lnTo>
                    <a:pt x="1716801" y="2725283"/>
                  </a:lnTo>
                  <a:lnTo>
                    <a:pt x="1764579" y="2659798"/>
                  </a:lnTo>
                  <a:lnTo>
                    <a:pt x="1768425" y="2654170"/>
                  </a:lnTo>
                  <a:lnTo>
                    <a:pt x="1803962" y="2599711"/>
                  </a:lnTo>
                  <a:lnTo>
                    <a:pt x="1839173" y="2541453"/>
                  </a:lnTo>
                  <a:lnTo>
                    <a:pt x="1874252" y="2479320"/>
                  </a:lnTo>
                  <a:lnTo>
                    <a:pt x="1909354" y="2413288"/>
                  </a:lnTo>
                  <a:lnTo>
                    <a:pt x="1944599" y="2343397"/>
                  </a:lnTo>
                  <a:lnTo>
                    <a:pt x="1980074" y="2269753"/>
                  </a:lnTo>
                  <a:lnTo>
                    <a:pt x="2015836" y="2192530"/>
                  </a:lnTo>
                  <a:lnTo>
                    <a:pt x="2051915" y="2111979"/>
                  </a:lnTo>
                  <a:lnTo>
                    <a:pt x="2088314" y="2028421"/>
                  </a:lnTo>
                  <a:lnTo>
                    <a:pt x="2125017" y="1942246"/>
                  </a:lnTo>
                  <a:lnTo>
                    <a:pt x="2161985" y="1853908"/>
                  </a:lnTo>
                  <a:lnTo>
                    <a:pt x="2199164" y="1763916"/>
                  </a:lnTo>
                  <a:lnTo>
                    <a:pt x="2236487" y="1672821"/>
                  </a:lnTo>
                  <a:lnTo>
                    <a:pt x="2273880" y="1581205"/>
                  </a:lnTo>
                  <a:lnTo>
                    <a:pt x="2311262" y="1489662"/>
                  </a:lnTo>
                  <a:lnTo>
                    <a:pt x="2348557" y="1398786"/>
                  </a:lnTo>
                  <a:lnTo>
                    <a:pt x="2385690" y="1309152"/>
                  </a:lnTo>
                  <a:lnTo>
                    <a:pt x="2422596" y="1221302"/>
                  </a:lnTo>
                  <a:lnTo>
                    <a:pt x="2459227" y="1135731"/>
                  </a:lnTo>
                  <a:lnTo>
                    <a:pt x="2495549" y="1052880"/>
                  </a:lnTo>
                  <a:lnTo>
                    <a:pt x="2531548" y="973123"/>
                  </a:lnTo>
                  <a:lnTo>
                    <a:pt x="2567235" y="896762"/>
                  </a:lnTo>
                  <a:lnTo>
                    <a:pt x="2602647" y="824029"/>
                  </a:lnTo>
                  <a:lnTo>
                    <a:pt x="2637848" y="755082"/>
                  </a:lnTo>
                  <a:lnTo>
                    <a:pt x="2672932" y="690010"/>
                  </a:lnTo>
                  <a:lnTo>
                    <a:pt x="2708027" y="628836"/>
                  </a:lnTo>
                  <a:lnTo>
                    <a:pt x="2743299" y="571523"/>
                  </a:lnTo>
                  <a:lnTo>
                    <a:pt x="2770117" y="530834"/>
                  </a:lnTo>
                  <a:lnTo>
                    <a:pt x="2817792" y="464820"/>
                  </a:lnTo>
                  <a:lnTo>
                    <a:pt x="2867024" y="405260"/>
                  </a:lnTo>
                  <a:lnTo>
                    <a:pt x="2918536" y="351844"/>
                  </a:lnTo>
                  <a:lnTo>
                    <a:pt x="2973139" y="304034"/>
                  </a:lnTo>
                  <a:lnTo>
                    <a:pt x="3031666" y="261218"/>
                  </a:lnTo>
                  <a:lnTo>
                    <a:pt x="3094902" y="222799"/>
                  </a:lnTo>
                  <a:lnTo>
                    <a:pt x="3163505" y="188243"/>
                  </a:lnTo>
                  <a:lnTo>
                    <a:pt x="3237899" y="157111"/>
                  </a:lnTo>
                  <a:lnTo>
                    <a:pt x="3318128" y="129073"/>
                  </a:lnTo>
                  <a:lnTo>
                    <a:pt x="3403688" y="103911"/>
                  </a:lnTo>
                  <a:lnTo>
                    <a:pt x="3493342" y="81520"/>
                  </a:lnTo>
                  <a:lnTo>
                    <a:pt x="3584981" y="61888"/>
                  </a:lnTo>
                  <a:lnTo>
                    <a:pt x="3675602" y="45065"/>
                  </a:lnTo>
                  <a:lnTo>
                    <a:pt x="3761483" y="31115"/>
                  </a:lnTo>
                  <a:lnTo>
                    <a:pt x="3838617" y="20056"/>
                  </a:lnTo>
                  <a:lnTo>
                    <a:pt x="3903367" y="11799"/>
                  </a:lnTo>
                  <a:lnTo>
                    <a:pt x="3953208" y="6110"/>
                  </a:lnTo>
                  <a:lnTo>
                    <a:pt x="3987322" y="2607"/>
                  </a:lnTo>
                  <a:lnTo>
                    <a:pt x="4006885" y="792"/>
                  </a:lnTo>
                  <a:lnTo>
                    <a:pt x="4014995" y="109"/>
                  </a:lnTo>
                  <a:lnTo>
                    <a:pt x="4016409" y="0"/>
                  </a:lnTo>
                  <a:lnTo>
                    <a:pt x="4016409" y="0"/>
                  </a:lnTo>
                  <a:lnTo>
                    <a:pt x="4538543" y="0"/>
                  </a:lnTo>
                  <a:lnTo>
                    <a:pt x="4539695" y="78"/>
                  </a:lnTo>
                  <a:lnTo>
                    <a:pt x="4547244" y="636"/>
                  </a:lnTo>
                  <a:lnTo>
                    <a:pt x="4566179" y="2178"/>
                  </a:lnTo>
                  <a:lnTo>
                    <a:pt x="4599790" y="5210"/>
                  </a:lnTo>
                  <a:lnTo>
                    <a:pt x="4649386" y="10186"/>
                  </a:lnTo>
                  <a:lnTo>
                    <a:pt x="4714216" y="17458"/>
                  </a:lnTo>
                  <a:lnTo>
                    <a:pt x="4791738" y="27242"/>
                  </a:lnTo>
                  <a:lnTo>
                    <a:pt x="4878244" y="39622"/>
                  </a:lnTo>
                  <a:lnTo>
                    <a:pt x="4969623" y="54584"/>
                  </a:lnTo>
                  <a:lnTo>
                    <a:pt x="5062052" y="72070"/>
                  </a:lnTo>
                  <a:lnTo>
                    <a:pt x="5152449" y="92034"/>
                  </a:lnTo>
                  <a:lnTo>
                    <a:pt x="5238660" y="114488"/>
                  </a:lnTo>
                  <a:lnTo>
                    <a:pt x="5319430" y="139529"/>
                  </a:lnTo>
                  <a:lnTo>
                    <a:pt x="5394259" y="167358"/>
                  </a:lnTo>
                  <a:lnTo>
                    <a:pt x="5463208" y="198275"/>
                  </a:lnTo>
                  <a:lnTo>
                    <a:pt x="5526724" y="232685"/>
                  </a:lnTo>
                  <a:lnTo>
                    <a:pt x="5585492" y="271073"/>
                  </a:lnTo>
                  <a:lnTo>
                    <a:pt x="5640323" y="313984"/>
                  </a:lnTo>
                  <a:lnTo>
                    <a:pt x="5692072" y="361970"/>
                  </a:lnTo>
                  <a:lnTo>
                    <a:pt x="5741566" y="415508"/>
                  </a:lnTo>
                  <a:lnTo>
                    <a:pt x="5784835" y="468715"/>
                  </a:lnTo>
                  <a:lnTo>
                    <a:pt x="5822172" y="519340"/>
                  </a:lnTo>
                  <a:lnTo>
                    <a:pt x="5859160" y="573673"/>
                  </a:lnTo>
                  <a:lnTo>
                    <a:pt x="5896021" y="631791"/>
                  </a:lnTo>
                  <a:lnTo>
                    <a:pt x="5932931" y="693708"/>
                  </a:lnTo>
                  <a:lnTo>
                    <a:pt x="5970020" y="759373"/>
                  </a:lnTo>
                  <a:lnTo>
                    <a:pt x="6007382" y="828661"/>
                  </a:lnTo>
                  <a:lnTo>
                    <a:pt x="6045074" y="901370"/>
                  </a:lnTo>
                  <a:lnTo>
                    <a:pt x="6083120" y="977222"/>
                  </a:lnTo>
                  <a:lnTo>
                    <a:pt x="6121515" y="1055858"/>
                  </a:lnTo>
                  <a:lnTo>
                    <a:pt x="6160228" y="1136851"/>
                  </a:lnTo>
                  <a:lnTo>
                    <a:pt x="6199205" y="1219705"/>
                  </a:lnTo>
                  <a:lnTo>
                    <a:pt x="6238376" y="1303875"/>
                  </a:lnTo>
                  <a:lnTo>
                    <a:pt x="6277656" y="1388776"/>
                  </a:lnTo>
                  <a:lnTo>
                    <a:pt x="6316955" y="1473802"/>
                  </a:lnTo>
                  <a:lnTo>
                    <a:pt x="6356181" y="1558343"/>
                  </a:lnTo>
                  <a:lnTo>
                    <a:pt x="6395247" y="1641803"/>
                  </a:lnTo>
                  <a:lnTo>
                    <a:pt x="6434075" y="1723618"/>
                  </a:lnTo>
                  <a:lnTo>
                    <a:pt x="6472605" y="1803273"/>
                  </a:lnTo>
                  <a:lnTo>
                    <a:pt x="6510796" y="1880309"/>
                  </a:lnTo>
                  <a:lnTo>
                    <a:pt x="6548631" y="1954339"/>
                  </a:lnTo>
                  <a:lnTo>
                    <a:pt x="6586123" y="2025053"/>
                  </a:lnTo>
                  <a:lnTo>
                    <a:pt x="6623315" y="2092217"/>
                  </a:lnTo>
                  <a:lnTo>
                    <a:pt x="6660284" y="2155674"/>
                  </a:lnTo>
                  <a:lnTo>
                    <a:pt x="6697146" y="2215345"/>
                  </a:lnTo>
                  <a:lnTo>
                    <a:pt x="6734058" y="2271218"/>
                  </a:lnTo>
                  <a:lnTo>
                    <a:pt x="6771223" y="2323345"/>
                  </a:lnTo>
                  <a:lnTo>
                    <a:pt x="6786527" y="2343576"/>
                  </a:lnTo>
                  <a:lnTo>
                    <a:pt x="6834620" y="2402343"/>
                  </a:lnTo>
                  <a:lnTo>
                    <a:pt x="6884302" y="2455314"/>
                  </a:lnTo>
                  <a:lnTo>
                    <a:pt x="6936319" y="2502774"/>
                  </a:lnTo>
                  <a:lnTo>
                    <a:pt x="6991502" y="2545212"/>
                  </a:lnTo>
                  <a:lnTo>
                    <a:pt x="7050706" y="2583183"/>
                  </a:lnTo>
                  <a:lnTo>
                    <a:pt x="7114732" y="2617226"/>
                  </a:lnTo>
                  <a:lnTo>
                    <a:pt x="7184248" y="2647821"/>
                  </a:lnTo>
                  <a:lnTo>
                    <a:pt x="7259671" y="2675362"/>
                  </a:lnTo>
                  <a:lnTo>
                    <a:pt x="7341013" y="2700139"/>
                  </a:lnTo>
                  <a:lnTo>
                    <a:pt x="7427709" y="2722344"/>
                  </a:lnTo>
                  <a:lnTo>
                    <a:pt x="7518419" y="2742063"/>
                  </a:lnTo>
                  <a:lnTo>
                    <a:pt x="7610895" y="2759302"/>
                  </a:lnTo>
                  <a:lnTo>
                    <a:pt x="7701971" y="2774010"/>
                  </a:lnTo>
                  <a:lnTo>
                    <a:pt x="7787770" y="2786133"/>
                  </a:lnTo>
                  <a:lnTo>
                    <a:pt x="7864187" y="2795663"/>
                  </a:lnTo>
                  <a:lnTo>
                    <a:pt x="7927596" y="2802695"/>
                  </a:lnTo>
                  <a:lnTo>
                    <a:pt x="7975610" y="2807461"/>
                  </a:lnTo>
                  <a:lnTo>
                    <a:pt x="8007674" y="2810324"/>
                  </a:lnTo>
                  <a:lnTo>
                    <a:pt x="8025305" y="2811745"/>
                  </a:lnTo>
                  <a:lnTo>
                    <a:pt x="8031972" y="2812234"/>
                  </a:lnTo>
                  <a:lnTo>
                    <a:pt x="8032819" y="2812291"/>
                  </a:lnTo>
                  <a:lnTo>
                    <a:pt x="8554953" y="2812291"/>
                  </a:lnTo>
                  <a:lnTo>
                    <a:pt x="8554953" y="2812291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537" name="pl1537"/>
            <p:cNvSpPr/>
            <p:nvPr/>
          </p:nvSpPr>
          <p:spPr>
            <a:xfrm>
              <a:off x="386606" y="1772851"/>
              <a:ext cx="8554953" cy="3185004"/>
            </a:xfrm>
            <a:custGeom>
              <a:avLst/>
              <a:pathLst>
                <a:path w="8554953" h="3185004">
                  <a:moveTo>
                    <a:pt x="8554953" y="2812291"/>
                  </a:moveTo>
                  <a:lnTo>
                    <a:pt x="8032819" y="2812291"/>
                  </a:lnTo>
                  <a:lnTo>
                    <a:pt x="8031667" y="2812213"/>
                  </a:lnTo>
                  <a:lnTo>
                    <a:pt x="8024118" y="2811655"/>
                  </a:lnTo>
                  <a:lnTo>
                    <a:pt x="8005183" y="2810112"/>
                  </a:lnTo>
                  <a:lnTo>
                    <a:pt x="7971572" y="2807080"/>
                  </a:lnTo>
                  <a:lnTo>
                    <a:pt x="7921976" y="2802104"/>
                  </a:lnTo>
                  <a:lnTo>
                    <a:pt x="7857146" y="2794833"/>
                  </a:lnTo>
                  <a:lnTo>
                    <a:pt x="7779624" y="2785048"/>
                  </a:lnTo>
                  <a:lnTo>
                    <a:pt x="7693118" y="2772668"/>
                  </a:lnTo>
                  <a:lnTo>
                    <a:pt x="7601739" y="2757706"/>
                  </a:lnTo>
                  <a:lnTo>
                    <a:pt x="7509310" y="2740220"/>
                  </a:lnTo>
                  <a:lnTo>
                    <a:pt x="7418913" y="2720256"/>
                  </a:lnTo>
                  <a:lnTo>
                    <a:pt x="7332702" y="2697802"/>
                  </a:lnTo>
                  <a:lnTo>
                    <a:pt x="7251932" y="2672761"/>
                  </a:lnTo>
                  <a:lnTo>
                    <a:pt x="7177103" y="2644933"/>
                  </a:lnTo>
                  <a:lnTo>
                    <a:pt x="7108154" y="2614015"/>
                  </a:lnTo>
                  <a:lnTo>
                    <a:pt x="7044638" y="2579605"/>
                  </a:lnTo>
                  <a:lnTo>
                    <a:pt x="6985870" y="2541217"/>
                  </a:lnTo>
                  <a:lnTo>
                    <a:pt x="6931039" y="2498306"/>
                  </a:lnTo>
                  <a:lnTo>
                    <a:pt x="6879290" y="2450320"/>
                  </a:lnTo>
                  <a:lnTo>
                    <a:pt x="6829796" y="2396782"/>
                  </a:lnTo>
                  <a:lnTo>
                    <a:pt x="6786527" y="2343576"/>
                  </a:lnTo>
                  <a:lnTo>
                    <a:pt x="6749190" y="2292951"/>
                  </a:lnTo>
                  <a:lnTo>
                    <a:pt x="6712202" y="2238617"/>
                  </a:lnTo>
                  <a:lnTo>
                    <a:pt x="6675341" y="2180499"/>
                  </a:lnTo>
                  <a:lnTo>
                    <a:pt x="6638431" y="2118582"/>
                  </a:lnTo>
                  <a:lnTo>
                    <a:pt x="6601342" y="2052917"/>
                  </a:lnTo>
                  <a:lnTo>
                    <a:pt x="6563980" y="1983629"/>
                  </a:lnTo>
                  <a:lnTo>
                    <a:pt x="6526288" y="1910920"/>
                  </a:lnTo>
                  <a:lnTo>
                    <a:pt x="6488242" y="1835068"/>
                  </a:lnTo>
                  <a:lnTo>
                    <a:pt x="6449847" y="1756432"/>
                  </a:lnTo>
                  <a:lnTo>
                    <a:pt x="6411134" y="1675440"/>
                  </a:lnTo>
                  <a:lnTo>
                    <a:pt x="6372156" y="1592585"/>
                  </a:lnTo>
                  <a:lnTo>
                    <a:pt x="6332986" y="1508415"/>
                  </a:lnTo>
                  <a:lnTo>
                    <a:pt x="6293706" y="1423514"/>
                  </a:lnTo>
                  <a:lnTo>
                    <a:pt x="6254407" y="1338488"/>
                  </a:lnTo>
                  <a:lnTo>
                    <a:pt x="6215181" y="1253947"/>
                  </a:lnTo>
                  <a:lnTo>
                    <a:pt x="6176115" y="1170487"/>
                  </a:lnTo>
                  <a:lnTo>
                    <a:pt x="6137287" y="1088672"/>
                  </a:lnTo>
                  <a:lnTo>
                    <a:pt x="6098757" y="1009018"/>
                  </a:lnTo>
                  <a:lnTo>
                    <a:pt x="6060566" y="931982"/>
                  </a:lnTo>
                  <a:lnTo>
                    <a:pt x="6022731" y="857951"/>
                  </a:lnTo>
                  <a:lnTo>
                    <a:pt x="5985239" y="787237"/>
                  </a:lnTo>
                  <a:lnTo>
                    <a:pt x="5948047" y="720073"/>
                  </a:lnTo>
                  <a:lnTo>
                    <a:pt x="5911078" y="656616"/>
                  </a:lnTo>
                  <a:lnTo>
                    <a:pt x="5874216" y="596945"/>
                  </a:lnTo>
                  <a:lnTo>
                    <a:pt x="5837303" y="541072"/>
                  </a:lnTo>
                  <a:lnTo>
                    <a:pt x="5800139" y="488945"/>
                  </a:lnTo>
                  <a:lnTo>
                    <a:pt x="5784835" y="468715"/>
                  </a:lnTo>
                  <a:lnTo>
                    <a:pt x="5736742" y="409947"/>
                  </a:lnTo>
                  <a:lnTo>
                    <a:pt x="5687060" y="356976"/>
                  </a:lnTo>
                  <a:lnTo>
                    <a:pt x="5635043" y="309516"/>
                  </a:lnTo>
                  <a:lnTo>
                    <a:pt x="5579860" y="267078"/>
                  </a:lnTo>
                  <a:lnTo>
                    <a:pt x="5520656" y="229108"/>
                  </a:lnTo>
                  <a:lnTo>
                    <a:pt x="5456630" y="195064"/>
                  </a:lnTo>
                  <a:lnTo>
                    <a:pt x="5387114" y="164469"/>
                  </a:lnTo>
                  <a:lnTo>
                    <a:pt x="5311691" y="136929"/>
                  </a:lnTo>
                  <a:lnTo>
                    <a:pt x="5230349" y="112151"/>
                  </a:lnTo>
                  <a:lnTo>
                    <a:pt x="5143653" y="89946"/>
                  </a:lnTo>
                  <a:lnTo>
                    <a:pt x="5052943" y="70227"/>
                  </a:lnTo>
                  <a:lnTo>
                    <a:pt x="4960467" y="52989"/>
                  </a:lnTo>
                  <a:lnTo>
                    <a:pt x="4869391" y="38280"/>
                  </a:lnTo>
                  <a:lnTo>
                    <a:pt x="4783592" y="26157"/>
                  </a:lnTo>
                  <a:lnTo>
                    <a:pt x="4707174" y="16628"/>
                  </a:lnTo>
                  <a:lnTo>
                    <a:pt x="4643766" y="9595"/>
                  </a:lnTo>
                  <a:lnTo>
                    <a:pt x="4595752" y="4829"/>
                  </a:lnTo>
                  <a:lnTo>
                    <a:pt x="4563688" y="1967"/>
                  </a:lnTo>
                  <a:lnTo>
                    <a:pt x="4546057" y="545"/>
                  </a:lnTo>
                  <a:lnTo>
                    <a:pt x="4539390" y="57"/>
                  </a:lnTo>
                  <a:lnTo>
                    <a:pt x="4538543" y="0"/>
                  </a:lnTo>
                  <a:lnTo>
                    <a:pt x="4016409" y="0"/>
                  </a:lnTo>
                  <a:lnTo>
                    <a:pt x="4015286" y="86"/>
                  </a:lnTo>
                  <a:lnTo>
                    <a:pt x="4007921" y="701"/>
                  </a:lnTo>
                  <a:lnTo>
                    <a:pt x="3989433" y="2403"/>
                  </a:lnTo>
                  <a:lnTo>
                    <a:pt x="3956577" y="5749"/>
                  </a:lnTo>
                  <a:lnTo>
                    <a:pt x="3908015" y="11243"/>
                  </a:lnTo>
                  <a:lnTo>
                    <a:pt x="3844407" y="19280"/>
                  </a:lnTo>
                  <a:lnTo>
                    <a:pt x="3768157" y="30105"/>
                  </a:lnTo>
                  <a:lnTo>
                    <a:pt x="3682840" y="43818"/>
                  </a:lnTo>
                  <a:lnTo>
                    <a:pt x="3592458" y="60409"/>
                  </a:lnTo>
                  <a:lnTo>
                    <a:pt x="3500778" y="79815"/>
                  </a:lnTo>
                  <a:lnTo>
                    <a:pt x="3410872" y="101981"/>
                  </a:lnTo>
                  <a:lnTo>
                    <a:pt x="3324921" y="126914"/>
                  </a:lnTo>
                  <a:lnTo>
                    <a:pt x="3244228" y="154711"/>
                  </a:lnTo>
                  <a:lnTo>
                    <a:pt x="3169354" y="185580"/>
                  </a:lnTo>
                  <a:lnTo>
                    <a:pt x="3100290" y="219842"/>
                  </a:lnTo>
                  <a:lnTo>
                    <a:pt x="3036638" y="257927"/>
                  </a:lnTo>
                  <a:lnTo>
                    <a:pt x="2977756" y="300362"/>
                  </a:lnTo>
                  <a:lnTo>
                    <a:pt x="2922863" y="347741"/>
                  </a:lnTo>
                  <a:lnTo>
                    <a:pt x="2871130" y="400678"/>
                  </a:lnTo>
                  <a:lnTo>
                    <a:pt x="2821741" y="459721"/>
                  </a:lnTo>
                  <a:lnTo>
                    <a:pt x="2773963" y="525206"/>
                  </a:lnTo>
                  <a:lnTo>
                    <a:pt x="2770117" y="530834"/>
                  </a:lnTo>
                  <a:lnTo>
                    <a:pt x="2734580" y="585293"/>
                  </a:lnTo>
                  <a:lnTo>
                    <a:pt x="2699369" y="643550"/>
                  </a:lnTo>
                  <a:lnTo>
                    <a:pt x="2664290" y="705684"/>
                  </a:lnTo>
                  <a:lnTo>
                    <a:pt x="2629188" y="771715"/>
                  </a:lnTo>
                  <a:lnTo>
                    <a:pt x="2593943" y="841606"/>
                  </a:lnTo>
                  <a:lnTo>
                    <a:pt x="2558468" y="915251"/>
                  </a:lnTo>
                  <a:lnTo>
                    <a:pt x="2522706" y="992473"/>
                  </a:lnTo>
                  <a:lnTo>
                    <a:pt x="2486627" y="1073024"/>
                  </a:lnTo>
                  <a:lnTo>
                    <a:pt x="2450228" y="1156583"/>
                  </a:lnTo>
                  <a:lnTo>
                    <a:pt x="2413525" y="1242758"/>
                  </a:lnTo>
                  <a:lnTo>
                    <a:pt x="2376557" y="1331096"/>
                  </a:lnTo>
                  <a:lnTo>
                    <a:pt x="2339378" y="1421088"/>
                  </a:lnTo>
                  <a:lnTo>
                    <a:pt x="2302055" y="1512183"/>
                  </a:lnTo>
                  <a:lnTo>
                    <a:pt x="2264663" y="1603799"/>
                  </a:lnTo>
                  <a:lnTo>
                    <a:pt x="2227280" y="1695341"/>
                  </a:lnTo>
                  <a:lnTo>
                    <a:pt x="2189985" y="1786217"/>
                  </a:lnTo>
                  <a:lnTo>
                    <a:pt x="2152853" y="1875851"/>
                  </a:lnTo>
                  <a:lnTo>
                    <a:pt x="2115946" y="1963702"/>
                  </a:lnTo>
                  <a:lnTo>
                    <a:pt x="2079315" y="2049272"/>
                  </a:lnTo>
                  <a:lnTo>
                    <a:pt x="2042994" y="2132123"/>
                  </a:lnTo>
                  <a:lnTo>
                    <a:pt x="2006994" y="2211881"/>
                  </a:lnTo>
                  <a:lnTo>
                    <a:pt x="1971307" y="2288242"/>
                  </a:lnTo>
                  <a:lnTo>
                    <a:pt x="1935895" y="2360975"/>
                  </a:lnTo>
                  <a:lnTo>
                    <a:pt x="1900694" y="2429922"/>
                  </a:lnTo>
                  <a:lnTo>
                    <a:pt x="1865610" y="2494994"/>
                  </a:lnTo>
                  <a:lnTo>
                    <a:pt x="1830515" y="2556168"/>
                  </a:lnTo>
                  <a:lnTo>
                    <a:pt x="1795244" y="2613480"/>
                  </a:lnTo>
                  <a:lnTo>
                    <a:pt x="1768425" y="2654170"/>
                  </a:lnTo>
                  <a:lnTo>
                    <a:pt x="1720750" y="2720184"/>
                  </a:lnTo>
                  <a:lnTo>
                    <a:pt x="1671519" y="2779743"/>
                  </a:lnTo>
                  <a:lnTo>
                    <a:pt x="1620007" y="2833160"/>
                  </a:lnTo>
                  <a:lnTo>
                    <a:pt x="1565403" y="2880970"/>
                  </a:lnTo>
                  <a:lnTo>
                    <a:pt x="1506876" y="2923785"/>
                  </a:lnTo>
                  <a:lnTo>
                    <a:pt x="1443641" y="2962205"/>
                  </a:lnTo>
                  <a:lnTo>
                    <a:pt x="1375037" y="2996761"/>
                  </a:lnTo>
                  <a:lnTo>
                    <a:pt x="1300643" y="3027893"/>
                  </a:lnTo>
                  <a:lnTo>
                    <a:pt x="1220414" y="3055931"/>
                  </a:lnTo>
                  <a:lnTo>
                    <a:pt x="1134854" y="3081093"/>
                  </a:lnTo>
                  <a:lnTo>
                    <a:pt x="1045201" y="3103483"/>
                  </a:lnTo>
                  <a:lnTo>
                    <a:pt x="953561" y="3123116"/>
                  </a:lnTo>
                  <a:lnTo>
                    <a:pt x="862940" y="3139939"/>
                  </a:lnTo>
                  <a:lnTo>
                    <a:pt x="777059" y="3153888"/>
                  </a:lnTo>
                  <a:lnTo>
                    <a:pt x="699925" y="3164947"/>
                  </a:lnTo>
                  <a:lnTo>
                    <a:pt x="635175" y="3173204"/>
                  </a:lnTo>
                  <a:lnTo>
                    <a:pt x="585334" y="3178893"/>
                  </a:lnTo>
                  <a:lnTo>
                    <a:pt x="551220" y="3182397"/>
                  </a:lnTo>
                  <a:lnTo>
                    <a:pt x="531657" y="3184212"/>
                  </a:lnTo>
                  <a:lnTo>
                    <a:pt x="523548" y="3184895"/>
                  </a:lnTo>
                  <a:lnTo>
                    <a:pt x="522133" y="3185004"/>
                  </a:lnTo>
                  <a:lnTo>
                    <a:pt x="522133" y="3185004"/>
                  </a:lnTo>
                  <a:lnTo>
                    <a:pt x="0" y="3185004"/>
                  </a:lnTo>
                  <a:lnTo>
                    <a:pt x="0" y="3185004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538" name="pg1538"/>
            <p:cNvSpPr/>
            <p:nvPr/>
          </p:nvSpPr>
          <p:spPr>
            <a:xfrm>
              <a:off x="386606" y="3901834"/>
              <a:ext cx="8554953" cy="1197200"/>
            </a:xfrm>
            <a:custGeom>
              <a:avLst/>
              <a:pathLst>
                <a:path w="8554953" h="1197200">
                  <a:moveTo>
                    <a:pt x="0" y="1197200"/>
                  </a:moveTo>
                  <a:lnTo>
                    <a:pt x="522133" y="1197200"/>
                  </a:lnTo>
                  <a:lnTo>
                    <a:pt x="523403" y="1197196"/>
                  </a:lnTo>
                  <a:lnTo>
                    <a:pt x="531702" y="1197170"/>
                  </a:lnTo>
                  <a:lnTo>
                    <a:pt x="552451" y="1197098"/>
                  </a:lnTo>
                  <a:lnTo>
                    <a:pt x="589105" y="1196957"/>
                  </a:lnTo>
                  <a:lnTo>
                    <a:pt x="642841" y="1196726"/>
                  </a:lnTo>
                  <a:lnTo>
                    <a:pt x="712503" y="1196389"/>
                  </a:lnTo>
                  <a:lnTo>
                    <a:pt x="794995" y="1195938"/>
                  </a:lnTo>
                  <a:lnTo>
                    <a:pt x="886059" y="1195370"/>
                  </a:lnTo>
                  <a:lnTo>
                    <a:pt x="981179" y="1194686"/>
                  </a:lnTo>
                  <a:lnTo>
                    <a:pt x="1076333" y="1193890"/>
                  </a:lnTo>
                  <a:lnTo>
                    <a:pt x="1168438" y="1192982"/>
                  </a:lnTo>
                  <a:lnTo>
                    <a:pt x="1255476" y="1191960"/>
                  </a:lnTo>
                  <a:lnTo>
                    <a:pt x="1336406" y="1190819"/>
                  </a:lnTo>
                  <a:lnTo>
                    <a:pt x="1410957" y="1189547"/>
                  </a:lnTo>
                  <a:lnTo>
                    <a:pt x="1479413" y="1188128"/>
                  </a:lnTo>
                  <a:lnTo>
                    <a:pt x="1542411" y="1186541"/>
                  </a:lnTo>
                  <a:lnTo>
                    <a:pt x="1600793" y="1184761"/>
                  </a:lnTo>
                  <a:lnTo>
                    <a:pt x="1655489" y="1182764"/>
                  </a:lnTo>
                  <a:lnTo>
                    <a:pt x="1707434" y="1180524"/>
                  </a:lnTo>
                  <a:lnTo>
                    <a:pt x="1757484" y="1178026"/>
                  </a:lnTo>
                  <a:lnTo>
                    <a:pt x="1768425" y="1177435"/>
                  </a:lnTo>
                  <a:lnTo>
                    <a:pt x="1822601" y="1174278"/>
                  </a:lnTo>
                  <a:lnTo>
                    <a:pt x="1876255" y="1170788"/>
                  </a:lnTo>
                  <a:lnTo>
                    <a:pt x="1929974" y="1166959"/>
                  </a:lnTo>
                  <a:lnTo>
                    <a:pt x="1984146" y="1162799"/>
                  </a:lnTo>
                  <a:lnTo>
                    <a:pt x="2038992" y="1158331"/>
                  </a:lnTo>
                  <a:lnTo>
                    <a:pt x="2094585" y="1153592"/>
                  </a:lnTo>
                  <a:lnTo>
                    <a:pt x="2150869" y="1148632"/>
                  </a:lnTo>
                  <a:lnTo>
                    <a:pt x="2207684" y="1143515"/>
                  </a:lnTo>
                  <a:lnTo>
                    <a:pt x="2264795" y="1138313"/>
                  </a:lnTo>
                  <a:lnTo>
                    <a:pt x="2321929" y="1133105"/>
                  </a:lnTo>
                  <a:lnTo>
                    <a:pt x="2378807" y="1127970"/>
                  </a:lnTo>
                  <a:lnTo>
                    <a:pt x="2435187" y="1122981"/>
                  </a:lnTo>
                  <a:lnTo>
                    <a:pt x="2490895" y="1118203"/>
                  </a:lnTo>
                  <a:lnTo>
                    <a:pt x="2545857" y="1113690"/>
                  </a:lnTo>
                  <a:lnTo>
                    <a:pt x="2600124" y="1109480"/>
                  </a:lnTo>
                  <a:lnTo>
                    <a:pt x="2653892" y="1105598"/>
                  </a:lnTo>
                  <a:lnTo>
                    <a:pt x="2707523" y="1102055"/>
                  </a:lnTo>
                  <a:lnTo>
                    <a:pt x="2761570" y="1098847"/>
                  </a:lnTo>
                  <a:lnTo>
                    <a:pt x="2770117" y="1098374"/>
                  </a:lnTo>
                  <a:lnTo>
                    <a:pt x="2819848" y="1095817"/>
                  </a:lnTo>
                  <a:lnTo>
                    <a:pt x="2871302" y="1093521"/>
                  </a:lnTo>
                  <a:lnTo>
                    <a:pt x="2925307" y="1091472"/>
                  </a:lnTo>
                  <a:lnTo>
                    <a:pt x="2982788" y="1089646"/>
                  </a:lnTo>
                  <a:lnTo>
                    <a:pt x="3044683" y="1088018"/>
                  </a:lnTo>
                  <a:lnTo>
                    <a:pt x="3111861" y="1086564"/>
                  </a:lnTo>
                  <a:lnTo>
                    <a:pt x="3185018" y="1085261"/>
                  </a:lnTo>
                  <a:lnTo>
                    <a:pt x="3264530" y="1084092"/>
                  </a:lnTo>
                  <a:lnTo>
                    <a:pt x="3350270" y="1083044"/>
                  </a:lnTo>
                  <a:lnTo>
                    <a:pt x="3441387" y="1082111"/>
                  </a:lnTo>
                  <a:lnTo>
                    <a:pt x="3536092" y="1081290"/>
                  </a:lnTo>
                  <a:lnTo>
                    <a:pt x="3631539" y="1080581"/>
                  </a:lnTo>
                  <a:lnTo>
                    <a:pt x="3723887" y="1079987"/>
                  </a:lnTo>
                  <a:lnTo>
                    <a:pt x="3808675" y="1079510"/>
                  </a:lnTo>
                  <a:lnTo>
                    <a:pt x="3881511" y="1079148"/>
                  </a:lnTo>
                  <a:lnTo>
                    <a:pt x="3938965" y="1078895"/>
                  </a:lnTo>
                  <a:lnTo>
                    <a:pt x="3979398" y="1078735"/>
                  </a:lnTo>
                  <a:lnTo>
                    <a:pt x="4003459" y="1078650"/>
                  </a:lnTo>
                  <a:lnTo>
                    <a:pt x="4014121" y="1078616"/>
                  </a:lnTo>
                  <a:lnTo>
                    <a:pt x="4016409" y="1078609"/>
                  </a:lnTo>
                  <a:lnTo>
                    <a:pt x="4538543" y="1078609"/>
                  </a:lnTo>
                  <a:lnTo>
                    <a:pt x="4539794" y="1078577"/>
                  </a:lnTo>
                  <a:lnTo>
                    <a:pt x="4547974" y="1078345"/>
                  </a:lnTo>
                  <a:lnTo>
                    <a:pt x="4568436" y="1077704"/>
                  </a:lnTo>
                  <a:lnTo>
                    <a:pt x="4604611" y="1076446"/>
                  </a:lnTo>
                  <a:lnTo>
                    <a:pt x="4657698" y="1074385"/>
                  </a:lnTo>
                  <a:lnTo>
                    <a:pt x="4726608" y="1071382"/>
                  </a:lnTo>
                  <a:lnTo>
                    <a:pt x="4808334" y="1067356"/>
                  </a:lnTo>
                  <a:lnTo>
                    <a:pt x="4898704" y="1062282"/>
                  </a:lnTo>
                  <a:lnTo>
                    <a:pt x="4993264" y="1056171"/>
                  </a:lnTo>
                  <a:lnTo>
                    <a:pt x="5088018" y="1049047"/>
                  </a:lnTo>
                  <a:lnTo>
                    <a:pt x="5179881" y="1040925"/>
                  </a:lnTo>
                  <a:lnTo>
                    <a:pt x="5266810" y="1031790"/>
                  </a:lnTo>
                  <a:lnTo>
                    <a:pt x="5347730" y="1021588"/>
                  </a:lnTo>
                  <a:lnTo>
                    <a:pt x="5422333" y="1010221"/>
                  </a:lnTo>
                  <a:lnTo>
                    <a:pt x="5490868" y="997547"/>
                  </a:lnTo>
                  <a:lnTo>
                    <a:pt x="5553944" y="983385"/>
                  </a:lnTo>
                  <a:lnTo>
                    <a:pt x="5612378" y="967519"/>
                  </a:lnTo>
                  <a:lnTo>
                    <a:pt x="5667084" y="949720"/>
                  </a:lnTo>
                  <a:lnTo>
                    <a:pt x="5718984" y="929769"/>
                  </a:lnTo>
                  <a:lnTo>
                    <a:pt x="5768934" y="907506"/>
                  </a:lnTo>
                  <a:lnTo>
                    <a:pt x="5784835" y="899782"/>
                  </a:lnTo>
                  <a:lnTo>
                    <a:pt x="5833817" y="874110"/>
                  </a:lnTo>
                  <a:lnTo>
                    <a:pt x="5882322" y="845976"/>
                  </a:lnTo>
                  <a:lnTo>
                    <a:pt x="5930801" y="815341"/>
                  </a:lnTo>
                  <a:lnTo>
                    <a:pt x="5979577" y="782236"/>
                  </a:lnTo>
                  <a:lnTo>
                    <a:pt x="6028850" y="746776"/>
                  </a:lnTo>
                  <a:lnTo>
                    <a:pt x="6078720" y="709163"/>
                  </a:lnTo>
                  <a:lnTo>
                    <a:pt x="6129194" y="669689"/>
                  </a:lnTo>
                  <a:lnTo>
                    <a:pt x="6180199" y="628727"/>
                  </a:lnTo>
                  <a:lnTo>
                    <a:pt x="6231599" y="586720"/>
                  </a:lnTo>
                  <a:lnTo>
                    <a:pt x="6283214" y="544165"/>
                  </a:lnTo>
                  <a:lnTo>
                    <a:pt x="6334838" y="501585"/>
                  </a:lnTo>
                  <a:lnTo>
                    <a:pt x="6386267" y="459504"/>
                  </a:lnTo>
                  <a:lnTo>
                    <a:pt x="6437316" y="418422"/>
                  </a:lnTo>
                  <a:lnTo>
                    <a:pt x="6487845" y="378789"/>
                  </a:lnTo>
                  <a:lnTo>
                    <a:pt x="6537774" y="340984"/>
                  </a:lnTo>
                  <a:lnTo>
                    <a:pt x="6587102" y="305309"/>
                  </a:lnTo>
                  <a:lnTo>
                    <a:pt x="6635918" y="271972"/>
                  </a:lnTo>
                  <a:lnTo>
                    <a:pt x="6684414" y="241098"/>
                  </a:lnTo>
                  <a:lnTo>
                    <a:pt x="6732898" y="212726"/>
                  </a:lnTo>
                  <a:lnTo>
                    <a:pt x="6781812" y="186822"/>
                  </a:lnTo>
                  <a:lnTo>
                    <a:pt x="6786527" y="184474"/>
                  </a:lnTo>
                  <a:lnTo>
                    <a:pt x="6836005" y="161449"/>
                  </a:lnTo>
                  <a:lnTo>
                    <a:pt x="6887184" y="140760"/>
                  </a:lnTo>
                  <a:lnTo>
                    <a:pt x="6940880" y="122285"/>
                  </a:lnTo>
                  <a:lnTo>
                    <a:pt x="6998003" y="105818"/>
                  </a:lnTo>
                  <a:lnTo>
                    <a:pt x="7059478" y="91128"/>
                  </a:lnTo>
                  <a:lnTo>
                    <a:pt x="7126163" y="77993"/>
                  </a:lnTo>
                  <a:lnTo>
                    <a:pt x="7198751" y="66220"/>
                  </a:lnTo>
                  <a:lnTo>
                    <a:pt x="7277625" y="55654"/>
                  </a:lnTo>
                  <a:lnTo>
                    <a:pt x="7362681" y="46181"/>
                  </a:lnTo>
                  <a:lnTo>
                    <a:pt x="7453118" y="37733"/>
                  </a:lnTo>
                  <a:lnTo>
                    <a:pt x="7547223" y="30285"/>
                  </a:lnTo>
                  <a:lnTo>
                    <a:pt x="7642245" y="23843"/>
                  </a:lnTo>
                  <a:lnTo>
                    <a:pt x="7734452" y="18430"/>
                  </a:lnTo>
                  <a:lnTo>
                    <a:pt x="7819470" y="14065"/>
                  </a:lnTo>
                  <a:lnTo>
                    <a:pt x="7892939" y="10736"/>
                  </a:lnTo>
                  <a:lnTo>
                    <a:pt x="7951381" y="8382"/>
                  </a:lnTo>
                  <a:lnTo>
                    <a:pt x="7993022" y="6882"/>
                  </a:lnTo>
                  <a:lnTo>
                    <a:pt x="8018306" y="6063"/>
                  </a:lnTo>
                  <a:lnTo>
                    <a:pt x="8029969" y="5722"/>
                  </a:lnTo>
                  <a:lnTo>
                    <a:pt x="8032819" y="5647"/>
                  </a:lnTo>
                  <a:lnTo>
                    <a:pt x="8554953" y="5647"/>
                  </a:lnTo>
                  <a:lnTo>
                    <a:pt x="8554953" y="0"/>
                  </a:lnTo>
                  <a:lnTo>
                    <a:pt x="8032819" y="0"/>
                  </a:lnTo>
                  <a:lnTo>
                    <a:pt x="8031568" y="32"/>
                  </a:lnTo>
                  <a:lnTo>
                    <a:pt x="8023387" y="264"/>
                  </a:lnTo>
                  <a:lnTo>
                    <a:pt x="8002926" y="904"/>
                  </a:lnTo>
                  <a:lnTo>
                    <a:pt x="7966751" y="2163"/>
                  </a:lnTo>
                  <a:lnTo>
                    <a:pt x="7913664" y="4224"/>
                  </a:lnTo>
                  <a:lnTo>
                    <a:pt x="7844754" y="7227"/>
                  </a:lnTo>
                  <a:lnTo>
                    <a:pt x="7763028" y="11252"/>
                  </a:lnTo>
                  <a:lnTo>
                    <a:pt x="7672658" y="16327"/>
                  </a:lnTo>
                  <a:lnTo>
                    <a:pt x="7578098" y="22438"/>
                  </a:lnTo>
                  <a:lnTo>
                    <a:pt x="7483344" y="29562"/>
                  </a:lnTo>
                  <a:lnTo>
                    <a:pt x="7391481" y="37684"/>
                  </a:lnTo>
                  <a:lnTo>
                    <a:pt x="7304552" y="46819"/>
                  </a:lnTo>
                  <a:lnTo>
                    <a:pt x="7223632" y="57021"/>
                  </a:lnTo>
                  <a:lnTo>
                    <a:pt x="7149029" y="68388"/>
                  </a:lnTo>
                  <a:lnTo>
                    <a:pt x="7080494" y="81061"/>
                  </a:lnTo>
                  <a:lnTo>
                    <a:pt x="7017418" y="95224"/>
                  </a:lnTo>
                  <a:lnTo>
                    <a:pt x="6958983" y="111089"/>
                  </a:lnTo>
                  <a:lnTo>
                    <a:pt x="6904278" y="128888"/>
                  </a:lnTo>
                  <a:lnTo>
                    <a:pt x="6852378" y="148840"/>
                  </a:lnTo>
                  <a:lnTo>
                    <a:pt x="6802428" y="171102"/>
                  </a:lnTo>
                  <a:lnTo>
                    <a:pt x="6786527" y="178827"/>
                  </a:lnTo>
                  <a:lnTo>
                    <a:pt x="6737545" y="204499"/>
                  </a:lnTo>
                  <a:lnTo>
                    <a:pt x="6689040" y="232633"/>
                  </a:lnTo>
                  <a:lnTo>
                    <a:pt x="6640561" y="263268"/>
                  </a:lnTo>
                  <a:lnTo>
                    <a:pt x="6591785" y="296373"/>
                  </a:lnTo>
                  <a:lnTo>
                    <a:pt x="6542512" y="331833"/>
                  </a:lnTo>
                  <a:lnTo>
                    <a:pt x="6492642" y="369446"/>
                  </a:lnTo>
                  <a:lnTo>
                    <a:pt x="6442168" y="408920"/>
                  </a:lnTo>
                  <a:lnTo>
                    <a:pt x="6391163" y="449882"/>
                  </a:lnTo>
                  <a:lnTo>
                    <a:pt x="6339763" y="491888"/>
                  </a:lnTo>
                  <a:lnTo>
                    <a:pt x="6288148" y="534443"/>
                  </a:lnTo>
                  <a:lnTo>
                    <a:pt x="6236524" y="577023"/>
                  </a:lnTo>
                  <a:lnTo>
                    <a:pt x="6185095" y="619104"/>
                  </a:lnTo>
                  <a:lnTo>
                    <a:pt x="6134046" y="660186"/>
                  </a:lnTo>
                  <a:lnTo>
                    <a:pt x="6083517" y="699820"/>
                  </a:lnTo>
                  <a:lnTo>
                    <a:pt x="6033588" y="737624"/>
                  </a:lnTo>
                  <a:lnTo>
                    <a:pt x="5984260" y="773300"/>
                  </a:lnTo>
                  <a:lnTo>
                    <a:pt x="5935444" y="806636"/>
                  </a:lnTo>
                  <a:lnTo>
                    <a:pt x="5886948" y="837510"/>
                  </a:lnTo>
                  <a:lnTo>
                    <a:pt x="5838464" y="865882"/>
                  </a:lnTo>
                  <a:lnTo>
                    <a:pt x="5789550" y="891786"/>
                  </a:lnTo>
                  <a:lnTo>
                    <a:pt x="5784835" y="894135"/>
                  </a:lnTo>
                  <a:lnTo>
                    <a:pt x="5735357" y="917160"/>
                  </a:lnTo>
                  <a:lnTo>
                    <a:pt x="5684178" y="937848"/>
                  </a:lnTo>
                  <a:lnTo>
                    <a:pt x="5630482" y="956323"/>
                  </a:lnTo>
                  <a:lnTo>
                    <a:pt x="5573359" y="972790"/>
                  </a:lnTo>
                  <a:lnTo>
                    <a:pt x="5511884" y="987481"/>
                  </a:lnTo>
                  <a:lnTo>
                    <a:pt x="5445198" y="1000615"/>
                  </a:lnTo>
                  <a:lnTo>
                    <a:pt x="5372611" y="1012388"/>
                  </a:lnTo>
                  <a:lnTo>
                    <a:pt x="5293737" y="1022955"/>
                  </a:lnTo>
                  <a:lnTo>
                    <a:pt x="5208681" y="1032428"/>
                  </a:lnTo>
                  <a:lnTo>
                    <a:pt x="5118244" y="1040875"/>
                  </a:lnTo>
                  <a:lnTo>
                    <a:pt x="5024139" y="1048323"/>
                  </a:lnTo>
                  <a:lnTo>
                    <a:pt x="4929117" y="1054766"/>
                  </a:lnTo>
                  <a:lnTo>
                    <a:pt x="4836910" y="1060179"/>
                  </a:lnTo>
                  <a:lnTo>
                    <a:pt x="4751892" y="1064544"/>
                  </a:lnTo>
                  <a:lnTo>
                    <a:pt x="4678423" y="1067872"/>
                  </a:lnTo>
                  <a:lnTo>
                    <a:pt x="4619980" y="1070226"/>
                  </a:lnTo>
                  <a:lnTo>
                    <a:pt x="4578340" y="1071726"/>
                  </a:lnTo>
                  <a:lnTo>
                    <a:pt x="4553056" y="1072545"/>
                  </a:lnTo>
                  <a:lnTo>
                    <a:pt x="4541393" y="1072886"/>
                  </a:lnTo>
                  <a:lnTo>
                    <a:pt x="4538543" y="1072962"/>
                  </a:lnTo>
                  <a:lnTo>
                    <a:pt x="4016409" y="1072962"/>
                  </a:lnTo>
                  <a:lnTo>
                    <a:pt x="4015140" y="1072966"/>
                  </a:lnTo>
                  <a:lnTo>
                    <a:pt x="4006840" y="1072992"/>
                  </a:lnTo>
                  <a:lnTo>
                    <a:pt x="3986091" y="1073064"/>
                  </a:lnTo>
                  <a:lnTo>
                    <a:pt x="3949437" y="1073205"/>
                  </a:lnTo>
                  <a:lnTo>
                    <a:pt x="3895701" y="1073436"/>
                  </a:lnTo>
                  <a:lnTo>
                    <a:pt x="3826039" y="1073773"/>
                  </a:lnTo>
                  <a:lnTo>
                    <a:pt x="3743547" y="1074224"/>
                  </a:lnTo>
                  <a:lnTo>
                    <a:pt x="3652484" y="1074792"/>
                  </a:lnTo>
                  <a:lnTo>
                    <a:pt x="3557364" y="1075475"/>
                  </a:lnTo>
                  <a:lnTo>
                    <a:pt x="3462209" y="1076272"/>
                  </a:lnTo>
                  <a:lnTo>
                    <a:pt x="3370104" y="1077180"/>
                  </a:lnTo>
                  <a:lnTo>
                    <a:pt x="3283066" y="1078202"/>
                  </a:lnTo>
                  <a:lnTo>
                    <a:pt x="3202137" y="1079343"/>
                  </a:lnTo>
                  <a:lnTo>
                    <a:pt x="3127585" y="1080615"/>
                  </a:lnTo>
                  <a:lnTo>
                    <a:pt x="3059129" y="1082034"/>
                  </a:lnTo>
                  <a:lnTo>
                    <a:pt x="2996131" y="1083621"/>
                  </a:lnTo>
                  <a:lnTo>
                    <a:pt x="2937749" y="1085400"/>
                  </a:lnTo>
                  <a:lnTo>
                    <a:pt x="2883053" y="1087398"/>
                  </a:lnTo>
                  <a:lnTo>
                    <a:pt x="2831108" y="1089637"/>
                  </a:lnTo>
                  <a:lnTo>
                    <a:pt x="2781058" y="1092136"/>
                  </a:lnTo>
                  <a:lnTo>
                    <a:pt x="2770117" y="1092727"/>
                  </a:lnTo>
                  <a:lnTo>
                    <a:pt x="2715941" y="1095884"/>
                  </a:lnTo>
                  <a:lnTo>
                    <a:pt x="2662287" y="1099374"/>
                  </a:lnTo>
                  <a:lnTo>
                    <a:pt x="2608569" y="1103203"/>
                  </a:lnTo>
                  <a:lnTo>
                    <a:pt x="2554397" y="1107362"/>
                  </a:lnTo>
                  <a:lnTo>
                    <a:pt x="2499550" y="1111830"/>
                  </a:lnTo>
                  <a:lnTo>
                    <a:pt x="2443957" y="1116570"/>
                  </a:lnTo>
                  <a:lnTo>
                    <a:pt x="2387674" y="1121530"/>
                  </a:lnTo>
                  <a:lnTo>
                    <a:pt x="2330859" y="1126647"/>
                  </a:lnTo>
                  <a:lnTo>
                    <a:pt x="2273747" y="1131849"/>
                  </a:lnTo>
                  <a:lnTo>
                    <a:pt x="2216613" y="1137057"/>
                  </a:lnTo>
                  <a:lnTo>
                    <a:pt x="2159735" y="1142192"/>
                  </a:lnTo>
                  <a:lnTo>
                    <a:pt x="2103355" y="1147181"/>
                  </a:lnTo>
                  <a:lnTo>
                    <a:pt x="2047647" y="1151959"/>
                  </a:lnTo>
                  <a:lnTo>
                    <a:pt x="1992685" y="1156472"/>
                  </a:lnTo>
                  <a:lnTo>
                    <a:pt x="1938418" y="1160682"/>
                  </a:lnTo>
                  <a:lnTo>
                    <a:pt x="1884650" y="1164563"/>
                  </a:lnTo>
                  <a:lnTo>
                    <a:pt x="1831019" y="1168107"/>
                  </a:lnTo>
                  <a:lnTo>
                    <a:pt x="1776972" y="1171315"/>
                  </a:lnTo>
                  <a:lnTo>
                    <a:pt x="1768425" y="1171788"/>
                  </a:lnTo>
                  <a:lnTo>
                    <a:pt x="1718694" y="1174345"/>
                  </a:lnTo>
                  <a:lnTo>
                    <a:pt x="1667240" y="1176641"/>
                  </a:lnTo>
                  <a:lnTo>
                    <a:pt x="1613235" y="1178690"/>
                  </a:lnTo>
                  <a:lnTo>
                    <a:pt x="1555754" y="1180516"/>
                  </a:lnTo>
                  <a:lnTo>
                    <a:pt x="1493860" y="1182143"/>
                  </a:lnTo>
                  <a:lnTo>
                    <a:pt x="1426681" y="1183598"/>
                  </a:lnTo>
                  <a:lnTo>
                    <a:pt x="1353524" y="1184901"/>
                  </a:lnTo>
                  <a:lnTo>
                    <a:pt x="1274012" y="1186070"/>
                  </a:lnTo>
                  <a:lnTo>
                    <a:pt x="1188272" y="1187117"/>
                  </a:lnTo>
                  <a:lnTo>
                    <a:pt x="1097156" y="1188050"/>
                  </a:lnTo>
                  <a:lnTo>
                    <a:pt x="1002450" y="1188872"/>
                  </a:lnTo>
                  <a:lnTo>
                    <a:pt x="907003" y="1189581"/>
                  </a:lnTo>
                  <a:lnTo>
                    <a:pt x="814655" y="1190175"/>
                  </a:lnTo>
                  <a:lnTo>
                    <a:pt x="729867" y="1190652"/>
                  </a:lnTo>
                  <a:lnTo>
                    <a:pt x="657031" y="1191013"/>
                  </a:lnTo>
                  <a:lnTo>
                    <a:pt x="599577" y="1191267"/>
                  </a:lnTo>
                  <a:lnTo>
                    <a:pt x="559144" y="1191426"/>
                  </a:lnTo>
                  <a:lnTo>
                    <a:pt x="535083" y="1191512"/>
                  </a:lnTo>
                  <a:lnTo>
                    <a:pt x="524421" y="1191546"/>
                  </a:lnTo>
                  <a:lnTo>
                    <a:pt x="522133" y="1191553"/>
                  </a:lnTo>
                  <a:lnTo>
                    <a:pt x="0" y="1191553"/>
                  </a:lnTo>
                  <a:close/>
                </a:path>
              </a:pathLst>
            </a:custGeom>
            <a:solidFill>
              <a:srgbClr val="8BC34A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1539" name="pl1539"/>
            <p:cNvSpPr/>
            <p:nvPr/>
          </p:nvSpPr>
          <p:spPr>
            <a:xfrm>
              <a:off x="386606" y="3907481"/>
              <a:ext cx="8554953" cy="1191553"/>
            </a:xfrm>
            <a:custGeom>
              <a:avLst/>
              <a:pathLst>
                <a:path w="8554953" h="1191553">
                  <a:moveTo>
                    <a:pt x="0" y="1191553"/>
                  </a:moveTo>
                  <a:lnTo>
                    <a:pt x="522133" y="1191553"/>
                  </a:lnTo>
                  <a:lnTo>
                    <a:pt x="523403" y="1191549"/>
                  </a:lnTo>
                  <a:lnTo>
                    <a:pt x="531702" y="1191523"/>
                  </a:lnTo>
                  <a:lnTo>
                    <a:pt x="552451" y="1191451"/>
                  </a:lnTo>
                  <a:lnTo>
                    <a:pt x="589105" y="1191310"/>
                  </a:lnTo>
                  <a:lnTo>
                    <a:pt x="642841" y="1191079"/>
                  </a:lnTo>
                  <a:lnTo>
                    <a:pt x="712503" y="1190742"/>
                  </a:lnTo>
                  <a:lnTo>
                    <a:pt x="794995" y="1190291"/>
                  </a:lnTo>
                  <a:lnTo>
                    <a:pt x="886059" y="1189723"/>
                  </a:lnTo>
                  <a:lnTo>
                    <a:pt x="981179" y="1189039"/>
                  </a:lnTo>
                  <a:lnTo>
                    <a:pt x="1076333" y="1188243"/>
                  </a:lnTo>
                  <a:lnTo>
                    <a:pt x="1168438" y="1187334"/>
                  </a:lnTo>
                  <a:lnTo>
                    <a:pt x="1255476" y="1186313"/>
                  </a:lnTo>
                  <a:lnTo>
                    <a:pt x="1336406" y="1185172"/>
                  </a:lnTo>
                  <a:lnTo>
                    <a:pt x="1410957" y="1183900"/>
                  </a:lnTo>
                  <a:lnTo>
                    <a:pt x="1479413" y="1182481"/>
                  </a:lnTo>
                  <a:lnTo>
                    <a:pt x="1542411" y="1180894"/>
                  </a:lnTo>
                  <a:lnTo>
                    <a:pt x="1600793" y="1179114"/>
                  </a:lnTo>
                  <a:lnTo>
                    <a:pt x="1655489" y="1177117"/>
                  </a:lnTo>
                  <a:lnTo>
                    <a:pt x="1707434" y="1174877"/>
                  </a:lnTo>
                  <a:lnTo>
                    <a:pt x="1757484" y="1172379"/>
                  </a:lnTo>
                  <a:lnTo>
                    <a:pt x="1768425" y="1171788"/>
                  </a:lnTo>
                  <a:lnTo>
                    <a:pt x="1822601" y="1168631"/>
                  </a:lnTo>
                  <a:lnTo>
                    <a:pt x="1876255" y="1165141"/>
                  </a:lnTo>
                  <a:lnTo>
                    <a:pt x="1929974" y="1161312"/>
                  </a:lnTo>
                  <a:lnTo>
                    <a:pt x="1984146" y="1157152"/>
                  </a:lnTo>
                  <a:lnTo>
                    <a:pt x="2038992" y="1152684"/>
                  </a:lnTo>
                  <a:lnTo>
                    <a:pt x="2094585" y="1147945"/>
                  </a:lnTo>
                  <a:lnTo>
                    <a:pt x="2150869" y="1142985"/>
                  </a:lnTo>
                  <a:lnTo>
                    <a:pt x="2207684" y="1137867"/>
                  </a:lnTo>
                  <a:lnTo>
                    <a:pt x="2264795" y="1132666"/>
                  </a:lnTo>
                  <a:lnTo>
                    <a:pt x="2321929" y="1127458"/>
                  </a:lnTo>
                  <a:lnTo>
                    <a:pt x="2378807" y="1122323"/>
                  </a:lnTo>
                  <a:lnTo>
                    <a:pt x="2435187" y="1117333"/>
                  </a:lnTo>
                  <a:lnTo>
                    <a:pt x="2490895" y="1112556"/>
                  </a:lnTo>
                  <a:lnTo>
                    <a:pt x="2545857" y="1108042"/>
                  </a:lnTo>
                  <a:lnTo>
                    <a:pt x="2600124" y="1103833"/>
                  </a:lnTo>
                  <a:lnTo>
                    <a:pt x="2653892" y="1099951"/>
                  </a:lnTo>
                  <a:lnTo>
                    <a:pt x="2707523" y="1096408"/>
                  </a:lnTo>
                  <a:lnTo>
                    <a:pt x="2761570" y="1093200"/>
                  </a:lnTo>
                  <a:lnTo>
                    <a:pt x="2770117" y="1092727"/>
                  </a:lnTo>
                  <a:lnTo>
                    <a:pt x="2819848" y="1090170"/>
                  </a:lnTo>
                  <a:lnTo>
                    <a:pt x="2871302" y="1087874"/>
                  </a:lnTo>
                  <a:lnTo>
                    <a:pt x="2925307" y="1085825"/>
                  </a:lnTo>
                  <a:lnTo>
                    <a:pt x="2982788" y="1083999"/>
                  </a:lnTo>
                  <a:lnTo>
                    <a:pt x="3044683" y="1082371"/>
                  </a:lnTo>
                  <a:lnTo>
                    <a:pt x="3111861" y="1080917"/>
                  </a:lnTo>
                  <a:lnTo>
                    <a:pt x="3185018" y="1079614"/>
                  </a:lnTo>
                  <a:lnTo>
                    <a:pt x="3264530" y="1078445"/>
                  </a:lnTo>
                  <a:lnTo>
                    <a:pt x="3350270" y="1077397"/>
                  </a:lnTo>
                  <a:lnTo>
                    <a:pt x="3441387" y="1076464"/>
                  </a:lnTo>
                  <a:lnTo>
                    <a:pt x="3536092" y="1075643"/>
                  </a:lnTo>
                  <a:lnTo>
                    <a:pt x="3631539" y="1074934"/>
                  </a:lnTo>
                  <a:lnTo>
                    <a:pt x="3723887" y="1074340"/>
                  </a:lnTo>
                  <a:lnTo>
                    <a:pt x="3808675" y="1073863"/>
                  </a:lnTo>
                  <a:lnTo>
                    <a:pt x="3881511" y="1073501"/>
                  </a:lnTo>
                  <a:lnTo>
                    <a:pt x="3938965" y="1073248"/>
                  </a:lnTo>
                  <a:lnTo>
                    <a:pt x="3979398" y="1073088"/>
                  </a:lnTo>
                  <a:lnTo>
                    <a:pt x="4003459" y="1073003"/>
                  </a:lnTo>
                  <a:lnTo>
                    <a:pt x="4014121" y="1072969"/>
                  </a:lnTo>
                  <a:lnTo>
                    <a:pt x="4016395" y="1072962"/>
                  </a:lnTo>
                  <a:lnTo>
                    <a:pt x="4016409" y="1072962"/>
                  </a:lnTo>
                  <a:lnTo>
                    <a:pt x="4538543" y="1072962"/>
                  </a:lnTo>
                  <a:lnTo>
                    <a:pt x="4539794" y="1072930"/>
                  </a:lnTo>
                  <a:lnTo>
                    <a:pt x="4547974" y="1072698"/>
                  </a:lnTo>
                  <a:lnTo>
                    <a:pt x="4568436" y="1072057"/>
                  </a:lnTo>
                  <a:lnTo>
                    <a:pt x="4604611" y="1070799"/>
                  </a:lnTo>
                  <a:lnTo>
                    <a:pt x="4657698" y="1068738"/>
                  </a:lnTo>
                  <a:lnTo>
                    <a:pt x="4726608" y="1065735"/>
                  </a:lnTo>
                  <a:lnTo>
                    <a:pt x="4808334" y="1061709"/>
                  </a:lnTo>
                  <a:lnTo>
                    <a:pt x="4898704" y="1056635"/>
                  </a:lnTo>
                  <a:lnTo>
                    <a:pt x="4993264" y="1050523"/>
                  </a:lnTo>
                  <a:lnTo>
                    <a:pt x="5088018" y="1043400"/>
                  </a:lnTo>
                  <a:lnTo>
                    <a:pt x="5179881" y="1035278"/>
                  </a:lnTo>
                  <a:lnTo>
                    <a:pt x="5266810" y="1026143"/>
                  </a:lnTo>
                  <a:lnTo>
                    <a:pt x="5347730" y="1015941"/>
                  </a:lnTo>
                  <a:lnTo>
                    <a:pt x="5422333" y="1004574"/>
                  </a:lnTo>
                  <a:lnTo>
                    <a:pt x="5490868" y="991900"/>
                  </a:lnTo>
                  <a:lnTo>
                    <a:pt x="5553944" y="977738"/>
                  </a:lnTo>
                  <a:lnTo>
                    <a:pt x="5612378" y="961872"/>
                  </a:lnTo>
                  <a:lnTo>
                    <a:pt x="5667084" y="944073"/>
                  </a:lnTo>
                  <a:lnTo>
                    <a:pt x="5718984" y="924121"/>
                  </a:lnTo>
                  <a:lnTo>
                    <a:pt x="5768934" y="901859"/>
                  </a:lnTo>
                  <a:lnTo>
                    <a:pt x="5784835" y="894135"/>
                  </a:lnTo>
                  <a:lnTo>
                    <a:pt x="5833817" y="868462"/>
                  </a:lnTo>
                  <a:lnTo>
                    <a:pt x="5882322" y="840329"/>
                  </a:lnTo>
                  <a:lnTo>
                    <a:pt x="5930801" y="809693"/>
                  </a:lnTo>
                  <a:lnTo>
                    <a:pt x="5979577" y="776588"/>
                  </a:lnTo>
                  <a:lnTo>
                    <a:pt x="6028850" y="741128"/>
                  </a:lnTo>
                  <a:lnTo>
                    <a:pt x="6078720" y="703516"/>
                  </a:lnTo>
                  <a:lnTo>
                    <a:pt x="6129194" y="664042"/>
                  </a:lnTo>
                  <a:lnTo>
                    <a:pt x="6180199" y="623080"/>
                  </a:lnTo>
                  <a:lnTo>
                    <a:pt x="6231599" y="581073"/>
                  </a:lnTo>
                  <a:lnTo>
                    <a:pt x="6283214" y="538518"/>
                  </a:lnTo>
                  <a:lnTo>
                    <a:pt x="6334838" y="495938"/>
                  </a:lnTo>
                  <a:lnTo>
                    <a:pt x="6386267" y="453857"/>
                  </a:lnTo>
                  <a:lnTo>
                    <a:pt x="6437316" y="412775"/>
                  </a:lnTo>
                  <a:lnTo>
                    <a:pt x="6487845" y="373142"/>
                  </a:lnTo>
                  <a:lnTo>
                    <a:pt x="6537774" y="335337"/>
                  </a:lnTo>
                  <a:lnTo>
                    <a:pt x="6587102" y="299662"/>
                  </a:lnTo>
                  <a:lnTo>
                    <a:pt x="6635918" y="266325"/>
                  </a:lnTo>
                  <a:lnTo>
                    <a:pt x="6684414" y="235451"/>
                  </a:lnTo>
                  <a:lnTo>
                    <a:pt x="6732898" y="207079"/>
                  </a:lnTo>
                  <a:lnTo>
                    <a:pt x="6781812" y="181175"/>
                  </a:lnTo>
                  <a:lnTo>
                    <a:pt x="6786527" y="178827"/>
                  </a:lnTo>
                  <a:lnTo>
                    <a:pt x="6836005" y="155802"/>
                  </a:lnTo>
                  <a:lnTo>
                    <a:pt x="6887184" y="135113"/>
                  </a:lnTo>
                  <a:lnTo>
                    <a:pt x="6940880" y="116638"/>
                  </a:lnTo>
                  <a:lnTo>
                    <a:pt x="6998003" y="100171"/>
                  </a:lnTo>
                  <a:lnTo>
                    <a:pt x="7059478" y="85481"/>
                  </a:lnTo>
                  <a:lnTo>
                    <a:pt x="7126163" y="72346"/>
                  </a:lnTo>
                  <a:lnTo>
                    <a:pt x="7198751" y="60573"/>
                  </a:lnTo>
                  <a:lnTo>
                    <a:pt x="7277625" y="50007"/>
                  </a:lnTo>
                  <a:lnTo>
                    <a:pt x="7362681" y="40533"/>
                  </a:lnTo>
                  <a:lnTo>
                    <a:pt x="7453118" y="32086"/>
                  </a:lnTo>
                  <a:lnTo>
                    <a:pt x="7547223" y="24638"/>
                  </a:lnTo>
                  <a:lnTo>
                    <a:pt x="7642245" y="18196"/>
                  </a:lnTo>
                  <a:lnTo>
                    <a:pt x="7734452" y="12783"/>
                  </a:lnTo>
                  <a:lnTo>
                    <a:pt x="7819470" y="8418"/>
                  </a:lnTo>
                  <a:lnTo>
                    <a:pt x="7892939" y="5089"/>
                  </a:lnTo>
                  <a:lnTo>
                    <a:pt x="7951381" y="2735"/>
                  </a:lnTo>
                  <a:lnTo>
                    <a:pt x="7993022" y="1235"/>
                  </a:lnTo>
                  <a:lnTo>
                    <a:pt x="8018306" y="416"/>
                  </a:lnTo>
                  <a:lnTo>
                    <a:pt x="8029969" y="75"/>
                  </a:lnTo>
                  <a:lnTo>
                    <a:pt x="8032775" y="1"/>
                  </a:lnTo>
                  <a:lnTo>
                    <a:pt x="8032819" y="0"/>
                  </a:lnTo>
                  <a:lnTo>
                    <a:pt x="8554953" y="0"/>
                  </a:lnTo>
                  <a:lnTo>
                    <a:pt x="8554953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540" name="pl1540"/>
            <p:cNvSpPr/>
            <p:nvPr/>
          </p:nvSpPr>
          <p:spPr>
            <a:xfrm>
              <a:off x="386606" y="3901834"/>
              <a:ext cx="8554953" cy="1191553"/>
            </a:xfrm>
            <a:custGeom>
              <a:avLst/>
              <a:pathLst>
                <a:path w="8554953" h="1191553">
                  <a:moveTo>
                    <a:pt x="8554953" y="0"/>
                  </a:moveTo>
                  <a:lnTo>
                    <a:pt x="8032819" y="0"/>
                  </a:lnTo>
                  <a:lnTo>
                    <a:pt x="8031568" y="32"/>
                  </a:lnTo>
                  <a:lnTo>
                    <a:pt x="8023387" y="264"/>
                  </a:lnTo>
                  <a:lnTo>
                    <a:pt x="8002926" y="904"/>
                  </a:lnTo>
                  <a:lnTo>
                    <a:pt x="7966751" y="2163"/>
                  </a:lnTo>
                  <a:lnTo>
                    <a:pt x="7913664" y="4224"/>
                  </a:lnTo>
                  <a:lnTo>
                    <a:pt x="7844754" y="7227"/>
                  </a:lnTo>
                  <a:lnTo>
                    <a:pt x="7763028" y="11252"/>
                  </a:lnTo>
                  <a:lnTo>
                    <a:pt x="7672658" y="16327"/>
                  </a:lnTo>
                  <a:lnTo>
                    <a:pt x="7578098" y="22438"/>
                  </a:lnTo>
                  <a:lnTo>
                    <a:pt x="7483344" y="29562"/>
                  </a:lnTo>
                  <a:lnTo>
                    <a:pt x="7391481" y="37684"/>
                  </a:lnTo>
                  <a:lnTo>
                    <a:pt x="7304552" y="46819"/>
                  </a:lnTo>
                  <a:lnTo>
                    <a:pt x="7223632" y="57021"/>
                  </a:lnTo>
                  <a:lnTo>
                    <a:pt x="7149029" y="68388"/>
                  </a:lnTo>
                  <a:lnTo>
                    <a:pt x="7080494" y="81061"/>
                  </a:lnTo>
                  <a:lnTo>
                    <a:pt x="7017418" y="95224"/>
                  </a:lnTo>
                  <a:lnTo>
                    <a:pt x="6958983" y="111089"/>
                  </a:lnTo>
                  <a:lnTo>
                    <a:pt x="6904278" y="128888"/>
                  </a:lnTo>
                  <a:lnTo>
                    <a:pt x="6852378" y="148840"/>
                  </a:lnTo>
                  <a:lnTo>
                    <a:pt x="6802428" y="171102"/>
                  </a:lnTo>
                  <a:lnTo>
                    <a:pt x="6786527" y="178827"/>
                  </a:lnTo>
                  <a:lnTo>
                    <a:pt x="6737545" y="204499"/>
                  </a:lnTo>
                  <a:lnTo>
                    <a:pt x="6689040" y="232633"/>
                  </a:lnTo>
                  <a:lnTo>
                    <a:pt x="6640561" y="263268"/>
                  </a:lnTo>
                  <a:lnTo>
                    <a:pt x="6591785" y="296373"/>
                  </a:lnTo>
                  <a:lnTo>
                    <a:pt x="6542512" y="331833"/>
                  </a:lnTo>
                  <a:lnTo>
                    <a:pt x="6492642" y="369446"/>
                  </a:lnTo>
                  <a:lnTo>
                    <a:pt x="6442168" y="408920"/>
                  </a:lnTo>
                  <a:lnTo>
                    <a:pt x="6391163" y="449882"/>
                  </a:lnTo>
                  <a:lnTo>
                    <a:pt x="6339763" y="491888"/>
                  </a:lnTo>
                  <a:lnTo>
                    <a:pt x="6288148" y="534443"/>
                  </a:lnTo>
                  <a:lnTo>
                    <a:pt x="6236524" y="577023"/>
                  </a:lnTo>
                  <a:lnTo>
                    <a:pt x="6185095" y="619104"/>
                  </a:lnTo>
                  <a:lnTo>
                    <a:pt x="6134046" y="660186"/>
                  </a:lnTo>
                  <a:lnTo>
                    <a:pt x="6083517" y="699820"/>
                  </a:lnTo>
                  <a:lnTo>
                    <a:pt x="6033588" y="737624"/>
                  </a:lnTo>
                  <a:lnTo>
                    <a:pt x="5984260" y="773300"/>
                  </a:lnTo>
                  <a:lnTo>
                    <a:pt x="5935444" y="806636"/>
                  </a:lnTo>
                  <a:lnTo>
                    <a:pt x="5886948" y="837510"/>
                  </a:lnTo>
                  <a:lnTo>
                    <a:pt x="5838464" y="865882"/>
                  </a:lnTo>
                  <a:lnTo>
                    <a:pt x="5789550" y="891786"/>
                  </a:lnTo>
                  <a:lnTo>
                    <a:pt x="5784835" y="894135"/>
                  </a:lnTo>
                  <a:lnTo>
                    <a:pt x="5735357" y="917160"/>
                  </a:lnTo>
                  <a:lnTo>
                    <a:pt x="5684178" y="937848"/>
                  </a:lnTo>
                  <a:lnTo>
                    <a:pt x="5630482" y="956323"/>
                  </a:lnTo>
                  <a:lnTo>
                    <a:pt x="5573359" y="972790"/>
                  </a:lnTo>
                  <a:lnTo>
                    <a:pt x="5511884" y="987481"/>
                  </a:lnTo>
                  <a:lnTo>
                    <a:pt x="5445198" y="1000615"/>
                  </a:lnTo>
                  <a:lnTo>
                    <a:pt x="5372611" y="1012388"/>
                  </a:lnTo>
                  <a:lnTo>
                    <a:pt x="5293737" y="1022955"/>
                  </a:lnTo>
                  <a:lnTo>
                    <a:pt x="5208681" y="1032428"/>
                  </a:lnTo>
                  <a:lnTo>
                    <a:pt x="5118244" y="1040875"/>
                  </a:lnTo>
                  <a:lnTo>
                    <a:pt x="5024139" y="1048323"/>
                  </a:lnTo>
                  <a:lnTo>
                    <a:pt x="4929117" y="1054766"/>
                  </a:lnTo>
                  <a:lnTo>
                    <a:pt x="4836910" y="1060179"/>
                  </a:lnTo>
                  <a:lnTo>
                    <a:pt x="4751892" y="1064544"/>
                  </a:lnTo>
                  <a:lnTo>
                    <a:pt x="4678423" y="1067872"/>
                  </a:lnTo>
                  <a:lnTo>
                    <a:pt x="4619980" y="1070226"/>
                  </a:lnTo>
                  <a:lnTo>
                    <a:pt x="4578340" y="1071726"/>
                  </a:lnTo>
                  <a:lnTo>
                    <a:pt x="4553056" y="1072545"/>
                  </a:lnTo>
                  <a:lnTo>
                    <a:pt x="4541393" y="1072886"/>
                  </a:lnTo>
                  <a:lnTo>
                    <a:pt x="4538587" y="1072961"/>
                  </a:lnTo>
                  <a:lnTo>
                    <a:pt x="4538543" y="1072962"/>
                  </a:lnTo>
                  <a:lnTo>
                    <a:pt x="4016409" y="1072962"/>
                  </a:lnTo>
                  <a:lnTo>
                    <a:pt x="4015140" y="1072966"/>
                  </a:lnTo>
                  <a:lnTo>
                    <a:pt x="4006840" y="1072992"/>
                  </a:lnTo>
                  <a:lnTo>
                    <a:pt x="3986091" y="1073064"/>
                  </a:lnTo>
                  <a:lnTo>
                    <a:pt x="3949437" y="1073205"/>
                  </a:lnTo>
                  <a:lnTo>
                    <a:pt x="3895701" y="1073436"/>
                  </a:lnTo>
                  <a:lnTo>
                    <a:pt x="3826039" y="1073773"/>
                  </a:lnTo>
                  <a:lnTo>
                    <a:pt x="3743547" y="1074224"/>
                  </a:lnTo>
                  <a:lnTo>
                    <a:pt x="3652484" y="1074792"/>
                  </a:lnTo>
                  <a:lnTo>
                    <a:pt x="3557364" y="1075475"/>
                  </a:lnTo>
                  <a:lnTo>
                    <a:pt x="3462209" y="1076272"/>
                  </a:lnTo>
                  <a:lnTo>
                    <a:pt x="3370104" y="1077180"/>
                  </a:lnTo>
                  <a:lnTo>
                    <a:pt x="3283066" y="1078202"/>
                  </a:lnTo>
                  <a:lnTo>
                    <a:pt x="3202137" y="1079343"/>
                  </a:lnTo>
                  <a:lnTo>
                    <a:pt x="3127585" y="1080615"/>
                  </a:lnTo>
                  <a:lnTo>
                    <a:pt x="3059129" y="1082034"/>
                  </a:lnTo>
                  <a:lnTo>
                    <a:pt x="2996131" y="1083621"/>
                  </a:lnTo>
                  <a:lnTo>
                    <a:pt x="2937749" y="1085400"/>
                  </a:lnTo>
                  <a:lnTo>
                    <a:pt x="2883053" y="1087398"/>
                  </a:lnTo>
                  <a:lnTo>
                    <a:pt x="2831108" y="1089637"/>
                  </a:lnTo>
                  <a:lnTo>
                    <a:pt x="2781058" y="1092136"/>
                  </a:lnTo>
                  <a:lnTo>
                    <a:pt x="2770117" y="1092727"/>
                  </a:lnTo>
                  <a:lnTo>
                    <a:pt x="2715941" y="1095884"/>
                  </a:lnTo>
                  <a:lnTo>
                    <a:pt x="2662287" y="1099374"/>
                  </a:lnTo>
                  <a:lnTo>
                    <a:pt x="2608569" y="1103203"/>
                  </a:lnTo>
                  <a:lnTo>
                    <a:pt x="2554397" y="1107362"/>
                  </a:lnTo>
                  <a:lnTo>
                    <a:pt x="2499550" y="1111830"/>
                  </a:lnTo>
                  <a:lnTo>
                    <a:pt x="2443957" y="1116570"/>
                  </a:lnTo>
                  <a:lnTo>
                    <a:pt x="2387674" y="1121530"/>
                  </a:lnTo>
                  <a:lnTo>
                    <a:pt x="2330859" y="1126647"/>
                  </a:lnTo>
                  <a:lnTo>
                    <a:pt x="2273747" y="1131849"/>
                  </a:lnTo>
                  <a:lnTo>
                    <a:pt x="2216613" y="1137057"/>
                  </a:lnTo>
                  <a:lnTo>
                    <a:pt x="2159735" y="1142192"/>
                  </a:lnTo>
                  <a:lnTo>
                    <a:pt x="2103355" y="1147181"/>
                  </a:lnTo>
                  <a:lnTo>
                    <a:pt x="2047647" y="1151959"/>
                  </a:lnTo>
                  <a:lnTo>
                    <a:pt x="1992685" y="1156472"/>
                  </a:lnTo>
                  <a:lnTo>
                    <a:pt x="1938418" y="1160682"/>
                  </a:lnTo>
                  <a:lnTo>
                    <a:pt x="1884650" y="1164563"/>
                  </a:lnTo>
                  <a:lnTo>
                    <a:pt x="1831019" y="1168107"/>
                  </a:lnTo>
                  <a:lnTo>
                    <a:pt x="1776972" y="1171315"/>
                  </a:lnTo>
                  <a:lnTo>
                    <a:pt x="1768425" y="1171788"/>
                  </a:lnTo>
                  <a:lnTo>
                    <a:pt x="1718694" y="1174345"/>
                  </a:lnTo>
                  <a:lnTo>
                    <a:pt x="1667240" y="1176641"/>
                  </a:lnTo>
                  <a:lnTo>
                    <a:pt x="1613235" y="1178690"/>
                  </a:lnTo>
                  <a:lnTo>
                    <a:pt x="1555754" y="1180516"/>
                  </a:lnTo>
                  <a:lnTo>
                    <a:pt x="1493860" y="1182143"/>
                  </a:lnTo>
                  <a:lnTo>
                    <a:pt x="1426681" y="1183598"/>
                  </a:lnTo>
                  <a:lnTo>
                    <a:pt x="1353524" y="1184901"/>
                  </a:lnTo>
                  <a:lnTo>
                    <a:pt x="1274012" y="1186070"/>
                  </a:lnTo>
                  <a:lnTo>
                    <a:pt x="1188272" y="1187117"/>
                  </a:lnTo>
                  <a:lnTo>
                    <a:pt x="1097156" y="1188050"/>
                  </a:lnTo>
                  <a:lnTo>
                    <a:pt x="1002450" y="1188872"/>
                  </a:lnTo>
                  <a:lnTo>
                    <a:pt x="907003" y="1189581"/>
                  </a:lnTo>
                  <a:lnTo>
                    <a:pt x="814655" y="1190175"/>
                  </a:lnTo>
                  <a:lnTo>
                    <a:pt x="729867" y="1190652"/>
                  </a:lnTo>
                  <a:lnTo>
                    <a:pt x="657031" y="1191013"/>
                  </a:lnTo>
                  <a:lnTo>
                    <a:pt x="599577" y="1191267"/>
                  </a:lnTo>
                  <a:lnTo>
                    <a:pt x="559144" y="1191426"/>
                  </a:lnTo>
                  <a:lnTo>
                    <a:pt x="535083" y="1191512"/>
                  </a:lnTo>
                  <a:lnTo>
                    <a:pt x="524421" y="1191546"/>
                  </a:lnTo>
                  <a:lnTo>
                    <a:pt x="522147" y="1191553"/>
                  </a:lnTo>
                  <a:lnTo>
                    <a:pt x="522133" y="1191553"/>
                  </a:lnTo>
                  <a:lnTo>
                    <a:pt x="0" y="1191553"/>
                  </a:lnTo>
                  <a:lnTo>
                    <a:pt x="0" y="1191553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541" name="pg1541"/>
            <p:cNvSpPr/>
            <p:nvPr/>
          </p:nvSpPr>
          <p:spPr>
            <a:xfrm>
              <a:off x="386606" y="3252409"/>
              <a:ext cx="8554953" cy="2896998"/>
            </a:xfrm>
            <a:custGeom>
              <a:avLst/>
              <a:pathLst>
                <a:path w="8554953" h="2896998">
                  <a:moveTo>
                    <a:pt x="0" y="1886155"/>
                  </a:moveTo>
                  <a:lnTo>
                    <a:pt x="522133" y="1886155"/>
                  </a:lnTo>
                  <a:lnTo>
                    <a:pt x="523386" y="1886185"/>
                  </a:lnTo>
                  <a:lnTo>
                    <a:pt x="531580" y="1886404"/>
                  </a:lnTo>
                  <a:lnTo>
                    <a:pt x="552074" y="1887009"/>
                  </a:lnTo>
                  <a:lnTo>
                    <a:pt x="588302" y="1888196"/>
                  </a:lnTo>
                  <a:lnTo>
                    <a:pt x="641462" y="1890141"/>
                  </a:lnTo>
                  <a:lnTo>
                    <a:pt x="710457" y="1892975"/>
                  </a:lnTo>
                  <a:lnTo>
                    <a:pt x="792269" y="1896773"/>
                  </a:lnTo>
                  <a:lnTo>
                    <a:pt x="882718" y="1901560"/>
                  </a:lnTo>
                  <a:lnTo>
                    <a:pt x="977340" y="1907326"/>
                  </a:lnTo>
                  <a:lnTo>
                    <a:pt x="1072140" y="1914046"/>
                  </a:lnTo>
                  <a:lnTo>
                    <a:pt x="1164031" y="1921708"/>
                  </a:lnTo>
                  <a:lnTo>
                    <a:pt x="1250973" y="1930326"/>
                  </a:lnTo>
                  <a:lnTo>
                    <a:pt x="1331894" y="1939950"/>
                  </a:lnTo>
                  <a:lnTo>
                    <a:pt x="1406491" y="1950673"/>
                  </a:lnTo>
                  <a:lnTo>
                    <a:pt x="1475018" y="1962631"/>
                  </a:lnTo>
                  <a:lnTo>
                    <a:pt x="1538085" y="1975994"/>
                  </a:lnTo>
                  <a:lnTo>
                    <a:pt x="1596513" y="1990966"/>
                  </a:lnTo>
                  <a:lnTo>
                    <a:pt x="1651217" y="2007763"/>
                  </a:lnTo>
                  <a:lnTo>
                    <a:pt x="1703122" y="2026593"/>
                  </a:lnTo>
                  <a:lnTo>
                    <a:pt x="1753083" y="2047603"/>
                  </a:lnTo>
                  <a:lnTo>
                    <a:pt x="1768425" y="2054629"/>
                  </a:lnTo>
                  <a:lnTo>
                    <a:pt x="1817881" y="2079061"/>
                  </a:lnTo>
                  <a:lnTo>
                    <a:pt x="1866854" y="2105858"/>
                  </a:lnTo>
                  <a:lnTo>
                    <a:pt x="1915809" y="2135059"/>
                  </a:lnTo>
                  <a:lnTo>
                    <a:pt x="1965073" y="2166629"/>
                  </a:lnTo>
                  <a:lnTo>
                    <a:pt x="2014851" y="2200455"/>
                  </a:lnTo>
                  <a:lnTo>
                    <a:pt x="2065239" y="2236337"/>
                  </a:lnTo>
                  <a:lnTo>
                    <a:pt x="2116241" y="2273988"/>
                  </a:lnTo>
                  <a:lnTo>
                    <a:pt x="2167776" y="2313041"/>
                  </a:lnTo>
                  <a:lnTo>
                    <a:pt x="2219701" y="2353061"/>
                  </a:lnTo>
                  <a:lnTo>
                    <a:pt x="2271827" y="2393565"/>
                  </a:lnTo>
                  <a:lnTo>
                    <a:pt x="2323943" y="2434044"/>
                  </a:lnTo>
                  <a:lnTo>
                    <a:pt x="2375837" y="2473990"/>
                  </a:lnTo>
                  <a:lnTo>
                    <a:pt x="2427326" y="2512924"/>
                  </a:lnTo>
                  <a:lnTo>
                    <a:pt x="2478269" y="2550417"/>
                  </a:lnTo>
                  <a:lnTo>
                    <a:pt x="2528596" y="2586108"/>
                  </a:lnTo>
                  <a:lnTo>
                    <a:pt x="2578318" y="2619721"/>
                  </a:lnTo>
                  <a:lnTo>
                    <a:pt x="2627541" y="2651062"/>
                  </a:lnTo>
                  <a:lnTo>
                    <a:pt x="2676481" y="2680027"/>
                  </a:lnTo>
                  <a:lnTo>
                    <a:pt x="2725479" y="2706590"/>
                  </a:lnTo>
                  <a:lnTo>
                    <a:pt x="2770117" y="2728524"/>
                  </a:lnTo>
                  <a:lnTo>
                    <a:pt x="2819623" y="2750228"/>
                  </a:lnTo>
                  <a:lnTo>
                    <a:pt x="2870834" y="2769728"/>
                  </a:lnTo>
                  <a:lnTo>
                    <a:pt x="2924565" y="2787140"/>
                  </a:lnTo>
                  <a:lnTo>
                    <a:pt x="2981728" y="2802659"/>
                  </a:lnTo>
                  <a:lnTo>
                    <a:pt x="3043250" y="2816503"/>
                  </a:lnTo>
                  <a:lnTo>
                    <a:pt x="3109991" y="2828880"/>
                  </a:lnTo>
                  <a:lnTo>
                    <a:pt x="3182642" y="2839973"/>
                  </a:lnTo>
                  <a:lnTo>
                    <a:pt x="3261587" y="2849929"/>
                  </a:lnTo>
                  <a:lnTo>
                    <a:pt x="3346721" y="2858854"/>
                  </a:lnTo>
                  <a:lnTo>
                    <a:pt x="3437235" y="2866812"/>
                  </a:lnTo>
                  <a:lnTo>
                    <a:pt x="3531407" y="2873827"/>
                  </a:lnTo>
                  <a:lnTo>
                    <a:pt x="3626478" y="2879893"/>
                  </a:lnTo>
                  <a:lnTo>
                    <a:pt x="3718702" y="2884989"/>
                  </a:lnTo>
                  <a:lnTo>
                    <a:pt x="3803695" y="2889096"/>
                  </a:lnTo>
                  <a:lnTo>
                    <a:pt x="3877094" y="2892226"/>
                  </a:lnTo>
                  <a:lnTo>
                    <a:pt x="3935427" y="2894437"/>
                  </a:lnTo>
                  <a:lnTo>
                    <a:pt x="3976932" y="2895845"/>
                  </a:lnTo>
                  <a:lnTo>
                    <a:pt x="4002078" y="2896611"/>
                  </a:lnTo>
                  <a:lnTo>
                    <a:pt x="4013626" y="2896929"/>
                  </a:lnTo>
                  <a:lnTo>
                    <a:pt x="4016409" y="2896998"/>
                  </a:lnTo>
                  <a:lnTo>
                    <a:pt x="4538543" y="2896998"/>
                  </a:lnTo>
                  <a:lnTo>
                    <a:pt x="4539689" y="2896918"/>
                  </a:lnTo>
                  <a:lnTo>
                    <a:pt x="4547200" y="2896348"/>
                  </a:lnTo>
                  <a:lnTo>
                    <a:pt x="4566043" y="2894771"/>
                  </a:lnTo>
                  <a:lnTo>
                    <a:pt x="4599498" y="2891670"/>
                  </a:lnTo>
                  <a:lnTo>
                    <a:pt x="4648881" y="2886580"/>
                  </a:lnTo>
                  <a:lnTo>
                    <a:pt x="4713460" y="2879141"/>
                  </a:lnTo>
                  <a:lnTo>
                    <a:pt x="4790721" y="2869130"/>
                  </a:lnTo>
                  <a:lnTo>
                    <a:pt x="4876984" y="2856459"/>
                  </a:lnTo>
                  <a:lnTo>
                    <a:pt x="4968159" y="2841143"/>
                  </a:lnTo>
                  <a:lnTo>
                    <a:pt x="5060436" y="2823240"/>
                  </a:lnTo>
                  <a:lnTo>
                    <a:pt x="5150734" y="2802797"/>
                  </a:lnTo>
                  <a:lnTo>
                    <a:pt x="5236894" y="2779805"/>
                  </a:lnTo>
                  <a:lnTo>
                    <a:pt x="5317650" y="2754165"/>
                  </a:lnTo>
                  <a:lnTo>
                    <a:pt x="5392488" y="2725676"/>
                  </a:lnTo>
                  <a:lnTo>
                    <a:pt x="5461461" y="2694031"/>
                  </a:lnTo>
                  <a:lnTo>
                    <a:pt x="5525005" y="2658820"/>
                  </a:lnTo>
                  <a:lnTo>
                    <a:pt x="5583796" y="2619548"/>
                  </a:lnTo>
                  <a:lnTo>
                    <a:pt x="5638639" y="2575660"/>
                  </a:lnTo>
                  <a:lnTo>
                    <a:pt x="5690384" y="2526590"/>
                  </a:lnTo>
                  <a:lnTo>
                    <a:pt x="5739855" y="2471846"/>
                  </a:lnTo>
                  <a:lnTo>
                    <a:pt x="5784835" y="2415106"/>
                  </a:lnTo>
                  <a:lnTo>
                    <a:pt x="5821771" y="2363640"/>
                  </a:lnTo>
                  <a:lnTo>
                    <a:pt x="5858364" y="2308444"/>
                  </a:lnTo>
                  <a:lnTo>
                    <a:pt x="5894828" y="2249441"/>
                  </a:lnTo>
                  <a:lnTo>
                    <a:pt x="5931334" y="2186616"/>
                  </a:lnTo>
                  <a:lnTo>
                    <a:pt x="5968013" y="2120016"/>
                  </a:lnTo>
                  <a:lnTo>
                    <a:pt x="6004953" y="2049763"/>
                  </a:lnTo>
                  <a:lnTo>
                    <a:pt x="6042215" y="1976051"/>
                  </a:lnTo>
                  <a:lnTo>
                    <a:pt x="6079822" y="1899155"/>
                  </a:lnTo>
                  <a:lnTo>
                    <a:pt x="6117772" y="1819422"/>
                  </a:lnTo>
                  <a:lnTo>
                    <a:pt x="6156037" y="1737275"/>
                  </a:lnTo>
                  <a:lnTo>
                    <a:pt x="6194567" y="1653198"/>
                  </a:lnTo>
                  <a:lnTo>
                    <a:pt x="6233296" y="1567729"/>
                  </a:lnTo>
                  <a:lnTo>
                    <a:pt x="6272142" y="1481447"/>
                  </a:lnTo>
                  <a:lnTo>
                    <a:pt x="6311020" y="1394953"/>
                  </a:lnTo>
                  <a:lnTo>
                    <a:pt x="6349840" y="1308855"/>
                  </a:lnTo>
                  <a:lnTo>
                    <a:pt x="6388517" y="1223750"/>
                  </a:lnTo>
                  <a:lnTo>
                    <a:pt x="6426973" y="1140203"/>
                  </a:lnTo>
                  <a:lnTo>
                    <a:pt x="6465147" y="1058741"/>
                  </a:lnTo>
                  <a:lnTo>
                    <a:pt x="6502995" y="979828"/>
                  </a:lnTo>
                  <a:lnTo>
                    <a:pt x="6540496" y="903865"/>
                  </a:lnTo>
                  <a:lnTo>
                    <a:pt x="6577655" y="831178"/>
                  </a:lnTo>
                  <a:lnTo>
                    <a:pt x="6614509" y="762016"/>
                  </a:lnTo>
                  <a:lnTo>
                    <a:pt x="6651124" y="696553"/>
                  </a:lnTo>
                  <a:lnTo>
                    <a:pt x="6687602" y="634886"/>
                  </a:lnTo>
                  <a:lnTo>
                    <a:pt x="6724085" y="577044"/>
                  </a:lnTo>
                  <a:lnTo>
                    <a:pt x="6760756" y="522991"/>
                  </a:lnTo>
                  <a:lnTo>
                    <a:pt x="6786527" y="487539"/>
                  </a:lnTo>
                  <a:lnTo>
                    <a:pt x="6834534" y="427220"/>
                  </a:lnTo>
                  <a:lnTo>
                    <a:pt x="6884124" y="372840"/>
                  </a:lnTo>
                  <a:lnTo>
                    <a:pt x="6936037" y="324108"/>
                  </a:lnTo>
                  <a:lnTo>
                    <a:pt x="6991101" y="280524"/>
                  </a:lnTo>
                  <a:lnTo>
                    <a:pt x="7050165" y="241520"/>
                  </a:lnTo>
                  <a:lnTo>
                    <a:pt x="7114029" y="206545"/>
                  </a:lnTo>
                  <a:lnTo>
                    <a:pt x="7183357" y="175107"/>
                  </a:lnTo>
                  <a:lnTo>
                    <a:pt x="7258568" y="146803"/>
                  </a:lnTo>
                  <a:lnTo>
                    <a:pt x="7339682" y="121333"/>
                  </a:lnTo>
                  <a:lnTo>
                    <a:pt x="7426144" y="98502"/>
                  </a:lnTo>
                  <a:lnTo>
                    <a:pt x="7516639" y="78217"/>
                  </a:lnTo>
                  <a:lnTo>
                    <a:pt x="7608946" y="60473"/>
                  </a:lnTo>
                  <a:lnTo>
                    <a:pt x="7699932" y="45319"/>
                  </a:lnTo>
                  <a:lnTo>
                    <a:pt x="7785754" y="32815"/>
                  </a:lnTo>
                  <a:lnTo>
                    <a:pt x="7862325" y="22967"/>
                  </a:lnTo>
                  <a:lnTo>
                    <a:pt x="7926015" y="15682"/>
                  </a:lnTo>
                  <a:lnTo>
                    <a:pt x="7974408" y="10728"/>
                  </a:lnTo>
                  <a:lnTo>
                    <a:pt x="8006894" y="7737"/>
                  </a:lnTo>
                  <a:lnTo>
                    <a:pt x="8024917" y="6238"/>
                  </a:lnTo>
                  <a:lnTo>
                    <a:pt x="8031871" y="5713"/>
                  </a:lnTo>
                  <a:lnTo>
                    <a:pt x="8032819" y="5647"/>
                  </a:lnTo>
                  <a:lnTo>
                    <a:pt x="8554953" y="5647"/>
                  </a:lnTo>
                  <a:lnTo>
                    <a:pt x="8554953" y="0"/>
                  </a:lnTo>
                  <a:lnTo>
                    <a:pt x="8032819" y="0"/>
                  </a:lnTo>
                  <a:lnTo>
                    <a:pt x="8031673" y="79"/>
                  </a:lnTo>
                  <a:lnTo>
                    <a:pt x="8024162" y="650"/>
                  </a:lnTo>
                  <a:lnTo>
                    <a:pt x="8005319" y="2227"/>
                  </a:lnTo>
                  <a:lnTo>
                    <a:pt x="7971864" y="5328"/>
                  </a:lnTo>
                  <a:lnTo>
                    <a:pt x="7922481" y="10417"/>
                  </a:lnTo>
                  <a:lnTo>
                    <a:pt x="7857902" y="17856"/>
                  </a:lnTo>
                  <a:lnTo>
                    <a:pt x="7780641" y="27868"/>
                  </a:lnTo>
                  <a:lnTo>
                    <a:pt x="7694378" y="40539"/>
                  </a:lnTo>
                  <a:lnTo>
                    <a:pt x="7603203" y="55855"/>
                  </a:lnTo>
                  <a:lnTo>
                    <a:pt x="7510926" y="73758"/>
                  </a:lnTo>
                  <a:lnTo>
                    <a:pt x="7420628" y="94201"/>
                  </a:lnTo>
                  <a:lnTo>
                    <a:pt x="7334468" y="117193"/>
                  </a:lnTo>
                  <a:lnTo>
                    <a:pt x="7253712" y="142832"/>
                  </a:lnTo>
                  <a:lnTo>
                    <a:pt x="7178873" y="171321"/>
                  </a:lnTo>
                  <a:lnTo>
                    <a:pt x="7109901" y="202967"/>
                  </a:lnTo>
                  <a:lnTo>
                    <a:pt x="7046357" y="238178"/>
                  </a:lnTo>
                  <a:lnTo>
                    <a:pt x="6987566" y="277449"/>
                  </a:lnTo>
                  <a:lnTo>
                    <a:pt x="6932723" y="321337"/>
                  </a:lnTo>
                  <a:lnTo>
                    <a:pt x="6880978" y="370408"/>
                  </a:lnTo>
                  <a:lnTo>
                    <a:pt x="6831507" y="425152"/>
                  </a:lnTo>
                  <a:lnTo>
                    <a:pt x="6786527" y="481891"/>
                  </a:lnTo>
                  <a:lnTo>
                    <a:pt x="6749591" y="533358"/>
                  </a:lnTo>
                  <a:lnTo>
                    <a:pt x="6712998" y="588554"/>
                  </a:lnTo>
                  <a:lnTo>
                    <a:pt x="6676534" y="647557"/>
                  </a:lnTo>
                  <a:lnTo>
                    <a:pt x="6640027" y="710382"/>
                  </a:lnTo>
                  <a:lnTo>
                    <a:pt x="6603349" y="776982"/>
                  </a:lnTo>
                  <a:lnTo>
                    <a:pt x="6566408" y="847235"/>
                  </a:lnTo>
                  <a:lnTo>
                    <a:pt x="6529147" y="920947"/>
                  </a:lnTo>
                  <a:lnTo>
                    <a:pt x="6491540" y="997843"/>
                  </a:lnTo>
                  <a:lnTo>
                    <a:pt x="6453590" y="1077576"/>
                  </a:lnTo>
                  <a:lnTo>
                    <a:pt x="6415325" y="1159723"/>
                  </a:lnTo>
                  <a:lnTo>
                    <a:pt x="6376795" y="1243800"/>
                  </a:lnTo>
                  <a:lnTo>
                    <a:pt x="6338066" y="1329269"/>
                  </a:lnTo>
                  <a:lnTo>
                    <a:pt x="6299219" y="1415551"/>
                  </a:lnTo>
                  <a:lnTo>
                    <a:pt x="6260342" y="1502045"/>
                  </a:lnTo>
                  <a:lnTo>
                    <a:pt x="6221522" y="1588142"/>
                  </a:lnTo>
                  <a:lnTo>
                    <a:pt x="6182845" y="1673248"/>
                  </a:lnTo>
                  <a:lnTo>
                    <a:pt x="6144389" y="1756794"/>
                  </a:lnTo>
                  <a:lnTo>
                    <a:pt x="6106215" y="1838257"/>
                  </a:lnTo>
                  <a:lnTo>
                    <a:pt x="6068367" y="1917170"/>
                  </a:lnTo>
                  <a:lnTo>
                    <a:pt x="6030866" y="1993133"/>
                  </a:lnTo>
                  <a:lnTo>
                    <a:pt x="5993707" y="2065820"/>
                  </a:lnTo>
                  <a:lnTo>
                    <a:pt x="5956853" y="2134981"/>
                  </a:lnTo>
                  <a:lnTo>
                    <a:pt x="5920238" y="2200444"/>
                  </a:lnTo>
                  <a:lnTo>
                    <a:pt x="5883760" y="2262111"/>
                  </a:lnTo>
                  <a:lnTo>
                    <a:pt x="5847277" y="2319954"/>
                  </a:lnTo>
                  <a:lnTo>
                    <a:pt x="5810605" y="2374007"/>
                  </a:lnTo>
                  <a:lnTo>
                    <a:pt x="5784835" y="2409459"/>
                  </a:lnTo>
                  <a:lnTo>
                    <a:pt x="5736828" y="2469778"/>
                  </a:lnTo>
                  <a:lnTo>
                    <a:pt x="5687238" y="2524158"/>
                  </a:lnTo>
                  <a:lnTo>
                    <a:pt x="5635325" y="2572890"/>
                  </a:lnTo>
                  <a:lnTo>
                    <a:pt x="5580261" y="2616474"/>
                  </a:lnTo>
                  <a:lnTo>
                    <a:pt x="5521197" y="2655477"/>
                  </a:lnTo>
                  <a:lnTo>
                    <a:pt x="5457333" y="2690453"/>
                  </a:lnTo>
                  <a:lnTo>
                    <a:pt x="5388005" y="2721891"/>
                  </a:lnTo>
                  <a:lnTo>
                    <a:pt x="5312794" y="2750194"/>
                  </a:lnTo>
                  <a:lnTo>
                    <a:pt x="5231680" y="2775665"/>
                  </a:lnTo>
                  <a:lnTo>
                    <a:pt x="5145218" y="2798496"/>
                  </a:lnTo>
                  <a:lnTo>
                    <a:pt x="5054723" y="2818781"/>
                  </a:lnTo>
                  <a:lnTo>
                    <a:pt x="4962416" y="2836525"/>
                  </a:lnTo>
                  <a:lnTo>
                    <a:pt x="4871430" y="2851678"/>
                  </a:lnTo>
                  <a:lnTo>
                    <a:pt x="4785608" y="2864183"/>
                  </a:lnTo>
                  <a:lnTo>
                    <a:pt x="4709037" y="2874031"/>
                  </a:lnTo>
                  <a:lnTo>
                    <a:pt x="4645347" y="2881316"/>
                  </a:lnTo>
                  <a:lnTo>
                    <a:pt x="4596954" y="2886269"/>
                  </a:lnTo>
                  <a:lnTo>
                    <a:pt x="4564468" y="2889261"/>
                  </a:lnTo>
                  <a:lnTo>
                    <a:pt x="4546445" y="2890760"/>
                  </a:lnTo>
                  <a:lnTo>
                    <a:pt x="4539491" y="2891285"/>
                  </a:lnTo>
                  <a:lnTo>
                    <a:pt x="4538543" y="2891351"/>
                  </a:lnTo>
                  <a:lnTo>
                    <a:pt x="4016409" y="2891351"/>
                  </a:lnTo>
                  <a:lnTo>
                    <a:pt x="4015156" y="2891320"/>
                  </a:lnTo>
                  <a:lnTo>
                    <a:pt x="4006962" y="2891102"/>
                  </a:lnTo>
                  <a:lnTo>
                    <a:pt x="3986468" y="2890497"/>
                  </a:lnTo>
                  <a:lnTo>
                    <a:pt x="3950240" y="2889310"/>
                  </a:lnTo>
                  <a:lnTo>
                    <a:pt x="3897080" y="2887365"/>
                  </a:lnTo>
                  <a:lnTo>
                    <a:pt x="3828085" y="2884531"/>
                  </a:lnTo>
                  <a:lnTo>
                    <a:pt x="3746273" y="2880733"/>
                  </a:lnTo>
                  <a:lnTo>
                    <a:pt x="3655824" y="2875945"/>
                  </a:lnTo>
                  <a:lnTo>
                    <a:pt x="3561202" y="2870180"/>
                  </a:lnTo>
                  <a:lnTo>
                    <a:pt x="3466402" y="2863460"/>
                  </a:lnTo>
                  <a:lnTo>
                    <a:pt x="3374511" y="2855798"/>
                  </a:lnTo>
                  <a:lnTo>
                    <a:pt x="3287569" y="2847180"/>
                  </a:lnTo>
                  <a:lnTo>
                    <a:pt x="3206649" y="2837556"/>
                  </a:lnTo>
                  <a:lnTo>
                    <a:pt x="3132051" y="2826832"/>
                  </a:lnTo>
                  <a:lnTo>
                    <a:pt x="3063524" y="2814875"/>
                  </a:lnTo>
                  <a:lnTo>
                    <a:pt x="3000457" y="2801512"/>
                  </a:lnTo>
                  <a:lnTo>
                    <a:pt x="2942029" y="2786540"/>
                  </a:lnTo>
                  <a:lnTo>
                    <a:pt x="2887325" y="2769743"/>
                  </a:lnTo>
                  <a:lnTo>
                    <a:pt x="2835420" y="2750913"/>
                  </a:lnTo>
                  <a:lnTo>
                    <a:pt x="2785460" y="2729903"/>
                  </a:lnTo>
                  <a:lnTo>
                    <a:pt x="2770117" y="2722877"/>
                  </a:lnTo>
                  <a:lnTo>
                    <a:pt x="2720661" y="2698444"/>
                  </a:lnTo>
                  <a:lnTo>
                    <a:pt x="2671689" y="2671647"/>
                  </a:lnTo>
                  <a:lnTo>
                    <a:pt x="2622733" y="2642447"/>
                  </a:lnTo>
                  <a:lnTo>
                    <a:pt x="2573469" y="2610877"/>
                  </a:lnTo>
                  <a:lnTo>
                    <a:pt x="2523691" y="2577051"/>
                  </a:lnTo>
                  <a:lnTo>
                    <a:pt x="2473303" y="2541169"/>
                  </a:lnTo>
                  <a:lnTo>
                    <a:pt x="2422301" y="2503518"/>
                  </a:lnTo>
                  <a:lnTo>
                    <a:pt x="2370766" y="2464465"/>
                  </a:lnTo>
                  <a:lnTo>
                    <a:pt x="2318841" y="2424445"/>
                  </a:lnTo>
                  <a:lnTo>
                    <a:pt x="2266715" y="2383941"/>
                  </a:lnTo>
                  <a:lnTo>
                    <a:pt x="2214600" y="2343462"/>
                  </a:lnTo>
                  <a:lnTo>
                    <a:pt x="2162705" y="2303515"/>
                  </a:lnTo>
                  <a:lnTo>
                    <a:pt x="2111217" y="2264582"/>
                  </a:lnTo>
                  <a:lnTo>
                    <a:pt x="2060273" y="2227089"/>
                  </a:lnTo>
                  <a:lnTo>
                    <a:pt x="2009946" y="2191397"/>
                  </a:lnTo>
                  <a:lnTo>
                    <a:pt x="1960224" y="2157785"/>
                  </a:lnTo>
                  <a:lnTo>
                    <a:pt x="1911001" y="2126444"/>
                  </a:lnTo>
                  <a:lnTo>
                    <a:pt x="1862061" y="2097479"/>
                  </a:lnTo>
                  <a:lnTo>
                    <a:pt x="1813063" y="2070916"/>
                  </a:lnTo>
                  <a:lnTo>
                    <a:pt x="1768425" y="2048981"/>
                  </a:lnTo>
                  <a:lnTo>
                    <a:pt x="1718919" y="2027278"/>
                  </a:lnTo>
                  <a:lnTo>
                    <a:pt x="1667709" y="2007778"/>
                  </a:lnTo>
                  <a:lnTo>
                    <a:pt x="1613978" y="1990365"/>
                  </a:lnTo>
                  <a:lnTo>
                    <a:pt x="1556814" y="1974846"/>
                  </a:lnTo>
                  <a:lnTo>
                    <a:pt x="1495293" y="1961003"/>
                  </a:lnTo>
                  <a:lnTo>
                    <a:pt x="1428552" y="1948626"/>
                  </a:lnTo>
                  <a:lnTo>
                    <a:pt x="1355900" y="1937533"/>
                  </a:lnTo>
                  <a:lnTo>
                    <a:pt x="1276955" y="1927577"/>
                  </a:lnTo>
                  <a:lnTo>
                    <a:pt x="1191821" y="1918652"/>
                  </a:lnTo>
                  <a:lnTo>
                    <a:pt x="1101308" y="1910694"/>
                  </a:lnTo>
                  <a:lnTo>
                    <a:pt x="1007135" y="1903679"/>
                  </a:lnTo>
                  <a:lnTo>
                    <a:pt x="912064" y="1897612"/>
                  </a:lnTo>
                  <a:lnTo>
                    <a:pt x="819840" y="1892517"/>
                  </a:lnTo>
                  <a:lnTo>
                    <a:pt x="734847" y="1888410"/>
                  </a:lnTo>
                  <a:lnTo>
                    <a:pt x="661448" y="1885280"/>
                  </a:lnTo>
                  <a:lnTo>
                    <a:pt x="603116" y="1883068"/>
                  </a:lnTo>
                  <a:lnTo>
                    <a:pt x="561610" y="1881661"/>
                  </a:lnTo>
                  <a:lnTo>
                    <a:pt x="536465" y="1880895"/>
                  </a:lnTo>
                  <a:lnTo>
                    <a:pt x="524916" y="1880577"/>
                  </a:lnTo>
                  <a:lnTo>
                    <a:pt x="522133" y="1880507"/>
                  </a:lnTo>
                  <a:lnTo>
                    <a:pt x="0" y="1880507"/>
                  </a:lnTo>
                  <a:close/>
                </a:path>
              </a:pathLst>
            </a:custGeom>
            <a:solidFill>
              <a:srgbClr val="8BC34A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1542" name="pl1542"/>
            <p:cNvSpPr/>
            <p:nvPr/>
          </p:nvSpPr>
          <p:spPr>
            <a:xfrm>
              <a:off x="386606" y="3258057"/>
              <a:ext cx="8554953" cy="2891351"/>
            </a:xfrm>
            <a:custGeom>
              <a:avLst/>
              <a:pathLst>
                <a:path w="8554953" h="2891351">
                  <a:moveTo>
                    <a:pt x="0" y="1880507"/>
                  </a:moveTo>
                  <a:lnTo>
                    <a:pt x="522133" y="1880507"/>
                  </a:lnTo>
                  <a:lnTo>
                    <a:pt x="523386" y="1880538"/>
                  </a:lnTo>
                  <a:lnTo>
                    <a:pt x="531580" y="1880757"/>
                  </a:lnTo>
                  <a:lnTo>
                    <a:pt x="552074" y="1881361"/>
                  </a:lnTo>
                  <a:lnTo>
                    <a:pt x="588302" y="1882549"/>
                  </a:lnTo>
                  <a:lnTo>
                    <a:pt x="641462" y="1884494"/>
                  </a:lnTo>
                  <a:lnTo>
                    <a:pt x="710457" y="1887327"/>
                  </a:lnTo>
                  <a:lnTo>
                    <a:pt x="792269" y="1891126"/>
                  </a:lnTo>
                  <a:lnTo>
                    <a:pt x="882718" y="1895913"/>
                  </a:lnTo>
                  <a:lnTo>
                    <a:pt x="977340" y="1901679"/>
                  </a:lnTo>
                  <a:lnTo>
                    <a:pt x="1072140" y="1908399"/>
                  </a:lnTo>
                  <a:lnTo>
                    <a:pt x="1164031" y="1916061"/>
                  </a:lnTo>
                  <a:lnTo>
                    <a:pt x="1250973" y="1924678"/>
                  </a:lnTo>
                  <a:lnTo>
                    <a:pt x="1331894" y="1934303"/>
                  </a:lnTo>
                  <a:lnTo>
                    <a:pt x="1406491" y="1945026"/>
                  </a:lnTo>
                  <a:lnTo>
                    <a:pt x="1475018" y="1956984"/>
                  </a:lnTo>
                  <a:lnTo>
                    <a:pt x="1538085" y="1970347"/>
                  </a:lnTo>
                  <a:lnTo>
                    <a:pt x="1596513" y="1985319"/>
                  </a:lnTo>
                  <a:lnTo>
                    <a:pt x="1651217" y="2002116"/>
                  </a:lnTo>
                  <a:lnTo>
                    <a:pt x="1703122" y="2020946"/>
                  </a:lnTo>
                  <a:lnTo>
                    <a:pt x="1753083" y="2041955"/>
                  </a:lnTo>
                  <a:lnTo>
                    <a:pt x="1768425" y="2048981"/>
                  </a:lnTo>
                  <a:lnTo>
                    <a:pt x="1817881" y="2073414"/>
                  </a:lnTo>
                  <a:lnTo>
                    <a:pt x="1866854" y="2100211"/>
                  </a:lnTo>
                  <a:lnTo>
                    <a:pt x="1915809" y="2129411"/>
                  </a:lnTo>
                  <a:lnTo>
                    <a:pt x="1965073" y="2160982"/>
                  </a:lnTo>
                  <a:lnTo>
                    <a:pt x="2014851" y="2194808"/>
                  </a:lnTo>
                  <a:lnTo>
                    <a:pt x="2065239" y="2230689"/>
                  </a:lnTo>
                  <a:lnTo>
                    <a:pt x="2116241" y="2268340"/>
                  </a:lnTo>
                  <a:lnTo>
                    <a:pt x="2167776" y="2307393"/>
                  </a:lnTo>
                  <a:lnTo>
                    <a:pt x="2219701" y="2347414"/>
                  </a:lnTo>
                  <a:lnTo>
                    <a:pt x="2271827" y="2387918"/>
                  </a:lnTo>
                  <a:lnTo>
                    <a:pt x="2323943" y="2428397"/>
                  </a:lnTo>
                  <a:lnTo>
                    <a:pt x="2375837" y="2468343"/>
                  </a:lnTo>
                  <a:lnTo>
                    <a:pt x="2427326" y="2507277"/>
                  </a:lnTo>
                  <a:lnTo>
                    <a:pt x="2478269" y="2544770"/>
                  </a:lnTo>
                  <a:lnTo>
                    <a:pt x="2528596" y="2580461"/>
                  </a:lnTo>
                  <a:lnTo>
                    <a:pt x="2578318" y="2614073"/>
                  </a:lnTo>
                  <a:lnTo>
                    <a:pt x="2627541" y="2645415"/>
                  </a:lnTo>
                  <a:lnTo>
                    <a:pt x="2676481" y="2674380"/>
                  </a:lnTo>
                  <a:lnTo>
                    <a:pt x="2725479" y="2700943"/>
                  </a:lnTo>
                  <a:lnTo>
                    <a:pt x="2770117" y="2722877"/>
                  </a:lnTo>
                  <a:lnTo>
                    <a:pt x="2819623" y="2744581"/>
                  </a:lnTo>
                  <a:lnTo>
                    <a:pt x="2870834" y="2764081"/>
                  </a:lnTo>
                  <a:lnTo>
                    <a:pt x="2924565" y="2781493"/>
                  </a:lnTo>
                  <a:lnTo>
                    <a:pt x="2981728" y="2797012"/>
                  </a:lnTo>
                  <a:lnTo>
                    <a:pt x="3043250" y="2810856"/>
                  </a:lnTo>
                  <a:lnTo>
                    <a:pt x="3109991" y="2823233"/>
                  </a:lnTo>
                  <a:lnTo>
                    <a:pt x="3182642" y="2834326"/>
                  </a:lnTo>
                  <a:lnTo>
                    <a:pt x="3261587" y="2844282"/>
                  </a:lnTo>
                  <a:lnTo>
                    <a:pt x="3346721" y="2853207"/>
                  </a:lnTo>
                  <a:lnTo>
                    <a:pt x="3437235" y="2861165"/>
                  </a:lnTo>
                  <a:lnTo>
                    <a:pt x="3531407" y="2868180"/>
                  </a:lnTo>
                  <a:lnTo>
                    <a:pt x="3626478" y="2874246"/>
                  </a:lnTo>
                  <a:lnTo>
                    <a:pt x="3718702" y="2879342"/>
                  </a:lnTo>
                  <a:lnTo>
                    <a:pt x="3803695" y="2883449"/>
                  </a:lnTo>
                  <a:lnTo>
                    <a:pt x="3877094" y="2886579"/>
                  </a:lnTo>
                  <a:lnTo>
                    <a:pt x="3935427" y="2888790"/>
                  </a:lnTo>
                  <a:lnTo>
                    <a:pt x="3976932" y="2890197"/>
                  </a:lnTo>
                  <a:lnTo>
                    <a:pt x="4002078" y="2890964"/>
                  </a:lnTo>
                  <a:lnTo>
                    <a:pt x="4013626" y="2891281"/>
                  </a:lnTo>
                  <a:lnTo>
                    <a:pt x="4016369" y="2891350"/>
                  </a:lnTo>
                  <a:lnTo>
                    <a:pt x="4016409" y="2891351"/>
                  </a:lnTo>
                  <a:lnTo>
                    <a:pt x="4538543" y="2891351"/>
                  </a:lnTo>
                  <a:lnTo>
                    <a:pt x="4539689" y="2891271"/>
                  </a:lnTo>
                  <a:lnTo>
                    <a:pt x="4547200" y="2890701"/>
                  </a:lnTo>
                  <a:lnTo>
                    <a:pt x="4566043" y="2889123"/>
                  </a:lnTo>
                  <a:lnTo>
                    <a:pt x="4599498" y="2886023"/>
                  </a:lnTo>
                  <a:lnTo>
                    <a:pt x="4648881" y="2880933"/>
                  </a:lnTo>
                  <a:lnTo>
                    <a:pt x="4713460" y="2873494"/>
                  </a:lnTo>
                  <a:lnTo>
                    <a:pt x="4790721" y="2863483"/>
                  </a:lnTo>
                  <a:lnTo>
                    <a:pt x="4876984" y="2850812"/>
                  </a:lnTo>
                  <a:lnTo>
                    <a:pt x="4968159" y="2835496"/>
                  </a:lnTo>
                  <a:lnTo>
                    <a:pt x="5060436" y="2817592"/>
                  </a:lnTo>
                  <a:lnTo>
                    <a:pt x="5150734" y="2797150"/>
                  </a:lnTo>
                  <a:lnTo>
                    <a:pt x="5236894" y="2774158"/>
                  </a:lnTo>
                  <a:lnTo>
                    <a:pt x="5317650" y="2748518"/>
                  </a:lnTo>
                  <a:lnTo>
                    <a:pt x="5392488" y="2720029"/>
                  </a:lnTo>
                  <a:lnTo>
                    <a:pt x="5461461" y="2688384"/>
                  </a:lnTo>
                  <a:lnTo>
                    <a:pt x="5525005" y="2653173"/>
                  </a:lnTo>
                  <a:lnTo>
                    <a:pt x="5583796" y="2613901"/>
                  </a:lnTo>
                  <a:lnTo>
                    <a:pt x="5638639" y="2570013"/>
                  </a:lnTo>
                  <a:lnTo>
                    <a:pt x="5690384" y="2520943"/>
                  </a:lnTo>
                  <a:lnTo>
                    <a:pt x="5739855" y="2466198"/>
                  </a:lnTo>
                  <a:lnTo>
                    <a:pt x="5784835" y="2409459"/>
                  </a:lnTo>
                  <a:lnTo>
                    <a:pt x="5821771" y="2357993"/>
                  </a:lnTo>
                  <a:lnTo>
                    <a:pt x="5858364" y="2302797"/>
                  </a:lnTo>
                  <a:lnTo>
                    <a:pt x="5894828" y="2243794"/>
                  </a:lnTo>
                  <a:lnTo>
                    <a:pt x="5931334" y="2180969"/>
                  </a:lnTo>
                  <a:lnTo>
                    <a:pt x="5968013" y="2114369"/>
                  </a:lnTo>
                  <a:lnTo>
                    <a:pt x="6004953" y="2044116"/>
                  </a:lnTo>
                  <a:lnTo>
                    <a:pt x="6042215" y="1970404"/>
                  </a:lnTo>
                  <a:lnTo>
                    <a:pt x="6079822" y="1893508"/>
                  </a:lnTo>
                  <a:lnTo>
                    <a:pt x="6117772" y="1813775"/>
                  </a:lnTo>
                  <a:lnTo>
                    <a:pt x="6156037" y="1731628"/>
                  </a:lnTo>
                  <a:lnTo>
                    <a:pt x="6194567" y="1647550"/>
                  </a:lnTo>
                  <a:lnTo>
                    <a:pt x="6233296" y="1562082"/>
                  </a:lnTo>
                  <a:lnTo>
                    <a:pt x="6272142" y="1475800"/>
                  </a:lnTo>
                  <a:lnTo>
                    <a:pt x="6311020" y="1389306"/>
                  </a:lnTo>
                  <a:lnTo>
                    <a:pt x="6349840" y="1303208"/>
                  </a:lnTo>
                  <a:lnTo>
                    <a:pt x="6388517" y="1218102"/>
                  </a:lnTo>
                  <a:lnTo>
                    <a:pt x="6426973" y="1134556"/>
                  </a:lnTo>
                  <a:lnTo>
                    <a:pt x="6465147" y="1053094"/>
                  </a:lnTo>
                  <a:lnTo>
                    <a:pt x="6502995" y="974181"/>
                  </a:lnTo>
                  <a:lnTo>
                    <a:pt x="6540496" y="898218"/>
                  </a:lnTo>
                  <a:lnTo>
                    <a:pt x="6577655" y="825531"/>
                  </a:lnTo>
                  <a:lnTo>
                    <a:pt x="6614509" y="756369"/>
                  </a:lnTo>
                  <a:lnTo>
                    <a:pt x="6651124" y="690906"/>
                  </a:lnTo>
                  <a:lnTo>
                    <a:pt x="6687602" y="629239"/>
                  </a:lnTo>
                  <a:lnTo>
                    <a:pt x="6724085" y="571397"/>
                  </a:lnTo>
                  <a:lnTo>
                    <a:pt x="6760756" y="517344"/>
                  </a:lnTo>
                  <a:lnTo>
                    <a:pt x="6786527" y="481891"/>
                  </a:lnTo>
                  <a:lnTo>
                    <a:pt x="6834534" y="421573"/>
                  </a:lnTo>
                  <a:lnTo>
                    <a:pt x="6884124" y="367193"/>
                  </a:lnTo>
                  <a:lnTo>
                    <a:pt x="6936037" y="318460"/>
                  </a:lnTo>
                  <a:lnTo>
                    <a:pt x="6991101" y="274876"/>
                  </a:lnTo>
                  <a:lnTo>
                    <a:pt x="7050165" y="235873"/>
                  </a:lnTo>
                  <a:lnTo>
                    <a:pt x="7114029" y="200898"/>
                  </a:lnTo>
                  <a:lnTo>
                    <a:pt x="7183357" y="169460"/>
                  </a:lnTo>
                  <a:lnTo>
                    <a:pt x="7258568" y="141156"/>
                  </a:lnTo>
                  <a:lnTo>
                    <a:pt x="7339682" y="115686"/>
                  </a:lnTo>
                  <a:lnTo>
                    <a:pt x="7426144" y="92854"/>
                  </a:lnTo>
                  <a:lnTo>
                    <a:pt x="7516639" y="72570"/>
                  </a:lnTo>
                  <a:lnTo>
                    <a:pt x="7608946" y="54826"/>
                  </a:lnTo>
                  <a:lnTo>
                    <a:pt x="7699932" y="39672"/>
                  </a:lnTo>
                  <a:lnTo>
                    <a:pt x="7785754" y="27167"/>
                  </a:lnTo>
                  <a:lnTo>
                    <a:pt x="7862325" y="17320"/>
                  </a:lnTo>
                  <a:lnTo>
                    <a:pt x="7926015" y="10035"/>
                  </a:lnTo>
                  <a:lnTo>
                    <a:pt x="7974408" y="5081"/>
                  </a:lnTo>
                  <a:lnTo>
                    <a:pt x="8006894" y="2090"/>
                  </a:lnTo>
                  <a:lnTo>
                    <a:pt x="8024917" y="590"/>
                  </a:lnTo>
                  <a:lnTo>
                    <a:pt x="8031871" y="65"/>
                  </a:lnTo>
                  <a:lnTo>
                    <a:pt x="8032819" y="0"/>
                  </a:lnTo>
                  <a:lnTo>
                    <a:pt x="8554953" y="0"/>
                  </a:lnTo>
                  <a:lnTo>
                    <a:pt x="8554953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543" name="pl1543"/>
            <p:cNvSpPr/>
            <p:nvPr/>
          </p:nvSpPr>
          <p:spPr>
            <a:xfrm>
              <a:off x="386606" y="3252409"/>
              <a:ext cx="8554953" cy="2891351"/>
            </a:xfrm>
            <a:custGeom>
              <a:avLst/>
              <a:pathLst>
                <a:path w="8554953" h="2891351">
                  <a:moveTo>
                    <a:pt x="8554953" y="0"/>
                  </a:moveTo>
                  <a:lnTo>
                    <a:pt x="8032819" y="0"/>
                  </a:lnTo>
                  <a:lnTo>
                    <a:pt x="8031673" y="79"/>
                  </a:lnTo>
                  <a:lnTo>
                    <a:pt x="8024162" y="650"/>
                  </a:lnTo>
                  <a:lnTo>
                    <a:pt x="8005319" y="2227"/>
                  </a:lnTo>
                  <a:lnTo>
                    <a:pt x="7971864" y="5328"/>
                  </a:lnTo>
                  <a:lnTo>
                    <a:pt x="7922481" y="10417"/>
                  </a:lnTo>
                  <a:lnTo>
                    <a:pt x="7857902" y="17856"/>
                  </a:lnTo>
                  <a:lnTo>
                    <a:pt x="7780641" y="27868"/>
                  </a:lnTo>
                  <a:lnTo>
                    <a:pt x="7694378" y="40539"/>
                  </a:lnTo>
                  <a:lnTo>
                    <a:pt x="7603203" y="55855"/>
                  </a:lnTo>
                  <a:lnTo>
                    <a:pt x="7510926" y="73758"/>
                  </a:lnTo>
                  <a:lnTo>
                    <a:pt x="7420628" y="94201"/>
                  </a:lnTo>
                  <a:lnTo>
                    <a:pt x="7334468" y="117193"/>
                  </a:lnTo>
                  <a:lnTo>
                    <a:pt x="7253712" y="142832"/>
                  </a:lnTo>
                  <a:lnTo>
                    <a:pt x="7178873" y="171321"/>
                  </a:lnTo>
                  <a:lnTo>
                    <a:pt x="7109901" y="202967"/>
                  </a:lnTo>
                  <a:lnTo>
                    <a:pt x="7046357" y="238178"/>
                  </a:lnTo>
                  <a:lnTo>
                    <a:pt x="6987566" y="277449"/>
                  </a:lnTo>
                  <a:lnTo>
                    <a:pt x="6932723" y="321337"/>
                  </a:lnTo>
                  <a:lnTo>
                    <a:pt x="6880978" y="370408"/>
                  </a:lnTo>
                  <a:lnTo>
                    <a:pt x="6831507" y="425152"/>
                  </a:lnTo>
                  <a:lnTo>
                    <a:pt x="6786527" y="481891"/>
                  </a:lnTo>
                  <a:lnTo>
                    <a:pt x="6749591" y="533358"/>
                  </a:lnTo>
                  <a:lnTo>
                    <a:pt x="6712998" y="588554"/>
                  </a:lnTo>
                  <a:lnTo>
                    <a:pt x="6676534" y="647557"/>
                  </a:lnTo>
                  <a:lnTo>
                    <a:pt x="6640027" y="710382"/>
                  </a:lnTo>
                  <a:lnTo>
                    <a:pt x="6603349" y="776982"/>
                  </a:lnTo>
                  <a:lnTo>
                    <a:pt x="6566408" y="847235"/>
                  </a:lnTo>
                  <a:lnTo>
                    <a:pt x="6529147" y="920947"/>
                  </a:lnTo>
                  <a:lnTo>
                    <a:pt x="6491540" y="997843"/>
                  </a:lnTo>
                  <a:lnTo>
                    <a:pt x="6453590" y="1077576"/>
                  </a:lnTo>
                  <a:lnTo>
                    <a:pt x="6415325" y="1159723"/>
                  </a:lnTo>
                  <a:lnTo>
                    <a:pt x="6376795" y="1243800"/>
                  </a:lnTo>
                  <a:lnTo>
                    <a:pt x="6338066" y="1329269"/>
                  </a:lnTo>
                  <a:lnTo>
                    <a:pt x="6299219" y="1415551"/>
                  </a:lnTo>
                  <a:lnTo>
                    <a:pt x="6260342" y="1502045"/>
                  </a:lnTo>
                  <a:lnTo>
                    <a:pt x="6221522" y="1588142"/>
                  </a:lnTo>
                  <a:lnTo>
                    <a:pt x="6182845" y="1673248"/>
                  </a:lnTo>
                  <a:lnTo>
                    <a:pt x="6144389" y="1756794"/>
                  </a:lnTo>
                  <a:lnTo>
                    <a:pt x="6106215" y="1838257"/>
                  </a:lnTo>
                  <a:lnTo>
                    <a:pt x="6068367" y="1917170"/>
                  </a:lnTo>
                  <a:lnTo>
                    <a:pt x="6030866" y="1993133"/>
                  </a:lnTo>
                  <a:lnTo>
                    <a:pt x="5993707" y="2065820"/>
                  </a:lnTo>
                  <a:lnTo>
                    <a:pt x="5956853" y="2134981"/>
                  </a:lnTo>
                  <a:lnTo>
                    <a:pt x="5920238" y="2200444"/>
                  </a:lnTo>
                  <a:lnTo>
                    <a:pt x="5883760" y="2262111"/>
                  </a:lnTo>
                  <a:lnTo>
                    <a:pt x="5847277" y="2319954"/>
                  </a:lnTo>
                  <a:lnTo>
                    <a:pt x="5810605" y="2374007"/>
                  </a:lnTo>
                  <a:lnTo>
                    <a:pt x="5784835" y="2409459"/>
                  </a:lnTo>
                  <a:lnTo>
                    <a:pt x="5736828" y="2469778"/>
                  </a:lnTo>
                  <a:lnTo>
                    <a:pt x="5687238" y="2524158"/>
                  </a:lnTo>
                  <a:lnTo>
                    <a:pt x="5635325" y="2572890"/>
                  </a:lnTo>
                  <a:lnTo>
                    <a:pt x="5580261" y="2616474"/>
                  </a:lnTo>
                  <a:lnTo>
                    <a:pt x="5521197" y="2655477"/>
                  </a:lnTo>
                  <a:lnTo>
                    <a:pt x="5457333" y="2690453"/>
                  </a:lnTo>
                  <a:lnTo>
                    <a:pt x="5388005" y="2721891"/>
                  </a:lnTo>
                  <a:lnTo>
                    <a:pt x="5312794" y="2750194"/>
                  </a:lnTo>
                  <a:lnTo>
                    <a:pt x="5231680" y="2775665"/>
                  </a:lnTo>
                  <a:lnTo>
                    <a:pt x="5145218" y="2798496"/>
                  </a:lnTo>
                  <a:lnTo>
                    <a:pt x="5054723" y="2818781"/>
                  </a:lnTo>
                  <a:lnTo>
                    <a:pt x="4962416" y="2836525"/>
                  </a:lnTo>
                  <a:lnTo>
                    <a:pt x="4871430" y="2851678"/>
                  </a:lnTo>
                  <a:lnTo>
                    <a:pt x="4785608" y="2864183"/>
                  </a:lnTo>
                  <a:lnTo>
                    <a:pt x="4709037" y="2874031"/>
                  </a:lnTo>
                  <a:lnTo>
                    <a:pt x="4645347" y="2881316"/>
                  </a:lnTo>
                  <a:lnTo>
                    <a:pt x="4596954" y="2886269"/>
                  </a:lnTo>
                  <a:lnTo>
                    <a:pt x="4564468" y="2889261"/>
                  </a:lnTo>
                  <a:lnTo>
                    <a:pt x="4546445" y="2890760"/>
                  </a:lnTo>
                  <a:lnTo>
                    <a:pt x="4539491" y="2891285"/>
                  </a:lnTo>
                  <a:lnTo>
                    <a:pt x="4538543" y="2891351"/>
                  </a:lnTo>
                  <a:lnTo>
                    <a:pt x="4016409" y="2891351"/>
                  </a:lnTo>
                  <a:lnTo>
                    <a:pt x="4015156" y="2891320"/>
                  </a:lnTo>
                  <a:lnTo>
                    <a:pt x="4006962" y="2891102"/>
                  </a:lnTo>
                  <a:lnTo>
                    <a:pt x="3986468" y="2890497"/>
                  </a:lnTo>
                  <a:lnTo>
                    <a:pt x="3950240" y="2889310"/>
                  </a:lnTo>
                  <a:lnTo>
                    <a:pt x="3897080" y="2887365"/>
                  </a:lnTo>
                  <a:lnTo>
                    <a:pt x="3828085" y="2884531"/>
                  </a:lnTo>
                  <a:lnTo>
                    <a:pt x="3746273" y="2880733"/>
                  </a:lnTo>
                  <a:lnTo>
                    <a:pt x="3655824" y="2875945"/>
                  </a:lnTo>
                  <a:lnTo>
                    <a:pt x="3561202" y="2870180"/>
                  </a:lnTo>
                  <a:lnTo>
                    <a:pt x="3466402" y="2863460"/>
                  </a:lnTo>
                  <a:lnTo>
                    <a:pt x="3374511" y="2855798"/>
                  </a:lnTo>
                  <a:lnTo>
                    <a:pt x="3287569" y="2847180"/>
                  </a:lnTo>
                  <a:lnTo>
                    <a:pt x="3206649" y="2837556"/>
                  </a:lnTo>
                  <a:lnTo>
                    <a:pt x="3132051" y="2826832"/>
                  </a:lnTo>
                  <a:lnTo>
                    <a:pt x="3063524" y="2814875"/>
                  </a:lnTo>
                  <a:lnTo>
                    <a:pt x="3000457" y="2801512"/>
                  </a:lnTo>
                  <a:lnTo>
                    <a:pt x="2942029" y="2786540"/>
                  </a:lnTo>
                  <a:lnTo>
                    <a:pt x="2887325" y="2769743"/>
                  </a:lnTo>
                  <a:lnTo>
                    <a:pt x="2835420" y="2750913"/>
                  </a:lnTo>
                  <a:lnTo>
                    <a:pt x="2785460" y="2729903"/>
                  </a:lnTo>
                  <a:lnTo>
                    <a:pt x="2770117" y="2722877"/>
                  </a:lnTo>
                  <a:lnTo>
                    <a:pt x="2720661" y="2698444"/>
                  </a:lnTo>
                  <a:lnTo>
                    <a:pt x="2671689" y="2671647"/>
                  </a:lnTo>
                  <a:lnTo>
                    <a:pt x="2622733" y="2642447"/>
                  </a:lnTo>
                  <a:lnTo>
                    <a:pt x="2573469" y="2610877"/>
                  </a:lnTo>
                  <a:lnTo>
                    <a:pt x="2523691" y="2577051"/>
                  </a:lnTo>
                  <a:lnTo>
                    <a:pt x="2473303" y="2541169"/>
                  </a:lnTo>
                  <a:lnTo>
                    <a:pt x="2422301" y="2503518"/>
                  </a:lnTo>
                  <a:lnTo>
                    <a:pt x="2370766" y="2464465"/>
                  </a:lnTo>
                  <a:lnTo>
                    <a:pt x="2318841" y="2424445"/>
                  </a:lnTo>
                  <a:lnTo>
                    <a:pt x="2266715" y="2383941"/>
                  </a:lnTo>
                  <a:lnTo>
                    <a:pt x="2214600" y="2343462"/>
                  </a:lnTo>
                  <a:lnTo>
                    <a:pt x="2162705" y="2303515"/>
                  </a:lnTo>
                  <a:lnTo>
                    <a:pt x="2111217" y="2264582"/>
                  </a:lnTo>
                  <a:lnTo>
                    <a:pt x="2060273" y="2227089"/>
                  </a:lnTo>
                  <a:lnTo>
                    <a:pt x="2009946" y="2191397"/>
                  </a:lnTo>
                  <a:lnTo>
                    <a:pt x="1960224" y="2157785"/>
                  </a:lnTo>
                  <a:lnTo>
                    <a:pt x="1911001" y="2126444"/>
                  </a:lnTo>
                  <a:lnTo>
                    <a:pt x="1862061" y="2097479"/>
                  </a:lnTo>
                  <a:lnTo>
                    <a:pt x="1813063" y="2070916"/>
                  </a:lnTo>
                  <a:lnTo>
                    <a:pt x="1768425" y="2048981"/>
                  </a:lnTo>
                  <a:lnTo>
                    <a:pt x="1718919" y="2027278"/>
                  </a:lnTo>
                  <a:lnTo>
                    <a:pt x="1667709" y="2007778"/>
                  </a:lnTo>
                  <a:lnTo>
                    <a:pt x="1613978" y="1990365"/>
                  </a:lnTo>
                  <a:lnTo>
                    <a:pt x="1556814" y="1974846"/>
                  </a:lnTo>
                  <a:lnTo>
                    <a:pt x="1495293" y="1961003"/>
                  </a:lnTo>
                  <a:lnTo>
                    <a:pt x="1428552" y="1948626"/>
                  </a:lnTo>
                  <a:lnTo>
                    <a:pt x="1355900" y="1937533"/>
                  </a:lnTo>
                  <a:lnTo>
                    <a:pt x="1276955" y="1927577"/>
                  </a:lnTo>
                  <a:lnTo>
                    <a:pt x="1191821" y="1918652"/>
                  </a:lnTo>
                  <a:lnTo>
                    <a:pt x="1101308" y="1910694"/>
                  </a:lnTo>
                  <a:lnTo>
                    <a:pt x="1007135" y="1903679"/>
                  </a:lnTo>
                  <a:lnTo>
                    <a:pt x="912064" y="1897612"/>
                  </a:lnTo>
                  <a:lnTo>
                    <a:pt x="819840" y="1892517"/>
                  </a:lnTo>
                  <a:lnTo>
                    <a:pt x="734847" y="1888410"/>
                  </a:lnTo>
                  <a:lnTo>
                    <a:pt x="661448" y="1885280"/>
                  </a:lnTo>
                  <a:lnTo>
                    <a:pt x="603116" y="1883068"/>
                  </a:lnTo>
                  <a:lnTo>
                    <a:pt x="561610" y="1881661"/>
                  </a:lnTo>
                  <a:lnTo>
                    <a:pt x="536465" y="1880895"/>
                  </a:lnTo>
                  <a:lnTo>
                    <a:pt x="524916" y="1880577"/>
                  </a:lnTo>
                  <a:lnTo>
                    <a:pt x="522173" y="1880508"/>
                  </a:lnTo>
                  <a:lnTo>
                    <a:pt x="522133" y="1880507"/>
                  </a:lnTo>
                  <a:lnTo>
                    <a:pt x="0" y="1880507"/>
                  </a:lnTo>
                  <a:lnTo>
                    <a:pt x="0" y="1880507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544" name="pg1544"/>
            <p:cNvSpPr/>
            <p:nvPr/>
          </p:nvSpPr>
          <p:spPr>
            <a:xfrm>
              <a:off x="386606" y="660358"/>
              <a:ext cx="8554953" cy="4370910"/>
            </a:xfrm>
            <a:custGeom>
              <a:avLst/>
              <a:pathLst>
                <a:path w="8554953" h="4370910">
                  <a:moveTo>
                    <a:pt x="0" y="4370910"/>
                  </a:moveTo>
                  <a:lnTo>
                    <a:pt x="522133" y="4370910"/>
                  </a:lnTo>
                  <a:lnTo>
                    <a:pt x="523371" y="4370868"/>
                  </a:lnTo>
                  <a:lnTo>
                    <a:pt x="531469" y="4370569"/>
                  </a:lnTo>
                  <a:lnTo>
                    <a:pt x="551733" y="4369741"/>
                  </a:lnTo>
                  <a:lnTo>
                    <a:pt x="587574" y="4368116"/>
                  </a:lnTo>
                  <a:lnTo>
                    <a:pt x="640211" y="4365454"/>
                  </a:lnTo>
                  <a:lnTo>
                    <a:pt x="708598" y="4361573"/>
                  </a:lnTo>
                  <a:lnTo>
                    <a:pt x="789790" y="4356368"/>
                  </a:lnTo>
                  <a:lnTo>
                    <a:pt x="879673" y="4349804"/>
                  </a:lnTo>
                  <a:lnTo>
                    <a:pt x="973838" y="4341895"/>
                  </a:lnTo>
                  <a:lnTo>
                    <a:pt x="1068309" y="4332673"/>
                  </a:lnTo>
                  <a:lnTo>
                    <a:pt x="1159998" y="4322156"/>
                  </a:lnTo>
                  <a:lnTo>
                    <a:pt x="1246848" y="4310329"/>
                  </a:lnTo>
                  <a:lnTo>
                    <a:pt x="1327757" y="4297123"/>
                  </a:lnTo>
                  <a:lnTo>
                    <a:pt x="1402395" y="4282414"/>
                  </a:lnTo>
                  <a:lnTo>
                    <a:pt x="1470985" y="4266022"/>
                  </a:lnTo>
                  <a:lnTo>
                    <a:pt x="1534116" y="4247714"/>
                  </a:lnTo>
                  <a:lnTo>
                    <a:pt x="1592588" y="4227215"/>
                  </a:lnTo>
                  <a:lnTo>
                    <a:pt x="1647303" y="4204228"/>
                  </a:lnTo>
                  <a:lnTo>
                    <a:pt x="1699175" y="4178467"/>
                  </a:lnTo>
                  <a:lnTo>
                    <a:pt x="1749057" y="4149721"/>
                  </a:lnTo>
                  <a:lnTo>
                    <a:pt x="1768425" y="4137494"/>
                  </a:lnTo>
                  <a:lnTo>
                    <a:pt x="1814881" y="4105802"/>
                  </a:lnTo>
                  <a:lnTo>
                    <a:pt x="1860884" y="4071227"/>
                  </a:lnTo>
                  <a:lnTo>
                    <a:pt x="1906829" y="4033717"/>
                  </a:lnTo>
                  <a:lnTo>
                    <a:pt x="1953003" y="3993296"/>
                  </a:lnTo>
                  <a:lnTo>
                    <a:pt x="1999596" y="3950076"/>
                  </a:lnTo>
                  <a:lnTo>
                    <a:pt x="2046712" y="3904257"/>
                  </a:lnTo>
                  <a:lnTo>
                    <a:pt x="2094377" y="3856136"/>
                  </a:lnTo>
                  <a:lnTo>
                    <a:pt x="2142551" y="3806099"/>
                  </a:lnTo>
                  <a:lnTo>
                    <a:pt x="2191137" y="3754611"/>
                  </a:lnTo>
                  <a:lnTo>
                    <a:pt x="2239996" y="3702201"/>
                  </a:lnTo>
                  <a:lnTo>
                    <a:pt x="2288961" y="3649441"/>
                  </a:lnTo>
                  <a:lnTo>
                    <a:pt x="2337855" y="3596917"/>
                  </a:lnTo>
                  <a:lnTo>
                    <a:pt x="2386507" y="3545205"/>
                  </a:lnTo>
                  <a:lnTo>
                    <a:pt x="2434771" y="3494845"/>
                  </a:lnTo>
                  <a:lnTo>
                    <a:pt x="2482541" y="3446316"/>
                  </a:lnTo>
                  <a:lnTo>
                    <a:pt x="2529764" y="3400020"/>
                  </a:lnTo>
                  <a:lnTo>
                    <a:pt x="2576454" y="3356272"/>
                  </a:lnTo>
                  <a:lnTo>
                    <a:pt x="2622698" y="3315292"/>
                  </a:lnTo>
                  <a:lnTo>
                    <a:pt x="2668668" y="3277208"/>
                  </a:lnTo>
                  <a:lnTo>
                    <a:pt x="2714632" y="3242060"/>
                  </a:lnTo>
                  <a:lnTo>
                    <a:pt x="2760963" y="3209811"/>
                  </a:lnTo>
                  <a:lnTo>
                    <a:pt x="2770117" y="3203828"/>
                  </a:lnTo>
                  <a:lnTo>
                    <a:pt x="2819418" y="3173874"/>
                  </a:lnTo>
                  <a:lnTo>
                    <a:pt x="2870406" y="3146950"/>
                  </a:lnTo>
                  <a:lnTo>
                    <a:pt x="2923888" y="3122896"/>
                  </a:lnTo>
                  <a:lnTo>
                    <a:pt x="2980762" y="3101447"/>
                  </a:lnTo>
                  <a:lnTo>
                    <a:pt x="3041944" y="3082306"/>
                  </a:lnTo>
                  <a:lnTo>
                    <a:pt x="3108287" y="3065186"/>
                  </a:lnTo>
                  <a:lnTo>
                    <a:pt x="3180479" y="3049835"/>
                  </a:lnTo>
                  <a:lnTo>
                    <a:pt x="3258908" y="3036052"/>
                  </a:lnTo>
                  <a:lnTo>
                    <a:pt x="3343490" y="3023690"/>
                  </a:lnTo>
                  <a:lnTo>
                    <a:pt x="3433452" y="3012659"/>
                  </a:lnTo>
                  <a:lnTo>
                    <a:pt x="3527133" y="3002924"/>
                  </a:lnTo>
                  <a:lnTo>
                    <a:pt x="3621852" y="2994491"/>
                  </a:lnTo>
                  <a:lnTo>
                    <a:pt x="3713948" y="2987391"/>
                  </a:lnTo>
                  <a:lnTo>
                    <a:pt x="3799109" y="2981648"/>
                  </a:lnTo>
                  <a:lnTo>
                    <a:pt x="3873003" y="2977251"/>
                  </a:lnTo>
                  <a:lnTo>
                    <a:pt x="3932121" y="2974124"/>
                  </a:lnTo>
                  <a:lnTo>
                    <a:pt x="3974597" y="2972114"/>
                  </a:lnTo>
                  <a:lnTo>
                    <a:pt x="4000739" y="2971002"/>
                  </a:lnTo>
                  <a:lnTo>
                    <a:pt x="4013118" y="2970526"/>
                  </a:lnTo>
                  <a:lnTo>
                    <a:pt x="4016409" y="2970411"/>
                  </a:lnTo>
                  <a:lnTo>
                    <a:pt x="4538543" y="2970411"/>
                  </a:lnTo>
                  <a:lnTo>
                    <a:pt x="4539683" y="2970330"/>
                  </a:lnTo>
                  <a:lnTo>
                    <a:pt x="4547158" y="2969748"/>
                  </a:lnTo>
                  <a:lnTo>
                    <a:pt x="4565915" y="2968139"/>
                  </a:lnTo>
                  <a:lnTo>
                    <a:pt x="4599223" y="2964975"/>
                  </a:lnTo>
                  <a:lnTo>
                    <a:pt x="4648405" y="2959782"/>
                  </a:lnTo>
                  <a:lnTo>
                    <a:pt x="4712746" y="2952190"/>
                  </a:lnTo>
                  <a:lnTo>
                    <a:pt x="4789761" y="2941971"/>
                  </a:lnTo>
                  <a:lnTo>
                    <a:pt x="4875793" y="2929034"/>
                  </a:lnTo>
                  <a:lnTo>
                    <a:pt x="4966776" y="2913393"/>
                  </a:lnTo>
                  <a:lnTo>
                    <a:pt x="5058908" y="2895107"/>
                  </a:lnTo>
                  <a:lnTo>
                    <a:pt x="5149112" y="2874226"/>
                  </a:lnTo>
                  <a:lnTo>
                    <a:pt x="5235222" y="2850740"/>
                  </a:lnTo>
                  <a:lnTo>
                    <a:pt x="5315963" y="2824551"/>
                  </a:lnTo>
                  <a:lnTo>
                    <a:pt x="5390812" y="2795456"/>
                  </a:lnTo>
                  <a:lnTo>
                    <a:pt x="5459807" y="2763144"/>
                  </a:lnTo>
                  <a:lnTo>
                    <a:pt x="5523377" y="2727199"/>
                  </a:lnTo>
                  <a:lnTo>
                    <a:pt x="5582190" y="2687119"/>
                  </a:lnTo>
                  <a:lnTo>
                    <a:pt x="5637045" y="2642338"/>
                  </a:lnTo>
                  <a:lnTo>
                    <a:pt x="5688786" y="2592277"/>
                  </a:lnTo>
                  <a:lnTo>
                    <a:pt x="5738236" y="2536431"/>
                  </a:lnTo>
                  <a:lnTo>
                    <a:pt x="5784835" y="2476284"/>
                  </a:lnTo>
                  <a:lnTo>
                    <a:pt x="5821409" y="2424051"/>
                  </a:lnTo>
                  <a:lnTo>
                    <a:pt x="5857643" y="2368069"/>
                  </a:lnTo>
                  <a:lnTo>
                    <a:pt x="5893748" y="2308261"/>
                  </a:lnTo>
                  <a:lnTo>
                    <a:pt x="5929890" y="2244610"/>
                  </a:lnTo>
                  <a:lnTo>
                    <a:pt x="5966196" y="2177162"/>
                  </a:lnTo>
                  <a:lnTo>
                    <a:pt x="6002756" y="2106033"/>
                  </a:lnTo>
                  <a:lnTo>
                    <a:pt x="6039628" y="2031414"/>
                  </a:lnTo>
                  <a:lnTo>
                    <a:pt x="6076838" y="1953572"/>
                  </a:lnTo>
                  <a:lnTo>
                    <a:pt x="6114386" y="1872848"/>
                  </a:lnTo>
                  <a:lnTo>
                    <a:pt x="6152246" y="1789656"/>
                  </a:lnTo>
                  <a:lnTo>
                    <a:pt x="6190371" y="1704473"/>
                  </a:lnTo>
                  <a:lnTo>
                    <a:pt x="6228699" y="1617831"/>
                  </a:lnTo>
                  <a:lnTo>
                    <a:pt x="6267152" y="1530300"/>
                  </a:lnTo>
                  <a:lnTo>
                    <a:pt x="6305647" y="1442479"/>
                  </a:lnTo>
                  <a:lnTo>
                    <a:pt x="6344098" y="1354971"/>
                  </a:lnTo>
                  <a:lnTo>
                    <a:pt x="6382419" y="1268373"/>
                  </a:lnTo>
                  <a:lnTo>
                    <a:pt x="6420536" y="1183255"/>
                  </a:lnTo>
                  <a:lnTo>
                    <a:pt x="6458385" y="1100148"/>
                  </a:lnTo>
                  <a:lnTo>
                    <a:pt x="6495920" y="1019524"/>
                  </a:lnTo>
                  <a:lnTo>
                    <a:pt x="6533117" y="941797"/>
                  </a:lnTo>
                  <a:lnTo>
                    <a:pt x="6569977" y="867304"/>
                  </a:lnTo>
                  <a:lnTo>
                    <a:pt x="6606526" y="796309"/>
                  </a:lnTo>
                  <a:lnTo>
                    <a:pt x="6642824" y="729001"/>
                  </a:lnTo>
                  <a:lnTo>
                    <a:pt x="6678963" y="665494"/>
                  </a:lnTo>
                  <a:lnTo>
                    <a:pt x="6715069" y="605830"/>
                  </a:lnTo>
                  <a:lnTo>
                    <a:pt x="6751312" y="549989"/>
                  </a:lnTo>
                  <a:lnTo>
                    <a:pt x="6786527" y="499774"/>
                  </a:lnTo>
                  <a:lnTo>
                    <a:pt x="6834453" y="438022"/>
                  </a:lnTo>
                  <a:lnTo>
                    <a:pt x="6883955" y="382339"/>
                  </a:lnTo>
                  <a:lnTo>
                    <a:pt x="6935770" y="332430"/>
                  </a:lnTo>
                  <a:lnTo>
                    <a:pt x="6990722" y="287784"/>
                  </a:lnTo>
                  <a:lnTo>
                    <a:pt x="7049655" y="247825"/>
                  </a:lnTo>
                  <a:lnTo>
                    <a:pt x="7113365" y="211986"/>
                  </a:lnTo>
                  <a:lnTo>
                    <a:pt x="7182516" y="179766"/>
                  </a:lnTo>
                  <a:lnTo>
                    <a:pt x="7257527" y="150754"/>
                  </a:lnTo>
                  <a:lnTo>
                    <a:pt x="7338425" y="124641"/>
                  </a:lnTo>
                  <a:lnTo>
                    <a:pt x="7424667" y="101227"/>
                  </a:lnTo>
                  <a:lnTo>
                    <a:pt x="7514957" y="80417"/>
                  </a:lnTo>
                  <a:lnTo>
                    <a:pt x="7607102" y="62203"/>
                  </a:lnTo>
                  <a:lnTo>
                    <a:pt x="7698003" y="46635"/>
                  </a:lnTo>
                  <a:lnTo>
                    <a:pt x="7783843" y="33772"/>
                  </a:lnTo>
                  <a:lnTo>
                    <a:pt x="7860556" y="23626"/>
                  </a:lnTo>
                  <a:lnTo>
                    <a:pt x="7924509" y="16104"/>
                  </a:lnTo>
                  <a:lnTo>
                    <a:pt x="7973259" y="10971"/>
                  </a:lnTo>
                  <a:lnTo>
                    <a:pt x="8006142" y="7857"/>
                  </a:lnTo>
                  <a:lnTo>
                    <a:pt x="8024539" y="6283"/>
                  </a:lnTo>
                  <a:lnTo>
                    <a:pt x="8031768" y="5722"/>
                  </a:lnTo>
                  <a:lnTo>
                    <a:pt x="8032819" y="5647"/>
                  </a:lnTo>
                  <a:lnTo>
                    <a:pt x="8554953" y="5647"/>
                  </a:lnTo>
                  <a:lnTo>
                    <a:pt x="8554953" y="0"/>
                  </a:lnTo>
                  <a:lnTo>
                    <a:pt x="8032819" y="0"/>
                  </a:lnTo>
                  <a:lnTo>
                    <a:pt x="8031679" y="81"/>
                  </a:lnTo>
                  <a:lnTo>
                    <a:pt x="8024203" y="663"/>
                  </a:lnTo>
                  <a:lnTo>
                    <a:pt x="8005447" y="2272"/>
                  </a:lnTo>
                  <a:lnTo>
                    <a:pt x="7972139" y="5436"/>
                  </a:lnTo>
                  <a:lnTo>
                    <a:pt x="7922957" y="10629"/>
                  </a:lnTo>
                  <a:lnTo>
                    <a:pt x="7858616" y="18221"/>
                  </a:lnTo>
                  <a:lnTo>
                    <a:pt x="7781601" y="28440"/>
                  </a:lnTo>
                  <a:lnTo>
                    <a:pt x="7695569" y="41377"/>
                  </a:lnTo>
                  <a:lnTo>
                    <a:pt x="7604586" y="57018"/>
                  </a:lnTo>
                  <a:lnTo>
                    <a:pt x="7512454" y="75304"/>
                  </a:lnTo>
                  <a:lnTo>
                    <a:pt x="7422250" y="96185"/>
                  </a:lnTo>
                  <a:lnTo>
                    <a:pt x="7336140" y="119671"/>
                  </a:lnTo>
                  <a:lnTo>
                    <a:pt x="7255399" y="145860"/>
                  </a:lnTo>
                  <a:lnTo>
                    <a:pt x="7180550" y="174955"/>
                  </a:lnTo>
                  <a:lnTo>
                    <a:pt x="7111555" y="207267"/>
                  </a:lnTo>
                  <a:lnTo>
                    <a:pt x="7047985" y="243212"/>
                  </a:lnTo>
                  <a:lnTo>
                    <a:pt x="6989172" y="283292"/>
                  </a:lnTo>
                  <a:lnTo>
                    <a:pt x="6934317" y="328073"/>
                  </a:lnTo>
                  <a:lnTo>
                    <a:pt x="6882576" y="378134"/>
                  </a:lnTo>
                  <a:lnTo>
                    <a:pt x="6833126" y="433980"/>
                  </a:lnTo>
                  <a:lnTo>
                    <a:pt x="6786527" y="494127"/>
                  </a:lnTo>
                  <a:lnTo>
                    <a:pt x="6749953" y="546360"/>
                  </a:lnTo>
                  <a:lnTo>
                    <a:pt x="6713719" y="602342"/>
                  </a:lnTo>
                  <a:lnTo>
                    <a:pt x="6677614" y="662150"/>
                  </a:lnTo>
                  <a:lnTo>
                    <a:pt x="6641472" y="725801"/>
                  </a:lnTo>
                  <a:lnTo>
                    <a:pt x="6605166" y="793249"/>
                  </a:lnTo>
                  <a:lnTo>
                    <a:pt x="6568606" y="864378"/>
                  </a:lnTo>
                  <a:lnTo>
                    <a:pt x="6531734" y="938997"/>
                  </a:lnTo>
                  <a:lnTo>
                    <a:pt x="6494524" y="1016839"/>
                  </a:lnTo>
                  <a:lnTo>
                    <a:pt x="6456976" y="1097563"/>
                  </a:lnTo>
                  <a:lnTo>
                    <a:pt x="6419116" y="1180755"/>
                  </a:lnTo>
                  <a:lnTo>
                    <a:pt x="6380991" y="1265938"/>
                  </a:lnTo>
                  <a:lnTo>
                    <a:pt x="6342663" y="1352580"/>
                  </a:lnTo>
                  <a:lnTo>
                    <a:pt x="6304210" y="1440111"/>
                  </a:lnTo>
                  <a:lnTo>
                    <a:pt x="6265714" y="1527932"/>
                  </a:lnTo>
                  <a:lnTo>
                    <a:pt x="6227264" y="1615440"/>
                  </a:lnTo>
                  <a:lnTo>
                    <a:pt x="6188943" y="1702038"/>
                  </a:lnTo>
                  <a:lnTo>
                    <a:pt x="6150826" y="1787156"/>
                  </a:lnTo>
                  <a:lnTo>
                    <a:pt x="6112977" y="1870263"/>
                  </a:lnTo>
                  <a:lnTo>
                    <a:pt x="6075442" y="1950887"/>
                  </a:lnTo>
                  <a:lnTo>
                    <a:pt x="6038245" y="2028614"/>
                  </a:lnTo>
                  <a:lnTo>
                    <a:pt x="6001385" y="2103107"/>
                  </a:lnTo>
                  <a:lnTo>
                    <a:pt x="5964836" y="2174102"/>
                  </a:lnTo>
                  <a:lnTo>
                    <a:pt x="5928538" y="2241410"/>
                  </a:lnTo>
                  <a:lnTo>
                    <a:pt x="5892399" y="2304917"/>
                  </a:lnTo>
                  <a:lnTo>
                    <a:pt x="5856293" y="2364581"/>
                  </a:lnTo>
                  <a:lnTo>
                    <a:pt x="5820050" y="2420422"/>
                  </a:lnTo>
                  <a:lnTo>
                    <a:pt x="5784835" y="2470637"/>
                  </a:lnTo>
                  <a:lnTo>
                    <a:pt x="5736909" y="2532389"/>
                  </a:lnTo>
                  <a:lnTo>
                    <a:pt x="5687407" y="2588072"/>
                  </a:lnTo>
                  <a:lnTo>
                    <a:pt x="5635592" y="2637981"/>
                  </a:lnTo>
                  <a:lnTo>
                    <a:pt x="5580640" y="2682627"/>
                  </a:lnTo>
                  <a:lnTo>
                    <a:pt x="5521707" y="2722586"/>
                  </a:lnTo>
                  <a:lnTo>
                    <a:pt x="5457997" y="2758425"/>
                  </a:lnTo>
                  <a:lnTo>
                    <a:pt x="5388846" y="2790645"/>
                  </a:lnTo>
                  <a:lnTo>
                    <a:pt x="5313835" y="2819657"/>
                  </a:lnTo>
                  <a:lnTo>
                    <a:pt x="5232937" y="2845770"/>
                  </a:lnTo>
                  <a:lnTo>
                    <a:pt x="5146695" y="2869184"/>
                  </a:lnTo>
                  <a:lnTo>
                    <a:pt x="5056405" y="2889994"/>
                  </a:lnTo>
                  <a:lnTo>
                    <a:pt x="4964260" y="2908208"/>
                  </a:lnTo>
                  <a:lnTo>
                    <a:pt x="4873359" y="2923776"/>
                  </a:lnTo>
                  <a:lnTo>
                    <a:pt x="4787519" y="2936639"/>
                  </a:lnTo>
                  <a:lnTo>
                    <a:pt x="4710806" y="2946785"/>
                  </a:lnTo>
                  <a:lnTo>
                    <a:pt x="4646853" y="2954307"/>
                  </a:lnTo>
                  <a:lnTo>
                    <a:pt x="4598103" y="2959440"/>
                  </a:lnTo>
                  <a:lnTo>
                    <a:pt x="4565220" y="2962554"/>
                  </a:lnTo>
                  <a:lnTo>
                    <a:pt x="4546823" y="2964128"/>
                  </a:lnTo>
                  <a:lnTo>
                    <a:pt x="4539594" y="2964689"/>
                  </a:lnTo>
                  <a:lnTo>
                    <a:pt x="4538543" y="2964764"/>
                  </a:lnTo>
                  <a:lnTo>
                    <a:pt x="4016409" y="2964764"/>
                  </a:lnTo>
                  <a:lnTo>
                    <a:pt x="4015171" y="2964806"/>
                  </a:lnTo>
                  <a:lnTo>
                    <a:pt x="4007073" y="2965105"/>
                  </a:lnTo>
                  <a:lnTo>
                    <a:pt x="3986809" y="2965933"/>
                  </a:lnTo>
                  <a:lnTo>
                    <a:pt x="3950968" y="2967558"/>
                  </a:lnTo>
                  <a:lnTo>
                    <a:pt x="3898331" y="2970220"/>
                  </a:lnTo>
                  <a:lnTo>
                    <a:pt x="3829944" y="2974101"/>
                  </a:lnTo>
                  <a:lnTo>
                    <a:pt x="3748753" y="2979306"/>
                  </a:lnTo>
                  <a:lnTo>
                    <a:pt x="3658869" y="2985870"/>
                  </a:lnTo>
                  <a:lnTo>
                    <a:pt x="3564704" y="2993780"/>
                  </a:lnTo>
                  <a:lnTo>
                    <a:pt x="3470233" y="3003002"/>
                  </a:lnTo>
                  <a:lnTo>
                    <a:pt x="3378544" y="3013518"/>
                  </a:lnTo>
                  <a:lnTo>
                    <a:pt x="3291695" y="3025345"/>
                  </a:lnTo>
                  <a:lnTo>
                    <a:pt x="3210785" y="3038551"/>
                  </a:lnTo>
                  <a:lnTo>
                    <a:pt x="3136147" y="3053260"/>
                  </a:lnTo>
                  <a:lnTo>
                    <a:pt x="3067557" y="3069652"/>
                  </a:lnTo>
                  <a:lnTo>
                    <a:pt x="3004426" y="3087960"/>
                  </a:lnTo>
                  <a:lnTo>
                    <a:pt x="2945954" y="3108459"/>
                  </a:lnTo>
                  <a:lnTo>
                    <a:pt x="2891239" y="3131447"/>
                  </a:lnTo>
                  <a:lnTo>
                    <a:pt x="2839367" y="3157207"/>
                  </a:lnTo>
                  <a:lnTo>
                    <a:pt x="2789485" y="3185954"/>
                  </a:lnTo>
                  <a:lnTo>
                    <a:pt x="2770117" y="3198181"/>
                  </a:lnTo>
                  <a:lnTo>
                    <a:pt x="2723661" y="3229872"/>
                  </a:lnTo>
                  <a:lnTo>
                    <a:pt x="2677658" y="3264448"/>
                  </a:lnTo>
                  <a:lnTo>
                    <a:pt x="2631713" y="3301958"/>
                  </a:lnTo>
                  <a:lnTo>
                    <a:pt x="2585539" y="3342378"/>
                  </a:lnTo>
                  <a:lnTo>
                    <a:pt x="2538946" y="3385599"/>
                  </a:lnTo>
                  <a:lnTo>
                    <a:pt x="2491830" y="3431417"/>
                  </a:lnTo>
                  <a:lnTo>
                    <a:pt x="2444165" y="3479538"/>
                  </a:lnTo>
                  <a:lnTo>
                    <a:pt x="2395991" y="3529575"/>
                  </a:lnTo>
                  <a:lnTo>
                    <a:pt x="2347405" y="3581063"/>
                  </a:lnTo>
                  <a:lnTo>
                    <a:pt x="2298546" y="3633473"/>
                  </a:lnTo>
                  <a:lnTo>
                    <a:pt x="2249581" y="3686233"/>
                  </a:lnTo>
                  <a:lnTo>
                    <a:pt x="2200687" y="3738757"/>
                  </a:lnTo>
                  <a:lnTo>
                    <a:pt x="2152036" y="3790469"/>
                  </a:lnTo>
                  <a:lnTo>
                    <a:pt x="2103772" y="3840829"/>
                  </a:lnTo>
                  <a:lnTo>
                    <a:pt x="2056002" y="3889358"/>
                  </a:lnTo>
                  <a:lnTo>
                    <a:pt x="2008778" y="3935654"/>
                  </a:lnTo>
                  <a:lnTo>
                    <a:pt x="1962089" y="3979402"/>
                  </a:lnTo>
                  <a:lnTo>
                    <a:pt x="1915845" y="4020382"/>
                  </a:lnTo>
                  <a:lnTo>
                    <a:pt x="1869874" y="4058467"/>
                  </a:lnTo>
                  <a:lnTo>
                    <a:pt x="1823910" y="4093615"/>
                  </a:lnTo>
                  <a:lnTo>
                    <a:pt x="1777579" y="4125864"/>
                  </a:lnTo>
                  <a:lnTo>
                    <a:pt x="1768425" y="4131846"/>
                  </a:lnTo>
                  <a:lnTo>
                    <a:pt x="1719124" y="4161800"/>
                  </a:lnTo>
                  <a:lnTo>
                    <a:pt x="1668136" y="4188724"/>
                  </a:lnTo>
                  <a:lnTo>
                    <a:pt x="1614655" y="4212778"/>
                  </a:lnTo>
                  <a:lnTo>
                    <a:pt x="1557781" y="4234227"/>
                  </a:lnTo>
                  <a:lnTo>
                    <a:pt x="1496598" y="4253368"/>
                  </a:lnTo>
                  <a:lnTo>
                    <a:pt x="1430255" y="4270489"/>
                  </a:lnTo>
                  <a:lnTo>
                    <a:pt x="1358063" y="4285839"/>
                  </a:lnTo>
                  <a:lnTo>
                    <a:pt x="1279634" y="4299622"/>
                  </a:lnTo>
                  <a:lnTo>
                    <a:pt x="1195052" y="4311985"/>
                  </a:lnTo>
                  <a:lnTo>
                    <a:pt x="1105090" y="4323015"/>
                  </a:lnTo>
                  <a:lnTo>
                    <a:pt x="1011409" y="4332751"/>
                  </a:lnTo>
                  <a:lnTo>
                    <a:pt x="916690" y="4341184"/>
                  </a:lnTo>
                  <a:lnTo>
                    <a:pt x="824594" y="4348284"/>
                  </a:lnTo>
                  <a:lnTo>
                    <a:pt x="739433" y="4354026"/>
                  </a:lnTo>
                  <a:lnTo>
                    <a:pt x="665539" y="4358423"/>
                  </a:lnTo>
                  <a:lnTo>
                    <a:pt x="606421" y="4361551"/>
                  </a:lnTo>
                  <a:lnTo>
                    <a:pt x="563945" y="4363560"/>
                  </a:lnTo>
                  <a:lnTo>
                    <a:pt x="537804" y="4364672"/>
                  </a:lnTo>
                  <a:lnTo>
                    <a:pt x="525424" y="4365148"/>
                  </a:lnTo>
                  <a:lnTo>
                    <a:pt x="522133" y="4365263"/>
                  </a:lnTo>
                  <a:lnTo>
                    <a:pt x="0" y="4365263"/>
                  </a:lnTo>
                  <a:close/>
                </a:path>
              </a:pathLst>
            </a:custGeom>
            <a:solidFill>
              <a:srgbClr val="8BC34A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1545" name="pl1545"/>
            <p:cNvSpPr/>
            <p:nvPr/>
          </p:nvSpPr>
          <p:spPr>
            <a:xfrm>
              <a:off x="386606" y="666005"/>
              <a:ext cx="8554953" cy="4365263"/>
            </a:xfrm>
            <a:custGeom>
              <a:avLst/>
              <a:pathLst>
                <a:path w="8554953" h="4365263">
                  <a:moveTo>
                    <a:pt x="0" y="4365263"/>
                  </a:moveTo>
                  <a:lnTo>
                    <a:pt x="522133" y="4365263"/>
                  </a:lnTo>
                  <a:lnTo>
                    <a:pt x="523371" y="4365221"/>
                  </a:lnTo>
                  <a:lnTo>
                    <a:pt x="531469" y="4364922"/>
                  </a:lnTo>
                  <a:lnTo>
                    <a:pt x="551733" y="4364094"/>
                  </a:lnTo>
                  <a:lnTo>
                    <a:pt x="587574" y="4362469"/>
                  </a:lnTo>
                  <a:lnTo>
                    <a:pt x="640211" y="4359807"/>
                  </a:lnTo>
                  <a:lnTo>
                    <a:pt x="708598" y="4355926"/>
                  </a:lnTo>
                  <a:lnTo>
                    <a:pt x="789790" y="4350721"/>
                  </a:lnTo>
                  <a:lnTo>
                    <a:pt x="879673" y="4344157"/>
                  </a:lnTo>
                  <a:lnTo>
                    <a:pt x="973838" y="4336248"/>
                  </a:lnTo>
                  <a:lnTo>
                    <a:pt x="1068309" y="4327025"/>
                  </a:lnTo>
                  <a:lnTo>
                    <a:pt x="1159998" y="4316509"/>
                  </a:lnTo>
                  <a:lnTo>
                    <a:pt x="1246848" y="4304682"/>
                  </a:lnTo>
                  <a:lnTo>
                    <a:pt x="1327757" y="4291476"/>
                  </a:lnTo>
                  <a:lnTo>
                    <a:pt x="1402395" y="4276767"/>
                  </a:lnTo>
                  <a:lnTo>
                    <a:pt x="1470985" y="4260375"/>
                  </a:lnTo>
                  <a:lnTo>
                    <a:pt x="1534116" y="4242067"/>
                  </a:lnTo>
                  <a:lnTo>
                    <a:pt x="1592588" y="4221568"/>
                  </a:lnTo>
                  <a:lnTo>
                    <a:pt x="1647303" y="4198580"/>
                  </a:lnTo>
                  <a:lnTo>
                    <a:pt x="1699175" y="4172820"/>
                  </a:lnTo>
                  <a:lnTo>
                    <a:pt x="1749057" y="4144073"/>
                  </a:lnTo>
                  <a:lnTo>
                    <a:pt x="1768425" y="4131846"/>
                  </a:lnTo>
                  <a:lnTo>
                    <a:pt x="1814881" y="4100155"/>
                  </a:lnTo>
                  <a:lnTo>
                    <a:pt x="1860884" y="4065580"/>
                  </a:lnTo>
                  <a:lnTo>
                    <a:pt x="1906829" y="4028069"/>
                  </a:lnTo>
                  <a:lnTo>
                    <a:pt x="1953003" y="3987649"/>
                  </a:lnTo>
                  <a:lnTo>
                    <a:pt x="1999596" y="3944428"/>
                  </a:lnTo>
                  <a:lnTo>
                    <a:pt x="2046712" y="3898610"/>
                  </a:lnTo>
                  <a:lnTo>
                    <a:pt x="2094377" y="3850489"/>
                  </a:lnTo>
                  <a:lnTo>
                    <a:pt x="2142551" y="3800452"/>
                  </a:lnTo>
                  <a:lnTo>
                    <a:pt x="2191137" y="3748964"/>
                  </a:lnTo>
                  <a:lnTo>
                    <a:pt x="2239996" y="3696554"/>
                  </a:lnTo>
                  <a:lnTo>
                    <a:pt x="2288961" y="3643794"/>
                  </a:lnTo>
                  <a:lnTo>
                    <a:pt x="2337855" y="3591270"/>
                  </a:lnTo>
                  <a:lnTo>
                    <a:pt x="2386507" y="3539558"/>
                  </a:lnTo>
                  <a:lnTo>
                    <a:pt x="2434771" y="3489198"/>
                  </a:lnTo>
                  <a:lnTo>
                    <a:pt x="2482541" y="3440669"/>
                  </a:lnTo>
                  <a:lnTo>
                    <a:pt x="2529764" y="3394373"/>
                  </a:lnTo>
                  <a:lnTo>
                    <a:pt x="2576454" y="3350625"/>
                  </a:lnTo>
                  <a:lnTo>
                    <a:pt x="2622698" y="3309645"/>
                  </a:lnTo>
                  <a:lnTo>
                    <a:pt x="2668668" y="3271561"/>
                  </a:lnTo>
                  <a:lnTo>
                    <a:pt x="2714632" y="3236413"/>
                  </a:lnTo>
                  <a:lnTo>
                    <a:pt x="2760963" y="3204164"/>
                  </a:lnTo>
                  <a:lnTo>
                    <a:pt x="2770117" y="3198181"/>
                  </a:lnTo>
                  <a:lnTo>
                    <a:pt x="2819418" y="3168227"/>
                  </a:lnTo>
                  <a:lnTo>
                    <a:pt x="2870406" y="3141303"/>
                  </a:lnTo>
                  <a:lnTo>
                    <a:pt x="2923888" y="3117249"/>
                  </a:lnTo>
                  <a:lnTo>
                    <a:pt x="2980762" y="3095800"/>
                  </a:lnTo>
                  <a:lnTo>
                    <a:pt x="3041944" y="3076659"/>
                  </a:lnTo>
                  <a:lnTo>
                    <a:pt x="3108287" y="3059539"/>
                  </a:lnTo>
                  <a:lnTo>
                    <a:pt x="3180479" y="3044188"/>
                  </a:lnTo>
                  <a:lnTo>
                    <a:pt x="3258908" y="3030405"/>
                  </a:lnTo>
                  <a:lnTo>
                    <a:pt x="3343490" y="3018042"/>
                  </a:lnTo>
                  <a:lnTo>
                    <a:pt x="3433452" y="3007012"/>
                  </a:lnTo>
                  <a:lnTo>
                    <a:pt x="3527133" y="2997276"/>
                  </a:lnTo>
                  <a:lnTo>
                    <a:pt x="3621852" y="2988844"/>
                  </a:lnTo>
                  <a:lnTo>
                    <a:pt x="3713948" y="2981743"/>
                  </a:lnTo>
                  <a:lnTo>
                    <a:pt x="3799109" y="2976001"/>
                  </a:lnTo>
                  <a:lnTo>
                    <a:pt x="3873003" y="2971604"/>
                  </a:lnTo>
                  <a:lnTo>
                    <a:pt x="3932121" y="2968477"/>
                  </a:lnTo>
                  <a:lnTo>
                    <a:pt x="3974597" y="2966467"/>
                  </a:lnTo>
                  <a:lnTo>
                    <a:pt x="4000739" y="2965355"/>
                  </a:lnTo>
                  <a:lnTo>
                    <a:pt x="4013118" y="2964879"/>
                  </a:lnTo>
                  <a:lnTo>
                    <a:pt x="4016330" y="2964767"/>
                  </a:lnTo>
                  <a:lnTo>
                    <a:pt x="4016409" y="2964764"/>
                  </a:lnTo>
                  <a:lnTo>
                    <a:pt x="4538543" y="2964764"/>
                  </a:lnTo>
                  <a:lnTo>
                    <a:pt x="4539683" y="2964683"/>
                  </a:lnTo>
                  <a:lnTo>
                    <a:pt x="4547158" y="2964101"/>
                  </a:lnTo>
                  <a:lnTo>
                    <a:pt x="4565915" y="2962492"/>
                  </a:lnTo>
                  <a:lnTo>
                    <a:pt x="4599223" y="2959328"/>
                  </a:lnTo>
                  <a:lnTo>
                    <a:pt x="4648405" y="2954135"/>
                  </a:lnTo>
                  <a:lnTo>
                    <a:pt x="4712746" y="2946543"/>
                  </a:lnTo>
                  <a:lnTo>
                    <a:pt x="4789761" y="2936324"/>
                  </a:lnTo>
                  <a:lnTo>
                    <a:pt x="4875793" y="2923387"/>
                  </a:lnTo>
                  <a:lnTo>
                    <a:pt x="4966776" y="2907746"/>
                  </a:lnTo>
                  <a:lnTo>
                    <a:pt x="5058908" y="2889460"/>
                  </a:lnTo>
                  <a:lnTo>
                    <a:pt x="5149112" y="2868579"/>
                  </a:lnTo>
                  <a:lnTo>
                    <a:pt x="5235222" y="2845093"/>
                  </a:lnTo>
                  <a:lnTo>
                    <a:pt x="5315963" y="2818904"/>
                  </a:lnTo>
                  <a:lnTo>
                    <a:pt x="5390812" y="2789809"/>
                  </a:lnTo>
                  <a:lnTo>
                    <a:pt x="5459807" y="2757497"/>
                  </a:lnTo>
                  <a:lnTo>
                    <a:pt x="5523377" y="2721552"/>
                  </a:lnTo>
                  <a:lnTo>
                    <a:pt x="5582190" y="2681472"/>
                  </a:lnTo>
                  <a:lnTo>
                    <a:pt x="5637045" y="2636691"/>
                  </a:lnTo>
                  <a:lnTo>
                    <a:pt x="5688786" y="2586630"/>
                  </a:lnTo>
                  <a:lnTo>
                    <a:pt x="5738236" y="2530784"/>
                  </a:lnTo>
                  <a:lnTo>
                    <a:pt x="5784835" y="2470637"/>
                  </a:lnTo>
                  <a:lnTo>
                    <a:pt x="5821409" y="2418403"/>
                  </a:lnTo>
                  <a:lnTo>
                    <a:pt x="5857643" y="2362421"/>
                  </a:lnTo>
                  <a:lnTo>
                    <a:pt x="5893748" y="2302614"/>
                  </a:lnTo>
                  <a:lnTo>
                    <a:pt x="5929890" y="2238963"/>
                  </a:lnTo>
                  <a:lnTo>
                    <a:pt x="5966196" y="2171515"/>
                  </a:lnTo>
                  <a:lnTo>
                    <a:pt x="6002756" y="2100386"/>
                  </a:lnTo>
                  <a:lnTo>
                    <a:pt x="6039628" y="2025767"/>
                  </a:lnTo>
                  <a:lnTo>
                    <a:pt x="6076838" y="1947924"/>
                  </a:lnTo>
                  <a:lnTo>
                    <a:pt x="6114386" y="1867201"/>
                  </a:lnTo>
                  <a:lnTo>
                    <a:pt x="6152246" y="1784009"/>
                  </a:lnTo>
                  <a:lnTo>
                    <a:pt x="6190371" y="1698826"/>
                  </a:lnTo>
                  <a:lnTo>
                    <a:pt x="6228699" y="1612184"/>
                  </a:lnTo>
                  <a:lnTo>
                    <a:pt x="6267152" y="1524653"/>
                  </a:lnTo>
                  <a:lnTo>
                    <a:pt x="6305647" y="1436832"/>
                  </a:lnTo>
                  <a:lnTo>
                    <a:pt x="6344098" y="1349324"/>
                  </a:lnTo>
                  <a:lnTo>
                    <a:pt x="6382419" y="1262726"/>
                  </a:lnTo>
                  <a:lnTo>
                    <a:pt x="6420536" y="1177608"/>
                  </a:lnTo>
                  <a:lnTo>
                    <a:pt x="6458385" y="1094500"/>
                  </a:lnTo>
                  <a:lnTo>
                    <a:pt x="6495920" y="1013877"/>
                  </a:lnTo>
                  <a:lnTo>
                    <a:pt x="6533117" y="936150"/>
                  </a:lnTo>
                  <a:lnTo>
                    <a:pt x="6569977" y="861656"/>
                  </a:lnTo>
                  <a:lnTo>
                    <a:pt x="6606526" y="790662"/>
                  </a:lnTo>
                  <a:lnTo>
                    <a:pt x="6642824" y="723354"/>
                  </a:lnTo>
                  <a:lnTo>
                    <a:pt x="6678963" y="659846"/>
                  </a:lnTo>
                  <a:lnTo>
                    <a:pt x="6715069" y="600183"/>
                  </a:lnTo>
                  <a:lnTo>
                    <a:pt x="6751312" y="544342"/>
                  </a:lnTo>
                  <a:lnTo>
                    <a:pt x="6786527" y="494127"/>
                  </a:lnTo>
                  <a:lnTo>
                    <a:pt x="6834453" y="432375"/>
                  </a:lnTo>
                  <a:lnTo>
                    <a:pt x="6883955" y="376692"/>
                  </a:lnTo>
                  <a:lnTo>
                    <a:pt x="6935770" y="326782"/>
                  </a:lnTo>
                  <a:lnTo>
                    <a:pt x="6990722" y="282137"/>
                  </a:lnTo>
                  <a:lnTo>
                    <a:pt x="7049655" y="242177"/>
                  </a:lnTo>
                  <a:lnTo>
                    <a:pt x="7113365" y="206339"/>
                  </a:lnTo>
                  <a:lnTo>
                    <a:pt x="7182516" y="174119"/>
                  </a:lnTo>
                  <a:lnTo>
                    <a:pt x="7257527" y="145107"/>
                  </a:lnTo>
                  <a:lnTo>
                    <a:pt x="7338425" y="118994"/>
                  </a:lnTo>
                  <a:lnTo>
                    <a:pt x="7424667" y="95580"/>
                  </a:lnTo>
                  <a:lnTo>
                    <a:pt x="7514957" y="74770"/>
                  </a:lnTo>
                  <a:lnTo>
                    <a:pt x="7607102" y="56556"/>
                  </a:lnTo>
                  <a:lnTo>
                    <a:pt x="7698003" y="40987"/>
                  </a:lnTo>
                  <a:lnTo>
                    <a:pt x="7783843" y="28125"/>
                  </a:lnTo>
                  <a:lnTo>
                    <a:pt x="7860556" y="17979"/>
                  </a:lnTo>
                  <a:lnTo>
                    <a:pt x="7924509" y="10457"/>
                  </a:lnTo>
                  <a:lnTo>
                    <a:pt x="7973259" y="5324"/>
                  </a:lnTo>
                  <a:lnTo>
                    <a:pt x="8006142" y="2210"/>
                  </a:lnTo>
                  <a:lnTo>
                    <a:pt x="8024539" y="636"/>
                  </a:lnTo>
                  <a:lnTo>
                    <a:pt x="8031768" y="75"/>
                  </a:lnTo>
                  <a:lnTo>
                    <a:pt x="8032819" y="0"/>
                  </a:lnTo>
                  <a:lnTo>
                    <a:pt x="8554953" y="0"/>
                  </a:lnTo>
                  <a:lnTo>
                    <a:pt x="8554953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546" name="pl1546"/>
            <p:cNvSpPr/>
            <p:nvPr/>
          </p:nvSpPr>
          <p:spPr>
            <a:xfrm>
              <a:off x="386606" y="660358"/>
              <a:ext cx="8554953" cy="4365263"/>
            </a:xfrm>
            <a:custGeom>
              <a:avLst/>
              <a:pathLst>
                <a:path w="8554953" h="4365263">
                  <a:moveTo>
                    <a:pt x="8554953" y="0"/>
                  </a:moveTo>
                  <a:lnTo>
                    <a:pt x="8032819" y="0"/>
                  </a:lnTo>
                  <a:lnTo>
                    <a:pt x="8031679" y="81"/>
                  </a:lnTo>
                  <a:lnTo>
                    <a:pt x="8024203" y="663"/>
                  </a:lnTo>
                  <a:lnTo>
                    <a:pt x="8005447" y="2272"/>
                  </a:lnTo>
                  <a:lnTo>
                    <a:pt x="7972139" y="5436"/>
                  </a:lnTo>
                  <a:lnTo>
                    <a:pt x="7922957" y="10629"/>
                  </a:lnTo>
                  <a:lnTo>
                    <a:pt x="7858616" y="18221"/>
                  </a:lnTo>
                  <a:lnTo>
                    <a:pt x="7781601" y="28440"/>
                  </a:lnTo>
                  <a:lnTo>
                    <a:pt x="7695569" y="41377"/>
                  </a:lnTo>
                  <a:lnTo>
                    <a:pt x="7604586" y="57018"/>
                  </a:lnTo>
                  <a:lnTo>
                    <a:pt x="7512454" y="75304"/>
                  </a:lnTo>
                  <a:lnTo>
                    <a:pt x="7422250" y="96185"/>
                  </a:lnTo>
                  <a:lnTo>
                    <a:pt x="7336140" y="119671"/>
                  </a:lnTo>
                  <a:lnTo>
                    <a:pt x="7255399" y="145860"/>
                  </a:lnTo>
                  <a:lnTo>
                    <a:pt x="7180550" y="174955"/>
                  </a:lnTo>
                  <a:lnTo>
                    <a:pt x="7111555" y="207267"/>
                  </a:lnTo>
                  <a:lnTo>
                    <a:pt x="7047985" y="243212"/>
                  </a:lnTo>
                  <a:lnTo>
                    <a:pt x="6989172" y="283292"/>
                  </a:lnTo>
                  <a:lnTo>
                    <a:pt x="6934317" y="328073"/>
                  </a:lnTo>
                  <a:lnTo>
                    <a:pt x="6882576" y="378134"/>
                  </a:lnTo>
                  <a:lnTo>
                    <a:pt x="6833126" y="433980"/>
                  </a:lnTo>
                  <a:lnTo>
                    <a:pt x="6786527" y="494127"/>
                  </a:lnTo>
                  <a:lnTo>
                    <a:pt x="6749953" y="546360"/>
                  </a:lnTo>
                  <a:lnTo>
                    <a:pt x="6713719" y="602342"/>
                  </a:lnTo>
                  <a:lnTo>
                    <a:pt x="6677614" y="662150"/>
                  </a:lnTo>
                  <a:lnTo>
                    <a:pt x="6641472" y="725801"/>
                  </a:lnTo>
                  <a:lnTo>
                    <a:pt x="6605166" y="793249"/>
                  </a:lnTo>
                  <a:lnTo>
                    <a:pt x="6568606" y="864378"/>
                  </a:lnTo>
                  <a:lnTo>
                    <a:pt x="6531734" y="938997"/>
                  </a:lnTo>
                  <a:lnTo>
                    <a:pt x="6494524" y="1016839"/>
                  </a:lnTo>
                  <a:lnTo>
                    <a:pt x="6456976" y="1097563"/>
                  </a:lnTo>
                  <a:lnTo>
                    <a:pt x="6419116" y="1180755"/>
                  </a:lnTo>
                  <a:lnTo>
                    <a:pt x="6380991" y="1265938"/>
                  </a:lnTo>
                  <a:lnTo>
                    <a:pt x="6342663" y="1352580"/>
                  </a:lnTo>
                  <a:lnTo>
                    <a:pt x="6304210" y="1440111"/>
                  </a:lnTo>
                  <a:lnTo>
                    <a:pt x="6265714" y="1527932"/>
                  </a:lnTo>
                  <a:lnTo>
                    <a:pt x="6227264" y="1615440"/>
                  </a:lnTo>
                  <a:lnTo>
                    <a:pt x="6188943" y="1702038"/>
                  </a:lnTo>
                  <a:lnTo>
                    <a:pt x="6150826" y="1787156"/>
                  </a:lnTo>
                  <a:lnTo>
                    <a:pt x="6112977" y="1870263"/>
                  </a:lnTo>
                  <a:lnTo>
                    <a:pt x="6075442" y="1950887"/>
                  </a:lnTo>
                  <a:lnTo>
                    <a:pt x="6038245" y="2028614"/>
                  </a:lnTo>
                  <a:lnTo>
                    <a:pt x="6001385" y="2103107"/>
                  </a:lnTo>
                  <a:lnTo>
                    <a:pt x="5964836" y="2174102"/>
                  </a:lnTo>
                  <a:lnTo>
                    <a:pt x="5928538" y="2241410"/>
                  </a:lnTo>
                  <a:lnTo>
                    <a:pt x="5892399" y="2304917"/>
                  </a:lnTo>
                  <a:lnTo>
                    <a:pt x="5856293" y="2364581"/>
                  </a:lnTo>
                  <a:lnTo>
                    <a:pt x="5820050" y="2420422"/>
                  </a:lnTo>
                  <a:lnTo>
                    <a:pt x="5784835" y="2470637"/>
                  </a:lnTo>
                  <a:lnTo>
                    <a:pt x="5736909" y="2532389"/>
                  </a:lnTo>
                  <a:lnTo>
                    <a:pt x="5687407" y="2588072"/>
                  </a:lnTo>
                  <a:lnTo>
                    <a:pt x="5635592" y="2637981"/>
                  </a:lnTo>
                  <a:lnTo>
                    <a:pt x="5580640" y="2682627"/>
                  </a:lnTo>
                  <a:lnTo>
                    <a:pt x="5521707" y="2722586"/>
                  </a:lnTo>
                  <a:lnTo>
                    <a:pt x="5457997" y="2758425"/>
                  </a:lnTo>
                  <a:lnTo>
                    <a:pt x="5388846" y="2790645"/>
                  </a:lnTo>
                  <a:lnTo>
                    <a:pt x="5313835" y="2819657"/>
                  </a:lnTo>
                  <a:lnTo>
                    <a:pt x="5232937" y="2845770"/>
                  </a:lnTo>
                  <a:lnTo>
                    <a:pt x="5146695" y="2869184"/>
                  </a:lnTo>
                  <a:lnTo>
                    <a:pt x="5056405" y="2889994"/>
                  </a:lnTo>
                  <a:lnTo>
                    <a:pt x="4964260" y="2908208"/>
                  </a:lnTo>
                  <a:lnTo>
                    <a:pt x="4873359" y="2923776"/>
                  </a:lnTo>
                  <a:lnTo>
                    <a:pt x="4787519" y="2936639"/>
                  </a:lnTo>
                  <a:lnTo>
                    <a:pt x="4710806" y="2946785"/>
                  </a:lnTo>
                  <a:lnTo>
                    <a:pt x="4646853" y="2954307"/>
                  </a:lnTo>
                  <a:lnTo>
                    <a:pt x="4598103" y="2959440"/>
                  </a:lnTo>
                  <a:lnTo>
                    <a:pt x="4565220" y="2962554"/>
                  </a:lnTo>
                  <a:lnTo>
                    <a:pt x="4546823" y="2964128"/>
                  </a:lnTo>
                  <a:lnTo>
                    <a:pt x="4539594" y="2964689"/>
                  </a:lnTo>
                  <a:lnTo>
                    <a:pt x="4538543" y="2964764"/>
                  </a:lnTo>
                  <a:lnTo>
                    <a:pt x="4016409" y="2964764"/>
                  </a:lnTo>
                  <a:lnTo>
                    <a:pt x="4015171" y="2964806"/>
                  </a:lnTo>
                  <a:lnTo>
                    <a:pt x="4007073" y="2965105"/>
                  </a:lnTo>
                  <a:lnTo>
                    <a:pt x="3986809" y="2965933"/>
                  </a:lnTo>
                  <a:lnTo>
                    <a:pt x="3950968" y="2967558"/>
                  </a:lnTo>
                  <a:lnTo>
                    <a:pt x="3898331" y="2970220"/>
                  </a:lnTo>
                  <a:lnTo>
                    <a:pt x="3829944" y="2974101"/>
                  </a:lnTo>
                  <a:lnTo>
                    <a:pt x="3748753" y="2979306"/>
                  </a:lnTo>
                  <a:lnTo>
                    <a:pt x="3658869" y="2985870"/>
                  </a:lnTo>
                  <a:lnTo>
                    <a:pt x="3564704" y="2993780"/>
                  </a:lnTo>
                  <a:lnTo>
                    <a:pt x="3470233" y="3003002"/>
                  </a:lnTo>
                  <a:lnTo>
                    <a:pt x="3378544" y="3013518"/>
                  </a:lnTo>
                  <a:lnTo>
                    <a:pt x="3291695" y="3025345"/>
                  </a:lnTo>
                  <a:lnTo>
                    <a:pt x="3210785" y="3038551"/>
                  </a:lnTo>
                  <a:lnTo>
                    <a:pt x="3136147" y="3053260"/>
                  </a:lnTo>
                  <a:lnTo>
                    <a:pt x="3067557" y="3069652"/>
                  </a:lnTo>
                  <a:lnTo>
                    <a:pt x="3004426" y="3087960"/>
                  </a:lnTo>
                  <a:lnTo>
                    <a:pt x="2945954" y="3108459"/>
                  </a:lnTo>
                  <a:lnTo>
                    <a:pt x="2891239" y="3131447"/>
                  </a:lnTo>
                  <a:lnTo>
                    <a:pt x="2839367" y="3157207"/>
                  </a:lnTo>
                  <a:lnTo>
                    <a:pt x="2789485" y="3185954"/>
                  </a:lnTo>
                  <a:lnTo>
                    <a:pt x="2770117" y="3198181"/>
                  </a:lnTo>
                  <a:lnTo>
                    <a:pt x="2723661" y="3229872"/>
                  </a:lnTo>
                  <a:lnTo>
                    <a:pt x="2677658" y="3264448"/>
                  </a:lnTo>
                  <a:lnTo>
                    <a:pt x="2631713" y="3301958"/>
                  </a:lnTo>
                  <a:lnTo>
                    <a:pt x="2585539" y="3342378"/>
                  </a:lnTo>
                  <a:lnTo>
                    <a:pt x="2538946" y="3385599"/>
                  </a:lnTo>
                  <a:lnTo>
                    <a:pt x="2491830" y="3431417"/>
                  </a:lnTo>
                  <a:lnTo>
                    <a:pt x="2444165" y="3479538"/>
                  </a:lnTo>
                  <a:lnTo>
                    <a:pt x="2395991" y="3529575"/>
                  </a:lnTo>
                  <a:lnTo>
                    <a:pt x="2347405" y="3581063"/>
                  </a:lnTo>
                  <a:lnTo>
                    <a:pt x="2298546" y="3633473"/>
                  </a:lnTo>
                  <a:lnTo>
                    <a:pt x="2249581" y="3686233"/>
                  </a:lnTo>
                  <a:lnTo>
                    <a:pt x="2200687" y="3738757"/>
                  </a:lnTo>
                  <a:lnTo>
                    <a:pt x="2152036" y="3790469"/>
                  </a:lnTo>
                  <a:lnTo>
                    <a:pt x="2103772" y="3840829"/>
                  </a:lnTo>
                  <a:lnTo>
                    <a:pt x="2056002" y="3889358"/>
                  </a:lnTo>
                  <a:lnTo>
                    <a:pt x="2008778" y="3935654"/>
                  </a:lnTo>
                  <a:lnTo>
                    <a:pt x="1962089" y="3979402"/>
                  </a:lnTo>
                  <a:lnTo>
                    <a:pt x="1915845" y="4020382"/>
                  </a:lnTo>
                  <a:lnTo>
                    <a:pt x="1869874" y="4058467"/>
                  </a:lnTo>
                  <a:lnTo>
                    <a:pt x="1823910" y="4093615"/>
                  </a:lnTo>
                  <a:lnTo>
                    <a:pt x="1777579" y="4125864"/>
                  </a:lnTo>
                  <a:lnTo>
                    <a:pt x="1768425" y="4131846"/>
                  </a:lnTo>
                  <a:lnTo>
                    <a:pt x="1719124" y="4161800"/>
                  </a:lnTo>
                  <a:lnTo>
                    <a:pt x="1668136" y="4188724"/>
                  </a:lnTo>
                  <a:lnTo>
                    <a:pt x="1614655" y="4212778"/>
                  </a:lnTo>
                  <a:lnTo>
                    <a:pt x="1557781" y="4234227"/>
                  </a:lnTo>
                  <a:lnTo>
                    <a:pt x="1496598" y="4253368"/>
                  </a:lnTo>
                  <a:lnTo>
                    <a:pt x="1430255" y="4270489"/>
                  </a:lnTo>
                  <a:lnTo>
                    <a:pt x="1358063" y="4285839"/>
                  </a:lnTo>
                  <a:lnTo>
                    <a:pt x="1279634" y="4299622"/>
                  </a:lnTo>
                  <a:lnTo>
                    <a:pt x="1195052" y="4311985"/>
                  </a:lnTo>
                  <a:lnTo>
                    <a:pt x="1105090" y="4323015"/>
                  </a:lnTo>
                  <a:lnTo>
                    <a:pt x="1011409" y="4332751"/>
                  </a:lnTo>
                  <a:lnTo>
                    <a:pt x="916690" y="4341184"/>
                  </a:lnTo>
                  <a:lnTo>
                    <a:pt x="824594" y="4348284"/>
                  </a:lnTo>
                  <a:lnTo>
                    <a:pt x="739433" y="4354026"/>
                  </a:lnTo>
                  <a:lnTo>
                    <a:pt x="665539" y="4358423"/>
                  </a:lnTo>
                  <a:lnTo>
                    <a:pt x="606421" y="4361551"/>
                  </a:lnTo>
                  <a:lnTo>
                    <a:pt x="563945" y="4363560"/>
                  </a:lnTo>
                  <a:lnTo>
                    <a:pt x="537804" y="4364672"/>
                  </a:lnTo>
                  <a:lnTo>
                    <a:pt x="525424" y="4365148"/>
                  </a:lnTo>
                  <a:lnTo>
                    <a:pt x="522213" y="4365260"/>
                  </a:lnTo>
                  <a:lnTo>
                    <a:pt x="522133" y="4365263"/>
                  </a:lnTo>
                  <a:lnTo>
                    <a:pt x="0" y="4365263"/>
                  </a:lnTo>
                  <a:lnTo>
                    <a:pt x="0" y="4365263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547" name="pg1547"/>
            <p:cNvSpPr/>
            <p:nvPr/>
          </p:nvSpPr>
          <p:spPr>
            <a:xfrm>
              <a:off x="386606" y="2840166"/>
              <a:ext cx="8554953" cy="2196749"/>
            </a:xfrm>
            <a:custGeom>
              <a:avLst/>
              <a:pathLst>
                <a:path w="8554953" h="2196749">
                  <a:moveTo>
                    <a:pt x="0" y="2196749"/>
                  </a:moveTo>
                  <a:lnTo>
                    <a:pt x="522133" y="2196749"/>
                  </a:lnTo>
                  <a:lnTo>
                    <a:pt x="523374" y="2196709"/>
                  </a:lnTo>
                  <a:lnTo>
                    <a:pt x="531493" y="2196425"/>
                  </a:lnTo>
                  <a:lnTo>
                    <a:pt x="551805" y="2195639"/>
                  </a:lnTo>
                  <a:lnTo>
                    <a:pt x="587728" y="2194095"/>
                  </a:lnTo>
                  <a:lnTo>
                    <a:pt x="640475" y="2191566"/>
                  </a:lnTo>
                  <a:lnTo>
                    <a:pt x="708990" y="2187879"/>
                  </a:lnTo>
                  <a:lnTo>
                    <a:pt x="790313" y="2182935"/>
                  </a:lnTo>
                  <a:lnTo>
                    <a:pt x="880317" y="2176702"/>
                  </a:lnTo>
                  <a:lnTo>
                    <a:pt x="974578" y="2169191"/>
                  </a:lnTo>
                  <a:lnTo>
                    <a:pt x="1069119" y="2160435"/>
                  </a:lnTo>
                  <a:lnTo>
                    <a:pt x="1160851" y="2150450"/>
                  </a:lnTo>
                  <a:lnTo>
                    <a:pt x="1247721" y="2139220"/>
                  </a:lnTo>
                  <a:lnTo>
                    <a:pt x="1328633" y="2126681"/>
                  </a:lnTo>
                  <a:lnTo>
                    <a:pt x="1403262" y="2112714"/>
                  </a:lnTo>
                  <a:lnTo>
                    <a:pt x="1471839" y="2097146"/>
                  </a:lnTo>
                  <a:lnTo>
                    <a:pt x="1534956" y="2079756"/>
                  </a:lnTo>
                  <a:lnTo>
                    <a:pt x="1593419" y="2060283"/>
                  </a:lnTo>
                  <a:lnTo>
                    <a:pt x="1648132" y="2038444"/>
                  </a:lnTo>
                  <a:lnTo>
                    <a:pt x="1700010" y="2013968"/>
                  </a:lnTo>
                  <a:lnTo>
                    <a:pt x="1749909" y="1986657"/>
                  </a:lnTo>
                  <a:lnTo>
                    <a:pt x="1768425" y="1975568"/>
                  </a:lnTo>
                  <a:lnTo>
                    <a:pt x="1815446" y="1945154"/>
                  </a:lnTo>
                  <a:lnTo>
                    <a:pt x="1862007" y="1911939"/>
                  </a:lnTo>
                  <a:lnTo>
                    <a:pt x="1908518" y="1875874"/>
                  </a:lnTo>
                  <a:lnTo>
                    <a:pt x="1955272" y="1836986"/>
                  </a:lnTo>
                  <a:lnTo>
                    <a:pt x="2002462" y="1795388"/>
                  </a:lnTo>
                  <a:lnTo>
                    <a:pt x="2050191" y="1751282"/>
                  </a:lnTo>
                  <a:lnTo>
                    <a:pt x="2098482" y="1704965"/>
                  </a:lnTo>
                  <a:lnTo>
                    <a:pt x="2147289" y="1656824"/>
                  </a:lnTo>
                  <a:lnTo>
                    <a:pt x="2196505" y="1607323"/>
                  </a:lnTo>
                  <a:lnTo>
                    <a:pt x="2245983" y="1556986"/>
                  </a:lnTo>
                  <a:lnTo>
                    <a:pt x="2295547" y="1506378"/>
                  </a:lnTo>
                  <a:lnTo>
                    <a:pt x="2345014" y="1456076"/>
                  </a:lnTo>
                  <a:lnTo>
                    <a:pt x="2394210" y="1406642"/>
                  </a:lnTo>
                  <a:lnTo>
                    <a:pt x="2442987" y="1358599"/>
                  </a:lnTo>
                  <a:lnTo>
                    <a:pt x="2491245" y="1312405"/>
                  </a:lnTo>
                  <a:lnTo>
                    <a:pt x="2538941" y="1268443"/>
                  </a:lnTo>
                  <a:lnTo>
                    <a:pt x="2586101" y="1227003"/>
                  </a:lnTo>
                  <a:lnTo>
                    <a:pt x="2632834" y="1188283"/>
                  </a:lnTo>
                  <a:lnTo>
                    <a:pt x="2679338" y="1152391"/>
                  </a:lnTo>
                  <a:lnTo>
                    <a:pt x="2725914" y="1119347"/>
                  </a:lnTo>
                  <a:lnTo>
                    <a:pt x="2770117" y="1090845"/>
                  </a:lnTo>
                  <a:lnTo>
                    <a:pt x="2819461" y="1062438"/>
                  </a:lnTo>
                  <a:lnTo>
                    <a:pt x="2870497" y="1036906"/>
                  </a:lnTo>
                  <a:lnTo>
                    <a:pt x="2924031" y="1014099"/>
                  </a:lnTo>
                  <a:lnTo>
                    <a:pt x="2980966" y="993764"/>
                  </a:lnTo>
                  <a:lnTo>
                    <a:pt x="3042220" y="975619"/>
                  </a:lnTo>
                  <a:lnTo>
                    <a:pt x="3108647" y="959390"/>
                  </a:lnTo>
                  <a:lnTo>
                    <a:pt x="3180936" y="944841"/>
                  </a:lnTo>
                  <a:lnTo>
                    <a:pt x="3259474" y="931778"/>
                  </a:lnTo>
                  <a:lnTo>
                    <a:pt x="3344172" y="920063"/>
                  </a:lnTo>
                  <a:lnTo>
                    <a:pt x="3434251" y="909611"/>
                  </a:lnTo>
                  <a:lnTo>
                    <a:pt x="3528037" y="900390"/>
                  </a:lnTo>
                  <a:lnTo>
                    <a:pt x="3622830" y="892404"/>
                  </a:lnTo>
                  <a:lnTo>
                    <a:pt x="3714954" y="885684"/>
                  </a:lnTo>
                  <a:lnTo>
                    <a:pt x="3800082" y="880253"/>
                  </a:lnTo>
                  <a:lnTo>
                    <a:pt x="3873873" y="876099"/>
                  </a:lnTo>
                  <a:lnTo>
                    <a:pt x="3932826" y="873148"/>
                  </a:lnTo>
                  <a:lnTo>
                    <a:pt x="3975098" y="871256"/>
                  </a:lnTo>
                  <a:lnTo>
                    <a:pt x="4001028" y="870212"/>
                  </a:lnTo>
                  <a:lnTo>
                    <a:pt x="4013230" y="869769"/>
                  </a:lnTo>
                  <a:lnTo>
                    <a:pt x="4016409" y="869664"/>
                  </a:lnTo>
                  <a:lnTo>
                    <a:pt x="4538543" y="869664"/>
                  </a:lnTo>
                  <a:lnTo>
                    <a:pt x="4539800" y="869638"/>
                  </a:lnTo>
                  <a:lnTo>
                    <a:pt x="4548023" y="869450"/>
                  </a:lnTo>
                  <a:lnTo>
                    <a:pt x="4568586" y="868931"/>
                  </a:lnTo>
                  <a:lnTo>
                    <a:pt x="4604929" y="867913"/>
                  </a:lnTo>
                  <a:lnTo>
                    <a:pt x="4658245" y="866244"/>
                  </a:lnTo>
                  <a:lnTo>
                    <a:pt x="4727420" y="863814"/>
                  </a:lnTo>
                  <a:lnTo>
                    <a:pt x="4809417" y="860557"/>
                  </a:lnTo>
                  <a:lnTo>
                    <a:pt x="4900032" y="856452"/>
                  </a:lnTo>
                  <a:lnTo>
                    <a:pt x="4994790" y="851509"/>
                  </a:lnTo>
                  <a:lnTo>
                    <a:pt x="5089687" y="845749"/>
                  </a:lnTo>
                  <a:lnTo>
                    <a:pt x="5181636" y="839182"/>
                  </a:lnTo>
                  <a:lnTo>
                    <a:pt x="5268605" y="831795"/>
                  </a:lnTo>
                  <a:lnTo>
                    <a:pt x="5349528" y="823546"/>
                  </a:lnTo>
                  <a:lnTo>
                    <a:pt x="5424114" y="814352"/>
                  </a:lnTo>
                  <a:lnTo>
                    <a:pt x="5492621" y="804099"/>
                  </a:lnTo>
                  <a:lnTo>
                    <a:pt x="5555669" y="792639"/>
                  </a:lnTo>
                  <a:lnTo>
                    <a:pt x="5614085" y="779797"/>
                  </a:lnTo>
                  <a:lnTo>
                    <a:pt x="5668786" y="765387"/>
                  </a:lnTo>
                  <a:lnTo>
                    <a:pt x="5720702" y="749232"/>
                  </a:lnTo>
                  <a:lnTo>
                    <a:pt x="5770686" y="731207"/>
                  </a:lnTo>
                  <a:lnTo>
                    <a:pt x="5784835" y="725661"/>
                  </a:lnTo>
                  <a:lnTo>
                    <a:pt x="5835379" y="704292"/>
                  </a:lnTo>
                  <a:lnTo>
                    <a:pt x="5885431" y="680810"/>
                  </a:lnTo>
                  <a:lnTo>
                    <a:pt x="5935482" y="655182"/>
                  </a:lnTo>
                  <a:lnTo>
                    <a:pt x="5985873" y="627442"/>
                  </a:lnTo>
                  <a:lnTo>
                    <a:pt x="6036813" y="597701"/>
                  </a:lnTo>
                  <a:lnTo>
                    <a:pt x="6088396" y="566148"/>
                  </a:lnTo>
                  <a:lnTo>
                    <a:pt x="6140613" y="533056"/>
                  </a:lnTo>
                  <a:lnTo>
                    <a:pt x="6193368" y="498768"/>
                  </a:lnTo>
                  <a:lnTo>
                    <a:pt x="6246498" y="463691"/>
                  </a:lnTo>
                  <a:lnTo>
                    <a:pt x="6299795" y="428271"/>
                  </a:lnTo>
                  <a:lnTo>
                    <a:pt x="6353031" y="392975"/>
                  </a:lnTo>
                  <a:lnTo>
                    <a:pt x="6405986" y="358262"/>
                  </a:lnTo>
                  <a:lnTo>
                    <a:pt x="6458472" y="324560"/>
                  </a:lnTo>
                  <a:lnTo>
                    <a:pt x="6510360" y="292245"/>
                  </a:lnTo>
                  <a:lnTo>
                    <a:pt x="6561598" y="261622"/>
                  </a:lnTo>
                  <a:lnTo>
                    <a:pt x="6612229" y="232922"/>
                  </a:lnTo>
                  <a:lnTo>
                    <a:pt x="6662406" y="206292"/>
                  </a:lnTo>
                  <a:lnTo>
                    <a:pt x="6712406" y="181801"/>
                  </a:lnTo>
                  <a:lnTo>
                    <a:pt x="6762646" y="159445"/>
                  </a:lnTo>
                  <a:lnTo>
                    <a:pt x="6786527" y="149650"/>
                  </a:lnTo>
                  <a:lnTo>
                    <a:pt x="6836094" y="131077"/>
                  </a:lnTo>
                  <a:lnTo>
                    <a:pt x="6887370" y="114393"/>
                  </a:lnTo>
                  <a:lnTo>
                    <a:pt x="6941176" y="99497"/>
                  </a:lnTo>
                  <a:lnTo>
                    <a:pt x="6998425" y="86222"/>
                  </a:lnTo>
                  <a:lnTo>
                    <a:pt x="7060048" y="74382"/>
                  </a:lnTo>
                  <a:lnTo>
                    <a:pt x="7126907" y="63798"/>
                  </a:lnTo>
                  <a:lnTo>
                    <a:pt x="7199695" y="54313"/>
                  </a:lnTo>
                  <a:lnTo>
                    <a:pt x="7278794" y="45801"/>
                  </a:lnTo>
                  <a:lnTo>
                    <a:pt x="7364092" y="38172"/>
                  </a:lnTo>
                  <a:lnTo>
                    <a:pt x="7454769" y="31371"/>
                  </a:lnTo>
                  <a:lnTo>
                    <a:pt x="7549086" y="25378"/>
                  </a:lnTo>
                  <a:lnTo>
                    <a:pt x="7644260" y="20198"/>
                  </a:lnTo>
                  <a:lnTo>
                    <a:pt x="7736519" y="15850"/>
                  </a:lnTo>
                  <a:lnTo>
                    <a:pt x="7821459" y="12349"/>
                  </a:lnTo>
                  <a:lnTo>
                    <a:pt x="7894708" y="9685"/>
                  </a:lnTo>
                  <a:lnTo>
                    <a:pt x="7952804" y="7806"/>
                  </a:lnTo>
                  <a:lnTo>
                    <a:pt x="7994019" y="6614"/>
                  </a:lnTo>
                  <a:lnTo>
                    <a:pt x="8018870" y="5968"/>
                  </a:lnTo>
                  <a:lnTo>
                    <a:pt x="8030177" y="5703"/>
                  </a:lnTo>
                  <a:lnTo>
                    <a:pt x="8032819" y="5647"/>
                  </a:lnTo>
                  <a:lnTo>
                    <a:pt x="8554953" y="5647"/>
                  </a:lnTo>
                  <a:lnTo>
                    <a:pt x="8554953" y="0"/>
                  </a:lnTo>
                  <a:lnTo>
                    <a:pt x="8032819" y="0"/>
                  </a:lnTo>
                  <a:lnTo>
                    <a:pt x="8031562" y="26"/>
                  </a:lnTo>
                  <a:lnTo>
                    <a:pt x="8023339" y="213"/>
                  </a:lnTo>
                  <a:lnTo>
                    <a:pt x="8002776" y="732"/>
                  </a:lnTo>
                  <a:lnTo>
                    <a:pt x="7966433" y="1751"/>
                  </a:lnTo>
                  <a:lnTo>
                    <a:pt x="7913117" y="3419"/>
                  </a:lnTo>
                  <a:lnTo>
                    <a:pt x="7843942" y="5849"/>
                  </a:lnTo>
                  <a:lnTo>
                    <a:pt x="7761945" y="9107"/>
                  </a:lnTo>
                  <a:lnTo>
                    <a:pt x="7671330" y="13211"/>
                  </a:lnTo>
                  <a:lnTo>
                    <a:pt x="7576572" y="18154"/>
                  </a:lnTo>
                  <a:lnTo>
                    <a:pt x="7481675" y="23914"/>
                  </a:lnTo>
                  <a:lnTo>
                    <a:pt x="7389726" y="30482"/>
                  </a:lnTo>
                  <a:lnTo>
                    <a:pt x="7302757" y="37868"/>
                  </a:lnTo>
                  <a:lnTo>
                    <a:pt x="7221834" y="46118"/>
                  </a:lnTo>
                  <a:lnTo>
                    <a:pt x="7147248" y="55311"/>
                  </a:lnTo>
                  <a:lnTo>
                    <a:pt x="7078741" y="65564"/>
                  </a:lnTo>
                  <a:lnTo>
                    <a:pt x="7015693" y="77024"/>
                  </a:lnTo>
                  <a:lnTo>
                    <a:pt x="6957277" y="89866"/>
                  </a:lnTo>
                  <a:lnTo>
                    <a:pt x="6902575" y="104276"/>
                  </a:lnTo>
                  <a:lnTo>
                    <a:pt x="6850660" y="120431"/>
                  </a:lnTo>
                  <a:lnTo>
                    <a:pt x="6800676" y="138456"/>
                  </a:lnTo>
                  <a:lnTo>
                    <a:pt x="6786527" y="144002"/>
                  </a:lnTo>
                  <a:lnTo>
                    <a:pt x="6735983" y="165372"/>
                  </a:lnTo>
                  <a:lnTo>
                    <a:pt x="6685931" y="188854"/>
                  </a:lnTo>
                  <a:lnTo>
                    <a:pt x="6635880" y="214482"/>
                  </a:lnTo>
                  <a:lnTo>
                    <a:pt x="6585489" y="242221"/>
                  </a:lnTo>
                  <a:lnTo>
                    <a:pt x="6534549" y="271963"/>
                  </a:lnTo>
                  <a:lnTo>
                    <a:pt x="6482966" y="303515"/>
                  </a:lnTo>
                  <a:lnTo>
                    <a:pt x="6430749" y="336607"/>
                  </a:lnTo>
                  <a:lnTo>
                    <a:pt x="6377994" y="370895"/>
                  </a:lnTo>
                  <a:lnTo>
                    <a:pt x="6324864" y="405973"/>
                  </a:lnTo>
                  <a:lnTo>
                    <a:pt x="6271567" y="441393"/>
                  </a:lnTo>
                  <a:lnTo>
                    <a:pt x="6218331" y="476689"/>
                  </a:lnTo>
                  <a:lnTo>
                    <a:pt x="6165376" y="511401"/>
                  </a:lnTo>
                  <a:lnTo>
                    <a:pt x="6112890" y="545103"/>
                  </a:lnTo>
                  <a:lnTo>
                    <a:pt x="6061002" y="577419"/>
                  </a:lnTo>
                  <a:lnTo>
                    <a:pt x="6009764" y="608041"/>
                  </a:lnTo>
                  <a:lnTo>
                    <a:pt x="5959133" y="636741"/>
                  </a:lnTo>
                  <a:lnTo>
                    <a:pt x="5908956" y="663371"/>
                  </a:lnTo>
                  <a:lnTo>
                    <a:pt x="5858956" y="687863"/>
                  </a:lnTo>
                  <a:lnTo>
                    <a:pt x="5808716" y="710218"/>
                  </a:lnTo>
                  <a:lnTo>
                    <a:pt x="5784835" y="720014"/>
                  </a:lnTo>
                  <a:lnTo>
                    <a:pt x="5735268" y="738586"/>
                  </a:lnTo>
                  <a:lnTo>
                    <a:pt x="5683992" y="755271"/>
                  </a:lnTo>
                  <a:lnTo>
                    <a:pt x="5630186" y="770167"/>
                  </a:lnTo>
                  <a:lnTo>
                    <a:pt x="5572937" y="783441"/>
                  </a:lnTo>
                  <a:lnTo>
                    <a:pt x="5511314" y="795281"/>
                  </a:lnTo>
                  <a:lnTo>
                    <a:pt x="5444455" y="805865"/>
                  </a:lnTo>
                  <a:lnTo>
                    <a:pt x="5371667" y="815351"/>
                  </a:lnTo>
                  <a:lnTo>
                    <a:pt x="5292568" y="823863"/>
                  </a:lnTo>
                  <a:lnTo>
                    <a:pt x="5207270" y="831492"/>
                  </a:lnTo>
                  <a:lnTo>
                    <a:pt x="5116593" y="838292"/>
                  </a:lnTo>
                  <a:lnTo>
                    <a:pt x="5022276" y="844285"/>
                  </a:lnTo>
                  <a:lnTo>
                    <a:pt x="4927102" y="849466"/>
                  </a:lnTo>
                  <a:lnTo>
                    <a:pt x="4834843" y="853814"/>
                  </a:lnTo>
                  <a:lnTo>
                    <a:pt x="4749903" y="857315"/>
                  </a:lnTo>
                  <a:lnTo>
                    <a:pt x="4676654" y="859979"/>
                  </a:lnTo>
                  <a:lnTo>
                    <a:pt x="4618558" y="861857"/>
                  </a:lnTo>
                  <a:lnTo>
                    <a:pt x="4577343" y="863049"/>
                  </a:lnTo>
                  <a:lnTo>
                    <a:pt x="4552491" y="863695"/>
                  </a:lnTo>
                  <a:lnTo>
                    <a:pt x="4541185" y="863960"/>
                  </a:lnTo>
                  <a:lnTo>
                    <a:pt x="4538543" y="864017"/>
                  </a:lnTo>
                  <a:lnTo>
                    <a:pt x="4016409" y="864017"/>
                  </a:lnTo>
                  <a:lnTo>
                    <a:pt x="4015168" y="864056"/>
                  </a:lnTo>
                  <a:lnTo>
                    <a:pt x="4007050" y="864341"/>
                  </a:lnTo>
                  <a:lnTo>
                    <a:pt x="3986737" y="865127"/>
                  </a:lnTo>
                  <a:lnTo>
                    <a:pt x="3950814" y="866671"/>
                  </a:lnTo>
                  <a:lnTo>
                    <a:pt x="3898067" y="869200"/>
                  </a:lnTo>
                  <a:lnTo>
                    <a:pt x="3829552" y="872887"/>
                  </a:lnTo>
                  <a:lnTo>
                    <a:pt x="3748229" y="877830"/>
                  </a:lnTo>
                  <a:lnTo>
                    <a:pt x="3658226" y="884064"/>
                  </a:lnTo>
                  <a:lnTo>
                    <a:pt x="3563964" y="891574"/>
                  </a:lnTo>
                  <a:lnTo>
                    <a:pt x="3469423" y="900331"/>
                  </a:lnTo>
                  <a:lnTo>
                    <a:pt x="3377691" y="910315"/>
                  </a:lnTo>
                  <a:lnTo>
                    <a:pt x="3290821" y="921545"/>
                  </a:lnTo>
                  <a:lnTo>
                    <a:pt x="3209909" y="934085"/>
                  </a:lnTo>
                  <a:lnTo>
                    <a:pt x="3135280" y="948052"/>
                  </a:lnTo>
                  <a:lnTo>
                    <a:pt x="3066703" y="963620"/>
                  </a:lnTo>
                  <a:lnTo>
                    <a:pt x="3003586" y="981009"/>
                  </a:lnTo>
                  <a:lnTo>
                    <a:pt x="2945123" y="1000483"/>
                  </a:lnTo>
                  <a:lnTo>
                    <a:pt x="2890411" y="1022322"/>
                  </a:lnTo>
                  <a:lnTo>
                    <a:pt x="2838532" y="1046797"/>
                  </a:lnTo>
                  <a:lnTo>
                    <a:pt x="2788633" y="1074109"/>
                  </a:lnTo>
                  <a:lnTo>
                    <a:pt x="2770117" y="1085198"/>
                  </a:lnTo>
                  <a:lnTo>
                    <a:pt x="2723097" y="1115612"/>
                  </a:lnTo>
                  <a:lnTo>
                    <a:pt x="2676535" y="1148827"/>
                  </a:lnTo>
                  <a:lnTo>
                    <a:pt x="2630024" y="1184892"/>
                  </a:lnTo>
                  <a:lnTo>
                    <a:pt x="2583270" y="1223779"/>
                  </a:lnTo>
                  <a:lnTo>
                    <a:pt x="2536080" y="1265378"/>
                  </a:lnTo>
                  <a:lnTo>
                    <a:pt x="2488351" y="1309484"/>
                  </a:lnTo>
                  <a:lnTo>
                    <a:pt x="2440060" y="1355800"/>
                  </a:lnTo>
                  <a:lnTo>
                    <a:pt x="2391254" y="1403941"/>
                  </a:lnTo>
                  <a:lnTo>
                    <a:pt x="2342037" y="1453443"/>
                  </a:lnTo>
                  <a:lnTo>
                    <a:pt x="2292559" y="1503780"/>
                  </a:lnTo>
                  <a:lnTo>
                    <a:pt x="2242995" y="1554388"/>
                  </a:lnTo>
                  <a:lnTo>
                    <a:pt x="2193528" y="1604690"/>
                  </a:lnTo>
                  <a:lnTo>
                    <a:pt x="2144333" y="1654124"/>
                  </a:lnTo>
                  <a:lnTo>
                    <a:pt x="2095555" y="1702167"/>
                  </a:lnTo>
                  <a:lnTo>
                    <a:pt x="2047297" y="1748360"/>
                  </a:lnTo>
                  <a:lnTo>
                    <a:pt x="1999601" y="1792323"/>
                  </a:lnTo>
                  <a:lnTo>
                    <a:pt x="1952441" y="1833763"/>
                  </a:lnTo>
                  <a:lnTo>
                    <a:pt x="1905709" y="1872482"/>
                  </a:lnTo>
                  <a:lnTo>
                    <a:pt x="1859204" y="1908375"/>
                  </a:lnTo>
                  <a:lnTo>
                    <a:pt x="1812628" y="1941419"/>
                  </a:lnTo>
                  <a:lnTo>
                    <a:pt x="1768425" y="1969921"/>
                  </a:lnTo>
                  <a:lnTo>
                    <a:pt x="1719081" y="1998328"/>
                  </a:lnTo>
                  <a:lnTo>
                    <a:pt x="1668046" y="2023859"/>
                  </a:lnTo>
                  <a:lnTo>
                    <a:pt x="1614511" y="2046667"/>
                  </a:lnTo>
                  <a:lnTo>
                    <a:pt x="1557576" y="2067001"/>
                  </a:lnTo>
                  <a:lnTo>
                    <a:pt x="1496322" y="2085147"/>
                  </a:lnTo>
                  <a:lnTo>
                    <a:pt x="1429895" y="2101375"/>
                  </a:lnTo>
                  <a:lnTo>
                    <a:pt x="1357606" y="2115925"/>
                  </a:lnTo>
                  <a:lnTo>
                    <a:pt x="1279068" y="2128988"/>
                  </a:lnTo>
                  <a:lnTo>
                    <a:pt x="1194370" y="2140703"/>
                  </a:lnTo>
                  <a:lnTo>
                    <a:pt x="1104291" y="2151154"/>
                  </a:lnTo>
                  <a:lnTo>
                    <a:pt x="1010505" y="2160376"/>
                  </a:lnTo>
                  <a:lnTo>
                    <a:pt x="915712" y="2168361"/>
                  </a:lnTo>
                  <a:lnTo>
                    <a:pt x="823588" y="2175081"/>
                  </a:lnTo>
                  <a:lnTo>
                    <a:pt x="738460" y="2180512"/>
                  </a:lnTo>
                  <a:lnTo>
                    <a:pt x="664669" y="2184667"/>
                  </a:lnTo>
                  <a:lnTo>
                    <a:pt x="605716" y="2187617"/>
                  </a:lnTo>
                  <a:lnTo>
                    <a:pt x="563445" y="2189510"/>
                  </a:lnTo>
                  <a:lnTo>
                    <a:pt x="537514" y="2190554"/>
                  </a:lnTo>
                  <a:lnTo>
                    <a:pt x="525312" y="2190997"/>
                  </a:lnTo>
                  <a:lnTo>
                    <a:pt x="522133" y="2191102"/>
                  </a:lnTo>
                  <a:lnTo>
                    <a:pt x="0" y="2191102"/>
                  </a:lnTo>
                  <a:close/>
                </a:path>
              </a:pathLst>
            </a:custGeom>
            <a:solidFill>
              <a:srgbClr val="8BC34A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1548" name="pl1548"/>
            <p:cNvSpPr/>
            <p:nvPr/>
          </p:nvSpPr>
          <p:spPr>
            <a:xfrm>
              <a:off x="386606" y="2845813"/>
              <a:ext cx="8554953" cy="2191102"/>
            </a:xfrm>
            <a:custGeom>
              <a:avLst/>
              <a:pathLst>
                <a:path w="8554953" h="2191102">
                  <a:moveTo>
                    <a:pt x="0" y="2191102"/>
                  </a:moveTo>
                  <a:lnTo>
                    <a:pt x="522133" y="2191102"/>
                  </a:lnTo>
                  <a:lnTo>
                    <a:pt x="523374" y="2191062"/>
                  </a:lnTo>
                  <a:lnTo>
                    <a:pt x="531493" y="2190778"/>
                  </a:lnTo>
                  <a:lnTo>
                    <a:pt x="551805" y="2189992"/>
                  </a:lnTo>
                  <a:lnTo>
                    <a:pt x="587728" y="2188448"/>
                  </a:lnTo>
                  <a:lnTo>
                    <a:pt x="640475" y="2185918"/>
                  </a:lnTo>
                  <a:lnTo>
                    <a:pt x="708990" y="2182232"/>
                  </a:lnTo>
                  <a:lnTo>
                    <a:pt x="790313" y="2177288"/>
                  </a:lnTo>
                  <a:lnTo>
                    <a:pt x="880317" y="2171055"/>
                  </a:lnTo>
                  <a:lnTo>
                    <a:pt x="974578" y="2163544"/>
                  </a:lnTo>
                  <a:lnTo>
                    <a:pt x="1069119" y="2154788"/>
                  </a:lnTo>
                  <a:lnTo>
                    <a:pt x="1160851" y="2144803"/>
                  </a:lnTo>
                  <a:lnTo>
                    <a:pt x="1247721" y="2133573"/>
                  </a:lnTo>
                  <a:lnTo>
                    <a:pt x="1328633" y="2121034"/>
                  </a:lnTo>
                  <a:lnTo>
                    <a:pt x="1403262" y="2107067"/>
                  </a:lnTo>
                  <a:lnTo>
                    <a:pt x="1471839" y="2091499"/>
                  </a:lnTo>
                  <a:lnTo>
                    <a:pt x="1534956" y="2074109"/>
                  </a:lnTo>
                  <a:lnTo>
                    <a:pt x="1593419" y="2054636"/>
                  </a:lnTo>
                  <a:lnTo>
                    <a:pt x="1648132" y="2032797"/>
                  </a:lnTo>
                  <a:lnTo>
                    <a:pt x="1700010" y="2008321"/>
                  </a:lnTo>
                  <a:lnTo>
                    <a:pt x="1749909" y="1981009"/>
                  </a:lnTo>
                  <a:lnTo>
                    <a:pt x="1768425" y="1969921"/>
                  </a:lnTo>
                  <a:lnTo>
                    <a:pt x="1815446" y="1939507"/>
                  </a:lnTo>
                  <a:lnTo>
                    <a:pt x="1862007" y="1906292"/>
                  </a:lnTo>
                  <a:lnTo>
                    <a:pt x="1908518" y="1870227"/>
                  </a:lnTo>
                  <a:lnTo>
                    <a:pt x="1955272" y="1831339"/>
                  </a:lnTo>
                  <a:lnTo>
                    <a:pt x="2002462" y="1789741"/>
                  </a:lnTo>
                  <a:lnTo>
                    <a:pt x="2050191" y="1745635"/>
                  </a:lnTo>
                  <a:lnTo>
                    <a:pt x="2098482" y="1699318"/>
                  </a:lnTo>
                  <a:lnTo>
                    <a:pt x="2147289" y="1651177"/>
                  </a:lnTo>
                  <a:lnTo>
                    <a:pt x="2196505" y="1601676"/>
                  </a:lnTo>
                  <a:lnTo>
                    <a:pt x="2245983" y="1551339"/>
                  </a:lnTo>
                  <a:lnTo>
                    <a:pt x="2295547" y="1500731"/>
                  </a:lnTo>
                  <a:lnTo>
                    <a:pt x="2345014" y="1450429"/>
                  </a:lnTo>
                  <a:lnTo>
                    <a:pt x="2394210" y="1400995"/>
                  </a:lnTo>
                  <a:lnTo>
                    <a:pt x="2442987" y="1352951"/>
                  </a:lnTo>
                  <a:lnTo>
                    <a:pt x="2491245" y="1306758"/>
                  </a:lnTo>
                  <a:lnTo>
                    <a:pt x="2538941" y="1262796"/>
                  </a:lnTo>
                  <a:lnTo>
                    <a:pt x="2586101" y="1221356"/>
                  </a:lnTo>
                  <a:lnTo>
                    <a:pt x="2632834" y="1182636"/>
                  </a:lnTo>
                  <a:lnTo>
                    <a:pt x="2679338" y="1146743"/>
                  </a:lnTo>
                  <a:lnTo>
                    <a:pt x="2725914" y="1113699"/>
                  </a:lnTo>
                  <a:lnTo>
                    <a:pt x="2770117" y="1085198"/>
                  </a:lnTo>
                  <a:lnTo>
                    <a:pt x="2819461" y="1056791"/>
                  </a:lnTo>
                  <a:lnTo>
                    <a:pt x="2870497" y="1031259"/>
                  </a:lnTo>
                  <a:lnTo>
                    <a:pt x="2924031" y="1008452"/>
                  </a:lnTo>
                  <a:lnTo>
                    <a:pt x="2980966" y="988117"/>
                  </a:lnTo>
                  <a:lnTo>
                    <a:pt x="3042220" y="969972"/>
                  </a:lnTo>
                  <a:lnTo>
                    <a:pt x="3108647" y="953743"/>
                  </a:lnTo>
                  <a:lnTo>
                    <a:pt x="3180936" y="939193"/>
                  </a:lnTo>
                  <a:lnTo>
                    <a:pt x="3259474" y="926131"/>
                  </a:lnTo>
                  <a:lnTo>
                    <a:pt x="3344172" y="914416"/>
                  </a:lnTo>
                  <a:lnTo>
                    <a:pt x="3434251" y="903964"/>
                  </a:lnTo>
                  <a:lnTo>
                    <a:pt x="3528037" y="894742"/>
                  </a:lnTo>
                  <a:lnTo>
                    <a:pt x="3622830" y="886757"/>
                  </a:lnTo>
                  <a:lnTo>
                    <a:pt x="3714954" y="880037"/>
                  </a:lnTo>
                  <a:lnTo>
                    <a:pt x="3800082" y="874606"/>
                  </a:lnTo>
                  <a:lnTo>
                    <a:pt x="3873873" y="870452"/>
                  </a:lnTo>
                  <a:lnTo>
                    <a:pt x="3932826" y="867501"/>
                  </a:lnTo>
                  <a:lnTo>
                    <a:pt x="3975098" y="865609"/>
                  </a:lnTo>
                  <a:lnTo>
                    <a:pt x="4001028" y="864565"/>
                  </a:lnTo>
                  <a:lnTo>
                    <a:pt x="4013230" y="864122"/>
                  </a:lnTo>
                  <a:lnTo>
                    <a:pt x="4016340" y="864019"/>
                  </a:lnTo>
                  <a:lnTo>
                    <a:pt x="4016409" y="864017"/>
                  </a:lnTo>
                  <a:lnTo>
                    <a:pt x="4538543" y="864017"/>
                  </a:lnTo>
                  <a:lnTo>
                    <a:pt x="4539800" y="863990"/>
                  </a:lnTo>
                  <a:lnTo>
                    <a:pt x="4548023" y="863803"/>
                  </a:lnTo>
                  <a:lnTo>
                    <a:pt x="4568586" y="863284"/>
                  </a:lnTo>
                  <a:lnTo>
                    <a:pt x="4604929" y="862265"/>
                  </a:lnTo>
                  <a:lnTo>
                    <a:pt x="4658245" y="860597"/>
                  </a:lnTo>
                  <a:lnTo>
                    <a:pt x="4727420" y="858167"/>
                  </a:lnTo>
                  <a:lnTo>
                    <a:pt x="4809417" y="854910"/>
                  </a:lnTo>
                  <a:lnTo>
                    <a:pt x="4900032" y="850805"/>
                  </a:lnTo>
                  <a:lnTo>
                    <a:pt x="4994790" y="845862"/>
                  </a:lnTo>
                  <a:lnTo>
                    <a:pt x="5089687" y="840102"/>
                  </a:lnTo>
                  <a:lnTo>
                    <a:pt x="5181636" y="833535"/>
                  </a:lnTo>
                  <a:lnTo>
                    <a:pt x="5268605" y="826148"/>
                  </a:lnTo>
                  <a:lnTo>
                    <a:pt x="5349528" y="817898"/>
                  </a:lnTo>
                  <a:lnTo>
                    <a:pt x="5424114" y="808705"/>
                  </a:lnTo>
                  <a:lnTo>
                    <a:pt x="5492621" y="798452"/>
                  </a:lnTo>
                  <a:lnTo>
                    <a:pt x="5555669" y="786992"/>
                  </a:lnTo>
                  <a:lnTo>
                    <a:pt x="5614085" y="774150"/>
                  </a:lnTo>
                  <a:lnTo>
                    <a:pt x="5668786" y="759740"/>
                  </a:lnTo>
                  <a:lnTo>
                    <a:pt x="5720702" y="743585"/>
                  </a:lnTo>
                  <a:lnTo>
                    <a:pt x="5770686" y="725560"/>
                  </a:lnTo>
                  <a:lnTo>
                    <a:pt x="5784835" y="720014"/>
                  </a:lnTo>
                  <a:lnTo>
                    <a:pt x="5835379" y="698645"/>
                  </a:lnTo>
                  <a:lnTo>
                    <a:pt x="5885431" y="675163"/>
                  </a:lnTo>
                  <a:lnTo>
                    <a:pt x="5935482" y="649535"/>
                  </a:lnTo>
                  <a:lnTo>
                    <a:pt x="5985873" y="621795"/>
                  </a:lnTo>
                  <a:lnTo>
                    <a:pt x="6036813" y="592053"/>
                  </a:lnTo>
                  <a:lnTo>
                    <a:pt x="6088396" y="560501"/>
                  </a:lnTo>
                  <a:lnTo>
                    <a:pt x="6140613" y="527409"/>
                  </a:lnTo>
                  <a:lnTo>
                    <a:pt x="6193368" y="493121"/>
                  </a:lnTo>
                  <a:lnTo>
                    <a:pt x="6246498" y="458043"/>
                  </a:lnTo>
                  <a:lnTo>
                    <a:pt x="6299795" y="422624"/>
                  </a:lnTo>
                  <a:lnTo>
                    <a:pt x="6353031" y="387328"/>
                  </a:lnTo>
                  <a:lnTo>
                    <a:pt x="6405986" y="352615"/>
                  </a:lnTo>
                  <a:lnTo>
                    <a:pt x="6458472" y="318913"/>
                  </a:lnTo>
                  <a:lnTo>
                    <a:pt x="6510360" y="286597"/>
                  </a:lnTo>
                  <a:lnTo>
                    <a:pt x="6561598" y="255975"/>
                  </a:lnTo>
                  <a:lnTo>
                    <a:pt x="6612229" y="227275"/>
                  </a:lnTo>
                  <a:lnTo>
                    <a:pt x="6662406" y="200645"/>
                  </a:lnTo>
                  <a:lnTo>
                    <a:pt x="6712406" y="176153"/>
                  </a:lnTo>
                  <a:lnTo>
                    <a:pt x="6762646" y="153798"/>
                  </a:lnTo>
                  <a:lnTo>
                    <a:pt x="6786527" y="144002"/>
                  </a:lnTo>
                  <a:lnTo>
                    <a:pt x="6836094" y="125430"/>
                  </a:lnTo>
                  <a:lnTo>
                    <a:pt x="6887370" y="108745"/>
                  </a:lnTo>
                  <a:lnTo>
                    <a:pt x="6941176" y="93849"/>
                  </a:lnTo>
                  <a:lnTo>
                    <a:pt x="6998425" y="80575"/>
                  </a:lnTo>
                  <a:lnTo>
                    <a:pt x="7060048" y="68735"/>
                  </a:lnTo>
                  <a:lnTo>
                    <a:pt x="7126907" y="58151"/>
                  </a:lnTo>
                  <a:lnTo>
                    <a:pt x="7199695" y="48666"/>
                  </a:lnTo>
                  <a:lnTo>
                    <a:pt x="7278794" y="40154"/>
                  </a:lnTo>
                  <a:lnTo>
                    <a:pt x="7364092" y="32525"/>
                  </a:lnTo>
                  <a:lnTo>
                    <a:pt x="7454769" y="25724"/>
                  </a:lnTo>
                  <a:lnTo>
                    <a:pt x="7549086" y="19731"/>
                  </a:lnTo>
                  <a:lnTo>
                    <a:pt x="7644260" y="14551"/>
                  </a:lnTo>
                  <a:lnTo>
                    <a:pt x="7736519" y="10203"/>
                  </a:lnTo>
                  <a:lnTo>
                    <a:pt x="7821459" y="6701"/>
                  </a:lnTo>
                  <a:lnTo>
                    <a:pt x="7894708" y="4037"/>
                  </a:lnTo>
                  <a:lnTo>
                    <a:pt x="7952804" y="2159"/>
                  </a:lnTo>
                  <a:lnTo>
                    <a:pt x="7994019" y="967"/>
                  </a:lnTo>
                  <a:lnTo>
                    <a:pt x="8018870" y="321"/>
                  </a:lnTo>
                  <a:lnTo>
                    <a:pt x="8030177" y="56"/>
                  </a:lnTo>
                  <a:lnTo>
                    <a:pt x="8032788" y="0"/>
                  </a:lnTo>
                  <a:lnTo>
                    <a:pt x="8032819" y="0"/>
                  </a:lnTo>
                  <a:lnTo>
                    <a:pt x="8554953" y="0"/>
                  </a:lnTo>
                  <a:lnTo>
                    <a:pt x="8554953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549" name="pl1549"/>
            <p:cNvSpPr/>
            <p:nvPr/>
          </p:nvSpPr>
          <p:spPr>
            <a:xfrm>
              <a:off x="386606" y="2840166"/>
              <a:ext cx="8554953" cy="2191102"/>
            </a:xfrm>
            <a:custGeom>
              <a:avLst/>
              <a:pathLst>
                <a:path w="8554953" h="2191102">
                  <a:moveTo>
                    <a:pt x="8554953" y="0"/>
                  </a:moveTo>
                  <a:lnTo>
                    <a:pt x="8032819" y="0"/>
                  </a:lnTo>
                  <a:lnTo>
                    <a:pt x="8031562" y="26"/>
                  </a:lnTo>
                  <a:lnTo>
                    <a:pt x="8023339" y="213"/>
                  </a:lnTo>
                  <a:lnTo>
                    <a:pt x="8002776" y="732"/>
                  </a:lnTo>
                  <a:lnTo>
                    <a:pt x="7966433" y="1751"/>
                  </a:lnTo>
                  <a:lnTo>
                    <a:pt x="7913117" y="3419"/>
                  </a:lnTo>
                  <a:lnTo>
                    <a:pt x="7843942" y="5849"/>
                  </a:lnTo>
                  <a:lnTo>
                    <a:pt x="7761945" y="9107"/>
                  </a:lnTo>
                  <a:lnTo>
                    <a:pt x="7671330" y="13211"/>
                  </a:lnTo>
                  <a:lnTo>
                    <a:pt x="7576572" y="18154"/>
                  </a:lnTo>
                  <a:lnTo>
                    <a:pt x="7481675" y="23914"/>
                  </a:lnTo>
                  <a:lnTo>
                    <a:pt x="7389726" y="30482"/>
                  </a:lnTo>
                  <a:lnTo>
                    <a:pt x="7302757" y="37868"/>
                  </a:lnTo>
                  <a:lnTo>
                    <a:pt x="7221834" y="46118"/>
                  </a:lnTo>
                  <a:lnTo>
                    <a:pt x="7147248" y="55311"/>
                  </a:lnTo>
                  <a:lnTo>
                    <a:pt x="7078741" y="65564"/>
                  </a:lnTo>
                  <a:lnTo>
                    <a:pt x="7015693" y="77024"/>
                  </a:lnTo>
                  <a:lnTo>
                    <a:pt x="6957277" y="89866"/>
                  </a:lnTo>
                  <a:lnTo>
                    <a:pt x="6902575" y="104276"/>
                  </a:lnTo>
                  <a:lnTo>
                    <a:pt x="6850660" y="120431"/>
                  </a:lnTo>
                  <a:lnTo>
                    <a:pt x="6800676" y="138456"/>
                  </a:lnTo>
                  <a:lnTo>
                    <a:pt x="6786527" y="144002"/>
                  </a:lnTo>
                  <a:lnTo>
                    <a:pt x="6735983" y="165372"/>
                  </a:lnTo>
                  <a:lnTo>
                    <a:pt x="6685931" y="188854"/>
                  </a:lnTo>
                  <a:lnTo>
                    <a:pt x="6635880" y="214482"/>
                  </a:lnTo>
                  <a:lnTo>
                    <a:pt x="6585489" y="242221"/>
                  </a:lnTo>
                  <a:lnTo>
                    <a:pt x="6534549" y="271963"/>
                  </a:lnTo>
                  <a:lnTo>
                    <a:pt x="6482966" y="303515"/>
                  </a:lnTo>
                  <a:lnTo>
                    <a:pt x="6430749" y="336607"/>
                  </a:lnTo>
                  <a:lnTo>
                    <a:pt x="6377994" y="370895"/>
                  </a:lnTo>
                  <a:lnTo>
                    <a:pt x="6324864" y="405973"/>
                  </a:lnTo>
                  <a:lnTo>
                    <a:pt x="6271567" y="441393"/>
                  </a:lnTo>
                  <a:lnTo>
                    <a:pt x="6218331" y="476689"/>
                  </a:lnTo>
                  <a:lnTo>
                    <a:pt x="6165376" y="511401"/>
                  </a:lnTo>
                  <a:lnTo>
                    <a:pt x="6112890" y="545103"/>
                  </a:lnTo>
                  <a:lnTo>
                    <a:pt x="6061002" y="577419"/>
                  </a:lnTo>
                  <a:lnTo>
                    <a:pt x="6009764" y="608041"/>
                  </a:lnTo>
                  <a:lnTo>
                    <a:pt x="5959133" y="636741"/>
                  </a:lnTo>
                  <a:lnTo>
                    <a:pt x="5908956" y="663371"/>
                  </a:lnTo>
                  <a:lnTo>
                    <a:pt x="5858956" y="687863"/>
                  </a:lnTo>
                  <a:lnTo>
                    <a:pt x="5808716" y="710218"/>
                  </a:lnTo>
                  <a:lnTo>
                    <a:pt x="5784835" y="720014"/>
                  </a:lnTo>
                  <a:lnTo>
                    <a:pt x="5735268" y="738586"/>
                  </a:lnTo>
                  <a:lnTo>
                    <a:pt x="5683992" y="755271"/>
                  </a:lnTo>
                  <a:lnTo>
                    <a:pt x="5630186" y="770167"/>
                  </a:lnTo>
                  <a:lnTo>
                    <a:pt x="5572937" y="783441"/>
                  </a:lnTo>
                  <a:lnTo>
                    <a:pt x="5511314" y="795281"/>
                  </a:lnTo>
                  <a:lnTo>
                    <a:pt x="5444455" y="805865"/>
                  </a:lnTo>
                  <a:lnTo>
                    <a:pt x="5371667" y="815351"/>
                  </a:lnTo>
                  <a:lnTo>
                    <a:pt x="5292568" y="823863"/>
                  </a:lnTo>
                  <a:lnTo>
                    <a:pt x="5207270" y="831492"/>
                  </a:lnTo>
                  <a:lnTo>
                    <a:pt x="5116593" y="838292"/>
                  </a:lnTo>
                  <a:lnTo>
                    <a:pt x="5022276" y="844285"/>
                  </a:lnTo>
                  <a:lnTo>
                    <a:pt x="4927102" y="849466"/>
                  </a:lnTo>
                  <a:lnTo>
                    <a:pt x="4834843" y="853814"/>
                  </a:lnTo>
                  <a:lnTo>
                    <a:pt x="4749903" y="857315"/>
                  </a:lnTo>
                  <a:lnTo>
                    <a:pt x="4676654" y="859979"/>
                  </a:lnTo>
                  <a:lnTo>
                    <a:pt x="4618558" y="861857"/>
                  </a:lnTo>
                  <a:lnTo>
                    <a:pt x="4577343" y="863049"/>
                  </a:lnTo>
                  <a:lnTo>
                    <a:pt x="4552491" y="863695"/>
                  </a:lnTo>
                  <a:lnTo>
                    <a:pt x="4541185" y="863960"/>
                  </a:lnTo>
                  <a:lnTo>
                    <a:pt x="4538574" y="864016"/>
                  </a:lnTo>
                  <a:lnTo>
                    <a:pt x="4538543" y="864017"/>
                  </a:lnTo>
                  <a:lnTo>
                    <a:pt x="4016409" y="864017"/>
                  </a:lnTo>
                  <a:lnTo>
                    <a:pt x="4015168" y="864056"/>
                  </a:lnTo>
                  <a:lnTo>
                    <a:pt x="4007050" y="864341"/>
                  </a:lnTo>
                  <a:lnTo>
                    <a:pt x="3986737" y="865127"/>
                  </a:lnTo>
                  <a:lnTo>
                    <a:pt x="3950814" y="866671"/>
                  </a:lnTo>
                  <a:lnTo>
                    <a:pt x="3898067" y="869200"/>
                  </a:lnTo>
                  <a:lnTo>
                    <a:pt x="3829552" y="872887"/>
                  </a:lnTo>
                  <a:lnTo>
                    <a:pt x="3748229" y="877830"/>
                  </a:lnTo>
                  <a:lnTo>
                    <a:pt x="3658226" y="884064"/>
                  </a:lnTo>
                  <a:lnTo>
                    <a:pt x="3563964" y="891574"/>
                  </a:lnTo>
                  <a:lnTo>
                    <a:pt x="3469423" y="900331"/>
                  </a:lnTo>
                  <a:lnTo>
                    <a:pt x="3377691" y="910315"/>
                  </a:lnTo>
                  <a:lnTo>
                    <a:pt x="3290821" y="921545"/>
                  </a:lnTo>
                  <a:lnTo>
                    <a:pt x="3209909" y="934085"/>
                  </a:lnTo>
                  <a:lnTo>
                    <a:pt x="3135280" y="948052"/>
                  </a:lnTo>
                  <a:lnTo>
                    <a:pt x="3066703" y="963620"/>
                  </a:lnTo>
                  <a:lnTo>
                    <a:pt x="3003586" y="981009"/>
                  </a:lnTo>
                  <a:lnTo>
                    <a:pt x="2945123" y="1000483"/>
                  </a:lnTo>
                  <a:lnTo>
                    <a:pt x="2890411" y="1022322"/>
                  </a:lnTo>
                  <a:lnTo>
                    <a:pt x="2838532" y="1046797"/>
                  </a:lnTo>
                  <a:lnTo>
                    <a:pt x="2788633" y="1074109"/>
                  </a:lnTo>
                  <a:lnTo>
                    <a:pt x="2770117" y="1085198"/>
                  </a:lnTo>
                  <a:lnTo>
                    <a:pt x="2723097" y="1115612"/>
                  </a:lnTo>
                  <a:lnTo>
                    <a:pt x="2676535" y="1148827"/>
                  </a:lnTo>
                  <a:lnTo>
                    <a:pt x="2630024" y="1184892"/>
                  </a:lnTo>
                  <a:lnTo>
                    <a:pt x="2583270" y="1223779"/>
                  </a:lnTo>
                  <a:lnTo>
                    <a:pt x="2536080" y="1265378"/>
                  </a:lnTo>
                  <a:lnTo>
                    <a:pt x="2488351" y="1309484"/>
                  </a:lnTo>
                  <a:lnTo>
                    <a:pt x="2440060" y="1355800"/>
                  </a:lnTo>
                  <a:lnTo>
                    <a:pt x="2391254" y="1403941"/>
                  </a:lnTo>
                  <a:lnTo>
                    <a:pt x="2342037" y="1453443"/>
                  </a:lnTo>
                  <a:lnTo>
                    <a:pt x="2292559" y="1503780"/>
                  </a:lnTo>
                  <a:lnTo>
                    <a:pt x="2242995" y="1554388"/>
                  </a:lnTo>
                  <a:lnTo>
                    <a:pt x="2193528" y="1604690"/>
                  </a:lnTo>
                  <a:lnTo>
                    <a:pt x="2144333" y="1654124"/>
                  </a:lnTo>
                  <a:lnTo>
                    <a:pt x="2095555" y="1702167"/>
                  </a:lnTo>
                  <a:lnTo>
                    <a:pt x="2047297" y="1748360"/>
                  </a:lnTo>
                  <a:lnTo>
                    <a:pt x="1999601" y="1792323"/>
                  </a:lnTo>
                  <a:lnTo>
                    <a:pt x="1952441" y="1833763"/>
                  </a:lnTo>
                  <a:lnTo>
                    <a:pt x="1905709" y="1872482"/>
                  </a:lnTo>
                  <a:lnTo>
                    <a:pt x="1859204" y="1908375"/>
                  </a:lnTo>
                  <a:lnTo>
                    <a:pt x="1812628" y="1941419"/>
                  </a:lnTo>
                  <a:lnTo>
                    <a:pt x="1768425" y="1969921"/>
                  </a:lnTo>
                  <a:lnTo>
                    <a:pt x="1719081" y="1998328"/>
                  </a:lnTo>
                  <a:lnTo>
                    <a:pt x="1668046" y="2023859"/>
                  </a:lnTo>
                  <a:lnTo>
                    <a:pt x="1614511" y="2046667"/>
                  </a:lnTo>
                  <a:lnTo>
                    <a:pt x="1557576" y="2067001"/>
                  </a:lnTo>
                  <a:lnTo>
                    <a:pt x="1496322" y="2085147"/>
                  </a:lnTo>
                  <a:lnTo>
                    <a:pt x="1429895" y="2101375"/>
                  </a:lnTo>
                  <a:lnTo>
                    <a:pt x="1357606" y="2115925"/>
                  </a:lnTo>
                  <a:lnTo>
                    <a:pt x="1279068" y="2128988"/>
                  </a:lnTo>
                  <a:lnTo>
                    <a:pt x="1194370" y="2140703"/>
                  </a:lnTo>
                  <a:lnTo>
                    <a:pt x="1104291" y="2151154"/>
                  </a:lnTo>
                  <a:lnTo>
                    <a:pt x="1010505" y="2160376"/>
                  </a:lnTo>
                  <a:lnTo>
                    <a:pt x="915712" y="2168361"/>
                  </a:lnTo>
                  <a:lnTo>
                    <a:pt x="823588" y="2175081"/>
                  </a:lnTo>
                  <a:lnTo>
                    <a:pt x="738460" y="2180512"/>
                  </a:lnTo>
                  <a:lnTo>
                    <a:pt x="664669" y="2184667"/>
                  </a:lnTo>
                  <a:lnTo>
                    <a:pt x="605716" y="2187617"/>
                  </a:lnTo>
                  <a:lnTo>
                    <a:pt x="563445" y="2189510"/>
                  </a:lnTo>
                  <a:lnTo>
                    <a:pt x="537514" y="2190554"/>
                  </a:lnTo>
                  <a:lnTo>
                    <a:pt x="525312" y="2190997"/>
                  </a:lnTo>
                  <a:lnTo>
                    <a:pt x="522203" y="2191100"/>
                  </a:lnTo>
                  <a:lnTo>
                    <a:pt x="522133" y="2191102"/>
                  </a:lnTo>
                  <a:lnTo>
                    <a:pt x="0" y="2191102"/>
                  </a:lnTo>
                  <a:lnTo>
                    <a:pt x="0" y="2191102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550" name="pg1550"/>
            <p:cNvSpPr/>
            <p:nvPr/>
          </p:nvSpPr>
          <p:spPr>
            <a:xfrm>
              <a:off x="386606" y="570003"/>
              <a:ext cx="8554953" cy="4952569"/>
            </a:xfrm>
            <a:custGeom>
              <a:avLst/>
              <a:pathLst>
                <a:path w="8554953" h="4952569">
                  <a:moveTo>
                    <a:pt x="0" y="4540325"/>
                  </a:moveTo>
                  <a:lnTo>
                    <a:pt x="522133" y="4540325"/>
                  </a:lnTo>
                  <a:lnTo>
                    <a:pt x="523400" y="4540338"/>
                  </a:lnTo>
                  <a:lnTo>
                    <a:pt x="531683" y="4540428"/>
                  </a:lnTo>
                  <a:lnTo>
                    <a:pt x="552392" y="4540677"/>
                  </a:lnTo>
                  <a:lnTo>
                    <a:pt x="588979" y="4541167"/>
                  </a:lnTo>
                  <a:lnTo>
                    <a:pt x="642625" y="4541969"/>
                  </a:lnTo>
                  <a:lnTo>
                    <a:pt x="712183" y="4543137"/>
                  </a:lnTo>
                  <a:lnTo>
                    <a:pt x="794569" y="4544702"/>
                  </a:lnTo>
                  <a:lnTo>
                    <a:pt x="885537" y="4546673"/>
                  </a:lnTo>
                  <a:lnTo>
                    <a:pt x="980579" y="4549046"/>
                  </a:lnTo>
                  <a:lnTo>
                    <a:pt x="1075679" y="4551811"/>
                  </a:lnTo>
                  <a:lnTo>
                    <a:pt x="1167751" y="4554963"/>
                  </a:lnTo>
                  <a:lnTo>
                    <a:pt x="1254774" y="4558508"/>
                  </a:lnTo>
                  <a:lnTo>
                    <a:pt x="1335703" y="4562468"/>
                  </a:lnTo>
                  <a:lnTo>
                    <a:pt x="1410261" y="4566882"/>
                  </a:lnTo>
                  <a:lnTo>
                    <a:pt x="1478728" y="4571806"/>
                  </a:lnTo>
                  <a:lnTo>
                    <a:pt x="1541737" y="4577313"/>
                  </a:lnTo>
                  <a:lnTo>
                    <a:pt x="1600126" y="4583486"/>
                  </a:lnTo>
                  <a:lnTo>
                    <a:pt x="1654823" y="4590414"/>
                  </a:lnTo>
                  <a:lnTo>
                    <a:pt x="1706761" y="4598183"/>
                  </a:lnTo>
                  <a:lnTo>
                    <a:pt x="1756797" y="4606851"/>
                  </a:lnTo>
                  <a:lnTo>
                    <a:pt x="1768425" y="4609032"/>
                  </a:lnTo>
                  <a:lnTo>
                    <a:pt x="1821716" y="4619815"/>
                  </a:lnTo>
                  <a:lnTo>
                    <a:pt x="1874491" y="4631720"/>
                  </a:lnTo>
                  <a:lnTo>
                    <a:pt x="1927314" y="4644764"/>
                  </a:lnTo>
                  <a:lnTo>
                    <a:pt x="1980561" y="4658922"/>
                  </a:lnTo>
                  <a:lnTo>
                    <a:pt x="2034451" y="4674123"/>
                  </a:lnTo>
                  <a:lnTo>
                    <a:pt x="2089064" y="4690250"/>
                  </a:lnTo>
                  <a:lnTo>
                    <a:pt x="2144355" y="4707138"/>
                  </a:lnTo>
                  <a:lnTo>
                    <a:pt x="2200182" y="4724581"/>
                  </a:lnTo>
                  <a:lnTo>
                    <a:pt x="2256329" y="4742341"/>
                  </a:lnTo>
                  <a:lnTo>
                    <a:pt x="2312538" y="4760161"/>
                  </a:lnTo>
                  <a:lnTo>
                    <a:pt x="2368543" y="4777781"/>
                  </a:lnTo>
                  <a:lnTo>
                    <a:pt x="2424103" y="4794952"/>
                  </a:lnTo>
                  <a:lnTo>
                    <a:pt x="2479040" y="4811453"/>
                  </a:lnTo>
                  <a:lnTo>
                    <a:pt x="2533261" y="4827098"/>
                  </a:lnTo>
                  <a:lnTo>
                    <a:pt x="2586786" y="4841747"/>
                  </a:lnTo>
                  <a:lnTo>
                    <a:pt x="2639767" y="4855310"/>
                  </a:lnTo>
                  <a:lnTo>
                    <a:pt x="2692506" y="4867740"/>
                  </a:lnTo>
                  <a:lnTo>
                    <a:pt x="2745477" y="4879035"/>
                  </a:lnTo>
                  <a:lnTo>
                    <a:pt x="2770117" y="4883861"/>
                  </a:lnTo>
                  <a:lnTo>
                    <a:pt x="2819813" y="4892744"/>
                  </a:lnTo>
                  <a:lnTo>
                    <a:pt x="2871229" y="4900722"/>
                  </a:lnTo>
                  <a:lnTo>
                    <a:pt x="2925191" y="4907842"/>
                  </a:lnTo>
                  <a:lnTo>
                    <a:pt x="2982622" y="4914185"/>
                  </a:lnTo>
                  <a:lnTo>
                    <a:pt x="3044459" y="4919841"/>
                  </a:lnTo>
                  <a:lnTo>
                    <a:pt x="3111569" y="4924896"/>
                  </a:lnTo>
                  <a:lnTo>
                    <a:pt x="3184647" y="4929426"/>
                  </a:lnTo>
                  <a:lnTo>
                    <a:pt x="3264070" y="4933489"/>
                  </a:lnTo>
                  <a:lnTo>
                    <a:pt x="3349716" y="4937129"/>
                  </a:lnTo>
                  <a:lnTo>
                    <a:pt x="3440738" y="4940373"/>
                  </a:lnTo>
                  <a:lnTo>
                    <a:pt x="3535361" y="4943229"/>
                  </a:lnTo>
                  <a:lnTo>
                    <a:pt x="3630749" y="4945696"/>
                  </a:lnTo>
                  <a:lnTo>
                    <a:pt x="3723079" y="4947763"/>
                  </a:lnTo>
                  <a:lnTo>
                    <a:pt x="3807901" y="4949423"/>
                  </a:lnTo>
                  <a:lnTo>
                    <a:pt x="3880826" y="4950683"/>
                  </a:lnTo>
                  <a:lnTo>
                    <a:pt x="3938418" y="4951568"/>
                  </a:lnTo>
                  <a:lnTo>
                    <a:pt x="3979019" y="4952125"/>
                  </a:lnTo>
                  <a:lnTo>
                    <a:pt x="4003249" y="4952424"/>
                  </a:lnTo>
                  <a:lnTo>
                    <a:pt x="4014048" y="4952545"/>
                  </a:lnTo>
                  <a:lnTo>
                    <a:pt x="4016409" y="4952569"/>
                  </a:lnTo>
                  <a:lnTo>
                    <a:pt x="4538543" y="4952569"/>
                  </a:lnTo>
                  <a:lnTo>
                    <a:pt x="4539396" y="4952467"/>
                  </a:lnTo>
                  <a:lnTo>
                    <a:pt x="4545026" y="4951747"/>
                  </a:lnTo>
                  <a:lnTo>
                    <a:pt x="4559277" y="4949756"/>
                  </a:lnTo>
                  <a:lnTo>
                    <a:pt x="4584900" y="4945834"/>
                  </a:lnTo>
                  <a:lnTo>
                    <a:pt x="4623377" y="4939360"/>
                  </a:lnTo>
                  <a:lnTo>
                    <a:pt x="4674805" y="4929810"/>
                  </a:lnTo>
                  <a:lnTo>
                    <a:pt x="4737965" y="4916809"/>
                  </a:lnTo>
                  <a:lnTo>
                    <a:pt x="4810590" y="4900141"/>
                  </a:lnTo>
                  <a:lnTo>
                    <a:pt x="4889796" y="4879742"/>
                  </a:lnTo>
                  <a:lnTo>
                    <a:pt x="4972549" y="4855646"/>
                  </a:lnTo>
                  <a:lnTo>
                    <a:pt x="5056058" y="4827932"/>
                  </a:lnTo>
                  <a:lnTo>
                    <a:pt x="5138039" y="4796662"/>
                  </a:lnTo>
                  <a:lnTo>
                    <a:pt x="5216827" y="4761831"/>
                  </a:lnTo>
                  <a:lnTo>
                    <a:pt x="5291367" y="4723339"/>
                  </a:lnTo>
                  <a:lnTo>
                    <a:pt x="5361137" y="4680970"/>
                  </a:lnTo>
                  <a:lnTo>
                    <a:pt x="5426036" y="4634385"/>
                  </a:lnTo>
                  <a:lnTo>
                    <a:pt x="5486267" y="4583125"/>
                  </a:lnTo>
                  <a:lnTo>
                    <a:pt x="5542245" y="4526622"/>
                  </a:lnTo>
                  <a:lnTo>
                    <a:pt x="5594512" y="4464217"/>
                  </a:lnTo>
                  <a:lnTo>
                    <a:pt x="5643679" y="4395193"/>
                  </a:lnTo>
                  <a:lnTo>
                    <a:pt x="5690375" y="4318838"/>
                  </a:lnTo>
                  <a:lnTo>
                    <a:pt x="5735211" y="4234532"/>
                  </a:lnTo>
                  <a:lnTo>
                    <a:pt x="5778736" y="4141906"/>
                  </a:lnTo>
                  <a:lnTo>
                    <a:pt x="5784835" y="4128082"/>
                  </a:lnTo>
                  <a:lnTo>
                    <a:pt x="5814194" y="4058692"/>
                  </a:lnTo>
                  <a:lnTo>
                    <a:pt x="5843306" y="3985302"/>
                  </a:lnTo>
                  <a:lnTo>
                    <a:pt x="5872285" y="3907833"/>
                  </a:lnTo>
                  <a:lnTo>
                    <a:pt x="5901229" y="3826243"/>
                  </a:lnTo>
                  <a:lnTo>
                    <a:pt x="5930216" y="3740531"/>
                  </a:lnTo>
                  <a:lnTo>
                    <a:pt x="5959310" y="3650745"/>
                  </a:lnTo>
                  <a:lnTo>
                    <a:pt x="5988559" y="3556979"/>
                  </a:lnTo>
                  <a:lnTo>
                    <a:pt x="6017997" y="3459378"/>
                  </a:lnTo>
                  <a:lnTo>
                    <a:pt x="6047645" y="3358138"/>
                  </a:lnTo>
                  <a:lnTo>
                    <a:pt x="6077512" y="3253512"/>
                  </a:lnTo>
                  <a:lnTo>
                    <a:pt x="6107596" y="3145799"/>
                  </a:lnTo>
                  <a:lnTo>
                    <a:pt x="6137886" y="3035352"/>
                  </a:lnTo>
                  <a:lnTo>
                    <a:pt x="6168360" y="2922566"/>
                  </a:lnTo>
                  <a:lnTo>
                    <a:pt x="6198989" y="2807878"/>
                  </a:lnTo>
                  <a:lnTo>
                    <a:pt x="6229737" y="2691758"/>
                  </a:lnTo>
                  <a:lnTo>
                    <a:pt x="6260565" y="2574702"/>
                  </a:lnTo>
                  <a:lnTo>
                    <a:pt x="6291429" y="2457222"/>
                  </a:lnTo>
                  <a:lnTo>
                    <a:pt x="6322285" y="2339839"/>
                  </a:lnTo>
                  <a:lnTo>
                    <a:pt x="6353089" y="2223072"/>
                  </a:lnTo>
                  <a:lnTo>
                    <a:pt x="6383797" y="2107428"/>
                  </a:lnTo>
                  <a:lnTo>
                    <a:pt x="6414372" y="1993396"/>
                  </a:lnTo>
                  <a:lnTo>
                    <a:pt x="6444780" y="1881432"/>
                  </a:lnTo>
                  <a:lnTo>
                    <a:pt x="6474995" y="1771959"/>
                  </a:lnTo>
                  <a:lnTo>
                    <a:pt x="6505000" y="1665358"/>
                  </a:lnTo>
                  <a:lnTo>
                    <a:pt x="6534785" y="1561960"/>
                  </a:lnTo>
                  <a:lnTo>
                    <a:pt x="6564353" y="1462049"/>
                  </a:lnTo>
                  <a:lnTo>
                    <a:pt x="6593717" y="1365856"/>
                  </a:lnTo>
                  <a:lnTo>
                    <a:pt x="6622904" y="1273558"/>
                  </a:lnTo>
                  <a:lnTo>
                    <a:pt x="6651951" y="1185281"/>
                  </a:lnTo>
                  <a:lnTo>
                    <a:pt x="6680914" y="1101102"/>
                  </a:lnTo>
                  <a:lnTo>
                    <a:pt x="6709861" y="1021049"/>
                  </a:lnTo>
                  <a:lnTo>
                    <a:pt x="6738877" y="945106"/>
                  </a:lnTo>
                  <a:lnTo>
                    <a:pt x="6768067" y="873217"/>
                  </a:lnTo>
                  <a:lnTo>
                    <a:pt x="6786527" y="830134"/>
                  </a:lnTo>
                  <a:lnTo>
                    <a:pt x="6829904" y="736320"/>
                  </a:lnTo>
                  <a:lnTo>
                    <a:pt x="6874523" y="650848"/>
                  </a:lnTo>
                  <a:lnTo>
                    <a:pt x="6920919" y="573398"/>
                  </a:lnTo>
                  <a:lnTo>
                    <a:pt x="6969696" y="503376"/>
                  </a:lnTo>
                  <a:lnTo>
                    <a:pt x="7021485" y="440076"/>
                  </a:lnTo>
                  <a:lnTo>
                    <a:pt x="7076902" y="382777"/>
                  </a:lnTo>
                  <a:lnTo>
                    <a:pt x="7136500" y="330810"/>
                  </a:lnTo>
                  <a:lnTo>
                    <a:pt x="7200718" y="283592"/>
                  </a:lnTo>
                  <a:lnTo>
                    <a:pt x="7269794" y="240648"/>
                  </a:lnTo>
                  <a:lnTo>
                    <a:pt x="7343678" y="201621"/>
                  </a:lnTo>
                  <a:lnTo>
                    <a:pt x="7421914" y="166280"/>
                  </a:lnTo>
                  <a:lnTo>
                    <a:pt x="7503529" y="134506"/>
                  </a:lnTo>
                  <a:lnTo>
                    <a:pt x="7586946" y="106284"/>
                  </a:lnTo>
                  <a:lnTo>
                    <a:pt x="7669967" y="81670"/>
                  </a:lnTo>
                  <a:lnTo>
                    <a:pt x="7749859" y="60742"/>
                  </a:lnTo>
                  <a:lnTo>
                    <a:pt x="7823602" y="43546"/>
                  </a:lnTo>
                  <a:lnTo>
                    <a:pt x="7888263" y="30033"/>
                  </a:lnTo>
                  <a:lnTo>
                    <a:pt x="7941459" y="20013"/>
                  </a:lnTo>
                  <a:lnTo>
                    <a:pt x="7981801" y="13131"/>
                  </a:lnTo>
                  <a:lnTo>
                    <a:pt x="8009190" y="8883"/>
                  </a:lnTo>
                  <a:lnTo>
                    <a:pt x="8024915" y="6658"/>
                  </a:lnTo>
                  <a:lnTo>
                    <a:pt x="8031557" y="5798"/>
                  </a:lnTo>
                  <a:lnTo>
                    <a:pt x="8032819" y="5647"/>
                  </a:lnTo>
                  <a:lnTo>
                    <a:pt x="8554953" y="5647"/>
                  </a:lnTo>
                  <a:lnTo>
                    <a:pt x="8554953" y="0"/>
                  </a:lnTo>
                  <a:lnTo>
                    <a:pt x="8032819" y="0"/>
                  </a:lnTo>
                  <a:lnTo>
                    <a:pt x="8031966" y="101"/>
                  </a:lnTo>
                  <a:lnTo>
                    <a:pt x="8026336" y="821"/>
                  </a:lnTo>
                  <a:lnTo>
                    <a:pt x="8012085" y="2812"/>
                  </a:lnTo>
                  <a:lnTo>
                    <a:pt x="7986462" y="6734"/>
                  </a:lnTo>
                  <a:lnTo>
                    <a:pt x="7947985" y="13208"/>
                  </a:lnTo>
                  <a:lnTo>
                    <a:pt x="7896557" y="22758"/>
                  </a:lnTo>
                  <a:lnTo>
                    <a:pt x="7833397" y="35759"/>
                  </a:lnTo>
                  <a:lnTo>
                    <a:pt x="7760772" y="52427"/>
                  </a:lnTo>
                  <a:lnTo>
                    <a:pt x="7681566" y="72826"/>
                  </a:lnTo>
                  <a:lnTo>
                    <a:pt x="7598813" y="96922"/>
                  </a:lnTo>
                  <a:lnTo>
                    <a:pt x="7515304" y="124636"/>
                  </a:lnTo>
                  <a:lnTo>
                    <a:pt x="7433323" y="155906"/>
                  </a:lnTo>
                  <a:lnTo>
                    <a:pt x="7354535" y="190737"/>
                  </a:lnTo>
                  <a:lnTo>
                    <a:pt x="7279995" y="229229"/>
                  </a:lnTo>
                  <a:lnTo>
                    <a:pt x="7210224" y="271598"/>
                  </a:lnTo>
                  <a:lnTo>
                    <a:pt x="7145326" y="318183"/>
                  </a:lnTo>
                  <a:lnTo>
                    <a:pt x="7085095" y="369443"/>
                  </a:lnTo>
                  <a:lnTo>
                    <a:pt x="7029117" y="425946"/>
                  </a:lnTo>
                  <a:lnTo>
                    <a:pt x="6976850" y="488351"/>
                  </a:lnTo>
                  <a:lnTo>
                    <a:pt x="6927683" y="557375"/>
                  </a:lnTo>
                  <a:lnTo>
                    <a:pt x="6880987" y="633730"/>
                  </a:lnTo>
                  <a:lnTo>
                    <a:pt x="6836151" y="718036"/>
                  </a:lnTo>
                  <a:lnTo>
                    <a:pt x="6792626" y="810662"/>
                  </a:lnTo>
                  <a:lnTo>
                    <a:pt x="6786527" y="824486"/>
                  </a:lnTo>
                  <a:lnTo>
                    <a:pt x="6757167" y="893876"/>
                  </a:lnTo>
                  <a:lnTo>
                    <a:pt x="6728056" y="967266"/>
                  </a:lnTo>
                  <a:lnTo>
                    <a:pt x="6699077" y="1044735"/>
                  </a:lnTo>
                  <a:lnTo>
                    <a:pt x="6670133" y="1126326"/>
                  </a:lnTo>
                  <a:lnTo>
                    <a:pt x="6641146" y="1212037"/>
                  </a:lnTo>
                  <a:lnTo>
                    <a:pt x="6612052" y="1301823"/>
                  </a:lnTo>
                  <a:lnTo>
                    <a:pt x="6582803" y="1395589"/>
                  </a:lnTo>
                  <a:lnTo>
                    <a:pt x="6553365" y="1493191"/>
                  </a:lnTo>
                  <a:lnTo>
                    <a:pt x="6523717" y="1594430"/>
                  </a:lnTo>
                  <a:lnTo>
                    <a:pt x="6493850" y="1699056"/>
                  </a:lnTo>
                  <a:lnTo>
                    <a:pt x="6463765" y="1806769"/>
                  </a:lnTo>
                  <a:lnTo>
                    <a:pt x="6433476" y="1917216"/>
                  </a:lnTo>
                  <a:lnTo>
                    <a:pt x="6403002" y="2030002"/>
                  </a:lnTo>
                  <a:lnTo>
                    <a:pt x="6372373" y="2144690"/>
                  </a:lnTo>
                  <a:lnTo>
                    <a:pt x="6341625" y="2260810"/>
                  </a:lnTo>
                  <a:lnTo>
                    <a:pt x="6310797" y="2377866"/>
                  </a:lnTo>
                  <a:lnTo>
                    <a:pt x="6279933" y="2495346"/>
                  </a:lnTo>
                  <a:lnTo>
                    <a:pt x="6249077" y="2612729"/>
                  </a:lnTo>
                  <a:lnTo>
                    <a:pt x="6218273" y="2729496"/>
                  </a:lnTo>
                  <a:lnTo>
                    <a:pt x="6187565" y="2845140"/>
                  </a:lnTo>
                  <a:lnTo>
                    <a:pt x="6156990" y="2959172"/>
                  </a:lnTo>
                  <a:lnTo>
                    <a:pt x="6126582" y="3071136"/>
                  </a:lnTo>
                  <a:lnTo>
                    <a:pt x="6096367" y="3180609"/>
                  </a:lnTo>
                  <a:lnTo>
                    <a:pt x="6066362" y="3287210"/>
                  </a:lnTo>
                  <a:lnTo>
                    <a:pt x="6036577" y="3390608"/>
                  </a:lnTo>
                  <a:lnTo>
                    <a:pt x="6007009" y="3490519"/>
                  </a:lnTo>
                  <a:lnTo>
                    <a:pt x="5977645" y="3586712"/>
                  </a:lnTo>
                  <a:lnTo>
                    <a:pt x="5948458" y="3679010"/>
                  </a:lnTo>
                  <a:lnTo>
                    <a:pt x="5919411" y="3767287"/>
                  </a:lnTo>
                  <a:lnTo>
                    <a:pt x="5890448" y="3851466"/>
                  </a:lnTo>
                  <a:lnTo>
                    <a:pt x="5861501" y="3931519"/>
                  </a:lnTo>
                  <a:lnTo>
                    <a:pt x="5832485" y="4007462"/>
                  </a:lnTo>
                  <a:lnTo>
                    <a:pt x="5803295" y="4079351"/>
                  </a:lnTo>
                  <a:lnTo>
                    <a:pt x="5784835" y="4122434"/>
                  </a:lnTo>
                  <a:lnTo>
                    <a:pt x="5741458" y="4216248"/>
                  </a:lnTo>
                  <a:lnTo>
                    <a:pt x="5696839" y="4301720"/>
                  </a:lnTo>
                  <a:lnTo>
                    <a:pt x="5650443" y="4379170"/>
                  </a:lnTo>
                  <a:lnTo>
                    <a:pt x="5601666" y="4449192"/>
                  </a:lnTo>
                  <a:lnTo>
                    <a:pt x="5549877" y="4512492"/>
                  </a:lnTo>
                  <a:lnTo>
                    <a:pt x="5494460" y="4569791"/>
                  </a:lnTo>
                  <a:lnTo>
                    <a:pt x="5434862" y="4621758"/>
                  </a:lnTo>
                  <a:lnTo>
                    <a:pt x="5370644" y="4668976"/>
                  </a:lnTo>
                  <a:lnTo>
                    <a:pt x="5301568" y="4711920"/>
                  </a:lnTo>
                  <a:lnTo>
                    <a:pt x="5227684" y="4750947"/>
                  </a:lnTo>
                  <a:lnTo>
                    <a:pt x="5149448" y="4786288"/>
                  </a:lnTo>
                  <a:lnTo>
                    <a:pt x="5067833" y="4818062"/>
                  </a:lnTo>
                  <a:lnTo>
                    <a:pt x="4984416" y="4846284"/>
                  </a:lnTo>
                  <a:lnTo>
                    <a:pt x="4901395" y="4870898"/>
                  </a:lnTo>
                  <a:lnTo>
                    <a:pt x="4821503" y="4891826"/>
                  </a:lnTo>
                  <a:lnTo>
                    <a:pt x="4747760" y="4909022"/>
                  </a:lnTo>
                  <a:lnTo>
                    <a:pt x="4683099" y="4922535"/>
                  </a:lnTo>
                  <a:lnTo>
                    <a:pt x="4629903" y="4932555"/>
                  </a:lnTo>
                  <a:lnTo>
                    <a:pt x="4589561" y="4939437"/>
                  </a:lnTo>
                  <a:lnTo>
                    <a:pt x="4562172" y="4943685"/>
                  </a:lnTo>
                  <a:lnTo>
                    <a:pt x="4546447" y="4945910"/>
                  </a:lnTo>
                  <a:lnTo>
                    <a:pt x="4539805" y="4946770"/>
                  </a:lnTo>
                  <a:lnTo>
                    <a:pt x="4538543" y="4946921"/>
                  </a:lnTo>
                  <a:lnTo>
                    <a:pt x="4016409" y="4946921"/>
                  </a:lnTo>
                  <a:lnTo>
                    <a:pt x="4015142" y="4946909"/>
                  </a:lnTo>
                  <a:lnTo>
                    <a:pt x="4006859" y="4946819"/>
                  </a:lnTo>
                  <a:lnTo>
                    <a:pt x="3986150" y="4946569"/>
                  </a:lnTo>
                  <a:lnTo>
                    <a:pt x="3949563" y="4946079"/>
                  </a:lnTo>
                  <a:lnTo>
                    <a:pt x="3895917" y="4945277"/>
                  </a:lnTo>
                  <a:lnTo>
                    <a:pt x="3826359" y="4944109"/>
                  </a:lnTo>
                  <a:lnTo>
                    <a:pt x="3743974" y="4942545"/>
                  </a:lnTo>
                  <a:lnTo>
                    <a:pt x="3653006" y="4940573"/>
                  </a:lnTo>
                  <a:lnTo>
                    <a:pt x="3557963" y="4938200"/>
                  </a:lnTo>
                  <a:lnTo>
                    <a:pt x="3462863" y="4935436"/>
                  </a:lnTo>
                  <a:lnTo>
                    <a:pt x="3370792" y="4932284"/>
                  </a:lnTo>
                  <a:lnTo>
                    <a:pt x="3283768" y="4928739"/>
                  </a:lnTo>
                  <a:lnTo>
                    <a:pt x="3202840" y="4924779"/>
                  </a:lnTo>
                  <a:lnTo>
                    <a:pt x="3128281" y="4920365"/>
                  </a:lnTo>
                  <a:lnTo>
                    <a:pt x="3059814" y="4915440"/>
                  </a:lnTo>
                  <a:lnTo>
                    <a:pt x="2996805" y="4909934"/>
                  </a:lnTo>
                  <a:lnTo>
                    <a:pt x="2938416" y="4903761"/>
                  </a:lnTo>
                  <a:lnTo>
                    <a:pt x="2883719" y="4896832"/>
                  </a:lnTo>
                  <a:lnTo>
                    <a:pt x="2831781" y="4889063"/>
                  </a:lnTo>
                  <a:lnTo>
                    <a:pt x="2781745" y="4880396"/>
                  </a:lnTo>
                  <a:lnTo>
                    <a:pt x="2770117" y="4878214"/>
                  </a:lnTo>
                  <a:lnTo>
                    <a:pt x="2716827" y="4867432"/>
                  </a:lnTo>
                  <a:lnTo>
                    <a:pt x="2664051" y="4855526"/>
                  </a:lnTo>
                  <a:lnTo>
                    <a:pt x="2611228" y="4842482"/>
                  </a:lnTo>
                  <a:lnTo>
                    <a:pt x="2557981" y="4828325"/>
                  </a:lnTo>
                  <a:lnTo>
                    <a:pt x="2504091" y="4813123"/>
                  </a:lnTo>
                  <a:lnTo>
                    <a:pt x="2449479" y="4796996"/>
                  </a:lnTo>
                  <a:lnTo>
                    <a:pt x="2394187" y="4780109"/>
                  </a:lnTo>
                  <a:lnTo>
                    <a:pt x="2338360" y="4762666"/>
                  </a:lnTo>
                  <a:lnTo>
                    <a:pt x="2282213" y="4744906"/>
                  </a:lnTo>
                  <a:lnTo>
                    <a:pt x="2226004" y="4727085"/>
                  </a:lnTo>
                  <a:lnTo>
                    <a:pt x="2169999" y="4709465"/>
                  </a:lnTo>
                  <a:lnTo>
                    <a:pt x="2114439" y="4692294"/>
                  </a:lnTo>
                  <a:lnTo>
                    <a:pt x="2059502" y="4675794"/>
                  </a:lnTo>
                  <a:lnTo>
                    <a:pt x="2005281" y="4660149"/>
                  </a:lnTo>
                  <a:lnTo>
                    <a:pt x="1951756" y="4645499"/>
                  </a:lnTo>
                  <a:lnTo>
                    <a:pt x="1898775" y="4631937"/>
                  </a:lnTo>
                  <a:lnTo>
                    <a:pt x="1846036" y="4619507"/>
                  </a:lnTo>
                  <a:lnTo>
                    <a:pt x="1793065" y="4608212"/>
                  </a:lnTo>
                  <a:lnTo>
                    <a:pt x="1768425" y="4603385"/>
                  </a:lnTo>
                  <a:lnTo>
                    <a:pt x="1718729" y="4594502"/>
                  </a:lnTo>
                  <a:lnTo>
                    <a:pt x="1667313" y="4586525"/>
                  </a:lnTo>
                  <a:lnTo>
                    <a:pt x="1613351" y="4579404"/>
                  </a:lnTo>
                  <a:lnTo>
                    <a:pt x="1555920" y="4573061"/>
                  </a:lnTo>
                  <a:lnTo>
                    <a:pt x="1494083" y="4567405"/>
                  </a:lnTo>
                  <a:lnTo>
                    <a:pt x="1426973" y="4562350"/>
                  </a:lnTo>
                  <a:lnTo>
                    <a:pt x="1353895" y="4557821"/>
                  </a:lnTo>
                  <a:lnTo>
                    <a:pt x="1274472" y="4553758"/>
                  </a:lnTo>
                  <a:lnTo>
                    <a:pt x="1188827" y="4550117"/>
                  </a:lnTo>
                  <a:lnTo>
                    <a:pt x="1097804" y="4546874"/>
                  </a:lnTo>
                  <a:lnTo>
                    <a:pt x="1003182" y="4544017"/>
                  </a:lnTo>
                  <a:lnTo>
                    <a:pt x="907793" y="4541551"/>
                  </a:lnTo>
                  <a:lnTo>
                    <a:pt x="815463" y="4539484"/>
                  </a:lnTo>
                  <a:lnTo>
                    <a:pt x="730642" y="4537823"/>
                  </a:lnTo>
                  <a:lnTo>
                    <a:pt x="657716" y="4536563"/>
                  </a:lnTo>
                  <a:lnTo>
                    <a:pt x="600124" y="4535679"/>
                  </a:lnTo>
                  <a:lnTo>
                    <a:pt x="559523" y="4535121"/>
                  </a:lnTo>
                  <a:lnTo>
                    <a:pt x="535293" y="4534822"/>
                  </a:lnTo>
                  <a:lnTo>
                    <a:pt x="524494" y="4534702"/>
                  </a:lnTo>
                  <a:lnTo>
                    <a:pt x="522133" y="4534678"/>
                  </a:lnTo>
                  <a:lnTo>
                    <a:pt x="0" y="4534678"/>
                  </a:lnTo>
                  <a:close/>
                </a:path>
              </a:pathLst>
            </a:custGeom>
            <a:solidFill>
              <a:srgbClr val="8BC34A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1551" name="pl1551"/>
            <p:cNvSpPr/>
            <p:nvPr/>
          </p:nvSpPr>
          <p:spPr>
            <a:xfrm>
              <a:off x="386606" y="575650"/>
              <a:ext cx="8554953" cy="4946921"/>
            </a:xfrm>
            <a:custGeom>
              <a:avLst/>
              <a:pathLst>
                <a:path w="8554953" h="4946921">
                  <a:moveTo>
                    <a:pt x="0" y="4534678"/>
                  </a:moveTo>
                  <a:lnTo>
                    <a:pt x="522133" y="4534678"/>
                  </a:lnTo>
                  <a:lnTo>
                    <a:pt x="523400" y="4534691"/>
                  </a:lnTo>
                  <a:lnTo>
                    <a:pt x="531683" y="4534781"/>
                  </a:lnTo>
                  <a:lnTo>
                    <a:pt x="552392" y="4535030"/>
                  </a:lnTo>
                  <a:lnTo>
                    <a:pt x="588979" y="4535520"/>
                  </a:lnTo>
                  <a:lnTo>
                    <a:pt x="642625" y="4536322"/>
                  </a:lnTo>
                  <a:lnTo>
                    <a:pt x="712183" y="4537490"/>
                  </a:lnTo>
                  <a:lnTo>
                    <a:pt x="794569" y="4539055"/>
                  </a:lnTo>
                  <a:lnTo>
                    <a:pt x="885537" y="4541026"/>
                  </a:lnTo>
                  <a:lnTo>
                    <a:pt x="980579" y="4543399"/>
                  </a:lnTo>
                  <a:lnTo>
                    <a:pt x="1075679" y="4546164"/>
                  </a:lnTo>
                  <a:lnTo>
                    <a:pt x="1167751" y="4549315"/>
                  </a:lnTo>
                  <a:lnTo>
                    <a:pt x="1254774" y="4552860"/>
                  </a:lnTo>
                  <a:lnTo>
                    <a:pt x="1335703" y="4556820"/>
                  </a:lnTo>
                  <a:lnTo>
                    <a:pt x="1410261" y="4561235"/>
                  </a:lnTo>
                  <a:lnTo>
                    <a:pt x="1478728" y="4566159"/>
                  </a:lnTo>
                  <a:lnTo>
                    <a:pt x="1541737" y="4571666"/>
                  </a:lnTo>
                  <a:lnTo>
                    <a:pt x="1600126" y="4577838"/>
                  </a:lnTo>
                  <a:lnTo>
                    <a:pt x="1654823" y="4584767"/>
                  </a:lnTo>
                  <a:lnTo>
                    <a:pt x="1706761" y="4592536"/>
                  </a:lnTo>
                  <a:lnTo>
                    <a:pt x="1756797" y="4601204"/>
                  </a:lnTo>
                  <a:lnTo>
                    <a:pt x="1768425" y="4603385"/>
                  </a:lnTo>
                  <a:lnTo>
                    <a:pt x="1821716" y="4614168"/>
                  </a:lnTo>
                  <a:lnTo>
                    <a:pt x="1874491" y="4626073"/>
                  </a:lnTo>
                  <a:lnTo>
                    <a:pt x="1927314" y="4639117"/>
                  </a:lnTo>
                  <a:lnTo>
                    <a:pt x="1980561" y="4653275"/>
                  </a:lnTo>
                  <a:lnTo>
                    <a:pt x="2034451" y="4668476"/>
                  </a:lnTo>
                  <a:lnTo>
                    <a:pt x="2089064" y="4684603"/>
                  </a:lnTo>
                  <a:lnTo>
                    <a:pt x="2144355" y="4701491"/>
                  </a:lnTo>
                  <a:lnTo>
                    <a:pt x="2200182" y="4718934"/>
                  </a:lnTo>
                  <a:lnTo>
                    <a:pt x="2256329" y="4736694"/>
                  </a:lnTo>
                  <a:lnTo>
                    <a:pt x="2312538" y="4754514"/>
                  </a:lnTo>
                  <a:lnTo>
                    <a:pt x="2368543" y="4772134"/>
                  </a:lnTo>
                  <a:lnTo>
                    <a:pt x="2424103" y="4789305"/>
                  </a:lnTo>
                  <a:lnTo>
                    <a:pt x="2479040" y="4805806"/>
                  </a:lnTo>
                  <a:lnTo>
                    <a:pt x="2533261" y="4821450"/>
                  </a:lnTo>
                  <a:lnTo>
                    <a:pt x="2586786" y="4836100"/>
                  </a:lnTo>
                  <a:lnTo>
                    <a:pt x="2639767" y="4849662"/>
                  </a:lnTo>
                  <a:lnTo>
                    <a:pt x="2692506" y="4862092"/>
                  </a:lnTo>
                  <a:lnTo>
                    <a:pt x="2745477" y="4873388"/>
                  </a:lnTo>
                  <a:lnTo>
                    <a:pt x="2770117" y="4878214"/>
                  </a:lnTo>
                  <a:lnTo>
                    <a:pt x="2819813" y="4887097"/>
                  </a:lnTo>
                  <a:lnTo>
                    <a:pt x="2871229" y="4895075"/>
                  </a:lnTo>
                  <a:lnTo>
                    <a:pt x="2925191" y="4902195"/>
                  </a:lnTo>
                  <a:lnTo>
                    <a:pt x="2982622" y="4908538"/>
                  </a:lnTo>
                  <a:lnTo>
                    <a:pt x="3044459" y="4914194"/>
                  </a:lnTo>
                  <a:lnTo>
                    <a:pt x="3111569" y="4919249"/>
                  </a:lnTo>
                  <a:lnTo>
                    <a:pt x="3184647" y="4923778"/>
                  </a:lnTo>
                  <a:lnTo>
                    <a:pt x="3264070" y="4927842"/>
                  </a:lnTo>
                  <a:lnTo>
                    <a:pt x="3349716" y="4931482"/>
                  </a:lnTo>
                  <a:lnTo>
                    <a:pt x="3440738" y="4934726"/>
                  </a:lnTo>
                  <a:lnTo>
                    <a:pt x="3535361" y="4937582"/>
                  </a:lnTo>
                  <a:lnTo>
                    <a:pt x="3630749" y="4940048"/>
                  </a:lnTo>
                  <a:lnTo>
                    <a:pt x="3723079" y="4942115"/>
                  </a:lnTo>
                  <a:lnTo>
                    <a:pt x="3807901" y="4943776"/>
                  </a:lnTo>
                  <a:lnTo>
                    <a:pt x="3880826" y="4945036"/>
                  </a:lnTo>
                  <a:lnTo>
                    <a:pt x="3938418" y="4945920"/>
                  </a:lnTo>
                  <a:lnTo>
                    <a:pt x="3979019" y="4946478"/>
                  </a:lnTo>
                  <a:lnTo>
                    <a:pt x="4003249" y="4946777"/>
                  </a:lnTo>
                  <a:lnTo>
                    <a:pt x="4014048" y="4946897"/>
                  </a:lnTo>
                  <a:lnTo>
                    <a:pt x="4016392" y="4946921"/>
                  </a:lnTo>
                  <a:lnTo>
                    <a:pt x="4016409" y="4946921"/>
                  </a:lnTo>
                  <a:lnTo>
                    <a:pt x="4538543" y="4946921"/>
                  </a:lnTo>
                  <a:lnTo>
                    <a:pt x="4539396" y="4946820"/>
                  </a:lnTo>
                  <a:lnTo>
                    <a:pt x="4545026" y="4946100"/>
                  </a:lnTo>
                  <a:lnTo>
                    <a:pt x="4559277" y="4944109"/>
                  </a:lnTo>
                  <a:lnTo>
                    <a:pt x="4584900" y="4940187"/>
                  </a:lnTo>
                  <a:lnTo>
                    <a:pt x="4623377" y="4933713"/>
                  </a:lnTo>
                  <a:lnTo>
                    <a:pt x="4674805" y="4924163"/>
                  </a:lnTo>
                  <a:lnTo>
                    <a:pt x="4737965" y="4911162"/>
                  </a:lnTo>
                  <a:lnTo>
                    <a:pt x="4810590" y="4894494"/>
                  </a:lnTo>
                  <a:lnTo>
                    <a:pt x="4889796" y="4874095"/>
                  </a:lnTo>
                  <a:lnTo>
                    <a:pt x="4972549" y="4849999"/>
                  </a:lnTo>
                  <a:lnTo>
                    <a:pt x="5056058" y="4822285"/>
                  </a:lnTo>
                  <a:lnTo>
                    <a:pt x="5138039" y="4791015"/>
                  </a:lnTo>
                  <a:lnTo>
                    <a:pt x="5216827" y="4756184"/>
                  </a:lnTo>
                  <a:lnTo>
                    <a:pt x="5291367" y="4717692"/>
                  </a:lnTo>
                  <a:lnTo>
                    <a:pt x="5361137" y="4675323"/>
                  </a:lnTo>
                  <a:lnTo>
                    <a:pt x="5426036" y="4628737"/>
                  </a:lnTo>
                  <a:lnTo>
                    <a:pt x="5486267" y="4577478"/>
                  </a:lnTo>
                  <a:lnTo>
                    <a:pt x="5542245" y="4520975"/>
                  </a:lnTo>
                  <a:lnTo>
                    <a:pt x="5594512" y="4458569"/>
                  </a:lnTo>
                  <a:lnTo>
                    <a:pt x="5643679" y="4389546"/>
                  </a:lnTo>
                  <a:lnTo>
                    <a:pt x="5690375" y="4313191"/>
                  </a:lnTo>
                  <a:lnTo>
                    <a:pt x="5735211" y="4228885"/>
                  </a:lnTo>
                  <a:lnTo>
                    <a:pt x="5778736" y="4136259"/>
                  </a:lnTo>
                  <a:lnTo>
                    <a:pt x="5784835" y="4122434"/>
                  </a:lnTo>
                  <a:lnTo>
                    <a:pt x="5814194" y="4053045"/>
                  </a:lnTo>
                  <a:lnTo>
                    <a:pt x="5843306" y="3979655"/>
                  </a:lnTo>
                  <a:lnTo>
                    <a:pt x="5872285" y="3902186"/>
                  </a:lnTo>
                  <a:lnTo>
                    <a:pt x="5901229" y="3820595"/>
                  </a:lnTo>
                  <a:lnTo>
                    <a:pt x="5930216" y="3734884"/>
                  </a:lnTo>
                  <a:lnTo>
                    <a:pt x="5959310" y="3645098"/>
                  </a:lnTo>
                  <a:lnTo>
                    <a:pt x="5988559" y="3551332"/>
                  </a:lnTo>
                  <a:lnTo>
                    <a:pt x="6017997" y="3453730"/>
                  </a:lnTo>
                  <a:lnTo>
                    <a:pt x="6047645" y="3352491"/>
                  </a:lnTo>
                  <a:lnTo>
                    <a:pt x="6077512" y="3247865"/>
                  </a:lnTo>
                  <a:lnTo>
                    <a:pt x="6107596" y="3140152"/>
                  </a:lnTo>
                  <a:lnTo>
                    <a:pt x="6137886" y="3029705"/>
                  </a:lnTo>
                  <a:lnTo>
                    <a:pt x="6168360" y="2916919"/>
                  </a:lnTo>
                  <a:lnTo>
                    <a:pt x="6198989" y="2802231"/>
                  </a:lnTo>
                  <a:lnTo>
                    <a:pt x="6229737" y="2686111"/>
                  </a:lnTo>
                  <a:lnTo>
                    <a:pt x="6260565" y="2569055"/>
                  </a:lnTo>
                  <a:lnTo>
                    <a:pt x="6291429" y="2451575"/>
                  </a:lnTo>
                  <a:lnTo>
                    <a:pt x="6322285" y="2334192"/>
                  </a:lnTo>
                  <a:lnTo>
                    <a:pt x="6353089" y="2217425"/>
                  </a:lnTo>
                  <a:lnTo>
                    <a:pt x="6383797" y="2101781"/>
                  </a:lnTo>
                  <a:lnTo>
                    <a:pt x="6414372" y="1987749"/>
                  </a:lnTo>
                  <a:lnTo>
                    <a:pt x="6444780" y="1875785"/>
                  </a:lnTo>
                  <a:lnTo>
                    <a:pt x="6474995" y="1766312"/>
                  </a:lnTo>
                  <a:lnTo>
                    <a:pt x="6505000" y="1659710"/>
                  </a:lnTo>
                  <a:lnTo>
                    <a:pt x="6534785" y="1556313"/>
                  </a:lnTo>
                  <a:lnTo>
                    <a:pt x="6564353" y="1456402"/>
                  </a:lnTo>
                  <a:lnTo>
                    <a:pt x="6593717" y="1360209"/>
                  </a:lnTo>
                  <a:lnTo>
                    <a:pt x="6622904" y="1267911"/>
                  </a:lnTo>
                  <a:lnTo>
                    <a:pt x="6651951" y="1179634"/>
                  </a:lnTo>
                  <a:lnTo>
                    <a:pt x="6680914" y="1095455"/>
                  </a:lnTo>
                  <a:lnTo>
                    <a:pt x="6709861" y="1015402"/>
                  </a:lnTo>
                  <a:lnTo>
                    <a:pt x="6738877" y="939459"/>
                  </a:lnTo>
                  <a:lnTo>
                    <a:pt x="6768067" y="867570"/>
                  </a:lnTo>
                  <a:lnTo>
                    <a:pt x="6786527" y="824486"/>
                  </a:lnTo>
                  <a:lnTo>
                    <a:pt x="6829904" y="730673"/>
                  </a:lnTo>
                  <a:lnTo>
                    <a:pt x="6874523" y="645201"/>
                  </a:lnTo>
                  <a:lnTo>
                    <a:pt x="6920919" y="567751"/>
                  </a:lnTo>
                  <a:lnTo>
                    <a:pt x="6969696" y="497729"/>
                  </a:lnTo>
                  <a:lnTo>
                    <a:pt x="7021485" y="434429"/>
                  </a:lnTo>
                  <a:lnTo>
                    <a:pt x="7076902" y="377130"/>
                  </a:lnTo>
                  <a:lnTo>
                    <a:pt x="7136500" y="325163"/>
                  </a:lnTo>
                  <a:lnTo>
                    <a:pt x="7200718" y="277945"/>
                  </a:lnTo>
                  <a:lnTo>
                    <a:pt x="7269794" y="235000"/>
                  </a:lnTo>
                  <a:lnTo>
                    <a:pt x="7343678" y="195974"/>
                  </a:lnTo>
                  <a:lnTo>
                    <a:pt x="7421914" y="160632"/>
                  </a:lnTo>
                  <a:lnTo>
                    <a:pt x="7503529" y="128859"/>
                  </a:lnTo>
                  <a:lnTo>
                    <a:pt x="7586946" y="100637"/>
                  </a:lnTo>
                  <a:lnTo>
                    <a:pt x="7669967" y="76023"/>
                  </a:lnTo>
                  <a:lnTo>
                    <a:pt x="7749859" y="55095"/>
                  </a:lnTo>
                  <a:lnTo>
                    <a:pt x="7823602" y="37899"/>
                  </a:lnTo>
                  <a:lnTo>
                    <a:pt x="7888263" y="24386"/>
                  </a:lnTo>
                  <a:lnTo>
                    <a:pt x="7941459" y="14366"/>
                  </a:lnTo>
                  <a:lnTo>
                    <a:pt x="7981801" y="7484"/>
                  </a:lnTo>
                  <a:lnTo>
                    <a:pt x="8009190" y="3236"/>
                  </a:lnTo>
                  <a:lnTo>
                    <a:pt x="8024915" y="1011"/>
                  </a:lnTo>
                  <a:lnTo>
                    <a:pt x="8031557" y="150"/>
                  </a:lnTo>
                  <a:lnTo>
                    <a:pt x="8032817" y="0"/>
                  </a:lnTo>
                  <a:lnTo>
                    <a:pt x="8032819" y="0"/>
                  </a:lnTo>
                  <a:lnTo>
                    <a:pt x="8554953" y="0"/>
                  </a:lnTo>
                  <a:lnTo>
                    <a:pt x="8554953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552" name="pl1552"/>
            <p:cNvSpPr/>
            <p:nvPr/>
          </p:nvSpPr>
          <p:spPr>
            <a:xfrm>
              <a:off x="386606" y="570003"/>
              <a:ext cx="8554953" cy="4946921"/>
            </a:xfrm>
            <a:custGeom>
              <a:avLst/>
              <a:pathLst>
                <a:path w="8554953" h="4946921">
                  <a:moveTo>
                    <a:pt x="8554953" y="0"/>
                  </a:moveTo>
                  <a:lnTo>
                    <a:pt x="8032819" y="0"/>
                  </a:lnTo>
                  <a:lnTo>
                    <a:pt x="8031966" y="101"/>
                  </a:lnTo>
                  <a:lnTo>
                    <a:pt x="8026336" y="821"/>
                  </a:lnTo>
                  <a:lnTo>
                    <a:pt x="8012085" y="2812"/>
                  </a:lnTo>
                  <a:lnTo>
                    <a:pt x="7986462" y="6734"/>
                  </a:lnTo>
                  <a:lnTo>
                    <a:pt x="7947985" y="13208"/>
                  </a:lnTo>
                  <a:lnTo>
                    <a:pt x="7896557" y="22758"/>
                  </a:lnTo>
                  <a:lnTo>
                    <a:pt x="7833397" y="35759"/>
                  </a:lnTo>
                  <a:lnTo>
                    <a:pt x="7760772" y="52427"/>
                  </a:lnTo>
                  <a:lnTo>
                    <a:pt x="7681566" y="72826"/>
                  </a:lnTo>
                  <a:lnTo>
                    <a:pt x="7598813" y="96922"/>
                  </a:lnTo>
                  <a:lnTo>
                    <a:pt x="7515304" y="124636"/>
                  </a:lnTo>
                  <a:lnTo>
                    <a:pt x="7433323" y="155906"/>
                  </a:lnTo>
                  <a:lnTo>
                    <a:pt x="7354535" y="190737"/>
                  </a:lnTo>
                  <a:lnTo>
                    <a:pt x="7279995" y="229229"/>
                  </a:lnTo>
                  <a:lnTo>
                    <a:pt x="7210224" y="271598"/>
                  </a:lnTo>
                  <a:lnTo>
                    <a:pt x="7145326" y="318183"/>
                  </a:lnTo>
                  <a:lnTo>
                    <a:pt x="7085095" y="369443"/>
                  </a:lnTo>
                  <a:lnTo>
                    <a:pt x="7029117" y="425946"/>
                  </a:lnTo>
                  <a:lnTo>
                    <a:pt x="6976850" y="488351"/>
                  </a:lnTo>
                  <a:lnTo>
                    <a:pt x="6927683" y="557375"/>
                  </a:lnTo>
                  <a:lnTo>
                    <a:pt x="6880987" y="633730"/>
                  </a:lnTo>
                  <a:lnTo>
                    <a:pt x="6836151" y="718036"/>
                  </a:lnTo>
                  <a:lnTo>
                    <a:pt x="6792626" y="810662"/>
                  </a:lnTo>
                  <a:lnTo>
                    <a:pt x="6786527" y="824486"/>
                  </a:lnTo>
                  <a:lnTo>
                    <a:pt x="6757167" y="893876"/>
                  </a:lnTo>
                  <a:lnTo>
                    <a:pt x="6728056" y="967266"/>
                  </a:lnTo>
                  <a:lnTo>
                    <a:pt x="6699077" y="1044735"/>
                  </a:lnTo>
                  <a:lnTo>
                    <a:pt x="6670133" y="1126326"/>
                  </a:lnTo>
                  <a:lnTo>
                    <a:pt x="6641146" y="1212037"/>
                  </a:lnTo>
                  <a:lnTo>
                    <a:pt x="6612052" y="1301823"/>
                  </a:lnTo>
                  <a:lnTo>
                    <a:pt x="6582803" y="1395589"/>
                  </a:lnTo>
                  <a:lnTo>
                    <a:pt x="6553365" y="1493191"/>
                  </a:lnTo>
                  <a:lnTo>
                    <a:pt x="6523717" y="1594430"/>
                  </a:lnTo>
                  <a:lnTo>
                    <a:pt x="6493850" y="1699056"/>
                  </a:lnTo>
                  <a:lnTo>
                    <a:pt x="6463765" y="1806769"/>
                  </a:lnTo>
                  <a:lnTo>
                    <a:pt x="6433476" y="1917216"/>
                  </a:lnTo>
                  <a:lnTo>
                    <a:pt x="6403002" y="2030002"/>
                  </a:lnTo>
                  <a:lnTo>
                    <a:pt x="6372373" y="2144690"/>
                  </a:lnTo>
                  <a:lnTo>
                    <a:pt x="6341625" y="2260810"/>
                  </a:lnTo>
                  <a:lnTo>
                    <a:pt x="6310797" y="2377866"/>
                  </a:lnTo>
                  <a:lnTo>
                    <a:pt x="6279933" y="2495346"/>
                  </a:lnTo>
                  <a:lnTo>
                    <a:pt x="6249077" y="2612729"/>
                  </a:lnTo>
                  <a:lnTo>
                    <a:pt x="6218273" y="2729496"/>
                  </a:lnTo>
                  <a:lnTo>
                    <a:pt x="6187565" y="2845140"/>
                  </a:lnTo>
                  <a:lnTo>
                    <a:pt x="6156990" y="2959172"/>
                  </a:lnTo>
                  <a:lnTo>
                    <a:pt x="6126582" y="3071136"/>
                  </a:lnTo>
                  <a:lnTo>
                    <a:pt x="6096367" y="3180609"/>
                  </a:lnTo>
                  <a:lnTo>
                    <a:pt x="6066362" y="3287210"/>
                  </a:lnTo>
                  <a:lnTo>
                    <a:pt x="6036577" y="3390608"/>
                  </a:lnTo>
                  <a:lnTo>
                    <a:pt x="6007009" y="3490519"/>
                  </a:lnTo>
                  <a:lnTo>
                    <a:pt x="5977645" y="3586712"/>
                  </a:lnTo>
                  <a:lnTo>
                    <a:pt x="5948458" y="3679010"/>
                  </a:lnTo>
                  <a:lnTo>
                    <a:pt x="5919411" y="3767287"/>
                  </a:lnTo>
                  <a:lnTo>
                    <a:pt x="5890448" y="3851466"/>
                  </a:lnTo>
                  <a:lnTo>
                    <a:pt x="5861501" y="3931519"/>
                  </a:lnTo>
                  <a:lnTo>
                    <a:pt x="5832485" y="4007462"/>
                  </a:lnTo>
                  <a:lnTo>
                    <a:pt x="5803295" y="4079351"/>
                  </a:lnTo>
                  <a:lnTo>
                    <a:pt x="5784835" y="4122434"/>
                  </a:lnTo>
                  <a:lnTo>
                    <a:pt x="5741458" y="4216248"/>
                  </a:lnTo>
                  <a:lnTo>
                    <a:pt x="5696839" y="4301720"/>
                  </a:lnTo>
                  <a:lnTo>
                    <a:pt x="5650443" y="4379170"/>
                  </a:lnTo>
                  <a:lnTo>
                    <a:pt x="5601666" y="4449192"/>
                  </a:lnTo>
                  <a:lnTo>
                    <a:pt x="5549877" y="4512492"/>
                  </a:lnTo>
                  <a:lnTo>
                    <a:pt x="5494460" y="4569791"/>
                  </a:lnTo>
                  <a:lnTo>
                    <a:pt x="5434862" y="4621758"/>
                  </a:lnTo>
                  <a:lnTo>
                    <a:pt x="5370644" y="4668976"/>
                  </a:lnTo>
                  <a:lnTo>
                    <a:pt x="5301568" y="4711920"/>
                  </a:lnTo>
                  <a:lnTo>
                    <a:pt x="5227684" y="4750947"/>
                  </a:lnTo>
                  <a:lnTo>
                    <a:pt x="5149448" y="4786288"/>
                  </a:lnTo>
                  <a:lnTo>
                    <a:pt x="5067833" y="4818062"/>
                  </a:lnTo>
                  <a:lnTo>
                    <a:pt x="4984416" y="4846284"/>
                  </a:lnTo>
                  <a:lnTo>
                    <a:pt x="4901395" y="4870898"/>
                  </a:lnTo>
                  <a:lnTo>
                    <a:pt x="4821503" y="4891826"/>
                  </a:lnTo>
                  <a:lnTo>
                    <a:pt x="4747760" y="4909022"/>
                  </a:lnTo>
                  <a:lnTo>
                    <a:pt x="4683099" y="4922535"/>
                  </a:lnTo>
                  <a:lnTo>
                    <a:pt x="4629903" y="4932555"/>
                  </a:lnTo>
                  <a:lnTo>
                    <a:pt x="4589561" y="4939437"/>
                  </a:lnTo>
                  <a:lnTo>
                    <a:pt x="4562172" y="4943685"/>
                  </a:lnTo>
                  <a:lnTo>
                    <a:pt x="4546447" y="4945910"/>
                  </a:lnTo>
                  <a:lnTo>
                    <a:pt x="4539805" y="4946770"/>
                  </a:lnTo>
                  <a:lnTo>
                    <a:pt x="4538545" y="4946921"/>
                  </a:lnTo>
                  <a:lnTo>
                    <a:pt x="4538543" y="4946921"/>
                  </a:lnTo>
                  <a:lnTo>
                    <a:pt x="4016409" y="4946921"/>
                  </a:lnTo>
                  <a:lnTo>
                    <a:pt x="4015142" y="4946909"/>
                  </a:lnTo>
                  <a:lnTo>
                    <a:pt x="4006859" y="4946819"/>
                  </a:lnTo>
                  <a:lnTo>
                    <a:pt x="3986150" y="4946569"/>
                  </a:lnTo>
                  <a:lnTo>
                    <a:pt x="3949563" y="4946079"/>
                  </a:lnTo>
                  <a:lnTo>
                    <a:pt x="3895917" y="4945277"/>
                  </a:lnTo>
                  <a:lnTo>
                    <a:pt x="3826359" y="4944109"/>
                  </a:lnTo>
                  <a:lnTo>
                    <a:pt x="3743974" y="4942545"/>
                  </a:lnTo>
                  <a:lnTo>
                    <a:pt x="3653006" y="4940573"/>
                  </a:lnTo>
                  <a:lnTo>
                    <a:pt x="3557963" y="4938200"/>
                  </a:lnTo>
                  <a:lnTo>
                    <a:pt x="3462863" y="4935436"/>
                  </a:lnTo>
                  <a:lnTo>
                    <a:pt x="3370792" y="4932284"/>
                  </a:lnTo>
                  <a:lnTo>
                    <a:pt x="3283768" y="4928739"/>
                  </a:lnTo>
                  <a:lnTo>
                    <a:pt x="3202840" y="4924779"/>
                  </a:lnTo>
                  <a:lnTo>
                    <a:pt x="3128281" y="4920365"/>
                  </a:lnTo>
                  <a:lnTo>
                    <a:pt x="3059814" y="4915440"/>
                  </a:lnTo>
                  <a:lnTo>
                    <a:pt x="2996805" y="4909934"/>
                  </a:lnTo>
                  <a:lnTo>
                    <a:pt x="2938416" y="4903761"/>
                  </a:lnTo>
                  <a:lnTo>
                    <a:pt x="2883719" y="4896832"/>
                  </a:lnTo>
                  <a:lnTo>
                    <a:pt x="2831781" y="4889063"/>
                  </a:lnTo>
                  <a:lnTo>
                    <a:pt x="2781745" y="4880396"/>
                  </a:lnTo>
                  <a:lnTo>
                    <a:pt x="2770117" y="4878214"/>
                  </a:lnTo>
                  <a:lnTo>
                    <a:pt x="2716827" y="4867432"/>
                  </a:lnTo>
                  <a:lnTo>
                    <a:pt x="2664051" y="4855526"/>
                  </a:lnTo>
                  <a:lnTo>
                    <a:pt x="2611228" y="4842482"/>
                  </a:lnTo>
                  <a:lnTo>
                    <a:pt x="2557981" y="4828325"/>
                  </a:lnTo>
                  <a:lnTo>
                    <a:pt x="2504091" y="4813123"/>
                  </a:lnTo>
                  <a:lnTo>
                    <a:pt x="2449479" y="4796996"/>
                  </a:lnTo>
                  <a:lnTo>
                    <a:pt x="2394187" y="4780109"/>
                  </a:lnTo>
                  <a:lnTo>
                    <a:pt x="2338360" y="4762666"/>
                  </a:lnTo>
                  <a:lnTo>
                    <a:pt x="2282213" y="4744906"/>
                  </a:lnTo>
                  <a:lnTo>
                    <a:pt x="2226004" y="4727085"/>
                  </a:lnTo>
                  <a:lnTo>
                    <a:pt x="2169999" y="4709465"/>
                  </a:lnTo>
                  <a:lnTo>
                    <a:pt x="2114439" y="4692294"/>
                  </a:lnTo>
                  <a:lnTo>
                    <a:pt x="2059502" y="4675794"/>
                  </a:lnTo>
                  <a:lnTo>
                    <a:pt x="2005281" y="4660149"/>
                  </a:lnTo>
                  <a:lnTo>
                    <a:pt x="1951756" y="4645499"/>
                  </a:lnTo>
                  <a:lnTo>
                    <a:pt x="1898775" y="4631937"/>
                  </a:lnTo>
                  <a:lnTo>
                    <a:pt x="1846036" y="4619507"/>
                  </a:lnTo>
                  <a:lnTo>
                    <a:pt x="1793065" y="4608212"/>
                  </a:lnTo>
                  <a:lnTo>
                    <a:pt x="1768425" y="4603385"/>
                  </a:lnTo>
                  <a:lnTo>
                    <a:pt x="1718729" y="4594502"/>
                  </a:lnTo>
                  <a:lnTo>
                    <a:pt x="1667313" y="4586525"/>
                  </a:lnTo>
                  <a:lnTo>
                    <a:pt x="1613351" y="4579404"/>
                  </a:lnTo>
                  <a:lnTo>
                    <a:pt x="1555920" y="4573061"/>
                  </a:lnTo>
                  <a:lnTo>
                    <a:pt x="1494083" y="4567405"/>
                  </a:lnTo>
                  <a:lnTo>
                    <a:pt x="1426973" y="4562350"/>
                  </a:lnTo>
                  <a:lnTo>
                    <a:pt x="1353895" y="4557821"/>
                  </a:lnTo>
                  <a:lnTo>
                    <a:pt x="1274472" y="4553758"/>
                  </a:lnTo>
                  <a:lnTo>
                    <a:pt x="1188827" y="4550117"/>
                  </a:lnTo>
                  <a:lnTo>
                    <a:pt x="1097804" y="4546874"/>
                  </a:lnTo>
                  <a:lnTo>
                    <a:pt x="1003182" y="4544017"/>
                  </a:lnTo>
                  <a:lnTo>
                    <a:pt x="907793" y="4541551"/>
                  </a:lnTo>
                  <a:lnTo>
                    <a:pt x="815463" y="4539484"/>
                  </a:lnTo>
                  <a:lnTo>
                    <a:pt x="730642" y="4537823"/>
                  </a:lnTo>
                  <a:lnTo>
                    <a:pt x="657716" y="4536563"/>
                  </a:lnTo>
                  <a:lnTo>
                    <a:pt x="600124" y="4535679"/>
                  </a:lnTo>
                  <a:lnTo>
                    <a:pt x="559523" y="4535121"/>
                  </a:lnTo>
                  <a:lnTo>
                    <a:pt x="535293" y="4534822"/>
                  </a:lnTo>
                  <a:lnTo>
                    <a:pt x="524494" y="4534702"/>
                  </a:lnTo>
                  <a:lnTo>
                    <a:pt x="522150" y="4534678"/>
                  </a:lnTo>
                  <a:lnTo>
                    <a:pt x="522133" y="4534678"/>
                  </a:lnTo>
                  <a:lnTo>
                    <a:pt x="0" y="4534678"/>
                  </a:lnTo>
                  <a:lnTo>
                    <a:pt x="0" y="4534678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553" name="pg1553"/>
            <p:cNvSpPr/>
            <p:nvPr/>
          </p:nvSpPr>
          <p:spPr>
            <a:xfrm>
              <a:off x="386606" y="931422"/>
              <a:ext cx="8554953" cy="4608091"/>
            </a:xfrm>
            <a:custGeom>
              <a:avLst/>
              <a:pathLst>
                <a:path w="8554953" h="4608091">
                  <a:moveTo>
                    <a:pt x="0" y="4184553"/>
                  </a:moveTo>
                  <a:lnTo>
                    <a:pt x="522133" y="4184553"/>
                  </a:lnTo>
                  <a:lnTo>
                    <a:pt x="523400" y="4184566"/>
                  </a:lnTo>
                  <a:lnTo>
                    <a:pt x="531682" y="4184659"/>
                  </a:lnTo>
                  <a:lnTo>
                    <a:pt x="552388" y="4184915"/>
                  </a:lnTo>
                  <a:lnTo>
                    <a:pt x="588971" y="4185418"/>
                  </a:lnTo>
                  <a:lnTo>
                    <a:pt x="642612" y="4186242"/>
                  </a:lnTo>
                  <a:lnTo>
                    <a:pt x="712163" y="4187442"/>
                  </a:lnTo>
                  <a:lnTo>
                    <a:pt x="794543" y="4189049"/>
                  </a:lnTo>
                  <a:lnTo>
                    <a:pt x="885505" y="4191075"/>
                  </a:lnTo>
                  <a:lnTo>
                    <a:pt x="980543" y="4193512"/>
                  </a:lnTo>
                  <a:lnTo>
                    <a:pt x="1075639" y="4196352"/>
                  </a:lnTo>
                  <a:lnTo>
                    <a:pt x="1167709" y="4199590"/>
                  </a:lnTo>
                  <a:lnTo>
                    <a:pt x="1254732" y="4203232"/>
                  </a:lnTo>
                  <a:lnTo>
                    <a:pt x="1335660" y="4207300"/>
                  </a:lnTo>
                  <a:lnTo>
                    <a:pt x="1410219" y="4211835"/>
                  </a:lnTo>
                  <a:lnTo>
                    <a:pt x="1478687" y="4216894"/>
                  </a:lnTo>
                  <a:lnTo>
                    <a:pt x="1541697" y="4222550"/>
                  </a:lnTo>
                  <a:lnTo>
                    <a:pt x="1600086" y="4228892"/>
                  </a:lnTo>
                  <a:lnTo>
                    <a:pt x="1654783" y="4236009"/>
                  </a:lnTo>
                  <a:lnTo>
                    <a:pt x="1706721" y="4243990"/>
                  </a:lnTo>
                  <a:lnTo>
                    <a:pt x="1756756" y="4252894"/>
                  </a:lnTo>
                  <a:lnTo>
                    <a:pt x="1768425" y="4255143"/>
                  </a:lnTo>
                  <a:lnTo>
                    <a:pt x="1821664" y="4266210"/>
                  </a:lnTo>
                  <a:lnTo>
                    <a:pt x="1874389" y="4278428"/>
                  </a:lnTo>
                  <a:lnTo>
                    <a:pt x="1927160" y="4291813"/>
                  </a:lnTo>
                  <a:lnTo>
                    <a:pt x="1980353" y="4306341"/>
                  </a:lnTo>
                  <a:lnTo>
                    <a:pt x="2034188" y="4321939"/>
                  </a:lnTo>
                  <a:lnTo>
                    <a:pt x="2088744" y="4338487"/>
                  </a:lnTo>
                  <a:lnTo>
                    <a:pt x="2143977" y="4355816"/>
                  </a:lnTo>
                  <a:lnTo>
                    <a:pt x="2199747" y="4373717"/>
                  </a:lnTo>
                  <a:lnTo>
                    <a:pt x="2255838" y="4391944"/>
                  </a:lnTo>
                  <a:lnTo>
                    <a:pt x="2311994" y="4410235"/>
                  </a:lnTo>
                  <a:lnTo>
                    <a:pt x="2367947" y="4428324"/>
                  </a:lnTo>
                  <a:lnTo>
                    <a:pt x="2423460" y="4445955"/>
                  </a:lnTo>
                  <a:lnTo>
                    <a:pt x="2478352" y="4462900"/>
                  </a:lnTo>
                  <a:lnTo>
                    <a:pt x="2532530" y="4478971"/>
                  </a:lnTo>
                  <a:lnTo>
                    <a:pt x="2586012" y="4494022"/>
                  </a:lnTo>
                  <a:lnTo>
                    <a:pt x="2638948" y="4507960"/>
                  </a:lnTo>
                  <a:lnTo>
                    <a:pt x="2691637" y="4520737"/>
                  </a:lnTo>
                  <a:lnTo>
                    <a:pt x="2744547" y="4532350"/>
                  </a:lnTo>
                  <a:lnTo>
                    <a:pt x="2770117" y="4537501"/>
                  </a:lnTo>
                  <a:lnTo>
                    <a:pt x="2819811" y="4546627"/>
                  </a:lnTo>
                  <a:lnTo>
                    <a:pt x="2871224" y="4554823"/>
                  </a:lnTo>
                  <a:lnTo>
                    <a:pt x="2925184" y="4562138"/>
                  </a:lnTo>
                  <a:lnTo>
                    <a:pt x="2982612" y="4568655"/>
                  </a:lnTo>
                  <a:lnTo>
                    <a:pt x="3044445" y="4574466"/>
                  </a:lnTo>
                  <a:lnTo>
                    <a:pt x="3111551" y="4579660"/>
                  </a:lnTo>
                  <a:lnTo>
                    <a:pt x="3184624" y="4584313"/>
                  </a:lnTo>
                  <a:lnTo>
                    <a:pt x="3264043" y="4588487"/>
                  </a:lnTo>
                  <a:lnTo>
                    <a:pt x="3349682" y="4592227"/>
                  </a:lnTo>
                  <a:lnTo>
                    <a:pt x="3440699" y="4595560"/>
                  </a:lnTo>
                  <a:lnTo>
                    <a:pt x="3535316" y="4598495"/>
                  </a:lnTo>
                  <a:lnTo>
                    <a:pt x="3630702" y="4601029"/>
                  </a:lnTo>
                  <a:lnTo>
                    <a:pt x="3723030" y="4603152"/>
                  </a:lnTo>
                  <a:lnTo>
                    <a:pt x="3807854" y="4604859"/>
                  </a:lnTo>
                  <a:lnTo>
                    <a:pt x="3880785" y="4606153"/>
                  </a:lnTo>
                  <a:lnTo>
                    <a:pt x="3938385" y="4607062"/>
                  </a:lnTo>
                  <a:lnTo>
                    <a:pt x="3978996" y="4607635"/>
                  </a:lnTo>
                  <a:lnTo>
                    <a:pt x="4003236" y="4607943"/>
                  </a:lnTo>
                  <a:lnTo>
                    <a:pt x="4014044" y="4608066"/>
                  </a:lnTo>
                  <a:lnTo>
                    <a:pt x="4016409" y="4608091"/>
                  </a:lnTo>
                  <a:lnTo>
                    <a:pt x="4538543" y="4608091"/>
                  </a:lnTo>
                  <a:lnTo>
                    <a:pt x="4539422" y="4607994"/>
                  </a:lnTo>
                  <a:lnTo>
                    <a:pt x="4545216" y="4607303"/>
                  </a:lnTo>
                  <a:lnTo>
                    <a:pt x="4559872" y="4605394"/>
                  </a:lnTo>
                  <a:lnTo>
                    <a:pt x="4586192" y="4601633"/>
                  </a:lnTo>
                  <a:lnTo>
                    <a:pt x="4625655" y="4595428"/>
                  </a:lnTo>
                  <a:lnTo>
                    <a:pt x="4678297" y="4586283"/>
                  </a:lnTo>
                  <a:lnTo>
                    <a:pt x="4742792" y="4573844"/>
                  </a:lnTo>
                  <a:lnTo>
                    <a:pt x="4816750" y="4557918"/>
                  </a:lnTo>
                  <a:lnTo>
                    <a:pt x="4897174" y="4538450"/>
                  </a:lnTo>
                  <a:lnTo>
                    <a:pt x="4980943" y="4515480"/>
                  </a:lnTo>
                  <a:lnTo>
                    <a:pt x="5065224" y="4489082"/>
                  </a:lnTo>
                  <a:lnTo>
                    <a:pt x="5147729" y="4459312"/>
                  </a:lnTo>
                  <a:lnTo>
                    <a:pt x="5226815" y="4426157"/>
                  </a:lnTo>
                  <a:lnTo>
                    <a:pt x="5301470" y="4389506"/>
                  </a:lnTo>
                  <a:lnTo>
                    <a:pt x="5371222" y="4349137"/>
                  </a:lnTo>
                  <a:lnTo>
                    <a:pt x="5436019" y="4304707"/>
                  </a:lnTo>
                  <a:lnTo>
                    <a:pt x="5496110" y="4255761"/>
                  </a:lnTo>
                  <a:lnTo>
                    <a:pt x="5551950" y="4201736"/>
                  </a:lnTo>
                  <a:lnTo>
                    <a:pt x="5604113" y="4141989"/>
                  </a:lnTo>
                  <a:lnTo>
                    <a:pt x="5653235" y="4075830"/>
                  </a:lnTo>
                  <a:lnTo>
                    <a:pt x="5699965" y="4002582"/>
                  </a:lnTo>
                  <a:lnTo>
                    <a:pt x="5744922" y="3921688"/>
                  </a:lnTo>
                  <a:lnTo>
                    <a:pt x="5784835" y="3841017"/>
                  </a:lnTo>
                  <a:lnTo>
                    <a:pt x="5815169" y="3774241"/>
                  </a:lnTo>
                  <a:lnTo>
                    <a:pt x="5845243" y="3703488"/>
                  </a:lnTo>
                  <a:lnTo>
                    <a:pt x="5875183" y="3628678"/>
                  </a:lnTo>
                  <a:lnTo>
                    <a:pt x="5905095" y="3549772"/>
                  </a:lnTo>
                  <a:lnTo>
                    <a:pt x="5935063" y="3466775"/>
                  </a:lnTo>
                  <a:lnTo>
                    <a:pt x="5965154" y="3379743"/>
                  </a:lnTo>
                  <a:lnTo>
                    <a:pt x="5995419" y="3288782"/>
                  </a:lnTo>
                  <a:lnTo>
                    <a:pt x="6025892" y="3194051"/>
                  </a:lnTo>
                  <a:lnTo>
                    <a:pt x="6056593" y="3095768"/>
                  </a:lnTo>
                  <a:lnTo>
                    <a:pt x="6087529" y="2994205"/>
                  </a:lnTo>
                  <a:lnTo>
                    <a:pt x="6118694" y="2889687"/>
                  </a:lnTo>
                  <a:lnTo>
                    <a:pt x="6150071" y="2782592"/>
                  </a:lnTo>
                  <a:lnTo>
                    <a:pt x="6181632" y="2673343"/>
                  </a:lnTo>
                  <a:lnTo>
                    <a:pt x="6213344" y="2562403"/>
                  </a:lnTo>
                  <a:lnTo>
                    <a:pt x="6245164" y="2450268"/>
                  </a:lnTo>
                  <a:lnTo>
                    <a:pt x="6277045" y="2337457"/>
                  </a:lnTo>
                  <a:lnTo>
                    <a:pt x="6308941" y="2224500"/>
                  </a:lnTo>
                  <a:lnTo>
                    <a:pt x="6340800" y="2111934"/>
                  </a:lnTo>
                  <a:lnTo>
                    <a:pt x="6372576" y="2000284"/>
                  </a:lnTo>
                  <a:lnTo>
                    <a:pt x="6404223" y="1890060"/>
                  </a:lnTo>
                  <a:lnTo>
                    <a:pt x="6435704" y="1781743"/>
                  </a:lnTo>
                  <a:lnTo>
                    <a:pt x="6466986" y="1675780"/>
                  </a:lnTo>
                  <a:lnTo>
                    <a:pt x="6498048" y="1572573"/>
                  </a:lnTo>
                  <a:lnTo>
                    <a:pt x="6528876" y="1472477"/>
                  </a:lnTo>
                  <a:lnTo>
                    <a:pt x="6559471" y="1375792"/>
                  </a:lnTo>
                  <a:lnTo>
                    <a:pt x="6589845" y="1282766"/>
                  </a:lnTo>
                  <a:lnTo>
                    <a:pt x="6620025" y="1193590"/>
                  </a:lnTo>
                  <a:lnTo>
                    <a:pt x="6650053" y="1108399"/>
                  </a:lnTo>
                  <a:lnTo>
                    <a:pt x="6679985" y="1027274"/>
                  </a:lnTo>
                  <a:lnTo>
                    <a:pt x="6709898" y="950248"/>
                  </a:lnTo>
                  <a:lnTo>
                    <a:pt x="6739885" y="877306"/>
                  </a:lnTo>
                  <a:lnTo>
                    <a:pt x="6770062" y="808389"/>
                  </a:lnTo>
                  <a:lnTo>
                    <a:pt x="6786527" y="772721"/>
                  </a:lnTo>
                  <a:lnTo>
                    <a:pt x="6830345" y="684603"/>
                  </a:lnTo>
                  <a:lnTo>
                    <a:pt x="6875435" y="604400"/>
                  </a:lnTo>
                  <a:lnTo>
                    <a:pt x="6922350" y="531802"/>
                  </a:lnTo>
                  <a:lnTo>
                    <a:pt x="6971714" y="466236"/>
                  </a:lnTo>
                  <a:lnTo>
                    <a:pt x="7024176" y="407020"/>
                  </a:lnTo>
                  <a:lnTo>
                    <a:pt x="7080369" y="353468"/>
                  </a:lnTo>
                  <a:lnTo>
                    <a:pt x="7140859" y="304941"/>
                  </a:lnTo>
                  <a:lnTo>
                    <a:pt x="7206086" y="260886"/>
                  </a:lnTo>
                  <a:lnTo>
                    <a:pt x="7276277" y="220856"/>
                  </a:lnTo>
                  <a:lnTo>
                    <a:pt x="7351350" y="184521"/>
                  </a:lnTo>
                  <a:lnTo>
                    <a:pt x="7430786" y="151667"/>
                  </a:lnTo>
                  <a:lnTo>
                    <a:pt x="7513523" y="122193"/>
                  </a:lnTo>
                  <a:lnTo>
                    <a:pt x="7597860" y="96095"/>
                  </a:lnTo>
                  <a:lnTo>
                    <a:pt x="7681455" y="73430"/>
                  </a:lnTo>
                  <a:lnTo>
                    <a:pt x="7761435" y="54274"/>
                  </a:lnTo>
                  <a:lnTo>
                    <a:pt x="7834675" y="38659"/>
                  </a:lnTo>
                  <a:lnTo>
                    <a:pt x="7898209" y="26521"/>
                  </a:lnTo>
                  <a:lnTo>
                    <a:pt x="7949724" y="17651"/>
                  </a:lnTo>
                  <a:lnTo>
                    <a:pt x="7988006" y="11683"/>
                  </a:lnTo>
                  <a:lnTo>
                    <a:pt x="8013219" y="8110"/>
                  </a:lnTo>
                  <a:lnTo>
                    <a:pt x="8026963" y="6334"/>
                  </a:lnTo>
                  <a:lnTo>
                    <a:pt x="8032150" y="5720"/>
                  </a:lnTo>
                  <a:lnTo>
                    <a:pt x="8032819" y="5647"/>
                  </a:lnTo>
                  <a:lnTo>
                    <a:pt x="8554953" y="5647"/>
                  </a:lnTo>
                  <a:lnTo>
                    <a:pt x="8554953" y="0"/>
                  </a:lnTo>
                  <a:lnTo>
                    <a:pt x="8032819" y="0"/>
                  </a:lnTo>
                  <a:lnTo>
                    <a:pt x="8031940" y="96"/>
                  </a:lnTo>
                  <a:lnTo>
                    <a:pt x="8026146" y="787"/>
                  </a:lnTo>
                  <a:lnTo>
                    <a:pt x="8011490" y="2697"/>
                  </a:lnTo>
                  <a:lnTo>
                    <a:pt x="7985170" y="6457"/>
                  </a:lnTo>
                  <a:lnTo>
                    <a:pt x="7945707" y="12663"/>
                  </a:lnTo>
                  <a:lnTo>
                    <a:pt x="7893065" y="21808"/>
                  </a:lnTo>
                  <a:lnTo>
                    <a:pt x="7828570" y="34246"/>
                  </a:lnTo>
                  <a:lnTo>
                    <a:pt x="7754612" y="50172"/>
                  </a:lnTo>
                  <a:lnTo>
                    <a:pt x="7674188" y="69640"/>
                  </a:lnTo>
                  <a:lnTo>
                    <a:pt x="7590419" y="92611"/>
                  </a:lnTo>
                  <a:lnTo>
                    <a:pt x="7506138" y="119008"/>
                  </a:lnTo>
                  <a:lnTo>
                    <a:pt x="7423633" y="148778"/>
                  </a:lnTo>
                  <a:lnTo>
                    <a:pt x="7344547" y="181934"/>
                  </a:lnTo>
                  <a:lnTo>
                    <a:pt x="7269892" y="218584"/>
                  </a:lnTo>
                  <a:lnTo>
                    <a:pt x="7200140" y="258954"/>
                  </a:lnTo>
                  <a:lnTo>
                    <a:pt x="7135343" y="303383"/>
                  </a:lnTo>
                  <a:lnTo>
                    <a:pt x="7075252" y="352330"/>
                  </a:lnTo>
                  <a:lnTo>
                    <a:pt x="7019412" y="406354"/>
                  </a:lnTo>
                  <a:lnTo>
                    <a:pt x="6967249" y="466101"/>
                  </a:lnTo>
                  <a:lnTo>
                    <a:pt x="6918127" y="532261"/>
                  </a:lnTo>
                  <a:lnTo>
                    <a:pt x="6871397" y="605509"/>
                  </a:lnTo>
                  <a:lnTo>
                    <a:pt x="6826440" y="686402"/>
                  </a:lnTo>
                  <a:lnTo>
                    <a:pt x="6786527" y="767074"/>
                  </a:lnTo>
                  <a:lnTo>
                    <a:pt x="6756193" y="833850"/>
                  </a:lnTo>
                  <a:lnTo>
                    <a:pt x="6726119" y="904603"/>
                  </a:lnTo>
                  <a:lnTo>
                    <a:pt x="6696179" y="979413"/>
                  </a:lnTo>
                  <a:lnTo>
                    <a:pt x="6666267" y="1058319"/>
                  </a:lnTo>
                  <a:lnTo>
                    <a:pt x="6636299" y="1141315"/>
                  </a:lnTo>
                  <a:lnTo>
                    <a:pt x="6606208" y="1228347"/>
                  </a:lnTo>
                  <a:lnTo>
                    <a:pt x="6575943" y="1319309"/>
                  </a:lnTo>
                  <a:lnTo>
                    <a:pt x="6545470" y="1414040"/>
                  </a:lnTo>
                  <a:lnTo>
                    <a:pt x="6514769" y="1512322"/>
                  </a:lnTo>
                  <a:lnTo>
                    <a:pt x="6483833" y="1613886"/>
                  </a:lnTo>
                  <a:lnTo>
                    <a:pt x="6452668" y="1718404"/>
                  </a:lnTo>
                  <a:lnTo>
                    <a:pt x="6421291" y="1825499"/>
                  </a:lnTo>
                  <a:lnTo>
                    <a:pt x="6389730" y="1934748"/>
                  </a:lnTo>
                  <a:lnTo>
                    <a:pt x="6358018" y="2045687"/>
                  </a:lnTo>
                  <a:lnTo>
                    <a:pt x="6326198" y="2157822"/>
                  </a:lnTo>
                  <a:lnTo>
                    <a:pt x="6294316" y="2270634"/>
                  </a:lnTo>
                  <a:lnTo>
                    <a:pt x="6262421" y="2383590"/>
                  </a:lnTo>
                  <a:lnTo>
                    <a:pt x="6230562" y="2496157"/>
                  </a:lnTo>
                  <a:lnTo>
                    <a:pt x="6198786" y="2607807"/>
                  </a:lnTo>
                  <a:lnTo>
                    <a:pt x="6167139" y="2718031"/>
                  </a:lnTo>
                  <a:lnTo>
                    <a:pt x="6135658" y="2826348"/>
                  </a:lnTo>
                  <a:lnTo>
                    <a:pt x="6104376" y="2932311"/>
                  </a:lnTo>
                  <a:lnTo>
                    <a:pt x="6073314" y="3035518"/>
                  </a:lnTo>
                  <a:lnTo>
                    <a:pt x="6042486" y="3135614"/>
                  </a:lnTo>
                  <a:lnTo>
                    <a:pt x="6011891" y="3232298"/>
                  </a:lnTo>
                  <a:lnTo>
                    <a:pt x="5981516" y="3325324"/>
                  </a:lnTo>
                  <a:lnTo>
                    <a:pt x="5951336" y="3414501"/>
                  </a:lnTo>
                  <a:lnTo>
                    <a:pt x="5921309" y="3499692"/>
                  </a:lnTo>
                  <a:lnTo>
                    <a:pt x="5891376" y="3580816"/>
                  </a:lnTo>
                  <a:lnTo>
                    <a:pt x="5861464" y="3657842"/>
                  </a:lnTo>
                  <a:lnTo>
                    <a:pt x="5831476" y="3730784"/>
                  </a:lnTo>
                  <a:lnTo>
                    <a:pt x="5801300" y="3799702"/>
                  </a:lnTo>
                  <a:lnTo>
                    <a:pt x="5784835" y="3835370"/>
                  </a:lnTo>
                  <a:lnTo>
                    <a:pt x="5741017" y="3923487"/>
                  </a:lnTo>
                  <a:lnTo>
                    <a:pt x="5695927" y="4003690"/>
                  </a:lnTo>
                  <a:lnTo>
                    <a:pt x="5649012" y="4076288"/>
                  </a:lnTo>
                  <a:lnTo>
                    <a:pt x="5599648" y="4141855"/>
                  </a:lnTo>
                  <a:lnTo>
                    <a:pt x="5547186" y="4201070"/>
                  </a:lnTo>
                  <a:lnTo>
                    <a:pt x="5490993" y="4254623"/>
                  </a:lnTo>
                  <a:lnTo>
                    <a:pt x="5430503" y="4303150"/>
                  </a:lnTo>
                  <a:lnTo>
                    <a:pt x="5365276" y="4347205"/>
                  </a:lnTo>
                  <a:lnTo>
                    <a:pt x="5295084" y="4387234"/>
                  </a:lnTo>
                  <a:lnTo>
                    <a:pt x="5220012" y="4423570"/>
                  </a:lnTo>
                  <a:lnTo>
                    <a:pt x="5140576" y="4456424"/>
                  </a:lnTo>
                  <a:lnTo>
                    <a:pt x="5057839" y="4485898"/>
                  </a:lnTo>
                  <a:lnTo>
                    <a:pt x="4973502" y="4511996"/>
                  </a:lnTo>
                  <a:lnTo>
                    <a:pt x="4889907" y="4534660"/>
                  </a:lnTo>
                  <a:lnTo>
                    <a:pt x="4809927" y="4553817"/>
                  </a:lnTo>
                  <a:lnTo>
                    <a:pt x="4736687" y="4569432"/>
                  </a:lnTo>
                  <a:lnTo>
                    <a:pt x="4673153" y="4581570"/>
                  </a:lnTo>
                  <a:lnTo>
                    <a:pt x="4621638" y="4590439"/>
                  </a:lnTo>
                  <a:lnTo>
                    <a:pt x="4583356" y="4596408"/>
                  </a:lnTo>
                  <a:lnTo>
                    <a:pt x="4558143" y="4599980"/>
                  </a:lnTo>
                  <a:lnTo>
                    <a:pt x="4544399" y="4601757"/>
                  </a:lnTo>
                  <a:lnTo>
                    <a:pt x="4539212" y="4602371"/>
                  </a:lnTo>
                  <a:lnTo>
                    <a:pt x="4538543" y="4602444"/>
                  </a:lnTo>
                  <a:lnTo>
                    <a:pt x="4016409" y="4602444"/>
                  </a:lnTo>
                  <a:lnTo>
                    <a:pt x="4015142" y="4602431"/>
                  </a:lnTo>
                  <a:lnTo>
                    <a:pt x="4006860" y="4602338"/>
                  </a:lnTo>
                  <a:lnTo>
                    <a:pt x="3986154" y="4602082"/>
                  </a:lnTo>
                  <a:lnTo>
                    <a:pt x="3949571" y="4601579"/>
                  </a:lnTo>
                  <a:lnTo>
                    <a:pt x="3895930" y="4600755"/>
                  </a:lnTo>
                  <a:lnTo>
                    <a:pt x="3826379" y="4599555"/>
                  </a:lnTo>
                  <a:lnTo>
                    <a:pt x="3743999" y="4597948"/>
                  </a:lnTo>
                  <a:lnTo>
                    <a:pt x="3653037" y="4595923"/>
                  </a:lnTo>
                  <a:lnTo>
                    <a:pt x="3557999" y="4593485"/>
                  </a:lnTo>
                  <a:lnTo>
                    <a:pt x="3462903" y="4590645"/>
                  </a:lnTo>
                  <a:lnTo>
                    <a:pt x="3370833" y="4587407"/>
                  </a:lnTo>
                  <a:lnTo>
                    <a:pt x="3283810" y="4583765"/>
                  </a:lnTo>
                  <a:lnTo>
                    <a:pt x="3202882" y="4579697"/>
                  </a:lnTo>
                  <a:lnTo>
                    <a:pt x="3128323" y="4575162"/>
                  </a:lnTo>
                  <a:lnTo>
                    <a:pt x="3059855" y="4570104"/>
                  </a:lnTo>
                  <a:lnTo>
                    <a:pt x="2996846" y="4564447"/>
                  </a:lnTo>
                  <a:lnTo>
                    <a:pt x="2938456" y="4558106"/>
                  </a:lnTo>
                  <a:lnTo>
                    <a:pt x="2883759" y="4550988"/>
                  </a:lnTo>
                  <a:lnTo>
                    <a:pt x="2831821" y="4543007"/>
                  </a:lnTo>
                  <a:lnTo>
                    <a:pt x="2781786" y="4534104"/>
                  </a:lnTo>
                  <a:lnTo>
                    <a:pt x="2770117" y="4531854"/>
                  </a:lnTo>
                  <a:lnTo>
                    <a:pt x="2716878" y="4520788"/>
                  </a:lnTo>
                  <a:lnTo>
                    <a:pt x="2664153" y="4508570"/>
                  </a:lnTo>
                  <a:lnTo>
                    <a:pt x="2611383" y="4495184"/>
                  </a:lnTo>
                  <a:lnTo>
                    <a:pt x="2558189" y="4480656"/>
                  </a:lnTo>
                  <a:lnTo>
                    <a:pt x="2504354" y="4465058"/>
                  </a:lnTo>
                  <a:lnTo>
                    <a:pt x="2449798" y="4448510"/>
                  </a:lnTo>
                  <a:lnTo>
                    <a:pt x="2394565" y="4431181"/>
                  </a:lnTo>
                  <a:lnTo>
                    <a:pt x="2338795" y="4413281"/>
                  </a:lnTo>
                  <a:lnTo>
                    <a:pt x="2282704" y="4395053"/>
                  </a:lnTo>
                  <a:lnTo>
                    <a:pt x="2226549" y="4376762"/>
                  </a:lnTo>
                  <a:lnTo>
                    <a:pt x="2170595" y="4358673"/>
                  </a:lnTo>
                  <a:lnTo>
                    <a:pt x="2115082" y="4341042"/>
                  </a:lnTo>
                  <a:lnTo>
                    <a:pt x="2060190" y="4324097"/>
                  </a:lnTo>
                  <a:lnTo>
                    <a:pt x="2006012" y="4308026"/>
                  </a:lnTo>
                  <a:lnTo>
                    <a:pt x="1952530" y="4292975"/>
                  </a:lnTo>
                  <a:lnTo>
                    <a:pt x="1899594" y="4279037"/>
                  </a:lnTo>
                  <a:lnTo>
                    <a:pt x="1846906" y="4266260"/>
                  </a:lnTo>
                  <a:lnTo>
                    <a:pt x="1793995" y="4254647"/>
                  </a:lnTo>
                  <a:lnTo>
                    <a:pt x="1768425" y="4249496"/>
                  </a:lnTo>
                  <a:lnTo>
                    <a:pt x="1718731" y="4240370"/>
                  </a:lnTo>
                  <a:lnTo>
                    <a:pt x="1667318" y="4232174"/>
                  </a:lnTo>
                  <a:lnTo>
                    <a:pt x="1613358" y="4224859"/>
                  </a:lnTo>
                  <a:lnTo>
                    <a:pt x="1555930" y="4218342"/>
                  </a:lnTo>
                  <a:lnTo>
                    <a:pt x="1494097" y="4212531"/>
                  </a:lnTo>
                  <a:lnTo>
                    <a:pt x="1426991" y="4207338"/>
                  </a:lnTo>
                  <a:lnTo>
                    <a:pt x="1353918" y="4202684"/>
                  </a:lnTo>
                  <a:lnTo>
                    <a:pt x="1274500" y="4198510"/>
                  </a:lnTo>
                  <a:lnTo>
                    <a:pt x="1188860" y="4194770"/>
                  </a:lnTo>
                  <a:lnTo>
                    <a:pt x="1097844" y="4191437"/>
                  </a:lnTo>
                  <a:lnTo>
                    <a:pt x="1003226" y="4188503"/>
                  </a:lnTo>
                  <a:lnTo>
                    <a:pt x="907841" y="4185969"/>
                  </a:lnTo>
                  <a:lnTo>
                    <a:pt x="815512" y="4183845"/>
                  </a:lnTo>
                  <a:lnTo>
                    <a:pt x="730688" y="4182138"/>
                  </a:lnTo>
                  <a:lnTo>
                    <a:pt x="657757" y="4180844"/>
                  </a:lnTo>
                  <a:lnTo>
                    <a:pt x="600157" y="4179935"/>
                  </a:lnTo>
                  <a:lnTo>
                    <a:pt x="559546" y="4179362"/>
                  </a:lnTo>
                  <a:lnTo>
                    <a:pt x="535306" y="4179055"/>
                  </a:lnTo>
                  <a:lnTo>
                    <a:pt x="524499" y="4178931"/>
                  </a:lnTo>
                  <a:lnTo>
                    <a:pt x="522133" y="4178906"/>
                  </a:lnTo>
                  <a:lnTo>
                    <a:pt x="0" y="4178906"/>
                  </a:lnTo>
                  <a:close/>
                </a:path>
              </a:pathLst>
            </a:custGeom>
            <a:solidFill>
              <a:srgbClr val="8BC34A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1554" name="pl1554"/>
            <p:cNvSpPr/>
            <p:nvPr/>
          </p:nvSpPr>
          <p:spPr>
            <a:xfrm>
              <a:off x="386606" y="937069"/>
              <a:ext cx="8554953" cy="4602444"/>
            </a:xfrm>
            <a:custGeom>
              <a:avLst/>
              <a:pathLst>
                <a:path w="8554953" h="4602444">
                  <a:moveTo>
                    <a:pt x="0" y="4178906"/>
                  </a:moveTo>
                  <a:lnTo>
                    <a:pt x="522133" y="4178906"/>
                  </a:lnTo>
                  <a:lnTo>
                    <a:pt x="523400" y="4178919"/>
                  </a:lnTo>
                  <a:lnTo>
                    <a:pt x="531682" y="4179012"/>
                  </a:lnTo>
                  <a:lnTo>
                    <a:pt x="552388" y="4179268"/>
                  </a:lnTo>
                  <a:lnTo>
                    <a:pt x="588971" y="4179771"/>
                  </a:lnTo>
                  <a:lnTo>
                    <a:pt x="642612" y="4180595"/>
                  </a:lnTo>
                  <a:lnTo>
                    <a:pt x="712163" y="4181795"/>
                  </a:lnTo>
                  <a:lnTo>
                    <a:pt x="794543" y="4183402"/>
                  </a:lnTo>
                  <a:lnTo>
                    <a:pt x="885505" y="4185427"/>
                  </a:lnTo>
                  <a:lnTo>
                    <a:pt x="980543" y="4187865"/>
                  </a:lnTo>
                  <a:lnTo>
                    <a:pt x="1075639" y="4190705"/>
                  </a:lnTo>
                  <a:lnTo>
                    <a:pt x="1167709" y="4193943"/>
                  </a:lnTo>
                  <a:lnTo>
                    <a:pt x="1254732" y="4197585"/>
                  </a:lnTo>
                  <a:lnTo>
                    <a:pt x="1335660" y="4201653"/>
                  </a:lnTo>
                  <a:lnTo>
                    <a:pt x="1410219" y="4206188"/>
                  </a:lnTo>
                  <a:lnTo>
                    <a:pt x="1478687" y="4211246"/>
                  </a:lnTo>
                  <a:lnTo>
                    <a:pt x="1541697" y="4216903"/>
                  </a:lnTo>
                  <a:lnTo>
                    <a:pt x="1600086" y="4223244"/>
                  </a:lnTo>
                  <a:lnTo>
                    <a:pt x="1654783" y="4230362"/>
                  </a:lnTo>
                  <a:lnTo>
                    <a:pt x="1706721" y="4238343"/>
                  </a:lnTo>
                  <a:lnTo>
                    <a:pt x="1756756" y="4247247"/>
                  </a:lnTo>
                  <a:lnTo>
                    <a:pt x="1768425" y="4249496"/>
                  </a:lnTo>
                  <a:lnTo>
                    <a:pt x="1821664" y="4260562"/>
                  </a:lnTo>
                  <a:lnTo>
                    <a:pt x="1874389" y="4272780"/>
                  </a:lnTo>
                  <a:lnTo>
                    <a:pt x="1927160" y="4286166"/>
                  </a:lnTo>
                  <a:lnTo>
                    <a:pt x="1980353" y="4300694"/>
                  </a:lnTo>
                  <a:lnTo>
                    <a:pt x="2034188" y="4316292"/>
                  </a:lnTo>
                  <a:lnTo>
                    <a:pt x="2088744" y="4332840"/>
                  </a:lnTo>
                  <a:lnTo>
                    <a:pt x="2143977" y="4350169"/>
                  </a:lnTo>
                  <a:lnTo>
                    <a:pt x="2199747" y="4368069"/>
                  </a:lnTo>
                  <a:lnTo>
                    <a:pt x="2255838" y="4386297"/>
                  </a:lnTo>
                  <a:lnTo>
                    <a:pt x="2311994" y="4404588"/>
                  </a:lnTo>
                  <a:lnTo>
                    <a:pt x="2367947" y="4422677"/>
                  </a:lnTo>
                  <a:lnTo>
                    <a:pt x="2423460" y="4440308"/>
                  </a:lnTo>
                  <a:lnTo>
                    <a:pt x="2478352" y="4457253"/>
                  </a:lnTo>
                  <a:lnTo>
                    <a:pt x="2532530" y="4473324"/>
                  </a:lnTo>
                  <a:lnTo>
                    <a:pt x="2586012" y="4488375"/>
                  </a:lnTo>
                  <a:lnTo>
                    <a:pt x="2638948" y="4502313"/>
                  </a:lnTo>
                  <a:lnTo>
                    <a:pt x="2691637" y="4515090"/>
                  </a:lnTo>
                  <a:lnTo>
                    <a:pt x="2744547" y="4526703"/>
                  </a:lnTo>
                  <a:lnTo>
                    <a:pt x="2770117" y="4531854"/>
                  </a:lnTo>
                  <a:lnTo>
                    <a:pt x="2819811" y="4540980"/>
                  </a:lnTo>
                  <a:lnTo>
                    <a:pt x="2871224" y="4549176"/>
                  </a:lnTo>
                  <a:lnTo>
                    <a:pt x="2925184" y="4556491"/>
                  </a:lnTo>
                  <a:lnTo>
                    <a:pt x="2982612" y="4563008"/>
                  </a:lnTo>
                  <a:lnTo>
                    <a:pt x="3044445" y="4568819"/>
                  </a:lnTo>
                  <a:lnTo>
                    <a:pt x="3111551" y="4574012"/>
                  </a:lnTo>
                  <a:lnTo>
                    <a:pt x="3184624" y="4578666"/>
                  </a:lnTo>
                  <a:lnTo>
                    <a:pt x="3264043" y="4582840"/>
                  </a:lnTo>
                  <a:lnTo>
                    <a:pt x="3349682" y="4586580"/>
                  </a:lnTo>
                  <a:lnTo>
                    <a:pt x="3440699" y="4589913"/>
                  </a:lnTo>
                  <a:lnTo>
                    <a:pt x="3535316" y="4592848"/>
                  </a:lnTo>
                  <a:lnTo>
                    <a:pt x="3630702" y="4595382"/>
                  </a:lnTo>
                  <a:lnTo>
                    <a:pt x="3723030" y="4597505"/>
                  </a:lnTo>
                  <a:lnTo>
                    <a:pt x="3807854" y="4599212"/>
                  </a:lnTo>
                  <a:lnTo>
                    <a:pt x="3880785" y="4600506"/>
                  </a:lnTo>
                  <a:lnTo>
                    <a:pt x="3938385" y="4601415"/>
                  </a:lnTo>
                  <a:lnTo>
                    <a:pt x="3978996" y="4601988"/>
                  </a:lnTo>
                  <a:lnTo>
                    <a:pt x="4003236" y="4602296"/>
                  </a:lnTo>
                  <a:lnTo>
                    <a:pt x="4014044" y="4602419"/>
                  </a:lnTo>
                  <a:lnTo>
                    <a:pt x="4016392" y="4602444"/>
                  </a:lnTo>
                  <a:lnTo>
                    <a:pt x="4016409" y="4602444"/>
                  </a:lnTo>
                  <a:lnTo>
                    <a:pt x="4538543" y="4602444"/>
                  </a:lnTo>
                  <a:lnTo>
                    <a:pt x="4539422" y="4602347"/>
                  </a:lnTo>
                  <a:lnTo>
                    <a:pt x="4545216" y="4601656"/>
                  </a:lnTo>
                  <a:lnTo>
                    <a:pt x="4559872" y="4599747"/>
                  </a:lnTo>
                  <a:lnTo>
                    <a:pt x="4586192" y="4595986"/>
                  </a:lnTo>
                  <a:lnTo>
                    <a:pt x="4625655" y="4589781"/>
                  </a:lnTo>
                  <a:lnTo>
                    <a:pt x="4678297" y="4580635"/>
                  </a:lnTo>
                  <a:lnTo>
                    <a:pt x="4742792" y="4568197"/>
                  </a:lnTo>
                  <a:lnTo>
                    <a:pt x="4816750" y="4552271"/>
                  </a:lnTo>
                  <a:lnTo>
                    <a:pt x="4897174" y="4532803"/>
                  </a:lnTo>
                  <a:lnTo>
                    <a:pt x="4980943" y="4509833"/>
                  </a:lnTo>
                  <a:lnTo>
                    <a:pt x="5065224" y="4483435"/>
                  </a:lnTo>
                  <a:lnTo>
                    <a:pt x="5147729" y="4453665"/>
                  </a:lnTo>
                  <a:lnTo>
                    <a:pt x="5226815" y="4420510"/>
                  </a:lnTo>
                  <a:lnTo>
                    <a:pt x="5301470" y="4383859"/>
                  </a:lnTo>
                  <a:lnTo>
                    <a:pt x="5371222" y="4343490"/>
                  </a:lnTo>
                  <a:lnTo>
                    <a:pt x="5436019" y="4299060"/>
                  </a:lnTo>
                  <a:lnTo>
                    <a:pt x="5496110" y="4250114"/>
                  </a:lnTo>
                  <a:lnTo>
                    <a:pt x="5551950" y="4196089"/>
                  </a:lnTo>
                  <a:lnTo>
                    <a:pt x="5604113" y="4136342"/>
                  </a:lnTo>
                  <a:lnTo>
                    <a:pt x="5653235" y="4070182"/>
                  </a:lnTo>
                  <a:lnTo>
                    <a:pt x="5699965" y="3996934"/>
                  </a:lnTo>
                  <a:lnTo>
                    <a:pt x="5744922" y="3916041"/>
                  </a:lnTo>
                  <a:lnTo>
                    <a:pt x="5784835" y="3835370"/>
                  </a:lnTo>
                  <a:lnTo>
                    <a:pt x="5815169" y="3768594"/>
                  </a:lnTo>
                  <a:lnTo>
                    <a:pt x="5845243" y="3697841"/>
                  </a:lnTo>
                  <a:lnTo>
                    <a:pt x="5875183" y="3623031"/>
                  </a:lnTo>
                  <a:lnTo>
                    <a:pt x="5905095" y="3544125"/>
                  </a:lnTo>
                  <a:lnTo>
                    <a:pt x="5935063" y="3461128"/>
                  </a:lnTo>
                  <a:lnTo>
                    <a:pt x="5965154" y="3374096"/>
                  </a:lnTo>
                  <a:lnTo>
                    <a:pt x="5995419" y="3283134"/>
                  </a:lnTo>
                  <a:lnTo>
                    <a:pt x="6025892" y="3188404"/>
                  </a:lnTo>
                  <a:lnTo>
                    <a:pt x="6056593" y="3090121"/>
                  </a:lnTo>
                  <a:lnTo>
                    <a:pt x="6087529" y="2988558"/>
                  </a:lnTo>
                  <a:lnTo>
                    <a:pt x="6118694" y="2884040"/>
                  </a:lnTo>
                  <a:lnTo>
                    <a:pt x="6150071" y="2776945"/>
                  </a:lnTo>
                  <a:lnTo>
                    <a:pt x="6181632" y="2667696"/>
                  </a:lnTo>
                  <a:lnTo>
                    <a:pt x="6213344" y="2556756"/>
                  </a:lnTo>
                  <a:lnTo>
                    <a:pt x="6245164" y="2444621"/>
                  </a:lnTo>
                  <a:lnTo>
                    <a:pt x="6277045" y="2331810"/>
                  </a:lnTo>
                  <a:lnTo>
                    <a:pt x="6308941" y="2218853"/>
                  </a:lnTo>
                  <a:lnTo>
                    <a:pt x="6340800" y="2106286"/>
                  </a:lnTo>
                  <a:lnTo>
                    <a:pt x="6372576" y="1994636"/>
                  </a:lnTo>
                  <a:lnTo>
                    <a:pt x="6404223" y="1884412"/>
                  </a:lnTo>
                  <a:lnTo>
                    <a:pt x="6435704" y="1776096"/>
                  </a:lnTo>
                  <a:lnTo>
                    <a:pt x="6466986" y="1670133"/>
                  </a:lnTo>
                  <a:lnTo>
                    <a:pt x="6498048" y="1566926"/>
                  </a:lnTo>
                  <a:lnTo>
                    <a:pt x="6528876" y="1466829"/>
                  </a:lnTo>
                  <a:lnTo>
                    <a:pt x="6559471" y="1370145"/>
                  </a:lnTo>
                  <a:lnTo>
                    <a:pt x="6589845" y="1277119"/>
                  </a:lnTo>
                  <a:lnTo>
                    <a:pt x="6620025" y="1187943"/>
                  </a:lnTo>
                  <a:lnTo>
                    <a:pt x="6650053" y="1102751"/>
                  </a:lnTo>
                  <a:lnTo>
                    <a:pt x="6679985" y="1021627"/>
                  </a:lnTo>
                  <a:lnTo>
                    <a:pt x="6709898" y="944601"/>
                  </a:lnTo>
                  <a:lnTo>
                    <a:pt x="6739885" y="871659"/>
                  </a:lnTo>
                  <a:lnTo>
                    <a:pt x="6770062" y="802742"/>
                  </a:lnTo>
                  <a:lnTo>
                    <a:pt x="6786527" y="767074"/>
                  </a:lnTo>
                  <a:lnTo>
                    <a:pt x="6830345" y="678956"/>
                  </a:lnTo>
                  <a:lnTo>
                    <a:pt x="6875435" y="598753"/>
                  </a:lnTo>
                  <a:lnTo>
                    <a:pt x="6922350" y="526155"/>
                  </a:lnTo>
                  <a:lnTo>
                    <a:pt x="6971714" y="460588"/>
                  </a:lnTo>
                  <a:lnTo>
                    <a:pt x="7024176" y="401373"/>
                  </a:lnTo>
                  <a:lnTo>
                    <a:pt x="7080369" y="347821"/>
                  </a:lnTo>
                  <a:lnTo>
                    <a:pt x="7140859" y="299294"/>
                  </a:lnTo>
                  <a:lnTo>
                    <a:pt x="7206086" y="255239"/>
                  </a:lnTo>
                  <a:lnTo>
                    <a:pt x="7276277" y="215209"/>
                  </a:lnTo>
                  <a:lnTo>
                    <a:pt x="7351350" y="178874"/>
                  </a:lnTo>
                  <a:lnTo>
                    <a:pt x="7430786" y="146019"/>
                  </a:lnTo>
                  <a:lnTo>
                    <a:pt x="7513523" y="116546"/>
                  </a:lnTo>
                  <a:lnTo>
                    <a:pt x="7597860" y="90448"/>
                  </a:lnTo>
                  <a:lnTo>
                    <a:pt x="7681455" y="67783"/>
                  </a:lnTo>
                  <a:lnTo>
                    <a:pt x="7761435" y="48626"/>
                  </a:lnTo>
                  <a:lnTo>
                    <a:pt x="7834675" y="33012"/>
                  </a:lnTo>
                  <a:lnTo>
                    <a:pt x="7898209" y="20874"/>
                  </a:lnTo>
                  <a:lnTo>
                    <a:pt x="7949724" y="12004"/>
                  </a:lnTo>
                  <a:lnTo>
                    <a:pt x="7988006" y="6036"/>
                  </a:lnTo>
                  <a:lnTo>
                    <a:pt x="8013219" y="2463"/>
                  </a:lnTo>
                  <a:lnTo>
                    <a:pt x="8026963" y="687"/>
                  </a:lnTo>
                  <a:lnTo>
                    <a:pt x="8032150" y="73"/>
                  </a:lnTo>
                  <a:lnTo>
                    <a:pt x="8032819" y="0"/>
                  </a:lnTo>
                  <a:lnTo>
                    <a:pt x="8554953" y="0"/>
                  </a:lnTo>
                  <a:lnTo>
                    <a:pt x="8554953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555" name="pl1555"/>
            <p:cNvSpPr/>
            <p:nvPr/>
          </p:nvSpPr>
          <p:spPr>
            <a:xfrm>
              <a:off x="386606" y="931422"/>
              <a:ext cx="8554953" cy="4602444"/>
            </a:xfrm>
            <a:custGeom>
              <a:avLst/>
              <a:pathLst>
                <a:path w="8554953" h="4602444">
                  <a:moveTo>
                    <a:pt x="8554953" y="0"/>
                  </a:moveTo>
                  <a:lnTo>
                    <a:pt x="8032819" y="0"/>
                  </a:lnTo>
                  <a:lnTo>
                    <a:pt x="8031940" y="96"/>
                  </a:lnTo>
                  <a:lnTo>
                    <a:pt x="8026146" y="787"/>
                  </a:lnTo>
                  <a:lnTo>
                    <a:pt x="8011490" y="2697"/>
                  </a:lnTo>
                  <a:lnTo>
                    <a:pt x="7985170" y="6457"/>
                  </a:lnTo>
                  <a:lnTo>
                    <a:pt x="7945707" y="12663"/>
                  </a:lnTo>
                  <a:lnTo>
                    <a:pt x="7893065" y="21808"/>
                  </a:lnTo>
                  <a:lnTo>
                    <a:pt x="7828570" y="34246"/>
                  </a:lnTo>
                  <a:lnTo>
                    <a:pt x="7754612" y="50172"/>
                  </a:lnTo>
                  <a:lnTo>
                    <a:pt x="7674188" y="69640"/>
                  </a:lnTo>
                  <a:lnTo>
                    <a:pt x="7590419" y="92611"/>
                  </a:lnTo>
                  <a:lnTo>
                    <a:pt x="7506138" y="119008"/>
                  </a:lnTo>
                  <a:lnTo>
                    <a:pt x="7423633" y="148778"/>
                  </a:lnTo>
                  <a:lnTo>
                    <a:pt x="7344547" y="181934"/>
                  </a:lnTo>
                  <a:lnTo>
                    <a:pt x="7269892" y="218584"/>
                  </a:lnTo>
                  <a:lnTo>
                    <a:pt x="7200140" y="258954"/>
                  </a:lnTo>
                  <a:lnTo>
                    <a:pt x="7135343" y="303383"/>
                  </a:lnTo>
                  <a:lnTo>
                    <a:pt x="7075252" y="352330"/>
                  </a:lnTo>
                  <a:lnTo>
                    <a:pt x="7019412" y="406354"/>
                  </a:lnTo>
                  <a:lnTo>
                    <a:pt x="6967249" y="466101"/>
                  </a:lnTo>
                  <a:lnTo>
                    <a:pt x="6918127" y="532261"/>
                  </a:lnTo>
                  <a:lnTo>
                    <a:pt x="6871397" y="605509"/>
                  </a:lnTo>
                  <a:lnTo>
                    <a:pt x="6826440" y="686402"/>
                  </a:lnTo>
                  <a:lnTo>
                    <a:pt x="6786527" y="767074"/>
                  </a:lnTo>
                  <a:lnTo>
                    <a:pt x="6756193" y="833850"/>
                  </a:lnTo>
                  <a:lnTo>
                    <a:pt x="6726119" y="904603"/>
                  </a:lnTo>
                  <a:lnTo>
                    <a:pt x="6696179" y="979413"/>
                  </a:lnTo>
                  <a:lnTo>
                    <a:pt x="6666267" y="1058319"/>
                  </a:lnTo>
                  <a:lnTo>
                    <a:pt x="6636299" y="1141315"/>
                  </a:lnTo>
                  <a:lnTo>
                    <a:pt x="6606208" y="1228347"/>
                  </a:lnTo>
                  <a:lnTo>
                    <a:pt x="6575943" y="1319309"/>
                  </a:lnTo>
                  <a:lnTo>
                    <a:pt x="6545470" y="1414040"/>
                  </a:lnTo>
                  <a:lnTo>
                    <a:pt x="6514769" y="1512322"/>
                  </a:lnTo>
                  <a:lnTo>
                    <a:pt x="6483833" y="1613886"/>
                  </a:lnTo>
                  <a:lnTo>
                    <a:pt x="6452668" y="1718404"/>
                  </a:lnTo>
                  <a:lnTo>
                    <a:pt x="6421291" y="1825499"/>
                  </a:lnTo>
                  <a:lnTo>
                    <a:pt x="6389730" y="1934748"/>
                  </a:lnTo>
                  <a:lnTo>
                    <a:pt x="6358018" y="2045687"/>
                  </a:lnTo>
                  <a:lnTo>
                    <a:pt x="6326198" y="2157822"/>
                  </a:lnTo>
                  <a:lnTo>
                    <a:pt x="6294316" y="2270634"/>
                  </a:lnTo>
                  <a:lnTo>
                    <a:pt x="6262421" y="2383590"/>
                  </a:lnTo>
                  <a:lnTo>
                    <a:pt x="6230562" y="2496157"/>
                  </a:lnTo>
                  <a:lnTo>
                    <a:pt x="6198786" y="2607807"/>
                  </a:lnTo>
                  <a:lnTo>
                    <a:pt x="6167139" y="2718031"/>
                  </a:lnTo>
                  <a:lnTo>
                    <a:pt x="6135658" y="2826348"/>
                  </a:lnTo>
                  <a:lnTo>
                    <a:pt x="6104376" y="2932311"/>
                  </a:lnTo>
                  <a:lnTo>
                    <a:pt x="6073314" y="3035518"/>
                  </a:lnTo>
                  <a:lnTo>
                    <a:pt x="6042486" y="3135614"/>
                  </a:lnTo>
                  <a:lnTo>
                    <a:pt x="6011891" y="3232298"/>
                  </a:lnTo>
                  <a:lnTo>
                    <a:pt x="5981516" y="3325324"/>
                  </a:lnTo>
                  <a:lnTo>
                    <a:pt x="5951336" y="3414501"/>
                  </a:lnTo>
                  <a:lnTo>
                    <a:pt x="5921309" y="3499692"/>
                  </a:lnTo>
                  <a:lnTo>
                    <a:pt x="5891376" y="3580816"/>
                  </a:lnTo>
                  <a:lnTo>
                    <a:pt x="5861464" y="3657842"/>
                  </a:lnTo>
                  <a:lnTo>
                    <a:pt x="5831476" y="3730784"/>
                  </a:lnTo>
                  <a:lnTo>
                    <a:pt x="5801300" y="3799702"/>
                  </a:lnTo>
                  <a:lnTo>
                    <a:pt x="5784835" y="3835370"/>
                  </a:lnTo>
                  <a:lnTo>
                    <a:pt x="5741017" y="3923487"/>
                  </a:lnTo>
                  <a:lnTo>
                    <a:pt x="5695927" y="4003690"/>
                  </a:lnTo>
                  <a:lnTo>
                    <a:pt x="5649012" y="4076288"/>
                  </a:lnTo>
                  <a:lnTo>
                    <a:pt x="5599648" y="4141855"/>
                  </a:lnTo>
                  <a:lnTo>
                    <a:pt x="5547186" y="4201070"/>
                  </a:lnTo>
                  <a:lnTo>
                    <a:pt x="5490993" y="4254623"/>
                  </a:lnTo>
                  <a:lnTo>
                    <a:pt x="5430503" y="4303150"/>
                  </a:lnTo>
                  <a:lnTo>
                    <a:pt x="5365276" y="4347205"/>
                  </a:lnTo>
                  <a:lnTo>
                    <a:pt x="5295084" y="4387234"/>
                  </a:lnTo>
                  <a:lnTo>
                    <a:pt x="5220012" y="4423570"/>
                  </a:lnTo>
                  <a:lnTo>
                    <a:pt x="5140576" y="4456424"/>
                  </a:lnTo>
                  <a:lnTo>
                    <a:pt x="5057839" y="4485898"/>
                  </a:lnTo>
                  <a:lnTo>
                    <a:pt x="4973502" y="4511996"/>
                  </a:lnTo>
                  <a:lnTo>
                    <a:pt x="4889907" y="4534660"/>
                  </a:lnTo>
                  <a:lnTo>
                    <a:pt x="4809927" y="4553817"/>
                  </a:lnTo>
                  <a:lnTo>
                    <a:pt x="4736687" y="4569432"/>
                  </a:lnTo>
                  <a:lnTo>
                    <a:pt x="4673153" y="4581570"/>
                  </a:lnTo>
                  <a:lnTo>
                    <a:pt x="4621638" y="4590439"/>
                  </a:lnTo>
                  <a:lnTo>
                    <a:pt x="4583356" y="4596408"/>
                  </a:lnTo>
                  <a:lnTo>
                    <a:pt x="4558143" y="4599980"/>
                  </a:lnTo>
                  <a:lnTo>
                    <a:pt x="4544399" y="4601757"/>
                  </a:lnTo>
                  <a:lnTo>
                    <a:pt x="4539212" y="4602371"/>
                  </a:lnTo>
                  <a:lnTo>
                    <a:pt x="4538543" y="4602444"/>
                  </a:lnTo>
                  <a:lnTo>
                    <a:pt x="4016409" y="4602444"/>
                  </a:lnTo>
                  <a:lnTo>
                    <a:pt x="4015142" y="4602431"/>
                  </a:lnTo>
                  <a:lnTo>
                    <a:pt x="4006860" y="4602338"/>
                  </a:lnTo>
                  <a:lnTo>
                    <a:pt x="3986154" y="4602082"/>
                  </a:lnTo>
                  <a:lnTo>
                    <a:pt x="3949571" y="4601579"/>
                  </a:lnTo>
                  <a:lnTo>
                    <a:pt x="3895930" y="4600755"/>
                  </a:lnTo>
                  <a:lnTo>
                    <a:pt x="3826379" y="4599555"/>
                  </a:lnTo>
                  <a:lnTo>
                    <a:pt x="3743999" y="4597948"/>
                  </a:lnTo>
                  <a:lnTo>
                    <a:pt x="3653037" y="4595923"/>
                  </a:lnTo>
                  <a:lnTo>
                    <a:pt x="3557999" y="4593485"/>
                  </a:lnTo>
                  <a:lnTo>
                    <a:pt x="3462903" y="4590645"/>
                  </a:lnTo>
                  <a:lnTo>
                    <a:pt x="3370833" y="4587407"/>
                  </a:lnTo>
                  <a:lnTo>
                    <a:pt x="3283810" y="4583765"/>
                  </a:lnTo>
                  <a:lnTo>
                    <a:pt x="3202882" y="4579697"/>
                  </a:lnTo>
                  <a:lnTo>
                    <a:pt x="3128323" y="4575162"/>
                  </a:lnTo>
                  <a:lnTo>
                    <a:pt x="3059855" y="4570104"/>
                  </a:lnTo>
                  <a:lnTo>
                    <a:pt x="2996846" y="4564447"/>
                  </a:lnTo>
                  <a:lnTo>
                    <a:pt x="2938456" y="4558106"/>
                  </a:lnTo>
                  <a:lnTo>
                    <a:pt x="2883759" y="4550988"/>
                  </a:lnTo>
                  <a:lnTo>
                    <a:pt x="2831821" y="4543007"/>
                  </a:lnTo>
                  <a:lnTo>
                    <a:pt x="2781786" y="4534104"/>
                  </a:lnTo>
                  <a:lnTo>
                    <a:pt x="2770117" y="4531854"/>
                  </a:lnTo>
                  <a:lnTo>
                    <a:pt x="2716878" y="4520788"/>
                  </a:lnTo>
                  <a:lnTo>
                    <a:pt x="2664153" y="4508570"/>
                  </a:lnTo>
                  <a:lnTo>
                    <a:pt x="2611383" y="4495184"/>
                  </a:lnTo>
                  <a:lnTo>
                    <a:pt x="2558189" y="4480656"/>
                  </a:lnTo>
                  <a:lnTo>
                    <a:pt x="2504354" y="4465058"/>
                  </a:lnTo>
                  <a:lnTo>
                    <a:pt x="2449798" y="4448510"/>
                  </a:lnTo>
                  <a:lnTo>
                    <a:pt x="2394565" y="4431181"/>
                  </a:lnTo>
                  <a:lnTo>
                    <a:pt x="2338795" y="4413281"/>
                  </a:lnTo>
                  <a:lnTo>
                    <a:pt x="2282704" y="4395053"/>
                  </a:lnTo>
                  <a:lnTo>
                    <a:pt x="2226549" y="4376762"/>
                  </a:lnTo>
                  <a:lnTo>
                    <a:pt x="2170595" y="4358673"/>
                  </a:lnTo>
                  <a:lnTo>
                    <a:pt x="2115082" y="4341042"/>
                  </a:lnTo>
                  <a:lnTo>
                    <a:pt x="2060190" y="4324097"/>
                  </a:lnTo>
                  <a:lnTo>
                    <a:pt x="2006012" y="4308026"/>
                  </a:lnTo>
                  <a:lnTo>
                    <a:pt x="1952530" y="4292975"/>
                  </a:lnTo>
                  <a:lnTo>
                    <a:pt x="1899594" y="4279037"/>
                  </a:lnTo>
                  <a:lnTo>
                    <a:pt x="1846906" y="4266260"/>
                  </a:lnTo>
                  <a:lnTo>
                    <a:pt x="1793995" y="4254647"/>
                  </a:lnTo>
                  <a:lnTo>
                    <a:pt x="1768425" y="4249496"/>
                  </a:lnTo>
                  <a:lnTo>
                    <a:pt x="1718731" y="4240370"/>
                  </a:lnTo>
                  <a:lnTo>
                    <a:pt x="1667318" y="4232174"/>
                  </a:lnTo>
                  <a:lnTo>
                    <a:pt x="1613358" y="4224859"/>
                  </a:lnTo>
                  <a:lnTo>
                    <a:pt x="1555930" y="4218342"/>
                  </a:lnTo>
                  <a:lnTo>
                    <a:pt x="1494097" y="4212531"/>
                  </a:lnTo>
                  <a:lnTo>
                    <a:pt x="1426991" y="4207338"/>
                  </a:lnTo>
                  <a:lnTo>
                    <a:pt x="1353918" y="4202684"/>
                  </a:lnTo>
                  <a:lnTo>
                    <a:pt x="1274500" y="4198510"/>
                  </a:lnTo>
                  <a:lnTo>
                    <a:pt x="1188860" y="4194770"/>
                  </a:lnTo>
                  <a:lnTo>
                    <a:pt x="1097844" y="4191437"/>
                  </a:lnTo>
                  <a:lnTo>
                    <a:pt x="1003226" y="4188503"/>
                  </a:lnTo>
                  <a:lnTo>
                    <a:pt x="907841" y="4185969"/>
                  </a:lnTo>
                  <a:lnTo>
                    <a:pt x="815512" y="4183845"/>
                  </a:lnTo>
                  <a:lnTo>
                    <a:pt x="730688" y="4182138"/>
                  </a:lnTo>
                  <a:lnTo>
                    <a:pt x="657757" y="4180844"/>
                  </a:lnTo>
                  <a:lnTo>
                    <a:pt x="600157" y="4179935"/>
                  </a:lnTo>
                  <a:lnTo>
                    <a:pt x="559546" y="4179362"/>
                  </a:lnTo>
                  <a:lnTo>
                    <a:pt x="535306" y="4179055"/>
                  </a:lnTo>
                  <a:lnTo>
                    <a:pt x="524499" y="4178931"/>
                  </a:lnTo>
                  <a:lnTo>
                    <a:pt x="522150" y="4178906"/>
                  </a:lnTo>
                  <a:lnTo>
                    <a:pt x="522133" y="4178906"/>
                  </a:lnTo>
                  <a:lnTo>
                    <a:pt x="0" y="4178906"/>
                  </a:lnTo>
                  <a:lnTo>
                    <a:pt x="0" y="4178906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556" name="pg1556"/>
            <p:cNvSpPr/>
            <p:nvPr/>
          </p:nvSpPr>
          <p:spPr>
            <a:xfrm>
              <a:off x="386606" y="3235468"/>
              <a:ext cx="8554953" cy="2332281"/>
            </a:xfrm>
            <a:custGeom>
              <a:avLst/>
              <a:pathLst>
                <a:path w="8554953" h="2332281">
                  <a:moveTo>
                    <a:pt x="0" y="1886155"/>
                  </a:moveTo>
                  <a:lnTo>
                    <a:pt x="522133" y="1886155"/>
                  </a:lnTo>
                  <a:lnTo>
                    <a:pt x="523399" y="1886168"/>
                  </a:lnTo>
                  <a:lnTo>
                    <a:pt x="531679" y="1886266"/>
                  </a:lnTo>
                  <a:lnTo>
                    <a:pt x="552381" y="1886536"/>
                  </a:lnTo>
                  <a:lnTo>
                    <a:pt x="588956" y="1887066"/>
                  </a:lnTo>
                  <a:lnTo>
                    <a:pt x="642585" y="1887933"/>
                  </a:lnTo>
                  <a:lnTo>
                    <a:pt x="712123" y="1889197"/>
                  </a:lnTo>
                  <a:lnTo>
                    <a:pt x="794489" y="1890889"/>
                  </a:lnTo>
                  <a:lnTo>
                    <a:pt x="885439" y="1893022"/>
                  </a:lnTo>
                  <a:lnTo>
                    <a:pt x="980468" y="1895589"/>
                  </a:lnTo>
                  <a:lnTo>
                    <a:pt x="1075557" y="1898580"/>
                  </a:lnTo>
                  <a:lnTo>
                    <a:pt x="1167623" y="1901990"/>
                  </a:lnTo>
                  <a:lnTo>
                    <a:pt x="1254643" y="1905825"/>
                  </a:lnTo>
                  <a:lnTo>
                    <a:pt x="1335572" y="1910110"/>
                  </a:lnTo>
                  <a:lnTo>
                    <a:pt x="1410132" y="1914885"/>
                  </a:lnTo>
                  <a:lnTo>
                    <a:pt x="1478601" y="1920212"/>
                  </a:lnTo>
                  <a:lnTo>
                    <a:pt x="1541612" y="1926170"/>
                  </a:lnTo>
                  <a:lnTo>
                    <a:pt x="1600002" y="1932847"/>
                  </a:lnTo>
                  <a:lnTo>
                    <a:pt x="1654699" y="1940342"/>
                  </a:lnTo>
                  <a:lnTo>
                    <a:pt x="1706636" y="1948746"/>
                  </a:lnTo>
                  <a:lnTo>
                    <a:pt x="1756670" y="1958123"/>
                  </a:lnTo>
                  <a:lnTo>
                    <a:pt x="1768425" y="1960509"/>
                  </a:lnTo>
                  <a:lnTo>
                    <a:pt x="1821558" y="1972141"/>
                  </a:lnTo>
                  <a:lnTo>
                    <a:pt x="1874178" y="1984982"/>
                  </a:lnTo>
                  <a:lnTo>
                    <a:pt x="1926841" y="1999047"/>
                  </a:lnTo>
                  <a:lnTo>
                    <a:pt x="1979924" y="2014310"/>
                  </a:lnTo>
                  <a:lnTo>
                    <a:pt x="2033645" y="2030698"/>
                  </a:lnTo>
                  <a:lnTo>
                    <a:pt x="2088083" y="2048083"/>
                  </a:lnTo>
                  <a:lnTo>
                    <a:pt x="2143198" y="2066291"/>
                  </a:lnTo>
                  <a:lnTo>
                    <a:pt x="2198849" y="2085101"/>
                  </a:lnTo>
                  <a:lnTo>
                    <a:pt x="2254825" y="2104258"/>
                  </a:lnTo>
                  <a:lnTo>
                    <a:pt x="2310869" y="2123488"/>
                  </a:lnTo>
                  <a:lnTo>
                    <a:pt x="2366717" y="2142510"/>
                  </a:lnTo>
                  <a:lnTo>
                    <a:pt x="2422131" y="2161058"/>
                  </a:lnTo>
                  <a:lnTo>
                    <a:pt x="2476930" y="2178893"/>
                  </a:lnTo>
                  <a:lnTo>
                    <a:pt x="2531019" y="2195813"/>
                  </a:lnTo>
                  <a:lnTo>
                    <a:pt x="2584412" y="2211669"/>
                  </a:lnTo>
                  <a:lnTo>
                    <a:pt x="2637255" y="2226358"/>
                  </a:lnTo>
                  <a:lnTo>
                    <a:pt x="2689840" y="2239830"/>
                  </a:lnTo>
                  <a:lnTo>
                    <a:pt x="2742627" y="2252080"/>
                  </a:lnTo>
                  <a:lnTo>
                    <a:pt x="2770117" y="2257927"/>
                  </a:lnTo>
                  <a:lnTo>
                    <a:pt x="2819806" y="2267539"/>
                  </a:lnTo>
                  <a:lnTo>
                    <a:pt x="2871215" y="2276171"/>
                  </a:lnTo>
                  <a:lnTo>
                    <a:pt x="2925170" y="2283876"/>
                  </a:lnTo>
                  <a:lnTo>
                    <a:pt x="2982591" y="2290740"/>
                  </a:lnTo>
                  <a:lnTo>
                    <a:pt x="3044417" y="2296860"/>
                  </a:lnTo>
                  <a:lnTo>
                    <a:pt x="3111514" y="2302331"/>
                  </a:lnTo>
                  <a:lnTo>
                    <a:pt x="3184578" y="2307232"/>
                  </a:lnTo>
                  <a:lnTo>
                    <a:pt x="3263985" y="2311629"/>
                  </a:lnTo>
                  <a:lnTo>
                    <a:pt x="3349612" y="2315568"/>
                  </a:lnTo>
                  <a:lnTo>
                    <a:pt x="3440617" y="2319079"/>
                  </a:lnTo>
                  <a:lnTo>
                    <a:pt x="3535224" y="2322170"/>
                  </a:lnTo>
                  <a:lnTo>
                    <a:pt x="3630602" y="2324839"/>
                  </a:lnTo>
                  <a:lnTo>
                    <a:pt x="3722929" y="2327077"/>
                  </a:lnTo>
                  <a:lnTo>
                    <a:pt x="3807756" y="2328874"/>
                  </a:lnTo>
                  <a:lnTo>
                    <a:pt x="3880698" y="2330238"/>
                  </a:lnTo>
                  <a:lnTo>
                    <a:pt x="3938316" y="2331196"/>
                  </a:lnTo>
                  <a:lnTo>
                    <a:pt x="3978948" y="2331800"/>
                  </a:lnTo>
                  <a:lnTo>
                    <a:pt x="4003210" y="2332124"/>
                  </a:lnTo>
                  <a:lnTo>
                    <a:pt x="4014034" y="2332255"/>
                  </a:lnTo>
                  <a:lnTo>
                    <a:pt x="4016409" y="2332281"/>
                  </a:lnTo>
                  <a:lnTo>
                    <a:pt x="4538543" y="2332281"/>
                  </a:lnTo>
                  <a:lnTo>
                    <a:pt x="4539729" y="2332215"/>
                  </a:lnTo>
                  <a:lnTo>
                    <a:pt x="4547498" y="2331739"/>
                  </a:lnTo>
                  <a:lnTo>
                    <a:pt x="4566964" y="2330424"/>
                  </a:lnTo>
                  <a:lnTo>
                    <a:pt x="4601469" y="2327839"/>
                  </a:lnTo>
                  <a:lnTo>
                    <a:pt x="4652287" y="2323600"/>
                  </a:lnTo>
                  <a:lnTo>
                    <a:pt x="4718551" y="2317411"/>
                  </a:lnTo>
                  <a:lnTo>
                    <a:pt x="4797561" y="2309095"/>
                  </a:lnTo>
                  <a:lnTo>
                    <a:pt x="4885445" y="2298587"/>
                  </a:lnTo>
                  <a:lnTo>
                    <a:pt x="4977969" y="2285903"/>
                  </a:lnTo>
                  <a:lnTo>
                    <a:pt x="5071246" y="2271093"/>
                  </a:lnTo>
                  <a:lnTo>
                    <a:pt x="5162188" y="2254194"/>
                  </a:lnTo>
                  <a:lnTo>
                    <a:pt x="5248677" y="2235188"/>
                  </a:lnTo>
                  <a:lnTo>
                    <a:pt x="5329519" y="2213982"/>
                  </a:lnTo>
                  <a:lnTo>
                    <a:pt x="5404280" y="2190396"/>
                  </a:lnTo>
                  <a:lnTo>
                    <a:pt x="5473088" y="2164160"/>
                  </a:lnTo>
                  <a:lnTo>
                    <a:pt x="5536447" y="2134919"/>
                  </a:lnTo>
                  <a:lnTo>
                    <a:pt x="5595088" y="2102248"/>
                  </a:lnTo>
                  <a:lnTo>
                    <a:pt x="5649861" y="2065681"/>
                  </a:lnTo>
                  <a:lnTo>
                    <a:pt x="5701646" y="2024749"/>
                  </a:lnTo>
                  <a:lnTo>
                    <a:pt x="5751282" y="1979073"/>
                  </a:lnTo>
                  <a:lnTo>
                    <a:pt x="5784835" y="1944509"/>
                  </a:lnTo>
                  <a:lnTo>
                    <a:pt x="5824879" y="1899452"/>
                  </a:lnTo>
                  <a:lnTo>
                    <a:pt x="5864542" y="1850856"/>
                  </a:lnTo>
                  <a:lnTo>
                    <a:pt x="5904090" y="1798650"/>
                  </a:lnTo>
                  <a:lnTo>
                    <a:pt x="5943731" y="1742833"/>
                  </a:lnTo>
                  <a:lnTo>
                    <a:pt x="5983614" y="1683473"/>
                  </a:lnTo>
                  <a:lnTo>
                    <a:pt x="6023839" y="1620726"/>
                  </a:lnTo>
                  <a:lnTo>
                    <a:pt x="6064460" y="1554828"/>
                  </a:lnTo>
                  <a:lnTo>
                    <a:pt x="6105489" y="1486103"/>
                  </a:lnTo>
                  <a:lnTo>
                    <a:pt x="6146902" y="1414957"/>
                  </a:lnTo>
                  <a:lnTo>
                    <a:pt x="6188643" y="1341870"/>
                  </a:lnTo>
                  <a:lnTo>
                    <a:pt x="6230630" y="1267386"/>
                  </a:lnTo>
                  <a:lnTo>
                    <a:pt x="6272763" y="1192094"/>
                  </a:lnTo>
                  <a:lnTo>
                    <a:pt x="6314931" y="1116610"/>
                  </a:lnTo>
                  <a:lnTo>
                    <a:pt x="6357020" y="1041559"/>
                  </a:lnTo>
                  <a:lnTo>
                    <a:pt x="6398923" y="967548"/>
                  </a:lnTo>
                  <a:lnTo>
                    <a:pt x="6440545" y="895152"/>
                  </a:lnTo>
                  <a:lnTo>
                    <a:pt x="6481814" y="824891"/>
                  </a:lnTo>
                  <a:lnTo>
                    <a:pt x="6522687" y="757217"/>
                  </a:lnTo>
                  <a:lnTo>
                    <a:pt x="6563150" y="692506"/>
                  </a:lnTo>
                  <a:lnTo>
                    <a:pt x="6603234" y="631047"/>
                  </a:lnTo>
                  <a:lnTo>
                    <a:pt x="6643009" y="573046"/>
                  </a:lnTo>
                  <a:lnTo>
                    <a:pt x="6682593" y="518624"/>
                  </a:lnTo>
                  <a:lnTo>
                    <a:pt x="6722158" y="467821"/>
                  </a:lnTo>
                  <a:lnTo>
                    <a:pt x="6761933" y="420608"/>
                  </a:lnTo>
                  <a:lnTo>
                    <a:pt x="6786527" y="393419"/>
                  </a:lnTo>
                  <a:lnTo>
                    <a:pt x="6835109" y="344337"/>
                  </a:lnTo>
                  <a:lnTo>
                    <a:pt x="6885319" y="300146"/>
                  </a:lnTo>
                  <a:lnTo>
                    <a:pt x="6937927" y="260598"/>
                  </a:lnTo>
                  <a:lnTo>
                    <a:pt x="6993792" y="225276"/>
                  </a:lnTo>
                  <a:lnTo>
                    <a:pt x="7053793" y="193705"/>
                  </a:lnTo>
                  <a:lnTo>
                    <a:pt x="7118751" y="165427"/>
                  </a:lnTo>
                  <a:lnTo>
                    <a:pt x="7189344" y="140036"/>
                  </a:lnTo>
                  <a:lnTo>
                    <a:pt x="7265977" y="117204"/>
                  </a:lnTo>
                  <a:lnTo>
                    <a:pt x="7348627" y="96688"/>
                  </a:lnTo>
                  <a:lnTo>
                    <a:pt x="7436648" y="78334"/>
                  </a:lnTo>
                  <a:lnTo>
                    <a:pt x="7528577" y="62073"/>
                  </a:lnTo>
                  <a:lnTo>
                    <a:pt x="7621994" y="47910"/>
                  </a:lnTo>
                  <a:lnTo>
                    <a:pt x="7713536" y="35888"/>
                  </a:lnTo>
                  <a:lnTo>
                    <a:pt x="7799149" y="26052"/>
                  </a:lnTo>
                  <a:lnTo>
                    <a:pt x="7874626" y="18400"/>
                  </a:lnTo>
                  <a:lnTo>
                    <a:pt x="7936370" y="12833"/>
                  </a:lnTo>
                  <a:lnTo>
                    <a:pt x="7982184" y="9138"/>
                  </a:lnTo>
                  <a:lnTo>
                    <a:pt x="8011845" y="6986"/>
                  </a:lnTo>
                  <a:lnTo>
                    <a:pt x="8027283" y="5974"/>
                  </a:lnTo>
                  <a:lnTo>
                    <a:pt x="8032416" y="5669"/>
                  </a:lnTo>
                  <a:lnTo>
                    <a:pt x="8032819" y="5647"/>
                  </a:lnTo>
                  <a:lnTo>
                    <a:pt x="8554953" y="5647"/>
                  </a:lnTo>
                  <a:lnTo>
                    <a:pt x="8554953" y="0"/>
                  </a:lnTo>
                  <a:lnTo>
                    <a:pt x="8032819" y="0"/>
                  </a:lnTo>
                  <a:lnTo>
                    <a:pt x="8031633" y="66"/>
                  </a:lnTo>
                  <a:lnTo>
                    <a:pt x="8023864" y="542"/>
                  </a:lnTo>
                  <a:lnTo>
                    <a:pt x="8004398" y="1857"/>
                  </a:lnTo>
                  <a:lnTo>
                    <a:pt x="7969893" y="4442"/>
                  </a:lnTo>
                  <a:lnTo>
                    <a:pt x="7919075" y="8681"/>
                  </a:lnTo>
                  <a:lnTo>
                    <a:pt x="7852811" y="14870"/>
                  </a:lnTo>
                  <a:lnTo>
                    <a:pt x="7773801" y="23186"/>
                  </a:lnTo>
                  <a:lnTo>
                    <a:pt x="7685917" y="33694"/>
                  </a:lnTo>
                  <a:lnTo>
                    <a:pt x="7593393" y="46378"/>
                  </a:lnTo>
                  <a:lnTo>
                    <a:pt x="7500116" y="61187"/>
                  </a:lnTo>
                  <a:lnTo>
                    <a:pt x="7409174" y="78087"/>
                  </a:lnTo>
                  <a:lnTo>
                    <a:pt x="7322685" y="97093"/>
                  </a:lnTo>
                  <a:lnTo>
                    <a:pt x="7241843" y="118298"/>
                  </a:lnTo>
                  <a:lnTo>
                    <a:pt x="7167081" y="141884"/>
                  </a:lnTo>
                  <a:lnTo>
                    <a:pt x="7098274" y="168121"/>
                  </a:lnTo>
                  <a:lnTo>
                    <a:pt x="7034915" y="197362"/>
                  </a:lnTo>
                  <a:lnTo>
                    <a:pt x="6976274" y="230032"/>
                  </a:lnTo>
                  <a:lnTo>
                    <a:pt x="6921501" y="266600"/>
                  </a:lnTo>
                  <a:lnTo>
                    <a:pt x="6869716" y="307531"/>
                  </a:lnTo>
                  <a:lnTo>
                    <a:pt x="6820080" y="353207"/>
                  </a:lnTo>
                  <a:lnTo>
                    <a:pt x="6786527" y="387772"/>
                  </a:lnTo>
                  <a:lnTo>
                    <a:pt x="6746483" y="432829"/>
                  </a:lnTo>
                  <a:lnTo>
                    <a:pt x="6706820" y="481425"/>
                  </a:lnTo>
                  <a:lnTo>
                    <a:pt x="6667272" y="533630"/>
                  </a:lnTo>
                  <a:lnTo>
                    <a:pt x="6627631" y="589448"/>
                  </a:lnTo>
                  <a:lnTo>
                    <a:pt x="6587748" y="648807"/>
                  </a:lnTo>
                  <a:lnTo>
                    <a:pt x="6547523" y="711555"/>
                  </a:lnTo>
                  <a:lnTo>
                    <a:pt x="6506902" y="777453"/>
                  </a:lnTo>
                  <a:lnTo>
                    <a:pt x="6465873" y="846178"/>
                  </a:lnTo>
                  <a:lnTo>
                    <a:pt x="6424460" y="917324"/>
                  </a:lnTo>
                  <a:lnTo>
                    <a:pt x="6382719" y="990411"/>
                  </a:lnTo>
                  <a:lnTo>
                    <a:pt x="6340732" y="1064895"/>
                  </a:lnTo>
                  <a:lnTo>
                    <a:pt x="6298599" y="1140187"/>
                  </a:lnTo>
                  <a:lnTo>
                    <a:pt x="6256431" y="1215670"/>
                  </a:lnTo>
                  <a:lnTo>
                    <a:pt x="6214342" y="1290722"/>
                  </a:lnTo>
                  <a:lnTo>
                    <a:pt x="6172439" y="1364732"/>
                  </a:lnTo>
                  <a:lnTo>
                    <a:pt x="6130817" y="1437129"/>
                  </a:lnTo>
                  <a:lnTo>
                    <a:pt x="6089547" y="1507390"/>
                  </a:lnTo>
                  <a:lnTo>
                    <a:pt x="6048675" y="1575064"/>
                  </a:lnTo>
                  <a:lnTo>
                    <a:pt x="6008212" y="1639775"/>
                  </a:lnTo>
                  <a:lnTo>
                    <a:pt x="5968128" y="1701233"/>
                  </a:lnTo>
                  <a:lnTo>
                    <a:pt x="5928353" y="1759234"/>
                  </a:lnTo>
                  <a:lnTo>
                    <a:pt x="5888769" y="1813657"/>
                  </a:lnTo>
                  <a:lnTo>
                    <a:pt x="5849204" y="1864460"/>
                  </a:lnTo>
                  <a:lnTo>
                    <a:pt x="5809429" y="1911673"/>
                  </a:lnTo>
                  <a:lnTo>
                    <a:pt x="5784835" y="1938862"/>
                  </a:lnTo>
                  <a:lnTo>
                    <a:pt x="5736253" y="1987943"/>
                  </a:lnTo>
                  <a:lnTo>
                    <a:pt x="5686043" y="2032135"/>
                  </a:lnTo>
                  <a:lnTo>
                    <a:pt x="5633435" y="2071682"/>
                  </a:lnTo>
                  <a:lnTo>
                    <a:pt x="5577570" y="2107005"/>
                  </a:lnTo>
                  <a:lnTo>
                    <a:pt x="5517569" y="2138576"/>
                  </a:lnTo>
                  <a:lnTo>
                    <a:pt x="5452611" y="2166854"/>
                  </a:lnTo>
                  <a:lnTo>
                    <a:pt x="5382018" y="2192245"/>
                  </a:lnTo>
                  <a:lnTo>
                    <a:pt x="5305385" y="2215076"/>
                  </a:lnTo>
                  <a:lnTo>
                    <a:pt x="5222735" y="2235593"/>
                  </a:lnTo>
                  <a:lnTo>
                    <a:pt x="5134714" y="2253947"/>
                  </a:lnTo>
                  <a:lnTo>
                    <a:pt x="5042785" y="2270207"/>
                  </a:lnTo>
                  <a:lnTo>
                    <a:pt x="4949368" y="2284371"/>
                  </a:lnTo>
                  <a:lnTo>
                    <a:pt x="4857826" y="2296393"/>
                  </a:lnTo>
                  <a:lnTo>
                    <a:pt x="4772212" y="2306228"/>
                  </a:lnTo>
                  <a:lnTo>
                    <a:pt x="4696736" y="2313881"/>
                  </a:lnTo>
                  <a:lnTo>
                    <a:pt x="4634992" y="2319447"/>
                  </a:lnTo>
                  <a:lnTo>
                    <a:pt x="4589178" y="2323143"/>
                  </a:lnTo>
                  <a:lnTo>
                    <a:pt x="4559517" y="2325295"/>
                  </a:lnTo>
                  <a:lnTo>
                    <a:pt x="4544079" y="2326306"/>
                  </a:lnTo>
                  <a:lnTo>
                    <a:pt x="4538946" y="2326612"/>
                  </a:lnTo>
                  <a:lnTo>
                    <a:pt x="4538543" y="2326634"/>
                  </a:lnTo>
                  <a:lnTo>
                    <a:pt x="4016409" y="2326634"/>
                  </a:lnTo>
                  <a:lnTo>
                    <a:pt x="4015143" y="2326620"/>
                  </a:lnTo>
                  <a:lnTo>
                    <a:pt x="4006863" y="2326523"/>
                  </a:lnTo>
                  <a:lnTo>
                    <a:pt x="3986161" y="2326253"/>
                  </a:lnTo>
                  <a:lnTo>
                    <a:pt x="3949587" y="2325723"/>
                  </a:lnTo>
                  <a:lnTo>
                    <a:pt x="3895957" y="2324856"/>
                  </a:lnTo>
                  <a:lnTo>
                    <a:pt x="3826419" y="2323592"/>
                  </a:lnTo>
                  <a:lnTo>
                    <a:pt x="3744053" y="2321899"/>
                  </a:lnTo>
                  <a:lnTo>
                    <a:pt x="3653103" y="2319767"/>
                  </a:lnTo>
                  <a:lnTo>
                    <a:pt x="3558075" y="2317200"/>
                  </a:lnTo>
                  <a:lnTo>
                    <a:pt x="3462985" y="2314208"/>
                  </a:lnTo>
                  <a:lnTo>
                    <a:pt x="3370920" y="2310799"/>
                  </a:lnTo>
                  <a:lnTo>
                    <a:pt x="3283899" y="2306963"/>
                  </a:lnTo>
                  <a:lnTo>
                    <a:pt x="3202971" y="2302679"/>
                  </a:lnTo>
                  <a:lnTo>
                    <a:pt x="3128410" y="2297904"/>
                  </a:lnTo>
                  <a:lnTo>
                    <a:pt x="3059941" y="2292576"/>
                  </a:lnTo>
                  <a:lnTo>
                    <a:pt x="2996930" y="2286619"/>
                  </a:lnTo>
                  <a:lnTo>
                    <a:pt x="2938540" y="2279942"/>
                  </a:lnTo>
                  <a:lnTo>
                    <a:pt x="2883843" y="2272446"/>
                  </a:lnTo>
                  <a:lnTo>
                    <a:pt x="2831906" y="2264042"/>
                  </a:lnTo>
                  <a:lnTo>
                    <a:pt x="2781873" y="2254666"/>
                  </a:lnTo>
                  <a:lnTo>
                    <a:pt x="2770117" y="2252280"/>
                  </a:lnTo>
                  <a:lnTo>
                    <a:pt x="2716984" y="2240647"/>
                  </a:lnTo>
                  <a:lnTo>
                    <a:pt x="2664364" y="2227807"/>
                  </a:lnTo>
                  <a:lnTo>
                    <a:pt x="2611701" y="2213742"/>
                  </a:lnTo>
                  <a:lnTo>
                    <a:pt x="2558618" y="2198478"/>
                  </a:lnTo>
                  <a:lnTo>
                    <a:pt x="2504897" y="2182091"/>
                  </a:lnTo>
                  <a:lnTo>
                    <a:pt x="2450459" y="2164706"/>
                  </a:lnTo>
                  <a:lnTo>
                    <a:pt x="2395344" y="2146498"/>
                  </a:lnTo>
                  <a:lnTo>
                    <a:pt x="2339693" y="2127688"/>
                  </a:lnTo>
                  <a:lnTo>
                    <a:pt x="2283717" y="2108530"/>
                  </a:lnTo>
                  <a:lnTo>
                    <a:pt x="2227673" y="2089301"/>
                  </a:lnTo>
                  <a:lnTo>
                    <a:pt x="2171825" y="2070278"/>
                  </a:lnTo>
                  <a:lnTo>
                    <a:pt x="2116411" y="2051730"/>
                  </a:lnTo>
                  <a:lnTo>
                    <a:pt x="2061612" y="2033896"/>
                  </a:lnTo>
                  <a:lnTo>
                    <a:pt x="2007523" y="2016975"/>
                  </a:lnTo>
                  <a:lnTo>
                    <a:pt x="1954130" y="2001120"/>
                  </a:lnTo>
                  <a:lnTo>
                    <a:pt x="1901287" y="1986431"/>
                  </a:lnTo>
                  <a:lnTo>
                    <a:pt x="1848702" y="1972959"/>
                  </a:lnTo>
                  <a:lnTo>
                    <a:pt x="1795916" y="1960709"/>
                  </a:lnTo>
                  <a:lnTo>
                    <a:pt x="1768425" y="1954862"/>
                  </a:lnTo>
                  <a:lnTo>
                    <a:pt x="1718736" y="1945250"/>
                  </a:lnTo>
                  <a:lnTo>
                    <a:pt x="1667327" y="1936618"/>
                  </a:lnTo>
                  <a:lnTo>
                    <a:pt x="1613373" y="1928913"/>
                  </a:lnTo>
                  <a:lnTo>
                    <a:pt x="1555951" y="1922049"/>
                  </a:lnTo>
                  <a:lnTo>
                    <a:pt x="1494125" y="1915928"/>
                  </a:lnTo>
                  <a:lnTo>
                    <a:pt x="1427028" y="1910458"/>
                  </a:lnTo>
                  <a:lnTo>
                    <a:pt x="1353965" y="1905557"/>
                  </a:lnTo>
                  <a:lnTo>
                    <a:pt x="1274557" y="1901160"/>
                  </a:lnTo>
                  <a:lnTo>
                    <a:pt x="1188930" y="1897220"/>
                  </a:lnTo>
                  <a:lnTo>
                    <a:pt x="1097925" y="1893710"/>
                  </a:lnTo>
                  <a:lnTo>
                    <a:pt x="1003318" y="1890619"/>
                  </a:lnTo>
                  <a:lnTo>
                    <a:pt x="907940" y="1887949"/>
                  </a:lnTo>
                  <a:lnTo>
                    <a:pt x="815614" y="1885712"/>
                  </a:lnTo>
                  <a:lnTo>
                    <a:pt x="730786" y="1883914"/>
                  </a:lnTo>
                  <a:lnTo>
                    <a:pt x="657844" y="1882550"/>
                  </a:lnTo>
                  <a:lnTo>
                    <a:pt x="600226" y="1881592"/>
                  </a:lnTo>
                  <a:lnTo>
                    <a:pt x="559594" y="1880988"/>
                  </a:lnTo>
                  <a:lnTo>
                    <a:pt x="535332" y="1880664"/>
                  </a:lnTo>
                  <a:lnTo>
                    <a:pt x="524508" y="1880534"/>
                  </a:lnTo>
                  <a:lnTo>
                    <a:pt x="522133" y="1880507"/>
                  </a:lnTo>
                  <a:lnTo>
                    <a:pt x="0" y="1880507"/>
                  </a:lnTo>
                  <a:close/>
                </a:path>
              </a:pathLst>
            </a:custGeom>
            <a:solidFill>
              <a:srgbClr val="8BC34A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1557" name="pl1557"/>
            <p:cNvSpPr/>
            <p:nvPr/>
          </p:nvSpPr>
          <p:spPr>
            <a:xfrm>
              <a:off x="386606" y="3241115"/>
              <a:ext cx="8554953" cy="2326634"/>
            </a:xfrm>
            <a:custGeom>
              <a:avLst/>
              <a:pathLst>
                <a:path w="8554953" h="2326634">
                  <a:moveTo>
                    <a:pt x="0" y="1880507"/>
                  </a:moveTo>
                  <a:lnTo>
                    <a:pt x="522133" y="1880507"/>
                  </a:lnTo>
                  <a:lnTo>
                    <a:pt x="523399" y="1880521"/>
                  </a:lnTo>
                  <a:lnTo>
                    <a:pt x="531679" y="1880619"/>
                  </a:lnTo>
                  <a:lnTo>
                    <a:pt x="552381" y="1880889"/>
                  </a:lnTo>
                  <a:lnTo>
                    <a:pt x="588956" y="1881418"/>
                  </a:lnTo>
                  <a:lnTo>
                    <a:pt x="642585" y="1882286"/>
                  </a:lnTo>
                  <a:lnTo>
                    <a:pt x="712123" y="1883549"/>
                  </a:lnTo>
                  <a:lnTo>
                    <a:pt x="794489" y="1885242"/>
                  </a:lnTo>
                  <a:lnTo>
                    <a:pt x="885439" y="1887375"/>
                  </a:lnTo>
                  <a:lnTo>
                    <a:pt x="980468" y="1889942"/>
                  </a:lnTo>
                  <a:lnTo>
                    <a:pt x="1075557" y="1892933"/>
                  </a:lnTo>
                  <a:lnTo>
                    <a:pt x="1167623" y="1896343"/>
                  </a:lnTo>
                  <a:lnTo>
                    <a:pt x="1254643" y="1900178"/>
                  </a:lnTo>
                  <a:lnTo>
                    <a:pt x="1335572" y="1904462"/>
                  </a:lnTo>
                  <a:lnTo>
                    <a:pt x="1410132" y="1909238"/>
                  </a:lnTo>
                  <a:lnTo>
                    <a:pt x="1478601" y="1914565"/>
                  </a:lnTo>
                  <a:lnTo>
                    <a:pt x="1541612" y="1920522"/>
                  </a:lnTo>
                  <a:lnTo>
                    <a:pt x="1600002" y="1927200"/>
                  </a:lnTo>
                  <a:lnTo>
                    <a:pt x="1654699" y="1934695"/>
                  </a:lnTo>
                  <a:lnTo>
                    <a:pt x="1706636" y="1943099"/>
                  </a:lnTo>
                  <a:lnTo>
                    <a:pt x="1756670" y="1952475"/>
                  </a:lnTo>
                  <a:lnTo>
                    <a:pt x="1768425" y="1954862"/>
                  </a:lnTo>
                  <a:lnTo>
                    <a:pt x="1821558" y="1966494"/>
                  </a:lnTo>
                  <a:lnTo>
                    <a:pt x="1874178" y="1979334"/>
                  </a:lnTo>
                  <a:lnTo>
                    <a:pt x="1926841" y="1993399"/>
                  </a:lnTo>
                  <a:lnTo>
                    <a:pt x="1979924" y="2008663"/>
                  </a:lnTo>
                  <a:lnTo>
                    <a:pt x="2033645" y="2025050"/>
                  </a:lnTo>
                  <a:lnTo>
                    <a:pt x="2088083" y="2042436"/>
                  </a:lnTo>
                  <a:lnTo>
                    <a:pt x="2143198" y="2060644"/>
                  </a:lnTo>
                  <a:lnTo>
                    <a:pt x="2198849" y="2079454"/>
                  </a:lnTo>
                  <a:lnTo>
                    <a:pt x="2254825" y="2098611"/>
                  </a:lnTo>
                  <a:lnTo>
                    <a:pt x="2310869" y="2117841"/>
                  </a:lnTo>
                  <a:lnTo>
                    <a:pt x="2366717" y="2136863"/>
                  </a:lnTo>
                  <a:lnTo>
                    <a:pt x="2422131" y="2155411"/>
                  </a:lnTo>
                  <a:lnTo>
                    <a:pt x="2476930" y="2173245"/>
                  </a:lnTo>
                  <a:lnTo>
                    <a:pt x="2531019" y="2190166"/>
                  </a:lnTo>
                  <a:lnTo>
                    <a:pt x="2584412" y="2206022"/>
                  </a:lnTo>
                  <a:lnTo>
                    <a:pt x="2637255" y="2220711"/>
                  </a:lnTo>
                  <a:lnTo>
                    <a:pt x="2689840" y="2234182"/>
                  </a:lnTo>
                  <a:lnTo>
                    <a:pt x="2742627" y="2246433"/>
                  </a:lnTo>
                  <a:lnTo>
                    <a:pt x="2770117" y="2252280"/>
                  </a:lnTo>
                  <a:lnTo>
                    <a:pt x="2819806" y="2261891"/>
                  </a:lnTo>
                  <a:lnTo>
                    <a:pt x="2871215" y="2270524"/>
                  </a:lnTo>
                  <a:lnTo>
                    <a:pt x="2925170" y="2278228"/>
                  </a:lnTo>
                  <a:lnTo>
                    <a:pt x="2982591" y="2285093"/>
                  </a:lnTo>
                  <a:lnTo>
                    <a:pt x="3044417" y="2291213"/>
                  </a:lnTo>
                  <a:lnTo>
                    <a:pt x="3111514" y="2296683"/>
                  </a:lnTo>
                  <a:lnTo>
                    <a:pt x="3184578" y="2301585"/>
                  </a:lnTo>
                  <a:lnTo>
                    <a:pt x="3263985" y="2305982"/>
                  </a:lnTo>
                  <a:lnTo>
                    <a:pt x="3349612" y="2309921"/>
                  </a:lnTo>
                  <a:lnTo>
                    <a:pt x="3440617" y="2313432"/>
                  </a:lnTo>
                  <a:lnTo>
                    <a:pt x="3535224" y="2316523"/>
                  </a:lnTo>
                  <a:lnTo>
                    <a:pt x="3630602" y="2319192"/>
                  </a:lnTo>
                  <a:lnTo>
                    <a:pt x="3722929" y="2321430"/>
                  </a:lnTo>
                  <a:lnTo>
                    <a:pt x="3807756" y="2323227"/>
                  </a:lnTo>
                  <a:lnTo>
                    <a:pt x="3880698" y="2324591"/>
                  </a:lnTo>
                  <a:lnTo>
                    <a:pt x="3938316" y="2325549"/>
                  </a:lnTo>
                  <a:lnTo>
                    <a:pt x="3978948" y="2326153"/>
                  </a:lnTo>
                  <a:lnTo>
                    <a:pt x="4003210" y="2326477"/>
                  </a:lnTo>
                  <a:lnTo>
                    <a:pt x="4014034" y="2326608"/>
                  </a:lnTo>
                  <a:lnTo>
                    <a:pt x="4016391" y="2326634"/>
                  </a:lnTo>
                  <a:lnTo>
                    <a:pt x="4016409" y="2326634"/>
                  </a:lnTo>
                  <a:lnTo>
                    <a:pt x="4538543" y="2326634"/>
                  </a:lnTo>
                  <a:lnTo>
                    <a:pt x="4539729" y="2326567"/>
                  </a:lnTo>
                  <a:lnTo>
                    <a:pt x="4547498" y="2326092"/>
                  </a:lnTo>
                  <a:lnTo>
                    <a:pt x="4566964" y="2324776"/>
                  </a:lnTo>
                  <a:lnTo>
                    <a:pt x="4601469" y="2322192"/>
                  </a:lnTo>
                  <a:lnTo>
                    <a:pt x="4652287" y="2317953"/>
                  </a:lnTo>
                  <a:lnTo>
                    <a:pt x="4718551" y="2311764"/>
                  </a:lnTo>
                  <a:lnTo>
                    <a:pt x="4797561" y="2303448"/>
                  </a:lnTo>
                  <a:lnTo>
                    <a:pt x="4885445" y="2292940"/>
                  </a:lnTo>
                  <a:lnTo>
                    <a:pt x="4977969" y="2280256"/>
                  </a:lnTo>
                  <a:lnTo>
                    <a:pt x="5071246" y="2265446"/>
                  </a:lnTo>
                  <a:lnTo>
                    <a:pt x="5162188" y="2248547"/>
                  </a:lnTo>
                  <a:lnTo>
                    <a:pt x="5248677" y="2229541"/>
                  </a:lnTo>
                  <a:lnTo>
                    <a:pt x="5329519" y="2208335"/>
                  </a:lnTo>
                  <a:lnTo>
                    <a:pt x="5404280" y="2184749"/>
                  </a:lnTo>
                  <a:lnTo>
                    <a:pt x="5473088" y="2158513"/>
                  </a:lnTo>
                  <a:lnTo>
                    <a:pt x="5536447" y="2129271"/>
                  </a:lnTo>
                  <a:lnTo>
                    <a:pt x="5595088" y="2096601"/>
                  </a:lnTo>
                  <a:lnTo>
                    <a:pt x="5649861" y="2060033"/>
                  </a:lnTo>
                  <a:lnTo>
                    <a:pt x="5701646" y="2019102"/>
                  </a:lnTo>
                  <a:lnTo>
                    <a:pt x="5751282" y="1973426"/>
                  </a:lnTo>
                  <a:lnTo>
                    <a:pt x="5784835" y="1938862"/>
                  </a:lnTo>
                  <a:lnTo>
                    <a:pt x="5824879" y="1893804"/>
                  </a:lnTo>
                  <a:lnTo>
                    <a:pt x="5864542" y="1845208"/>
                  </a:lnTo>
                  <a:lnTo>
                    <a:pt x="5904090" y="1793003"/>
                  </a:lnTo>
                  <a:lnTo>
                    <a:pt x="5943731" y="1737185"/>
                  </a:lnTo>
                  <a:lnTo>
                    <a:pt x="5983614" y="1677826"/>
                  </a:lnTo>
                  <a:lnTo>
                    <a:pt x="6023839" y="1615079"/>
                  </a:lnTo>
                  <a:lnTo>
                    <a:pt x="6064460" y="1549181"/>
                  </a:lnTo>
                  <a:lnTo>
                    <a:pt x="6105489" y="1480456"/>
                  </a:lnTo>
                  <a:lnTo>
                    <a:pt x="6146902" y="1409310"/>
                  </a:lnTo>
                  <a:lnTo>
                    <a:pt x="6188643" y="1336223"/>
                  </a:lnTo>
                  <a:lnTo>
                    <a:pt x="6230630" y="1261739"/>
                  </a:lnTo>
                  <a:lnTo>
                    <a:pt x="6272763" y="1186447"/>
                  </a:lnTo>
                  <a:lnTo>
                    <a:pt x="6314931" y="1110963"/>
                  </a:lnTo>
                  <a:lnTo>
                    <a:pt x="6357020" y="1035912"/>
                  </a:lnTo>
                  <a:lnTo>
                    <a:pt x="6398923" y="961901"/>
                  </a:lnTo>
                  <a:lnTo>
                    <a:pt x="6440545" y="889505"/>
                  </a:lnTo>
                  <a:lnTo>
                    <a:pt x="6481814" y="819244"/>
                  </a:lnTo>
                  <a:lnTo>
                    <a:pt x="6522687" y="751570"/>
                  </a:lnTo>
                  <a:lnTo>
                    <a:pt x="6563150" y="686859"/>
                  </a:lnTo>
                  <a:lnTo>
                    <a:pt x="6603234" y="625400"/>
                  </a:lnTo>
                  <a:lnTo>
                    <a:pt x="6643009" y="567399"/>
                  </a:lnTo>
                  <a:lnTo>
                    <a:pt x="6682593" y="512977"/>
                  </a:lnTo>
                  <a:lnTo>
                    <a:pt x="6722158" y="462174"/>
                  </a:lnTo>
                  <a:lnTo>
                    <a:pt x="6761933" y="414961"/>
                  </a:lnTo>
                  <a:lnTo>
                    <a:pt x="6786527" y="387772"/>
                  </a:lnTo>
                  <a:lnTo>
                    <a:pt x="6835109" y="338690"/>
                  </a:lnTo>
                  <a:lnTo>
                    <a:pt x="6885319" y="294499"/>
                  </a:lnTo>
                  <a:lnTo>
                    <a:pt x="6937927" y="254951"/>
                  </a:lnTo>
                  <a:lnTo>
                    <a:pt x="6993792" y="219629"/>
                  </a:lnTo>
                  <a:lnTo>
                    <a:pt x="7053793" y="188058"/>
                  </a:lnTo>
                  <a:lnTo>
                    <a:pt x="7118751" y="159779"/>
                  </a:lnTo>
                  <a:lnTo>
                    <a:pt x="7189344" y="134389"/>
                  </a:lnTo>
                  <a:lnTo>
                    <a:pt x="7265977" y="111557"/>
                  </a:lnTo>
                  <a:lnTo>
                    <a:pt x="7348627" y="91041"/>
                  </a:lnTo>
                  <a:lnTo>
                    <a:pt x="7436648" y="72686"/>
                  </a:lnTo>
                  <a:lnTo>
                    <a:pt x="7528577" y="56426"/>
                  </a:lnTo>
                  <a:lnTo>
                    <a:pt x="7621994" y="42263"/>
                  </a:lnTo>
                  <a:lnTo>
                    <a:pt x="7713536" y="30241"/>
                  </a:lnTo>
                  <a:lnTo>
                    <a:pt x="7799149" y="20405"/>
                  </a:lnTo>
                  <a:lnTo>
                    <a:pt x="7874626" y="12753"/>
                  </a:lnTo>
                  <a:lnTo>
                    <a:pt x="7936370" y="7186"/>
                  </a:lnTo>
                  <a:lnTo>
                    <a:pt x="7982184" y="3490"/>
                  </a:lnTo>
                  <a:lnTo>
                    <a:pt x="8011845" y="1339"/>
                  </a:lnTo>
                  <a:lnTo>
                    <a:pt x="8027283" y="327"/>
                  </a:lnTo>
                  <a:lnTo>
                    <a:pt x="8032416" y="22"/>
                  </a:lnTo>
                  <a:lnTo>
                    <a:pt x="8032819" y="0"/>
                  </a:lnTo>
                  <a:lnTo>
                    <a:pt x="8554953" y="0"/>
                  </a:lnTo>
                  <a:lnTo>
                    <a:pt x="8554953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558" name="pl1558"/>
            <p:cNvSpPr/>
            <p:nvPr/>
          </p:nvSpPr>
          <p:spPr>
            <a:xfrm>
              <a:off x="386606" y="3235468"/>
              <a:ext cx="8554953" cy="2326634"/>
            </a:xfrm>
            <a:custGeom>
              <a:avLst/>
              <a:pathLst>
                <a:path w="8554953" h="2326634">
                  <a:moveTo>
                    <a:pt x="8554953" y="0"/>
                  </a:moveTo>
                  <a:lnTo>
                    <a:pt x="8032819" y="0"/>
                  </a:lnTo>
                  <a:lnTo>
                    <a:pt x="8031633" y="66"/>
                  </a:lnTo>
                  <a:lnTo>
                    <a:pt x="8023864" y="542"/>
                  </a:lnTo>
                  <a:lnTo>
                    <a:pt x="8004398" y="1857"/>
                  </a:lnTo>
                  <a:lnTo>
                    <a:pt x="7969893" y="4442"/>
                  </a:lnTo>
                  <a:lnTo>
                    <a:pt x="7919075" y="8681"/>
                  </a:lnTo>
                  <a:lnTo>
                    <a:pt x="7852811" y="14870"/>
                  </a:lnTo>
                  <a:lnTo>
                    <a:pt x="7773801" y="23186"/>
                  </a:lnTo>
                  <a:lnTo>
                    <a:pt x="7685917" y="33694"/>
                  </a:lnTo>
                  <a:lnTo>
                    <a:pt x="7593393" y="46378"/>
                  </a:lnTo>
                  <a:lnTo>
                    <a:pt x="7500116" y="61187"/>
                  </a:lnTo>
                  <a:lnTo>
                    <a:pt x="7409174" y="78087"/>
                  </a:lnTo>
                  <a:lnTo>
                    <a:pt x="7322685" y="97093"/>
                  </a:lnTo>
                  <a:lnTo>
                    <a:pt x="7241843" y="118298"/>
                  </a:lnTo>
                  <a:lnTo>
                    <a:pt x="7167081" y="141884"/>
                  </a:lnTo>
                  <a:lnTo>
                    <a:pt x="7098274" y="168121"/>
                  </a:lnTo>
                  <a:lnTo>
                    <a:pt x="7034915" y="197362"/>
                  </a:lnTo>
                  <a:lnTo>
                    <a:pt x="6976274" y="230032"/>
                  </a:lnTo>
                  <a:lnTo>
                    <a:pt x="6921501" y="266600"/>
                  </a:lnTo>
                  <a:lnTo>
                    <a:pt x="6869716" y="307531"/>
                  </a:lnTo>
                  <a:lnTo>
                    <a:pt x="6820080" y="353207"/>
                  </a:lnTo>
                  <a:lnTo>
                    <a:pt x="6786527" y="387772"/>
                  </a:lnTo>
                  <a:lnTo>
                    <a:pt x="6746483" y="432829"/>
                  </a:lnTo>
                  <a:lnTo>
                    <a:pt x="6706820" y="481425"/>
                  </a:lnTo>
                  <a:lnTo>
                    <a:pt x="6667272" y="533630"/>
                  </a:lnTo>
                  <a:lnTo>
                    <a:pt x="6627631" y="589448"/>
                  </a:lnTo>
                  <a:lnTo>
                    <a:pt x="6587748" y="648807"/>
                  </a:lnTo>
                  <a:lnTo>
                    <a:pt x="6547523" y="711555"/>
                  </a:lnTo>
                  <a:lnTo>
                    <a:pt x="6506902" y="777453"/>
                  </a:lnTo>
                  <a:lnTo>
                    <a:pt x="6465873" y="846178"/>
                  </a:lnTo>
                  <a:lnTo>
                    <a:pt x="6424460" y="917324"/>
                  </a:lnTo>
                  <a:lnTo>
                    <a:pt x="6382719" y="990411"/>
                  </a:lnTo>
                  <a:lnTo>
                    <a:pt x="6340732" y="1064895"/>
                  </a:lnTo>
                  <a:lnTo>
                    <a:pt x="6298599" y="1140187"/>
                  </a:lnTo>
                  <a:lnTo>
                    <a:pt x="6256431" y="1215670"/>
                  </a:lnTo>
                  <a:lnTo>
                    <a:pt x="6214342" y="1290722"/>
                  </a:lnTo>
                  <a:lnTo>
                    <a:pt x="6172439" y="1364732"/>
                  </a:lnTo>
                  <a:lnTo>
                    <a:pt x="6130817" y="1437129"/>
                  </a:lnTo>
                  <a:lnTo>
                    <a:pt x="6089547" y="1507390"/>
                  </a:lnTo>
                  <a:lnTo>
                    <a:pt x="6048675" y="1575064"/>
                  </a:lnTo>
                  <a:lnTo>
                    <a:pt x="6008212" y="1639775"/>
                  </a:lnTo>
                  <a:lnTo>
                    <a:pt x="5968128" y="1701233"/>
                  </a:lnTo>
                  <a:lnTo>
                    <a:pt x="5928353" y="1759234"/>
                  </a:lnTo>
                  <a:lnTo>
                    <a:pt x="5888769" y="1813657"/>
                  </a:lnTo>
                  <a:lnTo>
                    <a:pt x="5849204" y="1864460"/>
                  </a:lnTo>
                  <a:lnTo>
                    <a:pt x="5809429" y="1911673"/>
                  </a:lnTo>
                  <a:lnTo>
                    <a:pt x="5784835" y="1938862"/>
                  </a:lnTo>
                  <a:lnTo>
                    <a:pt x="5736253" y="1987943"/>
                  </a:lnTo>
                  <a:lnTo>
                    <a:pt x="5686043" y="2032135"/>
                  </a:lnTo>
                  <a:lnTo>
                    <a:pt x="5633435" y="2071682"/>
                  </a:lnTo>
                  <a:lnTo>
                    <a:pt x="5577570" y="2107005"/>
                  </a:lnTo>
                  <a:lnTo>
                    <a:pt x="5517569" y="2138576"/>
                  </a:lnTo>
                  <a:lnTo>
                    <a:pt x="5452611" y="2166854"/>
                  </a:lnTo>
                  <a:lnTo>
                    <a:pt x="5382018" y="2192245"/>
                  </a:lnTo>
                  <a:lnTo>
                    <a:pt x="5305385" y="2215076"/>
                  </a:lnTo>
                  <a:lnTo>
                    <a:pt x="5222735" y="2235593"/>
                  </a:lnTo>
                  <a:lnTo>
                    <a:pt x="5134714" y="2253947"/>
                  </a:lnTo>
                  <a:lnTo>
                    <a:pt x="5042785" y="2270207"/>
                  </a:lnTo>
                  <a:lnTo>
                    <a:pt x="4949368" y="2284371"/>
                  </a:lnTo>
                  <a:lnTo>
                    <a:pt x="4857826" y="2296393"/>
                  </a:lnTo>
                  <a:lnTo>
                    <a:pt x="4772212" y="2306228"/>
                  </a:lnTo>
                  <a:lnTo>
                    <a:pt x="4696736" y="2313881"/>
                  </a:lnTo>
                  <a:lnTo>
                    <a:pt x="4634992" y="2319447"/>
                  </a:lnTo>
                  <a:lnTo>
                    <a:pt x="4589178" y="2323143"/>
                  </a:lnTo>
                  <a:lnTo>
                    <a:pt x="4559517" y="2325295"/>
                  </a:lnTo>
                  <a:lnTo>
                    <a:pt x="4544079" y="2326306"/>
                  </a:lnTo>
                  <a:lnTo>
                    <a:pt x="4538946" y="2326612"/>
                  </a:lnTo>
                  <a:lnTo>
                    <a:pt x="4538543" y="2326634"/>
                  </a:lnTo>
                  <a:lnTo>
                    <a:pt x="4016409" y="2326634"/>
                  </a:lnTo>
                  <a:lnTo>
                    <a:pt x="4015143" y="2326620"/>
                  </a:lnTo>
                  <a:lnTo>
                    <a:pt x="4006863" y="2326523"/>
                  </a:lnTo>
                  <a:lnTo>
                    <a:pt x="3986161" y="2326253"/>
                  </a:lnTo>
                  <a:lnTo>
                    <a:pt x="3949587" y="2325723"/>
                  </a:lnTo>
                  <a:lnTo>
                    <a:pt x="3895957" y="2324856"/>
                  </a:lnTo>
                  <a:lnTo>
                    <a:pt x="3826419" y="2323592"/>
                  </a:lnTo>
                  <a:lnTo>
                    <a:pt x="3744053" y="2321899"/>
                  </a:lnTo>
                  <a:lnTo>
                    <a:pt x="3653103" y="2319767"/>
                  </a:lnTo>
                  <a:lnTo>
                    <a:pt x="3558075" y="2317200"/>
                  </a:lnTo>
                  <a:lnTo>
                    <a:pt x="3462985" y="2314208"/>
                  </a:lnTo>
                  <a:lnTo>
                    <a:pt x="3370920" y="2310799"/>
                  </a:lnTo>
                  <a:lnTo>
                    <a:pt x="3283899" y="2306963"/>
                  </a:lnTo>
                  <a:lnTo>
                    <a:pt x="3202971" y="2302679"/>
                  </a:lnTo>
                  <a:lnTo>
                    <a:pt x="3128410" y="2297904"/>
                  </a:lnTo>
                  <a:lnTo>
                    <a:pt x="3059941" y="2292576"/>
                  </a:lnTo>
                  <a:lnTo>
                    <a:pt x="2996930" y="2286619"/>
                  </a:lnTo>
                  <a:lnTo>
                    <a:pt x="2938540" y="2279942"/>
                  </a:lnTo>
                  <a:lnTo>
                    <a:pt x="2883843" y="2272446"/>
                  </a:lnTo>
                  <a:lnTo>
                    <a:pt x="2831906" y="2264042"/>
                  </a:lnTo>
                  <a:lnTo>
                    <a:pt x="2781873" y="2254666"/>
                  </a:lnTo>
                  <a:lnTo>
                    <a:pt x="2770117" y="2252280"/>
                  </a:lnTo>
                  <a:lnTo>
                    <a:pt x="2716984" y="2240647"/>
                  </a:lnTo>
                  <a:lnTo>
                    <a:pt x="2664364" y="2227807"/>
                  </a:lnTo>
                  <a:lnTo>
                    <a:pt x="2611701" y="2213742"/>
                  </a:lnTo>
                  <a:lnTo>
                    <a:pt x="2558618" y="2198478"/>
                  </a:lnTo>
                  <a:lnTo>
                    <a:pt x="2504897" y="2182091"/>
                  </a:lnTo>
                  <a:lnTo>
                    <a:pt x="2450459" y="2164706"/>
                  </a:lnTo>
                  <a:lnTo>
                    <a:pt x="2395344" y="2146498"/>
                  </a:lnTo>
                  <a:lnTo>
                    <a:pt x="2339693" y="2127688"/>
                  </a:lnTo>
                  <a:lnTo>
                    <a:pt x="2283717" y="2108530"/>
                  </a:lnTo>
                  <a:lnTo>
                    <a:pt x="2227673" y="2089301"/>
                  </a:lnTo>
                  <a:lnTo>
                    <a:pt x="2171825" y="2070278"/>
                  </a:lnTo>
                  <a:lnTo>
                    <a:pt x="2116411" y="2051730"/>
                  </a:lnTo>
                  <a:lnTo>
                    <a:pt x="2061612" y="2033896"/>
                  </a:lnTo>
                  <a:lnTo>
                    <a:pt x="2007523" y="2016975"/>
                  </a:lnTo>
                  <a:lnTo>
                    <a:pt x="1954130" y="2001120"/>
                  </a:lnTo>
                  <a:lnTo>
                    <a:pt x="1901287" y="1986431"/>
                  </a:lnTo>
                  <a:lnTo>
                    <a:pt x="1848702" y="1972959"/>
                  </a:lnTo>
                  <a:lnTo>
                    <a:pt x="1795916" y="1960709"/>
                  </a:lnTo>
                  <a:lnTo>
                    <a:pt x="1768425" y="1954862"/>
                  </a:lnTo>
                  <a:lnTo>
                    <a:pt x="1718736" y="1945250"/>
                  </a:lnTo>
                  <a:lnTo>
                    <a:pt x="1667327" y="1936618"/>
                  </a:lnTo>
                  <a:lnTo>
                    <a:pt x="1613373" y="1928913"/>
                  </a:lnTo>
                  <a:lnTo>
                    <a:pt x="1555951" y="1922049"/>
                  </a:lnTo>
                  <a:lnTo>
                    <a:pt x="1494125" y="1915928"/>
                  </a:lnTo>
                  <a:lnTo>
                    <a:pt x="1427028" y="1910458"/>
                  </a:lnTo>
                  <a:lnTo>
                    <a:pt x="1353965" y="1905557"/>
                  </a:lnTo>
                  <a:lnTo>
                    <a:pt x="1274557" y="1901160"/>
                  </a:lnTo>
                  <a:lnTo>
                    <a:pt x="1188930" y="1897220"/>
                  </a:lnTo>
                  <a:lnTo>
                    <a:pt x="1097925" y="1893710"/>
                  </a:lnTo>
                  <a:lnTo>
                    <a:pt x="1003318" y="1890619"/>
                  </a:lnTo>
                  <a:lnTo>
                    <a:pt x="907940" y="1887949"/>
                  </a:lnTo>
                  <a:lnTo>
                    <a:pt x="815614" y="1885712"/>
                  </a:lnTo>
                  <a:lnTo>
                    <a:pt x="730786" y="1883914"/>
                  </a:lnTo>
                  <a:lnTo>
                    <a:pt x="657844" y="1882550"/>
                  </a:lnTo>
                  <a:lnTo>
                    <a:pt x="600226" y="1881592"/>
                  </a:lnTo>
                  <a:lnTo>
                    <a:pt x="559594" y="1880988"/>
                  </a:lnTo>
                  <a:lnTo>
                    <a:pt x="535332" y="1880664"/>
                  </a:lnTo>
                  <a:lnTo>
                    <a:pt x="524508" y="1880534"/>
                  </a:lnTo>
                  <a:lnTo>
                    <a:pt x="522151" y="1880508"/>
                  </a:lnTo>
                  <a:lnTo>
                    <a:pt x="522133" y="1880507"/>
                  </a:lnTo>
                  <a:lnTo>
                    <a:pt x="0" y="1880507"/>
                  </a:lnTo>
                  <a:lnTo>
                    <a:pt x="0" y="1880507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559" name="pg1559"/>
            <p:cNvSpPr/>
            <p:nvPr/>
          </p:nvSpPr>
          <p:spPr>
            <a:xfrm>
              <a:off x="386606" y="485296"/>
              <a:ext cx="8554953" cy="4557267"/>
            </a:xfrm>
            <a:custGeom>
              <a:avLst/>
              <a:pathLst>
                <a:path w="8554953" h="4557267">
                  <a:moveTo>
                    <a:pt x="0" y="4557267"/>
                  </a:moveTo>
                  <a:lnTo>
                    <a:pt x="522133" y="4557267"/>
                  </a:lnTo>
                  <a:lnTo>
                    <a:pt x="523379" y="4557230"/>
                  </a:lnTo>
                  <a:lnTo>
                    <a:pt x="531530" y="4556972"/>
                  </a:lnTo>
                  <a:lnTo>
                    <a:pt x="551919" y="4556256"/>
                  </a:lnTo>
                  <a:lnTo>
                    <a:pt x="587971" y="4554851"/>
                  </a:lnTo>
                  <a:lnTo>
                    <a:pt x="640892" y="4552549"/>
                  </a:lnTo>
                  <a:lnTo>
                    <a:pt x="709610" y="4549195"/>
                  </a:lnTo>
                  <a:lnTo>
                    <a:pt x="791141" y="4544698"/>
                  </a:lnTo>
                  <a:lnTo>
                    <a:pt x="881332" y="4539028"/>
                  </a:lnTo>
                  <a:lnTo>
                    <a:pt x="975747" y="4532198"/>
                  </a:lnTo>
                  <a:lnTo>
                    <a:pt x="1070398" y="4524236"/>
                  </a:lnTo>
                  <a:lnTo>
                    <a:pt x="1162197" y="4515158"/>
                  </a:lnTo>
                  <a:lnTo>
                    <a:pt x="1249098" y="4504947"/>
                  </a:lnTo>
                  <a:lnTo>
                    <a:pt x="1330014" y="4493545"/>
                  </a:lnTo>
                  <a:lnTo>
                    <a:pt x="1404630" y="4480842"/>
                  </a:lnTo>
                  <a:lnTo>
                    <a:pt x="1473186" y="4466682"/>
                  </a:lnTo>
                  <a:lnTo>
                    <a:pt x="1536282" y="4450861"/>
                  </a:lnTo>
                  <a:lnTo>
                    <a:pt x="1594730" y="4433142"/>
                  </a:lnTo>
                  <a:lnTo>
                    <a:pt x="1649439" y="4413265"/>
                  </a:lnTo>
                  <a:lnTo>
                    <a:pt x="1701328" y="4390987"/>
                  </a:lnTo>
                  <a:lnTo>
                    <a:pt x="1751253" y="4366129"/>
                  </a:lnTo>
                  <a:lnTo>
                    <a:pt x="1768425" y="4356792"/>
                  </a:lnTo>
                  <a:lnTo>
                    <a:pt x="1816406" y="4328631"/>
                  </a:lnTo>
                  <a:lnTo>
                    <a:pt x="1863919" y="4297826"/>
                  </a:lnTo>
                  <a:lnTo>
                    <a:pt x="1911393" y="4264330"/>
                  </a:lnTo>
                  <a:lnTo>
                    <a:pt x="1959136" y="4228173"/>
                  </a:lnTo>
                  <a:lnTo>
                    <a:pt x="2007344" y="4189469"/>
                  </a:lnTo>
                  <a:lnTo>
                    <a:pt x="2056121" y="4148424"/>
                  </a:lnTo>
                  <a:lnTo>
                    <a:pt x="2105480" y="4105333"/>
                  </a:lnTo>
                  <a:lnTo>
                    <a:pt x="2155362" y="4060578"/>
                  </a:lnTo>
                  <a:lnTo>
                    <a:pt x="2205649" y="4014617"/>
                  </a:lnTo>
                  <a:lnTo>
                    <a:pt x="2256176" y="3967964"/>
                  </a:lnTo>
                  <a:lnTo>
                    <a:pt x="2306754" y="3921168"/>
                  </a:lnTo>
                  <a:lnTo>
                    <a:pt x="2357188" y="3874782"/>
                  </a:lnTo>
                  <a:lnTo>
                    <a:pt x="2407298" y="3829341"/>
                  </a:lnTo>
                  <a:lnTo>
                    <a:pt x="2456940" y="3785336"/>
                  </a:lnTo>
                  <a:lnTo>
                    <a:pt x="2506021" y="3743189"/>
                  </a:lnTo>
                  <a:lnTo>
                    <a:pt x="2554516" y="3703242"/>
                  </a:lnTo>
                  <a:lnTo>
                    <a:pt x="2602482" y="3665747"/>
                  </a:lnTo>
                  <a:lnTo>
                    <a:pt x="2650064" y="3630864"/>
                  </a:lnTo>
                  <a:lnTo>
                    <a:pt x="2697511" y="3598667"/>
                  </a:lnTo>
                  <a:lnTo>
                    <a:pt x="2745188" y="3569147"/>
                  </a:lnTo>
                  <a:lnTo>
                    <a:pt x="2770117" y="3554894"/>
                  </a:lnTo>
                  <a:lnTo>
                    <a:pt x="2819530" y="3529113"/>
                  </a:lnTo>
                  <a:lnTo>
                    <a:pt x="2870639" y="3505945"/>
                  </a:lnTo>
                  <a:lnTo>
                    <a:pt x="2924257" y="3485253"/>
                  </a:lnTo>
                  <a:lnTo>
                    <a:pt x="2981288" y="3466807"/>
                  </a:lnTo>
                  <a:lnTo>
                    <a:pt x="3042655" y="3450349"/>
                  </a:lnTo>
                  <a:lnTo>
                    <a:pt x="3109215" y="3435632"/>
                  </a:lnTo>
                  <a:lnTo>
                    <a:pt x="3181657" y="3422439"/>
                  </a:lnTo>
                  <a:lnTo>
                    <a:pt x="3260368" y="3410596"/>
                  </a:lnTo>
                  <a:lnTo>
                    <a:pt x="3345250" y="3399977"/>
                  </a:lnTo>
                  <a:lnTo>
                    <a:pt x="3435513" y="3390505"/>
                  </a:lnTo>
                  <a:lnTo>
                    <a:pt x="3529463" y="3382151"/>
                  </a:lnTo>
                  <a:lnTo>
                    <a:pt x="3624374" y="3374921"/>
                  </a:lnTo>
                  <a:lnTo>
                    <a:pt x="3716542" y="3368842"/>
                  </a:lnTo>
                  <a:lnTo>
                    <a:pt x="3801613" y="3363934"/>
                  </a:lnTo>
                  <a:lnTo>
                    <a:pt x="3875240" y="3360186"/>
                  </a:lnTo>
                  <a:lnTo>
                    <a:pt x="3933932" y="3357530"/>
                  </a:lnTo>
                  <a:lnTo>
                    <a:pt x="3975880" y="3355832"/>
                  </a:lnTo>
                  <a:lnTo>
                    <a:pt x="4001478" y="3354901"/>
                  </a:lnTo>
                  <a:lnTo>
                    <a:pt x="4013402" y="3354509"/>
                  </a:lnTo>
                  <a:lnTo>
                    <a:pt x="4016409" y="3354419"/>
                  </a:lnTo>
                  <a:lnTo>
                    <a:pt x="4538543" y="3354419"/>
                  </a:lnTo>
                  <a:lnTo>
                    <a:pt x="4539653" y="3354330"/>
                  </a:lnTo>
                  <a:lnTo>
                    <a:pt x="4546933" y="3353690"/>
                  </a:lnTo>
                  <a:lnTo>
                    <a:pt x="4565216" y="3351923"/>
                  </a:lnTo>
                  <a:lnTo>
                    <a:pt x="4597725" y="3348447"/>
                  </a:lnTo>
                  <a:lnTo>
                    <a:pt x="4645810" y="3342738"/>
                  </a:lnTo>
                  <a:lnTo>
                    <a:pt x="4708854" y="3334384"/>
                  </a:lnTo>
                  <a:lnTo>
                    <a:pt x="4784513" y="3323126"/>
                  </a:lnTo>
                  <a:lnTo>
                    <a:pt x="4869276" y="3308857"/>
                  </a:lnTo>
                  <a:lnTo>
                    <a:pt x="4959189" y="3291585"/>
                  </a:lnTo>
                  <a:lnTo>
                    <a:pt x="5050515" y="3271374"/>
                  </a:lnTo>
                  <a:lnTo>
                    <a:pt x="5140186" y="3248282"/>
                  </a:lnTo>
                  <a:lnTo>
                    <a:pt x="5226010" y="3222308"/>
                  </a:lnTo>
                  <a:lnTo>
                    <a:pt x="5306660" y="3193353"/>
                  </a:lnTo>
                  <a:lnTo>
                    <a:pt x="5381552" y="3161209"/>
                  </a:lnTo>
                  <a:lnTo>
                    <a:pt x="5450668" y="3125548"/>
                  </a:lnTo>
                  <a:lnTo>
                    <a:pt x="5514382" y="3085929"/>
                  </a:lnTo>
                  <a:lnTo>
                    <a:pt x="5573319" y="3041811"/>
                  </a:lnTo>
                  <a:lnTo>
                    <a:pt x="5628244" y="2992580"/>
                  </a:lnTo>
                  <a:lnTo>
                    <a:pt x="5679974" y="2937597"/>
                  </a:lnTo>
                  <a:lnTo>
                    <a:pt x="5729319" y="2876284"/>
                  </a:lnTo>
                  <a:lnTo>
                    <a:pt x="5777013" y="2808267"/>
                  </a:lnTo>
                  <a:lnTo>
                    <a:pt x="5784835" y="2796290"/>
                  </a:lnTo>
                  <a:lnTo>
                    <a:pt x="5819649" y="2740243"/>
                  </a:lnTo>
                  <a:lnTo>
                    <a:pt x="5854145" y="2680366"/>
                  </a:lnTo>
                  <a:lnTo>
                    <a:pt x="5888507" y="2616581"/>
                  </a:lnTo>
                  <a:lnTo>
                    <a:pt x="5922885" y="2548863"/>
                  </a:lnTo>
                  <a:lnTo>
                    <a:pt x="5957391" y="2477246"/>
                  </a:lnTo>
                  <a:lnTo>
                    <a:pt x="5992111" y="2401828"/>
                  </a:lnTo>
                  <a:lnTo>
                    <a:pt x="6027101" y="2322774"/>
                  </a:lnTo>
                  <a:lnTo>
                    <a:pt x="6062392" y="2240322"/>
                  </a:lnTo>
                  <a:lnTo>
                    <a:pt x="6097993" y="2154777"/>
                  </a:lnTo>
                  <a:lnTo>
                    <a:pt x="6133888" y="2066515"/>
                  </a:lnTo>
                  <a:lnTo>
                    <a:pt x="6170047" y="1975973"/>
                  </a:lnTo>
                  <a:lnTo>
                    <a:pt x="6206422" y="1883641"/>
                  </a:lnTo>
                  <a:lnTo>
                    <a:pt x="6242951" y="1790057"/>
                  </a:lnTo>
                  <a:lnTo>
                    <a:pt x="6279567" y="1695790"/>
                  </a:lnTo>
                  <a:lnTo>
                    <a:pt x="6316196" y="1601423"/>
                  </a:lnTo>
                  <a:lnTo>
                    <a:pt x="6352762" y="1507547"/>
                  </a:lnTo>
                  <a:lnTo>
                    <a:pt x="6389196" y="1414736"/>
                  </a:lnTo>
                  <a:lnTo>
                    <a:pt x="6425433" y="1323539"/>
                  </a:lnTo>
                  <a:lnTo>
                    <a:pt x="6461421" y="1234464"/>
                  </a:lnTo>
                  <a:lnTo>
                    <a:pt x="6497122" y="1147968"/>
                  </a:lnTo>
                  <a:lnTo>
                    <a:pt x="6532517" y="1064446"/>
                  </a:lnTo>
                  <a:lnTo>
                    <a:pt x="6567605" y="984229"/>
                  </a:lnTo>
                  <a:lnTo>
                    <a:pt x="6602410" y="907575"/>
                  </a:lnTo>
                  <a:lnTo>
                    <a:pt x="6636980" y="834675"/>
                  </a:lnTo>
                  <a:lnTo>
                    <a:pt x="6671389" y="765649"/>
                  </a:lnTo>
                  <a:lnTo>
                    <a:pt x="6705742" y="700551"/>
                  </a:lnTo>
                  <a:lnTo>
                    <a:pt x="6740175" y="639376"/>
                  </a:lnTo>
                  <a:lnTo>
                    <a:pt x="6774860" y="582062"/>
                  </a:lnTo>
                  <a:lnTo>
                    <a:pt x="6786527" y="563775"/>
                  </a:lnTo>
                  <a:lnTo>
                    <a:pt x="6834008" y="494632"/>
                  </a:lnTo>
                  <a:lnTo>
                    <a:pt x="6883031" y="432221"/>
                  </a:lnTo>
                  <a:lnTo>
                    <a:pt x="6934309" y="376221"/>
                  </a:lnTo>
                  <a:lnTo>
                    <a:pt x="6988645" y="326077"/>
                  </a:lnTo>
                  <a:lnTo>
                    <a:pt x="7046859" y="281152"/>
                  </a:lnTo>
                  <a:lnTo>
                    <a:pt x="7109730" y="240824"/>
                  </a:lnTo>
                  <a:lnTo>
                    <a:pt x="7177912" y="204538"/>
                  </a:lnTo>
                  <a:lnTo>
                    <a:pt x="7251831" y="171834"/>
                  </a:lnTo>
                  <a:lnTo>
                    <a:pt x="7331546" y="142366"/>
                  </a:lnTo>
                  <a:lnTo>
                    <a:pt x="7416578" y="115905"/>
                  </a:lnTo>
                  <a:lnTo>
                    <a:pt x="7505737" y="92336"/>
                  </a:lnTo>
                  <a:lnTo>
                    <a:pt x="7596978" y="71643"/>
                  </a:lnTo>
                  <a:lnTo>
                    <a:pt x="7687372" y="53877"/>
                  </a:lnTo>
                  <a:lnTo>
                    <a:pt x="7773268" y="39105"/>
                  </a:lnTo>
                  <a:lnTo>
                    <a:pt x="7850706" y="27349"/>
                  </a:lnTo>
                  <a:lnTo>
                    <a:pt x="7916052" y="18526"/>
                  </a:lnTo>
                  <a:lnTo>
                    <a:pt x="7966722" y="12401"/>
                  </a:lnTo>
                  <a:lnTo>
                    <a:pt x="8001783" y="8588"/>
                  </a:lnTo>
                  <a:lnTo>
                    <a:pt x="8022258" y="6576"/>
                  </a:lnTo>
                  <a:lnTo>
                    <a:pt x="8031074" y="5789"/>
                  </a:lnTo>
                  <a:lnTo>
                    <a:pt x="8032819" y="5647"/>
                  </a:lnTo>
                  <a:lnTo>
                    <a:pt x="8554953" y="5647"/>
                  </a:lnTo>
                  <a:lnTo>
                    <a:pt x="8554953" y="0"/>
                  </a:lnTo>
                  <a:lnTo>
                    <a:pt x="8032819" y="0"/>
                  </a:lnTo>
                  <a:lnTo>
                    <a:pt x="8031709" y="89"/>
                  </a:lnTo>
                  <a:lnTo>
                    <a:pt x="8024429" y="728"/>
                  </a:lnTo>
                  <a:lnTo>
                    <a:pt x="8006146" y="2496"/>
                  </a:lnTo>
                  <a:lnTo>
                    <a:pt x="7973637" y="5972"/>
                  </a:lnTo>
                  <a:lnTo>
                    <a:pt x="7925552" y="11681"/>
                  </a:lnTo>
                  <a:lnTo>
                    <a:pt x="7862507" y="20034"/>
                  </a:lnTo>
                  <a:lnTo>
                    <a:pt x="7786849" y="31292"/>
                  </a:lnTo>
                  <a:lnTo>
                    <a:pt x="7702086" y="45562"/>
                  </a:lnTo>
                  <a:lnTo>
                    <a:pt x="7612173" y="62834"/>
                  </a:lnTo>
                  <a:lnTo>
                    <a:pt x="7520847" y="83045"/>
                  </a:lnTo>
                  <a:lnTo>
                    <a:pt x="7431176" y="106136"/>
                  </a:lnTo>
                  <a:lnTo>
                    <a:pt x="7345352" y="132111"/>
                  </a:lnTo>
                  <a:lnTo>
                    <a:pt x="7264702" y="161066"/>
                  </a:lnTo>
                  <a:lnTo>
                    <a:pt x="7189810" y="193210"/>
                  </a:lnTo>
                  <a:lnTo>
                    <a:pt x="7120694" y="228871"/>
                  </a:lnTo>
                  <a:lnTo>
                    <a:pt x="7056980" y="268490"/>
                  </a:lnTo>
                  <a:lnTo>
                    <a:pt x="6998043" y="312608"/>
                  </a:lnTo>
                  <a:lnTo>
                    <a:pt x="6943118" y="361839"/>
                  </a:lnTo>
                  <a:lnTo>
                    <a:pt x="6891388" y="416822"/>
                  </a:lnTo>
                  <a:lnTo>
                    <a:pt x="6842043" y="478134"/>
                  </a:lnTo>
                  <a:lnTo>
                    <a:pt x="6794349" y="546152"/>
                  </a:lnTo>
                  <a:lnTo>
                    <a:pt x="6786527" y="558128"/>
                  </a:lnTo>
                  <a:lnTo>
                    <a:pt x="6751713" y="614175"/>
                  </a:lnTo>
                  <a:lnTo>
                    <a:pt x="6717217" y="674052"/>
                  </a:lnTo>
                  <a:lnTo>
                    <a:pt x="6682855" y="737837"/>
                  </a:lnTo>
                  <a:lnTo>
                    <a:pt x="6648477" y="805555"/>
                  </a:lnTo>
                  <a:lnTo>
                    <a:pt x="6613971" y="877173"/>
                  </a:lnTo>
                  <a:lnTo>
                    <a:pt x="6579251" y="952591"/>
                  </a:lnTo>
                  <a:lnTo>
                    <a:pt x="6544261" y="1031645"/>
                  </a:lnTo>
                  <a:lnTo>
                    <a:pt x="6508970" y="1114097"/>
                  </a:lnTo>
                  <a:lnTo>
                    <a:pt x="6473369" y="1199641"/>
                  </a:lnTo>
                  <a:lnTo>
                    <a:pt x="6437474" y="1287903"/>
                  </a:lnTo>
                  <a:lnTo>
                    <a:pt x="6401315" y="1378446"/>
                  </a:lnTo>
                  <a:lnTo>
                    <a:pt x="6364940" y="1470777"/>
                  </a:lnTo>
                  <a:lnTo>
                    <a:pt x="6328411" y="1564361"/>
                  </a:lnTo>
                  <a:lnTo>
                    <a:pt x="6291795" y="1658629"/>
                  </a:lnTo>
                  <a:lnTo>
                    <a:pt x="6255166" y="1752995"/>
                  </a:lnTo>
                  <a:lnTo>
                    <a:pt x="6218600" y="1846872"/>
                  </a:lnTo>
                  <a:lnTo>
                    <a:pt x="6182166" y="1939683"/>
                  </a:lnTo>
                  <a:lnTo>
                    <a:pt x="6145929" y="2030879"/>
                  </a:lnTo>
                  <a:lnTo>
                    <a:pt x="6109941" y="2119954"/>
                  </a:lnTo>
                  <a:lnTo>
                    <a:pt x="6074240" y="2206451"/>
                  </a:lnTo>
                  <a:lnTo>
                    <a:pt x="6038845" y="2289972"/>
                  </a:lnTo>
                  <a:lnTo>
                    <a:pt x="6003757" y="2370190"/>
                  </a:lnTo>
                  <a:lnTo>
                    <a:pt x="5968952" y="2446844"/>
                  </a:lnTo>
                  <a:lnTo>
                    <a:pt x="5934382" y="2519744"/>
                  </a:lnTo>
                  <a:lnTo>
                    <a:pt x="5899973" y="2588770"/>
                  </a:lnTo>
                  <a:lnTo>
                    <a:pt x="5865620" y="2653868"/>
                  </a:lnTo>
                  <a:lnTo>
                    <a:pt x="5831187" y="2715043"/>
                  </a:lnTo>
                  <a:lnTo>
                    <a:pt x="5796502" y="2772356"/>
                  </a:lnTo>
                  <a:lnTo>
                    <a:pt x="5784835" y="2790643"/>
                  </a:lnTo>
                  <a:lnTo>
                    <a:pt x="5737354" y="2859787"/>
                  </a:lnTo>
                  <a:lnTo>
                    <a:pt x="5688331" y="2922198"/>
                  </a:lnTo>
                  <a:lnTo>
                    <a:pt x="5637053" y="2978197"/>
                  </a:lnTo>
                  <a:lnTo>
                    <a:pt x="5582717" y="3028342"/>
                  </a:lnTo>
                  <a:lnTo>
                    <a:pt x="5524503" y="3073267"/>
                  </a:lnTo>
                  <a:lnTo>
                    <a:pt x="5461632" y="3113595"/>
                  </a:lnTo>
                  <a:lnTo>
                    <a:pt x="5393450" y="3149881"/>
                  </a:lnTo>
                  <a:lnTo>
                    <a:pt x="5319531" y="3182584"/>
                  </a:lnTo>
                  <a:lnTo>
                    <a:pt x="5239816" y="3212052"/>
                  </a:lnTo>
                  <a:lnTo>
                    <a:pt x="5154784" y="3238513"/>
                  </a:lnTo>
                  <a:lnTo>
                    <a:pt x="5065625" y="3262083"/>
                  </a:lnTo>
                  <a:lnTo>
                    <a:pt x="4974384" y="3282776"/>
                  </a:lnTo>
                  <a:lnTo>
                    <a:pt x="4883990" y="3300542"/>
                  </a:lnTo>
                  <a:lnTo>
                    <a:pt x="4798094" y="3315314"/>
                  </a:lnTo>
                  <a:lnTo>
                    <a:pt x="4720656" y="3327069"/>
                  </a:lnTo>
                  <a:lnTo>
                    <a:pt x="4655310" y="3335893"/>
                  </a:lnTo>
                  <a:lnTo>
                    <a:pt x="4604640" y="3342017"/>
                  </a:lnTo>
                  <a:lnTo>
                    <a:pt x="4569579" y="3345831"/>
                  </a:lnTo>
                  <a:lnTo>
                    <a:pt x="4549104" y="3347843"/>
                  </a:lnTo>
                  <a:lnTo>
                    <a:pt x="4540288" y="3348629"/>
                  </a:lnTo>
                  <a:lnTo>
                    <a:pt x="4538543" y="3348772"/>
                  </a:lnTo>
                  <a:lnTo>
                    <a:pt x="4016409" y="3348772"/>
                  </a:lnTo>
                  <a:lnTo>
                    <a:pt x="4015163" y="3348808"/>
                  </a:lnTo>
                  <a:lnTo>
                    <a:pt x="4007013" y="3349067"/>
                  </a:lnTo>
                  <a:lnTo>
                    <a:pt x="3986624" y="3349782"/>
                  </a:lnTo>
                  <a:lnTo>
                    <a:pt x="3950572" y="3351187"/>
                  </a:lnTo>
                  <a:lnTo>
                    <a:pt x="3897650" y="3353489"/>
                  </a:lnTo>
                  <a:lnTo>
                    <a:pt x="3828932" y="3356843"/>
                  </a:lnTo>
                  <a:lnTo>
                    <a:pt x="3747402" y="3361341"/>
                  </a:lnTo>
                  <a:lnTo>
                    <a:pt x="3657210" y="3367011"/>
                  </a:lnTo>
                  <a:lnTo>
                    <a:pt x="3562795" y="3373841"/>
                  </a:lnTo>
                  <a:lnTo>
                    <a:pt x="3468144" y="3381803"/>
                  </a:lnTo>
                  <a:lnTo>
                    <a:pt x="3376345" y="3390881"/>
                  </a:lnTo>
                  <a:lnTo>
                    <a:pt x="3289444" y="3401092"/>
                  </a:lnTo>
                  <a:lnTo>
                    <a:pt x="3208528" y="3412494"/>
                  </a:lnTo>
                  <a:lnTo>
                    <a:pt x="3133912" y="3425196"/>
                  </a:lnTo>
                  <a:lnTo>
                    <a:pt x="3065356" y="3439356"/>
                  </a:lnTo>
                  <a:lnTo>
                    <a:pt x="3002260" y="3455177"/>
                  </a:lnTo>
                  <a:lnTo>
                    <a:pt x="2943812" y="3472897"/>
                  </a:lnTo>
                  <a:lnTo>
                    <a:pt x="2889104" y="3492773"/>
                  </a:lnTo>
                  <a:lnTo>
                    <a:pt x="2837214" y="3515051"/>
                  </a:lnTo>
                  <a:lnTo>
                    <a:pt x="2787290" y="3539910"/>
                  </a:lnTo>
                  <a:lnTo>
                    <a:pt x="2770117" y="3549247"/>
                  </a:lnTo>
                  <a:lnTo>
                    <a:pt x="2722136" y="3577407"/>
                  </a:lnTo>
                  <a:lnTo>
                    <a:pt x="2674623" y="3608213"/>
                  </a:lnTo>
                  <a:lnTo>
                    <a:pt x="2627149" y="3641709"/>
                  </a:lnTo>
                  <a:lnTo>
                    <a:pt x="2579406" y="3677866"/>
                  </a:lnTo>
                  <a:lnTo>
                    <a:pt x="2531198" y="3716569"/>
                  </a:lnTo>
                  <a:lnTo>
                    <a:pt x="2482422" y="3757615"/>
                  </a:lnTo>
                  <a:lnTo>
                    <a:pt x="2433063" y="3800706"/>
                  </a:lnTo>
                  <a:lnTo>
                    <a:pt x="2383180" y="3845461"/>
                  </a:lnTo>
                  <a:lnTo>
                    <a:pt x="2332893" y="3891422"/>
                  </a:lnTo>
                  <a:lnTo>
                    <a:pt x="2282366" y="3938074"/>
                  </a:lnTo>
                  <a:lnTo>
                    <a:pt x="2231788" y="3984871"/>
                  </a:lnTo>
                  <a:lnTo>
                    <a:pt x="2181354" y="4031257"/>
                  </a:lnTo>
                  <a:lnTo>
                    <a:pt x="2131244" y="4076697"/>
                  </a:lnTo>
                  <a:lnTo>
                    <a:pt x="2081602" y="4120702"/>
                  </a:lnTo>
                  <a:lnTo>
                    <a:pt x="2032521" y="4162849"/>
                  </a:lnTo>
                  <a:lnTo>
                    <a:pt x="1984026" y="4202797"/>
                  </a:lnTo>
                  <a:lnTo>
                    <a:pt x="1936060" y="4240292"/>
                  </a:lnTo>
                  <a:lnTo>
                    <a:pt x="1888478" y="4275174"/>
                  </a:lnTo>
                  <a:lnTo>
                    <a:pt x="1841031" y="4307371"/>
                  </a:lnTo>
                  <a:lnTo>
                    <a:pt x="1793354" y="4336891"/>
                  </a:lnTo>
                  <a:lnTo>
                    <a:pt x="1768425" y="4351145"/>
                  </a:lnTo>
                  <a:lnTo>
                    <a:pt x="1719012" y="4376926"/>
                  </a:lnTo>
                  <a:lnTo>
                    <a:pt x="1667903" y="4400093"/>
                  </a:lnTo>
                  <a:lnTo>
                    <a:pt x="1614286" y="4420786"/>
                  </a:lnTo>
                  <a:lnTo>
                    <a:pt x="1557254" y="4439232"/>
                  </a:lnTo>
                  <a:lnTo>
                    <a:pt x="1495887" y="4455690"/>
                  </a:lnTo>
                  <a:lnTo>
                    <a:pt x="1429327" y="4470407"/>
                  </a:lnTo>
                  <a:lnTo>
                    <a:pt x="1356885" y="4483600"/>
                  </a:lnTo>
                  <a:lnTo>
                    <a:pt x="1278174" y="4495443"/>
                  </a:lnTo>
                  <a:lnTo>
                    <a:pt x="1193292" y="4506062"/>
                  </a:lnTo>
                  <a:lnTo>
                    <a:pt x="1103029" y="4515533"/>
                  </a:lnTo>
                  <a:lnTo>
                    <a:pt x="1009079" y="4523887"/>
                  </a:lnTo>
                  <a:lnTo>
                    <a:pt x="914168" y="4531117"/>
                  </a:lnTo>
                  <a:lnTo>
                    <a:pt x="822001" y="4537196"/>
                  </a:lnTo>
                  <a:lnTo>
                    <a:pt x="736929" y="4542104"/>
                  </a:lnTo>
                  <a:lnTo>
                    <a:pt x="663302" y="4545852"/>
                  </a:lnTo>
                  <a:lnTo>
                    <a:pt x="604610" y="4548508"/>
                  </a:lnTo>
                  <a:lnTo>
                    <a:pt x="562662" y="4550206"/>
                  </a:lnTo>
                  <a:lnTo>
                    <a:pt x="537064" y="4551138"/>
                  </a:lnTo>
                  <a:lnTo>
                    <a:pt x="525140" y="4551530"/>
                  </a:lnTo>
                  <a:lnTo>
                    <a:pt x="522133" y="4551619"/>
                  </a:lnTo>
                  <a:lnTo>
                    <a:pt x="0" y="4551619"/>
                  </a:lnTo>
                  <a:close/>
                </a:path>
              </a:pathLst>
            </a:custGeom>
            <a:solidFill>
              <a:srgbClr val="8BC34A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1560" name="pl1560"/>
            <p:cNvSpPr/>
            <p:nvPr/>
          </p:nvSpPr>
          <p:spPr>
            <a:xfrm>
              <a:off x="386606" y="490943"/>
              <a:ext cx="8554953" cy="4551619"/>
            </a:xfrm>
            <a:custGeom>
              <a:avLst/>
              <a:pathLst>
                <a:path w="8554953" h="4551619">
                  <a:moveTo>
                    <a:pt x="0" y="4551619"/>
                  </a:moveTo>
                  <a:lnTo>
                    <a:pt x="522133" y="4551619"/>
                  </a:lnTo>
                  <a:lnTo>
                    <a:pt x="523379" y="4551583"/>
                  </a:lnTo>
                  <a:lnTo>
                    <a:pt x="531530" y="4551324"/>
                  </a:lnTo>
                  <a:lnTo>
                    <a:pt x="551919" y="4550609"/>
                  </a:lnTo>
                  <a:lnTo>
                    <a:pt x="587971" y="4549204"/>
                  </a:lnTo>
                  <a:lnTo>
                    <a:pt x="640892" y="4546902"/>
                  </a:lnTo>
                  <a:lnTo>
                    <a:pt x="709610" y="4543548"/>
                  </a:lnTo>
                  <a:lnTo>
                    <a:pt x="791141" y="4539051"/>
                  </a:lnTo>
                  <a:lnTo>
                    <a:pt x="881332" y="4533381"/>
                  </a:lnTo>
                  <a:lnTo>
                    <a:pt x="975747" y="4526551"/>
                  </a:lnTo>
                  <a:lnTo>
                    <a:pt x="1070398" y="4518589"/>
                  </a:lnTo>
                  <a:lnTo>
                    <a:pt x="1162197" y="4509510"/>
                  </a:lnTo>
                  <a:lnTo>
                    <a:pt x="1249098" y="4499300"/>
                  </a:lnTo>
                  <a:lnTo>
                    <a:pt x="1330014" y="4487898"/>
                  </a:lnTo>
                  <a:lnTo>
                    <a:pt x="1404630" y="4475195"/>
                  </a:lnTo>
                  <a:lnTo>
                    <a:pt x="1473186" y="4461035"/>
                  </a:lnTo>
                  <a:lnTo>
                    <a:pt x="1536282" y="4445214"/>
                  </a:lnTo>
                  <a:lnTo>
                    <a:pt x="1594730" y="4427494"/>
                  </a:lnTo>
                  <a:lnTo>
                    <a:pt x="1649439" y="4407618"/>
                  </a:lnTo>
                  <a:lnTo>
                    <a:pt x="1701328" y="4385340"/>
                  </a:lnTo>
                  <a:lnTo>
                    <a:pt x="1751253" y="4360481"/>
                  </a:lnTo>
                  <a:lnTo>
                    <a:pt x="1768425" y="4351145"/>
                  </a:lnTo>
                  <a:lnTo>
                    <a:pt x="1816406" y="4322984"/>
                  </a:lnTo>
                  <a:lnTo>
                    <a:pt x="1863919" y="4292179"/>
                  </a:lnTo>
                  <a:lnTo>
                    <a:pt x="1911393" y="4258682"/>
                  </a:lnTo>
                  <a:lnTo>
                    <a:pt x="1959136" y="4222525"/>
                  </a:lnTo>
                  <a:lnTo>
                    <a:pt x="2007344" y="4183822"/>
                  </a:lnTo>
                  <a:lnTo>
                    <a:pt x="2056121" y="4142777"/>
                  </a:lnTo>
                  <a:lnTo>
                    <a:pt x="2105480" y="4099685"/>
                  </a:lnTo>
                  <a:lnTo>
                    <a:pt x="2155362" y="4054931"/>
                  </a:lnTo>
                  <a:lnTo>
                    <a:pt x="2205649" y="4008970"/>
                  </a:lnTo>
                  <a:lnTo>
                    <a:pt x="2256176" y="3962317"/>
                  </a:lnTo>
                  <a:lnTo>
                    <a:pt x="2306754" y="3915520"/>
                  </a:lnTo>
                  <a:lnTo>
                    <a:pt x="2357188" y="3869135"/>
                  </a:lnTo>
                  <a:lnTo>
                    <a:pt x="2407298" y="3823694"/>
                  </a:lnTo>
                  <a:lnTo>
                    <a:pt x="2456940" y="3779689"/>
                  </a:lnTo>
                  <a:lnTo>
                    <a:pt x="2506021" y="3737542"/>
                  </a:lnTo>
                  <a:lnTo>
                    <a:pt x="2554516" y="3697595"/>
                  </a:lnTo>
                  <a:lnTo>
                    <a:pt x="2602482" y="3660100"/>
                  </a:lnTo>
                  <a:lnTo>
                    <a:pt x="2650064" y="3625217"/>
                  </a:lnTo>
                  <a:lnTo>
                    <a:pt x="2697511" y="3593020"/>
                  </a:lnTo>
                  <a:lnTo>
                    <a:pt x="2745188" y="3563500"/>
                  </a:lnTo>
                  <a:lnTo>
                    <a:pt x="2770117" y="3549247"/>
                  </a:lnTo>
                  <a:lnTo>
                    <a:pt x="2819530" y="3523466"/>
                  </a:lnTo>
                  <a:lnTo>
                    <a:pt x="2870639" y="3500298"/>
                  </a:lnTo>
                  <a:lnTo>
                    <a:pt x="2924257" y="3479606"/>
                  </a:lnTo>
                  <a:lnTo>
                    <a:pt x="2981288" y="3461159"/>
                  </a:lnTo>
                  <a:lnTo>
                    <a:pt x="3042655" y="3444702"/>
                  </a:lnTo>
                  <a:lnTo>
                    <a:pt x="3109215" y="3429984"/>
                  </a:lnTo>
                  <a:lnTo>
                    <a:pt x="3181657" y="3416791"/>
                  </a:lnTo>
                  <a:lnTo>
                    <a:pt x="3260368" y="3404948"/>
                  </a:lnTo>
                  <a:lnTo>
                    <a:pt x="3345250" y="3394329"/>
                  </a:lnTo>
                  <a:lnTo>
                    <a:pt x="3435513" y="3384858"/>
                  </a:lnTo>
                  <a:lnTo>
                    <a:pt x="3529463" y="3376504"/>
                  </a:lnTo>
                  <a:lnTo>
                    <a:pt x="3624374" y="3369274"/>
                  </a:lnTo>
                  <a:lnTo>
                    <a:pt x="3716542" y="3363195"/>
                  </a:lnTo>
                  <a:lnTo>
                    <a:pt x="3801613" y="3358287"/>
                  </a:lnTo>
                  <a:lnTo>
                    <a:pt x="3875240" y="3354539"/>
                  </a:lnTo>
                  <a:lnTo>
                    <a:pt x="3933932" y="3351883"/>
                  </a:lnTo>
                  <a:lnTo>
                    <a:pt x="3975880" y="3350185"/>
                  </a:lnTo>
                  <a:lnTo>
                    <a:pt x="4001478" y="3349254"/>
                  </a:lnTo>
                  <a:lnTo>
                    <a:pt x="4013402" y="3348862"/>
                  </a:lnTo>
                  <a:lnTo>
                    <a:pt x="4016354" y="3348774"/>
                  </a:lnTo>
                  <a:lnTo>
                    <a:pt x="4016409" y="3348772"/>
                  </a:lnTo>
                  <a:lnTo>
                    <a:pt x="4538543" y="3348772"/>
                  </a:lnTo>
                  <a:lnTo>
                    <a:pt x="4539653" y="3348682"/>
                  </a:lnTo>
                  <a:lnTo>
                    <a:pt x="4546933" y="3348043"/>
                  </a:lnTo>
                  <a:lnTo>
                    <a:pt x="4565216" y="3346276"/>
                  </a:lnTo>
                  <a:lnTo>
                    <a:pt x="4597725" y="3342800"/>
                  </a:lnTo>
                  <a:lnTo>
                    <a:pt x="4645810" y="3337091"/>
                  </a:lnTo>
                  <a:lnTo>
                    <a:pt x="4708854" y="3328737"/>
                  </a:lnTo>
                  <a:lnTo>
                    <a:pt x="4784513" y="3317479"/>
                  </a:lnTo>
                  <a:lnTo>
                    <a:pt x="4869276" y="3303210"/>
                  </a:lnTo>
                  <a:lnTo>
                    <a:pt x="4959189" y="3285937"/>
                  </a:lnTo>
                  <a:lnTo>
                    <a:pt x="5050515" y="3265727"/>
                  </a:lnTo>
                  <a:lnTo>
                    <a:pt x="5140186" y="3242635"/>
                  </a:lnTo>
                  <a:lnTo>
                    <a:pt x="5226010" y="3216660"/>
                  </a:lnTo>
                  <a:lnTo>
                    <a:pt x="5306660" y="3187706"/>
                  </a:lnTo>
                  <a:lnTo>
                    <a:pt x="5381552" y="3155562"/>
                  </a:lnTo>
                  <a:lnTo>
                    <a:pt x="5450668" y="3119901"/>
                  </a:lnTo>
                  <a:lnTo>
                    <a:pt x="5514382" y="3080282"/>
                  </a:lnTo>
                  <a:lnTo>
                    <a:pt x="5573319" y="3036164"/>
                  </a:lnTo>
                  <a:lnTo>
                    <a:pt x="5628244" y="2986932"/>
                  </a:lnTo>
                  <a:lnTo>
                    <a:pt x="5679974" y="2931950"/>
                  </a:lnTo>
                  <a:lnTo>
                    <a:pt x="5729319" y="2870637"/>
                  </a:lnTo>
                  <a:lnTo>
                    <a:pt x="5777013" y="2802620"/>
                  </a:lnTo>
                  <a:lnTo>
                    <a:pt x="5784835" y="2790643"/>
                  </a:lnTo>
                  <a:lnTo>
                    <a:pt x="5819649" y="2734596"/>
                  </a:lnTo>
                  <a:lnTo>
                    <a:pt x="5854145" y="2674719"/>
                  </a:lnTo>
                  <a:lnTo>
                    <a:pt x="5888507" y="2610934"/>
                  </a:lnTo>
                  <a:lnTo>
                    <a:pt x="5922885" y="2543216"/>
                  </a:lnTo>
                  <a:lnTo>
                    <a:pt x="5957391" y="2471599"/>
                  </a:lnTo>
                  <a:lnTo>
                    <a:pt x="5992111" y="2396180"/>
                  </a:lnTo>
                  <a:lnTo>
                    <a:pt x="6027101" y="2317127"/>
                  </a:lnTo>
                  <a:lnTo>
                    <a:pt x="6062392" y="2234675"/>
                  </a:lnTo>
                  <a:lnTo>
                    <a:pt x="6097993" y="2149130"/>
                  </a:lnTo>
                  <a:lnTo>
                    <a:pt x="6133888" y="2060868"/>
                  </a:lnTo>
                  <a:lnTo>
                    <a:pt x="6170047" y="1970325"/>
                  </a:lnTo>
                  <a:lnTo>
                    <a:pt x="6206422" y="1877994"/>
                  </a:lnTo>
                  <a:lnTo>
                    <a:pt x="6242951" y="1784410"/>
                  </a:lnTo>
                  <a:lnTo>
                    <a:pt x="6279567" y="1690142"/>
                  </a:lnTo>
                  <a:lnTo>
                    <a:pt x="6316196" y="1595776"/>
                  </a:lnTo>
                  <a:lnTo>
                    <a:pt x="6352762" y="1501900"/>
                  </a:lnTo>
                  <a:lnTo>
                    <a:pt x="6389196" y="1409089"/>
                  </a:lnTo>
                  <a:lnTo>
                    <a:pt x="6425433" y="1317892"/>
                  </a:lnTo>
                  <a:lnTo>
                    <a:pt x="6461421" y="1228817"/>
                  </a:lnTo>
                  <a:lnTo>
                    <a:pt x="6497122" y="1142321"/>
                  </a:lnTo>
                  <a:lnTo>
                    <a:pt x="6532517" y="1058799"/>
                  </a:lnTo>
                  <a:lnTo>
                    <a:pt x="6567605" y="978581"/>
                  </a:lnTo>
                  <a:lnTo>
                    <a:pt x="6602410" y="901928"/>
                  </a:lnTo>
                  <a:lnTo>
                    <a:pt x="6636980" y="829028"/>
                  </a:lnTo>
                  <a:lnTo>
                    <a:pt x="6671389" y="760002"/>
                  </a:lnTo>
                  <a:lnTo>
                    <a:pt x="6705742" y="694904"/>
                  </a:lnTo>
                  <a:lnTo>
                    <a:pt x="6740175" y="633729"/>
                  </a:lnTo>
                  <a:lnTo>
                    <a:pt x="6774860" y="576415"/>
                  </a:lnTo>
                  <a:lnTo>
                    <a:pt x="6786527" y="558128"/>
                  </a:lnTo>
                  <a:lnTo>
                    <a:pt x="6834008" y="488985"/>
                  </a:lnTo>
                  <a:lnTo>
                    <a:pt x="6883031" y="426574"/>
                  </a:lnTo>
                  <a:lnTo>
                    <a:pt x="6934309" y="370574"/>
                  </a:lnTo>
                  <a:lnTo>
                    <a:pt x="6988645" y="320430"/>
                  </a:lnTo>
                  <a:lnTo>
                    <a:pt x="7046859" y="275505"/>
                  </a:lnTo>
                  <a:lnTo>
                    <a:pt x="7109730" y="235177"/>
                  </a:lnTo>
                  <a:lnTo>
                    <a:pt x="7177912" y="198891"/>
                  </a:lnTo>
                  <a:lnTo>
                    <a:pt x="7251831" y="166187"/>
                  </a:lnTo>
                  <a:lnTo>
                    <a:pt x="7331546" y="136719"/>
                  </a:lnTo>
                  <a:lnTo>
                    <a:pt x="7416578" y="110258"/>
                  </a:lnTo>
                  <a:lnTo>
                    <a:pt x="7505737" y="86689"/>
                  </a:lnTo>
                  <a:lnTo>
                    <a:pt x="7596978" y="65996"/>
                  </a:lnTo>
                  <a:lnTo>
                    <a:pt x="7687372" y="48230"/>
                  </a:lnTo>
                  <a:lnTo>
                    <a:pt x="7773268" y="33458"/>
                  </a:lnTo>
                  <a:lnTo>
                    <a:pt x="7850706" y="21702"/>
                  </a:lnTo>
                  <a:lnTo>
                    <a:pt x="7916052" y="12879"/>
                  </a:lnTo>
                  <a:lnTo>
                    <a:pt x="7966722" y="6754"/>
                  </a:lnTo>
                  <a:lnTo>
                    <a:pt x="8001783" y="2941"/>
                  </a:lnTo>
                  <a:lnTo>
                    <a:pt x="8022258" y="928"/>
                  </a:lnTo>
                  <a:lnTo>
                    <a:pt x="8031074" y="142"/>
                  </a:lnTo>
                  <a:lnTo>
                    <a:pt x="8032814" y="0"/>
                  </a:lnTo>
                  <a:lnTo>
                    <a:pt x="8032819" y="0"/>
                  </a:lnTo>
                  <a:lnTo>
                    <a:pt x="8554953" y="0"/>
                  </a:lnTo>
                  <a:lnTo>
                    <a:pt x="8554953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561" name="pl1561"/>
            <p:cNvSpPr/>
            <p:nvPr/>
          </p:nvSpPr>
          <p:spPr>
            <a:xfrm>
              <a:off x="386606" y="485296"/>
              <a:ext cx="8554953" cy="4551619"/>
            </a:xfrm>
            <a:custGeom>
              <a:avLst/>
              <a:pathLst>
                <a:path w="8554953" h="4551619">
                  <a:moveTo>
                    <a:pt x="8554953" y="0"/>
                  </a:moveTo>
                  <a:lnTo>
                    <a:pt x="8032819" y="0"/>
                  </a:lnTo>
                  <a:lnTo>
                    <a:pt x="8031709" y="89"/>
                  </a:lnTo>
                  <a:lnTo>
                    <a:pt x="8024429" y="728"/>
                  </a:lnTo>
                  <a:lnTo>
                    <a:pt x="8006146" y="2496"/>
                  </a:lnTo>
                  <a:lnTo>
                    <a:pt x="7973637" y="5972"/>
                  </a:lnTo>
                  <a:lnTo>
                    <a:pt x="7925552" y="11681"/>
                  </a:lnTo>
                  <a:lnTo>
                    <a:pt x="7862507" y="20034"/>
                  </a:lnTo>
                  <a:lnTo>
                    <a:pt x="7786849" y="31292"/>
                  </a:lnTo>
                  <a:lnTo>
                    <a:pt x="7702086" y="45562"/>
                  </a:lnTo>
                  <a:lnTo>
                    <a:pt x="7612173" y="62834"/>
                  </a:lnTo>
                  <a:lnTo>
                    <a:pt x="7520847" y="83045"/>
                  </a:lnTo>
                  <a:lnTo>
                    <a:pt x="7431176" y="106136"/>
                  </a:lnTo>
                  <a:lnTo>
                    <a:pt x="7345352" y="132111"/>
                  </a:lnTo>
                  <a:lnTo>
                    <a:pt x="7264702" y="161066"/>
                  </a:lnTo>
                  <a:lnTo>
                    <a:pt x="7189810" y="193210"/>
                  </a:lnTo>
                  <a:lnTo>
                    <a:pt x="7120694" y="228871"/>
                  </a:lnTo>
                  <a:lnTo>
                    <a:pt x="7056980" y="268490"/>
                  </a:lnTo>
                  <a:lnTo>
                    <a:pt x="6998043" y="312608"/>
                  </a:lnTo>
                  <a:lnTo>
                    <a:pt x="6943118" y="361839"/>
                  </a:lnTo>
                  <a:lnTo>
                    <a:pt x="6891388" y="416822"/>
                  </a:lnTo>
                  <a:lnTo>
                    <a:pt x="6842043" y="478134"/>
                  </a:lnTo>
                  <a:lnTo>
                    <a:pt x="6794349" y="546152"/>
                  </a:lnTo>
                  <a:lnTo>
                    <a:pt x="6786527" y="558128"/>
                  </a:lnTo>
                  <a:lnTo>
                    <a:pt x="6751713" y="614175"/>
                  </a:lnTo>
                  <a:lnTo>
                    <a:pt x="6717217" y="674052"/>
                  </a:lnTo>
                  <a:lnTo>
                    <a:pt x="6682855" y="737837"/>
                  </a:lnTo>
                  <a:lnTo>
                    <a:pt x="6648477" y="805555"/>
                  </a:lnTo>
                  <a:lnTo>
                    <a:pt x="6613971" y="877173"/>
                  </a:lnTo>
                  <a:lnTo>
                    <a:pt x="6579251" y="952591"/>
                  </a:lnTo>
                  <a:lnTo>
                    <a:pt x="6544261" y="1031645"/>
                  </a:lnTo>
                  <a:lnTo>
                    <a:pt x="6508970" y="1114097"/>
                  </a:lnTo>
                  <a:lnTo>
                    <a:pt x="6473369" y="1199641"/>
                  </a:lnTo>
                  <a:lnTo>
                    <a:pt x="6437474" y="1287903"/>
                  </a:lnTo>
                  <a:lnTo>
                    <a:pt x="6401315" y="1378446"/>
                  </a:lnTo>
                  <a:lnTo>
                    <a:pt x="6364940" y="1470777"/>
                  </a:lnTo>
                  <a:lnTo>
                    <a:pt x="6328411" y="1564361"/>
                  </a:lnTo>
                  <a:lnTo>
                    <a:pt x="6291795" y="1658629"/>
                  </a:lnTo>
                  <a:lnTo>
                    <a:pt x="6255166" y="1752995"/>
                  </a:lnTo>
                  <a:lnTo>
                    <a:pt x="6218600" y="1846872"/>
                  </a:lnTo>
                  <a:lnTo>
                    <a:pt x="6182166" y="1939683"/>
                  </a:lnTo>
                  <a:lnTo>
                    <a:pt x="6145929" y="2030879"/>
                  </a:lnTo>
                  <a:lnTo>
                    <a:pt x="6109941" y="2119954"/>
                  </a:lnTo>
                  <a:lnTo>
                    <a:pt x="6074240" y="2206451"/>
                  </a:lnTo>
                  <a:lnTo>
                    <a:pt x="6038845" y="2289972"/>
                  </a:lnTo>
                  <a:lnTo>
                    <a:pt x="6003757" y="2370190"/>
                  </a:lnTo>
                  <a:lnTo>
                    <a:pt x="5968952" y="2446844"/>
                  </a:lnTo>
                  <a:lnTo>
                    <a:pt x="5934382" y="2519744"/>
                  </a:lnTo>
                  <a:lnTo>
                    <a:pt x="5899973" y="2588770"/>
                  </a:lnTo>
                  <a:lnTo>
                    <a:pt x="5865620" y="2653868"/>
                  </a:lnTo>
                  <a:lnTo>
                    <a:pt x="5831187" y="2715043"/>
                  </a:lnTo>
                  <a:lnTo>
                    <a:pt x="5796502" y="2772356"/>
                  </a:lnTo>
                  <a:lnTo>
                    <a:pt x="5784835" y="2790643"/>
                  </a:lnTo>
                  <a:lnTo>
                    <a:pt x="5737354" y="2859787"/>
                  </a:lnTo>
                  <a:lnTo>
                    <a:pt x="5688331" y="2922198"/>
                  </a:lnTo>
                  <a:lnTo>
                    <a:pt x="5637053" y="2978197"/>
                  </a:lnTo>
                  <a:lnTo>
                    <a:pt x="5582717" y="3028342"/>
                  </a:lnTo>
                  <a:lnTo>
                    <a:pt x="5524503" y="3073267"/>
                  </a:lnTo>
                  <a:lnTo>
                    <a:pt x="5461632" y="3113595"/>
                  </a:lnTo>
                  <a:lnTo>
                    <a:pt x="5393450" y="3149881"/>
                  </a:lnTo>
                  <a:lnTo>
                    <a:pt x="5319531" y="3182584"/>
                  </a:lnTo>
                  <a:lnTo>
                    <a:pt x="5239816" y="3212052"/>
                  </a:lnTo>
                  <a:lnTo>
                    <a:pt x="5154784" y="3238513"/>
                  </a:lnTo>
                  <a:lnTo>
                    <a:pt x="5065625" y="3262083"/>
                  </a:lnTo>
                  <a:lnTo>
                    <a:pt x="4974384" y="3282776"/>
                  </a:lnTo>
                  <a:lnTo>
                    <a:pt x="4883990" y="3300542"/>
                  </a:lnTo>
                  <a:lnTo>
                    <a:pt x="4798094" y="3315314"/>
                  </a:lnTo>
                  <a:lnTo>
                    <a:pt x="4720656" y="3327069"/>
                  </a:lnTo>
                  <a:lnTo>
                    <a:pt x="4655310" y="3335893"/>
                  </a:lnTo>
                  <a:lnTo>
                    <a:pt x="4604640" y="3342017"/>
                  </a:lnTo>
                  <a:lnTo>
                    <a:pt x="4569579" y="3345831"/>
                  </a:lnTo>
                  <a:lnTo>
                    <a:pt x="4549104" y="3347843"/>
                  </a:lnTo>
                  <a:lnTo>
                    <a:pt x="4540288" y="3348629"/>
                  </a:lnTo>
                  <a:lnTo>
                    <a:pt x="4538548" y="3348772"/>
                  </a:lnTo>
                  <a:lnTo>
                    <a:pt x="4538543" y="3348772"/>
                  </a:lnTo>
                  <a:lnTo>
                    <a:pt x="4016409" y="3348772"/>
                  </a:lnTo>
                  <a:lnTo>
                    <a:pt x="4015163" y="3348808"/>
                  </a:lnTo>
                  <a:lnTo>
                    <a:pt x="4007013" y="3349067"/>
                  </a:lnTo>
                  <a:lnTo>
                    <a:pt x="3986624" y="3349782"/>
                  </a:lnTo>
                  <a:lnTo>
                    <a:pt x="3950572" y="3351187"/>
                  </a:lnTo>
                  <a:lnTo>
                    <a:pt x="3897650" y="3353489"/>
                  </a:lnTo>
                  <a:lnTo>
                    <a:pt x="3828932" y="3356843"/>
                  </a:lnTo>
                  <a:lnTo>
                    <a:pt x="3747402" y="3361341"/>
                  </a:lnTo>
                  <a:lnTo>
                    <a:pt x="3657210" y="3367011"/>
                  </a:lnTo>
                  <a:lnTo>
                    <a:pt x="3562795" y="3373841"/>
                  </a:lnTo>
                  <a:lnTo>
                    <a:pt x="3468144" y="3381803"/>
                  </a:lnTo>
                  <a:lnTo>
                    <a:pt x="3376345" y="3390881"/>
                  </a:lnTo>
                  <a:lnTo>
                    <a:pt x="3289444" y="3401092"/>
                  </a:lnTo>
                  <a:lnTo>
                    <a:pt x="3208528" y="3412494"/>
                  </a:lnTo>
                  <a:lnTo>
                    <a:pt x="3133912" y="3425196"/>
                  </a:lnTo>
                  <a:lnTo>
                    <a:pt x="3065356" y="3439356"/>
                  </a:lnTo>
                  <a:lnTo>
                    <a:pt x="3002260" y="3455177"/>
                  </a:lnTo>
                  <a:lnTo>
                    <a:pt x="2943812" y="3472897"/>
                  </a:lnTo>
                  <a:lnTo>
                    <a:pt x="2889104" y="3492773"/>
                  </a:lnTo>
                  <a:lnTo>
                    <a:pt x="2837214" y="3515051"/>
                  </a:lnTo>
                  <a:lnTo>
                    <a:pt x="2787290" y="3539910"/>
                  </a:lnTo>
                  <a:lnTo>
                    <a:pt x="2770117" y="3549247"/>
                  </a:lnTo>
                  <a:lnTo>
                    <a:pt x="2722136" y="3577407"/>
                  </a:lnTo>
                  <a:lnTo>
                    <a:pt x="2674623" y="3608213"/>
                  </a:lnTo>
                  <a:lnTo>
                    <a:pt x="2627149" y="3641709"/>
                  </a:lnTo>
                  <a:lnTo>
                    <a:pt x="2579406" y="3677866"/>
                  </a:lnTo>
                  <a:lnTo>
                    <a:pt x="2531198" y="3716569"/>
                  </a:lnTo>
                  <a:lnTo>
                    <a:pt x="2482422" y="3757615"/>
                  </a:lnTo>
                  <a:lnTo>
                    <a:pt x="2433063" y="3800706"/>
                  </a:lnTo>
                  <a:lnTo>
                    <a:pt x="2383180" y="3845461"/>
                  </a:lnTo>
                  <a:lnTo>
                    <a:pt x="2332893" y="3891422"/>
                  </a:lnTo>
                  <a:lnTo>
                    <a:pt x="2282366" y="3938074"/>
                  </a:lnTo>
                  <a:lnTo>
                    <a:pt x="2231788" y="3984871"/>
                  </a:lnTo>
                  <a:lnTo>
                    <a:pt x="2181354" y="4031257"/>
                  </a:lnTo>
                  <a:lnTo>
                    <a:pt x="2131244" y="4076697"/>
                  </a:lnTo>
                  <a:lnTo>
                    <a:pt x="2081602" y="4120702"/>
                  </a:lnTo>
                  <a:lnTo>
                    <a:pt x="2032521" y="4162849"/>
                  </a:lnTo>
                  <a:lnTo>
                    <a:pt x="1984026" y="4202797"/>
                  </a:lnTo>
                  <a:lnTo>
                    <a:pt x="1936060" y="4240292"/>
                  </a:lnTo>
                  <a:lnTo>
                    <a:pt x="1888478" y="4275174"/>
                  </a:lnTo>
                  <a:lnTo>
                    <a:pt x="1841031" y="4307371"/>
                  </a:lnTo>
                  <a:lnTo>
                    <a:pt x="1793354" y="4336891"/>
                  </a:lnTo>
                  <a:lnTo>
                    <a:pt x="1768425" y="4351145"/>
                  </a:lnTo>
                  <a:lnTo>
                    <a:pt x="1719012" y="4376926"/>
                  </a:lnTo>
                  <a:lnTo>
                    <a:pt x="1667903" y="4400093"/>
                  </a:lnTo>
                  <a:lnTo>
                    <a:pt x="1614286" y="4420786"/>
                  </a:lnTo>
                  <a:lnTo>
                    <a:pt x="1557254" y="4439232"/>
                  </a:lnTo>
                  <a:lnTo>
                    <a:pt x="1495887" y="4455690"/>
                  </a:lnTo>
                  <a:lnTo>
                    <a:pt x="1429327" y="4470407"/>
                  </a:lnTo>
                  <a:lnTo>
                    <a:pt x="1356885" y="4483600"/>
                  </a:lnTo>
                  <a:lnTo>
                    <a:pt x="1278174" y="4495443"/>
                  </a:lnTo>
                  <a:lnTo>
                    <a:pt x="1193292" y="4506062"/>
                  </a:lnTo>
                  <a:lnTo>
                    <a:pt x="1103029" y="4515533"/>
                  </a:lnTo>
                  <a:lnTo>
                    <a:pt x="1009079" y="4523887"/>
                  </a:lnTo>
                  <a:lnTo>
                    <a:pt x="914168" y="4531117"/>
                  </a:lnTo>
                  <a:lnTo>
                    <a:pt x="822001" y="4537196"/>
                  </a:lnTo>
                  <a:lnTo>
                    <a:pt x="736929" y="4542104"/>
                  </a:lnTo>
                  <a:lnTo>
                    <a:pt x="663302" y="4545852"/>
                  </a:lnTo>
                  <a:lnTo>
                    <a:pt x="604610" y="4548508"/>
                  </a:lnTo>
                  <a:lnTo>
                    <a:pt x="562662" y="4550206"/>
                  </a:lnTo>
                  <a:lnTo>
                    <a:pt x="537064" y="4551138"/>
                  </a:lnTo>
                  <a:lnTo>
                    <a:pt x="525140" y="4551530"/>
                  </a:lnTo>
                  <a:lnTo>
                    <a:pt x="522189" y="4551618"/>
                  </a:lnTo>
                  <a:lnTo>
                    <a:pt x="522133" y="4551619"/>
                  </a:lnTo>
                  <a:lnTo>
                    <a:pt x="0" y="4551619"/>
                  </a:lnTo>
                  <a:lnTo>
                    <a:pt x="0" y="4551619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562" name="pg1562"/>
            <p:cNvSpPr/>
            <p:nvPr/>
          </p:nvSpPr>
          <p:spPr>
            <a:xfrm>
              <a:off x="386606" y="3777596"/>
              <a:ext cx="8554953" cy="1270613"/>
            </a:xfrm>
            <a:custGeom>
              <a:avLst/>
              <a:pathLst>
                <a:path w="8554953" h="1270613">
                  <a:moveTo>
                    <a:pt x="0" y="1270613"/>
                  </a:moveTo>
                  <a:lnTo>
                    <a:pt x="522133" y="1270613"/>
                  </a:lnTo>
                  <a:lnTo>
                    <a:pt x="523384" y="1270581"/>
                  </a:lnTo>
                  <a:lnTo>
                    <a:pt x="531565" y="1270349"/>
                  </a:lnTo>
                  <a:lnTo>
                    <a:pt x="552027" y="1269708"/>
                  </a:lnTo>
                  <a:lnTo>
                    <a:pt x="588201" y="1268450"/>
                  </a:lnTo>
                  <a:lnTo>
                    <a:pt x="641288" y="1266389"/>
                  </a:lnTo>
                  <a:lnTo>
                    <a:pt x="710198" y="1263386"/>
                  </a:lnTo>
                  <a:lnTo>
                    <a:pt x="791924" y="1259360"/>
                  </a:lnTo>
                  <a:lnTo>
                    <a:pt x="882294" y="1254286"/>
                  </a:lnTo>
                  <a:lnTo>
                    <a:pt x="976854" y="1248174"/>
                  </a:lnTo>
                  <a:lnTo>
                    <a:pt x="1071608" y="1241051"/>
                  </a:lnTo>
                  <a:lnTo>
                    <a:pt x="1163471" y="1232929"/>
                  </a:lnTo>
                  <a:lnTo>
                    <a:pt x="1250400" y="1223794"/>
                  </a:lnTo>
                  <a:lnTo>
                    <a:pt x="1331320" y="1213592"/>
                  </a:lnTo>
                  <a:lnTo>
                    <a:pt x="1405923" y="1202225"/>
                  </a:lnTo>
                  <a:lnTo>
                    <a:pt x="1474458" y="1189551"/>
                  </a:lnTo>
                  <a:lnTo>
                    <a:pt x="1537534" y="1175389"/>
                  </a:lnTo>
                  <a:lnTo>
                    <a:pt x="1595969" y="1159523"/>
                  </a:lnTo>
                  <a:lnTo>
                    <a:pt x="1650674" y="1141724"/>
                  </a:lnTo>
                  <a:lnTo>
                    <a:pt x="1702574" y="1121772"/>
                  </a:lnTo>
                  <a:lnTo>
                    <a:pt x="1752524" y="1099510"/>
                  </a:lnTo>
                  <a:lnTo>
                    <a:pt x="1768425" y="1091786"/>
                  </a:lnTo>
                  <a:lnTo>
                    <a:pt x="1817408" y="1066113"/>
                  </a:lnTo>
                  <a:lnTo>
                    <a:pt x="1865912" y="1037980"/>
                  </a:lnTo>
                  <a:lnTo>
                    <a:pt x="1914391" y="1007344"/>
                  </a:lnTo>
                  <a:lnTo>
                    <a:pt x="1963167" y="974239"/>
                  </a:lnTo>
                  <a:lnTo>
                    <a:pt x="2012440" y="938779"/>
                  </a:lnTo>
                  <a:lnTo>
                    <a:pt x="2062310" y="901167"/>
                  </a:lnTo>
                  <a:lnTo>
                    <a:pt x="2112784" y="861693"/>
                  </a:lnTo>
                  <a:lnTo>
                    <a:pt x="2163789" y="820731"/>
                  </a:lnTo>
                  <a:lnTo>
                    <a:pt x="2215189" y="778724"/>
                  </a:lnTo>
                  <a:lnTo>
                    <a:pt x="2266804" y="736169"/>
                  </a:lnTo>
                  <a:lnTo>
                    <a:pt x="2318428" y="693589"/>
                  </a:lnTo>
                  <a:lnTo>
                    <a:pt x="2369857" y="651508"/>
                  </a:lnTo>
                  <a:lnTo>
                    <a:pt x="2420906" y="610426"/>
                  </a:lnTo>
                  <a:lnTo>
                    <a:pt x="2471435" y="570793"/>
                  </a:lnTo>
                  <a:lnTo>
                    <a:pt x="2521364" y="532988"/>
                  </a:lnTo>
                  <a:lnTo>
                    <a:pt x="2570692" y="497313"/>
                  </a:lnTo>
                  <a:lnTo>
                    <a:pt x="2619508" y="463976"/>
                  </a:lnTo>
                  <a:lnTo>
                    <a:pt x="2668004" y="433102"/>
                  </a:lnTo>
                  <a:lnTo>
                    <a:pt x="2716488" y="404730"/>
                  </a:lnTo>
                  <a:lnTo>
                    <a:pt x="2765402" y="378826"/>
                  </a:lnTo>
                  <a:lnTo>
                    <a:pt x="2770117" y="376478"/>
                  </a:lnTo>
                  <a:lnTo>
                    <a:pt x="2819595" y="353452"/>
                  </a:lnTo>
                  <a:lnTo>
                    <a:pt x="2870774" y="332764"/>
                  </a:lnTo>
                  <a:lnTo>
                    <a:pt x="2924471" y="314289"/>
                  </a:lnTo>
                  <a:lnTo>
                    <a:pt x="2981593" y="297822"/>
                  </a:lnTo>
                  <a:lnTo>
                    <a:pt x="3043068" y="283132"/>
                  </a:lnTo>
                  <a:lnTo>
                    <a:pt x="3109754" y="269997"/>
                  </a:lnTo>
                  <a:lnTo>
                    <a:pt x="3182341" y="258224"/>
                  </a:lnTo>
                  <a:lnTo>
                    <a:pt x="3261215" y="247658"/>
                  </a:lnTo>
                  <a:lnTo>
                    <a:pt x="3346272" y="238184"/>
                  </a:lnTo>
                  <a:lnTo>
                    <a:pt x="3436708" y="229737"/>
                  </a:lnTo>
                  <a:lnTo>
                    <a:pt x="3530813" y="222289"/>
                  </a:lnTo>
                  <a:lnTo>
                    <a:pt x="3625835" y="215847"/>
                  </a:lnTo>
                  <a:lnTo>
                    <a:pt x="3718042" y="210434"/>
                  </a:lnTo>
                  <a:lnTo>
                    <a:pt x="3803060" y="206069"/>
                  </a:lnTo>
                  <a:lnTo>
                    <a:pt x="3876529" y="202740"/>
                  </a:lnTo>
                  <a:lnTo>
                    <a:pt x="3934972" y="200386"/>
                  </a:lnTo>
                  <a:lnTo>
                    <a:pt x="3976612" y="198886"/>
                  </a:lnTo>
                  <a:lnTo>
                    <a:pt x="4001896" y="198067"/>
                  </a:lnTo>
                  <a:lnTo>
                    <a:pt x="4013559" y="197726"/>
                  </a:lnTo>
                  <a:lnTo>
                    <a:pt x="4016409" y="197650"/>
                  </a:lnTo>
                  <a:lnTo>
                    <a:pt x="4538543" y="197650"/>
                  </a:lnTo>
                  <a:lnTo>
                    <a:pt x="4539812" y="197645"/>
                  </a:lnTo>
                  <a:lnTo>
                    <a:pt x="4548109" y="197603"/>
                  </a:lnTo>
                  <a:lnTo>
                    <a:pt x="4568852" y="197486"/>
                  </a:lnTo>
                  <a:lnTo>
                    <a:pt x="4605496" y="197258"/>
                  </a:lnTo>
                  <a:lnTo>
                    <a:pt x="4659219" y="196883"/>
                  </a:lnTo>
                  <a:lnTo>
                    <a:pt x="4728866" y="196339"/>
                  </a:lnTo>
                  <a:lnTo>
                    <a:pt x="4811342" y="195609"/>
                  </a:lnTo>
                  <a:lnTo>
                    <a:pt x="4902392" y="194689"/>
                  </a:lnTo>
                  <a:lnTo>
                    <a:pt x="4997501" y="193582"/>
                  </a:lnTo>
                  <a:lnTo>
                    <a:pt x="5092647" y="192293"/>
                  </a:lnTo>
                  <a:lnTo>
                    <a:pt x="5184747" y="190823"/>
                  </a:lnTo>
                  <a:lnTo>
                    <a:pt x="5271783" y="189169"/>
                  </a:lnTo>
                  <a:lnTo>
                    <a:pt x="5352713" y="187322"/>
                  </a:lnTo>
                  <a:lnTo>
                    <a:pt x="5427265" y="185264"/>
                  </a:lnTo>
                  <a:lnTo>
                    <a:pt x="5495723" y="182966"/>
                  </a:lnTo>
                  <a:lnTo>
                    <a:pt x="5558723" y="180397"/>
                  </a:lnTo>
                  <a:lnTo>
                    <a:pt x="5617105" y="177518"/>
                  </a:lnTo>
                  <a:lnTo>
                    <a:pt x="5671802" y="174285"/>
                  </a:lnTo>
                  <a:lnTo>
                    <a:pt x="5723745" y="170660"/>
                  </a:lnTo>
                  <a:lnTo>
                    <a:pt x="5773793" y="166615"/>
                  </a:lnTo>
                  <a:lnTo>
                    <a:pt x="5784835" y="165650"/>
                  </a:lnTo>
                  <a:lnTo>
                    <a:pt x="5838877" y="160553"/>
                  </a:lnTo>
                  <a:lnTo>
                    <a:pt x="5892398" y="154918"/>
                  </a:lnTo>
                  <a:lnTo>
                    <a:pt x="5945980" y="148737"/>
                  </a:lnTo>
                  <a:lnTo>
                    <a:pt x="6000012" y="142024"/>
                  </a:lnTo>
                  <a:lnTo>
                    <a:pt x="6054713" y="134814"/>
                  </a:lnTo>
                  <a:lnTo>
                    <a:pt x="6110158" y="127165"/>
                  </a:lnTo>
                  <a:lnTo>
                    <a:pt x="6166291" y="119159"/>
                  </a:lnTo>
                  <a:lnTo>
                    <a:pt x="6222956" y="110899"/>
                  </a:lnTo>
                  <a:lnTo>
                    <a:pt x="6279922" y="102500"/>
                  </a:lnTo>
                  <a:lnTo>
                    <a:pt x="6336916" y="94088"/>
                  </a:lnTo>
                  <a:lnTo>
                    <a:pt x="6393663" y="85789"/>
                  </a:lnTo>
                  <a:lnTo>
                    <a:pt x="6449919" y="77723"/>
                  </a:lnTo>
                  <a:lnTo>
                    <a:pt x="6505510" y="69995"/>
                  </a:lnTo>
                  <a:lnTo>
                    <a:pt x="6560360" y="62691"/>
                  </a:lnTo>
                  <a:lnTo>
                    <a:pt x="6614515" y="55874"/>
                  </a:lnTo>
                  <a:lnTo>
                    <a:pt x="6668162" y="49584"/>
                  </a:lnTo>
                  <a:lnTo>
                    <a:pt x="6721656" y="43839"/>
                  </a:lnTo>
                  <a:lnTo>
                    <a:pt x="6775535" y="38634"/>
                  </a:lnTo>
                  <a:lnTo>
                    <a:pt x="6786527" y="37647"/>
                  </a:lnTo>
                  <a:lnTo>
                    <a:pt x="6836253" y="33508"/>
                  </a:lnTo>
                  <a:lnTo>
                    <a:pt x="6887701" y="29790"/>
                  </a:lnTo>
                  <a:lnTo>
                    <a:pt x="6941700" y="26473"/>
                  </a:lnTo>
                  <a:lnTo>
                    <a:pt x="6999173" y="23517"/>
                  </a:lnTo>
                  <a:lnTo>
                    <a:pt x="7061060" y="20882"/>
                  </a:lnTo>
                  <a:lnTo>
                    <a:pt x="7128228" y="18527"/>
                  </a:lnTo>
                  <a:lnTo>
                    <a:pt x="7201374" y="16417"/>
                  </a:lnTo>
                  <a:lnTo>
                    <a:pt x="7280873" y="14525"/>
                  </a:lnTo>
                  <a:lnTo>
                    <a:pt x="7366599" y="12829"/>
                  </a:lnTo>
                  <a:lnTo>
                    <a:pt x="7457701" y="11318"/>
                  </a:lnTo>
                  <a:lnTo>
                    <a:pt x="7552395" y="9988"/>
                  </a:lnTo>
                  <a:lnTo>
                    <a:pt x="7647833" y="8840"/>
                  </a:lnTo>
                  <a:lnTo>
                    <a:pt x="7740179" y="7878"/>
                  </a:lnTo>
                  <a:lnTo>
                    <a:pt x="7824972" y="7106"/>
                  </a:lnTo>
                  <a:lnTo>
                    <a:pt x="7897821" y="6520"/>
                  </a:lnTo>
                  <a:lnTo>
                    <a:pt x="7955295" y="6110"/>
                  </a:lnTo>
                  <a:lnTo>
                    <a:pt x="7995753" y="5851"/>
                  </a:lnTo>
                  <a:lnTo>
                    <a:pt x="8019838" y="5713"/>
                  </a:lnTo>
                  <a:lnTo>
                    <a:pt x="8030520" y="5658"/>
                  </a:lnTo>
                  <a:lnTo>
                    <a:pt x="8032819" y="5647"/>
                  </a:lnTo>
                  <a:lnTo>
                    <a:pt x="8554953" y="5647"/>
                  </a:lnTo>
                  <a:lnTo>
                    <a:pt x="8554953" y="0"/>
                  </a:lnTo>
                  <a:lnTo>
                    <a:pt x="8032819" y="0"/>
                  </a:lnTo>
                  <a:lnTo>
                    <a:pt x="8031550" y="5"/>
                  </a:lnTo>
                  <a:lnTo>
                    <a:pt x="8023253" y="47"/>
                  </a:lnTo>
                  <a:lnTo>
                    <a:pt x="8002510" y="164"/>
                  </a:lnTo>
                  <a:lnTo>
                    <a:pt x="7965866" y="392"/>
                  </a:lnTo>
                  <a:lnTo>
                    <a:pt x="7912143" y="767"/>
                  </a:lnTo>
                  <a:lnTo>
                    <a:pt x="7842496" y="1311"/>
                  </a:lnTo>
                  <a:lnTo>
                    <a:pt x="7760020" y="2041"/>
                  </a:lnTo>
                  <a:lnTo>
                    <a:pt x="7668970" y="2961"/>
                  </a:lnTo>
                  <a:lnTo>
                    <a:pt x="7573861" y="4068"/>
                  </a:lnTo>
                  <a:lnTo>
                    <a:pt x="7478715" y="5357"/>
                  </a:lnTo>
                  <a:lnTo>
                    <a:pt x="7386615" y="6827"/>
                  </a:lnTo>
                  <a:lnTo>
                    <a:pt x="7299579" y="8481"/>
                  </a:lnTo>
                  <a:lnTo>
                    <a:pt x="7218649" y="10328"/>
                  </a:lnTo>
                  <a:lnTo>
                    <a:pt x="7144097" y="12386"/>
                  </a:lnTo>
                  <a:lnTo>
                    <a:pt x="7075639" y="14684"/>
                  </a:lnTo>
                  <a:lnTo>
                    <a:pt x="7012639" y="17253"/>
                  </a:lnTo>
                  <a:lnTo>
                    <a:pt x="6954257" y="20132"/>
                  </a:lnTo>
                  <a:lnTo>
                    <a:pt x="6899560" y="23365"/>
                  </a:lnTo>
                  <a:lnTo>
                    <a:pt x="6847617" y="26990"/>
                  </a:lnTo>
                  <a:lnTo>
                    <a:pt x="6797569" y="31035"/>
                  </a:lnTo>
                  <a:lnTo>
                    <a:pt x="6786527" y="32000"/>
                  </a:lnTo>
                  <a:lnTo>
                    <a:pt x="6732485" y="37097"/>
                  </a:lnTo>
                  <a:lnTo>
                    <a:pt x="6678964" y="42732"/>
                  </a:lnTo>
                  <a:lnTo>
                    <a:pt x="6625382" y="48913"/>
                  </a:lnTo>
                  <a:lnTo>
                    <a:pt x="6571350" y="55626"/>
                  </a:lnTo>
                  <a:lnTo>
                    <a:pt x="6516649" y="62836"/>
                  </a:lnTo>
                  <a:lnTo>
                    <a:pt x="6461204" y="70485"/>
                  </a:lnTo>
                  <a:lnTo>
                    <a:pt x="6405071" y="78491"/>
                  </a:lnTo>
                  <a:lnTo>
                    <a:pt x="6348406" y="86751"/>
                  </a:lnTo>
                  <a:lnTo>
                    <a:pt x="6291440" y="95150"/>
                  </a:lnTo>
                  <a:lnTo>
                    <a:pt x="6234446" y="103562"/>
                  </a:lnTo>
                  <a:lnTo>
                    <a:pt x="6177699" y="111861"/>
                  </a:lnTo>
                  <a:lnTo>
                    <a:pt x="6121443" y="119927"/>
                  </a:lnTo>
                  <a:lnTo>
                    <a:pt x="6065851" y="127655"/>
                  </a:lnTo>
                  <a:lnTo>
                    <a:pt x="6011002" y="134959"/>
                  </a:lnTo>
                  <a:lnTo>
                    <a:pt x="5956847" y="141776"/>
                  </a:lnTo>
                  <a:lnTo>
                    <a:pt x="5903200" y="148066"/>
                  </a:lnTo>
                  <a:lnTo>
                    <a:pt x="5849706" y="153811"/>
                  </a:lnTo>
                  <a:lnTo>
                    <a:pt x="5795827" y="159016"/>
                  </a:lnTo>
                  <a:lnTo>
                    <a:pt x="5784835" y="160003"/>
                  </a:lnTo>
                  <a:lnTo>
                    <a:pt x="5735109" y="164142"/>
                  </a:lnTo>
                  <a:lnTo>
                    <a:pt x="5683661" y="167860"/>
                  </a:lnTo>
                  <a:lnTo>
                    <a:pt x="5629662" y="171177"/>
                  </a:lnTo>
                  <a:lnTo>
                    <a:pt x="5572188" y="174133"/>
                  </a:lnTo>
                  <a:lnTo>
                    <a:pt x="5510302" y="176768"/>
                  </a:lnTo>
                  <a:lnTo>
                    <a:pt x="5443134" y="179123"/>
                  </a:lnTo>
                  <a:lnTo>
                    <a:pt x="5369988" y="181233"/>
                  </a:lnTo>
                  <a:lnTo>
                    <a:pt x="5290489" y="183125"/>
                  </a:lnTo>
                  <a:lnTo>
                    <a:pt x="5204763" y="184821"/>
                  </a:lnTo>
                  <a:lnTo>
                    <a:pt x="5113661" y="186332"/>
                  </a:lnTo>
                  <a:lnTo>
                    <a:pt x="5018967" y="187662"/>
                  </a:lnTo>
                  <a:lnTo>
                    <a:pt x="4923529" y="188810"/>
                  </a:lnTo>
                  <a:lnTo>
                    <a:pt x="4831183" y="189772"/>
                  </a:lnTo>
                  <a:lnTo>
                    <a:pt x="4746390" y="190544"/>
                  </a:lnTo>
                  <a:lnTo>
                    <a:pt x="4673541" y="191130"/>
                  </a:lnTo>
                  <a:lnTo>
                    <a:pt x="4616067" y="191540"/>
                  </a:lnTo>
                  <a:lnTo>
                    <a:pt x="4575609" y="191799"/>
                  </a:lnTo>
                  <a:lnTo>
                    <a:pt x="4551524" y="191937"/>
                  </a:lnTo>
                  <a:lnTo>
                    <a:pt x="4540841" y="191992"/>
                  </a:lnTo>
                  <a:lnTo>
                    <a:pt x="4538543" y="192003"/>
                  </a:lnTo>
                  <a:lnTo>
                    <a:pt x="4016409" y="192003"/>
                  </a:lnTo>
                  <a:lnTo>
                    <a:pt x="4015158" y="192036"/>
                  </a:lnTo>
                  <a:lnTo>
                    <a:pt x="4006978" y="192267"/>
                  </a:lnTo>
                  <a:lnTo>
                    <a:pt x="3986516" y="192908"/>
                  </a:lnTo>
                  <a:lnTo>
                    <a:pt x="3950341" y="194166"/>
                  </a:lnTo>
                  <a:lnTo>
                    <a:pt x="3897254" y="196227"/>
                  </a:lnTo>
                  <a:lnTo>
                    <a:pt x="3828344" y="199230"/>
                  </a:lnTo>
                  <a:lnTo>
                    <a:pt x="3746618" y="203256"/>
                  </a:lnTo>
                  <a:lnTo>
                    <a:pt x="3656248" y="208330"/>
                  </a:lnTo>
                  <a:lnTo>
                    <a:pt x="3561689" y="214442"/>
                  </a:lnTo>
                  <a:lnTo>
                    <a:pt x="3466934" y="221566"/>
                  </a:lnTo>
                  <a:lnTo>
                    <a:pt x="3375071" y="229688"/>
                  </a:lnTo>
                  <a:lnTo>
                    <a:pt x="3288142" y="238823"/>
                  </a:lnTo>
                  <a:lnTo>
                    <a:pt x="3207222" y="249025"/>
                  </a:lnTo>
                  <a:lnTo>
                    <a:pt x="3132619" y="260392"/>
                  </a:lnTo>
                  <a:lnTo>
                    <a:pt x="3064084" y="273065"/>
                  </a:lnTo>
                  <a:lnTo>
                    <a:pt x="3001008" y="287228"/>
                  </a:lnTo>
                  <a:lnTo>
                    <a:pt x="2942574" y="303093"/>
                  </a:lnTo>
                  <a:lnTo>
                    <a:pt x="2887868" y="320892"/>
                  </a:lnTo>
                  <a:lnTo>
                    <a:pt x="2835968" y="340844"/>
                  </a:lnTo>
                  <a:lnTo>
                    <a:pt x="2786018" y="363106"/>
                  </a:lnTo>
                  <a:lnTo>
                    <a:pt x="2770117" y="370830"/>
                  </a:lnTo>
                  <a:lnTo>
                    <a:pt x="2721135" y="396503"/>
                  </a:lnTo>
                  <a:lnTo>
                    <a:pt x="2672630" y="424636"/>
                  </a:lnTo>
                  <a:lnTo>
                    <a:pt x="2624151" y="455272"/>
                  </a:lnTo>
                  <a:lnTo>
                    <a:pt x="2575375" y="488377"/>
                  </a:lnTo>
                  <a:lnTo>
                    <a:pt x="2526102" y="523837"/>
                  </a:lnTo>
                  <a:lnTo>
                    <a:pt x="2476232" y="561449"/>
                  </a:lnTo>
                  <a:lnTo>
                    <a:pt x="2425758" y="600924"/>
                  </a:lnTo>
                  <a:lnTo>
                    <a:pt x="2374753" y="641886"/>
                  </a:lnTo>
                  <a:lnTo>
                    <a:pt x="2323353" y="683892"/>
                  </a:lnTo>
                  <a:lnTo>
                    <a:pt x="2271738" y="726447"/>
                  </a:lnTo>
                  <a:lnTo>
                    <a:pt x="2220114" y="769027"/>
                  </a:lnTo>
                  <a:lnTo>
                    <a:pt x="2168685" y="811108"/>
                  </a:lnTo>
                  <a:lnTo>
                    <a:pt x="2117636" y="852190"/>
                  </a:lnTo>
                  <a:lnTo>
                    <a:pt x="2067107" y="891824"/>
                  </a:lnTo>
                  <a:lnTo>
                    <a:pt x="2017178" y="929628"/>
                  </a:lnTo>
                  <a:lnTo>
                    <a:pt x="1967850" y="965304"/>
                  </a:lnTo>
                  <a:lnTo>
                    <a:pt x="1919034" y="998640"/>
                  </a:lnTo>
                  <a:lnTo>
                    <a:pt x="1870538" y="1029514"/>
                  </a:lnTo>
                  <a:lnTo>
                    <a:pt x="1822054" y="1057886"/>
                  </a:lnTo>
                  <a:lnTo>
                    <a:pt x="1773140" y="1083790"/>
                  </a:lnTo>
                  <a:lnTo>
                    <a:pt x="1768425" y="1086139"/>
                  </a:lnTo>
                  <a:lnTo>
                    <a:pt x="1718948" y="1109164"/>
                  </a:lnTo>
                  <a:lnTo>
                    <a:pt x="1667768" y="1129852"/>
                  </a:lnTo>
                  <a:lnTo>
                    <a:pt x="1614072" y="1148327"/>
                  </a:lnTo>
                  <a:lnTo>
                    <a:pt x="1556949" y="1164794"/>
                  </a:lnTo>
                  <a:lnTo>
                    <a:pt x="1495474" y="1179484"/>
                  </a:lnTo>
                  <a:lnTo>
                    <a:pt x="1428789" y="1192619"/>
                  </a:lnTo>
                  <a:lnTo>
                    <a:pt x="1356201" y="1204392"/>
                  </a:lnTo>
                  <a:lnTo>
                    <a:pt x="1277328" y="1214959"/>
                  </a:lnTo>
                  <a:lnTo>
                    <a:pt x="1192271" y="1224432"/>
                  </a:lnTo>
                  <a:lnTo>
                    <a:pt x="1101834" y="1232879"/>
                  </a:lnTo>
                  <a:lnTo>
                    <a:pt x="1007729" y="1240327"/>
                  </a:lnTo>
                  <a:lnTo>
                    <a:pt x="912707" y="1246769"/>
                  </a:lnTo>
                  <a:lnTo>
                    <a:pt x="820500" y="1252182"/>
                  </a:lnTo>
                  <a:lnTo>
                    <a:pt x="735483" y="1256548"/>
                  </a:lnTo>
                  <a:lnTo>
                    <a:pt x="662013" y="1259876"/>
                  </a:lnTo>
                  <a:lnTo>
                    <a:pt x="603571" y="1262230"/>
                  </a:lnTo>
                  <a:lnTo>
                    <a:pt x="561930" y="1263730"/>
                  </a:lnTo>
                  <a:lnTo>
                    <a:pt x="536646" y="1264549"/>
                  </a:lnTo>
                  <a:lnTo>
                    <a:pt x="524983" y="1264890"/>
                  </a:lnTo>
                  <a:lnTo>
                    <a:pt x="522133" y="1264966"/>
                  </a:lnTo>
                  <a:lnTo>
                    <a:pt x="0" y="1264966"/>
                  </a:lnTo>
                  <a:close/>
                </a:path>
              </a:pathLst>
            </a:custGeom>
            <a:solidFill>
              <a:srgbClr val="8BC34A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1563" name="pl1563"/>
            <p:cNvSpPr/>
            <p:nvPr/>
          </p:nvSpPr>
          <p:spPr>
            <a:xfrm>
              <a:off x="386606" y="3783244"/>
              <a:ext cx="8554953" cy="1264966"/>
            </a:xfrm>
            <a:custGeom>
              <a:avLst/>
              <a:pathLst>
                <a:path w="8554953" h="1264966">
                  <a:moveTo>
                    <a:pt x="0" y="1264966"/>
                  </a:moveTo>
                  <a:lnTo>
                    <a:pt x="522133" y="1264966"/>
                  </a:lnTo>
                  <a:lnTo>
                    <a:pt x="523384" y="1264933"/>
                  </a:lnTo>
                  <a:lnTo>
                    <a:pt x="531565" y="1264702"/>
                  </a:lnTo>
                  <a:lnTo>
                    <a:pt x="552027" y="1264061"/>
                  </a:lnTo>
                  <a:lnTo>
                    <a:pt x="588201" y="1262803"/>
                  </a:lnTo>
                  <a:lnTo>
                    <a:pt x="641288" y="1260742"/>
                  </a:lnTo>
                  <a:lnTo>
                    <a:pt x="710198" y="1257739"/>
                  </a:lnTo>
                  <a:lnTo>
                    <a:pt x="791924" y="1253713"/>
                  </a:lnTo>
                  <a:lnTo>
                    <a:pt x="882294" y="1248639"/>
                  </a:lnTo>
                  <a:lnTo>
                    <a:pt x="976854" y="1242527"/>
                  </a:lnTo>
                  <a:lnTo>
                    <a:pt x="1071608" y="1235404"/>
                  </a:lnTo>
                  <a:lnTo>
                    <a:pt x="1163471" y="1227281"/>
                  </a:lnTo>
                  <a:lnTo>
                    <a:pt x="1250400" y="1218146"/>
                  </a:lnTo>
                  <a:lnTo>
                    <a:pt x="1331320" y="1207944"/>
                  </a:lnTo>
                  <a:lnTo>
                    <a:pt x="1405923" y="1196578"/>
                  </a:lnTo>
                  <a:lnTo>
                    <a:pt x="1474458" y="1183904"/>
                  </a:lnTo>
                  <a:lnTo>
                    <a:pt x="1537534" y="1169742"/>
                  </a:lnTo>
                  <a:lnTo>
                    <a:pt x="1595969" y="1153876"/>
                  </a:lnTo>
                  <a:lnTo>
                    <a:pt x="1650674" y="1136077"/>
                  </a:lnTo>
                  <a:lnTo>
                    <a:pt x="1702574" y="1116125"/>
                  </a:lnTo>
                  <a:lnTo>
                    <a:pt x="1752524" y="1093863"/>
                  </a:lnTo>
                  <a:lnTo>
                    <a:pt x="1768425" y="1086139"/>
                  </a:lnTo>
                  <a:lnTo>
                    <a:pt x="1817408" y="1060466"/>
                  </a:lnTo>
                  <a:lnTo>
                    <a:pt x="1865912" y="1032333"/>
                  </a:lnTo>
                  <a:lnTo>
                    <a:pt x="1914391" y="1001697"/>
                  </a:lnTo>
                  <a:lnTo>
                    <a:pt x="1963167" y="968592"/>
                  </a:lnTo>
                  <a:lnTo>
                    <a:pt x="2012440" y="933132"/>
                  </a:lnTo>
                  <a:lnTo>
                    <a:pt x="2062310" y="895520"/>
                  </a:lnTo>
                  <a:lnTo>
                    <a:pt x="2112784" y="856046"/>
                  </a:lnTo>
                  <a:lnTo>
                    <a:pt x="2163789" y="815083"/>
                  </a:lnTo>
                  <a:lnTo>
                    <a:pt x="2215189" y="773077"/>
                  </a:lnTo>
                  <a:lnTo>
                    <a:pt x="2266804" y="730522"/>
                  </a:lnTo>
                  <a:lnTo>
                    <a:pt x="2318428" y="687942"/>
                  </a:lnTo>
                  <a:lnTo>
                    <a:pt x="2369857" y="645861"/>
                  </a:lnTo>
                  <a:lnTo>
                    <a:pt x="2420906" y="604779"/>
                  </a:lnTo>
                  <a:lnTo>
                    <a:pt x="2471435" y="565145"/>
                  </a:lnTo>
                  <a:lnTo>
                    <a:pt x="2521364" y="527341"/>
                  </a:lnTo>
                  <a:lnTo>
                    <a:pt x="2570692" y="491665"/>
                  </a:lnTo>
                  <a:lnTo>
                    <a:pt x="2619508" y="458329"/>
                  </a:lnTo>
                  <a:lnTo>
                    <a:pt x="2668004" y="427455"/>
                  </a:lnTo>
                  <a:lnTo>
                    <a:pt x="2716488" y="399083"/>
                  </a:lnTo>
                  <a:lnTo>
                    <a:pt x="2765402" y="373179"/>
                  </a:lnTo>
                  <a:lnTo>
                    <a:pt x="2770117" y="370830"/>
                  </a:lnTo>
                  <a:lnTo>
                    <a:pt x="2819595" y="347805"/>
                  </a:lnTo>
                  <a:lnTo>
                    <a:pt x="2870774" y="327117"/>
                  </a:lnTo>
                  <a:lnTo>
                    <a:pt x="2924471" y="308642"/>
                  </a:lnTo>
                  <a:lnTo>
                    <a:pt x="2981593" y="292175"/>
                  </a:lnTo>
                  <a:lnTo>
                    <a:pt x="3043068" y="277485"/>
                  </a:lnTo>
                  <a:lnTo>
                    <a:pt x="3109754" y="264350"/>
                  </a:lnTo>
                  <a:lnTo>
                    <a:pt x="3182341" y="252577"/>
                  </a:lnTo>
                  <a:lnTo>
                    <a:pt x="3261215" y="242010"/>
                  </a:lnTo>
                  <a:lnTo>
                    <a:pt x="3346272" y="232537"/>
                  </a:lnTo>
                  <a:lnTo>
                    <a:pt x="3436708" y="224090"/>
                  </a:lnTo>
                  <a:lnTo>
                    <a:pt x="3530813" y="216642"/>
                  </a:lnTo>
                  <a:lnTo>
                    <a:pt x="3625835" y="210200"/>
                  </a:lnTo>
                  <a:lnTo>
                    <a:pt x="3718042" y="204787"/>
                  </a:lnTo>
                  <a:lnTo>
                    <a:pt x="3803060" y="200422"/>
                  </a:lnTo>
                  <a:lnTo>
                    <a:pt x="3876529" y="197093"/>
                  </a:lnTo>
                  <a:lnTo>
                    <a:pt x="3934972" y="194739"/>
                  </a:lnTo>
                  <a:lnTo>
                    <a:pt x="3976612" y="193239"/>
                  </a:lnTo>
                  <a:lnTo>
                    <a:pt x="4001896" y="192420"/>
                  </a:lnTo>
                  <a:lnTo>
                    <a:pt x="4013559" y="192079"/>
                  </a:lnTo>
                  <a:lnTo>
                    <a:pt x="4016365" y="192004"/>
                  </a:lnTo>
                  <a:lnTo>
                    <a:pt x="4016409" y="192003"/>
                  </a:lnTo>
                  <a:lnTo>
                    <a:pt x="4538543" y="192003"/>
                  </a:lnTo>
                  <a:lnTo>
                    <a:pt x="4539812" y="191997"/>
                  </a:lnTo>
                  <a:lnTo>
                    <a:pt x="4548109" y="191955"/>
                  </a:lnTo>
                  <a:lnTo>
                    <a:pt x="4568852" y="191839"/>
                  </a:lnTo>
                  <a:lnTo>
                    <a:pt x="4605496" y="191610"/>
                  </a:lnTo>
                  <a:lnTo>
                    <a:pt x="4659219" y="191236"/>
                  </a:lnTo>
                  <a:lnTo>
                    <a:pt x="4728866" y="190691"/>
                  </a:lnTo>
                  <a:lnTo>
                    <a:pt x="4811342" y="189961"/>
                  </a:lnTo>
                  <a:lnTo>
                    <a:pt x="4902392" y="189042"/>
                  </a:lnTo>
                  <a:lnTo>
                    <a:pt x="4997501" y="187935"/>
                  </a:lnTo>
                  <a:lnTo>
                    <a:pt x="5092647" y="186646"/>
                  </a:lnTo>
                  <a:lnTo>
                    <a:pt x="5184747" y="185176"/>
                  </a:lnTo>
                  <a:lnTo>
                    <a:pt x="5271783" y="183522"/>
                  </a:lnTo>
                  <a:lnTo>
                    <a:pt x="5352713" y="181675"/>
                  </a:lnTo>
                  <a:lnTo>
                    <a:pt x="5427265" y="179616"/>
                  </a:lnTo>
                  <a:lnTo>
                    <a:pt x="5495723" y="177319"/>
                  </a:lnTo>
                  <a:lnTo>
                    <a:pt x="5558723" y="174750"/>
                  </a:lnTo>
                  <a:lnTo>
                    <a:pt x="5617105" y="171870"/>
                  </a:lnTo>
                  <a:lnTo>
                    <a:pt x="5671802" y="168637"/>
                  </a:lnTo>
                  <a:lnTo>
                    <a:pt x="5723745" y="165012"/>
                  </a:lnTo>
                  <a:lnTo>
                    <a:pt x="5773793" y="160968"/>
                  </a:lnTo>
                  <a:lnTo>
                    <a:pt x="5784835" y="160003"/>
                  </a:lnTo>
                  <a:lnTo>
                    <a:pt x="5838877" y="154906"/>
                  </a:lnTo>
                  <a:lnTo>
                    <a:pt x="5892398" y="149271"/>
                  </a:lnTo>
                  <a:lnTo>
                    <a:pt x="5945980" y="143090"/>
                  </a:lnTo>
                  <a:lnTo>
                    <a:pt x="6000012" y="136377"/>
                  </a:lnTo>
                  <a:lnTo>
                    <a:pt x="6054713" y="129167"/>
                  </a:lnTo>
                  <a:lnTo>
                    <a:pt x="6110158" y="121518"/>
                  </a:lnTo>
                  <a:lnTo>
                    <a:pt x="6166291" y="113512"/>
                  </a:lnTo>
                  <a:lnTo>
                    <a:pt x="6222956" y="105251"/>
                  </a:lnTo>
                  <a:lnTo>
                    <a:pt x="6279922" y="96852"/>
                  </a:lnTo>
                  <a:lnTo>
                    <a:pt x="6336916" y="88441"/>
                  </a:lnTo>
                  <a:lnTo>
                    <a:pt x="6393663" y="80142"/>
                  </a:lnTo>
                  <a:lnTo>
                    <a:pt x="6449919" y="72076"/>
                  </a:lnTo>
                  <a:lnTo>
                    <a:pt x="6505510" y="64348"/>
                  </a:lnTo>
                  <a:lnTo>
                    <a:pt x="6560360" y="57044"/>
                  </a:lnTo>
                  <a:lnTo>
                    <a:pt x="6614515" y="50226"/>
                  </a:lnTo>
                  <a:lnTo>
                    <a:pt x="6668162" y="43937"/>
                  </a:lnTo>
                  <a:lnTo>
                    <a:pt x="6721656" y="38191"/>
                  </a:lnTo>
                  <a:lnTo>
                    <a:pt x="6775535" y="32987"/>
                  </a:lnTo>
                  <a:lnTo>
                    <a:pt x="6786527" y="32000"/>
                  </a:lnTo>
                  <a:lnTo>
                    <a:pt x="6836253" y="27861"/>
                  </a:lnTo>
                  <a:lnTo>
                    <a:pt x="6887701" y="24143"/>
                  </a:lnTo>
                  <a:lnTo>
                    <a:pt x="6941700" y="20825"/>
                  </a:lnTo>
                  <a:lnTo>
                    <a:pt x="6999173" y="17870"/>
                  </a:lnTo>
                  <a:lnTo>
                    <a:pt x="7061060" y="15235"/>
                  </a:lnTo>
                  <a:lnTo>
                    <a:pt x="7128228" y="12880"/>
                  </a:lnTo>
                  <a:lnTo>
                    <a:pt x="7201374" y="10770"/>
                  </a:lnTo>
                  <a:lnTo>
                    <a:pt x="7280873" y="8877"/>
                  </a:lnTo>
                  <a:lnTo>
                    <a:pt x="7366599" y="7182"/>
                  </a:lnTo>
                  <a:lnTo>
                    <a:pt x="7457701" y="5671"/>
                  </a:lnTo>
                  <a:lnTo>
                    <a:pt x="7552395" y="4341"/>
                  </a:lnTo>
                  <a:lnTo>
                    <a:pt x="7647833" y="3193"/>
                  </a:lnTo>
                  <a:lnTo>
                    <a:pt x="7740179" y="2231"/>
                  </a:lnTo>
                  <a:lnTo>
                    <a:pt x="7824972" y="1459"/>
                  </a:lnTo>
                  <a:lnTo>
                    <a:pt x="7897821" y="873"/>
                  </a:lnTo>
                  <a:lnTo>
                    <a:pt x="7955295" y="463"/>
                  </a:lnTo>
                  <a:lnTo>
                    <a:pt x="7995753" y="204"/>
                  </a:lnTo>
                  <a:lnTo>
                    <a:pt x="8019838" y="66"/>
                  </a:lnTo>
                  <a:lnTo>
                    <a:pt x="8030520" y="10"/>
                  </a:lnTo>
                  <a:lnTo>
                    <a:pt x="8032804" y="0"/>
                  </a:lnTo>
                  <a:lnTo>
                    <a:pt x="8032819" y="0"/>
                  </a:lnTo>
                  <a:lnTo>
                    <a:pt x="8554953" y="0"/>
                  </a:lnTo>
                  <a:lnTo>
                    <a:pt x="8554953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564" name="pl1564"/>
            <p:cNvSpPr/>
            <p:nvPr/>
          </p:nvSpPr>
          <p:spPr>
            <a:xfrm>
              <a:off x="386606" y="3777596"/>
              <a:ext cx="8554953" cy="1264966"/>
            </a:xfrm>
            <a:custGeom>
              <a:avLst/>
              <a:pathLst>
                <a:path w="8554953" h="1264966">
                  <a:moveTo>
                    <a:pt x="8554953" y="0"/>
                  </a:moveTo>
                  <a:lnTo>
                    <a:pt x="8032819" y="0"/>
                  </a:lnTo>
                  <a:lnTo>
                    <a:pt x="8031550" y="5"/>
                  </a:lnTo>
                  <a:lnTo>
                    <a:pt x="8023253" y="47"/>
                  </a:lnTo>
                  <a:lnTo>
                    <a:pt x="8002510" y="164"/>
                  </a:lnTo>
                  <a:lnTo>
                    <a:pt x="7965866" y="392"/>
                  </a:lnTo>
                  <a:lnTo>
                    <a:pt x="7912143" y="767"/>
                  </a:lnTo>
                  <a:lnTo>
                    <a:pt x="7842496" y="1311"/>
                  </a:lnTo>
                  <a:lnTo>
                    <a:pt x="7760020" y="2041"/>
                  </a:lnTo>
                  <a:lnTo>
                    <a:pt x="7668970" y="2961"/>
                  </a:lnTo>
                  <a:lnTo>
                    <a:pt x="7573861" y="4068"/>
                  </a:lnTo>
                  <a:lnTo>
                    <a:pt x="7478715" y="5357"/>
                  </a:lnTo>
                  <a:lnTo>
                    <a:pt x="7386615" y="6827"/>
                  </a:lnTo>
                  <a:lnTo>
                    <a:pt x="7299579" y="8481"/>
                  </a:lnTo>
                  <a:lnTo>
                    <a:pt x="7218649" y="10328"/>
                  </a:lnTo>
                  <a:lnTo>
                    <a:pt x="7144097" y="12386"/>
                  </a:lnTo>
                  <a:lnTo>
                    <a:pt x="7075639" y="14684"/>
                  </a:lnTo>
                  <a:lnTo>
                    <a:pt x="7012639" y="17253"/>
                  </a:lnTo>
                  <a:lnTo>
                    <a:pt x="6954257" y="20132"/>
                  </a:lnTo>
                  <a:lnTo>
                    <a:pt x="6899560" y="23365"/>
                  </a:lnTo>
                  <a:lnTo>
                    <a:pt x="6847617" y="26990"/>
                  </a:lnTo>
                  <a:lnTo>
                    <a:pt x="6797569" y="31035"/>
                  </a:lnTo>
                  <a:lnTo>
                    <a:pt x="6786527" y="32000"/>
                  </a:lnTo>
                  <a:lnTo>
                    <a:pt x="6732485" y="37097"/>
                  </a:lnTo>
                  <a:lnTo>
                    <a:pt x="6678964" y="42732"/>
                  </a:lnTo>
                  <a:lnTo>
                    <a:pt x="6625382" y="48913"/>
                  </a:lnTo>
                  <a:lnTo>
                    <a:pt x="6571350" y="55626"/>
                  </a:lnTo>
                  <a:lnTo>
                    <a:pt x="6516649" y="62836"/>
                  </a:lnTo>
                  <a:lnTo>
                    <a:pt x="6461204" y="70485"/>
                  </a:lnTo>
                  <a:lnTo>
                    <a:pt x="6405071" y="78491"/>
                  </a:lnTo>
                  <a:lnTo>
                    <a:pt x="6348406" y="86751"/>
                  </a:lnTo>
                  <a:lnTo>
                    <a:pt x="6291440" y="95150"/>
                  </a:lnTo>
                  <a:lnTo>
                    <a:pt x="6234446" y="103562"/>
                  </a:lnTo>
                  <a:lnTo>
                    <a:pt x="6177699" y="111861"/>
                  </a:lnTo>
                  <a:lnTo>
                    <a:pt x="6121443" y="119927"/>
                  </a:lnTo>
                  <a:lnTo>
                    <a:pt x="6065851" y="127655"/>
                  </a:lnTo>
                  <a:lnTo>
                    <a:pt x="6011002" y="134959"/>
                  </a:lnTo>
                  <a:lnTo>
                    <a:pt x="5956847" y="141776"/>
                  </a:lnTo>
                  <a:lnTo>
                    <a:pt x="5903200" y="148066"/>
                  </a:lnTo>
                  <a:lnTo>
                    <a:pt x="5849706" y="153811"/>
                  </a:lnTo>
                  <a:lnTo>
                    <a:pt x="5795827" y="159016"/>
                  </a:lnTo>
                  <a:lnTo>
                    <a:pt x="5784835" y="160003"/>
                  </a:lnTo>
                  <a:lnTo>
                    <a:pt x="5735109" y="164142"/>
                  </a:lnTo>
                  <a:lnTo>
                    <a:pt x="5683661" y="167860"/>
                  </a:lnTo>
                  <a:lnTo>
                    <a:pt x="5629662" y="171177"/>
                  </a:lnTo>
                  <a:lnTo>
                    <a:pt x="5572188" y="174133"/>
                  </a:lnTo>
                  <a:lnTo>
                    <a:pt x="5510302" y="176768"/>
                  </a:lnTo>
                  <a:lnTo>
                    <a:pt x="5443134" y="179123"/>
                  </a:lnTo>
                  <a:lnTo>
                    <a:pt x="5369988" y="181233"/>
                  </a:lnTo>
                  <a:lnTo>
                    <a:pt x="5290489" y="183125"/>
                  </a:lnTo>
                  <a:lnTo>
                    <a:pt x="5204763" y="184821"/>
                  </a:lnTo>
                  <a:lnTo>
                    <a:pt x="5113661" y="186332"/>
                  </a:lnTo>
                  <a:lnTo>
                    <a:pt x="5018967" y="187662"/>
                  </a:lnTo>
                  <a:lnTo>
                    <a:pt x="4923529" y="188810"/>
                  </a:lnTo>
                  <a:lnTo>
                    <a:pt x="4831183" y="189772"/>
                  </a:lnTo>
                  <a:lnTo>
                    <a:pt x="4746390" y="190544"/>
                  </a:lnTo>
                  <a:lnTo>
                    <a:pt x="4673541" y="191130"/>
                  </a:lnTo>
                  <a:lnTo>
                    <a:pt x="4616067" y="191540"/>
                  </a:lnTo>
                  <a:lnTo>
                    <a:pt x="4575609" y="191799"/>
                  </a:lnTo>
                  <a:lnTo>
                    <a:pt x="4551524" y="191937"/>
                  </a:lnTo>
                  <a:lnTo>
                    <a:pt x="4540841" y="191992"/>
                  </a:lnTo>
                  <a:lnTo>
                    <a:pt x="4538558" y="192003"/>
                  </a:lnTo>
                  <a:lnTo>
                    <a:pt x="4538543" y="192003"/>
                  </a:lnTo>
                  <a:lnTo>
                    <a:pt x="4016409" y="192003"/>
                  </a:lnTo>
                  <a:lnTo>
                    <a:pt x="4015158" y="192036"/>
                  </a:lnTo>
                  <a:lnTo>
                    <a:pt x="4006978" y="192267"/>
                  </a:lnTo>
                  <a:lnTo>
                    <a:pt x="3986516" y="192908"/>
                  </a:lnTo>
                  <a:lnTo>
                    <a:pt x="3950341" y="194166"/>
                  </a:lnTo>
                  <a:lnTo>
                    <a:pt x="3897254" y="196227"/>
                  </a:lnTo>
                  <a:lnTo>
                    <a:pt x="3828344" y="199230"/>
                  </a:lnTo>
                  <a:lnTo>
                    <a:pt x="3746618" y="203256"/>
                  </a:lnTo>
                  <a:lnTo>
                    <a:pt x="3656248" y="208330"/>
                  </a:lnTo>
                  <a:lnTo>
                    <a:pt x="3561689" y="214442"/>
                  </a:lnTo>
                  <a:lnTo>
                    <a:pt x="3466934" y="221566"/>
                  </a:lnTo>
                  <a:lnTo>
                    <a:pt x="3375071" y="229688"/>
                  </a:lnTo>
                  <a:lnTo>
                    <a:pt x="3288142" y="238823"/>
                  </a:lnTo>
                  <a:lnTo>
                    <a:pt x="3207222" y="249025"/>
                  </a:lnTo>
                  <a:lnTo>
                    <a:pt x="3132619" y="260392"/>
                  </a:lnTo>
                  <a:lnTo>
                    <a:pt x="3064084" y="273065"/>
                  </a:lnTo>
                  <a:lnTo>
                    <a:pt x="3001008" y="287228"/>
                  </a:lnTo>
                  <a:lnTo>
                    <a:pt x="2942574" y="303093"/>
                  </a:lnTo>
                  <a:lnTo>
                    <a:pt x="2887868" y="320892"/>
                  </a:lnTo>
                  <a:lnTo>
                    <a:pt x="2835968" y="340844"/>
                  </a:lnTo>
                  <a:lnTo>
                    <a:pt x="2786018" y="363106"/>
                  </a:lnTo>
                  <a:lnTo>
                    <a:pt x="2770117" y="370830"/>
                  </a:lnTo>
                  <a:lnTo>
                    <a:pt x="2721135" y="396503"/>
                  </a:lnTo>
                  <a:lnTo>
                    <a:pt x="2672630" y="424636"/>
                  </a:lnTo>
                  <a:lnTo>
                    <a:pt x="2624151" y="455272"/>
                  </a:lnTo>
                  <a:lnTo>
                    <a:pt x="2575375" y="488377"/>
                  </a:lnTo>
                  <a:lnTo>
                    <a:pt x="2526102" y="523837"/>
                  </a:lnTo>
                  <a:lnTo>
                    <a:pt x="2476232" y="561449"/>
                  </a:lnTo>
                  <a:lnTo>
                    <a:pt x="2425758" y="600924"/>
                  </a:lnTo>
                  <a:lnTo>
                    <a:pt x="2374753" y="641886"/>
                  </a:lnTo>
                  <a:lnTo>
                    <a:pt x="2323353" y="683892"/>
                  </a:lnTo>
                  <a:lnTo>
                    <a:pt x="2271738" y="726447"/>
                  </a:lnTo>
                  <a:lnTo>
                    <a:pt x="2220114" y="769027"/>
                  </a:lnTo>
                  <a:lnTo>
                    <a:pt x="2168685" y="811108"/>
                  </a:lnTo>
                  <a:lnTo>
                    <a:pt x="2117636" y="852190"/>
                  </a:lnTo>
                  <a:lnTo>
                    <a:pt x="2067107" y="891824"/>
                  </a:lnTo>
                  <a:lnTo>
                    <a:pt x="2017178" y="929628"/>
                  </a:lnTo>
                  <a:lnTo>
                    <a:pt x="1967850" y="965304"/>
                  </a:lnTo>
                  <a:lnTo>
                    <a:pt x="1919034" y="998640"/>
                  </a:lnTo>
                  <a:lnTo>
                    <a:pt x="1870538" y="1029514"/>
                  </a:lnTo>
                  <a:lnTo>
                    <a:pt x="1822054" y="1057886"/>
                  </a:lnTo>
                  <a:lnTo>
                    <a:pt x="1773140" y="1083790"/>
                  </a:lnTo>
                  <a:lnTo>
                    <a:pt x="1768425" y="1086139"/>
                  </a:lnTo>
                  <a:lnTo>
                    <a:pt x="1718948" y="1109164"/>
                  </a:lnTo>
                  <a:lnTo>
                    <a:pt x="1667768" y="1129852"/>
                  </a:lnTo>
                  <a:lnTo>
                    <a:pt x="1614072" y="1148327"/>
                  </a:lnTo>
                  <a:lnTo>
                    <a:pt x="1556949" y="1164794"/>
                  </a:lnTo>
                  <a:lnTo>
                    <a:pt x="1495474" y="1179484"/>
                  </a:lnTo>
                  <a:lnTo>
                    <a:pt x="1428789" y="1192619"/>
                  </a:lnTo>
                  <a:lnTo>
                    <a:pt x="1356201" y="1204392"/>
                  </a:lnTo>
                  <a:lnTo>
                    <a:pt x="1277328" y="1214959"/>
                  </a:lnTo>
                  <a:lnTo>
                    <a:pt x="1192271" y="1224432"/>
                  </a:lnTo>
                  <a:lnTo>
                    <a:pt x="1101834" y="1232879"/>
                  </a:lnTo>
                  <a:lnTo>
                    <a:pt x="1007729" y="1240327"/>
                  </a:lnTo>
                  <a:lnTo>
                    <a:pt x="912707" y="1246769"/>
                  </a:lnTo>
                  <a:lnTo>
                    <a:pt x="820500" y="1252182"/>
                  </a:lnTo>
                  <a:lnTo>
                    <a:pt x="735483" y="1256548"/>
                  </a:lnTo>
                  <a:lnTo>
                    <a:pt x="662013" y="1259876"/>
                  </a:lnTo>
                  <a:lnTo>
                    <a:pt x="603571" y="1262230"/>
                  </a:lnTo>
                  <a:lnTo>
                    <a:pt x="561930" y="1263730"/>
                  </a:lnTo>
                  <a:lnTo>
                    <a:pt x="536646" y="1264549"/>
                  </a:lnTo>
                  <a:lnTo>
                    <a:pt x="524983" y="1264890"/>
                  </a:lnTo>
                  <a:lnTo>
                    <a:pt x="522177" y="1264965"/>
                  </a:lnTo>
                  <a:lnTo>
                    <a:pt x="522133" y="1264966"/>
                  </a:lnTo>
                  <a:lnTo>
                    <a:pt x="0" y="1264966"/>
                  </a:lnTo>
                  <a:lnTo>
                    <a:pt x="0" y="1264966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565" name="pg1565"/>
            <p:cNvSpPr/>
            <p:nvPr/>
          </p:nvSpPr>
          <p:spPr>
            <a:xfrm>
              <a:off x="386606" y="479648"/>
              <a:ext cx="8554953" cy="4438676"/>
            </a:xfrm>
            <a:custGeom>
              <a:avLst/>
              <a:pathLst>
                <a:path w="8554953" h="4438676">
                  <a:moveTo>
                    <a:pt x="0" y="4438676"/>
                  </a:moveTo>
                  <a:lnTo>
                    <a:pt x="522133" y="4438676"/>
                  </a:lnTo>
                  <a:lnTo>
                    <a:pt x="523024" y="4438581"/>
                  </a:lnTo>
                  <a:lnTo>
                    <a:pt x="528899" y="4437906"/>
                  </a:lnTo>
                  <a:lnTo>
                    <a:pt x="543753" y="4436040"/>
                  </a:lnTo>
                  <a:lnTo>
                    <a:pt x="570415" y="4432365"/>
                  </a:lnTo>
                  <a:lnTo>
                    <a:pt x="610358" y="4426302"/>
                  </a:lnTo>
                  <a:lnTo>
                    <a:pt x="663590" y="4417370"/>
                  </a:lnTo>
                  <a:lnTo>
                    <a:pt x="728732" y="4405229"/>
                  </a:lnTo>
                  <a:lnTo>
                    <a:pt x="803333" y="4389692"/>
                  </a:lnTo>
                  <a:lnTo>
                    <a:pt x="884339" y="4370711"/>
                  </a:lnTo>
                  <a:lnTo>
                    <a:pt x="968592" y="4348327"/>
                  </a:lnTo>
                  <a:lnTo>
                    <a:pt x="1053237" y="4322613"/>
                  </a:lnTo>
                  <a:lnTo>
                    <a:pt x="1135985" y="4293621"/>
                  </a:lnTo>
                  <a:lnTo>
                    <a:pt x="1215206" y="4261334"/>
                  </a:lnTo>
                  <a:lnTo>
                    <a:pt x="1289910" y="4225637"/>
                  </a:lnTo>
                  <a:lnTo>
                    <a:pt x="1359648" y="4186304"/>
                  </a:lnTo>
                  <a:lnTo>
                    <a:pt x="1424392" y="4142995"/>
                  </a:lnTo>
                  <a:lnTo>
                    <a:pt x="1484415" y="4095255"/>
                  </a:lnTo>
                  <a:lnTo>
                    <a:pt x="1540189" y="4042528"/>
                  </a:lnTo>
                  <a:lnTo>
                    <a:pt x="1592305" y="3984179"/>
                  </a:lnTo>
                  <a:lnTo>
                    <a:pt x="1641411" y="3919532"/>
                  </a:lnTo>
                  <a:lnTo>
                    <a:pt x="1688163" y="3847933"/>
                  </a:lnTo>
                  <a:lnTo>
                    <a:pt x="1733185" y="3768857"/>
                  </a:lnTo>
                  <a:lnTo>
                    <a:pt x="1768425" y="3699838"/>
                  </a:lnTo>
                  <a:lnTo>
                    <a:pt x="1799273" y="3634392"/>
                  </a:lnTo>
                  <a:lnTo>
                    <a:pt x="1829855" y="3564982"/>
                  </a:lnTo>
                  <a:lnTo>
                    <a:pt x="1860301" y="3491528"/>
                  </a:lnTo>
                  <a:lnTo>
                    <a:pt x="1890723" y="3413993"/>
                  </a:lnTo>
                  <a:lnTo>
                    <a:pt x="1921209" y="3332385"/>
                  </a:lnTo>
                  <a:lnTo>
                    <a:pt x="1951827" y="3246764"/>
                  </a:lnTo>
                  <a:lnTo>
                    <a:pt x="1982629" y="3157242"/>
                  </a:lnTo>
                  <a:lnTo>
                    <a:pt x="2013650" y="3063988"/>
                  </a:lnTo>
                  <a:lnTo>
                    <a:pt x="2044909" y="2967228"/>
                  </a:lnTo>
                  <a:lnTo>
                    <a:pt x="2076410" y="2867247"/>
                  </a:lnTo>
                  <a:lnTo>
                    <a:pt x="2108146" y="2764383"/>
                  </a:lnTo>
                  <a:lnTo>
                    <a:pt x="2140096" y="2659027"/>
                  </a:lnTo>
                  <a:lnTo>
                    <a:pt x="2172230" y="2551617"/>
                  </a:lnTo>
                  <a:lnTo>
                    <a:pt x="2204511" y="2442629"/>
                  </a:lnTo>
                  <a:lnTo>
                    <a:pt x="2236892" y="2332572"/>
                  </a:lnTo>
                  <a:lnTo>
                    <a:pt x="2269326" y="2221975"/>
                  </a:lnTo>
                  <a:lnTo>
                    <a:pt x="2301759" y="2111380"/>
                  </a:lnTo>
                  <a:lnTo>
                    <a:pt x="2334140" y="2001325"/>
                  </a:lnTo>
                  <a:lnTo>
                    <a:pt x="2366420" y="1892342"/>
                  </a:lnTo>
                  <a:lnTo>
                    <a:pt x="2398554" y="1784938"/>
                  </a:lnTo>
                  <a:lnTo>
                    <a:pt x="2430504" y="1679590"/>
                  </a:lnTo>
                  <a:lnTo>
                    <a:pt x="2462239" y="1576735"/>
                  </a:lnTo>
                  <a:lnTo>
                    <a:pt x="2493739" y="1476764"/>
                  </a:lnTo>
                  <a:lnTo>
                    <a:pt x="2524997" y="1380016"/>
                  </a:lnTo>
                  <a:lnTo>
                    <a:pt x="2556017" y="1286774"/>
                  </a:lnTo>
                  <a:lnTo>
                    <a:pt x="2586818" y="1197264"/>
                  </a:lnTo>
                  <a:lnTo>
                    <a:pt x="2617436" y="1111656"/>
                  </a:lnTo>
                  <a:lnTo>
                    <a:pt x="2647921" y="1030062"/>
                  </a:lnTo>
                  <a:lnTo>
                    <a:pt x="2678343" y="952541"/>
                  </a:lnTo>
                  <a:lnTo>
                    <a:pt x="2708790" y="879101"/>
                  </a:lnTo>
                  <a:lnTo>
                    <a:pt x="2739372" y="809705"/>
                  </a:lnTo>
                  <a:lnTo>
                    <a:pt x="2770117" y="744485"/>
                  </a:lnTo>
                  <a:lnTo>
                    <a:pt x="2814149" y="659222"/>
                  </a:lnTo>
                  <a:lnTo>
                    <a:pt x="2859466" y="581654"/>
                  </a:lnTo>
                  <a:lnTo>
                    <a:pt x="2906633" y="511477"/>
                  </a:lnTo>
                  <a:lnTo>
                    <a:pt x="2956281" y="448129"/>
                  </a:lnTo>
                  <a:lnTo>
                    <a:pt x="3009070" y="390945"/>
                  </a:lnTo>
                  <a:lnTo>
                    <a:pt x="3065641" y="339252"/>
                  </a:lnTo>
                  <a:lnTo>
                    <a:pt x="3126565" y="292429"/>
                  </a:lnTo>
                  <a:lnTo>
                    <a:pt x="3192282" y="249939"/>
                  </a:lnTo>
                  <a:lnTo>
                    <a:pt x="3263016" y="211349"/>
                  </a:lnTo>
                  <a:lnTo>
                    <a:pt x="3338663" y="176340"/>
                  </a:lnTo>
                  <a:lnTo>
                    <a:pt x="3418680" y="144710"/>
                  </a:lnTo>
                  <a:lnTo>
                    <a:pt x="3501953" y="116365"/>
                  </a:lnTo>
                  <a:lnTo>
                    <a:pt x="3586722" y="91304"/>
                  </a:lnTo>
                  <a:lnTo>
                    <a:pt x="3670574" y="69587"/>
                  </a:lnTo>
                  <a:lnTo>
                    <a:pt x="3750568" y="51285"/>
                  </a:lnTo>
                  <a:lnTo>
                    <a:pt x="3823529" y="36428"/>
                  </a:lnTo>
                  <a:lnTo>
                    <a:pt x="3886483" y="24940"/>
                  </a:lnTo>
                  <a:lnTo>
                    <a:pt x="3937156" y="16608"/>
                  </a:lnTo>
                  <a:lnTo>
                    <a:pt x="3974426" y="11059"/>
                  </a:lnTo>
                  <a:lnTo>
                    <a:pt x="3998591" y="7789"/>
                  </a:lnTo>
                  <a:lnTo>
                    <a:pt x="4011405" y="6208"/>
                  </a:lnTo>
                  <a:lnTo>
                    <a:pt x="4015944" y="5695"/>
                  </a:lnTo>
                  <a:lnTo>
                    <a:pt x="4016409" y="5647"/>
                  </a:lnTo>
                  <a:lnTo>
                    <a:pt x="4538543" y="5647"/>
                  </a:lnTo>
                  <a:lnTo>
                    <a:pt x="4539763" y="5699"/>
                  </a:lnTo>
                  <a:lnTo>
                    <a:pt x="4547749" y="6069"/>
                  </a:lnTo>
                  <a:lnTo>
                    <a:pt x="4567740" y="7095"/>
                  </a:lnTo>
                  <a:lnTo>
                    <a:pt x="4603125" y="9110"/>
                  </a:lnTo>
                  <a:lnTo>
                    <a:pt x="4655142" y="12412"/>
                  </a:lnTo>
                  <a:lnTo>
                    <a:pt x="4722807" y="17227"/>
                  </a:lnTo>
                  <a:lnTo>
                    <a:pt x="4803259" y="23690"/>
                  </a:lnTo>
                  <a:lnTo>
                    <a:pt x="4892468" y="31845"/>
                  </a:lnTo>
                  <a:lnTo>
                    <a:pt x="4986082" y="41678"/>
                  </a:lnTo>
                  <a:lnTo>
                    <a:pt x="5080155" y="53148"/>
                  </a:lnTo>
                  <a:lnTo>
                    <a:pt x="5171598" y="66231"/>
                  </a:lnTo>
                  <a:lnTo>
                    <a:pt x="5258332" y="80944"/>
                  </a:lnTo>
                  <a:lnTo>
                    <a:pt x="5339223" y="97368"/>
                  </a:lnTo>
                  <a:lnTo>
                    <a:pt x="5413906" y="115652"/>
                  </a:lnTo>
                  <a:lnTo>
                    <a:pt x="5482571" y="136016"/>
                  </a:lnTo>
                  <a:lnTo>
                    <a:pt x="5545778" y="158744"/>
                  </a:lnTo>
                  <a:lnTo>
                    <a:pt x="5604306" y="184172"/>
                  </a:lnTo>
                  <a:lnTo>
                    <a:pt x="5659037" y="212670"/>
                  </a:lnTo>
                  <a:lnTo>
                    <a:pt x="5710874" y="244595"/>
                  </a:lnTo>
                  <a:lnTo>
                    <a:pt x="5760668" y="280221"/>
                  </a:lnTo>
                  <a:lnTo>
                    <a:pt x="5784835" y="299300"/>
                  </a:lnTo>
                  <a:lnTo>
                    <a:pt x="5828605" y="336752"/>
                  </a:lnTo>
                  <a:lnTo>
                    <a:pt x="5871951" y="377417"/>
                  </a:lnTo>
                  <a:lnTo>
                    <a:pt x="5915211" y="421356"/>
                  </a:lnTo>
                  <a:lnTo>
                    <a:pt x="5958637" y="468555"/>
                  </a:lnTo>
                  <a:lnTo>
                    <a:pt x="6002403" y="518918"/>
                  </a:lnTo>
                  <a:lnTo>
                    <a:pt x="6046614" y="572257"/>
                  </a:lnTo>
                  <a:lnTo>
                    <a:pt x="6091312" y="628293"/>
                  </a:lnTo>
                  <a:lnTo>
                    <a:pt x="6136484" y="686655"/>
                  </a:lnTo>
                  <a:lnTo>
                    <a:pt x="6182066" y="746889"/>
                  </a:lnTo>
                  <a:lnTo>
                    <a:pt x="6227960" y="808469"/>
                  </a:lnTo>
                  <a:lnTo>
                    <a:pt x="6274036" y="870815"/>
                  </a:lnTo>
                  <a:lnTo>
                    <a:pt x="6320150" y="933318"/>
                  </a:lnTo>
                  <a:lnTo>
                    <a:pt x="6366153" y="995359"/>
                  </a:lnTo>
                  <a:lnTo>
                    <a:pt x="6411907" y="1056342"/>
                  </a:lnTo>
                  <a:lnTo>
                    <a:pt x="6457297" y="1115712"/>
                  </a:lnTo>
                  <a:lnTo>
                    <a:pt x="6502238" y="1172974"/>
                  </a:lnTo>
                  <a:lnTo>
                    <a:pt x="6546694" y="1227716"/>
                  </a:lnTo>
                  <a:lnTo>
                    <a:pt x="6590676" y="1279611"/>
                  </a:lnTo>
                  <a:lnTo>
                    <a:pt x="6634256" y="1328425"/>
                  </a:lnTo>
                  <a:lnTo>
                    <a:pt x="6677574" y="1374016"/>
                  </a:lnTo>
                  <a:lnTo>
                    <a:pt x="6720839" y="1416332"/>
                  </a:lnTo>
                  <a:lnTo>
                    <a:pt x="6764347" y="1455395"/>
                  </a:lnTo>
                  <a:lnTo>
                    <a:pt x="6786527" y="1473911"/>
                  </a:lnTo>
                  <a:lnTo>
                    <a:pt x="6835584" y="1511420"/>
                  </a:lnTo>
                  <a:lnTo>
                    <a:pt x="6886308" y="1545155"/>
                  </a:lnTo>
                  <a:lnTo>
                    <a:pt x="6939493" y="1575311"/>
                  </a:lnTo>
                  <a:lnTo>
                    <a:pt x="6996024" y="1602215"/>
                  </a:lnTo>
                  <a:lnTo>
                    <a:pt x="7056804" y="1626238"/>
                  </a:lnTo>
                  <a:lnTo>
                    <a:pt x="7122675" y="1647735"/>
                  </a:lnTo>
                  <a:lnTo>
                    <a:pt x="7194322" y="1667019"/>
                  </a:lnTo>
                  <a:lnTo>
                    <a:pt x="7272141" y="1684342"/>
                  </a:lnTo>
                  <a:lnTo>
                    <a:pt x="7356066" y="1699890"/>
                  </a:lnTo>
                  <a:lnTo>
                    <a:pt x="7445371" y="1713775"/>
                  </a:lnTo>
                  <a:lnTo>
                    <a:pt x="7538463" y="1726046"/>
                  </a:lnTo>
                  <a:lnTo>
                    <a:pt x="7632751" y="1736696"/>
                  </a:lnTo>
                  <a:lnTo>
                    <a:pt x="7724678" y="1745688"/>
                  </a:lnTo>
                  <a:lnTo>
                    <a:pt x="7810016" y="1752989"/>
                  </a:lnTo>
                  <a:lnTo>
                    <a:pt x="7884474" y="1758611"/>
                  </a:lnTo>
                  <a:lnTo>
                    <a:pt x="7944505" y="1762640"/>
                  </a:lnTo>
                  <a:lnTo>
                    <a:pt x="7988126" y="1765260"/>
                  </a:lnTo>
                  <a:lnTo>
                    <a:pt x="8015457" y="1766736"/>
                  </a:lnTo>
                  <a:lnTo>
                    <a:pt x="8028850" y="1767389"/>
                  </a:lnTo>
                  <a:lnTo>
                    <a:pt x="8032666" y="1767558"/>
                  </a:lnTo>
                  <a:lnTo>
                    <a:pt x="8032819" y="1767564"/>
                  </a:lnTo>
                  <a:lnTo>
                    <a:pt x="8554953" y="1767564"/>
                  </a:lnTo>
                  <a:lnTo>
                    <a:pt x="8554953" y="1761917"/>
                  </a:lnTo>
                  <a:lnTo>
                    <a:pt x="8032819" y="1761917"/>
                  </a:lnTo>
                  <a:lnTo>
                    <a:pt x="8031599" y="1761865"/>
                  </a:lnTo>
                  <a:lnTo>
                    <a:pt x="8023613" y="1761494"/>
                  </a:lnTo>
                  <a:lnTo>
                    <a:pt x="8003622" y="1760469"/>
                  </a:lnTo>
                  <a:lnTo>
                    <a:pt x="7968237" y="1758454"/>
                  </a:lnTo>
                  <a:lnTo>
                    <a:pt x="7916220" y="1755152"/>
                  </a:lnTo>
                  <a:lnTo>
                    <a:pt x="7848555" y="1750337"/>
                  </a:lnTo>
                  <a:lnTo>
                    <a:pt x="7768103" y="1743874"/>
                  </a:lnTo>
                  <a:lnTo>
                    <a:pt x="7678894" y="1735718"/>
                  </a:lnTo>
                  <a:lnTo>
                    <a:pt x="7585280" y="1725886"/>
                  </a:lnTo>
                  <a:lnTo>
                    <a:pt x="7491207" y="1714415"/>
                  </a:lnTo>
                  <a:lnTo>
                    <a:pt x="7399764" y="1701333"/>
                  </a:lnTo>
                  <a:lnTo>
                    <a:pt x="7313030" y="1686620"/>
                  </a:lnTo>
                  <a:lnTo>
                    <a:pt x="7232139" y="1670196"/>
                  </a:lnTo>
                  <a:lnTo>
                    <a:pt x="7157456" y="1651911"/>
                  </a:lnTo>
                  <a:lnTo>
                    <a:pt x="7088791" y="1631548"/>
                  </a:lnTo>
                  <a:lnTo>
                    <a:pt x="7025584" y="1608820"/>
                  </a:lnTo>
                  <a:lnTo>
                    <a:pt x="6967056" y="1583391"/>
                  </a:lnTo>
                  <a:lnTo>
                    <a:pt x="6912325" y="1554893"/>
                  </a:lnTo>
                  <a:lnTo>
                    <a:pt x="6860488" y="1522969"/>
                  </a:lnTo>
                  <a:lnTo>
                    <a:pt x="6810694" y="1487343"/>
                  </a:lnTo>
                  <a:lnTo>
                    <a:pt x="6786527" y="1468264"/>
                  </a:lnTo>
                  <a:lnTo>
                    <a:pt x="6742756" y="1430811"/>
                  </a:lnTo>
                  <a:lnTo>
                    <a:pt x="6699411" y="1390146"/>
                  </a:lnTo>
                  <a:lnTo>
                    <a:pt x="6656151" y="1346207"/>
                  </a:lnTo>
                  <a:lnTo>
                    <a:pt x="6612725" y="1299008"/>
                  </a:lnTo>
                  <a:lnTo>
                    <a:pt x="6568959" y="1248646"/>
                  </a:lnTo>
                  <a:lnTo>
                    <a:pt x="6524748" y="1195307"/>
                  </a:lnTo>
                  <a:lnTo>
                    <a:pt x="6480050" y="1139271"/>
                  </a:lnTo>
                  <a:lnTo>
                    <a:pt x="6434878" y="1080908"/>
                  </a:lnTo>
                  <a:lnTo>
                    <a:pt x="6389296" y="1020674"/>
                  </a:lnTo>
                  <a:lnTo>
                    <a:pt x="6343402" y="959094"/>
                  </a:lnTo>
                  <a:lnTo>
                    <a:pt x="6297326" y="896748"/>
                  </a:lnTo>
                  <a:lnTo>
                    <a:pt x="6251212" y="834246"/>
                  </a:lnTo>
                  <a:lnTo>
                    <a:pt x="6205209" y="772204"/>
                  </a:lnTo>
                  <a:lnTo>
                    <a:pt x="6159455" y="711221"/>
                  </a:lnTo>
                  <a:lnTo>
                    <a:pt x="6114065" y="651852"/>
                  </a:lnTo>
                  <a:lnTo>
                    <a:pt x="6069123" y="594589"/>
                  </a:lnTo>
                  <a:lnTo>
                    <a:pt x="6024668" y="539847"/>
                  </a:lnTo>
                  <a:lnTo>
                    <a:pt x="5980686" y="487953"/>
                  </a:lnTo>
                  <a:lnTo>
                    <a:pt x="5937106" y="439139"/>
                  </a:lnTo>
                  <a:lnTo>
                    <a:pt x="5893788" y="393547"/>
                  </a:lnTo>
                  <a:lnTo>
                    <a:pt x="5850523" y="351232"/>
                  </a:lnTo>
                  <a:lnTo>
                    <a:pt x="5807015" y="312169"/>
                  </a:lnTo>
                  <a:lnTo>
                    <a:pt x="5784835" y="293652"/>
                  </a:lnTo>
                  <a:lnTo>
                    <a:pt x="5735778" y="256143"/>
                  </a:lnTo>
                  <a:lnTo>
                    <a:pt x="5685054" y="222409"/>
                  </a:lnTo>
                  <a:lnTo>
                    <a:pt x="5631869" y="192253"/>
                  </a:lnTo>
                  <a:lnTo>
                    <a:pt x="5575338" y="165348"/>
                  </a:lnTo>
                  <a:lnTo>
                    <a:pt x="5514558" y="141326"/>
                  </a:lnTo>
                  <a:lnTo>
                    <a:pt x="5448687" y="119829"/>
                  </a:lnTo>
                  <a:lnTo>
                    <a:pt x="5377039" y="100545"/>
                  </a:lnTo>
                  <a:lnTo>
                    <a:pt x="5299221" y="83221"/>
                  </a:lnTo>
                  <a:lnTo>
                    <a:pt x="5215296" y="67674"/>
                  </a:lnTo>
                  <a:lnTo>
                    <a:pt x="5125991" y="53788"/>
                  </a:lnTo>
                  <a:lnTo>
                    <a:pt x="5032899" y="41517"/>
                  </a:lnTo>
                  <a:lnTo>
                    <a:pt x="4938611" y="30868"/>
                  </a:lnTo>
                  <a:lnTo>
                    <a:pt x="4846684" y="21876"/>
                  </a:lnTo>
                  <a:lnTo>
                    <a:pt x="4761346" y="14575"/>
                  </a:lnTo>
                  <a:lnTo>
                    <a:pt x="4686888" y="8953"/>
                  </a:lnTo>
                  <a:lnTo>
                    <a:pt x="4626857" y="4923"/>
                  </a:lnTo>
                  <a:lnTo>
                    <a:pt x="4583236" y="2304"/>
                  </a:lnTo>
                  <a:lnTo>
                    <a:pt x="4555905" y="828"/>
                  </a:lnTo>
                  <a:lnTo>
                    <a:pt x="4542512" y="175"/>
                  </a:lnTo>
                  <a:lnTo>
                    <a:pt x="4538696" y="6"/>
                  </a:lnTo>
                  <a:lnTo>
                    <a:pt x="4538543" y="0"/>
                  </a:lnTo>
                  <a:lnTo>
                    <a:pt x="4016409" y="0"/>
                  </a:lnTo>
                  <a:lnTo>
                    <a:pt x="4015518" y="94"/>
                  </a:lnTo>
                  <a:lnTo>
                    <a:pt x="4009643" y="769"/>
                  </a:lnTo>
                  <a:lnTo>
                    <a:pt x="3994789" y="2635"/>
                  </a:lnTo>
                  <a:lnTo>
                    <a:pt x="3968128" y="6311"/>
                  </a:lnTo>
                  <a:lnTo>
                    <a:pt x="3928184" y="12373"/>
                  </a:lnTo>
                  <a:lnTo>
                    <a:pt x="3874952" y="21305"/>
                  </a:lnTo>
                  <a:lnTo>
                    <a:pt x="3809811" y="33446"/>
                  </a:lnTo>
                  <a:lnTo>
                    <a:pt x="3735209" y="48983"/>
                  </a:lnTo>
                  <a:lnTo>
                    <a:pt x="3654203" y="67965"/>
                  </a:lnTo>
                  <a:lnTo>
                    <a:pt x="3569950" y="90349"/>
                  </a:lnTo>
                  <a:lnTo>
                    <a:pt x="3485305" y="116062"/>
                  </a:lnTo>
                  <a:lnTo>
                    <a:pt x="3402557" y="145054"/>
                  </a:lnTo>
                  <a:lnTo>
                    <a:pt x="3323336" y="177342"/>
                  </a:lnTo>
                  <a:lnTo>
                    <a:pt x="3248632" y="213039"/>
                  </a:lnTo>
                  <a:lnTo>
                    <a:pt x="3178895" y="252371"/>
                  </a:lnTo>
                  <a:lnTo>
                    <a:pt x="3114151" y="295680"/>
                  </a:lnTo>
                  <a:lnTo>
                    <a:pt x="3054128" y="343420"/>
                  </a:lnTo>
                  <a:lnTo>
                    <a:pt x="2998353" y="396147"/>
                  </a:lnTo>
                  <a:lnTo>
                    <a:pt x="2946237" y="454496"/>
                  </a:lnTo>
                  <a:lnTo>
                    <a:pt x="2897132" y="519143"/>
                  </a:lnTo>
                  <a:lnTo>
                    <a:pt x="2850379" y="590742"/>
                  </a:lnTo>
                  <a:lnTo>
                    <a:pt x="2805357" y="669819"/>
                  </a:lnTo>
                  <a:lnTo>
                    <a:pt x="2770117" y="738838"/>
                  </a:lnTo>
                  <a:lnTo>
                    <a:pt x="2739269" y="804284"/>
                  </a:lnTo>
                  <a:lnTo>
                    <a:pt x="2708688" y="873694"/>
                  </a:lnTo>
                  <a:lnTo>
                    <a:pt x="2678241" y="947147"/>
                  </a:lnTo>
                  <a:lnTo>
                    <a:pt x="2647819" y="1024682"/>
                  </a:lnTo>
                  <a:lnTo>
                    <a:pt x="2617333" y="1106290"/>
                  </a:lnTo>
                  <a:lnTo>
                    <a:pt x="2586715" y="1191911"/>
                  </a:lnTo>
                  <a:lnTo>
                    <a:pt x="2555913" y="1281434"/>
                  </a:lnTo>
                  <a:lnTo>
                    <a:pt x="2524892" y="1374688"/>
                  </a:lnTo>
                  <a:lnTo>
                    <a:pt x="2493633" y="1471447"/>
                  </a:lnTo>
                  <a:lnTo>
                    <a:pt x="2462132" y="1571429"/>
                  </a:lnTo>
                  <a:lnTo>
                    <a:pt x="2430397" y="1674292"/>
                  </a:lnTo>
                  <a:lnTo>
                    <a:pt x="2398447" y="1779648"/>
                  </a:lnTo>
                  <a:lnTo>
                    <a:pt x="2366312" y="1887059"/>
                  </a:lnTo>
                  <a:lnTo>
                    <a:pt x="2334031" y="1996046"/>
                  </a:lnTo>
                  <a:lnTo>
                    <a:pt x="2301650" y="2106103"/>
                  </a:lnTo>
                  <a:lnTo>
                    <a:pt x="2269217" y="2216700"/>
                  </a:lnTo>
                  <a:lnTo>
                    <a:pt x="2236784" y="2327296"/>
                  </a:lnTo>
                  <a:lnTo>
                    <a:pt x="2204402" y="2437350"/>
                  </a:lnTo>
                  <a:lnTo>
                    <a:pt x="2172122" y="2546334"/>
                  </a:lnTo>
                  <a:lnTo>
                    <a:pt x="2139988" y="2653738"/>
                  </a:lnTo>
                  <a:lnTo>
                    <a:pt x="2108038" y="2759086"/>
                  </a:lnTo>
                  <a:lnTo>
                    <a:pt x="2076304" y="2861941"/>
                  </a:lnTo>
                  <a:lnTo>
                    <a:pt x="2044803" y="2961912"/>
                  </a:lnTo>
                  <a:lnTo>
                    <a:pt x="2013546" y="3058660"/>
                  </a:lnTo>
                  <a:lnTo>
                    <a:pt x="1982526" y="3151902"/>
                  </a:lnTo>
                  <a:lnTo>
                    <a:pt x="1951724" y="3241411"/>
                  </a:lnTo>
                  <a:lnTo>
                    <a:pt x="1921106" y="3327019"/>
                  </a:lnTo>
                  <a:lnTo>
                    <a:pt x="1890621" y="3408613"/>
                  </a:lnTo>
                  <a:lnTo>
                    <a:pt x="1860199" y="3486135"/>
                  </a:lnTo>
                  <a:lnTo>
                    <a:pt x="1829752" y="3559574"/>
                  </a:lnTo>
                  <a:lnTo>
                    <a:pt x="1799170" y="3628971"/>
                  </a:lnTo>
                  <a:lnTo>
                    <a:pt x="1768425" y="3694191"/>
                  </a:lnTo>
                  <a:lnTo>
                    <a:pt x="1724394" y="3779454"/>
                  </a:lnTo>
                  <a:lnTo>
                    <a:pt x="1679076" y="3857021"/>
                  </a:lnTo>
                  <a:lnTo>
                    <a:pt x="1631909" y="3927198"/>
                  </a:lnTo>
                  <a:lnTo>
                    <a:pt x="1582261" y="3990546"/>
                  </a:lnTo>
                  <a:lnTo>
                    <a:pt x="1529472" y="4047730"/>
                  </a:lnTo>
                  <a:lnTo>
                    <a:pt x="1472902" y="4099423"/>
                  </a:lnTo>
                  <a:lnTo>
                    <a:pt x="1411978" y="4146246"/>
                  </a:lnTo>
                  <a:lnTo>
                    <a:pt x="1346260" y="4188737"/>
                  </a:lnTo>
                  <a:lnTo>
                    <a:pt x="1275527" y="4227327"/>
                  </a:lnTo>
                  <a:lnTo>
                    <a:pt x="1199879" y="4262335"/>
                  </a:lnTo>
                  <a:lnTo>
                    <a:pt x="1119863" y="4293966"/>
                  </a:lnTo>
                  <a:lnTo>
                    <a:pt x="1036589" y="4322311"/>
                  </a:lnTo>
                  <a:lnTo>
                    <a:pt x="951820" y="4347371"/>
                  </a:lnTo>
                  <a:lnTo>
                    <a:pt x="867968" y="4369089"/>
                  </a:lnTo>
                  <a:lnTo>
                    <a:pt x="787974" y="4387390"/>
                  </a:lnTo>
                  <a:lnTo>
                    <a:pt x="715013" y="4402248"/>
                  </a:lnTo>
                  <a:lnTo>
                    <a:pt x="652060" y="4413735"/>
                  </a:lnTo>
                  <a:lnTo>
                    <a:pt x="601386" y="4422068"/>
                  </a:lnTo>
                  <a:lnTo>
                    <a:pt x="564116" y="4427616"/>
                  </a:lnTo>
                  <a:lnTo>
                    <a:pt x="539951" y="4430886"/>
                  </a:lnTo>
                  <a:lnTo>
                    <a:pt x="527137" y="4432467"/>
                  </a:lnTo>
                  <a:lnTo>
                    <a:pt x="522598" y="4432980"/>
                  </a:lnTo>
                  <a:lnTo>
                    <a:pt x="522133" y="4433029"/>
                  </a:lnTo>
                  <a:lnTo>
                    <a:pt x="0" y="4433029"/>
                  </a:lnTo>
                  <a:close/>
                </a:path>
              </a:pathLst>
            </a:custGeom>
            <a:solidFill>
              <a:srgbClr val="8BC34A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1566" name="pl1566"/>
            <p:cNvSpPr/>
            <p:nvPr/>
          </p:nvSpPr>
          <p:spPr>
            <a:xfrm>
              <a:off x="386606" y="485296"/>
              <a:ext cx="8554953" cy="4433029"/>
            </a:xfrm>
            <a:custGeom>
              <a:avLst/>
              <a:pathLst>
                <a:path w="8554953" h="4433029">
                  <a:moveTo>
                    <a:pt x="0" y="4433029"/>
                  </a:moveTo>
                  <a:lnTo>
                    <a:pt x="522133" y="4433029"/>
                  </a:lnTo>
                  <a:lnTo>
                    <a:pt x="523024" y="4432934"/>
                  </a:lnTo>
                  <a:lnTo>
                    <a:pt x="528899" y="4432259"/>
                  </a:lnTo>
                  <a:lnTo>
                    <a:pt x="543753" y="4430393"/>
                  </a:lnTo>
                  <a:lnTo>
                    <a:pt x="570415" y="4426718"/>
                  </a:lnTo>
                  <a:lnTo>
                    <a:pt x="610358" y="4420655"/>
                  </a:lnTo>
                  <a:lnTo>
                    <a:pt x="663590" y="4411723"/>
                  </a:lnTo>
                  <a:lnTo>
                    <a:pt x="728732" y="4399582"/>
                  </a:lnTo>
                  <a:lnTo>
                    <a:pt x="803333" y="4384045"/>
                  </a:lnTo>
                  <a:lnTo>
                    <a:pt x="884339" y="4365064"/>
                  </a:lnTo>
                  <a:lnTo>
                    <a:pt x="968592" y="4342679"/>
                  </a:lnTo>
                  <a:lnTo>
                    <a:pt x="1053237" y="4316966"/>
                  </a:lnTo>
                  <a:lnTo>
                    <a:pt x="1135985" y="4287974"/>
                  </a:lnTo>
                  <a:lnTo>
                    <a:pt x="1215206" y="4255686"/>
                  </a:lnTo>
                  <a:lnTo>
                    <a:pt x="1289910" y="4219989"/>
                  </a:lnTo>
                  <a:lnTo>
                    <a:pt x="1359648" y="4180657"/>
                  </a:lnTo>
                  <a:lnTo>
                    <a:pt x="1424392" y="4137348"/>
                  </a:lnTo>
                  <a:lnTo>
                    <a:pt x="1484415" y="4089608"/>
                  </a:lnTo>
                  <a:lnTo>
                    <a:pt x="1540189" y="4036881"/>
                  </a:lnTo>
                  <a:lnTo>
                    <a:pt x="1592305" y="3978532"/>
                  </a:lnTo>
                  <a:lnTo>
                    <a:pt x="1641411" y="3913885"/>
                  </a:lnTo>
                  <a:lnTo>
                    <a:pt x="1688163" y="3842286"/>
                  </a:lnTo>
                  <a:lnTo>
                    <a:pt x="1733185" y="3763210"/>
                  </a:lnTo>
                  <a:lnTo>
                    <a:pt x="1768425" y="3694191"/>
                  </a:lnTo>
                  <a:lnTo>
                    <a:pt x="1799273" y="3628744"/>
                  </a:lnTo>
                  <a:lnTo>
                    <a:pt x="1829855" y="3559335"/>
                  </a:lnTo>
                  <a:lnTo>
                    <a:pt x="1860301" y="3485881"/>
                  </a:lnTo>
                  <a:lnTo>
                    <a:pt x="1890723" y="3408346"/>
                  </a:lnTo>
                  <a:lnTo>
                    <a:pt x="1921209" y="3326738"/>
                  </a:lnTo>
                  <a:lnTo>
                    <a:pt x="1951827" y="3241117"/>
                  </a:lnTo>
                  <a:lnTo>
                    <a:pt x="1982629" y="3151595"/>
                  </a:lnTo>
                  <a:lnTo>
                    <a:pt x="2013650" y="3058340"/>
                  </a:lnTo>
                  <a:lnTo>
                    <a:pt x="2044909" y="2961581"/>
                  </a:lnTo>
                  <a:lnTo>
                    <a:pt x="2076410" y="2861600"/>
                  </a:lnTo>
                  <a:lnTo>
                    <a:pt x="2108146" y="2758736"/>
                  </a:lnTo>
                  <a:lnTo>
                    <a:pt x="2140096" y="2653380"/>
                  </a:lnTo>
                  <a:lnTo>
                    <a:pt x="2172230" y="2545970"/>
                  </a:lnTo>
                  <a:lnTo>
                    <a:pt x="2204511" y="2436982"/>
                  </a:lnTo>
                  <a:lnTo>
                    <a:pt x="2236892" y="2326925"/>
                  </a:lnTo>
                  <a:lnTo>
                    <a:pt x="2269326" y="2216328"/>
                  </a:lnTo>
                  <a:lnTo>
                    <a:pt x="2301759" y="2105732"/>
                  </a:lnTo>
                  <a:lnTo>
                    <a:pt x="2334140" y="1995678"/>
                  </a:lnTo>
                  <a:lnTo>
                    <a:pt x="2366420" y="1886695"/>
                  </a:lnTo>
                  <a:lnTo>
                    <a:pt x="2398554" y="1779291"/>
                  </a:lnTo>
                  <a:lnTo>
                    <a:pt x="2430504" y="1673942"/>
                  </a:lnTo>
                  <a:lnTo>
                    <a:pt x="2462239" y="1571088"/>
                  </a:lnTo>
                  <a:lnTo>
                    <a:pt x="2493739" y="1471117"/>
                  </a:lnTo>
                  <a:lnTo>
                    <a:pt x="2524997" y="1374368"/>
                  </a:lnTo>
                  <a:lnTo>
                    <a:pt x="2556017" y="1281127"/>
                  </a:lnTo>
                  <a:lnTo>
                    <a:pt x="2586818" y="1191617"/>
                  </a:lnTo>
                  <a:lnTo>
                    <a:pt x="2617436" y="1106009"/>
                  </a:lnTo>
                  <a:lnTo>
                    <a:pt x="2647921" y="1024415"/>
                  </a:lnTo>
                  <a:lnTo>
                    <a:pt x="2678343" y="946894"/>
                  </a:lnTo>
                  <a:lnTo>
                    <a:pt x="2708790" y="873454"/>
                  </a:lnTo>
                  <a:lnTo>
                    <a:pt x="2739372" y="804057"/>
                  </a:lnTo>
                  <a:lnTo>
                    <a:pt x="2770117" y="738838"/>
                  </a:lnTo>
                  <a:lnTo>
                    <a:pt x="2814149" y="653574"/>
                  </a:lnTo>
                  <a:lnTo>
                    <a:pt x="2859466" y="576007"/>
                  </a:lnTo>
                  <a:lnTo>
                    <a:pt x="2906633" y="505830"/>
                  </a:lnTo>
                  <a:lnTo>
                    <a:pt x="2956281" y="442482"/>
                  </a:lnTo>
                  <a:lnTo>
                    <a:pt x="3009070" y="385298"/>
                  </a:lnTo>
                  <a:lnTo>
                    <a:pt x="3065641" y="333605"/>
                  </a:lnTo>
                  <a:lnTo>
                    <a:pt x="3126565" y="286782"/>
                  </a:lnTo>
                  <a:lnTo>
                    <a:pt x="3192282" y="244292"/>
                  </a:lnTo>
                  <a:lnTo>
                    <a:pt x="3263016" y="205702"/>
                  </a:lnTo>
                  <a:lnTo>
                    <a:pt x="3338663" y="170693"/>
                  </a:lnTo>
                  <a:lnTo>
                    <a:pt x="3418680" y="139063"/>
                  </a:lnTo>
                  <a:lnTo>
                    <a:pt x="3501953" y="110718"/>
                  </a:lnTo>
                  <a:lnTo>
                    <a:pt x="3586722" y="85657"/>
                  </a:lnTo>
                  <a:lnTo>
                    <a:pt x="3670574" y="63940"/>
                  </a:lnTo>
                  <a:lnTo>
                    <a:pt x="3750568" y="45638"/>
                  </a:lnTo>
                  <a:lnTo>
                    <a:pt x="3823529" y="30780"/>
                  </a:lnTo>
                  <a:lnTo>
                    <a:pt x="3886483" y="19293"/>
                  </a:lnTo>
                  <a:lnTo>
                    <a:pt x="3937156" y="10961"/>
                  </a:lnTo>
                  <a:lnTo>
                    <a:pt x="3974426" y="5412"/>
                  </a:lnTo>
                  <a:lnTo>
                    <a:pt x="3998591" y="2142"/>
                  </a:lnTo>
                  <a:lnTo>
                    <a:pt x="4011405" y="561"/>
                  </a:lnTo>
                  <a:lnTo>
                    <a:pt x="4015944" y="48"/>
                  </a:lnTo>
                  <a:lnTo>
                    <a:pt x="4016409" y="0"/>
                  </a:lnTo>
                  <a:lnTo>
                    <a:pt x="4538543" y="0"/>
                  </a:lnTo>
                  <a:lnTo>
                    <a:pt x="4539763" y="51"/>
                  </a:lnTo>
                  <a:lnTo>
                    <a:pt x="4547749" y="422"/>
                  </a:lnTo>
                  <a:lnTo>
                    <a:pt x="4567740" y="1448"/>
                  </a:lnTo>
                  <a:lnTo>
                    <a:pt x="4603125" y="3462"/>
                  </a:lnTo>
                  <a:lnTo>
                    <a:pt x="4655142" y="6764"/>
                  </a:lnTo>
                  <a:lnTo>
                    <a:pt x="4722807" y="11580"/>
                  </a:lnTo>
                  <a:lnTo>
                    <a:pt x="4803259" y="18043"/>
                  </a:lnTo>
                  <a:lnTo>
                    <a:pt x="4892468" y="26198"/>
                  </a:lnTo>
                  <a:lnTo>
                    <a:pt x="4986082" y="36031"/>
                  </a:lnTo>
                  <a:lnTo>
                    <a:pt x="5080155" y="47501"/>
                  </a:lnTo>
                  <a:lnTo>
                    <a:pt x="5171598" y="60583"/>
                  </a:lnTo>
                  <a:lnTo>
                    <a:pt x="5258332" y="75297"/>
                  </a:lnTo>
                  <a:lnTo>
                    <a:pt x="5339223" y="91721"/>
                  </a:lnTo>
                  <a:lnTo>
                    <a:pt x="5413906" y="110005"/>
                  </a:lnTo>
                  <a:lnTo>
                    <a:pt x="5482571" y="130369"/>
                  </a:lnTo>
                  <a:lnTo>
                    <a:pt x="5545778" y="153096"/>
                  </a:lnTo>
                  <a:lnTo>
                    <a:pt x="5604306" y="178525"/>
                  </a:lnTo>
                  <a:lnTo>
                    <a:pt x="5659037" y="207023"/>
                  </a:lnTo>
                  <a:lnTo>
                    <a:pt x="5710874" y="238947"/>
                  </a:lnTo>
                  <a:lnTo>
                    <a:pt x="5760668" y="274573"/>
                  </a:lnTo>
                  <a:lnTo>
                    <a:pt x="5784835" y="293652"/>
                  </a:lnTo>
                  <a:lnTo>
                    <a:pt x="5828605" y="331105"/>
                  </a:lnTo>
                  <a:lnTo>
                    <a:pt x="5871951" y="371770"/>
                  </a:lnTo>
                  <a:lnTo>
                    <a:pt x="5915211" y="415709"/>
                  </a:lnTo>
                  <a:lnTo>
                    <a:pt x="5958637" y="462908"/>
                  </a:lnTo>
                  <a:lnTo>
                    <a:pt x="6002403" y="513270"/>
                  </a:lnTo>
                  <a:lnTo>
                    <a:pt x="6046614" y="566609"/>
                  </a:lnTo>
                  <a:lnTo>
                    <a:pt x="6091312" y="622646"/>
                  </a:lnTo>
                  <a:lnTo>
                    <a:pt x="6136484" y="681008"/>
                  </a:lnTo>
                  <a:lnTo>
                    <a:pt x="6182066" y="741242"/>
                  </a:lnTo>
                  <a:lnTo>
                    <a:pt x="6227960" y="802822"/>
                  </a:lnTo>
                  <a:lnTo>
                    <a:pt x="6274036" y="865168"/>
                  </a:lnTo>
                  <a:lnTo>
                    <a:pt x="6320150" y="927670"/>
                  </a:lnTo>
                  <a:lnTo>
                    <a:pt x="6366153" y="989712"/>
                  </a:lnTo>
                  <a:lnTo>
                    <a:pt x="6411907" y="1050695"/>
                  </a:lnTo>
                  <a:lnTo>
                    <a:pt x="6457297" y="1110065"/>
                  </a:lnTo>
                  <a:lnTo>
                    <a:pt x="6502238" y="1167327"/>
                  </a:lnTo>
                  <a:lnTo>
                    <a:pt x="6546694" y="1222069"/>
                  </a:lnTo>
                  <a:lnTo>
                    <a:pt x="6590676" y="1273963"/>
                  </a:lnTo>
                  <a:lnTo>
                    <a:pt x="6634256" y="1322777"/>
                  </a:lnTo>
                  <a:lnTo>
                    <a:pt x="6677574" y="1368369"/>
                  </a:lnTo>
                  <a:lnTo>
                    <a:pt x="6720839" y="1410684"/>
                  </a:lnTo>
                  <a:lnTo>
                    <a:pt x="6764347" y="1449747"/>
                  </a:lnTo>
                  <a:lnTo>
                    <a:pt x="6786527" y="1468264"/>
                  </a:lnTo>
                  <a:lnTo>
                    <a:pt x="6835584" y="1505773"/>
                  </a:lnTo>
                  <a:lnTo>
                    <a:pt x="6886308" y="1539508"/>
                  </a:lnTo>
                  <a:lnTo>
                    <a:pt x="6939493" y="1569663"/>
                  </a:lnTo>
                  <a:lnTo>
                    <a:pt x="6996024" y="1596568"/>
                  </a:lnTo>
                  <a:lnTo>
                    <a:pt x="7056804" y="1620591"/>
                  </a:lnTo>
                  <a:lnTo>
                    <a:pt x="7122675" y="1642088"/>
                  </a:lnTo>
                  <a:lnTo>
                    <a:pt x="7194322" y="1661371"/>
                  </a:lnTo>
                  <a:lnTo>
                    <a:pt x="7272141" y="1678695"/>
                  </a:lnTo>
                  <a:lnTo>
                    <a:pt x="7356066" y="1694243"/>
                  </a:lnTo>
                  <a:lnTo>
                    <a:pt x="7445371" y="1708128"/>
                  </a:lnTo>
                  <a:lnTo>
                    <a:pt x="7538463" y="1720399"/>
                  </a:lnTo>
                  <a:lnTo>
                    <a:pt x="7632751" y="1731049"/>
                  </a:lnTo>
                  <a:lnTo>
                    <a:pt x="7724678" y="1740040"/>
                  </a:lnTo>
                  <a:lnTo>
                    <a:pt x="7810016" y="1747342"/>
                  </a:lnTo>
                  <a:lnTo>
                    <a:pt x="7884474" y="1752963"/>
                  </a:lnTo>
                  <a:lnTo>
                    <a:pt x="7944505" y="1756993"/>
                  </a:lnTo>
                  <a:lnTo>
                    <a:pt x="7988126" y="1759613"/>
                  </a:lnTo>
                  <a:lnTo>
                    <a:pt x="8015457" y="1761088"/>
                  </a:lnTo>
                  <a:lnTo>
                    <a:pt x="8028850" y="1761741"/>
                  </a:lnTo>
                  <a:lnTo>
                    <a:pt x="8032666" y="1761911"/>
                  </a:lnTo>
                  <a:lnTo>
                    <a:pt x="8032819" y="1761917"/>
                  </a:lnTo>
                  <a:lnTo>
                    <a:pt x="8554953" y="1761917"/>
                  </a:lnTo>
                  <a:lnTo>
                    <a:pt x="8554953" y="1761917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567" name="pl1567"/>
            <p:cNvSpPr/>
            <p:nvPr/>
          </p:nvSpPr>
          <p:spPr>
            <a:xfrm>
              <a:off x="386606" y="479648"/>
              <a:ext cx="8554953" cy="4433029"/>
            </a:xfrm>
            <a:custGeom>
              <a:avLst/>
              <a:pathLst>
                <a:path w="8554953" h="4433029">
                  <a:moveTo>
                    <a:pt x="8554953" y="1761917"/>
                  </a:moveTo>
                  <a:lnTo>
                    <a:pt x="8032819" y="1761917"/>
                  </a:lnTo>
                  <a:lnTo>
                    <a:pt x="8031599" y="1761865"/>
                  </a:lnTo>
                  <a:lnTo>
                    <a:pt x="8023613" y="1761494"/>
                  </a:lnTo>
                  <a:lnTo>
                    <a:pt x="8003622" y="1760469"/>
                  </a:lnTo>
                  <a:lnTo>
                    <a:pt x="7968237" y="1758454"/>
                  </a:lnTo>
                  <a:lnTo>
                    <a:pt x="7916220" y="1755152"/>
                  </a:lnTo>
                  <a:lnTo>
                    <a:pt x="7848555" y="1750337"/>
                  </a:lnTo>
                  <a:lnTo>
                    <a:pt x="7768103" y="1743874"/>
                  </a:lnTo>
                  <a:lnTo>
                    <a:pt x="7678894" y="1735718"/>
                  </a:lnTo>
                  <a:lnTo>
                    <a:pt x="7585280" y="1725886"/>
                  </a:lnTo>
                  <a:lnTo>
                    <a:pt x="7491207" y="1714415"/>
                  </a:lnTo>
                  <a:lnTo>
                    <a:pt x="7399764" y="1701333"/>
                  </a:lnTo>
                  <a:lnTo>
                    <a:pt x="7313030" y="1686620"/>
                  </a:lnTo>
                  <a:lnTo>
                    <a:pt x="7232139" y="1670196"/>
                  </a:lnTo>
                  <a:lnTo>
                    <a:pt x="7157456" y="1651911"/>
                  </a:lnTo>
                  <a:lnTo>
                    <a:pt x="7088791" y="1631548"/>
                  </a:lnTo>
                  <a:lnTo>
                    <a:pt x="7025584" y="1608820"/>
                  </a:lnTo>
                  <a:lnTo>
                    <a:pt x="6967056" y="1583391"/>
                  </a:lnTo>
                  <a:lnTo>
                    <a:pt x="6912325" y="1554893"/>
                  </a:lnTo>
                  <a:lnTo>
                    <a:pt x="6860488" y="1522969"/>
                  </a:lnTo>
                  <a:lnTo>
                    <a:pt x="6810694" y="1487343"/>
                  </a:lnTo>
                  <a:lnTo>
                    <a:pt x="6786527" y="1468264"/>
                  </a:lnTo>
                  <a:lnTo>
                    <a:pt x="6742756" y="1430811"/>
                  </a:lnTo>
                  <a:lnTo>
                    <a:pt x="6699411" y="1390146"/>
                  </a:lnTo>
                  <a:lnTo>
                    <a:pt x="6656151" y="1346207"/>
                  </a:lnTo>
                  <a:lnTo>
                    <a:pt x="6612725" y="1299008"/>
                  </a:lnTo>
                  <a:lnTo>
                    <a:pt x="6568959" y="1248646"/>
                  </a:lnTo>
                  <a:lnTo>
                    <a:pt x="6524748" y="1195307"/>
                  </a:lnTo>
                  <a:lnTo>
                    <a:pt x="6480050" y="1139271"/>
                  </a:lnTo>
                  <a:lnTo>
                    <a:pt x="6434878" y="1080908"/>
                  </a:lnTo>
                  <a:lnTo>
                    <a:pt x="6389296" y="1020674"/>
                  </a:lnTo>
                  <a:lnTo>
                    <a:pt x="6343402" y="959094"/>
                  </a:lnTo>
                  <a:lnTo>
                    <a:pt x="6297326" y="896748"/>
                  </a:lnTo>
                  <a:lnTo>
                    <a:pt x="6251212" y="834246"/>
                  </a:lnTo>
                  <a:lnTo>
                    <a:pt x="6205209" y="772204"/>
                  </a:lnTo>
                  <a:lnTo>
                    <a:pt x="6159455" y="711221"/>
                  </a:lnTo>
                  <a:lnTo>
                    <a:pt x="6114065" y="651852"/>
                  </a:lnTo>
                  <a:lnTo>
                    <a:pt x="6069123" y="594589"/>
                  </a:lnTo>
                  <a:lnTo>
                    <a:pt x="6024668" y="539847"/>
                  </a:lnTo>
                  <a:lnTo>
                    <a:pt x="5980686" y="487953"/>
                  </a:lnTo>
                  <a:lnTo>
                    <a:pt x="5937106" y="439139"/>
                  </a:lnTo>
                  <a:lnTo>
                    <a:pt x="5893788" y="393547"/>
                  </a:lnTo>
                  <a:lnTo>
                    <a:pt x="5850523" y="351232"/>
                  </a:lnTo>
                  <a:lnTo>
                    <a:pt x="5807015" y="312169"/>
                  </a:lnTo>
                  <a:lnTo>
                    <a:pt x="5784835" y="293652"/>
                  </a:lnTo>
                  <a:lnTo>
                    <a:pt x="5735778" y="256143"/>
                  </a:lnTo>
                  <a:lnTo>
                    <a:pt x="5685054" y="222409"/>
                  </a:lnTo>
                  <a:lnTo>
                    <a:pt x="5631869" y="192253"/>
                  </a:lnTo>
                  <a:lnTo>
                    <a:pt x="5575338" y="165348"/>
                  </a:lnTo>
                  <a:lnTo>
                    <a:pt x="5514558" y="141326"/>
                  </a:lnTo>
                  <a:lnTo>
                    <a:pt x="5448687" y="119829"/>
                  </a:lnTo>
                  <a:lnTo>
                    <a:pt x="5377039" y="100545"/>
                  </a:lnTo>
                  <a:lnTo>
                    <a:pt x="5299221" y="83221"/>
                  </a:lnTo>
                  <a:lnTo>
                    <a:pt x="5215296" y="67674"/>
                  </a:lnTo>
                  <a:lnTo>
                    <a:pt x="5125991" y="53788"/>
                  </a:lnTo>
                  <a:lnTo>
                    <a:pt x="5032899" y="41517"/>
                  </a:lnTo>
                  <a:lnTo>
                    <a:pt x="4938611" y="30868"/>
                  </a:lnTo>
                  <a:lnTo>
                    <a:pt x="4846684" y="21876"/>
                  </a:lnTo>
                  <a:lnTo>
                    <a:pt x="4761346" y="14575"/>
                  </a:lnTo>
                  <a:lnTo>
                    <a:pt x="4686888" y="8953"/>
                  </a:lnTo>
                  <a:lnTo>
                    <a:pt x="4626857" y="4923"/>
                  </a:lnTo>
                  <a:lnTo>
                    <a:pt x="4583236" y="2304"/>
                  </a:lnTo>
                  <a:lnTo>
                    <a:pt x="4555905" y="828"/>
                  </a:lnTo>
                  <a:lnTo>
                    <a:pt x="4542512" y="175"/>
                  </a:lnTo>
                  <a:lnTo>
                    <a:pt x="4538696" y="6"/>
                  </a:lnTo>
                  <a:lnTo>
                    <a:pt x="4538543" y="0"/>
                  </a:lnTo>
                  <a:lnTo>
                    <a:pt x="4016409" y="0"/>
                  </a:lnTo>
                  <a:lnTo>
                    <a:pt x="4015518" y="94"/>
                  </a:lnTo>
                  <a:lnTo>
                    <a:pt x="4009643" y="769"/>
                  </a:lnTo>
                  <a:lnTo>
                    <a:pt x="3994789" y="2635"/>
                  </a:lnTo>
                  <a:lnTo>
                    <a:pt x="3968128" y="6311"/>
                  </a:lnTo>
                  <a:lnTo>
                    <a:pt x="3928184" y="12373"/>
                  </a:lnTo>
                  <a:lnTo>
                    <a:pt x="3874952" y="21305"/>
                  </a:lnTo>
                  <a:lnTo>
                    <a:pt x="3809811" y="33446"/>
                  </a:lnTo>
                  <a:lnTo>
                    <a:pt x="3735209" y="48983"/>
                  </a:lnTo>
                  <a:lnTo>
                    <a:pt x="3654203" y="67965"/>
                  </a:lnTo>
                  <a:lnTo>
                    <a:pt x="3569950" y="90349"/>
                  </a:lnTo>
                  <a:lnTo>
                    <a:pt x="3485305" y="116062"/>
                  </a:lnTo>
                  <a:lnTo>
                    <a:pt x="3402557" y="145054"/>
                  </a:lnTo>
                  <a:lnTo>
                    <a:pt x="3323336" y="177342"/>
                  </a:lnTo>
                  <a:lnTo>
                    <a:pt x="3248632" y="213039"/>
                  </a:lnTo>
                  <a:lnTo>
                    <a:pt x="3178895" y="252371"/>
                  </a:lnTo>
                  <a:lnTo>
                    <a:pt x="3114151" y="295680"/>
                  </a:lnTo>
                  <a:lnTo>
                    <a:pt x="3054128" y="343420"/>
                  </a:lnTo>
                  <a:lnTo>
                    <a:pt x="2998353" y="396147"/>
                  </a:lnTo>
                  <a:lnTo>
                    <a:pt x="2946237" y="454496"/>
                  </a:lnTo>
                  <a:lnTo>
                    <a:pt x="2897132" y="519143"/>
                  </a:lnTo>
                  <a:lnTo>
                    <a:pt x="2850379" y="590742"/>
                  </a:lnTo>
                  <a:lnTo>
                    <a:pt x="2805357" y="669819"/>
                  </a:lnTo>
                  <a:lnTo>
                    <a:pt x="2770117" y="738838"/>
                  </a:lnTo>
                  <a:lnTo>
                    <a:pt x="2739269" y="804284"/>
                  </a:lnTo>
                  <a:lnTo>
                    <a:pt x="2708688" y="873694"/>
                  </a:lnTo>
                  <a:lnTo>
                    <a:pt x="2678241" y="947147"/>
                  </a:lnTo>
                  <a:lnTo>
                    <a:pt x="2647819" y="1024682"/>
                  </a:lnTo>
                  <a:lnTo>
                    <a:pt x="2617333" y="1106290"/>
                  </a:lnTo>
                  <a:lnTo>
                    <a:pt x="2586715" y="1191911"/>
                  </a:lnTo>
                  <a:lnTo>
                    <a:pt x="2555913" y="1281434"/>
                  </a:lnTo>
                  <a:lnTo>
                    <a:pt x="2524892" y="1374688"/>
                  </a:lnTo>
                  <a:lnTo>
                    <a:pt x="2493633" y="1471447"/>
                  </a:lnTo>
                  <a:lnTo>
                    <a:pt x="2462132" y="1571429"/>
                  </a:lnTo>
                  <a:lnTo>
                    <a:pt x="2430397" y="1674292"/>
                  </a:lnTo>
                  <a:lnTo>
                    <a:pt x="2398447" y="1779648"/>
                  </a:lnTo>
                  <a:lnTo>
                    <a:pt x="2366312" y="1887059"/>
                  </a:lnTo>
                  <a:lnTo>
                    <a:pt x="2334031" y="1996046"/>
                  </a:lnTo>
                  <a:lnTo>
                    <a:pt x="2301650" y="2106103"/>
                  </a:lnTo>
                  <a:lnTo>
                    <a:pt x="2269217" y="2216700"/>
                  </a:lnTo>
                  <a:lnTo>
                    <a:pt x="2236784" y="2327296"/>
                  </a:lnTo>
                  <a:lnTo>
                    <a:pt x="2204402" y="2437350"/>
                  </a:lnTo>
                  <a:lnTo>
                    <a:pt x="2172122" y="2546334"/>
                  </a:lnTo>
                  <a:lnTo>
                    <a:pt x="2139988" y="2653738"/>
                  </a:lnTo>
                  <a:lnTo>
                    <a:pt x="2108038" y="2759086"/>
                  </a:lnTo>
                  <a:lnTo>
                    <a:pt x="2076304" y="2861941"/>
                  </a:lnTo>
                  <a:lnTo>
                    <a:pt x="2044803" y="2961912"/>
                  </a:lnTo>
                  <a:lnTo>
                    <a:pt x="2013546" y="3058660"/>
                  </a:lnTo>
                  <a:lnTo>
                    <a:pt x="1982526" y="3151902"/>
                  </a:lnTo>
                  <a:lnTo>
                    <a:pt x="1951724" y="3241411"/>
                  </a:lnTo>
                  <a:lnTo>
                    <a:pt x="1921106" y="3327019"/>
                  </a:lnTo>
                  <a:lnTo>
                    <a:pt x="1890621" y="3408613"/>
                  </a:lnTo>
                  <a:lnTo>
                    <a:pt x="1860199" y="3486135"/>
                  </a:lnTo>
                  <a:lnTo>
                    <a:pt x="1829752" y="3559574"/>
                  </a:lnTo>
                  <a:lnTo>
                    <a:pt x="1799170" y="3628971"/>
                  </a:lnTo>
                  <a:lnTo>
                    <a:pt x="1768425" y="3694191"/>
                  </a:lnTo>
                  <a:lnTo>
                    <a:pt x="1724394" y="3779454"/>
                  </a:lnTo>
                  <a:lnTo>
                    <a:pt x="1679076" y="3857021"/>
                  </a:lnTo>
                  <a:lnTo>
                    <a:pt x="1631909" y="3927198"/>
                  </a:lnTo>
                  <a:lnTo>
                    <a:pt x="1582261" y="3990546"/>
                  </a:lnTo>
                  <a:lnTo>
                    <a:pt x="1529472" y="4047730"/>
                  </a:lnTo>
                  <a:lnTo>
                    <a:pt x="1472902" y="4099423"/>
                  </a:lnTo>
                  <a:lnTo>
                    <a:pt x="1411978" y="4146246"/>
                  </a:lnTo>
                  <a:lnTo>
                    <a:pt x="1346260" y="4188737"/>
                  </a:lnTo>
                  <a:lnTo>
                    <a:pt x="1275527" y="4227327"/>
                  </a:lnTo>
                  <a:lnTo>
                    <a:pt x="1199879" y="4262335"/>
                  </a:lnTo>
                  <a:lnTo>
                    <a:pt x="1119863" y="4293966"/>
                  </a:lnTo>
                  <a:lnTo>
                    <a:pt x="1036589" y="4322311"/>
                  </a:lnTo>
                  <a:lnTo>
                    <a:pt x="951820" y="4347371"/>
                  </a:lnTo>
                  <a:lnTo>
                    <a:pt x="867968" y="4369089"/>
                  </a:lnTo>
                  <a:lnTo>
                    <a:pt x="787974" y="4387390"/>
                  </a:lnTo>
                  <a:lnTo>
                    <a:pt x="715013" y="4402248"/>
                  </a:lnTo>
                  <a:lnTo>
                    <a:pt x="652060" y="4413735"/>
                  </a:lnTo>
                  <a:lnTo>
                    <a:pt x="601386" y="4422068"/>
                  </a:lnTo>
                  <a:lnTo>
                    <a:pt x="564116" y="4427616"/>
                  </a:lnTo>
                  <a:lnTo>
                    <a:pt x="539951" y="4430886"/>
                  </a:lnTo>
                  <a:lnTo>
                    <a:pt x="527137" y="4432467"/>
                  </a:lnTo>
                  <a:lnTo>
                    <a:pt x="522598" y="4432980"/>
                  </a:lnTo>
                  <a:lnTo>
                    <a:pt x="522133" y="4433029"/>
                  </a:lnTo>
                  <a:lnTo>
                    <a:pt x="0" y="4433029"/>
                  </a:lnTo>
                  <a:lnTo>
                    <a:pt x="0" y="4433029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568" name="pg1568"/>
            <p:cNvSpPr/>
            <p:nvPr/>
          </p:nvSpPr>
          <p:spPr>
            <a:xfrm>
              <a:off x="386606" y="524826"/>
              <a:ext cx="8554953" cy="4399146"/>
            </a:xfrm>
            <a:custGeom>
              <a:avLst/>
              <a:pathLst>
                <a:path w="8554953" h="4399146">
                  <a:moveTo>
                    <a:pt x="0" y="4399146"/>
                  </a:moveTo>
                  <a:lnTo>
                    <a:pt x="522133" y="4399146"/>
                  </a:lnTo>
                  <a:lnTo>
                    <a:pt x="523027" y="4399052"/>
                  </a:lnTo>
                  <a:lnTo>
                    <a:pt x="528921" y="4398380"/>
                  </a:lnTo>
                  <a:lnTo>
                    <a:pt x="543821" y="4396525"/>
                  </a:lnTo>
                  <a:lnTo>
                    <a:pt x="570562" y="4392870"/>
                  </a:lnTo>
                  <a:lnTo>
                    <a:pt x="610617" y="4386841"/>
                  </a:lnTo>
                  <a:lnTo>
                    <a:pt x="663986" y="4377961"/>
                  </a:lnTo>
                  <a:lnTo>
                    <a:pt x="729277" y="4365891"/>
                  </a:lnTo>
                  <a:lnTo>
                    <a:pt x="804027" y="4350447"/>
                  </a:lnTo>
                  <a:lnTo>
                    <a:pt x="885168" y="4331582"/>
                  </a:lnTo>
                  <a:lnTo>
                    <a:pt x="969532" y="4309338"/>
                  </a:lnTo>
                  <a:lnTo>
                    <a:pt x="1054260" y="4283788"/>
                  </a:lnTo>
                  <a:lnTo>
                    <a:pt x="1137063" y="4254981"/>
                  </a:lnTo>
                  <a:lnTo>
                    <a:pt x="1216315" y="4222900"/>
                  </a:lnTo>
                  <a:lnTo>
                    <a:pt x="1291029" y="4187430"/>
                  </a:lnTo>
                  <a:lnTo>
                    <a:pt x="1360763" y="4148345"/>
                  </a:lnTo>
                  <a:lnTo>
                    <a:pt x="1425494" y="4105304"/>
                  </a:lnTo>
                  <a:lnTo>
                    <a:pt x="1485502" y="4057852"/>
                  </a:lnTo>
                  <a:lnTo>
                    <a:pt x="1541261" y="4005435"/>
                  </a:lnTo>
                  <a:lnTo>
                    <a:pt x="1593366" y="3947421"/>
                  </a:lnTo>
                  <a:lnTo>
                    <a:pt x="1642469" y="3883137"/>
                  </a:lnTo>
                  <a:lnTo>
                    <a:pt x="1689227" y="3811935"/>
                  </a:lnTo>
                  <a:lnTo>
                    <a:pt x="1734265" y="3733296"/>
                  </a:lnTo>
                  <a:lnTo>
                    <a:pt x="1768425" y="3666896"/>
                  </a:lnTo>
                  <a:lnTo>
                    <a:pt x="1799397" y="3601765"/>
                  </a:lnTo>
                  <a:lnTo>
                    <a:pt x="1830100" y="3532673"/>
                  </a:lnTo>
                  <a:lnTo>
                    <a:pt x="1860668" y="3459541"/>
                  </a:lnTo>
                  <a:lnTo>
                    <a:pt x="1891213" y="3382331"/>
                  </a:lnTo>
                  <a:lnTo>
                    <a:pt x="1921823" y="3301053"/>
                  </a:lnTo>
                  <a:lnTo>
                    <a:pt x="1952568" y="3215766"/>
                  </a:lnTo>
                  <a:lnTo>
                    <a:pt x="1983499" y="3126586"/>
                  </a:lnTo>
                  <a:lnTo>
                    <a:pt x="2014652" y="3033683"/>
                  </a:lnTo>
                  <a:lnTo>
                    <a:pt x="2046045" y="2937287"/>
                  </a:lnTo>
                  <a:lnTo>
                    <a:pt x="2077682" y="2837682"/>
                  </a:lnTo>
                  <a:lnTo>
                    <a:pt x="2109554" y="2735213"/>
                  </a:lnTo>
                  <a:lnTo>
                    <a:pt x="2141642" y="2630273"/>
                  </a:lnTo>
                  <a:lnTo>
                    <a:pt x="2173915" y="2523302"/>
                  </a:lnTo>
                  <a:lnTo>
                    <a:pt x="2206332" y="2414780"/>
                  </a:lnTo>
                  <a:lnTo>
                    <a:pt x="2238848" y="2305220"/>
                  </a:lnTo>
                  <a:lnTo>
                    <a:pt x="2271413" y="2195154"/>
                  </a:lnTo>
                  <a:lnTo>
                    <a:pt x="2303975" y="2085122"/>
                  </a:lnTo>
                  <a:lnTo>
                    <a:pt x="2336481" y="1975669"/>
                  </a:lnTo>
                  <a:lnTo>
                    <a:pt x="2368881" y="1867323"/>
                  </a:lnTo>
                  <a:lnTo>
                    <a:pt x="2401131" y="1760593"/>
                  </a:lnTo>
                  <a:lnTo>
                    <a:pt x="2433192" y="1655953"/>
                  </a:lnTo>
                  <a:lnTo>
                    <a:pt x="2465035" y="1553839"/>
                  </a:lnTo>
                  <a:lnTo>
                    <a:pt x="2496640" y="1454638"/>
                  </a:lnTo>
                  <a:lnTo>
                    <a:pt x="2528001" y="1358686"/>
                  </a:lnTo>
                  <a:lnTo>
                    <a:pt x="2559123" y="1266261"/>
                  </a:lnTo>
                  <a:lnTo>
                    <a:pt x="2590027" y="1177584"/>
                  </a:lnTo>
                  <a:lnTo>
                    <a:pt x="2620751" y="1092819"/>
                  </a:lnTo>
                  <a:lnTo>
                    <a:pt x="2651348" y="1012074"/>
                  </a:lnTo>
                  <a:lnTo>
                    <a:pt x="2681891" y="935401"/>
                  </a:lnTo>
                  <a:lnTo>
                    <a:pt x="2712470" y="862803"/>
                  </a:lnTo>
                  <a:lnTo>
                    <a:pt x="2743200" y="794238"/>
                  </a:lnTo>
                  <a:lnTo>
                    <a:pt x="2770117" y="737897"/>
                  </a:lnTo>
                  <a:lnTo>
                    <a:pt x="2814198" y="653304"/>
                  </a:lnTo>
                  <a:lnTo>
                    <a:pt x="2859569" y="576356"/>
                  </a:lnTo>
                  <a:lnTo>
                    <a:pt x="2906793" y="506748"/>
                  </a:lnTo>
                  <a:lnTo>
                    <a:pt x="2956508" y="443920"/>
                  </a:lnTo>
                  <a:lnTo>
                    <a:pt x="3009373" y="387211"/>
                  </a:lnTo>
                  <a:lnTo>
                    <a:pt x="3066030" y="335954"/>
                  </a:lnTo>
                  <a:lnTo>
                    <a:pt x="3127055" y="289530"/>
                  </a:lnTo>
                  <a:lnTo>
                    <a:pt x="3192886" y="247405"/>
                  </a:lnTo>
                  <a:lnTo>
                    <a:pt x="3263745" y="209152"/>
                  </a:lnTo>
                  <a:lnTo>
                    <a:pt x="3339527" y="174453"/>
                  </a:lnTo>
                  <a:lnTo>
                    <a:pt x="3419677" y="143108"/>
                  </a:lnTo>
                  <a:lnTo>
                    <a:pt x="3503074" y="115026"/>
                  </a:lnTo>
                  <a:lnTo>
                    <a:pt x="3587942" y="90207"/>
                  </a:lnTo>
                  <a:lnTo>
                    <a:pt x="3671851" y="68710"/>
                  </a:lnTo>
                  <a:lnTo>
                    <a:pt x="3751845" y="50606"/>
                  </a:lnTo>
                  <a:lnTo>
                    <a:pt x="3824739" y="35923"/>
                  </a:lnTo>
                  <a:lnTo>
                    <a:pt x="3887555" y="24585"/>
                  </a:lnTo>
                  <a:lnTo>
                    <a:pt x="3938031" y="16375"/>
                  </a:lnTo>
                  <a:lnTo>
                    <a:pt x="3975066" y="10921"/>
                  </a:lnTo>
                  <a:lnTo>
                    <a:pt x="3998988" y="7720"/>
                  </a:lnTo>
                  <a:lnTo>
                    <a:pt x="4011591" y="6182"/>
                  </a:lnTo>
                  <a:lnTo>
                    <a:pt x="4015985" y="5691"/>
                  </a:lnTo>
                  <a:lnTo>
                    <a:pt x="4016409" y="5647"/>
                  </a:lnTo>
                  <a:lnTo>
                    <a:pt x="4538543" y="5647"/>
                  </a:lnTo>
                  <a:lnTo>
                    <a:pt x="4539751" y="5704"/>
                  </a:lnTo>
                  <a:lnTo>
                    <a:pt x="4547660" y="6116"/>
                  </a:lnTo>
                  <a:lnTo>
                    <a:pt x="4567465" y="7255"/>
                  </a:lnTo>
                  <a:lnTo>
                    <a:pt x="4602538" y="9492"/>
                  </a:lnTo>
                  <a:lnTo>
                    <a:pt x="4654130" y="13160"/>
                  </a:lnTo>
                  <a:lnTo>
                    <a:pt x="4721300" y="18510"/>
                  </a:lnTo>
                  <a:lnTo>
                    <a:pt x="4801244" y="25694"/>
                  </a:lnTo>
                  <a:lnTo>
                    <a:pt x="4889987" y="34765"/>
                  </a:lnTo>
                  <a:lnTo>
                    <a:pt x="4983218" y="45705"/>
                  </a:lnTo>
                  <a:lnTo>
                    <a:pt x="5077013" y="58470"/>
                  </a:lnTo>
                  <a:lnTo>
                    <a:pt x="5168283" y="73033"/>
                  </a:lnTo>
                  <a:lnTo>
                    <a:pt x="5254933" y="89411"/>
                  </a:lnTo>
                  <a:lnTo>
                    <a:pt x="5335810" y="107690"/>
                  </a:lnTo>
                  <a:lnTo>
                    <a:pt x="5410521" y="128033"/>
                  </a:lnTo>
                  <a:lnTo>
                    <a:pt x="5479237" y="150679"/>
                  </a:lnTo>
                  <a:lnTo>
                    <a:pt x="5542498" y="175942"/>
                  </a:lnTo>
                  <a:lnTo>
                    <a:pt x="5601064" y="204193"/>
                  </a:lnTo>
                  <a:lnTo>
                    <a:pt x="5655808" y="235840"/>
                  </a:lnTo>
                  <a:lnTo>
                    <a:pt x="5707625" y="271283"/>
                  </a:lnTo>
                  <a:lnTo>
                    <a:pt x="5757361" y="310835"/>
                  </a:lnTo>
                  <a:lnTo>
                    <a:pt x="5784835" y="335065"/>
                  </a:lnTo>
                  <a:lnTo>
                    <a:pt x="5827115" y="375581"/>
                  </a:lnTo>
                  <a:lnTo>
                    <a:pt x="5868987" y="419455"/>
                  </a:lnTo>
                  <a:lnTo>
                    <a:pt x="5910761" y="466753"/>
                  </a:lnTo>
                  <a:lnTo>
                    <a:pt x="5952670" y="517467"/>
                  </a:lnTo>
                  <a:lnTo>
                    <a:pt x="5994877" y="571510"/>
                  </a:lnTo>
                  <a:lnTo>
                    <a:pt x="6037488" y="628709"/>
                  </a:lnTo>
                  <a:lnTo>
                    <a:pt x="6080549" y="688799"/>
                  </a:lnTo>
                  <a:lnTo>
                    <a:pt x="6124060" y="751424"/>
                  </a:lnTo>
                  <a:lnTo>
                    <a:pt x="6167974" y="816147"/>
                  </a:lnTo>
                  <a:lnTo>
                    <a:pt x="6212211" y="882454"/>
                  </a:lnTo>
                  <a:lnTo>
                    <a:pt x="6256661" y="949776"/>
                  </a:lnTo>
                  <a:lnTo>
                    <a:pt x="6301198" y="1017504"/>
                  </a:lnTo>
                  <a:lnTo>
                    <a:pt x="6345689" y="1085014"/>
                  </a:lnTo>
                  <a:lnTo>
                    <a:pt x="6390003" y="1151692"/>
                  </a:lnTo>
                  <a:lnTo>
                    <a:pt x="6434025" y="1216952"/>
                  </a:lnTo>
                  <a:lnTo>
                    <a:pt x="6477664" y="1280263"/>
                  </a:lnTo>
                  <a:lnTo>
                    <a:pt x="6520864" y="1341163"/>
                  </a:lnTo>
                  <a:lnTo>
                    <a:pt x="6563609" y="1399271"/>
                  </a:lnTo>
                  <a:lnTo>
                    <a:pt x="6605931" y="1454294"/>
                  </a:lnTo>
                  <a:lnTo>
                    <a:pt x="6647915" y="1506031"/>
                  </a:lnTo>
                  <a:lnTo>
                    <a:pt x="6689709" y="1554369"/>
                  </a:lnTo>
                  <a:lnTo>
                    <a:pt x="6731522" y="1599277"/>
                  </a:lnTo>
                  <a:lnTo>
                    <a:pt x="6773641" y="1640800"/>
                  </a:lnTo>
                  <a:lnTo>
                    <a:pt x="6786527" y="1652738"/>
                  </a:lnTo>
                  <a:lnTo>
                    <a:pt x="6835416" y="1694681"/>
                  </a:lnTo>
                  <a:lnTo>
                    <a:pt x="6885959" y="1732418"/>
                  </a:lnTo>
                  <a:lnTo>
                    <a:pt x="6938940" y="1766165"/>
                  </a:lnTo>
                  <a:lnTo>
                    <a:pt x="6995236" y="1796285"/>
                  </a:lnTo>
                  <a:lnTo>
                    <a:pt x="7055740" y="1823188"/>
                  </a:lnTo>
                  <a:lnTo>
                    <a:pt x="7121288" y="1847271"/>
                  </a:lnTo>
                  <a:lnTo>
                    <a:pt x="7192562" y="1868881"/>
                  </a:lnTo>
                  <a:lnTo>
                    <a:pt x="7269961" y="1888302"/>
                  </a:lnTo>
                  <a:lnTo>
                    <a:pt x="7353436" y="1905739"/>
                  </a:lnTo>
                  <a:lnTo>
                    <a:pt x="7442288" y="1921321"/>
                  </a:lnTo>
                  <a:lnTo>
                    <a:pt x="7534972" y="1935104"/>
                  </a:lnTo>
                  <a:lnTo>
                    <a:pt x="7628958" y="1947081"/>
                  </a:lnTo>
                  <a:lnTo>
                    <a:pt x="7720757" y="1957213"/>
                  </a:lnTo>
                  <a:lnTo>
                    <a:pt x="7806203" y="1965463"/>
                  </a:lnTo>
                  <a:lnTo>
                    <a:pt x="7881032" y="1971838"/>
                  </a:lnTo>
                  <a:lnTo>
                    <a:pt x="7941678" y="1976432"/>
                  </a:lnTo>
                  <a:lnTo>
                    <a:pt x="7986079" y="1979441"/>
                  </a:lnTo>
                  <a:lnTo>
                    <a:pt x="8014231" y="1981157"/>
                  </a:lnTo>
                  <a:lnTo>
                    <a:pt x="8028335" y="1981933"/>
                  </a:lnTo>
                  <a:lnTo>
                    <a:pt x="8032595" y="1982146"/>
                  </a:lnTo>
                  <a:lnTo>
                    <a:pt x="8032819" y="1982157"/>
                  </a:lnTo>
                  <a:lnTo>
                    <a:pt x="8554953" y="1982157"/>
                  </a:lnTo>
                  <a:lnTo>
                    <a:pt x="8554953" y="1976509"/>
                  </a:lnTo>
                  <a:lnTo>
                    <a:pt x="8032819" y="1976509"/>
                  </a:lnTo>
                  <a:lnTo>
                    <a:pt x="8031611" y="1976452"/>
                  </a:lnTo>
                  <a:lnTo>
                    <a:pt x="8023702" y="1976040"/>
                  </a:lnTo>
                  <a:lnTo>
                    <a:pt x="8003897" y="1974901"/>
                  </a:lnTo>
                  <a:lnTo>
                    <a:pt x="7968824" y="1972664"/>
                  </a:lnTo>
                  <a:lnTo>
                    <a:pt x="7917232" y="1968996"/>
                  </a:lnTo>
                  <a:lnTo>
                    <a:pt x="7850062" y="1963646"/>
                  </a:lnTo>
                  <a:lnTo>
                    <a:pt x="7770118" y="1956462"/>
                  </a:lnTo>
                  <a:lnTo>
                    <a:pt x="7681375" y="1947391"/>
                  </a:lnTo>
                  <a:lnTo>
                    <a:pt x="7588144" y="1936451"/>
                  </a:lnTo>
                  <a:lnTo>
                    <a:pt x="7494349" y="1923686"/>
                  </a:lnTo>
                  <a:lnTo>
                    <a:pt x="7403079" y="1909123"/>
                  </a:lnTo>
                  <a:lnTo>
                    <a:pt x="7316429" y="1892745"/>
                  </a:lnTo>
                  <a:lnTo>
                    <a:pt x="7235552" y="1874466"/>
                  </a:lnTo>
                  <a:lnTo>
                    <a:pt x="7160841" y="1854124"/>
                  </a:lnTo>
                  <a:lnTo>
                    <a:pt x="7092125" y="1831477"/>
                  </a:lnTo>
                  <a:lnTo>
                    <a:pt x="7028864" y="1806214"/>
                  </a:lnTo>
                  <a:lnTo>
                    <a:pt x="6970298" y="1777963"/>
                  </a:lnTo>
                  <a:lnTo>
                    <a:pt x="6915554" y="1746316"/>
                  </a:lnTo>
                  <a:lnTo>
                    <a:pt x="6863737" y="1710874"/>
                  </a:lnTo>
                  <a:lnTo>
                    <a:pt x="6814001" y="1671321"/>
                  </a:lnTo>
                  <a:lnTo>
                    <a:pt x="6786527" y="1647091"/>
                  </a:lnTo>
                  <a:lnTo>
                    <a:pt x="6744247" y="1606575"/>
                  </a:lnTo>
                  <a:lnTo>
                    <a:pt x="6702375" y="1562701"/>
                  </a:lnTo>
                  <a:lnTo>
                    <a:pt x="6660601" y="1515404"/>
                  </a:lnTo>
                  <a:lnTo>
                    <a:pt x="6618692" y="1464689"/>
                  </a:lnTo>
                  <a:lnTo>
                    <a:pt x="6576485" y="1410646"/>
                  </a:lnTo>
                  <a:lnTo>
                    <a:pt x="6533874" y="1353447"/>
                  </a:lnTo>
                  <a:lnTo>
                    <a:pt x="6490813" y="1293357"/>
                  </a:lnTo>
                  <a:lnTo>
                    <a:pt x="6447302" y="1230732"/>
                  </a:lnTo>
                  <a:lnTo>
                    <a:pt x="6403388" y="1166009"/>
                  </a:lnTo>
                  <a:lnTo>
                    <a:pt x="6359151" y="1099702"/>
                  </a:lnTo>
                  <a:lnTo>
                    <a:pt x="6314701" y="1032380"/>
                  </a:lnTo>
                  <a:lnTo>
                    <a:pt x="6270164" y="964652"/>
                  </a:lnTo>
                  <a:lnTo>
                    <a:pt x="6225673" y="897142"/>
                  </a:lnTo>
                  <a:lnTo>
                    <a:pt x="6181359" y="830464"/>
                  </a:lnTo>
                  <a:lnTo>
                    <a:pt x="6137337" y="765204"/>
                  </a:lnTo>
                  <a:lnTo>
                    <a:pt x="6093697" y="701893"/>
                  </a:lnTo>
                  <a:lnTo>
                    <a:pt x="6050497" y="640993"/>
                  </a:lnTo>
                  <a:lnTo>
                    <a:pt x="6007753" y="582885"/>
                  </a:lnTo>
                  <a:lnTo>
                    <a:pt x="5965431" y="527862"/>
                  </a:lnTo>
                  <a:lnTo>
                    <a:pt x="5923447" y="476125"/>
                  </a:lnTo>
                  <a:lnTo>
                    <a:pt x="5881653" y="427788"/>
                  </a:lnTo>
                  <a:lnTo>
                    <a:pt x="5839840" y="382879"/>
                  </a:lnTo>
                  <a:lnTo>
                    <a:pt x="5797721" y="341356"/>
                  </a:lnTo>
                  <a:lnTo>
                    <a:pt x="5784835" y="329418"/>
                  </a:lnTo>
                  <a:lnTo>
                    <a:pt x="5735946" y="287475"/>
                  </a:lnTo>
                  <a:lnTo>
                    <a:pt x="5685403" y="249738"/>
                  </a:lnTo>
                  <a:lnTo>
                    <a:pt x="5632422" y="215992"/>
                  </a:lnTo>
                  <a:lnTo>
                    <a:pt x="5576126" y="185871"/>
                  </a:lnTo>
                  <a:lnTo>
                    <a:pt x="5515622" y="158968"/>
                  </a:lnTo>
                  <a:lnTo>
                    <a:pt x="5450074" y="134885"/>
                  </a:lnTo>
                  <a:lnTo>
                    <a:pt x="5378800" y="113275"/>
                  </a:lnTo>
                  <a:lnTo>
                    <a:pt x="5301401" y="93854"/>
                  </a:lnTo>
                  <a:lnTo>
                    <a:pt x="5217926" y="76417"/>
                  </a:lnTo>
                  <a:lnTo>
                    <a:pt x="5129074" y="60835"/>
                  </a:lnTo>
                  <a:lnTo>
                    <a:pt x="5036390" y="47052"/>
                  </a:lnTo>
                  <a:lnTo>
                    <a:pt x="4942404" y="35075"/>
                  </a:lnTo>
                  <a:lnTo>
                    <a:pt x="4850605" y="24943"/>
                  </a:lnTo>
                  <a:lnTo>
                    <a:pt x="4765159" y="16693"/>
                  </a:lnTo>
                  <a:lnTo>
                    <a:pt x="4690330" y="10318"/>
                  </a:lnTo>
                  <a:lnTo>
                    <a:pt x="4629684" y="5724"/>
                  </a:lnTo>
                  <a:lnTo>
                    <a:pt x="4585283" y="2715"/>
                  </a:lnTo>
                  <a:lnTo>
                    <a:pt x="4557131" y="999"/>
                  </a:lnTo>
                  <a:lnTo>
                    <a:pt x="4543027" y="223"/>
                  </a:lnTo>
                  <a:lnTo>
                    <a:pt x="4538767" y="10"/>
                  </a:lnTo>
                  <a:lnTo>
                    <a:pt x="4538543" y="0"/>
                  </a:lnTo>
                  <a:lnTo>
                    <a:pt x="4016409" y="0"/>
                  </a:lnTo>
                  <a:lnTo>
                    <a:pt x="4015515" y="94"/>
                  </a:lnTo>
                  <a:lnTo>
                    <a:pt x="4009621" y="765"/>
                  </a:lnTo>
                  <a:lnTo>
                    <a:pt x="3994721" y="2621"/>
                  </a:lnTo>
                  <a:lnTo>
                    <a:pt x="3967981" y="6275"/>
                  </a:lnTo>
                  <a:lnTo>
                    <a:pt x="3927925" y="12304"/>
                  </a:lnTo>
                  <a:lnTo>
                    <a:pt x="3874557" y="21184"/>
                  </a:lnTo>
                  <a:lnTo>
                    <a:pt x="3809265" y="33254"/>
                  </a:lnTo>
                  <a:lnTo>
                    <a:pt x="3734515" y="48698"/>
                  </a:lnTo>
                  <a:lnTo>
                    <a:pt x="3653374" y="67563"/>
                  </a:lnTo>
                  <a:lnTo>
                    <a:pt x="3569011" y="89807"/>
                  </a:lnTo>
                  <a:lnTo>
                    <a:pt x="3484282" y="115358"/>
                  </a:lnTo>
                  <a:lnTo>
                    <a:pt x="3401479" y="144164"/>
                  </a:lnTo>
                  <a:lnTo>
                    <a:pt x="3322228" y="176245"/>
                  </a:lnTo>
                  <a:lnTo>
                    <a:pt x="3247513" y="211715"/>
                  </a:lnTo>
                  <a:lnTo>
                    <a:pt x="3177779" y="250800"/>
                  </a:lnTo>
                  <a:lnTo>
                    <a:pt x="3113048" y="293842"/>
                  </a:lnTo>
                  <a:lnTo>
                    <a:pt x="3053041" y="341294"/>
                  </a:lnTo>
                  <a:lnTo>
                    <a:pt x="2997281" y="393710"/>
                  </a:lnTo>
                  <a:lnTo>
                    <a:pt x="2945176" y="451724"/>
                  </a:lnTo>
                  <a:lnTo>
                    <a:pt x="2896074" y="516008"/>
                  </a:lnTo>
                  <a:lnTo>
                    <a:pt x="2849315" y="587210"/>
                  </a:lnTo>
                  <a:lnTo>
                    <a:pt x="2804278" y="665849"/>
                  </a:lnTo>
                  <a:lnTo>
                    <a:pt x="2770117" y="732249"/>
                  </a:lnTo>
                  <a:lnTo>
                    <a:pt x="2739145" y="797381"/>
                  </a:lnTo>
                  <a:lnTo>
                    <a:pt x="2708442" y="866472"/>
                  </a:lnTo>
                  <a:lnTo>
                    <a:pt x="2677874" y="939604"/>
                  </a:lnTo>
                  <a:lnTo>
                    <a:pt x="2647329" y="1016814"/>
                  </a:lnTo>
                  <a:lnTo>
                    <a:pt x="2616719" y="1098092"/>
                  </a:lnTo>
                  <a:lnTo>
                    <a:pt x="2585974" y="1183379"/>
                  </a:lnTo>
                  <a:lnTo>
                    <a:pt x="2555043" y="1272559"/>
                  </a:lnTo>
                  <a:lnTo>
                    <a:pt x="2523890" y="1365462"/>
                  </a:lnTo>
                  <a:lnTo>
                    <a:pt x="2492498" y="1461859"/>
                  </a:lnTo>
                  <a:lnTo>
                    <a:pt x="2460860" y="1561463"/>
                  </a:lnTo>
                  <a:lnTo>
                    <a:pt x="2428988" y="1663932"/>
                  </a:lnTo>
                  <a:lnTo>
                    <a:pt x="2396900" y="1768873"/>
                  </a:lnTo>
                  <a:lnTo>
                    <a:pt x="2364628" y="1875844"/>
                  </a:lnTo>
                  <a:lnTo>
                    <a:pt x="2332210" y="1984365"/>
                  </a:lnTo>
                  <a:lnTo>
                    <a:pt x="2299694" y="2093925"/>
                  </a:lnTo>
                  <a:lnTo>
                    <a:pt x="2267129" y="2203992"/>
                  </a:lnTo>
                  <a:lnTo>
                    <a:pt x="2234568" y="2314023"/>
                  </a:lnTo>
                  <a:lnTo>
                    <a:pt x="2202062" y="2423476"/>
                  </a:lnTo>
                  <a:lnTo>
                    <a:pt x="2169661" y="2531822"/>
                  </a:lnTo>
                  <a:lnTo>
                    <a:pt x="2137411" y="2638553"/>
                  </a:lnTo>
                  <a:lnTo>
                    <a:pt x="2105350" y="2743193"/>
                  </a:lnTo>
                  <a:lnTo>
                    <a:pt x="2073507" y="2845307"/>
                  </a:lnTo>
                  <a:lnTo>
                    <a:pt x="2041902" y="2944507"/>
                  </a:lnTo>
                  <a:lnTo>
                    <a:pt x="2010541" y="3040460"/>
                  </a:lnTo>
                  <a:lnTo>
                    <a:pt x="1979419" y="3132885"/>
                  </a:lnTo>
                  <a:lnTo>
                    <a:pt x="1948515" y="3221561"/>
                  </a:lnTo>
                  <a:lnTo>
                    <a:pt x="1917791" y="3306326"/>
                  </a:lnTo>
                  <a:lnTo>
                    <a:pt x="1887194" y="3387071"/>
                  </a:lnTo>
                  <a:lnTo>
                    <a:pt x="1856652" y="3463744"/>
                  </a:lnTo>
                  <a:lnTo>
                    <a:pt x="1826072" y="3536342"/>
                  </a:lnTo>
                  <a:lnTo>
                    <a:pt x="1795342" y="3604907"/>
                  </a:lnTo>
                  <a:lnTo>
                    <a:pt x="1768425" y="3661249"/>
                  </a:lnTo>
                  <a:lnTo>
                    <a:pt x="1724344" y="3745841"/>
                  </a:lnTo>
                  <a:lnTo>
                    <a:pt x="1678974" y="3822789"/>
                  </a:lnTo>
                  <a:lnTo>
                    <a:pt x="1631749" y="3892398"/>
                  </a:lnTo>
                  <a:lnTo>
                    <a:pt x="1582034" y="3955225"/>
                  </a:lnTo>
                  <a:lnTo>
                    <a:pt x="1529170" y="4011934"/>
                  </a:lnTo>
                  <a:lnTo>
                    <a:pt x="1472512" y="4063191"/>
                  </a:lnTo>
                  <a:lnTo>
                    <a:pt x="1411487" y="4109616"/>
                  </a:lnTo>
                  <a:lnTo>
                    <a:pt x="1345656" y="4151740"/>
                  </a:lnTo>
                  <a:lnTo>
                    <a:pt x="1274797" y="4189993"/>
                  </a:lnTo>
                  <a:lnTo>
                    <a:pt x="1199015" y="4224692"/>
                  </a:lnTo>
                  <a:lnTo>
                    <a:pt x="1118865" y="4256037"/>
                  </a:lnTo>
                  <a:lnTo>
                    <a:pt x="1035469" y="4284119"/>
                  </a:lnTo>
                  <a:lnTo>
                    <a:pt x="950600" y="4308938"/>
                  </a:lnTo>
                  <a:lnTo>
                    <a:pt x="866691" y="4330436"/>
                  </a:lnTo>
                  <a:lnTo>
                    <a:pt x="786697" y="4348539"/>
                  </a:lnTo>
                  <a:lnTo>
                    <a:pt x="713803" y="4363222"/>
                  </a:lnTo>
                  <a:lnTo>
                    <a:pt x="650987" y="4374560"/>
                  </a:lnTo>
                  <a:lnTo>
                    <a:pt x="600512" y="4382770"/>
                  </a:lnTo>
                  <a:lnTo>
                    <a:pt x="563476" y="4388224"/>
                  </a:lnTo>
                  <a:lnTo>
                    <a:pt x="539554" y="4391425"/>
                  </a:lnTo>
                  <a:lnTo>
                    <a:pt x="526952" y="4392963"/>
                  </a:lnTo>
                  <a:lnTo>
                    <a:pt x="522558" y="4393455"/>
                  </a:lnTo>
                  <a:lnTo>
                    <a:pt x="522133" y="4393499"/>
                  </a:lnTo>
                  <a:lnTo>
                    <a:pt x="0" y="4393499"/>
                  </a:lnTo>
                  <a:close/>
                </a:path>
              </a:pathLst>
            </a:custGeom>
            <a:solidFill>
              <a:srgbClr val="8BC34A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1569" name="pl1569"/>
            <p:cNvSpPr/>
            <p:nvPr/>
          </p:nvSpPr>
          <p:spPr>
            <a:xfrm>
              <a:off x="386606" y="530473"/>
              <a:ext cx="8554953" cy="4393499"/>
            </a:xfrm>
            <a:custGeom>
              <a:avLst/>
              <a:pathLst>
                <a:path w="8554953" h="4393499">
                  <a:moveTo>
                    <a:pt x="0" y="4393499"/>
                  </a:moveTo>
                  <a:lnTo>
                    <a:pt x="522133" y="4393499"/>
                  </a:lnTo>
                  <a:lnTo>
                    <a:pt x="523027" y="4393404"/>
                  </a:lnTo>
                  <a:lnTo>
                    <a:pt x="528921" y="4392733"/>
                  </a:lnTo>
                  <a:lnTo>
                    <a:pt x="543821" y="4390877"/>
                  </a:lnTo>
                  <a:lnTo>
                    <a:pt x="570562" y="4387223"/>
                  </a:lnTo>
                  <a:lnTo>
                    <a:pt x="610617" y="4381194"/>
                  </a:lnTo>
                  <a:lnTo>
                    <a:pt x="663986" y="4372314"/>
                  </a:lnTo>
                  <a:lnTo>
                    <a:pt x="729277" y="4360244"/>
                  </a:lnTo>
                  <a:lnTo>
                    <a:pt x="804027" y="4344800"/>
                  </a:lnTo>
                  <a:lnTo>
                    <a:pt x="885168" y="4325935"/>
                  </a:lnTo>
                  <a:lnTo>
                    <a:pt x="969532" y="4303691"/>
                  </a:lnTo>
                  <a:lnTo>
                    <a:pt x="1054260" y="4278141"/>
                  </a:lnTo>
                  <a:lnTo>
                    <a:pt x="1137063" y="4249334"/>
                  </a:lnTo>
                  <a:lnTo>
                    <a:pt x="1216315" y="4217253"/>
                  </a:lnTo>
                  <a:lnTo>
                    <a:pt x="1291029" y="4181783"/>
                  </a:lnTo>
                  <a:lnTo>
                    <a:pt x="1360763" y="4142698"/>
                  </a:lnTo>
                  <a:lnTo>
                    <a:pt x="1425494" y="4099657"/>
                  </a:lnTo>
                  <a:lnTo>
                    <a:pt x="1485502" y="4052204"/>
                  </a:lnTo>
                  <a:lnTo>
                    <a:pt x="1541261" y="3999788"/>
                  </a:lnTo>
                  <a:lnTo>
                    <a:pt x="1593366" y="3941774"/>
                  </a:lnTo>
                  <a:lnTo>
                    <a:pt x="1642469" y="3877490"/>
                  </a:lnTo>
                  <a:lnTo>
                    <a:pt x="1689227" y="3806288"/>
                  </a:lnTo>
                  <a:lnTo>
                    <a:pt x="1734265" y="3727649"/>
                  </a:lnTo>
                  <a:lnTo>
                    <a:pt x="1768425" y="3661249"/>
                  </a:lnTo>
                  <a:lnTo>
                    <a:pt x="1799397" y="3596117"/>
                  </a:lnTo>
                  <a:lnTo>
                    <a:pt x="1830100" y="3527026"/>
                  </a:lnTo>
                  <a:lnTo>
                    <a:pt x="1860668" y="3453894"/>
                  </a:lnTo>
                  <a:lnTo>
                    <a:pt x="1891213" y="3376684"/>
                  </a:lnTo>
                  <a:lnTo>
                    <a:pt x="1921823" y="3295406"/>
                  </a:lnTo>
                  <a:lnTo>
                    <a:pt x="1952568" y="3210119"/>
                  </a:lnTo>
                  <a:lnTo>
                    <a:pt x="1983499" y="3120939"/>
                  </a:lnTo>
                  <a:lnTo>
                    <a:pt x="2014652" y="3028036"/>
                  </a:lnTo>
                  <a:lnTo>
                    <a:pt x="2046045" y="2931639"/>
                  </a:lnTo>
                  <a:lnTo>
                    <a:pt x="2077682" y="2832035"/>
                  </a:lnTo>
                  <a:lnTo>
                    <a:pt x="2109554" y="2729566"/>
                  </a:lnTo>
                  <a:lnTo>
                    <a:pt x="2141642" y="2624625"/>
                  </a:lnTo>
                  <a:lnTo>
                    <a:pt x="2173915" y="2517654"/>
                  </a:lnTo>
                  <a:lnTo>
                    <a:pt x="2206332" y="2409133"/>
                  </a:lnTo>
                  <a:lnTo>
                    <a:pt x="2238848" y="2299573"/>
                  </a:lnTo>
                  <a:lnTo>
                    <a:pt x="2271413" y="2189506"/>
                  </a:lnTo>
                  <a:lnTo>
                    <a:pt x="2303975" y="2079475"/>
                  </a:lnTo>
                  <a:lnTo>
                    <a:pt x="2336481" y="1970022"/>
                  </a:lnTo>
                  <a:lnTo>
                    <a:pt x="2368881" y="1861676"/>
                  </a:lnTo>
                  <a:lnTo>
                    <a:pt x="2401131" y="1754945"/>
                  </a:lnTo>
                  <a:lnTo>
                    <a:pt x="2433192" y="1650306"/>
                  </a:lnTo>
                  <a:lnTo>
                    <a:pt x="2465035" y="1548192"/>
                  </a:lnTo>
                  <a:lnTo>
                    <a:pt x="2496640" y="1448991"/>
                  </a:lnTo>
                  <a:lnTo>
                    <a:pt x="2528001" y="1353038"/>
                  </a:lnTo>
                  <a:lnTo>
                    <a:pt x="2559123" y="1260613"/>
                  </a:lnTo>
                  <a:lnTo>
                    <a:pt x="2590027" y="1171937"/>
                  </a:lnTo>
                  <a:lnTo>
                    <a:pt x="2620751" y="1087172"/>
                  </a:lnTo>
                  <a:lnTo>
                    <a:pt x="2651348" y="1006427"/>
                  </a:lnTo>
                  <a:lnTo>
                    <a:pt x="2681891" y="929754"/>
                  </a:lnTo>
                  <a:lnTo>
                    <a:pt x="2712470" y="857156"/>
                  </a:lnTo>
                  <a:lnTo>
                    <a:pt x="2743200" y="788591"/>
                  </a:lnTo>
                  <a:lnTo>
                    <a:pt x="2770117" y="732249"/>
                  </a:lnTo>
                  <a:lnTo>
                    <a:pt x="2814198" y="647657"/>
                  </a:lnTo>
                  <a:lnTo>
                    <a:pt x="2859569" y="570709"/>
                  </a:lnTo>
                  <a:lnTo>
                    <a:pt x="2906793" y="501100"/>
                  </a:lnTo>
                  <a:lnTo>
                    <a:pt x="2956508" y="438273"/>
                  </a:lnTo>
                  <a:lnTo>
                    <a:pt x="3009373" y="381564"/>
                  </a:lnTo>
                  <a:lnTo>
                    <a:pt x="3066030" y="330307"/>
                  </a:lnTo>
                  <a:lnTo>
                    <a:pt x="3127055" y="283882"/>
                  </a:lnTo>
                  <a:lnTo>
                    <a:pt x="3192886" y="241758"/>
                  </a:lnTo>
                  <a:lnTo>
                    <a:pt x="3263745" y="203505"/>
                  </a:lnTo>
                  <a:lnTo>
                    <a:pt x="3339527" y="168806"/>
                  </a:lnTo>
                  <a:lnTo>
                    <a:pt x="3419677" y="137461"/>
                  </a:lnTo>
                  <a:lnTo>
                    <a:pt x="3503074" y="109379"/>
                  </a:lnTo>
                  <a:lnTo>
                    <a:pt x="3587942" y="84560"/>
                  </a:lnTo>
                  <a:lnTo>
                    <a:pt x="3671851" y="63063"/>
                  </a:lnTo>
                  <a:lnTo>
                    <a:pt x="3751845" y="44959"/>
                  </a:lnTo>
                  <a:lnTo>
                    <a:pt x="3824739" y="30276"/>
                  </a:lnTo>
                  <a:lnTo>
                    <a:pt x="3887555" y="18938"/>
                  </a:lnTo>
                  <a:lnTo>
                    <a:pt x="3938031" y="10728"/>
                  </a:lnTo>
                  <a:lnTo>
                    <a:pt x="3975066" y="5274"/>
                  </a:lnTo>
                  <a:lnTo>
                    <a:pt x="3998988" y="2073"/>
                  </a:lnTo>
                  <a:lnTo>
                    <a:pt x="4011591" y="535"/>
                  </a:lnTo>
                  <a:lnTo>
                    <a:pt x="4015985" y="44"/>
                  </a:lnTo>
                  <a:lnTo>
                    <a:pt x="4016409" y="0"/>
                  </a:lnTo>
                  <a:lnTo>
                    <a:pt x="4538543" y="0"/>
                  </a:lnTo>
                  <a:lnTo>
                    <a:pt x="4539751" y="57"/>
                  </a:lnTo>
                  <a:lnTo>
                    <a:pt x="4547660" y="469"/>
                  </a:lnTo>
                  <a:lnTo>
                    <a:pt x="4567465" y="1608"/>
                  </a:lnTo>
                  <a:lnTo>
                    <a:pt x="4602538" y="3845"/>
                  </a:lnTo>
                  <a:lnTo>
                    <a:pt x="4654130" y="7512"/>
                  </a:lnTo>
                  <a:lnTo>
                    <a:pt x="4721300" y="12863"/>
                  </a:lnTo>
                  <a:lnTo>
                    <a:pt x="4801244" y="20047"/>
                  </a:lnTo>
                  <a:lnTo>
                    <a:pt x="4889987" y="29118"/>
                  </a:lnTo>
                  <a:lnTo>
                    <a:pt x="4983218" y="40058"/>
                  </a:lnTo>
                  <a:lnTo>
                    <a:pt x="5077013" y="52823"/>
                  </a:lnTo>
                  <a:lnTo>
                    <a:pt x="5168283" y="67386"/>
                  </a:lnTo>
                  <a:lnTo>
                    <a:pt x="5254933" y="83764"/>
                  </a:lnTo>
                  <a:lnTo>
                    <a:pt x="5335810" y="102043"/>
                  </a:lnTo>
                  <a:lnTo>
                    <a:pt x="5410521" y="122385"/>
                  </a:lnTo>
                  <a:lnTo>
                    <a:pt x="5479237" y="145032"/>
                  </a:lnTo>
                  <a:lnTo>
                    <a:pt x="5542498" y="170295"/>
                  </a:lnTo>
                  <a:lnTo>
                    <a:pt x="5601064" y="198546"/>
                  </a:lnTo>
                  <a:lnTo>
                    <a:pt x="5655808" y="230193"/>
                  </a:lnTo>
                  <a:lnTo>
                    <a:pt x="5707625" y="265635"/>
                  </a:lnTo>
                  <a:lnTo>
                    <a:pt x="5757361" y="305188"/>
                  </a:lnTo>
                  <a:lnTo>
                    <a:pt x="5784835" y="329418"/>
                  </a:lnTo>
                  <a:lnTo>
                    <a:pt x="5827115" y="369934"/>
                  </a:lnTo>
                  <a:lnTo>
                    <a:pt x="5868987" y="413808"/>
                  </a:lnTo>
                  <a:lnTo>
                    <a:pt x="5910761" y="461105"/>
                  </a:lnTo>
                  <a:lnTo>
                    <a:pt x="5952670" y="511820"/>
                  </a:lnTo>
                  <a:lnTo>
                    <a:pt x="5994877" y="565863"/>
                  </a:lnTo>
                  <a:lnTo>
                    <a:pt x="6037488" y="623062"/>
                  </a:lnTo>
                  <a:lnTo>
                    <a:pt x="6080549" y="683152"/>
                  </a:lnTo>
                  <a:lnTo>
                    <a:pt x="6124060" y="745777"/>
                  </a:lnTo>
                  <a:lnTo>
                    <a:pt x="6167974" y="810500"/>
                  </a:lnTo>
                  <a:lnTo>
                    <a:pt x="6212211" y="876807"/>
                  </a:lnTo>
                  <a:lnTo>
                    <a:pt x="6256661" y="944129"/>
                  </a:lnTo>
                  <a:lnTo>
                    <a:pt x="6301198" y="1011857"/>
                  </a:lnTo>
                  <a:lnTo>
                    <a:pt x="6345689" y="1079367"/>
                  </a:lnTo>
                  <a:lnTo>
                    <a:pt x="6390003" y="1146044"/>
                  </a:lnTo>
                  <a:lnTo>
                    <a:pt x="6434025" y="1211305"/>
                  </a:lnTo>
                  <a:lnTo>
                    <a:pt x="6477664" y="1274616"/>
                  </a:lnTo>
                  <a:lnTo>
                    <a:pt x="6520864" y="1335516"/>
                  </a:lnTo>
                  <a:lnTo>
                    <a:pt x="6563609" y="1393623"/>
                  </a:lnTo>
                  <a:lnTo>
                    <a:pt x="6605931" y="1448646"/>
                  </a:lnTo>
                  <a:lnTo>
                    <a:pt x="6647915" y="1500383"/>
                  </a:lnTo>
                  <a:lnTo>
                    <a:pt x="6689709" y="1548721"/>
                  </a:lnTo>
                  <a:lnTo>
                    <a:pt x="6731522" y="1593630"/>
                  </a:lnTo>
                  <a:lnTo>
                    <a:pt x="6773641" y="1635153"/>
                  </a:lnTo>
                  <a:lnTo>
                    <a:pt x="6786527" y="1647091"/>
                  </a:lnTo>
                  <a:lnTo>
                    <a:pt x="6835416" y="1689034"/>
                  </a:lnTo>
                  <a:lnTo>
                    <a:pt x="6885959" y="1726771"/>
                  </a:lnTo>
                  <a:lnTo>
                    <a:pt x="6938940" y="1760517"/>
                  </a:lnTo>
                  <a:lnTo>
                    <a:pt x="6995236" y="1790637"/>
                  </a:lnTo>
                  <a:lnTo>
                    <a:pt x="7055740" y="1817541"/>
                  </a:lnTo>
                  <a:lnTo>
                    <a:pt x="7121288" y="1841624"/>
                  </a:lnTo>
                  <a:lnTo>
                    <a:pt x="7192562" y="1863234"/>
                  </a:lnTo>
                  <a:lnTo>
                    <a:pt x="7269961" y="1882655"/>
                  </a:lnTo>
                  <a:lnTo>
                    <a:pt x="7353436" y="1900092"/>
                  </a:lnTo>
                  <a:lnTo>
                    <a:pt x="7442288" y="1915674"/>
                  </a:lnTo>
                  <a:lnTo>
                    <a:pt x="7534972" y="1929457"/>
                  </a:lnTo>
                  <a:lnTo>
                    <a:pt x="7628958" y="1941434"/>
                  </a:lnTo>
                  <a:lnTo>
                    <a:pt x="7720757" y="1951566"/>
                  </a:lnTo>
                  <a:lnTo>
                    <a:pt x="7806203" y="1959815"/>
                  </a:lnTo>
                  <a:lnTo>
                    <a:pt x="7881032" y="1966191"/>
                  </a:lnTo>
                  <a:lnTo>
                    <a:pt x="7941678" y="1970785"/>
                  </a:lnTo>
                  <a:lnTo>
                    <a:pt x="7986079" y="1973794"/>
                  </a:lnTo>
                  <a:lnTo>
                    <a:pt x="8014231" y="1975510"/>
                  </a:lnTo>
                  <a:lnTo>
                    <a:pt x="8028335" y="1976286"/>
                  </a:lnTo>
                  <a:lnTo>
                    <a:pt x="8032595" y="1976499"/>
                  </a:lnTo>
                  <a:lnTo>
                    <a:pt x="8032819" y="1976509"/>
                  </a:lnTo>
                  <a:lnTo>
                    <a:pt x="8554953" y="1976509"/>
                  </a:lnTo>
                  <a:lnTo>
                    <a:pt x="8554953" y="1976509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570" name="pl1570"/>
            <p:cNvSpPr/>
            <p:nvPr/>
          </p:nvSpPr>
          <p:spPr>
            <a:xfrm>
              <a:off x="386606" y="524826"/>
              <a:ext cx="8554953" cy="4393499"/>
            </a:xfrm>
            <a:custGeom>
              <a:avLst/>
              <a:pathLst>
                <a:path w="8554953" h="4393499">
                  <a:moveTo>
                    <a:pt x="8554953" y="1976509"/>
                  </a:moveTo>
                  <a:lnTo>
                    <a:pt x="8032819" y="1976509"/>
                  </a:lnTo>
                  <a:lnTo>
                    <a:pt x="8031611" y="1976452"/>
                  </a:lnTo>
                  <a:lnTo>
                    <a:pt x="8023702" y="1976040"/>
                  </a:lnTo>
                  <a:lnTo>
                    <a:pt x="8003897" y="1974901"/>
                  </a:lnTo>
                  <a:lnTo>
                    <a:pt x="7968824" y="1972664"/>
                  </a:lnTo>
                  <a:lnTo>
                    <a:pt x="7917232" y="1968996"/>
                  </a:lnTo>
                  <a:lnTo>
                    <a:pt x="7850062" y="1963646"/>
                  </a:lnTo>
                  <a:lnTo>
                    <a:pt x="7770118" y="1956462"/>
                  </a:lnTo>
                  <a:lnTo>
                    <a:pt x="7681375" y="1947391"/>
                  </a:lnTo>
                  <a:lnTo>
                    <a:pt x="7588144" y="1936451"/>
                  </a:lnTo>
                  <a:lnTo>
                    <a:pt x="7494349" y="1923686"/>
                  </a:lnTo>
                  <a:lnTo>
                    <a:pt x="7403079" y="1909123"/>
                  </a:lnTo>
                  <a:lnTo>
                    <a:pt x="7316429" y="1892745"/>
                  </a:lnTo>
                  <a:lnTo>
                    <a:pt x="7235552" y="1874466"/>
                  </a:lnTo>
                  <a:lnTo>
                    <a:pt x="7160841" y="1854124"/>
                  </a:lnTo>
                  <a:lnTo>
                    <a:pt x="7092125" y="1831477"/>
                  </a:lnTo>
                  <a:lnTo>
                    <a:pt x="7028864" y="1806214"/>
                  </a:lnTo>
                  <a:lnTo>
                    <a:pt x="6970298" y="1777963"/>
                  </a:lnTo>
                  <a:lnTo>
                    <a:pt x="6915554" y="1746316"/>
                  </a:lnTo>
                  <a:lnTo>
                    <a:pt x="6863737" y="1710874"/>
                  </a:lnTo>
                  <a:lnTo>
                    <a:pt x="6814001" y="1671321"/>
                  </a:lnTo>
                  <a:lnTo>
                    <a:pt x="6786527" y="1647091"/>
                  </a:lnTo>
                  <a:lnTo>
                    <a:pt x="6744247" y="1606575"/>
                  </a:lnTo>
                  <a:lnTo>
                    <a:pt x="6702375" y="1562701"/>
                  </a:lnTo>
                  <a:lnTo>
                    <a:pt x="6660601" y="1515404"/>
                  </a:lnTo>
                  <a:lnTo>
                    <a:pt x="6618692" y="1464689"/>
                  </a:lnTo>
                  <a:lnTo>
                    <a:pt x="6576485" y="1410646"/>
                  </a:lnTo>
                  <a:lnTo>
                    <a:pt x="6533874" y="1353447"/>
                  </a:lnTo>
                  <a:lnTo>
                    <a:pt x="6490813" y="1293357"/>
                  </a:lnTo>
                  <a:lnTo>
                    <a:pt x="6447302" y="1230732"/>
                  </a:lnTo>
                  <a:lnTo>
                    <a:pt x="6403388" y="1166009"/>
                  </a:lnTo>
                  <a:lnTo>
                    <a:pt x="6359151" y="1099702"/>
                  </a:lnTo>
                  <a:lnTo>
                    <a:pt x="6314701" y="1032380"/>
                  </a:lnTo>
                  <a:lnTo>
                    <a:pt x="6270164" y="964652"/>
                  </a:lnTo>
                  <a:lnTo>
                    <a:pt x="6225673" y="897142"/>
                  </a:lnTo>
                  <a:lnTo>
                    <a:pt x="6181359" y="830464"/>
                  </a:lnTo>
                  <a:lnTo>
                    <a:pt x="6137337" y="765204"/>
                  </a:lnTo>
                  <a:lnTo>
                    <a:pt x="6093697" y="701893"/>
                  </a:lnTo>
                  <a:lnTo>
                    <a:pt x="6050497" y="640993"/>
                  </a:lnTo>
                  <a:lnTo>
                    <a:pt x="6007753" y="582885"/>
                  </a:lnTo>
                  <a:lnTo>
                    <a:pt x="5965431" y="527862"/>
                  </a:lnTo>
                  <a:lnTo>
                    <a:pt x="5923447" y="476125"/>
                  </a:lnTo>
                  <a:lnTo>
                    <a:pt x="5881653" y="427788"/>
                  </a:lnTo>
                  <a:lnTo>
                    <a:pt x="5839840" y="382879"/>
                  </a:lnTo>
                  <a:lnTo>
                    <a:pt x="5797721" y="341356"/>
                  </a:lnTo>
                  <a:lnTo>
                    <a:pt x="5784835" y="329418"/>
                  </a:lnTo>
                  <a:lnTo>
                    <a:pt x="5735946" y="287475"/>
                  </a:lnTo>
                  <a:lnTo>
                    <a:pt x="5685403" y="249738"/>
                  </a:lnTo>
                  <a:lnTo>
                    <a:pt x="5632422" y="215992"/>
                  </a:lnTo>
                  <a:lnTo>
                    <a:pt x="5576126" y="185871"/>
                  </a:lnTo>
                  <a:lnTo>
                    <a:pt x="5515622" y="158968"/>
                  </a:lnTo>
                  <a:lnTo>
                    <a:pt x="5450074" y="134885"/>
                  </a:lnTo>
                  <a:lnTo>
                    <a:pt x="5378800" y="113275"/>
                  </a:lnTo>
                  <a:lnTo>
                    <a:pt x="5301401" y="93854"/>
                  </a:lnTo>
                  <a:lnTo>
                    <a:pt x="5217926" y="76417"/>
                  </a:lnTo>
                  <a:lnTo>
                    <a:pt x="5129074" y="60835"/>
                  </a:lnTo>
                  <a:lnTo>
                    <a:pt x="5036390" y="47052"/>
                  </a:lnTo>
                  <a:lnTo>
                    <a:pt x="4942404" y="35075"/>
                  </a:lnTo>
                  <a:lnTo>
                    <a:pt x="4850605" y="24943"/>
                  </a:lnTo>
                  <a:lnTo>
                    <a:pt x="4765159" y="16693"/>
                  </a:lnTo>
                  <a:lnTo>
                    <a:pt x="4690330" y="10318"/>
                  </a:lnTo>
                  <a:lnTo>
                    <a:pt x="4629684" y="5724"/>
                  </a:lnTo>
                  <a:lnTo>
                    <a:pt x="4585283" y="2715"/>
                  </a:lnTo>
                  <a:lnTo>
                    <a:pt x="4557131" y="999"/>
                  </a:lnTo>
                  <a:lnTo>
                    <a:pt x="4543027" y="223"/>
                  </a:lnTo>
                  <a:lnTo>
                    <a:pt x="4538767" y="10"/>
                  </a:lnTo>
                  <a:lnTo>
                    <a:pt x="4538543" y="0"/>
                  </a:lnTo>
                  <a:lnTo>
                    <a:pt x="4016409" y="0"/>
                  </a:lnTo>
                  <a:lnTo>
                    <a:pt x="4015515" y="94"/>
                  </a:lnTo>
                  <a:lnTo>
                    <a:pt x="4009621" y="765"/>
                  </a:lnTo>
                  <a:lnTo>
                    <a:pt x="3994721" y="2621"/>
                  </a:lnTo>
                  <a:lnTo>
                    <a:pt x="3967981" y="6275"/>
                  </a:lnTo>
                  <a:lnTo>
                    <a:pt x="3927925" y="12304"/>
                  </a:lnTo>
                  <a:lnTo>
                    <a:pt x="3874557" y="21184"/>
                  </a:lnTo>
                  <a:lnTo>
                    <a:pt x="3809265" y="33254"/>
                  </a:lnTo>
                  <a:lnTo>
                    <a:pt x="3734515" y="48698"/>
                  </a:lnTo>
                  <a:lnTo>
                    <a:pt x="3653374" y="67563"/>
                  </a:lnTo>
                  <a:lnTo>
                    <a:pt x="3569011" y="89807"/>
                  </a:lnTo>
                  <a:lnTo>
                    <a:pt x="3484282" y="115358"/>
                  </a:lnTo>
                  <a:lnTo>
                    <a:pt x="3401479" y="144164"/>
                  </a:lnTo>
                  <a:lnTo>
                    <a:pt x="3322228" y="176245"/>
                  </a:lnTo>
                  <a:lnTo>
                    <a:pt x="3247513" y="211715"/>
                  </a:lnTo>
                  <a:lnTo>
                    <a:pt x="3177779" y="250800"/>
                  </a:lnTo>
                  <a:lnTo>
                    <a:pt x="3113048" y="293842"/>
                  </a:lnTo>
                  <a:lnTo>
                    <a:pt x="3053041" y="341294"/>
                  </a:lnTo>
                  <a:lnTo>
                    <a:pt x="2997281" y="393710"/>
                  </a:lnTo>
                  <a:lnTo>
                    <a:pt x="2945176" y="451724"/>
                  </a:lnTo>
                  <a:lnTo>
                    <a:pt x="2896074" y="516008"/>
                  </a:lnTo>
                  <a:lnTo>
                    <a:pt x="2849315" y="587210"/>
                  </a:lnTo>
                  <a:lnTo>
                    <a:pt x="2804278" y="665849"/>
                  </a:lnTo>
                  <a:lnTo>
                    <a:pt x="2770117" y="732249"/>
                  </a:lnTo>
                  <a:lnTo>
                    <a:pt x="2739145" y="797381"/>
                  </a:lnTo>
                  <a:lnTo>
                    <a:pt x="2708442" y="866472"/>
                  </a:lnTo>
                  <a:lnTo>
                    <a:pt x="2677874" y="939604"/>
                  </a:lnTo>
                  <a:lnTo>
                    <a:pt x="2647329" y="1016814"/>
                  </a:lnTo>
                  <a:lnTo>
                    <a:pt x="2616719" y="1098092"/>
                  </a:lnTo>
                  <a:lnTo>
                    <a:pt x="2585974" y="1183379"/>
                  </a:lnTo>
                  <a:lnTo>
                    <a:pt x="2555043" y="1272559"/>
                  </a:lnTo>
                  <a:lnTo>
                    <a:pt x="2523890" y="1365462"/>
                  </a:lnTo>
                  <a:lnTo>
                    <a:pt x="2492498" y="1461859"/>
                  </a:lnTo>
                  <a:lnTo>
                    <a:pt x="2460860" y="1561463"/>
                  </a:lnTo>
                  <a:lnTo>
                    <a:pt x="2428988" y="1663932"/>
                  </a:lnTo>
                  <a:lnTo>
                    <a:pt x="2396900" y="1768873"/>
                  </a:lnTo>
                  <a:lnTo>
                    <a:pt x="2364628" y="1875844"/>
                  </a:lnTo>
                  <a:lnTo>
                    <a:pt x="2332210" y="1984365"/>
                  </a:lnTo>
                  <a:lnTo>
                    <a:pt x="2299694" y="2093925"/>
                  </a:lnTo>
                  <a:lnTo>
                    <a:pt x="2267129" y="2203992"/>
                  </a:lnTo>
                  <a:lnTo>
                    <a:pt x="2234568" y="2314023"/>
                  </a:lnTo>
                  <a:lnTo>
                    <a:pt x="2202062" y="2423476"/>
                  </a:lnTo>
                  <a:lnTo>
                    <a:pt x="2169661" y="2531822"/>
                  </a:lnTo>
                  <a:lnTo>
                    <a:pt x="2137411" y="2638553"/>
                  </a:lnTo>
                  <a:lnTo>
                    <a:pt x="2105350" y="2743193"/>
                  </a:lnTo>
                  <a:lnTo>
                    <a:pt x="2073507" y="2845307"/>
                  </a:lnTo>
                  <a:lnTo>
                    <a:pt x="2041902" y="2944507"/>
                  </a:lnTo>
                  <a:lnTo>
                    <a:pt x="2010541" y="3040460"/>
                  </a:lnTo>
                  <a:lnTo>
                    <a:pt x="1979419" y="3132885"/>
                  </a:lnTo>
                  <a:lnTo>
                    <a:pt x="1948515" y="3221561"/>
                  </a:lnTo>
                  <a:lnTo>
                    <a:pt x="1917791" y="3306326"/>
                  </a:lnTo>
                  <a:lnTo>
                    <a:pt x="1887194" y="3387071"/>
                  </a:lnTo>
                  <a:lnTo>
                    <a:pt x="1856652" y="3463744"/>
                  </a:lnTo>
                  <a:lnTo>
                    <a:pt x="1826072" y="3536342"/>
                  </a:lnTo>
                  <a:lnTo>
                    <a:pt x="1795342" y="3604907"/>
                  </a:lnTo>
                  <a:lnTo>
                    <a:pt x="1768425" y="3661249"/>
                  </a:lnTo>
                  <a:lnTo>
                    <a:pt x="1724344" y="3745841"/>
                  </a:lnTo>
                  <a:lnTo>
                    <a:pt x="1678974" y="3822789"/>
                  </a:lnTo>
                  <a:lnTo>
                    <a:pt x="1631749" y="3892398"/>
                  </a:lnTo>
                  <a:lnTo>
                    <a:pt x="1582034" y="3955225"/>
                  </a:lnTo>
                  <a:lnTo>
                    <a:pt x="1529170" y="4011934"/>
                  </a:lnTo>
                  <a:lnTo>
                    <a:pt x="1472512" y="4063191"/>
                  </a:lnTo>
                  <a:lnTo>
                    <a:pt x="1411487" y="4109616"/>
                  </a:lnTo>
                  <a:lnTo>
                    <a:pt x="1345656" y="4151740"/>
                  </a:lnTo>
                  <a:lnTo>
                    <a:pt x="1274797" y="4189993"/>
                  </a:lnTo>
                  <a:lnTo>
                    <a:pt x="1199015" y="4224692"/>
                  </a:lnTo>
                  <a:lnTo>
                    <a:pt x="1118865" y="4256037"/>
                  </a:lnTo>
                  <a:lnTo>
                    <a:pt x="1035469" y="4284119"/>
                  </a:lnTo>
                  <a:lnTo>
                    <a:pt x="950600" y="4308938"/>
                  </a:lnTo>
                  <a:lnTo>
                    <a:pt x="866691" y="4330436"/>
                  </a:lnTo>
                  <a:lnTo>
                    <a:pt x="786697" y="4348539"/>
                  </a:lnTo>
                  <a:lnTo>
                    <a:pt x="713803" y="4363222"/>
                  </a:lnTo>
                  <a:lnTo>
                    <a:pt x="650987" y="4374560"/>
                  </a:lnTo>
                  <a:lnTo>
                    <a:pt x="600512" y="4382770"/>
                  </a:lnTo>
                  <a:lnTo>
                    <a:pt x="563476" y="4388224"/>
                  </a:lnTo>
                  <a:lnTo>
                    <a:pt x="539554" y="4391425"/>
                  </a:lnTo>
                  <a:lnTo>
                    <a:pt x="526952" y="4392963"/>
                  </a:lnTo>
                  <a:lnTo>
                    <a:pt x="522558" y="4393455"/>
                  </a:lnTo>
                  <a:lnTo>
                    <a:pt x="522133" y="4393499"/>
                  </a:lnTo>
                  <a:lnTo>
                    <a:pt x="0" y="4393499"/>
                  </a:lnTo>
                  <a:lnTo>
                    <a:pt x="0" y="4393499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571" name="pg1571"/>
            <p:cNvSpPr/>
            <p:nvPr/>
          </p:nvSpPr>
          <p:spPr>
            <a:xfrm>
              <a:off x="386606" y="660358"/>
              <a:ext cx="8554953" cy="4269261"/>
            </a:xfrm>
            <a:custGeom>
              <a:avLst/>
              <a:pathLst>
                <a:path w="8554953" h="4269261">
                  <a:moveTo>
                    <a:pt x="0" y="4269261"/>
                  </a:moveTo>
                  <a:lnTo>
                    <a:pt x="522133" y="4269261"/>
                  </a:lnTo>
                  <a:lnTo>
                    <a:pt x="523037" y="4269168"/>
                  </a:lnTo>
                  <a:lnTo>
                    <a:pt x="528992" y="4268510"/>
                  </a:lnTo>
                  <a:lnTo>
                    <a:pt x="544043" y="4266689"/>
                  </a:lnTo>
                  <a:lnTo>
                    <a:pt x="571043" y="4263104"/>
                  </a:lnTo>
                  <a:lnTo>
                    <a:pt x="611464" y="4257191"/>
                  </a:lnTo>
                  <a:lnTo>
                    <a:pt x="665279" y="4248483"/>
                  </a:lnTo>
                  <a:lnTo>
                    <a:pt x="731060" y="4236651"/>
                  </a:lnTo>
                  <a:lnTo>
                    <a:pt x="806294" y="4221520"/>
                  </a:lnTo>
                  <a:lnTo>
                    <a:pt x="887872" y="4203045"/>
                  </a:lnTo>
                  <a:lnTo>
                    <a:pt x="972596" y="4181269"/>
                  </a:lnTo>
                  <a:lnTo>
                    <a:pt x="1057594" y="4156264"/>
                  </a:lnTo>
                  <a:lnTo>
                    <a:pt x="1140575" y="4128077"/>
                  </a:lnTo>
                  <a:lnTo>
                    <a:pt x="1219924" y="4096687"/>
                  </a:lnTo>
                  <a:lnTo>
                    <a:pt x="1294671" y="4061976"/>
                  </a:lnTo>
                  <a:lnTo>
                    <a:pt x="1364391" y="4023717"/>
                  </a:lnTo>
                  <a:lnTo>
                    <a:pt x="1429081" y="3981570"/>
                  </a:lnTo>
                  <a:lnTo>
                    <a:pt x="1489037" y="3935082"/>
                  </a:lnTo>
                  <a:lnTo>
                    <a:pt x="1544747" y="3883706"/>
                  </a:lnTo>
                  <a:lnTo>
                    <a:pt x="1596819" y="3826818"/>
                  </a:lnTo>
                  <a:lnTo>
                    <a:pt x="1645912" y="3763755"/>
                  </a:lnTo>
                  <a:lnTo>
                    <a:pt x="1692690" y="3693888"/>
                  </a:lnTo>
                  <a:lnTo>
                    <a:pt x="1737781" y="3616723"/>
                  </a:lnTo>
                  <a:lnTo>
                    <a:pt x="1768425" y="3558658"/>
                  </a:lnTo>
                  <a:lnTo>
                    <a:pt x="1799812" y="3494575"/>
                  </a:lnTo>
                  <a:lnTo>
                    <a:pt x="1830925" y="3426542"/>
                  </a:lnTo>
                  <a:lnTo>
                    <a:pt x="1861903" y="3354480"/>
                  </a:lnTo>
                  <a:lnTo>
                    <a:pt x="1892861" y="3278354"/>
                  </a:lnTo>
                  <a:lnTo>
                    <a:pt x="1923890" y="3198174"/>
                  </a:lnTo>
                  <a:lnTo>
                    <a:pt x="1955062" y="3114004"/>
                  </a:lnTo>
                  <a:lnTo>
                    <a:pt x="1986429" y="3025966"/>
                  </a:lnTo>
                  <a:lnTo>
                    <a:pt x="2018026" y="2934236"/>
                  </a:lnTo>
                  <a:lnTo>
                    <a:pt x="2049870" y="2839051"/>
                  </a:lnTo>
                  <a:lnTo>
                    <a:pt x="2081965" y="2740708"/>
                  </a:lnTo>
                  <a:lnTo>
                    <a:pt x="2114300" y="2639559"/>
                  </a:lnTo>
                  <a:lnTo>
                    <a:pt x="2146851" y="2536010"/>
                  </a:lnTo>
                  <a:lnTo>
                    <a:pt x="2179586" y="2430512"/>
                  </a:lnTo>
                  <a:lnTo>
                    <a:pt x="2212462" y="2323555"/>
                  </a:lnTo>
                  <a:lnTo>
                    <a:pt x="2245431" y="2215663"/>
                  </a:lnTo>
                  <a:lnTo>
                    <a:pt x="2278438" y="2107373"/>
                  </a:lnTo>
                  <a:lnTo>
                    <a:pt x="2311431" y="1999237"/>
                  </a:lnTo>
                  <a:lnTo>
                    <a:pt x="2344354" y="1891799"/>
                  </a:lnTo>
                  <a:lnTo>
                    <a:pt x="2377157" y="1785590"/>
                  </a:lnTo>
                  <a:lnTo>
                    <a:pt x="2409795" y="1681115"/>
                  </a:lnTo>
                  <a:lnTo>
                    <a:pt x="2442230" y="1578846"/>
                  </a:lnTo>
                  <a:lnTo>
                    <a:pt x="2474434" y="1479209"/>
                  </a:lnTo>
                  <a:lnTo>
                    <a:pt x="2506390" y="1382580"/>
                  </a:lnTo>
                  <a:lnTo>
                    <a:pt x="2538095" y="1289281"/>
                  </a:lnTo>
                  <a:lnTo>
                    <a:pt x="2569561" y="1199576"/>
                  </a:lnTo>
                  <a:lnTo>
                    <a:pt x="2600814" y="1113668"/>
                  </a:lnTo>
                  <a:lnTo>
                    <a:pt x="2631899" y="1031704"/>
                  </a:lnTo>
                  <a:lnTo>
                    <a:pt x="2662879" y="953771"/>
                  </a:lnTo>
                  <a:lnTo>
                    <a:pt x="2693835" y="879903"/>
                  </a:lnTo>
                  <a:lnTo>
                    <a:pt x="2724872" y="810087"/>
                  </a:lnTo>
                  <a:lnTo>
                    <a:pt x="2756119" y="744260"/>
                  </a:lnTo>
                  <a:lnTo>
                    <a:pt x="2770117" y="716249"/>
                  </a:lnTo>
                  <a:lnTo>
                    <a:pt x="2814359" y="633875"/>
                  </a:lnTo>
                  <a:lnTo>
                    <a:pt x="2859902" y="558972"/>
                  </a:lnTo>
                  <a:lnTo>
                    <a:pt x="2907317" y="491240"/>
                  </a:lnTo>
                  <a:lnTo>
                    <a:pt x="2957246" y="430129"/>
                  </a:lnTo>
                  <a:lnTo>
                    <a:pt x="3010359" y="374989"/>
                  </a:lnTo>
                  <a:lnTo>
                    <a:pt x="3067303" y="325167"/>
                  </a:lnTo>
                  <a:lnTo>
                    <a:pt x="3128656" y="280056"/>
                  </a:lnTo>
                  <a:lnTo>
                    <a:pt x="3194860" y="239137"/>
                  </a:lnTo>
                  <a:lnTo>
                    <a:pt x="3266129" y="201990"/>
                  </a:lnTo>
                  <a:lnTo>
                    <a:pt x="3342346" y="168310"/>
                  </a:lnTo>
                  <a:lnTo>
                    <a:pt x="3422933" y="137903"/>
                  </a:lnTo>
                  <a:lnTo>
                    <a:pt x="3506731" y="110684"/>
                  </a:lnTo>
                  <a:lnTo>
                    <a:pt x="3591918" y="86656"/>
                  </a:lnTo>
                  <a:lnTo>
                    <a:pt x="3676010" y="65879"/>
                  </a:lnTo>
                  <a:lnTo>
                    <a:pt x="3755999" y="48421"/>
                  </a:lnTo>
                  <a:lnTo>
                    <a:pt x="3828664" y="34306"/>
                  </a:lnTo>
                  <a:lnTo>
                    <a:pt x="3891022" y="23452"/>
                  </a:lnTo>
                  <a:lnTo>
                    <a:pt x="3940847" y="15638"/>
                  </a:lnTo>
                  <a:lnTo>
                    <a:pt x="3977111" y="10489"/>
                  </a:lnTo>
                  <a:lnTo>
                    <a:pt x="4000246" y="7504"/>
                  </a:lnTo>
                  <a:lnTo>
                    <a:pt x="4012164" y="6102"/>
                  </a:lnTo>
                  <a:lnTo>
                    <a:pt x="4016101" y="5678"/>
                  </a:lnTo>
                  <a:lnTo>
                    <a:pt x="4016409" y="5647"/>
                  </a:lnTo>
                  <a:lnTo>
                    <a:pt x="4538543" y="5647"/>
                  </a:lnTo>
                  <a:lnTo>
                    <a:pt x="4539685" y="5728"/>
                  </a:lnTo>
                  <a:lnTo>
                    <a:pt x="4547171" y="6306"/>
                  </a:lnTo>
                  <a:lnTo>
                    <a:pt x="4565954" y="7906"/>
                  </a:lnTo>
                  <a:lnTo>
                    <a:pt x="4599308" y="11050"/>
                  </a:lnTo>
                  <a:lnTo>
                    <a:pt x="4648552" y="16211"/>
                  </a:lnTo>
                  <a:lnTo>
                    <a:pt x="4712967" y="23756"/>
                  </a:lnTo>
                  <a:lnTo>
                    <a:pt x="4790058" y="33912"/>
                  </a:lnTo>
                  <a:lnTo>
                    <a:pt x="4876162" y="46767"/>
                  </a:lnTo>
                  <a:lnTo>
                    <a:pt x="4967204" y="62309"/>
                  </a:lnTo>
                  <a:lnTo>
                    <a:pt x="5059381" y="80478"/>
                  </a:lnTo>
                  <a:lnTo>
                    <a:pt x="5149614" y="101224"/>
                  </a:lnTo>
                  <a:lnTo>
                    <a:pt x="5235740" y="124559"/>
                  </a:lnTo>
                  <a:lnTo>
                    <a:pt x="5316485" y="150580"/>
                  </a:lnTo>
                  <a:lnTo>
                    <a:pt x="5391331" y="179489"/>
                  </a:lnTo>
                  <a:lnTo>
                    <a:pt x="5460319" y="211597"/>
                  </a:lnTo>
                  <a:lnTo>
                    <a:pt x="5523881" y="247317"/>
                  </a:lnTo>
                  <a:lnTo>
                    <a:pt x="5582688" y="287149"/>
                  </a:lnTo>
                  <a:lnTo>
                    <a:pt x="5637539" y="331657"/>
                  </a:lnTo>
                  <a:lnTo>
                    <a:pt x="5689281" y="381415"/>
                  </a:lnTo>
                  <a:lnTo>
                    <a:pt x="5738737" y="436924"/>
                  </a:lnTo>
                  <a:lnTo>
                    <a:pt x="5784835" y="496009"/>
                  </a:lnTo>
                  <a:lnTo>
                    <a:pt x="5821519" y="548008"/>
                  </a:lnTo>
                  <a:lnTo>
                    <a:pt x="5857863" y="603750"/>
                  </a:lnTo>
                  <a:lnTo>
                    <a:pt x="5894077" y="663311"/>
                  </a:lnTo>
                  <a:lnTo>
                    <a:pt x="5930331" y="726710"/>
                  </a:lnTo>
                  <a:lnTo>
                    <a:pt x="5966750" y="793899"/>
                  </a:lnTo>
                  <a:lnTo>
                    <a:pt x="6003427" y="864761"/>
                  </a:lnTo>
                  <a:lnTo>
                    <a:pt x="6040417" y="939103"/>
                  </a:lnTo>
                  <a:lnTo>
                    <a:pt x="6077748" y="1016657"/>
                  </a:lnTo>
                  <a:lnTo>
                    <a:pt x="6115418" y="1097078"/>
                  </a:lnTo>
                  <a:lnTo>
                    <a:pt x="6153402" y="1179951"/>
                  </a:lnTo>
                  <a:lnTo>
                    <a:pt x="6191651" y="1264797"/>
                  </a:lnTo>
                  <a:lnTo>
                    <a:pt x="6230101" y="1351081"/>
                  </a:lnTo>
                  <a:lnTo>
                    <a:pt x="6268675" y="1438231"/>
                  </a:lnTo>
                  <a:lnTo>
                    <a:pt x="6307287" y="1525648"/>
                  </a:lnTo>
                  <a:lnTo>
                    <a:pt x="6345850" y="1612725"/>
                  </a:lnTo>
                  <a:lnTo>
                    <a:pt x="6384280" y="1698868"/>
                  </a:lnTo>
                  <a:lnTo>
                    <a:pt x="6422500" y="1783505"/>
                  </a:lnTo>
                  <a:lnTo>
                    <a:pt x="6460449" y="1866110"/>
                  </a:lnTo>
                  <a:lnTo>
                    <a:pt x="6498080" y="1946211"/>
                  </a:lnTo>
                  <a:lnTo>
                    <a:pt x="6535370" y="2023398"/>
                  </a:lnTo>
                  <a:lnTo>
                    <a:pt x="6572321" y="2097338"/>
                  </a:lnTo>
                  <a:lnTo>
                    <a:pt x="6608963" y="2167771"/>
                  </a:lnTo>
                  <a:lnTo>
                    <a:pt x="6645357" y="2234513"/>
                  </a:lnTo>
                  <a:lnTo>
                    <a:pt x="6681599" y="2297456"/>
                  </a:lnTo>
                  <a:lnTo>
                    <a:pt x="6717819" y="2356560"/>
                  </a:lnTo>
                  <a:lnTo>
                    <a:pt x="6754191" y="2411851"/>
                  </a:lnTo>
                  <a:lnTo>
                    <a:pt x="6786527" y="2457460"/>
                  </a:lnTo>
                  <a:lnTo>
                    <a:pt x="6834478" y="2518772"/>
                  </a:lnTo>
                  <a:lnTo>
                    <a:pt x="6884008" y="2574055"/>
                  </a:lnTo>
                  <a:lnTo>
                    <a:pt x="6935853" y="2623602"/>
                  </a:lnTo>
                  <a:lnTo>
                    <a:pt x="6990839" y="2667921"/>
                  </a:lnTo>
                  <a:lnTo>
                    <a:pt x="7049813" y="2707587"/>
                  </a:lnTo>
                  <a:lnTo>
                    <a:pt x="7113570" y="2743160"/>
                  </a:lnTo>
                  <a:lnTo>
                    <a:pt x="7182776" y="2775139"/>
                  </a:lnTo>
                  <a:lnTo>
                    <a:pt x="7257849" y="2803933"/>
                  </a:lnTo>
                  <a:lnTo>
                    <a:pt x="7338814" y="2829849"/>
                  </a:lnTo>
                  <a:lnTo>
                    <a:pt x="7425124" y="2853083"/>
                  </a:lnTo>
                  <a:lnTo>
                    <a:pt x="7515477" y="2873732"/>
                  </a:lnTo>
                  <a:lnTo>
                    <a:pt x="7607673" y="2891802"/>
                  </a:lnTo>
                  <a:lnTo>
                    <a:pt x="7698600" y="2907242"/>
                  </a:lnTo>
                  <a:lnTo>
                    <a:pt x="7784435" y="2919994"/>
                  </a:lnTo>
                  <a:lnTo>
                    <a:pt x="7861104" y="2930048"/>
                  </a:lnTo>
                  <a:lnTo>
                    <a:pt x="7924977" y="2937497"/>
                  </a:lnTo>
                  <a:lnTo>
                    <a:pt x="7973616" y="2942574"/>
                  </a:lnTo>
                  <a:lnTo>
                    <a:pt x="8006376" y="2945650"/>
                  </a:lnTo>
                  <a:lnTo>
                    <a:pt x="8024657" y="2947201"/>
                  </a:lnTo>
                  <a:lnTo>
                    <a:pt x="8031800" y="2947751"/>
                  </a:lnTo>
                  <a:lnTo>
                    <a:pt x="8032819" y="2947823"/>
                  </a:lnTo>
                  <a:lnTo>
                    <a:pt x="8554953" y="2947823"/>
                  </a:lnTo>
                  <a:lnTo>
                    <a:pt x="8554953" y="2942176"/>
                  </a:lnTo>
                  <a:lnTo>
                    <a:pt x="8032819" y="2942176"/>
                  </a:lnTo>
                  <a:lnTo>
                    <a:pt x="8031677" y="2942095"/>
                  </a:lnTo>
                  <a:lnTo>
                    <a:pt x="8024191" y="2941516"/>
                  </a:lnTo>
                  <a:lnTo>
                    <a:pt x="8005408" y="2939917"/>
                  </a:lnTo>
                  <a:lnTo>
                    <a:pt x="7972054" y="2936772"/>
                  </a:lnTo>
                  <a:lnTo>
                    <a:pt x="7922810" y="2931611"/>
                  </a:lnTo>
                  <a:lnTo>
                    <a:pt x="7858395" y="2924066"/>
                  </a:lnTo>
                  <a:lnTo>
                    <a:pt x="7781304" y="2913910"/>
                  </a:lnTo>
                  <a:lnTo>
                    <a:pt x="7695200" y="2901055"/>
                  </a:lnTo>
                  <a:lnTo>
                    <a:pt x="7604158" y="2885513"/>
                  </a:lnTo>
                  <a:lnTo>
                    <a:pt x="7511981" y="2867345"/>
                  </a:lnTo>
                  <a:lnTo>
                    <a:pt x="7421747" y="2846598"/>
                  </a:lnTo>
                  <a:lnTo>
                    <a:pt x="7335622" y="2823263"/>
                  </a:lnTo>
                  <a:lnTo>
                    <a:pt x="7254876" y="2797243"/>
                  </a:lnTo>
                  <a:lnTo>
                    <a:pt x="7180031" y="2768333"/>
                  </a:lnTo>
                  <a:lnTo>
                    <a:pt x="7111043" y="2736225"/>
                  </a:lnTo>
                  <a:lnTo>
                    <a:pt x="7047481" y="2700506"/>
                  </a:lnTo>
                  <a:lnTo>
                    <a:pt x="6988674" y="2660673"/>
                  </a:lnTo>
                  <a:lnTo>
                    <a:pt x="6933823" y="2616165"/>
                  </a:lnTo>
                  <a:lnTo>
                    <a:pt x="6882081" y="2566407"/>
                  </a:lnTo>
                  <a:lnTo>
                    <a:pt x="6832625" y="2510898"/>
                  </a:lnTo>
                  <a:lnTo>
                    <a:pt x="6786527" y="2451813"/>
                  </a:lnTo>
                  <a:lnTo>
                    <a:pt x="6749843" y="2399814"/>
                  </a:lnTo>
                  <a:lnTo>
                    <a:pt x="6713499" y="2344072"/>
                  </a:lnTo>
                  <a:lnTo>
                    <a:pt x="6677285" y="2284511"/>
                  </a:lnTo>
                  <a:lnTo>
                    <a:pt x="6641031" y="2221112"/>
                  </a:lnTo>
                  <a:lnTo>
                    <a:pt x="6604612" y="2153923"/>
                  </a:lnTo>
                  <a:lnTo>
                    <a:pt x="6567935" y="2083062"/>
                  </a:lnTo>
                  <a:lnTo>
                    <a:pt x="6530945" y="2008719"/>
                  </a:lnTo>
                  <a:lnTo>
                    <a:pt x="6493614" y="1931166"/>
                  </a:lnTo>
                  <a:lnTo>
                    <a:pt x="6455943" y="1850744"/>
                  </a:lnTo>
                  <a:lnTo>
                    <a:pt x="6417960" y="1767871"/>
                  </a:lnTo>
                  <a:lnTo>
                    <a:pt x="6379711" y="1683025"/>
                  </a:lnTo>
                  <a:lnTo>
                    <a:pt x="6341261" y="1596741"/>
                  </a:lnTo>
                  <a:lnTo>
                    <a:pt x="6302687" y="1509591"/>
                  </a:lnTo>
                  <a:lnTo>
                    <a:pt x="6264075" y="1422175"/>
                  </a:lnTo>
                  <a:lnTo>
                    <a:pt x="6225512" y="1335097"/>
                  </a:lnTo>
                  <a:lnTo>
                    <a:pt x="6187082" y="1248955"/>
                  </a:lnTo>
                  <a:lnTo>
                    <a:pt x="6148861" y="1164317"/>
                  </a:lnTo>
                  <a:lnTo>
                    <a:pt x="6110913" y="1081712"/>
                  </a:lnTo>
                  <a:lnTo>
                    <a:pt x="6073282" y="1001612"/>
                  </a:lnTo>
                  <a:lnTo>
                    <a:pt x="6035992" y="924424"/>
                  </a:lnTo>
                  <a:lnTo>
                    <a:pt x="5999041" y="850484"/>
                  </a:lnTo>
                  <a:lnTo>
                    <a:pt x="5962399" y="780051"/>
                  </a:lnTo>
                  <a:lnTo>
                    <a:pt x="5926005" y="713309"/>
                  </a:lnTo>
                  <a:lnTo>
                    <a:pt x="5889763" y="650366"/>
                  </a:lnTo>
                  <a:lnTo>
                    <a:pt x="5853543" y="591262"/>
                  </a:lnTo>
                  <a:lnTo>
                    <a:pt x="5817171" y="535971"/>
                  </a:lnTo>
                  <a:lnTo>
                    <a:pt x="5784835" y="490362"/>
                  </a:lnTo>
                  <a:lnTo>
                    <a:pt x="5736884" y="429050"/>
                  </a:lnTo>
                  <a:lnTo>
                    <a:pt x="5687354" y="373768"/>
                  </a:lnTo>
                  <a:lnTo>
                    <a:pt x="5635509" y="324220"/>
                  </a:lnTo>
                  <a:lnTo>
                    <a:pt x="5580523" y="279901"/>
                  </a:lnTo>
                  <a:lnTo>
                    <a:pt x="5521549" y="240235"/>
                  </a:lnTo>
                  <a:lnTo>
                    <a:pt x="5457792" y="204662"/>
                  </a:lnTo>
                  <a:lnTo>
                    <a:pt x="5388586" y="172683"/>
                  </a:lnTo>
                  <a:lnTo>
                    <a:pt x="5313513" y="143889"/>
                  </a:lnTo>
                  <a:lnTo>
                    <a:pt x="5232548" y="117974"/>
                  </a:lnTo>
                  <a:lnTo>
                    <a:pt x="5146238" y="94739"/>
                  </a:lnTo>
                  <a:lnTo>
                    <a:pt x="5055885" y="74090"/>
                  </a:lnTo>
                  <a:lnTo>
                    <a:pt x="4963689" y="56021"/>
                  </a:lnTo>
                  <a:lnTo>
                    <a:pt x="4872762" y="40580"/>
                  </a:lnTo>
                  <a:lnTo>
                    <a:pt x="4786927" y="27828"/>
                  </a:lnTo>
                  <a:lnTo>
                    <a:pt x="4710258" y="17775"/>
                  </a:lnTo>
                  <a:lnTo>
                    <a:pt x="4646385" y="10325"/>
                  </a:lnTo>
                  <a:lnTo>
                    <a:pt x="4597746" y="5249"/>
                  </a:lnTo>
                  <a:lnTo>
                    <a:pt x="4564986" y="2172"/>
                  </a:lnTo>
                  <a:lnTo>
                    <a:pt x="4546705" y="622"/>
                  </a:lnTo>
                  <a:lnTo>
                    <a:pt x="4539562" y="72"/>
                  </a:lnTo>
                  <a:lnTo>
                    <a:pt x="4538543" y="0"/>
                  </a:lnTo>
                  <a:lnTo>
                    <a:pt x="4016409" y="0"/>
                  </a:lnTo>
                  <a:lnTo>
                    <a:pt x="4015505" y="92"/>
                  </a:lnTo>
                  <a:lnTo>
                    <a:pt x="4009550" y="751"/>
                  </a:lnTo>
                  <a:lnTo>
                    <a:pt x="3994499" y="2571"/>
                  </a:lnTo>
                  <a:lnTo>
                    <a:pt x="3967499" y="6157"/>
                  </a:lnTo>
                  <a:lnTo>
                    <a:pt x="3927079" y="12070"/>
                  </a:lnTo>
                  <a:lnTo>
                    <a:pt x="3873263" y="20778"/>
                  </a:lnTo>
                  <a:lnTo>
                    <a:pt x="3807483" y="32609"/>
                  </a:lnTo>
                  <a:lnTo>
                    <a:pt x="3732249" y="47740"/>
                  </a:lnTo>
                  <a:lnTo>
                    <a:pt x="3650670" y="66215"/>
                  </a:lnTo>
                  <a:lnTo>
                    <a:pt x="3565946" y="87991"/>
                  </a:lnTo>
                  <a:lnTo>
                    <a:pt x="3480948" y="112996"/>
                  </a:lnTo>
                  <a:lnTo>
                    <a:pt x="3397967" y="141183"/>
                  </a:lnTo>
                  <a:lnTo>
                    <a:pt x="3318618" y="172574"/>
                  </a:lnTo>
                  <a:lnTo>
                    <a:pt x="3243872" y="207285"/>
                  </a:lnTo>
                  <a:lnTo>
                    <a:pt x="3174151" y="245543"/>
                  </a:lnTo>
                  <a:lnTo>
                    <a:pt x="3109461" y="287691"/>
                  </a:lnTo>
                  <a:lnTo>
                    <a:pt x="3049506" y="334178"/>
                  </a:lnTo>
                  <a:lnTo>
                    <a:pt x="2993795" y="385554"/>
                  </a:lnTo>
                  <a:lnTo>
                    <a:pt x="2941723" y="442443"/>
                  </a:lnTo>
                  <a:lnTo>
                    <a:pt x="2892631" y="505505"/>
                  </a:lnTo>
                  <a:lnTo>
                    <a:pt x="2845852" y="575372"/>
                  </a:lnTo>
                  <a:lnTo>
                    <a:pt x="2800761" y="652537"/>
                  </a:lnTo>
                  <a:lnTo>
                    <a:pt x="2770117" y="710602"/>
                  </a:lnTo>
                  <a:lnTo>
                    <a:pt x="2738730" y="774686"/>
                  </a:lnTo>
                  <a:lnTo>
                    <a:pt x="2707617" y="842719"/>
                  </a:lnTo>
                  <a:lnTo>
                    <a:pt x="2676639" y="914780"/>
                  </a:lnTo>
                  <a:lnTo>
                    <a:pt x="2645681" y="990907"/>
                  </a:lnTo>
                  <a:lnTo>
                    <a:pt x="2614652" y="1071087"/>
                  </a:lnTo>
                  <a:lnTo>
                    <a:pt x="2583480" y="1155256"/>
                  </a:lnTo>
                  <a:lnTo>
                    <a:pt x="2552113" y="1243294"/>
                  </a:lnTo>
                  <a:lnTo>
                    <a:pt x="2520516" y="1335025"/>
                  </a:lnTo>
                  <a:lnTo>
                    <a:pt x="2488672" y="1430209"/>
                  </a:lnTo>
                  <a:lnTo>
                    <a:pt x="2456577" y="1528552"/>
                  </a:lnTo>
                  <a:lnTo>
                    <a:pt x="2424242" y="1629701"/>
                  </a:lnTo>
                  <a:lnTo>
                    <a:pt x="2391691" y="1733250"/>
                  </a:lnTo>
                  <a:lnTo>
                    <a:pt x="2358956" y="1838749"/>
                  </a:lnTo>
                  <a:lnTo>
                    <a:pt x="2326080" y="1945705"/>
                  </a:lnTo>
                  <a:lnTo>
                    <a:pt x="2293112" y="2053598"/>
                  </a:lnTo>
                  <a:lnTo>
                    <a:pt x="2260104" y="2161887"/>
                  </a:lnTo>
                  <a:lnTo>
                    <a:pt x="2227111" y="2270023"/>
                  </a:lnTo>
                  <a:lnTo>
                    <a:pt x="2194188" y="2377462"/>
                  </a:lnTo>
                  <a:lnTo>
                    <a:pt x="2161385" y="2483671"/>
                  </a:lnTo>
                  <a:lnTo>
                    <a:pt x="2128747" y="2588145"/>
                  </a:lnTo>
                  <a:lnTo>
                    <a:pt x="2096312" y="2690414"/>
                  </a:lnTo>
                  <a:lnTo>
                    <a:pt x="2064109" y="2790052"/>
                  </a:lnTo>
                  <a:lnTo>
                    <a:pt x="2032152" y="2886680"/>
                  </a:lnTo>
                  <a:lnTo>
                    <a:pt x="2000447" y="2979979"/>
                  </a:lnTo>
                  <a:lnTo>
                    <a:pt x="1968981" y="3069684"/>
                  </a:lnTo>
                  <a:lnTo>
                    <a:pt x="1937728" y="3155592"/>
                  </a:lnTo>
                  <a:lnTo>
                    <a:pt x="1906643" y="3237557"/>
                  </a:lnTo>
                  <a:lnTo>
                    <a:pt x="1875664" y="3315490"/>
                  </a:lnTo>
                  <a:lnTo>
                    <a:pt x="1844707" y="3389357"/>
                  </a:lnTo>
                  <a:lnTo>
                    <a:pt x="1813670" y="3459174"/>
                  </a:lnTo>
                  <a:lnTo>
                    <a:pt x="1782423" y="3525001"/>
                  </a:lnTo>
                  <a:lnTo>
                    <a:pt x="1768425" y="3553011"/>
                  </a:lnTo>
                  <a:lnTo>
                    <a:pt x="1724183" y="3635385"/>
                  </a:lnTo>
                  <a:lnTo>
                    <a:pt x="1678640" y="3710288"/>
                  </a:lnTo>
                  <a:lnTo>
                    <a:pt x="1631225" y="3778021"/>
                  </a:lnTo>
                  <a:lnTo>
                    <a:pt x="1581296" y="3839132"/>
                  </a:lnTo>
                  <a:lnTo>
                    <a:pt x="1528184" y="3894271"/>
                  </a:lnTo>
                  <a:lnTo>
                    <a:pt x="1471240" y="3944094"/>
                  </a:lnTo>
                  <a:lnTo>
                    <a:pt x="1409886" y="3989204"/>
                  </a:lnTo>
                  <a:lnTo>
                    <a:pt x="1343682" y="4030124"/>
                  </a:lnTo>
                  <a:lnTo>
                    <a:pt x="1272413" y="4067270"/>
                  </a:lnTo>
                  <a:lnTo>
                    <a:pt x="1196196" y="4100950"/>
                  </a:lnTo>
                  <a:lnTo>
                    <a:pt x="1115609" y="4131357"/>
                  </a:lnTo>
                  <a:lnTo>
                    <a:pt x="1031811" y="4158576"/>
                  </a:lnTo>
                  <a:lnTo>
                    <a:pt x="946624" y="4182604"/>
                  </a:lnTo>
                  <a:lnTo>
                    <a:pt x="862532" y="4203381"/>
                  </a:lnTo>
                  <a:lnTo>
                    <a:pt x="782543" y="4220839"/>
                  </a:lnTo>
                  <a:lnTo>
                    <a:pt x="709879" y="4234954"/>
                  </a:lnTo>
                  <a:lnTo>
                    <a:pt x="647520" y="4245808"/>
                  </a:lnTo>
                  <a:lnTo>
                    <a:pt x="597695" y="4253622"/>
                  </a:lnTo>
                  <a:lnTo>
                    <a:pt x="561431" y="4258771"/>
                  </a:lnTo>
                  <a:lnTo>
                    <a:pt x="538296" y="4261756"/>
                  </a:lnTo>
                  <a:lnTo>
                    <a:pt x="526378" y="4263158"/>
                  </a:lnTo>
                  <a:lnTo>
                    <a:pt x="522442" y="4263583"/>
                  </a:lnTo>
                  <a:lnTo>
                    <a:pt x="522133" y="4263614"/>
                  </a:lnTo>
                  <a:lnTo>
                    <a:pt x="0" y="4263614"/>
                  </a:lnTo>
                  <a:close/>
                </a:path>
              </a:pathLst>
            </a:custGeom>
            <a:solidFill>
              <a:srgbClr val="8BC34A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1572" name="pl1572"/>
            <p:cNvSpPr/>
            <p:nvPr/>
          </p:nvSpPr>
          <p:spPr>
            <a:xfrm>
              <a:off x="386606" y="666005"/>
              <a:ext cx="8554953" cy="4263614"/>
            </a:xfrm>
            <a:custGeom>
              <a:avLst/>
              <a:pathLst>
                <a:path w="8554953" h="4263614">
                  <a:moveTo>
                    <a:pt x="0" y="4263614"/>
                  </a:moveTo>
                  <a:lnTo>
                    <a:pt x="522133" y="4263614"/>
                  </a:lnTo>
                  <a:lnTo>
                    <a:pt x="523037" y="4263521"/>
                  </a:lnTo>
                  <a:lnTo>
                    <a:pt x="528992" y="4262863"/>
                  </a:lnTo>
                  <a:lnTo>
                    <a:pt x="544043" y="4261042"/>
                  </a:lnTo>
                  <a:lnTo>
                    <a:pt x="571043" y="4257457"/>
                  </a:lnTo>
                  <a:lnTo>
                    <a:pt x="611464" y="4251543"/>
                  </a:lnTo>
                  <a:lnTo>
                    <a:pt x="665279" y="4242835"/>
                  </a:lnTo>
                  <a:lnTo>
                    <a:pt x="731060" y="4231004"/>
                  </a:lnTo>
                  <a:lnTo>
                    <a:pt x="806294" y="4215873"/>
                  </a:lnTo>
                  <a:lnTo>
                    <a:pt x="887872" y="4197398"/>
                  </a:lnTo>
                  <a:lnTo>
                    <a:pt x="972596" y="4175622"/>
                  </a:lnTo>
                  <a:lnTo>
                    <a:pt x="1057594" y="4150617"/>
                  </a:lnTo>
                  <a:lnTo>
                    <a:pt x="1140575" y="4122430"/>
                  </a:lnTo>
                  <a:lnTo>
                    <a:pt x="1219924" y="4091039"/>
                  </a:lnTo>
                  <a:lnTo>
                    <a:pt x="1294671" y="4056329"/>
                  </a:lnTo>
                  <a:lnTo>
                    <a:pt x="1364391" y="4018070"/>
                  </a:lnTo>
                  <a:lnTo>
                    <a:pt x="1429081" y="3975923"/>
                  </a:lnTo>
                  <a:lnTo>
                    <a:pt x="1489037" y="3929435"/>
                  </a:lnTo>
                  <a:lnTo>
                    <a:pt x="1544747" y="3878059"/>
                  </a:lnTo>
                  <a:lnTo>
                    <a:pt x="1596819" y="3821171"/>
                  </a:lnTo>
                  <a:lnTo>
                    <a:pt x="1645912" y="3758108"/>
                  </a:lnTo>
                  <a:lnTo>
                    <a:pt x="1692690" y="3688241"/>
                  </a:lnTo>
                  <a:lnTo>
                    <a:pt x="1737781" y="3611076"/>
                  </a:lnTo>
                  <a:lnTo>
                    <a:pt x="1768425" y="3553011"/>
                  </a:lnTo>
                  <a:lnTo>
                    <a:pt x="1799812" y="3488927"/>
                  </a:lnTo>
                  <a:lnTo>
                    <a:pt x="1830925" y="3420895"/>
                  </a:lnTo>
                  <a:lnTo>
                    <a:pt x="1861903" y="3348833"/>
                  </a:lnTo>
                  <a:lnTo>
                    <a:pt x="1892861" y="3272706"/>
                  </a:lnTo>
                  <a:lnTo>
                    <a:pt x="1923890" y="3192526"/>
                  </a:lnTo>
                  <a:lnTo>
                    <a:pt x="1955062" y="3108357"/>
                  </a:lnTo>
                  <a:lnTo>
                    <a:pt x="1986429" y="3020319"/>
                  </a:lnTo>
                  <a:lnTo>
                    <a:pt x="2018026" y="2928589"/>
                  </a:lnTo>
                  <a:lnTo>
                    <a:pt x="2049870" y="2833404"/>
                  </a:lnTo>
                  <a:lnTo>
                    <a:pt x="2081965" y="2735061"/>
                  </a:lnTo>
                  <a:lnTo>
                    <a:pt x="2114300" y="2633912"/>
                  </a:lnTo>
                  <a:lnTo>
                    <a:pt x="2146851" y="2530363"/>
                  </a:lnTo>
                  <a:lnTo>
                    <a:pt x="2179586" y="2424864"/>
                  </a:lnTo>
                  <a:lnTo>
                    <a:pt x="2212462" y="2317908"/>
                  </a:lnTo>
                  <a:lnTo>
                    <a:pt x="2245431" y="2210015"/>
                  </a:lnTo>
                  <a:lnTo>
                    <a:pt x="2278438" y="2101726"/>
                  </a:lnTo>
                  <a:lnTo>
                    <a:pt x="2311431" y="1993590"/>
                  </a:lnTo>
                  <a:lnTo>
                    <a:pt x="2344354" y="1886151"/>
                  </a:lnTo>
                  <a:lnTo>
                    <a:pt x="2377157" y="1779942"/>
                  </a:lnTo>
                  <a:lnTo>
                    <a:pt x="2409795" y="1675468"/>
                  </a:lnTo>
                  <a:lnTo>
                    <a:pt x="2442230" y="1573199"/>
                  </a:lnTo>
                  <a:lnTo>
                    <a:pt x="2474434" y="1473562"/>
                  </a:lnTo>
                  <a:lnTo>
                    <a:pt x="2506390" y="1376933"/>
                  </a:lnTo>
                  <a:lnTo>
                    <a:pt x="2538095" y="1283634"/>
                  </a:lnTo>
                  <a:lnTo>
                    <a:pt x="2569561" y="1193929"/>
                  </a:lnTo>
                  <a:lnTo>
                    <a:pt x="2600814" y="1108021"/>
                  </a:lnTo>
                  <a:lnTo>
                    <a:pt x="2631899" y="1026057"/>
                  </a:lnTo>
                  <a:lnTo>
                    <a:pt x="2662879" y="948123"/>
                  </a:lnTo>
                  <a:lnTo>
                    <a:pt x="2693835" y="874256"/>
                  </a:lnTo>
                  <a:lnTo>
                    <a:pt x="2724872" y="804440"/>
                  </a:lnTo>
                  <a:lnTo>
                    <a:pt x="2756119" y="738613"/>
                  </a:lnTo>
                  <a:lnTo>
                    <a:pt x="2770117" y="710602"/>
                  </a:lnTo>
                  <a:lnTo>
                    <a:pt x="2814359" y="628228"/>
                  </a:lnTo>
                  <a:lnTo>
                    <a:pt x="2859902" y="553325"/>
                  </a:lnTo>
                  <a:lnTo>
                    <a:pt x="2907317" y="485593"/>
                  </a:lnTo>
                  <a:lnTo>
                    <a:pt x="2957246" y="424482"/>
                  </a:lnTo>
                  <a:lnTo>
                    <a:pt x="3010359" y="369342"/>
                  </a:lnTo>
                  <a:lnTo>
                    <a:pt x="3067303" y="319519"/>
                  </a:lnTo>
                  <a:lnTo>
                    <a:pt x="3128656" y="274409"/>
                  </a:lnTo>
                  <a:lnTo>
                    <a:pt x="3194860" y="233489"/>
                  </a:lnTo>
                  <a:lnTo>
                    <a:pt x="3266129" y="196343"/>
                  </a:lnTo>
                  <a:lnTo>
                    <a:pt x="3342346" y="162663"/>
                  </a:lnTo>
                  <a:lnTo>
                    <a:pt x="3422933" y="132256"/>
                  </a:lnTo>
                  <a:lnTo>
                    <a:pt x="3506731" y="105037"/>
                  </a:lnTo>
                  <a:lnTo>
                    <a:pt x="3591918" y="81009"/>
                  </a:lnTo>
                  <a:lnTo>
                    <a:pt x="3676010" y="60232"/>
                  </a:lnTo>
                  <a:lnTo>
                    <a:pt x="3755999" y="42774"/>
                  </a:lnTo>
                  <a:lnTo>
                    <a:pt x="3828664" y="28659"/>
                  </a:lnTo>
                  <a:lnTo>
                    <a:pt x="3891022" y="17805"/>
                  </a:lnTo>
                  <a:lnTo>
                    <a:pt x="3940847" y="9991"/>
                  </a:lnTo>
                  <a:lnTo>
                    <a:pt x="3977111" y="4842"/>
                  </a:lnTo>
                  <a:lnTo>
                    <a:pt x="4000246" y="1857"/>
                  </a:lnTo>
                  <a:lnTo>
                    <a:pt x="4012164" y="455"/>
                  </a:lnTo>
                  <a:lnTo>
                    <a:pt x="4016101" y="30"/>
                  </a:lnTo>
                  <a:lnTo>
                    <a:pt x="4016409" y="0"/>
                  </a:lnTo>
                  <a:lnTo>
                    <a:pt x="4538543" y="0"/>
                  </a:lnTo>
                  <a:lnTo>
                    <a:pt x="4539685" y="81"/>
                  </a:lnTo>
                  <a:lnTo>
                    <a:pt x="4547171" y="659"/>
                  </a:lnTo>
                  <a:lnTo>
                    <a:pt x="4565954" y="2258"/>
                  </a:lnTo>
                  <a:lnTo>
                    <a:pt x="4599308" y="5403"/>
                  </a:lnTo>
                  <a:lnTo>
                    <a:pt x="4648552" y="10564"/>
                  </a:lnTo>
                  <a:lnTo>
                    <a:pt x="4712967" y="18109"/>
                  </a:lnTo>
                  <a:lnTo>
                    <a:pt x="4790058" y="28265"/>
                  </a:lnTo>
                  <a:lnTo>
                    <a:pt x="4876162" y="41120"/>
                  </a:lnTo>
                  <a:lnTo>
                    <a:pt x="4967204" y="56662"/>
                  </a:lnTo>
                  <a:lnTo>
                    <a:pt x="5059381" y="74831"/>
                  </a:lnTo>
                  <a:lnTo>
                    <a:pt x="5149614" y="95577"/>
                  </a:lnTo>
                  <a:lnTo>
                    <a:pt x="5235740" y="118912"/>
                  </a:lnTo>
                  <a:lnTo>
                    <a:pt x="5316485" y="144932"/>
                  </a:lnTo>
                  <a:lnTo>
                    <a:pt x="5391331" y="173842"/>
                  </a:lnTo>
                  <a:lnTo>
                    <a:pt x="5460319" y="205950"/>
                  </a:lnTo>
                  <a:lnTo>
                    <a:pt x="5523881" y="241670"/>
                  </a:lnTo>
                  <a:lnTo>
                    <a:pt x="5582688" y="281502"/>
                  </a:lnTo>
                  <a:lnTo>
                    <a:pt x="5637539" y="326010"/>
                  </a:lnTo>
                  <a:lnTo>
                    <a:pt x="5689281" y="375768"/>
                  </a:lnTo>
                  <a:lnTo>
                    <a:pt x="5738737" y="431277"/>
                  </a:lnTo>
                  <a:lnTo>
                    <a:pt x="5784835" y="490362"/>
                  </a:lnTo>
                  <a:lnTo>
                    <a:pt x="5821519" y="542361"/>
                  </a:lnTo>
                  <a:lnTo>
                    <a:pt x="5857863" y="598103"/>
                  </a:lnTo>
                  <a:lnTo>
                    <a:pt x="5894077" y="657664"/>
                  </a:lnTo>
                  <a:lnTo>
                    <a:pt x="5930331" y="721063"/>
                  </a:lnTo>
                  <a:lnTo>
                    <a:pt x="5966750" y="788252"/>
                  </a:lnTo>
                  <a:lnTo>
                    <a:pt x="6003427" y="859114"/>
                  </a:lnTo>
                  <a:lnTo>
                    <a:pt x="6040417" y="933456"/>
                  </a:lnTo>
                  <a:lnTo>
                    <a:pt x="6077748" y="1011010"/>
                  </a:lnTo>
                  <a:lnTo>
                    <a:pt x="6115418" y="1091431"/>
                  </a:lnTo>
                  <a:lnTo>
                    <a:pt x="6153402" y="1174304"/>
                  </a:lnTo>
                  <a:lnTo>
                    <a:pt x="6191651" y="1259150"/>
                  </a:lnTo>
                  <a:lnTo>
                    <a:pt x="6230101" y="1345434"/>
                  </a:lnTo>
                  <a:lnTo>
                    <a:pt x="6268675" y="1432584"/>
                  </a:lnTo>
                  <a:lnTo>
                    <a:pt x="6307287" y="1520000"/>
                  </a:lnTo>
                  <a:lnTo>
                    <a:pt x="6345850" y="1607078"/>
                  </a:lnTo>
                  <a:lnTo>
                    <a:pt x="6384280" y="1693220"/>
                  </a:lnTo>
                  <a:lnTo>
                    <a:pt x="6422500" y="1777858"/>
                  </a:lnTo>
                  <a:lnTo>
                    <a:pt x="6460449" y="1860463"/>
                  </a:lnTo>
                  <a:lnTo>
                    <a:pt x="6498080" y="1940563"/>
                  </a:lnTo>
                  <a:lnTo>
                    <a:pt x="6535370" y="2017751"/>
                  </a:lnTo>
                  <a:lnTo>
                    <a:pt x="6572321" y="2091691"/>
                  </a:lnTo>
                  <a:lnTo>
                    <a:pt x="6608963" y="2162124"/>
                  </a:lnTo>
                  <a:lnTo>
                    <a:pt x="6645357" y="2228866"/>
                  </a:lnTo>
                  <a:lnTo>
                    <a:pt x="6681599" y="2291809"/>
                  </a:lnTo>
                  <a:lnTo>
                    <a:pt x="6717819" y="2350913"/>
                  </a:lnTo>
                  <a:lnTo>
                    <a:pt x="6754191" y="2406204"/>
                  </a:lnTo>
                  <a:lnTo>
                    <a:pt x="6786527" y="2451813"/>
                  </a:lnTo>
                  <a:lnTo>
                    <a:pt x="6834478" y="2513125"/>
                  </a:lnTo>
                  <a:lnTo>
                    <a:pt x="6884008" y="2568407"/>
                  </a:lnTo>
                  <a:lnTo>
                    <a:pt x="6935853" y="2617955"/>
                  </a:lnTo>
                  <a:lnTo>
                    <a:pt x="6990839" y="2662274"/>
                  </a:lnTo>
                  <a:lnTo>
                    <a:pt x="7049813" y="2701940"/>
                  </a:lnTo>
                  <a:lnTo>
                    <a:pt x="7113570" y="2737513"/>
                  </a:lnTo>
                  <a:lnTo>
                    <a:pt x="7182776" y="2769492"/>
                  </a:lnTo>
                  <a:lnTo>
                    <a:pt x="7257849" y="2798286"/>
                  </a:lnTo>
                  <a:lnTo>
                    <a:pt x="7338814" y="2824202"/>
                  </a:lnTo>
                  <a:lnTo>
                    <a:pt x="7425124" y="2847436"/>
                  </a:lnTo>
                  <a:lnTo>
                    <a:pt x="7515477" y="2868085"/>
                  </a:lnTo>
                  <a:lnTo>
                    <a:pt x="7607673" y="2886154"/>
                  </a:lnTo>
                  <a:lnTo>
                    <a:pt x="7698600" y="2901595"/>
                  </a:lnTo>
                  <a:lnTo>
                    <a:pt x="7784435" y="2914347"/>
                  </a:lnTo>
                  <a:lnTo>
                    <a:pt x="7861104" y="2924401"/>
                  </a:lnTo>
                  <a:lnTo>
                    <a:pt x="7924977" y="2931850"/>
                  </a:lnTo>
                  <a:lnTo>
                    <a:pt x="7973616" y="2936927"/>
                  </a:lnTo>
                  <a:lnTo>
                    <a:pt x="8006376" y="2940003"/>
                  </a:lnTo>
                  <a:lnTo>
                    <a:pt x="8024657" y="2941554"/>
                  </a:lnTo>
                  <a:lnTo>
                    <a:pt x="8031800" y="2942104"/>
                  </a:lnTo>
                  <a:lnTo>
                    <a:pt x="8032819" y="2942176"/>
                  </a:lnTo>
                  <a:lnTo>
                    <a:pt x="8554953" y="2942176"/>
                  </a:lnTo>
                  <a:lnTo>
                    <a:pt x="8554953" y="2942176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573" name="pl1573"/>
            <p:cNvSpPr/>
            <p:nvPr/>
          </p:nvSpPr>
          <p:spPr>
            <a:xfrm>
              <a:off x="386606" y="660358"/>
              <a:ext cx="8554953" cy="4263614"/>
            </a:xfrm>
            <a:custGeom>
              <a:avLst/>
              <a:pathLst>
                <a:path w="8554953" h="4263614">
                  <a:moveTo>
                    <a:pt x="8554953" y="2942176"/>
                  </a:moveTo>
                  <a:lnTo>
                    <a:pt x="8032819" y="2942176"/>
                  </a:lnTo>
                  <a:lnTo>
                    <a:pt x="8031677" y="2942095"/>
                  </a:lnTo>
                  <a:lnTo>
                    <a:pt x="8024191" y="2941516"/>
                  </a:lnTo>
                  <a:lnTo>
                    <a:pt x="8005408" y="2939917"/>
                  </a:lnTo>
                  <a:lnTo>
                    <a:pt x="7972054" y="2936772"/>
                  </a:lnTo>
                  <a:lnTo>
                    <a:pt x="7922810" y="2931611"/>
                  </a:lnTo>
                  <a:lnTo>
                    <a:pt x="7858395" y="2924066"/>
                  </a:lnTo>
                  <a:lnTo>
                    <a:pt x="7781304" y="2913910"/>
                  </a:lnTo>
                  <a:lnTo>
                    <a:pt x="7695200" y="2901055"/>
                  </a:lnTo>
                  <a:lnTo>
                    <a:pt x="7604158" y="2885513"/>
                  </a:lnTo>
                  <a:lnTo>
                    <a:pt x="7511981" y="2867345"/>
                  </a:lnTo>
                  <a:lnTo>
                    <a:pt x="7421747" y="2846598"/>
                  </a:lnTo>
                  <a:lnTo>
                    <a:pt x="7335622" y="2823263"/>
                  </a:lnTo>
                  <a:lnTo>
                    <a:pt x="7254876" y="2797243"/>
                  </a:lnTo>
                  <a:lnTo>
                    <a:pt x="7180031" y="2768333"/>
                  </a:lnTo>
                  <a:lnTo>
                    <a:pt x="7111043" y="2736225"/>
                  </a:lnTo>
                  <a:lnTo>
                    <a:pt x="7047481" y="2700506"/>
                  </a:lnTo>
                  <a:lnTo>
                    <a:pt x="6988674" y="2660673"/>
                  </a:lnTo>
                  <a:lnTo>
                    <a:pt x="6933823" y="2616165"/>
                  </a:lnTo>
                  <a:lnTo>
                    <a:pt x="6882081" y="2566407"/>
                  </a:lnTo>
                  <a:lnTo>
                    <a:pt x="6832625" y="2510898"/>
                  </a:lnTo>
                  <a:lnTo>
                    <a:pt x="6786527" y="2451813"/>
                  </a:lnTo>
                  <a:lnTo>
                    <a:pt x="6749843" y="2399814"/>
                  </a:lnTo>
                  <a:lnTo>
                    <a:pt x="6713499" y="2344072"/>
                  </a:lnTo>
                  <a:lnTo>
                    <a:pt x="6677285" y="2284511"/>
                  </a:lnTo>
                  <a:lnTo>
                    <a:pt x="6641031" y="2221112"/>
                  </a:lnTo>
                  <a:lnTo>
                    <a:pt x="6604612" y="2153923"/>
                  </a:lnTo>
                  <a:lnTo>
                    <a:pt x="6567935" y="2083062"/>
                  </a:lnTo>
                  <a:lnTo>
                    <a:pt x="6530945" y="2008719"/>
                  </a:lnTo>
                  <a:lnTo>
                    <a:pt x="6493614" y="1931166"/>
                  </a:lnTo>
                  <a:lnTo>
                    <a:pt x="6455943" y="1850744"/>
                  </a:lnTo>
                  <a:lnTo>
                    <a:pt x="6417960" y="1767871"/>
                  </a:lnTo>
                  <a:lnTo>
                    <a:pt x="6379711" y="1683025"/>
                  </a:lnTo>
                  <a:lnTo>
                    <a:pt x="6341261" y="1596741"/>
                  </a:lnTo>
                  <a:lnTo>
                    <a:pt x="6302687" y="1509591"/>
                  </a:lnTo>
                  <a:lnTo>
                    <a:pt x="6264075" y="1422175"/>
                  </a:lnTo>
                  <a:lnTo>
                    <a:pt x="6225512" y="1335097"/>
                  </a:lnTo>
                  <a:lnTo>
                    <a:pt x="6187082" y="1248955"/>
                  </a:lnTo>
                  <a:lnTo>
                    <a:pt x="6148861" y="1164317"/>
                  </a:lnTo>
                  <a:lnTo>
                    <a:pt x="6110913" y="1081712"/>
                  </a:lnTo>
                  <a:lnTo>
                    <a:pt x="6073282" y="1001612"/>
                  </a:lnTo>
                  <a:lnTo>
                    <a:pt x="6035992" y="924424"/>
                  </a:lnTo>
                  <a:lnTo>
                    <a:pt x="5999041" y="850484"/>
                  </a:lnTo>
                  <a:lnTo>
                    <a:pt x="5962399" y="780051"/>
                  </a:lnTo>
                  <a:lnTo>
                    <a:pt x="5926005" y="713309"/>
                  </a:lnTo>
                  <a:lnTo>
                    <a:pt x="5889763" y="650366"/>
                  </a:lnTo>
                  <a:lnTo>
                    <a:pt x="5853543" y="591262"/>
                  </a:lnTo>
                  <a:lnTo>
                    <a:pt x="5817171" y="535971"/>
                  </a:lnTo>
                  <a:lnTo>
                    <a:pt x="5784835" y="490362"/>
                  </a:lnTo>
                  <a:lnTo>
                    <a:pt x="5736884" y="429050"/>
                  </a:lnTo>
                  <a:lnTo>
                    <a:pt x="5687354" y="373768"/>
                  </a:lnTo>
                  <a:lnTo>
                    <a:pt x="5635509" y="324220"/>
                  </a:lnTo>
                  <a:lnTo>
                    <a:pt x="5580523" y="279901"/>
                  </a:lnTo>
                  <a:lnTo>
                    <a:pt x="5521549" y="240235"/>
                  </a:lnTo>
                  <a:lnTo>
                    <a:pt x="5457792" y="204662"/>
                  </a:lnTo>
                  <a:lnTo>
                    <a:pt x="5388586" y="172683"/>
                  </a:lnTo>
                  <a:lnTo>
                    <a:pt x="5313513" y="143889"/>
                  </a:lnTo>
                  <a:lnTo>
                    <a:pt x="5232548" y="117974"/>
                  </a:lnTo>
                  <a:lnTo>
                    <a:pt x="5146238" y="94739"/>
                  </a:lnTo>
                  <a:lnTo>
                    <a:pt x="5055885" y="74090"/>
                  </a:lnTo>
                  <a:lnTo>
                    <a:pt x="4963689" y="56021"/>
                  </a:lnTo>
                  <a:lnTo>
                    <a:pt x="4872762" y="40580"/>
                  </a:lnTo>
                  <a:lnTo>
                    <a:pt x="4786927" y="27828"/>
                  </a:lnTo>
                  <a:lnTo>
                    <a:pt x="4710258" y="17775"/>
                  </a:lnTo>
                  <a:lnTo>
                    <a:pt x="4646385" y="10325"/>
                  </a:lnTo>
                  <a:lnTo>
                    <a:pt x="4597746" y="5249"/>
                  </a:lnTo>
                  <a:lnTo>
                    <a:pt x="4564986" y="2172"/>
                  </a:lnTo>
                  <a:lnTo>
                    <a:pt x="4546705" y="622"/>
                  </a:lnTo>
                  <a:lnTo>
                    <a:pt x="4539562" y="72"/>
                  </a:lnTo>
                  <a:lnTo>
                    <a:pt x="4538543" y="0"/>
                  </a:lnTo>
                  <a:lnTo>
                    <a:pt x="4016409" y="0"/>
                  </a:lnTo>
                  <a:lnTo>
                    <a:pt x="4015505" y="92"/>
                  </a:lnTo>
                  <a:lnTo>
                    <a:pt x="4009550" y="751"/>
                  </a:lnTo>
                  <a:lnTo>
                    <a:pt x="3994499" y="2571"/>
                  </a:lnTo>
                  <a:lnTo>
                    <a:pt x="3967499" y="6157"/>
                  </a:lnTo>
                  <a:lnTo>
                    <a:pt x="3927079" y="12070"/>
                  </a:lnTo>
                  <a:lnTo>
                    <a:pt x="3873263" y="20778"/>
                  </a:lnTo>
                  <a:lnTo>
                    <a:pt x="3807483" y="32609"/>
                  </a:lnTo>
                  <a:lnTo>
                    <a:pt x="3732249" y="47740"/>
                  </a:lnTo>
                  <a:lnTo>
                    <a:pt x="3650670" y="66215"/>
                  </a:lnTo>
                  <a:lnTo>
                    <a:pt x="3565946" y="87991"/>
                  </a:lnTo>
                  <a:lnTo>
                    <a:pt x="3480948" y="112996"/>
                  </a:lnTo>
                  <a:lnTo>
                    <a:pt x="3397967" y="141183"/>
                  </a:lnTo>
                  <a:lnTo>
                    <a:pt x="3318618" y="172574"/>
                  </a:lnTo>
                  <a:lnTo>
                    <a:pt x="3243872" y="207285"/>
                  </a:lnTo>
                  <a:lnTo>
                    <a:pt x="3174151" y="245543"/>
                  </a:lnTo>
                  <a:lnTo>
                    <a:pt x="3109461" y="287691"/>
                  </a:lnTo>
                  <a:lnTo>
                    <a:pt x="3049506" y="334178"/>
                  </a:lnTo>
                  <a:lnTo>
                    <a:pt x="2993795" y="385554"/>
                  </a:lnTo>
                  <a:lnTo>
                    <a:pt x="2941723" y="442443"/>
                  </a:lnTo>
                  <a:lnTo>
                    <a:pt x="2892631" y="505505"/>
                  </a:lnTo>
                  <a:lnTo>
                    <a:pt x="2845852" y="575372"/>
                  </a:lnTo>
                  <a:lnTo>
                    <a:pt x="2800761" y="652537"/>
                  </a:lnTo>
                  <a:lnTo>
                    <a:pt x="2770117" y="710602"/>
                  </a:lnTo>
                  <a:lnTo>
                    <a:pt x="2738730" y="774686"/>
                  </a:lnTo>
                  <a:lnTo>
                    <a:pt x="2707617" y="842719"/>
                  </a:lnTo>
                  <a:lnTo>
                    <a:pt x="2676639" y="914780"/>
                  </a:lnTo>
                  <a:lnTo>
                    <a:pt x="2645681" y="990907"/>
                  </a:lnTo>
                  <a:lnTo>
                    <a:pt x="2614652" y="1071087"/>
                  </a:lnTo>
                  <a:lnTo>
                    <a:pt x="2583480" y="1155256"/>
                  </a:lnTo>
                  <a:lnTo>
                    <a:pt x="2552113" y="1243294"/>
                  </a:lnTo>
                  <a:lnTo>
                    <a:pt x="2520516" y="1335025"/>
                  </a:lnTo>
                  <a:lnTo>
                    <a:pt x="2488672" y="1430209"/>
                  </a:lnTo>
                  <a:lnTo>
                    <a:pt x="2456577" y="1528552"/>
                  </a:lnTo>
                  <a:lnTo>
                    <a:pt x="2424242" y="1629701"/>
                  </a:lnTo>
                  <a:lnTo>
                    <a:pt x="2391691" y="1733250"/>
                  </a:lnTo>
                  <a:lnTo>
                    <a:pt x="2358956" y="1838749"/>
                  </a:lnTo>
                  <a:lnTo>
                    <a:pt x="2326080" y="1945705"/>
                  </a:lnTo>
                  <a:lnTo>
                    <a:pt x="2293112" y="2053598"/>
                  </a:lnTo>
                  <a:lnTo>
                    <a:pt x="2260104" y="2161887"/>
                  </a:lnTo>
                  <a:lnTo>
                    <a:pt x="2227111" y="2270023"/>
                  </a:lnTo>
                  <a:lnTo>
                    <a:pt x="2194188" y="2377462"/>
                  </a:lnTo>
                  <a:lnTo>
                    <a:pt x="2161385" y="2483671"/>
                  </a:lnTo>
                  <a:lnTo>
                    <a:pt x="2128747" y="2588145"/>
                  </a:lnTo>
                  <a:lnTo>
                    <a:pt x="2096312" y="2690414"/>
                  </a:lnTo>
                  <a:lnTo>
                    <a:pt x="2064109" y="2790052"/>
                  </a:lnTo>
                  <a:lnTo>
                    <a:pt x="2032152" y="2886680"/>
                  </a:lnTo>
                  <a:lnTo>
                    <a:pt x="2000447" y="2979979"/>
                  </a:lnTo>
                  <a:lnTo>
                    <a:pt x="1968981" y="3069684"/>
                  </a:lnTo>
                  <a:lnTo>
                    <a:pt x="1937728" y="3155592"/>
                  </a:lnTo>
                  <a:lnTo>
                    <a:pt x="1906643" y="3237557"/>
                  </a:lnTo>
                  <a:lnTo>
                    <a:pt x="1875664" y="3315490"/>
                  </a:lnTo>
                  <a:lnTo>
                    <a:pt x="1844707" y="3389357"/>
                  </a:lnTo>
                  <a:lnTo>
                    <a:pt x="1813670" y="3459174"/>
                  </a:lnTo>
                  <a:lnTo>
                    <a:pt x="1782423" y="3525001"/>
                  </a:lnTo>
                  <a:lnTo>
                    <a:pt x="1768425" y="3553011"/>
                  </a:lnTo>
                  <a:lnTo>
                    <a:pt x="1724183" y="3635385"/>
                  </a:lnTo>
                  <a:lnTo>
                    <a:pt x="1678640" y="3710288"/>
                  </a:lnTo>
                  <a:lnTo>
                    <a:pt x="1631225" y="3778021"/>
                  </a:lnTo>
                  <a:lnTo>
                    <a:pt x="1581296" y="3839132"/>
                  </a:lnTo>
                  <a:lnTo>
                    <a:pt x="1528184" y="3894271"/>
                  </a:lnTo>
                  <a:lnTo>
                    <a:pt x="1471240" y="3944094"/>
                  </a:lnTo>
                  <a:lnTo>
                    <a:pt x="1409886" y="3989204"/>
                  </a:lnTo>
                  <a:lnTo>
                    <a:pt x="1343682" y="4030124"/>
                  </a:lnTo>
                  <a:lnTo>
                    <a:pt x="1272413" y="4067270"/>
                  </a:lnTo>
                  <a:lnTo>
                    <a:pt x="1196196" y="4100950"/>
                  </a:lnTo>
                  <a:lnTo>
                    <a:pt x="1115609" y="4131357"/>
                  </a:lnTo>
                  <a:lnTo>
                    <a:pt x="1031811" y="4158576"/>
                  </a:lnTo>
                  <a:lnTo>
                    <a:pt x="946624" y="4182604"/>
                  </a:lnTo>
                  <a:lnTo>
                    <a:pt x="862532" y="4203381"/>
                  </a:lnTo>
                  <a:lnTo>
                    <a:pt x="782543" y="4220839"/>
                  </a:lnTo>
                  <a:lnTo>
                    <a:pt x="709879" y="4234954"/>
                  </a:lnTo>
                  <a:lnTo>
                    <a:pt x="647520" y="4245808"/>
                  </a:lnTo>
                  <a:lnTo>
                    <a:pt x="597695" y="4253622"/>
                  </a:lnTo>
                  <a:lnTo>
                    <a:pt x="561431" y="4258771"/>
                  </a:lnTo>
                  <a:lnTo>
                    <a:pt x="538296" y="4261756"/>
                  </a:lnTo>
                  <a:lnTo>
                    <a:pt x="526378" y="4263158"/>
                  </a:lnTo>
                  <a:lnTo>
                    <a:pt x="522442" y="4263583"/>
                  </a:lnTo>
                  <a:lnTo>
                    <a:pt x="522133" y="4263614"/>
                  </a:lnTo>
                  <a:lnTo>
                    <a:pt x="0" y="4263614"/>
                  </a:lnTo>
                  <a:lnTo>
                    <a:pt x="0" y="4263614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574" name="pg1574"/>
            <p:cNvSpPr/>
            <p:nvPr/>
          </p:nvSpPr>
          <p:spPr>
            <a:xfrm>
              <a:off x="386606" y="722477"/>
              <a:ext cx="8554953" cy="4212789"/>
            </a:xfrm>
            <a:custGeom>
              <a:avLst/>
              <a:pathLst>
                <a:path w="8554953" h="4212789">
                  <a:moveTo>
                    <a:pt x="0" y="4212789"/>
                  </a:moveTo>
                  <a:lnTo>
                    <a:pt x="522133" y="4212789"/>
                  </a:lnTo>
                  <a:lnTo>
                    <a:pt x="523050" y="4212699"/>
                  </a:lnTo>
                  <a:lnTo>
                    <a:pt x="529087" y="4212058"/>
                  </a:lnTo>
                  <a:lnTo>
                    <a:pt x="544340" y="4210287"/>
                  </a:lnTo>
                  <a:lnTo>
                    <a:pt x="571687" y="4206799"/>
                  </a:lnTo>
                  <a:lnTo>
                    <a:pt x="612595" y="4201048"/>
                  </a:lnTo>
                  <a:lnTo>
                    <a:pt x="667007" y="4192582"/>
                  </a:lnTo>
                  <a:lnTo>
                    <a:pt x="733437" y="4181085"/>
                  </a:lnTo>
                  <a:lnTo>
                    <a:pt x="809313" y="4166391"/>
                  </a:lnTo>
                  <a:lnTo>
                    <a:pt x="891470" y="4148460"/>
                  </a:lnTo>
                  <a:lnTo>
                    <a:pt x="976669" y="4127336"/>
                  </a:lnTo>
                  <a:lnTo>
                    <a:pt x="1062019" y="4103088"/>
                  </a:lnTo>
                  <a:lnTo>
                    <a:pt x="1145231" y="4075761"/>
                  </a:lnTo>
                  <a:lnTo>
                    <a:pt x="1224704" y="4045329"/>
                  </a:lnTo>
                  <a:lnTo>
                    <a:pt x="1299489" y="4011672"/>
                  </a:lnTo>
                  <a:lnTo>
                    <a:pt x="1369189" y="3974562"/>
                  </a:lnTo>
                  <a:lnTo>
                    <a:pt x="1433823" y="3933658"/>
                  </a:lnTo>
                  <a:lnTo>
                    <a:pt x="1493709" y="3888516"/>
                  </a:lnTo>
                  <a:lnTo>
                    <a:pt x="1549355" y="3838594"/>
                  </a:lnTo>
                  <a:lnTo>
                    <a:pt x="1601385" y="3783281"/>
                  </a:lnTo>
                  <a:lnTo>
                    <a:pt x="1650468" y="3721933"/>
                  </a:lnTo>
                  <a:lnTo>
                    <a:pt x="1697277" y="3653944"/>
                  </a:lnTo>
                  <a:lnTo>
                    <a:pt x="1742442" y="3578855"/>
                  </a:lnTo>
                  <a:lnTo>
                    <a:pt x="1768425" y="3531364"/>
                  </a:lnTo>
                  <a:lnTo>
                    <a:pt x="1800397" y="3468724"/>
                  </a:lnTo>
                  <a:lnTo>
                    <a:pt x="1832087" y="3402153"/>
                  </a:lnTo>
                  <a:lnTo>
                    <a:pt x="1863643" y="3331570"/>
                  </a:lnTo>
                  <a:lnTo>
                    <a:pt x="1895183" y="3256941"/>
                  </a:lnTo>
                  <a:lnTo>
                    <a:pt x="1926803" y="3178282"/>
                  </a:lnTo>
                  <a:lnTo>
                    <a:pt x="1958577" y="3095661"/>
                  </a:lnTo>
                  <a:lnTo>
                    <a:pt x="1990559" y="3009206"/>
                  </a:lnTo>
                  <a:lnTo>
                    <a:pt x="2022782" y="2919106"/>
                  </a:lnTo>
                  <a:lnTo>
                    <a:pt x="2055263" y="2825608"/>
                  </a:lnTo>
                  <a:lnTo>
                    <a:pt x="2088004" y="2729023"/>
                  </a:lnTo>
                  <a:lnTo>
                    <a:pt x="2120990" y="2629716"/>
                  </a:lnTo>
                  <a:lnTo>
                    <a:pt x="2154195" y="2528110"/>
                  </a:lnTo>
                  <a:lnTo>
                    <a:pt x="2187581" y="2424672"/>
                  </a:lnTo>
                  <a:lnTo>
                    <a:pt x="2221101" y="2319906"/>
                  </a:lnTo>
                  <a:lnTo>
                    <a:pt x="2254704" y="2214348"/>
                  </a:lnTo>
                  <a:lnTo>
                    <a:pt x="2288331" y="2108549"/>
                  </a:lnTo>
                  <a:lnTo>
                    <a:pt x="2321925" y="2003065"/>
                  </a:lnTo>
                  <a:lnTo>
                    <a:pt x="2355430" y="1898447"/>
                  </a:lnTo>
                  <a:lnTo>
                    <a:pt x="2388795" y="1795224"/>
                  </a:lnTo>
                  <a:lnTo>
                    <a:pt x="2421972" y="1693899"/>
                  </a:lnTo>
                  <a:lnTo>
                    <a:pt x="2454927" y="1594934"/>
                  </a:lnTo>
                  <a:lnTo>
                    <a:pt x="2487634" y="1498741"/>
                  </a:lnTo>
                  <a:lnTo>
                    <a:pt x="2520080" y="1405680"/>
                  </a:lnTo>
                  <a:lnTo>
                    <a:pt x="2552270" y="1316054"/>
                  </a:lnTo>
                  <a:lnTo>
                    <a:pt x="2584221" y="1230102"/>
                  </a:lnTo>
                  <a:lnTo>
                    <a:pt x="2615971" y="1148004"/>
                  </a:lnTo>
                  <a:lnTo>
                    <a:pt x="2647576" y="1069880"/>
                  </a:lnTo>
                  <a:lnTo>
                    <a:pt x="2679112" y="995792"/>
                  </a:lnTo>
                  <a:lnTo>
                    <a:pt x="2710678" y="925748"/>
                  </a:lnTo>
                  <a:lnTo>
                    <a:pt x="2742397" y="859708"/>
                  </a:lnTo>
                  <a:lnTo>
                    <a:pt x="2770117" y="805663"/>
                  </a:lnTo>
                  <a:lnTo>
                    <a:pt x="2814573" y="726311"/>
                  </a:lnTo>
                  <a:lnTo>
                    <a:pt x="2860345" y="654191"/>
                  </a:lnTo>
                  <a:lnTo>
                    <a:pt x="2908013" y="589009"/>
                  </a:lnTo>
                  <a:lnTo>
                    <a:pt x="2958229" y="530229"/>
                  </a:lnTo>
                  <a:lnTo>
                    <a:pt x="3011671" y="477218"/>
                  </a:lnTo>
                  <a:lnTo>
                    <a:pt x="3068996" y="429338"/>
                  </a:lnTo>
                  <a:lnTo>
                    <a:pt x="3130788" y="386006"/>
                  </a:lnTo>
                  <a:lnTo>
                    <a:pt x="3197488" y="346715"/>
                  </a:lnTo>
                  <a:lnTo>
                    <a:pt x="3269305" y="311065"/>
                  </a:lnTo>
                  <a:lnTo>
                    <a:pt x="3346101" y="278759"/>
                  </a:lnTo>
                  <a:lnTo>
                    <a:pt x="3427266" y="249617"/>
                  </a:lnTo>
                  <a:lnTo>
                    <a:pt x="3511594" y="223559"/>
                  </a:lnTo>
                  <a:lnTo>
                    <a:pt x="3597198" y="200593"/>
                  </a:lnTo>
                  <a:lnTo>
                    <a:pt x="3681519" y="180778"/>
                  </a:lnTo>
                  <a:lnTo>
                    <a:pt x="3761484" y="164180"/>
                  </a:lnTo>
                  <a:lnTo>
                    <a:pt x="3833824" y="150816"/>
                  </a:lnTo>
                  <a:lnTo>
                    <a:pt x="3895556" y="140599"/>
                  </a:lnTo>
                  <a:lnTo>
                    <a:pt x="3944500" y="133300"/>
                  </a:lnTo>
                  <a:lnTo>
                    <a:pt x="3979732" y="128544"/>
                  </a:lnTo>
                  <a:lnTo>
                    <a:pt x="4001827" y="125834"/>
                  </a:lnTo>
                  <a:lnTo>
                    <a:pt x="4012855" y="124600"/>
                  </a:lnTo>
                  <a:lnTo>
                    <a:pt x="4016219" y="124255"/>
                  </a:lnTo>
                  <a:lnTo>
                    <a:pt x="4016409" y="124237"/>
                  </a:lnTo>
                  <a:lnTo>
                    <a:pt x="4538543" y="124237"/>
                  </a:lnTo>
                  <a:lnTo>
                    <a:pt x="4539812" y="124234"/>
                  </a:lnTo>
                  <a:lnTo>
                    <a:pt x="4548112" y="124208"/>
                  </a:lnTo>
                  <a:lnTo>
                    <a:pt x="4568861" y="124136"/>
                  </a:lnTo>
                  <a:lnTo>
                    <a:pt x="4605515" y="123995"/>
                  </a:lnTo>
                  <a:lnTo>
                    <a:pt x="4659251" y="123763"/>
                  </a:lnTo>
                  <a:lnTo>
                    <a:pt x="4728913" y="123427"/>
                  </a:lnTo>
                  <a:lnTo>
                    <a:pt x="4811405" y="122976"/>
                  </a:lnTo>
                  <a:lnTo>
                    <a:pt x="4902468" y="122408"/>
                  </a:lnTo>
                  <a:lnTo>
                    <a:pt x="4997588" y="121724"/>
                  </a:lnTo>
                  <a:lnTo>
                    <a:pt x="5092743" y="120927"/>
                  </a:lnTo>
                  <a:lnTo>
                    <a:pt x="5184848" y="120019"/>
                  </a:lnTo>
                  <a:lnTo>
                    <a:pt x="5271886" y="118998"/>
                  </a:lnTo>
                  <a:lnTo>
                    <a:pt x="5352816" y="117857"/>
                  </a:lnTo>
                  <a:lnTo>
                    <a:pt x="5427367" y="116585"/>
                  </a:lnTo>
                  <a:lnTo>
                    <a:pt x="5495823" y="115165"/>
                  </a:lnTo>
                  <a:lnTo>
                    <a:pt x="5558821" y="113578"/>
                  </a:lnTo>
                  <a:lnTo>
                    <a:pt x="5617203" y="111799"/>
                  </a:lnTo>
                  <a:lnTo>
                    <a:pt x="5671899" y="109802"/>
                  </a:lnTo>
                  <a:lnTo>
                    <a:pt x="5723844" y="107562"/>
                  </a:lnTo>
                  <a:lnTo>
                    <a:pt x="5773894" y="105063"/>
                  </a:lnTo>
                  <a:lnTo>
                    <a:pt x="5784835" y="104472"/>
                  </a:lnTo>
                  <a:lnTo>
                    <a:pt x="5839011" y="101316"/>
                  </a:lnTo>
                  <a:lnTo>
                    <a:pt x="5892665" y="97825"/>
                  </a:lnTo>
                  <a:lnTo>
                    <a:pt x="5946384" y="93996"/>
                  </a:lnTo>
                  <a:lnTo>
                    <a:pt x="6000555" y="89837"/>
                  </a:lnTo>
                  <a:lnTo>
                    <a:pt x="6055402" y="85369"/>
                  </a:lnTo>
                  <a:lnTo>
                    <a:pt x="6110995" y="80629"/>
                  </a:lnTo>
                  <a:lnTo>
                    <a:pt x="6167279" y="75669"/>
                  </a:lnTo>
                  <a:lnTo>
                    <a:pt x="6224093" y="70552"/>
                  </a:lnTo>
                  <a:lnTo>
                    <a:pt x="6281205" y="65350"/>
                  </a:lnTo>
                  <a:lnTo>
                    <a:pt x="6338339" y="60143"/>
                  </a:lnTo>
                  <a:lnTo>
                    <a:pt x="6395217" y="55007"/>
                  </a:lnTo>
                  <a:lnTo>
                    <a:pt x="6451597" y="50018"/>
                  </a:lnTo>
                  <a:lnTo>
                    <a:pt x="6507305" y="45240"/>
                  </a:lnTo>
                  <a:lnTo>
                    <a:pt x="6562267" y="40727"/>
                  </a:lnTo>
                  <a:lnTo>
                    <a:pt x="6616534" y="36518"/>
                  </a:lnTo>
                  <a:lnTo>
                    <a:pt x="6670302" y="32636"/>
                  </a:lnTo>
                  <a:lnTo>
                    <a:pt x="6723933" y="29092"/>
                  </a:lnTo>
                  <a:lnTo>
                    <a:pt x="6777980" y="25884"/>
                  </a:lnTo>
                  <a:lnTo>
                    <a:pt x="6786527" y="25412"/>
                  </a:lnTo>
                  <a:lnTo>
                    <a:pt x="6836258" y="22855"/>
                  </a:lnTo>
                  <a:lnTo>
                    <a:pt x="6887712" y="20558"/>
                  </a:lnTo>
                  <a:lnTo>
                    <a:pt x="6941717" y="18509"/>
                  </a:lnTo>
                  <a:lnTo>
                    <a:pt x="6999198" y="16684"/>
                  </a:lnTo>
                  <a:lnTo>
                    <a:pt x="7061093" y="15056"/>
                  </a:lnTo>
                  <a:lnTo>
                    <a:pt x="7128271" y="13601"/>
                  </a:lnTo>
                  <a:lnTo>
                    <a:pt x="7201428" y="12298"/>
                  </a:lnTo>
                  <a:lnTo>
                    <a:pt x="7280940" y="11129"/>
                  </a:lnTo>
                  <a:lnTo>
                    <a:pt x="7366680" y="10082"/>
                  </a:lnTo>
                  <a:lnTo>
                    <a:pt x="7457796" y="9149"/>
                  </a:lnTo>
                  <a:lnTo>
                    <a:pt x="7552502" y="8327"/>
                  </a:lnTo>
                  <a:lnTo>
                    <a:pt x="7647949" y="7618"/>
                  </a:lnTo>
                  <a:lnTo>
                    <a:pt x="7740297" y="7024"/>
                  </a:lnTo>
                  <a:lnTo>
                    <a:pt x="7825085" y="6547"/>
                  </a:lnTo>
                  <a:lnTo>
                    <a:pt x="7897921" y="6186"/>
                  </a:lnTo>
                  <a:lnTo>
                    <a:pt x="7955375" y="5932"/>
                  </a:lnTo>
                  <a:lnTo>
                    <a:pt x="7995808" y="5773"/>
                  </a:lnTo>
                  <a:lnTo>
                    <a:pt x="8019869" y="5687"/>
                  </a:lnTo>
                  <a:lnTo>
                    <a:pt x="8030531" y="5653"/>
                  </a:lnTo>
                  <a:lnTo>
                    <a:pt x="8032819" y="5647"/>
                  </a:lnTo>
                  <a:lnTo>
                    <a:pt x="8554953" y="5647"/>
                  </a:lnTo>
                  <a:lnTo>
                    <a:pt x="8554953" y="0"/>
                  </a:lnTo>
                  <a:lnTo>
                    <a:pt x="8032819" y="0"/>
                  </a:lnTo>
                  <a:lnTo>
                    <a:pt x="8031549" y="3"/>
                  </a:lnTo>
                  <a:lnTo>
                    <a:pt x="8023250" y="29"/>
                  </a:lnTo>
                  <a:lnTo>
                    <a:pt x="8002501" y="101"/>
                  </a:lnTo>
                  <a:lnTo>
                    <a:pt x="7965847" y="242"/>
                  </a:lnTo>
                  <a:lnTo>
                    <a:pt x="7912111" y="473"/>
                  </a:lnTo>
                  <a:lnTo>
                    <a:pt x="7842449" y="810"/>
                  </a:lnTo>
                  <a:lnTo>
                    <a:pt x="7759957" y="1261"/>
                  </a:lnTo>
                  <a:lnTo>
                    <a:pt x="7668893" y="1829"/>
                  </a:lnTo>
                  <a:lnTo>
                    <a:pt x="7573774" y="2513"/>
                  </a:lnTo>
                  <a:lnTo>
                    <a:pt x="7478619" y="3310"/>
                  </a:lnTo>
                  <a:lnTo>
                    <a:pt x="7386514" y="4218"/>
                  </a:lnTo>
                  <a:lnTo>
                    <a:pt x="7299476" y="5239"/>
                  </a:lnTo>
                  <a:lnTo>
                    <a:pt x="7218546" y="6380"/>
                  </a:lnTo>
                  <a:lnTo>
                    <a:pt x="7143995" y="7652"/>
                  </a:lnTo>
                  <a:lnTo>
                    <a:pt x="7075539" y="9071"/>
                  </a:lnTo>
                  <a:lnTo>
                    <a:pt x="7012541" y="10659"/>
                  </a:lnTo>
                  <a:lnTo>
                    <a:pt x="6954159" y="12438"/>
                  </a:lnTo>
                  <a:lnTo>
                    <a:pt x="6899463" y="14435"/>
                  </a:lnTo>
                  <a:lnTo>
                    <a:pt x="6847518" y="16675"/>
                  </a:lnTo>
                  <a:lnTo>
                    <a:pt x="6797468" y="19174"/>
                  </a:lnTo>
                  <a:lnTo>
                    <a:pt x="6786527" y="19765"/>
                  </a:lnTo>
                  <a:lnTo>
                    <a:pt x="6732351" y="22921"/>
                  </a:lnTo>
                  <a:lnTo>
                    <a:pt x="6678697" y="26412"/>
                  </a:lnTo>
                  <a:lnTo>
                    <a:pt x="6624978" y="30241"/>
                  </a:lnTo>
                  <a:lnTo>
                    <a:pt x="6570807" y="34400"/>
                  </a:lnTo>
                  <a:lnTo>
                    <a:pt x="6515960" y="38868"/>
                  </a:lnTo>
                  <a:lnTo>
                    <a:pt x="6460367" y="43607"/>
                  </a:lnTo>
                  <a:lnTo>
                    <a:pt x="6404083" y="48567"/>
                  </a:lnTo>
                  <a:lnTo>
                    <a:pt x="6347268" y="53685"/>
                  </a:lnTo>
                  <a:lnTo>
                    <a:pt x="6290157" y="58886"/>
                  </a:lnTo>
                  <a:lnTo>
                    <a:pt x="6233023" y="64094"/>
                  </a:lnTo>
                  <a:lnTo>
                    <a:pt x="6176145" y="69230"/>
                  </a:lnTo>
                  <a:lnTo>
                    <a:pt x="6119765" y="74219"/>
                  </a:lnTo>
                  <a:lnTo>
                    <a:pt x="6064057" y="78996"/>
                  </a:lnTo>
                  <a:lnTo>
                    <a:pt x="6009095" y="83510"/>
                  </a:lnTo>
                  <a:lnTo>
                    <a:pt x="5954828" y="87719"/>
                  </a:lnTo>
                  <a:lnTo>
                    <a:pt x="5901060" y="91601"/>
                  </a:lnTo>
                  <a:lnTo>
                    <a:pt x="5847429" y="95144"/>
                  </a:lnTo>
                  <a:lnTo>
                    <a:pt x="5793382" y="98352"/>
                  </a:lnTo>
                  <a:lnTo>
                    <a:pt x="5784835" y="98825"/>
                  </a:lnTo>
                  <a:lnTo>
                    <a:pt x="5735104" y="101382"/>
                  </a:lnTo>
                  <a:lnTo>
                    <a:pt x="5683650" y="103678"/>
                  </a:lnTo>
                  <a:lnTo>
                    <a:pt x="5629645" y="105728"/>
                  </a:lnTo>
                  <a:lnTo>
                    <a:pt x="5572164" y="107553"/>
                  </a:lnTo>
                  <a:lnTo>
                    <a:pt x="5510269" y="109181"/>
                  </a:lnTo>
                  <a:lnTo>
                    <a:pt x="5443091" y="110635"/>
                  </a:lnTo>
                  <a:lnTo>
                    <a:pt x="5369934" y="111939"/>
                  </a:lnTo>
                  <a:lnTo>
                    <a:pt x="5290422" y="113108"/>
                  </a:lnTo>
                  <a:lnTo>
                    <a:pt x="5204682" y="114155"/>
                  </a:lnTo>
                  <a:lnTo>
                    <a:pt x="5113565" y="115088"/>
                  </a:lnTo>
                  <a:lnTo>
                    <a:pt x="5018860" y="115909"/>
                  </a:lnTo>
                  <a:lnTo>
                    <a:pt x="4923413" y="116618"/>
                  </a:lnTo>
                  <a:lnTo>
                    <a:pt x="4831065" y="117212"/>
                  </a:lnTo>
                  <a:lnTo>
                    <a:pt x="4746277" y="117689"/>
                  </a:lnTo>
                  <a:lnTo>
                    <a:pt x="4673441" y="118051"/>
                  </a:lnTo>
                  <a:lnTo>
                    <a:pt x="4615987" y="118304"/>
                  </a:lnTo>
                  <a:lnTo>
                    <a:pt x="4575554" y="118464"/>
                  </a:lnTo>
                  <a:lnTo>
                    <a:pt x="4551493" y="118549"/>
                  </a:lnTo>
                  <a:lnTo>
                    <a:pt x="4540831" y="118583"/>
                  </a:lnTo>
                  <a:lnTo>
                    <a:pt x="4538543" y="118590"/>
                  </a:lnTo>
                  <a:lnTo>
                    <a:pt x="4016409" y="118590"/>
                  </a:lnTo>
                  <a:lnTo>
                    <a:pt x="4015492" y="118680"/>
                  </a:lnTo>
                  <a:lnTo>
                    <a:pt x="4009455" y="119321"/>
                  </a:lnTo>
                  <a:lnTo>
                    <a:pt x="3994202" y="121092"/>
                  </a:lnTo>
                  <a:lnTo>
                    <a:pt x="3966855" y="124580"/>
                  </a:lnTo>
                  <a:lnTo>
                    <a:pt x="3925947" y="130331"/>
                  </a:lnTo>
                  <a:lnTo>
                    <a:pt x="3871535" y="138797"/>
                  </a:lnTo>
                  <a:lnTo>
                    <a:pt x="3805105" y="150294"/>
                  </a:lnTo>
                  <a:lnTo>
                    <a:pt x="3729229" y="164988"/>
                  </a:lnTo>
                  <a:lnTo>
                    <a:pt x="3647072" y="182919"/>
                  </a:lnTo>
                  <a:lnTo>
                    <a:pt x="3561874" y="204044"/>
                  </a:lnTo>
                  <a:lnTo>
                    <a:pt x="3476523" y="228291"/>
                  </a:lnTo>
                  <a:lnTo>
                    <a:pt x="3393311" y="255618"/>
                  </a:lnTo>
                  <a:lnTo>
                    <a:pt x="3313838" y="286050"/>
                  </a:lnTo>
                  <a:lnTo>
                    <a:pt x="3239053" y="319707"/>
                  </a:lnTo>
                  <a:lnTo>
                    <a:pt x="3169354" y="356818"/>
                  </a:lnTo>
                  <a:lnTo>
                    <a:pt x="3104719" y="397721"/>
                  </a:lnTo>
                  <a:lnTo>
                    <a:pt x="3044834" y="442863"/>
                  </a:lnTo>
                  <a:lnTo>
                    <a:pt x="2989187" y="492785"/>
                  </a:lnTo>
                  <a:lnTo>
                    <a:pt x="2937158" y="548098"/>
                  </a:lnTo>
                  <a:lnTo>
                    <a:pt x="2888075" y="609446"/>
                  </a:lnTo>
                  <a:lnTo>
                    <a:pt x="2841265" y="677435"/>
                  </a:lnTo>
                  <a:lnTo>
                    <a:pt x="2796100" y="752524"/>
                  </a:lnTo>
                  <a:lnTo>
                    <a:pt x="2770117" y="800015"/>
                  </a:lnTo>
                  <a:lnTo>
                    <a:pt x="2738145" y="862655"/>
                  </a:lnTo>
                  <a:lnTo>
                    <a:pt x="2706455" y="929226"/>
                  </a:lnTo>
                  <a:lnTo>
                    <a:pt x="2674899" y="999809"/>
                  </a:lnTo>
                  <a:lnTo>
                    <a:pt x="2643359" y="1074438"/>
                  </a:lnTo>
                  <a:lnTo>
                    <a:pt x="2611739" y="1153098"/>
                  </a:lnTo>
                  <a:lnTo>
                    <a:pt x="2579965" y="1235718"/>
                  </a:lnTo>
                  <a:lnTo>
                    <a:pt x="2547983" y="1322173"/>
                  </a:lnTo>
                  <a:lnTo>
                    <a:pt x="2515760" y="1412273"/>
                  </a:lnTo>
                  <a:lnTo>
                    <a:pt x="2483279" y="1505771"/>
                  </a:lnTo>
                  <a:lnTo>
                    <a:pt x="2450538" y="1602357"/>
                  </a:lnTo>
                  <a:lnTo>
                    <a:pt x="2417552" y="1701663"/>
                  </a:lnTo>
                  <a:lnTo>
                    <a:pt x="2384347" y="1803269"/>
                  </a:lnTo>
                  <a:lnTo>
                    <a:pt x="2350961" y="1906708"/>
                  </a:lnTo>
                  <a:lnTo>
                    <a:pt x="2317441" y="2011473"/>
                  </a:lnTo>
                  <a:lnTo>
                    <a:pt x="2283839" y="2117031"/>
                  </a:lnTo>
                  <a:lnTo>
                    <a:pt x="2250211" y="2222830"/>
                  </a:lnTo>
                  <a:lnTo>
                    <a:pt x="2216617" y="2328314"/>
                  </a:lnTo>
                  <a:lnTo>
                    <a:pt x="2183112" y="2432933"/>
                  </a:lnTo>
                  <a:lnTo>
                    <a:pt x="2149748" y="2536155"/>
                  </a:lnTo>
                  <a:lnTo>
                    <a:pt x="2116570" y="2637480"/>
                  </a:lnTo>
                  <a:lnTo>
                    <a:pt x="2083615" y="2736446"/>
                  </a:lnTo>
                  <a:lnTo>
                    <a:pt x="2050909" y="2832639"/>
                  </a:lnTo>
                  <a:lnTo>
                    <a:pt x="2018462" y="2925699"/>
                  </a:lnTo>
                  <a:lnTo>
                    <a:pt x="1986273" y="3015326"/>
                  </a:lnTo>
                  <a:lnTo>
                    <a:pt x="1954321" y="3101277"/>
                  </a:lnTo>
                  <a:lnTo>
                    <a:pt x="1922571" y="3183375"/>
                  </a:lnTo>
                  <a:lnTo>
                    <a:pt x="1890966" y="3261499"/>
                  </a:lnTo>
                  <a:lnTo>
                    <a:pt x="1859430" y="3335587"/>
                  </a:lnTo>
                  <a:lnTo>
                    <a:pt x="1827864" y="3405631"/>
                  </a:lnTo>
                  <a:lnTo>
                    <a:pt x="1796145" y="3471671"/>
                  </a:lnTo>
                  <a:lnTo>
                    <a:pt x="1768425" y="3525717"/>
                  </a:lnTo>
                  <a:lnTo>
                    <a:pt x="1723969" y="3605068"/>
                  </a:lnTo>
                  <a:lnTo>
                    <a:pt x="1678197" y="3677188"/>
                  </a:lnTo>
                  <a:lnTo>
                    <a:pt x="1630530" y="3742370"/>
                  </a:lnTo>
                  <a:lnTo>
                    <a:pt x="1580313" y="3801150"/>
                  </a:lnTo>
                  <a:lnTo>
                    <a:pt x="1526871" y="3854162"/>
                  </a:lnTo>
                  <a:lnTo>
                    <a:pt x="1469546" y="3902041"/>
                  </a:lnTo>
                  <a:lnTo>
                    <a:pt x="1407754" y="3945374"/>
                  </a:lnTo>
                  <a:lnTo>
                    <a:pt x="1341054" y="3984664"/>
                  </a:lnTo>
                  <a:lnTo>
                    <a:pt x="1269238" y="4020315"/>
                  </a:lnTo>
                  <a:lnTo>
                    <a:pt x="1192441" y="4052620"/>
                  </a:lnTo>
                  <a:lnTo>
                    <a:pt x="1111276" y="4081762"/>
                  </a:lnTo>
                  <a:lnTo>
                    <a:pt x="1026948" y="4107820"/>
                  </a:lnTo>
                  <a:lnTo>
                    <a:pt x="941344" y="4130786"/>
                  </a:lnTo>
                  <a:lnTo>
                    <a:pt x="857023" y="4150602"/>
                  </a:lnTo>
                  <a:lnTo>
                    <a:pt x="777059" y="4167199"/>
                  </a:lnTo>
                  <a:lnTo>
                    <a:pt x="704718" y="4180563"/>
                  </a:lnTo>
                  <a:lnTo>
                    <a:pt x="642986" y="4190780"/>
                  </a:lnTo>
                  <a:lnTo>
                    <a:pt x="594042" y="4198080"/>
                  </a:lnTo>
                  <a:lnTo>
                    <a:pt x="558810" y="4202836"/>
                  </a:lnTo>
                  <a:lnTo>
                    <a:pt x="536716" y="4205546"/>
                  </a:lnTo>
                  <a:lnTo>
                    <a:pt x="525688" y="4206779"/>
                  </a:lnTo>
                  <a:lnTo>
                    <a:pt x="522323" y="4207124"/>
                  </a:lnTo>
                  <a:lnTo>
                    <a:pt x="522133" y="4207142"/>
                  </a:lnTo>
                  <a:lnTo>
                    <a:pt x="0" y="4207142"/>
                  </a:lnTo>
                  <a:close/>
                </a:path>
              </a:pathLst>
            </a:custGeom>
            <a:solidFill>
              <a:srgbClr val="8BC34A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1575" name="pl1575"/>
            <p:cNvSpPr/>
            <p:nvPr/>
          </p:nvSpPr>
          <p:spPr>
            <a:xfrm>
              <a:off x="386606" y="728124"/>
              <a:ext cx="8554953" cy="4207142"/>
            </a:xfrm>
            <a:custGeom>
              <a:avLst/>
              <a:pathLst>
                <a:path w="8554953" h="4207142">
                  <a:moveTo>
                    <a:pt x="0" y="4207142"/>
                  </a:moveTo>
                  <a:lnTo>
                    <a:pt x="522133" y="4207142"/>
                  </a:lnTo>
                  <a:lnTo>
                    <a:pt x="523050" y="4207052"/>
                  </a:lnTo>
                  <a:lnTo>
                    <a:pt x="529087" y="4206411"/>
                  </a:lnTo>
                  <a:lnTo>
                    <a:pt x="544340" y="4204640"/>
                  </a:lnTo>
                  <a:lnTo>
                    <a:pt x="571687" y="4201152"/>
                  </a:lnTo>
                  <a:lnTo>
                    <a:pt x="612595" y="4195401"/>
                  </a:lnTo>
                  <a:lnTo>
                    <a:pt x="667007" y="4186935"/>
                  </a:lnTo>
                  <a:lnTo>
                    <a:pt x="733437" y="4175438"/>
                  </a:lnTo>
                  <a:lnTo>
                    <a:pt x="809313" y="4160744"/>
                  </a:lnTo>
                  <a:lnTo>
                    <a:pt x="891470" y="4142813"/>
                  </a:lnTo>
                  <a:lnTo>
                    <a:pt x="976669" y="4121688"/>
                  </a:lnTo>
                  <a:lnTo>
                    <a:pt x="1062019" y="4097441"/>
                  </a:lnTo>
                  <a:lnTo>
                    <a:pt x="1145231" y="4070114"/>
                  </a:lnTo>
                  <a:lnTo>
                    <a:pt x="1224704" y="4039682"/>
                  </a:lnTo>
                  <a:lnTo>
                    <a:pt x="1299489" y="4006025"/>
                  </a:lnTo>
                  <a:lnTo>
                    <a:pt x="1369189" y="3968914"/>
                  </a:lnTo>
                  <a:lnTo>
                    <a:pt x="1433823" y="3928011"/>
                  </a:lnTo>
                  <a:lnTo>
                    <a:pt x="1493709" y="3882869"/>
                  </a:lnTo>
                  <a:lnTo>
                    <a:pt x="1549355" y="3832947"/>
                  </a:lnTo>
                  <a:lnTo>
                    <a:pt x="1601385" y="3777634"/>
                  </a:lnTo>
                  <a:lnTo>
                    <a:pt x="1650468" y="3716286"/>
                  </a:lnTo>
                  <a:lnTo>
                    <a:pt x="1697277" y="3648297"/>
                  </a:lnTo>
                  <a:lnTo>
                    <a:pt x="1742442" y="3573208"/>
                  </a:lnTo>
                  <a:lnTo>
                    <a:pt x="1768425" y="3525717"/>
                  </a:lnTo>
                  <a:lnTo>
                    <a:pt x="1800397" y="3463077"/>
                  </a:lnTo>
                  <a:lnTo>
                    <a:pt x="1832087" y="3396506"/>
                  </a:lnTo>
                  <a:lnTo>
                    <a:pt x="1863643" y="3325923"/>
                  </a:lnTo>
                  <a:lnTo>
                    <a:pt x="1895183" y="3251294"/>
                  </a:lnTo>
                  <a:lnTo>
                    <a:pt x="1926803" y="3172634"/>
                  </a:lnTo>
                  <a:lnTo>
                    <a:pt x="1958577" y="3090014"/>
                  </a:lnTo>
                  <a:lnTo>
                    <a:pt x="1990559" y="3003559"/>
                  </a:lnTo>
                  <a:lnTo>
                    <a:pt x="2022782" y="2913459"/>
                  </a:lnTo>
                  <a:lnTo>
                    <a:pt x="2055263" y="2819961"/>
                  </a:lnTo>
                  <a:lnTo>
                    <a:pt x="2088004" y="2723375"/>
                  </a:lnTo>
                  <a:lnTo>
                    <a:pt x="2120990" y="2624069"/>
                  </a:lnTo>
                  <a:lnTo>
                    <a:pt x="2154195" y="2522463"/>
                  </a:lnTo>
                  <a:lnTo>
                    <a:pt x="2187581" y="2419025"/>
                  </a:lnTo>
                  <a:lnTo>
                    <a:pt x="2221101" y="2314259"/>
                  </a:lnTo>
                  <a:lnTo>
                    <a:pt x="2254704" y="2208701"/>
                  </a:lnTo>
                  <a:lnTo>
                    <a:pt x="2288331" y="2102902"/>
                  </a:lnTo>
                  <a:lnTo>
                    <a:pt x="2321925" y="1997418"/>
                  </a:lnTo>
                  <a:lnTo>
                    <a:pt x="2355430" y="1892800"/>
                  </a:lnTo>
                  <a:lnTo>
                    <a:pt x="2388795" y="1789577"/>
                  </a:lnTo>
                  <a:lnTo>
                    <a:pt x="2421972" y="1688252"/>
                  </a:lnTo>
                  <a:lnTo>
                    <a:pt x="2454927" y="1589286"/>
                  </a:lnTo>
                  <a:lnTo>
                    <a:pt x="2487634" y="1493093"/>
                  </a:lnTo>
                  <a:lnTo>
                    <a:pt x="2520080" y="1400033"/>
                  </a:lnTo>
                  <a:lnTo>
                    <a:pt x="2552270" y="1310406"/>
                  </a:lnTo>
                  <a:lnTo>
                    <a:pt x="2584221" y="1224455"/>
                  </a:lnTo>
                  <a:lnTo>
                    <a:pt x="2615971" y="1142357"/>
                  </a:lnTo>
                  <a:lnTo>
                    <a:pt x="2647576" y="1064233"/>
                  </a:lnTo>
                  <a:lnTo>
                    <a:pt x="2679112" y="990145"/>
                  </a:lnTo>
                  <a:lnTo>
                    <a:pt x="2710678" y="920101"/>
                  </a:lnTo>
                  <a:lnTo>
                    <a:pt x="2742397" y="854061"/>
                  </a:lnTo>
                  <a:lnTo>
                    <a:pt x="2770117" y="800015"/>
                  </a:lnTo>
                  <a:lnTo>
                    <a:pt x="2814573" y="720664"/>
                  </a:lnTo>
                  <a:lnTo>
                    <a:pt x="2860345" y="648544"/>
                  </a:lnTo>
                  <a:lnTo>
                    <a:pt x="2908013" y="583362"/>
                  </a:lnTo>
                  <a:lnTo>
                    <a:pt x="2958229" y="524582"/>
                  </a:lnTo>
                  <a:lnTo>
                    <a:pt x="3011671" y="471570"/>
                  </a:lnTo>
                  <a:lnTo>
                    <a:pt x="3068996" y="423691"/>
                  </a:lnTo>
                  <a:lnTo>
                    <a:pt x="3130788" y="380358"/>
                  </a:lnTo>
                  <a:lnTo>
                    <a:pt x="3197488" y="341068"/>
                  </a:lnTo>
                  <a:lnTo>
                    <a:pt x="3269305" y="305417"/>
                  </a:lnTo>
                  <a:lnTo>
                    <a:pt x="3346101" y="273112"/>
                  </a:lnTo>
                  <a:lnTo>
                    <a:pt x="3427266" y="243970"/>
                  </a:lnTo>
                  <a:lnTo>
                    <a:pt x="3511594" y="217912"/>
                  </a:lnTo>
                  <a:lnTo>
                    <a:pt x="3597198" y="194946"/>
                  </a:lnTo>
                  <a:lnTo>
                    <a:pt x="3681519" y="175131"/>
                  </a:lnTo>
                  <a:lnTo>
                    <a:pt x="3761484" y="158533"/>
                  </a:lnTo>
                  <a:lnTo>
                    <a:pt x="3833824" y="145169"/>
                  </a:lnTo>
                  <a:lnTo>
                    <a:pt x="3895556" y="134952"/>
                  </a:lnTo>
                  <a:lnTo>
                    <a:pt x="3944500" y="127652"/>
                  </a:lnTo>
                  <a:lnTo>
                    <a:pt x="3979732" y="122896"/>
                  </a:lnTo>
                  <a:lnTo>
                    <a:pt x="4001827" y="120186"/>
                  </a:lnTo>
                  <a:lnTo>
                    <a:pt x="4012855" y="118953"/>
                  </a:lnTo>
                  <a:lnTo>
                    <a:pt x="4016219" y="118608"/>
                  </a:lnTo>
                  <a:lnTo>
                    <a:pt x="4016409" y="118590"/>
                  </a:lnTo>
                  <a:lnTo>
                    <a:pt x="4538543" y="118590"/>
                  </a:lnTo>
                  <a:lnTo>
                    <a:pt x="4539812" y="118586"/>
                  </a:lnTo>
                  <a:lnTo>
                    <a:pt x="4548112" y="118560"/>
                  </a:lnTo>
                  <a:lnTo>
                    <a:pt x="4568861" y="118489"/>
                  </a:lnTo>
                  <a:lnTo>
                    <a:pt x="4605515" y="118347"/>
                  </a:lnTo>
                  <a:lnTo>
                    <a:pt x="4659251" y="118116"/>
                  </a:lnTo>
                  <a:lnTo>
                    <a:pt x="4728913" y="117780"/>
                  </a:lnTo>
                  <a:lnTo>
                    <a:pt x="4811405" y="117329"/>
                  </a:lnTo>
                  <a:lnTo>
                    <a:pt x="4902468" y="116760"/>
                  </a:lnTo>
                  <a:lnTo>
                    <a:pt x="4997588" y="116077"/>
                  </a:lnTo>
                  <a:lnTo>
                    <a:pt x="5092743" y="115280"/>
                  </a:lnTo>
                  <a:lnTo>
                    <a:pt x="5184848" y="114372"/>
                  </a:lnTo>
                  <a:lnTo>
                    <a:pt x="5271886" y="113350"/>
                  </a:lnTo>
                  <a:lnTo>
                    <a:pt x="5352816" y="112209"/>
                  </a:lnTo>
                  <a:lnTo>
                    <a:pt x="5427367" y="110937"/>
                  </a:lnTo>
                  <a:lnTo>
                    <a:pt x="5495823" y="109518"/>
                  </a:lnTo>
                  <a:lnTo>
                    <a:pt x="5558821" y="107931"/>
                  </a:lnTo>
                  <a:lnTo>
                    <a:pt x="5617203" y="106152"/>
                  </a:lnTo>
                  <a:lnTo>
                    <a:pt x="5671899" y="104154"/>
                  </a:lnTo>
                  <a:lnTo>
                    <a:pt x="5723844" y="101915"/>
                  </a:lnTo>
                  <a:lnTo>
                    <a:pt x="5773894" y="99416"/>
                  </a:lnTo>
                  <a:lnTo>
                    <a:pt x="5784835" y="98825"/>
                  </a:lnTo>
                  <a:lnTo>
                    <a:pt x="5839011" y="95669"/>
                  </a:lnTo>
                  <a:lnTo>
                    <a:pt x="5892665" y="92178"/>
                  </a:lnTo>
                  <a:lnTo>
                    <a:pt x="5946384" y="88349"/>
                  </a:lnTo>
                  <a:lnTo>
                    <a:pt x="6000555" y="84190"/>
                  </a:lnTo>
                  <a:lnTo>
                    <a:pt x="6055402" y="79722"/>
                  </a:lnTo>
                  <a:lnTo>
                    <a:pt x="6110995" y="74982"/>
                  </a:lnTo>
                  <a:lnTo>
                    <a:pt x="6167279" y="70022"/>
                  </a:lnTo>
                  <a:lnTo>
                    <a:pt x="6224093" y="64905"/>
                  </a:lnTo>
                  <a:lnTo>
                    <a:pt x="6281205" y="59703"/>
                  </a:lnTo>
                  <a:lnTo>
                    <a:pt x="6338339" y="54496"/>
                  </a:lnTo>
                  <a:lnTo>
                    <a:pt x="6395217" y="49360"/>
                  </a:lnTo>
                  <a:lnTo>
                    <a:pt x="6451597" y="44371"/>
                  </a:lnTo>
                  <a:lnTo>
                    <a:pt x="6507305" y="39593"/>
                  </a:lnTo>
                  <a:lnTo>
                    <a:pt x="6562267" y="35080"/>
                  </a:lnTo>
                  <a:lnTo>
                    <a:pt x="6616534" y="30870"/>
                  </a:lnTo>
                  <a:lnTo>
                    <a:pt x="6670302" y="26989"/>
                  </a:lnTo>
                  <a:lnTo>
                    <a:pt x="6723933" y="23445"/>
                  </a:lnTo>
                  <a:lnTo>
                    <a:pt x="6777980" y="20237"/>
                  </a:lnTo>
                  <a:lnTo>
                    <a:pt x="6786527" y="19765"/>
                  </a:lnTo>
                  <a:lnTo>
                    <a:pt x="6836258" y="17208"/>
                  </a:lnTo>
                  <a:lnTo>
                    <a:pt x="6887712" y="14911"/>
                  </a:lnTo>
                  <a:lnTo>
                    <a:pt x="6941717" y="12862"/>
                  </a:lnTo>
                  <a:lnTo>
                    <a:pt x="6999198" y="11036"/>
                  </a:lnTo>
                  <a:lnTo>
                    <a:pt x="7061093" y="9409"/>
                  </a:lnTo>
                  <a:lnTo>
                    <a:pt x="7128271" y="7954"/>
                  </a:lnTo>
                  <a:lnTo>
                    <a:pt x="7201428" y="6651"/>
                  </a:lnTo>
                  <a:lnTo>
                    <a:pt x="7280940" y="5482"/>
                  </a:lnTo>
                  <a:lnTo>
                    <a:pt x="7366680" y="4435"/>
                  </a:lnTo>
                  <a:lnTo>
                    <a:pt x="7457796" y="3502"/>
                  </a:lnTo>
                  <a:lnTo>
                    <a:pt x="7552502" y="2680"/>
                  </a:lnTo>
                  <a:lnTo>
                    <a:pt x="7647949" y="1971"/>
                  </a:lnTo>
                  <a:lnTo>
                    <a:pt x="7740297" y="1377"/>
                  </a:lnTo>
                  <a:lnTo>
                    <a:pt x="7825085" y="900"/>
                  </a:lnTo>
                  <a:lnTo>
                    <a:pt x="7897921" y="539"/>
                  </a:lnTo>
                  <a:lnTo>
                    <a:pt x="7955375" y="285"/>
                  </a:lnTo>
                  <a:lnTo>
                    <a:pt x="7995808" y="126"/>
                  </a:lnTo>
                  <a:lnTo>
                    <a:pt x="8019869" y="40"/>
                  </a:lnTo>
                  <a:lnTo>
                    <a:pt x="8030531" y="6"/>
                  </a:lnTo>
                  <a:lnTo>
                    <a:pt x="8032805" y="0"/>
                  </a:lnTo>
                  <a:lnTo>
                    <a:pt x="8032819" y="0"/>
                  </a:lnTo>
                  <a:lnTo>
                    <a:pt x="8554953" y="0"/>
                  </a:lnTo>
                  <a:lnTo>
                    <a:pt x="8554953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576" name="pl1576"/>
            <p:cNvSpPr/>
            <p:nvPr/>
          </p:nvSpPr>
          <p:spPr>
            <a:xfrm>
              <a:off x="386606" y="722477"/>
              <a:ext cx="8554953" cy="4207142"/>
            </a:xfrm>
            <a:custGeom>
              <a:avLst/>
              <a:pathLst>
                <a:path w="8554953" h="4207142">
                  <a:moveTo>
                    <a:pt x="8554953" y="0"/>
                  </a:moveTo>
                  <a:lnTo>
                    <a:pt x="8032819" y="0"/>
                  </a:lnTo>
                  <a:lnTo>
                    <a:pt x="8031549" y="3"/>
                  </a:lnTo>
                  <a:lnTo>
                    <a:pt x="8023250" y="29"/>
                  </a:lnTo>
                  <a:lnTo>
                    <a:pt x="8002501" y="101"/>
                  </a:lnTo>
                  <a:lnTo>
                    <a:pt x="7965847" y="242"/>
                  </a:lnTo>
                  <a:lnTo>
                    <a:pt x="7912111" y="473"/>
                  </a:lnTo>
                  <a:lnTo>
                    <a:pt x="7842449" y="810"/>
                  </a:lnTo>
                  <a:lnTo>
                    <a:pt x="7759957" y="1261"/>
                  </a:lnTo>
                  <a:lnTo>
                    <a:pt x="7668893" y="1829"/>
                  </a:lnTo>
                  <a:lnTo>
                    <a:pt x="7573774" y="2513"/>
                  </a:lnTo>
                  <a:lnTo>
                    <a:pt x="7478619" y="3310"/>
                  </a:lnTo>
                  <a:lnTo>
                    <a:pt x="7386514" y="4218"/>
                  </a:lnTo>
                  <a:lnTo>
                    <a:pt x="7299476" y="5239"/>
                  </a:lnTo>
                  <a:lnTo>
                    <a:pt x="7218546" y="6380"/>
                  </a:lnTo>
                  <a:lnTo>
                    <a:pt x="7143995" y="7652"/>
                  </a:lnTo>
                  <a:lnTo>
                    <a:pt x="7075539" y="9071"/>
                  </a:lnTo>
                  <a:lnTo>
                    <a:pt x="7012541" y="10659"/>
                  </a:lnTo>
                  <a:lnTo>
                    <a:pt x="6954159" y="12438"/>
                  </a:lnTo>
                  <a:lnTo>
                    <a:pt x="6899463" y="14435"/>
                  </a:lnTo>
                  <a:lnTo>
                    <a:pt x="6847518" y="16675"/>
                  </a:lnTo>
                  <a:lnTo>
                    <a:pt x="6797468" y="19174"/>
                  </a:lnTo>
                  <a:lnTo>
                    <a:pt x="6786527" y="19765"/>
                  </a:lnTo>
                  <a:lnTo>
                    <a:pt x="6732351" y="22921"/>
                  </a:lnTo>
                  <a:lnTo>
                    <a:pt x="6678697" y="26412"/>
                  </a:lnTo>
                  <a:lnTo>
                    <a:pt x="6624978" y="30241"/>
                  </a:lnTo>
                  <a:lnTo>
                    <a:pt x="6570807" y="34400"/>
                  </a:lnTo>
                  <a:lnTo>
                    <a:pt x="6515960" y="38868"/>
                  </a:lnTo>
                  <a:lnTo>
                    <a:pt x="6460367" y="43607"/>
                  </a:lnTo>
                  <a:lnTo>
                    <a:pt x="6404083" y="48567"/>
                  </a:lnTo>
                  <a:lnTo>
                    <a:pt x="6347268" y="53685"/>
                  </a:lnTo>
                  <a:lnTo>
                    <a:pt x="6290157" y="58886"/>
                  </a:lnTo>
                  <a:lnTo>
                    <a:pt x="6233023" y="64094"/>
                  </a:lnTo>
                  <a:lnTo>
                    <a:pt x="6176145" y="69230"/>
                  </a:lnTo>
                  <a:lnTo>
                    <a:pt x="6119765" y="74219"/>
                  </a:lnTo>
                  <a:lnTo>
                    <a:pt x="6064057" y="78996"/>
                  </a:lnTo>
                  <a:lnTo>
                    <a:pt x="6009095" y="83510"/>
                  </a:lnTo>
                  <a:lnTo>
                    <a:pt x="5954828" y="87719"/>
                  </a:lnTo>
                  <a:lnTo>
                    <a:pt x="5901060" y="91601"/>
                  </a:lnTo>
                  <a:lnTo>
                    <a:pt x="5847429" y="95144"/>
                  </a:lnTo>
                  <a:lnTo>
                    <a:pt x="5793382" y="98352"/>
                  </a:lnTo>
                  <a:lnTo>
                    <a:pt x="5784835" y="98825"/>
                  </a:lnTo>
                  <a:lnTo>
                    <a:pt x="5735104" y="101382"/>
                  </a:lnTo>
                  <a:lnTo>
                    <a:pt x="5683650" y="103678"/>
                  </a:lnTo>
                  <a:lnTo>
                    <a:pt x="5629645" y="105728"/>
                  </a:lnTo>
                  <a:lnTo>
                    <a:pt x="5572164" y="107553"/>
                  </a:lnTo>
                  <a:lnTo>
                    <a:pt x="5510269" y="109181"/>
                  </a:lnTo>
                  <a:lnTo>
                    <a:pt x="5443091" y="110635"/>
                  </a:lnTo>
                  <a:lnTo>
                    <a:pt x="5369934" y="111939"/>
                  </a:lnTo>
                  <a:lnTo>
                    <a:pt x="5290422" y="113108"/>
                  </a:lnTo>
                  <a:lnTo>
                    <a:pt x="5204682" y="114155"/>
                  </a:lnTo>
                  <a:lnTo>
                    <a:pt x="5113565" y="115088"/>
                  </a:lnTo>
                  <a:lnTo>
                    <a:pt x="5018860" y="115909"/>
                  </a:lnTo>
                  <a:lnTo>
                    <a:pt x="4923413" y="116618"/>
                  </a:lnTo>
                  <a:lnTo>
                    <a:pt x="4831065" y="117212"/>
                  </a:lnTo>
                  <a:lnTo>
                    <a:pt x="4746277" y="117689"/>
                  </a:lnTo>
                  <a:lnTo>
                    <a:pt x="4673441" y="118051"/>
                  </a:lnTo>
                  <a:lnTo>
                    <a:pt x="4615987" y="118304"/>
                  </a:lnTo>
                  <a:lnTo>
                    <a:pt x="4575554" y="118464"/>
                  </a:lnTo>
                  <a:lnTo>
                    <a:pt x="4551493" y="118549"/>
                  </a:lnTo>
                  <a:lnTo>
                    <a:pt x="4540831" y="118583"/>
                  </a:lnTo>
                  <a:lnTo>
                    <a:pt x="4538557" y="118590"/>
                  </a:lnTo>
                  <a:lnTo>
                    <a:pt x="4538543" y="118590"/>
                  </a:lnTo>
                  <a:lnTo>
                    <a:pt x="4016409" y="118590"/>
                  </a:lnTo>
                  <a:lnTo>
                    <a:pt x="4015492" y="118680"/>
                  </a:lnTo>
                  <a:lnTo>
                    <a:pt x="4009455" y="119321"/>
                  </a:lnTo>
                  <a:lnTo>
                    <a:pt x="3994202" y="121092"/>
                  </a:lnTo>
                  <a:lnTo>
                    <a:pt x="3966855" y="124580"/>
                  </a:lnTo>
                  <a:lnTo>
                    <a:pt x="3925947" y="130331"/>
                  </a:lnTo>
                  <a:lnTo>
                    <a:pt x="3871535" y="138797"/>
                  </a:lnTo>
                  <a:lnTo>
                    <a:pt x="3805105" y="150294"/>
                  </a:lnTo>
                  <a:lnTo>
                    <a:pt x="3729229" y="164988"/>
                  </a:lnTo>
                  <a:lnTo>
                    <a:pt x="3647072" y="182919"/>
                  </a:lnTo>
                  <a:lnTo>
                    <a:pt x="3561874" y="204044"/>
                  </a:lnTo>
                  <a:lnTo>
                    <a:pt x="3476523" y="228291"/>
                  </a:lnTo>
                  <a:lnTo>
                    <a:pt x="3393311" y="255618"/>
                  </a:lnTo>
                  <a:lnTo>
                    <a:pt x="3313838" y="286050"/>
                  </a:lnTo>
                  <a:lnTo>
                    <a:pt x="3239053" y="319707"/>
                  </a:lnTo>
                  <a:lnTo>
                    <a:pt x="3169354" y="356818"/>
                  </a:lnTo>
                  <a:lnTo>
                    <a:pt x="3104719" y="397721"/>
                  </a:lnTo>
                  <a:lnTo>
                    <a:pt x="3044834" y="442863"/>
                  </a:lnTo>
                  <a:lnTo>
                    <a:pt x="2989187" y="492785"/>
                  </a:lnTo>
                  <a:lnTo>
                    <a:pt x="2937158" y="548098"/>
                  </a:lnTo>
                  <a:lnTo>
                    <a:pt x="2888075" y="609446"/>
                  </a:lnTo>
                  <a:lnTo>
                    <a:pt x="2841265" y="677435"/>
                  </a:lnTo>
                  <a:lnTo>
                    <a:pt x="2796100" y="752524"/>
                  </a:lnTo>
                  <a:lnTo>
                    <a:pt x="2770117" y="800015"/>
                  </a:lnTo>
                  <a:lnTo>
                    <a:pt x="2738145" y="862655"/>
                  </a:lnTo>
                  <a:lnTo>
                    <a:pt x="2706455" y="929226"/>
                  </a:lnTo>
                  <a:lnTo>
                    <a:pt x="2674899" y="999809"/>
                  </a:lnTo>
                  <a:lnTo>
                    <a:pt x="2643359" y="1074438"/>
                  </a:lnTo>
                  <a:lnTo>
                    <a:pt x="2611739" y="1153098"/>
                  </a:lnTo>
                  <a:lnTo>
                    <a:pt x="2579965" y="1235718"/>
                  </a:lnTo>
                  <a:lnTo>
                    <a:pt x="2547983" y="1322173"/>
                  </a:lnTo>
                  <a:lnTo>
                    <a:pt x="2515760" y="1412273"/>
                  </a:lnTo>
                  <a:lnTo>
                    <a:pt x="2483279" y="1505771"/>
                  </a:lnTo>
                  <a:lnTo>
                    <a:pt x="2450538" y="1602357"/>
                  </a:lnTo>
                  <a:lnTo>
                    <a:pt x="2417552" y="1701663"/>
                  </a:lnTo>
                  <a:lnTo>
                    <a:pt x="2384347" y="1803269"/>
                  </a:lnTo>
                  <a:lnTo>
                    <a:pt x="2350961" y="1906708"/>
                  </a:lnTo>
                  <a:lnTo>
                    <a:pt x="2317441" y="2011473"/>
                  </a:lnTo>
                  <a:lnTo>
                    <a:pt x="2283839" y="2117031"/>
                  </a:lnTo>
                  <a:lnTo>
                    <a:pt x="2250211" y="2222830"/>
                  </a:lnTo>
                  <a:lnTo>
                    <a:pt x="2216617" y="2328314"/>
                  </a:lnTo>
                  <a:lnTo>
                    <a:pt x="2183112" y="2432933"/>
                  </a:lnTo>
                  <a:lnTo>
                    <a:pt x="2149748" y="2536155"/>
                  </a:lnTo>
                  <a:lnTo>
                    <a:pt x="2116570" y="2637480"/>
                  </a:lnTo>
                  <a:lnTo>
                    <a:pt x="2083615" y="2736446"/>
                  </a:lnTo>
                  <a:lnTo>
                    <a:pt x="2050909" y="2832639"/>
                  </a:lnTo>
                  <a:lnTo>
                    <a:pt x="2018462" y="2925699"/>
                  </a:lnTo>
                  <a:lnTo>
                    <a:pt x="1986273" y="3015326"/>
                  </a:lnTo>
                  <a:lnTo>
                    <a:pt x="1954321" y="3101277"/>
                  </a:lnTo>
                  <a:lnTo>
                    <a:pt x="1922571" y="3183375"/>
                  </a:lnTo>
                  <a:lnTo>
                    <a:pt x="1890966" y="3261499"/>
                  </a:lnTo>
                  <a:lnTo>
                    <a:pt x="1859430" y="3335587"/>
                  </a:lnTo>
                  <a:lnTo>
                    <a:pt x="1827864" y="3405631"/>
                  </a:lnTo>
                  <a:lnTo>
                    <a:pt x="1796145" y="3471671"/>
                  </a:lnTo>
                  <a:lnTo>
                    <a:pt x="1768425" y="3525717"/>
                  </a:lnTo>
                  <a:lnTo>
                    <a:pt x="1723969" y="3605068"/>
                  </a:lnTo>
                  <a:lnTo>
                    <a:pt x="1678197" y="3677188"/>
                  </a:lnTo>
                  <a:lnTo>
                    <a:pt x="1630530" y="3742370"/>
                  </a:lnTo>
                  <a:lnTo>
                    <a:pt x="1580313" y="3801150"/>
                  </a:lnTo>
                  <a:lnTo>
                    <a:pt x="1526871" y="3854162"/>
                  </a:lnTo>
                  <a:lnTo>
                    <a:pt x="1469546" y="3902041"/>
                  </a:lnTo>
                  <a:lnTo>
                    <a:pt x="1407754" y="3945374"/>
                  </a:lnTo>
                  <a:lnTo>
                    <a:pt x="1341054" y="3984664"/>
                  </a:lnTo>
                  <a:lnTo>
                    <a:pt x="1269238" y="4020315"/>
                  </a:lnTo>
                  <a:lnTo>
                    <a:pt x="1192441" y="4052620"/>
                  </a:lnTo>
                  <a:lnTo>
                    <a:pt x="1111276" y="4081762"/>
                  </a:lnTo>
                  <a:lnTo>
                    <a:pt x="1026948" y="4107820"/>
                  </a:lnTo>
                  <a:lnTo>
                    <a:pt x="941344" y="4130786"/>
                  </a:lnTo>
                  <a:lnTo>
                    <a:pt x="857023" y="4150602"/>
                  </a:lnTo>
                  <a:lnTo>
                    <a:pt x="777059" y="4167199"/>
                  </a:lnTo>
                  <a:lnTo>
                    <a:pt x="704718" y="4180563"/>
                  </a:lnTo>
                  <a:lnTo>
                    <a:pt x="642986" y="4190780"/>
                  </a:lnTo>
                  <a:lnTo>
                    <a:pt x="594042" y="4198080"/>
                  </a:lnTo>
                  <a:lnTo>
                    <a:pt x="558810" y="4202836"/>
                  </a:lnTo>
                  <a:lnTo>
                    <a:pt x="536716" y="4205546"/>
                  </a:lnTo>
                  <a:lnTo>
                    <a:pt x="525688" y="4206779"/>
                  </a:lnTo>
                  <a:lnTo>
                    <a:pt x="522323" y="4207124"/>
                  </a:lnTo>
                  <a:lnTo>
                    <a:pt x="522133" y="4207142"/>
                  </a:lnTo>
                  <a:lnTo>
                    <a:pt x="0" y="4207142"/>
                  </a:lnTo>
                  <a:lnTo>
                    <a:pt x="0" y="4207142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577" name="pg1577"/>
            <p:cNvSpPr/>
            <p:nvPr/>
          </p:nvSpPr>
          <p:spPr>
            <a:xfrm>
              <a:off x="386606" y="942716"/>
              <a:ext cx="8554953" cy="3998197"/>
            </a:xfrm>
            <a:custGeom>
              <a:avLst/>
              <a:pathLst>
                <a:path w="8554953" h="3998197">
                  <a:moveTo>
                    <a:pt x="0" y="3998197"/>
                  </a:moveTo>
                  <a:lnTo>
                    <a:pt x="522133" y="3998197"/>
                  </a:lnTo>
                  <a:lnTo>
                    <a:pt x="523057" y="3998108"/>
                  </a:lnTo>
                  <a:lnTo>
                    <a:pt x="529139" y="3997477"/>
                  </a:lnTo>
                  <a:lnTo>
                    <a:pt x="544502" y="3995734"/>
                  </a:lnTo>
                  <a:lnTo>
                    <a:pt x="572037" y="3992302"/>
                  </a:lnTo>
                  <a:lnTo>
                    <a:pt x="613210" y="3986643"/>
                  </a:lnTo>
                  <a:lnTo>
                    <a:pt x="667945" y="3978314"/>
                  </a:lnTo>
                  <a:lnTo>
                    <a:pt x="734727" y="3967007"/>
                  </a:lnTo>
                  <a:lnTo>
                    <a:pt x="810950" y="3952560"/>
                  </a:lnTo>
                  <a:lnTo>
                    <a:pt x="893417" y="3934936"/>
                  </a:lnTo>
                  <a:lnTo>
                    <a:pt x="978870" y="3914179"/>
                  </a:lnTo>
                  <a:lnTo>
                    <a:pt x="1064409" y="3890359"/>
                  </a:lnTo>
                  <a:lnTo>
                    <a:pt x="1147743" y="3863516"/>
                  </a:lnTo>
                  <a:lnTo>
                    <a:pt x="1227280" y="3833623"/>
                  </a:lnTo>
                  <a:lnTo>
                    <a:pt x="1302085" y="3800559"/>
                  </a:lnTo>
                  <a:lnTo>
                    <a:pt x="1371772" y="3764095"/>
                  </a:lnTo>
                  <a:lnTo>
                    <a:pt x="1436375" y="3723893"/>
                  </a:lnTo>
                  <a:lnTo>
                    <a:pt x="1496223" y="3679510"/>
                  </a:lnTo>
                  <a:lnTo>
                    <a:pt x="1551836" y="3630411"/>
                  </a:lnTo>
                  <a:lnTo>
                    <a:pt x="1603843" y="3575991"/>
                  </a:lnTo>
                  <a:lnTo>
                    <a:pt x="1652922" y="3515618"/>
                  </a:lnTo>
                  <a:lnTo>
                    <a:pt x="1699750" y="3448698"/>
                  </a:lnTo>
                  <a:lnTo>
                    <a:pt x="1744957" y="3374792"/>
                  </a:lnTo>
                  <a:lnTo>
                    <a:pt x="1768425" y="3332772"/>
                  </a:lnTo>
                  <a:lnTo>
                    <a:pt x="1800731" y="3270941"/>
                  </a:lnTo>
                  <a:lnTo>
                    <a:pt x="1832750" y="3205189"/>
                  </a:lnTo>
                  <a:lnTo>
                    <a:pt x="1864635" y="3135436"/>
                  </a:lnTo>
                  <a:lnTo>
                    <a:pt x="1896507" y="3061648"/>
                  </a:lnTo>
                  <a:lnTo>
                    <a:pt x="1928465" y="2983843"/>
                  </a:lnTo>
                  <a:lnTo>
                    <a:pt x="1960584" y="2902094"/>
                  </a:lnTo>
                  <a:lnTo>
                    <a:pt x="1992917" y="2816532"/>
                  </a:lnTo>
                  <a:lnTo>
                    <a:pt x="2025498" y="2727350"/>
                  </a:lnTo>
                  <a:lnTo>
                    <a:pt x="2058344" y="2634806"/>
                  </a:lnTo>
                  <a:lnTo>
                    <a:pt x="2091454" y="2539214"/>
                  </a:lnTo>
                  <a:lnTo>
                    <a:pt x="2124812" y="2440951"/>
                  </a:lnTo>
                  <a:lnTo>
                    <a:pt x="2158389" y="2340447"/>
                  </a:lnTo>
                  <a:lnTo>
                    <a:pt x="2192146" y="2238177"/>
                  </a:lnTo>
                  <a:lnTo>
                    <a:pt x="2226033" y="2134655"/>
                  </a:lnTo>
                  <a:lnTo>
                    <a:pt x="2259995" y="2030423"/>
                  </a:lnTo>
                  <a:lnTo>
                    <a:pt x="2293974" y="1926038"/>
                  </a:lnTo>
                  <a:lnTo>
                    <a:pt x="2327909" y="1822060"/>
                  </a:lnTo>
                  <a:lnTo>
                    <a:pt x="2361743" y="1719041"/>
                  </a:lnTo>
                  <a:lnTo>
                    <a:pt x="2395424" y="1617511"/>
                  </a:lnTo>
                  <a:lnTo>
                    <a:pt x="2428907" y="1517969"/>
                  </a:lnTo>
                  <a:lnTo>
                    <a:pt x="2462155" y="1420869"/>
                  </a:lnTo>
                  <a:lnTo>
                    <a:pt x="2495146" y="1326617"/>
                  </a:lnTo>
                  <a:lnTo>
                    <a:pt x="2527871" y="1235564"/>
                  </a:lnTo>
                  <a:lnTo>
                    <a:pt x="2560336" y="1147998"/>
                  </a:lnTo>
                  <a:lnTo>
                    <a:pt x="2592566" y="1064147"/>
                  </a:lnTo>
                  <a:lnTo>
                    <a:pt x="2624604" y="984176"/>
                  </a:lnTo>
                  <a:lnTo>
                    <a:pt x="2656512" y="908190"/>
                  </a:lnTo>
                  <a:lnTo>
                    <a:pt x="2688377" y="836235"/>
                  </a:lnTo>
                  <a:lnTo>
                    <a:pt x="2720306" y="768306"/>
                  </a:lnTo>
                  <a:lnTo>
                    <a:pt x="2752435" y="704347"/>
                  </a:lnTo>
                  <a:lnTo>
                    <a:pt x="2770117" y="671072"/>
                  </a:lnTo>
                  <a:lnTo>
                    <a:pt x="2814688" y="593393"/>
                  </a:lnTo>
                  <a:lnTo>
                    <a:pt x="2860584" y="522813"/>
                  </a:lnTo>
                  <a:lnTo>
                    <a:pt x="2908389" y="459040"/>
                  </a:lnTo>
                  <a:lnTo>
                    <a:pt x="2958760" y="401546"/>
                  </a:lnTo>
                  <a:lnTo>
                    <a:pt x="3012381" y="349708"/>
                  </a:lnTo>
                  <a:lnTo>
                    <a:pt x="3069913" y="302899"/>
                  </a:lnTo>
                  <a:lnTo>
                    <a:pt x="3131943" y="260545"/>
                  </a:lnTo>
                  <a:lnTo>
                    <a:pt x="3198912" y="222151"/>
                  </a:lnTo>
                  <a:lnTo>
                    <a:pt x="3271025" y="187322"/>
                  </a:lnTo>
                  <a:lnTo>
                    <a:pt x="3348135" y="155771"/>
                  </a:lnTo>
                  <a:lnTo>
                    <a:pt x="3429613" y="127322"/>
                  </a:lnTo>
                  <a:lnTo>
                    <a:pt x="3514226" y="101900"/>
                  </a:lnTo>
                  <a:lnTo>
                    <a:pt x="3600051" y="79513"/>
                  </a:lnTo>
                  <a:lnTo>
                    <a:pt x="3684490" y="60222"/>
                  </a:lnTo>
                  <a:lnTo>
                    <a:pt x="3764433" y="44090"/>
                  </a:lnTo>
                  <a:lnTo>
                    <a:pt x="3836589" y="31132"/>
                  </a:lnTo>
                  <a:lnTo>
                    <a:pt x="3897972" y="21255"/>
                  </a:lnTo>
                  <a:lnTo>
                    <a:pt x="3946433" y="14230"/>
                  </a:lnTo>
                  <a:lnTo>
                    <a:pt x="3981105" y="9681"/>
                  </a:lnTo>
                  <a:lnTo>
                    <a:pt x="4002639" y="7113"/>
                  </a:lnTo>
                  <a:lnTo>
                    <a:pt x="4013196" y="5966"/>
                  </a:lnTo>
                  <a:lnTo>
                    <a:pt x="4016269" y="5660"/>
                  </a:lnTo>
                  <a:lnTo>
                    <a:pt x="4016409" y="5647"/>
                  </a:lnTo>
                  <a:lnTo>
                    <a:pt x="4538543" y="5647"/>
                  </a:lnTo>
                  <a:lnTo>
                    <a:pt x="4539794" y="5679"/>
                  </a:lnTo>
                  <a:lnTo>
                    <a:pt x="4547973" y="5912"/>
                  </a:lnTo>
                  <a:lnTo>
                    <a:pt x="4568432" y="6556"/>
                  </a:lnTo>
                  <a:lnTo>
                    <a:pt x="4604601" y="7821"/>
                  </a:lnTo>
                  <a:lnTo>
                    <a:pt x="4657682" y="9892"/>
                  </a:lnTo>
                  <a:lnTo>
                    <a:pt x="4726584" y="12911"/>
                  </a:lnTo>
                  <a:lnTo>
                    <a:pt x="4808302" y="16957"/>
                  </a:lnTo>
                  <a:lnTo>
                    <a:pt x="4898665" y="22057"/>
                  </a:lnTo>
                  <a:lnTo>
                    <a:pt x="4993218" y="28200"/>
                  </a:lnTo>
                  <a:lnTo>
                    <a:pt x="5087968" y="35360"/>
                  </a:lnTo>
                  <a:lnTo>
                    <a:pt x="5179828" y="43524"/>
                  </a:lnTo>
                  <a:lnTo>
                    <a:pt x="5266757" y="52706"/>
                  </a:lnTo>
                  <a:lnTo>
                    <a:pt x="5347676" y="62961"/>
                  </a:lnTo>
                  <a:lnTo>
                    <a:pt x="5422280" y="74386"/>
                  </a:lnTo>
                  <a:lnTo>
                    <a:pt x="5490816" y="87124"/>
                  </a:lnTo>
                  <a:lnTo>
                    <a:pt x="5553893" y="101359"/>
                  </a:lnTo>
                  <a:lnTo>
                    <a:pt x="5612327" y="117306"/>
                  </a:lnTo>
                  <a:lnTo>
                    <a:pt x="5667033" y="135196"/>
                  </a:lnTo>
                  <a:lnTo>
                    <a:pt x="5718933" y="155249"/>
                  </a:lnTo>
                  <a:lnTo>
                    <a:pt x="5768881" y="177625"/>
                  </a:lnTo>
                  <a:lnTo>
                    <a:pt x="5784835" y="185415"/>
                  </a:lnTo>
                  <a:lnTo>
                    <a:pt x="5833774" y="211199"/>
                  </a:lnTo>
                  <a:lnTo>
                    <a:pt x="5882235" y="239452"/>
                  </a:lnTo>
                  <a:lnTo>
                    <a:pt x="5930672" y="270215"/>
                  </a:lnTo>
                  <a:lnTo>
                    <a:pt x="5979402" y="303457"/>
                  </a:lnTo>
                  <a:lnTo>
                    <a:pt x="6028630" y="339063"/>
                  </a:lnTo>
                  <a:lnTo>
                    <a:pt x="6078453" y="376830"/>
                  </a:lnTo>
                  <a:lnTo>
                    <a:pt x="6128878" y="416467"/>
                  </a:lnTo>
                  <a:lnTo>
                    <a:pt x="6179835" y="457600"/>
                  </a:lnTo>
                  <a:lnTo>
                    <a:pt x="6231187" y="499784"/>
                  </a:lnTo>
                  <a:lnTo>
                    <a:pt x="6282754" y="542522"/>
                  </a:lnTo>
                  <a:lnTo>
                    <a:pt x="6334334" y="585290"/>
                  </a:lnTo>
                  <a:lnTo>
                    <a:pt x="6385720" y="627563"/>
                  </a:lnTo>
                  <a:lnTo>
                    <a:pt x="6436729" y="668838"/>
                  </a:lnTo>
                  <a:lnTo>
                    <a:pt x="6487220" y="708665"/>
                  </a:lnTo>
                  <a:lnTo>
                    <a:pt x="6537112" y="746660"/>
                  </a:lnTo>
                  <a:lnTo>
                    <a:pt x="6586404" y="782523"/>
                  </a:lnTo>
                  <a:lnTo>
                    <a:pt x="6635183" y="816041"/>
                  </a:lnTo>
                  <a:lnTo>
                    <a:pt x="6683639" y="847089"/>
                  </a:lnTo>
                  <a:lnTo>
                    <a:pt x="6732077" y="875626"/>
                  </a:lnTo>
                  <a:lnTo>
                    <a:pt x="6780935" y="901685"/>
                  </a:lnTo>
                  <a:lnTo>
                    <a:pt x="6786527" y="904488"/>
                  </a:lnTo>
                  <a:lnTo>
                    <a:pt x="6836002" y="927633"/>
                  </a:lnTo>
                  <a:lnTo>
                    <a:pt x="6887178" y="948430"/>
                  </a:lnTo>
                  <a:lnTo>
                    <a:pt x="6940872" y="967001"/>
                  </a:lnTo>
                  <a:lnTo>
                    <a:pt x="6997991" y="983554"/>
                  </a:lnTo>
                  <a:lnTo>
                    <a:pt x="7059461" y="998321"/>
                  </a:lnTo>
                  <a:lnTo>
                    <a:pt x="7126141" y="1011525"/>
                  </a:lnTo>
                  <a:lnTo>
                    <a:pt x="7198723" y="1023360"/>
                  </a:lnTo>
                  <a:lnTo>
                    <a:pt x="7277590" y="1033982"/>
                  </a:lnTo>
                  <a:lnTo>
                    <a:pt x="7362639" y="1043505"/>
                  </a:lnTo>
                  <a:lnTo>
                    <a:pt x="7453069" y="1051996"/>
                  </a:lnTo>
                  <a:lnTo>
                    <a:pt x="7547167" y="1059484"/>
                  </a:lnTo>
                  <a:lnTo>
                    <a:pt x="7642185" y="1065960"/>
                  </a:lnTo>
                  <a:lnTo>
                    <a:pt x="7734390" y="1071402"/>
                  </a:lnTo>
                  <a:lnTo>
                    <a:pt x="7819410" y="1075791"/>
                  </a:lnTo>
                  <a:lnTo>
                    <a:pt x="7892886" y="1079138"/>
                  </a:lnTo>
                  <a:lnTo>
                    <a:pt x="7951339" y="1081505"/>
                  </a:lnTo>
                  <a:lnTo>
                    <a:pt x="7992992" y="1083013"/>
                  </a:lnTo>
                  <a:lnTo>
                    <a:pt x="8018289" y="1083837"/>
                  </a:lnTo>
                  <a:lnTo>
                    <a:pt x="8029962" y="1084180"/>
                  </a:lnTo>
                  <a:lnTo>
                    <a:pt x="8032819" y="1084256"/>
                  </a:lnTo>
                  <a:lnTo>
                    <a:pt x="8554953" y="1084256"/>
                  </a:lnTo>
                  <a:lnTo>
                    <a:pt x="8554953" y="1078609"/>
                  </a:lnTo>
                  <a:lnTo>
                    <a:pt x="8032819" y="1078609"/>
                  </a:lnTo>
                  <a:lnTo>
                    <a:pt x="8031568" y="1078577"/>
                  </a:lnTo>
                  <a:lnTo>
                    <a:pt x="8023389" y="1078344"/>
                  </a:lnTo>
                  <a:lnTo>
                    <a:pt x="8002930" y="1077700"/>
                  </a:lnTo>
                  <a:lnTo>
                    <a:pt x="7966761" y="1076435"/>
                  </a:lnTo>
                  <a:lnTo>
                    <a:pt x="7913680" y="1074364"/>
                  </a:lnTo>
                  <a:lnTo>
                    <a:pt x="7844778" y="1071345"/>
                  </a:lnTo>
                  <a:lnTo>
                    <a:pt x="7763060" y="1067299"/>
                  </a:lnTo>
                  <a:lnTo>
                    <a:pt x="7672697" y="1062199"/>
                  </a:lnTo>
                  <a:lnTo>
                    <a:pt x="7578144" y="1056056"/>
                  </a:lnTo>
                  <a:lnTo>
                    <a:pt x="7483394" y="1048895"/>
                  </a:lnTo>
                  <a:lnTo>
                    <a:pt x="7391534" y="1040732"/>
                  </a:lnTo>
                  <a:lnTo>
                    <a:pt x="7304605" y="1031549"/>
                  </a:lnTo>
                  <a:lnTo>
                    <a:pt x="7223686" y="1021295"/>
                  </a:lnTo>
                  <a:lnTo>
                    <a:pt x="7149082" y="1009870"/>
                  </a:lnTo>
                  <a:lnTo>
                    <a:pt x="7080546" y="997131"/>
                  </a:lnTo>
                  <a:lnTo>
                    <a:pt x="7017469" y="982897"/>
                  </a:lnTo>
                  <a:lnTo>
                    <a:pt x="6959035" y="966950"/>
                  </a:lnTo>
                  <a:lnTo>
                    <a:pt x="6904329" y="949060"/>
                  </a:lnTo>
                  <a:lnTo>
                    <a:pt x="6852429" y="929007"/>
                  </a:lnTo>
                  <a:lnTo>
                    <a:pt x="6802481" y="906631"/>
                  </a:lnTo>
                  <a:lnTo>
                    <a:pt x="6786527" y="898841"/>
                  </a:lnTo>
                  <a:lnTo>
                    <a:pt x="6737588" y="873057"/>
                  </a:lnTo>
                  <a:lnTo>
                    <a:pt x="6689126" y="844804"/>
                  </a:lnTo>
                  <a:lnTo>
                    <a:pt x="6640690" y="814040"/>
                  </a:lnTo>
                  <a:lnTo>
                    <a:pt x="6591960" y="780798"/>
                  </a:lnTo>
                  <a:lnTo>
                    <a:pt x="6542732" y="745193"/>
                  </a:lnTo>
                  <a:lnTo>
                    <a:pt x="6492909" y="707426"/>
                  </a:lnTo>
                  <a:lnTo>
                    <a:pt x="6442484" y="667789"/>
                  </a:lnTo>
                  <a:lnTo>
                    <a:pt x="6391527" y="626656"/>
                  </a:lnTo>
                  <a:lnTo>
                    <a:pt x="6340175" y="584472"/>
                  </a:lnTo>
                  <a:lnTo>
                    <a:pt x="6288608" y="541734"/>
                  </a:lnTo>
                  <a:lnTo>
                    <a:pt x="6237028" y="498965"/>
                  </a:lnTo>
                  <a:lnTo>
                    <a:pt x="6185642" y="456693"/>
                  </a:lnTo>
                  <a:lnTo>
                    <a:pt x="6134633" y="415418"/>
                  </a:lnTo>
                  <a:lnTo>
                    <a:pt x="6084142" y="375591"/>
                  </a:lnTo>
                  <a:lnTo>
                    <a:pt x="6034250" y="337596"/>
                  </a:lnTo>
                  <a:lnTo>
                    <a:pt x="5984958" y="301733"/>
                  </a:lnTo>
                  <a:lnTo>
                    <a:pt x="5936179" y="268215"/>
                  </a:lnTo>
                  <a:lnTo>
                    <a:pt x="5887723" y="237167"/>
                  </a:lnTo>
                  <a:lnTo>
                    <a:pt x="5839285" y="208630"/>
                  </a:lnTo>
                  <a:lnTo>
                    <a:pt x="5790427" y="182571"/>
                  </a:lnTo>
                  <a:lnTo>
                    <a:pt x="5784835" y="179768"/>
                  </a:lnTo>
                  <a:lnTo>
                    <a:pt x="5735360" y="156623"/>
                  </a:lnTo>
                  <a:lnTo>
                    <a:pt x="5684183" y="135826"/>
                  </a:lnTo>
                  <a:lnTo>
                    <a:pt x="5630490" y="117255"/>
                  </a:lnTo>
                  <a:lnTo>
                    <a:pt x="5573371" y="100702"/>
                  </a:lnTo>
                  <a:lnTo>
                    <a:pt x="5511901" y="85935"/>
                  </a:lnTo>
                  <a:lnTo>
                    <a:pt x="5445221" y="72731"/>
                  </a:lnTo>
                  <a:lnTo>
                    <a:pt x="5372639" y="60896"/>
                  </a:lnTo>
                  <a:lnTo>
                    <a:pt x="5293772" y="50274"/>
                  </a:lnTo>
                  <a:lnTo>
                    <a:pt x="5208723" y="40751"/>
                  </a:lnTo>
                  <a:lnTo>
                    <a:pt x="5118293" y="32259"/>
                  </a:lnTo>
                  <a:lnTo>
                    <a:pt x="5024195" y="24772"/>
                  </a:lnTo>
                  <a:lnTo>
                    <a:pt x="4929177" y="18296"/>
                  </a:lnTo>
                  <a:lnTo>
                    <a:pt x="4836972" y="12854"/>
                  </a:lnTo>
                  <a:lnTo>
                    <a:pt x="4751952" y="8465"/>
                  </a:lnTo>
                  <a:lnTo>
                    <a:pt x="4678476" y="5118"/>
                  </a:lnTo>
                  <a:lnTo>
                    <a:pt x="4620023" y="2751"/>
                  </a:lnTo>
                  <a:lnTo>
                    <a:pt x="4578370" y="1243"/>
                  </a:lnTo>
                  <a:lnTo>
                    <a:pt x="4553073" y="419"/>
                  </a:lnTo>
                  <a:lnTo>
                    <a:pt x="4541399" y="76"/>
                  </a:lnTo>
                  <a:lnTo>
                    <a:pt x="4538543" y="0"/>
                  </a:lnTo>
                  <a:lnTo>
                    <a:pt x="4016409" y="0"/>
                  </a:lnTo>
                  <a:lnTo>
                    <a:pt x="4015486" y="88"/>
                  </a:lnTo>
                  <a:lnTo>
                    <a:pt x="4009403" y="719"/>
                  </a:lnTo>
                  <a:lnTo>
                    <a:pt x="3994041" y="2462"/>
                  </a:lnTo>
                  <a:lnTo>
                    <a:pt x="3966505" y="5895"/>
                  </a:lnTo>
                  <a:lnTo>
                    <a:pt x="3925332" y="11554"/>
                  </a:lnTo>
                  <a:lnTo>
                    <a:pt x="3870597" y="19882"/>
                  </a:lnTo>
                  <a:lnTo>
                    <a:pt x="3803815" y="31189"/>
                  </a:lnTo>
                  <a:lnTo>
                    <a:pt x="3727592" y="45636"/>
                  </a:lnTo>
                  <a:lnTo>
                    <a:pt x="3645125" y="63260"/>
                  </a:lnTo>
                  <a:lnTo>
                    <a:pt x="3559672" y="84017"/>
                  </a:lnTo>
                  <a:lnTo>
                    <a:pt x="3474133" y="107837"/>
                  </a:lnTo>
                  <a:lnTo>
                    <a:pt x="3390799" y="134680"/>
                  </a:lnTo>
                  <a:lnTo>
                    <a:pt x="3311262" y="164573"/>
                  </a:lnTo>
                  <a:lnTo>
                    <a:pt x="3236457" y="197637"/>
                  </a:lnTo>
                  <a:lnTo>
                    <a:pt x="3166770" y="234101"/>
                  </a:lnTo>
                  <a:lnTo>
                    <a:pt x="3102167" y="274303"/>
                  </a:lnTo>
                  <a:lnTo>
                    <a:pt x="3042319" y="318686"/>
                  </a:lnTo>
                  <a:lnTo>
                    <a:pt x="2986706" y="367785"/>
                  </a:lnTo>
                  <a:lnTo>
                    <a:pt x="2934699" y="422205"/>
                  </a:lnTo>
                  <a:lnTo>
                    <a:pt x="2885620" y="482578"/>
                  </a:lnTo>
                  <a:lnTo>
                    <a:pt x="2838792" y="549499"/>
                  </a:lnTo>
                  <a:lnTo>
                    <a:pt x="2793585" y="623404"/>
                  </a:lnTo>
                  <a:lnTo>
                    <a:pt x="2770117" y="665424"/>
                  </a:lnTo>
                  <a:lnTo>
                    <a:pt x="2737812" y="727255"/>
                  </a:lnTo>
                  <a:lnTo>
                    <a:pt x="2705792" y="793007"/>
                  </a:lnTo>
                  <a:lnTo>
                    <a:pt x="2673907" y="862760"/>
                  </a:lnTo>
                  <a:lnTo>
                    <a:pt x="2642035" y="936548"/>
                  </a:lnTo>
                  <a:lnTo>
                    <a:pt x="2610077" y="1014353"/>
                  </a:lnTo>
                  <a:lnTo>
                    <a:pt x="2577958" y="1096103"/>
                  </a:lnTo>
                  <a:lnTo>
                    <a:pt x="2545625" y="1181664"/>
                  </a:lnTo>
                  <a:lnTo>
                    <a:pt x="2513044" y="1270846"/>
                  </a:lnTo>
                  <a:lnTo>
                    <a:pt x="2480198" y="1363391"/>
                  </a:lnTo>
                  <a:lnTo>
                    <a:pt x="2447088" y="1458982"/>
                  </a:lnTo>
                  <a:lnTo>
                    <a:pt x="2413730" y="1557245"/>
                  </a:lnTo>
                  <a:lnTo>
                    <a:pt x="2380153" y="1657749"/>
                  </a:lnTo>
                  <a:lnTo>
                    <a:pt x="2346396" y="1760019"/>
                  </a:lnTo>
                  <a:lnTo>
                    <a:pt x="2312509" y="1863541"/>
                  </a:lnTo>
                  <a:lnTo>
                    <a:pt x="2278547" y="1967773"/>
                  </a:lnTo>
                  <a:lnTo>
                    <a:pt x="2244568" y="2072158"/>
                  </a:lnTo>
                  <a:lnTo>
                    <a:pt x="2210633" y="2176136"/>
                  </a:lnTo>
                  <a:lnTo>
                    <a:pt x="2176799" y="2279155"/>
                  </a:lnTo>
                  <a:lnTo>
                    <a:pt x="2143118" y="2380685"/>
                  </a:lnTo>
                  <a:lnTo>
                    <a:pt x="2109636" y="2480228"/>
                  </a:lnTo>
                  <a:lnTo>
                    <a:pt x="2076387" y="2577327"/>
                  </a:lnTo>
                  <a:lnTo>
                    <a:pt x="2043396" y="2671579"/>
                  </a:lnTo>
                  <a:lnTo>
                    <a:pt x="2010671" y="2762632"/>
                  </a:lnTo>
                  <a:lnTo>
                    <a:pt x="1978206" y="2850198"/>
                  </a:lnTo>
                  <a:lnTo>
                    <a:pt x="1945976" y="2934049"/>
                  </a:lnTo>
                  <a:lnTo>
                    <a:pt x="1913938" y="3014020"/>
                  </a:lnTo>
                  <a:lnTo>
                    <a:pt x="1882030" y="3090006"/>
                  </a:lnTo>
                  <a:lnTo>
                    <a:pt x="1850165" y="3161961"/>
                  </a:lnTo>
                  <a:lnTo>
                    <a:pt x="1818236" y="3229890"/>
                  </a:lnTo>
                  <a:lnTo>
                    <a:pt x="1786107" y="3293849"/>
                  </a:lnTo>
                  <a:lnTo>
                    <a:pt x="1768425" y="3327124"/>
                  </a:lnTo>
                  <a:lnTo>
                    <a:pt x="1723854" y="3404803"/>
                  </a:lnTo>
                  <a:lnTo>
                    <a:pt x="1677958" y="3475383"/>
                  </a:lnTo>
                  <a:lnTo>
                    <a:pt x="1630153" y="3539156"/>
                  </a:lnTo>
                  <a:lnTo>
                    <a:pt x="1579782" y="3596650"/>
                  </a:lnTo>
                  <a:lnTo>
                    <a:pt x="1526161" y="3648488"/>
                  </a:lnTo>
                  <a:lnTo>
                    <a:pt x="1468629" y="3695297"/>
                  </a:lnTo>
                  <a:lnTo>
                    <a:pt x="1406599" y="3737651"/>
                  </a:lnTo>
                  <a:lnTo>
                    <a:pt x="1339630" y="3776045"/>
                  </a:lnTo>
                  <a:lnTo>
                    <a:pt x="1267517" y="3810874"/>
                  </a:lnTo>
                  <a:lnTo>
                    <a:pt x="1190407" y="3842425"/>
                  </a:lnTo>
                  <a:lnTo>
                    <a:pt x="1108929" y="3870874"/>
                  </a:lnTo>
                  <a:lnTo>
                    <a:pt x="1024316" y="3896296"/>
                  </a:lnTo>
                  <a:lnTo>
                    <a:pt x="938492" y="3918683"/>
                  </a:lnTo>
                  <a:lnTo>
                    <a:pt x="854052" y="3937974"/>
                  </a:lnTo>
                  <a:lnTo>
                    <a:pt x="774109" y="3954106"/>
                  </a:lnTo>
                  <a:lnTo>
                    <a:pt x="701953" y="3967064"/>
                  </a:lnTo>
                  <a:lnTo>
                    <a:pt x="640570" y="3976941"/>
                  </a:lnTo>
                  <a:lnTo>
                    <a:pt x="592109" y="3983966"/>
                  </a:lnTo>
                  <a:lnTo>
                    <a:pt x="557438" y="3988516"/>
                  </a:lnTo>
                  <a:lnTo>
                    <a:pt x="535903" y="3991083"/>
                  </a:lnTo>
                  <a:lnTo>
                    <a:pt x="525347" y="3992230"/>
                  </a:lnTo>
                  <a:lnTo>
                    <a:pt x="522274" y="3992536"/>
                  </a:lnTo>
                  <a:lnTo>
                    <a:pt x="522133" y="3992549"/>
                  </a:lnTo>
                  <a:lnTo>
                    <a:pt x="0" y="3992549"/>
                  </a:lnTo>
                  <a:close/>
                </a:path>
              </a:pathLst>
            </a:custGeom>
            <a:solidFill>
              <a:srgbClr val="8BC34A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1578" name="pl1578"/>
            <p:cNvSpPr/>
            <p:nvPr/>
          </p:nvSpPr>
          <p:spPr>
            <a:xfrm>
              <a:off x="386606" y="948364"/>
              <a:ext cx="8554953" cy="3992549"/>
            </a:xfrm>
            <a:custGeom>
              <a:avLst/>
              <a:pathLst>
                <a:path w="8554953" h="3992549">
                  <a:moveTo>
                    <a:pt x="0" y="3992549"/>
                  </a:moveTo>
                  <a:lnTo>
                    <a:pt x="522133" y="3992549"/>
                  </a:lnTo>
                  <a:lnTo>
                    <a:pt x="523057" y="3992461"/>
                  </a:lnTo>
                  <a:lnTo>
                    <a:pt x="529139" y="3991830"/>
                  </a:lnTo>
                  <a:lnTo>
                    <a:pt x="544502" y="3990087"/>
                  </a:lnTo>
                  <a:lnTo>
                    <a:pt x="572037" y="3986654"/>
                  </a:lnTo>
                  <a:lnTo>
                    <a:pt x="613210" y="3980995"/>
                  </a:lnTo>
                  <a:lnTo>
                    <a:pt x="667945" y="3972667"/>
                  </a:lnTo>
                  <a:lnTo>
                    <a:pt x="734727" y="3961360"/>
                  </a:lnTo>
                  <a:lnTo>
                    <a:pt x="810950" y="3946913"/>
                  </a:lnTo>
                  <a:lnTo>
                    <a:pt x="893417" y="3929289"/>
                  </a:lnTo>
                  <a:lnTo>
                    <a:pt x="978870" y="3908532"/>
                  </a:lnTo>
                  <a:lnTo>
                    <a:pt x="1064409" y="3884712"/>
                  </a:lnTo>
                  <a:lnTo>
                    <a:pt x="1147743" y="3857869"/>
                  </a:lnTo>
                  <a:lnTo>
                    <a:pt x="1227280" y="3827976"/>
                  </a:lnTo>
                  <a:lnTo>
                    <a:pt x="1302085" y="3794912"/>
                  </a:lnTo>
                  <a:lnTo>
                    <a:pt x="1371772" y="3758448"/>
                  </a:lnTo>
                  <a:lnTo>
                    <a:pt x="1436375" y="3718246"/>
                  </a:lnTo>
                  <a:lnTo>
                    <a:pt x="1496223" y="3673863"/>
                  </a:lnTo>
                  <a:lnTo>
                    <a:pt x="1551836" y="3624764"/>
                  </a:lnTo>
                  <a:lnTo>
                    <a:pt x="1603843" y="3570344"/>
                  </a:lnTo>
                  <a:lnTo>
                    <a:pt x="1652922" y="3509971"/>
                  </a:lnTo>
                  <a:lnTo>
                    <a:pt x="1699750" y="3443050"/>
                  </a:lnTo>
                  <a:lnTo>
                    <a:pt x="1744957" y="3369145"/>
                  </a:lnTo>
                  <a:lnTo>
                    <a:pt x="1768425" y="3327124"/>
                  </a:lnTo>
                  <a:lnTo>
                    <a:pt x="1800731" y="3265294"/>
                  </a:lnTo>
                  <a:lnTo>
                    <a:pt x="1832750" y="3199542"/>
                  </a:lnTo>
                  <a:lnTo>
                    <a:pt x="1864635" y="3129789"/>
                  </a:lnTo>
                  <a:lnTo>
                    <a:pt x="1896507" y="3056001"/>
                  </a:lnTo>
                  <a:lnTo>
                    <a:pt x="1928465" y="2978196"/>
                  </a:lnTo>
                  <a:lnTo>
                    <a:pt x="1960584" y="2896446"/>
                  </a:lnTo>
                  <a:lnTo>
                    <a:pt x="1992917" y="2810885"/>
                  </a:lnTo>
                  <a:lnTo>
                    <a:pt x="2025498" y="2721703"/>
                  </a:lnTo>
                  <a:lnTo>
                    <a:pt x="2058344" y="2629158"/>
                  </a:lnTo>
                  <a:lnTo>
                    <a:pt x="2091454" y="2533567"/>
                  </a:lnTo>
                  <a:lnTo>
                    <a:pt x="2124812" y="2435304"/>
                  </a:lnTo>
                  <a:lnTo>
                    <a:pt x="2158389" y="2334800"/>
                  </a:lnTo>
                  <a:lnTo>
                    <a:pt x="2192146" y="2232530"/>
                  </a:lnTo>
                  <a:lnTo>
                    <a:pt x="2226033" y="2129008"/>
                  </a:lnTo>
                  <a:lnTo>
                    <a:pt x="2259995" y="2024776"/>
                  </a:lnTo>
                  <a:lnTo>
                    <a:pt x="2293974" y="1920391"/>
                  </a:lnTo>
                  <a:lnTo>
                    <a:pt x="2327909" y="1816413"/>
                  </a:lnTo>
                  <a:lnTo>
                    <a:pt x="2361743" y="1713394"/>
                  </a:lnTo>
                  <a:lnTo>
                    <a:pt x="2395424" y="1611864"/>
                  </a:lnTo>
                  <a:lnTo>
                    <a:pt x="2428907" y="1512321"/>
                  </a:lnTo>
                  <a:lnTo>
                    <a:pt x="2462155" y="1415221"/>
                  </a:lnTo>
                  <a:lnTo>
                    <a:pt x="2495146" y="1320970"/>
                  </a:lnTo>
                  <a:lnTo>
                    <a:pt x="2527871" y="1229917"/>
                  </a:lnTo>
                  <a:lnTo>
                    <a:pt x="2560336" y="1142351"/>
                  </a:lnTo>
                  <a:lnTo>
                    <a:pt x="2592566" y="1058500"/>
                  </a:lnTo>
                  <a:lnTo>
                    <a:pt x="2624604" y="978529"/>
                  </a:lnTo>
                  <a:lnTo>
                    <a:pt x="2656512" y="902543"/>
                  </a:lnTo>
                  <a:lnTo>
                    <a:pt x="2688377" y="830588"/>
                  </a:lnTo>
                  <a:lnTo>
                    <a:pt x="2720306" y="762659"/>
                  </a:lnTo>
                  <a:lnTo>
                    <a:pt x="2752435" y="698700"/>
                  </a:lnTo>
                  <a:lnTo>
                    <a:pt x="2770117" y="665424"/>
                  </a:lnTo>
                  <a:lnTo>
                    <a:pt x="2814688" y="587746"/>
                  </a:lnTo>
                  <a:lnTo>
                    <a:pt x="2860584" y="517166"/>
                  </a:lnTo>
                  <a:lnTo>
                    <a:pt x="2908389" y="453393"/>
                  </a:lnTo>
                  <a:lnTo>
                    <a:pt x="2958760" y="395899"/>
                  </a:lnTo>
                  <a:lnTo>
                    <a:pt x="3012381" y="344061"/>
                  </a:lnTo>
                  <a:lnTo>
                    <a:pt x="3069913" y="297252"/>
                  </a:lnTo>
                  <a:lnTo>
                    <a:pt x="3131943" y="254898"/>
                  </a:lnTo>
                  <a:lnTo>
                    <a:pt x="3198912" y="216504"/>
                  </a:lnTo>
                  <a:lnTo>
                    <a:pt x="3271025" y="181675"/>
                  </a:lnTo>
                  <a:lnTo>
                    <a:pt x="3348135" y="150124"/>
                  </a:lnTo>
                  <a:lnTo>
                    <a:pt x="3429613" y="121675"/>
                  </a:lnTo>
                  <a:lnTo>
                    <a:pt x="3514226" y="96253"/>
                  </a:lnTo>
                  <a:lnTo>
                    <a:pt x="3600051" y="73866"/>
                  </a:lnTo>
                  <a:lnTo>
                    <a:pt x="3684490" y="54575"/>
                  </a:lnTo>
                  <a:lnTo>
                    <a:pt x="3764433" y="38443"/>
                  </a:lnTo>
                  <a:lnTo>
                    <a:pt x="3836589" y="25485"/>
                  </a:lnTo>
                  <a:lnTo>
                    <a:pt x="3897972" y="15608"/>
                  </a:lnTo>
                  <a:lnTo>
                    <a:pt x="3946433" y="8583"/>
                  </a:lnTo>
                  <a:lnTo>
                    <a:pt x="3981105" y="4033"/>
                  </a:lnTo>
                  <a:lnTo>
                    <a:pt x="4002639" y="1466"/>
                  </a:lnTo>
                  <a:lnTo>
                    <a:pt x="4013196" y="319"/>
                  </a:lnTo>
                  <a:lnTo>
                    <a:pt x="4016269" y="13"/>
                  </a:lnTo>
                  <a:lnTo>
                    <a:pt x="4016409" y="0"/>
                  </a:lnTo>
                  <a:lnTo>
                    <a:pt x="4538543" y="0"/>
                  </a:lnTo>
                  <a:lnTo>
                    <a:pt x="4539794" y="32"/>
                  </a:lnTo>
                  <a:lnTo>
                    <a:pt x="4547973" y="265"/>
                  </a:lnTo>
                  <a:lnTo>
                    <a:pt x="4568432" y="909"/>
                  </a:lnTo>
                  <a:lnTo>
                    <a:pt x="4604601" y="2174"/>
                  </a:lnTo>
                  <a:lnTo>
                    <a:pt x="4657682" y="4245"/>
                  </a:lnTo>
                  <a:lnTo>
                    <a:pt x="4726584" y="7263"/>
                  </a:lnTo>
                  <a:lnTo>
                    <a:pt x="4808302" y="11310"/>
                  </a:lnTo>
                  <a:lnTo>
                    <a:pt x="4898665" y="16410"/>
                  </a:lnTo>
                  <a:lnTo>
                    <a:pt x="4993218" y="22553"/>
                  </a:lnTo>
                  <a:lnTo>
                    <a:pt x="5087968" y="29713"/>
                  </a:lnTo>
                  <a:lnTo>
                    <a:pt x="5179828" y="37877"/>
                  </a:lnTo>
                  <a:lnTo>
                    <a:pt x="5266757" y="47059"/>
                  </a:lnTo>
                  <a:lnTo>
                    <a:pt x="5347676" y="57314"/>
                  </a:lnTo>
                  <a:lnTo>
                    <a:pt x="5422280" y="68739"/>
                  </a:lnTo>
                  <a:lnTo>
                    <a:pt x="5490816" y="81477"/>
                  </a:lnTo>
                  <a:lnTo>
                    <a:pt x="5553893" y="95712"/>
                  </a:lnTo>
                  <a:lnTo>
                    <a:pt x="5612327" y="111659"/>
                  </a:lnTo>
                  <a:lnTo>
                    <a:pt x="5667033" y="129549"/>
                  </a:lnTo>
                  <a:lnTo>
                    <a:pt x="5718933" y="149602"/>
                  </a:lnTo>
                  <a:lnTo>
                    <a:pt x="5768881" y="171978"/>
                  </a:lnTo>
                  <a:lnTo>
                    <a:pt x="5784835" y="179768"/>
                  </a:lnTo>
                  <a:lnTo>
                    <a:pt x="5833774" y="205551"/>
                  </a:lnTo>
                  <a:lnTo>
                    <a:pt x="5882235" y="233804"/>
                  </a:lnTo>
                  <a:lnTo>
                    <a:pt x="5930672" y="264568"/>
                  </a:lnTo>
                  <a:lnTo>
                    <a:pt x="5979402" y="297810"/>
                  </a:lnTo>
                  <a:lnTo>
                    <a:pt x="6028630" y="333416"/>
                  </a:lnTo>
                  <a:lnTo>
                    <a:pt x="6078453" y="371183"/>
                  </a:lnTo>
                  <a:lnTo>
                    <a:pt x="6128878" y="410820"/>
                  </a:lnTo>
                  <a:lnTo>
                    <a:pt x="6179835" y="451953"/>
                  </a:lnTo>
                  <a:lnTo>
                    <a:pt x="6231187" y="494136"/>
                  </a:lnTo>
                  <a:lnTo>
                    <a:pt x="6282754" y="536875"/>
                  </a:lnTo>
                  <a:lnTo>
                    <a:pt x="6334334" y="579643"/>
                  </a:lnTo>
                  <a:lnTo>
                    <a:pt x="6385720" y="621916"/>
                  </a:lnTo>
                  <a:lnTo>
                    <a:pt x="6436729" y="663191"/>
                  </a:lnTo>
                  <a:lnTo>
                    <a:pt x="6487220" y="703018"/>
                  </a:lnTo>
                  <a:lnTo>
                    <a:pt x="6537112" y="741013"/>
                  </a:lnTo>
                  <a:lnTo>
                    <a:pt x="6586404" y="776876"/>
                  </a:lnTo>
                  <a:lnTo>
                    <a:pt x="6635183" y="810393"/>
                  </a:lnTo>
                  <a:lnTo>
                    <a:pt x="6683639" y="841441"/>
                  </a:lnTo>
                  <a:lnTo>
                    <a:pt x="6732077" y="869978"/>
                  </a:lnTo>
                  <a:lnTo>
                    <a:pt x="6780935" y="896038"/>
                  </a:lnTo>
                  <a:lnTo>
                    <a:pt x="6786527" y="898841"/>
                  </a:lnTo>
                  <a:lnTo>
                    <a:pt x="6836002" y="921986"/>
                  </a:lnTo>
                  <a:lnTo>
                    <a:pt x="6887178" y="942782"/>
                  </a:lnTo>
                  <a:lnTo>
                    <a:pt x="6940872" y="961354"/>
                  </a:lnTo>
                  <a:lnTo>
                    <a:pt x="6997991" y="977907"/>
                  </a:lnTo>
                  <a:lnTo>
                    <a:pt x="7059461" y="992674"/>
                  </a:lnTo>
                  <a:lnTo>
                    <a:pt x="7126141" y="1005878"/>
                  </a:lnTo>
                  <a:lnTo>
                    <a:pt x="7198723" y="1017712"/>
                  </a:lnTo>
                  <a:lnTo>
                    <a:pt x="7277590" y="1028335"/>
                  </a:lnTo>
                  <a:lnTo>
                    <a:pt x="7362639" y="1037858"/>
                  </a:lnTo>
                  <a:lnTo>
                    <a:pt x="7453069" y="1046349"/>
                  </a:lnTo>
                  <a:lnTo>
                    <a:pt x="7547167" y="1053837"/>
                  </a:lnTo>
                  <a:lnTo>
                    <a:pt x="7642185" y="1060313"/>
                  </a:lnTo>
                  <a:lnTo>
                    <a:pt x="7734390" y="1065755"/>
                  </a:lnTo>
                  <a:lnTo>
                    <a:pt x="7819410" y="1070144"/>
                  </a:lnTo>
                  <a:lnTo>
                    <a:pt x="7892886" y="1073491"/>
                  </a:lnTo>
                  <a:lnTo>
                    <a:pt x="7951339" y="1075858"/>
                  </a:lnTo>
                  <a:lnTo>
                    <a:pt x="7992992" y="1077366"/>
                  </a:lnTo>
                  <a:lnTo>
                    <a:pt x="8018289" y="1078190"/>
                  </a:lnTo>
                  <a:lnTo>
                    <a:pt x="8029962" y="1078533"/>
                  </a:lnTo>
                  <a:lnTo>
                    <a:pt x="8032774" y="1078608"/>
                  </a:lnTo>
                  <a:lnTo>
                    <a:pt x="8032819" y="1078609"/>
                  </a:lnTo>
                  <a:lnTo>
                    <a:pt x="8554953" y="1078609"/>
                  </a:lnTo>
                  <a:lnTo>
                    <a:pt x="8554953" y="1078609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579" name="pl1579"/>
            <p:cNvSpPr/>
            <p:nvPr/>
          </p:nvSpPr>
          <p:spPr>
            <a:xfrm>
              <a:off x="386606" y="942716"/>
              <a:ext cx="8554953" cy="3992549"/>
            </a:xfrm>
            <a:custGeom>
              <a:avLst/>
              <a:pathLst>
                <a:path w="8554953" h="3992549">
                  <a:moveTo>
                    <a:pt x="8554953" y="1078609"/>
                  </a:moveTo>
                  <a:lnTo>
                    <a:pt x="8032819" y="1078609"/>
                  </a:lnTo>
                  <a:lnTo>
                    <a:pt x="8031568" y="1078577"/>
                  </a:lnTo>
                  <a:lnTo>
                    <a:pt x="8023389" y="1078344"/>
                  </a:lnTo>
                  <a:lnTo>
                    <a:pt x="8002930" y="1077700"/>
                  </a:lnTo>
                  <a:lnTo>
                    <a:pt x="7966761" y="1076435"/>
                  </a:lnTo>
                  <a:lnTo>
                    <a:pt x="7913680" y="1074364"/>
                  </a:lnTo>
                  <a:lnTo>
                    <a:pt x="7844778" y="1071345"/>
                  </a:lnTo>
                  <a:lnTo>
                    <a:pt x="7763060" y="1067299"/>
                  </a:lnTo>
                  <a:lnTo>
                    <a:pt x="7672697" y="1062199"/>
                  </a:lnTo>
                  <a:lnTo>
                    <a:pt x="7578144" y="1056056"/>
                  </a:lnTo>
                  <a:lnTo>
                    <a:pt x="7483394" y="1048895"/>
                  </a:lnTo>
                  <a:lnTo>
                    <a:pt x="7391534" y="1040732"/>
                  </a:lnTo>
                  <a:lnTo>
                    <a:pt x="7304605" y="1031549"/>
                  </a:lnTo>
                  <a:lnTo>
                    <a:pt x="7223686" y="1021295"/>
                  </a:lnTo>
                  <a:lnTo>
                    <a:pt x="7149082" y="1009870"/>
                  </a:lnTo>
                  <a:lnTo>
                    <a:pt x="7080546" y="997131"/>
                  </a:lnTo>
                  <a:lnTo>
                    <a:pt x="7017469" y="982897"/>
                  </a:lnTo>
                  <a:lnTo>
                    <a:pt x="6959035" y="966950"/>
                  </a:lnTo>
                  <a:lnTo>
                    <a:pt x="6904329" y="949060"/>
                  </a:lnTo>
                  <a:lnTo>
                    <a:pt x="6852429" y="929007"/>
                  </a:lnTo>
                  <a:lnTo>
                    <a:pt x="6802481" y="906631"/>
                  </a:lnTo>
                  <a:lnTo>
                    <a:pt x="6786527" y="898841"/>
                  </a:lnTo>
                  <a:lnTo>
                    <a:pt x="6737588" y="873057"/>
                  </a:lnTo>
                  <a:lnTo>
                    <a:pt x="6689126" y="844804"/>
                  </a:lnTo>
                  <a:lnTo>
                    <a:pt x="6640690" y="814040"/>
                  </a:lnTo>
                  <a:lnTo>
                    <a:pt x="6591960" y="780798"/>
                  </a:lnTo>
                  <a:lnTo>
                    <a:pt x="6542732" y="745193"/>
                  </a:lnTo>
                  <a:lnTo>
                    <a:pt x="6492909" y="707426"/>
                  </a:lnTo>
                  <a:lnTo>
                    <a:pt x="6442484" y="667789"/>
                  </a:lnTo>
                  <a:lnTo>
                    <a:pt x="6391527" y="626656"/>
                  </a:lnTo>
                  <a:lnTo>
                    <a:pt x="6340175" y="584472"/>
                  </a:lnTo>
                  <a:lnTo>
                    <a:pt x="6288608" y="541734"/>
                  </a:lnTo>
                  <a:lnTo>
                    <a:pt x="6237028" y="498965"/>
                  </a:lnTo>
                  <a:lnTo>
                    <a:pt x="6185642" y="456693"/>
                  </a:lnTo>
                  <a:lnTo>
                    <a:pt x="6134633" y="415418"/>
                  </a:lnTo>
                  <a:lnTo>
                    <a:pt x="6084142" y="375591"/>
                  </a:lnTo>
                  <a:lnTo>
                    <a:pt x="6034250" y="337596"/>
                  </a:lnTo>
                  <a:lnTo>
                    <a:pt x="5984958" y="301733"/>
                  </a:lnTo>
                  <a:lnTo>
                    <a:pt x="5936179" y="268215"/>
                  </a:lnTo>
                  <a:lnTo>
                    <a:pt x="5887723" y="237167"/>
                  </a:lnTo>
                  <a:lnTo>
                    <a:pt x="5839285" y="208630"/>
                  </a:lnTo>
                  <a:lnTo>
                    <a:pt x="5790427" y="182571"/>
                  </a:lnTo>
                  <a:lnTo>
                    <a:pt x="5784835" y="179768"/>
                  </a:lnTo>
                  <a:lnTo>
                    <a:pt x="5735360" y="156623"/>
                  </a:lnTo>
                  <a:lnTo>
                    <a:pt x="5684183" y="135826"/>
                  </a:lnTo>
                  <a:lnTo>
                    <a:pt x="5630490" y="117255"/>
                  </a:lnTo>
                  <a:lnTo>
                    <a:pt x="5573371" y="100702"/>
                  </a:lnTo>
                  <a:lnTo>
                    <a:pt x="5511901" y="85935"/>
                  </a:lnTo>
                  <a:lnTo>
                    <a:pt x="5445221" y="72731"/>
                  </a:lnTo>
                  <a:lnTo>
                    <a:pt x="5372639" y="60896"/>
                  </a:lnTo>
                  <a:lnTo>
                    <a:pt x="5293772" y="50274"/>
                  </a:lnTo>
                  <a:lnTo>
                    <a:pt x="5208723" y="40751"/>
                  </a:lnTo>
                  <a:lnTo>
                    <a:pt x="5118293" y="32259"/>
                  </a:lnTo>
                  <a:lnTo>
                    <a:pt x="5024195" y="24772"/>
                  </a:lnTo>
                  <a:lnTo>
                    <a:pt x="4929177" y="18296"/>
                  </a:lnTo>
                  <a:lnTo>
                    <a:pt x="4836972" y="12854"/>
                  </a:lnTo>
                  <a:lnTo>
                    <a:pt x="4751952" y="8465"/>
                  </a:lnTo>
                  <a:lnTo>
                    <a:pt x="4678476" y="5118"/>
                  </a:lnTo>
                  <a:lnTo>
                    <a:pt x="4620023" y="2751"/>
                  </a:lnTo>
                  <a:lnTo>
                    <a:pt x="4578370" y="1243"/>
                  </a:lnTo>
                  <a:lnTo>
                    <a:pt x="4553073" y="419"/>
                  </a:lnTo>
                  <a:lnTo>
                    <a:pt x="4541399" y="76"/>
                  </a:lnTo>
                  <a:lnTo>
                    <a:pt x="4538588" y="1"/>
                  </a:lnTo>
                  <a:lnTo>
                    <a:pt x="4538543" y="0"/>
                  </a:lnTo>
                  <a:lnTo>
                    <a:pt x="4016409" y="0"/>
                  </a:lnTo>
                  <a:lnTo>
                    <a:pt x="4015486" y="88"/>
                  </a:lnTo>
                  <a:lnTo>
                    <a:pt x="4009403" y="719"/>
                  </a:lnTo>
                  <a:lnTo>
                    <a:pt x="3994041" y="2462"/>
                  </a:lnTo>
                  <a:lnTo>
                    <a:pt x="3966505" y="5895"/>
                  </a:lnTo>
                  <a:lnTo>
                    <a:pt x="3925332" y="11554"/>
                  </a:lnTo>
                  <a:lnTo>
                    <a:pt x="3870597" y="19882"/>
                  </a:lnTo>
                  <a:lnTo>
                    <a:pt x="3803815" y="31189"/>
                  </a:lnTo>
                  <a:lnTo>
                    <a:pt x="3727592" y="45636"/>
                  </a:lnTo>
                  <a:lnTo>
                    <a:pt x="3645125" y="63260"/>
                  </a:lnTo>
                  <a:lnTo>
                    <a:pt x="3559672" y="84017"/>
                  </a:lnTo>
                  <a:lnTo>
                    <a:pt x="3474133" y="107837"/>
                  </a:lnTo>
                  <a:lnTo>
                    <a:pt x="3390799" y="134680"/>
                  </a:lnTo>
                  <a:lnTo>
                    <a:pt x="3311262" y="164573"/>
                  </a:lnTo>
                  <a:lnTo>
                    <a:pt x="3236457" y="197637"/>
                  </a:lnTo>
                  <a:lnTo>
                    <a:pt x="3166770" y="234101"/>
                  </a:lnTo>
                  <a:lnTo>
                    <a:pt x="3102167" y="274303"/>
                  </a:lnTo>
                  <a:lnTo>
                    <a:pt x="3042319" y="318686"/>
                  </a:lnTo>
                  <a:lnTo>
                    <a:pt x="2986706" y="367785"/>
                  </a:lnTo>
                  <a:lnTo>
                    <a:pt x="2934699" y="422205"/>
                  </a:lnTo>
                  <a:lnTo>
                    <a:pt x="2885620" y="482578"/>
                  </a:lnTo>
                  <a:lnTo>
                    <a:pt x="2838792" y="549499"/>
                  </a:lnTo>
                  <a:lnTo>
                    <a:pt x="2793585" y="623404"/>
                  </a:lnTo>
                  <a:lnTo>
                    <a:pt x="2770117" y="665424"/>
                  </a:lnTo>
                  <a:lnTo>
                    <a:pt x="2737812" y="727255"/>
                  </a:lnTo>
                  <a:lnTo>
                    <a:pt x="2705792" y="793007"/>
                  </a:lnTo>
                  <a:lnTo>
                    <a:pt x="2673907" y="862760"/>
                  </a:lnTo>
                  <a:lnTo>
                    <a:pt x="2642035" y="936548"/>
                  </a:lnTo>
                  <a:lnTo>
                    <a:pt x="2610077" y="1014353"/>
                  </a:lnTo>
                  <a:lnTo>
                    <a:pt x="2577958" y="1096103"/>
                  </a:lnTo>
                  <a:lnTo>
                    <a:pt x="2545625" y="1181664"/>
                  </a:lnTo>
                  <a:lnTo>
                    <a:pt x="2513044" y="1270846"/>
                  </a:lnTo>
                  <a:lnTo>
                    <a:pt x="2480198" y="1363391"/>
                  </a:lnTo>
                  <a:lnTo>
                    <a:pt x="2447088" y="1458982"/>
                  </a:lnTo>
                  <a:lnTo>
                    <a:pt x="2413730" y="1557245"/>
                  </a:lnTo>
                  <a:lnTo>
                    <a:pt x="2380153" y="1657749"/>
                  </a:lnTo>
                  <a:lnTo>
                    <a:pt x="2346396" y="1760019"/>
                  </a:lnTo>
                  <a:lnTo>
                    <a:pt x="2312509" y="1863541"/>
                  </a:lnTo>
                  <a:lnTo>
                    <a:pt x="2278547" y="1967773"/>
                  </a:lnTo>
                  <a:lnTo>
                    <a:pt x="2244568" y="2072158"/>
                  </a:lnTo>
                  <a:lnTo>
                    <a:pt x="2210633" y="2176136"/>
                  </a:lnTo>
                  <a:lnTo>
                    <a:pt x="2176799" y="2279155"/>
                  </a:lnTo>
                  <a:lnTo>
                    <a:pt x="2143118" y="2380685"/>
                  </a:lnTo>
                  <a:lnTo>
                    <a:pt x="2109636" y="2480228"/>
                  </a:lnTo>
                  <a:lnTo>
                    <a:pt x="2076387" y="2577327"/>
                  </a:lnTo>
                  <a:lnTo>
                    <a:pt x="2043396" y="2671579"/>
                  </a:lnTo>
                  <a:lnTo>
                    <a:pt x="2010671" y="2762632"/>
                  </a:lnTo>
                  <a:lnTo>
                    <a:pt x="1978206" y="2850198"/>
                  </a:lnTo>
                  <a:lnTo>
                    <a:pt x="1945976" y="2934049"/>
                  </a:lnTo>
                  <a:lnTo>
                    <a:pt x="1913938" y="3014020"/>
                  </a:lnTo>
                  <a:lnTo>
                    <a:pt x="1882030" y="3090006"/>
                  </a:lnTo>
                  <a:lnTo>
                    <a:pt x="1850165" y="3161961"/>
                  </a:lnTo>
                  <a:lnTo>
                    <a:pt x="1818236" y="3229890"/>
                  </a:lnTo>
                  <a:lnTo>
                    <a:pt x="1786107" y="3293849"/>
                  </a:lnTo>
                  <a:lnTo>
                    <a:pt x="1768425" y="3327124"/>
                  </a:lnTo>
                  <a:lnTo>
                    <a:pt x="1723854" y="3404803"/>
                  </a:lnTo>
                  <a:lnTo>
                    <a:pt x="1677958" y="3475383"/>
                  </a:lnTo>
                  <a:lnTo>
                    <a:pt x="1630153" y="3539156"/>
                  </a:lnTo>
                  <a:lnTo>
                    <a:pt x="1579782" y="3596650"/>
                  </a:lnTo>
                  <a:lnTo>
                    <a:pt x="1526161" y="3648488"/>
                  </a:lnTo>
                  <a:lnTo>
                    <a:pt x="1468629" y="3695297"/>
                  </a:lnTo>
                  <a:lnTo>
                    <a:pt x="1406599" y="3737651"/>
                  </a:lnTo>
                  <a:lnTo>
                    <a:pt x="1339630" y="3776045"/>
                  </a:lnTo>
                  <a:lnTo>
                    <a:pt x="1267517" y="3810874"/>
                  </a:lnTo>
                  <a:lnTo>
                    <a:pt x="1190407" y="3842425"/>
                  </a:lnTo>
                  <a:lnTo>
                    <a:pt x="1108929" y="3870874"/>
                  </a:lnTo>
                  <a:lnTo>
                    <a:pt x="1024316" y="3896296"/>
                  </a:lnTo>
                  <a:lnTo>
                    <a:pt x="938492" y="3918683"/>
                  </a:lnTo>
                  <a:lnTo>
                    <a:pt x="854052" y="3937974"/>
                  </a:lnTo>
                  <a:lnTo>
                    <a:pt x="774109" y="3954106"/>
                  </a:lnTo>
                  <a:lnTo>
                    <a:pt x="701953" y="3967064"/>
                  </a:lnTo>
                  <a:lnTo>
                    <a:pt x="640570" y="3976941"/>
                  </a:lnTo>
                  <a:lnTo>
                    <a:pt x="592109" y="3983966"/>
                  </a:lnTo>
                  <a:lnTo>
                    <a:pt x="557438" y="3988516"/>
                  </a:lnTo>
                  <a:lnTo>
                    <a:pt x="535903" y="3991083"/>
                  </a:lnTo>
                  <a:lnTo>
                    <a:pt x="525347" y="3992230"/>
                  </a:lnTo>
                  <a:lnTo>
                    <a:pt x="522274" y="3992536"/>
                  </a:lnTo>
                  <a:lnTo>
                    <a:pt x="522133" y="3992549"/>
                  </a:lnTo>
                  <a:lnTo>
                    <a:pt x="0" y="3992549"/>
                  </a:lnTo>
                  <a:lnTo>
                    <a:pt x="0" y="3992549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580" name="pg1580"/>
            <p:cNvSpPr/>
            <p:nvPr/>
          </p:nvSpPr>
          <p:spPr>
            <a:xfrm>
              <a:off x="386606" y="987894"/>
              <a:ext cx="8554953" cy="3958666"/>
            </a:xfrm>
            <a:custGeom>
              <a:avLst/>
              <a:pathLst>
                <a:path w="8554953" h="3958666">
                  <a:moveTo>
                    <a:pt x="0" y="3958666"/>
                  </a:moveTo>
                  <a:lnTo>
                    <a:pt x="522133" y="3958666"/>
                  </a:lnTo>
                  <a:lnTo>
                    <a:pt x="523060" y="3958579"/>
                  </a:lnTo>
                  <a:lnTo>
                    <a:pt x="529160" y="3957952"/>
                  </a:lnTo>
                  <a:lnTo>
                    <a:pt x="544568" y="3956221"/>
                  </a:lnTo>
                  <a:lnTo>
                    <a:pt x="572181" y="3952811"/>
                  </a:lnTo>
                  <a:lnTo>
                    <a:pt x="613462" y="3947191"/>
                  </a:lnTo>
                  <a:lnTo>
                    <a:pt x="668329" y="3938920"/>
                  </a:lnTo>
                  <a:lnTo>
                    <a:pt x="735255" y="3927692"/>
                  </a:lnTo>
                  <a:lnTo>
                    <a:pt x="811619" y="3913348"/>
                  </a:lnTo>
                  <a:lnTo>
                    <a:pt x="894214" y="3895853"/>
                  </a:lnTo>
                  <a:lnTo>
                    <a:pt x="979770" y="3875249"/>
                  </a:lnTo>
                  <a:lnTo>
                    <a:pt x="1065385" y="3851607"/>
                  </a:lnTo>
                  <a:lnTo>
                    <a:pt x="1148769" y="3824966"/>
                  </a:lnTo>
                  <a:lnTo>
                    <a:pt x="1228332" y="3795298"/>
                  </a:lnTo>
                  <a:lnTo>
                    <a:pt x="1303144" y="3762481"/>
                  </a:lnTo>
                  <a:lnTo>
                    <a:pt x="1372825" y="3726287"/>
                  </a:lnTo>
                  <a:lnTo>
                    <a:pt x="1437415" y="3686378"/>
                  </a:lnTo>
                  <a:lnTo>
                    <a:pt x="1497248" y="3642313"/>
                  </a:lnTo>
                  <a:lnTo>
                    <a:pt x="1552847" y="3593558"/>
                  </a:lnTo>
                  <a:lnTo>
                    <a:pt x="1604846" y="3539512"/>
                  </a:lnTo>
                  <a:lnTo>
                    <a:pt x="1653924" y="3479546"/>
                  </a:lnTo>
                  <a:lnTo>
                    <a:pt x="1700760" y="3413075"/>
                  </a:lnTo>
                  <a:lnTo>
                    <a:pt x="1745983" y="3339665"/>
                  </a:lnTo>
                  <a:lnTo>
                    <a:pt x="1768425" y="3299830"/>
                  </a:lnTo>
                  <a:lnTo>
                    <a:pt x="1800871" y="3238336"/>
                  </a:lnTo>
                  <a:lnTo>
                    <a:pt x="1833029" y="3172925"/>
                  </a:lnTo>
                  <a:lnTo>
                    <a:pt x="1865052" y="3103518"/>
                  </a:lnTo>
                  <a:lnTo>
                    <a:pt x="1897064" y="3030080"/>
                  </a:lnTo>
                  <a:lnTo>
                    <a:pt x="1929164" y="2952632"/>
                  </a:lnTo>
                  <a:lnTo>
                    <a:pt x="1961427" y="2871246"/>
                  </a:lnTo>
                  <a:lnTo>
                    <a:pt x="1993908" y="2786057"/>
                  </a:lnTo>
                  <a:lnTo>
                    <a:pt x="2026640" y="2697260"/>
                  </a:lnTo>
                  <a:lnTo>
                    <a:pt x="2059639" y="2605113"/>
                  </a:lnTo>
                  <a:lnTo>
                    <a:pt x="2092904" y="2509938"/>
                  </a:lnTo>
                  <a:lnTo>
                    <a:pt x="2126418" y="2412112"/>
                  </a:lnTo>
                  <a:lnTo>
                    <a:pt x="2160152" y="2312069"/>
                  </a:lnTo>
                  <a:lnTo>
                    <a:pt x="2194065" y="2210289"/>
                  </a:lnTo>
                  <a:lnTo>
                    <a:pt x="2228106" y="2107288"/>
                  </a:lnTo>
                  <a:lnTo>
                    <a:pt x="2262219" y="2003612"/>
                  </a:lnTo>
                  <a:lnTo>
                    <a:pt x="2296344" y="1899820"/>
                  </a:lnTo>
                  <a:lnTo>
                    <a:pt x="2330422" y="1796473"/>
                  </a:lnTo>
                  <a:lnTo>
                    <a:pt x="2364394" y="1694124"/>
                  </a:lnTo>
                  <a:lnTo>
                    <a:pt x="2398207" y="1593303"/>
                  </a:lnTo>
                  <a:lnTo>
                    <a:pt x="2431817" y="1494505"/>
                  </a:lnTo>
                  <a:lnTo>
                    <a:pt x="2465188" y="1398185"/>
                  </a:lnTo>
                  <a:lnTo>
                    <a:pt x="2498298" y="1304745"/>
                  </a:lnTo>
                  <a:lnTo>
                    <a:pt x="2531139" y="1214528"/>
                  </a:lnTo>
                  <a:lnTo>
                    <a:pt x="2563721" y="1127821"/>
                  </a:lnTo>
                  <a:lnTo>
                    <a:pt x="2596068" y="1044844"/>
                  </a:lnTo>
                  <a:lnTo>
                    <a:pt x="2628228" y="965756"/>
                  </a:lnTo>
                  <a:lnTo>
                    <a:pt x="2660266" y="890656"/>
                  </a:lnTo>
                  <a:lnTo>
                    <a:pt x="2692271" y="819584"/>
                  </a:lnTo>
                  <a:lnTo>
                    <a:pt x="2724356" y="752529"/>
                  </a:lnTo>
                  <a:lnTo>
                    <a:pt x="2756663" y="689428"/>
                  </a:lnTo>
                  <a:lnTo>
                    <a:pt x="2770117" y="664483"/>
                  </a:lnTo>
                  <a:lnTo>
                    <a:pt x="2814736" y="587497"/>
                  </a:lnTo>
                  <a:lnTo>
                    <a:pt x="2860682" y="517553"/>
                  </a:lnTo>
                  <a:lnTo>
                    <a:pt x="2908543" y="454363"/>
                  </a:lnTo>
                  <a:lnTo>
                    <a:pt x="2958978" y="397400"/>
                  </a:lnTo>
                  <a:lnTo>
                    <a:pt x="3012672" y="346046"/>
                  </a:lnTo>
                  <a:lnTo>
                    <a:pt x="3070288" y="299680"/>
                  </a:lnTo>
                  <a:lnTo>
                    <a:pt x="3132416" y="257729"/>
                  </a:lnTo>
                  <a:lnTo>
                    <a:pt x="3199495" y="219704"/>
                  </a:lnTo>
                  <a:lnTo>
                    <a:pt x="3271729" y="185214"/>
                  </a:lnTo>
                  <a:lnTo>
                    <a:pt x="3348967" y="153974"/>
                  </a:lnTo>
                  <a:lnTo>
                    <a:pt x="3430573" y="125811"/>
                  </a:lnTo>
                  <a:lnTo>
                    <a:pt x="3515301" y="100650"/>
                  </a:lnTo>
                  <a:lnTo>
                    <a:pt x="3601216" y="78501"/>
                  </a:lnTo>
                  <a:lnTo>
                    <a:pt x="3685703" y="59425"/>
                  </a:lnTo>
                  <a:lnTo>
                    <a:pt x="3765635" y="43484"/>
                  </a:lnTo>
                  <a:lnTo>
                    <a:pt x="3837714" y="30691"/>
                  </a:lnTo>
                  <a:lnTo>
                    <a:pt x="3898952" y="20953"/>
                  </a:lnTo>
                  <a:lnTo>
                    <a:pt x="3947214" y="14039"/>
                  </a:lnTo>
                  <a:lnTo>
                    <a:pt x="3981656" y="9573"/>
                  </a:lnTo>
                  <a:lnTo>
                    <a:pt x="4002962" y="7063"/>
                  </a:lnTo>
                  <a:lnTo>
                    <a:pt x="4013329" y="5949"/>
                  </a:lnTo>
                  <a:lnTo>
                    <a:pt x="4016409" y="5647"/>
                  </a:lnTo>
                  <a:lnTo>
                    <a:pt x="4538543" y="5647"/>
                  </a:lnTo>
                  <a:lnTo>
                    <a:pt x="4539766" y="5697"/>
                  </a:lnTo>
                  <a:lnTo>
                    <a:pt x="4547771" y="6057"/>
                  </a:lnTo>
                  <a:lnTo>
                    <a:pt x="4567808" y="7052"/>
                  </a:lnTo>
                  <a:lnTo>
                    <a:pt x="4603270" y="9007"/>
                  </a:lnTo>
                  <a:lnTo>
                    <a:pt x="4655392" y="12211"/>
                  </a:lnTo>
                  <a:lnTo>
                    <a:pt x="4723180" y="16883"/>
                  </a:lnTo>
                  <a:lnTo>
                    <a:pt x="4803757" y="23153"/>
                  </a:lnTo>
                  <a:lnTo>
                    <a:pt x="4893081" y="31064"/>
                  </a:lnTo>
                  <a:lnTo>
                    <a:pt x="4986788" y="40600"/>
                  </a:lnTo>
                  <a:lnTo>
                    <a:pt x="5080929" y="51724"/>
                  </a:lnTo>
                  <a:lnTo>
                    <a:pt x="5172415" y="64412"/>
                  </a:lnTo>
                  <a:lnTo>
                    <a:pt x="5259169" y="78681"/>
                  </a:lnTo>
                  <a:lnTo>
                    <a:pt x="5340063" y="94610"/>
                  </a:lnTo>
                  <a:lnTo>
                    <a:pt x="5414739" y="112344"/>
                  </a:lnTo>
                  <a:lnTo>
                    <a:pt x="5483391" y="132097"/>
                  </a:lnTo>
                  <a:lnTo>
                    <a:pt x="5546585" y="154146"/>
                  </a:lnTo>
                  <a:lnTo>
                    <a:pt x="5605103" y="178819"/>
                  </a:lnTo>
                  <a:lnTo>
                    <a:pt x="5659831" y="206472"/>
                  </a:lnTo>
                  <a:lnTo>
                    <a:pt x="5711674" y="237452"/>
                  </a:lnTo>
                  <a:lnTo>
                    <a:pt x="5761483" y="272025"/>
                  </a:lnTo>
                  <a:lnTo>
                    <a:pt x="5784835" y="289888"/>
                  </a:lnTo>
                  <a:lnTo>
                    <a:pt x="5829012" y="326493"/>
                  </a:lnTo>
                  <a:lnTo>
                    <a:pt x="5872759" y="366267"/>
                  </a:lnTo>
                  <a:lnTo>
                    <a:pt x="5916425" y="409270"/>
                  </a:lnTo>
                  <a:lnTo>
                    <a:pt x="5960266" y="455486"/>
                  </a:lnTo>
                  <a:lnTo>
                    <a:pt x="6004458" y="504816"/>
                  </a:lnTo>
                  <a:lnTo>
                    <a:pt x="6049107" y="557071"/>
                  </a:lnTo>
                  <a:lnTo>
                    <a:pt x="6094253" y="611967"/>
                  </a:lnTo>
                  <a:lnTo>
                    <a:pt x="6139878" y="669130"/>
                  </a:lnTo>
                  <a:lnTo>
                    <a:pt x="6185915" y="728101"/>
                  </a:lnTo>
                  <a:lnTo>
                    <a:pt x="6232260" y="788354"/>
                  </a:lnTo>
                  <a:lnTo>
                    <a:pt x="6278776" y="849307"/>
                  </a:lnTo>
                  <a:lnTo>
                    <a:pt x="6325316" y="910351"/>
                  </a:lnTo>
                  <a:lnTo>
                    <a:pt x="6371726" y="970874"/>
                  </a:lnTo>
                  <a:lnTo>
                    <a:pt x="6417868" y="1030283"/>
                  </a:lnTo>
                  <a:lnTo>
                    <a:pt x="6463624" y="1088034"/>
                  </a:lnTo>
                  <a:lnTo>
                    <a:pt x="6508916" y="1143645"/>
                  </a:lnTo>
                  <a:lnTo>
                    <a:pt x="6553711" y="1196717"/>
                  </a:lnTo>
                  <a:lnTo>
                    <a:pt x="6598030" y="1246939"/>
                  </a:lnTo>
                  <a:lnTo>
                    <a:pt x="6641961" y="1294093"/>
                  </a:lnTo>
                  <a:lnTo>
                    <a:pt x="6685655" y="1338054"/>
                  </a:lnTo>
                  <a:lnTo>
                    <a:pt x="6729346" y="1378783"/>
                  </a:lnTo>
                  <a:lnTo>
                    <a:pt x="6773354" y="1416318"/>
                  </a:lnTo>
                  <a:lnTo>
                    <a:pt x="6786527" y="1426851"/>
                  </a:lnTo>
                  <a:lnTo>
                    <a:pt x="6835625" y="1463187"/>
                  </a:lnTo>
                  <a:lnTo>
                    <a:pt x="6886394" y="1495863"/>
                  </a:lnTo>
                  <a:lnTo>
                    <a:pt x="6939629" y="1525070"/>
                  </a:lnTo>
                  <a:lnTo>
                    <a:pt x="6996218" y="1551125"/>
                  </a:lnTo>
                  <a:lnTo>
                    <a:pt x="7057067" y="1574387"/>
                  </a:lnTo>
                  <a:lnTo>
                    <a:pt x="7123018" y="1595202"/>
                  </a:lnTo>
                  <a:lnTo>
                    <a:pt x="7194757" y="1613872"/>
                  </a:lnTo>
                  <a:lnTo>
                    <a:pt x="7272679" y="1630643"/>
                  </a:lnTo>
                  <a:lnTo>
                    <a:pt x="7356715" y="1645694"/>
                  </a:lnTo>
                  <a:lnTo>
                    <a:pt x="7446132" y="1659133"/>
                  </a:lnTo>
                  <a:lnTo>
                    <a:pt x="7539324" y="1671007"/>
                  </a:lnTo>
                  <a:lnTo>
                    <a:pt x="7633686" y="1681308"/>
                  </a:lnTo>
                  <a:lnTo>
                    <a:pt x="7725643" y="1690002"/>
                  </a:lnTo>
                  <a:lnTo>
                    <a:pt x="7810953" y="1697057"/>
                  </a:lnTo>
                  <a:lnTo>
                    <a:pt x="7885317" y="1702484"/>
                  </a:lnTo>
                  <a:lnTo>
                    <a:pt x="7945195" y="1706369"/>
                  </a:lnTo>
                  <a:lnTo>
                    <a:pt x="7988623" y="1708889"/>
                  </a:lnTo>
                  <a:lnTo>
                    <a:pt x="8015752" y="1710305"/>
                  </a:lnTo>
                  <a:lnTo>
                    <a:pt x="8028971" y="1710928"/>
                  </a:lnTo>
                  <a:lnTo>
                    <a:pt x="8032681" y="1711087"/>
                  </a:lnTo>
                  <a:lnTo>
                    <a:pt x="8032819" y="1711092"/>
                  </a:lnTo>
                  <a:lnTo>
                    <a:pt x="8554953" y="1711092"/>
                  </a:lnTo>
                  <a:lnTo>
                    <a:pt x="8554953" y="1705445"/>
                  </a:lnTo>
                  <a:lnTo>
                    <a:pt x="8032819" y="1705445"/>
                  </a:lnTo>
                  <a:lnTo>
                    <a:pt x="8031596" y="1705395"/>
                  </a:lnTo>
                  <a:lnTo>
                    <a:pt x="8023591" y="1705035"/>
                  </a:lnTo>
                  <a:lnTo>
                    <a:pt x="8003554" y="1704040"/>
                  </a:lnTo>
                  <a:lnTo>
                    <a:pt x="7968092" y="1702085"/>
                  </a:lnTo>
                  <a:lnTo>
                    <a:pt x="7915970" y="1698881"/>
                  </a:lnTo>
                  <a:lnTo>
                    <a:pt x="7848182" y="1694209"/>
                  </a:lnTo>
                  <a:lnTo>
                    <a:pt x="7767605" y="1687939"/>
                  </a:lnTo>
                  <a:lnTo>
                    <a:pt x="7678281" y="1680028"/>
                  </a:lnTo>
                  <a:lnTo>
                    <a:pt x="7584574" y="1670491"/>
                  </a:lnTo>
                  <a:lnTo>
                    <a:pt x="7490433" y="1659367"/>
                  </a:lnTo>
                  <a:lnTo>
                    <a:pt x="7398947" y="1646680"/>
                  </a:lnTo>
                  <a:lnTo>
                    <a:pt x="7312193" y="1632411"/>
                  </a:lnTo>
                  <a:lnTo>
                    <a:pt x="7231298" y="1616482"/>
                  </a:lnTo>
                  <a:lnTo>
                    <a:pt x="7156623" y="1598748"/>
                  </a:lnTo>
                  <a:lnTo>
                    <a:pt x="7087971" y="1578995"/>
                  </a:lnTo>
                  <a:lnTo>
                    <a:pt x="7024777" y="1556946"/>
                  </a:lnTo>
                  <a:lnTo>
                    <a:pt x="6966259" y="1532273"/>
                  </a:lnTo>
                  <a:lnTo>
                    <a:pt x="6911531" y="1504620"/>
                  </a:lnTo>
                  <a:lnTo>
                    <a:pt x="6859688" y="1473640"/>
                  </a:lnTo>
                  <a:lnTo>
                    <a:pt x="6809879" y="1439067"/>
                  </a:lnTo>
                  <a:lnTo>
                    <a:pt x="6786527" y="1421204"/>
                  </a:lnTo>
                  <a:lnTo>
                    <a:pt x="6742350" y="1384599"/>
                  </a:lnTo>
                  <a:lnTo>
                    <a:pt x="6698603" y="1344824"/>
                  </a:lnTo>
                  <a:lnTo>
                    <a:pt x="6654937" y="1301822"/>
                  </a:lnTo>
                  <a:lnTo>
                    <a:pt x="6611096" y="1255606"/>
                  </a:lnTo>
                  <a:lnTo>
                    <a:pt x="6566904" y="1206276"/>
                  </a:lnTo>
                  <a:lnTo>
                    <a:pt x="6522255" y="1154021"/>
                  </a:lnTo>
                  <a:lnTo>
                    <a:pt x="6477109" y="1099125"/>
                  </a:lnTo>
                  <a:lnTo>
                    <a:pt x="6431484" y="1041962"/>
                  </a:lnTo>
                  <a:lnTo>
                    <a:pt x="6385447" y="982990"/>
                  </a:lnTo>
                  <a:lnTo>
                    <a:pt x="6339102" y="922738"/>
                  </a:lnTo>
                  <a:lnTo>
                    <a:pt x="6292586" y="861785"/>
                  </a:lnTo>
                  <a:lnTo>
                    <a:pt x="6246046" y="800741"/>
                  </a:lnTo>
                  <a:lnTo>
                    <a:pt x="6199636" y="740218"/>
                  </a:lnTo>
                  <a:lnTo>
                    <a:pt x="6153494" y="680809"/>
                  </a:lnTo>
                  <a:lnTo>
                    <a:pt x="6107738" y="623058"/>
                  </a:lnTo>
                  <a:lnTo>
                    <a:pt x="6062446" y="567446"/>
                  </a:lnTo>
                  <a:lnTo>
                    <a:pt x="6017651" y="514375"/>
                  </a:lnTo>
                  <a:lnTo>
                    <a:pt x="5973331" y="464153"/>
                  </a:lnTo>
                  <a:lnTo>
                    <a:pt x="5929401" y="416999"/>
                  </a:lnTo>
                  <a:lnTo>
                    <a:pt x="5885707" y="373038"/>
                  </a:lnTo>
                  <a:lnTo>
                    <a:pt x="5842015" y="332309"/>
                  </a:lnTo>
                  <a:lnTo>
                    <a:pt x="5798008" y="294774"/>
                  </a:lnTo>
                  <a:lnTo>
                    <a:pt x="5784835" y="284240"/>
                  </a:lnTo>
                  <a:lnTo>
                    <a:pt x="5735737" y="247905"/>
                  </a:lnTo>
                  <a:lnTo>
                    <a:pt x="5684968" y="215229"/>
                  </a:lnTo>
                  <a:lnTo>
                    <a:pt x="5631733" y="186022"/>
                  </a:lnTo>
                  <a:lnTo>
                    <a:pt x="5575144" y="159967"/>
                  </a:lnTo>
                  <a:lnTo>
                    <a:pt x="5514295" y="136705"/>
                  </a:lnTo>
                  <a:lnTo>
                    <a:pt x="5448344" y="115890"/>
                  </a:lnTo>
                  <a:lnTo>
                    <a:pt x="5376605" y="97220"/>
                  </a:lnTo>
                  <a:lnTo>
                    <a:pt x="5298683" y="80448"/>
                  </a:lnTo>
                  <a:lnTo>
                    <a:pt x="5214647" y="65398"/>
                  </a:lnTo>
                  <a:lnTo>
                    <a:pt x="5125230" y="51959"/>
                  </a:lnTo>
                  <a:lnTo>
                    <a:pt x="5032038" y="40085"/>
                  </a:lnTo>
                  <a:lnTo>
                    <a:pt x="4937676" y="29784"/>
                  </a:lnTo>
                  <a:lnTo>
                    <a:pt x="4845719" y="21090"/>
                  </a:lnTo>
                  <a:lnTo>
                    <a:pt x="4760409" y="14035"/>
                  </a:lnTo>
                  <a:lnTo>
                    <a:pt x="4686045" y="8608"/>
                  </a:lnTo>
                  <a:lnTo>
                    <a:pt x="4626167" y="4723"/>
                  </a:lnTo>
                  <a:lnTo>
                    <a:pt x="4582739" y="2202"/>
                  </a:lnTo>
                  <a:lnTo>
                    <a:pt x="4555610" y="787"/>
                  </a:lnTo>
                  <a:lnTo>
                    <a:pt x="4542391" y="164"/>
                  </a:lnTo>
                  <a:lnTo>
                    <a:pt x="4538681" y="5"/>
                  </a:lnTo>
                  <a:lnTo>
                    <a:pt x="4538543" y="0"/>
                  </a:lnTo>
                  <a:lnTo>
                    <a:pt x="4016409" y="0"/>
                  </a:lnTo>
                  <a:lnTo>
                    <a:pt x="4015483" y="87"/>
                  </a:lnTo>
                  <a:lnTo>
                    <a:pt x="4009382" y="714"/>
                  </a:lnTo>
                  <a:lnTo>
                    <a:pt x="3993974" y="2445"/>
                  </a:lnTo>
                  <a:lnTo>
                    <a:pt x="3966362" y="5855"/>
                  </a:lnTo>
                  <a:lnTo>
                    <a:pt x="3925080" y="11475"/>
                  </a:lnTo>
                  <a:lnTo>
                    <a:pt x="3870213" y="19746"/>
                  </a:lnTo>
                  <a:lnTo>
                    <a:pt x="3803287" y="30974"/>
                  </a:lnTo>
                  <a:lnTo>
                    <a:pt x="3726923" y="45318"/>
                  </a:lnTo>
                  <a:lnTo>
                    <a:pt x="3644329" y="62813"/>
                  </a:lnTo>
                  <a:lnTo>
                    <a:pt x="3558772" y="83416"/>
                  </a:lnTo>
                  <a:lnTo>
                    <a:pt x="3473157" y="107059"/>
                  </a:lnTo>
                  <a:lnTo>
                    <a:pt x="3389773" y="133700"/>
                  </a:lnTo>
                  <a:lnTo>
                    <a:pt x="3310210" y="163368"/>
                  </a:lnTo>
                  <a:lnTo>
                    <a:pt x="3235398" y="196185"/>
                  </a:lnTo>
                  <a:lnTo>
                    <a:pt x="3165717" y="232379"/>
                  </a:lnTo>
                  <a:lnTo>
                    <a:pt x="3101127" y="272288"/>
                  </a:lnTo>
                  <a:lnTo>
                    <a:pt x="3041294" y="316353"/>
                  </a:lnTo>
                  <a:lnTo>
                    <a:pt x="2985695" y="365108"/>
                  </a:lnTo>
                  <a:lnTo>
                    <a:pt x="2933696" y="419154"/>
                  </a:lnTo>
                  <a:lnTo>
                    <a:pt x="2884618" y="479120"/>
                  </a:lnTo>
                  <a:lnTo>
                    <a:pt x="2837782" y="545591"/>
                  </a:lnTo>
                  <a:lnTo>
                    <a:pt x="2792559" y="619001"/>
                  </a:lnTo>
                  <a:lnTo>
                    <a:pt x="2770117" y="658836"/>
                  </a:lnTo>
                  <a:lnTo>
                    <a:pt x="2737671" y="720330"/>
                  </a:lnTo>
                  <a:lnTo>
                    <a:pt x="2705513" y="785741"/>
                  </a:lnTo>
                  <a:lnTo>
                    <a:pt x="2673490" y="855148"/>
                  </a:lnTo>
                  <a:lnTo>
                    <a:pt x="2641478" y="928586"/>
                  </a:lnTo>
                  <a:lnTo>
                    <a:pt x="2609378" y="1006034"/>
                  </a:lnTo>
                  <a:lnTo>
                    <a:pt x="2577115" y="1087420"/>
                  </a:lnTo>
                  <a:lnTo>
                    <a:pt x="2544634" y="1172609"/>
                  </a:lnTo>
                  <a:lnTo>
                    <a:pt x="2511902" y="1261406"/>
                  </a:lnTo>
                  <a:lnTo>
                    <a:pt x="2478903" y="1353553"/>
                  </a:lnTo>
                  <a:lnTo>
                    <a:pt x="2445638" y="1448728"/>
                  </a:lnTo>
                  <a:lnTo>
                    <a:pt x="2412124" y="1546554"/>
                  </a:lnTo>
                  <a:lnTo>
                    <a:pt x="2378390" y="1646597"/>
                  </a:lnTo>
                  <a:lnTo>
                    <a:pt x="2344477" y="1748377"/>
                  </a:lnTo>
                  <a:lnTo>
                    <a:pt x="2310437" y="1851378"/>
                  </a:lnTo>
                  <a:lnTo>
                    <a:pt x="2276323" y="1955054"/>
                  </a:lnTo>
                  <a:lnTo>
                    <a:pt x="2242198" y="2058846"/>
                  </a:lnTo>
                  <a:lnTo>
                    <a:pt x="2208120" y="2162193"/>
                  </a:lnTo>
                  <a:lnTo>
                    <a:pt x="2174148" y="2264542"/>
                  </a:lnTo>
                  <a:lnTo>
                    <a:pt x="2140335" y="2365363"/>
                  </a:lnTo>
                  <a:lnTo>
                    <a:pt x="2106725" y="2464161"/>
                  </a:lnTo>
                  <a:lnTo>
                    <a:pt x="2073354" y="2560481"/>
                  </a:lnTo>
                  <a:lnTo>
                    <a:pt x="2040244" y="2653921"/>
                  </a:lnTo>
                  <a:lnTo>
                    <a:pt x="2007403" y="2744137"/>
                  </a:lnTo>
                  <a:lnTo>
                    <a:pt x="1974821" y="2830845"/>
                  </a:lnTo>
                  <a:lnTo>
                    <a:pt x="1942474" y="2913822"/>
                  </a:lnTo>
                  <a:lnTo>
                    <a:pt x="1910314" y="2992910"/>
                  </a:lnTo>
                  <a:lnTo>
                    <a:pt x="1878276" y="3068010"/>
                  </a:lnTo>
                  <a:lnTo>
                    <a:pt x="1846271" y="3139082"/>
                  </a:lnTo>
                  <a:lnTo>
                    <a:pt x="1814186" y="3206137"/>
                  </a:lnTo>
                  <a:lnTo>
                    <a:pt x="1781879" y="3269238"/>
                  </a:lnTo>
                  <a:lnTo>
                    <a:pt x="1768425" y="3294183"/>
                  </a:lnTo>
                  <a:lnTo>
                    <a:pt x="1723806" y="3371169"/>
                  </a:lnTo>
                  <a:lnTo>
                    <a:pt x="1677860" y="3441113"/>
                  </a:lnTo>
                  <a:lnTo>
                    <a:pt x="1629999" y="3504303"/>
                  </a:lnTo>
                  <a:lnTo>
                    <a:pt x="1579565" y="3561266"/>
                  </a:lnTo>
                  <a:lnTo>
                    <a:pt x="1525871" y="3612620"/>
                  </a:lnTo>
                  <a:lnTo>
                    <a:pt x="1468254" y="3658986"/>
                  </a:lnTo>
                  <a:lnTo>
                    <a:pt x="1406126" y="3700937"/>
                  </a:lnTo>
                  <a:lnTo>
                    <a:pt x="1339047" y="3738962"/>
                  </a:lnTo>
                  <a:lnTo>
                    <a:pt x="1266813" y="3773452"/>
                  </a:lnTo>
                  <a:lnTo>
                    <a:pt x="1189575" y="3804692"/>
                  </a:lnTo>
                  <a:lnTo>
                    <a:pt x="1107969" y="3832855"/>
                  </a:lnTo>
                  <a:lnTo>
                    <a:pt x="1023241" y="3858016"/>
                  </a:lnTo>
                  <a:lnTo>
                    <a:pt x="937326" y="3880165"/>
                  </a:lnTo>
                  <a:lnTo>
                    <a:pt x="852840" y="3899241"/>
                  </a:lnTo>
                  <a:lnTo>
                    <a:pt x="772907" y="3915182"/>
                  </a:lnTo>
                  <a:lnTo>
                    <a:pt x="700828" y="3927975"/>
                  </a:lnTo>
                  <a:lnTo>
                    <a:pt x="639590" y="3937713"/>
                  </a:lnTo>
                  <a:lnTo>
                    <a:pt x="591328" y="3944627"/>
                  </a:lnTo>
                  <a:lnTo>
                    <a:pt x="556886" y="3949093"/>
                  </a:lnTo>
                  <a:lnTo>
                    <a:pt x="535580" y="3951603"/>
                  </a:lnTo>
                  <a:lnTo>
                    <a:pt x="525214" y="3952717"/>
                  </a:lnTo>
                  <a:lnTo>
                    <a:pt x="522133" y="3953019"/>
                  </a:lnTo>
                  <a:lnTo>
                    <a:pt x="0" y="3953019"/>
                  </a:lnTo>
                  <a:close/>
                </a:path>
              </a:pathLst>
            </a:custGeom>
            <a:solidFill>
              <a:srgbClr val="8BC34A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1581" name="pl1581"/>
            <p:cNvSpPr/>
            <p:nvPr/>
          </p:nvSpPr>
          <p:spPr>
            <a:xfrm>
              <a:off x="386606" y="993541"/>
              <a:ext cx="8554953" cy="3953019"/>
            </a:xfrm>
            <a:custGeom>
              <a:avLst/>
              <a:pathLst>
                <a:path w="8554953" h="3953019">
                  <a:moveTo>
                    <a:pt x="0" y="3953019"/>
                  </a:moveTo>
                  <a:lnTo>
                    <a:pt x="522133" y="3953019"/>
                  </a:lnTo>
                  <a:lnTo>
                    <a:pt x="523060" y="3952931"/>
                  </a:lnTo>
                  <a:lnTo>
                    <a:pt x="529160" y="3952305"/>
                  </a:lnTo>
                  <a:lnTo>
                    <a:pt x="544568" y="3950574"/>
                  </a:lnTo>
                  <a:lnTo>
                    <a:pt x="572181" y="3947164"/>
                  </a:lnTo>
                  <a:lnTo>
                    <a:pt x="613462" y="3941544"/>
                  </a:lnTo>
                  <a:lnTo>
                    <a:pt x="668329" y="3933273"/>
                  </a:lnTo>
                  <a:lnTo>
                    <a:pt x="735255" y="3922045"/>
                  </a:lnTo>
                  <a:lnTo>
                    <a:pt x="811619" y="3907701"/>
                  </a:lnTo>
                  <a:lnTo>
                    <a:pt x="894214" y="3890205"/>
                  </a:lnTo>
                  <a:lnTo>
                    <a:pt x="979770" y="3869602"/>
                  </a:lnTo>
                  <a:lnTo>
                    <a:pt x="1065385" y="3845960"/>
                  </a:lnTo>
                  <a:lnTo>
                    <a:pt x="1148769" y="3819319"/>
                  </a:lnTo>
                  <a:lnTo>
                    <a:pt x="1228332" y="3789651"/>
                  </a:lnTo>
                  <a:lnTo>
                    <a:pt x="1303144" y="3756834"/>
                  </a:lnTo>
                  <a:lnTo>
                    <a:pt x="1372825" y="3720640"/>
                  </a:lnTo>
                  <a:lnTo>
                    <a:pt x="1437415" y="3680731"/>
                  </a:lnTo>
                  <a:lnTo>
                    <a:pt x="1497248" y="3636665"/>
                  </a:lnTo>
                  <a:lnTo>
                    <a:pt x="1552847" y="3587911"/>
                  </a:lnTo>
                  <a:lnTo>
                    <a:pt x="1604846" y="3533865"/>
                  </a:lnTo>
                  <a:lnTo>
                    <a:pt x="1653924" y="3473899"/>
                  </a:lnTo>
                  <a:lnTo>
                    <a:pt x="1700760" y="3407427"/>
                  </a:lnTo>
                  <a:lnTo>
                    <a:pt x="1745983" y="3334018"/>
                  </a:lnTo>
                  <a:lnTo>
                    <a:pt x="1768425" y="3294183"/>
                  </a:lnTo>
                  <a:lnTo>
                    <a:pt x="1800871" y="3232689"/>
                  </a:lnTo>
                  <a:lnTo>
                    <a:pt x="1833029" y="3167278"/>
                  </a:lnTo>
                  <a:lnTo>
                    <a:pt x="1865052" y="3097870"/>
                  </a:lnTo>
                  <a:lnTo>
                    <a:pt x="1897064" y="3024433"/>
                  </a:lnTo>
                  <a:lnTo>
                    <a:pt x="1929164" y="2946985"/>
                  </a:lnTo>
                  <a:lnTo>
                    <a:pt x="1961427" y="2865599"/>
                  </a:lnTo>
                  <a:lnTo>
                    <a:pt x="1993908" y="2780410"/>
                  </a:lnTo>
                  <a:lnTo>
                    <a:pt x="2026640" y="2691613"/>
                  </a:lnTo>
                  <a:lnTo>
                    <a:pt x="2059639" y="2599466"/>
                  </a:lnTo>
                  <a:lnTo>
                    <a:pt x="2092904" y="2504290"/>
                  </a:lnTo>
                  <a:lnTo>
                    <a:pt x="2126418" y="2406465"/>
                  </a:lnTo>
                  <a:lnTo>
                    <a:pt x="2160152" y="2306422"/>
                  </a:lnTo>
                  <a:lnTo>
                    <a:pt x="2194065" y="2204642"/>
                  </a:lnTo>
                  <a:lnTo>
                    <a:pt x="2228106" y="2101641"/>
                  </a:lnTo>
                  <a:lnTo>
                    <a:pt x="2262219" y="1997965"/>
                  </a:lnTo>
                  <a:lnTo>
                    <a:pt x="2296344" y="1894173"/>
                  </a:lnTo>
                  <a:lnTo>
                    <a:pt x="2330422" y="1790826"/>
                  </a:lnTo>
                  <a:lnTo>
                    <a:pt x="2364394" y="1688477"/>
                  </a:lnTo>
                  <a:lnTo>
                    <a:pt x="2398207" y="1587656"/>
                  </a:lnTo>
                  <a:lnTo>
                    <a:pt x="2431817" y="1488858"/>
                  </a:lnTo>
                  <a:lnTo>
                    <a:pt x="2465188" y="1392538"/>
                  </a:lnTo>
                  <a:lnTo>
                    <a:pt x="2498298" y="1299098"/>
                  </a:lnTo>
                  <a:lnTo>
                    <a:pt x="2531139" y="1208881"/>
                  </a:lnTo>
                  <a:lnTo>
                    <a:pt x="2563721" y="1122174"/>
                  </a:lnTo>
                  <a:lnTo>
                    <a:pt x="2596068" y="1039196"/>
                  </a:lnTo>
                  <a:lnTo>
                    <a:pt x="2628228" y="960109"/>
                  </a:lnTo>
                  <a:lnTo>
                    <a:pt x="2660266" y="885008"/>
                  </a:lnTo>
                  <a:lnTo>
                    <a:pt x="2692271" y="813937"/>
                  </a:lnTo>
                  <a:lnTo>
                    <a:pt x="2724356" y="746881"/>
                  </a:lnTo>
                  <a:lnTo>
                    <a:pt x="2756663" y="683781"/>
                  </a:lnTo>
                  <a:lnTo>
                    <a:pt x="2770117" y="658836"/>
                  </a:lnTo>
                  <a:lnTo>
                    <a:pt x="2814736" y="581850"/>
                  </a:lnTo>
                  <a:lnTo>
                    <a:pt x="2860682" y="511906"/>
                  </a:lnTo>
                  <a:lnTo>
                    <a:pt x="2908543" y="448716"/>
                  </a:lnTo>
                  <a:lnTo>
                    <a:pt x="2958978" y="391753"/>
                  </a:lnTo>
                  <a:lnTo>
                    <a:pt x="3012672" y="340399"/>
                  </a:lnTo>
                  <a:lnTo>
                    <a:pt x="3070288" y="294032"/>
                  </a:lnTo>
                  <a:lnTo>
                    <a:pt x="3132416" y="252082"/>
                  </a:lnTo>
                  <a:lnTo>
                    <a:pt x="3199495" y="214057"/>
                  </a:lnTo>
                  <a:lnTo>
                    <a:pt x="3271729" y="179567"/>
                  </a:lnTo>
                  <a:lnTo>
                    <a:pt x="3348967" y="148327"/>
                  </a:lnTo>
                  <a:lnTo>
                    <a:pt x="3430573" y="120163"/>
                  </a:lnTo>
                  <a:lnTo>
                    <a:pt x="3515301" y="95002"/>
                  </a:lnTo>
                  <a:lnTo>
                    <a:pt x="3601216" y="72854"/>
                  </a:lnTo>
                  <a:lnTo>
                    <a:pt x="3685703" y="53777"/>
                  </a:lnTo>
                  <a:lnTo>
                    <a:pt x="3765635" y="37837"/>
                  </a:lnTo>
                  <a:lnTo>
                    <a:pt x="3837714" y="25044"/>
                  </a:lnTo>
                  <a:lnTo>
                    <a:pt x="3898952" y="15306"/>
                  </a:lnTo>
                  <a:lnTo>
                    <a:pt x="3947214" y="8392"/>
                  </a:lnTo>
                  <a:lnTo>
                    <a:pt x="3981656" y="3926"/>
                  </a:lnTo>
                  <a:lnTo>
                    <a:pt x="4002962" y="1415"/>
                  </a:lnTo>
                  <a:lnTo>
                    <a:pt x="4013329" y="302"/>
                  </a:lnTo>
                  <a:lnTo>
                    <a:pt x="4016286" y="11"/>
                  </a:lnTo>
                  <a:lnTo>
                    <a:pt x="4016409" y="0"/>
                  </a:lnTo>
                  <a:lnTo>
                    <a:pt x="4538543" y="0"/>
                  </a:lnTo>
                  <a:lnTo>
                    <a:pt x="4539766" y="50"/>
                  </a:lnTo>
                  <a:lnTo>
                    <a:pt x="4547771" y="410"/>
                  </a:lnTo>
                  <a:lnTo>
                    <a:pt x="4567808" y="1405"/>
                  </a:lnTo>
                  <a:lnTo>
                    <a:pt x="4603270" y="3360"/>
                  </a:lnTo>
                  <a:lnTo>
                    <a:pt x="4655392" y="6564"/>
                  </a:lnTo>
                  <a:lnTo>
                    <a:pt x="4723180" y="11236"/>
                  </a:lnTo>
                  <a:lnTo>
                    <a:pt x="4803757" y="17505"/>
                  </a:lnTo>
                  <a:lnTo>
                    <a:pt x="4893081" y="25416"/>
                  </a:lnTo>
                  <a:lnTo>
                    <a:pt x="4986788" y="34953"/>
                  </a:lnTo>
                  <a:lnTo>
                    <a:pt x="5080929" y="46077"/>
                  </a:lnTo>
                  <a:lnTo>
                    <a:pt x="5172415" y="58765"/>
                  </a:lnTo>
                  <a:lnTo>
                    <a:pt x="5259169" y="73034"/>
                  </a:lnTo>
                  <a:lnTo>
                    <a:pt x="5340063" y="88962"/>
                  </a:lnTo>
                  <a:lnTo>
                    <a:pt x="5414739" y="106697"/>
                  </a:lnTo>
                  <a:lnTo>
                    <a:pt x="5483391" y="126450"/>
                  </a:lnTo>
                  <a:lnTo>
                    <a:pt x="5546585" y="148499"/>
                  </a:lnTo>
                  <a:lnTo>
                    <a:pt x="5605103" y="173171"/>
                  </a:lnTo>
                  <a:lnTo>
                    <a:pt x="5659831" y="200825"/>
                  </a:lnTo>
                  <a:lnTo>
                    <a:pt x="5711674" y="231805"/>
                  </a:lnTo>
                  <a:lnTo>
                    <a:pt x="5761483" y="266377"/>
                  </a:lnTo>
                  <a:lnTo>
                    <a:pt x="5784835" y="284240"/>
                  </a:lnTo>
                  <a:lnTo>
                    <a:pt x="5829012" y="320846"/>
                  </a:lnTo>
                  <a:lnTo>
                    <a:pt x="5872759" y="360620"/>
                  </a:lnTo>
                  <a:lnTo>
                    <a:pt x="5916425" y="403623"/>
                  </a:lnTo>
                  <a:lnTo>
                    <a:pt x="5960266" y="449839"/>
                  </a:lnTo>
                  <a:lnTo>
                    <a:pt x="6004458" y="499169"/>
                  </a:lnTo>
                  <a:lnTo>
                    <a:pt x="6049107" y="551424"/>
                  </a:lnTo>
                  <a:lnTo>
                    <a:pt x="6094253" y="606319"/>
                  </a:lnTo>
                  <a:lnTo>
                    <a:pt x="6139878" y="663482"/>
                  </a:lnTo>
                  <a:lnTo>
                    <a:pt x="6185915" y="722454"/>
                  </a:lnTo>
                  <a:lnTo>
                    <a:pt x="6232260" y="782707"/>
                  </a:lnTo>
                  <a:lnTo>
                    <a:pt x="6278776" y="843660"/>
                  </a:lnTo>
                  <a:lnTo>
                    <a:pt x="6325316" y="904704"/>
                  </a:lnTo>
                  <a:lnTo>
                    <a:pt x="6371726" y="965227"/>
                  </a:lnTo>
                  <a:lnTo>
                    <a:pt x="6417868" y="1024636"/>
                  </a:lnTo>
                  <a:lnTo>
                    <a:pt x="6463624" y="1082387"/>
                  </a:lnTo>
                  <a:lnTo>
                    <a:pt x="6508916" y="1137998"/>
                  </a:lnTo>
                  <a:lnTo>
                    <a:pt x="6553711" y="1191070"/>
                  </a:lnTo>
                  <a:lnTo>
                    <a:pt x="6598030" y="1241291"/>
                  </a:lnTo>
                  <a:lnTo>
                    <a:pt x="6641961" y="1288445"/>
                  </a:lnTo>
                  <a:lnTo>
                    <a:pt x="6685655" y="1332407"/>
                  </a:lnTo>
                  <a:lnTo>
                    <a:pt x="6729346" y="1373136"/>
                  </a:lnTo>
                  <a:lnTo>
                    <a:pt x="6773354" y="1410671"/>
                  </a:lnTo>
                  <a:lnTo>
                    <a:pt x="6786527" y="1421204"/>
                  </a:lnTo>
                  <a:lnTo>
                    <a:pt x="6835625" y="1457540"/>
                  </a:lnTo>
                  <a:lnTo>
                    <a:pt x="6886394" y="1490216"/>
                  </a:lnTo>
                  <a:lnTo>
                    <a:pt x="6939629" y="1519422"/>
                  </a:lnTo>
                  <a:lnTo>
                    <a:pt x="6996218" y="1545478"/>
                  </a:lnTo>
                  <a:lnTo>
                    <a:pt x="7057067" y="1568740"/>
                  </a:lnTo>
                  <a:lnTo>
                    <a:pt x="7123018" y="1589555"/>
                  </a:lnTo>
                  <a:lnTo>
                    <a:pt x="7194757" y="1608225"/>
                  </a:lnTo>
                  <a:lnTo>
                    <a:pt x="7272679" y="1624996"/>
                  </a:lnTo>
                  <a:lnTo>
                    <a:pt x="7356715" y="1640046"/>
                  </a:lnTo>
                  <a:lnTo>
                    <a:pt x="7446132" y="1653486"/>
                  </a:lnTo>
                  <a:lnTo>
                    <a:pt x="7539324" y="1665359"/>
                  </a:lnTo>
                  <a:lnTo>
                    <a:pt x="7633686" y="1675661"/>
                  </a:lnTo>
                  <a:lnTo>
                    <a:pt x="7725643" y="1684355"/>
                  </a:lnTo>
                  <a:lnTo>
                    <a:pt x="7810953" y="1691410"/>
                  </a:lnTo>
                  <a:lnTo>
                    <a:pt x="7885317" y="1696836"/>
                  </a:lnTo>
                  <a:lnTo>
                    <a:pt x="7945195" y="1700722"/>
                  </a:lnTo>
                  <a:lnTo>
                    <a:pt x="7988623" y="1703242"/>
                  </a:lnTo>
                  <a:lnTo>
                    <a:pt x="8015752" y="1704658"/>
                  </a:lnTo>
                  <a:lnTo>
                    <a:pt x="8028971" y="1705281"/>
                  </a:lnTo>
                  <a:lnTo>
                    <a:pt x="8032681" y="1705440"/>
                  </a:lnTo>
                  <a:lnTo>
                    <a:pt x="8032819" y="1705445"/>
                  </a:lnTo>
                  <a:lnTo>
                    <a:pt x="8554953" y="1705445"/>
                  </a:lnTo>
                  <a:lnTo>
                    <a:pt x="8554953" y="1705445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582" name="pl1582"/>
            <p:cNvSpPr/>
            <p:nvPr/>
          </p:nvSpPr>
          <p:spPr>
            <a:xfrm>
              <a:off x="386606" y="987894"/>
              <a:ext cx="8554953" cy="3953019"/>
            </a:xfrm>
            <a:custGeom>
              <a:avLst/>
              <a:pathLst>
                <a:path w="8554953" h="3953019">
                  <a:moveTo>
                    <a:pt x="8554953" y="1705445"/>
                  </a:moveTo>
                  <a:lnTo>
                    <a:pt x="8032819" y="1705445"/>
                  </a:lnTo>
                  <a:lnTo>
                    <a:pt x="8031596" y="1705395"/>
                  </a:lnTo>
                  <a:lnTo>
                    <a:pt x="8023591" y="1705035"/>
                  </a:lnTo>
                  <a:lnTo>
                    <a:pt x="8003554" y="1704040"/>
                  </a:lnTo>
                  <a:lnTo>
                    <a:pt x="7968092" y="1702085"/>
                  </a:lnTo>
                  <a:lnTo>
                    <a:pt x="7915970" y="1698881"/>
                  </a:lnTo>
                  <a:lnTo>
                    <a:pt x="7848182" y="1694209"/>
                  </a:lnTo>
                  <a:lnTo>
                    <a:pt x="7767605" y="1687939"/>
                  </a:lnTo>
                  <a:lnTo>
                    <a:pt x="7678281" y="1680028"/>
                  </a:lnTo>
                  <a:lnTo>
                    <a:pt x="7584574" y="1670491"/>
                  </a:lnTo>
                  <a:lnTo>
                    <a:pt x="7490433" y="1659367"/>
                  </a:lnTo>
                  <a:lnTo>
                    <a:pt x="7398947" y="1646680"/>
                  </a:lnTo>
                  <a:lnTo>
                    <a:pt x="7312193" y="1632411"/>
                  </a:lnTo>
                  <a:lnTo>
                    <a:pt x="7231298" y="1616482"/>
                  </a:lnTo>
                  <a:lnTo>
                    <a:pt x="7156623" y="1598748"/>
                  </a:lnTo>
                  <a:lnTo>
                    <a:pt x="7087971" y="1578995"/>
                  </a:lnTo>
                  <a:lnTo>
                    <a:pt x="7024777" y="1556946"/>
                  </a:lnTo>
                  <a:lnTo>
                    <a:pt x="6966259" y="1532273"/>
                  </a:lnTo>
                  <a:lnTo>
                    <a:pt x="6911531" y="1504620"/>
                  </a:lnTo>
                  <a:lnTo>
                    <a:pt x="6859688" y="1473640"/>
                  </a:lnTo>
                  <a:lnTo>
                    <a:pt x="6809879" y="1439067"/>
                  </a:lnTo>
                  <a:lnTo>
                    <a:pt x="6786527" y="1421204"/>
                  </a:lnTo>
                  <a:lnTo>
                    <a:pt x="6742350" y="1384599"/>
                  </a:lnTo>
                  <a:lnTo>
                    <a:pt x="6698603" y="1344824"/>
                  </a:lnTo>
                  <a:lnTo>
                    <a:pt x="6654937" y="1301822"/>
                  </a:lnTo>
                  <a:lnTo>
                    <a:pt x="6611096" y="1255606"/>
                  </a:lnTo>
                  <a:lnTo>
                    <a:pt x="6566904" y="1206276"/>
                  </a:lnTo>
                  <a:lnTo>
                    <a:pt x="6522255" y="1154021"/>
                  </a:lnTo>
                  <a:lnTo>
                    <a:pt x="6477109" y="1099125"/>
                  </a:lnTo>
                  <a:lnTo>
                    <a:pt x="6431484" y="1041962"/>
                  </a:lnTo>
                  <a:lnTo>
                    <a:pt x="6385447" y="982990"/>
                  </a:lnTo>
                  <a:lnTo>
                    <a:pt x="6339102" y="922738"/>
                  </a:lnTo>
                  <a:lnTo>
                    <a:pt x="6292586" y="861785"/>
                  </a:lnTo>
                  <a:lnTo>
                    <a:pt x="6246046" y="800741"/>
                  </a:lnTo>
                  <a:lnTo>
                    <a:pt x="6199636" y="740218"/>
                  </a:lnTo>
                  <a:lnTo>
                    <a:pt x="6153494" y="680809"/>
                  </a:lnTo>
                  <a:lnTo>
                    <a:pt x="6107738" y="623058"/>
                  </a:lnTo>
                  <a:lnTo>
                    <a:pt x="6062446" y="567446"/>
                  </a:lnTo>
                  <a:lnTo>
                    <a:pt x="6017651" y="514375"/>
                  </a:lnTo>
                  <a:lnTo>
                    <a:pt x="5973331" y="464153"/>
                  </a:lnTo>
                  <a:lnTo>
                    <a:pt x="5929401" y="416999"/>
                  </a:lnTo>
                  <a:lnTo>
                    <a:pt x="5885707" y="373038"/>
                  </a:lnTo>
                  <a:lnTo>
                    <a:pt x="5842015" y="332309"/>
                  </a:lnTo>
                  <a:lnTo>
                    <a:pt x="5798008" y="294774"/>
                  </a:lnTo>
                  <a:lnTo>
                    <a:pt x="5784835" y="284240"/>
                  </a:lnTo>
                  <a:lnTo>
                    <a:pt x="5735737" y="247905"/>
                  </a:lnTo>
                  <a:lnTo>
                    <a:pt x="5684968" y="215229"/>
                  </a:lnTo>
                  <a:lnTo>
                    <a:pt x="5631733" y="186022"/>
                  </a:lnTo>
                  <a:lnTo>
                    <a:pt x="5575144" y="159967"/>
                  </a:lnTo>
                  <a:lnTo>
                    <a:pt x="5514295" y="136705"/>
                  </a:lnTo>
                  <a:lnTo>
                    <a:pt x="5448344" y="115890"/>
                  </a:lnTo>
                  <a:lnTo>
                    <a:pt x="5376605" y="97220"/>
                  </a:lnTo>
                  <a:lnTo>
                    <a:pt x="5298683" y="80448"/>
                  </a:lnTo>
                  <a:lnTo>
                    <a:pt x="5214647" y="65398"/>
                  </a:lnTo>
                  <a:lnTo>
                    <a:pt x="5125230" y="51959"/>
                  </a:lnTo>
                  <a:lnTo>
                    <a:pt x="5032038" y="40085"/>
                  </a:lnTo>
                  <a:lnTo>
                    <a:pt x="4937676" y="29784"/>
                  </a:lnTo>
                  <a:lnTo>
                    <a:pt x="4845719" y="21090"/>
                  </a:lnTo>
                  <a:lnTo>
                    <a:pt x="4760409" y="14035"/>
                  </a:lnTo>
                  <a:lnTo>
                    <a:pt x="4686045" y="8608"/>
                  </a:lnTo>
                  <a:lnTo>
                    <a:pt x="4626167" y="4723"/>
                  </a:lnTo>
                  <a:lnTo>
                    <a:pt x="4582739" y="2202"/>
                  </a:lnTo>
                  <a:lnTo>
                    <a:pt x="4555610" y="787"/>
                  </a:lnTo>
                  <a:lnTo>
                    <a:pt x="4542391" y="164"/>
                  </a:lnTo>
                  <a:lnTo>
                    <a:pt x="4538681" y="5"/>
                  </a:lnTo>
                  <a:lnTo>
                    <a:pt x="4538543" y="0"/>
                  </a:lnTo>
                  <a:lnTo>
                    <a:pt x="4016409" y="0"/>
                  </a:lnTo>
                  <a:lnTo>
                    <a:pt x="4015483" y="87"/>
                  </a:lnTo>
                  <a:lnTo>
                    <a:pt x="4009382" y="714"/>
                  </a:lnTo>
                  <a:lnTo>
                    <a:pt x="3993974" y="2445"/>
                  </a:lnTo>
                  <a:lnTo>
                    <a:pt x="3966362" y="5855"/>
                  </a:lnTo>
                  <a:lnTo>
                    <a:pt x="3925080" y="11475"/>
                  </a:lnTo>
                  <a:lnTo>
                    <a:pt x="3870213" y="19746"/>
                  </a:lnTo>
                  <a:lnTo>
                    <a:pt x="3803287" y="30974"/>
                  </a:lnTo>
                  <a:lnTo>
                    <a:pt x="3726923" y="45318"/>
                  </a:lnTo>
                  <a:lnTo>
                    <a:pt x="3644329" y="62813"/>
                  </a:lnTo>
                  <a:lnTo>
                    <a:pt x="3558772" y="83416"/>
                  </a:lnTo>
                  <a:lnTo>
                    <a:pt x="3473157" y="107059"/>
                  </a:lnTo>
                  <a:lnTo>
                    <a:pt x="3389773" y="133700"/>
                  </a:lnTo>
                  <a:lnTo>
                    <a:pt x="3310210" y="163368"/>
                  </a:lnTo>
                  <a:lnTo>
                    <a:pt x="3235398" y="196185"/>
                  </a:lnTo>
                  <a:lnTo>
                    <a:pt x="3165717" y="232379"/>
                  </a:lnTo>
                  <a:lnTo>
                    <a:pt x="3101127" y="272288"/>
                  </a:lnTo>
                  <a:lnTo>
                    <a:pt x="3041294" y="316353"/>
                  </a:lnTo>
                  <a:lnTo>
                    <a:pt x="2985695" y="365108"/>
                  </a:lnTo>
                  <a:lnTo>
                    <a:pt x="2933696" y="419154"/>
                  </a:lnTo>
                  <a:lnTo>
                    <a:pt x="2884618" y="479120"/>
                  </a:lnTo>
                  <a:lnTo>
                    <a:pt x="2837782" y="545591"/>
                  </a:lnTo>
                  <a:lnTo>
                    <a:pt x="2792559" y="619001"/>
                  </a:lnTo>
                  <a:lnTo>
                    <a:pt x="2770117" y="658836"/>
                  </a:lnTo>
                  <a:lnTo>
                    <a:pt x="2737671" y="720330"/>
                  </a:lnTo>
                  <a:lnTo>
                    <a:pt x="2705513" y="785741"/>
                  </a:lnTo>
                  <a:lnTo>
                    <a:pt x="2673490" y="855148"/>
                  </a:lnTo>
                  <a:lnTo>
                    <a:pt x="2641478" y="928586"/>
                  </a:lnTo>
                  <a:lnTo>
                    <a:pt x="2609378" y="1006034"/>
                  </a:lnTo>
                  <a:lnTo>
                    <a:pt x="2577115" y="1087420"/>
                  </a:lnTo>
                  <a:lnTo>
                    <a:pt x="2544634" y="1172609"/>
                  </a:lnTo>
                  <a:lnTo>
                    <a:pt x="2511902" y="1261406"/>
                  </a:lnTo>
                  <a:lnTo>
                    <a:pt x="2478903" y="1353553"/>
                  </a:lnTo>
                  <a:lnTo>
                    <a:pt x="2445638" y="1448728"/>
                  </a:lnTo>
                  <a:lnTo>
                    <a:pt x="2412124" y="1546554"/>
                  </a:lnTo>
                  <a:lnTo>
                    <a:pt x="2378390" y="1646597"/>
                  </a:lnTo>
                  <a:lnTo>
                    <a:pt x="2344477" y="1748377"/>
                  </a:lnTo>
                  <a:lnTo>
                    <a:pt x="2310437" y="1851378"/>
                  </a:lnTo>
                  <a:lnTo>
                    <a:pt x="2276323" y="1955054"/>
                  </a:lnTo>
                  <a:lnTo>
                    <a:pt x="2242198" y="2058846"/>
                  </a:lnTo>
                  <a:lnTo>
                    <a:pt x="2208120" y="2162193"/>
                  </a:lnTo>
                  <a:lnTo>
                    <a:pt x="2174148" y="2264542"/>
                  </a:lnTo>
                  <a:lnTo>
                    <a:pt x="2140335" y="2365363"/>
                  </a:lnTo>
                  <a:lnTo>
                    <a:pt x="2106725" y="2464161"/>
                  </a:lnTo>
                  <a:lnTo>
                    <a:pt x="2073354" y="2560481"/>
                  </a:lnTo>
                  <a:lnTo>
                    <a:pt x="2040244" y="2653921"/>
                  </a:lnTo>
                  <a:lnTo>
                    <a:pt x="2007403" y="2744137"/>
                  </a:lnTo>
                  <a:lnTo>
                    <a:pt x="1974821" y="2830845"/>
                  </a:lnTo>
                  <a:lnTo>
                    <a:pt x="1942474" y="2913822"/>
                  </a:lnTo>
                  <a:lnTo>
                    <a:pt x="1910314" y="2992910"/>
                  </a:lnTo>
                  <a:lnTo>
                    <a:pt x="1878276" y="3068010"/>
                  </a:lnTo>
                  <a:lnTo>
                    <a:pt x="1846271" y="3139082"/>
                  </a:lnTo>
                  <a:lnTo>
                    <a:pt x="1814186" y="3206137"/>
                  </a:lnTo>
                  <a:lnTo>
                    <a:pt x="1781879" y="3269238"/>
                  </a:lnTo>
                  <a:lnTo>
                    <a:pt x="1768425" y="3294183"/>
                  </a:lnTo>
                  <a:lnTo>
                    <a:pt x="1723806" y="3371169"/>
                  </a:lnTo>
                  <a:lnTo>
                    <a:pt x="1677860" y="3441113"/>
                  </a:lnTo>
                  <a:lnTo>
                    <a:pt x="1629999" y="3504303"/>
                  </a:lnTo>
                  <a:lnTo>
                    <a:pt x="1579565" y="3561266"/>
                  </a:lnTo>
                  <a:lnTo>
                    <a:pt x="1525871" y="3612620"/>
                  </a:lnTo>
                  <a:lnTo>
                    <a:pt x="1468254" y="3658986"/>
                  </a:lnTo>
                  <a:lnTo>
                    <a:pt x="1406126" y="3700937"/>
                  </a:lnTo>
                  <a:lnTo>
                    <a:pt x="1339047" y="3738962"/>
                  </a:lnTo>
                  <a:lnTo>
                    <a:pt x="1266813" y="3773452"/>
                  </a:lnTo>
                  <a:lnTo>
                    <a:pt x="1189575" y="3804692"/>
                  </a:lnTo>
                  <a:lnTo>
                    <a:pt x="1107969" y="3832855"/>
                  </a:lnTo>
                  <a:lnTo>
                    <a:pt x="1023241" y="3858016"/>
                  </a:lnTo>
                  <a:lnTo>
                    <a:pt x="937326" y="3880165"/>
                  </a:lnTo>
                  <a:lnTo>
                    <a:pt x="852840" y="3899241"/>
                  </a:lnTo>
                  <a:lnTo>
                    <a:pt x="772907" y="3915182"/>
                  </a:lnTo>
                  <a:lnTo>
                    <a:pt x="700828" y="3927975"/>
                  </a:lnTo>
                  <a:lnTo>
                    <a:pt x="639590" y="3937713"/>
                  </a:lnTo>
                  <a:lnTo>
                    <a:pt x="591328" y="3944627"/>
                  </a:lnTo>
                  <a:lnTo>
                    <a:pt x="556886" y="3949093"/>
                  </a:lnTo>
                  <a:lnTo>
                    <a:pt x="535580" y="3951603"/>
                  </a:lnTo>
                  <a:lnTo>
                    <a:pt x="525214" y="3952717"/>
                  </a:lnTo>
                  <a:lnTo>
                    <a:pt x="522256" y="3953008"/>
                  </a:lnTo>
                  <a:lnTo>
                    <a:pt x="522133" y="3953019"/>
                  </a:lnTo>
                  <a:lnTo>
                    <a:pt x="0" y="3953019"/>
                  </a:lnTo>
                  <a:lnTo>
                    <a:pt x="0" y="3953019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583" name="pg1583"/>
            <p:cNvSpPr/>
            <p:nvPr/>
          </p:nvSpPr>
          <p:spPr>
            <a:xfrm>
              <a:off x="386606" y="2495689"/>
              <a:ext cx="8554953" cy="2704994"/>
            </a:xfrm>
            <a:custGeom>
              <a:avLst/>
              <a:pathLst>
                <a:path w="8554953" h="2704994">
                  <a:moveTo>
                    <a:pt x="0" y="2704994"/>
                  </a:moveTo>
                  <a:lnTo>
                    <a:pt x="522133" y="2704994"/>
                  </a:lnTo>
                  <a:lnTo>
                    <a:pt x="523293" y="2704919"/>
                  </a:lnTo>
                  <a:lnTo>
                    <a:pt x="530896" y="2704379"/>
                  </a:lnTo>
                  <a:lnTo>
                    <a:pt x="549960" y="2702888"/>
                  </a:lnTo>
                  <a:lnTo>
                    <a:pt x="583788" y="2699956"/>
                  </a:lnTo>
                  <a:lnTo>
                    <a:pt x="633683" y="2695146"/>
                  </a:lnTo>
                  <a:lnTo>
                    <a:pt x="698863" y="2688117"/>
                  </a:lnTo>
                  <a:lnTo>
                    <a:pt x="776750" y="2678663"/>
                  </a:lnTo>
                  <a:lnTo>
                    <a:pt x="863594" y="2666705"/>
                  </a:lnTo>
                  <a:lnTo>
                    <a:pt x="955255" y="2652257"/>
                  </a:lnTo>
                  <a:lnTo>
                    <a:pt x="1047894" y="2635376"/>
                  </a:lnTo>
                  <a:lnTo>
                    <a:pt x="1138428" y="2616106"/>
                  </a:lnTo>
                  <a:lnTo>
                    <a:pt x="1224709" y="2594432"/>
                  </a:lnTo>
                  <a:lnTo>
                    <a:pt x="1305500" y="2570259"/>
                  </a:lnTo>
                  <a:lnTo>
                    <a:pt x="1380313" y="2543390"/>
                  </a:lnTo>
                  <a:lnTo>
                    <a:pt x="1449228" y="2513528"/>
                  </a:lnTo>
                  <a:lnTo>
                    <a:pt x="1512705" y="2480283"/>
                  </a:lnTo>
                  <a:lnTo>
                    <a:pt x="1571441" y="2443180"/>
                  </a:lnTo>
                  <a:lnTo>
                    <a:pt x="1626257" y="2401692"/>
                  </a:lnTo>
                  <a:lnTo>
                    <a:pt x="1678013" y="2355287"/>
                  </a:lnTo>
                  <a:lnTo>
                    <a:pt x="1727540" y="2303509"/>
                  </a:lnTo>
                  <a:lnTo>
                    <a:pt x="1768425" y="2255103"/>
                  </a:lnTo>
                  <a:lnTo>
                    <a:pt x="1806353" y="2205709"/>
                  </a:lnTo>
                  <a:lnTo>
                    <a:pt x="1843925" y="2152640"/>
                  </a:lnTo>
                  <a:lnTo>
                    <a:pt x="1881372" y="2095820"/>
                  </a:lnTo>
                  <a:lnTo>
                    <a:pt x="1918876" y="2035238"/>
                  </a:lnTo>
                  <a:lnTo>
                    <a:pt x="1956573" y="1970949"/>
                  </a:lnTo>
                  <a:lnTo>
                    <a:pt x="1994558" y="1903084"/>
                  </a:lnTo>
                  <a:lnTo>
                    <a:pt x="2032887" y="1831853"/>
                  </a:lnTo>
                  <a:lnTo>
                    <a:pt x="2071582" y="1757545"/>
                  </a:lnTo>
                  <a:lnTo>
                    <a:pt x="2110634" y="1680528"/>
                  </a:lnTo>
                  <a:lnTo>
                    <a:pt x="2150008" y="1601245"/>
                  </a:lnTo>
                  <a:lnTo>
                    <a:pt x="2189644" y="1520200"/>
                  </a:lnTo>
                  <a:lnTo>
                    <a:pt x="2229465" y="1437950"/>
                  </a:lnTo>
                  <a:lnTo>
                    <a:pt x="2269382" y="1355090"/>
                  </a:lnTo>
                  <a:lnTo>
                    <a:pt x="2309298" y="1272232"/>
                  </a:lnTo>
                  <a:lnTo>
                    <a:pt x="2349119" y="1189988"/>
                  </a:lnTo>
                  <a:lnTo>
                    <a:pt x="2388753" y="1108951"/>
                  </a:lnTo>
                  <a:lnTo>
                    <a:pt x="2428126" y="1029679"/>
                  </a:lnTo>
                  <a:lnTo>
                    <a:pt x="2467176" y="952676"/>
                  </a:lnTo>
                  <a:lnTo>
                    <a:pt x="2505869" y="878384"/>
                  </a:lnTo>
                  <a:lnTo>
                    <a:pt x="2544196" y="807171"/>
                  </a:lnTo>
                  <a:lnTo>
                    <a:pt x="2582179" y="739325"/>
                  </a:lnTo>
                  <a:lnTo>
                    <a:pt x="2619874" y="675057"/>
                  </a:lnTo>
                  <a:lnTo>
                    <a:pt x="2657378" y="614495"/>
                  </a:lnTo>
                  <a:lnTo>
                    <a:pt x="2694826" y="557697"/>
                  </a:lnTo>
                  <a:lnTo>
                    <a:pt x="2732398" y="504648"/>
                  </a:lnTo>
                  <a:lnTo>
                    <a:pt x="2770117" y="455538"/>
                  </a:lnTo>
                  <a:lnTo>
                    <a:pt x="2818330" y="398999"/>
                  </a:lnTo>
                  <a:lnTo>
                    <a:pt x="2868141" y="348051"/>
                  </a:lnTo>
                  <a:lnTo>
                    <a:pt x="2920302" y="302416"/>
                  </a:lnTo>
                  <a:lnTo>
                    <a:pt x="2975652" y="261622"/>
                  </a:lnTo>
                  <a:lnTo>
                    <a:pt x="3035050" y="225131"/>
                  </a:lnTo>
                  <a:lnTo>
                    <a:pt x="3099304" y="192422"/>
                  </a:lnTo>
                  <a:lnTo>
                    <a:pt x="3169083" y="163033"/>
                  </a:lnTo>
                  <a:lnTo>
                    <a:pt x="3244801" y="136585"/>
                  </a:lnTo>
                  <a:lnTo>
                    <a:pt x="3326463" y="112797"/>
                  </a:lnTo>
                  <a:lnTo>
                    <a:pt x="3413484" y="91489"/>
                  </a:lnTo>
                  <a:lnTo>
                    <a:pt x="3504494" y="72576"/>
                  </a:lnTo>
                  <a:lnTo>
                    <a:pt x="3597204" y="56057"/>
                  </a:lnTo>
                  <a:lnTo>
                    <a:pt x="3688401" y="41980"/>
                  </a:lnTo>
                  <a:lnTo>
                    <a:pt x="3774163" y="30399"/>
                  </a:lnTo>
                  <a:lnTo>
                    <a:pt x="3850361" y="21317"/>
                  </a:lnTo>
                  <a:lnTo>
                    <a:pt x="3913371" y="14638"/>
                  </a:lnTo>
                  <a:lnTo>
                    <a:pt x="3960852" y="10134"/>
                  </a:lnTo>
                  <a:lnTo>
                    <a:pt x="3992328" y="7449"/>
                  </a:lnTo>
                  <a:lnTo>
                    <a:pt x="4009415" y="6132"/>
                  </a:lnTo>
                  <a:lnTo>
                    <a:pt x="4015691" y="5693"/>
                  </a:lnTo>
                  <a:lnTo>
                    <a:pt x="4016409" y="5647"/>
                  </a:lnTo>
                  <a:lnTo>
                    <a:pt x="4538543" y="5647"/>
                  </a:lnTo>
                  <a:lnTo>
                    <a:pt x="4539807" y="5664"/>
                  </a:lnTo>
                  <a:lnTo>
                    <a:pt x="4548075" y="5786"/>
                  </a:lnTo>
                  <a:lnTo>
                    <a:pt x="4568748" y="6123"/>
                  </a:lnTo>
                  <a:lnTo>
                    <a:pt x="4605274" y="6786"/>
                  </a:lnTo>
                  <a:lnTo>
                    <a:pt x="4658838" y="7872"/>
                  </a:lnTo>
                  <a:lnTo>
                    <a:pt x="4728301" y="9453"/>
                  </a:lnTo>
                  <a:lnTo>
                    <a:pt x="4810590" y="11572"/>
                  </a:lnTo>
                  <a:lnTo>
                    <a:pt x="4901471" y="14241"/>
                  </a:lnTo>
                  <a:lnTo>
                    <a:pt x="4996443" y="17454"/>
                  </a:lnTo>
                  <a:lnTo>
                    <a:pt x="5091492" y="21198"/>
                  </a:lnTo>
                  <a:lnTo>
                    <a:pt x="5183533" y="25466"/>
                  </a:lnTo>
                  <a:lnTo>
                    <a:pt x="5270544" y="30267"/>
                  </a:lnTo>
                  <a:lnTo>
                    <a:pt x="5351471" y="35629"/>
                  </a:lnTo>
                  <a:lnTo>
                    <a:pt x="5426036" y="41606"/>
                  </a:lnTo>
                  <a:lnTo>
                    <a:pt x="5494513" y="48273"/>
                  </a:lnTo>
                  <a:lnTo>
                    <a:pt x="5557532" y="55728"/>
                  </a:lnTo>
                  <a:lnTo>
                    <a:pt x="5615927" y="64084"/>
                  </a:lnTo>
                  <a:lnTo>
                    <a:pt x="5670626" y="73462"/>
                  </a:lnTo>
                  <a:lnTo>
                    <a:pt x="5722558" y="83978"/>
                  </a:lnTo>
                  <a:lnTo>
                    <a:pt x="5772581" y="95710"/>
                  </a:lnTo>
                  <a:lnTo>
                    <a:pt x="5784835" y="98825"/>
                  </a:lnTo>
                  <a:lnTo>
                    <a:pt x="5837375" y="113230"/>
                  </a:lnTo>
                  <a:lnTo>
                    <a:pt x="5889407" y="129115"/>
                  </a:lnTo>
                  <a:lnTo>
                    <a:pt x="5941471" y="146500"/>
                  </a:lnTo>
                  <a:lnTo>
                    <a:pt x="5993937" y="165356"/>
                  </a:lnTo>
                  <a:lnTo>
                    <a:pt x="6047019" y="185595"/>
                  </a:lnTo>
                  <a:lnTo>
                    <a:pt x="6100802" y="207066"/>
                  </a:lnTo>
                  <a:lnTo>
                    <a:pt x="6155253" y="229562"/>
                  </a:lnTo>
                  <a:lnTo>
                    <a:pt x="6210242" y="252818"/>
                  </a:lnTo>
                  <a:lnTo>
                    <a:pt x="6265569" y="276530"/>
                  </a:lnTo>
                  <a:lnTo>
                    <a:pt x="6320989" y="300364"/>
                  </a:lnTo>
                  <a:lnTo>
                    <a:pt x="6376247" y="323983"/>
                  </a:lnTo>
                  <a:lnTo>
                    <a:pt x="6431106" y="347060"/>
                  </a:lnTo>
                  <a:lnTo>
                    <a:pt x="6485382" y="369299"/>
                  </a:lnTo>
                  <a:lnTo>
                    <a:pt x="6538972" y="390450"/>
                  </a:lnTo>
                  <a:lnTo>
                    <a:pt x="6591872" y="410322"/>
                  </a:lnTo>
                  <a:lnTo>
                    <a:pt x="6644199" y="428781"/>
                  </a:lnTo>
                  <a:lnTo>
                    <a:pt x="6696211" y="445755"/>
                  </a:lnTo>
                  <a:lnTo>
                    <a:pt x="6748321" y="461230"/>
                  </a:lnTo>
                  <a:lnTo>
                    <a:pt x="6786527" y="471538"/>
                  </a:lnTo>
                  <a:lnTo>
                    <a:pt x="6836191" y="483578"/>
                  </a:lnTo>
                  <a:lnTo>
                    <a:pt x="6887572" y="494391"/>
                  </a:lnTo>
                  <a:lnTo>
                    <a:pt x="6941495" y="504043"/>
                  </a:lnTo>
                  <a:lnTo>
                    <a:pt x="6998881" y="512642"/>
                  </a:lnTo>
                  <a:lnTo>
                    <a:pt x="7060664" y="520310"/>
                  </a:lnTo>
                  <a:lnTo>
                    <a:pt x="7127712" y="527164"/>
                  </a:lnTo>
                  <a:lnTo>
                    <a:pt x="7200718" y="533305"/>
                  </a:lnTo>
                  <a:lnTo>
                    <a:pt x="7280061" y="538815"/>
                  </a:lnTo>
                  <a:lnTo>
                    <a:pt x="7365620" y="543752"/>
                  </a:lnTo>
                  <a:lnTo>
                    <a:pt x="7456556" y="548151"/>
                  </a:lnTo>
                  <a:lnTo>
                    <a:pt x="7551103" y="552026"/>
                  </a:lnTo>
                  <a:lnTo>
                    <a:pt x="7646439" y="555372"/>
                  </a:lnTo>
                  <a:lnTo>
                    <a:pt x="7738752" y="558178"/>
                  </a:lnTo>
                  <a:lnTo>
                    <a:pt x="7823603" y="560433"/>
                  </a:lnTo>
                  <a:lnTo>
                    <a:pt x="7896610" y="562146"/>
                  </a:lnTo>
                  <a:lnTo>
                    <a:pt x="7954328" y="563349"/>
                  </a:lnTo>
                  <a:lnTo>
                    <a:pt x="7995082" y="564109"/>
                  </a:lnTo>
                  <a:lnTo>
                    <a:pt x="8019466" y="564518"/>
                  </a:lnTo>
                  <a:lnTo>
                    <a:pt x="8030390" y="564683"/>
                  </a:lnTo>
                  <a:lnTo>
                    <a:pt x="8032819" y="564717"/>
                  </a:lnTo>
                  <a:lnTo>
                    <a:pt x="8554953" y="564717"/>
                  </a:lnTo>
                  <a:lnTo>
                    <a:pt x="8554953" y="559069"/>
                  </a:lnTo>
                  <a:lnTo>
                    <a:pt x="8032819" y="559069"/>
                  </a:lnTo>
                  <a:lnTo>
                    <a:pt x="8031554" y="559052"/>
                  </a:lnTo>
                  <a:lnTo>
                    <a:pt x="8023286" y="558930"/>
                  </a:lnTo>
                  <a:lnTo>
                    <a:pt x="8002614" y="558593"/>
                  </a:lnTo>
                  <a:lnTo>
                    <a:pt x="7966088" y="557930"/>
                  </a:lnTo>
                  <a:lnTo>
                    <a:pt x="7912524" y="556844"/>
                  </a:lnTo>
                  <a:lnTo>
                    <a:pt x="7843061" y="555263"/>
                  </a:lnTo>
                  <a:lnTo>
                    <a:pt x="7760772" y="553144"/>
                  </a:lnTo>
                  <a:lnTo>
                    <a:pt x="7669891" y="550475"/>
                  </a:lnTo>
                  <a:lnTo>
                    <a:pt x="7574919" y="547262"/>
                  </a:lnTo>
                  <a:lnTo>
                    <a:pt x="7479870" y="543518"/>
                  </a:lnTo>
                  <a:lnTo>
                    <a:pt x="7387829" y="539250"/>
                  </a:lnTo>
                  <a:lnTo>
                    <a:pt x="7300818" y="534450"/>
                  </a:lnTo>
                  <a:lnTo>
                    <a:pt x="7219891" y="529087"/>
                  </a:lnTo>
                  <a:lnTo>
                    <a:pt x="7145326" y="523110"/>
                  </a:lnTo>
                  <a:lnTo>
                    <a:pt x="7076849" y="516443"/>
                  </a:lnTo>
                  <a:lnTo>
                    <a:pt x="7013830" y="508988"/>
                  </a:lnTo>
                  <a:lnTo>
                    <a:pt x="6955435" y="500632"/>
                  </a:lnTo>
                  <a:lnTo>
                    <a:pt x="6900736" y="491254"/>
                  </a:lnTo>
                  <a:lnTo>
                    <a:pt x="6848804" y="480738"/>
                  </a:lnTo>
                  <a:lnTo>
                    <a:pt x="6798781" y="469007"/>
                  </a:lnTo>
                  <a:lnTo>
                    <a:pt x="6786527" y="465891"/>
                  </a:lnTo>
                  <a:lnTo>
                    <a:pt x="6733986" y="451486"/>
                  </a:lnTo>
                  <a:lnTo>
                    <a:pt x="6681955" y="435601"/>
                  </a:lnTo>
                  <a:lnTo>
                    <a:pt x="6629890" y="418216"/>
                  </a:lnTo>
                  <a:lnTo>
                    <a:pt x="6577425" y="399360"/>
                  </a:lnTo>
                  <a:lnTo>
                    <a:pt x="6524343" y="379121"/>
                  </a:lnTo>
                  <a:lnTo>
                    <a:pt x="6470559" y="357650"/>
                  </a:lnTo>
                  <a:lnTo>
                    <a:pt x="6416109" y="335154"/>
                  </a:lnTo>
                  <a:lnTo>
                    <a:pt x="6361119" y="311898"/>
                  </a:lnTo>
                  <a:lnTo>
                    <a:pt x="6305793" y="288186"/>
                  </a:lnTo>
                  <a:lnTo>
                    <a:pt x="6250373" y="264352"/>
                  </a:lnTo>
                  <a:lnTo>
                    <a:pt x="6195115" y="240733"/>
                  </a:lnTo>
                  <a:lnTo>
                    <a:pt x="6140256" y="217656"/>
                  </a:lnTo>
                  <a:lnTo>
                    <a:pt x="6085980" y="195418"/>
                  </a:lnTo>
                  <a:lnTo>
                    <a:pt x="6032390" y="174266"/>
                  </a:lnTo>
                  <a:lnTo>
                    <a:pt x="5979490" y="154394"/>
                  </a:lnTo>
                  <a:lnTo>
                    <a:pt x="5927163" y="135935"/>
                  </a:lnTo>
                  <a:lnTo>
                    <a:pt x="5875151" y="118961"/>
                  </a:lnTo>
                  <a:lnTo>
                    <a:pt x="5823041" y="103486"/>
                  </a:lnTo>
                  <a:lnTo>
                    <a:pt x="5784835" y="93178"/>
                  </a:lnTo>
                  <a:lnTo>
                    <a:pt x="5735171" y="81138"/>
                  </a:lnTo>
                  <a:lnTo>
                    <a:pt x="5683790" y="70325"/>
                  </a:lnTo>
                  <a:lnTo>
                    <a:pt x="5629867" y="60673"/>
                  </a:lnTo>
                  <a:lnTo>
                    <a:pt x="5572481" y="52074"/>
                  </a:lnTo>
                  <a:lnTo>
                    <a:pt x="5510697" y="44406"/>
                  </a:lnTo>
                  <a:lnTo>
                    <a:pt x="5443650" y="37552"/>
                  </a:lnTo>
                  <a:lnTo>
                    <a:pt x="5370644" y="31411"/>
                  </a:lnTo>
                  <a:lnTo>
                    <a:pt x="5291301" y="25901"/>
                  </a:lnTo>
                  <a:lnTo>
                    <a:pt x="5205742" y="20964"/>
                  </a:lnTo>
                  <a:lnTo>
                    <a:pt x="5114806" y="16565"/>
                  </a:lnTo>
                  <a:lnTo>
                    <a:pt x="5020259" y="12690"/>
                  </a:lnTo>
                  <a:lnTo>
                    <a:pt x="4924923" y="9344"/>
                  </a:lnTo>
                  <a:lnTo>
                    <a:pt x="4832610" y="6538"/>
                  </a:lnTo>
                  <a:lnTo>
                    <a:pt x="4747759" y="4283"/>
                  </a:lnTo>
                  <a:lnTo>
                    <a:pt x="4674752" y="2570"/>
                  </a:lnTo>
                  <a:lnTo>
                    <a:pt x="4617034" y="1367"/>
                  </a:lnTo>
                  <a:lnTo>
                    <a:pt x="4576280" y="607"/>
                  </a:lnTo>
                  <a:lnTo>
                    <a:pt x="4551896" y="198"/>
                  </a:lnTo>
                  <a:lnTo>
                    <a:pt x="4540972" y="33"/>
                  </a:lnTo>
                  <a:lnTo>
                    <a:pt x="4538543" y="0"/>
                  </a:lnTo>
                  <a:lnTo>
                    <a:pt x="4016409" y="0"/>
                  </a:lnTo>
                  <a:lnTo>
                    <a:pt x="4015249" y="75"/>
                  </a:lnTo>
                  <a:lnTo>
                    <a:pt x="4007646" y="615"/>
                  </a:lnTo>
                  <a:lnTo>
                    <a:pt x="3988582" y="2106"/>
                  </a:lnTo>
                  <a:lnTo>
                    <a:pt x="3954754" y="5038"/>
                  </a:lnTo>
                  <a:lnTo>
                    <a:pt x="3904859" y="9848"/>
                  </a:lnTo>
                  <a:lnTo>
                    <a:pt x="3839679" y="16877"/>
                  </a:lnTo>
                  <a:lnTo>
                    <a:pt x="3761793" y="26331"/>
                  </a:lnTo>
                  <a:lnTo>
                    <a:pt x="3674948" y="38289"/>
                  </a:lnTo>
                  <a:lnTo>
                    <a:pt x="3583287" y="52737"/>
                  </a:lnTo>
                  <a:lnTo>
                    <a:pt x="3490648" y="69618"/>
                  </a:lnTo>
                  <a:lnTo>
                    <a:pt x="3400114" y="88888"/>
                  </a:lnTo>
                  <a:lnTo>
                    <a:pt x="3313833" y="110562"/>
                  </a:lnTo>
                  <a:lnTo>
                    <a:pt x="3233043" y="134735"/>
                  </a:lnTo>
                  <a:lnTo>
                    <a:pt x="3158229" y="161604"/>
                  </a:lnTo>
                  <a:lnTo>
                    <a:pt x="3089314" y="191466"/>
                  </a:lnTo>
                  <a:lnTo>
                    <a:pt x="3025837" y="224711"/>
                  </a:lnTo>
                  <a:lnTo>
                    <a:pt x="2967101" y="261814"/>
                  </a:lnTo>
                  <a:lnTo>
                    <a:pt x="2912285" y="303302"/>
                  </a:lnTo>
                  <a:lnTo>
                    <a:pt x="2860529" y="349707"/>
                  </a:lnTo>
                  <a:lnTo>
                    <a:pt x="2811002" y="401485"/>
                  </a:lnTo>
                  <a:lnTo>
                    <a:pt x="2770117" y="449891"/>
                  </a:lnTo>
                  <a:lnTo>
                    <a:pt x="2732189" y="499285"/>
                  </a:lnTo>
                  <a:lnTo>
                    <a:pt x="2694618" y="552354"/>
                  </a:lnTo>
                  <a:lnTo>
                    <a:pt x="2657170" y="609174"/>
                  </a:lnTo>
                  <a:lnTo>
                    <a:pt x="2619666" y="669756"/>
                  </a:lnTo>
                  <a:lnTo>
                    <a:pt x="2581969" y="734045"/>
                  </a:lnTo>
                  <a:lnTo>
                    <a:pt x="2543984" y="801910"/>
                  </a:lnTo>
                  <a:lnTo>
                    <a:pt x="2505656" y="873141"/>
                  </a:lnTo>
                  <a:lnTo>
                    <a:pt x="2466961" y="947449"/>
                  </a:lnTo>
                  <a:lnTo>
                    <a:pt x="2427908" y="1024466"/>
                  </a:lnTo>
                  <a:lnTo>
                    <a:pt x="2388534" y="1103749"/>
                  </a:lnTo>
                  <a:lnTo>
                    <a:pt x="2348898" y="1184794"/>
                  </a:lnTo>
                  <a:lnTo>
                    <a:pt x="2309077" y="1267044"/>
                  </a:lnTo>
                  <a:lnTo>
                    <a:pt x="2269160" y="1349904"/>
                  </a:lnTo>
                  <a:lnTo>
                    <a:pt x="2229244" y="1432762"/>
                  </a:lnTo>
                  <a:lnTo>
                    <a:pt x="2189424" y="1515006"/>
                  </a:lnTo>
                  <a:lnTo>
                    <a:pt x="2149789" y="1596043"/>
                  </a:lnTo>
                  <a:lnTo>
                    <a:pt x="2110417" y="1675315"/>
                  </a:lnTo>
                  <a:lnTo>
                    <a:pt x="2071366" y="1752318"/>
                  </a:lnTo>
                  <a:lnTo>
                    <a:pt x="2032673" y="1826609"/>
                  </a:lnTo>
                  <a:lnTo>
                    <a:pt x="1994346" y="1897823"/>
                  </a:lnTo>
                  <a:lnTo>
                    <a:pt x="1956364" y="1965669"/>
                  </a:lnTo>
                  <a:lnTo>
                    <a:pt x="1918668" y="2029937"/>
                  </a:lnTo>
                  <a:lnTo>
                    <a:pt x="1881164" y="2090499"/>
                  </a:lnTo>
                  <a:lnTo>
                    <a:pt x="1843717" y="2147297"/>
                  </a:lnTo>
                  <a:lnTo>
                    <a:pt x="1806144" y="2200346"/>
                  </a:lnTo>
                  <a:lnTo>
                    <a:pt x="1768425" y="2249456"/>
                  </a:lnTo>
                  <a:lnTo>
                    <a:pt x="1720212" y="2305995"/>
                  </a:lnTo>
                  <a:lnTo>
                    <a:pt x="1670401" y="2356943"/>
                  </a:lnTo>
                  <a:lnTo>
                    <a:pt x="1618240" y="2402578"/>
                  </a:lnTo>
                  <a:lnTo>
                    <a:pt x="1562890" y="2443372"/>
                  </a:lnTo>
                  <a:lnTo>
                    <a:pt x="1503492" y="2479863"/>
                  </a:lnTo>
                  <a:lnTo>
                    <a:pt x="1439238" y="2512572"/>
                  </a:lnTo>
                  <a:lnTo>
                    <a:pt x="1369459" y="2541961"/>
                  </a:lnTo>
                  <a:lnTo>
                    <a:pt x="1293741" y="2568409"/>
                  </a:lnTo>
                  <a:lnTo>
                    <a:pt x="1212079" y="2592197"/>
                  </a:lnTo>
                  <a:lnTo>
                    <a:pt x="1125059" y="2613505"/>
                  </a:lnTo>
                  <a:lnTo>
                    <a:pt x="1034049" y="2632418"/>
                  </a:lnTo>
                  <a:lnTo>
                    <a:pt x="941338" y="2648937"/>
                  </a:lnTo>
                  <a:lnTo>
                    <a:pt x="850141" y="2663014"/>
                  </a:lnTo>
                  <a:lnTo>
                    <a:pt x="764379" y="2674595"/>
                  </a:lnTo>
                  <a:lnTo>
                    <a:pt x="688181" y="2683677"/>
                  </a:lnTo>
                  <a:lnTo>
                    <a:pt x="625171" y="2690356"/>
                  </a:lnTo>
                  <a:lnTo>
                    <a:pt x="577690" y="2694860"/>
                  </a:lnTo>
                  <a:lnTo>
                    <a:pt x="546214" y="2697545"/>
                  </a:lnTo>
                  <a:lnTo>
                    <a:pt x="529127" y="2698862"/>
                  </a:lnTo>
                  <a:lnTo>
                    <a:pt x="522851" y="2699301"/>
                  </a:lnTo>
                  <a:lnTo>
                    <a:pt x="522133" y="2699347"/>
                  </a:lnTo>
                  <a:lnTo>
                    <a:pt x="0" y="2699347"/>
                  </a:lnTo>
                  <a:close/>
                </a:path>
              </a:pathLst>
            </a:custGeom>
            <a:solidFill>
              <a:srgbClr val="D9B26F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1584" name="pl1584"/>
            <p:cNvSpPr/>
            <p:nvPr/>
          </p:nvSpPr>
          <p:spPr>
            <a:xfrm>
              <a:off x="386606" y="2501336"/>
              <a:ext cx="8554953" cy="2699347"/>
            </a:xfrm>
            <a:custGeom>
              <a:avLst/>
              <a:pathLst>
                <a:path w="8554953" h="2699347">
                  <a:moveTo>
                    <a:pt x="0" y="2699347"/>
                  </a:moveTo>
                  <a:lnTo>
                    <a:pt x="522133" y="2699347"/>
                  </a:lnTo>
                  <a:lnTo>
                    <a:pt x="523293" y="2699272"/>
                  </a:lnTo>
                  <a:lnTo>
                    <a:pt x="530896" y="2698732"/>
                  </a:lnTo>
                  <a:lnTo>
                    <a:pt x="549960" y="2697241"/>
                  </a:lnTo>
                  <a:lnTo>
                    <a:pt x="583788" y="2694309"/>
                  </a:lnTo>
                  <a:lnTo>
                    <a:pt x="633683" y="2689498"/>
                  </a:lnTo>
                  <a:lnTo>
                    <a:pt x="698863" y="2682470"/>
                  </a:lnTo>
                  <a:lnTo>
                    <a:pt x="776750" y="2673016"/>
                  </a:lnTo>
                  <a:lnTo>
                    <a:pt x="863594" y="2661058"/>
                  </a:lnTo>
                  <a:lnTo>
                    <a:pt x="955255" y="2646610"/>
                  </a:lnTo>
                  <a:lnTo>
                    <a:pt x="1047894" y="2629729"/>
                  </a:lnTo>
                  <a:lnTo>
                    <a:pt x="1138428" y="2610459"/>
                  </a:lnTo>
                  <a:lnTo>
                    <a:pt x="1224709" y="2588785"/>
                  </a:lnTo>
                  <a:lnTo>
                    <a:pt x="1305500" y="2564612"/>
                  </a:lnTo>
                  <a:lnTo>
                    <a:pt x="1380313" y="2537742"/>
                  </a:lnTo>
                  <a:lnTo>
                    <a:pt x="1449228" y="2507881"/>
                  </a:lnTo>
                  <a:lnTo>
                    <a:pt x="1512705" y="2474635"/>
                  </a:lnTo>
                  <a:lnTo>
                    <a:pt x="1571441" y="2437533"/>
                  </a:lnTo>
                  <a:lnTo>
                    <a:pt x="1626257" y="2396045"/>
                  </a:lnTo>
                  <a:lnTo>
                    <a:pt x="1678013" y="2349640"/>
                  </a:lnTo>
                  <a:lnTo>
                    <a:pt x="1727540" y="2297862"/>
                  </a:lnTo>
                  <a:lnTo>
                    <a:pt x="1768425" y="2249456"/>
                  </a:lnTo>
                  <a:lnTo>
                    <a:pt x="1806353" y="2200062"/>
                  </a:lnTo>
                  <a:lnTo>
                    <a:pt x="1843925" y="2146993"/>
                  </a:lnTo>
                  <a:lnTo>
                    <a:pt x="1881372" y="2090173"/>
                  </a:lnTo>
                  <a:lnTo>
                    <a:pt x="1918876" y="2029591"/>
                  </a:lnTo>
                  <a:lnTo>
                    <a:pt x="1956573" y="1965302"/>
                  </a:lnTo>
                  <a:lnTo>
                    <a:pt x="1994558" y="1897437"/>
                  </a:lnTo>
                  <a:lnTo>
                    <a:pt x="2032887" y="1826205"/>
                  </a:lnTo>
                  <a:lnTo>
                    <a:pt x="2071582" y="1751897"/>
                  </a:lnTo>
                  <a:lnTo>
                    <a:pt x="2110634" y="1674881"/>
                  </a:lnTo>
                  <a:lnTo>
                    <a:pt x="2150008" y="1595597"/>
                  </a:lnTo>
                  <a:lnTo>
                    <a:pt x="2189644" y="1514552"/>
                  </a:lnTo>
                  <a:lnTo>
                    <a:pt x="2229465" y="1432303"/>
                  </a:lnTo>
                  <a:lnTo>
                    <a:pt x="2269382" y="1349443"/>
                  </a:lnTo>
                  <a:lnTo>
                    <a:pt x="2309298" y="1266585"/>
                  </a:lnTo>
                  <a:lnTo>
                    <a:pt x="2349119" y="1184341"/>
                  </a:lnTo>
                  <a:lnTo>
                    <a:pt x="2388753" y="1103304"/>
                  </a:lnTo>
                  <a:lnTo>
                    <a:pt x="2428126" y="1024032"/>
                  </a:lnTo>
                  <a:lnTo>
                    <a:pt x="2467176" y="947029"/>
                  </a:lnTo>
                  <a:lnTo>
                    <a:pt x="2505869" y="872737"/>
                  </a:lnTo>
                  <a:lnTo>
                    <a:pt x="2544196" y="801524"/>
                  </a:lnTo>
                  <a:lnTo>
                    <a:pt x="2582179" y="733678"/>
                  </a:lnTo>
                  <a:lnTo>
                    <a:pt x="2619874" y="669410"/>
                  </a:lnTo>
                  <a:lnTo>
                    <a:pt x="2657378" y="608848"/>
                  </a:lnTo>
                  <a:lnTo>
                    <a:pt x="2694826" y="552049"/>
                  </a:lnTo>
                  <a:lnTo>
                    <a:pt x="2732398" y="499001"/>
                  </a:lnTo>
                  <a:lnTo>
                    <a:pt x="2770117" y="449891"/>
                  </a:lnTo>
                  <a:lnTo>
                    <a:pt x="2818330" y="393352"/>
                  </a:lnTo>
                  <a:lnTo>
                    <a:pt x="2868141" y="342403"/>
                  </a:lnTo>
                  <a:lnTo>
                    <a:pt x="2920302" y="296769"/>
                  </a:lnTo>
                  <a:lnTo>
                    <a:pt x="2975652" y="255974"/>
                  </a:lnTo>
                  <a:lnTo>
                    <a:pt x="3035050" y="219484"/>
                  </a:lnTo>
                  <a:lnTo>
                    <a:pt x="3099304" y="186775"/>
                  </a:lnTo>
                  <a:lnTo>
                    <a:pt x="3169083" y="157386"/>
                  </a:lnTo>
                  <a:lnTo>
                    <a:pt x="3244801" y="130938"/>
                  </a:lnTo>
                  <a:lnTo>
                    <a:pt x="3326463" y="107150"/>
                  </a:lnTo>
                  <a:lnTo>
                    <a:pt x="3413484" y="85841"/>
                  </a:lnTo>
                  <a:lnTo>
                    <a:pt x="3504494" y="66929"/>
                  </a:lnTo>
                  <a:lnTo>
                    <a:pt x="3597204" y="50410"/>
                  </a:lnTo>
                  <a:lnTo>
                    <a:pt x="3688401" y="36333"/>
                  </a:lnTo>
                  <a:lnTo>
                    <a:pt x="3774163" y="24752"/>
                  </a:lnTo>
                  <a:lnTo>
                    <a:pt x="3850361" y="15670"/>
                  </a:lnTo>
                  <a:lnTo>
                    <a:pt x="3913371" y="8991"/>
                  </a:lnTo>
                  <a:lnTo>
                    <a:pt x="3960852" y="4487"/>
                  </a:lnTo>
                  <a:lnTo>
                    <a:pt x="3992328" y="1802"/>
                  </a:lnTo>
                  <a:lnTo>
                    <a:pt x="4009415" y="485"/>
                  </a:lnTo>
                  <a:lnTo>
                    <a:pt x="4015691" y="46"/>
                  </a:lnTo>
                  <a:lnTo>
                    <a:pt x="4016409" y="0"/>
                  </a:lnTo>
                  <a:lnTo>
                    <a:pt x="4538543" y="0"/>
                  </a:lnTo>
                  <a:lnTo>
                    <a:pt x="4539807" y="17"/>
                  </a:lnTo>
                  <a:lnTo>
                    <a:pt x="4548075" y="139"/>
                  </a:lnTo>
                  <a:lnTo>
                    <a:pt x="4568748" y="476"/>
                  </a:lnTo>
                  <a:lnTo>
                    <a:pt x="4605274" y="1139"/>
                  </a:lnTo>
                  <a:lnTo>
                    <a:pt x="4658838" y="2225"/>
                  </a:lnTo>
                  <a:lnTo>
                    <a:pt x="4728301" y="3806"/>
                  </a:lnTo>
                  <a:lnTo>
                    <a:pt x="4810590" y="5924"/>
                  </a:lnTo>
                  <a:lnTo>
                    <a:pt x="4901471" y="8594"/>
                  </a:lnTo>
                  <a:lnTo>
                    <a:pt x="4996443" y="11807"/>
                  </a:lnTo>
                  <a:lnTo>
                    <a:pt x="5091492" y="15551"/>
                  </a:lnTo>
                  <a:lnTo>
                    <a:pt x="5183533" y="19819"/>
                  </a:lnTo>
                  <a:lnTo>
                    <a:pt x="5270544" y="24619"/>
                  </a:lnTo>
                  <a:lnTo>
                    <a:pt x="5351471" y="29982"/>
                  </a:lnTo>
                  <a:lnTo>
                    <a:pt x="5426036" y="35959"/>
                  </a:lnTo>
                  <a:lnTo>
                    <a:pt x="5494513" y="42626"/>
                  </a:lnTo>
                  <a:lnTo>
                    <a:pt x="5557532" y="50081"/>
                  </a:lnTo>
                  <a:lnTo>
                    <a:pt x="5615927" y="58437"/>
                  </a:lnTo>
                  <a:lnTo>
                    <a:pt x="5670626" y="67815"/>
                  </a:lnTo>
                  <a:lnTo>
                    <a:pt x="5722558" y="78331"/>
                  </a:lnTo>
                  <a:lnTo>
                    <a:pt x="5772581" y="90062"/>
                  </a:lnTo>
                  <a:lnTo>
                    <a:pt x="5784835" y="93178"/>
                  </a:lnTo>
                  <a:lnTo>
                    <a:pt x="5837375" y="107583"/>
                  </a:lnTo>
                  <a:lnTo>
                    <a:pt x="5889407" y="123468"/>
                  </a:lnTo>
                  <a:lnTo>
                    <a:pt x="5941471" y="140853"/>
                  </a:lnTo>
                  <a:lnTo>
                    <a:pt x="5993937" y="159709"/>
                  </a:lnTo>
                  <a:lnTo>
                    <a:pt x="6047019" y="179947"/>
                  </a:lnTo>
                  <a:lnTo>
                    <a:pt x="6100802" y="201419"/>
                  </a:lnTo>
                  <a:lnTo>
                    <a:pt x="6155253" y="223915"/>
                  </a:lnTo>
                  <a:lnTo>
                    <a:pt x="6210242" y="247171"/>
                  </a:lnTo>
                  <a:lnTo>
                    <a:pt x="6265569" y="270883"/>
                  </a:lnTo>
                  <a:lnTo>
                    <a:pt x="6320989" y="294717"/>
                  </a:lnTo>
                  <a:lnTo>
                    <a:pt x="6376247" y="318336"/>
                  </a:lnTo>
                  <a:lnTo>
                    <a:pt x="6431106" y="341413"/>
                  </a:lnTo>
                  <a:lnTo>
                    <a:pt x="6485382" y="363651"/>
                  </a:lnTo>
                  <a:lnTo>
                    <a:pt x="6538972" y="384803"/>
                  </a:lnTo>
                  <a:lnTo>
                    <a:pt x="6591872" y="404675"/>
                  </a:lnTo>
                  <a:lnTo>
                    <a:pt x="6644199" y="423134"/>
                  </a:lnTo>
                  <a:lnTo>
                    <a:pt x="6696211" y="440108"/>
                  </a:lnTo>
                  <a:lnTo>
                    <a:pt x="6748321" y="455583"/>
                  </a:lnTo>
                  <a:lnTo>
                    <a:pt x="6786527" y="465891"/>
                  </a:lnTo>
                  <a:lnTo>
                    <a:pt x="6836191" y="477931"/>
                  </a:lnTo>
                  <a:lnTo>
                    <a:pt x="6887572" y="488744"/>
                  </a:lnTo>
                  <a:lnTo>
                    <a:pt x="6941495" y="498396"/>
                  </a:lnTo>
                  <a:lnTo>
                    <a:pt x="6998881" y="506995"/>
                  </a:lnTo>
                  <a:lnTo>
                    <a:pt x="7060664" y="514663"/>
                  </a:lnTo>
                  <a:lnTo>
                    <a:pt x="7127712" y="521517"/>
                  </a:lnTo>
                  <a:lnTo>
                    <a:pt x="7200718" y="527658"/>
                  </a:lnTo>
                  <a:lnTo>
                    <a:pt x="7280061" y="533168"/>
                  </a:lnTo>
                  <a:lnTo>
                    <a:pt x="7365620" y="538104"/>
                  </a:lnTo>
                  <a:lnTo>
                    <a:pt x="7456556" y="542504"/>
                  </a:lnTo>
                  <a:lnTo>
                    <a:pt x="7551103" y="546379"/>
                  </a:lnTo>
                  <a:lnTo>
                    <a:pt x="7646439" y="549725"/>
                  </a:lnTo>
                  <a:lnTo>
                    <a:pt x="7738752" y="552531"/>
                  </a:lnTo>
                  <a:lnTo>
                    <a:pt x="7823603" y="554786"/>
                  </a:lnTo>
                  <a:lnTo>
                    <a:pt x="7896610" y="556499"/>
                  </a:lnTo>
                  <a:lnTo>
                    <a:pt x="7954328" y="557702"/>
                  </a:lnTo>
                  <a:lnTo>
                    <a:pt x="7995082" y="558462"/>
                  </a:lnTo>
                  <a:lnTo>
                    <a:pt x="8019466" y="558871"/>
                  </a:lnTo>
                  <a:lnTo>
                    <a:pt x="8030390" y="559036"/>
                  </a:lnTo>
                  <a:lnTo>
                    <a:pt x="8032799" y="559069"/>
                  </a:lnTo>
                  <a:lnTo>
                    <a:pt x="8032819" y="559069"/>
                  </a:lnTo>
                  <a:lnTo>
                    <a:pt x="8554953" y="559069"/>
                  </a:lnTo>
                  <a:lnTo>
                    <a:pt x="8554953" y="559069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585" name="pl1585"/>
            <p:cNvSpPr/>
            <p:nvPr/>
          </p:nvSpPr>
          <p:spPr>
            <a:xfrm>
              <a:off x="386606" y="2495689"/>
              <a:ext cx="8554953" cy="2699347"/>
            </a:xfrm>
            <a:custGeom>
              <a:avLst/>
              <a:pathLst>
                <a:path w="8554953" h="2699347">
                  <a:moveTo>
                    <a:pt x="8554953" y="559069"/>
                  </a:moveTo>
                  <a:lnTo>
                    <a:pt x="8032819" y="559069"/>
                  </a:lnTo>
                  <a:lnTo>
                    <a:pt x="8031554" y="559052"/>
                  </a:lnTo>
                  <a:lnTo>
                    <a:pt x="8023286" y="558930"/>
                  </a:lnTo>
                  <a:lnTo>
                    <a:pt x="8002614" y="558593"/>
                  </a:lnTo>
                  <a:lnTo>
                    <a:pt x="7966088" y="557930"/>
                  </a:lnTo>
                  <a:lnTo>
                    <a:pt x="7912524" y="556844"/>
                  </a:lnTo>
                  <a:lnTo>
                    <a:pt x="7843061" y="555263"/>
                  </a:lnTo>
                  <a:lnTo>
                    <a:pt x="7760772" y="553144"/>
                  </a:lnTo>
                  <a:lnTo>
                    <a:pt x="7669891" y="550475"/>
                  </a:lnTo>
                  <a:lnTo>
                    <a:pt x="7574919" y="547262"/>
                  </a:lnTo>
                  <a:lnTo>
                    <a:pt x="7479870" y="543518"/>
                  </a:lnTo>
                  <a:lnTo>
                    <a:pt x="7387829" y="539250"/>
                  </a:lnTo>
                  <a:lnTo>
                    <a:pt x="7300818" y="534450"/>
                  </a:lnTo>
                  <a:lnTo>
                    <a:pt x="7219891" y="529087"/>
                  </a:lnTo>
                  <a:lnTo>
                    <a:pt x="7145326" y="523110"/>
                  </a:lnTo>
                  <a:lnTo>
                    <a:pt x="7076849" y="516443"/>
                  </a:lnTo>
                  <a:lnTo>
                    <a:pt x="7013830" y="508988"/>
                  </a:lnTo>
                  <a:lnTo>
                    <a:pt x="6955435" y="500632"/>
                  </a:lnTo>
                  <a:lnTo>
                    <a:pt x="6900736" y="491254"/>
                  </a:lnTo>
                  <a:lnTo>
                    <a:pt x="6848804" y="480738"/>
                  </a:lnTo>
                  <a:lnTo>
                    <a:pt x="6798781" y="469007"/>
                  </a:lnTo>
                  <a:lnTo>
                    <a:pt x="6786527" y="465891"/>
                  </a:lnTo>
                  <a:lnTo>
                    <a:pt x="6733986" y="451486"/>
                  </a:lnTo>
                  <a:lnTo>
                    <a:pt x="6681955" y="435601"/>
                  </a:lnTo>
                  <a:lnTo>
                    <a:pt x="6629890" y="418216"/>
                  </a:lnTo>
                  <a:lnTo>
                    <a:pt x="6577425" y="399360"/>
                  </a:lnTo>
                  <a:lnTo>
                    <a:pt x="6524343" y="379121"/>
                  </a:lnTo>
                  <a:lnTo>
                    <a:pt x="6470559" y="357650"/>
                  </a:lnTo>
                  <a:lnTo>
                    <a:pt x="6416109" y="335154"/>
                  </a:lnTo>
                  <a:lnTo>
                    <a:pt x="6361119" y="311898"/>
                  </a:lnTo>
                  <a:lnTo>
                    <a:pt x="6305793" y="288186"/>
                  </a:lnTo>
                  <a:lnTo>
                    <a:pt x="6250373" y="264352"/>
                  </a:lnTo>
                  <a:lnTo>
                    <a:pt x="6195115" y="240733"/>
                  </a:lnTo>
                  <a:lnTo>
                    <a:pt x="6140256" y="217656"/>
                  </a:lnTo>
                  <a:lnTo>
                    <a:pt x="6085980" y="195418"/>
                  </a:lnTo>
                  <a:lnTo>
                    <a:pt x="6032390" y="174266"/>
                  </a:lnTo>
                  <a:lnTo>
                    <a:pt x="5979490" y="154394"/>
                  </a:lnTo>
                  <a:lnTo>
                    <a:pt x="5927163" y="135935"/>
                  </a:lnTo>
                  <a:lnTo>
                    <a:pt x="5875151" y="118961"/>
                  </a:lnTo>
                  <a:lnTo>
                    <a:pt x="5823041" y="103486"/>
                  </a:lnTo>
                  <a:lnTo>
                    <a:pt x="5784835" y="93178"/>
                  </a:lnTo>
                  <a:lnTo>
                    <a:pt x="5735171" y="81138"/>
                  </a:lnTo>
                  <a:lnTo>
                    <a:pt x="5683790" y="70325"/>
                  </a:lnTo>
                  <a:lnTo>
                    <a:pt x="5629867" y="60673"/>
                  </a:lnTo>
                  <a:lnTo>
                    <a:pt x="5572481" y="52074"/>
                  </a:lnTo>
                  <a:lnTo>
                    <a:pt x="5510697" y="44406"/>
                  </a:lnTo>
                  <a:lnTo>
                    <a:pt x="5443650" y="37552"/>
                  </a:lnTo>
                  <a:lnTo>
                    <a:pt x="5370644" y="31411"/>
                  </a:lnTo>
                  <a:lnTo>
                    <a:pt x="5291301" y="25901"/>
                  </a:lnTo>
                  <a:lnTo>
                    <a:pt x="5205742" y="20964"/>
                  </a:lnTo>
                  <a:lnTo>
                    <a:pt x="5114806" y="16565"/>
                  </a:lnTo>
                  <a:lnTo>
                    <a:pt x="5020259" y="12690"/>
                  </a:lnTo>
                  <a:lnTo>
                    <a:pt x="4924923" y="9344"/>
                  </a:lnTo>
                  <a:lnTo>
                    <a:pt x="4832610" y="6538"/>
                  </a:lnTo>
                  <a:lnTo>
                    <a:pt x="4747759" y="4283"/>
                  </a:lnTo>
                  <a:lnTo>
                    <a:pt x="4674752" y="2570"/>
                  </a:lnTo>
                  <a:lnTo>
                    <a:pt x="4617034" y="1367"/>
                  </a:lnTo>
                  <a:lnTo>
                    <a:pt x="4576280" y="607"/>
                  </a:lnTo>
                  <a:lnTo>
                    <a:pt x="4551896" y="198"/>
                  </a:lnTo>
                  <a:lnTo>
                    <a:pt x="4540972" y="33"/>
                  </a:lnTo>
                  <a:lnTo>
                    <a:pt x="4538563" y="0"/>
                  </a:lnTo>
                  <a:lnTo>
                    <a:pt x="4538543" y="0"/>
                  </a:lnTo>
                  <a:lnTo>
                    <a:pt x="4016409" y="0"/>
                  </a:lnTo>
                  <a:lnTo>
                    <a:pt x="4015249" y="75"/>
                  </a:lnTo>
                  <a:lnTo>
                    <a:pt x="4007646" y="615"/>
                  </a:lnTo>
                  <a:lnTo>
                    <a:pt x="3988582" y="2106"/>
                  </a:lnTo>
                  <a:lnTo>
                    <a:pt x="3954754" y="5038"/>
                  </a:lnTo>
                  <a:lnTo>
                    <a:pt x="3904859" y="9848"/>
                  </a:lnTo>
                  <a:lnTo>
                    <a:pt x="3839679" y="16877"/>
                  </a:lnTo>
                  <a:lnTo>
                    <a:pt x="3761793" y="26331"/>
                  </a:lnTo>
                  <a:lnTo>
                    <a:pt x="3674948" y="38289"/>
                  </a:lnTo>
                  <a:lnTo>
                    <a:pt x="3583287" y="52737"/>
                  </a:lnTo>
                  <a:lnTo>
                    <a:pt x="3490648" y="69618"/>
                  </a:lnTo>
                  <a:lnTo>
                    <a:pt x="3400114" y="88888"/>
                  </a:lnTo>
                  <a:lnTo>
                    <a:pt x="3313833" y="110562"/>
                  </a:lnTo>
                  <a:lnTo>
                    <a:pt x="3233043" y="134735"/>
                  </a:lnTo>
                  <a:lnTo>
                    <a:pt x="3158229" y="161604"/>
                  </a:lnTo>
                  <a:lnTo>
                    <a:pt x="3089314" y="191466"/>
                  </a:lnTo>
                  <a:lnTo>
                    <a:pt x="3025837" y="224711"/>
                  </a:lnTo>
                  <a:lnTo>
                    <a:pt x="2967101" y="261814"/>
                  </a:lnTo>
                  <a:lnTo>
                    <a:pt x="2912285" y="303302"/>
                  </a:lnTo>
                  <a:lnTo>
                    <a:pt x="2860529" y="349707"/>
                  </a:lnTo>
                  <a:lnTo>
                    <a:pt x="2811002" y="401485"/>
                  </a:lnTo>
                  <a:lnTo>
                    <a:pt x="2770117" y="449891"/>
                  </a:lnTo>
                  <a:lnTo>
                    <a:pt x="2732189" y="499285"/>
                  </a:lnTo>
                  <a:lnTo>
                    <a:pt x="2694618" y="552354"/>
                  </a:lnTo>
                  <a:lnTo>
                    <a:pt x="2657170" y="609174"/>
                  </a:lnTo>
                  <a:lnTo>
                    <a:pt x="2619666" y="669756"/>
                  </a:lnTo>
                  <a:lnTo>
                    <a:pt x="2581969" y="734045"/>
                  </a:lnTo>
                  <a:lnTo>
                    <a:pt x="2543984" y="801910"/>
                  </a:lnTo>
                  <a:lnTo>
                    <a:pt x="2505656" y="873141"/>
                  </a:lnTo>
                  <a:lnTo>
                    <a:pt x="2466961" y="947449"/>
                  </a:lnTo>
                  <a:lnTo>
                    <a:pt x="2427908" y="1024466"/>
                  </a:lnTo>
                  <a:lnTo>
                    <a:pt x="2388534" y="1103749"/>
                  </a:lnTo>
                  <a:lnTo>
                    <a:pt x="2348898" y="1184794"/>
                  </a:lnTo>
                  <a:lnTo>
                    <a:pt x="2309077" y="1267044"/>
                  </a:lnTo>
                  <a:lnTo>
                    <a:pt x="2269160" y="1349904"/>
                  </a:lnTo>
                  <a:lnTo>
                    <a:pt x="2229244" y="1432762"/>
                  </a:lnTo>
                  <a:lnTo>
                    <a:pt x="2189424" y="1515006"/>
                  </a:lnTo>
                  <a:lnTo>
                    <a:pt x="2149789" y="1596043"/>
                  </a:lnTo>
                  <a:lnTo>
                    <a:pt x="2110417" y="1675315"/>
                  </a:lnTo>
                  <a:lnTo>
                    <a:pt x="2071366" y="1752318"/>
                  </a:lnTo>
                  <a:lnTo>
                    <a:pt x="2032673" y="1826609"/>
                  </a:lnTo>
                  <a:lnTo>
                    <a:pt x="1994346" y="1897823"/>
                  </a:lnTo>
                  <a:lnTo>
                    <a:pt x="1956364" y="1965669"/>
                  </a:lnTo>
                  <a:lnTo>
                    <a:pt x="1918668" y="2029937"/>
                  </a:lnTo>
                  <a:lnTo>
                    <a:pt x="1881164" y="2090499"/>
                  </a:lnTo>
                  <a:lnTo>
                    <a:pt x="1843717" y="2147297"/>
                  </a:lnTo>
                  <a:lnTo>
                    <a:pt x="1806144" y="2200346"/>
                  </a:lnTo>
                  <a:lnTo>
                    <a:pt x="1768425" y="2249456"/>
                  </a:lnTo>
                  <a:lnTo>
                    <a:pt x="1720212" y="2305995"/>
                  </a:lnTo>
                  <a:lnTo>
                    <a:pt x="1670401" y="2356943"/>
                  </a:lnTo>
                  <a:lnTo>
                    <a:pt x="1618240" y="2402578"/>
                  </a:lnTo>
                  <a:lnTo>
                    <a:pt x="1562890" y="2443372"/>
                  </a:lnTo>
                  <a:lnTo>
                    <a:pt x="1503492" y="2479863"/>
                  </a:lnTo>
                  <a:lnTo>
                    <a:pt x="1439238" y="2512572"/>
                  </a:lnTo>
                  <a:lnTo>
                    <a:pt x="1369459" y="2541961"/>
                  </a:lnTo>
                  <a:lnTo>
                    <a:pt x="1293741" y="2568409"/>
                  </a:lnTo>
                  <a:lnTo>
                    <a:pt x="1212079" y="2592197"/>
                  </a:lnTo>
                  <a:lnTo>
                    <a:pt x="1125059" y="2613505"/>
                  </a:lnTo>
                  <a:lnTo>
                    <a:pt x="1034049" y="2632418"/>
                  </a:lnTo>
                  <a:lnTo>
                    <a:pt x="941338" y="2648937"/>
                  </a:lnTo>
                  <a:lnTo>
                    <a:pt x="850141" y="2663014"/>
                  </a:lnTo>
                  <a:lnTo>
                    <a:pt x="764379" y="2674595"/>
                  </a:lnTo>
                  <a:lnTo>
                    <a:pt x="688181" y="2683677"/>
                  </a:lnTo>
                  <a:lnTo>
                    <a:pt x="625171" y="2690356"/>
                  </a:lnTo>
                  <a:lnTo>
                    <a:pt x="577690" y="2694860"/>
                  </a:lnTo>
                  <a:lnTo>
                    <a:pt x="546214" y="2697545"/>
                  </a:lnTo>
                  <a:lnTo>
                    <a:pt x="529127" y="2698862"/>
                  </a:lnTo>
                  <a:lnTo>
                    <a:pt x="522851" y="2699301"/>
                  </a:lnTo>
                  <a:lnTo>
                    <a:pt x="522133" y="2699347"/>
                  </a:lnTo>
                  <a:lnTo>
                    <a:pt x="0" y="2699347"/>
                  </a:lnTo>
                  <a:lnTo>
                    <a:pt x="0" y="2699347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586" name="pg1586"/>
            <p:cNvSpPr/>
            <p:nvPr/>
          </p:nvSpPr>
          <p:spPr>
            <a:xfrm>
              <a:off x="386606" y="2512630"/>
              <a:ext cx="8554953" cy="2693700"/>
            </a:xfrm>
            <a:custGeom>
              <a:avLst/>
              <a:pathLst>
                <a:path w="8554953" h="2693700">
                  <a:moveTo>
                    <a:pt x="0" y="2693700"/>
                  </a:moveTo>
                  <a:lnTo>
                    <a:pt x="522133" y="2693700"/>
                  </a:lnTo>
                  <a:lnTo>
                    <a:pt x="523294" y="2693625"/>
                  </a:lnTo>
                  <a:lnTo>
                    <a:pt x="530902" y="2693087"/>
                  </a:lnTo>
                  <a:lnTo>
                    <a:pt x="549979" y="2691601"/>
                  </a:lnTo>
                  <a:lnTo>
                    <a:pt x="583829" y="2688679"/>
                  </a:lnTo>
                  <a:lnTo>
                    <a:pt x="633753" y="2683885"/>
                  </a:lnTo>
                  <a:lnTo>
                    <a:pt x="698967" y="2676882"/>
                  </a:lnTo>
                  <a:lnTo>
                    <a:pt x="776890" y="2667461"/>
                  </a:lnTo>
                  <a:lnTo>
                    <a:pt x="863767" y="2655545"/>
                  </a:lnTo>
                  <a:lnTo>
                    <a:pt x="955456" y="2641150"/>
                  </a:lnTo>
                  <a:lnTo>
                    <a:pt x="1048116" y="2624330"/>
                  </a:lnTo>
                  <a:lnTo>
                    <a:pt x="1138663" y="2605129"/>
                  </a:lnTo>
                  <a:lnTo>
                    <a:pt x="1224951" y="2583535"/>
                  </a:lnTo>
                  <a:lnTo>
                    <a:pt x="1305743" y="2559449"/>
                  </a:lnTo>
                  <a:lnTo>
                    <a:pt x="1380555" y="2532676"/>
                  </a:lnTo>
                  <a:lnTo>
                    <a:pt x="1449466" y="2502922"/>
                  </a:lnTo>
                  <a:lnTo>
                    <a:pt x="1512940" y="2469794"/>
                  </a:lnTo>
                  <a:lnTo>
                    <a:pt x="1571673" y="2432821"/>
                  </a:lnTo>
                  <a:lnTo>
                    <a:pt x="1626488" y="2391478"/>
                  </a:lnTo>
                  <a:lnTo>
                    <a:pt x="1678244" y="2345232"/>
                  </a:lnTo>
                  <a:lnTo>
                    <a:pt x="1727774" y="2293633"/>
                  </a:lnTo>
                  <a:lnTo>
                    <a:pt x="1768425" y="2245691"/>
                  </a:lnTo>
                  <a:lnTo>
                    <a:pt x="1806413" y="2196422"/>
                  </a:lnTo>
                  <a:lnTo>
                    <a:pt x="1844044" y="2143481"/>
                  </a:lnTo>
                  <a:lnTo>
                    <a:pt x="1881552" y="2086794"/>
                  </a:lnTo>
                  <a:lnTo>
                    <a:pt x="1919117" y="2026348"/>
                  </a:lnTo>
                  <a:lnTo>
                    <a:pt x="1956876" y="1962199"/>
                  </a:lnTo>
                  <a:lnTo>
                    <a:pt x="1994924" y="1894479"/>
                  </a:lnTo>
                  <a:lnTo>
                    <a:pt x="2033318" y="1823399"/>
                  </a:lnTo>
                  <a:lnTo>
                    <a:pt x="2072079" y="1749249"/>
                  </a:lnTo>
                  <a:lnTo>
                    <a:pt x="2111199" y="1672398"/>
                  </a:lnTo>
                  <a:lnTo>
                    <a:pt x="2150640" y="1593289"/>
                  </a:lnTo>
                  <a:lnTo>
                    <a:pt x="2190344" y="1512429"/>
                  </a:lnTo>
                  <a:lnTo>
                    <a:pt x="2230231" y="1430377"/>
                  </a:lnTo>
                  <a:lnTo>
                    <a:pt x="2270213" y="1347726"/>
                  </a:lnTo>
                  <a:lnTo>
                    <a:pt x="2310192" y="1265089"/>
                  </a:lnTo>
                  <a:lnTo>
                    <a:pt x="2350072" y="1183079"/>
                  </a:lnTo>
                  <a:lnTo>
                    <a:pt x="2389765" y="1102290"/>
                  </a:lnTo>
                  <a:lnTo>
                    <a:pt x="2429192" y="1023276"/>
                  </a:lnTo>
                  <a:lnTo>
                    <a:pt x="2468296" y="946543"/>
                  </a:lnTo>
                  <a:lnTo>
                    <a:pt x="2507040" y="872530"/>
                  </a:lnTo>
                  <a:lnTo>
                    <a:pt x="2545417" y="801602"/>
                  </a:lnTo>
                  <a:lnTo>
                    <a:pt x="2583450" y="734046"/>
                  </a:lnTo>
                  <a:lnTo>
                    <a:pt x="2621197" y="670069"/>
                  </a:lnTo>
                  <a:lnTo>
                    <a:pt x="2658756" y="609799"/>
                  </a:lnTo>
                  <a:lnTo>
                    <a:pt x="2696265" y="553289"/>
                  </a:lnTo>
                  <a:lnTo>
                    <a:pt x="2733907" y="500523"/>
                  </a:lnTo>
                  <a:lnTo>
                    <a:pt x="2770117" y="453656"/>
                  </a:lnTo>
                  <a:lnTo>
                    <a:pt x="2818342" y="397340"/>
                  </a:lnTo>
                  <a:lnTo>
                    <a:pt x="2868166" y="346595"/>
                  </a:lnTo>
                  <a:lnTo>
                    <a:pt x="2920341" y="301143"/>
                  </a:lnTo>
                  <a:lnTo>
                    <a:pt x="2975707" y="260514"/>
                  </a:lnTo>
                  <a:lnTo>
                    <a:pt x="3035125" y="224171"/>
                  </a:lnTo>
                  <a:lnTo>
                    <a:pt x="3099401" y="191596"/>
                  </a:lnTo>
                  <a:lnTo>
                    <a:pt x="3169206" y="162328"/>
                  </a:lnTo>
                  <a:lnTo>
                    <a:pt x="3244953" y="135989"/>
                  </a:lnTo>
                  <a:lnTo>
                    <a:pt x="3326646" y="112300"/>
                  </a:lnTo>
                  <a:lnTo>
                    <a:pt x="3413699" y="91081"/>
                  </a:lnTo>
                  <a:lnTo>
                    <a:pt x="3504738" y="72249"/>
                  </a:lnTo>
                  <a:lnTo>
                    <a:pt x="3597472" y="55802"/>
                  </a:lnTo>
                  <a:lnTo>
                    <a:pt x="3688680" y="41788"/>
                  </a:lnTo>
                  <a:lnTo>
                    <a:pt x="3774439" y="30261"/>
                  </a:lnTo>
                  <a:lnTo>
                    <a:pt x="3850614" y="21223"/>
                  </a:lnTo>
                  <a:lnTo>
                    <a:pt x="3913585" y="14579"/>
                  </a:lnTo>
                  <a:lnTo>
                    <a:pt x="3961013" y="10101"/>
                  </a:lnTo>
                  <a:lnTo>
                    <a:pt x="3992432" y="7433"/>
                  </a:lnTo>
                  <a:lnTo>
                    <a:pt x="4009465" y="6126"/>
                  </a:lnTo>
                  <a:lnTo>
                    <a:pt x="4015703" y="5692"/>
                  </a:lnTo>
                  <a:lnTo>
                    <a:pt x="4016409" y="5647"/>
                  </a:lnTo>
                  <a:lnTo>
                    <a:pt x="4538543" y="5647"/>
                  </a:lnTo>
                  <a:lnTo>
                    <a:pt x="4539761" y="5700"/>
                  </a:lnTo>
                  <a:lnTo>
                    <a:pt x="4547731" y="6079"/>
                  </a:lnTo>
                  <a:lnTo>
                    <a:pt x="4567684" y="7129"/>
                  </a:lnTo>
                  <a:lnTo>
                    <a:pt x="4603006" y="9191"/>
                  </a:lnTo>
                  <a:lnTo>
                    <a:pt x="4654937" y="12571"/>
                  </a:lnTo>
                  <a:lnTo>
                    <a:pt x="4722502" y="17500"/>
                  </a:lnTo>
                  <a:lnTo>
                    <a:pt x="4802851" y="24117"/>
                  </a:lnTo>
                  <a:lnTo>
                    <a:pt x="4891966" y="32467"/>
                  </a:lnTo>
                  <a:lnTo>
                    <a:pt x="4985502" y="42535"/>
                  </a:lnTo>
                  <a:lnTo>
                    <a:pt x="5079520" y="54280"/>
                  </a:lnTo>
                  <a:lnTo>
                    <a:pt x="5170928" y="67677"/>
                  </a:lnTo>
                  <a:lnTo>
                    <a:pt x="5257645" y="82744"/>
                  </a:lnTo>
                  <a:lnTo>
                    <a:pt x="5338534" y="99562"/>
                  </a:lnTo>
                  <a:lnTo>
                    <a:pt x="5413222" y="118284"/>
                  </a:lnTo>
                  <a:lnTo>
                    <a:pt x="5481897" y="139133"/>
                  </a:lnTo>
                  <a:lnTo>
                    <a:pt x="5545116" y="162401"/>
                  </a:lnTo>
                  <a:lnTo>
                    <a:pt x="5603651" y="188430"/>
                  </a:lnTo>
                  <a:lnTo>
                    <a:pt x="5658384" y="217599"/>
                  </a:lnTo>
                  <a:lnTo>
                    <a:pt x="5710218" y="250273"/>
                  </a:lnTo>
                  <a:lnTo>
                    <a:pt x="5759999" y="286737"/>
                  </a:lnTo>
                  <a:lnTo>
                    <a:pt x="5784835" y="306829"/>
                  </a:lnTo>
                  <a:lnTo>
                    <a:pt x="5828285" y="344947"/>
                  </a:lnTo>
                  <a:lnTo>
                    <a:pt x="5871313" y="386310"/>
                  </a:lnTo>
                  <a:lnTo>
                    <a:pt x="5914252" y="430982"/>
                  </a:lnTo>
                  <a:lnTo>
                    <a:pt x="5957351" y="478949"/>
                  </a:lnTo>
                  <a:lnTo>
                    <a:pt x="6000781" y="530117"/>
                  </a:lnTo>
                  <a:lnTo>
                    <a:pt x="6044647" y="584302"/>
                  </a:lnTo>
                  <a:lnTo>
                    <a:pt x="6088991" y="641227"/>
                  </a:lnTo>
                  <a:lnTo>
                    <a:pt x="6133805" y="700525"/>
                  </a:lnTo>
                  <a:lnTo>
                    <a:pt x="6179028" y="761744"/>
                  </a:lnTo>
                  <a:lnTo>
                    <a:pt x="6224565" y="824359"/>
                  </a:lnTo>
                  <a:lnTo>
                    <a:pt x="6270292" y="887794"/>
                  </a:lnTo>
                  <a:lnTo>
                    <a:pt x="6316068" y="951437"/>
                  </a:lnTo>
                  <a:lnTo>
                    <a:pt x="6361748" y="1014670"/>
                  </a:lnTo>
                  <a:lnTo>
                    <a:pt x="6407195" y="1076889"/>
                  </a:lnTo>
                  <a:lnTo>
                    <a:pt x="6452293" y="1137532"/>
                  </a:lnTo>
                  <a:lnTo>
                    <a:pt x="6496957" y="1196099"/>
                  </a:lnTo>
                  <a:lnTo>
                    <a:pt x="6541144" y="1252162"/>
                  </a:lnTo>
                  <a:lnTo>
                    <a:pt x="6584859" y="1305384"/>
                  </a:lnTo>
                  <a:lnTo>
                    <a:pt x="6628165" y="1355519"/>
                  </a:lnTo>
                  <a:lnTo>
                    <a:pt x="6671190" y="1402412"/>
                  </a:lnTo>
                  <a:lnTo>
                    <a:pt x="6714127" y="1445997"/>
                  </a:lnTo>
                  <a:lnTo>
                    <a:pt x="6757252" y="1486287"/>
                  </a:lnTo>
                  <a:lnTo>
                    <a:pt x="6786527" y="1511559"/>
                  </a:lnTo>
                  <a:lnTo>
                    <a:pt x="6835550" y="1550005"/>
                  </a:lnTo>
                  <a:lnTo>
                    <a:pt x="6886238" y="1584585"/>
                  </a:lnTo>
                  <a:lnTo>
                    <a:pt x="6939381" y="1615499"/>
                  </a:lnTo>
                  <a:lnTo>
                    <a:pt x="6995864" y="1643082"/>
                  </a:lnTo>
                  <a:lnTo>
                    <a:pt x="7056588" y="1667712"/>
                  </a:lnTo>
                  <a:lnTo>
                    <a:pt x="7122395" y="1689754"/>
                  </a:lnTo>
                  <a:lnTo>
                    <a:pt x="7193966" y="1709528"/>
                  </a:lnTo>
                  <a:lnTo>
                    <a:pt x="7271699" y="1727294"/>
                  </a:lnTo>
                  <a:lnTo>
                    <a:pt x="7355533" y="1743239"/>
                  </a:lnTo>
                  <a:lnTo>
                    <a:pt x="7444747" y="1757482"/>
                  </a:lnTo>
                  <a:lnTo>
                    <a:pt x="7537756" y="1770071"/>
                  </a:lnTo>
                  <a:lnTo>
                    <a:pt x="7631984" y="1780999"/>
                  </a:lnTo>
                  <a:lnTo>
                    <a:pt x="7723885" y="1790230"/>
                  </a:lnTo>
                  <a:lnTo>
                    <a:pt x="7809247" y="1797729"/>
                  </a:lnTo>
                  <a:lnTo>
                    <a:pt x="7883780" y="1803508"/>
                  </a:lnTo>
                  <a:lnTo>
                    <a:pt x="7943937" y="1807655"/>
                  </a:lnTo>
                  <a:lnTo>
                    <a:pt x="7987716" y="1810354"/>
                  </a:lnTo>
                  <a:lnTo>
                    <a:pt x="8015213" y="1811879"/>
                  </a:lnTo>
                  <a:lnTo>
                    <a:pt x="8028749" y="1812557"/>
                  </a:lnTo>
                  <a:lnTo>
                    <a:pt x="8032653" y="1812734"/>
                  </a:lnTo>
                  <a:lnTo>
                    <a:pt x="8032819" y="1812741"/>
                  </a:lnTo>
                  <a:lnTo>
                    <a:pt x="8554953" y="1812741"/>
                  </a:lnTo>
                  <a:lnTo>
                    <a:pt x="8554953" y="1807094"/>
                  </a:lnTo>
                  <a:lnTo>
                    <a:pt x="8032819" y="1807094"/>
                  </a:lnTo>
                  <a:lnTo>
                    <a:pt x="8031601" y="1807041"/>
                  </a:lnTo>
                  <a:lnTo>
                    <a:pt x="8023631" y="1806661"/>
                  </a:lnTo>
                  <a:lnTo>
                    <a:pt x="8003678" y="1805612"/>
                  </a:lnTo>
                  <a:lnTo>
                    <a:pt x="7968356" y="1803550"/>
                  </a:lnTo>
                  <a:lnTo>
                    <a:pt x="7916425" y="1800170"/>
                  </a:lnTo>
                  <a:lnTo>
                    <a:pt x="7848860" y="1795241"/>
                  </a:lnTo>
                  <a:lnTo>
                    <a:pt x="7768511" y="1788624"/>
                  </a:lnTo>
                  <a:lnTo>
                    <a:pt x="7679396" y="1780274"/>
                  </a:lnTo>
                  <a:lnTo>
                    <a:pt x="7585860" y="1770206"/>
                  </a:lnTo>
                  <a:lnTo>
                    <a:pt x="7491842" y="1758461"/>
                  </a:lnTo>
                  <a:lnTo>
                    <a:pt x="7400434" y="1745064"/>
                  </a:lnTo>
                  <a:lnTo>
                    <a:pt x="7313717" y="1729997"/>
                  </a:lnTo>
                  <a:lnTo>
                    <a:pt x="7232828" y="1713178"/>
                  </a:lnTo>
                  <a:lnTo>
                    <a:pt x="7158140" y="1694457"/>
                  </a:lnTo>
                  <a:lnTo>
                    <a:pt x="7089464" y="1673608"/>
                  </a:lnTo>
                  <a:lnTo>
                    <a:pt x="7026246" y="1650340"/>
                  </a:lnTo>
                  <a:lnTo>
                    <a:pt x="6967711" y="1624311"/>
                  </a:lnTo>
                  <a:lnTo>
                    <a:pt x="6912978" y="1595142"/>
                  </a:lnTo>
                  <a:lnTo>
                    <a:pt x="6861144" y="1562467"/>
                  </a:lnTo>
                  <a:lnTo>
                    <a:pt x="6811363" y="1526004"/>
                  </a:lnTo>
                  <a:lnTo>
                    <a:pt x="6786527" y="1505912"/>
                  </a:lnTo>
                  <a:lnTo>
                    <a:pt x="6743077" y="1467794"/>
                  </a:lnTo>
                  <a:lnTo>
                    <a:pt x="6700049" y="1426431"/>
                  </a:lnTo>
                  <a:lnTo>
                    <a:pt x="6657110" y="1381759"/>
                  </a:lnTo>
                  <a:lnTo>
                    <a:pt x="6614011" y="1333792"/>
                  </a:lnTo>
                  <a:lnTo>
                    <a:pt x="6570581" y="1282624"/>
                  </a:lnTo>
                  <a:lnTo>
                    <a:pt x="6526715" y="1228439"/>
                  </a:lnTo>
                  <a:lnTo>
                    <a:pt x="6482370" y="1171514"/>
                  </a:lnTo>
                  <a:lnTo>
                    <a:pt x="6437557" y="1112216"/>
                  </a:lnTo>
                  <a:lnTo>
                    <a:pt x="6392334" y="1050997"/>
                  </a:lnTo>
                  <a:lnTo>
                    <a:pt x="6346797" y="988382"/>
                  </a:lnTo>
                  <a:lnTo>
                    <a:pt x="6301070" y="924947"/>
                  </a:lnTo>
                  <a:lnTo>
                    <a:pt x="6255294" y="861304"/>
                  </a:lnTo>
                  <a:lnTo>
                    <a:pt x="6209614" y="798071"/>
                  </a:lnTo>
                  <a:lnTo>
                    <a:pt x="6164167" y="735852"/>
                  </a:lnTo>
                  <a:lnTo>
                    <a:pt x="6119069" y="675208"/>
                  </a:lnTo>
                  <a:lnTo>
                    <a:pt x="6074405" y="616642"/>
                  </a:lnTo>
                  <a:lnTo>
                    <a:pt x="6030218" y="560579"/>
                  </a:lnTo>
                  <a:lnTo>
                    <a:pt x="5986503" y="507357"/>
                  </a:lnTo>
                  <a:lnTo>
                    <a:pt x="5943196" y="457222"/>
                  </a:lnTo>
                  <a:lnTo>
                    <a:pt x="5900172" y="410329"/>
                  </a:lnTo>
                  <a:lnTo>
                    <a:pt x="5857235" y="366744"/>
                  </a:lnTo>
                  <a:lnTo>
                    <a:pt x="5814110" y="326454"/>
                  </a:lnTo>
                  <a:lnTo>
                    <a:pt x="5784835" y="301182"/>
                  </a:lnTo>
                  <a:lnTo>
                    <a:pt x="5735812" y="262736"/>
                  </a:lnTo>
                  <a:lnTo>
                    <a:pt x="5685124" y="228156"/>
                  </a:lnTo>
                  <a:lnTo>
                    <a:pt x="5631981" y="197242"/>
                  </a:lnTo>
                  <a:lnTo>
                    <a:pt x="5575498" y="169659"/>
                  </a:lnTo>
                  <a:lnTo>
                    <a:pt x="5514773" y="145029"/>
                  </a:lnTo>
                  <a:lnTo>
                    <a:pt x="5448967" y="122987"/>
                  </a:lnTo>
                  <a:lnTo>
                    <a:pt x="5377396" y="103212"/>
                  </a:lnTo>
                  <a:lnTo>
                    <a:pt x="5299663" y="85447"/>
                  </a:lnTo>
                  <a:lnTo>
                    <a:pt x="5215829" y="69502"/>
                  </a:lnTo>
                  <a:lnTo>
                    <a:pt x="5126615" y="55259"/>
                  </a:lnTo>
                  <a:lnTo>
                    <a:pt x="5033605" y="42670"/>
                  </a:lnTo>
                  <a:lnTo>
                    <a:pt x="4939378" y="31742"/>
                  </a:lnTo>
                  <a:lnTo>
                    <a:pt x="4847477" y="22511"/>
                  </a:lnTo>
                  <a:lnTo>
                    <a:pt x="4762115" y="15012"/>
                  </a:lnTo>
                  <a:lnTo>
                    <a:pt x="4687581" y="9233"/>
                  </a:lnTo>
                  <a:lnTo>
                    <a:pt x="4627425" y="5086"/>
                  </a:lnTo>
                  <a:lnTo>
                    <a:pt x="4583646" y="2386"/>
                  </a:lnTo>
                  <a:lnTo>
                    <a:pt x="4556149" y="862"/>
                  </a:lnTo>
                  <a:lnTo>
                    <a:pt x="4542613" y="184"/>
                  </a:lnTo>
                  <a:lnTo>
                    <a:pt x="4538709" y="6"/>
                  </a:lnTo>
                  <a:lnTo>
                    <a:pt x="4538543" y="0"/>
                  </a:lnTo>
                  <a:lnTo>
                    <a:pt x="4016409" y="0"/>
                  </a:lnTo>
                  <a:lnTo>
                    <a:pt x="4015248" y="75"/>
                  </a:lnTo>
                  <a:lnTo>
                    <a:pt x="4007640" y="612"/>
                  </a:lnTo>
                  <a:lnTo>
                    <a:pt x="3988563" y="2099"/>
                  </a:lnTo>
                  <a:lnTo>
                    <a:pt x="3954713" y="5020"/>
                  </a:lnTo>
                  <a:lnTo>
                    <a:pt x="3904790" y="9814"/>
                  </a:lnTo>
                  <a:lnTo>
                    <a:pt x="3839575" y="16818"/>
                  </a:lnTo>
                  <a:lnTo>
                    <a:pt x="3761653" y="26239"/>
                  </a:lnTo>
                  <a:lnTo>
                    <a:pt x="3674775" y="38154"/>
                  </a:lnTo>
                  <a:lnTo>
                    <a:pt x="3583086" y="52550"/>
                  </a:lnTo>
                  <a:lnTo>
                    <a:pt x="3490426" y="69370"/>
                  </a:lnTo>
                  <a:lnTo>
                    <a:pt x="3399879" y="88570"/>
                  </a:lnTo>
                  <a:lnTo>
                    <a:pt x="3313591" y="110165"/>
                  </a:lnTo>
                  <a:lnTo>
                    <a:pt x="3232799" y="134251"/>
                  </a:lnTo>
                  <a:lnTo>
                    <a:pt x="3157987" y="161023"/>
                  </a:lnTo>
                  <a:lnTo>
                    <a:pt x="3089076" y="190778"/>
                  </a:lnTo>
                  <a:lnTo>
                    <a:pt x="3025602" y="223906"/>
                  </a:lnTo>
                  <a:lnTo>
                    <a:pt x="2966869" y="260878"/>
                  </a:lnTo>
                  <a:lnTo>
                    <a:pt x="2912055" y="302222"/>
                  </a:lnTo>
                  <a:lnTo>
                    <a:pt x="2860298" y="348467"/>
                  </a:lnTo>
                  <a:lnTo>
                    <a:pt x="2810768" y="400067"/>
                  </a:lnTo>
                  <a:lnTo>
                    <a:pt x="2770117" y="448008"/>
                  </a:lnTo>
                  <a:lnTo>
                    <a:pt x="2732129" y="497277"/>
                  </a:lnTo>
                  <a:lnTo>
                    <a:pt x="2694498" y="550218"/>
                  </a:lnTo>
                  <a:lnTo>
                    <a:pt x="2656991" y="606906"/>
                  </a:lnTo>
                  <a:lnTo>
                    <a:pt x="2619425" y="667352"/>
                  </a:lnTo>
                  <a:lnTo>
                    <a:pt x="2581666" y="731501"/>
                  </a:lnTo>
                  <a:lnTo>
                    <a:pt x="2543618" y="799220"/>
                  </a:lnTo>
                  <a:lnTo>
                    <a:pt x="2505224" y="870301"/>
                  </a:lnTo>
                  <a:lnTo>
                    <a:pt x="2466463" y="944451"/>
                  </a:lnTo>
                  <a:lnTo>
                    <a:pt x="2427343" y="1021302"/>
                  </a:lnTo>
                  <a:lnTo>
                    <a:pt x="2387902" y="1100410"/>
                  </a:lnTo>
                  <a:lnTo>
                    <a:pt x="2348198" y="1181270"/>
                  </a:lnTo>
                  <a:lnTo>
                    <a:pt x="2308311" y="1263323"/>
                  </a:lnTo>
                  <a:lnTo>
                    <a:pt x="2268330" y="1345974"/>
                  </a:lnTo>
                  <a:lnTo>
                    <a:pt x="2228350" y="1428611"/>
                  </a:lnTo>
                  <a:lnTo>
                    <a:pt x="2188470" y="1510620"/>
                  </a:lnTo>
                  <a:lnTo>
                    <a:pt x="2148777" y="1591410"/>
                  </a:lnTo>
                  <a:lnTo>
                    <a:pt x="2109350" y="1670423"/>
                  </a:lnTo>
                  <a:lnTo>
                    <a:pt x="2070246" y="1747156"/>
                  </a:lnTo>
                  <a:lnTo>
                    <a:pt x="2031502" y="1821170"/>
                  </a:lnTo>
                  <a:lnTo>
                    <a:pt x="1993126" y="1892098"/>
                  </a:lnTo>
                  <a:lnTo>
                    <a:pt x="1955093" y="1959653"/>
                  </a:lnTo>
                  <a:lnTo>
                    <a:pt x="1917345" y="2023630"/>
                  </a:lnTo>
                  <a:lnTo>
                    <a:pt x="1879786" y="2083900"/>
                  </a:lnTo>
                  <a:lnTo>
                    <a:pt x="1842277" y="2140410"/>
                  </a:lnTo>
                  <a:lnTo>
                    <a:pt x="1804635" y="2193176"/>
                  </a:lnTo>
                  <a:lnTo>
                    <a:pt x="1768425" y="2240044"/>
                  </a:lnTo>
                  <a:lnTo>
                    <a:pt x="1720201" y="2296359"/>
                  </a:lnTo>
                  <a:lnTo>
                    <a:pt x="1670376" y="2347105"/>
                  </a:lnTo>
                  <a:lnTo>
                    <a:pt x="1618201" y="2392557"/>
                  </a:lnTo>
                  <a:lnTo>
                    <a:pt x="1562835" y="2433186"/>
                  </a:lnTo>
                  <a:lnTo>
                    <a:pt x="1503418" y="2469528"/>
                  </a:lnTo>
                  <a:lnTo>
                    <a:pt x="1439141" y="2502103"/>
                  </a:lnTo>
                  <a:lnTo>
                    <a:pt x="1369336" y="2531372"/>
                  </a:lnTo>
                  <a:lnTo>
                    <a:pt x="1293590" y="2557710"/>
                  </a:lnTo>
                  <a:lnTo>
                    <a:pt x="1211896" y="2581399"/>
                  </a:lnTo>
                  <a:lnTo>
                    <a:pt x="1124844" y="2602618"/>
                  </a:lnTo>
                  <a:lnTo>
                    <a:pt x="1033804" y="2621450"/>
                  </a:lnTo>
                  <a:lnTo>
                    <a:pt x="941070" y="2637897"/>
                  </a:lnTo>
                  <a:lnTo>
                    <a:pt x="849862" y="2651912"/>
                  </a:lnTo>
                  <a:lnTo>
                    <a:pt x="764104" y="2663439"/>
                  </a:lnTo>
                  <a:lnTo>
                    <a:pt x="687928" y="2672476"/>
                  </a:lnTo>
                  <a:lnTo>
                    <a:pt x="624957" y="2679120"/>
                  </a:lnTo>
                  <a:lnTo>
                    <a:pt x="577529" y="2683598"/>
                  </a:lnTo>
                  <a:lnTo>
                    <a:pt x="546111" y="2686267"/>
                  </a:lnTo>
                  <a:lnTo>
                    <a:pt x="529077" y="2687573"/>
                  </a:lnTo>
                  <a:lnTo>
                    <a:pt x="522839" y="2688008"/>
                  </a:lnTo>
                  <a:lnTo>
                    <a:pt x="522133" y="2688053"/>
                  </a:lnTo>
                  <a:lnTo>
                    <a:pt x="0" y="2688053"/>
                  </a:lnTo>
                  <a:close/>
                </a:path>
              </a:pathLst>
            </a:custGeom>
            <a:solidFill>
              <a:srgbClr val="D9B26F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1587" name="pl1587"/>
            <p:cNvSpPr/>
            <p:nvPr/>
          </p:nvSpPr>
          <p:spPr>
            <a:xfrm>
              <a:off x="386606" y="2518277"/>
              <a:ext cx="8554953" cy="2688053"/>
            </a:xfrm>
            <a:custGeom>
              <a:avLst/>
              <a:pathLst>
                <a:path w="8554953" h="2688053">
                  <a:moveTo>
                    <a:pt x="0" y="2688053"/>
                  </a:moveTo>
                  <a:lnTo>
                    <a:pt x="522133" y="2688053"/>
                  </a:lnTo>
                  <a:lnTo>
                    <a:pt x="523294" y="2687978"/>
                  </a:lnTo>
                  <a:lnTo>
                    <a:pt x="530902" y="2687440"/>
                  </a:lnTo>
                  <a:lnTo>
                    <a:pt x="549979" y="2685954"/>
                  </a:lnTo>
                  <a:lnTo>
                    <a:pt x="583829" y="2683032"/>
                  </a:lnTo>
                  <a:lnTo>
                    <a:pt x="633753" y="2678238"/>
                  </a:lnTo>
                  <a:lnTo>
                    <a:pt x="698967" y="2671234"/>
                  </a:lnTo>
                  <a:lnTo>
                    <a:pt x="776890" y="2661814"/>
                  </a:lnTo>
                  <a:lnTo>
                    <a:pt x="863767" y="2649898"/>
                  </a:lnTo>
                  <a:lnTo>
                    <a:pt x="955456" y="2635502"/>
                  </a:lnTo>
                  <a:lnTo>
                    <a:pt x="1048116" y="2618683"/>
                  </a:lnTo>
                  <a:lnTo>
                    <a:pt x="1138663" y="2599482"/>
                  </a:lnTo>
                  <a:lnTo>
                    <a:pt x="1224951" y="2577888"/>
                  </a:lnTo>
                  <a:lnTo>
                    <a:pt x="1305743" y="2553802"/>
                  </a:lnTo>
                  <a:lnTo>
                    <a:pt x="1380555" y="2527029"/>
                  </a:lnTo>
                  <a:lnTo>
                    <a:pt x="1449466" y="2497274"/>
                  </a:lnTo>
                  <a:lnTo>
                    <a:pt x="1512940" y="2464147"/>
                  </a:lnTo>
                  <a:lnTo>
                    <a:pt x="1571673" y="2427174"/>
                  </a:lnTo>
                  <a:lnTo>
                    <a:pt x="1626488" y="2385831"/>
                  </a:lnTo>
                  <a:lnTo>
                    <a:pt x="1678244" y="2339585"/>
                  </a:lnTo>
                  <a:lnTo>
                    <a:pt x="1727774" y="2287986"/>
                  </a:lnTo>
                  <a:lnTo>
                    <a:pt x="1768425" y="2240044"/>
                  </a:lnTo>
                  <a:lnTo>
                    <a:pt x="1806413" y="2190775"/>
                  </a:lnTo>
                  <a:lnTo>
                    <a:pt x="1844044" y="2137834"/>
                  </a:lnTo>
                  <a:lnTo>
                    <a:pt x="1881552" y="2081147"/>
                  </a:lnTo>
                  <a:lnTo>
                    <a:pt x="1919117" y="2020701"/>
                  </a:lnTo>
                  <a:lnTo>
                    <a:pt x="1956876" y="1956552"/>
                  </a:lnTo>
                  <a:lnTo>
                    <a:pt x="1994924" y="1888832"/>
                  </a:lnTo>
                  <a:lnTo>
                    <a:pt x="2033318" y="1817752"/>
                  </a:lnTo>
                  <a:lnTo>
                    <a:pt x="2072079" y="1743602"/>
                  </a:lnTo>
                  <a:lnTo>
                    <a:pt x="2111199" y="1666751"/>
                  </a:lnTo>
                  <a:lnTo>
                    <a:pt x="2150640" y="1587642"/>
                  </a:lnTo>
                  <a:lnTo>
                    <a:pt x="2190344" y="1506782"/>
                  </a:lnTo>
                  <a:lnTo>
                    <a:pt x="2230231" y="1424730"/>
                  </a:lnTo>
                  <a:lnTo>
                    <a:pt x="2270213" y="1342078"/>
                  </a:lnTo>
                  <a:lnTo>
                    <a:pt x="2310192" y="1259442"/>
                  </a:lnTo>
                  <a:lnTo>
                    <a:pt x="2350072" y="1177432"/>
                  </a:lnTo>
                  <a:lnTo>
                    <a:pt x="2389765" y="1096642"/>
                  </a:lnTo>
                  <a:lnTo>
                    <a:pt x="2429192" y="1017629"/>
                  </a:lnTo>
                  <a:lnTo>
                    <a:pt x="2468296" y="940896"/>
                  </a:lnTo>
                  <a:lnTo>
                    <a:pt x="2507040" y="866883"/>
                  </a:lnTo>
                  <a:lnTo>
                    <a:pt x="2545417" y="795955"/>
                  </a:lnTo>
                  <a:lnTo>
                    <a:pt x="2583450" y="728399"/>
                  </a:lnTo>
                  <a:lnTo>
                    <a:pt x="2621197" y="664422"/>
                  </a:lnTo>
                  <a:lnTo>
                    <a:pt x="2658756" y="604152"/>
                  </a:lnTo>
                  <a:lnTo>
                    <a:pt x="2696265" y="547642"/>
                  </a:lnTo>
                  <a:lnTo>
                    <a:pt x="2733907" y="494876"/>
                  </a:lnTo>
                  <a:lnTo>
                    <a:pt x="2770117" y="448008"/>
                  </a:lnTo>
                  <a:lnTo>
                    <a:pt x="2818342" y="391693"/>
                  </a:lnTo>
                  <a:lnTo>
                    <a:pt x="2868166" y="340948"/>
                  </a:lnTo>
                  <a:lnTo>
                    <a:pt x="2920341" y="295496"/>
                  </a:lnTo>
                  <a:lnTo>
                    <a:pt x="2975707" y="254866"/>
                  </a:lnTo>
                  <a:lnTo>
                    <a:pt x="3035125" y="218524"/>
                  </a:lnTo>
                  <a:lnTo>
                    <a:pt x="3099401" y="185949"/>
                  </a:lnTo>
                  <a:lnTo>
                    <a:pt x="3169206" y="156681"/>
                  </a:lnTo>
                  <a:lnTo>
                    <a:pt x="3244953" y="130342"/>
                  </a:lnTo>
                  <a:lnTo>
                    <a:pt x="3326646" y="106653"/>
                  </a:lnTo>
                  <a:lnTo>
                    <a:pt x="3413699" y="85434"/>
                  </a:lnTo>
                  <a:lnTo>
                    <a:pt x="3504738" y="66602"/>
                  </a:lnTo>
                  <a:lnTo>
                    <a:pt x="3597472" y="50155"/>
                  </a:lnTo>
                  <a:lnTo>
                    <a:pt x="3688680" y="36141"/>
                  </a:lnTo>
                  <a:lnTo>
                    <a:pt x="3774439" y="24613"/>
                  </a:lnTo>
                  <a:lnTo>
                    <a:pt x="3850614" y="15576"/>
                  </a:lnTo>
                  <a:lnTo>
                    <a:pt x="3913585" y="8932"/>
                  </a:lnTo>
                  <a:lnTo>
                    <a:pt x="3961013" y="4454"/>
                  </a:lnTo>
                  <a:lnTo>
                    <a:pt x="3992432" y="1786"/>
                  </a:lnTo>
                  <a:lnTo>
                    <a:pt x="4009465" y="479"/>
                  </a:lnTo>
                  <a:lnTo>
                    <a:pt x="4015703" y="45"/>
                  </a:lnTo>
                  <a:lnTo>
                    <a:pt x="4016409" y="0"/>
                  </a:lnTo>
                  <a:lnTo>
                    <a:pt x="4538543" y="0"/>
                  </a:lnTo>
                  <a:lnTo>
                    <a:pt x="4539761" y="53"/>
                  </a:lnTo>
                  <a:lnTo>
                    <a:pt x="4547731" y="432"/>
                  </a:lnTo>
                  <a:lnTo>
                    <a:pt x="4567684" y="1482"/>
                  </a:lnTo>
                  <a:lnTo>
                    <a:pt x="4603006" y="3544"/>
                  </a:lnTo>
                  <a:lnTo>
                    <a:pt x="4654937" y="6924"/>
                  </a:lnTo>
                  <a:lnTo>
                    <a:pt x="4722502" y="11853"/>
                  </a:lnTo>
                  <a:lnTo>
                    <a:pt x="4802851" y="18469"/>
                  </a:lnTo>
                  <a:lnTo>
                    <a:pt x="4891966" y="26820"/>
                  </a:lnTo>
                  <a:lnTo>
                    <a:pt x="4985502" y="36888"/>
                  </a:lnTo>
                  <a:lnTo>
                    <a:pt x="5079520" y="48633"/>
                  </a:lnTo>
                  <a:lnTo>
                    <a:pt x="5170928" y="62030"/>
                  </a:lnTo>
                  <a:lnTo>
                    <a:pt x="5257645" y="77097"/>
                  </a:lnTo>
                  <a:lnTo>
                    <a:pt x="5338534" y="93915"/>
                  </a:lnTo>
                  <a:lnTo>
                    <a:pt x="5413222" y="112637"/>
                  </a:lnTo>
                  <a:lnTo>
                    <a:pt x="5481897" y="133486"/>
                  </a:lnTo>
                  <a:lnTo>
                    <a:pt x="5545116" y="156753"/>
                  </a:lnTo>
                  <a:lnTo>
                    <a:pt x="5603651" y="182783"/>
                  </a:lnTo>
                  <a:lnTo>
                    <a:pt x="5658384" y="211952"/>
                  </a:lnTo>
                  <a:lnTo>
                    <a:pt x="5710218" y="244626"/>
                  </a:lnTo>
                  <a:lnTo>
                    <a:pt x="5759999" y="281089"/>
                  </a:lnTo>
                  <a:lnTo>
                    <a:pt x="5784835" y="301182"/>
                  </a:lnTo>
                  <a:lnTo>
                    <a:pt x="5828285" y="339299"/>
                  </a:lnTo>
                  <a:lnTo>
                    <a:pt x="5871313" y="380663"/>
                  </a:lnTo>
                  <a:lnTo>
                    <a:pt x="5914252" y="425334"/>
                  </a:lnTo>
                  <a:lnTo>
                    <a:pt x="5957351" y="473301"/>
                  </a:lnTo>
                  <a:lnTo>
                    <a:pt x="6000781" y="524470"/>
                  </a:lnTo>
                  <a:lnTo>
                    <a:pt x="6044647" y="578655"/>
                  </a:lnTo>
                  <a:lnTo>
                    <a:pt x="6088991" y="635580"/>
                  </a:lnTo>
                  <a:lnTo>
                    <a:pt x="6133805" y="694878"/>
                  </a:lnTo>
                  <a:lnTo>
                    <a:pt x="6179028" y="756096"/>
                  </a:lnTo>
                  <a:lnTo>
                    <a:pt x="6224565" y="818712"/>
                  </a:lnTo>
                  <a:lnTo>
                    <a:pt x="6270292" y="882147"/>
                  </a:lnTo>
                  <a:lnTo>
                    <a:pt x="6316068" y="945790"/>
                  </a:lnTo>
                  <a:lnTo>
                    <a:pt x="6361748" y="1009022"/>
                  </a:lnTo>
                  <a:lnTo>
                    <a:pt x="6407195" y="1071242"/>
                  </a:lnTo>
                  <a:lnTo>
                    <a:pt x="6452293" y="1131885"/>
                  </a:lnTo>
                  <a:lnTo>
                    <a:pt x="6496957" y="1190451"/>
                  </a:lnTo>
                  <a:lnTo>
                    <a:pt x="6541144" y="1246515"/>
                  </a:lnTo>
                  <a:lnTo>
                    <a:pt x="6584859" y="1299737"/>
                  </a:lnTo>
                  <a:lnTo>
                    <a:pt x="6628165" y="1349872"/>
                  </a:lnTo>
                  <a:lnTo>
                    <a:pt x="6671190" y="1396765"/>
                  </a:lnTo>
                  <a:lnTo>
                    <a:pt x="6714127" y="1440350"/>
                  </a:lnTo>
                  <a:lnTo>
                    <a:pt x="6757252" y="1480640"/>
                  </a:lnTo>
                  <a:lnTo>
                    <a:pt x="6786527" y="1505912"/>
                  </a:lnTo>
                  <a:lnTo>
                    <a:pt x="6835550" y="1544358"/>
                  </a:lnTo>
                  <a:lnTo>
                    <a:pt x="6886238" y="1578938"/>
                  </a:lnTo>
                  <a:lnTo>
                    <a:pt x="6939381" y="1609851"/>
                  </a:lnTo>
                  <a:lnTo>
                    <a:pt x="6995864" y="1637435"/>
                  </a:lnTo>
                  <a:lnTo>
                    <a:pt x="7056588" y="1662065"/>
                  </a:lnTo>
                  <a:lnTo>
                    <a:pt x="7122395" y="1684107"/>
                  </a:lnTo>
                  <a:lnTo>
                    <a:pt x="7193966" y="1703881"/>
                  </a:lnTo>
                  <a:lnTo>
                    <a:pt x="7271699" y="1721647"/>
                  </a:lnTo>
                  <a:lnTo>
                    <a:pt x="7355533" y="1737592"/>
                  </a:lnTo>
                  <a:lnTo>
                    <a:pt x="7444747" y="1751835"/>
                  </a:lnTo>
                  <a:lnTo>
                    <a:pt x="7537756" y="1764424"/>
                  </a:lnTo>
                  <a:lnTo>
                    <a:pt x="7631984" y="1775352"/>
                  </a:lnTo>
                  <a:lnTo>
                    <a:pt x="7723885" y="1784583"/>
                  </a:lnTo>
                  <a:lnTo>
                    <a:pt x="7809247" y="1792082"/>
                  </a:lnTo>
                  <a:lnTo>
                    <a:pt x="7883780" y="1797861"/>
                  </a:lnTo>
                  <a:lnTo>
                    <a:pt x="7943937" y="1802008"/>
                  </a:lnTo>
                  <a:lnTo>
                    <a:pt x="7987716" y="1804707"/>
                  </a:lnTo>
                  <a:lnTo>
                    <a:pt x="8015213" y="1806232"/>
                  </a:lnTo>
                  <a:lnTo>
                    <a:pt x="8028749" y="1806910"/>
                  </a:lnTo>
                  <a:lnTo>
                    <a:pt x="8032653" y="1807087"/>
                  </a:lnTo>
                  <a:lnTo>
                    <a:pt x="8032819" y="1807094"/>
                  </a:lnTo>
                  <a:lnTo>
                    <a:pt x="8554953" y="1807094"/>
                  </a:lnTo>
                  <a:lnTo>
                    <a:pt x="8554953" y="1807094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588" name="pl1588"/>
            <p:cNvSpPr/>
            <p:nvPr/>
          </p:nvSpPr>
          <p:spPr>
            <a:xfrm>
              <a:off x="386606" y="2512630"/>
              <a:ext cx="8554953" cy="2688053"/>
            </a:xfrm>
            <a:custGeom>
              <a:avLst/>
              <a:pathLst>
                <a:path w="8554953" h="2688053">
                  <a:moveTo>
                    <a:pt x="8554953" y="1807094"/>
                  </a:moveTo>
                  <a:lnTo>
                    <a:pt x="8032819" y="1807094"/>
                  </a:lnTo>
                  <a:lnTo>
                    <a:pt x="8031601" y="1807041"/>
                  </a:lnTo>
                  <a:lnTo>
                    <a:pt x="8023631" y="1806661"/>
                  </a:lnTo>
                  <a:lnTo>
                    <a:pt x="8003678" y="1805612"/>
                  </a:lnTo>
                  <a:lnTo>
                    <a:pt x="7968356" y="1803550"/>
                  </a:lnTo>
                  <a:lnTo>
                    <a:pt x="7916425" y="1800170"/>
                  </a:lnTo>
                  <a:lnTo>
                    <a:pt x="7848860" y="1795241"/>
                  </a:lnTo>
                  <a:lnTo>
                    <a:pt x="7768511" y="1788624"/>
                  </a:lnTo>
                  <a:lnTo>
                    <a:pt x="7679396" y="1780274"/>
                  </a:lnTo>
                  <a:lnTo>
                    <a:pt x="7585860" y="1770206"/>
                  </a:lnTo>
                  <a:lnTo>
                    <a:pt x="7491842" y="1758461"/>
                  </a:lnTo>
                  <a:lnTo>
                    <a:pt x="7400434" y="1745064"/>
                  </a:lnTo>
                  <a:lnTo>
                    <a:pt x="7313717" y="1729997"/>
                  </a:lnTo>
                  <a:lnTo>
                    <a:pt x="7232828" y="1713178"/>
                  </a:lnTo>
                  <a:lnTo>
                    <a:pt x="7158140" y="1694457"/>
                  </a:lnTo>
                  <a:lnTo>
                    <a:pt x="7089464" y="1673608"/>
                  </a:lnTo>
                  <a:lnTo>
                    <a:pt x="7026246" y="1650340"/>
                  </a:lnTo>
                  <a:lnTo>
                    <a:pt x="6967711" y="1624311"/>
                  </a:lnTo>
                  <a:lnTo>
                    <a:pt x="6912978" y="1595142"/>
                  </a:lnTo>
                  <a:lnTo>
                    <a:pt x="6861144" y="1562467"/>
                  </a:lnTo>
                  <a:lnTo>
                    <a:pt x="6811363" y="1526004"/>
                  </a:lnTo>
                  <a:lnTo>
                    <a:pt x="6786527" y="1505912"/>
                  </a:lnTo>
                  <a:lnTo>
                    <a:pt x="6743077" y="1467794"/>
                  </a:lnTo>
                  <a:lnTo>
                    <a:pt x="6700049" y="1426431"/>
                  </a:lnTo>
                  <a:lnTo>
                    <a:pt x="6657110" y="1381759"/>
                  </a:lnTo>
                  <a:lnTo>
                    <a:pt x="6614011" y="1333792"/>
                  </a:lnTo>
                  <a:lnTo>
                    <a:pt x="6570581" y="1282624"/>
                  </a:lnTo>
                  <a:lnTo>
                    <a:pt x="6526715" y="1228439"/>
                  </a:lnTo>
                  <a:lnTo>
                    <a:pt x="6482370" y="1171514"/>
                  </a:lnTo>
                  <a:lnTo>
                    <a:pt x="6437557" y="1112216"/>
                  </a:lnTo>
                  <a:lnTo>
                    <a:pt x="6392334" y="1050997"/>
                  </a:lnTo>
                  <a:lnTo>
                    <a:pt x="6346797" y="988382"/>
                  </a:lnTo>
                  <a:lnTo>
                    <a:pt x="6301070" y="924947"/>
                  </a:lnTo>
                  <a:lnTo>
                    <a:pt x="6255294" y="861304"/>
                  </a:lnTo>
                  <a:lnTo>
                    <a:pt x="6209614" y="798071"/>
                  </a:lnTo>
                  <a:lnTo>
                    <a:pt x="6164167" y="735852"/>
                  </a:lnTo>
                  <a:lnTo>
                    <a:pt x="6119069" y="675208"/>
                  </a:lnTo>
                  <a:lnTo>
                    <a:pt x="6074405" y="616642"/>
                  </a:lnTo>
                  <a:lnTo>
                    <a:pt x="6030218" y="560579"/>
                  </a:lnTo>
                  <a:lnTo>
                    <a:pt x="5986503" y="507357"/>
                  </a:lnTo>
                  <a:lnTo>
                    <a:pt x="5943196" y="457222"/>
                  </a:lnTo>
                  <a:lnTo>
                    <a:pt x="5900172" y="410329"/>
                  </a:lnTo>
                  <a:lnTo>
                    <a:pt x="5857235" y="366744"/>
                  </a:lnTo>
                  <a:lnTo>
                    <a:pt x="5814110" y="326454"/>
                  </a:lnTo>
                  <a:lnTo>
                    <a:pt x="5784835" y="301182"/>
                  </a:lnTo>
                  <a:lnTo>
                    <a:pt x="5735812" y="262736"/>
                  </a:lnTo>
                  <a:lnTo>
                    <a:pt x="5685124" y="228156"/>
                  </a:lnTo>
                  <a:lnTo>
                    <a:pt x="5631981" y="197242"/>
                  </a:lnTo>
                  <a:lnTo>
                    <a:pt x="5575498" y="169659"/>
                  </a:lnTo>
                  <a:lnTo>
                    <a:pt x="5514773" y="145029"/>
                  </a:lnTo>
                  <a:lnTo>
                    <a:pt x="5448967" y="122987"/>
                  </a:lnTo>
                  <a:lnTo>
                    <a:pt x="5377396" y="103212"/>
                  </a:lnTo>
                  <a:lnTo>
                    <a:pt x="5299663" y="85447"/>
                  </a:lnTo>
                  <a:lnTo>
                    <a:pt x="5215829" y="69502"/>
                  </a:lnTo>
                  <a:lnTo>
                    <a:pt x="5126615" y="55259"/>
                  </a:lnTo>
                  <a:lnTo>
                    <a:pt x="5033605" y="42670"/>
                  </a:lnTo>
                  <a:lnTo>
                    <a:pt x="4939378" y="31742"/>
                  </a:lnTo>
                  <a:lnTo>
                    <a:pt x="4847477" y="22511"/>
                  </a:lnTo>
                  <a:lnTo>
                    <a:pt x="4762115" y="15012"/>
                  </a:lnTo>
                  <a:lnTo>
                    <a:pt x="4687581" y="9233"/>
                  </a:lnTo>
                  <a:lnTo>
                    <a:pt x="4627425" y="5086"/>
                  </a:lnTo>
                  <a:lnTo>
                    <a:pt x="4583646" y="2386"/>
                  </a:lnTo>
                  <a:lnTo>
                    <a:pt x="4556149" y="862"/>
                  </a:lnTo>
                  <a:lnTo>
                    <a:pt x="4542613" y="184"/>
                  </a:lnTo>
                  <a:lnTo>
                    <a:pt x="4538709" y="6"/>
                  </a:lnTo>
                  <a:lnTo>
                    <a:pt x="4538543" y="0"/>
                  </a:lnTo>
                  <a:lnTo>
                    <a:pt x="4016409" y="0"/>
                  </a:lnTo>
                  <a:lnTo>
                    <a:pt x="4015248" y="75"/>
                  </a:lnTo>
                  <a:lnTo>
                    <a:pt x="4007640" y="612"/>
                  </a:lnTo>
                  <a:lnTo>
                    <a:pt x="3988563" y="2099"/>
                  </a:lnTo>
                  <a:lnTo>
                    <a:pt x="3954713" y="5020"/>
                  </a:lnTo>
                  <a:lnTo>
                    <a:pt x="3904790" y="9814"/>
                  </a:lnTo>
                  <a:lnTo>
                    <a:pt x="3839575" y="16818"/>
                  </a:lnTo>
                  <a:lnTo>
                    <a:pt x="3761653" y="26239"/>
                  </a:lnTo>
                  <a:lnTo>
                    <a:pt x="3674775" y="38154"/>
                  </a:lnTo>
                  <a:lnTo>
                    <a:pt x="3583086" y="52550"/>
                  </a:lnTo>
                  <a:lnTo>
                    <a:pt x="3490426" y="69370"/>
                  </a:lnTo>
                  <a:lnTo>
                    <a:pt x="3399879" y="88570"/>
                  </a:lnTo>
                  <a:lnTo>
                    <a:pt x="3313591" y="110165"/>
                  </a:lnTo>
                  <a:lnTo>
                    <a:pt x="3232799" y="134251"/>
                  </a:lnTo>
                  <a:lnTo>
                    <a:pt x="3157987" y="161023"/>
                  </a:lnTo>
                  <a:lnTo>
                    <a:pt x="3089076" y="190778"/>
                  </a:lnTo>
                  <a:lnTo>
                    <a:pt x="3025602" y="223906"/>
                  </a:lnTo>
                  <a:lnTo>
                    <a:pt x="2966869" y="260878"/>
                  </a:lnTo>
                  <a:lnTo>
                    <a:pt x="2912055" y="302222"/>
                  </a:lnTo>
                  <a:lnTo>
                    <a:pt x="2860298" y="348467"/>
                  </a:lnTo>
                  <a:lnTo>
                    <a:pt x="2810768" y="400067"/>
                  </a:lnTo>
                  <a:lnTo>
                    <a:pt x="2770117" y="448008"/>
                  </a:lnTo>
                  <a:lnTo>
                    <a:pt x="2732129" y="497277"/>
                  </a:lnTo>
                  <a:lnTo>
                    <a:pt x="2694498" y="550218"/>
                  </a:lnTo>
                  <a:lnTo>
                    <a:pt x="2656991" y="606906"/>
                  </a:lnTo>
                  <a:lnTo>
                    <a:pt x="2619425" y="667352"/>
                  </a:lnTo>
                  <a:lnTo>
                    <a:pt x="2581666" y="731501"/>
                  </a:lnTo>
                  <a:lnTo>
                    <a:pt x="2543618" y="799220"/>
                  </a:lnTo>
                  <a:lnTo>
                    <a:pt x="2505224" y="870301"/>
                  </a:lnTo>
                  <a:lnTo>
                    <a:pt x="2466463" y="944451"/>
                  </a:lnTo>
                  <a:lnTo>
                    <a:pt x="2427343" y="1021302"/>
                  </a:lnTo>
                  <a:lnTo>
                    <a:pt x="2387902" y="1100410"/>
                  </a:lnTo>
                  <a:lnTo>
                    <a:pt x="2348198" y="1181270"/>
                  </a:lnTo>
                  <a:lnTo>
                    <a:pt x="2308311" y="1263323"/>
                  </a:lnTo>
                  <a:lnTo>
                    <a:pt x="2268330" y="1345974"/>
                  </a:lnTo>
                  <a:lnTo>
                    <a:pt x="2228350" y="1428611"/>
                  </a:lnTo>
                  <a:lnTo>
                    <a:pt x="2188470" y="1510620"/>
                  </a:lnTo>
                  <a:lnTo>
                    <a:pt x="2148777" y="1591410"/>
                  </a:lnTo>
                  <a:lnTo>
                    <a:pt x="2109350" y="1670423"/>
                  </a:lnTo>
                  <a:lnTo>
                    <a:pt x="2070246" y="1747156"/>
                  </a:lnTo>
                  <a:lnTo>
                    <a:pt x="2031502" y="1821170"/>
                  </a:lnTo>
                  <a:lnTo>
                    <a:pt x="1993126" y="1892098"/>
                  </a:lnTo>
                  <a:lnTo>
                    <a:pt x="1955093" y="1959653"/>
                  </a:lnTo>
                  <a:lnTo>
                    <a:pt x="1917345" y="2023630"/>
                  </a:lnTo>
                  <a:lnTo>
                    <a:pt x="1879786" y="2083900"/>
                  </a:lnTo>
                  <a:lnTo>
                    <a:pt x="1842277" y="2140410"/>
                  </a:lnTo>
                  <a:lnTo>
                    <a:pt x="1804635" y="2193176"/>
                  </a:lnTo>
                  <a:lnTo>
                    <a:pt x="1768425" y="2240044"/>
                  </a:lnTo>
                  <a:lnTo>
                    <a:pt x="1720201" y="2296359"/>
                  </a:lnTo>
                  <a:lnTo>
                    <a:pt x="1670376" y="2347105"/>
                  </a:lnTo>
                  <a:lnTo>
                    <a:pt x="1618201" y="2392557"/>
                  </a:lnTo>
                  <a:lnTo>
                    <a:pt x="1562835" y="2433186"/>
                  </a:lnTo>
                  <a:lnTo>
                    <a:pt x="1503418" y="2469528"/>
                  </a:lnTo>
                  <a:lnTo>
                    <a:pt x="1439141" y="2502103"/>
                  </a:lnTo>
                  <a:lnTo>
                    <a:pt x="1369336" y="2531372"/>
                  </a:lnTo>
                  <a:lnTo>
                    <a:pt x="1293590" y="2557710"/>
                  </a:lnTo>
                  <a:lnTo>
                    <a:pt x="1211896" y="2581399"/>
                  </a:lnTo>
                  <a:lnTo>
                    <a:pt x="1124844" y="2602618"/>
                  </a:lnTo>
                  <a:lnTo>
                    <a:pt x="1033804" y="2621450"/>
                  </a:lnTo>
                  <a:lnTo>
                    <a:pt x="941070" y="2637897"/>
                  </a:lnTo>
                  <a:lnTo>
                    <a:pt x="849862" y="2651912"/>
                  </a:lnTo>
                  <a:lnTo>
                    <a:pt x="764104" y="2663439"/>
                  </a:lnTo>
                  <a:lnTo>
                    <a:pt x="687928" y="2672476"/>
                  </a:lnTo>
                  <a:lnTo>
                    <a:pt x="624957" y="2679120"/>
                  </a:lnTo>
                  <a:lnTo>
                    <a:pt x="577529" y="2683598"/>
                  </a:lnTo>
                  <a:lnTo>
                    <a:pt x="546111" y="2686267"/>
                  </a:lnTo>
                  <a:lnTo>
                    <a:pt x="529077" y="2687573"/>
                  </a:lnTo>
                  <a:lnTo>
                    <a:pt x="522839" y="2688008"/>
                  </a:lnTo>
                  <a:lnTo>
                    <a:pt x="522133" y="2688053"/>
                  </a:lnTo>
                  <a:lnTo>
                    <a:pt x="0" y="2688053"/>
                  </a:lnTo>
                  <a:lnTo>
                    <a:pt x="0" y="2688053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589" name="pg1589"/>
            <p:cNvSpPr/>
            <p:nvPr/>
          </p:nvSpPr>
          <p:spPr>
            <a:xfrm>
              <a:off x="386606" y="2523924"/>
              <a:ext cx="8554953" cy="2688053"/>
            </a:xfrm>
            <a:custGeom>
              <a:avLst/>
              <a:pathLst>
                <a:path w="8554953" h="2688053">
                  <a:moveTo>
                    <a:pt x="0" y="2688053"/>
                  </a:moveTo>
                  <a:lnTo>
                    <a:pt x="522133" y="2688053"/>
                  </a:lnTo>
                  <a:lnTo>
                    <a:pt x="523295" y="2687978"/>
                  </a:lnTo>
                  <a:lnTo>
                    <a:pt x="530905" y="2687441"/>
                  </a:lnTo>
                  <a:lnTo>
                    <a:pt x="549989" y="2685957"/>
                  </a:lnTo>
                  <a:lnTo>
                    <a:pt x="583849" y="2683041"/>
                  </a:lnTo>
                  <a:lnTo>
                    <a:pt x="633787" y="2678255"/>
                  </a:lnTo>
                  <a:lnTo>
                    <a:pt x="699019" y="2671264"/>
                  </a:lnTo>
                  <a:lnTo>
                    <a:pt x="776960" y="2661860"/>
                  </a:lnTo>
                  <a:lnTo>
                    <a:pt x="863854" y="2649966"/>
                  </a:lnTo>
                  <a:lnTo>
                    <a:pt x="955557" y="2635596"/>
                  </a:lnTo>
                  <a:lnTo>
                    <a:pt x="1048227" y="2618807"/>
                  </a:lnTo>
                  <a:lnTo>
                    <a:pt x="1138780" y="2599641"/>
                  </a:lnTo>
                  <a:lnTo>
                    <a:pt x="1225072" y="2578086"/>
                  </a:lnTo>
                  <a:lnTo>
                    <a:pt x="1305865" y="2554044"/>
                  </a:lnTo>
                  <a:lnTo>
                    <a:pt x="1380676" y="2527320"/>
                  </a:lnTo>
                  <a:lnTo>
                    <a:pt x="1449586" y="2497619"/>
                  </a:lnTo>
                  <a:lnTo>
                    <a:pt x="1513057" y="2464550"/>
                  </a:lnTo>
                  <a:lnTo>
                    <a:pt x="1571789" y="2427642"/>
                  </a:lnTo>
                  <a:lnTo>
                    <a:pt x="1626603" y="2386371"/>
                  </a:lnTo>
                  <a:lnTo>
                    <a:pt x="1678359" y="2340206"/>
                  </a:lnTo>
                  <a:lnTo>
                    <a:pt x="1727891" y="2288696"/>
                  </a:lnTo>
                  <a:lnTo>
                    <a:pt x="1768425" y="2240985"/>
                  </a:lnTo>
                  <a:lnTo>
                    <a:pt x="1806444" y="2191779"/>
                  </a:lnTo>
                  <a:lnTo>
                    <a:pt x="1844105" y="2138903"/>
                  </a:lnTo>
                  <a:lnTo>
                    <a:pt x="1881642" y="2082281"/>
                  </a:lnTo>
                  <a:lnTo>
                    <a:pt x="1919237" y="2021903"/>
                  </a:lnTo>
                  <a:lnTo>
                    <a:pt x="1957028" y="1957825"/>
                  </a:lnTo>
                  <a:lnTo>
                    <a:pt x="1995108" y="1890178"/>
                  </a:lnTo>
                  <a:lnTo>
                    <a:pt x="2033534" y="1819174"/>
                  </a:lnTo>
                  <a:lnTo>
                    <a:pt x="2072329" y="1745102"/>
                  </a:lnTo>
                  <a:lnTo>
                    <a:pt x="2111482" y="1668335"/>
                  </a:lnTo>
                  <a:lnTo>
                    <a:pt x="2150958" y="1589314"/>
                  </a:lnTo>
                  <a:lnTo>
                    <a:pt x="2190695" y="1508547"/>
                  </a:lnTo>
                  <a:lnTo>
                    <a:pt x="2230615" y="1426593"/>
                  </a:lnTo>
                  <a:lnTo>
                    <a:pt x="2270629" y="1344046"/>
                  </a:lnTo>
                  <a:lnTo>
                    <a:pt x="2310640" y="1261521"/>
                  </a:lnTo>
                  <a:lnTo>
                    <a:pt x="2350551" y="1179628"/>
                  </a:lnTo>
                  <a:lnTo>
                    <a:pt x="2390272" y="1098963"/>
                  </a:lnTo>
                  <a:lnTo>
                    <a:pt x="2429727" y="1020079"/>
                  </a:lnTo>
                  <a:lnTo>
                    <a:pt x="2468857" y="943481"/>
                  </a:lnTo>
                  <a:lnTo>
                    <a:pt x="2507627" y="869607"/>
                  </a:lnTo>
                  <a:lnTo>
                    <a:pt x="2546029" y="798822"/>
                  </a:lnTo>
                  <a:lnTo>
                    <a:pt x="2584087" y="731412"/>
                  </a:lnTo>
                  <a:lnTo>
                    <a:pt x="2621861" y="667581"/>
                  </a:lnTo>
                  <a:lnTo>
                    <a:pt x="2659448" y="607457"/>
                  </a:lnTo>
                  <a:lnTo>
                    <a:pt x="2696987" y="551091"/>
                  </a:lnTo>
                  <a:lnTo>
                    <a:pt x="2734664" y="498467"/>
                  </a:lnTo>
                  <a:lnTo>
                    <a:pt x="2770117" y="452714"/>
                  </a:lnTo>
                  <a:lnTo>
                    <a:pt x="2818347" y="396511"/>
                  </a:lnTo>
                  <a:lnTo>
                    <a:pt x="2868178" y="345867"/>
                  </a:lnTo>
                  <a:lnTo>
                    <a:pt x="2920360" y="300507"/>
                  </a:lnTo>
                  <a:lnTo>
                    <a:pt x="2975735" y="259960"/>
                  </a:lnTo>
                  <a:lnTo>
                    <a:pt x="3035162" y="223692"/>
                  </a:lnTo>
                  <a:lnTo>
                    <a:pt x="3099449" y="191183"/>
                  </a:lnTo>
                  <a:lnTo>
                    <a:pt x="3169267" y="161975"/>
                  </a:lnTo>
                  <a:lnTo>
                    <a:pt x="3245028" y="135691"/>
                  </a:lnTo>
                  <a:lnTo>
                    <a:pt x="3326738" y="112052"/>
                  </a:lnTo>
                  <a:lnTo>
                    <a:pt x="3413806" y="90878"/>
                  </a:lnTo>
                  <a:lnTo>
                    <a:pt x="3504860" y="72086"/>
                  </a:lnTo>
                  <a:lnTo>
                    <a:pt x="3597605" y="55675"/>
                  </a:lnTo>
                  <a:lnTo>
                    <a:pt x="3688819" y="41692"/>
                  </a:lnTo>
                  <a:lnTo>
                    <a:pt x="3774576" y="30192"/>
                  </a:lnTo>
                  <a:lnTo>
                    <a:pt x="3850740" y="21176"/>
                  </a:lnTo>
                  <a:lnTo>
                    <a:pt x="3913691" y="14550"/>
                  </a:lnTo>
                  <a:lnTo>
                    <a:pt x="3961094" y="10085"/>
                  </a:lnTo>
                  <a:lnTo>
                    <a:pt x="3992483" y="7425"/>
                  </a:lnTo>
                  <a:lnTo>
                    <a:pt x="4009490" y="6124"/>
                  </a:lnTo>
                  <a:lnTo>
                    <a:pt x="4015709" y="5691"/>
                  </a:lnTo>
                  <a:lnTo>
                    <a:pt x="4016409" y="5647"/>
                  </a:lnTo>
                  <a:lnTo>
                    <a:pt x="4538543" y="5647"/>
                  </a:lnTo>
                  <a:lnTo>
                    <a:pt x="4539743" y="5708"/>
                  </a:lnTo>
                  <a:lnTo>
                    <a:pt x="4547599" y="6145"/>
                  </a:lnTo>
                  <a:lnTo>
                    <a:pt x="4567278" y="7353"/>
                  </a:lnTo>
                  <a:lnTo>
                    <a:pt x="4602139" y="9727"/>
                  </a:lnTo>
                  <a:lnTo>
                    <a:pt x="4653444" y="13620"/>
                  </a:lnTo>
                  <a:lnTo>
                    <a:pt x="4720277" y="19300"/>
                  </a:lnTo>
                  <a:lnTo>
                    <a:pt x="4799874" y="26929"/>
                  </a:lnTo>
                  <a:lnTo>
                    <a:pt x="4888298" y="36565"/>
                  </a:lnTo>
                  <a:lnTo>
                    <a:pt x="4981268" y="48189"/>
                  </a:lnTo>
                  <a:lnTo>
                    <a:pt x="5074872" y="61757"/>
                  </a:lnTo>
                  <a:lnTo>
                    <a:pt x="5166022" y="77236"/>
                  </a:lnTo>
                  <a:lnTo>
                    <a:pt x="5252614" y="94645"/>
                  </a:lnTo>
                  <a:lnTo>
                    <a:pt x="5333478" y="114072"/>
                  </a:lnTo>
                  <a:lnTo>
                    <a:pt x="5408209" y="135687"/>
                  </a:lnTo>
                  <a:lnTo>
                    <a:pt x="5476959" y="159744"/>
                  </a:lnTo>
                  <a:lnTo>
                    <a:pt x="5540256" y="186571"/>
                  </a:lnTo>
                  <a:lnTo>
                    <a:pt x="5598850" y="216561"/>
                  </a:lnTo>
                  <a:lnTo>
                    <a:pt x="5653604" y="250146"/>
                  </a:lnTo>
                  <a:lnTo>
                    <a:pt x="5705408" y="287751"/>
                  </a:lnTo>
                  <a:lnTo>
                    <a:pt x="5755106" y="329717"/>
                  </a:lnTo>
                  <a:lnTo>
                    <a:pt x="5784835" y="357654"/>
                  </a:lnTo>
                  <a:lnTo>
                    <a:pt x="5826221" y="399989"/>
                  </a:lnTo>
                  <a:lnTo>
                    <a:pt x="5867208" y="445760"/>
                  </a:lnTo>
                  <a:lnTo>
                    <a:pt x="5908091" y="495033"/>
                  </a:lnTo>
                  <a:lnTo>
                    <a:pt x="5949091" y="547807"/>
                  </a:lnTo>
                  <a:lnTo>
                    <a:pt x="5990366" y="604001"/>
                  </a:lnTo>
                  <a:lnTo>
                    <a:pt x="6032020" y="663447"/>
                  </a:lnTo>
                  <a:lnTo>
                    <a:pt x="6074103" y="725892"/>
                  </a:lnTo>
                  <a:lnTo>
                    <a:pt x="6116619" y="790993"/>
                  </a:lnTo>
                  <a:lnTo>
                    <a:pt x="6159532" y="858323"/>
                  </a:lnTo>
                  <a:lnTo>
                    <a:pt x="6202771" y="927381"/>
                  </a:lnTo>
                  <a:lnTo>
                    <a:pt x="6246239" y="997605"/>
                  </a:lnTo>
                  <a:lnTo>
                    <a:pt x="6289819" y="1068394"/>
                  </a:lnTo>
                  <a:lnTo>
                    <a:pt x="6333387" y="1139123"/>
                  </a:lnTo>
                  <a:lnTo>
                    <a:pt x="6376820" y="1209172"/>
                  </a:lnTo>
                  <a:lnTo>
                    <a:pt x="6420004" y="1277943"/>
                  </a:lnTo>
                  <a:lnTo>
                    <a:pt x="6462846" y="1344886"/>
                  </a:lnTo>
                  <a:lnTo>
                    <a:pt x="6505282" y="1409513"/>
                  </a:lnTo>
                  <a:lnTo>
                    <a:pt x="6547281" y="1471413"/>
                  </a:lnTo>
                  <a:lnTo>
                    <a:pt x="6588858" y="1530258"/>
                  </a:lnTo>
                  <a:lnTo>
                    <a:pt x="6630071" y="1585813"/>
                  </a:lnTo>
                  <a:lnTo>
                    <a:pt x="6671035" y="1637926"/>
                  </a:lnTo>
                  <a:lnTo>
                    <a:pt x="6711918" y="1686533"/>
                  </a:lnTo>
                  <a:lnTo>
                    <a:pt x="6752957" y="1731644"/>
                  </a:lnTo>
                  <a:lnTo>
                    <a:pt x="6786527" y="1765682"/>
                  </a:lnTo>
                  <a:lnTo>
                    <a:pt x="6835302" y="1810402"/>
                  </a:lnTo>
                  <a:lnTo>
                    <a:pt x="6885721" y="1850649"/>
                  </a:lnTo>
                  <a:lnTo>
                    <a:pt x="6938564" y="1886650"/>
                  </a:lnTo>
                  <a:lnTo>
                    <a:pt x="6994699" y="1918791"/>
                  </a:lnTo>
                  <a:lnTo>
                    <a:pt x="7055016" y="1947506"/>
                  </a:lnTo>
                  <a:lnTo>
                    <a:pt x="7120345" y="1973217"/>
                  </a:lnTo>
                  <a:lnTo>
                    <a:pt x="7191366" y="1996293"/>
                  </a:lnTo>
                  <a:lnTo>
                    <a:pt x="7268480" y="2017036"/>
                  </a:lnTo>
                  <a:lnTo>
                    <a:pt x="7351648" y="2035665"/>
                  </a:lnTo>
                  <a:lnTo>
                    <a:pt x="7440192" y="2052320"/>
                  </a:lnTo>
                  <a:lnTo>
                    <a:pt x="7532596" y="2067060"/>
                  </a:lnTo>
                  <a:lnTo>
                    <a:pt x="7626372" y="2079881"/>
                  </a:lnTo>
                  <a:lnTo>
                    <a:pt x="7718080" y="2090740"/>
                  </a:lnTo>
                  <a:lnTo>
                    <a:pt x="7803592" y="2099597"/>
                  </a:lnTo>
                  <a:lnTo>
                    <a:pt x="7878667" y="2106460"/>
                  </a:lnTo>
                  <a:lnTo>
                    <a:pt x="7939725" y="2111423"/>
                  </a:lnTo>
                  <a:lnTo>
                    <a:pt x="7984654" y="2114690"/>
                  </a:lnTo>
                  <a:lnTo>
                    <a:pt x="8013365" y="2116567"/>
                  </a:lnTo>
                  <a:lnTo>
                    <a:pt x="8027961" y="2117429"/>
                  </a:lnTo>
                  <a:lnTo>
                    <a:pt x="8032537" y="2117675"/>
                  </a:lnTo>
                  <a:lnTo>
                    <a:pt x="8032819" y="2117689"/>
                  </a:lnTo>
                  <a:lnTo>
                    <a:pt x="8554953" y="2117689"/>
                  </a:lnTo>
                  <a:lnTo>
                    <a:pt x="8554953" y="2112041"/>
                  </a:lnTo>
                  <a:lnTo>
                    <a:pt x="8032819" y="2112041"/>
                  </a:lnTo>
                  <a:lnTo>
                    <a:pt x="8031619" y="2111980"/>
                  </a:lnTo>
                  <a:lnTo>
                    <a:pt x="8023763" y="2111543"/>
                  </a:lnTo>
                  <a:lnTo>
                    <a:pt x="8004084" y="2110335"/>
                  </a:lnTo>
                  <a:lnTo>
                    <a:pt x="7969223" y="2107961"/>
                  </a:lnTo>
                  <a:lnTo>
                    <a:pt x="7917918" y="2104068"/>
                  </a:lnTo>
                  <a:lnTo>
                    <a:pt x="7851085" y="2098388"/>
                  </a:lnTo>
                  <a:lnTo>
                    <a:pt x="7771488" y="2090759"/>
                  </a:lnTo>
                  <a:lnTo>
                    <a:pt x="7683064" y="2081123"/>
                  </a:lnTo>
                  <a:lnTo>
                    <a:pt x="7590094" y="2069499"/>
                  </a:lnTo>
                  <a:lnTo>
                    <a:pt x="7496490" y="2055931"/>
                  </a:lnTo>
                  <a:lnTo>
                    <a:pt x="7405340" y="2040452"/>
                  </a:lnTo>
                  <a:lnTo>
                    <a:pt x="7318748" y="2023044"/>
                  </a:lnTo>
                  <a:lnTo>
                    <a:pt x="7237884" y="2003616"/>
                  </a:lnTo>
                  <a:lnTo>
                    <a:pt x="7163153" y="1982001"/>
                  </a:lnTo>
                  <a:lnTo>
                    <a:pt x="7094403" y="1957944"/>
                  </a:lnTo>
                  <a:lnTo>
                    <a:pt x="7031106" y="1931118"/>
                  </a:lnTo>
                  <a:lnTo>
                    <a:pt x="6972512" y="1901128"/>
                  </a:lnTo>
                  <a:lnTo>
                    <a:pt x="6917758" y="1867543"/>
                  </a:lnTo>
                  <a:lnTo>
                    <a:pt x="6865954" y="1829937"/>
                  </a:lnTo>
                  <a:lnTo>
                    <a:pt x="6816256" y="1787971"/>
                  </a:lnTo>
                  <a:lnTo>
                    <a:pt x="6786527" y="1760034"/>
                  </a:lnTo>
                  <a:lnTo>
                    <a:pt x="6745141" y="1717699"/>
                  </a:lnTo>
                  <a:lnTo>
                    <a:pt x="6704154" y="1671928"/>
                  </a:lnTo>
                  <a:lnTo>
                    <a:pt x="6663271" y="1622655"/>
                  </a:lnTo>
                  <a:lnTo>
                    <a:pt x="6622271" y="1569881"/>
                  </a:lnTo>
                  <a:lnTo>
                    <a:pt x="6580996" y="1513688"/>
                  </a:lnTo>
                  <a:lnTo>
                    <a:pt x="6539342" y="1454241"/>
                  </a:lnTo>
                  <a:lnTo>
                    <a:pt x="6497259" y="1391796"/>
                  </a:lnTo>
                  <a:lnTo>
                    <a:pt x="6454743" y="1326695"/>
                  </a:lnTo>
                  <a:lnTo>
                    <a:pt x="6411830" y="1259365"/>
                  </a:lnTo>
                  <a:lnTo>
                    <a:pt x="6368591" y="1190308"/>
                  </a:lnTo>
                  <a:lnTo>
                    <a:pt x="6325123" y="1120083"/>
                  </a:lnTo>
                  <a:lnTo>
                    <a:pt x="6281543" y="1049294"/>
                  </a:lnTo>
                  <a:lnTo>
                    <a:pt x="6237975" y="978565"/>
                  </a:lnTo>
                  <a:lnTo>
                    <a:pt x="6194542" y="908516"/>
                  </a:lnTo>
                  <a:lnTo>
                    <a:pt x="6151358" y="839745"/>
                  </a:lnTo>
                  <a:lnTo>
                    <a:pt x="6108516" y="772802"/>
                  </a:lnTo>
                  <a:lnTo>
                    <a:pt x="6066080" y="708175"/>
                  </a:lnTo>
                  <a:lnTo>
                    <a:pt x="6024081" y="646275"/>
                  </a:lnTo>
                  <a:lnTo>
                    <a:pt x="5982504" y="587430"/>
                  </a:lnTo>
                  <a:lnTo>
                    <a:pt x="5941291" y="531876"/>
                  </a:lnTo>
                  <a:lnTo>
                    <a:pt x="5900327" y="479762"/>
                  </a:lnTo>
                  <a:lnTo>
                    <a:pt x="5859444" y="431156"/>
                  </a:lnTo>
                  <a:lnTo>
                    <a:pt x="5818405" y="386044"/>
                  </a:lnTo>
                  <a:lnTo>
                    <a:pt x="5784835" y="352006"/>
                  </a:lnTo>
                  <a:lnTo>
                    <a:pt x="5736060" y="307286"/>
                  </a:lnTo>
                  <a:lnTo>
                    <a:pt x="5685641" y="267039"/>
                  </a:lnTo>
                  <a:lnTo>
                    <a:pt x="5632798" y="231038"/>
                  </a:lnTo>
                  <a:lnTo>
                    <a:pt x="5576663" y="198897"/>
                  </a:lnTo>
                  <a:lnTo>
                    <a:pt x="5516346" y="170182"/>
                  </a:lnTo>
                  <a:lnTo>
                    <a:pt x="5451017" y="144471"/>
                  </a:lnTo>
                  <a:lnTo>
                    <a:pt x="5379996" y="121395"/>
                  </a:lnTo>
                  <a:lnTo>
                    <a:pt x="5302882" y="100653"/>
                  </a:lnTo>
                  <a:lnTo>
                    <a:pt x="5219714" y="82023"/>
                  </a:lnTo>
                  <a:lnTo>
                    <a:pt x="5131170" y="65368"/>
                  </a:lnTo>
                  <a:lnTo>
                    <a:pt x="5038766" y="50628"/>
                  </a:lnTo>
                  <a:lnTo>
                    <a:pt x="4944989" y="37807"/>
                  </a:lnTo>
                  <a:lnTo>
                    <a:pt x="4853282" y="26948"/>
                  </a:lnTo>
                  <a:lnTo>
                    <a:pt x="4767769" y="18091"/>
                  </a:lnTo>
                  <a:lnTo>
                    <a:pt x="4692695" y="11228"/>
                  </a:lnTo>
                  <a:lnTo>
                    <a:pt x="4631637" y="6266"/>
                  </a:lnTo>
                  <a:lnTo>
                    <a:pt x="4586708" y="2998"/>
                  </a:lnTo>
                  <a:lnTo>
                    <a:pt x="4557997" y="1121"/>
                  </a:lnTo>
                  <a:lnTo>
                    <a:pt x="4543401" y="259"/>
                  </a:lnTo>
                  <a:lnTo>
                    <a:pt x="4538825" y="13"/>
                  </a:lnTo>
                  <a:lnTo>
                    <a:pt x="4538543" y="0"/>
                  </a:lnTo>
                  <a:lnTo>
                    <a:pt x="4016409" y="0"/>
                  </a:lnTo>
                  <a:lnTo>
                    <a:pt x="4015248" y="75"/>
                  </a:lnTo>
                  <a:lnTo>
                    <a:pt x="4007637" y="611"/>
                  </a:lnTo>
                  <a:lnTo>
                    <a:pt x="3988554" y="2095"/>
                  </a:lnTo>
                  <a:lnTo>
                    <a:pt x="3954693" y="5012"/>
                  </a:lnTo>
                  <a:lnTo>
                    <a:pt x="3904755" y="9797"/>
                  </a:lnTo>
                  <a:lnTo>
                    <a:pt x="3839523" y="16789"/>
                  </a:lnTo>
                  <a:lnTo>
                    <a:pt x="3761583" y="26192"/>
                  </a:lnTo>
                  <a:lnTo>
                    <a:pt x="3674688" y="38087"/>
                  </a:lnTo>
                  <a:lnTo>
                    <a:pt x="3582985" y="52456"/>
                  </a:lnTo>
                  <a:lnTo>
                    <a:pt x="3490316" y="69246"/>
                  </a:lnTo>
                  <a:lnTo>
                    <a:pt x="3399762" y="88411"/>
                  </a:lnTo>
                  <a:lnTo>
                    <a:pt x="3313470" y="109966"/>
                  </a:lnTo>
                  <a:lnTo>
                    <a:pt x="3232677" y="134008"/>
                  </a:lnTo>
                  <a:lnTo>
                    <a:pt x="3157866" y="160732"/>
                  </a:lnTo>
                  <a:lnTo>
                    <a:pt x="3088957" y="190434"/>
                  </a:lnTo>
                  <a:lnTo>
                    <a:pt x="3025485" y="223502"/>
                  </a:lnTo>
                  <a:lnTo>
                    <a:pt x="2966753" y="260410"/>
                  </a:lnTo>
                  <a:lnTo>
                    <a:pt x="2911940" y="301681"/>
                  </a:lnTo>
                  <a:lnTo>
                    <a:pt x="2860183" y="347847"/>
                  </a:lnTo>
                  <a:lnTo>
                    <a:pt x="2810651" y="399357"/>
                  </a:lnTo>
                  <a:lnTo>
                    <a:pt x="2770117" y="447067"/>
                  </a:lnTo>
                  <a:lnTo>
                    <a:pt x="2732098" y="496273"/>
                  </a:lnTo>
                  <a:lnTo>
                    <a:pt x="2694438" y="549150"/>
                  </a:lnTo>
                  <a:lnTo>
                    <a:pt x="2656900" y="605771"/>
                  </a:lnTo>
                  <a:lnTo>
                    <a:pt x="2619305" y="666149"/>
                  </a:lnTo>
                  <a:lnTo>
                    <a:pt x="2581514" y="730227"/>
                  </a:lnTo>
                  <a:lnTo>
                    <a:pt x="2543434" y="797874"/>
                  </a:lnTo>
                  <a:lnTo>
                    <a:pt x="2505008" y="868879"/>
                  </a:lnTo>
                  <a:lnTo>
                    <a:pt x="2466213" y="942950"/>
                  </a:lnTo>
                  <a:lnTo>
                    <a:pt x="2427060" y="1019718"/>
                  </a:lnTo>
                  <a:lnTo>
                    <a:pt x="2387585" y="1098739"/>
                  </a:lnTo>
                  <a:lnTo>
                    <a:pt x="2347848" y="1179506"/>
                  </a:lnTo>
                  <a:lnTo>
                    <a:pt x="2307927" y="1261460"/>
                  </a:lnTo>
                  <a:lnTo>
                    <a:pt x="2267913" y="1344006"/>
                  </a:lnTo>
                  <a:lnTo>
                    <a:pt x="2227902" y="1426532"/>
                  </a:lnTo>
                  <a:lnTo>
                    <a:pt x="2187991" y="1508424"/>
                  </a:lnTo>
                  <a:lnTo>
                    <a:pt x="2148270" y="1589090"/>
                  </a:lnTo>
                  <a:lnTo>
                    <a:pt x="2108815" y="1667973"/>
                  </a:lnTo>
                  <a:lnTo>
                    <a:pt x="2069685" y="1744571"/>
                  </a:lnTo>
                  <a:lnTo>
                    <a:pt x="2030915" y="1818445"/>
                  </a:lnTo>
                  <a:lnTo>
                    <a:pt x="1992514" y="1889230"/>
                  </a:lnTo>
                  <a:lnTo>
                    <a:pt x="1954455" y="1956641"/>
                  </a:lnTo>
                  <a:lnTo>
                    <a:pt x="1916682" y="2020471"/>
                  </a:lnTo>
                  <a:lnTo>
                    <a:pt x="1879095" y="2080595"/>
                  </a:lnTo>
                  <a:lnTo>
                    <a:pt x="1841555" y="2136961"/>
                  </a:lnTo>
                  <a:lnTo>
                    <a:pt x="1803878" y="2189586"/>
                  </a:lnTo>
                  <a:lnTo>
                    <a:pt x="1768425" y="2235338"/>
                  </a:lnTo>
                  <a:lnTo>
                    <a:pt x="1720195" y="2291542"/>
                  </a:lnTo>
                  <a:lnTo>
                    <a:pt x="1670364" y="2342185"/>
                  </a:lnTo>
                  <a:lnTo>
                    <a:pt x="1618182" y="2387546"/>
                  </a:lnTo>
                  <a:lnTo>
                    <a:pt x="1562807" y="2428093"/>
                  </a:lnTo>
                  <a:lnTo>
                    <a:pt x="1503380" y="2464361"/>
                  </a:lnTo>
                  <a:lnTo>
                    <a:pt x="1439093" y="2496869"/>
                  </a:lnTo>
                  <a:lnTo>
                    <a:pt x="1369275" y="2526077"/>
                  </a:lnTo>
                  <a:lnTo>
                    <a:pt x="1293514" y="2552361"/>
                  </a:lnTo>
                  <a:lnTo>
                    <a:pt x="1211804" y="2576001"/>
                  </a:lnTo>
                  <a:lnTo>
                    <a:pt x="1124736" y="2597175"/>
                  </a:lnTo>
                  <a:lnTo>
                    <a:pt x="1033682" y="2615966"/>
                  </a:lnTo>
                  <a:lnTo>
                    <a:pt x="940937" y="2632378"/>
                  </a:lnTo>
                  <a:lnTo>
                    <a:pt x="849723" y="2646360"/>
                  </a:lnTo>
                  <a:lnTo>
                    <a:pt x="763966" y="2657861"/>
                  </a:lnTo>
                  <a:lnTo>
                    <a:pt x="687802" y="2666876"/>
                  </a:lnTo>
                  <a:lnTo>
                    <a:pt x="624851" y="2673502"/>
                  </a:lnTo>
                  <a:lnTo>
                    <a:pt x="577448" y="2677968"/>
                  </a:lnTo>
                  <a:lnTo>
                    <a:pt x="546059" y="2680627"/>
                  </a:lnTo>
                  <a:lnTo>
                    <a:pt x="529052" y="2681929"/>
                  </a:lnTo>
                  <a:lnTo>
                    <a:pt x="522833" y="2682361"/>
                  </a:lnTo>
                  <a:lnTo>
                    <a:pt x="522133" y="2682406"/>
                  </a:lnTo>
                  <a:lnTo>
                    <a:pt x="0" y="2682406"/>
                  </a:lnTo>
                  <a:close/>
                </a:path>
              </a:pathLst>
            </a:custGeom>
            <a:solidFill>
              <a:srgbClr val="D9B26F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1590" name="pl1590"/>
            <p:cNvSpPr/>
            <p:nvPr/>
          </p:nvSpPr>
          <p:spPr>
            <a:xfrm>
              <a:off x="386606" y="2529572"/>
              <a:ext cx="8554953" cy="2682406"/>
            </a:xfrm>
            <a:custGeom>
              <a:avLst/>
              <a:pathLst>
                <a:path w="8554953" h="2682406">
                  <a:moveTo>
                    <a:pt x="0" y="2682406"/>
                  </a:moveTo>
                  <a:lnTo>
                    <a:pt x="522133" y="2682406"/>
                  </a:lnTo>
                  <a:lnTo>
                    <a:pt x="523295" y="2682331"/>
                  </a:lnTo>
                  <a:lnTo>
                    <a:pt x="530905" y="2681794"/>
                  </a:lnTo>
                  <a:lnTo>
                    <a:pt x="549989" y="2680310"/>
                  </a:lnTo>
                  <a:lnTo>
                    <a:pt x="583849" y="2677394"/>
                  </a:lnTo>
                  <a:lnTo>
                    <a:pt x="633787" y="2672608"/>
                  </a:lnTo>
                  <a:lnTo>
                    <a:pt x="699019" y="2665617"/>
                  </a:lnTo>
                  <a:lnTo>
                    <a:pt x="776960" y="2656213"/>
                  </a:lnTo>
                  <a:lnTo>
                    <a:pt x="863854" y="2644319"/>
                  </a:lnTo>
                  <a:lnTo>
                    <a:pt x="955557" y="2629949"/>
                  </a:lnTo>
                  <a:lnTo>
                    <a:pt x="1048227" y="2613160"/>
                  </a:lnTo>
                  <a:lnTo>
                    <a:pt x="1138780" y="2593994"/>
                  </a:lnTo>
                  <a:lnTo>
                    <a:pt x="1225072" y="2572439"/>
                  </a:lnTo>
                  <a:lnTo>
                    <a:pt x="1305865" y="2548397"/>
                  </a:lnTo>
                  <a:lnTo>
                    <a:pt x="1380676" y="2521673"/>
                  </a:lnTo>
                  <a:lnTo>
                    <a:pt x="1449586" y="2491972"/>
                  </a:lnTo>
                  <a:lnTo>
                    <a:pt x="1513057" y="2458903"/>
                  </a:lnTo>
                  <a:lnTo>
                    <a:pt x="1571789" y="2421995"/>
                  </a:lnTo>
                  <a:lnTo>
                    <a:pt x="1626603" y="2380724"/>
                  </a:lnTo>
                  <a:lnTo>
                    <a:pt x="1678359" y="2334559"/>
                  </a:lnTo>
                  <a:lnTo>
                    <a:pt x="1727891" y="2283049"/>
                  </a:lnTo>
                  <a:lnTo>
                    <a:pt x="1768425" y="2235338"/>
                  </a:lnTo>
                  <a:lnTo>
                    <a:pt x="1806444" y="2186132"/>
                  </a:lnTo>
                  <a:lnTo>
                    <a:pt x="1844105" y="2133255"/>
                  </a:lnTo>
                  <a:lnTo>
                    <a:pt x="1881642" y="2076634"/>
                  </a:lnTo>
                  <a:lnTo>
                    <a:pt x="1919237" y="2016256"/>
                  </a:lnTo>
                  <a:lnTo>
                    <a:pt x="1957028" y="1952178"/>
                  </a:lnTo>
                  <a:lnTo>
                    <a:pt x="1995108" y="1884531"/>
                  </a:lnTo>
                  <a:lnTo>
                    <a:pt x="2033534" y="1813526"/>
                  </a:lnTo>
                  <a:lnTo>
                    <a:pt x="2072329" y="1739455"/>
                  </a:lnTo>
                  <a:lnTo>
                    <a:pt x="2111482" y="1662688"/>
                  </a:lnTo>
                  <a:lnTo>
                    <a:pt x="2150958" y="1583667"/>
                  </a:lnTo>
                  <a:lnTo>
                    <a:pt x="2190695" y="1502900"/>
                  </a:lnTo>
                  <a:lnTo>
                    <a:pt x="2230615" y="1420945"/>
                  </a:lnTo>
                  <a:lnTo>
                    <a:pt x="2270629" y="1338399"/>
                  </a:lnTo>
                  <a:lnTo>
                    <a:pt x="2310640" y="1255873"/>
                  </a:lnTo>
                  <a:lnTo>
                    <a:pt x="2350551" y="1173981"/>
                  </a:lnTo>
                  <a:lnTo>
                    <a:pt x="2390272" y="1093316"/>
                  </a:lnTo>
                  <a:lnTo>
                    <a:pt x="2429727" y="1014432"/>
                  </a:lnTo>
                  <a:lnTo>
                    <a:pt x="2468857" y="937834"/>
                  </a:lnTo>
                  <a:lnTo>
                    <a:pt x="2507627" y="863960"/>
                  </a:lnTo>
                  <a:lnTo>
                    <a:pt x="2546029" y="793175"/>
                  </a:lnTo>
                  <a:lnTo>
                    <a:pt x="2584087" y="725765"/>
                  </a:lnTo>
                  <a:lnTo>
                    <a:pt x="2621861" y="661934"/>
                  </a:lnTo>
                  <a:lnTo>
                    <a:pt x="2659448" y="601810"/>
                  </a:lnTo>
                  <a:lnTo>
                    <a:pt x="2696987" y="545444"/>
                  </a:lnTo>
                  <a:lnTo>
                    <a:pt x="2734664" y="492820"/>
                  </a:lnTo>
                  <a:lnTo>
                    <a:pt x="2770117" y="447067"/>
                  </a:lnTo>
                  <a:lnTo>
                    <a:pt x="2818347" y="390864"/>
                  </a:lnTo>
                  <a:lnTo>
                    <a:pt x="2868178" y="340220"/>
                  </a:lnTo>
                  <a:lnTo>
                    <a:pt x="2920360" y="294860"/>
                  </a:lnTo>
                  <a:lnTo>
                    <a:pt x="2975735" y="254313"/>
                  </a:lnTo>
                  <a:lnTo>
                    <a:pt x="3035162" y="218044"/>
                  </a:lnTo>
                  <a:lnTo>
                    <a:pt x="3099449" y="185536"/>
                  </a:lnTo>
                  <a:lnTo>
                    <a:pt x="3169267" y="156328"/>
                  </a:lnTo>
                  <a:lnTo>
                    <a:pt x="3245028" y="130044"/>
                  </a:lnTo>
                  <a:lnTo>
                    <a:pt x="3326738" y="106405"/>
                  </a:lnTo>
                  <a:lnTo>
                    <a:pt x="3413806" y="85231"/>
                  </a:lnTo>
                  <a:lnTo>
                    <a:pt x="3504860" y="66439"/>
                  </a:lnTo>
                  <a:lnTo>
                    <a:pt x="3597605" y="50028"/>
                  </a:lnTo>
                  <a:lnTo>
                    <a:pt x="3688819" y="36045"/>
                  </a:lnTo>
                  <a:lnTo>
                    <a:pt x="3774576" y="24544"/>
                  </a:lnTo>
                  <a:lnTo>
                    <a:pt x="3850740" y="15529"/>
                  </a:lnTo>
                  <a:lnTo>
                    <a:pt x="3913691" y="8903"/>
                  </a:lnTo>
                  <a:lnTo>
                    <a:pt x="3961094" y="4438"/>
                  </a:lnTo>
                  <a:lnTo>
                    <a:pt x="3992483" y="1778"/>
                  </a:lnTo>
                  <a:lnTo>
                    <a:pt x="4009490" y="476"/>
                  </a:lnTo>
                  <a:lnTo>
                    <a:pt x="4015709" y="44"/>
                  </a:lnTo>
                  <a:lnTo>
                    <a:pt x="4016409" y="0"/>
                  </a:lnTo>
                  <a:lnTo>
                    <a:pt x="4538543" y="0"/>
                  </a:lnTo>
                  <a:lnTo>
                    <a:pt x="4539743" y="61"/>
                  </a:lnTo>
                  <a:lnTo>
                    <a:pt x="4547599" y="498"/>
                  </a:lnTo>
                  <a:lnTo>
                    <a:pt x="4567278" y="1706"/>
                  </a:lnTo>
                  <a:lnTo>
                    <a:pt x="4602139" y="4080"/>
                  </a:lnTo>
                  <a:lnTo>
                    <a:pt x="4653444" y="7973"/>
                  </a:lnTo>
                  <a:lnTo>
                    <a:pt x="4720277" y="13653"/>
                  </a:lnTo>
                  <a:lnTo>
                    <a:pt x="4799874" y="21282"/>
                  </a:lnTo>
                  <a:lnTo>
                    <a:pt x="4888298" y="30918"/>
                  </a:lnTo>
                  <a:lnTo>
                    <a:pt x="4981268" y="42542"/>
                  </a:lnTo>
                  <a:lnTo>
                    <a:pt x="5074872" y="56110"/>
                  </a:lnTo>
                  <a:lnTo>
                    <a:pt x="5166022" y="71589"/>
                  </a:lnTo>
                  <a:lnTo>
                    <a:pt x="5252614" y="88997"/>
                  </a:lnTo>
                  <a:lnTo>
                    <a:pt x="5333478" y="108425"/>
                  </a:lnTo>
                  <a:lnTo>
                    <a:pt x="5408209" y="130040"/>
                  </a:lnTo>
                  <a:lnTo>
                    <a:pt x="5476959" y="154097"/>
                  </a:lnTo>
                  <a:lnTo>
                    <a:pt x="5540256" y="180923"/>
                  </a:lnTo>
                  <a:lnTo>
                    <a:pt x="5598850" y="210913"/>
                  </a:lnTo>
                  <a:lnTo>
                    <a:pt x="5653604" y="244498"/>
                  </a:lnTo>
                  <a:lnTo>
                    <a:pt x="5705408" y="282104"/>
                  </a:lnTo>
                  <a:lnTo>
                    <a:pt x="5755106" y="324070"/>
                  </a:lnTo>
                  <a:lnTo>
                    <a:pt x="5784835" y="352006"/>
                  </a:lnTo>
                  <a:lnTo>
                    <a:pt x="5826221" y="394342"/>
                  </a:lnTo>
                  <a:lnTo>
                    <a:pt x="5867208" y="440113"/>
                  </a:lnTo>
                  <a:lnTo>
                    <a:pt x="5908091" y="489386"/>
                  </a:lnTo>
                  <a:lnTo>
                    <a:pt x="5949091" y="542160"/>
                  </a:lnTo>
                  <a:lnTo>
                    <a:pt x="5990366" y="598353"/>
                  </a:lnTo>
                  <a:lnTo>
                    <a:pt x="6032020" y="657800"/>
                  </a:lnTo>
                  <a:lnTo>
                    <a:pt x="6074103" y="720245"/>
                  </a:lnTo>
                  <a:lnTo>
                    <a:pt x="6116619" y="785346"/>
                  </a:lnTo>
                  <a:lnTo>
                    <a:pt x="6159532" y="852676"/>
                  </a:lnTo>
                  <a:lnTo>
                    <a:pt x="6202771" y="921733"/>
                  </a:lnTo>
                  <a:lnTo>
                    <a:pt x="6246239" y="991958"/>
                  </a:lnTo>
                  <a:lnTo>
                    <a:pt x="6289819" y="1062747"/>
                  </a:lnTo>
                  <a:lnTo>
                    <a:pt x="6333387" y="1133476"/>
                  </a:lnTo>
                  <a:lnTo>
                    <a:pt x="6376820" y="1203525"/>
                  </a:lnTo>
                  <a:lnTo>
                    <a:pt x="6420004" y="1272296"/>
                  </a:lnTo>
                  <a:lnTo>
                    <a:pt x="6462846" y="1339239"/>
                  </a:lnTo>
                  <a:lnTo>
                    <a:pt x="6505282" y="1403866"/>
                  </a:lnTo>
                  <a:lnTo>
                    <a:pt x="6547281" y="1465766"/>
                  </a:lnTo>
                  <a:lnTo>
                    <a:pt x="6588858" y="1524611"/>
                  </a:lnTo>
                  <a:lnTo>
                    <a:pt x="6630071" y="1580165"/>
                  </a:lnTo>
                  <a:lnTo>
                    <a:pt x="6671035" y="1632279"/>
                  </a:lnTo>
                  <a:lnTo>
                    <a:pt x="6711918" y="1680885"/>
                  </a:lnTo>
                  <a:lnTo>
                    <a:pt x="6752957" y="1725997"/>
                  </a:lnTo>
                  <a:lnTo>
                    <a:pt x="6786527" y="1760034"/>
                  </a:lnTo>
                  <a:lnTo>
                    <a:pt x="6835302" y="1804755"/>
                  </a:lnTo>
                  <a:lnTo>
                    <a:pt x="6885721" y="1845002"/>
                  </a:lnTo>
                  <a:lnTo>
                    <a:pt x="6938564" y="1881003"/>
                  </a:lnTo>
                  <a:lnTo>
                    <a:pt x="6994699" y="1913144"/>
                  </a:lnTo>
                  <a:lnTo>
                    <a:pt x="7055016" y="1941859"/>
                  </a:lnTo>
                  <a:lnTo>
                    <a:pt x="7120345" y="1967570"/>
                  </a:lnTo>
                  <a:lnTo>
                    <a:pt x="7191366" y="1990646"/>
                  </a:lnTo>
                  <a:lnTo>
                    <a:pt x="7268480" y="2011388"/>
                  </a:lnTo>
                  <a:lnTo>
                    <a:pt x="7351648" y="2030018"/>
                  </a:lnTo>
                  <a:lnTo>
                    <a:pt x="7440192" y="2046673"/>
                  </a:lnTo>
                  <a:lnTo>
                    <a:pt x="7532596" y="2061413"/>
                  </a:lnTo>
                  <a:lnTo>
                    <a:pt x="7626372" y="2074234"/>
                  </a:lnTo>
                  <a:lnTo>
                    <a:pt x="7718080" y="2085093"/>
                  </a:lnTo>
                  <a:lnTo>
                    <a:pt x="7803592" y="2093950"/>
                  </a:lnTo>
                  <a:lnTo>
                    <a:pt x="7878667" y="2100813"/>
                  </a:lnTo>
                  <a:lnTo>
                    <a:pt x="7939725" y="2105775"/>
                  </a:lnTo>
                  <a:lnTo>
                    <a:pt x="7984654" y="2109043"/>
                  </a:lnTo>
                  <a:lnTo>
                    <a:pt x="8013365" y="2110920"/>
                  </a:lnTo>
                  <a:lnTo>
                    <a:pt x="8027961" y="2111782"/>
                  </a:lnTo>
                  <a:lnTo>
                    <a:pt x="8032537" y="2112028"/>
                  </a:lnTo>
                  <a:lnTo>
                    <a:pt x="8032819" y="2112041"/>
                  </a:lnTo>
                  <a:lnTo>
                    <a:pt x="8554953" y="2112041"/>
                  </a:lnTo>
                  <a:lnTo>
                    <a:pt x="8554953" y="2112041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591" name="pl1591"/>
            <p:cNvSpPr/>
            <p:nvPr/>
          </p:nvSpPr>
          <p:spPr>
            <a:xfrm>
              <a:off x="386606" y="2523924"/>
              <a:ext cx="8554953" cy="2682406"/>
            </a:xfrm>
            <a:custGeom>
              <a:avLst/>
              <a:pathLst>
                <a:path w="8554953" h="2682406">
                  <a:moveTo>
                    <a:pt x="8554953" y="2112041"/>
                  </a:moveTo>
                  <a:lnTo>
                    <a:pt x="8032819" y="2112041"/>
                  </a:lnTo>
                  <a:lnTo>
                    <a:pt x="8031619" y="2111980"/>
                  </a:lnTo>
                  <a:lnTo>
                    <a:pt x="8023763" y="2111543"/>
                  </a:lnTo>
                  <a:lnTo>
                    <a:pt x="8004084" y="2110335"/>
                  </a:lnTo>
                  <a:lnTo>
                    <a:pt x="7969223" y="2107961"/>
                  </a:lnTo>
                  <a:lnTo>
                    <a:pt x="7917918" y="2104068"/>
                  </a:lnTo>
                  <a:lnTo>
                    <a:pt x="7851085" y="2098388"/>
                  </a:lnTo>
                  <a:lnTo>
                    <a:pt x="7771488" y="2090759"/>
                  </a:lnTo>
                  <a:lnTo>
                    <a:pt x="7683064" y="2081123"/>
                  </a:lnTo>
                  <a:lnTo>
                    <a:pt x="7590094" y="2069499"/>
                  </a:lnTo>
                  <a:lnTo>
                    <a:pt x="7496490" y="2055931"/>
                  </a:lnTo>
                  <a:lnTo>
                    <a:pt x="7405340" y="2040452"/>
                  </a:lnTo>
                  <a:lnTo>
                    <a:pt x="7318748" y="2023044"/>
                  </a:lnTo>
                  <a:lnTo>
                    <a:pt x="7237884" y="2003616"/>
                  </a:lnTo>
                  <a:lnTo>
                    <a:pt x="7163153" y="1982001"/>
                  </a:lnTo>
                  <a:lnTo>
                    <a:pt x="7094403" y="1957944"/>
                  </a:lnTo>
                  <a:lnTo>
                    <a:pt x="7031106" y="1931118"/>
                  </a:lnTo>
                  <a:lnTo>
                    <a:pt x="6972512" y="1901128"/>
                  </a:lnTo>
                  <a:lnTo>
                    <a:pt x="6917758" y="1867543"/>
                  </a:lnTo>
                  <a:lnTo>
                    <a:pt x="6865954" y="1829937"/>
                  </a:lnTo>
                  <a:lnTo>
                    <a:pt x="6816256" y="1787971"/>
                  </a:lnTo>
                  <a:lnTo>
                    <a:pt x="6786527" y="1760034"/>
                  </a:lnTo>
                  <a:lnTo>
                    <a:pt x="6745141" y="1717699"/>
                  </a:lnTo>
                  <a:lnTo>
                    <a:pt x="6704154" y="1671928"/>
                  </a:lnTo>
                  <a:lnTo>
                    <a:pt x="6663271" y="1622655"/>
                  </a:lnTo>
                  <a:lnTo>
                    <a:pt x="6622271" y="1569881"/>
                  </a:lnTo>
                  <a:lnTo>
                    <a:pt x="6580996" y="1513688"/>
                  </a:lnTo>
                  <a:lnTo>
                    <a:pt x="6539342" y="1454241"/>
                  </a:lnTo>
                  <a:lnTo>
                    <a:pt x="6497259" y="1391796"/>
                  </a:lnTo>
                  <a:lnTo>
                    <a:pt x="6454743" y="1326695"/>
                  </a:lnTo>
                  <a:lnTo>
                    <a:pt x="6411830" y="1259365"/>
                  </a:lnTo>
                  <a:lnTo>
                    <a:pt x="6368591" y="1190308"/>
                  </a:lnTo>
                  <a:lnTo>
                    <a:pt x="6325123" y="1120083"/>
                  </a:lnTo>
                  <a:lnTo>
                    <a:pt x="6281543" y="1049294"/>
                  </a:lnTo>
                  <a:lnTo>
                    <a:pt x="6237975" y="978565"/>
                  </a:lnTo>
                  <a:lnTo>
                    <a:pt x="6194542" y="908516"/>
                  </a:lnTo>
                  <a:lnTo>
                    <a:pt x="6151358" y="839745"/>
                  </a:lnTo>
                  <a:lnTo>
                    <a:pt x="6108516" y="772802"/>
                  </a:lnTo>
                  <a:lnTo>
                    <a:pt x="6066080" y="708175"/>
                  </a:lnTo>
                  <a:lnTo>
                    <a:pt x="6024081" y="646275"/>
                  </a:lnTo>
                  <a:lnTo>
                    <a:pt x="5982504" y="587430"/>
                  </a:lnTo>
                  <a:lnTo>
                    <a:pt x="5941291" y="531876"/>
                  </a:lnTo>
                  <a:lnTo>
                    <a:pt x="5900327" y="479762"/>
                  </a:lnTo>
                  <a:lnTo>
                    <a:pt x="5859444" y="431156"/>
                  </a:lnTo>
                  <a:lnTo>
                    <a:pt x="5818405" y="386044"/>
                  </a:lnTo>
                  <a:lnTo>
                    <a:pt x="5784835" y="352006"/>
                  </a:lnTo>
                  <a:lnTo>
                    <a:pt x="5736060" y="307286"/>
                  </a:lnTo>
                  <a:lnTo>
                    <a:pt x="5685641" y="267039"/>
                  </a:lnTo>
                  <a:lnTo>
                    <a:pt x="5632798" y="231038"/>
                  </a:lnTo>
                  <a:lnTo>
                    <a:pt x="5576663" y="198897"/>
                  </a:lnTo>
                  <a:lnTo>
                    <a:pt x="5516346" y="170182"/>
                  </a:lnTo>
                  <a:lnTo>
                    <a:pt x="5451017" y="144471"/>
                  </a:lnTo>
                  <a:lnTo>
                    <a:pt x="5379996" y="121395"/>
                  </a:lnTo>
                  <a:lnTo>
                    <a:pt x="5302882" y="100653"/>
                  </a:lnTo>
                  <a:lnTo>
                    <a:pt x="5219714" y="82023"/>
                  </a:lnTo>
                  <a:lnTo>
                    <a:pt x="5131170" y="65368"/>
                  </a:lnTo>
                  <a:lnTo>
                    <a:pt x="5038766" y="50628"/>
                  </a:lnTo>
                  <a:lnTo>
                    <a:pt x="4944989" y="37807"/>
                  </a:lnTo>
                  <a:lnTo>
                    <a:pt x="4853282" y="26948"/>
                  </a:lnTo>
                  <a:lnTo>
                    <a:pt x="4767769" y="18091"/>
                  </a:lnTo>
                  <a:lnTo>
                    <a:pt x="4692695" y="11228"/>
                  </a:lnTo>
                  <a:lnTo>
                    <a:pt x="4631637" y="6266"/>
                  </a:lnTo>
                  <a:lnTo>
                    <a:pt x="4586708" y="2998"/>
                  </a:lnTo>
                  <a:lnTo>
                    <a:pt x="4557997" y="1121"/>
                  </a:lnTo>
                  <a:lnTo>
                    <a:pt x="4543401" y="259"/>
                  </a:lnTo>
                  <a:lnTo>
                    <a:pt x="4538825" y="13"/>
                  </a:lnTo>
                  <a:lnTo>
                    <a:pt x="4538543" y="0"/>
                  </a:lnTo>
                  <a:lnTo>
                    <a:pt x="4016409" y="0"/>
                  </a:lnTo>
                  <a:lnTo>
                    <a:pt x="4015248" y="75"/>
                  </a:lnTo>
                  <a:lnTo>
                    <a:pt x="4007637" y="611"/>
                  </a:lnTo>
                  <a:lnTo>
                    <a:pt x="3988554" y="2095"/>
                  </a:lnTo>
                  <a:lnTo>
                    <a:pt x="3954693" y="5012"/>
                  </a:lnTo>
                  <a:lnTo>
                    <a:pt x="3904755" y="9797"/>
                  </a:lnTo>
                  <a:lnTo>
                    <a:pt x="3839523" y="16789"/>
                  </a:lnTo>
                  <a:lnTo>
                    <a:pt x="3761583" y="26192"/>
                  </a:lnTo>
                  <a:lnTo>
                    <a:pt x="3674688" y="38087"/>
                  </a:lnTo>
                  <a:lnTo>
                    <a:pt x="3582985" y="52456"/>
                  </a:lnTo>
                  <a:lnTo>
                    <a:pt x="3490316" y="69246"/>
                  </a:lnTo>
                  <a:lnTo>
                    <a:pt x="3399762" y="88411"/>
                  </a:lnTo>
                  <a:lnTo>
                    <a:pt x="3313470" y="109966"/>
                  </a:lnTo>
                  <a:lnTo>
                    <a:pt x="3232677" y="134008"/>
                  </a:lnTo>
                  <a:lnTo>
                    <a:pt x="3157866" y="160732"/>
                  </a:lnTo>
                  <a:lnTo>
                    <a:pt x="3088957" y="190434"/>
                  </a:lnTo>
                  <a:lnTo>
                    <a:pt x="3025485" y="223502"/>
                  </a:lnTo>
                  <a:lnTo>
                    <a:pt x="2966753" y="260410"/>
                  </a:lnTo>
                  <a:lnTo>
                    <a:pt x="2911940" y="301681"/>
                  </a:lnTo>
                  <a:lnTo>
                    <a:pt x="2860183" y="347847"/>
                  </a:lnTo>
                  <a:lnTo>
                    <a:pt x="2810651" y="399357"/>
                  </a:lnTo>
                  <a:lnTo>
                    <a:pt x="2770117" y="447067"/>
                  </a:lnTo>
                  <a:lnTo>
                    <a:pt x="2732098" y="496273"/>
                  </a:lnTo>
                  <a:lnTo>
                    <a:pt x="2694438" y="549150"/>
                  </a:lnTo>
                  <a:lnTo>
                    <a:pt x="2656900" y="605771"/>
                  </a:lnTo>
                  <a:lnTo>
                    <a:pt x="2619305" y="666149"/>
                  </a:lnTo>
                  <a:lnTo>
                    <a:pt x="2581514" y="730227"/>
                  </a:lnTo>
                  <a:lnTo>
                    <a:pt x="2543434" y="797874"/>
                  </a:lnTo>
                  <a:lnTo>
                    <a:pt x="2505008" y="868879"/>
                  </a:lnTo>
                  <a:lnTo>
                    <a:pt x="2466213" y="942950"/>
                  </a:lnTo>
                  <a:lnTo>
                    <a:pt x="2427060" y="1019718"/>
                  </a:lnTo>
                  <a:lnTo>
                    <a:pt x="2387585" y="1098739"/>
                  </a:lnTo>
                  <a:lnTo>
                    <a:pt x="2347848" y="1179506"/>
                  </a:lnTo>
                  <a:lnTo>
                    <a:pt x="2307927" y="1261460"/>
                  </a:lnTo>
                  <a:lnTo>
                    <a:pt x="2267913" y="1344006"/>
                  </a:lnTo>
                  <a:lnTo>
                    <a:pt x="2227902" y="1426532"/>
                  </a:lnTo>
                  <a:lnTo>
                    <a:pt x="2187991" y="1508424"/>
                  </a:lnTo>
                  <a:lnTo>
                    <a:pt x="2148270" y="1589090"/>
                  </a:lnTo>
                  <a:lnTo>
                    <a:pt x="2108815" y="1667973"/>
                  </a:lnTo>
                  <a:lnTo>
                    <a:pt x="2069685" y="1744571"/>
                  </a:lnTo>
                  <a:lnTo>
                    <a:pt x="2030915" y="1818445"/>
                  </a:lnTo>
                  <a:lnTo>
                    <a:pt x="1992514" y="1889230"/>
                  </a:lnTo>
                  <a:lnTo>
                    <a:pt x="1954455" y="1956641"/>
                  </a:lnTo>
                  <a:lnTo>
                    <a:pt x="1916682" y="2020471"/>
                  </a:lnTo>
                  <a:lnTo>
                    <a:pt x="1879095" y="2080595"/>
                  </a:lnTo>
                  <a:lnTo>
                    <a:pt x="1841555" y="2136961"/>
                  </a:lnTo>
                  <a:lnTo>
                    <a:pt x="1803878" y="2189586"/>
                  </a:lnTo>
                  <a:lnTo>
                    <a:pt x="1768425" y="2235338"/>
                  </a:lnTo>
                  <a:lnTo>
                    <a:pt x="1720195" y="2291542"/>
                  </a:lnTo>
                  <a:lnTo>
                    <a:pt x="1670364" y="2342185"/>
                  </a:lnTo>
                  <a:lnTo>
                    <a:pt x="1618182" y="2387546"/>
                  </a:lnTo>
                  <a:lnTo>
                    <a:pt x="1562807" y="2428093"/>
                  </a:lnTo>
                  <a:lnTo>
                    <a:pt x="1503380" y="2464361"/>
                  </a:lnTo>
                  <a:lnTo>
                    <a:pt x="1439093" y="2496869"/>
                  </a:lnTo>
                  <a:lnTo>
                    <a:pt x="1369275" y="2526077"/>
                  </a:lnTo>
                  <a:lnTo>
                    <a:pt x="1293514" y="2552361"/>
                  </a:lnTo>
                  <a:lnTo>
                    <a:pt x="1211804" y="2576001"/>
                  </a:lnTo>
                  <a:lnTo>
                    <a:pt x="1124736" y="2597175"/>
                  </a:lnTo>
                  <a:lnTo>
                    <a:pt x="1033682" y="2615966"/>
                  </a:lnTo>
                  <a:lnTo>
                    <a:pt x="940937" y="2632378"/>
                  </a:lnTo>
                  <a:lnTo>
                    <a:pt x="849723" y="2646360"/>
                  </a:lnTo>
                  <a:lnTo>
                    <a:pt x="763966" y="2657861"/>
                  </a:lnTo>
                  <a:lnTo>
                    <a:pt x="687802" y="2666876"/>
                  </a:lnTo>
                  <a:lnTo>
                    <a:pt x="624851" y="2673502"/>
                  </a:lnTo>
                  <a:lnTo>
                    <a:pt x="577448" y="2677968"/>
                  </a:lnTo>
                  <a:lnTo>
                    <a:pt x="546059" y="2680627"/>
                  </a:lnTo>
                  <a:lnTo>
                    <a:pt x="529052" y="2681929"/>
                  </a:lnTo>
                  <a:lnTo>
                    <a:pt x="522833" y="2682361"/>
                  </a:lnTo>
                  <a:lnTo>
                    <a:pt x="522133" y="2682406"/>
                  </a:lnTo>
                  <a:lnTo>
                    <a:pt x="0" y="2682406"/>
                  </a:lnTo>
                  <a:lnTo>
                    <a:pt x="0" y="2682406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592" name="pg1592"/>
            <p:cNvSpPr/>
            <p:nvPr/>
          </p:nvSpPr>
          <p:spPr>
            <a:xfrm>
              <a:off x="386606" y="1338018"/>
              <a:ext cx="8554953" cy="4416087"/>
            </a:xfrm>
            <a:custGeom>
              <a:avLst/>
              <a:pathLst>
                <a:path w="8554953" h="4416087">
                  <a:moveTo>
                    <a:pt x="0" y="3964314"/>
                  </a:moveTo>
                  <a:lnTo>
                    <a:pt x="522133" y="3964314"/>
                  </a:lnTo>
                  <a:lnTo>
                    <a:pt x="523399" y="3964327"/>
                  </a:lnTo>
                  <a:lnTo>
                    <a:pt x="531679" y="3964426"/>
                  </a:lnTo>
                  <a:lnTo>
                    <a:pt x="552379" y="3964699"/>
                  </a:lnTo>
                  <a:lnTo>
                    <a:pt x="588952" y="3965236"/>
                  </a:lnTo>
                  <a:lnTo>
                    <a:pt x="642578" y="3966114"/>
                  </a:lnTo>
                  <a:lnTo>
                    <a:pt x="712113" y="3967394"/>
                  </a:lnTo>
                  <a:lnTo>
                    <a:pt x="794475" y="3969108"/>
                  </a:lnTo>
                  <a:lnTo>
                    <a:pt x="885422" y="3971267"/>
                  </a:lnTo>
                  <a:lnTo>
                    <a:pt x="980448" y="3973867"/>
                  </a:lnTo>
                  <a:lnTo>
                    <a:pt x="1075536" y="3976896"/>
                  </a:lnTo>
                  <a:lnTo>
                    <a:pt x="1167600" y="3980349"/>
                  </a:lnTo>
                  <a:lnTo>
                    <a:pt x="1254621" y="3984232"/>
                  </a:lnTo>
                  <a:lnTo>
                    <a:pt x="1335549" y="3988570"/>
                  </a:lnTo>
                  <a:lnTo>
                    <a:pt x="1410109" y="3993406"/>
                  </a:lnTo>
                  <a:lnTo>
                    <a:pt x="1478579" y="3998801"/>
                  </a:lnTo>
                  <a:lnTo>
                    <a:pt x="1541590" y="4004833"/>
                  </a:lnTo>
                  <a:lnTo>
                    <a:pt x="1599980" y="4011594"/>
                  </a:lnTo>
                  <a:lnTo>
                    <a:pt x="1654678" y="4019184"/>
                  </a:lnTo>
                  <a:lnTo>
                    <a:pt x="1706614" y="4027694"/>
                  </a:lnTo>
                  <a:lnTo>
                    <a:pt x="1756647" y="4037188"/>
                  </a:lnTo>
                  <a:lnTo>
                    <a:pt x="1768425" y="4039609"/>
                  </a:lnTo>
                  <a:lnTo>
                    <a:pt x="1821531" y="4051382"/>
                  </a:lnTo>
                  <a:lnTo>
                    <a:pt x="1874124" y="4064377"/>
                  </a:lnTo>
                  <a:lnTo>
                    <a:pt x="1926759" y="4078612"/>
                  </a:lnTo>
                  <a:lnTo>
                    <a:pt x="1979814" y="4094058"/>
                  </a:lnTo>
                  <a:lnTo>
                    <a:pt x="2033506" y="4110642"/>
                  </a:lnTo>
                  <a:lnTo>
                    <a:pt x="2087914" y="4128236"/>
                  </a:lnTo>
                  <a:lnTo>
                    <a:pt x="2142998" y="4146662"/>
                  </a:lnTo>
                  <a:lnTo>
                    <a:pt x="2198619" y="4165699"/>
                  </a:lnTo>
                  <a:lnTo>
                    <a:pt x="2254565" y="4185088"/>
                  </a:lnTo>
                  <a:lnTo>
                    <a:pt x="2310580" y="4204551"/>
                  </a:lnTo>
                  <a:lnTo>
                    <a:pt x="2366402" y="4223806"/>
                  </a:lnTo>
                  <a:lnTo>
                    <a:pt x="2421790" y="4242583"/>
                  </a:lnTo>
                  <a:lnTo>
                    <a:pt x="2476565" y="4260639"/>
                  </a:lnTo>
                  <a:lnTo>
                    <a:pt x="2530631" y="4277772"/>
                  </a:lnTo>
                  <a:lnTo>
                    <a:pt x="2584002" y="4293828"/>
                  </a:lnTo>
                  <a:lnTo>
                    <a:pt x="2636821" y="4308705"/>
                  </a:lnTo>
                  <a:lnTo>
                    <a:pt x="2689379" y="4322351"/>
                  </a:lnTo>
                  <a:lnTo>
                    <a:pt x="2742134" y="4334761"/>
                  </a:lnTo>
                  <a:lnTo>
                    <a:pt x="2770117" y="4340792"/>
                  </a:lnTo>
                  <a:lnTo>
                    <a:pt x="2819805" y="4350525"/>
                  </a:lnTo>
                  <a:lnTo>
                    <a:pt x="2871213" y="4359266"/>
                  </a:lnTo>
                  <a:lnTo>
                    <a:pt x="2925166" y="4367069"/>
                  </a:lnTo>
                  <a:lnTo>
                    <a:pt x="2982586" y="4374019"/>
                  </a:lnTo>
                  <a:lnTo>
                    <a:pt x="3044410" y="4380217"/>
                  </a:lnTo>
                  <a:lnTo>
                    <a:pt x="3111505" y="4385757"/>
                  </a:lnTo>
                  <a:lnTo>
                    <a:pt x="3184566" y="4390720"/>
                  </a:lnTo>
                  <a:lnTo>
                    <a:pt x="3263970" y="4395173"/>
                  </a:lnTo>
                  <a:lnTo>
                    <a:pt x="3349594" y="4399162"/>
                  </a:lnTo>
                  <a:lnTo>
                    <a:pt x="3440596" y="4402717"/>
                  </a:lnTo>
                  <a:lnTo>
                    <a:pt x="3535201" y="4405848"/>
                  </a:lnTo>
                  <a:lnTo>
                    <a:pt x="3630577" y="4408551"/>
                  </a:lnTo>
                  <a:lnTo>
                    <a:pt x="3722902" y="4410816"/>
                  </a:lnTo>
                  <a:lnTo>
                    <a:pt x="3807731" y="4412637"/>
                  </a:lnTo>
                  <a:lnTo>
                    <a:pt x="3880676" y="4414018"/>
                  </a:lnTo>
                  <a:lnTo>
                    <a:pt x="3938298" y="4414988"/>
                  </a:lnTo>
                  <a:lnTo>
                    <a:pt x="3978936" y="4415600"/>
                  </a:lnTo>
                  <a:lnTo>
                    <a:pt x="4003203" y="4415929"/>
                  </a:lnTo>
                  <a:lnTo>
                    <a:pt x="4014032" y="4416061"/>
                  </a:lnTo>
                  <a:lnTo>
                    <a:pt x="4016409" y="4416087"/>
                  </a:lnTo>
                  <a:lnTo>
                    <a:pt x="4538543" y="4416087"/>
                  </a:lnTo>
                  <a:lnTo>
                    <a:pt x="4539436" y="4415993"/>
                  </a:lnTo>
                  <a:lnTo>
                    <a:pt x="4545322" y="4415320"/>
                  </a:lnTo>
                  <a:lnTo>
                    <a:pt x="4560202" y="4413460"/>
                  </a:lnTo>
                  <a:lnTo>
                    <a:pt x="4586908" y="4409796"/>
                  </a:lnTo>
                  <a:lnTo>
                    <a:pt x="4626916" y="4403753"/>
                  </a:lnTo>
                  <a:lnTo>
                    <a:pt x="4680226" y="4394851"/>
                  </a:lnTo>
                  <a:lnTo>
                    <a:pt x="4745453" y="4382750"/>
                  </a:lnTo>
                  <a:lnTo>
                    <a:pt x="4820139" y="4367266"/>
                  </a:lnTo>
                  <a:lnTo>
                    <a:pt x="4901223" y="4348351"/>
                  </a:lnTo>
                  <a:lnTo>
                    <a:pt x="4985539" y="4326047"/>
                  </a:lnTo>
                  <a:lnTo>
                    <a:pt x="5070232" y="4300426"/>
                  </a:lnTo>
                  <a:lnTo>
                    <a:pt x="5153011" y="4271540"/>
                  </a:lnTo>
                  <a:lnTo>
                    <a:pt x="5232250" y="4239370"/>
                  </a:lnTo>
                  <a:lnTo>
                    <a:pt x="5306960" y="4203803"/>
                  </a:lnTo>
                  <a:lnTo>
                    <a:pt x="5376695" y="4164612"/>
                  </a:lnTo>
                  <a:lnTo>
                    <a:pt x="5441432" y="4121455"/>
                  </a:lnTo>
                  <a:lnTo>
                    <a:pt x="5501446" y="4073879"/>
                  </a:lnTo>
                  <a:lnTo>
                    <a:pt x="5557212" y="4021329"/>
                  </a:lnTo>
                  <a:lnTo>
                    <a:pt x="5609322" y="3963172"/>
                  </a:lnTo>
                  <a:lnTo>
                    <a:pt x="5658426" y="3898732"/>
                  </a:lnTo>
                  <a:lnTo>
                    <a:pt x="5705181" y="3827359"/>
                  </a:lnTo>
                  <a:lnTo>
                    <a:pt x="5750212" y="3748532"/>
                  </a:lnTo>
                  <a:lnTo>
                    <a:pt x="5784835" y="3681014"/>
                  </a:lnTo>
                  <a:lnTo>
                    <a:pt x="5815754" y="3615747"/>
                  </a:lnTo>
                  <a:lnTo>
                    <a:pt x="5846404" y="3546519"/>
                  </a:lnTo>
                  <a:lnTo>
                    <a:pt x="5876920" y="3473249"/>
                  </a:lnTo>
                  <a:lnTo>
                    <a:pt x="5907412" y="3395900"/>
                  </a:lnTo>
                  <a:lnTo>
                    <a:pt x="5937969" y="3314480"/>
                  </a:lnTo>
                  <a:lnTo>
                    <a:pt x="5968659" y="3229050"/>
                  </a:lnTo>
                  <a:lnTo>
                    <a:pt x="5999535" y="3139723"/>
                  </a:lnTo>
                  <a:lnTo>
                    <a:pt x="6030631" y="3046669"/>
                  </a:lnTo>
                  <a:lnTo>
                    <a:pt x="6061966" y="2950116"/>
                  </a:lnTo>
                  <a:lnTo>
                    <a:pt x="6093545" y="2850350"/>
                  </a:lnTo>
                  <a:lnTo>
                    <a:pt x="6125359" y="2747711"/>
                  </a:lnTo>
                  <a:lnTo>
                    <a:pt x="6157387" y="2642592"/>
                  </a:lnTo>
                  <a:lnTo>
                    <a:pt x="6189600" y="2535433"/>
                  </a:lnTo>
                  <a:lnTo>
                    <a:pt x="6221959" y="2426711"/>
                  </a:lnTo>
                  <a:lnTo>
                    <a:pt x="6254417" y="2316937"/>
                  </a:lnTo>
                  <a:lnTo>
                    <a:pt x="6286925" y="2206643"/>
                  </a:lnTo>
                  <a:lnTo>
                    <a:pt x="6319432" y="2096369"/>
                  </a:lnTo>
                  <a:lnTo>
                    <a:pt x="6351884" y="1986657"/>
                  </a:lnTo>
                  <a:lnTo>
                    <a:pt x="6384233" y="1878037"/>
                  </a:lnTo>
                  <a:lnTo>
                    <a:pt x="6416433" y="1771017"/>
                  </a:lnTo>
                  <a:lnTo>
                    <a:pt x="6448446" y="1666073"/>
                  </a:lnTo>
                  <a:lnTo>
                    <a:pt x="6480243" y="1563641"/>
                  </a:lnTo>
                  <a:lnTo>
                    <a:pt x="6511803" y="1464110"/>
                  </a:lnTo>
                  <a:lnTo>
                    <a:pt x="6543119" y="1367815"/>
                  </a:lnTo>
                  <a:lnTo>
                    <a:pt x="6574197" y="1275040"/>
                  </a:lnTo>
                  <a:lnTo>
                    <a:pt x="6605058" y="1186006"/>
                  </a:lnTo>
                  <a:lnTo>
                    <a:pt x="6635736" y="1100879"/>
                  </a:lnTo>
                  <a:lnTo>
                    <a:pt x="6666285" y="1019769"/>
                  </a:lnTo>
                  <a:lnTo>
                    <a:pt x="6696775" y="942733"/>
                  </a:lnTo>
                  <a:lnTo>
                    <a:pt x="6727298" y="869774"/>
                  </a:lnTo>
                  <a:lnTo>
                    <a:pt x="6757964" y="800852"/>
                  </a:lnTo>
                  <a:lnTo>
                    <a:pt x="6786527" y="740720"/>
                  </a:lnTo>
                  <a:lnTo>
                    <a:pt x="6830587" y="655840"/>
                  </a:lnTo>
                  <a:lnTo>
                    <a:pt x="6875935" y="578626"/>
                  </a:lnTo>
                  <a:lnTo>
                    <a:pt x="6923135" y="508774"/>
                  </a:lnTo>
                  <a:lnTo>
                    <a:pt x="6972821" y="445723"/>
                  </a:lnTo>
                  <a:lnTo>
                    <a:pt x="7025653" y="388811"/>
                  </a:lnTo>
                  <a:lnTo>
                    <a:pt x="7082273" y="337367"/>
                  </a:lnTo>
                  <a:lnTo>
                    <a:pt x="7143255" y="290771"/>
                  </a:lnTo>
                  <a:lnTo>
                    <a:pt x="7209038" y="248490"/>
                  </a:lnTo>
                  <a:lnTo>
                    <a:pt x="7279843" y="210093"/>
                  </a:lnTo>
                  <a:lnTo>
                    <a:pt x="7355567" y="175261"/>
                  </a:lnTo>
                  <a:lnTo>
                    <a:pt x="7435660" y="143794"/>
                  </a:lnTo>
                  <a:lnTo>
                    <a:pt x="7519004" y="115599"/>
                  </a:lnTo>
                  <a:lnTo>
                    <a:pt x="7603830" y="90676"/>
                  </a:lnTo>
                  <a:lnTo>
                    <a:pt x="7687714" y="69085"/>
                  </a:lnTo>
                  <a:lnTo>
                    <a:pt x="7767709" y="50896"/>
                  </a:lnTo>
                  <a:lnTo>
                    <a:pt x="7840631" y="36138"/>
                  </a:lnTo>
                  <a:lnTo>
                    <a:pt x="7903506" y="24737"/>
                  </a:lnTo>
                  <a:lnTo>
                    <a:pt x="7954067" y="16474"/>
                  </a:lnTo>
                  <a:lnTo>
                    <a:pt x="7991203" y="10980"/>
                  </a:lnTo>
                  <a:lnTo>
                    <a:pt x="8015229" y="7749"/>
                  </a:lnTo>
                  <a:lnTo>
                    <a:pt x="8027922" y="6193"/>
                  </a:lnTo>
                  <a:lnTo>
                    <a:pt x="8032377" y="5693"/>
                  </a:lnTo>
                  <a:lnTo>
                    <a:pt x="8032819" y="5647"/>
                  </a:lnTo>
                  <a:lnTo>
                    <a:pt x="8554953" y="5647"/>
                  </a:lnTo>
                  <a:lnTo>
                    <a:pt x="8554953" y="0"/>
                  </a:lnTo>
                  <a:lnTo>
                    <a:pt x="8032819" y="0"/>
                  </a:lnTo>
                  <a:lnTo>
                    <a:pt x="8031926" y="94"/>
                  </a:lnTo>
                  <a:lnTo>
                    <a:pt x="8026040" y="767"/>
                  </a:lnTo>
                  <a:lnTo>
                    <a:pt x="8011160" y="2627"/>
                  </a:lnTo>
                  <a:lnTo>
                    <a:pt x="7984453" y="6291"/>
                  </a:lnTo>
                  <a:lnTo>
                    <a:pt x="7944446" y="12334"/>
                  </a:lnTo>
                  <a:lnTo>
                    <a:pt x="7891136" y="21236"/>
                  </a:lnTo>
                  <a:lnTo>
                    <a:pt x="7825909" y="33337"/>
                  </a:lnTo>
                  <a:lnTo>
                    <a:pt x="7751222" y="48821"/>
                  </a:lnTo>
                  <a:lnTo>
                    <a:pt x="7670139" y="67736"/>
                  </a:lnTo>
                  <a:lnTo>
                    <a:pt x="7585823" y="90040"/>
                  </a:lnTo>
                  <a:lnTo>
                    <a:pt x="7501130" y="115660"/>
                  </a:lnTo>
                  <a:lnTo>
                    <a:pt x="7418351" y="144547"/>
                  </a:lnTo>
                  <a:lnTo>
                    <a:pt x="7339112" y="176716"/>
                  </a:lnTo>
                  <a:lnTo>
                    <a:pt x="7264402" y="212284"/>
                  </a:lnTo>
                  <a:lnTo>
                    <a:pt x="7194667" y="251475"/>
                  </a:lnTo>
                  <a:lnTo>
                    <a:pt x="7129930" y="294631"/>
                  </a:lnTo>
                  <a:lnTo>
                    <a:pt x="7069916" y="342207"/>
                  </a:lnTo>
                  <a:lnTo>
                    <a:pt x="7014150" y="394757"/>
                  </a:lnTo>
                  <a:lnTo>
                    <a:pt x="6962040" y="452915"/>
                  </a:lnTo>
                  <a:lnTo>
                    <a:pt x="6912936" y="517355"/>
                  </a:lnTo>
                  <a:lnTo>
                    <a:pt x="6866181" y="588728"/>
                  </a:lnTo>
                  <a:lnTo>
                    <a:pt x="6821150" y="667555"/>
                  </a:lnTo>
                  <a:lnTo>
                    <a:pt x="6786527" y="735073"/>
                  </a:lnTo>
                  <a:lnTo>
                    <a:pt x="6755608" y="800339"/>
                  </a:lnTo>
                  <a:lnTo>
                    <a:pt x="6724958" y="869568"/>
                  </a:lnTo>
                  <a:lnTo>
                    <a:pt x="6694442" y="942838"/>
                  </a:lnTo>
                  <a:lnTo>
                    <a:pt x="6663950" y="1020187"/>
                  </a:lnTo>
                  <a:lnTo>
                    <a:pt x="6633393" y="1101607"/>
                  </a:lnTo>
                  <a:lnTo>
                    <a:pt x="6602703" y="1187037"/>
                  </a:lnTo>
                  <a:lnTo>
                    <a:pt x="6571827" y="1276364"/>
                  </a:lnTo>
                  <a:lnTo>
                    <a:pt x="6540731" y="1369418"/>
                  </a:lnTo>
                  <a:lnTo>
                    <a:pt x="6509396" y="1465971"/>
                  </a:lnTo>
                  <a:lnTo>
                    <a:pt x="6477817" y="1565737"/>
                  </a:lnTo>
                  <a:lnTo>
                    <a:pt x="6446003" y="1668376"/>
                  </a:lnTo>
                  <a:lnTo>
                    <a:pt x="6413975" y="1773495"/>
                  </a:lnTo>
                  <a:lnTo>
                    <a:pt x="6381762" y="1880654"/>
                  </a:lnTo>
                  <a:lnTo>
                    <a:pt x="6349403" y="1989376"/>
                  </a:lnTo>
                  <a:lnTo>
                    <a:pt x="6316945" y="2099150"/>
                  </a:lnTo>
                  <a:lnTo>
                    <a:pt x="6284437" y="2209444"/>
                  </a:lnTo>
                  <a:lnTo>
                    <a:pt x="6251930" y="2319718"/>
                  </a:lnTo>
                  <a:lnTo>
                    <a:pt x="6219478" y="2429430"/>
                  </a:lnTo>
                  <a:lnTo>
                    <a:pt x="6187129" y="2538049"/>
                  </a:lnTo>
                  <a:lnTo>
                    <a:pt x="6154929" y="2645069"/>
                  </a:lnTo>
                  <a:lnTo>
                    <a:pt x="6122915" y="2750013"/>
                  </a:lnTo>
                  <a:lnTo>
                    <a:pt x="6091119" y="2852446"/>
                  </a:lnTo>
                  <a:lnTo>
                    <a:pt x="6059559" y="2951977"/>
                  </a:lnTo>
                  <a:lnTo>
                    <a:pt x="6028243" y="3048271"/>
                  </a:lnTo>
                  <a:lnTo>
                    <a:pt x="5997164" y="3141047"/>
                  </a:lnTo>
                  <a:lnTo>
                    <a:pt x="5966304" y="3230081"/>
                  </a:lnTo>
                  <a:lnTo>
                    <a:pt x="5935626" y="3315208"/>
                  </a:lnTo>
                  <a:lnTo>
                    <a:pt x="5905077" y="3396317"/>
                  </a:lnTo>
                  <a:lnTo>
                    <a:pt x="5874587" y="3473354"/>
                  </a:lnTo>
                  <a:lnTo>
                    <a:pt x="5844064" y="3546313"/>
                  </a:lnTo>
                  <a:lnTo>
                    <a:pt x="5813398" y="3615235"/>
                  </a:lnTo>
                  <a:lnTo>
                    <a:pt x="5784835" y="3675367"/>
                  </a:lnTo>
                  <a:lnTo>
                    <a:pt x="5740775" y="3760247"/>
                  </a:lnTo>
                  <a:lnTo>
                    <a:pt x="5695427" y="3837461"/>
                  </a:lnTo>
                  <a:lnTo>
                    <a:pt x="5648227" y="3907313"/>
                  </a:lnTo>
                  <a:lnTo>
                    <a:pt x="5598541" y="3970364"/>
                  </a:lnTo>
                  <a:lnTo>
                    <a:pt x="5545709" y="4027276"/>
                  </a:lnTo>
                  <a:lnTo>
                    <a:pt x="5489089" y="4078720"/>
                  </a:lnTo>
                  <a:lnTo>
                    <a:pt x="5428107" y="4125315"/>
                  </a:lnTo>
                  <a:lnTo>
                    <a:pt x="5362324" y="4167597"/>
                  </a:lnTo>
                  <a:lnTo>
                    <a:pt x="5291519" y="4205994"/>
                  </a:lnTo>
                  <a:lnTo>
                    <a:pt x="5215795" y="4240826"/>
                  </a:lnTo>
                  <a:lnTo>
                    <a:pt x="5135702" y="4272293"/>
                  </a:lnTo>
                  <a:lnTo>
                    <a:pt x="5052358" y="4300488"/>
                  </a:lnTo>
                  <a:lnTo>
                    <a:pt x="4967532" y="4325411"/>
                  </a:lnTo>
                  <a:lnTo>
                    <a:pt x="4883648" y="4347002"/>
                  </a:lnTo>
                  <a:lnTo>
                    <a:pt x="4803653" y="4365190"/>
                  </a:lnTo>
                  <a:lnTo>
                    <a:pt x="4730730" y="4379948"/>
                  </a:lnTo>
                  <a:lnTo>
                    <a:pt x="4667856" y="4391350"/>
                  </a:lnTo>
                  <a:lnTo>
                    <a:pt x="4617295" y="4399612"/>
                  </a:lnTo>
                  <a:lnTo>
                    <a:pt x="4580159" y="4405107"/>
                  </a:lnTo>
                  <a:lnTo>
                    <a:pt x="4556133" y="4408337"/>
                  </a:lnTo>
                  <a:lnTo>
                    <a:pt x="4543440" y="4409894"/>
                  </a:lnTo>
                  <a:lnTo>
                    <a:pt x="4538985" y="4410394"/>
                  </a:lnTo>
                  <a:lnTo>
                    <a:pt x="4538543" y="4410440"/>
                  </a:lnTo>
                  <a:lnTo>
                    <a:pt x="4016409" y="4410440"/>
                  </a:lnTo>
                  <a:lnTo>
                    <a:pt x="4015143" y="4410426"/>
                  </a:lnTo>
                  <a:lnTo>
                    <a:pt x="4006863" y="4410327"/>
                  </a:lnTo>
                  <a:lnTo>
                    <a:pt x="3986163" y="4410054"/>
                  </a:lnTo>
                  <a:lnTo>
                    <a:pt x="3949591" y="4409518"/>
                  </a:lnTo>
                  <a:lnTo>
                    <a:pt x="3895964" y="4408639"/>
                  </a:lnTo>
                  <a:lnTo>
                    <a:pt x="3826429" y="4407360"/>
                  </a:lnTo>
                  <a:lnTo>
                    <a:pt x="3744067" y="4405646"/>
                  </a:lnTo>
                  <a:lnTo>
                    <a:pt x="3653120" y="4403486"/>
                  </a:lnTo>
                  <a:lnTo>
                    <a:pt x="3558094" y="4400887"/>
                  </a:lnTo>
                  <a:lnTo>
                    <a:pt x="3463007" y="4397858"/>
                  </a:lnTo>
                  <a:lnTo>
                    <a:pt x="3370942" y="4394405"/>
                  </a:lnTo>
                  <a:lnTo>
                    <a:pt x="3283921" y="4390522"/>
                  </a:lnTo>
                  <a:lnTo>
                    <a:pt x="3202993" y="4386183"/>
                  </a:lnTo>
                  <a:lnTo>
                    <a:pt x="3128433" y="4381348"/>
                  </a:lnTo>
                  <a:lnTo>
                    <a:pt x="3059964" y="4375953"/>
                  </a:lnTo>
                  <a:lnTo>
                    <a:pt x="2996952" y="4369921"/>
                  </a:lnTo>
                  <a:lnTo>
                    <a:pt x="2938562" y="4363159"/>
                  </a:lnTo>
                  <a:lnTo>
                    <a:pt x="2883865" y="4355570"/>
                  </a:lnTo>
                  <a:lnTo>
                    <a:pt x="2831928" y="4347060"/>
                  </a:lnTo>
                  <a:lnTo>
                    <a:pt x="2781895" y="4337566"/>
                  </a:lnTo>
                  <a:lnTo>
                    <a:pt x="2770117" y="4335145"/>
                  </a:lnTo>
                  <a:lnTo>
                    <a:pt x="2717011" y="4323371"/>
                  </a:lnTo>
                  <a:lnTo>
                    <a:pt x="2664419" y="4310376"/>
                  </a:lnTo>
                  <a:lnTo>
                    <a:pt x="2611783" y="4296142"/>
                  </a:lnTo>
                  <a:lnTo>
                    <a:pt x="2558728" y="4280695"/>
                  </a:lnTo>
                  <a:lnTo>
                    <a:pt x="2505037" y="4264112"/>
                  </a:lnTo>
                  <a:lnTo>
                    <a:pt x="2450628" y="4246518"/>
                  </a:lnTo>
                  <a:lnTo>
                    <a:pt x="2395544" y="4228091"/>
                  </a:lnTo>
                  <a:lnTo>
                    <a:pt x="2339923" y="4209055"/>
                  </a:lnTo>
                  <a:lnTo>
                    <a:pt x="2283977" y="4189666"/>
                  </a:lnTo>
                  <a:lnTo>
                    <a:pt x="2227962" y="4170203"/>
                  </a:lnTo>
                  <a:lnTo>
                    <a:pt x="2172141" y="4150947"/>
                  </a:lnTo>
                  <a:lnTo>
                    <a:pt x="2116752" y="4132171"/>
                  </a:lnTo>
                  <a:lnTo>
                    <a:pt x="2061977" y="4114115"/>
                  </a:lnTo>
                  <a:lnTo>
                    <a:pt x="2007911" y="4096982"/>
                  </a:lnTo>
                  <a:lnTo>
                    <a:pt x="1954540" y="4080925"/>
                  </a:lnTo>
                  <a:lnTo>
                    <a:pt x="1901721" y="4066048"/>
                  </a:lnTo>
                  <a:lnTo>
                    <a:pt x="1849163" y="4052402"/>
                  </a:lnTo>
                  <a:lnTo>
                    <a:pt x="1796408" y="4039992"/>
                  </a:lnTo>
                  <a:lnTo>
                    <a:pt x="1768425" y="4033962"/>
                  </a:lnTo>
                  <a:lnTo>
                    <a:pt x="1718737" y="4024229"/>
                  </a:lnTo>
                  <a:lnTo>
                    <a:pt x="1667329" y="4015487"/>
                  </a:lnTo>
                  <a:lnTo>
                    <a:pt x="1613376" y="4007685"/>
                  </a:lnTo>
                  <a:lnTo>
                    <a:pt x="1555956" y="4000734"/>
                  </a:lnTo>
                  <a:lnTo>
                    <a:pt x="1494132" y="3994536"/>
                  </a:lnTo>
                  <a:lnTo>
                    <a:pt x="1427037" y="3988997"/>
                  </a:lnTo>
                  <a:lnTo>
                    <a:pt x="1353977" y="3984034"/>
                  </a:lnTo>
                  <a:lnTo>
                    <a:pt x="1274572" y="3979581"/>
                  </a:lnTo>
                  <a:lnTo>
                    <a:pt x="1188948" y="3975591"/>
                  </a:lnTo>
                  <a:lnTo>
                    <a:pt x="1097946" y="3972037"/>
                  </a:lnTo>
                  <a:lnTo>
                    <a:pt x="1003342" y="3968906"/>
                  </a:lnTo>
                  <a:lnTo>
                    <a:pt x="907966" y="3966203"/>
                  </a:lnTo>
                  <a:lnTo>
                    <a:pt x="815640" y="3963937"/>
                  </a:lnTo>
                  <a:lnTo>
                    <a:pt x="730811" y="3962117"/>
                  </a:lnTo>
                  <a:lnTo>
                    <a:pt x="657866" y="3960735"/>
                  </a:lnTo>
                  <a:lnTo>
                    <a:pt x="600244" y="3959765"/>
                  </a:lnTo>
                  <a:lnTo>
                    <a:pt x="559606" y="3959154"/>
                  </a:lnTo>
                  <a:lnTo>
                    <a:pt x="535339" y="3958825"/>
                  </a:lnTo>
                  <a:lnTo>
                    <a:pt x="524510" y="3958693"/>
                  </a:lnTo>
                  <a:lnTo>
                    <a:pt x="522133" y="3958666"/>
                  </a:lnTo>
                  <a:lnTo>
                    <a:pt x="0" y="3958666"/>
                  </a:lnTo>
                  <a:close/>
                </a:path>
              </a:pathLst>
            </a:custGeom>
            <a:solidFill>
              <a:srgbClr val="D9B26F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1593" name="pl1593"/>
            <p:cNvSpPr/>
            <p:nvPr/>
          </p:nvSpPr>
          <p:spPr>
            <a:xfrm>
              <a:off x="386606" y="1343666"/>
              <a:ext cx="8554953" cy="4410440"/>
            </a:xfrm>
            <a:custGeom>
              <a:avLst/>
              <a:pathLst>
                <a:path w="8554953" h="4410440">
                  <a:moveTo>
                    <a:pt x="0" y="3958666"/>
                  </a:moveTo>
                  <a:lnTo>
                    <a:pt x="522133" y="3958666"/>
                  </a:lnTo>
                  <a:lnTo>
                    <a:pt x="523399" y="3958680"/>
                  </a:lnTo>
                  <a:lnTo>
                    <a:pt x="531679" y="3958779"/>
                  </a:lnTo>
                  <a:lnTo>
                    <a:pt x="552379" y="3959052"/>
                  </a:lnTo>
                  <a:lnTo>
                    <a:pt x="588952" y="3959589"/>
                  </a:lnTo>
                  <a:lnTo>
                    <a:pt x="642578" y="3960467"/>
                  </a:lnTo>
                  <a:lnTo>
                    <a:pt x="712113" y="3961747"/>
                  </a:lnTo>
                  <a:lnTo>
                    <a:pt x="794475" y="3963461"/>
                  </a:lnTo>
                  <a:lnTo>
                    <a:pt x="885422" y="3965620"/>
                  </a:lnTo>
                  <a:lnTo>
                    <a:pt x="980448" y="3968220"/>
                  </a:lnTo>
                  <a:lnTo>
                    <a:pt x="1075536" y="3971249"/>
                  </a:lnTo>
                  <a:lnTo>
                    <a:pt x="1167600" y="3974701"/>
                  </a:lnTo>
                  <a:lnTo>
                    <a:pt x="1254621" y="3978585"/>
                  </a:lnTo>
                  <a:lnTo>
                    <a:pt x="1335549" y="3982923"/>
                  </a:lnTo>
                  <a:lnTo>
                    <a:pt x="1410109" y="3987759"/>
                  </a:lnTo>
                  <a:lnTo>
                    <a:pt x="1478579" y="3993153"/>
                  </a:lnTo>
                  <a:lnTo>
                    <a:pt x="1541590" y="3999186"/>
                  </a:lnTo>
                  <a:lnTo>
                    <a:pt x="1599980" y="4005947"/>
                  </a:lnTo>
                  <a:lnTo>
                    <a:pt x="1654678" y="4013537"/>
                  </a:lnTo>
                  <a:lnTo>
                    <a:pt x="1706614" y="4022047"/>
                  </a:lnTo>
                  <a:lnTo>
                    <a:pt x="1756647" y="4031541"/>
                  </a:lnTo>
                  <a:lnTo>
                    <a:pt x="1768425" y="4033962"/>
                  </a:lnTo>
                  <a:lnTo>
                    <a:pt x="1821531" y="4045735"/>
                  </a:lnTo>
                  <a:lnTo>
                    <a:pt x="1874124" y="4058730"/>
                  </a:lnTo>
                  <a:lnTo>
                    <a:pt x="1926759" y="4072964"/>
                  </a:lnTo>
                  <a:lnTo>
                    <a:pt x="1979814" y="4088411"/>
                  </a:lnTo>
                  <a:lnTo>
                    <a:pt x="2033506" y="4104995"/>
                  </a:lnTo>
                  <a:lnTo>
                    <a:pt x="2087914" y="4122589"/>
                  </a:lnTo>
                  <a:lnTo>
                    <a:pt x="2142998" y="4141015"/>
                  </a:lnTo>
                  <a:lnTo>
                    <a:pt x="2198619" y="4160051"/>
                  </a:lnTo>
                  <a:lnTo>
                    <a:pt x="2254565" y="4179440"/>
                  </a:lnTo>
                  <a:lnTo>
                    <a:pt x="2310580" y="4198904"/>
                  </a:lnTo>
                  <a:lnTo>
                    <a:pt x="2366402" y="4218159"/>
                  </a:lnTo>
                  <a:lnTo>
                    <a:pt x="2421790" y="4236936"/>
                  </a:lnTo>
                  <a:lnTo>
                    <a:pt x="2476565" y="4254992"/>
                  </a:lnTo>
                  <a:lnTo>
                    <a:pt x="2530631" y="4272125"/>
                  </a:lnTo>
                  <a:lnTo>
                    <a:pt x="2584002" y="4288181"/>
                  </a:lnTo>
                  <a:lnTo>
                    <a:pt x="2636821" y="4303058"/>
                  </a:lnTo>
                  <a:lnTo>
                    <a:pt x="2689379" y="4316704"/>
                  </a:lnTo>
                  <a:lnTo>
                    <a:pt x="2742134" y="4329114"/>
                  </a:lnTo>
                  <a:lnTo>
                    <a:pt x="2770117" y="4335145"/>
                  </a:lnTo>
                  <a:lnTo>
                    <a:pt x="2819805" y="4344878"/>
                  </a:lnTo>
                  <a:lnTo>
                    <a:pt x="2871213" y="4353619"/>
                  </a:lnTo>
                  <a:lnTo>
                    <a:pt x="2925166" y="4361421"/>
                  </a:lnTo>
                  <a:lnTo>
                    <a:pt x="2982586" y="4368372"/>
                  </a:lnTo>
                  <a:lnTo>
                    <a:pt x="3044410" y="4374570"/>
                  </a:lnTo>
                  <a:lnTo>
                    <a:pt x="3111505" y="4380110"/>
                  </a:lnTo>
                  <a:lnTo>
                    <a:pt x="3184566" y="4385073"/>
                  </a:lnTo>
                  <a:lnTo>
                    <a:pt x="3263970" y="4389526"/>
                  </a:lnTo>
                  <a:lnTo>
                    <a:pt x="3349594" y="4393515"/>
                  </a:lnTo>
                  <a:lnTo>
                    <a:pt x="3440596" y="4397070"/>
                  </a:lnTo>
                  <a:lnTo>
                    <a:pt x="3535201" y="4400200"/>
                  </a:lnTo>
                  <a:lnTo>
                    <a:pt x="3630577" y="4402904"/>
                  </a:lnTo>
                  <a:lnTo>
                    <a:pt x="3722902" y="4405169"/>
                  </a:lnTo>
                  <a:lnTo>
                    <a:pt x="3807731" y="4406990"/>
                  </a:lnTo>
                  <a:lnTo>
                    <a:pt x="3880676" y="4408371"/>
                  </a:lnTo>
                  <a:lnTo>
                    <a:pt x="3938298" y="4409341"/>
                  </a:lnTo>
                  <a:lnTo>
                    <a:pt x="3978936" y="4409953"/>
                  </a:lnTo>
                  <a:lnTo>
                    <a:pt x="4003203" y="4410281"/>
                  </a:lnTo>
                  <a:lnTo>
                    <a:pt x="4014032" y="4410414"/>
                  </a:lnTo>
                  <a:lnTo>
                    <a:pt x="4016391" y="4410440"/>
                  </a:lnTo>
                  <a:lnTo>
                    <a:pt x="4016409" y="4410440"/>
                  </a:lnTo>
                  <a:lnTo>
                    <a:pt x="4538543" y="4410440"/>
                  </a:lnTo>
                  <a:lnTo>
                    <a:pt x="4539436" y="4410346"/>
                  </a:lnTo>
                  <a:lnTo>
                    <a:pt x="4545322" y="4409673"/>
                  </a:lnTo>
                  <a:lnTo>
                    <a:pt x="4560202" y="4407813"/>
                  </a:lnTo>
                  <a:lnTo>
                    <a:pt x="4586908" y="4404149"/>
                  </a:lnTo>
                  <a:lnTo>
                    <a:pt x="4626916" y="4398106"/>
                  </a:lnTo>
                  <a:lnTo>
                    <a:pt x="4680226" y="4389203"/>
                  </a:lnTo>
                  <a:lnTo>
                    <a:pt x="4745453" y="4377103"/>
                  </a:lnTo>
                  <a:lnTo>
                    <a:pt x="4820139" y="4361619"/>
                  </a:lnTo>
                  <a:lnTo>
                    <a:pt x="4901223" y="4342704"/>
                  </a:lnTo>
                  <a:lnTo>
                    <a:pt x="4985539" y="4320400"/>
                  </a:lnTo>
                  <a:lnTo>
                    <a:pt x="5070232" y="4294779"/>
                  </a:lnTo>
                  <a:lnTo>
                    <a:pt x="5153011" y="4265893"/>
                  </a:lnTo>
                  <a:lnTo>
                    <a:pt x="5232250" y="4233723"/>
                  </a:lnTo>
                  <a:lnTo>
                    <a:pt x="5306960" y="4198156"/>
                  </a:lnTo>
                  <a:lnTo>
                    <a:pt x="5376695" y="4158965"/>
                  </a:lnTo>
                  <a:lnTo>
                    <a:pt x="5441432" y="4115808"/>
                  </a:lnTo>
                  <a:lnTo>
                    <a:pt x="5501446" y="4068232"/>
                  </a:lnTo>
                  <a:lnTo>
                    <a:pt x="5557212" y="4015682"/>
                  </a:lnTo>
                  <a:lnTo>
                    <a:pt x="5609322" y="3957524"/>
                  </a:lnTo>
                  <a:lnTo>
                    <a:pt x="5658426" y="3893085"/>
                  </a:lnTo>
                  <a:lnTo>
                    <a:pt x="5705181" y="3821712"/>
                  </a:lnTo>
                  <a:lnTo>
                    <a:pt x="5750212" y="3742885"/>
                  </a:lnTo>
                  <a:lnTo>
                    <a:pt x="5784835" y="3675367"/>
                  </a:lnTo>
                  <a:lnTo>
                    <a:pt x="5815754" y="3610100"/>
                  </a:lnTo>
                  <a:lnTo>
                    <a:pt x="5846404" y="3540872"/>
                  </a:lnTo>
                  <a:lnTo>
                    <a:pt x="5876920" y="3467602"/>
                  </a:lnTo>
                  <a:lnTo>
                    <a:pt x="5907412" y="3390252"/>
                  </a:lnTo>
                  <a:lnTo>
                    <a:pt x="5937969" y="3308833"/>
                  </a:lnTo>
                  <a:lnTo>
                    <a:pt x="5968659" y="3223403"/>
                  </a:lnTo>
                  <a:lnTo>
                    <a:pt x="5999535" y="3134075"/>
                  </a:lnTo>
                  <a:lnTo>
                    <a:pt x="6030631" y="3041022"/>
                  </a:lnTo>
                  <a:lnTo>
                    <a:pt x="6061966" y="2944469"/>
                  </a:lnTo>
                  <a:lnTo>
                    <a:pt x="6093545" y="2844703"/>
                  </a:lnTo>
                  <a:lnTo>
                    <a:pt x="6125359" y="2742064"/>
                  </a:lnTo>
                  <a:lnTo>
                    <a:pt x="6157387" y="2636945"/>
                  </a:lnTo>
                  <a:lnTo>
                    <a:pt x="6189600" y="2529785"/>
                  </a:lnTo>
                  <a:lnTo>
                    <a:pt x="6221959" y="2421064"/>
                  </a:lnTo>
                  <a:lnTo>
                    <a:pt x="6254417" y="2311290"/>
                  </a:lnTo>
                  <a:lnTo>
                    <a:pt x="6286925" y="2200996"/>
                  </a:lnTo>
                  <a:lnTo>
                    <a:pt x="6319432" y="2090722"/>
                  </a:lnTo>
                  <a:lnTo>
                    <a:pt x="6351884" y="1981010"/>
                  </a:lnTo>
                  <a:lnTo>
                    <a:pt x="6384233" y="1872390"/>
                  </a:lnTo>
                  <a:lnTo>
                    <a:pt x="6416433" y="1765370"/>
                  </a:lnTo>
                  <a:lnTo>
                    <a:pt x="6448446" y="1660426"/>
                  </a:lnTo>
                  <a:lnTo>
                    <a:pt x="6480243" y="1557994"/>
                  </a:lnTo>
                  <a:lnTo>
                    <a:pt x="6511803" y="1458462"/>
                  </a:lnTo>
                  <a:lnTo>
                    <a:pt x="6543119" y="1362168"/>
                  </a:lnTo>
                  <a:lnTo>
                    <a:pt x="6574197" y="1269393"/>
                  </a:lnTo>
                  <a:lnTo>
                    <a:pt x="6605058" y="1180358"/>
                  </a:lnTo>
                  <a:lnTo>
                    <a:pt x="6635736" y="1095232"/>
                  </a:lnTo>
                  <a:lnTo>
                    <a:pt x="6666285" y="1014122"/>
                  </a:lnTo>
                  <a:lnTo>
                    <a:pt x="6696775" y="937085"/>
                  </a:lnTo>
                  <a:lnTo>
                    <a:pt x="6727298" y="864127"/>
                  </a:lnTo>
                  <a:lnTo>
                    <a:pt x="6757964" y="795205"/>
                  </a:lnTo>
                  <a:lnTo>
                    <a:pt x="6786527" y="735073"/>
                  </a:lnTo>
                  <a:lnTo>
                    <a:pt x="6830587" y="650193"/>
                  </a:lnTo>
                  <a:lnTo>
                    <a:pt x="6875935" y="572979"/>
                  </a:lnTo>
                  <a:lnTo>
                    <a:pt x="6923135" y="503127"/>
                  </a:lnTo>
                  <a:lnTo>
                    <a:pt x="6972821" y="440076"/>
                  </a:lnTo>
                  <a:lnTo>
                    <a:pt x="7025653" y="383164"/>
                  </a:lnTo>
                  <a:lnTo>
                    <a:pt x="7082273" y="331719"/>
                  </a:lnTo>
                  <a:lnTo>
                    <a:pt x="7143255" y="285124"/>
                  </a:lnTo>
                  <a:lnTo>
                    <a:pt x="7209038" y="242843"/>
                  </a:lnTo>
                  <a:lnTo>
                    <a:pt x="7279843" y="204445"/>
                  </a:lnTo>
                  <a:lnTo>
                    <a:pt x="7355567" y="169614"/>
                  </a:lnTo>
                  <a:lnTo>
                    <a:pt x="7435660" y="138146"/>
                  </a:lnTo>
                  <a:lnTo>
                    <a:pt x="7519004" y="109952"/>
                  </a:lnTo>
                  <a:lnTo>
                    <a:pt x="7603830" y="85029"/>
                  </a:lnTo>
                  <a:lnTo>
                    <a:pt x="7687714" y="63438"/>
                  </a:lnTo>
                  <a:lnTo>
                    <a:pt x="7767709" y="45249"/>
                  </a:lnTo>
                  <a:lnTo>
                    <a:pt x="7840631" y="30491"/>
                  </a:lnTo>
                  <a:lnTo>
                    <a:pt x="7903506" y="19090"/>
                  </a:lnTo>
                  <a:lnTo>
                    <a:pt x="7954067" y="10827"/>
                  </a:lnTo>
                  <a:lnTo>
                    <a:pt x="7991203" y="5333"/>
                  </a:lnTo>
                  <a:lnTo>
                    <a:pt x="8015229" y="2102"/>
                  </a:lnTo>
                  <a:lnTo>
                    <a:pt x="8027922" y="546"/>
                  </a:lnTo>
                  <a:lnTo>
                    <a:pt x="8032377" y="46"/>
                  </a:lnTo>
                  <a:lnTo>
                    <a:pt x="8032819" y="0"/>
                  </a:lnTo>
                  <a:lnTo>
                    <a:pt x="8554953" y="0"/>
                  </a:lnTo>
                  <a:lnTo>
                    <a:pt x="8554953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594" name="pl1594"/>
            <p:cNvSpPr/>
            <p:nvPr/>
          </p:nvSpPr>
          <p:spPr>
            <a:xfrm>
              <a:off x="386606" y="1338018"/>
              <a:ext cx="8554953" cy="4410440"/>
            </a:xfrm>
            <a:custGeom>
              <a:avLst/>
              <a:pathLst>
                <a:path w="8554953" h="4410440">
                  <a:moveTo>
                    <a:pt x="8554953" y="0"/>
                  </a:moveTo>
                  <a:lnTo>
                    <a:pt x="8032819" y="0"/>
                  </a:lnTo>
                  <a:lnTo>
                    <a:pt x="8031926" y="94"/>
                  </a:lnTo>
                  <a:lnTo>
                    <a:pt x="8026040" y="767"/>
                  </a:lnTo>
                  <a:lnTo>
                    <a:pt x="8011160" y="2627"/>
                  </a:lnTo>
                  <a:lnTo>
                    <a:pt x="7984453" y="6291"/>
                  </a:lnTo>
                  <a:lnTo>
                    <a:pt x="7944446" y="12334"/>
                  </a:lnTo>
                  <a:lnTo>
                    <a:pt x="7891136" y="21236"/>
                  </a:lnTo>
                  <a:lnTo>
                    <a:pt x="7825909" y="33337"/>
                  </a:lnTo>
                  <a:lnTo>
                    <a:pt x="7751222" y="48821"/>
                  </a:lnTo>
                  <a:lnTo>
                    <a:pt x="7670139" y="67736"/>
                  </a:lnTo>
                  <a:lnTo>
                    <a:pt x="7585823" y="90040"/>
                  </a:lnTo>
                  <a:lnTo>
                    <a:pt x="7501130" y="115660"/>
                  </a:lnTo>
                  <a:lnTo>
                    <a:pt x="7418351" y="144547"/>
                  </a:lnTo>
                  <a:lnTo>
                    <a:pt x="7339112" y="176716"/>
                  </a:lnTo>
                  <a:lnTo>
                    <a:pt x="7264402" y="212284"/>
                  </a:lnTo>
                  <a:lnTo>
                    <a:pt x="7194667" y="251475"/>
                  </a:lnTo>
                  <a:lnTo>
                    <a:pt x="7129930" y="294631"/>
                  </a:lnTo>
                  <a:lnTo>
                    <a:pt x="7069916" y="342207"/>
                  </a:lnTo>
                  <a:lnTo>
                    <a:pt x="7014150" y="394757"/>
                  </a:lnTo>
                  <a:lnTo>
                    <a:pt x="6962040" y="452915"/>
                  </a:lnTo>
                  <a:lnTo>
                    <a:pt x="6912936" y="517355"/>
                  </a:lnTo>
                  <a:lnTo>
                    <a:pt x="6866181" y="588728"/>
                  </a:lnTo>
                  <a:lnTo>
                    <a:pt x="6821150" y="667555"/>
                  </a:lnTo>
                  <a:lnTo>
                    <a:pt x="6786527" y="735073"/>
                  </a:lnTo>
                  <a:lnTo>
                    <a:pt x="6755608" y="800339"/>
                  </a:lnTo>
                  <a:lnTo>
                    <a:pt x="6724958" y="869568"/>
                  </a:lnTo>
                  <a:lnTo>
                    <a:pt x="6694442" y="942838"/>
                  </a:lnTo>
                  <a:lnTo>
                    <a:pt x="6663950" y="1020187"/>
                  </a:lnTo>
                  <a:lnTo>
                    <a:pt x="6633393" y="1101607"/>
                  </a:lnTo>
                  <a:lnTo>
                    <a:pt x="6602703" y="1187037"/>
                  </a:lnTo>
                  <a:lnTo>
                    <a:pt x="6571827" y="1276364"/>
                  </a:lnTo>
                  <a:lnTo>
                    <a:pt x="6540731" y="1369418"/>
                  </a:lnTo>
                  <a:lnTo>
                    <a:pt x="6509396" y="1465971"/>
                  </a:lnTo>
                  <a:lnTo>
                    <a:pt x="6477817" y="1565737"/>
                  </a:lnTo>
                  <a:lnTo>
                    <a:pt x="6446003" y="1668376"/>
                  </a:lnTo>
                  <a:lnTo>
                    <a:pt x="6413975" y="1773495"/>
                  </a:lnTo>
                  <a:lnTo>
                    <a:pt x="6381762" y="1880654"/>
                  </a:lnTo>
                  <a:lnTo>
                    <a:pt x="6349403" y="1989376"/>
                  </a:lnTo>
                  <a:lnTo>
                    <a:pt x="6316945" y="2099150"/>
                  </a:lnTo>
                  <a:lnTo>
                    <a:pt x="6284437" y="2209444"/>
                  </a:lnTo>
                  <a:lnTo>
                    <a:pt x="6251930" y="2319718"/>
                  </a:lnTo>
                  <a:lnTo>
                    <a:pt x="6219478" y="2429430"/>
                  </a:lnTo>
                  <a:lnTo>
                    <a:pt x="6187129" y="2538049"/>
                  </a:lnTo>
                  <a:lnTo>
                    <a:pt x="6154929" y="2645069"/>
                  </a:lnTo>
                  <a:lnTo>
                    <a:pt x="6122915" y="2750013"/>
                  </a:lnTo>
                  <a:lnTo>
                    <a:pt x="6091119" y="2852446"/>
                  </a:lnTo>
                  <a:lnTo>
                    <a:pt x="6059559" y="2951977"/>
                  </a:lnTo>
                  <a:lnTo>
                    <a:pt x="6028243" y="3048271"/>
                  </a:lnTo>
                  <a:lnTo>
                    <a:pt x="5997164" y="3141047"/>
                  </a:lnTo>
                  <a:lnTo>
                    <a:pt x="5966304" y="3230081"/>
                  </a:lnTo>
                  <a:lnTo>
                    <a:pt x="5935626" y="3315208"/>
                  </a:lnTo>
                  <a:lnTo>
                    <a:pt x="5905077" y="3396317"/>
                  </a:lnTo>
                  <a:lnTo>
                    <a:pt x="5874587" y="3473354"/>
                  </a:lnTo>
                  <a:lnTo>
                    <a:pt x="5844064" y="3546313"/>
                  </a:lnTo>
                  <a:lnTo>
                    <a:pt x="5813398" y="3615235"/>
                  </a:lnTo>
                  <a:lnTo>
                    <a:pt x="5784835" y="3675367"/>
                  </a:lnTo>
                  <a:lnTo>
                    <a:pt x="5740775" y="3760247"/>
                  </a:lnTo>
                  <a:lnTo>
                    <a:pt x="5695427" y="3837461"/>
                  </a:lnTo>
                  <a:lnTo>
                    <a:pt x="5648227" y="3907313"/>
                  </a:lnTo>
                  <a:lnTo>
                    <a:pt x="5598541" y="3970364"/>
                  </a:lnTo>
                  <a:lnTo>
                    <a:pt x="5545709" y="4027276"/>
                  </a:lnTo>
                  <a:lnTo>
                    <a:pt x="5489089" y="4078720"/>
                  </a:lnTo>
                  <a:lnTo>
                    <a:pt x="5428107" y="4125315"/>
                  </a:lnTo>
                  <a:lnTo>
                    <a:pt x="5362324" y="4167597"/>
                  </a:lnTo>
                  <a:lnTo>
                    <a:pt x="5291519" y="4205994"/>
                  </a:lnTo>
                  <a:lnTo>
                    <a:pt x="5215795" y="4240826"/>
                  </a:lnTo>
                  <a:lnTo>
                    <a:pt x="5135702" y="4272293"/>
                  </a:lnTo>
                  <a:lnTo>
                    <a:pt x="5052358" y="4300488"/>
                  </a:lnTo>
                  <a:lnTo>
                    <a:pt x="4967532" y="4325411"/>
                  </a:lnTo>
                  <a:lnTo>
                    <a:pt x="4883648" y="4347002"/>
                  </a:lnTo>
                  <a:lnTo>
                    <a:pt x="4803653" y="4365190"/>
                  </a:lnTo>
                  <a:lnTo>
                    <a:pt x="4730730" y="4379948"/>
                  </a:lnTo>
                  <a:lnTo>
                    <a:pt x="4667856" y="4391350"/>
                  </a:lnTo>
                  <a:lnTo>
                    <a:pt x="4617295" y="4399612"/>
                  </a:lnTo>
                  <a:lnTo>
                    <a:pt x="4580159" y="4405107"/>
                  </a:lnTo>
                  <a:lnTo>
                    <a:pt x="4556133" y="4408337"/>
                  </a:lnTo>
                  <a:lnTo>
                    <a:pt x="4543440" y="4409894"/>
                  </a:lnTo>
                  <a:lnTo>
                    <a:pt x="4538985" y="4410394"/>
                  </a:lnTo>
                  <a:lnTo>
                    <a:pt x="4538543" y="4410440"/>
                  </a:lnTo>
                  <a:lnTo>
                    <a:pt x="4016409" y="4410440"/>
                  </a:lnTo>
                  <a:lnTo>
                    <a:pt x="4015143" y="4410426"/>
                  </a:lnTo>
                  <a:lnTo>
                    <a:pt x="4006863" y="4410327"/>
                  </a:lnTo>
                  <a:lnTo>
                    <a:pt x="3986163" y="4410054"/>
                  </a:lnTo>
                  <a:lnTo>
                    <a:pt x="3949591" y="4409518"/>
                  </a:lnTo>
                  <a:lnTo>
                    <a:pt x="3895964" y="4408639"/>
                  </a:lnTo>
                  <a:lnTo>
                    <a:pt x="3826429" y="4407360"/>
                  </a:lnTo>
                  <a:lnTo>
                    <a:pt x="3744067" y="4405646"/>
                  </a:lnTo>
                  <a:lnTo>
                    <a:pt x="3653120" y="4403486"/>
                  </a:lnTo>
                  <a:lnTo>
                    <a:pt x="3558094" y="4400887"/>
                  </a:lnTo>
                  <a:lnTo>
                    <a:pt x="3463007" y="4397858"/>
                  </a:lnTo>
                  <a:lnTo>
                    <a:pt x="3370942" y="4394405"/>
                  </a:lnTo>
                  <a:lnTo>
                    <a:pt x="3283921" y="4390522"/>
                  </a:lnTo>
                  <a:lnTo>
                    <a:pt x="3202993" y="4386183"/>
                  </a:lnTo>
                  <a:lnTo>
                    <a:pt x="3128433" y="4381348"/>
                  </a:lnTo>
                  <a:lnTo>
                    <a:pt x="3059964" y="4375953"/>
                  </a:lnTo>
                  <a:lnTo>
                    <a:pt x="2996952" y="4369921"/>
                  </a:lnTo>
                  <a:lnTo>
                    <a:pt x="2938562" y="4363159"/>
                  </a:lnTo>
                  <a:lnTo>
                    <a:pt x="2883865" y="4355570"/>
                  </a:lnTo>
                  <a:lnTo>
                    <a:pt x="2831928" y="4347060"/>
                  </a:lnTo>
                  <a:lnTo>
                    <a:pt x="2781895" y="4337566"/>
                  </a:lnTo>
                  <a:lnTo>
                    <a:pt x="2770117" y="4335145"/>
                  </a:lnTo>
                  <a:lnTo>
                    <a:pt x="2717011" y="4323371"/>
                  </a:lnTo>
                  <a:lnTo>
                    <a:pt x="2664419" y="4310376"/>
                  </a:lnTo>
                  <a:lnTo>
                    <a:pt x="2611783" y="4296142"/>
                  </a:lnTo>
                  <a:lnTo>
                    <a:pt x="2558728" y="4280695"/>
                  </a:lnTo>
                  <a:lnTo>
                    <a:pt x="2505037" y="4264112"/>
                  </a:lnTo>
                  <a:lnTo>
                    <a:pt x="2450628" y="4246518"/>
                  </a:lnTo>
                  <a:lnTo>
                    <a:pt x="2395544" y="4228091"/>
                  </a:lnTo>
                  <a:lnTo>
                    <a:pt x="2339923" y="4209055"/>
                  </a:lnTo>
                  <a:lnTo>
                    <a:pt x="2283977" y="4189666"/>
                  </a:lnTo>
                  <a:lnTo>
                    <a:pt x="2227962" y="4170203"/>
                  </a:lnTo>
                  <a:lnTo>
                    <a:pt x="2172141" y="4150947"/>
                  </a:lnTo>
                  <a:lnTo>
                    <a:pt x="2116752" y="4132171"/>
                  </a:lnTo>
                  <a:lnTo>
                    <a:pt x="2061977" y="4114115"/>
                  </a:lnTo>
                  <a:lnTo>
                    <a:pt x="2007911" y="4096982"/>
                  </a:lnTo>
                  <a:lnTo>
                    <a:pt x="1954540" y="4080925"/>
                  </a:lnTo>
                  <a:lnTo>
                    <a:pt x="1901721" y="4066048"/>
                  </a:lnTo>
                  <a:lnTo>
                    <a:pt x="1849163" y="4052402"/>
                  </a:lnTo>
                  <a:lnTo>
                    <a:pt x="1796408" y="4039992"/>
                  </a:lnTo>
                  <a:lnTo>
                    <a:pt x="1768425" y="4033962"/>
                  </a:lnTo>
                  <a:lnTo>
                    <a:pt x="1718737" y="4024229"/>
                  </a:lnTo>
                  <a:lnTo>
                    <a:pt x="1667329" y="4015487"/>
                  </a:lnTo>
                  <a:lnTo>
                    <a:pt x="1613376" y="4007685"/>
                  </a:lnTo>
                  <a:lnTo>
                    <a:pt x="1555956" y="4000734"/>
                  </a:lnTo>
                  <a:lnTo>
                    <a:pt x="1494132" y="3994536"/>
                  </a:lnTo>
                  <a:lnTo>
                    <a:pt x="1427037" y="3988997"/>
                  </a:lnTo>
                  <a:lnTo>
                    <a:pt x="1353977" y="3984034"/>
                  </a:lnTo>
                  <a:lnTo>
                    <a:pt x="1274572" y="3979581"/>
                  </a:lnTo>
                  <a:lnTo>
                    <a:pt x="1188948" y="3975591"/>
                  </a:lnTo>
                  <a:lnTo>
                    <a:pt x="1097946" y="3972037"/>
                  </a:lnTo>
                  <a:lnTo>
                    <a:pt x="1003342" y="3968906"/>
                  </a:lnTo>
                  <a:lnTo>
                    <a:pt x="907966" y="3966203"/>
                  </a:lnTo>
                  <a:lnTo>
                    <a:pt x="815640" y="3963937"/>
                  </a:lnTo>
                  <a:lnTo>
                    <a:pt x="730811" y="3962117"/>
                  </a:lnTo>
                  <a:lnTo>
                    <a:pt x="657866" y="3960735"/>
                  </a:lnTo>
                  <a:lnTo>
                    <a:pt x="600244" y="3959765"/>
                  </a:lnTo>
                  <a:lnTo>
                    <a:pt x="559606" y="3959154"/>
                  </a:lnTo>
                  <a:lnTo>
                    <a:pt x="535339" y="3958825"/>
                  </a:lnTo>
                  <a:lnTo>
                    <a:pt x="524510" y="3958693"/>
                  </a:lnTo>
                  <a:lnTo>
                    <a:pt x="522151" y="3958667"/>
                  </a:lnTo>
                  <a:lnTo>
                    <a:pt x="522133" y="3958666"/>
                  </a:lnTo>
                  <a:lnTo>
                    <a:pt x="0" y="3958666"/>
                  </a:lnTo>
                  <a:lnTo>
                    <a:pt x="0" y="3958666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595" name="pg1595"/>
            <p:cNvSpPr/>
            <p:nvPr/>
          </p:nvSpPr>
          <p:spPr>
            <a:xfrm>
              <a:off x="386606" y="5302333"/>
              <a:ext cx="8554953" cy="609894"/>
            </a:xfrm>
            <a:custGeom>
              <a:avLst/>
              <a:pathLst>
                <a:path w="8554953" h="609894">
                  <a:moveTo>
                    <a:pt x="0" y="5647"/>
                  </a:moveTo>
                  <a:lnTo>
                    <a:pt x="522133" y="5647"/>
                  </a:lnTo>
                  <a:lnTo>
                    <a:pt x="523397" y="5665"/>
                  </a:lnTo>
                  <a:lnTo>
                    <a:pt x="531659" y="5797"/>
                  </a:lnTo>
                  <a:lnTo>
                    <a:pt x="552318" y="6162"/>
                  </a:lnTo>
                  <a:lnTo>
                    <a:pt x="588822" y="6878"/>
                  </a:lnTo>
                  <a:lnTo>
                    <a:pt x="642356" y="8050"/>
                  </a:lnTo>
                  <a:lnTo>
                    <a:pt x="711784" y="9758"/>
                  </a:lnTo>
                  <a:lnTo>
                    <a:pt x="794037" y="12046"/>
                  </a:lnTo>
                  <a:lnTo>
                    <a:pt x="884886" y="14929"/>
                  </a:lnTo>
                  <a:lnTo>
                    <a:pt x="979832" y="18400"/>
                  </a:lnTo>
                  <a:lnTo>
                    <a:pt x="1074863" y="22444"/>
                  </a:lnTo>
                  <a:lnTo>
                    <a:pt x="1166893" y="27055"/>
                  </a:lnTo>
                  <a:lnTo>
                    <a:pt x="1253898" y="32241"/>
                  </a:lnTo>
                  <a:lnTo>
                    <a:pt x="1334825" y="38033"/>
                  </a:lnTo>
                  <a:lnTo>
                    <a:pt x="1409393" y="44489"/>
                  </a:lnTo>
                  <a:lnTo>
                    <a:pt x="1477874" y="51691"/>
                  </a:lnTo>
                  <a:lnTo>
                    <a:pt x="1540896" y="59743"/>
                  </a:lnTo>
                  <a:lnTo>
                    <a:pt x="1599294" y="68768"/>
                  </a:lnTo>
                  <a:lnTo>
                    <a:pt x="1653992" y="78897"/>
                  </a:lnTo>
                  <a:lnTo>
                    <a:pt x="1705922" y="90254"/>
                  </a:lnTo>
                  <a:lnTo>
                    <a:pt x="1755941" y="102925"/>
                  </a:lnTo>
                  <a:lnTo>
                    <a:pt x="1768425" y="106355"/>
                  </a:lnTo>
                  <a:lnTo>
                    <a:pt x="1820702" y="121841"/>
                  </a:lnTo>
                  <a:lnTo>
                    <a:pt x="1872472" y="138911"/>
                  </a:lnTo>
                  <a:lnTo>
                    <a:pt x="1924271" y="157586"/>
                  </a:lnTo>
                  <a:lnTo>
                    <a:pt x="1976462" y="177835"/>
                  </a:lnTo>
                  <a:lnTo>
                    <a:pt x="2029261" y="199567"/>
                  </a:lnTo>
                  <a:lnTo>
                    <a:pt x="2082753" y="222622"/>
                  </a:lnTo>
                  <a:lnTo>
                    <a:pt x="2136909" y="246781"/>
                  </a:lnTo>
                  <a:lnTo>
                    <a:pt x="2191604" y="271765"/>
                  </a:lnTo>
                  <a:lnTo>
                    <a:pt x="2246642" y="297249"/>
                  </a:lnTo>
                  <a:lnTo>
                    <a:pt x="2301784" y="322882"/>
                  </a:lnTo>
                  <a:lnTo>
                    <a:pt x="2356777" y="348302"/>
                  </a:lnTo>
                  <a:lnTo>
                    <a:pt x="2411388" y="373161"/>
                  </a:lnTo>
                  <a:lnTo>
                    <a:pt x="2465431" y="397141"/>
                  </a:lnTo>
                  <a:lnTo>
                    <a:pt x="2518798" y="419973"/>
                  </a:lnTo>
                  <a:lnTo>
                    <a:pt x="2571479" y="441449"/>
                  </a:lnTo>
                  <a:lnTo>
                    <a:pt x="2623579" y="461421"/>
                  </a:lnTo>
                  <a:lnTo>
                    <a:pt x="2675341" y="479809"/>
                  </a:lnTo>
                  <a:lnTo>
                    <a:pt x="2727158" y="496591"/>
                  </a:lnTo>
                  <a:lnTo>
                    <a:pt x="2770117" y="509186"/>
                  </a:lnTo>
                  <a:lnTo>
                    <a:pt x="2819769" y="522196"/>
                  </a:lnTo>
                  <a:lnTo>
                    <a:pt x="2871137" y="533880"/>
                  </a:lnTo>
                  <a:lnTo>
                    <a:pt x="2925047" y="544310"/>
                  </a:lnTo>
                  <a:lnTo>
                    <a:pt x="2982416" y="553603"/>
                  </a:lnTo>
                  <a:lnTo>
                    <a:pt x="3044180" y="561890"/>
                  </a:lnTo>
                  <a:lnTo>
                    <a:pt x="3111204" y="569297"/>
                  </a:lnTo>
                  <a:lnTo>
                    <a:pt x="3184184" y="575934"/>
                  </a:lnTo>
                  <a:lnTo>
                    <a:pt x="3263497" y="581888"/>
                  </a:lnTo>
                  <a:lnTo>
                    <a:pt x="3349024" y="587224"/>
                  </a:lnTo>
                  <a:lnTo>
                    <a:pt x="3439929" y="591979"/>
                  </a:lnTo>
                  <a:lnTo>
                    <a:pt x="3534448" y="596168"/>
                  </a:lnTo>
                  <a:lnTo>
                    <a:pt x="3629764" y="599785"/>
                  </a:lnTo>
                  <a:lnTo>
                    <a:pt x="3722071" y="602819"/>
                  </a:lnTo>
                  <a:lnTo>
                    <a:pt x="3806933" y="605258"/>
                  </a:lnTo>
                  <a:lnTo>
                    <a:pt x="3879969" y="607110"/>
                  </a:lnTo>
                  <a:lnTo>
                    <a:pt x="3937733" y="608412"/>
                  </a:lnTo>
                  <a:lnTo>
                    <a:pt x="3978543" y="609235"/>
                  </a:lnTo>
                  <a:lnTo>
                    <a:pt x="4002984" y="609678"/>
                  </a:lnTo>
                  <a:lnTo>
                    <a:pt x="4013955" y="609857"/>
                  </a:lnTo>
                  <a:lnTo>
                    <a:pt x="4016409" y="609894"/>
                  </a:lnTo>
                  <a:lnTo>
                    <a:pt x="4538543" y="609894"/>
                  </a:lnTo>
                  <a:lnTo>
                    <a:pt x="4539812" y="609890"/>
                  </a:lnTo>
                  <a:lnTo>
                    <a:pt x="4548111" y="609859"/>
                  </a:lnTo>
                  <a:lnTo>
                    <a:pt x="4568859" y="609773"/>
                  </a:lnTo>
                  <a:lnTo>
                    <a:pt x="4605510" y="609605"/>
                  </a:lnTo>
                  <a:lnTo>
                    <a:pt x="4659243" y="609330"/>
                  </a:lnTo>
                  <a:lnTo>
                    <a:pt x="4728901" y="608929"/>
                  </a:lnTo>
                  <a:lnTo>
                    <a:pt x="4811389" y="608392"/>
                  </a:lnTo>
                  <a:lnTo>
                    <a:pt x="4902449" y="607716"/>
                  </a:lnTo>
                  <a:lnTo>
                    <a:pt x="4997566" y="606902"/>
                  </a:lnTo>
                  <a:lnTo>
                    <a:pt x="5092718" y="605954"/>
                  </a:lnTo>
                  <a:lnTo>
                    <a:pt x="5184822" y="604873"/>
                  </a:lnTo>
                  <a:lnTo>
                    <a:pt x="5271860" y="603657"/>
                  </a:lnTo>
                  <a:lnTo>
                    <a:pt x="5352789" y="602298"/>
                  </a:lnTo>
                  <a:lnTo>
                    <a:pt x="5427341" y="600784"/>
                  </a:lnTo>
                  <a:lnTo>
                    <a:pt x="5495797" y="599095"/>
                  </a:lnTo>
                  <a:lnTo>
                    <a:pt x="5558796" y="597206"/>
                  </a:lnTo>
                  <a:lnTo>
                    <a:pt x="5617178" y="595087"/>
                  </a:lnTo>
                  <a:lnTo>
                    <a:pt x="5671874" y="592710"/>
                  </a:lnTo>
                  <a:lnTo>
                    <a:pt x="5723818" y="590044"/>
                  </a:lnTo>
                  <a:lnTo>
                    <a:pt x="5773868" y="587069"/>
                  </a:lnTo>
                  <a:lnTo>
                    <a:pt x="5784835" y="586364"/>
                  </a:lnTo>
                  <a:lnTo>
                    <a:pt x="5838976" y="582609"/>
                  </a:lnTo>
                  <a:lnTo>
                    <a:pt x="5892596" y="578457"/>
                  </a:lnTo>
                  <a:lnTo>
                    <a:pt x="5946279" y="573902"/>
                  </a:lnTo>
                  <a:lnTo>
                    <a:pt x="6000415" y="568954"/>
                  </a:lnTo>
                  <a:lnTo>
                    <a:pt x="6055224" y="563640"/>
                  </a:lnTo>
                  <a:lnTo>
                    <a:pt x="6110778" y="558002"/>
                  </a:lnTo>
                  <a:lnTo>
                    <a:pt x="6167023" y="552102"/>
                  </a:lnTo>
                  <a:lnTo>
                    <a:pt x="6223799" y="546015"/>
                  </a:lnTo>
                  <a:lnTo>
                    <a:pt x="6280873" y="539827"/>
                  </a:lnTo>
                  <a:lnTo>
                    <a:pt x="6337971" y="533631"/>
                  </a:lnTo>
                  <a:lnTo>
                    <a:pt x="6394815" y="527520"/>
                  </a:lnTo>
                  <a:lnTo>
                    <a:pt x="6451163" y="521583"/>
                  </a:lnTo>
                  <a:lnTo>
                    <a:pt x="6506841" y="515896"/>
                  </a:lnTo>
                  <a:lnTo>
                    <a:pt x="6561774" y="510524"/>
                  </a:lnTo>
                  <a:lnTo>
                    <a:pt x="6616012" y="505512"/>
                  </a:lnTo>
                  <a:lnTo>
                    <a:pt x="6669749" y="500890"/>
                  </a:lnTo>
                  <a:lnTo>
                    <a:pt x="6723344" y="496670"/>
                  </a:lnTo>
                  <a:lnTo>
                    <a:pt x="6777347" y="492849"/>
                  </a:lnTo>
                  <a:lnTo>
                    <a:pt x="6786527" y="492245"/>
                  </a:lnTo>
                  <a:lnTo>
                    <a:pt x="6836257" y="489201"/>
                  </a:lnTo>
                  <a:lnTo>
                    <a:pt x="6887709" y="486467"/>
                  </a:lnTo>
                  <a:lnTo>
                    <a:pt x="6941713" y="484027"/>
                  </a:lnTo>
                  <a:lnTo>
                    <a:pt x="6999191" y="481854"/>
                  </a:lnTo>
                  <a:lnTo>
                    <a:pt x="7061084" y="479917"/>
                  </a:lnTo>
                  <a:lnTo>
                    <a:pt x="7128260" y="478185"/>
                  </a:lnTo>
                  <a:lnTo>
                    <a:pt x="7201414" y="476634"/>
                  </a:lnTo>
                  <a:lnTo>
                    <a:pt x="7280923" y="475242"/>
                  </a:lnTo>
                  <a:lnTo>
                    <a:pt x="7366659" y="473995"/>
                  </a:lnTo>
                  <a:lnTo>
                    <a:pt x="7457772" y="472884"/>
                  </a:lnTo>
                  <a:lnTo>
                    <a:pt x="7552475" y="471906"/>
                  </a:lnTo>
                  <a:lnTo>
                    <a:pt x="7647919" y="471062"/>
                  </a:lnTo>
                  <a:lnTo>
                    <a:pt x="7740267" y="470355"/>
                  </a:lnTo>
                  <a:lnTo>
                    <a:pt x="7825056" y="469787"/>
                  </a:lnTo>
                  <a:lnTo>
                    <a:pt x="7897896" y="469357"/>
                  </a:lnTo>
                  <a:lnTo>
                    <a:pt x="7955354" y="469055"/>
                  </a:lnTo>
                  <a:lnTo>
                    <a:pt x="7995794" y="468865"/>
                  </a:lnTo>
                  <a:lnTo>
                    <a:pt x="8019861" y="468763"/>
                  </a:lnTo>
                  <a:lnTo>
                    <a:pt x="8030528" y="468723"/>
                  </a:lnTo>
                  <a:lnTo>
                    <a:pt x="8032819" y="468715"/>
                  </a:lnTo>
                  <a:lnTo>
                    <a:pt x="8554953" y="468715"/>
                  </a:lnTo>
                  <a:lnTo>
                    <a:pt x="8554953" y="463068"/>
                  </a:lnTo>
                  <a:lnTo>
                    <a:pt x="8032819" y="463068"/>
                  </a:lnTo>
                  <a:lnTo>
                    <a:pt x="8031550" y="463072"/>
                  </a:lnTo>
                  <a:lnTo>
                    <a:pt x="8023251" y="463103"/>
                  </a:lnTo>
                  <a:lnTo>
                    <a:pt x="8002503" y="463188"/>
                  </a:lnTo>
                  <a:lnTo>
                    <a:pt x="7965852" y="463356"/>
                  </a:lnTo>
                  <a:lnTo>
                    <a:pt x="7912119" y="463632"/>
                  </a:lnTo>
                  <a:lnTo>
                    <a:pt x="7842461" y="464032"/>
                  </a:lnTo>
                  <a:lnTo>
                    <a:pt x="7759973" y="464569"/>
                  </a:lnTo>
                  <a:lnTo>
                    <a:pt x="7668913" y="465246"/>
                  </a:lnTo>
                  <a:lnTo>
                    <a:pt x="7573796" y="466059"/>
                  </a:lnTo>
                  <a:lnTo>
                    <a:pt x="7478644" y="467008"/>
                  </a:lnTo>
                  <a:lnTo>
                    <a:pt x="7386540" y="468089"/>
                  </a:lnTo>
                  <a:lnTo>
                    <a:pt x="7299502" y="469305"/>
                  </a:lnTo>
                  <a:lnTo>
                    <a:pt x="7218573" y="470663"/>
                  </a:lnTo>
                  <a:lnTo>
                    <a:pt x="7144021" y="472177"/>
                  </a:lnTo>
                  <a:lnTo>
                    <a:pt x="7075565" y="473867"/>
                  </a:lnTo>
                  <a:lnTo>
                    <a:pt x="7012566" y="475756"/>
                  </a:lnTo>
                  <a:lnTo>
                    <a:pt x="6954184" y="477874"/>
                  </a:lnTo>
                  <a:lnTo>
                    <a:pt x="6899488" y="480252"/>
                  </a:lnTo>
                  <a:lnTo>
                    <a:pt x="6847544" y="482918"/>
                  </a:lnTo>
                  <a:lnTo>
                    <a:pt x="6797494" y="485892"/>
                  </a:lnTo>
                  <a:lnTo>
                    <a:pt x="6786527" y="486597"/>
                  </a:lnTo>
                  <a:lnTo>
                    <a:pt x="6732386" y="490353"/>
                  </a:lnTo>
                  <a:lnTo>
                    <a:pt x="6678766" y="494505"/>
                  </a:lnTo>
                  <a:lnTo>
                    <a:pt x="6625083" y="499060"/>
                  </a:lnTo>
                  <a:lnTo>
                    <a:pt x="6570947" y="504007"/>
                  </a:lnTo>
                  <a:lnTo>
                    <a:pt x="6516138" y="509322"/>
                  </a:lnTo>
                  <a:lnTo>
                    <a:pt x="6460584" y="514959"/>
                  </a:lnTo>
                  <a:lnTo>
                    <a:pt x="6404339" y="520859"/>
                  </a:lnTo>
                  <a:lnTo>
                    <a:pt x="6347563" y="526947"/>
                  </a:lnTo>
                  <a:lnTo>
                    <a:pt x="6290489" y="533135"/>
                  </a:lnTo>
                  <a:lnTo>
                    <a:pt x="6233391" y="539331"/>
                  </a:lnTo>
                  <a:lnTo>
                    <a:pt x="6176547" y="545441"/>
                  </a:lnTo>
                  <a:lnTo>
                    <a:pt x="6120199" y="551379"/>
                  </a:lnTo>
                  <a:lnTo>
                    <a:pt x="6064521" y="557065"/>
                  </a:lnTo>
                  <a:lnTo>
                    <a:pt x="6009588" y="562437"/>
                  </a:lnTo>
                  <a:lnTo>
                    <a:pt x="5955350" y="567449"/>
                  </a:lnTo>
                  <a:lnTo>
                    <a:pt x="5901613" y="572071"/>
                  </a:lnTo>
                  <a:lnTo>
                    <a:pt x="5848018" y="576291"/>
                  </a:lnTo>
                  <a:lnTo>
                    <a:pt x="5794014" y="580112"/>
                  </a:lnTo>
                  <a:lnTo>
                    <a:pt x="5784835" y="580717"/>
                  </a:lnTo>
                  <a:lnTo>
                    <a:pt x="5735105" y="583761"/>
                  </a:lnTo>
                  <a:lnTo>
                    <a:pt x="5683653" y="586495"/>
                  </a:lnTo>
                  <a:lnTo>
                    <a:pt x="5629649" y="588934"/>
                  </a:lnTo>
                  <a:lnTo>
                    <a:pt x="5572170" y="591107"/>
                  </a:lnTo>
                  <a:lnTo>
                    <a:pt x="5510278" y="593045"/>
                  </a:lnTo>
                  <a:lnTo>
                    <a:pt x="5443102" y="594777"/>
                  </a:lnTo>
                  <a:lnTo>
                    <a:pt x="5369948" y="596328"/>
                  </a:lnTo>
                  <a:lnTo>
                    <a:pt x="5290439" y="597720"/>
                  </a:lnTo>
                  <a:lnTo>
                    <a:pt x="5204703" y="598966"/>
                  </a:lnTo>
                  <a:lnTo>
                    <a:pt x="5113590" y="600077"/>
                  </a:lnTo>
                  <a:lnTo>
                    <a:pt x="5018887" y="601055"/>
                  </a:lnTo>
                  <a:lnTo>
                    <a:pt x="4923443" y="601899"/>
                  </a:lnTo>
                  <a:lnTo>
                    <a:pt x="4831095" y="602606"/>
                  </a:lnTo>
                  <a:lnTo>
                    <a:pt x="4746306" y="603174"/>
                  </a:lnTo>
                  <a:lnTo>
                    <a:pt x="4673466" y="603605"/>
                  </a:lnTo>
                  <a:lnTo>
                    <a:pt x="4616008" y="603907"/>
                  </a:lnTo>
                  <a:lnTo>
                    <a:pt x="4575568" y="604097"/>
                  </a:lnTo>
                  <a:lnTo>
                    <a:pt x="4551501" y="604198"/>
                  </a:lnTo>
                  <a:lnTo>
                    <a:pt x="4540834" y="604239"/>
                  </a:lnTo>
                  <a:lnTo>
                    <a:pt x="4538543" y="604247"/>
                  </a:lnTo>
                  <a:lnTo>
                    <a:pt x="4016409" y="604247"/>
                  </a:lnTo>
                  <a:lnTo>
                    <a:pt x="4015145" y="604228"/>
                  </a:lnTo>
                  <a:lnTo>
                    <a:pt x="4006883" y="604096"/>
                  </a:lnTo>
                  <a:lnTo>
                    <a:pt x="3986224" y="603732"/>
                  </a:lnTo>
                  <a:lnTo>
                    <a:pt x="3949720" y="603016"/>
                  </a:lnTo>
                  <a:lnTo>
                    <a:pt x="3896186" y="601843"/>
                  </a:lnTo>
                  <a:lnTo>
                    <a:pt x="3826758" y="600136"/>
                  </a:lnTo>
                  <a:lnTo>
                    <a:pt x="3744505" y="597847"/>
                  </a:lnTo>
                  <a:lnTo>
                    <a:pt x="3653656" y="594964"/>
                  </a:lnTo>
                  <a:lnTo>
                    <a:pt x="3558710" y="591494"/>
                  </a:lnTo>
                  <a:lnTo>
                    <a:pt x="3463680" y="587449"/>
                  </a:lnTo>
                  <a:lnTo>
                    <a:pt x="3371649" y="582839"/>
                  </a:lnTo>
                  <a:lnTo>
                    <a:pt x="3284644" y="577653"/>
                  </a:lnTo>
                  <a:lnTo>
                    <a:pt x="3203717" y="571860"/>
                  </a:lnTo>
                  <a:lnTo>
                    <a:pt x="3129149" y="565404"/>
                  </a:lnTo>
                  <a:lnTo>
                    <a:pt x="3060669" y="558202"/>
                  </a:lnTo>
                  <a:lnTo>
                    <a:pt x="2997646" y="550150"/>
                  </a:lnTo>
                  <a:lnTo>
                    <a:pt x="2939249" y="541125"/>
                  </a:lnTo>
                  <a:lnTo>
                    <a:pt x="2884550" y="530996"/>
                  </a:lnTo>
                  <a:lnTo>
                    <a:pt x="2832620" y="519639"/>
                  </a:lnTo>
                  <a:lnTo>
                    <a:pt x="2782601" y="506968"/>
                  </a:lnTo>
                  <a:lnTo>
                    <a:pt x="2770117" y="503539"/>
                  </a:lnTo>
                  <a:lnTo>
                    <a:pt x="2717840" y="488052"/>
                  </a:lnTo>
                  <a:lnTo>
                    <a:pt x="2666070" y="470983"/>
                  </a:lnTo>
                  <a:lnTo>
                    <a:pt x="2614271" y="452308"/>
                  </a:lnTo>
                  <a:lnTo>
                    <a:pt x="2562080" y="432058"/>
                  </a:lnTo>
                  <a:lnTo>
                    <a:pt x="2509281" y="410327"/>
                  </a:lnTo>
                  <a:lnTo>
                    <a:pt x="2455789" y="387271"/>
                  </a:lnTo>
                  <a:lnTo>
                    <a:pt x="2401633" y="363112"/>
                  </a:lnTo>
                  <a:lnTo>
                    <a:pt x="2346938" y="338129"/>
                  </a:lnTo>
                  <a:lnTo>
                    <a:pt x="2291900" y="312644"/>
                  </a:lnTo>
                  <a:lnTo>
                    <a:pt x="2236758" y="287011"/>
                  </a:lnTo>
                  <a:lnTo>
                    <a:pt x="2181765" y="261591"/>
                  </a:lnTo>
                  <a:lnTo>
                    <a:pt x="2127154" y="236733"/>
                  </a:lnTo>
                  <a:lnTo>
                    <a:pt x="2073111" y="212753"/>
                  </a:lnTo>
                  <a:lnTo>
                    <a:pt x="2019744" y="189920"/>
                  </a:lnTo>
                  <a:lnTo>
                    <a:pt x="1967063" y="168445"/>
                  </a:lnTo>
                  <a:lnTo>
                    <a:pt x="1914963" y="148472"/>
                  </a:lnTo>
                  <a:lnTo>
                    <a:pt x="1863201" y="130085"/>
                  </a:lnTo>
                  <a:lnTo>
                    <a:pt x="1811384" y="113302"/>
                  </a:lnTo>
                  <a:lnTo>
                    <a:pt x="1768425" y="100707"/>
                  </a:lnTo>
                  <a:lnTo>
                    <a:pt x="1718773" y="87698"/>
                  </a:lnTo>
                  <a:lnTo>
                    <a:pt x="1667405" y="76013"/>
                  </a:lnTo>
                  <a:lnTo>
                    <a:pt x="1613496" y="65583"/>
                  </a:lnTo>
                  <a:lnTo>
                    <a:pt x="1556126" y="56290"/>
                  </a:lnTo>
                  <a:lnTo>
                    <a:pt x="1494363" y="48003"/>
                  </a:lnTo>
                  <a:lnTo>
                    <a:pt x="1427338" y="40596"/>
                  </a:lnTo>
                  <a:lnTo>
                    <a:pt x="1354358" y="33960"/>
                  </a:lnTo>
                  <a:lnTo>
                    <a:pt x="1275045" y="28005"/>
                  </a:lnTo>
                  <a:lnTo>
                    <a:pt x="1189518" y="22669"/>
                  </a:lnTo>
                  <a:lnTo>
                    <a:pt x="1098613" y="17914"/>
                  </a:lnTo>
                  <a:lnTo>
                    <a:pt x="1004094" y="13726"/>
                  </a:lnTo>
                  <a:lnTo>
                    <a:pt x="908778" y="10108"/>
                  </a:lnTo>
                  <a:lnTo>
                    <a:pt x="816472" y="7075"/>
                  </a:lnTo>
                  <a:lnTo>
                    <a:pt x="731609" y="4636"/>
                  </a:lnTo>
                  <a:lnTo>
                    <a:pt x="658573" y="2784"/>
                  </a:lnTo>
                  <a:lnTo>
                    <a:pt x="600809" y="1481"/>
                  </a:lnTo>
                  <a:lnTo>
                    <a:pt x="559999" y="658"/>
                  </a:lnTo>
                  <a:lnTo>
                    <a:pt x="535558" y="216"/>
                  </a:lnTo>
                  <a:lnTo>
                    <a:pt x="524587" y="36"/>
                  </a:lnTo>
                  <a:lnTo>
                    <a:pt x="5221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B26F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1596" name="pl1596"/>
            <p:cNvSpPr/>
            <p:nvPr/>
          </p:nvSpPr>
          <p:spPr>
            <a:xfrm>
              <a:off x="386606" y="5307980"/>
              <a:ext cx="8554953" cy="604247"/>
            </a:xfrm>
            <a:custGeom>
              <a:avLst/>
              <a:pathLst>
                <a:path w="8554953" h="604247">
                  <a:moveTo>
                    <a:pt x="0" y="0"/>
                  </a:moveTo>
                  <a:lnTo>
                    <a:pt x="522133" y="0"/>
                  </a:lnTo>
                  <a:lnTo>
                    <a:pt x="523397" y="18"/>
                  </a:lnTo>
                  <a:lnTo>
                    <a:pt x="531659" y="150"/>
                  </a:lnTo>
                  <a:lnTo>
                    <a:pt x="552318" y="514"/>
                  </a:lnTo>
                  <a:lnTo>
                    <a:pt x="588822" y="1230"/>
                  </a:lnTo>
                  <a:lnTo>
                    <a:pt x="642356" y="2403"/>
                  </a:lnTo>
                  <a:lnTo>
                    <a:pt x="711784" y="4111"/>
                  </a:lnTo>
                  <a:lnTo>
                    <a:pt x="794037" y="6399"/>
                  </a:lnTo>
                  <a:lnTo>
                    <a:pt x="884886" y="9282"/>
                  </a:lnTo>
                  <a:lnTo>
                    <a:pt x="979832" y="12753"/>
                  </a:lnTo>
                  <a:lnTo>
                    <a:pt x="1074863" y="16797"/>
                  </a:lnTo>
                  <a:lnTo>
                    <a:pt x="1166893" y="21408"/>
                  </a:lnTo>
                  <a:lnTo>
                    <a:pt x="1253898" y="26593"/>
                  </a:lnTo>
                  <a:lnTo>
                    <a:pt x="1334825" y="32386"/>
                  </a:lnTo>
                  <a:lnTo>
                    <a:pt x="1409393" y="38842"/>
                  </a:lnTo>
                  <a:lnTo>
                    <a:pt x="1477874" y="46044"/>
                  </a:lnTo>
                  <a:lnTo>
                    <a:pt x="1540896" y="54096"/>
                  </a:lnTo>
                  <a:lnTo>
                    <a:pt x="1599294" y="63121"/>
                  </a:lnTo>
                  <a:lnTo>
                    <a:pt x="1653992" y="73250"/>
                  </a:lnTo>
                  <a:lnTo>
                    <a:pt x="1705922" y="84607"/>
                  </a:lnTo>
                  <a:lnTo>
                    <a:pt x="1755941" y="97278"/>
                  </a:lnTo>
                  <a:lnTo>
                    <a:pt x="1768425" y="100707"/>
                  </a:lnTo>
                  <a:lnTo>
                    <a:pt x="1820702" y="116194"/>
                  </a:lnTo>
                  <a:lnTo>
                    <a:pt x="1872472" y="133263"/>
                  </a:lnTo>
                  <a:lnTo>
                    <a:pt x="1924271" y="151939"/>
                  </a:lnTo>
                  <a:lnTo>
                    <a:pt x="1976462" y="172188"/>
                  </a:lnTo>
                  <a:lnTo>
                    <a:pt x="2029261" y="193919"/>
                  </a:lnTo>
                  <a:lnTo>
                    <a:pt x="2082753" y="216975"/>
                  </a:lnTo>
                  <a:lnTo>
                    <a:pt x="2136909" y="241134"/>
                  </a:lnTo>
                  <a:lnTo>
                    <a:pt x="2191604" y="266118"/>
                  </a:lnTo>
                  <a:lnTo>
                    <a:pt x="2246642" y="291602"/>
                  </a:lnTo>
                  <a:lnTo>
                    <a:pt x="2301784" y="317235"/>
                  </a:lnTo>
                  <a:lnTo>
                    <a:pt x="2356777" y="342655"/>
                  </a:lnTo>
                  <a:lnTo>
                    <a:pt x="2411388" y="367514"/>
                  </a:lnTo>
                  <a:lnTo>
                    <a:pt x="2465431" y="391494"/>
                  </a:lnTo>
                  <a:lnTo>
                    <a:pt x="2518798" y="414326"/>
                  </a:lnTo>
                  <a:lnTo>
                    <a:pt x="2571479" y="435802"/>
                  </a:lnTo>
                  <a:lnTo>
                    <a:pt x="2623579" y="455774"/>
                  </a:lnTo>
                  <a:lnTo>
                    <a:pt x="2675341" y="474162"/>
                  </a:lnTo>
                  <a:lnTo>
                    <a:pt x="2727158" y="490944"/>
                  </a:lnTo>
                  <a:lnTo>
                    <a:pt x="2770117" y="503539"/>
                  </a:lnTo>
                  <a:lnTo>
                    <a:pt x="2819769" y="516548"/>
                  </a:lnTo>
                  <a:lnTo>
                    <a:pt x="2871137" y="528233"/>
                  </a:lnTo>
                  <a:lnTo>
                    <a:pt x="2925047" y="538663"/>
                  </a:lnTo>
                  <a:lnTo>
                    <a:pt x="2982416" y="547956"/>
                  </a:lnTo>
                  <a:lnTo>
                    <a:pt x="3044180" y="556243"/>
                  </a:lnTo>
                  <a:lnTo>
                    <a:pt x="3111204" y="563650"/>
                  </a:lnTo>
                  <a:lnTo>
                    <a:pt x="3184184" y="570287"/>
                  </a:lnTo>
                  <a:lnTo>
                    <a:pt x="3263497" y="576241"/>
                  </a:lnTo>
                  <a:lnTo>
                    <a:pt x="3349024" y="581577"/>
                  </a:lnTo>
                  <a:lnTo>
                    <a:pt x="3439929" y="586332"/>
                  </a:lnTo>
                  <a:lnTo>
                    <a:pt x="3534448" y="590520"/>
                  </a:lnTo>
                  <a:lnTo>
                    <a:pt x="3629764" y="594138"/>
                  </a:lnTo>
                  <a:lnTo>
                    <a:pt x="3722071" y="597172"/>
                  </a:lnTo>
                  <a:lnTo>
                    <a:pt x="3806933" y="599611"/>
                  </a:lnTo>
                  <a:lnTo>
                    <a:pt x="3879969" y="601463"/>
                  </a:lnTo>
                  <a:lnTo>
                    <a:pt x="3937733" y="602765"/>
                  </a:lnTo>
                  <a:lnTo>
                    <a:pt x="3978543" y="603588"/>
                  </a:lnTo>
                  <a:lnTo>
                    <a:pt x="4002984" y="604031"/>
                  </a:lnTo>
                  <a:lnTo>
                    <a:pt x="4013955" y="604210"/>
                  </a:lnTo>
                  <a:lnTo>
                    <a:pt x="4016388" y="604247"/>
                  </a:lnTo>
                  <a:lnTo>
                    <a:pt x="4016409" y="604247"/>
                  </a:lnTo>
                  <a:lnTo>
                    <a:pt x="4538543" y="604247"/>
                  </a:lnTo>
                  <a:lnTo>
                    <a:pt x="4539812" y="604242"/>
                  </a:lnTo>
                  <a:lnTo>
                    <a:pt x="4548111" y="604212"/>
                  </a:lnTo>
                  <a:lnTo>
                    <a:pt x="4568859" y="604126"/>
                  </a:lnTo>
                  <a:lnTo>
                    <a:pt x="4605510" y="603958"/>
                  </a:lnTo>
                  <a:lnTo>
                    <a:pt x="4659243" y="603683"/>
                  </a:lnTo>
                  <a:lnTo>
                    <a:pt x="4728901" y="603282"/>
                  </a:lnTo>
                  <a:lnTo>
                    <a:pt x="4811389" y="602745"/>
                  </a:lnTo>
                  <a:lnTo>
                    <a:pt x="4902449" y="602069"/>
                  </a:lnTo>
                  <a:lnTo>
                    <a:pt x="4997566" y="601255"/>
                  </a:lnTo>
                  <a:lnTo>
                    <a:pt x="5092718" y="600307"/>
                  </a:lnTo>
                  <a:lnTo>
                    <a:pt x="5184822" y="599225"/>
                  </a:lnTo>
                  <a:lnTo>
                    <a:pt x="5271860" y="598010"/>
                  </a:lnTo>
                  <a:lnTo>
                    <a:pt x="5352789" y="596651"/>
                  </a:lnTo>
                  <a:lnTo>
                    <a:pt x="5427341" y="595137"/>
                  </a:lnTo>
                  <a:lnTo>
                    <a:pt x="5495797" y="593448"/>
                  </a:lnTo>
                  <a:lnTo>
                    <a:pt x="5558796" y="591558"/>
                  </a:lnTo>
                  <a:lnTo>
                    <a:pt x="5617178" y="589440"/>
                  </a:lnTo>
                  <a:lnTo>
                    <a:pt x="5671874" y="587063"/>
                  </a:lnTo>
                  <a:lnTo>
                    <a:pt x="5723818" y="584397"/>
                  </a:lnTo>
                  <a:lnTo>
                    <a:pt x="5773868" y="581422"/>
                  </a:lnTo>
                  <a:lnTo>
                    <a:pt x="5784835" y="580717"/>
                  </a:lnTo>
                  <a:lnTo>
                    <a:pt x="5838976" y="576962"/>
                  </a:lnTo>
                  <a:lnTo>
                    <a:pt x="5892596" y="572810"/>
                  </a:lnTo>
                  <a:lnTo>
                    <a:pt x="5946279" y="568255"/>
                  </a:lnTo>
                  <a:lnTo>
                    <a:pt x="6000415" y="563307"/>
                  </a:lnTo>
                  <a:lnTo>
                    <a:pt x="6055224" y="557993"/>
                  </a:lnTo>
                  <a:lnTo>
                    <a:pt x="6110778" y="552355"/>
                  </a:lnTo>
                  <a:lnTo>
                    <a:pt x="6167023" y="546455"/>
                  </a:lnTo>
                  <a:lnTo>
                    <a:pt x="6223799" y="540368"/>
                  </a:lnTo>
                  <a:lnTo>
                    <a:pt x="6280873" y="534180"/>
                  </a:lnTo>
                  <a:lnTo>
                    <a:pt x="6337971" y="527984"/>
                  </a:lnTo>
                  <a:lnTo>
                    <a:pt x="6394815" y="521873"/>
                  </a:lnTo>
                  <a:lnTo>
                    <a:pt x="6451163" y="515936"/>
                  </a:lnTo>
                  <a:lnTo>
                    <a:pt x="6506841" y="510249"/>
                  </a:lnTo>
                  <a:lnTo>
                    <a:pt x="6561774" y="504877"/>
                  </a:lnTo>
                  <a:lnTo>
                    <a:pt x="6616012" y="499865"/>
                  </a:lnTo>
                  <a:lnTo>
                    <a:pt x="6669749" y="495243"/>
                  </a:lnTo>
                  <a:lnTo>
                    <a:pt x="6723344" y="491023"/>
                  </a:lnTo>
                  <a:lnTo>
                    <a:pt x="6777347" y="487202"/>
                  </a:lnTo>
                  <a:lnTo>
                    <a:pt x="6786527" y="486597"/>
                  </a:lnTo>
                  <a:lnTo>
                    <a:pt x="6836257" y="483553"/>
                  </a:lnTo>
                  <a:lnTo>
                    <a:pt x="6887709" y="480820"/>
                  </a:lnTo>
                  <a:lnTo>
                    <a:pt x="6941713" y="478380"/>
                  </a:lnTo>
                  <a:lnTo>
                    <a:pt x="6999191" y="476207"/>
                  </a:lnTo>
                  <a:lnTo>
                    <a:pt x="7061084" y="474269"/>
                  </a:lnTo>
                  <a:lnTo>
                    <a:pt x="7128260" y="472538"/>
                  </a:lnTo>
                  <a:lnTo>
                    <a:pt x="7201414" y="470986"/>
                  </a:lnTo>
                  <a:lnTo>
                    <a:pt x="7280923" y="469595"/>
                  </a:lnTo>
                  <a:lnTo>
                    <a:pt x="7366659" y="468348"/>
                  </a:lnTo>
                  <a:lnTo>
                    <a:pt x="7457772" y="467237"/>
                  </a:lnTo>
                  <a:lnTo>
                    <a:pt x="7552475" y="466259"/>
                  </a:lnTo>
                  <a:lnTo>
                    <a:pt x="7647919" y="465415"/>
                  </a:lnTo>
                  <a:lnTo>
                    <a:pt x="7740267" y="464708"/>
                  </a:lnTo>
                  <a:lnTo>
                    <a:pt x="7825056" y="464140"/>
                  </a:lnTo>
                  <a:lnTo>
                    <a:pt x="7897896" y="463710"/>
                  </a:lnTo>
                  <a:lnTo>
                    <a:pt x="7955354" y="463408"/>
                  </a:lnTo>
                  <a:lnTo>
                    <a:pt x="7995794" y="463218"/>
                  </a:lnTo>
                  <a:lnTo>
                    <a:pt x="8019861" y="463116"/>
                  </a:lnTo>
                  <a:lnTo>
                    <a:pt x="8030528" y="463075"/>
                  </a:lnTo>
                  <a:lnTo>
                    <a:pt x="8032805" y="463068"/>
                  </a:lnTo>
                  <a:lnTo>
                    <a:pt x="8032819" y="463068"/>
                  </a:lnTo>
                  <a:lnTo>
                    <a:pt x="8554953" y="463068"/>
                  </a:lnTo>
                  <a:lnTo>
                    <a:pt x="8554953" y="463068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597" name="pl1597"/>
            <p:cNvSpPr/>
            <p:nvPr/>
          </p:nvSpPr>
          <p:spPr>
            <a:xfrm>
              <a:off x="386606" y="5302333"/>
              <a:ext cx="8554953" cy="604247"/>
            </a:xfrm>
            <a:custGeom>
              <a:avLst/>
              <a:pathLst>
                <a:path w="8554953" h="604247">
                  <a:moveTo>
                    <a:pt x="8554953" y="463068"/>
                  </a:moveTo>
                  <a:lnTo>
                    <a:pt x="8032819" y="463068"/>
                  </a:lnTo>
                  <a:lnTo>
                    <a:pt x="8031550" y="463072"/>
                  </a:lnTo>
                  <a:lnTo>
                    <a:pt x="8023251" y="463103"/>
                  </a:lnTo>
                  <a:lnTo>
                    <a:pt x="8002503" y="463188"/>
                  </a:lnTo>
                  <a:lnTo>
                    <a:pt x="7965852" y="463356"/>
                  </a:lnTo>
                  <a:lnTo>
                    <a:pt x="7912119" y="463632"/>
                  </a:lnTo>
                  <a:lnTo>
                    <a:pt x="7842461" y="464032"/>
                  </a:lnTo>
                  <a:lnTo>
                    <a:pt x="7759973" y="464569"/>
                  </a:lnTo>
                  <a:lnTo>
                    <a:pt x="7668913" y="465246"/>
                  </a:lnTo>
                  <a:lnTo>
                    <a:pt x="7573796" y="466059"/>
                  </a:lnTo>
                  <a:lnTo>
                    <a:pt x="7478644" y="467008"/>
                  </a:lnTo>
                  <a:lnTo>
                    <a:pt x="7386540" y="468089"/>
                  </a:lnTo>
                  <a:lnTo>
                    <a:pt x="7299502" y="469305"/>
                  </a:lnTo>
                  <a:lnTo>
                    <a:pt x="7218573" y="470663"/>
                  </a:lnTo>
                  <a:lnTo>
                    <a:pt x="7144021" y="472177"/>
                  </a:lnTo>
                  <a:lnTo>
                    <a:pt x="7075565" y="473867"/>
                  </a:lnTo>
                  <a:lnTo>
                    <a:pt x="7012566" y="475756"/>
                  </a:lnTo>
                  <a:lnTo>
                    <a:pt x="6954184" y="477874"/>
                  </a:lnTo>
                  <a:lnTo>
                    <a:pt x="6899488" y="480252"/>
                  </a:lnTo>
                  <a:lnTo>
                    <a:pt x="6847544" y="482918"/>
                  </a:lnTo>
                  <a:lnTo>
                    <a:pt x="6797494" y="485892"/>
                  </a:lnTo>
                  <a:lnTo>
                    <a:pt x="6786527" y="486597"/>
                  </a:lnTo>
                  <a:lnTo>
                    <a:pt x="6732386" y="490353"/>
                  </a:lnTo>
                  <a:lnTo>
                    <a:pt x="6678766" y="494505"/>
                  </a:lnTo>
                  <a:lnTo>
                    <a:pt x="6625083" y="499060"/>
                  </a:lnTo>
                  <a:lnTo>
                    <a:pt x="6570947" y="504007"/>
                  </a:lnTo>
                  <a:lnTo>
                    <a:pt x="6516138" y="509322"/>
                  </a:lnTo>
                  <a:lnTo>
                    <a:pt x="6460584" y="514959"/>
                  </a:lnTo>
                  <a:lnTo>
                    <a:pt x="6404339" y="520859"/>
                  </a:lnTo>
                  <a:lnTo>
                    <a:pt x="6347563" y="526947"/>
                  </a:lnTo>
                  <a:lnTo>
                    <a:pt x="6290489" y="533135"/>
                  </a:lnTo>
                  <a:lnTo>
                    <a:pt x="6233391" y="539331"/>
                  </a:lnTo>
                  <a:lnTo>
                    <a:pt x="6176547" y="545441"/>
                  </a:lnTo>
                  <a:lnTo>
                    <a:pt x="6120199" y="551379"/>
                  </a:lnTo>
                  <a:lnTo>
                    <a:pt x="6064521" y="557065"/>
                  </a:lnTo>
                  <a:lnTo>
                    <a:pt x="6009588" y="562437"/>
                  </a:lnTo>
                  <a:lnTo>
                    <a:pt x="5955350" y="567449"/>
                  </a:lnTo>
                  <a:lnTo>
                    <a:pt x="5901613" y="572071"/>
                  </a:lnTo>
                  <a:lnTo>
                    <a:pt x="5848018" y="576291"/>
                  </a:lnTo>
                  <a:lnTo>
                    <a:pt x="5794014" y="580112"/>
                  </a:lnTo>
                  <a:lnTo>
                    <a:pt x="5784835" y="580717"/>
                  </a:lnTo>
                  <a:lnTo>
                    <a:pt x="5735105" y="583761"/>
                  </a:lnTo>
                  <a:lnTo>
                    <a:pt x="5683653" y="586495"/>
                  </a:lnTo>
                  <a:lnTo>
                    <a:pt x="5629649" y="588934"/>
                  </a:lnTo>
                  <a:lnTo>
                    <a:pt x="5572170" y="591107"/>
                  </a:lnTo>
                  <a:lnTo>
                    <a:pt x="5510278" y="593045"/>
                  </a:lnTo>
                  <a:lnTo>
                    <a:pt x="5443102" y="594777"/>
                  </a:lnTo>
                  <a:lnTo>
                    <a:pt x="5369948" y="596328"/>
                  </a:lnTo>
                  <a:lnTo>
                    <a:pt x="5290439" y="597720"/>
                  </a:lnTo>
                  <a:lnTo>
                    <a:pt x="5204703" y="598966"/>
                  </a:lnTo>
                  <a:lnTo>
                    <a:pt x="5113590" y="600077"/>
                  </a:lnTo>
                  <a:lnTo>
                    <a:pt x="5018887" y="601055"/>
                  </a:lnTo>
                  <a:lnTo>
                    <a:pt x="4923443" y="601899"/>
                  </a:lnTo>
                  <a:lnTo>
                    <a:pt x="4831095" y="602606"/>
                  </a:lnTo>
                  <a:lnTo>
                    <a:pt x="4746306" y="603174"/>
                  </a:lnTo>
                  <a:lnTo>
                    <a:pt x="4673466" y="603605"/>
                  </a:lnTo>
                  <a:lnTo>
                    <a:pt x="4616008" y="603907"/>
                  </a:lnTo>
                  <a:lnTo>
                    <a:pt x="4575568" y="604097"/>
                  </a:lnTo>
                  <a:lnTo>
                    <a:pt x="4551501" y="604198"/>
                  </a:lnTo>
                  <a:lnTo>
                    <a:pt x="4540834" y="604239"/>
                  </a:lnTo>
                  <a:lnTo>
                    <a:pt x="4538557" y="604247"/>
                  </a:lnTo>
                  <a:lnTo>
                    <a:pt x="4538543" y="604247"/>
                  </a:lnTo>
                  <a:lnTo>
                    <a:pt x="4016409" y="604247"/>
                  </a:lnTo>
                  <a:lnTo>
                    <a:pt x="4015145" y="604228"/>
                  </a:lnTo>
                  <a:lnTo>
                    <a:pt x="4006883" y="604096"/>
                  </a:lnTo>
                  <a:lnTo>
                    <a:pt x="3986224" y="603732"/>
                  </a:lnTo>
                  <a:lnTo>
                    <a:pt x="3949720" y="603016"/>
                  </a:lnTo>
                  <a:lnTo>
                    <a:pt x="3896186" y="601843"/>
                  </a:lnTo>
                  <a:lnTo>
                    <a:pt x="3826758" y="600136"/>
                  </a:lnTo>
                  <a:lnTo>
                    <a:pt x="3744505" y="597847"/>
                  </a:lnTo>
                  <a:lnTo>
                    <a:pt x="3653656" y="594964"/>
                  </a:lnTo>
                  <a:lnTo>
                    <a:pt x="3558710" y="591494"/>
                  </a:lnTo>
                  <a:lnTo>
                    <a:pt x="3463680" y="587449"/>
                  </a:lnTo>
                  <a:lnTo>
                    <a:pt x="3371649" y="582839"/>
                  </a:lnTo>
                  <a:lnTo>
                    <a:pt x="3284644" y="577653"/>
                  </a:lnTo>
                  <a:lnTo>
                    <a:pt x="3203717" y="571860"/>
                  </a:lnTo>
                  <a:lnTo>
                    <a:pt x="3129149" y="565404"/>
                  </a:lnTo>
                  <a:lnTo>
                    <a:pt x="3060669" y="558202"/>
                  </a:lnTo>
                  <a:lnTo>
                    <a:pt x="2997646" y="550150"/>
                  </a:lnTo>
                  <a:lnTo>
                    <a:pt x="2939249" y="541125"/>
                  </a:lnTo>
                  <a:lnTo>
                    <a:pt x="2884550" y="530996"/>
                  </a:lnTo>
                  <a:lnTo>
                    <a:pt x="2832620" y="519639"/>
                  </a:lnTo>
                  <a:lnTo>
                    <a:pt x="2782601" y="506968"/>
                  </a:lnTo>
                  <a:lnTo>
                    <a:pt x="2770117" y="503539"/>
                  </a:lnTo>
                  <a:lnTo>
                    <a:pt x="2717840" y="488052"/>
                  </a:lnTo>
                  <a:lnTo>
                    <a:pt x="2666070" y="470983"/>
                  </a:lnTo>
                  <a:lnTo>
                    <a:pt x="2614271" y="452308"/>
                  </a:lnTo>
                  <a:lnTo>
                    <a:pt x="2562080" y="432058"/>
                  </a:lnTo>
                  <a:lnTo>
                    <a:pt x="2509281" y="410327"/>
                  </a:lnTo>
                  <a:lnTo>
                    <a:pt x="2455789" y="387271"/>
                  </a:lnTo>
                  <a:lnTo>
                    <a:pt x="2401633" y="363112"/>
                  </a:lnTo>
                  <a:lnTo>
                    <a:pt x="2346938" y="338129"/>
                  </a:lnTo>
                  <a:lnTo>
                    <a:pt x="2291900" y="312644"/>
                  </a:lnTo>
                  <a:lnTo>
                    <a:pt x="2236758" y="287011"/>
                  </a:lnTo>
                  <a:lnTo>
                    <a:pt x="2181765" y="261591"/>
                  </a:lnTo>
                  <a:lnTo>
                    <a:pt x="2127154" y="236733"/>
                  </a:lnTo>
                  <a:lnTo>
                    <a:pt x="2073111" y="212753"/>
                  </a:lnTo>
                  <a:lnTo>
                    <a:pt x="2019744" y="189920"/>
                  </a:lnTo>
                  <a:lnTo>
                    <a:pt x="1967063" y="168445"/>
                  </a:lnTo>
                  <a:lnTo>
                    <a:pt x="1914963" y="148472"/>
                  </a:lnTo>
                  <a:lnTo>
                    <a:pt x="1863201" y="130085"/>
                  </a:lnTo>
                  <a:lnTo>
                    <a:pt x="1811384" y="113302"/>
                  </a:lnTo>
                  <a:lnTo>
                    <a:pt x="1768425" y="100707"/>
                  </a:lnTo>
                  <a:lnTo>
                    <a:pt x="1718773" y="87698"/>
                  </a:lnTo>
                  <a:lnTo>
                    <a:pt x="1667405" y="76013"/>
                  </a:lnTo>
                  <a:lnTo>
                    <a:pt x="1613496" y="65583"/>
                  </a:lnTo>
                  <a:lnTo>
                    <a:pt x="1556126" y="56290"/>
                  </a:lnTo>
                  <a:lnTo>
                    <a:pt x="1494363" y="48003"/>
                  </a:lnTo>
                  <a:lnTo>
                    <a:pt x="1427338" y="40596"/>
                  </a:lnTo>
                  <a:lnTo>
                    <a:pt x="1354358" y="33960"/>
                  </a:lnTo>
                  <a:lnTo>
                    <a:pt x="1275045" y="28005"/>
                  </a:lnTo>
                  <a:lnTo>
                    <a:pt x="1189518" y="22669"/>
                  </a:lnTo>
                  <a:lnTo>
                    <a:pt x="1098613" y="17914"/>
                  </a:lnTo>
                  <a:lnTo>
                    <a:pt x="1004094" y="13726"/>
                  </a:lnTo>
                  <a:lnTo>
                    <a:pt x="908778" y="10108"/>
                  </a:lnTo>
                  <a:lnTo>
                    <a:pt x="816472" y="7075"/>
                  </a:lnTo>
                  <a:lnTo>
                    <a:pt x="731609" y="4636"/>
                  </a:lnTo>
                  <a:lnTo>
                    <a:pt x="658573" y="2784"/>
                  </a:lnTo>
                  <a:lnTo>
                    <a:pt x="600809" y="1481"/>
                  </a:lnTo>
                  <a:lnTo>
                    <a:pt x="559999" y="658"/>
                  </a:lnTo>
                  <a:lnTo>
                    <a:pt x="535558" y="216"/>
                  </a:lnTo>
                  <a:lnTo>
                    <a:pt x="524587" y="36"/>
                  </a:lnTo>
                  <a:lnTo>
                    <a:pt x="522154" y="0"/>
                  </a:lnTo>
                  <a:lnTo>
                    <a:pt x="522133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598" name="pg1598"/>
            <p:cNvSpPr/>
            <p:nvPr/>
          </p:nvSpPr>
          <p:spPr>
            <a:xfrm>
              <a:off x="386606" y="1942266"/>
              <a:ext cx="8554953" cy="3247123"/>
            </a:xfrm>
            <a:custGeom>
              <a:avLst/>
              <a:pathLst>
                <a:path w="8554953" h="3247123">
                  <a:moveTo>
                    <a:pt x="0" y="3247123"/>
                  </a:moveTo>
                  <a:lnTo>
                    <a:pt x="522133" y="3247123"/>
                  </a:lnTo>
                  <a:lnTo>
                    <a:pt x="523252" y="3247035"/>
                  </a:lnTo>
                  <a:lnTo>
                    <a:pt x="530587" y="3246412"/>
                  </a:lnTo>
                  <a:lnTo>
                    <a:pt x="549005" y="3244687"/>
                  </a:lnTo>
                  <a:lnTo>
                    <a:pt x="581743" y="3241296"/>
                  </a:lnTo>
                  <a:lnTo>
                    <a:pt x="630142" y="3235726"/>
                  </a:lnTo>
                  <a:lnTo>
                    <a:pt x="693557" y="3227579"/>
                  </a:lnTo>
                  <a:lnTo>
                    <a:pt x="769605" y="3216603"/>
                  </a:lnTo>
                  <a:lnTo>
                    <a:pt x="854733" y="3202696"/>
                  </a:lnTo>
                  <a:lnTo>
                    <a:pt x="944955" y="3185868"/>
                  </a:lnTo>
                  <a:lnTo>
                    <a:pt x="1036515" y="3166182"/>
                  </a:lnTo>
                  <a:lnTo>
                    <a:pt x="1126342" y="3143693"/>
                  </a:lnTo>
                  <a:lnTo>
                    <a:pt x="1212250" y="3118398"/>
                  </a:lnTo>
                  <a:lnTo>
                    <a:pt x="1292928" y="3090198"/>
                  </a:lnTo>
                  <a:lnTo>
                    <a:pt x="1367809" y="3058885"/>
                  </a:lnTo>
                  <a:lnTo>
                    <a:pt x="1436891" y="3024136"/>
                  </a:lnTo>
                  <a:lnTo>
                    <a:pt x="1500564" y="2985516"/>
                  </a:lnTo>
                  <a:lnTo>
                    <a:pt x="1559465" y="2942494"/>
                  </a:lnTo>
                  <a:lnTo>
                    <a:pt x="1614368" y="2894469"/>
                  </a:lnTo>
                  <a:lnTo>
                    <a:pt x="1666100" y="2840817"/>
                  </a:lnTo>
                  <a:lnTo>
                    <a:pt x="1715473" y="2780982"/>
                  </a:lnTo>
                  <a:lnTo>
                    <a:pt x="1763222" y="2714612"/>
                  </a:lnTo>
                  <a:lnTo>
                    <a:pt x="1768425" y="2706877"/>
                  </a:lnTo>
                  <a:lnTo>
                    <a:pt x="1803709" y="2651864"/>
                  </a:lnTo>
                  <a:lnTo>
                    <a:pt x="1838668" y="2593041"/>
                  </a:lnTo>
                  <a:lnTo>
                    <a:pt x="1873496" y="2530332"/>
                  </a:lnTo>
                  <a:lnTo>
                    <a:pt x="1908344" y="2463711"/>
                  </a:lnTo>
                  <a:lnTo>
                    <a:pt x="1943329" y="2393217"/>
                  </a:lnTo>
                  <a:lnTo>
                    <a:pt x="1978539" y="2318951"/>
                  </a:lnTo>
                  <a:lnTo>
                    <a:pt x="2014030" y="2241088"/>
                  </a:lnTo>
                  <a:lnTo>
                    <a:pt x="2049832" y="2159871"/>
                  </a:lnTo>
                  <a:lnTo>
                    <a:pt x="2085951" y="2075617"/>
                  </a:lnTo>
                  <a:lnTo>
                    <a:pt x="2122371" y="1988710"/>
                  </a:lnTo>
                  <a:lnTo>
                    <a:pt x="2159055" y="1899599"/>
                  </a:lnTo>
                  <a:lnTo>
                    <a:pt x="2195952" y="1808787"/>
                  </a:lnTo>
                  <a:lnTo>
                    <a:pt x="2232997" y="1716819"/>
                  </a:lnTo>
                  <a:lnTo>
                    <a:pt x="2270118" y="1624273"/>
                  </a:lnTo>
                  <a:lnTo>
                    <a:pt x="2307237" y="1531741"/>
                  </a:lnTo>
                  <a:lnTo>
                    <a:pt x="2344277" y="1439813"/>
                  </a:lnTo>
                  <a:lnTo>
                    <a:pt x="2381165" y="1349067"/>
                  </a:lnTo>
                  <a:lnTo>
                    <a:pt x="2417838" y="1260045"/>
                  </a:lnTo>
                  <a:lnTo>
                    <a:pt x="2454244" y="1173250"/>
                  </a:lnTo>
                  <a:lnTo>
                    <a:pt x="2490349" y="1089127"/>
                  </a:lnTo>
                  <a:lnTo>
                    <a:pt x="2526137" y="1008056"/>
                  </a:lnTo>
                  <a:lnTo>
                    <a:pt x="2561614" y="930352"/>
                  </a:lnTo>
                  <a:lnTo>
                    <a:pt x="2596812" y="856256"/>
                  </a:lnTo>
                  <a:lnTo>
                    <a:pt x="2631789" y="785937"/>
                  </a:lnTo>
                  <a:lnTo>
                    <a:pt x="2666634" y="719494"/>
                  </a:lnTo>
                  <a:lnTo>
                    <a:pt x="2701464" y="656962"/>
                  </a:lnTo>
                  <a:lnTo>
                    <a:pt x="2736434" y="598315"/>
                  </a:lnTo>
                  <a:lnTo>
                    <a:pt x="2770117" y="545893"/>
                  </a:lnTo>
                  <a:lnTo>
                    <a:pt x="2817726" y="478796"/>
                  </a:lnTo>
                  <a:lnTo>
                    <a:pt x="2866886" y="418250"/>
                  </a:lnTo>
                  <a:lnTo>
                    <a:pt x="2918318" y="363941"/>
                  </a:lnTo>
                  <a:lnTo>
                    <a:pt x="2972830" y="315324"/>
                  </a:lnTo>
                  <a:lnTo>
                    <a:pt x="3031250" y="271779"/>
                  </a:lnTo>
                  <a:lnTo>
                    <a:pt x="3094361" y="232701"/>
                  </a:lnTo>
                  <a:lnTo>
                    <a:pt x="3162821" y="197547"/>
                  </a:lnTo>
                  <a:lnTo>
                    <a:pt x="3237052" y="165873"/>
                  </a:lnTo>
                  <a:lnTo>
                    <a:pt x="3317106" y="137342"/>
                  </a:lnTo>
                  <a:lnTo>
                    <a:pt x="3402486" y="111732"/>
                  </a:lnTo>
                  <a:lnTo>
                    <a:pt x="3491971" y="88935"/>
                  </a:lnTo>
                  <a:lnTo>
                    <a:pt x="3583474" y="68938"/>
                  </a:lnTo>
                  <a:lnTo>
                    <a:pt x="3674019" y="51790"/>
                  </a:lnTo>
                  <a:lnTo>
                    <a:pt x="3759907" y="37558"/>
                  </a:lnTo>
                  <a:lnTo>
                    <a:pt x="3837147" y="26261"/>
                  </a:lnTo>
                  <a:lnTo>
                    <a:pt x="3902102" y="17811"/>
                  </a:lnTo>
                  <a:lnTo>
                    <a:pt x="3952227" y="11974"/>
                  </a:lnTo>
                  <a:lnTo>
                    <a:pt x="3986665" y="8365"/>
                  </a:lnTo>
                  <a:lnTo>
                    <a:pt x="4006538" y="6484"/>
                  </a:lnTo>
                  <a:lnTo>
                    <a:pt x="4014887" y="5767"/>
                  </a:lnTo>
                  <a:lnTo>
                    <a:pt x="4016409" y="5647"/>
                  </a:lnTo>
                  <a:lnTo>
                    <a:pt x="4538543" y="5647"/>
                  </a:lnTo>
                  <a:lnTo>
                    <a:pt x="4539743" y="5708"/>
                  </a:lnTo>
                  <a:lnTo>
                    <a:pt x="4547597" y="6146"/>
                  </a:lnTo>
                  <a:lnTo>
                    <a:pt x="4567270" y="7357"/>
                  </a:lnTo>
                  <a:lnTo>
                    <a:pt x="4602122" y="9737"/>
                  </a:lnTo>
                  <a:lnTo>
                    <a:pt x="4653414" y="13639"/>
                  </a:lnTo>
                  <a:lnTo>
                    <a:pt x="4720233" y="19333"/>
                  </a:lnTo>
                  <a:lnTo>
                    <a:pt x="4799815" y="26980"/>
                  </a:lnTo>
                  <a:lnTo>
                    <a:pt x="4888226" y="36639"/>
                  </a:lnTo>
                  <a:lnTo>
                    <a:pt x="4981185" y="48292"/>
                  </a:lnTo>
                  <a:lnTo>
                    <a:pt x="5074781" y="61893"/>
                  </a:lnTo>
                  <a:lnTo>
                    <a:pt x="5165925" y="77410"/>
                  </a:lnTo>
                  <a:lnTo>
                    <a:pt x="5252514" y="94861"/>
                  </a:lnTo>
                  <a:lnTo>
                    <a:pt x="5333378" y="114335"/>
                  </a:lnTo>
                  <a:lnTo>
                    <a:pt x="5408109" y="136003"/>
                  </a:lnTo>
                  <a:lnTo>
                    <a:pt x="5476861" y="160118"/>
                  </a:lnTo>
                  <a:lnTo>
                    <a:pt x="5540159" y="187009"/>
                  </a:lnTo>
                  <a:lnTo>
                    <a:pt x="5598755" y="217071"/>
                  </a:lnTo>
                  <a:lnTo>
                    <a:pt x="5653509" y="250736"/>
                  </a:lnTo>
                  <a:lnTo>
                    <a:pt x="5705313" y="288430"/>
                  </a:lnTo>
                  <a:lnTo>
                    <a:pt x="5755009" y="330496"/>
                  </a:lnTo>
                  <a:lnTo>
                    <a:pt x="5784835" y="358595"/>
                  </a:lnTo>
                  <a:lnTo>
                    <a:pt x="5826184" y="401004"/>
                  </a:lnTo>
                  <a:lnTo>
                    <a:pt x="5867136" y="446852"/>
                  </a:lnTo>
                  <a:lnTo>
                    <a:pt x="5907982" y="496206"/>
                  </a:lnTo>
                  <a:lnTo>
                    <a:pt x="5948945" y="549063"/>
                  </a:lnTo>
                  <a:lnTo>
                    <a:pt x="5990183" y="605343"/>
                  </a:lnTo>
                  <a:lnTo>
                    <a:pt x="6031797" y="664880"/>
                  </a:lnTo>
                  <a:lnTo>
                    <a:pt x="6073840" y="727421"/>
                  </a:lnTo>
                  <a:lnTo>
                    <a:pt x="6116316" y="792621"/>
                  </a:lnTo>
                  <a:lnTo>
                    <a:pt x="6159188" y="860056"/>
                  </a:lnTo>
                  <a:lnTo>
                    <a:pt x="6202386" y="929225"/>
                  </a:lnTo>
                  <a:lnTo>
                    <a:pt x="6245814" y="999567"/>
                  </a:lnTo>
                  <a:lnTo>
                    <a:pt x="6289355" y="1070479"/>
                  </a:lnTo>
                  <a:lnTo>
                    <a:pt x="6332886" y="1141339"/>
                  </a:lnTo>
                  <a:lnTo>
                    <a:pt x="6376282" y="1211524"/>
                  </a:lnTo>
                  <a:lnTo>
                    <a:pt x="6419432" y="1280438"/>
                  </a:lnTo>
                  <a:lnTo>
                    <a:pt x="6462241" y="1347530"/>
                  </a:lnTo>
                  <a:lnTo>
                    <a:pt x="6504645" y="1412309"/>
                  </a:lnTo>
                  <a:lnTo>
                    <a:pt x="6546614" y="1474364"/>
                  </a:lnTo>
                  <a:lnTo>
                    <a:pt x="6588160" y="1533367"/>
                  </a:lnTo>
                  <a:lnTo>
                    <a:pt x="6629343" y="1589079"/>
                  </a:lnTo>
                  <a:lnTo>
                    <a:pt x="6670273" y="1641349"/>
                  </a:lnTo>
                  <a:lnTo>
                    <a:pt x="6711120" y="1690110"/>
                  </a:lnTo>
                  <a:lnTo>
                    <a:pt x="6752116" y="1735371"/>
                  </a:lnTo>
                  <a:lnTo>
                    <a:pt x="6786527" y="1770388"/>
                  </a:lnTo>
                  <a:lnTo>
                    <a:pt x="6835297" y="1815224"/>
                  </a:lnTo>
                  <a:lnTo>
                    <a:pt x="6885711" y="1855575"/>
                  </a:lnTo>
                  <a:lnTo>
                    <a:pt x="6938548" y="1891670"/>
                  </a:lnTo>
                  <a:lnTo>
                    <a:pt x="6994676" y="1923894"/>
                  </a:lnTo>
                  <a:lnTo>
                    <a:pt x="7054985" y="1952685"/>
                  </a:lnTo>
                  <a:lnTo>
                    <a:pt x="7120305" y="1978463"/>
                  </a:lnTo>
                  <a:lnTo>
                    <a:pt x="7191314" y="2001600"/>
                  </a:lnTo>
                  <a:lnTo>
                    <a:pt x="7268416" y="2022398"/>
                  </a:lnTo>
                  <a:lnTo>
                    <a:pt x="7351571" y="2041077"/>
                  </a:lnTo>
                  <a:lnTo>
                    <a:pt x="7440102" y="2057777"/>
                  </a:lnTo>
                  <a:lnTo>
                    <a:pt x="7532494" y="2072557"/>
                  </a:lnTo>
                  <a:lnTo>
                    <a:pt x="7626262" y="2085413"/>
                  </a:lnTo>
                  <a:lnTo>
                    <a:pt x="7717965" y="2096302"/>
                  </a:lnTo>
                  <a:lnTo>
                    <a:pt x="7803480" y="2105185"/>
                  </a:lnTo>
                  <a:lnTo>
                    <a:pt x="7878566" y="2112068"/>
                  </a:lnTo>
                  <a:lnTo>
                    <a:pt x="7939641" y="2117047"/>
                  </a:lnTo>
                  <a:lnTo>
                    <a:pt x="7984592" y="2120325"/>
                  </a:lnTo>
                  <a:lnTo>
                    <a:pt x="8013328" y="2122209"/>
                  </a:lnTo>
                  <a:lnTo>
                    <a:pt x="8027945" y="2123075"/>
                  </a:lnTo>
                  <a:lnTo>
                    <a:pt x="8032534" y="2123322"/>
                  </a:lnTo>
                  <a:lnTo>
                    <a:pt x="8032819" y="2123336"/>
                  </a:lnTo>
                  <a:lnTo>
                    <a:pt x="8554953" y="2123336"/>
                  </a:lnTo>
                  <a:lnTo>
                    <a:pt x="8554953" y="2117689"/>
                  </a:lnTo>
                  <a:lnTo>
                    <a:pt x="8032819" y="2117689"/>
                  </a:lnTo>
                  <a:lnTo>
                    <a:pt x="8031619" y="2117627"/>
                  </a:lnTo>
                  <a:lnTo>
                    <a:pt x="8023765" y="2117189"/>
                  </a:lnTo>
                  <a:lnTo>
                    <a:pt x="8004092" y="2115978"/>
                  </a:lnTo>
                  <a:lnTo>
                    <a:pt x="7969240" y="2113598"/>
                  </a:lnTo>
                  <a:lnTo>
                    <a:pt x="7917948" y="2109697"/>
                  </a:lnTo>
                  <a:lnTo>
                    <a:pt x="7851129" y="2104003"/>
                  </a:lnTo>
                  <a:lnTo>
                    <a:pt x="7771547" y="2096355"/>
                  </a:lnTo>
                  <a:lnTo>
                    <a:pt x="7683136" y="2086696"/>
                  </a:lnTo>
                  <a:lnTo>
                    <a:pt x="7590177" y="2075043"/>
                  </a:lnTo>
                  <a:lnTo>
                    <a:pt x="7496581" y="2061443"/>
                  </a:lnTo>
                  <a:lnTo>
                    <a:pt x="7405437" y="2045926"/>
                  </a:lnTo>
                  <a:lnTo>
                    <a:pt x="7318848" y="2028475"/>
                  </a:lnTo>
                  <a:lnTo>
                    <a:pt x="7237984" y="2009000"/>
                  </a:lnTo>
                  <a:lnTo>
                    <a:pt x="7163253" y="1987332"/>
                  </a:lnTo>
                  <a:lnTo>
                    <a:pt x="7094501" y="1963217"/>
                  </a:lnTo>
                  <a:lnTo>
                    <a:pt x="7031203" y="1936326"/>
                  </a:lnTo>
                  <a:lnTo>
                    <a:pt x="6972607" y="1906264"/>
                  </a:lnTo>
                  <a:lnTo>
                    <a:pt x="6917853" y="1872599"/>
                  </a:lnTo>
                  <a:lnTo>
                    <a:pt x="6866049" y="1834905"/>
                  </a:lnTo>
                  <a:lnTo>
                    <a:pt x="6816353" y="1792840"/>
                  </a:lnTo>
                  <a:lnTo>
                    <a:pt x="6786527" y="1764740"/>
                  </a:lnTo>
                  <a:lnTo>
                    <a:pt x="6745178" y="1722331"/>
                  </a:lnTo>
                  <a:lnTo>
                    <a:pt x="6704226" y="1676483"/>
                  </a:lnTo>
                  <a:lnTo>
                    <a:pt x="6663380" y="1627129"/>
                  </a:lnTo>
                  <a:lnTo>
                    <a:pt x="6622417" y="1574272"/>
                  </a:lnTo>
                  <a:lnTo>
                    <a:pt x="6581179" y="1517992"/>
                  </a:lnTo>
                  <a:lnTo>
                    <a:pt x="6539565" y="1458455"/>
                  </a:lnTo>
                  <a:lnTo>
                    <a:pt x="6497522" y="1395915"/>
                  </a:lnTo>
                  <a:lnTo>
                    <a:pt x="6455046" y="1330714"/>
                  </a:lnTo>
                  <a:lnTo>
                    <a:pt x="6412174" y="1263279"/>
                  </a:lnTo>
                  <a:lnTo>
                    <a:pt x="6368976" y="1194110"/>
                  </a:lnTo>
                  <a:lnTo>
                    <a:pt x="6325548" y="1123768"/>
                  </a:lnTo>
                  <a:lnTo>
                    <a:pt x="6282007" y="1052856"/>
                  </a:lnTo>
                  <a:lnTo>
                    <a:pt x="6238476" y="981996"/>
                  </a:lnTo>
                  <a:lnTo>
                    <a:pt x="6195080" y="911811"/>
                  </a:lnTo>
                  <a:lnTo>
                    <a:pt x="6151930" y="842897"/>
                  </a:lnTo>
                  <a:lnTo>
                    <a:pt x="6109121" y="775806"/>
                  </a:lnTo>
                  <a:lnTo>
                    <a:pt x="6066717" y="711026"/>
                  </a:lnTo>
                  <a:lnTo>
                    <a:pt x="6024748" y="648971"/>
                  </a:lnTo>
                  <a:lnTo>
                    <a:pt x="5983202" y="589968"/>
                  </a:lnTo>
                  <a:lnTo>
                    <a:pt x="5942019" y="534256"/>
                  </a:lnTo>
                  <a:lnTo>
                    <a:pt x="5901089" y="481986"/>
                  </a:lnTo>
                  <a:lnTo>
                    <a:pt x="5860242" y="433226"/>
                  </a:lnTo>
                  <a:lnTo>
                    <a:pt x="5819246" y="387964"/>
                  </a:lnTo>
                  <a:lnTo>
                    <a:pt x="5784835" y="352948"/>
                  </a:lnTo>
                  <a:lnTo>
                    <a:pt x="5736065" y="308112"/>
                  </a:lnTo>
                  <a:lnTo>
                    <a:pt x="5685651" y="267760"/>
                  </a:lnTo>
                  <a:lnTo>
                    <a:pt x="5632814" y="231666"/>
                  </a:lnTo>
                  <a:lnTo>
                    <a:pt x="5576686" y="199441"/>
                  </a:lnTo>
                  <a:lnTo>
                    <a:pt x="5516377" y="170650"/>
                  </a:lnTo>
                  <a:lnTo>
                    <a:pt x="5451057" y="144872"/>
                  </a:lnTo>
                  <a:lnTo>
                    <a:pt x="5380048" y="121735"/>
                  </a:lnTo>
                  <a:lnTo>
                    <a:pt x="5302946" y="100937"/>
                  </a:lnTo>
                  <a:lnTo>
                    <a:pt x="5219791" y="82258"/>
                  </a:lnTo>
                  <a:lnTo>
                    <a:pt x="5131260" y="65558"/>
                  </a:lnTo>
                  <a:lnTo>
                    <a:pt x="5038868" y="50778"/>
                  </a:lnTo>
                  <a:lnTo>
                    <a:pt x="4945100" y="37922"/>
                  </a:lnTo>
                  <a:lnTo>
                    <a:pt x="4853397" y="27033"/>
                  </a:lnTo>
                  <a:lnTo>
                    <a:pt x="4767882" y="18150"/>
                  </a:lnTo>
                  <a:lnTo>
                    <a:pt x="4692796" y="11267"/>
                  </a:lnTo>
                  <a:lnTo>
                    <a:pt x="4631721" y="6289"/>
                  </a:lnTo>
                  <a:lnTo>
                    <a:pt x="4586770" y="3011"/>
                  </a:lnTo>
                  <a:lnTo>
                    <a:pt x="4558034" y="1126"/>
                  </a:lnTo>
                  <a:lnTo>
                    <a:pt x="4543417" y="261"/>
                  </a:lnTo>
                  <a:lnTo>
                    <a:pt x="4538828" y="14"/>
                  </a:lnTo>
                  <a:lnTo>
                    <a:pt x="4538543" y="0"/>
                  </a:lnTo>
                  <a:lnTo>
                    <a:pt x="4016409" y="0"/>
                  </a:lnTo>
                  <a:lnTo>
                    <a:pt x="4015290" y="87"/>
                  </a:lnTo>
                  <a:lnTo>
                    <a:pt x="4007955" y="711"/>
                  </a:lnTo>
                  <a:lnTo>
                    <a:pt x="3989537" y="2435"/>
                  </a:lnTo>
                  <a:lnTo>
                    <a:pt x="3956800" y="5827"/>
                  </a:lnTo>
                  <a:lnTo>
                    <a:pt x="3908401" y="11396"/>
                  </a:lnTo>
                  <a:lnTo>
                    <a:pt x="3844985" y="19543"/>
                  </a:lnTo>
                  <a:lnTo>
                    <a:pt x="3768937" y="30519"/>
                  </a:lnTo>
                  <a:lnTo>
                    <a:pt x="3683809" y="44427"/>
                  </a:lnTo>
                  <a:lnTo>
                    <a:pt x="3593587" y="61255"/>
                  </a:lnTo>
                  <a:lnTo>
                    <a:pt x="3502027" y="80940"/>
                  </a:lnTo>
                  <a:lnTo>
                    <a:pt x="3412200" y="103429"/>
                  </a:lnTo>
                  <a:lnTo>
                    <a:pt x="3326292" y="128724"/>
                  </a:lnTo>
                  <a:lnTo>
                    <a:pt x="3245614" y="156924"/>
                  </a:lnTo>
                  <a:lnTo>
                    <a:pt x="3170733" y="188237"/>
                  </a:lnTo>
                  <a:lnTo>
                    <a:pt x="3101651" y="222986"/>
                  </a:lnTo>
                  <a:lnTo>
                    <a:pt x="3037979" y="261606"/>
                  </a:lnTo>
                  <a:lnTo>
                    <a:pt x="2979077" y="304628"/>
                  </a:lnTo>
                  <a:lnTo>
                    <a:pt x="2924174" y="352654"/>
                  </a:lnTo>
                  <a:lnTo>
                    <a:pt x="2872442" y="406305"/>
                  </a:lnTo>
                  <a:lnTo>
                    <a:pt x="2823069" y="466140"/>
                  </a:lnTo>
                  <a:lnTo>
                    <a:pt x="2775320" y="532510"/>
                  </a:lnTo>
                  <a:lnTo>
                    <a:pt x="2770117" y="540246"/>
                  </a:lnTo>
                  <a:lnTo>
                    <a:pt x="2734834" y="595258"/>
                  </a:lnTo>
                  <a:lnTo>
                    <a:pt x="2699874" y="654081"/>
                  </a:lnTo>
                  <a:lnTo>
                    <a:pt x="2665046" y="716791"/>
                  </a:lnTo>
                  <a:lnTo>
                    <a:pt x="2630198" y="783412"/>
                  </a:lnTo>
                  <a:lnTo>
                    <a:pt x="2595213" y="853906"/>
                  </a:lnTo>
                  <a:lnTo>
                    <a:pt x="2560003" y="928171"/>
                  </a:lnTo>
                  <a:lnTo>
                    <a:pt x="2524512" y="1006034"/>
                  </a:lnTo>
                  <a:lnTo>
                    <a:pt x="2488710" y="1087251"/>
                  </a:lnTo>
                  <a:lnTo>
                    <a:pt x="2452591" y="1171505"/>
                  </a:lnTo>
                  <a:lnTo>
                    <a:pt x="2416172" y="1258412"/>
                  </a:lnTo>
                  <a:lnTo>
                    <a:pt x="2379488" y="1347523"/>
                  </a:lnTo>
                  <a:lnTo>
                    <a:pt x="2342591" y="1438336"/>
                  </a:lnTo>
                  <a:lnTo>
                    <a:pt x="2305545" y="1530303"/>
                  </a:lnTo>
                  <a:lnTo>
                    <a:pt x="2268425" y="1622849"/>
                  </a:lnTo>
                  <a:lnTo>
                    <a:pt x="2231306" y="1715382"/>
                  </a:lnTo>
                  <a:lnTo>
                    <a:pt x="2194266" y="1807309"/>
                  </a:lnTo>
                  <a:lnTo>
                    <a:pt x="2157377" y="1898056"/>
                  </a:lnTo>
                  <a:lnTo>
                    <a:pt x="2120704" y="1987077"/>
                  </a:lnTo>
                  <a:lnTo>
                    <a:pt x="2084298" y="2073872"/>
                  </a:lnTo>
                  <a:lnTo>
                    <a:pt x="2048193" y="2157996"/>
                  </a:lnTo>
                  <a:lnTo>
                    <a:pt x="2012406" y="2239066"/>
                  </a:lnTo>
                  <a:lnTo>
                    <a:pt x="1976928" y="2316770"/>
                  </a:lnTo>
                  <a:lnTo>
                    <a:pt x="1941730" y="2390866"/>
                  </a:lnTo>
                  <a:lnTo>
                    <a:pt x="1906753" y="2461186"/>
                  </a:lnTo>
                  <a:lnTo>
                    <a:pt x="1871909" y="2527628"/>
                  </a:lnTo>
                  <a:lnTo>
                    <a:pt x="1837079" y="2590160"/>
                  </a:lnTo>
                  <a:lnTo>
                    <a:pt x="1802109" y="2648807"/>
                  </a:lnTo>
                  <a:lnTo>
                    <a:pt x="1768425" y="2701230"/>
                  </a:lnTo>
                  <a:lnTo>
                    <a:pt x="1720816" y="2768327"/>
                  </a:lnTo>
                  <a:lnTo>
                    <a:pt x="1671656" y="2828872"/>
                  </a:lnTo>
                  <a:lnTo>
                    <a:pt x="1620224" y="2883182"/>
                  </a:lnTo>
                  <a:lnTo>
                    <a:pt x="1565712" y="2931799"/>
                  </a:lnTo>
                  <a:lnTo>
                    <a:pt x="1507292" y="2975343"/>
                  </a:lnTo>
                  <a:lnTo>
                    <a:pt x="1444181" y="3014422"/>
                  </a:lnTo>
                  <a:lnTo>
                    <a:pt x="1375722" y="3049575"/>
                  </a:lnTo>
                  <a:lnTo>
                    <a:pt x="1301490" y="3081249"/>
                  </a:lnTo>
                  <a:lnTo>
                    <a:pt x="1221436" y="3109781"/>
                  </a:lnTo>
                  <a:lnTo>
                    <a:pt x="1136056" y="3135391"/>
                  </a:lnTo>
                  <a:lnTo>
                    <a:pt x="1046572" y="3158187"/>
                  </a:lnTo>
                  <a:lnTo>
                    <a:pt x="955068" y="3178185"/>
                  </a:lnTo>
                  <a:lnTo>
                    <a:pt x="864523" y="3195332"/>
                  </a:lnTo>
                  <a:lnTo>
                    <a:pt x="778635" y="3209564"/>
                  </a:lnTo>
                  <a:lnTo>
                    <a:pt x="701395" y="3220861"/>
                  </a:lnTo>
                  <a:lnTo>
                    <a:pt x="636440" y="3229312"/>
                  </a:lnTo>
                  <a:lnTo>
                    <a:pt x="586315" y="3235149"/>
                  </a:lnTo>
                  <a:lnTo>
                    <a:pt x="551877" y="3238757"/>
                  </a:lnTo>
                  <a:lnTo>
                    <a:pt x="532004" y="3240638"/>
                  </a:lnTo>
                  <a:lnTo>
                    <a:pt x="523655" y="3241356"/>
                  </a:lnTo>
                  <a:lnTo>
                    <a:pt x="522133" y="3241476"/>
                  </a:lnTo>
                  <a:lnTo>
                    <a:pt x="0" y="3241476"/>
                  </a:lnTo>
                  <a:close/>
                </a:path>
              </a:pathLst>
            </a:custGeom>
            <a:solidFill>
              <a:srgbClr val="D9B26F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1599" name="pl1599"/>
            <p:cNvSpPr/>
            <p:nvPr/>
          </p:nvSpPr>
          <p:spPr>
            <a:xfrm>
              <a:off x="386606" y="1947913"/>
              <a:ext cx="8554953" cy="3241476"/>
            </a:xfrm>
            <a:custGeom>
              <a:avLst/>
              <a:pathLst>
                <a:path w="8554953" h="3241476">
                  <a:moveTo>
                    <a:pt x="0" y="3241476"/>
                  </a:moveTo>
                  <a:lnTo>
                    <a:pt x="522133" y="3241476"/>
                  </a:lnTo>
                  <a:lnTo>
                    <a:pt x="523252" y="3241388"/>
                  </a:lnTo>
                  <a:lnTo>
                    <a:pt x="530587" y="3240764"/>
                  </a:lnTo>
                  <a:lnTo>
                    <a:pt x="549005" y="3239040"/>
                  </a:lnTo>
                  <a:lnTo>
                    <a:pt x="581743" y="3235649"/>
                  </a:lnTo>
                  <a:lnTo>
                    <a:pt x="630142" y="3230079"/>
                  </a:lnTo>
                  <a:lnTo>
                    <a:pt x="693557" y="3221932"/>
                  </a:lnTo>
                  <a:lnTo>
                    <a:pt x="769605" y="3210956"/>
                  </a:lnTo>
                  <a:lnTo>
                    <a:pt x="854733" y="3197049"/>
                  </a:lnTo>
                  <a:lnTo>
                    <a:pt x="944955" y="3180221"/>
                  </a:lnTo>
                  <a:lnTo>
                    <a:pt x="1036515" y="3160535"/>
                  </a:lnTo>
                  <a:lnTo>
                    <a:pt x="1126342" y="3138046"/>
                  </a:lnTo>
                  <a:lnTo>
                    <a:pt x="1212250" y="3112751"/>
                  </a:lnTo>
                  <a:lnTo>
                    <a:pt x="1292928" y="3084551"/>
                  </a:lnTo>
                  <a:lnTo>
                    <a:pt x="1367809" y="3053238"/>
                  </a:lnTo>
                  <a:lnTo>
                    <a:pt x="1436891" y="3018489"/>
                  </a:lnTo>
                  <a:lnTo>
                    <a:pt x="1500564" y="2979869"/>
                  </a:lnTo>
                  <a:lnTo>
                    <a:pt x="1559465" y="2936847"/>
                  </a:lnTo>
                  <a:lnTo>
                    <a:pt x="1614368" y="2888822"/>
                  </a:lnTo>
                  <a:lnTo>
                    <a:pt x="1666100" y="2835170"/>
                  </a:lnTo>
                  <a:lnTo>
                    <a:pt x="1715473" y="2775335"/>
                  </a:lnTo>
                  <a:lnTo>
                    <a:pt x="1763222" y="2708965"/>
                  </a:lnTo>
                  <a:lnTo>
                    <a:pt x="1768425" y="2701230"/>
                  </a:lnTo>
                  <a:lnTo>
                    <a:pt x="1803709" y="2646217"/>
                  </a:lnTo>
                  <a:lnTo>
                    <a:pt x="1838668" y="2587394"/>
                  </a:lnTo>
                  <a:lnTo>
                    <a:pt x="1873496" y="2524684"/>
                  </a:lnTo>
                  <a:lnTo>
                    <a:pt x="1908344" y="2458064"/>
                  </a:lnTo>
                  <a:lnTo>
                    <a:pt x="1943329" y="2387569"/>
                  </a:lnTo>
                  <a:lnTo>
                    <a:pt x="1978539" y="2313304"/>
                  </a:lnTo>
                  <a:lnTo>
                    <a:pt x="2014030" y="2235441"/>
                  </a:lnTo>
                  <a:lnTo>
                    <a:pt x="2049832" y="2154224"/>
                  </a:lnTo>
                  <a:lnTo>
                    <a:pt x="2085951" y="2069970"/>
                  </a:lnTo>
                  <a:lnTo>
                    <a:pt x="2122371" y="1983063"/>
                  </a:lnTo>
                  <a:lnTo>
                    <a:pt x="2159055" y="1893952"/>
                  </a:lnTo>
                  <a:lnTo>
                    <a:pt x="2195952" y="1803140"/>
                  </a:lnTo>
                  <a:lnTo>
                    <a:pt x="2232997" y="1711172"/>
                  </a:lnTo>
                  <a:lnTo>
                    <a:pt x="2270118" y="1618626"/>
                  </a:lnTo>
                  <a:lnTo>
                    <a:pt x="2307237" y="1526093"/>
                  </a:lnTo>
                  <a:lnTo>
                    <a:pt x="2344277" y="1434166"/>
                  </a:lnTo>
                  <a:lnTo>
                    <a:pt x="2381165" y="1343419"/>
                  </a:lnTo>
                  <a:lnTo>
                    <a:pt x="2417838" y="1254398"/>
                  </a:lnTo>
                  <a:lnTo>
                    <a:pt x="2454244" y="1167603"/>
                  </a:lnTo>
                  <a:lnTo>
                    <a:pt x="2490349" y="1083479"/>
                  </a:lnTo>
                  <a:lnTo>
                    <a:pt x="2526137" y="1002409"/>
                  </a:lnTo>
                  <a:lnTo>
                    <a:pt x="2561614" y="924705"/>
                  </a:lnTo>
                  <a:lnTo>
                    <a:pt x="2596812" y="850609"/>
                  </a:lnTo>
                  <a:lnTo>
                    <a:pt x="2631789" y="780289"/>
                  </a:lnTo>
                  <a:lnTo>
                    <a:pt x="2666634" y="713847"/>
                  </a:lnTo>
                  <a:lnTo>
                    <a:pt x="2701464" y="651315"/>
                  </a:lnTo>
                  <a:lnTo>
                    <a:pt x="2736434" y="592668"/>
                  </a:lnTo>
                  <a:lnTo>
                    <a:pt x="2770117" y="540246"/>
                  </a:lnTo>
                  <a:lnTo>
                    <a:pt x="2817726" y="473149"/>
                  </a:lnTo>
                  <a:lnTo>
                    <a:pt x="2866886" y="412603"/>
                  </a:lnTo>
                  <a:lnTo>
                    <a:pt x="2918318" y="358293"/>
                  </a:lnTo>
                  <a:lnTo>
                    <a:pt x="2972830" y="309677"/>
                  </a:lnTo>
                  <a:lnTo>
                    <a:pt x="3031250" y="266132"/>
                  </a:lnTo>
                  <a:lnTo>
                    <a:pt x="3094361" y="227054"/>
                  </a:lnTo>
                  <a:lnTo>
                    <a:pt x="3162821" y="191900"/>
                  </a:lnTo>
                  <a:lnTo>
                    <a:pt x="3237052" y="160226"/>
                  </a:lnTo>
                  <a:lnTo>
                    <a:pt x="3317106" y="131694"/>
                  </a:lnTo>
                  <a:lnTo>
                    <a:pt x="3402486" y="106085"/>
                  </a:lnTo>
                  <a:lnTo>
                    <a:pt x="3491971" y="83288"/>
                  </a:lnTo>
                  <a:lnTo>
                    <a:pt x="3583474" y="63290"/>
                  </a:lnTo>
                  <a:lnTo>
                    <a:pt x="3674019" y="46143"/>
                  </a:lnTo>
                  <a:lnTo>
                    <a:pt x="3759907" y="31911"/>
                  </a:lnTo>
                  <a:lnTo>
                    <a:pt x="3837147" y="20614"/>
                  </a:lnTo>
                  <a:lnTo>
                    <a:pt x="3902102" y="12164"/>
                  </a:lnTo>
                  <a:lnTo>
                    <a:pt x="3952227" y="6326"/>
                  </a:lnTo>
                  <a:lnTo>
                    <a:pt x="3986665" y="2718"/>
                  </a:lnTo>
                  <a:lnTo>
                    <a:pt x="4006538" y="837"/>
                  </a:lnTo>
                  <a:lnTo>
                    <a:pt x="4014887" y="119"/>
                  </a:lnTo>
                  <a:lnTo>
                    <a:pt x="4016408" y="0"/>
                  </a:lnTo>
                  <a:lnTo>
                    <a:pt x="4016409" y="0"/>
                  </a:lnTo>
                  <a:lnTo>
                    <a:pt x="4538543" y="0"/>
                  </a:lnTo>
                  <a:lnTo>
                    <a:pt x="4539743" y="61"/>
                  </a:lnTo>
                  <a:lnTo>
                    <a:pt x="4547597" y="499"/>
                  </a:lnTo>
                  <a:lnTo>
                    <a:pt x="4567270" y="1710"/>
                  </a:lnTo>
                  <a:lnTo>
                    <a:pt x="4602122" y="4090"/>
                  </a:lnTo>
                  <a:lnTo>
                    <a:pt x="4653414" y="7992"/>
                  </a:lnTo>
                  <a:lnTo>
                    <a:pt x="4720233" y="13686"/>
                  </a:lnTo>
                  <a:lnTo>
                    <a:pt x="4799815" y="21333"/>
                  </a:lnTo>
                  <a:lnTo>
                    <a:pt x="4888226" y="30992"/>
                  </a:lnTo>
                  <a:lnTo>
                    <a:pt x="4981185" y="42645"/>
                  </a:lnTo>
                  <a:lnTo>
                    <a:pt x="5074781" y="56245"/>
                  </a:lnTo>
                  <a:lnTo>
                    <a:pt x="5165925" y="71762"/>
                  </a:lnTo>
                  <a:lnTo>
                    <a:pt x="5252514" y="89214"/>
                  </a:lnTo>
                  <a:lnTo>
                    <a:pt x="5333378" y="108688"/>
                  </a:lnTo>
                  <a:lnTo>
                    <a:pt x="5408109" y="130356"/>
                  </a:lnTo>
                  <a:lnTo>
                    <a:pt x="5476861" y="154471"/>
                  </a:lnTo>
                  <a:lnTo>
                    <a:pt x="5540159" y="181362"/>
                  </a:lnTo>
                  <a:lnTo>
                    <a:pt x="5598755" y="211424"/>
                  </a:lnTo>
                  <a:lnTo>
                    <a:pt x="5653509" y="245089"/>
                  </a:lnTo>
                  <a:lnTo>
                    <a:pt x="5705313" y="282783"/>
                  </a:lnTo>
                  <a:lnTo>
                    <a:pt x="5755009" y="324848"/>
                  </a:lnTo>
                  <a:lnTo>
                    <a:pt x="5784835" y="352948"/>
                  </a:lnTo>
                  <a:lnTo>
                    <a:pt x="5826184" y="395357"/>
                  </a:lnTo>
                  <a:lnTo>
                    <a:pt x="5867136" y="441205"/>
                  </a:lnTo>
                  <a:lnTo>
                    <a:pt x="5907982" y="490559"/>
                  </a:lnTo>
                  <a:lnTo>
                    <a:pt x="5948945" y="543416"/>
                  </a:lnTo>
                  <a:lnTo>
                    <a:pt x="5990183" y="599696"/>
                  </a:lnTo>
                  <a:lnTo>
                    <a:pt x="6031797" y="659233"/>
                  </a:lnTo>
                  <a:lnTo>
                    <a:pt x="6073840" y="721773"/>
                  </a:lnTo>
                  <a:lnTo>
                    <a:pt x="6116316" y="786974"/>
                  </a:lnTo>
                  <a:lnTo>
                    <a:pt x="6159188" y="854409"/>
                  </a:lnTo>
                  <a:lnTo>
                    <a:pt x="6202386" y="923578"/>
                  </a:lnTo>
                  <a:lnTo>
                    <a:pt x="6245814" y="993920"/>
                  </a:lnTo>
                  <a:lnTo>
                    <a:pt x="6289355" y="1064832"/>
                  </a:lnTo>
                  <a:lnTo>
                    <a:pt x="6332886" y="1135692"/>
                  </a:lnTo>
                  <a:lnTo>
                    <a:pt x="6376282" y="1205877"/>
                  </a:lnTo>
                  <a:lnTo>
                    <a:pt x="6419432" y="1274791"/>
                  </a:lnTo>
                  <a:lnTo>
                    <a:pt x="6462241" y="1341882"/>
                  </a:lnTo>
                  <a:lnTo>
                    <a:pt x="6504645" y="1406662"/>
                  </a:lnTo>
                  <a:lnTo>
                    <a:pt x="6546614" y="1468717"/>
                  </a:lnTo>
                  <a:lnTo>
                    <a:pt x="6588160" y="1527720"/>
                  </a:lnTo>
                  <a:lnTo>
                    <a:pt x="6629343" y="1583432"/>
                  </a:lnTo>
                  <a:lnTo>
                    <a:pt x="6670273" y="1635702"/>
                  </a:lnTo>
                  <a:lnTo>
                    <a:pt x="6711120" y="1684462"/>
                  </a:lnTo>
                  <a:lnTo>
                    <a:pt x="6752116" y="1729724"/>
                  </a:lnTo>
                  <a:lnTo>
                    <a:pt x="6786527" y="1764740"/>
                  </a:lnTo>
                  <a:lnTo>
                    <a:pt x="6835297" y="1809577"/>
                  </a:lnTo>
                  <a:lnTo>
                    <a:pt x="6885711" y="1849928"/>
                  </a:lnTo>
                  <a:lnTo>
                    <a:pt x="6938548" y="1886023"/>
                  </a:lnTo>
                  <a:lnTo>
                    <a:pt x="6994676" y="1918247"/>
                  </a:lnTo>
                  <a:lnTo>
                    <a:pt x="7054985" y="1947038"/>
                  </a:lnTo>
                  <a:lnTo>
                    <a:pt x="7120305" y="1972816"/>
                  </a:lnTo>
                  <a:lnTo>
                    <a:pt x="7191314" y="1995953"/>
                  </a:lnTo>
                  <a:lnTo>
                    <a:pt x="7268416" y="2016751"/>
                  </a:lnTo>
                  <a:lnTo>
                    <a:pt x="7351571" y="2035430"/>
                  </a:lnTo>
                  <a:lnTo>
                    <a:pt x="7440102" y="2052130"/>
                  </a:lnTo>
                  <a:lnTo>
                    <a:pt x="7532494" y="2066910"/>
                  </a:lnTo>
                  <a:lnTo>
                    <a:pt x="7626262" y="2079766"/>
                  </a:lnTo>
                  <a:lnTo>
                    <a:pt x="7717965" y="2090655"/>
                  </a:lnTo>
                  <a:lnTo>
                    <a:pt x="7803480" y="2099538"/>
                  </a:lnTo>
                  <a:lnTo>
                    <a:pt x="7878566" y="2106421"/>
                  </a:lnTo>
                  <a:lnTo>
                    <a:pt x="7939641" y="2111399"/>
                  </a:lnTo>
                  <a:lnTo>
                    <a:pt x="7984592" y="2114678"/>
                  </a:lnTo>
                  <a:lnTo>
                    <a:pt x="8013328" y="2116562"/>
                  </a:lnTo>
                  <a:lnTo>
                    <a:pt x="8027945" y="2117428"/>
                  </a:lnTo>
                  <a:lnTo>
                    <a:pt x="8032534" y="2117674"/>
                  </a:lnTo>
                  <a:lnTo>
                    <a:pt x="8032819" y="2117689"/>
                  </a:lnTo>
                  <a:lnTo>
                    <a:pt x="8554953" y="2117689"/>
                  </a:lnTo>
                  <a:lnTo>
                    <a:pt x="8554953" y="2117689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600" name="pl1600"/>
            <p:cNvSpPr/>
            <p:nvPr/>
          </p:nvSpPr>
          <p:spPr>
            <a:xfrm>
              <a:off x="386606" y="1942266"/>
              <a:ext cx="8554953" cy="3241476"/>
            </a:xfrm>
            <a:custGeom>
              <a:avLst/>
              <a:pathLst>
                <a:path w="8554953" h="3241476">
                  <a:moveTo>
                    <a:pt x="8554953" y="2117689"/>
                  </a:moveTo>
                  <a:lnTo>
                    <a:pt x="8032819" y="2117689"/>
                  </a:lnTo>
                  <a:lnTo>
                    <a:pt x="8031619" y="2117627"/>
                  </a:lnTo>
                  <a:lnTo>
                    <a:pt x="8023765" y="2117189"/>
                  </a:lnTo>
                  <a:lnTo>
                    <a:pt x="8004092" y="2115978"/>
                  </a:lnTo>
                  <a:lnTo>
                    <a:pt x="7969240" y="2113598"/>
                  </a:lnTo>
                  <a:lnTo>
                    <a:pt x="7917948" y="2109697"/>
                  </a:lnTo>
                  <a:lnTo>
                    <a:pt x="7851129" y="2104003"/>
                  </a:lnTo>
                  <a:lnTo>
                    <a:pt x="7771547" y="2096355"/>
                  </a:lnTo>
                  <a:lnTo>
                    <a:pt x="7683136" y="2086696"/>
                  </a:lnTo>
                  <a:lnTo>
                    <a:pt x="7590177" y="2075043"/>
                  </a:lnTo>
                  <a:lnTo>
                    <a:pt x="7496581" y="2061443"/>
                  </a:lnTo>
                  <a:lnTo>
                    <a:pt x="7405437" y="2045926"/>
                  </a:lnTo>
                  <a:lnTo>
                    <a:pt x="7318848" y="2028475"/>
                  </a:lnTo>
                  <a:lnTo>
                    <a:pt x="7237984" y="2009000"/>
                  </a:lnTo>
                  <a:lnTo>
                    <a:pt x="7163253" y="1987332"/>
                  </a:lnTo>
                  <a:lnTo>
                    <a:pt x="7094501" y="1963217"/>
                  </a:lnTo>
                  <a:lnTo>
                    <a:pt x="7031203" y="1936326"/>
                  </a:lnTo>
                  <a:lnTo>
                    <a:pt x="6972607" y="1906264"/>
                  </a:lnTo>
                  <a:lnTo>
                    <a:pt x="6917853" y="1872599"/>
                  </a:lnTo>
                  <a:lnTo>
                    <a:pt x="6866049" y="1834905"/>
                  </a:lnTo>
                  <a:lnTo>
                    <a:pt x="6816353" y="1792840"/>
                  </a:lnTo>
                  <a:lnTo>
                    <a:pt x="6786527" y="1764740"/>
                  </a:lnTo>
                  <a:lnTo>
                    <a:pt x="6745178" y="1722331"/>
                  </a:lnTo>
                  <a:lnTo>
                    <a:pt x="6704226" y="1676483"/>
                  </a:lnTo>
                  <a:lnTo>
                    <a:pt x="6663380" y="1627129"/>
                  </a:lnTo>
                  <a:lnTo>
                    <a:pt x="6622417" y="1574272"/>
                  </a:lnTo>
                  <a:lnTo>
                    <a:pt x="6581179" y="1517992"/>
                  </a:lnTo>
                  <a:lnTo>
                    <a:pt x="6539565" y="1458455"/>
                  </a:lnTo>
                  <a:lnTo>
                    <a:pt x="6497522" y="1395915"/>
                  </a:lnTo>
                  <a:lnTo>
                    <a:pt x="6455046" y="1330714"/>
                  </a:lnTo>
                  <a:lnTo>
                    <a:pt x="6412174" y="1263279"/>
                  </a:lnTo>
                  <a:lnTo>
                    <a:pt x="6368976" y="1194110"/>
                  </a:lnTo>
                  <a:lnTo>
                    <a:pt x="6325548" y="1123768"/>
                  </a:lnTo>
                  <a:lnTo>
                    <a:pt x="6282007" y="1052856"/>
                  </a:lnTo>
                  <a:lnTo>
                    <a:pt x="6238476" y="981996"/>
                  </a:lnTo>
                  <a:lnTo>
                    <a:pt x="6195080" y="911811"/>
                  </a:lnTo>
                  <a:lnTo>
                    <a:pt x="6151930" y="842897"/>
                  </a:lnTo>
                  <a:lnTo>
                    <a:pt x="6109121" y="775806"/>
                  </a:lnTo>
                  <a:lnTo>
                    <a:pt x="6066717" y="711026"/>
                  </a:lnTo>
                  <a:lnTo>
                    <a:pt x="6024748" y="648971"/>
                  </a:lnTo>
                  <a:lnTo>
                    <a:pt x="5983202" y="589968"/>
                  </a:lnTo>
                  <a:lnTo>
                    <a:pt x="5942019" y="534256"/>
                  </a:lnTo>
                  <a:lnTo>
                    <a:pt x="5901089" y="481986"/>
                  </a:lnTo>
                  <a:lnTo>
                    <a:pt x="5860242" y="433226"/>
                  </a:lnTo>
                  <a:lnTo>
                    <a:pt x="5819246" y="387964"/>
                  </a:lnTo>
                  <a:lnTo>
                    <a:pt x="5784835" y="352948"/>
                  </a:lnTo>
                  <a:lnTo>
                    <a:pt x="5736065" y="308112"/>
                  </a:lnTo>
                  <a:lnTo>
                    <a:pt x="5685651" y="267760"/>
                  </a:lnTo>
                  <a:lnTo>
                    <a:pt x="5632814" y="231666"/>
                  </a:lnTo>
                  <a:lnTo>
                    <a:pt x="5576686" y="199441"/>
                  </a:lnTo>
                  <a:lnTo>
                    <a:pt x="5516377" y="170650"/>
                  </a:lnTo>
                  <a:lnTo>
                    <a:pt x="5451057" y="144872"/>
                  </a:lnTo>
                  <a:lnTo>
                    <a:pt x="5380048" y="121735"/>
                  </a:lnTo>
                  <a:lnTo>
                    <a:pt x="5302946" y="100937"/>
                  </a:lnTo>
                  <a:lnTo>
                    <a:pt x="5219791" y="82258"/>
                  </a:lnTo>
                  <a:lnTo>
                    <a:pt x="5131260" y="65558"/>
                  </a:lnTo>
                  <a:lnTo>
                    <a:pt x="5038868" y="50778"/>
                  </a:lnTo>
                  <a:lnTo>
                    <a:pt x="4945100" y="37922"/>
                  </a:lnTo>
                  <a:lnTo>
                    <a:pt x="4853397" y="27033"/>
                  </a:lnTo>
                  <a:lnTo>
                    <a:pt x="4767882" y="18150"/>
                  </a:lnTo>
                  <a:lnTo>
                    <a:pt x="4692796" y="11267"/>
                  </a:lnTo>
                  <a:lnTo>
                    <a:pt x="4631721" y="6289"/>
                  </a:lnTo>
                  <a:lnTo>
                    <a:pt x="4586770" y="3011"/>
                  </a:lnTo>
                  <a:lnTo>
                    <a:pt x="4558034" y="1126"/>
                  </a:lnTo>
                  <a:lnTo>
                    <a:pt x="4543417" y="261"/>
                  </a:lnTo>
                  <a:lnTo>
                    <a:pt x="4538828" y="14"/>
                  </a:lnTo>
                  <a:lnTo>
                    <a:pt x="4538543" y="0"/>
                  </a:lnTo>
                  <a:lnTo>
                    <a:pt x="4016409" y="0"/>
                  </a:lnTo>
                  <a:lnTo>
                    <a:pt x="4015290" y="87"/>
                  </a:lnTo>
                  <a:lnTo>
                    <a:pt x="4007955" y="711"/>
                  </a:lnTo>
                  <a:lnTo>
                    <a:pt x="3989537" y="2435"/>
                  </a:lnTo>
                  <a:lnTo>
                    <a:pt x="3956800" y="5827"/>
                  </a:lnTo>
                  <a:lnTo>
                    <a:pt x="3908401" y="11396"/>
                  </a:lnTo>
                  <a:lnTo>
                    <a:pt x="3844985" y="19543"/>
                  </a:lnTo>
                  <a:lnTo>
                    <a:pt x="3768937" y="30519"/>
                  </a:lnTo>
                  <a:lnTo>
                    <a:pt x="3683809" y="44427"/>
                  </a:lnTo>
                  <a:lnTo>
                    <a:pt x="3593587" y="61255"/>
                  </a:lnTo>
                  <a:lnTo>
                    <a:pt x="3502027" y="80940"/>
                  </a:lnTo>
                  <a:lnTo>
                    <a:pt x="3412200" y="103429"/>
                  </a:lnTo>
                  <a:lnTo>
                    <a:pt x="3326292" y="128724"/>
                  </a:lnTo>
                  <a:lnTo>
                    <a:pt x="3245614" y="156924"/>
                  </a:lnTo>
                  <a:lnTo>
                    <a:pt x="3170733" y="188237"/>
                  </a:lnTo>
                  <a:lnTo>
                    <a:pt x="3101651" y="222986"/>
                  </a:lnTo>
                  <a:lnTo>
                    <a:pt x="3037979" y="261606"/>
                  </a:lnTo>
                  <a:lnTo>
                    <a:pt x="2979077" y="304628"/>
                  </a:lnTo>
                  <a:lnTo>
                    <a:pt x="2924174" y="352654"/>
                  </a:lnTo>
                  <a:lnTo>
                    <a:pt x="2872442" y="406305"/>
                  </a:lnTo>
                  <a:lnTo>
                    <a:pt x="2823069" y="466140"/>
                  </a:lnTo>
                  <a:lnTo>
                    <a:pt x="2775320" y="532510"/>
                  </a:lnTo>
                  <a:lnTo>
                    <a:pt x="2770117" y="540246"/>
                  </a:lnTo>
                  <a:lnTo>
                    <a:pt x="2734834" y="595258"/>
                  </a:lnTo>
                  <a:lnTo>
                    <a:pt x="2699874" y="654081"/>
                  </a:lnTo>
                  <a:lnTo>
                    <a:pt x="2665046" y="716791"/>
                  </a:lnTo>
                  <a:lnTo>
                    <a:pt x="2630198" y="783412"/>
                  </a:lnTo>
                  <a:lnTo>
                    <a:pt x="2595213" y="853906"/>
                  </a:lnTo>
                  <a:lnTo>
                    <a:pt x="2560003" y="928171"/>
                  </a:lnTo>
                  <a:lnTo>
                    <a:pt x="2524512" y="1006034"/>
                  </a:lnTo>
                  <a:lnTo>
                    <a:pt x="2488710" y="1087251"/>
                  </a:lnTo>
                  <a:lnTo>
                    <a:pt x="2452591" y="1171505"/>
                  </a:lnTo>
                  <a:lnTo>
                    <a:pt x="2416172" y="1258412"/>
                  </a:lnTo>
                  <a:lnTo>
                    <a:pt x="2379488" y="1347523"/>
                  </a:lnTo>
                  <a:lnTo>
                    <a:pt x="2342591" y="1438336"/>
                  </a:lnTo>
                  <a:lnTo>
                    <a:pt x="2305545" y="1530303"/>
                  </a:lnTo>
                  <a:lnTo>
                    <a:pt x="2268425" y="1622849"/>
                  </a:lnTo>
                  <a:lnTo>
                    <a:pt x="2231306" y="1715382"/>
                  </a:lnTo>
                  <a:lnTo>
                    <a:pt x="2194266" y="1807309"/>
                  </a:lnTo>
                  <a:lnTo>
                    <a:pt x="2157377" y="1898056"/>
                  </a:lnTo>
                  <a:lnTo>
                    <a:pt x="2120704" y="1987077"/>
                  </a:lnTo>
                  <a:lnTo>
                    <a:pt x="2084298" y="2073872"/>
                  </a:lnTo>
                  <a:lnTo>
                    <a:pt x="2048193" y="2157996"/>
                  </a:lnTo>
                  <a:lnTo>
                    <a:pt x="2012406" y="2239066"/>
                  </a:lnTo>
                  <a:lnTo>
                    <a:pt x="1976928" y="2316770"/>
                  </a:lnTo>
                  <a:lnTo>
                    <a:pt x="1941730" y="2390866"/>
                  </a:lnTo>
                  <a:lnTo>
                    <a:pt x="1906753" y="2461186"/>
                  </a:lnTo>
                  <a:lnTo>
                    <a:pt x="1871909" y="2527628"/>
                  </a:lnTo>
                  <a:lnTo>
                    <a:pt x="1837079" y="2590160"/>
                  </a:lnTo>
                  <a:lnTo>
                    <a:pt x="1802109" y="2648807"/>
                  </a:lnTo>
                  <a:lnTo>
                    <a:pt x="1768425" y="2701230"/>
                  </a:lnTo>
                  <a:lnTo>
                    <a:pt x="1720816" y="2768327"/>
                  </a:lnTo>
                  <a:lnTo>
                    <a:pt x="1671656" y="2828872"/>
                  </a:lnTo>
                  <a:lnTo>
                    <a:pt x="1620224" y="2883182"/>
                  </a:lnTo>
                  <a:lnTo>
                    <a:pt x="1565712" y="2931799"/>
                  </a:lnTo>
                  <a:lnTo>
                    <a:pt x="1507292" y="2975343"/>
                  </a:lnTo>
                  <a:lnTo>
                    <a:pt x="1444181" y="3014422"/>
                  </a:lnTo>
                  <a:lnTo>
                    <a:pt x="1375722" y="3049575"/>
                  </a:lnTo>
                  <a:lnTo>
                    <a:pt x="1301490" y="3081249"/>
                  </a:lnTo>
                  <a:lnTo>
                    <a:pt x="1221436" y="3109781"/>
                  </a:lnTo>
                  <a:lnTo>
                    <a:pt x="1136056" y="3135391"/>
                  </a:lnTo>
                  <a:lnTo>
                    <a:pt x="1046572" y="3158187"/>
                  </a:lnTo>
                  <a:lnTo>
                    <a:pt x="955068" y="3178185"/>
                  </a:lnTo>
                  <a:lnTo>
                    <a:pt x="864523" y="3195332"/>
                  </a:lnTo>
                  <a:lnTo>
                    <a:pt x="778635" y="3209564"/>
                  </a:lnTo>
                  <a:lnTo>
                    <a:pt x="701395" y="3220861"/>
                  </a:lnTo>
                  <a:lnTo>
                    <a:pt x="636440" y="3229312"/>
                  </a:lnTo>
                  <a:lnTo>
                    <a:pt x="586315" y="3235149"/>
                  </a:lnTo>
                  <a:lnTo>
                    <a:pt x="551877" y="3238757"/>
                  </a:lnTo>
                  <a:lnTo>
                    <a:pt x="532004" y="3240638"/>
                  </a:lnTo>
                  <a:lnTo>
                    <a:pt x="523655" y="3241356"/>
                  </a:lnTo>
                  <a:lnTo>
                    <a:pt x="522134" y="3241476"/>
                  </a:lnTo>
                  <a:lnTo>
                    <a:pt x="522133" y="3241476"/>
                  </a:lnTo>
                  <a:lnTo>
                    <a:pt x="0" y="3241476"/>
                  </a:lnTo>
                  <a:lnTo>
                    <a:pt x="0" y="3241476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601" name="pg1601"/>
            <p:cNvSpPr/>
            <p:nvPr/>
          </p:nvSpPr>
          <p:spPr>
            <a:xfrm>
              <a:off x="386606" y="1987443"/>
              <a:ext cx="8554953" cy="3207593"/>
            </a:xfrm>
            <a:custGeom>
              <a:avLst/>
              <a:pathLst>
                <a:path w="8554953" h="3207593">
                  <a:moveTo>
                    <a:pt x="0" y="3207593"/>
                  </a:moveTo>
                  <a:lnTo>
                    <a:pt x="522133" y="3207593"/>
                  </a:lnTo>
                  <a:lnTo>
                    <a:pt x="523255" y="3207506"/>
                  </a:lnTo>
                  <a:lnTo>
                    <a:pt x="530611" y="3206888"/>
                  </a:lnTo>
                  <a:lnTo>
                    <a:pt x="549078" y="3205179"/>
                  </a:lnTo>
                  <a:lnTo>
                    <a:pt x="581898" y="3201820"/>
                  </a:lnTo>
                  <a:lnTo>
                    <a:pt x="630412" y="3196303"/>
                  </a:lnTo>
                  <a:lnTo>
                    <a:pt x="693963" y="3188233"/>
                  </a:lnTo>
                  <a:lnTo>
                    <a:pt x="770152" y="3177362"/>
                  </a:lnTo>
                  <a:lnTo>
                    <a:pt x="855413" y="3163591"/>
                  </a:lnTo>
                  <a:lnTo>
                    <a:pt x="945746" y="3146928"/>
                  </a:lnTo>
                  <a:lnTo>
                    <a:pt x="1037391" y="3127438"/>
                  </a:lnTo>
                  <a:lnTo>
                    <a:pt x="1127274" y="3105175"/>
                  </a:lnTo>
                  <a:lnTo>
                    <a:pt x="1213212" y="3080133"/>
                  </a:lnTo>
                  <a:lnTo>
                    <a:pt x="1293900" y="3052215"/>
                  </a:lnTo>
                  <a:lnTo>
                    <a:pt x="1368776" y="3021212"/>
                  </a:lnTo>
                  <a:lnTo>
                    <a:pt x="1437846" y="2986804"/>
                  </a:lnTo>
                  <a:lnTo>
                    <a:pt x="1501503" y="2948558"/>
                  </a:lnTo>
                  <a:lnTo>
                    <a:pt x="1560392" y="2905946"/>
                  </a:lnTo>
                  <a:lnTo>
                    <a:pt x="1615287" y="2858371"/>
                  </a:lnTo>
                  <a:lnTo>
                    <a:pt x="1667020" y="2805219"/>
                  </a:lnTo>
                  <a:lnTo>
                    <a:pt x="1716404" y="2745938"/>
                  </a:lnTo>
                  <a:lnTo>
                    <a:pt x="1764173" y="2680186"/>
                  </a:lnTo>
                  <a:lnTo>
                    <a:pt x="1768425" y="2673935"/>
                  </a:lnTo>
                  <a:lnTo>
                    <a:pt x="1803886" y="2619309"/>
                  </a:lnTo>
                  <a:lnTo>
                    <a:pt x="1839021" y="2560881"/>
                  </a:lnTo>
                  <a:lnTo>
                    <a:pt x="1874023" y="2498574"/>
                  </a:lnTo>
                  <a:lnTo>
                    <a:pt x="1909049" y="2432365"/>
                  </a:lnTo>
                  <a:lnTo>
                    <a:pt x="1944216" y="2362292"/>
                  </a:lnTo>
                  <a:lnTo>
                    <a:pt x="1979611" y="2288460"/>
                  </a:lnTo>
                  <a:lnTo>
                    <a:pt x="2015291" y="2211045"/>
                  </a:lnTo>
                  <a:lnTo>
                    <a:pt x="2051286" y="2130293"/>
                  </a:lnTo>
                  <a:lnTo>
                    <a:pt x="2087601" y="2046524"/>
                  </a:lnTo>
                  <a:lnTo>
                    <a:pt x="2124218" y="1960128"/>
                  </a:lnTo>
                  <a:lnTo>
                    <a:pt x="2161100" y="1871557"/>
                  </a:lnTo>
                  <a:lnTo>
                    <a:pt x="2198194" y="1781317"/>
                  </a:lnTo>
                  <a:lnTo>
                    <a:pt x="2235433" y="1689959"/>
                  </a:lnTo>
                  <a:lnTo>
                    <a:pt x="2272744" y="1598062"/>
                  </a:lnTo>
                  <a:lnTo>
                    <a:pt x="2310047" y="1506221"/>
                  </a:lnTo>
                  <a:lnTo>
                    <a:pt x="2347265" y="1415027"/>
                  </a:lnTo>
                  <a:lnTo>
                    <a:pt x="2384324" y="1325057"/>
                  </a:lnTo>
                  <a:lnTo>
                    <a:pt x="2421160" y="1236854"/>
                  </a:lnTo>
                  <a:lnTo>
                    <a:pt x="2457723" y="1150914"/>
                  </a:lnTo>
                  <a:lnTo>
                    <a:pt x="2493979" y="1067680"/>
                  </a:lnTo>
                  <a:lnTo>
                    <a:pt x="2529915" y="987527"/>
                  </a:lnTo>
                  <a:lnTo>
                    <a:pt x="2565539" y="910761"/>
                  </a:lnTo>
                  <a:lnTo>
                    <a:pt x="2600886" y="837618"/>
                  </a:lnTo>
                  <a:lnTo>
                    <a:pt x="2636019" y="768258"/>
                  </a:lnTo>
                  <a:lnTo>
                    <a:pt x="2671030" y="702774"/>
                  </a:lnTo>
                  <a:lnTo>
                    <a:pt x="2706045" y="641193"/>
                  </a:lnTo>
                  <a:lnTo>
                    <a:pt x="2741224" y="583480"/>
                  </a:lnTo>
                  <a:lnTo>
                    <a:pt x="2770117" y="539304"/>
                  </a:lnTo>
                  <a:lnTo>
                    <a:pt x="2817772" y="472965"/>
                  </a:lnTo>
                  <a:lnTo>
                    <a:pt x="2866983" y="413109"/>
                  </a:lnTo>
                  <a:lnTo>
                    <a:pt x="2918471" y="359425"/>
                  </a:lnTo>
                  <a:lnTo>
                    <a:pt x="2973047" y="311373"/>
                  </a:lnTo>
                  <a:lnTo>
                    <a:pt x="3031542" y="268338"/>
                  </a:lnTo>
                  <a:lnTo>
                    <a:pt x="3094740" y="229721"/>
                  </a:lnTo>
                  <a:lnTo>
                    <a:pt x="3163300" y="194986"/>
                  </a:lnTo>
                  <a:lnTo>
                    <a:pt x="3237646" y="163691"/>
                  </a:lnTo>
                  <a:lnTo>
                    <a:pt x="3317823" y="135505"/>
                  </a:lnTo>
                  <a:lnTo>
                    <a:pt x="3403329" y="110209"/>
                  </a:lnTo>
                  <a:lnTo>
                    <a:pt x="3492932" y="87696"/>
                  </a:lnTo>
                  <a:lnTo>
                    <a:pt x="3584531" y="67954"/>
                  </a:lnTo>
                  <a:lnTo>
                    <a:pt x="3675129" y="51034"/>
                  </a:lnTo>
                  <a:lnTo>
                    <a:pt x="3761013" y="37000"/>
                  </a:lnTo>
                  <a:lnTo>
                    <a:pt x="3838178" y="25870"/>
                  </a:lnTo>
                  <a:lnTo>
                    <a:pt x="3902990" y="17555"/>
                  </a:lnTo>
                  <a:lnTo>
                    <a:pt x="3952916" y="11822"/>
                  </a:lnTo>
                  <a:lnTo>
                    <a:pt x="3987127" y="8287"/>
                  </a:lnTo>
                  <a:lnTo>
                    <a:pt x="4006782" y="6452"/>
                  </a:lnTo>
                  <a:lnTo>
                    <a:pt x="4014963" y="5759"/>
                  </a:lnTo>
                  <a:lnTo>
                    <a:pt x="4016409" y="5647"/>
                  </a:lnTo>
                  <a:lnTo>
                    <a:pt x="4538543" y="5647"/>
                  </a:lnTo>
                  <a:lnTo>
                    <a:pt x="4539708" y="5721"/>
                  </a:lnTo>
                  <a:lnTo>
                    <a:pt x="4547342" y="6249"/>
                  </a:lnTo>
                  <a:lnTo>
                    <a:pt x="4566482" y="7709"/>
                  </a:lnTo>
                  <a:lnTo>
                    <a:pt x="4600439" y="10580"/>
                  </a:lnTo>
                  <a:lnTo>
                    <a:pt x="4650508" y="15289"/>
                  </a:lnTo>
                  <a:lnTo>
                    <a:pt x="4715894" y="22169"/>
                  </a:lnTo>
                  <a:lnTo>
                    <a:pt x="4793994" y="31422"/>
                  </a:lnTo>
                  <a:lnTo>
                    <a:pt x="4881036" y="43123"/>
                  </a:lnTo>
                  <a:lnTo>
                    <a:pt x="4972862" y="57258"/>
                  </a:lnTo>
                  <a:lnTo>
                    <a:pt x="5065624" y="73770"/>
                  </a:lnTo>
                  <a:lnTo>
                    <a:pt x="5156236" y="92619"/>
                  </a:lnTo>
                  <a:lnTo>
                    <a:pt x="5242558" y="113818"/>
                  </a:lnTo>
                  <a:lnTo>
                    <a:pt x="5323359" y="137463"/>
                  </a:lnTo>
                  <a:lnTo>
                    <a:pt x="5398163" y="163749"/>
                  </a:lnTo>
                  <a:lnTo>
                    <a:pt x="5467058" y="192967"/>
                  </a:lnTo>
                  <a:lnTo>
                    <a:pt x="5530513" y="225503"/>
                  </a:lnTo>
                  <a:lnTo>
                    <a:pt x="5589231" y="261822"/>
                  </a:lnTo>
                  <a:lnTo>
                    <a:pt x="5644038" y="302440"/>
                  </a:lnTo>
                  <a:lnTo>
                    <a:pt x="5695798" y="347879"/>
                  </a:lnTo>
                  <a:lnTo>
                    <a:pt x="5745345" y="398581"/>
                  </a:lnTo>
                  <a:lnTo>
                    <a:pt x="5784835" y="444244"/>
                  </a:lnTo>
                  <a:lnTo>
                    <a:pt x="5823128" y="492882"/>
                  </a:lnTo>
                  <a:lnTo>
                    <a:pt x="5861061" y="545174"/>
                  </a:lnTo>
                  <a:lnTo>
                    <a:pt x="5898871" y="601194"/>
                  </a:lnTo>
                  <a:lnTo>
                    <a:pt x="5936743" y="660953"/>
                  </a:lnTo>
                  <a:lnTo>
                    <a:pt x="5974817" y="724392"/>
                  </a:lnTo>
                  <a:lnTo>
                    <a:pt x="6013187" y="791377"/>
                  </a:lnTo>
                  <a:lnTo>
                    <a:pt x="6051910" y="861693"/>
                  </a:lnTo>
                  <a:lnTo>
                    <a:pt x="6091007" y="935044"/>
                  </a:lnTo>
                  <a:lnTo>
                    <a:pt x="6130467" y="1011056"/>
                  </a:lnTo>
                  <a:lnTo>
                    <a:pt x="6170250" y="1089279"/>
                  </a:lnTo>
                  <a:lnTo>
                    <a:pt x="6210293" y="1169201"/>
                  </a:lnTo>
                  <a:lnTo>
                    <a:pt x="6250515" y="1250259"/>
                  </a:lnTo>
                  <a:lnTo>
                    <a:pt x="6290824" y="1331853"/>
                  </a:lnTo>
                  <a:lnTo>
                    <a:pt x="6331120" y="1413369"/>
                  </a:lnTo>
                  <a:lnTo>
                    <a:pt x="6371305" y="1494193"/>
                  </a:lnTo>
                  <a:lnTo>
                    <a:pt x="6411288" y="1573733"/>
                  </a:lnTo>
                  <a:lnTo>
                    <a:pt x="6450994" y="1651439"/>
                  </a:lnTo>
                  <a:lnTo>
                    <a:pt x="6490364" y="1726812"/>
                  </a:lnTo>
                  <a:lnTo>
                    <a:pt x="6529365" y="1799421"/>
                  </a:lnTo>
                  <a:lnTo>
                    <a:pt x="6567995" y="1868913"/>
                  </a:lnTo>
                  <a:lnTo>
                    <a:pt x="6606283" y="1935010"/>
                  </a:lnTo>
                  <a:lnTo>
                    <a:pt x="6644294" y="1997520"/>
                  </a:lnTo>
                  <a:lnTo>
                    <a:pt x="6682136" y="2056328"/>
                  </a:lnTo>
                  <a:lnTo>
                    <a:pt x="6719957" y="2111393"/>
                  </a:lnTo>
                  <a:lnTo>
                    <a:pt x="6757957" y="2162744"/>
                  </a:lnTo>
                  <a:lnTo>
                    <a:pt x="6786527" y="2198631"/>
                  </a:lnTo>
                  <a:lnTo>
                    <a:pt x="6834810" y="2253826"/>
                  </a:lnTo>
                  <a:lnTo>
                    <a:pt x="6884697" y="2303555"/>
                  </a:lnTo>
                  <a:lnTo>
                    <a:pt x="6936943" y="2348090"/>
                  </a:lnTo>
                  <a:lnTo>
                    <a:pt x="6992390" y="2387895"/>
                  </a:lnTo>
                  <a:lnTo>
                    <a:pt x="7051903" y="2423495"/>
                  </a:lnTo>
                  <a:lnTo>
                    <a:pt x="7116290" y="2455401"/>
                  </a:lnTo>
                  <a:lnTo>
                    <a:pt x="7186223" y="2484066"/>
                  </a:lnTo>
                  <a:lnTo>
                    <a:pt x="7262114" y="2509857"/>
                  </a:lnTo>
                  <a:lnTo>
                    <a:pt x="7343964" y="2533051"/>
                  </a:lnTo>
                  <a:lnTo>
                    <a:pt x="7431175" y="2553822"/>
                  </a:lnTo>
                  <a:lnTo>
                    <a:pt x="7522360" y="2572251"/>
                  </a:lnTo>
                  <a:lnTo>
                    <a:pt x="7615207" y="2588340"/>
                  </a:lnTo>
                  <a:lnTo>
                    <a:pt x="7706472" y="2602040"/>
                  </a:lnTo>
                  <a:lnTo>
                    <a:pt x="7792211" y="2613299"/>
                  </a:lnTo>
                  <a:lnTo>
                    <a:pt x="7868276" y="2622116"/>
                  </a:lnTo>
                  <a:lnTo>
                    <a:pt x="7931050" y="2628586"/>
                  </a:lnTo>
                  <a:lnTo>
                    <a:pt x="7978218" y="2632937"/>
                  </a:lnTo>
                  <a:lnTo>
                    <a:pt x="8009349" y="2635519"/>
                  </a:lnTo>
                  <a:lnTo>
                    <a:pt x="8026119" y="2636776"/>
                  </a:lnTo>
                  <a:lnTo>
                    <a:pt x="8032170" y="2637188"/>
                  </a:lnTo>
                  <a:lnTo>
                    <a:pt x="8032819" y="2637228"/>
                  </a:lnTo>
                  <a:lnTo>
                    <a:pt x="8554953" y="2637228"/>
                  </a:lnTo>
                  <a:lnTo>
                    <a:pt x="8554953" y="2631581"/>
                  </a:lnTo>
                  <a:lnTo>
                    <a:pt x="8032819" y="2631581"/>
                  </a:lnTo>
                  <a:lnTo>
                    <a:pt x="8031654" y="2631507"/>
                  </a:lnTo>
                  <a:lnTo>
                    <a:pt x="8024020" y="2630979"/>
                  </a:lnTo>
                  <a:lnTo>
                    <a:pt x="8004879" y="2629519"/>
                  </a:lnTo>
                  <a:lnTo>
                    <a:pt x="7970923" y="2626648"/>
                  </a:lnTo>
                  <a:lnTo>
                    <a:pt x="7920854" y="2621938"/>
                  </a:lnTo>
                  <a:lnTo>
                    <a:pt x="7855468" y="2615059"/>
                  </a:lnTo>
                  <a:lnTo>
                    <a:pt x="7777368" y="2605806"/>
                  </a:lnTo>
                  <a:lnTo>
                    <a:pt x="7690326" y="2594105"/>
                  </a:lnTo>
                  <a:lnTo>
                    <a:pt x="7598500" y="2579970"/>
                  </a:lnTo>
                  <a:lnTo>
                    <a:pt x="7505738" y="2563458"/>
                  </a:lnTo>
                  <a:lnTo>
                    <a:pt x="7415126" y="2544609"/>
                  </a:lnTo>
                  <a:lnTo>
                    <a:pt x="7328803" y="2523410"/>
                  </a:lnTo>
                  <a:lnTo>
                    <a:pt x="7248003" y="2499765"/>
                  </a:lnTo>
                  <a:lnTo>
                    <a:pt x="7173198" y="2473479"/>
                  </a:lnTo>
                  <a:lnTo>
                    <a:pt x="7104304" y="2444261"/>
                  </a:lnTo>
                  <a:lnTo>
                    <a:pt x="7040849" y="2411725"/>
                  </a:lnTo>
                  <a:lnTo>
                    <a:pt x="6982131" y="2375406"/>
                  </a:lnTo>
                  <a:lnTo>
                    <a:pt x="6927324" y="2334788"/>
                  </a:lnTo>
                  <a:lnTo>
                    <a:pt x="6875564" y="2289348"/>
                  </a:lnTo>
                  <a:lnTo>
                    <a:pt x="6826017" y="2238647"/>
                  </a:lnTo>
                  <a:lnTo>
                    <a:pt x="6786527" y="2192984"/>
                  </a:lnTo>
                  <a:lnTo>
                    <a:pt x="6748233" y="2144346"/>
                  </a:lnTo>
                  <a:lnTo>
                    <a:pt x="6710301" y="2092054"/>
                  </a:lnTo>
                  <a:lnTo>
                    <a:pt x="6672491" y="2036034"/>
                  </a:lnTo>
                  <a:lnTo>
                    <a:pt x="6634619" y="1976275"/>
                  </a:lnTo>
                  <a:lnTo>
                    <a:pt x="6596545" y="1912836"/>
                  </a:lnTo>
                  <a:lnTo>
                    <a:pt x="6558175" y="1845851"/>
                  </a:lnTo>
                  <a:lnTo>
                    <a:pt x="6519452" y="1775535"/>
                  </a:lnTo>
                  <a:lnTo>
                    <a:pt x="6480355" y="1702184"/>
                  </a:lnTo>
                  <a:lnTo>
                    <a:pt x="6440895" y="1626172"/>
                  </a:lnTo>
                  <a:lnTo>
                    <a:pt x="6401112" y="1547949"/>
                  </a:lnTo>
                  <a:lnTo>
                    <a:pt x="6361069" y="1468026"/>
                  </a:lnTo>
                  <a:lnTo>
                    <a:pt x="6320847" y="1386969"/>
                  </a:lnTo>
                  <a:lnTo>
                    <a:pt x="6280538" y="1305374"/>
                  </a:lnTo>
                  <a:lnTo>
                    <a:pt x="6240242" y="1223859"/>
                  </a:lnTo>
                  <a:lnTo>
                    <a:pt x="6200057" y="1143035"/>
                  </a:lnTo>
                  <a:lnTo>
                    <a:pt x="6160073" y="1063494"/>
                  </a:lnTo>
                  <a:lnTo>
                    <a:pt x="6120368" y="985789"/>
                  </a:lnTo>
                  <a:lnTo>
                    <a:pt x="6080998" y="910416"/>
                  </a:lnTo>
                  <a:lnTo>
                    <a:pt x="6041997" y="837806"/>
                  </a:lnTo>
                  <a:lnTo>
                    <a:pt x="6003367" y="768315"/>
                  </a:lnTo>
                  <a:lnTo>
                    <a:pt x="5965079" y="702218"/>
                  </a:lnTo>
                  <a:lnTo>
                    <a:pt x="5927068" y="639708"/>
                  </a:lnTo>
                  <a:lnTo>
                    <a:pt x="5889226" y="580900"/>
                  </a:lnTo>
                  <a:lnTo>
                    <a:pt x="5851405" y="525835"/>
                  </a:lnTo>
                  <a:lnTo>
                    <a:pt x="5813405" y="474484"/>
                  </a:lnTo>
                  <a:lnTo>
                    <a:pt x="5784835" y="438596"/>
                  </a:lnTo>
                  <a:lnTo>
                    <a:pt x="5736552" y="383402"/>
                  </a:lnTo>
                  <a:lnTo>
                    <a:pt x="5686665" y="333673"/>
                  </a:lnTo>
                  <a:lnTo>
                    <a:pt x="5634419" y="289138"/>
                  </a:lnTo>
                  <a:lnTo>
                    <a:pt x="5578971" y="249333"/>
                  </a:lnTo>
                  <a:lnTo>
                    <a:pt x="5519459" y="213733"/>
                  </a:lnTo>
                  <a:lnTo>
                    <a:pt x="5455072" y="181826"/>
                  </a:lnTo>
                  <a:lnTo>
                    <a:pt x="5385139" y="153162"/>
                  </a:lnTo>
                  <a:lnTo>
                    <a:pt x="5309247" y="127370"/>
                  </a:lnTo>
                  <a:lnTo>
                    <a:pt x="5227398" y="104177"/>
                  </a:lnTo>
                  <a:lnTo>
                    <a:pt x="5140187" y="83406"/>
                  </a:lnTo>
                  <a:lnTo>
                    <a:pt x="5049002" y="64976"/>
                  </a:lnTo>
                  <a:lnTo>
                    <a:pt x="4956155" y="48888"/>
                  </a:lnTo>
                  <a:lnTo>
                    <a:pt x="4864890" y="35188"/>
                  </a:lnTo>
                  <a:lnTo>
                    <a:pt x="4779151" y="23929"/>
                  </a:lnTo>
                  <a:lnTo>
                    <a:pt x="4703086" y="15112"/>
                  </a:lnTo>
                  <a:lnTo>
                    <a:pt x="4640312" y="8642"/>
                  </a:lnTo>
                  <a:lnTo>
                    <a:pt x="4593144" y="4291"/>
                  </a:lnTo>
                  <a:lnTo>
                    <a:pt x="4562013" y="1709"/>
                  </a:lnTo>
                  <a:lnTo>
                    <a:pt x="4545243" y="452"/>
                  </a:lnTo>
                  <a:lnTo>
                    <a:pt x="4539192" y="40"/>
                  </a:lnTo>
                  <a:lnTo>
                    <a:pt x="4538543" y="0"/>
                  </a:lnTo>
                  <a:lnTo>
                    <a:pt x="4016409" y="0"/>
                  </a:lnTo>
                  <a:lnTo>
                    <a:pt x="4015287" y="86"/>
                  </a:lnTo>
                  <a:lnTo>
                    <a:pt x="4007931" y="704"/>
                  </a:lnTo>
                  <a:lnTo>
                    <a:pt x="3989464" y="2413"/>
                  </a:lnTo>
                  <a:lnTo>
                    <a:pt x="3956644" y="5772"/>
                  </a:lnTo>
                  <a:lnTo>
                    <a:pt x="3908131" y="11289"/>
                  </a:lnTo>
                  <a:lnTo>
                    <a:pt x="3844580" y="19359"/>
                  </a:lnTo>
                  <a:lnTo>
                    <a:pt x="3768391" y="30230"/>
                  </a:lnTo>
                  <a:lnTo>
                    <a:pt x="3683130" y="44002"/>
                  </a:lnTo>
                  <a:lnTo>
                    <a:pt x="3592796" y="60664"/>
                  </a:lnTo>
                  <a:lnTo>
                    <a:pt x="3501152" y="80154"/>
                  </a:lnTo>
                  <a:lnTo>
                    <a:pt x="3411269" y="102417"/>
                  </a:lnTo>
                  <a:lnTo>
                    <a:pt x="3325330" y="127459"/>
                  </a:lnTo>
                  <a:lnTo>
                    <a:pt x="3244642" y="155378"/>
                  </a:lnTo>
                  <a:lnTo>
                    <a:pt x="3169766" y="186380"/>
                  </a:lnTo>
                  <a:lnTo>
                    <a:pt x="3100696" y="220788"/>
                  </a:lnTo>
                  <a:lnTo>
                    <a:pt x="3037039" y="259035"/>
                  </a:lnTo>
                  <a:lnTo>
                    <a:pt x="2978151" y="301647"/>
                  </a:lnTo>
                  <a:lnTo>
                    <a:pt x="2923255" y="349221"/>
                  </a:lnTo>
                  <a:lnTo>
                    <a:pt x="2871522" y="402373"/>
                  </a:lnTo>
                  <a:lnTo>
                    <a:pt x="2822138" y="461654"/>
                  </a:lnTo>
                  <a:lnTo>
                    <a:pt x="2774369" y="527406"/>
                  </a:lnTo>
                  <a:lnTo>
                    <a:pt x="2770117" y="533657"/>
                  </a:lnTo>
                  <a:lnTo>
                    <a:pt x="2734656" y="588283"/>
                  </a:lnTo>
                  <a:lnTo>
                    <a:pt x="2699522" y="646711"/>
                  </a:lnTo>
                  <a:lnTo>
                    <a:pt x="2664519" y="709018"/>
                  </a:lnTo>
                  <a:lnTo>
                    <a:pt x="2629493" y="775227"/>
                  </a:lnTo>
                  <a:lnTo>
                    <a:pt x="2594326" y="845300"/>
                  </a:lnTo>
                  <a:lnTo>
                    <a:pt x="2558931" y="919132"/>
                  </a:lnTo>
                  <a:lnTo>
                    <a:pt x="2523251" y="996548"/>
                  </a:lnTo>
                  <a:lnTo>
                    <a:pt x="2487256" y="1077299"/>
                  </a:lnTo>
                  <a:lnTo>
                    <a:pt x="2450941" y="1161068"/>
                  </a:lnTo>
                  <a:lnTo>
                    <a:pt x="2414324" y="1247464"/>
                  </a:lnTo>
                  <a:lnTo>
                    <a:pt x="2377442" y="1336035"/>
                  </a:lnTo>
                  <a:lnTo>
                    <a:pt x="2340348" y="1426275"/>
                  </a:lnTo>
                  <a:lnTo>
                    <a:pt x="2303109" y="1517633"/>
                  </a:lnTo>
                  <a:lnTo>
                    <a:pt x="2265798" y="1609530"/>
                  </a:lnTo>
                  <a:lnTo>
                    <a:pt x="2228495" y="1701372"/>
                  </a:lnTo>
                  <a:lnTo>
                    <a:pt x="2191277" y="1792565"/>
                  </a:lnTo>
                  <a:lnTo>
                    <a:pt x="2154218" y="1882535"/>
                  </a:lnTo>
                  <a:lnTo>
                    <a:pt x="2117382" y="1970738"/>
                  </a:lnTo>
                  <a:lnTo>
                    <a:pt x="2080819" y="2056678"/>
                  </a:lnTo>
                  <a:lnTo>
                    <a:pt x="2044563" y="2139912"/>
                  </a:lnTo>
                  <a:lnTo>
                    <a:pt x="2008628" y="2220065"/>
                  </a:lnTo>
                  <a:lnTo>
                    <a:pt x="1973004" y="2296831"/>
                  </a:lnTo>
                  <a:lnTo>
                    <a:pt x="1937656" y="2369974"/>
                  </a:lnTo>
                  <a:lnTo>
                    <a:pt x="1902523" y="2439334"/>
                  </a:lnTo>
                  <a:lnTo>
                    <a:pt x="1867512" y="2504818"/>
                  </a:lnTo>
                  <a:lnTo>
                    <a:pt x="1832497" y="2566400"/>
                  </a:lnTo>
                  <a:lnTo>
                    <a:pt x="1797318" y="2624112"/>
                  </a:lnTo>
                  <a:lnTo>
                    <a:pt x="1768425" y="2668288"/>
                  </a:lnTo>
                  <a:lnTo>
                    <a:pt x="1720770" y="2734627"/>
                  </a:lnTo>
                  <a:lnTo>
                    <a:pt x="1671560" y="2794483"/>
                  </a:lnTo>
                  <a:lnTo>
                    <a:pt x="1620072" y="2848167"/>
                  </a:lnTo>
                  <a:lnTo>
                    <a:pt x="1565495" y="2896220"/>
                  </a:lnTo>
                  <a:lnTo>
                    <a:pt x="1507001" y="2939254"/>
                  </a:lnTo>
                  <a:lnTo>
                    <a:pt x="1443802" y="2977871"/>
                  </a:lnTo>
                  <a:lnTo>
                    <a:pt x="1375242" y="3012606"/>
                  </a:lnTo>
                  <a:lnTo>
                    <a:pt x="1300896" y="3043901"/>
                  </a:lnTo>
                  <a:lnTo>
                    <a:pt x="1220719" y="3072088"/>
                  </a:lnTo>
                  <a:lnTo>
                    <a:pt x="1135213" y="3097384"/>
                  </a:lnTo>
                  <a:lnTo>
                    <a:pt x="1045610" y="3119896"/>
                  </a:lnTo>
                  <a:lnTo>
                    <a:pt x="954012" y="3139638"/>
                  </a:lnTo>
                  <a:lnTo>
                    <a:pt x="863413" y="3156558"/>
                  </a:lnTo>
                  <a:lnTo>
                    <a:pt x="777530" y="3170592"/>
                  </a:lnTo>
                  <a:lnTo>
                    <a:pt x="700364" y="3181722"/>
                  </a:lnTo>
                  <a:lnTo>
                    <a:pt x="635552" y="3190037"/>
                  </a:lnTo>
                  <a:lnTo>
                    <a:pt x="585627" y="3195770"/>
                  </a:lnTo>
                  <a:lnTo>
                    <a:pt x="551416" y="3199305"/>
                  </a:lnTo>
                  <a:lnTo>
                    <a:pt x="531760" y="3201140"/>
                  </a:lnTo>
                  <a:lnTo>
                    <a:pt x="523579" y="3201833"/>
                  </a:lnTo>
                  <a:lnTo>
                    <a:pt x="522133" y="3201946"/>
                  </a:lnTo>
                  <a:lnTo>
                    <a:pt x="0" y="3201946"/>
                  </a:lnTo>
                  <a:close/>
                </a:path>
              </a:pathLst>
            </a:custGeom>
            <a:solidFill>
              <a:srgbClr val="D9B26F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1602" name="pl1602"/>
            <p:cNvSpPr/>
            <p:nvPr/>
          </p:nvSpPr>
          <p:spPr>
            <a:xfrm>
              <a:off x="386606" y="1993090"/>
              <a:ext cx="8554953" cy="3201946"/>
            </a:xfrm>
            <a:custGeom>
              <a:avLst/>
              <a:pathLst>
                <a:path w="8554953" h="3201946">
                  <a:moveTo>
                    <a:pt x="0" y="3201946"/>
                  </a:moveTo>
                  <a:lnTo>
                    <a:pt x="522133" y="3201946"/>
                  </a:lnTo>
                  <a:lnTo>
                    <a:pt x="523255" y="3201859"/>
                  </a:lnTo>
                  <a:lnTo>
                    <a:pt x="530611" y="3201241"/>
                  </a:lnTo>
                  <a:lnTo>
                    <a:pt x="549078" y="3199532"/>
                  </a:lnTo>
                  <a:lnTo>
                    <a:pt x="581898" y="3196173"/>
                  </a:lnTo>
                  <a:lnTo>
                    <a:pt x="630412" y="3190656"/>
                  </a:lnTo>
                  <a:lnTo>
                    <a:pt x="693963" y="3182586"/>
                  </a:lnTo>
                  <a:lnTo>
                    <a:pt x="770152" y="3171715"/>
                  </a:lnTo>
                  <a:lnTo>
                    <a:pt x="855413" y="3157943"/>
                  </a:lnTo>
                  <a:lnTo>
                    <a:pt x="945746" y="3141281"/>
                  </a:lnTo>
                  <a:lnTo>
                    <a:pt x="1037391" y="3121791"/>
                  </a:lnTo>
                  <a:lnTo>
                    <a:pt x="1127274" y="3099528"/>
                  </a:lnTo>
                  <a:lnTo>
                    <a:pt x="1213212" y="3074486"/>
                  </a:lnTo>
                  <a:lnTo>
                    <a:pt x="1293900" y="3046567"/>
                  </a:lnTo>
                  <a:lnTo>
                    <a:pt x="1368776" y="3015565"/>
                  </a:lnTo>
                  <a:lnTo>
                    <a:pt x="1437846" y="2981157"/>
                  </a:lnTo>
                  <a:lnTo>
                    <a:pt x="1501503" y="2942910"/>
                  </a:lnTo>
                  <a:lnTo>
                    <a:pt x="1560392" y="2900298"/>
                  </a:lnTo>
                  <a:lnTo>
                    <a:pt x="1615287" y="2852724"/>
                  </a:lnTo>
                  <a:lnTo>
                    <a:pt x="1667020" y="2799572"/>
                  </a:lnTo>
                  <a:lnTo>
                    <a:pt x="1716404" y="2740291"/>
                  </a:lnTo>
                  <a:lnTo>
                    <a:pt x="1764173" y="2674539"/>
                  </a:lnTo>
                  <a:lnTo>
                    <a:pt x="1768425" y="2668288"/>
                  </a:lnTo>
                  <a:lnTo>
                    <a:pt x="1803886" y="2613662"/>
                  </a:lnTo>
                  <a:lnTo>
                    <a:pt x="1839021" y="2555234"/>
                  </a:lnTo>
                  <a:lnTo>
                    <a:pt x="1874023" y="2492927"/>
                  </a:lnTo>
                  <a:lnTo>
                    <a:pt x="1909049" y="2426718"/>
                  </a:lnTo>
                  <a:lnTo>
                    <a:pt x="1944216" y="2356645"/>
                  </a:lnTo>
                  <a:lnTo>
                    <a:pt x="1979611" y="2282813"/>
                  </a:lnTo>
                  <a:lnTo>
                    <a:pt x="2015291" y="2205398"/>
                  </a:lnTo>
                  <a:lnTo>
                    <a:pt x="2051286" y="2124646"/>
                  </a:lnTo>
                  <a:lnTo>
                    <a:pt x="2087601" y="2040877"/>
                  </a:lnTo>
                  <a:lnTo>
                    <a:pt x="2124218" y="1954481"/>
                  </a:lnTo>
                  <a:lnTo>
                    <a:pt x="2161100" y="1865910"/>
                  </a:lnTo>
                  <a:lnTo>
                    <a:pt x="2198194" y="1775670"/>
                  </a:lnTo>
                  <a:lnTo>
                    <a:pt x="2235433" y="1684312"/>
                  </a:lnTo>
                  <a:lnTo>
                    <a:pt x="2272744" y="1592415"/>
                  </a:lnTo>
                  <a:lnTo>
                    <a:pt x="2310047" y="1500573"/>
                  </a:lnTo>
                  <a:lnTo>
                    <a:pt x="2347265" y="1409380"/>
                  </a:lnTo>
                  <a:lnTo>
                    <a:pt x="2384324" y="1319410"/>
                  </a:lnTo>
                  <a:lnTo>
                    <a:pt x="2421160" y="1231207"/>
                  </a:lnTo>
                  <a:lnTo>
                    <a:pt x="2457723" y="1145267"/>
                  </a:lnTo>
                  <a:lnTo>
                    <a:pt x="2493979" y="1062033"/>
                  </a:lnTo>
                  <a:lnTo>
                    <a:pt x="2529915" y="981880"/>
                  </a:lnTo>
                  <a:lnTo>
                    <a:pt x="2565539" y="905114"/>
                  </a:lnTo>
                  <a:lnTo>
                    <a:pt x="2600886" y="831971"/>
                  </a:lnTo>
                  <a:lnTo>
                    <a:pt x="2636019" y="762611"/>
                  </a:lnTo>
                  <a:lnTo>
                    <a:pt x="2671030" y="697127"/>
                  </a:lnTo>
                  <a:lnTo>
                    <a:pt x="2706045" y="635545"/>
                  </a:lnTo>
                  <a:lnTo>
                    <a:pt x="2741224" y="577833"/>
                  </a:lnTo>
                  <a:lnTo>
                    <a:pt x="2770117" y="533657"/>
                  </a:lnTo>
                  <a:lnTo>
                    <a:pt x="2817772" y="467318"/>
                  </a:lnTo>
                  <a:lnTo>
                    <a:pt x="2866983" y="407462"/>
                  </a:lnTo>
                  <a:lnTo>
                    <a:pt x="2918471" y="353778"/>
                  </a:lnTo>
                  <a:lnTo>
                    <a:pt x="2973047" y="305725"/>
                  </a:lnTo>
                  <a:lnTo>
                    <a:pt x="3031542" y="262691"/>
                  </a:lnTo>
                  <a:lnTo>
                    <a:pt x="3094740" y="224074"/>
                  </a:lnTo>
                  <a:lnTo>
                    <a:pt x="3163300" y="189339"/>
                  </a:lnTo>
                  <a:lnTo>
                    <a:pt x="3237646" y="158044"/>
                  </a:lnTo>
                  <a:lnTo>
                    <a:pt x="3317823" y="129857"/>
                  </a:lnTo>
                  <a:lnTo>
                    <a:pt x="3403329" y="104561"/>
                  </a:lnTo>
                  <a:lnTo>
                    <a:pt x="3492932" y="82049"/>
                  </a:lnTo>
                  <a:lnTo>
                    <a:pt x="3584531" y="62307"/>
                  </a:lnTo>
                  <a:lnTo>
                    <a:pt x="3675129" y="45387"/>
                  </a:lnTo>
                  <a:lnTo>
                    <a:pt x="3761013" y="31353"/>
                  </a:lnTo>
                  <a:lnTo>
                    <a:pt x="3838178" y="20223"/>
                  </a:lnTo>
                  <a:lnTo>
                    <a:pt x="3902990" y="11908"/>
                  </a:lnTo>
                  <a:lnTo>
                    <a:pt x="3952916" y="6175"/>
                  </a:lnTo>
                  <a:lnTo>
                    <a:pt x="3987127" y="2640"/>
                  </a:lnTo>
                  <a:lnTo>
                    <a:pt x="4006782" y="805"/>
                  </a:lnTo>
                  <a:lnTo>
                    <a:pt x="4014963" y="112"/>
                  </a:lnTo>
                  <a:lnTo>
                    <a:pt x="4016409" y="0"/>
                  </a:lnTo>
                  <a:lnTo>
                    <a:pt x="4016409" y="0"/>
                  </a:lnTo>
                  <a:lnTo>
                    <a:pt x="4538543" y="0"/>
                  </a:lnTo>
                  <a:lnTo>
                    <a:pt x="4539708" y="73"/>
                  </a:lnTo>
                  <a:lnTo>
                    <a:pt x="4547342" y="602"/>
                  </a:lnTo>
                  <a:lnTo>
                    <a:pt x="4566482" y="2062"/>
                  </a:lnTo>
                  <a:lnTo>
                    <a:pt x="4600439" y="4933"/>
                  </a:lnTo>
                  <a:lnTo>
                    <a:pt x="4650508" y="9642"/>
                  </a:lnTo>
                  <a:lnTo>
                    <a:pt x="4715894" y="16522"/>
                  </a:lnTo>
                  <a:lnTo>
                    <a:pt x="4793994" y="25775"/>
                  </a:lnTo>
                  <a:lnTo>
                    <a:pt x="4881036" y="37476"/>
                  </a:lnTo>
                  <a:lnTo>
                    <a:pt x="4972862" y="51610"/>
                  </a:lnTo>
                  <a:lnTo>
                    <a:pt x="5065624" y="68123"/>
                  </a:lnTo>
                  <a:lnTo>
                    <a:pt x="5156236" y="86972"/>
                  </a:lnTo>
                  <a:lnTo>
                    <a:pt x="5242558" y="108170"/>
                  </a:lnTo>
                  <a:lnTo>
                    <a:pt x="5323359" y="131816"/>
                  </a:lnTo>
                  <a:lnTo>
                    <a:pt x="5398163" y="158102"/>
                  </a:lnTo>
                  <a:lnTo>
                    <a:pt x="5467058" y="187320"/>
                  </a:lnTo>
                  <a:lnTo>
                    <a:pt x="5530513" y="219856"/>
                  </a:lnTo>
                  <a:lnTo>
                    <a:pt x="5589231" y="256174"/>
                  </a:lnTo>
                  <a:lnTo>
                    <a:pt x="5644038" y="296793"/>
                  </a:lnTo>
                  <a:lnTo>
                    <a:pt x="5695798" y="342232"/>
                  </a:lnTo>
                  <a:lnTo>
                    <a:pt x="5745345" y="392934"/>
                  </a:lnTo>
                  <a:lnTo>
                    <a:pt x="5784835" y="438596"/>
                  </a:lnTo>
                  <a:lnTo>
                    <a:pt x="5823128" y="487234"/>
                  </a:lnTo>
                  <a:lnTo>
                    <a:pt x="5861061" y="539527"/>
                  </a:lnTo>
                  <a:lnTo>
                    <a:pt x="5898871" y="595546"/>
                  </a:lnTo>
                  <a:lnTo>
                    <a:pt x="5936743" y="655305"/>
                  </a:lnTo>
                  <a:lnTo>
                    <a:pt x="5974817" y="718745"/>
                  </a:lnTo>
                  <a:lnTo>
                    <a:pt x="6013187" y="785730"/>
                  </a:lnTo>
                  <a:lnTo>
                    <a:pt x="6051910" y="856046"/>
                  </a:lnTo>
                  <a:lnTo>
                    <a:pt x="6091007" y="929397"/>
                  </a:lnTo>
                  <a:lnTo>
                    <a:pt x="6130467" y="1005409"/>
                  </a:lnTo>
                  <a:lnTo>
                    <a:pt x="6170250" y="1083632"/>
                  </a:lnTo>
                  <a:lnTo>
                    <a:pt x="6210293" y="1163554"/>
                  </a:lnTo>
                  <a:lnTo>
                    <a:pt x="6250515" y="1244612"/>
                  </a:lnTo>
                  <a:lnTo>
                    <a:pt x="6290824" y="1326206"/>
                  </a:lnTo>
                  <a:lnTo>
                    <a:pt x="6331120" y="1407722"/>
                  </a:lnTo>
                  <a:lnTo>
                    <a:pt x="6371305" y="1488546"/>
                  </a:lnTo>
                  <a:lnTo>
                    <a:pt x="6411288" y="1568086"/>
                  </a:lnTo>
                  <a:lnTo>
                    <a:pt x="6450994" y="1645792"/>
                  </a:lnTo>
                  <a:lnTo>
                    <a:pt x="6490364" y="1721165"/>
                  </a:lnTo>
                  <a:lnTo>
                    <a:pt x="6529365" y="1793774"/>
                  </a:lnTo>
                  <a:lnTo>
                    <a:pt x="6567995" y="1863265"/>
                  </a:lnTo>
                  <a:lnTo>
                    <a:pt x="6606283" y="1929363"/>
                  </a:lnTo>
                  <a:lnTo>
                    <a:pt x="6644294" y="1991873"/>
                  </a:lnTo>
                  <a:lnTo>
                    <a:pt x="6682136" y="2050681"/>
                  </a:lnTo>
                  <a:lnTo>
                    <a:pt x="6719957" y="2105746"/>
                  </a:lnTo>
                  <a:lnTo>
                    <a:pt x="6757957" y="2157097"/>
                  </a:lnTo>
                  <a:lnTo>
                    <a:pt x="6786527" y="2192984"/>
                  </a:lnTo>
                  <a:lnTo>
                    <a:pt x="6834810" y="2248179"/>
                  </a:lnTo>
                  <a:lnTo>
                    <a:pt x="6884697" y="2297908"/>
                  </a:lnTo>
                  <a:lnTo>
                    <a:pt x="6936943" y="2342443"/>
                  </a:lnTo>
                  <a:lnTo>
                    <a:pt x="6992390" y="2382248"/>
                  </a:lnTo>
                  <a:lnTo>
                    <a:pt x="7051903" y="2417848"/>
                  </a:lnTo>
                  <a:lnTo>
                    <a:pt x="7116290" y="2449754"/>
                  </a:lnTo>
                  <a:lnTo>
                    <a:pt x="7186223" y="2478419"/>
                  </a:lnTo>
                  <a:lnTo>
                    <a:pt x="7262114" y="2504210"/>
                  </a:lnTo>
                  <a:lnTo>
                    <a:pt x="7343964" y="2527404"/>
                  </a:lnTo>
                  <a:lnTo>
                    <a:pt x="7431175" y="2548175"/>
                  </a:lnTo>
                  <a:lnTo>
                    <a:pt x="7522360" y="2566604"/>
                  </a:lnTo>
                  <a:lnTo>
                    <a:pt x="7615207" y="2582693"/>
                  </a:lnTo>
                  <a:lnTo>
                    <a:pt x="7706472" y="2596393"/>
                  </a:lnTo>
                  <a:lnTo>
                    <a:pt x="7792211" y="2607652"/>
                  </a:lnTo>
                  <a:lnTo>
                    <a:pt x="7868276" y="2616468"/>
                  </a:lnTo>
                  <a:lnTo>
                    <a:pt x="7931050" y="2622939"/>
                  </a:lnTo>
                  <a:lnTo>
                    <a:pt x="7978218" y="2627289"/>
                  </a:lnTo>
                  <a:lnTo>
                    <a:pt x="8009349" y="2629872"/>
                  </a:lnTo>
                  <a:lnTo>
                    <a:pt x="8026119" y="2631129"/>
                  </a:lnTo>
                  <a:lnTo>
                    <a:pt x="8032170" y="2631541"/>
                  </a:lnTo>
                  <a:lnTo>
                    <a:pt x="8032819" y="2631581"/>
                  </a:lnTo>
                  <a:lnTo>
                    <a:pt x="8554953" y="2631581"/>
                  </a:lnTo>
                  <a:lnTo>
                    <a:pt x="8554953" y="2631581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603" name="pl1603"/>
            <p:cNvSpPr/>
            <p:nvPr/>
          </p:nvSpPr>
          <p:spPr>
            <a:xfrm>
              <a:off x="386606" y="1987443"/>
              <a:ext cx="8554953" cy="3201946"/>
            </a:xfrm>
            <a:custGeom>
              <a:avLst/>
              <a:pathLst>
                <a:path w="8554953" h="3201946">
                  <a:moveTo>
                    <a:pt x="8554953" y="2631581"/>
                  </a:moveTo>
                  <a:lnTo>
                    <a:pt x="8032819" y="2631581"/>
                  </a:lnTo>
                  <a:lnTo>
                    <a:pt x="8031654" y="2631507"/>
                  </a:lnTo>
                  <a:lnTo>
                    <a:pt x="8024020" y="2630979"/>
                  </a:lnTo>
                  <a:lnTo>
                    <a:pt x="8004879" y="2629519"/>
                  </a:lnTo>
                  <a:lnTo>
                    <a:pt x="7970923" y="2626648"/>
                  </a:lnTo>
                  <a:lnTo>
                    <a:pt x="7920854" y="2621938"/>
                  </a:lnTo>
                  <a:lnTo>
                    <a:pt x="7855468" y="2615059"/>
                  </a:lnTo>
                  <a:lnTo>
                    <a:pt x="7777368" y="2605806"/>
                  </a:lnTo>
                  <a:lnTo>
                    <a:pt x="7690326" y="2594105"/>
                  </a:lnTo>
                  <a:lnTo>
                    <a:pt x="7598500" y="2579970"/>
                  </a:lnTo>
                  <a:lnTo>
                    <a:pt x="7505738" y="2563458"/>
                  </a:lnTo>
                  <a:lnTo>
                    <a:pt x="7415126" y="2544609"/>
                  </a:lnTo>
                  <a:lnTo>
                    <a:pt x="7328803" y="2523410"/>
                  </a:lnTo>
                  <a:lnTo>
                    <a:pt x="7248003" y="2499765"/>
                  </a:lnTo>
                  <a:lnTo>
                    <a:pt x="7173198" y="2473479"/>
                  </a:lnTo>
                  <a:lnTo>
                    <a:pt x="7104304" y="2444261"/>
                  </a:lnTo>
                  <a:lnTo>
                    <a:pt x="7040849" y="2411725"/>
                  </a:lnTo>
                  <a:lnTo>
                    <a:pt x="6982131" y="2375406"/>
                  </a:lnTo>
                  <a:lnTo>
                    <a:pt x="6927324" y="2334788"/>
                  </a:lnTo>
                  <a:lnTo>
                    <a:pt x="6875564" y="2289348"/>
                  </a:lnTo>
                  <a:lnTo>
                    <a:pt x="6826017" y="2238647"/>
                  </a:lnTo>
                  <a:lnTo>
                    <a:pt x="6786527" y="2192984"/>
                  </a:lnTo>
                  <a:lnTo>
                    <a:pt x="6748233" y="2144346"/>
                  </a:lnTo>
                  <a:lnTo>
                    <a:pt x="6710301" y="2092054"/>
                  </a:lnTo>
                  <a:lnTo>
                    <a:pt x="6672491" y="2036034"/>
                  </a:lnTo>
                  <a:lnTo>
                    <a:pt x="6634619" y="1976275"/>
                  </a:lnTo>
                  <a:lnTo>
                    <a:pt x="6596545" y="1912836"/>
                  </a:lnTo>
                  <a:lnTo>
                    <a:pt x="6558175" y="1845851"/>
                  </a:lnTo>
                  <a:lnTo>
                    <a:pt x="6519452" y="1775535"/>
                  </a:lnTo>
                  <a:lnTo>
                    <a:pt x="6480355" y="1702184"/>
                  </a:lnTo>
                  <a:lnTo>
                    <a:pt x="6440895" y="1626172"/>
                  </a:lnTo>
                  <a:lnTo>
                    <a:pt x="6401112" y="1547949"/>
                  </a:lnTo>
                  <a:lnTo>
                    <a:pt x="6361069" y="1468026"/>
                  </a:lnTo>
                  <a:lnTo>
                    <a:pt x="6320847" y="1386969"/>
                  </a:lnTo>
                  <a:lnTo>
                    <a:pt x="6280538" y="1305374"/>
                  </a:lnTo>
                  <a:lnTo>
                    <a:pt x="6240242" y="1223859"/>
                  </a:lnTo>
                  <a:lnTo>
                    <a:pt x="6200057" y="1143035"/>
                  </a:lnTo>
                  <a:lnTo>
                    <a:pt x="6160073" y="1063494"/>
                  </a:lnTo>
                  <a:lnTo>
                    <a:pt x="6120368" y="985789"/>
                  </a:lnTo>
                  <a:lnTo>
                    <a:pt x="6080998" y="910416"/>
                  </a:lnTo>
                  <a:lnTo>
                    <a:pt x="6041997" y="837806"/>
                  </a:lnTo>
                  <a:lnTo>
                    <a:pt x="6003367" y="768315"/>
                  </a:lnTo>
                  <a:lnTo>
                    <a:pt x="5965079" y="702218"/>
                  </a:lnTo>
                  <a:lnTo>
                    <a:pt x="5927068" y="639708"/>
                  </a:lnTo>
                  <a:lnTo>
                    <a:pt x="5889226" y="580900"/>
                  </a:lnTo>
                  <a:lnTo>
                    <a:pt x="5851405" y="525835"/>
                  </a:lnTo>
                  <a:lnTo>
                    <a:pt x="5813405" y="474484"/>
                  </a:lnTo>
                  <a:lnTo>
                    <a:pt x="5784835" y="438596"/>
                  </a:lnTo>
                  <a:lnTo>
                    <a:pt x="5736552" y="383402"/>
                  </a:lnTo>
                  <a:lnTo>
                    <a:pt x="5686665" y="333673"/>
                  </a:lnTo>
                  <a:lnTo>
                    <a:pt x="5634419" y="289138"/>
                  </a:lnTo>
                  <a:lnTo>
                    <a:pt x="5578971" y="249333"/>
                  </a:lnTo>
                  <a:lnTo>
                    <a:pt x="5519459" y="213733"/>
                  </a:lnTo>
                  <a:lnTo>
                    <a:pt x="5455072" y="181826"/>
                  </a:lnTo>
                  <a:lnTo>
                    <a:pt x="5385139" y="153162"/>
                  </a:lnTo>
                  <a:lnTo>
                    <a:pt x="5309247" y="127370"/>
                  </a:lnTo>
                  <a:lnTo>
                    <a:pt x="5227398" y="104177"/>
                  </a:lnTo>
                  <a:lnTo>
                    <a:pt x="5140187" y="83406"/>
                  </a:lnTo>
                  <a:lnTo>
                    <a:pt x="5049002" y="64976"/>
                  </a:lnTo>
                  <a:lnTo>
                    <a:pt x="4956155" y="48888"/>
                  </a:lnTo>
                  <a:lnTo>
                    <a:pt x="4864890" y="35188"/>
                  </a:lnTo>
                  <a:lnTo>
                    <a:pt x="4779151" y="23929"/>
                  </a:lnTo>
                  <a:lnTo>
                    <a:pt x="4703086" y="15112"/>
                  </a:lnTo>
                  <a:lnTo>
                    <a:pt x="4640312" y="8642"/>
                  </a:lnTo>
                  <a:lnTo>
                    <a:pt x="4593144" y="4291"/>
                  </a:lnTo>
                  <a:lnTo>
                    <a:pt x="4562013" y="1709"/>
                  </a:lnTo>
                  <a:lnTo>
                    <a:pt x="4545243" y="452"/>
                  </a:lnTo>
                  <a:lnTo>
                    <a:pt x="4539192" y="40"/>
                  </a:lnTo>
                  <a:lnTo>
                    <a:pt x="4538543" y="0"/>
                  </a:lnTo>
                  <a:lnTo>
                    <a:pt x="4016409" y="0"/>
                  </a:lnTo>
                  <a:lnTo>
                    <a:pt x="4015287" y="86"/>
                  </a:lnTo>
                  <a:lnTo>
                    <a:pt x="4007931" y="704"/>
                  </a:lnTo>
                  <a:lnTo>
                    <a:pt x="3989464" y="2413"/>
                  </a:lnTo>
                  <a:lnTo>
                    <a:pt x="3956644" y="5772"/>
                  </a:lnTo>
                  <a:lnTo>
                    <a:pt x="3908131" y="11289"/>
                  </a:lnTo>
                  <a:lnTo>
                    <a:pt x="3844580" y="19359"/>
                  </a:lnTo>
                  <a:lnTo>
                    <a:pt x="3768391" y="30230"/>
                  </a:lnTo>
                  <a:lnTo>
                    <a:pt x="3683130" y="44002"/>
                  </a:lnTo>
                  <a:lnTo>
                    <a:pt x="3592796" y="60664"/>
                  </a:lnTo>
                  <a:lnTo>
                    <a:pt x="3501152" y="80154"/>
                  </a:lnTo>
                  <a:lnTo>
                    <a:pt x="3411269" y="102417"/>
                  </a:lnTo>
                  <a:lnTo>
                    <a:pt x="3325330" y="127459"/>
                  </a:lnTo>
                  <a:lnTo>
                    <a:pt x="3244642" y="155378"/>
                  </a:lnTo>
                  <a:lnTo>
                    <a:pt x="3169766" y="186380"/>
                  </a:lnTo>
                  <a:lnTo>
                    <a:pt x="3100696" y="220788"/>
                  </a:lnTo>
                  <a:lnTo>
                    <a:pt x="3037039" y="259035"/>
                  </a:lnTo>
                  <a:lnTo>
                    <a:pt x="2978151" y="301647"/>
                  </a:lnTo>
                  <a:lnTo>
                    <a:pt x="2923255" y="349221"/>
                  </a:lnTo>
                  <a:lnTo>
                    <a:pt x="2871522" y="402373"/>
                  </a:lnTo>
                  <a:lnTo>
                    <a:pt x="2822138" y="461654"/>
                  </a:lnTo>
                  <a:lnTo>
                    <a:pt x="2774369" y="527406"/>
                  </a:lnTo>
                  <a:lnTo>
                    <a:pt x="2770117" y="533657"/>
                  </a:lnTo>
                  <a:lnTo>
                    <a:pt x="2734656" y="588283"/>
                  </a:lnTo>
                  <a:lnTo>
                    <a:pt x="2699522" y="646711"/>
                  </a:lnTo>
                  <a:lnTo>
                    <a:pt x="2664519" y="709018"/>
                  </a:lnTo>
                  <a:lnTo>
                    <a:pt x="2629493" y="775227"/>
                  </a:lnTo>
                  <a:lnTo>
                    <a:pt x="2594326" y="845300"/>
                  </a:lnTo>
                  <a:lnTo>
                    <a:pt x="2558931" y="919132"/>
                  </a:lnTo>
                  <a:lnTo>
                    <a:pt x="2523251" y="996548"/>
                  </a:lnTo>
                  <a:lnTo>
                    <a:pt x="2487256" y="1077299"/>
                  </a:lnTo>
                  <a:lnTo>
                    <a:pt x="2450941" y="1161068"/>
                  </a:lnTo>
                  <a:lnTo>
                    <a:pt x="2414324" y="1247464"/>
                  </a:lnTo>
                  <a:lnTo>
                    <a:pt x="2377442" y="1336035"/>
                  </a:lnTo>
                  <a:lnTo>
                    <a:pt x="2340348" y="1426275"/>
                  </a:lnTo>
                  <a:lnTo>
                    <a:pt x="2303109" y="1517633"/>
                  </a:lnTo>
                  <a:lnTo>
                    <a:pt x="2265798" y="1609530"/>
                  </a:lnTo>
                  <a:lnTo>
                    <a:pt x="2228495" y="1701372"/>
                  </a:lnTo>
                  <a:lnTo>
                    <a:pt x="2191277" y="1792565"/>
                  </a:lnTo>
                  <a:lnTo>
                    <a:pt x="2154218" y="1882535"/>
                  </a:lnTo>
                  <a:lnTo>
                    <a:pt x="2117382" y="1970738"/>
                  </a:lnTo>
                  <a:lnTo>
                    <a:pt x="2080819" y="2056678"/>
                  </a:lnTo>
                  <a:lnTo>
                    <a:pt x="2044563" y="2139912"/>
                  </a:lnTo>
                  <a:lnTo>
                    <a:pt x="2008628" y="2220065"/>
                  </a:lnTo>
                  <a:lnTo>
                    <a:pt x="1973004" y="2296831"/>
                  </a:lnTo>
                  <a:lnTo>
                    <a:pt x="1937656" y="2369974"/>
                  </a:lnTo>
                  <a:lnTo>
                    <a:pt x="1902523" y="2439334"/>
                  </a:lnTo>
                  <a:lnTo>
                    <a:pt x="1867512" y="2504818"/>
                  </a:lnTo>
                  <a:lnTo>
                    <a:pt x="1832497" y="2566400"/>
                  </a:lnTo>
                  <a:lnTo>
                    <a:pt x="1797318" y="2624112"/>
                  </a:lnTo>
                  <a:lnTo>
                    <a:pt x="1768425" y="2668288"/>
                  </a:lnTo>
                  <a:lnTo>
                    <a:pt x="1720770" y="2734627"/>
                  </a:lnTo>
                  <a:lnTo>
                    <a:pt x="1671560" y="2794483"/>
                  </a:lnTo>
                  <a:lnTo>
                    <a:pt x="1620072" y="2848167"/>
                  </a:lnTo>
                  <a:lnTo>
                    <a:pt x="1565495" y="2896220"/>
                  </a:lnTo>
                  <a:lnTo>
                    <a:pt x="1507001" y="2939254"/>
                  </a:lnTo>
                  <a:lnTo>
                    <a:pt x="1443802" y="2977871"/>
                  </a:lnTo>
                  <a:lnTo>
                    <a:pt x="1375242" y="3012606"/>
                  </a:lnTo>
                  <a:lnTo>
                    <a:pt x="1300896" y="3043901"/>
                  </a:lnTo>
                  <a:lnTo>
                    <a:pt x="1220719" y="3072088"/>
                  </a:lnTo>
                  <a:lnTo>
                    <a:pt x="1135213" y="3097384"/>
                  </a:lnTo>
                  <a:lnTo>
                    <a:pt x="1045610" y="3119896"/>
                  </a:lnTo>
                  <a:lnTo>
                    <a:pt x="954012" y="3139638"/>
                  </a:lnTo>
                  <a:lnTo>
                    <a:pt x="863413" y="3156558"/>
                  </a:lnTo>
                  <a:lnTo>
                    <a:pt x="777530" y="3170592"/>
                  </a:lnTo>
                  <a:lnTo>
                    <a:pt x="700364" y="3181722"/>
                  </a:lnTo>
                  <a:lnTo>
                    <a:pt x="635552" y="3190037"/>
                  </a:lnTo>
                  <a:lnTo>
                    <a:pt x="585627" y="3195770"/>
                  </a:lnTo>
                  <a:lnTo>
                    <a:pt x="551416" y="3199305"/>
                  </a:lnTo>
                  <a:lnTo>
                    <a:pt x="531760" y="3201140"/>
                  </a:lnTo>
                  <a:lnTo>
                    <a:pt x="523579" y="3201833"/>
                  </a:lnTo>
                  <a:lnTo>
                    <a:pt x="522134" y="3201945"/>
                  </a:lnTo>
                  <a:lnTo>
                    <a:pt x="522133" y="3201946"/>
                  </a:lnTo>
                  <a:lnTo>
                    <a:pt x="0" y="3201946"/>
                  </a:lnTo>
                  <a:lnTo>
                    <a:pt x="0" y="3201946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604" name="pg1604"/>
            <p:cNvSpPr/>
            <p:nvPr/>
          </p:nvSpPr>
          <p:spPr>
            <a:xfrm>
              <a:off x="386606" y="530473"/>
              <a:ext cx="8554953" cy="5398695"/>
            </a:xfrm>
            <a:custGeom>
              <a:avLst/>
              <a:pathLst>
                <a:path w="8554953" h="5398695">
                  <a:moveTo>
                    <a:pt x="0" y="4783153"/>
                  </a:moveTo>
                  <a:lnTo>
                    <a:pt x="522133" y="4783153"/>
                  </a:lnTo>
                  <a:lnTo>
                    <a:pt x="523397" y="4783172"/>
                  </a:lnTo>
                  <a:lnTo>
                    <a:pt x="531658" y="4783307"/>
                  </a:lnTo>
                  <a:lnTo>
                    <a:pt x="552313" y="4783678"/>
                  </a:lnTo>
                  <a:lnTo>
                    <a:pt x="588811" y="4784407"/>
                  </a:lnTo>
                  <a:lnTo>
                    <a:pt x="642337" y="4785601"/>
                  </a:lnTo>
                  <a:lnTo>
                    <a:pt x="711756" y="4787341"/>
                  </a:lnTo>
                  <a:lnTo>
                    <a:pt x="794000" y="4789671"/>
                  </a:lnTo>
                  <a:lnTo>
                    <a:pt x="884840" y="4792608"/>
                  </a:lnTo>
                  <a:lnTo>
                    <a:pt x="979779" y="4796143"/>
                  </a:lnTo>
                  <a:lnTo>
                    <a:pt x="1074805" y="4800262"/>
                  </a:lnTo>
                  <a:lnTo>
                    <a:pt x="1166832" y="4804958"/>
                  </a:lnTo>
                  <a:lnTo>
                    <a:pt x="1253836" y="4810240"/>
                  </a:lnTo>
                  <a:lnTo>
                    <a:pt x="1334763" y="4816140"/>
                  </a:lnTo>
                  <a:lnTo>
                    <a:pt x="1409332" y="4822716"/>
                  </a:lnTo>
                  <a:lnTo>
                    <a:pt x="1477813" y="4830051"/>
                  </a:lnTo>
                  <a:lnTo>
                    <a:pt x="1540837" y="4838253"/>
                  </a:lnTo>
                  <a:lnTo>
                    <a:pt x="1599235" y="4847445"/>
                  </a:lnTo>
                  <a:lnTo>
                    <a:pt x="1653934" y="4857761"/>
                  </a:lnTo>
                  <a:lnTo>
                    <a:pt x="1705863" y="4869328"/>
                  </a:lnTo>
                  <a:lnTo>
                    <a:pt x="1755880" y="4882233"/>
                  </a:lnTo>
                  <a:lnTo>
                    <a:pt x="1768425" y="4885744"/>
                  </a:lnTo>
                  <a:lnTo>
                    <a:pt x="1820634" y="4901498"/>
                  </a:lnTo>
                  <a:lnTo>
                    <a:pt x="1872337" y="4918861"/>
                  </a:lnTo>
                  <a:lnTo>
                    <a:pt x="1924067" y="4937855"/>
                  </a:lnTo>
                  <a:lnTo>
                    <a:pt x="1976187" y="4958449"/>
                  </a:lnTo>
                  <a:lnTo>
                    <a:pt x="2028913" y="4980549"/>
                  </a:lnTo>
                  <a:lnTo>
                    <a:pt x="2082331" y="5003996"/>
                  </a:lnTo>
                  <a:lnTo>
                    <a:pt x="2136410" y="5028565"/>
                  </a:lnTo>
                  <a:lnTo>
                    <a:pt x="2191029" y="5053976"/>
                  </a:lnTo>
                  <a:lnTo>
                    <a:pt x="2245993" y="5079899"/>
                  </a:lnTo>
                  <a:lnTo>
                    <a:pt x="2301062" y="5105977"/>
                  </a:lnTo>
                  <a:lnTo>
                    <a:pt x="2355987" y="5131844"/>
                  </a:lnTo>
                  <a:lnTo>
                    <a:pt x="2410534" y="5157145"/>
                  </a:lnTo>
                  <a:lnTo>
                    <a:pt x="2464517" y="5181559"/>
                  </a:lnTo>
                  <a:lnTo>
                    <a:pt x="2517827" y="5204810"/>
                  </a:lnTo>
                  <a:lnTo>
                    <a:pt x="2570451" y="5226686"/>
                  </a:lnTo>
                  <a:lnTo>
                    <a:pt x="2622493" y="5247037"/>
                  </a:lnTo>
                  <a:lnTo>
                    <a:pt x="2674191" y="5265780"/>
                  </a:lnTo>
                  <a:lnTo>
                    <a:pt x="2725932" y="5282890"/>
                  </a:lnTo>
                  <a:lnTo>
                    <a:pt x="2770117" y="5296105"/>
                  </a:lnTo>
                  <a:lnTo>
                    <a:pt x="2819766" y="5309357"/>
                  </a:lnTo>
                  <a:lnTo>
                    <a:pt x="2871131" y="5321259"/>
                  </a:lnTo>
                  <a:lnTo>
                    <a:pt x="2925036" y="5331884"/>
                  </a:lnTo>
                  <a:lnTo>
                    <a:pt x="2982401" y="5341350"/>
                  </a:lnTo>
                  <a:lnTo>
                    <a:pt x="3044160" y="5349791"/>
                  </a:lnTo>
                  <a:lnTo>
                    <a:pt x="3111179" y="5357337"/>
                  </a:lnTo>
                  <a:lnTo>
                    <a:pt x="3184151" y="5364097"/>
                  </a:lnTo>
                  <a:lnTo>
                    <a:pt x="3263456" y="5370163"/>
                  </a:lnTo>
                  <a:lnTo>
                    <a:pt x="3348975" y="5375599"/>
                  </a:lnTo>
                  <a:lnTo>
                    <a:pt x="3439872" y="5380443"/>
                  </a:lnTo>
                  <a:lnTo>
                    <a:pt x="3534384" y="5384709"/>
                  </a:lnTo>
                  <a:lnTo>
                    <a:pt x="3629695" y="5388395"/>
                  </a:lnTo>
                  <a:lnTo>
                    <a:pt x="3721999" y="5391485"/>
                  </a:lnTo>
                  <a:lnTo>
                    <a:pt x="3806865" y="5393970"/>
                  </a:lnTo>
                  <a:lnTo>
                    <a:pt x="3879909" y="5395858"/>
                  </a:lnTo>
                  <a:lnTo>
                    <a:pt x="3937685" y="5397185"/>
                  </a:lnTo>
                  <a:lnTo>
                    <a:pt x="3978510" y="5398023"/>
                  </a:lnTo>
                  <a:lnTo>
                    <a:pt x="4002966" y="5398475"/>
                  </a:lnTo>
                  <a:lnTo>
                    <a:pt x="4013948" y="5398658"/>
                  </a:lnTo>
                  <a:lnTo>
                    <a:pt x="4016409" y="5398695"/>
                  </a:lnTo>
                  <a:lnTo>
                    <a:pt x="4538543" y="5398695"/>
                  </a:lnTo>
                  <a:lnTo>
                    <a:pt x="4539363" y="5398589"/>
                  </a:lnTo>
                  <a:lnTo>
                    <a:pt x="4544780" y="5397835"/>
                  </a:lnTo>
                  <a:lnTo>
                    <a:pt x="4558507" y="5395751"/>
                  </a:lnTo>
                  <a:lnTo>
                    <a:pt x="4583225" y="5391645"/>
                  </a:lnTo>
                  <a:lnTo>
                    <a:pt x="4620418" y="5384861"/>
                  </a:lnTo>
                  <a:lnTo>
                    <a:pt x="4670260" y="5374846"/>
                  </a:lnTo>
                  <a:lnTo>
                    <a:pt x="4731662" y="5361192"/>
                  </a:lnTo>
                  <a:lnTo>
                    <a:pt x="4802519" y="5343660"/>
                  </a:lnTo>
                  <a:lnTo>
                    <a:pt x="4880097" y="5322168"/>
                  </a:lnTo>
                  <a:lnTo>
                    <a:pt x="4961474" y="5296745"/>
                  </a:lnTo>
                  <a:lnTo>
                    <a:pt x="5043923" y="5267469"/>
                  </a:lnTo>
                  <a:lnTo>
                    <a:pt x="5125171" y="5234412"/>
                  </a:lnTo>
                  <a:lnTo>
                    <a:pt x="5203525" y="5197583"/>
                  </a:lnTo>
                  <a:lnTo>
                    <a:pt x="5277879" y="5156895"/>
                  </a:lnTo>
                  <a:lnTo>
                    <a:pt x="5347648" y="5112144"/>
                  </a:lnTo>
                  <a:lnTo>
                    <a:pt x="5412666" y="5063000"/>
                  </a:lnTo>
                  <a:lnTo>
                    <a:pt x="5473076" y="5009008"/>
                  </a:lnTo>
                  <a:lnTo>
                    <a:pt x="5529242" y="4949596"/>
                  </a:lnTo>
                  <a:lnTo>
                    <a:pt x="5581659" y="4884093"/>
                  </a:lnTo>
                  <a:lnTo>
                    <a:pt x="5630905" y="4811760"/>
                  </a:lnTo>
                  <a:lnTo>
                    <a:pt x="5677583" y="4731841"/>
                  </a:lnTo>
                  <a:lnTo>
                    <a:pt x="5722288" y="4643646"/>
                  </a:lnTo>
                  <a:lnTo>
                    <a:pt x="5765570" y="4546693"/>
                  </a:lnTo>
                  <a:lnTo>
                    <a:pt x="5784835" y="4499854"/>
                  </a:lnTo>
                  <a:lnTo>
                    <a:pt x="5813054" y="4427239"/>
                  </a:lnTo>
                  <a:lnTo>
                    <a:pt x="5841040" y="4350601"/>
                  </a:lnTo>
                  <a:lnTo>
                    <a:pt x="5868896" y="4269860"/>
                  </a:lnTo>
                  <a:lnTo>
                    <a:pt x="5896710" y="4184973"/>
                  </a:lnTo>
                  <a:lnTo>
                    <a:pt x="5924554" y="4095934"/>
                  </a:lnTo>
                  <a:lnTo>
                    <a:pt x="5952487" y="4002780"/>
                  </a:lnTo>
                  <a:lnTo>
                    <a:pt x="5980553" y="3905591"/>
                  </a:lnTo>
                  <a:lnTo>
                    <a:pt x="6008786" y="3804496"/>
                  </a:lnTo>
                  <a:lnTo>
                    <a:pt x="6037208" y="3699670"/>
                  </a:lnTo>
                  <a:lnTo>
                    <a:pt x="6065832" y="3591339"/>
                  </a:lnTo>
                  <a:lnTo>
                    <a:pt x="6094658" y="3479776"/>
                  </a:lnTo>
                  <a:lnTo>
                    <a:pt x="6123679" y="3365303"/>
                  </a:lnTo>
                  <a:lnTo>
                    <a:pt x="6152881" y="3248282"/>
                  </a:lnTo>
                  <a:lnTo>
                    <a:pt x="6182240" y="3129119"/>
                  </a:lnTo>
                  <a:lnTo>
                    <a:pt x="6211728" y="3008251"/>
                  </a:lnTo>
                  <a:lnTo>
                    <a:pt x="6241312" y="2886146"/>
                  </a:lnTo>
                  <a:lnTo>
                    <a:pt x="6270954" y="2763290"/>
                  </a:lnTo>
                  <a:lnTo>
                    <a:pt x="6300617" y="2640184"/>
                  </a:lnTo>
                  <a:lnTo>
                    <a:pt x="6330259" y="2517332"/>
                  </a:lnTo>
                  <a:lnTo>
                    <a:pt x="6359842" y="2395234"/>
                  </a:lnTo>
                  <a:lnTo>
                    <a:pt x="6389329" y="2274377"/>
                  </a:lnTo>
                  <a:lnTo>
                    <a:pt x="6418687" y="2155227"/>
                  </a:lnTo>
                  <a:lnTo>
                    <a:pt x="6447888" y="2038223"/>
                  </a:lnTo>
                  <a:lnTo>
                    <a:pt x="6476908" y="1923769"/>
                  </a:lnTo>
                  <a:lnTo>
                    <a:pt x="6505733" y="1812228"/>
                  </a:lnTo>
                  <a:lnTo>
                    <a:pt x="6534355" y="1703921"/>
                  </a:lnTo>
                  <a:lnTo>
                    <a:pt x="6562776" y="1599121"/>
                  </a:lnTo>
                  <a:lnTo>
                    <a:pt x="6591008" y="1498052"/>
                  </a:lnTo>
                  <a:lnTo>
                    <a:pt x="6619073" y="1400891"/>
                  </a:lnTo>
                  <a:lnTo>
                    <a:pt x="6647004" y="1307766"/>
                  </a:lnTo>
                  <a:lnTo>
                    <a:pt x="6674848" y="1218756"/>
                  </a:lnTo>
                  <a:lnTo>
                    <a:pt x="6702662" y="1133898"/>
                  </a:lnTo>
                  <a:lnTo>
                    <a:pt x="6730518" y="1053187"/>
                  </a:lnTo>
                  <a:lnTo>
                    <a:pt x="6758505" y="976577"/>
                  </a:lnTo>
                  <a:lnTo>
                    <a:pt x="6786527" y="904488"/>
                  </a:lnTo>
                  <a:lnTo>
                    <a:pt x="6829322" y="803511"/>
                  </a:lnTo>
                  <a:lnTo>
                    <a:pt x="6873319" y="711390"/>
                  </a:lnTo>
                  <a:lnTo>
                    <a:pt x="6919032" y="627799"/>
                  </a:lnTo>
                  <a:lnTo>
                    <a:pt x="6967039" y="552121"/>
                  </a:lnTo>
                  <a:lnTo>
                    <a:pt x="7017946" y="483619"/>
                  </a:lnTo>
                  <a:lnTo>
                    <a:pt x="7072346" y="421536"/>
                  </a:lnTo>
                  <a:lnTo>
                    <a:pt x="7130779" y="365166"/>
                  </a:lnTo>
                  <a:lnTo>
                    <a:pt x="7193676" y="313890"/>
                  </a:lnTo>
                  <a:lnTo>
                    <a:pt x="7261293" y="267198"/>
                  </a:lnTo>
                  <a:lnTo>
                    <a:pt x="7333615" y="224702"/>
                  </a:lnTo>
                  <a:lnTo>
                    <a:pt x="7410261" y="186142"/>
                  </a:lnTo>
                  <a:lnTo>
                    <a:pt x="7490372" y="151381"/>
                  </a:lnTo>
                  <a:lnTo>
                    <a:pt x="7572524" y="120386"/>
                  </a:lnTo>
                  <a:lnTo>
                    <a:pt x="7654702" y="93207"/>
                  </a:lnTo>
                  <a:lnTo>
                    <a:pt x="7734359" y="69926"/>
                  </a:lnTo>
                  <a:lnTo>
                    <a:pt x="7808620" y="50602"/>
                  </a:lnTo>
                  <a:lnTo>
                    <a:pt x="7874614" y="35211"/>
                  </a:lnTo>
                  <a:lnTo>
                    <a:pt x="7929896" y="23588"/>
                  </a:lnTo>
                  <a:lnTo>
                    <a:pt x="7972876" y="15402"/>
                  </a:lnTo>
                  <a:lnTo>
                    <a:pt x="8003139" y="10159"/>
                  </a:lnTo>
                  <a:lnTo>
                    <a:pt x="8021580" y="7244"/>
                  </a:lnTo>
                  <a:lnTo>
                    <a:pt x="8030360" y="5974"/>
                  </a:lnTo>
                  <a:lnTo>
                    <a:pt x="8032819" y="5647"/>
                  </a:lnTo>
                  <a:lnTo>
                    <a:pt x="8554953" y="5647"/>
                  </a:lnTo>
                  <a:lnTo>
                    <a:pt x="8554953" y="0"/>
                  </a:lnTo>
                  <a:lnTo>
                    <a:pt x="8032819" y="0"/>
                  </a:lnTo>
                  <a:lnTo>
                    <a:pt x="8031999" y="105"/>
                  </a:lnTo>
                  <a:lnTo>
                    <a:pt x="8026582" y="860"/>
                  </a:lnTo>
                  <a:lnTo>
                    <a:pt x="8012855" y="2944"/>
                  </a:lnTo>
                  <a:lnTo>
                    <a:pt x="7988137" y="7050"/>
                  </a:lnTo>
                  <a:lnTo>
                    <a:pt x="7950944" y="13833"/>
                  </a:lnTo>
                  <a:lnTo>
                    <a:pt x="7901102" y="23848"/>
                  </a:lnTo>
                  <a:lnTo>
                    <a:pt x="7839700" y="37502"/>
                  </a:lnTo>
                  <a:lnTo>
                    <a:pt x="7768843" y="55034"/>
                  </a:lnTo>
                  <a:lnTo>
                    <a:pt x="7691265" y="76526"/>
                  </a:lnTo>
                  <a:lnTo>
                    <a:pt x="7609887" y="101950"/>
                  </a:lnTo>
                  <a:lnTo>
                    <a:pt x="7527439" y="131226"/>
                  </a:lnTo>
                  <a:lnTo>
                    <a:pt x="7446191" y="164283"/>
                  </a:lnTo>
                  <a:lnTo>
                    <a:pt x="7367837" y="201112"/>
                  </a:lnTo>
                  <a:lnTo>
                    <a:pt x="7293483" y="241800"/>
                  </a:lnTo>
                  <a:lnTo>
                    <a:pt x="7223713" y="286551"/>
                  </a:lnTo>
                  <a:lnTo>
                    <a:pt x="7158696" y="335695"/>
                  </a:lnTo>
                  <a:lnTo>
                    <a:pt x="7098285" y="389687"/>
                  </a:lnTo>
                  <a:lnTo>
                    <a:pt x="7042120" y="449099"/>
                  </a:lnTo>
                  <a:lnTo>
                    <a:pt x="6989703" y="514601"/>
                  </a:lnTo>
                  <a:lnTo>
                    <a:pt x="6940457" y="586934"/>
                  </a:lnTo>
                  <a:lnTo>
                    <a:pt x="6893779" y="666854"/>
                  </a:lnTo>
                  <a:lnTo>
                    <a:pt x="6849074" y="755049"/>
                  </a:lnTo>
                  <a:lnTo>
                    <a:pt x="6805792" y="852001"/>
                  </a:lnTo>
                  <a:lnTo>
                    <a:pt x="6786527" y="898841"/>
                  </a:lnTo>
                  <a:lnTo>
                    <a:pt x="6758308" y="971456"/>
                  </a:lnTo>
                  <a:lnTo>
                    <a:pt x="6730322" y="1048094"/>
                  </a:lnTo>
                  <a:lnTo>
                    <a:pt x="6702466" y="1128834"/>
                  </a:lnTo>
                  <a:lnTo>
                    <a:pt x="6674652" y="1213721"/>
                  </a:lnTo>
                  <a:lnTo>
                    <a:pt x="6646808" y="1302760"/>
                  </a:lnTo>
                  <a:lnTo>
                    <a:pt x="6618875" y="1395915"/>
                  </a:lnTo>
                  <a:lnTo>
                    <a:pt x="6590809" y="1493104"/>
                  </a:lnTo>
                  <a:lnTo>
                    <a:pt x="6562576" y="1594199"/>
                  </a:lnTo>
                  <a:lnTo>
                    <a:pt x="6534154" y="1699025"/>
                  </a:lnTo>
                  <a:lnTo>
                    <a:pt x="6505530" y="1807356"/>
                  </a:lnTo>
                  <a:lnTo>
                    <a:pt x="6476704" y="1918918"/>
                  </a:lnTo>
                  <a:lnTo>
                    <a:pt x="6447683" y="2033392"/>
                  </a:lnTo>
                  <a:lnTo>
                    <a:pt x="6418481" y="2150413"/>
                  </a:lnTo>
                  <a:lnTo>
                    <a:pt x="6389122" y="2269576"/>
                  </a:lnTo>
                  <a:lnTo>
                    <a:pt x="6359634" y="2390443"/>
                  </a:lnTo>
                  <a:lnTo>
                    <a:pt x="6330050" y="2512549"/>
                  </a:lnTo>
                  <a:lnTo>
                    <a:pt x="6300408" y="2635404"/>
                  </a:lnTo>
                  <a:lnTo>
                    <a:pt x="6270745" y="2758510"/>
                  </a:lnTo>
                  <a:lnTo>
                    <a:pt x="6241103" y="2881362"/>
                  </a:lnTo>
                  <a:lnTo>
                    <a:pt x="6211520" y="3003460"/>
                  </a:lnTo>
                  <a:lnTo>
                    <a:pt x="6182033" y="3124317"/>
                  </a:lnTo>
                  <a:lnTo>
                    <a:pt x="6152674" y="3243467"/>
                  </a:lnTo>
                  <a:lnTo>
                    <a:pt x="6123474" y="3360471"/>
                  </a:lnTo>
                  <a:lnTo>
                    <a:pt x="6094454" y="3474926"/>
                  </a:lnTo>
                  <a:lnTo>
                    <a:pt x="6065629" y="3586466"/>
                  </a:lnTo>
                  <a:lnTo>
                    <a:pt x="6037007" y="3694774"/>
                  </a:lnTo>
                  <a:lnTo>
                    <a:pt x="6008586" y="3799574"/>
                  </a:lnTo>
                  <a:lnTo>
                    <a:pt x="5980354" y="3900642"/>
                  </a:lnTo>
                  <a:lnTo>
                    <a:pt x="5952289" y="3997803"/>
                  </a:lnTo>
                  <a:lnTo>
                    <a:pt x="5924358" y="4090929"/>
                  </a:lnTo>
                  <a:lnTo>
                    <a:pt x="5896514" y="4179939"/>
                  </a:lnTo>
                  <a:lnTo>
                    <a:pt x="5868700" y="4264796"/>
                  </a:lnTo>
                  <a:lnTo>
                    <a:pt x="5840844" y="4345508"/>
                  </a:lnTo>
                  <a:lnTo>
                    <a:pt x="5812856" y="4422117"/>
                  </a:lnTo>
                  <a:lnTo>
                    <a:pt x="5784835" y="4494207"/>
                  </a:lnTo>
                  <a:lnTo>
                    <a:pt x="5742040" y="4595183"/>
                  </a:lnTo>
                  <a:lnTo>
                    <a:pt x="5698043" y="4687305"/>
                  </a:lnTo>
                  <a:lnTo>
                    <a:pt x="5652330" y="4770896"/>
                  </a:lnTo>
                  <a:lnTo>
                    <a:pt x="5604323" y="4846573"/>
                  </a:lnTo>
                  <a:lnTo>
                    <a:pt x="5553416" y="4915076"/>
                  </a:lnTo>
                  <a:lnTo>
                    <a:pt x="5499016" y="4977158"/>
                  </a:lnTo>
                  <a:lnTo>
                    <a:pt x="5440583" y="5033528"/>
                  </a:lnTo>
                  <a:lnTo>
                    <a:pt x="5377686" y="5084805"/>
                  </a:lnTo>
                  <a:lnTo>
                    <a:pt x="5310069" y="5131497"/>
                  </a:lnTo>
                  <a:lnTo>
                    <a:pt x="5237747" y="5173993"/>
                  </a:lnTo>
                  <a:lnTo>
                    <a:pt x="5161101" y="5212552"/>
                  </a:lnTo>
                  <a:lnTo>
                    <a:pt x="5080990" y="5247314"/>
                  </a:lnTo>
                  <a:lnTo>
                    <a:pt x="4998838" y="5278309"/>
                  </a:lnTo>
                  <a:lnTo>
                    <a:pt x="4916660" y="5305488"/>
                  </a:lnTo>
                  <a:lnTo>
                    <a:pt x="4837003" y="5328769"/>
                  </a:lnTo>
                  <a:lnTo>
                    <a:pt x="4762742" y="5348092"/>
                  </a:lnTo>
                  <a:lnTo>
                    <a:pt x="4696748" y="5363483"/>
                  </a:lnTo>
                  <a:lnTo>
                    <a:pt x="4641466" y="5375106"/>
                  </a:lnTo>
                  <a:lnTo>
                    <a:pt x="4598485" y="5383293"/>
                  </a:lnTo>
                  <a:lnTo>
                    <a:pt x="4568223" y="5388535"/>
                  </a:lnTo>
                  <a:lnTo>
                    <a:pt x="4549782" y="5391450"/>
                  </a:lnTo>
                  <a:lnTo>
                    <a:pt x="4541002" y="5392721"/>
                  </a:lnTo>
                  <a:lnTo>
                    <a:pt x="4538543" y="5393048"/>
                  </a:lnTo>
                  <a:lnTo>
                    <a:pt x="4016409" y="5393048"/>
                  </a:lnTo>
                  <a:lnTo>
                    <a:pt x="4015146" y="5393029"/>
                  </a:lnTo>
                  <a:lnTo>
                    <a:pt x="4006885" y="5392895"/>
                  </a:lnTo>
                  <a:lnTo>
                    <a:pt x="3986229" y="5392523"/>
                  </a:lnTo>
                  <a:lnTo>
                    <a:pt x="3949731" y="5391794"/>
                  </a:lnTo>
                  <a:lnTo>
                    <a:pt x="3896205" y="5390600"/>
                  </a:lnTo>
                  <a:lnTo>
                    <a:pt x="3826786" y="5388861"/>
                  </a:lnTo>
                  <a:lnTo>
                    <a:pt x="3744542" y="5386530"/>
                  </a:lnTo>
                  <a:lnTo>
                    <a:pt x="3653702" y="5383593"/>
                  </a:lnTo>
                  <a:lnTo>
                    <a:pt x="3558763" y="5380058"/>
                  </a:lnTo>
                  <a:lnTo>
                    <a:pt x="3463737" y="5375939"/>
                  </a:lnTo>
                  <a:lnTo>
                    <a:pt x="3371710" y="5371243"/>
                  </a:lnTo>
                  <a:lnTo>
                    <a:pt x="3284706" y="5365961"/>
                  </a:lnTo>
                  <a:lnTo>
                    <a:pt x="3203779" y="5360061"/>
                  </a:lnTo>
                  <a:lnTo>
                    <a:pt x="3129211" y="5353485"/>
                  </a:lnTo>
                  <a:lnTo>
                    <a:pt x="3060729" y="5346150"/>
                  </a:lnTo>
                  <a:lnTo>
                    <a:pt x="2997706" y="5337949"/>
                  </a:lnTo>
                  <a:lnTo>
                    <a:pt x="2939307" y="5328757"/>
                  </a:lnTo>
                  <a:lnTo>
                    <a:pt x="2884608" y="5318440"/>
                  </a:lnTo>
                  <a:lnTo>
                    <a:pt x="2832679" y="5306873"/>
                  </a:lnTo>
                  <a:lnTo>
                    <a:pt x="2782662" y="5293968"/>
                  </a:lnTo>
                  <a:lnTo>
                    <a:pt x="2770117" y="5290458"/>
                  </a:lnTo>
                  <a:lnTo>
                    <a:pt x="2717908" y="5274703"/>
                  </a:lnTo>
                  <a:lnTo>
                    <a:pt x="2666205" y="5257341"/>
                  </a:lnTo>
                  <a:lnTo>
                    <a:pt x="2614475" y="5238347"/>
                  </a:lnTo>
                  <a:lnTo>
                    <a:pt x="2562355" y="5217753"/>
                  </a:lnTo>
                  <a:lnTo>
                    <a:pt x="2509629" y="5195653"/>
                  </a:lnTo>
                  <a:lnTo>
                    <a:pt x="2456211" y="5172206"/>
                  </a:lnTo>
                  <a:lnTo>
                    <a:pt x="2402132" y="5147636"/>
                  </a:lnTo>
                  <a:lnTo>
                    <a:pt x="2347513" y="5122225"/>
                  </a:lnTo>
                  <a:lnTo>
                    <a:pt x="2292550" y="5096302"/>
                  </a:lnTo>
                  <a:lnTo>
                    <a:pt x="2237480" y="5070224"/>
                  </a:lnTo>
                  <a:lnTo>
                    <a:pt x="2182555" y="5044357"/>
                  </a:lnTo>
                  <a:lnTo>
                    <a:pt x="2128008" y="5019056"/>
                  </a:lnTo>
                  <a:lnTo>
                    <a:pt x="2074025" y="4994643"/>
                  </a:lnTo>
                  <a:lnTo>
                    <a:pt x="2020715" y="4971391"/>
                  </a:lnTo>
                  <a:lnTo>
                    <a:pt x="1968092" y="4949515"/>
                  </a:lnTo>
                  <a:lnTo>
                    <a:pt x="1916049" y="4929164"/>
                  </a:lnTo>
                  <a:lnTo>
                    <a:pt x="1864351" y="4910422"/>
                  </a:lnTo>
                  <a:lnTo>
                    <a:pt x="1812610" y="4893311"/>
                  </a:lnTo>
                  <a:lnTo>
                    <a:pt x="1768425" y="4880097"/>
                  </a:lnTo>
                  <a:lnTo>
                    <a:pt x="1718776" y="4866845"/>
                  </a:lnTo>
                  <a:lnTo>
                    <a:pt x="1667411" y="4854942"/>
                  </a:lnTo>
                  <a:lnTo>
                    <a:pt x="1613506" y="4844318"/>
                  </a:lnTo>
                  <a:lnTo>
                    <a:pt x="1556141" y="4834851"/>
                  </a:lnTo>
                  <a:lnTo>
                    <a:pt x="1494382" y="4826410"/>
                  </a:lnTo>
                  <a:lnTo>
                    <a:pt x="1427364" y="4818865"/>
                  </a:lnTo>
                  <a:lnTo>
                    <a:pt x="1354391" y="4812104"/>
                  </a:lnTo>
                  <a:lnTo>
                    <a:pt x="1275086" y="4806038"/>
                  </a:lnTo>
                  <a:lnTo>
                    <a:pt x="1189567" y="4800602"/>
                  </a:lnTo>
                  <a:lnTo>
                    <a:pt x="1098670" y="4795759"/>
                  </a:lnTo>
                  <a:lnTo>
                    <a:pt x="1004158" y="4791492"/>
                  </a:lnTo>
                  <a:lnTo>
                    <a:pt x="908847" y="4787806"/>
                  </a:lnTo>
                  <a:lnTo>
                    <a:pt x="816543" y="4784716"/>
                  </a:lnTo>
                  <a:lnTo>
                    <a:pt x="731677" y="4782231"/>
                  </a:lnTo>
                  <a:lnTo>
                    <a:pt x="658633" y="4780344"/>
                  </a:lnTo>
                  <a:lnTo>
                    <a:pt x="600857" y="4779017"/>
                  </a:lnTo>
                  <a:lnTo>
                    <a:pt x="560032" y="4778178"/>
                  </a:lnTo>
                  <a:lnTo>
                    <a:pt x="535577" y="4777727"/>
                  </a:lnTo>
                  <a:lnTo>
                    <a:pt x="524594" y="4777544"/>
                  </a:lnTo>
                  <a:lnTo>
                    <a:pt x="522133" y="4777506"/>
                  </a:lnTo>
                  <a:lnTo>
                    <a:pt x="0" y="4777506"/>
                  </a:lnTo>
                  <a:close/>
                </a:path>
              </a:pathLst>
            </a:custGeom>
            <a:solidFill>
              <a:srgbClr val="D9B26F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1605" name="pl1605"/>
            <p:cNvSpPr/>
            <p:nvPr/>
          </p:nvSpPr>
          <p:spPr>
            <a:xfrm>
              <a:off x="386606" y="536120"/>
              <a:ext cx="8554953" cy="5393048"/>
            </a:xfrm>
            <a:custGeom>
              <a:avLst/>
              <a:pathLst>
                <a:path w="8554953" h="5393048">
                  <a:moveTo>
                    <a:pt x="0" y="4777506"/>
                  </a:moveTo>
                  <a:lnTo>
                    <a:pt x="522133" y="4777506"/>
                  </a:lnTo>
                  <a:lnTo>
                    <a:pt x="523397" y="4777525"/>
                  </a:lnTo>
                  <a:lnTo>
                    <a:pt x="531658" y="4777659"/>
                  </a:lnTo>
                  <a:lnTo>
                    <a:pt x="552313" y="4778031"/>
                  </a:lnTo>
                  <a:lnTo>
                    <a:pt x="588811" y="4778760"/>
                  </a:lnTo>
                  <a:lnTo>
                    <a:pt x="642337" y="4779954"/>
                  </a:lnTo>
                  <a:lnTo>
                    <a:pt x="711756" y="4781694"/>
                  </a:lnTo>
                  <a:lnTo>
                    <a:pt x="794000" y="4784024"/>
                  </a:lnTo>
                  <a:lnTo>
                    <a:pt x="884840" y="4786961"/>
                  </a:lnTo>
                  <a:lnTo>
                    <a:pt x="979779" y="4790496"/>
                  </a:lnTo>
                  <a:lnTo>
                    <a:pt x="1074805" y="4794615"/>
                  </a:lnTo>
                  <a:lnTo>
                    <a:pt x="1166832" y="4799311"/>
                  </a:lnTo>
                  <a:lnTo>
                    <a:pt x="1253836" y="4804593"/>
                  </a:lnTo>
                  <a:lnTo>
                    <a:pt x="1334763" y="4810493"/>
                  </a:lnTo>
                  <a:lnTo>
                    <a:pt x="1409332" y="4817069"/>
                  </a:lnTo>
                  <a:lnTo>
                    <a:pt x="1477813" y="4824404"/>
                  </a:lnTo>
                  <a:lnTo>
                    <a:pt x="1540837" y="4832605"/>
                  </a:lnTo>
                  <a:lnTo>
                    <a:pt x="1599235" y="4841798"/>
                  </a:lnTo>
                  <a:lnTo>
                    <a:pt x="1653934" y="4852114"/>
                  </a:lnTo>
                  <a:lnTo>
                    <a:pt x="1705863" y="4863681"/>
                  </a:lnTo>
                  <a:lnTo>
                    <a:pt x="1755880" y="4876586"/>
                  </a:lnTo>
                  <a:lnTo>
                    <a:pt x="1768425" y="4880097"/>
                  </a:lnTo>
                  <a:lnTo>
                    <a:pt x="1820634" y="4895851"/>
                  </a:lnTo>
                  <a:lnTo>
                    <a:pt x="1872337" y="4913213"/>
                  </a:lnTo>
                  <a:lnTo>
                    <a:pt x="1924067" y="4932207"/>
                  </a:lnTo>
                  <a:lnTo>
                    <a:pt x="1976187" y="4952801"/>
                  </a:lnTo>
                  <a:lnTo>
                    <a:pt x="2028913" y="4974901"/>
                  </a:lnTo>
                  <a:lnTo>
                    <a:pt x="2082331" y="4998348"/>
                  </a:lnTo>
                  <a:lnTo>
                    <a:pt x="2136410" y="5022918"/>
                  </a:lnTo>
                  <a:lnTo>
                    <a:pt x="2191029" y="5048329"/>
                  </a:lnTo>
                  <a:lnTo>
                    <a:pt x="2245993" y="5074252"/>
                  </a:lnTo>
                  <a:lnTo>
                    <a:pt x="2301062" y="5100330"/>
                  </a:lnTo>
                  <a:lnTo>
                    <a:pt x="2355987" y="5126197"/>
                  </a:lnTo>
                  <a:lnTo>
                    <a:pt x="2410534" y="5151498"/>
                  </a:lnTo>
                  <a:lnTo>
                    <a:pt x="2464517" y="5175911"/>
                  </a:lnTo>
                  <a:lnTo>
                    <a:pt x="2517827" y="5199163"/>
                  </a:lnTo>
                  <a:lnTo>
                    <a:pt x="2570451" y="5221039"/>
                  </a:lnTo>
                  <a:lnTo>
                    <a:pt x="2622493" y="5241390"/>
                  </a:lnTo>
                  <a:lnTo>
                    <a:pt x="2674191" y="5260132"/>
                  </a:lnTo>
                  <a:lnTo>
                    <a:pt x="2725932" y="5277243"/>
                  </a:lnTo>
                  <a:lnTo>
                    <a:pt x="2770117" y="5290458"/>
                  </a:lnTo>
                  <a:lnTo>
                    <a:pt x="2819766" y="5303710"/>
                  </a:lnTo>
                  <a:lnTo>
                    <a:pt x="2871131" y="5315612"/>
                  </a:lnTo>
                  <a:lnTo>
                    <a:pt x="2925036" y="5326236"/>
                  </a:lnTo>
                  <a:lnTo>
                    <a:pt x="2982401" y="5335703"/>
                  </a:lnTo>
                  <a:lnTo>
                    <a:pt x="3044160" y="5344144"/>
                  </a:lnTo>
                  <a:lnTo>
                    <a:pt x="3111179" y="5351689"/>
                  </a:lnTo>
                  <a:lnTo>
                    <a:pt x="3184151" y="5358450"/>
                  </a:lnTo>
                  <a:lnTo>
                    <a:pt x="3263456" y="5364516"/>
                  </a:lnTo>
                  <a:lnTo>
                    <a:pt x="3348975" y="5369952"/>
                  </a:lnTo>
                  <a:lnTo>
                    <a:pt x="3439872" y="5374795"/>
                  </a:lnTo>
                  <a:lnTo>
                    <a:pt x="3534384" y="5379062"/>
                  </a:lnTo>
                  <a:lnTo>
                    <a:pt x="3629695" y="5382748"/>
                  </a:lnTo>
                  <a:lnTo>
                    <a:pt x="3721999" y="5385838"/>
                  </a:lnTo>
                  <a:lnTo>
                    <a:pt x="3806865" y="5388323"/>
                  </a:lnTo>
                  <a:lnTo>
                    <a:pt x="3879909" y="5390210"/>
                  </a:lnTo>
                  <a:lnTo>
                    <a:pt x="3937685" y="5391537"/>
                  </a:lnTo>
                  <a:lnTo>
                    <a:pt x="3978510" y="5392376"/>
                  </a:lnTo>
                  <a:lnTo>
                    <a:pt x="4002966" y="5392827"/>
                  </a:lnTo>
                  <a:lnTo>
                    <a:pt x="4013948" y="5393011"/>
                  </a:lnTo>
                  <a:lnTo>
                    <a:pt x="4016387" y="5393048"/>
                  </a:lnTo>
                  <a:lnTo>
                    <a:pt x="4016409" y="5393048"/>
                  </a:lnTo>
                  <a:lnTo>
                    <a:pt x="4538543" y="5393048"/>
                  </a:lnTo>
                  <a:lnTo>
                    <a:pt x="4539363" y="5392942"/>
                  </a:lnTo>
                  <a:lnTo>
                    <a:pt x="4544780" y="5392188"/>
                  </a:lnTo>
                  <a:lnTo>
                    <a:pt x="4558507" y="5390104"/>
                  </a:lnTo>
                  <a:lnTo>
                    <a:pt x="4583225" y="5385997"/>
                  </a:lnTo>
                  <a:lnTo>
                    <a:pt x="4620418" y="5379214"/>
                  </a:lnTo>
                  <a:lnTo>
                    <a:pt x="4670260" y="5369199"/>
                  </a:lnTo>
                  <a:lnTo>
                    <a:pt x="4731662" y="5355545"/>
                  </a:lnTo>
                  <a:lnTo>
                    <a:pt x="4802519" y="5338013"/>
                  </a:lnTo>
                  <a:lnTo>
                    <a:pt x="4880097" y="5316521"/>
                  </a:lnTo>
                  <a:lnTo>
                    <a:pt x="4961474" y="5291097"/>
                  </a:lnTo>
                  <a:lnTo>
                    <a:pt x="5043923" y="5261822"/>
                  </a:lnTo>
                  <a:lnTo>
                    <a:pt x="5125171" y="5228765"/>
                  </a:lnTo>
                  <a:lnTo>
                    <a:pt x="5203525" y="5191936"/>
                  </a:lnTo>
                  <a:lnTo>
                    <a:pt x="5277879" y="5151248"/>
                  </a:lnTo>
                  <a:lnTo>
                    <a:pt x="5347648" y="5106497"/>
                  </a:lnTo>
                  <a:lnTo>
                    <a:pt x="5412666" y="5057353"/>
                  </a:lnTo>
                  <a:lnTo>
                    <a:pt x="5473076" y="5003361"/>
                  </a:lnTo>
                  <a:lnTo>
                    <a:pt x="5529242" y="4943949"/>
                  </a:lnTo>
                  <a:lnTo>
                    <a:pt x="5581659" y="4878446"/>
                  </a:lnTo>
                  <a:lnTo>
                    <a:pt x="5630905" y="4806113"/>
                  </a:lnTo>
                  <a:lnTo>
                    <a:pt x="5677583" y="4726193"/>
                  </a:lnTo>
                  <a:lnTo>
                    <a:pt x="5722288" y="4637999"/>
                  </a:lnTo>
                  <a:lnTo>
                    <a:pt x="5765570" y="4541046"/>
                  </a:lnTo>
                  <a:lnTo>
                    <a:pt x="5784835" y="4494207"/>
                  </a:lnTo>
                  <a:lnTo>
                    <a:pt x="5813054" y="4421592"/>
                  </a:lnTo>
                  <a:lnTo>
                    <a:pt x="5841040" y="4344954"/>
                  </a:lnTo>
                  <a:lnTo>
                    <a:pt x="5868896" y="4264213"/>
                  </a:lnTo>
                  <a:lnTo>
                    <a:pt x="5896710" y="4179326"/>
                  </a:lnTo>
                  <a:lnTo>
                    <a:pt x="5924554" y="4090287"/>
                  </a:lnTo>
                  <a:lnTo>
                    <a:pt x="5952487" y="3997133"/>
                  </a:lnTo>
                  <a:lnTo>
                    <a:pt x="5980553" y="3899944"/>
                  </a:lnTo>
                  <a:lnTo>
                    <a:pt x="6008786" y="3798848"/>
                  </a:lnTo>
                  <a:lnTo>
                    <a:pt x="6037208" y="3694023"/>
                  </a:lnTo>
                  <a:lnTo>
                    <a:pt x="6065832" y="3585692"/>
                  </a:lnTo>
                  <a:lnTo>
                    <a:pt x="6094658" y="3474129"/>
                  </a:lnTo>
                  <a:lnTo>
                    <a:pt x="6123679" y="3359655"/>
                  </a:lnTo>
                  <a:lnTo>
                    <a:pt x="6152881" y="3242635"/>
                  </a:lnTo>
                  <a:lnTo>
                    <a:pt x="6182240" y="3123471"/>
                  </a:lnTo>
                  <a:lnTo>
                    <a:pt x="6211728" y="3002604"/>
                  </a:lnTo>
                  <a:lnTo>
                    <a:pt x="6241312" y="2880499"/>
                  </a:lnTo>
                  <a:lnTo>
                    <a:pt x="6270954" y="2757643"/>
                  </a:lnTo>
                  <a:lnTo>
                    <a:pt x="6300617" y="2634537"/>
                  </a:lnTo>
                  <a:lnTo>
                    <a:pt x="6330259" y="2511685"/>
                  </a:lnTo>
                  <a:lnTo>
                    <a:pt x="6359842" y="2389587"/>
                  </a:lnTo>
                  <a:lnTo>
                    <a:pt x="6389329" y="2268730"/>
                  </a:lnTo>
                  <a:lnTo>
                    <a:pt x="6418687" y="2149580"/>
                  </a:lnTo>
                  <a:lnTo>
                    <a:pt x="6447888" y="2032576"/>
                  </a:lnTo>
                  <a:lnTo>
                    <a:pt x="6476908" y="1918122"/>
                  </a:lnTo>
                  <a:lnTo>
                    <a:pt x="6505733" y="1806581"/>
                  </a:lnTo>
                  <a:lnTo>
                    <a:pt x="6534355" y="1698274"/>
                  </a:lnTo>
                  <a:lnTo>
                    <a:pt x="6562776" y="1593474"/>
                  </a:lnTo>
                  <a:lnTo>
                    <a:pt x="6591008" y="1492405"/>
                  </a:lnTo>
                  <a:lnTo>
                    <a:pt x="6619073" y="1395244"/>
                  </a:lnTo>
                  <a:lnTo>
                    <a:pt x="6647004" y="1302119"/>
                  </a:lnTo>
                  <a:lnTo>
                    <a:pt x="6674848" y="1213109"/>
                  </a:lnTo>
                  <a:lnTo>
                    <a:pt x="6702662" y="1128251"/>
                  </a:lnTo>
                  <a:lnTo>
                    <a:pt x="6730518" y="1047540"/>
                  </a:lnTo>
                  <a:lnTo>
                    <a:pt x="6758505" y="970930"/>
                  </a:lnTo>
                  <a:lnTo>
                    <a:pt x="6786527" y="898841"/>
                  </a:lnTo>
                  <a:lnTo>
                    <a:pt x="6829322" y="797864"/>
                  </a:lnTo>
                  <a:lnTo>
                    <a:pt x="6873319" y="705743"/>
                  </a:lnTo>
                  <a:lnTo>
                    <a:pt x="6919032" y="622152"/>
                  </a:lnTo>
                  <a:lnTo>
                    <a:pt x="6967039" y="546474"/>
                  </a:lnTo>
                  <a:lnTo>
                    <a:pt x="7017946" y="477972"/>
                  </a:lnTo>
                  <a:lnTo>
                    <a:pt x="7072346" y="415889"/>
                  </a:lnTo>
                  <a:lnTo>
                    <a:pt x="7130779" y="359519"/>
                  </a:lnTo>
                  <a:lnTo>
                    <a:pt x="7193676" y="308243"/>
                  </a:lnTo>
                  <a:lnTo>
                    <a:pt x="7261293" y="261551"/>
                  </a:lnTo>
                  <a:lnTo>
                    <a:pt x="7333615" y="219055"/>
                  </a:lnTo>
                  <a:lnTo>
                    <a:pt x="7410261" y="180495"/>
                  </a:lnTo>
                  <a:lnTo>
                    <a:pt x="7490372" y="145733"/>
                  </a:lnTo>
                  <a:lnTo>
                    <a:pt x="7572524" y="114739"/>
                  </a:lnTo>
                  <a:lnTo>
                    <a:pt x="7654702" y="87560"/>
                  </a:lnTo>
                  <a:lnTo>
                    <a:pt x="7734359" y="64279"/>
                  </a:lnTo>
                  <a:lnTo>
                    <a:pt x="7808620" y="44955"/>
                  </a:lnTo>
                  <a:lnTo>
                    <a:pt x="7874614" y="29564"/>
                  </a:lnTo>
                  <a:lnTo>
                    <a:pt x="7929896" y="17941"/>
                  </a:lnTo>
                  <a:lnTo>
                    <a:pt x="7972876" y="9755"/>
                  </a:lnTo>
                  <a:lnTo>
                    <a:pt x="8003139" y="4512"/>
                  </a:lnTo>
                  <a:lnTo>
                    <a:pt x="8021580" y="1597"/>
                  </a:lnTo>
                  <a:lnTo>
                    <a:pt x="8030360" y="327"/>
                  </a:lnTo>
                  <a:lnTo>
                    <a:pt x="8032741" y="9"/>
                  </a:lnTo>
                  <a:lnTo>
                    <a:pt x="8032819" y="0"/>
                  </a:lnTo>
                  <a:lnTo>
                    <a:pt x="8554953" y="0"/>
                  </a:lnTo>
                  <a:lnTo>
                    <a:pt x="8554953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606" name="pl1606"/>
            <p:cNvSpPr/>
            <p:nvPr/>
          </p:nvSpPr>
          <p:spPr>
            <a:xfrm>
              <a:off x="386606" y="530473"/>
              <a:ext cx="8554953" cy="5393048"/>
            </a:xfrm>
            <a:custGeom>
              <a:avLst/>
              <a:pathLst>
                <a:path w="8554953" h="5393048">
                  <a:moveTo>
                    <a:pt x="8554953" y="0"/>
                  </a:moveTo>
                  <a:lnTo>
                    <a:pt x="8032819" y="0"/>
                  </a:lnTo>
                  <a:lnTo>
                    <a:pt x="8031999" y="105"/>
                  </a:lnTo>
                  <a:lnTo>
                    <a:pt x="8026582" y="860"/>
                  </a:lnTo>
                  <a:lnTo>
                    <a:pt x="8012855" y="2944"/>
                  </a:lnTo>
                  <a:lnTo>
                    <a:pt x="7988137" y="7050"/>
                  </a:lnTo>
                  <a:lnTo>
                    <a:pt x="7950944" y="13833"/>
                  </a:lnTo>
                  <a:lnTo>
                    <a:pt x="7901102" y="23848"/>
                  </a:lnTo>
                  <a:lnTo>
                    <a:pt x="7839700" y="37502"/>
                  </a:lnTo>
                  <a:lnTo>
                    <a:pt x="7768843" y="55034"/>
                  </a:lnTo>
                  <a:lnTo>
                    <a:pt x="7691265" y="76526"/>
                  </a:lnTo>
                  <a:lnTo>
                    <a:pt x="7609887" y="101950"/>
                  </a:lnTo>
                  <a:lnTo>
                    <a:pt x="7527439" y="131226"/>
                  </a:lnTo>
                  <a:lnTo>
                    <a:pt x="7446191" y="164283"/>
                  </a:lnTo>
                  <a:lnTo>
                    <a:pt x="7367837" y="201112"/>
                  </a:lnTo>
                  <a:lnTo>
                    <a:pt x="7293483" y="241800"/>
                  </a:lnTo>
                  <a:lnTo>
                    <a:pt x="7223713" y="286551"/>
                  </a:lnTo>
                  <a:lnTo>
                    <a:pt x="7158696" y="335695"/>
                  </a:lnTo>
                  <a:lnTo>
                    <a:pt x="7098285" y="389687"/>
                  </a:lnTo>
                  <a:lnTo>
                    <a:pt x="7042120" y="449099"/>
                  </a:lnTo>
                  <a:lnTo>
                    <a:pt x="6989703" y="514601"/>
                  </a:lnTo>
                  <a:lnTo>
                    <a:pt x="6940457" y="586934"/>
                  </a:lnTo>
                  <a:lnTo>
                    <a:pt x="6893779" y="666854"/>
                  </a:lnTo>
                  <a:lnTo>
                    <a:pt x="6849074" y="755049"/>
                  </a:lnTo>
                  <a:lnTo>
                    <a:pt x="6805792" y="852001"/>
                  </a:lnTo>
                  <a:lnTo>
                    <a:pt x="6786527" y="898841"/>
                  </a:lnTo>
                  <a:lnTo>
                    <a:pt x="6758308" y="971456"/>
                  </a:lnTo>
                  <a:lnTo>
                    <a:pt x="6730322" y="1048094"/>
                  </a:lnTo>
                  <a:lnTo>
                    <a:pt x="6702466" y="1128834"/>
                  </a:lnTo>
                  <a:lnTo>
                    <a:pt x="6674652" y="1213721"/>
                  </a:lnTo>
                  <a:lnTo>
                    <a:pt x="6646808" y="1302760"/>
                  </a:lnTo>
                  <a:lnTo>
                    <a:pt x="6618875" y="1395915"/>
                  </a:lnTo>
                  <a:lnTo>
                    <a:pt x="6590809" y="1493104"/>
                  </a:lnTo>
                  <a:lnTo>
                    <a:pt x="6562576" y="1594199"/>
                  </a:lnTo>
                  <a:lnTo>
                    <a:pt x="6534154" y="1699025"/>
                  </a:lnTo>
                  <a:lnTo>
                    <a:pt x="6505530" y="1807356"/>
                  </a:lnTo>
                  <a:lnTo>
                    <a:pt x="6476704" y="1918918"/>
                  </a:lnTo>
                  <a:lnTo>
                    <a:pt x="6447683" y="2033392"/>
                  </a:lnTo>
                  <a:lnTo>
                    <a:pt x="6418481" y="2150413"/>
                  </a:lnTo>
                  <a:lnTo>
                    <a:pt x="6389122" y="2269576"/>
                  </a:lnTo>
                  <a:lnTo>
                    <a:pt x="6359634" y="2390443"/>
                  </a:lnTo>
                  <a:lnTo>
                    <a:pt x="6330050" y="2512549"/>
                  </a:lnTo>
                  <a:lnTo>
                    <a:pt x="6300408" y="2635404"/>
                  </a:lnTo>
                  <a:lnTo>
                    <a:pt x="6270745" y="2758510"/>
                  </a:lnTo>
                  <a:lnTo>
                    <a:pt x="6241103" y="2881362"/>
                  </a:lnTo>
                  <a:lnTo>
                    <a:pt x="6211520" y="3003460"/>
                  </a:lnTo>
                  <a:lnTo>
                    <a:pt x="6182033" y="3124317"/>
                  </a:lnTo>
                  <a:lnTo>
                    <a:pt x="6152674" y="3243467"/>
                  </a:lnTo>
                  <a:lnTo>
                    <a:pt x="6123474" y="3360471"/>
                  </a:lnTo>
                  <a:lnTo>
                    <a:pt x="6094454" y="3474926"/>
                  </a:lnTo>
                  <a:lnTo>
                    <a:pt x="6065629" y="3586466"/>
                  </a:lnTo>
                  <a:lnTo>
                    <a:pt x="6037007" y="3694774"/>
                  </a:lnTo>
                  <a:lnTo>
                    <a:pt x="6008586" y="3799574"/>
                  </a:lnTo>
                  <a:lnTo>
                    <a:pt x="5980354" y="3900642"/>
                  </a:lnTo>
                  <a:lnTo>
                    <a:pt x="5952289" y="3997803"/>
                  </a:lnTo>
                  <a:lnTo>
                    <a:pt x="5924358" y="4090929"/>
                  </a:lnTo>
                  <a:lnTo>
                    <a:pt x="5896514" y="4179939"/>
                  </a:lnTo>
                  <a:lnTo>
                    <a:pt x="5868700" y="4264796"/>
                  </a:lnTo>
                  <a:lnTo>
                    <a:pt x="5840844" y="4345508"/>
                  </a:lnTo>
                  <a:lnTo>
                    <a:pt x="5812856" y="4422117"/>
                  </a:lnTo>
                  <a:lnTo>
                    <a:pt x="5784835" y="4494207"/>
                  </a:lnTo>
                  <a:lnTo>
                    <a:pt x="5742040" y="4595183"/>
                  </a:lnTo>
                  <a:lnTo>
                    <a:pt x="5698043" y="4687305"/>
                  </a:lnTo>
                  <a:lnTo>
                    <a:pt x="5652330" y="4770896"/>
                  </a:lnTo>
                  <a:lnTo>
                    <a:pt x="5604323" y="4846573"/>
                  </a:lnTo>
                  <a:lnTo>
                    <a:pt x="5553416" y="4915076"/>
                  </a:lnTo>
                  <a:lnTo>
                    <a:pt x="5499016" y="4977158"/>
                  </a:lnTo>
                  <a:lnTo>
                    <a:pt x="5440583" y="5033528"/>
                  </a:lnTo>
                  <a:lnTo>
                    <a:pt x="5377686" y="5084805"/>
                  </a:lnTo>
                  <a:lnTo>
                    <a:pt x="5310069" y="5131497"/>
                  </a:lnTo>
                  <a:lnTo>
                    <a:pt x="5237747" y="5173993"/>
                  </a:lnTo>
                  <a:lnTo>
                    <a:pt x="5161101" y="5212552"/>
                  </a:lnTo>
                  <a:lnTo>
                    <a:pt x="5080990" y="5247314"/>
                  </a:lnTo>
                  <a:lnTo>
                    <a:pt x="4998838" y="5278309"/>
                  </a:lnTo>
                  <a:lnTo>
                    <a:pt x="4916660" y="5305488"/>
                  </a:lnTo>
                  <a:lnTo>
                    <a:pt x="4837003" y="5328769"/>
                  </a:lnTo>
                  <a:lnTo>
                    <a:pt x="4762742" y="5348092"/>
                  </a:lnTo>
                  <a:lnTo>
                    <a:pt x="4696748" y="5363483"/>
                  </a:lnTo>
                  <a:lnTo>
                    <a:pt x="4641466" y="5375106"/>
                  </a:lnTo>
                  <a:lnTo>
                    <a:pt x="4598485" y="5383293"/>
                  </a:lnTo>
                  <a:lnTo>
                    <a:pt x="4568223" y="5388535"/>
                  </a:lnTo>
                  <a:lnTo>
                    <a:pt x="4549782" y="5391450"/>
                  </a:lnTo>
                  <a:lnTo>
                    <a:pt x="4541002" y="5392721"/>
                  </a:lnTo>
                  <a:lnTo>
                    <a:pt x="4538621" y="5393038"/>
                  </a:lnTo>
                  <a:lnTo>
                    <a:pt x="4538543" y="5393048"/>
                  </a:lnTo>
                  <a:lnTo>
                    <a:pt x="4016409" y="5393048"/>
                  </a:lnTo>
                  <a:lnTo>
                    <a:pt x="4015146" y="5393029"/>
                  </a:lnTo>
                  <a:lnTo>
                    <a:pt x="4006885" y="5392895"/>
                  </a:lnTo>
                  <a:lnTo>
                    <a:pt x="3986229" y="5392523"/>
                  </a:lnTo>
                  <a:lnTo>
                    <a:pt x="3949731" y="5391794"/>
                  </a:lnTo>
                  <a:lnTo>
                    <a:pt x="3896205" y="5390600"/>
                  </a:lnTo>
                  <a:lnTo>
                    <a:pt x="3826786" y="5388861"/>
                  </a:lnTo>
                  <a:lnTo>
                    <a:pt x="3744542" y="5386530"/>
                  </a:lnTo>
                  <a:lnTo>
                    <a:pt x="3653702" y="5383593"/>
                  </a:lnTo>
                  <a:lnTo>
                    <a:pt x="3558763" y="5380058"/>
                  </a:lnTo>
                  <a:lnTo>
                    <a:pt x="3463737" y="5375939"/>
                  </a:lnTo>
                  <a:lnTo>
                    <a:pt x="3371710" y="5371243"/>
                  </a:lnTo>
                  <a:lnTo>
                    <a:pt x="3284706" y="5365961"/>
                  </a:lnTo>
                  <a:lnTo>
                    <a:pt x="3203779" y="5360061"/>
                  </a:lnTo>
                  <a:lnTo>
                    <a:pt x="3129211" y="5353485"/>
                  </a:lnTo>
                  <a:lnTo>
                    <a:pt x="3060729" y="5346150"/>
                  </a:lnTo>
                  <a:lnTo>
                    <a:pt x="2997706" y="5337949"/>
                  </a:lnTo>
                  <a:lnTo>
                    <a:pt x="2939307" y="5328757"/>
                  </a:lnTo>
                  <a:lnTo>
                    <a:pt x="2884608" y="5318440"/>
                  </a:lnTo>
                  <a:lnTo>
                    <a:pt x="2832679" y="5306873"/>
                  </a:lnTo>
                  <a:lnTo>
                    <a:pt x="2782662" y="5293968"/>
                  </a:lnTo>
                  <a:lnTo>
                    <a:pt x="2770117" y="5290458"/>
                  </a:lnTo>
                  <a:lnTo>
                    <a:pt x="2717908" y="5274703"/>
                  </a:lnTo>
                  <a:lnTo>
                    <a:pt x="2666205" y="5257341"/>
                  </a:lnTo>
                  <a:lnTo>
                    <a:pt x="2614475" y="5238347"/>
                  </a:lnTo>
                  <a:lnTo>
                    <a:pt x="2562355" y="5217753"/>
                  </a:lnTo>
                  <a:lnTo>
                    <a:pt x="2509629" y="5195653"/>
                  </a:lnTo>
                  <a:lnTo>
                    <a:pt x="2456211" y="5172206"/>
                  </a:lnTo>
                  <a:lnTo>
                    <a:pt x="2402132" y="5147636"/>
                  </a:lnTo>
                  <a:lnTo>
                    <a:pt x="2347513" y="5122225"/>
                  </a:lnTo>
                  <a:lnTo>
                    <a:pt x="2292550" y="5096302"/>
                  </a:lnTo>
                  <a:lnTo>
                    <a:pt x="2237480" y="5070224"/>
                  </a:lnTo>
                  <a:lnTo>
                    <a:pt x="2182555" y="5044357"/>
                  </a:lnTo>
                  <a:lnTo>
                    <a:pt x="2128008" y="5019056"/>
                  </a:lnTo>
                  <a:lnTo>
                    <a:pt x="2074025" y="4994643"/>
                  </a:lnTo>
                  <a:lnTo>
                    <a:pt x="2020715" y="4971391"/>
                  </a:lnTo>
                  <a:lnTo>
                    <a:pt x="1968092" y="4949515"/>
                  </a:lnTo>
                  <a:lnTo>
                    <a:pt x="1916049" y="4929164"/>
                  </a:lnTo>
                  <a:lnTo>
                    <a:pt x="1864351" y="4910422"/>
                  </a:lnTo>
                  <a:lnTo>
                    <a:pt x="1812610" y="4893311"/>
                  </a:lnTo>
                  <a:lnTo>
                    <a:pt x="1768425" y="4880097"/>
                  </a:lnTo>
                  <a:lnTo>
                    <a:pt x="1718776" y="4866845"/>
                  </a:lnTo>
                  <a:lnTo>
                    <a:pt x="1667411" y="4854942"/>
                  </a:lnTo>
                  <a:lnTo>
                    <a:pt x="1613506" y="4844318"/>
                  </a:lnTo>
                  <a:lnTo>
                    <a:pt x="1556141" y="4834851"/>
                  </a:lnTo>
                  <a:lnTo>
                    <a:pt x="1494382" y="4826410"/>
                  </a:lnTo>
                  <a:lnTo>
                    <a:pt x="1427364" y="4818865"/>
                  </a:lnTo>
                  <a:lnTo>
                    <a:pt x="1354391" y="4812104"/>
                  </a:lnTo>
                  <a:lnTo>
                    <a:pt x="1275086" y="4806038"/>
                  </a:lnTo>
                  <a:lnTo>
                    <a:pt x="1189567" y="4800602"/>
                  </a:lnTo>
                  <a:lnTo>
                    <a:pt x="1098670" y="4795759"/>
                  </a:lnTo>
                  <a:lnTo>
                    <a:pt x="1004158" y="4791492"/>
                  </a:lnTo>
                  <a:lnTo>
                    <a:pt x="908847" y="4787806"/>
                  </a:lnTo>
                  <a:lnTo>
                    <a:pt x="816543" y="4784716"/>
                  </a:lnTo>
                  <a:lnTo>
                    <a:pt x="731677" y="4782231"/>
                  </a:lnTo>
                  <a:lnTo>
                    <a:pt x="658633" y="4780344"/>
                  </a:lnTo>
                  <a:lnTo>
                    <a:pt x="600857" y="4779017"/>
                  </a:lnTo>
                  <a:lnTo>
                    <a:pt x="560032" y="4778178"/>
                  </a:lnTo>
                  <a:lnTo>
                    <a:pt x="535577" y="4777727"/>
                  </a:lnTo>
                  <a:lnTo>
                    <a:pt x="524594" y="4777544"/>
                  </a:lnTo>
                  <a:lnTo>
                    <a:pt x="522155" y="4777507"/>
                  </a:lnTo>
                  <a:lnTo>
                    <a:pt x="522133" y="4777506"/>
                  </a:lnTo>
                  <a:lnTo>
                    <a:pt x="0" y="4777506"/>
                  </a:lnTo>
                  <a:lnTo>
                    <a:pt x="0" y="4777506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607" name="pg1607"/>
            <p:cNvSpPr/>
            <p:nvPr/>
          </p:nvSpPr>
          <p:spPr>
            <a:xfrm>
              <a:off x="386606" y="1631671"/>
              <a:ext cx="8554953" cy="4026432"/>
            </a:xfrm>
            <a:custGeom>
              <a:avLst/>
              <a:pathLst>
                <a:path w="8554953" h="4026432">
                  <a:moveTo>
                    <a:pt x="0" y="3665014"/>
                  </a:moveTo>
                  <a:lnTo>
                    <a:pt x="522133" y="3665014"/>
                  </a:lnTo>
                  <a:lnTo>
                    <a:pt x="523401" y="3665025"/>
                  </a:lnTo>
                  <a:lnTo>
                    <a:pt x="531688" y="3665104"/>
                  </a:lnTo>
                  <a:lnTo>
                    <a:pt x="552407" y="3665323"/>
                  </a:lnTo>
                  <a:lnTo>
                    <a:pt x="589011" y="3665752"/>
                  </a:lnTo>
                  <a:lnTo>
                    <a:pt x="642679" y="3666456"/>
                  </a:lnTo>
                  <a:lnTo>
                    <a:pt x="712263" y="3667480"/>
                  </a:lnTo>
                  <a:lnTo>
                    <a:pt x="794676" y="3668853"/>
                  </a:lnTo>
                  <a:lnTo>
                    <a:pt x="885668" y="3670582"/>
                  </a:lnTo>
                  <a:lnTo>
                    <a:pt x="980730" y="3672663"/>
                  </a:lnTo>
                  <a:lnTo>
                    <a:pt x="1075844" y="3675088"/>
                  </a:lnTo>
                  <a:lnTo>
                    <a:pt x="1167924" y="3677852"/>
                  </a:lnTo>
                  <a:lnTo>
                    <a:pt x="1254951" y="3680961"/>
                  </a:lnTo>
                  <a:lnTo>
                    <a:pt x="1335880" y="3684435"/>
                  </a:lnTo>
                  <a:lnTo>
                    <a:pt x="1410437" y="3688306"/>
                  </a:lnTo>
                  <a:lnTo>
                    <a:pt x="1478901" y="3692626"/>
                  </a:lnTo>
                  <a:lnTo>
                    <a:pt x="1541907" y="3697456"/>
                  </a:lnTo>
                  <a:lnTo>
                    <a:pt x="1600294" y="3702870"/>
                  </a:lnTo>
                  <a:lnTo>
                    <a:pt x="1654991" y="3708948"/>
                  </a:lnTo>
                  <a:lnTo>
                    <a:pt x="1706931" y="3715763"/>
                  </a:lnTo>
                  <a:lnTo>
                    <a:pt x="1756970" y="3723366"/>
                  </a:lnTo>
                  <a:lnTo>
                    <a:pt x="1768425" y="3725250"/>
                  </a:lnTo>
                  <a:lnTo>
                    <a:pt x="1821932" y="3734744"/>
                  </a:lnTo>
                  <a:lnTo>
                    <a:pt x="1874923" y="3745230"/>
                  </a:lnTo>
                  <a:lnTo>
                    <a:pt x="1927964" y="3756723"/>
                  </a:lnTo>
                  <a:lnTo>
                    <a:pt x="1981437" y="3769200"/>
                  </a:lnTo>
                  <a:lnTo>
                    <a:pt x="2035561" y="3782597"/>
                  </a:lnTo>
                  <a:lnTo>
                    <a:pt x="2090413" y="3796811"/>
                  </a:lnTo>
                  <a:lnTo>
                    <a:pt x="2145947" y="3811693"/>
                  </a:lnTo>
                  <a:lnTo>
                    <a:pt x="2202016" y="3827059"/>
                  </a:lnTo>
                  <a:lnTo>
                    <a:pt x="2258399" y="3842699"/>
                  </a:lnTo>
                  <a:lnTo>
                    <a:pt x="2314835" y="3858384"/>
                  </a:lnTo>
                  <a:lnTo>
                    <a:pt x="2371054" y="3873882"/>
                  </a:lnTo>
                  <a:lnTo>
                    <a:pt x="2426816" y="3888974"/>
                  </a:lnTo>
                  <a:lnTo>
                    <a:pt x="2481942" y="3903464"/>
                  </a:lnTo>
                  <a:lnTo>
                    <a:pt x="2536345" y="3917191"/>
                  </a:lnTo>
                  <a:lnTo>
                    <a:pt x="2590051" y="3930032"/>
                  </a:lnTo>
                  <a:lnTo>
                    <a:pt x="2643222" y="3941908"/>
                  </a:lnTo>
                  <a:lnTo>
                    <a:pt x="2696176" y="3952783"/>
                  </a:lnTo>
                  <a:lnTo>
                    <a:pt x="2749404" y="3962655"/>
                  </a:lnTo>
                  <a:lnTo>
                    <a:pt x="2770117" y="3966196"/>
                  </a:lnTo>
                  <a:lnTo>
                    <a:pt x="2819822" y="3973985"/>
                  </a:lnTo>
                  <a:lnTo>
                    <a:pt x="2871247" y="3980980"/>
                  </a:lnTo>
                  <a:lnTo>
                    <a:pt x="2925220" y="3987223"/>
                  </a:lnTo>
                  <a:lnTo>
                    <a:pt x="2982664" y="3992785"/>
                  </a:lnTo>
                  <a:lnTo>
                    <a:pt x="3044515" y="3997744"/>
                  </a:lnTo>
                  <a:lnTo>
                    <a:pt x="3111642" y="4002176"/>
                  </a:lnTo>
                  <a:lnTo>
                    <a:pt x="3184740" y="4006147"/>
                  </a:lnTo>
                  <a:lnTo>
                    <a:pt x="3264186" y="4009710"/>
                  </a:lnTo>
                  <a:lnTo>
                    <a:pt x="3349855" y="4012901"/>
                  </a:lnTo>
                  <a:lnTo>
                    <a:pt x="3440901" y="4015745"/>
                  </a:lnTo>
                  <a:lnTo>
                    <a:pt x="3535545" y="4018249"/>
                  </a:lnTo>
                  <a:lnTo>
                    <a:pt x="3630948" y="4020411"/>
                  </a:lnTo>
                  <a:lnTo>
                    <a:pt x="3723283" y="4022223"/>
                  </a:lnTo>
                  <a:lnTo>
                    <a:pt x="3808096" y="4023678"/>
                  </a:lnTo>
                  <a:lnTo>
                    <a:pt x="3880999" y="4024782"/>
                  </a:lnTo>
                  <a:lnTo>
                    <a:pt x="3938556" y="4025557"/>
                  </a:lnTo>
                  <a:lnTo>
                    <a:pt x="3979115" y="4026045"/>
                  </a:lnTo>
                  <a:lnTo>
                    <a:pt x="4003302" y="4026307"/>
                  </a:lnTo>
                  <a:lnTo>
                    <a:pt x="4014067" y="4026412"/>
                  </a:lnTo>
                  <a:lnTo>
                    <a:pt x="4016409" y="4026432"/>
                  </a:lnTo>
                  <a:lnTo>
                    <a:pt x="4538543" y="4026432"/>
                  </a:lnTo>
                  <a:lnTo>
                    <a:pt x="4539465" y="4026344"/>
                  </a:lnTo>
                  <a:lnTo>
                    <a:pt x="4545534" y="4025710"/>
                  </a:lnTo>
                  <a:lnTo>
                    <a:pt x="4560864" y="4023958"/>
                  </a:lnTo>
                  <a:lnTo>
                    <a:pt x="4588344" y="4020509"/>
                  </a:lnTo>
                  <a:lnTo>
                    <a:pt x="4629440" y="4014823"/>
                  </a:lnTo>
                  <a:lnTo>
                    <a:pt x="4684080" y="4006453"/>
                  </a:lnTo>
                  <a:lnTo>
                    <a:pt x="4750759" y="3995090"/>
                  </a:lnTo>
                  <a:lnTo>
                    <a:pt x="4826880" y="3980570"/>
                  </a:lnTo>
                  <a:lnTo>
                    <a:pt x="4909256" y="3962855"/>
                  </a:lnTo>
                  <a:lnTo>
                    <a:pt x="4994635" y="3941989"/>
                  </a:lnTo>
                  <a:lnTo>
                    <a:pt x="5080119" y="3918043"/>
                  </a:lnTo>
                  <a:lnTo>
                    <a:pt x="5163418" y="3891057"/>
                  </a:lnTo>
                  <a:lnTo>
                    <a:pt x="5242936" y="3861004"/>
                  </a:lnTo>
                  <a:lnTo>
                    <a:pt x="5317735" y="3827764"/>
                  </a:lnTo>
                  <a:lnTo>
                    <a:pt x="5387426" y="3791109"/>
                  </a:lnTo>
                  <a:lnTo>
                    <a:pt x="5452038" y="3750699"/>
                  </a:lnTo>
                  <a:lnTo>
                    <a:pt x="5511897" y="3706092"/>
                  </a:lnTo>
                  <a:lnTo>
                    <a:pt x="5567520" y="3656749"/>
                  </a:lnTo>
                  <a:lnTo>
                    <a:pt x="5619533" y="3602064"/>
                  </a:lnTo>
                  <a:lnTo>
                    <a:pt x="5668614" y="3541401"/>
                  </a:lnTo>
                  <a:lnTo>
                    <a:pt x="5715436" y="3474164"/>
                  </a:lnTo>
                  <a:lnTo>
                    <a:pt x="5760630" y="3399907"/>
                  </a:lnTo>
                  <a:lnTo>
                    <a:pt x="5784835" y="3356302"/>
                  </a:lnTo>
                  <a:lnTo>
                    <a:pt x="5817041" y="3294232"/>
                  </a:lnTo>
                  <a:lnTo>
                    <a:pt x="5848963" y="3228237"/>
                  </a:lnTo>
                  <a:lnTo>
                    <a:pt x="5880750" y="3158239"/>
                  </a:lnTo>
                  <a:lnTo>
                    <a:pt x="5912524" y="3084202"/>
                  </a:lnTo>
                  <a:lnTo>
                    <a:pt x="5944381" y="3006144"/>
                  </a:lnTo>
                  <a:lnTo>
                    <a:pt x="5976398" y="2924137"/>
                  </a:lnTo>
                  <a:lnTo>
                    <a:pt x="6008626" y="2838310"/>
                  </a:lnTo>
                  <a:lnTo>
                    <a:pt x="6041101" y="2748857"/>
                  </a:lnTo>
                  <a:lnTo>
                    <a:pt x="6073838" y="2656029"/>
                  </a:lnTo>
                  <a:lnTo>
                    <a:pt x="6106839" y="2560143"/>
                  </a:lnTo>
                  <a:lnTo>
                    <a:pt x="6140086" y="2461571"/>
                  </a:lnTo>
                  <a:lnTo>
                    <a:pt x="6173553" y="2360740"/>
                  </a:lnTo>
                  <a:lnTo>
                    <a:pt x="6207200" y="2258123"/>
                  </a:lnTo>
                  <a:lnTo>
                    <a:pt x="6240978" y="2154233"/>
                  </a:lnTo>
                  <a:lnTo>
                    <a:pt x="6274833" y="2049607"/>
                  </a:lnTo>
                  <a:lnTo>
                    <a:pt x="6308707" y="1944802"/>
                  </a:lnTo>
                  <a:lnTo>
                    <a:pt x="6342542" y="1840378"/>
                  </a:lnTo>
                  <a:lnTo>
                    <a:pt x="6376278" y="1736884"/>
                  </a:lnTo>
                  <a:lnTo>
                    <a:pt x="6409866" y="1634852"/>
                  </a:lnTo>
                  <a:lnTo>
                    <a:pt x="6443257" y="1534781"/>
                  </a:lnTo>
                  <a:lnTo>
                    <a:pt x="6476419" y="1437128"/>
                  </a:lnTo>
                  <a:lnTo>
                    <a:pt x="6509325" y="1342302"/>
                  </a:lnTo>
                  <a:lnTo>
                    <a:pt x="6541968" y="1250655"/>
                  </a:lnTo>
                  <a:lnTo>
                    <a:pt x="6574351" y="1162479"/>
                  </a:lnTo>
                  <a:lnTo>
                    <a:pt x="6606498" y="1078007"/>
                  </a:lnTo>
                  <a:lnTo>
                    <a:pt x="6638450" y="997408"/>
                  </a:lnTo>
                  <a:lnTo>
                    <a:pt x="6670268" y="920791"/>
                  </a:lnTo>
                  <a:lnTo>
                    <a:pt x="6702034" y="848207"/>
                  </a:lnTo>
                  <a:lnTo>
                    <a:pt x="6733854" y="779655"/>
                  </a:lnTo>
                  <a:lnTo>
                    <a:pt x="6765860" y="715083"/>
                  </a:lnTo>
                  <a:lnTo>
                    <a:pt x="6786527" y="675778"/>
                  </a:lnTo>
                  <a:lnTo>
                    <a:pt x="6831064" y="597606"/>
                  </a:lnTo>
                  <a:lnTo>
                    <a:pt x="6876924" y="526572"/>
                  </a:lnTo>
                  <a:lnTo>
                    <a:pt x="6924689" y="462384"/>
                  </a:lnTo>
                  <a:lnTo>
                    <a:pt x="6975014" y="404511"/>
                  </a:lnTo>
                  <a:lnTo>
                    <a:pt x="7028583" y="352327"/>
                  </a:lnTo>
                  <a:lnTo>
                    <a:pt x="7086054" y="305203"/>
                  </a:lnTo>
                  <a:lnTo>
                    <a:pt x="7148015" y="262561"/>
                  </a:lnTo>
                  <a:lnTo>
                    <a:pt x="7214905" y="223903"/>
                  </a:lnTo>
                  <a:lnTo>
                    <a:pt x="7286931" y="188832"/>
                  </a:lnTo>
                  <a:lnTo>
                    <a:pt x="7363948" y="157060"/>
                  </a:lnTo>
                  <a:lnTo>
                    <a:pt x="7445335" y="128407"/>
                  </a:lnTo>
                  <a:lnTo>
                    <a:pt x="7529865" y="102798"/>
                  </a:lnTo>
                  <a:lnTo>
                    <a:pt x="7615625" y="80241"/>
                  </a:lnTo>
                  <a:lnTo>
                    <a:pt x="7700030" y="60795"/>
                  </a:lnTo>
                  <a:lnTo>
                    <a:pt x="7779980" y="44527"/>
                  </a:lnTo>
                  <a:lnTo>
                    <a:pt x="7852191" y="31450"/>
                  </a:lnTo>
                  <a:lnTo>
                    <a:pt x="7913676" y="21474"/>
                  </a:lnTo>
                  <a:lnTo>
                    <a:pt x="7962279" y="14369"/>
                  </a:lnTo>
                  <a:lnTo>
                    <a:pt x="7997116" y="9759"/>
                  </a:lnTo>
                  <a:lnTo>
                    <a:pt x="8018814" y="7151"/>
                  </a:lnTo>
                  <a:lnTo>
                    <a:pt x="8029508" y="5978"/>
                  </a:lnTo>
                  <a:lnTo>
                    <a:pt x="8032665" y="5661"/>
                  </a:lnTo>
                  <a:lnTo>
                    <a:pt x="8032819" y="5647"/>
                  </a:lnTo>
                  <a:lnTo>
                    <a:pt x="8554953" y="5647"/>
                  </a:lnTo>
                  <a:lnTo>
                    <a:pt x="8554953" y="0"/>
                  </a:lnTo>
                  <a:lnTo>
                    <a:pt x="8032819" y="0"/>
                  </a:lnTo>
                  <a:lnTo>
                    <a:pt x="8031897" y="88"/>
                  </a:lnTo>
                  <a:lnTo>
                    <a:pt x="8025828" y="722"/>
                  </a:lnTo>
                  <a:lnTo>
                    <a:pt x="8010498" y="2474"/>
                  </a:lnTo>
                  <a:lnTo>
                    <a:pt x="7983018" y="5923"/>
                  </a:lnTo>
                  <a:lnTo>
                    <a:pt x="7941922" y="11609"/>
                  </a:lnTo>
                  <a:lnTo>
                    <a:pt x="7887282" y="19979"/>
                  </a:lnTo>
                  <a:lnTo>
                    <a:pt x="7820603" y="31342"/>
                  </a:lnTo>
                  <a:lnTo>
                    <a:pt x="7744482" y="45862"/>
                  </a:lnTo>
                  <a:lnTo>
                    <a:pt x="7662106" y="63577"/>
                  </a:lnTo>
                  <a:lnTo>
                    <a:pt x="7576727" y="84443"/>
                  </a:lnTo>
                  <a:lnTo>
                    <a:pt x="7491243" y="108389"/>
                  </a:lnTo>
                  <a:lnTo>
                    <a:pt x="7407944" y="135375"/>
                  </a:lnTo>
                  <a:lnTo>
                    <a:pt x="7328426" y="165428"/>
                  </a:lnTo>
                  <a:lnTo>
                    <a:pt x="7253627" y="198668"/>
                  </a:lnTo>
                  <a:lnTo>
                    <a:pt x="7183936" y="235323"/>
                  </a:lnTo>
                  <a:lnTo>
                    <a:pt x="7119324" y="275733"/>
                  </a:lnTo>
                  <a:lnTo>
                    <a:pt x="7059465" y="320340"/>
                  </a:lnTo>
                  <a:lnTo>
                    <a:pt x="7003842" y="369683"/>
                  </a:lnTo>
                  <a:lnTo>
                    <a:pt x="6951829" y="424368"/>
                  </a:lnTo>
                  <a:lnTo>
                    <a:pt x="6902748" y="485031"/>
                  </a:lnTo>
                  <a:lnTo>
                    <a:pt x="6855926" y="552268"/>
                  </a:lnTo>
                  <a:lnTo>
                    <a:pt x="6810732" y="626525"/>
                  </a:lnTo>
                  <a:lnTo>
                    <a:pt x="6786527" y="670130"/>
                  </a:lnTo>
                  <a:lnTo>
                    <a:pt x="6754321" y="732200"/>
                  </a:lnTo>
                  <a:lnTo>
                    <a:pt x="6722399" y="798195"/>
                  </a:lnTo>
                  <a:lnTo>
                    <a:pt x="6690612" y="868193"/>
                  </a:lnTo>
                  <a:lnTo>
                    <a:pt x="6658838" y="942230"/>
                  </a:lnTo>
                  <a:lnTo>
                    <a:pt x="6626981" y="1020288"/>
                  </a:lnTo>
                  <a:lnTo>
                    <a:pt x="6594964" y="1102295"/>
                  </a:lnTo>
                  <a:lnTo>
                    <a:pt x="6562736" y="1188122"/>
                  </a:lnTo>
                  <a:lnTo>
                    <a:pt x="6530261" y="1277575"/>
                  </a:lnTo>
                  <a:lnTo>
                    <a:pt x="6497524" y="1370403"/>
                  </a:lnTo>
                  <a:lnTo>
                    <a:pt x="6464523" y="1466289"/>
                  </a:lnTo>
                  <a:lnTo>
                    <a:pt x="6431276" y="1564861"/>
                  </a:lnTo>
                  <a:lnTo>
                    <a:pt x="6397809" y="1665692"/>
                  </a:lnTo>
                  <a:lnTo>
                    <a:pt x="6364162" y="1768309"/>
                  </a:lnTo>
                  <a:lnTo>
                    <a:pt x="6330384" y="1872199"/>
                  </a:lnTo>
                  <a:lnTo>
                    <a:pt x="6296529" y="1976825"/>
                  </a:lnTo>
                  <a:lnTo>
                    <a:pt x="6262655" y="2081630"/>
                  </a:lnTo>
                  <a:lnTo>
                    <a:pt x="6228820" y="2186054"/>
                  </a:lnTo>
                  <a:lnTo>
                    <a:pt x="6195083" y="2289548"/>
                  </a:lnTo>
                  <a:lnTo>
                    <a:pt x="6161496" y="2391580"/>
                  </a:lnTo>
                  <a:lnTo>
                    <a:pt x="6128104" y="2491651"/>
                  </a:lnTo>
                  <a:lnTo>
                    <a:pt x="6094943" y="2589304"/>
                  </a:lnTo>
                  <a:lnTo>
                    <a:pt x="6062036" y="2684130"/>
                  </a:lnTo>
                  <a:lnTo>
                    <a:pt x="6029394" y="2775777"/>
                  </a:lnTo>
                  <a:lnTo>
                    <a:pt x="5997011" y="2863953"/>
                  </a:lnTo>
                  <a:lnTo>
                    <a:pt x="5964864" y="2948425"/>
                  </a:lnTo>
                  <a:lnTo>
                    <a:pt x="5932912" y="3029024"/>
                  </a:lnTo>
                  <a:lnTo>
                    <a:pt x="5901094" y="3105641"/>
                  </a:lnTo>
                  <a:lnTo>
                    <a:pt x="5869328" y="3178225"/>
                  </a:lnTo>
                  <a:lnTo>
                    <a:pt x="5837508" y="3246777"/>
                  </a:lnTo>
                  <a:lnTo>
                    <a:pt x="5805502" y="3311349"/>
                  </a:lnTo>
                  <a:lnTo>
                    <a:pt x="5784835" y="3350654"/>
                  </a:lnTo>
                  <a:lnTo>
                    <a:pt x="5740298" y="3428826"/>
                  </a:lnTo>
                  <a:lnTo>
                    <a:pt x="5694438" y="3499860"/>
                  </a:lnTo>
                  <a:lnTo>
                    <a:pt x="5646673" y="3564048"/>
                  </a:lnTo>
                  <a:lnTo>
                    <a:pt x="5596348" y="3621921"/>
                  </a:lnTo>
                  <a:lnTo>
                    <a:pt x="5542779" y="3674105"/>
                  </a:lnTo>
                  <a:lnTo>
                    <a:pt x="5485308" y="3721229"/>
                  </a:lnTo>
                  <a:lnTo>
                    <a:pt x="5423347" y="3763871"/>
                  </a:lnTo>
                  <a:lnTo>
                    <a:pt x="5356457" y="3802529"/>
                  </a:lnTo>
                  <a:lnTo>
                    <a:pt x="5284431" y="3837600"/>
                  </a:lnTo>
                  <a:lnTo>
                    <a:pt x="5207413" y="3869372"/>
                  </a:lnTo>
                  <a:lnTo>
                    <a:pt x="5126027" y="3898025"/>
                  </a:lnTo>
                  <a:lnTo>
                    <a:pt x="5041497" y="3923634"/>
                  </a:lnTo>
                  <a:lnTo>
                    <a:pt x="4955737" y="3946191"/>
                  </a:lnTo>
                  <a:lnTo>
                    <a:pt x="4871332" y="3965636"/>
                  </a:lnTo>
                  <a:lnTo>
                    <a:pt x="4791382" y="3981905"/>
                  </a:lnTo>
                  <a:lnTo>
                    <a:pt x="4719171" y="3994982"/>
                  </a:lnTo>
                  <a:lnTo>
                    <a:pt x="4657686" y="4004958"/>
                  </a:lnTo>
                  <a:lnTo>
                    <a:pt x="4609083" y="4012063"/>
                  </a:lnTo>
                  <a:lnTo>
                    <a:pt x="4574246" y="4016673"/>
                  </a:lnTo>
                  <a:lnTo>
                    <a:pt x="4552548" y="4019281"/>
                  </a:lnTo>
                  <a:lnTo>
                    <a:pt x="4541854" y="4020454"/>
                  </a:lnTo>
                  <a:lnTo>
                    <a:pt x="4538697" y="4020771"/>
                  </a:lnTo>
                  <a:lnTo>
                    <a:pt x="4538543" y="4020785"/>
                  </a:lnTo>
                  <a:lnTo>
                    <a:pt x="4016409" y="4020785"/>
                  </a:lnTo>
                  <a:lnTo>
                    <a:pt x="4015142" y="4020774"/>
                  </a:lnTo>
                  <a:lnTo>
                    <a:pt x="4006854" y="4020695"/>
                  </a:lnTo>
                  <a:lnTo>
                    <a:pt x="3986135" y="4020476"/>
                  </a:lnTo>
                  <a:lnTo>
                    <a:pt x="3949532" y="4020047"/>
                  </a:lnTo>
                  <a:lnTo>
                    <a:pt x="3895863" y="4019343"/>
                  </a:lnTo>
                  <a:lnTo>
                    <a:pt x="3826279" y="4018319"/>
                  </a:lnTo>
                  <a:lnTo>
                    <a:pt x="3743866" y="4016946"/>
                  </a:lnTo>
                  <a:lnTo>
                    <a:pt x="3652874" y="4015217"/>
                  </a:lnTo>
                  <a:lnTo>
                    <a:pt x="3557812" y="4013136"/>
                  </a:lnTo>
                  <a:lnTo>
                    <a:pt x="3462699" y="4010711"/>
                  </a:lnTo>
                  <a:lnTo>
                    <a:pt x="3370618" y="4007947"/>
                  </a:lnTo>
                  <a:lnTo>
                    <a:pt x="3283591" y="4004838"/>
                  </a:lnTo>
                  <a:lnTo>
                    <a:pt x="3202662" y="4001364"/>
                  </a:lnTo>
                  <a:lnTo>
                    <a:pt x="3128105" y="3997493"/>
                  </a:lnTo>
                  <a:lnTo>
                    <a:pt x="3059641" y="3993173"/>
                  </a:lnTo>
                  <a:lnTo>
                    <a:pt x="2996635" y="3988343"/>
                  </a:lnTo>
                  <a:lnTo>
                    <a:pt x="2938248" y="3982929"/>
                  </a:lnTo>
                  <a:lnTo>
                    <a:pt x="2883551" y="3976851"/>
                  </a:lnTo>
                  <a:lnTo>
                    <a:pt x="2831611" y="3970036"/>
                  </a:lnTo>
                  <a:lnTo>
                    <a:pt x="2781572" y="3962433"/>
                  </a:lnTo>
                  <a:lnTo>
                    <a:pt x="2770117" y="3960549"/>
                  </a:lnTo>
                  <a:lnTo>
                    <a:pt x="2716610" y="3951055"/>
                  </a:lnTo>
                  <a:lnTo>
                    <a:pt x="2663620" y="3940568"/>
                  </a:lnTo>
                  <a:lnTo>
                    <a:pt x="2610578" y="3929076"/>
                  </a:lnTo>
                  <a:lnTo>
                    <a:pt x="2557105" y="3916599"/>
                  </a:lnTo>
                  <a:lnTo>
                    <a:pt x="2502981" y="3903201"/>
                  </a:lnTo>
                  <a:lnTo>
                    <a:pt x="2448129" y="3888988"/>
                  </a:lnTo>
                  <a:lnTo>
                    <a:pt x="2392595" y="3874106"/>
                  </a:lnTo>
                  <a:lnTo>
                    <a:pt x="2336526" y="3858740"/>
                  </a:lnTo>
                  <a:lnTo>
                    <a:pt x="2280143" y="3843100"/>
                  </a:lnTo>
                  <a:lnTo>
                    <a:pt x="2223707" y="3827415"/>
                  </a:lnTo>
                  <a:lnTo>
                    <a:pt x="2167488" y="3811917"/>
                  </a:lnTo>
                  <a:lnTo>
                    <a:pt x="2111726" y="3796825"/>
                  </a:lnTo>
                  <a:lnTo>
                    <a:pt x="2056600" y="3782335"/>
                  </a:lnTo>
                  <a:lnTo>
                    <a:pt x="2002198" y="3768608"/>
                  </a:lnTo>
                  <a:lnTo>
                    <a:pt x="1948492" y="3755767"/>
                  </a:lnTo>
                  <a:lnTo>
                    <a:pt x="1895320" y="3743891"/>
                  </a:lnTo>
                  <a:lnTo>
                    <a:pt x="1842366" y="3733016"/>
                  </a:lnTo>
                  <a:lnTo>
                    <a:pt x="1789138" y="3723144"/>
                  </a:lnTo>
                  <a:lnTo>
                    <a:pt x="1768425" y="3719603"/>
                  </a:lnTo>
                  <a:lnTo>
                    <a:pt x="1718720" y="3711814"/>
                  </a:lnTo>
                  <a:lnTo>
                    <a:pt x="1667295" y="3704819"/>
                  </a:lnTo>
                  <a:lnTo>
                    <a:pt x="1613322" y="3698576"/>
                  </a:lnTo>
                  <a:lnTo>
                    <a:pt x="1555878" y="3693014"/>
                  </a:lnTo>
                  <a:lnTo>
                    <a:pt x="1494027" y="3688055"/>
                  </a:lnTo>
                  <a:lnTo>
                    <a:pt x="1426900" y="3683622"/>
                  </a:lnTo>
                  <a:lnTo>
                    <a:pt x="1353802" y="3679652"/>
                  </a:lnTo>
                  <a:lnTo>
                    <a:pt x="1274356" y="3676089"/>
                  </a:lnTo>
                  <a:lnTo>
                    <a:pt x="1188687" y="3672897"/>
                  </a:lnTo>
                  <a:lnTo>
                    <a:pt x="1097641" y="3670054"/>
                  </a:lnTo>
                  <a:lnTo>
                    <a:pt x="1002997" y="3667550"/>
                  </a:lnTo>
                  <a:lnTo>
                    <a:pt x="907594" y="3665388"/>
                  </a:lnTo>
                  <a:lnTo>
                    <a:pt x="815259" y="3663576"/>
                  </a:lnTo>
                  <a:lnTo>
                    <a:pt x="730446" y="3662121"/>
                  </a:lnTo>
                  <a:lnTo>
                    <a:pt x="657543" y="3661017"/>
                  </a:lnTo>
                  <a:lnTo>
                    <a:pt x="599986" y="3660242"/>
                  </a:lnTo>
                  <a:lnTo>
                    <a:pt x="559427" y="3659754"/>
                  </a:lnTo>
                  <a:lnTo>
                    <a:pt x="535240" y="3659492"/>
                  </a:lnTo>
                  <a:lnTo>
                    <a:pt x="524476" y="3659387"/>
                  </a:lnTo>
                  <a:lnTo>
                    <a:pt x="522133" y="3659366"/>
                  </a:lnTo>
                  <a:lnTo>
                    <a:pt x="0" y="3659366"/>
                  </a:lnTo>
                  <a:close/>
                </a:path>
              </a:pathLst>
            </a:custGeom>
            <a:solidFill>
              <a:srgbClr val="D9B26F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1608" name="pl1608"/>
            <p:cNvSpPr/>
            <p:nvPr/>
          </p:nvSpPr>
          <p:spPr>
            <a:xfrm>
              <a:off x="386606" y="1637318"/>
              <a:ext cx="8554953" cy="4020785"/>
            </a:xfrm>
            <a:custGeom>
              <a:avLst/>
              <a:pathLst>
                <a:path w="8554953" h="4020785">
                  <a:moveTo>
                    <a:pt x="0" y="3659366"/>
                  </a:moveTo>
                  <a:lnTo>
                    <a:pt x="522133" y="3659366"/>
                  </a:lnTo>
                  <a:lnTo>
                    <a:pt x="523401" y="3659377"/>
                  </a:lnTo>
                  <a:lnTo>
                    <a:pt x="531688" y="3659457"/>
                  </a:lnTo>
                  <a:lnTo>
                    <a:pt x="552407" y="3659675"/>
                  </a:lnTo>
                  <a:lnTo>
                    <a:pt x="589011" y="3660105"/>
                  </a:lnTo>
                  <a:lnTo>
                    <a:pt x="642679" y="3660808"/>
                  </a:lnTo>
                  <a:lnTo>
                    <a:pt x="712263" y="3661833"/>
                  </a:lnTo>
                  <a:lnTo>
                    <a:pt x="794676" y="3663205"/>
                  </a:lnTo>
                  <a:lnTo>
                    <a:pt x="885668" y="3664934"/>
                  </a:lnTo>
                  <a:lnTo>
                    <a:pt x="980730" y="3667016"/>
                  </a:lnTo>
                  <a:lnTo>
                    <a:pt x="1075844" y="3669441"/>
                  </a:lnTo>
                  <a:lnTo>
                    <a:pt x="1167924" y="3672205"/>
                  </a:lnTo>
                  <a:lnTo>
                    <a:pt x="1254951" y="3675314"/>
                  </a:lnTo>
                  <a:lnTo>
                    <a:pt x="1335880" y="3678787"/>
                  </a:lnTo>
                  <a:lnTo>
                    <a:pt x="1410437" y="3682659"/>
                  </a:lnTo>
                  <a:lnTo>
                    <a:pt x="1478901" y="3686978"/>
                  </a:lnTo>
                  <a:lnTo>
                    <a:pt x="1541907" y="3691808"/>
                  </a:lnTo>
                  <a:lnTo>
                    <a:pt x="1600294" y="3697223"/>
                  </a:lnTo>
                  <a:lnTo>
                    <a:pt x="1654991" y="3703301"/>
                  </a:lnTo>
                  <a:lnTo>
                    <a:pt x="1706931" y="3710115"/>
                  </a:lnTo>
                  <a:lnTo>
                    <a:pt x="1756970" y="3717718"/>
                  </a:lnTo>
                  <a:lnTo>
                    <a:pt x="1768425" y="3719603"/>
                  </a:lnTo>
                  <a:lnTo>
                    <a:pt x="1821932" y="3729097"/>
                  </a:lnTo>
                  <a:lnTo>
                    <a:pt x="1874923" y="3739583"/>
                  </a:lnTo>
                  <a:lnTo>
                    <a:pt x="1927964" y="3751076"/>
                  </a:lnTo>
                  <a:lnTo>
                    <a:pt x="1981437" y="3763553"/>
                  </a:lnTo>
                  <a:lnTo>
                    <a:pt x="2035561" y="3776950"/>
                  </a:lnTo>
                  <a:lnTo>
                    <a:pt x="2090413" y="3791164"/>
                  </a:lnTo>
                  <a:lnTo>
                    <a:pt x="2145947" y="3806045"/>
                  </a:lnTo>
                  <a:lnTo>
                    <a:pt x="2202016" y="3821412"/>
                  </a:lnTo>
                  <a:lnTo>
                    <a:pt x="2258399" y="3837052"/>
                  </a:lnTo>
                  <a:lnTo>
                    <a:pt x="2314835" y="3852736"/>
                  </a:lnTo>
                  <a:lnTo>
                    <a:pt x="2371054" y="3868235"/>
                  </a:lnTo>
                  <a:lnTo>
                    <a:pt x="2426816" y="3883327"/>
                  </a:lnTo>
                  <a:lnTo>
                    <a:pt x="2481942" y="3897817"/>
                  </a:lnTo>
                  <a:lnTo>
                    <a:pt x="2536345" y="3911543"/>
                  </a:lnTo>
                  <a:lnTo>
                    <a:pt x="2590051" y="3924385"/>
                  </a:lnTo>
                  <a:lnTo>
                    <a:pt x="2643222" y="3936261"/>
                  </a:lnTo>
                  <a:lnTo>
                    <a:pt x="2696176" y="3947135"/>
                  </a:lnTo>
                  <a:lnTo>
                    <a:pt x="2749404" y="3957008"/>
                  </a:lnTo>
                  <a:lnTo>
                    <a:pt x="2770117" y="3960549"/>
                  </a:lnTo>
                  <a:lnTo>
                    <a:pt x="2819822" y="3968338"/>
                  </a:lnTo>
                  <a:lnTo>
                    <a:pt x="2871247" y="3975333"/>
                  </a:lnTo>
                  <a:lnTo>
                    <a:pt x="2925220" y="3981576"/>
                  </a:lnTo>
                  <a:lnTo>
                    <a:pt x="2982664" y="3987138"/>
                  </a:lnTo>
                  <a:lnTo>
                    <a:pt x="3044515" y="3992097"/>
                  </a:lnTo>
                  <a:lnTo>
                    <a:pt x="3111642" y="3996529"/>
                  </a:lnTo>
                  <a:lnTo>
                    <a:pt x="3184740" y="4000500"/>
                  </a:lnTo>
                  <a:lnTo>
                    <a:pt x="3264186" y="4004063"/>
                  </a:lnTo>
                  <a:lnTo>
                    <a:pt x="3349855" y="4007254"/>
                  </a:lnTo>
                  <a:lnTo>
                    <a:pt x="3440901" y="4010098"/>
                  </a:lnTo>
                  <a:lnTo>
                    <a:pt x="3535545" y="4012602"/>
                  </a:lnTo>
                  <a:lnTo>
                    <a:pt x="3630948" y="4014764"/>
                  </a:lnTo>
                  <a:lnTo>
                    <a:pt x="3723283" y="4016576"/>
                  </a:lnTo>
                  <a:lnTo>
                    <a:pt x="3808096" y="4018031"/>
                  </a:lnTo>
                  <a:lnTo>
                    <a:pt x="3880999" y="4019135"/>
                  </a:lnTo>
                  <a:lnTo>
                    <a:pt x="3938556" y="4019909"/>
                  </a:lnTo>
                  <a:lnTo>
                    <a:pt x="3979115" y="4020398"/>
                  </a:lnTo>
                  <a:lnTo>
                    <a:pt x="4003302" y="4020659"/>
                  </a:lnTo>
                  <a:lnTo>
                    <a:pt x="4014067" y="4020764"/>
                  </a:lnTo>
                  <a:lnTo>
                    <a:pt x="4016393" y="4020785"/>
                  </a:lnTo>
                  <a:lnTo>
                    <a:pt x="4016409" y="4020785"/>
                  </a:lnTo>
                  <a:lnTo>
                    <a:pt x="4538543" y="4020785"/>
                  </a:lnTo>
                  <a:lnTo>
                    <a:pt x="4539465" y="4020696"/>
                  </a:lnTo>
                  <a:lnTo>
                    <a:pt x="4545534" y="4020063"/>
                  </a:lnTo>
                  <a:lnTo>
                    <a:pt x="4560864" y="4018311"/>
                  </a:lnTo>
                  <a:lnTo>
                    <a:pt x="4588344" y="4014862"/>
                  </a:lnTo>
                  <a:lnTo>
                    <a:pt x="4629440" y="4009176"/>
                  </a:lnTo>
                  <a:lnTo>
                    <a:pt x="4684080" y="4000806"/>
                  </a:lnTo>
                  <a:lnTo>
                    <a:pt x="4750759" y="3989443"/>
                  </a:lnTo>
                  <a:lnTo>
                    <a:pt x="4826880" y="3974923"/>
                  </a:lnTo>
                  <a:lnTo>
                    <a:pt x="4909256" y="3957208"/>
                  </a:lnTo>
                  <a:lnTo>
                    <a:pt x="4994635" y="3936342"/>
                  </a:lnTo>
                  <a:lnTo>
                    <a:pt x="5080119" y="3912396"/>
                  </a:lnTo>
                  <a:lnTo>
                    <a:pt x="5163418" y="3885409"/>
                  </a:lnTo>
                  <a:lnTo>
                    <a:pt x="5242936" y="3855357"/>
                  </a:lnTo>
                  <a:lnTo>
                    <a:pt x="5317735" y="3822117"/>
                  </a:lnTo>
                  <a:lnTo>
                    <a:pt x="5387426" y="3785462"/>
                  </a:lnTo>
                  <a:lnTo>
                    <a:pt x="5452038" y="3745052"/>
                  </a:lnTo>
                  <a:lnTo>
                    <a:pt x="5511897" y="3700444"/>
                  </a:lnTo>
                  <a:lnTo>
                    <a:pt x="5567520" y="3651101"/>
                  </a:lnTo>
                  <a:lnTo>
                    <a:pt x="5619533" y="3596417"/>
                  </a:lnTo>
                  <a:lnTo>
                    <a:pt x="5668614" y="3535754"/>
                  </a:lnTo>
                  <a:lnTo>
                    <a:pt x="5715436" y="3468517"/>
                  </a:lnTo>
                  <a:lnTo>
                    <a:pt x="5760630" y="3394260"/>
                  </a:lnTo>
                  <a:lnTo>
                    <a:pt x="5784835" y="3350654"/>
                  </a:lnTo>
                  <a:lnTo>
                    <a:pt x="5817041" y="3288584"/>
                  </a:lnTo>
                  <a:lnTo>
                    <a:pt x="5848963" y="3222590"/>
                  </a:lnTo>
                  <a:lnTo>
                    <a:pt x="5880750" y="3152591"/>
                  </a:lnTo>
                  <a:lnTo>
                    <a:pt x="5912524" y="3078555"/>
                  </a:lnTo>
                  <a:lnTo>
                    <a:pt x="5944381" y="3000497"/>
                  </a:lnTo>
                  <a:lnTo>
                    <a:pt x="5976398" y="2918489"/>
                  </a:lnTo>
                  <a:lnTo>
                    <a:pt x="6008626" y="2832663"/>
                  </a:lnTo>
                  <a:lnTo>
                    <a:pt x="6041101" y="2743210"/>
                  </a:lnTo>
                  <a:lnTo>
                    <a:pt x="6073838" y="2650382"/>
                  </a:lnTo>
                  <a:lnTo>
                    <a:pt x="6106839" y="2554496"/>
                  </a:lnTo>
                  <a:lnTo>
                    <a:pt x="6140086" y="2455924"/>
                  </a:lnTo>
                  <a:lnTo>
                    <a:pt x="6173553" y="2355093"/>
                  </a:lnTo>
                  <a:lnTo>
                    <a:pt x="6207200" y="2252476"/>
                  </a:lnTo>
                  <a:lnTo>
                    <a:pt x="6240978" y="2148585"/>
                  </a:lnTo>
                  <a:lnTo>
                    <a:pt x="6274833" y="2043960"/>
                  </a:lnTo>
                  <a:lnTo>
                    <a:pt x="6308707" y="1939155"/>
                  </a:lnTo>
                  <a:lnTo>
                    <a:pt x="6342542" y="1834730"/>
                  </a:lnTo>
                  <a:lnTo>
                    <a:pt x="6376278" y="1731237"/>
                  </a:lnTo>
                  <a:lnTo>
                    <a:pt x="6409866" y="1629205"/>
                  </a:lnTo>
                  <a:lnTo>
                    <a:pt x="6443257" y="1529134"/>
                  </a:lnTo>
                  <a:lnTo>
                    <a:pt x="6476419" y="1431481"/>
                  </a:lnTo>
                  <a:lnTo>
                    <a:pt x="6509325" y="1336655"/>
                  </a:lnTo>
                  <a:lnTo>
                    <a:pt x="6541968" y="1245008"/>
                  </a:lnTo>
                  <a:lnTo>
                    <a:pt x="6574351" y="1156832"/>
                  </a:lnTo>
                  <a:lnTo>
                    <a:pt x="6606498" y="1072360"/>
                  </a:lnTo>
                  <a:lnTo>
                    <a:pt x="6638450" y="991761"/>
                  </a:lnTo>
                  <a:lnTo>
                    <a:pt x="6670268" y="915144"/>
                  </a:lnTo>
                  <a:lnTo>
                    <a:pt x="6702034" y="842560"/>
                  </a:lnTo>
                  <a:lnTo>
                    <a:pt x="6733854" y="774007"/>
                  </a:lnTo>
                  <a:lnTo>
                    <a:pt x="6765860" y="709436"/>
                  </a:lnTo>
                  <a:lnTo>
                    <a:pt x="6786527" y="670130"/>
                  </a:lnTo>
                  <a:lnTo>
                    <a:pt x="6831064" y="591959"/>
                  </a:lnTo>
                  <a:lnTo>
                    <a:pt x="6876924" y="520925"/>
                  </a:lnTo>
                  <a:lnTo>
                    <a:pt x="6924689" y="456737"/>
                  </a:lnTo>
                  <a:lnTo>
                    <a:pt x="6975014" y="398864"/>
                  </a:lnTo>
                  <a:lnTo>
                    <a:pt x="7028583" y="346680"/>
                  </a:lnTo>
                  <a:lnTo>
                    <a:pt x="7086054" y="299556"/>
                  </a:lnTo>
                  <a:lnTo>
                    <a:pt x="7148015" y="256914"/>
                  </a:lnTo>
                  <a:lnTo>
                    <a:pt x="7214905" y="218256"/>
                  </a:lnTo>
                  <a:lnTo>
                    <a:pt x="7286931" y="183185"/>
                  </a:lnTo>
                  <a:lnTo>
                    <a:pt x="7363948" y="151413"/>
                  </a:lnTo>
                  <a:lnTo>
                    <a:pt x="7445335" y="122760"/>
                  </a:lnTo>
                  <a:lnTo>
                    <a:pt x="7529865" y="97150"/>
                  </a:lnTo>
                  <a:lnTo>
                    <a:pt x="7615625" y="74593"/>
                  </a:lnTo>
                  <a:lnTo>
                    <a:pt x="7700030" y="55148"/>
                  </a:lnTo>
                  <a:lnTo>
                    <a:pt x="7779980" y="38880"/>
                  </a:lnTo>
                  <a:lnTo>
                    <a:pt x="7852191" y="25803"/>
                  </a:lnTo>
                  <a:lnTo>
                    <a:pt x="7913676" y="15827"/>
                  </a:lnTo>
                  <a:lnTo>
                    <a:pt x="7962279" y="8722"/>
                  </a:lnTo>
                  <a:lnTo>
                    <a:pt x="7997116" y="4112"/>
                  </a:lnTo>
                  <a:lnTo>
                    <a:pt x="8018814" y="1503"/>
                  </a:lnTo>
                  <a:lnTo>
                    <a:pt x="8029508" y="331"/>
                  </a:lnTo>
                  <a:lnTo>
                    <a:pt x="8032665" y="14"/>
                  </a:lnTo>
                  <a:lnTo>
                    <a:pt x="8032819" y="0"/>
                  </a:lnTo>
                  <a:lnTo>
                    <a:pt x="8554953" y="0"/>
                  </a:lnTo>
                  <a:lnTo>
                    <a:pt x="8554953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609" name="pl1609"/>
            <p:cNvSpPr/>
            <p:nvPr/>
          </p:nvSpPr>
          <p:spPr>
            <a:xfrm>
              <a:off x="386606" y="1631671"/>
              <a:ext cx="8554953" cy="4020785"/>
            </a:xfrm>
            <a:custGeom>
              <a:avLst/>
              <a:pathLst>
                <a:path w="8554953" h="4020785">
                  <a:moveTo>
                    <a:pt x="8554953" y="0"/>
                  </a:moveTo>
                  <a:lnTo>
                    <a:pt x="8032819" y="0"/>
                  </a:lnTo>
                  <a:lnTo>
                    <a:pt x="8031897" y="88"/>
                  </a:lnTo>
                  <a:lnTo>
                    <a:pt x="8025828" y="722"/>
                  </a:lnTo>
                  <a:lnTo>
                    <a:pt x="8010498" y="2474"/>
                  </a:lnTo>
                  <a:lnTo>
                    <a:pt x="7983018" y="5923"/>
                  </a:lnTo>
                  <a:lnTo>
                    <a:pt x="7941922" y="11609"/>
                  </a:lnTo>
                  <a:lnTo>
                    <a:pt x="7887282" y="19979"/>
                  </a:lnTo>
                  <a:lnTo>
                    <a:pt x="7820603" y="31342"/>
                  </a:lnTo>
                  <a:lnTo>
                    <a:pt x="7744482" y="45862"/>
                  </a:lnTo>
                  <a:lnTo>
                    <a:pt x="7662106" y="63577"/>
                  </a:lnTo>
                  <a:lnTo>
                    <a:pt x="7576727" y="84443"/>
                  </a:lnTo>
                  <a:lnTo>
                    <a:pt x="7491243" y="108389"/>
                  </a:lnTo>
                  <a:lnTo>
                    <a:pt x="7407944" y="135375"/>
                  </a:lnTo>
                  <a:lnTo>
                    <a:pt x="7328426" y="165428"/>
                  </a:lnTo>
                  <a:lnTo>
                    <a:pt x="7253627" y="198668"/>
                  </a:lnTo>
                  <a:lnTo>
                    <a:pt x="7183936" y="235323"/>
                  </a:lnTo>
                  <a:lnTo>
                    <a:pt x="7119324" y="275733"/>
                  </a:lnTo>
                  <a:lnTo>
                    <a:pt x="7059465" y="320340"/>
                  </a:lnTo>
                  <a:lnTo>
                    <a:pt x="7003842" y="369683"/>
                  </a:lnTo>
                  <a:lnTo>
                    <a:pt x="6951829" y="424368"/>
                  </a:lnTo>
                  <a:lnTo>
                    <a:pt x="6902748" y="485031"/>
                  </a:lnTo>
                  <a:lnTo>
                    <a:pt x="6855926" y="552268"/>
                  </a:lnTo>
                  <a:lnTo>
                    <a:pt x="6810732" y="626525"/>
                  </a:lnTo>
                  <a:lnTo>
                    <a:pt x="6786527" y="670130"/>
                  </a:lnTo>
                  <a:lnTo>
                    <a:pt x="6754321" y="732200"/>
                  </a:lnTo>
                  <a:lnTo>
                    <a:pt x="6722399" y="798195"/>
                  </a:lnTo>
                  <a:lnTo>
                    <a:pt x="6690612" y="868193"/>
                  </a:lnTo>
                  <a:lnTo>
                    <a:pt x="6658838" y="942230"/>
                  </a:lnTo>
                  <a:lnTo>
                    <a:pt x="6626981" y="1020288"/>
                  </a:lnTo>
                  <a:lnTo>
                    <a:pt x="6594964" y="1102295"/>
                  </a:lnTo>
                  <a:lnTo>
                    <a:pt x="6562736" y="1188122"/>
                  </a:lnTo>
                  <a:lnTo>
                    <a:pt x="6530261" y="1277575"/>
                  </a:lnTo>
                  <a:lnTo>
                    <a:pt x="6497524" y="1370403"/>
                  </a:lnTo>
                  <a:lnTo>
                    <a:pt x="6464523" y="1466289"/>
                  </a:lnTo>
                  <a:lnTo>
                    <a:pt x="6431276" y="1564861"/>
                  </a:lnTo>
                  <a:lnTo>
                    <a:pt x="6397809" y="1665692"/>
                  </a:lnTo>
                  <a:lnTo>
                    <a:pt x="6364162" y="1768309"/>
                  </a:lnTo>
                  <a:lnTo>
                    <a:pt x="6330384" y="1872199"/>
                  </a:lnTo>
                  <a:lnTo>
                    <a:pt x="6296529" y="1976825"/>
                  </a:lnTo>
                  <a:lnTo>
                    <a:pt x="6262655" y="2081630"/>
                  </a:lnTo>
                  <a:lnTo>
                    <a:pt x="6228820" y="2186054"/>
                  </a:lnTo>
                  <a:lnTo>
                    <a:pt x="6195083" y="2289548"/>
                  </a:lnTo>
                  <a:lnTo>
                    <a:pt x="6161496" y="2391580"/>
                  </a:lnTo>
                  <a:lnTo>
                    <a:pt x="6128104" y="2491651"/>
                  </a:lnTo>
                  <a:lnTo>
                    <a:pt x="6094943" y="2589304"/>
                  </a:lnTo>
                  <a:lnTo>
                    <a:pt x="6062036" y="2684130"/>
                  </a:lnTo>
                  <a:lnTo>
                    <a:pt x="6029394" y="2775777"/>
                  </a:lnTo>
                  <a:lnTo>
                    <a:pt x="5997011" y="2863953"/>
                  </a:lnTo>
                  <a:lnTo>
                    <a:pt x="5964864" y="2948425"/>
                  </a:lnTo>
                  <a:lnTo>
                    <a:pt x="5932912" y="3029024"/>
                  </a:lnTo>
                  <a:lnTo>
                    <a:pt x="5901094" y="3105641"/>
                  </a:lnTo>
                  <a:lnTo>
                    <a:pt x="5869328" y="3178225"/>
                  </a:lnTo>
                  <a:lnTo>
                    <a:pt x="5837508" y="3246777"/>
                  </a:lnTo>
                  <a:lnTo>
                    <a:pt x="5805502" y="3311349"/>
                  </a:lnTo>
                  <a:lnTo>
                    <a:pt x="5784835" y="3350654"/>
                  </a:lnTo>
                  <a:lnTo>
                    <a:pt x="5740298" y="3428826"/>
                  </a:lnTo>
                  <a:lnTo>
                    <a:pt x="5694438" y="3499860"/>
                  </a:lnTo>
                  <a:lnTo>
                    <a:pt x="5646673" y="3564048"/>
                  </a:lnTo>
                  <a:lnTo>
                    <a:pt x="5596348" y="3621921"/>
                  </a:lnTo>
                  <a:lnTo>
                    <a:pt x="5542779" y="3674105"/>
                  </a:lnTo>
                  <a:lnTo>
                    <a:pt x="5485308" y="3721229"/>
                  </a:lnTo>
                  <a:lnTo>
                    <a:pt x="5423347" y="3763871"/>
                  </a:lnTo>
                  <a:lnTo>
                    <a:pt x="5356457" y="3802529"/>
                  </a:lnTo>
                  <a:lnTo>
                    <a:pt x="5284431" y="3837600"/>
                  </a:lnTo>
                  <a:lnTo>
                    <a:pt x="5207413" y="3869372"/>
                  </a:lnTo>
                  <a:lnTo>
                    <a:pt x="5126027" y="3898025"/>
                  </a:lnTo>
                  <a:lnTo>
                    <a:pt x="5041497" y="3923634"/>
                  </a:lnTo>
                  <a:lnTo>
                    <a:pt x="4955737" y="3946191"/>
                  </a:lnTo>
                  <a:lnTo>
                    <a:pt x="4871332" y="3965636"/>
                  </a:lnTo>
                  <a:lnTo>
                    <a:pt x="4791382" y="3981905"/>
                  </a:lnTo>
                  <a:lnTo>
                    <a:pt x="4719171" y="3994982"/>
                  </a:lnTo>
                  <a:lnTo>
                    <a:pt x="4657686" y="4004958"/>
                  </a:lnTo>
                  <a:lnTo>
                    <a:pt x="4609083" y="4012063"/>
                  </a:lnTo>
                  <a:lnTo>
                    <a:pt x="4574246" y="4016673"/>
                  </a:lnTo>
                  <a:lnTo>
                    <a:pt x="4552548" y="4019281"/>
                  </a:lnTo>
                  <a:lnTo>
                    <a:pt x="4541854" y="4020454"/>
                  </a:lnTo>
                  <a:lnTo>
                    <a:pt x="4538697" y="4020771"/>
                  </a:lnTo>
                  <a:lnTo>
                    <a:pt x="4538543" y="4020785"/>
                  </a:lnTo>
                  <a:lnTo>
                    <a:pt x="4016409" y="4020785"/>
                  </a:lnTo>
                  <a:lnTo>
                    <a:pt x="4015142" y="4020774"/>
                  </a:lnTo>
                  <a:lnTo>
                    <a:pt x="4006854" y="4020695"/>
                  </a:lnTo>
                  <a:lnTo>
                    <a:pt x="3986135" y="4020476"/>
                  </a:lnTo>
                  <a:lnTo>
                    <a:pt x="3949532" y="4020047"/>
                  </a:lnTo>
                  <a:lnTo>
                    <a:pt x="3895863" y="4019343"/>
                  </a:lnTo>
                  <a:lnTo>
                    <a:pt x="3826279" y="4018319"/>
                  </a:lnTo>
                  <a:lnTo>
                    <a:pt x="3743866" y="4016946"/>
                  </a:lnTo>
                  <a:lnTo>
                    <a:pt x="3652874" y="4015217"/>
                  </a:lnTo>
                  <a:lnTo>
                    <a:pt x="3557812" y="4013136"/>
                  </a:lnTo>
                  <a:lnTo>
                    <a:pt x="3462699" y="4010711"/>
                  </a:lnTo>
                  <a:lnTo>
                    <a:pt x="3370618" y="4007947"/>
                  </a:lnTo>
                  <a:lnTo>
                    <a:pt x="3283591" y="4004838"/>
                  </a:lnTo>
                  <a:lnTo>
                    <a:pt x="3202662" y="4001364"/>
                  </a:lnTo>
                  <a:lnTo>
                    <a:pt x="3128105" y="3997493"/>
                  </a:lnTo>
                  <a:lnTo>
                    <a:pt x="3059641" y="3993173"/>
                  </a:lnTo>
                  <a:lnTo>
                    <a:pt x="2996635" y="3988343"/>
                  </a:lnTo>
                  <a:lnTo>
                    <a:pt x="2938248" y="3982929"/>
                  </a:lnTo>
                  <a:lnTo>
                    <a:pt x="2883551" y="3976851"/>
                  </a:lnTo>
                  <a:lnTo>
                    <a:pt x="2831611" y="3970036"/>
                  </a:lnTo>
                  <a:lnTo>
                    <a:pt x="2781572" y="3962433"/>
                  </a:lnTo>
                  <a:lnTo>
                    <a:pt x="2770117" y="3960549"/>
                  </a:lnTo>
                  <a:lnTo>
                    <a:pt x="2716610" y="3951055"/>
                  </a:lnTo>
                  <a:lnTo>
                    <a:pt x="2663620" y="3940568"/>
                  </a:lnTo>
                  <a:lnTo>
                    <a:pt x="2610578" y="3929076"/>
                  </a:lnTo>
                  <a:lnTo>
                    <a:pt x="2557105" y="3916599"/>
                  </a:lnTo>
                  <a:lnTo>
                    <a:pt x="2502981" y="3903201"/>
                  </a:lnTo>
                  <a:lnTo>
                    <a:pt x="2448129" y="3888988"/>
                  </a:lnTo>
                  <a:lnTo>
                    <a:pt x="2392595" y="3874106"/>
                  </a:lnTo>
                  <a:lnTo>
                    <a:pt x="2336526" y="3858740"/>
                  </a:lnTo>
                  <a:lnTo>
                    <a:pt x="2280143" y="3843100"/>
                  </a:lnTo>
                  <a:lnTo>
                    <a:pt x="2223707" y="3827415"/>
                  </a:lnTo>
                  <a:lnTo>
                    <a:pt x="2167488" y="3811917"/>
                  </a:lnTo>
                  <a:lnTo>
                    <a:pt x="2111726" y="3796825"/>
                  </a:lnTo>
                  <a:lnTo>
                    <a:pt x="2056600" y="3782335"/>
                  </a:lnTo>
                  <a:lnTo>
                    <a:pt x="2002198" y="3768608"/>
                  </a:lnTo>
                  <a:lnTo>
                    <a:pt x="1948492" y="3755767"/>
                  </a:lnTo>
                  <a:lnTo>
                    <a:pt x="1895320" y="3743891"/>
                  </a:lnTo>
                  <a:lnTo>
                    <a:pt x="1842366" y="3733016"/>
                  </a:lnTo>
                  <a:lnTo>
                    <a:pt x="1789138" y="3723144"/>
                  </a:lnTo>
                  <a:lnTo>
                    <a:pt x="1768425" y="3719603"/>
                  </a:lnTo>
                  <a:lnTo>
                    <a:pt x="1718720" y="3711814"/>
                  </a:lnTo>
                  <a:lnTo>
                    <a:pt x="1667295" y="3704819"/>
                  </a:lnTo>
                  <a:lnTo>
                    <a:pt x="1613322" y="3698576"/>
                  </a:lnTo>
                  <a:lnTo>
                    <a:pt x="1555878" y="3693014"/>
                  </a:lnTo>
                  <a:lnTo>
                    <a:pt x="1494027" y="3688055"/>
                  </a:lnTo>
                  <a:lnTo>
                    <a:pt x="1426900" y="3683622"/>
                  </a:lnTo>
                  <a:lnTo>
                    <a:pt x="1353802" y="3679652"/>
                  </a:lnTo>
                  <a:lnTo>
                    <a:pt x="1274356" y="3676089"/>
                  </a:lnTo>
                  <a:lnTo>
                    <a:pt x="1188687" y="3672897"/>
                  </a:lnTo>
                  <a:lnTo>
                    <a:pt x="1097641" y="3670054"/>
                  </a:lnTo>
                  <a:lnTo>
                    <a:pt x="1002997" y="3667550"/>
                  </a:lnTo>
                  <a:lnTo>
                    <a:pt x="907594" y="3665388"/>
                  </a:lnTo>
                  <a:lnTo>
                    <a:pt x="815259" y="3663576"/>
                  </a:lnTo>
                  <a:lnTo>
                    <a:pt x="730446" y="3662121"/>
                  </a:lnTo>
                  <a:lnTo>
                    <a:pt x="657543" y="3661017"/>
                  </a:lnTo>
                  <a:lnTo>
                    <a:pt x="599986" y="3660242"/>
                  </a:lnTo>
                  <a:lnTo>
                    <a:pt x="559427" y="3659754"/>
                  </a:lnTo>
                  <a:lnTo>
                    <a:pt x="535240" y="3659492"/>
                  </a:lnTo>
                  <a:lnTo>
                    <a:pt x="524476" y="3659387"/>
                  </a:lnTo>
                  <a:lnTo>
                    <a:pt x="522150" y="3659367"/>
                  </a:lnTo>
                  <a:lnTo>
                    <a:pt x="522133" y="3659366"/>
                  </a:lnTo>
                  <a:lnTo>
                    <a:pt x="0" y="3659366"/>
                  </a:lnTo>
                  <a:lnTo>
                    <a:pt x="0" y="3659366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610" name="pg1610"/>
            <p:cNvSpPr/>
            <p:nvPr/>
          </p:nvSpPr>
          <p:spPr>
            <a:xfrm>
              <a:off x="386606" y="1473551"/>
              <a:ext cx="8554953" cy="4421734"/>
            </a:xfrm>
            <a:custGeom>
              <a:avLst/>
              <a:pathLst>
                <a:path w="8554953" h="4421734">
                  <a:moveTo>
                    <a:pt x="0" y="3704544"/>
                  </a:moveTo>
                  <a:lnTo>
                    <a:pt x="522133" y="3704544"/>
                  </a:lnTo>
                  <a:lnTo>
                    <a:pt x="523078" y="3704460"/>
                  </a:lnTo>
                  <a:lnTo>
                    <a:pt x="529295" y="3703862"/>
                  </a:lnTo>
                  <a:lnTo>
                    <a:pt x="544989" y="3702209"/>
                  </a:lnTo>
                  <a:lnTo>
                    <a:pt x="573092" y="3698955"/>
                  </a:lnTo>
                  <a:lnTo>
                    <a:pt x="615062" y="3693592"/>
                  </a:lnTo>
                  <a:lnTo>
                    <a:pt x="670766" y="3685704"/>
                  </a:lnTo>
                  <a:lnTo>
                    <a:pt x="738600" y="3675005"/>
                  </a:lnTo>
                  <a:lnTo>
                    <a:pt x="815856" y="3661348"/>
                  </a:lnTo>
                  <a:lnTo>
                    <a:pt x="899247" y="3644703"/>
                  </a:lnTo>
                  <a:lnTo>
                    <a:pt x="985451" y="3625115"/>
                  </a:lnTo>
                  <a:lnTo>
                    <a:pt x="1071541" y="3602651"/>
                  </a:lnTo>
                  <a:lnTo>
                    <a:pt x="1155229" y="3577343"/>
                  </a:lnTo>
                  <a:lnTo>
                    <a:pt x="1234949" y="3549160"/>
                  </a:lnTo>
                  <a:lnTo>
                    <a:pt x="1309803" y="3517976"/>
                  </a:lnTo>
                  <a:lnTo>
                    <a:pt x="1379447" y="3483565"/>
                  </a:lnTo>
                  <a:lnTo>
                    <a:pt x="1443954" y="3445595"/>
                  </a:lnTo>
                  <a:lnTo>
                    <a:pt x="1503690" y="3403634"/>
                  </a:lnTo>
                  <a:lnTo>
                    <a:pt x="1559204" y="3357166"/>
                  </a:lnTo>
                  <a:lnTo>
                    <a:pt x="1611150" y="3305611"/>
                  </a:lnTo>
                  <a:lnTo>
                    <a:pt x="1660224" y="3248369"/>
                  </a:lnTo>
                  <a:lnTo>
                    <a:pt x="1707114" y="3184894"/>
                  </a:lnTo>
                  <a:lnTo>
                    <a:pt x="1752453" y="3114805"/>
                  </a:lnTo>
                  <a:lnTo>
                    <a:pt x="1768425" y="3088061"/>
                  </a:lnTo>
                  <a:lnTo>
                    <a:pt x="1801813" y="3028786"/>
                  </a:lnTo>
                  <a:lnTo>
                    <a:pt x="1834901" y="2965625"/>
                  </a:lnTo>
                  <a:lnTo>
                    <a:pt x="1867855" y="2898501"/>
                  </a:lnTo>
                  <a:lnTo>
                    <a:pt x="1900807" y="2827382"/>
                  </a:lnTo>
                  <a:lnTo>
                    <a:pt x="1933862" y="2752294"/>
                  </a:lnTo>
                  <a:lnTo>
                    <a:pt x="1967100" y="2673318"/>
                  </a:lnTo>
                  <a:lnTo>
                    <a:pt x="2000576" y="2590603"/>
                  </a:lnTo>
                  <a:lnTo>
                    <a:pt x="2034323" y="2504360"/>
                  </a:lnTo>
                  <a:lnTo>
                    <a:pt x="2068354" y="2414865"/>
                  </a:lnTo>
                  <a:lnTo>
                    <a:pt x="2102664" y="2322462"/>
                  </a:lnTo>
                  <a:lnTo>
                    <a:pt x="2137230" y="2227553"/>
                  </a:lnTo>
                  <a:lnTo>
                    <a:pt x="2172015" y="2130594"/>
                  </a:lnTo>
                  <a:lnTo>
                    <a:pt x="2206972" y="2032090"/>
                  </a:lnTo>
                  <a:lnTo>
                    <a:pt x="2242043" y="1932578"/>
                  </a:lnTo>
                  <a:lnTo>
                    <a:pt x="2277165" y="1832623"/>
                  </a:lnTo>
                  <a:lnTo>
                    <a:pt x="2312272" y="1732796"/>
                  </a:lnTo>
                  <a:lnTo>
                    <a:pt x="2347300" y="1633669"/>
                  </a:lnTo>
                  <a:lnTo>
                    <a:pt x="2382186" y="1535794"/>
                  </a:lnTo>
                  <a:lnTo>
                    <a:pt x="2416878" y="1439697"/>
                  </a:lnTo>
                  <a:lnTo>
                    <a:pt x="2451333" y="1345860"/>
                  </a:lnTo>
                  <a:lnTo>
                    <a:pt x="2485519" y="1254718"/>
                  </a:lnTo>
                  <a:lnTo>
                    <a:pt x="2519422" y="1166647"/>
                  </a:lnTo>
                  <a:lnTo>
                    <a:pt x="2553045" y="1081959"/>
                  </a:lnTo>
                  <a:lnTo>
                    <a:pt x="2586408" y="1000902"/>
                  </a:lnTo>
                  <a:lnTo>
                    <a:pt x="2619556" y="923660"/>
                  </a:lnTo>
                  <a:lnTo>
                    <a:pt x="2652554" y="850349"/>
                  </a:lnTo>
                  <a:lnTo>
                    <a:pt x="2685492" y="781026"/>
                  </a:lnTo>
                  <a:lnTo>
                    <a:pt x="2718487" y="715690"/>
                  </a:lnTo>
                  <a:lnTo>
                    <a:pt x="2751688" y="654288"/>
                  </a:lnTo>
                  <a:lnTo>
                    <a:pt x="2770117" y="622130"/>
                  </a:lnTo>
                  <a:lnTo>
                    <a:pt x="2815034" y="549639"/>
                  </a:lnTo>
                  <a:lnTo>
                    <a:pt x="2861300" y="483824"/>
                  </a:lnTo>
                  <a:lnTo>
                    <a:pt x="2909515" y="424406"/>
                  </a:lnTo>
                  <a:lnTo>
                    <a:pt x="2960351" y="370882"/>
                  </a:lnTo>
                  <a:lnTo>
                    <a:pt x="3014508" y="322659"/>
                  </a:lnTo>
                  <a:lnTo>
                    <a:pt x="3072661" y="279147"/>
                  </a:lnTo>
                  <a:lnTo>
                    <a:pt x="3135405" y="239801"/>
                  </a:lnTo>
                  <a:lnTo>
                    <a:pt x="3203182" y="204158"/>
                  </a:lnTo>
                  <a:lnTo>
                    <a:pt x="3276183" y="171850"/>
                  </a:lnTo>
                  <a:lnTo>
                    <a:pt x="3354231" y="142611"/>
                  </a:lnTo>
                  <a:lnTo>
                    <a:pt x="3436642" y="116281"/>
                  </a:lnTo>
                  <a:lnTo>
                    <a:pt x="3522097" y="92797"/>
                  </a:lnTo>
                  <a:lnTo>
                    <a:pt x="3608566" y="72171"/>
                  </a:lnTo>
                  <a:lnTo>
                    <a:pt x="3693334" y="54465"/>
                  </a:lnTo>
                  <a:lnTo>
                    <a:pt x="3773178" y="39735"/>
                  </a:lnTo>
                  <a:lnTo>
                    <a:pt x="3844742" y="27986"/>
                  </a:lnTo>
                  <a:lnTo>
                    <a:pt x="3905045" y="19117"/>
                  </a:lnTo>
                  <a:lnTo>
                    <a:pt x="3952033" y="12891"/>
                  </a:lnTo>
                  <a:lnTo>
                    <a:pt x="3985019" y="8936"/>
                  </a:lnTo>
                  <a:lnTo>
                    <a:pt x="4004895" y="6771"/>
                  </a:lnTo>
                  <a:lnTo>
                    <a:pt x="4014087" y="5858"/>
                  </a:lnTo>
                  <a:lnTo>
                    <a:pt x="4016409" y="5647"/>
                  </a:lnTo>
                  <a:lnTo>
                    <a:pt x="4538543" y="5647"/>
                  </a:lnTo>
                  <a:lnTo>
                    <a:pt x="4539436" y="5741"/>
                  </a:lnTo>
                  <a:lnTo>
                    <a:pt x="4545319" y="6415"/>
                  </a:lnTo>
                  <a:lnTo>
                    <a:pt x="4560192" y="8276"/>
                  </a:lnTo>
                  <a:lnTo>
                    <a:pt x="4586887" y="11943"/>
                  </a:lnTo>
                  <a:lnTo>
                    <a:pt x="4626879" y="17991"/>
                  </a:lnTo>
                  <a:lnTo>
                    <a:pt x="4680169" y="26901"/>
                  </a:lnTo>
                  <a:lnTo>
                    <a:pt x="4745375" y="39012"/>
                  </a:lnTo>
                  <a:lnTo>
                    <a:pt x="4820040" y="54509"/>
                  </a:lnTo>
                  <a:lnTo>
                    <a:pt x="4901105" y="73440"/>
                  </a:lnTo>
                  <a:lnTo>
                    <a:pt x="4985405" y="95765"/>
                  </a:lnTo>
                  <a:lnTo>
                    <a:pt x="5070086" y="121408"/>
                  </a:lnTo>
                  <a:lnTo>
                    <a:pt x="5152857" y="150321"/>
                  </a:lnTo>
                  <a:lnTo>
                    <a:pt x="5232092" y="182520"/>
                  </a:lnTo>
                  <a:lnTo>
                    <a:pt x="5306800" y="218120"/>
                  </a:lnTo>
                  <a:lnTo>
                    <a:pt x="5376536" y="257347"/>
                  </a:lnTo>
                  <a:lnTo>
                    <a:pt x="5441275" y="300541"/>
                  </a:lnTo>
                  <a:lnTo>
                    <a:pt x="5501291" y="348158"/>
                  </a:lnTo>
                  <a:lnTo>
                    <a:pt x="5557059" y="400753"/>
                  </a:lnTo>
                  <a:lnTo>
                    <a:pt x="5609170" y="458958"/>
                  </a:lnTo>
                  <a:lnTo>
                    <a:pt x="5658274" y="523450"/>
                  </a:lnTo>
                  <a:lnTo>
                    <a:pt x="5705029" y="594880"/>
                  </a:lnTo>
                  <a:lnTo>
                    <a:pt x="5750058" y="673769"/>
                  </a:lnTo>
                  <a:lnTo>
                    <a:pt x="5784835" y="741661"/>
                  </a:lnTo>
                  <a:lnTo>
                    <a:pt x="5815736" y="806973"/>
                  </a:lnTo>
                  <a:lnTo>
                    <a:pt x="5846369" y="876246"/>
                  </a:lnTo>
                  <a:lnTo>
                    <a:pt x="5876868" y="949562"/>
                  </a:lnTo>
                  <a:lnTo>
                    <a:pt x="5907342" y="1026958"/>
                  </a:lnTo>
                  <a:lnTo>
                    <a:pt x="5937881" y="1108425"/>
                  </a:lnTo>
                  <a:lnTo>
                    <a:pt x="5968554" y="1193903"/>
                  </a:lnTo>
                  <a:lnTo>
                    <a:pt x="5999411" y="1283279"/>
                  </a:lnTo>
                  <a:lnTo>
                    <a:pt x="6030488" y="1376383"/>
                  </a:lnTo>
                  <a:lnTo>
                    <a:pt x="6061804" y="1472988"/>
                  </a:lnTo>
                  <a:lnTo>
                    <a:pt x="6093363" y="1572807"/>
                  </a:lnTo>
                  <a:lnTo>
                    <a:pt x="6125157" y="1675503"/>
                  </a:lnTo>
                  <a:lnTo>
                    <a:pt x="6157166" y="1780681"/>
                  </a:lnTo>
                  <a:lnTo>
                    <a:pt x="6189360" y="1887904"/>
                  </a:lnTo>
                  <a:lnTo>
                    <a:pt x="6221699" y="1996692"/>
                  </a:lnTo>
                  <a:lnTo>
                    <a:pt x="6254138" y="2106536"/>
                  </a:lnTo>
                  <a:lnTo>
                    <a:pt x="6286627" y="2216907"/>
                  </a:lnTo>
                  <a:lnTo>
                    <a:pt x="6319115" y="2327261"/>
                  </a:lnTo>
                  <a:lnTo>
                    <a:pt x="6351550" y="2437059"/>
                  </a:lnTo>
                  <a:lnTo>
                    <a:pt x="6383881" y="2545770"/>
                  </a:lnTo>
                  <a:lnTo>
                    <a:pt x="6416065" y="2652886"/>
                  </a:lnTo>
                  <a:lnTo>
                    <a:pt x="6448062" y="2757931"/>
                  </a:lnTo>
                  <a:lnTo>
                    <a:pt x="6479843" y="2860469"/>
                  </a:lnTo>
                  <a:lnTo>
                    <a:pt x="6511389" y="2960111"/>
                  </a:lnTo>
                  <a:lnTo>
                    <a:pt x="6542690" y="3056519"/>
                  </a:lnTo>
                  <a:lnTo>
                    <a:pt x="6573754" y="3149411"/>
                  </a:lnTo>
                  <a:lnTo>
                    <a:pt x="6604599" y="3238564"/>
                  </a:lnTo>
                  <a:lnTo>
                    <a:pt x="6635262" y="3323811"/>
                  </a:lnTo>
                  <a:lnTo>
                    <a:pt x="6665795" y="3405042"/>
                  </a:lnTo>
                  <a:lnTo>
                    <a:pt x="6696268" y="3482200"/>
                  </a:lnTo>
                  <a:lnTo>
                    <a:pt x="6726772" y="3555279"/>
                  </a:lnTo>
                  <a:lnTo>
                    <a:pt x="6757417" y="3624320"/>
                  </a:lnTo>
                  <a:lnTo>
                    <a:pt x="6786527" y="3685720"/>
                  </a:lnTo>
                  <a:lnTo>
                    <a:pt x="6830580" y="3770696"/>
                  </a:lnTo>
                  <a:lnTo>
                    <a:pt x="6875920" y="3847998"/>
                  </a:lnTo>
                  <a:lnTo>
                    <a:pt x="6923112" y="3917931"/>
                  </a:lnTo>
                  <a:lnTo>
                    <a:pt x="6972788" y="3981057"/>
                  </a:lnTo>
                  <a:lnTo>
                    <a:pt x="7025610" y="4038037"/>
                  </a:lnTo>
                  <a:lnTo>
                    <a:pt x="7082218" y="4089543"/>
                  </a:lnTo>
                  <a:lnTo>
                    <a:pt x="7143185" y="4136196"/>
                  </a:lnTo>
                  <a:lnTo>
                    <a:pt x="7208951" y="4178529"/>
                  </a:lnTo>
                  <a:lnTo>
                    <a:pt x="7279738" y="4216975"/>
                  </a:lnTo>
                  <a:lnTo>
                    <a:pt x="7355444" y="4251851"/>
                  </a:lnTo>
                  <a:lnTo>
                    <a:pt x="7435517" y="4283359"/>
                  </a:lnTo>
                  <a:lnTo>
                    <a:pt x="7518843" y="4311591"/>
                  </a:lnTo>
                  <a:lnTo>
                    <a:pt x="7603655" y="4336548"/>
                  </a:lnTo>
                  <a:lnTo>
                    <a:pt x="7687532" y="4358171"/>
                  </a:lnTo>
                  <a:lnTo>
                    <a:pt x="7767526" y="4376388"/>
                  </a:lnTo>
                  <a:lnTo>
                    <a:pt x="7840459" y="4391171"/>
                  </a:lnTo>
                  <a:lnTo>
                    <a:pt x="7903353" y="4402594"/>
                  </a:lnTo>
                  <a:lnTo>
                    <a:pt x="7953942" y="4410874"/>
                  </a:lnTo>
                  <a:lnTo>
                    <a:pt x="7991111" y="4416381"/>
                  </a:lnTo>
                  <a:lnTo>
                    <a:pt x="8015172" y="4419622"/>
                  </a:lnTo>
                  <a:lnTo>
                    <a:pt x="8027895" y="4421184"/>
                  </a:lnTo>
                  <a:lnTo>
                    <a:pt x="8032372" y="4421688"/>
                  </a:lnTo>
                  <a:lnTo>
                    <a:pt x="8032819" y="4421734"/>
                  </a:lnTo>
                  <a:lnTo>
                    <a:pt x="8554953" y="4421734"/>
                  </a:lnTo>
                  <a:lnTo>
                    <a:pt x="8554953" y="4416087"/>
                  </a:lnTo>
                  <a:lnTo>
                    <a:pt x="8032819" y="4416087"/>
                  </a:lnTo>
                  <a:lnTo>
                    <a:pt x="8031926" y="4415993"/>
                  </a:lnTo>
                  <a:lnTo>
                    <a:pt x="8026043" y="4415319"/>
                  </a:lnTo>
                  <a:lnTo>
                    <a:pt x="8011170" y="4413458"/>
                  </a:lnTo>
                  <a:lnTo>
                    <a:pt x="7984474" y="4409791"/>
                  </a:lnTo>
                  <a:lnTo>
                    <a:pt x="7944483" y="4403743"/>
                  </a:lnTo>
                  <a:lnTo>
                    <a:pt x="7891192" y="4394833"/>
                  </a:lnTo>
                  <a:lnTo>
                    <a:pt x="7825987" y="4382722"/>
                  </a:lnTo>
                  <a:lnTo>
                    <a:pt x="7751322" y="4367225"/>
                  </a:lnTo>
                  <a:lnTo>
                    <a:pt x="7670257" y="4348294"/>
                  </a:lnTo>
                  <a:lnTo>
                    <a:pt x="7585957" y="4325969"/>
                  </a:lnTo>
                  <a:lnTo>
                    <a:pt x="7501276" y="4300326"/>
                  </a:lnTo>
                  <a:lnTo>
                    <a:pt x="7418505" y="4271413"/>
                  </a:lnTo>
                  <a:lnTo>
                    <a:pt x="7339270" y="4239214"/>
                  </a:lnTo>
                  <a:lnTo>
                    <a:pt x="7264562" y="4203614"/>
                  </a:lnTo>
                  <a:lnTo>
                    <a:pt x="7194826" y="4164387"/>
                  </a:lnTo>
                  <a:lnTo>
                    <a:pt x="7130087" y="4121193"/>
                  </a:lnTo>
                  <a:lnTo>
                    <a:pt x="7070071" y="4073576"/>
                  </a:lnTo>
                  <a:lnTo>
                    <a:pt x="7014303" y="4020981"/>
                  </a:lnTo>
                  <a:lnTo>
                    <a:pt x="6962192" y="3962776"/>
                  </a:lnTo>
                  <a:lnTo>
                    <a:pt x="6913088" y="3898284"/>
                  </a:lnTo>
                  <a:lnTo>
                    <a:pt x="6866333" y="3826854"/>
                  </a:lnTo>
                  <a:lnTo>
                    <a:pt x="6821304" y="3747965"/>
                  </a:lnTo>
                  <a:lnTo>
                    <a:pt x="6786527" y="3680073"/>
                  </a:lnTo>
                  <a:lnTo>
                    <a:pt x="6755626" y="3614761"/>
                  </a:lnTo>
                  <a:lnTo>
                    <a:pt x="6724993" y="3545487"/>
                  </a:lnTo>
                  <a:lnTo>
                    <a:pt x="6694494" y="3472172"/>
                  </a:lnTo>
                  <a:lnTo>
                    <a:pt x="6664020" y="3394776"/>
                  </a:lnTo>
                  <a:lnTo>
                    <a:pt x="6633481" y="3313309"/>
                  </a:lnTo>
                  <a:lnTo>
                    <a:pt x="6602808" y="3227831"/>
                  </a:lnTo>
                  <a:lnTo>
                    <a:pt x="6571951" y="3138455"/>
                  </a:lnTo>
                  <a:lnTo>
                    <a:pt x="6540874" y="3045351"/>
                  </a:lnTo>
                  <a:lnTo>
                    <a:pt x="6509558" y="2948746"/>
                  </a:lnTo>
                  <a:lnTo>
                    <a:pt x="6477999" y="2848926"/>
                  </a:lnTo>
                  <a:lnTo>
                    <a:pt x="6446205" y="2746231"/>
                  </a:lnTo>
                  <a:lnTo>
                    <a:pt x="6414196" y="2641053"/>
                  </a:lnTo>
                  <a:lnTo>
                    <a:pt x="6382002" y="2533830"/>
                  </a:lnTo>
                  <a:lnTo>
                    <a:pt x="6349663" y="2425042"/>
                  </a:lnTo>
                  <a:lnTo>
                    <a:pt x="6317224" y="2315198"/>
                  </a:lnTo>
                  <a:lnTo>
                    <a:pt x="6284735" y="2204827"/>
                  </a:lnTo>
                  <a:lnTo>
                    <a:pt x="6252247" y="2094473"/>
                  </a:lnTo>
                  <a:lnTo>
                    <a:pt x="6219812" y="1984675"/>
                  </a:lnTo>
                  <a:lnTo>
                    <a:pt x="6187480" y="1875964"/>
                  </a:lnTo>
                  <a:lnTo>
                    <a:pt x="6155297" y="1768848"/>
                  </a:lnTo>
                  <a:lnTo>
                    <a:pt x="6123300" y="1663803"/>
                  </a:lnTo>
                  <a:lnTo>
                    <a:pt x="6091519" y="1561265"/>
                  </a:lnTo>
                  <a:lnTo>
                    <a:pt x="6059973" y="1461623"/>
                  </a:lnTo>
                  <a:lnTo>
                    <a:pt x="6028672" y="1365215"/>
                  </a:lnTo>
                  <a:lnTo>
                    <a:pt x="5997608" y="1272323"/>
                  </a:lnTo>
                  <a:lnTo>
                    <a:pt x="5966763" y="1183170"/>
                  </a:lnTo>
                  <a:lnTo>
                    <a:pt x="5936100" y="1097923"/>
                  </a:lnTo>
                  <a:lnTo>
                    <a:pt x="5905567" y="1016692"/>
                  </a:lnTo>
                  <a:lnTo>
                    <a:pt x="5875093" y="939534"/>
                  </a:lnTo>
                  <a:lnTo>
                    <a:pt x="5844590" y="866455"/>
                  </a:lnTo>
                  <a:lnTo>
                    <a:pt x="5813945" y="797414"/>
                  </a:lnTo>
                  <a:lnTo>
                    <a:pt x="5784835" y="736014"/>
                  </a:lnTo>
                  <a:lnTo>
                    <a:pt x="5740782" y="651038"/>
                  </a:lnTo>
                  <a:lnTo>
                    <a:pt x="5695442" y="573736"/>
                  </a:lnTo>
                  <a:lnTo>
                    <a:pt x="5648250" y="503803"/>
                  </a:lnTo>
                  <a:lnTo>
                    <a:pt x="5598573" y="440677"/>
                  </a:lnTo>
                  <a:lnTo>
                    <a:pt x="5545752" y="383697"/>
                  </a:lnTo>
                  <a:lnTo>
                    <a:pt x="5489144" y="332191"/>
                  </a:lnTo>
                  <a:lnTo>
                    <a:pt x="5428177" y="285538"/>
                  </a:lnTo>
                  <a:lnTo>
                    <a:pt x="5362411" y="243205"/>
                  </a:lnTo>
                  <a:lnTo>
                    <a:pt x="5291624" y="204759"/>
                  </a:lnTo>
                  <a:lnTo>
                    <a:pt x="5215918" y="169883"/>
                  </a:lnTo>
                  <a:lnTo>
                    <a:pt x="5135845" y="138375"/>
                  </a:lnTo>
                  <a:lnTo>
                    <a:pt x="5052518" y="110143"/>
                  </a:lnTo>
                  <a:lnTo>
                    <a:pt x="4967707" y="85186"/>
                  </a:lnTo>
                  <a:lnTo>
                    <a:pt x="4883830" y="63563"/>
                  </a:lnTo>
                  <a:lnTo>
                    <a:pt x="4803836" y="45346"/>
                  </a:lnTo>
                  <a:lnTo>
                    <a:pt x="4730903" y="30563"/>
                  </a:lnTo>
                  <a:lnTo>
                    <a:pt x="4668009" y="19140"/>
                  </a:lnTo>
                  <a:lnTo>
                    <a:pt x="4617420" y="10860"/>
                  </a:lnTo>
                  <a:lnTo>
                    <a:pt x="4580251" y="5353"/>
                  </a:lnTo>
                  <a:lnTo>
                    <a:pt x="4556190" y="2112"/>
                  </a:lnTo>
                  <a:lnTo>
                    <a:pt x="4543467" y="550"/>
                  </a:lnTo>
                  <a:lnTo>
                    <a:pt x="4538990" y="46"/>
                  </a:lnTo>
                  <a:lnTo>
                    <a:pt x="4538543" y="0"/>
                  </a:lnTo>
                  <a:lnTo>
                    <a:pt x="4016409" y="0"/>
                  </a:lnTo>
                  <a:lnTo>
                    <a:pt x="4015465" y="83"/>
                  </a:lnTo>
                  <a:lnTo>
                    <a:pt x="4009247" y="681"/>
                  </a:lnTo>
                  <a:lnTo>
                    <a:pt x="3993553" y="2334"/>
                  </a:lnTo>
                  <a:lnTo>
                    <a:pt x="3965450" y="5589"/>
                  </a:lnTo>
                  <a:lnTo>
                    <a:pt x="3923480" y="10951"/>
                  </a:lnTo>
                  <a:lnTo>
                    <a:pt x="3867776" y="18839"/>
                  </a:lnTo>
                  <a:lnTo>
                    <a:pt x="3799942" y="29538"/>
                  </a:lnTo>
                  <a:lnTo>
                    <a:pt x="3722686" y="43195"/>
                  </a:lnTo>
                  <a:lnTo>
                    <a:pt x="3639296" y="59840"/>
                  </a:lnTo>
                  <a:lnTo>
                    <a:pt x="3553091" y="79428"/>
                  </a:lnTo>
                  <a:lnTo>
                    <a:pt x="3467002" y="101893"/>
                  </a:lnTo>
                  <a:lnTo>
                    <a:pt x="3383313" y="127200"/>
                  </a:lnTo>
                  <a:lnTo>
                    <a:pt x="3303593" y="155384"/>
                  </a:lnTo>
                  <a:lnTo>
                    <a:pt x="3228739" y="186567"/>
                  </a:lnTo>
                  <a:lnTo>
                    <a:pt x="3159095" y="220978"/>
                  </a:lnTo>
                  <a:lnTo>
                    <a:pt x="3094588" y="258948"/>
                  </a:lnTo>
                  <a:lnTo>
                    <a:pt x="3034852" y="300909"/>
                  </a:lnTo>
                  <a:lnTo>
                    <a:pt x="2979338" y="347377"/>
                  </a:lnTo>
                  <a:lnTo>
                    <a:pt x="2927393" y="398933"/>
                  </a:lnTo>
                  <a:lnTo>
                    <a:pt x="2878318" y="456174"/>
                  </a:lnTo>
                  <a:lnTo>
                    <a:pt x="2831428" y="519649"/>
                  </a:lnTo>
                  <a:lnTo>
                    <a:pt x="2786090" y="589738"/>
                  </a:lnTo>
                  <a:lnTo>
                    <a:pt x="2770117" y="616482"/>
                  </a:lnTo>
                  <a:lnTo>
                    <a:pt x="2736729" y="675758"/>
                  </a:lnTo>
                  <a:lnTo>
                    <a:pt x="2703641" y="738918"/>
                  </a:lnTo>
                  <a:lnTo>
                    <a:pt x="2670688" y="806042"/>
                  </a:lnTo>
                  <a:lnTo>
                    <a:pt x="2637736" y="877161"/>
                  </a:lnTo>
                  <a:lnTo>
                    <a:pt x="2604680" y="952250"/>
                  </a:lnTo>
                  <a:lnTo>
                    <a:pt x="2571442" y="1031225"/>
                  </a:lnTo>
                  <a:lnTo>
                    <a:pt x="2537966" y="1113940"/>
                  </a:lnTo>
                  <a:lnTo>
                    <a:pt x="2504219" y="1200183"/>
                  </a:lnTo>
                  <a:lnTo>
                    <a:pt x="2470188" y="1289678"/>
                  </a:lnTo>
                  <a:lnTo>
                    <a:pt x="2435878" y="1382081"/>
                  </a:lnTo>
                  <a:lnTo>
                    <a:pt x="2401313" y="1476990"/>
                  </a:lnTo>
                  <a:lnTo>
                    <a:pt x="2366527" y="1573949"/>
                  </a:lnTo>
                  <a:lnTo>
                    <a:pt x="2331570" y="1672453"/>
                  </a:lnTo>
                  <a:lnTo>
                    <a:pt x="2296499" y="1771965"/>
                  </a:lnTo>
                  <a:lnTo>
                    <a:pt x="2261377" y="1871921"/>
                  </a:lnTo>
                  <a:lnTo>
                    <a:pt x="2226270" y="1971747"/>
                  </a:lnTo>
                  <a:lnTo>
                    <a:pt x="2191243" y="2070875"/>
                  </a:lnTo>
                  <a:lnTo>
                    <a:pt x="2156356" y="2168749"/>
                  </a:lnTo>
                  <a:lnTo>
                    <a:pt x="2121664" y="2264846"/>
                  </a:lnTo>
                  <a:lnTo>
                    <a:pt x="2087209" y="2358683"/>
                  </a:lnTo>
                  <a:lnTo>
                    <a:pt x="2053023" y="2449825"/>
                  </a:lnTo>
                  <a:lnTo>
                    <a:pt x="2019120" y="2537897"/>
                  </a:lnTo>
                  <a:lnTo>
                    <a:pt x="1985497" y="2622585"/>
                  </a:lnTo>
                  <a:lnTo>
                    <a:pt x="1952134" y="2703641"/>
                  </a:lnTo>
                  <a:lnTo>
                    <a:pt x="1918986" y="2780884"/>
                  </a:lnTo>
                  <a:lnTo>
                    <a:pt x="1885989" y="2854195"/>
                  </a:lnTo>
                  <a:lnTo>
                    <a:pt x="1853051" y="2923518"/>
                  </a:lnTo>
                  <a:lnTo>
                    <a:pt x="1820055" y="2988853"/>
                  </a:lnTo>
                  <a:lnTo>
                    <a:pt x="1786854" y="3050255"/>
                  </a:lnTo>
                  <a:lnTo>
                    <a:pt x="1768425" y="3082414"/>
                  </a:lnTo>
                  <a:lnTo>
                    <a:pt x="1723508" y="3154904"/>
                  </a:lnTo>
                  <a:lnTo>
                    <a:pt x="1677242" y="3220719"/>
                  </a:lnTo>
                  <a:lnTo>
                    <a:pt x="1629027" y="3280137"/>
                  </a:lnTo>
                  <a:lnTo>
                    <a:pt x="1578191" y="3333662"/>
                  </a:lnTo>
                  <a:lnTo>
                    <a:pt x="1524034" y="3381884"/>
                  </a:lnTo>
                  <a:lnTo>
                    <a:pt x="1465881" y="3425396"/>
                  </a:lnTo>
                  <a:lnTo>
                    <a:pt x="1403137" y="3464742"/>
                  </a:lnTo>
                  <a:lnTo>
                    <a:pt x="1335360" y="3500385"/>
                  </a:lnTo>
                  <a:lnTo>
                    <a:pt x="1262359" y="3532693"/>
                  </a:lnTo>
                  <a:lnTo>
                    <a:pt x="1184311" y="3561932"/>
                  </a:lnTo>
                  <a:lnTo>
                    <a:pt x="1101901" y="3588262"/>
                  </a:lnTo>
                  <a:lnTo>
                    <a:pt x="1016446" y="3611747"/>
                  </a:lnTo>
                  <a:lnTo>
                    <a:pt x="929976" y="3632372"/>
                  </a:lnTo>
                  <a:lnTo>
                    <a:pt x="845208" y="3650079"/>
                  </a:lnTo>
                  <a:lnTo>
                    <a:pt x="765364" y="3664808"/>
                  </a:lnTo>
                  <a:lnTo>
                    <a:pt x="693800" y="3676557"/>
                  </a:lnTo>
                  <a:lnTo>
                    <a:pt x="633497" y="3685427"/>
                  </a:lnTo>
                  <a:lnTo>
                    <a:pt x="586509" y="3691652"/>
                  </a:lnTo>
                  <a:lnTo>
                    <a:pt x="553523" y="3695608"/>
                  </a:lnTo>
                  <a:lnTo>
                    <a:pt x="533647" y="3697772"/>
                  </a:lnTo>
                  <a:lnTo>
                    <a:pt x="524456" y="3698685"/>
                  </a:lnTo>
                  <a:lnTo>
                    <a:pt x="522133" y="3698897"/>
                  </a:lnTo>
                  <a:lnTo>
                    <a:pt x="0" y="3698897"/>
                  </a:lnTo>
                  <a:close/>
                </a:path>
              </a:pathLst>
            </a:custGeom>
            <a:solidFill>
              <a:srgbClr val="D9B26F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1611" name="pl1611"/>
            <p:cNvSpPr/>
            <p:nvPr/>
          </p:nvSpPr>
          <p:spPr>
            <a:xfrm>
              <a:off x="386606" y="1479198"/>
              <a:ext cx="8554953" cy="4416087"/>
            </a:xfrm>
            <a:custGeom>
              <a:avLst/>
              <a:pathLst>
                <a:path w="8554953" h="4416087">
                  <a:moveTo>
                    <a:pt x="0" y="3698897"/>
                  </a:moveTo>
                  <a:lnTo>
                    <a:pt x="522133" y="3698897"/>
                  </a:lnTo>
                  <a:lnTo>
                    <a:pt x="523078" y="3698813"/>
                  </a:lnTo>
                  <a:lnTo>
                    <a:pt x="529295" y="3698215"/>
                  </a:lnTo>
                  <a:lnTo>
                    <a:pt x="544989" y="3696562"/>
                  </a:lnTo>
                  <a:lnTo>
                    <a:pt x="573092" y="3693308"/>
                  </a:lnTo>
                  <a:lnTo>
                    <a:pt x="615062" y="3687945"/>
                  </a:lnTo>
                  <a:lnTo>
                    <a:pt x="670766" y="3680057"/>
                  </a:lnTo>
                  <a:lnTo>
                    <a:pt x="738600" y="3669358"/>
                  </a:lnTo>
                  <a:lnTo>
                    <a:pt x="815856" y="3655701"/>
                  </a:lnTo>
                  <a:lnTo>
                    <a:pt x="899247" y="3639056"/>
                  </a:lnTo>
                  <a:lnTo>
                    <a:pt x="985451" y="3619468"/>
                  </a:lnTo>
                  <a:lnTo>
                    <a:pt x="1071541" y="3597003"/>
                  </a:lnTo>
                  <a:lnTo>
                    <a:pt x="1155229" y="3571696"/>
                  </a:lnTo>
                  <a:lnTo>
                    <a:pt x="1234949" y="3543512"/>
                  </a:lnTo>
                  <a:lnTo>
                    <a:pt x="1309803" y="3512329"/>
                  </a:lnTo>
                  <a:lnTo>
                    <a:pt x="1379447" y="3477918"/>
                  </a:lnTo>
                  <a:lnTo>
                    <a:pt x="1443954" y="3439948"/>
                  </a:lnTo>
                  <a:lnTo>
                    <a:pt x="1503690" y="3397987"/>
                  </a:lnTo>
                  <a:lnTo>
                    <a:pt x="1559204" y="3351519"/>
                  </a:lnTo>
                  <a:lnTo>
                    <a:pt x="1611150" y="3299963"/>
                  </a:lnTo>
                  <a:lnTo>
                    <a:pt x="1660224" y="3242722"/>
                  </a:lnTo>
                  <a:lnTo>
                    <a:pt x="1707114" y="3179247"/>
                  </a:lnTo>
                  <a:lnTo>
                    <a:pt x="1752453" y="3109158"/>
                  </a:lnTo>
                  <a:lnTo>
                    <a:pt x="1768425" y="3082414"/>
                  </a:lnTo>
                  <a:lnTo>
                    <a:pt x="1801813" y="3023138"/>
                  </a:lnTo>
                  <a:lnTo>
                    <a:pt x="1834901" y="2959978"/>
                  </a:lnTo>
                  <a:lnTo>
                    <a:pt x="1867855" y="2892854"/>
                  </a:lnTo>
                  <a:lnTo>
                    <a:pt x="1900807" y="2821735"/>
                  </a:lnTo>
                  <a:lnTo>
                    <a:pt x="1933862" y="2746646"/>
                  </a:lnTo>
                  <a:lnTo>
                    <a:pt x="1967100" y="2667671"/>
                  </a:lnTo>
                  <a:lnTo>
                    <a:pt x="2000576" y="2584956"/>
                  </a:lnTo>
                  <a:lnTo>
                    <a:pt x="2034323" y="2498713"/>
                  </a:lnTo>
                  <a:lnTo>
                    <a:pt x="2068354" y="2409218"/>
                  </a:lnTo>
                  <a:lnTo>
                    <a:pt x="2102664" y="2316815"/>
                  </a:lnTo>
                  <a:lnTo>
                    <a:pt x="2137230" y="2221906"/>
                  </a:lnTo>
                  <a:lnTo>
                    <a:pt x="2172015" y="2124947"/>
                  </a:lnTo>
                  <a:lnTo>
                    <a:pt x="2206972" y="2026443"/>
                  </a:lnTo>
                  <a:lnTo>
                    <a:pt x="2242043" y="1926931"/>
                  </a:lnTo>
                  <a:lnTo>
                    <a:pt x="2277165" y="1826975"/>
                  </a:lnTo>
                  <a:lnTo>
                    <a:pt x="2312272" y="1727149"/>
                  </a:lnTo>
                  <a:lnTo>
                    <a:pt x="2347300" y="1628021"/>
                  </a:lnTo>
                  <a:lnTo>
                    <a:pt x="2382186" y="1530147"/>
                  </a:lnTo>
                  <a:lnTo>
                    <a:pt x="2416878" y="1434050"/>
                  </a:lnTo>
                  <a:lnTo>
                    <a:pt x="2451333" y="1340213"/>
                  </a:lnTo>
                  <a:lnTo>
                    <a:pt x="2485519" y="1249071"/>
                  </a:lnTo>
                  <a:lnTo>
                    <a:pt x="2519422" y="1161000"/>
                  </a:lnTo>
                  <a:lnTo>
                    <a:pt x="2553045" y="1076311"/>
                  </a:lnTo>
                  <a:lnTo>
                    <a:pt x="2586408" y="995255"/>
                  </a:lnTo>
                  <a:lnTo>
                    <a:pt x="2619556" y="918012"/>
                  </a:lnTo>
                  <a:lnTo>
                    <a:pt x="2652554" y="844701"/>
                  </a:lnTo>
                  <a:lnTo>
                    <a:pt x="2685492" y="775378"/>
                  </a:lnTo>
                  <a:lnTo>
                    <a:pt x="2718487" y="710043"/>
                  </a:lnTo>
                  <a:lnTo>
                    <a:pt x="2751688" y="648641"/>
                  </a:lnTo>
                  <a:lnTo>
                    <a:pt x="2770117" y="616482"/>
                  </a:lnTo>
                  <a:lnTo>
                    <a:pt x="2815034" y="543992"/>
                  </a:lnTo>
                  <a:lnTo>
                    <a:pt x="2861300" y="478177"/>
                  </a:lnTo>
                  <a:lnTo>
                    <a:pt x="2909515" y="418759"/>
                  </a:lnTo>
                  <a:lnTo>
                    <a:pt x="2960351" y="365234"/>
                  </a:lnTo>
                  <a:lnTo>
                    <a:pt x="3014508" y="317012"/>
                  </a:lnTo>
                  <a:lnTo>
                    <a:pt x="3072661" y="273500"/>
                  </a:lnTo>
                  <a:lnTo>
                    <a:pt x="3135405" y="234154"/>
                  </a:lnTo>
                  <a:lnTo>
                    <a:pt x="3203182" y="198511"/>
                  </a:lnTo>
                  <a:lnTo>
                    <a:pt x="3276183" y="166203"/>
                  </a:lnTo>
                  <a:lnTo>
                    <a:pt x="3354231" y="136964"/>
                  </a:lnTo>
                  <a:lnTo>
                    <a:pt x="3436642" y="110634"/>
                  </a:lnTo>
                  <a:lnTo>
                    <a:pt x="3522097" y="87149"/>
                  </a:lnTo>
                  <a:lnTo>
                    <a:pt x="3608566" y="66524"/>
                  </a:lnTo>
                  <a:lnTo>
                    <a:pt x="3693334" y="48818"/>
                  </a:lnTo>
                  <a:lnTo>
                    <a:pt x="3773178" y="34088"/>
                  </a:lnTo>
                  <a:lnTo>
                    <a:pt x="3844742" y="22339"/>
                  </a:lnTo>
                  <a:lnTo>
                    <a:pt x="3905045" y="13470"/>
                  </a:lnTo>
                  <a:lnTo>
                    <a:pt x="3952033" y="7244"/>
                  </a:lnTo>
                  <a:lnTo>
                    <a:pt x="3985019" y="3288"/>
                  </a:lnTo>
                  <a:lnTo>
                    <a:pt x="4004895" y="1124"/>
                  </a:lnTo>
                  <a:lnTo>
                    <a:pt x="4014087" y="211"/>
                  </a:lnTo>
                  <a:lnTo>
                    <a:pt x="4016364" y="3"/>
                  </a:lnTo>
                  <a:lnTo>
                    <a:pt x="4016409" y="0"/>
                  </a:lnTo>
                  <a:lnTo>
                    <a:pt x="4538543" y="0"/>
                  </a:lnTo>
                  <a:lnTo>
                    <a:pt x="4539436" y="94"/>
                  </a:lnTo>
                  <a:lnTo>
                    <a:pt x="4545319" y="768"/>
                  </a:lnTo>
                  <a:lnTo>
                    <a:pt x="4560192" y="2629"/>
                  </a:lnTo>
                  <a:lnTo>
                    <a:pt x="4586887" y="6296"/>
                  </a:lnTo>
                  <a:lnTo>
                    <a:pt x="4626879" y="12344"/>
                  </a:lnTo>
                  <a:lnTo>
                    <a:pt x="4680169" y="21253"/>
                  </a:lnTo>
                  <a:lnTo>
                    <a:pt x="4745375" y="33364"/>
                  </a:lnTo>
                  <a:lnTo>
                    <a:pt x="4820040" y="48861"/>
                  </a:lnTo>
                  <a:lnTo>
                    <a:pt x="4901105" y="67793"/>
                  </a:lnTo>
                  <a:lnTo>
                    <a:pt x="4985405" y="90117"/>
                  </a:lnTo>
                  <a:lnTo>
                    <a:pt x="5070086" y="115761"/>
                  </a:lnTo>
                  <a:lnTo>
                    <a:pt x="5152857" y="144674"/>
                  </a:lnTo>
                  <a:lnTo>
                    <a:pt x="5232092" y="176873"/>
                  </a:lnTo>
                  <a:lnTo>
                    <a:pt x="5306800" y="212473"/>
                  </a:lnTo>
                  <a:lnTo>
                    <a:pt x="5376536" y="251699"/>
                  </a:lnTo>
                  <a:lnTo>
                    <a:pt x="5441275" y="294894"/>
                  </a:lnTo>
                  <a:lnTo>
                    <a:pt x="5501291" y="342511"/>
                  </a:lnTo>
                  <a:lnTo>
                    <a:pt x="5557059" y="395106"/>
                  </a:lnTo>
                  <a:lnTo>
                    <a:pt x="5609170" y="453311"/>
                  </a:lnTo>
                  <a:lnTo>
                    <a:pt x="5658274" y="517803"/>
                  </a:lnTo>
                  <a:lnTo>
                    <a:pt x="5705029" y="589232"/>
                  </a:lnTo>
                  <a:lnTo>
                    <a:pt x="5750058" y="668122"/>
                  </a:lnTo>
                  <a:lnTo>
                    <a:pt x="5784835" y="736014"/>
                  </a:lnTo>
                  <a:lnTo>
                    <a:pt x="5815736" y="801326"/>
                  </a:lnTo>
                  <a:lnTo>
                    <a:pt x="5846369" y="870599"/>
                  </a:lnTo>
                  <a:lnTo>
                    <a:pt x="5876868" y="943915"/>
                  </a:lnTo>
                  <a:lnTo>
                    <a:pt x="5907342" y="1021311"/>
                  </a:lnTo>
                  <a:lnTo>
                    <a:pt x="5937881" y="1102778"/>
                  </a:lnTo>
                  <a:lnTo>
                    <a:pt x="5968554" y="1188256"/>
                  </a:lnTo>
                  <a:lnTo>
                    <a:pt x="5999411" y="1277632"/>
                  </a:lnTo>
                  <a:lnTo>
                    <a:pt x="6030488" y="1370736"/>
                  </a:lnTo>
                  <a:lnTo>
                    <a:pt x="6061804" y="1467340"/>
                  </a:lnTo>
                  <a:lnTo>
                    <a:pt x="6093363" y="1567160"/>
                  </a:lnTo>
                  <a:lnTo>
                    <a:pt x="6125157" y="1669856"/>
                  </a:lnTo>
                  <a:lnTo>
                    <a:pt x="6157166" y="1775034"/>
                  </a:lnTo>
                  <a:lnTo>
                    <a:pt x="6189360" y="1882256"/>
                  </a:lnTo>
                  <a:lnTo>
                    <a:pt x="6221699" y="1991045"/>
                  </a:lnTo>
                  <a:lnTo>
                    <a:pt x="6254138" y="2100889"/>
                  </a:lnTo>
                  <a:lnTo>
                    <a:pt x="6286627" y="2211260"/>
                  </a:lnTo>
                  <a:lnTo>
                    <a:pt x="6319115" y="2321614"/>
                  </a:lnTo>
                  <a:lnTo>
                    <a:pt x="6351550" y="2431412"/>
                  </a:lnTo>
                  <a:lnTo>
                    <a:pt x="6383881" y="2540122"/>
                  </a:lnTo>
                  <a:lnTo>
                    <a:pt x="6416065" y="2647239"/>
                  </a:lnTo>
                  <a:lnTo>
                    <a:pt x="6448062" y="2752284"/>
                  </a:lnTo>
                  <a:lnTo>
                    <a:pt x="6479843" y="2854822"/>
                  </a:lnTo>
                  <a:lnTo>
                    <a:pt x="6511389" y="2954464"/>
                  </a:lnTo>
                  <a:lnTo>
                    <a:pt x="6542690" y="3050871"/>
                  </a:lnTo>
                  <a:lnTo>
                    <a:pt x="6573754" y="3143764"/>
                  </a:lnTo>
                  <a:lnTo>
                    <a:pt x="6604599" y="3232917"/>
                  </a:lnTo>
                  <a:lnTo>
                    <a:pt x="6635262" y="3318164"/>
                  </a:lnTo>
                  <a:lnTo>
                    <a:pt x="6665795" y="3399395"/>
                  </a:lnTo>
                  <a:lnTo>
                    <a:pt x="6696268" y="3476553"/>
                  </a:lnTo>
                  <a:lnTo>
                    <a:pt x="6726772" y="3549632"/>
                  </a:lnTo>
                  <a:lnTo>
                    <a:pt x="6757417" y="3618672"/>
                  </a:lnTo>
                  <a:lnTo>
                    <a:pt x="6786527" y="3680073"/>
                  </a:lnTo>
                  <a:lnTo>
                    <a:pt x="6830580" y="3765049"/>
                  </a:lnTo>
                  <a:lnTo>
                    <a:pt x="6875920" y="3842351"/>
                  </a:lnTo>
                  <a:lnTo>
                    <a:pt x="6923112" y="3912284"/>
                  </a:lnTo>
                  <a:lnTo>
                    <a:pt x="6972788" y="3975409"/>
                  </a:lnTo>
                  <a:lnTo>
                    <a:pt x="7025610" y="4032390"/>
                  </a:lnTo>
                  <a:lnTo>
                    <a:pt x="7082218" y="4083896"/>
                  </a:lnTo>
                  <a:lnTo>
                    <a:pt x="7143185" y="4130548"/>
                  </a:lnTo>
                  <a:lnTo>
                    <a:pt x="7208951" y="4172882"/>
                  </a:lnTo>
                  <a:lnTo>
                    <a:pt x="7279738" y="4211328"/>
                  </a:lnTo>
                  <a:lnTo>
                    <a:pt x="7355444" y="4246204"/>
                  </a:lnTo>
                  <a:lnTo>
                    <a:pt x="7435517" y="4277712"/>
                  </a:lnTo>
                  <a:lnTo>
                    <a:pt x="7518843" y="4305944"/>
                  </a:lnTo>
                  <a:lnTo>
                    <a:pt x="7603655" y="4330901"/>
                  </a:lnTo>
                  <a:lnTo>
                    <a:pt x="7687532" y="4352524"/>
                  </a:lnTo>
                  <a:lnTo>
                    <a:pt x="7767526" y="4370740"/>
                  </a:lnTo>
                  <a:lnTo>
                    <a:pt x="7840459" y="4385523"/>
                  </a:lnTo>
                  <a:lnTo>
                    <a:pt x="7903353" y="4396947"/>
                  </a:lnTo>
                  <a:lnTo>
                    <a:pt x="7953942" y="4405226"/>
                  </a:lnTo>
                  <a:lnTo>
                    <a:pt x="7991111" y="4410734"/>
                  </a:lnTo>
                  <a:lnTo>
                    <a:pt x="8015172" y="4413975"/>
                  </a:lnTo>
                  <a:lnTo>
                    <a:pt x="8027895" y="4415537"/>
                  </a:lnTo>
                  <a:lnTo>
                    <a:pt x="8032372" y="4416041"/>
                  </a:lnTo>
                  <a:lnTo>
                    <a:pt x="8032819" y="4416087"/>
                  </a:lnTo>
                  <a:lnTo>
                    <a:pt x="8554953" y="4416087"/>
                  </a:lnTo>
                  <a:lnTo>
                    <a:pt x="8554953" y="4416087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612" name="pl1612"/>
            <p:cNvSpPr/>
            <p:nvPr/>
          </p:nvSpPr>
          <p:spPr>
            <a:xfrm>
              <a:off x="386606" y="1473551"/>
              <a:ext cx="8554953" cy="4416087"/>
            </a:xfrm>
            <a:custGeom>
              <a:avLst/>
              <a:pathLst>
                <a:path w="8554953" h="4416087">
                  <a:moveTo>
                    <a:pt x="8554953" y="4416087"/>
                  </a:moveTo>
                  <a:lnTo>
                    <a:pt x="8032819" y="4416087"/>
                  </a:lnTo>
                  <a:lnTo>
                    <a:pt x="8031926" y="4415993"/>
                  </a:lnTo>
                  <a:lnTo>
                    <a:pt x="8026043" y="4415319"/>
                  </a:lnTo>
                  <a:lnTo>
                    <a:pt x="8011170" y="4413458"/>
                  </a:lnTo>
                  <a:lnTo>
                    <a:pt x="7984474" y="4409791"/>
                  </a:lnTo>
                  <a:lnTo>
                    <a:pt x="7944483" y="4403743"/>
                  </a:lnTo>
                  <a:lnTo>
                    <a:pt x="7891192" y="4394833"/>
                  </a:lnTo>
                  <a:lnTo>
                    <a:pt x="7825987" y="4382722"/>
                  </a:lnTo>
                  <a:lnTo>
                    <a:pt x="7751322" y="4367225"/>
                  </a:lnTo>
                  <a:lnTo>
                    <a:pt x="7670257" y="4348294"/>
                  </a:lnTo>
                  <a:lnTo>
                    <a:pt x="7585957" y="4325969"/>
                  </a:lnTo>
                  <a:lnTo>
                    <a:pt x="7501276" y="4300326"/>
                  </a:lnTo>
                  <a:lnTo>
                    <a:pt x="7418505" y="4271413"/>
                  </a:lnTo>
                  <a:lnTo>
                    <a:pt x="7339270" y="4239214"/>
                  </a:lnTo>
                  <a:lnTo>
                    <a:pt x="7264562" y="4203614"/>
                  </a:lnTo>
                  <a:lnTo>
                    <a:pt x="7194826" y="4164387"/>
                  </a:lnTo>
                  <a:lnTo>
                    <a:pt x="7130087" y="4121193"/>
                  </a:lnTo>
                  <a:lnTo>
                    <a:pt x="7070071" y="4073576"/>
                  </a:lnTo>
                  <a:lnTo>
                    <a:pt x="7014303" y="4020981"/>
                  </a:lnTo>
                  <a:lnTo>
                    <a:pt x="6962192" y="3962776"/>
                  </a:lnTo>
                  <a:lnTo>
                    <a:pt x="6913088" y="3898284"/>
                  </a:lnTo>
                  <a:lnTo>
                    <a:pt x="6866333" y="3826854"/>
                  </a:lnTo>
                  <a:lnTo>
                    <a:pt x="6821304" y="3747965"/>
                  </a:lnTo>
                  <a:lnTo>
                    <a:pt x="6786527" y="3680073"/>
                  </a:lnTo>
                  <a:lnTo>
                    <a:pt x="6755626" y="3614761"/>
                  </a:lnTo>
                  <a:lnTo>
                    <a:pt x="6724993" y="3545487"/>
                  </a:lnTo>
                  <a:lnTo>
                    <a:pt x="6694494" y="3472172"/>
                  </a:lnTo>
                  <a:lnTo>
                    <a:pt x="6664020" y="3394776"/>
                  </a:lnTo>
                  <a:lnTo>
                    <a:pt x="6633481" y="3313309"/>
                  </a:lnTo>
                  <a:lnTo>
                    <a:pt x="6602808" y="3227831"/>
                  </a:lnTo>
                  <a:lnTo>
                    <a:pt x="6571951" y="3138455"/>
                  </a:lnTo>
                  <a:lnTo>
                    <a:pt x="6540874" y="3045351"/>
                  </a:lnTo>
                  <a:lnTo>
                    <a:pt x="6509558" y="2948746"/>
                  </a:lnTo>
                  <a:lnTo>
                    <a:pt x="6477999" y="2848926"/>
                  </a:lnTo>
                  <a:lnTo>
                    <a:pt x="6446205" y="2746231"/>
                  </a:lnTo>
                  <a:lnTo>
                    <a:pt x="6414196" y="2641053"/>
                  </a:lnTo>
                  <a:lnTo>
                    <a:pt x="6382002" y="2533830"/>
                  </a:lnTo>
                  <a:lnTo>
                    <a:pt x="6349663" y="2425042"/>
                  </a:lnTo>
                  <a:lnTo>
                    <a:pt x="6317224" y="2315198"/>
                  </a:lnTo>
                  <a:lnTo>
                    <a:pt x="6284735" y="2204827"/>
                  </a:lnTo>
                  <a:lnTo>
                    <a:pt x="6252247" y="2094473"/>
                  </a:lnTo>
                  <a:lnTo>
                    <a:pt x="6219812" y="1984675"/>
                  </a:lnTo>
                  <a:lnTo>
                    <a:pt x="6187480" y="1875964"/>
                  </a:lnTo>
                  <a:lnTo>
                    <a:pt x="6155297" y="1768848"/>
                  </a:lnTo>
                  <a:lnTo>
                    <a:pt x="6123300" y="1663803"/>
                  </a:lnTo>
                  <a:lnTo>
                    <a:pt x="6091519" y="1561265"/>
                  </a:lnTo>
                  <a:lnTo>
                    <a:pt x="6059973" y="1461623"/>
                  </a:lnTo>
                  <a:lnTo>
                    <a:pt x="6028672" y="1365215"/>
                  </a:lnTo>
                  <a:lnTo>
                    <a:pt x="5997608" y="1272323"/>
                  </a:lnTo>
                  <a:lnTo>
                    <a:pt x="5966763" y="1183170"/>
                  </a:lnTo>
                  <a:lnTo>
                    <a:pt x="5936100" y="1097923"/>
                  </a:lnTo>
                  <a:lnTo>
                    <a:pt x="5905567" y="1016692"/>
                  </a:lnTo>
                  <a:lnTo>
                    <a:pt x="5875093" y="939534"/>
                  </a:lnTo>
                  <a:lnTo>
                    <a:pt x="5844590" y="866455"/>
                  </a:lnTo>
                  <a:lnTo>
                    <a:pt x="5813945" y="797414"/>
                  </a:lnTo>
                  <a:lnTo>
                    <a:pt x="5784835" y="736014"/>
                  </a:lnTo>
                  <a:lnTo>
                    <a:pt x="5740782" y="651038"/>
                  </a:lnTo>
                  <a:lnTo>
                    <a:pt x="5695442" y="573736"/>
                  </a:lnTo>
                  <a:lnTo>
                    <a:pt x="5648250" y="503803"/>
                  </a:lnTo>
                  <a:lnTo>
                    <a:pt x="5598573" y="440677"/>
                  </a:lnTo>
                  <a:lnTo>
                    <a:pt x="5545752" y="383697"/>
                  </a:lnTo>
                  <a:lnTo>
                    <a:pt x="5489144" y="332191"/>
                  </a:lnTo>
                  <a:lnTo>
                    <a:pt x="5428177" y="285538"/>
                  </a:lnTo>
                  <a:lnTo>
                    <a:pt x="5362411" y="243205"/>
                  </a:lnTo>
                  <a:lnTo>
                    <a:pt x="5291624" y="204759"/>
                  </a:lnTo>
                  <a:lnTo>
                    <a:pt x="5215918" y="169883"/>
                  </a:lnTo>
                  <a:lnTo>
                    <a:pt x="5135845" y="138375"/>
                  </a:lnTo>
                  <a:lnTo>
                    <a:pt x="5052518" y="110143"/>
                  </a:lnTo>
                  <a:lnTo>
                    <a:pt x="4967707" y="85186"/>
                  </a:lnTo>
                  <a:lnTo>
                    <a:pt x="4883830" y="63563"/>
                  </a:lnTo>
                  <a:lnTo>
                    <a:pt x="4803836" y="45346"/>
                  </a:lnTo>
                  <a:lnTo>
                    <a:pt x="4730903" y="30563"/>
                  </a:lnTo>
                  <a:lnTo>
                    <a:pt x="4668009" y="19140"/>
                  </a:lnTo>
                  <a:lnTo>
                    <a:pt x="4617420" y="10860"/>
                  </a:lnTo>
                  <a:lnTo>
                    <a:pt x="4580251" y="5353"/>
                  </a:lnTo>
                  <a:lnTo>
                    <a:pt x="4556190" y="2112"/>
                  </a:lnTo>
                  <a:lnTo>
                    <a:pt x="4543467" y="550"/>
                  </a:lnTo>
                  <a:lnTo>
                    <a:pt x="4538990" y="46"/>
                  </a:lnTo>
                  <a:lnTo>
                    <a:pt x="4538543" y="0"/>
                  </a:lnTo>
                  <a:lnTo>
                    <a:pt x="4016409" y="0"/>
                  </a:lnTo>
                  <a:lnTo>
                    <a:pt x="4015465" y="83"/>
                  </a:lnTo>
                  <a:lnTo>
                    <a:pt x="4009247" y="681"/>
                  </a:lnTo>
                  <a:lnTo>
                    <a:pt x="3993553" y="2334"/>
                  </a:lnTo>
                  <a:lnTo>
                    <a:pt x="3965450" y="5589"/>
                  </a:lnTo>
                  <a:lnTo>
                    <a:pt x="3923480" y="10951"/>
                  </a:lnTo>
                  <a:lnTo>
                    <a:pt x="3867776" y="18839"/>
                  </a:lnTo>
                  <a:lnTo>
                    <a:pt x="3799942" y="29538"/>
                  </a:lnTo>
                  <a:lnTo>
                    <a:pt x="3722686" y="43195"/>
                  </a:lnTo>
                  <a:lnTo>
                    <a:pt x="3639296" y="59840"/>
                  </a:lnTo>
                  <a:lnTo>
                    <a:pt x="3553091" y="79428"/>
                  </a:lnTo>
                  <a:lnTo>
                    <a:pt x="3467002" y="101893"/>
                  </a:lnTo>
                  <a:lnTo>
                    <a:pt x="3383313" y="127200"/>
                  </a:lnTo>
                  <a:lnTo>
                    <a:pt x="3303593" y="155384"/>
                  </a:lnTo>
                  <a:lnTo>
                    <a:pt x="3228739" y="186567"/>
                  </a:lnTo>
                  <a:lnTo>
                    <a:pt x="3159095" y="220978"/>
                  </a:lnTo>
                  <a:lnTo>
                    <a:pt x="3094588" y="258948"/>
                  </a:lnTo>
                  <a:lnTo>
                    <a:pt x="3034852" y="300909"/>
                  </a:lnTo>
                  <a:lnTo>
                    <a:pt x="2979338" y="347377"/>
                  </a:lnTo>
                  <a:lnTo>
                    <a:pt x="2927393" y="398933"/>
                  </a:lnTo>
                  <a:lnTo>
                    <a:pt x="2878318" y="456174"/>
                  </a:lnTo>
                  <a:lnTo>
                    <a:pt x="2831428" y="519649"/>
                  </a:lnTo>
                  <a:lnTo>
                    <a:pt x="2786090" y="589738"/>
                  </a:lnTo>
                  <a:lnTo>
                    <a:pt x="2770117" y="616482"/>
                  </a:lnTo>
                  <a:lnTo>
                    <a:pt x="2736729" y="675758"/>
                  </a:lnTo>
                  <a:lnTo>
                    <a:pt x="2703641" y="738918"/>
                  </a:lnTo>
                  <a:lnTo>
                    <a:pt x="2670688" y="806042"/>
                  </a:lnTo>
                  <a:lnTo>
                    <a:pt x="2637736" y="877161"/>
                  </a:lnTo>
                  <a:lnTo>
                    <a:pt x="2604680" y="952250"/>
                  </a:lnTo>
                  <a:lnTo>
                    <a:pt x="2571442" y="1031225"/>
                  </a:lnTo>
                  <a:lnTo>
                    <a:pt x="2537966" y="1113940"/>
                  </a:lnTo>
                  <a:lnTo>
                    <a:pt x="2504219" y="1200183"/>
                  </a:lnTo>
                  <a:lnTo>
                    <a:pt x="2470188" y="1289678"/>
                  </a:lnTo>
                  <a:lnTo>
                    <a:pt x="2435878" y="1382081"/>
                  </a:lnTo>
                  <a:lnTo>
                    <a:pt x="2401313" y="1476990"/>
                  </a:lnTo>
                  <a:lnTo>
                    <a:pt x="2366527" y="1573949"/>
                  </a:lnTo>
                  <a:lnTo>
                    <a:pt x="2331570" y="1672453"/>
                  </a:lnTo>
                  <a:lnTo>
                    <a:pt x="2296499" y="1771965"/>
                  </a:lnTo>
                  <a:lnTo>
                    <a:pt x="2261377" y="1871921"/>
                  </a:lnTo>
                  <a:lnTo>
                    <a:pt x="2226270" y="1971747"/>
                  </a:lnTo>
                  <a:lnTo>
                    <a:pt x="2191243" y="2070875"/>
                  </a:lnTo>
                  <a:lnTo>
                    <a:pt x="2156356" y="2168749"/>
                  </a:lnTo>
                  <a:lnTo>
                    <a:pt x="2121664" y="2264846"/>
                  </a:lnTo>
                  <a:lnTo>
                    <a:pt x="2087209" y="2358683"/>
                  </a:lnTo>
                  <a:lnTo>
                    <a:pt x="2053023" y="2449825"/>
                  </a:lnTo>
                  <a:lnTo>
                    <a:pt x="2019120" y="2537897"/>
                  </a:lnTo>
                  <a:lnTo>
                    <a:pt x="1985497" y="2622585"/>
                  </a:lnTo>
                  <a:lnTo>
                    <a:pt x="1952134" y="2703641"/>
                  </a:lnTo>
                  <a:lnTo>
                    <a:pt x="1918986" y="2780884"/>
                  </a:lnTo>
                  <a:lnTo>
                    <a:pt x="1885989" y="2854195"/>
                  </a:lnTo>
                  <a:lnTo>
                    <a:pt x="1853051" y="2923518"/>
                  </a:lnTo>
                  <a:lnTo>
                    <a:pt x="1820055" y="2988853"/>
                  </a:lnTo>
                  <a:lnTo>
                    <a:pt x="1786854" y="3050255"/>
                  </a:lnTo>
                  <a:lnTo>
                    <a:pt x="1768425" y="3082414"/>
                  </a:lnTo>
                  <a:lnTo>
                    <a:pt x="1723508" y="3154904"/>
                  </a:lnTo>
                  <a:lnTo>
                    <a:pt x="1677242" y="3220719"/>
                  </a:lnTo>
                  <a:lnTo>
                    <a:pt x="1629027" y="3280137"/>
                  </a:lnTo>
                  <a:lnTo>
                    <a:pt x="1578191" y="3333662"/>
                  </a:lnTo>
                  <a:lnTo>
                    <a:pt x="1524034" y="3381884"/>
                  </a:lnTo>
                  <a:lnTo>
                    <a:pt x="1465881" y="3425396"/>
                  </a:lnTo>
                  <a:lnTo>
                    <a:pt x="1403137" y="3464742"/>
                  </a:lnTo>
                  <a:lnTo>
                    <a:pt x="1335360" y="3500385"/>
                  </a:lnTo>
                  <a:lnTo>
                    <a:pt x="1262359" y="3532693"/>
                  </a:lnTo>
                  <a:lnTo>
                    <a:pt x="1184311" y="3561932"/>
                  </a:lnTo>
                  <a:lnTo>
                    <a:pt x="1101901" y="3588262"/>
                  </a:lnTo>
                  <a:lnTo>
                    <a:pt x="1016446" y="3611747"/>
                  </a:lnTo>
                  <a:lnTo>
                    <a:pt x="929976" y="3632372"/>
                  </a:lnTo>
                  <a:lnTo>
                    <a:pt x="845208" y="3650079"/>
                  </a:lnTo>
                  <a:lnTo>
                    <a:pt x="765364" y="3664808"/>
                  </a:lnTo>
                  <a:lnTo>
                    <a:pt x="693800" y="3676557"/>
                  </a:lnTo>
                  <a:lnTo>
                    <a:pt x="633497" y="3685427"/>
                  </a:lnTo>
                  <a:lnTo>
                    <a:pt x="586509" y="3691652"/>
                  </a:lnTo>
                  <a:lnTo>
                    <a:pt x="553523" y="3695608"/>
                  </a:lnTo>
                  <a:lnTo>
                    <a:pt x="533647" y="3697772"/>
                  </a:lnTo>
                  <a:lnTo>
                    <a:pt x="524456" y="3698685"/>
                  </a:lnTo>
                  <a:lnTo>
                    <a:pt x="522178" y="3698893"/>
                  </a:lnTo>
                  <a:lnTo>
                    <a:pt x="522133" y="3698897"/>
                  </a:lnTo>
                  <a:lnTo>
                    <a:pt x="0" y="3698897"/>
                  </a:lnTo>
                  <a:lnTo>
                    <a:pt x="0" y="3698897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613" name="pg1613"/>
            <p:cNvSpPr/>
            <p:nvPr/>
          </p:nvSpPr>
          <p:spPr>
            <a:xfrm>
              <a:off x="386606" y="3404883"/>
              <a:ext cx="8554953" cy="1824036"/>
            </a:xfrm>
            <a:custGeom>
              <a:avLst/>
              <a:pathLst>
                <a:path w="8554953" h="1824036">
                  <a:moveTo>
                    <a:pt x="0" y="1824036"/>
                  </a:moveTo>
                  <a:lnTo>
                    <a:pt x="522133" y="1824036"/>
                  </a:lnTo>
                  <a:lnTo>
                    <a:pt x="523351" y="1823983"/>
                  </a:lnTo>
                  <a:lnTo>
                    <a:pt x="531321" y="1823603"/>
                  </a:lnTo>
                  <a:lnTo>
                    <a:pt x="551274" y="1822553"/>
                  </a:lnTo>
                  <a:lnTo>
                    <a:pt x="586596" y="1820491"/>
                  </a:lnTo>
                  <a:lnTo>
                    <a:pt x="638527" y="1817111"/>
                  </a:lnTo>
                  <a:lnTo>
                    <a:pt x="706092" y="1812182"/>
                  </a:lnTo>
                  <a:lnTo>
                    <a:pt x="786441" y="1805566"/>
                  </a:lnTo>
                  <a:lnTo>
                    <a:pt x="875556" y="1797216"/>
                  </a:lnTo>
                  <a:lnTo>
                    <a:pt x="969093" y="1787148"/>
                  </a:lnTo>
                  <a:lnTo>
                    <a:pt x="1063110" y="1775402"/>
                  </a:lnTo>
                  <a:lnTo>
                    <a:pt x="1154518" y="1762005"/>
                  </a:lnTo>
                  <a:lnTo>
                    <a:pt x="1241235" y="1746938"/>
                  </a:lnTo>
                  <a:lnTo>
                    <a:pt x="1322124" y="1730120"/>
                  </a:lnTo>
                  <a:lnTo>
                    <a:pt x="1396812" y="1711398"/>
                  </a:lnTo>
                  <a:lnTo>
                    <a:pt x="1465488" y="1690549"/>
                  </a:lnTo>
                  <a:lnTo>
                    <a:pt x="1528706" y="1667282"/>
                  </a:lnTo>
                  <a:lnTo>
                    <a:pt x="1587241" y="1641252"/>
                  </a:lnTo>
                  <a:lnTo>
                    <a:pt x="1641974" y="1612083"/>
                  </a:lnTo>
                  <a:lnTo>
                    <a:pt x="1693808" y="1579409"/>
                  </a:lnTo>
                  <a:lnTo>
                    <a:pt x="1743590" y="1542946"/>
                  </a:lnTo>
                  <a:lnTo>
                    <a:pt x="1768425" y="1522853"/>
                  </a:lnTo>
                  <a:lnTo>
                    <a:pt x="1811875" y="1484736"/>
                  </a:lnTo>
                  <a:lnTo>
                    <a:pt x="1854903" y="1443372"/>
                  </a:lnTo>
                  <a:lnTo>
                    <a:pt x="1897842" y="1398701"/>
                  </a:lnTo>
                  <a:lnTo>
                    <a:pt x="1940941" y="1350734"/>
                  </a:lnTo>
                  <a:lnTo>
                    <a:pt x="1984371" y="1299566"/>
                  </a:lnTo>
                  <a:lnTo>
                    <a:pt x="2028237" y="1245381"/>
                  </a:lnTo>
                  <a:lnTo>
                    <a:pt x="2072582" y="1188455"/>
                  </a:lnTo>
                  <a:lnTo>
                    <a:pt x="2117395" y="1129157"/>
                  </a:lnTo>
                  <a:lnTo>
                    <a:pt x="2162618" y="1067939"/>
                  </a:lnTo>
                  <a:lnTo>
                    <a:pt x="2208155" y="1005323"/>
                  </a:lnTo>
                  <a:lnTo>
                    <a:pt x="2253883" y="941888"/>
                  </a:lnTo>
                  <a:lnTo>
                    <a:pt x="2299659" y="878245"/>
                  </a:lnTo>
                  <a:lnTo>
                    <a:pt x="2345338" y="815013"/>
                  </a:lnTo>
                  <a:lnTo>
                    <a:pt x="2390785" y="752794"/>
                  </a:lnTo>
                  <a:lnTo>
                    <a:pt x="2435883" y="692150"/>
                  </a:lnTo>
                  <a:lnTo>
                    <a:pt x="2480547" y="633584"/>
                  </a:lnTo>
                  <a:lnTo>
                    <a:pt x="2524734" y="577521"/>
                  </a:lnTo>
                  <a:lnTo>
                    <a:pt x="2568449" y="524298"/>
                  </a:lnTo>
                  <a:lnTo>
                    <a:pt x="2611756" y="474163"/>
                  </a:lnTo>
                  <a:lnTo>
                    <a:pt x="2654780" y="427270"/>
                  </a:lnTo>
                  <a:lnTo>
                    <a:pt x="2697717" y="383685"/>
                  </a:lnTo>
                  <a:lnTo>
                    <a:pt x="2740842" y="343396"/>
                  </a:lnTo>
                  <a:lnTo>
                    <a:pt x="2770117" y="318123"/>
                  </a:lnTo>
                  <a:lnTo>
                    <a:pt x="2819140" y="279678"/>
                  </a:lnTo>
                  <a:lnTo>
                    <a:pt x="2869828" y="245098"/>
                  </a:lnTo>
                  <a:lnTo>
                    <a:pt x="2922971" y="214184"/>
                  </a:lnTo>
                  <a:lnTo>
                    <a:pt x="2979454" y="186601"/>
                  </a:lnTo>
                  <a:lnTo>
                    <a:pt x="3040179" y="161970"/>
                  </a:lnTo>
                  <a:lnTo>
                    <a:pt x="3105985" y="139928"/>
                  </a:lnTo>
                  <a:lnTo>
                    <a:pt x="3177556" y="120154"/>
                  </a:lnTo>
                  <a:lnTo>
                    <a:pt x="3255289" y="102389"/>
                  </a:lnTo>
                  <a:lnTo>
                    <a:pt x="3339123" y="86443"/>
                  </a:lnTo>
                  <a:lnTo>
                    <a:pt x="3428337" y="72200"/>
                  </a:lnTo>
                  <a:lnTo>
                    <a:pt x="3521347" y="59612"/>
                  </a:lnTo>
                  <a:lnTo>
                    <a:pt x="3615574" y="48683"/>
                  </a:lnTo>
                  <a:lnTo>
                    <a:pt x="3707475" y="39453"/>
                  </a:lnTo>
                  <a:lnTo>
                    <a:pt x="3792837" y="31953"/>
                  </a:lnTo>
                  <a:lnTo>
                    <a:pt x="3867371" y="26175"/>
                  </a:lnTo>
                  <a:lnTo>
                    <a:pt x="3927527" y="22028"/>
                  </a:lnTo>
                  <a:lnTo>
                    <a:pt x="3971306" y="19328"/>
                  </a:lnTo>
                  <a:lnTo>
                    <a:pt x="3998803" y="17803"/>
                  </a:lnTo>
                  <a:lnTo>
                    <a:pt x="4012339" y="17126"/>
                  </a:lnTo>
                  <a:lnTo>
                    <a:pt x="4016243" y="16948"/>
                  </a:lnTo>
                  <a:lnTo>
                    <a:pt x="4016409" y="16941"/>
                  </a:lnTo>
                  <a:lnTo>
                    <a:pt x="4538543" y="16941"/>
                  </a:lnTo>
                  <a:lnTo>
                    <a:pt x="4539767" y="16991"/>
                  </a:lnTo>
                  <a:lnTo>
                    <a:pt x="4547779" y="17346"/>
                  </a:lnTo>
                  <a:lnTo>
                    <a:pt x="4567834" y="18329"/>
                  </a:lnTo>
                  <a:lnTo>
                    <a:pt x="4603327" y="20260"/>
                  </a:lnTo>
                  <a:lnTo>
                    <a:pt x="4655490" y="23425"/>
                  </a:lnTo>
                  <a:lnTo>
                    <a:pt x="4723326" y="28039"/>
                  </a:lnTo>
                  <a:lnTo>
                    <a:pt x="4803952" y="34231"/>
                  </a:lnTo>
                  <a:lnTo>
                    <a:pt x="4893321" y="42044"/>
                  </a:lnTo>
                  <a:lnTo>
                    <a:pt x="4987065" y="51462"/>
                  </a:lnTo>
                  <a:lnTo>
                    <a:pt x="5081233" y="62447"/>
                  </a:lnTo>
                  <a:lnTo>
                    <a:pt x="5172735" y="74975"/>
                  </a:lnTo>
                  <a:lnTo>
                    <a:pt x="5259497" y="89066"/>
                  </a:lnTo>
                  <a:lnTo>
                    <a:pt x="5340393" y="104796"/>
                  </a:lnTo>
                  <a:lnTo>
                    <a:pt x="5415065" y="122309"/>
                  </a:lnTo>
                  <a:lnTo>
                    <a:pt x="5483712" y="141817"/>
                  </a:lnTo>
                  <a:lnTo>
                    <a:pt x="5546902" y="163593"/>
                  </a:lnTo>
                  <a:lnTo>
                    <a:pt x="5605416" y="187962"/>
                  </a:lnTo>
                  <a:lnTo>
                    <a:pt x="5660142" y="215276"/>
                  </a:lnTo>
                  <a:lnTo>
                    <a:pt x="5711988" y="245876"/>
                  </a:lnTo>
                  <a:lnTo>
                    <a:pt x="5761802" y="280025"/>
                  </a:lnTo>
                  <a:lnTo>
                    <a:pt x="5784835" y="297417"/>
                  </a:lnTo>
                  <a:lnTo>
                    <a:pt x="5829176" y="333679"/>
                  </a:lnTo>
                  <a:lnTo>
                    <a:pt x="5873086" y="373091"/>
                  </a:lnTo>
                  <a:lnTo>
                    <a:pt x="5916915" y="415713"/>
                  </a:lnTo>
                  <a:lnTo>
                    <a:pt x="5960924" y="461528"/>
                  </a:lnTo>
                  <a:lnTo>
                    <a:pt x="6005288" y="510437"/>
                  </a:lnTo>
                  <a:lnTo>
                    <a:pt x="6050114" y="562249"/>
                  </a:lnTo>
                  <a:lnTo>
                    <a:pt x="6095441" y="616680"/>
                  </a:lnTo>
                  <a:lnTo>
                    <a:pt x="6141249" y="673353"/>
                  </a:lnTo>
                  <a:lnTo>
                    <a:pt x="6187470" y="731810"/>
                  </a:lnTo>
                  <a:lnTo>
                    <a:pt x="6233996" y="791521"/>
                  </a:lnTo>
                  <a:lnTo>
                    <a:pt x="6280691" y="851906"/>
                  </a:lnTo>
                  <a:lnTo>
                    <a:pt x="6327402" y="912357"/>
                  </a:lnTo>
                  <a:lnTo>
                    <a:pt x="6373976" y="972263"/>
                  </a:lnTo>
                  <a:lnTo>
                    <a:pt x="6420273" y="1031034"/>
                  </a:lnTo>
                  <a:lnTo>
                    <a:pt x="6466176" y="1088129"/>
                  </a:lnTo>
                  <a:lnTo>
                    <a:pt x="6511609" y="1143073"/>
                  </a:lnTo>
                  <a:lnTo>
                    <a:pt x="6556541" y="1195472"/>
                  </a:lnTo>
                  <a:lnTo>
                    <a:pt x="6600998" y="1245020"/>
                  </a:lnTo>
                  <a:lnTo>
                    <a:pt x="6645070" y="1291508"/>
                  </a:lnTo>
                  <a:lnTo>
                    <a:pt x="6688919" y="1334816"/>
                  </a:lnTo>
                  <a:lnTo>
                    <a:pt x="6732785" y="1374911"/>
                  </a:lnTo>
                  <a:lnTo>
                    <a:pt x="6777000" y="1411837"/>
                  </a:lnTo>
                  <a:lnTo>
                    <a:pt x="6786527" y="1419322"/>
                  </a:lnTo>
                  <a:lnTo>
                    <a:pt x="6835642" y="1455187"/>
                  </a:lnTo>
                  <a:lnTo>
                    <a:pt x="6886428" y="1487439"/>
                  </a:lnTo>
                  <a:lnTo>
                    <a:pt x="6939683" y="1516266"/>
                  </a:lnTo>
                  <a:lnTo>
                    <a:pt x="6996295" y="1541981"/>
                  </a:lnTo>
                  <a:lnTo>
                    <a:pt x="7057170" y="1564939"/>
                  </a:lnTo>
                  <a:lnTo>
                    <a:pt x="7123152" y="1585480"/>
                  </a:lnTo>
                  <a:lnTo>
                    <a:pt x="7194928" y="1603905"/>
                  </a:lnTo>
                  <a:lnTo>
                    <a:pt x="7272890" y="1620455"/>
                  </a:lnTo>
                  <a:lnTo>
                    <a:pt x="7356970" y="1635307"/>
                  </a:lnTo>
                  <a:lnTo>
                    <a:pt x="7446430" y="1648567"/>
                  </a:lnTo>
                  <a:lnTo>
                    <a:pt x="7539662" y="1660282"/>
                  </a:lnTo>
                  <a:lnTo>
                    <a:pt x="7634053" y="1670445"/>
                  </a:lnTo>
                  <a:lnTo>
                    <a:pt x="7726021" y="1679020"/>
                  </a:lnTo>
                  <a:lnTo>
                    <a:pt x="7811320" y="1685977"/>
                  </a:lnTo>
                  <a:lnTo>
                    <a:pt x="7885647" y="1691326"/>
                  </a:lnTo>
                  <a:lnTo>
                    <a:pt x="7945465" y="1695153"/>
                  </a:lnTo>
                  <a:lnTo>
                    <a:pt x="7988817" y="1697635"/>
                  </a:lnTo>
                  <a:lnTo>
                    <a:pt x="8015866" y="1699027"/>
                  </a:lnTo>
                  <a:lnTo>
                    <a:pt x="8029018" y="1699638"/>
                  </a:lnTo>
                  <a:lnTo>
                    <a:pt x="8032686" y="1699793"/>
                  </a:lnTo>
                  <a:lnTo>
                    <a:pt x="8032819" y="1699798"/>
                  </a:lnTo>
                  <a:lnTo>
                    <a:pt x="8554953" y="1699798"/>
                  </a:lnTo>
                  <a:lnTo>
                    <a:pt x="8554953" y="1682856"/>
                  </a:lnTo>
                  <a:lnTo>
                    <a:pt x="8032819" y="1682856"/>
                  </a:lnTo>
                  <a:lnTo>
                    <a:pt x="8031595" y="1682807"/>
                  </a:lnTo>
                  <a:lnTo>
                    <a:pt x="8023583" y="1682451"/>
                  </a:lnTo>
                  <a:lnTo>
                    <a:pt x="8003527" y="1681468"/>
                  </a:lnTo>
                  <a:lnTo>
                    <a:pt x="7968035" y="1679537"/>
                  </a:lnTo>
                  <a:lnTo>
                    <a:pt x="7915872" y="1676373"/>
                  </a:lnTo>
                  <a:lnTo>
                    <a:pt x="7848036" y="1671758"/>
                  </a:lnTo>
                  <a:lnTo>
                    <a:pt x="7767409" y="1665566"/>
                  </a:lnTo>
                  <a:lnTo>
                    <a:pt x="7678041" y="1657754"/>
                  </a:lnTo>
                  <a:lnTo>
                    <a:pt x="7584297" y="1648336"/>
                  </a:lnTo>
                  <a:lnTo>
                    <a:pt x="7490129" y="1637351"/>
                  </a:lnTo>
                  <a:lnTo>
                    <a:pt x="7398627" y="1624822"/>
                  </a:lnTo>
                  <a:lnTo>
                    <a:pt x="7311865" y="1610732"/>
                  </a:lnTo>
                  <a:lnTo>
                    <a:pt x="7230969" y="1595002"/>
                  </a:lnTo>
                  <a:lnTo>
                    <a:pt x="7156297" y="1577489"/>
                  </a:lnTo>
                  <a:lnTo>
                    <a:pt x="7087650" y="1557981"/>
                  </a:lnTo>
                  <a:lnTo>
                    <a:pt x="7024460" y="1536204"/>
                  </a:lnTo>
                  <a:lnTo>
                    <a:pt x="6965946" y="1511836"/>
                  </a:lnTo>
                  <a:lnTo>
                    <a:pt x="6911219" y="1484522"/>
                  </a:lnTo>
                  <a:lnTo>
                    <a:pt x="6859374" y="1453921"/>
                  </a:lnTo>
                  <a:lnTo>
                    <a:pt x="6809560" y="1419773"/>
                  </a:lnTo>
                  <a:lnTo>
                    <a:pt x="6786527" y="1402380"/>
                  </a:lnTo>
                  <a:lnTo>
                    <a:pt x="6742186" y="1366119"/>
                  </a:lnTo>
                  <a:lnTo>
                    <a:pt x="6698276" y="1326707"/>
                  </a:lnTo>
                  <a:lnTo>
                    <a:pt x="6654447" y="1284085"/>
                  </a:lnTo>
                  <a:lnTo>
                    <a:pt x="6610438" y="1238269"/>
                  </a:lnTo>
                  <a:lnTo>
                    <a:pt x="6566074" y="1189360"/>
                  </a:lnTo>
                  <a:lnTo>
                    <a:pt x="6521248" y="1137548"/>
                  </a:lnTo>
                  <a:lnTo>
                    <a:pt x="6475921" y="1083118"/>
                  </a:lnTo>
                  <a:lnTo>
                    <a:pt x="6430113" y="1026445"/>
                  </a:lnTo>
                  <a:lnTo>
                    <a:pt x="6383892" y="967988"/>
                  </a:lnTo>
                  <a:lnTo>
                    <a:pt x="6337365" y="908276"/>
                  </a:lnTo>
                  <a:lnTo>
                    <a:pt x="6290671" y="847891"/>
                  </a:lnTo>
                  <a:lnTo>
                    <a:pt x="6243960" y="787440"/>
                  </a:lnTo>
                  <a:lnTo>
                    <a:pt x="6197386" y="727535"/>
                  </a:lnTo>
                  <a:lnTo>
                    <a:pt x="6151089" y="668764"/>
                  </a:lnTo>
                  <a:lnTo>
                    <a:pt x="6105185" y="611668"/>
                  </a:lnTo>
                  <a:lnTo>
                    <a:pt x="6059753" y="556724"/>
                  </a:lnTo>
                  <a:lnTo>
                    <a:pt x="6014821" y="504326"/>
                  </a:lnTo>
                  <a:lnTo>
                    <a:pt x="5970364" y="454778"/>
                  </a:lnTo>
                  <a:lnTo>
                    <a:pt x="5926292" y="408290"/>
                  </a:lnTo>
                  <a:lnTo>
                    <a:pt x="5882443" y="364982"/>
                  </a:lnTo>
                  <a:lnTo>
                    <a:pt x="5838577" y="324887"/>
                  </a:lnTo>
                  <a:lnTo>
                    <a:pt x="5794362" y="287961"/>
                  </a:lnTo>
                  <a:lnTo>
                    <a:pt x="5784835" y="280476"/>
                  </a:lnTo>
                  <a:lnTo>
                    <a:pt x="5735720" y="244610"/>
                  </a:lnTo>
                  <a:lnTo>
                    <a:pt x="5684934" y="212358"/>
                  </a:lnTo>
                  <a:lnTo>
                    <a:pt x="5631679" y="183532"/>
                  </a:lnTo>
                  <a:lnTo>
                    <a:pt x="5575067" y="157817"/>
                  </a:lnTo>
                  <a:lnTo>
                    <a:pt x="5514192" y="134859"/>
                  </a:lnTo>
                  <a:lnTo>
                    <a:pt x="5448210" y="114317"/>
                  </a:lnTo>
                  <a:lnTo>
                    <a:pt x="5376434" y="95892"/>
                  </a:lnTo>
                  <a:lnTo>
                    <a:pt x="5298472" y="79342"/>
                  </a:lnTo>
                  <a:lnTo>
                    <a:pt x="5214392" y="64491"/>
                  </a:lnTo>
                  <a:lnTo>
                    <a:pt x="5124932" y="51230"/>
                  </a:lnTo>
                  <a:lnTo>
                    <a:pt x="5031700" y="39515"/>
                  </a:lnTo>
                  <a:lnTo>
                    <a:pt x="4937309" y="29353"/>
                  </a:lnTo>
                  <a:lnTo>
                    <a:pt x="4845341" y="20777"/>
                  </a:lnTo>
                  <a:lnTo>
                    <a:pt x="4760042" y="13821"/>
                  </a:lnTo>
                  <a:lnTo>
                    <a:pt x="4685715" y="8472"/>
                  </a:lnTo>
                  <a:lnTo>
                    <a:pt x="4625897" y="4644"/>
                  </a:lnTo>
                  <a:lnTo>
                    <a:pt x="4582545" y="2163"/>
                  </a:lnTo>
                  <a:lnTo>
                    <a:pt x="4555496" y="771"/>
                  </a:lnTo>
                  <a:lnTo>
                    <a:pt x="4542344" y="160"/>
                  </a:lnTo>
                  <a:lnTo>
                    <a:pt x="4538676" y="5"/>
                  </a:lnTo>
                  <a:lnTo>
                    <a:pt x="4538543" y="0"/>
                  </a:lnTo>
                  <a:lnTo>
                    <a:pt x="4016409" y="0"/>
                  </a:lnTo>
                  <a:lnTo>
                    <a:pt x="4015191" y="53"/>
                  </a:lnTo>
                  <a:lnTo>
                    <a:pt x="4007221" y="432"/>
                  </a:lnTo>
                  <a:lnTo>
                    <a:pt x="3987268" y="1482"/>
                  </a:lnTo>
                  <a:lnTo>
                    <a:pt x="3951946" y="3544"/>
                  </a:lnTo>
                  <a:lnTo>
                    <a:pt x="3900015" y="6924"/>
                  </a:lnTo>
                  <a:lnTo>
                    <a:pt x="3832450" y="11853"/>
                  </a:lnTo>
                  <a:lnTo>
                    <a:pt x="3752101" y="18469"/>
                  </a:lnTo>
                  <a:lnTo>
                    <a:pt x="3662986" y="26820"/>
                  </a:lnTo>
                  <a:lnTo>
                    <a:pt x="3569450" y="36888"/>
                  </a:lnTo>
                  <a:lnTo>
                    <a:pt x="3475432" y="48633"/>
                  </a:lnTo>
                  <a:lnTo>
                    <a:pt x="3384024" y="62030"/>
                  </a:lnTo>
                  <a:lnTo>
                    <a:pt x="3297307" y="77097"/>
                  </a:lnTo>
                  <a:lnTo>
                    <a:pt x="3216419" y="93915"/>
                  </a:lnTo>
                  <a:lnTo>
                    <a:pt x="3141730" y="112637"/>
                  </a:lnTo>
                  <a:lnTo>
                    <a:pt x="3073055" y="133486"/>
                  </a:lnTo>
                  <a:lnTo>
                    <a:pt x="3009836" y="156753"/>
                  </a:lnTo>
                  <a:lnTo>
                    <a:pt x="2951301" y="182783"/>
                  </a:lnTo>
                  <a:lnTo>
                    <a:pt x="2896568" y="211952"/>
                  </a:lnTo>
                  <a:lnTo>
                    <a:pt x="2844735" y="244626"/>
                  </a:lnTo>
                  <a:lnTo>
                    <a:pt x="2794953" y="281089"/>
                  </a:lnTo>
                  <a:lnTo>
                    <a:pt x="2770117" y="301182"/>
                  </a:lnTo>
                  <a:lnTo>
                    <a:pt x="2726668" y="339299"/>
                  </a:lnTo>
                  <a:lnTo>
                    <a:pt x="2683639" y="380663"/>
                  </a:lnTo>
                  <a:lnTo>
                    <a:pt x="2640700" y="425334"/>
                  </a:lnTo>
                  <a:lnTo>
                    <a:pt x="2597601" y="473301"/>
                  </a:lnTo>
                  <a:lnTo>
                    <a:pt x="2554171" y="524470"/>
                  </a:lnTo>
                  <a:lnTo>
                    <a:pt x="2510305" y="578655"/>
                  </a:lnTo>
                  <a:lnTo>
                    <a:pt x="2465961" y="635580"/>
                  </a:lnTo>
                  <a:lnTo>
                    <a:pt x="2421147" y="694878"/>
                  </a:lnTo>
                  <a:lnTo>
                    <a:pt x="2375924" y="756096"/>
                  </a:lnTo>
                  <a:lnTo>
                    <a:pt x="2330387" y="818712"/>
                  </a:lnTo>
                  <a:lnTo>
                    <a:pt x="2284660" y="882147"/>
                  </a:lnTo>
                  <a:lnTo>
                    <a:pt x="2238884" y="945790"/>
                  </a:lnTo>
                  <a:lnTo>
                    <a:pt x="2193204" y="1009022"/>
                  </a:lnTo>
                  <a:lnTo>
                    <a:pt x="2147757" y="1071242"/>
                  </a:lnTo>
                  <a:lnTo>
                    <a:pt x="2102659" y="1131885"/>
                  </a:lnTo>
                  <a:lnTo>
                    <a:pt x="2057995" y="1190451"/>
                  </a:lnTo>
                  <a:lnTo>
                    <a:pt x="2013808" y="1246515"/>
                  </a:lnTo>
                  <a:lnTo>
                    <a:pt x="1970093" y="1299737"/>
                  </a:lnTo>
                  <a:lnTo>
                    <a:pt x="1926787" y="1349872"/>
                  </a:lnTo>
                  <a:lnTo>
                    <a:pt x="1883762" y="1396765"/>
                  </a:lnTo>
                  <a:lnTo>
                    <a:pt x="1840825" y="1440350"/>
                  </a:lnTo>
                  <a:lnTo>
                    <a:pt x="1797700" y="1480640"/>
                  </a:lnTo>
                  <a:lnTo>
                    <a:pt x="1768425" y="1505912"/>
                  </a:lnTo>
                  <a:lnTo>
                    <a:pt x="1719402" y="1544358"/>
                  </a:lnTo>
                  <a:lnTo>
                    <a:pt x="1668714" y="1578938"/>
                  </a:lnTo>
                  <a:lnTo>
                    <a:pt x="1615571" y="1609851"/>
                  </a:lnTo>
                  <a:lnTo>
                    <a:pt x="1559088" y="1637435"/>
                  </a:lnTo>
                  <a:lnTo>
                    <a:pt x="1498364" y="1662065"/>
                  </a:lnTo>
                  <a:lnTo>
                    <a:pt x="1432558" y="1684107"/>
                  </a:lnTo>
                  <a:lnTo>
                    <a:pt x="1360986" y="1703881"/>
                  </a:lnTo>
                  <a:lnTo>
                    <a:pt x="1283253" y="1721647"/>
                  </a:lnTo>
                  <a:lnTo>
                    <a:pt x="1199419" y="1737592"/>
                  </a:lnTo>
                  <a:lnTo>
                    <a:pt x="1110205" y="1751835"/>
                  </a:lnTo>
                  <a:lnTo>
                    <a:pt x="1017196" y="1764424"/>
                  </a:lnTo>
                  <a:lnTo>
                    <a:pt x="922968" y="1775352"/>
                  </a:lnTo>
                  <a:lnTo>
                    <a:pt x="831067" y="1784583"/>
                  </a:lnTo>
                  <a:lnTo>
                    <a:pt x="745705" y="1792082"/>
                  </a:lnTo>
                  <a:lnTo>
                    <a:pt x="671172" y="1797861"/>
                  </a:lnTo>
                  <a:lnTo>
                    <a:pt x="611015" y="1802008"/>
                  </a:lnTo>
                  <a:lnTo>
                    <a:pt x="567236" y="1804707"/>
                  </a:lnTo>
                  <a:lnTo>
                    <a:pt x="539739" y="1806232"/>
                  </a:lnTo>
                  <a:lnTo>
                    <a:pt x="526203" y="1806910"/>
                  </a:lnTo>
                  <a:lnTo>
                    <a:pt x="522299" y="1807087"/>
                  </a:lnTo>
                  <a:lnTo>
                    <a:pt x="522133" y="1807094"/>
                  </a:lnTo>
                  <a:lnTo>
                    <a:pt x="0" y="1807094"/>
                  </a:lnTo>
                  <a:close/>
                </a:path>
              </a:pathLst>
            </a:custGeom>
            <a:solidFill>
              <a:srgbClr val="D9B26F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1614" name="pl1614"/>
            <p:cNvSpPr/>
            <p:nvPr/>
          </p:nvSpPr>
          <p:spPr>
            <a:xfrm>
              <a:off x="386606" y="3421825"/>
              <a:ext cx="8554953" cy="1807094"/>
            </a:xfrm>
            <a:custGeom>
              <a:avLst/>
              <a:pathLst>
                <a:path w="8554953" h="1807094">
                  <a:moveTo>
                    <a:pt x="0" y="1807094"/>
                  </a:moveTo>
                  <a:lnTo>
                    <a:pt x="522133" y="1807094"/>
                  </a:lnTo>
                  <a:lnTo>
                    <a:pt x="523351" y="1807041"/>
                  </a:lnTo>
                  <a:lnTo>
                    <a:pt x="531321" y="1806661"/>
                  </a:lnTo>
                  <a:lnTo>
                    <a:pt x="551274" y="1805612"/>
                  </a:lnTo>
                  <a:lnTo>
                    <a:pt x="586596" y="1803550"/>
                  </a:lnTo>
                  <a:lnTo>
                    <a:pt x="638527" y="1800170"/>
                  </a:lnTo>
                  <a:lnTo>
                    <a:pt x="706092" y="1795241"/>
                  </a:lnTo>
                  <a:lnTo>
                    <a:pt x="786441" y="1788624"/>
                  </a:lnTo>
                  <a:lnTo>
                    <a:pt x="875556" y="1780274"/>
                  </a:lnTo>
                  <a:lnTo>
                    <a:pt x="969093" y="1770206"/>
                  </a:lnTo>
                  <a:lnTo>
                    <a:pt x="1063110" y="1758461"/>
                  </a:lnTo>
                  <a:lnTo>
                    <a:pt x="1154518" y="1745064"/>
                  </a:lnTo>
                  <a:lnTo>
                    <a:pt x="1241235" y="1729997"/>
                  </a:lnTo>
                  <a:lnTo>
                    <a:pt x="1322124" y="1713178"/>
                  </a:lnTo>
                  <a:lnTo>
                    <a:pt x="1396812" y="1694457"/>
                  </a:lnTo>
                  <a:lnTo>
                    <a:pt x="1465488" y="1673608"/>
                  </a:lnTo>
                  <a:lnTo>
                    <a:pt x="1528706" y="1650340"/>
                  </a:lnTo>
                  <a:lnTo>
                    <a:pt x="1587241" y="1624311"/>
                  </a:lnTo>
                  <a:lnTo>
                    <a:pt x="1641974" y="1595142"/>
                  </a:lnTo>
                  <a:lnTo>
                    <a:pt x="1693808" y="1562467"/>
                  </a:lnTo>
                  <a:lnTo>
                    <a:pt x="1743590" y="1526004"/>
                  </a:lnTo>
                  <a:lnTo>
                    <a:pt x="1768425" y="1505912"/>
                  </a:lnTo>
                  <a:lnTo>
                    <a:pt x="1811875" y="1467794"/>
                  </a:lnTo>
                  <a:lnTo>
                    <a:pt x="1854903" y="1426431"/>
                  </a:lnTo>
                  <a:lnTo>
                    <a:pt x="1897842" y="1381759"/>
                  </a:lnTo>
                  <a:lnTo>
                    <a:pt x="1940941" y="1333792"/>
                  </a:lnTo>
                  <a:lnTo>
                    <a:pt x="1984371" y="1282624"/>
                  </a:lnTo>
                  <a:lnTo>
                    <a:pt x="2028237" y="1228439"/>
                  </a:lnTo>
                  <a:lnTo>
                    <a:pt x="2072582" y="1171514"/>
                  </a:lnTo>
                  <a:lnTo>
                    <a:pt x="2117395" y="1112216"/>
                  </a:lnTo>
                  <a:lnTo>
                    <a:pt x="2162618" y="1050997"/>
                  </a:lnTo>
                  <a:lnTo>
                    <a:pt x="2208155" y="988382"/>
                  </a:lnTo>
                  <a:lnTo>
                    <a:pt x="2253883" y="924947"/>
                  </a:lnTo>
                  <a:lnTo>
                    <a:pt x="2299659" y="861304"/>
                  </a:lnTo>
                  <a:lnTo>
                    <a:pt x="2345338" y="798071"/>
                  </a:lnTo>
                  <a:lnTo>
                    <a:pt x="2390785" y="735852"/>
                  </a:lnTo>
                  <a:lnTo>
                    <a:pt x="2435883" y="675208"/>
                  </a:lnTo>
                  <a:lnTo>
                    <a:pt x="2480547" y="616642"/>
                  </a:lnTo>
                  <a:lnTo>
                    <a:pt x="2524734" y="560579"/>
                  </a:lnTo>
                  <a:lnTo>
                    <a:pt x="2568449" y="507357"/>
                  </a:lnTo>
                  <a:lnTo>
                    <a:pt x="2611756" y="457222"/>
                  </a:lnTo>
                  <a:lnTo>
                    <a:pt x="2654780" y="410329"/>
                  </a:lnTo>
                  <a:lnTo>
                    <a:pt x="2697717" y="366744"/>
                  </a:lnTo>
                  <a:lnTo>
                    <a:pt x="2740842" y="326454"/>
                  </a:lnTo>
                  <a:lnTo>
                    <a:pt x="2770117" y="301182"/>
                  </a:lnTo>
                  <a:lnTo>
                    <a:pt x="2819140" y="262736"/>
                  </a:lnTo>
                  <a:lnTo>
                    <a:pt x="2869828" y="228156"/>
                  </a:lnTo>
                  <a:lnTo>
                    <a:pt x="2922971" y="197242"/>
                  </a:lnTo>
                  <a:lnTo>
                    <a:pt x="2979454" y="169659"/>
                  </a:lnTo>
                  <a:lnTo>
                    <a:pt x="3040179" y="145029"/>
                  </a:lnTo>
                  <a:lnTo>
                    <a:pt x="3105985" y="122987"/>
                  </a:lnTo>
                  <a:lnTo>
                    <a:pt x="3177556" y="103212"/>
                  </a:lnTo>
                  <a:lnTo>
                    <a:pt x="3255289" y="85447"/>
                  </a:lnTo>
                  <a:lnTo>
                    <a:pt x="3339123" y="69502"/>
                  </a:lnTo>
                  <a:lnTo>
                    <a:pt x="3428337" y="55259"/>
                  </a:lnTo>
                  <a:lnTo>
                    <a:pt x="3521347" y="42670"/>
                  </a:lnTo>
                  <a:lnTo>
                    <a:pt x="3615574" y="31742"/>
                  </a:lnTo>
                  <a:lnTo>
                    <a:pt x="3707475" y="22511"/>
                  </a:lnTo>
                  <a:lnTo>
                    <a:pt x="3792837" y="15012"/>
                  </a:lnTo>
                  <a:lnTo>
                    <a:pt x="3867371" y="9233"/>
                  </a:lnTo>
                  <a:lnTo>
                    <a:pt x="3927527" y="5086"/>
                  </a:lnTo>
                  <a:lnTo>
                    <a:pt x="3971306" y="2386"/>
                  </a:lnTo>
                  <a:lnTo>
                    <a:pt x="3998803" y="862"/>
                  </a:lnTo>
                  <a:lnTo>
                    <a:pt x="4012339" y="184"/>
                  </a:lnTo>
                  <a:lnTo>
                    <a:pt x="4016243" y="6"/>
                  </a:lnTo>
                  <a:lnTo>
                    <a:pt x="4016409" y="0"/>
                  </a:lnTo>
                  <a:lnTo>
                    <a:pt x="4538543" y="0"/>
                  </a:lnTo>
                  <a:lnTo>
                    <a:pt x="4539767" y="49"/>
                  </a:lnTo>
                  <a:lnTo>
                    <a:pt x="4547779" y="405"/>
                  </a:lnTo>
                  <a:lnTo>
                    <a:pt x="4567834" y="1388"/>
                  </a:lnTo>
                  <a:lnTo>
                    <a:pt x="4603327" y="3319"/>
                  </a:lnTo>
                  <a:lnTo>
                    <a:pt x="4655490" y="6483"/>
                  </a:lnTo>
                  <a:lnTo>
                    <a:pt x="4723326" y="11098"/>
                  </a:lnTo>
                  <a:lnTo>
                    <a:pt x="4803952" y="17290"/>
                  </a:lnTo>
                  <a:lnTo>
                    <a:pt x="4893321" y="25102"/>
                  </a:lnTo>
                  <a:lnTo>
                    <a:pt x="4987065" y="34520"/>
                  </a:lnTo>
                  <a:lnTo>
                    <a:pt x="5081233" y="45505"/>
                  </a:lnTo>
                  <a:lnTo>
                    <a:pt x="5172735" y="58034"/>
                  </a:lnTo>
                  <a:lnTo>
                    <a:pt x="5259497" y="72124"/>
                  </a:lnTo>
                  <a:lnTo>
                    <a:pt x="5340393" y="87854"/>
                  </a:lnTo>
                  <a:lnTo>
                    <a:pt x="5415065" y="105367"/>
                  </a:lnTo>
                  <a:lnTo>
                    <a:pt x="5483712" y="124875"/>
                  </a:lnTo>
                  <a:lnTo>
                    <a:pt x="5546902" y="146652"/>
                  </a:lnTo>
                  <a:lnTo>
                    <a:pt x="5605416" y="171020"/>
                  </a:lnTo>
                  <a:lnTo>
                    <a:pt x="5660142" y="198334"/>
                  </a:lnTo>
                  <a:lnTo>
                    <a:pt x="5711988" y="228935"/>
                  </a:lnTo>
                  <a:lnTo>
                    <a:pt x="5761802" y="263083"/>
                  </a:lnTo>
                  <a:lnTo>
                    <a:pt x="5784835" y="280476"/>
                  </a:lnTo>
                  <a:lnTo>
                    <a:pt x="5829176" y="316737"/>
                  </a:lnTo>
                  <a:lnTo>
                    <a:pt x="5873086" y="356149"/>
                  </a:lnTo>
                  <a:lnTo>
                    <a:pt x="5916915" y="398771"/>
                  </a:lnTo>
                  <a:lnTo>
                    <a:pt x="5960924" y="444587"/>
                  </a:lnTo>
                  <a:lnTo>
                    <a:pt x="6005288" y="493496"/>
                  </a:lnTo>
                  <a:lnTo>
                    <a:pt x="6050114" y="545308"/>
                  </a:lnTo>
                  <a:lnTo>
                    <a:pt x="6095441" y="599738"/>
                  </a:lnTo>
                  <a:lnTo>
                    <a:pt x="6141249" y="656411"/>
                  </a:lnTo>
                  <a:lnTo>
                    <a:pt x="6187470" y="714868"/>
                  </a:lnTo>
                  <a:lnTo>
                    <a:pt x="6233996" y="774580"/>
                  </a:lnTo>
                  <a:lnTo>
                    <a:pt x="6280691" y="834965"/>
                  </a:lnTo>
                  <a:lnTo>
                    <a:pt x="6327402" y="895416"/>
                  </a:lnTo>
                  <a:lnTo>
                    <a:pt x="6373976" y="955321"/>
                  </a:lnTo>
                  <a:lnTo>
                    <a:pt x="6420273" y="1014092"/>
                  </a:lnTo>
                  <a:lnTo>
                    <a:pt x="6466176" y="1071188"/>
                  </a:lnTo>
                  <a:lnTo>
                    <a:pt x="6511609" y="1126132"/>
                  </a:lnTo>
                  <a:lnTo>
                    <a:pt x="6556541" y="1178530"/>
                  </a:lnTo>
                  <a:lnTo>
                    <a:pt x="6600998" y="1228078"/>
                  </a:lnTo>
                  <a:lnTo>
                    <a:pt x="6645070" y="1274566"/>
                  </a:lnTo>
                  <a:lnTo>
                    <a:pt x="6688919" y="1317874"/>
                  </a:lnTo>
                  <a:lnTo>
                    <a:pt x="6732785" y="1357969"/>
                  </a:lnTo>
                  <a:lnTo>
                    <a:pt x="6777000" y="1394895"/>
                  </a:lnTo>
                  <a:lnTo>
                    <a:pt x="6786527" y="1402380"/>
                  </a:lnTo>
                  <a:lnTo>
                    <a:pt x="6835642" y="1438245"/>
                  </a:lnTo>
                  <a:lnTo>
                    <a:pt x="6886428" y="1470498"/>
                  </a:lnTo>
                  <a:lnTo>
                    <a:pt x="6939683" y="1499324"/>
                  </a:lnTo>
                  <a:lnTo>
                    <a:pt x="6996295" y="1525039"/>
                  </a:lnTo>
                  <a:lnTo>
                    <a:pt x="7057170" y="1547997"/>
                  </a:lnTo>
                  <a:lnTo>
                    <a:pt x="7123152" y="1568539"/>
                  </a:lnTo>
                  <a:lnTo>
                    <a:pt x="7194928" y="1586964"/>
                  </a:lnTo>
                  <a:lnTo>
                    <a:pt x="7272890" y="1603514"/>
                  </a:lnTo>
                  <a:lnTo>
                    <a:pt x="7356970" y="1618365"/>
                  </a:lnTo>
                  <a:lnTo>
                    <a:pt x="7446430" y="1631626"/>
                  </a:lnTo>
                  <a:lnTo>
                    <a:pt x="7539662" y="1643341"/>
                  </a:lnTo>
                  <a:lnTo>
                    <a:pt x="7634053" y="1653503"/>
                  </a:lnTo>
                  <a:lnTo>
                    <a:pt x="7726021" y="1662079"/>
                  </a:lnTo>
                  <a:lnTo>
                    <a:pt x="7811320" y="1669035"/>
                  </a:lnTo>
                  <a:lnTo>
                    <a:pt x="7885647" y="1674384"/>
                  </a:lnTo>
                  <a:lnTo>
                    <a:pt x="7945465" y="1678212"/>
                  </a:lnTo>
                  <a:lnTo>
                    <a:pt x="7988817" y="1680693"/>
                  </a:lnTo>
                  <a:lnTo>
                    <a:pt x="8015866" y="1682085"/>
                  </a:lnTo>
                  <a:lnTo>
                    <a:pt x="8029018" y="1682696"/>
                  </a:lnTo>
                  <a:lnTo>
                    <a:pt x="8032686" y="1682851"/>
                  </a:lnTo>
                  <a:lnTo>
                    <a:pt x="8032819" y="1682856"/>
                  </a:lnTo>
                  <a:lnTo>
                    <a:pt x="8554953" y="1682856"/>
                  </a:lnTo>
                  <a:lnTo>
                    <a:pt x="8554953" y="1682856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615" name="pl1615"/>
            <p:cNvSpPr/>
            <p:nvPr/>
          </p:nvSpPr>
          <p:spPr>
            <a:xfrm>
              <a:off x="386606" y="3404883"/>
              <a:ext cx="8554953" cy="1807094"/>
            </a:xfrm>
            <a:custGeom>
              <a:avLst/>
              <a:pathLst>
                <a:path w="8554953" h="1807094">
                  <a:moveTo>
                    <a:pt x="8554953" y="1682856"/>
                  </a:moveTo>
                  <a:lnTo>
                    <a:pt x="8032819" y="1682856"/>
                  </a:lnTo>
                  <a:lnTo>
                    <a:pt x="8031595" y="1682807"/>
                  </a:lnTo>
                  <a:lnTo>
                    <a:pt x="8023583" y="1682451"/>
                  </a:lnTo>
                  <a:lnTo>
                    <a:pt x="8003527" y="1681468"/>
                  </a:lnTo>
                  <a:lnTo>
                    <a:pt x="7968035" y="1679537"/>
                  </a:lnTo>
                  <a:lnTo>
                    <a:pt x="7915872" y="1676373"/>
                  </a:lnTo>
                  <a:lnTo>
                    <a:pt x="7848036" y="1671758"/>
                  </a:lnTo>
                  <a:lnTo>
                    <a:pt x="7767409" y="1665566"/>
                  </a:lnTo>
                  <a:lnTo>
                    <a:pt x="7678041" y="1657754"/>
                  </a:lnTo>
                  <a:lnTo>
                    <a:pt x="7584297" y="1648336"/>
                  </a:lnTo>
                  <a:lnTo>
                    <a:pt x="7490129" y="1637351"/>
                  </a:lnTo>
                  <a:lnTo>
                    <a:pt x="7398627" y="1624822"/>
                  </a:lnTo>
                  <a:lnTo>
                    <a:pt x="7311865" y="1610732"/>
                  </a:lnTo>
                  <a:lnTo>
                    <a:pt x="7230969" y="1595002"/>
                  </a:lnTo>
                  <a:lnTo>
                    <a:pt x="7156297" y="1577489"/>
                  </a:lnTo>
                  <a:lnTo>
                    <a:pt x="7087650" y="1557981"/>
                  </a:lnTo>
                  <a:lnTo>
                    <a:pt x="7024460" y="1536204"/>
                  </a:lnTo>
                  <a:lnTo>
                    <a:pt x="6965946" y="1511836"/>
                  </a:lnTo>
                  <a:lnTo>
                    <a:pt x="6911219" y="1484522"/>
                  </a:lnTo>
                  <a:lnTo>
                    <a:pt x="6859374" y="1453921"/>
                  </a:lnTo>
                  <a:lnTo>
                    <a:pt x="6809560" y="1419773"/>
                  </a:lnTo>
                  <a:lnTo>
                    <a:pt x="6786527" y="1402380"/>
                  </a:lnTo>
                  <a:lnTo>
                    <a:pt x="6742186" y="1366119"/>
                  </a:lnTo>
                  <a:lnTo>
                    <a:pt x="6698276" y="1326707"/>
                  </a:lnTo>
                  <a:lnTo>
                    <a:pt x="6654447" y="1284085"/>
                  </a:lnTo>
                  <a:lnTo>
                    <a:pt x="6610438" y="1238269"/>
                  </a:lnTo>
                  <a:lnTo>
                    <a:pt x="6566074" y="1189360"/>
                  </a:lnTo>
                  <a:lnTo>
                    <a:pt x="6521248" y="1137548"/>
                  </a:lnTo>
                  <a:lnTo>
                    <a:pt x="6475921" y="1083118"/>
                  </a:lnTo>
                  <a:lnTo>
                    <a:pt x="6430113" y="1026445"/>
                  </a:lnTo>
                  <a:lnTo>
                    <a:pt x="6383892" y="967988"/>
                  </a:lnTo>
                  <a:lnTo>
                    <a:pt x="6337365" y="908276"/>
                  </a:lnTo>
                  <a:lnTo>
                    <a:pt x="6290671" y="847891"/>
                  </a:lnTo>
                  <a:lnTo>
                    <a:pt x="6243960" y="787440"/>
                  </a:lnTo>
                  <a:lnTo>
                    <a:pt x="6197386" y="727535"/>
                  </a:lnTo>
                  <a:lnTo>
                    <a:pt x="6151089" y="668764"/>
                  </a:lnTo>
                  <a:lnTo>
                    <a:pt x="6105185" y="611668"/>
                  </a:lnTo>
                  <a:lnTo>
                    <a:pt x="6059753" y="556724"/>
                  </a:lnTo>
                  <a:lnTo>
                    <a:pt x="6014821" y="504326"/>
                  </a:lnTo>
                  <a:lnTo>
                    <a:pt x="5970364" y="454778"/>
                  </a:lnTo>
                  <a:lnTo>
                    <a:pt x="5926292" y="408290"/>
                  </a:lnTo>
                  <a:lnTo>
                    <a:pt x="5882443" y="364982"/>
                  </a:lnTo>
                  <a:lnTo>
                    <a:pt x="5838577" y="324887"/>
                  </a:lnTo>
                  <a:lnTo>
                    <a:pt x="5794362" y="287961"/>
                  </a:lnTo>
                  <a:lnTo>
                    <a:pt x="5784835" y="280476"/>
                  </a:lnTo>
                  <a:lnTo>
                    <a:pt x="5735720" y="244610"/>
                  </a:lnTo>
                  <a:lnTo>
                    <a:pt x="5684934" y="212358"/>
                  </a:lnTo>
                  <a:lnTo>
                    <a:pt x="5631679" y="183532"/>
                  </a:lnTo>
                  <a:lnTo>
                    <a:pt x="5575067" y="157817"/>
                  </a:lnTo>
                  <a:lnTo>
                    <a:pt x="5514192" y="134859"/>
                  </a:lnTo>
                  <a:lnTo>
                    <a:pt x="5448210" y="114317"/>
                  </a:lnTo>
                  <a:lnTo>
                    <a:pt x="5376434" y="95892"/>
                  </a:lnTo>
                  <a:lnTo>
                    <a:pt x="5298472" y="79342"/>
                  </a:lnTo>
                  <a:lnTo>
                    <a:pt x="5214392" y="64491"/>
                  </a:lnTo>
                  <a:lnTo>
                    <a:pt x="5124932" y="51230"/>
                  </a:lnTo>
                  <a:lnTo>
                    <a:pt x="5031700" y="39515"/>
                  </a:lnTo>
                  <a:lnTo>
                    <a:pt x="4937309" y="29353"/>
                  </a:lnTo>
                  <a:lnTo>
                    <a:pt x="4845341" y="20777"/>
                  </a:lnTo>
                  <a:lnTo>
                    <a:pt x="4760042" y="13821"/>
                  </a:lnTo>
                  <a:lnTo>
                    <a:pt x="4685715" y="8472"/>
                  </a:lnTo>
                  <a:lnTo>
                    <a:pt x="4625897" y="4644"/>
                  </a:lnTo>
                  <a:lnTo>
                    <a:pt x="4582545" y="2163"/>
                  </a:lnTo>
                  <a:lnTo>
                    <a:pt x="4555496" y="771"/>
                  </a:lnTo>
                  <a:lnTo>
                    <a:pt x="4542344" y="160"/>
                  </a:lnTo>
                  <a:lnTo>
                    <a:pt x="4538676" y="5"/>
                  </a:lnTo>
                  <a:lnTo>
                    <a:pt x="4538543" y="0"/>
                  </a:lnTo>
                  <a:lnTo>
                    <a:pt x="4016409" y="0"/>
                  </a:lnTo>
                  <a:lnTo>
                    <a:pt x="4015191" y="53"/>
                  </a:lnTo>
                  <a:lnTo>
                    <a:pt x="4007221" y="432"/>
                  </a:lnTo>
                  <a:lnTo>
                    <a:pt x="3987268" y="1482"/>
                  </a:lnTo>
                  <a:lnTo>
                    <a:pt x="3951946" y="3544"/>
                  </a:lnTo>
                  <a:lnTo>
                    <a:pt x="3900015" y="6924"/>
                  </a:lnTo>
                  <a:lnTo>
                    <a:pt x="3832450" y="11853"/>
                  </a:lnTo>
                  <a:lnTo>
                    <a:pt x="3752101" y="18469"/>
                  </a:lnTo>
                  <a:lnTo>
                    <a:pt x="3662986" y="26820"/>
                  </a:lnTo>
                  <a:lnTo>
                    <a:pt x="3569450" y="36888"/>
                  </a:lnTo>
                  <a:lnTo>
                    <a:pt x="3475432" y="48633"/>
                  </a:lnTo>
                  <a:lnTo>
                    <a:pt x="3384024" y="62030"/>
                  </a:lnTo>
                  <a:lnTo>
                    <a:pt x="3297307" y="77097"/>
                  </a:lnTo>
                  <a:lnTo>
                    <a:pt x="3216419" y="93915"/>
                  </a:lnTo>
                  <a:lnTo>
                    <a:pt x="3141730" y="112637"/>
                  </a:lnTo>
                  <a:lnTo>
                    <a:pt x="3073055" y="133486"/>
                  </a:lnTo>
                  <a:lnTo>
                    <a:pt x="3009836" y="156753"/>
                  </a:lnTo>
                  <a:lnTo>
                    <a:pt x="2951301" y="182783"/>
                  </a:lnTo>
                  <a:lnTo>
                    <a:pt x="2896568" y="211952"/>
                  </a:lnTo>
                  <a:lnTo>
                    <a:pt x="2844735" y="244626"/>
                  </a:lnTo>
                  <a:lnTo>
                    <a:pt x="2794953" y="281089"/>
                  </a:lnTo>
                  <a:lnTo>
                    <a:pt x="2770117" y="301182"/>
                  </a:lnTo>
                  <a:lnTo>
                    <a:pt x="2726668" y="339299"/>
                  </a:lnTo>
                  <a:lnTo>
                    <a:pt x="2683639" y="380663"/>
                  </a:lnTo>
                  <a:lnTo>
                    <a:pt x="2640700" y="425334"/>
                  </a:lnTo>
                  <a:lnTo>
                    <a:pt x="2597601" y="473301"/>
                  </a:lnTo>
                  <a:lnTo>
                    <a:pt x="2554171" y="524470"/>
                  </a:lnTo>
                  <a:lnTo>
                    <a:pt x="2510305" y="578655"/>
                  </a:lnTo>
                  <a:lnTo>
                    <a:pt x="2465961" y="635580"/>
                  </a:lnTo>
                  <a:lnTo>
                    <a:pt x="2421147" y="694878"/>
                  </a:lnTo>
                  <a:lnTo>
                    <a:pt x="2375924" y="756096"/>
                  </a:lnTo>
                  <a:lnTo>
                    <a:pt x="2330387" y="818712"/>
                  </a:lnTo>
                  <a:lnTo>
                    <a:pt x="2284660" y="882147"/>
                  </a:lnTo>
                  <a:lnTo>
                    <a:pt x="2238884" y="945790"/>
                  </a:lnTo>
                  <a:lnTo>
                    <a:pt x="2193204" y="1009022"/>
                  </a:lnTo>
                  <a:lnTo>
                    <a:pt x="2147757" y="1071242"/>
                  </a:lnTo>
                  <a:lnTo>
                    <a:pt x="2102659" y="1131885"/>
                  </a:lnTo>
                  <a:lnTo>
                    <a:pt x="2057995" y="1190451"/>
                  </a:lnTo>
                  <a:lnTo>
                    <a:pt x="2013808" y="1246515"/>
                  </a:lnTo>
                  <a:lnTo>
                    <a:pt x="1970093" y="1299737"/>
                  </a:lnTo>
                  <a:lnTo>
                    <a:pt x="1926787" y="1349872"/>
                  </a:lnTo>
                  <a:lnTo>
                    <a:pt x="1883762" y="1396765"/>
                  </a:lnTo>
                  <a:lnTo>
                    <a:pt x="1840825" y="1440350"/>
                  </a:lnTo>
                  <a:lnTo>
                    <a:pt x="1797700" y="1480640"/>
                  </a:lnTo>
                  <a:lnTo>
                    <a:pt x="1768425" y="1505912"/>
                  </a:lnTo>
                  <a:lnTo>
                    <a:pt x="1719402" y="1544358"/>
                  </a:lnTo>
                  <a:lnTo>
                    <a:pt x="1668714" y="1578938"/>
                  </a:lnTo>
                  <a:lnTo>
                    <a:pt x="1615571" y="1609851"/>
                  </a:lnTo>
                  <a:lnTo>
                    <a:pt x="1559088" y="1637435"/>
                  </a:lnTo>
                  <a:lnTo>
                    <a:pt x="1498364" y="1662065"/>
                  </a:lnTo>
                  <a:lnTo>
                    <a:pt x="1432558" y="1684107"/>
                  </a:lnTo>
                  <a:lnTo>
                    <a:pt x="1360986" y="1703881"/>
                  </a:lnTo>
                  <a:lnTo>
                    <a:pt x="1283253" y="1721647"/>
                  </a:lnTo>
                  <a:lnTo>
                    <a:pt x="1199419" y="1737592"/>
                  </a:lnTo>
                  <a:lnTo>
                    <a:pt x="1110205" y="1751835"/>
                  </a:lnTo>
                  <a:lnTo>
                    <a:pt x="1017196" y="1764424"/>
                  </a:lnTo>
                  <a:lnTo>
                    <a:pt x="922968" y="1775352"/>
                  </a:lnTo>
                  <a:lnTo>
                    <a:pt x="831067" y="1784583"/>
                  </a:lnTo>
                  <a:lnTo>
                    <a:pt x="745705" y="1792082"/>
                  </a:lnTo>
                  <a:lnTo>
                    <a:pt x="671172" y="1797861"/>
                  </a:lnTo>
                  <a:lnTo>
                    <a:pt x="611015" y="1802008"/>
                  </a:lnTo>
                  <a:lnTo>
                    <a:pt x="567236" y="1804707"/>
                  </a:lnTo>
                  <a:lnTo>
                    <a:pt x="539739" y="1806232"/>
                  </a:lnTo>
                  <a:lnTo>
                    <a:pt x="526203" y="1806910"/>
                  </a:lnTo>
                  <a:lnTo>
                    <a:pt x="522299" y="1807087"/>
                  </a:lnTo>
                  <a:lnTo>
                    <a:pt x="522133" y="1807094"/>
                  </a:lnTo>
                  <a:lnTo>
                    <a:pt x="0" y="1807094"/>
                  </a:lnTo>
                  <a:lnTo>
                    <a:pt x="0" y="1807094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616" name="pg1616"/>
            <p:cNvSpPr/>
            <p:nvPr/>
          </p:nvSpPr>
          <p:spPr>
            <a:xfrm>
              <a:off x="386606" y="1321077"/>
              <a:ext cx="8554953" cy="3936078"/>
            </a:xfrm>
            <a:custGeom>
              <a:avLst/>
              <a:pathLst>
                <a:path w="8554953" h="3936078">
                  <a:moveTo>
                    <a:pt x="0" y="3936078"/>
                  </a:moveTo>
                  <a:lnTo>
                    <a:pt x="522133" y="3936078"/>
                  </a:lnTo>
                  <a:lnTo>
                    <a:pt x="523399" y="3936062"/>
                  </a:lnTo>
                  <a:lnTo>
                    <a:pt x="531672" y="3935951"/>
                  </a:lnTo>
                  <a:lnTo>
                    <a:pt x="552359" y="3935644"/>
                  </a:lnTo>
                  <a:lnTo>
                    <a:pt x="588908" y="3935041"/>
                  </a:lnTo>
                  <a:lnTo>
                    <a:pt x="642503" y="3934053"/>
                  </a:lnTo>
                  <a:lnTo>
                    <a:pt x="712002" y="3932615"/>
                  </a:lnTo>
                  <a:lnTo>
                    <a:pt x="794328" y="3930688"/>
                  </a:lnTo>
                  <a:lnTo>
                    <a:pt x="885242" y="3928260"/>
                  </a:lnTo>
                  <a:lnTo>
                    <a:pt x="980240" y="3925337"/>
                  </a:lnTo>
                  <a:lnTo>
                    <a:pt x="1075309" y="3921932"/>
                  </a:lnTo>
                  <a:lnTo>
                    <a:pt x="1167362" y="3918049"/>
                  </a:lnTo>
                  <a:lnTo>
                    <a:pt x="1254377" y="3913683"/>
                  </a:lnTo>
                  <a:lnTo>
                    <a:pt x="1335305" y="3908805"/>
                  </a:lnTo>
                  <a:lnTo>
                    <a:pt x="1409868" y="3903368"/>
                  </a:lnTo>
                  <a:lnTo>
                    <a:pt x="1478341" y="3897303"/>
                  </a:lnTo>
                  <a:lnTo>
                    <a:pt x="1541356" y="3890522"/>
                  </a:lnTo>
                  <a:lnTo>
                    <a:pt x="1599749" y="3882920"/>
                  </a:lnTo>
                  <a:lnTo>
                    <a:pt x="1654447" y="3874388"/>
                  </a:lnTo>
                  <a:lnTo>
                    <a:pt x="1706381" y="3864821"/>
                  </a:lnTo>
                  <a:lnTo>
                    <a:pt x="1756409" y="3854148"/>
                  </a:lnTo>
                  <a:lnTo>
                    <a:pt x="1768425" y="3851370"/>
                  </a:lnTo>
                  <a:lnTo>
                    <a:pt x="1821245" y="3838201"/>
                  </a:lnTo>
                  <a:lnTo>
                    <a:pt x="1873553" y="3823672"/>
                  </a:lnTo>
                  <a:lnTo>
                    <a:pt x="1925899" y="3807765"/>
                  </a:lnTo>
                  <a:lnTo>
                    <a:pt x="1978655" y="3790507"/>
                  </a:lnTo>
                  <a:lnTo>
                    <a:pt x="2032038" y="3771981"/>
                  </a:lnTo>
                  <a:lnTo>
                    <a:pt x="2086130" y="3752326"/>
                  </a:lnTo>
                  <a:lnTo>
                    <a:pt x="2140893" y="3731738"/>
                  </a:lnTo>
                  <a:lnTo>
                    <a:pt x="2196194" y="3710461"/>
                  </a:lnTo>
                  <a:lnTo>
                    <a:pt x="2251826" y="3688778"/>
                  </a:lnTo>
                  <a:lnTo>
                    <a:pt x="2307541" y="3666997"/>
                  </a:lnTo>
                  <a:lnTo>
                    <a:pt x="2363077" y="3645430"/>
                  </a:lnTo>
                  <a:lnTo>
                    <a:pt x="2418197" y="3624379"/>
                  </a:lnTo>
                  <a:lnTo>
                    <a:pt x="2472721" y="3604114"/>
                  </a:lnTo>
                  <a:lnTo>
                    <a:pt x="2526545" y="3584862"/>
                  </a:lnTo>
                  <a:lnTo>
                    <a:pt x="2579678" y="3566797"/>
                  </a:lnTo>
                  <a:lnTo>
                    <a:pt x="2632247" y="3550037"/>
                  </a:lnTo>
                  <a:lnTo>
                    <a:pt x="2684527" y="3534644"/>
                  </a:lnTo>
                  <a:lnTo>
                    <a:pt x="2736951" y="3520628"/>
                  </a:lnTo>
                  <a:lnTo>
                    <a:pt x="2770117" y="3512540"/>
                  </a:lnTo>
                  <a:lnTo>
                    <a:pt x="2819793" y="3501592"/>
                  </a:lnTo>
                  <a:lnTo>
                    <a:pt x="2871187" y="3491760"/>
                  </a:lnTo>
                  <a:lnTo>
                    <a:pt x="2925126" y="3482984"/>
                  </a:lnTo>
                  <a:lnTo>
                    <a:pt x="2982529" y="3475166"/>
                  </a:lnTo>
                  <a:lnTo>
                    <a:pt x="3044332" y="3468194"/>
                  </a:lnTo>
                  <a:lnTo>
                    <a:pt x="3111404" y="3461963"/>
                  </a:lnTo>
                  <a:lnTo>
                    <a:pt x="3184437" y="3456379"/>
                  </a:lnTo>
                  <a:lnTo>
                    <a:pt x="3263810" y="3451370"/>
                  </a:lnTo>
                  <a:lnTo>
                    <a:pt x="3349402" y="3446882"/>
                  </a:lnTo>
                  <a:lnTo>
                    <a:pt x="3440371" y="3442883"/>
                  </a:lnTo>
                  <a:lnTo>
                    <a:pt x="3534947" y="3439361"/>
                  </a:lnTo>
                  <a:lnTo>
                    <a:pt x="3630303" y="3436319"/>
                  </a:lnTo>
                  <a:lnTo>
                    <a:pt x="3722622" y="3433769"/>
                  </a:lnTo>
                  <a:lnTo>
                    <a:pt x="3807462" y="3431720"/>
                  </a:lnTo>
                  <a:lnTo>
                    <a:pt x="3880438" y="3430165"/>
                  </a:lnTo>
                  <a:lnTo>
                    <a:pt x="3938108" y="3429072"/>
                  </a:lnTo>
                  <a:lnTo>
                    <a:pt x="3978804" y="3428382"/>
                  </a:lnTo>
                  <a:lnTo>
                    <a:pt x="4003130" y="3428012"/>
                  </a:lnTo>
                  <a:lnTo>
                    <a:pt x="4014006" y="3427862"/>
                  </a:lnTo>
                  <a:lnTo>
                    <a:pt x="4016409" y="3427832"/>
                  </a:lnTo>
                  <a:lnTo>
                    <a:pt x="4538543" y="3427832"/>
                  </a:lnTo>
                  <a:lnTo>
                    <a:pt x="4539647" y="3427741"/>
                  </a:lnTo>
                  <a:lnTo>
                    <a:pt x="4546888" y="3427092"/>
                  </a:lnTo>
                  <a:lnTo>
                    <a:pt x="4565078" y="3425295"/>
                  </a:lnTo>
                  <a:lnTo>
                    <a:pt x="4597429" y="3421763"/>
                  </a:lnTo>
                  <a:lnTo>
                    <a:pt x="4645297" y="3415961"/>
                  </a:lnTo>
                  <a:lnTo>
                    <a:pt x="4708083" y="3407469"/>
                  </a:lnTo>
                  <a:lnTo>
                    <a:pt x="4783471" y="3396021"/>
                  </a:lnTo>
                  <a:lnTo>
                    <a:pt x="4867979" y="3381509"/>
                  </a:lnTo>
                  <a:lnTo>
                    <a:pt x="4957677" y="3363938"/>
                  </a:lnTo>
                  <a:lnTo>
                    <a:pt x="5048839" y="3343374"/>
                  </a:lnTo>
                  <a:lnTo>
                    <a:pt x="5138401" y="3319876"/>
                  </a:lnTo>
                  <a:lnTo>
                    <a:pt x="5224165" y="3293444"/>
                  </a:lnTo>
                  <a:lnTo>
                    <a:pt x="5304794" y="3263981"/>
                  </a:lnTo>
                  <a:lnTo>
                    <a:pt x="5379693" y="3231277"/>
                  </a:lnTo>
                  <a:lnTo>
                    <a:pt x="5448832" y="3195003"/>
                  </a:lnTo>
                  <a:lnTo>
                    <a:pt x="5512575" y="3154713"/>
                  </a:lnTo>
                  <a:lnTo>
                    <a:pt x="5571538" y="3109859"/>
                  </a:lnTo>
                  <a:lnTo>
                    <a:pt x="5626478" y="3059820"/>
                  </a:lnTo>
                  <a:lnTo>
                    <a:pt x="5678208" y="3003946"/>
                  </a:lnTo>
                  <a:lnTo>
                    <a:pt x="5727534" y="2941645"/>
                  </a:lnTo>
                  <a:lnTo>
                    <a:pt x="5775190" y="2872526"/>
                  </a:lnTo>
                  <a:lnTo>
                    <a:pt x="5784835" y="2857468"/>
                  </a:lnTo>
                  <a:lnTo>
                    <a:pt x="5819336" y="2800726"/>
                  </a:lnTo>
                  <a:lnTo>
                    <a:pt x="5853524" y="2740141"/>
                  </a:lnTo>
                  <a:lnTo>
                    <a:pt x="5887578" y="2675636"/>
                  </a:lnTo>
                  <a:lnTo>
                    <a:pt x="5921643" y="2607183"/>
                  </a:lnTo>
                  <a:lnTo>
                    <a:pt x="5955831" y="2534814"/>
                  </a:lnTo>
                  <a:lnTo>
                    <a:pt x="5990226" y="2458625"/>
                  </a:lnTo>
                  <a:lnTo>
                    <a:pt x="6024884" y="2378776"/>
                  </a:lnTo>
                  <a:lnTo>
                    <a:pt x="6059836" y="2295500"/>
                  </a:lnTo>
                  <a:lnTo>
                    <a:pt x="6095092" y="2209095"/>
                  </a:lnTo>
                  <a:lnTo>
                    <a:pt x="6130640" y="2119931"/>
                  </a:lnTo>
                  <a:lnTo>
                    <a:pt x="6166450" y="2028435"/>
                  </a:lnTo>
                  <a:lnTo>
                    <a:pt x="6202477" y="1935093"/>
                  </a:lnTo>
                  <a:lnTo>
                    <a:pt x="6238663" y="1840435"/>
                  </a:lnTo>
                  <a:lnTo>
                    <a:pt x="6274943" y="1745021"/>
                  </a:lnTo>
                  <a:lnTo>
                    <a:pt x="6311243" y="1649434"/>
                  </a:lnTo>
                  <a:lnTo>
                    <a:pt x="6347493" y="1554260"/>
                  </a:lnTo>
                  <a:lnTo>
                    <a:pt x="6383622" y="1460072"/>
                  </a:lnTo>
                  <a:lnTo>
                    <a:pt x="6419567" y="1367423"/>
                  </a:lnTo>
                  <a:lnTo>
                    <a:pt x="6455274" y="1276824"/>
                  </a:lnTo>
                  <a:lnTo>
                    <a:pt x="6490706" y="1188738"/>
                  </a:lnTo>
                  <a:lnTo>
                    <a:pt x="6525838" y="1103571"/>
                  </a:lnTo>
                  <a:lnTo>
                    <a:pt x="6560668" y="1021662"/>
                  </a:lnTo>
                  <a:lnTo>
                    <a:pt x="6595213" y="943284"/>
                  </a:lnTo>
                  <a:lnTo>
                    <a:pt x="6629515" y="868639"/>
                  </a:lnTo>
                  <a:lnTo>
                    <a:pt x="6663641" y="797862"/>
                  </a:lnTo>
                  <a:lnTo>
                    <a:pt x="6697686" y="731021"/>
                  </a:lnTo>
                  <a:lnTo>
                    <a:pt x="6731775" y="668123"/>
                  </a:lnTo>
                  <a:lnTo>
                    <a:pt x="6766067" y="609120"/>
                  </a:lnTo>
                  <a:lnTo>
                    <a:pt x="6786527" y="576011"/>
                  </a:lnTo>
                  <a:lnTo>
                    <a:pt x="6833920" y="505475"/>
                  </a:lnTo>
                  <a:lnTo>
                    <a:pt x="6882846" y="441795"/>
                  </a:lnTo>
                  <a:lnTo>
                    <a:pt x="6934018" y="384645"/>
                  </a:lnTo>
                  <a:lnTo>
                    <a:pt x="6988231" y="333459"/>
                  </a:lnTo>
                  <a:lnTo>
                    <a:pt x="7046302" y="287592"/>
                  </a:lnTo>
                  <a:lnTo>
                    <a:pt x="7109007" y="246412"/>
                  </a:lnTo>
                  <a:lnTo>
                    <a:pt x="7176997" y="209352"/>
                  </a:lnTo>
                  <a:lnTo>
                    <a:pt x="7250699" y="175945"/>
                  </a:lnTo>
                  <a:lnTo>
                    <a:pt x="7330179" y="145838"/>
                  </a:lnTo>
                  <a:lnTo>
                    <a:pt x="7414969" y="118794"/>
                  </a:lnTo>
                  <a:lnTo>
                    <a:pt x="7503901" y="94696"/>
                  </a:lnTo>
                  <a:lnTo>
                    <a:pt x="7594958" y="73525"/>
                  </a:lnTo>
                  <a:lnTo>
                    <a:pt x="7685243" y="55334"/>
                  </a:lnTo>
                  <a:lnTo>
                    <a:pt x="7771141" y="40189"/>
                  </a:lnTo>
                  <a:lnTo>
                    <a:pt x="7848713" y="28116"/>
                  </a:lnTo>
                  <a:lnTo>
                    <a:pt x="7914327" y="19033"/>
                  </a:lnTo>
                  <a:lnTo>
                    <a:pt x="7965371" y="12707"/>
                  </a:lnTo>
                  <a:lnTo>
                    <a:pt x="8000865" y="8749"/>
                  </a:lnTo>
                  <a:lnTo>
                    <a:pt x="8021760" y="6643"/>
                  </a:lnTo>
                  <a:lnTo>
                    <a:pt x="8030907" y="5807"/>
                  </a:lnTo>
                  <a:lnTo>
                    <a:pt x="8032819" y="5647"/>
                  </a:lnTo>
                  <a:lnTo>
                    <a:pt x="8554953" y="5647"/>
                  </a:lnTo>
                  <a:lnTo>
                    <a:pt x="8554953" y="0"/>
                  </a:lnTo>
                  <a:lnTo>
                    <a:pt x="8032819" y="0"/>
                  </a:lnTo>
                  <a:lnTo>
                    <a:pt x="8031715" y="91"/>
                  </a:lnTo>
                  <a:lnTo>
                    <a:pt x="8024473" y="740"/>
                  </a:lnTo>
                  <a:lnTo>
                    <a:pt x="8006284" y="2536"/>
                  </a:lnTo>
                  <a:lnTo>
                    <a:pt x="7973933" y="6069"/>
                  </a:lnTo>
                  <a:lnTo>
                    <a:pt x="7926065" y="11871"/>
                  </a:lnTo>
                  <a:lnTo>
                    <a:pt x="7863279" y="20363"/>
                  </a:lnTo>
                  <a:lnTo>
                    <a:pt x="7787891" y="31811"/>
                  </a:lnTo>
                  <a:lnTo>
                    <a:pt x="7703383" y="46323"/>
                  </a:lnTo>
                  <a:lnTo>
                    <a:pt x="7613685" y="63894"/>
                  </a:lnTo>
                  <a:lnTo>
                    <a:pt x="7522523" y="84458"/>
                  </a:lnTo>
                  <a:lnTo>
                    <a:pt x="7432961" y="107956"/>
                  </a:lnTo>
                  <a:lnTo>
                    <a:pt x="7347197" y="134388"/>
                  </a:lnTo>
                  <a:lnTo>
                    <a:pt x="7266568" y="163851"/>
                  </a:lnTo>
                  <a:lnTo>
                    <a:pt x="7191668" y="196555"/>
                  </a:lnTo>
                  <a:lnTo>
                    <a:pt x="7122530" y="232829"/>
                  </a:lnTo>
                  <a:lnTo>
                    <a:pt x="7058787" y="273119"/>
                  </a:lnTo>
                  <a:lnTo>
                    <a:pt x="6999824" y="317973"/>
                  </a:lnTo>
                  <a:lnTo>
                    <a:pt x="6944884" y="368012"/>
                  </a:lnTo>
                  <a:lnTo>
                    <a:pt x="6893154" y="423886"/>
                  </a:lnTo>
                  <a:lnTo>
                    <a:pt x="6843828" y="486187"/>
                  </a:lnTo>
                  <a:lnTo>
                    <a:pt x="6796171" y="555306"/>
                  </a:lnTo>
                  <a:lnTo>
                    <a:pt x="6786527" y="570364"/>
                  </a:lnTo>
                  <a:lnTo>
                    <a:pt x="6752026" y="627106"/>
                  </a:lnTo>
                  <a:lnTo>
                    <a:pt x="6717838" y="687691"/>
                  </a:lnTo>
                  <a:lnTo>
                    <a:pt x="6683784" y="752196"/>
                  </a:lnTo>
                  <a:lnTo>
                    <a:pt x="6649719" y="820649"/>
                  </a:lnTo>
                  <a:lnTo>
                    <a:pt x="6615531" y="893018"/>
                  </a:lnTo>
                  <a:lnTo>
                    <a:pt x="6581136" y="969207"/>
                  </a:lnTo>
                  <a:lnTo>
                    <a:pt x="6546478" y="1049056"/>
                  </a:lnTo>
                  <a:lnTo>
                    <a:pt x="6511526" y="1132332"/>
                  </a:lnTo>
                  <a:lnTo>
                    <a:pt x="6476270" y="1218737"/>
                  </a:lnTo>
                  <a:lnTo>
                    <a:pt x="6440722" y="1307901"/>
                  </a:lnTo>
                  <a:lnTo>
                    <a:pt x="6404912" y="1399397"/>
                  </a:lnTo>
                  <a:lnTo>
                    <a:pt x="6368885" y="1492739"/>
                  </a:lnTo>
                  <a:lnTo>
                    <a:pt x="6332699" y="1587397"/>
                  </a:lnTo>
                  <a:lnTo>
                    <a:pt x="6296419" y="1682811"/>
                  </a:lnTo>
                  <a:lnTo>
                    <a:pt x="6260118" y="1778398"/>
                  </a:lnTo>
                  <a:lnTo>
                    <a:pt x="6223869" y="1873572"/>
                  </a:lnTo>
                  <a:lnTo>
                    <a:pt x="6187740" y="1967759"/>
                  </a:lnTo>
                  <a:lnTo>
                    <a:pt x="6151795" y="2060409"/>
                  </a:lnTo>
                  <a:lnTo>
                    <a:pt x="6116087" y="2151008"/>
                  </a:lnTo>
                  <a:lnTo>
                    <a:pt x="6080656" y="2239094"/>
                  </a:lnTo>
                  <a:lnTo>
                    <a:pt x="6045524" y="2324261"/>
                  </a:lnTo>
                  <a:lnTo>
                    <a:pt x="6010694" y="2406170"/>
                  </a:lnTo>
                  <a:lnTo>
                    <a:pt x="5976149" y="2484548"/>
                  </a:lnTo>
                  <a:lnTo>
                    <a:pt x="5941847" y="2559192"/>
                  </a:lnTo>
                  <a:lnTo>
                    <a:pt x="5907721" y="2629970"/>
                  </a:lnTo>
                  <a:lnTo>
                    <a:pt x="5873676" y="2696811"/>
                  </a:lnTo>
                  <a:lnTo>
                    <a:pt x="5839586" y="2759709"/>
                  </a:lnTo>
                  <a:lnTo>
                    <a:pt x="5805295" y="2818712"/>
                  </a:lnTo>
                  <a:lnTo>
                    <a:pt x="5784835" y="2851821"/>
                  </a:lnTo>
                  <a:lnTo>
                    <a:pt x="5737442" y="2922357"/>
                  </a:lnTo>
                  <a:lnTo>
                    <a:pt x="5688515" y="2986037"/>
                  </a:lnTo>
                  <a:lnTo>
                    <a:pt x="5637344" y="3043187"/>
                  </a:lnTo>
                  <a:lnTo>
                    <a:pt x="5583131" y="3094373"/>
                  </a:lnTo>
                  <a:lnTo>
                    <a:pt x="5525060" y="3140240"/>
                  </a:lnTo>
                  <a:lnTo>
                    <a:pt x="5462355" y="3181420"/>
                  </a:lnTo>
                  <a:lnTo>
                    <a:pt x="5394365" y="3218480"/>
                  </a:lnTo>
                  <a:lnTo>
                    <a:pt x="5320663" y="3251886"/>
                  </a:lnTo>
                  <a:lnTo>
                    <a:pt x="5241183" y="3281994"/>
                  </a:lnTo>
                  <a:lnTo>
                    <a:pt x="5156393" y="3309038"/>
                  </a:lnTo>
                  <a:lnTo>
                    <a:pt x="5067461" y="3333136"/>
                  </a:lnTo>
                  <a:lnTo>
                    <a:pt x="4976404" y="3354306"/>
                  </a:lnTo>
                  <a:lnTo>
                    <a:pt x="4886118" y="3372498"/>
                  </a:lnTo>
                  <a:lnTo>
                    <a:pt x="4800221" y="3387643"/>
                  </a:lnTo>
                  <a:lnTo>
                    <a:pt x="4722649" y="3399716"/>
                  </a:lnTo>
                  <a:lnTo>
                    <a:pt x="4657035" y="3408799"/>
                  </a:lnTo>
                  <a:lnTo>
                    <a:pt x="4605991" y="3415125"/>
                  </a:lnTo>
                  <a:lnTo>
                    <a:pt x="4570497" y="3419083"/>
                  </a:lnTo>
                  <a:lnTo>
                    <a:pt x="4549602" y="3421189"/>
                  </a:lnTo>
                  <a:lnTo>
                    <a:pt x="4540455" y="3422025"/>
                  </a:lnTo>
                  <a:lnTo>
                    <a:pt x="4538543" y="3422185"/>
                  </a:lnTo>
                  <a:lnTo>
                    <a:pt x="4016409" y="3422185"/>
                  </a:lnTo>
                  <a:lnTo>
                    <a:pt x="4015144" y="3422201"/>
                  </a:lnTo>
                  <a:lnTo>
                    <a:pt x="4006870" y="3422312"/>
                  </a:lnTo>
                  <a:lnTo>
                    <a:pt x="3986184" y="3422619"/>
                  </a:lnTo>
                  <a:lnTo>
                    <a:pt x="3949634" y="3423222"/>
                  </a:lnTo>
                  <a:lnTo>
                    <a:pt x="3896039" y="3424210"/>
                  </a:lnTo>
                  <a:lnTo>
                    <a:pt x="3826540" y="3425648"/>
                  </a:lnTo>
                  <a:lnTo>
                    <a:pt x="3744214" y="3427575"/>
                  </a:lnTo>
                  <a:lnTo>
                    <a:pt x="3653301" y="3430003"/>
                  </a:lnTo>
                  <a:lnTo>
                    <a:pt x="3558302" y="3432926"/>
                  </a:lnTo>
                  <a:lnTo>
                    <a:pt x="3463233" y="3436331"/>
                  </a:lnTo>
                  <a:lnTo>
                    <a:pt x="3371180" y="3440214"/>
                  </a:lnTo>
                  <a:lnTo>
                    <a:pt x="3284165" y="3444580"/>
                  </a:lnTo>
                  <a:lnTo>
                    <a:pt x="3203237" y="3449458"/>
                  </a:lnTo>
                  <a:lnTo>
                    <a:pt x="3128674" y="3454895"/>
                  </a:lnTo>
                  <a:lnTo>
                    <a:pt x="3060201" y="3460960"/>
                  </a:lnTo>
                  <a:lnTo>
                    <a:pt x="2997186" y="3467741"/>
                  </a:lnTo>
                  <a:lnTo>
                    <a:pt x="2938793" y="3475343"/>
                  </a:lnTo>
                  <a:lnTo>
                    <a:pt x="2884096" y="3483875"/>
                  </a:lnTo>
                  <a:lnTo>
                    <a:pt x="2832161" y="3493442"/>
                  </a:lnTo>
                  <a:lnTo>
                    <a:pt x="2782133" y="3504115"/>
                  </a:lnTo>
                  <a:lnTo>
                    <a:pt x="2770117" y="3506893"/>
                  </a:lnTo>
                  <a:lnTo>
                    <a:pt x="2717298" y="3520062"/>
                  </a:lnTo>
                  <a:lnTo>
                    <a:pt x="2664989" y="3534591"/>
                  </a:lnTo>
                  <a:lnTo>
                    <a:pt x="2612643" y="3550498"/>
                  </a:lnTo>
                  <a:lnTo>
                    <a:pt x="2559887" y="3567756"/>
                  </a:lnTo>
                  <a:lnTo>
                    <a:pt x="2506504" y="3586282"/>
                  </a:lnTo>
                  <a:lnTo>
                    <a:pt x="2452413" y="3605937"/>
                  </a:lnTo>
                  <a:lnTo>
                    <a:pt x="2397649" y="3626525"/>
                  </a:lnTo>
                  <a:lnTo>
                    <a:pt x="2342348" y="3647802"/>
                  </a:lnTo>
                  <a:lnTo>
                    <a:pt x="2286716" y="3669485"/>
                  </a:lnTo>
                  <a:lnTo>
                    <a:pt x="2231002" y="3691266"/>
                  </a:lnTo>
                  <a:lnTo>
                    <a:pt x="2175466" y="3712832"/>
                  </a:lnTo>
                  <a:lnTo>
                    <a:pt x="2120345" y="3733884"/>
                  </a:lnTo>
                  <a:lnTo>
                    <a:pt x="2065822" y="3754149"/>
                  </a:lnTo>
                  <a:lnTo>
                    <a:pt x="2011997" y="3773401"/>
                  </a:lnTo>
                  <a:lnTo>
                    <a:pt x="1958865" y="3791466"/>
                  </a:lnTo>
                  <a:lnTo>
                    <a:pt x="1906295" y="3808226"/>
                  </a:lnTo>
                  <a:lnTo>
                    <a:pt x="1854015" y="3823619"/>
                  </a:lnTo>
                  <a:lnTo>
                    <a:pt x="1801591" y="3837635"/>
                  </a:lnTo>
                  <a:lnTo>
                    <a:pt x="1768425" y="3845723"/>
                  </a:lnTo>
                  <a:lnTo>
                    <a:pt x="1718749" y="3856671"/>
                  </a:lnTo>
                  <a:lnTo>
                    <a:pt x="1667355" y="3866503"/>
                  </a:lnTo>
                  <a:lnTo>
                    <a:pt x="1613417" y="3875278"/>
                  </a:lnTo>
                  <a:lnTo>
                    <a:pt x="1556014" y="3883097"/>
                  </a:lnTo>
                  <a:lnTo>
                    <a:pt x="1494210" y="3890069"/>
                  </a:lnTo>
                  <a:lnTo>
                    <a:pt x="1427139" y="3896300"/>
                  </a:lnTo>
                  <a:lnTo>
                    <a:pt x="1354105" y="3901884"/>
                  </a:lnTo>
                  <a:lnTo>
                    <a:pt x="1274732" y="3906893"/>
                  </a:lnTo>
                  <a:lnTo>
                    <a:pt x="1189140" y="3911381"/>
                  </a:lnTo>
                  <a:lnTo>
                    <a:pt x="1098171" y="3915380"/>
                  </a:lnTo>
                  <a:lnTo>
                    <a:pt x="1003595" y="3918902"/>
                  </a:lnTo>
                  <a:lnTo>
                    <a:pt x="908239" y="3921944"/>
                  </a:lnTo>
                  <a:lnTo>
                    <a:pt x="815920" y="3924494"/>
                  </a:lnTo>
                  <a:lnTo>
                    <a:pt x="731080" y="3926543"/>
                  </a:lnTo>
                  <a:lnTo>
                    <a:pt x="658104" y="3928098"/>
                  </a:lnTo>
                  <a:lnTo>
                    <a:pt x="600434" y="3929191"/>
                  </a:lnTo>
                  <a:lnTo>
                    <a:pt x="559738" y="3929880"/>
                  </a:lnTo>
                  <a:lnTo>
                    <a:pt x="535413" y="3930251"/>
                  </a:lnTo>
                  <a:lnTo>
                    <a:pt x="524536" y="3930400"/>
                  </a:lnTo>
                  <a:lnTo>
                    <a:pt x="522133" y="3930431"/>
                  </a:lnTo>
                  <a:lnTo>
                    <a:pt x="0" y="3930431"/>
                  </a:lnTo>
                  <a:close/>
                </a:path>
              </a:pathLst>
            </a:custGeom>
            <a:solidFill>
              <a:srgbClr val="D9B26F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1617" name="pl1617"/>
            <p:cNvSpPr/>
            <p:nvPr/>
          </p:nvSpPr>
          <p:spPr>
            <a:xfrm>
              <a:off x="386606" y="1326724"/>
              <a:ext cx="8554953" cy="3930431"/>
            </a:xfrm>
            <a:custGeom>
              <a:avLst/>
              <a:pathLst>
                <a:path w="8554953" h="3930431">
                  <a:moveTo>
                    <a:pt x="0" y="3930431"/>
                  </a:moveTo>
                  <a:lnTo>
                    <a:pt x="522133" y="3930431"/>
                  </a:lnTo>
                  <a:lnTo>
                    <a:pt x="523399" y="3930415"/>
                  </a:lnTo>
                  <a:lnTo>
                    <a:pt x="531672" y="3930304"/>
                  </a:lnTo>
                  <a:lnTo>
                    <a:pt x="552359" y="3929997"/>
                  </a:lnTo>
                  <a:lnTo>
                    <a:pt x="588908" y="3929394"/>
                  </a:lnTo>
                  <a:lnTo>
                    <a:pt x="642503" y="3928406"/>
                  </a:lnTo>
                  <a:lnTo>
                    <a:pt x="712002" y="3926968"/>
                  </a:lnTo>
                  <a:lnTo>
                    <a:pt x="794328" y="3925041"/>
                  </a:lnTo>
                  <a:lnTo>
                    <a:pt x="885242" y="3922613"/>
                  </a:lnTo>
                  <a:lnTo>
                    <a:pt x="980240" y="3919690"/>
                  </a:lnTo>
                  <a:lnTo>
                    <a:pt x="1075309" y="3916284"/>
                  </a:lnTo>
                  <a:lnTo>
                    <a:pt x="1167362" y="3912402"/>
                  </a:lnTo>
                  <a:lnTo>
                    <a:pt x="1254377" y="3908036"/>
                  </a:lnTo>
                  <a:lnTo>
                    <a:pt x="1335305" y="3903158"/>
                  </a:lnTo>
                  <a:lnTo>
                    <a:pt x="1409868" y="3897721"/>
                  </a:lnTo>
                  <a:lnTo>
                    <a:pt x="1478341" y="3891656"/>
                  </a:lnTo>
                  <a:lnTo>
                    <a:pt x="1541356" y="3884874"/>
                  </a:lnTo>
                  <a:lnTo>
                    <a:pt x="1599749" y="3877273"/>
                  </a:lnTo>
                  <a:lnTo>
                    <a:pt x="1654447" y="3868741"/>
                  </a:lnTo>
                  <a:lnTo>
                    <a:pt x="1706381" y="3859174"/>
                  </a:lnTo>
                  <a:lnTo>
                    <a:pt x="1756409" y="3848501"/>
                  </a:lnTo>
                  <a:lnTo>
                    <a:pt x="1768425" y="3845723"/>
                  </a:lnTo>
                  <a:lnTo>
                    <a:pt x="1821245" y="3832554"/>
                  </a:lnTo>
                  <a:lnTo>
                    <a:pt x="1873553" y="3818025"/>
                  </a:lnTo>
                  <a:lnTo>
                    <a:pt x="1925899" y="3802117"/>
                  </a:lnTo>
                  <a:lnTo>
                    <a:pt x="1978655" y="3784859"/>
                  </a:lnTo>
                  <a:lnTo>
                    <a:pt x="2032038" y="3766333"/>
                  </a:lnTo>
                  <a:lnTo>
                    <a:pt x="2086130" y="3746679"/>
                  </a:lnTo>
                  <a:lnTo>
                    <a:pt x="2140893" y="3726091"/>
                  </a:lnTo>
                  <a:lnTo>
                    <a:pt x="2196194" y="3704813"/>
                  </a:lnTo>
                  <a:lnTo>
                    <a:pt x="2251826" y="3683131"/>
                  </a:lnTo>
                  <a:lnTo>
                    <a:pt x="2307541" y="3661350"/>
                  </a:lnTo>
                  <a:lnTo>
                    <a:pt x="2363077" y="3639783"/>
                  </a:lnTo>
                  <a:lnTo>
                    <a:pt x="2418197" y="3618732"/>
                  </a:lnTo>
                  <a:lnTo>
                    <a:pt x="2472721" y="3598467"/>
                  </a:lnTo>
                  <a:lnTo>
                    <a:pt x="2526545" y="3579215"/>
                  </a:lnTo>
                  <a:lnTo>
                    <a:pt x="2579678" y="3561150"/>
                  </a:lnTo>
                  <a:lnTo>
                    <a:pt x="2632247" y="3544390"/>
                  </a:lnTo>
                  <a:lnTo>
                    <a:pt x="2684527" y="3528997"/>
                  </a:lnTo>
                  <a:lnTo>
                    <a:pt x="2736951" y="3514981"/>
                  </a:lnTo>
                  <a:lnTo>
                    <a:pt x="2770117" y="3506893"/>
                  </a:lnTo>
                  <a:lnTo>
                    <a:pt x="2819793" y="3495945"/>
                  </a:lnTo>
                  <a:lnTo>
                    <a:pt x="2871187" y="3486113"/>
                  </a:lnTo>
                  <a:lnTo>
                    <a:pt x="2925126" y="3477337"/>
                  </a:lnTo>
                  <a:lnTo>
                    <a:pt x="2982529" y="3469519"/>
                  </a:lnTo>
                  <a:lnTo>
                    <a:pt x="3044332" y="3462547"/>
                  </a:lnTo>
                  <a:lnTo>
                    <a:pt x="3111404" y="3456315"/>
                  </a:lnTo>
                  <a:lnTo>
                    <a:pt x="3184437" y="3450732"/>
                  </a:lnTo>
                  <a:lnTo>
                    <a:pt x="3263810" y="3445723"/>
                  </a:lnTo>
                  <a:lnTo>
                    <a:pt x="3349402" y="3441235"/>
                  </a:lnTo>
                  <a:lnTo>
                    <a:pt x="3440371" y="3437236"/>
                  </a:lnTo>
                  <a:lnTo>
                    <a:pt x="3534947" y="3433714"/>
                  </a:lnTo>
                  <a:lnTo>
                    <a:pt x="3630303" y="3430672"/>
                  </a:lnTo>
                  <a:lnTo>
                    <a:pt x="3722622" y="3428122"/>
                  </a:lnTo>
                  <a:lnTo>
                    <a:pt x="3807462" y="3426073"/>
                  </a:lnTo>
                  <a:lnTo>
                    <a:pt x="3880438" y="3424518"/>
                  </a:lnTo>
                  <a:lnTo>
                    <a:pt x="3938108" y="3423425"/>
                  </a:lnTo>
                  <a:lnTo>
                    <a:pt x="3978804" y="3422735"/>
                  </a:lnTo>
                  <a:lnTo>
                    <a:pt x="4003130" y="3422365"/>
                  </a:lnTo>
                  <a:lnTo>
                    <a:pt x="4014006" y="3422215"/>
                  </a:lnTo>
                  <a:lnTo>
                    <a:pt x="4016390" y="3422185"/>
                  </a:lnTo>
                  <a:lnTo>
                    <a:pt x="4016409" y="3422185"/>
                  </a:lnTo>
                  <a:lnTo>
                    <a:pt x="4538543" y="3422185"/>
                  </a:lnTo>
                  <a:lnTo>
                    <a:pt x="4539647" y="3422094"/>
                  </a:lnTo>
                  <a:lnTo>
                    <a:pt x="4546888" y="3421444"/>
                  </a:lnTo>
                  <a:lnTo>
                    <a:pt x="4565078" y="3419648"/>
                  </a:lnTo>
                  <a:lnTo>
                    <a:pt x="4597429" y="3416116"/>
                  </a:lnTo>
                  <a:lnTo>
                    <a:pt x="4645297" y="3410314"/>
                  </a:lnTo>
                  <a:lnTo>
                    <a:pt x="4708083" y="3401821"/>
                  </a:lnTo>
                  <a:lnTo>
                    <a:pt x="4783471" y="3390374"/>
                  </a:lnTo>
                  <a:lnTo>
                    <a:pt x="4867979" y="3375861"/>
                  </a:lnTo>
                  <a:lnTo>
                    <a:pt x="4957677" y="3358291"/>
                  </a:lnTo>
                  <a:lnTo>
                    <a:pt x="5048839" y="3337727"/>
                  </a:lnTo>
                  <a:lnTo>
                    <a:pt x="5138401" y="3314229"/>
                  </a:lnTo>
                  <a:lnTo>
                    <a:pt x="5224165" y="3287797"/>
                  </a:lnTo>
                  <a:lnTo>
                    <a:pt x="5304794" y="3258334"/>
                  </a:lnTo>
                  <a:lnTo>
                    <a:pt x="5379693" y="3225630"/>
                  </a:lnTo>
                  <a:lnTo>
                    <a:pt x="5448832" y="3189356"/>
                  </a:lnTo>
                  <a:lnTo>
                    <a:pt x="5512575" y="3149065"/>
                  </a:lnTo>
                  <a:lnTo>
                    <a:pt x="5571538" y="3104212"/>
                  </a:lnTo>
                  <a:lnTo>
                    <a:pt x="5626478" y="3054173"/>
                  </a:lnTo>
                  <a:lnTo>
                    <a:pt x="5678208" y="2998298"/>
                  </a:lnTo>
                  <a:lnTo>
                    <a:pt x="5727534" y="2935998"/>
                  </a:lnTo>
                  <a:lnTo>
                    <a:pt x="5775190" y="2866878"/>
                  </a:lnTo>
                  <a:lnTo>
                    <a:pt x="5784835" y="2851821"/>
                  </a:lnTo>
                  <a:lnTo>
                    <a:pt x="5819336" y="2795079"/>
                  </a:lnTo>
                  <a:lnTo>
                    <a:pt x="5853524" y="2734494"/>
                  </a:lnTo>
                  <a:lnTo>
                    <a:pt x="5887578" y="2669988"/>
                  </a:lnTo>
                  <a:lnTo>
                    <a:pt x="5921643" y="2601535"/>
                  </a:lnTo>
                  <a:lnTo>
                    <a:pt x="5955831" y="2529167"/>
                  </a:lnTo>
                  <a:lnTo>
                    <a:pt x="5990226" y="2452977"/>
                  </a:lnTo>
                  <a:lnTo>
                    <a:pt x="6024884" y="2373129"/>
                  </a:lnTo>
                  <a:lnTo>
                    <a:pt x="6059836" y="2289852"/>
                  </a:lnTo>
                  <a:lnTo>
                    <a:pt x="6095092" y="2203448"/>
                  </a:lnTo>
                  <a:lnTo>
                    <a:pt x="6130640" y="2114283"/>
                  </a:lnTo>
                  <a:lnTo>
                    <a:pt x="6166450" y="2022788"/>
                  </a:lnTo>
                  <a:lnTo>
                    <a:pt x="6202477" y="1929446"/>
                  </a:lnTo>
                  <a:lnTo>
                    <a:pt x="6238663" y="1834787"/>
                  </a:lnTo>
                  <a:lnTo>
                    <a:pt x="6274943" y="1739374"/>
                  </a:lnTo>
                  <a:lnTo>
                    <a:pt x="6311243" y="1643787"/>
                  </a:lnTo>
                  <a:lnTo>
                    <a:pt x="6347493" y="1548612"/>
                  </a:lnTo>
                  <a:lnTo>
                    <a:pt x="6383622" y="1454425"/>
                  </a:lnTo>
                  <a:lnTo>
                    <a:pt x="6419567" y="1361776"/>
                  </a:lnTo>
                  <a:lnTo>
                    <a:pt x="6455274" y="1271177"/>
                  </a:lnTo>
                  <a:lnTo>
                    <a:pt x="6490706" y="1183091"/>
                  </a:lnTo>
                  <a:lnTo>
                    <a:pt x="6525838" y="1097923"/>
                  </a:lnTo>
                  <a:lnTo>
                    <a:pt x="6560668" y="1016015"/>
                  </a:lnTo>
                  <a:lnTo>
                    <a:pt x="6595213" y="937637"/>
                  </a:lnTo>
                  <a:lnTo>
                    <a:pt x="6629515" y="862992"/>
                  </a:lnTo>
                  <a:lnTo>
                    <a:pt x="6663641" y="792215"/>
                  </a:lnTo>
                  <a:lnTo>
                    <a:pt x="6697686" y="725374"/>
                  </a:lnTo>
                  <a:lnTo>
                    <a:pt x="6731775" y="662476"/>
                  </a:lnTo>
                  <a:lnTo>
                    <a:pt x="6766067" y="603473"/>
                  </a:lnTo>
                  <a:lnTo>
                    <a:pt x="6786527" y="570364"/>
                  </a:lnTo>
                  <a:lnTo>
                    <a:pt x="6833920" y="499828"/>
                  </a:lnTo>
                  <a:lnTo>
                    <a:pt x="6882846" y="436148"/>
                  </a:lnTo>
                  <a:lnTo>
                    <a:pt x="6934018" y="378998"/>
                  </a:lnTo>
                  <a:lnTo>
                    <a:pt x="6988231" y="327812"/>
                  </a:lnTo>
                  <a:lnTo>
                    <a:pt x="7046302" y="281945"/>
                  </a:lnTo>
                  <a:lnTo>
                    <a:pt x="7109007" y="240765"/>
                  </a:lnTo>
                  <a:lnTo>
                    <a:pt x="7176997" y="203705"/>
                  </a:lnTo>
                  <a:lnTo>
                    <a:pt x="7250699" y="170298"/>
                  </a:lnTo>
                  <a:lnTo>
                    <a:pt x="7330179" y="140190"/>
                  </a:lnTo>
                  <a:lnTo>
                    <a:pt x="7414969" y="113147"/>
                  </a:lnTo>
                  <a:lnTo>
                    <a:pt x="7503901" y="89048"/>
                  </a:lnTo>
                  <a:lnTo>
                    <a:pt x="7594958" y="67878"/>
                  </a:lnTo>
                  <a:lnTo>
                    <a:pt x="7685243" y="49686"/>
                  </a:lnTo>
                  <a:lnTo>
                    <a:pt x="7771141" y="34542"/>
                  </a:lnTo>
                  <a:lnTo>
                    <a:pt x="7848713" y="22469"/>
                  </a:lnTo>
                  <a:lnTo>
                    <a:pt x="7914327" y="13386"/>
                  </a:lnTo>
                  <a:lnTo>
                    <a:pt x="7965371" y="7060"/>
                  </a:lnTo>
                  <a:lnTo>
                    <a:pt x="8000865" y="3102"/>
                  </a:lnTo>
                  <a:lnTo>
                    <a:pt x="8021760" y="996"/>
                  </a:lnTo>
                  <a:lnTo>
                    <a:pt x="8030907" y="160"/>
                  </a:lnTo>
                  <a:lnTo>
                    <a:pt x="8032809" y="0"/>
                  </a:lnTo>
                  <a:lnTo>
                    <a:pt x="8032819" y="0"/>
                  </a:lnTo>
                  <a:lnTo>
                    <a:pt x="8554953" y="0"/>
                  </a:lnTo>
                  <a:lnTo>
                    <a:pt x="8554953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618" name="pl1618"/>
            <p:cNvSpPr/>
            <p:nvPr/>
          </p:nvSpPr>
          <p:spPr>
            <a:xfrm>
              <a:off x="386606" y="1321077"/>
              <a:ext cx="8554953" cy="3930431"/>
            </a:xfrm>
            <a:custGeom>
              <a:avLst/>
              <a:pathLst>
                <a:path w="8554953" h="3930431">
                  <a:moveTo>
                    <a:pt x="8554953" y="0"/>
                  </a:moveTo>
                  <a:lnTo>
                    <a:pt x="8032819" y="0"/>
                  </a:lnTo>
                  <a:lnTo>
                    <a:pt x="8031715" y="91"/>
                  </a:lnTo>
                  <a:lnTo>
                    <a:pt x="8024473" y="740"/>
                  </a:lnTo>
                  <a:lnTo>
                    <a:pt x="8006284" y="2536"/>
                  </a:lnTo>
                  <a:lnTo>
                    <a:pt x="7973933" y="6069"/>
                  </a:lnTo>
                  <a:lnTo>
                    <a:pt x="7926065" y="11871"/>
                  </a:lnTo>
                  <a:lnTo>
                    <a:pt x="7863279" y="20363"/>
                  </a:lnTo>
                  <a:lnTo>
                    <a:pt x="7787891" y="31811"/>
                  </a:lnTo>
                  <a:lnTo>
                    <a:pt x="7703383" y="46323"/>
                  </a:lnTo>
                  <a:lnTo>
                    <a:pt x="7613685" y="63894"/>
                  </a:lnTo>
                  <a:lnTo>
                    <a:pt x="7522523" y="84458"/>
                  </a:lnTo>
                  <a:lnTo>
                    <a:pt x="7432961" y="107956"/>
                  </a:lnTo>
                  <a:lnTo>
                    <a:pt x="7347197" y="134388"/>
                  </a:lnTo>
                  <a:lnTo>
                    <a:pt x="7266568" y="163851"/>
                  </a:lnTo>
                  <a:lnTo>
                    <a:pt x="7191668" y="196555"/>
                  </a:lnTo>
                  <a:lnTo>
                    <a:pt x="7122530" y="232829"/>
                  </a:lnTo>
                  <a:lnTo>
                    <a:pt x="7058787" y="273119"/>
                  </a:lnTo>
                  <a:lnTo>
                    <a:pt x="6999824" y="317973"/>
                  </a:lnTo>
                  <a:lnTo>
                    <a:pt x="6944884" y="368012"/>
                  </a:lnTo>
                  <a:lnTo>
                    <a:pt x="6893154" y="423886"/>
                  </a:lnTo>
                  <a:lnTo>
                    <a:pt x="6843828" y="486187"/>
                  </a:lnTo>
                  <a:lnTo>
                    <a:pt x="6796171" y="555306"/>
                  </a:lnTo>
                  <a:lnTo>
                    <a:pt x="6786527" y="570364"/>
                  </a:lnTo>
                  <a:lnTo>
                    <a:pt x="6752026" y="627106"/>
                  </a:lnTo>
                  <a:lnTo>
                    <a:pt x="6717838" y="687691"/>
                  </a:lnTo>
                  <a:lnTo>
                    <a:pt x="6683784" y="752196"/>
                  </a:lnTo>
                  <a:lnTo>
                    <a:pt x="6649719" y="820649"/>
                  </a:lnTo>
                  <a:lnTo>
                    <a:pt x="6615531" y="893018"/>
                  </a:lnTo>
                  <a:lnTo>
                    <a:pt x="6581136" y="969207"/>
                  </a:lnTo>
                  <a:lnTo>
                    <a:pt x="6546478" y="1049056"/>
                  </a:lnTo>
                  <a:lnTo>
                    <a:pt x="6511526" y="1132332"/>
                  </a:lnTo>
                  <a:lnTo>
                    <a:pt x="6476270" y="1218737"/>
                  </a:lnTo>
                  <a:lnTo>
                    <a:pt x="6440722" y="1307901"/>
                  </a:lnTo>
                  <a:lnTo>
                    <a:pt x="6404912" y="1399397"/>
                  </a:lnTo>
                  <a:lnTo>
                    <a:pt x="6368885" y="1492739"/>
                  </a:lnTo>
                  <a:lnTo>
                    <a:pt x="6332699" y="1587397"/>
                  </a:lnTo>
                  <a:lnTo>
                    <a:pt x="6296419" y="1682811"/>
                  </a:lnTo>
                  <a:lnTo>
                    <a:pt x="6260118" y="1778398"/>
                  </a:lnTo>
                  <a:lnTo>
                    <a:pt x="6223869" y="1873572"/>
                  </a:lnTo>
                  <a:lnTo>
                    <a:pt x="6187740" y="1967759"/>
                  </a:lnTo>
                  <a:lnTo>
                    <a:pt x="6151795" y="2060409"/>
                  </a:lnTo>
                  <a:lnTo>
                    <a:pt x="6116087" y="2151008"/>
                  </a:lnTo>
                  <a:lnTo>
                    <a:pt x="6080656" y="2239094"/>
                  </a:lnTo>
                  <a:lnTo>
                    <a:pt x="6045524" y="2324261"/>
                  </a:lnTo>
                  <a:lnTo>
                    <a:pt x="6010694" y="2406170"/>
                  </a:lnTo>
                  <a:lnTo>
                    <a:pt x="5976149" y="2484548"/>
                  </a:lnTo>
                  <a:lnTo>
                    <a:pt x="5941847" y="2559192"/>
                  </a:lnTo>
                  <a:lnTo>
                    <a:pt x="5907721" y="2629970"/>
                  </a:lnTo>
                  <a:lnTo>
                    <a:pt x="5873676" y="2696811"/>
                  </a:lnTo>
                  <a:lnTo>
                    <a:pt x="5839586" y="2759709"/>
                  </a:lnTo>
                  <a:lnTo>
                    <a:pt x="5805295" y="2818712"/>
                  </a:lnTo>
                  <a:lnTo>
                    <a:pt x="5784835" y="2851821"/>
                  </a:lnTo>
                  <a:lnTo>
                    <a:pt x="5737442" y="2922357"/>
                  </a:lnTo>
                  <a:lnTo>
                    <a:pt x="5688515" y="2986037"/>
                  </a:lnTo>
                  <a:lnTo>
                    <a:pt x="5637344" y="3043187"/>
                  </a:lnTo>
                  <a:lnTo>
                    <a:pt x="5583131" y="3094373"/>
                  </a:lnTo>
                  <a:lnTo>
                    <a:pt x="5525060" y="3140240"/>
                  </a:lnTo>
                  <a:lnTo>
                    <a:pt x="5462355" y="3181420"/>
                  </a:lnTo>
                  <a:lnTo>
                    <a:pt x="5394365" y="3218480"/>
                  </a:lnTo>
                  <a:lnTo>
                    <a:pt x="5320663" y="3251886"/>
                  </a:lnTo>
                  <a:lnTo>
                    <a:pt x="5241183" y="3281994"/>
                  </a:lnTo>
                  <a:lnTo>
                    <a:pt x="5156393" y="3309038"/>
                  </a:lnTo>
                  <a:lnTo>
                    <a:pt x="5067461" y="3333136"/>
                  </a:lnTo>
                  <a:lnTo>
                    <a:pt x="4976404" y="3354306"/>
                  </a:lnTo>
                  <a:lnTo>
                    <a:pt x="4886118" y="3372498"/>
                  </a:lnTo>
                  <a:lnTo>
                    <a:pt x="4800221" y="3387643"/>
                  </a:lnTo>
                  <a:lnTo>
                    <a:pt x="4722649" y="3399716"/>
                  </a:lnTo>
                  <a:lnTo>
                    <a:pt x="4657035" y="3408799"/>
                  </a:lnTo>
                  <a:lnTo>
                    <a:pt x="4605991" y="3415125"/>
                  </a:lnTo>
                  <a:lnTo>
                    <a:pt x="4570497" y="3419083"/>
                  </a:lnTo>
                  <a:lnTo>
                    <a:pt x="4549602" y="3421189"/>
                  </a:lnTo>
                  <a:lnTo>
                    <a:pt x="4540455" y="3422025"/>
                  </a:lnTo>
                  <a:lnTo>
                    <a:pt x="4538553" y="3422184"/>
                  </a:lnTo>
                  <a:lnTo>
                    <a:pt x="4538543" y="3422185"/>
                  </a:lnTo>
                  <a:lnTo>
                    <a:pt x="4016409" y="3422185"/>
                  </a:lnTo>
                  <a:lnTo>
                    <a:pt x="4015144" y="3422201"/>
                  </a:lnTo>
                  <a:lnTo>
                    <a:pt x="4006870" y="3422312"/>
                  </a:lnTo>
                  <a:lnTo>
                    <a:pt x="3986184" y="3422619"/>
                  </a:lnTo>
                  <a:lnTo>
                    <a:pt x="3949634" y="3423222"/>
                  </a:lnTo>
                  <a:lnTo>
                    <a:pt x="3896039" y="3424210"/>
                  </a:lnTo>
                  <a:lnTo>
                    <a:pt x="3826540" y="3425648"/>
                  </a:lnTo>
                  <a:lnTo>
                    <a:pt x="3744214" y="3427575"/>
                  </a:lnTo>
                  <a:lnTo>
                    <a:pt x="3653301" y="3430003"/>
                  </a:lnTo>
                  <a:lnTo>
                    <a:pt x="3558302" y="3432926"/>
                  </a:lnTo>
                  <a:lnTo>
                    <a:pt x="3463233" y="3436331"/>
                  </a:lnTo>
                  <a:lnTo>
                    <a:pt x="3371180" y="3440214"/>
                  </a:lnTo>
                  <a:lnTo>
                    <a:pt x="3284165" y="3444580"/>
                  </a:lnTo>
                  <a:lnTo>
                    <a:pt x="3203237" y="3449458"/>
                  </a:lnTo>
                  <a:lnTo>
                    <a:pt x="3128674" y="3454895"/>
                  </a:lnTo>
                  <a:lnTo>
                    <a:pt x="3060201" y="3460960"/>
                  </a:lnTo>
                  <a:lnTo>
                    <a:pt x="2997186" y="3467741"/>
                  </a:lnTo>
                  <a:lnTo>
                    <a:pt x="2938793" y="3475343"/>
                  </a:lnTo>
                  <a:lnTo>
                    <a:pt x="2884096" y="3483875"/>
                  </a:lnTo>
                  <a:lnTo>
                    <a:pt x="2832161" y="3493442"/>
                  </a:lnTo>
                  <a:lnTo>
                    <a:pt x="2782133" y="3504115"/>
                  </a:lnTo>
                  <a:lnTo>
                    <a:pt x="2770117" y="3506893"/>
                  </a:lnTo>
                  <a:lnTo>
                    <a:pt x="2717298" y="3520062"/>
                  </a:lnTo>
                  <a:lnTo>
                    <a:pt x="2664989" y="3534591"/>
                  </a:lnTo>
                  <a:lnTo>
                    <a:pt x="2612643" y="3550498"/>
                  </a:lnTo>
                  <a:lnTo>
                    <a:pt x="2559887" y="3567756"/>
                  </a:lnTo>
                  <a:lnTo>
                    <a:pt x="2506504" y="3586282"/>
                  </a:lnTo>
                  <a:lnTo>
                    <a:pt x="2452413" y="3605937"/>
                  </a:lnTo>
                  <a:lnTo>
                    <a:pt x="2397649" y="3626525"/>
                  </a:lnTo>
                  <a:lnTo>
                    <a:pt x="2342348" y="3647802"/>
                  </a:lnTo>
                  <a:lnTo>
                    <a:pt x="2286716" y="3669485"/>
                  </a:lnTo>
                  <a:lnTo>
                    <a:pt x="2231002" y="3691266"/>
                  </a:lnTo>
                  <a:lnTo>
                    <a:pt x="2175466" y="3712832"/>
                  </a:lnTo>
                  <a:lnTo>
                    <a:pt x="2120345" y="3733884"/>
                  </a:lnTo>
                  <a:lnTo>
                    <a:pt x="2065822" y="3754149"/>
                  </a:lnTo>
                  <a:lnTo>
                    <a:pt x="2011997" y="3773401"/>
                  </a:lnTo>
                  <a:lnTo>
                    <a:pt x="1958865" y="3791466"/>
                  </a:lnTo>
                  <a:lnTo>
                    <a:pt x="1906295" y="3808226"/>
                  </a:lnTo>
                  <a:lnTo>
                    <a:pt x="1854015" y="3823619"/>
                  </a:lnTo>
                  <a:lnTo>
                    <a:pt x="1801591" y="3837635"/>
                  </a:lnTo>
                  <a:lnTo>
                    <a:pt x="1768425" y="3845723"/>
                  </a:lnTo>
                  <a:lnTo>
                    <a:pt x="1718749" y="3856671"/>
                  </a:lnTo>
                  <a:lnTo>
                    <a:pt x="1667355" y="3866503"/>
                  </a:lnTo>
                  <a:lnTo>
                    <a:pt x="1613417" y="3875278"/>
                  </a:lnTo>
                  <a:lnTo>
                    <a:pt x="1556014" y="3883097"/>
                  </a:lnTo>
                  <a:lnTo>
                    <a:pt x="1494210" y="3890069"/>
                  </a:lnTo>
                  <a:lnTo>
                    <a:pt x="1427139" y="3896300"/>
                  </a:lnTo>
                  <a:lnTo>
                    <a:pt x="1354105" y="3901884"/>
                  </a:lnTo>
                  <a:lnTo>
                    <a:pt x="1274732" y="3906893"/>
                  </a:lnTo>
                  <a:lnTo>
                    <a:pt x="1189140" y="3911381"/>
                  </a:lnTo>
                  <a:lnTo>
                    <a:pt x="1098171" y="3915380"/>
                  </a:lnTo>
                  <a:lnTo>
                    <a:pt x="1003595" y="3918902"/>
                  </a:lnTo>
                  <a:lnTo>
                    <a:pt x="908239" y="3921944"/>
                  </a:lnTo>
                  <a:lnTo>
                    <a:pt x="815920" y="3924494"/>
                  </a:lnTo>
                  <a:lnTo>
                    <a:pt x="731080" y="3926543"/>
                  </a:lnTo>
                  <a:lnTo>
                    <a:pt x="658104" y="3928098"/>
                  </a:lnTo>
                  <a:lnTo>
                    <a:pt x="600434" y="3929191"/>
                  </a:lnTo>
                  <a:lnTo>
                    <a:pt x="559738" y="3929880"/>
                  </a:lnTo>
                  <a:lnTo>
                    <a:pt x="535413" y="3930251"/>
                  </a:lnTo>
                  <a:lnTo>
                    <a:pt x="524536" y="3930400"/>
                  </a:lnTo>
                  <a:lnTo>
                    <a:pt x="522152" y="3930430"/>
                  </a:lnTo>
                  <a:lnTo>
                    <a:pt x="522133" y="3930431"/>
                  </a:lnTo>
                  <a:lnTo>
                    <a:pt x="0" y="3930431"/>
                  </a:lnTo>
                  <a:lnTo>
                    <a:pt x="0" y="3930431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619" name="pg1619"/>
            <p:cNvSpPr/>
            <p:nvPr/>
          </p:nvSpPr>
          <p:spPr>
            <a:xfrm>
              <a:off x="386606" y="547414"/>
              <a:ext cx="8554953" cy="4721035"/>
            </a:xfrm>
            <a:custGeom>
              <a:avLst/>
              <a:pathLst>
                <a:path w="8554953" h="4721035">
                  <a:moveTo>
                    <a:pt x="0" y="4721035"/>
                  </a:moveTo>
                  <a:lnTo>
                    <a:pt x="522133" y="4721035"/>
                  </a:lnTo>
                  <a:lnTo>
                    <a:pt x="523402" y="4721029"/>
                  </a:lnTo>
                  <a:lnTo>
                    <a:pt x="531700" y="4720988"/>
                  </a:lnTo>
                  <a:lnTo>
                    <a:pt x="552443" y="4720875"/>
                  </a:lnTo>
                  <a:lnTo>
                    <a:pt x="589088" y="4720653"/>
                  </a:lnTo>
                  <a:lnTo>
                    <a:pt x="642812" y="4720290"/>
                  </a:lnTo>
                  <a:lnTo>
                    <a:pt x="712460" y="4719761"/>
                  </a:lnTo>
                  <a:lnTo>
                    <a:pt x="794938" y="4719053"/>
                  </a:lnTo>
                  <a:lnTo>
                    <a:pt x="885989" y="4718160"/>
                  </a:lnTo>
                  <a:lnTo>
                    <a:pt x="981099" y="4717086"/>
                  </a:lnTo>
                  <a:lnTo>
                    <a:pt x="1076246" y="4715834"/>
                  </a:lnTo>
                  <a:lnTo>
                    <a:pt x="1168347" y="4714408"/>
                  </a:lnTo>
                  <a:lnTo>
                    <a:pt x="1255383" y="4712803"/>
                  </a:lnTo>
                  <a:lnTo>
                    <a:pt x="1336312" y="4711010"/>
                  </a:lnTo>
                  <a:lnTo>
                    <a:pt x="1410865" y="4709012"/>
                  </a:lnTo>
                  <a:lnTo>
                    <a:pt x="1479322" y="4706782"/>
                  </a:lnTo>
                  <a:lnTo>
                    <a:pt x="1542322" y="4704289"/>
                  </a:lnTo>
                  <a:lnTo>
                    <a:pt x="1600705" y="4701493"/>
                  </a:lnTo>
                  <a:lnTo>
                    <a:pt x="1655401" y="4698355"/>
                  </a:lnTo>
                  <a:lnTo>
                    <a:pt x="1707345" y="4694837"/>
                  </a:lnTo>
                  <a:lnTo>
                    <a:pt x="1757393" y="4690911"/>
                  </a:lnTo>
                  <a:lnTo>
                    <a:pt x="1768425" y="4689975"/>
                  </a:lnTo>
                  <a:lnTo>
                    <a:pt x="1822479" y="4685027"/>
                  </a:lnTo>
                  <a:lnTo>
                    <a:pt x="1876013" y="4679556"/>
                  </a:lnTo>
                  <a:lnTo>
                    <a:pt x="1929608" y="4673556"/>
                  </a:lnTo>
                  <a:lnTo>
                    <a:pt x="1983653" y="4667038"/>
                  </a:lnTo>
                  <a:lnTo>
                    <a:pt x="2038368" y="4660038"/>
                  </a:lnTo>
                  <a:lnTo>
                    <a:pt x="2093826" y="4652612"/>
                  </a:lnTo>
                  <a:lnTo>
                    <a:pt x="2149973" y="4644839"/>
                  </a:lnTo>
                  <a:lnTo>
                    <a:pt x="2206652" y="4636819"/>
                  </a:lnTo>
                  <a:lnTo>
                    <a:pt x="2263632" y="4628665"/>
                  </a:lnTo>
                  <a:lnTo>
                    <a:pt x="2320639" y="4620499"/>
                  </a:lnTo>
                  <a:lnTo>
                    <a:pt x="2377398" y="4612443"/>
                  </a:lnTo>
                  <a:lnTo>
                    <a:pt x="2433666" y="4604613"/>
                  </a:lnTo>
                  <a:lnTo>
                    <a:pt x="2489268" y="4597112"/>
                  </a:lnTo>
                  <a:lnTo>
                    <a:pt x="2544128" y="4590022"/>
                  </a:lnTo>
                  <a:lnTo>
                    <a:pt x="2598293" y="4583405"/>
                  </a:lnTo>
                  <a:lnTo>
                    <a:pt x="2651952" y="4577301"/>
                  </a:lnTo>
                  <a:lnTo>
                    <a:pt x="2705458" y="4571725"/>
                  </a:lnTo>
                  <a:lnTo>
                    <a:pt x="2759353" y="4566675"/>
                  </a:lnTo>
                  <a:lnTo>
                    <a:pt x="2770117" y="4565737"/>
                  </a:lnTo>
                  <a:lnTo>
                    <a:pt x="2819843" y="4561719"/>
                  </a:lnTo>
                  <a:lnTo>
                    <a:pt x="2871292" y="4558111"/>
                  </a:lnTo>
                  <a:lnTo>
                    <a:pt x="2925292" y="4554891"/>
                  </a:lnTo>
                  <a:lnTo>
                    <a:pt x="2982766" y="4552023"/>
                  </a:lnTo>
                  <a:lnTo>
                    <a:pt x="3044653" y="4549465"/>
                  </a:lnTo>
                  <a:lnTo>
                    <a:pt x="3111822" y="4547179"/>
                  </a:lnTo>
                  <a:lnTo>
                    <a:pt x="3184969" y="4545132"/>
                  </a:lnTo>
                  <a:lnTo>
                    <a:pt x="3264469" y="4543295"/>
                  </a:lnTo>
                  <a:lnTo>
                    <a:pt x="3350197" y="4541649"/>
                  </a:lnTo>
                  <a:lnTo>
                    <a:pt x="3441300" y="4540183"/>
                  </a:lnTo>
                  <a:lnTo>
                    <a:pt x="3535995" y="4538892"/>
                  </a:lnTo>
                  <a:lnTo>
                    <a:pt x="3631434" y="4537777"/>
                  </a:lnTo>
                  <a:lnTo>
                    <a:pt x="3723780" y="4536844"/>
                  </a:lnTo>
                  <a:lnTo>
                    <a:pt x="3808573" y="4536094"/>
                  </a:lnTo>
                  <a:lnTo>
                    <a:pt x="3881421" y="4535526"/>
                  </a:lnTo>
                  <a:lnTo>
                    <a:pt x="3938893" y="4535127"/>
                  </a:lnTo>
                  <a:lnTo>
                    <a:pt x="3979348" y="4534876"/>
                  </a:lnTo>
                  <a:lnTo>
                    <a:pt x="4003431" y="4534742"/>
                  </a:lnTo>
                  <a:lnTo>
                    <a:pt x="4014112" y="4534688"/>
                  </a:lnTo>
                  <a:lnTo>
                    <a:pt x="4016409" y="4534678"/>
                  </a:lnTo>
                  <a:lnTo>
                    <a:pt x="4538543" y="4534678"/>
                  </a:lnTo>
                  <a:lnTo>
                    <a:pt x="4539427" y="4534582"/>
                  </a:lnTo>
                  <a:lnTo>
                    <a:pt x="4545256" y="4533898"/>
                  </a:lnTo>
                  <a:lnTo>
                    <a:pt x="4559998" y="4532007"/>
                  </a:lnTo>
                  <a:lnTo>
                    <a:pt x="4586467" y="4528283"/>
                  </a:lnTo>
                  <a:lnTo>
                    <a:pt x="4626138" y="4522138"/>
                  </a:lnTo>
                  <a:lnTo>
                    <a:pt x="4679036" y="4513084"/>
                  </a:lnTo>
                  <a:lnTo>
                    <a:pt x="4743812" y="4500773"/>
                  </a:lnTo>
                  <a:lnTo>
                    <a:pt x="4818051" y="4485014"/>
                  </a:lnTo>
                  <a:lnTo>
                    <a:pt x="4898728" y="4465754"/>
                  </a:lnTo>
                  <a:lnTo>
                    <a:pt x="4982708" y="4443035"/>
                  </a:lnTo>
                  <a:lnTo>
                    <a:pt x="5067148" y="4416931"/>
                  </a:lnTo>
                  <a:lnTo>
                    <a:pt x="5149759" y="4387495"/>
                  </a:lnTo>
                  <a:lnTo>
                    <a:pt x="5228905" y="4354712"/>
                  </a:lnTo>
                  <a:lnTo>
                    <a:pt x="5303582" y="4318471"/>
                  </a:lnTo>
                  <a:lnTo>
                    <a:pt x="5373328" y="4278546"/>
                  </a:lnTo>
                  <a:lnTo>
                    <a:pt x="5438102" y="4234597"/>
                  </a:lnTo>
                  <a:lnTo>
                    <a:pt x="5498164" y="4186168"/>
                  </a:lnTo>
                  <a:lnTo>
                    <a:pt x="5553975" y="4132699"/>
                  </a:lnTo>
                  <a:lnTo>
                    <a:pt x="5606118" y="4073550"/>
                  </a:lnTo>
                  <a:lnTo>
                    <a:pt x="5655232" y="4008038"/>
                  </a:lnTo>
                  <a:lnTo>
                    <a:pt x="5701971" y="3935494"/>
                  </a:lnTo>
                  <a:lnTo>
                    <a:pt x="5746956" y="3855377"/>
                  </a:lnTo>
                  <a:lnTo>
                    <a:pt x="5784835" y="3779839"/>
                  </a:lnTo>
                  <a:lnTo>
                    <a:pt x="5815389" y="3713636"/>
                  </a:lnTo>
                  <a:lnTo>
                    <a:pt x="5845680" y="3643461"/>
                  </a:lnTo>
                  <a:lnTo>
                    <a:pt x="5875837" y="3569234"/>
                  </a:lnTo>
                  <a:lnTo>
                    <a:pt x="5905966" y="3490918"/>
                  </a:lnTo>
                  <a:lnTo>
                    <a:pt x="5936155" y="3408519"/>
                  </a:lnTo>
                  <a:lnTo>
                    <a:pt x="5966472" y="3322093"/>
                  </a:lnTo>
                  <a:lnTo>
                    <a:pt x="5996966" y="3231750"/>
                  </a:lnTo>
                  <a:lnTo>
                    <a:pt x="6027674" y="3137654"/>
                  </a:lnTo>
                  <a:lnTo>
                    <a:pt x="6058613" y="3040025"/>
                  </a:lnTo>
                  <a:lnTo>
                    <a:pt x="6089791" y="2939140"/>
                  </a:lnTo>
                  <a:lnTo>
                    <a:pt x="6121199" y="2835332"/>
                  </a:lnTo>
                  <a:lnTo>
                    <a:pt x="6152821" y="2728983"/>
                  </a:lnTo>
                  <a:lnTo>
                    <a:pt x="6184628" y="2620522"/>
                  </a:lnTo>
                  <a:lnTo>
                    <a:pt x="6216583" y="2510419"/>
                  </a:lnTo>
                  <a:lnTo>
                    <a:pt x="6248643" y="2399174"/>
                  </a:lnTo>
                  <a:lnTo>
                    <a:pt x="6280761" y="2287312"/>
                  </a:lnTo>
                  <a:lnTo>
                    <a:pt x="6312887" y="2175366"/>
                  </a:lnTo>
                  <a:lnTo>
                    <a:pt x="6344970" y="2063876"/>
                  </a:lnTo>
                  <a:lnTo>
                    <a:pt x="6376962" y="1953369"/>
                  </a:lnTo>
                  <a:lnTo>
                    <a:pt x="6408818" y="1844354"/>
                  </a:lnTo>
                  <a:lnTo>
                    <a:pt x="6440500" y="1737310"/>
                  </a:lnTo>
                  <a:lnTo>
                    <a:pt x="6471977" y="1632681"/>
                  </a:lnTo>
                  <a:lnTo>
                    <a:pt x="6503226" y="1530863"/>
                  </a:lnTo>
                  <a:lnTo>
                    <a:pt x="6534239" y="1432205"/>
                  </a:lnTo>
                  <a:lnTo>
                    <a:pt x="6565016" y="1337001"/>
                  </a:lnTo>
                  <a:lnTo>
                    <a:pt x="6595572" y="1245489"/>
                  </a:lnTo>
                  <a:lnTo>
                    <a:pt x="6625938" y="1157849"/>
                  </a:lnTo>
                  <a:lnTo>
                    <a:pt x="6656160" y="1074209"/>
                  </a:lnTo>
                  <a:lnTo>
                    <a:pt x="6686300" y="994639"/>
                  </a:lnTo>
                  <a:lnTo>
                    <a:pt x="6716438" y="919162"/>
                  </a:lnTo>
                  <a:lnTo>
                    <a:pt x="6746675" y="847753"/>
                  </a:lnTo>
                  <a:lnTo>
                    <a:pt x="6777133" y="780344"/>
                  </a:lnTo>
                  <a:lnTo>
                    <a:pt x="6786527" y="760485"/>
                  </a:lnTo>
                  <a:lnTo>
                    <a:pt x="6830438" y="673600"/>
                  </a:lnTo>
                  <a:lnTo>
                    <a:pt x="6875627" y="594536"/>
                  </a:lnTo>
                  <a:lnTo>
                    <a:pt x="6922651" y="522984"/>
                  </a:lnTo>
                  <a:lnTo>
                    <a:pt x="6972139" y="458377"/>
                  </a:lnTo>
                  <a:lnTo>
                    <a:pt x="7024743" y="400040"/>
                  </a:lnTo>
                  <a:lnTo>
                    <a:pt x="7081100" y="347292"/>
                  </a:lnTo>
                  <a:lnTo>
                    <a:pt x="7141779" y="299502"/>
                  </a:lnTo>
                  <a:lnTo>
                    <a:pt x="7207218" y="256124"/>
                  </a:lnTo>
                  <a:lnTo>
                    <a:pt x="7277645" y="216718"/>
                  </a:lnTo>
                  <a:lnTo>
                    <a:pt x="7352968" y="180957"/>
                  </a:lnTo>
                  <a:lnTo>
                    <a:pt x="7432657" y="148633"/>
                  </a:lnTo>
                  <a:lnTo>
                    <a:pt x="7515627" y="119649"/>
                  </a:lnTo>
                  <a:lnTo>
                    <a:pt x="7600153" y="94001"/>
                  </a:lnTo>
                  <a:lnTo>
                    <a:pt x="7683861" y="71748"/>
                  </a:lnTo>
                  <a:lnTo>
                    <a:pt x="7763850" y="52963"/>
                  </a:lnTo>
                  <a:lnTo>
                    <a:pt x="7836972" y="37678"/>
                  </a:lnTo>
                  <a:lnTo>
                    <a:pt x="7900256" y="25824"/>
                  </a:lnTo>
                  <a:lnTo>
                    <a:pt x="7951407" y="17190"/>
                  </a:lnTo>
                  <a:lnTo>
                    <a:pt x="7989250" y="11406"/>
                  </a:lnTo>
                  <a:lnTo>
                    <a:pt x="8014007" y="7967"/>
                  </a:lnTo>
                  <a:lnTo>
                    <a:pt x="8027344" y="6277"/>
                  </a:lnTo>
                  <a:lnTo>
                    <a:pt x="8032244" y="5708"/>
                  </a:lnTo>
                  <a:lnTo>
                    <a:pt x="8032819" y="5647"/>
                  </a:lnTo>
                  <a:lnTo>
                    <a:pt x="8554953" y="5647"/>
                  </a:lnTo>
                  <a:lnTo>
                    <a:pt x="8554953" y="0"/>
                  </a:lnTo>
                  <a:lnTo>
                    <a:pt x="8032819" y="0"/>
                  </a:lnTo>
                  <a:lnTo>
                    <a:pt x="8031935" y="96"/>
                  </a:lnTo>
                  <a:lnTo>
                    <a:pt x="8026105" y="780"/>
                  </a:lnTo>
                  <a:lnTo>
                    <a:pt x="8011364" y="2670"/>
                  </a:lnTo>
                  <a:lnTo>
                    <a:pt x="7984895" y="6395"/>
                  </a:lnTo>
                  <a:lnTo>
                    <a:pt x="7945224" y="12539"/>
                  </a:lnTo>
                  <a:lnTo>
                    <a:pt x="7892326" y="21593"/>
                  </a:lnTo>
                  <a:lnTo>
                    <a:pt x="7827550" y="33904"/>
                  </a:lnTo>
                  <a:lnTo>
                    <a:pt x="7753311" y="49664"/>
                  </a:lnTo>
                  <a:lnTo>
                    <a:pt x="7672634" y="68923"/>
                  </a:lnTo>
                  <a:lnTo>
                    <a:pt x="7588654" y="91642"/>
                  </a:lnTo>
                  <a:lnTo>
                    <a:pt x="7504214" y="117746"/>
                  </a:lnTo>
                  <a:lnTo>
                    <a:pt x="7421603" y="147182"/>
                  </a:lnTo>
                  <a:lnTo>
                    <a:pt x="7342457" y="179965"/>
                  </a:lnTo>
                  <a:lnTo>
                    <a:pt x="7267780" y="216207"/>
                  </a:lnTo>
                  <a:lnTo>
                    <a:pt x="7198034" y="256131"/>
                  </a:lnTo>
                  <a:lnTo>
                    <a:pt x="7133260" y="300080"/>
                  </a:lnTo>
                  <a:lnTo>
                    <a:pt x="7073198" y="348510"/>
                  </a:lnTo>
                  <a:lnTo>
                    <a:pt x="7017387" y="401978"/>
                  </a:lnTo>
                  <a:lnTo>
                    <a:pt x="6965244" y="461127"/>
                  </a:lnTo>
                  <a:lnTo>
                    <a:pt x="6916130" y="526640"/>
                  </a:lnTo>
                  <a:lnTo>
                    <a:pt x="6869391" y="599183"/>
                  </a:lnTo>
                  <a:lnTo>
                    <a:pt x="6824406" y="679301"/>
                  </a:lnTo>
                  <a:lnTo>
                    <a:pt x="6786527" y="754838"/>
                  </a:lnTo>
                  <a:lnTo>
                    <a:pt x="6755973" y="821042"/>
                  </a:lnTo>
                  <a:lnTo>
                    <a:pt x="6725682" y="891217"/>
                  </a:lnTo>
                  <a:lnTo>
                    <a:pt x="6695525" y="965443"/>
                  </a:lnTo>
                  <a:lnTo>
                    <a:pt x="6665396" y="1043759"/>
                  </a:lnTo>
                  <a:lnTo>
                    <a:pt x="6635206" y="1126159"/>
                  </a:lnTo>
                  <a:lnTo>
                    <a:pt x="6604890" y="1212584"/>
                  </a:lnTo>
                  <a:lnTo>
                    <a:pt x="6574396" y="1302928"/>
                  </a:lnTo>
                  <a:lnTo>
                    <a:pt x="6543688" y="1397024"/>
                  </a:lnTo>
                  <a:lnTo>
                    <a:pt x="6512749" y="1494653"/>
                  </a:lnTo>
                  <a:lnTo>
                    <a:pt x="6481571" y="1595537"/>
                  </a:lnTo>
                  <a:lnTo>
                    <a:pt x="6450163" y="1699345"/>
                  </a:lnTo>
                  <a:lnTo>
                    <a:pt x="6418541" y="1805694"/>
                  </a:lnTo>
                  <a:lnTo>
                    <a:pt x="6386734" y="1914155"/>
                  </a:lnTo>
                  <a:lnTo>
                    <a:pt x="6354779" y="2024258"/>
                  </a:lnTo>
                  <a:lnTo>
                    <a:pt x="6322719" y="2135503"/>
                  </a:lnTo>
                  <a:lnTo>
                    <a:pt x="6290601" y="2247366"/>
                  </a:lnTo>
                  <a:lnTo>
                    <a:pt x="6258475" y="2359311"/>
                  </a:lnTo>
                  <a:lnTo>
                    <a:pt x="6226392" y="2470801"/>
                  </a:lnTo>
                  <a:lnTo>
                    <a:pt x="6194400" y="2581309"/>
                  </a:lnTo>
                  <a:lnTo>
                    <a:pt x="6162544" y="2690324"/>
                  </a:lnTo>
                  <a:lnTo>
                    <a:pt x="6130862" y="2797367"/>
                  </a:lnTo>
                  <a:lnTo>
                    <a:pt x="6099385" y="2901997"/>
                  </a:lnTo>
                  <a:lnTo>
                    <a:pt x="6068136" y="3003814"/>
                  </a:lnTo>
                  <a:lnTo>
                    <a:pt x="6037123" y="3102472"/>
                  </a:lnTo>
                  <a:lnTo>
                    <a:pt x="6006346" y="3197676"/>
                  </a:lnTo>
                  <a:lnTo>
                    <a:pt x="5975790" y="3289189"/>
                  </a:lnTo>
                  <a:lnTo>
                    <a:pt x="5945423" y="3376828"/>
                  </a:lnTo>
                  <a:lnTo>
                    <a:pt x="5915202" y="3460469"/>
                  </a:lnTo>
                  <a:lnTo>
                    <a:pt x="5885062" y="3540038"/>
                  </a:lnTo>
                  <a:lnTo>
                    <a:pt x="5854924" y="3615515"/>
                  </a:lnTo>
                  <a:lnTo>
                    <a:pt x="5824687" y="3686924"/>
                  </a:lnTo>
                  <a:lnTo>
                    <a:pt x="5794229" y="3754333"/>
                  </a:lnTo>
                  <a:lnTo>
                    <a:pt x="5784835" y="3774192"/>
                  </a:lnTo>
                  <a:lnTo>
                    <a:pt x="5740924" y="3861077"/>
                  </a:lnTo>
                  <a:lnTo>
                    <a:pt x="5695735" y="3940142"/>
                  </a:lnTo>
                  <a:lnTo>
                    <a:pt x="5648710" y="4011693"/>
                  </a:lnTo>
                  <a:lnTo>
                    <a:pt x="5599223" y="4076301"/>
                  </a:lnTo>
                  <a:lnTo>
                    <a:pt x="5546619" y="4134638"/>
                  </a:lnTo>
                  <a:lnTo>
                    <a:pt x="5490262" y="4187386"/>
                  </a:lnTo>
                  <a:lnTo>
                    <a:pt x="5429583" y="4235175"/>
                  </a:lnTo>
                  <a:lnTo>
                    <a:pt x="5364144" y="4278553"/>
                  </a:lnTo>
                  <a:lnTo>
                    <a:pt x="5293717" y="4317959"/>
                  </a:lnTo>
                  <a:lnTo>
                    <a:pt x="5218394" y="4353720"/>
                  </a:lnTo>
                  <a:lnTo>
                    <a:pt x="5138705" y="4386044"/>
                  </a:lnTo>
                  <a:lnTo>
                    <a:pt x="5055735" y="4415028"/>
                  </a:lnTo>
                  <a:lnTo>
                    <a:pt x="4971208" y="4440676"/>
                  </a:lnTo>
                  <a:lnTo>
                    <a:pt x="4887500" y="4462929"/>
                  </a:lnTo>
                  <a:lnTo>
                    <a:pt x="4807512" y="4481714"/>
                  </a:lnTo>
                  <a:lnTo>
                    <a:pt x="4734390" y="4496999"/>
                  </a:lnTo>
                  <a:lnTo>
                    <a:pt x="4671106" y="4508853"/>
                  </a:lnTo>
                  <a:lnTo>
                    <a:pt x="4619955" y="4517488"/>
                  </a:lnTo>
                  <a:lnTo>
                    <a:pt x="4582112" y="4523272"/>
                  </a:lnTo>
                  <a:lnTo>
                    <a:pt x="4557355" y="4526711"/>
                  </a:lnTo>
                  <a:lnTo>
                    <a:pt x="4544018" y="4528400"/>
                  </a:lnTo>
                  <a:lnTo>
                    <a:pt x="4539118" y="4528969"/>
                  </a:lnTo>
                  <a:lnTo>
                    <a:pt x="4538543" y="4529031"/>
                  </a:lnTo>
                  <a:lnTo>
                    <a:pt x="4016409" y="4529031"/>
                  </a:lnTo>
                  <a:lnTo>
                    <a:pt x="4015140" y="4529036"/>
                  </a:lnTo>
                  <a:lnTo>
                    <a:pt x="4006843" y="4529077"/>
                  </a:lnTo>
                  <a:lnTo>
                    <a:pt x="3986099" y="4529190"/>
                  </a:lnTo>
                  <a:lnTo>
                    <a:pt x="3949454" y="4529412"/>
                  </a:lnTo>
                  <a:lnTo>
                    <a:pt x="3895730" y="4529775"/>
                  </a:lnTo>
                  <a:lnTo>
                    <a:pt x="3826082" y="4530304"/>
                  </a:lnTo>
                  <a:lnTo>
                    <a:pt x="3743604" y="4531013"/>
                  </a:lnTo>
                  <a:lnTo>
                    <a:pt x="3652553" y="4531905"/>
                  </a:lnTo>
                  <a:lnTo>
                    <a:pt x="3557443" y="4532979"/>
                  </a:lnTo>
                  <a:lnTo>
                    <a:pt x="3462296" y="4534231"/>
                  </a:lnTo>
                  <a:lnTo>
                    <a:pt x="3370195" y="4535658"/>
                  </a:lnTo>
                  <a:lnTo>
                    <a:pt x="3283159" y="4537263"/>
                  </a:lnTo>
                  <a:lnTo>
                    <a:pt x="3202230" y="4539055"/>
                  </a:lnTo>
                  <a:lnTo>
                    <a:pt x="3127677" y="4541054"/>
                  </a:lnTo>
                  <a:lnTo>
                    <a:pt x="3059220" y="4543283"/>
                  </a:lnTo>
                  <a:lnTo>
                    <a:pt x="2996220" y="4545777"/>
                  </a:lnTo>
                  <a:lnTo>
                    <a:pt x="2937838" y="4548572"/>
                  </a:lnTo>
                  <a:lnTo>
                    <a:pt x="2883141" y="4551710"/>
                  </a:lnTo>
                  <a:lnTo>
                    <a:pt x="2831198" y="4555228"/>
                  </a:lnTo>
                  <a:lnTo>
                    <a:pt x="2781149" y="4559154"/>
                  </a:lnTo>
                  <a:lnTo>
                    <a:pt x="2770117" y="4560090"/>
                  </a:lnTo>
                  <a:lnTo>
                    <a:pt x="2716063" y="4565038"/>
                  </a:lnTo>
                  <a:lnTo>
                    <a:pt x="2662529" y="4570509"/>
                  </a:lnTo>
                  <a:lnTo>
                    <a:pt x="2608934" y="4576510"/>
                  </a:lnTo>
                  <a:lnTo>
                    <a:pt x="2554889" y="4583027"/>
                  </a:lnTo>
                  <a:lnTo>
                    <a:pt x="2500175" y="4590028"/>
                  </a:lnTo>
                  <a:lnTo>
                    <a:pt x="2444717" y="4597454"/>
                  </a:lnTo>
                  <a:lnTo>
                    <a:pt x="2388569" y="4605226"/>
                  </a:lnTo>
                  <a:lnTo>
                    <a:pt x="2331890" y="4613246"/>
                  </a:lnTo>
                  <a:lnTo>
                    <a:pt x="2274910" y="4621400"/>
                  </a:lnTo>
                  <a:lnTo>
                    <a:pt x="2217903" y="4629566"/>
                  </a:lnTo>
                  <a:lnTo>
                    <a:pt x="2161145" y="4637622"/>
                  </a:lnTo>
                  <a:lnTo>
                    <a:pt x="2104877" y="4645452"/>
                  </a:lnTo>
                  <a:lnTo>
                    <a:pt x="2049274" y="4652954"/>
                  </a:lnTo>
                  <a:lnTo>
                    <a:pt x="1994414" y="4660043"/>
                  </a:lnTo>
                  <a:lnTo>
                    <a:pt x="1940249" y="4666660"/>
                  </a:lnTo>
                  <a:lnTo>
                    <a:pt x="1886591" y="4672764"/>
                  </a:lnTo>
                  <a:lnTo>
                    <a:pt x="1833084" y="4678340"/>
                  </a:lnTo>
                  <a:lnTo>
                    <a:pt x="1779189" y="4683390"/>
                  </a:lnTo>
                  <a:lnTo>
                    <a:pt x="1768425" y="4684328"/>
                  </a:lnTo>
                  <a:lnTo>
                    <a:pt x="1718699" y="4688346"/>
                  </a:lnTo>
                  <a:lnTo>
                    <a:pt x="1667250" y="4691954"/>
                  </a:lnTo>
                  <a:lnTo>
                    <a:pt x="1613250" y="4695174"/>
                  </a:lnTo>
                  <a:lnTo>
                    <a:pt x="1555776" y="4698043"/>
                  </a:lnTo>
                  <a:lnTo>
                    <a:pt x="1493889" y="4700600"/>
                  </a:lnTo>
                  <a:lnTo>
                    <a:pt x="1426720" y="4702886"/>
                  </a:lnTo>
                  <a:lnTo>
                    <a:pt x="1353573" y="4704934"/>
                  </a:lnTo>
                  <a:lnTo>
                    <a:pt x="1274073" y="4706771"/>
                  </a:lnTo>
                  <a:lnTo>
                    <a:pt x="1188346" y="4708416"/>
                  </a:lnTo>
                  <a:lnTo>
                    <a:pt x="1097242" y="4709883"/>
                  </a:lnTo>
                  <a:lnTo>
                    <a:pt x="1002547" y="4711173"/>
                  </a:lnTo>
                  <a:lnTo>
                    <a:pt x="907108" y="4712288"/>
                  </a:lnTo>
                  <a:lnTo>
                    <a:pt x="814762" y="4713221"/>
                  </a:lnTo>
                  <a:lnTo>
                    <a:pt x="729970" y="4713971"/>
                  </a:lnTo>
                  <a:lnTo>
                    <a:pt x="657122" y="4714539"/>
                  </a:lnTo>
                  <a:lnTo>
                    <a:pt x="599650" y="4714938"/>
                  </a:lnTo>
                  <a:lnTo>
                    <a:pt x="559194" y="4715189"/>
                  </a:lnTo>
                  <a:lnTo>
                    <a:pt x="535111" y="4715323"/>
                  </a:lnTo>
                  <a:lnTo>
                    <a:pt x="524431" y="4715377"/>
                  </a:lnTo>
                  <a:lnTo>
                    <a:pt x="522133" y="4715387"/>
                  </a:lnTo>
                  <a:lnTo>
                    <a:pt x="0" y="4715387"/>
                  </a:lnTo>
                  <a:close/>
                </a:path>
              </a:pathLst>
            </a:custGeom>
            <a:solidFill>
              <a:srgbClr val="D9B26F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1620" name="pl1620"/>
            <p:cNvSpPr/>
            <p:nvPr/>
          </p:nvSpPr>
          <p:spPr>
            <a:xfrm>
              <a:off x="386606" y="553062"/>
              <a:ext cx="8554953" cy="4715387"/>
            </a:xfrm>
            <a:custGeom>
              <a:avLst/>
              <a:pathLst>
                <a:path w="8554953" h="4715387">
                  <a:moveTo>
                    <a:pt x="0" y="4715387"/>
                  </a:moveTo>
                  <a:lnTo>
                    <a:pt x="522133" y="4715387"/>
                  </a:lnTo>
                  <a:lnTo>
                    <a:pt x="523402" y="4715382"/>
                  </a:lnTo>
                  <a:lnTo>
                    <a:pt x="531700" y="4715341"/>
                  </a:lnTo>
                  <a:lnTo>
                    <a:pt x="552443" y="4715228"/>
                  </a:lnTo>
                  <a:lnTo>
                    <a:pt x="589088" y="4715006"/>
                  </a:lnTo>
                  <a:lnTo>
                    <a:pt x="642812" y="4714643"/>
                  </a:lnTo>
                  <a:lnTo>
                    <a:pt x="712460" y="4714114"/>
                  </a:lnTo>
                  <a:lnTo>
                    <a:pt x="794938" y="4713405"/>
                  </a:lnTo>
                  <a:lnTo>
                    <a:pt x="885989" y="4712513"/>
                  </a:lnTo>
                  <a:lnTo>
                    <a:pt x="981099" y="4711439"/>
                  </a:lnTo>
                  <a:lnTo>
                    <a:pt x="1076246" y="4710187"/>
                  </a:lnTo>
                  <a:lnTo>
                    <a:pt x="1168347" y="4708760"/>
                  </a:lnTo>
                  <a:lnTo>
                    <a:pt x="1255383" y="4707156"/>
                  </a:lnTo>
                  <a:lnTo>
                    <a:pt x="1336312" y="4705363"/>
                  </a:lnTo>
                  <a:lnTo>
                    <a:pt x="1410865" y="4703364"/>
                  </a:lnTo>
                  <a:lnTo>
                    <a:pt x="1479322" y="4701135"/>
                  </a:lnTo>
                  <a:lnTo>
                    <a:pt x="1542322" y="4698641"/>
                  </a:lnTo>
                  <a:lnTo>
                    <a:pt x="1600705" y="4695846"/>
                  </a:lnTo>
                  <a:lnTo>
                    <a:pt x="1655401" y="4692708"/>
                  </a:lnTo>
                  <a:lnTo>
                    <a:pt x="1707345" y="4689190"/>
                  </a:lnTo>
                  <a:lnTo>
                    <a:pt x="1757393" y="4685264"/>
                  </a:lnTo>
                  <a:lnTo>
                    <a:pt x="1768425" y="4684328"/>
                  </a:lnTo>
                  <a:lnTo>
                    <a:pt x="1822479" y="4679380"/>
                  </a:lnTo>
                  <a:lnTo>
                    <a:pt x="1876013" y="4673909"/>
                  </a:lnTo>
                  <a:lnTo>
                    <a:pt x="1929608" y="4667908"/>
                  </a:lnTo>
                  <a:lnTo>
                    <a:pt x="1983653" y="4661391"/>
                  </a:lnTo>
                  <a:lnTo>
                    <a:pt x="2038368" y="4654391"/>
                  </a:lnTo>
                  <a:lnTo>
                    <a:pt x="2093826" y="4646964"/>
                  </a:lnTo>
                  <a:lnTo>
                    <a:pt x="2149973" y="4639192"/>
                  </a:lnTo>
                  <a:lnTo>
                    <a:pt x="2206652" y="4631172"/>
                  </a:lnTo>
                  <a:lnTo>
                    <a:pt x="2263632" y="4623018"/>
                  </a:lnTo>
                  <a:lnTo>
                    <a:pt x="2320639" y="4614852"/>
                  </a:lnTo>
                  <a:lnTo>
                    <a:pt x="2377398" y="4606796"/>
                  </a:lnTo>
                  <a:lnTo>
                    <a:pt x="2433666" y="4598966"/>
                  </a:lnTo>
                  <a:lnTo>
                    <a:pt x="2489268" y="4591464"/>
                  </a:lnTo>
                  <a:lnTo>
                    <a:pt x="2544128" y="4584375"/>
                  </a:lnTo>
                  <a:lnTo>
                    <a:pt x="2598293" y="4577758"/>
                  </a:lnTo>
                  <a:lnTo>
                    <a:pt x="2651952" y="4571654"/>
                  </a:lnTo>
                  <a:lnTo>
                    <a:pt x="2705458" y="4566078"/>
                  </a:lnTo>
                  <a:lnTo>
                    <a:pt x="2759353" y="4561028"/>
                  </a:lnTo>
                  <a:lnTo>
                    <a:pt x="2770117" y="4560090"/>
                  </a:lnTo>
                  <a:lnTo>
                    <a:pt x="2819843" y="4556072"/>
                  </a:lnTo>
                  <a:lnTo>
                    <a:pt x="2871292" y="4552464"/>
                  </a:lnTo>
                  <a:lnTo>
                    <a:pt x="2925292" y="4549244"/>
                  </a:lnTo>
                  <a:lnTo>
                    <a:pt x="2982766" y="4546376"/>
                  </a:lnTo>
                  <a:lnTo>
                    <a:pt x="3044653" y="4543818"/>
                  </a:lnTo>
                  <a:lnTo>
                    <a:pt x="3111822" y="4541532"/>
                  </a:lnTo>
                  <a:lnTo>
                    <a:pt x="3184969" y="4539484"/>
                  </a:lnTo>
                  <a:lnTo>
                    <a:pt x="3264469" y="4537647"/>
                  </a:lnTo>
                  <a:lnTo>
                    <a:pt x="3350197" y="4536002"/>
                  </a:lnTo>
                  <a:lnTo>
                    <a:pt x="3441300" y="4534536"/>
                  </a:lnTo>
                  <a:lnTo>
                    <a:pt x="3535995" y="4533245"/>
                  </a:lnTo>
                  <a:lnTo>
                    <a:pt x="3631434" y="4532130"/>
                  </a:lnTo>
                  <a:lnTo>
                    <a:pt x="3723780" y="4531197"/>
                  </a:lnTo>
                  <a:lnTo>
                    <a:pt x="3808573" y="4530447"/>
                  </a:lnTo>
                  <a:lnTo>
                    <a:pt x="3881421" y="4529879"/>
                  </a:lnTo>
                  <a:lnTo>
                    <a:pt x="3938893" y="4529480"/>
                  </a:lnTo>
                  <a:lnTo>
                    <a:pt x="3979348" y="4529229"/>
                  </a:lnTo>
                  <a:lnTo>
                    <a:pt x="4003431" y="4529095"/>
                  </a:lnTo>
                  <a:lnTo>
                    <a:pt x="4014112" y="4529041"/>
                  </a:lnTo>
                  <a:lnTo>
                    <a:pt x="4016394" y="4529031"/>
                  </a:lnTo>
                  <a:lnTo>
                    <a:pt x="4016409" y="4529031"/>
                  </a:lnTo>
                  <a:lnTo>
                    <a:pt x="4538543" y="4529031"/>
                  </a:lnTo>
                  <a:lnTo>
                    <a:pt x="4539427" y="4528935"/>
                  </a:lnTo>
                  <a:lnTo>
                    <a:pt x="4545256" y="4528251"/>
                  </a:lnTo>
                  <a:lnTo>
                    <a:pt x="4559998" y="4526360"/>
                  </a:lnTo>
                  <a:lnTo>
                    <a:pt x="4586467" y="4522636"/>
                  </a:lnTo>
                  <a:lnTo>
                    <a:pt x="4626138" y="4516491"/>
                  </a:lnTo>
                  <a:lnTo>
                    <a:pt x="4679036" y="4507437"/>
                  </a:lnTo>
                  <a:lnTo>
                    <a:pt x="4743812" y="4495126"/>
                  </a:lnTo>
                  <a:lnTo>
                    <a:pt x="4818051" y="4479367"/>
                  </a:lnTo>
                  <a:lnTo>
                    <a:pt x="4898728" y="4460107"/>
                  </a:lnTo>
                  <a:lnTo>
                    <a:pt x="4982708" y="4437388"/>
                  </a:lnTo>
                  <a:lnTo>
                    <a:pt x="5067148" y="4411284"/>
                  </a:lnTo>
                  <a:lnTo>
                    <a:pt x="5149759" y="4381848"/>
                  </a:lnTo>
                  <a:lnTo>
                    <a:pt x="5228905" y="4349065"/>
                  </a:lnTo>
                  <a:lnTo>
                    <a:pt x="5303582" y="4312823"/>
                  </a:lnTo>
                  <a:lnTo>
                    <a:pt x="5373328" y="4272899"/>
                  </a:lnTo>
                  <a:lnTo>
                    <a:pt x="5438102" y="4228950"/>
                  </a:lnTo>
                  <a:lnTo>
                    <a:pt x="5498164" y="4180521"/>
                  </a:lnTo>
                  <a:lnTo>
                    <a:pt x="5553975" y="4127052"/>
                  </a:lnTo>
                  <a:lnTo>
                    <a:pt x="5606118" y="4067903"/>
                  </a:lnTo>
                  <a:lnTo>
                    <a:pt x="5655232" y="4002390"/>
                  </a:lnTo>
                  <a:lnTo>
                    <a:pt x="5701971" y="3929847"/>
                  </a:lnTo>
                  <a:lnTo>
                    <a:pt x="5746956" y="3849730"/>
                  </a:lnTo>
                  <a:lnTo>
                    <a:pt x="5784835" y="3774192"/>
                  </a:lnTo>
                  <a:lnTo>
                    <a:pt x="5815389" y="3707989"/>
                  </a:lnTo>
                  <a:lnTo>
                    <a:pt x="5845680" y="3637813"/>
                  </a:lnTo>
                  <a:lnTo>
                    <a:pt x="5875837" y="3563587"/>
                  </a:lnTo>
                  <a:lnTo>
                    <a:pt x="5905966" y="3485271"/>
                  </a:lnTo>
                  <a:lnTo>
                    <a:pt x="5936155" y="3402872"/>
                  </a:lnTo>
                  <a:lnTo>
                    <a:pt x="5966472" y="3316446"/>
                  </a:lnTo>
                  <a:lnTo>
                    <a:pt x="5996966" y="3226103"/>
                  </a:lnTo>
                  <a:lnTo>
                    <a:pt x="6027674" y="3132006"/>
                  </a:lnTo>
                  <a:lnTo>
                    <a:pt x="6058613" y="3034378"/>
                  </a:lnTo>
                  <a:lnTo>
                    <a:pt x="6089791" y="2933493"/>
                  </a:lnTo>
                  <a:lnTo>
                    <a:pt x="6121199" y="2829685"/>
                  </a:lnTo>
                  <a:lnTo>
                    <a:pt x="6152821" y="2723336"/>
                  </a:lnTo>
                  <a:lnTo>
                    <a:pt x="6184628" y="2614875"/>
                  </a:lnTo>
                  <a:lnTo>
                    <a:pt x="6216583" y="2504772"/>
                  </a:lnTo>
                  <a:lnTo>
                    <a:pt x="6248643" y="2393527"/>
                  </a:lnTo>
                  <a:lnTo>
                    <a:pt x="6280761" y="2281664"/>
                  </a:lnTo>
                  <a:lnTo>
                    <a:pt x="6312887" y="2169719"/>
                  </a:lnTo>
                  <a:lnTo>
                    <a:pt x="6344970" y="2058229"/>
                  </a:lnTo>
                  <a:lnTo>
                    <a:pt x="6376962" y="1947722"/>
                  </a:lnTo>
                  <a:lnTo>
                    <a:pt x="6408818" y="1838706"/>
                  </a:lnTo>
                  <a:lnTo>
                    <a:pt x="6440500" y="1731663"/>
                  </a:lnTo>
                  <a:lnTo>
                    <a:pt x="6471977" y="1627034"/>
                  </a:lnTo>
                  <a:lnTo>
                    <a:pt x="6503226" y="1525216"/>
                  </a:lnTo>
                  <a:lnTo>
                    <a:pt x="6534239" y="1426558"/>
                  </a:lnTo>
                  <a:lnTo>
                    <a:pt x="6565016" y="1331354"/>
                  </a:lnTo>
                  <a:lnTo>
                    <a:pt x="6595572" y="1239842"/>
                  </a:lnTo>
                  <a:lnTo>
                    <a:pt x="6625938" y="1152202"/>
                  </a:lnTo>
                  <a:lnTo>
                    <a:pt x="6656160" y="1068561"/>
                  </a:lnTo>
                  <a:lnTo>
                    <a:pt x="6686300" y="988992"/>
                  </a:lnTo>
                  <a:lnTo>
                    <a:pt x="6716438" y="913515"/>
                  </a:lnTo>
                  <a:lnTo>
                    <a:pt x="6746675" y="842106"/>
                  </a:lnTo>
                  <a:lnTo>
                    <a:pt x="6777133" y="774697"/>
                  </a:lnTo>
                  <a:lnTo>
                    <a:pt x="6786527" y="754838"/>
                  </a:lnTo>
                  <a:lnTo>
                    <a:pt x="6830438" y="667953"/>
                  </a:lnTo>
                  <a:lnTo>
                    <a:pt x="6875627" y="588889"/>
                  </a:lnTo>
                  <a:lnTo>
                    <a:pt x="6922651" y="517337"/>
                  </a:lnTo>
                  <a:lnTo>
                    <a:pt x="6972139" y="452729"/>
                  </a:lnTo>
                  <a:lnTo>
                    <a:pt x="7024743" y="394393"/>
                  </a:lnTo>
                  <a:lnTo>
                    <a:pt x="7081100" y="341645"/>
                  </a:lnTo>
                  <a:lnTo>
                    <a:pt x="7141779" y="293855"/>
                  </a:lnTo>
                  <a:lnTo>
                    <a:pt x="7207218" y="250477"/>
                  </a:lnTo>
                  <a:lnTo>
                    <a:pt x="7277645" y="211071"/>
                  </a:lnTo>
                  <a:lnTo>
                    <a:pt x="7352968" y="175310"/>
                  </a:lnTo>
                  <a:lnTo>
                    <a:pt x="7432657" y="142986"/>
                  </a:lnTo>
                  <a:lnTo>
                    <a:pt x="7515627" y="114002"/>
                  </a:lnTo>
                  <a:lnTo>
                    <a:pt x="7600153" y="88354"/>
                  </a:lnTo>
                  <a:lnTo>
                    <a:pt x="7683861" y="66101"/>
                  </a:lnTo>
                  <a:lnTo>
                    <a:pt x="7763850" y="47316"/>
                  </a:lnTo>
                  <a:lnTo>
                    <a:pt x="7836972" y="32031"/>
                  </a:lnTo>
                  <a:lnTo>
                    <a:pt x="7900256" y="20177"/>
                  </a:lnTo>
                  <a:lnTo>
                    <a:pt x="7951407" y="11543"/>
                  </a:lnTo>
                  <a:lnTo>
                    <a:pt x="7989250" y="5759"/>
                  </a:lnTo>
                  <a:lnTo>
                    <a:pt x="8014007" y="2320"/>
                  </a:lnTo>
                  <a:lnTo>
                    <a:pt x="8027344" y="630"/>
                  </a:lnTo>
                  <a:lnTo>
                    <a:pt x="8032244" y="61"/>
                  </a:lnTo>
                  <a:lnTo>
                    <a:pt x="8032819" y="0"/>
                  </a:lnTo>
                  <a:lnTo>
                    <a:pt x="8554953" y="0"/>
                  </a:lnTo>
                  <a:lnTo>
                    <a:pt x="8554953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621" name="pl1621"/>
            <p:cNvSpPr/>
            <p:nvPr/>
          </p:nvSpPr>
          <p:spPr>
            <a:xfrm>
              <a:off x="386606" y="547414"/>
              <a:ext cx="8554953" cy="4715387"/>
            </a:xfrm>
            <a:custGeom>
              <a:avLst/>
              <a:pathLst>
                <a:path w="8554953" h="4715387">
                  <a:moveTo>
                    <a:pt x="8554953" y="0"/>
                  </a:moveTo>
                  <a:lnTo>
                    <a:pt x="8032819" y="0"/>
                  </a:lnTo>
                  <a:lnTo>
                    <a:pt x="8031935" y="96"/>
                  </a:lnTo>
                  <a:lnTo>
                    <a:pt x="8026105" y="780"/>
                  </a:lnTo>
                  <a:lnTo>
                    <a:pt x="8011364" y="2670"/>
                  </a:lnTo>
                  <a:lnTo>
                    <a:pt x="7984895" y="6395"/>
                  </a:lnTo>
                  <a:lnTo>
                    <a:pt x="7945224" y="12539"/>
                  </a:lnTo>
                  <a:lnTo>
                    <a:pt x="7892326" y="21593"/>
                  </a:lnTo>
                  <a:lnTo>
                    <a:pt x="7827550" y="33904"/>
                  </a:lnTo>
                  <a:lnTo>
                    <a:pt x="7753311" y="49664"/>
                  </a:lnTo>
                  <a:lnTo>
                    <a:pt x="7672634" y="68923"/>
                  </a:lnTo>
                  <a:lnTo>
                    <a:pt x="7588654" y="91642"/>
                  </a:lnTo>
                  <a:lnTo>
                    <a:pt x="7504214" y="117746"/>
                  </a:lnTo>
                  <a:lnTo>
                    <a:pt x="7421603" y="147182"/>
                  </a:lnTo>
                  <a:lnTo>
                    <a:pt x="7342457" y="179965"/>
                  </a:lnTo>
                  <a:lnTo>
                    <a:pt x="7267780" y="216207"/>
                  </a:lnTo>
                  <a:lnTo>
                    <a:pt x="7198034" y="256131"/>
                  </a:lnTo>
                  <a:lnTo>
                    <a:pt x="7133260" y="300080"/>
                  </a:lnTo>
                  <a:lnTo>
                    <a:pt x="7073198" y="348510"/>
                  </a:lnTo>
                  <a:lnTo>
                    <a:pt x="7017387" y="401978"/>
                  </a:lnTo>
                  <a:lnTo>
                    <a:pt x="6965244" y="461127"/>
                  </a:lnTo>
                  <a:lnTo>
                    <a:pt x="6916130" y="526640"/>
                  </a:lnTo>
                  <a:lnTo>
                    <a:pt x="6869391" y="599183"/>
                  </a:lnTo>
                  <a:lnTo>
                    <a:pt x="6824406" y="679301"/>
                  </a:lnTo>
                  <a:lnTo>
                    <a:pt x="6786527" y="754838"/>
                  </a:lnTo>
                  <a:lnTo>
                    <a:pt x="6755973" y="821042"/>
                  </a:lnTo>
                  <a:lnTo>
                    <a:pt x="6725682" y="891217"/>
                  </a:lnTo>
                  <a:lnTo>
                    <a:pt x="6695525" y="965443"/>
                  </a:lnTo>
                  <a:lnTo>
                    <a:pt x="6665396" y="1043759"/>
                  </a:lnTo>
                  <a:lnTo>
                    <a:pt x="6635206" y="1126159"/>
                  </a:lnTo>
                  <a:lnTo>
                    <a:pt x="6604890" y="1212584"/>
                  </a:lnTo>
                  <a:lnTo>
                    <a:pt x="6574396" y="1302928"/>
                  </a:lnTo>
                  <a:lnTo>
                    <a:pt x="6543688" y="1397024"/>
                  </a:lnTo>
                  <a:lnTo>
                    <a:pt x="6512749" y="1494653"/>
                  </a:lnTo>
                  <a:lnTo>
                    <a:pt x="6481571" y="1595537"/>
                  </a:lnTo>
                  <a:lnTo>
                    <a:pt x="6450163" y="1699345"/>
                  </a:lnTo>
                  <a:lnTo>
                    <a:pt x="6418541" y="1805694"/>
                  </a:lnTo>
                  <a:lnTo>
                    <a:pt x="6386734" y="1914155"/>
                  </a:lnTo>
                  <a:lnTo>
                    <a:pt x="6354779" y="2024258"/>
                  </a:lnTo>
                  <a:lnTo>
                    <a:pt x="6322719" y="2135503"/>
                  </a:lnTo>
                  <a:lnTo>
                    <a:pt x="6290601" y="2247366"/>
                  </a:lnTo>
                  <a:lnTo>
                    <a:pt x="6258475" y="2359311"/>
                  </a:lnTo>
                  <a:lnTo>
                    <a:pt x="6226392" y="2470801"/>
                  </a:lnTo>
                  <a:lnTo>
                    <a:pt x="6194400" y="2581309"/>
                  </a:lnTo>
                  <a:lnTo>
                    <a:pt x="6162544" y="2690324"/>
                  </a:lnTo>
                  <a:lnTo>
                    <a:pt x="6130862" y="2797367"/>
                  </a:lnTo>
                  <a:lnTo>
                    <a:pt x="6099385" y="2901997"/>
                  </a:lnTo>
                  <a:lnTo>
                    <a:pt x="6068136" y="3003814"/>
                  </a:lnTo>
                  <a:lnTo>
                    <a:pt x="6037123" y="3102472"/>
                  </a:lnTo>
                  <a:lnTo>
                    <a:pt x="6006346" y="3197676"/>
                  </a:lnTo>
                  <a:lnTo>
                    <a:pt x="5975790" y="3289189"/>
                  </a:lnTo>
                  <a:lnTo>
                    <a:pt x="5945423" y="3376828"/>
                  </a:lnTo>
                  <a:lnTo>
                    <a:pt x="5915202" y="3460469"/>
                  </a:lnTo>
                  <a:lnTo>
                    <a:pt x="5885062" y="3540038"/>
                  </a:lnTo>
                  <a:lnTo>
                    <a:pt x="5854924" y="3615515"/>
                  </a:lnTo>
                  <a:lnTo>
                    <a:pt x="5824687" y="3686924"/>
                  </a:lnTo>
                  <a:lnTo>
                    <a:pt x="5794229" y="3754333"/>
                  </a:lnTo>
                  <a:lnTo>
                    <a:pt x="5784835" y="3774192"/>
                  </a:lnTo>
                  <a:lnTo>
                    <a:pt x="5740924" y="3861077"/>
                  </a:lnTo>
                  <a:lnTo>
                    <a:pt x="5695735" y="3940142"/>
                  </a:lnTo>
                  <a:lnTo>
                    <a:pt x="5648710" y="4011693"/>
                  </a:lnTo>
                  <a:lnTo>
                    <a:pt x="5599223" y="4076301"/>
                  </a:lnTo>
                  <a:lnTo>
                    <a:pt x="5546619" y="4134638"/>
                  </a:lnTo>
                  <a:lnTo>
                    <a:pt x="5490262" y="4187386"/>
                  </a:lnTo>
                  <a:lnTo>
                    <a:pt x="5429583" y="4235175"/>
                  </a:lnTo>
                  <a:lnTo>
                    <a:pt x="5364144" y="4278553"/>
                  </a:lnTo>
                  <a:lnTo>
                    <a:pt x="5293717" y="4317959"/>
                  </a:lnTo>
                  <a:lnTo>
                    <a:pt x="5218394" y="4353720"/>
                  </a:lnTo>
                  <a:lnTo>
                    <a:pt x="5138705" y="4386044"/>
                  </a:lnTo>
                  <a:lnTo>
                    <a:pt x="5055735" y="4415028"/>
                  </a:lnTo>
                  <a:lnTo>
                    <a:pt x="4971208" y="4440676"/>
                  </a:lnTo>
                  <a:lnTo>
                    <a:pt x="4887500" y="4462929"/>
                  </a:lnTo>
                  <a:lnTo>
                    <a:pt x="4807512" y="4481714"/>
                  </a:lnTo>
                  <a:lnTo>
                    <a:pt x="4734390" y="4496999"/>
                  </a:lnTo>
                  <a:lnTo>
                    <a:pt x="4671106" y="4508853"/>
                  </a:lnTo>
                  <a:lnTo>
                    <a:pt x="4619955" y="4517488"/>
                  </a:lnTo>
                  <a:lnTo>
                    <a:pt x="4582112" y="4523272"/>
                  </a:lnTo>
                  <a:lnTo>
                    <a:pt x="4557355" y="4526711"/>
                  </a:lnTo>
                  <a:lnTo>
                    <a:pt x="4544018" y="4528400"/>
                  </a:lnTo>
                  <a:lnTo>
                    <a:pt x="4539118" y="4528969"/>
                  </a:lnTo>
                  <a:lnTo>
                    <a:pt x="4538543" y="4529031"/>
                  </a:lnTo>
                  <a:lnTo>
                    <a:pt x="4016409" y="4529031"/>
                  </a:lnTo>
                  <a:lnTo>
                    <a:pt x="4015140" y="4529036"/>
                  </a:lnTo>
                  <a:lnTo>
                    <a:pt x="4006843" y="4529077"/>
                  </a:lnTo>
                  <a:lnTo>
                    <a:pt x="3986099" y="4529190"/>
                  </a:lnTo>
                  <a:lnTo>
                    <a:pt x="3949454" y="4529412"/>
                  </a:lnTo>
                  <a:lnTo>
                    <a:pt x="3895730" y="4529775"/>
                  </a:lnTo>
                  <a:lnTo>
                    <a:pt x="3826082" y="4530304"/>
                  </a:lnTo>
                  <a:lnTo>
                    <a:pt x="3743604" y="4531013"/>
                  </a:lnTo>
                  <a:lnTo>
                    <a:pt x="3652553" y="4531905"/>
                  </a:lnTo>
                  <a:lnTo>
                    <a:pt x="3557443" y="4532979"/>
                  </a:lnTo>
                  <a:lnTo>
                    <a:pt x="3462296" y="4534231"/>
                  </a:lnTo>
                  <a:lnTo>
                    <a:pt x="3370195" y="4535658"/>
                  </a:lnTo>
                  <a:lnTo>
                    <a:pt x="3283159" y="4537263"/>
                  </a:lnTo>
                  <a:lnTo>
                    <a:pt x="3202230" y="4539055"/>
                  </a:lnTo>
                  <a:lnTo>
                    <a:pt x="3127677" y="4541054"/>
                  </a:lnTo>
                  <a:lnTo>
                    <a:pt x="3059220" y="4543283"/>
                  </a:lnTo>
                  <a:lnTo>
                    <a:pt x="2996220" y="4545777"/>
                  </a:lnTo>
                  <a:lnTo>
                    <a:pt x="2937838" y="4548572"/>
                  </a:lnTo>
                  <a:lnTo>
                    <a:pt x="2883141" y="4551710"/>
                  </a:lnTo>
                  <a:lnTo>
                    <a:pt x="2831198" y="4555228"/>
                  </a:lnTo>
                  <a:lnTo>
                    <a:pt x="2781149" y="4559154"/>
                  </a:lnTo>
                  <a:lnTo>
                    <a:pt x="2770117" y="4560090"/>
                  </a:lnTo>
                  <a:lnTo>
                    <a:pt x="2716063" y="4565038"/>
                  </a:lnTo>
                  <a:lnTo>
                    <a:pt x="2662529" y="4570509"/>
                  </a:lnTo>
                  <a:lnTo>
                    <a:pt x="2608934" y="4576510"/>
                  </a:lnTo>
                  <a:lnTo>
                    <a:pt x="2554889" y="4583027"/>
                  </a:lnTo>
                  <a:lnTo>
                    <a:pt x="2500175" y="4590028"/>
                  </a:lnTo>
                  <a:lnTo>
                    <a:pt x="2444717" y="4597454"/>
                  </a:lnTo>
                  <a:lnTo>
                    <a:pt x="2388569" y="4605226"/>
                  </a:lnTo>
                  <a:lnTo>
                    <a:pt x="2331890" y="4613246"/>
                  </a:lnTo>
                  <a:lnTo>
                    <a:pt x="2274910" y="4621400"/>
                  </a:lnTo>
                  <a:lnTo>
                    <a:pt x="2217903" y="4629566"/>
                  </a:lnTo>
                  <a:lnTo>
                    <a:pt x="2161145" y="4637622"/>
                  </a:lnTo>
                  <a:lnTo>
                    <a:pt x="2104877" y="4645452"/>
                  </a:lnTo>
                  <a:lnTo>
                    <a:pt x="2049274" y="4652954"/>
                  </a:lnTo>
                  <a:lnTo>
                    <a:pt x="1994414" y="4660043"/>
                  </a:lnTo>
                  <a:lnTo>
                    <a:pt x="1940249" y="4666660"/>
                  </a:lnTo>
                  <a:lnTo>
                    <a:pt x="1886591" y="4672764"/>
                  </a:lnTo>
                  <a:lnTo>
                    <a:pt x="1833084" y="4678340"/>
                  </a:lnTo>
                  <a:lnTo>
                    <a:pt x="1779189" y="4683390"/>
                  </a:lnTo>
                  <a:lnTo>
                    <a:pt x="1768425" y="4684328"/>
                  </a:lnTo>
                  <a:lnTo>
                    <a:pt x="1718699" y="4688346"/>
                  </a:lnTo>
                  <a:lnTo>
                    <a:pt x="1667250" y="4691954"/>
                  </a:lnTo>
                  <a:lnTo>
                    <a:pt x="1613250" y="4695174"/>
                  </a:lnTo>
                  <a:lnTo>
                    <a:pt x="1555776" y="4698043"/>
                  </a:lnTo>
                  <a:lnTo>
                    <a:pt x="1493889" y="4700600"/>
                  </a:lnTo>
                  <a:lnTo>
                    <a:pt x="1426720" y="4702886"/>
                  </a:lnTo>
                  <a:lnTo>
                    <a:pt x="1353573" y="4704934"/>
                  </a:lnTo>
                  <a:lnTo>
                    <a:pt x="1274073" y="4706771"/>
                  </a:lnTo>
                  <a:lnTo>
                    <a:pt x="1188346" y="4708416"/>
                  </a:lnTo>
                  <a:lnTo>
                    <a:pt x="1097242" y="4709883"/>
                  </a:lnTo>
                  <a:lnTo>
                    <a:pt x="1002547" y="4711173"/>
                  </a:lnTo>
                  <a:lnTo>
                    <a:pt x="907108" y="4712288"/>
                  </a:lnTo>
                  <a:lnTo>
                    <a:pt x="814762" y="4713221"/>
                  </a:lnTo>
                  <a:lnTo>
                    <a:pt x="729970" y="4713971"/>
                  </a:lnTo>
                  <a:lnTo>
                    <a:pt x="657122" y="4714539"/>
                  </a:lnTo>
                  <a:lnTo>
                    <a:pt x="599650" y="4714938"/>
                  </a:lnTo>
                  <a:lnTo>
                    <a:pt x="559194" y="4715189"/>
                  </a:lnTo>
                  <a:lnTo>
                    <a:pt x="535111" y="4715323"/>
                  </a:lnTo>
                  <a:lnTo>
                    <a:pt x="524431" y="4715377"/>
                  </a:lnTo>
                  <a:lnTo>
                    <a:pt x="522148" y="4715387"/>
                  </a:lnTo>
                  <a:lnTo>
                    <a:pt x="522133" y="4715387"/>
                  </a:lnTo>
                  <a:lnTo>
                    <a:pt x="0" y="4715387"/>
                  </a:lnTo>
                  <a:lnTo>
                    <a:pt x="0" y="4715387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622" name="pg1622"/>
            <p:cNvSpPr/>
            <p:nvPr/>
          </p:nvSpPr>
          <p:spPr>
            <a:xfrm>
              <a:off x="386606" y="1789792"/>
              <a:ext cx="8554953" cy="3484304"/>
            </a:xfrm>
            <a:custGeom>
              <a:avLst/>
              <a:pathLst>
                <a:path w="8554953" h="3484304">
                  <a:moveTo>
                    <a:pt x="0" y="3484304"/>
                  </a:moveTo>
                  <a:lnTo>
                    <a:pt x="522133" y="3484304"/>
                  </a:lnTo>
                  <a:lnTo>
                    <a:pt x="523402" y="3484299"/>
                  </a:lnTo>
                  <a:lnTo>
                    <a:pt x="531701" y="3484265"/>
                  </a:lnTo>
                  <a:lnTo>
                    <a:pt x="552447" y="3484169"/>
                  </a:lnTo>
                  <a:lnTo>
                    <a:pt x="589096" y="3483980"/>
                  </a:lnTo>
                  <a:lnTo>
                    <a:pt x="642826" y="3483672"/>
                  </a:lnTo>
                  <a:lnTo>
                    <a:pt x="712480" y="3483223"/>
                  </a:lnTo>
                  <a:lnTo>
                    <a:pt x="794965" y="3482622"/>
                  </a:lnTo>
                  <a:lnTo>
                    <a:pt x="886022" y="3481865"/>
                  </a:lnTo>
                  <a:lnTo>
                    <a:pt x="981136" y="3480953"/>
                  </a:lnTo>
                  <a:lnTo>
                    <a:pt x="1076287" y="3479891"/>
                  </a:lnTo>
                  <a:lnTo>
                    <a:pt x="1168390" y="3478681"/>
                  </a:lnTo>
                  <a:lnTo>
                    <a:pt x="1255427" y="3477319"/>
                  </a:lnTo>
                  <a:lnTo>
                    <a:pt x="1336356" y="3475798"/>
                  </a:lnTo>
                  <a:lnTo>
                    <a:pt x="1410908" y="3474102"/>
                  </a:lnTo>
                  <a:lnTo>
                    <a:pt x="1479365" y="3472210"/>
                  </a:lnTo>
                  <a:lnTo>
                    <a:pt x="1542364" y="3470094"/>
                  </a:lnTo>
                  <a:lnTo>
                    <a:pt x="1600746" y="3467722"/>
                  </a:lnTo>
                  <a:lnTo>
                    <a:pt x="1655442" y="3465059"/>
                  </a:lnTo>
                  <a:lnTo>
                    <a:pt x="1707387" y="3462073"/>
                  </a:lnTo>
                  <a:lnTo>
                    <a:pt x="1757436" y="3458742"/>
                  </a:lnTo>
                  <a:lnTo>
                    <a:pt x="1768425" y="3457951"/>
                  </a:lnTo>
                  <a:lnTo>
                    <a:pt x="1822536" y="3453747"/>
                  </a:lnTo>
                  <a:lnTo>
                    <a:pt x="1876127" y="3449100"/>
                  </a:lnTo>
                  <a:lnTo>
                    <a:pt x="1929780" y="3444002"/>
                  </a:lnTo>
                  <a:lnTo>
                    <a:pt x="1983884" y="3438464"/>
                  </a:lnTo>
                  <a:lnTo>
                    <a:pt x="2038660" y="3432517"/>
                  </a:lnTo>
                  <a:lnTo>
                    <a:pt x="2094182" y="3426207"/>
                  </a:lnTo>
                  <a:lnTo>
                    <a:pt x="2150393" y="3419603"/>
                  </a:lnTo>
                  <a:lnTo>
                    <a:pt x="2207136" y="3412790"/>
                  </a:lnTo>
                  <a:lnTo>
                    <a:pt x="2264178" y="3405864"/>
                  </a:lnTo>
                  <a:lnTo>
                    <a:pt x="2321244" y="3398928"/>
                  </a:lnTo>
                  <a:lnTo>
                    <a:pt x="2378059" y="3392087"/>
                  </a:lnTo>
                  <a:lnTo>
                    <a:pt x="2434380" y="3385439"/>
                  </a:lnTo>
                  <a:lnTo>
                    <a:pt x="2490031" y="3379072"/>
                  </a:lnTo>
                  <a:lnTo>
                    <a:pt x="2544940" y="3373055"/>
                  </a:lnTo>
                  <a:lnTo>
                    <a:pt x="2599152" y="3367442"/>
                  </a:lnTo>
                  <a:lnTo>
                    <a:pt x="2652862" y="3362264"/>
                  </a:lnTo>
                  <a:lnTo>
                    <a:pt x="2706427" y="3357536"/>
                  </a:lnTo>
                  <a:lnTo>
                    <a:pt x="2760393" y="3353255"/>
                  </a:lnTo>
                  <a:lnTo>
                    <a:pt x="2770117" y="3352537"/>
                  </a:lnTo>
                  <a:lnTo>
                    <a:pt x="2819845" y="3349127"/>
                  </a:lnTo>
                  <a:lnTo>
                    <a:pt x="2871297" y="3346066"/>
                  </a:lnTo>
                  <a:lnTo>
                    <a:pt x="2925299" y="3343334"/>
                  </a:lnTo>
                  <a:lnTo>
                    <a:pt x="2982776" y="3340900"/>
                  </a:lnTo>
                  <a:lnTo>
                    <a:pt x="3044667" y="3338730"/>
                  </a:lnTo>
                  <a:lnTo>
                    <a:pt x="3111841" y="3336790"/>
                  </a:lnTo>
                  <a:lnTo>
                    <a:pt x="3184992" y="3335053"/>
                  </a:lnTo>
                  <a:lnTo>
                    <a:pt x="3264498" y="3333494"/>
                  </a:lnTo>
                  <a:lnTo>
                    <a:pt x="3350231" y="3332098"/>
                  </a:lnTo>
                  <a:lnTo>
                    <a:pt x="3441341" y="3330854"/>
                  </a:lnTo>
                  <a:lnTo>
                    <a:pt x="3536041" y="3329758"/>
                  </a:lnTo>
                  <a:lnTo>
                    <a:pt x="3631484" y="3328813"/>
                  </a:lnTo>
                  <a:lnTo>
                    <a:pt x="3723830" y="3328021"/>
                  </a:lnTo>
                  <a:lnTo>
                    <a:pt x="3808621" y="3327385"/>
                  </a:lnTo>
                  <a:lnTo>
                    <a:pt x="3881463" y="3326903"/>
                  </a:lnTo>
                  <a:lnTo>
                    <a:pt x="3938927" y="3326564"/>
                  </a:lnTo>
                  <a:lnTo>
                    <a:pt x="3979371" y="3326352"/>
                  </a:lnTo>
                  <a:lnTo>
                    <a:pt x="4003444" y="3326238"/>
                  </a:lnTo>
                  <a:lnTo>
                    <a:pt x="4014116" y="3326192"/>
                  </a:lnTo>
                  <a:lnTo>
                    <a:pt x="4016409" y="3326183"/>
                  </a:lnTo>
                  <a:lnTo>
                    <a:pt x="4538543" y="3326183"/>
                  </a:lnTo>
                  <a:lnTo>
                    <a:pt x="4539655" y="3326094"/>
                  </a:lnTo>
                  <a:lnTo>
                    <a:pt x="4546950" y="3325459"/>
                  </a:lnTo>
                  <a:lnTo>
                    <a:pt x="4565269" y="3323703"/>
                  </a:lnTo>
                  <a:lnTo>
                    <a:pt x="4597838" y="3320249"/>
                  </a:lnTo>
                  <a:lnTo>
                    <a:pt x="4646006" y="3314576"/>
                  </a:lnTo>
                  <a:lnTo>
                    <a:pt x="4709149" y="3306276"/>
                  </a:lnTo>
                  <a:lnTo>
                    <a:pt x="4784911" y="3295092"/>
                  </a:lnTo>
                  <a:lnTo>
                    <a:pt x="4869771" y="3280917"/>
                  </a:lnTo>
                  <a:lnTo>
                    <a:pt x="4959766" y="3263761"/>
                  </a:lnTo>
                  <a:lnTo>
                    <a:pt x="5051154" y="3243687"/>
                  </a:lnTo>
                  <a:lnTo>
                    <a:pt x="5140867" y="3220753"/>
                  </a:lnTo>
                  <a:lnTo>
                    <a:pt x="5226713" y="3194956"/>
                  </a:lnTo>
                  <a:lnTo>
                    <a:pt x="5307370" y="3166199"/>
                  </a:lnTo>
                  <a:lnTo>
                    <a:pt x="5382260" y="3134272"/>
                  </a:lnTo>
                  <a:lnTo>
                    <a:pt x="5451366" y="3098849"/>
                  </a:lnTo>
                  <a:lnTo>
                    <a:pt x="5515070" y="3059491"/>
                  </a:lnTo>
                  <a:lnTo>
                    <a:pt x="5573997" y="3015659"/>
                  </a:lnTo>
                  <a:lnTo>
                    <a:pt x="5628916" y="2966742"/>
                  </a:lnTo>
                  <a:lnTo>
                    <a:pt x="5680647" y="2912106"/>
                  </a:lnTo>
                  <a:lnTo>
                    <a:pt x="5729999" y="2851179"/>
                  </a:lnTo>
                  <a:lnTo>
                    <a:pt x="5777707" y="2783591"/>
                  </a:lnTo>
                  <a:lnTo>
                    <a:pt x="5784835" y="2772761"/>
                  </a:lnTo>
                  <a:lnTo>
                    <a:pt x="5819771" y="2716983"/>
                  </a:lnTo>
                  <a:lnTo>
                    <a:pt x="5854387" y="2657381"/>
                  </a:lnTo>
                  <a:lnTo>
                    <a:pt x="5888871" y="2593877"/>
                  </a:lnTo>
                  <a:lnTo>
                    <a:pt x="5923370" y="2526445"/>
                  </a:lnTo>
                  <a:lnTo>
                    <a:pt x="5958001" y="2455120"/>
                  </a:lnTo>
                  <a:lnTo>
                    <a:pt x="5992848" y="2380002"/>
                  </a:lnTo>
                  <a:lnTo>
                    <a:pt x="6027968" y="2301259"/>
                  </a:lnTo>
                  <a:lnTo>
                    <a:pt x="6063392" y="2219128"/>
                  </a:lnTo>
                  <a:lnTo>
                    <a:pt x="6099127" y="2133919"/>
                  </a:lnTo>
                  <a:lnTo>
                    <a:pt x="6135159" y="2046009"/>
                  </a:lnTo>
                  <a:lnTo>
                    <a:pt x="6171454" y="1955839"/>
                  </a:lnTo>
                  <a:lnTo>
                    <a:pt x="6207964" y="1863902"/>
                  </a:lnTo>
                  <a:lnTo>
                    <a:pt x="6244628" y="1770738"/>
                  </a:lnTo>
                  <a:lnTo>
                    <a:pt x="6281376" y="1676918"/>
                  </a:lnTo>
                  <a:lnTo>
                    <a:pt x="6318132" y="1583028"/>
                  </a:lnTo>
                  <a:lnTo>
                    <a:pt x="6354822" y="1489659"/>
                  </a:lnTo>
                  <a:lnTo>
                    <a:pt x="6391374" y="1397385"/>
                  </a:lnTo>
                  <a:lnTo>
                    <a:pt x="6427724" y="1306755"/>
                  </a:lnTo>
                  <a:lnTo>
                    <a:pt x="6463821" y="1218274"/>
                  </a:lnTo>
                  <a:lnTo>
                    <a:pt x="6499628" y="1132396"/>
                  </a:lnTo>
                  <a:lnTo>
                    <a:pt x="6535125" y="1049514"/>
                  </a:lnTo>
                  <a:lnTo>
                    <a:pt x="6570314" y="969953"/>
                  </a:lnTo>
                  <a:lnTo>
                    <a:pt x="6605221" y="893968"/>
                  </a:lnTo>
                  <a:lnTo>
                    <a:pt x="6639896" y="821744"/>
                  </a:lnTo>
                  <a:lnTo>
                    <a:pt x="6674417" y="753395"/>
                  </a:lnTo>
                  <a:lnTo>
                    <a:pt x="6708892" y="688970"/>
                  </a:lnTo>
                  <a:lnTo>
                    <a:pt x="6743462" y="628460"/>
                  </a:lnTo>
                  <a:lnTo>
                    <a:pt x="6778305" y="571796"/>
                  </a:lnTo>
                  <a:lnTo>
                    <a:pt x="6786527" y="559069"/>
                  </a:lnTo>
                  <a:lnTo>
                    <a:pt x="6834042" y="490463"/>
                  </a:lnTo>
                  <a:lnTo>
                    <a:pt x="6883101" y="428542"/>
                  </a:lnTo>
                  <a:lnTo>
                    <a:pt x="6934420" y="372986"/>
                  </a:lnTo>
                  <a:lnTo>
                    <a:pt x="6988802" y="323243"/>
                  </a:lnTo>
                  <a:lnTo>
                    <a:pt x="7047071" y="278681"/>
                  </a:lnTo>
                  <a:lnTo>
                    <a:pt x="7110006" y="238681"/>
                  </a:lnTo>
                  <a:lnTo>
                    <a:pt x="7178261" y="202693"/>
                  </a:lnTo>
                  <a:lnTo>
                    <a:pt x="7252263" y="170260"/>
                  </a:lnTo>
                  <a:lnTo>
                    <a:pt x="7332068" y="141039"/>
                  </a:lnTo>
                  <a:lnTo>
                    <a:pt x="7417192" y="114801"/>
                  </a:lnTo>
                  <a:lnTo>
                    <a:pt x="7506438" y="91436"/>
                  </a:lnTo>
                  <a:lnTo>
                    <a:pt x="7597748" y="70926"/>
                  </a:lnTo>
                  <a:lnTo>
                    <a:pt x="7688183" y="53323"/>
                  </a:lnTo>
                  <a:lnTo>
                    <a:pt x="7774077" y="38693"/>
                  </a:lnTo>
                  <a:lnTo>
                    <a:pt x="7851464" y="27059"/>
                  </a:lnTo>
                  <a:lnTo>
                    <a:pt x="7916707" y="18335"/>
                  </a:lnTo>
                  <a:lnTo>
                    <a:pt x="7967232" y="12286"/>
                  </a:lnTo>
                  <a:lnTo>
                    <a:pt x="8002129" y="8528"/>
                  </a:lnTo>
                  <a:lnTo>
                    <a:pt x="8022444" y="6551"/>
                  </a:lnTo>
                  <a:lnTo>
                    <a:pt x="8031135" y="5783"/>
                  </a:lnTo>
                  <a:lnTo>
                    <a:pt x="8032819" y="5647"/>
                  </a:lnTo>
                  <a:lnTo>
                    <a:pt x="8554953" y="5647"/>
                  </a:lnTo>
                  <a:lnTo>
                    <a:pt x="8554953" y="0"/>
                  </a:lnTo>
                  <a:lnTo>
                    <a:pt x="8032819" y="0"/>
                  </a:lnTo>
                  <a:lnTo>
                    <a:pt x="8031707" y="89"/>
                  </a:lnTo>
                  <a:lnTo>
                    <a:pt x="8024412" y="724"/>
                  </a:lnTo>
                  <a:lnTo>
                    <a:pt x="8006093" y="2480"/>
                  </a:lnTo>
                  <a:lnTo>
                    <a:pt x="7973524" y="5934"/>
                  </a:lnTo>
                  <a:lnTo>
                    <a:pt x="7925356" y="11606"/>
                  </a:lnTo>
                  <a:lnTo>
                    <a:pt x="7862213" y="19906"/>
                  </a:lnTo>
                  <a:lnTo>
                    <a:pt x="7786451" y="31091"/>
                  </a:lnTo>
                  <a:lnTo>
                    <a:pt x="7701591" y="45266"/>
                  </a:lnTo>
                  <a:lnTo>
                    <a:pt x="7611596" y="62422"/>
                  </a:lnTo>
                  <a:lnTo>
                    <a:pt x="7520208" y="82495"/>
                  </a:lnTo>
                  <a:lnTo>
                    <a:pt x="7430495" y="105429"/>
                  </a:lnTo>
                  <a:lnTo>
                    <a:pt x="7344649" y="131227"/>
                  </a:lnTo>
                  <a:lnTo>
                    <a:pt x="7263992" y="159984"/>
                  </a:lnTo>
                  <a:lnTo>
                    <a:pt x="7189102" y="191911"/>
                  </a:lnTo>
                  <a:lnTo>
                    <a:pt x="7119996" y="227334"/>
                  </a:lnTo>
                  <a:lnTo>
                    <a:pt x="7056292" y="266692"/>
                  </a:lnTo>
                  <a:lnTo>
                    <a:pt x="6997365" y="310524"/>
                  </a:lnTo>
                  <a:lnTo>
                    <a:pt x="6942446" y="359441"/>
                  </a:lnTo>
                  <a:lnTo>
                    <a:pt x="6890715" y="414076"/>
                  </a:lnTo>
                  <a:lnTo>
                    <a:pt x="6841363" y="475004"/>
                  </a:lnTo>
                  <a:lnTo>
                    <a:pt x="6793654" y="542592"/>
                  </a:lnTo>
                  <a:lnTo>
                    <a:pt x="6786527" y="553422"/>
                  </a:lnTo>
                  <a:lnTo>
                    <a:pt x="6751591" y="609200"/>
                  </a:lnTo>
                  <a:lnTo>
                    <a:pt x="6716975" y="668801"/>
                  </a:lnTo>
                  <a:lnTo>
                    <a:pt x="6682491" y="732306"/>
                  </a:lnTo>
                  <a:lnTo>
                    <a:pt x="6647992" y="799738"/>
                  </a:lnTo>
                  <a:lnTo>
                    <a:pt x="6613361" y="871062"/>
                  </a:lnTo>
                  <a:lnTo>
                    <a:pt x="6578514" y="946181"/>
                  </a:lnTo>
                  <a:lnTo>
                    <a:pt x="6543394" y="1024924"/>
                  </a:lnTo>
                  <a:lnTo>
                    <a:pt x="6507970" y="1107055"/>
                  </a:lnTo>
                  <a:lnTo>
                    <a:pt x="6472235" y="1192264"/>
                  </a:lnTo>
                  <a:lnTo>
                    <a:pt x="6436203" y="1280174"/>
                  </a:lnTo>
                  <a:lnTo>
                    <a:pt x="6399908" y="1370344"/>
                  </a:lnTo>
                  <a:lnTo>
                    <a:pt x="6363398" y="1462281"/>
                  </a:lnTo>
                  <a:lnTo>
                    <a:pt x="6326734" y="1555444"/>
                  </a:lnTo>
                  <a:lnTo>
                    <a:pt x="6289986" y="1649265"/>
                  </a:lnTo>
                  <a:lnTo>
                    <a:pt x="6253230" y="1743154"/>
                  </a:lnTo>
                  <a:lnTo>
                    <a:pt x="6216540" y="1836524"/>
                  </a:lnTo>
                  <a:lnTo>
                    <a:pt x="6179988" y="1928798"/>
                  </a:lnTo>
                  <a:lnTo>
                    <a:pt x="6143638" y="2019428"/>
                  </a:lnTo>
                  <a:lnTo>
                    <a:pt x="6107541" y="2107909"/>
                  </a:lnTo>
                  <a:lnTo>
                    <a:pt x="6071734" y="2193787"/>
                  </a:lnTo>
                  <a:lnTo>
                    <a:pt x="6036237" y="2276669"/>
                  </a:lnTo>
                  <a:lnTo>
                    <a:pt x="6001048" y="2356230"/>
                  </a:lnTo>
                  <a:lnTo>
                    <a:pt x="5966141" y="2432214"/>
                  </a:lnTo>
                  <a:lnTo>
                    <a:pt x="5931466" y="2504439"/>
                  </a:lnTo>
                  <a:lnTo>
                    <a:pt x="5896945" y="2572788"/>
                  </a:lnTo>
                  <a:lnTo>
                    <a:pt x="5862470" y="2637212"/>
                  </a:lnTo>
                  <a:lnTo>
                    <a:pt x="5827900" y="2697723"/>
                  </a:lnTo>
                  <a:lnTo>
                    <a:pt x="5793057" y="2754387"/>
                  </a:lnTo>
                  <a:lnTo>
                    <a:pt x="5784835" y="2767113"/>
                  </a:lnTo>
                  <a:lnTo>
                    <a:pt x="5737320" y="2835720"/>
                  </a:lnTo>
                  <a:lnTo>
                    <a:pt x="5688261" y="2897641"/>
                  </a:lnTo>
                  <a:lnTo>
                    <a:pt x="5636942" y="2953197"/>
                  </a:lnTo>
                  <a:lnTo>
                    <a:pt x="5582560" y="3002940"/>
                  </a:lnTo>
                  <a:lnTo>
                    <a:pt x="5524291" y="3047502"/>
                  </a:lnTo>
                  <a:lnTo>
                    <a:pt x="5461356" y="3087501"/>
                  </a:lnTo>
                  <a:lnTo>
                    <a:pt x="5393101" y="3123490"/>
                  </a:lnTo>
                  <a:lnTo>
                    <a:pt x="5319099" y="3155923"/>
                  </a:lnTo>
                  <a:lnTo>
                    <a:pt x="5239294" y="3185144"/>
                  </a:lnTo>
                  <a:lnTo>
                    <a:pt x="5154170" y="3211381"/>
                  </a:lnTo>
                  <a:lnTo>
                    <a:pt x="5064924" y="3234747"/>
                  </a:lnTo>
                  <a:lnTo>
                    <a:pt x="4973614" y="3255257"/>
                  </a:lnTo>
                  <a:lnTo>
                    <a:pt x="4883179" y="3272860"/>
                  </a:lnTo>
                  <a:lnTo>
                    <a:pt x="4797285" y="3287489"/>
                  </a:lnTo>
                  <a:lnTo>
                    <a:pt x="4719898" y="3299124"/>
                  </a:lnTo>
                  <a:lnTo>
                    <a:pt x="4654655" y="3307848"/>
                  </a:lnTo>
                  <a:lnTo>
                    <a:pt x="4604129" y="3313896"/>
                  </a:lnTo>
                  <a:lnTo>
                    <a:pt x="4569233" y="3317655"/>
                  </a:lnTo>
                  <a:lnTo>
                    <a:pt x="4548918" y="3319632"/>
                  </a:lnTo>
                  <a:lnTo>
                    <a:pt x="4540227" y="3320400"/>
                  </a:lnTo>
                  <a:lnTo>
                    <a:pt x="4538543" y="3320536"/>
                  </a:lnTo>
                  <a:lnTo>
                    <a:pt x="4016409" y="3320536"/>
                  </a:lnTo>
                  <a:lnTo>
                    <a:pt x="4015140" y="3320541"/>
                  </a:lnTo>
                  <a:lnTo>
                    <a:pt x="4006841" y="3320576"/>
                  </a:lnTo>
                  <a:lnTo>
                    <a:pt x="3986095" y="3320671"/>
                  </a:lnTo>
                  <a:lnTo>
                    <a:pt x="3949446" y="3320860"/>
                  </a:lnTo>
                  <a:lnTo>
                    <a:pt x="3895716" y="3321168"/>
                  </a:lnTo>
                  <a:lnTo>
                    <a:pt x="3826062" y="3321617"/>
                  </a:lnTo>
                  <a:lnTo>
                    <a:pt x="3743577" y="3322218"/>
                  </a:lnTo>
                  <a:lnTo>
                    <a:pt x="3652520" y="3322975"/>
                  </a:lnTo>
                  <a:lnTo>
                    <a:pt x="3557406" y="3323887"/>
                  </a:lnTo>
                  <a:lnTo>
                    <a:pt x="3462255" y="3324949"/>
                  </a:lnTo>
                  <a:lnTo>
                    <a:pt x="3370153" y="3326160"/>
                  </a:lnTo>
                  <a:lnTo>
                    <a:pt x="3283115" y="3327521"/>
                  </a:lnTo>
                  <a:lnTo>
                    <a:pt x="3202186" y="3329043"/>
                  </a:lnTo>
                  <a:lnTo>
                    <a:pt x="3127634" y="3330738"/>
                  </a:lnTo>
                  <a:lnTo>
                    <a:pt x="3059177" y="3332630"/>
                  </a:lnTo>
                  <a:lnTo>
                    <a:pt x="2996178" y="3334746"/>
                  </a:lnTo>
                  <a:lnTo>
                    <a:pt x="2937796" y="3337118"/>
                  </a:lnTo>
                  <a:lnTo>
                    <a:pt x="2883100" y="3339781"/>
                  </a:lnTo>
                  <a:lnTo>
                    <a:pt x="2831156" y="3342767"/>
                  </a:lnTo>
                  <a:lnTo>
                    <a:pt x="2781106" y="3346098"/>
                  </a:lnTo>
                  <a:lnTo>
                    <a:pt x="2770117" y="3346890"/>
                  </a:lnTo>
                  <a:lnTo>
                    <a:pt x="2716006" y="3351093"/>
                  </a:lnTo>
                  <a:lnTo>
                    <a:pt x="2662415" y="3355740"/>
                  </a:lnTo>
                  <a:lnTo>
                    <a:pt x="2608763" y="3360838"/>
                  </a:lnTo>
                  <a:lnTo>
                    <a:pt x="2554658" y="3366376"/>
                  </a:lnTo>
                  <a:lnTo>
                    <a:pt x="2499882" y="3372324"/>
                  </a:lnTo>
                  <a:lnTo>
                    <a:pt x="2444360" y="3378633"/>
                  </a:lnTo>
                  <a:lnTo>
                    <a:pt x="2388149" y="3385237"/>
                  </a:lnTo>
                  <a:lnTo>
                    <a:pt x="2331406" y="3392050"/>
                  </a:lnTo>
                  <a:lnTo>
                    <a:pt x="2274364" y="3398977"/>
                  </a:lnTo>
                  <a:lnTo>
                    <a:pt x="2217298" y="3405913"/>
                  </a:lnTo>
                  <a:lnTo>
                    <a:pt x="2160483" y="3412754"/>
                  </a:lnTo>
                  <a:lnTo>
                    <a:pt x="2104163" y="3419401"/>
                  </a:lnTo>
                  <a:lnTo>
                    <a:pt x="2048511" y="3425769"/>
                  </a:lnTo>
                  <a:lnTo>
                    <a:pt x="1993603" y="3431785"/>
                  </a:lnTo>
                  <a:lnTo>
                    <a:pt x="1939390" y="3437398"/>
                  </a:lnTo>
                  <a:lnTo>
                    <a:pt x="1885680" y="3442576"/>
                  </a:lnTo>
                  <a:lnTo>
                    <a:pt x="1832115" y="3447304"/>
                  </a:lnTo>
                  <a:lnTo>
                    <a:pt x="1778149" y="3451585"/>
                  </a:lnTo>
                  <a:lnTo>
                    <a:pt x="1768425" y="3452303"/>
                  </a:lnTo>
                  <a:lnTo>
                    <a:pt x="1718697" y="3455713"/>
                  </a:lnTo>
                  <a:lnTo>
                    <a:pt x="1667245" y="3458774"/>
                  </a:lnTo>
                  <a:lnTo>
                    <a:pt x="1613243" y="3461507"/>
                  </a:lnTo>
                  <a:lnTo>
                    <a:pt x="1555766" y="3463940"/>
                  </a:lnTo>
                  <a:lnTo>
                    <a:pt x="1493875" y="3466111"/>
                  </a:lnTo>
                  <a:lnTo>
                    <a:pt x="1426702" y="3468050"/>
                  </a:lnTo>
                  <a:lnTo>
                    <a:pt x="1353550" y="3469788"/>
                  </a:lnTo>
                  <a:lnTo>
                    <a:pt x="1274044" y="3471346"/>
                  </a:lnTo>
                  <a:lnTo>
                    <a:pt x="1188311" y="3472743"/>
                  </a:lnTo>
                  <a:lnTo>
                    <a:pt x="1097201" y="3473987"/>
                  </a:lnTo>
                  <a:lnTo>
                    <a:pt x="1002501" y="3475082"/>
                  </a:lnTo>
                  <a:lnTo>
                    <a:pt x="907059" y="3476027"/>
                  </a:lnTo>
                  <a:lnTo>
                    <a:pt x="814712" y="3476820"/>
                  </a:lnTo>
                  <a:lnTo>
                    <a:pt x="729921" y="3477456"/>
                  </a:lnTo>
                  <a:lnTo>
                    <a:pt x="657079" y="3477938"/>
                  </a:lnTo>
                  <a:lnTo>
                    <a:pt x="599616" y="3478276"/>
                  </a:lnTo>
                  <a:lnTo>
                    <a:pt x="559171" y="3478489"/>
                  </a:lnTo>
                  <a:lnTo>
                    <a:pt x="535098" y="3478602"/>
                  </a:lnTo>
                  <a:lnTo>
                    <a:pt x="524426" y="3478648"/>
                  </a:lnTo>
                  <a:lnTo>
                    <a:pt x="522133" y="3478657"/>
                  </a:lnTo>
                  <a:lnTo>
                    <a:pt x="0" y="3478657"/>
                  </a:lnTo>
                  <a:close/>
                </a:path>
              </a:pathLst>
            </a:custGeom>
            <a:solidFill>
              <a:srgbClr val="D9B26F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1623" name="pl1623"/>
            <p:cNvSpPr/>
            <p:nvPr/>
          </p:nvSpPr>
          <p:spPr>
            <a:xfrm>
              <a:off x="386606" y="1795439"/>
              <a:ext cx="8554953" cy="3478657"/>
            </a:xfrm>
            <a:custGeom>
              <a:avLst/>
              <a:pathLst>
                <a:path w="8554953" h="3478657">
                  <a:moveTo>
                    <a:pt x="0" y="3478657"/>
                  </a:moveTo>
                  <a:lnTo>
                    <a:pt x="522133" y="3478657"/>
                  </a:lnTo>
                  <a:lnTo>
                    <a:pt x="523402" y="3478652"/>
                  </a:lnTo>
                  <a:lnTo>
                    <a:pt x="531701" y="3478617"/>
                  </a:lnTo>
                  <a:lnTo>
                    <a:pt x="552447" y="3478522"/>
                  </a:lnTo>
                  <a:lnTo>
                    <a:pt x="589096" y="3478333"/>
                  </a:lnTo>
                  <a:lnTo>
                    <a:pt x="642826" y="3478025"/>
                  </a:lnTo>
                  <a:lnTo>
                    <a:pt x="712480" y="3477576"/>
                  </a:lnTo>
                  <a:lnTo>
                    <a:pt x="794965" y="3476975"/>
                  </a:lnTo>
                  <a:lnTo>
                    <a:pt x="886022" y="3476218"/>
                  </a:lnTo>
                  <a:lnTo>
                    <a:pt x="981136" y="3475306"/>
                  </a:lnTo>
                  <a:lnTo>
                    <a:pt x="1076287" y="3474244"/>
                  </a:lnTo>
                  <a:lnTo>
                    <a:pt x="1168390" y="3473033"/>
                  </a:lnTo>
                  <a:lnTo>
                    <a:pt x="1255427" y="3471672"/>
                  </a:lnTo>
                  <a:lnTo>
                    <a:pt x="1336356" y="3470150"/>
                  </a:lnTo>
                  <a:lnTo>
                    <a:pt x="1410908" y="3468455"/>
                  </a:lnTo>
                  <a:lnTo>
                    <a:pt x="1479365" y="3466563"/>
                  </a:lnTo>
                  <a:lnTo>
                    <a:pt x="1542364" y="3464447"/>
                  </a:lnTo>
                  <a:lnTo>
                    <a:pt x="1600746" y="3462075"/>
                  </a:lnTo>
                  <a:lnTo>
                    <a:pt x="1655442" y="3459412"/>
                  </a:lnTo>
                  <a:lnTo>
                    <a:pt x="1707387" y="3456426"/>
                  </a:lnTo>
                  <a:lnTo>
                    <a:pt x="1757436" y="3453095"/>
                  </a:lnTo>
                  <a:lnTo>
                    <a:pt x="1768425" y="3452303"/>
                  </a:lnTo>
                  <a:lnTo>
                    <a:pt x="1822536" y="3448100"/>
                  </a:lnTo>
                  <a:lnTo>
                    <a:pt x="1876127" y="3443453"/>
                  </a:lnTo>
                  <a:lnTo>
                    <a:pt x="1929780" y="3438355"/>
                  </a:lnTo>
                  <a:lnTo>
                    <a:pt x="1983884" y="3432817"/>
                  </a:lnTo>
                  <a:lnTo>
                    <a:pt x="2038660" y="3426869"/>
                  </a:lnTo>
                  <a:lnTo>
                    <a:pt x="2094182" y="3420560"/>
                  </a:lnTo>
                  <a:lnTo>
                    <a:pt x="2150393" y="3413956"/>
                  </a:lnTo>
                  <a:lnTo>
                    <a:pt x="2207136" y="3407143"/>
                  </a:lnTo>
                  <a:lnTo>
                    <a:pt x="2264178" y="3400216"/>
                  </a:lnTo>
                  <a:lnTo>
                    <a:pt x="2321244" y="3393280"/>
                  </a:lnTo>
                  <a:lnTo>
                    <a:pt x="2378059" y="3386439"/>
                  </a:lnTo>
                  <a:lnTo>
                    <a:pt x="2434380" y="3379792"/>
                  </a:lnTo>
                  <a:lnTo>
                    <a:pt x="2490031" y="3373424"/>
                  </a:lnTo>
                  <a:lnTo>
                    <a:pt x="2544940" y="3367408"/>
                  </a:lnTo>
                  <a:lnTo>
                    <a:pt x="2599152" y="3361795"/>
                  </a:lnTo>
                  <a:lnTo>
                    <a:pt x="2652862" y="3356617"/>
                  </a:lnTo>
                  <a:lnTo>
                    <a:pt x="2706427" y="3351889"/>
                  </a:lnTo>
                  <a:lnTo>
                    <a:pt x="2760393" y="3347608"/>
                  </a:lnTo>
                  <a:lnTo>
                    <a:pt x="2770117" y="3346890"/>
                  </a:lnTo>
                  <a:lnTo>
                    <a:pt x="2819845" y="3343480"/>
                  </a:lnTo>
                  <a:lnTo>
                    <a:pt x="2871297" y="3340419"/>
                  </a:lnTo>
                  <a:lnTo>
                    <a:pt x="2925299" y="3337686"/>
                  </a:lnTo>
                  <a:lnTo>
                    <a:pt x="2982776" y="3335253"/>
                  </a:lnTo>
                  <a:lnTo>
                    <a:pt x="3044667" y="3333082"/>
                  </a:lnTo>
                  <a:lnTo>
                    <a:pt x="3111841" y="3331143"/>
                  </a:lnTo>
                  <a:lnTo>
                    <a:pt x="3184992" y="3329405"/>
                  </a:lnTo>
                  <a:lnTo>
                    <a:pt x="3264498" y="3327847"/>
                  </a:lnTo>
                  <a:lnTo>
                    <a:pt x="3350231" y="3326450"/>
                  </a:lnTo>
                  <a:lnTo>
                    <a:pt x="3441341" y="3325206"/>
                  </a:lnTo>
                  <a:lnTo>
                    <a:pt x="3536041" y="3324111"/>
                  </a:lnTo>
                  <a:lnTo>
                    <a:pt x="3631484" y="3323166"/>
                  </a:lnTo>
                  <a:lnTo>
                    <a:pt x="3723830" y="3322373"/>
                  </a:lnTo>
                  <a:lnTo>
                    <a:pt x="3808621" y="3321737"/>
                  </a:lnTo>
                  <a:lnTo>
                    <a:pt x="3881463" y="3321255"/>
                  </a:lnTo>
                  <a:lnTo>
                    <a:pt x="3938927" y="3320917"/>
                  </a:lnTo>
                  <a:lnTo>
                    <a:pt x="3979371" y="3320704"/>
                  </a:lnTo>
                  <a:lnTo>
                    <a:pt x="4003444" y="3320591"/>
                  </a:lnTo>
                  <a:lnTo>
                    <a:pt x="4014116" y="3320545"/>
                  </a:lnTo>
                  <a:lnTo>
                    <a:pt x="4016395" y="3320536"/>
                  </a:lnTo>
                  <a:lnTo>
                    <a:pt x="4016409" y="3320536"/>
                  </a:lnTo>
                  <a:lnTo>
                    <a:pt x="4538543" y="3320536"/>
                  </a:lnTo>
                  <a:lnTo>
                    <a:pt x="4539655" y="3320447"/>
                  </a:lnTo>
                  <a:lnTo>
                    <a:pt x="4546950" y="3319812"/>
                  </a:lnTo>
                  <a:lnTo>
                    <a:pt x="4565269" y="3318055"/>
                  </a:lnTo>
                  <a:lnTo>
                    <a:pt x="4597838" y="3314602"/>
                  </a:lnTo>
                  <a:lnTo>
                    <a:pt x="4646006" y="3308929"/>
                  </a:lnTo>
                  <a:lnTo>
                    <a:pt x="4709149" y="3300629"/>
                  </a:lnTo>
                  <a:lnTo>
                    <a:pt x="4784911" y="3289445"/>
                  </a:lnTo>
                  <a:lnTo>
                    <a:pt x="4869771" y="3275270"/>
                  </a:lnTo>
                  <a:lnTo>
                    <a:pt x="4959766" y="3258114"/>
                  </a:lnTo>
                  <a:lnTo>
                    <a:pt x="5051154" y="3238040"/>
                  </a:lnTo>
                  <a:lnTo>
                    <a:pt x="5140867" y="3215106"/>
                  </a:lnTo>
                  <a:lnTo>
                    <a:pt x="5226713" y="3189309"/>
                  </a:lnTo>
                  <a:lnTo>
                    <a:pt x="5307370" y="3160552"/>
                  </a:lnTo>
                  <a:lnTo>
                    <a:pt x="5382260" y="3128625"/>
                  </a:lnTo>
                  <a:lnTo>
                    <a:pt x="5451366" y="3093202"/>
                  </a:lnTo>
                  <a:lnTo>
                    <a:pt x="5515070" y="3053844"/>
                  </a:lnTo>
                  <a:lnTo>
                    <a:pt x="5573997" y="3010012"/>
                  </a:lnTo>
                  <a:lnTo>
                    <a:pt x="5628916" y="2961095"/>
                  </a:lnTo>
                  <a:lnTo>
                    <a:pt x="5680647" y="2906459"/>
                  </a:lnTo>
                  <a:lnTo>
                    <a:pt x="5729999" y="2845532"/>
                  </a:lnTo>
                  <a:lnTo>
                    <a:pt x="5777707" y="2777944"/>
                  </a:lnTo>
                  <a:lnTo>
                    <a:pt x="5784835" y="2767113"/>
                  </a:lnTo>
                  <a:lnTo>
                    <a:pt x="5819771" y="2711336"/>
                  </a:lnTo>
                  <a:lnTo>
                    <a:pt x="5854387" y="2651734"/>
                  </a:lnTo>
                  <a:lnTo>
                    <a:pt x="5888871" y="2588230"/>
                  </a:lnTo>
                  <a:lnTo>
                    <a:pt x="5923370" y="2520798"/>
                  </a:lnTo>
                  <a:lnTo>
                    <a:pt x="5958001" y="2449473"/>
                  </a:lnTo>
                  <a:lnTo>
                    <a:pt x="5992848" y="2374355"/>
                  </a:lnTo>
                  <a:lnTo>
                    <a:pt x="6027968" y="2295611"/>
                  </a:lnTo>
                  <a:lnTo>
                    <a:pt x="6063392" y="2213481"/>
                  </a:lnTo>
                  <a:lnTo>
                    <a:pt x="6099127" y="2128272"/>
                  </a:lnTo>
                  <a:lnTo>
                    <a:pt x="6135159" y="2040362"/>
                  </a:lnTo>
                  <a:lnTo>
                    <a:pt x="6171454" y="1950192"/>
                  </a:lnTo>
                  <a:lnTo>
                    <a:pt x="6207964" y="1858255"/>
                  </a:lnTo>
                  <a:lnTo>
                    <a:pt x="6244628" y="1765091"/>
                  </a:lnTo>
                  <a:lnTo>
                    <a:pt x="6281376" y="1671271"/>
                  </a:lnTo>
                  <a:lnTo>
                    <a:pt x="6318132" y="1577381"/>
                  </a:lnTo>
                  <a:lnTo>
                    <a:pt x="6354822" y="1484012"/>
                  </a:lnTo>
                  <a:lnTo>
                    <a:pt x="6391374" y="1391738"/>
                  </a:lnTo>
                  <a:lnTo>
                    <a:pt x="6427724" y="1301108"/>
                  </a:lnTo>
                  <a:lnTo>
                    <a:pt x="6463821" y="1212627"/>
                  </a:lnTo>
                  <a:lnTo>
                    <a:pt x="6499628" y="1126749"/>
                  </a:lnTo>
                  <a:lnTo>
                    <a:pt x="6535125" y="1043867"/>
                  </a:lnTo>
                  <a:lnTo>
                    <a:pt x="6570314" y="964306"/>
                  </a:lnTo>
                  <a:lnTo>
                    <a:pt x="6605221" y="888321"/>
                  </a:lnTo>
                  <a:lnTo>
                    <a:pt x="6639896" y="816097"/>
                  </a:lnTo>
                  <a:lnTo>
                    <a:pt x="6674417" y="747748"/>
                  </a:lnTo>
                  <a:lnTo>
                    <a:pt x="6708892" y="683323"/>
                  </a:lnTo>
                  <a:lnTo>
                    <a:pt x="6743462" y="622813"/>
                  </a:lnTo>
                  <a:lnTo>
                    <a:pt x="6778305" y="566149"/>
                  </a:lnTo>
                  <a:lnTo>
                    <a:pt x="6786527" y="553422"/>
                  </a:lnTo>
                  <a:lnTo>
                    <a:pt x="6834042" y="484816"/>
                  </a:lnTo>
                  <a:lnTo>
                    <a:pt x="6883101" y="422895"/>
                  </a:lnTo>
                  <a:lnTo>
                    <a:pt x="6934420" y="367339"/>
                  </a:lnTo>
                  <a:lnTo>
                    <a:pt x="6988802" y="317596"/>
                  </a:lnTo>
                  <a:lnTo>
                    <a:pt x="7047071" y="273034"/>
                  </a:lnTo>
                  <a:lnTo>
                    <a:pt x="7110006" y="233034"/>
                  </a:lnTo>
                  <a:lnTo>
                    <a:pt x="7178261" y="197046"/>
                  </a:lnTo>
                  <a:lnTo>
                    <a:pt x="7252263" y="164613"/>
                  </a:lnTo>
                  <a:lnTo>
                    <a:pt x="7332068" y="135391"/>
                  </a:lnTo>
                  <a:lnTo>
                    <a:pt x="7417192" y="109154"/>
                  </a:lnTo>
                  <a:lnTo>
                    <a:pt x="7506438" y="85788"/>
                  </a:lnTo>
                  <a:lnTo>
                    <a:pt x="7597748" y="65279"/>
                  </a:lnTo>
                  <a:lnTo>
                    <a:pt x="7688183" y="47676"/>
                  </a:lnTo>
                  <a:lnTo>
                    <a:pt x="7774077" y="33046"/>
                  </a:lnTo>
                  <a:lnTo>
                    <a:pt x="7851464" y="21412"/>
                  </a:lnTo>
                  <a:lnTo>
                    <a:pt x="7916707" y="12687"/>
                  </a:lnTo>
                  <a:lnTo>
                    <a:pt x="7967232" y="6639"/>
                  </a:lnTo>
                  <a:lnTo>
                    <a:pt x="8002129" y="2881"/>
                  </a:lnTo>
                  <a:lnTo>
                    <a:pt x="8022444" y="903"/>
                  </a:lnTo>
                  <a:lnTo>
                    <a:pt x="8031135" y="136"/>
                  </a:lnTo>
                  <a:lnTo>
                    <a:pt x="8032815" y="0"/>
                  </a:lnTo>
                  <a:lnTo>
                    <a:pt x="8032819" y="0"/>
                  </a:lnTo>
                  <a:lnTo>
                    <a:pt x="8554953" y="0"/>
                  </a:lnTo>
                  <a:lnTo>
                    <a:pt x="8554953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624" name="pl1624"/>
            <p:cNvSpPr/>
            <p:nvPr/>
          </p:nvSpPr>
          <p:spPr>
            <a:xfrm>
              <a:off x="386606" y="1789792"/>
              <a:ext cx="8554953" cy="3478657"/>
            </a:xfrm>
            <a:custGeom>
              <a:avLst/>
              <a:pathLst>
                <a:path w="8554953" h="3478657">
                  <a:moveTo>
                    <a:pt x="8554953" y="0"/>
                  </a:moveTo>
                  <a:lnTo>
                    <a:pt x="8032819" y="0"/>
                  </a:lnTo>
                  <a:lnTo>
                    <a:pt x="8031707" y="89"/>
                  </a:lnTo>
                  <a:lnTo>
                    <a:pt x="8024412" y="724"/>
                  </a:lnTo>
                  <a:lnTo>
                    <a:pt x="8006093" y="2480"/>
                  </a:lnTo>
                  <a:lnTo>
                    <a:pt x="7973524" y="5934"/>
                  </a:lnTo>
                  <a:lnTo>
                    <a:pt x="7925356" y="11606"/>
                  </a:lnTo>
                  <a:lnTo>
                    <a:pt x="7862213" y="19906"/>
                  </a:lnTo>
                  <a:lnTo>
                    <a:pt x="7786451" y="31091"/>
                  </a:lnTo>
                  <a:lnTo>
                    <a:pt x="7701591" y="45266"/>
                  </a:lnTo>
                  <a:lnTo>
                    <a:pt x="7611596" y="62422"/>
                  </a:lnTo>
                  <a:lnTo>
                    <a:pt x="7520208" y="82495"/>
                  </a:lnTo>
                  <a:lnTo>
                    <a:pt x="7430495" y="105429"/>
                  </a:lnTo>
                  <a:lnTo>
                    <a:pt x="7344649" y="131227"/>
                  </a:lnTo>
                  <a:lnTo>
                    <a:pt x="7263992" y="159984"/>
                  </a:lnTo>
                  <a:lnTo>
                    <a:pt x="7189102" y="191911"/>
                  </a:lnTo>
                  <a:lnTo>
                    <a:pt x="7119996" y="227334"/>
                  </a:lnTo>
                  <a:lnTo>
                    <a:pt x="7056292" y="266692"/>
                  </a:lnTo>
                  <a:lnTo>
                    <a:pt x="6997365" y="310524"/>
                  </a:lnTo>
                  <a:lnTo>
                    <a:pt x="6942446" y="359441"/>
                  </a:lnTo>
                  <a:lnTo>
                    <a:pt x="6890715" y="414076"/>
                  </a:lnTo>
                  <a:lnTo>
                    <a:pt x="6841363" y="475004"/>
                  </a:lnTo>
                  <a:lnTo>
                    <a:pt x="6793654" y="542592"/>
                  </a:lnTo>
                  <a:lnTo>
                    <a:pt x="6786527" y="553422"/>
                  </a:lnTo>
                  <a:lnTo>
                    <a:pt x="6751591" y="609200"/>
                  </a:lnTo>
                  <a:lnTo>
                    <a:pt x="6716975" y="668801"/>
                  </a:lnTo>
                  <a:lnTo>
                    <a:pt x="6682491" y="732306"/>
                  </a:lnTo>
                  <a:lnTo>
                    <a:pt x="6647992" y="799738"/>
                  </a:lnTo>
                  <a:lnTo>
                    <a:pt x="6613361" y="871062"/>
                  </a:lnTo>
                  <a:lnTo>
                    <a:pt x="6578514" y="946181"/>
                  </a:lnTo>
                  <a:lnTo>
                    <a:pt x="6543394" y="1024924"/>
                  </a:lnTo>
                  <a:lnTo>
                    <a:pt x="6507970" y="1107055"/>
                  </a:lnTo>
                  <a:lnTo>
                    <a:pt x="6472235" y="1192264"/>
                  </a:lnTo>
                  <a:lnTo>
                    <a:pt x="6436203" y="1280174"/>
                  </a:lnTo>
                  <a:lnTo>
                    <a:pt x="6399908" y="1370344"/>
                  </a:lnTo>
                  <a:lnTo>
                    <a:pt x="6363398" y="1462281"/>
                  </a:lnTo>
                  <a:lnTo>
                    <a:pt x="6326734" y="1555444"/>
                  </a:lnTo>
                  <a:lnTo>
                    <a:pt x="6289986" y="1649265"/>
                  </a:lnTo>
                  <a:lnTo>
                    <a:pt x="6253230" y="1743154"/>
                  </a:lnTo>
                  <a:lnTo>
                    <a:pt x="6216540" y="1836524"/>
                  </a:lnTo>
                  <a:lnTo>
                    <a:pt x="6179988" y="1928798"/>
                  </a:lnTo>
                  <a:lnTo>
                    <a:pt x="6143638" y="2019428"/>
                  </a:lnTo>
                  <a:lnTo>
                    <a:pt x="6107541" y="2107909"/>
                  </a:lnTo>
                  <a:lnTo>
                    <a:pt x="6071734" y="2193787"/>
                  </a:lnTo>
                  <a:lnTo>
                    <a:pt x="6036237" y="2276669"/>
                  </a:lnTo>
                  <a:lnTo>
                    <a:pt x="6001048" y="2356230"/>
                  </a:lnTo>
                  <a:lnTo>
                    <a:pt x="5966141" y="2432214"/>
                  </a:lnTo>
                  <a:lnTo>
                    <a:pt x="5931466" y="2504439"/>
                  </a:lnTo>
                  <a:lnTo>
                    <a:pt x="5896945" y="2572788"/>
                  </a:lnTo>
                  <a:lnTo>
                    <a:pt x="5862470" y="2637212"/>
                  </a:lnTo>
                  <a:lnTo>
                    <a:pt x="5827900" y="2697723"/>
                  </a:lnTo>
                  <a:lnTo>
                    <a:pt x="5793057" y="2754387"/>
                  </a:lnTo>
                  <a:lnTo>
                    <a:pt x="5784835" y="2767113"/>
                  </a:lnTo>
                  <a:lnTo>
                    <a:pt x="5737320" y="2835720"/>
                  </a:lnTo>
                  <a:lnTo>
                    <a:pt x="5688261" y="2897641"/>
                  </a:lnTo>
                  <a:lnTo>
                    <a:pt x="5636942" y="2953197"/>
                  </a:lnTo>
                  <a:lnTo>
                    <a:pt x="5582560" y="3002940"/>
                  </a:lnTo>
                  <a:lnTo>
                    <a:pt x="5524291" y="3047502"/>
                  </a:lnTo>
                  <a:lnTo>
                    <a:pt x="5461356" y="3087501"/>
                  </a:lnTo>
                  <a:lnTo>
                    <a:pt x="5393101" y="3123490"/>
                  </a:lnTo>
                  <a:lnTo>
                    <a:pt x="5319099" y="3155923"/>
                  </a:lnTo>
                  <a:lnTo>
                    <a:pt x="5239294" y="3185144"/>
                  </a:lnTo>
                  <a:lnTo>
                    <a:pt x="5154170" y="3211381"/>
                  </a:lnTo>
                  <a:lnTo>
                    <a:pt x="5064924" y="3234747"/>
                  </a:lnTo>
                  <a:lnTo>
                    <a:pt x="4973614" y="3255257"/>
                  </a:lnTo>
                  <a:lnTo>
                    <a:pt x="4883179" y="3272860"/>
                  </a:lnTo>
                  <a:lnTo>
                    <a:pt x="4797285" y="3287489"/>
                  </a:lnTo>
                  <a:lnTo>
                    <a:pt x="4719898" y="3299124"/>
                  </a:lnTo>
                  <a:lnTo>
                    <a:pt x="4654655" y="3307848"/>
                  </a:lnTo>
                  <a:lnTo>
                    <a:pt x="4604129" y="3313896"/>
                  </a:lnTo>
                  <a:lnTo>
                    <a:pt x="4569233" y="3317655"/>
                  </a:lnTo>
                  <a:lnTo>
                    <a:pt x="4548918" y="3319632"/>
                  </a:lnTo>
                  <a:lnTo>
                    <a:pt x="4540227" y="3320400"/>
                  </a:lnTo>
                  <a:lnTo>
                    <a:pt x="4538547" y="3320536"/>
                  </a:lnTo>
                  <a:lnTo>
                    <a:pt x="4538543" y="3320536"/>
                  </a:lnTo>
                  <a:lnTo>
                    <a:pt x="4016409" y="3320536"/>
                  </a:lnTo>
                  <a:lnTo>
                    <a:pt x="4015140" y="3320541"/>
                  </a:lnTo>
                  <a:lnTo>
                    <a:pt x="4006841" y="3320576"/>
                  </a:lnTo>
                  <a:lnTo>
                    <a:pt x="3986095" y="3320671"/>
                  </a:lnTo>
                  <a:lnTo>
                    <a:pt x="3949446" y="3320860"/>
                  </a:lnTo>
                  <a:lnTo>
                    <a:pt x="3895716" y="3321168"/>
                  </a:lnTo>
                  <a:lnTo>
                    <a:pt x="3826062" y="3321617"/>
                  </a:lnTo>
                  <a:lnTo>
                    <a:pt x="3743577" y="3322218"/>
                  </a:lnTo>
                  <a:lnTo>
                    <a:pt x="3652520" y="3322975"/>
                  </a:lnTo>
                  <a:lnTo>
                    <a:pt x="3557406" y="3323887"/>
                  </a:lnTo>
                  <a:lnTo>
                    <a:pt x="3462255" y="3324949"/>
                  </a:lnTo>
                  <a:lnTo>
                    <a:pt x="3370153" y="3326160"/>
                  </a:lnTo>
                  <a:lnTo>
                    <a:pt x="3283115" y="3327521"/>
                  </a:lnTo>
                  <a:lnTo>
                    <a:pt x="3202186" y="3329043"/>
                  </a:lnTo>
                  <a:lnTo>
                    <a:pt x="3127634" y="3330738"/>
                  </a:lnTo>
                  <a:lnTo>
                    <a:pt x="3059177" y="3332630"/>
                  </a:lnTo>
                  <a:lnTo>
                    <a:pt x="2996178" y="3334746"/>
                  </a:lnTo>
                  <a:lnTo>
                    <a:pt x="2937796" y="3337118"/>
                  </a:lnTo>
                  <a:lnTo>
                    <a:pt x="2883100" y="3339781"/>
                  </a:lnTo>
                  <a:lnTo>
                    <a:pt x="2831156" y="3342767"/>
                  </a:lnTo>
                  <a:lnTo>
                    <a:pt x="2781106" y="3346098"/>
                  </a:lnTo>
                  <a:lnTo>
                    <a:pt x="2770117" y="3346890"/>
                  </a:lnTo>
                  <a:lnTo>
                    <a:pt x="2716006" y="3351093"/>
                  </a:lnTo>
                  <a:lnTo>
                    <a:pt x="2662415" y="3355740"/>
                  </a:lnTo>
                  <a:lnTo>
                    <a:pt x="2608763" y="3360838"/>
                  </a:lnTo>
                  <a:lnTo>
                    <a:pt x="2554658" y="3366376"/>
                  </a:lnTo>
                  <a:lnTo>
                    <a:pt x="2499882" y="3372324"/>
                  </a:lnTo>
                  <a:lnTo>
                    <a:pt x="2444360" y="3378633"/>
                  </a:lnTo>
                  <a:lnTo>
                    <a:pt x="2388149" y="3385237"/>
                  </a:lnTo>
                  <a:lnTo>
                    <a:pt x="2331406" y="3392050"/>
                  </a:lnTo>
                  <a:lnTo>
                    <a:pt x="2274364" y="3398977"/>
                  </a:lnTo>
                  <a:lnTo>
                    <a:pt x="2217298" y="3405913"/>
                  </a:lnTo>
                  <a:lnTo>
                    <a:pt x="2160483" y="3412754"/>
                  </a:lnTo>
                  <a:lnTo>
                    <a:pt x="2104163" y="3419401"/>
                  </a:lnTo>
                  <a:lnTo>
                    <a:pt x="2048511" y="3425769"/>
                  </a:lnTo>
                  <a:lnTo>
                    <a:pt x="1993603" y="3431785"/>
                  </a:lnTo>
                  <a:lnTo>
                    <a:pt x="1939390" y="3437398"/>
                  </a:lnTo>
                  <a:lnTo>
                    <a:pt x="1885680" y="3442576"/>
                  </a:lnTo>
                  <a:lnTo>
                    <a:pt x="1832115" y="3447304"/>
                  </a:lnTo>
                  <a:lnTo>
                    <a:pt x="1778149" y="3451585"/>
                  </a:lnTo>
                  <a:lnTo>
                    <a:pt x="1768425" y="3452303"/>
                  </a:lnTo>
                  <a:lnTo>
                    <a:pt x="1718697" y="3455713"/>
                  </a:lnTo>
                  <a:lnTo>
                    <a:pt x="1667245" y="3458774"/>
                  </a:lnTo>
                  <a:lnTo>
                    <a:pt x="1613243" y="3461507"/>
                  </a:lnTo>
                  <a:lnTo>
                    <a:pt x="1555766" y="3463940"/>
                  </a:lnTo>
                  <a:lnTo>
                    <a:pt x="1493875" y="3466111"/>
                  </a:lnTo>
                  <a:lnTo>
                    <a:pt x="1426702" y="3468050"/>
                  </a:lnTo>
                  <a:lnTo>
                    <a:pt x="1353550" y="3469788"/>
                  </a:lnTo>
                  <a:lnTo>
                    <a:pt x="1274044" y="3471346"/>
                  </a:lnTo>
                  <a:lnTo>
                    <a:pt x="1188311" y="3472743"/>
                  </a:lnTo>
                  <a:lnTo>
                    <a:pt x="1097201" y="3473987"/>
                  </a:lnTo>
                  <a:lnTo>
                    <a:pt x="1002501" y="3475082"/>
                  </a:lnTo>
                  <a:lnTo>
                    <a:pt x="907059" y="3476027"/>
                  </a:lnTo>
                  <a:lnTo>
                    <a:pt x="814712" y="3476820"/>
                  </a:lnTo>
                  <a:lnTo>
                    <a:pt x="729921" y="3477456"/>
                  </a:lnTo>
                  <a:lnTo>
                    <a:pt x="657079" y="3477938"/>
                  </a:lnTo>
                  <a:lnTo>
                    <a:pt x="599616" y="3478276"/>
                  </a:lnTo>
                  <a:lnTo>
                    <a:pt x="559171" y="3478489"/>
                  </a:lnTo>
                  <a:lnTo>
                    <a:pt x="535098" y="3478602"/>
                  </a:lnTo>
                  <a:lnTo>
                    <a:pt x="524426" y="3478648"/>
                  </a:lnTo>
                  <a:lnTo>
                    <a:pt x="522148" y="3478657"/>
                  </a:lnTo>
                  <a:lnTo>
                    <a:pt x="522133" y="3478657"/>
                  </a:lnTo>
                  <a:lnTo>
                    <a:pt x="0" y="3478657"/>
                  </a:lnTo>
                  <a:lnTo>
                    <a:pt x="0" y="3478657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625" name="pg1625"/>
            <p:cNvSpPr/>
            <p:nvPr/>
          </p:nvSpPr>
          <p:spPr>
            <a:xfrm>
              <a:off x="386606" y="2145564"/>
              <a:ext cx="8554953" cy="3100296"/>
            </a:xfrm>
            <a:custGeom>
              <a:avLst/>
              <a:pathLst>
                <a:path w="8554953" h="3100296">
                  <a:moveTo>
                    <a:pt x="0" y="3100296"/>
                  </a:moveTo>
                  <a:lnTo>
                    <a:pt x="522133" y="3100296"/>
                  </a:lnTo>
                  <a:lnTo>
                    <a:pt x="523386" y="3100266"/>
                  </a:lnTo>
                  <a:lnTo>
                    <a:pt x="531581" y="3100049"/>
                  </a:lnTo>
                  <a:lnTo>
                    <a:pt x="552078" y="3099447"/>
                  </a:lnTo>
                  <a:lnTo>
                    <a:pt x="588311" y="3098266"/>
                  </a:lnTo>
                  <a:lnTo>
                    <a:pt x="641478" y="3096332"/>
                  </a:lnTo>
                  <a:lnTo>
                    <a:pt x="710480" y="3093514"/>
                  </a:lnTo>
                  <a:lnTo>
                    <a:pt x="792300" y="3089736"/>
                  </a:lnTo>
                  <a:lnTo>
                    <a:pt x="882755" y="3084975"/>
                  </a:lnTo>
                  <a:lnTo>
                    <a:pt x="977383" y="3079241"/>
                  </a:lnTo>
                  <a:lnTo>
                    <a:pt x="1072187" y="3072557"/>
                  </a:lnTo>
                  <a:lnTo>
                    <a:pt x="1164080" y="3064937"/>
                  </a:lnTo>
                  <a:lnTo>
                    <a:pt x="1251023" y="3056367"/>
                  </a:lnTo>
                  <a:lnTo>
                    <a:pt x="1331944" y="3046795"/>
                  </a:lnTo>
                  <a:lnTo>
                    <a:pt x="1406541" y="3036130"/>
                  </a:lnTo>
                  <a:lnTo>
                    <a:pt x="1475067" y="3024238"/>
                  </a:lnTo>
                  <a:lnTo>
                    <a:pt x="1538133" y="3010948"/>
                  </a:lnTo>
                  <a:lnTo>
                    <a:pt x="1596561" y="2996057"/>
                  </a:lnTo>
                  <a:lnTo>
                    <a:pt x="1651265" y="2979351"/>
                  </a:lnTo>
                  <a:lnTo>
                    <a:pt x="1703170" y="2960624"/>
                  </a:lnTo>
                  <a:lnTo>
                    <a:pt x="1753132" y="2939728"/>
                  </a:lnTo>
                  <a:lnTo>
                    <a:pt x="1768425" y="2932764"/>
                  </a:lnTo>
                  <a:lnTo>
                    <a:pt x="1817923" y="2908445"/>
                  </a:lnTo>
                  <a:lnTo>
                    <a:pt x="1866939" y="2881772"/>
                  </a:lnTo>
                  <a:lnTo>
                    <a:pt x="1915937" y="2852704"/>
                  </a:lnTo>
                  <a:lnTo>
                    <a:pt x="1965245" y="2821276"/>
                  </a:lnTo>
                  <a:lnTo>
                    <a:pt x="2015069" y="2787601"/>
                  </a:lnTo>
                  <a:lnTo>
                    <a:pt x="2065504" y="2751880"/>
                  </a:lnTo>
                  <a:lnTo>
                    <a:pt x="2116553" y="2714398"/>
                  </a:lnTo>
                  <a:lnTo>
                    <a:pt x="2168136" y="2675521"/>
                  </a:lnTo>
                  <a:lnTo>
                    <a:pt x="2220109" y="2635684"/>
                  </a:lnTo>
                  <a:lnTo>
                    <a:pt x="2272281" y="2595370"/>
                  </a:lnTo>
                  <a:lnTo>
                    <a:pt x="2324441" y="2555085"/>
                  </a:lnTo>
                  <a:lnTo>
                    <a:pt x="2376377" y="2515335"/>
                  </a:lnTo>
                  <a:lnTo>
                    <a:pt x="2427905" y="2476598"/>
                  </a:lnTo>
                  <a:lnTo>
                    <a:pt x="2478886" y="2439302"/>
                  </a:lnTo>
                  <a:lnTo>
                    <a:pt x="2529249" y="2403803"/>
                  </a:lnTo>
                  <a:lnTo>
                    <a:pt x="2579006" y="2370379"/>
                  </a:lnTo>
                  <a:lnTo>
                    <a:pt x="2628266" y="2339219"/>
                  </a:lnTo>
                  <a:lnTo>
                    <a:pt x="2677247" y="2310427"/>
                  </a:lnTo>
                  <a:lnTo>
                    <a:pt x="2726291" y="2284028"/>
                  </a:lnTo>
                  <a:lnTo>
                    <a:pt x="2770117" y="2262633"/>
                  </a:lnTo>
                  <a:lnTo>
                    <a:pt x="2819626" y="2241049"/>
                  </a:lnTo>
                  <a:lnTo>
                    <a:pt x="2870839" y="2221657"/>
                  </a:lnTo>
                  <a:lnTo>
                    <a:pt x="2924573" y="2204342"/>
                  </a:lnTo>
                  <a:lnTo>
                    <a:pt x="2981740" y="2188909"/>
                  </a:lnTo>
                  <a:lnTo>
                    <a:pt x="3043266" y="2175142"/>
                  </a:lnTo>
                  <a:lnTo>
                    <a:pt x="3110011" y="2162834"/>
                  </a:lnTo>
                  <a:lnTo>
                    <a:pt x="3182669" y="2151803"/>
                  </a:lnTo>
                  <a:lnTo>
                    <a:pt x="3261620" y="2141902"/>
                  </a:lnTo>
                  <a:lnTo>
                    <a:pt x="3346761" y="2133027"/>
                  </a:lnTo>
                  <a:lnTo>
                    <a:pt x="3437281" y="2125114"/>
                  </a:lnTo>
                  <a:lnTo>
                    <a:pt x="3531460" y="2118138"/>
                  </a:lnTo>
                  <a:lnTo>
                    <a:pt x="3626534" y="2112106"/>
                  </a:lnTo>
                  <a:lnTo>
                    <a:pt x="3718760" y="2107039"/>
                  </a:lnTo>
                  <a:lnTo>
                    <a:pt x="3803751" y="2102955"/>
                  </a:lnTo>
                  <a:lnTo>
                    <a:pt x="3877144" y="2099844"/>
                  </a:lnTo>
                  <a:lnTo>
                    <a:pt x="3935467" y="2097645"/>
                  </a:lnTo>
                  <a:lnTo>
                    <a:pt x="3976960" y="2096246"/>
                  </a:lnTo>
                  <a:lnTo>
                    <a:pt x="4002093" y="2095485"/>
                  </a:lnTo>
                  <a:lnTo>
                    <a:pt x="4013632" y="2095169"/>
                  </a:lnTo>
                  <a:lnTo>
                    <a:pt x="4016409" y="2095100"/>
                  </a:lnTo>
                  <a:lnTo>
                    <a:pt x="4538543" y="2095100"/>
                  </a:lnTo>
                  <a:lnTo>
                    <a:pt x="4539744" y="2095039"/>
                  </a:lnTo>
                  <a:lnTo>
                    <a:pt x="4547610" y="2094607"/>
                  </a:lnTo>
                  <a:lnTo>
                    <a:pt x="4567310" y="2093410"/>
                  </a:lnTo>
                  <a:lnTo>
                    <a:pt x="4602207" y="2091058"/>
                  </a:lnTo>
                  <a:lnTo>
                    <a:pt x="4653561" y="2087203"/>
                  </a:lnTo>
                  <a:lnTo>
                    <a:pt x="4720451" y="2081577"/>
                  </a:lnTo>
                  <a:lnTo>
                    <a:pt x="4800107" y="2074021"/>
                  </a:lnTo>
                  <a:lnTo>
                    <a:pt x="4888586" y="2064479"/>
                  </a:lnTo>
                  <a:lnTo>
                    <a:pt x="4981601" y="2052968"/>
                  </a:lnTo>
                  <a:lnTo>
                    <a:pt x="5075237" y="2039533"/>
                  </a:lnTo>
                  <a:lnTo>
                    <a:pt x="5166407" y="2024206"/>
                  </a:lnTo>
                  <a:lnTo>
                    <a:pt x="5253009" y="2006968"/>
                  </a:lnTo>
                  <a:lnTo>
                    <a:pt x="5333876" y="1987731"/>
                  </a:lnTo>
                  <a:lnTo>
                    <a:pt x="5408603" y="1966326"/>
                  </a:lnTo>
                  <a:lnTo>
                    <a:pt x="5477348" y="1942503"/>
                  </a:lnTo>
                  <a:lnTo>
                    <a:pt x="5540638" y="1915935"/>
                  </a:lnTo>
                  <a:lnTo>
                    <a:pt x="5599228" y="1886232"/>
                  </a:lnTo>
                  <a:lnTo>
                    <a:pt x="5653980" y="1852967"/>
                  </a:lnTo>
                  <a:lnTo>
                    <a:pt x="5705786" y="1815719"/>
                  </a:lnTo>
                  <a:lnTo>
                    <a:pt x="5755490" y="1774152"/>
                  </a:lnTo>
                  <a:lnTo>
                    <a:pt x="5784835" y="1746858"/>
                  </a:lnTo>
                  <a:lnTo>
                    <a:pt x="5826367" y="1704820"/>
                  </a:lnTo>
                  <a:lnTo>
                    <a:pt x="5867500" y="1659359"/>
                  </a:lnTo>
                  <a:lnTo>
                    <a:pt x="5908528" y="1610407"/>
                  </a:lnTo>
                  <a:lnTo>
                    <a:pt x="5949677" y="1557969"/>
                  </a:lnTo>
                  <a:lnTo>
                    <a:pt x="5991105" y="1502125"/>
                  </a:lnTo>
                  <a:lnTo>
                    <a:pt x="6032915" y="1443044"/>
                  </a:lnTo>
                  <a:lnTo>
                    <a:pt x="6075158" y="1380982"/>
                  </a:lnTo>
                  <a:lnTo>
                    <a:pt x="6117837" y="1316283"/>
                  </a:lnTo>
                  <a:lnTo>
                    <a:pt x="6160914" y="1249376"/>
                  </a:lnTo>
                  <a:lnTo>
                    <a:pt x="6204316" y="1180765"/>
                  </a:lnTo>
                  <a:lnTo>
                    <a:pt x="6247945" y="1111012"/>
                  </a:lnTo>
                  <a:lnTo>
                    <a:pt x="6291683" y="1040722"/>
                  </a:lnTo>
                  <a:lnTo>
                    <a:pt x="6335403" y="970517"/>
                  </a:lnTo>
                  <a:lnTo>
                    <a:pt x="6378981" y="901018"/>
                  </a:lnTo>
                  <a:lnTo>
                    <a:pt x="6422303" y="832821"/>
                  </a:lnTo>
                  <a:lnTo>
                    <a:pt x="6465277" y="766473"/>
                  </a:lnTo>
                  <a:lnTo>
                    <a:pt x="6507838" y="702458"/>
                  </a:lnTo>
                  <a:lnTo>
                    <a:pt x="6549960" y="641183"/>
                  </a:lnTo>
                  <a:lnTo>
                    <a:pt x="6591658" y="582969"/>
                  </a:lnTo>
                  <a:lnTo>
                    <a:pt x="6632997" y="528046"/>
                  </a:lnTo>
                  <a:lnTo>
                    <a:pt x="6674094" y="476560"/>
                  </a:lnTo>
                  <a:lnTo>
                    <a:pt x="6715126" y="428569"/>
                  </a:lnTo>
                  <a:lnTo>
                    <a:pt x="6756336" y="384056"/>
                  </a:lnTo>
                  <a:lnTo>
                    <a:pt x="6786527" y="353889"/>
                  </a:lnTo>
                  <a:lnTo>
                    <a:pt x="6835322" y="309630"/>
                  </a:lnTo>
                  <a:lnTo>
                    <a:pt x="6885762" y="269800"/>
                  </a:lnTo>
                  <a:lnTo>
                    <a:pt x="6938628" y="234174"/>
                  </a:lnTo>
                  <a:lnTo>
                    <a:pt x="6994791" y="202370"/>
                  </a:lnTo>
                  <a:lnTo>
                    <a:pt x="7055140" y="173956"/>
                  </a:lnTo>
                  <a:lnTo>
                    <a:pt x="7120506" y="148517"/>
                  </a:lnTo>
                  <a:lnTo>
                    <a:pt x="7191569" y="125684"/>
                  </a:lnTo>
                  <a:lnTo>
                    <a:pt x="7268732" y="105162"/>
                  </a:lnTo>
                  <a:lnTo>
                    <a:pt x="7351953" y="86731"/>
                  </a:lnTo>
                  <a:lnTo>
                    <a:pt x="7440549" y="70255"/>
                  </a:lnTo>
                  <a:lnTo>
                    <a:pt x="7533001" y="55675"/>
                  </a:lnTo>
                  <a:lnTo>
                    <a:pt x="7626813" y="42995"/>
                  </a:lnTo>
                  <a:lnTo>
                    <a:pt x="7718536" y="32257"/>
                  </a:lnTo>
                  <a:lnTo>
                    <a:pt x="7804038" y="23502"/>
                  </a:lnTo>
                  <a:lnTo>
                    <a:pt x="7879072" y="16721"/>
                  </a:lnTo>
                  <a:lnTo>
                    <a:pt x="7940060" y="11820"/>
                  </a:lnTo>
                  <a:lnTo>
                    <a:pt x="7984898" y="8597"/>
                  </a:lnTo>
                  <a:lnTo>
                    <a:pt x="8013515" y="6747"/>
                  </a:lnTo>
                  <a:lnTo>
                    <a:pt x="8028026" y="5900"/>
                  </a:lnTo>
                  <a:lnTo>
                    <a:pt x="8032547" y="5660"/>
                  </a:lnTo>
                  <a:lnTo>
                    <a:pt x="8032819" y="5647"/>
                  </a:lnTo>
                  <a:lnTo>
                    <a:pt x="8554953" y="5647"/>
                  </a:lnTo>
                  <a:lnTo>
                    <a:pt x="8554953" y="0"/>
                  </a:lnTo>
                  <a:lnTo>
                    <a:pt x="8032819" y="0"/>
                  </a:lnTo>
                  <a:lnTo>
                    <a:pt x="8031618" y="60"/>
                  </a:lnTo>
                  <a:lnTo>
                    <a:pt x="8023752" y="493"/>
                  </a:lnTo>
                  <a:lnTo>
                    <a:pt x="8004052" y="1690"/>
                  </a:lnTo>
                  <a:lnTo>
                    <a:pt x="7969155" y="4041"/>
                  </a:lnTo>
                  <a:lnTo>
                    <a:pt x="7917801" y="7897"/>
                  </a:lnTo>
                  <a:lnTo>
                    <a:pt x="7850911" y="13523"/>
                  </a:lnTo>
                  <a:lnTo>
                    <a:pt x="7771255" y="21078"/>
                  </a:lnTo>
                  <a:lnTo>
                    <a:pt x="7682776" y="30620"/>
                  </a:lnTo>
                  <a:lnTo>
                    <a:pt x="7589761" y="42131"/>
                  </a:lnTo>
                  <a:lnTo>
                    <a:pt x="7496125" y="55566"/>
                  </a:lnTo>
                  <a:lnTo>
                    <a:pt x="7404955" y="70894"/>
                  </a:lnTo>
                  <a:lnTo>
                    <a:pt x="7318353" y="88132"/>
                  </a:lnTo>
                  <a:lnTo>
                    <a:pt x="7237486" y="107369"/>
                  </a:lnTo>
                  <a:lnTo>
                    <a:pt x="7162759" y="128773"/>
                  </a:lnTo>
                  <a:lnTo>
                    <a:pt x="7094014" y="152597"/>
                  </a:lnTo>
                  <a:lnTo>
                    <a:pt x="7030724" y="179165"/>
                  </a:lnTo>
                  <a:lnTo>
                    <a:pt x="6972134" y="208868"/>
                  </a:lnTo>
                  <a:lnTo>
                    <a:pt x="6917382" y="242132"/>
                  </a:lnTo>
                  <a:lnTo>
                    <a:pt x="6865576" y="279380"/>
                  </a:lnTo>
                  <a:lnTo>
                    <a:pt x="6815872" y="320948"/>
                  </a:lnTo>
                  <a:lnTo>
                    <a:pt x="6786527" y="348242"/>
                  </a:lnTo>
                  <a:lnTo>
                    <a:pt x="6744995" y="390279"/>
                  </a:lnTo>
                  <a:lnTo>
                    <a:pt x="6703862" y="435741"/>
                  </a:lnTo>
                  <a:lnTo>
                    <a:pt x="6662833" y="484692"/>
                  </a:lnTo>
                  <a:lnTo>
                    <a:pt x="6621685" y="537131"/>
                  </a:lnTo>
                  <a:lnTo>
                    <a:pt x="6580257" y="592974"/>
                  </a:lnTo>
                  <a:lnTo>
                    <a:pt x="6538447" y="652055"/>
                  </a:lnTo>
                  <a:lnTo>
                    <a:pt x="6496204" y="714118"/>
                  </a:lnTo>
                  <a:lnTo>
                    <a:pt x="6453525" y="778817"/>
                  </a:lnTo>
                  <a:lnTo>
                    <a:pt x="6410448" y="845723"/>
                  </a:lnTo>
                  <a:lnTo>
                    <a:pt x="6367046" y="914334"/>
                  </a:lnTo>
                  <a:lnTo>
                    <a:pt x="6323417" y="984087"/>
                  </a:lnTo>
                  <a:lnTo>
                    <a:pt x="6279679" y="1054378"/>
                  </a:lnTo>
                  <a:lnTo>
                    <a:pt x="6235959" y="1124583"/>
                  </a:lnTo>
                  <a:lnTo>
                    <a:pt x="6192381" y="1194081"/>
                  </a:lnTo>
                  <a:lnTo>
                    <a:pt x="6149059" y="1262278"/>
                  </a:lnTo>
                  <a:lnTo>
                    <a:pt x="6106085" y="1328626"/>
                  </a:lnTo>
                  <a:lnTo>
                    <a:pt x="6063524" y="1392641"/>
                  </a:lnTo>
                  <a:lnTo>
                    <a:pt x="6021402" y="1453916"/>
                  </a:lnTo>
                  <a:lnTo>
                    <a:pt x="5979704" y="1512131"/>
                  </a:lnTo>
                  <a:lnTo>
                    <a:pt x="5938365" y="1567053"/>
                  </a:lnTo>
                  <a:lnTo>
                    <a:pt x="5897268" y="1618540"/>
                  </a:lnTo>
                  <a:lnTo>
                    <a:pt x="5856236" y="1666531"/>
                  </a:lnTo>
                  <a:lnTo>
                    <a:pt x="5815026" y="1711043"/>
                  </a:lnTo>
                  <a:lnTo>
                    <a:pt x="5784835" y="1741211"/>
                  </a:lnTo>
                  <a:lnTo>
                    <a:pt x="5736040" y="1785470"/>
                  </a:lnTo>
                  <a:lnTo>
                    <a:pt x="5685600" y="1825299"/>
                  </a:lnTo>
                  <a:lnTo>
                    <a:pt x="5632734" y="1860925"/>
                  </a:lnTo>
                  <a:lnTo>
                    <a:pt x="5576571" y="1892730"/>
                  </a:lnTo>
                  <a:lnTo>
                    <a:pt x="5516222" y="1921143"/>
                  </a:lnTo>
                  <a:lnTo>
                    <a:pt x="5450856" y="1946583"/>
                  </a:lnTo>
                  <a:lnTo>
                    <a:pt x="5379792" y="1969415"/>
                  </a:lnTo>
                  <a:lnTo>
                    <a:pt x="5302630" y="1989937"/>
                  </a:lnTo>
                  <a:lnTo>
                    <a:pt x="5219409" y="2008368"/>
                  </a:lnTo>
                  <a:lnTo>
                    <a:pt x="5130813" y="2024845"/>
                  </a:lnTo>
                  <a:lnTo>
                    <a:pt x="5038361" y="2039425"/>
                  </a:lnTo>
                  <a:lnTo>
                    <a:pt x="4944549" y="2052105"/>
                  </a:lnTo>
                  <a:lnTo>
                    <a:pt x="4852826" y="2062842"/>
                  </a:lnTo>
                  <a:lnTo>
                    <a:pt x="4767324" y="2071598"/>
                  </a:lnTo>
                  <a:lnTo>
                    <a:pt x="4692290" y="2078378"/>
                  </a:lnTo>
                  <a:lnTo>
                    <a:pt x="4631302" y="2083279"/>
                  </a:lnTo>
                  <a:lnTo>
                    <a:pt x="4586463" y="2086503"/>
                  </a:lnTo>
                  <a:lnTo>
                    <a:pt x="4557847" y="2088352"/>
                  </a:lnTo>
                  <a:lnTo>
                    <a:pt x="4543336" y="2089200"/>
                  </a:lnTo>
                  <a:lnTo>
                    <a:pt x="4538815" y="2089439"/>
                  </a:lnTo>
                  <a:lnTo>
                    <a:pt x="4538543" y="2089453"/>
                  </a:lnTo>
                  <a:lnTo>
                    <a:pt x="4016409" y="2089453"/>
                  </a:lnTo>
                  <a:lnTo>
                    <a:pt x="4015156" y="2089483"/>
                  </a:lnTo>
                  <a:lnTo>
                    <a:pt x="4006961" y="2089701"/>
                  </a:lnTo>
                  <a:lnTo>
                    <a:pt x="3986464" y="2090302"/>
                  </a:lnTo>
                  <a:lnTo>
                    <a:pt x="3950231" y="2091483"/>
                  </a:lnTo>
                  <a:lnTo>
                    <a:pt x="3897064" y="2093417"/>
                  </a:lnTo>
                  <a:lnTo>
                    <a:pt x="3828062" y="2096236"/>
                  </a:lnTo>
                  <a:lnTo>
                    <a:pt x="3746242" y="2100013"/>
                  </a:lnTo>
                  <a:lnTo>
                    <a:pt x="3655787" y="2104775"/>
                  </a:lnTo>
                  <a:lnTo>
                    <a:pt x="3561159" y="2110509"/>
                  </a:lnTo>
                  <a:lnTo>
                    <a:pt x="3466355" y="2117192"/>
                  </a:lnTo>
                  <a:lnTo>
                    <a:pt x="3374462" y="2124812"/>
                  </a:lnTo>
                  <a:lnTo>
                    <a:pt x="3287519" y="2133382"/>
                  </a:lnTo>
                  <a:lnTo>
                    <a:pt x="3206598" y="2142954"/>
                  </a:lnTo>
                  <a:lnTo>
                    <a:pt x="3132001" y="2153619"/>
                  </a:lnTo>
                  <a:lnTo>
                    <a:pt x="3063475" y="2165511"/>
                  </a:lnTo>
                  <a:lnTo>
                    <a:pt x="3000409" y="2178802"/>
                  </a:lnTo>
                  <a:lnTo>
                    <a:pt x="2941981" y="2193692"/>
                  </a:lnTo>
                  <a:lnTo>
                    <a:pt x="2887277" y="2210398"/>
                  </a:lnTo>
                  <a:lnTo>
                    <a:pt x="2835372" y="2229125"/>
                  </a:lnTo>
                  <a:lnTo>
                    <a:pt x="2785410" y="2250021"/>
                  </a:lnTo>
                  <a:lnTo>
                    <a:pt x="2770117" y="2256986"/>
                  </a:lnTo>
                  <a:lnTo>
                    <a:pt x="2720619" y="2281304"/>
                  </a:lnTo>
                  <a:lnTo>
                    <a:pt x="2671603" y="2307978"/>
                  </a:lnTo>
                  <a:lnTo>
                    <a:pt x="2622605" y="2337045"/>
                  </a:lnTo>
                  <a:lnTo>
                    <a:pt x="2573297" y="2368473"/>
                  </a:lnTo>
                  <a:lnTo>
                    <a:pt x="2523474" y="2402148"/>
                  </a:lnTo>
                  <a:lnTo>
                    <a:pt x="2473038" y="2437870"/>
                  </a:lnTo>
                  <a:lnTo>
                    <a:pt x="2421989" y="2475352"/>
                  </a:lnTo>
                  <a:lnTo>
                    <a:pt x="2370406" y="2514228"/>
                  </a:lnTo>
                  <a:lnTo>
                    <a:pt x="2318434" y="2554065"/>
                  </a:lnTo>
                  <a:lnTo>
                    <a:pt x="2266261" y="2594379"/>
                  </a:lnTo>
                  <a:lnTo>
                    <a:pt x="2214102" y="2634665"/>
                  </a:lnTo>
                  <a:lnTo>
                    <a:pt x="2162165" y="2674415"/>
                  </a:lnTo>
                  <a:lnTo>
                    <a:pt x="2110637" y="2713151"/>
                  </a:lnTo>
                  <a:lnTo>
                    <a:pt x="2059656" y="2750448"/>
                  </a:lnTo>
                  <a:lnTo>
                    <a:pt x="2009293" y="2785946"/>
                  </a:lnTo>
                  <a:lnTo>
                    <a:pt x="1959536" y="2819370"/>
                  </a:lnTo>
                  <a:lnTo>
                    <a:pt x="1910276" y="2850530"/>
                  </a:lnTo>
                  <a:lnTo>
                    <a:pt x="1861295" y="2879322"/>
                  </a:lnTo>
                  <a:lnTo>
                    <a:pt x="1812251" y="2905721"/>
                  </a:lnTo>
                  <a:lnTo>
                    <a:pt x="1768425" y="2927117"/>
                  </a:lnTo>
                  <a:lnTo>
                    <a:pt x="1718916" y="2948700"/>
                  </a:lnTo>
                  <a:lnTo>
                    <a:pt x="1667703" y="2968092"/>
                  </a:lnTo>
                  <a:lnTo>
                    <a:pt x="1613969" y="2985408"/>
                  </a:lnTo>
                  <a:lnTo>
                    <a:pt x="1556803" y="3000840"/>
                  </a:lnTo>
                  <a:lnTo>
                    <a:pt x="1495277" y="3014607"/>
                  </a:lnTo>
                  <a:lnTo>
                    <a:pt x="1428531" y="3026915"/>
                  </a:lnTo>
                  <a:lnTo>
                    <a:pt x="1355874" y="3037946"/>
                  </a:lnTo>
                  <a:lnTo>
                    <a:pt x="1276922" y="3047847"/>
                  </a:lnTo>
                  <a:lnTo>
                    <a:pt x="1191781" y="3056722"/>
                  </a:lnTo>
                  <a:lnTo>
                    <a:pt x="1101261" y="3064635"/>
                  </a:lnTo>
                  <a:lnTo>
                    <a:pt x="1007083" y="3071611"/>
                  </a:lnTo>
                  <a:lnTo>
                    <a:pt x="912008" y="3077643"/>
                  </a:lnTo>
                  <a:lnTo>
                    <a:pt x="819782" y="3082710"/>
                  </a:lnTo>
                  <a:lnTo>
                    <a:pt x="734792" y="3086794"/>
                  </a:lnTo>
                  <a:lnTo>
                    <a:pt x="661398" y="3089906"/>
                  </a:lnTo>
                  <a:lnTo>
                    <a:pt x="603076" y="3092104"/>
                  </a:lnTo>
                  <a:lnTo>
                    <a:pt x="561582" y="3093503"/>
                  </a:lnTo>
                  <a:lnTo>
                    <a:pt x="536449" y="3094264"/>
                  </a:lnTo>
                  <a:lnTo>
                    <a:pt x="524910" y="3094580"/>
                  </a:lnTo>
                  <a:lnTo>
                    <a:pt x="522133" y="3094649"/>
                  </a:lnTo>
                  <a:lnTo>
                    <a:pt x="0" y="3094649"/>
                  </a:lnTo>
                  <a:close/>
                </a:path>
              </a:pathLst>
            </a:custGeom>
            <a:solidFill>
              <a:srgbClr val="D9B26F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1626" name="pl1626"/>
            <p:cNvSpPr/>
            <p:nvPr/>
          </p:nvSpPr>
          <p:spPr>
            <a:xfrm>
              <a:off x="386606" y="2151211"/>
              <a:ext cx="8554953" cy="3094649"/>
            </a:xfrm>
            <a:custGeom>
              <a:avLst/>
              <a:pathLst>
                <a:path w="8554953" h="3094649">
                  <a:moveTo>
                    <a:pt x="0" y="3094649"/>
                  </a:moveTo>
                  <a:lnTo>
                    <a:pt x="522133" y="3094649"/>
                  </a:lnTo>
                  <a:lnTo>
                    <a:pt x="523386" y="3094619"/>
                  </a:lnTo>
                  <a:lnTo>
                    <a:pt x="531581" y="3094401"/>
                  </a:lnTo>
                  <a:lnTo>
                    <a:pt x="552078" y="3093800"/>
                  </a:lnTo>
                  <a:lnTo>
                    <a:pt x="588311" y="3092619"/>
                  </a:lnTo>
                  <a:lnTo>
                    <a:pt x="641478" y="3090685"/>
                  </a:lnTo>
                  <a:lnTo>
                    <a:pt x="710480" y="3087866"/>
                  </a:lnTo>
                  <a:lnTo>
                    <a:pt x="792300" y="3084089"/>
                  </a:lnTo>
                  <a:lnTo>
                    <a:pt x="882755" y="3079327"/>
                  </a:lnTo>
                  <a:lnTo>
                    <a:pt x="977383" y="3073593"/>
                  </a:lnTo>
                  <a:lnTo>
                    <a:pt x="1072187" y="3066910"/>
                  </a:lnTo>
                  <a:lnTo>
                    <a:pt x="1164080" y="3059290"/>
                  </a:lnTo>
                  <a:lnTo>
                    <a:pt x="1251023" y="3050720"/>
                  </a:lnTo>
                  <a:lnTo>
                    <a:pt x="1331944" y="3041148"/>
                  </a:lnTo>
                  <a:lnTo>
                    <a:pt x="1406541" y="3030483"/>
                  </a:lnTo>
                  <a:lnTo>
                    <a:pt x="1475067" y="3018591"/>
                  </a:lnTo>
                  <a:lnTo>
                    <a:pt x="1538133" y="3005300"/>
                  </a:lnTo>
                  <a:lnTo>
                    <a:pt x="1596561" y="2990410"/>
                  </a:lnTo>
                  <a:lnTo>
                    <a:pt x="1651265" y="2973704"/>
                  </a:lnTo>
                  <a:lnTo>
                    <a:pt x="1703170" y="2954977"/>
                  </a:lnTo>
                  <a:lnTo>
                    <a:pt x="1753132" y="2934081"/>
                  </a:lnTo>
                  <a:lnTo>
                    <a:pt x="1768425" y="2927117"/>
                  </a:lnTo>
                  <a:lnTo>
                    <a:pt x="1817923" y="2902798"/>
                  </a:lnTo>
                  <a:lnTo>
                    <a:pt x="1866939" y="2876124"/>
                  </a:lnTo>
                  <a:lnTo>
                    <a:pt x="1915937" y="2847057"/>
                  </a:lnTo>
                  <a:lnTo>
                    <a:pt x="1965245" y="2815629"/>
                  </a:lnTo>
                  <a:lnTo>
                    <a:pt x="2015069" y="2781954"/>
                  </a:lnTo>
                  <a:lnTo>
                    <a:pt x="2065504" y="2746233"/>
                  </a:lnTo>
                  <a:lnTo>
                    <a:pt x="2116553" y="2708750"/>
                  </a:lnTo>
                  <a:lnTo>
                    <a:pt x="2168136" y="2669874"/>
                  </a:lnTo>
                  <a:lnTo>
                    <a:pt x="2220109" y="2630037"/>
                  </a:lnTo>
                  <a:lnTo>
                    <a:pt x="2272281" y="2589723"/>
                  </a:lnTo>
                  <a:lnTo>
                    <a:pt x="2324441" y="2549437"/>
                  </a:lnTo>
                  <a:lnTo>
                    <a:pt x="2376377" y="2509688"/>
                  </a:lnTo>
                  <a:lnTo>
                    <a:pt x="2427905" y="2470951"/>
                  </a:lnTo>
                  <a:lnTo>
                    <a:pt x="2478886" y="2433655"/>
                  </a:lnTo>
                  <a:lnTo>
                    <a:pt x="2529249" y="2398156"/>
                  </a:lnTo>
                  <a:lnTo>
                    <a:pt x="2579006" y="2364732"/>
                  </a:lnTo>
                  <a:lnTo>
                    <a:pt x="2628266" y="2333572"/>
                  </a:lnTo>
                  <a:lnTo>
                    <a:pt x="2677247" y="2304780"/>
                  </a:lnTo>
                  <a:lnTo>
                    <a:pt x="2726291" y="2278381"/>
                  </a:lnTo>
                  <a:lnTo>
                    <a:pt x="2770117" y="2256986"/>
                  </a:lnTo>
                  <a:lnTo>
                    <a:pt x="2819626" y="2235402"/>
                  </a:lnTo>
                  <a:lnTo>
                    <a:pt x="2870839" y="2216010"/>
                  </a:lnTo>
                  <a:lnTo>
                    <a:pt x="2924573" y="2198695"/>
                  </a:lnTo>
                  <a:lnTo>
                    <a:pt x="2981740" y="2183262"/>
                  </a:lnTo>
                  <a:lnTo>
                    <a:pt x="3043266" y="2169495"/>
                  </a:lnTo>
                  <a:lnTo>
                    <a:pt x="3110011" y="2157187"/>
                  </a:lnTo>
                  <a:lnTo>
                    <a:pt x="3182669" y="2146156"/>
                  </a:lnTo>
                  <a:lnTo>
                    <a:pt x="3261620" y="2136255"/>
                  </a:lnTo>
                  <a:lnTo>
                    <a:pt x="3346761" y="2127380"/>
                  </a:lnTo>
                  <a:lnTo>
                    <a:pt x="3437281" y="2119467"/>
                  </a:lnTo>
                  <a:lnTo>
                    <a:pt x="3531460" y="2112491"/>
                  </a:lnTo>
                  <a:lnTo>
                    <a:pt x="3626534" y="2106459"/>
                  </a:lnTo>
                  <a:lnTo>
                    <a:pt x="3718760" y="2101392"/>
                  </a:lnTo>
                  <a:lnTo>
                    <a:pt x="3803751" y="2097308"/>
                  </a:lnTo>
                  <a:lnTo>
                    <a:pt x="3877144" y="2094196"/>
                  </a:lnTo>
                  <a:lnTo>
                    <a:pt x="3935467" y="2091998"/>
                  </a:lnTo>
                  <a:lnTo>
                    <a:pt x="3976960" y="2090599"/>
                  </a:lnTo>
                  <a:lnTo>
                    <a:pt x="4002093" y="2089838"/>
                  </a:lnTo>
                  <a:lnTo>
                    <a:pt x="4013632" y="2089522"/>
                  </a:lnTo>
                  <a:lnTo>
                    <a:pt x="4016370" y="2089454"/>
                  </a:lnTo>
                  <a:lnTo>
                    <a:pt x="4016409" y="2089453"/>
                  </a:lnTo>
                  <a:lnTo>
                    <a:pt x="4538543" y="2089453"/>
                  </a:lnTo>
                  <a:lnTo>
                    <a:pt x="4539744" y="2089392"/>
                  </a:lnTo>
                  <a:lnTo>
                    <a:pt x="4547610" y="2088959"/>
                  </a:lnTo>
                  <a:lnTo>
                    <a:pt x="4567310" y="2087763"/>
                  </a:lnTo>
                  <a:lnTo>
                    <a:pt x="4602207" y="2085411"/>
                  </a:lnTo>
                  <a:lnTo>
                    <a:pt x="4653561" y="2081556"/>
                  </a:lnTo>
                  <a:lnTo>
                    <a:pt x="4720451" y="2075930"/>
                  </a:lnTo>
                  <a:lnTo>
                    <a:pt x="4800107" y="2068374"/>
                  </a:lnTo>
                  <a:lnTo>
                    <a:pt x="4888586" y="2058832"/>
                  </a:lnTo>
                  <a:lnTo>
                    <a:pt x="4981601" y="2047321"/>
                  </a:lnTo>
                  <a:lnTo>
                    <a:pt x="5075237" y="2033886"/>
                  </a:lnTo>
                  <a:lnTo>
                    <a:pt x="5166407" y="2018559"/>
                  </a:lnTo>
                  <a:lnTo>
                    <a:pt x="5253009" y="2001321"/>
                  </a:lnTo>
                  <a:lnTo>
                    <a:pt x="5333876" y="1982084"/>
                  </a:lnTo>
                  <a:lnTo>
                    <a:pt x="5408603" y="1960679"/>
                  </a:lnTo>
                  <a:lnTo>
                    <a:pt x="5477348" y="1936856"/>
                  </a:lnTo>
                  <a:lnTo>
                    <a:pt x="5540638" y="1910287"/>
                  </a:lnTo>
                  <a:lnTo>
                    <a:pt x="5599228" y="1880585"/>
                  </a:lnTo>
                  <a:lnTo>
                    <a:pt x="5653980" y="1847320"/>
                  </a:lnTo>
                  <a:lnTo>
                    <a:pt x="5705786" y="1810072"/>
                  </a:lnTo>
                  <a:lnTo>
                    <a:pt x="5755490" y="1768504"/>
                  </a:lnTo>
                  <a:lnTo>
                    <a:pt x="5784835" y="1741211"/>
                  </a:lnTo>
                  <a:lnTo>
                    <a:pt x="5826367" y="1699173"/>
                  </a:lnTo>
                  <a:lnTo>
                    <a:pt x="5867500" y="1653712"/>
                  </a:lnTo>
                  <a:lnTo>
                    <a:pt x="5908528" y="1604760"/>
                  </a:lnTo>
                  <a:lnTo>
                    <a:pt x="5949677" y="1552322"/>
                  </a:lnTo>
                  <a:lnTo>
                    <a:pt x="5991105" y="1496478"/>
                  </a:lnTo>
                  <a:lnTo>
                    <a:pt x="6032915" y="1437397"/>
                  </a:lnTo>
                  <a:lnTo>
                    <a:pt x="6075158" y="1375334"/>
                  </a:lnTo>
                  <a:lnTo>
                    <a:pt x="6117837" y="1310636"/>
                  </a:lnTo>
                  <a:lnTo>
                    <a:pt x="6160914" y="1243729"/>
                  </a:lnTo>
                  <a:lnTo>
                    <a:pt x="6204316" y="1175118"/>
                  </a:lnTo>
                  <a:lnTo>
                    <a:pt x="6247945" y="1105365"/>
                  </a:lnTo>
                  <a:lnTo>
                    <a:pt x="6291683" y="1035074"/>
                  </a:lnTo>
                  <a:lnTo>
                    <a:pt x="6335403" y="964870"/>
                  </a:lnTo>
                  <a:lnTo>
                    <a:pt x="6378981" y="895371"/>
                  </a:lnTo>
                  <a:lnTo>
                    <a:pt x="6422303" y="827174"/>
                  </a:lnTo>
                  <a:lnTo>
                    <a:pt x="6465277" y="760826"/>
                  </a:lnTo>
                  <a:lnTo>
                    <a:pt x="6507838" y="696811"/>
                  </a:lnTo>
                  <a:lnTo>
                    <a:pt x="6549960" y="635536"/>
                  </a:lnTo>
                  <a:lnTo>
                    <a:pt x="6591658" y="577321"/>
                  </a:lnTo>
                  <a:lnTo>
                    <a:pt x="6632997" y="522399"/>
                  </a:lnTo>
                  <a:lnTo>
                    <a:pt x="6674094" y="470913"/>
                  </a:lnTo>
                  <a:lnTo>
                    <a:pt x="6715126" y="422922"/>
                  </a:lnTo>
                  <a:lnTo>
                    <a:pt x="6756336" y="378409"/>
                  </a:lnTo>
                  <a:lnTo>
                    <a:pt x="6786527" y="348242"/>
                  </a:lnTo>
                  <a:lnTo>
                    <a:pt x="6835322" y="303983"/>
                  </a:lnTo>
                  <a:lnTo>
                    <a:pt x="6885762" y="264153"/>
                  </a:lnTo>
                  <a:lnTo>
                    <a:pt x="6938628" y="228527"/>
                  </a:lnTo>
                  <a:lnTo>
                    <a:pt x="6994791" y="196723"/>
                  </a:lnTo>
                  <a:lnTo>
                    <a:pt x="7055140" y="168309"/>
                  </a:lnTo>
                  <a:lnTo>
                    <a:pt x="7120506" y="142869"/>
                  </a:lnTo>
                  <a:lnTo>
                    <a:pt x="7191569" y="120037"/>
                  </a:lnTo>
                  <a:lnTo>
                    <a:pt x="7268732" y="99515"/>
                  </a:lnTo>
                  <a:lnTo>
                    <a:pt x="7351953" y="81084"/>
                  </a:lnTo>
                  <a:lnTo>
                    <a:pt x="7440549" y="64608"/>
                  </a:lnTo>
                  <a:lnTo>
                    <a:pt x="7533001" y="50027"/>
                  </a:lnTo>
                  <a:lnTo>
                    <a:pt x="7626813" y="37348"/>
                  </a:lnTo>
                  <a:lnTo>
                    <a:pt x="7718536" y="26610"/>
                  </a:lnTo>
                  <a:lnTo>
                    <a:pt x="7804038" y="17855"/>
                  </a:lnTo>
                  <a:lnTo>
                    <a:pt x="7879072" y="11074"/>
                  </a:lnTo>
                  <a:lnTo>
                    <a:pt x="7940060" y="6173"/>
                  </a:lnTo>
                  <a:lnTo>
                    <a:pt x="7984898" y="2950"/>
                  </a:lnTo>
                  <a:lnTo>
                    <a:pt x="8013515" y="1100"/>
                  </a:lnTo>
                  <a:lnTo>
                    <a:pt x="8028026" y="253"/>
                  </a:lnTo>
                  <a:lnTo>
                    <a:pt x="8032547" y="13"/>
                  </a:lnTo>
                  <a:lnTo>
                    <a:pt x="8032819" y="0"/>
                  </a:lnTo>
                  <a:lnTo>
                    <a:pt x="8554953" y="0"/>
                  </a:lnTo>
                  <a:lnTo>
                    <a:pt x="8554953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627" name="pl1627"/>
            <p:cNvSpPr/>
            <p:nvPr/>
          </p:nvSpPr>
          <p:spPr>
            <a:xfrm>
              <a:off x="386606" y="2145564"/>
              <a:ext cx="8554953" cy="3094649"/>
            </a:xfrm>
            <a:custGeom>
              <a:avLst/>
              <a:pathLst>
                <a:path w="8554953" h="3094649">
                  <a:moveTo>
                    <a:pt x="8554953" y="0"/>
                  </a:moveTo>
                  <a:lnTo>
                    <a:pt x="8032819" y="0"/>
                  </a:lnTo>
                  <a:lnTo>
                    <a:pt x="8031618" y="60"/>
                  </a:lnTo>
                  <a:lnTo>
                    <a:pt x="8023752" y="493"/>
                  </a:lnTo>
                  <a:lnTo>
                    <a:pt x="8004052" y="1690"/>
                  </a:lnTo>
                  <a:lnTo>
                    <a:pt x="7969155" y="4041"/>
                  </a:lnTo>
                  <a:lnTo>
                    <a:pt x="7917801" y="7897"/>
                  </a:lnTo>
                  <a:lnTo>
                    <a:pt x="7850911" y="13523"/>
                  </a:lnTo>
                  <a:lnTo>
                    <a:pt x="7771255" y="21078"/>
                  </a:lnTo>
                  <a:lnTo>
                    <a:pt x="7682776" y="30620"/>
                  </a:lnTo>
                  <a:lnTo>
                    <a:pt x="7589761" y="42131"/>
                  </a:lnTo>
                  <a:lnTo>
                    <a:pt x="7496125" y="55566"/>
                  </a:lnTo>
                  <a:lnTo>
                    <a:pt x="7404955" y="70894"/>
                  </a:lnTo>
                  <a:lnTo>
                    <a:pt x="7318353" y="88132"/>
                  </a:lnTo>
                  <a:lnTo>
                    <a:pt x="7237486" y="107369"/>
                  </a:lnTo>
                  <a:lnTo>
                    <a:pt x="7162759" y="128773"/>
                  </a:lnTo>
                  <a:lnTo>
                    <a:pt x="7094014" y="152597"/>
                  </a:lnTo>
                  <a:lnTo>
                    <a:pt x="7030724" y="179165"/>
                  </a:lnTo>
                  <a:lnTo>
                    <a:pt x="6972134" y="208868"/>
                  </a:lnTo>
                  <a:lnTo>
                    <a:pt x="6917382" y="242132"/>
                  </a:lnTo>
                  <a:lnTo>
                    <a:pt x="6865576" y="279380"/>
                  </a:lnTo>
                  <a:lnTo>
                    <a:pt x="6815872" y="320948"/>
                  </a:lnTo>
                  <a:lnTo>
                    <a:pt x="6786527" y="348242"/>
                  </a:lnTo>
                  <a:lnTo>
                    <a:pt x="6744995" y="390279"/>
                  </a:lnTo>
                  <a:lnTo>
                    <a:pt x="6703862" y="435741"/>
                  </a:lnTo>
                  <a:lnTo>
                    <a:pt x="6662833" y="484692"/>
                  </a:lnTo>
                  <a:lnTo>
                    <a:pt x="6621685" y="537131"/>
                  </a:lnTo>
                  <a:lnTo>
                    <a:pt x="6580257" y="592974"/>
                  </a:lnTo>
                  <a:lnTo>
                    <a:pt x="6538447" y="652055"/>
                  </a:lnTo>
                  <a:lnTo>
                    <a:pt x="6496204" y="714118"/>
                  </a:lnTo>
                  <a:lnTo>
                    <a:pt x="6453525" y="778817"/>
                  </a:lnTo>
                  <a:lnTo>
                    <a:pt x="6410448" y="845723"/>
                  </a:lnTo>
                  <a:lnTo>
                    <a:pt x="6367046" y="914334"/>
                  </a:lnTo>
                  <a:lnTo>
                    <a:pt x="6323417" y="984087"/>
                  </a:lnTo>
                  <a:lnTo>
                    <a:pt x="6279679" y="1054378"/>
                  </a:lnTo>
                  <a:lnTo>
                    <a:pt x="6235959" y="1124583"/>
                  </a:lnTo>
                  <a:lnTo>
                    <a:pt x="6192381" y="1194081"/>
                  </a:lnTo>
                  <a:lnTo>
                    <a:pt x="6149059" y="1262278"/>
                  </a:lnTo>
                  <a:lnTo>
                    <a:pt x="6106085" y="1328626"/>
                  </a:lnTo>
                  <a:lnTo>
                    <a:pt x="6063524" y="1392641"/>
                  </a:lnTo>
                  <a:lnTo>
                    <a:pt x="6021402" y="1453916"/>
                  </a:lnTo>
                  <a:lnTo>
                    <a:pt x="5979704" y="1512131"/>
                  </a:lnTo>
                  <a:lnTo>
                    <a:pt x="5938365" y="1567053"/>
                  </a:lnTo>
                  <a:lnTo>
                    <a:pt x="5897268" y="1618540"/>
                  </a:lnTo>
                  <a:lnTo>
                    <a:pt x="5856236" y="1666531"/>
                  </a:lnTo>
                  <a:lnTo>
                    <a:pt x="5815026" y="1711043"/>
                  </a:lnTo>
                  <a:lnTo>
                    <a:pt x="5784835" y="1741211"/>
                  </a:lnTo>
                  <a:lnTo>
                    <a:pt x="5736040" y="1785470"/>
                  </a:lnTo>
                  <a:lnTo>
                    <a:pt x="5685600" y="1825299"/>
                  </a:lnTo>
                  <a:lnTo>
                    <a:pt x="5632734" y="1860925"/>
                  </a:lnTo>
                  <a:lnTo>
                    <a:pt x="5576571" y="1892730"/>
                  </a:lnTo>
                  <a:lnTo>
                    <a:pt x="5516222" y="1921143"/>
                  </a:lnTo>
                  <a:lnTo>
                    <a:pt x="5450856" y="1946583"/>
                  </a:lnTo>
                  <a:lnTo>
                    <a:pt x="5379792" y="1969415"/>
                  </a:lnTo>
                  <a:lnTo>
                    <a:pt x="5302630" y="1989937"/>
                  </a:lnTo>
                  <a:lnTo>
                    <a:pt x="5219409" y="2008368"/>
                  </a:lnTo>
                  <a:lnTo>
                    <a:pt x="5130813" y="2024845"/>
                  </a:lnTo>
                  <a:lnTo>
                    <a:pt x="5038361" y="2039425"/>
                  </a:lnTo>
                  <a:lnTo>
                    <a:pt x="4944549" y="2052105"/>
                  </a:lnTo>
                  <a:lnTo>
                    <a:pt x="4852826" y="2062842"/>
                  </a:lnTo>
                  <a:lnTo>
                    <a:pt x="4767324" y="2071598"/>
                  </a:lnTo>
                  <a:lnTo>
                    <a:pt x="4692290" y="2078378"/>
                  </a:lnTo>
                  <a:lnTo>
                    <a:pt x="4631302" y="2083279"/>
                  </a:lnTo>
                  <a:lnTo>
                    <a:pt x="4586463" y="2086503"/>
                  </a:lnTo>
                  <a:lnTo>
                    <a:pt x="4557847" y="2088352"/>
                  </a:lnTo>
                  <a:lnTo>
                    <a:pt x="4543336" y="2089200"/>
                  </a:lnTo>
                  <a:lnTo>
                    <a:pt x="4538815" y="2089439"/>
                  </a:lnTo>
                  <a:lnTo>
                    <a:pt x="4538543" y="2089453"/>
                  </a:lnTo>
                  <a:lnTo>
                    <a:pt x="4016409" y="2089453"/>
                  </a:lnTo>
                  <a:lnTo>
                    <a:pt x="4015156" y="2089483"/>
                  </a:lnTo>
                  <a:lnTo>
                    <a:pt x="4006961" y="2089701"/>
                  </a:lnTo>
                  <a:lnTo>
                    <a:pt x="3986464" y="2090302"/>
                  </a:lnTo>
                  <a:lnTo>
                    <a:pt x="3950231" y="2091483"/>
                  </a:lnTo>
                  <a:lnTo>
                    <a:pt x="3897064" y="2093417"/>
                  </a:lnTo>
                  <a:lnTo>
                    <a:pt x="3828062" y="2096236"/>
                  </a:lnTo>
                  <a:lnTo>
                    <a:pt x="3746242" y="2100013"/>
                  </a:lnTo>
                  <a:lnTo>
                    <a:pt x="3655787" y="2104775"/>
                  </a:lnTo>
                  <a:lnTo>
                    <a:pt x="3561159" y="2110509"/>
                  </a:lnTo>
                  <a:lnTo>
                    <a:pt x="3466355" y="2117192"/>
                  </a:lnTo>
                  <a:lnTo>
                    <a:pt x="3374462" y="2124812"/>
                  </a:lnTo>
                  <a:lnTo>
                    <a:pt x="3287519" y="2133382"/>
                  </a:lnTo>
                  <a:lnTo>
                    <a:pt x="3206598" y="2142954"/>
                  </a:lnTo>
                  <a:lnTo>
                    <a:pt x="3132001" y="2153619"/>
                  </a:lnTo>
                  <a:lnTo>
                    <a:pt x="3063475" y="2165511"/>
                  </a:lnTo>
                  <a:lnTo>
                    <a:pt x="3000409" y="2178802"/>
                  </a:lnTo>
                  <a:lnTo>
                    <a:pt x="2941981" y="2193692"/>
                  </a:lnTo>
                  <a:lnTo>
                    <a:pt x="2887277" y="2210398"/>
                  </a:lnTo>
                  <a:lnTo>
                    <a:pt x="2835372" y="2229125"/>
                  </a:lnTo>
                  <a:lnTo>
                    <a:pt x="2785410" y="2250021"/>
                  </a:lnTo>
                  <a:lnTo>
                    <a:pt x="2770117" y="2256986"/>
                  </a:lnTo>
                  <a:lnTo>
                    <a:pt x="2720619" y="2281304"/>
                  </a:lnTo>
                  <a:lnTo>
                    <a:pt x="2671603" y="2307978"/>
                  </a:lnTo>
                  <a:lnTo>
                    <a:pt x="2622605" y="2337045"/>
                  </a:lnTo>
                  <a:lnTo>
                    <a:pt x="2573297" y="2368473"/>
                  </a:lnTo>
                  <a:lnTo>
                    <a:pt x="2523474" y="2402148"/>
                  </a:lnTo>
                  <a:lnTo>
                    <a:pt x="2473038" y="2437870"/>
                  </a:lnTo>
                  <a:lnTo>
                    <a:pt x="2421989" y="2475352"/>
                  </a:lnTo>
                  <a:lnTo>
                    <a:pt x="2370406" y="2514228"/>
                  </a:lnTo>
                  <a:lnTo>
                    <a:pt x="2318434" y="2554065"/>
                  </a:lnTo>
                  <a:lnTo>
                    <a:pt x="2266261" y="2594379"/>
                  </a:lnTo>
                  <a:lnTo>
                    <a:pt x="2214102" y="2634665"/>
                  </a:lnTo>
                  <a:lnTo>
                    <a:pt x="2162165" y="2674415"/>
                  </a:lnTo>
                  <a:lnTo>
                    <a:pt x="2110637" y="2713151"/>
                  </a:lnTo>
                  <a:lnTo>
                    <a:pt x="2059656" y="2750448"/>
                  </a:lnTo>
                  <a:lnTo>
                    <a:pt x="2009293" y="2785946"/>
                  </a:lnTo>
                  <a:lnTo>
                    <a:pt x="1959536" y="2819370"/>
                  </a:lnTo>
                  <a:lnTo>
                    <a:pt x="1910276" y="2850530"/>
                  </a:lnTo>
                  <a:lnTo>
                    <a:pt x="1861295" y="2879322"/>
                  </a:lnTo>
                  <a:lnTo>
                    <a:pt x="1812251" y="2905721"/>
                  </a:lnTo>
                  <a:lnTo>
                    <a:pt x="1768425" y="2927117"/>
                  </a:lnTo>
                  <a:lnTo>
                    <a:pt x="1718916" y="2948700"/>
                  </a:lnTo>
                  <a:lnTo>
                    <a:pt x="1667703" y="2968092"/>
                  </a:lnTo>
                  <a:lnTo>
                    <a:pt x="1613969" y="2985408"/>
                  </a:lnTo>
                  <a:lnTo>
                    <a:pt x="1556803" y="3000840"/>
                  </a:lnTo>
                  <a:lnTo>
                    <a:pt x="1495277" y="3014607"/>
                  </a:lnTo>
                  <a:lnTo>
                    <a:pt x="1428531" y="3026915"/>
                  </a:lnTo>
                  <a:lnTo>
                    <a:pt x="1355874" y="3037946"/>
                  </a:lnTo>
                  <a:lnTo>
                    <a:pt x="1276922" y="3047847"/>
                  </a:lnTo>
                  <a:lnTo>
                    <a:pt x="1191781" y="3056722"/>
                  </a:lnTo>
                  <a:lnTo>
                    <a:pt x="1101261" y="3064635"/>
                  </a:lnTo>
                  <a:lnTo>
                    <a:pt x="1007083" y="3071611"/>
                  </a:lnTo>
                  <a:lnTo>
                    <a:pt x="912008" y="3077643"/>
                  </a:lnTo>
                  <a:lnTo>
                    <a:pt x="819782" y="3082710"/>
                  </a:lnTo>
                  <a:lnTo>
                    <a:pt x="734792" y="3086794"/>
                  </a:lnTo>
                  <a:lnTo>
                    <a:pt x="661398" y="3089906"/>
                  </a:lnTo>
                  <a:lnTo>
                    <a:pt x="603076" y="3092104"/>
                  </a:lnTo>
                  <a:lnTo>
                    <a:pt x="561582" y="3093503"/>
                  </a:lnTo>
                  <a:lnTo>
                    <a:pt x="536449" y="3094264"/>
                  </a:lnTo>
                  <a:lnTo>
                    <a:pt x="524910" y="3094580"/>
                  </a:lnTo>
                  <a:lnTo>
                    <a:pt x="522172" y="3094648"/>
                  </a:lnTo>
                  <a:lnTo>
                    <a:pt x="522133" y="3094649"/>
                  </a:lnTo>
                  <a:lnTo>
                    <a:pt x="0" y="3094649"/>
                  </a:lnTo>
                  <a:lnTo>
                    <a:pt x="0" y="3094649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628" name="pg1628"/>
            <p:cNvSpPr/>
            <p:nvPr/>
          </p:nvSpPr>
          <p:spPr>
            <a:xfrm>
              <a:off x="386606" y="4506081"/>
              <a:ext cx="8554953" cy="779309"/>
            </a:xfrm>
            <a:custGeom>
              <a:avLst/>
              <a:pathLst>
                <a:path w="8554953" h="779309">
                  <a:moveTo>
                    <a:pt x="0" y="773662"/>
                  </a:moveTo>
                  <a:lnTo>
                    <a:pt x="522133" y="773662"/>
                  </a:lnTo>
                  <a:lnTo>
                    <a:pt x="523403" y="773662"/>
                  </a:lnTo>
                  <a:lnTo>
                    <a:pt x="531704" y="773663"/>
                  </a:lnTo>
                  <a:lnTo>
                    <a:pt x="552456" y="773667"/>
                  </a:lnTo>
                  <a:lnTo>
                    <a:pt x="589116" y="773674"/>
                  </a:lnTo>
                  <a:lnTo>
                    <a:pt x="642860" y="773685"/>
                  </a:lnTo>
                  <a:lnTo>
                    <a:pt x="712532" y="773701"/>
                  </a:lnTo>
                  <a:lnTo>
                    <a:pt x="795033" y="773722"/>
                  </a:lnTo>
                  <a:lnTo>
                    <a:pt x="886106" y="773749"/>
                  </a:lnTo>
                  <a:lnTo>
                    <a:pt x="981233" y="773782"/>
                  </a:lnTo>
                  <a:lnTo>
                    <a:pt x="1076392" y="773820"/>
                  </a:lnTo>
                  <a:lnTo>
                    <a:pt x="1168500" y="773863"/>
                  </a:lnTo>
                  <a:lnTo>
                    <a:pt x="1255540" y="773911"/>
                  </a:lnTo>
                  <a:lnTo>
                    <a:pt x="1336469" y="773966"/>
                  </a:lnTo>
                  <a:lnTo>
                    <a:pt x="1411020" y="774026"/>
                  </a:lnTo>
                  <a:lnTo>
                    <a:pt x="1479475" y="774094"/>
                  </a:lnTo>
                  <a:lnTo>
                    <a:pt x="1542472" y="774170"/>
                  </a:lnTo>
                  <a:lnTo>
                    <a:pt x="1600853" y="774254"/>
                  </a:lnTo>
                  <a:lnTo>
                    <a:pt x="1655549" y="774349"/>
                  </a:lnTo>
                  <a:lnTo>
                    <a:pt x="1707494" y="774456"/>
                  </a:lnTo>
                  <a:lnTo>
                    <a:pt x="1757546" y="774575"/>
                  </a:lnTo>
                  <a:lnTo>
                    <a:pt x="1768425" y="774603"/>
                  </a:lnTo>
                  <a:lnTo>
                    <a:pt x="1822684" y="774754"/>
                  </a:lnTo>
                  <a:lnTo>
                    <a:pt x="1876422" y="774920"/>
                  </a:lnTo>
                  <a:lnTo>
                    <a:pt x="1930224" y="775103"/>
                  </a:lnTo>
                  <a:lnTo>
                    <a:pt x="1984483" y="775301"/>
                  </a:lnTo>
                  <a:lnTo>
                    <a:pt x="2039420" y="775515"/>
                  </a:lnTo>
                  <a:lnTo>
                    <a:pt x="2095105" y="775741"/>
                  </a:lnTo>
                  <a:lnTo>
                    <a:pt x="2151483" y="775977"/>
                  </a:lnTo>
                  <a:lnTo>
                    <a:pt x="2208391" y="776221"/>
                  </a:lnTo>
                  <a:lnTo>
                    <a:pt x="2265593" y="776470"/>
                  </a:lnTo>
                  <a:lnTo>
                    <a:pt x="2322813" y="776718"/>
                  </a:lnTo>
                  <a:lnTo>
                    <a:pt x="2379774" y="776963"/>
                  </a:lnTo>
                  <a:lnTo>
                    <a:pt x="2436230" y="777201"/>
                  </a:lnTo>
                  <a:lnTo>
                    <a:pt x="2492010" y="777428"/>
                  </a:lnTo>
                  <a:lnTo>
                    <a:pt x="2547042" y="777643"/>
                  </a:lnTo>
                  <a:lnTo>
                    <a:pt x="2601379" y="777844"/>
                  </a:lnTo>
                  <a:lnTo>
                    <a:pt x="2655222" y="778028"/>
                  </a:lnTo>
                  <a:lnTo>
                    <a:pt x="2708939" y="778197"/>
                  </a:lnTo>
                  <a:lnTo>
                    <a:pt x="2763091" y="778349"/>
                  </a:lnTo>
                  <a:lnTo>
                    <a:pt x="2770117" y="778368"/>
                  </a:lnTo>
                  <a:lnTo>
                    <a:pt x="2819851" y="778490"/>
                  </a:lnTo>
                  <a:lnTo>
                    <a:pt x="2871308" y="778599"/>
                  </a:lnTo>
                  <a:lnTo>
                    <a:pt x="2925318" y="778697"/>
                  </a:lnTo>
                  <a:lnTo>
                    <a:pt x="2982803" y="778784"/>
                  </a:lnTo>
                  <a:lnTo>
                    <a:pt x="3044703" y="778861"/>
                  </a:lnTo>
                  <a:lnTo>
                    <a:pt x="3111888" y="778930"/>
                  </a:lnTo>
                  <a:lnTo>
                    <a:pt x="3185052" y="778992"/>
                  </a:lnTo>
                  <a:lnTo>
                    <a:pt x="3264572" y="779048"/>
                  </a:lnTo>
                  <a:lnTo>
                    <a:pt x="3350320" y="779098"/>
                  </a:lnTo>
                  <a:lnTo>
                    <a:pt x="3441445" y="779142"/>
                  </a:lnTo>
                  <a:lnTo>
                    <a:pt x="3536158" y="779181"/>
                  </a:lnTo>
                  <a:lnTo>
                    <a:pt x="3631610" y="779215"/>
                  </a:lnTo>
                  <a:lnTo>
                    <a:pt x="3723960" y="779244"/>
                  </a:lnTo>
                  <a:lnTo>
                    <a:pt x="3808745" y="779266"/>
                  </a:lnTo>
                  <a:lnTo>
                    <a:pt x="3881573" y="779283"/>
                  </a:lnTo>
                  <a:lnTo>
                    <a:pt x="3939014" y="779296"/>
                  </a:lnTo>
                  <a:lnTo>
                    <a:pt x="3979432" y="779303"/>
                  </a:lnTo>
                  <a:lnTo>
                    <a:pt x="4003478" y="779307"/>
                  </a:lnTo>
                  <a:lnTo>
                    <a:pt x="4014128" y="779309"/>
                  </a:lnTo>
                  <a:lnTo>
                    <a:pt x="4016409" y="779309"/>
                  </a:lnTo>
                  <a:lnTo>
                    <a:pt x="4538543" y="779309"/>
                  </a:lnTo>
                  <a:lnTo>
                    <a:pt x="4539803" y="779286"/>
                  </a:lnTo>
                  <a:lnTo>
                    <a:pt x="4548041" y="779117"/>
                  </a:lnTo>
                  <a:lnTo>
                    <a:pt x="4568641" y="778652"/>
                  </a:lnTo>
                  <a:lnTo>
                    <a:pt x="4605046" y="777738"/>
                  </a:lnTo>
                  <a:lnTo>
                    <a:pt x="4658447" y="776241"/>
                  </a:lnTo>
                  <a:lnTo>
                    <a:pt x="4727720" y="774061"/>
                  </a:lnTo>
                  <a:lnTo>
                    <a:pt x="4809816" y="771139"/>
                  </a:lnTo>
                  <a:lnTo>
                    <a:pt x="4900521" y="767458"/>
                  </a:lnTo>
                  <a:lnTo>
                    <a:pt x="4995352" y="763025"/>
                  </a:lnTo>
                  <a:lnTo>
                    <a:pt x="5090301" y="757859"/>
                  </a:lnTo>
                  <a:lnTo>
                    <a:pt x="5182281" y="751970"/>
                  </a:lnTo>
                  <a:lnTo>
                    <a:pt x="5269264" y="745346"/>
                  </a:lnTo>
                  <a:lnTo>
                    <a:pt x="5350189" y="737947"/>
                  </a:lnTo>
                  <a:lnTo>
                    <a:pt x="5424768" y="729702"/>
                  </a:lnTo>
                  <a:lnTo>
                    <a:pt x="5493265" y="720506"/>
                  </a:lnTo>
                  <a:lnTo>
                    <a:pt x="5556303" y="710226"/>
                  </a:lnTo>
                  <a:lnTo>
                    <a:pt x="5614711" y="698705"/>
                  </a:lnTo>
                  <a:lnTo>
                    <a:pt x="5669412" y="685776"/>
                  </a:lnTo>
                  <a:lnTo>
                    <a:pt x="5721333" y="671282"/>
                  </a:lnTo>
                  <a:lnTo>
                    <a:pt x="5771330" y="655109"/>
                  </a:lnTo>
                  <a:lnTo>
                    <a:pt x="5784835" y="650365"/>
                  </a:lnTo>
                  <a:lnTo>
                    <a:pt x="5836017" y="630976"/>
                  </a:lnTo>
                  <a:lnTo>
                    <a:pt x="5886701" y="609645"/>
                  </a:lnTo>
                  <a:lnTo>
                    <a:pt x="5937395" y="586344"/>
                  </a:lnTo>
                  <a:lnTo>
                    <a:pt x="5988447" y="561106"/>
                  </a:lnTo>
                  <a:lnTo>
                    <a:pt x="6040071" y="534037"/>
                  </a:lnTo>
                  <a:lnTo>
                    <a:pt x="6092356" y="505319"/>
                  </a:lnTo>
                  <a:lnTo>
                    <a:pt x="6145286" y="475209"/>
                  </a:lnTo>
                  <a:lnTo>
                    <a:pt x="6198755" y="444033"/>
                  </a:lnTo>
                  <a:lnTo>
                    <a:pt x="6252589" y="412171"/>
                  </a:lnTo>
                  <a:lnTo>
                    <a:pt x="6306568" y="380044"/>
                  </a:lnTo>
                  <a:lnTo>
                    <a:pt x="6360455" y="348085"/>
                  </a:lnTo>
                  <a:lnTo>
                    <a:pt x="6414024" y="316718"/>
                  </a:lnTo>
                  <a:lnTo>
                    <a:pt x="6467088" y="286336"/>
                  </a:lnTo>
                  <a:lnTo>
                    <a:pt x="6519524" y="257278"/>
                  </a:lnTo>
                  <a:lnTo>
                    <a:pt x="6571293" y="229817"/>
                  </a:lnTo>
                  <a:lnTo>
                    <a:pt x="6622461" y="204154"/>
                  </a:lnTo>
                  <a:lnTo>
                    <a:pt x="6673210" y="180409"/>
                  </a:lnTo>
                  <a:lnTo>
                    <a:pt x="6723858" y="158633"/>
                  </a:lnTo>
                  <a:lnTo>
                    <a:pt x="6774874" y="138810"/>
                  </a:lnTo>
                  <a:lnTo>
                    <a:pt x="6786527" y="134590"/>
                  </a:lnTo>
                  <a:lnTo>
                    <a:pt x="6836127" y="117950"/>
                  </a:lnTo>
                  <a:lnTo>
                    <a:pt x="6887439" y="103002"/>
                  </a:lnTo>
                  <a:lnTo>
                    <a:pt x="6941284" y="89657"/>
                  </a:lnTo>
                  <a:lnTo>
                    <a:pt x="6998580" y="77766"/>
                  </a:lnTo>
                  <a:lnTo>
                    <a:pt x="7060257" y="67161"/>
                  </a:lnTo>
                  <a:lnTo>
                    <a:pt x="7127181" y="57682"/>
                  </a:lnTo>
                  <a:lnTo>
                    <a:pt x="7200043" y="49187"/>
                  </a:lnTo>
                  <a:lnTo>
                    <a:pt x="7279224" y="41564"/>
                  </a:lnTo>
                  <a:lnTo>
                    <a:pt x="7364611" y="34732"/>
                  </a:lnTo>
                  <a:lnTo>
                    <a:pt x="7455376" y="28644"/>
                  </a:lnTo>
                  <a:lnTo>
                    <a:pt x="7549772" y="23279"/>
                  </a:lnTo>
                  <a:lnTo>
                    <a:pt x="7645001" y="18643"/>
                  </a:lnTo>
                  <a:lnTo>
                    <a:pt x="7737278" y="14753"/>
                  </a:lnTo>
                  <a:lnTo>
                    <a:pt x="7822189" y="11623"/>
                  </a:lnTo>
                  <a:lnTo>
                    <a:pt x="7895356" y="9243"/>
                  </a:lnTo>
                  <a:lnTo>
                    <a:pt x="7953324" y="7566"/>
                  </a:lnTo>
                  <a:lnTo>
                    <a:pt x="7994382" y="6504"/>
                  </a:lnTo>
                  <a:lnTo>
                    <a:pt x="8019075" y="5930"/>
                  </a:lnTo>
                  <a:lnTo>
                    <a:pt x="8030250" y="5696"/>
                  </a:lnTo>
                  <a:lnTo>
                    <a:pt x="8032819" y="5647"/>
                  </a:lnTo>
                  <a:lnTo>
                    <a:pt x="8554953" y="5647"/>
                  </a:lnTo>
                  <a:lnTo>
                    <a:pt x="8554953" y="0"/>
                  </a:lnTo>
                  <a:lnTo>
                    <a:pt x="8032819" y="0"/>
                  </a:lnTo>
                  <a:lnTo>
                    <a:pt x="8031559" y="23"/>
                  </a:lnTo>
                  <a:lnTo>
                    <a:pt x="8023321" y="191"/>
                  </a:lnTo>
                  <a:lnTo>
                    <a:pt x="8002721" y="657"/>
                  </a:lnTo>
                  <a:lnTo>
                    <a:pt x="7966316" y="1571"/>
                  </a:lnTo>
                  <a:lnTo>
                    <a:pt x="7912915" y="3067"/>
                  </a:lnTo>
                  <a:lnTo>
                    <a:pt x="7843642" y="5248"/>
                  </a:lnTo>
                  <a:lnTo>
                    <a:pt x="7761546" y="8169"/>
                  </a:lnTo>
                  <a:lnTo>
                    <a:pt x="7670841" y="11851"/>
                  </a:lnTo>
                  <a:lnTo>
                    <a:pt x="7576010" y="16284"/>
                  </a:lnTo>
                  <a:lnTo>
                    <a:pt x="7481061" y="21450"/>
                  </a:lnTo>
                  <a:lnTo>
                    <a:pt x="7389081" y="27339"/>
                  </a:lnTo>
                  <a:lnTo>
                    <a:pt x="7302098" y="33963"/>
                  </a:lnTo>
                  <a:lnTo>
                    <a:pt x="7221173" y="41361"/>
                  </a:lnTo>
                  <a:lnTo>
                    <a:pt x="7146594" y="49606"/>
                  </a:lnTo>
                  <a:lnTo>
                    <a:pt x="7078097" y="58803"/>
                  </a:lnTo>
                  <a:lnTo>
                    <a:pt x="7015059" y="69083"/>
                  </a:lnTo>
                  <a:lnTo>
                    <a:pt x="6956650" y="80604"/>
                  </a:lnTo>
                  <a:lnTo>
                    <a:pt x="6901950" y="93532"/>
                  </a:lnTo>
                  <a:lnTo>
                    <a:pt x="6850029" y="108027"/>
                  </a:lnTo>
                  <a:lnTo>
                    <a:pt x="6800032" y="124199"/>
                  </a:lnTo>
                  <a:lnTo>
                    <a:pt x="6786527" y="128943"/>
                  </a:lnTo>
                  <a:lnTo>
                    <a:pt x="6735345" y="148333"/>
                  </a:lnTo>
                  <a:lnTo>
                    <a:pt x="6684661" y="169664"/>
                  </a:lnTo>
                  <a:lnTo>
                    <a:pt x="6633967" y="192965"/>
                  </a:lnTo>
                  <a:lnTo>
                    <a:pt x="6582915" y="218203"/>
                  </a:lnTo>
                  <a:lnTo>
                    <a:pt x="6531291" y="245271"/>
                  </a:lnTo>
                  <a:lnTo>
                    <a:pt x="6479006" y="273989"/>
                  </a:lnTo>
                  <a:lnTo>
                    <a:pt x="6426076" y="304099"/>
                  </a:lnTo>
                  <a:lnTo>
                    <a:pt x="6372607" y="335276"/>
                  </a:lnTo>
                  <a:lnTo>
                    <a:pt x="6318773" y="367138"/>
                  </a:lnTo>
                  <a:lnTo>
                    <a:pt x="6264794" y="399265"/>
                  </a:lnTo>
                  <a:lnTo>
                    <a:pt x="6210907" y="431224"/>
                  </a:lnTo>
                  <a:lnTo>
                    <a:pt x="6157338" y="462591"/>
                  </a:lnTo>
                  <a:lnTo>
                    <a:pt x="6104274" y="492973"/>
                  </a:lnTo>
                  <a:lnTo>
                    <a:pt x="6051838" y="522031"/>
                  </a:lnTo>
                  <a:lnTo>
                    <a:pt x="6000069" y="549491"/>
                  </a:lnTo>
                  <a:lnTo>
                    <a:pt x="5948901" y="575155"/>
                  </a:lnTo>
                  <a:lnTo>
                    <a:pt x="5898152" y="598900"/>
                  </a:lnTo>
                  <a:lnTo>
                    <a:pt x="5847504" y="620676"/>
                  </a:lnTo>
                  <a:lnTo>
                    <a:pt x="5796488" y="640499"/>
                  </a:lnTo>
                  <a:lnTo>
                    <a:pt x="5784835" y="644718"/>
                  </a:lnTo>
                  <a:lnTo>
                    <a:pt x="5735235" y="661359"/>
                  </a:lnTo>
                  <a:lnTo>
                    <a:pt x="5683923" y="676307"/>
                  </a:lnTo>
                  <a:lnTo>
                    <a:pt x="5630078" y="689651"/>
                  </a:lnTo>
                  <a:lnTo>
                    <a:pt x="5572782" y="701542"/>
                  </a:lnTo>
                  <a:lnTo>
                    <a:pt x="5511105" y="712147"/>
                  </a:lnTo>
                  <a:lnTo>
                    <a:pt x="5444181" y="721627"/>
                  </a:lnTo>
                  <a:lnTo>
                    <a:pt x="5371319" y="730122"/>
                  </a:lnTo>
                  <a:lnTo>
                    <a:pt x="5292138" y="737745"/>
                  </a:lnTo>
                  <a:lnTo>
                    <a:pt x="5206751" y="744576"/>
                  </a:lnTo>
                  <a:lnTo>
                    <a:pt x="5115986" y="750665"/>
                  </a:lnTo>
                  <a:lnTo>
                    <a:pt x="5021590" y="756030"/>
                  </a:lnTo>
                  <a:lnTo>
                    <a:pt x="4926361" y="760666"/>
                  </a:lnTo>
                  <a:lnTo>
                    <a:pt x="4834083" y="764556"/>
                  </a:lnTo>
                  <a:lnTo>
                    <a:pt x="4749173" y="767686"/>
                  </a:lnTo>
                  <a:lnTo>
                    <a:pt x="4676006" y="770066"/>
                  </a:lnTo>
                  <a:lnTo>
                    <a:pt x="4618038" y="771742"/>
                  </a:lnTo>
                  <a:lnTo>
                    <a:pt x="4576980" y="772804"/>
                  </a:lnTo>
                  <a:lnTo>
                    <a:pt x="4552287" y="773378"/>
                  </a:lnTo>
                  <a:lnTo>
                    <a:pt x="4541112" y="773613"/>
                  </a:lnTo>
                  <a:lnTo>
                    <a:pt x="4538543" y="773662"/>
                  </a:lnTo>
                  <a:lnTo>
                    <a:pt x="4016409" y="773662"/>
                  </a:lnTo>
                  <a:lnTo>
                    <a:pt x="4015139" y="773662"/>
                  </a:lnTo>
                  <a:lnTo>
                    <a:pt x="4006838" y="773661"/>
                  </a:lnTo>
                  <a:lnTo>
                    <a:pt x="3986086" y="773657"/>
                  </a:lnTo>
                  <a:lnTo>
                    <a:pt x="3949426" y="773650"/>
                  </a:lnTo>
                  <a:lnTo>
                    <a:pt x="3895682" y="773639"/>
                  </a:lnTo>
                  <a:lnTo>
                    <a:pt x="3826010" y="773623"/>
                  </a:lnTo>
                  <a:lnTo>
                    <a:pt x="3743509" y="773602"/>
                  </a:lnTo>
                  <a:lnTo>
                    <a:pt x="3652436" y="773575"/>
                  </a:lnTo>
                  <a:lnTo>
                    <a:pt x="3557310" y="773542"/>
                  </a:lnTo>
                  <a:lnTo>
                    <a:pt x="3462150" y="773504"/>
                  </a:lnTo>
                  <a:lnTo>
                    <a:pt x="3370042" y="773461"/>
                  </a:lnTo>
                  <a:lnTo>
                    <a:pt x="3283003" y="773412"/>
                  </a:lnTo>
                  <a:lnTo>
                    <a:pt x="3202073" y="773358"/>
                  </a:lnTo>
                  <a:lnTo>
                    <a:pt x="3127522" y="773297"/>
                  </a:lnTo>
                  <a:lnTo>
                    <a:pt x="3059067" y="773230"/>
                  </a:lnTo>
                  <a:lnTo>
                    <a:pt x="2996070" y="773154"/>
                  </a:lnTo>
                  <a:lnTo>
                    <a:pt x="2937689" y="773070"/>
                  </a:lnTo>
                  <a:lnTo>
                    <a:pt x="2882993" y="772974"/>
                  </a:lnTo>
                  <a:lnTo>
                    <a:pt x="2831048" y="772868"/>
                  </a:lnTo>
                  <a:lnTo>
                    <a:pt x="2780996" y="772749"/>
                  </a:lnTo>
                  <a:lnTo>
                    <a:pt x="2770117" y="772721"/>
                  </a:lnTo>
                  <a:lnTo>
                    <a:pt x="2715858" y="772570"/>
                  </a:lnTo>
                  <a:lnTo>
                    <a:pt x="2662121" y="772404"/>
                  </a:lnTo>
                  <a:lnTo>
                    <a:pt x="2608318" y="772221"/>
                  </a:lnTo>
                  <a:lnTo>
                    <a:pt x="2554059" y="772023"/>
                  </a:lnTo>
                  <a:lnTo>
                    <a:pt x="2499122" y="771809"/>
                  </a:lnTo>
                  <a:lnTo>
                    <a:pt x="2443437" y="771583"/>
                  </a:lnTo>
                  <a:lnTo>
                    <a:pt x="2387059" y="771347"/>
                  </a:lnTo>
                  <a:lnTo>
                    <a:pt x="2330152" y="771102"/>
                  </a:lnTo>
                  <a:lnTo>
                    <a:pt x="2272949" y="770854"/>
                  </a:lnTo>
                  <a:lnTo>
                    <a:pt x="2215729" y="770606"/>
                  </a:lnTo>
                  <a:lnTo>
                    <a:pt x="2158769" y="770361"/>
                  </a:lnTo>
                  <a:lnTo>
                    <a:pt x="2102312" y="770123"/>
                  </a:lnTo>
                  <a:lnTo>
                    <a:pt x="2046532" y="769896"/>
                  </a:lnTo>
                  <a:lnTo>
                    <a:pt x="1991501" y="769681"/>
                  </a:lnTo>
                  <a:lnTo>
                    <a:pt x="1937163" y="769480"/>
                  </a:lnTo>
                  <a:lnTo>
                    <a:pt x="1883320" y="769296"/>
                  </a:lnTo>
                  <a:lnTo>
                    <a:pt x="1829603" y="769127"/>
                  </a:lnTo>
                  <a:lnTo>
                    <a:pt x="1775451" y="768974"/>
                  </a:lnTo>
                  <a:lnTo>
                    <a:pt x="1768425" y="768956"/>
                  </a:lnTo>
                  <a:lnTo>
                    <a:pt x="1718691" y="768834"/>
                  </a:lnTo>
                  <a:lnTo>
                    <a:pt x="1667234" y="768725"/>
                  </a:lnTo>
                  <a:lnTo>
                    <a:pt x="1613225" y="768627"/>
                  </a:lnTo>
                  <a:lnTo>
                    <a:pt x="1555739" y="768540"/>
                  </a:lnTo>
                  <a:lnTo>
                    <a:pt x="1493839" y="768463"/>
                  </a:lnTo>
                  <a:lnTo>
                    <a:pt x="1426655" y="768394"/>
                  </a:lnTo>
                  <a:lnTo>
                    <a:pt x="1353490" y="768331"/>
                  </a:lnTo>
                  <a:lnTo>
                    <a:pt x="1273970" y="768276"/>
                  </a:lnTo>
                  <a:lnTo>
                    <a:pt x="1188222" y="768226"/>
                  </a:lnTo>
                  <a:lnTo>
                    <a:pt x="1097097" y="768182"/>
                  </a:lnTo>
                  <a:lnTo>
                    <a:pt x="1002384" y="768142"/>
                  </a:lnTo>
                  <a:lnTo>
                    <a:pt x="906932" y="768109"/>
                  </a:lnTo>
                  <a:lnTo>
                    <a:pt x="814582" y="768080"/>
                  </a:lnTo>
                  <a:lnTo>
                    <a:pt x="729797" y="768058"/>
                  </a:lnTo>
                  <a:lnTo>
                    <a:pt x="656969" y="768040"/>
                  </a:lnTo>
                  <a:lnTo>
                    <a:pt x="599528" y="768028"/>
                  </a:lnTo>
                  <a:lnTo>
                    <a:pt x="559110" y="768021"/>
                  </a:lnTo>
                  <a:lnTo>
                    <a:pt x="535064" y="768017"/>
                  </a:lnTo>
                  <a:lnTo>
                    <a:pt x="524414" y="768015"/>
                  </a:lnTo>
                  <a:lnTo>
                    <a:pt x="522133" y="768015"/>
                  </a:lnTo>
                  <a:lnTo>
                    <a:pt x="0" y="768015"/>
                  </a:lnTo>
                  <a:close/>
                </a:path>
              </a:pathLst>
            </a:custGeom>
            <a:solidFill>
              <a:srgbClr val="D9B26F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1629" name="pl1629"/>
            <p:cNvSpPr/>
            <p:nvPr/>
          </p:nvSpPr>
          <p:spPr>
            <a:xfrm>
              <a:off x="386606" y="4511729"/>
              <a:ext cx="8554953" cy="773662"/>
            </a:xfrm>
            <a:custGeom>
              <a:avLst/>
              <a:pathLst>
                <a:path w="8554953" h="773662">
                  <a:moveTo>
                    <a:pt x="0" y="768015"/>
                  </a:moveTo>
                  <a:lnTo>
                    <a:pt x="522133" y="768015"/>
                  </a:lnTo>
                  <a:lnTo>
                    <a:pt x="523403" y="768015"/>
                  </a:lnTo>
                  <a:lnTo>
                    <a:pt x="531704" y="768016"/>
                  </a:lnTo>
                  <a:lnTo>
                    <a:pt x="552456" y="768020"/>
                  </a:lnTo>
                  <a:lnTo>
                    <a:pt x="589116" y="768026"/>
                  </a:lnTo>
                  <a:lnTo>
                    <a:pt x="642860" y="768037"/>
                  </a:lnTo>
                  <a:lnTo>
                    <a:pt x="712532" y="768053"/>
                  </a:lnTo>
                  <a:lnTo>
                    <a:pt x="795033" y="768075"/>
                  </a:lnTo>
                  <a:lnTo>
                    <a:pt x="886106" y="768102"/>
                  </a:lnTo>
                  <a:lnTo>
                    <a:pt x="981233" y="768134"/>
                  </a:lnTo>
                  <a:lnTo>
                    <a:pt x="1076392" y="768172"/>
                  </a:lnTo>
                  <a:lnTo>
                    <a:pt x="1168500" y="768216"/>
                  </a:lnTo>
                  <a:lnTo>
                    <a:pt x="1255540" y="768264"/>
                  </a:lnTo>
                  <a:lnTo>
                    <a:pt x="1336469" y="768319"/>
                  </a:lnTo>
                  <a:lnTo>
                    <a:pt x="1411020" y="768379"/>
                  </a:lnTo>
                  <a:lnTo>
                    <a:pt x="1479475" y="768447"/>
                  </a:lnTo>
                  <a:lnTo>
                    <a:pt x="1542472" y="768522"/>
                  </a:lnTo>
                  <a:lnTo>
                    <a:pt x="1600853" y="768607"/>
                  </a:lnTo>
                  <a:lnTo>
                    <a:pt x="1655549" y="768702"/>
                  </a:lnTo>
                  <a:lnTo>
                    <a:pt x="1707494" y="768809"/>
                  </a:lnTo>
                  <a:lnTo>
                    <a:pt x="1757546" y="768928"/>
                  </a:lnTo>
                  <a:lnTo>
                    <a:pt x="1768425" y="768956"/>
                  </a:lnTo>
                  <a:lnTo>
                    <a:pt x="1822684" y="769107"/>
                  </a:lnTo>
                  <a:lnTo>
                    <a:pt x="1876422" y="769273"/>
                  </a:lnTo>
                  <a:lnTo>
                    <a:pt x="1930224" y="769456"/>
                  </a:lnTo>
                  <a:lnTo>
                    <a:pt x="1984483" y="769654"/>
                  </a:lnTo>
                  <a:lnTo>
                    <a:pt x="2039420" y="769867"/>
                  </a:lnTo>
                  <a:lnTo>
                    <a:pt x="2095105" y="770093"/>
                  </a:lnTo>
                  <a:lnTo>
                    <a:pt x="2151483" y="770330"/>
                  </a:lnTo>
                  <a:lnTo>
                    <a:pt x="2208391" y="770574"/>
                  </a:lnTo>
                  <a:lnTo>
                    <a:pt x="2265593" y="770822"/>
                  </a:lnTo>
                  <a:lnTo>
                    <a:pt x="2322813" y="771071"/>
                  </a:lnTo>
                  <a:lnTo>
                    <a:pt x="2379774" y="771316"/>
                  </a:lnTo>
                  <a:lnTo>
                    <a:pt x="2436230" y="771553"/>
                  </a:lnTo>
                  <a:lnTo>
                    <a:pt x="2492010" y="771781"/>
                  </a:lnTo>
                  <a:lnTo>
                    <a:pt x="2547042" y="771996"/>
                  </a:lnTo>
                  <a:lnTo>
                    <a:pt x="2601379" y="772196"/>
                  </a:lnTo>
                  <a:lnTo>
                    <a:pt x="2655222" y="772381"/>
                  </a:lnTo>
                  <a:lnTo>
                    <a:pt x="2708939" y="772550"/>
                  </a:lnTo>
                  <a:lnTo>
                    <a:pt x="2763091" y="772702"/>
                  </a:lnTo>
                  <a:lnTo>
                    <a:pt x="2770117" y="772721"/>
                  </a:lnTo>
                  <a:lnTo>
                    <a:pt x="2819851" y="772843"/>
                  </a:lnTo>
                  <a:lnTo>
                    <a:pt x="2871308" y="772952"/>
                  </a:lnTo>
                  <a:lnTo>
                    <a:pt x="2925318" y="773049"/>
                  </a:lnTo>
                  <a:lnTo>
                    <a:pt x="2982803" y="773136"/>
                  </a:lnTo>
                  <a:lnTo>
                    <a:pt x="3044703" y="773214"/>
                  </a:lnTo>
                  <a:lnTo>
                    <a:pt x="3111888" y="773283"/>
                  </a:lnTo>
                  <a:lnTo>
                    <a:pt x="3185052" y="773345"/>
                  </a:lnTo>
                  <a:lnTo>
                    <a:pt x="3264572" y="773401"/>
                  </a:lnTo>
                  <a:lnTo>
                    <a:pt x="3350320" y="773451"/>
                  </a:lnTo>
                  <a:lnTo>
                    <a:pt x="3441445" y="773495"/>
                  </a:lnTo>
                  <a:lnTo>
                    <a:pt x="3536158" y="773534"/>
                  </a:lnTo>
                  <a:lnTo>
                    <a:pt x="3631610" y="773568"/>
                  </a:lnTo>
                  <a:lnTo>
                    <a:pt x="3723960" y="773596"/>
                  </a:lnTo>
                  <a:lnTo>
                    <a:pt x="3808745" y="773619"/>
                  </a:lnTo>
                  <a:lnTo>
                    <a:pt x="3881573" y="773636"/>
                  </a:lnTo>
                  <a:lnTo>
                    <a:pt x="3939014" y="773648"/>
                  </a:lnTo>
                  <a:lnTo>
                    <a:pt x="3979432" y="773656"/>
                  </a:lnTo>
                  <a:lnTo>
                    <a:pt x="4003478" y="773660"/>
                  </a:lnTo>
                  <a:lnTo>
                    <a:pt x="4014128" y="773662"/>
                  </a:lnTo>
                  <a:lnTo>
                    <a:pt x="4016395" y="773662"/>
                  </a:lnTo>
                  <a:lnTo>
                    <a:pt x="4016409" y="773662"/>
                  </a:lnTo>
                  <a:lnTo>
                    <a:pt x="4538543" y="773662"/>
                  </a:lnTo>
                  <a:lnTo>
                    <a:pt x="4539803" y="773638"/>
                  </a:lnTo>
                  <a:lnTo>
                    <a:pt x="4548041" y="773470"/>
                  </a:lnTo>
                  <a:lnTo>
                    <a:pt x="4568641" y="773005"/>
                  </a:lnTo>
                  <a:lnTo>
                    <a:pt x="4605046" y="772091"/>
                  </a:lnTo>
                  <a:lnTo>
                    <a:pt x="4658447" y="770594"/>
                  </a:lnTo>
                  <a:lnTo>
                    <a:pt x="4727720" y="768414"/>
                  </a:lnTo>
                  <a:lnTo>
                    <a:pt x="4809816" y="765492"/>
                  </a:lnTo>
                  <a:lnTo>
                    <a:pt x="4900521" y="761810"/>
                  </a:lnTo>
                  <a:lnTo>
                    <a:pt x="4995352" y="757378"/>
                  </a:lnTo>
                  <a:lnTo>
                    <a:pt x="5090301" y="752212"/>
                  </a:lnTo>
                  <a:lnTo>
                    <a:pt x="5182281" y="746323"/>
                  </a:lnTo>
                  <a:lnTo>
                    <a:pt x="5269264" y="739699"/>
                  </a:lnTo>
                  <a:lnTo>
                    <a:pt x="5350189" y="732300"/>
                  </a:lnTo>
                  <a:lnTo>
                    <a:pt x="5424768" y="724055"/>
                  </a:lnTo>
                  <a:lnTo>
                    <a:pt x="5493265" y="714859"/>
                  </a:lnTo>
                  <a:lnTo>
                    <a:pt x="5556303" y="704578"/>
                  </a:lnTo>
                  <a:lnTo>
                    <a:pt x="5614711" y="693058"/>
                  </a:lnTo>
                  <a:lnTo>
                    <a:pt x="5669412" y="680129"/>
                  </a:lnTo>
                  <a:lnTo>
                    <a:pt x="5721333" y="665634"/>
                  </a:lnTo>
                  <a:lnTo>
                    <a:pt x="5771330" y="649462"/>
                  </a:lnTo>
                  <a:lnTo>
                    <a:pt x="5784835" y="644718"/>
                  </a:lnTo>
                  <a:lnTo>
                    <a:pt x="5836017" y="625328"/>
                  </a:lnTo>
                  <a:lnTo>
                    <a:pt x="5886701" y="603998"/>
                  </a:lnTo>
                  <a:lnTo>
                    <a:pt x="5937395" y="580697"/>
                  </a:lnTo>
                  <a:lnTo>
                    <a:pt x="5988447" y="555459"/>
                  </a:lnTo>
                  <a:lnTo>
                    <a:pt x="6040071" y="528390"/>
                  </a:lnTo>
                  <a:lnTo>
                    <a:pt x="6092356" y="499672"/>
                  </a:lnTo>
                  <a:lnTo>
                    <a:pt x="6145286" y="469562"/>
                  </a:lnTo>
                  <a:lnTo>
                    <a:pt x="6198755" y="438385"/>
                  </a:lnTo>
                  <a:lnTo>
                    <a:pt x="6252589" y="406524"/>
                  </a:lnTo>
                  <a:lnTo>
                    <a:pt x="6306568" y="374397"/>
                  </a:lnTo>
                  <a:lnTo>
                    <a:pt x="6360455" y="342437"/>
                  </a:lnTo>
                  <a:lnTo>
                    <a:pt x="6414024" y="311071"/>
                  </a:lnTo>
                  <a:lnTo>
                    <a:pt x="6467088" y="280688"/>
                  </a:lnTo>
                  <a:lnTo>
                    <a:pt x="6519524" y="251631"/>
                  </a:lnTo>
                  <a:lnTo>
                    <a:pt x="6571293" y="224170"/>
                  </a:lnTo>
                  <a:lnTo>
                    <a:pt x="6622461" y="198506"/>
                  </a:lnTo>
                  <a:lnTo>
                    <a:pt x="6673210" y="174762"/>
                  </a:lnTo>
                  <a:lnTo>
                    <a:pt x="6723858" y="152986"/>
                  </a:lnTo>
                  <a:lnTo>
                    <a:pt x="6774874" y="133163"/>
                  </a:lnTo>
                  <a:lnTo>
                    <a:pt x="6786527" y="128943"/>
                  </a:lnTo>
                  <a:lnTo>
                    <a:pt x="6836127" y="112303"/>
                  </a:lnTo>
                  <a:lnTo>
                    <a:pt x="6887439" y="97355"/>
                  </a:lnTo>
                  <a:lnTo>
                    <a:pt x="6941284" y="84010"/>
                  </a:lnTo>
                  <a:lnTo>
                    <a:pt x="6998580" y="72119"/>
                  </a:lnTo>
                  <a:lnTo>
                    <a:pt x="7060257" y="61514"/>
                  </a:lnTo>
                  <a:lnTo>
                    <a:pt x="7127181" y="52034"/>
                  </a:lnTo>
                  <a:lnTo>
                    <a:pt x="7200043" y="43539"/>
                  </a:lnTo>
                  <a:lnTo>
                    <a:pt x="7279224" y="35917"/>
                  </a:lnTo>
                  <a:lnTo>
                    <a:pt x="7364611" y="29085"/>
                  </a:lnTo>
                  <a:lnTo>
                    <a:pt x="7455376" y="22996"/>
                  </a:lnTo>
                  <a:lnTo>
                    <a:pt x="7549772" y="17631"/>
                  </a:lnTo>
                  <a:lnTo>
                    <a:pt x="7645001" y="12995"/>
                  </a:lnTo>
                  <a:lnTo>
                    <a:pt x="7737278" y="9106"/>
                  </a:lnTo>
                  <a:lnTo>
                    <a:pt x="7822189" y="5975"/>
                  </a:lnTo>
                  <a:lnTo>
                    <a:pt x="7895356" y="3595"/>
                  </a:lnTo>
                  <a:lnTo>
                    <a:pt x="7953324" y="1919"/>
                  </a:lnTo>
                  <a:lnTo>
                    <a:pt x="7994382" y="857"/>
                  </a:lnTo>
                  <a:lnTo>
                    <a:pt x="8019075" y="283"/>
                  </a:lnTo>
                  <a:lnTo>
                    <a:pt x="8030250" y="49"/>
                  </a:lnTo>
                  <a:lnTo>
                    <a:pt x="8032792" y="0"/>
                  </a:lnTo>
                  <a:lnTo>
                    <a:pt x="8032819" y="0"/>
                  </a:lnTo>
                  <a:lnTo>
                    <a:pt x="8554953" y="0"/>
                  </a:lnTo>
                  <a:lnTo>
                    <a:pt x="8554953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630" name="pl1630"/>
            <p:cNvSpPr/>
            <p:nvPr/>
          </p:nvSpPr>
          <p:spPr>
            <a:xfrm>
              <a:off x="386606" y="4506081"/>
              <a:ext cx="8554953" cy="773662"/>
            </a:xfrm>
            <a:custGeom>
              <a:avLst/>
              <a:pathLst>
                <a:path w="8554953" h="773662">
                  <a:moveTo>
                    <a:pt x="8554953" y="0"/>
                  </a:moveTo>
                  <a:lnTo>
                    <a:pt x="8032819" y="0"/>
                  </a:lnTo>
                  <a:lnTo>
                    <a:pt x="8031559" y="23"/>
                  </a:lnTo>
                  <a:lnTo>
                    <a:pt x="8023321" y="191"/>
                  </a:lnTo>
                  <a:lnTo>
                    <a:pt x="8002721" y="657"/>
                  </a:lnTo>
                  <a:lnTo>
                    <a:pt x="7966316" y="1571"/>
                  </a:lnTo>
                  <a:lnTo>
                    <a:pt x="7912915" y="3067"/>
                  </a:lnTo>
                  <a:lnTo>
                    <a:pt x="7843642" y="5248"/>
                  </a:lnTo>
                  <a:lnTo>
                    <a:pt x="7761546" y="8169"/>
                  </a:lnTo>
                  <a:lnTo>
                    <a:pt x="7670841" y="11851"/>
                  </a:lnTo>
                  <a:lnTo>
                    <a:pt x="7576010" y="16284"/>
                  </a:lnTo>
                  <a:lnTo>
                    <a:pt x="7481061" y="21450"/>
                  </a:lnTo>
                  <a:lnTo>
                    <a:pt x="7389081" y="27339"/>
                  </a:lnTo>
                  <a:lnTo>
                    <a:pt x="7302098" y="33963"/>
                  </a:lnTo>
                  <a:lnTo>
                    <a:pt x="7221173" y="41361"/>
                  </a:lnTo>
                  <a:lnTo>
                    <a:pt x="7146594" y="49606"/>
                  </a:lnTo>
                  <a:lnTo>
                    <a:pt x="7078097" y="58803"/>
                  </a:lnTo>
                  <a:lnTo>
                    <a:pt x="7015059" y="69083"/>
                  </a:lnTo>
                  <a:lnTo>
                    <a:pt x="6956650" y="80604"/>
                  </a:lnTo>
                  <a:lnTo>
                    <a:pt x="6901950" y="93532"/>
                  </a:lnTo>
                  <a:lnTo>
                    <a:pt x="6850029" y="108027"/>
                  </a:lnTo>
                  <a:lnTo>
                    <a:pt x="6800032" y="124199"/>
                  </a:lnTo>
                  <a:lnTo>
                    <a:pt x="6786527" y="128943"/>
                  </a:lnTo>
                  <a:lnTo>
                    <a:pt x="6735345" y="148333"/>
                  </a:lnTo>
                  <a:lnTo>
                    <a:pt x="6684661" y="169664"/>
                  </a:lnTo>
                  <a:lnTo>
                    <a:pt x="6633967" y="192965"/>
                  </a:lnTo>
                  <a:lnTo>
                    <a:pt x="6582915" y="218203"/>
                  </a:lnTo>
                  <a:lnTo>
                    <a:pt x="6531291" y="245271"/>
                  </a:lnTo>
                  <a:lnTo>
                    <a:pt x="6479006" y="273989"/>
                  </a:lnTo>
                  <a:lnTo>
                    <a:pt x="6426076" y="304099"/>
                  </a:lnTo>
                  <a:lnTo>
                    <a:pt x="6372607" y="335276"/>
                  </a:lnTo>
                  <a:lnTo>
                    <a:pt x="6318773" y="367138"/>
                  </a:lnTo>
                  <a:lnTo>
                    <a:pt x="6264794" y="399265"/>
                  </a:lnTo>
                  <a:lnTo>
                    <a:pt x="6210907" y="431224"/>
                  </a:lnTo>
                  <a:lnTo>
                    <a:pt x="6157338" y="462591"/>
                  </a:lnTo>
                  <a:lnTo>
                    <a:pt x="6104274" y="492973"/>
                  </a:lnTo>
                  <a:lnTo>
                    <a:pt x="6051838" y="522031"/>
                  </a:lnTo>
                  <a:lnTo>
                    <a:pt x="6000069" y="549491"/>
                  </a:lnTo>
                  <a:lnTo>
                    <a:pt x="5948901" y="575155"/>
                  </a:lnTo>
                  <a:lnTo>
                    <a:pt x="5898152" y="598900"/>
                  </a:lnTo>
                  <a:lnTo>
                    <a:pt x="5847504" y="620676"/>
                  </a:lnTo>
                  <a:lnTo>
                    <a:pt x="5796488" y="640499"/>
                  </a:lnTo>
                  <a:lnTo>
                    <a:pt x="5784835" y="644718"/>
                  </a:lnTo>
                  <a:lnTo>
                    <a:pt x="5735235" y="661359"/>
                  </a:lnTo>
                  <a:lnTo>
                    <a:pt x="5683923" y="676307"/>
                  </a:lnTo>
                  <a:lnTo>
                    <a:pt x="5630078" y="689651"/>
                  </a:lnTo>
                  <a:lnTo>
                    <a:pt x="5572782" y="701542"/>
                  </a:lnTo>
                  <a:lnTo>
                    <a:pt x="5511105" y="712147"/>
                  </a:lnTo>
                  <a:lnTo>
                    <a:pt x="5444181" y="721627"/>
                  </a:lnTo>
                  <a:lnTo>
                    <a:pt x="5371319" y="730122"/>
                  </a:lnTo>
                  <a:lnTo>
                    <a:pt x="5292138" y="737745"/>
                  </a:lnTo>
                  <a:lnTo>
                    <a:pt x="5206751" y="744576"/>
                  </a:lnTo>
                  <a:lnTo>
                    <a:pt x="5115986" y="750665"/>
                  </a:lnTo>
                  <a:lnTo>
                    <a:pt x="5021590" y="756030"/>
                  </a:lnTo>
                  <a:lnTo>
                    <a:pt x="4926361" y="760666"/>
                  </a:lnTo>
                  <a:lnTo>
                    <a:pt x="4834083" y="764556"/>
                  </a:lnTo>
                  <a:lnTo>
                    <a:pt x="4749173" y="767686"/>
                  </a:lnTo>
                  <a:lnTo>
                    <a:pt x="4676006" y="770066"/>
                  </a:lnTo>
                  <a:lnTo>
                    <a:pt x="4618038" y="771742"/>
                  </a:lnTo>
                  <a:lnTo>
                    <a:pt x="4576980" y="772804"/>
                  </a:lnTo>
                  <a:lnTo>
                    <a:pt x="4552287" y="773378"/>
                  </a:lnTo>
                  <a:lnTo>
                    <a:pt x="4541112" y="773613"/>
                  </a:lnTo>
                  <a:lnTo>
                    <a:pt x="4538570" y="773661"/>
                  </a:lnTo>
                  <a:lnTo>
                    <a:pt x="4538543" y="773662"/>
                  </a:lnTo>
                  <a:lnTo>
                    <a:pt x="4016409" y="773662"/>
                  </a:lnTo>
                  <a:lnTo>
                    <a:pt x="4015139" y="773662"/>
                  </a:lnTo>
                  <a:lnTo>
                    <a:pt x="4006838" y="773661"/>
                  </a:lnTo>
                  <a:lnTo>
                    <a:pt x="3986086" y="773657"/>
                  </a:lnTo>
                  <a:lnTo>
                    <a:pt x="3949426" y="773650"/>
                  </a:lnTo>
                  <a:lnTo>
                    <a:pt x="3895682" y="773639"/>
                  </a:lnTo>
                  <a:lnTo>
                    <a:pt x="3826010" y="773623"/>
                  </a:lnTo>
                  <a:lnTo>
                    <a:pt x="3743509" y="773602"/>
                  </a:lnTo>
                  <a:lnTo>
                    <a:pt x="3652436" y="773575"/>
                  </a:lnTo>
                  <a:lnTo>
                    <a:pt x="3557310" y="773542"/>
                  </a:lnTo>
                  <a:lnTo>
                    <a:pt x="3462150" y="773504"/>
                  </a:lnTo>
                  <a:lnTo>
                    <a:pt x="3370042" y="773461"/>
                  </a:lnTo>
                  <a:lnTo>
                    <a:pt x="3283003" y="773412"/>
                  </a:lnTo>
                  <a:lnTo>
                    <a:pt x="3202073" y="773358"/>
                  </a:lnTo>
                  <a:lnTo>
                    <a:pt x="3127522" y="773297"/>
                  </a:lnTo>
                  <a:lnTo>
                    <a:pt x="3059067" y="773230"/>
                  </a:lnTo>
                  <a:lnTo>
                    <a:pt x="2996070" y="773154"/>
                  </a:lnTo>
                  <a:lnTo>
                    <a:pt x="2937689" y="773070"/>
                  </a:lnTo>
                  <a:lnTo>
                    <a:pt x="2882993" y="772974"/>
                  </a:lnTo>
                  <a:lnTo>
                    <a:pt x="2831048" y="772868"/>
                  </a:lnTo>
                  <a:lnTo>
                    <a:pt x="2780996" y="772749"/>
                  </a:lnTo>
                  <a:lnTo>
                    <a:pt x="2770117" y="772721"/>
                  </a:lnTo>
                  <a:lnTo>
                    <a:pt x="2715858" y="772570"/>
                  </a:lnTo>
                  <a:lnTo>
                    <a:pt x="2662121" y="772404"/>
                  </a:lnTo>
                  <a:lnTo>
                    <a:pt x="2608318" y="772221"/>
                  </a:lnTo>
                  <a:lnTo>
                    <a:pt x="2554059" y="772023"/>
                  </a:lnTo>
                  <a:lnTo>
                    <a:pt x="2499122" y="771809"/>
                  </a:lnTo>
                  <a:lnTo>
                    <a:pt x="2443437" y="771583"/>
                  </a:lnTo>
                  <a:lnTo>
                    <a:pt x="2387059" y="771347"/>
                  </a:lnTo>
                  <a:lnTo>
                    <a:pt x="2330152" y="771102"/>
                  </a:lnTo>
                  <a:lnTo>
                    <a:pt x="2272949" y="770854"/>
                  </a:lnTo>
                  <a:lnTo>
                    <a:pt x="2215729" y="770606"/>
                  </a:lnTo>
                  <a:lnTo>
                    <a:pt x="2158769" y="770361"/>
                  </a:lnTo>
                  <a:lnTo>
                    <a:pt x="2102312" y="770123"/>
                  </a:lnTo>
                  <a:lnTo>
                    <a:pt x="2046532" y="769896"/>
                  </a:lnTo>
                  <a:lnTo>
                    <a:pt x="1991501" y="769681"/>
                  </a:lnTo>
                  <a:lnTo>
                    <a:pt x="1937163" y="769480"/>
                  </a:lnTo>
                  <a:lnTo>
                    <a:pt x="1883320" y="769296"/>
                  </a:lnTo>
                  <a:lnTo>
                    <a:pt x="1829603" y="769127"/>
                  </a:lnTo>
                  <a:lnTo>
                    <a:pt x="1775451" y="768974"/>
                  </a:lnTo>
                  <a:lnTo>
                    <a:pt x="1768425" y="768956"/>
                  </a:lnTo>
                  <a:lnTo>
                    <a:pt x="1718691" y="768834"/>
                  </a:lnTo>
                  <a:lnTo>
                    <a:pt x="1667234" y="768725"/>
                  </a:lnTo>
                  <a:lnTo>
                    <a:pt x="1613225" y="768627"/>
                  </a:lnTo>
                  <a:lnTo>
                    <a:pt x="1555739" y="768540"/>
                  </a:lnTo>
                  <a:lnTo>
                    <a:pt x="1493839" y="768463"/>
                  </a:lnTo>
                  <a:lnTo>
                    <a:pt x="1426655" y="768394"/>
                  </a:lnTo>
                  <a:lnTo>
                    <a:pt x="1353490" y="768331"/>
                  </a:lnTo>
                  <a:lnTo>
                    <a:pt x="1273970" y="768276"/>
                  </a:lnTo>
                  <a:lnTo>
                    <a:pt x="1188222" y="768226"/>
                  </a:lnTo>
                  <a:lnTo>
                    <a:pt x="1097097" y="768182"/>
                  </a:lnTo>
                  <a:lnTo>
                    <a:pt x="1002384" y="768142"/>
                  </a:lnTo>
                  <a:lnTo>
                    <a:pt x="906932" y="768109"/>
                  </a:lnTo>
                  <a:lnTo>
                    <a:pt x="814582" y="768080"/>
                  </a:lnTo>
                  <a:lnTo>
                    <a:pt x="729797" y="768058"/>
                  </a:lnTo>
                  <a:lnTo>
                    <a:pt x="656969" y="768040"/>
                  </a:lnTo>
                  <a:lnTo>
                    <a:pt x="599528" y="768028"/>
                  </a:lnTo>
                  <a:lnTo>
                    <a:pt x="559110" y="768021"/>
                  </a:lnTo>
                  <a:lnTo>
                    <a:pt x="535064" y="768017"/>
                  </a:lnTo>
                  <a:lnTo>
                    <a:pt x="524414" y="768015"/>
                  </a:lnTo>
                  <a:lnTo>
                    <a:pt x="522147" y="768015"/>
                  </a:lnTo>
                  <a:lnTo>
                    <a:pt x="522133" y="768015"/>
                  </a:lnTo>
                  <a:lnTo>
                    <a:pt x="0" y="768015"/>
                  </a:lnTo>
                  <a:lnTo>
                    <a:pt x="0" y="768015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631" name="pg1631"/>
            <p:cNvSpPr/>
            <p:nvPr/>
          </p:nvSpPr>
          <p:spPr>
            <a:xfrm>
              <a:off x="386606" y="5234566"/>
              <a:ext cx="8554953" cy="73413"/>
            </a:xfrm>
            <a:custGeom>
              <a:avLst/>
              <a:pathLst>
                <a:path w="8554953" h="73413">
                  <a:moveTo>
                    <a:pt x="0" y="50824"/>
                  </a:moveTo>
                  <a:lnTo>
                    <a:pt x="522133" y="50824"/>
                  </a:lnTo>
                  <a:lnTo>
                    <a:pt x="523403" y="50825"/>
                  </a:lnTo>
                  <a:lnTo>
                    <a:pt x="531704" y="50830"/>
                  </a:lnTo>
                  <a:lnTo>
                    <a:pt x="552456" y="50843"/>
                  </a:lnTo>
                  <a:lnTo>
                    <a:pt x="589116" y="50870"/>
                  </a:lnTo>
                  <a:lnTo>
                    <a:pt x="642860" y="50914"/>
                  </a:lnTo>
                  <a:lnTo>
                    <a:pt x="712531" y="50978"/>
                  </a:lnTo>
                  <a:lnTo>
                    <a:pt x="795032" y="51064"/>
                  </a:lnTo>
                  <a:lnTo>
                    <a:pt x="886104" y="51173"/>
                  </a:lnTo>
                  <a:lnTo>
                    <a:pt x="981231" y="51303"/>
                  </a:lnTo>
                  <a:lnTo>
                    <a:pt x="1076390" y="51455"/>
                  </a:lnTo>
                  <a:lnTo>
                    <a:pt x="1168498" y="51628"/>
                  </a:lnTo>
                  <a:lnTo>
                    <a:pt x="1255537" y="51822"/>
                  </a:lnTo>
                  <a:lnTo>
                    <a:pt x="1336467" y="52040"/>
                  </a:lnTo>
                  <a:lnTo>
                    <a:pt x="1411018" y="52282"/>
                  </a:lnTo>
                  <a:lnTo>
                    <a:pt x="1479473" y="52552"/>
                  </a:lnTo>
                  <a:lnTo>
                    <a:pt x="1542470" y="52855"/>
                  </a:lnTo>
                  <a:lnTo>
                    <a:pt x="1600851" y="53194"/>
                  </a:lnTo>
                  <a:lnTo>
                    <a:pt x="1655547" y="53574"/>
                  </a:lnTo>
                  <a:lnTo>
                    <a:pt x="1707492" y="54001"/>
                  </a:lnTo>
                  <a:lnTo>
                    <a:pt x="1757544" y="54477"/>
                  </a:lnTo>
                  <a:lnTo>
                    <a:pt x="1768425" y="54589"/>
                  </a:lnTo>
                  <a:lnTo>
                    <a:pt x="1822681" y="55191"/>
                  </a:lnTo>
                  <a:lnTo>
                    <a:pt x="1876416" y="55857"/>
                  </a:lnTo>
                  <a:lnTo>
                    <a:pt x="1930216" y="56588"/>
                  </a:lnTo>
                  <a:lnTo>
                    <a:pt x="1984472" y="57381"/>
                  </a:lnTo>
                  <a:lnTo>
                    <a:pt x="2039405" y="58234"/>
                  </a:lnTo>
                  <a:lnTo>
                    <a:pt x="2095087" y="59139"/>
                  </a:lnTo>
                  <a:lnTo>
                    <a:pt x="2151462" y="60085"/>
                  </a:lnTo>
                  <a:lnTo>
                    <a:pt x="2208366" y="61062"/>
                  </a:lnTo>
                  <a:lnTo>
                    <a:pt x="2265566" y="62054"/>
                  </a:lnTo>
                  <a:lnTo>
                    <a:pt x="2322783" y="63047"/>
                  </a:lnTo>
                  <a:lnTo>
                    <a:pt x="2379740" y="64027"/>
                  </a:lnTo>
                  <a:lnTo>
                    <a:pt x="2436194" y="64978"/>
                  </a:lnTo>
                  <a:lnTo>
                    <a:pt x="2491972" y="65888"/>
                  </a:lnTo>
                  <a:lnTo>
                    <a:pt x="2547001" y="66748"/>
                  </a:lnTo>
                  <a:lnTo>
                    <a:pt x="2601336" y="67550"/>
                  </a:lnTo>
                  <a:lnTo>
                    <a:pt x="2655176" y="68289"/>
                  </a:lnTo>
                  <a:lnTo>
                    <a:pt x="2708891" y="68963"/>
                  </a:lnTo>
                  <a:lnTo>
                    <a:pt x="2763039" y="69574"/>
                  </a:lnTo>
                  <a:lnTo>
                    <a:pt x="2770117" y="69648"/>
                  </a:lnTo>
                  <a:lnTo>
                    <a:pt x="2819851" y="70135"/>
                  </a:lnTo>
                  <a:lnTo>
                    <a:pt x="2871308" y="70572"/>
                  </a:lnTo>
                  <a:lnTo>
                    <a:pt x="2925317" y="70963"/>
                  </a:lnTo>
                  <a:lnTo>
                    <a:pt x="2982802" y="71311"/>
                  </a:lnTo>
                  <a:lnTo>
                    <a:pt x="3044702" y="71621"/>
                  </a:lnTo>
                  <a:lnTo>
                    <a:pt x="3111887" y="71898"/>
                  </a:lnTo>
                  <a:lnTo>
                    <a:pt x="3185051" y="72146"/>
                  </a:lnTo>
                  <a:lnTo>
                    <a:pt x="3264570" y="72369"/>
                  </a:lnTo>
                  <a:lnTo>
                    <a:pt x="3350319" y="72568"/>
                  </a:lnTo>
                  <a:lnTo>
                    <a:pt x="3441443" y="72746"/>
                  </a:lnTo>
                  <a:lnTo>
                    <a:pt x="3536156" y="72902"/>
                  </a:lnTo>
                  <a:lnTo>
                    <a:pt x="3631608" y="73037"/>
                  </a:lnTo>
                  <a:lnTo>
                    <a:pt x="3723958" y="73150"/>
                  </a:lnTo>
                  <a:lnTo>
                    <a:pt x="3808743" y="73241"/>
                  </a:lnTo>
                  <a:lnTo>
                    <a:pt x="3881571" y="73310"/>
                  </a:lnTo>
                  <a:lnTo>
                    <a:pt x="3939013" y="73358"/>
                  </a:lnTo>
                  <a:lnTo>
                    <a:pt x="3979431" y="73389"/>
                  </a:lnTo>
                  <a:lnTo>
                    <a:pt x="4003477" y="73405"/>
                  </a:lnTo>
                  <a:lnTo>
                    <a:pt x="4014128" y="73411"/>
                  </a:lnTo>
                  <a:lnTo>
                    <a:pt x="4016409" y="73413"/>
                  </a:lnTo>
                  <a:lnTo>
                    <a:pt x="4538543" y="73413"/>
                  </a:lnTo>
                  <a:lnTo>
                    <a:pt x="4539813" y="73411"/>
                  </a:lnTo>
                  <a:lnTo>
                    <a:pt x="4548113" y="73396"/>
                  </a:lnTo>
                  <a:lnTo>
                    <a:pt x="4568864" y="73355"/>
                  </a:lnTo>
                  <a:lnTo>
                    <a:pt x="4605522" y="73274"/>
                  </a:lnTo>
                  <a:lnTo>
                    <a:pt x="4659264" y="73142"/>
                  </a:lnTo>
                  <a:lnTo>
                    <a:pt x="4728932" y="72949"/>
                  </a:lnTo>
                  <a:lnTo>
                    <a:pt x="4811431" y="72692"/>
                  </a:lnTo>
                  <a:lnTo>
                    <a:pt x="4902500" y="72367"/>
                  </a:lnTo>
                  <a:lnTo>
                    <a:pt x="4997625" y="71976"/>
                  </a:lnTo>
                  <a:lnTo>
                    <a:pt x="5092783" y="71521"/>
                  </a:lnTo>
                  <a:lnTo>
                    <a:pt x="5184890" y="71002"/>
                  </a:lnTo>
                  <a:lnTo>
                    <a:pt x="5271929" y="70418"/>
                  </a:lnTo>
                  <a:lnTo>
                    <a:pt x="5352858" y="69766"/>
                  </a:lnTo>
                  <a:lnTo>
                    <a:pt x="5427409" y="69039"/>
                  </a:lnTo>
                  <a:lnTo>
                    <a:pt x="5495865" y="68228"/>
                  </a:lnTo>
                  <a:lnTo>
                    <a:pt x="5558862" y="67321"/>
                  </a:lnTo>
                  <a:lnTo>
                    <a:pt x="5617243" y="66304"/>
                  </a:lnTo>
                  <a:lnTo>
                    <a:pt x="5671940" y="65163"/>
                  </a:lnTo>
                  <a:lnTo>
                    <a:pt x="5723885" y="63883"/>
                  </a:lnTo>
                  <a:lnTo>
                    <a:pt x="5773936" y="62455"/>
                  </a:lnTo>
                  <a:lnTo>
                    <a:pt x="5784835" y="62118"/>
                  </a:lnTo>
                  <a:lnTo>
                    <a:pt x="5839067" y="60313"/>
                  </a:lnTo>
                  <a:lnTo>
                    <a:pt x="5892777" y="58316"/>
                  </a:lnTo>
                  <a:lnTo>
                    <a:pt x="5946552" y="56125"/>
                  </a:lnTo>
                  <a:lnTo>
                    <a:pt x="6000783" y="53745"/>
                  </a:lnTo>
                  <a:lnTo>
                    <a:pt x="6055690" y="51188"/>
                  </a:lnTo>
                  <a:lnTo>
                    <a:pt x="6111346" y="48477"/>
                  </a:lnTo>
                  <a:lnTo>
                    <a:pt x="6167692" y="45639"/>
                  </a:lnTo>
                  <a:lnTo>
                    <a:pt x="6224570" y="42711"/>
                  </a:lnTo>
                  <a:lnTo>
                    <a:pt x="6281743" y="39735"/>
                  </a:lnTo>
                  <a:lnTo>
                    <a:pt x="6338935" y="36756"/>
                  </a:lnTo>
                  <a:lnTo>
                    <a:pt x="6395869" y="33819"/>
                  </a:lnTo>
                  <a:lnTo>
                    <a:pt x="6452300" y="30967"/>
                  </a:lnTo>
                  <a:lnTo>
                    <a:pt x="6508057" y="28235"/>
                  </a:lnTo>
                  <a:lnTo>
                    <a:pt x="6563066" y="25656"/>
                  </a:lnTo>
                  <a:lnTo>
                    <a:pt x="6617380" y="23251"/>
                  </a:lnTo>
                  <a:lnTo>
                    <a:pt x="6671198" y="21034"/>
                  </a:lnTo>
                  <a:lnTo>
                    <a:pt x="6724888" y="19010"/>
                  </a:lnTo>
                  <a:lnTo>
                    <a:pt x="6779005" y="17178"/>
                  </a:lnTo>
                  <a:lnTo>
                    <a:pt x="6786527" y="16941"/>
                  </a:lnTo>
                  <a:lnTo>
                    <a:pt x="6836260" y="15480"/>
                  </a:lnTo>
                  <a:lnTo>
                    <a:pt x="6887716" y="14168"/>
                  </a:lnTo>
                  <a:lnTo>
                    <a:pt x="6941724" y="12997"/>
                  </a:lnTo>
                  <a:lnTo>
                    <a:pt x="6999208" y="11953"/>
                  </a:lnTo>
                  <a:lnTo>
                    <a:pt x="7061106" y="11023"/>
                  </a:lnTo>
                  <a:lnTo>
                    <a:pt x="7128289" y="10192"/>
                  </a:lnTo>
                  <a:lnTo>
                    <a:pt x="7201451" y="9447"/>
                  </a:lnTo>
                  <a:lnTo>
                    <a:pt x="7280968" y="8779"/>
                  </a:lnTo>
                  <a:lnTo>
                    <a:pt x="7366714" y="8181"/>
                  </a:lnTo>
                  <a:lnTo>
                    <a:pt x="7457836" y="7648"/>
                  </a:lnTo>
                  <a:lnTo>
                    <a:pt x="7552547" y="7178"/>
                  </a:lnTo>
                  <a:lnTo>
                    <a:pt x="7647997" y="6773"/>
                  </a:lnTo>
                  <a:lnTo>
                    <a:pt x="7740346" y="6434"/>
                  </a:lnTo>
                  <a:lnTo>
                    <a:pt x="7825132" y="6161"/>
                  </a:lnTo>
                  <a:lnTo>
                    <a:pt x="7897963" y="5955"/>
                  </a:lnTo>
                  <a:lnTo>
                    <a:pt x="7955408" y="5810"/>
                  </a:lnTo>
                  <a:lnTo>
                    <a:pt x="7995831" y="5719"/>
                  </a:lnTo>
                  <a:lnTo>
                    <a:pt x="8019882" y="5670"/>
                  </a:lnTo>
                  <a:lnTo>
                    <a:pt x="8030536" y="5650"/>
                  </a:lnTo>
                  <a:lnTo>
                    <a:pt x="8032819" y="5647"/>
                  </a:lnTo>
                  <a:lnTo>
                    <a:pt x="8554953" y="5647"/>
                  </a:lnTo>
                  <a:lnTo>
                    <a:pt x="8554953" y="0"/>
                  </a:lnTo>
                  <a:lnTo>
                    <a:pt x="8032819" y="0"/>
                  </a:lnTo>
                  <a:lnTo>
                    <a:pt x="8031549" y="2"/>
                  </a:lnTo>
                  <a:lnTo>
                    <a:pt x="8023249" y="16"/>
                  </a:lnTo>
                  <a:lnTo>
                    <a:pt x="8002498" y="58"/>
                  </a:lnTo>
                  <a:lnTo>
                    <a:pt x="7965840" y="138"/>
                  </a:lnTo>
                  <a:lnTo>
                    <a:pt x="7912098" y="270"/>
                  </a:lnTo>
                  <a:lnTo>
                    <a:pt x="7842430" y="463"/>
                  </a:lnTo>
                  <a:lnTo>
                    <a:pt x="7759931" y="720"/>
                  </a:lnTo>
                  <a:lnTo>
                    <a:pt x="7668862" y="1045"/>
                  </a:lnTo>
                  <a:lnTo>
                    <a:pt x="7573737" y="1436"/>
                  </a:lnTo>
                  <a:lnTo>
                    <a:pt x="7478579" y="1891"/>
                  </a:lnTo>
                  <a:lnTo>
                    <a:pt x="7386472" y="2410"/>
                  </a:lnTo>
                  <a:lnTo>
                    <a:pt x="7299433" y="2994"/>
                  </a:lnTo>
                  <a:lnTo>
                    <a:pt x="7218504" y="3646"/>
                  </a:lnTo>
                  <a:lnTo>
                    <a:pt x="7143953" y="4373"/>
                  </a:lnTo>
                  <a:lnTo>
                    <a:pt x="7075497" y="5184"/>
                  </a:lnTo>
                  <a:lnTo>
                    <a:pt x="7012500" y="6091"/>
                  </a:lnTo>
                  <a:lnTo>
                    <a:pt x="6954118" y="7108"/>
                  </a:lnTo>
                  <a:lnTo>
                    <a:pt x="6899422" y="8249"/>
                  </a:lnTo>
                  <a:lnTo>
                    <a:pt x="6847477" y="9529"/>
                  </a:lnTo>
                  <a:lnTo>
                    <a:pt x="6797426" y="10957"/>
                  </a:lnTo>
                  <a:lnTo>
                    <a:pt x="6786527" y="11294"/>
                  </a:lnTo>
                  <a:lnTo>
                    <a:pt x="6732295" y="13100"/>
                  </a:lnTo>
                  <a:lnTo>
                    <a:pt x="6678585" y="15096"/>
                  </a:lnTo>
                  <a:lnTo>
                    <a:pt x="6624809" y="17287"/>
                  </a:lnTo>
                  <a:lnTo>
                    <a:pt x="6570579" y="19667"/>
                  </a:lnTo>
                  <a:lnTo>
                    <a:pt x="6515672" y="22224"/>
                  </a:lnTo>
                  <a:lnTo>
                    <a:pt x="6460016" y="24936"/>
                  </a:lnTo>
                  <a:lnTo>
                    <a:pt x="6403669" y="27774"/>
                  </a:lnTo>
                  <a:lnTo>
                    <a:pt x="6346792" y="30701"/>
                  </a:lnTo>
                  <a:lnTo>
                    <a:pt x="6289619" y="33677"/>
                  </a:lnTo>
                  <a:lnTo>
                    <a:pt x="6232427" y="36656"/>
                  </a:lnTo>
                  <a:lnTo>
                    <a:pt x="6175493" y="39593"/>
                  </a:lnTo>
                  <a:lnTo>
                    <a:pt x="6119062" y="42446"/>
                  </a:lnTo>
                  <a:lnTo>
                    <a:pt x="6063305" y="45177"/>
                  </a:lnTo>
                  <a:lnTo>
                    <a:pt x="6008296" y="47756"/>
                  </a:lnTo>
                  <a:lnTo>
                    <a:pt x="5953982" y="50161"/>
                  </a:lnTo>
                  <a:lnTo>
                    <a:pt x="5900163" y="52379"/>
                  </a:lnTo>
                  <a:lnTo>
                    <a:pt x="5846474" y="54402"/>
                  </a:lnTo>
                  <a:lnTo>
                    <a:pt x="5792357" y="56234"/>
                  </a:lnTo>
                  <a:lnTo>
                    <a:pt x="5784835" y="56471"/>
                  </a:lnTo>
                  <a:lnTo>
                    <a:pt x="5735102" y="57932"/>
                  </a:lnTo>
                  <a:lnTo>
                    <a:pt x="5683646" y="59245"/>
                  </a:lnTo>
                  <a:lnTo>
                    <a:pt x="5629638" y="60416"/>
                  </a:lnTo>
                  <a:lnTo>
                    <a:pt x="5572154" y="61459"/>
                  </a:lnTo>
                  <a:lnTo>
                    <a:pt x="5510256" y="62389"/>
                  </a:lnTo>
                  <a:lnTo>
                    <a:pt x="5443073" y="63220"/>
                  </a:lnTo>
                  <a:lnTo>
                    <a:pt x="5369911" y="63965"/>
                  </a:lnTo>
                  <a:lnTo>
                    <a:pt x="5290394" y="64633"/>
                  </a:lnTo>
                  <a:lnTo>
                    <a:pt x="5204648" y="65231"/>
                  </a:lnTo>
                  <a:lnTo>
                    <a:pt x="5113526" y="65764"/>
                  </a:lnTo>
                  <a:lnTo>
                    <a:pt x="5018815" y="66234"/>
                  </a:lnTo>
                  <a:lnTo>
                    <a:pt x="4923365" y="66639"/>
                  </a:lnTo>
                  <a:lnTo>
                    <a:pt x="4831016" y="66978"/>
                  </a:lnTo>
                  <a:lnTo>
                    <a:pt x="4746230" y="67251"/>
                  </a:lnTo>
                  <a:lnTo>
                    <a:pt x="4673399" y="67458"/>
                  </a:lnTo>
                  <a:lnTo>
                    <a:pt x="4615954" y="67602"/>
                  </a:lnTo>
                  <a:lnTo>
                    <a:pt x="4575531" y="67694"/>
                  </a:lnTo>
                  <a:lnTo>
                    <a:pt x="4551480" y="67742"/>
                  </a:lnTo>
                  <a:lnTo>
                    <a:pt x="4540826" y="67762"/>
                  </a:lnTo>
                  <a:lnTo>
                    <a:pt x="4538543" y="67766"/>
                  </a:lnTo>
                  <a:lnTo>
                    <a:pt x="4016409" y="67766"/>
                  </a:lnTo>
                  <a:lnTo>
                    <a:pt x="4015139" y="67765"/>
                  </a:lnTo>
                  <a:lnTo>
                    <a:pt x="4006838" y="67760"/>
                  </a:lnTo>
                  <a:lnTo>
                    <a:pt x="3986086" y="67746"/>
                  </a:lnTo>
                  <a:lnTo>
                    <a:pt x="3949427" y="67719"/>
                  </a:lnTo>
                  <a:lnTo>
                    <a:pt x="3895682" y="67675"/>
                  </a:lnTo>
                  <a:lnTo>
                    <a:pt x="3826011" y="67611"/>
                  </a:lnTo>
                  <a:lnTo>
                    <a:pt x="3743510" y="67525"/>
                  </a:lnTo>
                  <a:lnTo>
                    <a:pt x="3652438" y="67417"/>
                  </a:lnTo>
                  <a:lnTo>
                    <a:pt x="3557311" y="67287"/>
                  </a:lnTo>
                  <a:lnTo>
                    <a:pt x="3462152" y="67135"/>
                  </a:lnTo>
                  <a:lnTo>
                    <a:pt x="3370044" y="66962"/>
                  </a:lnTo>
                  <a:lnTo>
                    <a:pt x="3283005" y="66767"/>
                  </a:lnTo>
                  <a:lnTo>
                    <a:pt x="3202075" y="66550"/>
                  </a:lnTo>
                  <a:lnTo>
                    <a:pt x="3127524" y="66308"/>
                  </a:lnTo>
                  <a:lnTo>
                    <a:pt x="3059070" y="66037"/>
                  </a:lnTo>
                  <a:lnTo>
                    <a:pt x="2996072" y="65735"/>
                  </a:lnTo>
                  <a:lnTo>
                    <a:pt x="2937691" y="65396"/>
                  </a:lnTo>
                  <a:lnTo>
                    <a:pt x="2882995" y="65015"/>
                  </a:lnTo>
                  <a:lnTo>
                    <a:pt x="2831050" y="64589"/>
                  </a:lnTo>
                  <a:lnTo>
                    <a:pt x="2780998" y="64113"/>
                  </a:lnTo>
                  <a:lnTo>
                    <a:pt x="2770117" y="64001"/>
                  </a:lnTo>
                  <a:lnTo>
                    <a:pt x="2715861" y="63399"/>
                  </a:lnTo>
                  <a:lnTo>
                    <a:pt x="2662126" y="62733"/>
                  </a:lnTo>
                  <a:lnTo>
                    <a:pt x="2608326" y="62002"/>
                  </a:lnTo>
                  <a:lnTo>
                    <a:pt x="2554070" y="61208"/>
                  </a:lnTo>
                  <a:lnTo>
                    <a:pt x="2499137" y="60355"/>
                  </a:lnTo>
                  <a:lnTo>
                    <a:pt x="2443455" y="59451"/>
                  </a:lnTo>
                  <a:lnTo>
                    <a:pt x="2387081" y="58504"/>
                  </a:lnTo>
                  <a:lnTo>
                    <a:pt x="2330176" y="57528"/>
                  </a:lnTo>
                  <a:lnTo>
                    <a:pt x="2272977" y="56536"/>
                  </a:lnTo>
                  <a:lnTo>
                    <a:pt x="2215759" y="55542"/>
                  </a:lnTo>
                  <a:lnTo>
                    <a:pt x="2158802" y="54563"/>
                  </a:lnTo>
                  <a:lnTo>
                    <a:pt x="2102348" y="53612"/>
                  </a:lnTo>
                  <a:lnTo>
                    <a:pt x="2046570" y="52701"/>
                  </a:lnTo>
                  <a:lnTo>
                    <a:pt x="1991541" y="51841"/>
                  </a:lnTo>
                  <a:lnTo>
                    <a:pt x="1937206" y="51040"/>
                  </a:lnTo>
                  <a:lnTo>
                    <a:pt x="1883366" y="50301"/>
                  </a:lnTo>
                  <a:lnTo>
                    <a:pt x="1829651" y="49626"/>
                  </a:lnTo>
                  <a:lnTo>
                    <a:pt x="1775503" y="49016"/>
                  </a:lnTo>
                  <a:lnTo>
                    <a:pt x="1768425" y="48942"/>
                  </a:lnTo>
                  <a:lnTo>
                    <a:pt x="1718691" y="48455"/>
                  </a:lnTo>
                  <a:lnTo>
                    <a:pt x="1667234" y="48017"/>
                  </a:lnTo>
                  <a:lnTo>
                    <a:pt x="1613225" y="47627"/>
                  </a:lnTo>
                  <a:lnTo>
                    <a:pt x="1555740" y="47279"/>
                  </a:lnTo>
                  <a:lnTo>
                    <a:pt x="1493840" y="46969"/>
                  </a:lnTo>
                  <a:lnTo>
                    <a:pt x="1426655" y="46692"/>
                  </a:lnTo>
                  <a:lnTo>
                    <a:pt x="1353492" y="46444"/>
                  </a:lnTo>
                  <a:lnTo>
                    <a:pt x="1273972" y="46221"/>
                  </a:lnTo>
                  <a:lnTo>
                    <a:pt x="1188224" y="46022"/>
                  </a:lnTo>
                  <a:lnTo>
                    <a:pt x="1097099" y="45844"/>
                  </a:lnTo>
                  <a:lnTo>
                    <a:pt x="1002386" y="45687"/>
                  </a:lnTo>
                  <a:lnTo>
                    <a:pt x="906934" y="45552"/>
                  </a:lnTo>
                  <a:lnTo>
                    <a:pt x="814585" y="45439"/>
                  </a:lnTo>
                  <a:lnTo>
                    <a:pt x="729799" y="45348"/>
                  </a:lnTo>
                  <a:lnTo>
                    <a:pt x="656971" y="45280"/>
                  </a:lnTo>
                  <a:lnTo>
                    <a:pt x="599530" y="45231"/>
                  </a:lnTo>
                  <a:lnTo>
                    <a:pt x="559111" y="45201"/>
                  </a:lnTo>
                  <a:lnTo>
                    <a:pt x="535065" y="45185"/>
                  </a:lnTo>
                  <a:lnTo>
                    <a:pt x="524415" y="45178"/>
                  </a:lnTo>
                  <a:lnTo>
                    <a:pt x="522133" y="45177"/>
                  </a:lnTo>
                  <a:lnTo>
                    <a:pt x="0" y="45177"/>
                  </a:lnTo>
                  <a:close/>
                </a:path>
              </a:pathLst>
            </a:custGeom>
            <a:solidFill>
              <a:srgbClr val="D9B26F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1632" name="pl1632"/>
            <p:cNvSpPr/>
            <p:nvPr/>
          </p:nvSpPr>
          <p:spPr>
            <a:xfrm>
              <a:off x="386606" y="5240214"/>
              <a:ext cx="8554953" cy="67766"/>
            </a:xfrm>
            <a:custGeom>
              <a:avLst/>
              <a:pathLst>
                <a:path w="8554953" h="67766">
                  <a:moveTo>
                    <a:pt x="0" y="45177"/>
                  </a:moveTo>
                  <a:lnTo>
                    <a:pt x="522133" y="45177"/>
                  </a:lnTo>
                  <a:lnTo>
                    <a:pt x="523403" y="45178"/>
                  </a:lnTo>
                  <a:lnTo>
                    <a:pt x="531704" y="45183"/>
                  </a:lnTo>
                  <a:lnTo>
                    <a:pt x="552456" y="45196"/>
                  </a:lnTo>
                  <a:lnTo>
                    <a:pt x="589116" y="45223"/>
                  </a:lnTo>
                  <a:lnTo>
                    <a:pt x="642860" y="45267"/>
                  </a:lnTo>
                  <a:lnTo>
                    <a:pt x="712531" y="45331"/>
                  </a:lnTo>
                  <a:lnTo>
                    <a:pt x="795032" y="45417"/>
                  </a:lnTo>
                  <a:lnTo>
                    <a:pt x="886104" y="45525"/>
                  </a:lnTo>
                  <a:lnTo>
                    <a:pt x="981231" y="45656"/>
                  </a:lnTo>
                  <a:lnTo>
                    <a:pt x="1076390" y="45807"/>
                  </a:lnTo>
                  <a:lnTo>
                    <a:pt x="1168498" y="45980"/>
                  </a:lnTo>
                  <a:lnTo>
                    <a:pt x="1255537" y="46175"/>
                  </a:lnTo>
                  <a:lnTo>
                    <a:pt x="1336467" y="46392"/>
                  </a:lnTo>
                  <a:lnTo>
                    <a:pt x="1411018" y="46635"/>
                  </a:lnTo>
                  <a:lnTo>
                    <a:pt x="1479473" y="46905"/>
                  </a:lnTo>
                  <a:lnTo>
                    <a:pt x="1542470" y="47207"/>
                  </a:lnTo>
                  <a:lnTo>
                    <a:pt x="1600851" y="47546"/>
                  </a:lnTo>
                  <a:lnTo>
                    <a:pt x="1655547" y="47927"/>
                  </a:lnTo>
                  <a:lnTo>
                    <a:pt x="1707492" y="48354"/>
                  </a:lnTo>
                  <a:lnTo>
                    <a:pt x="1757544" y="48830"/>
                  </a:lnTo>
                  <a:lnTo>
                    <a:pt x="1768425" y="48942"/>
                  </a:lnTo>
                  <a:lnTo>
                    <a:pt x="1822681" y="49544"/>
                  </a:lnTo>
                  <a:lnTo>
                    <a:pt x="1876416" y="50210"/>
                  </a:lnTo>
                  <a:lnTo>
                    <a:pt x="1930216" y="50940"/>
                  </a:lnTo>
                  <a:lnTo>
                    <a:pt x="1984472" y="51734"/>
                  </a:lnTo>
                  <a:lnTo>
                    <a:pt x="2039405" y="52587"/>
                  </a:lnTo>
                  <a:lnTo>
                    <a:pt x="2095087" y="53491"/>
                  </a:lnTo>
                  <a:lnTo>
                    <a:pt x="2151462" y="54438"/>
                  </a:lnTo>
                  <a:lnTo>
                    <a:pt x="2208366" y="55414"/>
                  </a:lnTo>
                  <a:lnTo>
                    <a:pt x="2265566" y="56407"/>
                  </a:lnTo>
                  <a:lnTo>
                    <a:pt x="2322783" y="57400"/>
                  </a:lnTo>
                  <a:lnTo>
                    <a:pt x="2379740" y="58379"/>
                  </a:lnTo>
                  <a:lnTo>
                    <a:pt x="2436194" y="59331"/>
                  </a:lnTo>
                  <a:lnTo>
                    <a:pt x="2491972" y="60241"/>
                  </a:lnTo>
                  <a:lnTo>
                    <a:pt x="2547001" y="61101"/>
                  </a:lnTo>
                  <a:lnTo>
                    <a:pt x="2601336" y="61903"/>
                  </a:lnTo>
                  <a:lnTo>
                    <a:pt x="2655176" y="62642"/>
                  </a:lnTo>
                  <a:lnTo>
                    <a:pt x="2708891" y="63316"/>
                  </a:lnTo>
                  <a:lnTo>
                    <a:pt x="2763039" y="63926"/>
                  </a:lnTo>
                  <a:lnTo>
                    <a:pt x="2770117" y="64001"/>
                  </a:lnTo>
                  <a:lnTo>
                    <a:pt x="2819851" y="64488"/>
                  </a:lnTo>
                  <a:lnTo>
                    <a:pt x="2871308" y="64925"/>
                  </a:lnTo>
                  <a:lnTo>
                    <a:pt x="2925317" y="65316"/>
                  </a:lnTo>
                  <a:lnTo>
                    <a:pt x="2982802" y="65663"/>
                  </a:lnTo>
                  <a:lnTo>
                    <a:pt x="3044702" y="65973"/>
                  </a:lnTo>
                  <a:lnTo>
                    <a:pt x="3111887" y="66250"/>
                  </a:lnTo>
                  <a:lnTo>
                    <a:pt x="3185051" y="66499"/>
                  </a:lnTo>
                  <a:lnTo>
                    <a:pt x="3264570" y="66721"/>
                  </a:lnTo>
                  <a:lnTo>
                    <a:pt x="3350319" y="66921"/>
                  </a:lnTo>
                  <a:lnTo>
                    <a:pt x="3441443" y="67099"/>
                  </a:lnTo>
                  <a:lnTo>
                    <a:pt x="3536156" y="67255"/>
                  </a:lnTo>
                  <a:lnTo>
                    <a:pt x="3631608" y="67390"/>
                  </a:lnTo>
                  <a:lnTo>
                    <a:pt x="3723958" y="67503"/>
                  </a:lnTo>
                  <a:lnTo>
                    <a:pt x="3808743" y="67594"/>
                  </a:lnTo>
                  <a:lnTo>
                    <a:pt x="3881571" y="67663"/>
                  </a:lnTo>
                  <a:lnTo>
                    <a:pt x="3939013" y="67711"/>
                  </a:lnTo>
                  <a:lnTo>
                    <a:pt x="3979431" y="67742"/>
                  </a:lnTo>
                  <a:lnTo>
                    <a:pt x="4003477" y="67758"/>
                  </a:lnTo>
                  <a:lnTo>
                    <a:pt x="4014128" y="67764"/>
                  </a:lnTo>
                  <a:lnTo>
                    <a:pt x="4016395" y="67766"/>
                  </a:lnTo>
                  <a:lnTo>
                    <a:pt x="4016409" y="67766"/>
                  </a:lnTo>
                  <a:lnTo>
                    <a:pt x="4538543" y="67766"/>
                  </a:lnTo>
                  <a:lnTo>
                    <a:pt x="4539813" y="67763"/>
                  </a:lnTo>
                  <a:lnTo>
                    <a:pt x="4548113" y="67749"/>
                  </a:lnTo>
                  <a:lnTo>
                    <a:pt x="4568864" y="67708"/>
                  </a:lnTo>
                  <a:lnTo>
                    <a:pt x="4605522" y="67627"/>
                  </a:lnTo>
                  <a:lnTo>
                    <a:pt x="4659264" y="67495"/>
                  </a:lnTo>
                  <a:lnTo>
                    <a:pt x="4728932" y="67302"/>
                  </a:lnTo>
                  <a:lnTo>
                    <a:pt x="4811431" y="67045"/>
                  </a:lnTo>
                  <a:lnTo>
                    <a:pt x="4902500" y="66720"/>
                  </a:lnTo>
                  <a:lnTo>
                    <a:pt x="4997625" y="66329"/>
                  </a:lnTo>
                  <a:lnTo>
                    <a:pt x="5092783" y="65874"/>
                  </a:lnTo>
                  <a:lnTo>
                    <a:pt x="5184890" y="65355"/>
                  </a:lnTo>
                  <a:lnTo>
                    <a:pt x="5271929" y="64771"/>
                  </a:lnTo>
                  <a:lnTo>
                    <a:pt x="5352858" y="64119"/>
                  </a:lnTo>
                  <a:lnTo>
                    <a:pt x="5427409" y="63392"/>
                  </a:lnTo>
                  <a:lnTo>
                    <a:pt x="5495865" y="62581"/>
                  </a:lnTo>
                  <a:lnTo>
                    <a:pt x="5558862" y="61674"/>
                  </a:lnTo>
                  <a:lnTo>
                    <a:pt x="5617243" y="60657"/>
                  </a:lnTo>
                  <a:lnTo>
                    <a:pt x="5671940" y="59516"/>
                  </a:lnTo>
                  <a:lnTo>
                    <a:pt x="5723885" y="58236"/>
                  </a:lnTo>
                  <a:lnTo>
                    <a:pt x="5773936" y="56808"/>
                  </a:lnTo>
                  <a:lnTo>
                    <a:pt x="5784835" y="56471"/>
                  </a:lnTo>
                  <a:lnTo>
                    <a:pt x="5839067" y="54666"/>
                  </a:lnTo>
                  <a:lnTo>
                    <a:pt x="5892777" y="52669"/>
                  </a:lnTo>
                  <a:lnTo>
                    <a:pt x="5946552" y="50478"/>
                  </a:lnTo>
                  <a:lnTo>
                    <a:pt x="6000783" y="48098"/>
                  </a:lnTo>
                  <a:lnTo>
                    <a:pt x="6055690" y="45541"/>
                  </a:lnTo>
                  <a:lnTo>
                    <a:pt x="6111346" y="42829"/>
                  </a:lnTo>
                  <a:lnTo>
                    <a:pt x="6167692" y="39991"/>
                  </a:lnTo>
                  <a:lnTo>
                    <a:pt x="6224570" y="37064"/>
                  </a:lnTo>
                  <a:lnTo>
                    <a:pt x="6281743" y="34088"/>
                  </a:lnTo>
                  <a:lnTo>
                    <a:pt x="6338935" y="31109"/>
                  </a:lnTo>
                  <a:lnTo>
                    <a:pt x="6395869" y="28172"/>
                  </a:lnTo>
                  <a:lnTo>
                    <a:pt x="6452300" y="25319"/>
                  </a:lnTo>
                  <a:lnTo>
                    <a:pt x="6508057" y="22588"/>
                  </a:lnTo>
                  <a:lnTo>
                    <a:pt x="6563066" y="20009"/>
                  </a:lnTo>
                  <a:lnTo>
                    <a:pt x="6617380" y="17604"/>
                  </a:lnTo>
                  <a:lnTo>
                    <a:pt x="6671198" y="15386"/>
                  </a:lnTo>
                  <a:lnTo>
                    <a:pt x="6724888" y="13363"/>
                  </a:lnTo>
                  <a:lnTo>
                    <a:pt x="6779005" y="11531"/>
                  </a:lnTo>
                  <a:lnTo>
                    <a:pt x="6786527" y="11294"/>
                  </a:lnTo>
                  <a:lnTo>
                    <a:pt x="6836260" y="9833"/>
                  </a:lnTo>
                  <a:lnTo>
                    <a:pt x="6887716" y="8520"/>
                  </a:lnTo>
                  <a:lnTo>
                    <a:pt x="6941724" y="7349"/>
                  </a:lnTo>
                  <a:lnTo>
                    <a:pt x="6999208" y="6306"/>
                  </a:lnTo>
                  <a:lnTo>
                    <a:pt x="7061106" y="5376"/>
                  </a:lnTo>
                  <a:lnTo>
                    <a:pt x="7128289" y="4545"/>
                  </a:lnTo>
                  <a:lnTo>
                    <a:pt x="7201451" y="3800"/>
                  </a:lnTo>
                  <a:lnTo>
                    <a:pt x="7280968" y="3132"/>
                  </a:lnTo>
                  <a:lnTo>
                    <a:pt x="7366714" y="2534"/>
                  </a:lnTo>
                  <a:lnTo>
                    <a:pt x="7457836" y="2001"/>
                  </a:lnTo>
                  <a:lnTo>
                    <a:pt x="7552547" y="1531"/>
                  </a:lnTo>
                  <a:lnTo>
                    <a:pt x="7647997" y="1126"/>
                  </a:lnTo>
                  <a:lnTo>
                    <a:pt x="7740346" y="787"/>
                  </a:lnTo>
                  <a:lnTo>
                    <a:pt x="7825132" y="514"/>
                  </a:lnTo>
                  <a:lnTo>
                    <a:pt x="7897963" y="308"/>
                  </a:lnTo>
                  <a:lnTo>
                    <a:pt x="7955408" y="163"/>
                  </a:lnTo>
                  <a:lnTo>
                    <a:pt x="7995831" y="72"/>
                  </a:lnTo>
                  <a:lnTo>
                    <a:pt x="8019882" y="23"/>
                  </a:lnTo>
                  <a:lnTo>
                    <a:pt x="8030536" y="3"/>
                  </a:lnTo>
                  <a:lnTo>
                    <a:pt x="8032805" y="0"/>
                  </a:lnTo>
                  <a:lnTo>
                    <a:pt x="8032819" y="0"/>
                  </a:lnTo>
                  <a:lnTo>
                    <a:pt x="8554953" y="0"/>
                  </a:lnTo>
                  <a:lnTo>
                    <a:pt x="8554953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633" name="pl1633"/>
            <p:cNvSpPr/>
            <p:nvPr/>
          </p:nvSpPr>
          <p:spPr>
            <a:xfrm>
              <a:off x="386606" y="5234566"/>
              <a:ext cx="8554953" cy="67766"/>
            </a:xfrm>
            <a:custGeom>
              <a:avLst/>
              <a:pathLst>
                <a:path w="8554953" h="67766">
                  <a:moveTo>
                    <a:pt x="8554953" y="0"/>
                  </a:moveTo>
                  <a:lnTo>
                    <a:pt x="8032819" y="0"/>
                  </a:lnTo>
                  <a:lnTo>
                    <a:pt x="8031549" y="2"/>
                  </a:lnTo>
                  <a:lnTo>
                    <a:pt x="8023249" y="16"/>
                  </a:lnTo>
                  <a:lnTo>
                    <a:pt x="8002498" y="58"/>
                  </a:lnTo>
                  <a:lnTo>
                    <a:pt x="7965840" y="138"/>
                  </a:lnTo>
                  <a:lnTo>
                    <a:pt x="7912098" y="270"/>
                  </a:lnTo>
                  <a:lnTo>
                    <a:pt x="7842430" y="463"/>
                  </a:lnTo>
                  <a:lnTo>
                    <a:pt x="7759931" y="720"/>
                  </a:lnTo>
                  <a:lnTo>
                    <a:pt x="7668862" y="1045"/>
                  </a:lnTo>
                  <a:lnTo>
                    <a:pt x="7573737" y="1436"/>
                  </a:lnTo>
                  <a:lnTo>
                    <a:pt x="7478579" y="1891"/>
                  </a:lnTo>
                  <a:lnTo>
                    <a:pt x="7386472" y="2410"/>
                  </a:lnTo>
                  <a:lnTo>
                    <a:pt x="7299433" y="2994"/>
                  </a:lnTo>
                  <a:lnTo>
                    <a:pt x="7218504" y="3646"/>
                  </a:lnTo>
                  <a:lnTo>
                    <a:pt x="7143953" y="4373"/>
                  </a:lnTo>
                  <a:lnTo>
                    <a:pt x="7075497" y="5184"/>
                  </a:lnTo>
                  <a:lnTo>
                    <a:pt x="7012500" y="6091"/>
                  </a:lnTo>
                  <a:lnTo>
                    <a:pt x="6954118" y="7108"/>
                  </a:lnTo>
                  <a:lnTo>
                    <a:pt x="6899422" y="8249"/>
                  </a:lnTo>
                  <a:lnTo>
                    <a:pt x="6847477" y="9529"/>
                  </a:lnTo>
                  <a:lnTo>
                    <a:pt x="6797426" y="10957"/>
                  </a:lnTo>
                  <a:lnTo>
                    <a:pt x="6786527" y="11294"/>
                  </a:lnTo>
                  <a:lnTo>
                    <a:pt x="6732295" y="13100"/>
                  </a:lnTo>
                  <a:lnTo>
                    <a:pt x="6678585" y="15096"/>
                  </a:lnTo>
                  <a:lnTo>
                    <a:pt x="6624809" y="17287"/>
                  </a:lnTo>
                  <a:lnTo>
                    <a:pt x="6570579" y="19667"/>
                  </a:lnTo>
                  <a:lnTo>
                    <a:pt x="6515672" y="22224"/>
                  </a:lnTo>
                  <a:lnTo>
                    <a:pt x="6460016" y="24936"/>
                  </a:lnTo>
                  <a:lnTo>
                    <a:pt x="6403669" y="27774"/>
                  </a:lnTo>
                  <a:lnTo>
                    <a:pt x="6346792" y="30701"/>
                  </a:lnTo>
                  <a:lnTo>
                    <a:pt x="6289619" y="33677"/>
                  </a:lnTo>
                  <a:lnTo>
                    <a:pt x="6232427" y="36656"/>
                  </a:lnTo>
                  <a:lnTo>
                    <a:pt x="6175493" y="39593"/>
                  </a:lnTo>
                  <a:lnTo>
                    <a:pt x="6119062" y="42446"/>
                  </a:lnTo>
                  <a:lnTo>
                    <a:pt x="6063305" y="45177"/>
                  </a:lnTo>
                  <a:lnTo>
                    <a:pt x="6008296" y="47756"/>
                  </a:lnTo>
                  <a:lnTo>
                    <a:pt x="5953982" y="50161"/>
                  </a:lnTo>
                  <a:lnTo>
                    <a:pt x="5900163" y="52379"/>
                  </a:lnTo>
                  <a:lnTo>
                    <a:pt x="5846474" y="54402"/>
                  </a:lnTo>
                  <a:lnTo>
                    <a:pt x="5792357" y="56234"/>
                  </a:lnTo>
                  <a:lnTo>
                    <a:pt x="5784835" y="56471"/>
                  </a:lnTo>
                  <a:lnTo>
                    <a:pt x="5735102" y="57932"/>
                  </a:lnTo>
                  <a:lnTo>
                    <a:pt x="5683646" y="59245"/>
                  </a:lnTo>
                  <a:lnTo>
                    <a:pt x="5629638" y="60416"/>
                  </a:lnTo>
                  <a:lnTo>
                    <a:pt x="5572154" y="61459"/>
                  </a:lnTo>
                  <a:lnTo>
                    <a:pt x="5510256" y="62389"/>
                  </a:lnTo>
                  <a:lnTo>
                    <a:pt x="5443073" y="63220"/>
                  </a:lnTo>
                  <a:lnTo>
                    <a:pt x="5369911" y="63965"/>
                  </a:lnTo>
                  <a:lnTo>
                    <a:pt x="5290394" y="64633"/>
                  </a:lnTo>
                  <a:lnTo>
                    <a:pt x="5204648" y="65231"/>
                  </a:lnTo>
                  <a:lnTo>
                    <a:pt x="5113526" y="65764"/>
                  </a:lnTo>
                  <a:lnTo>
                    <a:pt x="5018815" y="66234"/>
                  </a:lnTo>
                  <a:lnTo>
                    <a:pt x="4923365" y="66639"/>
                  </a:lnTo>
                  <a:lnTo>
                    <a:pt x="4831016" y="66978"/>
                  </a:lnTo>
                  <a:lnTo>
                    <a:pt x="4746230" y="67251"/>
                  </a:lnTo>
                  <a:lnTo>
                    <a:pt x="4673399" y="67458"/>
                  </a:lnTo>
                  <a:lnTo>
                    <a:pt x="4615954" y="67602"/>
                  </a:lnTo>
                  <a:lnTo>
                    <a:pt x="4575531" y="67694"/>
                  </a:lnTo>
                  <a:lnTo>
                    <a:pt x="4551480" y="67742"/>
                  </a:lnTo>
                  <a:lnTo>
                    <a:pt x="4540826" y="67762"/>
                  </a:lnTo>
                  <a:lnTo>
                    <a:pt x="4538557" y="67766"/>
                  </a:lnTo>
                  <a:lnTo>
                    <a:pt x="4538543" y="67766"/>
                  </a:lnTo>
                  <a:lnTo>
                    <a:pt x="4016409" y="67766"/>
                  </a:lnTo>
                  <a:lnTo>
                    <a:pt x="4015139" y="67765"/>
                  </a:lnTo>
                  <a:lnTo>
                    <a:pt x="4006838" y="67760"/>
                  </a:lnTo>
                  <a:lnTo>
                    <a:pt x="3986086" y="67746"/>
                  </a:lnTo>
                  <a:lnTo>
                    <a:pt x="3949427" y="67719"/>
                  </a:lnTo>
                  <a:lnTo>
                    <a:pt x="3895682" y="67675"/>
                  </a:lnTo>
                  <a:lnTo>
                    <a:pt x="3826011" y="67611"/>
                  </a:lnTo>
                  <a:lnTo>
                    <a:pt x="3743510" y="67525"/>
                  </a:lnTo>
                  <a:lnTo>
                    <a:pt x="3652438" y="67417"/>
                  </a:lnTo>
                  <a:lnTo>
                    <a:pt x="3557311" y="67287"/>
                  </a:lnTo>
                  <a:lnTo>
                    <a:pt x="3462152" y="67135"/>
                  </a:lnTo>
                  <a:lnTo>
                    <a:pt x="3370044" y="66962"/>
                  </a:lnTo>
                  <a:lnTo>
                    <a:pt x="3283005" y="66767"/>
                  </a:lnTo>
                  <a:lnTo>
                    <a:pt x="3202075" y="66550"/>
                  </a:lnTo>
                  <a:lnTo>
                    <a:pt x="3127524" y="66308"/>
                  </a:lnTo>
                  <a:lnTo>
                    <a:pt x="3059070" y="66037"/>
                  </a:lnTo>
                  <a:lnTo>
                    <a:pt x="2996072" y="65735"/>
                  </a:lnTo>
                  <a:lnTo>
                    <a:pt x="2937691" y="65396"/>
                  </a:lnTo>
                  <a:lnTo>
                    <a:pt x="2882995" y="65015"/>
                  </a:lnTo>
                  <a:lnTo>
                    <a:pt x="2831050" y="64589"/>
                  </a:lnTo>
                  <a:lnTo>
                    <a:pt x="2780998" y="64113"/>
                  </a:lnTo>
                  <a:lnTo>
                    <a:pt x="2770117" y="64001"/>
                  </a:lnTo>
                  <a:lnTo>
                    <a:pt x="2715861" y="63399"/>
                  </a:lnTo>
                  <a:lnTo>
                    <a:pt x="2662126" y="62733"/>
                  </a:lnTo>
                  <a:lnTo>
                    <a:pt x="2608326" y="62002"/>
                  </a:lnTo>
                  <a:lnTo>
                    <a:pt x="2554070" y="61208"/>
                  </a:lnTo>
                  <a:lnTo>
                    <a:pt x="2499137" y="60355"/>
                  </a:lnTo>
                  <a:lnTo>
                    <a:pt x="2443455" y="59451"/>
                  </a:lnTo>
                  <a:lnTo>
                    <a:pt x="2387081" y="58504"/>
                  </a:lnTo>
                  <a:lnTo>
                    <a:pt x="2330176" y="57528"/>
                  </a:lnTo>
                  <a:lnTo>
                    <a:pt x="2272977" y="56536"/>
                  </a:lnTo>
                  <a:lnTo>
                    <a:pt x="2215759" y="55542"/>
                  </a:lnTo>
                  <a:lnTo>
                    <a:pt x="2158802" y="54563"/>
                  </a:lnTo>
                  <a:lnTo>
                    <a:pt x="2102348" y="53612"/>
                  </a:lnTo>
                  <a:lnTo>
                    <a:pt x="2046570" y="52701"/>
                  </a:lnTo>
                  <a:lnTo>
                    <a:pt x="1991541" y="51841"/>
                  </a:lnTo>
                  <a:lnTo>
                    <a:pt x="1937206" y="51040"/>
                  </a:lnTo>
                  <a:lnTo>
                    <a:pt x="1883366" y="50301"/>
                  </a:lnTo>
                  <a:lnTo>
                    <a:pt x="1829651" y="49626"/>
                  </a:lnTo>
                  <a:lnTo>
                    <a:pt x="1775503" y="49016"/>
                  </a:lnTo>
                  <a:lnTo>
                    <a:pt x="1768425" y="48942"/>
                  </a:lnTo>
                  <a:lnTo>
                    <a:pt x="1718691" y="48455"/>
                  </a:lnTo>
                  <a:lnTo>
                    <a:pt x="1667234" y="48017"/>
                  </a:lnTo>
                  <a:lnTo>
                    <a:pt x="1613225" y="47627"/>
                  </a:lnTo>
                  <a:lnTo>
                    <a:pt x="1555740" y="47279"/>
                  </a:lnTo>
                  <a:lnTo>
                    <a:pt x="1493840" y="46969"/>
                  </a:lnTo>
                  <a:lnTo>
                    <a:pt x="1426655" y="46692"/>
                  </a:lnTo>
                  <a:lnTo>
                    <a:pt x="1353492" y="46444"/>
                  </a:lnTo>
                  <a:lnTo>
                    <a:pt x="1273972" y="46221"/>
                  </a:lnTo>
                  <a:lnTo>
                    <a:pt x="1188224" y="46022"/>
                  </a:lnTo>
                  <a:lnTo>
                    <a:pt x="1097099" y="45844"/>
                  </a:lnTo>
                  <a:lnTo>
                    <a:pt x="1002386" y="45687"/>
                  </a:lnTo>
                  <a:lnTo>
                    <a:pt x="906934" y="45552"/>
                  </a:lnTo>
                  <a:lnTo>
                    <a:pt x="814585" y="45439"/>
                  </a:lnTo>
                  <a:lnTo>
                    <a:pt x="729799" y="45348"/>
                  </a:lnTo>
                  <a:lnTo>
                    <a:pt x="656971" y="45280"/>
                  </a:lnTo>
                  <a:lnTo>
                    <a:pt x="599530" y="45231"/>
                  </a:lnTo>
                  <a:lnTo>
                    <a:pt x="559111" y="45201"/>
                  </a:lnTo>
                  <a:lnTo>
                    <a:pt x="535065" y="45185"/>
                  </a:lnTo>
                  <a:lnTo>
                    <a:pt x="524415" y="45178"/>
                  </a:lnTo>
                  <a:lnTo>
                    <a:pt x="522147" y="45177"/>
                  </a:lnTo>
                  <a:lnTo>
                    <a:pt x="522133" y="45177"/>
                  </a:lnTo>
                  <a:lnTo>
                    <a:pt x="0" y="45177"/>
                  </a:lnTo>
                  <a:lnTo>
                    <a:pt x="0" y="45177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634" name="pg1634"/>
            <p:cNvSpPr/>
            <p:nvPr/>
          </p:nvSpPr>
          <p:spPr>
            <a:xfrm>
              <a:off x="386606" y="2631221"/>
              <a:ext cx="8554953" cy="2620287"/>
            </a:xfrm>
            <a:custGeom>
              <a:avLst/>
              <a:pathLst>
                <a:path w="8554953" h="2620287">
                  <a:moveTo>
                    <a:pt x="0" y="2620287"/>
                  </a:moveTo>
                  <a:lnTo>
                    <a:pt x="522133" y="2620287"/>
                  </a:lnTo>
                  <a:lnTo>
                    <a:pt x="523396" y="2620267"/>
                  </a:lnTo>
                  <a:lnTo>
                    <a:pt x="531652" y="2620125"/>
                  </a:lnTo>
                  <a:lnTo>
                    <a:pt x="552297" y="2619734"/>
                  </a:lnTo>
                  <a:lnTo>
                    <a:pt x="588777" y="2618965"/>
                  </a:lnTo>
                  <a:lnTo>
                    <a:pt x="642279" y="2617706"/>
                  </a:lnTo>
                  <a:lnTo>
                    <a:pt x="711669" y="2615871"/>
                  </a:lnTo>
                  <a:lnTo>
                    <a:pt x="793884" y="2613414"/>
                  </a:lnTo>
                  <a:lnTo>
                    <a:pt x="884697" y="2610317"/>
                  </a:lnTo>
                  <a:lnTo>
                    <a:pt x="979615" y="2606589"/>
                  </a:lnTo>
                  <a:lnTo>
                    <a:pt x="1074626" y="2602245"/>
                  </a:lnTo>
                  <a:lnTo>
                    <a:pt x="1166645" y="2597293"/>
                  </a:lnTo>
                  <a:lnTo>
                    <a:pt x="1253644" y="2591722"/>
                  </a:lnTo>
                  <a:lnTo>
                    <a:pt x="1334571" y="2585500"/>
                  </a:lnTo>
                  <a:lnTo>
                    <a:pt x="1409141" y="2578566"/>
                  </a:lnTo>
                  <a:lnTo>
                    <a:pt x="1477626" y="2570831"/>
                  </a:lnTo>
                  <a:lnTo>
                    <a:pt x="1540652" y="2562183"/>
                  </a:lnTo>
                  <a:lnTo>
                    <a:pt x="1599053" y="2552490"/>
                  </a:lnTo>
                  <a:lnTo>
                    <a:pt x="1653752" y="2541612"/>
                  </a:lnTo>
                  <a:lnTo>
                    <a:pt x="1705680" y="2529415"/>
                  </a:lnTo>
                  <a:lnTo>
                    <a:pt x="1755693" y="2515808"/>
                  </a:lnTo>
                  <a:lnTo>
                    <a:pt x="1768425" y="2512049"/>
                  </a:lnTo>
                  <a:lnTo>
                    <a:pt x="1820426" y="2495498"/>
                  </a:lnTo>
                  <a:lnTo>
                    <a:pt x="1871922" y="2477264"/>
                  </a:lnTo>
                  <a:lnTo>
                    <a:pt x="1923441" y="2457322"/>
                  </a:lnTo>
                  <a:lnTo>
                    <a:pt x="1975344" y="2435705"/>
                  </a:lnTo>
                  <a:lnTo>
                    <a:pt x="2027846" y="2412510"/>
                  </a:lnTo>
                  <a:lnTo>
                    <a:pt x="2081033" y="2387901"/>
                  </a:lnTo>
                  <a:lnTo>
                    <a:pt x="2134879" y="2362110"/>
                  </a:lnTo>
                  <a:lnTo>
                    <a:pt x="2189264" y="2335430"/>
                  </a:lnTo>
                  <a:lnTo>
                    <a:pt x="2243999" y="2308202"/>
                  </a:lnTo>
                  <a:lnTo>
                    <a:pt x="2298848" y="2280798"/>
                  </a:lnTo>
                  <a:lnTo>
                    <a:pt x="2353563" y="2253600"/>
                  </a:lnTo>
                  <a:lnTo>
                    <a:pt x="2407912" y="2226978"/>
                  </a:lnTo>
                  <a:lnTo>
                    <a:pt x="2461710" y="2201270"/>
                  </a:lnTo>
                  <a:lnTo>
                    <a:pt x="2514843" y="2176765"/>
                  </a:lnTo>
                  <a:lnTo>
                    <a:pt x="2567293" y="2153688"/>
                  </a:lnTo>
                  <a:lnTo>
                    <a:pt x="2619156" y="2132200"/>
                  </a:lnTo>
                  <a:lnTo>
                    <a:pt x="2670659" y="2112392"/>
                  </a:lnTo>
                  <a:lnTo>
                    <a:pt x="2722173" y="2094291"/>
                  </a:lnTo>
                  <a:lnTo>
                    <a:pt x="2770117" y="2079100"/>
                  </a:lnTo>
                  <a:lnTo>
                    <a:pt x="2819756" y="2065121"/>
                  </a:lnTo>
                  <a:lnTo>
                    <a:pt x="2871111" y="2052565"/>
                  </a:lnTo>
                  <a:lnTo>
                    <a:pt x="2925005" y="2041357"/>
                  </a:lnTo>
                  <a:lnTo>
                    <a:pt x="2982356" y="2031371"/>
                  </a:lnTo>
                  <a:lnTo>
                    <a:pt x="3044099" y="2022466"/>
                  </a:lnTo>
                  <a:lnTo>
                    <a:pt x="3111099" y="2014506"/>
                  </a:lnTo>
                  <a:lnTo>
                    <a:pt x="3184050" y="2007373"/>
                  </a:lnTo>
                  <a:lnTo>
                    <a:pt x="3263331" y="2000974"/>
                  </a:lnTo>
                  <a:lnTo>
                    <a:pt x="3348824" y="1995239"/>
                  </a:lnTo>
                  <a:lnTo>
                    <a:pt x="3439695" y="1990129"/>
                  </a:lnTo>
                  <a:lnTo>
                    <a:pt x="3534184" y="1985627"/>
                  </a:lnTo>
                  <a:lnTo>
                    <a:pt x="3629479" y="1981738"/>
                  </a:lnTo>
                  <a:lnTo>
                    <a:pt x="3721778" y="1978476"/>
                  </a:lnTo>
                  <a:lnTo>
                    <a:pt x="3806653" y="1975853"/>
                  </a:lnTo>
                  <a:lnTo>
                    <a:pt x="3879721" y="1973861"/>
                  </a:lnTo>
                  <a:lnTo>
                    <a:pt x="3937535" y="1972459"/>
                  </a:lnTo>
                  <a:lnTo>
                    <a:pt x="3978405" y="1971573"/>
                  </a:lnTo>
                  <a:lnTo>
                    <a:pt x="4002907" y="1971096"/>
                  </a:lnTo>
                  <a:lnTo>
                    <a:pt x="4013927" y="1970902"/>
                  </a:lnTo>
                  <a:lnTo>
                    <a:pt x="4016409" y="1970862"/>
                  </a:lnTo>
                  <a:lnTo>
                    <a:pt x="4538543" y="1970862"/>
                  </a:lnTo>
                  <a:lnTo>
                    <a:pt x="4539752" y="1970805"/>
                  </a:lnTo>
                  <a:lnTo>
                    <a:pt x="4547665" y="1970395"/>
                  </a:lnTo>
                  <a:lnTo>
                    <a:pt x="4567480" y="1969262"/>
                  </a:lnTo>
                  <a:lnTo>
                    <a:pt x="4602570" y="1967037"/>
                  </a:lnTo>
                  <a:lnTo>
                    <a:pt x="4654186" y="1963388"/>
                  </a:lnTo>
                  <a:lnTo>
                    <a:pt x="4721383" y="1958065"/>
                  </a:lnTo>
                  <a:lnTo>
                    <a:pt x="4801355" y="1950918"/>
                  </a:lnTo>
                  <a:lnTo>
                    <a:pt x="4890123" y="1941896"/>
                  </a:lnTo>
                  <a:lnTo>
                    <a:pt x="4983376" y="1931013"/>
                  </a:lnTo>
                  <a:lnTo>
                    <a:pt x="5077186" y="1918315"/>
                  </a:lnTo>
                  <a:lnTo>
                    <a:pt x="5168466" y="1903829"/>
                  </a:lnTo>
                  <a:lnTo>
                    <a:pt x="5255121" y="1887538"/>
                  </a:lnTo>
                  <a:lnTo>
                    <a:pt x="5335998" y="1869356"/>
                  </a:lnTo>
                  <a:lnTo>
                    <a:pt x="5410708" y="1849120"/>
                  </a:lnTo>
                  <a:lnTo>
                    <a:pt x="5479421" y="1826592"/>
                  </a:lnTo>
                  <a:lnTo>
                    <a:pt x="5542679" y="1801461"/>
                  </a:lnTo>
                  <a:lnTo>
                    <a:pt x="5601243" y="1773356"/>
                  </a:lnTo>
                  <a:lnTo>
                    <a:pt x="5655986" y="1741873"/>
                  </a:lnTo>
                  <a:lnTo>
                    <a:pt x="5707804" y="1706613"/>
                  </a:lnTo>
                  <a:lnTo>
                    <a:pt x="5757543" y="1667263"/>
                  </a:lnTo>
                  <a:lnTo>
                    <a:pt x="5784835" y="1643326"/>
                  </a:lnTo>
                  <a:lnTo>
                    <a:pt x="5827192" y="1602966"/>
                  </a:lnTo>
                  <a:lnTo>
                    <a:pt x="5869139" y="1559254"/>
                  </a:lnTo>
                  <a:lnTo>
                    <a:pt x="5910989" y="1512126"/>
                  </a:lnTo>
                  <a:lnTo>
                    <a:pt x="5952975" y="1461589"/>
                  </a:lnTo>
                  <a:lnTo>
                    <a:pt x="5995262" y="1407730"/>
                  </a:lnTo>
                  <a:lnTo>
                    <a:pt x="6037954" y="1350725"/>
                  </a:lnTo>
                  <a:lnTo>
                    <a:pt x="6081099" y="1290838"/>
                  </a:lnTo>
                  <a:lnTo>
                    <a:pt x="6124694" y="1228426"/>
                  </a:lnTo>
                  <a:lnTo>
                    <a:pt x="6168694" y="1163929"/>
                  </a:lnTo>
                  <a:lnTo>
                    <a:pt x="6213016" y="1097858"/>
                  </a:lnTo>
                  <a:lnTo>
                    <a:pt x="6257549" y="1030786"/>
                  </a:lnTo>
                  <a:lnTo>
                    <a:pt x="6302168" y="963322"/>
                  </a:lnTo>
                  <a:lnTo>
                    <a:pt x="6346736" y="896087"/>
                  </a:lnTo>
                  <a:lnTo>
                    <a:pt x="6391125" y="829699"/>
                  </a:lnTo>
                  <a:lnTo>
                    <a:pt x="6435218" y="764738"/>
                  </a:lnTo>
                  <a:lnTo>
                    <a:pt x="6478925" y="701736"/>
                  </a:lnTo>
                  <a:lnTo>
                    <a:pt x="6522189" y="641153"/>
                  </a:lnTo>
                  <a:lnTo>
                    <a:pt x="6564997" y="583366"/>
                  </a:lnTo>
                  <a:lnTo>
                    <a:pt x="6607383" y="528665"/>
                  </a:lnTo>
                  <a:lnTo>
                    <a:pt x="6649434" y="477249"/>
                  </a:lnTo>
                  <a:lnTo>
                    <a:pt x="6691299" y="429227"/>
                  </a:lnTo>
                  <a:lnTo>
                    <a:pt x="6733195" y="384627"/>
                  </a:lnTo>
                  <a:lnTo>
                    <a:pt x="6775410" y="343402"/>
                  </a:lnTo>
                  <a:lnTo>
                    <a:pt x="6786527" y="333183"/>
                  </a:lnTo>
                  <a:lnTo>
                    <a:pt x="6835426" y="291472"/>
                  </a:lnTo>
                  <a:lnTo>
                    <a:pt x="6885978" y="253945"/>
                  </a:lnTo>
                  <a:lnTo>
                    <a:pt x="6938970" y="220387"/>
                  </a:lnTo>
                  <a:lnTo>
                    <a:pt x="6995279" y="190435"/>
                  </a:lnTo>
                  <a:lnTo>
                    <a:pt x="7055798" y="163683"/>
                  </a:lnTo>
                  <a:lnTo>
                    <a:pt x="7121365" y="139736"/>
                  </a:lnTo>
                  <a:lnTo>
                    <a:pt x="7192659" y="118248"/>
                  </a:lnTo>
                  <a:lnTo>
                    <a:pt x="7270081" y="98938"/>
                  </a:lnTo>
                  <a:lnTo>
                    <a:pt x="7353581" y="81600"/>
                  </a:lnTo>
                  <a:lnTo>
                    <a:pt x="7442458" y="66107"/>
                  </a:lnTo>
                  <a:lnTo>
                    <a:pt x="7535164" y="52404"/>
                  </a:lnTo>
                  <a:lnTo>
                    <a:pt x="7629167" y="40497"/>
                  </a:lnTo>
                  <a:lnTo>
                    <a:pt x="7720973" y="30425"/>
                  </a:lnTo>
                  <a:lnTo>
                    <a:pt x="7806414" y="22226"/>
                  </a:lnTo>
                  <a:lnTo>
                    <a:pt x="7881223" y="15891"/>
                  </a:lnTo>
                  <a:lnTo>
                    <a:pt x="7941835" y="11327"/>
                  </a:lnTo>
                  <a:lnTo>
                    <a:pt x="7986193" y="8339"/>
                  </a:lnTo>
                  <a:lnTo>
                    <a:pt x="8014300" y="6637"/>
                  </a:lnTo>
                  <a:lnTo>
                    <a:pt x="8028365" y="5867"/>
                  </a:lnTo>
                  <a:lnTo>
                    <a:pt x="8032600" y="5657"/>
                  </a:lnTo>
                  <a:lnTo>
                    <a:pt x="8032819" y="5647"/>
                  </a:lnTo>
                  <a:lnTo>
                    <a:pt x="8554953" y="5647"/>
                  </a:lnTo>
                  <a:lnTo>
                    <a:pt x="8554953" y="0"/>
                  </a:lnTo>
                  <a:lnTo>
                    <a:pt x="8032819" y="0"/>
                  </a:lnTo>
                  <a:lnTo>
                    <a:pt x="8031610" y="57"/>
                  </a:lnTo>
                  <a:lnTo>
                    <a:pt x="8023697" y="467"/>
                  </a:lnTo>
                  <a:lnTo>
                    <a:pt x="8003882" y="1599"/>
                  </a:lnTo>
                  <a:lnTo>
                    <a:pt x="7968792" y="3825"/>
                  </a:lnTo>
                  <a:lnTo>
                    <a:pt x="7917176" y="7474"/>
                  </a:lnTo>
                  <a:lnTo>
                    <a:pt x="7849979" y="12797"/>
                  </a:lnTo>
                  <a:lnTo>
                    <a:pt x="7770007" y="19943"/>
                  </a:lnTo>
                  <a:lnTo>
                    <a:pt x="7681239" y="28966"/>
                  </a:lnTo>
                  <a:lnTo>
                    <a:pt x="7587986" y="39848"/>
                  </a:lnTo>
                  <a:lnTo>
                    <a:pt x="7494175" y="52547"/>
                  </a:lnTo>
                  <a:lnTo>
                    <a:pt x="7402896" y="67032"/>
                  </a:lnTo>
                  <a:lnTo>
                    <a:pt x="7316241" y="83324"/>
                  </a:lnTo>
                  <a:lnTo>
                    <a:pt x="7235364" y="101506"/>
                  </a:lnTo>
                  <a:lnTo>
                    <a:pt x="7160654" y="121742"/>
                  </a:lnTo>
                  <a:lnTo>
                    <a:pt x="7091941" y="144269"/>
                  </a:lnTo>
                  <a:lnTo>
                    <a:pt x="7028683" y="169400"/>
                  </a:lnTo>
                  <a:lnTo>
                    <a:pt x="6970119" y="197505"/>
                  </a:lnTo>
                  <a:lnTo>
                    <a:pt x="6915376" y="228989"/>
                  </a:lnTo>
                  <a:lnTo>
                    <a:pt x="6863558" y="264249"/>
                  </a:lnTo>
                  <a:lnTo>
                    <a:pt x="6813819" y="303598"/>
                  </a:lnTo>
                  <a:lnTo>
                    <a:pt x="6786527" y="327535"/>
                  </a:lnTo>
                  <a:lnTo>
                    <a:pt x="6744170" y="367896"/>
                  </a:lnTo>
                  <a:lnTo>
                    <a:pt x="6702223" y="411608"/>
                  </a:lnTo>
                  <a:lnTo>
                    <a:pt x="6660373" y="458736"/>
                  </a:lnTo>
                  <a:lnTo>
                    <a:pt x="6618387" y="509273"/>
                  </a:lnTo>
                  <a:lnTo>
                    <a:pt x="6576100" y="563132"/>
                  </a:lnTo>
                  <a:lnTo>
                    <a:pt x="6533408" y="620137"/>
                  </a:lnTo>
                  <a:lnTo>
                    <a:pt x="6490263" y="680024"/>
                  </a:lnTo>
                  <a:lnTo>
                    <a:pt x="6446668" y="742435"/>
                  </a:lnTo>
                  <a:lnTo>
                    <a:pt x="6402668" y="806933"/>
                  </a:lnTo>
                  <a:lnTo>
                    <a:pt x="6358346" y="873003"/>
                  </a:lnTo>
                  <a:lnTo>
                    <a:pt x="6313813" y="940075"/>
                  </a:lnTo>
                  <a:lnTo>
                    <a:pt x="6269194" y="1007540"/>
                  </a:lnTo>
                  <a:lnTo>
                    <a:pt x="6224626" y="1074774"/>
                  </a:lnTo>
                  <a:lnTo>
                    <a:pt x="6180237" y="1141163"/>
                  </a:lnTo>
                  <a:lnTo>
                    <a:pt x="6136144" y="1206123"/>
                  </a:lnTo>
                  <a:lnTo>
                    <a:pt x="6092437" y="1269125"/>
                  </a:lnTo>
                  <a:lnTo>
                    <a:pt x="6049173" y="1329709"/>
                  </a:lnTo>
                  <a:lnTo>
                    <a:pt x="6006365" y="1387496"/>
                  </a:lnTo>
                  <a:lnTo>
                    <a:pt x="5963979" y="1442196"/>
                  </a:lnTo>
                  <a:lnTo>
                    <a:pt x="5921928" y="1493613"/>
                  </a:lnTo>
                  <a:lnTo>
                    <a:pt x="5880063" y="1541635"/>
                  </a:lnTo>
                  <a:lnTo>
                    <a:pt x="5838167" y="1586235"/>
                  </a:lnTo>
                  <a:lnTo>
                    <a:pt x="5795952" y="1627460"/>
                  </a:lnTo>
                  <a:lnTo>
                    <a:pt x="5784835" y="1637679"/>
                  </a:lnTo>
                  <a:lnTo>
                    <a:pt x="5735936" y="1679390"/>
                  </a:lnTo>
                  <a:lnTo>
                    <a:pt x="5685384" y="1716917"/>
                  </a:lnTo>
                  <a:lnTo>
                    <a:pt x="5632392" y="1750475"/>
                  </a:lnTo>
                  <a:lnTo>
                    <a:pt x="5576083" y="1780426"/>
                  </a:lnTo>
                  <a:lnTo>
                    <a:pt x="5515563" y="1807178"/>
                  </a:lnTo>
                  <a:lnTo>
                    <a:pt x="5449997" y="1831125"/>
                  </a:lnTo>
                  <a:lnTo>
                    <a:pt x="5378703" y="1852614"/>
                  </a:lnTo>
                  <a:lnTo>
                    <a:pt x="5301281" y="1871924"/>
                  </a:lnTo>
                  <a:lnTo>
                    <a:pt x="5217781" y="1889262"/>
                  </a:lnTo>
                  <a:lnTo>
                    <a:pt x="5128904" y="1904755"/>
                  </a:lnTo>
                  <a:lnTo>
                    <a:pt x="5036198" y="1918458"/>
                  </a:lnTo>
                  <a:lnTo>
                    <a:pt x="4942195" y="1930365"/>
                  </a:lnTo>
                  <a:lnTo>
                    <a:pt x="4850389" y="1940436"/>
                  </a:lnTo>
                  <a:lnTo>
                    <a:pt x="4764948" y="1948635"/>
                  </a:lnTo>
                  <a:lnTo>
                    <a:pt x="4690139" y="1954971"/>
                  </a:lnTo>
                  <a:lnTo>
                    <a:pt x="4629527" y="1959534"/>
                  </a:lnTo>
                  <a:lnTo>
                    <a:pt x="4585169" y="1962523"/>
                  </a:lnTo>
                  <a:lnTo>
                    <a:pt x="4557062" y="1964225"/>
                  </a:lnTo>
                  <a:lnTo>
                    <a:pt x="4542997" y="1964994"/>
                  </a:lnTo>
                  <a:lnTo>
                    <a:pt x="4538762" y="1965205"/>
                  </a:lnTo>
                  <a:lnTo>
                    <a:pt x="4538543" y="1965215"/>
                  </a:lnTo>
                  <a:lnTo>
                    <a:pt x="4016409" y="1965215"/>
                  </a:lnTo>
                  <a:lnTo>
                    <a:pt x="4015146" y="1965235"/>
                  </a:lnTo>
                  <a:lnTo>
                    <a:pt x="4006890" y="1965376"/>
                  </a:lnTo>
                  <a:lnTo>
                    <a:pt x="3986245" y="1965768"/>
                  </a:lnTo>
                  <a:lnTo>
                    <a:pt x="3949765" y="1966537"/>
                  </a:lnTo>
                  <a:lnTo>
                    <a:pt x="3896264" y="1967796"/>
                  </a:lnTo>
                  <a:lnTo>
                    <a:pt x="3826874" y="1969630"/>
                  </a:lnTo>
                  <a:lnTo>
                    <a:pt x="3744658" y="1972088"/>
                  </a:lnTo>
                  <a:lnTo>
                    <a:pt x="3653845" y="1975185"/>
                  </a:lnTo>
                  <a:lnTo>
                    <a:pt x="3558927" y="1978913"/>
                  </a:lnTo>
                  <a:lnTo>
                    <a:pt x="3463916" y="1983257"/>
                  </a:lnTo>
                  <a:lnTo>
                    <a:pt x="3371898" y="1988209"/>
                  </a:lnTo>
                  <a:lnTo>
                    <a:pt x="3284898" y="1993780"/>
                  </a:lnTo>
                  <a:lnTo>
                    <a:pt x="3203971" y="2000001"/>
                  </a:lnTo>
                  <a:lnTo>
                    <a:pt x="3129401" y="2006936"/>
                  </a:lnTo>
                  <a:lnTo>
                    <a:pt x="3060916" y="2014671"/>
                  </a:lnTo>
                  <a:lnTo>
                    <a:pt x="2997890" y="2023319"/>
                  </a:lnTo>
                  <a:lnTo>
                    <a:pt x="2939490" y="2033012"/>
                  </a:lnTo>
                  <a:lnTo>
                    <a:pt x="2884791" y="2043890"/>
                  </a:lnTo>
                  <a:lnTo>
                    <a:pt x="2832863" y="2056087"/>
                  </a:lnTo>
                  <a:lnTo>
                    <a:pt x="2782849" y="2069694"/>
                  </a:lnTo>
                  <a:lnTo>
                    <a:pt x="2770117" y="2073452"/>
                  </a:lnTo>
                  <a:lnTo>
                    <a:pt x="2718117" y="2090004"/>
                  </a:lnTo>
                  <a:lnTo>
                    <a:pt x="2666621" y="2108238"/>
                  </a:lnTo>
                  <a:lnTo>
                    <a:pt x="2615101" y="2128180"/>
                  </a:lnTo>
                  <a:lnTo>
                    <a:pt x="2563198" y="2149797"/>
                  </a:lnTo>
                  <a:lnTo>
                    <a:pt x="2510696" y="2172992"/>
                  </a:lnTo>
                  <a:lnTo>
                    <a:pt x="2457509" y="2197601"/>
                  </a:lnTo>
                  <a:lnTo>
                    <a:pt x="2403663" y="2223392"/>
                  </a:lnTo>
                  <a:lnTo>
                    <a:pt x="2349278" y="2250072"/>
                  </a:lnTo>
                  <a:lnTo>
                    <a:pt x="2294543" y="2277300"/>
                  </a:lnTo>
                  <a:lnTo>
                    <a:pt x="2239694" y="2304704"/>
                  </a:lnTo>
                  <a:lnTo>
                    <a:pt x="2184979" y="2331902"/>
                  </a:lnTo>
                  <a:lnTo>
                    <a:pt x="2130630" y="2358524"/>
                  </a:lnTo>
                  <a:lnTo>
                    <a:pt x="2076832" y="2384232"/>
                  </a:lnTo>
                  <a:lnTo>
                    <a:pt x="2023700" y="2408737"/>
                  </a:lnTo>
                  <a:lnTo>
                    <a:pt x="1971249" y="2431814"/>
                  </a:lnTo>
                  <a:lnTo>
                    <a:pt x="1919386" y="2453302"/>
                  </a:lnTo>
                  <a:lnTo>
                    <a:pt x="1867883" y="2473110"/>
                  </a:lnTo>
                  <a:lnTo>
                    <a:pt x="1816369" y="2491211"/>
                  </a:lnTo>
                  <a:lnTo>
                    <a:pt x="1768425" y="2506402"/>
                  </a:lnTo>
                  <a:lnTo>
                    <a:pt x="1718786" y="2520381"/>
                  </a:lnTo>
                  <a:lnTo>
                    <a:pt x="1667431" y="2532937"/>
                  </a:lnTo>
                  <a:lnTo>
                    <a:pt x="1613537" y="2544145"/>
                  </a:lnTo>
                  <a:lnTo>
                    <a:pt x="1556186" y="2554131"/>
                  </a:lnTo>
                  <a:lnTo>
                    <a:pt x="1494443" y="2563036"/>
                  </a:lnTo>
                  <a:lnTo>
                    <a:pt x="1427443" y="2570996"/>
                  </a:lnTo>
                  <a:lnTo>
                    <a:pt x="1354492" y="2578129"/>
                  </a:lnTo>
                  <a:lnTo>
                    <a:pt x="1275211" y="2584528"/>
                  </a:lnTo>
                  <a:lnTo>
                    <a:pt x="1189718" y="2590263"/>
                  </a:lnTo>
                  <a:lnTo>
                    <a:pt x="1098847" y="2595373"/>
                  </a:lnTo>
                  <a:lnTo>
                    <a:pt x="1004358" y="2599875"/>
                  </a:lnTo>
                  <a:lnTo>
                    <a:pt x="909063" y="2603764"/>
                  </a:lnTo>
                  <a:lnTo>
                    <a:pt x="816764" y="2607026"/>
                  </a:lnTo>
                  <a:lnTo>
                    <a:pt x="731890" y="2609649"/>
                  </a:lnTo>
                  <a:lnTo>
                    <a:pt x="658821" y="2611641"/>
                  </a:lnTo>
                  <a:lnTo>
                    <a:pt x="601008" y="2613043"/>
                  </a:lnTo>
                  <a:lnTo>
                    <a:pt x="560137" y="2613929"/>
                  </a:lnTo>
                  <a:lnTo>
                    <a:pt x="535635" y="2614406"/>
                  </a:lnTo>
                  <a:lnTo>
                    <a:pt x="524615" y="2614600"/>
                  </a:lnTo>
                  <a:lnTo>
                    <a:pt x="522133" y="2614640"/>
                  </a:lnTo>
                  <a:lnTo>
                    <a:pt x="0" y="2614640"/>
                  </a:lnTo>
                  <a:close/>
                </a:path>
              </a:pathLst>
            </a:custGeom>
            <a:solidFill>
              <a:srgbClr val="D9B26F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1635" name="pl1635"/>
            <p:cNvSpPr/>
            <p:nvPr/>
          </p:nvSpPr>
          <p:spPr>
            <a:xfrm>
              <a:off x="386606" y="2636868"/>
              <a:ext cx="8554953" cy="2614640"/>
            </a:xfrm>
            <a:custGeom>
              <a:avLst/>
              <a:pathLst>
                <a:path w="8554953" h="2614640">
                  <a:moveTo>
                    <a:pt x="0" y="2614640"/>
                  </a:moveTo>
                  <a:lnTo>
                    <a:pt x="522133" y="2614640"/>
                  </a:lnTo>
                  <a:lnTo>
                    <a:pt x="523396" y="2614620"/>
                  </a:lnTo>
                  <a:lnTo>
                    <a:pt x="531652" y="2614478"/>
                  </a:lnTo>
                  <a:lnTo>
                    <a:pt x="552297" y="2614087"/>
                  </a:lnTo>
                  <a:lnTo>
                    <a:pt x="588777" y="2613318"/>
                  </a:lnTo>
                  <a:lnTo>
                    <a:pt x="642279" y="2612058"/>
                  </a:lnTo>
                  <a:lnTo>
                    <a:pt x="711669" y="2610224"/>
                  </a:lnTo>
                  <a:lnTo>
                    <a:pt x="793884" y="2607767"/>
                  </a:lnTo>
                  <a:lnTo>
                    <a:pt x="884697" y="2604670"/>
                  </a:lnTo>
                  <a:lnTo>
                    <a:pt x="979615" y="2600942"/>
                  </a:lnTo>
                  <a:lnTo>
                    <a:pt x="1074626" y="2596598"/>
                  </a:lnTo>
                  <a:lnTo>
                    <a:pt x="1166645" y="2591645"/>
                  </a:lnTo>
                  <a:lnTo>
                    <a:pt x="1253644" y="2586075"/>
                  </a:lnTo>
                  <a:lnTo>
                    <a:pt x="1334571" y="2579853"/>
                  </a:lnTo>
                  <a:lnTo>
                    <a:pt x="1409141" y="2572919"/>
                  </a:lnTo>
                  <a:lnTo>
                    <a:pt x="1477626" y="2565183"/>
                  </a:lnTo>
                  <a:lnTo>
                    <a:pt x="1540652" y="2556535"/>
                  </a:lnTo>
                  <a:lnTo>
                    <a:pt x="1599053" y="2546843"/>
                  </a:lnTo>
                  <a:lnTo>
                    <a:pt x="1653752" y="2535964"/>
                  </a:lnTo>
                  <a:lnTo>
                    <a:pt x="1705680" y="2523768"/>
                  </a:lnTo>
                  <a:lnTo>
                    <a:pt x="1755693" y="2510160"/>
                  </a:lnTo>
                  <a:lnTo>
                    <a:pt x="1768425" y="2506402"/>
                  </a:lnTo>
                  <a:lnTo>
                    <a:pt x="1820426" y="2489851"/>
                  </a:lnTo>
                  <a:lnTo>
                    <a:pt x="1871922" y="2471617"/>
                  </a:lnTo>
                  <a:lnTo>
                    <a:pt x="1923441" y="2451675"/>
                  </a:lnTo>
                  <a:lnTo>
                    <a:pt x="1975344" y="2430058"/>
                  </a:lnTo>
                  <a:lnTo>
                    <a:pt x="2027846" y="2406863"/>
                  </a:lnTo>
                  <a:lnTo>
                    <a:pt x="2081033" y="2382253"/>
                  </a:lnTo>
                  <a:lnTo>
                    <a:pt x="2134879" y="2356463"/>
                  </a:lnTo>
                  <a:lnTo>
                    <a:pt x="2189264" y="2329783"/>
                  </a:lnTo>
                  <a:lnTo>
                    <a:pt x="2243999" y="2302555"/>
                  </a:lnTo>
                  <a:lnTo>
                    <a:pt x="2298848" y="2275151"/>
                  </a:lnTo>
                  <a:lnTo>
                    <a:pt x="2353563" y="2247953"/>
                  </a:lnTo>
                  <a:lnTo>
                    <a:pt x="2407912" y="2221331"/>
                  </a:lnTo>
                  <a:lnTo>
                    <a:pt x="2461710" y="2195623"/>
                  </a:lnTo>
                  <a:lnTo>
                    <a:pt x="2514843" y="2171117"/>
                  </a:lnTo>
                  <a:lnTo>
                    <a:pt x="2567293" y="2148041"/>
                  </a:lnTo>
                  <a:lnTo>
                    <a:pt x="2619156" y="2126553"/>
                  </a:lnTo>
                  <a:lnTo>
                    <a:pt x="2670659" y="2106745"/>
                  </a:lnTo>
                  <a:lnTo>
                    <a:pt x="2722173" y="2088644"/>
                  </a:lnTo>
                  <a:lnTo>
                    <a:pt x="2770117" y="2073452"/>
                  </a:lnTo>
                  <a:lnTo>
                    <a:pt x="2819756" y="2059474"/>
                  </a:lnTo>
                  <a:lnTo>
                    <a:pt x="2871111" y="2046918"/>
                  </a:lnTo>
                  <a:lnTo>
                    <a:pt x="2925005" y="2035710"/>
                  </a:lnTo>
                  <a:lnTo>
                    <a:pt x="2982356" y="2025724"/>
                  </a:lnTo>
                  <a:lnTo>
                    <a:pt x="3044099" y="2016819"/>
                  </a:lnTo>
                  <a:lnTo>
                    <a:pt x="3111099" y="2008859"/>
                  </a:lnTo>
                  <a:lnTo>
                    <a:pt x="3184050" y="2001726"/>
                  </a:lnTo>
                  <a:lnTo>
                    <a:pt x="3263331" y="1995327"/>
                  </a:lnTo>
                  <a:lnTo>
                    <a:pt x="3348824" y="1989592"/>
                  </a:lnTo>
                  <a:lnTo>
                    <a:pt x="3439695" y="1984481"/>
                  </a:lnTo>
                  <a:lnTo>
                    <a:pt x="3534184" y="1979979"/>
                  </a:lnTo>
                  <a:lnTo>
                    <a:pt x="3629479" y="1976090"/>
                  </a:lnTo>
                  <a:lnTo>
                    <a:pt x="3721778" y="1972829"/>
                  </a:lnTo>
                  <a:lnTo>
                    <a:pt x="3806653" y="1970206"/>
                  </a:lnTo>
                  <a:lnTo>
                    <a:pt x="3879721" y="1968214"/>
                  </a:lnTo>
                  <a:lnTo>
                    <a:pt x="3937535" y="1966812"/>
                  </a:lnTo>
                  <a:lnTo>
                    <a:pt x="3978405" y="1965926"/>
                  </a:lnTo>
                  <a:lnTo>
                    <a:pt x="4002907" y="1965449"/>
                  </a:lnTo>
                  <a:lnTo>
                    <a:pt x="4013927" y="1965255"/>
                  </a:lnTo>
                  <a:lnTo>
                    <a:pt x="4016386" y="1965215"/>
                  </a:lnTo>
                  <a:lnTo>
                    <a:pt x="4016409" y="1965215"/>
                  </a:lnTo>
                  <a:lnTo>
                    <a:pt x="4538543" y="1965215"/>
                  </a:lnTo>
                  <a:lnTo>
                    <a:pt x="4539752" y="1965158"/>
                  </a:lnTo>
                  <a:lnTo>
                    <a:pt x="4547665" y="1964748"/>
                  </a:lnTo>
                  <a:lnTo>
                    <a:pt x="4567480" y="1963615"/>
                  </a:lnTo>
                  <a:lnTo>
                    <a:pt x="4602570" y="1961390"/>
                  </a:lnTo>
                  <a:lnTo>
                    <a:pt x="4654186" y="1957741"/>
                  </a:lnTo>
                  <a:lnTo>
                    <a:pt x="4721383" y="1952418"/>
                  </a:lnTo>
                  <a:lnTo>
                    <a:pt x="4801355" y="1945271"/>
                  </a:lnTo>
                  <a:lnTo>
                    <a:pt x="4890123" y="1936248"/>
                  </a:lnTo>
                  <a:lnTo>
                    <a:pt x="4983376" y="1925366"/>
                  </a:lnTo>
                  <a:lnTo>
                    <a:pt x="5077186" y="1912668"/>
                  </a:lnTo>
                  <a:lnTo>
                    <a:pt x="5168466" y="1898182"/>
                  </a:lnTo>
                  <a:lnTo>
                    <a:pt x="5255121" y="1881891"/>
                  </a:lnTo>
                  <a:lnTo>
                    <a:pt x="5335998" y="1863708"/>
                  </a:lnTo>
                  <a:lnTo>
                    <a:pt x="5410708" y="1843473"/>
                  </a:lnTo>
                  <a:lnTo>
                    <a:pt x="5479421" y="1820945"/>
                  </a:lnTo>
                  <a:lnTo>
                    <a:pt x="5542679" y="1795814"/>
                  </a:lnTo>
                  <a:lnTo>
                    <a:pt x="5601243" y="1767709"/>
                  </a:lnTo>
                  <a:lnTo>
                    <a:pt x="5655986" y="1736225"/>
                  </a:lnTo>
                  <a:lnTo>
                    <a:pt x="5707804" y="1700965"/>
                  </a:lnTo>
                  <a:lnTo>
                    <a:pt x="5757543" y="1661616"/>
                  </a:lnTo>
                  <a:lnTo>
                    <a:pt x="5784835" y="1637679"/>
                  </a:lnTo>
                  <a:lnTo>
                    <a:pt x="5827192" y="1597319"/>
                  </a:lnTo>
                  <a:lnTo>
                    <a:pt x="5869139" y="1553607"/>
                  </a:lnTo>
                  <a:lnTo>
                    <a:pt x="5910989" y="1506479"/>
                  </a:lnTo>
                  <a:lnTo>
                    <a:pt x="5952975" y="1455942"/>
                  </a:lnTo>
                  <a:lnTo>
                    <a:pt x="5995262" y="1402083"/>
                  </a:lnTo>
                  <a:lnTo>
                    <a:pt x="6037954" y="1345077"/>
                  </a:lnTo>
                  <a:lnTo>
                    <a:pt x="6081099" y="1285191"/>
                  </a:lnTo>
                  <a:lnTo>
                    <a:pt x="6124694" y="1222779"/>
                  </a:lnTo>
                  <a:lnTo>
                    <a:pt x="6168694" y="1158281"/>
                  </a:lnTo>
                  <a:lnTo>
                    <a:pt x="6213016" y="1092211"/>
                  </a:lnTo>
                  <a:lnTo>
                    <a:pt x="6257549" y="1025139"/>
                  </a:lnTo>
                  <a:lnTo>
                    <a:pt x="6302168" y="957674"/>
                  </a:lnTo>
                  <a:lnTo>
                    <a:pt x="6346736" y="890440"/>
                  </a:lnTo>
                  <a:lnTo>
                    <a:pt x="6391125" y="824051"/>
                  </a:lnTo>
                  <a:lnTo>
                    <a:pt x="6435218" y="759091"/>
                  </a:lnTo>
                  <a:lnTo>
                    <a:pt x="6478925" y="696089"/>
                  </a:lnTo>
                  <a:lnTo>
                    <a:pt x="6522189" y="635506"/>
                  </a:lnTo>
                  <a:lnTo>
                    <a:pt x="6564997" y="577719"/>
                  </a:lnTo>
                  <a:lnTo>
                    <a:pt x="6607383" y="523018"/>
                  </a:lnTo>
                  <a:lnTo>
                    <a:pt x="6649434" y="471602"/>
                  </a:lnTo>
                  <a:lnTo>
                    <a:pt x="6691299" y="423580"/>
                  </a:lnTo>
                  <a:lnTo>
                    <a:pt x="6733195" y="378980"/>
                  </a:lnTo>
                  <a:lnTo>
                    <a:pt x="6775410" y="337754"/>
                  </a:lnTo>
                  <a:lnTo>
                    <a:pt x="6786527" y="327535"/>
                  </a:lnTo>
                  <a:lnTo>
                    <a:pt x="6835426" y="285825"/>
                  </a:lnTo>
                  <a:lnTo>
                    <a:pt x="6885978" y="248298"/>
                  </a:lnTo>
                  <a:lnTo>
                    <a:pt x="6938970" y="214740"/>
                  </a:lnTo>
                  <a:lnTo>
                    <a:pt x="6995279" y="184788"/>
                  </a:lnTo>
                  <a:lnTo>
                    <a:pt x="7055798" y="158036"/>
                  </a:lnTo>
                  <a:lnTo>
                    <a:pt x="7121365" y="134089"/>
                  </a:lnTo>
                  <a:lnTo>
                    <a:pt x="7192659" y="112601"/>
                  </a:lnTo>
                  <a:lnTo>
                    <a:pt x="7270081" y="93291"/>
                  </a:lnTo>
                  <a:lnTo>
                    <a:pt x="7353581" y="75953"/>
                  </a:lnTo>
                  <a:lnTo>
                    <a:pt x="7442458" y="60460"/>
                  </a:lnTo>
                  <a:lnTo>
                    <a:pt x="7535164" y="46757"/>
                  </a:lnTo>
                  <a:lnTo>
                    <a:pt x="7629167" y="34850"/>
                  </a:lnTo>
                  <a:lnTo>
                    <a:pt x="7720973" y="24778"/>
                  </a:lnTo>
                  <a:lnTo>
                    <a:pt x="7806414" y="16579"/>
                  </a:lnTo>
                  <a:lnTo>
                    <a:pt x="7881223" y="10244"/>
                  </a:lnTo>
                  <a:lnTo>
                    <a:pt x="7941835" y="5680"/>
                  </a:lnTo>
                  <a:lnTo>
                    <a:pt x="7986193" y="2692"/>
                  </a:lnTo>
                  <a:lnTo>
                    <a:pt x="8014300" y="989"/>
                  </a:lnTo>
                  <a:lnTo>
                    <a:pt x="8028365" y="220"/>
                  </a:lnTo>
                  <a:lnTo>
                    <a:pt x="8032600" y="10"/>
                  </a:lnTo>
                  <a:lnTo>
                    <a:pt x="8032819" y="0"/>
                  </a:lnTo>
                  <a:lnTo>
                    <a:pt x="8554953" y="0"/>
                  </a:lnTo>
                  <a:lnTo>
                    <a:pt x="8554953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636" name="pl1636"/>
            <p:cNvSpPr/>
            <p:nvPr/>
          </p:nvSpPr>
          <p:spPr>
            <a:xfrm>
              <a:off x="386606" y="2631221"/>
              <a:ext cx="8554953" cy="2614640"/>
            </a:xfrm>
            <a:custGeom>
              <a:avLst/>
              <a:pathLst>
                <a:path w="8554953" h="2614640">
                  <a:moveTo>
                    <a:pt x="8554953" y="0"/>
                  </a:moveTo>
                  <a:lnTo>
                    <a:pt x="8032819" y="0"/>
                  </a:lnTo>
                  <a:lnTo>
                    <a:pt x="8031610" y="57"/>
                  </a:lnTo>
                  <a:lnTo>
                    <a:pt x="8023697" y="467"/>
                  </a:lnTo>
                  <a:lnTo>
                    <a:pt x="8003882" y="1599"/>
                  </a:lnTo>
                  <a:lnTo>
                    <a:pt x="7968792" y="3825"/>
                  </a:lnTo>
                  <a:lnTo>
                    <a:pt x="7917176" y="7474"/>
                  </a:lnTo>
                  <a:lnTo>
                    <a:pt x="7849979" y="12797"/>
                  </a:lnTo>
                  <a:lnTo>
                    <a:pt x="7770007" y="19943"/>
                  </a:lnTo>
                  <a:lnTo>
                    <a:pt x="7681239" y="28966"/>
                  </a:lnTo>
                  <a:lnTo>
                    <a:pt x="7587986" y="39848"/>
                  </a:lnTo>
                  <a:lnTo>
                    <a:pt x="7494175" y="52547"/>
                  </a:lnTo>
                  <a:lnTo>
                    <a:pt x="7402896" y="67032"/>
                  </a:lnTo>
                  <a:lnTo>
                    <a:pt x="7316241" y="83324"/>
                  </a:lnTo>
                  <a:lnTo>
                    <a:pt x="7235364" y="101506"/>
                  </a:lnTo>
                  <a:lnTo>
                    <a:pt x="7160654" y="121742"/>
                  </a:lnTo>
                  <a:lnTo>
                    <a:pt x="7091941" y="144269"/>
                  </a:lnTo>
                  <a:lnTo>
                    <a:pt x="7028683" y="169400"/>
                  </a:lnTo>
                  <a:lnTo>
                    <a:pt x="6970119" y="197505"/>
                  </a:lnTo>
                  <a:lnTo>
                    <a:pt x="6915376" y="228989"/>
                  </a:lnTo>
                  <a:lnTo>
                    <a:pt x="6863558" y="264249"/>
                  </a:lnTo>
                  <a:lnTo>
                    <a:pt x="6813819" y="303598"/>
                  </a:lnTo>
                  <a:lnTo>
                    <a:pt x="6786527" y="327535"/>
                  </a:lnTo>
                  <a:lnTo>
                    <a:pt x="6744170" y="367896"/>
                  </a:lnTo>
                  <a:lnTo>
                    <a:pt x="6702223" y="411608"/>
                  </a:lnTo>
                  <a:lnTo>
                    <a:pt x="6660373" y="458736"/>
                  </a:lnTo>
                  <a:lnTo>
                    <a:pt x="6618387" y="509273"/>
                  </a:lnTo>
                  <a:lnTo>
                    <a:pt x="6576100" y="563132"/>
                  </a:lnTo>
                  <a:lnTo>
                    <a:pt x="6533408" y="620137"/>
                  </a:lnTo>
                  <a:lnTo>
                    <a:pt x="6490263" y="680024"/>
                  </a:lnTo>
                  <a:lnTo>
                    <a:pt x="6446668" y="742435"/>
                  </a:lnTo>
                  <a:lnTo>
                    <a:pt x="6402668" y="806933"/>
                  </a:lnTo>
                  <a:lnTo>
                    <a:pt x="6358346" y="873003"/>
                  </a:lnTo>
                  <a:lnTo>
                    <a:pt x="6313813" y="940075"/>
                  </a:lnTo>
                  <a:lnTo>
                    <a:pt x="6269194" y="1007540"/>
                  </a:lnTo>
                  <a:lnTo>
                    <a:pt x="6224626" y="1074774"/>
                  </a:lnTo>
                  <a:lnTo>
                    <a:pt x="6180237" y="1141163"/>
                  </a:lnTo>
                  <a:lnTo>
                    <a:pt x="6136144" y="1206123"/>
                  </a:lnTo>
                  <a:lnTo>
                    <a:pt x="6092437" y="1269125"/>
                  </a:lnTo>
                  <a:lnTo>
                    <a:pt x="6049173" y="1329709"/>
                  </a:lnTo>
                  <a:lnTo>
                    <a:pt x="6006365" y="1387496"/>
                  </a:lnTo>
                  <a:lnTo>
                    <a:pt x="5963979" y="1442196"/>
                  </a:lnTo>
                  <a:lnTo>
                    <a:pt x="5921928" y="1493613"/>
                  </a:lnTo>
                  <a:lnTo>
                    <a:pt x="5880063" y="1541635"/>
                  </a:lnTo>
                  <a:lnTo>
                    <a:pt x="5838167" y="1586235"/>
                  </a:lnTo>
                  <a:lnTo>
                    <a:pt x="5795952" y="1627460"/>
                  </a:lnTo>
                  <a:lnTo>
                    <a:pt x="5784835" y="1637679"/>
                  </a:lnTo>
                  <a:lnTo>
                    <a:pt x="5735936" y="1679390"/>
                  </a:lnTo>
                  <a:lnTo>
                    <a:pt x="5685384" y="1716917"/>
                  </a:lnTo>
                  <a:lnTo>
                    <a:pt x="5632392" y="1750475"/>
                  </a:lnTo>
                  <a:lnTo>
                    <a:pt x="5576083" y="1780426"/>
                  </a:lnTo>
                  <a:lnTo>
                    <a:pt x="5515563" y="1807178"/>
                  </a:lnTo>
                  <a:lnTo>
                    <a:pt x="5449997" y="1831125"/>
                  </a:lnTo>
                  <a:lnTo>
                    <a:pt x="5378703" y="1852614"/>
                  </a:lnTo>
                  <a:lnTo>
                    <a:pt x="5301281" y="1871924"/>
                  </a:lnTo>
                  <a:lnTo>
                    <a:pt x="5217781" y="1889262"/>
                  </a:lnTo>
                  <a:lnTo>
                    <a:pt x="5128904" y="1904755"/>
                  </a:lnTo>
                  <a:lnTo>
                    <a:pt x="5036198" y="1918458"/>
                  </a:lnTo>
                  <a:lnTo>
                    <a:pt x="4942195" y="1930365"/>
                  </a:lnTo>
                  <a:lnTo>
                    <a:pt x="4850389" y="1940436"/>
                  </a:lnTo>
                  <a:lnTo>
                    <a:pt x="4764948" y="1948635"/>
                  </a:lnTo>
                  <a:lnTo>
                    <a:pt x="4690139" y="1954971"/>
                  </a:lnTo>
                  <a:lnTo>
                    <a:pt x="4629527" y="1959534"/>
                  </a:lnTo>
                  <a:lnTo>
                    <a:pt x="4585169" y="1962523"/>
                  </a:lnTo>
                  <a:lnTo>
                    <a:pt x="4557062" y="1964225"/>
                  </a:lnTo>
                  <a:lnTo>
                    <a:pt x="4542997" y="1964994"/>
                  </a:lnTo>
                  <a:lnTo>
                    <a:pt x="4538762" y="1965205"/>
                  </a:lnTo>
                  <a:lnTo>
                    <a:pt x="4538543" y="1965215"/>
                  </a:lnTo>
                  <a:lnTo>
                    <a:pt x="4016409" y="1965215"/>
                  </a:lnTo>
                  <a:lnTo>
                    <a:pt x="4015146" y="1965235"/>
                  </a:lnTo>
                  <a:lnTo>
                    <a:pt x="4006890" y="1965376"/>
                  </a:lnTo>
                  <a:lnTo>
                    <a:pt x="3986245" y="1965768"/>
                  </a:lnTo>
                  <a:lnTo>
                    <a:pt x="3949765" y="1966537"/>
                  </a:lnTo>
                  <a:lnTo>
                    <a:pt x="3896264" y="1967796"/>
                  </a:lnTo>
                  <a:lnTo>
                    <a:pt x="3826874" y="1969630"/>
                  </a:lnTo>
                  <a:lnTo>
                    <a:pt x="3744658" y="1972088"/>
                  </a:lnTo>
                  <a:lnTo>
                    <a:pt x="3653845" y="1975185"/>
                  </a:lnTo>
                  <a:lnTo>
                    <a:pt x="3558927" y="1978913"/>
                  </a:lnTo>
                  <a:lnTo>
                    <a:pt x="3463916" y="1983257"/>
                  </a:lnTo>
                  <a:lnTo>
                    <a:pt x="3371898" y="1988209"/>
                  </a:lnTo>
                  <a:lnTo>
                    <a:pt x="3284898" y="1993780"/>
                  </a:lnTo>
                  <a:lnTo>
                    <a:pt x="3203971" y="2000001"/>
                  </a:lnTo>
                  <a:lnTo>
                    <a:pt x="3129401" y="2006936"/>
                  </a:lnTo>
                  <a:lnTo>
                    <a:pt x="3060916" y="2014671"/>
                  </a:lnTo>
                  <a:lnTo>
                    <a:pt x="2997890" y="2023319"/>
                  </a:lnTo>
                  <a:lnTo>
                    <a:pt x="2939490" y="2033012"/>
                  </a:lnTo>
                  <a:lnTo>
                    <a:pt x="2884791" y="2043890"/>
                  </a:lnTo>
                  <a:lnTo>
                    <a:pt x="2832863" y="2056087"/>
                  </a:lnTo>
                  <a:lnTo>
                    <a:pt x="2782849" y="2069694"/>
                  </a:lnTo>
                  <a:lnTo>
                    <a:pt x="2770117" y="2073452"/>
                  </a:lnTo>
                  <a:lnTo>
                    <a:pt x="2718117" y="2090004"/>
                  </a:lnTo>
                  <a:lnTo>
                    <a:pt x="2666621" y="2108238"/>
                  </a:lnTo>
                  <a:lnTo>
                    <a:pt x="2615101" y="2128180"/>
                  </a:lnTo>
                  <a:lnTo>
                    <a:pt x="2563198" y="2149797"/>
                  </a:lnTo>
                  <a:lnTo>
                    <a:pt x="2510696" y="2172992"/>
                  </a:lnTo>
                  <a:lnTo>
                    <a:pt x="2457509" y="2197601"/>
                  </a:lnTo>
                  <a:lnTo>
                    <a:pt x="2403663" y="2223392"/>
                  </a:lnTo>
                  <a:lnTo>
                    <a:pt x="2349278" y="2250072"/>
                  </a:lnTo>
                  <a:lnTo>
                    <a:pt x="2294543" y="2277300"/>
                  </a:lnTo>
                  <a:lnTo>
                    <a:pt x="2239694" y="2304704"/>
                  </a:lnTo>
                  <a:lnTo>
                    <a:pt x="2184979" y="2331902"/>
                  </a:lnTo>
                  <a:lnTo>
                    <a:pt x="2130630" y="2358524"/>
                  </a:lnTo>
                  <a:lnTo>
                    <a:pt x="2076832" y="2384232"/>
                  </a:lnTo>
                  <a:lnTo>
                    <a:pt x="2023700" y="2408737"/>
                  </a:lnTo>
                  <a:lnTo>
                    <a:pt x="1971249" y="2431814"/>
                  </a:lnTo>
                  <a:lnTo>
                    <a:pt x="1919386" y="2453302"/>
                  </a:lnTo>
                  <a:lnTo>
                    <a:pt x="1867883" y="2473110"/>
                  </a:lnTo>
                  <a:lnTo>
                    <a:pt x="1816369" y="2491211"/>
                  </a:lnTo>
                  <a:lnTo>
                    <a:pt x="1768425" y="2506402"/>
                  </a:lnTo>
                  <a:lnTo>
                    <a:pt x="1718786" y="2520381"/>
                  </a:lnTo>
                  <a:lnTo>
                    <a:pt x="1667431" y="2532937"/>
                  </a:lnTo>
                  <a:lnTo>
                    <a:pt x="1613537" y="2544145"/>
                  </a:lnTo>
                  <a:lnTo>
                    <a:pt x="1556186" y="2554131"/>
                  </a:lnTo>
                  <a:lnTo>
                    <a:pt x="1494443" y="2563036"/>
                  </a:lnTo>
                  <a:lnTo>
                    <a:pt x="1427443" y="2570996"/>
                  </a:lnTo>
                  <a:lnTo>
                    <a:pt x="1354492" y="2578129"/>
                  </a:lnTo>
                  <a:lnTo>
                    <a:pt x="1275211" y="2584528"/>
                  </a:lnTo>
                  <a:lnTo>
                    <a:pt x="1189718" y="2590263"/>
                  </a:lnTo>
                  <a:lnTo>
                    <a:pt x="1098847" y="2595373"/>
                  </a:lnTo>
                  <a:lnTo>
                    <a:pt x="1004358" y="2599875"/>
                  </a:lnTo>
                  <a:lnTo>
                    <a:pt x="909063" y="2603764"/>
                  </a:lnTo>
                  <a:lnTo>
                    <a:pt x="816764" y="2607026"/>
                  </a:lnTo>
                  <a:lnTo>
                    <a:pt x="731890" y="2609649"/>
                  </a:lnTo>
                  <a:lnTo>
                    <a:pt x="658821" y="2611641"/>
                  </a:lnTo>
                  <a:lnTo>
                    <a:pt x="601008" y="2613043"/>
                  </a:lnTo>
                  <a:lnTo>
                    <a:pt x="560137" y="2613929"/>
                  </a:lnTo>
                  <a:lnTo>
                    <a:pt x="535635" y="2614406"/>
                  </a:lnTo>
                  <a:lnTo>
                    <a:pt x="524615" y="2614600"/>
                  </a:lnTo>
                  <a:lnTo>
                    <a:pt x="522156" y="2614639"/>
                  </a:lnTo>
                  <a:lnTo>
                    <a:pt x="522133" y="2614640"/>
                  </a:lnTo>
                  <a:lnTo>
                    <a:pt x="0" y="2614640"/>
                  </a:lnTo>
                  <a:lnTo>
                    <a:pt x="0" y="261464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637" name="pg1637"/>
            <p:cNvSpPr/>
            <p:nvPr/>
          </p:nvSpPr>
          <p:spPr>
            <a:xfrm>
              <a:off x="386606" y="1778498"/>
              <a:ext cx="8554953" cy="3405244"/>
            </a:xfrm>
            <a:custGeom>
              <a:avLst/>
              <a:pathLst>
                <a:path w="8554953" h="3405244">
                  <a:moveTo>
                    <a:pt x="0" y="3405244"/>
                  </a:moveTo>
                  <a:lnTo>
                    <a:pt x="522133" y="3405244"/>
                  </a:lnTo>
                  <a:lnTo>
                    <a:pt x="523239" y="3405153"/>
                  </a:lnTo>
                  <a:lnTo>
                    <a:pt x="530492" y="3404507"/>
                  </a:lnTo>
                  <a:lnTo>
                    <a:pt x="548711" y="3402719"/>
                  </a:lnTo>
                  <a:lnTo>
                    <a:pt x="581110" y="3399204"/>
                  </a:lnTo>
                  <a:lnTo>
                    <a:pt x="629045" y="3393430"/>
                  </a:lnTo>
                  <a:lnTo>
                    <a:pt x="691911" y="3384980"/>
                  </a:lnTo>
                  <a:lnTo>
                    <a:pt x="767383" y="3373591"/>
                  </a:lnTo>
                  <a:lnTo>
                    <a:pt x="851970" y="3359153"/>
                  </a:lnTo>
                  <a:lnTo>
                    <a:pt x="941734" y="3341673"/>
                  </a:lnTo>
                  <a:lnTo>
                    <a:pt x="1032947" y="3321218"/>
                  </a:lnTo>
                  <a:lnTo>
                    <a:pt x="1122543" y="3297845"/>
                  </a:lnTo>
                  <a:lnTo>
                    <a:pt x="1208325" y="3271552"/>
                  </a:lnTo>
                  <a:lnTo>
                    <a:pt x="1288961" y="3242245"/>
                  </a:lnTo>
                  <a:lnTo>
                    <a:pt x="1363858" y="3209713"/>
                  </a:lnTo>
                  <a:lnTo>
                    <a:pt x="1432990" y="3173626"/>
                  </a:lnTo>
                  <a:lnTo>
                    <a:pt x="1496724" y="3133541"/>
                  </a:lnTo>
                  <a:lnTo>
                    <a:pt x="1555679" y="3088913"/>
                  </a:lnTo>
                  <a:lnTo>
                    <a:pt x="1610614" y="3039121"/>
                  </a:lnTo>
                  <a:lnTo>
                    <a:pt x="1662344" y="2983519"/>
                  </a:lnTo>
                  <a:lnTo>
                    <a:pt x="1711676" y="2921521"/>
                  </a:lnTo>
                  <a:lnTo>
                    <a:pt x="1759344" y="2852738"/>
                  </a:lnTo>
                  <a:lnTo>
                    <a:pt x="1768425" y="2838644"/>
                  </a:lnTo>
                  <a:lnTo>
                    <a:pt x="1803022" y="2782115"/>
                  </a:lnTo>
                  <a:lnTo>
                    <a:pt x="1837304" y="2721747"/>
                  </a:lnTo>
                  <a:lnTo>
                    <a:pt x="1871452" y="2657462"/>
                  </a:lnTo>
                  <a:lnTo>
                    <a:pt x="1905612" y="2589233"/>
                  </a:lnTo>
                  <a:lnTo>
                    <a:pt x="1939897" y="2517095"/>
                  </a:lnTo>
                  <a:lnTo>
                    <a:pt x="1974391" y="2441141"/>
                  </a:lnTo>
                  <a:lnTo>
                    <a:pt x="2009150" y="2361535"/>
                  </a:lnTo>
                  <a:lnTo>
                    <a:pt x="2044206" y="2278511"/>
                  </a:lnTo>
                  <a:lnTo>
                    <a:pt x="2079567" y="2192369"/>
                  </a:lnTo>
                  <a:lnTo>
                    <a:pt x="2115221" y="2103480"/>
                  </a:lnTo>
                  <a:lnTo>
                    <a:pt x="2151138" y="2012275"/>
                  </a:lnTo>
                  <a:lnTo>
                    <a:pt x="2187271" y="1919242"/>
                  </a:lnTo>
                  <a:lnTo>
                    <a:pt x="2223562" y="1824912"/>
                  </a:lnTo>
                  <a:lnTo>
                    <a:pt x="2259944" y="1729848"/>
                  </a:lnTo>
                  <a:lnTo>
                    <a:pt x="2296345" y="1634634"/>
                  </a:lnTo>
                  <a:lnTo>
                    <a:pt x="2332692" y="1539856"/>
                  </a:lnTo>
                  <a:lnTo>
                    <a:pt x="2368914" y="1446089"/>
                  </a:lnTo>
                  <a:lnTo>
                    <a:pt x="2404948" y="1353883"/>
                  </a:lnTo>
                  <a:lnTo>
                    <a:pt x="2440741" y="1263750"/>
                  </a:lnTo>
                  <a:lnTo>
                    <a:pt x="2476255" y="1176151"/>
                  </a:lnTo>
                  <a:lnTo>
                    <a:pt x="2511468" y="1091487"/>
                  </a:lnTo>
                  <a:lnTo>
                    <a:pt x="2546376" y="1010096"/>
                  </a:lnTo>
                  <a:lnTo>
                    <a:pt x="2581001" y="932246"/>
                  </a:lnTo>
                  <a:lnTo>
                    <a:pt x="2615384" y="858136"/>
                  </a:lnTo>
                  <a:lnTo>
                    <a:pt x="2649596" y="787897"/>
                  </a:lnTo>
                  <a:lnTo>
                    <a:pt x="2683734" y="721591"/>
                  </a:lnTo>
                  <a:lnTo>
                    <a:pt x="2717928" y="659222"/>
                  </a:lnTo>
                  <a:lnTo>
                    <a:pt x="2752338" y="600739"/>
                  </a:lnTo>
                  <a:lnTo>
                    <a:pt x="2770117" y="572246"/>
                  </a:lnTo>
                  <a:lnTo>
                    <a:pt x="2817537" y="502138"/>
                  </a:lnTo>
                  <a:lnTo>
                    <a:pt x="2866494" y="438848"/>
                  </a:lnTo>
                  <a:lnTo>
                    <a:pt x="2917698" y="382051"/>
                  </a:lnTo>
                  <a:lnTo>
                    <a:pt x="2971949" y="331185"/>
                  </a:lnTo>
                  <a:lnTo>
                    <a:pt x="3030064" y="285608"/>
                  </a:lnTo>
                  <a:lnTo>
                    <a:pt x="3092820" y="244690"/>
                  </a:lnTo>
                  <a:lnTo>
                    <a:pt x="3160869" y="207868"/>
                  </a:lnTo>
                  <a:lnTo>
                    <a:pt x="3234639" y="174678"/>
                  </a:lnTo>
                  <a:lnTo>
                    <a:pt x="3314191" y="144767"/>
                  </a:lnTo>
                  <a:lnTo>
                    <a:pt x="3399057" y="117902"/>
                  </a:lnTo>
                  <a:lnTo>
                    <a:pt x="3488059" y="93967"/>
                  </a:lnTo>
                  <a:lnTo>
                    <a:pt x="3579172" y="72944"/>
                  </a:lnTo>
                  <a:lnTo>
                    <a:pt x="3669492" y="54883"/>
                  </a:lnTo>
                  <a:lnTo>
                    <a:pt x="3755389" y="39853"/>
                  </a:lnTo>
                  <a:lnTo>
                    <a:pt x="3832920" y="27878"/>
                  </a:lnTo>
                  <a:lnTo>
                    <a:pt x="3898451" y="18875"/>
                  </a:lnTo>
                  <a:lnTo>
                    <a:pt x="3949380" y="12612"/>
                  </a:lnTo>
                  <a:lnTo>
                    <a:pt x="3984740" y="8699"/>
                  </a:lnTo>
                  <a:lnTo>
                    <a:pt x="4005505" y="6622"/>
                  </a:lnTo>
                  <a:lnTo>
                    <a:pt x="4014550" y="5801"/>
                  </a:lnTo>
                  <a:lnTo>
                    <a:pt x="4016409" y="5647"/>
                  </a:lnTo>
                  <a:lnTo>
                    <a:pt x="4538543" y="5647"/>
                  </a:lnTo>
                  <a:lnTo>
                    <a:pt x="4539695" y="5725"/>
                  </a:lnTo>
                  <a:lnTo>
                    <a:pt x="4547244" y="6283"/>
                  </a:lnTo>
                  <a:lnTo>
                    <a:pt x="4566179" y="7825"/>
                  </a:lnTo>
                  <a:lnTo>
                    <a:pt x="4599790" y="10857"/>
                  </a:lnTo>
                  <a:lnTo>
                    <a:pt x="4649386" y="15833"/>
                  </a:lnTo>
                  <a:lnTo>
                    <a:pt x="4714216" y="23105"/>
                  </a:lnTo>
                  <a:lnTo>
                    <a:pt x="4791738" y="32889"/>
                  </a:lnTo>
                  <a:lnTo>
                    <a:pt x="4878244" y="45269"/>
                  </a:lnTo>
                  <a:lnTo>
                    <a:pt x="4969623" y="60232"/>
                  </a:lnTo>
                  <a:lnTo>
                    <a:pt x="5062052" y="77717"/>
                  </a:lnTo>
                  <a:lnTo>
                    <a:pt x="5152449" y="97682"/>
                  </a:lnTo>
                  <a:lnTo>
                    <a:pt x="5238660" y="120135"/>
                  </a:lnTo>
                  <a:lnTo>
                    <a:pt x="5319430" y="145177"/>
                  </a:lnTo>
                  <a:lnTo>
                    <a:pt x="5394259" y="173005"/>
                  </a:lnTo>
                  <a:lnTo>
                    <a:pt x="5463208" y="203923"/>
                  </a:lnTo>
                  <a:lnTo>
                    <a:pt x="5526724" y="238332"/>
                  </a:lnTo>
                  <a:lnTo>
                    <a:pt x="5585492" y="276720"/>
                  </a:lnTo>
                  <a:lnTo>
                    <a:pt x="5640323" y="319631"/>
                  </a:lnTo>
                  <a:lnTo>
                    <a:pt x="5692072" y="367617"/>
                  </a:lnTo>
                  <a:lnTo>
                    <a:pt x="5741566" y="421155"/>
                  </a:lnTo>
                  <a:lnTo>
                    <a:pt x="5784835" y="474362"/>
                  </a:lnTo>
                  <a:lnTo>
                    <a:pt x="5822172" y="524987"/>
                  </a:lnTo>
                  <a:lnTo>
                    <a:pt x="5859160" y="579320"/>
                  </a:lnTo>
                  <a:lnTo>
                    <a:pt x="5896021" y="637438"/>
                  </a:lnTo>
                  <a:lnTo>
                    <a:pt x="5932931" y="699355"/>
                  </a:lnTo>
                  <a:lnTo>
                    <a:pt x="5970020" y="765020"/>
                  </a:lnTo>
                  <a:lnTo>
                    <a:pt x="6007382" y="834308"/>
                  </a:lnTo>
                  <a:lnTo>
                    <a:pt x="6045074" y="907018"/>
                  </a:lnTo>
                  <a:lnTo>
                    <a:pt x="6083120" y="982869"/>
                  </a:lnTo>
                  <a:lnTo>
                    <a:pt x="6121515" y="1061506"/>
                  </a:lnTo>
                  <a:lnTo>
                    <a:pt x="6160228" y="1142498"/>
                  </a:lnTo>
                  <a:lnTo>
                    <a:pt x="6199205" y="1225352"/>
                  </a:lnTo>
                  <a:lnTo>
                    <a:pt x="6238376" y="1309522"/>
                  </a:lnTo>
                  <a:lnTo>
                    <a:pt x="6277656" y="1394423"/>
                  </a:lnTo>
                  <a:lnTo>
                    <a:pt x="6316955" y="1479449"/>
                  </a:lnTo>
                  <a:lnTo>
                    <a:pt x="6356181" y="1563990"/>
                  </a:lnTo>
                  <a:lnTo>
                    <a:pt x="6395247" y="1647450"/>
                  </a:lnTo>
                  <a:lnTo>
                    <a:pt x="6434075" y="1729266"/>
                  </a:lnTo>
                  <a:lnTo>
                    <a:pt x="6472605" y="1808920"/>
                  </a:lnTo>
                  <a:lnTo>
                    <a:pt x="6510796" y="1885956"/>
                  </a:lnTo>
                  <a:lnTo>
                    <a:pt x="6548631" y="1959987"/>
                  </a:lnTo>
                  <a:lnTo>
                    <a:pt x="6586123" y="2030700"/>
                  </a:lnTo>
                  <a:lnTo>
                    <a:pt x="6623315" y="2097864"/>
                  </a:lnTo>
                  <a:lnTo>
                    <a:pt x="6660284" y="2161322"/>
                  </a:lnTo>
                  <a:lnTo>
                    <a:pt x="6697146" y="2220993"/>
                  </a:lnTo>
                  <a:lnTo>
                    <a:pt x="6734058" y="2276866"/>
                  </a:lnTo>
                  <a:lnTo>
                    <a:pt x="6771223" y="2328992"/>
                  </a:lnTo>
                  <a:lnTo>
                    <a:pt x="6786527" y="2349223"/>
                  </a:lnTo>
                  <a:lnTo>
                    <a:pt x="6834620" y="2407990"/>
                  </a:lnTo>
                  <a:lnTo>
                    <a:pt x="6884302" y="2460961"/>
                  </a:lnTo>
                  <a:lnTo>
                    <a:pt x="6936319" y="2508422"/>
                  </a:lnTo>
                  <a:lnTo>
                    <a:pt x="6991502" y="2550859"/>
                  </a:lnTo>
                  <a:lnTo>
                    <a:pt x="7050706" y="2588830"/>
                  </a:lnTo>
                  <a:lnTo>
                    <a:pt x="7114732" y="2622873"/>
                  </a:lnTo>
                  <a:lnTo>
                    <a:pt x="7184248" y="2653469"/>
                  </a:lnTo>
                  <a:lnTo>
                    <a:pt x="7259671" y="2681009"/>
                  </a:lnTo>
                  <a:lnTo>
                    <a:pt x="7341013" y="2705787"/>
                  </a:lnTo>
                  <a:lnTo>
                    <a:pt x="7427709" y="2727991"/>
                  </a:lnTo>
                  <a:lnTo>
                    <a:pt x="7518419" y="2747710"/>
                  </a:lnTo>
                  <a:lnTo>
                    <a:pt x="7610895" y="2764949"/>
                  </a:lnTo>
                  <a:lnTo>
                    <a:pt x="7701971" y="2779657"/>
                  </a:lnTo>
                  <a:lnTo>
                    <a:pt x="7787770" y="2791780"/>
                  </a:lnTo>
                  <a:lnTo>
                    <a:pt x="7864187" y="2801310"/>
                  </a:lnTo>
                  <a:lnTo>
                    <a:pt x="7927596" y="2808342"/>
                  </a:lnTo>
                  <a:lnTo>
                    <a:pt x="7975610" y="2813108"/>
                  </a:lnTo>
                  <a:lnTo>
                    <a:pt x="8007674" y="2815971"/>
                  </a:lnTo>
                  <a:lnTo>
                    <a:pt x="8025305" y="2817393"/>
                  </a:lnTo>
                  <a:lnTo>
                    <a:pt x="8031972" y="2817881"/>
                  </a:lnTo>
                  <a:lnTo>
                    <a:pt x="8032819" y="2817938"/>
                  </a:lnTo>
                  <a:lnTo>
                    <a:pt x="8554953" y="2817938"/>
                  </a:lnTo>
                  <a:lnTo>
                    <a:pt x="8554953" y="2812291"/>
                  </a:lnTo>
                  <a:lnTo>
                    <a:pt x="8032819" y="2812291"/>
                  </a:lnTo>
                  <a:lnTo>
                    <a:pt x="8031667" y="2812213"/>
                  </a:lnTo>
                  <a:lnTo>
                    <a:pt x="8024118" y="2811655"/>
                  </a:lnTo>
                  <a:lnTo>
                    <a:pt x="8005183" y="2810112"/>
                  </a:lnTo>
                  <a:lnTo>
                    <a:pt x="7971572" y="2807080"/>
                  </a:lnTo>
                  <a:lnTo>
                    <a:pt x="7921976" y="2802104"/>
                  </a:lnTo>
                  <a:lnTo>
                    <a:pt x="7857146" y="2794833"/>
                  </a:lnTo>
                  <a:lnTo>
                    <a:pt x="7779624" y="2785048"/>
                  </a:lnTo>
                  <a:lnTo>
                    <a:pt x="7693118" y="2772668"/>
                  </a:lnTo>
                  <a:lnTo>
                    <a:pt x="7601739" y="2757706"/>
                  </a:lnTo>
                  <a:lnTo>
                    <a:pt x="7509310" y="2740220"/>
                  </a:lnTo>
                  <a:lnTo>
                    <a:pt x="7418913" y="2720256"/>
                  </a:lnTo>
                  <a:lnTo>
                    <a:pt x="7332702" y="2697802"/>
                  </a:lnTo>
                  <a:lnTo>
                    <a:pt x="7251932" y="2672761"/>
                  </a:lnTo>
                  <a:lnTo>
                    <a:pt x="7177103" y="2644933"/>
                  </a:lnTo>
                  <a:lnTo>
                    <a:pt x="7108154" y="2614015"/>
                  </a:lnTo>
                  <a:lnTo>
                    <a:pt x="7044638" y="2579605"/>
                  </a:lnTo>
                  <a:lnTo>
                    <a:pt x="6985870" y="2541217"/>
                  </a:lnTo>
                  <a:lnTo>
                    <a:pt x="6931039" y="2498306"/>
                  </a:lnTo>
                  <a:lnTo>
                    <a:pt x="6879290" y="2450320"/>
                  </a:lnTo>
                  <a:lnTo>
                    <a:pt x="6829796" y="2396782"/>
                  </a:lnTo>
                  <a:lnTo>
                    <a:pt x="6786527" y="2343576"/>
                  </a:lnTo>
                  <a:lnTo>
                    <a:pt x="6749190" y="2292951"/>
                  </a:lnTo>
                  <a:lnTo>
                    <a:pt x="6712202" y="2238617"/>
                  </a:lnTo>
                  <a:lnTo>
                    <a:pt x="6675341" y="2180499"/>
                  </a:lnTo>
                  <a:lnTo>
                    <a:pt x="6638431" y="2118582"/>
                  </a:lnTo>
                  <a:lnTo>
                    <a:pt x="6601342" y="2052917"/>
                  </a:lnTo>
                  <a:lnTo>
                    <a:pt x="6563980" y="1983629"/>
                  </a:lnTo>
                  <a:lnTo>
                    <a:pt x="6526288" y="1910920"/>
                  </a:lnTo>
                  <a:lnTo>
                    <a:pt x="6488242" y="1835068"/>
                  </a:lnTo>
                  <a:lnTo>
                    <a:pt x="6449847" y="1756432"/>
                  </a:lnTo>
                  <a:lnTo>
                    <a:pt x="6411134" y="1675440"/>
                  </a:lnTo>
                  <a:lnTo>
                    <a:pt x="6372156" y="1592585"/>
                  </a:lnTo>
                  <a:lnTo>
                    <a:pt x="6332986" y="1508415"/>
                  </a:lnTo>
                  <a:lnTo>
                    <a:pt x="6293706" y="1423514"/>
                  </a:lnTo>
                  <a:lnTo>
                    <a:pt x="6254407" y="1338488"/>
                  </a:lnTo>
                  <a:lnTo>
                    <a:pt x="6215181" y="1253947"/>
                  </a:lnTo>
                  <a:lnTo>
                    <a:pt x="6176115" y="1170487"/>
                  </a:lnTo>
                  <a:lnTo>
                    <a:pt x="6137287" y="1088672"/>
                  </a:lnTo>
                  <a:lnTo>
                    <a:pt x="6098757" y="1009018"/>
                  </a:lnTo>
                  <a:lnTo>
                    <a:pt x="6060566" y="931982"/>
                  </a:lnTo>
                  <a:lnTo>
                    <a:pt x="6022731" y="857951"/>
                  </a:lnTo>
                  <a:lnTo>
                    <a:pt x="5985239" y="787237"/>
                  </a:lnTo>
                  <a:lnTo>
                    <a:pt x="5948047" y="720073"/>
                  </a:lnTo>
                  <a:lnTo>
                    <a:pt x="5911078" y="656616"/>
                  </a:lnTo>
                  <a:lnTo>
                    <a:pt x="5874216" y="596945"/>
                  </a:lnTo>
                  <a:lnTo>
                    <a:pt x="5837303" y="541072"/>
                  </a:lnTo>
                  <a:lnTo>
                    <a:pt x="5800139" y="488945"/>
                  </a:lnTo>
                  <a:lnTo>
                    <a:pt x="5784835" y="468715"/>
                  </a:lnTo>
                  <a:lnTo>
                    <a:pt x="5736742" y="409947"/>
                  </a:lnTo>
                  <a:lnTo>
                    <a:pt x="5687060" y="356976"/>
                  </a:lnTo>
                  <a:lnTo>
                    <a:pt x="5635043" y="309516"/>
                  </a:lnTo>
                  <a:lnTo>
                    <a:pt x="5579860" y="267078"/>
                  </a:lnTo>
                  <a:lnTo>
                    <a:pt x="5520656" y="229108"/>
                  </a:lnTo>
                  <a:lnTo>
                    <a:pt x="5456630" y="195064"/>
                  </a:lnTo>
                  <a:lnTo>
                    <a:pt x="5387114" y="164469"/>
                  </a:lnTo>
                  <a:lnTo>
                    <a:pt x="5311691" y="136929"/>
                  </a:lnTo>
                  <a:lnTo>
                    <a:pt x="5230349" y="112151"/>
                  </a:lnTo>
                  <a:lnTo>
                    <a:pt x="5143653" y="89946"/>
                  </a:lnTo>
                  <a:lnTo>
                    <a:pt x="5052943" y="70227"/>
                  </a:lnTo>
                  <a:lnTo>
                    <a:pt x="4960467" y="52989"/>
                  </a:lnTo>
                  <a:lnTo>
                    <a:pt x="4869391" y="38280"/>
                  </a:lnTo>
                  <a:lnTo>
                    <a:pt x="4783592" y="26157"/>
                  </a:lnTo>
                  <a:lnTo>
                    <a:pt x="4707174" y="16628"/>
                  </a:lnTo>
                  <a:lnTo>
                    <a:pt x="4643766" y="9595"/>
                  </a:lnTo>
                  <a:lnTo>
                    <a:pt x="4595752" y="4829"/>
                  </a:lnTo>
                  <a:lnTo>
                    <a:pt x="4563688" y="1967"/>
                  </a:lnTo>
                  <a:lnTo>
                    <a:pt x="4546057" y="545"/>
                  </a:lnTo>
                  <a:lnTo>
                    <a:pt x="4539390" y="57"/>
                  </a:lnTo>
                  <a:lnTo>
                    <a:pt x="4538543" y="0"/>
                  </a:lnTo>
                  <a:lnTo>
                    <a:pt x="4016409" y="0"/>
                  </a:lnTo>
                  <a:lnTo>
                    <a:pt x="4015303" y="90"/>
                  </a:lnTo>
                  <a:lnTo>
                    <a:pt x="4008050" y="737"/>
                  </a:lnTo>
                  <a:lnTo>
                    <a:pt x="3989832" y="2524"/>
                  </a:lnTo>
                  <a:lnTo>
                    <a:pt x="3957432" y="6039"/>
                  </a:lnTo>
                  <a:lnTo>
                    <a:pt x="3909497" y="11813"/>
                  </a:lnTo>
                  <a:lnTo>
                    <a:pt x="3846631" y="20263"/>
                  </a:lnTo>
                  <a:lnTo>
                    <a:pt x="3771159" y="31652"/>
                  </a:lnTo>
                  <a:lnTo>
                    <a:pt x="3686572" y="46090"/>
                  </a:lnTo>
                  <a:lnTo>
                    <a:pt x="3596808" y="63570"/>
                  </a:lnTo>
                  <a:lnTo>
                    <a:pt x="3505595" y="84025"/>
                  </a:lnTo>
                  <a:lnTo>
                    <a:pt x="3415999" y="107399"/>
                  </a:lnTo>
                  <a:lnTo>
                    <a:pt x="3330217" y="133691"/>
                  </a:lnTo>
                  <a:lnTo>
                    <a:pt x="3249581" y="162998"/>
                  </a:lnTo>
                  <a:lnTo>
                    <a:pt x="3174684" y="195530"/>
                  </a:lnTo>
                  <a:lnTo>
                    <a:pt x="3105552" y="231617"/>
                  </a:lnTo>
                  <a:lnTo>
                    <a:pt x="3041818" y="271702"/>
                  </a:lnTo>
                  <a:lnTo>
                    <a:pt x="2982863" y="316330"/>
                  </a:lnTo>
                  <a:lnTo>
                    <a:pt x="2927928" y="366122"/>
                  </a:lnTo>
                  <a:lnTo>
                    <a:pt x="2876198" y="421724"/>
                  </a:lnTo>
                  <a:lnTo>
                    <a:pt x="2826866" y="483723"/>
                  </a:lnTo>
                  <a:lnTo>
                    <a:pt x="2779198" y="552505"/>
                  </a:lnTo>
                  <a:lnTo>
                    <a:pt x="2770117" y="566599"/>
                  </a:lnTo>
                  <a:lnTo>
                    <a:pt x="2735520" y="623128"/>
                  </a:lnTo>
                  <a:lnTo>
                    <a:pt x="2701239" y="683496"/>
                  </a:lnTo>
                  <a:lnTo>
                    <a:pt x="2667090" y="747782"/>
                  </a:lnTo>
                  <a:lnTo>
                    <a:pt x="2632930" y="816010"/>
                  </a:lnTo>
                  <a:lnTo>
                    <a:pt x="2598645" y="888149"/>
                  </a:lnTo>
                  <a:lnTo>
                    <a:pt x="2564151" y="964102"/>
                  </a:lnTo>
                  <a:lnTo>
                    <a:pt x="2529392" y="1043708"/>
                  </a:lnTo>
                  <a:lnTo>
                    <a:pt x="2494336" y="1126732"/>
                  </a:lnTo>
                  <a:lnTo>
                    <a:pt x="2458975" y="1212874"/>
                  </a:lnTo>
                  <a:lnTo>
                    <a:pt x="2423321" y="1301763"/>
                  </a:lnTo>
                  <a:lnTo>
                    <a:pt x="2387404" y="1392968"/>
                  </a:lnTo>
                  <a:lnTo>
                    <a:pt x="2351271" y="1486001"/>
                  </a:lnTo>
                  <a:lnTo>
                    <a:pt x="2314980" y="1580332"/>
                  </a:lnTo>
                  <a:lnTo>
                    <a:pt x="2278598" y="1675395"/>
                  </a:lnTo>
                  <a:lnTo>
                    <a:pt x="2242197" y="1770609"/>
                  </a:lnTo>
                  <a:lnTo>
                    <a:pt x="2205851" y="1865388"/>
                  </a:lnTo>
                  <a:lnTo>
                    <a:pt x="2169629" y="1959154"/>
                  </a:lnTo>
                  <a:lnTo>
                    <a:pt x="2133594" y="2051360"/>
                  </a:lnTo>
                  <a:lnTo>
                    <a:pt x="2097801" y="2141493"/>
                  </a:lnTo>
                  <a:lnTo>
                    <a:pt x="2062287" y="2229093"/>
                  </a:lnTo>
                  <a:lnTo>
                    <a:pt x="2027075" y="2313757"/>
                  </a:lnTo>
                  <a:lnTo>
                    <a:pt x="1992166" y="2395147"/>
                  </a:lnTo>
                  <a:lnTo>
                    <a:pt x="1957542" y="2472997"/>
                  </a:lnTo>
                  <a:lnTo>
                    <a:pt x="1923158" y="2547107"/>
                  </a:lnTo>
                  <a:lnTo>
                    <a:pt x="1888946" y="2617347"/>
                  </a:lnTo>
                  <a:lnTo>
                    <a:pt x="1854808" y="2683652"/>
                  </a:lnTo>
                  <a:lnTo>
                    <a:pt x="1820615" y="2746021"/>
                  </a:lnTo>
                  <a:lnTo>
                    <a:pt x="1786204" y="2804504"/>
                  </a:lnTo>
                  <a:lnTo>
                    <a:pt x="1768425" y="2832997"/>
                  </a:lnTo>
                  <a:lnTo>
                    <a:pt x="1721005" y="2903105"/>
                  </a:lnTo>
                  <a:lnTo>
                    <a:pt x="1672049" y="2966395"/>
                  </a:lnTo>
                  <a:lnTo>
                    <a:pt x="1620844" y="3023192"/>
                  </a:lnTo>
                  <a:lnTo>
                    <a:pt x="1566593" y="3074058"/>
                  </a:lnTo>
                  <a:lnTo>
                    <a:pt x="1508478" y="3119635"/>
                  </a:lnTo>
                  <a:lnTo>
                    <a:pt x="1445722" y="3160553"/>
                  </a:lnTo>
                  <a:lnTo>
                    <a:pt x="1377673" y="3197375"/>
                  </a:lnTo>
                  <a:lnTo>
                    <a:pt x="1303903" y="3230566"/>
                  </a:lnTo>
                  <a:lnTo>
                    <a:pt x="1224351" y="3260477"/>
                  </a:lnTo>
                  <a:lnTo>
                    <a:pt x="1139486" y="3287341"/>
                  </a:lnTo>
                  <a:lnTo>
                    <a:pt x="1050484" y="3311276"/>
                  </a:lnTo>
                  <a:lnTo>
                    <a:pt x="959370" y="3332300"/>
                  </a:lnTo>
                  <a:lnTo>
                    <a:pt x="869051" y="3350360"/>
                  </a:lnTo>
                  <a:lnTo>
                    <a:pt x="783153" y="3365390"/>
                  </a:lnTo>
                  <a:lnTo>
                    <a:pt x="705622" y="3377365"/>
                  </a:lnTo>
                  <a:lnTo>
                    <a:pt x="640091" y="3386368"/>
                  </a:lnTo>
                  <a:lnTo>
                    <a:pt x="589162" y="3392631"/>
                  </a:lnTo>
                  <a:lnTo>
                    <a:pt x="553802" y="3396545"/>
                  </a:lnTo>
                  <a:lnTo>
                    <a:pt x="533037" y="3398621"/>
                  </a:lnTo>
                  <a:lnTo>
                    <a:pt x="523992" y="3399442"/>
                  </a:lnTo>
                  <a:lnTo>
                    <a:pt x="522133" y="3399597"/>
                  </a:lnTo>
                  <a:lnTo>
                    <a:pt x="0" y="3399597"/>
                  </a:lnTo>
                  <a:close/>
                </a:path>
              </a:pathLst>
            </a:custGeom>
            <a:solidFill>
              <a:srgbClr val="D9B26F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1638" name="pl1638"/>
            <p:cNvSpPr/>
            <p:nvPr/>
          </p:nvSpPr>
          <p:spPr>
            <a:xfrm>
              <a:off x="386606" y="1784145"/>
              <a:ext cx="8554953" cy="3399597"/>
            </a:xfrm>
            <a:custGeom>
              <a:avLst/>
              <a:pathLst>
                <a:path w="8554953" h="3399597">
                  <a:moveTo>
                    <a:pt x="0" y="3399597"/>
                  </a:moveTo>
                  <a:lnTo>
                    <a:pt x="522133" y="3399597"/>
                  </a:lnTo>
                  <a:lnTo>
                    <a:pt x="523239" y="3399506"/>
                  </a:lnTo>
                  <a:lnTo>
                    <a:pt x="530492" y="3398859"/>
                  </a:lnTo>
                  <a:lnTo>
                    <a:pt x="548711" y="3397072"/>
                  </a:lnTo>
                  <a:lnTo>
                    <a:pt x="581110" y="3393557"/>
                  </a:lnTo>
                  <a:lnTo>
                    <a:pt x="629045" y="3387783"/>
                  </a:lnTo>
                  <a:lnTo>
                    <a:pt x="691911" y="3379333"/>
                  </a:lnTo>
                  <a:lnTo>
                    <a:pt x="767383" y="3367944"/>
                  </a:lnTo>
                  <a:lnTo>
                    <a:pt x="851970" y="3353506"/>
                  </a:lnTo>
                  <a:lnTo>
                    <a:pt x="941734" y="3336026"/>
                  </a:lnTo>
                  <a:lnTo>
                    <a:pt x="1032947" y="3315571"/>
                  </a:lnTo>
                  <a:lnTo>
                    <a:pt x="1122543" y="3292197"/>
                  </a:lnTo>
                  <a:lnTo>
                    <a:pt x="1208325" y="3265905"/>
                  </a:lnTo>
                  <a:lnTo>
                    <a:pt x="1288961" y="3236598"/>
                  </a:lnTo>
                  <a:lnTo>
                    <a:pt x="1363858" y="3204066"/>
                  </a:lnTo>
                  <a:lnTo>
                    <a:pt x="1432990" y="3167979"/>
                  </a:lnTo>
                  <a:lnTo>
                    <a:pt x="1496724" y="3127894"/>
                  </a:lnTo>
                  <a:lnTo>
                    <a:pt x="1555679" y="3083266"/>
                  </a:lnTo>
                  <a:lnTo>
                    <a:pt x="1610614" y="3033474"/>
                  </a:lnTo>
                  <a:lnTo>
                    <a:pt x="1662344" y="2977872"/>
                  </a:lnTo>
                  <a:lnTo>
                    <a:pt x="1711676" y="2915873"/>
                  </a:lnTo>
                  <a:lnTo>
                    <a:pt x="1759344" y="2847091"/>
                  </a:lnTo>
                  <a:lnTo>
                    <a:pt x="1768425" y="2832997"/>
                  </a:lnTo>
                  <a:lnTo>
                    <a:pt x="1803022" y="2776468"/>
                  </a:lnTo>
                  <a:lnTo>
                    <a:pt x="1837304" y="2716100"/>
                  </a:lnTo>
                  <a:lnTo>
                    <a:pt x="1871452" y="2651814"/>
                  </a:lnTo>
                  <a:lnTo>
                    <a:pt x="1905612" y="2583586"/>
                  </a:lnTo>
                  <a:lnTo>
                    <a:pt x="1939897" y="2511447"/>
                  </a:lnTo>
                  <a:lnTo>
                    <a:pt x="1974391" y="2435494"/>
                  </a:lnTo>
                  <a:lnTo>
                    <a:pt x="2009150" y="2355888"/>
                  </a:lnTo>
                  <a:lnTo>
                    <a:pt x="2044206" y="2272864"/>
                  </a:lnTo>
                  <a:lnTo>
                    <a:pt x="2079567" y="2186722"/>
                  </a:lnTo>
                  <a:lnTo>
                    <a:pt x="2115221" y="2097833"/>
                  </a:lnTo>
                  <a:lnTo>
                    <a:pt x="2151138" y="2006628"/>
                  </a:lnTo>
                  <a:lnTo>
                    <a:pt x="2187271" y="1913595"/>
                  </a:lnTo>
                  <a:lnTo>
                    <a:pt x="2223562" y="1819264"/>
                  </a:lnTo>
                  <a:lnTo>
                    <a:pt x="2259944" y="1724201"/>
                  </a:lnTo>
                  <a:lnTo>
                    <a:pt x="2296345" y="1628987"/>
                  </a:lnTo>
                  <a:lnTo>
                    <a:pt x="2332692" y="1534208"/>
                  </a:lnTo>
                  <a:lnTo>
                    <a:pt x="2368914" y="1440442"/>
                  </a:lnTo>
                  <a:lnTo>
                    <a:pt x="2404948" y="1348236"/>
                  </a:lnTo>
                  <a:lnTo>
                    <a:pt x="2440741" y="1258103"/>
                  </a:lnTo>
                  <a:lnTo>
                    <a:pt x="2476255" y="1170503"/>
                  </a:lnTo>
                  <a:lnTo>
                    <a:pt x="2511468" y="1085839"/>
                  </a:lnTo>
                  <a:lnTo>
                    <a:pt x="2546376" y="1004449"/>
                  </a:lnTo>
                  <a:lnTo>
                    <a:pt x="2581001" y="926599"/>
                  </a:lnTo>
                  <a:lnTo>
                    <a:pt x="2615384" y="852489"/>
                  </a:lnTo>
                  <a:lnTo>
                    <a:pt x="2649596" y="782249"/>
                  </a:lnTo>
                  <a:lnTo>
                    <a:pt x="2683734" y="715944"/>
                  </a:lnTo>
                  <a:lnTo>
                    <a:pt x="2717928" y="653575"/>
                  </a:lnTo>
                  <a:lnTo>
                    <a:pt x="2752338" y="595092"/>
                  </a:lnTo>
                  <a:lnTo>
                    <a:pt x="2770117" y="566599"/>
                  </a:lnTo>
                  <a:lnTo>
                    <a:pt x="2817537" y="496491"/>
                  </a:lnTo>
                  <a:lnTo>
                    <a:pt x="2866494" y="433201"/>
                  </a:lnTo>
                  <a:lnTo>
                    <a:pt x="2917698" y="376404"/>
                  </a:lnTo>
                  <a:lnTo>
                    <a:pt x="2971949" y="325538"/>
                  </a:lnTo>
                  <a:lnTo>
                    <a:pt x="3030064" y="279961"/>
                  </a:lnTo>
                  <a:lnTo>
                    <a:pt x="3092820" y="239043"/>
                  </a:lnTo>
                  <a:lnTo>
                    <a:pt x="3160869" y="202221"/>
                  </a:lnTo>
                  <a:lnTo>
                    <a:pt x="3234639" y="169030"/>
                  </a:lnTo>
                  <a:lnTo>
                    <a:pt x="3314191" y="139119"/>
                  </a:lnTo>
                  <a:lnTo>
                    <a:pt x="3399057" y="112255"/>
                  </a:lnTo>
                  <a:lnTo>
                    <a:pt x="3488059" y="88320"/>
                  </a:lnTo>
                  <a:lnTo>
                    <a:pt x="3579172" y="67296"/>
                  </a:lnTo>
                  <a:lnTo>
                    <a:pt x="3669492" y="49236"/>
                  </a:lnTo>
                  <a:lnTo>
                    <a:pt x="3755389" y="34206"/>
                  </a:lnTo>
                  <a:lnTo>
                    <a:pt x="3832920" y="22231"/>
                  </a:lnTo>
                  <a:lnTo>
                    <a:pt x="3898451" y="13228"/>
                  </a:lnTo>
                  <a:lnTo>
                    <a:pt x="3949380" y="6965"/>
                  </a:lnTo>
                  <a:lnTo>
                    <a:pt x="3984740" y="3051"/>
                  </a:lnTo>
                  <a:lnTo>
                    <a:pt x="4005505" y="975"/>
                  </a:lnTo>
                  <a:lnTo>
                    <a:pt x="4014550" y="154"/>
                  </a:lnTo>
                  <a:lnTo>
                    <a:pt x="4016401" y="0"/>
                  </a:lnTo>
                  <a:lnTo>
                    <a:pt x="4016409" y="0"/>
                  </a:lnTo>
                  <a:lnTo>
                    <a:pt x="4538543" y="0"/>
                  </a:lnTo>
                  <a:lnTo>
                    <a:pt x="4539695" y="78"/>
                  </a:lnTo>
                  <a:lnTo>
                    <a:pt x="4547244" y="636"/>
                  </a:lnTo>
                  <a:lnTo>
                    <a:pt x="4566179" y="2178"/>
                  </a:lnTo>
                  <a:lnTo>
                    <a:pt x="4599790" y="5210"/>
                  </a:lnTo>
                  <a:lnTo>
                    <a:pt x="4649386" y="10186"/>
                  </a:lnTo>
                  <a:lnTo>
                    <a:pt x="4714216" y="17458"/>
                  </a:lnTo>
                  <a:lnTo>
                    <a:pt x="4791738" y="27242"/>
                  </a:lnTo>
                  <a:lnTo>
                    <a:pt x="4878244" y="39622"/>
                  </a:lnTo>
                  <a:lnTo>
                    <a:pt x="4969623" y="54584"/>
                  </a:lnTo>
                  <a:lnTo>
                    <a:pt x="5062052" y="72070"/>
                  </a:lnTo>
                  <a:lnTo>
                    <a:pt x="5152449" y="92034"/>
                  </a:lnTo>
                  <a:lnTo>
                    <a:pt x="5238660" y="114488"/>
                  </a:lnTo>
                  <a:lnTo>
                    <a:pt x="5319430" y="139529"/>
                  </a:lnTo>
                  <a:lnTo>
                    <a:pt x="5394259" y="167358"/>
                  </a:lnTo>
                  <a:lnTo>
                    <a:pt x="5463208" y="198275"/>
                  </a:lnTo>
                  <a:lnTo>
                    <a:pt x="5526724" y="232685"/>
                  </a:lnTo>
                  <a:lnTo>
                    <a:pt x="5585492" y="271073"/>
                  </a:lnTo>
                  <a:lnTo>
                    <a:pt x="5640323" y="313984"/>
                  </a:lnTo>
                  <a:lnTo>
                    <a:pt x="5692072" y="361970"/>
                  </a:lnTo>
                  <a:lnTo>
                    <a:pt x="5741566" y="415508"/>
                  </a:lnTo>
                  <a:lnTo>
                    <a:pt x="5784835" y="468715"/>
                  </a:lnTo>
                  <a:lnTo>
                    <a:pt x="5822172" y="519340"/>
                  </a:lnTo>
                  <a:lnTo>
                    <a:pt x="5859160" y="573673"/>
                  </a:lnTo>
                  <a:lnTo>
                    <a:pt x="5896021" y="631791"/>
                  </a:lnTo>
                  <a:lnTo>
                    <a:pt x="5932931" y="693708"/>
                  </a:lnTo>
                  <a:lnTo>
                    <a:pt x="5970020" y="759373"/>
                  </a:lnTo>
                  <a:lnTo>
                    <a:pt x="6007382" y="828661"/>
                  </a:lnTo>
                  <a:lnTo>
                    <a:pt x="6045074" y="901370"/>
                  </a:lnTo>
                  <a:lnTo>
                    <a:pt x="6083120" y="977222"/>
                  </a:lnTo>
                  <a:lnTo>
                    <a:pt x="6121515" y="1055858"/>
                  </a:lnTo>
                  <a:lnTo>
                    <a:pt x="6160228" y="1136851"/>
                  </a:lnTo>
                  <a:lnTo>
                    <a:pt x="6199205" y="1219705"/>
                  </a:lnTo>
                  <a:lnTo>
                    <a:pt x="6238376" y="1303875"/>
                  </a:lnTo>
                  <a:lnTo>
                    <a:pt x="6277656" y="1388776"/>
                  </a:lnTo>
                  <a:lnTo>
                    <a:pt x="6316955" y="1473802"/>
                  </a:lnTo>
                  <a:lnTo>
                    <a:pt x="6356181" y="1558343"/>
                  </a:lnTo>
                  <a:lnTo>
                    <a:pt x="6395247" y="1641803"/>
                  </a:lnTo>
                  <a:lnTo>
                    <a:pt x="6434075" y="1723618"/>
                  </a:lnTo>
                  <a:lnTo>
                    <a:pt x="6472605" y="1803273"/>
                  </a:lnTo>
                  <a:lnTo>
                    <a:pt x="6510796" y="1880309"/>
                  </a:lnTo>
                  <a:lnTo>
                    <a:pt x="6548631" y="1954339"/>
                  </a:lnTo>
                  <a:lnTo>
                    <a:pt x="6586123" y="2025053"/>
                  </a:lnTo>
                  <a:lnTo>
                    <a:pt x="6623315" y="2092217"/>
                  </a:lnTo>
                  <a:lnTo>
                    <a:pt x="6660284" y="2155674"/>
                  </a:lnTo>
                  <a:lnTo>
                    <a:pt x="6697146" y="2215345"/>
                  </a:lnTo>
                  <a:lnTo>
                    <a:pt x="6734058" y="2271218"/>
                  </a:lnTo>
                  <a:lnTo>
                    <a:pt x="6771223" y="2323345"/>
                  </a:lnTo>
                  <a:lnTo>
                    <a:pt x="6786527" y="2343576"/>
                  </a:lnTo>
                  <a:lnTo>
                    <a:pt x="6834620" y="2402343"/>
                  </a:lnTo>
                  <a:lnTo>
                    <a:pt x="6884302" y="2455314"/>
                  </a:lnTo>
                  <a:lnTo>
                    <a:pt x="6936319" y="2502774"/>
                  </a:lnTo>
                  <a:lnTo>
                    <a:pt x="6991502" y="2545212"/>
                  </a:lnTo>
                  <a:lnTo>
                    <a:pt x="7050706" y="2583183"/>
                  </a:lnTo>
                  <a:lnTo>
                    <a:pt x="7114732" y="2617226"/>
                  </a:lnTo>
                  <a:lnTo>
                    <a:pt x="7184248" y="2647821"/>
                  </a:lnTo>
                  <a:lnTo>
                    <a:pt x="7259671" y="2675362"/>
                  </a:lnTo>
                  <a:lnTo>
                    <a:pt x="7341013" y="2700139"/>
                  </a:lnTo>
                  <a:lnTo>
                    <a:pt x="7427709" y="2722344"/>
                  </a:lnTo>
                  <a:lnTo>
                    <a:pt x="7518419" y="2742063"/>
                  </a:lnTo>
                  <a:lnTo>
                    <a:pt x="7610895" y="2759302"/>
                  </a:lnTo>
                  <a:lnTo>
                    <a:pt x="7701971" y="2774010"/>
                  </a:lnTo>
                  <a:lnTo>
                    <a:pt x="7787770" y="2786133"/>
                  </a:lnTo>
                  <a:lnTo>
                    <a:pt x="7864187" y="2795663"/>
                  </a:lnTo>
                  <a:lnTo>
                    <a:pt x="7927596" y="2802695"/>
                  </a:lnTo>
                  <a:lnTo>
                    <a:pt x="7975610" y="2807461"/>
                  </a:lnTo>
                  <a:lnTo>
                    <a:pt x="8007674" y="2810324"/>
                  </a:lnTo>
                  <a:lnTo>
                    <a:pt x="8025305" y="2811745"/>
                  </a:lnTo>
                  <a:lnTo>
                    <a:pt x="8031972" y="2812234"/>
                  </a:lnTo>
                  <a:lnTo>
                    <a:pt x="8032819" y="2812291"/>
                  </a:lnTo>
                  <a:lnTo>
                    <a:pt x="8554953" y="2812291"/>
                  </a:lnTo>
                  <a:lnTo>
                    <a:pt x="8554953" y="2812291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639" name="pl1639"/>
            <p:cNvSpPr/>
            <p:nvPr/>
          </p:nvSpPr>
          <p:spPr>
            <a:xfrm>
              <a:off x="386606" y="1778498"/>
              <a:ext cx="8554953" cy="3399597"/>
            </a:xfrm>
            <a:custGeom>
              <a:avLst/>
              <a:pathLst>
                <a:path w="8554953" h="3399597">
                  <a:moveTo>
                    <a:pt x="8554953" y="2812291"/>
                  </a:moveTo>
                  <a:lnTo>
                    <a:pt x="8032819" y="2812291"/>
                  </a:lnTo>
                  <a:lnTo>
                    <a:pt x="8031667" y="2812213"/>
                  </a:lnTo>
                  <a:lnTo>
                    <a:pt x="8024118" y="2811655"/>
                  </a:lnTo>
                  <a:lnTo>
                    <a:pt x="8005183" y="2810112"/>
                  </a:lnTo>
                  <a:lnTo>
                    <a:pt x="7971572" y="2807080"/>
                  </a:lnTo>
                  <a:lnTo>
                    <a:pt x="7921976" y="2802104"/>
                  </a:lnTo>
                  <a:lnTo>
                    <a:pt x="7857146" y="2794833"/>
                  </a:lnTo>
                  <a:lnTo>
                    <a:pt x="7779624" y="2785048"/>
                  </a:lnTo>
                  <a:lnTo>
                    <a:pt x="7693118" y="2772668"/>
                  </a:lnTo>
                  <a:lnTo>
                    <a:pt x="7601739" y="2757706"/>
                  </a:lnTo>
                  <a:lnTo>
                    <a:pt x="7509310" y="2740220"/>
                  </a:lnTo>
                  <a:lnTo>
                    <a:pt x="7418913" y="2720256"/>
                  </a:lnTo>
                  <a:lnTo>
                    <a:pt x="7332702" y="2697802"/>
                  </a:lnTo>
                  <a:lnTo>
                    <a:pt x="7251932" y="2672761"/>
                  </a:lnTo>
                  <a:lnTo>
                    <a:pt x="7177103" y="2644933"/>
                  </a:lnTo>
                  <a:lnTo>
                    <a:pt x="7108154" y="2614015"/>
                  </a:lnTo>
                  <a:lnTo>
                    <a:pt x="7044638" y="2579605"/>
                  </a:lnTo>
                  <a:lnTo>
                    <a:pt x="6985870" y="2541217"/>
                  </a:lnTo>
                  <a:lnTo>
                    <a:pt x="6931039" y="2498306"/>
                  </a:lnTo>
                  <a:lnTo>
                    <a:pt x="6879290" y="2450320"/>
                  </a:lnTo>
                  <a:lnTo>
                    <a:pt x="6829796" y="2396782"/>
                  </a:lnTo>
                  <a:lnTo>
                    <a:pt x="6786527" y="2343576"/>
                  </a:lnTo>
                  <a:lnTo>
                    <a:pt x="6749190" y="2292951"/>
                  </a:lnTo>
                  <a:lnTo>
                    <a:pt x="6712202" y="2238617"/>
                  </a:lnTo>
                  <a:lnTo>
                    <a:pt x="6675341" y="2180499"/>
                  </a:lnTo>
                  <a:lnTo>
                    <a:pt x="6638431" y="2118582"/>
                  </a:lnTo>
                  <a:lnTo>
                    <a:pt x="6601342" y="2052917"/>
                  </a:lnTo>
                  <a:lnTo>
                    <a:pt x="6563980" y="1983629"/>
                  </a:lnTo>
                  <a:lnTo>
                    <a:pt x="6526288" y="1910920"/>
                  </a:lnTo>
                  <a:lnTo>
                    <a:pt x="6488242" y="1835068"/>
                  </a:lnTo>
                  <a:lnTo>
                    <a:pt x="6449847" y="1756432"/>
                  </a:lnTo>
                  <a:lnTo>
                    <a:pt x="6411134" y="1675440"/>
                  </a:lnTo>
                  <a:lnTo>
                    <a:pt x="6372156" y="1592585"/>
                  </a:lnTo>
                  <a:lnTo>
                    <a:pt x="6332986" y="1508415"/>
                  </a:lnTo>
                  <a:lnTo>
                    <a:pt x="6293706" y="1423514"/>
                  </a:lnTo>
                  <a:lnTo>
                    <a:pt x="6254407" y="1338488"/>
                  </a:lnTo>
                  <a:lnTo>
                    <a:pt x="6215181" y="1253947"/>
                  </a:lnTo>
                  <a:lnTo>
                    <a:pt x="6176115" y="1170487"/>
                  </a:lnTo>
                  <a:lnTo>
                    <a:pt x="6137287" y="1088672"/>
                  </a:lnTo>
                  <a:lnTo>
                    <a:pt x="6098757" y="1009018"/>
                  </a:lnTo>
                  <a:lnTo>
                    <a:pt x="6060566" y="931982"/>
                  </a:lnTo>
                  <a:lnTo>
                    <a:pt x="6022731" y="857951"/>
                  </a:lnTo>
                  <a:lnTo>
                    <a:pt x="5985239" y="787237"/>
                  </a:lnTo>
                  <a:lnTo>
                    <a:pt x="5948047" y="720073"/>
                  </a:lnTo>
                  <a:lnTo>
                    <a:pt x="5911078" y="656616"/>
                  </a:lnTo>
                  <a:lnTo>
                    <a:pt x="5874216" y="596945"/>
                  </a:lnTo>
                  <a:lnTo>
                    <a:pt x="5837303" y="541072"/>
                  </a:lnTo>
                  <a:lnTo>
                    <a:pt x="5800139" y="488945"/>
                  </a:lnTo>
                  <a:lnTo>
                    <a:pt x="5784835" y="468715"/>
                  </a:lnTo>
                  <a:lnTo>
                    <a:pt x="5736742" y="409947"/>
                  </a:lnTo>
                  <a:lnTo>
                    <a:pt x="5687060" y="356976"/>
                  </a:lnTo>
                  <a:lnTo>
                    <a:pt x="5635043" y="309516"/>
                  </a:lnTo>
                  <a:lnTo>
                    <a:pt x="5579860" y="267078"/>
                  </a:lnTo>
                  <a:lnTo>
                    <a:pt x="5520656" y="229108"/>
                  </a:lnTo>
                  <a:lnTo>
                    <a:pt x="5456630" y="195064"/>
                  </a:lnTo>
                  <a:lnTo>
                    <a:pt x="5387114" y="164469"/>
                  </a:lnTo>
                  <a:lnTo>
                    <a:pt x="5311691" y="136929"/>
                  </a:lnTo>
                  <a:lnTo>
                    <a:pt x="5230349" y="112151"/>
                  </a:lnTo>
                  <a:lnTo>
                    <a:pt x="5143653" y="89946"/>
                  </a:lnTo>
                  <a:lnTo>
                    <a:pt x="5052943" y="70227"/>
                  </a:lnTo>
                  <a:lnTo>
                    <a:pt x="4960467" y="52989"/>
                  </a:lnTo>
                  <a:lnTo>
                    <a:pt x="4869391" y="38280"/>
                  </a:lnTo>
                  <a:lnTo>
                    <a:pt x="4783592" y="26157"/>
                  </a:lnTo>
                  <a:lnTo>
                    <a:pt x="4707174" y="16628"/>
                  </a:lnTo>
                  <a:lnTo>
                    <a:pt x="4643766" y="9595"/>
                  </a:lnTo>
                  <a:lnTo>
                    <a:pt x="4595752" y="4829"/>
                  </a:lnTo>
                  <a:lnTo>
                    <a:pt x="4563688" y="1967"/>
                  </a:lnTo>
                  <a:lnTo>
                    <a:pt x="4546057" y="545"/>
                  </a:lnTo>
                  <a:lnTo>
                    <a:pt x="4539390" y="57"/>
                  </a:lnTo>
                  <a:lnTo>
                    <a:pt x="4538543" y="0"/>
                  </a:lnTo>
                  <a:lnTo>
                    <a:pt x="4016409" y="0"/>
                  </a:lnTo>
                  <a:lnTo>
                    <a:pt x="4015303" y="90"/>
                  </a:lnTo>
                  <a:lnTo>
                    <a:pt x="4008050" y="737"/>
                  </a:lnTo>
                  <a:lnTo>
                    <a:pt x="3989832" y="2524"/>
                  </a:lnTo>
                  <a:lnTo>
                    <a:pt x="3957432" y="6039"/>
                  </a:lnTo>
                  <a:lnTo>
                    <a:pt x="3909497" y="11813"/>
                  </a:lnTo>
                  <a:lnTo>
                    <a:pt x="3846631" y="20263"/>
                  </a:lnTo>
                  <a:lnTo>
                    <a:pt x="3771159" y="31652"/>
                  </a:lnTo>
                  <a:lnTo>
                    <a:pt x="3686572" y="46090"/>
                  </a:lnTo>
                  <a:lnTo>
                    <a:pt x="3596808" y="63570"/>
                  </a:lnTo>
                  <a:lnTo>
                    <a:pt x="3505595" y="84025"/>
                  </a:lnTo>
                  <a:lnTo>
                    <a:pt x="3415999" y="107399"/>
                  </a:lnTo>
                  <a:lnTo>
                    <a:pt x="3330217" y="133691"/>
                  </a:lnTo>
                  <a:lnTo>
                    <a:pt x="3249581" y="162998"/>
                  </a:lnTo>
                  <a:lnTo>
                    <a:pt x="3174684" y="195530"/>
                  </a:lnTo>
                  <a:lnTo>
                    <a:pt x="3105552" y="231617"/>
                  </a:lnTo>
                  <a:lnTo>
                    <a:pt x="3041818" y="271702"/>
                  </a:lnTo>
                  <a:lnTo>
                    <a:pt x="2982863" y="316330"/>
                  </a:lnTo>
                  <a:lnTo>
                    <a:pt x="2927928" y="366122"/>
                  </a:lnTo>
                  <a:lnTo>
                    <a:pt x="2876198" y="421724"/>
                  </a:lnTo>
                  <a:lnTo>
                    <a:pt x="2826866" y="483723"/>
                  </a:lnTo>
                  <a:lnTo>
                    <a:pt x="2779198" y="552505"/>
                  </a:lnTo>
                  <a:lnTo>
                    <a:pt x="2770117" y="566599"/>
                  </a:lnTo>
                  <a:lnTo>
                    <a:pt x="2735520" y="623128"/>
                  </a:lnTo>
                  <a:lnTo>
                    <a:pt x="2701239" y="683496"/>
                  </a:lnTo>
                  <a:lnTo>
                    <a:pt x="2667090" y="747782"/>
                  </a:lnTo>
                  <a:lnTo>
                    <a:pt x="2632930" y="816010"/>
                  </a:lnTo>
                  <a:lnTo>
                    <a:pt x="2598645" y="888149"/>
                  </a:lnTo>
                  <a:lnTo>
                    <a:pt x="2564151" y="964102"/>
                  </a:lnTo>
                  <a:lnTo>
                    <a:pt x="2529392" y="1043708"/>
                  </a:lnTo>
                  <a:lnTo>
                    <a:pt x="2494336" y="1126732"/>
                  </a:lnTo>
                  <a:lnTo>
                    <a:pt x="2458975" y="1212874"/>
                  </a:lnTo>
                  <a:lnTo>
                    <a:pt x="2423321" y="1301763"/>
                  </a:lnTo>
                  <a:lnTo>
                    <a:pt x="2387404" y="1392968"/>
                  </a:lnTo>
                  <a:lnTo>
                    <a:pt x="2351271" y="1486001"/>
                  </a:lnTo>
                  <a:lnTo>
                    <a:pt x="2314980" y="1580332"/>
                  </a:lnTo>
                  <a:lnTo>
                    <a:pt x="2278598" y="1675395"/>
                  </a:lnTo>
                  <a:lnTo>
                    <a:pt x="2242197" y="1770609"/>
                  </a:lnTo>
                  <a:lnTo>
                    <a:pt x="2205851" y="1865388"/>
                  </a:lnTo>
                  <a:lnTo>
                    <a:pt x="2169629" y="1959154"/>
                  </a:lnTo>
                  <a:lnTo>
                    <a:pt x="2133594" y="2051360"/>
                  </a:lnTo>
                  <a:lnTo>
                    <a:pt x="2097801" y="2141493"/>
                  </a:lnTo>
                  <a:lnTo>
                    <a:pt x="2062287" y="2229093"/>
                  </a:lnTo>
                  <a:lnTo>
                    <a:pt x="2027075" y="2313757"/>
                  </a:lnTo>
                  <a:lnTo>
                    <a:pt x="1992166" y="2395147"/>
                  </a:lnTo>
                  <a:lnTo>
                    <a:pt x="1957542" y="2472997"/>
                  </a:lnTo>
                  <a:lnTo>
                    <a:pt x="1923158" y="2547107"/>
                  </a:lnTo>
                  <a:lnTo>
                    <a:pt x="1888946" y="2617347"/>
                  </a:lnTo>
                  <a:lnTo>
                    <a:pt x="1854808" y="2683652"/>
                  </a:lnTo>
                  <a:lnTo>
                    <a:pt x="1820615" y="2746021"/>
                  </a:lnTo>
                  <a:lnTo>
                    <a:pt x="1786204" y="2804504"/>
                  </a:lnTo>
                  <a:lnTo>
                    <a:pt x="1768425" y="2832997"/>
                  </a:lnTo>
                  <a:lnTo>
                    <a:pt x="1721005" y="2903105"/>
                  </a:lnTo>
                  <a:lnTo>
                    <a:pt x="1672049" y="2966395"/>
                  </a:lnTo>
                  <a:lnTo>
                    <a:pt x="1620844" y="3023192"/>
                  </a:lnTo>
                  <a:lnTo>
                    <a:pt x="1566593" y="3074058"/>
                  </a:lnTo>
                  <a:lnTo>
                    <a:pt x="1508478" y="3119635"/>
                  </a:lnTo>
                  <a:lnTo>
                    <a:pt x="1445722" y="3160553"/>
                  </a:lnTo>
                  <a:lnTo>
                    <a:pt x="1377673" y="3197375"/>
                  </a:lnTo>
                  <a:lnTo>
                    <a:pt x="1303903" y="3230566"/>
                  </a:lnTo>
                  <a:lnTo>
                    <a:pt x="1224351" y="3260477"/>
                  </a:lnTo>
                  <a:lnTo>
                    <a:pt x="1139486" y="3287341"/>
                  </a:lnTo>
                  <a:lnTo>
                    <a:pt x="1050484" y="3311276"/>
                  </a:lnTo>
                  <a:lnTo>
                    <a:pt x="959370" y="3332300"/>
                  </a:lnTo>
                  <a:lnTo>
                    <a:pt x="869051" y="3350360"/>
                  </a:lnTo>
                  <a:lnTo>
                    <a:pt x="783153" y="3365390"/>
                  </a:lnTo>
                  <a:lnTo>
                    <a:pt x="705622" y="3377365"/>
                  </a:lnTo>
                  <a:lnTo>
                    <a:pt x="640091" y="3386368"/>
                  </a:lnTo>
                  <a:lnTo>
                    <a:pt x="589162" y="3392631"/>
                  </a:lnTo>
                  <a:lnTo>
                    <a:pt x="553802" y="3396545"/>
                  </a:lnTo>
                  <a:lnTo>
                    <a:pt x="533037" y="3398621"/>
                  </a:lnTo>
                  <a:lnTo>
                    <a:pt x="523992" y="3399442"/>
                  </a:lnTo>
                  <a:lnTo>
                    <a:pt x="522141" y="3399596"/>
                  </a:lnTo>
                  <a:lnTo>
                    <a:pt x="522133" y="3399597"/>
                  </a:lnTo>
                  <a:lnTo>
                    <a:pt x="0" y="3399597"/>
                  </a:lnTo>
                  <a:lnTo>
                    <a:pt x="0" y="3399597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640" name="pg1640"/>
            <p:cNvSpPr/>
            <p:nvPr/>
          </p:nvSpPr>
          <p:spPr>
            <a:xfrm>
              <a:off x="386606" y="4827970"/>
              <a:ext cx="8554953" cy="434832"/>
            </a:xfrm>
            <a:custGeom>
              <a:avLst/>
              <a:pathLst>
                <a:path w="8554953" h="434832">
                  <a:moveTo>
                    <a:pt x="0" y="434832"/>
                  </a:moveTo>
                  <a:lnTo>
                    <a:pt x="522133" y="434832"/>
                  </a:lnTo>
                  <a:lnTo>
                    <a:pt x="523402" y="434824"/>
                  </a:lnTo>
                  <a:lnTo>
                    <a:pt x="531696" y="434768"/>
                  </a:lnTo>
                  <a:lnTo>
                    <a:pt x="552432" y="434614"/>
                  </a:lnTo>
                  <a:lnTo>
                    <a:pt x="589064" y="434312"/>
                  </a:lnTo>
                  <a:lnTo>
                    <a:pt x="642771" y="433817"/>
                  </a:lnTo>
                  <a:lnTo>
                    <a:pt x="712399" y="433096"/>
                  </a:lnTo>
                  <a:lnTo>
                    <a:pt x="794856" y="432130"/>
                  </a:lnTo>
                  <a:lnTo>
                    <a:pt x="885889" y="430913"/>
                  </a:lnTo>
                  <a:lnTo>
                    <a:pt x="980984" y="429449"/>
                  </a:lnTo>
                  <a:lnTo>
                    <a:pt x="1076121" y="427743"/>
                  </a:lnTo>
                  <a:lnTo>
                    <a:pt x="1168215" y="425798"/>
                  </a:lnTo>
                  <a:lnTo>
                    <a:pt x="1255249" y="423610"/>
                  </a:lnTo>
                  <a:lnTo>
                    <a:pt x="1336178" y="421166"/>
                  </a:lnTo>
                  <a:lnTo>
                    <a:pt x="1410731" y="418442"/>
                  </a:lnTo>
                  <a:lnTo>
                    <a:pt x="1479191" y="415403"/>
                  </a:lnTo>
                  <a:lnTo>
                    <a:pt x="1542193" y="412004"/>
                  </a:lnTo>
                  <a:lnTo>
                    <a:pt x="1600577" y="408194"/>
                  </a:lnTo>
                  <a:lnTo>
                    <a:pt x="1655273" y="403916"/>
                  </a:lnTo>
                  <a:lnTo>
                    <a:pt x="1707216" y="399120"/>
                  </a:lnTo>
                  <a:lnTo>
                    <a:pt x="1757261" y="393770"/>
                  </a:lnTo>
                  <a:lnTo>
                    <a:pt x="1768425" y="392478"/>
                  </a:lnTo>
                  <a:lnTo>
                    <a:pt x="1822306" y="385753"/>
                  </a:lnTo>
                  <a:lnTo>
                    <a:pt x="1875668" y="378320"/>
                  </a:lnTo>
                  <a:lnTo>
                    <a:pt x="1929087" y="370170"/>
                  </a:lnTo>
                  <a:lnTo>
                    <a:pt x="1982951" y="361319"/>
                  </a:lnTo>
                  <a:lnTo>
                    <a:pt x="2037478" y="351813"/>
                  </a:lnTo>
                  <a:lnTo>
                    <a:pt x="2092744" y="341729"/>
                  </a:lnTo>
                  <a:lnTo>
                    <a:pt x="2148697" y="331173"/>
                  </a:lnTo>
                  <a:lnTo>
                    <a:pt x="2205183" y="320278"/>
                  </a:lnTo>
                  <a:lnTo>
                    <a:pt x="2261974" y="309197"/>
                  </a:lnTo>
                  <a:lnTo>
                    <a:pt x="2318800" y="298096"/>
                  </a:lnTo>
                  <a:lnTo>
                    <a:pt x="2375389" y="287138"/>
                  </a:lnTo>
                  <a:lnTo>
                    <a:pt x="2431497" y="276481"/>
                  </a:lnTo>
                  <a:lnTo>
                    <a:pt x="2486949" y="266265"/>
                  </a:lnTo>
                  <a:lnTo>
                    <a:pt x="2541664" y="256602"/>
                  </a:lnTo>
                  <a:lnTo>
                    <a:pt x="2595683" y="247577"/>
                  </a:lnTo>
                  <a:lnTo>
                    <a:pt x="2649187" y="239244"/>
                  </a:lnTo>
                  <a:lnTo>
                    <a:pt x="2702516" y="231627"/>
                  </a:lnTo>
                  <a:lnTo>
                    <a:pt x="2756197" y="224723"/>
                  </a:lnTo>
                  <a:lnTo>
                    <a:pt x="2770117" y="223063"/>
                  </a:lnTo>
                  <a:lnTo>
                    <a:pt x="2819837" y="217585"/>
                  </a:lnTo>
                  <a:lnTo>
                    <a:pt x="2871278" y="212665"/>
                  </a:lnTo>
                  <a:lnTo>
                    <a:pt x="2925270" y="208274"/>
                  </a:lnTo>
                  <a:lnTo>
                    <a:pt x="2982734" y="204363"/>
                  </a:lnTo>
                  <a:lnTo>
                    <a:pt x="3044610" y="200876"/>
                  </a:lnTo>
                  <a:lnTo>
                    <a:pt x="3111766" y="197759"/>
                  </a:lnTo>
                  <a:lnTo>
                    <a:pt x="3184898" y="194967"/>
                  </a:lnTo>
                  <a:lnTo>
                    <a:pt x="3264381" y="192462"/>
                  </a:lnTo>
                  <a:lnTo>
                    <a:pt x="3350090" y="190217"/>
                  </a:lnTo>
                  <a:lnTo>
                    <a:pt x="3441176" y="188218"/>
                  </a:lnTo>
                  <a:lnTo>
                    <a:pt x="3535855" y="186458"/>
                  </a:lnTo>
                  <a:lnTo>
                    <a:pt x="3631283" y="184938"/>
                  </a:lnTo>
                  <a:lnTo>
                    <a:pt x="3723625" y="183665"/>
                  </a:lnTo>
                  <a:lnTo>
                    <a:pt x="3808424" y="182642"/>
                  </a:lnTo>
                  <a:lnTo>
                    <a:pt x="3881289" y="181867"/>
                  </a:lnTo>
                  <a:lnTo>
                    <a:pt x="3938788" y="181323"/>
                  </a:lnTo>
                  <a:lnTo>
                    <a:pt x="3979275" y="180980"/>
                  </a:lnTo>
                  <a:lnTo>
                    <a:pt x="4003391" y="180797"/>
                  </a:lnTo>
                  <a:lnTo>
                    <a:pt x="4014098" y="180723"/>
                  </a:lnTo>
                  <a:lnTo>
                    <a:pt x="4016409" y="180709"/>
                  </a:lnTo>
                  <a:lnTo>
                    <a:pt x="4538543" y="180709"/>
                  </a:lnTo>
                  <a:lnTo>
                    <a:pt x="4539812" y="180704"/>
                  </a:lnTo>
                  <a:lnTo>
                    <a:pt x="4548110" y="180665"/>
                  </a:lnTo>
                  <a:lnTo>
                    <a:pt x="4568855" y="180559"/>
                  </a:lnTo>
                  <a:lnTo>
                    <a:pt x="4605501" y="180351"/>
                  </a:lnTo>
                  <a:lnTo>
                    <a:pt x="4659228" y="180010"/>
                  </a:lnTo>
                  <a:lnTo>
                    <a:pt x="4728879" y="179513"/>
                  </a:lnTo>
                  <a:lnTo>
                    <a:pt x="4811359" y="178847"/>
                  </a:lnTo>
                  <a:lnTo>
                    <a:pt x="4902413" y="178009"/>
                  </a:lnTo>
                  <a:lnTo>
                    <a:pt x="4997525" y="176999"/>
                  </a:lnTo>
                  <a:lnTo>
                    <a:pt x="5092673" y="175824"/>
                  </a:lnTo>
                  <a:lnTo>
                    <a:pt x="5184775" y="174483"/>
                  </a:lnTo>
                  <a:lnTo>
                    <a:pt x="5271811" y="172976"/>
                  </a:lnTo>
                  <a:lnTo>
                    <a:pt x="5352741" y="171292"/>
                  </a:lnTo>
                  <a:lnTo>
                    <a:pt x="5427293" y="169414"/>
                  </a:lnTo>
                  <a:lnTo>
                    <a:pt x="5495750" y="167320"/>
                  </a:lnTo>
                  <a:lnTo>
                    <a:pt x="5558749" y="164977"/>
                  </a:lnTo>
                  <a:lnTo>
                    <a:pt x="5617132" y="162351"/>
                  </a:lnTo>
                  <a:lnTo>
                    <a:pt x="5671828" y="159403"/>
                  </a:lnTo>
                  <a:lnTo>
                    <a:pt x="5723772" y="156098"/>
                  </a:lnTo>
                  <a:lnTo>
                    <a:pt x="5773821" y="152410"/>
                  </a:lnTo>
                  <a:lnTo>
                    <a:pt x="5784835" y="151532"/>
                  </a:lnTo>
                  <a:lnTo>
                    <a:pt x="5838913" y="146881"/>
                  </a:lnTo>
                  <a:lnTo>
                    <a:pt x="5892471" y="141739"/>
                  </a:lnTo>
                  <a:lnTo>
                    <a:pt x="5946090" y="136100"/>
                  </a:lnTo>
                  <a:lnTo>
                    <a:pt x="6000159" y="129974"/>
                  </a:lnTo>
                  <a:lnTo>
                    <a:pt x="6054900" y="123394"/>
                  </a:lnTo>
                  <a:lnTo>
                    <a:pt x="6110385" y="116414"/>
                  </a:lnTo>
                  <a:lnTo>
                    <a:pt x="6166559" y="109108"/>
                  </a:lnTo>
                  <a:lnTo>
                    <a:pt x="6223265" y="101570"/>
                  </a:lnTo>
                  <a:lnTo>
                    <a:pt x="6280270" y="93907"/>
                  </a:lnTo>
                  <a:lnTo>
                    <a:pt x="6337302" y="86232"/>
                  </a:lnTo>
                  <a:lnTo>
                    <a:pt x="6394085" y="78662"/>
                  </a:lnTo>
                  <a:lnTo>
                    <a:pt x="6450375" y="71305"/>
                  </a:lnTo>
                  <a:lnTo>
                    <a:pt x="6505998" y="64257"/>
                  </a:lnTo>
                  <a:lnTo>
                    <a:pt x="6560878" y="57596"/>
                  </a:lnTo>
                  <a:lnTo>
                    <a:pt x="6615063" y="51381"/>
                  </a:lnTo>
                  <a:lnTo>
                    <a:pt x="6668743" y="45648"/>
                  </a:lnTo>
                  <a:lnTo>
                    <a:pt x="6722274" y="40411"/>
                  </a:lnTo>
                  <a:lnTo>
                    <a:pt x="6776198" y="35669"/>
                  </a:lnTo>
                  <a:lnTo>
                    <a:pt x="6786527" y="34824"/>
                  </a:lnTo>
                  <a:lnTo>
                    <a:pt x="6836254" y="31049"/>
                  </a:lnTo>
                  <a:lnTo>
                    <a:pt x="6887704" y="27660"/>
                  </a:lnTo>
                  <a:lnTo>
                    <a:pt x="6941705" y="24635"/>
                  </a:lnTo>
                  <a:lnTo>
                    <a:pt x="6999180" y="21940"/>
                  </a:lnTo>
                  <a:lnTo>
                    <a:pt x="7061069" y="19537"/>
                  </a:lnTo>
                  <a:lnTo>
                    <a:pt x="7128240" y="17390"/>
                  </a:lnTo>
                  <a:lnTo>
                    <a:pt x="7201388" y="15467"/>
                  </a:lnTo>
                  <a:lnTo>
                    <a:pt x="7280891" y="13741"/>
                  </a:lnTo>
                  <a:lnTo>
                    <a:pt x="7366621" y="12195"/>
                  </a:lnTo>
                  <a:lnTo>
                    <a:pt x="7457727" y="10818"/>
                  </a:lnTo>
                  <a:lnTo>
                    <a:pt x="7552424" y="9605"/>
                  </a:lnTo>
                  <a:lnTo>
                    <a:pt x="7647865" y="8558"/>
                  </a:lnTo>
                  <a:lnTo>
                    <a:pt x="7740211" y="7681"/>
                  </a:lnTo>
                  <a:lnTo>
                    <a:pt x="7825003" y="6977"/>
                  </a:lnTo>
                  <a:lnTo>
                    <a:pt x="7897848" y="6443"/>
                  </a:lnTo>
                  <a:lnTo>
                    <a:pt x="7955317" y="6069"/>
                  </a:lnTo>
                  <a:lnTo>
                    <a:pt x="7995768" y="5833"/>
                  </a:lnTo>
                  <a:lnTo>
                    <a:pt x="8019847" y="5707"/>
                  </a:lnTo>
                  <a:lnTo>
                    <a:pt x="8030523" y="5657"/>
                  </a:lnTo>
                  <a:lnTo>
                    <a:pt x="8032819" y="5647"/>
                  </a:lnTo>
                  <a:lnTo>
                    <a:pt x="8554953" y="5647"/>
                  </a:lnTo>
                  <a:lnTo>
                    <a:pt x="8554953" y="0"/>
                  </a:lnTo>
                  <a:lnTo>
                    <a:pt x="8032819" y="0"/>
                  </a:lnTo>
                  <a:lnTo>
                    <a:pt x="8031550" y="5"/>
                  </a:lnTo>
                  <a:lnTo>
                    <a:pt x="8023252" y="43"/>
                  </a:lnTo>
                  <a:lnTo>
                    <a:pt x="8002507" y="149"/>
                  </a:lnTo>
                  <a:lnTo>
                    <a:pt x="7965861" y="358"/>
                  </a:lnTo>
                  <a:lnTo>
                    <a:pt x="7912134" y="699"/>
                  </a:lnTo>
                  <a:lnTo>
                    <a:pt x="7842483" y="1196"/>
                  </a:lnTo>
                  <a:lnTo>
                    <a:pt x="7760003" y="1861"/>
                  </a:lnTo>
                  <a:lnTo>
                    <a:pt x="7668949" y="2700"/>
                  </a:lnTo>
                  <a:lnTo>
                    <a:pt x="7573837" y="3709"/>
                  </a:lnTo>
                  <a:lnTo>
                    <a:pt x="7478689" y="4885"/>
                  </a:lnTo>
                  <a:lnTo>
                    <a:pt x="7386587" y="6225"/>
                  </a:lnTo>
                  <a:lnTo>
                    <a:pt x="7299551" y="7733"/>
                  </a:lnTo>
                  <a:lnTo>
                    <a:pt x="7218621" y="9417"/>
                  </a:lnTo>
                  <a:lnTo>
                    <a:pt x="7144069" y="11294"/>
                  </a:lnTo>
                  <a:lnTo>
                    <a:pt x="7075612" y="13389"/>
                  </a:lnTo>
                  <a:lnTo>
                    <a:pt x="7012612" y="15731"/>
                  </a:lnTo>
                  <a:lnTo>
                    <a:pt x="6954230" y="18357"/>
                  </a:lnTo>
                  <a:lnTo>
                    <a:pt x="6899534" y="21305"/>
                  </a:lnTo>
                  <a:lnTo>
                    <a:pt x="6847590" y="24611"/>
                  </a:lnTo>
                  <a:lnTo>
                    <a:pt x="6797541" y="28298"/>
                  </a:lnTo>
                  <a:lnTo>
                    <a:pt x="6786527" y="29177"/>
                  </a:lnTo>
                  <a:lnTo>
                    <a:pt x="6732449" y="33827"/>
                  </a:lnTo>
                  <a:lnTo>
                    <a:pt x="6678891" y="38969"/>
                  </a:lnTo>
                  <a:lnTo>
                    <a:pt x="6625272" y="44609"/>
                  </a:lnTo>
                  <a:lnTo>
                    <a:pt x="6571202" y="50735"/>
                  </a:lnTo>
                  <a:lnTo>
                    <a:pt x="6516462" y="57315"/>
                  </a:lnTo>
                  <a:lnTo>
                    <a:pt x="6460977" y="64295"/>
                  </a:lnTo>
                  <a:lnTo>
                    <a:pt x="6404803" y="71600"/>
                  </a:lnTo>
                  <a:lnTo>
                    <a:pt x="6348097" y="79138"/>
                  </a:lnTo>
                  <a:lnTo>
                    <a:pt x="6291092" y="86802"/>
                  </a:lnTo>
                  <a:lnTo>
                    <a:pt x="6234059" y="94476"/>
                  </a:lnTo>
                  <a:lnTo>
                    <a:pt x="6177277" y="102047"/>
                  </a:lnTo>
                  <a:lnTo>
                    <a:pt x="6120987" y="109404"/>
                  </a:lnTo>
                  <a:lnTo>
                    <a:pt x="6065364" y="116452"/>
                  </a:lnTo>
                  <a:lnTo>
                    <a:pt x="6010484" y="123112"/>
                  </a:lnTo>
                  <a:lnTo>
                    <a:pt x="5956299" y="129327"/>
                  </a:lnTo>
                  <a:lnTo>
                    <a:pt x="5902619" y="135061"/>
                  </a:lnTo>
                  <a:lnTo>
                    <a:pt x="5849088" y="140297"/>
                  </a:lnTo>
                  <a:lnTo>
                    <a:pt x="5795163" y="145040"/>
                  </a:lnTo>
                  <a:lnTo>
                    <a:pt x="5784835" y="145885"/>
                  </a:lnTo>
                  <a:lnTo>
                    <a:pt x="5735108" y="149659"/>
                  </a:lnTo>
                  <a:lnTo>
                    <a:pt x="5683658" y="153049"/>
                  </a:lnTo>
                  <a:lnTo>
                    <a:pt x="5629657" y="156074"/>
                  </a:lnTo>
                  <a:lnTo>
                    <a:pt x="5572182" y="158768"/>
                  </a:lnTo>
                  <a:lnTo>
                    <a:pt x="5510293" y="161171"/>
                  </a:lnTo>
                  <a:lnTo>
                    <a:pt x="5443122" y="163318"/>
                  </a:lnTo>
                  <a:lnTo>
                    <a:pt x="5369973" y="165242"/>
                  </a:lnTo>
                  <a:lnTo>
                    <a:pt x="5290471" y="166968"/>
                  </a:lnTo>
                  <a:lnTo>
                    <a:pt x="5204741" y="168514"/>
                  </a:lnTo>
                  <a:lnTo>
                    <a:pt x="5113635" y="169891"/>
                  </a:lnTo>
                  <a:lnTo>
                    <a:pt x="5018938" y="171104"/>
                  </a:lnTo>
                  <a:lnTo>
                    <a:pt x="4923497" y="172150"/>
                  </a:lnTo>
                  <a:lnTo>
                    <a:pt x="4831151" y="173027"/>
                  </a:lnTo>
                  <a:lnTo>
                    <a:pt x="4746359" y="173732"/>
                  </a:lnTo>
                  <a:lnTo>
                    <a:pt x="4673514" y="174265"/>
                  </a:lnTo>
                  <a:lnTo>
                    <a:pt x="4616045" y="174640"/>
                  </a:lnTo>
                  <a:lnTo>
                    <a:pt x="4575594" y="174875"/>
                  </a:lnTo>
                  <a:lnTo>
                    <a:pt x="4551515" y="175001"/>
                  </a:lnTo>
                  <a:lnTo>
                    <a:pt x="4540839" y="175052"/>
                  </a:lnTo>
                  <a:lnTo>
                    <a:pt x="4538543" y="175062"/>
                  </a:lnTo>
                  <a:lnTo>
                    <a:pt x="4016409" y="175062"/>
                  </a:lnTo>
                  <a:lnTo>
                    <a:pt x="4015140" y="175070"/>
                  </a:lnTo>
                  <a:lnTo>
                    <a:pt x="4006846" y="175125"/>
                  </a:lnTo>
                  <a:lnTo>
                    <a:pt x="3986110" y="175279"/>
                  </a:lnTo>
                  <a:lnTo>
                    <a:pt x="3949478" y="175582"/>
                  </a:lnTo>
                  <a:lnTo>
                    <a:pt x="3895771" y="176077"/>
                  </a:lnTo>
                  <a:lnTo>
                    <a:pt x="3826143" y="176798"/>
                  </a:lnTo>
                  <a:lnTo>
                    <a:pt x="3743686" y="177763"/>
                  </a:lnTo>
                  <a:lnTo>
                    <a:pt x="3652653" y="178980"/>
                  </a:lnTo>
                  <a:lnTo>
                    <a:pt x="3557558" y="180444"/>
                  </a:lnTo>
                  <a:lnTo>
                    <a:pt x="3462421" y="182151"/>
                  </a:lnTo>
                  <a:lnTo>
                    <a:pt x="3370327" y="184096"/>
                  </a:lnTo>
                  <a:lnTo>
                    <a:pt x="3283294" y="186283"/>
                  </a:lnTo>
                  <a:lnTo>
                    <a:pt x="3202365" y="188727"/>
                  </a:lnTo>
                  <a:lnTo>
                    <a:pt x="3127811" y="191451"/>
                  </a:lnTo>
                  <a:lnTo>
                    <a:pt x="3059351" y="194491"/>
                  </a:lnTo>
                  <a:lnTo>
                    <a:pt x="2996349" y="197890"/>
                  </a:lnTo>
                  <a:lnTo>
                    <a:pt x="2937965" y="201700"/>
                  </a:lnTo>
                  <a:lnTo>
                    <a:pt x="2883269" y="205977"/>
                  </a:lnTo>
                  <a:lnTo>
                    <a:pt x="2831326" y="210773"/>
                  </a:lnTo>
                  <a:lnTo>
                    <a:pt x="2781281" y="216124"/>
                  </a:lnTo>
                  <a:lnTo>
                    <a:pt x="2770117" y="217416"/>
                  </a:lnTo>
                  <a:lnTo>
                    <a:pt x="2716236" y="224140"/>
                  </a:lnTo>
                  <a:lnTo>
                    <a:pt x="2662875" y="231573"/>
                  </a:lnTo>
                  <a:lnTo>
                    <a:pt x="2609455" y="239723"/>
                  </a:lnTo>
                  <a:lnTo>
                    <a:pt x="2555592" y="248574"/>
                  </a:lnTo>
                  <a:lnTo>
                    <a:pt x="2501064" y="258080"/>
                  </a:lnTo>
                  <a:lnTo>
                    <a:pt x="2445798" y="268165"/>
                  </a:lnTo>
                  <a:lnTo>
                    <a:pt x="2389845" y="278721"/>
                  </a:lnTo>
                  <a:lnTo>
                    <a:pt x="2333359" y="289616"/>
                  </a:lnTo>
                  <a:lnTo>
                    <a:pt x="2276568" y="300696"/>
                  </a:lnTo>
                  <a:lnTo>
                    <a:pt x="2219742" y="311798"/>
                  </a:lnTo>
                  <a:lnTo>
                    <a:pt x="2163153" y="322756"/>
                  </a:lnTo>
                  <a:lnTo>
                    <a:pt x="2107045" y="333412"/>
                  </a:lnTo>
                  <a:lnTo>
                    <a:pt x="2051594" y="343629"/>
                  </a:lnTo>
                  <a:lnTo>
                    <a:pt x="1996878" y="353292"/>
                  </a:lnTo>
                  <a:lnTo>
                    <a:pt x="1942859" y="362317"/>
                  </a:lnTo>
                  <a:lnTo>
                    <a:pt x="1889355" y="370649"/>
                  </a:lnTo>
                  <a:lnTo>
                    <a:pt x="1836026" y="378266"/>
                  </a:lnTo>
                  <a:lnTo>
                    <a:pt x="1782345" y="385171"/>
                  </a:lnTo>
                  <a:lnTo>
                    <a:pt x="1768425" y="386831"/>
                  </a:lnTo>
                  <a:lnTo>
                    <a:pt x="1718706" y="392309"/>
                  </a:lnTo>
                  <a:lnTo>
                    <a:pt x="1667264" y="397229"/>
                  </a:lnTo>
                  <a:lnTo>
                    <a:pt x="1613273" y="401619"/>
                  </a:lnTo>
                  <a:lnTo>
                    <a:pt x="1555808" y="405531"/>
                  </a:lnTo>
                  <a:lnTo>
                    <a:pt x="1493932" y="409018"/>
                  </a:lnTo>
                  <a:lnTo>
                    <a:pt x="1426776" y="412135"/>
                  </a:lnTo>
                  <a:lnTo>
                    <a:pt x="1353645" y="414927"/>
                  </a:lnTo>
                  <a:lnTo>
                    <a:pt x="1274161" y="417432"/>
                  </a:lnTo>
                  <a:lnTo>
                    <a:pt x="1188452" y="419676"/>
                  </a:lnTo>
                  <a:lnTo>
                    <a:pt x="1097366" y="421675"/>
                  </a:lnTo>
                  <a:lnTo>
                    <a:pt x="1002687" y="423436"/>
                  </a:lnTo>
                  <a:lnTo>
                    <a:pt x="907259" y="424956"/>
                  </a:lnTo>
                  <a:lnTo>
                    <a:pt x="814917" y="426229"/>
                  </a:lnTo>
                  <a:lnTo>
                    <a:pt x="730118" y="427252"/>
                  </a:lnTo>
                  <a:lnTo>
                    <a:pt x="657253" y="428027"/>
                  </a:lnTo>
                  <a:lnTo>
                    <a:pt x="599754" y="428571"/>
                  </a:lnTo>
                  <a:lnTo>
                    <a:pt x="559267" y="428913"/>
                  </a:lnTo>
                  <a:lnTo>
                    <a:pt x="535151" y="429097"/>
                  </a:lnTo>
                  <a:lnTo>
                    <a:pt x="524445" y="429170"/>
                  </a:lnTo>
                  <a:lnTo>
                    <a:pt x="522133" y="429185"/>
                  </a:lnTo>
                  <a:lnTo>
                    <a:pt x="0" y="429185"/>
                  </a:lnTo>
                  <a:close/>
                </a:path>
              </a:pathLst>
            </a:custGeom>
            <a:solidFill>
              <a:srgbClr val="D9B26F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1641" name="pl1641"/>
            <p:cNvSpPr/>
            <p:nvPr/>
          </p:nvSpPr>
          <p:spPr>
            <a:xfrm>
              <a:off x="386606" y="4833617"/>
              <a:ext cx="8554953" cy="429185"/>
            </a:xfrm>
            <a:custGeom>
              <a:avLst/>
              <a:pathLst>
                <a:path w="8554953" h="429185">
                  <a:moveTo>
                    <a:pt x="0" y="429185"/>
                  </a:moveTo>
                  <a:lnTo>
                    <a:pt x="522133" y="429185"/>
                  </a:lnTo>
                  <a:lnTo>
                    <a:pt x="523402" y="429177"/>
                  </a:lnTo>
                  <a:lnTo>
                    <a:pt x="531696" y="429121"/>
                  </a:lnTo>
                  <a:lnTo>
                    <a:pt x="552432" y="428967"/>
                  </a:lnTo>
                  <a:lnTo>
                    <a:pt x="589064" y="428665"/>
                  </a:lnTo>
                  <a:lnTo>
                    <a:pt x="642771" y="428170"/>
                  </a:lnTo>
                  <a:lnTo>
                    <a:pt x="712399" y="427449"/>
                  </a:lnTo>
                  <a:lnTo>
                    <a:pt x="794856" y="426483"/>
                  </a:lnTo>
                  <a:lnTo>
                    <a:pt x="885889" y="425266"/>
                  </a:lnTo>
                  <a:lnTo>
                    <a:pt x="980984" y="423802"/>
                  </a:lnTo>
                  <a:lnTo>
                    <a:pt x="1076121" y="422096"/>
                  </a:lnTo>
                  <a:lnTo>
                    <a:pt x="1168215" y="420151"/>
                  </a:lnTo>
                  <a:lnTo>
                    <a:pt x="1255249" y="417963"/>
                  </a:lnTo>
                  <a:lnTo>
                    <a:pt x="1336178" y="415519"/>
                  </a:lnTo>
                  <a:lnTo>
                    <a:pt x="1410731" y="412795"/>
                  </a:lnTo>
                  <a:lnTo>
                    <a:pt x="1479191" y="409756"/>
                  </a:lnTo>
                  <a:lnTo>
                    <a:pt x="1542193" y="406357"/>
                  </a:lnTo>
                  <a:lnTo>
                    <a:pt x="1600577" y="402546"/>
                  </a:lnTo>
                  <a:lnTo>
                    <a:pt x="1655273" y="398269"/>
                  </a:lnTo>
                  <a:lnTo>
                    <a:pt x="1707216" y="393473"/>
                  </a:lnTo>
                  <a:lnTo>
                    <a:pt x="1757261" y="388123"/>
                  </a:lnTo>
                  <a:lnTo>
                    <a:pt x="1768425" y="386831"/>
                  </a:lnTo>
                  <a:lnTo>
                    <a:pt x="1822306" y="380106"/>
                  </a:lnTo>
                  <a:lnTo>
                    <a:pt x="1875668" y="372673"/>
                  </a:lnTo>
                  <a:lnTo>
                    <a:pt x="1929087" y="364523"/>
                  </a:lnTo>
                  <a:lnTo>
                    <a:pt x="1982951" y="355672"/>
                  </a:lnTo>
                  <a:lnTo>
                    <a:pt x="2037478" y="346166"/>
                  </a:lnTo>
                  <a:lnTo>
                    <a:pt x="2092744" y="336082"/>
                  </a:lnTo>
                  <a:lnTo>
                    <a:pt x="2148697" y="325526"/>
                  </a:lnTo>
                  <a:lnTo>
                    <a:pt x="2205183" y="314631"/>
                  </a:lnTo>
                  <a:lnTo>
                    <a:pt x="2261974" y="303550"/>
                  </a:lnTo>
                  <a:lnTo>
                    <a:pt x="2318800" y="292448"/>
                  </a:lnTo>
                  <a:lnTo>
                    <a:pt x="2375389" y="281491"/>
                  </a:lnTo>
                  <a:lnTo>
                    <a:pt x="2431497" y="270834"/>
                  </a:lnTo>
                  <a:lnTo>
                    <a:pt x="2486949" y="260617"/>
                  </a:lnTo>
                  <a:lnTo>
                    <a:pt x="2541664" y="250954"/>
                  </a:lnTo>
                  <a:lnTo>
                    <a:pt x="2595683" y="241930"/>
                  </a:lnTo>
                  <a:lnTo>
                    <a:pt x="2649187" y="233597"/>
                  </a:lnTo>
                  <a:lnTo>
                    <a:pt x="2702516" y="225980"/>
                  </a:lnTo>
                  <a:lnTo>
                    <a:pt x="2756197" y="219076"/>
                  </a:lnTo>
                  <a:lnTo>
                    <a:pt x="2770117" y="217416"/>
                  </a:lnTo>
                  <a:lnTo>
                    <a:pt x="2819837" y="211937"/>
                  </a:lnTo>
                  <a:lnTo>
                    <a:pt x="2871278" y="207018"/>
                  </a:lnTo>
                  <a:lnTo>
                    <a:pt x="2925270" y="202627"/>
                  </a:lnTo>
                  <a:lnTo>
                    <a:pt x="2982734" y="198716"/>
                  </a:lnTo>
                  <a:lnTo>
                    <a:pt x="3044610" y="195228"/>
                  </a:lnTo>
                  <a:lnTo>
                    <a:pt x="3111766" y="192112"/>
                  </a:lnTo>
                  <a:lnTo>
                    <a:pt x="3184898" y="189319"/>
                  </a:lnTo>
                  <a:lnTo>
                    <a:pt x="3264381" y="186814"/>
                  </a:lnTo>
                  <a:lnTo>
                    <a:pt x="3350090" y="184570"/>
                  </a:lnTo>
                  <a:lnTo>
                    <a:pt x="3441176" y="182571"/>
                  </a:lnTo>
                  <a:lnTo>
                    <a:pt x="3535855" y="180810"/>
                  </a:lnTo>
                  <a:lnTo>
                    <a:pt x="3631283" y="179291"/>
                  </a:lnTo>
                  <a:lnTo>
                    <a:pt x="3723625" y="178017"/>
                  </a:lnTo>
                  <a:lnTo>
                    <a:pt x="3808424" y="176995"/>
                  </a:lnTo>
                  <a:lnTo>
                    <a:pt x="3881289" y="176219"/>
                  </a:lnTo>
                  <a:lnTo>
                    <a:pt x="3938788" y="175676"/>
                  </a:lnTo>
                  <a:lnTo>
                    <a:pt x="3979275" y="175333"/>
                  </a:lnTo>
                  <a:lnTo>
                    <a:pt x="4003391" y="175150"/>
                  </a:lnTo>
                  <a:lnTo>
                    <a:pt x="4014098" y="175076"/>
                  </a:lnTo>
                  <a:lnTo>
                    <a:pt x="4016394" y="175062"/>
                  </a:lnTo>
                  <a:lnTo>
                    <a:pt x="4016409" y="175062"/>
                  </a:lnTo>
                  <a:lnTo>
                    <a:pt x="4538543" y="175062"/>
                  </a:lnTo>
                  <a:lnTo>
                    <a:pt x="4539812" y="175056"/>
                  </a:lnTo>
                  <a:lnTo>
                    <a:pt x="4548110" y="175018"/>
                  </a:lnTo>
                  <a:lnTo>
                    <a:pt x="4568855" y="174912"/>
                  </a:lnTo>
                  <a:lnTo>
                    <a:pt x="4605501" y="174704"/>
                  </a:lnTo>
                  <a:lnTo>
                    <a:pt x="4659228" y="174362"/>
                  </a:lnTo>
                  <a:lnTo>
                    <a:pt x="4728879" y="173866"/>
                  </a:lnTo>
                  <a:lnTo>
                    <a:pt x="4811359" y="173200"/>
                  </a:lnTo>
                  <a:lnTo>
                    <a:pt x="4902413" y="172361"/>
                  </a:lnTo>
                  <a:lnTo>
                    <a:pt x="4997525" y="171352"/>
                  </a:lnTo>
                  <a:lnTo>
                    <a:pt x="5092673" y="170176"/>
                  </a:lnTo>
                  <a:lnTo>
                    <a:pt x="5184775" y="168836"/>
                  </a:lnTo>
                  <a:lnTo>
                    <a:pt x="5271811" y="167329"/>
                  </a:lnTo>
                  <a:lnTo>
                    <a:pt x="5352741" y="165644"/>
                  </a:lnTo>
                  <a:lnTo>
                    <a:pt x="5427293" y="163767"/>
                  </a:lnTo>
                  <a:lnTo>
                    <a:pt x="5495750" y="161672"/>
                  </a:lnTo>
                  <a:lnTo>
                    <a:pt x="5558749" y="159330"/>
                  </a:lnTo>
                  <a:lnTo>
                    <a:pt x="5617132" y="156704"/>
                  </a:lnTo>
                  <a:lnTo>
                    <a:pt x="5671828" y="153756"/>
                  </a:lnTo>
                  <a:lnTo>
                    <a:pt x="5723772" y="150451"/>
                  </a:lnTo>
                  <a:lnTo>
                    <a:pt x="5773821" y="146763"/>
                  </a:lnTo>
                  <a:lnTo>
                    <a:pt x="5784835" y="145885"/>
                  </a:lnTo>
                  <a:lnTo>
                    <a:pt x="5838913" y="141234"/>
                  </a:lnTo>
                  <a:lnTo>
                    <a:pt x="5892471" y="136092"/>
                  </a:lnTo>
                  <a:lnTo>
                    <a:pt x="5946090" y="130452"/>
                  </a:lnTo>
                  <a:lnTo>
                    <a:pt x="6000159" y="124326"/>
                  </a:lnTo>
                  <a:lnTo>
                    <a:pt x="6054900" y="117747"/>
                  </a:lnTo>
                  <a:lnTo>
                    <a:pt x="6110385" y="110767"/>
                  </a:lnTo>
                  <a:lnTo>
                    <a:pt x="6166559" y="103461"/>
                  </a:lnTo>
                  <a:lnTo>
                    <a:pt x="6223265" y="95923"/>
                  </a:lnTo>
                  <a:lnTo>
                    <a:pt x="6280270" y="88260"/>
                  </a:lnTo>
                  <a:lnTo>
                    <a:pt x="6337302" y="80585"/>
                  </a:lnTo>
                  <a:lnTo>
                    <a:pt x="6394085" y="73015"/>
                  </a:lnTo>
                  <a:lnTo>
                    <a:pt x="6450375" y="65658"/>
                  </a:lnTo>
                  <a:lnTo>
                    <a:pt x="6505998" y="58610"/>
                  </a:lnTo>
                  <a:lnTo>
                    <a:pt x="6560878" y="51949"/>
                  </a:lnTo>
                  <a:lnTo>
                    <a:pt x="6615063" y="45734"/>
                  </a:lnTo>
                  <a:lnTo>
                    <a:pt x="6668743" y="40000"/>
                  </a:lnTo>
                  <a:lnTo>
                    <a:pt x="6722274" y="34764"/>
                  </a:lnTo>
                  <a:lnTo>
                    <a:pt x="6776198" y="30021"/>
                  </a:lnTo>
                  <a:lnTo>
                    <a:pt x="6786527" y="29177"/>
                  </a:lnTo>
                  <a:lnTo>
                    <a:pt x="6836254" y="25402"/>
                  </a:lnTo>
                  <a:lnTo>
                    <a:pt x="6887704" y="22013"/>
                  </a:lnTo>
                  <a:lnTo>
                    <a:pt x="6941705" y="18988"/>
                  </a:lnTo>
                  <a:lnTo>
                    <a:pt x="6999180" y="16293"/>
                  </a:lnTo>
                  <a:lnTo>
                    <a:pt x="7061069" y="13890"/>
                  </a:lnTo>
                  <a:lnTo>
                    <a:pt x="7128240" y="11743"/>
                  </a:lnTo>
                  <a:lnTo>
                    <a:pt x="7201388" y="9819"/>
                  </a:lnTo>
                  <a:lnTo>
                    <a:pt x="7280891" y="8094"/>
                  </a:lnTo>
                  <a:lnTo>
                    <a:pt x="7366621" y="6548"/>
                  </a:lnTo>
                  <a:lnTo>
                    <a:pt x="7457727" y="5170"/>
                  </a:lnTo>
                  <a:lnTo>
                    <a:pt x="7552424" y="3958"/>
                  </a:lnTo>
                  <a:lnTo>
                    <a:pt x="7647865" y="2911"/>
                  </a:lnTo>
                  <a:lnTo>
                    <a:pt x="7740211" y="2034"/>
                  </a:lnTo>
                  <a:lnTo>
                    <a:pt x="7825003" y="1330"/>
                  </a:lnTo>
                  <a:lnTo>
                    <a:pt x="7897848" y="796"/>
                  </a:lnTo>
                  <a:lnTo>
                    <a:pt x="7955317" y="422"/>
                  </a:lnTo>
                  <a:lnTo>
                    <a:pt x="7995768" y="186"/>
                  </a:lnTo>
                  <a:lnTo>
                    <a:pt x="8019847" y="60"/>
                  </a:lnTo>
                  <a:lnTo>
                    <a:pt x="8030523" y="9"/>
                  </a:lnTo>
                  <a:lnTo>
                    <a:pt x="8032804" y="0"/>
                  </a:lnTo>
                  <a:lnTo>
                    <a:pt x="8032819" y="0"/>
                  </a:lnTo>
                  <a:lnTo>
                    <a:pt x="8554953" y="0"/>
                  </a:lnTo>
                  <a:lnTo>
                    <a:pt x="8554953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642" name="pl1642"/>
            <p:cNvSpPr/>
            <p:nvPr/>
          </p:nvSpPr>
          <p:spPr>
            <a:xfrm>
              <a:off x="386606" y="4827970"/>
              <a:ext cx="8554953" cy="429185"/>
            </a:xfrm>
            <a:custGeom>
              <a:avLst/>
              <a:pathLst>
                <a:path w="8554953" h="429185">
                  <a:moveTo>
                    <a:pt x="8554953" y="0"/>
                  </a:moveTo>
                  <a:lnTo>
                    <a:pt x="8032819" y="0"/>
                  </a:lnTo>
                  <a:lnTo>
                    <a:pt x="8031550" y="5"/>
                  </a:lnTo>
                  <a:lnTo>
                    <a:pt x="8023252" y="43"/>
                  </a:lnTo>
                  <a:lnTo>
                    <a:pt x="8002507" y="149"/>
                  </a:lnTo>
                  <a:lnTo>
                    <a:pt x="7965861" y="358"/>
                  </a:lnTo>
                  <a:lnTo>
                    <a:pt x="7912134" y="699"/>
                  </a:lnTo>
                  <a:lnTo>
                    <a:pt x="7842483" y="1196"/>
                  </a:lnTo>
                  <a:lnTo>
                    <a:pt x="7760003" y="1861"/>
                  </a:lnTo>
                  <a:lnTo>
                    <a:pt x="7668949" y="2700"/>
                  </a:lnTo>
                  <a:lnTo>
                    <a:pt x="7573837" y="3709"/>
                  </a:lnTo>
                  <a:lnTo>
                    <a:pt x="7478689" y="4885"/>
                  </a:lnTo>
                  <a:lnTo>
                    <a:pt x="7386587" y="6225"/>
                  </a:lnTo>
                  <a:lnTo>
                    <a:pt x="7299551" y="7733"/>
                  </a:lnTo>
                  <a:lnTo>
                    <a:pt x="7218621" y="9417"/>
                  </a:lnTo>
                  <a:lnTo>
                    <a:pt x="7144069" y="11294"/>
                  </a:lnTo>
                  <a:lnTo>
                    <a:pt x="7075612" y="13389"/>
                  </a:lnTo>
                  <a:lnTo>
                    <a:pt x="7012612" y="15731"/>
                  </a:lnTo>
                  <a:lnTo>
                    <a:pt x="6954230" y="18357"/>
                  </a:lnTo>
                  <a:lnTo>
                    <a:pt x="6899534" y="21305"/>
                  </a:lnTo>
                  <a:lnTo>
                    <a:pt x="6847590" y="24611"/>
                  </a:lnTo>
                  <a:lnTo>
                    <a:pt x="6797541" y="28298"/>
                  </a:lnTo>
                  <a:lnTo>
                    <a:pt x="6786527" y="29177"/>
                  </a:lnTo>
                  <a:lnTo>
                    <a:pt x="6732449" y="33827"/>
                  </a:lnTo>
                  <a:lnTo>
                    <a:pt x="6678891" y="38969"/>
                  </a:lnTo>
                  <a:lnTo>
                    <a:pt x="6625272" y="44609"/>
                  </a:lnTo>
                  <a:lnTo>
                    <a:pt x="6571202" y="50735"/>
                  </a:lnTo>
                  <a:lnTo>
                    <a:pt x="6516462" y="57315"/>
                  </a:lnTo>
                  <a:lnTo>
                    <a:pt x="6460977" y="64295"/>
                  </a:lnTo>
                  <a:lnTo>
                    <a:pt x="6404803" y="71600"/>
                  </a:lnTo>
                  <a:lnTo>
                    <a:pt x="6348097" y="79138"/>
                  </a:lnTo>
                  <a:lnTo>
                    <a:pt x="6291092" y="86802"/>
                  </a:lnTo>
                  <a:lnTo>
                    <a:pt x="6234059" y="94476"/>
                  </a:lnTo>
                  <a:lnTo>
                    <a:pt x="6177277" y="102047"/>
                  </a:lnTo>
                  <a:lnTo>
                    <a:pt x="6120987" y="109404"/>
                  </a:lnTo>
                  <a:lnTo>
                    <a:pt x="6065364" y="116452"/>
                  </a:lnTo>
                  <a:lnTo>
                    <a:pt x="6010484" y="123112"/>
                  </a:lnTo>
                  <a:lnTo>
                    <a:pt x="5956299" y="129327"/>
                  </a:lnTo>
                  <a:lnTo>
                    <a:pt x="5902619" y="135061"/>
                  </a:lnTo>
                  <a:lnTo>
                    <a:pt x="5849088" y="140297"/>
                  </a:lnTo>
                  <a:lnTo>
                    <a:pt x="5795163" y="145040"/>
                  </a:lnTo>
                  <a:lnTo>
                    <a:pt x="5784835" y="145885"/>
                  </a:lnTo>
                  <a:lnTo>
                    <a:pt x="5735108" y="149659"/>
                  </a:lnTo>
                  <a:lnTo>
                    <a:pt x="5683658" y="153049"/>
                  </a:lnTo>
                  <a:lnTo>
                    <a:pt x="5629657" y="156074"/>
                  </a:lnTo>
                  <a:lnTo>
                    <a:pt x="5572182" y="158768"/>
                  </a:lnTo>
                  <a:lnTo>
                    <a:pt x="5510293" y="161171"/>
                  </a:lnTo>
                  <a:lnTo>
                    <a:pt x="5443122" y="163318"/>
                  </a:lnTo>
                  <a:lnTo>
                    <a:pt x="5369973" y="165242"/>
                  </a:lnTo>
                  <a:lnTo>
                    <a:pt x="5290471" y="166968"/>
                  </a:lnTo>
                  <a:lnTo>
                    <a:pt x="5204741" y="168514"/>
                  </a:lnTo>
                  <a:lnTo>
                    <a:pt x="5113635" y="169891"/>
                  </a:lnTo>
                  <a:lnTo>
                    <a:pt x="5018938" y="171104"/>
                  </a:lnTo>
                  <a:lnTo>
                    <a:pt x="4923497" y="172150"/>
                  </a:lnTo>
                  <a:lnTo>
                    <a:pt x="4831151" y="173027"/>
                  </a:lnTo>
                  <a:lnTo>
                    <a:pt x="4746359" y="173732"/>
                  </a:lnTo>
                  <a:lnTo>
                    <a:pt x="4673514" y="174265"/>
                  </a:lnTo>
                  <a:lnTo>
                    <a:pt x="4616045" y="174640"/>
                  </a:lnTo>
                  <a:lnTo>
                    <a:pt x="4575594" y="174875"/>
                  </a:lnTo>
                  <a:lnTo>
                    <a:pt x="4551515" y="175001"/>
                  </a:lnTo>
                  <a:lnTo>
                    <a:pt x="4540839" y="175052"/>
                  </a:lnTo>
                  <a:lnTo>
                    <a:pt x="4538558" y="175062"/>
                  </a:lnTo>
                  <a:lnTo>
                    <a:pt x="4538543" y="175062"/>
                  </a:lnTo>
                  <a:lnTo>
                    <a:pt x="4016409" y="175062"/>
                  </a:lnTo>
                  <a:lnTo>
                    <a:pt x="4015140" y="175070"/>
                  </a:lnTo>
                  <a:lnTo>
                    <a:pt x="4006846" y="175125"/>
                  </a:lnTo>
                  <a:lnTo>
                    <a:pt x="3986110" y="175279"/>
                  </a:lnTo>
                  <a:lnTo>
                    <a:pt x="3949478" y="175582"/>
                  </a:lnTo>
                  <a:lnTo>
                    <a:pt x="3895771" y="176077"/>
                  </a:lnTo>
                  <a:lnTo>
                    <a:pt x="3826143" y="176798"/>
                  </a:lnTo>
                  <a:lnTo>
                    <a:pt x="3743686" y="177763"/>
                  </a:lnTo>
                  <a:lnTo>
                    <a:pt x="3652653" y="178980"/>
                  </a:lnTo>
                  <a:lnTo>
                    <a:pt x="3557558" y="180444"/>
                  </a:lnTo>
                  <a:lnTo>
                    <a:pt x="3462421" y="182151"/>
                  </a:lnTo>
                  <a:lnTo>
                    <a:pt x="3370327" y="184096"/>
                  </a:lnTo>
                  <a:lnTo>
                    <a:pt x="3283294" y="186283"/>
                  </a:lnTo>
                  <a:lnTo>
                    <a:pt x="3202365" y="188727"/>
                  </a:lnTo>
                  <a:lnTo>
                    <a:pt x="3127811" y="191451"/>
                  </a:lnTo>
                  <a:lnTo>
                    <a:pt x="3059351" y="194491"/>
                  </a:lnTo>
                  <a:lnTo>
                    <a:pt x="2996349" y="197890"/>
                  </a:lnTo>
                  <a:lnTo>
                    <a:pt x="2937965" y="201700"/>
                  </a:lnTo>
                  <a:lnTo>
                    <a:pt x="2883269" y="205977"/>
                  </a:lnTo>
                  <a:lnTo>
                    <a:pt x="2831326" y="210773"/>
                  </a:lnTo>
                  <a:lnTo>
                    <a:pt x="2781281" y="216124"/>
                  </a:lnTo>
                  <a:lnTo>
                    <a:pt x="2770117" y="217416"/>
                  </a:lnTo>
                  <a:lnTo>
                    <a:pt x="2716236" y="224140"/>
                  </a:lnTo>
                  <a:lnTo>
                    <a:pt x="2662875" y="231573"/>
                  </a:lnTo>
                  <a:lnTo>
                    <a:pt x="2609455" y="239723"/>
                  </a:lnTo>
                  <a:lnTo>
                    <a:pt x="2555592" y="248574"/>
                  </a:lnTo>
                  <a:lnTo>
                    <a:pt x="2501064" y="258080"/>
                  </a:lnTo>
                  <a:lnTo>
                    <a:pt x="2445798" y="268165"/>
                  </a:lnTo>
                  <a:lnTo>
                    <a:pt x="2389845" y="278721"/>
                  </a:lnTo>
                  <a:lnTo>
                    <a:pt x="2333359" y="289616"/>
                  </a:lnTo>
                  <a:lnTo>
                    <a:pt x="2276568" y="300696"/>
                  </a:lnTo>
                  <a:lnTo>
                    <a:pt x="2219742" y="311798"/>
                  </a:lnTo>
                  <a:lnTo>
                    <a:pt x="2163153" y="322756"/>
                  </a:lnTo>
                  <a:lnTo>
                    <a:pt x="2107045" y="333412"/>
                  </a:lnTo>
                  <a:lnTo>
                    <a:pt x="2051594" y="343629"/>
                  </a:lnTo>
                  <a:lnTo>
                    <a:pt x="1996878" y="353292"/>
                  </a:lnTo>
                  <a:lnTo>
                    <a:pt x="1942859" y="362317"/>
                  </a:lnTo>
                  <a:lnTo>
                    <a:pt x="1889355" y="370649"/>
                  </a:lnTo>
                  <a:lnTo>
                    <a:pt x="1836026" y="378266"/>
                  </a:lnTo>
                  <a:lnTo>
                    <a:pt x="1782345" y="385171"/>
                  </a:lnTo>
                  <a:lnTo>
                    <a:pt x="1768425" y="386831"/>
                  </a:lnTo>
                  <a:lnTo>
                    <a:pt x="1718706" y="392309"/>
                  </a:lnTo>
                  <a:lnTo>
                    <a:pt x="1667264" y="397229"/>
                  </a:lnTo>
                  <a:lnTo>
                    <a:pt x="1613273" y="401619"/>
                  </a:lnTo>
                  <a:lnTo>
                    <a:pt x="1555808" y="405531"/>
                  </a:lnTo>
                  <a:lnTo>
                    <a:pt x="1493932" y="409018"/>
                  </a:lnTo>
                  <a:lnTo>
                    <a:pt x="1426776" y="412135"/>
                  </a:lnTo>
                  <a:lnTo>
                    <a:pt x="1353645" y="414927"/>
                  </a:lnTo>
                  <a:lnTo>
                    <a:pt x="1274161" y="417432"/>
                  </a:lnTo>
                  <a:lnTo>
                    <a:pt x="1188452" y="419676"/>
                  </a:lnTo>
                  <a:lnTo>
                    <a:pt x="1097366" y="421675"/>
                  </a:lnTo>
                  <a:lnTo>
                    <a:pt x="1002687" y="423436"/>
                  </a:lnTo>
                  <a:lnTo>
                    <a:pt x="907259" y="424956"/>
                  </a:lnTo>
                  <a:lnTo>
                    <a:pt x="814917" y="426229"/>
                  </a:lnTo>
                  <a:lnTo>
                    <a:pt x="730118" y="427252"/>
                  </a:lnTo>
                  <a:lnTo>
                    <a:pt x="657253" y="428027"/>
                  </a:lnTo>
                  <a:lnTo>
                    <a:pt x="599754" y="428571"/>
                  </a:lnTo>
                  <a:lnTo>
                    <a:pt x="559267" y="428913"/>
                  </a:lnTo>
                  <a:lnTo>
                    <a:pt x="535151" y="429097"/>
                  </a:lnTo>
                  <a:lnTo>
                    <a:pt x="524445" y="429170"/>
                  </a:lnTo>
                  <a:lnTo>
                    <a:pt x="522148" y="429184"/>
                  </a:lnTo>
                  <a:lnTo>
                    <a:pt x="522133" y="429185"/>
                  </a:lnTo>
                  <a:lnTo>
                    <a:pt x="0" y="429185"/>
                  </a:lnTo>
                  <a:lnTo>
                    <a:pt x="0" y="429185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643" name="pg1643"/>
            <p:cNvSpPr/>
            <p:nvPr/>
          </p:nvSpPr>
          <p:spPr>
            <a:xfrm>
              <a:off x="386606" y="3963953"/>
              <a:ext cx="8554953" cy="2196749"/>
            </a:xfrm>
            <a:custGeom>
              <a:avLst/>
              <a:pathLst>
                <a:path w="8554953" h="2196749">
                  <a:moveTo>
                    <a:pt x="0" y="1355321"/>
                  </a:moveTo>
                  <a:lnTo>
                    <a:pt x="522133" y="1355321"/>
                  </a:lnTo>
                  <a:lnTo>
                    <a:pt x="523391" y="1355346"/>
                  </a:lnTo>
                  <a:lnTo>
                    <a:pt x="531618" y="1355529"/>
                  </a:lnTo>
                  <a:lnTo>
                    <a:pt x="552190" y="1356034"/>
                  </a:lnTo>
                  <a:lnTo>
                    <a:pt x="588550" y="1357027"/>
                  </a:lnTo>
                  <a:lnTo>
                    <a:pt x="641887" y="1358652"/>
                  </a:lnTo>
                  <a:lnTo>
                    <a:pt x="711088" y="1361020"/>
                  </a:lnTo>
                  <a:lnTo>
                    <a:pt x="793111" y="1364194"/>
                  </a:lnTo>
                  <a:lnTo>
                    <a:pt x="883750" y="1368193"/>
                  </a:lnTo>
                  <a:lnTo>
                    <a:pt x="978526" y="1373008"/>
                  </a:lnTo>
                  <a:lnTo>
                    <a:pt x="1073437" y="1378620"/>
                  </a:lnTo>
                  <a:lnTo>
                    <a:pt x="1165394" y="1385018"/>
                  </a:lnTo>
                  <a:lnTo>
                    <a:pt x="1252366" y="1392214"/>
                  </a:lnTo>
                  <a:lnTo>
                    <a:pt x="1333290" y="1400252"/>
                  </a:lnTo>
                  <a:lnTo>
                    <a:pt x="1407874" y="1409209"/>
                  </a:lnTo>
                  <a:lnTo>
                    <a:pt x="1476379" y="1419198"/>
                  </a:lnTo>
                  <a:lnTo>
                    <a:pt x="1539424" y="1430364"/>
                  </a:lnTo>
                  <a:lnTo>
                    <a:pt x="1597838" y="1442876"/>
                  </a:lnTo>
                  <a:lnTo>
                    <a:pt x="1652539" y="1456917"/>
                  </a:lnTo>
                  <a:lnTo>
                    <a:pt x="1704456" y="1472657"/>
                  </a:lnTo>
                  <a:lnTo>
                    <a:pt x="1754444" y="1490220"/>
                  </a:lnTo>
                  <a:lnTo>
                    <a:pt x="1768425" y="1495559"/>
                  </a:lnTo>
                  <a:lnTo>
                    <a:pt x="1819131" y="1516440"/>
                  </a:lnTo>
                  <a:lnTo>
                    <a:pt x="1869344" y="1539392"/>
                  </a:lnTo>
                  <a:lnTo>
                    <a:pt x="1919558" y="1564448"/>
                  </a:lnTo>
                  <a:lnTo>
                    <a:pt x="1970117" y="1591572"/>
                  </a:lnTo>
                  <a:lnTo>
                    <a:pt x="2021231" y="1620657"/>
                  </a:lnTo>
                  <a:lnTo>
                    <a:pt x="2072993" y="1651513"/>
                  </a:lnTo>
                  <a:lnTo>
                    <a:pt x="2125391" y="1683872"/>
                  </a:lnTo>
                  <a:lnTo>
                    <a:pt x="2178328" y="1717395"/>
                  </a:lnTo>
                  <a:lnTo>
                    <a:pt x="2231637" y="1751681"/>
                  </a:lnTo>
                  <a:lnTo>
                    <a:pt x="2285107" y="1786289"/>
                  </a:lnTo>
                  <a:lnTo>
                    <a:pt x="2338510" y="1820761"/>
                  </a:lnTo>
                  <a:lnTo>
                    <a:pt x="2391621" y="1854646"/>
                  </a:lnTo>
                  <a:lnTo>
                    <a:pt x="2444255" y="1887525"/>
                  </a:lnTo>
                  <a:lnTo>
                    <a:pt x="2496283" y="1919031"/>
                  </a:lnTo>
                  <a:lnTo>
                    <a:pt x="2547656" y="1948865"/>
                  </a:lnTo>
                  <a:lnTo>
                    <a:pt x="2598423" y="1976807"/>
                  </a:lnTo>
                  <a:lnTo>
                    <a:pt x="2648744" y="2002714"/>
                  </a:lnTo>
                  <a:lnTo>
                    <a:pt x="2698907" y="2026524"/>
                  </a:lnTo>
                  <a:lnTo>
                    <a:pt x="2749341" y="2048241"/>
                  </a:lnTo>
                  <a:lnTo>
                    <a:pt x="2770117" y="2056511"/>
                  </a:lnTo>
                  <a:lnTo>
                    <a:pt x="2819693" y="2074601"/>
                  </a:lnTo>
                  <a:lnTo>
                    <a:pt x="2870978" y="2090851"/>
                  </a:lnTo>
                  <a:lnTo>
                    <a:pt x="2924794" y="2105360"/>
                  </a:lnTo>
                  <a:lnTo>
                    <a:pt x="2982055" y="2118289"/>
                  </a:lnTo>
                  <a:lnTo>
                    <a:pt x="3043692" y="2129820"/>
                  </a:lnTo>
                  <a:lnTo>
                    <a:pt x="3110568" y="2140128"/>
                  </a:lnTo>
                  <a:lnTo>
                    <a:pt x="3183376" y="2149366"/>
                  </a:lnTo>
                  <a:lnTo>
                    <a:pt x="3262496" y="2157655"/>
                  </a:lnTo>
                  <a:lnTo>
                    <a:pt x="3347817" y="2165085"/>
                  </a:lnTo>
                  <a:lnTo>
                    <a:pt x="3438517" y="2171708"/>
                  </a:lnTo>
                  <a:lnTo>
                    <a:pt x="3532855" y="2177544"/>
                  </a:lnTo>
                  <a:lnTo>
                    <a:pt x="3628043" y="2182588"/>
                  </a:lnTo>
                  <a:lnTo>
                    <a:pt x="3720307" y="2186821"/>
                  </a:lnTo>
                  <a:lnTo>
                    <a:pt x="3805239" y="2190229"/>
                  </a:lnTo>
                  <a:lnTo>
                    <a:pt x="3878467" y="2192822"/>
                  </a:lnTo>
                  <a:lnTo>
                    <a:pt x="3936529" y="2194650"/>
                  </a:lnTo>
                  <a:lnTo>
                    <a:pt x="3977704" y="2195809"/>
                  </a:lnTo>
                  <a:lnTo>
                    <a:pt x="4002514" y="2196437"/>
                  </a:lnTo>
                  <a:lnTo>
                    <a:pt x="4013786" y="2196695"/>
                  </a:lnTo>
                  <a:lnTo>
                    <a:pt x="4016409" y="2196749"/>
                  </a:lnTo>
                  <a:lnTo>
                    <a:pt x="4538543" y="2196749"/>
                  </a:lnTo>
                  <a:lnTo>
                    <a:pt x="4539738" y="2196686"/>
                  </a:lnTo>
                  <a:lnTo>
                    <a:pt x="4547563" y="2196234"/>
                  </a:lnTo>
                  <a:lnTo>
                    <a:pt x="4567165" y="2194986"/>
                  </a:lnTo>
                  <a:lnTo>
                    <a:pt x="4601898" y="2192534"/>
                  </a:lnTo>
                  <a:lnTo>
                    <a:pt x="4653027" y="2188512"/>
                  </a:lnTo>
                  <a:lnTo>
                    <a:pt x="4719656" y="2182642"/>
                  </a:lnTo>
                  <a:lnTo>
                    <a:pt x="4799042" y="2174757"/>
                  </a:lnTo>
                  <a:lnTo>
                    <a:pt x="4887272" y="2164797"/>
                  </a:lnTo>
                  <a:lnTo>
                    <a:pt x="4980082" y="2152779"/>
                  </a:lnTo>
                  <a:lnTo>
                    <a:pt x="5073569" y="2138750"/>
                  </a:lnTo>
                  <a:lnTo>
                    <a:pt x="5164645" y="2122743"/>
                  </a:lnTo>
                  <a:lnTo>
                    <a:pt x="5251200" y="2104741"/>
                  </a:lnTo>
                  <a:lnTo>
                    <a:pt x="5332057" y="2084653"/>
                  </a:lnTo>
                  <a:lnTo>
                    <a:pt x="5406799" y="2062305"/>
                  </a:lnTo>
                  <a:lnTo>
                    <a:pt x="5475570" y="2037437"/>
                  </a:lnTo>
                  <a:lnTo>
                    <a:pt x="5538889" y="2009712"/>
                  </a:lnTo>
                  <a:lnTo>
                    <a:pt x="5597500" y="1978724"/>
                  </a:lnTo>
                  <a:lnTo>
                    <a:pt x="5652260" y="1944028"/>
                  </a:lnTo>
                  <a:lnTo>
                    <a:pt x="5704057" y="1905183"/>
                  </a:lnTo>
                  <a:lnTo>
                    <a:pt x="5753732" y="1861834"/>
                  </a:lnTo>
                  <a:lnTo>
                    <a:pt x="5784835" y="1831565"/>
                  </a:lnTo>
                  <a:lnTo>
                    <a:pt x="5825716" y="1788206"/>
                  </a:lnTo>
                  <a:lnTo>
                    <a:pt x="5866205" y="1741370"/>
                  </a:lnTo>
                  <a:lnTo>
                    <a:pt x="5906585" y="1690990"/>
                  </a:lnTo>
                  <a:lnTo>
                    <a:pt x="5947073" y="1637065"/>
                  </a:lnTo>
                  <a:lnTo>
                    <a:pt x="5987823" y="1579674"/>
                  </a:lnTo>
                  <a:lnTo>
                    <a:pt x="6028938" y="1518977"/>
                  </a:lnTo>
                  <a:lnTo>
                    <a:pt x="6070470" y="1455222"/>
                  </a:lnTo>
                  <a:lnTo>
                    <a:pt x="6112426" y="1388746"/>
                  </a:lnTo>
                  <a:lnTo>
                    <a:pt x="6154774" y="1319969"/>
                  </a:lnTo>
                  <a:lnTo>
                    <a:pt x="6197449" y="1249382"/>
                  </a:lnTo>
                  <a:lnTo>
                    <a:pt x="6240361" y="1177543"/>
                  </a:lnTo>
                  <a:lnTo>
                    <a:pt x="6283398" y="1105048"/>
                  </a:lnTo>
                  <a:lnTo>
                    <a:pt x="6326442" y="1032520"/>
                  </a:lnTo>
                  <a:lnTo>
                    <a:pt x="6369372" y="960582"/>
                  </a:lnTo>
                  <a:lnTo>
                    <a:pt x="6412077" y="889835"/>
                  </a:lnTo>
                  <a:lnTo>
                    <a:pt x="6454463" y="820841"/>
                  </a:lnTo>
                  <a:lnTo>
                    <a:pt x="6496463" y="754100"/>
                  </a:lnTo>
                  <a:lnTo>
                    <a:pt x="6538040" y="690040"/>
                  </a:lnTo>
                  <a:lnTo>
                    <a:pt x="6579198" y="629005"/>
                  </a:lnTo>
                  <a:lnTo>
                    <a:pt x="6619983" y="571254"/>
                  </a:lnTo>
                  <a:lnTo>
                    <a:pt x="6660492" y="516957"/>
                  </a:lnTo>
                  <a:lnTo>
                    <a:pt x="6700875" y="466199"/>
                  </a:lnTo>
                  <a:lnTo>
                    <a:pt x="6741340" y="418990"/>
                  </a:lnTo>
                  <a:lnTo>
                    <a:pt x="6782164" y="375267"/>
                  </a:lnTo>
                  <a:lnTo>
                    <a:pt x="6786527" y="370830"/>
                  </a:lnTo>
                  <a:lnTo>
                    <a:pt x="6835233" y="324497"/>
                  </a:lnTo>
                  <a:lnTo>
                    <a:pt x="6885577" y="282793"/>
                  </a:lnTo>
                  <a:lnTo>
                    <a:pt x="6938335" y="245482"/>
                  </a:lnTo>
                  <a:lnTo>
                    <a:pt x="6994373" y="212166"/>
                  </a:lnTo>
                  <a:lnTo>
                    <a:pt x="7054576" y="182397"/>
                  </a:lnTo>
                  <a:lnTo>
                    <a:pt x="7119772" y="155739"/>
                  </a:lnTo>
                  <a:lnTo>
                    <a:pt x="7190638" y="131810"/>
                  </a:lnTo>
                  <a:lnTo>
                    <a:pt x="7267580" y="110297"/>
                  </a:lnTo>
                  <a:lnTo>
                    <a:pt x="7350561" y="90972"/>
                  </a:lnTo>
                  <a:lnTo>
                    <a:pt x="7438917" y="73691"/>
                  </a:lnTo>
                  <a:lnTo>
                    <a:pt x="7531151" y="58391"/>
                  </a:lnTo>
                  <a:lnTo>
                    <a:pt x="7624799" y="45077"/>
                  </a:lnTo>
                  <a:lnTo>
                    <a:pt x="7716448" y="33791"/>
                  </a:lnTo>
                  <a:lnTo>
                    <a:pt x="7801999" y="24576"/>
                  </a:lnTo>
                  <a:lnTo>
                    <a:pt x="7877220" y="17425"/>
                  </a:lnTo>
                  <a:lnTo>
                    <a:pt x="7938527" y="12243"/>
                  </a:lnTo>
                  <a:lnTo>
                    <a:pt x="7983774" y="8820"/>
                  </a:lnTo>
                  <a:lnTo>
                    <a:pt x="8012827" y="6845"/>
                  </a:lnTo>
                  <a:lnTo>
                    <a:pt x="8027724" y="5930"/>
                  </a:lnTo>
                  <a:lnTo>
                    <a:pt x="8032497" y="5663"/>
                  </a:lnTo>
                  <a:lnTo>
                    <a:pt x="8032819" y="5647"/>
                  </a:lnTo>
                  <a:lnTo>
                    <a:pt x="8554953" y="5647"/>
                  </a:lnTo>
                  <a:lnTo>
                    <a:pt x="8554953" y="0"/>
                  </a:lnTo>
                  <a:lnTo>
                    <a:pt x="8032819" y="0"/>
                  </a:lnTo>
                  <a:lnTo>
                    <a:pt x="8031624" y="63"/>
                  </a:lnTo>
                  <a:lnTo>
                    <a:pt x="8023799" y="514"/>
                  </a:lnTo>
                  <a:lnTo>
                    <a:pt x="8004197" y="1762"/>
                  </a:lnTo>
                  <a:lnTo>
                    <a:pt x="7969464" y="4215"/>
                  </a:lnTo>
                  <a:lnTo>
                    <a:pt x="7918335" y="8237"/>
                  </a:lnTo>
                  <a:lnTo>
                    <a:pt x="7851706" y="14106"/>
                  </a:lnTo>
                  <a:lnTo>
                    <a:pt x="7772320" y="21991"/>
                  </a:lnTo>
                  <a:lnTo>
                    <a:pt x="7684090" y="31951"/>
                  </a:lnTo>
                  <a:lnTo>
                    <a:pt x="7591280" y="43970"/>
                  </a:lnTo>
                  <a:lnTo>
                    <a:pt x="7497793" y="57999"/>
                  </a:lnTo>
                  <a:lnTo>
                    <a:pt x="7406717" y="74006"/>
                  </a:lnTo>
                  <a:lnTo>
                    <a:pt x="7320162" y="92008"/>
                  </a:lnTo>
                  <a:lnTo>
                    <a:pt x="7239305" y="112096"/>
                  </a:lnTo>
                  <a:lnTo>
                    <a:pt x="7164563" y="134444"/>
                  </a:lnTo>
                  <a:lnTo>
                    <a:pt x="7095792" y="159311"/>
                  </a:lnTo>
                  <a:lnTo>
                    <a:pt x="7032473" y="187036"/>
                  </a:lnTo>
                  <a:lnTo>
                    <a:pt x="6973862" y="218025"/>
                  </a:lnTo>
                  <a:lnTo>
                    <a:pt x="6919101" y="252721"/>
                  </a:lnTo>
                  <a:lnTo>
                    <a:pt x="6867305" y="291566"/>
                  </a:lnTo>
                  <a:lnTo>
                    <a:pt x="6817630" y="334915"/>
                  </a:lnTo>
                  <a:lnTo>
                    <a:pt x="6786527" y="365183"/>
                  </a:lnTo>
                  <a:lnTo>
                    <a:pt x="6745646" y="408543"/>
                  </a:lnTo>
                  <a:lnTo>
                    <a:pt x="6705157" y="455378"/>
                  </a:lnTo>
                  <a:lnTo>
                    <a:pt x="6664777" y="505759"/>
                  </a:lnTo>
                  <a:lnTo>
                    <a:pt x="6624289" y="559683"/>
                  </a:lnTo>
                  <a:lnTo>
                    <a:pt x="6583539" y="617075"/>
                  </a:lnTo>
                  <a:lnTo>
                    <a:pt x="6542424" y="677772"/>
                  </a:lnTo>
                  <a:lnTo>
                    <a:pt x="6500892" y="741526"/>
                  </a:lnTo>
                  <a:lnTo>
                    <a:pt x="6458936" y="808002"/>
                  </a:lnTo>
                  <a:lnTo>
                    <a:pt x="6416588" y="876780"/>
                  </a:lnTo>
                  <a:lnTo>
                    <a:pt x="6373913" y="947366"/>
                  </a:lnTo>
                  <a:lnTo>
                    <a:pt x="6331001" y="1019206"/>
                  </a:lnTo>
                  <a:lnTo>
                    <a:pt x="6287964" y="1091701"/>
                  </a:lnTo>
                  <a:lnTo>
                    <a:pt x="6244920" y="1164229"/>
                  </a:lnTo>
                  <a:lnTo>
                    <a:pt x="6201990" y="1236167"/>
                  </a:lnTo>
                  <a:lnTo>
                    <a:pt x="6159285" y="1306913"/>
                  </a:lnTo>
                  <a:lnTo>
                    <a:pt x="6116899" y="1375907"/>
                  </a:lnTo>
                  <a:lnTo>
                    <a:pt x="6074899" y="1442648"/>
                  </a:lnTo>
                  <a:lnTo>
                    <a:pt x="6033322" y="1506709"/>
                  </a:lnTo>
                  <a:lnTo>
                    <a:pt x="5992164" y="1567744"/>
                  </a:lnTo>
                  <a:lnTo>
                    <a:pt x="5951379" y="1625495"/>
                  </a:lnTo>
                  <a:lnTo>
                    <a:pt x="5910870" y="1679792"/>
                  </a:lnTo>
                  <a:lnTo>
                    <a:pt x="5870487" y="1730549"/>
                  </a:lnTo>
                  <a:lnTo>
                    <a:pt x="5830022" y="1777759"/>
                  </a:lnTo>
                  <a:lnTo>
                    <a:pt x="5789198" y="1821482"/>
                  </a:lnTo>
                  <a:lnTo>
                    <a:pt x="5784835" y="1825918"/>
                  </a:lnTo>
                  <a:lnTo>
                    <a:pt x="5736129" y="1872251"/>
                  </a:lnTo>
                  <a:lnTo>
                    <a:pt x="5685785" y="1913956"/>
                  </a:lnTo>
                  <a:lnTo>
                    <a:pt x="5633027" y="1951267"/>
                  </a:lnTo>
                  <a:lnTo>
                    <a:pt x="5576989" y="1984582"/>
                  </a:lnTo>
                  <a:lnTo>
                    <a:pt x="5516786" y="2014351"/>
                  </a:lnTo>
                  <a:lnTo>
                    <a:pt x="5451590" y="2041009"/>
                  </a:lnTo>
                  <a:lnTo>
                    <a:pt x="5380723" y="2064939"/>
                  </a:lnTo>
                  <a:lnTo>
                    <a:pt x="5303782" y="2086452"/>
                  </a:lnTo>
                  <a:lnTo>
                    <a:pt x="5220800" y="2105777"/>
                  </a:lnTo>
                  <a:lnTo>
                    <a:pt x="5132445" y="2123058"/>
                  </a:lnTo>
                  <a:lnTo>
                    <a:pt x="5040211" y="2138357"/>
                  </a:lnTo>
                  <a:lnTo>
                    <a:pt x="4946563" y="2151672"/>
                  </a:lnTo>
                  <a:lnTo>
                    <a:pt x="4854913" y="2162957"/>
                  </a:lnTo>
                  <a:lnTo>
                    <a:pt x="4769363" y="2172173"/>
                  </a:lnTo>
                  <a:lnTo>
                    <a:pt x="4694142" y="2179324"/>
                  </a:lnTo>
                  <a:lnTo>
                    <a:pt x="4632835" y="2184506"/>
                  </a:lnTo>
                  <a:lnTo>
                    <a:pt x="4587587" y="2187928"/>
                  </a:lnTo>
                  <a:lnTo>
                    <a:pt x="4558535" y="2189904"/>
                  </a:lnTo>
                  <a:lnTo>
                    <a:pt x="4543638" y="2190819"/>
                  </a:lnTo>
                  <a:lnTo>
                    <a:pt x="4538865" y="2191085"/>
                  </a:lnTo>
                  <a:lnTo>
                    <a:pt x="4538543" y="2191102"/>
                  </a:lnTo>
                  <a:lnTo>
                    <a:pt x="4016409" y="2191102"/>
                  </a:lnTo>
                  <a:lnTo>
                    <a:pt x="4015151" y="2191076"/>
                  </a:lnTo>
                  <a:lnTo>
                    <a:pt x="4006925" y="2190894"/>
                  </a:lnTo>
                  <a:lnTo>
                    <a:pt x="3986352" y="2190388"/>
                  </a:lnTo>
                  <a:lnTo>
                    <a:pt x="3949993" y="2189396"/>
                  </a:lnTo>
                  <a:lnTo>
                    <a:pt x="3896655" y="2187770"/>
                  </a:lnTo>
                  <a:lnTo>
                    <a:pt x="3827454" y="2185402"/>
                  </a:lnTo>
                  <a:lnTo>
                    <a:pt x="3745431" y="2182229"/>
                  </a:lnTo>
                  <a:lnTo>
                    <a:pt x="3654793" y="2178229"/>
                  </a:lnTo>
                  <a:lnTo>
                    <a:pt x="3560016" y="2173414"/>
                  </a:lnTo>
                  <a:lnTo>
                    <a:pt x="3465106" y="2167802"/>
                  </a:lnTo>
                  <a:lnTo>
                    <a:pt x="3373148" y="2161404"/>
                  </a:lnTo>
                  <a:lnTo>
                    <a:pt x="3286176" y="2154208"/>
                  </a:lnTo>
                  <a:lnTo>
                    <a:pt x="3205252" y="2146171"/>
                  </a:lnTo>
                  <a:lnTo>
                    <a:pt x="3130668" y="2137214"/>
                  </a:lnTo>
                  <a:lnTo>
                    <a:pt x="3062164" y="2127225"/>
                  </a:lnTo>
                  <a:lnTo>
                    <a:pt x="2999118" y="2116059"/>
                  </a:lnTo>
                  <a:lnTo>
                    <a:pt x="2940704" y="2103546"/>
                  </a:lnTo>
                  <a:lnTo>
                    <a:pt x="2886003" y="2089506"/>
                  </a:lnTo>
                  <a:lnTo>
                    <a:pt x="2834086" y="2073765"/>
                  </a:lnTo>
                  <a:lnTo>
                    <a:pt x="2784098" y="2056202"/>
                  </a:lnTo>
                  <a:lnTo>
                    <a:pt x="2770117" y="2050864"/>
                  </a:lnTo>
                  <a:lnTo>
                    <a:pt x="2719411" y="2029983"/>
                  </a:lnTo>
                  <a:lnTo>
                    <a:pt x="2669198" y="2007031"/>
                  </a:lnTo>
                  <a:lnTo>
                    <a:pt x="2618984" y="1981975"/>
                  </a:lnTo>
                  <a:lnTo>
                    <a:pt x="2568425" y="1954850"/>
                  </a:lnTo>
                  <a:lnTo>
                    <a:pt x="2517311" y="1925766"/>
                  </a:lnTo>
                  <a:lnTo>
                    <a:pt x="2465549" y="1894910"/>
                  </a:lnTo>
                  <a:lnTo>
                    <a:pt x="2413151" y="1862550"/>
                  </a:lnTo>
                  <a:lnTo>
                    <a:pt x="2360214" y="1829027"/>
                  </a:lnTo>
                  <a:lnTo>
                    <a:pt x="2306905" y="1794742"/>
                  </a:lnTo>
                  <a:lnTo>
                    <a:pt x="2253435" y="1760133"/>
                  </a:lnTo>
                  <a:lnTo>
                    <a:pt x="2200033" y="1725661"/>
                  </a:lnTo>
                  <a:lnTo>
                    <a:pt x="2146921" y="1691776"/>
                  </a:lnTo>
                  <a:lnTo>
                    <a:pt x="2094287" y="1658897"/>
                  </a:lnTo>
                  <a:lnTo>
                    <a:pt x="2042259" y="1627392"/>
                  </a:lnTo>
                  <a:lnTo>
                    <a:pt x="1990886" y="1597557"/>
                  </a:lnTo>
                  <a:lnTo>
                    <a:pt x="1940119" y="1569616"/>
                  </a:lnTo>
                  <a:lnTo>
                    <a:pt x="1889798" y="1543708"/>
                  </a:lnTo>
                  <a:lnTo>
                    <a:pt x="1839635" y="1519899"/>
                  </a:lnTo>
                  <a:lnTo>
                    <a:pt x="1789201" y="1498181"/>
                  </a:lnTo>
                  <a:lnTo>
                    <a:pt x="1768425" y="1489911"/>
                  </a:lnTo>
                  <a:lnTo>
                    <a:pt x="1718850" y="1471822"/>
                  </a:lnTo>
                  <a:lnTo>
                    <a:pt x="1667564" y="1455571"/>
                  </a:lnTo>
                  <a:lnTo>
                    <a:pt x="1613748" y="1441063"/>
                  </a:lnTo>
                  <a:lnTo>
                    <a:pt x="1556487" y="1428134"/>
                  </a:lnTo>
                  <a:lnTo>
                    <a:pt x="1494850" y="1416603"/>
                  </a:lnTo>
                  <a:lnTo>
                    <a:pt x="1427974" y="1406294"/>
                  </a:lnTo>
                  <a:lnTo>
                    <a:pt x="1355167" y="1397057"/>
                  </a:lnTo>
                  <a:lnTo>
                    <a:pt x="1276046" y="1388767"/>
                  </a:lnTo>
                  <a:lnTo>
                    <a:pt x="1190725" y="1381337"/>
                  </a:lnTo>
                  <a:lnTo>
                    <a:pt x="1100025" y="1374715"/>
                  </a:lnTo>
                  <a:lnTo>
                    <a:pt x="1005687" y="1368879"/>
                  </a:lnTo>
                  <a:lnTo>
                    <a:pt x="910499" y="1363835"/>
                  </a:lnTo>
                  <a:lnTo>
                    <a:pt x="818235" y="1359601"/>
                  </a:lnTo>
                  <a:lnTo>
                    <a:pt x="733303" y="1356193"/>
                  </a:lnTo>
                  <a:lnTo>
                    <a:pt x="660076" y="1353600"/>
                  </a:lnTo>
                  <a:lnTo>
                    <a:pt x="602013" y="1351772"/>
                  </a:lnTo>
                  <a:lnTo>
                    <a:pt x="560838" y="1350613"/>
                  </a:lnTo>
                  <a:lnTo>
                    <a:pt x="536028" y="1349985"/>
                  </a:lnTo>
                  <a:lnTo>
                    <a:pt x="524756" y="1349728"/>
                  </a:lnTo>
                  <a:lnTo>
                    <a:pt x="522133" y="1349673"/>
                  </a:lnTo>
                  <a:lnTo>
                    <a:pt x="0" y="1349673"/>
                  </a:lnTo>
                  <a:close/>
                </a:path>
              </a:pathLst>
            </a:custGeom>
            <a:solidFill>
              <a:srgbClr val="D9B26F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1644" name="pl1644"/>
            <p:cNvSpPr/>
            <p:nvPr/>
          </p:nvSpPr>
          <p:spPr>
            <a:xfrm>
              <a:off x="386606" y="3969600"/>
              <a:ext cx="8554953" cy="2191102"/>
            </a:xfrm>
            <a:custGeom>
              <a:avLst/>
              <a:pathLst>
                <a:path w="8554953" h="2191102">
                  <a:moveTo>
                    <a:pt x="0" y="1349673"/>
                  </a:moveTo>
                  <a:lnTo>
                    <a:pt x="522133" y="1349673"/>
                  </a:lnTo>
                  <a:lnTo>
                    <a:pt x="523391" y="1349699"/>
                  </a:lnTo>
                  <a:lnTo>
                    <a:pt x="531618" y="1349882"/>
                  </a:lnTo>
                  <a:lnTo>
                    <a:pt x="552190" y="1350387"/>
                  </a:lnTo>
                  <a:lnTo>
                    <a:pt x="588550" y="1351380"/>
                  </a:lnTo>
                  <a:lnTo>
                    <a:pt x="641887" y="1353005"/>
                  </a:lnTo>
                  <a:lnTo>
                    <a:pt x="711088" y="1355373"/>
                  </a:lnTo>
                  <a:lnTo>
                    <a:pt x="793111" y="1358547"/>
                  </a:lnTo>
                  <a:lnTo>
                    <a:pt x="883750" y="1362546"/>
                  </a:lnTo>
                  <a:lnTo>
                    <a:pt x="978526" y="1367361"/>
                  </a:lnTo>
                  <a:lnTo>
                    <a:pt x="1073437" y="1372973"/>
                  </a:lnTo>
                  <a:lnTo>
                    <a:pt x="1165394" y="1379371"/>
                  </a:lnTo>
                  <a:lnTo>
                    <a:pt x="1252366" y="1386567"/>
                  </a:lnTo>
                  <a:lnTo>
                    <a:pt x="1333290" y="1394605"/>
                  </a:lnTo>
                  <a:lnTo>
                    <a:pt x="1407874" y="1403561"/>
                  </a:lnTo>
                  <a:lnTo>
                    <a:pt x="1476379" y="1413551"/>
                  </a:lnTo>
                  <a:lnTo>
                    <a:pt x="1539424" y="1424717"/>
                  </a:lnTo>
                  <a:lnTo>
                    <a:pt x="1597838" y="1437229"/>
                  </a:lnTo>
                  <a:lnTo>
                    <a:pt x="1652539" y="1451270"/>
                  </a:lnTo>
                  <a:lnTo>
                    <a:pt x="1704456" y="1467010"/>
                  </a:lnTo>
                  <a:lnTo>
                    <a:pt x="1754444" y="1484573"/>
                  </a:lnTo>
                  <a:lnTo>
                    <a:pt x="1768425" y="1489911"/>
                  </a:lnTo>
                  <a:lnTo>
                    <a:pt x="1819131" y="1510793"/>
                  </a:lnTo>
                  <a:lnTo>
                    <a:pt x="1869344" y="1533745"/>
                  </a:lnTo>
                  <a:lnTo>
                    <a:pt x="1919558" y="1558800"/>
                  </a:lnTo>
                  <a:lnTo>
                    <a:pt x="1970117" y="1585925"/>
                  </a:lnTo>
                  <a:lnTo>
                    <a:pt x="2021231" y="1615010"/>
                  </a:lnTo>
                  <a:lnTo>
                    <a:pt x="2072993" y="1645866"/>
                  </a:lnTo>
                  <a:lnTo>
                    <a:pt x="2125391" y="1678225"/>
                  </a:lnTo>
                  <a:lnTo>
                    <a:pt x="2178328" y="1711748"/>
                  </a:lnTo>
                  <a:lnTo>
                    <a:pt x="2231637" y="1746034"/>
                  </a:lnTo>
                  <a:lnTo>
                    <a:pt x="2285107" y="1780642"/>
                  </a:lnTo>
                  <a:lnTo>
                    <a:pt x="2338510" y="1815114"/>
                  </a:lnTo>
                  <a:lnTo>
                    <a:pt x="2391621" y="1848999"/>
                  </a:lnTo>
                  <a:lnTo>
                    <a:pt x="2444255" y="1881878"/>
                  </a:lnTo>
                  <a:lnTo>
                    <a:pt x="2496283" y="1913384"/>
                  </a:lnTo>
                  <a:lnTo>
                    <a:pt x="2547656" y="1943218"/>
                  </a:lnTo>
                  <a:lnTo>
                    <a:pt x="2598423" y="1971159"/>
                  </a:lnTo>
                  <a:lnTo>
                    <a:pt x="2648744" y="1997067"/>
                  </a:lnTo>
                  <a:lnTo>
                    <a:pt x="2698907" y="2020876"/>
                  </a:lnTo>
                  <a:lnTo>
                    <a:pt x="2749341" y="2042594"/>
                  </a:lnTo>
                  <a:lnTo>
                    <a:pt x="2770117" y="2050864"/>
                  </a:lnTo>
                  <a:lnTo>
                    <a:pt x="2819693" y="2068954"/>
                  </a:lnTo>
                  <a:lnTo>
                    <a:pt x="2870978" y="2085204"/>
                  </a:lnTo>
                  <a:lnTo>
                    <a:pt x="2924794" y="2099713"/>
                  </a:lnTo>
                  <a:lnTo>
                    <a:pt x="2982055" y="2112641"/>
                  </a:lnTo>
                  <a:lnTo>
                    <a:pt x="3043692" y="2124173"/>
                  </a:lnTo>
                  <a:lnTo>
                    <a:pt x="3110568" y="2134481"/>
                  </a:lnTo>
                  <a:lnTo>
                    <a:pt x="3183376" y="2143719"/>
                  </a:lnTo>
                  <a:lnTo>
                    <a:pt x="3262496" y="2152008"/>
                  </a:lnTo>
                  <a:lnTo>
                    <a:pt x="3347817" y="2159438"/>
                  </a:lnTo>
                  <a:lnTo>
                    <a:pt x="3438517" y="2166061"/>
                  </a:lnTo>
                  <a:lnTo>
                    <a:pt x="3532855" y="2171897"/>
                  </a:lnTo>
                  <a:lnTo>
                    <a:pt x="3628043" y="2176941"/>
                  </a:lnTo>
                  <a:lnTo>
                    <a:pt x="3720307" y="2181174"/>
                  </a:lnTo>
                  <a:lnTo>
                    <a:pt x="3805239" y="2184582"/>
                  </a:lnTo>
                  <a:lnTo>
                    <a:pt x="3878467" y="2187175"/>
                  </a:lnTo>
                  <a:lnTo>
                    <a:pt x="3936529" y="2189003"/>
                  </a:lnTo>
                  <a:lnTo>
                    <a:pt x="3977704" y="2190162"/>
                  </a:lnTo>
                  <a:lnTo>
                    <a:pt x="4002514" y="2190790"/>
                  </a:lnTo>
                  <a:lnTo>
                    <a:pt x="4013786" y="2191047"/>
                  </a:lnTo>
                  <a:lnTo>
                    <a:pt x="4016379" y="2191101"/>
                  </a:lnTo>
                  <a:lnTo>
                    <a:pt x="4016409" y="2191102"/>
                  </a:lnTo>
                  <a:lnTo>
                    <a:pt x="4538543" y="2191102"/>
                  </a:lnTo>
                  <a:lnTo>
                    <a:pt x="4539738" y="2191039"/>
                  </a:lnTo>
                  <a:lnTo>
                    <a:pt x="4547563" y="2190587"/>
                  </a:lnTo>
                  <a:lnTo>
                    <a:pt x="4567165" y="2189339"/>
                  </a:lnTo>
                  <a:lnTo>
                    <a:pt x="4601898" y="2186887"/>
                  </a:lnTo>
                  <a:lnTo>
                    <a:pt x="4653027" y="2182865"/>
                  </a:lnTo>
                  <a:lnTo>
                    <a:pt x="4719656" y="2176995"/>
                  </a:lnTo>
                  <a:lnTo>
                    <a:pt x="4799042" y="2169110"/>
                  </a:lnTo>
                  <a:lnTo>
                    <a:pt x="4887272" y="2159150"/>
                  </a:lnTo>
                  <a:lnTo>
                    <a:pt x="4980082" y="2147132"/>
                  </a:lnTo>
                  <a:lnTo>
                    <a:pt x="5073569" y="2133103"/>
                  </a:lnTo>
                  <a:lnTo>
                    <a:pt x="5164645" y="2117096"/>
                  </a:lnTo>
                  <a:lnTo>
                    <a:pt x="5251200" y="2099094"/>
                  </a:lnTo>
                  <a:lnTo>
                    <a:pt x="5332057" y="2079006"/>
                  </a:lnTo>
                  <a:lnTo>
                    <a:pt x="5406799" y="2056658"/>
                  </a:lnTo>
                  <a:lnTo>
                    <a:pt x="5475570" y="2031790"/>
                  </a:lnTo>
                  <a:lnTo>
                    <a:pt x="5538889" y="2004065"/>
                  </a:lnTo>
                  <a:lnTo>
                    <a:pt x="5597500" y="1973077"/>
                  </a:lnTo>
                  <a:lnTo>
                    <a:pt x="5652260" y="1938381"/>
                  </a:lnTo>
                  <a:lnTo>
                    <a:pt x="5704057" y="1899536"/>
                  </a:lnTo>
                  <a:lnTo>
                    <a:pt x="5753732" y="1856187"/>
                  </a:lnTo>
                  <a:lnTo>
                    <a:pt x="5784835" y="1825918"/>
                  </a:lnTo>
                  <a:lnTo>
                    <a:pt x="5825716" y="1782559"/>
                  </a:lnTo>
                  <a:lnTo>
                    <a:pt x="5866205" y="1735723"/>
                  </a:lnTo>
                  <a:lnTo>
                    <a:pt x="5906585" y="1685343"/>
                  </a:lnTo>
                  <a:lnTo>
                    <a:pt x="5947073" y="1631418"/>
                  </a:lnTo>
                  <a:lnTo>
                    <a:pt x="5987823" y="1574027"/>
                  </a:lnTo>
                  <a:lnTo>
                    <a:pt x="6028938" y="1513329"/>
                  </a:lnTo>
                  <a:lnTo>
                    <a:pt x="6070470" y="1449575"/>
                  </a:lnTo>
                  <a:lnTo>
                    <a:pt x="6112426" y="1383099"/>
                  </a:lnTo>
                  <a:lnTo>
                    <a:pt x="6154774" y="1314321"/>
                  </a:lnTo>
                  <a:lnTo>
                    <a:pt x="6197449" y="1243735"/>
                  </a:lnTo>
                  <a:lnTo>
                    <a:pt x="6240361" y="1171895"/>
                  </a:lnTo>
                  <a:lnTo>
                    <a:pt x="6283398" y="1099401"/>
                  </a:lnTo>
                  <a:lnTo>
                    <a:pt x="6326442" y="1026873"/>
                  </a:lnTo>
                  <a:lnTo>
                    <a:pt x="6369372" y="954935"/>
                  </a:lnTo>
                  <a:lnTo>
                    <a:pt x="6412077" y="884188"/>
                  </a:lnTo>
                  <a:lnTo>
                    <a:pt x="6454463" y="815194"/>
                  </a:lnTo>
                  <a:lnTo>
                    <a:pt x="6496463" y="748453"/>
                  </a:lnTo>
                  <a:lnTo>
                    <a:pt x="6538040" y="684392"/>
                  </a:lnTo>
                  <a:lnTo>
                    <a:pt x="6579198" y="623358"/>
                  </a:lnTo>
                  <a:lnTo>
                    <a:pt x="6619983" y="565607"/>
                  </a:lnTo>
                  <a:lnTo>
                    <a:pt x="6660492" y="511309"/>
                  </a:lnTo>
                  <a:lnTo>
                    <a:pt x="6700875" y="460552"/>
                  </a:lnTo>
                  <a:lnTo>
                    <a:pt x="6741340" y="413343"/>
                  </a:lnTo>
                  <a:lnTo>
                    <a:pt x="6782164" y="369620"/>
                  </a:lnTo>
                  <a:lnTo>
                    <a:pt x="6786527" y="365183"/>
                  </a:lnTo>
                  <a:lnTo>
                    <a:pt x="6835233" y="318850"/>
                  </a:lnTo>
                  <a:lnTo>
                    <a:pt x="6885577" y="277146"/>
                  </a:lnTo>
                  <a:lnTo>
                    <a:pt x="6938335" y="239835"/>
                  </a:lnTo>
                  <a:lnTo>
                    <a:pt x="6994373" y="206519"/>
                  </a:lnTo>
                  <a:lnTo>
                    <a:pt x="7054576" y="176750"/>
                  </a:lnTo>
                  <a:lnTo>
                    <a:pt x="7119772" y="150092"/>
                  </a:lnTo>
                  <a:lnTo>
                    <a:pt x="7190638" y="126162"/>
                  </a:lnTo>
                  <a:lnTo>
                    <a:pt x="7267580" y="104650"/>
                  </a:lnTo>
                  <a:lnTo>
                    <a:pt x="7350561" y="85324"/>
                  </a:lnTo>
                  <a:lnTo>
                    <a:pt x="7438917" y="68044"/>
                  </a:lnTo>
                  <a:lnTo>
                    <a:pt x="7531151" y="52744"/>
                  </a:lnTo>
                  <a:lnTo>
                    <a:pt x="7624799" y="39430"/>
                  </a:lnTo>
                  <a:lnTo>
                    <a:pt x="7716448" y="28144"/>
                  </a:lnTo>
                  <a:lnTo>
                    <a:pt x="7801999" y="18929"/>
                  </a:lnTo>
                  <a:lnTo>
                    <a:pt x="7877220" y="11778"/>
                  </a:lnTo>
                  <a:lnTo>
                    <a:pt x="7938527" y="6595"/>
                  </a:lnTo>
                  <a:lnTo>
                    <a:pt x="7983774" y="3173"/>
                  </a:lnTo>
                  <a:lnTo>
                    <a:pt x="8012827" y="1197"/>
                  </a:lnTo>
                  <a:lnTo>
                    <a:pt x="8027724" y="282"/>
                  </a:lnTo>
                  <a:lnTo>
                    <a:pt x="8032497" y="16"/>
                  </a:lnTo>
                  <a:lnTo>
                    <a:pt x="8032819" y="0"/>
                  </a:lnTo>
                  <a:lnTo>
                    <a:pt x="8554953" y="0"/>
                  </a:lnTo>
                  <a:lnTo>
                    <a:pt x="8554953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645" name="pl1645"/>
            <p:cNvSpPr/>
            <p:nvPr/>
          </p:nvSpPr>
          <p:spPr>
            <a:xfrm>
              <a:off x="386606" y="3963953"/>
              <a:ext cx="8554953" cy="2191102"/>
            </a:xfrm>
            <a:custGeom>
              <a:avLst/>
              <a:pathLst>
                <a:path w="8554953" h="2191102">
                  <a:moveTo>
                    <a:pt x="8554953" y="0"/>
                  </a:moveTo>
                  <a:lnTo>
                    <a:pt x="8032819" y="0"/>
                  </a:lnTo>
                  <a:lnTo>
                    <a:pt x="8031624" y="63"/>
                  </a:lnTo>
                  <a:lnTo>
                    <a:pt x="8023799" y="514"/>
                  </a:lnTo>
                  <a:lnTo>
                    <a:pt x="8004197" y="1762"/>
                  </a:lnTo>
                  <a:lnTo>
                    <a:pt x="7969464" y="4215"/>
                  </a:lnTo>
                  <a:lnTo>
                    <a:pt x="7918335" y="8237"/>
                  </a:lnTo>
                  <a:lnTo>
                    <a:pt x="7851706" y="14106"/>
                  </a:lnTo>
                  <a:lnTo>
                    <a:pt x="7772320" y="21991"/>
                  </a:lnTo>
                  <a:lnTo>
                    <a:pt x="7684090" y="31951"/>
                  </a:lnTo>
                  <a:lnTo>
                    <a:pt x="7591280" y="43970"/>
                  </a:lnTo>
                  <a:lnTo>
                    <a:pt x="7497793" y="57999"/>
                  </a:lnTo>
                  <a:lnTo>
                    <a:pt x="7406717" y="74006"/>
                  </a:lnTo>
                  <a:lnTo>
                    <a:pt x="7320162" y="92008"/>
                  </a:lnTo>
                  <a:lnTo>
                    <a:pt x="7239305" y="112096"/>
                  </a:lnTo>
                  <a:lnTo>
                    <a:pt x="7164563" y="134444"/>
                  </a:lnTo>
                  <a:lnTo>
                    <a:pt x="7095792" y="159311"/>
                  </a:lnTo>
                  <a:lnTo>
                    <a:pt x="7032473" y="187036"/>
                  </a:lnTo>
                  <a:lnTo>
                    <a:pt x="6973862" y="218025"/>
                  </a:lnTo>
                  <a:lnTo>
                    <a:pt x="6919101" y="252721"/>
                  </a:lnTo>
                  <a:lnTo>
                    <a:pt x="6867305" y="291566"/>
                  </a:lnTo>
                  <a:lnTo>
                    <a:pt x="6817630" y="334915"/>
                  </a:lnTo>
                  <a:lnTo>
                    <a:pt x="6786527" y="365183"/>
                  </a:lnTo>
                  <a:lnTo>
                    <a:pt x="6745646" y="408543"/>
                  </a:lnTo>
                  <a:lnTo>
                    <a:pt x="6705157" y="455378"/>
                  </a:lnTo>
                  <a:lnTo>
                    <a:pt x="6664777" y="505759"/>
                  </a:lnTo>
                  <a:lnTo>
                    <a:pt x="6624289" y="559683"/>
                  </a:lnTo>
                  <a:lnTo>
                    <a:pt x="6583539" y="617075"/>
                  </a:lnTo>
                  <a:lnTo>
                    <a:pt x="6542424" y="677772"/>
                  </a:lnTo>
                  <a:lnTo>
                    <a:pt x="6500892" y="741526"/>
                  </a:lnTo>
                  <a:lnTo>
                    <a:pt x="6458936" y="808002"/>
                  </a:lnTo>
                  <a:lnTo>
                    <a:pt x="6416588" y="876780"/>
                  </a:lnTo>
                  <a:lnTo>
                    <a:pt x="6373913" y="947366"/>
                  </a:lnTo>
                  <a:lnTo>
                    <a:pt x="6331001" y="1019206"/>
                  </a:lnTo>
                  <a:lnTo>
                    <a:pt x="6287964" y="1091701"/>
                  </a:lnTo>
                  <a:lnTo>
                    <a:pt x="6244920" y="1164229"/>
                  </a:lnTo>
                  <a:lnTo>
                    <a:pt x="6201990" y="1236167"/>
                  </a:lnTo>
                  <a:lnTo>
                    <a:pt x="6159285" y="1306913"/>
                  </a:lnTo>
                  <a:lnTo>
                    <a:pt x="6116899" y="1375907"/>
                  </a:lnTo>
                  <a:lnTo>
                    <a:pt x="6074899" y="1442648"/>
                  </a:lnTo>
                  <a:lnTo>
                    <a:pt x="6033322" y="1506709"/>
                  </a:lnTo>
                  <a:lnTo>
                    <a:pt x="5992164" y="1567744"/>
                  </a:lnTo>
                  <a:lnTo>
                    <a:pt x="5951379" y="1625495"/>
                  </a:lnTo>
                  <a:lnTo>
                    <a:pt x="5910870" y="1679792"/>
                  </a:lnTo>
                  <a:lnTo>
                    <a:pt x="5870487" y="1730549"/>
                  </a:lnTo>
                  <a:lnTo>
                    <a:pt x="5830022" y="1777759"/>
                  </a:lnTo>
                  <a:lnTo>
                    <a:pt x="5789198" y="1821482"/>
                  </a:lnTo>
                  <a:lnTo>
                    <a:pt x="5784835" y="1825918"/>
                  </a:lnTo>
                  <a:lnTo>
                    <a:pt x="5736129" y="1872251"/>
                  </a:lnTo>
                  <a:lnTo>
                    <a:pt x="5685785" y="1913956"/>
                  </a:lnTo>
                  <a:lnTo>
                    <a:pt x="5633027" y="1951267"/>
                  </a:lnTo>
                  <a:lnTo>
                    <a:pt x="5576989" y="1984582"/>
                  </a:lnTo>
                  <a:lnTo>
                    <a:pt x="5516786" y="2014351"/>
                  </a:lnTo>
                  <a:lnTo>
                    <a:pt x="5451590" y="2041009"/>
                  </a:lnTo>
                  <a:lnTo>
                    <a:pt x="5380723" y="2064939"/>
                  </a:lnTo>
                  <a:lnTo>
                    <a:pt x="5303782" y="2086452"/>
                  </a:lnTo>
                  <a:lnTo>
                    <a:pt x="5220800" y="2105777"/>
                  </a:lnTo>
                  <a:lnTo>
                    <a:pt x="5132445" y="2123058"/>
                  </a:lnTo>
                  <a:lnTo>
                    <a:pt x="5040211" y="2138357"/>
                  </a:lnTo>
                  <a:lnTo>
                    <a:pt x="4946563" y="2151672"/>
                  </a:lnTo>
                  <a:lnTo>
                    <a:pt x="4854913" y="2162957"/>
                  </a:lnTo>
                  <a:lnTo>
                    <a:pt x="4769363" y="2172173"/>
                  </a:lnTo>
                  <a:lnTo>
                    <a:pt x="4694142" y="2179324"/>
                  </a:lnTo>
                  <a:lnTo>
                    <a:pt x="4632835" y="2184506"/>
                  </a:lnTo>
                  <a:lnTo>
                    <a:pt x="4587587" y="2187928"/>
                  </a:lnTo>
                  <a:lnTo>
                    <a:pt x="4558535" y="2189904"/>
                  </a:lnTo>
                  <a:lnTo>
                    <a:pt x="4543638" y="2190819"/>
                  </a:lnTo>
                  <a:lnTo>
                    <a:pt x="4538865" y="2191085"/>
                  </a:lnTo>
                  <a:lnTo>
                    <a:pt x="4538543" y="2191102"/>
                  </a:lnTo>
                  <a:lnTo>
                    <a:pt x="4016409" y="2191102"/>
                  </a:lnTo>
                  <a:lnTo>
                    <a:pt x="4015151" y="2191076"/>
                  </a:lnTo>
                  <a:lnTo>
                    <a:pt x="4006925" y="2190894"/>
                  </a:lnTo>
                  <a:lnTo>
                    <a:pt x="3986352" y="2190388"/>
                  </a:lnTo>
                  <a:lnTo>
                    <a:pt x="3949993" y="2189396"/>
                  </a:lnTo>
                  <a:lnTo>
                    <a:pt x="3896655" y="2187770"/>
                  </a:lnTo>
                  <a:lnTo>
                    <a:pt x="3827454" y="2185402"/>
                  </a:lnTo>
                  <a:lnTo>
                    <a:pt x="3745431" y="2182229"/>
                  </a:lnTo>
                  <a:lnTo>
                    <a:pt x="3654793" y="2178229"/>
                  </a:lnTo>
                  <a:lnTo>
                    <a:pt x="3560016" y="2173414"/>
                  </a:lnTo>
                  <a:lnTo>
                    <a:pt x="3465106" y="2167802"/>
                  </a:lnTo>
                  <a:lnTo>
                    <a:pt x="3373148" y="2161404"/>
                  </a:lnTo>
                  <a:lnTo>
                    <a:pt x="3286176" y="2154208"/>
                  </a:lnTo>
                  <a:lnTo>
                    <a:pt x="3205252" y="2146171"/>
                  </a:lnTo>
                  <a:lnTo>
                    <a:pt x="3130668" y="2137214"/>
                  </a:lnTo>
                  <a:lnTo>
                    <a:pt x="3062164" y="2127225"/>
                  </a:lnTo>
                  <a:lnTo>
                    <a:pt x="2999118" y="2116059"/>
                  </a:lnTo>
                  <a:lnTo>
                    <a:pt x="2940704" y="2103546"/>
                  </a:lnTo>
                  <a:lnTo>
                    <a:pt x="2886003" y="2089506"/>
                  </a:lnTo>
                  <a:lnTo>
                    <a:pt x="2834086" y="2073765"/>
                  </a:lnTo>
                  <a:lnTo>
                    <a:pt x="2784098" y="2056202"/>
                  </a:lnTo>
                  <a:lnTo>
                    <a:pt x="2770117" y="2050864"/>
                  </a:lnTo>
                  <a:lnTo>
                    <a:pt x="2719411" y="2029983"/>
                  </a:lnTo>
                  <a:lnTo>
                    <a:pt x="2669198" y="2007031"/>
                  </a:lnTo>
                  <a:lnTo>
                    <a:pt x="2618984" y="1981975"/>
                  </a:lnTo>
                  <a:lnTo>
                    <a:pt x="2568425" y="1954850"/>
                  </a:lnTo>
                  <a:lnTo>
                    <a:pt x="2517311" y="1925766"/>
                  </a:lnTo>
                  <a:lnTo>
                    <a:pt x="2465549" y="1894910"/>
                  </a:lnTo>
                  <a:lnTo>
                    <a:pt x="2413151" y="1862550"/>
                  </a:lnTo>
                  <a:lnTo>
                    <a:pt x="2360214" y="1829027"/>
                  </a:lnTo>
                  <a:lnTo>
                    <a:pt x="2306905" y="1794742"/>
                  </a:lnTo>
                  <a:lnTo>
                    <a:pt x="2253435" y="1760133"/>
                  </a:lnTo>
                  <a:lnTo>
                    <a:pt x="2200033" y="1725661"/>
                  </a:lnTo>
                  <a:lnTo>
                    <a:pt x="2146921" y="1691776"/>
                  </a:lnTo>
                  <a:lnTo>
                    <a:pt x="2094287" y="1658897"/>
                  </a:lnTo>
                  <a:lnTo>
                    <a:pt x="2042259" y="1627392"/>
                  </a:lnTo>
                  <a:lnTo>
                    <a:pt x="1990886" y="1597557"/>
                  </a:lnTo>
                  <a:lnTo>
                    <a:pt x="1940119" y="1569616"/>
                  </a:lnTo>
                  <a:lnTo>
                    <a:pt x="1889798" y="1543708"/>
                  </a:lnTo>
                  <a:lnTo>
                    <a:pt x="1839635" y="1519899"/>
                  </a:lnTo>
                  <a:lnTo>
                    <a:pt x="1789201" y="1498181"/>
                  </a:lnTo>
                  <a:lnTo>
                    <a:pt x="1768425" y="1489911"/>
                  </a:lnTo>
                  <a:lnTo>
                    <a:pt x="1718850" y="1471822"/>
                  </a:lnTo>
                  <a:lnTo>
                    <a:pt x="1667564" y="1455571"/>
                  </a:lnTo>
                  <a:lnTo>
                    <a:pt x="1613748" y="1441063"/>
                  </a:lnTo>
                  <a:lnTo>
                    <a:pt x="1556487" y="1428134"/>
                  </a:lnTo>
                  <a:lnTo>
                    <a:pt x="1494850" y="1416603"/>
                  </a:lnTo>
                  <a:lnTo>
                    <a:pt x="1427974" y="1406294"/>
                  </a:lnTo>
                  <a:lnTo>
                    <a:pt x="1355167" y="1397057"/>
                  </a:lnTo>
                  <a:lnTo>
                    <a:pt x="1276046" y="1388767"/>
                  </a:lnTo>
                  <a:lnTo>
                    <a:pt x="1190725" y="1381337"/>
                  </a:lnTo>
                  <a:lnTo>
                    <a:pt x="1100025" y="1374715"/>
                  </a:lnTo>
                  <a:lnTo>
                    <a:pt x="1005687" y="1368879"/>
                  </a:lnTo>
                  <a:lnTo>
                    <a:pt x="910499" y="1363835"/>
                  </a:lnTo>
                  <a:lnTo>
                    <a:pt x="818235" y="1359601"/>
                  </a:lnTo>
                  <a:lnTo>
                    <a:pt x="733303" y="1356193"/>
                  </a:lnTo>
                  <a:lnTo>
                    <a:pt x="660076" y="1353600"/>
                  </a:lnTo>
                  <a:lnTo>
                    <a:pt x="602013" y="1351772"/>
                  </a:lnTo>
                  <a:lnTo>
                    <a:pt x="560838" y="1350613"/>
                  </a:lnTo>
                  <a:lnTo>
                    <a:pt x="536028" y="1349985"/>
                  </a:lnTo>
                  <a:lnTo>
                    <a:pt x="524756" y="1349728"/>
                  </a:lnTo>
                  <a:lnTo>
                    <a:pt x="522163" y="1349674"/>
                  </a:lnTo>
                  <a:lnTo>
                    <a:pt x="522133" y="1349673"/>
                  </a:lnTo>
                  <a:lnTo>
                    <a:pt x="0" y="1349673"/>
                  </a:lnTo>
                  <a:lnTo>
                    <a:pt x="0" y="1349673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646" name="pg1646"/>
            <p:cNvSpPr/>
            <p:nvPr/>
          </p:nvSpPr>
          <p:spPr>
            <a:xfrm>
              <a:off x="386606" y="3794538"/>
              <a:ext cx="8554953" cy="1440028"/>
            </a:xfrm>
            <a:custGeom>
              <a:avLst/>
              <a:pathLst>
                <a:path w="8554953" h="1440028">
                  <a:moveTo>
                    <a:pt x="0" y="1440028"/>
                  </a:moveTo>
                  <a:lnTo>
                    <a:pt x="522133" y="1440028"/>
                  </a:lnTo>
                  <a:lnTo>
                    <a:pt x="523370" y="1439985"/>
                  </a:lnTo>
                  <a:lnTo>
                    <a:pt x="531458" y="1439679"/>
                  </a:lnTo>
                  <a:lnTo>
                    <a:pt x="551698" y="1438833"/>
                  </a:lnTo>
                  <a:lnTo>
                    <a:pt x="587501" y="1437171"/>
                  </a:lnTo>
                  <a:lnTo>
                    <a:pt x="640085" y="1434447"/>
                  </a:lnTo>
                  <a:lnTo>
                    <a:pt x="708411" y="1430477"/>
                  </a:lnTo>
                  <a:lnTo>
                    <a:pt x="789539" y="1425152"/>
                  </a:lnTo>
                  <a:lnTo>
                    <a:pt x="879366" y="1418436"/>
                  </a:lnTo>
                  <a:lnTo>
                    <a:pt x="973484" y="1410344"/>
                  </a:lnTo>
                  <a:lnTo>
                    <a:pt x="1067921" y="1400908"/>
                  </a:lnTo>
                  <a:lnTo>
                    <a:pt x="1159590" y="1390147"/>
                  </a:lnTo>
                  <a:lnTo>
                    <a:pt x="1246430" y="1378045"/>
                  </a:lnTo>
                  <a:lnTo>
                    <a:pt x="1327338" y="1364533"/>
                  </a:lnTo>
                  <a:lnTo>
                    <a:pt x="1401979" y="1349484"/>
                  </a:lnTo>
                  <a:lnTo>
                    <a:pt x="1470576" y="1332713"/>
                  </a:lnTo>
                  <a:lnTo>
                    <a:pt x="1533713" y="1313983"/>
                  </a:lnTo>
                  <a:lnTo>
                    <a:pt x="1592190" y="1293013"/>
                  </a:lnTo>
                  <a:lnTo>
                    <a:pt x="1646906" y="1269499"/>
                  </a:lnTo>
                  <a:lnTo>
                    <a:pt x="1698775" y="1243149"/>
                  </a:lnTo>
                  <a:lnTo>
                    <a:pt x="1748650" y="1213744"/>
                  </a:lnTo>
                  <a:lnTo>
                    <a:pt x="1768425" y="1200965"/>
                  </a:lnTo>
                  <a:lnTo>
                    <a:pt x="1814622" y="1168696"/>
                  </a:lnTo>
                  <a:lnTo>
                    <a:pt x="1860368" y="1133509"/>
                  </a:lnTo>
                  <a:lnTo>
                    <a:pt x="1906054" y="1095348"/>
                  </a:lnTo>
                  <a:lnTo>
                    <a:pt x="1951963" y="1054240"/>
                  </a:lnTo>
                  <a:lnTo>
                    <a:pt x="1998282" y="1010292"/>
                  </a:lnTo>
                  <a:lnTo>
                    <a:pt x="2045116" y="963706"/>
                  </a:lnTo>
                  <a:lnTo>
                    <a:pt x="2092494" y="914776"/>
                  </a:lnTo>
                  <a:lnTo>
                    <a:pt x="2140378" y="863889"/>
                  </a:lnTo>
                  <a:lnTo>
                    <a:pt x="2188675" y="811510"/>
                  </a:lnTo>
                  <a:lnTo>
                    <a:pt x="2237250" y="758169"/>
                  </a:lnTo>
                  <a:lnTo>
                    <a:pt x="2285939" y="704439"/>
                  </a:lnTo>
                  <a:lnTo>
                    <a:pt x="2334568" y="650913"/>
                  </a:lnTo>
                  <a:lnTo>
                    <a:pt x="2382969" y="598170"/>
                  </a:lnTo>
                  <a:lnTo>
                    <a:pt x="2430995" y="546759"/>
                  </a:lnTo>
                  <a:lnTo>
                    <a:pt x="2478540" y="497166"/>
                  </a:lnTo>
                  <a:lnTo>
                    <a:pt x="2525546" y="449805"/>
                  </a:lnTo>
                  <a:lnTo>
                    <a:pt x="2572020" y="404998"/>
                  </a:lnTo>
                  <a:lnTo>
                    <a:pt x="2618042" y="362978"/>
                  </a:lnTo>
                  <a:lnTo>
                    <a:pt x="2663772" y="323881"/>
                  </a:lnTo>
                  <a:lnTo>
                    <a:pt x="2709463" y="287758"/>
                  </a:lnTo>
                  <a:lnTo>
                    <a:pt x="2755468" y="254579"/>
                  </a:lnTo>
                  <a:lnTo>
                    <a:pt x="2770117" y="244710"/>
                  </a:lnTo>
                  <a:lnTo>
                    <a:pt x="2819397" y="214044"/>
                  </a:lnTo>
                  <a:lnTo>
                    <a:pt x="2870363" y="186478"/>
                  </a:lnTo>
                  <a:lnTo>
                    <a:pt x="2923819" y="161849"/>
                  </a:lnTo>
                  <a:lnTo>
                    <a:pt x="2980664" y="139887"/>
                  </a:lnTo>
                  <a:lnTo>
                    <a:pt x="3041812" y="120287"/>
                  </a:lnTo>
                  <a:lnTo>
                    <a:pt x="3108115" y="102755"/>
                  </a:lnTo>
                  <a:lnTo>
                    <a:pt x="3180260" y="87035"/>
                  </a:lnTo>
                  <a:lnTo>
                    <a:pt x="3258638" y="72919"/>
                  </a:lnTo>
                  <a:lnTo>
                    <a:pt x="3343163" y="60258"/>
                  </a:lnTo>
                  <a:lnTo>
                    <a:pt x="3433070" y="48960"/>
                  </a:lnTo>
                  <a:lnTo>
                    <a:pt x="3526702" y="38988"/>
                  </a:lnTo>
                  <a:lnTo>
                    <a:pt x="3621384" y="30348"/>
                  </a:lnTo>
                  <a:lnTo>
                    <a:pt x="3713466" y="23072"/>
                  </a:lnTo>
                  <a:lnTo>
                    <a:pt x="3798644" y="17185"/>
                  </a:lnTo>
                  <a:lnTo>
                    <a:pt x="3872587" y="12676"/>
                  </a:lnTo>
                  <a:lnTo>
                    <a:pt x="3931783" y="9466"/>
                  </a:lnTo>
                  <a:lnTo>
                    <a:pt x="3974357" y="7401"/>
                  </a:lnTo>
                  <a:lnTo>
                    <a:pt x="4000599" y="6257"/>
                  </a:lnTo>
                  <a:lnTo>
                    <a:pt x="4013064" y="5766"/>
                  </a:lnTo>
                  <a:lnTo>
                    <a:pt x="4016409" y="5647"/>
                  </a:lnTo>
                  <a:lnTo>
                    <a:pt x="4538543" y="5647"/>
                  </a:lnTo>
                  <a:lnTo>
                    <a:pt x="4539784" y="5687"/>
                  </a:lnTo>
                  <a:lnTo>
                    <a:pt x="4547899" y="5973"/>
                  </a:lnTo>
                  <a:lnTo>
                    <a:pt x="4568204" y="6766"/>
                  </a:lnTo>
                  <a:lnTo>
                    <a:pt x="4604115" y="8322"/>
                  </a:lnTo>
                  <a:lnTo>
                    <a:pt x="4656845" y="10872"/>
                  </a:lnTo>
                  <a:lnTo>
                    <a:pt x="4725341" y="14589"/>
                  </a:lnTo>
                  <a:lnTo>
                    <a:pt x="4806644" y="19573"/>
                  </a:lnTo>
                  <a:lnTo>
                    <a:pt x="4896630" y="25857"/>
                  </a:lnTo>
                  <a:lnTo>
                    <a:pt x="4990877" y="33429"/>
                  </a:lnTo>
                  <a:lnTo>
                    <a:pt x="5085407" y="42257"/>
                  </a:lnTo>
                  <a:lnTo>
                    <a:pt x="5177133" y="52324"/>
                  </a:lnTo>
                  <a:lnTo>
                    <a:pt x="5263999" y="63646"/>
                  </a:lnTo>
                  <a:lnTo>
                    <a:pt x="5344911" y="76288"/>
                  </a:lnTo>
                  <a:lnTo>
                    <a:pt x="5419542" y="90370"/>
                  </a:lnTo>
                  <a:lnTo>
                    <a:pt x="5488120" y="106065"/>
                  </a:lnTo>
                  <a:lnTo>
                    <a:pt x="5551240" y="123596"/>
                  </a:lnTo>
                  <a:lnTo>
                    <a:pt x="5609704" y="143228"/>
                  </a:lnTo>
                  <a:lnTo>
                    <a:pt x="5664417" y="165244"/>
                  </a:lnTo>
                  <a:lnTo>
                    <a:pt x="5716294" y="189918"/>
                  </a:lnTo>
                  <a:lnTo>
                    <a:pt x="5766191" y="217452"/>
                  </a:lnTo>
                  <a:lnTo>
                    <a:pt x="5784835" y="228710"/>
                  </a:lnTo>
                  <a:lnTo>
                    <a:pt x="5831768" y="259323"/>
                  </a:lnTo>
                  <a:lnTo>
                    <a:pt x="5878244" y="292751"/>
                  </a:lnTo>
                  <a:lnTo>
                    <a:pt x="5924667" y="329041"/>
                  </a:lnTo>
                  <a:lnTo>
                    <a:pt x="5971332" y="368168"/>
                  </a:lnTo>
                  <a:lnTo>
                    <a:pt x="6018429" y="410021"/>
                  </a:lnTo>
                  <a:lnTo>
                    <a:pt x="6066064" y="454395"/>
                  </a:lnTo>
                  <a:lnTo>
                    <a:pt x="6114259" y="500993"/>
                  </a:lnTo>
                  <a:lnTo>
                    <a:pt x="6162967" y="549431"/>
                  </a:lnTo>
                  <a:lnTo>
                    <a:pt x="6212086" y="599243"/>
                  </a:lnTo>
                  <a:lnTo>
                    <a:pt x="6261469" y="649904"/>
                  </a:lnTo>
                  <a:lnTo>
                    <a:pt x="6310941" y="700848"/>
                  </a:lnTo>
                  <a:lnTo>
                    <a:pt x="6360320" y="751496"/>
                  </a:lnTo>
                  <a:lnTo>
                    <a:pt x="6409432" y="801284"/>
                  </a:lnTo>
                  <a:lnTo>
                    <a:pt x="6458131" y="849688"/>
                  </a:lnTo>
                  <a:lnTo>
                    <a:pt x="6506314" y="896243"/>
                  </a:lnTo>
                  <a:lnTo>
                    <a:pt x="6553936" y="940566"/>
                  </a:lnTo>
                  <a:lnTo>
                    <a:pt x="6601024" y="982363"/>
                  </a:lnTo>
                  <a:lnTo>
                    <a:pt x="6647681" y="1021431"/>
                  </a:lnTo>
                  <a:lnTo>
                    <a:pt x="6694102" y="1057660"/>
                  </a:lnTo>
                  <a:lnTo>
                    <a:pt x="6740582" y="1091027"/>
                  </a:lnTo>
                  <a:lnTo>
                    <a:pt x="6786527" y="1120963"/>
                  </a:lnTo>
                  <a:lnTo>
                    <a:pt x="6835865" y="1149608"/>
                  </a:lnTo>
                  <a:lnTo>
                    <a:pt x="6886893" y="1175354"/>
                  </a:lnTo>
                  <a:lnTo>
                    <a:pt x="6940419" y="1198353"/>
                  </a:lnTo>
                  <a:lnTo>
                    <a:pt x="6997345" y="1218859"/>
                  </a:lnTo>
                  <a:lnTo>
                    <a:pt x="7058588" y="1237158"/>
                  </a:lnTo>
                  <a:lnTo>
                    <a:pt x="7125003" y="1253524"/>
                  </a:lnTo>
                  <a:lnTo>
                    <a:pt x="7197277" y="1268197"/>
                  </a:lnTo>
                  <a:lnTo>
                    <a:pt x="7275799" y="1281371"/>
                  </a:lnTo>
                  <a:lnTo>
                    <a:pt x="7360479" y="1293185"/>
                  </a:lnTo>
                  <a:lnTo>
                    <a:pt x="7450540" y="1303726"/>
                  </a:lnTo>
                  <a:lnTo>
                    <a:pt x="7544311" y="1313027"/>
                  </a:lnTo>
                  <a:lnTo>
                    <a:pt x="7639093" y="1321081"/>
                  </a:lnTo>
                  <a:lnTo>
                    <a:pt x="7731213" y="1327859"/>
                  </a:lnTo>
                  <a:lnTo>
                    <a:pt x="7816345" y="1333338"/>
                  </a:lnTo>
                  <a:lnTo>
                    <a:pt x="7890152" y="1337529"/>
                  </a:lnTo>
                  <a:lnTo>
                    <a:pt x="7949130" y="1340507"/>
                  </a:lnTo>
                  <a:lnTo>
                    <a:pt x="7991432" y="1342418"/>
                  </a:lnTo>
                  <a:lnTo>
                    <a:pt x="8017394" y="1343472"/>
                  </a:lnTo>
                  <a:lnTo>
                    <a:pt x="8029623" y="1343920"/>
                  </a:lnTo>
                  <a:lnTo>
                    <a:pt x="8032819" y="1344026"/>
                  </a:lnTo>
                  <a:lnTo>
                    <a:pt x="8554953" y="1344026"/>
                  </a:lnTo>
                  <a:lnTo>
                    <a:pt x="8554953" y="1338379"/>
                  </a:lnTo>
                  <a:lnTo>
                    <a:pt x="8032819" y="1338379"/>
                  </a:lnTo>
                  <a:lnTo>
                    <a:pt x="8031578" y="1338339"/>
                  </a:lnTo>
                  <a:lnTo>
                    <a:pt x="8023463" y="1338052"/>
                  </a:lnTo>
                  <a:lnTo>
                    <a:pt x="8003158" y="1337260"/>
                  </a:lnTo>
                  <a:lnTo>
                    <a:pt x="7967247" y="1335703"/>
                  </a:lnTo>
                  <a:lnTo>
                    <a:pt x="7914517" y="1333154"/>
                  </a:lnTo>
                  <a:lnTo>
                    <a:pt x="7846021" y="1329437"/>
                  </a:lnTo>
                  <a:lnTo>
                    <a:pt x="7764718" y="1324453"/>
                  </a:lnTo>
                  <a:lnTo>
                    <a:pt x="7674732" y="1318168"/>
                  </a:lnTo>
                  <a:lnTo>
                    <a:pt x="7580485" y="1310597"/>
                  </a:lnTo>
                  <a:lnTo>
                    <a:pt x="7485955" y="1301768"/>
                  </a:lnTo>
                  <a:lnTo>
                    <a:pt x="7394229" y="1291702"/>
                  </a:lnTo>
                  <a:lnTo>
                    <a:pt x="7307363" y="1280380"/>
                  </a:lnTo>
                  <a:lnTo>
                    <a:pt x="7226451" y="1267737"/>
                  </a:lnTo>
                  <a:lnTo>
                    <a:pt x="7151820" y="1253656"/>
                  </a:lnTo>
                  <a:lnTo>
                    <a:pt x="7083242" y="1237961"/>
                  </a:lnTo>
                  <a:lnTo>
                    <a:pt x="7020122" y="1220429"/>
                  </a:lnTo>
                  <a:lnTo>
                    <a:pt x="6961658" y="1200798"/>
                  </a:lnTo>
                  <a:lnTo>
                    <a:pt x="6906945" y="1178781"/>
                  </a:lnTo>
                  <a:lnTo>
                    <a:pt x="6855067" y="1154107"/>
                  </a:lnTo>
                  <a:lnTo>
                    <a:pt x="6805171" y="1126574"/>
                  </a:lnTo>
                  <a:lnTo>
                    <a:pt x="6786527" y="1115316"/>
                  </a:lnTo>
                  <a:lnTo>
                    <a:pt x="6739593" y="1084702"/>
                  </a:lnTo>
                  <a:lnTo>
                    <a:pt x="6693118" y="1051275"/>
                  </a:lnTo>
                  <a:lnTo>
                    <a:pt x="6646695" y="1014985"/>
                  </a:lnTo>
                  <a:lnTo>
                    <a:pt x="6600030" y="975857"/>
                  </a:lnTo>
                  <a:lnTo>
                    <a:pt x="6552933" y="934005"/>
                  </a:lnTo>
                  <a:lnTo>
                    <a:pt x="6505298" y="889631"/>
                  </a:lnTo>
                  <a:lnTo>
                    <a:pt x="6457103" y="843032"/>
                  </a:lnTo>
                  <a:lnTo>
                    <a:pt x="6408395" y="794595"/>
                  </a:lnTo>
                  <a:lnTo>
                    <a:pt x="6359275" y="744782"/>
                  </a:lnTo>
                  <a:lnTo>
                    <a:pt x="6309893" y="694122"/>
                  </a:lnTo>
                  <a:lnTo>
                    <a:pt x="6260421" y="643178"/>
                  </a:lnTo>
                  <a:lnTo>
                    <a:pt x="6211042" y="592530"/>
                  </a:lnTo>
                  <a:lnTo>
                    <a:pt x="6161930" y="542741"/>
                  </a:lnTo>
                  <a:lnTo>
                    <a:pt x="6113231" y="494338"/>
                  </a:lnTo>
                  <a:lnTo>
                    <a:pt x="6065048" y="447783"/>
                  </a:lnTo>
                  <a:lnTo>
                    <a:pt x="6017426" y="403459"/>
                  </a:lnTo>
                  <a:lnTo>
                    <a:pt x="5970338" y="361663"/>
                  </a:lnTo>
                  <a:lnTo>
                    <a:pt x="5923681" y="322595"/>
                  </a:lnTo>
                  <a:lnTo>
                    <a:pt x="5877260" y="286365"/>
                  </a:lnTo>
                  <a:lnTo>
                    <a:pt x="5830780" y="252998"/>
                  </a:lnTo>
                  <a:lnTo>
                    <a:pt x="5784835" y="223063"/>
                  </a:lnTo>
                  <a:lnTo>
                    <a:pt x="5735497" y="194418"/>
                  </a:lnTo>
                  <a:lnTo>
                    <a:pt x="5684469" y="168672"/>
                  </a:lnTo>
                  <a:lnTo>
                    <a:pt x="5630943" y="145673"/>
                  </a:lnTo>
                  <a:lnTo>
                    <a:pt x="5574017" y="125166"/>
                  </a:lnTo>
                  <a:lnTo>
                    <a:pt x="5512774" y="106867"/>
                  </a:lnTo>
                  <a:lnTo>
                    <a:pt x="5446359" y="90502"/>
                  </a:lnTo>
                  <a:lnTo>
                    <a:pt x="5374085" y="75829"/>
                  </a:lnTo>
                  <a:lnTo>
                    <a:pt x="5295563" y="62655"/>
                  </a:lnTo>
                  <a:lnTo>
                    <a:pt x="5210883" y="50841"/>
                  </a:lnTo>
                  <a:lnTo>
                    <a:pt x="5120822" y="40300"/>
                  </a:lnTo>
                  <a:lnTo>
                    <a:pt x="5027051" y="30999"/>
                  </a:lnTo>
                  <a:lnTo>
                    <a:pt x="4932269" y="22945"/>
                  </a:lnTo>
                  <a:lnTo>
                    <a:pt x="4840149" y="16167"/>
                  </a:lnTo>
                  <a:lnTo>
                    <a:pt x="4755017" y="10688"/>
                  </a:lnTo>
                  <a:lnTo>
                    <a:pt x="4681210" y="6496"/>
                  </a:lnTo>
                  <a:lnTo>
                    <a:pt x="4622232" y="3519"/>
                  </a:lnTo>
                  <a:lnTo>
                    <a:pt x="4579930" y="1608"/>
                  </a:lnTo>
                  <a:lnTo>
                    <a:pt x="4553967" y="554"/>
                  </a:lnTo>
                  <a:lnTo>
                    <a:pt x="4541739" y="106"/>
                  </a:lnTo>
                  <a:lnTo>
                    <a:pt x="4538543" y="0"/>
                  </a:lnTo>
                  <a:lnTo>
                    <a:pt x="4016409" y="0"/>
                  </a:lnTo>
                  <a:lnTo>
                    <a:pt x="4015173" y="42"/>
                  </a:lnTo>
                  <a:lnTo>
                    <a:pt x="4007084" y="348"/>
                  </a:lnTo>
                  <a:lnTo>
                    <a:pt x="3986844" y="1195"/>
                  </a:lnTo>
                  <a:lnTo>
                    <a:pt x="3951041" y="2857"/>
                  </a:lnTo>
                  <a:lnTo>
                    <a:pt x="3898457" y="5581"/>
                  </a:lnTo>
                  <a:lnTo>
                    <a:pt x="3830132" y="9551"/>
                  </a:lnTo>
                  <a:lnTo>
                    <a:pt x="3749003" y="14876"/>
                  </a:lnTo>
                  <a:lnTo>
                    <a:pt x="3659176" y="21592"/>
                  </a:lnTo>
                  <a:lnTo>
                    <a:pt x="3565058" y="29684"/>
                  </a:lnTo>
                  <a:lnTo>
                    <a:pt x="3470621" y="39120"/>
                  </a:lnTo>
                  <a:lnTo>
                    <a:pt x="3378952" y="49880"/>
                  </a:lnTo>
                  <a:lnTo>
                    <a:pt x="3292112" y="61982"/>
                  </a:lnTo>
                  <a:lnTo>
                    <a:pt x="3211204" y="75495"/>
                  </a:lnTo>
                  <a:lnTo>
                    <a:pt x="3136563" y="90544"/>
                  </a:lnTo>
                  <a:lnTo>
                    <a:pt x="3067966" y="107315"/>
                  </a:lnTo>
                  <a:lnTo>
                    <a:pt x="3004829" y="126045"/>
                  </a:lnTo>
                  <a:lnTo>
                    <a:pt x="2946352" y="147015"/>
                  </a:lnTo>
                  <a:lnTo>
                    <a:pt x="2891636" y="170529"/>
                  </a:lnTo>
                  <a:lnTo>
                    <a:pt x="2839767" y="196879"/>
                  </a:lnTo>
                  <a:lnTo>
                    <a:pt x="2789892" y="226283"/>
                  </a:lnTo>
                  <a:lnTo>
                    <a:pt x="2770117" y="239063"/>
                  </a:lnTo>
                  <a:lnTo>
                    <a:pt x="2723920" y="271331"/>
                  </a:lnTo>
                  <a:lnTo>
                    <a:pt x="2678174" y="306519"/>
                  </a:lnTo>
                  <a:lnTo>
                    <a:pt x="2632488" y="344679"/>
                  </a:lnTo>
                  <a:lnTo>
                    <a:pt x="2586580" y="385788"/>
                  </a:lnTo>
                  <a:lnTo>
                    <a:pt x="2540260" y="429736"/>
                  </a:lnTo>
                  <a:lnTo>
                    <a:pt x="2493426" y="476322"/>
                  </a:lnTo>
                  <a:lnTo>
                    <a:pt x="2446048" y="525251"/>
                  </a:lnTo>
                  <a:lnTo>
                    <a:pt x="2398164" y="576139"/>
                  </a:lnTo>
                  <a:lnTo>
                    <a:pt x="2349867" y="628518"/>
                  </a:lnTo>
                  <a:lnTo>
                    <a:pt x="2301292" y="681859"/>
                  </a:lnTo>
                  <a:lnTo>
                    <a:pt x="2252603" y="735588"/>
                  </a:lnTo>
                  <a:lnTo>
                    <a:pt x="2203974" y="789115"/>
                  </a:lnTo>
                  <a:lnTo>
                    <a:pt x="2155573" y="841857"/>
                  </a:lnTo>
                  <a:lnTo>
                    <a:pt x="2107547" y="893269"/>
                  </a:lnTo>
                  <a:lnTo>
                    <a:pt x="2060002" y="942861"/>
                  </a:lnTo>
                  <a:lnTo>
                    <a:pt x="2012996" y="990223"/>
                  </a:lnTo>
                  <a:lnTo>
                    <a:pt x="1966522" y="1035029"/>
                  </a:lnTo>
                  <a:lnTo>
                    <a:pt x="1920500" y="1077050"/>
                  </a:lnTo>
                  <a:lnTo>
                    <a:pt x="1874770" y="1116146"/>
                  </a:lnTo>
                  <a:lnTo>
                    <a:pt x="1829079" y="1152269"/>
                  </a:lnTo>
                  <a:lnTo>
                    <a:pt x="1783074" y="1185449"/>
                  </a:lnTo>
                  <a:lnTo>
                    <a:pt x="1768425" y="1195317"/>
                  </a:lnTo>
                  <a:lnTo>
                    <a:pt x="1719145" y="1225983"/>
                  </a:lnTo>
                  <a:lnTo>
                    <a:pt x="1668179" y="1253550"/>
                  </a:lnTo>
                  <a:lnTo>
                    <a:pt x="1614723" y="1278178"/>
                  </a:lnTo>
                  <a:lnTo>
                    <a:pt x="1557878" y="1300141"/>
                  </a:lnTo>
                  <a:lnTo>
                    <a:pt x="1496730" y="1319741"/>
                  </a:lnTo>
                  <a:lnTo>
                    <a:pt x="1430427" y="1337273"/>
                  </a:lnTo>
                  <a:lnTo>
                    <a:pt x="1358282" y="1352993"/>
                  </a:lnTo>
                  <a:lnTo>
                    <a:pt x="1279904" y="1367108"/>
                  </a:lnTo>
                  <a:lnTo>
                    <a:pt x="1195379" y="1379769"/>
                  </a:lnTo>
                  <a:lnTo>
                    <a:pt x="1105472" y="1391067"/>
                  </a:lnTo>
                  <a:lnTo>
                    <a:pt x="1011841" y="1401040"/>
                  </a:lnTo>
                  <a:lnTo>
                    <a:pt x="917158" y="1409680"/>
                  </a:lnTo>
                  <a:lnTo>
                    <a:pt x="825076" y="1416956"/>
                  </a:lnTo>
                  <a:lnTo>
                    <a:pt x="739899" y="1422842"/>
                  </a:lnTo>
                  <a:lnTo>
                    <a:pt x="665955" y="1427352"/>
                  </a:lnTo>
                  <a:lnTo>
                    <a:pt x="606759" y="1430562"/>
                  </a:lnTo>
                  <a:lnTo>
                    <a:pt x="564185" y="1432627"/>
                  </a:lnTo>
                  <a:lnTo>
                    <a:pt x="537943" y="1433771"/>
                  </a:lnTo>
                  <a:lnTo>
                    <a:pt x="525478" y="1434261"/>
                  </a:lnTo>
                  <a:lnTo>
                    <a:pt x="522133" y="1434381"/>
                  </a:lnTo>
                  <a:lnTo>
                    <a:pt x="0" y="1434381"/>
                  </a:lnTo>
                  <a:close/>
                </a:path>
              </a:pathLst>
            </a:custGeom>
            <a:solidFill>
              <a:srgbClr val="D9B26F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1647" name="pl1647"/>
            <p:cNvSpPr/>
            <p:nvPr/>
          </p:nvSpPr>
          <p:spPr>
            <a:xfrm>
              <a:off x="386606" y="3800185"/>
              <a:ext cx="8554953" cy="1434381"/>
            </a:xfrm>
            <a:custGeom>
              <a:avLst/>
              <a:pathLst>
                <a:path w="8554953" h="1434381">
                  <a:moveTo>
                    <a:pt x="0" y="1434381"/>
                  </a:moveTo>
                  <a:lnTo>
                    <a:pt x="522133" y="1434381"/>
                  </a:lnTo>
                  <a:lnTo>
                    <a:pt x="523370" y="1434338"/>
                  </a:lnTo>
                  <a:lnTo>
                    <a:pt x="531458" y="1434032"/>
                  </a:lnTo>
                  <a:lnTo>
                    <a:pt x="551698" y="1433186"/>
                  </a:lnTo>
                  <a:lnTo>
                    <a:pt x="587501" y="1431523"/>
                  </a:lnTo>
                  <a:lnTo>
                    <a:pt x="640085" y="1428800"/>
                  </a:lnTo>
                  <a:lnTo>
                    <a:pt x="708411" y="1424830"/>
                  </a:lnTo>
                  <a:lnTo>
                    <a:pt x="789539" y="1419505"/>
                  </a:lnTo>
                  <a:lnTo>
                    <a:pt x="879366" y="1412789"/>
                  </a:lnTo>
                  <a:lnTo>
                    <a:pt x="973484" y="1404697"/>
                  </a:lnTo>
                  <a:lnTo>
                    <a:pt x="1067921" y="1395260"/>
                  </a:lnTo>
                  <a:lnTo>
                    <a:pt x="1159590" y="1384500"/>
                  </a:lnTo>
                  <a:lnTo>
                    <a:pt x="1246430" y="1372398"/>
                  </a:lnTo>
                  <a:lnTo>
                    <a:pt x="1327338" y="1358886"/>
                  </a:lnTo>
                  <a:lnTo>
                    <a:pt x="1401979" y="1343836"/>
                  </a:lnTo>
                  <a:lnTo>
                    <a:pt x="1470576" y="1327066"/>
                  </a:lnTo>
                  <a:lnTo>
                    <a:pt x="1533713" y="1308336"/>
                  </a:lnTo>
                  <a:lnTo>
                    <a:pt x="1592190" y="1287366"/>
                  </a:lnTo>
                  <a:lnTo>
                    <a:pt x="1646906" y="1263852"/>
                  </a:lnTo>
                  <a:lnTo>
                    <a:pt x="1698775" y="1237501"/>
                  </a:lnTo>
                  <a:lnTo>
                    <a:pt x="1748650" y="1208097"/>
                  </a:lnTo>
                  <a:lnTo>
                    <a:pt x="1768425" y="1195317"/>
                  </a:lnTo>
                  <a:lnTo>
                    <a:pt x="1814622" y="1163049"/>
                  </a:lnTo>
                  <a:lnTo>
                    <a:pt x="1860368" y="1127861"/>
                  </a:lnTo>
                  <a:lnTo>
                    <a:pt x="1906054" y="1089701"/>
                  </a:lnTo>
                  <a:lnTo>
                    <a:pt x="1951963" y="1048593"/>
                  </a:lnTo>
                  <a:lnTo>
                    <a:pt x="1998282" y="1004645"/>
                  </a:lnTo>
                  <a:lnTo>
                    <a:pt x="2045116" y="958058"/>
                  </a:lnTo>
                  <a:lnTo>
                    <a:pt x="2092494" y="909129"/>
                  </a:lnTo>
                  <a:lnTo>
                    <a:pt x="2140378" y="858242"/>
                  </a:lnTo>
                  <a:lnTo>
                    <a:pt x="2188675" y="805862"/>
                  </a:lnTo>
                  <a:lnTo>
                    <a:pt x="2237250" y="752521"/>
                  </a:lnTo>
                  <a:lnTo>
                    <a:pt x="2285939" y="698792"/>
                  </a:lnTo>
                  <a:lnTo>
                    <a:pt x="2334568" y="645266"/>
                  </a:lnTo>
                  <a:lnTo>
                    <a:pt x="2382969" y="592523"/>
                  </a:lnTo>
                  <a:lnTo>
                    <a:pt x="2430995" y="541112"/>
                  </a:lnTo>
                  <a:lnTo>
                    <a:pt x="2478540" y="491519"/>
                  </a:lnTo>
                  <a:lnTo>
                    <a:pt x="2525546" y="444157"/>
                  </a:lnTo>
                  <a:lnTo>
                    <a:pt x="2572020" y="399351"/>
                  </a:lnTo>
                  <a:lnTo>
                    <a:pt x="2618042" y="357331"/>
                  </a:lnTo>
                  <a:lnTo>
                    <a:pt x="2663772" y="318234"/>
                  </a:lnTo>
                  <a:lnTo>
                    <a:pt x="2709463" y="282111"/>
                  </a:lnTo>
                  <a:lnTo>
                    <a:pt x="2755468" y="248932"/>
                  </a:lnTo>
                  <a:lnTo>
                    <a:pt x="2770117" y="239063"/>
                  </a:lnTo>
                  <a:lnTo>
                    <a:pt x="2819397" y="208397"/>
                  </a:lnTo>
                  <a:lnTo>
                    <a:pt x="2870363" y="180831"/>
                  </a:lnTo>
                  <a:lnTo>
                    <a:pt x="2923819" y="156202"/>
                  </a:lnTo>
                  <a:lnTo>
                    <a:pt x="2980664" y="134240"/>
                  </a:lnTo>
                  <a:lnTo>
                    <a:pt x="3041812" y="114640"/>
                  </a:lnTo>
                  <a:lnTo>
                    <a:pt x="3108115" y="97108"/>
                  </a:lnTo>
                  <a:lnTo>
                    <a:pt x="3180260" y="81388"/>
                  </a:lnTo>
                  <a:lnTo>
                    <a:pt x="3258638" y="67272"/>
                  </a:lnTo>
                  <a:lnTo>
                    <a:pt x="3343163" y="54611"/>
                  </a:lnTo>
                  <a:lnTo>
                    <a:pt x="3433070" y="43313"/>
                  </a:lnTo>
                  <a:lnTo>
                    <a:pt x="3526702" y="33341"/>
                  </a:lnTo>
                  <a:lnTo>
                    <a:pt x="3621384" y="24701"/>
                  </a:lnTo>
                  <a:lnTo>
                    <a:pt x="3713466" y="17425"/>
                  </a:lnTo>
                  <a:lnTo>
                    <a:pt x="3798644" y="11538"/>
                  </a:lnTo>
                  <a:lnTo>
                    <a:pt x="3872587" y="7028"/>
                  </a:lnTo>
                  <a:lnTo>
                    <a:pt x="3931783" y="3819"/>
                  </a:lnTo>
                  <a:lnTo>
                    <a:pt x="3974357" y="1754"/>
                  </a:lnTo>
                  <a:lnTo>
                    <a:pt x="4000599" y="610"/>
                  </a:lnTo>
                  <a:lnTo>
                    <a:pt x="4013064" y="119"/>
                  </a:lnTo>
                  <a:lnTo>
                    <a:pt x="4016325" y="2"/>
                  </a:lnTo>
                  <a:lnTo>
                    <a:pt x="4016409" y="0"/>
                  </a:lnTo>
                  <a:lnTo>
                    <a:pt x="4538543" y="0"/>
                  </a:lnTo>
                  <a:lnTo>
                    <a:pt x="4539784" y="40"/>
                  </a:lnTo>
                  <a:lnTo>
                    <a:pt x="4547899" y="326"/>
                  </a:lnTo>
                  <a:lnTo>
                    <a:pt x="4568204" y="1119"/>
                  </a:lnTo>
                  <a:lnTo>
                    <a:pt x="4604115" y="2675"/>
                  </a:lnTo>
                  <a:lnTo>
                    <a:pt x="4656845" y="5225"/>
                  </a:lnTo>
                  <a:lnTo>
                    <a:pt x="4725341" y="8941"/>
                  </a:lnTo>
                  <a:lnTo>
                    <a:pt x="4806644" y="13925"/>
                  </a:lnTo>
                  <a:lnTo>
                    <a:pt x="4896630" y="20210"/>
                  </a:lnTo>
                  <a:lnTo>
                    <a:pt x="4990877" y="27782"/>
                  </a:lnTo>
                  <a:lnTo>
                    <a:pt x="5085407" y="36610"/>
                  </a:lnTo>
                  <a:lnTo>
                    <a:pt x="5177133" y="46677"/>
                  </a:lnTo>
                  <a:lnTo>
                    <a:pt x="5263999" y="57999"/>
                  </a:lnTo>
                  <a:lnTo>
                    <a:pt x="5344911" y="70641"/>
                  </a:lnTo>
                  <a:lnTo>
                    <a:pt x="5419542" y="84723"/>
                  </a:lnTo>
                  <a:lnTo>
                    <a:pt x="5488120" y="100418"/>
                  </a:lnTo>
                  <a:lnTo>
                    <a:pt x="5551240" y="117949"/>
                  </a:lnTo>
                  <a:lnTo>
                    <a:pt x="5609704" y="137581"/>
                  </a:lnTo>
                  <a:lnTo>
                    <a:pt x="5664417" y="159597"/>
                  </a:lnTo>
                  <a:lnTo>
                    <a:pt x="5716294" y="184271"/>
                  </a:lnTo>
                  <a:lnTo>
                    <a:pt x="5766191" y="211804"/>
                  </a:lnTo>
                  <a:lnTo>
                    <a:pt x="5784835" y="223063"/>
                  </a:lnTo>
                  <a:lnTo>
                    <a:pt x="5831768" y="253676"/>
                  </a:lnTo>
                  <a:lnTo>
                    <a:pt x="5878244" y="287103"/>
                  </a:lnTo>
                  <a:lnTo>
                    <a:pt x="5924667" y="323394"/>
                  </a:lnTo>
                  <a:lnTo>
                    <a:pt x="5971332" y="362521"/>
                  </a:lnTo>
                  <a:lnTo>
                    <a:pt x="6018429" y="404374"/>
                  </a:lnTo>
                  <a:lnTo>
                    <a:pt x="6066064" y="448748"/>
                  </a:lnTo>
                  <a:lnTo>
                    <a:pt x="6114259" y="495346"/>
                  </a:lnTo>
                  <a:lnTo>
                    <a:pt x="6162967" y="543784"/>
                  </a:lnTo>
                  <a:lnTo>
                    <a:pt x="6212086" y="593596"/>
                  </a:lnTo>
                  <a:lnTo>
                    <a:pt x="6261469" y="644257"/>
                  </a:lnTo>
                  <a:lnTo>
                    <a:pt x="6310941" y="695201"/>
                  </a:lnTo>
                  <a:lnTo>
                    <a:pt x="6360320" y="745849"/>
                  </a:lnTo>
                  <a:lnTo>
                    <a:pt x="6409432" y="795637"/>
                  </a:lnTo>
                  <a:lnTo>
                    <a:pt x="6458131" y="844041"/>
                  </a:lnTo>
                  <a:lnTo>
                    <a:pt x="6506314" y="890596"/>
                  </a:lnTo>
                  <a:lnTo>
                    <a:pt x="6553936" y="934919"/>
                  </a:lnTo>
                  <a:lnTo>
                    <a:pt x="6601024" y="976716"/>
                  </a:lnTo>
                  <a:lnTo>
                    <a:pt x="6647681" y="1015784"/>
                  </a:lnTo>
                  <a:lnTo>
                    <a:pt x="6694102" y="1052013"/>
                  </a:lnTo>
                  <a:lnTo>
                    <a:pt x="6740582" y="1085380"/>
                  </a:lnTo>
                  <a:lnTo>
                    <a:pt x="6786527" y="1115316"/>
                  </a:lnTo>
                  <a:lnTo>
                    <a:pt x="6835865" y="1143961"/>
                  </a:lnTo>
                  <a:lnTo>
                    <a:pt x="6886893" y="1169707"/>
                  </a:lnTo>
                  <a:lnTo>
                    <a:pt x="6940419" y="1192706"/>
                  </a:lnTo>
                  <a:lnTo>
                    <a:pt x="6997345" y="1213212"/>
                  </a:lnTo>
                  <a:lnTo>
                    <a:pt x="7058588" y="1231511"/>
                  </a:lnTo>
                  <a:lnTo>
                    <a:pt x="7125003" y="1247877"/>
                  </a:lnTo>
                  <a:lnTo>
                    <a:pt x="7197277" y="1262550"/>
                  </a:lnTo>
                  <a:lnTo>
                    <a:pt x="7275799" y="1275724"/>
                  </a:lnTo>
                  <a:lnTo>
                    <a:pt x="7360479" y="1287538"/>
                  </a:lnTo>
                  <a:lnTo>
                    <a:pt x="7450540" y="1298079"/>
                  </a:lnTo>
                  <a:lnTo>
                    <a:pt x="7544311" y="1307379"/>
                  </a:lnTo>
                  <a:lnTo>
                    <a:pt x="7639093" y="1315433"/>
                  </a:lnTo>
                  <a:lnTo>
                    <a:pt x="7731213" y="1322212"/>
                  </a:lnTo>
                  <a:lnTo>
                    <a:pt x="7816345" y="1327691"/>
                  </a:lnTo>
                  <a:lnTo>
                    <a:pt x="7890152" y="1331882"/>
                  </a:lnTo>
                  <a:lnTo>
                    <a:pt x="7949130" y="1334860"/>
                  </a:lnTo>
                  <a:lnTo>
                    <a:pt x="7991432" y="1336770"/>
                  </a:lnTo>
                  <a:lnTo>
                    <a:pt x="8017394" y="1337824"/>
                  </a:lnTo>
                  <a:lnTo>
                    <a:pt x="8029623" y="1338273"/>
                  </a:lnTo>
                  <a:lnTo>
                    <a:pt x="8032748" y="1338377"/>
                  </a:lnTo>
                  <a:lnTo>
                    <a:pt x="8032819" y="1338379"/>
                  </a:lnTo>
                  <a:lnTo>
                    <a:pt x="8554953" y="1338379"/>
                  </a:lnTo>
                  <a:lnTo>
                    <a:pt x="8554953" y="1338379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648" name="pl1648"/>
            <p:cNvSpPr/>
            <p:nvPr/>
          </p:nvSpPr>
          <p:spPr>
            <a:xfrm>
              <a:off x="386606" y="3794538"/>
              <a:ext cx="8554953" cy="1434381"/>
            </a:xfrm>
            <a:custGeom>
              <a:avLst/>
              <a:pathLst>
                <a:path w="8554953" h="1434381">
                  <a:moveTo>
                    <a:pt x="8554953" y="1338379"/>
                  </a:moveTo>
                  <a:lnTo>
                    <a:pt x="8032819" y="1338379"/>
                  </a:lnTo>
                  <a:lnTo>
                    <a:pt x="8031578" y="1338339"/>
                  </a:lnTo>
                  <a:lnTo>
                    <a:pt x="8023463" y="1338052"/>
                  </a:lnTo>
                  <a:lnTo>
                    <a:pt x="8003158" y="1337260"/>
                  </a:lnTo>
                  <a:lnTo>
                    <a:pt x="7967247" y="1335703"/>
                  </a:lnTo>
                  <a:lnTo>
                    <a:pt x="7914517" y="1333154"/>
                  </a:lnTo>
                  <a:lnTo>
                    <a:pt x="7846021" y="1329437"/>
                  </a:lnTo>
                  <a:lnTo>
                    <a:pt x="7764718" y="1324453"/>
                  </a:lnTo>
                  <a:lnTo>
                    <a:pt x="7674732" y="1318168"/>
                  </a:lnTo>
                  <a:lnTo>
                    <a:pt x="7580485" y="1310597"/>
                  </a:lnTo>
                  <a:lnTo>
                    <a:pt x="7485955" y="1301768"/>
                  </a:lnTo>
                  <a:lnTo>
                    <a:pt x="7394229" y="1291702"/>
                  </a:lnTo>
                  <a:lnTo>
                    <a:pt x="7307363" y="1280380"/>
                  </a:lnTo>
                  <a:lnTo>
                    <a:pt x="7226451" y="1267737"/>
                  </a:lnTo>
                  <a:lnTo>
                    <a:pt x="7151820" y="1253656"/>
                  </a:lnTo>
                  <a:lnTo>
                    <a:pt x="7083242" y="1237961"/>
                  </a:lnTo>
                  <a:lnTo>
                    <a:pt x="7020122" y="1220429"/>
                  </a:lnTo>
                  <a:lnTo>
                    <a:pt x="6961658" y="1200798"/>
                  </a:lnTo>
                  <a:lnTo>
                    <a:pt x="6906945" y="1178781"/>
                  </a:lnTo>
                  <a:lnTo>
                    <a:pt x="6855067" y="1154107"/>
                  </a:lnTo>
                  <a:lnTo>
                    <a:pt x="6805171" y="1126574"/>
                  </a:lnTo>
                  <a:lnTo>
                    <a:pt x="6786527" y="1115316"/>
                  </a:lnTo>
                  <a:lnTo>
                    <a:pt x="6739593" y="1084702"/>
                  </a:lnTo>
                  <a:lnTo>
                    <a:pt x="6693118" y="1051275"/>
                  </a:lnTo>
                  <a:lnTo>
                    <a:pt x="6646695" y="1014985"/>
                  </a:lnTo>
                  <a:lnTo>
                    <a:pt x="6600030" y="975857"/>
                  </a:lnTo>
                  <a:lnTo>
                    <a:pt x="6552933" y="934005"/>
                  </a:lnTo>
                  <a:lnTo>
                    <a:pt x="6505298" y="889631"/>
                  </a:lnTo>
                  <a:lnTo>
                    <a:pt x="6457103" y="843032"/>
                  </a:lnTo>
                  <a:lnTo>
                    <a:pt x="6408395" y="794595"/>
                  </a:lnTo>
                  <a:lnTo>
                    <a:pt x="6359275" y="744782"/>
                  </a:lnTo>
                  <a:lnTo>
                    <a:pt x="6309893" y="694122"/>
                  </a:lnTo>
                  <a:lnTo>
                    <a:pt x="6260421" y="643178"/>
                  </a:lnTo>
                  <a:lnTo>
                    <a:pt x="6211042" y="592530"/>
                  </a:lnTo>
                  <a:lnTo>
                    <a:pt x="6161930" y="542741"/>
                  </a:lnTo>
                  <a:lnTo>
                    <a:pt x="6113231" y="494338"/>
                  </a:lnTo>
                  <a:lnTo>
                    <a:pt x="6065048" y="447783"/>
                  </a:lnTo>
                  <a:lnTo>
                    <a:pt x="6017426" y="403459"/>
                  </a:lnTo>
                  <a:lnTo>
                    <a:pt x="5970338" y="361663"/>
                  </a:lnTo>
                  <a:lnTo>
                    <a:pt x="5923681" y="322595"/>
                  </a:lnTo>
                  <a:lnTo>
                    <a:pt x="5877260" y="286365"/>
                  </a:lnTo>
                  <a:lnTo>
                    <a:pt x="5830780" y="252998"/>
                  </a:lnTo>
                  <a:lnTo>
                    <a:pt x="5784835" y="223063"/>
                  </a:lnTo>
                  <a:lnTo>
                    <a:pt x="5735497" y="194418"/>
                  </a:lnTo>
                  <a:lnTo>
                    <a:pt x="5684469" y="168672"/>
                  </a:lnTo>
                  <a:lnTo>
                    <a:pt x="5630943" y="145673"/>
                  </a:lnTo>
                  <a:lnTo>
                    <a:pt x="5574017" y="125166"/>
                  </a:lnTo>
                  <a:lnTo>
                    <a:pt x="5512774" y="106867"/>
                  </a:lnTo>
                  <a:lnTo>
                    <a:pt x="5446359" y="90502"/>
                  </a:lnTo>
                  <a:lnTo>
                    <a:pt x="5374085" y="75829"/>
                  </a:lnTo>
                  <a:lnTo>
                    <a:pt x="5295563" y="62655"/>
                  </a:lnTo>
                  <a:lnTo>
                    <a:pt x="5210883" y="50841"/>
                  </a:lnTo>
                  <a:lnTo>
                    <a:pt x="5120822" y="40300"/>
                  </a:lnTo>
                  <a:lnTo>
                    <a:pt x="5027051" y="30999"/>
                  </a:lnTo>
                  <a:lnTo>
                    <a:pt x="4932269" y="22945"/>
                  </a:lnTo>
                  <a:lnTo>
                    <a:pt x="4840149" y="16167"/>
                  </a:lnTo>
                  <a:lnTo>
                    <a:pt x="4755017" y="10688"/>
                  </a:lnTo>
                  <a:lnTo>
                    <a:pt x="4681210" y="6496"/>
                  </a:lnTo>
                  <a:lnTo>
                    <a:pt x="4622232" y="3519"/>
                  </a:lnTo>
                  <a:lnTo>
                    <a:pt x="4579930" y="1608"/>
                  </a:lnTo>
                  <a:lnTo>
                    <a:pt x="4553967" y="554"/>
                  </a:lnTo>
                  <a:lnTo>
                    <a:pt x="4541739" y="106"/>
                  </a:lnTo>
                  <a:lnTo>
                    <a:pt x="4538614" y="2"/>
                  </a:lnTo>
                  <a:lnTo>
                    <a:pt x="4538543" y="0"/>
                  </a:lnTo>
                  <a:lnTo>
                    <a:pt x="4016409" y="0"/>
                  </a:lnTo>
                  <a:lnTo>
                    <a:pt x="4015173" y="42"/>
                  </a:lnTo>
                  <a:lnTo>
                    <a:pt x="4007084" y="348"/>
                  </a:lnTo>
                  <a:lnTo>
                    <a:pt x="3986844" y="1195"/>
                  </a:lnTo>
                  <a:lnTo>
                    <a:pt x="3951041" y="2857"/>
                  </a:lnTo>
                  <a:lnTo>
                    <a:pt x="3898457" y="5581"/>
                  </a:lnTo>
                  <a:lnTo>
                    <a:pt x="3830132" y="9551"/>
                  </a:lnTo>
                  <a:lnTo>
                    <a:pt x="3749003" y="14876"/>
                  </a:lnTo>
                  <a:lnTo>
                    <a:pt x="3659176" y="21592"/>
                  </a:lnTo>
                  <a:lnTo>
                    <a:pt x="3565058" y="29684"/>
                  </a:lnTo>
                  <a:lnTo>
                    <a:pt x="3470621" y="39120"/>
                  </a:lnTo>
                  <a:lnTo>
                    <a:pt x="3378952" y="49880"/>
                  </a:lnTo>
                  <a:lnTo>
                    <a:pt x="3292112" y="61982"/>
                  </a:lnTo>
                  <a:lnTo>
                    <a:pt x="3211204" y="75495"/>
                  </a:lnTo>
                  <a:lnTo>
                    <a:pt x="3136563" y="90544"/>
                  </a:lnTo>
                  <a:lnTo>
                    <a:pt x="3067966" y="107315"/>
                  </a:lnTo>
                  <a:lnTo>
                    <a:pt x="3004829" y="126045"/>
                  </a:lnTo>
                  <a:lnTo>
                    <a:pt x="2946352" y="147015"/>
                  </a:lnTo>
                  <a:lnTo>
                    <a:pt x="2891636" y="170529"/>
                  </a:lnTo>
                  <a:lnTo>
                    <a:pt x="2839767" y="196879"/>
                  </a:lnTo>
                  <a:lnTo>
                    <a:pt x="2789892" y="226283"/>
                  </a:lnTo>
                  <a:lnTo>
                    <a:pt x="2770117" y="239063"/>
                  </a:lnTo>
                  <a:lnTo>
                    <a:pt x="2723920" y="271331"/>
                  </a:lnTo>
                  <a:lnTo>
                    <a:pt x="2678174" y="306519"/>
                  </a:lnTo>
                  <a:lnTo>
                    <a:pt x="2632488" y="344679"/>
                  </a:lnTo>
                  <a:lnTo>
                    <a:pt x="2586580" y="385788"/>
                  </a:lnTo>
                  <a:lnTo>
                    <a:pt x="2540260" y="429736"/>
                  </a:lnTo>
                  <a:lnTo>
                    <a:pt x="2493426" y="476322"/>
                  </a:lnTo>
                  <a:lnTo>
                    <a:pt x="2446048" y="525251"/>
                  </a:lnTo>
                  <a:lnTo>
                    <a:pt x="2398164" y="576139"/>
                  </a:lnTo>
                  <a:lnTo>
                    <a:pt x="2349867" y="628518"/>
                  </a:lnTo>
                  <a:lnTo>
                    <a:pt x="2301292" y="681859"/>
                  </a:lnTo>
                  <a:lnTo>
                    <a:pt x="2252603" y="735588"/>
                  </a:lnTo>
                  <a:lnTo>
                    <a:pt x="2203974" y="789115"/>
                  </a:lnTo>
                  <a:lnTo>
                    <a:pt x="2155573" y="841857"/>
                  </a:lnTo>
                  <a:lnTo>
                    <a:pt x="2107547" y="893269"/>
                  </a:lnTo>
                  <a:lnTo>
                    <a:pt x="2060002" y="942861"/>
                  </a:lnTo>
                  <a:lnTo>
                    <a:pt x="2012996" y="990223"/>
                  </a:lnTo>
                  <a:lnTo>
                    <a:pt x="1966522" y="1035029"/>
                  </a:lnTo>
                  <a:lnTo>
                    <a:pt x="1920500" y="1077050"/>
                  </a:lnTo>
                  <a:lnTo>
                    <a:pt x="1874770" y="1116146"/>
                  </a:lnTo>
                  <a:lnTo>
                    <a:pt x="1829079" y="1152269"/>
                  </a:lnTo>
                  <a:lnTo>
                    <a:pt x="1783074" y="1185449"/>
                  </a:lnTo>
                  <a:lnTo>
                    <a:pt x="1768425" y="1195317"/>
                  </a:lnTo>
                  <a:lnTo>
                    <a:pt x="1719145" y="1225983"/>
                  </a:lnTo>
                  <a:lnTo>
                    <a:pt x="1668179" y="1253550"/>
                  </a:lnTo>
                  <a:lnTo>
                    <a:pt x="1614723" y="1278178"/>
                  </a:lnTo>
                  <a:lnTo>
                    <a:pt x="1557878" y="1300141"/>
                  </a:lnTo>
                  <a:lnTo>
                    <a:pt x="1496730" y="1319741"/>
                  </a:lnTo>
                  <a:lnTo>
                    <a:pt x="1430427" y="1337273"/>
                  </a:lnTo>
                  <a:lnTo>
                    <a:pt x="1358282" y="1352993"/>
                  </a:lnTo>
                  <a:lnTo>
                    <a:pt x="1279904" y="1367108"/>
                  </a:lnTo>
                  <a:lnTo>
                    <a:pt x="1195379" y="1379769"/>
                  </a:lnTo>
                  <a:lnTo>
                    <a:pt x="1105472" y="1391067"/>
                  </a:lnTo>
                  <a:lnTo>
                    <a:pt x="1011841" y="1401040"/>
                  </a:lnTo>
                  <a:lnTo>
                    <a:pt x="917158" y="1409680"/>
                  </a:lnTo>
                  <a:lnTo>
                    <a:pt x="825076" y="1416956"/>
                  </a:lnTo>
                  <a:lnTo>
                    <a:pt x="739899" y="1422842"/>
                  </a:lnTo>
                  <a:lnTo>
                    <a:pt x="665955" y="1427352"/>
                  </a:lnTo>
                  <a:lnTo>
                    <a:pt x="606759" y="1430562"/>
                  </a:lnTo>
                  <a:lnTo>
                    <a:pt x="564185" y="1432627"/>
                  </a:lnTo>
                  <a:lnTo>
                    <a:pt x="537943" y="1433771"/>
                  </a:lnTo>
                  <a:lnTo>
                    <a:pt x="525478" y="1434261"/>
                  </a:lnTo>
                  <a:lnTo>
                    <a:pt x="522218" y="1434378"/>
                  </a:lnTo>
                  <a:lnTo>
                    <a:pt x="522133" y="1434381"/>
                  </a:lnTo>
                  <a:lnTo>
                    <a:pt x="0" y="1434381"/>
                  </a:lnTo>
                  <a:lnTo>
                    <a:pt x="0" y="1434381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649" name="pg1649"/>
            <p:cNvSpPr/>
            <p:nvPr/>
          </p:nvSpPr>
          <p:spPr>
            <a:xfrm>
              <a:off x="386606" y="3800185"/>
              <a:ext cx="8554953" cy="1778858"/>
            </a:xfrm>
            <a:custGeom>
              <a:avLst/>
              <a:pathLst>
                <a:path w="8554953" h="1778858">
                  <a:moveTo>
                    <a:pt x="0" y="1440028"/>
                  </a:moveTo>
                  <a:lnTo>
                    <a:pt x="522133" y="1440028"/>
                  </a:lnTo>
                  <a:lnTo>
                    <a:pt x="523370" y="1439985"/>
                  </a:lnTo>
                  <a:lnTo>
                    <a:pt x="531458" y="1439679"/>
                  </a:lnTo>
                  <a:lnTo>
                    <a:pt x="551698" y="1438833"/>
                  </a:lnTo>
                  <a:lnTo>
                    <a:pt x="587501" y="1437171"/>
                  </a:lnTo>
                  <a:lnTo>
                    <a:pt x="640085" y="1434447"/>
                  </a:lnTo>
                  <a:lnTo>
                    <a:pt x="708411" y="1430477"/>
                  </a:lnTo>
                  <a:lnTo>
                    <a:pt x="789539" y="1425152"/>
                  </a:lnTo>
                  <a:lnTo>
                    <a:pt x="879366" y="1418436"/>
                  </a:lnTo>
                  <a:lnTo>
                    <a:pt x="973484" y="1410344"/>
                  </a:lnTo>
                  <a:lnTo>
                    <a:pt x="1067921" y="1400908"/>
                  </a:lnTo>
                  <a:lnTo>
                    <a:pt x="1159590" y="1390147"/>
                  </a:lnTo>
                  <a:lnTo>
                    <a:pt x="1246430" y="1378045"/>
                  </a:lnTo>
                  <a:lnTo>
                    <a:pt x="1327338" y="1364533"/>
                  </a:lnTo>
                  <a:lnTo>
                    <a:pt x="1401979" y="1349484"/>
                  </a:lnTo>
                  <a:lnTo>
                    <a:pt x="1470576" y="1332713"/>
                  </a:lnTo>
                  <a:lnTo>
                    <a:pt x="1533713" y="1313983"/>
                  </a:lnTo>
                  <a:lnTo>
                    <a:pt x="1592190" y="1293013"/>
                  </a:lnTo>
                  <a:lnTo>
                    <a:pt x="1646906" y="1269499"/>
                  </a:lnTo>
                  <a:lnTo>
                    <a:pt x="1698775" y="1243149"/>
                  </a:lnTo>
                  <a:lnTo>
                    <a:pt x="1748650" y="1213744"/>
                  </a:lnTo>
                  <a:lnTo>
                    <a:pt x="1768425" y="1200965"/>
                  </a:lnTo>
                  <a:lnTo>
                    <a:pt x="1814622" y="1168696"/>
                  </a:lnTo>
                  <a:lnTo>
                    <a:pt x="1860368" y="1133509"/>
                  </a:lnTo>
                  <a:lnTo>
                    <a:pt x="1906054" y="1095348"/>
                  </a:lnTo>
                  <a:lnTo>
                    <a:pt x="1951963" y="1054240"/>
                  </a:lnTo>
                  <a:lnTo>
                    <a:pt x="1998282" y="1010292"/>
                  </a:lnTo>
                  <a:lnTo>
                    <a:pt x="2045116" y="963706"/>
                  </a:lnTo>
                  <a:lnTo>
                    <a:pt x="2092494" y="914776"/>
                  </a:lnTo>
                  <a:lnTo>
                    <a:pt x="2140378" y="863889"/>
                  </a:lnTo>
                  <a:lnTo>
                    <a:pt x="2188675" y="811510"/>
                  </a:lnTo>
                  <a:lnTo>
                    <a:pt x="2237250" y="758169"/>
                  </a:lnTo>
                  <a:lnTo>
                    <a:pt x="2285939" y="704439"/>
                  </a:lnTo>
                  <a:lnTo>
                    <a:pt x="2334568" y="650913"/>
                  </a:lnTo>
                  <a:lnTo>
                    <a:pt x="2382969" y="598170"/>
                  </a:lnTo>
                  <a:lnTo>
                    <a:pt x="2430995" y="546759"/>
                  </a:lnTo>
                  <a:lnTo>
                    <a:pt x="2478540" y="497166"/>
                  </a:lnTo>
                  <a:lnTo>
                    <a:pt x="2525546" y="449805"/>
                  </a:lnTo>
                  <a:lnTo>
                    <a:pt x="2572020" y="404998"/>
                  </a:lnTo>
                  <a:lnTo>
                    <a:pt x="2618042" y="362978"/>
                  </a:lnTo>
                  <a:lnTo>
                    <a:pt x="2663772" y="323881"/>
                  </a:lnTo>
                  <a:lnTo>
                    <a:pt x="2709463" y="287758"/>
                  </a:lnTo>
                  <a:lnTo>
                    <a:pt x="2755468" y="254579"/>
                  </a:lnTo>
                  <a:lnTo>
                    <a:pt x="2770117" y="244710"/>
                  </a:lnTo>
                  <a:lnTo>
                    <a:pt x="2819397" y="214044"/>
                  </a:lnTo>
                  <a:lnTo>
                    <a:pt x="2870363" y="186478"/>
                  </a:lnTo>
                  <a:lnTo>
                    <a:pt x="2923819" y="161849"/>
                  </a:lnTo>
                  <a:lnTo>
                    <a:pt x="2980664" y="139887"/>
                  </a:lnTo>
                  <a:lnTo>
                    <a:pt x="3041812" y="120287"/>
                  </a:lnTo>
                  <a:lnTo>
                    <a:pt x="3108115" y="102755"/>
                  </a:lnTo>
                  <a:lnTo>
                    <a:pt x="3180260" y="87035"/>
                  </a:lnTo>
                  <a:lnTo>
                    <a:pt x="3258638" y="72919"/>
                  </a:lnTo>
                  <a:lnTo>
                    <a:pt x="3343163" y="60258"/>
                  </a:lnTo>
                  <a:lnTo>
                    <a:pt x="3433070" y="48960"/>
                  </a:lnTo>
                  <a:lnTo>
                    <a:pt x="3526702" y="38988"/>
                  </a:lnTo>
                  <a:lnTo>
                    <a:pt x="3621384" y="30348"/>
                  </a:lnTo>
                  <a:lnTo>
                    <a:pt x="3713466" y="23072"/>
                  </a:lnTo>
                  <a:lnTo>
                    <a:pt x="3798644" y="17185"/>
                  </a:lnTo>
                  <a:lnTo>
                    <a:pt x="3872587" y="12676"/>
                  </a:lnTo>
                  <a:lnTo>
                    <a:pt x="3931783" y="9466"/>
                  </a:lnTo>
                  <a:lnTo>
                    <a:pt x="3974357" y="7401"/>
                  </a:lnTo>
                  <a:lnTo>
                    <a:pt x="4000599" y="6257"/>
                  </a:lnTo>
                  <a:lnTo>
                    <a:pt x="4013064" y="5766"/>
                  </a:lnTo>
                  <a:lnTo>
                    <a:pt x="4016409" y="5647"/>
                  </a:lnTo>
                  <a:lnTo>
                    <a:pt x="4538543" y="5647"/>
                  </a:lnTo>
                  <a:lnTo>
                    <a:pt x="4539763" y="5699"/>
                  </a:lnTo>
                  <a:lnTo>
                    <a:pt x="4547744" y="6072"/>
                  </a:lnTo>
                  <a:lnTo>
                    <a:pt x="4567726" y="7104"/>
                  </a:lnTo>
                  <a:lnTo>
                    <a:pt x="4603095" y="9130"/>
                  </a:lnTo>
                  <a:lnTo>
                    <a:pt x="4655091" y="12452"/>
                  </a:lnTo>
                  <a:lnTo>
                    <a:pt x="4722731" y="17295"/>
                  </a:lnTo>
                  <a:lnTo>
                    <a:pt x="4803158" y="23797"/>
                  </a:lnTo>
                  <a:lnTo>
                    <a:pt x="4892344" y="32001"/>
                  </a:lnTo>
                  <a:lnTo>
                    <a:pt x="4985938" y="41893"/>
                  </a:lnTo>
                  <a:lnTo>
                    <a:pt x="5079997" y="53432"/>
                  </a:lnTo>
                  <a:lnTo>
                    <a:pt x="5171432" y="66593"/>
                  </a:lnTo>
                  <a:lnTo>
                    <a:pt x="5258162" y="81395"/>
                  </a:lnTo>
                  <a:lnTo>
                    <a:pt x="5339052" y="97918"/>
                  </a:lnTo>
                  <a:lnTo>
                    <a:pt x="5413736" y="116311"/>
                  </a:lnTo>
                  <a:lnTo>
                    <a:pt x="5482404" y="136797"/>
                  </a:lnTo>
                  <a:lnTo>
                    <a:pt x="5545614" y="159660"/>
                  </a:lnTo>
                  <a:lnTo>
                    <a:pt x="5604143" y="185239"/>
                  </a:lnTo>
                  <a:lnTo>
                    <a:pt x="5658875" y="213905"/>
                  </a:lnTo>
                  <a:lnTo>
                    <a:pt x="5710711" y="246017"/>
                  </a:lnTo>
                  <a:lnTo>
                    <a:pt x="5760502" y="281853"/>
                  </a:lnTo>
                  <a:lnTo>
                    <a:pt x="5784835" y="301182"/>
                  </a:lnTo>
                  <a:lnTo>
                    <a:pt x="5828525" y="338802"/>
                  </a:lnTo>
                  <a:lnTo>
                    <a:pt x="5871791" y="379643"/>
                  </a:lnTo>
                  <a:lnTo>
                    <a:pt x="5914970" y="423766"/>
                  </a:lnTo>
                  <a:lnTo>
                    <a:pt x="5958314" y="471159"/>
                  </a:lnTo>
                  <a:lnTo>
                    <a:pt x="6001996" y="521724"/>
                  </a:lnTo>
                  <a:lnTo>
                    <a:pt x="6046120" y="575276"/>
                  </a:lnTo>
                  <a:lnTo>
                    <a:pt x="6090729" y="631537"/>
                  </a:lnTo>
                  <a:lnTo>
                    <a:pt x="6135811" y="690135"/>
                  </a:lnTo>
                  <a:lnTo>
                    <a:pt x="6181303" y="750617"/>
                  </a:lnTo>
                  <a:lnTo>
                    <a:pt x="6227108" y="812458"/>
                  </a:lnTo>
                  <a:lnTo>
                    <a:pt x="6273096" y="875079"/>
                  </a:lnTo>
                  <a:lnTo>
                    <a:pt x="6319125" y="937868"/>
                  </a:lnTo>
                  <a:lnTo>
                    <a:pt x="6365047" y="1000210"/>
                  </a:lnTo>
                  <a:lnTo>
                    <a:pt x="6410724" y="1061504"/>
                  </a:lnTo>
                  <a:lnTo>
                    <a:pt x="6456041" y="1121193"/>
                  </a:lnTo>
                  <a:lnTo>
                    <a:pt x="6500913" y="1178783"/>
                  </a:lnTo>
                  <a:lnTo>
                    <a:pt x="6545301" y="1233857"/>
                  </a:lnTo>
                  <a:lnTo>
                    <a:pt x="6589216" y="1286084"/>
                  </a:lnTo>
                  <a:lnTo>
                    <a:pt x="6632727" y="1335229"/>
                  </a:lnTo>
                  <a:lnTo>
                    <a:pt x="6675971" y="1381146"/>
                  </a:lnTo>
                  <a:lnTo>
                    <a:pt x="6719153" y="1423779"/>
                  </a:lnTo>
                  <a:lnTo>
                    <a:pt x="6762564" y="1463148"/>
                  </a:lnTo>
                  <a:lnTo>
                    <a:pt x="6786527" y="1483323"/>
                  </a:lnTo>
                  <a:lnTo>
                    <a:pt x="6835576" y="1521066"/>
                  </a:lnTo>
                  <a:lnTo>
                    <a:pt x="6886291" y="1555013"/>
                  </a:lnTo>
                  <a:lnTo>
                    <a:pt x="6939465" y="1585358"/>
                  </a:lnTo>
                  <a:lnTo>
                    <a:pt x="6995984" y="1612432"/>
                  </a:lnTo>
                  <a:lnTo>
                    <a:pt x="7056750" y="1636607"/>
                  </a:lnTo>
                  <a:lnTo>
                    <a:pt x="7122606" y="1658240"/>
                  </a:lnTo>
                  <a:lnTo>
                    <a:pt x="7194234" y="1677647"/>
                  </a:lnTo>
                  <a:lnTo>
                    <a:pt x="7272031" y="1695081"/>
                  </a:lnTo>
                  <a:lnTo>
                    <a:pt x="7355934" y="1710728"/>
                  </a:lnTo>
                  <a:lnTo>
                    <a:pt x="7445216" y="1724703"/>
                  </a:lnTo>
                  <a:lnTo>
                    <a:pt x="7538288" y="1737053"/>
                  </a:lnTo>
                  <a:lnTo>
                    <a:pt x="7632561" y="1747772"/>
                  </a:lnTo>
                  <a:lnTo>
                    <a:pt x="7724481" y="1756824"/>
                  </a:lnTo>
                  <a:lnTo>
                    <a:pt x="7809826" y="1764174"/>
                  </a:lnTo>
                  <a:lnTo>
                    <a:pt x="7884302" y="1769835"/>
                  </a:lnTo>
                  <a:lnTo>
                    <a:pt x="7944365" y="1773894"/>
                  </a:lnTo>
                  <a:lnTo>
                    <a:pt x="7988025" y="1776534"/>
                  </a:lnTo>
                  <a:lnTo>
                    <a:pt x="8015397" y="1778022"/>
                  </a:lnTo>
                  <a:lnTo>
                    <a:pt x="8028825" y="1778681"/>
                  </a:lnTo>
                  <a:lnTo>
                    <a:pt x="8032663" y="1778852"/>
                  </a:lnTo>
                  <a:lnTo>
                    <a:pt x="8032819" y="1778858"/>
                  </a:lnTo>
                  <a:lnTo>
                    <a:pt x="8554953" y="1778858"/>
                  </a:lnTo>
                  <a:lnTo>
                    <a:pt x="8554953" y="1773211"/>
                  </a:lnTo>
                  <a:lnTo>
                    <a:pt x="8032819" y="1773211"/>
                  </a:lnTo>
                  <a:lnTo>
                    <a:pt x="8031599" y="1773159"/>
                  </a:lnTo>
                  <a:lnTo>
                    <a:pt x="8023618" y="1772786"/>
                  </a:lnTo>
                  <a:lnTo>
                    <a:pt x="8003636" y="1771754"/>
                  </a:lnTo>
                  <a:lnTo>
                    <a:pt x="7968267" y="1769728"/>
                  </a:lnTo>
                  <a:lnTo>
                    <a:pt x="7916271" y="1766406"/>
                  </a:lnTo>
                  <a:lnTo>
                    <a:pt x="7848631" y="1761562"/>
                  </a:lnTo>
                  <a:lnTo>
                    <a:pt x="7768204" y="1755061"/>
                  </a:lnTo>
                  <a:lnTo>
                    <a:pt x="7679018" y="1746857"/>
                  </a:lnTo>
                  <a:lnTo>
                    <a:pt x="7585424" y="1736965"/>
                  </a:lnTo>
                  <a:lnTo>
                    <a:pt x="7491364" y="1725426"/>
                  </a:lnTo>
                  <a:lnTo>
                    <a:pt x="7399930" y="1712265"/>
                  </a:lnTo>
                  <a:lnTo>
                    <a:pt x="7313200" y="1697463"/>
                  </a:lnTo>
                  <a:lnTo>
                    <a:pt x="7232310" y="1680940"/>
                  </a:lnTo>
                  <a:lnTo>
                    <a:pt x="7157626" y="1662546"/>
                  </a:lnTo>
                  <a:lnTo>
                    <a:pt x="7088958" y="1642061"/>
                  </a:lnTo>
                  <a:lnTo>
                    <a:pt x="7025748" y="1619198"/>
                  </a:lnTo>
                  <a:lnTo>
                    <a:pt x="6967219" y="1593619"/>
                  </a:lnTo>
                  <a:lnTo>
                    <a:pt x="6912487" y="1564953"/>
                  </a:lnTo>
                  <a:lnTo>
                    <a:pt x="6860650" y="1532841"/>
                  </a:lnTo>
                  <a:lnTo>
                    <a:pt x="6810860" y="1497005"/>
                  </a:lnTo>
                  <a:lnTo>
                    <a:pt x="6786527" y="1477676"/>
                  </a:lnTo>
                  <a:lnTo>
                    <a:pt x="6742837" y="1440056"/>
                  </a:lnTo>
                  <a:lnTo>
                    <a:pt x="6699571" y="1399215"/>
                  </a:lnTo>
                  <a:lnTo>
                    <a:pt x="6656392" y="1355092"/>
                  </a:lnTo>
                  <a:lnTo>
                    <a:pt x="6613048" y="1307699"/>
                  </a:lnTo>
                  <a:lnTo>
                    <a:pt x="6569366" y="1257134"/>
                  </a:lnTo>
                  <a:lnTo>
                    <a:pt x="6525242" y="1203582"/>
                  </a:lnTo>
                  <a:lnTo>
                    <a:pt x="6480632" y="1147321"/>
                  </a:lnTo>
                  <a:lnTo>
                    <a:pt x="6435551" y="1088723"/>
                  </a:lnTo>
                  <a:lnTo>
                    <a:pt x="6390059" y="1028240"/>
                  </a:lnTo>
                  <a:lnTo>
                    <a:pt x="6344254" y="966400"/>
                  </a:lnTo>
                  <a:lnTo>
                    <a:pt x="6298266" y="903779"/>
                  </a:lnTo>
                  <a:lnTo>
                    <a:pt x="6252237" y="840990"/>
                  </a:lnTo>
                  <a:lnTo>
                    <a:pt x="6206315" y="778648"/>
                  </a:lnTo>
                  <a:lnTo>
                    <a:pt x="6160638" y="717354"/>
                  </a:lnTo>
                  <a:lnTo>
                    <a:pt x="6115321" y="657665"/>
                  </a:lnTo>
                  <a:lnTo>
                    <a:pt x="6070449" y="600075"/>
                  </a:lnTo>
                  <a:lnTo>
                    <a:pt x="6026061" y="545001"/>
                  </a:lnTo>
                  <a:lnTo>
                    <a:pt x="5982146" y="492774"/>
                  </a:lnTo>
                  <a:lnTo>
                    <a:pt x="5938635" y="443629"/>
                  </a:lnTo>
                  <a:lnTo>
                    <a:pt x="5895391" y="397712"/>
                  </a:lnTo>
                  <a:lnTo>
                    <a:pt x="5852208" y="355079"/>
                  </a:lnTo>
                  <a:lnTo>
                    <a:pt x="5808798" y="315710"/>
                  </a:lnTo>
                  <a:lnTo>
                    <a:pt x="5784835" y="295535"/>
                  </a:lnTo>
                  <a:lnTo>
                    <a:pt x="5735786" y="257791"/>
                  </a:lnTo>
                  <a:lnTo>
                    <a:pt x="5685071" y="223845"/>
                  </a:lnTo>
                  <a:lnTo>
                    <a:pt x="5631897" y="193500"/>
                  </a:lnTo>
                  <a:lnTo>
                    <a:pt x="5575378" y="166426"/>
                  </a:lnTo>
                  <a:lnTo>
                    <a:pt x="5514611" y="142251"/>
                  </a:lnTo>
                  <a:lnTo>
                    <a:pt x="5448756" y="120618"/>
                  </a:lnTo>
                  <a:lnTo>
                    <a:pt x="5377128" y="101211"/>
                  </a:lnTo>
                  <a:lnTo>
                    <a:pt x="5299331" y="83777"/>
                  </a:lnTo>
                  <a:lnTo>
                    <a:pt x="5215428" y="68130"/>
                  </a:lnTo>
                  <a:lnTo>
                    <a:pt x="5126146" y="54155"/>
                  </a:lnTo>
                  <a:lnTo>
                    <a:pt x="5033074" y="41805"/>
                  </a:lnTo>
                  <a:lnTo>
                    <a:pt x="4938801" y="31086"/>
                  </a:lnTo>
                  <a:lnTo>
                    <a:pt x="4846881" y="22034"/>
                  </a:lnTo>
                  <a:lnTo>
                    <a:pt x="4761536" y="14683"/>
                  </a:lnTo>
                  <a:lnTo>
                    <a:pt x="4687060" y="9023"/>
                  </a:lnTo>
                  <a:lnTo>
                    <a:pt x="4626997" y="4964"/>
                  </a:lnTo>
                  <a:lnTo>
                    <a:pt x="4583337" y="2324"/>
                  </a:lnTo>
                  <a:lnTo>
                    <a:pt x="4555965" y="836"/>
                  </a:lnTo>
                  <a:lnTo>
                    <a:pt x="4542537" y="177"/>
                  </a:lnTo>
                  <a:lnTo>
                    <a:pt x="4538699" y="6"/>
                  </a:lnTo>
                  <a:lnTo>
                    <a:pt x="4538543" y="0"/>
                  </a:lnTo>
                  <a:lnTo>
                    <a:pt x="4016409" y="0"/>
                  </a:lnTo>
                  <a:lnTo>
                    <a:pt x="4015173" y="42"/>
                  </a:lnTo>
                  <a:lnTo>
                    <a:pt x="4007084" y="348"/>
                  </a:lnTo>
                  <a:lnTo>
                    <a:pt x="3986844" y="1195"/>
                  </a:lnTo>
                  <a:lnTo>
                    <a:pt x="3951041" y="2857"/>
                  </a:lnTo>
                  <a:lnTo>
                    <a:pt x="3898457" y="5581"/>
                  </a:lnTo>
                  <a:lnTo>
                    <a:pt x="3830132" y="9551"/>
                  </a:lnTo>
                  <a:lnTo>
                    <a:pt x="3749003" y="14876"/>
                  </a:lnTo>
                  <a:lnTo>
                    <a:pt x="3659176" y="21592"/>
                  </a:lnTo>
                  <a:lnTo>
                    <a:pt x="3565058" y="29684"/>
                  </a:lnTo>
                  <a:lnTo>
                    <a:pt x="3470621" y="39120"/>
                  </a:lnTo>
                  <a:lnTo>
                    <a:pt x="3378952" y="49880"/>
                  </a:lnTo>
                  <a:lnTo>
                    <a:pt x="3292112" y="61982"/>
                  </a:lnTo>
                  <a:lnTo>
                    <a:pt x="3211204" y="75495"/>
                  </a:lnTo>
                  <a:lnTo>
                    <a:pt x="3136563" y="90544"/>
                  </a:lnTo>
                  <a:lnTo>
                    <a:pt x="3067966" y="107315"/>
                  </a:lnTo>
                  <a:lnTo>
                    <a:pt x="3004829" y="126045"/>
                  </a:lnTo>
                  <a:lnTo>
                    <a:pt x="2946352" y="147015"/>
                  </a:lnTo>
                  <a:lnTo>
                    <a:pt x="2891636" y="170529"/>
                  </a:lnTo>
                  <a:lnTo>
                    <a:pt x="2839767" y="196879"/>
                  </a:lnTo>
                  <a:lnTo>
                    <a:pt x="2789892" y="226283"/>
                  </a:lnTo>
                  <a:lnTo>
                    <a:pt x="2770117" y="239063"/>
                  </a:lnTo>
                  <a:lnTo>
                    <a:pt x="2723920" y="271331"/>
                  </a:lnTo>
                  <a:lnTo>
                    <a:pt x="2678174" y="306519"/>
                  </a:lnTo>
                  <a:lnTo>
                    <a:pt x="2632488" y="344679"/>
                  </a:lnTo>
                  <a:lnTo>
                    <a:pt x="2586580" y="385788"/>
                  </a:lnTo>
                  <a:lnTo>
                    <a:pt x="2540260" y="429736"/>
                  </a:lnTo>
                  <a:lnTo>
                    <a:pt x="2493426" y="476322"/>
                  </a:lnTo>
                  <a:lnTo>
                    <a:pt x="2446048" y="525251"/>
                  </a:lnTo>
                  <a:lnTo>
                    <a:pt x="2398164" y="576139"/>
                  </a:lnTo>
                  <a:lnTo>
                    <a:pt x="2349867" y="628518"/>
                  </a:lnTo>
                  <a:lnTo>
                    <a:pt x="2301292" y="681859"/>
                  </a:lnTo>
                  <a:lnTo>
                    <a:pt x="2252603" y="735588"/>
                  </a:lnTo>
                  <a:lnTo>
                    <a:pt x="2203974" y="789115"/>
                  </a:lnTo>
                  <a:lnTo>
                    <a:pt x="2155573" y="841857"/>
                  </a:lnTo>
                  <a:lnTo>
                    <a:pt x="2107547" y="893269"/>
                  </a:lnTo>
                  <a:lnTo>
                    <a:pt x="2060002" y="942861"/>
                  </a:lnTo>
                  <a:lnTo>
                    <a:pt x="2012996" y="990223"/>
                  </a:lnTo>
                  <a:lnTo>
                    <a:pt x="1966522" y="1035029"/>
                  </a:lnTo>
                  <a:lnTo>
                    <a:pt x="1920500" y="1077050"/>
                  </a:lnTo>
                  <a:lnTo>
                    <a:pt x="1874770" y="1116146"/>
                  </a:lnTo>
                  <a:lnTo>
                    <a:pt x="1829079" y="1152269"/>
                  </a:lnTo>
                  <a:lnTo>
                    <a:pt x="1783074" y="1185449"/>
                  </a:lnTo>
                  <a:lnTo>
                    <a:pt x="1768425" y="1195317"/>
                  </a:lnTo>
                  <a:lnTo>
                    <a:pt x="1719145" y="1225983"/>
                  </a:lnTo>
                  <a:lnTo>
                    <a:pt x="1668179" y="1253550"/>
                  </a:lnTo>
                  <a:lnTo>
                    <a:pt x="1614723" y="1278178"/>
                  </a:lnTo>
                  <a:lnTo>
                    <a:pt x="1557878" y="1300141"/>
                  </a:lnTo>
                  <a:lnTo>
                    <a:pt x="1496730" y="1319741"/>
                  </a:lnTo>
                  <a:lnTo>
                    <a:pt x="1430427" y="1337273"/>
                  </a:lnTo>
                  <a:lnTo>
                    <a:pt x="1358282" y="1352993"/>
                  </a:lnTo>
                  <a:lnTo>
                    <a:pt x="1279904" y="1367108"/>
                  </a:lnTo>
                  <a:lnTo>
                    <a:pt x="1195379" y="1379769"/>
                  </a:lnTo>
                  <a:lnTo>
                    <a:pt x="1105472" y="1391067"/>
                  </a:lnTo>
                  <a:lnTo>
                    <a:pt x="1011841" y="1401040"/>
                  </a:lnTo>
                  <a:lnTo>
                    <a:pt x="917158" y="1409680"/>
                  </a:lnTo>
                  <a:lnTo>
                    <a:pt x="825076" y="1416956"/>
                  </a:lnTo>
                  <a:lnTo>
                    <a:pt x="739899" y="1422842"/>
                  </a:lnTo>
                  <a:lnTo>
                    <a:pt x="665955" y="1427352"/>
                  </a:lnTo>
                  <a:lnTo>
                    <a:pt x="606759" y="1430562"/>
                  </a:lnTo>
                  <a:lnTo>
                    <a:pt x="564185" y="1432627"/>
                  </a:lnTo>
                  <a:lnTo>
                    <a:pt x="537943" y="1433771"/>
                  </a:lnTo>
                  <a:lnTo>
                    <a:pt x="525478" y="1434261"/>
                  </a:lnTo>
                  <a:lnTo>
                    <a:pt x="522133" y="1434381"/>
                  </a:lnTo>
                  <a:lnTo>
                    <a:pt x="0" y="1434381"/>
                  </a:lnTo>
                  <a:close/>
                </a:path>
              </a:pathLst>
            </a:custGeom>
            <a:solidFill>
              <a:srgbClr val="D9B26F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1650" name="pl1650"/>
            <p:cNvSpPr/>
            <p:nvPr/>
          </p:nvSpPr>
          <p:spPr>
            <a:xfrm>
              <a:off x="386606" y="3805832"/>
              <a:ext cx="8554953" cy="1773211"/>
            </a:xfrm>
            <a:custGeom>
              <a:avLst/>
              <a:pathLst>
                <a:path w="8554953" h="1773211">
                  <a:moveTo>
                    <a:pt x="0" y="1434381"/>
                  </a:moveTo>
                  <a:lnTo>
                    <a:pt x="522133" y="1434381"/>
                  </a:lnTo>
                  <a:lnTo>
                    <a:pt x="523370" y="1434338"/>
                  </a:lnTo>
                  <a:lnTo>
                    <a:pt x="531458" y="1434032"/>
                  </a:lnTo>
                  <a:lnTo>
                    <a:pt x="551698" y="1433186"/>
                  </a:lnTo>
                  <a:lnTo>
                    <a:pt x="587501" y="1431523"/>
                  </a:lnTo>
                  <a:lnTo>
                    <a:pt x="640085" y="1428800"/>
                  </a:lnTo>
                  <a:lnTo>
                    <a:pt x="708411" y="1424830"/>
                  </a:lnTo>
                  <a:lnTo>
                    <a:pt x="789539" y="1419505"/>
                  </a:lnTo>
                  <a:lnTo>
                    <a:pt x="879366" y="1412789"/>
                  </a:lnTo>
                  <a:lnTo>
                    <a:pt x="973484" y="1404697"/>
                  </a:lnTo>
                  <a:lnTo>
                    <a:pt x="1067921" y="1395260"/>
                  </a:lnTo>
                  <a:lnTo>
                    <a:pt x="1159590" y="1384500"/>
                  </a:lnTo>
                  <a:lnTo>
                    <a:pt x="1246430" y="1372398"/>
                  </a:lnTo>
                  <a:lnTo>
                    <a:pt x="1327338" y="1358886"/>
                  </a:lnTo>
                  <a:lnTo>
                    <a:pt x="1401979" y="1343836"/>
                  </a:lnTo>
                  <a:lnTo>
                    <a:pt x="1470576" y="1327066"/>
                  </a:lnTo>
                  <a:lnTo>
                    <a:pt x="1533713" y="1308336"/>
                  </a:lnTo>
                  <a:lnTo>
                    <a:pt x="1592190" y="1287366"/>
                  </a:lnTo>
                  <a:lnTo>
                    <a:pt x="1646906" y="1263852"/>
                  </a:lnTo>
                  <a:lnTo>
                    <a:pt x="1698775" y="1237501"/>
                  </a:lnTo>
                  <a:lnTo>
                    <a:pt x="1748650" y="1208097"/>
                  </a:lnTo>
                  <a:lnTo>
                    <a:pt x="1768425" y="1195317"/>
                  </a:lnTo>
                  <a:lnTo>
                    <a:pt x="1814622" y="1163049"/>
                  </a:lnTo>
                  <a:lnTo>
                    <a:pt x="1860368" y="1127861"/>
                  </a:lnTo>
                  <a:lnTo>
                    <a:pt x="1906054" y="1089701"/>
                  </a:lnTo>
                  <a:lnTo>
                    <a:pt x="1951963" y="1048593"/>
                  </a:lnTo>
                  <a:lnTo>
                    <a:pt x="1998282" y="1004645"/>
                  </a:lnTo>
                  <a:lnTo>
                    <a:pt x="2045116" y="958058"/>
                  </a:lnTo>
                  <a:lnTo>
                    <a:pt x="2092494" y="909129"/>
                  </a:lnTo>
                  <a:lnTo>
                    <a:pt x="2140378" y="858242"/>
                  </a:lnTo>
                  <a:lnTo>
                    <a:pt x="2188675" y="805862"/>
                  </a:lnTo>
                  <a:lnTo>
                    <a:pt x="2237250" y="752521"/>
                  </a:lnTo>
                  <a:lnTo>
                    <a:pt x="2285939" y="698792"/>
                  </a:lnTo>
                  <a:lnTo>
                    <a:pt x="2334568" y="645266"/>
                  </a:lnTo>
                  <a:lnTo>
                    <a:pt x="2382969" y="592523"/>
                  </a:lnTo>
                  <a:lnTo>
                    <a:pt x="2430995" y="541112"/>
                  </a:lnTo>
                  <a:lnTo>
                    <a:pt x="2478540" y="491519"/>
                  </a:lnTo>
                  <a:lnTo>
                    <a:pt x="2525546" y="444157"/>
                  </a:lnTo>
                  <a:lnTo>
                    <a:pt x="2572020" y="399351"/>
                  </a:lnTo>
                  <a:lnTo>
                    <a:pt x="2618042" y="357331"/>
                  </a:lnTo>
                  <a:lnTo>
                    <a:pt x="2663772" y="318234"/>
                  </a:lnTo>
                  <a:lnTo>
                    <a:pt x="2709463" y="282111"/>
                  </a:lnTo>
                  <a:lnTo>
                    <a:pt x="2755468" y="248932"/>
                  </a:lnTo>
                  <a:lnTo>
                    <a:pt x="2770117" y="239063"/>
                  </a:lnTo>
                  <a:lnTo>
                    <a:pt x="2819397" y="208397"/>
                  </a:lnTo>
                  <a:lnTo>
                    <a:pt x="2870363" y="180831"/>
                  </a:lnTo>
                  <a:lnTo>
                    <a:pt x="2923819" y="156202"/>
                  </a:lnTo>
                  <a:lnTo>
                    <a:pt x="2980664" y="134240"/>
                  </a:lnTo>
                  <a:lnTo>
                    <a:pt x="3041812" y="114640"/>
                  </a:lnTo>
                  <a:lnTo>
                    <a:pt x="3108115" y="97108"/>
                  </a:lnTo>
                  <a:lnTo>
                    <a:pt x="3180260" y="81388"/>
                  </a:lnTo>
                  <a:lnTo>
                    <a:pt x="3258638" y="67272"/>
                  </a:lnTo>
                  <a:lnTo>
                    <a:pt x="3343163" y="54611"/>
                  </a:lnTo>
                  <a:lnTo>
                    <a:pt x="3433070" y="43313"/>
                  </a:lnTo>
                  <a:lnTo>
                    <a:pt x="3526702" y="33341"/>
                  </a:lnTo>
                  <a:lnTo>
                    <a:pt x="3621384" y="24701"/>
                  </a:lnTo>
                  <a:lnTo>
                    <a:pt x="3713466" y="17425"/>
                  </a:lnTo>
                  <a:lnTo>
                    <a:pt x="3798644" y="11538"/>
                  </a:lnTo>
                  <a:lnTo>
                    <a:pt x="3872587" y="7028"/>
                  </a:lnTo>
                  <a:lnTo>
                    <a:pt x="3931783" y="3819"/>
                  </a:lnTo>
                  <a:lnTo>
                    <a:pt x="3974357" y="1754"/>
                  </a:lnTo>
                  <a:lnTo>
                    <a:pt x="4000599" y="610"/>
                  </a:lnTo>
                  <a:lnTo>
                    <a:pt x="4013064" y="119"/>
                  </a:lnTo>
                  <a:lnTo>
                    <a:pt x="4016325" y="2"/>
                  </a:lnTo>
                  <a:lnTo>
                    <a:pt x="4016409" y="0"/>
                  </a:lnTo>
                  <a:lnTo>
                    <a:pt x="4538543" y="0"/>
                  </a:lnTo>
                  <a:lnTo>
                    <a:pt x="4539763" y="52"/>
                  </a:lnTo>
                  <a:lnTo>
                    <a:pt x="4547744" y="425"/>
                  </a:lnTo>
                  <a:lnTo>
                    <a:pt x="4567726" y="1456"/>
                  </a:lnTo>
                  <a:lnTo>
                    <a:pt x="4603095" y="3483"/>
                  </a:lnTo>
                  <a:lnTo>
                    <a:pt x="4655091" y="6804"/>
                  </a:lnTo>
                  <a:lnTo>
                    <a:pt x="4722731" y="11648"/>
                  </a:lnTo>
                  <a:lnTo>
                    <a:pt x="4803158" y="18150"/>
                  </a:lnTo>
                  <a:lnTo>
                    <a:pt x="4892344" y="26354"/>
                  </a:lnTo>
                  <a:lnTo>
                    <a:pt x="4985938" y="36245"/>
                  </a:lnTo>
                  <a:lnTo>
                    <a:pt x="5079997" y="47785"/>
                  </a:lnTo>
                  <a:lnTo>
                    <a:pt x="5171432" y="60946"/>
                  </a:lnTo>
                  <a:lnTo>
                    <a:pt x="5258162" y="75748"/>
                  </a:lnTo>
                  <a:lnTo>
                    <a:pt x="5339052" y="92271"/>
                  </a:lnTo>
                  <a:lnTo>
                    <a:pt x="5413736" y="110664"/>
                  </a:lnTo>
                  <a:lnTo>
                    <a:pt x="5482404" y="131150"/>
                  </a:lnTo>
                  <a:lnTo>
                    <a:pt x="5545614" y="154012"/>
                  </a:lnTo>
                  <a:lnTo>
                    <a:pt x="5604143" y="179592"/>
                  </a:lnTo>
                  <a:lnTo>
                    <a:pt x="5658875" y="208258"/>
                  </a:lnTo>
                  <a:lnTo>
                    <a:pt x="5710711" y="240370"/>
                  </a:lnTo>
                  <a:lnTo>
                    <a:pt x="5760502" y="276206"/>
                  </a:lnTo>
                  <a:lnTo>
                    <a:pt x="5784835" y="295535"/>
                  </a:lnTo>
                  <a:lnTo>
                    <a:pt x="5828525" y="333155"/>
                  </a:lnTo>
                  <a:lnTo>
                    <a:pt x="5871791" y="373996"/>
                  </a:lnTo>
                  <a:lnTo>
                    <a:pt x="5914970" y="418119"/>
                  </a:lnTo>
                  <a:lnTo>
                    <a:pt x="5958314" y="465512"/>
                  </a:lnTo>
                  <a:lnTo>
                    <a:pt x="6001996" y="516077"/>
                  </a:lnTo>
                  <a:lnTo>
                    <a:pt x="6046120" y="569629"/>
                  </a:lnTo>
                  <a:lnTo>
                    <a:pt x="6090729" y="625890"/>
                  </a:lnTo>
                  <a:lnTo>
                    <a:pt x="6135811" y="684488"/>
                  </a:lnTo>
                  <a:lnTo>
                    <a:pt x="6181303" y="744970"/>
                  </a:lnTo>
                  <a:lnTo>
                    <a:pt x="6227108" y="806811"/>
                  </a:lnTo>
                  <a:lnTo>
                    <a:pt x="6273096" y="869432"/>
                  </a:lnTo>
                  <a:lnTo>
                    <a:pt x="6319125" y="932221"/>
                  </a:lnTo>
                  <a:lnTo>
                    <a:pt x="6365047" y="994563"/>
                  </a:lnTo>
                  <a:lnTo>
                    <a:pt x="6410724" y="1055857"/>
                  </a:lnTo>
                  <a:lnTo>
                    <a:pt x="6456041" y="1115546"/>
                  </a:lnTo>
                  <a:lnTo>
                    <a:pt x="6500913" y="1173136"/>
                  </a:lnTo>
                  <a:lnTo>
                    <a:pt x="6545301" y="1228210"/>
                  </a:lnTo>
                  <a:lnTo>
                    <a:pt x="6589216" y="1280437"/>
                  </a:lnTo>
                  <a:lnTo>
                    <a:pt x="6632727" y="1329582"/>
                  </a:lnTo>
                  <a:lnTo>
                    <a:pt x="6675971" y="1375499"/>
                  </a:lnTo>
                  <a:lnTo>
                    <a:pt x="6719153" y="1418132"/>
                  </a:lnTo>
                  <a:lnTo>
                    <a:pt x="6762564" y="1457501"/>
                  </a:lnTo>
                  <a:lnTo>
                    <a:pt x="6786527" y="1477676"/>
                  </a:lnTo>
                  <a:lnTo>
                    <a:pt x="6835576" y="1515419"/>
                  </a:lnTo>
                  <a:lnTo>
                    <a:pt x="6886291" y="1549366"/>
                  </a:lnTo>
                  <a:lnTo>
                    <a:pt x="6939465" y="1579711"/>
                  </a:lnTo>
                  <a:lnTo>
                    <a:pt x="6995984" y="1606785"/>
                  </a:lnTo>
                  <a:lnTo>
                    <a:pt x="7056750" y="1630960"/>
                  </a:lnTo>
                  <a:lnTo>
                    <a:pt x="7122606" y="1652593"/>
                  </a:lnTo>
                  <a:lnTo>
                    <a:pt x="7194234" y="1671999"/>
                  </a:lnTo>
                  <a:lnTo>
                    <a:pt x="7272031" y="1689434"/>
                  </a:lnTo>
                  <a:lnTo>
                    <a:pt x="7355934" y="1705081"/>
                  </a:lnTo>
                  <a:lnTo>
                    <a:pt x="7445216" y="1719055"/>
                  </a:lnTo>
                  <a:lnTo>
                    <a:pt x="7538288" y="1731406"/>
                  </a:lnTo>
                  <a:lnTo>
                    <a:pt x="7632561" y="1742125"/>
                  </a:lnTo>
                  <a:lnTo>
                    <a:pt x="7724481" y="1751176"/>
                  </a:lnTo>
                  <a:lnTo>
                    <a:pt x="7809826" y="1758527"/>
                  </a:lnTo>
                  <a:lnTo>
                    <a:pt x="7884302" y="1764188"/>
                  </a:lnTo>
                  <a:lnTo>
                    <a:pt x="7944365" y="1768247"/>
                  </a:lnTo>
                  <a:lnTo>
                    <a:pt x="7988025" y="1770887"/>
                  </a:lnTo>
                  <a:lnTo>
                    <a:pt x="8015397" y="1772374"/>
                  </a:lnTo>
                  <a:lnTo>
                    <a:pt x="8028825" y="1773034"/>
                  </a:lnTo>
                  <a:lnTo>
                    <a:pt x="8032663" y="1773205"/>
                  </a:lnTo>
                  <a:lnTo>
                    <a:pt x="8032819" y="1773211"/>
                  </a:lnTo>
                  <a:lnTo>
                    <a:pt x="8554953" y="1773211"/>
                  </a:lnTo>
                  <a:lnTo>
                    <a:pt x="8554953" y="1773211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651" name="pl1651"/>
            <p:cNvSpPr/>
            <p:nvPr/>
          </p:nvSpPr>
          <p:spPr>
            <a:xfrm>
              <a:off x="386606" y="3800185"/>
              <a:ext cx="8554953" cy="1773211"/>
            </a:xfrm>
            <a:custGeom>
              <a:avLst/>
              <a:pathLst>
                <a:path w="8554953" h="1773211">
                  <a:moveTo>
                    <a:pt x="8554953" y="1773211"/>
                  </a:moveTo>
                  <a:lnTo>
                    <a:pt x="8032819" y="1773211"/>
                  </a:lnTo>
                  <a:lnTo>
                    <a:pt x="8031599" y="1773159"/>
                  </a:lnTo>
                  <a:lnTo>
                    <a:pt x="8023618" y="1772786"/>
                  </a:lnTo>
                  <a:lnTo>
                    <a:pt x="8003636" y="1771754"/>
                  </a:lnTo>
                  <a:lnTo>
                    <a:pt x="7968267" y="1769728"/>
                  </a:lnTo>
                  <a:lnTo>
                    <a:pt x="7916271" y="1766406"/>
                  </a:lnTo>
                  <a:lnTo>
                    <a:pt x="7848631" y="1761562"/>
                  </a:lnTo>
                  <a:lnTo>
                    <a:pt x="7768204" y="1755061"/>
                  </a:lnTo>
                  <a:lnTo>
                    <a:pt x="7679018" y="1746857"/>
                  </a:lnTo>
                  <a:lnTo>
                    <a:pt x="7585424" y="1736965"/>
                  </a:lnTo>
                  <a:lnTo>
                    <a:pt x="7491364" y="1725426"/>
                  </a:lnTo>
                  <a:lnTo>
                    <a:pt x="7399930" y="1712265"/>
                  </a:lnTo>
                  <a:lnTo>
                    <a:pt x="7313200" y="1697463"/>
                  </a:lnTo>
                  <a:lnTo>
                    <a:pt x="7232310" y="1680940"/>
                  </a:lnTo>
                  <a:lnTo>
                    <a:pt x="7157626" y="1662546"/>
                  </a:lnTo>
                  <a:lnTo>
                    <a:pt x="7088958" y="1642061"/>
                  </a:lnTo>
                  <a:lnTo>
                    <a:pt x="7025748" y="1619198"/>
                  </a:lnTo>
                  <a:lnTo>
                    <a:pt x="6967219" y="1593619"/>
                  </a:lnTo>
                  <a:lnTo>
                    <a:pt x="6912487" y="1564953"/>
                  </a:lnTo>
                  <a:lnTo>
                    <a:pt x="6860650" y="1532841"/>
                  </a:lnTo>
                  <a:lnTo>
                    <a:pt x="6810860" y="1497005"/>
                  </a:lnTo>
                  <a:lnTo>
                    <a:pt x="6786527" y="1477676"/>
                  </a:lnTo>
                  <a:lnTo>
                    <a:pt x="6742837" y="1440056"/>
                  </a:lnTo>
                  <a:lnTo>
                    <a:pt x="6699571" y="1399215"/>
                  </a:lnTo>
                  <a:lnTo>
                    <a:pt x="6656392" y="1355092"/>
                  </a:lnTo>
                  <a:lnTo>
                    <a:pt x="6613048" y="1307699"/>
                  </a:lnTo>
                  <a:lnTo>
                    <a:pt x="6569366" y="1257134"/>
                  </a:lnTo>
                  <a:lnTo>
                    <a:pt x="6525242" y="1203582"/>
                  </a:lnTo>
                  <a:lnTo>
                    <a:pt x="6480632" y="1147321"/>
                  </a:lnTo>
                  <a:lnTo>
                    <a:pt x="6435551" y="1088723"/>
                  </a:lnTo>
                  <a:lnTo>
                    <a:pt x="6390059" y="1028240"/>
                  </a:lnTo>
                  <a:lnTo>
                    <a:pt x="6344254" y="966400"/>
                  </a:lnTo>
                  <a:lnTo>
                    <a:pt x="6298266" y="903779"/>
                  </a:lnTo>
                  <a:lnTo>
                    <a:pt x="6252237" y="840990"/>
                  </a:lnTo>
                  <a:lnTo>
                    <a:pt x="6206315" y="778648"/>
                  </a:lnTo>
                  <a:lnTo>
                    <a:pt x="6160638" y="717354"/>
                  </a:lnTo>
                  <a:lnTo>
                    <a:pt x="6115321" y="657665"/>
                  </a:lnTo>
                  <a:lnTo>
                    <a:pt x="6070449" y="600075"/>
                  </a:lnTo>
                  <a:lnTo>
                    <a:pt x="6026061" y="545001"/>
                  </a:lnTo>
                  <a:lnTo>
                    <a:pt x="5982146" y="492774"/>
                  </a:lnTo>
                  <a:lnTo>
                    <a:pt x="5938635" y="443629"/>
                  </a:lnTo>
                  <a:lnTo>
                    <a:pt x="5895391" y="397712"/>
                  </a:lnTo>
                  <a:lnTo>
                    <a:pt x="5852208" y="355079"/>
                  </a:lnTo>
                  <a:lnTo>
                    <a:pt x="5808798" y="315710"/>
                  </a:lnTo>
                  <a:lnTo>
                    <a:pt x="5784835" y="295535"/>
                  </a:lnTo>
                  <a:lnTo>
                    <a:pt x="5735786" y="257791"/>
                  </a:lnTo>
                  <a:lnTo>
                    <a:pt x="5685071" y="223845"/>
                  </a:lnTo>
                  <a:lnTo>
                    <a:pt x="5631897" y="193500"/>
                  </a:lnTo>
                  <a:lnTo>
                    <a:pt x="5575378" y="166426"/>
                  </a:lnTo>
                  <a:lnTo>
                    <a:pt x="5514611" y="142251"/>
                  </a:lnTo>
                  <a:lnTo>
                    <a:pt x="5448756" y="120618"/>
                  </a:lnTo>
                  <a:lnTo>
                    <a:pt x="5377128" y="101211"/>
                  </a:lnTo>
                  <a:lnTo>
                    <a:pt x="5299331" y="83777"/>
                  </a:lnTo>
                  <a:lnTo>
                    <a:pt x="5215428" y="68130"/>
                  </a:lnTo>
                  <a:lnTo>
                    <a:pt x="5126146" y="54155"/>
                  </a:lnTo>
                  <a:lnTo>
                    <a:pt x="5033074" y="41805"/>
                  </a:lnTo>
                  <a:lnTo>
                    <a:pt x="4938801" y="31086"/>
                  </a:lnTo>
                  <a:lnTo>
                    <a:pt x="4846881" y="22034"/>
                  </a:lnTo>
                  <a:lnTo>
                    <a:pt x="4761536" y="14683"/>
                  </a:lnTo>
                  <a:lnTo>
                    <a:pt x="4687060" y="9023"/>
                  </a:lnTo>
                  <a:lnTo>
                    <a:pt x="4626997" y="4964"/>
                  </a:lnTo>
                  <a:lnTo>
                    <a:pt x="4583337" y="2324"/>
                  </a:lnTo>
                  <a:lnTo>
                    <a:pt x="4555965" y="836"/>
                  </a:lnTo>
                  <a:lnTo>
                    <a:pt x="4542537" y="177"/>
                  </a:lnTo>
                  <a:lnTo>
                    <a:pt x="4538699" y="6"/>
                  </a:lnTo>
                  <a:lnTo>
                    <a:pt x="4538543" y="0"/>
                  </a:lnTo>
                  <a:lnTo>
                    <a:pt x="4016409" y="0"/>
                  </a:lnTo>
                  <a:lnTo>
                    <a:pt x="4015173" y="42"/>
                  </a:lnTo>
                  <a:lnTo>
                    <a:pt x="4007084" y="348"/>
                  </a:lnTo>
                  <a:lnTo>
                    <a:pt x="3986844" y="1195"/>
                  </a:lnTo>
                  <a:lnTo>
                    <a:pt x="3951041" y="2857"/>
                  </a:lnTo>
                  <a:lnTo>
                    <a:pt x="3898457" y="5581"/>
                  </a:lnTo>
                  <a:lnTo>
                    <a:pt x="3830132" y="9551"/>
                  </a:lnTo>
                  <a:lnTo>
                    <a:pt x="3749003" y="14876"/>
                  </a:lnTo>
                  <a:lnTo>
                    <a:pt x="3659176" y="21592"/>
                  </a:lnTo>
                  <a:lnTo>
                    <a:pt x="3565058" y="29684"/>
                  </a:lnTo>
                  <a:lnTo>
                    <a:pt x="3470621" y="39120"/>
                  </a:lnTo>
                  <a:lnTo>
                    <a:pt x="3378952" y="49880"/>
                  </a:lnTo>
                  <a:lnTo>
                    <a:pt x="3292112" y="61982"/>
                  </a:lnTo>
                  <a:lnTo>
                    <a:pt x="3211204" y="75495"/>
                  </a:lnTo>
                  <a:lnTo>
                    <a:pt x="3136563" y="90544"/>
                  </a:lnTo>
                  <a:lnTo>
                    <a:pt x="3067966" y="107315"/>
                  </a:lnTo>
                  <a:lnTo>
                    <a:pt x="3004829" y="126045"/>
                  </a:lnTo>
                  <a:lnTo>
                    <a:pt x="2946352" y="147015"/>
                  </a:lnTo>
                  <a:lnTo>
                    <a:pt x="2891636" y="170529"/>
                  </a:lnTo>
                  <a:lnTo>
                    <a:pt x="2839767" y="196879"/>
                  </a:lnTo>
                  <a:lnTo>
                    <a:pt x="2789892" y="226283"/>
                  </a:lnTo>
                  <a:lnTo>
                    <a:pt x="2770117" y="239063"/>
                  </a:lnTo>
                  <a:lnTo>
                    <a:pt x="2723920" y="271331"/>
                  </a:lnTo>
                  <a:lnTo>
                    <a:pt x="2678174" y="306519"/>
                  </a:lnTo>
                  <a:lnTo>
                    <a:pt x="2632488" y="344679"/>
                  </a:lnTo>
                  <a:lnTo>
                    <a:pt x="2586580" y="385788"/>
                  </a:lnTo>
                  <a:lnTo>
                    <a:pt x="2540260" y="429736"/>
                  </a:lnTo>
                  <a:lnTo>
                    <a:pt x="2493426" y="476322"/>
                  </a:lnTo>
                  <a:lnTo>
                    <a:pt x="2446048" y="525251"/>
                  </a:lnTo>
                  <a:lnTo>
                    <a:pt x="2398164" y="576139"/>
                  </a:lnTo>
                  <a:lnTo>
                    <a:pt x="2349867" y="628518"/>
                  </a:lnTo>
                  <a:lnTo>
                    <a:pt x="2301292" y="681859"/>
                  </a:lnTo>
                  <a:lnTo>
                    <a:pt x="2252603" y="735588"/>
                  </a:lnTo>
                  <a:lnTo>
                    <a:pt x="2203974" y="789115"/>
                  </a:lnTo>
                  <a:lnTo>
                    <a:pt x="2155573" y="841857"/>
                  </a:lnTo>
                  <a:lnTo>
                    <a:pt x="2107547" y="893269"/>
                  </a:lnTo>
                  <a:lnTo>
                    <a:pt x="2060002" y="942861"/>
                  </a:lnTo>
                  <a:lnTo>
                    <a:pt x="2012996" y="990223"/>
                  </a:lnTo>
                  <a:lnTo>
                    <a:pt x="1966522" y="1035029"/>
                  </a:lnTo>
                  <a:lnTo>
                    <a:pt x="1920500" y="1077050"/>
                  </a:lnTo>
                  <a:lnTo>
                    <a:pt x="1874770" y="1116146"/>
                  </a:lnTo>
                  <a:lnTo>
                    <a:pt x="1829079" y="1152269"/>
                  </a:lnTo>
                  <a:lnTo>
                    <a:pt x="1783074" y="1185449"/>
                  </a:lnTo>
                  <a:lnTo>
                    <a:pt x="1768425" y="1195317"/>
                  </a:lnTo>
                  <a:lnTo>
                    <a:pt x="1719145" y="1225983"/>
                  </a:lnTo>
                  <a:lnTo>
                    <a:pt x="1668179" y="1253550"/>
                  </a:lnTo>
                  <a:lnTo>
                    <a:pt x="1614723" y="1278178"/>
                  </a:lnTo>
                  <a:lnTo>
                    <a:pt x="1557878" y="1300141"/>
                  </a:lnTo>
                  <a:lnTo>
                    <a:pt x="1496730" y="1319741"/>
                  </a:lnTo>
                  <a:lnTo>
                    <a:pt x="1430427" y="1337273"/>
                  </a:lnTo>
                  <a:lnTo>
                    <a:pt x="1358282" y="1352993"/>
                  </a:lnTo>
                  <a:lnTo>
                    <a:pt x="1279904" y="1367108"/>
                  </a:lnTo>
                  <a:lnTo>
                    <a:pt x="1195379" y="1379769"/>
                  </a:lnTo>
                  <a:lnTo>
                    <a:pt x="1105472" y="1391067"/>
                  </a:lnTo>
                  <a:lnTo>
                    <a:pt x="1011841" y="1401040"/>
                  </a:lnTo>
                  <a:lnTo>
                    <a:pt x="917158" y="1409680"/>
                  </a:lnTo>
                  <a:lnTo>
                    <a:pt x="825076" y="1416956"/>
                  </a:lnTo>
                  <a:lnTo>
                    <a:pt x="739899" y="1422842"/>
                  </a:lnTo>
                  <a:lnTo>
                    <a:pt x="665955" y="1427352"/>
                  </a:lnTo>
                  <a:lnTo>
                    <a:pt x="606759" y="1430562"/>
                  </a:lnTo>
                  <a:lnTo>
                    <a:pt x="564185" y="1432627"/>
                  </a:lnTo>
                  <a:lnTo>
                    <a:pt x="537943" y="1433771"/>
                  </a:lnTo>
                  <a:lnTo>
                    <a:pt x="525478" y="1434261"/>
                  </a:lnTo>
                  <a:lnTo>
                    <a:pt x="522218" y="1434378"/>
                  </a:lnTo>
                  <a:lnTo>
                    <a:pt x="522133" y="1434381"/>
                  </a:lnTo>
                  <a:lnTo>
                    <a:pt x="0" y="1434381"/>
                  </a:lnTo>
                  <a:lnTo>
                    <a:pt x="0" y="1434381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652" name="pg1652"/>
            <p:cNvSpPr/>
            <p:nvPr/>
          </p:nvSpPr>
          <p:spPr>
            <a:xfrm>
              <a:off x="386606" y="575650"/>
              <a:ext cx="8554953" cy="4952569"/>
            </a:xfrm>
            <a:custGeom>
              <a:avLst/>
              <a:pathLst>
                <a:path w="8554953" h="4952569">
                  <a:moveTo>
                    <a:pt x="0" y="4715387"/>
                  </a:moveTo>
                  <a:lnTo>
                    <a:pt x="522133" y="4715387"/>
                  </a:lnTo>
                  <a:lnTo>
                    <a:pt x="523402" y="4715395"/>
                  </a:lnTo>
                  <a:lnTo>
                    <a:pt x="531697" y="4715447"/>
                  </a:lnTo>
                  <a:lnTo>
                    <a:pt x="552435" y="4715590"/>
                  </a:lnTo>
                  <a:lnTo>
                    <a:pt x="589071" y="4715873"/>
                  </a:lnTo>
                  <a:lnTo>
                    <a:pt x="642782" y="4716335"/>
                  </a:lnTo>
                  <a:lnTo>
                    <a:pt x="712416" y="4717008"/>
                  </a:lnTo>
                  <a:lnTo>
                    <a:pt x="794879" y="4717909"/>
                  </a:lnTo>
                  <a:lnTo>
                    <a:pt x="885917" y="4719045"/>
                  </a:lnTo>
                  <a:lnTo>
                    <a:pt x="981016" y="4720412"/>
                  </a:lnTo>
                  <a:lnTo>
                    <a:pt x="1076156" y="4722004"/>
                  </a:lnTo>
                  <a:lnTo>
                    <a:pt x="1168252" y="4723820"/>
                  </a:lnTo>
                  <a:lnTo>
                    <a:pt x="1255286" y="4725862"/>
                  </a:lnTo>
                  <a:lnTo>
                    <a:pt x="1336215" y="4728143"/>
                  </a:lnTo>
                  <a:lnTo>
                    <a:pt x="1410769" y="4730686"/>
                  </a:lnTo>
                  <a:lnTo>
                    <a:pt x="1479228" y="4733523"/>
                  </a:lnTo>
                  <a:lnTo>
                    <a:pt x="1542229" y="4736695"/>
                  </a:lnTo>
                  <a:lnTo>
                    <a:pt x="1600612" y="4740252"/>
                  </a:lnTo>
                  <a:lnTo>
                    <a:pt x="1655309" y="4744244"/>
                  </a:lnTo>
                  <a:lnTo>
                    <a:pt x="1707252" y="4748721"/>
                  </a:lnTo>
                  <a:lnTo>
                    <a:pt x="1757298" y="4753716"/>
                  </a:lnTo>
                  <a:lnTo>
                    <a:pt x="1768425" y="4754918"/>
                  </a:lnTo>
                  <a:lnTo>
                    <a:pt x="1822354" y="4761200"/>
                  </a:lnTo>
                  <a:lnTo>
                    <a:pt x="1875763" y="4768144"/>
                  </a:lnTo>
                  <a:lnTo>
                    <a:pt x="1929232" y="4775759"/>
                  </a:lnTo>
                  <a:lnTo>
                    <a:pt x="1983145" y="4784030"/>
                  </a:lnTo>
                  <a:lnTo>
                    <a:pt x="2037725" y="4792912"/>
                  </a:lnTo>
                  <a:lnTo>
                    <a:pt x="2093044" y="4802335"/>
                  </a:lnTo>
                  <a:lnTo>
                    <a:pt x="2149051" y="4812199"/>
                  </a:lnTo>
                  <a:lnTo>
                    <a:pt x="2205590" y="4822378"/>
                  </a:lnTo>
                  <a:lnTo>
                    <a:pt x="2262434" y="4832730"/>
                  </a:lnTo>
                  <a:lnTo>
                    <a:pt x="2319310" y="4843100"/>
                  </a:lnTo>
                  <a:lnTo>
                    <a:pt x="2375946" y="4853335"/>
                  </a:lnTo>
                  <a:lnTo>
                    <a:pt x="2432098" y="4863286"/>
                  </a:lnTo>
                  <a:lnTo>
                    <a:pt x="2487592" y="4872825"/>
                  </a:lnTo>
                  <a:lnTo>
                    <a:pt x="2542347" y="4881845"/>
                  </a:lnTo>
                  <a:lnTo>
                    <a:pt x="2596407" y="4890268"/>
                  </a:lnTo>
                  <a:lnTo>
                    <a:pt x="2649953" y="4898043"/>
                  </a:lnTo>
                  <a:lnTo>
                    <a:pt x="2703332" y="4905148"/>
                  </a:lnTo>
                  <a:lnTo>
                    <a:pt x="2757072" y="4911588"/>
                  </a:lnTo>
                  <a:lnTo>
                    <a:pt x="2770117" y="4913038"/>
                  </a:lnTo>
                  <a:lnTo>
                    <a:pt x="2819838" y="4918152"/>
                  </a:lnTo>
                  <a:lnTo>
                    <a:pt x="2871282" y="4922743"/>
                  </a:lnTo>
                  <a:lnTo>
                    <a:pt x="2925276" y="4926841"/>
                  </a:lnTo>
                  <a:lnTo>
                    <a:pt x="2982743" y="4930492"/>
                  </a:lnTo>
                  <a:lnTo>
                    <a:pt x="3044622" y="4933747"/>
                  </a:lnTo>
                  <a:lnTo>
                    <a:pt x="3111782" y="4936656"/>
                  </a:lnTo>
                  <a:lnTo>
                    <a:pt x="3184917" y="4939262"/>
                  </a:lnTo>
                  <a:lnTo>
                    <a:pt x="3264406" y="4941600"/>
                  </a:lnTo>
                  <a:lnTo>
                    <a:pt x="3350120" y="4943695"/>
                  </a:lnTo>
                  <a:lnTo>
                    <a:pt x="3441211" y="4945561"/>
                  </a:lnTo>
                  <a:lnTo>
                    <a:pt x="3535894" y="4947204"/>
                  </a:lnTo>
                  <a:lnTo>
                    <a:pt x="3631325" y="4948622"/>
                  </a:lnTo>
                  <a:lnTo>
                    <a:pt x="3723668" y="4949811"/>
                  </a:lnTo>
                  <a:lnTo>
                    <a:pt x="3808465" y="4950765"/>
                  </a:lnTo>
                  <a:lnTo>
                    <a:pt x="3881326" y="4951488"/>
                  </a:lnTo>
                  <a:lnTo>
                    <a:pt x="3938817" y="4951996"/>
                  </a:lnTo>
                  <a:lnTo>
                    <a:pt x="3979296" y="4952315"/>
                  </a:lnTo>
                  <a:lnTo>
                    <a:pt x="4003402" y="4952487"/>
                  </a:lnTo>
                  <a:lnTo>
                    <a:pt x="4014102" y="4952555"/>
                  </a:lnTo>
                  <a:lnTo>
                    <a:pt x="4016409" y="4952569"/>
                  </a:lnTo>
                  <a:lnTo>
                    <a:pt x="4538543" y="4952569"/>
                  </a:lnTo>
                  <a:lnTo>
                    <a:pt x="4539396" y="4952467"/>
                  </a:lnTo>
                  <a:lnTo>
                    <a:pt x="4545026" y="4951747"/>
                  </a:lnTo>
                  <a:lnTo>
                    <a:pt x="4559277" y="4949756"/>
                  </a:lnTo>
                  <a:lnTo>
                    <a:pt x="4584900" y="4945834"/>
                  </a:lnTo>
                  <a:lnTo>
                    <a:pt x="4623377" y="4939360"/>
                  </a:lnTo>
                  <a:lnTo>
                    <a:pt x="4674805" y="4929810"/>
                  </a:lnTo>
                  <a:lnTo>
                    <a:pt x="4737965" y="4916809"/>
                  </a:lnTo>
                  <a:lnTo>
                    <a:pt x="4810590" y="4900141"/>
                  </a:lnTo>
                  <a:lnTo>
                    <a:pt x="4889796" y="4879742"/>
                  </a:lnTo>
                  <a:lnTo>
                    <a:pt x="4972549" y="4855646"/>
                  </a:lnTo>
                  <a:lnTo>
                    <a:pt x="5056058" y="4827932"/>
                  </a:lnTo>
                  <a:lnTo>
                    <a:pt x="5138039" y="4796662"/>
                  </a:lnTo>
                  <a:lnTo>
                    <a:pt x="5216827" y="4761831"/>
                  </a:lnTo>
                  <a:lnTo>
                    <a:pt x="5291367" y="4723339"/>
                  </a:lnTo>
                  <a:lnTo>
                    <a:pt x="5361137" y="4680970"/>
                  </a:lnTo>
                  <a:lnTo>
                    <a:pt x="5426036" y="4634385"/>
                  </a:lnTo>
                  <a:lnTo>
                    <a:pt x="5486267" y="4583125"/>
                  </a:lnTo>
                  <a:lnTo>
                    <a:pt x="5542245" y="4526622"/>
                  </a:lnTo>
                  <a:lnTo>
                    <a:pt x="5594512" y="4464217"/>
                  </a:lnTo>
                  <a:lnTo>
                    <a:pt x="5643679" y="4395193"/>
                  </a:lnTo>
                  <a:lnTo>
                    <a:pt x="5690375" y="4318838"/>
                  </a:lnTo>
                  <a:lnTo>
                    <a:pt x="5735211" y="4234532"/>
                  </a:lnTo>
                  <a:lnTo>
                    <a:pt x="5778736" y="4141906"/>
                  </a:lnTo>
                  <a:lnTo>
                    <a:pt x="5784835" y="4128082"/>
                  </a:lnTo>
                  <a:lnTo>
                    <a:pt x="5814194" y="4058692"/>
                  </a:lnTo>
                  <a:lnTo>
                    <a:pt x="5843306" y="3985302"/>
                  </a:lnTo>
                  <a:lnTo>
                    <a:pt x="5872285" y="3907833"/>
                  </a:lnTo>
                  <a:lnTo>
                    <a:pt x="5901229" y="3826243"/>
                  </a:lnTo>
                  <a:lnTo>
                    <a:pt x="5930216" y="3740531"/>
                  </a:lnTo>
                  <a:lnTo>
                    <a:pt x="5959310" y="3650745"/>
                  </a:lnTo>
                  <a:lnTo>
                    <a:pt x="5988559" y="3556979"/>
                  </a:lnTo>
                  <a:lnTo>
                    <a:pt x="6017997" y="3459378"/>
                  </a:lnTo>
                  <a:lnTo>
                    <a:pt x="6047645" y="3358138"/>
                  </a:lnTo>
                  <a:lnTo>
                    <a:pt x="6077512" y="3253512"/>
                  </a:lnTo>
                  <a:lnTo>
                    <a:pt x="6107596" y="3145799"/>
                  </a:lnTo>
                  <a:lnTo>
                    <a:pt x="6137886" y="3035352"/>
                  </a:lnTo>
                  <a:lnTo>
                    <a:pt x="6168360" y="2922566"/>
                  </a:lnTo>
                  <a:lnTo>
                    <a:pt x="6198989" y="2807878"/>
                  </a:lnTo>
                  <a:lnTo>
                    <a:pt x="6229737" y="2691758"/>
                  </a:lnTo>
                  <a:lnTo>
                    <a:pt x="6260565" y="2574702"/>
                  </a:lnTo>
                  <a:lnTo>
                    <a:pt x="6291429" y="2457222"/>
                  </a:lnTo>
                  <a:lnTo>
                    <a:pt x="6322285" y="2339839"/>
                  </a:lnTo>
                  <a:lnTo>
                    <a:pt x="6353089" y="2223072"/>
                  </a:lnTo>
                  <a:lnTo>
                    <a:pt x="6383797" y="2107428"/>
                  </a:lnTo>
                  <a:lnTo>
                    <a:pt x="6414372" y="1993396"/>
                  </a:lnTo>
                  <a:lnTo>
                    <a:pt x="6444780" y="1881432"/>
                  </a:lnTo>
                  <a:lnTo>
                    <a:pt x="6474995" y="1771959"/>
                  </a:lnTo>
                  <a:lnTo>
                    <a:pt x="6505000" y="1665358"/>
                  </a:lnTo>
                  <a:lnTo>
                    <a:pt x="6534785" y="1561960"/>
                  </a:lnTo>
                  <a:lnTo>
                    <a:pt x="6564353" y="1462049"/>
                  </a:lnTo>
                  <a:lnTo>
                    <a:pt x="6593717" y="1365856"/>
                  </a:lnTo>
                  <a:lnTo>
                    <a:pt x="6622904" y="1273558"/>
                  </a:lnTo>
                  <a:lnTo>
                    <a:pt x="6651951" y="1185281"/>
                  </a:lnTo>
                  <a:lnTo>
                    <a:pt x="6680914" y="1101102"/>
                  </a:lnTo>
                  <a:lnTo>
                    <a:pt x="6709861" y="1021049"/>
                  </a:lnTo>
                  <a:lnTo>
                    <a:pt x="6738877" y="945106"/>
                  </a:lnTo>
                  <a:lnTo>
                    <a:pt x="6768067" y="873217"/>
                  </a:lnTo>
                  <a:lnTo>
                    <a:pt x="6786527" y="830134"/>
                  </a:lnTo>
                  <a:lnTo>
                    <a:pt x="6829904" y="736320"/>
                  </a:lnTo>
                  <a:lnTo>
                    <a:pt x="6874523" y="650848"/>
                  </a:lnTo>
                  <a:lnTo>
                    <a:pt x="6920919" y="573398"/>
                  </a:lnTo>
                  <a:lnTo>
                    <a:pt x="6969696" y="503376"/>
                  </a:lnTo>
                  <a:lnTo>
                    <a:pt x="7021485" y="440076"/>
                  </a:lnTo>
                  <a:lnTo>
                    <a:pt x="7076902" y="382777"/>
                  </a:lnTo>
                  <a:lnTo>
                    <a:pt x="7136500" y="330810"/>
                  </a:lnTo>
                  <a:lnTo>
                    <a:pt x="7200718" y="283592"/>
                  </a:lnTo>
                  <a:lnTo>
                    <a:pt x="7269794" y="240648"/>
                  </a:lnTo>
                  <a:lnTo>
                    <a:pt x="7343678" y="201621"/>
                  </a:lnTo>
                  <a:lnTo>
                    <a:pt x="7421914" y="166280"/>
                  </a:lnTo>
                  <a:lnTo>
                    <a:pt x="7503529" y="134506"/>
                  </a:lnTo>
                  <a:lnTo>
                    <a:pt x="7586946" y="106284"/>
                  </a:lnTo>
                  <a:lnTo>
                    <a:pt x="7669967" y="81670"/>
                  </a:lnTo>
                  <a:lnTo>
                    <a:pt x="7749859" y="60742"/>
                  </a:lnTo>
                  <a:lnTo>
                    <a:pt x="7823602" y="43546"/>
                  </a:lnTo>
                  <a:lnTo>
                    <a:pt x="7888263" y="30033"/>
                  </a:lnTo>
                  <a:lnTo>
                    <a:pt x="7941459" y="20013"/>
                  </a:lnTo>
                  <a:lnTo>
                    <a:pt x="7981801" y="13131"/>
                  </a:lnTo>
                  <a:lnTo>
                    <a:pt x="8009190" y="8883"/>
                  </a:lnTo>
                  <a:lnTo>
                    <a:pt x="8024915" y="6658"/>
                  </a:lnTo>
                  <a:lnTo>
                    <a:pt x="8031557" y="5798"/>
                  </a:lnTo>
                  <a:lnTo>
                    <a:pt x="8032819" y="5647"/>
                  </a:lnTo>
                  <a:lnTo>
                    <a:pt x="8554953" y="5647"/>
                  </a:lnTo>
                  <a:lnTo>
                    <a:pt x="8554953" y="0"/>
                  </a:lnTo>
                  <a:lnTo>
                    <a:pt x="8032819" y="0"/>
                  </a:lnTo>
                  <a:lnTo>
                    <a:pt x="8031966" y="101"/>
                  </a:lnTo>
                  <a:lnTo>
                    <a:pt x="8026336" y="821"/>
                  </a:lnTo>
                  <a:lnTo>
                    <a:pt x="8012085" y="2812"/>
                  </a:lnTo>
                  <a:lnTo>
                    <a:pt x="7986462" y="6734"/>
                  </a:lnTo>
                  <a:lnTo>
                    <a:pt x="7947985" y="13208"/>
                  </a:lnTo>
                  <a:lnTo>
                    <a:pt x="7896557" y="22758"/>
                  </a:lnTo>
                  <a:lnTo>
                    <a:pt x="7833397" y="35759"/>
                  </a:lnTo>
                  <a:lnTo>
                    <a:pt x="7760772" y="52427"/>
                  </a:lnTo>
                  <a:lnTo>
                    <a:pt x="7681566" y="72826"/>
                  </a:lnTo>
                  <a:lnTo>
                    <a:pt x="7598813" y="96922"/>
                  </a:lnTo>
                  <a:lnTo>
                    <a:pt x="7515304" y="124636"/>
                  </a:lnTo>
                  <a:lnTo>
                    <a:pt x="7433323" y="155906"/>
                  </a:lnTo>
                  <a:lnTo>
                    <a:pt x="7354535" y="190737"/>
                  </a:lnTo>
                  <a:lnTo>
                    <a:pt x="7279995" y="229229"/>
                  </a:lnTo>
                  <a:lnTo>
                    <a:pt x="7210224" y="271598"/>
                  </a:lnTo>
                  <a:lnTo>
                    <a:pt x="7145326" y="318183"/>
                  </a:lnTo>
                  <a:lnTo>
                    <a:pt x="7085095" y="369443"/>
                  </a:lnTo>
                  <a:lnTo>
                    <a:pt x="7029117" y="425946"/>
                  </a:lnTo>
                  <a:lnTo>
                    <a:pt x="6976850" y="488351"/>
                  </a:lnTo>
                  <a:lnTo>
                    <a:pt x="6927683" y="557375"/>
                  </a:lnTo>
                  <a:lnTo>
                    <a:pt x="6880987" y="633730"/>
                  </a:lnTo>
                  <a:lnTo>
                    <a:pt x="6836151" y="718036"/>
                  </a:lnTo>
                  <a:lnTo>
                    <a:pt x="6792626" y="810662"/>
                  </a:lnTo>
                  <a:lnTo>
                    <a:pt x="6786527" y="824486"/>
                  </a:lnTo>
                  <a:lnTo>
                    <a:pt x="6757167" y="893876"/>
                  </a:lnTo>
                  <a:lnTo>
                    <a:pt x="6728056" y="967266"/>
                  </a:lnTo>
                  <a:lnTo>
                    <a:pt x="6699077" y="1044735"/>
                  </a:lnTo>
                  <a:lnTo>
                    <a:pt x="6670133" y="1126326"/>
                  </a:lnTo>
                  <a:lnTo>
                    <a:pt x="6641146" y="1212037"/>
                  </a:lnTo>
                  <a:lnTo>
                    <a:pt x="6612052" y="1301823"/>
                  </a:lnTo>
                  <a:lnTo>
                    <a:pt x="6582803" y="1395589"/>
                  </a:lnTo>
                  <a:lnTo>
                    <a:pt x="6553365" y="1493191"/>
                  </a:lnTo>
                  <a:lnTo>
                    <a:pt x="6523717" y="1594430"/>
                  </a:lnTo>
                  <a:lnTo>
                    <a:pt x="6493850" y="1699056"/>
                  </a:lnTo>
                  <a:lnTo>
                    <a:pt x="6463765" y="1806769"/>
                  </a:lnTo>
                  <a:lnTo>
                    <a:pt x="6433476" y="1917216"/>
                  </a:lnTo>
                  <a:lnTo>
                    <a:pt x="6403002" y="2030002"/>
                  </a:lnTo>
                  <a:lnTo>
                    <a:pt x="6372373" y="2144690"/>
                  </a:lnTo>
                  <a:lnTo>
                    <a:pt x="6341625" y="2260810"/>
                  </a:lnTo>
                  <a:lnTo>
                    <a:pt x="6310797" y="2377866"/>
                  </a:lnTo>
                  <a:lnTo>
                    <a:pt x="6279933" y="2495346"/>
                  </a:lnTo>
                  <a:lnTo>
                    <a:pt x="6249077" y="2612729"/>
                  </a:lnTo>
                  <a:lnTo>
                    <a:pt x="6218273" y="2729496"/>
                  </a:lnTo>
                  <a:lnTo>
                    <a:pt x="6187565" y="2845140"/>
                  </a:lnTo>
                  <a:lnTo>
                    <a:pt x="6156990" y="2959172"/>
                  </a:lnTo>
                  <a:lnTo>
                    <a:pt x="6126582" y="3071136"/>
                  </a:lnTo>
                  <a:lnTo>
                    <a:pt x="6096367" y="3180609"/>
                  </a:lnTo>
                  <a:lnTo>
                    <a:pt x="6066362" y="3287210"/>
                  </a:lnTo>
                  <a:lnTo>
                    <a:pt x="6036577" y="3390608"/>
                  </a:lnTo>
                  <a:lnTo>
                    <a:pt x="6007009" y="3490519"/>
                  </a:lnTo>
                  <a:lnTo>
                    <a:pt x="5977645" y="3586712"/>
                  </a:lnTo>
                  <a:lnTo>
                    <a:pt x="5948458" y="3679010"/>
                  </a:lnTo>
                  <a:lnTo>
                    <a:pt x="5919411" y="3767287"/>
                  </a:lnTo>
                  <a:lnTo>
                    <a:pt x="5890448" y="3851466"/>
                  </a:lnTo>
                  <a:lnTo>
                    <a:pt x="5861501" y="3931519"/>
                  </a:lnTo>
                  <a:lnTo>
                    <a:pt x="5832485" y="4007462"/>
                  </a:lnTo>
                  <a:lnTo>
                    <a:pt x="5803295" y="4079351"/>
                  </a:lnTo>
                  <a:lnTo>
                    <a:pt x="5784835" y="4122434"/>
                  </a:lnTo>
                  <a:lnTo>
                    <a:pt x="5741458" y="4216248"/>
                  </a:lnTo>
                  <a:lnTo>
                    <a:pt x="5696839" y="4301720"/>
                  </a:lnTo>
                  <a:lnTo>
                    <a:pt x="5650443" y="4379170"/>
                  </a:lnTo>
                  <a:lnTo>
                    <a:pt x="5601666" y="4449192"/>
                  </a:lnTo>
                  <a:lnTo>
                    <a:pt x="5549877" y="4512492"/>
                  </a:lnTo>
                  <a:lnTo>
                    <a:pt x="5494460" y="4569791"/>
                  </a:lnTo>
                  <a:lnTo>
                    <a:pt x="5434862" y="4621758"/>
                  </a:lnTo>
                  <a:lnTo>
                    <a:pt x="5370644" y="4668976"/>
                  </a:lnTo>
                  <a:lnTo>
                    <a:pt x="5301568" y="4711920"/>
                  </a:lnTo>
                  <a:lnTo>
                    <a:pt x="5227684" y="4750947"/>
                  </a:lnTo>
                  <a:lnTo>
                    <a:pt x="5149448" y="4786288"/>
                  </a:lnTo>
                  <a:lnTo>
                    <a:pt x="5067833" y="4818062"/>
                  </a:lnTo>
                  <a:lnTo>
                    <a:pt x="4984416" y="4846284"/>
                  </a:lnTo>
                  <a:lnTo>
                    <a:pt x="4901395" y="4870898"/>
                  </a:lnTo>
                  <a:lnTo>
                    <a:pt x="4821503" y="4891826"/>
                  </a:lnTo>
                  <a:lnTo>
                    <a:pt x="4747760" y="4909022"/>
                  </a:lnTo>
                  <a:lnTo>
                    <a:pt x="4683099" y="4922535"/>
                  </a:lnTo>
                  <a:lnTo>
                    <a:pt x="4629903" y="4932555"/>
                  </a:lnTo>
                  <a:lnTo>
                    <a:pt x="4589561" y="4939437"/>
                  </a:lnTo>
                  <a:lnTo>
                    <a:pt x="4562172" y="4943685"/>
                  </a:lnTo>
                  <a:lnTo>
                    <a:pt x="4546447" y="4945910"/>
                  </a:lnTo>
                  <a:lnTo>
                    <a:pt x="4539805" y="4946770"/>
                  </a:lnTo>
                  <a:lnTo>
                    <a:pt x="4538543" y="4946921"/>
                  </a:lnTo>
                  <a:lnTo>
                    <a:pt x="4016409" y="4946921"/>
                  </a:lnTo>
                  <a:lnTo>
                    <a:pt x="4015140" y="4946914"/>
                  </a:lnTo>
                  <a:lnTo>
                    <a:pt x="4006845" y="4946862"/>
                  </a:lnTo>
                  <a:lnTo>
                    <a:pt x="3986107" y="4946718"/>
                  </a:lnTo>
                  <a:lnTo>
                    <a:pt x="3949472" y="4946436"/>
                  </a:lnTo>
                  <a:lnTo>
                    <a:pt x="3895760" y="4945974"/>
                  </a:lnTo>
                  <a:lnTo>
                    <a:pt x="3826126" y="4945301"/>
                  </a:lnTo>
                  <a:lnTo>
                    <a:pt x="3743663" y="4944400"/>
                  </a:lnTo>
                  <a:lnTo>
                    <a:pt x="3652625" y="4943264"/>
                  </a:lnTo>
                  <a:lnTo>
                    <a:pt x="3557526" y="4941897"/>
                  </a:lnTo>
                  <a:lnTo>
                    <a:pt x="3462386" y="4940304"/>
                  </a:lnTo>
                  <a:lnTo>
                    <a:pt x="3370290" y="4938489"/>
                  </a:lnTo>
                  <a:lnTo>
                    <a:pt x="3283256" y="4936447"/>
                  </a:lnTo>
                  <a:lnTo>
                    <a:pt x="3202327" y="4934166"/>
                  </a:lnTo>
                  <a:lnTo>
                    <a:pt x="3127774" y="4931623"/>
                  </a:lnTo>
                  <a:lnTo>
                    <a:pt x="3059315" y="4928786"/>
                  </a:lnTo>
                  <a:lnTo>
                    <a:pt x="2996313" y="4925613"/>
                  </a:lnTo>
                  <a:lnTo>
                    <a:pt x="2937930" y="4922057"/>
                  </a:lnTo>
                  <a:lnTo>
                    <a:pt x="2883233" y="4918064"/>
                  </a:lnTo>
                  <a:lnTo>
                    <a:pt x="2831291" y="4913588"/>
                  </a:lnTo>
                  <a:lnTo>
                    <a:pt x="2781244" y="4908593"/>
                  </a:lnTo>
                  <a:lnTo>
                    <a:pt x="2770117" y="4907391"/>
                  </a:lnTo>
                  <a:lnTo>
                    <a:pt x="2716188" y="4901109"/>
                  </a:lnTo>
                  <a:lnTo>
                    <a:pt x="2662779" y="4894164"/>
                  </a:lnTo>
                  <a:lnTo>
                    <a:pt x="2609311" y="4886549"/>
                  </a:lnTo>
                  <a:lnTo>
                    <a:pt x="2555397" y="4878279"/>
                  </a:lnTo>
                  <a:lnTo>
                    <a:pt x="2500817" y="4869396"/>
                  </a:lnTo>
                  <a:lnTo>
                    <a:pt x="2445498" y="4859973"/>
                  </a:lnTo>
                  <a:lnTo>
                    <a:pt x="2389491" y="4850110"/>
                  </a:lnTo>
                  <a:lnTo>
                    <a:pt x="2332952" y="4839931"/>
                  </a:lnTo>
                  <a:lnTo>
                    <a:pt x="2276109" y="4829579"/>
                  </a:lnTo>
                  <a:lnTo>
                    <a:pt x="2219232" y="4819208"/>
                  </a:lnTo>
                  <a:lnTo>
                    <a:pt x="2162596" y="4808974"/>
                  </a:lnTo>
                  <a:lnTo>
                    <a:pt x="2106444" y="4799023"/>
                  </a:lnTo>
                  <a:lnTo>
                    <a:pt x="2050951" y="4789484"/>
                  </a:lnTo>
                  <a:lnTo>
                    <a:pt x="1996195" y="4780464"/>
                  </a:lnTo>
                  <a:lnTo>
                    <a:pt x="1942136" y="4772041"/>
                  </a:lnTo>
                  <a:lnTo>
                    <a:pt x="1888589" y="4764266"/>
                  </a:lnTo>
                  <a:lnTo>
                    <a:pt x="1835210" y="4757160"/>
                  </a:lnTo>
                  <a:lnTo>
                    <a:pt x="1781471" y="4750721"/>
                  </a:lnTo>
                  <a:lnTo>
                    <a:pt x="1768425" y="4749270"/>
                  </a:lnTo>
                  <a:lnTo>
                    <a:pt x="1718704" y="4744157"/>
                  </a:lnTo>
                  <a:lnTo>
                    <a:pt x="1667260" y="4739565"/>
                  </a:lnTo>
                  <a:lnTo>
                    <a:pt x="1613266" y="4735467"/>
                  </a:lnTo>
                  <a:lnTo>
                    <a:pt x="1555799" y="4731817"/>
                  </a:lnTo>
                  <a:lnTo>
                    <a:pt x="1493920" y="4728562"/>
                  </a:lnTo>
                  <a:lnTo>
                    <a:pt x="1426760" y="4725653"/>
                  </a:lnTo>
                  <a:lnTo>
                    <a:pt x="1353625" y="4723047"/>
                  </a:lnTo>
                  <a:lnTo>
                    <a:pt x="1274136" y="4720709"/>
                  </a:lnTo>
                  <a:lnTo>
                    <a:pt x="1188422" y="4718614"/>
                  </a:lnTo>
                  <a:lnTo>
                    <a:pt x="1097331" y="4716748"/>
                  </a:lnTo>
                  <a:lnTo>
                    <a:pt x="1002648" y="4715105"/>
                  </a:lnTo>
                  <a:lnTo>
                    <a:pt x="907217" y="4713687"/>
                  </a:lnTo>
                  <a:lnTo>
                    <a:pt x="814874" y="4712498"/>
                  </a:lnTo>
                  <a:lnTo>
                    <a:pt x="730077" y="4711544"/>
                  </a:lnTo>
                  <a:lnTo>
                    <a:pt x="657216" y="4710820"/>
                  </a:lnTo>
                  <a:lnTo>
                    <a:pt x="599725" y="4710313"/>
                  </a:lnTo>
                  <a:lnTo>
                    <a:pt x="559247" y="4709993"/>
                  </a:lnTo>
                  <a:lnTo>
                    <a:pt x="535140" y="4709822"/>
                  </a:lnTo>
                  <a:lnTo>
                    <a:pt x="524441" y="4709754"/>
                  </a:lnTo>
                  <a:lnTo>
                    <a:pt x="522133" y="4709740"/>
                  </a:lnTo>
                  <a:lnTo>
                    <a:pt x="0" y="4709740"/>
                  </a:lnTo>
                  <a:close/>
                </a:path>
              </a:pathLst>
            </a:custGeom>
            <a:solidFill>
              <a:srgbClr val="D9B26F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1653" name="pl1653"/>
            <p:cNvSpPr/>
            <p:nvPr/>
          </p:nvSpPr>
          <p:spPr>
            <a:xfrm>
              <a:off x="386606" y="581297"/>
              <a:ext cx="8554953" cy="4946921"/>
            </a:xfrm>
            <a:custGeom>
              <a:avLst/>
              <a:pathLst>
                <a:path w="8554953" h="4946921">
                  <a:moveTo>
                    <a:pt x="0" y="4709740"/>
                  </a:moveTo>
                  <a:lnTo>
                    <a:pt x="522133" y="4709740"/>
                  </a:lnTo>
                  <a:lnTo>
                    <a:pt x="523402" y="4709747"/>
                  </a:lnTo>
                  <a:lnTo>
                    <a:pt x="531697" y="4709799"/>
                  </a:lnTo>
                  <a:lnTo>
                    <a:pt x="552435" y="4709943"/>
                  </a:lnTo>
                  <a:lnTo>
                    <a:pt x="589071" y="4710225"/>
                  </a:lnTo>
                  <a:lnTo>
                    <a:pt x="642782" y="4710687"/>
                  </a:lnTo>
                  <a:lnTo>
                    <a:pt x="712416" y="4711360"/>
                  </a:lnTo>
                  <a:lnTo>
                    <a:pt x="794879" y="4712262"/>
                  </a:lnTo>
                  <a:lnTo>
                    <a:pt x="885917" y="4713398"/>
                  </a:lnTo>
                  <a:lnTo>
                    <a:pt x="981016" y="4714764"/>
                  </a:lnTo>
                  <a:lnTo>
                    <a:pt x="1076156" y="4716357"/>
                  </a:lnTo>
                  <a:lnTo>
                    <a:pt x="1168252" y="4718173"/>
                  </a:lnTo>
                  <a:lnTo>
                    <a:pt x="1255286" y="4720215"/>
                  </a:lnTo>
                  <a:lnTo>
                    <a:pt x="1336215" y="4722496"/>
                  </a:lnTo>
                  <a:lnTo>
                    <a:pt x="1410769" y="4725038"/>
                  </a:lnTo>
                  <a:lnTo>
                    <a:pt x="1479228" y="4727875"/>
                  </a:lnTo>
                  <a:lnTo>
                    <a:pt x="1542229" y="4731048"/>
                  </a:lnTo>
                  <a:lnTo>
                    <a:pt x="1600612" y="4734605"/>
                  </a:lnTo>
                  <a:lnTo>
                    <a:pt x="1655309" y="4738597"/>
                  </a:lnTo>
                  <a:lnTo>
                    <a:pt x="1707252" y="4743074"/>
                  </a:lnTo>
                  <a:lnTo>
                    <a:pt x="1757298" y="4748069"/>
                  </a:lnTo>
                  <a:lnTo>
                    <a:pt x="1768425" y="4749270"/>
                  </a:lnTo>
                  <a:lnTo>
                    <a:pt x="1822354" y="4755553"/>
                  </a:lnTo>
                  <a:lnTo>
                    <a:pt x="1875763" y="4762497"/>
                  </a:lnTo>
                  <a:lnTo>
                    <a:pt x="1929232" y="4770112"/>
                  </a:lnTo>
                  <a:lnTo>
                    <a:pt x="1983145" y="4778383"/>
                  </a:lnTo>
                  <a:lnTo>
                    <a:pt x="2037725" y="4787265"/>
                  </a:lnTo>
                  <a:lnTo>
                    <a:pt x="2093044" y="4796688"/>
                  </a:lnTo>
                  <a:lnTo>
                    <a:pt x="2149051" y="4806552"/>
                  </a:lnTo>
                  <a:lnTo>
                    <a:pt x="2205590" y="4816731"/>
                  </a:lnTo>
                  <a:lnTo>
                    <a:pt x="2262434" y="4827083"/>
                  </a:lnTo>
                  <a:lnTo>
                    <a:pt x="2319310" y="4837453"/>
                  </a:lnTo>
                  <a:lnTo>
                    <a:pt x="2375946" y="4847688"/>
                  </a:lnTo>
                  <a:lnTo>
                    <a:pt x="2432098" y="4857639"/>
                  </a:lnTo>
                  <a:lnTo>
                    <a:pt x="2487592" y="4867178"/>
                  </a:lnTo>
                  <a:lnTo>
                    <a:pt x="2542347" y="4876198"/>
                  </a:lnTo>
                  <a:lnTo>
                    <a:pt x="2596407" y="4884621"/>
                  </a:lnTo>
                  <a:lnTo>
                    <a:pt x="2649953" y="4892396"/>
                  </a:lnTo>
                  <a:lnTo>
                    <a:pt x="2703332" y="4899501"/>
                  </a:lnTo>
                  <a:lnTo>
                    <a:pt x="2757072" y="4905941"/>
                  </a:lnTo>
                  <a:lnTo>
                    <a:pt x="2770117" y="4907391"/>
                  </a:lnTo>
                  <a:lnTo>
                    <a:pt x="2819838" y="4912504"/>
                  </a:lnTo>
                  <a:lnTo>
                    <a:pt x="2871282" y="4917096"/>
                  </a:lnTo>
                  <a:lnTo>
                    <a:pt x="2925276" y="4921194"/>
                  </a:lnTo>
                  <a:lnTo>
                    <a:pt x="2982743" y="4924845"/>
                  </a:lnTo>
                  <a:lnTo>
                    <a:pt x="3044622" y="4928100"/>
                  </a:lnTo>
                  <a:lnTo>
                    <a:pt x="3111782" y="4931009"/>
                  </a:lnTo>
                  <a:lnTo>
                    <a:pt x="3184917" y="4933615"/>
                  </a:lnTo>
                  <a:lnTo>
                    <a:pt x="3264406" y="4935953"/>
                  </a:lnTo>
                  <a:lnTo>
                    <a:pt x="3350120" y="4938048"/>
                  </a:lnTo>
                  <a:lnTo>
                    <a:pt x="3441211" y="4939914"/>
                  </a:lnTo>
                  <a:lnTo>
                    <a:pt x="3535894" y="4941557"/>
                  </a:lnTo>
                  <a:lnTo>
                    <a:pt x="3631325" y="4942975"/>
                  </a:lnTo>
                  <a:lnTo>
                    <a:pt x="3723668" y="4944163"/>
                  </a:lnTo>
                  <a:lnTo>
                    <a:pt x="3808465" y="4945118"/>
                  </a:lnTo>
                  <a:lnTo>
                    <a:pt x="3881326" y="4945841"/>
                  </a:lnTo>
                  <a:lnTo>
                    <a:pt x="3938817" y="4946349"/>
                  </a:lnTo>
                  <a:lnTo>
                    <a:pt x="3979296" y="4946668"/>
                  </a:lnTo>
                  <a:lnTo>
                    <a:pt x="4003402" y="4946839"/>
                  </a:lnTo>
                  <a:lnTo>
                    <a:pt x="4014102" y="4946908"/>
                  </a:lnTo>
                  <a:lnTo>
                    <a:pt x="4016394" y="4946921"/>
                  </a:lnTo>
                  <a:lnTo>
                    <a:pt x="4016409" y="4946921"/>
                  </a:lnTo>
                  <a:lnTo>
                    <a:pt x="4538543" y="4946921"/>
                  </a:lnTo>
                  <a:lnTo>
                    <a:pt x="4539396" y="4946820"/>
                  </a:lnTo>
                  <a:lnTo>
                    <a:pt x="4545026" y="4946100"/>
                  </a:lnTo>
                  <a:lnTo>
                    <a:pt x="4559277" y="4944109"/>
                  </a:lnTo>
                  <a:lnTo>
                    <a:pt x="4584900" y="4940187"/>
                  </a:lnTo>
                  <a:lnTo>
                    <a:pt x="4623377" y="4933713"/>
                  </a:lnTo>
                  <a:lnTo>
                    <a:pt x="4674805" y="4924163"/>
                  </a:lnTo>
                  <a:lnTo>
                    <a:pt x="4737965" y="4911162"/>
                  </a:lnTo>
                  <a:lnTo>
                    <a:pt x="4810590" y="4894494"/>
                  </a:lnTo>
                  <a:lnTo>
                    <a:pt x="4889796" y="4874095"/>
                  </a:lnTo>
                  <a:lnTo>
                    <a:pt x="4972549" y="4849999"/>
                  </a:lnTo>
                  <a:lnTo>
                    <a:pt x="5056058" y="4822285"/>
                  </a:lnTo>
                  <a:lnTo>
                    <a:pt x="5138039" y="4791015"/>
                  </a:lnTo>
                  <a:lnTo>
                    <a:pt x="5216827" y="4756184"/>
                  </a:lnTo>
                  <a:lnTo>
                    <a:pt x="5291367" y="4717692"/>
                  </a:lnTo>
                  <a:lnTo>
                    <a:pt x="5361137" y="4675323"/>
                  </a:lnTo>
                  <a:lnTo>
                    <a:pt x="5426036" y="4628737"/>
                  </a:lnTo>
                  <a:lnTo>
                    <a:pt x="5486267" y="4577478"/>
                  </a:lnTo>
                  <a:lnTo>
                    <a:pt x="5542245" y="4520975"/>
                  </a:lnTo>
                  <a:lnTo>
                    <a:pt x="5594512" y="4458569"/>
                  </a:lnTo>
                  <a:lnTo>
                    <a:pt x="5643679" y="4389546"/>
                  </a:lnTo>
                  <a:lnTo>
                    <a:pt x="5690375" y="4313191"/>
                  </a:lnTo>
                  <a:lnTo>
                    <a:pt x="5735211" y="4228885"/>
                  </a:lnTo>
                  <a:lnTo>
                    <a:pt x="5778736" y="4136259"/>
                  </a:lnTo>
                  <a:lnTo>
                    <a:pt x="5784835" y="4122434"/>
                  </a:lnTo>
                  <a:lnTo>
                    <a:pt x="5814194" y="4053045"/>
                  </a:lnTo>
                  <a:lnTo>
                    <a:pt x="5843306" y="3979655"/>
                  </a:lnTo>
                  <a:lnTo>
                    <a:pt x="5872285" y="3902186"/>
                  </a:lnTo>
                  <a:lnTo>
                    <a:pt x="5901229" y="3820595"/>
                  </a:lnTo>
                  <a:lnTo>
                    <a:pt x="5930216" y="3734884"/>
                  </a:lnTo>
                  <a:lnTo>
                    <a:pt x="5959310" y="3645098"/>
                  </a:lnTo>
                  <a:lnTo>
                    <a:pt x="5988559" y="3551332"/>
                  </a:lnTo>
                  <a:lnTo>
                    <a:pt x="6017997" y="3453730"/>
                  </a:lnTo>
                  <a:lnTo>
                    <a:pt x="6047645" y="3352491"/>
                  </a:lnTo>
                  <a:lnTo>
                    <a:pt x="6077512" y="3247865"/>
                  </a:lnTo>
                  <a:lnTo>
                    <a:pt x="6107596" y="3140152"/>
                  </a:lnTo>
                  <a:lnTo>
                    <a:pt x="6137886" y="3029705"/>
                  </a:lnTo>
                  <a:lnTo>
                    <a:pt x="6168360" y="2916919"/>
                  </a:lnTo>
                  <a:lnTo>
                    <a:pt x="6198989" y="2802231"/>
                  </a:lnTo>
                  <a:lnTo>
                    <a:pt x="6229737" y="2686111"/>
                  </a:lnTo>
                  <a:lnTo>
                    <a:pt x="6260565" y="2569055"/>
                  </a:lnTo>
                  <a:lnTo>
                    <a:pt x="6291429" y="2451575"/>
                  </a:lnTo>
                  <a:lnTo>
                    <a:pt x="6322285" y="2334192"/>
                  </a:lnTo>
                  <a:lnTo>
                    <a:pt x="6353089" y="2217425"/>
                  </a:lnTo>
                  <a:lnTo>
                    <a:pt x="6383797" y="2101781"/>
                  </a:lnTo>
                  <a:lnTo>
                    <a:pt x="6414372" y="1987749"/>
                  </a:lnTo>
                  <a:lnTo>
                    <a:pt x="6444780" y="1875785"/>
                  </a:lnTo>
                  <a:lnTo>
                    <a:pt x="6474995" y="1766312"/>
                  </a:lnTo>
                  <a:lnTo>
                    <a:pt x="6505000" y="1659710"/>
                  </a:lnTo>
                  <a:lnTo>
                    <a:pt x="6534785" y="1556313"/>
                  </a:lnTo>
                  <a:lnTo>
                    <a:pt x="6564353" y="1456402"/>
                  </a:lnTo>
                  <a:lnTo>
                    <a:pt x="6593717" y="1360209"/>
                  </a:lnTo>
                  <a:lnTo>
                    <a:pt x="6622904" y="1267911"/>
                  </a:lnTo>
                  <a:lnTo>
                    <a:pt x="6651951" y="1179634"/>
                  </a:lnTo>
                  <a:lnTo>
                    <a:pt x="6680914" y="1095455"/>
                  </a:lnTo>
                  <a:lnTo>
                    <a:pt x="6709861" y="1015402"/>
                  </a:lnTo>
                  <a:lnTo>
                    <a:pt x="6738877" y="939459"/>
                  </a:lnTo>
                  <a:lnTo>
                    <a:pt x="6768067" y="867570"/>
                  </a:lnTo>
                  <a:lnTo>
                    <a:pt x="6786527" y="824486"/>
                  </a:lnTo>
                  <a:lnTo>
                    <a:pt x="6829904" y="730673"/>
                  </a:lnTo>
                  <a:lnTo>
                    <a:pt x="6874523" y="645201"/>
                  </a:lnTo>
                  <a:lnTo>
                    <a:pt x="6920919" y="567751"/>
                  </a:lnTo>
                  <a:lnTo>
                    <a:pt x="6969696" y="497729"/>
                  </a:lnTo>
                  <a:lnTo>
                    <a:pt x="7021485" y="434429"/>
                  </a:lnTo>
                  <a:lnTo>
                    <a:pt x="7076902" y="377130"/>
                  </a:lnTo>
                  <a:lnTo>
                    <a:pt x="7136500" y="325163"/>
                  </a:lnTo>
                  <a:lnTo>
                    <a:pt x="7200718" y="277945"/>
                  </a:lnTo>
                  <a:lnTo>
                    <a:pt x="7269794" y="235000"/>
                  </a:lnTo>
                  <a:lnTo>
                    <a:pt x="7343678" y="195974"/>
                  </a:lnTo>
                  <a:lnTo>
                    <a:pt x="7421914" y="160632"/>
                  </a:lnTo>
                  <a:lnTo>
                    <a:pt x="7503529" y="128859"/>
                  </a:lnTo>
                  <a:lnTo>
                    <a:pt x="7586946" y="100637"/>
                  </a:lnTo>
                  <a:lnTo>
                    <a:pt x="7669967" y="76023"/>
                  </a:lnTo>
                  <a:lnTo>
                    <a:pt x="7749859" y="55095"/>
                  </a:lnTo>
                  <a:lnTo>
                    <a:pt x="7823602" y="37899"/>
                  </a:lnTo>
                  <a:lnTo>
                    <a:pt x="7888263" y="24386"/>
                  </a:lnTo>
                  <a:lnTo>
                    <a:pt x="7941459" y="14366"/>
                  </a:lnTo>
                  <a:lnTo>
                    <a:pt x="7981801" y="7484"/>
                  </a:lnTo>
                  <a:lnTo>
                    <a:pt x="8009190" y="3236"/>
                  </a:lnTo>
                  <a:lnTo>
                    <a:pt x="8024915" y="1011"/>
                  </a:lnTo>
                  <a:lnTo>
                    <a:pt x="8031557" y="150"/>
                  </a:lnTo>
                  <a:lnTo>
                    <a:pt x="8032817" y="0"/>
                  </a:lnTo>
                  <a:lnTo>
                    <a:pt x="8032819" y="0"/>
                  </a:lnTo>
                  <a:lnTo>
                    <a:pt x="8554953" y="0"/>
                  </a:lnTo>
                  <a:lnTo>
                    <a:pt x="8554953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654" name="pl1654"/>
            <p:cNvSpPr/>
            <p:nvPr/>
          </p:nvSpPr>
          <p:spPr>
            <a:xfrm>
              <a:off x="386606" y="575650"/>
              <a:ext cx="8554953" cy="4946921"/>
            </a:xfrm>
            <a:custGeom>
              <a:avLst/>
              <a:pathLst>
                <a:path w="8554953" h="4946921">
                  <a:moveTo>
                    <a:pt x="8554953" y="0"/>
                  </a:moveTo>
                  <a:lnTo>
                    <a:pt x="8032819" y="0"/>
                  </a:lnTo>
                  <a:lnTo>
                    <a:pt x="8031966" y="101"/>
                  </a:lnTo>
                  <a:lnTo>
                    <a:pt x="8026336" y="821"/>
                  </a:lnTo>
                  <a:lnTo>
                    <a:pt x="8012085" y="2812"/>
                  </a:lnTo>
                  <a:lnTo>
                    <a:pt x="7986462" y="6734"/>
                  </a:lnTo>
                  <a:lnTo>
                    <a:pt x="7947985" y="13208"/>
                  </a:lnTo>
                  <a:lnTo>
                    <a:pt x="7896557" y="22758"/>
                  </a:lnTo>
                  <a:lnTo>
                    <a:pt x="7833397" y="35759"/>
                  </a:lnTo>
                  <a:lnTo>
                    <a:pt x="7760772" y="52427"/>
                  </a:lnTo>
                  <a:lnTo>
                    <a:pt x="7681566" y="72826"/>
                  </a:lnTo>
                  <a:lnTo>
                    <a:pt x="7598813" y="96922"/>
                  </a:lnTo>
                  <a:lnTo>
                    <a:pt x="7515304" y="124636"/>
                  </a:lnTo>
                  <a:lnTo>
                    <a:pt x="7433323" y="155906"/>
                  </a:lnTo>
                  <a:lnTo>
                    <a:pt x="7354535" y="190737"/>
                  </a:lnTo>
                  <a:lnTo>
                    <a:pt x="7279995" y="229229"/>
                  </a:lnTo>
                  <a:lnTo>
                    <a:pt x="7210224" y="271598"/>
                  </a:lnTo>
                  <a:lnTo>
                    <a:pt x="7145326" y="318183"/>
                  </a:lnTo>
                  <a:lnTo>
                    <a:pt x="7085095" y="369443"/>
                  </a:lnTo>
                  <a:lnTo>
                    <a:pt x="7029117" y="425946"/>
                  </a:lnTo>
                  <a:lnTo>
                    <a:pt x="6976850" y="488351"/>
                  </a:lnTo>
                  <a:lnTo>
                    <a:pt x="6927683" y="557375"/>
                  </a:lnTo>
                  <a:lnTo>
                    <a:pt x="6880987" y="633730"/>
                  </a:lnTo>
                  <a:lnTo>
                    <a:pt x="6836151" y="718036"/>
                  </a:lnTo>
                  <a:lnTo>
                    <a:pt x="6792626" y="810662"/>
                  </a:lnTo>
                  <a:lnTo>
                    <a:pt x="6786527" y="824486"/>
                  </a:lnTo>
                  <a:lnTo>
                    <a:pt x="6757167" y="893876"/>
                  </a:lnTo>
                  <a:lnTo>
                    <a:pt x="6728056" y="967266"/>
                  </a:lnTo>
                  <a:lnTo>
                    <a:pt x="6699077" y="1044735"/>
                  </a:lnTo>
                  <a:lnTo>
                    <a:pt x="6670133" y="1126326"/>
                  </a:lnTo>
                  <a:lnTo>
                    <a:pt x="6641146" y="1212037"/>
                  </a:lnTo>
                  <a:lnTo>
                    <a:pt x="6612052" y="1301823"/>
                  </a:lnTo>
                  <a:lnTo>
                    <a:pt x="6582803" y="1395589"/>
                  </a:lnTo>
                  <a:lnTo>
                    <a:pt x="6553365" y="1493191"/>
                  </a:lnTo>
                  <a:lnTo>
                    <a:pt x="6523717" y="1594430"/>
                  </a:lnTo>
                  <a:lnTo>
                    <a:pt x="6493850" y="1699056"/>
                  </a:lnTo>
                  <a:lnTo>
                    <a:pt x="6463765" y="1806769"/>
                  </a:lnTo>
                  <a:lnTo>
                    <a:pt x="6433476" y="1917216"/>
                  </a:lnTo>
                  <a:lnTo>
                    <a:pt x="6403002" y="2030002"/>
                  </a:lnTo>
                  <a:lnTo>
                    <a:pt x="6372373" y="2144690"/>
                  </a:lnTo>
                  <a:lnTo>
                    <a:pt x="6341625" y="2260810"/>
                  </a:lnTo>
                  <a:lnTo>
                    <a:pt x="6310797" y="2377866"/>
                  </a:lnTo>
                  <a:lnTo>
                    <a:pt x="6279933" y="2495346"/>
                  </a:lnTo>
                  <a:lnTo>
                    <a:pt x="6249077" y="2612729"/>
                  </a:lnTo>
                  <a:lnTo>
                    <a:pt x="6218273" y="2729496"/>
                  </a:lnTo>
                  <a:lnTo>
                    <a:pt x="6187565" y="2845140"/>
                  </a:lnTo>
                  <a:lnTo>
                    <a:pt x="6156990" y="2959172"/>
                  </a:lnTo>
                  <a:lnTo>
                    <a:pt x="6126582" y="3071136"/>
                  </a:lnTo>
                  <a:lnTo>
                    <a:pt x="6096367" y="3180609"/>
                  </a:lnTo>
                  <a:lnTo>
                    <a:pt x="6066362" y="3287210"/>
                  </a:lnTo>
                  <a:lnTo>
                    <a:pt x="6036577" y="3390608"/>
                  </a:lnTo>
                  <a:lnTo>
                    <a:pt x="6007009" y="3490519"/>
                  </a:lnTo>
                  <a:lnTo>
                    <a:pt x="5977645" y="3586712"/>
                  </a:lnTo>
                  <a:lnTo>
                    <a:pt x="5948458" y="3679010"/>
                  </a:lnTo>
                  <a:lnTo>
                    <a:pt x="5919411" y="3767287"/>
                  </a:lnTo>
                  <a:lnTo>
                    <a:pt x="5890448" y="3851466"/>
                  </a:lnTo>
                  <a:lnTo>
                    <a:pt x="5861501" y="3931519"/>
                  </a:lnTo>
                  <a:lnTo>
                    <a:pt x="5832485" y="4007462"/>
                  </a:lnTo>
                  <a:lnTo>
                    <a:pt x="5803295" y="4079351"/>
                  </a:lnTo>
                  <a:lnTo>
                    <a:pt x="5784835" y="4122434"/>
                  </a:lnTo>
                  <a:lnTo>
                    <a:pt x="5741458" y="4216248"/>
                  </a:lnTo>
                  <a:lnTo>
                    <a:pt x="5696839" y="4301720"/>
                  </a:lnTo>
                  <a:lnTo>
                    <a:pt x="5650443" y="4379170"/>
                  </a:lnTo>
                  <a:lnTo>
                    <a:pt x="5601666" y="4449192"/>
                  </a:lnTo>
                  <a:lnTo>
                    <a:pt x="5549877" y="4512492"/>
                  </a:lnTo>
                  <a:lnTo>
                    <a:pt x="5494460" y="4569791"/>
                  </a:lnTo>
                  <a:lnTo>
                    <a:pt x="5434862" y="4621758"/>
                  </a:lnTo>
                  <a:lnTo>
                    <a:pt x="5370644" y="4668976"/>
                  </a:lnTo>
                  <a:lnTo>
                    <a:pt x="5301568" y="4711920"/>
                  </a:lnTo>
                  <a:lnTo>
                    <a:pt x="5227684" y="4750947"/>
                  </a:lnTo>
                  <a:lnTo>
                    <a:pt x="5149448" y="4786288"/>
                  </a:lnTo>
                  <a:lnTo>
                    <a:pt x="5067833" y="4818062"/>
                  </a:lnTo>
                  <a:lnTo>
                    <a:pt x="4984416" y="4846284"/>
                  </a:lnTo>
                  <a:lnTo>
                    <a:pt x="4901395" y="4870898"/>
                  </a:lnTo>
                  <a:lnTo>
                    <a:pt x="4821503" y="4891826"/>
                  </a:lnTo>
                  <a:lnTo>
                    <a:pt x="4747760" y="4909022"/>
                  </a:lnTo>
                  <a:lnTo>
                    <a:pt x="4683099" y="4922535"/>
                  </a:lnTo>
                  <a:lnTo>
                    <a:pt x="4629903" y="4932555"/>
                  </a:lnTo>
                  <a:lnTo>
                    <a:pt x="4589561" y="4939437"/>
                  </a:lnTo>
                  <a:lnTo>
                    <a:pt x="4562172" y="4943685"/>
                  </a:lnTo>
                  <a:lnTo>
                    <a:pt x="4546447" y="4945910"/>
                  </a:lnTo>
                  <a:lnTo>
                    <a:pt x="4539805" y="4946770"/>
                  </a:lnTo>
                  <a:lnTo>
                    <a:pt x="4538545" y="4946921"/>
                  </a:lnTo>
                  <a:lnTo>
                    <a:pt x="4538543" y="4946921"/>
                  </a:lnTo>
                  <a:lnTo>
                    <a:pt x="4016409" y="4946921"/>
                  </a:lnTo>
                  <a:lnTo>
                    <a:pt x="4015140" y="4946914"/>
                  </a:lnTo>
                  <a:lnTo>
                    <a:pt x="4006845" y="4946862"/>
                  </a:lnTo>
                  <a:lnTo>
                    <a:pt x="3986107" y="4946718"/>
                  </a:lnTo>
                  <a:lnTo>
                    <a:pt x="3949472" y="4946436"/>
                  </a:lnTo>
                  <a:lnTo>
                    <a:pt x="3895760" y="4945974"/>
                  </a:lnTo>
                  <a:lnTo>
                    <a:pt x="3826126" y="4945301"/>
                  </a:lnTo>
                  <a:lnTo>
                    <a:pt x="3743663" y="4944400"/>
                  </a:lnTo>
                  <a:lnTo>
                    <a:pt x="3652625" y="4943264"/>
                  </a:lnTo>
                  <a:lnTo>
                    <a:pt x="3557526" y="4941897"/>
                  </a:lnTo>
                  <a:lnTo>
                    <a:pt x="3462386" y="4940304"/>
                  </a:lnTo>
                  <a:lnTo>
                    <a:pt x="3370290" y="4938489"/>
                  </a:lnTo>
                  <a:lnTo>
                    <a:pt x="3283256" y="4936447"/>
                  </a:lnTo>
                  <a:lnTo>
                    <a:pt x="3202327" y="4934166"/>
                  </a:lnTo>
                  <a:lnTo>
                    <a:pt x="3127774" y="4931623"/>
                  </a:lnTo>
                  <a:lnTo>
                    <a:pt x="3059315" y="4928786"/>
                  </a:lnTo>
                  <a:lnTo>
                    <a:pt x="2996313" y="4925613"/>
                  </a:lnTo>
                  <a:lnTo>
                    <a:pt x="2937930" y="4922057"/>
                  </a:lnTo>
                  <a:lnTo>
                    <a:pt x="2883233" y="4918064"/>
                  </a:lnTo>
                  <a:lnTo>
                    <a:pt x="2831291" y="4913588"/>
                  </a:lnTo>
                  <a:lnTo>
                    <a:pt x="2781244" y="4908593"/>
                  </a:lnTo>
                  <a:lnTo>
                    <a:pt x="2770117" y="4907391"/>
                  </a:lnTo>
                  <a:lnTo>
                    <a:pt x="2716188" y="4901109"/>
                  </a:lnTo>
                  <a:lnTo>
                    <a:pt x="2662779" y="4894164"/>
                  </a:lnTo>
                  <a:lnTo>
                    <a:pt x="2609311" y="4886549"/>
                  </a:lnTo>
                  <a:lnTo>
                    <a:pt x="2555397" y="4878279"/>
                  </a:lnTo>
                  <a:lnTo>
                    <a:pt x="2500817" y="4869396"/>
                  </a:lnTo>
                  <a:lnTo>
                    <a:pt x="2445498" y="4859973"/>
                  </a:lnTo>
                  <a:lnTo>
                    <a:pt x="2389491" y="4850110"/>
                  </a:lnTo>
                  <a:lnTo>
                    <a:pt x="2332952" y="4839931"/>
                  </a:lnTo>
                  <a:lnTo>
                    <a:pt x="2276109" y="4829579"/>
                  </a:lnTo>
                  <a:lnTo>
                    <a:pt x="2219232" y="4819208"/>
                  </a:lnTo>
                  <a:lnTo>
                    <a:pt x="2162596" y="4808974"/>
                  </a:lnTo>
                  <a:lnTo>
                    <a:pt x="2106444" y="4799023"/>
                  </a:lnTo>
                  <a:lnTo>
                    <a:pt x="2050951" y="4789484"/>
                  </a:lnTo>
                  <a:lnTo>
                    <a:pt x="1996195" y="4780464"/>
                  </a:lnTo>
                  <a:lnTo>
                    <a:pt x="1942136" y="4772041"/>
                  </a:lnTo>
                  <a:lnTo>
                    <a:pt x="1888589" y="4764266"/>
                  </a:lnTo>
                  <a:lnTo>
                    <a:pt x="1835210" y="4757160"/>
                  </a:lnTo>
                  <a:lnTo>
                    <a:pt x="1781471" y="4750721"/>
                  </a:lnTo>
                  <a:lnTo>
                    <a:pt x="1768425" y="4749270"/>
                  </a:lnTo>
                  <a:lnTo>
                    <a:pt x="1718704" y="4744157"/>
                  </a:lnTo>
                  <a:lnTo>
                    <a:pt x="1667260" y="4739565"/>
                  </a:lnTo>
                  <a:lnTo>
                    <a:pt x="1613266" y="4735467"/>
                  </a:lnTo>
                  <a:lnTo>
                    <a:pt x="1555799" y="4731817"/>
                  </a:lnTo>
                  <a:lnTo>
                    <a:pt x="1493920" y="4728562"/>
                  </a:lnTo>
                  <a:lnTo>
                    <a:pt x="1426760" y="4725653"/>
                  </a:lnTo>
                  <a:lnTo>
                    <a:pt x="1353625" y="4723047"/>
                  </a:lnTo>
                  <a:lnTo>
                    <a:pt x="1274136" y="4720709"/>
                  </a:lnTo>
                  <a:lnTo>
                    <a:pt x="1188422" y="4718614"/>
                  </a:lnTo>
                  <a:lnTo>
                    <a:pt x="1097331" y="4716748"/>
                  </a:lnTo>
                  <a:lnTo>
                    <a:pt x="1002648" y="4715105"/>
                  </a:lnTo>
                  <a:lnTo>
                    <a:pt x="907217" y="4713687"/>
                  </a:lnTo>
                  <a:lnTo>
                    <a:pt x="814874" y="4712498"/>
                  </a:lnTo>
                  <a:lnTo>
                    <a:pt x="730077" y="4711544"/>
                  </a:lnTo>
                  <a:lnTo>
                    <a:pt x="657216" y="4710820"/>
                  </a:lnTo>
                  <a:lnTo>
                    <a:pt x="599725" y="4710313"/>
                  </a:lnTo>
                  <a:lnTo>
                    <a:pt x="559247" y="4709993"/>
                  </a:lnTo>
                  <a:lnTo>
                    <a:pt x="535140" y="4709822"/>
                  </a:lnTo>
                  <a:lnTo>
                    <a:pt x="524441" y="4709754"/>
                  </a:lnTo>
                  <a:lnTo>
                    <a:pt x="522148" y="4709740"/>
                  </a:lnTo>
                  <a:lnTo>
                    <a:pt x="522133" y="4709740"/>
                  </a:lnTo>
                  <a:lnTo>
                    <a:pt x="0" y="4709740"/>
                  </a:lnTo>
                  <a:lnTo>
                    <a:pt x="0" y="470974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655" name="pg1655"/>
            <p:cNvSpPr/>
            <p:nvPr/>
          </p:nvSpPr>
          <p:spPr>
            <a:xfrm>
              <a:off x="386606" y="643416"/>
              <a:ext cx="8554953" cy="4500795"/>
            </a:xfrm>
            <a:custGeom>
              <a:avLst/>
              <a:pathLst>
                <a:path w="8554953" h="4500795">
                  <a:moveTo>
                    <a:pt x="0" y="4500795"/>
                  </a:moveTo>
                  <a:lnTo>
                    <a:pt x="522133" y="4500795"/>
                  </a:lnTo>
                  <a:lnTo>
                    <a:pt x="523034" y="4500702"/>
                  </a:lnTo>
                  <a:lnTo>
                    <a:pt x="528967" y="4500039"/>
                  </a:lnTo>
                  <a:lnTo>
                    <a:pt x="543966" y="4498206"/>
                  </a:lnTo>
                  <a:lnTo>
                    <a:pt x="570876" y="4494596"/>
                  </a:lnTo>
                  <a:lnTo>
                    <a:pt x="611170" y="4488642"/>
                  </a:lnTo>
                  <a:lnTo>
                    <a:pt x="664830" y="4479874"/>
                  </a:lnTo>
                  <a:lnTo>
                    <a:pt x="730441" y="4467958"/>
                  </a:lnTo>
                  <a:lnTo>
                    <a:pt x="805508" y="4452717"/>
                  </a:lnTo>
                  <a:lnTo>
                    <a:pt x="886935" y="4434106"/>
                  </a:lnTo>
                  <a:lnTo>
                    <a:pt x="971534" y="4412165"/>
                  </a:lnTo>
                  <a:lnTo>
                    <a:pt x="1056439" y="4386969"/>
                  </a:lnTo>
                  <a:lnTo>
                    <a:pt x="1139359" y="4358564"/>
                  </a:lnTo>
                  <a:lnTo>
                    <a:pt x="1218674" y="4326932"/>
                  </a:lnTo>
                  <a:lnTo>
                    <a:pt x="1293410" y="4291955"/>
                  </a:lnTo>
                  <a:lnTo>
                    <a:pt x="1363135" y="4253406"/>
                  </a:lnTo>
                  <a:lnTo>
                    <a:pt x="1427840" y="4210945"/>
                  </a:lnTo>
                  <a:lnTo>
                    <a:pt x="1487813" y="4164119"/>
                  </a:lnTo>
                  <a:lnTo>
                    <a:pt x="1543541" y="4112377"/>
                  </a:lnTo>
                  <a:lnTo>
                    <a:pt x="1595624" y="4055093"/>
                  </a:lnTo>
                  <a:lnTo>
                    <a:pt x="1644720" y="3991601"/>
                  </a:lnTo>
                  <a:lnTo>
                    <a:pt x="1691491" y="3921264"/>
                  </a:lnTo>
                  <a:lnTo>
                    <a:pt x="1736563" y="3843580"/>
                  </a:lnTo>
                  <a:lnTo>
                    <a:pt x="1768425" y="3782663"/>
                  </a:lnTo>
                  <a:lnTo>
                    <a:pt x="1799666" y="3718212"/>
                  </a:lnTo>
                  <a:lnTo>
                    <a:pt x="1830635" y="3649809"/>
                  </a:lnTo>
                  <a:lnTo>
                    <a:pt x="1861469" y="3577373"/>
                  </a:lnTo>
                  <a:lnTo>
                    <a:pt x="1892281" y="3500867"/>
                  </a:lnTo>
                  <a:lnTo>
                    <a:pt x="1923163" y="3420302"/>
                  </a:lnTo>
                  <a:lnTo>
                    <a:pt x="1954184" y="3335741"/>
                  </a:lnTo>
                  <a:lnTo>
                    <a:pt x="1985398" y="3247302"/>
                  </a:lnTo>
                  <a:lnTo>
                    <a:pt x="2016838" y="3155161"/>
                  </a:lnTo>
                  <a:lnTo>
                    <a:pt x="2048523" y="3059551"/>
                  </a:lnTo>
                  <a:lnTo>
                    <a:pt x="2080457" y="2960766"/>
                  </a:lnTo>
                  <a:lnTo>
                    <a:pt x="2112629" y="2859153"/>
                  </a:lnTo>
                  <a:lnTo>
                    <a:pt x="2145017" y="2755115"/>
                  </a:lnTo>
                  <a:lnTo>
                    <a:pt x="2177589" y="2649099"/>
                  </a:lnTo>
                  <a:lnTo>
                    <a:pt x="2210304" y="2541593"/>
                  </a:lnTo>
                  <a:lnTo>
                    <a:pt x="2243113" y="2433114"/>
                  </a:lnTo>
                  <a:lnTo>
                    <a:pt x="2275965" y="2324200"/>
                  </a:lnTo>
                  <a:lnTo>
                    <a:pt x="2308806" y="2215398"/>
                  </a:lnTo>
                  <a:lnTo>
                    <a:pt x="2341583" y="2107251"/>
                  </a:lnTo>
                  <a:lnTo>
                    <a:pt x="2374245" y="2000292"/>
                  </a:lnTo>
                  <a:lnTo>
                    <a:pt x="2406747" y="1895025"/>
                  </a:lnTo>
                  <a:lnTo>
                    <a:pt x="2439050" y="1791924"/>
                  </a:lnTo>
                  <a:lnTo>
                    <a:pt x="2471127" y="1691418"/>
                  </a:lnTo>
                  <a:lnTo>
                    <a:pt x="2502960" y="1593887"/>
                  </a:lnTo>
                  <a:lnTo>
                    <a:pt x="2534544" y="1499658"/>
                  </a:lnTo>
                  <a:lnTo>
                    <a:pt x="2565889" y="1409001"/>
                  </a:lnTo>
                  <a:lnTo>
                    <a:pt x="2597019" y="1322124"/>
                  </a:lnTo>
                  <a:lnTo>
                    <a:pt x="2627976" y="1239181"/>
                  </a:lnTo>
                  <a:lnTo>
                    <a:pt x="2658820" y="1160265"/>
                  </a:lnTo>
                  <a:lnTo>
                    <a:pt x="2689629" y="1085419"/>
                  </a:lnTo>
                  <a:lnTo>
                    <a:pt x="2720503" y="1014633"/>
                  </a:lnTo>
                  <a:lnTo>
                    <a:pt x="2751565" y="947852"/>
                  </a:lnTo>
                  <a:lnTo>
                    <a:pt x="2770117" y="910135"/>
                  </a:lnTo>
                  <a:lnTo>
                    <a:pt x="2814303" y="826987"/>
                  </a:lnTo>
                  <a:lnTo>
                    <a:pt x="2859786" y="751371"/>
                  </a:lnTo>
                  <a:lnTo>
                    <a:pt x="2907135" y="682985"/>
                  </a:lnTo>
                  <a:lnTo>
                    <a:pt x="2956990" y="621275"/>
                  </a:lnTo>
                  <a:lnTo>
                    <a:pt x="3010017" y="565589"/>
                  </a:lnTo>
                  <a:lnTo>
                    <a:pt x="3066861" y="515267"/>
                  </a:lnTo>
                  <a:lnTo>
                    <a:pt x="3128101" y="469699"/>
                  </a:lnTo>
                  <a:lnTo>
                    <a:pt x="3194176" y="428360"/>
                  </a:lnTo>
                  <a:lnTo>
                    <a:pt x="3265303" y="390828"/>
                  </a:lnTo>
                  <a:lnTo>
                    <a:pt x="3341368" y="356793"/>
                  </a:lnTo>
                  <a:lnTo>
                    <a:pt x="3421804" y="326060"/>
                  </a:lnTo>
                  <a:lnTo>
                    <a:pt x="3505463" y="298541"/>
                  </a:lnTo>
                  <a:lnTo>
                    <a:pt x="3590541" y="274239"/>
                  </a:lnTo>
                  <a:lnTo>
                    <a:pt x="3674570" y="253211"/>
                  </a:lnTo>
                  <a:lnTo>
                    <a:pt x="3754562" y="235530"/>
                  </a:lnTo>
                  <a:lnTo>
                    <a:pt x="3827308" y="221218"/>
                  </a:lnTo>
                  <a:lnTo>
                    <a:pt x="3889826" y="210197"/>
                  </a:lnTo>
                  <a:lnTo>
                    <a:pt x="3939877" y="202246"/>
                  </a:lnTo>
                  <a:lnTo>
                    <a:pt x="3976409" y="196993"/>
                  </a:lnTo>
                  <a:lnTo>
                    <a:pt x="3999817" y="193934"/>
                  </a:lnTo>
                  <a:lnTo>
                    <a:pt x="4011971" y="192485"/>
                  </a:lnTo>
                  <a:lnTo>
                    <a:pt x="4016063" y="192038"/>
                  </a:lnTo>
                  <a:lnTo>
                    <a:pt x="4016409" y="192003"/>
                  </a:lnTo>
                  <a:lnTo>
                    <a:pt x="4538543" y="192003"/>
                  </a:lnTo>
                  <a:lnTo>
                    <a:pt x="4539812" y="191998"/>
                  </a:lnTo>
                  <a:lnTo>
                    <a:pt x="4548110" y="191957"/>
                  </a:lnTo>
                  <a:lnTo>
                    <a:pt x="4568853" y="191844"/>
                  </a:lnTo>
                  <a:lnTo>
                    <a:pt x="4605498" y="191622"/>
                  </a:lnTo>
                  <a:lnTo>
                    <a:pt x="4659222" y="191259"/>
                  </a:lnTo>
                  <a:lnTo>
                    <a:pt x="4728870" y="190730"/>
                  </a:lnTo>
                  <a:lnTo>
                    <a:pt x="4811348" y="190021"/>
                  </a:lnTo>
                  <a:lnTo>
                    <a:pt x="4902399" y="189129"/>
                  </a:lnTo>
                  <a:lnTo>
                    <a:pt x="4997509" y="188055"/>
                  </a:lnTo>
                  <a:lnTo>
                    <a:pt x="5092656" y="186803"/>
                  </a:lnTo>
                  <a:lnTo>
                    <a:pt x="5184757" y="185376"/>
                  </a:lnTo>
                  <a:lnTo>
                    <a:pt x="5271793" y="183772"/>
                  </a:lnTo>
                  <a:lnTo>
                    <a:pt x="5352722" y="181979"/>
                  </a:lnTo>
                  <a:lnTo>
                    <a:pt x="5427275" y="179980"/>
                  </a:lnTo>
                  <a:lnTo>
                    <a:pt x="5495732" y="177751"/>
                  </a:lnTo>
                  <a:lnTo>
                    <a:pt x="5558732" y="175257"/>
                  </a:lnTo>
                  <a:lnTo>
                    <a:pt x="5617114" y="172462"/>
                  </a:lnTo>
                  <a:lnTo>
                    <a:pt x="5671811" y="169324"/>
                  </a:lnTo>
                  <a:lnTo>
                    <a:pt x="5723754" y="165806"/>
                  </a:lnTo>
                  <a:lnTo>
                    <a:pt x="5773803" y="161880"/>
                  </a:lnTo>
                  <a:lnTo>
                    <a:pt x="5784835" y="160944"/>
                  </a:lnTo>
                  <a:lnTo>
                    <a:pt x="5838889" y="155996"/>
                  </a:lnTo>
                  <a:lnTo>
                    <a:pt x="5892423" y="150525"/>
                  </a:lnTo>
                  <a:lnTo>
                    <a:pt x="5946018" y="144524"/>
                  </a:lnTo>
                  <a:lnTo>
                    <a:pt x="6000063" y="138007"/>
                  </a:lnTo>
                  <a:lnTo>
                    <a:pt x="6054777" y="131006"/>
                  </a:lnTo>
                  <a:lnTo>
                    <a:pt x="6110236" y="123580"/>
                  </a:lnTo>
                  <a:lnTo>
                    <a:pt x="6166383" y="115808"/>
                  </a:lnTo>
                  <a:lnTo>
                    <a:pt x="6223062" y="107788"/>
                  </a:lnTo>
                  <a:lnTo>
                    <a:pt x="6280042" y="99634"/>
                  </a:lnTo>
                  <a:lnTo>
                    <a:pt x="6337049" y="91468"/>
                  </a:lnTo>
                  <a:lnTo>
                    <a:pt x="6393808" y="83412"/>
                  </a:lnTo>
                  <a:lnTo>
                    <a:pt x="6450075" y="75582"/>
                  </a:lnTo>
                  <a:lnTo>
                    <a:pt x="6505678" y="68080"/>
                  </a:lnTo>
                  <a:lnTo>
                    <a:pt x="6560538" y="60991"/>
                  </a:lnTo>
                  <a:lnTo>
                    <a:pt x="6614703" y="54374"/>
                  </a:lnTo>
                  <a:lnTo>
                    <a:pt x="6668361" y="48270"/>
                  </a:lnTo>
                  <a:lnTo>
                    <a:pt x="6721868" y="42694"/>
                  </a:lnTo>
                  <a:lnTo>
                    <a:pt x="6775763" y="37644"/>
                  </a:lnTo>
                  <a:lnTo>
                    <a:pt x="6786527" y="36706"/>
                  </a:lnTo>
                  <a:lnTo>
                    <a:pt x="6836253" y="32688"/>
                  </a:lnTo>
                  <a:lnTo>
                    <a:pt x="6887702" y="29080"/>
                  </a:lnTo>
                  <a:lnTo>
                    <a:pt x="6941702" y="25860"/>
                  </a:lnTo>
                  <a:lnTo>
                    <a:pt x="6999176" y="22991"/>
                  </a:lnTo>
                  <a:lnTo>
                    <a:pt x="7061063" y="20434"/>
                  </a:lnTo>
                  <a:lnTo>
                    <a:pt x="7128232" y="18148"/>
                  </a:lnTo>
                  <a:lnTo>
                    <a:pt x="7201379" y="16100"/>
                  </a:lnTo>
                  <a:lnTo>
                    <a:pt x="7280879" y="14263"/>
                  </a:lnTo>
                  <a:lnTo>
                    <a:pt x="7366607" y="12618"/>
                  </a:lnTo>
                  <a:lnTo>
                    <a:pt x="7457710" y="11151"/>
                  </a:lnTo>
                  <a:lnTo>
                    <a:pt x="7552405" y="9861"/>
                  </a:lnTo>
                  <a:lnTo>
                    <a:pt x="7647844" y="8746"/>
                  </a:lnTo>
                  <a:lnTo>
                    <a:pt x="7740190" y="7813"/>
                  </a:lnTo>
                  <a:lnTo>
                    <a:pt x="7824982" y="7063"/>
                  </a:lnTo>
                  <a:lnTo>
                    <a:pt x="7897830" y="6495"/>
                  </a:lnTo>
                  <a:lnTo>
                    <a:pt x="7955302" y="6096"/>
                  </a:lnTo>
                  <a:lnTo>
                    <a:pt x="7995758" y="5845"/>
                  </a:lnTo>
                  <a:lnTo>
                    <a:pt x="8019841" y="5711"/>
                  </a:lnTo>
                  <a:lnTo>
                    <a:pt x="8030521" y="5657"/>
                  </a:lnTo>
                  <a:lnTo>
                    <a:pt x="8032819" y="5647"/>
                  </a:lnTo>
                  <a:lnTo>
                    <a:pt x="8554953" y="5647"/>
                  </a:lnTo>
                  <a:lnTo>
                    <a:pt x="8554953" y="0"/>
                  </a:lnTo>
                  <a:lnTo>
                    <a:pt x="8032819" y="0"/>
                  </a:lnTo>
                  <a:lnTo>
                    <a:pt x="8031550" y="5"/>
                  </a:lnTo>
                  <a:lnTo>
                    <a:pt x="8023252" y="46"/>
                  </a:lnTo>
                  <a:lnTo>
                    <a:pt x="8002509" y="159"/>
                  </a:lnTo>
                  <a:lnTo>
                    <a:pt x="7965864" y="381"/>
                  </a:lnTo>
                  <a:lnTo>
                    <a:pt x="7912140" y="744"/>
                  </a:lnTo>
                  <a:lnTo>
                    <a:pt x="7842492" y="1273"/>
                  </a:lnTo>
                  <a:lnTo>
                    <a:pt x="7760014" y="1981"/>
                  </a:lnTo>
                  <a:lnTo>
                    <a:pt x="7668963" y="2874"/>
                  </a:lnTo>
                  <a:lnTo>
                    <a:pt x="7573853" y="3948"/>
                  </a:lnTo>
                  <a:lnTo>
                    <a:pt x="7478706" y="5200"/>
                  </a:lnTo>
                  <a:lnTo>
                    <a:pt x="7386605" y="6627"/>
                  </a:lnTo>
                  <a:lnTo>
                    <a:pt x="7299569" y="8231"/>
                  </a:lnTo>
                  <a:lnTo>
                    <a:pt x="7218640" y="10024"/>
                  </a:lnTo>
                  <a:lnTo>
                    <a:pt x="7144087" y="12022"/>
                  </a:lnTo>
                  <a:lnTo>
                    <a:pt x="7075630" y="14252"/>
                  </a:lnTo>
                  <a:lnTo>
                    <a:pt x="7012630" y="16745"/>
                  </a:lnTo>
                  <a:lnTo>
                    <a:pt x="6954248" y="19541"/>
                  </a:lnTo>
                  <a:lnTo>
                    <a:pt x="6899551" y="22679"/>
                  </a:lnTo>
                  <a:lnTo>
                    <a:pt x="6847607" y="26197"/>
                  </a:lnTo>
                  <a:lnTo>
                    <a:pt x="6797559" y="30123"/>
                  </a:lnTo>
                  <a:lnTo>
                    <a:pt x="6786527" y="31059"/>
                  </a:lnTo>
                  <a:lnTo>
                    <a:pt x="6732473" y="36007"/>
                  </a:lnTo>
                  <a:lnTo>
                    <a:pt x="6678939" y="41478"/>
                  </a:lnTo>
                  <a:lnTo>
                    <a:pt x="6625344" y="47479"/>
                  </a:lnTo>
                  <a:lnTo>
                    <a:pt x="6571299" y="53996"/>
                  </a:lnTo>
                  <a:lnTo>
                    <a:pt x="6516585" y="60996"/>
                  </a:lnTo>
                  <a:lnTo>
                    <a:pt x="6461126" y="68422"/>
                  </a:lnTo>
                  <a:lnTo>
                    <a:pt x="6404979" y="76195"/>
                  </a:lnTo>
                  <a:lnTo>
                    <a:pt x="6348300" y="84215"/>
                  </a:lnTo>
                  <a:lnTo>
                    <a:pt x="6291320" y="92369"/>
                  </a:lnTo>
                  <a:lnTo>
                    <a:pt x="6234313" y="100535"/>
                  </a:lnTo>
                  <a:lnTo>
                    <a:pt x="6177554" y="108591"/>
                  </a:lnTo>
                  <a:lnTo>
                    <a:pt x="6121287" y="116421"/>
                  </a:lnTo>
                  <a:lnTo>
                    <a:pt x="6065684" y="123922"/>
                  </a:lnTo>
                  <a:lnTo>
                    <a:pt x="6010824" y="131012"/>
                  </a:lnTo>
                  <a:lnTo>
                    <a:pt x="5956659" y="137629"/>
                  </a:lnTo>
                  <a:lnTo>
                    <a:pt x="5903000" y="143733"/>
                  </a:lnTo>
                  <a:lnTo>
                    <a:pt x="5849494" y="149309"/>
                  </a:lnTo>
                  <a:lnTo>
                    <a:pt x="5795599" y="154359"/>
                  </a:lnTo>
                  <a:lnTo>
                    <a:pt x="5784835" y="155297"/>
                  </a:lnTo>
                  <a:lnTo>
                    <a:pt x="5735109" y="159315"/>
                  </a:lnTo>
                  <a:lnTo>
                    <a:pt x="5683660" y="162923"/>
                  </a:lnTo>
                  <a:lnTo>
                    <a:pt x="5629660" y="166143"/>
                  </a:lnTo>
                  <a:lnTo>
                    <a:pt x="5572186" y="169011"/>
                  </a:lnTo>
                  <a:lnTo>
                    <a:pt x="5510299" y="171569"/>
                  </a:lnTo>
                  <a:lnTo>
                    <a:pt x="5443130" y="173855"/>
                  </a:lnTo>
                  <a:lnTo>
                    <a:pt x="5369983" y="175902"/>
                  </a:lnTo>
                  <a:lnTo>
                    <a:pt x="5290483" y="177739"/>
                  </a:lnTo>
                  <a:lnTo>
                    <a:pt x="5204755" y="179385"/>
                  </a:lnTo>
                  <a:lnTo>
                    <a:pt x="5113652" y="180851"/>
                  </a:lnTo>
                  <a:lnTo>
                    <a:pt x="5018957" y="182142"/>
                  </a:lnTo>
                  <a:lnTo>
                    <a:pt x="4923518" y="183257"/>
                  </a:lnTo>
                  <a:lnTo>
                    <a:pt x="4831172" y="184190"/>
                  </a:lnTo>
                  <a:lnTo>
                    <a:pt x="4746380" y="184940"/>
                  </a:lnTo>
                  <a:lnTo>
                    <a:pt x="4673532" y="185508"/>
                  </a:lnTo>
                  <a:lnTo>
                    <a:pt x="4616060" y="185907"/>
                  </a:lnTo>
                  <a:lnTo>
                    <a:pt x="4575604" y="186158"/>
                  </a:lnTo>
                  <a:lnTo>
                    <a:pt x="4551521" y="186292"/>
                  </a:lnTo>
                  <a:lnTo>
                    <a:pt x="4540840" y="186346"/>
                  </a:lnTo>
                  <a:lnTo>
                    <a:pt x="4538543" y="186356"/>
                  </a:lnTo>
                  <a:lnTo>
                    <a:pt x="4016409" y="186356"/>
                  </a:lnTo>
                  <a:lnTo>
                    <a:pt x="4015509" y="186449"/>
                  </a:lnTo>
                  <a:lnTo>
                    <a:pt x="4009575" y="187112"/>
                  </a:lnTo>
                  <a:lnTo>
                    <a:pt x="3994576" y="188945"/>
                  </a:lnTo>
                  <a:lnTo>
                    <a:pt x="3967666" y="192555"/>
                  </a:lnTo>
                  <a:lnTo>
                    <a:pt x="3927372" y="198509"/>
                  </a:lnTo>
                  <a:lnTo>
                    <a:pt x="3873712" y="207277"/>
                  </a:lnTo>
                  <a:lnTo>
                    <a:pt x="3808101" y="219193"/>
                  </a:lnTo>
                  <a:lnTo>
                    <a:pt x="3733035" y="234434"/>
                  </a:lnTo>
                  <a:lnTo>
                    <a:pt x="3651608" y="253046"/>
                  </a:lnTo>
                  <a:lnTo>
                    <a:pt x="3567008" y="274986"/>
                  </a:lnTo>
                  <a:lnTo>
                    <a:pt x="3482103" y="300182"/>
                  </a:lnTo>
                  <a:lnTo>
                    <a:pt x="3399183" y="328587"/>
                  </a:lnTo>
                  <a:lnTo>
                    <a:pt x="3319868" y="360219"/>
                  </a:lnTo>
                  <a:lnTo>
                    <a:pt x="3245132" y="395196"/>
                  </a:lnTo>
                  <a:lnTo>
                    <a:pt x="3175407" y="433745"/>
                  </a:lnTo>
                  <a:lnTo>
                    <a:pt x="3110702" y="476206"/>
                  </a:lnTo>
                  <a:lnTo>
                    <a:pt x="3050729" y="523032"/>
                  </a:lnTo>
                  <a:lnTo>
                    <a:pt x="2995001" y="574774"/>
                  </a:lnTo>
                  <a:lnTo>
                    <a:pt x="2942918" y="632058"/>
                  </a:lnTo>
                  <a:lnTo>
                    <a:pt x="2893822" y="695550"/>
                  </a:lnTo>
                  <a:lnTo>
                    <a:pt x="2847051" y="765887"/>
                  </a:lnTo>
                  <a:lnTo>
                    <a:pt x="2801979" y="843571"/>
                  </a:lnTo>
                  <a:lnTo>
                    <a:pt x="2770117" y="904488"/>
                  </a:lnTo>
                  <a:lnTo>
                    <a:pt x="2738876" y="968939"/>
                  </a:lnTo>
                  <a:lnTo>
                    <a:pt x="2707908" y="1037342"/>
                  </a:lnTo>
                  <a:lnTo>
                    <a:pt x="2677074" y="1109778"/>
                  </a:lnTo>
                  <a:lnTo>
                    <a:pt x="2646261" y="1186284"/>
                  </a:lnTo>
                  <a:lnTo>
                    <a:pt x="2615380" y="1266849"/>
                  </a:lnTo>
                  <a:lnTo>
                    <a:pt x="2584358" y="1351410"/>
                  </a:lnTo>
                  <a:lnTo>
                    <a:pt x="2553144" y="1439849"/>
                  </a:lnTo>
                  <a:lnTo>
                    <a:pt x="2521704" y="1531990"/>
                  </a:lnTo>
                  <a:lnTo>
                    <a:pt x="2490019" y="1627600"/>
                  </a:lnTo>
                  <a:lnTo>
                    <a:pt x="2458086" y="1726385"/>
                  </a:lnTo>
                  <a:lnTo>
                    <a:pt x="2425913" y="1827998"/>
                  </a:lnTo>
                  <a:lnTo>
                    <a:pt x="2393525" y="1932036"/>
                  </a:lnTo>
                  <a:lnTo>
                    <a:pt x="2360953" y="2038052"/>
                  </a:lnTo>
                  <a:lnTo>
                    <a:pt x="2328238" y="2145558"/>
                  </a:lnTo>
                  <a:lnTo>
                    <a:pt x="2295429" y="2254037"/>
                  </a:lnTo>
                  <a:lnTo>
                    <a:pt x="2262577" y="2362951"/>
                  </a:lnTo>
                  <a:lnTo>
                    <a:pt x="2229736" y="2471753"/>
                  </a:lnTo>
                  <a:lnTo>
                    <a:pt x="2196959" y="2579900"/>
                  </a:lnTo>
                  <a:lnTo>
                    <a:pt x="2164297" y="2686859"/>
                  </a:lnTo>
                  <a:lnTo>
                    <a:pt x="2131795" y="2792126"/>
                  </a:lnTo>
                  <a:lnTo>
                    <a:pt x="2099492" y="2895227"/>
                  </a:lnTo>
                  <a:lnTo>
                    <a:pt x="2067415" y="2995733"/>
                  </a:lnTo>
                  <a:lnTo>
                    <a:pt x="2035582" y="3093264"/>
                  </a:lnTo>
                  <a:lnTo>
                    <a:pt x="2003998" y="3187493"/>
                  </a:lnTo>
                  <a:lnTo>
                    <a:pt x="1972653" y="3278150"/>
                  </a:lnTo>
                  <a:lnTo>
                    <a:pt x="1941523" y="3365027"/>
                  </a:lnTo>
                  <a:lnTo>
                    <a:pt x="1910566" y="3447970"/>
                  </a:lnTo>
                  <a:lnTo>
                    <a:pt x="1879722" y="3526886"/>
                  </a:lnTo>
                  <a:lnTo>
                    <a:pt x="1848913" y="3601732"/>
                  </a:lnTo>
                  <a:lnTo>
                    <a:pt x="1818039" y="3672518"/>
                  </a:lnTo>
                  <a:lnTo>
                    <a:pt x="1786977" y="3739299"/>
                  </a:lnTo>
                  <a:lnTo>
                    <a:pt x="1768425" y="3777016"/>
                  </a:lnTo>
                  <a:lnTo>
                    <a:pt x="1724239" y="3860164"/>
                  </a:lnTo>
                  <a:lnTo>
                    <a:pt x="1678756" y="3935780"/>
                  </a:lnTo>
                  <a:lnTo>
                    <a:pt x="1631407" y="4004166"/>
                  </a:lnTo>
                  <a:lnTo>
                    <a:pt x="1581552" y="4065876"/>
                  </a:lnTo>
                  <a:lnTo>
                    <a:pt x="1528525" y="4121562"/>
                  </a:lnTo>
                  <a:lnTo>
                    <a:pt x="1471681" y="4171884"/>
                  </a:lnTo>
                  <a:lnTo>
                    <a:pt x="1410441" y="4217452"/>
                  </a:lnTo>
                  <a:lnTo>
                    <a:pt x="1344367" y="4258791"/>
                  </a:lnTo>
                  <a:lnTo>
                    <a:pt x="1273240" y="4296323"/>
                  </a:lnTo>
                  <a:lnTo>
                    <a:pt x="1197174" y="4330358"/>
                  </a:lnTo>
                  <a:lnTo>
                    <a:pt x="1116738" y="4361091"/>
                  </a:lnTo>
                  <a:lnTo>
                    <a:pt x="1033079" y="4388610"/>
                  </a:lnTo>
                  <a:lnTo>
                    <a:pt x="948002" y="4412912"/>
                  </a:lnTo>
                  <a:lnTo>
                    <a:pt x="863972" y="4433940"/>
                  </a:lnTo>
                  <a:lnTo>
                    <a:pt x="783980" y="4451621"/>
                  </a:lnTo>
                  <a:lnTo>
                    <a:pt x="711235" y="4465933"/>
                  </a:lnTo>
                  <a:lnTo>
                    <a:pt x="648716" y="4476954"/>
                  </a:lnTo>
                  <a:lnTo>
                    <a:pt x="598665" y="4484905"/>
                  </a:lnTo>
                  <a:lnTo>
                    <a:pt x="562133" y="4490158"/>
                  </a:lnTo>
                  <a:lnTo>
                    <a:pt x="538725" y="4493218"/>
                  </a:lnTo>
                  <a:lnTo>
                    <a:pt x="526572" y="4494666"/>
                  </a:lnTo>
                  <a:lnTo>
                    <a:pt x="522479" y="4495113"/>
                  </a:lnTo>
                  <a:lnTo>
                    <a:pt x="522133" y="4495148"/>
                  </a:lnTo>
                  <a:lnTo>
                    <a:pt x="0" y="4495148"/>
                  </a:lnTo>
                  <a:close/>
                </a:path>
              </a:pathLst>
            </a:custGeom>
            <a:solidFill>
              <a:srgbClr val="D9B26F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1656" name="pl1656"/>
            <p:cNvSpPr/>
            <p:nvPr/>
          </p:nvSpPr>
          <p:spPr>
            <a:xfrm>
              <a:off x="386606" y="649064"/>
              <a:ext cx="8554953" cy="4495148"/>
            </a:xfrm>
            <a:custGeom>
              <a:avLst/>
              <a:pathLst>
                <a:path w="8554953" h="4495148">
                  <a:moveTo>
                    <a:pt x="0" y="4495148"/>
                  </a:moveTo>
                  <a:lnTo>
                    <a:pt x="522133" y="4495148"/>
                  </a:lnTo>
                  <a:lnTo>
                    <a:pt x="523034" y="4495055"/>
                  </a:lnTo>
                  <a:lnTo>
                    <a:pt x="528967" y="4494391"/>
                  </a:lnTo>
                  <a:lnTo>
                    <a:pt x="543966" y="4492559"/>
                  </a:lnTo>
                  <a:lnTo>
                    <a:pt x="570876" y="4488949"/>
                  </a:lnTo>
                  <a:lnTo>
                    <a:pt x="611170" y="4482995"/>
                  </a:lnTo>
                  <a:lnTo>
                    <a:pt x="664830" y="4474226"/>
                  </a:lnTo>
                  <a:lnTo>
                    <a:pt x="730441" y="4462311"/>
                  </a:lnTo>
                  <a:lnTo>
                    <a:pt x="805508" y="4447070"/>
                  </a:lnTo>
                  <a:lnTo>
                    <a:pt x="886935" y="4428458"/>
                  </a:lnTo>
                  <a:lnTo>
                    <a:pt x="971534" y="4406518"/>
                  </a:lnTo>
                  <a:lnTo>
                    <a:pt x="1056439" y="4381322"/>
                  </a:lnTo>
                  <a:lnTo>
                    <a:pt x="1139359" y="4352917"/>
                  </a:lnTo>
                  <a:lnTo>
                    <a:pt x="1218674" y="4321285"/>
                  </a:lnTo>
                  <a:lnTo>
                    <a:pt x="1293410" y="4286307"/>
                  </a:lnTo>
                  <a:lnTo>
                    <a:pt x="1363135" y="4247759"/>
                  </a:lnTo>
                  <a:lnTo>
                    <a:pt x="1427840" y="4205298"/>
                  </a:lnTo>
                  <a:lnTo>
                    <a:pt x="1487813" y="4158472"/>
                  </a:lnTo>
                  <a:lnTo>
                    <a:pt x="1543541" y="4106730"/>
                  </a:lnTo>
                  <a:lnTo>
                    <a:pt x="1595624" y="4049446"/>
                  </a:lnTo>
                  <a:lnTo>
                    <a:pt x="1644720" y="3985954"/>
                  </a:lnTo>
                  <a:lnTo>
                    <a:pt x="1691491" y="3915617"/>
                  </a:lnTo>
                  <a:lnTo>
                    <a:pt x="1736563" y="3837933"/>
                  </a:lnTo>
                  <a:lnTo>
                    <a:pt x="1768425" y="3777016"/>
                  </a:lnTo>
                  <a:lnTo>
                    <a:pt x="1799666" y="3712565"/>
                  </a:lnTo>
                  <a:lnTo>
                    <a:pt x="1830635" y="3644162"/>
                  </a:lnTo>
                  <a:lnTo>
                    <a:pt x="1861469" y="3571725"/>
                  </a:lnTo>
                  <a:lnTo>
                    <a:pt x="1892281" y="3495219"/>
                  </a:lnTo>
                  <a:lnTo>
                    <a:pt x="1923163" y="3414655"/>
                  </a:lnTo>
                  <a:lnTo>
                    <a:pt x="1954184" y="3330094"/>
                  </a:lnTo>
                  <a:lnTo>
                    <a:pt x="1985398" y="3241655"/>
                  </a:lnTo>
                  <a:lnTo>
                    <a:pt x="2016838" y="3149514"/>
                  </a:lnTo>
                  <a:lnTo>
                    <a:pt x="2048523" y="3053904"/>
                  </a:lnTo>
                  <a:lnTo>
                    <a:pt x="2080457" y="2955118"/>
                  </a:lnTo>
                  <a:lnTo>
                    <a:pt x="2112629" y="2853506"/>
                  </a:lnTo>
                  <a:lnTo>
                    <a:pt x="2145017" y="2749468"/>
                  </a:lnTo>
                  <a:lnTo>
                    <a:pt x="2177589" y="2643452"/>
                  </a:lnTo>
                  <a:lnTo>
                    <a:pt x="2210304" y="2535946"/>
                  </a:lnTo>
                  <a:lnTo>
                    <a:pt x="2243113" y="2427467"/>
                  </a:lnTo>
                  <a:lnTo>
                    <a:pt x="2275965" y="2318553"/>
                  </a:lnTo>
                  <a:lnTo>
                    <a:pt x="2308806" y="2209751"/>
                  </a:lnTo>
                  <a:lnTo>
                    <a:pt x="2341583" y="2101604"/>
                  </a:lnTo>
                  <a:lnTo>
                    <a:pt x="2374245" y="1994645"/>
                  </a:lnTo>
                  <a:lnTo>
                    <a:pt x="2406747" y="1889378"/>
                  </a:lnTo>
                  <a:lnTo>
                    <a:pt x="2439050" y="1786277"/>
                  </a:lnTo>
                  <a:lnTo>
                    <a:pt x="2471127" y="1685770"/>
                  </a:lnTo>
                  <a:lnTo>
                    <a:pt x="2502960" y="1588240"/>
                  </a:lnTo>
                  <a:lnTo>
                    <a:pt x="2534544" y="1494011"/>
                  </a:lnTo>
                  <a:lnTo>
                    <a:pt x="2565889" y="1403354"/>
                  </a:lnTo>
                  <a:lnTo>
                    <a:pt x="2597019" y="1316477"/>
                  </a:lnTo>
                  <a:lnTo>
                    <a:pt x="2627976" y="1233534"/>
                  </a:lnTo>
                  <a:lnTo>
                    <a:pt x="2658820" y="1154618"/>
                  </a:lnTo>
                  <a:lnTo>
                    <a:pt x="2689629" y="1079772"/>
                  </a:lnTo>
                  <a:lnTo>
                    <a:pt x="2720503" y="1008986"/>
                  </a:lnTo>
                  <a:lnTo>
                    <a:pt x="2751565" y="942205"/>
                  </a:lnTo>
                  <a:lnTo>
                    <a:pt x="2770117" y="904488"/>
                  </a:lnTo>
                  <a:lnTo>
                    <a:pt x="2814303" y="821340"/>
                  </a:lnTo>
                  <a:lnTo>
                    <a:pt x="2859786" y="745724"/>
                  </a:lnTo>
                  <a:lnTo>
                    <a:pt x="2907135" y="677337"/>
                  </a:lnTo>
                  <a:lnTo>
                    <a:pt x="2956990" y="615628"/>
                  </a:lnTo>
                  <a:lnTo>
                    <a:pt x="3010017" y="559942"/>
                  </a:lnTo>
                  <a:lnTo>
                    <a:pt x="3066861" y="509619"/>
                  </a:lnTo>
                  <a:lnTo>
                    <a:pt x="3128101" y="464051"/>
                  </a:lnTo>
                  <a:lnTo>
                    <a:pt x="3194176" y="422713"/>
                  </a:lnTo>
                  <a:lnTo>
                    <a:pt x="3265303" y="385181"/>
                  </a:lnTo>
                  <a:lnTo>
                    <a:pt x="3341368" y="351146"/>
                  </a:lnTo>
                  <a:lnTo>
                    <a:pt x="3421804" y="320413"/>
                  </a:lnTo>
                  <a:lnTo>
                    <a:pt x="3505463" y="292894"/>
                  </a:lnTo>
                  <a:lnTo>
                    <a:pt x="3590541" y="268591"/>
                  </a:lnTo>
                  <a:lnTo>
                    <a:pt x="3674570" y="247564"/>
                  </a:lnTo>
                  <a:lnTo>
                    <a:pt x="3754562" y="229883"/>
                  </a:lnTo>
                  <a:lnTo>
                    <a:pt x="3827308" y="215571"/>
                  </a:lnTo>
                  <a:lnTo>
                    <a:pt x="3889826" y="204550"/>
                  </a:lnTo>
                  <a:lnTo>
                    <a:pt x="3939877" y="196599"/>
                  </a:lnTo>
                  <a:lnTo>
                    <a:pt x="3976409" y="191345"/>
                  </a:lnTo>
                  <a:lnTo>
                    <a:pt x="3999817" y="188286"/>
                  </a:lnTo>
                  <a:lnTo>
                    <a:pt x="4011971" y="186838"/>
                  </a:lnTo>
                  <a:lnTo>
                    <a:pt x="4016063" y="186391"/>
                  </a:lnTo>
                  <a:lnTo>
                    <a:pt x="4016409" y="186356"/>
                  </a:lnTo>
                  <a:lnTo>
                    <a:pt x="4538543" y="186356"/>
                  </a:lnTo>
                  <a:lnTo>
                    <a:pt x="4539812" y="186350"/>
                  </a:lnTo>
                  <a:lnTo>
                    <a:pt x="4548110" y="186310"/>
                  </a:lnTo>
                  <a:lnTo>
                    <a:pt x="4568853" y="186197"/>
                  </a:lnTo>
                  <a:lnTo>
                    <a:pt x="4605498" y="185975"/>
                  </a:lnTo>
                  <a:lnTo>
                    <a:pt x="4659222" y="185612"/>
                  </a:lnTo>
                  <a:lnTo>
                    <a:pt x="4728870" y="185083"/>
                  </a:lnTo>
                  <a:lnTo>
                    <a:pt x="4811348" y="184374"/>
                  </a:lnTo>
                  <a:lnTo>
                    <a:pt x="4902399" y="183482"/>
                  </a:lnTo>
                  <a:lnTo>
                    <a:pt x="4997509" y="182407"/>
                  </a:lnTo>
                  <a:lnTo>
                    <a:pt x="5092656" y="181156"/>
                  </a:lnTo>
                  <a:lnTo>
                    <a:pt x="5184757" y="179729"/>
                  </a:lnTo>
                  <a:lnTo>
                    <a:pt x="5271793" y="178124"/>
                  </a:lnTo>
                  <a:lnTo>
                    <a:pt x="5352722" y="176332"/>
                  </a:lnTo>
                  <a:lnTo>
                    <a:pt x="5427275" y="174333"/>
                  </a:lnTo>
                  <a:lnTo>
                    <a:pt x="5495732" y="172104"/>
                  </a:lnTo>
                  <a:lnTo>
                    <a:pt x="5558732" y="169610"/>
                  </a:lnTo>
                  <a:lnTo>
                    <a:pt x="5617114" y="166815"/>
                  </a:lnTo>
                  <a:lnTo>
                    <a:pt x="5671811" y="163677"/>
                  </a:lnTo>
                  <a:lnTo>
                    <a:pt x="5723754" y="160158"/>
                  </a:lnTo>
                  <a:lnTo>
                    <a:pt x="5773803" y="156233"/>
                  </a:lnTo>
                  <a:lnTo>
                    <a:pt x="5784835" y="155297"/>
                  </a:lnTo>
                  <a:lnTo>
                    <a:pt x="5838889" y="150348"/>
                  </a:lnTo>
                  <a:lnTo>
                    <a:pt x="5892423" y="144878"/>
                  </a:lnTo>
                  <a:lnTo>
                    <a:pt x="5946018" y="138877"/>
                  </a:lnTo>
                  <a:lnTo>
                    <a:pt x="6000063" y="132360"/>
                  </a:lnTo>
                  <a:lnTo>
                    <a:pt x="6054777" y="125359"/>
                  </a:lnTo>
                  <a:lnTo>
                    <a:pt x="6110236" y="117933"/>
                  </a:lnTo>
                  <a:lnTo>
                    <a:pt x="6166383" y="110161"/>
                  </a:lnTo>
                  <a:lnTo>
                    <a:pt x="6223062" y="102141"/>
                  </a:lnTo>
                  <a:lnTo>
                    <a:pt x="6280042" y="93987"/>
                  </a:lnTo>
                  <a:lnTo>
                    <a:pt x="6337049" y="85820"/>
                  </a:lnTo>
                  <a:lnTo>
                    <a:pt x="6393808" y="77764"/>
                  </a:lnTo>
                  <a:lnTo>
                    <a:pt x="6450075" y="69935"/>
                  </a:lnTo>
                  <a:lnTo>
                    <a:pt x="6505678" y="62433"/>
                  </a:lnTo>
                  <a:lnTo>
                    <a:pt x="6560538" y="55343"/>
                  </a:lnTo>
                  <a:lnTo>
                    <a:pt x="6614703" y="48727"/>
                  </a:lnTo>
                  <a:lnTo>
                    <a:pt x="6668361" y="42623"/>
                  </a:lnTo>
                  <a:lnTo>
                    <a:pt x="6721868" y="37047"/>
                  </a:lnTo>
                  <a:lnTo>
                    <a:pt x="6775763" y="31997"/>
                  </a:lnTo>
                  <a:lnTo>
                    <a:pt x="6786527" y="31059"/>
                  </a:lnTo>
                  <a:lnTo>
                    <a:pt x="6836253" y="27041"/>
                  </a:lnTo>
                  <a:lnTo>
                    <a:pt x="6887702" y="23433"/>
                  </a:lnTo>
                  <a:lnTo>
                    <a:pt x="6941702" y="20213"/>
                  </a:lnTo>
                  <a:lnTo>
                    <a:pt x="6999176" y="17344"/>
                  </a:lnTo>
                  <a:lnTo>
                    <a:pt x="7061063" y="14787"/>
                  </a:lnTo>
                  <a:lnTo>
                    <a:pt x="7128232" y="12501"/>
                  </a:lnTo>
                  <a:lnTo>
                    <a:pt x="7201379" y="10453"/>
                  </a:lnTo>
                  <a:lnTo>
                    <a:pt x="7280879" y="8616"/>
                  </a:lnTo>
                  <a:lnTo>
                    <a:pt x="7366607" y="6970"/>
                  </a:lnTo>
                  <a:lnTo>
                    <a:pt x="7457710" y="5504"/>
                  </a:lnTo>
                  <a:lnTo>
                    <a:pt x="7552405" y="4213"/>
                  </a:lnTo>
                  <a:lnTo>
                    <a:pt x="7647844" y="3099"/>
                  </a:lnTo>
                  <a:lnTo>
                    <a:pt x="7740190" y="2165"/>
                  </a:lnTo>
                  <a:lnTo>
                    <a:pt x="7824982" y="1416"/>
                  </a:lnTo>
                  <a:lnTo>
                    <a:pt x="7897830" y="847"/>
                  </a:lnTo>
                  <a:lnTo>
                    <a:pt x="7955302" y="449"/>
                  </a:lnTo>
                  <a:lnTo>
                    <a:pt x="7995758" y="198"/>
                  </a:lnTo>
                  <a:lnTo>
                    <a:pt x="8019841" y="64"/>
                  </a:lnTo>
                  <a:lnTo>
                    <a:pt x="8030521" y="10"/>
                  </a:lnTo>
                  <a:lnTo>
                    <a:pt x="8032804" y="0"/>
                  </a:lnTo>
                  <a:lnTo>
                    <a:pt x="8032819" y="0"/>
                  </a:lnTo>
                  <a:lnTo>
                    <a:pt x="8554953" y="0"/>
                  </a:lnTo>
                  <a:lnTo>
                    <a:pt x="8554953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657" name="pl1657"/>
            <p:cNvSpPr/>
            <p:nvPr/>
          </p:nvSpPr>
          <p:spPr>
            <a:xfrm>
              <a:off x="386606" y="643416"/>
              <a:ext cx="8554953" cy="4495148"/>
            </a:xfrm>
            <a:custGeom>
              <a:avLst/>
              <a:pathLst>
                <a:path w="8554953" h="4495148">
                  <a:moveTo>
                    <a:pt x="8554953" y="0"/>
                  </a:moveTo>
                  <a:lnTo>
                    <a:pt x="8032819" y="0"/>
                  </a:lnTo>
                  <a:lnTo>
                    <a:pt x="8031550" y="5"/>
                  </a:lnTo>
                  <a:lnTo>
                    <a:pt x="8023252" y="46"/>
                  </a:lnTo>
                  <a:lnTo>
                    <a:pt x="8002509" y="159"/>
                  </a:lnTo>
                  <a:lnTo>
                    <a:pt x="7965864" y="381"/>
                  </a:lnTo>
                  <a:lnTo>
                    <a:pt x="7912140" y="744"/>
                  </a:lnTo>
                  <a:lnTo>
                    <a:pt x="7842492" y="1273"/>
                  </a:lnTo>
                  <a:lnTo>
                    <a:pt x="7760014" y="1981"/>
                  </a:lnTo>
                  <a:lnTo>
                    <a:pt x="7668963" y="2874"/>
                  </a:lnTo>
                  <a:lnTo>
                    <a:pt x="7573853" y="3948"/>
                  </a:lnTo>
                  <a:lnTo>
                    <a:pt x="7478706" y="5200"/>
                  </a:lnTo>
                  <a:lnTo>
                    <a:pt x="7386605" y="6627"/>
                  </a:lnTo>
                  <a:lnTo>
                    <a:pt x="7299569" y="8231"/>
                  </a:lnTo>
                  <a:lnTo>
                    <a:pt x="7218640" y="10024"/>
                  </a:lnTo>
                  <a:lnTo>
                    <a:pt x="7144087" y="12022"/>
                  </a:lnTo>
                  <a:lnTo>
                    <a:pt x="7075630" y="14252"/>
                  </a:lnTo>
                  <a:lnTo>
                    <a:pt x="7012630" y="16745"/>
                  </a:lnTo>
                  <a:lnTo>
                    <a:pt x="6954248" y="19541"/>
                  </a:lnTo>
                  <a:lnTo>
                    <a:pt x="6899551" y="22679"/>
                  </a:lnTo>
                  <a:lnTo>
                    <a:pt x="6847607" y="26197"/>
                  </a:lnTo>
                  <a:lnTo>
                    <a:pt x="6797559" y="30123"/>
                  </a:lnTo>
                  <a:lnTo>
                    <a:pt x="6786527" y="31059"/>
                  </a:lnTo>
                  <a:lnTo>
                    <a:pt x="6732473" y="36007"/>
                  </a:lnTo>
                  <a:lnTo>
                    <a:pt x="6678939" y="41478"/>
                  </a:lnTo>
                  <a:lnTo>
                    <a:pt x="6625344" y="47479"/>
                  </a:lnTo>
                  <a:lnTo>
                    <a:pt x="6571299" y="53996"/>
                  </a:lnTo>
                  <a:lnTo>
                    <a:pt x="6516585" y="60996"/>
                  </a:lnTo>
                  <a:lnTo>
                    <a:pt x="6461126" y="68422"/>
                  </a:lnTo>
                  <a:lnTo>
                    <a:pt x="6404979" y="76195"/>
                  </a:lnTo>
                  <a:lnTo>
                    <a:pt x="6348300" y="84215"/>
                  </a:lnTo>
                  <a:lnTo>
                    <a:pt x="6291320" y="92369"/>
                  </a:lnTo>
                  <a:lnTo>
                    <a:pt x="6234313" y="100535"/>
                  </a:lnTo>
                  <a:lnTo>
                    <a:pt x="6177554" y="108591"/>
                  </a:lnTo>
                  <a:lnTo>
                    <a:pt x="6121287" y="116421"/>
                  </a:lnTo>
                  <a:lnTo>
                    <a:pt x="6065684" y="123922"/>
                  </a:lnTo>
                  <a:lnTo>
                    <a:pt x="6010824" y="131012"/>
                  </a:lnTo>
                  <a:lnTo>
                    <a:pt x="5956659" y="137629"/>
                  </a:lnTo>
                  <a:lnTo>
                    <a:pt x="5903000" y="143733"/>
                  </a:lnTo>
                  <a:lnTo>
                    <a:pt x="5849494" y="149309"/>
                  </a:lnTo>
                  <a:lnTo>
                    <a:pt x="5795599" y="154359"/>
                  </a:lnTo>
                  <a:lnTo>
                    <a:pt x="5784835" y="155297"/>
                  </a:lnTo>
                  <a:lnTo>
                    <a:pt x="5735109" y="159315"/>
                  </a:lnTo>
                  <a:lnTo>
                    <a:pt x="5683660" y="162923"/>
                  </a:lnTo>
                  <a:lnTo>
                    <a:pt x="5629660" y="166143"/>
                  </a:lnTo>
                  <a:lnTo>
                    <a:pt x="5572186" y="169011"/>
                  </a:lnTo>
                  <a:lnTo>
                    <a:pt x="5510299" y="171569"/>
                  </a:lnTo>
                  <a:lnTo>
                    <a:pt x="5443130" y="173855"/>
                  </a:lnTo>
                  <a:lnTo>
                    <a:pt x="5369983" y="175902"/>
                  </a:lnTo>
                  <a:lnTo>
                    <a:pt x="5290483" y="177739"/>
                  </a:lnTo>
                  <a:lnTo>
                    <a:pt x="5204755" y="179385"/>
                  </a:lnTo>
                  <a:lnTo>
                    <a:pt x="5113652" y="180851"/>
                  </a:lnTo>
                  <a:lnTo>
                    <a:pt x="5018957" y="182142"/>
                  </a:lnTo>
                  <a:lnTo>
                    <a:pt x="4923518" y="183257"/>
                  </a:lnTo>
                  <a:lnTo>
                    <a:pt x="4831172" y="184190"/>
                  </a:lnTo>
                  <a:lnTo>
                    <a:pt x="4746380" y="184940"/>
                  </a:lnTo>
                  <a:lnTo>
                    <a:pt x="4673532" y="185508"/>
                  </a:lnTo>
                  <a:lnTo>
                    <a:pt x="4616060" y="185907"/>
                  </a:lnTo>
                  <a:lnTo>
                    <a:pt x="4575604" y="186158"/>
                  </a:lnTo>
                  <a:lnTo>
                    <a:pt x="4551521" y="186292"/>
                  </a:lnTo>
                  <a:lnTo>
                    <a:pt x="4540840" y="186346"/>
                  </a:lnTo>
                  <a:lnTo>
                    <a:pt x="4538558" y="186356"/>
                  </a:lnTo>
                  <a:lnTo>
                    <a:pt x="4538543" y="186356"/>
                  </a:lnTo>
                  <a:lnTo>
                    <a:pt x="4016409" y="186356"/>
                  </a:lnTo>
                  <a:lnTo>
                    <a:pt x="4015509" y="186449"/>
                  </a:lnTo>
                  <a:lnTo>
                    <a:pt x="4009575" y="187112"/>
                  </a:lnTo>
                  <a:lnTo>
                    <a:pt x="3994576" y="188945"/>
                  </a:lnTo>
                  <a:lnTo>
                    <a:pt x="3967666" y="192555"/>
                  </a:lnTo>
                  <a:lnTo>
                    <a:pt x="3927372" y="198509"/>
                  </a:lnTo>
                  <a:lnTo>
                    <a:pt x="3873712" y="207277"/>
                  </a:lnTo>
                  <a:lnTo>
                    <a:pt x="3808101" y="219193"/>
                  </a:lnTo>
                  <a:lnTo>
                    <a:pt x="3733035" y="234434"/>
                  </a:lnTo>
                  <a:lnTo>
                    <a:pt x="3651608" y="253046"/>
                  </a:lnTo>
                  <a:lnTo>
                    <a:pt x="3567008" y="274986"/>
                  </a:lnTo>
                  <a:lnTo>
                    <a:pt x="3482103" y="300182"/>
                  </a:lnTo>
                  <a:lnTo>
                    <a:pt x="3399183" y="328587"/>
                  </a:lnTo>
                  <a:lnTo>
                    <a:pt x="3319868" y="360219"/>
                  </a:lnTo>
                  <a:lnTo>
                    <a:pt x="3245132" y="395196"/>
                  </a:lnTo>
                  <a:lnTo>
                    <a:pt x="3175407" y="433745"/>
                  </a:lnTo>
                  <a:lnTo>
                    <a:pt x="3110702" y="476206"/>
                  </a:lnTo>
                  <a:lnTo>
                    <a:pt x="3050729" y="523032"/>
                  </a:lnTo>
                  <a:lnTo>
                    <a:pt x="2995001" y="574774"/>
                  </a:lnTo>
                  <a:lnTo>
                    <a:pt x="2942918" y="632058"/>
                  </a:lnTo>
                  <a:lnTo>
                    <a:pt x="2893822" y="695550"/>
                  </a:lnTo>
                  <a:lnTo>
                    <a:pt x="2847051" y="765887"/>
                  </a:lnTo>
                  <a:lnTo>
                    <a:pt x="2801979" y="843571"/>
                  </a:lnTo>
                  <a:lnTo>
                    <a:pt x="2770117" y="904488"/>
                  </a:lnTo>
                  <a:lnTo>
                    <a:pt x="2738876" y="968939"/>
                  </a:lnTo>
                  <a:lnTo>
                    <a:pt x="2707908" y="1037342"/>
                  </a:lnTo>
                  <a:lnTo>
                    <a:pt x="2677074" y="1109778"/>
                  </a:lnTo>
                  <a:lnTo>
                    <a:pt x="2646261" y="1186284"/>
                  </a:lnTo>
                  <a:lnTo>
                    <a:pt x="2615380" y="1266849"/>
                  </a:lnTo>
                  <a:lnTo>
                    <a:pt x="2584358" y="1351410"/>
                  </a:lnTo>
                  <a:lnTo>
                    <a:pt x="2553144" y="1439849"/>
                  </a:lnTo>
                  <a:lnTo>
                    <a:pt x="2521704" y="1531990"/>
                  </a:lnTo>
                  <a:lnTo>
                    <a:pt x="2490019" y="1627600"/>
                  </a:lnTo>
                  <a:lnTo>
                    <a:pt x="2458086" y="1726385"/>
                  </a:lnTo>
                  <a:lnTo>
                    <a:pt x="2425913" y="1827998"/>
                  </a:lnTo>
                  <a:lnTo>
                    <a:pt x="2393525" y="1932036"/>
                  </a:lnTo>
                  <a:lnTo>
                    <a:pt x="2360953" y="2038052"/>
                  </a:lnTo>
                  <a:lnTo>
                    <a:pt x="2328238" y="2145558"/>
                  </a:lnTo>
                  <a:lnTo>
                    <a:pt x="2295429" y="2254037"/>
                  </a:lnTo>
                  <a:lnTo>
                    <a:pt x="2262577" y="2362951"/>
                  </a:lnTo>
                  <a:lnTo>
                    <a:pt x="2229736" y="2471753"/>
                  </a:lnTo>
                  <a:lnTo>
                    <a:pt x="2196959" y="2579900"/>
                  </a:lnTo>
                  <a:lnTo>
                    <a:pt x="2164297" y="2686859"/>
                  </a:lnTo>
                  <a:lnTo>
                    <a:pt x="2131795" y="2792126"/>
                  </a:lnTo>
                  <a:lnTo>
                    <a:pt x="2099492" y="2895227"/>
                  </a:lnTo>
                  <a:lnTo>
                    <a:pt x="2067415" y="2995733"/>
                  </a:lnTo>
                  <a:lnTo>
                    <a:pt x="2035582" y="3093264"/>
                  </a:lnTo>
                  <a:lnTo>
                    <a:pt x="2003998" y="3187493"/>
                  </a:lnTo>
                  <a:lnTo>
                    <a:pt x="1972653" y="3278150"/>
                  </a:lnTo>
                  <a:lnTo>
                    <a:pt x="1941523" y="3365027"/>
                  </a:lnTo>
                  <a:lnTo>
                    <a:pt x="1910566" y="3447970"/>
                  </a:lnTo>
                  <a:lnTo>
                    <a:pt x="1879722" y="3526886"/>
                  </a:lnTo>
                  <a:lnTo>
                    <a:pt x="1848913" y="3601732"/>
                  </a:lnTo>
                  <a:lnTo>
                    <a:pt x="1818039" y="3672518"/>
                  </a:lnTo>
                  <a:lnTo>
                    <a:pt x="1786977" y="3739299"/>
                  </a:lnTo>
                  <a:lnTo>
                    <a:pt x="1768425" y="3777016"/>
                  </a:lnTo>
                  <a:lnTo>
                    <a:pt x="1724239" y="3860164"/>
                  </a:lnTo>
                  <a:lnTo>
                    <a:pt x="1678756" y="3935780"/>
                  </a:lnTo>
                  <a:lnTo>
                    <a:pt x="1631407" y="4004166"/>
                  </a:lnTo>
                  <a:lnTo>
                    <a:pt x="1581552" y="4065876"/>
                  </a:lnTo>
                  <a:lnTo>
                    <a:pt x="1528525" y="4121562"/>
                  </a:lnTo>
                  <a:lnTo>
                    <a:pt x="1471681" y="4171884"/>
                  </a:lnTo>
                  <a:lnTo>
                    <a:pt x="1410441" y="4217452"/>
                  </a:lnTo>
                  <a:lnTo>
                    <a:pt x="1344367" y="4258791"/>
                  </a:lnTo>
                  <a:lnTo>
                    <a:pt x="1273240" y="4296323"/>
                  </a:lnTo>
                  <a:lnTo>
                    <a:pt x="1197174" y="4330358"/>
                  </a:lnTo>
                  <a:lnTo>
                    <a:pt x="1116738" y="4361091"/>
                  </a:lnTo>
                  <a:lnTo>
                    <a:pt x="1033079" y="4388610"/>
                  </a:lnTo>
                  <a:lnTo>
                    <a:pt x="948002" y="4412912"/>
                  </a:lnTo>
                  <a:lnTo>
                    <a:pt x="863972" y="4433940"/>
                  </a:lnTo>
                  <a:lnTo>
                    <a:pt x="783980" y="4451621"/>
                  </a:lnTo>
                  <a:lnTo>
                    <a:pt x="711235" y="4465933"/>
                  </a:lnTo>
                  <a:lnTo>
                    <a:pt x="648716" y="4476954"/>
                  </a:lnTo>
                  <a:lnTo>
                    <a:pt x="598665" y="4484905"/>
                  </a:lnTo>
                  <a:lnTo>
                    <a:pt x="562133" y="4490158"/>
                  </a:lnTo>
                  <a:lnTo>
                    <a:pt x="538725" y="4493218"/>
                  </a:lnTo>
                  <a:lnTo>
                    <a:pt x="526572" y="4494666"/>
                  </a:lnTo>
                  <a:lnTo>
                    <a:pt x="522479" y="4495113"/>
                  </a:lnTo>
                  <a:lnTo>
                    <a:pt x="522133" y="4495148"/>
                  </a:lnTo>
                  <a:lnTo>
                    <a:pt x="0" y="4495148"/>
                  </a:lnTo>
                  <a:lnTo>
                    <a:pt x="0" y="4495148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658" name="pg1658"/>
            <p:cNvSpPr/>
            <p:nvPr/>
          </p:nvSpPr>
          <p:spPr>
            <a:xfrm>
              <a:off x="386606" y="908833"/>
              <a:ext cx="8554953" cy="4241025"/>
            </a:xfrm>
            <a:custGeom>
              <a:avLst/>
              <a:pathLst>
                <a:path w="8554953" h="4241025">
                  <a:moveTo>
                    <a:pt x="0" y="4241025"/>
                  </a:moveTo>
                  <a:lnTo>
                    <a:pt x="522133" y="4241025"/>
                  </a:lnTo>
                  <a:lnTo>
                    <a:pt x="523039" y="4240933"/>
                  </a:lnTo>
                  <a:lnTo>
                    <a:pt x="529008" y="4240277"/>
                  </a:lnTo>
                  <a:lnTo>
                    <a:pt x="544091" y="4238464"/>
                  </a:lnTo>
                  <a:lnTo>
                    <a:pt x="571147" y="4234894"/>
                  </a:lnTo>
                  <a:lnTo>
                    <a:pt x="611647" y="4229007"/>
                  </a:lnTo>
                  <a:lnTo>
                    <a:pt x="665559" y="4220337"/>
                  </a:lnTo>
                  <a:lnTo>
                    <a:pt x="731445" y="4208559"/>
                  </a:lnTo>
                  <a:lnTo>
                    <a:pt x="806784" y="4193497"/>
                  </a:lnTo>
                  <a:lnTo>
                    <a:pt x="888456" y="4175108"/>
                  </a:lnTo>
                  <a:lnTo>
                    <a:pt x="973258" y="4153436"/>
                  </a:lnTo>
                  <a:lnTo>
                    <a:pt x="1058314" y="4128551"/>
                  </a:lnTo>
                  <a:lnTo>
                    <a:pt x="1141333" y="4100501"/>
                  </a:lnTo>
                  <a:lnTo>
                    <a:pt x="1220702" y="4069263"/>
                  </a:lnTo>
                  <a:lnTo>
                    <a:pt x="1295455" y="4034719"/>
                  </a:lnTo>
                  <a:lnTo>
                    <a:pt x="1365172" y="3996643"/>
                  </a:lnTo>
                  <a:lnTo>
                    <a:pt x="1429854" y="3954693"/>
                  </a:lnTo>
                  <a:lnTo>
                    <a:pt x="1489797" y="3908420"/>
                  </a:lnTo>
                  <a:lnTo>
                    <a:pt x="1545498" y="3857274"/>
                  </a:lnTo>
                  <a:lnTo>
                    <a:pt x="1597562" y="3800635"/>
                  </a:lnTo>
                  <a:lnTo>
                    <a:pt x="1646653" y="3737844"/>
                  </a:lnTo>
                  <a:lnTo>
                    <a:pt x="1693437" y="3668273"/>
                  </a:lnTo>
                  <a:lnTo>
                    <a:pt x="1738539" y="3591436"/>
                  </a:lnTo>
                  <a:lnTo>
                    <a:pt x="1768425" y="3535129"/>
                  </a:lnTo>
                  <a:lnTo>
                    <a:pt x="1799904" y="3471275"/>
                  </a:lnTo>
                  <a:lnTo>
                    <a:pt x="1831109" y="3403475"/>
                  </a:lnTo>
                  <a:lnTo>
                    <a:pt x="1862178" y="3331649"/>
                  </a:lnTo>
                  <a:lnTo>
                    <a:pt x="1893228" y="3255761"/>
                  </a:lnTo>
                  <a:lnTo>
                    <a:pt x="1924350" y="3175823"/>
                  </a:lnTo>
                  <a:lnTo>
                    <a:pt x="1955617" y="3091901"/>
                  </a:lnTo>
                  <a:lnTo>
                    <a:pt x="1987081" y="3004114"/>
                  </a:lnTo>
                  <a:lnTo>
                    <a:pt x="2018776" y="2912643"/>
                  </a:lnTo>
                  <a:lnTo>
                    <a:pt x="2050721" y="2817726"/>
                  </a:lnTo>
                  <a:lnTo>
                    <a:pt x="2082918" y="2719662"/>
                  </a:lnTo>
                  <a:lnTo>
                    <a:pt x="2115355" y="2618805"/>
                  </a:lnTo>
                  <a:lnTo>
                    <a:pt x="2148010" y="2515564"/>
                  </a:lnTo>
                  <a:lnTo>
                    <a:pt x="2180848" y="2410392"/>
                  </a:lnTo>
                  <a:lnTo>
                    <a:pt x="2213826" y="2303782"/>
                  </a:lnTo>
                  <a:lnTo>
                    <a:pt x="2246894" y="2196259"/>
                  </a:lnTo>
                  <a:lnTo>
                    <a:pt x="2280000" y="2088364"/>
                  </a:lnTo>
                  <a:lnTo>
                    <a:pt x="2313088" y="1980647"/>
                  </a:lnTo>
                  <a:lnTo>
                    <a:pt x="2346104" y="1873656"/>
                  </a:lnTo>
                  <a:lnTo>
                    <a:pt x="2378996" y="1767920"/>
                  </a:lnTo>
                  <a:lnTo>
                    <a:pt x="2411720" y="1663945"/>
                  </a:lnTo>
                  <a:lnTo>
                    <a:pt x="2444237" y="1562200"/>
                  </a:lnTo>
                  <a:lnTo>
                    <a:pt x="2476520" y="1463110"/>
                  </a:lnTo>
                  <a:lnTo>
                    <a:pt x="2508554" y="1367049"/>
                  </a:lnTo>
                  <a:lnTo>
                    <a:pt x="2540336" y="1274335"/>
                  </a:lnTo>
                  <a:lnTo>
                    <a:pt x="2571878" y="1185228"/>
                  </a:lnTo>
                  <a:lnTo>
                    <a:pt x="2603210" y="1099929"/>
                  </a:lnTo>
                  <a:lnTo>
                    <a:pt x="2634376" y="1018579"/>
                  </a:lnTo>
                  <a:lnTo>
                    <a:pt x="2665442" y="941262"/>
                  </a:lnTo>
                  <a:lnTo>
                    <a:pt x="2696492" y="868008"/>
                  </a:lnTo>
                  <a:lnTo>
                    <a:pt x="2727634" y="798799"/>
                  </a:lnTo>
                  <a:lnTo>
                    <a:pt x="2758999" y="733568"/>
                  </a:lnTo>
                  <a:lnTo>
                    <a:pt x="2770117" y="711543"/>
                  </a:lnTo>
                  <a:lnTo>
                    <a:pt x="2814394" y="629654"/>
                  </a:lnTo>
                  <a:lnTo>
                    <a:pt x="2859974" y="555198"/>
                  </a:lnTo>
                  <a:lnTo>
                    <a:pt x="2907430" y="487875"/>
                  </a:lnTo>
                  <a:lnTo>
                    <a:pt x="2957406" y="427139"/>
                  </a:lnTo>
                  <a:lnTo>
                    <a:pt x="3010572" y="372342"/>
                  </a:lnTo>
                  <a:lnTo>
                    <a:pt x="3067577" y="322832"/>
                  </a:lnTo>
                  <a:lnTo>
                    <a:pt x="3129002" y="278007"/>
                  </a:lnTo>
                  <a:lnTo>
                    <a:pt x="3195286" y="237350"/>
                  </a:lnTo>
                  <a:lnTo>
                    <a:pt x="3266645" y="200445"/>
                  </a:lnTo>
                  <a:lnTo>
                    <a:pt x="3342955" y="166986"/>
                  </a:lnTo>
                  <a:lnTo>
                    <a:pt x="3423636" y="136783"/>
                  </a:lnTo>
                  <a:lnTo>
                    <a:pt x="3507521" y="109752"/>
                  </a:lnTo>
                  <a:lnTo>
                    <a:pt x="3592776" y="85896"/>
                  </a:lnTo>
                  <a:lnTo>
                    <a:pt x="3676906" y="65274"/>
                  </a:lnTo>
                  <a:lnTo>
                    <a:pt x="3756892" y="47956"/>
                  </a:lnTo>
                  <a:lnTo>
                    <a:pt x="3829506" y="33963"/>
                  </a:lnTo>
                  <a:lnTo>
                    <a:pt x="3891764" y="23213"/>
                  </a:lnTo>
                  <a:lnTo>
                    <a:pt x="3941447" y="15483"/>
                  </a:lnTo>
                  <a:lnTo>
                    <a:pt x="3977544" y="10399"/>
                  </a:lnTo>
                  <a:lnTo>
                    <a:pt x="4000510" y="7460"/>
                  </a:lnTo>
                  <a:lnTo>
                    <a:pt x="4012281" y="6086"/>
                  </a:lnTo>
                  <a:lnTo>
                    <a:pt x="4016122" y="5675"/>
                  </a:lnTo>
                  <a:lnTo>
                    <a:pt x="4016409" y="5647"/>
                  </a:lnTo>
                  <a:lnTo>
                    <a:pt x="4538543" y="5647"/>
                  </a:lnTo>
                  <a:lnTo>
                    <a:pt x="4539798" y="5676"/>
                  </a:lnTo>
                  <a:lnTo>
                    <a:pt x="4548003" y="5882"/>
                  </a:lnTo>
                  <a:lnTo>
                    <a:pt x="4568525" y="6454"/>
                  </a:lnTo>
                  <a:lnTo>
                    <a:pt x="4604799" y="7577"/>
                  </a:lnTo>
                  <a:lnTo>
                    <a:pt x="4658022" y="9416"/>
                  </a:lnTo>
                  <a:lnTo>
                    <a:pt x="4727090" y="12095"/>
                  </a:lnTo>
                  <a:lnTo>
                    <a:pt x="4808976" y="15686"/>
                  </a:lnTo>
                  <a:lnTo>
                    <a:pt x="4899492" y="20211"/>
                  </a:lnTo>
                  <a:lnTo>
                    <a:pt x="4994169" y="25661"/>
                  </a:lnTo>
                  <a:lnTo>
                    <a:pt x="5089008" y="32013"/>
                  </a:lnTo>
                  <a:lnTo>
                    <a:pt x="5180922" y="39255"/>
                  </a:lnTo>
                  <a:lnTo>
                    <a:pt x="5267875" y="47400"/>
                  </a:lnTo>
                  <a:lnTo>
                    <a:pt x="5348797" y="56497"/>
                  </a:lnTo>
                  <a:lnTo>
                    <a:pt x="5423389" y="66634"/>
                  </a:lnTo>
                  <a:lnTo>
                    <a:pt x="5491908" y="77938"/>
                  </a:lnTo>
                  <a:lnTo>
                    <a:pt x="5554968" y="90571"/>
                  </a:lnTo>
                  <a:lnTo>
                    <a:pt x="5613391" y="104727"/>
                  </a:lnTo>
                  <a:lnTo>
                    <a:pt x="5668094" y="120609"/>
                  </a:lnTo>
                  <a:lnTo>
                    <a:pt x="5720003" y="138413"/>
                  </a:lnTo>
                  <a:lnTo>
                    <a:pt x="5769973" y="158279"/>
                  </a:lnTo>
                  <a:lnTo>
                    <a:pt x="5784835" y="164709"/>
                  </a:lnTo>
                  <a:lnTo>
                    <a:pt x="5834715" y="187985"/>
                  </a:lnTo>
                  <a:lnTo>
                    <a:pt x="5884109" y="213534"/>
                  </a:lnTo>
                  <a:lnTo>
                    <a:pt x="5933491" y="241390"/>
                  </a:lnTo>
                  <a:lnTo>
                    <a:pt x="5983195" y="271521"/>
                  </a:lnTo>
                  <a:lnTo>
                    <a:pt x="6033425" y="303814"/>
                  </a:lnTo>
                  <a:lnTo>
                    <a:pt x="6084280" y="338071"/>
                  </a:lnTo>
                  <a:lnTo>
                    <a:pt x="6135755" y="374010"/>
                  </a:lnTo>
                  <a:lnTo>
                    <a:pt x="6187766" y="411273"/>
                  </a:lnTo>
                  <a:lnTo>
                    <a:pt x="6240162" y="449434"/>
                  </a:lnTo>
                  <a:lnTo>
                    <a:pt x="6292745" y="488021"/>
                  </a:lnTo>
                  <a:lnTo>
                    <a:pt x="6345299" y="526543"/>
                  </a:lnTo>
                  <a:lnTo>
                    <a:pt x="6397610" y="564507"/>
                  </a:lnTo>
                  <a:lnTo>
                    <a:pt x="6449489" y="601454"/>
                  </a:lnTo>
                  <a:lnTo>
                    <a:pt x="6500803" y="636973"/>
                  </a:lnTo>
                  <a:lnTo>
                    <a:pt x="6551486" y="670727"/>
                  </a:lnTo>
                  <a:lnTo>
                    <a:pt x="6601561" y="702455"/>
                  </a:lnTo>
                  <a:lnTo>
                    <a:pt x="6651153" y="731982"/>
                  </a:lnTo>
                  <a:lnTo>
                    <a:pt x="6700501" y="759219"/>
                  </a:lnTo>
                  <a:lnTo>
                    <a:pt x="6749972" y="784151"/>
                  </a:lnTo>
                  <a:lnTo>
                    <a:pt x="6786527" y="800957"/>
                  </a:lnTo>
                  <a:lnTo>
                    <a:pt x="6836058" y="821457"/>
                  </a:lnTo>
                  <a:lnTo>
                    <a:pt x="6887294" y="839875"/>
                  </a:lnTo>
                  <a:lnTo>
                    <a:pt x="6941055" y="856321"/>
                  </a:lnTo>
                  <a:lnTo>
                    <a:pt x="6998253" y="870977"/>
                  </a:lnTo>
                  <a:lnTo>
                    <a:pt x="7059816" y="884050"/>
                  </a:lnTo>
                  <a:lnTo>
                    <a:pt x="7126604" y="895738"/>
                  </a:lnTo>
                  <a:lnTo>
                    <a:pt x="7199311" y="906213"/>
                  </a:lnTo>
                  <a:lnTo>
                    <a:pt x="7278318" y="915614"/>
                  </a:lnTo>
                  <a:lnTo>
                    <a:pt x="7363518" y="924040"/>
                  </a:lnTo>
                  <a:lnTo>
                    <a:pt x="7454097" y="931553"/>
                  </a:lnTo>
                  <a:lnTo>
                    <a:pt x="7548328" y="938175"/>
                  </a:lnTo>
                  <a:lnTo>
                    <a:pt x="7643440" y="943900"/>
                  </a:lnTo>
                  <a:lnTo>
                    <a:pt x="7735678" y="948708"/>
                  </a:lnTo>
                  <a:lnTo>
                    <a:pt x="7820650" y="952581"/>
                  </a:lnTo>
                  <a:lnTo>
                    <a:pt x="7893989" y="955531"/>
                  </a:lnTo>
                  <a:lnTo>
                    <a:pt x="7952227" y="957614"/>
                  </a:lnTo>
                  <a:lnTo>
                    <a:pt x="7993615" y="958938"/>
                  </a:lnTo>
                  <a:lnTo>
                    <a:pt x="8018642" y="959657"/>
                  </a:lnTo>
                  <a:lnTo>
                    <a:pt x="8030093" y="959954"/>
                  </a:lnTo>
                  <a:lnTo>
                    <a:pt x="8032819" y="960019"/>
                  </a:lnTo>
                  <a:lnTo>
                    <a:pt x="8554953" y="960019"/>
                  </a:lnTo>
                  <a:lnTo>
                    <a:pt x="8554953" y="954371"/>
                  </a:lnTo>
                  <a:lnTo>
                    <a:pt x="8032819" y="954371"/>
                  </a:lnTo>
                  <a:lnTo>
                    <a:pt x="8031564" y="954342"/>
                  </a:lnTo>
                  <a:lnTo>
                    <a:pt x="8023359" y="954136"/>
                  </a:lnTo>
                  <a:lnTo>
                    <a:pt x="8002837" y="953564"/>
                  </a:lnTo>
                  <a:lnTo>
                    <a:pt x="7966563" y="952441"/>
                  </a:lnTo>
                  <a:lnTo>
                    <a:pt x="7913340" y="950602"/>
                  </a:lnTo>
                  <a:lnTo>
                    <a:pt x="7844272" y="947923"/>
                  </a:lnTo>
                  <a:lnTo>
                    <a:pt x="7762386" y="944332"/>
                  </a:lnTo>
                  <a:lnTo>
                    <a:pt x="7671870" y="939807"/>
                  </a:lnTo>
                  <a:lnTo>
                    <a:pt x="7577193" y="934357"/>
                  </a:lnTo>
                  <a:lnTo>
                    <a:pt x="7482354" y="928005"/>
                  </a:lnTo>
                  <a:lnTo>
                    <a:pt x="7390440" y="920763"/>
                  </a:lnTo>
                  <a:lnTo>
                    <a:pt x="7303487" y="912618"/>
                  </a:lnTo>
                  <a:lnTo>
                    <a:pt x="7222565" y="903521"/>
                  </a:lnTo>
                  <a:lnTo>
                    <a:pt x="7147973" y="893384"/>
                  </a:lnTo>
                  <a:lnTo>
                    <a:pt x="7079454" y="882080"/>
                  </a:lnTo>
                  <a:lnTo>
                    <a:pt x="7016394" y="869447"/>
                  </a:lnTo>
                  <a:lnTo>
                    <a:pt x="6957971" y="855291"/>
                  </a:lnTo>
                  <a:lnTo>
                    <a:pt x="6903268" y="839409"/>
                  </a:lnTo>
                  <a:lnTo>
                    <a:pt x="6851359" y="821605"/>
                  </a:lnTo>
                  <a:lnTo>
                    <a:pt x="6801389" y="801739"/>
                  </a:lnTo>
                  <a:lnTo>
                    <a:pt x="6786527" y="795309"/>
                  </a:lnTo>
                  <a:lnTo>
                    <a:pt x="6736647" y="772033"/>
                  </a:lnTo>
                  <a:lnTo>
                    <a:pt x="6687253" y="746484"/>
                  </a:lnTo>
                  <a:lnTo>
                    <a:pt x="6637871" y="718628"/>
                  </a:lnTo>
                  <a:lnTo>
                    <a:pt x="6588167" y="688497"/>
                  </a:lnTo>
                  <a:lnTo>
                    <a:pt x="6537936" y="656204"/>
                  </a:lnTo>
                  <a:lnTo>
                    <a:pt x="6487082" y="621947"/>
                  </a:lnTo>
                  <a:lnTo>
                    <a:pt x="6435607" y="586008"/>
                  </a:lnTo>
                  <a:lnTo>
                    <a:pt x="6383596" y="548745"/>
                  </a:lnTo>
                  <a:lnTo>
                    <a:pt x="6331200" y="510585"/>
                  </a:lnTo>
                  <a:lnTo>
                    <a:pt x="6278617" y="471997"/>
                  </a:lnTo>
                  <a:lnTo>
                    <a:pt x="6226062" y="433475"/>
                  </a:lnTo>
                  <a:lnTo>
                    <a:pt x="6173752" y="395511"/>
                  </a:lnTo>
                  <a:lnTo>
                    <a:pt x="6121873" y="358564"/>
                  </a:lnTo>
                  <a:lnTo>
                    <a:pt x="6070559" y="323045"/>
                  </a:lnTo>
                  <a:lnTo>
                    <a:pt x="6019876" y="289291"/>
                  </a:lnTo>
                  <a:lnTo>
                    <a:pt x="5969801" y="257563"/>
                  </a:lnTo>
                  <a:lnTo>
                    <a:pt x="5920209" y="228036"/>
                  </a:lnTo>
                  <a:lnTo>
                    <a:pt x="5870861" y="200799"/>
                  </a:lnTo>
                  <a:lnTo>
                    <a:pt x="5821390" y="175867"/>
                  </a:lnTo>
                  <a:lnTo>
                    <a:pt x="5784835" y="159061"/>
                  </a:lnTo>
                  <a:lnTo>
                    <a:pt x="5735304" y="138561"/>
                  </a:lnTo>
                  <a:lnTo>
                    <a:pt x="5684067" y="120143"/>
                  </a:lnTo>
                  <a:lnTo>
                    <a:pt x="5630306" y="103697"/>
                  </a:lnTo>
                  <a:lnTo>
                    <a:pt x="5573109" y="89041"/>
                  </a:lnTo>
                  <a:lnTo>
                    <a:pt x="5511546" y="75968"/>
                  </a:lnTo>
                  <a:lnTo>
                    <a:pt x="5444758" y="64280"/>
                  </a:lnTo>
                  <a:lnTo>
                    <a:pt x="5372051" y="53805"/>
                  </a:lnTo>
                  <a:lnTo>
                    <a:pt x="5293044" y="44404"/>
                  </a:lnTo>
                  <a:lnTo>
                    <a:pt x="5207844" y="35978"/>
                  </a:lnTo>
                  <a:lnTo>
                    <a:pt x="5117265" y="28465"/>
                  </a:lnTo>
                  <a:lnTo>
                    <a:pt x="5023034" y="21843"/>
                  </a:lnTo>
                  <a:lnTo>
                    <a:pt x="4927922" y="16118"/>
                  </a:lnTo>
                  <a:lnTo>
                    <a:pt x="4835684" y="11310"/>
                  </a:lnTo>
                  <a:lnTo>
                    <a:pt x="4750712" y="7437"/>
                  </a:lnTo>
                  <a:lnTo>
                    <a:pt x="4677373" y="4487"/>
                  </a:lnTo>
                  <a:lnTo>
                    <a:pt x="4619135" y="2404"/>
                  </a:lnTo>
                  <a:lnTo>
                    <a:pt x="4577747" y="1081"/>
                  </a:lnTo>
                  <a:lnTo>
                    <a:pt x="4552720" y="361"/>
                  </a:lnTo>
                  <a:lnTo>
                    <a:pt x="4541269" y="64"/>
                  </a:lnTo>
                  <a:lnTo>
                    <a:pt x="4538543" y="0"/>
                  </a:lnTo>
                  <a:lnTo>
                    <a:pt x="4016409" y="0"/>
                  </a:lnTo>
                  <a:lnTo>
                    <a:pt x="4015503" y="92"/>
                  </a:lnTo>
                  <a:lnTo>
                    <a:pt x="4009535" y="747"/>
                  </a:lnTo>
                  <a:lnTo>
                    <a:pt x="3994451" y="2560"/>
                  </a:lnTo>
                  <a:lnTo>
                    <a:pt x="3967395" y="6130"/>
                  </a:lnTo>
                  <a:lnTo>
                    <a:pt x="3926895" y="12018"/>
                  </a:lnTo>
                  <a:lnTo>
                    <a:pt x="3872983" y="20687"/>
                  </a:lnTo>
                  <a:lnTo>
                    <a:pt x="3807097" y="32466"/>
                  </a:lnTo>
                  <a:lnTo>
                    <a:pt x="3731759" y="47528"/>
                  </a:lnTo>
                  <a:lnTo>
                    <a:pt x="3650086" y="65916"/>
                  </a:lnTo>
                  <a:lnTo>
                    <a:pt x="3565284" y="87589"/>
                  </a:lnTo>
                  <a:lnTo>
                    <a:pt x="3480229" y="112473"/>
                  </a:lnTo>
                  <a:lnTo>
                    <a:pt x="3397210" y="140524"/>
                  </a:lnTo>
                  <a:lnTo>
                    <a:pt x="3317840" y="171762"/>
                  </a:lnTo>
                  <a:lnTo>
                    <a:pt x="3243087" y="206305"/>
                  </a:lnTo>
                  <a:lnTo>
                    <a:pt x="3173370" y="244381"/>
                  </a:lnTo>
                  <a:lnTo>
                    <a:pt x="3108689" y="286331"/>
                  </a:lnTo>
                  <a:lnTo>
                    <a:pt x="3048745" y="332605"/>
                  </a:lnTo>
                  <a:lnTo>
                    <a:pt x="2993045" y="383750"/>
                  </a:lnTo>
                  <a:lnTo>
                    <a:pt x="2940980" y="440390"/>
                  </a:lnTo>
                  <a:lnTo>
                    <a:pt x="2891889" y="503181"/>
                  </a:lnTo>
                  <a:lnTo>
                    <a:pt x="2845106" y="572751"/>
                  </a:lnTo>
                  <a:lnTo>
                    <a:pt x="2800003" y="649588"/>
                  </a:lnTo>
                  <a:lnTo>
                    <a:pt x="2770117" y="705896"/>
                  </a:lnTo>
                  <a:lnTo>
                    <a:pt x="2738638" y="769749"/>
                  </a:lnTo>
                  <a:lnTo>
                    <a:pt x="2707434" y="837549"/>
                  </a:lnTo>
                  <a:lnTo>
                    <a:pt x="2676364" y="909375"/>
                  </a:lnTo>
                  <a:lnTo>
                    <a:pt x="2645315" y="985263"/>
                  </a:lnTo>
                  <a:lnTo>
                    <a:pt x="2614192" y="1065201"/>
                  </a:lnTo>
                  <a:lnTo>
                    <a:pt x="2582925" y="1149124"/>
                  </a:lnTo>
                  <a:lnTo>
                    <a:pt x="2551461" y="1236911"/>
                  </a:lnTo>
                  <a:lnTo>
                    <a:pt x="2519766" y="1328382"/>
                  </a:lnTo>
                  <a:lnTo>
                    <a:pt x="2487821" y="1423299"/>
                  </a:lnTo>
                  <a:lnTo>
                    <a:pt x="2455624" y="1521363"/>
                  </a:lnTo>
                  <a:lnTo>
                    <a:pt x="2423187" y="1622219"/>
                  </a:lnTo>
                  <a:lnTo>
                    <a:pt x="2390532" y="1725461"/>
                  </a:lnTo>
                  <a:lnTo>
                    <a:pt x="2357694" y="1830633"/>
                  </a:lnTo>
                  <a:lnTo>
                    <a:pt x="2324716" y="1937242"/>
                  </a:lnTo>
                  <a:lnTo>
                    <a:pt x="2291648" y="2044765"/>
                  </a:lnTo>
                  <a:lnTo>
                    <a:pt x="2258542" y="2152660"/>
                  </a:lnTo>
                  <a:lnTo>
                    <a:pt x="2225454" y="2260377"/>
                  </a:lnTo>
                  <a:lnTo>
                    <a:pt x="2192438" y="2367369"/>
                  </a:lnTo>
                  <a:lnTo>
                    <a:pt x="2159546" y="2473105"/>
                  </a:lnTo>
                  <a:lnTo>
                    <a:pt x="2126823" y="2577079"/>
                  </a:lnTo>
                  <a:lnTo>
                    <a:pt x="2094305" y="2678824"/>
                  </a:lnTo>
                  <a:lnTo>
                    <a:pt x="2062022" y="2777914"/>
                  </a:lnTo>
                  <a:lnTo>
                    <a:pt x="2029988" y="2873976"/>
                  </a:lnTo>
                  <a:lnTo>
                    <a:pt x="1998206" y="2966689"/>
                  </a:lnTo>
                  <a:lnTo>
                    <a:pt x="1966664" y="3055796"/>
                  </a:lnTo>
                  <a:lnTo>
                    <a:pt x="1935333" y="3141095"/>
                  </a:lnTo>
                  <a:lnTo>
                    <a:pt x="1904166" y="3222446"/>
                  </a:lnTo>
                  <a:lnTo>
                    <a:pt x="1873101" y="3299763"/>
                  </a:lnTo>
                  <a:lnTo>
                    <a:pt x="1842050" y="3373016"/>
                  </a:lnTo>
                  <a:lnTo>
                    <a:pt x="1810908" y="3442226"/>
                  </a:lnTo>
                  <a:lnTo>
                    <a:pt x="1779543" y="3507456"/>
                  </a:lnTo>
                  <a:lnTo>
                    <a:pt x="1768425" y="3529481"/>
                  </a:lnTo>
                  <a:lnTo>
                    <a:pt x="1724149" y="3611370"/>
                  </a:lnTo>
                  <a:lnTo>
                    <a:pt x="1678568" y="3685827"/>
                  </a:lnTo>
                  <a:lnTo>
                    <a:pt x="1631112" y="3753149"/>
                  </a:lnTo>
                  <a:lnTo>
                    <a:pt x="1581136" y="3813886"/>
                  </a:lnTo>
                  <a:lnTo>
                    <a:pt x="1527970" y="3868683"/>
                  </a:lnTo>
                  <a:lnTo>
                    <a:pt x="1470965" y="3918193"/>
                  </a:lnTo>
                  <a:lnTo>
                    <a:pt x="1409540" y="3963017"/>
                  </a:lnTo>
                  <a:lnTo>
                    <a:pt x="1343256" y="4003674"/>
                  </a:lnTo>
                  <a:lnTo>
                    <a:pt x="1271898" y="4040580"/>
                  </a:lnTo>
                  <a:lnTo>
                    <a:pt x="1195587" y="4074038"/>
                  </a:lnTo>
                  <a:lnTo>
                    <a:pt x="1114906" y="4104241"/>
                  </a:lnTo>
                  <a:lnTo>
                    <a:pt x="1031021" y="4131273"/>
                  </a:lnTo>
                  <a:lnTo>
                    <a:pt x="945766" y="4155129"/>
                  </a:lnTo>
                  <a:lnTo>
                    <a:pt x="861636" y="4175751"/>
                  </a:lnTo>
                  <a:lnTo>
                    <a:pt x="781650" y="4193069"/>
                  </a:lnTo>
                  <a:lnTo>
                    <a:pt x="709036" y="4207062"/>
                  </a:lnTo>
                  <a:lnTo>
                    <a:pt x="646778" y="4217811"/>
                  </a:lnTo>
                  <a:lnTo>
                    <a:pt x="597095" y="4225541"/>
                  </a:lnTo>
                  <a:lnTo>
                    <a:pt x="560998" y="4230626"/>
                  </a:lnTo>
                  <a:lnTo>
                    <a:pt x="538032" y="4233565"/>
                  </a:lnTo>
                  <a:lnTo>
                    <a:pt x="526261" y="4234939"/>
                  </a:lnTo>
                  <a:lnTo>
                    <a:pt x="522420" y="4235349"/>
                  </a:lnTo>
                  <a:lnTo>
                    <a:pt x="522133" y="4235378"/>
                  </a:lnTo>
                  <a:lnTo>
                    <a:pt x="0" y="4235378"/>
                  </a:lnTo>
                  <a:close/>
                </a:path>
              </a:pathLst>
            </a:custGeom>
            <a:solidFill>
              <a:srgbClr val="D9B26F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1659" name="pl1659"/>
            <p:cNvSpPr/>
            <p:nvPr/>
          </p:nvSpPr>
          <p:spPr>
            <a:xfrm>
              <a:off x="386606" y="914481"/>
              <a:ext cx="8554953" cy="4235378"/>
            </a:xfrm>
            <a:custGeom>
              <a:avLst/>
              <a:pathLst>
                <a:path w="8554953" h="4235378">
                  <a:moveTo>
                    <a:pt x="0" y="4235378"/>
                  </a:moveTo>
                  <a:lnTo>
                    <a:pt x="522133" y="4235378"/>
                  </a:lnTo>
                  <a:lnTo>
                    <a:pt x="523039" y="4235286"/>
                  </a:lnTo>
                  <a:lnTo>
                    <a:pt x="529008" y="4234630"/>
                  </a:lnTo>
                  <a:lnTo>
                    <a:pt x="544091" y="4232817"/>
                  </a:lnTo>
                  <a:lnTo>
                    <a:pt x="571147" y="4229247"/>
                  </a:lnTo>
                  <a:lnTo>
                    <a:pt x="611647" y="4223360"/>
                  </a:lnTo>
                  <a:lnTo>
                    <a:pt x="665559" y="4214690"/>
                  </a:lnTo>
                  <a:lnTo>
                    <a:pt x="731445" y="4202912"/>
                  </a:lnTo>
                  <a:lnTo>
                    <a:pt x="806784" y="4187850"/>
                  </a:lnTo>
                  <a:lnTo>
                    <a:pt x="888456" y="4169461"/>
                  </a:lnTo>
                  <a:lnTo>
                    <a:pt x="973258" y="4147789"/>
                  </a:lnTo>
                  <a:lnTo>
                    <a:pt x="1058314" y="4122904"/>
                  </a:lnTo>
                  <a:lnTo>
                    <a:pt x="1141333" y="4094854"/>
                  </a:lnTo>
                  <a:lnTo>
                    <a:pt x="1220702" y="4063616"/>
                  </a:lnTo>
                  <a:lnTo>
                    <a:pt x="1295455" y="4029072"/>
                  </a:lnTo>
                  <a:lnTo>
                    <a:pt x="1365172" y="3990996"/>
                  </a:lnTo>
                  <a:lnTo>
                    <a:pt x="1429854" y="3949046"/>
                  </a:lnTo>
                  <a:lnTo>
                    <a:pt x="1489797" y="3902772"/>
                  </a:lnTo>
                  <a:lnTo>
                    <a:pt x="1545498" y="3851627"/>
                  </a:lnTo>
                  <a:lnTo>
                    <a:pt x="1597562" y="3794988"/>
                  </a:lnTo>
                  <a:lnTo>
                    <a:pt x="1646653" y="3732197"/>
                  </a:lnTo>
                  <a:lnTo>
                    <a:pt x="1693437" y="3662626"/>
                  </a:lnTo>
                  <a:lnTo>
                    <a:pt x="1738539" y="3585789"/>
                  </a:lnTo>
                  <a:lnTo>
                    <a:pt x="1768425" y="3529481"/>
                  </a:lnTo>
                  <a:lnTo>
                    <a:pt x="1799904" y="3465628"/>
                  </a:lnTo>
                  <a:lnTo>
                    <a:pt x="1831109" y="3397828"/>
                  </a:lnTo>
                  <a:lnTo>
                    <a:pt x="1862178" y="3326002"/>
                  </a:lnTo>
                  <a:lnTo>
                    <a:pt x="1893228" y="3250114"/>
                  </a:lnTo>
                  <a:lnTo>
                    <a:pt x="1924350" y="3170176"/>
                  </a:lnTo>
                  <a:lnTo>
                    <a:pt x="1955617" y="3086253"/>
                  </a:lnTo>
                  <a:lnTo>
                    <a:pt x="1987081" y="2998467"/>
                  </a:lnTo>
                  <a:lnTo>
                    <a:pt x="2018776" y="2906995"/>
                  </a:lnTo>
                  <a:lnTo>
                    <a:pt x="2050721" y="2812079"/>
                  </a:lnTo>
                  <a:lnTo>
                    <a:pt x="2082918" y="2714015"/>
                  </a:lnTo>
                  <a:lnTo>
                    <a:pt x="2115355" y="2613158"/>
                  </a:lnTo>
                  <a:lnTo>
                    <a:pt x="2148010" y="2509916"/>
                  </a:lnTo>
                  <a:lnTo>
                    <a:pt x="2180848" y="2404744"/>
                  </a:lnTo>
                  <a:lnTo>
                    <a:pt x="2213826" y="2298135"/>
                  </a:lnTo>
                  <a:lnTo>
                    <a:pt x="2246894" y="2190612"/>
                  </a:lnTo>
                  <a:lnTo>
                    <a:pt x="2280000" y="2082717"/>
                  </a:lnTo>
                  <a:lnTo>
                    <a:pt x="2313088" y="1975000"/>
                  </a:lnTo>
                  <a:lnTo>
                    <a:pt x="2346104" y="1868009"/>
                  </a:lnTo>
                  <a:lnTo>
                    <a:pt x="2378996" y="1762273"/>
                  </a:lnTo>
                  <a:lnTo>
                    <a:pt x="2411720" y="1658298"/>
                  </a:lnTo>
                  <a:lnTo>
                    <a:pt x="2444237" y="1556553"/>
                  </a:lnTo>
                  <a:lnTo>
                    <a:pt x="2476520" y="1457463"/>
                  </a:lnTo>
                  <a:lnTo>
                    <a:pt x="2508554" y="1361402"/>
                  </a:lnTo>
                  <a:lnTo>
                    <a:pt x="2540336" y="1268688"/>
                  </a:lnTo>
                  <a:lnTo>
                    <a:pt x="2571878" y="1179581"/>
                  </a:lnTo>
                  <a:lnTo>
                    <a:pt x="2603210" y="1094282"/>
                  </a:lnTo>
                  <a:lnTo>
                    <a:pt x="2634376" y="1012932"/>
                  </a:lnTo>
                  <a:lnTo>
                    <a:pt x="2665442" y="935615"/>
                  </a:lnTo>
                  <a:lnTo>
                    <a:pt x="2696492" y="862361"/>
                  </a:lnTo>
                  <a:lnTo>
                    <a:pt x="2727634" y="793151"/>
                  </a:lnTo>
                  <a:lnTo>
                    <a:pt x="2758999" y="727921"/>
                  </a:lnTo>
                  <a:lnTo>
                    <a:pt x="2770117" y="705896"/>
                  </a:lnTo>
                  <a:lnTo>
                    <a:pt x="2814394" y="624007"/>
                  </a:lnTo>
                  <a:lnTo>
                    <a:pt x="2859974" y="549551"/>
                  </a:lnTo>
                  <a:lnTo>
                    <a:pt x="2907430" y="482228"/>
                  </a:lnTo>
                  <a:lnTo>
                    <a:pt x="2957406" y="421492"/>
                  </a:lnTo>
                  <a:lnTo>
                    <a:pt x="3010572" y="366695"/>
                  </a:lnTo>
                  <a:lnTo>
                    <a:pt x="3067577" y="317184"/>
                  </a:lnTo>
                  <a:lnTo>
                    <a:pt x="3129002" y="272360"/>
                  </a:lnTo>
                  <a:lnTo>
                    <a:pt x="3195286" y="231703"/>
                  </a:lnTo>
                  <a:lnTo>
                    <a:pt x="3266645" y="194797"/>
                  </a:lnTo>
                  <a:lnTo>
                    <a:pt x="3342955" y="161339"/>
                  </a:lnTo>
                  <a:lnTo>
                    <a:pt x="3423636" y="131136"/>
                  </a:lnTo>
                  <a:lnTo>
                    <a:pt x="3507521" y="104105"/>
                  </a:lnTo>
                  <a:lnTo>
                    <a:pt x="3592776" y="80248"/>
                  </a:lnTo>
                  <a:lnTo>
                    <a:pt x="3676906" y="59627"/>
                  </a:lnTo>
                  <a:lnTo>
                    <a:pt x="3756892" y="42309"/>
                  </a:lnTo>
                  <a:lnTo>
                    <a:pt x="3829506" y="28316"/>
                  </a:lnTo>
                  <a:lnTo>
                    <a:pt x="3891764" y="17566"/>
                  </a:lnTo>
                  <a:lnTo>
                    <a:pt x="3941447" y="9836"/>
                  </a:lnTo>
                  <a:lnTo>
                    <a:pt x="3977544" y="4752"/>
                  </a:lnTo>
                  <a:lnTo>
                    <a:pt x="4000510" y="1812"/>
                  </a:lnTo>
                  <a:lnTo>
                    <a:pt x="4012281" y="439"/>
                  </a:lnTo>
                  <a:lnTo>
                    <a:pt x="4016122" y="28"/>
                  </a:lnTo>
                  <a:lnTo>
                    <a:pt x="4016409" y="0"/>
                  </a:lnTo>
                  <a:lnTo>
                    <a:pt x="4538543" y="0"/>
                  </a:lnTo>
                  <a:lnTo>
                    <a:pt x="4539798" y="28"/>
                  </a:lnTo>
                  <a:lnTo>
                    <a:pt x="4548003" y="235"/>
                  </a:lnTo>
                  <a:lnTo>
                    <a:pt x="4568525" y="807"/>
                  </a:lnTo>
                  <a:lnTo>
                    <a:pt x="4604799" y="1930"/>
                  </a:lnTo>
                  <a:lnTo>
                    <a:pt x="4658022" y="3769"/>
                  </a:lnTo>
                  <a:lnTo>
                    <a:pt x="4727090" y="6448"/>
                  </a:lnTo>
                  <a:lnTo>
                    <a:pt x="4808976" y="10038"/>
                  </a:lnTo>
                  <a:lnTo>
                    <a:pt x="4899492" y="14564"/>
                  </a:lnTo>
                  <a:lnTo>
                    <a:pt x="4994169" y="20014"/>
                  </a:lnTo>
                  <a:lnTo>
                    <a:pt x="5089008" y="26366"/>
                  </a:lnTo>
                  <a:lnTo>
                    <a:pt x="5180922" y="33608"/>
                  </a:lnTo>
                  <a:lnTo>
                    <a:pt x="5267875" y="41753"/>
                  </a:lnTo>
                  <a:lnTo>
                    <a:pt x="5348797" y="50850"/>
                  </a:lnTo>
                  <a:lnTo>
                    <a:pt x="5423389" y="60987"/>
                  </a:lnTo>
                  <a:lnTo>
                    <a:pt x="5491908" y="72291"/>
                  </a:lnTo>
                  <a:lnTo>
                    <a:pt x="5554968" y="84924"/>
                  </a:lnTo>
                  <a:lnTo>
                    <a:pt x="5613391" y="99079"/>
                  </a:lnTo>
                  <a:lnTo>
                    <a:pt x="5668094" y="114962"/>
                  </a:lnTo>
                  <a:lnTo>
                    <a:pt x="5720003" y="132766"/>
                  </a:lnTo>
                  <a:lnTo>
                    <a:pt x="5769973" y="152632"/>
                  </a:lnTo>
                  <a:lnTo>
                    <a:pt x="5784835" y="159061"/>
                  </a:lnTo>
                  <a:lnTo>
                    <a:pt x="5834715" y="182338"/>
                  </a:lnTo>
                  <a:lnTo>
                    <a:pt x="5884109" y="207887"/>
                  </a:lnTo>
                  <a:lnTo>
                    <a:pt x="5933491" y="235743"/>
                  </a:lnTo>
                  <a:lnTo>
                    <a:pt x="5983195" y="265874"/>
                  </a:lnTo>
                  <a:lnTo>
                    <a:pt x="6033425" y="298167"/>
                  </a:lnTo>
                  <a:lnTo>
                    <a:pt x="6084280" y="332423"/>
                  </a:lnTo>
                  <a:lnTo>
                    <a:pt x="6135755" y="368363"/>
                  </a:lnTo>
                  <a:lnTo>
                    <a:pt x="6187766" y="405626"/>
                  </a:lnTo>
                  <a:lnTo>
                    <a:pt x="6240162" y="443786"/>
                  </a:lnTo>
                  <a:lnTo>
                    <a:pt x="6292745" y="482374"/>
                  </a:lnTo>
                  <a:lnTo>
                    <a:pt x="6345299" y="520895"/>
                  </a:lnTo>
                  <a:lnTo>
                    <a:pt x="6397610" y="558860"/>
                  </a:lnTo>
                  <a:lnTo>
                    <a:pt x="6449489" y="595806"/>
                  </a:lnTo>
                  <a:lnTo>
                    <a:pt x="6500803" y="631326"/>
                  </a:lnTo>
                  <a:lnTo>
                    <a:pt x="6551486" y="665080"/>
                  </a:lnTo>
                  <a:lnTo>
                    <a:pt x="6601561" y="696807"/>
                  </a:lnTo>
                  <a:lnTo>
                    <a:pt x="6651153" y="726335"/>
                  </a:lnTo>
                  <a:lnTo>
                    <a:pt x="6700501" y="753572"/>
                  </a:lnTo>
                  <a:lnTo>
                    <a:pt x="6749972" y="778504"/>
                  </a:lnTo>
                  <a:lnTo>
                    <a:pt x="6786527" y="795309"/>
                  </a:lnTo>
                  <a:lnTo>
                    <a:pt x="6836058" y="815810"/>
                  </a:lnTo>
                  <a:lnTo>
                    <a:pt x="6887294" y="834228"/>
                  </a:lnTo>
                  <a:lnTo>
                    <a:pt x="6941055" y="850674"/>
                  </a:lnTo>
                  <a:lnTo>
                    <a:pt x="6998253" y="865330"/>
                  </a:lnTo>
                  <a:lnTo>
                    <a:pt x="7059816" y="878403"/>
                  </a:lnTo>
                  <a:lnTo>
                    <a:pt x="7126604" y="890091"/>
                  </a:lnTo>
                  <a:lnTo>
                    <a:pt x="7199311" y="900566"/>
                  </a:lnTo>
                  <a:lnTo>
                    <a:pt x="7278318" y="909967"/>
                  </a:lnTo>
                  <a:lnTo>
                    <a:pt x="7363518" y="918393"/>
                  </a:lnTo>
                  <a:lnTo>
                    <a:pt x="7454097" y="925906"/>
                  </a:lnTo>
                  <a:lnTo>
                    <a:pt x="7548328" y="932528"/>
                  </a:lnTo>
                  <a:lnTo>
                    <a:pt x="7643440" y="938253"/>
                  </a:lnTo>
                  <a:lnTo>
                    <a:pt x="7735678" y="943061"/>
                  </a:lnTo>
                  <a:lnTo>
                    <a:pt x="7820650" y="946934"/>
                  </a:lnTo>
                  <a:lnTo>
                    <a:pt x="7893989" y="949884"/>
                  </a:lnTo>
                  <a:lnTo>
                    <a:pt x="7952227" y="951967"/>
                  </a:lnTo>
                  <a:lnTo>
                    <a:pt x="7993615" y="953290"/>
                  </a:lnTo>
                  <a:lnTo>
                    <a:pt x="8018642" y="954010"/>
                  </a:lnTo>
                  <a:lnTo>
                    <a:pt x="8030093" y="954307"/>
                  </a:lnTo>
                  <a:lnTo>
                    <a:pt x="8032783" y="954371"/>
                  </a:lnTo>
                  <a:lnTo>
                    <a:pt x="8032819" y="954371"/>
                  </a:lnTo>
                  <a:lnTo>
                    <a:pt x="8554953" y="954371"/>
                  </a:lnTo>
                  <a:lnTo>
                    <a:pt x="8554953" y="954371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660" name="pl1660"/>
            <p:cNvSpPr/>
            <p:nvPr/>
          </p:nvSpPr>
          <p:spPr>
            <a:xfrm>
              <a:off x="386606" y="908833"/>
              <a:ext cx="8554953" cy="4235378"/>
            </a:xfrm>
            <a:custGeom>
              <a:avLst/>
              <a:pathLst>
                <a:path w="8554953" h="4235378">
                  <a:moveTo>
                    <a:pt x="8554953" y="954371"/>
                  </a:moveTo>
                  <a:lnTo>
                    <a:pt x="8032819" y="954371"/>
                  </a:lnTo>
                  <a:lnTo>
                    <a:pt x="8031564" y="954342"/>
                  </a:lnTo>
                  <a:lnTo>
                    <a:pt x="8023359" y="954136"/>
                  </a:lnTo>
                  <a:lnTo>
                    <a:pt x="8002837" y="953564"/>
                  </a:lnTo>
                  <a:lnTo>
                    <a:pt x="7966563" y="952441"/>
                  </a:lnTo>
                  <a:lnTo>
                    <a:pt x="7913340" y="950602"/>
                  </a:lnTo>
                  <a:lnTo>
                    <a:pt x="7844272" y="947923"/>
                  </a:lnTo>
                  <a:lnTo>
                    <a:pt x="7762386" y="944332"/>
                  </a:lnTo>
                  <a:lnTo>
                    <a:pt x="7671870" y="939807"/>
                  </a:lnTo>
                  <a:lnTo>
                    <a:pt x="7577193" y="934357"/>
                  </a:lnTo>
                  <a:lnTo>
                    <a:pt x="7482354" y="928005"/>
                  </a:lnTo>
                  <a:lnTo>
                    <a:pt x="7390440" y="920763"/>
                  </a:lnTo>
                  <a:lnTo>
                    <a:pt x="7303487" y="912618"/>
                  </a:lnTo>
                  <a:lnTo>
                    <a:pt x="7222565" y="903521"/>
                  </a:lnTo>
                  <a:lnTo>
                    <a:pt x="7147973" y="893384"/>
                  </a:lnTo>
                  <a:lnTo>
                    <a:pt x="7079454" y="882080"/>
                  </a:lnTo>
                  <a:lnTo>
                    <a:pt x="7016394" y="869447"/>
                  </a:lnTo>
                  <a:lnTo>
                    <a:pt x="6957971" y="855291"/>
                  </a:lnTo>
                  <a:lnTo>
                    <a:pt x="6903268" y="839409"/>
                  </a:lnTo>
                  <a:lnTo>
                    <a:pt x="6851359" y="821605"/>
                  </a:lnTo>
                  <a:lnTo>
                    <a:pt x="6801389" y="801739"/>
                  </a:lnTo>
                  <a:lnTo>
                    <a:pt x="6786527" y="795309"/>
                  </a:lnTo>
                  <a:lnTo>
                    <a:pt x="6736647" y="772033"/>
                  </a:lnTo>
                  <a:lnTo>
                    <a:pt x="6687253" y="746484"/>
                  </a:lnTo>
                  <a:lnTo>
                    <a:pt x="6637871" y="718628"/>
                  </a:lnTo>
                  <a:lnTo>
                    <a:pt x="6588167" y="688497"/>
                  </a:lnTo>
                  <a:lnTo>
                    <a:pt x="6537936" y="656204"/>
                  </a:lnTo>
                  <a:lnTo>
                    <a:pt x="6487082" y="621947"/>
                  </a:lnTo>
                  <a:lnTo>
                    <a:pt x="6435607" y="586008"/>
                  </a:lnTo>
                  <a:lnTo>
                    <a:pt x="6383596" y="548745"/>
                  </a:lnTo>
                  <a:lnTo>
                    <a:pt x="6331200" y="510585"/>
                  </a:lnTo>
                  <a:lnTo>
                    <a:pt x="6278617" y="471997"/>
                  </a:lnTo>
                  <a:lnTo>
                    <a:pt x="6226062" y="433475"/>
                  </a:lnTo>
                  <a:lnTo>
                    <a:pt x="6173752" y="395511"/>
                  </a:lnTo>
                  <a:lnTo>
                    <a:pt x="6121873" y="358564"/>
                  </a:lnTo>
                  <a:lnTo>
                    <a:pt x="6070559" y="323045"/>
                  </a:lnTo>
                  <a:lnTo>
                    <a:pt x="6019876" y="289291"/>
                  </a:lnTo>
                  <a:lnTo>
                    <a:pt x="5969801" y="257563"/>
                  </a:lnTo>
                  <a:lnTo>
                    <a:pt x="5920209" y="228036"/>
                  </a:lnTo>
                  <a:lnTo>
                    <a:pt x="5870861" y="200799"/>
                  </a:lnTo>
                  <a:lnTo>
                    <a:pt x="5821390" y="175867"/>
                  </a:lnTo>
                  <a:lnTo>
                    <a:pt x="5784835" y="159061"/>
                  </a:lnTo>
                  <a:lnTo>
                    <a:pt x="5735304" y="138561"/>
                  </a:lnTo>
                  <a:lnTo>
                    <a:pt x="5684067" y="120143"/>
                  </a:lnTo>
                  <a:lnTo>
                    <a:pt x="5630306" y="103697"/>
                  </a:lnTo>
                  <a:lnTo>
                    <a:pt x="5573109" y="89041"/>
                  </a:lnTo>
                  <a:lnTo>
                    <a:pt x="5511546" y="75968"/>
                  </a:lnTo>
                  <a:lnTo>
                    <a:pt x="5444758" y="64280"/>
                  </a:lnTo>
                  <a:lnTo>
                    <a:pt x="5372051" y="53805"/>
                  </a:lnTo>
                  <a:lnTo>
                    <a:pt x="5293044" y="44404"/>
                  </a:lnTo>
                  <a:lnTo>
                    <a:pt x="5207844" y="35978"/>
                  </a:lnTo>
                  <a:lnTo>
                    <a:pt x="5117265" y="28465"/>
                  </a:lnTo>
                  <a:lnTo>
                    <a:pt x="5023034" y="21843"/>
                  </a:lnTo>
                  <a:lnTo>
                    <a:pt x="4927922" y="16118"/>
                  </a:lnTo>
                  <a:lnTo>
                    <a:pt x="4835684" y="11310"/>
                  </a:lnTo>
                  <a:lnTo>
                    <a:pt x="4750712" y="7437"/>
                  </a:lnTo>
                  <a:lnTo>
                    <a:pt x="4677373" y="4487"/>
                  </a:lnTo>
                  <a:lnTo>
                    <a:pt x="4619135" y="2404"/>
                  </a:lnTo>
                  <a:lnTo>
                    <a:pt x="4577747" y="1081"/>
                  </a:lnTo>
                  <a:lnTo>
                    <a:pt x="4552720" y="361"/>
                  </a:lnTo>
                  <a:lnTo>
                    <a:pt x="4541269" y="64"/>
                  </a:lnTo>
                  <a:lnTo>
                    <a:pt x="4538579" y="0"/>
                  </a:lnTo>
                  <a:lnTo>
                    <a:pt x="4538543" y="0"/>
                  </a:lnTo>
                  <a:lnTo>
                    <a:pt x="4016409" y="0"/>
                  </a:lnTo>
                  <a:lnTo>
                    <a:pt x="4015503" y="92"/>
                  </a:lnTo>
                  <a:lnTo>
                    <a:pt x="4009535" y="747"/>
                  </a:lnTo>
                  <a:lnTo>
                    <a:pt x="3994451" y="2560"/>
                  </a:lnTo>
                  <a:lnTo>
                    <a:pt x="3967395" y="6130"/>
                  </a:lnTo>
                  <a:lnTo>
                    <a:pt x="3926895" y="12018"/>
                  </a:lnTo>
                  <a:lnTo>
                    <a:pt x="3872983" y="20687"/>
                  </a:lnTo>
                  <a:lnTo>
                    <a:pt x="3807097" y="32466"/>
                  </a:lnTo>
                  <a:lnTo>
                    <a:pt x="3731759" y="47528"/>
                  </a:lnTo>
                  <a:lnTo>
                    <a:pt x="3650086" y="65916"/>
                  </a:lnTo>
                  <a:lnTo>
                    <a:pt x="3565284" y="87589"/>
                  </a:lnTo>
                  <a:lnTo>
                    <a:pt x="3480229" y="112473"/>
                  </a:lnTo>
                  <a:lnTo>
                    <a:pt x="3397210" y="140524"/>
                  </a:lnTo>
                  <a:lnTo>
                    <a:pt x="3317840" y="171762"/>
                  </a:lnTo>
                  <a:lnTo>
                    <a:pt x="3243087" y="206305"/>
                  </a:lnTo>
                  <a:lnTo>
                    <a:pt x="3173370" y="244381"/>
                  </a:lnTo>
                  <a:lnTo>
                    <a:pt x="3108689" y="286331"/>
                  </a:lnTo>
                  <a:lnTo>
                    <a:pt x="3048745" y="332605"/>
                  </a:lnTo>
                  <a:lnTo>
                    <a:pt x="2993045" y="383750"/>
                  </a:lnTo>
                  <a:lnTo>
                    <a:pt x="2940980" y="440390"/>
                  </a:lnTo>
                  <a:lnTo>
                    <a:pt x="2891889" y="503181"/>
                  </a:lnTo>
                  <a:lnTo>
                    <a:pt x="2845106" y="572751"/>
                  </a:lnTo>
                  <a:lnTo>
                    <a:pt x="2800003" y="649588"/>
                  </a:lnTo>
                  <a:lnTo>
                    <a:pt x="2770117" y="705896"/>
                  </a:lnTo>
                  <a:lnTo>
                    <a:pt x="2738638" y="769749"/>
                  </a:lnTo>
                  <a:lnTo>
                    <a:pt x="2707434" y="837549"/>
                  </a:lnTo>
                  <a:lnTo>
                    <a:pt x="2676364" y="909375"/>
                  </a:lnTo>
                  <a:lnTo>
                    <a:pt x="2645315" y="985263"/>
                  </a:lnTo>
                  <a:lnTo>
                    <a:pt x="2614192" y="1065201"/>
                  </a:lnTo>
                  <a:lnTo>
                    <a:pt x="2582925" y="1149124"/>
                  </a:lnTo>
                  <a:lnTo>
                    <a:pt x="2551461" y="1236911"/>
                  </a:lnTo>
                  <a:lnTo>
                    <a:pt x="2519766" y="1328382"/>
                  </a:lnTo>
                  <a:lnTo>
                    <a:pt x="2487821" y="1423299"/>
                  </a:lnTo>
                  <a:lnTo>
                    <a:pt x="2455624" y="1521363"/>
                  </a:lnTo>
                  <a:lnTo>
                    <a:pt x="2423187" y="1622219"/>
                  </a:lnTo>
                  <a:lnTo>
                    <a:pt x="2390532" y="1725461"/>
                  </a:lnTo>
                  <a:lnTo>
                    <a:pt x="2357694" y="1830633"/>
                  </a:lnTo>
                  <a:lnTo>
                    <a:pt x="2324716" y="1937242"/>
                  </a:lnTo>
                  <a:lnTo>
                    <a:pt x="2291648" y="2044765"/>
                  </a:lnTo>
                  <a:lnTo>
                    <a:pt x="2258542" y="2152660"/>
                  </a:lnTo>
                  <a:lnTo>
                    <a:pt x="2225454" y="2260377"/>
                  </a:lnTo>
                  <a:lnTo>
                    <a:pt x="2192438" y="2367369"/>
                  </a:lnTo>
                  <a:lnTo>
                    <a:pt x="2159546" y="2473105"/>
                  </a:lnTo>
                  <a:lnTo>
                    <a:pt x="2126823" y="2577079"/>
                  </a:lnTo>
                  <a:lnTo>
                    <a:pt x="2094305" y="2678824"/>
                  </a:lnTo>
                  <a:lnTo>
                    <a:pt x="2062022" y="2777914"/>
                  </a:lnTo>
                  <a:lnTo>
                    <a:pt x="2029988" y="2873976"/>
                  </a:lnTo>
                  <a:lnTo>
                    <a:pt x="1998206" y="2966689"/>
                  </a:lnTo>
                  <a:lnTo>
                    <a:pt x="1966664" y="3055796"/>
                  </a:lnTo>
                  <a:lnTo>
                    <a:pt x="1935333" y="3141095"/>
                  </a:lnTo>
                  <a:lnTo>
                    <a:pt x="1904166" y="3222446"/>
                  </a:lnTo>
                  <a:lnTo>
                    <a:pt x="1873101" y="3299763"/>
                  </a:lnTo>
                  <a:lnTo>
                    <a:pt x="1842050" y="3373016"/>
                  </a:lnTo>
                  <a:lnTo>
                    <a:pt x="1810908" y="3442226"/>
                  </a:lnTo>
                  <a:lnTo>
                    <a:pt x="1779543" y="3507456"/>
                  </a:lnTo>
                  <a:lnTo>
                    <a:pt x="1768425" y="3529481"/>
                  </a:lnTo>
                  <a:lnTo>
                    <a:pt x="1724149" y="3611370"/>
                  </a:lnTo>
                  <a:lnTo>
                    <a:pt x="1678568" y="3685827"/>
                  </a:lnTo>
                  <a:lnTo>
                    <a:pt x="1631112" y="3753149"/>
                  </a:lnTo>
                  <a:lnTo>
                    <a:pt x="1581136" y="3813886"/>
                  </a:lnTo>
                  <a:lnTo>
                    <a:pt x="1527970" y="3868683"/>
                  </a:lnTo>
                  <a:lnTo>
                    <a:pt x="1470965" y="3918193"/>
                  </a:lnTo>
                  <a:lnTo>
                    <a:pt x="1409540" y="3963017"/>
                  </a:lnTo>
                  <a:lnTo>
                    <a:pt x="1343256" y="4003674"/>
                  </a:lnTo>
                  <a:lnTo>
                    <a:pt x="1271898" y="4040580"/>
                  </a:lnTo>
                  <a:lnTo>
                    <a:pt x="1195587" y="4074038"/>
                  </a:lnTo>
                  <a:lnTo>
                    <a:pt x="1114906" y="4104241"/>
                  </a:lnTo>
                  <a:lnTo>
                    <a:pt x="1031021" y="4131273"/>
                  </a:lnTo>
                  <a:lnTo>
                    <a:pt x="945766" y="4155129"/>
                  </a:lnTo>
                  <a:lnTo>
                    <a:pt x="861636" y="4175751"/>
                  </a:lnTo>
                  <a:lnTo>
                    <a:pt x="781650" y="4193069"/>
                  </a:lnTo>
                  <a:lnTo>
                    <a:pt x="709036" y="4207062"/>
                  </a:lnTo>
                  <a:lnTo>
                    <a:pt x="646778" y="4217811"/>
                  </a:lnTo>
                  <a:lnTo>
                    <a:pt x="597095" y="4225541"/>
                  </a:lnTo>
                  <a:lnTo>
                    <a:pt x="560998" y="4230626"/>
                  </a:lnTo>
                  <a:lnTo>
                    <a:pt x="538032" y="4233565"/>
                  </a:lnTo>
                  <a:lnTo>
                    <a:pt x="526261" y="4234939"/>
                  </a:lnTo>
                  <a:lnTo>
                    <a:pt x="522420" y="4235349"/>
                  </a:lnTo>
                  <a:lnTo>
                    <a:pt x="522133" y="4235378"/>
                  </a:lnTo>
                  <a:lnTo>
                    <a:pt x="0" y="4235378"/>
                  </a:lnTo>
                  <a:lnTo>
                    <a:pt x="0" y="4235378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661" name="pg1661"/>
            <p:cNvSpPr/>
            <p:nvPr/>
          </p:nvSpPr>
          <p:spPr>
            <a:xfrm>
              <a:off x="386606" y="948364"/>
              <a:ext cx="8554953" cy="4212789"/>
            </a:xfrm>
            <a:custGeom>
              <a:avLst/>
              <a:pathLst>
                <a:path w="8554953" h="4212789">
                  <a:moveTo>
                    <a:pt x="0" y="4212789"/>
                  </a:moveTo>
                  <a:lnTo>
                    <a:pt x="522133" y="4212789"/>
                  </a:lnTo>
                  <a:lnTo>
                    <a:pt x="523041" y="4212698"/>
                  </a:lnTo>
                  <a:lnTo>
                    <a:pt x="529026" y="4212045"/>
                  </a:lnTo>
                  <a:lnTo>
                    <a:pt x="544149" y="4210242"/>
                  </a:lnTo>
                  <a:lnTo>
                    <a:pt x="571272" y="4206690"/>
                  </a:lnTo>
                  <a:lnTo>
                    <a:pt x="611867" y="4200834"/>
                  </a:lnTo>
                  <a:lnTo>
                    <a:pt x="665895" y="4192210"/>
                  </a:lnTo>
                  <a:lnTo>
                    <a:pt x="731907" y="4180496"/>
                  </a:lnTo>
                  <a:lnTo>
                    <a:pt x="807370" y="4165518"/>
                  </a:lnTo>
                  <a:lnTo>
                    <a:pt x="889155" y="4147234"/>
                  </a:lnTo>
                  <a:lnTo>
                    <a:pt x="974049" y="4125686"/>
                  </a:lnTo>
                  <a:lnTo>
                    <a:pt x="1059174" y="4100947"/>
                  </a:lnTo>
                  <a:lnTo>
                    <a:pt x="1142238" y="4073062"/>
                  </a:lnTo>
                  <a:lnTo>
                    <a:pt x="1221632" y="4042008"/>
                  </a:lnTo>
                  <a:lnTo>
                    <a:pt x="1296393" y="4007667"/>
                  </a:lnTo>
                  <a:lnTo>
                    <a:pt x="1366106" y="3969811"/>
                  </a:lnTo>
                  <a:lnTo>
                    <a:pt x="1430776" y="3928100"/>
                  </a:lnTo>
                  <a:lnTo>
                    <a:pt x="1490707" y="3882084"/>
                  </a:lnTo>
                  <a:lnTo>
                    <a:pt x="1546395" y="3831217"/>
                  </a:lnTo>
                  <a:lnTo>
                    <a:pt x="1598451" y="3774880"/>
                  </a:lnTo>
                  <a:lnTo>
                    <a:pt x="1647540" y="3712417"/>
                  </a:lnTo>
                  <a:lnTo>
                    <a:pt x="1694329" y="3643205"/>
                  </a:lnTo>
                  <a:lnTo>
                    <a:pt x="1739445" y="3566765"/>
                  </a:lnTo>
                  <a:lnTo>
                    <a:pt x="1768425" y="3512540"/>
                  </a:lnTo>
                  <a:lnTo>
                    <a:pt x="1800016" y="3448964"/>
                  </a:lnTo>
                  <a:lnTo>
                    <a:pt x="1831331" y="3381445"/>
                  </a:lnTo>
                  <a:lnTo>
                    <a:pt x="1862510" y="3309904"/>
                  </a:lnTo>
                  <a:lnTo>
                    <a:pt x="1893671" y="3234303"/>
                  </a:lnTo>
                  <a:lnTo>
                    <a:pt x="1924907" y="3154657"/>
                  </a:lnTo>
                  <a:lnTo>
                    <a:pt x="1956289" y="3071032"/>
                  </a:lnTo>
                  <a:lnTo>
                    <a:pt x="1987870" y="2983549"/>
                  </a:lnTo>
                  <a:lnTo>
                    <a:pt x="2019685" y="2892391"/>
                  </a:lnTo>
                  <a:lnTo>
                    <a:pt x="2051752" y="2797797"/>
                  </a:lnTo>
                  <a:lnTo>
                    <a:pt x="2084072" y="2700070"/>
                  </a:lnTo>
                  <a:lnTo>
                    <a:pt x="2116634" y="2599567"/>
                  </a:lnTo>
                  <a:lnTo>
                    <a:pt x="2149414" y="2496697"/>
                  </a:lnTo>
                  <a:lnTo>
                    <a:pt x="2182376" y="2391920"/>
                  </a:lnTo>
                  <a:lnTo>
                    <a:pt x="2215477" y="2285730"/>
                  </a:lnTo>
                  <a:lnTo>
                    <a:pt x="2248667" y="2178654"/>
                  </a:lnTo>
                  <a:lnTo>
                    <a:pt x="2281891" y="2071235"/>
                  </a:lnTo>
                  <a:lnTo>
                    <a:pt x="2315095" y="1964027"/>
                  </a:lnTo>
                  <a:lnTo>
                    <a:pt x="2348222" y="1857575"/>
                  </a:lnTo>
                  <a:lnTo>
                    <a:pt x="2381222" y="1752411"/>
                  </a:lnTo>
                  <a:lnTo>
                    <a:pt x="2414049" y="1649040"/>
                  </a:lnTo>
                  <a:lnTo>
                    <a:pt x="2446666" y="1547929"/>
                  </a:lnTo>
                  <a:lnTo>
                    <a:pt x="2479046" y="1449499"/>
                  </a:lnTo>
                  <a:lnTo>
                    <a:pt x="2511174" y="1354123"/>
                  </a:lnTo>
                  <a:lnTo>
                    <a:pt x="2543048" y="1262115"/>
                  </a:lnTo>
                  <a:lnTo>
                    <a:pt x="2574683" y="1173730"/>
                  </a:lnTo>
                  <a:lnTo>
                    <a:pt x="2606109" y="1089164"/>
                  </a:lnTo>
                  <a:lnTo>
                    <a:pt x="2637374" y="1008554"/>
                  </a:lnTo>
                  <a:lnTo>
                    <a:pt x="2668545" y="931978"/>
                  </a:lnTo>
                  <a:lnTo>
                    <a:pt x="2699710" y="859463"/>
                  </a:lnTo>
                  <a:lnTo>
                    <a:pt x="2730980" y="790983"/>
                  </a:lnTo>
                  <a:lnTo>
                    <a:pt x="2762491" y="726469"/>
                  </a:lnTo>
                  <a:lnTo>
                    <a:pt x="2770117" y="711543"/>
                  </a:lnTo>
                  <a:lnTo>
                    <a:pt x="2814435" y="630237"/>
                  </a:lnTo>
                  <a:lnTo>
                    <a:pt x="2860060" y="556318"/>
                  </a:lnTo>
                  <a:lnTo>
                    <a:pt x="2907565" y="489488"/>
                  </a:lnTo>
                  <a:lnTo>
                    <a:pt x="2957597" y="429202"/>
                  </a:lnTo>
                  <a:lnTo>
                    <a:pt x="3010827" y="374816"/>
                  </a:lnTo>
                  <a:lnTo>
                    <a:pt x="3067906" y="325682"/>
                  </a:lnTo>
                  <a:lnTo>
                    <a:pt x="3129416" y="281201"/>
                  </a:lnTo>
                  <a:lnTo>
                    <a:pt x="3195797" y="240859"/>
                  </a:lnTo>
                  <a:lnTo>
                    <a:pt x="3267261" y="204243"/>
                  </a:lnTo>
                  <a:lnTo>
                    <a:pt x="3343685" y="171050"/>
                  </a:lnTo>
                  <a:lnTo>
                    <a:pt x="3424478" y="141092"/>
                  </a:lnTo>
                  <a:lnTo>
                    <a:pt x="3508466" y="114286"/>
                  </a:lnTo>
                  <a:lnTo>
                    <a:pt x="3593803" y="90635"/>
                  </a:lnTo>
                  <a:lnTo>
                    <a:pt x="3677978" y="70200"/>
                  </a:lnTo>
                  <a:lnTo>
                    <a:pt x="3757960" y="53049"/>
                  </a:lnTo>
                  <a:lnTo>
                    <a:pt x="3830512" y="39202"/>
                  </a:lnTo>
                  <a:lnTo>
                    <a:pt x="3892650" y="28576"/>
                  </a:lnTo>
                  <a:lnTo>
                    <a:pt x="3942162" y="20947"/>
                  </a:lnTo>
                  <a:lnTo>
                    <a:pt x="3978059" y="15940"/>
                  </a:lnTo>
                  <a:lnTo>
                    <a:pt x="4000822" y="13055"/>
                  </a:lnTo>
                  <a:lnTo>
                    <a:pt x="4012419" y="11714"/>
                  </a:lnTo>
                  <a:lnTo>
                    <a:pt x="4016147" y="11320"/>
                  </a:lnTo>
                  <a:lnTo>
                    <a:pt x="4016409" y="11294"/>
                  </a:lnTo>
                  <a:lnTo>
                    <a:pt x="4538543" y="11294"/>
                  </a:lnTo>
                  <a:lnTo>
                    <a:pt x="4539794" y="11326"/>
                  </a:lnTo>
                  <a:lnTo>
                    <a:pt x="4547973" y="11559"/>
                  </a:lnTo>
                  <a:lnTo>
                    <a:pt x="4568432" y="12203"/>
                  </a:lnTo>
                  <a:lnTo>
                    <a:pt x="4604601" y="13468"/>
                  </a:lnTo>
                  <a:lnTo>
                    <a:pt x="4657682" y="15540"/>
                  </a:lnTo>
                  <a:lnTo>
                    <a:pt x="4726584" y="18558"/>
                  </a:lnTo>
                  <a:lnTo>
                    <a:pt x="4808302" y="22604"/>
                  </a:lnTo>
                  <a:lnTo>
                    <a:pt x="4898665" y="27705"/>
                  </a:lnTo>
                  <a:lnTo>
                    <a:pt x="4993218" y="33847"/>
                  </a:lnTo>
                  <a:lnTo>
                    <a:pt x="5087968" y="41008"/>
                  </a:lnTo>
                  <a:lnTo>
                    <a:pt x="5179828" y="49172"/>
                  </a:lnTo>
                  <a:lnTo>
                    <a:pt x="5266757" y="58354"/>
                  </a:lnTo>
                  <a:lnTo>
                    <a:pt x="5347676" y="68608"/>
                  </a:lnTo>
                  <a:lnTo>
                    <a:pt x="5422280" y="80033"/>
                  </a:lnTo>
                  <a:lnTo>
                    <a:pt x="5490816" y="92772"/>
                  </a:lnTo>
                  <a:lnTo>
                    <a:pt x="5553893" y="107007"/>
                  </a:lnTo>
                  <a:lnTo>
                    <a:pt x="5612327" y="122953"/>
                  </a:lnTo>
                  <a:lnTo>
                    <a:pt x="5667033" y="140843"/>
                  </a:lnTo>
                  <a:lnTo>
                    <a:pt x="5718933" y="160896"/>
                  </a:lnTo>
                  <a:lnTo>
                    <a:pt x="5768881" y="183272"/>
                  </a:lnTo>
                  <a:lnTo>
                    <a:pt x="5784835" y="191062"/>
                  </a:lnTo>
                  <a:lnTo>
                    <a:pt x="5833774" y="216846"/>
                  </a:lnTo>
                  <a:lnTo>
                    <a:pt x="5882235" y="245099"/>
                  </a:lnTo>
                  <a:lnTo>
                    <a:pt x="5930672" y="275863"/>
                  </a:lnTo>
                  <a:lnTo>
                    <a:pt x="5979402" y="309105"/>
                  </a:lnTo>
                  <a:lnTo>
                    <a:pt x="6028630" y="344710"/>
                  </a:lnTo>
                  <a:lnTo>
                    <a:pt x="6078453" y="382477"/>
                  </a:lnTo>
                  <a:lnTo>
                    <a:pt x="6128878" y="422114"/>
                  </a:lnTo>
                  <a:lnTo>
                    <a:pt x="6179835" y="463247"/>
                  </a:lnTo>
                  <a:lnTo>
                    <a:pt x="6231187" y="505431"/>
                  </a:lnTo>
                  <a:lnTo>
                    <a:pt x="6282754" y="548169"/>
                  </a:lnTo>
                  <a:lnTo>
                    <a:pt x="6334334" y="590938"/>
                  </a:lnTo>
                  <a:lnTo>
                    <a:pt x="6385720" y="633210"/>
                  </a:lnTo>
                  <a:lnTo>
                    <a:pt x="6436729" y="674485"/>
                  </a:lnTo>
                  <a:lnTo>
                    <a:pt x="6487220" y="714312"/>
                  </a:lnTo>
                  <a:lnTo>
                    <a:pt x="6537112" y="752307"/>
                  </a:lnTo>
                  <a:lnTo>
                    <a:pt x="6586404" y="788170"/>
                  </a:lnTo>
                  <a:lnTo>
                    <a:pt x="6635183" y="821688"/>
                  </a:lnTo>
                  <a:lnTo>
                    <a:pt x="6683639" y="852736"/>
                  </a:lnTo>
                  <a:lnTo>
                    <a:pt x="6732077" y="881273"/>
                  </a:lnTo>
                  <a:lnTo>
                    <a:pt x="6780935" y="907332"/>
                  </a:lnTo>
                  <a:lnTo>
                    <a:pt x="6786527" y="910135"/>
                  </a:lnTo>
                  <a:lnTo>
                    <a:pt x="6836002" y="933280"/>
                  </a:lnTo>
                  <a:lnTo>
                    <a:pt x="6887178" y="954077"/>
                  </a:lnTo>
                  <a:lnTo>
                    <a:pt x="6940872" y="972648"/>
                  </a:lnTo>
                  <a:lnTo>
                    <a:pt x="6997991" y="989201"/>
                  </a:lnTo>
                  <a:lnTo>
                    <a:pt x="7059461" y="1003968"/>
                  </a:lnTo>
                  <a:lnTo>
                    <a:pt x="7126141" y="1017172"/>
                  </a:lnTo>
                  <a:lnTo>
                    <a:pt x="7198723" y="1029007"/>
                  </a:lnTo>
                  <a:lnTo>
                    <a:pt x="7277590" y="1039629"/>
                  </a:lnTo>
                  <a:lnTo>
                    <a:pt x="7362639" y="1049152"/>
                  </a:lnTo>
                  <a:lnTo>
                    <a:pt x="7453069" y="1057644"/>
                  </a:lnTo>
                  <a:lnTo>
                    <a:pt x="7547167" y="1065131"/>
                  </a:lnTo>
                  <a:lnTo>
                    <a:pt x="7642185" y="1071607"/>
                  </a:lnTo>
                  <a:lnTo>
                    <a:pt x="7734390" y="1077049"/>
                  </a:lnTo>
                  <a:lnTo>
                    <a:pt x="7819410" y="1081438"/>
                  </a:lnTo>
                  <a:lnTo>
                    <a:pt x="7892886" y="1084785"/>
                  </a:lnTo>
                  <a:lnTo>
                    <a:pt x="7951339" y="1087152"/>
                  </a:lnTo>
                  <a:lnTo>
                    <a:pt x="7992992" y="1088660"/>
                  </a:lnTo>
                  <a:lnTo>
                    <a:pt x="8018289" y="1089484"/>
                  </a:lnTo>
                  <a:lnTo>
                    <a:pt x="8029962" y="1089827"/>
                  </a:lnTo>
                  <a:lnTo>
                    <a:pt x="8032819" y="1089904"/>
                  </a:lnTo>
                  <a:lnTo>
                    <a:pt x="8554953" y="1089904"/>
                  </a:lnTo>
                  <a:lnTo>
                    <a:pt x="8554953" y="1078609"/>
                  </a:lnTo>
                  <a:lnTo>
                    <a:pt x="8032819" y="1078609"/>
                  </a:lnTo>
                  <a:lnTo>
                    <a:pt x="8031568" y="1078577"/>
                  </a:lnTo>
                  <a:lnTo>
                    <a:pt x="8023389" y="1078344"/>
                  </a:lnTo>
                  <a:lnTo>
                    <a:pt x="8002930" y="1077700"/>
                  </a:lnTo>
                  <a:lnTo>
                    <a:pt x="7966761" y="1076435"/>
                  </a:lnTo>
                  <a:lnTo>
                    <a:pt x="7913680" y="1074364"/>
                  </a:lnTo>
                  <a:lnTo>
                    <a:pt x="7844778" y="1071345"/>
                  </a:lnTo>
                  <a:lnTo>
                    <a:pt x="7763060" y="1067299"/>
                  </a:lnTo>
                  <a:lnTo>
                    <a:pt x="7672697" y="1062199"/>
                  </a:lnTo>
                  <a:lnTo>
                    <a:pt x="7578144" y="1056056"/>
                  </a:lnTo>
                  <a:lnTo>
                    <a:pt x="7483394" y="1048895"/>
                  </a:lnTo>
                  <a:lnTo>
                    <a:pt x="7391534" y="1040732"/>
                  </a:lnTo>
                  <a:lnTo>
                    <a:pt x="7304605" y="1031549"/>
                  </a:lnTo>
                  <a:lnTo>
                    <a:pt x="7223686" y="1021295"/>
                  </a:lnTo>
                  <a:lnTo>
                    <a:pt x="7149082" y="1009870"/>
                  </a:lnTo>
                  <a:lnTo>
                    <a:pt x="7080546" y="997131"/>
                  </a:lnTo>
                  <a:lnTo>
                    <a:pt x="7017469" y="982897"/>
                  </a:lnTo>
                  <a:lnTo>
                    <a:pt x="6959035" y="966950"/>
                  </a:lnTo>
                  <a:lnTo>
                    <a:pt x="6904329" y="949060"/>
                  </a:lnTo>
                  <a:lnTo>
                    <a:pt x="6852429" y="929007"/>
                  </a:lnTo>
                  <a:lnTo>
                    <a:pt x="6802481" y="906631"/>
                  </a:lnTo>
                  <a:lnTo>
                    <a:pt x="6786527" y="898841"/>
                  </a:lnTo>
                  <a:lnTo>
                    <a:pt x="6737588" y="873057"/>
                  </a:lnTo>
                  <a:lnTo>
                    <a:pt x="6689126" y="844804"/>
                  </a:lnTo>
                  <a:lnTo>
                    <a:pt x="6640690" y="814040"/>
                  </a:lnTo>
                  <a:lnTo>
                    <a:pt x="6591960" y="780798"/>
                  </a:lnTo>
                  <a:lnTo>
                    <a:pt x="6542732" y="745193"/>
                  </a:lnTo>
                  <a:lnTo>
                    <a:pt x="6492909" y="707426"/>
                  </a:lnTo>
                  <a:lnTo>
                    <a:pt x="6442484" y="667789"/>
                  </a:lnTo>
                  <a:lnTo>
                    <a:pt x="6391527" y="626656"/>
                  </a:lnTo>
                  <a:lnTo>
                    <a:pt x="6340175" y="584472"/>
                  </a:lnTo>
                  <a:lnTo>
                    <a:pt x="6288608" y="541734"/>
                  </a:lnTo>
                  <a:lnTo>
                    <a:pt x="6237028" y="498965"/>
                  </a:lnTo>
                  <a:lnTo>
                    <a:pt x="6185642" y="456693"/>
                  </a:lnTo>
                  <a:lnTo>
                    <a:pt x="6134633" y="415418"/>
                  </a:lnTo>
                  <a:lnTo>
                    <a:pt x="6084142" y="375591"/>
                  </a:lnTo>
                  <a:lnTo>
                    <a:pt x="6034250" y="337596"/>
                  </a:lnTo>
                  <a:lnTo>
                    <a:pt x="5984958" y="301733"/>
                  </a:lnTo>
                  <a:lnTo>
                    <a:pt x="5936179" y="268215"/>
                  </a:lnTo>
                  <a:lnTo>
                    <a:pt x="5887723" y="237167"/>
                  </a:lnTo>
                  <a:lnTo>
                    <a:pt x="5839285" y="208630"/>
                  </a:lnTo>
                  <a:lnTo>
                    <a:pt x="5790427" y="182571"/>
                  </a:lnTo>
                  <a:lnTo>
                    <a:pt x="5784835" y="179768"/>
                  </a:lnTo>
                  <a:lnTo>
                    <a:pt x="5735360" y="156623"/>
                  </a:lnTo>
                  <a:lnTo>
                    <a:pt x="5684183" y="135826"/>
                  </a:lnTo>
                  <a:lnTo>
                    <a:pt x="5630490" y="117255"/>
                  </a:lnTo>
                  <a:lnTo>
                    <a:pt x="5573371" y="100702"/>
                  </a:lnTo>
                  <a:lnTo>
                    <a:pt x="5511901" y="85935"/>
                  </a:lnTo>
                  <a:lnTo>
                    <a:pt x="5445221" y="72731"/>
                  </a:lnTo>
                  <a:lnTo>
                    <a:pt x="5372639" y="60896"/>
                  </a:lnTo>
                  <a:lnTo>
                    <a:pt x="5293772" y="50274"/>
                  </a:lnTo>
                  <a:lnTo>
                    <a:pt x="5208723" y="40751"/>
                  </a:lnTo>
                  <a:lnTo>
                    <a:pt x="5118293" y="32259"/>
                  </a:lnTo>
                  <a:lnTo>
                    <a:pt x="5024195" y="24772"/>
                  </a:lnTo>
                  <a:lnTo>
                    <a:pt x="4929177" y="18296"/>
                  </a:lnTo>
                  <a:lnTo>
                    <a:pt x="4836972" y="12854"/>
                  </a:lnTo>
                  <a:lnTo>
                    <a:pt x="4751952" y="8465"/>
                  </a:lnTo>
                  <a:lnTo>
                    <a:pt x="4678476" y="5118"/>
                  </a:lnTo>
                  <a:lnTo>
                    <a:pt x="4620023" y="2751"/>
                  </a:lnTo>
                  <a:lnTo>
                    <a:pt x="4578370" y="1243"/>
                  </a:lnTo>
                  <a:lnTo>
                    <a:pt x="4553073" y="419"/>
                  </a:lnTo>
                  <a:lnTo>
                    <a:pt x="4541399" y="76"/>
                  </a:lnTo>
                  <a:lnTo>
                    <a:pt x="4538543" y="0"/>
                  </a:lnTo>
                  <a:lnTo>
                    <a:pt x="4016409" y="0"/>
                  </a:lnTo>
                  <a:lnTo>
                    <a:pt x="4015501" y="91"/>
                  </a:lnTo>
                  <a:lnTo>
                    <a:pt x="4009516" y="744"/>
                  </a:lnTo>
                  <a:lnTo>
                    <a:pt x="3994394" y="2547"/>
                  </a:lnTo>
                  <a:lnTo>
                    <a:pt x="3967270" y="6098"/>
                  </a:lnTo>
                  <a:lnTo>
                    <a:pt x="3926676" y="11955"/>
                  </a:lnTo>
                  <a:lnTo>
                    <a:pt x="3872648" y="20578"/>
                  </a:lnTo>
                  <a:lnTo>
                    <a:pt x="3806635" y="32292"/>
                  </a:lnTo>
                  <a:lnTo>
                    <a:pt x="3731172" y="47271"/>
                  </a:lnTo>
                  <a:lnTo>
                    <a:pt x="3649387" y="65555"/>
                  </a:lnTo>
                  <a:lnTo>
                    <a:pt x="3564493" y="87102"/>
                  </a:lnTo>
                  <a:lnTo>
                    <a:pt x="3479368" y="111842"/>
                  </a:lnTo>
                  <a:lnTo>
                    <a:pt x="3396304" y="139727"/>
                  </a:lnTo>
                  <a:lnTo>
                    <a:pt x="3316911" y="170781"/>
                  </a:lnTo>
                  <a:lnTo>
                    <a:pt x="3242150" y="205122"/>
                  </a:lnTo>
                  <a:lnTo>
                    <a:pt x="3172436" y="242978"/>
                  </a:lnTo>
                  <a:lnTo>
                    <a:pt x="3107766" y="284689"/>
                  </a:lnTo>
                  <a:lnTo>
                    <a:pt x="3047835" y="330705"/>
                  </a:lnTo>
                  <a:lnTo>
                    <a:pt x="2992148" y="381571"/>
                  </a:lnTo>
                  <a:lnTo>
                    <a:pt x="2940091" y="437909"/>
                  </a:lnTo>
                  <a:lnTo>
                    <a:pt x="2891002" y="500372"/>
                  </a:lnTo>
                  <a:lnTo>
                    <a:pt x="2844213" y="569583"/>
                  </a:lnTo>
                  <a:lnTo>
                    <a:pt x="2799097" y="646024"/>
                  </a:lnTo>
                  <a:lnTo>
                    <a:pt x="2770117" y="700249"/>
                  </a:lnTo>
                  <a:lnTo>
                    <a:pt x="2738526" y="763825"/>
                  </a:lnTo>
                  <a:lnTo>
                    <a:pt x="2707211" y="831343"/>
                  </a:lnTo>
                  <a:lnTo>
                    <a:pt x="2676032" y="902885"/>
                  </a:lnTo>
                  <a:lnTo>
                    <a:pt x="2644871" y="978485"/>
                  </a:lnTo>
                  <a:lnTo>
                    <a:pt x="2613635" y="1058131"/>
                  </a:lnTo>
                  <a:lnTo>
                    <a:pt x="2582253" y="1141757"/>
                  </a:lnTo>
                  <a:lnTo>
                    <a:pt x="2550672" y="1229239"/>
                  </a:lnTo>
                  <a:lnTo>
                    <a:pt x="2518857" y="1320398"/>
                  </a:lnTo>
                  <a:lnTo>
                    <a:pt x="2486791" y="1414991"/>
                  </a:lnTo>
                  <a:lnTo>
                    <a:pt x="2454470" y="1512718"/>
                  </a:lnTo>
                  <a:lnTo>
                    <a:pt x="2421908" y="1613222"/>
                  </a:lnTo>
                  <a:lnTo>
                    <a:pt x="2389129" y="1716091"/>
                  </a:lnTo>
                  <a:lnTo>
                    <a:pt x="2356166" y="1820869"/>
                  </a:lnTo>
                  <a:lnTo>
                    <a:pt x="2323065" y="1927059"/>
                  </a:lnTo>
                  <a:lnTo>
                    <a:pt x="2289875" y="2034135"/>
                  </a:lnTo>
                  <a:lnTo>
                    <a:pt x="2256651" y="2141553"/>
                  </a:lnTo>
                  <a:lnTo>
                    <a:pt x="2223448" y="2248762"/>
                  </a:lnTo>
                  <a:lnTo>
                    <a:pt x="2190320" y="2355214"/>
                  </a:lnTo>
                  <a:lnTo>
                    <a:pt x="2157321" y="2460377"/>
                  </a:lnTo>
                  <a:lnTo>
                    <a:pt x="2124493" y="2563748"/>
                  </a:lnTo>
                  <a:lnTo>
                    <a:pt x="2091876" y="2664860"/>
                  </a:lnTo>
                  <a:lnTo>
                    <a:pt x="2059496" y="2763289"/>
                  </a:lnTo>
                  <a:lnTo>
                    <a:pt x="2027369" y="2858665"/>
                  </a:lnTo>
                  <a:lnTo>
                    <a:pt x="1995494" y="2950673"/>
                  </a:lnTo>
                  <a:lnTo>
                    <a:pt x="1963859" y="3039058"/>
                  </a:lnTo>
                  <a:lnTo>
                    <a:pt x="1932433" y="3123624"/>
                  </a:lnTo>
                  <a:lnTo>
                    <a:pt x="1901169" y="3204235"/>
                  </a:lnTo>
                  <a:lnTo>
                    <a:pt x="1869997" y="3280810"/>
                  </a:lnTo>
                  <a:lnTo>
                    <a:pt x="1838832" y="3353326"/>
                  </a:lnTo>
                  <a:lnTo>
                    <a:pt x="1807562" y="3421806"/>
                  </a:lnTo>
                  <a:lnTo>
                    <a:pt x="1776051" y="3486320"/>
                  </a:lnTo>
                  <a:lnTo>
                    <a:pt x="1768425" y="3501246"/>
                  </a:lnTo>
                  <a:lnTo>
                    <a:pt x="1724107" y="3582551"/>
                  </a:lnTo>
                  <a:lnTo>
                    <a:pt x="1678482" y="3656470"/>
                  </a:lnTo>
                  <a:lnTo>
                    <a:pt x="1630977" y="3723300"/>
                  </a:lnTo>
                  <a:lnTo>
                    <a:pt x="1580945" y="3783587"/>
                  </a:lnTo>
                  <a:lnTo>
                    <a:pt x="1527716" y="3837973"/>
                  </a:lnTo>
                  <a:lnTo>
                    <a:pt x="1470636" y="3887107"/>
                  </a:lnTo>
                  <a:lnTo>
                    <a:pt x="1409126" y="3931588"/>
                  </a:lnTo>
                  <a:lnTo>
                    <a:pt x="1342745" y="3971930"/>
                  </a:lnTo>
                  <a:lnTo>
                    <a:pt x="1271281" y="4008546"/>
                  </a:lnTo>
                  <a:lnTo>
                    <a:pt x="1194857" y="4041739"/>
                  </a:lnTo>
                  <a:lnTo>
                    <a:pt x="1114064" y="4071696"/>
                  </a:lnTo>
                  <a:lnTo>
                    <a:pt x="1030076" y="4098503"/>
                  </a:lnTo>
                  <a:lnTo>
                    <a:pt x="944739" y="4122154"/>
                  </a:lnTo>
                  <a:lnTo>
                    <a:pt x="860564" y="4142589"/>
                  </a:lnTo>
                  <a:lnTo>
                    <a:pt x="780582" y="4159740"/>
                  </a:lnTo>
                  <a:lnTo>
                    <a:pt x="708030" y="4173586"/>
                  </a:lnTo>
                  <a:lnTo>
                    <a:pt x="645893" y="4184212"/>
                  </a:lnTo>
                  <a:lnTo>
                    <a:pt x="596380" y="4191842"/>
                  </a:lnTo>
                  <a:lnTo>
                    <a:pt x="560483" y="4196849"/>
                  </a:lnTo>
                  <a:lnTo>
                    <a:pt x="537721" y="4199734"/>
                  </a:lnTo>
                  <a:lnTo>
                    <a:pt x="526123" y="4201074"/>
                  </a:lnTo>
                  <a:lnTo>
                    <a:pt x="522395" y="4201469"/>
                  </a:lnTo>
                  <a:lnTo>
                    <a:pt x="522133" y="4201495"/>
                  </a:lnTo>
                  <a:lnTo>
                    <a:pt x="0" y="4201495"/>
                  </a:lnTo>
                  <a:close/>
                </a:path>
              </a:pathLst>
            </a:custGeom>
            <a:solidFill>
              <a:srgbClr val="D9B26F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1662" name="pl1662"/>
            <p:cNvSpPr/>
            <p:nvPr/>
          </p:nvSpPr>
          <p:spPr>
            <a:xfrm>
              <a:off x="386606" y="959658"/>
              <a:ext cx="8554953" cy="4201495"/>
            </a:xfrm>
            <a:custGeom>
              <a:avLst/>
              <a:pathLst>
                <a:path w="8554953" h="4201495">
                  <a:moveTo>
                    <a:pt x="0" y="4201495"/>
                  </a:moveTo>
                  <a:lnTo>
                    <a:pt x="522133" y="4201495"/>
                  </a:lnTo>
                  <a:lnTo>
                    <a:pt x="523041" y="4201403"/>
                  </a:lnTo>
                  <a:lnTo>
                    <a:pt x="529026" y="4200751"/>
                  </a:lnTo>
                  <a:lnTo>
                    <a:pt x="544149" y="4198948"/>
                  </a:lnTo>
                  <a:lnTo>
                    <a:pt x="571272" y="4195396"/>
                  </a:lnTo>
                  <a:lnTo>
                    <a:pt x="611867" y="4189539"/>
                  </a:lnTo>
                  <a:lnTo>
                    <a:pt x="665895" y="4180916"/>
                  </a:lnTo>
                  <a:lnTo>
                    <a:pt x="731907" y="4169202"/>
                  </a:lnTo>
                  <a:lnTo>
                    <a:pt x="807370" y="4154224"/>
                  </a:lnTo>
                  <a:lnTo>
                    <a:pt x="889155" y="4135939"/>
                  </a:lnTo>
                  <a:lnTo>
                    <a:pt x="974049" y="4114392"/>
                  </a:lnTo>
                  <a:lnTo>
                    <a:pt x="1059174" y="4089653"/>
                  </a:lnTo>
                  <a:lnTo>
                    <a:pt x="1142238" y="4061768"/>
                  </a:lnTo>
                  <a:lnTo>
                    <a:pt x="1221632" y="4030713"/>
                  </a:lnTo>
                  <a:lnTo>
                    <a:pt x="1296393" y="3996372"/>
                  </a:lnTo>
                  <a:lnTo>
                    <a:pt x="1366106" y="3958517"/>
                  </a:lnTo>
                  <a:lnTo>
                    <a:pt x="1430776" y="3916806"/>
                  </a:lnTo>
                  <a:lnTo>
                    <a:pt x="1490707" y="3870790"/>
                  </a:lnTo>
                  <a:lnTo>
                    <a:pt x="1546395" y="3819923"/>
                  </a:lnTo>
                  <a:lnTo>
                    <a:pt x="1598451" y="3763585"/>
                  </a:lnTo>
                  <a:lnTo>
                    <a:pt x="1647540" y="3701122"/>
                  </a:lnTo>
                  <a:lnTo>
                    <a:pt x="1694329" y="3631911"/>
                  </a:lnTo>
                  <a:lnTo>
                    <a:pt x="1739445" y="3555471"/>
                  </a:lnTo>
                  <a:lnTo>
                    <a:pt x="1768425" y="3501246"/>
                  </a:lnTo>
                  <a:lnTo>
                    <a:pt x="1800016" y="3437670"/>
                  </a:lnTo>
                  <a:lnTo>
                    <a:pt x="1831331" y="3370151"/>
                  </a:lnTo>
                  <a:lnTo>
                    <a:pt x="1862510" y="3298609"/>
                  </a:lnTo>
                  <a:lnTo>
                    <a:pt x="1893671" y="3223009"/>
                  </a:lnTo>
                  <a:lnTo>
                    <a:pt x="1924907" y="3143363"/>
                  </a:lnTo>
                  <a:lnTo>
                    <a:pt x="1956289" y="3059737"/>
                  </a:lnTo>
                  <a:lnTo>
                    <a:pt x="1987870" y="2972255"/>
                  </a:lnTo>
                  <a:lnTo>
                    <a:pt x="2019685" y="2881096"/>
                  </a:lnTo>
                  <a:lnTo>
                    <a:pt x="2051752" y="2786503"/>
                  </a:lnTo>
                  <a:lnTo>
                    <a:pt x="2084072" y="2688776"/>
                  </a:lnTo>
                  <a:lnTo>
                    <a:pt x="2116634" y="2588272"/>
                  </a:lnTo>
                  <a:lnTo>
                    <a:pt x="2149414" y="2485403"/>
                  </a:lnTo>
                  <a:lnTo>
                    <a:pt x="2182376" y="2380625"/>
                  </a:lnTo>
                  <a:lnTo>
                    <a:pt x="2215477" y="2274436"/>
                  </a:lnTo>
                  <a:lnTo>
                    <a:pt x="2248667" y="2167359"/>
                  </a:lnTo>
                  <a:lnTo>
                    <a:pt x="2281891" y="2059941"/>
                  </a:lnTo>
                  <a:lnTo>
                    <a:pt x="2315095" y="1952732"/>
                  </a:lnTo>
                  <a:lnTo>
                    <a:pt x="2348222" y="1846281"/>
                  </a:lnTo>
                  <a:lnTo>
                    <a:pt x="2381222" y="1741117"/>
                  </a:lnTo>
                  <a:lnTo>
                    <a:pt x="2414049" y="1637746"/>
                  </a:lnTo>
                  <a:lnTo>
                    <a:pt x="2446666" y="1536634"/>
                  </a:lnTo>
                  <a:lnTo>
                    <a:pt x="2479046" y="1438205"/>
                  </a:lnTo>
                  <a:lnTo>
                    <a:pt x="2511174" y="1342829"/>
                  </a:lnTo>
                  <a:lnTo>
                    <a:pt x="2543048" y="1250821"/>
                  </a:lnTo>
                  <a:lnTo>
                    <a:pt x="2574683" y="1162436"/>
                  </a:lnTo>
                  <a:lnTo>
                    <a:pt x="2606109" y="1077870"/>
                  </a:lnTo>
                  <a:lnTo>
                    <a:pt x="2637374" y="997260"/>
                  </a:lnTo>
                  <a:lnTo>
                    <a:pt x="2668545" y="920684"/>
                  </a:lnTo>
                  <a:lnTo>
                    <a:pt x="2699710" y="848168"/>
                  </a:lnTo>
                  <a:lnTo>
                    <a:pt x="2730980" y="779688"/>
                  </a:lnTo>
                  <a:lnTo>
                    <a:pt x="2762491" y="715174"/>
                  </a:lnTo>
                  <a:lnTo>
                    <a:pt x="2770117" y="700249"/>
                  </a:lnTo>
                  <a:lnTo>
                    <a:pt x="2814435" y="618943"/>
                  </a:lnTo>
                  <a:lnTo>
                    <a:pt x="2860060" y="545024"/>
                  </a:lnTo>
                  <a:lnTo>
                    <a:pt x="2907565" y="478194"/>
                  </a:lnTo>
                  <a:lnTo>
                    <a:pt x="2957597" y="417908"/>
                  </a:lnTo>
                  <a:lnTo>
                    <a:pt x="3010827" y="363522"/>
                  </a:lnTo>
                  <a:lnTo>
                    <a:pt x="3067906" y="314387"/>
                  </a:lnTo>
                  <a:lnTo>
                    <a:pt x="3129416" y="269906"/>
                  </a:lnTo>
                  <a:lnTo>
                    <a:pt x="3195797" y="229564"/>
                  </a:lnTo>
                  <a:lnTo>
                    <a:pt x="3267261" y="192948"/>
                  </a:lnTo>
                  <a:lnTo>
                    <a:pt x="3343685" y="159756"/>
                  </a:lnTo>
                  <a:lnTo>
                    <a:pt x="3424478" y="129798"/>
                  </a:lnTo>
                  <a:lnTo>
                    <a:pt x="3508466" y="102991"/>
                  </a:lnTo>
                  <a:lnTo>
                    <a:pt x="3593803" y="79341"/>
                  </a:lnTo>
                  <a:lnTo>
                    <a:pt x="3677978" y="58906"/>
                  </a:lnTo>
                  <a:lnTo>
                    <a:pt x="3757960" y="41755"/>
                  </a:lnTo>
                  <a:lnTo>
                    <a:pt x="3830512" y="27908"/>
                  </a:lnTo>
                  <a:lnTo>
                    <a:pt x="3892650" y="17282"/>
                  </a:lnTo>
                  <a:lnTo>
                    <a:pt x="3942162" y="9653"/>
                  </a:lnTo>
                  <a:lnTo>
                    <a:pt x="3978059" y="4646"/>
                  </a:lnTo>
                  <a:lnTo>
                    <a:pt x="4000822" y="1760"/>
                  </a:lnTo>
                  <a:lnTo>
                    <a:pt x="4012419" y="420"/>
                  </a:lnTo>
                  <a:lnTo>
                    <a:pt x="4016147" y="25"/>
                  </a:lnTo>
                  <a:lnTo>
                    <a:pt x="4016409" y="0"/>
                  </a:lnTo>
                  <a:lnTo>
                    <a:pt x="4538543" y="0"/>
                  </a:lnTo>
                  <a:lnTo>
                    <a:pt x="4539794" y="32"/>
                  </a:lnTo>
                  <a:lnTo>
                    <a:pt x="4547973" y="265"/>
                  </a:lnTo>
                  <a:lnTo>
                    <a:pt x="4568432" y="909"/>
                  </a:lnTo>
                  <a:lnTo>
                    <a:pt x="4604601" y="2174"/>
                  </a:lnTo>
                  <a:lnTo>
                    <a:pt x="4657682" y="4245"/>
                  </a:lnTo>
                  <a:lnTo>
                    <a:pt x="4726584" y="7263"/>
                  </a:lnTo>
                  <a:lnTo>
                    <a:pt x="4808302" y="11310"/>
                  </a:lnTo>
                  <a:lnTo>
                    <a:pt x="4898665" y="16410"/>
                  </a:lnTo>
                  <a:lnTo>
                    <a:pt x="4993218" y="22553"/>
                  </a:lnTo>
                  <a:lnTo>
                    <a:pt x="5087968" y="29713"/>
                  </a:lnTo>
                  <a:lnTo>
                    <a:pt x="5179828" y="37877"/>
                  </a:lnTo>
                  <a:lnTo>
                    <a:pt x="5266757" y="47059"/>
                  </a:lnTo>
                  <a:lnTo>
                    <a:pt x="5347676" y="57314"/>
                  </a:lnTo>
                  <a:lnTo>
                    <a:pt x="5422280" y="68739"/>
                  </a:lnTo>
                  <a:lnTo>
                    <a:pt x="5490816" y="81477"/>
                  </a:lnTo>
                  <a:lnTo>
                    <a:pt x="5553893" y="95712"/>
                  </a:lnTo>
                  <a:lnTo>
                    <a:pt x="5612327" y="111659"/>
                  </a:lnTo>
                  <a:lnTo>
                    <a:pt x="5667033" y="129549"/>
                  </a:lnTo>
                  <a:lnTo>
                    <a:pt x="5718933" y="149602"/>
                  </a:lnTo>
                  <a:lnTo>
                    <a:pt x="5768881" y="171978"/>
                  </a:lnTo>
                  <a:lnTo>
                    <a:pt x="5784835" y="179768"/>
                  </a:lnTo>
                  <a:lnTo>
                    <a:pt x="5833774" y="205551"/>
                  </a:lnTo>
                  <a:lnTo>
                    <a:pt x="5882235" y="233804"/>
                  </a:lnTo>
                  <a:lnTo>
                    <a:pt x="5930672" y="264568"/>
                  </a:lnTo>
                  <a:lnTo>
                    <a:pt x="5979402" y="297810"/>
                  </a:lnTo>
                  <a:lnTo>
                    <a:pt x="6028630" y="333416"/>
                  </a:lnTo>
                  <a:lnTo>
                    <a:pt x="6078453" y="371183"/>
                  </a:lnTo>
                  <a:lnTo>
                    <a:pt x="6128878" y="410820"/>
                  </a:lnTo>
                  <a:lnTo>
                    <a:pt x="6179835" y="451953"/>
                  </a:lnTo>
                  <a:lnTo>
                    <a:pt x="6231187" y="494136"/>
                  </a:lnTo>
                  <a:lnTo>
                    <a:pt x="6282754" y="536875"/>
                  </a:lnTo>
                  <a:lnTo>
                    <a:pt x="6334334" y="579643"/>
                  </a:lnTo>
                  <a:lnTo>
                    <a:pt x="6385720" y="621916"/>
                  </a:lnTo>
                  <a:lnTo>
                    <a:pt x="6436729" y="663191"/>
                  </a:lnTo>
                  <a:lnTo>
                    <a:pt x="6487220" y="703018"/>
                  </a:lnTo>
                  <a:lnTo>
                    <a:pt x="6537112" y="741013"/>
                  </a:lnTo>
                  <a:lnTo>
                    <a:pt x="6586404" y="776876"/>
                  </a:lnTo>
                  <a:lnTo>
                    <a:pt x="6635183" y="810393"/>
                  </a:lnTo>
                  <a:lnTo>
                    <a:pt x="6683639" y="841441"/>
                  </a:lnTo>
                  <a:lnTo>
                    <a:pt x="6732077" y="869978"/>
                  </a:lnTo>
                  <a:lnTo>
                    <a:pt x="6780935" y="896038"/>
                  </a:lnTo>
                  <a:lnTo>
                    <a:pt x="6786527" y="898841"/>
                  </a:lnTo>
                  <a:lnTo>
                    <a:pt x="6836002" y="921986"/>
                  </a:lnTo>
                  <a:lnTo>
                    <a:pt x="6887178" y="942782"/>
                  </a:lnTo>
                  <a:lnTo>
                    <a:pt x="6940872" y="961354"/>
                  </a:lnTo>
                  <a:lnTo>
                    <a:pt x="6997991" y="977907"/>
                  </a:lnTo>
                  <a:lnTo>
                    <a:pt x="7059461" y="992674"/>
                  </a:lnTo>
                  <a:lnTo>
                    <a:pt x="7126141" y="1005878"/>
                  </a:lnTo>
                  <a:lnTo>
                    <a:pt x="7198723" y="1017712"/>
                  </a:lnTo>
                  <a:lnTo>
                    <a:pt x="7277590" y="1028335"/>
                  </a:lnTo>
                  <a:lnTo>
                    <a:pt x="7362639" y="1037858"/>
                  </a:lnTo>
                  <a:lnTo>
                    <a:pt x="7453069" y="1046349"/>
                  </a:lnTo>
                  <a:lnTo>
                    <a:pt x="7547167" y="1053837"/>
                  </a:lnTo>
                  <a:lnTo>
                    <a:pt x="7642185" y="1060313"/>
                  </a:lnTo>
                  <a:lnTo>
                    <a:pt x="7734390" y="1065755"/>
                  </a:lnTo>
                  <a:lnTo>
                    <a:pt x="7819410" y="1070144"/>
                  </a:lnTo>
                  <a:lnTo>
                    <a:pt x="7892886" y="1073491"/>
                  </a:lnTo>
                  <a:lnTo>
                    <a:pt x="7951339" y="1075858"/>
                  </a:lnTo>
                  <a:lnTo>
                    <a:pt x="7992992" y="1077366"/>
                  </a:lnTo>
                  <a:lnTo>
                    <a:pt x="8018289" y="1078190"/>
                  </a:lnTo>
                  <a:lnTo>
                    <a:pt x="8029962" y="1078533"/>
                  </a:lnTo>
                  <a:lnTo>
                    <a:pt x="8032774" y="1078608"/>
                  </a:lnTo>
                  <a:lnTo>
                    <a:pt x="8032819" y="1078609"/>
                  </a:lnTo>
                  <a:lnTo>
                    <a:pt x="8554953" y="1078609"/>
                  </a:lnTo>
                  <a:lnTo>
                    <a:pt x="8554953" y="1078609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663" name="pl1663"/>
            <p:cNvSpPr/>
            <p:nvPr/>
          </p:nvSpPr>
          <p:spPr>
            <a:xfrm>
              <a:off x="386606" y="948364"/>
              <a:ext cx="8554953" cy="4201495"/>
            </a:xfrm>
            <a:custGeom>
              <a:avLst/>
              <a:pathLst>
                <a:path w="8554953" h="4201495">
                  <a:moveTo>
                    <a:pt x="8554953" y="1078609"/>
                  </a:moveTo>
                  <a:lnTo>
                    <a:pt x="8032819" y="1078609"/>
                  </a:lnTo>
                  <a:lnTo>
                    <a:pt x="8031568" y="1078577"/>
                  </a:lnTo>
                  <a:lnTo>
                    <a:pt x="8023389" y="1078344"/>
                  </a:lnTo>
                  <a:lnTo>
                    <a:pt x="8002930" y="1077700"/>
                  </a:lnTo>
                  <a:lnTo>
                    <a:pt x="7966761" y="1076435"/>
                  </a:lnTo>
                  <a:lnTo>
                    <a:pt x="7913680" y="1074364"/>
                  </a:lnTo>
                  <a:lnTo>
                    <a:pt x="7844778" y="1071345"/>
                  </a:lnTo>
                  <a:lnTo>
                    <a:pt x="7763060" y="1067299"/>
                  </a:lnTo>
                  <a:lnTo>
                    <a:pt x="7672697" y="1062199"/>
                  </a:lnTo>
                  <a:lnTo>
                    <a:pt x="7578144" y="1056056"/>
                  </a:lnTo>
                  <a:lnTo>
                    <a:pt x="7483394" y="1048895"/>
                  </a:lnTo>
                  <a:lnTo>
                    <a:pt x="7391534" y="1040732"/>
                  </a:lnTo>
                  <a:lnTo>
                    <a:pt x="7304605" y="1031549"/>
                  </a:lnTo>
                  <a:lnTo>
                    <a:pt x="7223686" y="1021295"/>
                  </a:lnTo>
                  <a:lnTo>
                    <a:pt x="7149082" y="1009870"/>
                  </a:lnTo>
                  <a:lnTo>
                    <a:pt x="7080546" y="997131"/>
                  </a:lnTo>
                  <a:lnTo>
                    <a:pt x="7017469" y="982897"/>
                  </a:lnTo>
                  <a:lnTo>
                    <a:pt x="6959035" y="966950"/>
                  </a:lnTo>
                  <a:lnTo>
                    <a:pt x="6904329" y="949060"/>
                  </a:lnTo>
                  <a:lnTo>
                    <a:pt x="6852429" y="929007"/>
                  </a:lnTo>
                  <a:lnTo>
                    <a:pt x="6802481" y="906631"/>
                  </a:lnTo>
                  <a:lnTo>
                    <a:pt x="6786527" y="898841"/>
                  </a:lnTo>
                  <a:lnTo>
                    <a:pt x="6737588" y="873057"/>
                  </a:lnTo>
                  <a:lnTo>
                    <a:pt x="6689126" y="844804"/>
                  </a:lnTo>
                  <a:lnTo>
                    <a:pt x="6640690" y="814040"/>
                  </a:lnTo>
                  <a:lnTo>
                    <a:pt x="6591960" y="780798"/>
                  </a:lnTo>
                  <a:lnTo>
                    <a:pt x="6542732" y="745193"/>
                  </a:lnTo>
                  <a:lnTo>
                    <a:pt x="6492909" y="707426"/>
                  </a:lnTo>
                  <a:lnTo>
                    <a:pt x="6442484" y="667789"/>
                  </a:lnTo>
                  <a:lnTo>
                    <a:pt x="6391527" y="626656"/>
                  </a:lnTo>
                  <a:lnTo>
                    <a:pt x="6340175" y="584472"/>
                  </a:lnTo>
                  <a:lnTo>
                    <a:pt x="6288608" y="541734"/>
                  </a:lnTo>
                  <a:lnTo>
                    <a:pt x="6237028" y="498965"/>
                  </a:lnTo>
                  <a:lnTo>
                    <a:pt x="6185642" y="456693"/>
                  </a:lnTo>
                  <a:lnTo>
                    <a:pt x="6134633" y="415418"/>
                  </a:lnTo>
                  <a:lnTo>
                    <a:pt x="6084142" y="375591"/>
                  </a:lnTo>
                  <a:lnTo>
                    <a:pt x="6034250" y="337596"/>
                  </a:lnTo>
                  <a:lnTo>
                    <a:pt x="5984958" y="301733"/>
                  </a:lnTo>
                  <a:lnTo>
                    <a:pt x="5936179" y="268215"/>
                  </a:lnTo>
                  <a:lnTo>
                    <a:pt x="5887723" y="237167"/>
                  </a:lnTo>
                  <a:lnTo>
                    <a:pt x="5839285" y="208630"/>
                  </a:lnTo>
                  <a:lnTo>
                    <a:pt x="5790427" y="182571"/>
                  </a:lnTo>
                  <a:lnTo>
                    <a:pt x="5784835" y="179768"/>
                  </a:lnTo>
                  <a:lnTo>
                    <a:pt x="5735360" y="156623"/>
                  </a:lnTo>
                  <a:lnTo>
                    <a:pt x="5684183" y="135826"/>
                  </a:lnTo>
                  <a:lnTo>
                    <a:pt x="5630490" y="117255"/>
                  </a:lnTo>
                  <a:lnTo>
                    <a:pt x="5573371" y="100702"/>
                  </a:lnTo>
                  <a:lnTo>
                    <a:pt x="5511901" y="85935"/>
                  </a:lnTo>
                  <a:lnTo>
                    <a:pt x="5445221" y="72731"/>
                  </a:lnTo>
                  <a:lnTo>
                    <a:pt x="5372639" y="60896"/>
                  </a:lnTo>
                  <a:lnTo>
                    <a:pt x="5293772" y="50274"/>
                  </a:lnTo>
                  <a:lnTo>
                    <a:pt x="5208723" y="40751"/>
                  </a:lnTo>
                  <a:lnTo>
                    <a:pt x="5118293" y="32259"/>
                  </a:lnTo>
                  <a:lnTo>
                    <a:pt x="5024195" y="24772"/>
                  </a:lnTo>
                  <a:lnTo>
                    <a:pt x="4929177" y="18296"/>
                  </a:lnTo>
                  <a:lnTo>
                    <a:pt x="4836972" y="12854"/>
                  </a:lnTo>
                  <a:lnTo>
                    <a:pt x="4751952" y="8465"/>
                  </a:lnTo>
                  <a:lnTo>
                    <a:pt x="4678476" y="5118"/>
                  </a:lnTo>
                  <a:lnTo>
                    <a:pt x="4620023" y="2751"/>
                  </a:lnTo>
                  <a:lnTo>
                    <a:pt x="4578370" y="1243"/>
                  </a:lnTo>
                  <a:lnTo>
                    <a:pt x="4553073" y="419"/>
                  </a:lnTo>
                  <a:lnTo>
                    <a:pt x="4541399" y="76"/>
                  </a:lnTo>
                  <a:lnTo>
                    <a:pt x="4538588" y="1"/>
                  </a:lnTo>
                  <a:lnTo>
                    <a:pt x="4538543" y="0"/>
                  </a:lnTo>
                  <a:lnTo>
                    <a:pt x="4016409" y="0"/>
                  </a:lnTo>
                  <a:lnTo>
                    <a:pt x="4015501" y="91"/>
                  </a:lnTo>
                  <a:lnTo>
                    <a:pt x="4009516" y="744"/>
                  </a:lnTo>
                  <a:lnTo>
                    <a:pt x="3994394" y="2547"/>
                  </a:lnTo>
                  <a:lnTo>
                    <a:pt x="3967270" y="6098"/>
                  </a:lnTo>
                  <a:lnTo>
                    <a:pt x="3926676" y="11955"/>
                  </a:lnTo>
                  <a:lnTo>
                    <a:pt x="3872648" y="20578"/>
                  </a:lnTo>
                  <a:lnTo>
                    <a:pt x="3806635" y="32292"/>
                  </a:lnTo>
                  <a:lnTo>
                    <a:pt x="3731172" y="47271"/>
                  </a:lnTo>
                  <a:lnTo>
                    <a:pt x="3649387" y="65555"/>
                  </a:lnTo>
                  <a:lnTo>
                    <a:pt x="3564493" y="87102"/>
                  </a:lnTo>
                  <a:lnTo>
                    <a:pt x="3479368" y="111842"/>
                  </a:lnTo>
                  <a:lnTo>
                    <a:pt x="3396304" y="139727"/>
                  </a:lnTo>
                  <a:lnTo>
                    <a:pt x="3316911" y="170781"/>
                  </a:lnTo>
                  <a:lnTo>
                    <a:pt x="3242150" y="205122"/>
                  </a:lnTo>
                  <a:lnTo>
                    <a:pt x="3172436" y="242978"/>
                  </a:lnTo>
                  <a:lnTo>
                    <a:pt x="3107766" y="284689"/>
                  </a:lnTo>
                  <a:lnTo>
                    <a:pt x="3047835" y="330705"/>
                  </a:lnTo>
                  <a:lnTo>
                    <a:pt x="2992148" y="381571"/>
                  </a:lnTo>
                  <a:lnTo>
                    <a:pt x="2940091" y="437909"/>
                  </a:lnTo>
                  <a:lnTo>
                    <a:pt x="2891002" y="500372"/>
                  </a:lnTo>
                  <a:lnTo>
                    <a:pt x="2844213" y="569583"/>
                  </a:lnTo>
                  <a:lnTo>
                    <a:pt x="2799097" y="646024"/>
                  </a:lnTo>
                  <a:lnTo>
                    <a:pt x="2770117" y="700249"/>
                  </a:lnTo>
                  <a:lnTo>
                    <a:pt x="2738526" y="763825"/>
                  </a:lnTo>
                  <a:lnTo>
                    <a:pt x="2707211" y="831343"/>
                  </a:lnTo>
                  <a:lnTo>
                    <a:pt x="2676032" y="902885"/>
                  </a:lnTo>
                  <a:lnTo>
                    <a:pt x="2644871" y="978485"/>
                  </a:lnTo>
                  <a:lnTo>
                    <a:pt x="2613635" y="1058131"/>
                  </a:lnTo>
                  <a:lnTo>
                    <a:pt x="2582253" y="1141757"/>
                  </a:lnTo>
                  <a:lnTo>
                    <a:pt x="2550672" y="1229239"/>
                  </a:lnTo>
                  <a:lnTo>
                    <a:pt x="2518857" y="1320398"/>
                  </a:lnTo>
                  <a:lnTo>
                    <a:pt x="2486791" y="1414991"/>
                  </a:lnTo>
                  <a:lnTo>
                    <a:pt x="2454470" y="1512718"/>
                  </a:lnTo>
                  <a:lnTo>
                    <a:pt x="2421908" y="1613222"/>
                  </a:lnTo>
                  <a:lnTo>
                    <a:pt x="2389129" y="1716091"/>
                  </a:lnTo>
                  <a:lnTo>
                    <a:pt x="2356166" y="1820869"/>
                  </a:lnTo>
                  <a:lnTo>
                    <a:pt x="2323065" y="1927059"/>
                  </a:lnTo>
                  <a:lnTo>
                    <a:pt x="2289875" y="2034135"/>
                  </a:lnTo>
                  <a:lnTo>
                    <a:pt x="2256651" y="2141553"/>
                  </a:lnTo>
                  <a:lnTo>
                    <a:pt x="2223448" y="2248762"/>
                  </a:lnTo>
                  <a:lnTo>
                    <a:pt x="2190320" y="2355214"/>
                  </a:lnTo>
                  <a:lnTo>
                    <a:pt x="2157321" y="2460377"/>
                  </a:lnTo>
                  <a:lnTo>
                    <a:pt x="2124493" y="2563748"/>
                  </a:lnTo>
                  <a:lnTo>
                    <a:pt x="2091876" y="2664860"/>
                  </a:lnTo>
                  <a:lnTo>
                    <a:pt x="2059496" y="2763289"/>
                  </a:lnTo>
                  <a:lnTo>
                    <a:pt x="2027369" y="2858665"/>
                  </a:lnTo>
                  <a:lnTo>
                    <a:pt x="1995494" y="2950673"/>
                  </a:lnTo>
                  <a:lnTo>
                    <a:pt x="1963859" y="3039058"/>
                  </a:lnTo>
                  <a:lnTo>
                    <a:pt x="1932433" y="3123624"/>
                  </a:lnTo>
                  <a:lnTo>
                    <a:pt x="1901169" y="3204235"/>
                  </a:lnTo>
                  <a:lnTo>
                    <a:pt x="1869997" y="3280810"/>
                  </a:lnTo>
                  <a:lnTo>
                    <a:pt x="1838832" y="3353326"/>
                  </a:lnTo>
                  <a:lnTo>
                    <a:pt x="1807562" y="3421806"/>
                  </a:lnTo>
                  <a:lnTo>
                    <a:pt x="1776051" y="3486320"/>
                  </a:lnTo>
                  <a:lnTo>
                    <a:pt x="1768425" y="3501246"/>
                  </a:lnTo>
                  <a:lnTo>
                    <a:pt x="1724107" y="3582551"/>
                  </a:lnTo>
                  <a:lnTo>
                    <a:pt x="1678482" y="3656470"/>
                  </a:lnTo>
                  <a:lnTo>
                    <a:pt x="1630977" y="3723300"/>
                  </a:lnTo>
                  <a:lnTo>
                    <a:pt x="1580945" y="3783587"/>
                  </a:lnTo>
                  <a:lnTo>
                    <a:pt x="1527716" y="3837973"/>
                  </a:lnTo>
                  <a:lnTo>
                    <a:pt x="1470636" y="3887107"/>
                  </a:lnTo>
                  <a:lnTo>
                    <a:pt x="1409126" y="3931588"/>
                  </a:lnTo>
                  <a:lnTo>
                    <a:pt x="1342745" y="3971930"/>
                  </a:lnTo>
                  <a:lnTo>
                    <a:pt x="1271281" y="4008546"/>
                  </a:lnTo>
                  <a:lnTo>
                    <a:pt x="1194857" y="4041739"/>
                  </a:lnTo>
                  <a:lnTo>
                    <a:pt x="1114064" y="4071696"/>
                  </a:lnTo>
                  <a:lnTo>
                    <a:pt x="1030076" y="4098503"/>
                  </a:lnTo>
                  <a:lnTo>
                    <a:pt x="944739" y="4122154"/>
                  </a:lnTo>
                  <a:lnTo>
                    <a:pt x="860564" y="4142589"/>
                  </a:lnTo>
                  <a:lnTo>
                    <a:pt x="780582" y="4159740"/>
                  </a:lnTo>
                  <a:lnTo>
                    <a:pt x="708030" y="4173586"/>
                  </a:lnTo>
                  <a:lnTo>
                    <a:pt x="645893" y="4184212"/>
                  </a:lnTo>
                  <a:lnTo>
                    <a:pt x="596380" y="4191842"/>
                  </a:lnTo>
                  <a:lnTo>
                    <a:pt x="560483" y="4196849"/>
                  </a:lnTo>
                  <a:lnTo>
                    <a:pt x="537721" y="4199734"/>
                  </a:lnTo>
                  <a:lnTo>
                    <a:pt x="526123" y="4201074"/>
                  </a:lnTo>
                  <a:lnTo>
                    <a:pt x="522395" y="4201469"/>
                  </a:lnTo>
                  <a:lnTo>
                    <a:pt x="522133" y="4201495"/>
                  </a:lnTo>
                  <a:lnTo>
                    <a:pt x="0" y="4201495"/>
                  </a:lnTo>
                  <a:lnTo>
                    <a:pt x="0" y="4201495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664" name="pg1664"/>
            <p:cNvSpPr/>
            <p:nvPr/>
          </p:nvSpPr>
          <p:spPr>
            <a:xfrm>
              <a:off x="386606" y="1021777"/>
              <a:ext cx="8554953" cy="4145023"/>
            </a:xfrm>
            <a:custGeom>
              <a:avLst/>
              <a:pathLst>
                <a:path w="8554953" h="4145023">
                  <a:moveTo>
                    <a:pt x="0" y="4145023"/>
                  </a:moveTo>
                  <a:lnTo>
                    <a:pt x="522133" y="4145023"/>
                  </a:lnTo>
                  <a:lnTo>
                    <a:pt x="523046" y="4144932"/>
                  </a:lnTo>
                  <a:lnTo>
                    <a:pt x="529060" y="4144286"/>
                  </a:lnTo>
                  <a:lnTo>
                    <a:pt x="544254" y="4142501"/>
                  </a:lnTo>
                  <a:lnTo>
                    <a:pt x="571501" y="4138984"/>
                  </a:lnTo>
                  <a:lnTo>
                    <a:pt x="612268" y="4133185"/>
                  </a:lnTo>
                  <a:lnTo>
                    <a:pt x="666507" y="4124647"/>
                  </a:lnTo>
                  <a:lnTo>
                    <a:pt x="732750" y="4113052"/>
                  </a:lnTo>
                  <a:lnTo>
                    <a:pt x="808441" y="4098229"/>
                  </a:lnTo>
                  <a:lnTo>
                    <a:pt x="890431" y="4080138"/>
                  </a:lnTo>
                  <a:lnTo>
                    <a:pt x="975494" y="4058822"/>
                  </a:lnTo>
                  <a:lnTo>
                    <a:pt x="1060743" y="4034352"/>
                  </a:lnTo>
                  <a:lnTo>
                    <a:pt x="1143889" y="4006772"/>
                  </a:lnTo>
                  <a:lnTo>
                    <a:pt x="1223327" y="3976059"/>
                  </a:lnTo>
                  <a:lnTo>
                    <a:pt x="1298101" y="3942092"/>
                  </a:lnTo>
                  <a:lnTo>
                    <a:pt x="1367807" y="3904644"/>
                  </a:lnTo>
                  <a:lnTo>
                    <a:pt x="1432458" y="3863375"/>
                  </a:lnTo>
                  <a:lnTo>
                    <a:pt x="1492364" y="3817837"/>
                  </a:lnTo>
                  <a:lnTo>
                    <a:pt x="1548029" y="3767487"/>
                  </a:lnTo>
                  <a:lnTo>
                    <a:pt x="1600070" y="3711709"/>
                  </a:lnTo>
                  <a:lnTo>
                    <a:pt x="1649155" y="3649855"/>
                  </a:lnTo>
                  <a:lnTo>
                    <a:pt x="1695956" y="3581311"/>
                  </a:lnTo>
                  <a:lnTo>
                    <a:pt x="1741098" y="3505609"/>
                  </a:lnTo>
                  <a:lnTo>
                    <a:pt x="1768425" y="3455127"/>
                  </a:lnTo>
                  <a:lnTo>
                    <a:pt x="1800224" y="3392064"/>
                  </a:lnTo>
                  <a:lnTo>
                    <a:pt x="1831744" y="3325064"/>
                  </a:lnTo>
                  <a:lnTo>
                    <a:pt x="1863129" y="3254048"/>
                  </a:lnTo>
                  <a:lnTo>
                    <a:pt x="1894496" y="3178979"/>
                  </a:lnTo>
                  <a:lnTo>
                    <a:pt x="1925942" y="3099873"/>
                  </a:lnTo>
                  <a:lnTo>
                    <a:pt x="1957538" y="3016798"/>
                  </a:lnTo>
                  <a:lnTo>
                    <a:pt x="1989338" y="2929878"/>
                  </a:lnTo>
                  <a:lnTo>
                    <a:pt x="2021375" y="2839298"/>
                  </a:lnTo>
                  <a:lnTo>
                    <a:pt x="2053668" y="2745304"/>
                  </a:lnTo>
                  <a:lnTo>
                    <a:pt x="2086218" y="2648201"/>
                  </a:lnTo>
                  <a:lnTo>
                    <a:pt x="2119012" y="2548352"/>
                  </a:lnTo>
                  <a:lnTo>
                    <a:pt x="2152024" y="2446174"/>
                  </a:lnTo>
                  <a:lnTo>
                    <a:pt x="2185217" y="2342128"/>
                  </a:lnTo>
                  <a:lnTo>
                    <a:pt x="2218547" y="2236716"/>
                  </a:lnTo>
                  <a:lnTo>
                    <a:pt x="2251962" y="2130470"/>
                  </a:lnTo>
                  <a:lnTo>
                    <a:pt x="2285407" y="2023936"/>
                  </a:lnTo>
                  <a:lnTo>
                    <a:pt x="2318824" y="1917670"/>
                  </a:lnTo>
                  <a:lnTo>
                    <a:pt x="2352158" y="1812220"/>
                  </a:lnTo>
                  <a:lnTo>
                    <a:pt x="2385357" y="1708117"/>
                  </a:lnTo>
                  <a:lnTo>
                    <a:pt x="2418376" y="1605865"/>
                  </a:lnTo>
                  <a:lnTo>
                    <a:pt x="2451178" y="1505927"/>
                  </a:lnTo>
                  <a:lnTo>
                    <a:pt x="2483736" y="1408721"/>
                  </a:lnTo>
                  <a:lnTo>
                    <a:pt x="2516038" y="1314613"/>
                  </a:lnTo>
                  <a:lnTo>
                    <a:pt x="2548085" y="1223909"/>
                  </a:lnTo>
                  <a:lnTo>
                    <a:pt x="2579892" y="1136857"/>
                  </a:lnTo>
                  <a:lnTo>
                    <a:pt x="2611495" y="1053644"/>
                  </a:lnTo>
                  <a:lnTo>
                    <a:pt x="2642944" y="974397"/>
                  </a:lnTo>
                  <a:lnTo>
                    <a:pt x="2674314" y="899187"/>
                  </a:lnTo>
                  <a:lnTo>
                    <a:pt x="2705696" y="828028"/>
                  </a:lnTo>
                  <a:lnTo>
                    <a:pt x="2737209" y="760889"/>
                  </a:lnTo>
                  <a:lnTo>
                    <a:pt x="2768995" y="697690"/>
                  </a:lnTo>
                  <a:lnTo>
                    <a:pt x="2770117" y="695543"/>
                  </a:lnTo>
                  <a:lnTo>
                    <a:pt x="2814511" y="615310"/>
                  </a:lnTo>
                  <a:lnTo>
                    <a:pt x="2860217" y="542379"/>
                  </a:lnTo>
                  <a:lnTo>
                    <a:pt x="2907812" y="476454"/>
                  </a:lnTo>
                  <a:lnTo>
                    <a:pt x="2957945" y="416995"/>
                  </a:lnTo>
                  <a:lnTo>
                    <a:pt x="3011292" y="363364"/>
                  </a:lnTo>
                  <a:lnTo>
                    <a:pt x="3068507" y="314920"/>
                  </a:lnTo>
                  <a:lnTo>
                    <a:pt x="3130173" y="271070"/>
                  </a:lnTo>
                  <a:lnTo>
                    <a:pt x="3196729" y="231306"/>
                  </a:lnTo>
                  <a:lnTo>
                    <a:pt x="3268388" y="195221"/>
                  </a:lnTo>
                  <a:lnTo>
                    <a:pt x="3345016" y="162516"/>
                  </a:lnTo>
                  <a:lnTo>
                    <a:pt x="3426015" y="133007"/>
                  </a:lnTo>
                  <a:lnTo>
                    <a:pt x="3510191" y="106612"/>
                  </a:lnTo>
                  <a:lnTo>
                    <a:pt x="3595675" y="83338"/>
                  </a:lnTo>
                  <a:lnTo>
                    <a:pt x="3679932" y="63244"/>
                  </a:lnTo>
                  <a:lnTo>
                    <a:pt x="3759905" y="46399"/>
                  </a:lnTo>
                  <a:lnTo>
                    <a:pt x="3832342" y="32818"/>
                  </a:lnTo>
                  <a:lnTo>
                    <a:pt x="3894256" y="22418"/>
                  </a:lnTo>
                  <a:lnTo>
                    <a:pt x="3943456" y="14971"/>
                  </a:lnTo>
                  <a:lnTo>
                    <a:pt x="3978987" y="10103"/>
                  </a:lnTo>
                  <a:lnTo>
                    <a:pt x="4001381" y="7315"/>
                  </a:lnTo>
                  <a:lnTo>
                    <a:pt x="4012663" y="6035"/>
                  </a:lnTo>
                  <a:lnTo>
                    <a:pt x="4016189" y="5668"/>
                  </a:lnTo>
                  <a:lnTo>
                    <a:pt x="4016409" y="5647"/>
                  </a:lnTo>
                  <a:lnTo>
                    <a:pt x="4538543" y="5647"/>
                  </a:lnTo>
                  <a:lnTo>
                    <a:pt x="4539753" y="5703"/>
                  </a:lnTo>
                  <a:lnTo>
                    <a:pt x="4547677" y="6108"/>
                  </a:lnTo>
                  <a:lnTo>
                    <a:pt x="4567517" y="7226"/>
                  </a:lnTo>
                  <a:lnTo>
                    <a:pt x="4602650" y="9422"/>
                  </a:lnTo>
                  <a:lnTo>
                    <a:pt x="4654324" y="13024"/>
                  </a:lnTo>
                  <a:lnTo>
                    <a:pt x="4721588" y="18277"/>
                  </a:lnTo>
                  <a:lnTo>
                    <a:pt x="4801629" y="25330"/>
                  </a:lnTo>
                  <a:lnTo>
                    <a:pt x="4890462" y="34233"/>
                  </a:lnTo>
                  <a:lnTo>
                    <a:pt x="4983767" y="44971"/>
                  </a:lnTo>
                  <a:lnTo>
                    <a:pt x="5077615" y="57501"/>
                  </a:lnTo>
                  <a:lnTo>
                    <a:pt x="5168918" y="71793"/>
                  </a:lnTo>
                  <a:lnTo>
                    <a:pt x="5255585" y="87868"/>
                  </a:lnTo>
                  <a:lnTo>
                    <a:pt x="5336464" y="105808"/>
                  </a:lnTo>
                  <a:lnTo>
                    <a:pt x="5411171" y="125775"/>
                  </a:lnTo>
                  <a:lnTo>
                    <a:pt x="5479877" y="148006"/>
                  </a:lnTo>
                  <a:lnTo>
                    <a:pt x="5543127" y="172807"/>
                  </a:lnTo>
                  <a:lnTo>
                    <a:pt x="5601686" y="200545"/>
                  </a:lnTo>
                  <a:lnTo>
                    <a:pt x="5656428" y="231619"/>
                  </a:lnTo>
                  <a:lnTo>
                    <a:pt x="5708248" y="266422"/>
                  </a:lnTo>
                  <a:lnTo>
                    <a:pt x="5757995" y="305261"/>
                  </a:lnTo>
                  <a:lnTo>
                    <a:pt x="5784835" y="328477"/>
                  </a:lnTo>
                  <a:lnTo>
                    <a:pt x="5827383" y="368446"/>
                  </a:lnTo>
                  <a:lnTo>
                    <a:pt x="5869520" y="411749"/>
                  </a:lnTo>
                  <a:lnTo>
                    <a:pt x="5911561" y="458450"/>
                  </a:lnTo>
                  <a:lnTo>
                    <a:pt x="5953742" y="508541"/>
                  </a:lnTo>
                  <a:lnTo>
                    <a:pt x="5996229" y="561933"/>
                  </a:lnTo>
                  <a:lnTo>
                    <a:pt x="6039126" y="618450"/>
                  </a:lnTo>
                  <a:lnTo>
                    <a:pt x="6082482" y="677824"/>
                  </a:lnTo>
                  <a:lnTo>
                    <a:pt x="6126290" y="739697"/>
                  </a:lnTo>
                  <a:lnTo>
                    <a:pt x="6170504" y="803628"/>
                  </a:lnTo>
                  <a:lnTo>
                    <a:pt x="6215039" y="869100"/>
                  </a:lnTo>
                  <a:lnTo>
                    <a:pt x="6259783" y="935541"/>
                  </a:lnTo>
                  <a:lnTo>
                    <a:pt x="6304605" y="1002343"/>
                  </a:lnTo>
                  <a:lnTo>
                    <a:pt x="6349369" y="1068881"/>
                  </a:lnTo>
                  <a:lnTo>
                    <a:pt x="6393945" y="1134543"/>
                  </a:lnTo>
                  <a:lnTo>
                    <a:pt x="6438215" y="1198749"/>
                  </a:lnTo>
                  <a:lnTo>
                    <a:pt x="6482091" y="1260973"/>
                  </a:lnTo>
                  <a:lnTo>
                    <a:pt x="6525518" y="1320762"/>
                  </a:lnTo>
                  <a:lnTo>
                    <a:pt x="6568485" y="1377743"/>
                  </a:lnTo>
                  <a:lnTo>
                    <a:pt x="6611031" y="1431636"/>
                  </a:lnTo>
                  <a:lnTo>
                    <a:pt x="6653251" y="1482249"/>
                  </a:lnTo>
                  <a:lnTo>
                    <a:pt x="6695299" y="1529480"/>
                  </a:lnTo>
                  <a:lnTo>
                    <a:pt x="6737403" y="1573309"/>
                  </a:lnTo>
                  <a:lnTo>
                    <a:pt x="6779863" y="1613790"/>
                  </a:lnTo>
                  <a:lnTo>
                    <a:pt x="6786527" y="1619796"/>
                  </a:lnTo>
                  <a:lnTo>
                    <a:pt x="6835448" y="1660926"/>
                  </a:lnTo>
                  <a:lnTo>
                    <a:pt x="6886026" y="1697928"/>
                  </a:lnTo>
                  <a:lnTo>
                    <a:pt x="6939046" y="1731015"/>
                  </a:lnTo>
                  <a:lnTo>
                    <a:pt x="6995386" y="1760544"/>
                  </a:lnTo>
                  <a:lnTo>
                    <a:pt x="7055944" y="1786918"/>
                  </a:lnTo>
                  <a:lnTo>
                    <a:pt x="7121554" y="1810525"/>
                  </a:lnTo>
                  <a:lnTo>
                    <a:pt x="7192899" y="1831707"/>
                  </a:lnTo>
                  <a:lnTo>
                    <a:pt x="7270378" y="1850742"/>
                  </a:lnTo>
                  <a:lnTo>
                    <a:pt x="7353939" y="1867831"/>
                  </a:lnTo>
                  <a:lnTo>
                    <a:pt x="7442878" y="1883101"/>
                  </a:lnTo>
                  <a:lnTo>
                    <a:pt x="7535641" y="1896605"/>
                  </a:lnTo>
                  <a:lnTo>
                    <a:pt x="7629685" y="1908337"/>
                  </a:lnTo>
                  <a:lnTo>
                    <a:pt x="7721509" y="1918258"/>
                  </a:lnTo>
                  <a:lnTo>
                    <a:pt x="7806935" y="1926331"/>
                  </a:lnTo>
                  <a:lnTo>
                    <a:pt x="7881694" y="1932566"/>
                  </a:lnTo>
                  <a:lnTo>
                    <a:pt x="7942223" y="1937055"/>
                  </a:lnTo>
                  <a:lnTo>
                    <a:pt x="7986475" y="1939990"/>
                  </a:lnTo>
                  <a:lnTo>
                    <a:pt x="8014470" y="1941660"/>
                  </a:lnTo>
                  <a:lnTo>
                    <a:pt x="8028437" y="1942413"/>
                  </a:lnTo>
                  <a:lnTo>
                    <a:pt x="8032610" y="1942617"/>
                  </a:lnTo>
                  <a:lnTo>
                    <a:pt x="8032819" y="1942626"/>
                  </a:lnTo>
                  <a:lnTo>
                    <a:pt x="8554953" y="1942626"/>
                  </a:lnTo>
                  <a:lnTo>
                    <a:pt x="8554953" y="1936979"/>
                  </a:lnTo>
                  <a:lnTo>
                    <a:pt x="8032819" y="1936979"/>
                  </a:lnTo>
                  <a:lnTo>
                    <a:pt x="8031608" y="1936923"/>
                  </a:lnTo>
                  <a:lnTo>
                    <a:pt x="8023685" y="1936518"/>
                  </a:lnTo>
                  <a:lnTo>
                    <a:pt x="8003845" y="1935400"/>
                  </a:lnTo>
                  <a:lnTo>
                    <a:pt x="7968712" y="1933203"/>
                  </a:lnTo>
                  <a:lnTo>
                    <a:pt x="7917038" y="1929602"/>
                  </a:lnTo>
                  <a:lnTo>
                    <a:pt x="7849773" y="1924349"/>
                  </a:lnTo>
                  <a:lnTo>
                    <a:pt x="7769733" y="1917296"/>
                  </a:lnTo>
                  <a:lnTo>
                    <a:pt x="7680900" y="1908393"/>
                  </a:lnTo>
                  <a:lnTo>
                    <a:pt x="7587595" y="1897655"/>
                  </a:lnTo>
                  <a:lnTo>
                    <a:pt x="7493747" y="1885125"/>
                  </a:lnTo>
                  <a:lnTo>
                    <a:pt x="7402444" y="1870833"/>
                  </a:lnTo>
                  <a:lnTo>
                    <a:pt x="7315777" y="1854758"/>
                  </a:lnTo>
                  <a:lnTo>
                    <a:pt x="7234898" y="1836818"/>
                  </a:lnTo>
                  <a:lnTo>
                    <a:pt x="7160191" y="1816850"/>
                  </a:lnTo>
                  <a:lnTo>
                    <a:pt x="7091485" y="1794620"/>
                  </a:lnTo>
                  <a:lnTo>
                    <a:pt x="7028235" y="1769819"/>
                  </a:lnTo>
                  <a:lnTo>
                    <a:pt x="6969676" y="1742081"/>
                  </a:lnTo>
                  <a:lnTo>
                    <a:pt x="6914934" y="1711007"/>
                  </a:lnTo>
                  <a:lnTo>
                    <a:pt x="6863114" y="1676204"/>
                  </a:lnTo>
                  <a:lnTo>
                    <a:pt x="6813367" y="1637365"/>
                  </a:lnTo>
                  <a:lnTo>
                    <a:pt x="6786527" y="1614149"/>
                  </a:lnTo>
                  <a:lnTo>
                    <a:pt x="6743979" y="1574180"/>
                  </a:lnTo>
                  <a:lnTo>
                    <a:pt x="6701842" y="1530877"/>
                  </a:lnTo>
                  <a:lnTo>
                    <a:pt x="6659801" y="1484176"/>
                  </a:lnTo>
                  <a:lnTo>
                    <a:pt x="6617620" y="1434085"/>
                  </a:lnTo>
                  <a:lnTo>
                    <a:pt x="6575133" y="1380693"/>
                  </a:lnTo>
                  <a:lnTo>
                    <a:pt x="6532235" y="1324176"/>
                  </a:lnTo>
                  <a:lnTo>
                    <a:pt x="6488880" y="1264802"/>
                  </a:lnTo>
                  <a:lnTo>
                    <a:pt x="6445072" y="1202928"/>
                  </a:lnTo>
                  <a:lnTo>
                    <a:pt x="6400858" y="1138998"/>
                  </a:lnTo>
                  <a:lnTo>
                    <a:pt x="6356323" y="1073526"/>
                  </a:lnTo>
                  <a:lnTo>
                    <a:pt x="6311579" y="1007084"/>
                  </a:lnTo>
                  <a:lnTo>
                    <a:pt x="6266757" y="940283"/>
                  </a:lnTo>
                  <a:lnTo>
                    <a:pt x="6221992" y="873745"/>
                  </a:lnTo>
                  <a:lnTo>
                    <a:pt x="6177417" y="808083"/>
                  </a:lnTo>
                  <a:lnTo>
                    <a:pt x="6133147" y="743877"/>
                  </a:lnTo>
                  <a:lnTo>
                    <a:pt x="6089271" y="681653"/>
                  </a:lnTo>
                  <a:lnTo>
                    <a:pt x="6045844" y="621864"/>
                  </a:lnTo>
                  <a:lnTo>
                    <a:pt x="6002876" y="564883"/>
                  </a:lnTo>
                  <a:lnTo>
                    <a:pt x="5960331" y="510990"/>
                  </a:lnTo>
                  <a:lnTo>
                    <a:pt x="5918111" y="460377"/>
                  </a:lnTo>
                  <a:lnTo>
                    <a:pt x="5876063" y="413146"/>
                  </a:lnTo>
                  <a:lnTo>
                    <a:pt x="5833959" y="369317"/>
                  </a:lnTo>
                  <a:lnTo>
                    <a:pt x="5791499" y="328835"/>
                  </a:lnTo>
                  <a:lnTo>
                    <a:pt x="5784835" y="322829"/>
                  </a:lnTo>
                  <a:lnTo>
                    <a:pt x="5735914" y="281700"/>
                  </a:lnTo>
                  <a:lnTo>
                    <a:pt x="5685336" y="244698"/>
                  </a:lnTo>
                  <a:lnTo>
                    <a:pt x="5632316" y="211611"/>
                  </a:lnTo>
                  <a:lnTo>
                    <a:pt x="5575976" y="182082"/>
                  </a:lnTo>
                  <a:lnTo>
                    <a:pt x="5515418" y="155708"/>
                  </a:lnTo>
                  <a:lnTo>
                    <a:pt x="5449808" y="132101"/>
                  </a:lnTo>
                  <a:lnTo>
                    <a:pt x="5378463" y="110918"/>
                  </a:lnTo>
                  <a:lnTo>
                    <a:pt x="5300984" y="91884"/>
                  </a:lnTo>
                  <a:lnTo>
                    <a:pt x="5217423" y="74795"/>
                  </a:lnTo>
                  <a:lnTo>
                    <a:pt x="5128484" y="59525"/>
                  </a:lnTo>
                  <a:lnTo>
                    <a:pt x="5035721" y="46021"/>
                  </a:lnTo>
                  <a:lnTo>
                    <a:pt x="4941677" y="34289"/>
                  </a:lnTo>
                  <a:lnTo>
                    <a:pt x="4849853" y="24368"/>
                  </a:lnTo>
                  <a:lnTo>
                    <a:pt x="4764427" y="16295"/>
                  </a:lnTo>
                  <a:lnTo>
                    <a:pt x="4689668" y="10060"/>
                  </a:lnTo>
                  <a:lnTo>
                    <a:pt x="4629139" y="5571"/>
                  </a:lnTo>
                  <a:lnTo>
                    <a:pt x="4584887" y="2636"/>
                  </a:lnTo>
                  <a:lnTo>
                    <a:pt x="4556892" y="966"/>
                  </a:lnTo>
                  <a:lnTo>
                    <a:pt x="4542925" y="213"/>
                  </a:lnTo>
                  <a:lnTo>
                    <a:pt x="4538752" y="9"/>
                  </a:lnTo>
                  <a:lnTo>
                    <a:pt x="4538543" y="0"/>
                  </a:lnTo>
                  <a:lnTo>
                    <a:pt x="4016409" y="0"/>
                  </a:lnTo>
                  <a:lnTo>
                    <a:pt x="4015496" y="90"/>
                  </a:lnTo>
                  <a:lnTo>
                    <a:pt x="4009482" y="736"/>
                  </a:lnTo>
                  <a:lnTo>
                    <a:pt x="3994288" y="2522"/>
                  </a:lnTo>
                  <a:lnTo>
                    <a:pt x="3967042" y="6039"/>
                  </a:lnTo>
                  <a:lnTo>
                    <a:pt x="3926274" y="11838"/>
                  </a:lnTo>
                  <a:lnTo>
                    <a:pt x="3872035" y="20375"/>
                  </a:lnTo>
                  <a:lnTo>
                    <a:pt x="3805792" y="31970"/>
                  </a:lnTo>
                  <a:lnTo>
                    <a:pt x="3730101" y="46794"/>
                  </a:lnTo>
                  <a:lnTo>
                    <a:pt x="3648111" y="64885"/>
                  </a:lnTo>
                  <a:lnTo>
                    <a:pt x="3563049" y="86201"/>
                  </a:lnTo>
                  <a:lnTo>
                    <a:pt x="3477799" y="110671"/>
                  </a:lnTo>
                  <a:lnTo>
                    <a:pt x="3394653" y="138250"/>
                  </a:lnTo>
                  <a:lnTo>
                    <a:pt x="3315216" y="168964"/>
                  </a:lnTo>
                  <a:lnTo>
                    <a:pt x="3240441" y="202931"/>
                  </a:lnTo>
                  <a:lnTo>
                    <a:pt x="3170735" y="240379"/>
                  </a:lnTo>
                  <a:lnTo>
                    <a:pt x="3106084" y="281648"/>
                  </a:lnTo>
                  <a:lnTo>
                    <a:pt x="3046179" y="327186"/>
                  </a:lnTo>
                  <a:lnTo>
                    <a:pt x="2990514" y="377536"/>
                  </a:lnTo>
                  <a:lnTo>
                    <a:pt x="2938472" y="433314"/>
                  </a:lnTo>
                  <a:lnTo>
                    <a:pt x="2889387" y="495167"/>
                  </a:lnTo>
                  <a:lnTo>
                    <a:pt x="2842587" y="563711"/>
                  </a:lnTo>
                  <a:lnTo>
                    <a:pt x="2797444" y="639413"/>
                  </a:lnTo>
                  <a:lnTo>
                    <a:pt x="2770117" y="689896"/>
                  </a:lnTo>
                  <a:lnTo>
                    <a:pt x="2738318" y="752958"/>
                  </a:lnTo>
                  <a:lnTo>
                    <a:pt x="2706798" y="819958"/>
                  </a:lnTo>
                  <a:lnTo>
                    <a:pt x="2675414" y="890975"/>
                  </a:lnTo>
                  <a:lnTo>
                    <a:pt x="2644046" y="966043"/>
                  </a:lnTo>
                  <a:lnTo>
                    <a:pt x="2612600" y="1045149"/>
                  </a:lnTo>
                  <a:lnTo>
                    <a:pt x="2581004" y="1128225"/>
                  </a:lnTo>
                  <a:lnTo>
                    <a:pt x="2549204" y="1215145"/>
                  </a:lnTo>
                  <a:lnTo>
                    <a:pt x="2517167" y="1305724"/>
                  </a:lnTo>
                  <a:lnTo>
                    <a:pt x="2484874" y="1399718"/>
                  </a:lnTo>
                  <a:lnTo>
                    <a:pt x="2452324" y="1496821"/>
                  </a:lnTo>
                  <a:lnTo>
                    <a:pt x="2419530" y="1596670"/>
                  </a:lnTo>
                  <a:lnTo>
                    <a:pt x="2386519" y="1698849"/>
                  </a:lnTo>
                  <a:lnTo>
                    <a:pt x="2353325" y="1802895"/>
                  </a:lnTo>
                  <a:lnTo>
                    <a:pt x="2319995" y="1908306"/>
                  </a:lnTo>
                  <a:lnTo>
                    <a:pt x="2286580" y="2014553"/>
                  </a:lnTo>
                  <a:lnTo>
                    <a:pt x="2253135" y="2121087"/>
                  </a:lnTo>
                  <a:lnTo>
                    <a:pt x="2219718" y="2227353"/>
                  </a:lnTo>
                  <a:lnTo>
                    <a:pt x="2186384" y="2332803"/>
                  </a:lnTo>
                  <a:lnTo>
                    <a:pt x="2153185" y="2436905"/>
                  </a:lnTo>
                  <a:lnTo>
                    <a:pt x="2120166" y="2539158"/>
                  </a:lnTo>
                  <a:lnTo>
                    <a:pt x="2087365" y="2639096"/>
                  </a:lnTo>
                  <a:lnTo>
                    <a:pt x="2054806" y="2736301"/>
                  </a:lnTo>
                  <a:lnTo>
                    <a:pt x="2022504" y="2830410"/>
                  </a:lnTo>
                  <a:lnTo>
                    <a:pt x="1990457" y="2921114"/>
                  </a:lnTo>
                  <a:lnTo>
                    <a:pt x="1958650" y="3008166"/>
                  </a:lnTo>
                  <a:lnTo>
                    <a:pt x="1927047" y="3091378"/>
                  </a:lnTo>
                  <a:lnTo>
                    <a:pt x="1895598" y="3170625"/>
                  </a:lnTo>
                  <a:lnTo>
                    <a:pt x="1864229" y="3245836"/>
                  </a:lnTo>
                  <a:lnTo>
                    <a:pt x="1832846" y="3316994"/>
                  </a:lnTo>
                  <a:lnTo>
                    <a:pt x="1801334" y="3384134"/>
                  </a:lnTo>
                  <a:lnTo>
                    <a:pt x="1769547" y="3447333"/>
                  </a:lnTo>
                  <a:lnTo>
                    <a:pt x="1768425" y="3449480"/>
                  </a:lnTo>
                  <a:lnTo>
                    <a:pt x="1724031" y="3529713"/>
                  </a:lnTo>
                  <a:lnTo>
                    <a:pt x="1678325" y="3602644"/>
                  </a:lnTo>
                  <a:lnTo>
                    <a:pt x="1630730" y="3668569"/>
                  </a:lnTo>
                  <a:lnTo>
                    <a:pt x="1580597" y="3728028"/>
                  </a:lnTo>
                  <a:lnTo>
                    <a:pt x="1527250" y="3781658"/>
                  </a:lnTo>
                  <a:lnTo>
                    <a:pt x="1470035" y="3830103"/>
                  </a:lnTo>
                  <a:lnTo>
                    <a:pt x="1408370" y="3873953"/>
                  </a:lnTo>
                  <a:lnTo>
                    <a:pt x="1341813" y="3913717"/>
                  </a:lnTo>
                  <a:lnTo>
                    <a:pt x="1270155" y="3949802"/>
                  </a:lnTo>
                  <a:lnTo>
                    <a:pt x="1193526" y="3982507"/>
                  </a:lnTo>
                  <a:lnTo>
                    <a:pt x="1112527" y="4012016"/>
                  </a:lnTo>
                  <a:lnTo>
                    <a:pt x="1028351" y="4038411"/>
                  </a:lnTo>
                  <a:lnTo>
                    <a:pt x="942867" y="4061685"/>
                  </a:lnTo>
                  <a:lnTo>
                    <a:pt x="858611" y="4081778"/>
                  </a:lnTo>
                  <a:lnTo>
                    <a:pt x="778637" y="4098624"/>
                  </a:lnTo>
                  <a:lnTo>
                    <a:pt x="706200" y="4112204"/>
                  </a:lnTo>
                  <a:lnTo>
                    <a:pt x="644286" y="4122605"/>
                  </a:lnTo>
                  <a:lnTo>
                    <a:pt x="595086" y="4130051"/>
                  </a:lnTo>
                  <a:lnTo>
                    <a:pt x="559555" y="4134919"/>
                  </a:lnTo>
                  <a:lnTo>
                    <a:pt x="537161" y="4137707"/>
                  </a:lnTo>
                  <a:lnTo>
                    <a:pt x="525879" y="4138988"/>
                  </a:lnTo>
                  <a:lnTo>
                    <a:pt x="522353" y="4139355"/>
                  </a:lnTo>
                  <a:lnTo>
                    <a:pt x="522133" y="4139376"/>
                  </a:lnTo>
                  <a:lnTo>
                    <a:pt x="0" y="4139376"/>
                  </a:lnTo>
                  <a:close/>
                </a:path>
              </a:pathLst>
            </a:custGeom>
            <a:solidFill>
              <a:srgbClr val="D9B26F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1665" name="pl1665"/>
            <p:cNvSpPr/>
            <p:nvPr/>
          </p:nvSpPr>
          <p:spPr>
            <a:xfrm>
              <a:off x="386606" y="1027424"/>
              <a:ext cx="8554953" cy="4139376"/>
            </a:xfrm>
            <a:custGeom>
              <a:avLst/>
              <a:pathLst>
                <a:path w="8554953" h="4139376">
                  <a:moveTo>
                    <a:pt x="0" y="4139376"/>
                  </a:moveTo>
                  <a:lnTo>
                    <a:pt x="522133" y="4139376"/>
                  </a:lnTo>
                  <a:lnTo>
                    <a:pt x="523046" y="4139285"/>
                  </a:lnTo>
                  <a:lnTo>
                    <a:pt x="529060" y="4138639"/>
                  </a:lnTo>
                  <a:lnTo>
                    <a:pt x="544254" y="4136853"/>
                  </a:lnTo>
                  <a:lnTo>
                    <a:pt x="571501" y="4133337"/>
                  </a:lnTo>
                  <a:lnTo>
                    <a:pt x="612268" y="4127538"/>
                  </a:lnTo>
                  <a:lnTo>
                    <a:pt x="666507" y="4119000"/>
                  </a:lnTo>
                  <a:lnTo>
                    <a:pt x="732750" y="4107405"/>
                  </a:lnTo>
                  <a:lnTo>
                    <a:pt x="808441" y="4092582"/>
                  </a:lnTo>
                  <a:lnTo>
                    <a:pt x="890431" y="4074491"/>
                  </a:lnTo>
                  <a:lnTo>
                    <a:pt x="975494" y="4053175"/>
                  </a:lnTo>
                  <a:lnTo>
                    <a:pt x="1060743" y="4028705"/>
                  </a:lnTo>
                  <a:lnTo>
                    <a:pt x="1143889" y="4001125"/>
                  </a:lnTo>
                  <a:lnTo>
                    <a:pt x="1223327" y="3970412"/>
                  </a:lnTo>
                  <a:lnTo>
                    <a:pt x="1298101" y="3936445"/>
                  </a:lnTo>
                  <a:lnTo>
                    <a:pt x="1367807" y="3898997"/>
                  </a:lnTo>
                  <a:lnTo>
                    <a:pt x="1432458" y="3857728"/>
                  </a:lnTo>
                  <a:lnTo>
                    <a:pt x="1492364" y="3812190"/>
                  </a:lnTo>
                  <a:lnTo>
                    <a:pt x="1548029" y="3761840"/>
                  </a:lnTo>
                  <a:lnTo>
                    <a:pt x="1600070" y="3706062"/>
                  </a:lnTo>
                  <a:lnTo>
                    <a:pt x="1649155" y="3644208"/>
                  </a:lnTo>
                  <a:lnTo>
                    <a:pt x="1695956" y="3575664"/>
                  </a:lnTo>
                  <a:lnTo>
                    <a:pt x="1741098" y="3499962"/>
                  </a:lnTo>
                  <a:lnTo>
                    <a:pt x="1768425" y="3449480"/>
                  </a:lnTo>
                  <a:lnTo>
                    <a:pt x="1800224" y="3386417"/>
                  </a:lnTo>
                  <a:lnTo>
                    <a:pt x="1831744" y="3319417"/>
                  </a:lnTo>
                  <a:lnTo>
                    <a:pt x="1863129" y="3248401"/>
                  </a:lnTo>
                  <a:lnTo>
                    <a:pt x="1894496" y="3173332"/>
                  </a:lnTo>
                  <a:lnTo>
                    <a:pt x="1925942" y="3094226"/>
                  </a:lnTo>
                  <a:lnTo>
                    <a:pt x="1957538" y="3011151"/>
                  </a:lnTo>
                  <a:lnTo>
                    <a:pt x="1989338" y="2924231"/>
                  </a:lnTo>
                  <a:lnTo>
                    <a:pt x="2021375" y="2833651"/>
                  </a:lnTo>
                  <a:lnTo>
                    <a:pt x="2053668" y="2739657"/>
                  </a:lnTo>
                  <a:lnTo>
                    <a:pt x="2086218" y="2642554"/>
                  </a:lnTo>
                  <a:lnTo>
                    <a:pt x="2119012" y="2542705"/>
                  </a:lnTo>
                  <a:lnTo>
                    <a:pt x="2152024" y="2440526"/>
                  </a:lnTo>
                  <a:lnTo>
                    <a:pt x="2185217" y="2336481"/>
                  </a:lnTo>
                  <a:lnTo>
                    <a:pt x="2218547" y="2231069"/>
                  </a:lnTo>
                  <a:lnTo>
                    <a:pt x="2251962" y="2124822"/>
                  </a:lnTo>
                  <a:lnTo>
                    <a:pt x="2285407" y="2018289"/>
                  </a:lnTo>
                  <a:lnTo>
                    <a:pt x="2318824" y="1912023"/>
                  </a:lnTo>
                  <a:lnTo>
                    <a:pt x="2352158" y="1806573"/>
                  </a:lnTo>
                  <a:lnTo>
                    <a:pt x="2385357" y="1702470"/>
                  </a:lnTo>
                  <a:lnTo>
                    <a:pt x="2418376" y="1600218"/>
                  </a:lnTo>
                  <a:lnTo>
                    <a:pt x="2451178" y="1500280"/>
                  </a:lnTo>
                  <a:lnTo>
                    <a:pt x="2483736" y="1403074"/>
                  </a:lnTo>
                  <a:lnTo>
                    <a:pt x="2516038" y="1308966"/>
                  </a:lnTo>
                  <a:lnTo>
                    <a:pt x="2548085" y="1218262"/>
                  </a:lnTo>
                  <a:lnTo>
                    <a:pt x="2579892" y="1131210"/>
                  </a:lnTo>
                  <a:lnTo>
                    <a:pt x="2611495" y="1047997"/>
                  </a:lnTo>
                  <a:lnTo>
                    <a:pt x="2642944" y="968750"/>
                  </a:lnTo>
                  <a:lnTo>
                    <a:pt x="2674314" y="893540"/>
                  </a:lnTo>
                  <a:lnTo>
                    <a:pt x="2705696" y="822381"/>
                  </a:lnTo>
                  <a:lnTo>
                    <a:pt x="2737209" y="755242"/>
                  </a:lnTo>
                  <a:lnTo>
                    <a:pt x="2768995" y="692042"/>
                  </a:lnTo>
                  <a:lnTo>
                    <a:pt x="2770117" y="689896"/>
                  </a:lnTo>
                  <a:lnTo>
                    <a:pt x="2814511" y="609663"/>
                  </a:lnTo>
                  <a:lnTo>
                    <a:pt x="2860217" y="536732"/>
                  </a:lnTo>
                  <a:lnTo>
                    <a:pt x="2907812" y="470807"/>
                  </a:lnTo>
                  <a:lnTo>
                    <a:pt x="2957945" y="411348"/>
                  </a:lnTo>
                  <a:lnTo>
                    <a:pt x="3011292" y="357717"/>
                  </a:lnTo>
                  <a:lnTo>
                    <a:pt x="3068507" y="309273"/>
                  </a:lnTo>
                  <a:lnTo>
                    <a:pt x="3130173" y="265423"/>
                  </a:lnTo>
                  <a:lnTo>
                    <a:pt x="3196729" y="225659"/>
                  </a:lnTo>
                  <a:lnTo>
                    <a:pt x="3268388" y="189573"/>
                  </a:lnTo>
                  <a:lnTo>
                    <a:pt x="3345016" y="156869"/>
                  </a:lnTo>
                  <a:lnTo>
                    <a:pt x="3426015" y="127360"/>
                  </a:lnTo>
                  <a:lnTo>
                    <a:pt x="3510191" y="100965"/>
                  </a:lnTo>
                  <a:lnTo>
                    <a:pt x="3595675" y="77691"/>
                  </a:lnTo>
                  <a:lnTo>
                    <a:pt x="3679932" y="57597"/>
                  </a:lnTo>
                  <a:lnTo>
                    <a:pt x="3759905" y="40751"/>
                  </a:lnTo>
                  <a:lnTo>
                    <a:pt x="3832342" y="27171"/>
                  </a:lnTo>
                  <a:lnTo>
                    <a:pt x="3894256" y="16771"/>
                  </a:lnTo>
                  <a:lnTo>
                    <a:pt x="3943456" y="9324"/>
                  </a:lnTo>
                  <a:lnTo>
                    <a:pt x="3978987" y="4456"/>
                  </a:lnTo>
                  <a:lnTo>
                    <a:pt x="4001381" y="1668"/>
                  </a:lnTo>
                  <a:lnTo>
                    <a:pt x="4012663" y="388"/>
                  </a:lnTo>
                  <a:lnTo>
                    <a:pt x="4016189" y="21"/>
                  </a:lnTo>
                  <a:lnTo>
                    <a:pt x="4016409" y="0"/>
                  </a:lnTo>
                  <a:lnTo>
                    <a:pt x="4538543" y="0"/>
                  </a:lnTo>
                  <a:lnTo>
                    <a:pt x="4539753" y="56"/>
                  </a:lnTo>
                  <a:lnTo>
                    <a:pt x="4547677" y="461"/>
                  </a:lnTo>
                  <a:lnTo>
                    <a:pt x="4567517" y="1579"/>
                  </a:lnTo>
                  <a:lnTo>
                    <a:pt x="4602650" y="3775"/>
                  </a:lnTo>
                  <a:lnTo>
                    <a:pt x="4654324" y="7376"/>
                  </a:lnTo>
                  <a:lnTo>
                    <a:pt x="4721588" y="12630"/>
                  </a:lnTo>
                  <a:lnTo>
                    <a:pt x="4801629" y="19682"/>
                  </a:lnTo>
                  <a:lnTo>
                    <a:pt x="4890462" y="28586"/>
                  </a:lnTo>
                  <a:lnTo>
                    <a:pt x="4983767" y="39324"/>
                  </a:lnTo>
                  <a:lnTo>
                    <a:pt x="5077615" y="51854"/>
                  </a:lnTo>
                  <a:lnTo>
                    <a:pt x="5168918" y="66146"/>
                  </a:lnTo>
                  <a:lnTo>
                    <a:pt x="5255585" y="82220"/>
                  </a:lnTo>
                  <a:lnTo>
                    <a:pt x="5336464" y="100161"/>
                  </a:lnTo>
                  <a:lnTo>
                    <a:pt x="5411171" y="120128"/>
                  </a:lnTo>
                  <a:lnTo>
                    <a:pt x="5479877" y="142359"/>
                  </a:lnTo>
                  <a:lnTo>
                    <a:pt x="5543127" y="167160"/>
                  </a:lnTo>
                  <a:lnTo>
                    <a:pt x="5601686" y="194897"/>
                  </a:lnTo>
                  <a:lnTo>
                    <a:pt x="5656428" y="225972"/>
                  </a:lnTo>
                  <a:lnTo>
                    <a:pt x="5708248" y="260775"/>
                  </a:lnTo>
                  <a:lnTo>
                    <a:pt x="5757995" y="299613"/>
                  </a:lnTo>
                  <a:lnTo>
                    <a:pt x="5784835" y="322829"/>
                  </a:lnTo>
                  <a:lnTo>
                    <a:pt x="5827383" y="362799"/>
                  </a:lnTo>
                  <a:lnTo>
                    <a:pt x="5869520" y="406101"/>
                  </a:lnTo>
                  <a:lnTo>
                    <a:pt x="5911561" y="452802"/>
                  </a:lnTo>
                  <a:lnTo>
                    <a:pt x="5953742" y="502894"/>
                  </a:lnTo>
                  <a:lnTo>
                    <a:pt x="5996229" y="556286"/>
                  </a:lnTo>
                  <a:lnTo>
                    <a:pt x="6039126" y="612803"/>
                  </a:lnTo>
                  <a:lnTo>
                    <a:pt x="6082482" y="672177"/>
                  </a:lnTo>
                  <a:lnTo>
                    <a:pt x="6126290" y="734050"/>
                  </a:lnTo>
                  <a:lnTo>
                    <a:pt x="6170504" y="797981"/>
                  </a:lnTo>
                  <a:lnTo>
                    <a:pt x="6215039" y="863453"/>
                  </a:lnTo>
                  <a:lnTo>
                    <a:pt x="6259783" y="929894"/>
                  </a:lnTo>
                  <a:lnTo>
                    <a:pt x="6304605" y="996696"/>
                  </a:lnTo>
                  <a:lnTo>
                    <a:pt x="6349369" y="1063234"/>
                  </a:lnTo>
                  <a:lnTo>
                    <a:pt x="6393945" y="1128896"/>
                  </a:lnTo>
                  <a:lnTo>
                    <a:pt x="6438215" y="1193101"/>
                  </a:lnTo>
                  <a:lnTo>
                    <a:pt x="6482091" y="1255326"/>
                  </a:lnTo>
                  <a:lnTo>
                    <a:pt x="6525518" y="1315115"/>
                  </a:lnTo>
                  <a:lnTo>
                    <a:pt x="6568485" y="1372096"/>
                  </a:lnTo>
                  <a:lnTo>
                    <a:pt x="6611031" y="1425989"/>
                  </a:lnTo>
                  <a:lnTo>
                    <a:pt x="6653251" y="1476602"/>
                  </a:lnTo>
                  <a:lnTo>
                    <a:pt x="6695299" y="1523833"/>
                  </a:lnTo>
                  <a:lnTo>
                    <a:pt x="6737403" y="1567662"/>
                  </a:lnTo>
                  <a:lnTo>
                    <a:pt x="6779863" y="1608143"/>
                  </a:lnTo>
                  <a:lnTo>
                    <a:pt x="6786527" y="1614149"/>
                  </a:lnTo>
                  <a:lnTo>
                    <a:pt x="6835448" y="1655278"/>
                  </a:lnTo>
                  <a:lnTo>
                    <a:pt x="6886026" y="1692281"/>
                  </a:lnTo>
                  <a:lnTo>
                    <a:pt x="6939046" y="1725368"/>
                  </a:lnTo>
                  <a:lnTo>
                    <a:pt x="6995386" y="1754897"/>
                  </a:lnTo>
                  <a:lnTo>
                    <a:pt x="7055944" y="1781271"/>
                  </a:lnTo>
                  <a:lnTo>
                    <a:pt x="7121554" y="1804878"/>
                  </a:lnTo>
                  <a:lnTo>
                    <a:pt x="7192899" y="1826060"/>
                  </a:lnTo>
                  <a:lnTo>
                    <a:pt x="7270378" y="1845095"/>
                  </a:lnTo>
                  <a:lnTo>
                    <a:pt x="7353939" y="1862184"/>
                  </a:lnTo>
                  <a:lnTo>
                    <a:pt x="7442878" y="1877454"/>
                  </a:lnTo>
                  <a:lnTo>
                    <a:pt x="7535641" y="1890958"/>
                  </a:lnTo>
                  <a:lnTo>
                    <a:pt x="7629685" y="1902690"/>
                  </a:lnTo>
                  <a:lnTo>
                    <a:pt x="7721509" y="1912611"/>
                  </a:lnTo>
                  <a:lnTo>
                    <a:pt x="7806935" y="1920684"/>
                  </a:lnTo>
                  <a:lnTo>
                    <a:pt x="7881694" y="1926919"/>
                  </a:lnTo>
                  <a:lnTo>
                    <a:pt x="7942223" y="1931407"/>
                  </a:lnTo>
                  <a:lnTo>
                    <a:pt x="7986475" y="1934343"/>
                  </a:lnTo>
                  <a:lnTo>
                    <a:pt x="8014470" y="1936013"/>
                  </a:lnTo>
                  <a:lnTo>
                    <a:pt x="8028437" y="1936765"/>
                  </a:lnTo>
                  <a:lnTo>
                    <a:pt x="8032610" y="1936970"/>
                  </a:lnTo>
                  <a:lnTo>
                    <a:pt x="8032819" y="1936979"/>
                  </a:lnTo>
                  <a:lnTo>
                    <a:pt x="8554953" y="1936979"/>
                  </a:lnTo>
                  <a:lnTo>
                    <a:pt x="8554953" y="1936979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666" name="pl1666"/>
            <p:cNvSpPr/>
            <p:nvPr/>
          </p:nvSpPr>
          <p:spPr>
            <a:xfrm>
              <a:off x="386606" y="1021777"/>
              <a:ext cx="8554953" cy="4139376"/>
            </a:xfrm>
            <a:custGeom>
              <a:avLst/>
              <a:pathLst>
                <a:path w="8554953" h="4139376">
                  <a:moveTo>
                    <a:pt x="8554953" y="1936979"/>
                  </a:moveTo>
                  <a:lnTo>
                    <a:pt x="8032819" y="1936979"/>
                  </a:lnTo>
                  <a:lnTo>
                    <a:pt x="8031608" y="1936923"/>
                  </a:lnTo>
                  <a:lnTo>
                    <a:pt x="8023685" y="1936518"/>
                  </a:lnTo>
                  <a:lnTo>
                    <a:pt x="8003845" y="1935400"/>
                  </a:lnTo>
                  <a:lnTo>
                    <a:pt x="7968712" y="1933203"/>
                  </a:lnTo>
                  <a:lnTo>
                    <a:pt x="7917038" y="1929602"/>
                  </a:lnTo>
                  <a:lnTo>
                    <a:pt x="7849773" y="1924349"/>
                  </a:lnTo>
                  <a:lnTo>
                    <a:pt x="7769733" y="1917296"/>
                  </a:lnTo>
                  <a:lnTo>
                    <a:pt x="7680900" y="1908393"/>
                  </a:lnTo>
                  <a:lnTo>
                    <a:pt x="7587595" y="1897655"/>
                  </a:lnTo>
                  <a:lnTo>
                    <a:pt x="7493747" y="1885125"/>
                  </a:lnTo>
                  <a:lnTo>
                    <a:pt x="7402444" y="1870833"/>
                  </a:lnTo>
                  <a:lnTo>
                    <a:pt x="7315777" y="1854758"/>
                  </a:lnTo>
                  <a:lnTo>
                    <a:pt x="7234898" y="1836818"/>
                  </a:lnTo>
                  <a:lnTo>
                    <a:pt x="7160191" y="1816850"/>
                  </a:lnTo>
                  <a:lnTo>
                    <a:pt x="7091485" y="1794620"/>
                  </a:lnTo>
                  <a:lnTo>
                    <a:pt x="7028235" y="1769819"/>
                  </a:lnTo>
                  <a:lnTo>
                    <a:pt x="6969676" y="1742081"/>
                  </a:lnTo>
                  <a:lnTo>
                    <a:pt x="6914934" y="1711007"/>
                  </a:lnTo>
                  <a:lnTo>
                    <a:pt x="6863114" y="1676204"/>
                  </a:lnTo>
                  <a:lnTo>
                    <a:pt x="6813367" y="1637365"/>
                  </a:lnTo>
                  <a:lnTo>
                    <a:pt x="6786527" y="1614149"/>
                  </a:lnTo>
                  <a:lnTo>
                    <a:pt x="6743979" y="1574180"/>
                  </a:lnTo>
                  <a:lnTo>
                    <a:pt x="6701842" y="1530877"/>
                  </a:lnTo>
                  <a:lnTo>
                    <a:pt x="6659801" y="1484176"/>
                  </a:lnTo>
                  <a:lnTo>
                    <a:pt x="6617620" y="1434085"/>
                  </a:lnTo>
                  <a:lnTo>
                    <a:pt x="6575133" y="1380693"/>
                  </a:lnTo>
                  <a:lnTo>
                    <a:pt x="6532235" y="1324176"/>
                  </a:lnTo>
                  <a:lnTo>
                    <a:pt x="6488880" y="1264802"/>
                  </a:lnTo>
                  <a:lnTo>
                    <a:pt x="6445072" y="1202928"/>
                  </a:lnTo>
                  <a:lnTo>
                    <a:pt x="6400858" y="1138998"/>
                  </a:lnTo>
                  <a:lnTo>
                    <a:pt x="6356323" y="1073526"/>
                  </a:lnTo>
                  <a:lnTo>
                    <a:pt x="6311579" y="1007084"/>
                  </a:lnTo>
                  <a:lnTo>
                    <a:pt x="6266757" y="940283"/>
                  </a:lnTo>
                  <a:lnTo>
                    <a:pt x="6221992" y="873745"/>
                  </a:lnTo>
                  <a:lnTo>
                    <a:pt x="6177417" y="808083"/>
                  </a:lnTo>
                  <a:lnTo>
                    <a:pt x="6133147" y="743877"/>
                  </a:lnTo>
                  <a:lnTo>
                    <a:pt x="6089271" y="681653"/>
                  </a:lnTo>
                  <a:lnTo>
                    <a:pt x="6045844" y="621864"/>
                  </a:lnTo>
                  <a:lnTo>
                    <a:pt x="6002876" y="564883"/>
                  </a:lnTo>
                  <a:lnTo>
                    <a:pt x="5960331" y="510990"/>
                  </a:lnTo>
                  <a:lnTo>
                    <a:pt x="5918111" y="460377"/>
                  </a:lnTo>
                  <a:lnTo>
                    <a:pt x="5876063" y="413146"/>
                  </a:lnTo>
                  <a:lnTo>
                    <a:pt x="5833959" y="369317"/>
                  </a:lnTo>
                  <a:lnTo>
                    <a:pt x="5791499" y="328835"/>
                  </a:lnTo>
                  <a:lnTo>
                    <a:pt x="5784835" y="322829"/>
                  </a:lnTo>
                  <a:lnTo>
                    <a:pt x="5735914" y="281700"/>
                  </a:lnTo>
                  <a:lnTo>
                    <a:pt x="5685336" y="244698"/>
                  </a:lnTo>
                  <a:lnTo>
                    <a:pt x="5632316" y="211611"/>
                  </a:lnTo>
                  <a:lnTo>
                    <a:pt x="5575976" y="182082"/>
                  </a:lnTo>
                  <a:lnTo>
                    <a:pt x="5515418" y="155708"/>
                  </a:lnTo>
                  <a:lnTo>
                    <a:pt x="5449808" y="132101"/>
                  </a:lnTo>
                  <a:lnTo>
                    <a:pt x="5378463" y="110918"/>
                  </a:lnTo>
                  <a:lnTo>
                    <a:pt x="5300984" y="91884"/>
                  </a:lnTo>
                  <a:lnTo>
                    <a:pt x="5217423" y="74795"/>
                  </a:lnTo>
                  <a:lnTo>
                    <a:pt x="5128484" y="59525"/>
                  </a:lnTo>
                  <a:lnTo>
                    <a:pt x="5035721" y="46021"/>
                  </a:lnTo>
                  <a:lnTo>
                    <a:pt x="4941677" y="34289"/>
                  </a:lnTo>
                  <a:lnTo>
                    <a:pt x="4849853" y="24368"/>
                  </a:lnTo>
                  <a:lnTo>
                    <a:pt x="4764427" y="16295"/>
                  </a:lnTo>
                  <a:lnTo>
                    <a:pt x="4689668" y="10060"/>
                  </a:lnTo>
                  <a:lnTo>
                    <a:pt x="4629139" y="5571"/>
                  </a:lnTo>
                  <a:lnTo>
                    <a:pt x="4584887" y="2636"/>
                  </a:lnTo>
                  <a:lnTo>
                    <a:pt x="4556892" y="966"/>
                  </a:lnTo>
                  <a:lnTo>
                    <a:pt x="4542925" y="213"/>
                  </a:lnTo>
                  <a:lnTo>
                    <a:pt x="4538752" y="9"/>
                  </a:lnTo>
                  <a:lnTo>
                    <a:pt x="4538543" y="0"/>
                  </a:lnTo>
                  <a:lnTo>
                    <a:pt x="4016409" y="0"/>
                  </a:lnTo>
                  <a:lnTo>
                    <a:pt x="4015496" y="90"/>
                  </a:lnTo>
                  <a:lnTo>
                    <a:pt x="4009482" y="736"/>
                  </a:lnTo>
                  <a:lnTo>
                    <a:pt x="3994288" y="2522"/>
                  </a:lnTo>
                  <a:lnTo>
                    <a:pt x="3967042" y="6039"/>
                  </a:lnTo>
                  <a:lnTo>
                    <a:pt x="3926274" y="11838"/>
                  </a:lnTo>
                  <a:lnTo>
                    <a:pt x="3872035" y="20375"/>
                  </a:lnTo>
                  <a:lnTo>
                    <a:pt x="3805792" y="31970"/>
                  </a:lnTo>
                  <a:lnTo>
                    <a:pt x="3730101" y="46794"/>
                  </a:lnTo>
                  <a:lnTo>
                    <a:pt x="3648111" y="64885"/>
                  </a:lnTo>
                  <a:lnTo>
                    <a:pt x="3563049" y="86201"/>
                  </a:lnTo>
                  <a:lnTo>
                    <a:pt x="3477799" y="110671"/>
                  </a:lnTo>
                  <a:lnTo>
                    <a:pt x="3394653" y="138250"/>
                  </a:lnTo>
                  <a:lnTo>
                    <a:pt x="3315216" y="168964"/>
                  </a:lnTo>
                  <a:lnTo>
                    <a:pt x="3240441" y="202931"/>
                  </a:lnTo>
                  <a:lnTo>
                    <a:pt x="3170735" y="240379"/>
                  </a:lnTo>
                  <a:lnTo>
                    <a:pt x="3106084" y="281648"/>
                  </a:lnTo>
                  <a:lnTo>
                    <a:pt x="3046179" y="327186"/>
                  </a:lnTo>
                  <a:lnTo>
                    <a:pt x="2990514" y="377536"/>
                  </a:lnTo>
                  <a:lnTo>
                    <a:pt x="2938472" y="433314"/>
                  </a:lnTo>
                  <a:lnTo>
                    <a:pt x="2889387" y="495167"/>
                  </a:lnTo>
                  <a:lnTo>
                    <a:pt x="2842587" y="563711"/>
                  </a:lnTo>
                  <a:lnTo>
                    <a:pt x="2797444" y="639413"/>
                  </a:lnTo>
                  <a:lnTo>
                    <a:pt x="2770117" y="689896"/>
                  </a:lnTo>
                  <a:lnTo>
                    <a:pt x="2738318" y="752958"/>
                  </a:lnTo>
                  <a:lnTo>
                    <a:pt x="2706798" y="819958"/>
                  </a:lnTo>
                  <a:lnTo>
                    <a:pt x="2675414" y="890975"/>
                  </a:lnTo>
                  <a:lnTo>
                    <a:pt x="2644046" y="966043"/>
                  </a:lnTo>
                  <a:lnTo>
                    <a:pt x="2612600" y="1045149"/>
                  </a:lnTo>
                  <a:lnTo>
                    <a:pt x="2581004" y="1128225"/>
                  </a:lnTo>
                  <a:lnTo>
                    <a:pt x="2549204" y="1215145"/>
                  </a:lnTo>
                  <a:lnTo>
                    <a:pt x="2517167" y="1305724"/>
                  </a:lnTo>
                  <a:lnTo>
                    <a:pt x="2484874" y="1399718"/>
                  </a:lnTo>
                  <a:lnTo>
                    <a:pt x="2452324" y="1496821"/>
                  </a:lnTo>
                  <a:lnTo>
                    <a:pt x="2419530" y="1596670"/>
                  </a:lnTo>
                  <a:lnTo>
                    <a:pt x="2386519" y="1698849"/>
                  </a:lnTo>
                  <a:lnTo>
                    <a:pt x="2353325" y="1802895"/>
                  </a:lnTo>
                  <a:lnTo>
                    <a:pt x="2319995" y="1908306"/>
                  </a:lnTo>
                  <a:lnTo>
                    <a:pt x="2286580" y="2014553"/>
                  </a:lnTo>
                  <a:lnTo>
                    <a:pt x="2253135" y="2121087"/>
                  </a:lnTo>
                  <a:lnTo>
                    <a:pt x="2219718" y="2227353"/>
                  </a:lnTo>
                  <a:lnTo>
                    <a:pt x="2186384" y="2332803"/>
                  </a:lnTo>
                  <a:lnTo>
                    <a:pt x="2153185" y="2436905"/>
                  </a:lnTo>
                  <a:lnTo>
                    <a:pt x="2120166" y="2539158"/>
                  </a:lnTo>
                  <a:lnTo>
                    <a:pt x="2087365" y="2639096"/>
                  </a:lnTo>
                  <a:lnTo>
                    <a:pt x="2054806" y="2736301"/>
                  </a:lnTo>
                  <a:lnTo>
                    <a:pt x="2022504" y="2830410"/>
                  </a:lnTo>
                  <a:lnTo>
                    <a:pt x="1990457" y="2921114"/>
                  </a:lnTo>
                  <a:lnTo>
                    <a:pt x="1958650" y="3008166"/>
                  </a:lnTo>
                  <a:lnTo>
                    <a:pt x="1927047" y="3091378"/>
                  </a:lnTo>
                  <a:lnTo>
                    <a:pt x="1895598" y="3170625"/>
                  </a:lnTo>
                  <a:lnTo>
                    <a:pt x="1864229" y="3245836"/>
                  </a:lnTo>
                  <a:lnTo>
                    <a:pt x="1832846" y="3316994"/>
                  </a:lnTo>
                  <a:lnTo>
                    <a:pt x="1801334" y="3384134"/>
                  </a:lnTo>
                  <a:lnTo>
                    <a:pt x="1769547" y="3447333"/>
                  </a:lnTo>
                  <a:lnTo>
                    <a:pt x="1768425" y="3449480"/>
                  </a:lnTo>
                  <a:lnTo>
                    <a:pt x="1724031" y="3529713"/>
                  </a:lnTo>
                  <a:lnTo>
                    <a:pt x="1678325" y="3602644"/>
                  </a:lnTo>
                  <a:lnTo>
                    <a:pt x="1630730" y="3668569"/>
                  </a:lnTo>
                  <a:lnTo>
                    <a:pt x="1580597" y="3728028"/>
                  </a:lnTo>
                  <a:lnTo>
                    <a:pt x="1527250" y="3781658"/>
                  </a:lnTo>
                  <a:lnTo>
                    <a:pt x="1470035" y="3830103"/>
                  </a:lnTo>
                  <a:lnTo>
                    <a:pt x="1408370" y="3873953"/>
                  </a:lnTo>
                  <a:lnTo>
                    <a:pt x="1341813" y="3913717"/>
                  </a:lnTo>
                  <a:lnTo>
                    <a:pt x="1270155" y="3949802"/>
                  </a:lnTo>
                  <a:lnTo>
                    <a:pt x="1193526" y="3982507"/>
                  </a:lnTo>
                  <a:lnTo>
                    <a:pt x="1112527" y="4012016"/>
                  </a:lnTo>
                  <a:lnTo>
                    <a:pt x="1028351" y="4038411"/>
                  </a:lnTo>
                  <a:lnTo>
                    <a:pt x="942867" y="4061685"/>
                  </a:lnTo>
                  <a:lnTo>
                    <a:pt x="858611" y="4081778"/>
                  </a:lnTo>
                  <a:lnTo>
                    <a:pt x="778637" y="4098624"/>
                  </a:lnTo>
                  <a:lnTo>
                    <a:pt x="706200" y="4112204"/>
                  </a:lnTo>
                  <a:lnTo>
                    <a:pt x="644286" y="4122605"/>
                  </a:lnTo>
                  <a:lnTo>
                    <a:pt x="595086" y="4130051"/>
                  </a:lnTo>
                  <a:lnTo>
                    <a:pt x="559555" y="4134919"/>
                  </a:lnTo>
                  <a:lnTo>
                    <a:pt x="537161" y="4137707"/>
                  </a:lnTo>
                  <a:lnTo>
                    <a:pt x="525879" y="4138988"/>
                  </a:lnTo>
                  <a:lnTo>
                    <a:pt x="522353" y="4139355"/>
                  </a:lnTo>
                  <a:lnTo>
                    <a:pt x="522133" y="4139376"/>
                  </a:lnTo>
                  <a:lnTo>
                    <a:pt x="0" y="4139376"/>
                  </a:lnTo>
                  <a:lnTo>
                    <a:pt x="0" y="4139376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667" name="pg1667"/>
            <p:cNvSpPr/>
            <p:nvPr/>
          </p:nvSpPr>
          <p:spPr>
            <a:xfrm>
              <a:off x="386606" y="1146015"/>
              <a:ext cx="8554953" cy="4698446"/>
            </a:xfrm>
            <a:custGeom>
              <a:avLst/>
              <a:pathLst>
                <a:path w="8554953" h="4698446">
                  <a:moveTo>
                    <a:pt x="0" y="4026432"/>
                  </a:moveTo>
                  <a:lnTo>
                    <a:pt x="522133" y="4026432"/>
                  </a:lnTo>
                  <a:lnTo>
                    <a:pt x="523055" y="4026344"/>
                  </a:lnTo>
                  <a:lnTo>
                    <a:pt x="529124" y="4025710"/>
                  </a:lnTo>
                  <a:lnTo>
                    <a:pt x="544454" y="4023958"/>
                  </a:lnTo>
                  <a:lnTo>
                    <a:pt x="571934" y="4020509"/>
                  </a:lnTo>
                  <a:lnTo>
                    <a:pt x="613030" y="4014823"/>
                  </a:lnTo>
                  <a:lnTo>
                    <a:pt x="667670" y="4006453"/>
                  </a:lnTo>
                  <a:lnTo>
                    <a:pt x="734349" y="3995090"/>
                  </a:lnTo>
                  <a:lnTo>
                    <a:pt x="810470" y="3980570"/>
                  </a:lnTo>
                  <a:lnTo>
                    <a:pt x="892846" y="3962855"/>
                  </a:lnTo>
                  <a:lnTo>
                    <a:pt x="978225" y="3941989"/>
                  </a:lnTo>
                  <a:lnTo>
                    <a:pt x="1063709" y="3918043"/>
                  </a:lnTo>
                  <a:lnTo>
                    <a:pt x="1147008" y="3891057"/>
                  </a:lnTo>
                  <a:lnTo>
                    <a:pt x="1226526" y="3861004"/>
                  </a:lnTo>
                  <a:lnTo>
                    <a:pt x="1301325" y="3827764"/>
                  </a:lnTo>
                  <a:lnTo>
                    <a:pt x="1371016" y="3791109"/>
                  </a:lnTo>
                  <a:lnTo>
                    <a:pt x="1435628" y="3750699"/>
                  </a:lnTo>
                  <a:lnTo>
                    <a:pt x="1495487" y="3706092"/>
                  </a:lnTo>
                  <a:lnTo>
                    <a:pt x="1551110" y="3656749"/>
                  </a:lnTo>
                  <a:lnTo>
                    <a:pt x="1603124" y="3602064"/>
                  </a:lnTo>
                  <a:lnTo>
                    <a:pt x="1652204" y="3541401"/>
                  </a:lnTo>
                  <a:lnTo>
                    <a:pt x="1699026" y="3474164"/>
                  </a:lnTo>
                  <a:lnTo>
                    <a:pt x="1744220" y="3399907"/>
                  </a:lnTo>
                  <a:lnTo>
                    <a:pt x="1768425" y="3356302"/>
                  </a:lnTo>
                  <a:lnTo>
                    <a:pt x="1800632" y="3294232"/>
                  </a:lnTo>
                  <a:lnTo>
                    <a:pt x="1832553" y="3228237"/>
                  </a:lnTo>
                  <a:lnTo>
                    <a:pt x="1864340" y="3158239"/>
                  </a:lnTo>
                  <a:lnTo>
                    <a:pt x="1896114" y="3084202"/>
                  </a:lnTo>
                  <a:lnTo>
                    <a:pt x="1927972" y="3006144"/>
                  </a:lnTo>
                  <a:lnTo>
                    <a:pt x="1959988" y="2924137"/>
                  </a:lnTo>
                  <a:lnTo>
                    <a:pt x="1992216" y="2838310"/>
                  </a:lnTo>
                  <a:lnTo>
                    <a:pt x="2024691" y="2748857"/>
                  </a:lnTo>
                  <a:lnTo>
                    <a:pt x="2057429" y="2656029"/>
                  </a:lnTo>
                  <a:lnTo>
                    <a:pt x="2090429" y="2560143"/>
                  </a:lnTo>
                  <a:lnTo>
                    <a:pt x="2123676" y="2461571"/>
                  </a:lnTo>
                  <a:lnTo>
                    <a:pt x="2157143" y="2360740"/>
                  </a:lnTo>
                  <a:lnTo>
                    <a:pt x="2190790" y="2258123"/>
                  </a:lnTo>
                  <a:lnTo>
                    <a:pt x="2224568" y="2154233"/>
                  </a:lnTo>
                  <a:lnTo>
                    <a:pt x="2258423" y="2049607"/>
                  </a:lnTo>
                  <a:lnTo>
                    <a:pt x="2292298" y="1944802"/>
                  </a:lnTo>
                  <a:lnTo>
                    <a:pt x="2326132" y="1840378"/>
                  </a:lnTo>
                  <a:lnTo>
                    <a:pt x="2359869" y="1736884"/>
                  </a:lnTo>
                  <a:lnTo>
                    <a:pt x="2393456" y="1634852"/>
                  </a:lnTo>
                  <a:lnTo>
                    <a:pt x="2426848" y="1534781"/>
                  </a:lnTo>
                  <a:lnTo>
                    <a:pt x="2460009" y="1437128"/>
                  </a:lnTo>
                  <a:lnTo>
                    <a:pt x="2492916" y="1342302"/>
                  </a:lnTo>
                  <a:lnTo>
                    <a:pt x="2525558" y="1250655"/>
                  </a:lnTo>
                  <a:lnTo>
                    <a:pt x="2557941" y="1162479"/>
                  </a:lnTo>
                  <a:lnTo>
                    <a:pt x="2590088" y="1078007"/>
                  </a:lnTo>
                  <a:lnTo>
                    <a:pt x="2622040" y="997408"/>
                  </a:lnTo>
                  <a:lnTo>
                    <a:pt x="2653858" y="920791"/>
                  </a:lnTo>
                  <a:lnTo>
                    <a:pt x="2685624" y="848207"/>
                  </a:lnTo>
                  <a:lnTo>
                    <a:pt x="2717444" y="779655"/>
                  </a:lnTo>
                  <a:lnTo>
                    <a:pt x="2749450" y="715083"/>
                  </a:lnTo>
                  <a:lnTo>
                    <a:pt x="2770117" y="675778"/>
                  </a:lnTo>
                  <a:lnTo>
                    <a:pt x="2814655" y="597606"/>
                  </a:lnTo>
                  <a:lnTo>
                    <a:pt x="2860514" y="526572"/>
                  </a:lnTo>
                  <a:lnTo>
                    <a:pt x="2908279" y="462384"/>
                  </a:lnTo>
                  <a:lnTo>
                    <a:pt x="2958604" y="404511"/>
                  </a:lnTo>
                  <a:lnTo>
                    <a:pt x="3012173" y="352327"/>
                  </a:lnTo>
                  <a:lnTo>
                    <a:pt x="3069644" y="305203"/>
                  </a:lnTo>
                  <a:lnTo>
                    <a:pt x="3131605" y="262561"/>
                  </a:lnTo>
                  <a:lnTo>
                    <a:pt x="3198495" y="223903"/>
                  </a:lnTo>
                  <a:lnTo>
                    <a:pt x="3270521" y="188832"/>
                  </a:lnTo>
                  <a:lnTo>
                    <a:pt x="3347539" y="157060"/>
                  </a:lnTo>
                  <a:lnTo>
                    <a:pt x="3428925" y="128407"/>
                  </a:lnTo>
                  <a:lnTo>
                    <a:pt x="3513455" y="102798"/>
                  </a:lnTo>
                  <a:lnTo>
                    <a:pt x="3599215" y="80241"/>
                  </a:lnTo>
                  <a:lnTo>
                    <a:pt x="3683620" y="60795"/>
                  </a:lnTo>
                  <a:lnTo>
                    <a:pt x="3763570" y="44527"/>
                  </a:lnTo>
                  <a:lnTo>
                    <a:pt x="3835781" y="31450"/>
                  </a:lnTo>
                  <a:lnTo>
                    <a:pt x="3897267" y="21474"/>
                  </a:lnTo>
                  <a:lnTo>
                    <a:pt x="3945869" y="14369"/>
                  </a:lnTo>
                  <a:lnTo>
                    <a:pt x="3980706" y="9759"/>
                  </a:lnTo>
                  <a:lnTo>
                    <a:pt x="4002404" y="7151"/>
                  </a:lnTo>
                  <a:lnTo>
                    <a:pt x="4013098" y="5978"/>
                  </a:lnTo>
                  <a:lnTo>
                    <a:pt x="4016255" y="5661"/>
                  </a:lnTo>
                  <a:lnTo>
                    <a:pt x="4016409" y="5647"/>
                  </a:lnTo>
                  <a:lnTo>
                    <a:pt x="4538543" y="5647"/>
                  </a:lnTo>
                  <a:lnTo>
                    <a:pt x="4539415" y="5745"/>
                  </a:lnTo>
                  <a:lnTo>
                    <a:pt x="4545166" y="6444"/>
                  </a:lnTo>
                  <a:lnTo>
                    <a:pt x="4559716" y="8375"/>
                  </a:lnTo>
                  <a:lnTo>
                    <a:pt x="4585854" y="12180"/>
                  </a:lnTo>
                  <a:lnTo>
                    <a:pt x="4625059" y="18458"/>
                  </a:lnTo>
                  <a:lnTo>
                    <a:pt x="4677384" y="27714"/>
                  </a:lnTo>
                  <a:lnTo>
                    <a:pt x="4741531" y="40305"/>
                  </a:lnTo>
                  <a:lnTo>
                    <a:pt x="4815143" y="56432"/>
                  </a:lnTo>
                  <a:lnTo>
                    <a:pt x="4895251" y="76152"/>
                  </a:lnTo>
                  <a:lnTo>
                    <a:pt x="4978758" y="99426"/>
                  </a:lnTo>
                  <a:lnTo>
                    <a:pt x="5062841" y="126178"/>
                  </a:lnTo>
                  <a:lnTo>
                    <a:pt x="5145212" y="156352"/>
                  </a:lnTo>
                  <a:lnTo>
                    <a:pt x="5224223" y="189959"/>
                  </a:lnTo>
                  <a:lnTo>
                    <a:pt x="5298850" y="227105"/>
                  </a:lnTo>
                  <a:lnTo>
                    <a:pt x="5368609" y="268013"/>
                  </a:lnTo>
                  <a:lnTo>
                    <a:pt x="5433432" y="313023"/>
                  </a:lnTo>
                  <a:lnTo>
                    <a:pt x="5493561" y="362594"/>
                  </a:lnTo>
                  <a:lnTo>
                    <a:pt x="5549436" y="417290"/>
                  </a:lnTo>
                  <a:lnTo>
                    <a:pt x="5601625" y="477757"/>
                  </a:lnTo>
                  <a:lnTo>
                    <a:pt x="5650758" y="544695"/>
                  </a:lnTo>
                  <a:lnTo>
                    <a:pt x="5697477" y="618790"/>
                  </a:lnTo>
                  <a:lnTo>
                    <a:pt x="5742401" y="700614"/>
                  </a:lnTo>
                  <a:lnTo>
                    <a:pt x="5784835" y="787780"/>
                  </a:lnTo>
                  <a:lnTo>
                    <a:pt x="5814905" y="855253"/>
                  </a:lnTo>
                  <a:lnTo>
                    <a:pt x="5844718" y="926709"/>
                  </a:lnTo>
                  <a:lnTo>
                    <a:pt x="5874397" y="1002229"/>
                  </a:lnTo>
                  <a:lnTo>
                    <a:pt x="5904046" y="1081852"/>
                  </a:lnTo>
                  <a:lnTo>
                    <a:pt x="5933748" y="1165574"/>
                  </a:lnTo>
                  <a:lnTo>
                    <a:pt x="5963568" y="1253343"/>
                  </a:lnTo>
                  <a:lnTo>
                    <a:pt x="5993557" y="1345055"/>
                  </a:lnTo>
                  <a:lnTo>
                    <a:pt x="6023748" y="1440555"/>
                  </a:lnTo>
                  <a:lnTo>
                    <a:pt x="6054163" y="1539631"/>
                  </a:lnTo>
                  <a:lnTo>
                    <a:pt x="6084809" y="1642017"/>
                  </a:lnTo>
                  <a:lnTo>
                    <a:pt x="6115681" y="1747394"/>
                  </a:lnTo>
                  <a:lnTo>
                    <a:pt x="6146762" y="1855391"/>
                  </a:lnTo>
                  <a:lnTo>
                    <a:pt x="6178029" y="1965593"/>
                  </a:lnTo>
                  <a:lnTo>
                    <a:pt x="6209447" y="2077543"/>
                  </a:lnTo>
                  <a:lnTo>
                    <a:pt x="6240977" y="2190753"/>
                  </a:lnTo>
                  <a:lnTo>
                    <a:pt x="6272574" y="2304710"/>
                  </a:lnTo>
                  <a:lnTo>
                    <a:pt x="6304191" y="2418888"/>
                  </a:lnTo>
                  <a:lnTo>
                    <a:pt x="6335780" y="2532754"/>
                  </a:lnTo>
                  <a:lnTo>
                    <a:pt x="6367293" y="2645785"/>
                  </a:lnTo>
                  <a:lnTo>
                    <a:pt x="6398688" y="2757470"/>
                  </a:lnTo>
                  <a:lnTo>
                    <a:pt x="6429925" y="2867326"/>
                  </a:lnTo>
                  <a:lnTo>
                    <a:pt x="6460973" y="2974904"/>
                  </a:lnTo>
                  <a:lnTo>
                    <a:pt x="6491806" y="3079794"/>
                  </a:lnTo>
                  <a:lnTo>
                    <a:pt x="6522413" y="3181636"/>
                  </a:lnTo>
                  <a:lnTo>
                    <a:pt x="6552789" y="3280118"/>
                  </a:lnTo>
                  <a:lnTo>
                    <a:pt x="6582944" y="3374984"/>
                  </a:lnTo>
                  <a:lnTo>
                    <a:pt x="6612901" y="3466032"/>
                  </a:lnTo>
                  <a:lnTo>
                    <a:pt x="6642697" y="3553115"/>
                  </a:lnTo>
                  <a:lnTo>
                    <a:pt x="6672385" y="3636139"/>
                  </a:lnTo>
                  <a:lnTo>
                    <a:pt x="6702032" y="3715060"/>
                  </a:lnTo>
                  <a:lnTo>
                    <a:pt x="6731727" y="3789881"/>
                  </a:lnTo>
                  <a:lnTo>
                    <a:pt x="6761574" y="3860650"/>
                  </a:lnTo>
                  <a:lnTo>
                    <a:pt x="6786527" y="3916313"/>
                  </a:lnTo>
                  <a:lnTo>
                    <a:pt x="6830230" y="4005938"/>
                  </a:lnTo>
                  <a:lnTo>
                    <a:pt x="6875198" y="4087535"/>
                  </a:lnTo>
                  <a:lnTo>
                    <a:pt x="6921978" y="4161415"/>
                  </a:lnTo>
                  <a:lnTo>
                    <a:pt x="6971189" y="4228157"/>
                  </a:lnTo>
                  <a:lnTo>
                    <a:pt x="7023475" y="4288450"/>
                  </a:lnTo>
                  <a:lnTo>
                    <a:pt x="7079465" y="4342989"/>
                  </a:lnTo>
                  <a:lnTo>
                    <a:pt x="7139723" y="4392422"/>
                  </a:lnTo>
                  <a:lnTo>
                    <a:pt x="7204686" y="4437309"/>
                  </a:lnTo>
                  <a:lnTo>
                    <a:pt x="7274587" y="4478105"/>
                  </a:lnTo>
                  <a:lnTo>
                    <a:pt x="7349349" y="4515147"/>
                  </a:lnTo>
                  <a:lnTo>
                    <a:pt x="7428474" y="4548654"/>
                  </a:lnTo>
                  <a:lnTo>
                    <a:pt x="7510920" y="4578730"/>
                  </a:lnTo>
                  <a:lnTo>
                    <a:pt x="7595021" y="4605383"/>
                  </a:lnTo>
                  <a:lnTo>
                    <a:pt x="7678472" y="4628557"/>
                  </a:lnTo>
                  <a:lnTo>
                    <a:pt x="7758437" y="4648174"/>
                  </a:lnTo>
                  <a:lnTo>
                    <a:pt x="7831817" y="4664198"/>
                  </a:lnTo>
                  <a:lnTo>
                    <a:pt x="7895653" y="4676690"/>
                  </a:lnTo>
                  <a:lnTo>
                    <a:pt x="7947614" y="4685854"/>
                  </a:lnTo>
                  <a:lnTo>
                    <a:pt x="7986437" y="4692054"/>
                  </a:lnTo>
                  <a:lnTo>
                    <a:pt x="8012215" y="4695796"/>
                  </a:lnTo>
                  <a:lnTo>
                    <a:pt x="8026467" y="4697683"/>
                  </a:lnTo>
                  <a:lnTo>
                    <a:pt x="8032019" y="4698356"/>
                  </a:lnTo>
                  <a:lnTo>
                    <a:pt x="8032819" y="4698446"/>
                  </a:lnTo>
                  <a:lnTo>
                    <a:pt x="8554953" y="4698446"/>
                  </a:lnTo>
                  <a:lnTo>
                    <a:pt x="8554953" y="4692799"/>
                  </a:lnTo>
                  <a:lnTo>
                    <a:pt x="8032819" y="4692799"/>
                  </a:lnTo>
                  <a:lnTo>
                    <a:pt x="8031947" y="4692701"/>
                  </a:lnTo>
                  <a:lnTo>
                    <a:pt x="8026196" y="4692002"/>
                  </a:lnTo>
                  <a:lnTo>
                    <a:pt x="8011646" y="4690070"/>
                  </a:lnTo>
                  <a:lnTo>
                    <a:pt x="7985508" y="4686266"/>
                  </a:lnTo>
                  <a:lnTo>
                    <a:pt x="7946303" y="4679987"/>
                  </a:lnTo>
                  <a:lnTo>
                    <a:pt x="7893978" y="4670732"/>
                  </a:lnTo>
                  <a:lnTo>
                    <a:pt x="7829831" y="4658140"/>
                  </a:lnTo>
                  <a:lnTo>
                    <a:pt x="7756219" y="4642014"/>
                  </a:lnTo>
                  <a:lnTo>
                    <a:pt x="7676111" y="4622294"/>
                  </a:lnTo>
                  <a:lnTo>
                    <a:pt x="7592604" y="4599019"/>
                  </a:lnTo>
                  <a:lnTo>
                    <a:pt x="7508521" y="4572267"/>
                  </a:lnTo>
                  <a:lnTo>
                    <a:pt x="7426150" y="4542093"/>
                  </a:lnTo>
                  <a:lnTo>
                    <a:pt x="7347139" y="4508487"/>
                  </a:lnTo>
                  <a:lnTo>
                    <a:pt x="7272511" y="4471341"/>
                  </a:lnTo>
                  <a:lnTo>
                    <a:pt x="7202753" y="4430433"/>
                  </a:lnTo>
                  <a:lnTo>
                    <a:pt x="7137930" y="4385422"/>
                  </a:lnTo>
                  <a:lnTo>
                    <a:pt x="7077801" y="4335851"/>
                  </a:lnTo>
                  <a:lnTo>
                    <a:pt x="7021926" y="4281156"/>
                  </a:lnTo>
                  <a:lnTo>
                    <a:pt x="6969737" y="4220688"/>
                  </a:lnTo>
                  <a:lnTo>
                    <a:pt x="6920604" y="4153750"/>
                  </a:lnTo>
                  <a:lnTo>
                    <a:pt x="6873885" y="4079656"/>
                  </a:lnTo>
                  <a:lnTo>
                    <a:pt x="6828961" y="3997831"/>
                  </a:lnTo>
                  <a:lnTo>
                    <a:pt x="6786527" y="3910665"/>
                  </a:lnTo>
                  <a:lnTo>
                    <a:pt x="6756457" y="3843192"/>
                  </a:lnTo>
                  <a:lnTo>
                    <a:pt x="6726644" y="3771736"/>
                  </a:lnTo>
                  <a:lnTo>
                    <a:pt x="6696965" y="3696216"/>
                  </a:lnTo>
                  <a:lnTo>
                    <a:pt x="6667316" y="3616593"/>
                  </a:lnTo>
                  <a:lnTo>
                    <a:pt x="6637614" y="3532871"/>
                  </a:lnTo>
                  <a:lnTo>
                    <a:pt x="6607794" y="3445102"/>
                  </a:lnTo>
                  <a:lnTo>
                    <a:pt x="6577805" y="3353390"/>
                  </a:lnTo>
                  <a:lnTo>
                    <a:pt x="6547614" y="3257890"/>
                  </a:lnTo>
                  <a:lnTo>
                    <a:pt x="6517199" y="3158814"/>
                  </a:lnTo>
                  <a:lnTo>
                    <a:pt x="6486553" y="3056428"/>
                  </a:lnTo>
                  <a:lnTo>
                    <a:pt x="6455681" y="2951052"/>
                  </a:lnTo>
                  <a:lnTo>
                    <a:pt x="6424600" y="2843054"/>
                  </a:lnTo>
                  <a:lnTo>
                    <a:pt x="6393333" y="2732853"/>
                  </a:lnTo>
                  <a:lnTo>
                    <a:pt x="6361915" y="2620902"/>
                  </a:lnTo>
                  <a:lnTo>
                    <a:pt x="6330385" y="2507692"/>
                  </a:lnTo>
                  <a:lnTo>
                    <a:pt x="6298788" y="2393735"/>
                  </a:lnTo>
                  <a:lnTo>
                    <a:pt x="6267171" y="2279558"/>
                  </a:lnTo>
                  <a:lnTo>
                    <a:pt x="6235582" y="2165691"/>
                  </a:lnTo>
                  <a:lnTo>
                    <a:pt x="6204069" y="2052661"/>
                  </a:lnTo>
                  <a:lnTo>
                    <a:pt x="6172674" y="1940975"/>
                  </a:lnTo>
                  <a:lnTo>
                    <a:pt x="6141437" y="1831119"/>
                  </a:lnTo>
                  <a:lnTo>
                    <a:pt x="6110389" y="1723541"/>
                  </a:lnTo>
                  <a:lnTo>
                    <a:pt x="6079556" y="1618651"/>
                  </a:lnTo>
                  <a:lnTo>
                    <a:pt x="6048949" y="1516810"/>
                  </a:lnTo>
                  <a:lnTo>
                    <a:pt x="6018573" y="1418328"/>
                  </a:lnTo>
                  <a:lnTo>
                    <a:pt x="5988418" y="1323462"/>
                  </a:lnTo>
                  <a:lnTo>
                    <a:pt x="5958461" y="1232413"/>
                  </a:lnTo>
                  <a:lnTo>
                    <a:pt x="5928665" y="1145330"/>
                  </a:lnTo>
                  <a:lnTo>
                    <a:pt x="5898977" y="1062307"/>
                  </a:lnTo>
                  <a:lnTo>
                    <a:pt x="5869330" y="983386"/>
                  </a:lnTo>
                  <a:lnTo>
                    <a:pt x="5839635" y="908564"/>
                  </a:lnTo>
                  <a:lnTo>
                    <a:pt x="5809788" y="837795"/>
                  </a:lnTo>
                  <a:lnTo>
                    <a:pt x="5784835" y="782133"/>
                  </a:lnTo>
                  <a:lnTo>
                    <a:pt x="5741132" y="692507"/>
                  </a:lnTo>
                  <a:lnTo>
                    <a:pt x="5696164" y="610911"/>
                  </a:lnTo>
                  <a:lnTo>
                    <a:pt x="5649384" y="537031"/>
                  </a:lnTo>
                  <a:lnTo>
                    <a:pt x="5600173" y="470288"/>
                  </a:lnTo>
                  <a:lnTo>
                    <a:pt x="5547887" y="409996"/>
                  </a:lnTo>
                  <a:lnTo>
                    <a:pt x="5491897" y="355456"/>
                  </a:lnTo>
                  <a:lnTo>
                    <a:pt x="5431639" y="306023"/>
                  </a:lnTo>
                  <a:lnTo>
                    <a:pt x="5366676" y="261136"/>
                  </a:lnTo>
                  <a:lnTo>
                    <a:pt x="5296775" y="220341"/>
                  </a:lnTo>
                  <a:lnTo>
                    <a:pt x="5222013" y="183298"/>
                  </a:lnTo>
                  <a:lnTo>
                    <a:pt x="5142888" y="149791"/>
                  </a:lnTo>
                  <a:lnTo>
                    <a:pt x="5060442" y="119715"/>
                  </a:lnTo>
                  <a:lnTo>
                    <a:pt x="4976341" y="93062"/>
                  </a:lnTo>
                  <a:lnTo>
                    <a:pt x="4892890" y="69889"/>
                  </a:lnTo>
                  <a:lnTo>
                    <a:pt x="4812925" y="50272"/>
                  </a:lnTo>
                  <a:lnTo>
                    <a:pt x="4739545" y="34248"/>
                  </a:lnTo>
                  <a:lnTo>
                    <a:pt x="4675709" y="21756"/>
                  </a:lnTo>
                  <a:lnTo>
                    <a:pt x="4623748" y="12592"/>
                  </a:lnTo>
                  <a:lnTo>
                    <a:pt x="4584925" y="6392"/>
                  </a:lnTo>
                  <a:lnTo>
                    <a:pt x="4559147" y="2649"/>
                  </a:lnTo>
                  <a:lnTo>
                    <a:pt x="4544895" y="762"/>
                  </a:lnTo>
                  <a:lnTo>
                    <a:pt x="4539343" y="89"/>
                  </a:lnTo>
                  <a:lnTo>
                    <a:pt x="4538543" y="0"/>
                  </a:lnTo>
                  <a:lnTo>
                    <a:pt x="4016409" y="0"/>
                  </a:lnTo>
                  <a:lnTo>
                    <a:pt x="4015488" y="88"/>
                  </a:lnTo>
                  <a:lnTo>
                    <a:pt x="4009418" y="722"/>
                  </a:lnTo>
                  <a:lnTo>
                    <a:pt x="3994088" y="2474"/>
                  </a:lnTo>
                  <a:lnTo>
                    <a:pt x="3966608" y="5923"/>
                  </a:lnTo>
                  <a:lnTo>
                    <a:pt x="3925512" y="11609"/>
                  </a:lnTo>
                  <a:lnTo>
                    <a:pt x="3870872" y="19979"/>
                  </a:lnTo>
                  <a:lnTo>
                    <a:pt x="3804193" y="31342"/>
                  </a:lnTo>
                  <a:lnTo>
                    <a:pt x="3728072" y="45862"/>
                  </a:lnTo>
                  <a:lnTo>
                    <a:pt x="3645696" y="63577"/>
                  </a:lnTo>
                  <a:lnTo>
                    <a:pt x="3560317" y="84443"/>
                  </a:lnTo>
                  <a:lnTo>
                    <a:pt x="3474833" y="108389"/>
                  </a:lnTo>
                  <a:lnTo>
                    <a:pt x="3391534" y="135375"/>
                  </a:lnTo>
                  <a:lnTo>
                    <a:pt x="3312016" y="165428"/>
                  </a:lnTo>
                  <a:lnTo>
                    <a:pt x="3237217" y="198668"/>
                  </a:lnTo>
                  <a:lnTo>
                    <a:pt x="3167527" y="235323"/>
                  </a:lnTo>
                  <a:lnTo>
                    <a:pt x="3102914" y="275733"/>
                  </a:lnTo>
                  <a:lnTo>
                    <a:pt x="3043055" y="320340"/>
                  </a:lnTo>
                  <a:lnTo>
                    <a:pt x="2987432" y="369683"/>
                  </a:lnTo>
                  <a:lnTo>
                    <a:pt x="2935419" y="424368"/>
                  </a:lnTo>
                  <a:lnTo>
                    <a:pt x="2886338" y="485031"/>
                  </a:lnTo>
                  <a:lnTo>
                    <a:pt x="2839516" y="552268"/>
                  </a:lnTo>
                  <a:lnTo>
                    <a:pt x="2794322" y="626525"/>
                  </a:lnTo>
                  <a:lnTo>
                    <a:pt x="2770117" y="670130"/>
                  </a:lnTo>
                  <a:lnTo>
                    <a:pt x="2737911" y="732200"/>
                  </a:lnTo>
                  <a:lnTo>
                    <a:pt x="2705989" y="798195"/>
                  </a:lnTo>
                  <a:lnTo>
                    <a:pt x="2674202" y="868193"/>
                  </a:lnTo>
                  <a:lnTo>
                    <a:pt x="2642428" y="942230"/>
                  </a:lnTo>
                  <a:lnTo>
                    <a:pt x="2610571" y="1020288"/>
                  </a:lnTo>
                  <a:lnTo>
                    <a:pt x="2578554" y="1102295"/>
                  </a:lnTo>
                  <a:lnTo>
                    <a:pt x="2546326" y="1188122"/>
                  </a:lnTo>
                  <a:lnTo>
                    <a:pt x="2513851" y="1277575"/>
                  </a:lnTo>
                  <a:lnTo>
                    <a:pt x="2481114" y="1370403"/>
                  </a:lnTo>
                  <a:lnTo>
                    <a:pt x="2448113" y="1466289"/>
                  </a:lnTo>
                  <a:lnTo>
                    <a:pt x="2414866" y="1564861"/>
                  </a:lnTo>
                  <a:lnTo>
                    <a:pt x="2381399" y="1665692"/>
                  </a:lnTo>
                  <a:lnTo>
                    <a:pt x="2347753" y="1768309"/>
                  </a:lnTo>
                  <a:lnTo>
                    <a:pt x="2313974" y="1872199"/>
                  </a:lnTo>
                  <a:lnTo>
                    <a:pt x="2280119" y="1976825"/>
                  </a:lnTo>
                  <a:lnTo>
                    <a:pt x="2246245" y="2081630"/>
                  </a:lnTo>
                  <a:lnTo>
                    <a:pt x="2212410" y="2186054"/>
                  </a:lnTo>
                  <a:lnTo>
                    <a:pt x="2178674" y="2289548"/>
                  </a:lnTo>
                  <a:lnTo>
                    <a:pt x="2145087" y="2391580"/>
                  </a:lnTo>
                  <a:lnTo>
                    <a:pt x="2111695" y="2491651"/>
                  </a:lnTo>
                  <a:lnTo>
                    <a:pt x="2078533" y="2589304"/>
                  </a:lnTo>
                  <a:lnTo>
                    <a:pt x="2045627" y="2684130"/>
                  </a:lnTo>
                  <a:lnTo>
                    <a:pt x="2012984" y="2775777"/>
                  </a:lnTo>
                  <a:lnTo>
                    <a:pt x="1980601" y="2863953"/>
                  </a:lnTo>
                  <a:lnTo>
                    <a:pt x="1948454" y="2948425"/>
                  </a:lnTo>
                  <a:lnTo>
                    <a:pt x="1916502" y="3029024"/>
                  </a:lnTo>
                  <a:lnTo>
                    <a:pt x="1884684" y="3105641"/>
                  </a:lnTo>
                  <a:lnTo>
                    <a:pt x="1852918" y="3178225"/>
                  </a:lnTo>
                  <a:lnTo>
                    <a:pt x="1821098" y="3246777"/>
                  </a:lnTo>
                  <a:lnTo>
                    <a:pt x="1789093" y="3311349"/>
                  </a:lnTo>
                  <a:lnTo>
                    <a:pt x="1768425" y="3350654"/>
                  </a:lnTo>
                  <a:lnTo>
                    <a:pt x="1723888" y="3428826"/>
                  </a:lnTo>
                  <a:lnTo>
                    <a:pt x="1678028" y="3499860"/>
                  </a:lnTo>
                  <a:lnTo>
                    <a:pt x="1630264" y="3564048"/>
                  </a:lnTo>
                  <a:lnTo>
                    <a:pt x="1579938" y="3621921"/>
                  </a:lnTo>
                  <a:lnTo>
                    <a:pt x="1526369" y="3674105"/>
                  </a:lnTo>
                  <a:lnTo>
                    <a:pt x="1468898" y="3721229"/>
                  </a:lnTo>
                  <a:lnTo>
                    <a:pt x="1406937" y="3763871"/>
                  </a:lnTo>
                  <a:lnTo>
                    <a:pt x="1340047" y="3802529"/>
                  </a:lnTo>
                  <a:lnTo>
                    <a:pt x="1268021" y="3837600"/>
                  </a:lnTo>
                  <a:lnTo>
                    <a:pt x="1191004" y="3869372"/>
                  </a:lnTo>
                  <a:lnTo>
                    <a:pt x="1109617" y="3898025"/>
                  </a:lnTo>
                  <a:lnTo>
                    <a:pt x="1025088" y="3923634"/>
                  </a:lnTo>
                  <a:lnTo>
                    <a:pt x="939327" y="3946191"/>
                  </a:lnTo>
                  <a:lnTo>
                    <a:pt x="854922" y="3965636"/>
                  </a:lnTo>
                  <a:lnTo>
                    <a:pt x="774972" y="3981905"/>
                  </a:lnTo>
                  <a:lnTo>
                    <a:pt x="702761" y="3994982"/>
                  </a:lnTo>
                  <a:lnTo>
                    <a:pt x="641276" y="4004958"/>
                  </a:lnTo>
                  <a:lnTo>
                    <a:pt x="592673" y="4012063"/>
                  </a:lnTo>
                  <a:lnTo>
                    <a:pt x="557836" y="4016673"/>
                  </a:lnTo>
                  <a:lnTo>
                    <a:pt x="536138" y="4019281"/>
                  </a:lnTo>
                  <a:lnTo>
                    <a:pt x="525444" y="4020454"/>
                  </a:lnTo>
                  <a:lnTo>
                    <a:pt x="522287" y="4020771"/>
                  </a:lnTo>
                  <a:lnTo>
                    <a:pt x="522133" y="4020785"/>
                  </a:lnTo>
                  <a:lnTo>
                    <a:pt x="0" y="4020785"/>
                  </a:lnTo>
                  <a:close/>
                </a:path>
              </a:pathLst>
            </a:custGeom>
            <a:solidFill>
              <a:srgbClr val="D9B26F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1668" name="pl1668"/>
            <p:cNvSpPr/>
            <p:nvPr/>
          </p:nvSpPr>
          <p:spPr>
            <a:xfrm>
              <a:off x="386606" y="1151662"/>
              <a:ext cx="8554953" cy="4692799"/>
            </a:xfrm>
            <a:custGeom>
              <a:avLst/>
              <a:pathLst>
                <a:path w="8554953" h="4692799">
                  <a:moveTo>
                    <a:pt x="0" y="4020785"/>
                  </a:moveTo>
                  <a:lnTo>
                    <a:pt x="522133" y="4020785"/>
                  </a:lnTo>
                  <a:lnTo>
                    <a:pt x="523055" y="4020696"/>
                  </a:lnTo>
                  <a:lnTo>
                    <a:pt x="529124" y="4020063"/>
                  </a:lnTo>
                  <a:lnTo>
                    <a:pt x="544454" y="4018311"/>
                  </a:lnTo>
                  <a:lnTo>
                    <a:pt x="571934" y="4014862"/>
                  </a:lnTo>
                  <a:lnTo>
                    <a:pt x="613030" y="4009176"/>
                  </a:lnTo>
                  <a:lnTo>
                    <a:pt x="667670" y="4000806"/>
                  </a:lnTo>
                  <a:lnTo>
                    <a:pt x="734349" y="3989443"/>
                  </a:lnTo>
                  <a:lnTo>
                    <a:pt x="810470" y="3974923"/>
                  </a:lnTo>
                  <a:lnTo>
                    <a:pt x="892846" y="3957208"/>
                  </a:lnTo>
                  <a:lnTo>
                    <a:pt x="978225" y="3936342"/>
                  </a:lnTo>
                  <a:lnTo>
                    <a:pt x="1063709" y="3912396"/>
                  </a:lnTo>
                  <a:lnTo>
                    <a:pt x="1147008" y="3885409"/>
                  </a:lnTo>
                  <a:lnTo>
                    <a:pt x="1226526" y="3855357"/>
                  </a:lnTo>
                  <a:lnTo>
                    <a:pt x="1301325" y="3822117"/>
                  </a:lnTo>
                  <a:lnTo>
                    <a:pt x="1371016" y="3785462"/>
                  </a:lnTo>
                  <a:lnTo>
                    <a:pt x="1435628" y="3745052"/>
                  </a:lnTo>
                  <a:lnTo>
                    <a:pt x="1495487" y="3700444"/>
                  </a:lnTo>
                  <a:lnTo>
                    <a:pt x="1551110" y="3651101"/>
                  </a:lnTo>
                  <a:lnTo>
                    <a:pt x="1603124" y="3596417"/>
                  </a:lnTo>
                  <a:lnTo>
                    <a:pt x="1652204" y="3535754"/>
                  </a:lnTo>
                  <a:lnTo>
                    <a:pt x="1699026" y="3468517"/>
                  </a:lnTo>
                  <a:lnTo>
                    <a:pt x="1744220" y="3394260"/>
                  </a:lnTo>
                  <a:lnTo>
                    <a:pt x="1768425" y="3350654"/>
                  </a:lnTo>
                  <a:lnTo>
                    <a:pt x="1800632" y="3288584"/>
                  </a:lnTo>
                  <a:lnTo>
                    <a:pt x="1832553" y="3222590"/>
                  </a:lnTo>
                  <a:lnTo>
                    <a:pt x="1864340" y="3152591"/>
                  </a:lnTo>
                  <a:lnTo>
                    <a:pt x="1896114" y="3078555"/>
                  </a:lnTo>
                  <a:lnTo>
                    <a:pt x="1927972" y="3000497"/>
                  </a:lnTo>
                  <a:lnTo>
                    <a:pt x="1959988" y="2918489"/>
                  </a:lnTo>
                  <a:lnTo>
                    <a:pt x="1992216" y="2832663"/>
                  </a:lnTo>
                  <a:lnTo>
                    <a:pt x="2024691" y="2743210"/>
                  </a:lnTo>
                  <a:lnTo>
                    <a:pt x="2057429" y="2650382"/>
                  </a:lnTo>
                  <a:lnTo>
                    <a:pt x="2090429" y="2554496"/>
                  </a:lnTo>
                  <a:lnTo>
                    <a:pt x="2123676" y="2455924"/>
                  </a:lnTo>
                  <a:lnTo>
                    <a:pt x="2157143" y="2355093"/>
                  </a:lnTo>
                  <a:lnTo>
                    <a:pt x="2190790" y="2252476"/>
                  </a:lnTo>
                  <a:lnTo>
                    <a:pt x="2224568" y="2148585"/>
                  </a:lnTo>
                  <a:lnTo>
                    <a:pt x="2258423" y="2043960"/>
                  </a:lnTo>
                  <a:lnTo>
                    <a:pt x="2292298" y="1939155"/>
                  </a:lnTo>
                  <a:lnTo>
                    <a:pt x="2326132" y="1834730"/>
                  </a:lnTo>
                  <a:lnTo>
                    <a:pt x="2359869" y="1731237"/>
                  </a:lnTo>
                  <a:lnTo>
                    <a:pt x="2393456" y="1629205"/>
                  </a:lnTo>
                  <a:lnTo>
                    <a:pt x="2426848" y="1529134"/>
                  </a:lnTo>
                  <a:lnTo>
                    <a:pt x="2460009" y="1431481"/>
                  </a:lnTo>
                  <a:lnTo>
                    <a:pt x="2492916" y="1336655"/>
                  </a:lnTo>
                  <a:lnTo>
                    <a:pt x="2525558" y="1245008"/>
                  </a:lnTo>
                  <a:lnTo>
                    <a:pt x="2557941" y="1156832"/>
                  </a:lnTo>
                  <a:lnTo>
                    <a:pt x="2590088" y="1072360"/>
                  </a:lnTo>
                  <a:lnTo>
                    <a:pt x="2622040" y="991761"/>
                  </a:lnTo>
                  <a:lnTo>
                    <a:pt x="2653858" y="915144"/>
                  </a:lnTo>
                  <a:lnTo>
                    <a:pt x="2685624" y="842560"/>
                  </a:lnTo>
                  <a:lnTo>
                    <a:pt x="2717444" y="774007"/>
                  </a:lnTo>
                  <a:lnTo>
                    <a:pt x="2749450" y="709436"/>
                  </a:lnTo>
                  <a:lnTo>
                    <a:pt x="2770117" y="670130"/>
                  </a:lnTo>
                  <a:lnTo>
                    <a:pt x="2814655" y="591959"/>
                  </a:lnTo>
                  <a:lnTo>
                    <a:pt x="2860514" y="520925"/>
                  </a:lnTo>
                  <a:lnTo>
                    <a:pt x="2908279" y="456737"/>
                  </a:lnTo>
                  <a:lnTo>
                    <a:pt x="2958604" y="398864"/>
                  </a:lnTo>
                  <a:lnTo>
                    <a:pt x="3012173" y="346680"/>
                  </a:lnTo>
                  <a:lnTo>
                    <a:pt x="3069644" y="299556"/>
                  </a:lnTo>
                  <a:lnTo>
                    <a:pt x="3131605" y="256914"/>
                  </a:lnTo>
                  <a:lnTo>
                    <a:pt x="3198495" y="218256"/>
                  </a:lnTo>
                  <a:lnTo>
                    <a:pt x="3270521" y="183185"/>
                  </a:lnTo>
                  <a:lnTo>
                    <a:pt x="3347539" y="151413"/>
                  </a:lnTo>
                  <a:lnTo>
                    <a:pt x="3428925" y="122760"/>
                  </a:lnTo>
                  <a:lnTo>
                    <a:pt x="3513455" y="97150"/>
                  </a:lnTo>
                  <a:lnTo>
                    <a:pt x="3599215" y="74593"/>
                  </a:lnTo>
                  <a:lnTo>
                    <a:pt x="3683620" y="55148"/>
                  </a:lnTo>
                  <a:lnTo>
                    <a:pt x="3763570" y="38880"/>
                  </a:lnTo>
                  <a:lnTo>
                    <a:pt x="3835781" y="25803"/>
                  </a:lnTo>
                  <a:lnTo>
                    <a:pt x="3897267" y="15827"/>
                  </a:lnTo>
                  <a:lnTo>
                    <a:pt x="3945869" y="8722"/>
                  </a:lnTo>
                  <a:lnTo>
                    <a:pt x="3980706" y="4112"/>
                  </a:lnTo>
                  <a:lnTo>
                    <a:pt x="4002404" y="1503"/>
                  </a:lnTo>
                  <a:lnTo>
                    <a:pt x="4013098" y="331"/>
                  </a:lnTo>
                  <a:lnTo>
                    <a:pt x="4016255" y="14"/>
                  </a:lnTo>
                  <a:lnTo>
                    <a:pt x="4016409" y="0"/>
                  </a:lnTo>
                  <a:lnTo>
                    <a:pt x="4538543" y="0"/>
                  </a:lnTo>
                  <a:lnTo>
                    <a:pt x="4539415" y="98"/>
                  </a:lnTo>
                  <a:lnTo>
                    <a:pt x="4545166" y="797"/>
                  </a:lnTo>
                  <a:lnTo>
                    <a:pt x="4559716" y="2728"/>
                  </a:lnTo>
                  <a:lnTo>
                    <a:pt x="4585854" y="6533"/>
                  </a:lnTo>
                  <a:lnTo>
                    <a:pt x="4625059" y="12811"/>
                  </a:lnTo>
                  <a:lnTo>
                    <a:pt x="4677384" y="22067"/>
                  </a:lnTo>
                  <a:lnTo>
                    <a:pt x="4741531" y="34658"/>
                  </a:lnTo>
                  <a:lnTo>
                    <a:pt x="4815143" y="50785"/>
                  </a:lnTo>
                  <a:lnTo>
                    <a:pt x="4895251" y="70504"/>
                  </a:lnTo>
                  <a:lnTo>
                    <a:pt x="4978758" y="93779"/>
                  </a:lnTo>
                  <a:lnTo>
                    <a:pt x="5062841" y="120531"/>
                  </a:lnTo>
                  <a:lnTo>
                    <a:pt x="5145212" y="150705"/>
                  </a:lnTo>
                  <a:lnTo>
                    <a:pt x="5224223" y="184311"/>
                  </a:lnTo>
                  <a:lnTo>
                    <a:pt x="5298850" y="221458"/>
                  </a:lnTo>
                  <a:lnTo>
                    <a:pt x="5368609" y="262365"/>
                  </a:lnTo>
                  <a:lnTo>
                    <a:pt x="5433432" y="307376"/>
                  </a:lnTo>
                  <a:lnTo>
                    <a:pt x="5493561" y="356947"/>
                  </a:lnTo>
                  <a:lnTo>
                    <a:pt x="5549436" y="411642"/>
                  </a:lnTo>
                  <a:lnTo>
                    <a:pt x="5601625" y="472110"/>
                  </a:lnTo>
                  <a:lnTo>
                    <a:pt x="5650758" y="539048"/>
                  </a:lnTo>
                  <a:lnTo>
                    <a:pt x="5697477" y="613142"/>
                  </a:lnTo>
                  <a:lnTo>
                    <a:pt x="5742401" y="694967"/>
                  </a:lnTo>
                  <a:lnTo>
                    <a:pt x="5784835" y="782133"/>
                  </a:lnTo>
                  <a:lnTo>
                    <a:pt x="5814905" y="849606"/>
                  </a:lnTo>
                  <a:lnTo>
                    <a:pt x="5844718" y="921062"/>
                  </a:lnTo>
                  <a:lnTo>
                    <a:pt x="5874397" y="996582"/>
                  </a:lnTo>
                  <a:lnTo>
                    <a:pt x="5904046" y="1076205"/>
                  </a:lnTo>
                  <a:lnTo>
                    <a:pt x="5933748" y="1159927"/>
                  </a:lnTo>
                  <a:lnTo>
                    <a:pt x="5963568" y="1247696"/>
                  </a:lnTo>
                  <a:lnTo>
                    <a:pt x="5993557" y="1339408"/>
                  </a:lnTo>
                  <a:lnTo>
                    <a:pt x="6023748" y="1434908"/>
                  </a:lnTo>
                  <a:lnTo>
                    <a:pt x="6054163" y="1533984"/>
                  </a:lnTo>
                  <a:lnTo>
                    <a:pt x="6084809" y="1636370"/>
                  </a:lnTo>
                  <a:lnTo>
                    <a:pt x="6115681" y="1741747"/>
                  </a:lnTo>
                  <a:lnTo>
                    <a:pt x="6146762" y="1849744"/>
                  </a:lnTo>
                  <a:lnTo>
                    <a:pt x="6178029" y="1959945"/>
                  </a:lnTo>
                  <a:lnTo>
                    <a:pt x="6209447" y="2071896"/>
                  </a:lnTo>
                  <a:lnTo>
                    <a:pt x="6240977" y="2185106"/>
                  </a:lnTo>
                  <a:lnTo>
                    <a:pt x="6272574" y="2299063"/>
                  </a:lnTo>
                  <a:lnTo>
                    <a:pt x="6304191" y="2413241"/>
                  </a:lnTo>
                  <a:lnTo>
                    <a:pt x="6335780" y="2527107"/>
                  </a:lnTo>
                  <a:lnTo>
                    <a:pt x="6367293" y="2640138"/>
                  </a:lnTo>
                  <a:lnTo>
                    <a:pt x="6398688" y="2751823"/>
                  </a:lnTo>
                  <a:lnTo>
                    <a:pt x="6429925" y="2861679"/>
                  </a:lnTo>
                  <a:lnTo>
                    <a:pt x="6460973" y="2969257"/>
                  </a:lnTo>
                  <a:lnTo>
                    <a:pt x="6491806" y="3074147"/>
                  </a:lnTo>
                  <a:lnTo>
                    <a:pt x="6522413" y="3175989"/>
                  </a:lnTo>
                  <a:lnTo>
                    <a:pt x="6552789" y="3274471"/>
                  </a:lnTo>
                  <a:lnTo>
                    <a:pt x="6582944" y="3369337"/>
                  </a:lnTo>
                  <a:lnTo>
                    <a:pt x="6612901" y="3460385"/>
                  </a:lnTo>
                  <a:lnTo>
                    <a:pt x="6642697" y="3547468"/>
                  </a:lnTo>
                  <a:lnTo>
                    <a:pt x="6672385" y="3630492"/>
                  </a:lnTo>
                  <a:lnTo>
                    <a:pt x="6702032" y="3709412"/>
                  </a:lnTo>
                  <a:lnTo>
                    <a:pt x="6731727" y="3784234"/>
                  </a:lnTo>
                  <a:lnTo>
                    <a:pt x="6761574" y="3855003"/>
                  </a:lnTo>
                  <a:lnTo>
                    <a:pt x="6786527" y="3910665"/>
                  </a:lnTo>
                  <a:lnTo>
                    <a:pt x="6830230" y="4000291"/>
                  </a:lnTo>
                  <a:lnTo>
                    <a:pt x="6875198" y="4081888"/>
                  </a:lnTo>
                  <a:lnTo>
                    <a:pt x="6921978" y="4155768"/>
                  </a:lnTo>
                  <a:lnTo>
                    <a:pt x="6971189" y="4222510"/>
                  </a:lnTo>
                  <a:lnTo>
                    <a:pt x="7023475" y="4282803"/>
                  </a:lnTo>
                  <a:lnTo>
                    <a:pt x="7079465" y="4337342"/>
                  </a:lnTo>
                  <a:lnTo>
                    <a:pt x="7139723" y="4386775"/>
                  </a:lnTo>
                  <a:lnTo>
                    <a:pt x="7204686" y="4431662"/>
                  </a:lnTo>
                  <a:lnTo>
                    <a:pt x="7274587" y="4472458"/>
                  </a:lnTo>
                  <a:lnTo>
                    <a:pt x="7349349" y="4509500"/>
                  </a:lnTo>
                  <a:lnTo>
                    <a:pt x="7428474" y="4543007"/>
                  </a:lnTo>
                  <a:lnTo>
                    <a:pt x="7510920" y="4573083"/>
                  </a:lnTo>
                  <a:lnTo>
                    <a:pt x="7595021" y="4599736"/>
                  </a:lnTo>
                  <a:lnTo>
                    <a:pt x="7678472" y="4622909"/>
                  </a:lnTo>
                  <a:lnTo>
                    <a:pt x="7758437" y="4642527"/>
                  </a:lnTo>
                  <a:lnTo>
                    <a:pt x="7831817" y="4658551"/>
                  </a:lnTo>
                  <a:lnTo>
                    <a:pt x="7895653" y="4671042"/>
                  </a:lnTo>
                  <a:lnTo>
                    <a:pt x="7947614" y="4680206"/>
                  </a:lnTo>
                  <a:lnTo>
                    <a:pt x="7986437" y="4686406"/>
                  </a:lnTo>
                  <a:lnTo>
                    <a:pt x="8012215" y="4690149"/>
                  </a:lnTo>
                  <a:lnTo>
                    <a:pt x="8026467" y="4692036"/>
                  </a:lnTo>
                  <a:lnTo>
                    <a:pt x="8032019" y="4692709"/>
                  </a:lnTo>
                  <a:lnTo>
                    <a:pt x="8032819" y="4692799"/>
                  </a:lnTo>
                  <a:lnTo>
                    <a:pt x="8554953" y="4692799"/>
                  </a:lnTo>
                  <a:lnTo>
                    <a:pt x="8554953" y="4692799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669" name="pl1669"/>
            <p:cNvSpPr/>
            <p:nvPr/>
          </p:nvSpPr>
          <p:spPr>
            <a:xfrm>
              <a:off x="386606" y="1146015"/>
              <a:ext cx="8554953" cy="4692799"/>
            </a:xfrm>
            <a:custGeom>
              <a:avLst/>
              <a:pathLst>
                <a:path w="8554953" h="4692799">
                  <a:moveTo>
                    <a:pt x="8554953" y="4692799"/>
                  </a:moveTo>
                  <a:lnTo>
                    <a:pt x="8032819" y="4692799"/>
                  </a:lnTo>
                  <a:lnTo>
                    <a:pt x="8031947" y="4692701"/>
                  </a:lnTo>
                  <a:lnTo>
                    <a:pt x="8026196" y="4692002"/>
                  </a:lnTo>
                  <a:lnTo>
                    <a:pt x="8011646" y="4690070"/>
                  </a:lnTo>
                  <a:lnTo>
                    <a:pt x="7985508" y="4686266"/>
                  </a:lnTo>
                  <a:lnTo>
                    <a:pt x="7946303" y="4679987"/>
                  </a:lnTo>
                  <a:lnTo>
                    <a:pt x="7893978" y="4670732"/>
                  </a:lnTo>
                  <a:lnTo>
                    <a:pt x="7829831" y="4658140"/>
                  </a:lnTo>
                  <a:lnTo>
                    <a:pt x="7756219" y="4642014"/>
                  </a:lnTo>
                  <a:lnTo>
                    <a:pt x="7676111" y="4622294"/>
                  </a:lnTo>
                  <a:lnTo>
                    <a:pt x="7592604" y="4599019"/>
                  </a:lnTo>
                  <a:lnTo>
                    <a:pt x="7508521" y="4572267"/>
                  </a:lnTo>
                  <a:lnTo>
                    <a:pt x="7426150" y="4542093"/>
                  </a:lnTo>
                  <a:lnTo>
                    <a:pt x="7347139" y="4508487"/>
                  </a:lnTo>
                  <a:lnTo>
                    <a:pt x="7272511" y="4471341"/>
                  </a:lnTo>
                  <a:lnTo>
                    <a:pt x="7202753" y="4430433"/>
                  </a:lnTo>
                  <a:lnTo>
                    <a:pt x="7137930" y="4385422"/>
                  </a:lnTo>
                  <a:lnTo>
                    <a:pt x="7077801" y="4335851"/>
                  </a:lnTo>
                  <a:lnTo>
                    <a:pt x="7021926" y="4281156"/>
                  </a:lnTo>
                  <a:lnTo>
                    <a:pt x="6969737" y="4220688"/>
                  </a:lnTo>
                  <a:lnTo>
                    <a:pt x="6920604" y="4153750"/>
                  </a:lnTo>
                  <a:lnTo>
                    <a:pt x="6873885" y="4079656"/>
                  </a:lnTo>
                  <a:lnTo>
                    <a:pt x="6828961" y="3997831"/>
                  </a:lnTo>
                  <a:lnTo>
                    <a:pt x="6786527" y="3910665"/>
                  </a:lnTo>
                  <a:lnTo>
                    <a:pt x="6756457" y="3843192"/>
                  </a:lnTo>
                  <a:lnTo>
                    <a:pt x="6726644" y="3771736"/>
                  </a:lnTo>
                  <a:lnTo>
                    <a:pt x="6696965" y="3696216"/>
                  </a:lnTo>
                  <a:lnTo>
                    <a:pt x="6667316" y="3616593"/>
                  </a:lnTo>
                  <a:lnTo>
                    <a:pt x="6637614" y="3532871"/>
                  </a:lnTo>
                  <a:lnTo>
                    <a:pt x="6607794" y="3445102"/>
                  </a:lnTo>
                  <a:lnTo>
                    <a:pt x="6577805" y="3353390"/>
                  </a:lnTo>
                  <a:lnTo>
                    <a:pt x="6547614" y="3257890"/>
                  </a:lnTo>
                  <a:lnTo>
                    <a:pt x="6517199" y="3158814"/>
                  </a:lnTo>
                  <a:lnTo>
                    <a:pt x="6486553" y="3056428"/>
                  </a:lnTo>
                  <a:lnTo>
                    <a:pt x="6455681" y="2951052"/>
                  </a:lnTo>
                  <a:lnTo>
                    <a:pt x="6424600" y="2843054"/>
                  </a:lnTo>
                  <a:lnTo>
                    <a:pt x="6393333" y="2732853"/>
                  </a:lnTo>
                  <a:lnTo>
                    <a:pt x="6361915" y="2620902"/>
                  </a:lnTo>
                  <a:lnTo>
                    <a:pt x="6330385" y="2507692"/>
                  </a:lnTo>
                  <a:lnTo>
                    <a:pt x="6298788" y="2393735"/>
                  </a:lnTo>
                  <a:lnTo>
                    <a:pt x="6267171" y="2279558"/>
                  </a:lnTo>
                  <a:lnTo>
                    <a:pt x="6235582" y="2165691"/>
                  </a:lnTo>
                  <a:lnTo>
                    <a:pt x="6204069" y="2052661"/>
                  </a:lnTo>
                  <a:lnTo>
                    <a:pt x="6172674" y="1940975"/>
                  </a:lnTo>
                  <a:lnTo>
                    <a:pt x="6141437" y="1831119"/>
                  </a:lnTo>
                  <a:lnTo>
                    <a:pt x="6110389" y="1723541"/>
                  </a:lnTo>
                  <a:lnTo>
                    <a:pt x="6079556" y="1618651"/>
                  </a:lnTo>
                  <a:lnTo>
                    <a:pt x="6048949" y="1516810"/>
                  </a:lnTo>
                  <a:lnTo>
                    <a:pt x="6018573" y="1418328"/>
                  </a:lnTo>
                  <a:lnTo>
                    <a:pt x="5988418" y="1323462"/>
                  </a:lnTo>
                  <a:lnTo>
                    <a:pt x="5958461" y="1232413"/>
                  </a:lnTo>
                  <a:lnTo>
                    <a:pt x="5928665" y="1145330"/>
                  </a:lnTo>
                  <a:lnTo>
                    <a:pt x="5898977" y="1062307"/>
                  </a:lnTo>
                  <a:lnTo>
                    <a:pt x="5869330" y="983386"/>
                  </a:lnTo>
                  <a:lnTo>
                    <a:pt x="5839635" y="908564"/>
                  </a:lnTo>
                  <a:lnTo>
                    <a:pt x="5809788" y="837795"/>
                  </a:lnTo>
                  <a:lnTo>
                    <a:pt x="5784835" y="782133"/>
                  </a:lnTo>
                  <a:lnTo>
                    <a:pt x="5741132" y="692507"/>
                  </a:lnTo>
                  <a:lnTo>
                    <a:pt x="5696164" y="610911"/>
                  </a:lnTo>
                  <a:lnTo>
                    <a:pt x="5649384" y="537031"/>
                  </a:lnTo>
                  <a:lnTo>
                    <a:pt x="5600173" y="470288"/>
                  </a:lnTo>
                  <a:lnTo>
                    <a:pt x="5547887" y="409996"/>
                  </a:lnTo>
                  <a:lnTo>
                    <a:pt x="5491897" y="355456"/>
                  </a:lnTo>
                  <a:lnTo>
                    <a:pt x="5431639" y="306023"/>
                  </a:lnTo>
                  <a:lnTo>
                    <a:pt x="5366676" y="261136"/>
                  </a:lnTo>
                  <a:lnTo>
                    <a:pt x="5296775" y="220341"/>
                  </a:lnTo>
                  <a:lnTo>
                    <a:pt x="5222013" y="183298"/>
                  </a:lnTo>
                  <a:lnTo>
                    <a:pt x="5142888" y="149791"/>
                  </a:lnTo>
                  <a:lnTo>
                    <a:pt x="5060442" y="119715"/>
                  </a:lnTo>
                  <a:lnTo>
                    <a:pt x="4976341" y="93062"/>
                  </a:lnTo>
                  <a:lnTo>
                    <a:pt x="4892890" y="69889"/>
                  </a:lnTo>
                  <a:lnTo>
                    <a:pt x="4812925" y="50272"/>
                  </a:lnTo>
                  <a:lnTo>
                    <a:pt x="4739545" y="34248"/>
                  </a:lnTo>
                  <a:lnTo>
                    <a:pt x="4675709" y="21756"/>
                  </a:lnTo>
                  <a:lnTo>
                    <a:pt x="4623748" y="12592"/>
                  </a:lnTo>
                  <a:lnTo>
                    <a:pt x="4584925" y="6392"/>
                  </a:lnTo>
                  <a:lnTo>
                    <a:pt x="4559147" y="2649"/>
                  </a:lnTo>
                  <a:lnTo>
                    <a:pt x="4544895" y="762"/>
                  </a:lnTo>
                  <a:lnTo>
                    <a:pt x="4539343" y="89"/>
                  </a:lnTo>
                  <a:lnTo>
                    <a:pt x="4538543" y="0"/>
                  </a:lnTo>
                  <a:lnTo>
                    <a:pt x="4016409" y="0"/>
                  </a:lnTo>
                  <a:lnTo>
                    <a:pt x="4015488" y="88"/>
                  </a:lnTo>
                  <a:lnTo>
                    <a:pt x="4009418" y="722"/>
                  </a:lnTo>
                  <a:lnTo>
                    <a:pt x="3994088" y="2474"/>
                  </a:lnTo>
                  <a:lnTo>
                    <a:pt x="3966608" y="5923"/>
                  </a:lnTo>
                  <a:lnTo>
                    <a:pt x="3925512" y="11609"/>
                  </a:lnTo>
                  <a:lnTo>
                    <a:pt x="3870872" y="19979"/>
                  </a:lnTo>
                  <a:lnTo>
                    <a:pt x="3804193" y="31342"/>
                  </a:lnTo>
                  <a:lnTo>
                    <a:pt x="3728072" y="45862"/>
                  </a:lnTo>
                  <a:lnTo>
                    <a:pt x="3645696" y="63577"/>
                  </a:lnTo>
                  <a:lnTo>
                    <a:pt x="3560317" y="84443"/>
                  </a:lnTo>
                  <a:lnTo>
                    <a:pt x="3474833" y="108389"/>
                  </a:lnTo>
                  <a:lnTo>
                    <a:pt x="3391534" y="135375"/>
                  </a:lnTo>
                  <a:lnTo>
                    <a:pt x="3312016" y="165428"/>
                  </a:lnTo>
                  <a:lnTo>
                    <a:pt x="3237217" y="198668"/>
                  </a:lnTo>
                  <a:lnTo>
                    <a:pt x="3167527" y="235323"/>
                  </a:lnTo>
                  <a:lnTo>
                    <a:pt x="3102914" y="275733"/>
                  </a:lnTo>
                  <a:lnTo>
                    <a:pt x="3043055" y="320340"/>
                  </a:lnTo>
                  <a:lnTo>
                    <a:pt x="2987432" y="369683"/>
                  </a:lnTo>
                  <a:lnTo>
                    <a:pt x="2935419" y="424368"/>
                  </a:lnTo>
                  <a:lnTo>
                    <a:pt x="2886338" y="485031"/>
                  </a:lnTo>
                  <a:lnTo>
                    <a:pt x="2839516" y="552268"/>
                  </a:lnTo>
                  <a:lnTo>
                    <a:pt x="2794322" y="626525"/>
                  </a:lnTo>
                  <a:lnTo>
                    <a:pt x="2770117" y="670130"/>
                  </a:lnTo>
                  <a:lnTo>
                    <a:pt x="2737911" y="732200"/>
                  </a:lnTo>
                  <a:lnTo>
                    <a:pt x="2705989" y="798195"/>
                  </a:lnTo>
                  <a:lnTo>
                    <a:pt x="2674202" y="868193"/>
                  </a:lnTo>
                  <a:lnTo>
                    <a:pt x="2642428" y="942230"/>
                  </a:lnTo>
                  <a:lnTo>
                    <a:pt x="2610571" y="1020288"/>
                  </a:lnTo>
                  <a:lnTo>
                    <a:pt x="2578554" y="1102295"/>
                  </a:lnTo>
                  <a:lnTo>
                    <a:pt x="2546326" y="1188122"/>
                  </a:lnTo>
                  <a:lnTo>
                    <a:pt x="2513851" y="1277575"/>
                  </a:lnTo>
                  <a:lnTo>
                    <a:pt x="2481114" y="1370403"/>
                  </a:lnTo>
                  <a:lnTo>
                    <a:pt x="2448113" y="1466289"/>
                  </a:lnTo>
                  <a:lnTo>
                    <a:pt x="2414866" y="1564861"/>
                  </a:lnTo>
                  <a:lnTo>
                    <a:pt x="2381399" y="1665692"/>
                  </a:lnTo>
                  <a:lnTo>
                    <a:pt x="2347753" y="1768309"/>
                  </a:lnTo>
                  <a:lnTo>
                    <a:pt x="2313974" y="1872199"/>
                  </a:lnTo>
                  <a:lnTo>
                    <a:pt x="2280119" y="1976825"/>
                  </a:lnTo>
                  <a:lnTo>
                    <a:pt x="2246245" y="2081630"/>
                  </a:lnTo>
                  <a:lnTo>
                    <a:pt x="2212410" y="2186054"/>
                  </a:lnTo>
                  <a:lnTo>
                    <a:pt x="2178674" y="2289548"/>
                  </a:lnTo>
                  <a:lnTo>
                    <a:pt x="2145087" y="2391580"/>
                  </a:lnTo>
                  <a:lnTo>
                    <a:pt x="2111695" y="2491651"/>
                  </a:lnTo>
                  <a:lnTo>
                    <a:pt x="2078533" y="2589304"/>
                  </a:lnTo>
                  <a:lnTo>
                    <a:pt x="2045627" y="2684130"/>
                  </a:lnTo>
                  <a:lnTo>
                    <a:pt x="2012984" y="2775777"/>
                  </a:lnTo>
                  <a:lnTo>
                    <a:pt x="1980601" y="2863953"/>
                  </a:lnTo>
                  <a:lnTo>
                    <a:pt x="1948454" y="2948425"/>
                  </a:lnTo>
                  <a:lnTo>
                    <a:pt x="1916502" y="3029024"/>
                  </a:lnTo>
                  <a:lnTo>
                    <a:pt x="1884684" y="3105641"/>
                  </a:lnTo>
                  <a:lnTo>
                    <a:pt x="1852918" y="3178225"/>
                  </a:lnTo>
                  <a:lnTo>
                    <a:pt x="1821098" y="3246777"/>
                  </a:lnTo>
                  <a:lnTo>
                    <a:pt x="1789093" y="3311349"/>
                  </a:lnTo>
                  <a:lnTo>
                    <a:pt x="1768425" y="3350654"/>
                  </a:lnTo>
                  <a:lnTo>
                    <a:pt x="1723888" y="3428826"/>
                  </a:lnTo>
                  <a:lnTo>
                    <a:pt x="1678028" y="3499860"/>
                  </a:lnTo>
                  <a:lnTo>
                    <a:pt x="1630264" y="3564048"/>
                  </a:lnTo>
                  <a:lnTo>
                    <a:pt x="1579938" y="3621921"/>
                  </a:lnTo>
                  <a:lnTo>
                    <a:pt x="1526369" y="3674105"/>
                  </a:lnTo>
                  <a:lnTo>
                    <a:pt x="1468898" y="3721229"/>
                  </a:lnTo>
                  <a:lnTo>
                    <a:pt x="1406937" y="3763871"/>
                  </a:lnTo>
                  <a:lnTo>
                    <a:pt x="1340047" y="3802529"/>
                  </a:lnTo>
                  <a:lnTo>
                    <a:pt x="1268021" y="3837600"/>
                  </a:lnTo>
                  <a:lnTo>
                    <a:pt x="1191004" y="3869372"/>
                  </a:lnTo>
                  <a:lnTo>
                    <a:pt x="1109617" y="3898025"/>
                  </a:lnTo>
                  <a:lnTo>
                    <a:pt x="1025088" y="3923634"/>
                  </a:lnTo>
                  <a:lnTo>
                    <a:pt x="939327" y="3946191"/>
                  </a:lnTo>
                  <a:lnTo>
                    <a:pt x="854922" y="3965636"/>
                  </a:lnTo>
                  <a:lnTo>
                    <a:pt x="774972" y="3981905"/>
                  </a:lnTo>
                  <a:lnTo>
                    <a:pt x="702761" y="3994982"/>
                  </a:lnTo>
                  <a:lnTo>
                    <a:pt x="641276" y="4004958"/>
                  </a:lnTo>
                  <a:lnTo>
                    <a:pt x="592673" y="4012063"/>
                  </a:lnTo>
                  <a:lnTo>
                    <a:pt x="557836" y="4016673"/>
                  </a:lnTo>
                  <a:lnTo>
                    <a:pt x="536138" y="4019281"/>
                  </a:lnTo>
                  <a:lnTo>
                    <a:pt x="525444" y="4020454"/>
                  </a:lnTo>
                  <a:lnTo>
                    <a:pt x="522287" y="4020771"/>
                  </a:lnTo>
                  <a:lnTo>
                    <a:pt x="522133" y="4020785"/>
                  </a:lnTo>
                  <a:lnTo>
                    <a:pt x="0" y="4020785"/>
                  </a:lnTo>
                  <a:lnTo>
                    <a:pt x="0" y="4020785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670" name="pg1670"/>
            <p:cNvSpPr/>
            <p:nvPr/>
          </p:nvSpPr>
          <p:spPr>
            <a:xfrm>
              <a:off x="386606" y="2546513"/>
              <a:ext cx="8554953" cy="2817938"/>
            </a:xfrm>
            <a:custGeom>
              <a:avLst/>
              <a:pathLst>
                <a:path w="8554953" h="2817938">
                  <a:moveTo>
                    <a:pt x="0" y="2817938"/>
                  </a:moveTo>
                  <a:lnTo>
                    <a:pt x="522133" y="2817938"/>
                  </a:lnTo>
                  <a:lnTo>
                    <a:pt x="523285" y="2817860"/>
                  </a:lnTo>
                  <a:lnTo>
                    <a:pt x="530834" y="2817302"/>
                  </a:lnTo>
                  <a:lnTo>
                    <a:pt x="549769" y="2815759"/>
                  </a:lnTo>
                  <a:lnTo>
                    <a:pt x="583380" y="2812728"/>
                  </a:lnTo>
                  <a:lnTo>
                    <a:pt x="632976" y="2807752"/>
                  </a:lnTo>
                  <a:lnTo>
                    <a:pt x="697806" y="2800480"/>
                  </a:lnTo>
                  <a:lnTo>
                    <a:pt x="775328" y="2790695"/>
                  </a:lnTo>
                  <a:lnTo>
                    <a:pt x="861834" y="2778315"/>
                  </a:lnTo>
                  <a:lnTo>
                    <a:pt x="953213" y="2763353"/>
                  </a:lnTo>
                  <a:lnTo>
                    <a:pt x="1045642" y="2745867"/>
                  </a:lnTo>
                  <a:lnTo>
                    <a:pt x="1136039" y="2725903"/>
                  </a:lnTo>
                  <a:lnTo>
                    <a:pt x="1222250" y="2703449"/>
                  </a:lnTo>
                  <a:lnTo>
                    <a:pt x="1303020" y="2678408"/>
                  </a:lnTo>
                  <a:lnTo>
                    <a:pt x="1377849" y="2650580"/>
                  </a:lnTo>
                  <a:lnTo>
                    <a:pt x="1446798" y="2619662"/>
                  </a:lnTo>
                  <a:lnTo>
                    <a:pt x="1510314" y="2585252"/>
                  </a:lnTo>
                  <a:lnTo>
                    <a:pt x="1569082" y="2546864"/>
                  </a:lnTo>
                  <a:lnTo>
                    <a:pt x="1623913" y="2503953"/>
                  </a:lnTo>
                  <a:lnTo>
                    <a:pt x="1675662" y="2455967"/>
                  </a:lnTo>
                  <a:lnTo>
                    <a:pt x="1725156" y="2402430"/>
                  </a:lnTo>
                  <a:lnTo>
                    <a:pt x="1768425" y="2349223"/>
                  </a:lnTo>
                  <a:lnTo>
                    <a:pt x="1805762" y="2298598"/>
                  </a:lnTo>
                  <a:lnTo>
                    <a:pt x="1842750" y="2244264"/>
                  </a:lnTo>
                  <a:lnTo>
                    <a:pt x="1879611" y="2186146"/>
                  </a:lnTo>
                  <a:lnTo>
                    <a:pt x="1916521" y="2124229"/>
                  </a:lnTo>
                  <a:lnTo>
                    <a:pt x="1953610" y="2058564"/>
                  </a:lnTo>
                  <a:lnTo>
                    <a:pt x="1990972" y="1989277"/>
                  </a:lnTo>
                  <a:lnTo>
                    <a:pt x="2028664" y="1916567"/>
                  </a:lnTo>
                  <a:lnTo>
                    <a:pt x="2066710" y="1840715"/>
                  </a:lnTo>
                  <a:lnTo>
                    <a:pt x="2105105" y="1762079"/>
                  </a:lnTo>
                  <a:lnTo>
                    <a:pt x="2143818" y="1681087"/>
                  </a:lnTo>
                  <a:lnTo>
                    <a:pt x="2182796" y="1598232"/>
                  </a:lnTo>
                  <a:lnTo>
                    <a:pt x="2221966" y="1514062"/>
                  </a:lnTo>
                  <a:lnTo>
                    <a:pt x="2261246" y="1429161"/>
                  </a:lnTo>
                  <a:lnTo>
                    <a:pt x="2300545" y="1344135"/>
                  </a:lnTo>
                  <a:lnTo>
                    <a:pt x="2339771" y="1259594"/>
                  </a:lnTo>
                  <a:lnTo>
                    <a:pt x="2378837" y="1176134"/>
                  </a:lnTo>
                  <a:lnTo>
                    <a:pt x="2417665" y="1094319"/>
                  </a:lnTo>
                  <a:lnTo>
                    <a:pt x="2456195" y="1014665"/>
                  </a:lnTo>
                  <a:lnTo>
                    <a:pt x="2494386" y="937629"/>
                  </a:lnTo>
                  <a:lnTo>
                    <a:pt x="2532221" y="863598"/>
                  </a:lnTo>
                  <a:lnTo>
                    <a:pt x="2569713" y="792884"/>
                  </a:lnTo>
                  <a:lnTo>
                    <a:pt x="2606905" y="725721"/>
                  </a:lnTo>
                  <a:lnTo>
                    <a:pt x="2643874" y="662263"/>
                  </a:lnTo>
                  <a:lnTo>
                    <a:pt x="2680737" y="602592"/>
                  </a:lnTo>
                  <a:lnTo>
                    <a:pt x="2717649" y="546719"/>
                  </a:lnTo>
                  <a:lnTo>
                    <a:pt x="2754813" y="494592"/>
                  </a:lnTo>
                  <a:lnTo>
                    <a:pt x="2770117" y="474362"/>
                  </a:lnTo>
                  <a:lnTo>
                    <a:pt x="2818210" y="415594"/>
                  </a:lnTo>
                  <a:lnTo>
                    <a:pt x="2867892" y="362623"/>
                  </a:lnTo>
                  <a:lnTo>
                    <a:pt x="2919909" y="315163"/>
                  </a:lnTo>
                  <a:lnTo>
                    <a:pt x="2975092" y="272725"/>
                  </a:lnTo>
                  <a:lnTo>
                    <a:pt x="3034296" y="234755"/>
                  </a:lnTo>
                  <a:lnTo>
                    <a:pt x="3098322" y="200711"/>
                  </a:lnTo>
                  <a:lnTo>
                    <a:pt x="3167839" y="170116"/>
                  </a:lnTo>
                  <a:lnTo>
                    <a:pt x="3243261" y="142576"/>
                  </a:lnTo>
                  <a:lnTo>
                    <a:pt x="3324603" y="117798"/>
                  </a:lnTo>
                  <a:lnTo>
                    <a:pt x="3411299" y="95594"/>
                  </a:lnTo>
                  <a:lnTo>
                    <a:pt x="3502009" y="75874"/>
                  </a:lnTo>
                  <a:lnTo>
                    <a:pt x="3594485" y="58636"/>
                  </a:lnTo>
                  <a:lnTo>
                    <a:pt x="3685561" y="43927"/>
                  </a:lnTo>
                  <a:lnTo>
                    <a:pt x="3771360" y="31804"/>
                  </a:lnTo>
                  <a:lnTo>
                    <a:pt x="3847778" y="22275"/>
                  </a:lnTo>
                  <a:lnTo>
                    <a:pt x="3911186" y="15242"/>
                  </a:lnTo>
                  <a:lnTo>
                    <a:pt x="3959200" y="10477"/>
                  </a:lnTo>
                  <a:lnTo>
                    <a:pt x="3991264" y="7614"/>
                  </a:lnTo>
                  <a:lnTo>
                    <a:pt x="4008895" y="6192"/>
                  </a:lnTo>
                  <a:lnTo>
                    <a:pt x="4015562" y="5704"/>
                  </a:lnTo>
                  <a:lnTo>
                    <a:pt x="4016409" y="5647"/>
                  </a:lnTo>
                  <a:lnTo>
                    <a:pt x="4538543" y="5647"/>
                  </a:lnTo>
                  <a:lnTo>
                    <a:pt x="4539722" y="5716"/>
                  </a:lnTo>
                  <a:lnTo>
                    <a:pt x="4547442" y="6212"/>
                  </a:lnTo>
                  <a:lnTo>
                    <a:pt x="4566790" y="7582"/>
                  </a:lnTo>
                  <a:lnTo>
                    <a:pt x="4601097" y="10274"/>
                  </a:lnTo>
                  <a:lnTo>
                    <a:pt x="4651646" y="14691"/>
                  </a:lnTo>
                  <a:lnTo>
                    <a:pt x="4717594" y="21139"/>
                  </a:lnTo>
                  <a:lnTo>
                    <a:pt x="4796277" y="29808"/>
                  </a:lnTo>
                  <a:lnTo>
                    <a:pt x="4883859" y="40765"/>
                  </a:lnTo>
                  <a:lnTo>
                    <a:pt x="4976133" y="53994"/>
                  </a:lnTo>
                  <a:lnTo>
                    <a:pt x="5069225" y="69443"/>
                  </a:lnTo>
                  <a:lnTo>
                    <a:pt x="5160050" y="87074"/>
                  </a:lnTo>
                  <a:lnTo>
                    <a:pt x="5246481" y="106902"/>
                  </a:lnTo>
                  <a:lnTo>
                    <a:pt x="5327309" y="129024"/>
                  </a:lnTo>
                  <a:lnTo>
                    <a:pt x="5402086" y="153624"/>
                  </a:lnTo>
                  <a:lnTo>
                    <a:pt x="5470925" y="180981"/>
                  </a:lnTo>
                  <a:lnTo>
                    <a:pt x="5534318" y="211462"/>
                  </a:lnTo>
                  <a:lnTo>
                    <a:pt x="5592987" y="245505"/>
                  </a:lnTo>
                  <a:lnTo>
                    <a:pt x="5647772" y="283600"/>
                  </a:lnTo>
                  <a:lnTo>
                    <a:pt x="5699547" y="326231"/>
                  </a:lnTo>
                  <a:lnTo>
                    <a:pt x="5749150" y="373803"/>
                  </a:lnTo>
                  <a:lnTo>
                    <a:pt x="5784835" y="412243"/>
                  </a:lnTo>
                  <a:lnTo>
                    <a:pt x="5824210" y="458663"/>
                  </a:lnTo>
                  <a:lnTo>
                    <a:pt x="5863211" y="508668"/>
                  </a:lnTo>
                  <a:lnTo>
                    <a:pt x="5902095" y="562330"/>
                  </a:lnTo>
                  <a:lnTo>
                    <a:pt x="5941059" y="619655"/>
                  </a:lnTo>
                  <a:lnTo>
                    <a:pt x="5980249" y="680578"/>
                  </a:lnTo>
                  <a:lnTo>
                    <a:pt x="6019764" y="744952"/>
                  </a:lnTo>
                  <a:lnTo>
                    <a:pt x="6059658" y="812547"/>
                  </a:lnTo>
                  <a:lnTo>
                    <a:pt x="6099947" y="883051"/>
                  </a:lnTo>
                  <a:lnTo>
                    <a:pt x="6140613" y="956069"/>
                  </a:lnTo>
                  <a:lnTo>
                    <a:pt x="6181606" y="1031133"/>
                  </a:lnTo>
                  <a:lnTo>
                    <a:pt x="6222851" y="1107709"/>
                  </a:lnTo>
                  <a:lnTo>
                    <a:pt x="6264256" y="1185218"/>
                  </a:lnTo>
                  <a:lnTo>
                    <a:pt x="6305717" y="1263048"/>
                  </a:lnTo>
                  <a:lnTo>
                    <a:pt x="6347126" y="1340577"/>
                  </a:lnTo>
                  <a:lnTo>
                    <a:pt x="6388378" y="1417194"/>
                  </a:lnTo>
                  <a:lnTo>
                    <a:pt x="6429380" y="1492317"/>
                  </a:lnTo>
                  <a:lnTo>
                    <a:pt x="6470058" y="1565412"/>
                  </a:lnTo>
                  <a:lnTo>
                    <a:pt x="6510361" y="1636007"/>
                  </a:lnTo>
                  <a:lnTo>
                    <a:pt x="6550268" y="1703706"/>
                  </a:lnTo>
                  <a:lnTo>
                    <a:pt x="6589794" y="1768191"/>
                  </a:lnTo>
                  <a:lnTo>
                    <a:pt x="6628994" y="1829232"/>
                  </a:lnTo>
                  <a:lnTo>
                    <a:pt x="6667964" y="1886680"/>
                  </a:lnTo>
                  <a:lnTo>
                    <a:pt x="6706847" y="1940465"/>
                  </a:lnTo>
                  <a:lnTo>
                    <a:pt x="6745841" y="1990592"/>
                  </a:lnTo>
                  <a:lnTo>
                    <a:pt x="6785199" y="2037130"/>
                  </a:lnTo>
                  <a:lnTo>
                    <a:pt x="6786527" y="2038628"/>
                  </a:lnTo>
                  <a:lnTo>
                    <a:pt x="6835001" y="2089986"/>
                  </a:lnTo>
                  <a:lnTo>
                    <a:pt x="6885096" y="2136238"/>
                  </a:lnTo>
                  <a:lnTo>
                    <a:pt x="6937573" y="2177640"/>
                  </a:lnTo>
                  <a:lnTo>
                    <a:pt x="6993288" y="2214628"/>
                  </a:lnTo>
                  <a:lnTo>
                    <a:pt x="7053113" y="2247696"/>
                  </a:lnTo>
                  <a:lnTo>
                    <a:pt x="7117866" y="2277321"/>
                  </a:lnTo>
                  <a:lnTo>
                    <a:pt x="7188221" y="2303926"/>
                  </a:lnTo>
                  <a:lnTo>
                    <a:pt x="7264587" y="2327855"/>
                  </a:lnTo>
                  <a:lnTo>
                    <a:pt x="7346949" y="2349364"/>
                  </a:lnTo>
                  <a:lnTo>
                    <a:pt x="7434679" y="2368613"/>
                  </a:lnTo>
                  <a:lnTo>
                    <a:pt x="7526341" y="2385675"/>
                  </a:lnTo>
                  <a:lnTo>
                    <a:pt x="7619555" y="2400549"/>
                  </a:lnTo>
                  <a:lnTo>
                    <a:pt x="7711001" y="2413189"/>
                  </a:lnTo>
                  <a:lnTo>
                    <a:pt x="7796663" y="2423547"/>
                  </a:lnTo>
                  <a:lnTo>
                    <a:pt x="7872356" y="2431625"/>
                  </a:lnTo>
                  <a:lnTo>
                    <a:pt x="7934475" y="2437520"/>
                  </a:lnTo>
                  <a:lnTo>
                    <a:pt x="7980778" y="2441452"/>
                  </a:lnTo>
                  <a:lnTo>
                    <a:pt x="8010967" y="2443757"/>
                  </a:lnTo>
                  <a:lnTo>
                    <a:pt x="8026881" y="2444855"/>
                  </a:lnTo>
                  <a:lnTo>
                    <a:pt x="8032337" y="2445197"/>
                  </a:lnTo>
                  <a:lnTo>
                    <a:pt x="8032819" y="2445225"/>
                  </a:lnTo>
                  <a:lnTo>
                    <a:pt x="8554953" y="2445225"/>
                  </a:lnTo>
                  <a:lnTo>
                    <a:pt x="8554953" y="2439577"/>
                  </a:lnTo>
                  <a:lnTo>
                    <a:pt x="8032819" y="2439577"/>
                  </a:lnTo>
                  <a:lnTo>
                    <a:pt x="8031640" y="2439508"/>
                  </a:lnTo>
                  <a:lnTo>
                    <a:pt x="8023920" y="2439013"/>
                  </a:lnTo>
                  <a:lnTo>
                    <a:pt x="8004572" y="2437643"/>
                  </a:lnTo>
                  <a:lnTo>
                    <a:pt x="7970265" y="2434950"/>
                  </a:lnTo>
                  <a:lnTo>
                    <a:pt x="7919716" y="2430534"/>
                  </a:lnTo>
                  <a:lnTo>
                    <a:pt x="7853768" y="2424085"/>
                  </a:lnTo>
                  <a:lnTo>
                    <a:pt x="7775085" y="2415416"/>
                  </a:lnTo>
                  <a:lnTo>
                    <a:pt x="7687503" y="2404459"/>
                  </a:lnTo>
                  <a:lnTo>
                    <a:pt x="7595229" y="2391230"/>
                  </a:lnTo>
                  <a:lnTo>
                    <a:pt x="7502137" y="2375781"/>
                  </a:lnTo>
                  <a:lnTo>
                    <a:pt x="7411312" y="2358151"/>
                  </a:lnTo>
                  <a:lnTo>
                    <a:pt x="7324881" y="2338322"/>
                  </a:lnTo>
                  <a:lnTo>
                    <a:pt x="7244053" y="2316200"/>
                  </a:lnTo>
                  <a:lnTo>
                    <a:pt x="7169276" y="2291600"/>
                  </a:lnTo>
                  <a:lnTo>
                    <a:pt x="7100437" y="2264243"/>
                  </a:lnTo>
                  <a:lnTo>
                    <a:pt x="7037044" y="2233763"/>
                  </a:lnTo>
                  <a:lnTo>
                    <a:pt x="6978375" y="2199719"/>
                  </a:lnTo>
                  <a:lnTo>
                    <a:pt x="6923590" y="2161625"/>
                  </a:lnTo>
                  <a:lnTo>
                    <a:pt x="6871815" y="2118993"/>
                  </a:lnTo>
                  <a:lnTo>
                    <a:pt x="6822212" y="2071421"/>
                  </a:lnTo>
                  <a:lnTo>
                    <a:pt x="6786527" y="2032981"/>
                  </a:lnTo>
                  <a:lnTo>
                    <a:pt x="6747152" y="1986561"/>
                  </a:lnTo>
                  <a:lnTo>
                    <a:pt x="6708151" y="1936556"/>
                  </a:lnTo>
                  <a:lnTo>
                    <a:pt x="6669267" y="1882894"/>
                  </a:lnTo>
                  <a:lnTo>
                    <a:pt x="6630303" y="1825569"/>
                  </a:lnTo>
                  <a:lnTo>
                    <a:pt x="6591113" y="1764646"/>
                  </a:lnTo>
                  <a:lnTo>
                    <a:pt x="6551598" y="1700272"/>
                  </a:lnTo>
                  <a:lnTo>
                    <a:pt x="6511704" y="1632677"/>
                  </a:lnTo>
                  <a:lnTo>
                    <a:pt x="6471415" y="1562173"/>
                  </a:lnTo>
                  <a:lnTo>
                    <a:pt x="6430749" y="1489155"/>
                  </a:lnTo>
                  <a:lnTo>
                    <a:pt x="6389756" y="1414091"/>
                  </a:lnTo>
                  <a:lnTo>
                    <a:pt x="6348511" y="1337515"/>
                  </a:lnTo>
                  <a:lnTo>
                    <a:pt x="6307106" y="1260006"/>
                  </a:lnTo>
                  <a:lnTo>
                    <a:pt x="6265645" y="1182176"/>
                  </a:lnTo>
                  <a:lnTo>
                    <a:pt x="6224236" y="1104647"/>
                  </a:lnTo>
                  <a:lnTo>
                    <a:pt x="6182984" y="1028030"/>
                  </a:lnTo>
                  <a:lnTo>
                    <a:pt x="6141982" y="952907"/>
                  </a:lnTo>
                  <a:lnTo>
                    <a:pt x="6101304" y="879812"/>
                  </a:lnTo>
                  <a:lnTo>
                    <a:pt x="6061001" y="809217"/>
                  </a:lnTo>
                  <a:lnTo>
                    <a:pt x="6021094" y="741518"/>
                  </a:lnTo>
                  <a:lnTo>
                    <a:pt x="5981567" y="677033"/>
                  </a:lnTo>
                  <a:lnTo>
                    <a:pt x="5942368" y="615992"/>
                  </a:lnTo>
                  <a:lnTo>
                    <a:pt x="5903398" y="558544"/>
                  </a:lnTo>
                  <a:lnTo>
                    <a:pt x="5864515" y="504759"/>
                  </a:lnTo>
                  <a:lnTo>
                    <a:pt x="5825521" y="454632"/>
                  </a:lnTo>
                  <a:lnTo>
                    <a:pt x="5786163" y="408094"/>
                  </a:lnTo>
                  <a:lnTo>
                    <a:pt x="5784835" y="406596"/>
                  </a:lnTo>
                  <a:lnTo>
                    <a:pt x="5736361" y="355238"/>
                  </a:lnTo>
                  <a:lnTo>
                    <a:pt x="5686266" y="308986"/>
                  </a:lnTo>
                  <a:lnTo>
                    <a:pt x="5633789" y="267584"/>
                  </a:lnTo>
                  <a:lnTo>
                    <a:pt x="5578074" y="230596"/>
                  </a:lnTo>
                  <a:lnTo>
                    <a:pt x="5518249" y="197528"/>
                  </a:lnTo>
                  <a:lnTo>
                    <a:pt x="5453496" y="167904"/>
                  </a:lnTo>
                  <a:lnTo>
                    <a:pt x="5383141" y="141299"/>
                  </a:lnTo>
                  <a:lnTo>
                    <a:pt x="5306775" y="117369"/>
                  </a:lnTo>
                  <a:lnTo>
                    <a:pt x="5224413" y="95860"/>
                  </a:lnTo>
                  <a:lnTo>
                    <a:pt x="5136683" y="76611"/>
                  </a:lnTo>
                  <a:lnTo>
                    <a:pt x="5045021" y="59549"/>
                  </a:lnTo>
                  <a:lnTo>
                    <a:pt x="4951807" y="44675"/>
                  </a:lnTo>
                  <a:lnTo>
                    <a:pt x="4860361" y="32035"/>
                  </a:lnTo>
                  <a:lnTo>
                    <a:pt x="4774699" y="21677"/>
                  </a:lnTo>
                  <a:lnTo>
                    <a:pt x="4699006" y="13599"/>
                  </a:lnTo>
                  <a:lnTo>
                    <a:pt x="4636887" y="7704"/>
                  </a:lnTo>
                  <a:lnTo>
                    <a:pt x="4590584" y="3772"/>
                  </a:lnTo>
                  <a:lnTo>
                    <a:pt x="4560395" y="1467"/>
                  </a:lnTo>
                  <a:lnTo>
                    <a:pt x="4544481" y="369"/>
                  </a:lnTo>
                  <a:lnTo>
                    <a:pt x="4539025" y="27"/>
                  </a:lnTo>
                  <a:lnTo>
                    <a:pt x="4538543" y="0"/>
                  </a:lnTo>
                  <a:lnTo>
                    <a:pt x="4016409" y="0"/>
                  </a:lnTo>
                  <a:lnTo>
                    <a:pt x="4015257" y="78"/>
                  </a:lnTo>
                  <a:lnTo>
                    <a:pt x="4007708" y="636"/>
                  </a:lnTo>
                  <a:lnTo>
                    <a:pt x="3988773" y="2178"/>
                  </a:lnTo>
                  <a:lnTo>
                    <a:pt x="3955162" y="5210"/>
                  </a:lnTo>
                  <a:lnTo>
                    <a:pt x="3905566" y="10186"/>
                  </a:lnTo>
                  <a:lnTo>
                    <a:pt x="3840736" y="17458"/>
                  </a:lnTo>
                  <a:lnTo>
                    <a:pt x="3763214" y="27242"/>
                  </a:lnTo>
                  <a:lnTo>
                    <a:pt x="3676708" y="39622"/>
                  </a:lnTo>
                  <a:lnTo>
                    <a:pt x="3585329" y="54584"/>
                  </a:lnTo>
                  <a:lnTo>
                    <a:pt x="3492900" y="72070"/>
                  </a:lnTo>
                  <a:lnTo>
                    <a:pt x="3402503" y="92034"/>
                  </a:lnTo>
                  <a:lnTo>
                    <a:pt x="3316292" y="114488"/>
                  </a:lnTo>
                  <a:lnTo>
                    <a:pt x="3235522" y="139529"/>
                  </a:lnTo>
                  <a:lnTo>
                    <a:pt x="3160693" y="167358"/>
                  </a:lnTo>
                  <a:lnTo>
                    <a:pt x="3091744" y="198275"/>
                  </a:lnTo>
                  <a:lnTo>
                    <a:pt x="3028228" y="232685"/>
                  </a:lnTo>
                  <a:lnTo>
                    <a:pt x="2969460" y="271073"/>
                  </a:lnTo>
                  <a:lnTo>
                    <a:pt x="2914629" y="313984"/>
                  </a:lnTo>
                  <a:lnTo>
                    <a:pt x="2862880" y="361970"/>
                  </a:lnTo>
                  <a:lnTo>
                    <a:pt x="2813386" y="415508"/>
                  </a:lnTo>
                  <a:lnTo>
                    <a:pt x="2770117" y="468715"/>
                  </a:lnTo>
                  <a:lnTo>
                    <a:pt x="2732780" y="519340"/>
                  </a:lnTo>
                  <a:lnTo>
                    <a:pt x="2695792" y="573673"/>
                  </a:lnTo>
                  <a:lnTo>
                    <a:pt x="2658931" y="631791"/>
                  </a:lnTo>
                  <a:lnTo>
                    <a:pt x="2622022" y="693708"/>
                  </a:lnTo>
                  <a:lnTo>
                    <a:pt x="2584932" y="759373"/>
                  </a:lnTo>
                  <a:lnTo>
                    <a:pt x="2547570" y="828661"/>
                  </a:lnTo>
                  <a:lnTo>
                    <a:pt x="2509878" y="901370"/>
                  </a:lnTo>
                  <a:lnTo>
                    <a:pt x="2471832" y="977222"/>
                  </a:lnTo>
                  <a:lnTo>
                    <a:pt x="2433437" y="1055858"/>
                  </a:lnTo>
                  <a:lnTo>
                    <a:pt x="2394724" y="1136851"/>
                  </a:lnTo>
                  <a:lnTo>
                    <a:pt x="2355747" y="1219705"/>
                  </a:lnTo>
                  <a:lnTo>
                    <a:pt x="2316576" y="1303875"/>
                  </a:lnTo>
                  <a:lnTo>
                    <a:pt x="2277296" y="1388776"/>
                  </a:lnTo>
                  <a:lnTo>
                    <a:pt x="2237997" y="1473802"/>
                  </a:lnTo>
                  <a:lnTo>
                    <a:pt x="2198771" y="1558343"/>
                  </a:lnTo>
                  <a:lnTo>
                    <a:pt x="2159705" y="1641803"/>
                  </a:lnTo>
                  <a:lnTo>
                    <a:pt x="2120877" y="1723618"/>
                  </a:lnTo>
                  <a:lnTo>
                    <a:pt x="2082347" y="1803273"/>
                  </a:lnTo>
                  <a:lnTo>
                    <a:pt x="2044156" y="1880309"/>
                  </a:lnTo>
                  <a:lnTo>
                    <a:pt x="2006321" y="1954339"/>
                  </a:lnTo>
                  <a:lnTo>
                    <a:pt x="1968829" y="2025053"/>
                  </a:lnTo>
                  <a:lnTo>
                    <a:pt x="1931637" y="2092217"/>
                  </a:lnTo>
                  <a:lnTo>
                    <a:pt x="1894668" y="2155674"/>
                  </a:lnTo>
                  <a:lnTo>
                    <a:pt x="1857806" y="2215345"/>
                  </a:lnTo>
                  <a:lnTo>
                    <a:pt x="1820894" y="2271218"/>
                  </a:lnTo>
                  <a:lnTo>
                    <a:pt x="1783729" y="2323345"/>
                  </a:lnTo>
                  <a:lnTo>
                    <a:pt x="1768425" y="2343576"/>
                  </a:lnTo>
                  <a:lnTo>
                    <a:pt x="1720332" y="2402343"/>
                  </a:lnTo>
                  <a:lnTo>
                    <a:pt x="1670650" y="2455314"/>
                  </a:lnTo>
                  <a:lnTo>
                    <a:pt x="1618633" y="2502774"/>
                  </a:lnTo>
                  <a:lnTo>
                    <a:pt x="1563450" y="2545212"/>
                  </a:lnTo>
                  <a:lnTo>
                    <a:pt x="1504246" y="2583183"/>
                  </a:lnTo>
                  <a:lnTo>
                    <a:pt x="1440220" y="2617226"/>
                  </a:lnTo>
                  <a:lnTo>
                    <a:pt x="1370704" y="2647821"/>
                  </a:lnTo>
                  <a:lnTo>
                    <a:pt x="1295282" y="2675362"/>
                  </a:lnTo>
                  <a:lnTo>
                    <a:pt x="1213939" y="2700139"/>
                  </a:lnTo>
                  <a:lnTo>
                    <a:pt x="1127243" y="2722344"/>
                  </a:lnTo>
                  <a:lnTo>
                    <a:pt x="1036533" y="2742063"/>
                  </a:lnTo>
                  <a:lnTo>
                    <a:pt x="944057" y="2759302"/>
                  </a:lnTo>
                  <a:lnTo>
                    <a:pt x="852981" y="2774010"/>
                  </a:lnTo>
                  <a:lnTo>
                    <a:pt x="767182" y="2786133"/>
                  </a:lnTo>
                  <a:lnTo>
                    <a:pt x="690765" y="2795663"/>
                  </a:lnTo>
                  <a:lnTo>
                    <a:pt x="627356" y="2802695"/>
                  </a:lnTo>
                  <a:lnTo>
                    <a:pt x="579342" y="2807461"/>
                  </a:lnTo>
                  <a:lnTo>
                    <a:pt x="547278" y="2810324"/>
                  </a:lnTo>
                  <a:lnTo>
                    <a:pt x="529648" y="2811745"/>
                  </a:lnTo>
                  <a:lnTo>
                    <a:pt x="522980" y="2812234"/>
                  </a:lnTo>
                  <a:lnTo>
                    <a:pt x="522133" y="2812291"/>
                  </a:lnTo>
                  <a:lnTo>
                    <a:pt x="0" y="2812291"/>
                  </a:lnTo>
                  <a:close/>
                </a:path>
              </a:pathLst>
            </a:custGeom>
            <a:solidFill>
              <a:srgbClr val="9E9E9E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1671" name="pl1671"/>
            <p:cNvSpPr/>
            <p:nvPr/>
          </p:nvSpPr>
          <p:spPr>
            <a:xfrm>
              <a:off x="386606" y="2552160"/>
              <a:ext cx="8554953" cy="2812291"/>
            </a:xfrm>
            <a:custGeom>
              <a:avLst/>
              <a:pathLst>
                <a:path w="8554953" h="2812291">
                  <a:moveTo>
                    <a:pt x="0" y="2812291"/>
                  </a:moveTo>
                  <a:lnTo>
                    <a:pt x="522133" y="2812291"/>
                  </a:lnTo>
                  <a:lnTo>
                    <a:pt x="523285" y="2812213"/>
                  </a:lnTo>
                  <a:lnTo>
                    <a:pt x="530834" y="2811655"/>
                  </a:lnTo>
                  <a:lnTo>
                    <a:pt x="549769" y="2810112"/>
                  </a:lnTo>
                  <a:lnTo>
                    <a:pt x="583380" y="2807080"/>
                  </a:lnTo>
                  <a:lnTo>
                    <a:pt x="632976" y="2802104"/>
                  </a:lnTo>
                  <a:lnTo>
                    <a:pt x="697806" y="2794833"/>
                  </a:lnTo>
                  <a:lnTo>
                    <a:pt x="775328" y="2785048"/>
                  </a:lnTo>
                  <a:lnTo>
                    <a:pt x="861834" y="2772668"/>
                  </a:lnTo>
                  <a:lnTo>
                    <a:pt x="953213" y="2757706"/>
                  </a:lnTo>
                  <a:lnTo>
                    <a:pt x="1045642" y="2740220"/>
                  </a:lnTo>
                  <a:lnTo>
                    <a:pt x="1136039" y="2720256"/>
                  </a:lnTo>
                  <a:lnTo>
                    <a:pt x="1222250" y="2697802"/>
                  </a:lnTo>
                  <a:lnTo>
                    <a:pt x="1303020" y="2672761"/>
                  </a:lnTo>
                  <a:lnTo>
                    <a:pt x="1377849" y="2644933"/>
                  </a:lnTo>
                  <a:lnTo>
                    <a:pt x="1446798" y="2614015"/>
                  </a:lnTo>
                  <a:lnTo>
                    <a:pt x="1510314" y="2579605"/>
                  </a:lnTo>
                  <a:lnTo>
                    <a:pt x="1569082" y="2541217"/>
                  </a:lnTo>
                  <a:lnTo>
                    <a:pt x="1623913" y="2498306"/>
                  </a:lnTo>
                  <a:lnTo>
                    <a:pt x="1675662" y="2450320"/>
                  </a:lnTo>
                  <a:lnTo>
                    <a:pt x="1725156" y="2396782"/>
                  </a:lnTo>
                  <a:lnTo>
                    <a:pt x="1768425" y="2343576"/>
                  </a:lnTo>
                  <a:lnTo>
                    <a:pt x="1805762" y="2292951"/>
                  </a:lnTo>
                  <a:lnTo>
                    <a:pt x="1842750" y="2238617"/>
                  </a:lnTo>
                  <a:lnTo>
                    <a:pt x="1879611" y="2180499"/>
                  </a:lnTo>
                  <a:lnTo>
                    <a:pt x="1916521" y="2118582"/>
                  </a:lnTo>
                  <a:lnTo>
                    <a:pt x="1953610" y="2052917"/>
                  </a:lnTo>
                  <a:lnTo>
                    <a:pt x="1990972" y="1983629"/>
                  </a:lnTo>
                  <a:lnTo>
                    <a:pt x="2028664" y="1910920"/>
                  </a:lnTo>
                  <a:lnTo>
                    <a:pt x="2066710" y="1835068"/>
                  </a:lnTo>
                  <a:lnTo>
                    <a:pt x="2105105" y="1756432"/>
                  </a:lnTo>
                  <a:lnTo>
                    <a:pt x="2143818" y="1675440"/>
                  </a:lnTo>
                  <a:lnTo>
                    <a:pt x="2182796" y="1592585"/>
                  </a:lnTo>
                  <a:lnTo>
                    <a:pt x="2221966" y="1508415"/>
                  </a:lnTo>
                  <a:lnTo>
                    <a:pt x="2261246" y="1423514"/>
                  </a:lnTo>
                  <a:lnTo>
                    <a:pt x="2300545" y="1338488"/>
                  </a:lnTo>
                  <a:lnTo>
                    <a:pt x="2339771" y="1253947"/>
                  </a:lnTo>
                  <a:lnTo>
                    <a:pt x="2378837" y="1170487"/>
                  </a:lnTo>
                  <a:lnTo>
                    <a:pt x="2417665" y="1088672"/>
                  </a:lnTo>
                  <a:lnTo>
                    <a:pt x="2456195" y="1009018"/>
                  </a:lnTo>
                  <a:lnTo>
                    <a:pt x="2494386" y="931982"/>
                  </a:lnTo>
                  <a:lnTo>
                    <a:pt x="2532221" y="857951"/>
                  </a:lnTo>
                  <a:lnTo>
                    <a:pt x="2569713" y="787237"/>
                  </a:lnTo>
                  <a:lnTo>
                    <a:pt x="2606905" y="720073"/>
                  </a:lnTo>
                  <a:lnTo>
                    <a:pt x="2643874" y="656616"/>
                  </a:lnTo>
                  <a:lnTo>
                    <a:pt x="2680737" y="596945"/>
                  </a:lnTo>
                  <a:lnTo>
                    <a:pt x="2717649" y="541072"/>
                  </a:lnTo>
                  <a:lnTo>
                    <a:pt x="2754813" y="488945"/>
                  </a:lnTo>
                  <a:lnTo>
                    <a:pt x="2770117" y="468715"/>
                  </a:lnTo>
                  <a:lnTo>
                    <a:pt x="2818210" y="409947"/>
                  </a:lnTo>
                  <a:lnTo>
                    <a:pt x="2867892" y="356976"/>
                  </a:lnTo>
                  <a:lnTo>
                    <a:pt x="2919909" y="309516"/>
                  </a:lnTo>
                  <a:lnTo>
                    <a:pt x="2975092" y="267078"/>
                  </a:lnTo>
                  <a:lnTo>
                    <a:pt x="3034296" y="229108"/>
                  </a:lnTo>
                  <a:lnTo>
                    <a:pt x="3098322" y="195064"/>
                  </a:lnTo>
                  <a:lnTo>
                    <a:pt x="3167839" y="164469"/>
                  </a:lnTo>
                  <a:lnTo>
                    <a:pt x="3243261" y="136929"/>
                  </a:lnTo>
                  <a:lnTo>
                    <a:pt x="3324603" y="112151"/>
                  </a:lnTo>
                  <a:lnTo>
                    <a:pt x="3411299" y="89946"/>
                  </a:lnTo>
                  <a:lnTo>
                    <a:pt x="3502009" y="70227"/>
                  </a:lnTo>
                  <a:lnTo>
                    <a:pt x="3594485" y="52989"/>
                  </a:lnTo>
                  <a:lnTo>
                    <a:pt x="3685561" y="38280"/>
                  </a:lnTo>
                  <a:lnTo>
                    <a:pt x="3771360" y="26157"/>
                  </a:lnTo>
                  <a:lnTo>
                    <a:pt x="3847778" y="16628"/>
                  </a:lnTo>
                  <a:lnTo>
                    <a:pt x="3911186" y="9595"/>
                  </a:lnTo>
                  <a:lnTo>
                    <a:pt x="3959200" y="4829"/>
                  </a:lnTo>
                  <a:lnTo>
                    <a:pt x="3991264" y="1967"/>
                  </a:lnTo>
                  <a:lnTo>
                    <a:pt x="4008895" y="545"/>
                  </a:lnTo>
                  <a:lnTo>
                    <a:pt x="4015562" y="57"/>
                  </a:lnTo>
                  <a:lnTo>
                    <a:pt x="4016409" y="0"/>
                  </a:lnTo>
                  <a:lnTo>
                    <a:pt x="4538543" y="0"/>
                  </a:lnTo>
                  <a:lnTo>
                    <a:pt x="4539722" y="69"/>
                  </a:lnTo>
                  <a:lnTo>
                    <a:pt x="4547442" y="564"/>
                  </a:lnTo>
                  <a:lnTo>
                    <a:pt x="4566790" y="1934"/>
                  </a:lnTo>
                  <a:lnTo>
                    <a:pt x="4601097" y="4627"/>
                  </a:lnTo>
                  <a:lnTo>
                    <a:pt x="4651646" y="9043"/>
                  </a:lnTo>
                  <a:lnTo>
                    <a:pt x="4717594" y="15492"/>
                  </a:lnTo>
                  <a:lnTo>
                    <a:pt x="4796277" y="24161"/>
                  </a:lnTo>
                  <a:lnTo>
                    <a:pt x="4883859" y="35118"/>
                  </a:lnTo>
                  <a:lnTo>
                    <a:pt x="4976133" y="48346"/>
                  </a:lnTo>
                  <a:lnTo>
                    <a:pt x="5069225" y="63795"/>
                  </a:lnTo>
                  <a:lnTo>
                    <a:pt x="5160050" y="81426"/>
                  </a:lnTo>
                  <a:lnTo>
                    <a:pt x="5246481" y="101255"/>
                  </a:lnTo>
                  <a:lnTo>
                    <a:pt x="5327309" y="123377"/>
                  </a:lnTo>
                  <a:lnTo>
                    <a:pt x="5402086" y="147977"/>
                  </a:lnTo>
                  <a:lnTo>
                    <a:pt x="5470925" y="175334"/>
                  </a:lnTo>
                  <a:lnTo>
                    <a:pt x="5534318" y="205814"/>
                  </a:lnTo>
                  <a:lnTo>
                    <a:pt x="5592987" y="239858"/>
                  </a:lnTo>
                  <a:lnTo>
                    <a:pt x="5647772" y="277952"/>
                  </a:lnTo>
                  <a:lnTo>
                    <a:pt x="5699547" y="320584"/>
                  </a:lnTo>
                  <a:lnTo>
                    <a:pt x="5749150" y="368155"/>
                  </a:lnTo>
                  <a:lnTo>
                    <a:pt x="5784835" y="406596"/>
                  </a:lnTo>
                  <a:lnTo>
                    <a:pt x="5824210" y="453016"/>
                  </a:lnTo>
                  <a:lnTo>
                    <a:pt x="5863211" y="503021"/>
                  </a:lnTo>
                  <a:lnTo>
                    <a:pt x="5902095" y="556683"/>
                  </a:lnTo>
                  <a:lnTo>
                    <a:pt x="5941059" y="614008"/>
                  </a:lnTo>
                  <a:lnTo>
                    <a:pt x="5980249" y="674931"/>
                  </a:lnTo>
                  <a:lnTo>
                    <a:pt x="6019764" y="739304"/>
                  </a:lnTo>
                  <a:lnTo>
                    <a:pt x="6059658" y="806900"/>
                  </a:lnTo>
                  <a:lnTo>
                    <a:pt x="6099947" y="877404"/>
                  </a:lnTo>
                  <a:lnTo>
                    <a:pt x="6140613" y="950422"/>
                  </a:lnTo>
                  <a:lnTo>
                    <a:pt x="6181606" y="1025486"/>
                  </a:lnTo>
                  <a:lnTo>
                    <a:pt x="6222851" y="1102062"/>
                  </a:lnTo>
                  <a:lnTo>
                    <a:pt x="6264256" y="1179571"/>
                  </a:lnTo>
                  <a:lnTo>
                    <a:pt x="6305717" y="1257401"/>
                  </a:lnTo>
                  <a:lnTo>
                    <a:pt x="6347126" y="1334930"/>
                  </a:lnTo>
                  <a:lnTo>
                    <a:pt x="6388378" y="1411547"/>
                  </a:lnTo>
                  <a:lnTo>
                    <a:pt x="6429380" y="1486670"/>
                  </a:lnTo>
                  <a:lnTo>
                    <a:pt x="6470058" y="1559765"/>
                  </a:lnTo>
                  <a:lnTo>
                    <a:pt x="6510361" y="1630360"/>
                  </a:lnTo>
                  <a:lnTo>
                    <a:pt x="6550268" y="1698058"/>
                  </a:lnTo>
                  <a:lnTo>
                    <a:pt x="6589794" y="1762544"/>
                  </a:lnTo>
                  <a:lnTo>
                    <a:pt x="6628994" y="1823585"/>
                  </a:lnTo>
                  <a:lnTo>
                    <a:pt x="6667964" y="1881033"/>
                  </a:lnTo>
                  <a:lnTo>
                    <a:pt x="6706847" y="1934818"/>
                  </a:lnTo>
                  <a:lnTo>
                    <a:pt x="6745841" y="1984945"/>
                  </a:lnTo>
                  <a:lnTo>
                    <a:pt x="6785199" y="2031483"/>
                  </a:lnTo>
                  <a:lnTo>
                    <a:pt x="6786527" y="2032981"/>
                  </a:lnTo>
                  <a:lnTo>
                    <a:pt x="6835001" y="2084339"/>
                  </a:lnTo>
                  <a:lnTo>
                    <a:pt x="6885096" y="2130591"/>
                  </a:lnTo>
                  <a:lnTo>
                    <a:pt x="6937573" y="2171993"/>
                  </a:lnTo>
                  <a:lnTo>
                    <a:pt x="6993288" y="2208981"/>
                  </a:lnTo>
                  <a:lnTo>
                    <a:pt x="7053113" y="2242048"/>
                  </a:lnTo>
                  <a:lnTo>
                    <a:pt x="7117866" y="2271673"/>
                  </a:lnTo>
                  <a:lnTo>
                    <a:pt x="7188221" y="2298278"/>
                  </a:lnTo>
                  <a:lnTo>
                    <a:pt x="7264587" y="2322208"/>
                  </a:lnTo>
                  <a:lnTo>
                    <a:pt x="7346949" y="2343716"/>
                  </a:lnTo>
                  <a:lnTo>
                    <a:pt x="7434679" y="2362966"/>
                  </a:lnTo>
                  <a:lnTo>
                    <a:pt x="7526341" y="2380028"/>
                  </a:lnTo>
                  <a:lnTo>
                    <a:pt x="7619555" y="2394902"/>
                  </a:lnTo>
                  <a:lnTo>
                    <a:pt x="7711001" y="2407542"/>
                  </a:lnTo>
                  <a:lnTo>
                    <a:pt x="7796663" y="2417900"/>
                  </a:lnTo>
                  <a:lnTo>
                    <a:pt x="7872356" y="2425978"/>
                  </a:lnTo>
                  <a:lnTo>
                    <a:pt x="7934475" y="2431873"/>
                  </a:lnTo>
                  <a:lnTo>
                    <a:pt x="7980778" y="2435805"/>
                  </a:lnTo>
                  <a:lnTo>
                    <a:pt x="8010967" y="2438110"/>
                  </a:lnTo>
                  <a:lnTo>
                    <a:pt x="8026881" y="2439208"/>
                  </a:lnTo>
                  <a:lnTo>
                    <a:pt x="8032337" y="2439550"/>
                  </a:lnTo>
                  <a:lnTo>
                    <a:pt x="8032819" y="2439577"/>
                  </a:lnTo>
                  <a:lnTo>
                    <a:pt x="8554953" y="2439577"/>
                  </a:lnTo>
                  <a:lnTo>
                    <a:pt x="8554953" y="2439577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672" name="pl1672"/>
            <p:cNvSpPr/>
            <p:nvPr/>
          </p:nvSpPr>
          <p:spPr>
            <a:xfrm>
              <a:off x="386606" y="2546513"/>
              <a:ext cx="8554953" cy="2812291"/>
            </a:xfrm>
            <a:custGeom>
              <a:avLst/>
              <a:pathLst>
                <a:path w="8554953" h="2812291">
                  <a:moveTo>
                    <a:pt x="8554953" y="2439577"/>
                  </a:moveTo>
                  <a:lnTo>
                    <a:pt x="8032819" y="2439577"/>
                  </a:lnTo>
                  <a:lnTo>
                    <a:pt x="8031640" y="2439508"/>
                  </a:lnTo>
                  <a:lnTo>
                    <a:pt x="8023920" y="2439013"/>
                  </a:lnTo>
                  <a:lnTo>
                    <a:pt x="8004572" y="2437643"/>
                  </a:lnTo>
                  <a:lnTo>
                    <a:pt x="7970265" y="2434950"/>
                  </a:lnTo>
                  <a:lnTo>
                    <a:pt x="7919716" y="2430534"/>
                  </a:lnTo>
                  <a:lnTo>
                    <a:pt x="7853768" y="2424085"/>
                  </a:lnTo>
                  <a:lnTo>
                    <a:pt x="7775085" y="2415416"/>
                  </a:lnTo>
                  <a:lnTo>
                    <a:pt x="7687503" y="2404459"/>
                  </a:lnTo>
                  <a:lnTo>
                    <a:pt x="7595229" y="2391230"/>
                  </a:lnTo>
                  <a:lnTo>
                    <a:pt x="7502137" y="2375781"/>
                  </a:lnTo>
                  <a:lnTo>
                    <a:pt x="7411312" y="2358151"/>
                  </a:lnTo>
                  <a:lnTo>
                    <a:pt x="7324881" y="2338322"/>
                  </a:lnTo>
                  <a:lnTo>
                    <a:pt x="7244053" y="2316200"/>
                  </a:lnTo>
                  <a:lnTo>
                    <a:pt x="7169276" y="2291600"/>
                  </a:lnTo>
                  <a:lnTo>
                    <a:pt x="7100437" y="2264243"/>
                  </a:lnTo>
                  <a:lnTo>
                    <a:pt x="7037044" y="2233763"/>
                  </a:lnTo>
                  <a:lnTo>
                    <a:pt x="6978375" y="2199719"/>
                  </a:lnTo>
                  <a:lnTo>
                    <a:pt x="6923590" y="2161625"/>
                  </a:lnTo>
                  <a:lnTo>
                    <a:pt x="6871815" y="2118993"/>
                  </a:lnTo>
                  <a:lnTo>
                    <a:pt x="6822212" y="2071421"/>
                  </a:lnTo>
                  <a:lnTo>
                    <a:pt x="6786527" y="2032981"/>
                  </a:lnTo>
                  <a:lnTo>
                    <a:pt x="6747152" y="1986561"/>
                  </a:lnTo>
                  <a:lnTo>
                    <a:pt x="6708151" y="1936556"/>
                  </a:lnTo>
                  <a:lnTo>
                    <a:pt x="6669267" y="1882894"/>
                  </a:lnTo>
                  <a:lnTo>
                    <a:pt x="6630303" y="1825569"/>
                  </a:lnTo>
                  <a:lnTo>
                    <a:pt x="6591113" y="1764646"/>
                  </a:lnTo>
                  <a:lnTo>
                    <a:pt x="6551598" y="1700272"/>
                  </a:lnTo>
                  <a:lnTo>
                    <a:pt x="6511704" y="1632677"/>
                  </a:lnTo>
                  <a:lnTo>
                    <a:pt x="6471415" y="1562173"/>
                  </a:lnTo>
                  <a:lnTo>
                    <a:pt x="6430749" y="1489155"/>
                  </a:lnTo>
                  <a:lnTo>
                    <a:pt x="6389756" y="1414091"/>
                  </a:lnTo>
                  <a:lnTo>
                    <a:pt x="6348511" y="1337515"/>
                  </a:lnTo>
                  <a:lnTo>
                    <a:pt x="6307106" y="1260006"/>
                  </a:lnTo>
                  <a:lnTo>
                    <a:pt x="6265645" y="1182176"/>
                  </a:lnTo>
                  <a:lnTo>
                    <a:pt x="6224236" y="1104647"/>
                  </a:lnTo>
                  <a:lnTo>
                    <a:pt x="6182984" y="1028030"/>
                  </a:lnTo>
                  <a:lnTo>
                    <a:pt x="6141982" y="952907"/>
                  </a:lnTo>
                  <a:lnTo>
                    <a:pt x="6101304" y="879812"/>
                  </a:lnTo>
                  <a:lnTo>
                    <a:pt x="6061001" y="809217"/>
                  </a:lnTo>
                  <a:lnTo>
                    <a:pt x="6021094" y="741518"/>
                  </a:lnTo>
                  <a:lnTo>
                    <a:pt x="5981567" y="677033"/>
                  </a:lnTo>
                  <a:lnTo>
                    <a:pt x="5942368" y="615992"/>
                  </a:lnTo>
                  <a:lnTo>
                    <a:pt x="5903398" y="558544"/>
                  </a:lnTo>
                  <a:lnTo>
                    <a:pt x="5864515" y="504759"/>
                  </a:lnTo>
                  <a:lnTo>
                    <a:pt x="5825521" y="454632"/>
                  </a:lnTo>
                  <a:lnTo>
                    <a:pt x="5786163" y="408094"/>
                  </a:lnTo>
                  <a:lnTo>
                    <a:pt x="5784835" y="406596"/>
                  </a:lnTo>
                  <a:lnTo>
                    <a:pt x="5736361" y="355238"/>
                  </a:lnTo>
                  <a:lnTo>
                    <a:pt x="5686266" y="308986"/>
                  </a:lnTo>
                  <a:lnTo>
                    <a:pt x="5633789" y="267584"/>
                  </a:lnTo>
                  <a:lnTo>
                    <a:pt x="5578074" y="230596"/>
                  </a:lnTo>
                  <a:lnTo>
                    <a:pt x="5518249" y="197528"/>
                  </a:lnTo>
                  <a:lnTo>
                    <a:pt x="5453496" y="167904"/>
                  </a:lnTo>
                  <a:lnTo>
                    <a:pt x="5383141" y="141299"/>
                  </a:lnTo>
                  <a:lnTo>
                    <a:pt x="5306775" y="117369"/>
                  </a:lnTo>
                  <a:lnTo>
                    <a:pt x="5224413" y="95860"/>
                  </a:lnTo>
                  <a:lnTo>
                    <a:pt x="5136683" y="76611"/>
                  </a:lnTo>
                  <a:lnTo>
                    <a:pt x="5045021" y="59549"/>
                  </a:lnTo>
                  <a:lnTo>
                    <a:pt x="4951807" y="44675"/>
                  </a:lnTo>
                  <a:lnTo>
                    <a:pt x="4860361" y="32035"/>
                  </a:lnTo>
                  <a:lnTo>
                    <a:pt x="4774699" y="21677"/>
                  </a:lnTo>
                  <a:lnTo>
                    <a:pt x="4699006" y="13599"/>
                  </a:lnTo>
                  <a:lnTo>
                    <a:pt x="4636887" y="7704"/>
                  </a:lnTo>
                  <a:lnTo>
                    <a:pt x="4590584" y="3772"/>
                  </a:lnTo>
                  <a:lnTo>
                    <a:pt x="4560395" y="1467"/>
                  </a:lnTo>
                  <a:lnTo>
                    <a:pt x="4544481" y="369"/>
                  </a:lnTo>
                  <a:lnTo>
                    <a:pt x="4539025" y="27"/>
                  </a:lnTo>
                  <a:lnTo>
                    <a:pt x="4538543" y="0"/>
                  </a:lnTo>
                  <a:lnTo>
                    <a:pt x="4016409" y="0"/>
                  </a:lnTo>
                  <a:lnTo>
                    <a:pt x="4015257" y="78"/>
                  </a:lnTo>
                  <a:lnTo>
                    <a:pt x="4007708" y="636"/>
                  </a:lnTo>
                  <a:lnTo>
                    <a:pt x="3988773" y="2178"/>
                  </a:lnTo>
                  <a:lnTo>
                    <a:pt x="3955162" y="5210"/>
                  </a:lnTo>
                  <a:lnTo>
                    <a:pt x="3905566" y="10186"/>
                  </a:lnTo>
                  <a:lnTo>
                    <a:pt x="3840736" y="17458"/>
                  </a:lnTo>
                  <a:lnTo>
                    <a:pt x="3763214" y="27242"/>
                  </a:lnTo>
                  <a:lnTo>
                    <a:pt x="3676708" y="39622"/>
                  </a:lnTo>
                  <a:lnTo>
                    <a:pt x="3585329" y="54584"/>
                  </a:lnTo>
                  <a:lnTo>
                    <a:pt x="3492900" y="72070"/>
                  </a:lnTo>
                  <a:lnTo>
                    <a:pt x="3402503" y="92034"/>
                  </a:lnTo>
                  <a:lnTo>
                    <a:pt x="3316292" y="114488"/>
                  </a:lnTo>
                  <a:lnTo>
                    <a:pt x="3235522" y="139529"/>
                  </a:lnTo>
                  <a:lnTo>
                    <a:pt x="3160693" y="167358"/>
                  </a:lnTo>
                  <a:lnTo>
                    <a:pt x="3091744" y="198275"/>
                  </a:lnTo>
                  <a:lnTo>
                    <a:pt x="3028228" y="232685"/>
                  </a:lnTo>
                  <a:lnTo>
                    <a:pt x="2969460" y="271073"/>
                  </a:lnTo>
                  <a:lnTo>
                    <a:pt x="2914629" y="313984"/>
                  </a:lnTo>
                  <a:lnTo>
                    <a:pt x="2862880" y="361970"/>
                  </a:lnTo>
                  <a:lnTo>
                    <a:pt x="2813386" y="415508"/>
                  </a:lnTo>
                  <a:lnTo>
                    <a:pt x="2770117" y="468715"/>
                  </a:lnTo>
                  <a:lnTo>
                    <a:pt x="2732780" y="519340"/>
                  </a:lnTo>
                  <a:lnTo>
                    <a:pt x="2695792" y="573673"/>
                  </a:lnTo>
                  <a:lnTo>
                    <a:pt x="2658931" y="631791"/>
                  </a:lnTo>
                  <a:lnTo>
                    <a:pt x="2622022" y="693708"/>
                  </a:lnTo>
                  <a:lnTo>
                    <a:pt x="2584932" y="759373"/>
                  </a:lnTo>
                  <a:lnTo>
                    <a:pt x="2547570" y="828661"/>
                  </a:lnTo>
                  <a:lnTo>
                    <a:pt x="2509878" y="901370"/>
                  </a:lnTo>
                  <a:lnTo>
                    <a:pt x="2471832" y="977222"/>
                  </a:lnTo>
                  <a:lnTo>
                    <a:pt x="2433437" y="1055858"/>
                  </a:lnTo>
                  <a:lnTo>
                    <a:pt x="2394724" y="1136851"/>
                  </a:lnTo>
                  <a:lnTo>
                    <a:pt x="2355747" y="1219705"/>
                  </a:lnTo>
                  <a:lnTo>
                    <a:pt x="2316576" y="1303875"/>
                  </a:lnTo>
                  <a:lnTo>
                    <a:pt x="2277296" y="1388776"/>
                  </a:lnTo>
                  <a:lnTo>
                    <a:pt x="2237997" y="1473802"/>
                  </a:lnTo>
                  <a:lnTo>
                    <a:pt x="2198771" y="1558343"/>
                  </a:lnTo>
                  <a:lnTo>
                    <a:pt x="2159705" y="1641803"/>
                  </a:lnTo>
                  <a:lnTo>
                    <a:pt x="2120877" y="1723618"/>
                  </a:lnTo>
                  <a:lnTo>
                    <a:pt x="2082347" y="1803273"/>
                  </a:lnTo>
                  <a:lnTo>
                    <a:pt x="2044156" y="1880309"/>
                  </a:lnTo>
                  <a:lnTo>
                    <a:pt x="2006321" y="1954339"/>
                  </a:lnTo>
                  <a:lnTo>
                    <a:pt x="1968829" y="2025053"/>
                  </a:lnTo>
                  <a:lnTo>
                    <a:pt x="1931637" y="2092217"/>
                  </a:lnTo>
                  <a:lnTo>
                    <a:pt x="1894668" y="2155674"/>
                  </a:lnTo>
                  <a:lnTo>
                    <a:pt x="1857806" y="2215345"/>
                  </a:lnTo>
                  <a:lnTo>
                    <a:pt x="1820894" y="2271218"/>
                  </a:lnTo>
                  <a:lnTo>
                    <a:pt x="1783729" y="2323345"/>
                  </a:lnTo>
                  <a:lnTo>
                    <a:pt x="1768425" y="2343576"/>
                  </a:lnTo>
                  <a:lnTo>
                    <a:pt x="1720332" y="2402343"/>
                  </a:lnTo>
                  <a:lnTo>
                    <a:pt x="1670650" y="2455314"/>
                  </a:lnTo>
                  <a:lnTo>
                    <a:pt x="1618633" y="2502774"/>
                  </a:lnTo>
                  <a:lnTo>
                    <a:pt x="1563450" y="2545212"/>
                  </a:lnTo>
                  <a:lnTo>
                    <a:pt x="1504246" y="2583183"/>
                  </a:lnTo>
                  <a:lnTo>
                    <a:pt x="1440220" y="2617226"/>
                  </a:lnTo>
                  <a:lnTo>
                    <a:pt x="1370704" y="2647821"/>
                  </a:lnTo>
                  <a:lnTo>
                    <a:pt x="1295282" y="2675362"/>
                  </a:lnTo>
                  <a:lnTo>
                    <a:pt x="1213939" y="2700139"/>
                  </a:lnTo>
                  <a:lnTo>
                    <a:pt x="1127243" y="2722344"/>
                  </a:lnTo>
                  <a:lnTo>
                    <a:pt x="1036533" y="2742063"/>
                  </a:lnTo>
                  <a:lnTo>
                    <a:pt x="944057" y="2759302"/>
                  </a:lnTo>
                  <a:lnTo>
                    <a:pt x="852981" y="2774010"/>
                  </a:lnTo>
                  <a:lnTo>
                    <a:pt x="767182" y="2786133"/>
                  </a:lnTo>
                  <a:lnTo>
                    <a:pt x="690765" y="2795663"/>
                  </a:lnTo>
                  <a:lnTo>
                    <a:pt x="627356" y="2802695"/>
                  </a:lnTo>
                  <a:lnTo>
                    <a:pt x="579342" y="2807461"/>
                  </a:lnTo>
                  <a:lnTo>
                    <a:pt x="547278" y="2810324"/>
                  </a:lnTo>
                  <a:lnTo>
                    <a:pt x="529648" y="2811745"/>
                  </a:lnTo>
                  <a:lnTo>
                    <a:pt x="522980" y="2812234"/>
                  </a:lnTo>
                  <a:lnTo>
                    <a:pt x="522133" y="2812291"/>
                  </a:lnTo>
                  <a:lnTo>
                    <a:pt x="0" y="2812291"/>
                  </a:lnTo>
                  <a:lnTo>
                    <a:pt x="0" y="2812291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673" name="pg1673"/>
            <p:cNvSpPr/>
            <p:nvPr/>
          </p:nvSpPr>
          <p:spPr>
            <a:xfrm>
              <a:off x="386606" y="1993090"/>
              <a:ext cx="8554953" cy="3354419"/>
            </a:xfrm>
            <a:custGeom>
              <a:avLst/>
              <a:pathLst>
                <a:path w="8554953" h="3354419">
                  <a:moveTo>
                    <a:pt x="0" y="3354419"/>
                  </a:moveTo>
                  <a:lnTo>
                    <a:pt x="522133" y="3354419"/>
                  </a:lnTo>
                  <a:lnTo>
                    <a:pt x="523243" y="3354330"/>
                  </a:lnTo>
                  <a:lnTo>
                    <a:pt x="530523" y="3353690"/>
                  </a:lnTo>
                  <a:lnTo>
                    <a:pt x="548806" y="3351923"/>
                  </a:lnTo>
                  <a:lnTo>
                    <a:pt x="581315" y="3348447"/>
                  </a:lnTo>
                  <a:lnTo>
                    <a:pt x="629400" y="3342738"/>
                  </a:lnTo>
                  <a:lnTo>
                    <a:pt x="692445" y="3334384"/>
                  </a:lnTo>
                  <a:lnTo>
                    <a:pt x="768103" y="3323126"/>
                  </a:lnTo>
                  <a:lnTo>
                    <a:pt x="852866" y="3308857"/>
                  </a:lnTo>
                  <a:lnTo>
                    <a:pt x="942779" y="3291585"/>
                  </a:lnTo>
                  <a:lnTo>
                    <a:pt x="1034105" y="3271374"/>
                  </a:lnTo>
                  <a:lnTo>
                    <a:pt x="1123777" y="3248282"/>
                  </a:lnTo>
                  <a:lnTo>
                    <a:pt x="1209600" y="3222308"/>
                  </a:lnTo>
                  <a:lnTo>
                    <a:pt x="1290250" y="3193353"/>
                  </a:lnTo>
                  <a:lnTo>
                    <a:pt x="1365142" y="3161209"/>
                  </a:lnTo>
                  <a:lnTo>
                    <a:pt x="1434258" y="3125548"/>
                  </a:lnTo>
                  <a:lnTo>
                    <a:pt x="1497972" y="3085929"/>
                  </a:lnTo>
                  <a:lnTo>
                    <a:pt x="1556909" y="3041811"/>
                  </a:lnTo>
                  <a:lnTo>
                    <a:pt x="1611834" y="2992580"/>
                  </a:lnTo>
                  <a:lnTo>
                    <a:pt x="1663564" y="2937597"/>
                  </a:lnTo>
                  <a:lnTo>
                    <a:pt x="1712909" y="2876284"/>
                  </a:lnTo>
                  <a:lnTo>
                    <a:pt x="1760603" y="2808267"/>
                  </a:lnTo>
                  <a:lnTo>
                    <a:pt x="1768425" y="2796290"/>
                  </a:lnTo>
                  <a:lnTo>
                    <a:pt x="1803239" y="2740243"/>
                  </a:lnTo>
                  <a:lnTo>
                    <a:pt x="1837735" y="2680366"/>
                  </a:lnTo>
                  <a:lnTo>
                    <a:pt x="1872098" y="2616581"/>
                  </a:lnTo>
                  <a:lnTo>
                    <a:pt x="1906475" y="2548863"/>
                  </a:lnTo>
                  <a:lnTo>
                    <a:pt x="1940981" y="2477246"/>
                  </a:lnTo>
                  <a:lnTo>
                    <a:pt x="1975701" y="2401828"/>
                  </a:lnTo>
                  <a:lnTo>
                    <a:pt x="2010691" y="2322774"/>
                  </a:lnTo>
                  <a:lnTo>
                    <a:pt x="2045982" y="2240322"/>
                  </a:lnTo>
                  <a:lnTo>
                    <a:pt x="2081583" y="2154777"/>
                  </a:lnTo>
                  <a:lnTo>
                    <a:pt x="2117478" y="2066515"/>
                  </a:lnTo>
                  <a:lnTo>
                    <a:pt x="2153637" y="1975973"/>
                  </a:lnTo>
                  <a:lnTo>
                    <a:pt x="2190012" y="1883641"/>
                  </a:lnTo>
                  <a:lnTo>
                    <a:pt x="2226542" y="1790057"/>
                  </a:lnTo>
                  <a:lnTo>
                    <a:pt x="2263157" y="1695790"/>
                  </a:lnTo>
                  <a:lnTo>
                    <a:pt x="2299786" y="1601423"/>
                  </a:lnTo>
                  <a:lnTo>
                    <a:pt x="2336352" y="1507547"/>
                  </a:lnTo>
                  <a:lnTo>
                    <a:pt x="2372786" y="1414736"/>
                  </a:lnTo>
                  <a:lnTo>
                    <a:pt x="2409023" y="1323539"/>
                  </a:lnTo>
                  <a:lnTo>
                    <a:pt x="2445011" y="1234464"/>
                  </a:lnTo>
                  <a:lnTo>
                    <a:pt x="2480712" y="1147968"/>
                  </a:lnTo>
                  <a:lnTo>
                    <a:pt x="2516107" y="1064446"/>
                  </a:lnTo>
                  <a:lnTo>
                    <a:pt x="2551195" y="984229"/>
                  </a:lnTo>
                  <a:lnTo>
                    <a:pt x="2586000" y="907575"/>
                  </a:lnTo>
                  <a:lnTo>
                    <a:pt x="2620570" y="834675"/>
                  </a:lnTo>
                  <a:lnTo>
                    <a:pt x="2654979" y="765649"/>
                  </a:lnTo>
                  <a:lnTo>
                    <a:pt x="2689332" y="700551"/>
                  </a:lnTo>
                  <a:lnTo>
                    <a:pt x="2723765" y="639376"/>
                  </a:lnTo>
                  <a:lnTo>
                    <a:pt x="2758450" y="582062"/>
                  </a:lnTo>
                  <a:lnTo>
                    <a:pt x="2770117" y="563775"/>
                  </a:lnTo>
                  <a:lnTo>
                    <a:pt x="2817598" y="494632"/>
                  </a:lnTo>
                  <a:lnTo>
                    <a:pt x="2866621" y="432221"/>
                  </a:lnTo>
                  <a:lnTo>
                    <a:pt x="2917899" y="376221"/>
                  </a:lnTo>
                  <a:lnTo>
                    <a:pt x="2972235" y="326077"/>
                  </a:lnTo>
                  <a:lnTo>
                    <a:pt x="3030449" y="281152"/>
                  </a:lnTo>
                  <a:lnTo>
                    <a:pt x="3093320" y="240824"/>
                  </a:lnTo>
                  <a:lnTo>
                    <a:pt x="3161502" y="204538"/>
                  </a:lnTo>
                  <a:lnTo>
                    <a:pt x="3235421" y="171834"/>
                  </a:lnTo>
                  <a:lnTo>
                    <a:pt x="3315136" y="142366"/>
                  </a:lnTo>
                  <a:lnTo>
                    <a:pt x="3400168" y="115905"/>
                  </a:lnTo>
                  <a:lnTo>
                    <a:pt x="3489327" y="92336"/>
                  </a:lnTo>
                  <a:lnTo>
                    <a:pt x="3580568" y="71643"/>
                  </a:lnTo>
                  <a:lnTo>
                    <a:pt x="3670962" y="53877"/>
                  </a:lnTo>
                  <a:lnTo>
                    <a:pt x="3756858" y="39105"/>
                  </a:lnTo>
                  <a:lnTo>
                    <a:pt x="3834296" y="27349"/>
                  </a:lnTo>
                  <a:lnTo>
                    <a:pt x="3899642" y="18526"/>
                  </a:lnTo>
                  <a:lnTo>
                    <a:pt x="3950312" y="12401"/>
                  </a:lnTo>
                  <a:lnTo>
                    <a:pt x="3985373" y="8588"/>
                  </a:lnTo>
                  <a:lnTo>
                    <a:pt x="4005848" y="6576"/>
                  </a:lnTo>
                  <a:lnTo>
                    <a:pt x="4014664" y="5789"/>
                  </a:lnTo>
                  <a:lnTo>
                    <a:pt x="4016409" y="5647"/>
                  </a:lnTo>
                  <a:lnTo>
                    <a:pt x="4538543" y="5647"/>
                  </a:lnTo>
                  <a:lnTo>
                    <a:pt x="4539708" y="5721"/>
                  </a:lnTo>
                  <a:lnTo>
                    <a:pt x="4547342" y="6249"/>
                  </a:lnTo>
                  <a:lnTo>
                    <a:pt x="4566482" y="7709"/>
                  </a:lnTo>
                  <a:lnTo>
                    <a:pt x="4600439" y="10580"/>
                  </a:lnTo>
                  <a:lnTo>
                    <a:pt x="4650508" y="15289"/>
                  </a:lnTo>
                  <a:lnTo>
                    <a:pt x="4715894" y="22169"/>
                  </a:lnTo>
                  <a:lnTo>
                    <a:pt x="4793994" y="31422"/>
                  </a:lnTo>
                  <a:lnTo>
                    <a:pt x="4881036" y="43123"/>
                  </a:lnTo>
                  <a:lnTo>
                    <a:pt x="4972862" y="57258"/>
                  </a:lnTo>
                  <a:lnTo>
                    <a:pt x="5065624" y="73770"/>
                  </a:lnTo>
                  <a:lnTo>
                    <a:pt x="5156236" y="92619"/>
                  </a:lnTo>
                  <a:lnTo>
                    <a:pt x="5242558" y="113818"/>
                  </a:lnTo>
                  <a:lnTo>
                    <a:pt x="5323359" y="137463"/>
                  </a:lnTo>
                  <a:lnTo>
                    <a:pt x="5398163" y="163749"/>
                  </a:lnTo>
                  <a:lnTo>
                    <a:pt x="5467058" y="192967"/>
                  </a:lnTo>
                  <a:lnTo>
                    <a:pt x="5530513" y="225503"/>
                  </a:lnTo>
                  <a:lnTo>
                    <a:pt x="5589231" y="261822"/>
                  </a:lnTo>
                  <a:lnTo>
                    <a:pt x="5644038" y="302440"/>
                  </a:lnTo>
                  <a:lnTo>
                    <a:pt x="5695798" y="347879"/>
                  </a:lnTo>
                  <a:lnTo>
                    <a:pt x="5745345" y="398581"/>
                  </a:lnTo>
                  <a:lnTo>
                    <a:pt x="5784835" y="444244"/>
                  </a:lnTo>
                  <a:lnTo>
                    <a:pt x="5823128" y="492882"/>
                  </a:lnTo>
                  <a:lnTo>
                    <a:pt x="5861061" y="545174"/>
                  </a:lnTo>
                  <a:lnTo>
                    <a:pt x="5898871" y="601194"/>
                  </a:lnTo>
                  <a:lnTo>
                    <a:pt x="5936743" y="660953"/>
                  </a:lnTo>
                  <a:lnTo>
                    <a:pt x="5974817" y="724392"/>
                  </a:lnTo>
                  <a:lnTo>
                    <a:pt x="6013187" y="791377"/>
                  </a:lnTo>
                  <a:lnTo>
                    <a:pt x="6051910" y="861693"/>
                  </a:lnTo>
                  <a:lnTo>
                    <a:pt x="6091007" y="935044"/>
                  </a:lnTo>
                  <a:lnTo>
                    <a:pt x="6130467" y="1011056"/>
                  </a:lnTo>
                  <a:lnTo>
                    <a:pt x="6170250" y="1089279"/>
                  </a:lnTo>
                  <a:lnTo>
                    <a:pt x="6210293" y="1169201"/>
                  </a:lnTo>
                  <a:lnTo>
                    <a:pt x="6250515" y="1250259"/>
                  </a:lnTo>
                  <a:lnTo>
                    <a:pt x="6290824" y="1331853"/>
                  </a:lnTo>
                  <a:lnTo>
                    <a:pt x="6331120" y="1413369"/>
                  </a:lnTo>
                  <a:lnTo>
                    <a:pt x="6371305" y="1494193"/>
                  </a:lnTo>
                  <a:lnTo>
                    <a:pt x="6411288" y="1573733"/>
                  </a:lnTo>
                  <a:lnTo>
                    <a:pt x="6450994" y="1651439"/>
                  </a:lnTo>
                  <a:lnTo>
                    <a:pt x="6490364" y="1726812"/>
                  </a:lnTo>
                  <a:lnTo>
                    <a:pt x="6529365" y="1799421"/>
                  </a:lnTo>
                  <a:lnTo>
                    <a:pt x="6567995" y="1868913"/>
                  </a:lnTo>
                  <a:lnTo>
                    <a:pt x="6606283" y="1935010"/>
                  </a:lnTo>
                  <a:lnTo>
                    <a:pt x="6644294" y="1997520"/>
                  </a:lnTo>
                  <a:lnTo>
                    <a:pt x="6682136" y="2056328"/>
                  </a:lnTo>
                  <a:lnTo>
                    <a:pt x="6719957" y="2111393"/>
                  </a:lnTo>
                  <a:lnTo>
                    <a:pt x="6757957" y="2162744"/>
                  </a:lnTo>
                  <a:lnTo>
                    <a:pt x="6786527" y="2198631"/>
                  </a:lnTo>
                  <a:lnTo>
                    <a:pt x="6834810" y="2253826"/>
                  </a:lnTo>
                  <a:lnTo>
                    <a:pt x="6884697" y="2303555"/>
                  </a:lnTo>
                  <a:lnTo>
                    <a:pt x="6936943" y="2348090"/>
                  </a:lnTo>
                  <a:lnTo>
                    <a:pt x="6992390" y="2387895"/>
                  </a:lnTo>
                  <a:lnTo>
                    <a:pt x="7051903" y="2423495"/>
                  </a:lnTo>
                  <a:lnTo>
                    <a:pt x="7116290" y="2455401"/>
                  </a:lnTo>
                  <a:lnTo>
                    <a:pt x="7186223" y="2484066"/>
                  </a:lnTo>
                  <a:lnTo>
                    <a:pt x="7262114" y="2509857"/>
                  </a:lnTo>
                  <a:lnTo>
                    <a:pt x="7343964" y="2533051"/>
                  </a:lnTo>
                  <a:lnTo>
                    <a:pt x="7431175" y="2553822"/>
                  </a:lnTo>
                  <a:lnTo>
                    <a:pt x="7522360" y="2572251"/>
                  </a:lnTo>
                  <a:lnTo>
                    <a:pt x="7615207" y="2588340"/>
                  </a:lnTo>
                  <a:lnTo>
                    <a:pt x="7706472" y="2602040"/>
                  </a:lnTo>
                  <a:lnTo>
                    <a:pt x="7792211" y="2613299"/>
                  </a:lnTo>
                  <a:lnTo>
                    <a:pt x="7868276" y="2622116"/>
                  </a:lnTo>
                  <a:lnTo>
                    <a:pt x="7931050" y="2628586"/>
                  </a:lnTo>
                  <a:lnTo>
                    <a:pt x="7978218" y="2632937"/>
                  </a:lnTo>
                  <a:lnTo>
                    <a:pt x="8009349" y="2635519"/>
                  </a:lnTo>
                  <a:lnTo>
                    <a:pt x="8026119" y="2636776"/>
                  </a:lnTo>
                  <a:lnTo>
                    <a:pt x="8032170" y="2637188"/>
                  </a:lnTo>
                  <a:lnTo>
                    <a:pt x="8032819" y="2637228"/>
                  </a:lnTo>
                  <a:lnTo>
                    <a:pt x="8554953" y="2637228"/>
                  </a:lnTo>
                  <a:lnTo>
                    <a:pt x="8554953" y="2631581"/>
                  </a:lnTo>
                  <a:lnTo>
                    <a:pt x="8032819" y="2631581"/>
                  </a:lnTo>
                  <a:lnTo>
                    <a:pt x="8031654" y="2631507"/>
                  </a:lnTo>
                  <a:lnTo>
                    <a:pt x="8024020" y="2630979"/>
                  </a:lnTo>
                  <a:lnTo>
                    <a:pt x="8004879" y="2629519"/>
                  </a:lnTo>
                  <a:lnTo>
                    <a:pt x="7970923" y="2626648"/>
                  </a:lnTo>
                  <a:lnTo>
                    <a:pt x="7920854" y="2621938"/>
                  </a:lnTo>
                  <a:lnTo>
                    <a:pt x="7855468" y="2615059"/>
                  </a:lnTo>
                  <a:lnTo>
                    <a:pt x="7777368" y="2605806"/>
                  </a:lnTo>
                  <a:lnTo>
                    <a:pt x="7690326" y="2594105"/>
                  </a:lnTo>
                  <a:lnTo>
                    <a:pt x="7598500" y="2579970"/>
                  </a:lnTo>
                  <a:lnTo>
                    <a:pt x="7505738" y="2563458"/>
                  </a:lnTo>
                  <a:lnTo>
                    <a:pt x="7415126" y="2544609"/>
                  </a:lnTo>
                  <a:lnTo>
                    <a:pt x="7328803" y="2523410"/>
                  </a:lnTo>
                  <a:lnTo>
                    <a:pt x="7248003" y="2499765"/>
                  </a:lnTo>
                  <a:lnTo>
                    <a:pt x="7173198" y="2473479"/>
                  </a:lnTo>
                  <a:lnTo>
                    <a:pt x="7104304" y="2444261"/>
                  </a:lnTo>
                  <a:lnTo>
                    <a:pt x="7040849" y="2411725"/>
                  </a:lnTo>
                  <a:lnTo>
                    <a:pt x="6982131" y="2375406"/>
                  </a:lnTo>
                  <a:lnTo>
                    <a:pt x="6927324" y="2334788"/>
                  </a:lnTo>
                  <a:lnTo>
                    <a:pt x="6875564" y="2289348"/>
                  </a:lnTo>
                  <a:lnTo>
                    <a:pt x="6826017" y="2238647"/>
                  </a:lnTo>
                  <a:lnTo>
                    <a:pt x="6786527" y="2192984"/>
                  </a:lnTo>
                  <a:lnTo>
                    <a:pt x="6748233" y="2144346"/>
                  </a:lnTo>
                  <a:lnTo>
                    <a:pt x="6710301" y="2092054"/>
                  </a:lnTo>
                  <a:lnTo>
                    <a:pt x="6672491" y="2036034"/>
                  </a:lnTo>
                  <a:lnTo>
                    <a:pt x="6634619" y="1976275"/>
                  </a:lnTo>
                  <a:lnTo>
                    <a:pt x="6596545" y="1912836"/>
                  </a:lnTo>
                  <a:lnTo>
                    <a:pt x="6558175" y="1845851"/>
                  </a:lnTo>
                  <a:lnTo>
                    <a:pt x="6519452" y="1775535"/>
                  </a:lnTo>
                  <a:lnTo>
                    <a:pt x="6480355" y="1702184"/>
                  </a:lnTo>
                  <a:lnTo>
                    <a:pt x="6440895" y="1626172"/>
                  </a:lnTo>
                  <a:lnTo>
                    <a:pt x="6401112" y="1547949"/>
                  </a:lnTo>
                  <a:lnTo>
                    <a:pt x="6361069" y="1468026"/>
                  </a:lnTo>
                  <a:lnTo>
                    <a:pt x="6320847" y="1386969"/>
                  </a:lnTo>
                  <a:lnTo>
                    <a:pt x="6280538" y="1305374"/>
                  </a:lnTo>
                  <a:lnTo>
                    <a:pt x="6240242" y="1223859"/>
                  </a:lnTo>
                  <a:lnTo>
                    <a:pt x="6200057" y="1143035"/>
                  </a:lnTo>
                  <a:lnTo>
                    <a:pt x="6160073" y="1063494"/>
                  </a:lnTo>
                  <a:lnTo>
                    <a:pt x="6120368" y="985789"/>
                  </a:lnTo>
                  <a:lnTo>
                    <a:pt x="6080998" y="910416"/>
                  </a:lnTo>
                  <a:lnTo>
                    <a:pt x="6041997" y="837806"/>
                  </a:lnTo>
                  <a:lnTo>
                    <a:pt x="6003367" y="768315"/>
                  </a:lnTo>
                  <a:lnTo>
                    <a:pt x="5965079" y="702218"/>
                  </a:lnTo>
                  <a:lnTo>
                    <a:pt x="5927068" y="639708"/>
                  </a:lnTo>
                  <a:lnTo>
                    <a:pt x="5889226" y="580900"/>
                  </a:lnTo>
                  <a:lnTo>
                    <a:pt x="5851405" y="525835"/>
                  </a:lnTo>
                  <a:lnTo>
                    <a:pt x="5813405" y="474484"/>
                  </a:lnTo>
                  <a:lnTo>
                    <a:pt x="5784835" y="438596"/>
                  </a:lnTo>
                  <a:lnTo>
                    <a:pt x="5736552" y="383402"/>
                  </a:lnTo>
                  <a:lnTo>
                    <a:pt x="5686665" y="333673"/>
                  </a:lnTo>
                  <a:lnTo>
                    <a:pt x="5634419" y="289138"/>
                  </a:lnTo>
                  <a:lnTo>
                    <a:pt x="5578971" y="249333"/>
                  </a:lnTo>
                  <a:lnTo>
                    <a:pt x="5519459" y="213733"/>
                  </a:lnTo>
                  <a:lnTo>
                    <a:pt x="5455072" y="181826"/>
                  </a:lnTo>
                  <a:lnTo>
                    <a:pt x="5385139" y="153162"/>
                  </a:lnTo>
                  <a:lnTo>
                    <a:pt x="5309247" y="127370"/>
                  </a:lnTo>
                  <a:lnTo>
                    <a:pt x="5227398" y="104177"/>
                  </a:lnTo>
                  <a:lnTo>
                    <a:pt x="5140187" y="83406"/>
                  </a:lnTo>
                  <a:lnTo>
                    <a:pt x="5049002" y="64976"/>
                  </a:lnTo>
                  <a:lnTo>
                    <a:pt x="4956155" y="48888"/>
                  </a:lnTo>
                  <a:lnTo>
                    <a:pt x="4864890" y="35188"/>
                  </a:lnTo>
                  <a:lnTo>
                    <a:pt x="4779151" y="23929"/>
                  </a:lnTo>
                  <a:lnTo>
                    <a:pt x="4703086" y="15112"/>
                  </a:lnTo>
                  <a:lnTo>
                    <a:pt x="4640312" y="8642"/>
                  </a:lnTo>
                  <a:lnTo>
                    <a:pt x="4593144" y="4291"/>
                  </a:lnTo>
                  <a:lnTo>
                    <a:pt x="4562013" y="1709"/>
                  </a:lnTo>
                  <a:lnTo>
                    <a:pt x="4545243" y="452"/>
                  </a:lnTo>
                  <a:lnTo>
                    <a:pt x="4539192" y="40"/>
                  </a:lnTo>
                  <a:lnTo>
                    <a:pt x="4538543" y="0"/>
                  </a:lnTo>
                  <a:lnTo>
                    <a:pt x="4016409" y="0"/>
                  </a:lnTo>
                  <a:lnTo>
                    <a:pt x="4015299" y="89"/>
                  </a:lnTo>
                  <a:lnTo>
                    <a:pt x="4008019" y="728"/>
                  </a:lnTo>
                  <a:lnTo>
                    <a:pt x="3989736" y="2496"/>
                  </a:lnTo>
                  <a:lnTo>
                    <a:pt x="3957227" y="5972"/>
                  </a:lnTo>
                  <a:lnTo>
                    <a:pt x="3909142" y="11681"/>
                  </a:lnTo>
                  <a:lnTo>
                    <a:pt x="3846098" y="20034"/>
                  </a:lnTo>
                  <a:lnTo>
                    <a:pt x="3770439" y="31292"/>
                  </a:lnTo>
                  <a:lnTo>
                    <a:pt x="3685676" y="45562"/>
                  </a:lnTo>
                  <a:lnTo>
                    <a:pt x="3595763" y="62834"/>
                  </a:lnTo>
                  <a:lnTo>
                    <a:pt x="3504437" y="83045"/>
                  </a:lnTo>
                  <a:lnTo>
                    <a:pt x="3414766" y="106136"/>
                  </a:lnTo>
                  <a:lnTo>
                    <a:pt x="3328942" y="132111"/>
                  </a:lnTo>
                  <a:lnTo>
                    <a:pt x="3248292" y="161066"/>
                  </a:lnTo>
                  <a:lnTo>
                    <a:pt x="3173400" y="193210"/>
                  </a:lnTo>
                  <a:lnTo>
                    <a:pt x="3104284" y="228871"/>
                  </a:lnTo>
                  <a:lnTo>
                    <a:pt x="3040570" y="268490"/>
                  </a:lnTo>
                  <a:lnTo>
                    <a:pt x="2981633" y="312608"/>
                  </a:lnTo>
                  <a:lnTo>
                    <a:pt x="2926708" y="361839"/>
                  </a:lnTo>
                  <a:lnTo>
                    <a:pt x="2874978" y="416822"/>
                  </a:lnTo>
                  <a:lnTo>
                    <a:pt x="2825633" y="478134"/>
                  </a:lnTo>
                  <a:lnTo>
                    <a:pt x="2777939" y="546152"/>
                  </a:lnTo>
                  <a:lnTo>
                    <a:pt x="2770117" y="558128"/>
                  </a:lnTo>
                  <a:lnTo>
                    <a:pt x="2735303" y="614175"/>
                  </a:lnTo>
                  <a:lnTo>
                    <a:pt x="2700807" y="674052"/>
                  </a:lnTo>
                  <a:lnTo>
                    <a:pt x="2666445" y="737837"/>
                  </a:lnTo>
                  <a:lnTo>
                    <a:pt x="2632067" y="805555"/>
                  </a:lnTo>
                  <a:lnTo>
                    <a:pt x="2597561" y="877173"/>
                  </a:lnTo>
                  <a:lnTo>
                    <a:pt x="2562841" y="952591"/>
                  </a:lnTo>
                  <a:lnTo>
                    <a:pt x="2527851" y="1031645"/>
                  </a:lnTo>
                  <a:lnTo>
                    <a:pt x="2492560" y="1114097"/>
                  </a:lnTo>
                  <a:lnTo>
                    <a:pt x="2456960" y="1199641"/>
                  </a:lnTo>
                  <a:lnTo>
                    <a:pt x="2421064" y="1287903"/>
                  </a:lnTo>
                  <a:lnTo>
                    <a:pt x="2384905" y="1378446"/>
                  </a:lnTo>
                  <a:lnTo>
                    <a:pt x="2348530" y="1470777"/>
                  </a:lnTo>
                  <a:lnTo>
                    <a:pt x="2312001" y="1564361"/>
                  </a:lnTo>
                  <a:lnTo>
                    <a:pt x="2275385" y="1658629"/>
                  </a:lnTo>
                  <a:lnTo>
                    <a:pt x="2238756" y="1752995"/>
                  </a:lnTo>
                  <a:lnTo>
                    <a:pt x="2202190" y="1846872"/>
                  </a:lnTo>
                  <a:lnTo>
                    <a:pt x="2165756" y="1939683"/>
                  </a:lnTo>
                  <a:lnTo>
                    <a:pt x="2129519" y="2030879"/>
                  </a:lnTo>
                  <a:lnTo>
                    <a:pt x="2093531" y="2119954"/>
                  </a:lnTo>
                  <a:lnTo>
                    <a:pt x="2057830" y="2206451"/>
                  </a:lnTo>
                  <a:lnTo>
                    <a:pt x="2022435" y="2289972"/>
                  </a:lnTo>
                  <a:lnTo>
                    <a:pt x="1987347" y="2370190"/>
                  </a:lnTo>
                  <a:lnTo>
                    <a:pt x="1952542" y="2446844"/>
                  </a:lnTo>
                  <a:lnTo>
                    <a:pt x="1917972" y="2519744"/>
                  </a:lnTo>
                  <a:lnTo>
                    <a:pt x="1883563" y="2588770"/>
                  </a:lnTo>
                  <a:lnTo>
                    <a:pt x="1849210" y="2653868"/>
                  </a:lnTo>
                  <a:lnTo>
                    <a:pt x="1814777" y="2715043"/>
                  </a:lnTo>
                  <a:lnTo>
                    <a:pt x="1780093" y="2772356"/>
                  </a:lnTo>
                  <a:lnTo>
                    <a:pt x="1768425" y="2790643"/>
                  </a:lnTo>
                  <a:lnTo>
                    <a:pt x="1720944" y="2859787"/>
                  </a:lnTo>
                  <a:lnTo>
                    <a:pt x="1671921" y="2922198"/>
                  </a:lnTo>
                  <a:lnTo>
                    <a:pt x="1620643" y="2978197"/>
                  </a:lnTo>
                  <a:lnTo>
                    <a:pt x="1566307" y="3028342"/>
                  </a:lnTo>
                  <a:lnTo>
                    <a:pt x="1508093" y="3073267"/>
                  </a:lnTo>
                  <a:lnTo>
                    <a:pt x="1445222" y="3113595"/>
                  </a:lnTo>
                  <a:lnTo>
                    <a:pt x="1377040" y="3149881"/>
                  </a:lnTo>
                  <a:lnTo>
                    <a:pt x="1303121" y="3182584"/>
                  </a:lnTo>
                  <a:lnTo>
                    <a:pt x="1223406" y="3212052"/>
                  </a:lnTo>
                  <a:lnTo>
                    <a:pt x="1138374" y="3238513"/>
                  </a:lnTo>
                  <a:lnTo>
                    <a:pt x="1049215" y="3262083"/>
                  </a:lnTo>
                  <a:lnTo>
                    <a:pt x="957974" y="3282776"/>
                  </a:lnTo>
                  <a:lnTo>
                    <a:pt x="867580" y="3300542"/>
                  </a:lnTo>
                  <a:lnTo>
                    <a:pt x="781684" y="3315314"/>
                  </a:lnTo>
                  <a:lnTo>
                    <a:pt x="704246" y="3327069"/>
                  </a:lnTo>
                  <a:lnTo>
                    <a:pt x="638900" y="3335893"/>
                  </a:lnTo>
                  <a:lnTo>
                    <a:pt x="588230" y="3342017"/>
                  </a:lnTo>
                  <a:lnTo>
                    <a:pt x="553169" y="3345831"/>
                  </a:lnTo>
                  <a:lnTo>
                    <a:pt x="532695" y="3347843"/>
                  </a:lnTo>
                  <a:lnTo>
                    <a:pt x="523878" y="3348629"/>
                  </a:lnTo>
                  <a:lnTo>
                    <a:pt x="522133" y="3348772"/>
                  </a:lnTo>
                  <a:lnTo>
                    <a:pt x="0" y="3348772"/>
                  </a:lnTo>
                  <a:close/>
                </a:path>
              </a:pathLst>
            </a:custGeom>
            <a:solidFill>
              <a:srgbClr val="9E9E9E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1674" name="pl1674"/>
            <p:cNvSpPr/>
            <p:nvPr/>
          </p:nvSpPr>
          <p:spPr>
            <a:xfrm>
              <a:off x="386606" y="1998737"/>
              <a:ext cx="8554953" cy="3348772"/>
            </a:xfrm>
            <a:custGeom>
              <a:avLst/>
              <a:pathLst>
                <a:path w="8554953" h="3348772">
                  <a:moveTo>
                    <a:pt x="0" y="3348772"/>
                  </a:moveTo>
                  <a:lnTo>
                    <a:pt x="522133" y="3348772"/>
                  </a:lnTo>
                  <a:lnTo>
                    <a:pt x="523243" y="3348682"/>
                  </a:lnTo>
                  <a:lnTo>
                    <a:pt x="530523" y="3348043"/>
                  </a:lnTo>
                  <a:lnTo>
                    <a:pt x="548806" y="3346276"/>
                  </a:lnTo>
                  <a:lnTo>
                    <a:pt x="581315" y="3342800"/>
                  </a:lnTo>
                  <a:lnTo>
                    <a:pt x="629400" y="3337091"/>
                  </a:lnTo>
                  <a:lnTo>
                    <a:pt x="692445" y="3328737"/>
                  </a:lnTo>
                  <a:lnTo>
                    <a:pt x="768103" y="3317479"/>
                  </a:lnTo>
                  <a:lnTo>
                    <a:pt x="852866" y="3303210"/>
                  </a:lnTo>
                  <a:lnTo>
                    <a:pt x="942779" y="3285937"/>
                  </a:lnTo>
                  <a:lnTo>
                    <a:pt x="1034105" y="3265727"/>
                  </a:lnTo>
                  <a:lnTo>
                    <a:pt x="1123777" y="3242635"/>
                  </a:lnTo>
                  <a:lnTo>
                    <a:pt x="1209600" y="3216660"/>
                  </a:lnTo>
                  <a:lnTo>
                    <a:pt x="1290250" y="3187706"/>
                  </a:lnTo>
                  <a:lnTo>
                    <a:pt x="1365142" y="3155562"/>
                  </a:lnTo>
                  <a:lnTo>
                    <a:pt x="1434258" y="3119901"/>
                  </a:lnTo>
                  <a:lnTo>
                    <a:pt x="1497972" y="3080282"/>
                  </a:lnTo>
                  <a:lnTo>
                    <a:pt x="1556909" y="3036164"/>
                  </a:lnTo>
                  <a:lnTo>
                    <a:pt x="1611834" y="2986932"/>
                  </a:lnTo>
                  <a:lnTo>
                    <a:pt x="1663564" y="2931950"/>
                  </a:lnTo>
                  <a:lnTo>
                    <a:pt x="1712909" y="2870637"/>
                  </a:lnTo>
                  <a:lnTo>
                    <a:pt x="1760603" y="2802620"/>
                  </a:lnTo>
                  <a:lnTo>
                    <a:pt x="1768425" y="2790643"/>
                  </a:lnTo>
                  <a:lnTo>
                    <a:pt x="1803239" y="2734596"/>
                  </a:lnTo>
                  <a:lnTo>
                    <a:pt x="1837735" y="2674719"/>
                  </a:lnTo>
                  <a:lnTo>
                    <a:pt x="1872098" y="2610934"/>
                  </a:lnTo>
                  <a:lnTo>
                    <a:pt x="1906475" y="2543216"/>
                  </a:lnTo>
                  <a:lnTo>
                    <a:pt x="1940981" y="2471599"/>
                  </a:lnTo>
                  <a:lnTo>
                    <a:pt x="1975701" y="2396180"/>
                  </a:lnTo>
                  <a:lnTo>
                    <a:pt x="2010691" y="2317127"/>
                  </a:lnTo>
                  <a:lnTo>
                    <a:pt x="2045982" y="2234675"/>
                  </a:lnTo>
                  <a:lnTo>
                    <a:pt x="2081583" y="2149130"/>
                  </a:lnTo>
                  <a:lnTo>
                    <a:pt x="2117478" y="2060868"/>
                  </a:lnTo>
                  <a:lnTo>
                    <a:pt x="2153637" y="1970325"/>
                  </a:lnTo>
                  <a:lnTo>
                    <a:pt x="2190012" y="1877994"/>
                  </a:lnTo>
                  <a:lnTo>
                    <a:pt x="2226542" y="1784410"/>
                  </a:lnTo>
                  <a:lnTo>
                    <a:pt x="2263157" y="1690142"/>
                  </a:lnTo>
                  <a:lnTo>
                    <a:pt x="2299786" y="1595776"/>
                  </a:lnTo>
                  <a:lnTo>
                    <a:pt x="2336352" y="1501900"/>
                  </a:lnTo>
                  <a:lnTo>
                    <a:pt x="2372786" y="1409089"/>
                  </a:lnTo>
                  <a:lnTo>
                    <a:pt x="2409023" y="1317892"/>
                  </a:lnTo>
                  <a:lnTo>
                    <a:pt x="2445011" y="1228817"/>
                  </a:lnTo>
                  <a:lnTo>
                    <a:pt x="2480712" y="1142321"/>
                  </a:lnTo>
                  <a:lnTo>
                    <a:pt x="2516107" y="1058799"/>
                  </a:lnTo>
                  <a:lnTo>
                    <a:pt x="2551195" y="978581"/>
                  </a:lnTo>
                  <a:lnTo>
                    <a:pt x="2586000" y="901928"/>
                  </a:lnTo>
                  <a:lnTo>
                    <a:pt x="2620570" y="829028"/>
                  </a:lnTo>
                  <a:lnTo>
                    <a:pt x="2654979" y="760002"/>
                  </a:lnTo>
                  <a:lnTo>
                    <a:pt x="2689332" y="694904"/>
                  </a:lnTo>
                  <a:lnTo>
                    <a:pt x="2723765" y="633729"/>
                  </a:lnTo>
                  <a:lnTo>
                    <a:pt x="2758450" y="576415"/>
                  </a:lnTo>
                  <a:lnTo>
                    <a:pt x="2770117" y="558128"/>
                  </a:lnTo>
                  <a:lnTo>
                    <a:pt x="2817598" y="488985"/>
                  </a:lnTo>
                  <a:lnTo>
                    <a:pt x="2866621" y="426574"/>
                  </a:lnTo>
                  <a:lnTo>
                    <a:pt x="2917899" y="370574"/>
                  </a:lnTo>
                  <a:lnTo>
                    <a:pt x="2972235" y="320430"/>
                  </a:lnTo>
                  <a:lnTo>
                    <a:pt x="3030449" y="275505"/>
                  </a:lnTo>
                  <a:lnTo>
                    <a:pt x="3093320" y="235177"/>
                  </a:lnTo>
                  <a:lnTo>
                    <a:pt x="3161502" y="198891"/>
                  </a:lnTo>
                  <a:lnTo>
                    <a:pt x="3235421" y="166187"/>
                  </a:lnTo>
                  <a:lnTo>
                    <a:pt x="3315136" y="136719"/>
                  </a:lnTo>
                  <a:lnTo>
                    <a:pt x="3400168" y="110258"/>
                  </a:lnTo>
                  <a:lnTo>
                    <a:pt x="3489327" y="86689"/>
                  </a:lnTo>
                  <a:lnTo>
                    <a:pt x="3580568" y="65996"/>
                  </a:lnTo>
                  <a:lnTo>
                    <a:pt x="3670962" y="48230"/>
                  </a:lnTo>
                  <a:lnTo>
                    <a:pt x="3756858" y="33458"/>
                  </a:lnTo>
                  <a:lnTo>
                    <a:pt x="3834296" y="21702"/>
                  </a:lnTo>
                  <a:lnTo>
                    <a:pt x="3899642" y="12879"/>
                  </a:lnTo>
                  <a:lnTo>
                    <a:pt x="3950312" y="6754"/>
                  </a:lnTo>
                  <a:lnTo>
                    <a:pt x="3985373" y="2941"/>
                  </a:lnTo>
                  <a:lnTo>
                    <a:pt x="4005848" y="928"/>
                  </a:lnTo>
                  <a:lnTo>
                    <a:pt x="4014664" y="142"/>
                  </a:lnTo>
                  <a:lnTo>
                    <a:pt x="4016404" y="0"/>
                  </a:lnTo>
                  <a:lnTo>
                    <a:pt x="4016409" y="0"/>
                  </a:lnTo>
                  <a:lnTo>
                    <a:pt x="4538543" y="0"/>
                  </a:lnTo>
                  <a:lnTo>
                    <a:pt x="4539708" y="73"/>
                  </a:lnTo>
                  <a:lnTo>
                    <a:pt x="4547342" y="602"/>
                  </a:lnTo>
                  <a:lnTo>
                    <a:pt x="4566482" y="2062"/>
                  </a:lnTo>
                  <a:lnTo>
                    <a:pt x="4600439" y="4933"/>
                  </a:lnTo>
                  <a:lnTo>
                    <a:pt x="4650508" y="9642"/>
                  </a:lnTo>
                  <a:lnTo>
                    <a:pt x="4715894" y="16522"/>
                  </a:lnTo>
                  <a:lnTo>
                    <a:pt x="4793994" y="25775"/>
                  </a:lnTo>
                  <a:lnTo>
                    <a:pt x="4881036" y="37476"/>
                  </a:lnTo>
                  <a:lnTo>
                    <a:pt x="4972862" y="51610"/>
                  </a:lnTo>
                  <a:lnTo>
                    <a:pt x="5065624" y="68123"/>
                  </a:lnTo>
                  <a:lnTo>
                    <a:pt x="5156236" y="86972"/>
                  </a:lnTo>
                  <a:lnTo>
                    <a:pt x="5242558" y="108170"/>
                  </a:lnTo>
                  <a:lnTo>
                    <a:pt x="5323359" y="131816"/>
                  </a:lnTo>
                  <a:lnTo>
                    <a:pt x="5398163" y="158102"/>
                  </a:lnTo>
                  <a:lnTo>
                    <a:pt x="5467058" y="187320"/>
                  </a:lnTo>
                  <a:lnTo>
                    <a:pt x="5530513" y="219856"/>
                  </a:lnTo>
                  <a:lnTo>
                    <a:pt x="5589231" y="256174"/>
                  </a:lnTo>
                  <a:lnTo>
                    <a:pt x="5644038" y="296793"/>
                  </a:lnTo>
                  <a:lnTo>
                    <a:pt x="5695798" y="342232"/>
                  </a:lnTo>
                  <a:lnTo>
                    <a:pt x="5745345" y="392934"/>
                  </a:lnTo>
                  <a:lnTo>
                    <a:pt x="5784835" y="438596"/>
                  </a:lnTo>
                  <a:lnTo>
                    <a:pt x="5823128" y="487234"/>
                  </a:lnTo>
                  <a:lnTo>
                    <a:pt x="5861061" y="539527"/>
                  </a:lnTo>
                  <a:lnTo>
                    <a:pt x="5898871" y="595546"/>
                  </a:lnTo>
                  <a:lnTo>
                    <a:pt x="5936743" y="655305"/>
                  </a:lnTo>
                  <a:lnTo>
                    <a:pt x="5974817" y="718745"/>
                  </a:lnTo>
                  <a:lnTo>
                    <a:pt x="6013187" y="785730"/>
                  </a:lnTo>
                  <a:lnTo>
                    <a:pt x="6051910" y="856046"/>
                  </a:lnTo>
                  <a:lnTo>
                    <a:pt x="6091007" y="929397"/>
                  </a:lnTo>
                  <a:lnTo>
                    <a:pt x="6130467" y="1005409"/>
                  </a:lnTo>
                  <a:lnTo>
                    <a:pt x="6170250" y="1083632"/>
                  </a:lnTo>
                  <a:lnTo>
                    <a:pt x="6210293" y="1163554"/>
                  </a:lnTo>
                  <a:lnTo>
                    <a:pt x="6250515" y="1244612"/>
                  </a:lnTo>
                  <a:lnTo>
                    <a:pt x="6290824" y="1326206"/>
                  </a:lnTo>
                  <a:lnTo>
                    <a:pt x="6331120" y="1407722"/>
                  </a:lnTo>
                  <a:lnTo>
                    <a:pt x="6371305" y="1488546"/>
                  </a:lnTo>
                  <a:lnTo>
                    <a:pt x="6411288" y="1568086"/>
                  </a:lnTo>
                  <a:lnTo>
                    <a:pt x="6450994" y="1645792"/>
                  </a:lnTo>
                  <a:lnTo>
                    <a:pt x="6490364" y="1721165"/>
                  </a:lnTo>
                  <a:lnTo>
                    <a:pt x="6529365" y="1793774"/>
                  </a:lnTo>
                  <a:lnTo>
                    <a:pt x="6567995" y="1863265"/>
                  </a:lnTo>
                  <a:lnTo>
                    <a:pt x="6606283" y="1929363"/>
                  </a:lnTo>
                  <a:lnTo>
                    <a:pt x="6644294" y="1991873"/>
                  </a:lnTo>
                  <a:lnTo>
                    <a:pt x="6682136" y="2050681"/>
                  </a:lnTo>
                  <a:lnTo>
                    <a:pt x="6719957" y="2105746"/>
                  </a:lnTo>
                  <a:lnTo>
                    <a:pt x="6757957" y="2157097"/>
                  </a:lnTo>
                  <a:lnTo>
                    <a:pt x="6786527" y="2192984"/>
                  </a:lnTo>
                  <a:lnTo>
                    <a:pt x="6834810" y="2248179"/>
                  </a:lnTo>
                  <a:lnTo>
                    <a:pt x="6884697" y="2297908"/>
                  </a:lnTo>
                  <a:lnTo>
                    <a:pt x="6936943" y="2342443"/>
                  </a:lnTo>
                  <a:lnTo>
                    <a:pt x="6992390" y="2382248"/>
                  </a:lnTo>
                  <a:lnTo>
                    <a:pt x="7051903" y="2417848"/>
                  </a:lnTo>
                  <a:lnTo>
                    <a:pt x="7116290" y="2449754"/>
                  </a:lnTo>
                  <a:lnTo>
                    <a:pt x="7186223" y="2478419"/>
                  </a:lnTo>
                  <a:lnTo>
                    <a:pt x="7262114" y="2504210"/>
                  </a:lnTo>
                  <a:lnTo>
                    <a:pt x="7343964" y="2527404"/>
                  </a:lnTo>
                  <a:lnTo>
                    <a:pt x="7431175" y="2548175"/>
                  </a:lnTo>
                  <a:lnTo>
                    <a:pt x="7522360" y="2566604"/>
                  </a:lnTo>
                  <a:lnTo>
                    <a:pt x="7615207" y="2582693"/>
                  </a:lnTo>
                  <a:lnTo>
                    <a:pt x="7706472" y="2596393"/>
                  </a:lnTo>
                  <a:lnTo>
                    <a:pt x="7792211" y="2607652"/>
                  </a:lnTo>
                  <a:lnTo>
                    <a:pt x="7868276" y="2616468"/>
                  </a:lnTo>
                  <a:lnTo>
                    <a:pt x="7931050" y="2622939"/>
                  </a:lnTo>
                  <a:lnTo>
                    <a:pt x="7978218" y="2627289"/>
                  </a:lnTo>
                  <a:lnTo>
                    <a:pt x="8009349" y="2629872"/>
                  </a:lnTo>
                  <a:lnTo>
                    <a:pt x="8026119" y="2631129"/>
                  </a:lnTo>
                  <a:lnTo>
                    <a:pt x="8032170" y="2631541"/>
                  </a:lnTo>
                  <a:lnTo>
                    <a:pt x="8032819" y="2631581"/>
                  </a:lnTo>
                  <a:lnTo>
                    <a:pt x="8554953" y="2631581"/>
                  </a:lnTo>
                  <a:lnTo>
                    <a:pt x="8554953" y="2631581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675" name="pl1675"/>
            <p:cNvSpPr/>
            <p:nvPr/>
          </p:nvSpPr>
          <p:spPr>
            <a:xfrm>
              <a:off x="386606" y="1993090"/>
              <a:ext cx="8554953" cy="3348772"/>
            </a:xfrm>
            <a:custGeom>
              <a:avLst/>
              <a:pathLst>
                <a:path w="8554953" h="3348772">
                  <a:moveTo>
                    <a:pt x="8554953" y="2631581"/>
                  </a:moveTo>
                  <a:lnTo>
                    <a:pt x="8032819" y="2631581"/>
                  </a:lnTo>
                  <a:lnTo>
                    <a:pt x="8031654" y="2631507"/>
                  </a:lnTo>
                  <a:lnTo>
                    <a:pt x="8024020" y="2630979"/>
                  </a:lnTo>
                  <a:lnTo>
                    <a:pt x="8004879" y="2629519"/>
                  </a:lnTo>
                  <a:lnTo>
                    <a:pt x="7970923" y="2626648"/>
                  </a:lnTo>
                  <a:lnTo>
                    <a:pt x="7920854" y="2621938"/>
                  </a:lnTo>
                  <a:lnTo>
                    <a:pt x="7855468" y="2615059"/>
                  </a:lnTo>
                  <a:lnTo>
                    <a:pt x="7777368" y="2605806"/>
                  </a:lnTo>
                  <a:lnTo>
                    <a:pt x="7690326" y="2594105"/>
                  </a:lnTo>
                  <a:lnTo>
                    <a:pt x="7598500" y="2579970"/>
                  </a:lnTo>
                  <a:lnTo>
                    <a:pt x="7505738" y="2563458"/>
                  </a:lnTo>
                  <a:lnTo>
                    <a:pt x="7415126" y="2544609"/>
                  </a:lnTo>
                  <a:lnTo>
                    <a:pt x="7328803" y="2523410"/>
                  </a:lnTo>
                  <a:lnTo>
                    <a:pt x="7248003" y="2499765"/>
                  </a:lnTo>
                  <a:lnTo>
                    <a:pt x="7173198" y="2473479"/>
                  </a:lnTo>
                  <a:lnTo>
                    <a:pt x="7104304" y="2444261"/>
                  </a:lnTo>
                  <a:lnTo>
                    <a:pt x="7040849" y="2411725"/>
                  </a:lnTo>
                  <a:lnTo>
                    <a:pt x="6982131" y="2375406"/>
                  </a:lnTo>
                  <a:lnTo>
                    <a:pt x="6927324" y="2334788"/>
                  </a:lnTo>
                  <a:lnTo>
                    <a:pt x="6875564" y="2289348"/>
                  </a:lnTo>
                  <a:lnTo>
                    <a:pt x="6826017" y="2238647"/>
                  </a:lnTo>
                  <a:lnTo>
                    <a:pt x="6786527" y="2192984"/>
                  </a:lnTo>
                  <a:lnTo>
                    <a:pt x="6748233" y="2144346"/>
                  </a:lnTo>
                  <a:lnTo>
                    <a:pt x="6710301" y="2092054"/>
                  </a:lnTo>
                  <a:lnTo>
                    <a:pt x="6672491" y="2036034"/>
                  </a:lnTo>
                  <a:lnTo>
                    <a:pt x="6634619" y="1976275"/>
                  </a:lnTo>
                  <a:lnTo>
                    <a:pt x="6596545" y="1912836"/>
                  </a:lnTo>
                  <a:lnTo>
                    <a:pt x="6558175" y="1845851"/>
                  </a:lnTo>
                  <a:lnTo>
                    <a:pt x="6519452" y="1775535"/>
                  </a:lnTo>
                  <a:lnTo>
                    <a:pt x="6480355" y="1702184"/>
                  </a:lnTo>
                  <a:lnTo>
                    <a:pt x="6440895" y="1626172"/>
                  </a:lnTo>
                  <a:lnTo>
                    <a:pt x="6401112" y="1547949"/>
                  </a:lnTo>
                  <a:lnTo>
                    <a:pt x="6361069" y="1468026"/>
                  </a:lnTo>
                  <a:lnTo>
                    <a:pt x="6320847" y="1386969"/>
                  </a:lnTo>
                  <a:lnTo>
                    <a:pt x="6280538" y="1305374"/>
                  </a:lnTo>
                  <a:lnTo>
                    <a:pt x="6240242" y="1223859"/>
                  </a:lnTo>
                  <a:lnTo>
                    <a:pt x="6200057" y="1143035"/>
                  </a:lnTo>
                  <a:lnTo>
                    <a:pt x="6160073" y="1063494"/>
                  </a:lnTo>
                  <a:lnTo>
                    <a:pt x="6120368" y="985789"/>
                  </a:lnTo>
                  <a:lnTo>
                    <a:pt x="6080998" y="910416"/>
                  </a:lnTo>
                  <a:lnTo>
                    <a:pt x="6041997" y="837806"/>
                  </a:lnTo>
                  <a:lnTo>
                    <a:pt x="6003367" y="768315"/>
                  </a:lnTo>
                  <a:lnTo>
                    <a:pt x="5965079" y="702218"/>
                  </a:lnTo>
                  <a:lnTo>
                    <a:pt x="5927068" y="639708"/>
                  </a:lnTo>
                  <a:lnTo>
                    <a:pt x="5889226" y="580900"/>
                  </a:lnTo>
                  <a:lnTo>
                    <a:pt x="5851405" y="525835"/>
                  </a:lnTo>
                  <a:lnTo>
                    <a:pt x="5813405" y="474484"/>
                  </a:lnTo>
                  <a:lnTo>
                    <a:pt x="5784835" y="438596"/>
                  </a:lnTo>
                  <a:lnTo>
                    <a:pt x="5736552" y="383402"/>
                  </a:lnTo>
                  <a:lnTo>
                    <a:pt x="5686665" y="333673"/>
                  </a:lnTo>
                  <a:lnTo>
                    <a:pt x="5634419" y="289138"/>
                  </a:lnTo>
                  <a:lnTo>
                    <a:pt x="5578971" y="249333"/>
                  </a:lnTo>
                  <a:lnTo>
                    <a:pt x="5519459" y="213733"/>
                  </a:lnTo>
                  <a:lnTo>
                    <a:pt x="5455072" y="181826"/>
                  </a:lnTo>
                  <a:lnTo>
                    <a:pt x="5385139" y="153162"/>
                  </a:lnTo>
                  <a:lnTo>
                    <a:pt x="5309247" y="127370"/>
                  </a:lnTo>
                  <a:lnTo>
                    <a:pt x="5227398" y="104177"/>
                  </a:lnTo>
                  <a:lnTo>
                    <a:pt x="5140187" y="83406"/>
                  </a:lnTo>
                  <a:lnTo>
                    <a:pt x="5049002" y="64976"/>
                  </a:lnTo>
                  <a:lnTo>
                    <a:pt x="4956155" y="48888"/>
                  </a:lnTo>
                  <a:lnTo>
                    <a:pt x="4864890" y="35188"/>
                  </a:lnTo>
                  <a:lnTo>
                    <a:pt x="4779151" y="23929"/>
                  </a:lnTo>
                  <a:lnTo>
                    <a:pt x="4703086" y="15112"/>
                  </a:lnTo>
                  <a:lnTo>
                    <a:pt x="4640312" y="8642"/>
                  </a:lnTo>
                  <a:lnTo>
                    <a:pt x="4593144" y="4291"/>
                  </a:lnTo>
                  <a:lnTo>
                    <a:pt x="4562013" y="1709"/>
                  </a:lnTo>
                  <a:lnTo>
                    <a:pt x="4545243" y="452"/>
                  </a:lnTo>
                  <a:lnTo>
                    <a:pt x="4539192" y="40"/>
                  </a:lnTo>
                  <a:lnTo>
                    <a:pt x="4538543" y="0"/>
                  </a:lnTo>
                  <a:lnTo>
                    <a:pt x="4016409" y="0"/>
                  </a:lnTo>
                  <a:lnTo>
                    <a:pt x="4015299" y="89"/>
                  </a:lnTo>
                  <a:lnTo>
                    <a:pt x="4008019" y="728"/>
                  </a:lnTo>
                  <a:lnTo>
                    <a:pt x="3989736" y="2496"/>
                  </a:lnTo>
                  <a:lnTo>
                    <a:pt x="3957227" y="5972"/>
                  </a:lnTo>
                  <a:lnTo>
                    <a:pt x="3909142" y="11681"/>
                  </a:lnTo>
                  <a:lnTo>
                    <a:pt x="3846098" y="20034"/>
                  </a:lnTo>
                  <a:lnTo>
                    <a:pt x="3770439" y="31292"/>
                  </a:lnTo>
                  <a:lnTo>
                    <a:pt x="3685676" y="45562"/>
                  </a:lnTo>
                  <a:lnTo>
                    <a:pt x="3595763" y="62834"/>
                  </a:lnTo>
                  <a:lnTo>
                    <a:pt x="3504437" y="83045"/>
                  </a:lnTo>
                  <a:lnTo>
                    <a:pt x="3414766" y="106136"/>
                  </a:lnTo>
                  <a:lnTo>
                    <a:pt x="3328942" y="132111"/>
                  </a:lnTo>
                  <a:lnTo>
                    <a:pt x="3248292" y="161066"/>
                  </a:lnTo>
                  <a:lnTo>
                    <a:pt x="3173400" y="193210"/>
                  </a:lnTo>
                  <a:lnTo>
                    <a:pt x="3104284" y="228871"/>
                  </a:lnTo>
                  <a:lnTo>
                    <a:pt x="3040570" y="268490"/>
                  </a:lnTo>
                  <a:lnTo>
                    <a:pt x="2981633" y="312608"/>
                  </a:lnTo>
                  <a:lnTo>
                    <a:pt x="2926708" y="361839"/>
                  </a:lnTo>
                  <a:lnTo>
                    <a:pt x="2874978" y="416822"/>
                  </a:lnTo>
                  <a:lnTo>
                    <a:pt x="2825633" y="478134"/>
                  </a:lnTo>
                  <a:lnTo>
                    <a:pt x="2777939" y="546152"/>
                  </a:lnTo>
                  <a:lnTo>
                    <a:pt x="2770117" y="558128"/>
                  </a:lnTo>
                  <a:lnTo>
                    <a:pt x="2735303" y="614175"/>
                  </a:lnTo>
                  <a:lnTo>
                    <a:pt x="2700807" y="674052"/>
                  </a:lnTo>
                  <a:lnTo>
                    <a:pt x="2666445" y="737837"/>
                  </a:lnTo>
                  <a:lnTo>
                    <a:pt x="2632067" y="805555"/>
                  </a:lnTo>
                  <a:lnTo>
                    <a:pt x="2597561" y="877173"/>
                  </a:lnTo>
                  <a:lnTo>
                    <a:pt x="2562841" y="952591"/>
                  </a:lnTo>
                  <a:lnTo>
                    <a:pt x="2527851" y="1031645"/>
                  </a:lnTo>
                  <a:lnTo>
                    <a:pt x="2492560" y="1114097"/>
                  </a:lnTo>
                  <a:lnTo>
                    <a:pt x="2456960" y="1199641"/>
                  </a:lnTo>
                  <a:lnTo>
                    <a:pt x="2421064" y="1287903"/>
                  </a:lnTo>
                  <a:lnTo>
                    <a:pt x="2384905" y="1378446"/>
                  </a:lnTo>
                  <a:lnTo>
                    <a:pt x="2348530" y="1470777"/>
                  </a:lnTo>
                  <a:lnTo>
                    <a:pt x="2312001" y="1564361"/>
                  </a:lnTo>
                  <a:lnTo>
                    <a:pt x="2275385" y="1658629"/>
                  </a:lnTo>
                  <a:lnTo>
                    <a:pt x="2238756" y="1752995"/>
                  </a:lnTo>
                  <a:lnTo>
                    <a:pt x="2202190" y="1846872"/>
                  </a:lnTo>
                  <a:lnTo>
                    <a:pt x="2165756" y="1939683"/>
                  </a:lnTo>
                  <a:lnTo>
                    <a:pt x="2129519" y="2030879"/>
                  </a:lnTo>
                  <a:lnTo>
                    <a:pt x="2093531" y="2119954"/>
                  </a:lnTo>
                  <a:lnTo>
                    <a:pt x="2057830" y="2206451"/>
                  </a:lnTo>
                  <a:lnTo>
                    <a:pt x="2022435" y="2289972"/>
                  </a:lnTo>
                  <a:lnTo>
                    <a:pt x="1987347" y="2370190"/>
                  </a:lnTo>
                  <a:lnTo>
                    <a:pt x="1952542" y="2446844"/>
                  </a:lnTo>
                  <a:lnTo>
                    <a:pt x="1917972" y="2519744"/>
                  </a:lnTo>
                  <a:lnTo>
                    <a:pt x="1883563" y="2588770"/>
                  </a:lnTo>
                  <a:lnTo>
                    <a:pt x="1849210" y="2653868"/>
                  </a:lnTo>
                  <a:lnTo>
                    <a:pt x="1814777" y="2715043"/>
                  </a:lnTo>
                  <a:lnTo>
                    <a:pt x="1780093" y="2772356"/>
                  </a:lnTo>
                  <a:lnTo>
                    <a:pt x="1768425" y="2790643"/>
                  </a:lnTo>
                  <a:lnTo>
                    <a:pt x="1720944" y="2859787"/>
                  </a:lnTo>
                  <a:lnTo>
                    <a:pt x="1671921" y="2922198"/>
                  </a:lnTo>
                  <a:lnTo>
                    <a:pt x="1620643" y="2978197"/>
                  </a:lnTo>
                  <a:lnTo>
                    <a:pt x="1566307" y="3028342"/>
                  </a:lnTo>
                  <a:lnTo>
                    <a:pt x="1508093" y="3073267"/>
                  </a:lnTo>
                  <a:lnTo>
                    <a:pt x="1445222" y="3113595"/>
                  </a:lnTo>
                  <a:lnTo>
                    <a:pt x="1377040" y="3149881"/>
                  </a:lnTo>
                  <a:lnTo>
                    <a:pt x="1303121" y="3182584"/>
                  </a:lnTo>
                  <a:lnTo>
                    <a:pt x="1223406" y="3212052"/>
                  </a:lnTo>
                  <a:lnTo>
                    <a:pt x="1138374" y="3238513"/>
                  </a:lnTo>
                  <a:lnTo>
                    <a:pt x="1049215" y="3262083"/>
                  </a:lnTo>
                  <a:lnTo>
                    <a:pt x="957974" y="3282776"/>
                  </a:lnTo>
                  <a:lnTo>
                    <a:pt x="867580" y="3300542"/>
                  </a:lnTo>
                  <a:lnTo>
                    <a:pt x="781684" y="3315314"/>
                  </a:lnTo>
                  <a:lnTo>
                    <a:pt x="704246" y="3327069"/>
                  </a:lnTo>
                  <a:lnTo>
                    <a:pt x="638900" y="3335893"/>
                  </a:lnTo>
                  <a:lnTo>
                    <a:pt x="588230" y="3342017"/>
                  </a:lnTo>
                  <a:lnTo>
                    <a:pt x="553169" y="3345831"/>
                  </a:lnTo>
                  <a:lnTo>
                    <a:pt x="532695" y="3347843"/>
                  </a:lnTo>
                  <a:lnTo>
                    <a:pt x="523878" y="3348629"/>
                  </a:lnTo>
                  <a:lnTo>
                    <a:pt x="522138" y="3348772"/>
                  </a:lnTo>
                  <a:lnTo>
                    <a:pt x="522133" y="3348772"/>
                  </a:lnTo>
                  <a:lnTo>
                    <a:pt x="0" y="3348772"/>
                  </a:lnTo>
                  <a:lnTo>
                    <a:pt x="0" y="3348772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676" name="pg1676"/>
            <p:cNvSpPr/>
            <p:nvPr/>
          </p:nvSpPr>
          <p:spPr>
            <a:xfrm>
              <a:off x="386606" y="2015679"/>
              <a:ext cx="8554953" cy="3337478"/>
            </a:xfrm>
            <a:custGeom>
              <a:avLst/>
              <a:pathLst>
                <a:path w="8554953" h="3337478">
                  <a:moveTo>
                    <a:pt x="0" y="3337478"/>
                  </a:moveTo>
                  <a:lnTo>
                    <a:pt x="522133" y="3337478"/>
                  </a:lnTo>
                  <a:lnTo>
                    <a:pt x="523244" y="3337388"/>
                  </a:lnTo>
                  <a:lnTo>
                    <a:pt x="530533" y="3336751"/>
                  </a:lnTo>
                  <a:lnTo>
                    <a:pt x="548838" y="3334991"/>
                  </a:lnTo>
                  <a:lnTo>
                    <a:pt x="581383" y="3331528"/>
                  </a:lnTo>
                  <a:lnTo>
                    <a:pt x="629518" y="3325841"/>
                  </a:lnTo>
                  <a:lnTo>
                    <a:pt x="692621" y="3317519"/>
                  </a:lnTo>
                  <a:lnTo>
                    <a:pt x="768342" y="3306305"/>
                  </a:lnTo>
                  <a:lnTo>
                    <a:pt x="853163" y="3292093"/>
                  </a:lnTo>
                  <a:lnTo>
                    <a:pt x="943126" y="3274890"/>
                  </a:lnTo>
                  <a:lnTo>
                    <a:pt x="1034489" y="3254762"/>
                  </a:lnTo>
                  <a:lnTo>
                    <a:pt x="1124185" y="3231765"/>
                  </a:lnTo>
                  <a:lnTo>
                    <a:pt x="1210022" y="3205896"/>
                  </a:lnTo>
                  <a:lnTo>
                    <a:pt x="1290677" y="3177060"/>
                  </a:lnTo>
                  <a:lnTo>
                    <a:pt x="1365567" y="3145046"/>
                  </a:lnTo>
                  <a:lnTo>
                    <a:pt x="1434677" y="3109528"/>
                  </a:lnTo>
                  <a:lnTo>
                    <a:pt x="1498385" y="3070065"/>
                  </a:lnTo>
                  <a:lnTo>
                    <a:pt x="1557317" y="3026118"/>
                  </a:lnTo>
                  <a:lnTo>
                    <a:pt x="1612238" y="2977076"/>
                  </a:lnTo>
                  <a:lnTo>
                    <a:pt x="1663968" y="2922301"/>
                  </a:lnTo>
                  <a:lnTo>
                    <a:pt x="1713318" y="2861219"/>
                  </a:lnTo>
                  <a:lnTo>
                    <a:pt x="1761020" y="2793459"/>
                  </a:lnTo>
                  <a:lnTo>
                    <a:pt x="1768425" y="2782172"/>
                  </a:lnTo>
                  <a:lnTo>
                    <a:pt x="1803312" y="2726287"/>
                  </a:lnTo>
                  <a:lnTo>
                    <a:pt x="1837880" y="2666575"/>
                  </a:lnTo>
                  <a:lnTo>
                    <a:pt x="1872315" y="2602958"/>
                  </a:lnTo>
                  <a:lnTo>
                    <a:pt x="1906766" y="2535411"/>
                  </a:lnTo>
                  <a:lnTo>
                    <a:pt x="1941347" y="2463970"/>
                  </a:lnTo>
                  <a:lnTo>
                    <a:pt x="1976143" y="2388731"/>
                  </a:lnTo>
                  <a:lnTo>
                    <a:pt x="2011210" y="2309863"/>
                  </a:lnTo>
                  <a:lnTo>
                    <a:pt x="2046581" y="2227603"/>
                  </a:lnTo>
                  <a:lnTo>
                    <a:pt x="2082262" y="2142260"/>
                  </a:lnTo>
                  <a:lnTo>
                    <a:pt x="2118239" y="2054209"/>
                  </a:lnTo>
                  <a:lnTo>
                    <a:pt x="2154480" y="1963889"/>
                  </a:lnTo>
                  <a:lnTo>
                    <a:pt x="2190936" y="1871794"/>
                  </a:lnTo>
                  <a:lnTo>
                    <a:pt x="2227546" y="1778462"/>
                  </a:lnTo>
                  <a:lnTo>
                    <a:pt x="2264240" y="1684462"/>
                  </a:lnTo>
                  <a:lnTo>
                    <a:pt x="2300945" y="1590382"/>
                  </a:lnTo>
                  <a:lnTo>
                    <a:pt x="2337586" y="1496809"/>
                  </a:lnTo>
                  <a:lnTo>
                    <a:pt x="2374090" y="1404320"/>
                  </a:lnTo>
                  <a:lnTo>
                    <a:pt x="2410395" y="1313462"/>
                  </a:lnTo>
                  <a:lnTo>
                    <a:pt x="2446449" y="1224743"/>
                  </a:lnTo>
                  <a:lnTo>
                    <a:pt x="2482213" y="1138618"/>
                  </a:lnTo>
                  <a:lnTo>
                    <a:pt x="2517669" y="1055479"/>
                  </a:lnTo>
                  <a:lnTo>
                    <a:pt x="2552818" y="975655"/>
                  </a:lnTo>
                  <a:lnTo>
                    <a:pt x="2587684" y="899402"/>
                  </a:lnTo>
                  <a:lnTo>
                    <a:pt x="2622317" y="826907"/>
                  </a:lnTo>
                  <a:lnTo>
                    <a:pt x="2656793" y="758287"/>
                  </a:lnTo>
                  <a:lnTo>
                    <a:pt x="2691219" y="693593"/>
                  </a:lnTo>
                  <a:lnTo>
                    <a:pt x="2725734" y="632817"/>
                  </a:lnTo>
                  <a:lnTo>
                    <a:pt x="2760512" y="575893"/>
                  </a:lnTo>
                  <a:lnTo>
                    <a:pt x="2770117" y="560952"/>
                  </a:lnTo>
                  <a:lnTo>
                    <a:pt x="2817619" y="492130"/>
                  </a:lnTo>
                  <a:lnTo>
                    <a:pt x="2866663" y="430013"/>
                  </a:lnTo>
                  <a:lnTo>
                    <a:pt x="2917966" y="374280"/>
                  </a:lnTo>
                  <a:lnTo>
                    <a:pt x="2972329" y="324376"/>
                  </a:lnTo>
                  <a:lnTo>
                    <a:pt x="3030576" y="279669"/>
                  </a:lnTo>
                  <a:lnTo>
                    <a:pt x="3093485" y="239538"/>
                  </a:lnTo>
                  <a:lnTo>
                    <a:pt x="3161712" y="203430"/>
                  </a:lnTo>
                  <a:lnTo>
                    <a:pt x="3235681" y="170889"/>
                  </a:lnTo>
                  <a:lnTo>
                    <a:pt x="3315449" y="141569"/>
                  </a:lnTo>
                  <a:lnTo>
                    <a:pt x="3400537" y="115242"/>
                  </a:lnTo>
                  <a:lnTo>
                    <a:pt x="3489748" y="91795"/>
                  </a:lnTo>
                  <a:lnTo>
                    <a:pt x="3581031" y="71212"/>
                  </a:lnTo>
                  <a:lnTo>
                    <a:pt x="3671449" y="53544"/>
                  </a:lnTo>
                  <a:lnTo>
                    <a:pt x="3757344" y="38858"/>
                  </a:lnTo>
                  <a:lnTo>
                    <a:pt x="3834751" y="27175"/>
                  </a:lnTo>
                  <a:lnTo>
                    <a:pt x="3900036" y="18411"/>
                  </a:lnTo>
                  <a:lnTo>
                    <a:pt x="3950619" y="12332"/>
                  </a:lnTo>
                  <a:lnTo>
                    <a:pt x="3985581" y="8552"/>
                  </a:lnTo>
                  <a:lnTo>
                    <a:pt x="4005960" y="6561"/>
                  </a:lnTo>
                  <a:lnTo>
                    <a:pt x="4014701" y="5785"/>
                  </a:lnTo>
                  <a:lnTo>
                    <a:pt x="4016409" y="5647"/>
                  </a:lnTo>
                  <a:lnTo>
                    <a:pt x="4538543" y="5647"/>
                  </a:lnTo>
                  <a:lnTo>
                    <a:pt x="4539685" y="5728"/>
                  </a:lnTo>
                  <a:lnTo>
                    <a:pt x="4547168" y="6307"/>
                  </a:lnTo>
                  <a:lnTo>
                    <a:pt x="4565944" y="7909"/>
                  </a:lnTo>
                  <a:lnTo>
                    <a:pt x="4599286" y="11058"/>
                  </a:lnTo>
                  <a:lnTo>
                    <a:pt x="4648516" y="16227"/>
                  </a:lnTo>
                  <a:lnTo>
                    <a:pt x="4712912" y="23784"/>
                  </a:lnTo>
                  <a:lnTo>
                    <a:pt x="4789984" y="33956"/>
                  </a:lnTo>
                  <a:lnTo>
                    <a:pt x="4876070" y="46832"/>
                  </a:lnTo>
                  <a:lnTo>
                    <a:pt x="4967097" y="62398"/>
                  </a:lnTo>
                  <a:lnTo>
                    <a:pt x="5059263" y="80596"/>
                  </a:lnTo>
                  <a:lnTo>
                    <a:pt x="5149489" y="101377"/>
                  </a:lnTo>
                  <a:lnTo>
                    <a:pt x="5235611" y="124749"/>
                  </a:lnTo>
                  <a:lnTo>
                    <a:pt x="5316355" y="150812"/>
                  </a:lnTo>
                  <a:lnTo>
                    <a:pt x="5391201" y="179768"/>
                  </a:lnTo>
                  <a:lnTo>
                    <a:pt x="5460192" y="211927"/>
                  </a:lnTo>
                  <a:lnTo>
                    <a:pt x="5523755" y="247703"/>
                  </a:lnTo>
                  <a:lnTo>
                    <a:pt x="5582563" y="287597"/>
                  </a:lnTo>
                  <a:lnTo>
                    <a:pt x="5637415" y="332174"/>
                  </a:lnTo>
                  <a:lnTo>
                    <a:pt x="5689157" y="382008"/>
                  </a:lnTo>
                  <a:lnTo>
                    <a:pt x="5738612" y="437601"/>
                  </a:lnTo>
                  <a:lnTo>
                    <a:pt x="5784835" y="496951"/>
                  </a:lnTo>
                  <a:lnTo>
                    <a:pt x="5821492" y="549008"/>
                  </a:lnTo>
                  <a:lnTo>
                    <a:pt x="5857808" y="604810"/>
                  </a:lnTo>
                  <a:lnTo>
                    <a:pt x="5893995" y="664433"/>
                  </a:lnTo>
                  <a:lnTo>
                    <a:pt x="5930220" y="727895"/>
                  </a:lnTo>
                  <a:lnTo>
                    <a:pt x="5966611" y="795149"/>
                  </a:lnTo>
                  <a:lnTo>
                    <a:pt x="6003259" y="866078"/>
                  </a:lnTo>
                  <a:lnTo>
                    <a:pt x="6040219" y="940489"/>
                  </a:lnTo>
                  <a:lnTo>
                    <a:pt x="6077520" y="1018115"/>
                  </a:lnTo>
                  <a:lnTo>
                    <a:pt x="6115160" y="1098613"/>
                  </a:lnTo>
                  <a:lnTo>
                    <a:pt x="6153112" y="1181566"/>
                  </a:lnTo>
                  <a:lnTo>
                    <a:pt x="6191330" y="1266496"/>
                  </a:lnTo>
                  <a:lnTo>
                    <a:pt x="6229750" y="1352870"/>
                  </a:lnTo>
                  <a:lnTo>
                    <a:pt x="6268293" y="1440115"/>
                  </a:lnTo>
                  <a:lnTo>
                    <a:pt x="6306876" y="1527633"/>
                  </a:lnTo>
                  <a:lnTo>
                    <a:pt x="6345411" y="1614819"/>
                  </a:lnTo>
                  <a:lnTo>
                    <a:pt x="6383813" y="1701075"/>
                  </a:lnTo>
                  <a:lnTo>
                    <a:pt x="6422008" y="1785833"/>
                  </a:lnTo>
                  <a:lnTo>
                    <a:pt x="6459931" y="1868564"/>
                  </a:lnTo>
                  <a:lnTo>
                    <a:pt x="6497538" y="1948796"/>
                  </a:lnTo>
                  <a:lnTo>
                    <a:pt x="6534805" y="2026119"/>
                  </a:lnTo>
                  <a:lnTo>
                    <a:pt x="6571733" y="2100197"/>
                  </a:lnTo>
                  <a:lnTo>
                    <a:pt x="6608352" y="2170771"/>
                  </a:lnTo>
                  <a:lnTo>
                    <a:pt x="6644722" y="2237654"/>
                  </a:lnTo>
                  <a:lnTo>
                    <a:pt x="6680938" y="2300738"/>
                  </a:lnTo>
                  <a:lnTo>
                    <a:pt x="6717129" y="2359982"/>
                  </a:lnTo>
                  <a:lnTo>
                    <a:pt x="6753469" y="2415411"/>
                  </a:lnTo>
                  <a:lnTo>
                    <a:pt x="6786527" y="2462166"/>
                  </a:lnTo>
                  <a:lnTo>
                    <a:pt x="6834472" y="2523588"/>
                  </a:lnTo>
                  <a:lnTo>
                    <a:pt x="6883995" y="2578971"/>
                  </a:lnTo>
                  <a:lnTo>
                    <a:pt x="6935832" y="2628609"/>
                  </a:lnTo>
                  <a:lnTo>
                    <a:pt x="6990810" y="2673010"/>
                  </a:lnTo>
                  <a:lnTo>
                    <a:pt x="7049773" y="2712749"/>
                  </a:lnTo>
                  <a:lnTo>
                    <a:pt x="7113519" y="2748388"/>
                  </a:lnTo>
                  <a:lnTo>
                    <a:pt x="7182711" y="2780428"/>
                  </a:lnTo>
                  <a:lnTo>
                    <a:pt x="7257768" y="2809276"/>
                  </a:lnTo>
                  <a:lnTo>
                    <a:pt x="7338716" y="2835241"/>
                  </a:lnTo>
                  <a:lnTo>
                    <a:pt x="7425010" y="2858520"/>
                  </a:lnTo>
                  <a:lnTo>
                    <a:pt x="7515347" y="2879210"/>
                  </a:lnTo>
                  <a:lnTo>
                    <a:pt x="7607530" y="2897315"/>
                  </a:lnTo>
                  <a:lnTo>
                    <a:pt x="7698451" y="2912788"/>
                  </a:lnTo>
                  <a:lnTo>
                    <a:pt x="7784287" y="2925567"/>
                  </a:lnTo>
                  <a:lnTo>
                    <a:pt x="7860968" y="2935644"/>
                  </a:lnTo>
                  <a:lnTo>
                    <a:pt x="7924860" y="2943111"/>
                  </a:lnTo>
                  <a:lnTo>
                    <a:pt x="7973527" y="2948202"/>
                  </a:lnTo>
                  <a:lnTo>
                    <a:pt x="8006318" y="2951288"/>
                  </a:lnTo>
                  <a:lnTo>
                    <a:pt x="8024627" y="2952844"/>
                  </a:lnTo>
                  <a:lnTo>
                    <a:pt x="8031792" y="2953397"/>
                  </a:lnTo>
                  <a:lnTo>
                    <a:pt x="8032819" y="2953470"/>
                  </a:lnTo>
                  <a:lnTo>
                    <a:pt x="8554953" y="2953470"/>
                  </a:lnTo>
                  <a:lnTo>
                    <a:pt x="8554953" y="2947823"/>
                  </a:lnTo>
                  <a:lnTo>
                    <a:pt x="8032819" y="2947823"/>
                  </a:lnTo>
                  <a:lnTo>
                    <a:pt x="8031677" y="2947742"/>
                  </a:lnTo>
                  <a:lnTo>
                    <a:pt x="8024194" y="2947162"/>
                  </a:lnTo>
                  <a:lnTo>
                    <a:pt x="8005418" y="2945560"/>
                  </a:lnTo>
                  <a:lnTo>
                    <a:pt x="7972076" y="2942411"/>
                  </a:lnTo>
                  <a:lnTo>
                    <a:pt x="7922846" y="2937242"/>
                  </a:lnTo>
                  <a:lnTo>
                    <a:pt x="7858450" y="2929685"/>
                  </a:lnTo>
                  <a:lnTo>
                    <a:pt x="7781378" y="2919514"/>
                  </a:lnTo>
                  <a:lnTo>
                    <a:pt x="7695292" y="2906638"/>
                  </a:lnTo>
                  <a:lnTo>
                    <a:pt x="7604265" y="2891071"/>
                  </a:lnTo>
                  <a:lnTo>
                    <a:pt x="7512099" y="2872873"/>
                  </a:lnTo>
                  <a:lnTo>
                    <a:pt x="7421873" y="2852093"/>
                  </a:lnTo>
                  <a:lnTo>
                    <a:pt x="7335751" y="2828720"/>
                  </a:lnTo>
                  <a:lnTo>
                    <a:pt x="7255007" y="2802658"/>
                  </a:lnTo>
                  <a:lnTo>
                    <a:pt x="7180161" y="2773702"/>
                  </a:lnTo>
                  <a:lnTo>
                    <a:pt x="7111170" y="2741543"/>
                  </a:lnTo>
                  <a:lnTo>
                    <a:pt x="7047606" y="2705767"/>
                  </a:lnTo>
                  <a:lnTo>
                    <a:pt x="6988798" y="2665872"/>
                  </a:lnTo>
                  <a:lnTo>
                    <a:pt x="6933946" y="2621296"/>
                  </a:lnTo>
                  <a:lnTo>
                    <a:pt x="6882205" y="2571462"/>
                  </a:lnTo>
                  <a:lnTo>
                    <a:pt x="6832750" y="2515869"/>
                  </a:lnTo>
                  <a:lnTo>
                    <a:pt x="6786527" y="2456519"/>
                  </a:lnTo>
                  <a:lnTo>
                    <a:pt x="6749870" y="2404461"/>
                  </a:lnTo>
                  <a:lnTo>
                    <a:pt x="6713554" y="2348659"/>
                  </a:lnTo>
                  <a:lnTo>
                    <a:pt x="6677367" y="2289036"/>
                  </a:lnTo>
                  <a:lnTo>
                    <a:pt x="6641142" y="2225574"/>
                  </a:lnTo>
                  <a:lnTo>
                    <a:pt x="6604751" y="2158320"/>
                  </a:lnTo>
                  <a:lnTo>
                    <a:pt x="6568103" y="2087392"/>
                  </a:lnTo>
                  <a:lnTo>
                    <a:pt x="6531143" y="2012980"/>
                  </a:lnTo>
                  <a:lnTo>
                    <a:pt x="6493842" y="1935354"/>
                  </a:lnTo>
                  <a:lnTo>
                    <a:pt x="6456202" y="1854857"/>
                  </a:lnTo>
                  <a:lnTo>
                    <a:pt x="6418250" y="1771904"/>
                  </a:lnTo>
                  <a:lnTo>
                    <a:pt x="6380032" y="1686974"/>
                  </a:lnTo>
                  <a:lnTo>
                    <a:pt x="6341612" y="1600599"/>
                  </a:lnTo>
                  <a:lnTo>
                    <a:pt x="6303069" y="1513354"/>
                  </a:lnTo>
                  <a:lnTo>
                    <a:pt x="6264486" y="1425836"/>
                  </a:lnTo>
                  <a:lnTo>
                    <a:pt x="6225951" y="1338651"/>
                  </a:lnTo>
                  <a:lnTo>
                    <a:pt x="6187549" y="1252394"/>
                  </a:lnTo>
                  <a:lnTo>
                    <a:pt x="6149354" y="1167636"/>
                  </a:lnTo>
                  <a:lnTo>
                    <a:pt x="6111431" y="1084905"/>
                  </a:lnTo>
                  <a:lnTo>
                    <a:pt x="6073824" y="1004674"/>
                  </a:lnTo>
                  <a:lnTo>
                    <a:pt x="6036557" y="927351"/>
                  </a:lnTo>
                  <a:lnTo>
                    <a:pt x="5999629" y="853272"/>
                  </a:lnTo>
                  <a:lnTo>
                    <a:pt x="5963010" y="782699"/>
                  </a:lnTo>
                  <a:lnTo>
                    <a:pt x="5926640" y="715815"/>
                  </a:lnTo>
                  <a:lnTo>
                    <a:pt x="5890424" y="652731"/>
                  </a:lnTo>
                  <a:lnTo>
                    <a:pt x="5854232" y="593487"/>
                  </a:lnTo>
                  <a:lnTo>
                    <a:pt x="5817893" y="538059"/>
                  </a:lnTo>
                  <a:lnTo>
                    <a:pt x="5784835" y="491303"/>
                  </a:lnTo>
                  <a:lnTo>
                    <a:pt x="5736890" y="429881"/>
                  </a:lnTo>
                  <a:lnTo>
                    <a:pt x="5687367" y="374499"/>
                  </a:lnTo>
                  <a:lnTo>
                    <a:pt x="5635530" y="324861"/>
                  </a:lnTo>
                  <a:lnTo>
                    <a:pt x="5580552" y="280460"/>
                  </a:lnTo>
                  <a:lnTo>
                    <a:pt x="5521589" y="240721"/>
                  </a:lnTo>
                  <a:lnTo>
                    <a:pt x="5457843" y="205081"/>
                  </a:lnTo>
                  <a:lnTo>
                    <a:pt x="5388651" y="173042"/>
                  </a:lnTo>
                  <a:lnTo>
                    <a:pt x="5313594" y="144193"/>
                  </a:lnTo>
                  <a:lnTo>
                    <a:pt x="5232646" y="118229"/>
                  </a:lnTo>
                  <a:lnTo>
                    <a:pt x="5146352" y="94949"/>
                  </a:lnTo>
                  <a:lnTo>
                    <a:pt x="5056015" y="74260"/>
                  </a:lnTo>
                  <a:lnTo>
                    <a:pt x="4963831" y="56154"/>
                  </a:lnTo>
                  <a:lnTo>
                    <a:pt x="4872911" y="40682"/>
                  </a:lnTo>
                  <a:lnTo>
                    <a:pt x="4787075" y="27902"/>
                  </a:lnTo>
                  <a:lnTo>
                    <a:pt x="4710394" y="17826"/>
                  </a:lnTo>
                  <a:lnTo>
                    <a:pt x="4646502" y="10358"/>
                  </a:lnTo>
                  <a:lnTo>
                    <a:pt x="4597835" y="5267"/>
                  </a:lnTo>
                  <a:lnTo>
                    <a:pt x="4565044" y="2182"/>
                  </a:lnTo>
                  <a:lnTo>
                    <a:pt x="4546735" y="625"/>
                  </a:lnTo>
                  <a:lnTo>
                    <a:pt x="4539570" y="72"/>
                  </a:lnTo>
                  <a:lnTo>
                    <a:pt x="4538543" y="0"/>
                  </a:lnTo>
                  <a:lnTo>
                    <a:pt x="4016409" y="0"/>
                  </a:lnTo>
                  <a:lnTo>
                    <a:pt x="4015298" y="89"/>
                  </a:lnTo>
                  <a:lnTo>
                    <a:pt x="4008009" y="726"/>
                  </a:lnTo>
                  <a:lnTo>
                    <a:pt x="3989704" y="2486"/>
                  </a:lnTo>
                  <a:lnTo>
                    <a:pt x="3957159" y="5949"/>
                  </a:lnTo>
                  <a:lnTo>
                    <a:pt x="3909024" y="11636"/>
                  </a:lnTo>
                  <a:lnTo>
                    <a:pt x="3845921" y="19958"/>
                  </a:lnTo>
                  <a:lnTo>
                    <a:pt x="3770200" y="31172"/>
                  </a:lnTo>
                  <a:lnTo>
                    <a:pt x="3685379" y="45384"/>
                  </a:lnTo>
                  <a:lnTo>
                    <a:pt x="3595417" y="62587"/>
                  </a:lnTo>
                  <a:lnTo>
                    <a:pt x="3504054" y="82715"/>
                  </a:lnTo>
                  <a:lnTo>
                    <a:pt x="3414357" y="105713"/>
                  </a:lnTo>
                  <a:lnTo>
                    <a:pt x="3328520" y="131581"/>
                  </a:lnTo>
                  <a:lnTo>
                    <a:pt x="3247865" y="160417"/>
                  </a:lnTo>
                  <a:lnTo>
                    <a:pt x="3172975" y="192431"/>
                  </a:lnTo>
                  <a:lnTo>
                    <a:pt x="3103865" y="227949"/>
                  </a:lnTo>
                  <a:lnTo>
                    <a:pt x="3040157" y="267412"/>
                  </a:lnTo>
                  <a:lnTo>
                    <a:pt x="2981225" y="311359"/>
                  </a:lnTo>
                  <a:lnTo>
                    <a:pt x="2926305" y="360402"/>
                  </a:lnTo>
                  <a:lnTo>
                    <a:pt x="2874574" y="415176"/>
                  </a:lnTo>
                  <a:lnTo>
                    <a:pt x="2825225" y="476258"/>
                  </a:lnTo>
                  <a:lnTo>
                    <a:pt x="2777522" y="544018"/>
                  </a:lnTo>
                  <a:lnTo>
                    <a:pt x="2770117" y="555305"/>
                  </a:lnTo>
                  <a:lnTo>
                    <a:pt x="2735230" y="611190"/>
                  </a:lnTo>
                  <a:lnTo>
                    <a:pt x="2700662" y="670902"/>
                  </a:lnTo>
                  <a:lnTo>
                    <a:pt x="2666227" y="734519"/>
                  </a:lnTo>
                  <a:lnTo>
                    <a:pt x="2631777" y="802066"/>
                  </a:lnTo>
                  <a:lnTo>
                    <a:pt x="2597196" y="873508"/>
                  </a:lnTo>
                  <a:lnTo>
                    <a:pt x="2562400" y="948746"/>
                  </a:lnTo>
                  <a:lnTo>
                    <a:pt x="2527332" y="1027614"/>
                  </a:lnTo>
                  <a:lnTo>
                    <a:pt x="2491961" y="1109874"/>
                  </a:lnTo>
                  <a:lnTo>
                    <a:pt x="2456280" y="1195217"/>
                  </a:lnTo>
                  <a:lnTo>
                    <a:pt x="2420303" y="1283268"/>
                  </a:lnTo>
                  <a:lnTo>
                    <a:pt x="2384062" y="1373588"/>
                  </a:lnTo>
                  <a:lnTo>
                    <a:pt x="2347606" y="1465683"/>
                  </a:lnTo>
                  <a:lnTo>
                    <a:pt x="2310996" y="1559015"/>
                  </a:lnTo>
                  <a:lnTo>
                    <a:pt x="2274302" y="1653015"/>
                  </a:lnTo>
                  <a:lnTo>
                    <a:pt x="2237597" y="1747096"/>
                  </a:lnTo>
                  <a:lnTo>
                    <a:pt x="2200956" y="1840668"/>
                  </a:lnTo>
                  <a:lnTo>
                    <a:pt x="2164452" y="1933158"/>
                  </a:lnTo>
                  <a:lnTo>
                    <a:pt x="2128147" y="2024015"/>
                  </a:lnTo>
                  <a:lnTo>
                    <a:pt x="2092093" y="2112734"/>
                  </a:lnTo>
                  <a:lnTo>
                    <a:pt x="2056329" y="2198860"/>
                  </a:lnTo>
                  <a:lnTo>
                    <a:pt x="2020873" y="2281998"/>
                  </a:lnTo>
                  <a:lnTo>
                    <a:pt x="1985724" y="2361822"/>
                  </a:lnTo>
                  <a:lnTo>
                    <a:pt x="1950858" y="2438075"/>
                  </a:lnTo>
                  <a:lnTo>
                    <a:pt x="1916226" y="2510570"/>
                  </a:lnTo>
                  <a:lnTo>
                    <a:pt x="1881749" y="2579190"/>
                  </a:lnTo>
                  <a:lnTo>
                    <a:pt x="1847323" y="2643884"/>
                  </a:lnTo>
                  <a:lnTo>
                    <a:pt x="1812809" y="2704660"/>
                  </a:lnTo>
                  <a:lnTo>
                    <a:pt x="1778030" y="2761584"/>
                  </a:lnTo>
                  <a:lnTo>
                    <a:pt x="1768425" y="2776525"/>
                  </a:lnTo>
                  <a:lnTo>
                    <a:pt x="1720923" y="2845347"/>
                  </a:lnTo>
                  <a:lnTo>
                    <a:pt x="1671879" y="2907464"/>
                  </a:lnTo>
                  <a:lnTo>
                    <a:pt x="1620576" y="2963197"/>
                  </a:lnTo>
                  <a:lnTo>
                    <a:pt x="1566213" y="3013101"/>
                  </a:lnTo>
                  <a:lnTo>
                    <a:pt x="1507966" y="3057808"/>
                  </a:lnTo>
                  <a:lnTo>
                    <a:pt x="1445057" y="3097939"/>
                  </a:lnTo>
                  <a:lnTo>
                    <a:pt x="1376830" y="3134047"/>
                  </a:lnTo>
                  <a:lnTo>
                    <a:pt x="1302861" y="3166588"/>
                  </a:lnTo>
                  <a:lnTo>
                    <a:pt x="1223093" y="3195908"/>
                  </a:lnTo>
                  <a:lnTo>
                    <a:pt x="1138005" y="3222235"/>
                  </a:lnTo>
                  <a:lnTo>
                    <a:pt x="1048794" y="3245682"/>
                  </a:lnTo>
                  <a:lnTo>
                    <a:pt x="957511" y="3266265"/>
                  </a:lnTo>
                  <a:lnTo>
                    <a:pt x="867093" y="3283933"/>
                  </a:lnTo>
                  <a:lnTo>
                    <a:pt x="781198" y="3298619"/>
                  </a:lnTo>
                  <a:lnTo>
                    <a:pt x="703791" y="3310302"/>
                  </a:lnTo>
                  <a:lnTo>
                    <a:pt x="638506" y="3319066"/>
                  </a:lnTo>
                  <a:lnTo>
                    <a:pt x="587923" y="3325145"/>
                  </a:lnTo>
                  <a:lnTo>
                    <a:pt x="552961" y="3328925"/>
                  </a:lnTo>
                  <a:lnTo>
                    <a:pt x="532583" y="3330917"/>
                  </a:lnTo>
                  <a:lnTo>
                    <a:pt x="523841" y="3331692"/>
                  </a:lnTo>
                  <a:lnTo>
                    <a:pt x="522133" y="3331830"/>
                  </a:lnTo>
                  <a:lnTo>
                    <a:pt x="0" y="3331830"/>
                  </a:lnTo>
                  <a:close/>
                </a:path>
              </a:pathLst>
            </a:custGeom>
            <a:solidFill>
              <a:srgbClr val="9E9E9E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1677" name="pl1677"/>
            <p:cNvSpPr/>
            <p:nvPr/>
          </p:nvSpPr>
          <p:spPr>
            <a:xfrm>
              <a:off x="386606" y="2021326"/>
              <a:ext cx="8554953" cy="3331830"/>
            </a:xfrm>
            <a:custGeom>
              <a:avLst/>
              <a:pathLst>
                <a:path w="8554953" h="3331830">
                  <a:moveTo>
                    <a:pt x="0" y="3331830"/>
                  </a:moveTo>
                  <a:lnTo>
                    <a:pt x="522133" y="3331830"/>
                  </a:lnTo>
                  <a:lnTo>
                    <a:pt x="523244" y="3331741"/>
                  </a:lnTo>
                  <a:lnTo>
                    <a:pt x="530533" y="3331104"/>
                  </a:lnTo>
                  <a:lnTo>
                    <a:pt x="548838" y="3329344"/>
                  </a:lnTo>
                  <a:lnTo>
                    <a:pt x="581383" y="3325881"/>
                  </a:lnTo>
                  <a:lnTo>
                    <a:pt x="629518" y="3320194"/>
                  </a:lnTo>
                  <a:lnTo>
                    <a:pt x="692621" y="3311872"/>
                  </a:lnTo>
                  <a:lnTo>
                    <a:pt x="768342" y="3300658"/>
                  </a:lnTo>
                  <a:lnTo>
                    <a:pt x="853163" y="3286446"/>
                  </a:lnTo>
                  <a:lnTo>
                    <a:pt x="943126" y="3269243"/>
                  </a:lnTo>
                  <a:lnTo>
                    <a:pt x="1034489" y="3249115"/>
                  </a:lnTo>
                  <a:lnTo>
                    <a:pt x="1124185" y="3226117"/>
                  </a:lnTo>
                  <a:lnTo>
                    <a:pt x="1210022" y="3200249"/>
                  </a:lnTo>
                  <a:lnTo>
                    <a:pt x="1290677" y="3171412"/>
                  </a:lnTo>
                  <a:lnTo>
                    <a:pt x="1365567" y="3139399"/>
                  </a:lnTo>
                  <a:lnTo>
                    <a:pt x="1434677" y="3103880"/>
                  </a:lnTo>
                  <a:lnTo>
                    <a:pt x="1498385" y="3064418"/>
                  </a:lnTo>
                  <a:lnTo>
                    <a:pt x="1557317" y="3020471"/>
                  </a:lnTo>
                  <a:lnTo>
                    <a:pt x="1612238" y="2971428"/>
                  </a:lnTo>
                  <a:lnTo>
                    <a:pt x="1663968" y="2916654"/>
                  </a:lnTo>
                  <a:lnTo>
                    <a:pt x="1713318" y="2855572"/>
                  </a:lnTo>
                  <a:lnTo>
                    <a:pt x="1761020" y="2787812"/>
                  </a:lnTo>
                  <a:lnTo>
                    <a:pt x="1768425" y="2776525"/>
                  </a:lnTo>
                  <a:lnTo>
                    <a:pt x="1803312" y="2720640"/>
                  </a:lnTo>
                  <a:lnTo>
                    <a:pt x="1837880" y="2660928"/>
                  </a:lnTo>
                  <a:lnTo>
                    <a:pt x="1872315" y="2597311"/>
                  </a:lnTo>
                  <a:lnTo>
                    <a:pt x="1906766" y="2529764"/>
                  </a:lnTo>
                  <a:lnTo>
                    <a:pt x="1941347" y="2458322"/>
                  </a:lnTo>
                  <a:lnTo>
                    <a:pt x="1976143" y="2383084"/>
                  </a:lnTo>
                  <a:lnTo>
                    <a:pt x="2011210" y="2304216"/>
                  </a:lnTo>
                  <a:lnTo>
                    <a:pt x="2046581" y="2221956"/>
                  </a:lnTo>
                  <a:lnTo>
                    <a:pt x="2082262" y="2136613"/>
                  </a:lnTo>
                  <a:lnTo>
                    <a:pt x="2118239" y="2048562"/>
                  </a:lnTo>
                  <a:lnTo>
                    <a:pt x="2154480" y="1958242"/>
                  </a:lnTo>
                  <a:lnTo>
                    <a:pt x="2190936" y="1866147"/>
                  </a:lnTo>
                  <a:lnTo>
                    <a:pt x="2227546" y="1772815"/>
                  </a:lnTo>
                  <a:lnTo>
                    <a:pt x="2264240" y="1678815"/>
                  </a:lnTo>
                  <a:lnTo>
                    <a:pt x="2300945" y="1584734"/>
                  </a:lnTo>
                  <a:lnTo>
                    <a:pt x="2337586" y="1491162"/>
                  </a:lnTo>
                  <a:lnTo>
                    <a:pt x="2374090" y="1398672"/>
                  </a:lnTo>
                  <a:lnTo>
                    <a:pt x="2410395" y="1307815"/>
                  </a:lnTo>
                  <a:lnTo>
                    <a:pt x="2446449" y="1219096"/>
                  </a:lnTo>
                  <a:lnTo>
                    <a:pt x="2482213" y="1132970"/>
                  </a:lnTo>
                  <a:lnTo>
                    <a:pt x="2517669" y="1049832"/>
                  </a:lnTo>
                  <a:lnTo>
                    <a:pt x="2552818" y="970008"/>
                  </a:lnTo>
                  <a:lnTo>
                    <a:pt x="2587684" y="893755"/>
                  </a:lnTo>
                  <a:lnTo>
                    <a:pt x="2622317" y="821260"/>
                  </a:lnTo>
                  <a:lnTo>
                    <a:pt x="2656793" y="752640"/>
                  </a:lnTo>
                  <a:lnTo>
                    <a:pt x="2691219" y="687946"/>
                  </a:lnTo>
                  <a:lnTo>
                    <a:pt x="2725734" y="627170"/>
                  </a:lnTo>
                  <a:lnTo>
                    <a:pt x="2760512" y="570246"/>
                  </a:lnTo>
                  <a:lnTo>
                    <a:pt x="2770117" y="555305"/>
                  </a:lnTo>
                  <a:lnTo>
                    <a:pt x="2817619" y="486483"/>
                  </a:lnTo>
                  <a:lnTo>
                    <a:pt x="2866663" y="424366"/>
                  </a:lnTo>
                  <a:lnTo>
                    <a:pt x="2917966" y="368633"/>
                  </a:lnTo>
                  <a:lnTo>
                    <a:pt x="2972329" y="318729"/>
                  </a:lnTo>
                  <a:lnTo>
                    <a:pt x="3030576" y="274022"/>
                  </a:lnTo>
                  <a:lnTo>
                    <a:pt x="3093485" y="233891"/>
                  </a:lnTo>
                  <a:lnTo>
                    <a:pt x="3161712" y="197783"/>
                  </a:lnTo>
                  <a:lnTo>
                    <a:pt x="3235681" y="165242"/>
                  </a:lnTo>
                  <a:lnTo>
                    <a:pt x="3315449" y="135922"/>
                  </a:lnTo>
                  <a:lnTo>
                    <a:pt x="3400537" y="109595"/>
                  </a:lnTo>
                  <a:lnTo>
                    <a:pt x="3489748" y="86148"/>
                  </a:lnTo>
                  <a:lnTo>
                    <a:pt x="3581031" y="65565"/>
                  </a:lnTo>
                  <a:lnTo>
                    <a:pt x="3671449" y="47897"/>
                  </a:lnTo>
                  <a:lnTo>
                    <a:pt x="3757344" y="33210"/>
                  </a:lnTo>
                  <a:lnTo>
                    <a:pt x="3834751" y="21528"/>
                  </a:lnTo>
                  <a:lnTo>
                    <a:pt x="3900036" y="12764"/>
                  </a:lnTo>
                  <a:lnTo>
                    <a:pt x="3950619" y="6685"/>
                  </a:lnTo>
                  <a:lnTo>
                    <a:pt x="3985581" y="2905"/>
                  </a:lnTo>
                  <a:lnTo>
                    <a:pt x="4005960" y="913"/>
                  </a:lnTo>
                  <a:lnTo>
                    <a:pt x="4014701" y="138"/>
                  </a:lnTo>
                  <a:lnTo>
                    <a:pt x="4016405" y="0"/>
                  </a:lnTo>
                  <a:lnTo>
                    <a:pt x="4016409" y="0"/>
                  </a:lnTo>
                  <a:lnTo>
                    <a:pt x="4538543" y="0"/>
                  </a:lnTo>
                  <a:lnTo>
                    <a:pt x="4539685" y="81"/>
                  </a:lnTo>
                  <a:lnTo>
                    <a:pt x="4547168" y="660"/>
                  </a:lnTo>
                  <a:lnTo>
                    <a:pt x="4565944" y="2262"/>
                  </a:lnTo>
                  <a:lnTo>
                    <a:pt x="4599286" y="5411"/>
                  </a:lnTo>
                  <a:lnTo>
                    <a:pt x="4648516" y="10580"/>
                  </a:lnTo>
                  <a:lnTo>
                    <a:pt x="4712912" y="18137"/>
                  </a:lnTo>
                  <a:lnTo>
                    <a:pt x="4789984" y="28309"/>
                  </a:lnTo>
                  <a:lnTo>
                    <a:pt x="4876070" y="41184"/>
                  </a:lnTo>
                  <a:lnTo>
                    <a:pt x="4967097" y="56751"/>
                  </a:lnTo>
                  <a:lnTo>
                    <a:pt x="5059263" y="74949"/>
                  </a:lnTo>
                  <a:lnTo>
                    <a:pt x="5149489" y="95729"/>
                  </a:lnTo>
                  <a:lnTo>
                    <a:pt x="5235611" y="119102"/>
                  </a:lnTo>
                  <a:lnTo>
                    <a:pt x="5316355" y="145165"/>
                  </a:lnTo>
                  <a:lnTo>
                    <a:pt x="5391201" y="174120"/>
                  </a:lnTo>
                  <a:lnTo>
                    <a:pt x="5460192" y="206280"/>
                  </a:lnTo>
                  <a:lnTo>
                    <a:pt x="5523755" y="242056"/>
                  </a:lnTo>
                  <a:lnTo>
                    <a:pt x="5582563" y="281950"/>
                  </a:lnTo>
                  <a:lnTo>
                    <a:pt x="5637415" y="326527"/>
                  </a:lnTo>
                  <a:lnTo>
                    <a:pt x="5689157" y="376360"/>
                  </a:lnTo>
                  <a:lnTo>
                    <a:pt x="5738612" y="431954"/>
                  </a:lnTo>
                  <a:lnTo>
                    <a:pt x="5784835" y="491303"/>
                  </a:lnTo>
                  <a:lnTo>
                    <a:pt x="5821492" y="543361"/>
                  </a:lnTo>
                  <a:lnTo>
                    <a:pt x="5857808" y="599163"/>
                  </a:lnTo>
                  <a:lnTo>
                    <a:pt x="5893995" y="658786"/>
                  </a:lnTo>
                  <a:lnTo>
                    <a:pt x="5930220" y="722248"/>
                  </a:lnTo>
                  <a:lnTo>
                    <a:pt x="5966611" y="789502"/>
                  </a:lnTo>
                  <a:lnTo>
                    <a:pt x="6003259" y="860431"/>
                  </a:lnTo>
                  <a:lnTo>
                    <a:pt x="6040219" y="934842"/>
                  </a:lnTo>
                  <a:lnTo>
                    <a:pt x="6077520" y="1012468"/>
                  </a:lnTo>
                  <a:lnTo>
                    <a:pt x="6115160" y="1092965"/>
                  </a:lnTo>
                  <a:lnTo>
                    <a:pt x="6153112" y="1175919"/>
                  </a:lnTo>
                  <a:lnTo>
                    <a:pt x="6191330" y="1260849"/>
                  </a:lnTo>
                  <a:lnTo>
                    <a:pt x="6229750" y="1347223"/>
                  </a:lnTo>
                  <a:lnTo>
                    <a:pt x="6268293" y="1434468"/>
                  </a:lnTo>
                  <a:lnTo>
                    <a:pt x="6306876" y="1521986"/>
                  </a:lnTo>
                  <a:lnTo>
                    <a:pt x="6345411" y="1609172"/>
                  </a:lnTo>
                  <a:lnTo>
                    <a:pt x="6383813" y="1695428"/>
                  </a:lnTo>
                  <a:lnTo>
                    <a:pt x="6422008" y="1780186"/>
                  </a:lnTo>
                  <a:lnTo>
                    <a:pt x="6459931" y="1862917"/>
                  </a:lnTo>
                  <a:lnTo>
                    <a:pt x="6497538" y="1943148"/>
                  </a:lnTo>
                  <a:lnTo>
                    <a:pt x="6534805" y="2020472"/>
                  </a:lnTo>
                  <a:lnTo>
                    <a:pt x="6571733" y="2094550"/>
                  </a:lnTo>
                  <a:lnTo>
                    <a:pt x="6608352" y="2165123"/>
                  </a:lnTo>
                  <a:lnTo>
                    <a:pt x="6644722" y="2232007"/>
                  </a:lnTo>
                  <a:lnTo>
                    <a:pt x="6680938" y="2295091"/>
                  </a:lnTo>
                  <a:lnTo>
                    <a:pt x="6717129" y="2354335"/>
                  </a:lnTo>
                  <a:lnTo>
                    <a:pt x="6753469" y="2409764"/>
                  </a:lnTo>
                  <a:lnTo>
                    <a:pt x="6786527" y="2456519"/>
                  </a:lnTo>
                  <a:lnTo>
                    <a:pt x="6834472" y="2517941"/>
                  </a:lnTo>
                  <a:lnTo>
                    <a:pt x="6883995" y="2573324"/>
                  </a:lnTo>
                  <a:lnTo>
                    <a:pt x="6935832" y="2622962"/>
                  </a:lnTo>
                  <a:lnTo>
                    <a:pt x="6990810" y="2667362"/>
                  </a:lnTo>
                  <a:lnTo>
                    <a:pt x="7049773" y="2707102"/>
                  </a:lnTo>
                  <a:lnTo>
                    <a:pt x="7113519" y="2742741"/>
                  </a:lnTo>
                  <a:lnTo>
                    <a:pt x="7182711" y="2774781"/>
                  </a:lnTo>
                  <a:lnTo>
                    <a:pt x="7257768" y="2803629"/>
                  </a:lnTo>
                  <a:lnTo>
                    <a:pt x="7338716" y="2829594"/>
                  </a:lnTo>
                  <a:lnTo>
                    <a:pt x="7425010" y="2852873"/>
                  </a:lnTo>
                  <a:lnTo>
                    <a:pt x="7515347" y="2873562"/>
                  </a:lnTo>
                  <a:lnTo>
                    <a:pt x="7607530" y="2891668"/>
                  </a:lnTo>
                  <a:lnTo>
                    <a:pt x="7698451" y="2907140"/>
                  </a:lnTo>
                  <a:lnTo>
                    <a:pt x="7784287" y="2919920"/>
                  </a:lnTo>
                  <a:lnTo>
                    <a:pt x="7860968" y="2929997"/>
                  </a:lnTo>
                  <a:lnTo>
                    <a:pt x="7924860" y="2937464"/>
                  </a:lnTo>
                  <a:lnTo>
                    <a:pt x="7973527" y="2942555"/>
                  </a:lnTo>
                  <a:lnTo>
                    <a:pt x="8006318" y="2945641"/>
                  </a:lnTo>
                  <a:lnTo>
                    <a:pt x="8024627" y="2947197"/>
                  </a:lnTo>
                  <a:lnTo>
                    <a:pt x="8031792" y="2947750"/>
                  </a:lnTo>
                  <a:lnTo>
                    <a:pt x="8032819" y="2947823"/>
                  </a:lnTo>
                  <a:lnTo>
                    <a:pt x="8554953" y="2947823"/>
                  </a:lnTo>
                  <a:lnTo>
                    <a:pt x="8554953" y="2947823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678" name="pl1678"/>
            <p:cNvSpPr/>
            <p:nvPr/>
          </p:nvSpPr>
          <p:spPr>
            <a:xfrm>
              <a:off x="386606" y="2015679"/>
              <a:ext cx="8554953" cy="3331830"/>
            </a:xfrm>
            <a:custGeom>
              <a:avLst/>
              <a:pathLst>
                <a:path w="8554953" h="3331830">
                  <a:moveTo>
                    <a:pt x="8554953" y="2947823"/>
                  </a:moveTo>
                  <a:lnTo>
                    <a:pt x="8032819" y="2947823"/>
                  </a:lnTo>
                  <a:lnTo>
                    <a:pt x="8031677" y="2947742"/>
                  </a:lnTo>
                  <a:lnTo>
                    <a:pt x="8024194" y="2947162"/>
                  </a:lnTo>
                  <a:lnTo>
                    <a:pt x="8005418" y="2945560"/>
                  </a:lnTo>
                  <a:lnTo>
                    <a:pt x="7972076" y="2942411"/>
                  </a:lnTo>
                  <a:lnTo>
                    <a:pt x="7922846" y="2937242"/>
                  </a:lnTo>
                  <a:lnTo>
                    <a:pt x="7858450" y="2929685"/>
                  </a:lnTo>
                  <a:lnTo>
                    <a:pt x="7781378" y="2919514"/>
                  </a:lnTo>
                  <a:lnTo>
                    <a:pt x="7695292" y="2906638"/>
                  </a:lnTo>
                  <a:lnTo>
                    <a:pt x="7604265" y="2891071"/>
                  </a:lnTo>
                  <a:lnTo>
                    <a:pt x="7512099" y="2872873"/>
                  </a:lnTo>
                  <a:lnTo>
                    <a:pt x="7421873" y="2852093"/>
                  </a:lnTo>
                  <a:lnTo>
                    <a:pt x="7335751" y="2828720"/>
                  </a:lnTo>
                  <a:lnTo>
                    <a:pt x="7255007" y="2802658"/>
                  </a:lnTo>
                  <a:lnTo>
                    <a:pt x="7180161" y="2773702"/>
                  </a:lnTo>
                  <a:lnTo>
                    <a:pt x="7111170" y="2741543"/>
                  </a:lnTo>
                  <a:lnTo>
                    <a:pt x="7047606" y="2705767"/>
                  </a:lnTo>
                  <a:lnTo>
                    <a:pt x="6988798" y="2665872"/>
                  </a:lnTo>
                  <a:lnTo>
                    <a:pt x="6933946" y="2621296"/>
                  </a:lnTo>
                  <a:lnTo>
                    <a:pt x="6882205" y="2571462"/>
                  </a:lnTo>
                  <a:lnTo>
                    <a:pt x="6832750" y="2515869"/>
                  </a:lnTo>
                  <a:lnTo>
                    <a:pt x="6786527" y="2456519"/>
                  </a:lnTo>
                  <a:lnTo>
                    <a:pt x="6749870" y="2404461"/>
                  </a:lnTo>
                  <a:lnTo>
                    <a:pt x="6713554" y="2348659"/>
                  </a:lnTo>
                  <a:lnTo>
                    <a:pt x="6677367" y="2289036"/>
                  </a:lnTo>
                  <a:lnTo>
                    <a:pt x="6641142" y="2225574"/>
                  </a:lnTo>
                  <a:lnTo>
                    <a:pt x="6604751" y="2158320"/>
                  </a:lnTo>
                  <a:lnTo>
                    <a:pt x="6568103" y="2087392"/>
                  </a:lnTo>
                  <a:lnTo>
                    <a:pt x="6531143" y="2012980"/>
                  </a:lnTo>
                  <a:lnTo>
                    <a:pt x="6493842" y="1935354"/>
                  </a:lnTo>
                  <a:lnTo>
                    <a:pt x="6456202" y="1854857"/>
                  </a:lnTo>
                  <a:lnTo>
                    <a:pt x="6418250" y="1771904"/>
                  </a:lnTo>
                  <a:lnTo>
                    <a:pt x="6380032" y="1686974"/>
                  </a:lnTo>
                  <a:lnTo>
                    <a:pt x="6341612" y="1600599"/>
                  </a:lnTo>
                  <a:lnTo>
                    <a:pt x="6303069" y="1513354"/>
                  </a:lnTo>
                  <a:lnTo>
                    <a:pt x="6264486" y="1425836"/>
                  </a:lnTo>
                  <a:lnTo>
                    <a:pt x="6225951" y="1338651"/>
                  </a:lnTo>
                  <a:lnTo>
                    <a:pt x="6187549" y="1252394"/>
                  </a:lnTo>
                  <a:lnTo>
                    <a:pt x="6149354" y="1167636"/>
                  </a:lnTo>
                  <a:lnTo>
                    <a:pt x="6111431" y="1084905"/>
                  </a:lnTo>
                  <a:lnTo>
                    <a:pt x="6073824" y="1004674"/>
                  </a:lnTo>
                  <a:lnTo>
                    <a:pt x="6036557" y="927351"/>
                  </a:lnTo>
                  <a:lnTo>
                    <a:pt x="5999629" y="853272"/>
                  </a:lnTo>
                  <a:lnTo>
                    <a:pt x="5963010" y="782699"/>
                  </a:lnTo>
                  <a:lnTo>
                    <a:pt x="5926640" y="715815"/>
                  </a:lnTo>
                  <a:lnTo>
                    <a:pt x="5890424" y="652731"/>
                  </a:lnTo>
                  <a:lnTo>
                    <a:pt x="5854232" y="593487"/>
                  </a:lnTo>
                  <a:lnTo>
                    <a:pt x="5817893" y="538059"/>
                  </a:lnTo>
                  <a:lnTo>
                    <a:pt x="5784835" y="491303"/>
                  </a:lnTo>
                  <a:lnTo>
                    <a:pt x="5736890" y="429881"/>
                  </a:lnTo>
                  <a:lnTo>
                    <a:pt x="5687367" y="374499"/>
                  </a:lnTo>
                  <a:lnTo>
                    <a:pt x="5635530" y="324861"/>
                  </a:lnTo>
                  <a:lnTo>
                    <a:pt x="5580552" y="280460"/>
                  </a:lnTo>
                  <a:lnTo>
                    <a:pt x="5521589" y="240721"/>
                  </a:lnTo>
                  <a:lnTo>
                    <a:pt x="5457843" y="205081"/>
                  </a:lnTo>
                  <a:lnTo>
                    <a:pt x="5388651" y="173042"/>
                  </a:lnTo>
                  <a:lnTo>
                    <a:pt x="5313594" y="144193"/>
                  </a:lnTo>
                  <a:lnTo>
                    <a:pt x="5232646" y="118229"/>
                  </a:lnTo>
                  <a:lnTo>
                    <a:pt x="5146352" y="94949"/>
                  </a:lnTo>
                  <a:lnTo>
                    <a:pt x="5056015" y="74260"/>
                  </a:lnTo>
                  <a:lnTo>
                    <a:pt x="4963831" y="56154"/>
                  </a:lnTo>
                  <a:lnTo>
                    <a:pt x="4872911" y="40682"/>
                  </a:lnTo>
                  <a:lnTo>
                    <a:pt x="4787075" y="27902"/>
                  </a:lnTo>
                  <a:lnTo>
                    <a:pt x="4710394" y="17826"/>
                  </a:lnTo>
                  <a:lnTo>
                    <a:pt x="4646502" y="10358"/>
                  </a:lnTo>
                  <a:lnTo>
                    <a:pt x="4597835" y="5267"/>
                  </a:lnTo>
                  <a:lnTo>
                    <a:pt x="4565044" y="2182"/>
                  </a:lnTo>
                  <a:lnTo>
                    <a:pt x="4546735" y="625"/>
                  </a:lnTo>
                  <a:lnTo>
                    <a:pt x="4539570" y="72"/>
                  </a:lnTo>
                  <a:lnTo>
                    <a:pt x="4538543" y="0"/>
                  </a:lnTo>
                  <a:lnTo>
                    <a:pt x="4016409" y="0"/>
                  </a:lnTo>
                  <a:lnTo>
                    <a:pt x="4015298" y="89"/>
                  </a:lnTo>
                  <a:lnTo>
                    <a:pt x="4008009" y="726"/>
                  </a:lnTo>
                  <a:lnTo>
                    <a:pt x="3989704" y="2486"/>
                  </a:lnTo>
                  <a:lnTo>
                    <a:pt x="3957159" y="5949"/>
                  </a:lnTo>
                  <a:lnTo>
                    <a:pt x="3909024" y="11636"/>
                  </a:lnTo>
                  <a:lnTo>
                    <a:pt x="3845921" y="19958"/>
                  </a:lnTo>
                  <a:lnTo>
                    <a:pt x="3770200" y="31172"/>
                  </a:lnTo>
                  <a:lnTo>
                    <a:pt x="3685379" y="45384"/>
                  </a:lnTo>
                  <a:lnTo>
                    <a:pt x="3595417" y="62587"/>
                  </a:lnTo>
                  <a:lnTo>
                    <a:pt x="3504054" y="82715"/>
                  </a:lnTo>
                  <a:lnTo>
                    <a:pt x="3414357" y="105713"/>
                  </a:lnTo>
                  <a:lnTo>
                    <a:pt x="3328520" y="131581"/>
                  </a:lnTo>
                  <a:lnTo>
                    <a:pt x="3247865" y="160417"/>
                  </a:lnTo>
                  <a:lnTo>
                    <a:pt x="3172975" y="192431"/>
                  </a:lnTo>
                  <a:lnTo>
                    <a:pt x="3103865" y="227949"/>
                  </a:lnTo>
                  <a:lnTo>
                    <a:pt x="3040157" y="267412"/>
                  </a:lnTo>
                  <a:lnTo>
                    <a:pt x="2981225" y="311359"/>
                  </a:lnTo>
                  <a:lnTo>
                    <a:pt x="2926305" y="360402"/>
                  </a:lnTo>
                  <a:lnTo>
                    <a:pt x="2874574" y="415176"/>
                  </a:lnTo>
                  <a:lnTo>
                    <a:pt x="2825225" y="476258"/>
                  </a:lnTo>
                  <a:lnTo>
                    <a:pt x="2777522" y="544018"/>
                  </a:lnTo>
                  <a:lnTo>
                    <a:pt x="2770117" y="555305"/>
                  </a:lnTo>
                  <a:lnTo>
                    <a:pt x="2735230" y="611190"/>
                  </a:lnTo>
                  <a:lnTo>
                    <a:pt x="2700662" y="670902"/>
                  </a:lnTo>
                  <a:lnTo>
                    <a:pt x="2666227" y="734519"/>
                  </a:lnTo>
                  <a:lnTo>
                    <a:pt x="2631777" y="802066"/>
                  </a:lnTo>
                  <a:lnTo>
                    <a:pt x="2597196" y="873508"/>
                  </a:lnTo>
                  <a:lnTo>
                    <a:pt x="2562400" y="948746"/>
                  </a:lnTo>
                  <a:lnTo>
                    <a:pt x="2527332" y="1027614"/>
                  </a:lnTo>
                  <a:lnTo>
                    <a:pt x="2491961" y="1109874"/>
                  </a:lnTo>
                  <a:lnTo>
                    <a:pt x="2456280" y="1195217"/>
                  </a:lnTo>
                  <a:lnTo>
                    <a:pt x="2420303" y="1283268"/>
                  </a:lnTo>
                  <a:lnTo>
                    <a:pt x="2384062" y="1373588"/>
                  </a:lnTo>
                  <a:lnTo>
                    <a:pt x="2347606" y="1465683"/>
                  </a:lnTo>
                  <a:lnTo>
                    <a:pt x="2310996" y="1559015"/>
                  </a:lnTo>
                  <a:lnTo>
                    <a:pt x="2274302" y="1653015"/>
                  </a:lnTo>
                  <a:lnTo>
                    <a:pt x="2237597" y="1747096"/>
                  </a:lnTo>
                  <a:lnTo>
                    <a:pt x="2200956" y="1840668"/>
                  </a:lnTo>
                  <a:lnTo>
                    <a:pt x="2164452" y="1933158"/>
                  </a:lnTo>
                  <a:lnTo>
                    <a:pt x="2128147" y="2024015"/>
                  </a:lnTo>
                  <a:lnTo>
                    <a:pt x="2092093" y="2112734"/>
                  </a:lnTo>
                  <a:lnTo>
                    <a:pt x="2056329" y="2198860"/>
                  </a:lnTo>
                  <a:lnTo>
                    <a:pt x="2020873" y="2281998"/>
                  </a:lnTo>
                  <a:lnTo>
                    <a:pt x="1985724" y="2361822"/>
                  </a:lnTo>
                  <a:lnTo>
                    <a:pt x="1950858" y="2438075"/>
                  </a:lnTo>
                  <a:lnTo>
                    <a:pt x="1916226" y="2510570"/>
                  </a:lnTo>
                  <a:lnTo>
                    <a:pt x="1881749" y="2579190"/>
                  </a:lnTo>
                  <a:lnTo>
                    <a:pt x="1847323" y="2643884"/>
                  </a:lnTo>
                  <a:lnTo>
                    <a:pt x="1812809" y="2704660"/>
                  </a:lnTo>
                  <a:lnTo>
                    <a:pt x="1778030" y="2761584"/>
                  </a:lnTo>
                  <a:lnTo>
                    <a:pt x="1768425" y="2776525"/>
                  </a:lnTo>
                  <a:lnTo>
                    <a:pt x="1720923" y="2845347"/>
                  </a:lnTo>
                  <a:lnTo>
                    <a:pt x="1671879" y="2907464"/>
                  </a:lnTo>
                  <a:lnTo>
                    <a:pt x="1620576" y="2963197"/>
                  </a:lnTo>
                  <a:lnTo>
                    <a:pt x="1566213" y="3013101"/>
                  </a:lnTo>
                  <a:lnTo>
                    <a:pt x="1507966" y="3057808"/>
                  </a:lnTo>
                  <a:lnTo>
                    <a:pt x="1445057" y="3097939"/>
                  </a:lnTo>
                  <a:lnTo>
                    <a:pt x="1376830" y="3134047"/>
                  </a:lnTo>
                  <a:lnTo>
                    <a:pt x="1302861" y="3166588"/>
                  </a:lnTo>
                  <a:lnTo>
                    <a:pt x="1223093" y="3195908"/>
                  </a:lnTo>
                  <a:lnTo>
                    <a:pt x="1138005" y="3222235"/>
                  </a:lnTo>
                  <a:lnTo>
                    <a:pt x="1048794" y="3245682"/>
                  </a:lnTo>
                  <a:lnTo>
                    <a:pt x="957511" y="3266265"/>
                  </a:lnTo>
                  <a:lnTo>
                    <a:pt x="867093" y="3283933"/>
                  </a:lnTo>
                  <a:lnTo>
                    <a:pt x="781198" y="3298619"/>
                  </a:lnTo>
                  <a:lnTo>
                    <a:pt x="703791" y="3310302"/>
                  </a:lnTo>
                  <a:lnTo>
                    <a:pt x="638506" y="3319066"/>
                  </a:lnTo>
                  <a:lnTo>
                    <a:pt x="587923" y="3325145"/>
                  </a:lnTo>
                  <a:lnTo>
                    <a:pt x="552961" y="3328925"/>
                  </a:lnTo>
                  <a:lnTo>
                    <a:pt x="532583" y="3330917"/>
                  </a:lnTo>
                  <a:lnTo>
                    <a:pt x="523841" y="3331692"/>
                  </a:lnTo>
                  <a:lnTo>
                    <a:pt x="522137" y="3331830"/>
                  </a:lnTo>
                  <a:lnTo>
                    <a:pt x="522133" y="3331830"/>
                  </a:lnTo>
                  <a:lnTo>
                    <a:pt x="0" y="3331830"/>
                  </a:lnTo>
                  <a:lnTo>
                    <a:pt x="0" y="333183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679" name="pg1679"/>
            <p:cNvSpPr/>
            <p:nvPr/>
          </p:nvSpPr>
          <p:spPr>
            <a:xfrm>
              <a:off x="386606" y="5257155"/>
              <a:ext cx="8554953" cy="705896"/>
            </a:xfrm>
            <a:custGeom>
              <a:avLst/>
              <a:pathLst>
                <a:path w="8554953" h="705896">
                  <a:moveTo>
                    <a:pt x="0" y="175062"/>
                  </a:moveTo>
                  <a:lnTo>
                    <a:pt x="522133" y="175062"/>
                  </a:lnTo>
                  <a:lnTo>
                    <a:pt x="523398" y="175078"/>
                  </a:lnTo>
                  <a:lnTo>
                    <a:pt x="531669" y="175194"/>
                  </a:lnTo>
                  <a:lnTo>
                    <a:pt x="552350" y="175515"/>
                  </a:lnTo>
                  <a:lnTo>
                    <a:pt x="588889" y="176144"/>
                  </a:lnTo>
                  <a:lnTo>
                    <a:pt x="642471" y="177176"/>
                  </a:lnTo>
                  <a:lnTo>
                    <a:pt x="711954" y="178677"/>
                  </a:lnTo>
                  <a:lnTo>
                    <a:pt x="794264" y="180690"/>
                  </a:lnTo>
                  <a:lnTo>
                    <a:pt x="885163" y="183225"/>
                  </a:lnTo>
                  <a:lnTo>
                    <a:pt x="980151" y="186277"/>
                  </a:lnTo>
                  <a:lnTo>
                    <a:pt x="1075211" y="189833"/>
                  </a:lnTo>
                  <a:lnTo>
                    <a:pt x="1167259" y="193887"/>
                  </a:lnTo>
                  <a:lnTo>
                    <a:pt x="1254272" y="198446"/>
                  </a:lnTo>
                  <a:lnTo>
                    <a:pt x="1335199" y="203539"/>
                  </a:lnTo>
                  <a:lnTo>
                    <a:pt x="1409763" y="209216"/>
                  </a:lnTo>
                  <a:lnTo>
                    <a:pt x="1478238" y="215549"/>
                  </a:lnTo>
                  <a:lnTo>
                    <a:pt x="1541255" y="222630"/>
                  </a:lnTo>
                  <a:lnTo>
                    <a:pt x="1599649" y="230567"/>
                  </a:lnTo>
                  <a:lnTo>
                    <a:pt x="1654347" y="239476"/>
                  </a:lnTo>
                  <a:lnTo>
                    <a:pt x="1706280" y="249464"/>
                  </a:lnTo>
                  <a:lnTo>
                    <a:pt x="1756306" y="260608"/>
                  </a:lnTo>
                  <a:lnTo>
                    <a:pt x="1768425" y="263534"/>
                  </a:lnTo>
                  <a:lnTo>
                    <a:pt x="1821123" y="277255"/>
                  </a:lnTo>
                  <a:lnTo>
                    <a:pt x="1873311" y="292389"/>
                  </a:lnTo>
                  <a:lnTo>
                    <a:pt x="1925534" y="308957"/>
                  </a:lnTo>
                  <a:lnTo>
                    <a:pt x="1978163" y="326929"/>
                  </a:lnTo>
                  <a:lnTo>
                    <a:pt x="2031415" y="346221"/>
                  </a:lnTo>
                  <a:lnTo>
                    <a:pt x="2085372" y="366687"/>
                  </a:lnTo>
                  <a:lnTo>
                    <a:pt x="2139999" y="388128"/>
                  </a:lnTo>
                  <a:lnTo>
                    <a:pt x="2195164" y="410289"/>
                  </a:lnTo>
                  <a:lnTo>
                    <a:pt x="2250664" y="432878"/>
                  </a:lnTo>
                  <a:lnTo>
                    <a:pt x="2306250" y="455576"/>
                  </a:lnTo>
                  <a:lnTo>
                    <a:pt x="2361664" y="478058"/>
                  </a:lnTo>
                  <a:lnTo>
                    <a:pt x="2416671" y="500012"/>
                  </a:lnTo>
                  <a:lnTo>
                    <a:pt x="2471087" y="521156"/>
                  </a:lnTo>
                  <a:lnTo>
                    <a:pt x="2524809" y="541253"/>
                  </a:lnTo>
                  <a:lnTo>
                    <a:pt x="2577840" y="560121"/>
                  </a:lnTo>
                  <a:lnTo>
                    <a:pt x="2630304" y="577636"/>
                  </a:lnTo>
                  <a:lnTo>
                    <a:pt x="2682467" y="593730"/>
                  </a:lnTo>
                  <a:lnTo>
                    <a:pt x="2734753" y="608393"/>
                  </a:lnTo>
                  <a:lnTo>
                    <a:pt x="2770117" y="617424"/>
                  </a:lnTo>
                  <a:lnTo>
                    <a:pt x="2819788" y="628856"/>
                  </a:lnTo>
                  <a:lnTo>
                    <a:pt x="2871176" y="639125"/>
                  </a:lnTo>
                  <a:lnTo>
                    <a:pt x="2925108" y="648290"/>
                  </a:lnTo>
                  <a:lnTo>
                    <a:pt x="2982504" y="656456"/>
                  </a:lnTo>
                  <a:lnTo>
                    <a:pt x="3044299" y="663737"/>
                  </a:lnTo>
                  <a:lnTo>
                    <a:pt x="3111360" y="670245"/>
                  </a:lnTo>
                  <a:lnTo>
                    <a:pt x="3184381" y="676076"/>
                  </a:lnTo>
                  <a:lnTo>
                    <a:pt x="3263741" y="681308"/>
                  </a:lnTo>
                  <a:lnTo>
                    <a:pt x="3349319" y="685995"/>
                  </a:lnTo>
                  <a:lnTo>
                    <a:pt x="3440274" y="690172"/>
                  </a:lnTo>
                  <a:lnTo>
                    <a:pt x="3534837" y="693851"/>
                  </a:lnTo>
                  <a:lnTo>
                    <a:pt x="3630184" y="697028"/>
                  </a:lnTo>
                  <a:lnTo>
                    <a:pt x="3722501" y="699692"/>
                  </a:lnTo>
                  <a:lnTo>
                    <a:pt x="3807346" y="701833"/>
                  </a:lnTo>
                  <a:lnTo>
                    <a:pt x="3880335" y="703458"/>
                  </a:lnTo>
                  <a:lnTo>
                    <a:pt x="3938026" y="704600"/>
                  </a:lnTo>
                  <a:lnTo>
                    <a:pt x="3978747" y="705320"/>
                  </a:lnTo>
                  <a:lnTo>
                    <a:pt x="4003098" y="705708"/>
                  </a:lnTo>
                  <a:lnTo>
                    <a:pt x="4013995" y="705864"/>
                  </a:lnTo>
                  <a:lnTo>
                    <a:pt x="4016409" y="705896"/>
                  </a:lnTo>
                  <a:lnTo>
                    <a:pt x="4538543" y="705896"/>
                  </a:lnTo>
                  <a:lnTo>
                    <a:pt x="4539805" y="705875"/>
                  </a:lnTo>
                  <a:lnTo>
                    <a:pt x="4548055" y="705723"/>
                  </a:lnTo>
                  <a:lnTo>
                    <a:pt x="4568684" y="705305"/>
                  </a:lnTo>
                  <a:lnTo>
                    <a:pt x="4605139" y="704483"/>
                  </a:lnTo>
                  <a:lnTo>
                    <a:pt x="4658605" y="703137"/>
                  </a:lnTo>
                  <a:lnTo>
                    <a:pt x="4727955" y="701177"/>
                  </a:lnTo>
                  <a:lnTo>
                    <a:pt x="4810129" y="698550"/>
                  </a:lnTo>
                  <a:lnTo>
                    <a:pt x="4900906" y="695240"/>
                  </a:lnTo>
                  <a:lnTo>
                    <a:pt x="4995794" y="691256"/>
                  </a:lnTo>
                  <a:lnTo>
                    <a:pt x="5090783" y="686612"/>
                  </a:lnTo>
                  <a:lnTo>
                    <a:pt x="5182789" y="681319"/>
                  </a:lnTo>
                  <a:lnTo>
                    <a:pt x="5269783" y="675365"/>
                  </a:lnTo>
                  <a:lnTo>
                    <a:pt x="5350708" y="668714"/>
                  </a:lnTo>
                  <a:lnTo>
                    <a:pt x="5425282" y="661302"/>
                  </a:lnTo>
                  <a:lnTo>
                    <a:pt x="5493771" y="653034"/>
                  </a:lnTo>
                  <a:lnTo>
                    <a:pt x="5556801" y="643792"/>
                  </a:lnTo>
                  <a:lnTo>
                    <a:pt x="5615204" y="633433"/>
                  </a:lnTo>
                  <a:lnTo>
                    <a:pt x="5669904" y="621807"/>
                  </a:lnTo>
                  <a:lnTo>
                    <a:pt x="5721829" y="608773"/>
                  </a:lnTo>
                  <a:lnTo>
                    <a:pt x="5771837" y="594231"/>
                  </a:lnTo>
                  <a:lnTo>
                    <a:pt x="5784835" y="590129"/>
                  </a:lnTo>
                  <a:lnTo>
                    <a:pt x="5836547" y="572530"/>
                  </a:lnTo>
                  <a:lnTo>
                    <a:pt x="5887757" y="553152"/>
                  </a:lnTo>
                  <a:lnTo>
                    <a:pt x="5938985" y="531967"/>
                  </a:lnTo>
                  <a:lnTo>
                    <a:pt x="5990588" y="509009"/>
                  </a:lnTo>
                  <a:lnTo>
                    <a:pt x="6042780" y="484379"/>
                  </a:lnTo>
                  <a:lnTo>
                    <a:pt x="6095649" y="458248"/>
                  </a:lnTo>
                  <a:lnTo>
                    <a:pt x="6149172" y="430857"/>
                  </a:lnTo>
                  <a:lnTo>
                    <a:pt x="6203235" y="402514"/>
                  </a:lnTo>
                  <a:lnTo>
                    <a:pt x="6257652" y="373573"/>
                  </a:lnTo>
                  <a:lnTo>
                    <a:pt x="6312195" y="344426"/>
                  </a:lnTo>
                  <a:lnTo>
                    <a:pt x="6366619" y="315474"/>
                  </a:lnTo>
                  <a:lnTo>
                    <a:pt x="6420694" y="287109"/>
                  </a:lnTo>
                  <a:lnTo>
                    <a:pt x="6474234" y="259687"/>
                  </a:lnTo>
                  <a:lnTo>
                    <a:pt x="6527122" y="233517"/>
                  </a:lnTo>
                  <a:lnTo>
                    <a:pt x="6579332" y="208843"/>
                  </a:lnTo>
                  <a:lnTo>
                    <a:pt x="6630949" y="185837"/>
                  </a:lnTo>
                  <a:lnTo>
                    <a:pt x="6682184" y="164603"/>
                  </a:lnTo>
                  <a:lnTo>
                    <a:pt x="6733388" y="145174"/>
                  </a:lnTo>
                  <a:lnTo>
                    <a:pt x="6785078" y="127526"/>
                  </a:lnTo>
                  <a:lnTo>
                    <a:pt x="6786527" y="127061"/>
                  </a:lnTo>
                  <a:lnTo>
                    <a:pt x="6836153" y="112113"/>
                  </a:lnTo>
                  <a:lnTo>
                    <a:pt x="6887493" y="98687"/>
                  </a:lnTo>
                  <a:lnTo>
                    <a:pt x="6941370" y="86702"/>
                  </a:lnTo>
                  <a:lnTo>
                    <a:pt x="6998702" y="76023"/>
                  </a:lnTo>
                  <a:lnTo>
                    <a:pt x="7060422" y="66499"/>
                  </a:lnTo>
                  <a:lnTo>
                    <a:pt x="7127396" y="57987"/>
                  </a:lnTo>
                  <a:lnTo>
                    <a:pt x="7200316" y="50358"/>
                  </a:lnTo>
                  <a:lnTo>
                    <a:pt x="7279563" y="43514"/>
                  </a:lnTo>
                  <a:lnTo>
                    <a:pt x="7365020" y="37381"/>
                  </a:lnTo>
                  <a:lnTo>
                    <a:pt x="7455854" y="31914"/>
                  </a:lnTo>
                  <a:lnTo>
                    <a:pt x="7550311" y="27099"/>
                  </a:lnTo>
                  <a:lnTo>
                    <a:pt x="7645583" y="22938"/>
                  </a:lnTo>
                  <a:lnTo>
                    <a:pt x="7737876" y="19448"/>
                  </a:lnTo>
                  <a:lnTo>
                    <a:pt x="7822762" y="16641"/>
                  </a:lnTo>
                  <a:lnTo>
                    <a:pt x="7895865" y="14508"/>
                  </a:lnTo>
                  <a:lnTo>
                    <a:pt x="7953731" y="13007"/>
                  </a:lnTo>
                  <a:lnTo>
                    <a:pt x="7994667" y="12058"/>
                  </a:lnTo>
                  <a:lnTo>
                    <a:pt x="8019234" y="11545"/>
                  </a:lnTo>
                  <a:lnTo>
                    <a:pt x="8030308" y="11337"/>
                  </a:lnTo>
                  <a:lnTo>
                    <a:pt x="8032819" y="11294"/>
                  </a:lnTo>
                  <a:lnTo>
                    <a:pt x="8554953" y="11294"/>
                  </a:lnTo>
                  <a:lnTo>
                    <a:pt x="8554953" y="0"/>
                  </a:lnTo>
                  <a:lnTo>
                    <a:pt x="8032819" y="0"/>
                  </a:lnTo>
                  <a:lnTo>
                    <a:pt x="8031557" y="21"/>
                  </a:lnTo>
                  <a:lnTo>
                    <a:pt x="8023307" y="172"/>
                  </a:lnTo>
                  <a:lnTo>
                    <a:pt x="8002678" y="591"/>
                  </a:lnTo>
                  <a:lnTo>
                    <a:pt x="7966223" y="1412"/>
                  </a:lnTo>
                  <a:lnTo>
                    <a:pt x="7912757" y="2758"/>
                  </a:lnTo>
                  <a:lnTo>
                    <a:pt x="7843407" y="4718"/>
                  </a:lnTo>
                  <a:lnTo>
                    <a:pt x="7761233" y="7345"/>
                  </a:lnTo>
                  <a:lnTo>
                    <a:pt x="7670456" y="10655"/>
                  </a:lnTo>
                  <a:lnTo>
                    <a:pt x="7575568" y="14640"/>
                  </a:lnTo>
                  <a:lnTo>
                    <a:pt x="7480579" y="19283"/>
                  </a:lnTo>
                  <a:lnTo>
                    <a:pt x="7388573" y="24577"/>
                  </a:lnTo>
                  <a:lnTo>
                    <a:pt x="7301579" y="30531"/>
                  </a:lnTo>
                  <a:lnTo>
                    <a:pt x="7220653" y="37181"/>
                  </a:lnTo>
                  <a:lnTo>
                    <a:pt x="7146080" y="44593"/>
                  </a:lnTo>
                  <a:lnTo>
                    <a:pt x="7077591" y="52861"/>
                  </a:lnTo>
                  <a:lnTo>
                    <a:pt x="7014561" y="62104"/>
                  </a:lnTo>
                  <a:lnTo>
                    <a:pt x="6956158" y="72463"/>
                  </a:lnTo>
                  <a:lnTo>
                    <a:pt x="6901458" y="84088"/>
                  </a:lnTo>
                  <a:lnTo>
                    <a:pt x="6849533" y="97122"/>
                  </a:lnTo>
                  <a:lnTo>
                    <a:pt x="6799525" y="111665"/>
                  </a:lnTo>
                  <a:lnTo>
                    <a:pt x="6786527" y="115767"/>
                  </a:lnTo>
                  <a:lnTo>
                    <a:pt x="6734815" y="133365"/>
                  </a:lnTo>
                  <a:lnTo>
                    <a:pt x="6683605" y="152744"/>
                  </a:lnTo>
                  <a:lnTo>
                    <a:pt x="6632377" y="173928"/>
                  </a:lnTo>
                  <a:lnTo>
                    <a:pt x="6580774" y="196886"/>
                  </a:lnTo>
                  <a:lnTo>
                    <a:pt x="6528582" y="221516"/>
                  </a:lnTo>
                  <a:lnTo>
                    <a:pt x="6475713" y="247648"/>
                  </a:lnTo>
                  <a:lnTo>
                    <a:pt x="6422190" y="275038"/>
                  </a:lnTo>
                  <a:lnTo>
                    <a:pt x="6368127" y="303382"/>
                  </a:lnTo>
                  <a:lnTo>
                    <a:pt x="6313710" y="332322"/>
                  </a:lnTo>
                  <a:lnTo>
                    <a:pt x="6259167" y="361470"/>
                  </a:lnTo>
                  <a:lnTo>
                    <a:pt x="6204743" y="390421"/>
                  </a:lnTo>
                  <a:lnTo>
                    <a:pt x="6150668" y="418787"/>
                  </a:lnTo>
                  <a:lnTo>
                    <a:pt x="6097128" y="446208"/>
                  </a:lnTo>
                  <a:lnTo>
                    <a:pt x="6044240" y="472378"/>
                  </a:lnTo>
                  <a:lnTo>
                    <a:pt x="5992030" y="497052"/>
                  </a:lnTo>
                  <a:lnTo>
                    <a:pt x="5940412" y="520058"/>
                  </a:lnTo>
                  <a:lnTo>
                    <a:pt x="5889178" y="541293"/>
                  </a:lnTo>
                  <a:lnTo>
                    <a:pt x="5837974" y="560721"/>
                  </a:lnTo>
                  <a:lnTo>
                    <a:pt x="5786284" y="578369"/>
                  </a:lnTo>
                  <a:lnTo>
                    <a:pt x="5784835" y="578835"/>
                  </a:lnTo>
                  <a:lnTo>
                    <a:pt x="5735209" y="593782"/>
                  </a:lnTo>
                  <a:lnTo>
                    <a:pt x="5683869" y="607208"/>
                  </a:lnTo>
                  <a:lnTo>
                    <a:pt x="5629992" y="619193"/>
                  </a:lnTo>
                  <a:lnTo>
                    <a:pt x="5572660" y="629872"/>
                  </a:lnTo>
                  <a:lnTo>
                    <a:pt x="5510940" y="639396"/>
                  </a:lnTo>
                  <a:lnTo>
                    <a:pt x="5443966" y="647909"/>
                  </a:lnTo>
                  <a:lnTo>
                    <a:pt x="5371046" y="655537"/>
                  </a:lnTo>
                  <a:lnTo>
                    <a:pt x="5291799" y="662381"/>
                  </a:lnTo>
                  <a:lnTo>
                    <a:pt x="5206342" y="668515"/>
                  </a:lnTo>
                  <a:lnTo>
                    <a:pt x="5115508" y="673981"/>
                  </a:lnTo>
                  <a:lnTo>
                    <a:pt x="5021051" y="678797"/>
                  </a:lnTo>
                  <a:lnTo>
                    <a:pt x="4925778" y="682957"/>
                  </a:lnTo>
                  <a:lnTo>
                    <a:pt x="4833486" y="686447"/>
                  </a:lnTo>
                  <a:lnTo>
                    <a:pt x="4748600" y="689254"/>
                  </a:lnTo>
                  <a:lnTo>
                    <a:pt x="4675497" y="691387"/>
                  </a:lnTo>
                  <a:lnTo>
                    <a:pt x="4617631" y="692888"/>
                  </a:lnTo>
                  <a:lnTo>
                    <a:pt x="4576695" y="693838"/>
                  </a:lnTo>
                  <a:lnTo>
                    <a:pt x="4552128" y="694350"/>
                  </a:lnTo>
                  <a:lnTo>
                    <a:pt x="4541054" y="694559"/>
                  </a:lnTo>
                  <a:lnTo>
                    <a:pt x="4538543" y="694602"/>
                  </a:lnTo>
                  <a:lnTo>
                    <a:pt x="4016409" y="694602"/>
                  </a:lnTo>
                  <a:lnTo>
                    <a:pt x="4015144" y="694585"/>
                  </a:lnTo>
                  <a:lnTo>
                    <a:pt x="4006873" y="694469"/>
                  </a:lnTo>
                  <a:lnTo>
                    <a:pt x="3986192" y="694149"/>
                  </a:lnTo>
                  <a:lnTo>
                    <a:pt x="3949653" y="693519"/>
                  </a:lnTo>
                  <a:lnTo>
                    <a:pt x="3896071" y="692488"/>
                  </a:lnTo>
                  <a:lnTo>
                    <a:pt x="3826588" y="690986"/>
                  </a:lnTo>
                  <a:lnTo>
                    <a:pt x="3744278" y="688974"/>
                  </a:lnTo>
                  <a:lnTo>
                    <a:pt x="3653379" y="686438"/>
                  </a:lnTo>
                  <a:lnTo>
                    <a:pt x="3558392" y="683387"/>
                  </a:lnTo>
                  <a:lnTo>
                    <a:pt x="3463332" y="679831"/>
                  </a:lnTo>
                  <a:lnTo>
                    <a:pt x="3371284" y="675777"/>
                  </a:lnTo>
                  <a:lnTo>
                    <a:pt x="3284270" y="671217"/>
                  </a:lnTo>
                  <a:lnTo>
                    <a:pt x="3203343" y="666124"/>
                  </a:lnTo>
                  <a:lnTo>
                    <a:pt x="3128779" y="660447"/>
                  </a:lnTo>
                  <a:lnTo>
                    <a:pt x="3060304" y="654114"/>
                  </a:lnTo>
                  <a:lnTo>
                    <a:pt x="2997287" y="647033"/>
                  </a:lnTo>
                  <a:lnTo>
                    <a:pt x="2938893" y="639096"/>
                  </a:lnTo>
                  <a:lnTo>
                    <a:pt x="2884195" y="630188"/>
                  </a:lnTo>
                  <a:lnTo>
                    <a:pt x="2832262" y="620199"/>
                  </a:lnTo>
                  <a:lnTo>
                    <a:pt x="2782236" y="609055"/>
                  </a:lnTo>
                  <a:lnTo>
                    <a:pt x="2770117" y="606129"/>
                  </a:lnTo>
                  <a:lnTo>
                    <a:pt x="2717419" y="592408"/>
                  </a:lnTo>
                  <a:lnTo>
                    <a:pt x="2665232" y="577274"/>
                  </a:lnTo>
                  <a:lnTo>
                    <a:pt x="2613008" y="560706"/>
                  </a:lnTo>
                  <a:lnTo>
                    <a:pt x="2560379" y="542734"/>
                  </a:lnTo>
                  <a:lnTo>
                    <a:pt x="2507127" y="523443"/>
                  </a:lnTo>
                  <a:lnTo>
                    <a:pt x="2453170" y="502976"/>
                  </a:lnTo>
                  <a:lnTo>
                    <a:pt x="2398543" y="481535"/>
                  </a:lnTo>
                  <a:lnTo>
                    <a:pt x="2343378" y="459374"/>
                  </a:lnTo>
                  <a:lnTo>
                    <a:pt x="2287879" y="436785"/>
                  </a:lnTo>
                  <a:lnTo>
                    <a:pt x="2232292" y="414088"/>
                  </a:lnTo>
                  <a:lnTo>
                    <a:pt x="2176878" y="391606"/>
                  </a:lnTo>
                  <a:lnTo>
                    <a:pt x="2121871" y="369652"/>
                  </a:lnTo>
                  <a:lnTo>
                    <a:pt x="2067455" y="348508"/>
                  </a:lnTo>
                  <a:lnTo>
                    <a:pt x="2013733" y="328410"/>
                  </a:lnTo>
                  <a:lnTo>
                    <a:pt x="1960702" y="309542"/>
                  </a:lnTo>
                  <a:lnTo>
                    <a:pt x="1908238" y="292027"/>
                  </a:lnTo>
                  <a:lnTo>
                    <a:pt x="1856076" y="275933"/>
                  </a:lnTo>
                  <a:lnTo>
                    <a:pt x="1803789" y="261270"/>
                  </a:lnTo>
                  <a:lnTo>
                    <a:pt x="1768425" y="252240"/>
                  </a:lnTo>
                  <a:lnTo>
                    <a:pt x="1718754" y="240807"/>
                  </a:lnTo>
                  <a:lnTo>
                    <a:pt x="1667366" y="230539"/>
                  </a:lnTo>
                  <a:lnTo>
                    <a:pt x="1613434" y="221373"/>
                  </a:lnTo>
                  <a:lnTo>
                    <a:pt x="1556038" y="213208"/>
                  </a:lnTo>
                  <a:lnTo>
                    <a:pt x="1494244" y="205926"/>
                  </a:lnTo>
                  <a:lnTo>
                    <a:pt x="1427182" y="199418"/>
                  </a:lnTo>
                  <a:lnTo>
                    <a:pt x="1354161" y="193587"/>
                  </a:lnTo>
                  <a:lnTo>
                    <a:pt x="1274801" y="188356"/>
                  </a:lnTo>
                  <a:lnTo>
                    <a:pt x="1189223" y="183668"/>
                  </a:lnTo>
                  <a:lnTo>
                    <a:pt x="1098268" y="179491"/>
                  </a:lnTo>
                  <a:lnTo>
                    <a:pt x="1003705" y="175812"/>
                  </a:lnTo>
                  <a:lnTo>
                    <a:pt x="908358" y="172635"/>
                  </a:lnTo>
                  <a:lnTo>
                    <a:pt x="816041" y="169972"/>
                  </a:lnTo>
                  <a:lnTo>
                    <a:pt x="731196" y="167831"/>
                  </a:lnTo>
                  <a:lnTo>
                    <a:pt x="658207" y="166206"/>
                  </a:lnTo>
                  <a:lnTo>
                    <a:pt x="600516" y="165064"/>
                  </a:lnTo>
                  <a:lnTo>
                    <a:pt x="559795" y="164343"/>
                  </a:lnTo>
                  <a:lnTo>
                    <a:pt x="535444" y="163956"/>
                  </a:lnTo>
                  <a:lnTo>
                    <a:pt x="524547" y="163799"/>
                  </a:lnTo>
                  <a:lnTo>
                    <a:pt x="522133" y="163767"/>
                  </a:lnTo>
                  <a:lnTo>
                    <a:pt x="0" y="163767"/>
                  </a:lnTo>
                  <a:close/>
                </a:path>
              </a:pathLst>
            </a:custGeom>
            <a:solidFill>
              <a:srgbClr val="9E9E9E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1680" name="pl1680"/>
            <p:cNvSpPr/>
            <p:nvPr/>
          </p:nvSpPr>
          <p:spPr>
            <a:xfrm>
              <a:off x="386606" y="5268450"/>
              <a:ext cx="8554953" cy="694602"/>
            </a:xfrm>
            <a:custGeom>
              <a:avLst/>
              <a:pathLst>
                <a:path w="8554953" h="694602">
                  <a:moveTo>
                    <a:pt x="0" y="163767"/>
                  </a:moveTo>
                  <a:lnTo>
                    <a:pt x="522133" y="163767"/>
                  </a:lnTo>
                  <a:lnTo>
                    <a:pt x="523398" y="163784"/>
                  </a:lnTo>
                  <a:lnTo>
                    <a:pt x="531669" y="163900"/>
                  </a:lnTo>
                  <a:lnTo>
                    <a:pt x="552350" y="164220"/>
                  </a:lnTo>
                  <a:lnTo>
                    <a:pt x="588889" y="164850"/>
                  </a:lnTo>
                  <a:lnTo>
                    <a:pt x="642471" y="165881"/>
                  </a:lnTo>
                  <a:lnTo>
                    <a:pt x="711954" y="167383"/>
                  </a:lnTo>
                  <a:lnTo>
                    <a:pt x="794264" y="169395"/>
                  </a:lnTo>
                  <a:lnTo>
                    <a:pt x="885163" y="171931"/>
                  </a:lnTo>
                  <a:lnTo>
                    <a:pt x="980151" y="174982"/>
                  </a:lnTo>
                  <a:lnTo>
                    <a:pt x="1075211" y="178538"/>
                  </a:lnTo>
                  <a:lnTo>
                    <a:pt x="1167259" y="182592"/>
                  </a:lnTo>
                  <a:lnTo>
                    <a:pt x="1254272" y="187152"/>
                  </a:lnTo>
                  <a:lnTo>
                    <a:pt x="1335199" y="192245"/>
                  </a:lnTo>
                  <a:lnTo>
                    <a:pt x="1409763" y="197922"/>
                  </a:lnTo>
                  <a:lnTo>
                    <a:pt x="1478238" y="204255"/>
                  </a:lnTo>
                  <a:lnTo>
                    <a:pt x="1541255" y="211336"/>
                  </a:lnTo>
                  <a:lnTo>
                    <a:pt x="1599649" y="219273"/>
                  </a:lnTo>
                  <a:lnTo>
                    <a:pt x="1654347" y="228181"/>
                  </a:lnTo>
                  <a:lnTo>
                    <a:pt x="1706280" y="238170"/>
                  </a:lnTo>
                  <a:lnTo>
                    <a:pt x="1756306" y="249314"/>
                  </a:lnTo>
                  <a:lnTo>
                    <a:pt x="1768425" y="252240"/>
                  </a:lnTo>
                  <a:lnTo>
                    <a:pt x="1821123" y="265961"/>
                  </a:lnTo>
                  <a:lnTo>
                    <a:pt x="1873311" y="281095"/>
                  </a:lnTo>
                  <a:lnTo>
                    <a:pt x="1925534" y="297663"/>
                  </a:lnTo>
                  <a:lnTo>
                    <a:pt x="1978163" y="315635"/>
                  </a:lnTo>
                  <a:lnTo>
                    <a:pt x="2031415" y="334926"/>
                  </a:lnTo>
                  <a:lnTo>
                    <a:pt x="2085372" y="355393"/>
                  </a:lnTo>
                  <a:lnTo>
                    <a:pt x="2139999" y="376834"/>
                  </a:lnTo>
                  <a:lnTo>
                    <a:pt x="2195164" y="398995"/>
                  </a:lnTo>
                  <a:lnTo>
                    <a:pt x="2250664" y="421584"/>
                  </a:lnTo>
                  <a:lnTo>
                    <a:pt x="2306250" y="444281"/>
                  </a:lnTo>
                  <a:lnTo>
                    <a:pt x="2361664" y="466763"/>
                  </a:lnTo>
                  <a:lnTo>
                    <a:pt x="2416671" y="488717"/>
                  </a:lnTo>
                  <a:lnTo>
                    <a:pt x="2471087" y="509861"/>
                  </a:lnTo>
                  <a:lnTo>
                    <a:pt x="2524809" y="529959"/>
                  </a:lnTo>
                  <a:lnTo>
                    <a:pt x="2577840" y="548827"/>
                  </a:lnTo>
                  <a:lnTo>
                    <a:pt x="2630304" y="566342"/>
                  </a:lnTo>
                  <a:lnTo>
                    <a:pt x="2682467" y="582436"/>
                  </a:lnTo>
                  <a:lnTo>
                    <a:pt x="2734753" y="597099"/>
                  </a:lnTo>
                  <a:lnTo>
                    <a:pt x="2770117" y="606129"/>
                  </a:lnTo>
                  <a:lnTo>
                    <a:pt x="2819788" y="617562"/>
                  </a:lnTo>
                  <a:lnTo>
                    <a:pt x="2871176" y="627830"/>
                  </a:lnTo>
                  <a:lnTo>
                    <a:pt x="2925108" y="636996"/>
                  </a:lnTo>
                  <a:lnTo>
                    <a:pt x="2982504" y="645161"/>
                  </a:lnTo>
                  <a:lnTo>
                    <a:pt x="3044299" y="652443"/>
                  </a:lnTo>
                  <a:lnTo>
                    <a:pt x="3111360" y="658951"/>
                  </a:lnTo>
                  <a:lnTo>
                    <a:pt x="3184381" y="664782"/>
                  </a:lnTo>
                  <a:lnTo>
                    <a:pt x="3263741" y="670013"/>
                  </a:lnTo>
                  <a:lnTo>
                    <a:pt x="3349319" y="674701"/>
                  </a:lnTo>
                  <a:lnTo>
                    <a:pt x="3440274" y="678878"/>
                  </a:lnTo>
                  <a:lnTo>
                    <a:pt x="3534837" y="682557"/>
                  </a:lnTo>
                  <a:lnTo>
                    <a:pt x="3630184" y="685734"/>
                  </a:lnTo>
                  <a:lnTo>
                    <a:pt x="3722501" y="688397"/>
                  </a:lnTo>
                  <a:lnTo>
                    <a:pt x="3807346" y="690538"/>
                  </a:lnTo>
                  <a:lnTo>
                    <a:pt x="3880335" y="692163"/>
                  </a:lnTo>
                  <a:lnTo>
                    <a:pt x="3938026" y="693305"/>
                  </a:lnTo>
                  <a:lnTo>
                    <a:pt x="3978747" y="694026"/>
                  </a:lnTo>
                  <a:lnTo>
                    <a:pt x="4003098" y="694413"/>
                  </a:lnTo>
                  <a:lnTo>
                    <a:pt x="4013995" y="694570"/>
                  </a:lnTo>
                  <a:lnTo>
                    <a:pt x="4016390" y="694601"/>
                  </a:lnTo>
                  <a:lnTo>
                    <a:pt x="4016409" y="694602"/>
                  </a:lnTo>
                  <a:lnTo>
                    <a:pt x="4538543" y="694602"/>
                  </a:lnTo>
                  <a:lnTo>
                    <a:pt x="4539805" y="694580"/>
                  </a:lnTo>
                  <a:lnTo>
                    <a:pt x="4548055" y="694429"/>
                  </a:lnTo>
                  <a:lnTo>
                    <a:pt x="4568684" y="694011"/>
                  </a:lnTo>
                  <a:lnTo>
                    <a:pt x="4605139" y="693189"/>
                  </a:lnTo>
                  <a:lnTo>
                    <a:pt x="4658605" y="691843"/>
                  </a:lnTo>
                  <a:lnTo>
                    <a:pt x="4727955" y="689883"/>
                  </a:lnTo>
                  <a:lnTo>
                    <a:pt x="4810129" y="687256"/>
                  </a:lnTo>
                  <a:lnTo>
                    <a:pt x="4900906" y="683946"/>
                  </a:lnTo>
                  <a:lnTo>
                    <a:pt x="4995794" y="679961"/>
                  </a:lnTo>
                  <a:lnTo>
                    <a:pt x="5090783" y="675318"/>
                  </a:lnTo>
                  <a:lnTo>
                    <a:pt x="5182789" y="670024"/>
                  </a:lnTo>
                  <a:lnTo>
                    <a:pt x="5269783" y="664070"/>
                  </a:lnTo>
                  <a:lnTo>
                    <a:pt x="5350708" y="657420"/>
                  </a:lnTo>
                  <a:lnTo>
                    <a:pt x="5425282" y="650008"/>
                  </a:lnTo>
                  <a:lnTo>
                    <a:pt x="5493771" y="641740"/>
                  </a:lnTo>
                  <a:lnTo>
                    <a:pt x="5556801" y="632497"/>
                  </a:lnTo>
                  <a:lnTo>
                    <a:pt x="5615204" y="622138"/>
                  </a:lnTo>
                  <a:lnTo>
                    <a:pt x="5669904" y="610513"/>
                  </a:lnTo>
                  <a:lnTo>
                    <a:pt x="5721829" y="597479"/>
                  </a:lnTo>
                  <a:lnTo>
                    <a:pt x="5771837" y="582937"/>
                  </a:lnTo>
                  <a:lnTo>
                    <a:pt x="5784835" y="578835"/>
                  </a:lnTo>
                  <a:lnTo>
                    <a:pt x="5836547" y="561236"/>
                  </a:lnTo>
                  <a:lnTo>
                    <a:pt x="5887757" y="541857"/>
                  </a:lnTo>
                  <a:lnTo>
                    <a:pt x="5938985" y="520673"/>
                  </a:lnTo>
                  <a:lnTo>
                    <a:pt x="5990588" y="497715"/>
                  </a:lnTo>
                  <a:lnTo>
                    <a:pt x="6042780" y="473085"/>
                  </a:lnTo>
                  <a:lnTo>
                    <a:pt x="6095649" y="446954"/>
                  </a:lnTo>
                  <a:lnTo>
                    <a:pt x="6149172" y="419563"/>
                  </a:lnTo>
                  <a:lnTo>
                    <a:pt x="6203235" y="391219"/>
                  </a:lnTo>
                  <a:lnTo>
                    <a:pt x="6257652" y="362279"/>
                  </a:lnTo>
                  <a:lnTo>
                    <a:pt x="6312195" y="333131"/>
                  </a:lnTo>
                  <a:lnTo>
                    <a:pt x="6366619" y="304180"/>
                  </a:lnTo>
                  <a:lnTo>
                    <a:pt x="6420694" y="275814"/>
                  </a:lnTo>
                  <a:lnTo>
                    <a:pt x="6474234" y="248393"/>
                  </a:lnTo>
                  <a:lnTo>
                    <a:pt x="6527122" y="222223"/>
                  </a:lnTo>
                  <a:lnTo>
                    <a:pt x="6579332" y="197549"/>
                  </a:lnTo>
                  <a:lnTo>
                    <a:pt x="6630949" y="174543"/>
                  </a:lnTo>
                  <a:lnTo>
                    <a:pt x="6682184" y="153308"/>
                  </a:lnTo>
                  <a:lnTo>
                    <a:pt x="6733388" y="133880"/>
                  </a:lnTo>
                  <a:lnTo>
                    <a:pt x="6785078" y="116232"/>
                  </a:lnTo>
                  <a:lnTo>
                    <a:pt x="6786527" y="115767"/>
                  </a:lnTo>
                  <a:lnTo>
                    <a:pt x="6836153" y="100819"/>
                  </a:lnTo>
                  <a:lnTo>
                    <a:pt x="6887493" y="87393"/>
                  </a:lnTo>
                  <a:lnTo>
                    <a:pt x="6941370" y="75408"/>
                  </a:lnTo>
                  <a:lnTo>
                    <a:pt x="6998702" y="64729"/>
                  </a:lnTo>
                  <a:lnTo>
                    <a:pt x="7060422" y="55205"/>
                  </a:lnTo>
                  <a:lnTo>
                    <a:pt x="7127396" y="46692"/>
                  </a:lnTo>
                  <a:lnTo>
                    <a:pt x="7200316" y="39064"/>
                  </a:lnTo>
                  <a:lnTo>
                    <a:pt x="7279563" y="32220"/>
                  </a:lnTo>
                  <a:lnTo>
                    <a:pt x="7365020" y="26086"/>
                  </a:lnTo>
                  <a:lnTo>
                    <a:pt x="7455854" y="20620"/>
                  </a:lnTo>
                  <a:lnTo>
                    <a:pt x="7550311" y="15804"/>
                  </a:lnTo>
                  <a:lnTo>
                    <a:pt x="7645583" y="11644"/>
                  </a:lnTo>
                  <a:lnTo>
                    <a:pt x="7737876" y="8154"/>
                  </a:lnTo>
                  <a:lnTo>
                    <a:pt x="7822762" y="5347"/>
                  </a:lnTo>
                  <a:lnTo>
                    <a:pt x="7895865" y="3214"/>
                  </a:lnTo>
                  <a:lnTo>
                    <a:pt x="7953731" y="1713"/>
                  </a:lnTo>
                  <a:lnTo>
                    <a:pt x="7994667" y="763"/>
                  </a:lnTo>
                  <a:lnTo>
                    <a:pt x="8019234" y="251"/>
                  </a:lnTo>
                  <a:lnTo>
                    <a:pt x="8030308" y="43"/>
                  </a:lnTo>
                  <a:lnTo>
                    <a:pt x="8032795" y="0"/>
                  </a:lnTo>
                  <a:lnTo>
                    <a:pt x="8032819" y="0"/>
                  </a:lnTo>
                  <a:lnTo>
                    <a:pt x="8554953" y="0"/>
                  </a:lnTo>
                  <a:lnTo>
                    <a:pt x="8554953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681" name="pl1681"/>
            <p:cNvSpPr/>
            <p:nvPr/>
          </p:nvSpPr>
          <p:spPr>
            <a:xfrm>
              <a:off x="386606" y="5257155"/>
              <a:ext cx="8554953" cy="694602"/>
            </a:xfrm>
            <a:custGeom>
              <a:avLst/>
              <a:pathLst>
                <a:path w="8554953" h="694602">
                  <a:moveTo>
                    <a:pt x="8554953" y="0"/>
                  </a:moveTo>
                  <a:lnTo>
                    <a:pt x="8032819" y="0"/>
                  </a:lnTo>
                  <a:lnTo>
                    <a:pt x="8031557" y="21"/>
                  </a:lnTo>
                  <a:lnTo>
                    <a:pt x="8023307" y="172"/>
                  </a:lnTo>
                  <a:lnTo>
                    <a:pt x="8002678" y="591"/>
                  </a:lnTo>
                  <a:lnTo>
                    <a:pt x="7966223" y="1412"/>
                  </a:lnTo>
                  <a:lnTo>
                    <a:pt x="7912757" y="2758"/>
                  </a:lnTo>
                  <a:lnTo>
                    <a:pt x="7843407" y="4718"/>
                  </a:lnTo>
                  <a:lnTo>
                    <a:pt x="7761233" y="7345"/>
                  </a:lnTo>
                  <a:lnTo>
                    <a:pt x="7670456" y="10655"/>
                  </a:lnTo>
                  <a:lnTo>
                    <a:pt x="7575568" y="14640"/>
                  </a:lnTo>
                  <a:lnTo>
                    <a:pt x="7480579" y="19283"/>
                  </a:lnTo>
                  <a:lnTo>
                    <a:pt x="7388573" y="24577"/>
                  </a:lnTo>
                  <a:lnTo>
                    <a:pt x="7301579" y="30531"/>
                  </a:lnTo>
                  <a:lnTo>
                    <a:pt x="7220653" y="37181"/>
                  </a:lnTo>
                  <a:lnTo>
                    <a:pt x="7146080" y="44593"/>
                  </a:lnTo>
                  <a:lnTo>
                    <a:pt x="7077591" y="52861"/>
                  </a:lnTo>
                  <a:lnTo>
                    <a:pt x="7014561" y="62104"/>
                  </a:lnTo>
                  <a:lnTo>
                    <a:pt x="6956158" y="72463"/>
                  </a:lnTo>
                  <a:lnTo>
                    <a:pt x="6901458" y="84088"/>
                  </a:lnTo>
                  <a:lnTo>
                    <a:pt x="6849533" y="97122"/>
                  </a:lnTo>
                  <a:lnTo>
                    <a:pt x="6799525" y="111665"/>
                  </a:lnTo>
                  <a:lnTo>
                    <a:pt x="6786527" y="115767"/>
                  </a:lnTo>
                  <a:lnTo>
                    <a:pt x="6734815" y="133365"/>
                  </a:lnTo>
                  <a:lnTo>
                    <a:pt x="6683605" y="152744"/>
                  </a:lnTo>
                  <a:lnTo>
                    <a:pt x="6632377" y="173928"/>
                  </a:lnTo>
                  <a:lnTo>
                    <a:pt x="6580774" y="196886"/>
                  </a:lnTo>
                  <a:lnTo>
                    <a:pt x="6528582" y="221516"/>
                  </a:lnTo>
                  <a:lnTo>
                    <a:pt x="6475713" y="247648"/>
                  </a:lnTo>
                  <a:lnTo>
                    <a:pt x="6422190" y="275038"/>
                  </a:lnTo>
                  <a:lnTo>
                    <a:pt x="6368127" y="303382"/>
                  </a:lnTo>
                  <a:lnTo>
                    <a:pt x="6313710" y="332322"/>
                  </a:lnTo>
                  <a:lnTo>
                    <a:pt x="6259167" y="361470"/>
                  </a:lnTo>
                  <a:lnTo>
                    <a:pt x="6204743" y="390421"/>
                  </a:lnTo>
                  <a:lnTo>
                    <a:pt x="6150668" y="418787"/>
                  </a:lnTo>
                  <a:lnTo>
                    <a:pt x="6097128" y="446208"/>
                  </a:lnTo>
                  <a:lnTo>
                    <a:pt x="6044240" y="472378"/>
                  </a:lnTo>
                  <a:lnTo>
                    <a:pt x="5992030" y="497052"/>
                  </a:lnTo>
                  <a:lnTo>
                    <a:pt x="5940412" y="520058"/>
                  </a:lnTo>
                  <a:lnTo>
                    <a:pt x="5889178" y="541293"/>
                  </a:lnTo>
                  <a:lnTo>
                    <a:pt x="5837974" y="560721"/>
                  </a:lnTo>
                  <a:lnTo>
                    <a:pt x="5786284" y="578369"/>
                  </a:lnTo>
                  <a:lnTo>
                    <a:pt x="5784835" y="578835"/>
                  </a:lnTo>
                  <a:lnTo>
                    <a:pt x="5735209" y="593782"/>
                  </a:lnTo>
                  <a:lnTo>
                    <a:pt x="5683869" y="607208"/>
                  </a:lnTo>
                  <a:lnTo>
                    <a:pt x="5629992" y="619193"/>
                  </a:lnTo>
                  <a:lnTo>
                    <a:pt x="5572660" y="629872"/>
                  </a:lnTo>
                  <a:lnTo>
                    <a:pt x="5510940" y="639396"/>
                  </a:lnTo>
                  <a:lnTo>
                    <a:pt x="5443966" y="647909"/>
                  </a:lnTo>
                  <a:lnTo>
                    <a:pt x="5371046" y="655537"/>
                  </a:lnTo>
                  <a:lnTo>
                    <a:pt x="5291799" y="662381"/>
                  </a:lnTo>
                  <a:lnTo>
                    <a:pt x="5206342" y="668515"/>
                  </a:lnTo>
                  <a:lnTo>
                    <a:pt x="5115508" y="673981"/>
                  </a:lnTo>
                  <a:lnTo>
                    <a:pt x="5021051" y="678797"/>
                  </a:lnTo>
                  <a:lnTo>
                    <a:pt x="4925778" y="682957"/>
                  </a:lnTo>
                  <a:lnTo>
                    <a:pt x="4833486" y="686447"/>
                  </a:lnTo>
                  <a:lnTo>
                    <a:pt x="4748600" y="689254"/>
                  </a:lnTo>
                  <a:lnTo>
                    <a:pt x="4675497" y="691387"/>
                  </a:lnTo>
                  <a:lnTo>
                    <a:pt x="4617631" y="692888"/>
                  </a:lnTo>
                  <a:lnTo>
                    <a:pt x="4576695" y="693838"/>
                  </a:lnTo>
                  <a:lnTo>
                    <a:pt x="4552128" y="694350"/>
                  </a:lnTo>
                  <a:lnTo>
                    <a:pt x="4541054" y="694559"/>
                  </a:lnTo>
                  <a:lnTo>
                    <a:pt x="4538567" y="694601"/>
                  </a:lnTo>
                  <a:lnTo>
                    <a:pt x="4538543" y="694602"/>
                  </a:lnTo>
                  <a:lnTo>
                    <a:pt x="4016409" y="694602"/>
                  </a:lnTo>
                  <a:lnTo>
                    <a:pt x="4015144" y="694585"/>
                  </a:lnTo>
                  <a:lnTo>
                    <a:pt x="4006873" y="694469"/>
                  </a:lnTo>
                  <a:lnTo>
                    <a:pt x="3986192" y="694149"/>
                  </a:lnTo>
                  <a:lnTo>
                    <a:pt x="3949653" y="693519"/>
                  </a:lnTo>
                  <a:lnTo>
                    <a:pt x="3896071" y="692488"/>
                  </a:lnTo>
                  <a:lnTo>
                    <a:pt x="3826588" y="690986"/>
                  </a:lnTo>
                  <a:lnTo>
                    <a:pt x="3744278" y="688974"/>
                  </a:lnTo>
                  <a:lnTo>
                    <a:pt x="3653379" y="686438"/>
                  </a:lnTo>
                  <a:lnTo>
                    <a:pt x="3558392" y="683387"/>
                  </a:lnTo>
                  <a:lnTo>
                    <a:pt x="3463332" y="679831"/>
                  </a:lnTo>
                  <a:lnTo>
                    <a:pt x="3371284" y="675777"/>
                  </a:lnTo>
                  <a:lnTo>
                    <a:pt x="3284270" y="671217"/>
                  </a:lnTo>
                  <a:lnTo>
                    <a:pt x="3203343" y="666124"/>
                  </a:lnTo>
                  <a:lnTo>
                    <a:pt x="3128779" y="660447"/>
                  </a:lnTo>
                  <a:lnTo>
                    <a:pt x="3060304" y="654114"/>
                  </a:lnTo>
                  <a:lnTo>
                    <a:pt x="2997287" y="647033"/>
                  </a:lnTo>
                  <a:lnTo>
                    <a:pt x="2938893" y="639096"/>
                  </a:lnTo>
                  <a:lnTo>
                    <a:pt x="2884195" y="630188"/>
                  </a:lnTo>
                  <a:lnTo>
                    <a:pt x="2832262" y="620199"/>
                  </a:lnTo>
                  <a:lnTo>
                    <a:pt x="2782236" y="609055"/>
                  </a:lnTo>
                  <a:lnTo>
                    <a:pt x="2770117" y="606129"/>
                  </a:lnTo>
                  <a:lnTo>
                    <a:pt x="2717419" y="592408"/>
                  </a:lnTo>
                  <a:lnTo>
                    <a:pt x="2665232" y="577274"/>
                  </a:lnTo>
                  <a:lnTo>
                    <a:pt x="2613008" y="560706"/>
                  </a:lnTo>
                  <a:lnTo>
                    <a:pt x="2560379" y="542734"/>
                  </a:lnTo>
                  <a:lnTo>
                    <a:pt x="2507127" y="523443"/>
                  </a:lnTo>
                  <a:lnTo>
                    <a:pt x="2453170" y="502976"/>
                  </a:lnTo>
                  <a:lnTo>
                    <a:pt x="2398543" y="481535"/>
                  </a:lnTo>
                  <a:lnTo>
                    <a:pt x="2343378" y="459374"/>
                  </a:lnTo>
                  <a:lnTo>
                    <a:pt x="2287879" y="436785"/>
                  </a:lnTo>
                  <a:lnTo>
                    <a:pt x="2232292" y="414088"/>
                  </a:lnTo>
                  <a:lnTo>
                    <a:pt x="2176878" y="391606"/>
                  </a:lnTo>
                  <a:lnTo>
                    <a:pt x="2121871" y="369652"/>
                  </a:lnTo>
                  <a:lnTo>
                    <a:pt x="2067455" y="348508"/>
                  </a:lnTo>
                  <a:lnTo>
                    <a:pt x="2013733" y="328410"/>
                  </a:lnTo>
                  <a:lnTo>
                    <a:pt x="1960702" y="309542"/>
                  </a:lnTo>
                  <a:lnTo>
                    <a:pt x="1908238" y="292027"/>
                  </a:lnTo>
                  <a:lnTo>
                    <a:pt x="1856076" y="275933"/>
                  </a:lnTo>
                  <a:lnTo>
                    <a:pt x="1803789" y="261270"/>
                  </a:lnTo>
                  <a:lnTo>
                    <a:pt x="1768425" y="252240"/>
                  </a:lnTo>
                  <a:lnTo>
                    <a:pt x="1718754" y="240807"/>
                  </a:lnTo>
                  <a:lnTo>
                    <a:pt x="1667366" y="230539"/>
                  </a:lnTo>
                  <a:lnTo>
                    <a:pt x="1613434" y="221373"/>
                  </a:lnTo>
                  <a:lnTo>
                    <a:pt x="1556038" y="213208"/>
                  </a:lnTo>
                  <a:lnTo>
                    <a:pt x="1494244" y="205926"/>
                  </a:lnTo>
                  <a:lnTo>
                    <a:pt x="1427182" y="199418"/>
                  </a:lnTo>
                  <a:lnTo>
                    <a:pt x="1354161" y="193587"/>
                  </a:lnTo>
                  <a:lnTo>
                    <a:pt x="1274801" y="188356"/>
                  </a:lnTo>
                  <a:lnTo>
                    <a:pt x="1189223" y="183668"/>
                  </a:lnTo>
                  <a:lnTo>
                    <a:pt x="1098268" y="179491"/>
                  </a:lnTo>
                  <a:lnTo>
                    <a:pt x="1003705" y="175812"/>
                  </a:lnTo>
                  <a:lnTo>
                    <a:pt x="908358" y="172635"/>
                  </a:lnTo>
                  <a:lnTo>
                    <a:pt x="816041" y="169972"/>
                  </a:lnTo>
                  <a:lnTo>
                    <a:pt x="731196" y="167831"/>
                  </a:lnTo>
                  <a:lnTo>
                    <a:pt x="658207" y="166206"/>
                  </a:lnTo>
                  <a:lnTo>
                    <a:pt x="600516" y="165064"/>
                  </a:lnTo>
                  <a:lnTo>
                    <a:pt x="559795" y="164343"/>
                  </a:lnTo>
                  <a:lnTo>
                    <a:pt x="535444" y="163956"/>
                  </a:lnTo>
                  <a:lnTo>
                    <a:pt x="524547" y="163799"/>
                  </a:lnTo>
                  <a:lnTo>
                    <a:pt x="522153" y="163768"/>
                  </a:lnTo>
                  <a:lnTo>
                    <a:pt x="522133" y="163767"/>
                  </a:lnTo>
                  <a:lnTo>
                    <a:pt x="0" y="163767"/>
                  </a:lnTo>
                  <a:lnTo>
                    <a:pt x="0" y="163767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682" name="pg1682"/>
            <p:cNvSpPr/>
            <p:nvPr/>
          </p:nvSpPr>
          <p:spPr>
            <a:xfrm>
              <a:off x="386606" y="948364"/>
              <a:ext cx="8554953" cy="4681504"/>
            </a:xfrm>
            <a:custGeom>
              <a:avLst/>
              <a:pathLst>
                <a:path w="8554953" h="4681504">
                  <a:moveTo>
                    <a:pt x="0" y="4472559"/>
                  </a:moveTo>
                  <a:lnTo>
                    <a:pt x="522133" y="4472559"/>
                  </a:lnTo>
                  <a:lnTo>
                    <a:pt x="523402" y="4472565"/>
                  </a:lnTo>
                  <a:lnTo>
                    <a:pt x="531699" y="4472611"/>
                  </a:lnTo>
                  <a:lnTo>
                    <a:pt x="552440" y="4472738"/>
                  </a:lnTo>
                  <a:lnTo>
                    <a:pt x="589081" y="4472987"/>
                  </a:lnTo>
                  <a:lnTo>
                    <a:pt x="642800" y="4473394"/>
                  </a:lnTo>
                  <a:lnTo>
                    <a:pt x="712442" y="4473987"/>
                  </a:lnTo>
                  <a:lnTo>
                    <a:pt x="794914" y="4474781"/>
                  </a:lnTo>
                  <a:lnTo>
                    <a:pt x="885959" y="4475781"/>
                  </a:lnTo>
                  <a:lnTo>
                    <a:pt x="981065" y="4476986"/>
                  </a:lnTo>
                  <a:lnTo>
                    <a:pt x="1076209" y="4478389"/>
                  </a:lnTo>
                  <a:lnTo>
                    <a:pt x="1168307" y="4479989"/>
                  </a:lnTo>
                  <a:lnTo>
                    <a:pt x="1255343" y="4481788"/>
                  </a:lnTo>
                  <a:lnTo>
                    <a:pt x="1336272" y="4483797"/>
                  </a:lnTo>
                  <a:lnTo>
                    <a:pt x="1410825" y="4486038"/>
                  </a:lnTo>
                  <a:lnTo>
                    <a:pt x="1479283" y="4488538"/>
                  </a:lnTo>
                  <a:lnTo>
                    <a:pt x="1542283" y="4491333"/>
                  </a:lnTo>
                  <a:lnTo>
                    <a:pt x="1600666" y="4494467"/>
                  </a:lnTo>
                  <a:lnTo>
                    <a:pt x="1655363" y="4497984"/>
                  </a:lnTo>
                  <a:lnTo>
                    <a:pt x="1707306" y="4501929"/>
                  </a:lnTo>
                  <a:lnTo>
                    <a:pt x="1757353" y="4506330"/>
                  </a:lnTo>
                  <a:lnTo>
                    <a:pt x="1768425" y="4507383"/>
                  </a:lnTo>
                  <a:lnTo>
                    <a:pt x="1822427" y="4512926"/>
                  </a:lnTo>
                  <a:lnTo>
                    <a:pt x="1875909" y="4519053"/>
                  </a:lnTo>
                  <a:lnTo>
                    <a:pt x="1929451" y="4525773"/>
                  </a:lnTo>
                  <a:lnTo>
                    <a:pt x="1983441" y="4533071"/>
                  </a:lnTo>
                  <a:lnTo>
                    <a:pt x="2038100" y="4540910"/>
                  </a:lnTo>
                  <a:lnTo>
                    <a:pt x="2093500" y="4549226"/>
                  </a:lnTo>
                  <a:lnTo>
                    <a:pt x="2149589" y="4557930"/>
                  </a:lnTo>
                  <a:lnTo>
                    <a:pt x="2206210" y="4566912"/>
                  </a:lnTo>
                  <a:lnTo>
                    <a:pt x="2263133" y="4576045"/>
                  </a:lnTo>
                  <a:lnTo>
                    <a:pt x="2320086" y="4585192"/>
                  </a:lnTo>
                  <a:lnTo>
                    <a:pt x="2376793" y="4594218"/>
                  </a:lnTo>
                  <a:lnTo>
                    <a:pt x="2433013" y="4602992"/>
                  </a:lnTo>
                  <a:lnTo>
                    <a:pt x="2488570" y="4611399"/>
                  </a:lnTo>
                  <a:lnTo>
                    <a:pt x="2543387" y="4619347"/>
                  </a:lnTo>
                  <a:lnTo>
                    <a:pt x="2597508" y="4626766"/>
                  </a:lnTo>
                  <a:lnTo>
                    <a:pt x="2651120" y="4633613"/>
                  </a:lnTo>
                  <a:lnTo>
                    <a:pt x="2704573" y="4639868"/>
                  </a:lnTo>
                  <a:lnTo>
                    <a:pt x="2758403" y="4645534"/>
                  </a:lnTo>
                  <a:lnTo>
                    <a:pt x="2770117" y="4646680"/>
                  </a:lnTo>
                  <a:lnTo>
                    <a:pt x="2819841" y="4651185"/>
                  </a:lnTo>
                  <a:lnTo>
                    <a:pt x="2871288" y="4655230"/>
                  </a:lnTo>
                  <a:lnTo>
                    <a:pt x="2925285" y="4658840"/>
                  </a:lnTo>
                  <a:lnTo>
                    <a:pt x="2982756" y="4662057"/>
                  </a:lnTo>
                  <a:lnTo>
                    <a:pt x="3044640" y="4664924"/>
                  </a:lnTo>
                  <a:lnTo>
                    <a:pt x="3111806" y="4667487"/>
                  </a:lnTo>
                  <a:lnTo>
                    <a:pt x="3184948" y="4669783"/>
                  </a:lnTo>
                  <a:lnTo>
                    <a:pt x="3264443" y="4671843"/>
                  </a:lnTo>
                  <a:lnTo>
                    <a:pt x="3350165" y="4673688"/>
                  </a:lnTo>
                  <a:lnTo>
                    <a:pt x="3441263" y="4675332"/>
                  </a:lnTo>
                  <a:lnTo>
                    <a:pt x="3535953" y="4676779"/>
                  </a:lnTo>
                  <a:lnTo>
                    <a:pt x="3631389" y="4678029"/>
                  </a:lnTo>
                  <a:lnTo>
                    <a:pt x="3723734" y="4679075"/>
                  </a:lnTo>
                  <a:lnTo>
                    <a:pt x="3808528" y="4679916"/>
                  </a:lnTo>
                  <a:lnTo>
                    <a:pt x="3881381" y="4680553"/>
                  </a:lnTo>
                  <a:lnTo>
                    <a:pt x="3938861" y="4681000"/>
                  </a:lnTo>
                  <a:lnTo>
                    <a:pt x="3979326" y="4681282"/>
                  </a:lnTo>
                  <a:lnTo>
                    <a:pt x="4003419" y="4681432"/>
                  </a:lnTo>
                  <a:lnTo>
                    <a:pt x="4014107" y="4681493"/>
                  </a:lnTo>
                  <a:lnTo>
                    <a:pt x="4016409" y="4681504"/>
                  </a:lnTo>
                  <a:lnTo>
                    <a:pt x="4538543" y="4681504"/>
                  </a:lnTo>
                  <a:lnTo>
                    <a:pt x="4539416" y="4681406"/>
                  </a:lnTo>
                  <a:lnTo>
                    <a:pt x="4545176" y="4680709"/>
                  </a:lnTo>
                  <a:lnTo>
                    <a:pt x="4559745" y="4678782"/>
                  </a:lnTo>
                  <a:lnTo>
                    <a:pt x="4585917" y="4674985"/>
                  </a:lnTo>
                  <a:lnTo>
                    <a:pt x="4625171" y="4668720"/>
                  </a:lnTo>
                  <a:lnTo>
                    <a:pt x="4677555" y="4659485"/>
                  </a:lnTo>
                  <a:lnTo>
                    <a:pt x="4741768" y="4646922"/>
                  </a:lnTo>
                  <a:lnTo>
                    <a:pt x="4815445" y="4630833"/>
                  </a:lnTo>
                  <a:lnTo>
                    <a:pt x="4895612" y="4611160"/>
                  </a:lnTo>
                  <a:lnTo>
                    <a:pt x="4979168" y="4587942"/>
                  </a:lnTo>
                  <a:lnTo>
                    <a:pt x="5063289" y="4561256"/>
                  </a:lnTo>
                  <a:lnTo>
                    <a:pt x="5145685" y="4531157"/>
                  </a:lnTo>
                  <a:lnTo>
                    <a:pt x="5224710" y="4497635"/>
                  </a:lnTo>
                  <a:lnTo>
                    <a:pt x="5299343" y="4460581"/>
                  </a:lnTo>
                  <a:lnTo>
                    <a:pt x="5369101" y="4419773"/>
                  </a:lnTo>
                  <a:lnTo>
                    <a:pt x="5433919" y="4374870"/>
                  </a:lnTo>
                  <a:lnTo>
                    <a:pt x="5494040" y="4325415"/>
                  </a:lnTo>
                  <a:lnTo>
                    <a:pt x="5549909" y="4270845"/>
                  </a:lnTo>
                  <a:lnTo>
                    <a:pt x="5602094" y="4210511"/>
                  </a:lnTo>
                  <a:lnTo>
                    <a:pt x="5651224" y="4143717"/>
                  </a:lnTo>
                  <a:lnTo>
                    <a:pt x="5697945" y="4069780"/>
                  </a:lnTo>
                  <a:lnTo>
                    <a:pt x="5742875" y="3988128"/>
                  </a:lnTo>
                  <a:lnTo>
                    <a:pt x="5784835" y="3902195"/>
                  </a:lnTo>
                  <a:lnTo>
                    <a:pt x="5814954" y="3834852"/>
                  </a:lnTo>
                  <a:lnTo>
                    <a:pt x="5844815" y="3763526"/>
                  </a:lnTo>
                  <a:lnTo>
                    <a:pt x="5874543" y="3688139"/>
                  </a:lnTo>
                  <a:lnTo>
                    <a:pt x="5904241" y="3608650"/>
                  </a:lnTo>
                  <a:lnTo>
                    <a:pt x="5933992" y="3525063"/>
                  </a:lnTo>
                  <a:lnTo>
                    <a:pt x="5963862" y="3437432"/>
                  </a:lnTo>
                  <a:lnTo>
                    <a:pt x="5993902" y="3345859"/>
                  </a:lnTo>
                  <a:lnTo>
                    <a:pt x="6024146" y="3250503"/>
                  </a:lnTo>
                  <a:lnTo>
                    <a:pt x="6054614" y="3151574"/>
                  </a:lnTo>
                  <a:lnTo>
                    <a:pt x="6085314" y="3049342"/>
                  </a:lnTo>
                  <a:lnTo>
                    <a:pt x="6116240" y="2944125"/>
                  </a:lnTo>
                  <a:lnTo>
                    <a:pt x="6147376" y="2836295"/>
                  </a:lnTo>
                  <a:lnTo>
                    <a:pt x="6178698" y="2726271"/>
                  </a:lnTo>
                  <a:lnTo>
                    <a:pt x="6210170" y="2614509"/>
                  </a:lnTo>
                  <a:lnTo>
                    <a:pt x="6241754" y="2501499"/>
                  </a:lnTo>
                  <a:lnTo>
                    <a:pt x="6273404" y="2387754"/>
                  </a:lnTo>
                  <a:lnTo>
                    <a:pt x="6305073" y="2273804"/>
                  </a:lnTo>
                  <a:lnTo>
                    <a:pt x="6336712" y="2160179"/>
                  </a:lnTo>
                  <a:lnTo>
                    <a:pt x="6368274" y="2047405"/>
                  </a:lnTo>
                  <a:lnTo>
                    <a:pt x="6399716" y="1935991"/>
                  </a:lnTo>
                  <a:lnTo>
                    <a:pt x="6430999" y="1826422"/>
                  </a:lnTo>
                  <a:lnTo>
                    <a:pt x="6462090" y="1719144"/>
                  </a:lnTo>
                  <a:lnTo>
                    <a:pt x="6492966" y="1614568"/>
                  </a:lnTo>
                  <a:lnTo>
                    <a:pt x="6523613" y="1513051"/>
                  </a:lnTo>
                  <a:lnTo>
                    <a:pt x="6554030" y="1414904"/>
                  </a:lnTo>
                  <a:lnTo>
                    <a:pt x="6584226" y="1320381"/>
                  </a:lnTo>
                  <a:lnTo>
                    <a:pt x="6614224" y="1229683"/>
                  </a:lnTo>
                  <a:lnTo>
                    <a:pt x="6644063" y="1142953"/>
                  </a:lnTo>
                  <a:lnTo>
                    <a:pt x="6673796" y="1060284"/>
                  </a:lnTo>
                  <a:lnTo>
                    <a:pt x="6703492" y="981717"/>
                  </a:lnTo>
                  <a:lnTo>
                    <a:pt x="6733240" y="907248"/>
                  </a:lnTo>
                  <a:lnTo>
                    <a:pt x="6763148" y="836825"/>
                  </a:lnTo>
                  <a:lnTo>
                    <a:pt x="6786527" y="784956"/>
                  </a:lnTo>
                  <a:lnTo>
                    <a:pt x="6830252" y="695613"/>
                  </a:lnTo>
                  <a:lnTo>
                    <a:pt x="6875242" y="614277"/>
                  </a:lnTo>
                  <a:lnTo>
                    <a:pt x="6922048" y="540637"/>
                  </a:lnTo>
                  <a:lnTo>
                    <a:pt x="6971287" y="474114"/>
                  </a:lnTo>
                  <a:lnTo>
                    <a:pt x="7023607" y="414023"/>
                  </a:lnTo>
                  <a:lnTo>
                    <a:pt x="7079635" y="359669"/>
                  </a:lnTo>
                  <a:lnTo>
                    <a:pt x="7139936" y="310406"/>
                  </a:lnTo>
                  <a:lnTo>
                    <a:pt x="7204949" y="265674"/>
                  </a:lnTo>
                  <a:lnTo>
                    <a:pt x="7274904" y="225022"/>
                  </a:lnTo>
                  <a:lnTo>
                    <a:pt x="7349725" y="188113"/>
                  </a:lnTo>
                  <a:lnTo>
                    <a:pt x="7428908" y="154728"/>
                  </a:lnTo>
                  <a:lnTo>
                    <a:pt x="7511409" y="124765"/>
                  </a:lnTo>
                  <a:lnTo>
                    <a:pt x="7595555" y="98216"/>
                  </a:lnTo>
                  <a:lnTo>
                    <a:pt x="7679033" y="75138"/>
                  </a:lnTo>
                  <a:lnTo>
                    <a:pt x="7759001" y="55608"/>
                  </a:lnTo>
                  <a:lnTo>
                    <a:pt x="7832355" y="39661"/>
                  </a:lnTo>
                  <a:lnTo>
                    <a:pt x="7896135" y="27235"/>
                  </a:lnTo>
                  <a:lnTo>
                    <a:pt x="7948013" y="18127"/>
                  </a:lnTo>
                  <a:lnTo>
                    <a:pt x="7986734" y="11971"/>
                  </a:lnTo>
                  <a:lnTo>
                    <a:pt x="8012406" y="8261"/>
                  </a:lnTo>
                  <a:lnTo>
                    <a:pt x="8026562" y="6395"/>
                  </a:lnTo>
                  <a:lnTo>
                    <a:pt x="8032044" y="5733"/>
                  </a:lnTo>
                  <a:lnTo>
                    <a:pt x="8032819" y="5647"/>
                  </a:lnTo>
                  <a:lnTo>
                    <a:pt x="8554953" y="5647"/>
                  </a:lnTo>
                  <a:lnTo>
                    <a:pt x="8554953" y="0"/>
                  </a:lnTo>
                  <a:lnTo>
                    <a:pt x="8032819" y="0"/>
                  </a:lnTo>
                  <a:lnTo>
                    <a:pt x="8031946" y="97"/>
                  </a:lnTo>
                  <a:lnTo>
                    <a:pt x="8026186" y="795"/>
                  </a:lnTo>
                  <a:lnTo>
                    <a:pt x="8011617" y="2722"/>
                  </a:lnTo>
                  <a:lnTo>
                    <a:pt x="7985445" y="6519"/>
                  </a:lnTo>
                  <a:lnTo>
                    <a:pt x="7946191" y="12784"/>
                  </a:lnTo>
                  <a:lnTo>
                    <a:pt x="7893807" y="22019"/>
                  </a:lnTo>
                  <a:lnTo>
                    <a:pt x="7829594" y="34581"/>
                  </a:lnTo>
                  <a:lnTo>
                    <a:pt x="7755917" y="50671"/>
                  </a:lnTo>
                  <a:lnTo>
                    <a:pt x="7675750" y="70344"/>
                  </a:lnTo>
                  <a:lnTo>
                    <a:pt x="7592194" y="93562"/>
                  </a:lnTo>
                  <a:lnTo>
                    <a:pt x="7508073" y="120248"/>
                  </a:lnTo>
                  <a:lnTo>
                    <a:pt x="7425677" y="150347"/>
                  </a:lnTo>
                  <a:lnTo>
                    <a:pt x="7346652" y="183869"/>
                  </a:lnTo>
                  <a:lnTo>
                    <a:pt x="7272019" y="220923"/>
                  </a:lnTo>
                  <a:lnTo>
                    <a:pt x="7202261" y="261731"/>
                  </a:lnTo>
                  <a:lnTo>
                    <a:pt x="7137443" y="306634"/>
                  </a:lnTo>
                  <a:lnTo>
                    <a:pt x="7077321" y="356089"/>
                  </a:lnTo>
                  <a:lnTo>
                    <a:pt x="7021453" y="410659"/>
                  </a:lnTo>
                  <a:lnTo>
                    <a:pt x="6969268" y="470993"/>
                  </a:lnTo>
                  <a:lnTo>
                    <a:pt x="6920138" y="537787"/>
                  </a:lnTo>
                  <a:lnTo>
                    <a:pt x="6873417" y="611724"/>
                  </a:lnTo>
                  <a:lnTo>
                    <a:pt x="6828487" y="693376"/>
                  </a:lnTo>
                  <a:lnTo>
                    <a:pt x="6786527" y="779309"/>
                  </a:lnTo>
                  <a:lnTo>
                    <a:pt x="6756408" y="846652"/>
                  </a:lnTo>
                  <a:lnTo>
                    <a:pt x="6726547" y="917977"/>
                  </a:lnTo>
                  <a:lnTo>
                    <a:pt x="6696819" y="993365"/>
                  </a:lnTo>
                  <a:lnTo>
                    <a:pt x="6667121" y="1072854"/>
                  </a:lnTo>
                  <a:lnTo>
                    <a:pt x="6637370" y="1156441"/>
                  </a:lnTo>
                  <a:lnTo>
                    <a:pt x="6607500" y="1244072"/>
                  </a:lnTo>
                  <a:lnTo>
                    <a:pt x="6577460" y="1335645"/>
                  </a:lnTo>
                  <a:lnTo>
                    <a:pt x="6547216" y="1431001"/>
                  </a:lnTo>
                  <a:lnTo>
                    <a:pt x="6516748" y="1529930"/>
                  </a:lnTo>
                  <a:lnTo>
                    <a:pt x="6486048" y="1632162"/>
                  </a:lnTo>
                  <a:lnTo>
                    <a:pt x="6455122" y="1737379"/>
                  </a:lnTo>
                  <a:lnTo>
                    <a:pt x="6423986" y="1845208"/>
                  </a:lnTo>
                  <a:lnTo>
                    <a:pt x="6392664" y="1955233"/>
                  </a:lnTo>
                  <a:lnTo>
                    <a:pt x="6361192" y="2066995"/>
                  </a:lnTo>
                  <a:lnTo>
                    <a:pt x="6329608" y="2180005"/>
                  </a:lnTo>
                  <a:lnTo>
                    <a:pt x="6297958" y="2293750"/>
                  </a:lnTo>
                  <a:lnTo>
                    <a:pt x="6266289" y="2407700"/>
                  </a:lnTo>
                  <a:lnTo>
                    <a:pt x="6234650" y="2521325"/>
                  </a:lnTo>
                  <a:lnTo>
                    <a:pt x="6203088" y="2634099"/>
                  </a:lnTo>
                  <a:lnTo>
                    <a:pt x="6171646" y="2745512"/>
                  </a:lnTo>
                  <a:lnTo>
                    <a:pt x="6140363" y="2855082"/>
                  </a:lnTo>
                  <a:lnTo>
                    <a:pt x="6109272" y="2962359"/>
                  </a:lnTo>
                  <a:lnTo>
                    <a:pt x="6078396" y="3066936"/>
                  </a:lnTo>
                  <a:lnTo>
                    <a:pt x="6047749" y="3168453"/>
                  </a:lnTo>
                  <a:lnTo>
                    <a:pt x="6017332" y="3266600"/>
                  </a:lnTo>
                  <a:lnTo>
                    <a:pt x="5987136" y="3361122"/>
                  </a:lnTo>
                  <a:lnTo>
                    <a:pt x="5957138" y="3451821"/>
                  </a:lnTo>
                  <a:lnTo>
                    <a:pt x="5927299" y="3538551"/>
                  </a:lnTo>
                  <a:lnTo>
                    <a:pt x="5897566" y="3621220"/>
                  </a:lnTo>
                  <a:lnTo>
                    <a:pt x="5867870" y="3699786"/>
                  </a:lnTo>
                  <a:lnTo>
                    <a:pt x="5838122" y="3774256"/>
                  </a:lnTo>
                  <a:lnTo>
                    <a:pt x="5808214" y="3844679"/>
                  </a:lnTo>
                  <a:lnTo>
                    <a:pt x="5784835" y="3896548"/>
                  </a:lnTo>
                  <a:lnTo>
                    <a:pt x="5741110" y="3985891"/>
                  </a:lnTo>
                  <a:lnTo>
                    <a:pt x="5696120" y="4067227"/>
                  </a:lnTo>
                  <a:lnTo>
                    <a:pt x="5649314" y="4140867"/>
                  </a:lnTo>
                  <a:lnTo>
                    <a:pt x="5600075" y="4207390"/>
                  </a:lnTo>
                  <a:lnTo>
                    <a:pt x="5547755" y="4267480"/>
                  </a:lnTo>
                  <a:lnTo>
                    <a:pt x="5491727" y="4321835"/>
                  </a:lnTo>
                  <a:lnTo>
                    <a:pt x="5431426" y="4371098"/>
                  </a:lnTo>
                  <a:lnTo>
                    <a:pt x="5366413" y="4415829"/>
                  </a:lnTo>
                  <a:lnTo>
                    <a:pt x="5296458" y="4456482"/>
                  </a:lnTo>
                  <a:lnTo>
                    <a:pt x="5221637" y="4493391"/>
                  </a:lnTo>
                  <a:lnTo>
                    <a:pt x="5142454" y="4526776"/>
                  </a:lnTo>
                  <a:lnTo>
                    <a:pt x="5059953" y="4556739"/>
                  </a:lnTo>
                  <a:lnTo>
                    <a:pt x="4975807" y="4583288"/>
                  </a:lnTo>
                  <a:lnTo>
                    <a:pt x="4892329" y="4606366"/>
                  </a:lnTo>
                  <a:lnTo>
                    <a:pt x="4812361" y="4625896"/>
                  </a:lnTo>
                  <a:lnTo>
                    <a:pt x="4739007" y="4641843"/>
                  </a:lnTo>
                  <a:lnTo>
                    <a:pt x="4675227" y="4654268"/>
                  </a:lnTo>
                  <a:lnTo>
                    <a:pt x="4623349" y="4663377"/>
                  </a:lnTo>
                  <a:lnTo>
                    <a:pt x="4584628" y="4669533"/>
                  </a:lnTo>
                  <a:lnTo>
                    <a:pt x="4558956" y="4673243"/>
                  </a:lnTo>
                  <a:lnTo>
                    <a:pt x="4544800" y="4675109"/>
                  </a:lnTo>
                  <a:lnTo>
                    <a:pt x="4539318" y="4675771"/>
                  </a:lnTo>
                  <a:lnTo>
                    <a:pt x="4538543" y="4675857"/>
                  </a:lnTo>
                  <a:lnTo>
                    <a:pt x="4016409" y="4675857"/>
                  </a:lnTo>
                  <a:lnTo>
                    <a:pt x="4015140" y="4675851"/>
                  </a:lnTo>
                  <a:lnTo>
                    <a:pt x="4006844" y="4675805"/>
                  </a:lnTo>
                  <a:lnTo>
                    <a:pt x="3986102" y="4675678"/>
                  </a:lnTo>
                  <a:lnTo>
                    <a:pt x="3949461" y="4675430"/>
                  </a:lnTo>
                  <a:lnTo>
                    <a:pt x="3895742" y="4675023"/>
                  </a:lnTo>
                  <a:lnTo>
                    <a:pt x="3826100" y="4674430"/>
                  </a:lnTo>
                  <a:lnTo>
                    <a:pt x="3743628" y="4673635"/>
                  </a:lnTo>
                  <a:lnTo>
                    <a:pt x="3652583" y="4672635"/>
                  </a:lnTo>
                  <a:lnTo>
                    <a:pt x="3557478" y="4671430"/>
                  </a:lnTo>
                  <a:lnTo>
                    <a:pt x="3462334" y="4670027"/>
                  </a:lnTo>
                  <a:lnTo>
                    <a:pt x="3370235" y="4668428"/>
                  </a:lnTo>
                  <a:lnTo>
                    <a:pt x="3283199" y="4666629"/>
                  </a:lnTo>
                  <a:lnTo>
                    <a:pt x="3202270" y="4664619"/>
                  </a:lnTo>
                  <a:lnTo>
                    <a:pt x="3127717" y="4662378"/>
                  </a:lnTo>
                  <a:lnTo>
                    <a:pt x="3059259" y="4659879"/>
                  </a:lnTo>
                  <a:lnTo>
                    <a:pt x="2996259" y="4657083"/>
                  </a:lnTo>
                  <a:lnTo>
                    <a:pt x="2937876" y="4653949"/>
                  </a:lnTo>
                  <a:lnTo>
                    <a:pt x="2883180" y="4650432"/>
                  </a:lnTo>
                  <a:lnTo>
                    <a:pt x="2831236" y="4646487"/>
                  </a:lnTo>
                  <a:lnTo>
                    <a:pt x="2781189" y="4642086"/>
                  </a:lnTo>
                  <a:lnTo>
                    <a:pt x="2770117" y="4641033"/>
                  </a:lnTo>
                  <a:lnTo>
                    <a:pt x="2716115" y="4635491"/>
                  </a:lnTo>
                  <a:lnTo>
                    <a:pt x="2662633" y="4629363"/>
                  </a:lnTo>
                  <a:lnTo>
                    <a:pt x="2609091" y="4622644"/>
                  </a:lnTo>
                  <a:lnTo>
                    <a:pt x="2555101" y="4615345"/>
                  </a:lnTo>
                  <a:lnTo>
                    <a:pt x="2500442" y="4607506"/>
                  </a:lnTo>
                  <a:lnTo>
                    <a:pt x="2445042" y="4599190"/>
                  </a:lnTo>
                  <a:lnTo>
                    <a:pt x="2388953" y="4590486"/>
                  </a:lnTo>
                  <a:lnTo>
                    <a:pt x="2332332" y="4581504"/>
                  </a:lnTo>
                  <a:lnTo>
                    <a:pt x="2275409" y="4572372"/>
                  </a:lnTo>
                  <a:lnTo>
                    <a:pt x="2218456" y="4563224"/>
                  </a:lnTo>
                  <a:lnTo>
                    <a:pt x="2161749" y="4554198"/>
                  </a:lnTo>
                  <a:lnTo>
                    <a:pt x="2105529" y="4545424"/>
                  </a:lnTo>
                  <a:lnTo>
                    <a:pt x="2049972" y="4537017"/>
                  </a:lnTo>
                  <a:lnTo>
                    <a:pt x="1995155" y="4529069"/>
                  </a:lnTo>
                  <a:lnTo>
                    <a:pt x="1941034" y="4521650"/>
                  </a:lnTo>
                  <a:lnTo>
                    <a:pt x="1887422" y="4514803"/>
                  </a:lnTo>
                  <a:lnTo>
                    <a:pt x="1833969" y="4508548"/>
                  </a:lnTo>
                  <a:lnTo>
                    <a:pt x="1780139" y="4502882"/>
                  </a:lnTo>
                  <a:lnTo>
                    <a:pt x="1768425" y="4501736"/>
                  </a:lnTo>
                  <a:lnTo>
                    <a:pt x="1718701" y="4497231"/>
                  </a:lnTo>
                  <a:lnTo>
                    <a:pt x="1667254" y="4493186"/>
                  </a:lnTo>
                  <a:lnTo>
                    <a:pt x="1613257" y="4489576"/>
                  </a:lnTo>
                  <a:lnTo>
                    <a:pt x="1555786" y="4486360"/>
                  </a:lnTo>
                  <a:lnTo>
                    <a:pt x="1493902" y="4483492"/>
                  </a:lnTo>
                  <a:lnTo>
                    <a:pt x="1426737" y="4480929"/>
                  </a:lnTo>
                  <a:lnTo>
                    <a:pt x="1353595" y="4478633"/>
                  </a:lnTo>
                  <a:lnTo>
                    <a:pt x="1274099" y="4476574"/>
                  </a:lnTo>
                  <a:lnTo>
                    <a:pt x="1188377" y="4474728"/>
                  </a:lnTo>
                  <a:lnTo>
                    <a:pt x="1097279" y="4473085"/>
                  </a:lnTo>
                  <a:lnTo>
                    <a:pt x="1002589" y="4471637"/>
                  </a:lnTo>
                  <a:lnTo>
                    <a:pt x="907153" y="4470388"/>
                  </a:lnTo>
                  <a:lnTo>
                    <a:pt x="814808" y="4469341"/>
                  </a:lnTo>
                  <a:lnTo>
                    <a:pt x="730014" y="4468500"/>
                  </a:lnTo>
                  <a:lnTo>
                    <a:pt x="657161" y="4467863"/>
                  </a:lnTo>
                  <a:lnTo>
                    <a:pt x="599681" y="4467416"/>
                  </a:lnTo>
                  <a:lnTo>
                    <a:pt x="559216" y="4467135"/>
                  </a:lnTo>
                  <a:lnTo>
                    <a:pt x="535123" y="4466984"/>
                  </a:lnTo>
                  <a:lnTo>
                    <a:pt x="524435" y="4466924"/>
                  </a:lnTo>
                  <a:lnTo>
                    <a:pt x="522133" y="4466912"/>
                  </a:lnTo>
                  <a:lnTo>
                    <a:pt x="0" y="4466912"/>
                  </a:lnTo>
                  <a:close/>
                </a:path>
              </a:pathLst>
            </a:custGeom>
            <a:solidFill>
              <a:srgbClr val="9E9E9E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1683" name="pl1683"/>
            <p:cNvSpPr/>
            <p:nvPr/>
          </p:nvSpPr>
          <p:spPr>
            <a:xfrm>
              <a:off x="386606" y="954011"/>
              <a:ext cx="8554953" cy="4675857"/>
            </a:xfrm>
            <a:custGeom>
              <a:avLst/>
              <a:pathLst>
                <a:path w="8554953" h="4675857">
                  <a:moveTo>
                    <a:pt x="0" y="4466912"/>
                  </a:moveTo>
                  <a:lnTo>
                    <a:pt x="522133" y="4466912"/>
                  </a:lnTo>
                  <a:lnTo>
                    <a:pt x="523402" y="4466918"/>
                  </a:lnTo>
                  <a:lnTo>
                    <a:pt x="531699" y="4466964"/>
                  </a:lnTo>
                  <a:lnTo>
                    <a:pt x="552440" y="4467091"/>
                  </a:lnTo>
                  <a:lnTo>
                    <a:pt x="589081" y="4467339"/>
                  </a:lnTo>
                  <a:lnTo>
                    <a:pt x="642800" y="4467747"/>
                  </a:lnTo>
                  <a:lnTo>
                    <a:pt x="712442" y="4468339"/>
                  </a:lnTo>
                  <a:lnTo>
                    <a:pt x="794914" y="4469134"/>
                  </a:lnTo>
                  <a:lnTo>
                    <a:pt x="885959" y="4470134"/>
                  </a:lnTo>
                  <a:lnTo>
                    <a:pt x="981065" y="4471339"/>
                  </a:lnTo>
                  <a:lnTo>
                    <a:pt x="1076209" y="4472742"/>
                  </a:lnTo>
                  <a:lnTo>
                    <a:pt x="1168307" y="4474341"/>
                  </a:lnTo>
                  <a:lnTo>
                    <a:pt x="1255343" y="4476141"/>
                  </a:lnTo>
                  <a:lnTo>
                    <a:pt x="1336272" y="4478150"/>
                  </a:lnTo>
                  <a:lnTo>
                    <a:pt x="1410825" y="4480391"/>
                  </a:lnTo>
                  <a:lnTo>
                    <a:pt x="1479283" y="4482890"/>
                  </a:lnTo>
                  <a:lnTo>
                    <a:pt x="1542283" y="4485686"/>
                  </a:lnTo>
                  <a:lnTo>
                    <a:pt x="1600666" y="4488820"/>
                  </a:lnTo>
                  <a:lnTo>
                    <a:pt x="1655363" y="4492337"/>
                  </a:lnTo>
                  <a:lnTo>
                    <a:pt x="1707306" y="4496282"/>
                  </a:lnTo>
                  <a:lnTo>
                    <a:pt x="1757353" y="4500683"/>
                  </a:lnTo>
                  <a:lnTo>
                    <a:pt x="1768425" y="4501736"/>
                  </a:lnTo>
                  <a:lnTo>
                    <a:pt x="1822427" y="4507278"/>
                  </a:lnTo>
                  <a:lnTo>
                    <a:pt x="1875909" y="4513406"/>
                  </a:lnTo>
                  <a:lnTo>
                    <a:pt x="1929451" y="4520125"/>
                  </a:lnTo>
                  <a:lnTo>
                    <a:pt x="1983441" y="4527424"/>
                  </a:lnTo>
                  <a:lnTo>
                    <a:pt x="2038100" y="4535263"/>
                  </a:lnTo>
                  <a:lnTo>
                    <a:pt x="2093500" y="4543579"/>
                  </a:lnTo>
                  <a:lnTo>
                    <a:pt x="2149589" y="4552283"/>
                  </a:lnTo>
                  <a:lnTo>
                    <a:pt x="2206210" y="4561265"/>
                  </a:lnTo>
                  <a:lnTo>
                    <a:pt x="2263133" y="4570397"/>
                  </a:lnTo>
                  <a:lnTo>
                    <a:pt x="2320086" y="4579545"/>
                  </a:lnTo>
                  <a:lnTo>
                    <a:pt x="2376793" y="4588571"/>
                  </a:lnTo>
                  <a:lnTo>
                    <a:pt x="2433013" y="4597345"/>
                  </a:lnTo>
                  <a:lnTo>
                    <a:pt x="2488570" y="4605752"/>
                  </a:lnTo>
                  <a:lnTo>
                    <a:pt x="2543387" y="4613700"/>
                  </a:lnTo>
                  <a:lnTo>
                    <a:pt x="2597508" y="4621119"/>
                  </a:lnTo>
                  <a:lnTo>
                    <a:pt x="2651120" y="4627966"/>
                  </a:lnTo>
                  <a:lnTo>
                    <a:pt x="2704573" y="4634221"/>
                  </a:lnTo>
                  <a:lnTo>
                    <a:pt x="2758403" y="4639887"/>
                  </a:lnTo>
                  <a:lnTo>
                    <a:pt x="2770117" y="4641033"/>
                  </a:lnTo>
                  <a:lnTo>
                    <a:pt x="2819841" y="4645538"/>
                  </a:lnTo>
                  <a:lnTo>
                    <a:pt x="2871288" y="4649583"/>
                  </a:lnTo>
                  <a:lnTo>
                    <a:pt x="2925285" y="4653193"/>
                  </a:lnTo>
                  <a:lnTo>
                    <a:pt x="2982756" y="4656409"/>
                  </a:lnTo>
                  <a:lnTo>
                    <a:pt x="3044640" y="4659277"/>
                  </a:lnTo>
                  <a:lnTo>
                    <a:pt x="3111806" y="4661840"/>
                  </a:lnTo>
                  <a:lnTo>
                    <a:pt x="3184948" y="4664136"/>
                  </a:lnTo>
                  <a:lnTo>
                    <a:pt x="3264443" y="4666195"/>
                  </a:lnTo>
                  <a:lnTo>
                    <a:pt x="3350165" y="4668041"/>
                  </a:lnTo>
                  <a:lnTo>
                    <a:pt x="3441263" y="4669684"/>
                  </a:lnTo>
                  <a:lnTo>
                    <a:pt x="3535953" y="4671132"/>
                  </a:lnTo>
                  <a:lnTo>
                    <a:pt x="3631389" y="4672381"/>
                  </a:lnTo>
                  <a:lnTo>
                    <a:pt x="3723734" y="4673428"/>
                  </a:lnTo>
                  <a:lnTo>
                    <a:pt x="3808528" y="4674269"/>
                  </a:lnTo>
                  <a:lnTo>
                    <a:pt x="3881381" y="4674906"/>
                  </a:lnTo>
                  <a:lnTo>
                    <a:pt x="3938861" y="4675353"/>
                  </a:lnTo>
                  <a:lnTo>
                    <a:pt x="3979326" y="4675634"/>
                  </a:lnTo>
                  <a:lnTo>
                    <a:pt x="4003419" y="4675785"/>
                  </a:lnTo>
                  <a:lnTo>
                    <a:pt x="4014107" y="4675845"/>
                  </a:lnTo>
                  <a:lnTo>
                    <a:pt x="4016394" y="4675857"/>
                  </a:lnTo>
                  <a:lnTo>
                    <a:pt x="4016409" y="4675857"/>
                  </a:lnTo>
                  <a:lnTo>
                    <a:pt x="4538543" y="4675857"/>
                  </a:lnTo>
                  <a:lnTo>
                    <a:pt x="4539416" y="4675759"/>
                  </a:lnTo>
                  <a:lnTo>
                    <a:pt x="4545176" y="4675062"/>
                  </a:lnTo>
                  <a:lnTo>
                    <a:pt x="4559745" y="4673135"/>
                  </a:lnTo>
                  <a:lnTo>
                    <a:pt x="4585917" y="4669338"/>
                  </a:lnTo>
                  <a:lnTo>
                    <a:pt x="4625171" y="4663073"/>
                  </a:lnTo>
                  <a:lnTo>
                    <a:pt x="4677555" y="4653838"/>
                  </a:lnTo>
                  <a:lnTo>
                    <a:pt x="4741768" y="4641275"/>
                  </a:lnTo>
                  <a:lnTo>
                    <a:pt x="4815445" y="4625186"/>
                  </a:lnTo>
                  <a:lnTo>
                    <a:pt x="4895612" y="4605513"/>
                  </a:lnTo>
                  <a:lnTo>
                    <a:pt x="4979168" y="4582295"/>
                  </a:lnTo>
                  <a:lnTo>
                    <a:pt x="5063289" y="4555609"/>
                  </a:lnTo>
                  <a:lnTo>
                    <a:pt x="5145685" y="4525510"/>
                  </a:lnTo>
                  <a:lnTo>
                    <a:pt x="5224710" y="4491987"/>
                  </a:lnTo>
                  <a:lnTo>
                    <a:pt x="5299343" y="4454933"/>
                  </a:lnTo>
                  <a:lnTo>
                    <a:pt x="5369101" y="4414126"/>
                  </a:lnTo>
                  <a:lnTo>
                    <a:pt x="5433919" y="4369223"/>
                  </a:lnTo>
                  <a:lnTo>
                    <a:pt x="5494040" y="4319768"/>
                  </a:lnTo>
                  <a:lnTo>
                    <a:pt x="5549909" y="4265198"/>
                  </a:lnTo>
                  <a:lnTo>
                    <a:pt x="5602094" y="4204864"/>
                  </a:lnTo>
                  <a:lnTo>
                    <a:pt x="5651224" y="4138070"/>
                  </a:lnTo>
                  <a:lnTo>
                    <a:pt x="5697945" y="4064133"/>
                  </a:lnTo>
                  <a:lnTo>
                    <a:pt x="5742875" y="3982481"/>
                  </a:lnTo>
                  <a:lnTo>
                    <a:pt x="5784835" y="3896548"/>
                  </a:lnTo>
                  <a:lnTo>
                    <a:pt x="5814954" y="3829205"/>
                  </a:lnTo>
                  <a:lnTo>
                    <a:pt x="5844815" y="3757879"/>
                  </a:lnTo>
                  <a:lnTo>
                    <a:pt x="5874543" y="3682492"/>
                  </a:lnTo>
                  <a:lnTo>
                    <a:pt x="5904241" y="3603002"/>
                  </a:lnTo>
                  <a:lnTo>
                    <a:pt x="5933992" y="3519416"/>
                  </a:lnTo>
                  <a:lnTo>
                    <a:pt x="5963862" y="3431784"/>
                  </a:lnTo>
                  <a:lnTo>
                    <a:pt x="5993902" y="3340212"/>
                  </a:lnTo>
                  <a:lnTo>
                    <a:pt x="6024146" y="3244855"/>
                  </a:lnTo>
                  <a:lnTo>
                    <a:pt x="6054614" y="3145927"/>
                  </a:lnTo>
                  <a:lnTo>
                    <a:pt x="6085314" y="3043694"/>
                  </a:lnTo>
                  <a:lnTo>
                    <a:pt x="6116240" y="2938478"/>
                  </a:lnTo>
                  <a:lnTo>
                    <a:pt x="6147376" y="2830648"/>
                  </a:lnTo>
                  <a:lnTo>
                    <a:pt x="6178698" y="2720624"/>
                  </a:lnTo>
                  <a:lnTo>
                    <a:pt x="6210170" y="2608861"/>
                  </a:lnTo>
                  <a:lnTo>
                    <a:pt x="6241754" y="2495851"/>
                  </a:lnTo>
                  <a:lnTo>
                    <a:pt x="6273404" y="2382107"/>
                  </a:lnTo>
                  <a:lnTo>
                    <a:pt x="6305073" y="2268157"/>
                  </a:lnTo>
                  <a:lnTo>
                    <a:pt x="6336712" y="2154532"/>
                  </a:lnTo>
                  <a:lnTo>
                    <a:pt x="6368274" y="2041758"/>
                  </a:lnTo>
                  <a:lnTo>
                    <a:pt x="6399716" y="1930344"/>
                  </a:lnTo>
                  <a:lnTo>
                    <a:pt x="6430999" y="1820774"/>
                  </a:lnTo>
                  <a:lnTo>
                    <a:pt x="6462090" y="1713497"/>
                  </a:lnTo>
                  <a:lnTo>
                    <a:pt x="6492966" y="1608920"/>
                  </a:lnTo>
                  <a:lnTo>
                    <a:pt x="6523613" y="1507404"/>
                  </a:lnTo>
                  <a:lnTo>
                    <a:pt x="6554030" y="1409257"/>
                  </a:lnTo>
                  <a:lnTo>
                    <a:pt x="6584226" y="1314734"/>
                  </a:lnTo>
                  <a:lnTo>
                    <a:pt x="6614224" y="1224035"/>
                  </a:lnTo>
                  <a:lnTo>
                    <a:pt x="6644063" y="1137306"/>
                  </a:lnTo>
                  <a:lnTo>
                    <a:pt x="6673796" y="1054637"/>
                  </a:lnTo>
                  <a:lnTo>
                    <a:pt x="6703492" y="976070"/>
                  </a:lnTo>
                  <a:lnTo>
                    <a:pt x="6733240" y="901600"/>
                  </a:lnTo>
                  <a:lnTo>
                    <a:pt x="6763148" y="831178"/>
                  </a:lnTo>
                  <a:lnTo>
                    <a:pt x="6786527" y="779309"/>
                  </a:lnTo>
                  <a:lnTo>
                    <a:pt x="6830252" y="689966"/>
                  </a:lnTo>
                  <a:lnTo>
                    <a:pt x="6875242" y="608630"/>
                  </a:lnTo>
                  <a:lnTo>
                    <a:pt x="6922048" y="534989"/>
                  </a:lnTo>
                  <a:lnTo>
                    <a:pt x="6971287" y="468467"/>
                  </a:lnTo>
                  <a:lnTo>
                    <a:pt x="7023607" y="408376"/>
                  </a:lnTo>
                  <a:lnTo>
                    <a:pt x="7079635" y="354022"/>
                  </a:lnTo>
                  <a:lnTo>
                    <a:pt x="7139936" y="304758"/>
                  </a:lnTo>
                  <a:lnTo>
                    <a:pt x="7204949" y="260027"/>
                  </a:lnTo>
                  <a:lnTo>
                    <a:pt x="7274904" y="219375"/>
                  </a:lnTo>
                  <a:lnTo>
                    <a:pt x="7349725" y="182465"/>
                  </a:lnTo>
                  <a:lnTo>
                    <a:pt x="7428908" y="149081"/>
                  </a:lnTo>
                  <a:lnTo>
                    <a:pt x="7511409" y="119118"/>
                  </a:lnTo>
                  <a:lnTo>
                    <a:pt x="7595555" y="92569"/>
                  </a:lnTo>
                  <a:lnTo>
                    <a:pt x="7679033" y="69491"/>
                  </a:lnTo>
                  <a:lnTo>
                    <a:pt x="7759001" y="49960"/>
                  </a:lnTo>
                  <a:lnTo>
                    <a:pt x="7832355" y="34013"/>
                  </a:lnTo>
                  <a:lnTo>
                    <a:pt x="7896135" y="21588"/>
                  </a:lnTo>
                  <a:lnTo>
                    <a:pt x="7948013" y="12480"/>
                  </a:lnTo>
                  <a:lnTo>
                    <a:pt x="7986734" y="6324"/>
                  </a:lnTo>
                  <a:lnTo>
                    <a:pt x="8012406" y="2614"/>
                  </a:lnTo>
                  <a:lnTo>
                    <a:pt x="8026562" y="748"/>
                  </a:lnTo>
                  <a:lnTo>
                    <a:pt x="8032044" y="86"/>
                  </a:lnTo>
                  <a:lnTo>
                    <a:pt x="8032819" y="0"/>
                  </a:lnTo>
                  <a:lnTo>
                    <a:pt x="8554953" y="0"/>
                  </a:lnTo>
                  <a:lnTo>
                    <a:pt x="8554953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684" name="pl1684"/>
            <p:cNvSpPr/>
            <p:nvPr/>
          </p:nvSpPr>
          <p:spPr>
            <a:xfrm>
              <a:off x="386606" y="948364"/>
              <a:ext cx="8554953" cy="4675857"/>
            </a:xfrm>
            <a:custGeom>
              <a:avLst/>
              <a:pathLst>
                <a:path w="8554953" h="4675857">
                  <a:moveTo>
                    <a:pt x="8554953" y="0"/>
                  </a:moveTo>
                  <a:lnTo>
                    <a:pt x="8032819" y="0"/>
                  </a:lnTo>
                  <a:lnTo>
                    <a:pt x="8031946" y="97"/>
                  </a:lnTo>
                  <a:lnTo>
                    <a:pt x="8026186" y="795"/>
                  </a:lnTo>
                  <a:lnTo>
                    <a:pt x="8011617" y="2722"/>
                  </a:lnTo>
                  <a:lnTo>
                    <a:pt x="7985445" y="6519"/>
                  </a:lnTo>
                  <a:lnTo>
                    <a:pt x="7946191" y="12784"/>
                  </a:lnTo>
                  <a:lnTo>
                    <a:pt x="7893807" y="22019"/>
                  </a:lnTo>
                  <a:lnTo>
                    <a:pt x="7829594" y="34581"/>
                  </a:lnTo>
                  <a:lnTo>
                    <a:pt x="7755917" y="50671"/>
                  </a:lnTo>
                  <a:lnTo>
                    <a:pt x="7675750" y="70344"/>
                  </a:lnTo>
                  <a:lnTo>
                    <a:pt x="7592194" y="93562"/>
                  </a:lnTo>
                  <a:lnTo>
                    <a:pt x="7508073" y="120248"/>
                  </a:lnTo>
                  <a:lnTo>
                    <a:pt x="7425677" y="150347"/>
                  </a:lnTo>
                  <a:lnTo>
                    <a:pt x="7346652" y="183869"/>
                  </a:lnTo>
                  <a:lnTo>
                    <a:pt x="7272019" y="220923"/>
                  </a:lnTo>
                  <a:lnTo>
                    <a:pt x="7202261" y="261731"/>
                  </a:lnTo>
                  <a:lnTo>
                    <a:pt x="7137443" y="306634"/>
                  </a:lnTo>
                  <a:lnTo>
                    <a:pt x="7077321" y="356089"/>
                  </a:lnTo>
                  <a:lnTo>
                    <a:pt x="7021453" y="410659"/>
                  </a:lnTo>
                  <a:lnTo>
                    <a:pt x="6969268" y="470993"/>
                  </a:lnTo>
                  <a:lnTo>
                    <a:pt x="6920138" y="537787"/>
                  </a:lnTo>
                  <a:lnTo>
                    <a:pt x="6873417" y="611724"/>
                  </a:lnTo>
                  <a:lnTo>
                    <a:pt x="6828487" y="693376"/>
                  </a:lnTo>
                  <a:lnTo>
                    <a:pt x="6786527" y="779309"/>
                  </a:lnTo>
                  <a:lnTo>
                    <a:pt x="6756408" y="846652"/>
                  </a:lnTo>
                  <a:lnTo>
                    <a:pt x="6726547" y="917977"/>
                  </a:lnTo>
                  <a:lnTo>
                    <a:pt x="6696819" y="993365"/>
                  </a:lnTo>
                  <a:lnTo>
                    <a:pt x="6667121" y="1072854"/>
                  </a:lnTo>
                  <a:lnTo>
                    <a:pt x="6637370" y="1156441"/>
                  </a:lnTo>
                  <a:lnTo>
                    <a:pt x="6607500" y="1244072"/>
                  </a:lnTo>
                  <a:lnTo>
                    <a:pt x="6577460" y="1335645"/>
                  </a:lnTo>
                  <a:lnTo>
                    <a:pt x="6547216" y="1431001"/>
                  </a:lnTo>
                  <a:lnTo>
                    <a:pt x="6516748" y="1529930"/>
                  </a:lnTo>
                  <a:lnTo>
                    <a:pt x="6486048" y="1632162"/>
                  </a:lnTo>
                  <a:lnTo>
                    <a:pt x="6455122" y="1737379"/>
                  </a:lnTo>
                  <a:lnTo>
                    <a:pt x="6423986" y="1845208"/>
                  </a:lnTo>
                  <a:lnTo>
                    <a:pt x="6392664" y="1955233"/>
                  </a:lnTo>
                  <a:lnTo>
                    <a:pt x="6361192" y="2066995"/>
                  </a:lnTo>
                  <a:lnTo>
                    <a:pt x="6329608" y="2180005"/>
                  </a:lnTo>
                  <a:lnTo>
                    <a:pt x="6297958" y="2293750"/>
                  </a:lnTo>
                  <a:lnTo>
                    <a:pt x="6266289" y="2407700"/>
                  </a:lnTo>
                  <a:lnTo>
                    <a:pt x="6234650" y="2521325"/>
                  </a:lnTo>
                  <a:lnTo>
                    <a:pt x="6203088" y="2634099"/>
                  </a:lnTo>
                  <a:lnTo>
                    <a:pt x="6171646" y="2745512"/>
                  </a:lnTo>
                  <a:lnTo>
                    <a:pt x="6140363" y="2855082"/>
                  </a:lnTo>
                  <a:lnTo>
                    <a:pt x="6109272" y="2962359"/>
                  </a:lnTo>
                  <a:lnTo>
                    <a:pt x="6078396" y="3066936"/>
                  </a:lnTo>
                  <a:lnTo>
                    <a:pt x="6047749" y="3168453"/>
                  </a:lnTo>
                  <a:lnTo>
                    <a:pt x="6017332" y="3266600"/>
                  </a:lnTo>
                  <a:lnTo>
                    <a:pt x="5987136" y="3361122"/>
                  </a:lnTo>
                  <a:lnTo>
                    <a:pt x="5957138" y="3451821"/>
                  </a:lnTo>
                  <a:lnTo>
                    <a:pt x="5927299" y="3538551"/>
                  </a:lnTo>
                  <a:lnTo>
                    <a:pt x="5897566" y="3621220"/>
                  </a:lnTo>
                  <a:lnTo>
                    <a:pt x="5867870" y="3699786"/>
                  </a:lnTo>
                  <a:lnTo>
                    <a:pt x="5838122" y="3774256"/>
                  </a:lnTo>
                  <a:lnTo>
                    <a:pt x="5808214" y="3844679"/>
                  </a:lnTo>
                  <a:lnTo>
                    <a:pt x="5784835" y="3896548"/>
                  </a:lnTo>
                  <a:lnTo>
                    <a:pt x="5741110" y="3985891"/>
                  </a:lnTo>
                  <a:lnTo>
                    <a:pt x="5696120" y="4067227"/>
                  </a:lnTo>
                  <a:lnTo>
                    <a:pt x="5649314" y="4140867"/>
                  </a:lnTo>
                  <a:lnTo>
                    <a:pt x="5600075" y="4207390"/>
                  </a:lnTo>
                  <a:lnTo>
                    <a:pt x="5547755" y="4267480"/>
                  </a:lnTo>
                  <a:lnTo>
                    <a:pt x="5491727" y="4321835"/>
                  </a:lnTo>
                  <a:lnTo>
                    <a:pt x="5431426" y="4371098"/>
                  </a:lnTo>
                  <a:lnTo>
                    <a:pt x="5366413" y="4415829"/>
                  </a:lnTo>
                  <a:lnTo>
                    <a:pt x="5296458" y="4456482"/>
                  </a:lnTo>
                  <a:lnTo>
                    <a:pt x="5221637" y="4493391"/>
                  </a:lnTo>
                  <a:lnTo>
                    <a:pt x="5142454" y="4526776"/>
                  </a:lnTo>
                  <a:lnTo>
                    <a:pt x="5059953" y="4556739"/>
                  </a:lnTo>
                  <a:lnTo>
                    <a:pt x="4975807" y="4583288"/>
                  </a:lnTo>
                  <a:lnTo>
                    <a:pt x="4892329" y="4606366"/>
                  </a:lnTo>
                  <a:lnTo>
                    <a:pt x="4812361" y="4625896"/>
                  </a:lnTo>
                  <a:lnTo>
                    <a:pt x="4739007" y="4641843"/>
                  </a:lnTo>
                  <a:lnTo>
                    <a:pt x="4675227" y="4654268"/>
                  </a:lnTo>
                  <a:lnTo>
                    <a:pt x="4623349" y="4663377"/>
                  </a:lnTo>
                  <a:lnTo>
                    <a:pt x="4584628" y="4669533"/>
                  </a:lnTo>
                  <a:lnTo>
                    <a:pt x="4558956" y="4673243"/>
                  </a:lnTo>
                  <a:lnTo>
                    <a:pt x="4544800" y="4675109"/>
                  </a:lnTo>
                  <a:lnTo>
                    <a:pt x="4539318" y="4675771"/>
                  </a:lnTo>
                  <a:lnTo>
                    <a:pt x="4538543" y="4675857"/>
                  </a:lnTo>
                  <a:lnTo>
                    <a:pt x="4016409" y="4675857"/>
                  </a:lnTo>
                  <a:lnTo>
                    <a:pt x="4015140" y="4675851"/>
                  </a:lnTo>
                  <a:lnTo>
                    <a:pt x="4006844" y="4675805"/>
                  </a:lnTo>
                  <a:lnTo>
                    <a:pt x="3986102" y="4675678"/>
                  </a:lnTo>
                  <a:lnTo>
                    <a:pt x="3949461" y="4675430"/>
                  </a:lnTo>
                  <a:lnTo>
                    <a:pt x="3895742" y="4675023"/>
                  </a:lnTo>
                  <a:lnTo>
                    <a:pt x="3826100" y="4674430"/>
                  </a:lnTo>
                  <a:lnTo>
                    <a:pt x="3743628" y="4673635"/>
                  </a:lnTo>
                  <a:lnTo>
                    <a:pt x="3652583" y="4672635"/>
                  </a:lnTo>
                  <a:lnTo>
                    <a:pt x="3557478" y="4671430"/>
                  </a:lnTo>
                  <a:lnTo>
                    <a:pt x="3462334" y="4670027"/>
                  </a:lnTo>
                  <a:lnTo>
                    <a:pt x="3370235" y="4668428"/>
                  </a:lnTo>
                  <a:lnTo>
                    <a:pt x="3283199" y="4666629"/>
                  </a:lnTo>
                  <a:lnTo>
                    <a:pt x="3202270" y="4664619"/>
                  </a:lnTo>
                  <a:lnTo>
                    <a:pt x="3127717" y="4662378"/>
                  </a:lnTo>
                  <a:lnTo>
                    <a:pt x="3059259" y="4659879"/>
                  </a:lnTo>
                  <a:lnTo>
                    <a:pt x="2996259" y="4657083"/>
                  </a:lnTo>
                  <a:lnTo>
                    <a:pt x="2937876" y="4653949"/>
                  </a:lnTo>
                  <a:lnTo>
                    <a:pt x="2883180" y="4650432"/>
                  </a:lnTo>
                  <a:lnTo>
                    <a:pt x="2831236" y="4646487"/>
                  </a:lnTo>
                  <a:lnTo>
                    <a:pt x="2781189" y="4642086"/>
                  </a:lnTo>
                  <a:lnTo>
                    <a:pt x="2770117" y="4641033"/>
                  </a:lnTo>
                  <a:lnTo>
                    <a:pt x="2716115" y="4635491"/>
                  </a:lnTo>
                  <a:lnTo>
                    <a:pt x="2662633" y="4629363"/>
                  </a:lnTo>
                  <a:lnTo>
                    <a:pt x="2609091" y="4622644"/>
                  </a:lnTo>
                  <a:lnTo>
                    <a:pt x="2555101" y="4615345"/>
                  </a:lnTo>
                  <a:lnTo>
                    <a:pt x="2500442" y="4607506"/>
                  </a:lnTo>
                  <a:lnTo>
                    <a:pt x="2445042" y="4599190"/>
                  </a:lnTo>
                  <a:lnTo>
                    <a:pt x="2388953" y="4590486"/>
                  </a:lnTo>
                  <a:lnTo>
                    <a:pt x="2332332" y="4581504"/>
                  </a:lnTo>
                  <a:lnTo>
                    <a:pt x="2275409" y="4572372"/>
                  </a:lnTo>
                  <a:lnTo>
                    <a:pt x="2218456" y="4563224"/>
                  </a:lnTo>
                  <a:lnTo>
                    <a:pt x="2161749" y="4554198"/>
                  </a:lnTo>
                  <a:lnTo>
                    <a:pt x="2105529" y="4545424"/>
                  </a:lnTo>
                  <a:lnTo>
                    <a:pt x="2049972" y="4537017"/>
                  </a:lnTo>
                  <a:lnTo>
                    <a:pt x="1995155" y="4529069"/>
                  </a:lnTo>
                  <a:lnTo>
                    <a:pt x="1941034" y="4521650"/>
                  </a:lnTo>
                  <a:lnTo>
                    <a:pt x="1887422" y="4514803"/>
                  </a:lnTo>
                  <a:lnTo>
                    <a:pt x="1833969" y="4508548"/>
                  </a:lnTo>
                  <a:lnTo>
                    <a:pt x="1780139" y="4502882"/>
                  </a:lnTo>
                  <a:lnTo>
                    <a:pt x="1768425" y="4501736"/>
                  </a:lnTo>
                  <a:lnTo>
                    <a:pt x="1718701" y="4497231"/>
                  </a:lnTo>
                  <a:lnTo>
                    <a:pt x="1667254" y="4493186"/>
                  </a:lnTo>
                  <a:lnTo>
                    <a:pt x="1613257" y="4489576"/>
                  </a:lnTo>
                  <a:lnTo>
                    <a:pt x="1555786" y="4486360"/>
                  </a:lnTo>
                  <a:lnTo>
                    <a:pt x="1493902" y="4483492"/>
                  </a:lnTo>
                  <a:lnTo>
                    <a:pt x="1426737" y="4480929"/>
                  </a:lnTo>
                  <a:lnTo>
                    <a:pt x="1353595" y="4478633"/>
                  </a:lnTo>
                  <a:lnTo>
                    <a:pt x="1274099" y="4476574"/>
                  </a:lnTo>
                  <a:lnTo>
                    <a:pt x="1188377" y="4474728"/>
                  </a:lnTo>
                  <a:lnTo>
                    <a:pt x="1097279" y="4473085"/>
                  </a:lnTo>
                  <a:lnTo>
                    <a:pt x="1002589" y="4471637"/>
                  </a:lnTo>
                  <a:lnTo>
                    <a:pt x="907153" y="4470388"/>
                  </a:lnTo>
                  <a:lnTo>
                    <a:pt x="814808" y="4469341"/>
                  </a:lnTo>
                  <a:lnTo>
                    <a:pt x="730014" y="4468500"/>
                  </a:lnTo>
                  <a:lnTo>
                    <a:pt x="657161" y="4467863"/>
                  </a:lnTo>
                  <a:lnTo>
                    <a:pt x="599681" y="4467416"/>
                  </a:lnTo>
                  <a:lnTo>
                    <a:pt x="559216" y="4467135"/>
                  </a:lnTo>
                  <a:lnTo>
                    <a:pt x="535123" y="4466984"/>
                  </a:lnTo>
                  <a:lnTo>
                    <a:pt x="524435" y="4466924"/>
                  </a:lnTo>
                  <a:lnTo>
                    <a:pt x="522148" y="4466912"/>
                  </a:lnTo>
                  <a:lnTo>
                    <a:pt x="522133" y="4466912"/>
                  </a:lnTo>
                  <a:lnTo>
                    <a:pt x="0" y="4466912"/>
                  </a:lnTo>
                  <a:lnTo>
                    <a:pt x="0" y="4466912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685" name="pg1685"/>
            <p:cNvSpPr/>
            <p:nvPr/>
          </p:nvSpPr>
          <p:spPr>
            <a:xfrm>
              <a:off x="386606" y="3009581"/>
              <a:ext cx="8554953" cy="2524285"/>
            </a:xfrm>
            <a:custGeom>
              <a:avLst/>
              <a:pathLst>
                <a:path w="8554953" h="2524285">
                  <a:moveTo>
                    <a:pt x="0" y="2360517"/>
                  </a:moveTo>
                  <a:lnTo>
                    <a:pt x="522133" y="2360517"/>
                  </a:lnTo>
                  <a:lnTo>
                    <a:pt x="523317" y="2360450"/>
                  </a:lnTo>
                  <a:lnTo>
                    <a:pt x="531074" y="2359969"/>
                  </a:lnTo>
                  <a:lnTo>
                    <a:pt x="550511" y="2358640"/>
                  </a:lnTo>
                  <a:lnTo>
                    <a:pt x="584967" y="2356028"/>
                  </a:lnTo>
                  <a:lnTo>
                    <a:pt x="635719" y="2351744"/>
                  </a:lnTo>
                  <a:lnTo>
                    <a:pt x="701905" y="2345490"/>
                  </a:lnTo>
                  <a:lnTo>
                    <a:pt x="780834" y="2337085"/>
                  </a:lnTo>
                  <a:lnTo>
                    <a:pt x="868644" y="2326464"/>
                  </a:lnTo>
                  <a:lnTo>
                    <a:pt x="961106" y="2313643"/>
                  </a:lnTo>
                  <a:lnTo>
                    <a:pt x="1054338" y="2298673"/>
                  </a:lnTo>
                  <a:lnTo>
                    <a:pt x="1145251" y="2281590"/>
                  </a:lnTo>
                  <a:lnTo>
                    <a:pt x="1231726" y="2262377"/>
                  </a:lnTo>
                  <a:lnTo>
                    <a:pt x="1312565" y="2240941"/>
                  </a:lnTo>
                  <a:lnTo>
                    <a:pt x="1387330" y="2217100"/>
                  </a:lnTo>
                  <a:lnTo>
                    <a:pt x="1456145" y="2190581"/>
                  </a:lnTo>
                  <a:lnTo>
                    <a:pt x="1519512" y="2161028"/>
                  </a:lnTo>
                  <a:lnTo>
                    <a:pt x="1578161" y="2128012"/>
                  </a:lnTo>
                  <a:lnTo>
                    <a:pt x="1632937" y="2091060"/>
                  </a:lnTo>
                  <a:lnTo>
                    <a:pt x="1684719" y="2049700"/>
                  </a:lnTo>
                  <a:lnTo>
                    <a:pt x="1734347" y="2003547"/>
                  </a:lnTo>
                  <a:lnTo>
                    <a:pt x="1768425" y="1968039"/>
                  </a:lnTo>
                  <a:lnTo>
                    <a:pt x="1808300" y="1922637"/>
                  </a:lnTo>
                  <a:lnTo>
                    <a:pt x="1847795" y="1873684"/>
                  </a:lnTo>
                  <a:lnTo>
                    <a:pt x="1887175" y="1821109"/>
                  </a:lnTo>
                  <a:lnTo>
                    <a:pt x="1926644" y="1764908"/>
                  </a:lnTo>
                  <a:lnTo>
                    <a:pt x="1966351" y="1705152"/>
                  </a:lnTo>
                  <a:lnTo>
                    <a:pt x="2006396" y="1641992"/>
                  </a:lnTo>
                  <a:lnTo>
                    <a:pt x="2046832" y="1575662"/>
                  </a:lnTo>
                  <a:lnTo>
                    <a:pt x="2087674" y="1506484"/>
                  </a:lnTo>
                  <a:lnTo>
                    <a:pt x="2128897" y="1434862"/>
                  </a:lnTo>
                  <a:lnTo>
                    <a:pt x="2170449" y="1361272"/>
                  </a:lnTo>
                  <a:lnTo>
                    <a:pt x="2212248" y="1286256"/>
                  </a:lnTo>
                  <a:lnTo>
                    <a:pt x="2254196" y="1210400"/>
                  </a:lnTo>
                  <a:lnTo>
                    <a:pt x="2296185" y="1134320"/>
                  </a:lnTo>
                  <a:lnTo>
                    <a:pt x="2338103" y="1058640"/>
                  </a:lnTo>
                  <a:lnTo>
                    <a:pt x="2379841" y="983968"/>
                  </a:lnTo>
                  <a:lnTo>
                    <a:pt x="2421307" y="910881"/>
                  </a:lnTo>
                  <a:lnTo>
                    <a:pt x="2462427" y="839903"/>
                  </a:lnTo>
                  <a:lnTo>
                    <a:pt x="2503155" y="771491"/>
                  </a:lnTo>
                  <a:lnTo>
                    <a:pt x="2543478" y="706026"/>
                  </a:lnTo>
                  <a:lnTo>
                    <a:pt x="2583421" y="643806"/>
                  </a:lnTo>
                  <a:lnTo>
                    <a:pt x="2623049" y="585041"/>
                  </a:lnTo>
                  <a:lnTo>
                    <a:pt x="2662475" y="529859"/>
                  </a:lnTo>
                  <a:lnTo>
                    <a:pt x="2701864" y="478309"/>
                  </a:lnTo>
                  <a:lnTo>
                    <a:pt x="2741437" y="430367"/>
                  </a:lnTo>
                  <a:lnTo>
                    <a:pt x="2770117" y="398125"/>
                  </a:lnTo>
                  <a:lnTo>
                    <a:pt x="2818672" y="348473"/>
                  </a:lnTo>
                  <a:lnTo>
                    <a:pt x="2868854" y="303766"/>
                  </a:lnTo>
                  <a:lnTo>
                    <a:pt x="2921430" y="263754"/>
                  </a:lnTo>
                  <a:lnTo>
                    <a:pt x="2977258" y="228014"/>
                  </a:lnTo>
                  <a:lnTo>
                    <a:pt x="3037215" y="196068"/>
                  </a:lnTo>
                  <a:lnTo>
                    <a:pt x="3102123" y="167453"/>
                  </a:lnTo>
                  <a:lnTo>
                    <a:pt x="3172657" y="141759"/>
                  </a:lnTo>
                  <a:lnTo>
                    <a:pt x="3249224" y="118652"/>
                  </a:lnTo>
                  <a:lnTo>
                    <a:pt x="3331803" y="97888"/>
                  </a:lnTo>
                  <a:lnTo>
                    <a:pt x="3419753" y="79310"/>
                  </a:lnTo>
                  <a:lnTo>
                    <a:pt x="3511615" y="62849"/>
                  </a:lnTo>
                  <a:lnTo>
                    <a:pt x="3604982" y="48508"/>
                  </a:lnTo>
                  <a:lnTo>
                    <a:pt x="3696502" y="36332"/>
                  </a:lnTo>
                  <a:lnTo>
                    <a:pt x="3782127" y="26367"/>
                  </a:lnTo>
                  <a:lnTo>
                    <a:pt x="3857658" y="18609"/>
                  </a:lnTo>
                  <a:lnTo>
                    <a:pt x="3919495" y="12961"/>
                  </a:lnTo>
                  <a:lnTo>
                    <a:pt x="3965430" y="9206"/>
                  </a:lnTo>
                  <a:lnTo>
                    <a:pt x="3995221" y="7017"/>
                  </a:lnTo>
                  <a:lnTo>
                    <a:pt x="4010776" y="5984"/>
                  </a:lnTo>
                  <a:lnTo>
                    <a:pt x="4015988" y="5670"/>
                  </a:lnTo>
                  <a:lnTo>
                    <a:pt x="4016409" y="5647"/>
                  </a:lnTo>
                  <a:lnTo>
                    <a:pt x="4538543" y="5647"/>
                  </a:lnTo>
                  <a:lnTo>
                    <a:pt x="4539716" y="5718"/>
                  </a:lnTo>
                  <a:lnTo>
                    <a:pt x="4547401" y="6227"/>
                  </a:lnTo>
                  <a:lnTo>
                    <a:pt x="4566665" y="7635"/>
                  </a:lnTo>
                  <a:lnTo>
                    <a:pt x="4600830" y="10401"/>
                  </a:lnTo>
                  <a:lnTo>
                    <a:pt x="4651184" y="14940"/>
                  </a:lnTo>
                  <a:lnTo>
                    <a:pt x="4716904" y="21568"/>
                  </a:lnTo>
                  <a:lnTo>
                    <a:pt x="4795351" y="30479"/>
                  </a:lnTo>
                  <a:lnTo>
                    <a:pt x="4882715" y="41745"/>
                  </a:lnTo>
                  <a:lnTo>
                    <a:pt x="4974808" y="55350"/>
                  </a:lnTo>
                  <a:lnTo>
                    <a:pt x="5067767" y="71241"/>
                  </a:lnTo>
                  <a:lnTo>
                    <a:pt x="5158507" y="89377"/>
                  </a:lnTo>
                  <a:lnTo>
                    <a:pt x="5244894" y="109775"/>
                  </a:lnTo>
                  <a:lnTo>
                    <a:pt x="5325712" y="132529"/>
                  </a:lnTo>
                  <a:lnTo>
                    <a:pt x="5400500" y="157829"/>
                  </a:lnTo>
                  <a:lnTo>
                    <a:pt x="5469362" y="185959"/>
                  </a:lnTo>
                  <a:lnTo>
                    <a:pt x="5532780" y="217294"/>
                  </a:lnTo>
                  <a:lnTo>
                    <a:pt x="5591468" y="252284"/>
                  </a:lnTo>
                  <a:lnTo>
                    <a:pt x="5646262" y="291428"/>
                  </a:lnTo>
                  <a:lnTo>
                    <a:pt x="5698030" y="335228"/>
                  </a:lnTo>
                  <a:lnTo>
                    <a:pt x="5747610" y="384103"/>
                  </a:lnTo>
                  <a:lnTo>
                    <a:pt x="5784835" y="425420"/>
                  </a:lnTo>
                  <a:lnTo>
                    <a:pt x="5823756" y="472767"/>
                  </a:lnTo>
                  <a:lnTo>
                    <a:pt x="5862309" y="523730"/>
                  </a:lnTo>
                  <a:lnTo>
                    <a:pt x="5900742" y="578380"/>
                  </a:lnTo>
                  <a:lnTo>
                    <a:pt x="5939248" y="636726"/>
                  </a:lnTo>
                  <a:lnTo>
                    <a:pt x="5977969" y="698706"/>
                  </a:lnTo>
                  <a:lnTo>
                    <a:pt x="6017003" y="764177"/>
                  </a:lnTo>
                  <a:lnTo>
                    <a:pt x="6056405" y="832916"/>
                  </a:lnTo>
                  <a:lnTo>
                    <a:pt x="6096194" y="904618"/>
                  </a:lnTo>
                  <a:lnTo>
                    <a:pt x="6136354" y="978897"/>
                  </a:lnTo>
                  <a:lnTo>
                    <a:pt x="6176839" y="1055290"/>
                  </a:lnTo>
                  <a:lnTo>
                    <a:pt x="6217580" y="1133275"/>
                  </a:lnTo>
                  <a:lnTo>
                    <a:pt x="6258490" y="1212277"/>
                  </a:lnTo>
                  <a:lnTo>
                    <a:pt x="6299469" y="1291690"/>
                  </a:lnTo>
                  <a:lnTo>
                    <a:pt x="6340413" y="1370895"/>
                  </a:lnTo>
                  <a:lnTo>
                    <a:pt x="6381219" y="1449277"/>
                  </a:lnTo>
                  <a:lnTo>
                    <a:pt x="6421797" y="1526252"/>
                  </a:lnTo>
                  <a:lnTo>
                    <a:pt x="6462069" y="1601276"/>
                  </a:lnTo>
                  <a:lnTo>
                    <a:pt x="6501982" y="1673868"/>
                  </a:lnTo>
                  <a:lnTo>
                    <a:pt x="6541511" y="1743614"/>
                  </a:lnTo>
                  <a:lnTo>
                    <a:pt x="6580661" y="1810183"/>
                  </a:lnTo>
                  <a:lnTo>
                    <a:pt x="6619476" y="1873324"/>
                  </a:lnTo>
                  <a:lnTo>
                    <a:pt x="6658039" y="1932870"/>
                  </a:lnTo>
                  <a:lnTo>
                    <a:pt x="6696477" y="1988731"/>
                  </a:lnTo>
                  <a:lnTo>
                    <a:pt x="6734966" y="2040895"/>
                  </a:lnTo>
                  <a:lnTo>
                    <a:pt x="6773736" y="2089414"/>
                  </a:lnTo>
                  <a:lnTo>
                    <a:pt x="6786527" y="2104512"/>
                  </a:lnTo>
                  <a:lnTo>
                    <a:pt x="6834924" y="2157455"/>
                  </a:lnTo>
                  <a:lnTo>
                    <a:pt x="6884934" y="2205142"/>
                  </a:lnTo>
                  <a:lnTo>
                    <a:pt x="6937318" y="2247837"/>
                  </a:lnTo>
                  <a:lnTo>
                    <a:pt x="6992924" y="2285988"/>
                  </a:lnTo>
                  <a:lnTo>
                    <a:pt x="7052623" y="2320100"/>
                  </a:lnTo>
                  <a:lnTo>
                    <a:pt x="7117227" y="2350665"/>
                  </a:lnTo>
                  <a:lnTo>
                    <a:pt x="7187411" y="2378119"/>
                  </a:lnTo>
                  <a:lnTo>
                    <a:pt x="7263585" y="2402816"/>
                  </a:lnTo>
                  <a:lnTo>
                    <a:pt x="7345739" y="2425019"/>
                  </a:lnTo>
                  <a:lnTo>
                    <a:pt x="7433259" y="2444894"/>
                  </a:lnTo>
                  <a:lnTo>
                    <a:pt x="7524728" y="2462519"/>
                  </a:lnTo>
                  <a:lnTo>
                    <a:pt x="7617794" y="2477892"/>
                  </a:lnTo>
                  <a:lnTo>
                    <a:pt x="7709169" y="2490967"/>
                  </a:lnTo>
                  <a:lnTo>
                    <a:pt x="7794864" y="2501695"/>
                  </a:lnTo>
                  <a:lnTo>
                    <a:pt x="7870710" y="2510074"/>
                  </a:lnTo>
                  <a:lnTo>
                    <a:pt x="7933095" y="2516203"/>
                  </a:lnTo>
                  <a:lnTo>
                    <a:pt x="7979750" y="2520305"/>
                  </a:lnTo>
                  <a:lnTo>
                    <a:pt x="8010321" y="2522722"/>
                  </a:lnTo>
                  <a:lnTo>
                    <a:pt x="8026579" y="2523883"/>
                  </a:lnTo>
                  <a:lnTo>
                    <a:pt x="8032273" y="2524252"/>
                  </a:lnTo>
                  <a:lnTo>
                    <a:pt x="8032819" y="2524285"/>
                  </a:lnTo>
                  <a:lnTo>
                    <a:pt x="8554953" y="2524285"/>
                  </a:lnTo>
                  <a:lnTo>
                    <a:pt x="8554953" y="2518638"/>
                  </a:lnTo>
                  <a:lnTo>
                    <a:pt x="8032819" y="2518638"/>
                  </a:lnTo>
                  <a:lnTo>
                    <a:pt x="8031646" y="2518566"/>
                  </a:lnTo>
                  <a:lnTo>
                    <a:pt x="8023961" y="2518057"/>
                  </a:lnTo>
                  <a:lnTo>
                    <a:pt x="8004696" y="2516650"/>
                  </a:lnTo>
                  <a:lnTo>
                    <a:pt x="7970532" y="2513883"/>
                  </a:lnTo>
                  <a:lnTo>
                    <a:pt x="7920178" y="2509345"/>
                  </a:lnTo>
                  <a:lnTo>
                    <a:pt x="7854458" y="2502716"/>
                  </a:lnTo>
                  <a:lnTo>
                    <a:pt x="7776011" y="2493805"/>
                  </a:lnTo>
                  <a:lnTo>
                    <a:pt x="7688647" y="2482539"/>
                  </a:lnTo>
                  <a:lnTo>
                    <a:pt x="7596554" y="2468934"/>
                  </a:lnTo>
                  <a:lnTo>
                    <a:pt x="7503595" y="2453044"/>
                  </a:lnTo>
                  <a:lnTo>
                    <a:pt x="7412855" y="2434907"/>
                  </a:lnTo>
                  <a:lnTo>
                    <a:pt x="7326468" y="2414510"/>
                  </a:lnTo>
                  <a:lnTo>
                    <a:pt x="7245650" y="2391755"/>
                  </a:lnTo>
                  <a:lnTo>
                    <a:pt x="7170862" y="2366456"/>
                  </a:lnTo>
                  <a:lnTo>
                    <a:pt x="7102000" y="2338325"/>
                  </a:lnTo>
                  <a:lnTo>
                    <a:pt x="7038582" y="2306991"/>
                  </a:lnTo>
                  <a:lnTo>
                    <a:pt x="6979894" y="2272001"/>
                  </a:lnTo>
                  <a:lnTo>
                    <a:pt x="6925100" y="2232856"/>
                  </a:lnTo>
                  <a:lnTo>
                    <a:pt x="6873331" y="2189056"/>
                  </a:lnTo>
                  <a:lnTo>
                    <a:pt x="6823752" y="2140181"/>
                  </a:lnTo>
                  <a:lnTo>
                    <a:pt x="6786527" y="2098865"/>
                  </a:lnTo>
                  <a:lnTo>
                    <a:pt x="6747606" y="2051517"/>
                  </a:lnTo>
                  <a:lnTo>
                    <a:pt x="6709053" y="2000555"/>
                  </a:lnTo>
                  <a:lnTo>
                    <a:pt x="6670620" y="1945905"/>
                  </a:lnTo>
                  <a:lnTo>
                    <a:pt x="6632114" y="1887558"/>
                  </a:lnTo>
                  <a:lnTo>
                    <a:pt x="6593393" y="1825579"/>
                  </a:lnTo>
                  <a:lnTo>
                    <a:pt x="6554359" y="1760108"/>
                  </a:lnTo>
                  <a:lnTo>
                    <a:pt x="6514956" y="1691368"/>
                  </a:lnTo>
                  <a:lnTo>
                    <a:pt x="6475168" y="1619666"/>
                  </a:lnTo>
                  <a:lnTo>
                    <a:pt x="6435008" y="1545388"/>
                  </a:lnTo>
                  <a:lnTo>
                    <a:pt x="6394523" y="1468994"/>
                  </a:lnTo>
                  <a:lnTo>
                    <a:pt x="6353782" y="1391009"/>
                  </a:lnTo>
                  <a:lnTo>
                    <a:pt x="6312872" y="1312007"/>
                  </a:lnTo>
                  <a:lnTo>
                    <a:pt x="6271893" y="1232594"/>
                  </a:lnTo>
                  <a:lnTo>
                    <a:pt x="6230949" y="1153390"/>
                  </a:lnTo>
                  <a:lnTo>
                    <a:pt x="6190142" y="1075007"/>
                  </a:lnTo>
                  <a:lnTo>
                    <a:pt x="6149565" y="998032"/>
                  </a:lnTo>
                  <a:lnTo>
                    <a:pt x="6109293" y="923008"/>
                  </a:lnTo>
                  <a:lnTo>
                    <a:pt x="6069380" y="850417"/>
                  </a:lnTo>
                  <a:lnTo>
                    <a:pt x="6029851" y="780670"/>
                  </a:lnTo>
                  <a:lnTo>
                    <a:pt x="5990701" y="714102"/>
                  </a:lnTo>
                  <a:lnTo>
                    <a:pt x="5951886" y="650960"/>
                  </a:lnTo>
                  <a:lnTo>
                    <a:pt x="5913323" y="591415"/>
                  </a:lnTo>
                  <a:lnTo>
                    <a:pt x="5874885" y="535553"/>
                  </a:lnTo>
                  <a:lnTo>
                    <a:pt x="5836396" y="483389"/>
                  </a:lnTo>
                  <a:lnTo>
                    <a:pt x="5797626" y="434871"/>
                  </a:lnTo>
                  <a:lnTo>
                    <a:pt x="5784835" y="419773"/>
                  </a:lnTo>
                  <a:lnTo>
                    <a:pt x="5736438" y="366830"/>
                  </a:lnTo>
                  <a:lnTo>
                    <a:pt x="5686428" y="319142"/>
                  </a:lnTo>
                  <a:lnTo>
                    <a:pt x="5634044" y="276447"/>
                  </a:lnTo>
                  <a:lnTo>
                    <a:pt x="5578437" y="238297"/>
                  </a:lnTo>
                  <a:lnTo>
                    <a:pt x="5518739" y="204185"/>
                  </a:lnTo>
                  <a:lnTo>
                    <a:pt x="5454135" y="173619"/>
                  </a:lnTo>
                  <a:lnTo>
                    <a:pt x="5383951" y="146165"/>
                  </a:lnTo>
                  <a:lnTo>
                    <a:pt x="5307777" y="121469"/>
                  </a:lnTo>
                  <a:lnTo>
                    <a:pt x="5225623" y="99266"/>
                  </a:lnTo>
                  <a:lnTo>
                    <a:pt x="5138103" y="79390"/>
                  </a:lnTo>
                  <a:lnTo>
                    <a:pt x="5046634" y="61765"/>
                  </a:lnTo>
                  <a:lnTo>
                    <a:pt x="4953568" y="46392"/>
                  </a:lnTo>
                  <a:lnTo>
                    <a:pt x="4862193" y="33317"/>
                  </a:lnTo>
                  <a:lnTo>
                    <a:pt x="4776498" y="22590"/>
                  </a:lnTo>
                  <a:lnTo>
                    <a:pt x="4700652" y="14211"/>
                  </a:lnTo>
                  <a:lnTo>
                    <a:pt x="4638266" y="8081"/>
                  </a:lnTo>
                  <a:lnTo>
                    <a:pt x="4591612" y="3980"/>
                  </a:lnTo>
                  <a:lnTo>
                    <a:pt x="4561041" y="1563"/>
                  </a:lnTo>
                  <a:lnTo>
                    <a:pt x="4544782" y="401"/>
                  </a:lnTo>
                  <a:lnTo>
                    <a:pt x="4539089" y="32"/>
                  </a:lnTo>
                  <a:lnTo>
                    <a:pt x="4538543" y="0"/>
                  </a:lnTo>
                  <a:lnTo>
                    <a:pt x="4016409" y="0"/>
                  </a:lnTo>
                  <a:lnTo>
                    <a:pt x="4015225" y="67"/>
                  </a:lnTo>
                  <a:lnTo>
                    <a:pt x="4007468" y="548"/>
                  </a:lnTo>
                  <a:lnTo>
                    <a:pt x="3988031" y="1877"/>
                  </a:lnTo>
                  <a:lnTo>
                    <a:pt x="3953575" y="4488"/>
                  </a:lnTo>
                  <a:lnTo>
                    <a:pt x="3902823" y="8772"/>
                  </a:lnTo>
                  <a:lnTo>
                    <a:pt x="3836637" y="15026"/>
                  </a:lnTo>
                  <a:lnTo>
                    <a:pt x="3757708" y="23431"/>
                  </a:lnTo>
                  <a:lnTo>
                    <a:pt x="3669898" y="34052"/>
                  </a:lnTo>
                  <a:lnTo>
                    <a:pt x="3577436" y="46873"/>
                  </a:lnTo>
                  <a:lnTo>
                    <a:pt x="3484204" y="61844"/>
                  </a:lnTo>
                  <a:lnTo>
                    <a:pt x="3393291" y="78927"/>
                  </a:lnTo>
                  <a:lnTo>
                    <a:pt x="3306816" y="98140"/>
                  </a:lnTo>
                  <a:lnTo>
                    <a:pt x="3225977" y="119576"/>
                  </a:lnTo>
                  <a:lnTo>
                    <a:pt x="3151212" y="143417"/>
                  </a:lnTo>
                  <a:lnTo>
                    <a:pt x="3082397" y="169935"/>
                  </a:lnTo>
                  <a:lnTo>
                    <a:pt x="3019030" y="199488"/>
                  </a:lnTo>
                  <a:lnTo>
                    <a:pt x="2960381" y="232504"/>
                  </a:lnTo>
                  <a:lnTo>
                    <a:pt x="2905605" y="269457"/>
                  </a:lnTo>
                  <a:lnTo>
                    <a:pt x="2853823" y="310816"/>
                  </a:lnTo>
                  <a:lnTo>
                    <a:pt x="2804196" y="356970"/>
                  </a:lnTo>
                  <a:lnTo>
                    <a:pt x="2770117" y="392478"/>
                  </a:lnTo>
                  <a:lnTo>
                    <a:pt x="2730242" y="437880"/>
                  </a:lnTo>
                  <a:lnTo>
                    <a:pt x="2690748" y="486833"/>
                  </a:lnTo>
                  <a:lnTo>
                    <a:pt x="2651368" y="539408"/>
                  </a:lnTo>
                  <a:lnTo>
                    <a:pt x="2611898" y="595608"/>
                  </a:lnTo>
                  <a:lnTo>
                    <a:pt x="2572191" y="655364"/>
                  </a:lnTo>
                  <a:lnTo>
                    <a:pt x="2532146" y="718525"/>
                  </a:lnTo>
                  <a:lnTo>
                    <a:pt x="2491710" y="784855"/>
                  </a:lnTo>
                  <a:lnTo>
                    <a:pt x="2450868" y="854032"/>
                  </a:lnTo>
                  <a:lnTo>
                    <a:pt x="2409645" y="925655"/>
                  </a:lnTo>
                  <a:lnTo>
                    <a:pt x="2368094" y="999244"/>
                  </a:lnTo>
                  <a:lnTo>
                    <a:pt x="2326294" y="1074261"/>
                  </a:lnTo>
                  <a:lnTo>
                    <a:pt x="2284346" y="1150116"/>
                  </a:lnTo>
                  <a:lnTo>
                    <a:pt x="2242357" y="1226196"/>
                  </a:lnTo>
                  <a:lnTo>
                    <a:pt x="2200439" y="1301877"/>
                  </a:lnTo>
                  <a:lnTo>
                    <a:pt x="2158701" y="1376548"/>
                  </a:lnTo>
                  <a:lnTo>
                    <a:pt x="2117235" y="1449635"/>
                  </a:lnTo>
                  <a:lnTo>
                    <a:pt x="2076115" y="1520614"/>
                  </a:lnTo>
                  <a:lnTo>
                    <a:pt x="2035387" y="1589025"/>
                  </a:lnTo>
                  <a:lnTo>
                    <a:pt x="1995064" y="1654490"/>
                  </a:lnTo>
                  <a:lnTo>
                    <a:pt x="1955122" y="1716711"/>
                  </a:lnTo>
                  <a:lnTo>
                    <a:pt x="1915494" y="1775476"/>
                  </a:lnTo>
                  <a:lnTo>
                    <a:pt x="1876067" y="1830658"/>
                  </a:lnTo>
                  <a:lnTo>
                    <a:pt x="1836678" y="1882207"/>
                  </a:lnTo>
                  <a:lnTo>
                    <a:pt x="1797106" y="1930149"/>
                  </a:lnTo>
                  <a:lnTo>
                    <a:pt x="1768425" y="1962391"/>
                  </a:lnTo>
                  <a:lnTo>
                    <a:pt x="1719870" y="2012044"/>
                  </a:lnTo>
                  <a:lnTo>
                    <a:pt x="1669688" y="2056751"/>
                  </a:lnTo>
                  <a:lnTo>
                    <a:pt x="1617112" y="2096763"/>
                  </a:lnTo>
                  <a:lnTo>
                    <a:pt x="1561284" y="2132503"/>
                  </a:lnTo>
                  <a:lnTo>
                    <a:pt x="1501327" y="2164448"/>
                  </a:lnTo>
                  <a:lnTo>
                    <a:pt x="1436419" y="2193063"/>
                  </a:lnTo>
                  <a:lnTo>
                    <a:pt x="1365885" y="2218758"/>
                  </a:lnTo>
                  <a:lnTo>
                    <a:pt x="1289318" y="2241864"/>
                  </a:lnTo>
                  <a:lnTo>
                    <a:pt x="1206739" y="2262629"/>
                  </a:lnTo>
                  <a:lnTo>
                    <a:pt x="1118790" y="2281207"/>
                  </a:lnTo>
                  <a:lnTo>
                    <a:pt x="1026927" y="2297667"/>
                  </a:lnTo>
                  <a:lnTo>
                    <a:pt x="933560" y="2312008"/>
                  </a:lnTo>
                  <a:lnTo>
                    <a:pt x="842041" y="2324184"/>
                  </a:lnTo>
                  <a:lnTo>
                    <a:pt x="756415" y="2334150"/>
                  </a:lnTo>
                  <a:lnTo>
                    <a:pt x="680884" y="2341908"/>
                  </a:lnTo>
                  <a:lnTo>
                    <a:pt x="619048" y="2347556"/>
                  </a:lnTo>
                  <a:lnTo>
                    <a:pt x="573112" y="2351310"/>
                  </a:lnTo>
                  <a:lnTo>
                    <a:pt x="543322" y="2353500"/>
                  </a:lnTo>
                  <a:lnTo>
                    <a:pt x="527766" y="2354532"/>
                  </a:lnTo>
                  <a:lnTo>
                    <a:pt x="522555" y="2354846"/>
                  </a:lnTo>
                  <a:lnTo>
                    <a:pt x="522133" y="2354870"/>
                  </a:lnTo>
                  <a:lnTo>
                    <a:pt x="0" y="2354870"/>
                  </a:lnTo>
                  <a:close/>
                </a:path>
              </a:pathLst>
            </a:custGeom>
            <a:solidFill>
              <a:srgbClr val="9E9E9E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1686" name="pl1686"/>
            <p:cNvSpPr/>
            <p:nvPr/>
          </p:nvSpPr>
          <p:spPr>
            <a:xfrm>
              <a:off x="386606" y="3015228"/>
              <a:ext cx="8554953" cy="2518638"/>
            </a:xfrm>
            <a:custGeom>
              <a:avLst/>
              <a:pathLst>
                <a:path w="8554953" h="2518638">
                  <a:moveTo>
                    <a:pt x="0" y="2354870"/>
                  </a:moveTo>
                  <a:lnTo>
                    <a:pt x="522133" y="2354870"/>
                  </a:lnTo>
                  <a:lnTo>
                    <a:pt x="523317" y="2354803"/>
                  </a:lnTo>
                  <a:lnTo>
                    <a:pt x="531074" y="2354322"/>
                  </a:lnTo>
                  <a:lnTo>
                    <a:pt x="550511" y="2352993"/>
                  </a:lnTo>
                  <a:lnTo>
                    <a:pt x="584967" y="2350381"/>
                  </a:lnTo>
                  <a:lnTo>
                    <a:pt x="635719" y="2346097"/>
                  </a:lnTo>
                  <a:lnTo>
                    <a:pt x="701905" y="2339843"/>
                  </a:lnTo>
                  <a:lnTo>
                    <a:pt x="780834" y="2331438"/>
                  </a:lnTo>
                  <a:lnTo>
                    <a:pt x="868644" y="2320817"/>
                  </a:lnTo>
                  <a:lnTo>
                    <a:pt x="961106" y="2307996"/>
                  </a:lnTo>
                  <a:lnTo>
                    <a:pt x="1054338" y="2293026"/>
                  </a:lnTo>
                  <a:lnTo>
                    <a:pt x="1145251" y="2275942"/>
                  </a:lnTo>
                  <a:lnTo>
                    <a:pt x="1231726" y="2256730"/>
                  </a:lnTo>
                  <a:lnTo>
                    <a:pt x="1312565" y="2235294"/>
                  </a:lnTo>
                  <a:lnTo>
                    <a:pt x="1387330" y="2211453"/>
                  </a:lnTo>
                  <a:lnTo>
                    <a:pt x="1456145" y="2184934"/>
                  </a:lnTo>
                  <a:lnTo>
                    <a:pt x="1519512" y="2155381"/>
                  </a:lnTo>
                  <a:lnTo>
                    <a:pt x="1578161" y="2122365"/>
                  </a:lnTo>
                  <a:lnTo>
                    <a:pt x="1632937" y="2085413"/>
                  </a:lnTo>
                  <a:lnTo>
                    <a:pt x="1684719" y="2044053"/>
                  </a:lnTo>
                  <a:lnTo>
                    <a:pt x="1734347" y="1997900"/>
                  </a:lnTo>
                  <a:lnTo>
                    <a:pt x="1768425" y="1962391"/>
                  </a:lnTo>
                  <a:lnTo>
                    <a:pt x="1808300" y="1916989"/>
                  </a:lnTo>
                  <a:lnTo>
                    <a:pt x="1847795" y="1868036"/>
                  </a:lnTo>
                  <a:lnTo>
                    <a:pt x="1887175" y="1815462"/>
                  </a:lnTo>
                  <a:lnTo>
                    <a:pt x="1926644" y="1759261"/>
                  </a:lnTo>
                  <a:lnTo>
                    <a:pt x="1966351" y="1699505"/>
                  </a:lnTo>
                  <a:lnTo>
                    <a:pt x="2006396" y="1636344"/>
                  </a:lnTo>
                  <a:lnTo>
                    <a:pt x="2046832" y="1570015"/>
                  </a:lnTo>
                  <a:lnTo>
                    <a:pt x="2087674" y="1500837"/>
                  </a:lnTo>
                  <a:lnTo>
                    <a:pt x="2128897" y="1429215"/>
                  </a:lnTo>
                  <a:lnTo>
                    <a:pt x="2170449" y="1355625"/>
                  </a:lnTo>
                  <a:lnTo>
                    <a:pt x="2212248" y="1280609"/>
                  </a:lnTo>
                  <a:lnTo>
                    <a:pt x="2254196" y="1204753"/>
                  </a:lnTo>
                  <a:lnTo>
                    <a:pt x="2296185" y="1128673"/>
                  </a:lnTo>
                  <a:lnTo>
                    <a:pt x="2338103" y="1052993"/>
                  </a:lnTo>
                  <a:lnTo>
                    <a:pt x="2379841" y="978321"/>
                  </a:lnTo>
                  <a:lnTo>
                    <a:pt x="2421307" y="905234"/>
                  </a:lnTo>
                  <a:lnTo>
                    <a:pt x="2462427" y="834256"/>
                  </a:lnTo>
                  <a:lnTo>
                    <a:pt x="2503155" y="765844"/>
                  </a:lnTo>
                  <a:lnTo>
                    <a:pt x="2543478" y="700379"/>
                  </a:lnTo>
                  <a:lnTo>
                    <a:pt x="2583421" y="638158"/>
                  </a:lnTo>
                  <a:lnTo>
                    <a:pt x="2623049" y="579393"/>
                  </a:lnTo>
                  <a:lnTo>
                    <a:pt x="2662475" y="524212"/>
                  </a:lnTo>
                  <a:lnTo>
                    <a:pt x="2701864" y="472662"/>
                  </a:lnTo>
                  <a:lnTo>
                    <a:pt x="2741437" y="424720"/>
                  </a:lnTo>
                  <a:lnTo>
                    <a:pt x="2770117" y="392478"/>
                  </a:lnTo>
                  <a:lnTo>
                    <a:pt x="2818672" y="342826"/>
                  </a:lnTo>
                  <a:lnTo>
                    <a:pt x="2868854" y="298118"/>
                  </a:lnTo>
                  <a:lnTo>
                    <a:pt x="2921430" y="258106"/>
                  </a:lnTo>
                  <a:lnTo>
                    <a:pt x="2977258" y="222367"/>
                  </a:lnTo>
                  <a:lnTo>
                    <a:pt x="3037215" y="190421"/>
                  </a:lnTo>
                  <a:lnTo>
                    <a:pt x="3102123" y="161806"/>
                  </a:lnTo>
                  <a:lnTo>
                    <a:pt x="3172657" y="136112"/>
                  </a:lnTo>
                  <a:lnTo>
                    <a:pt x="3249224" y="113005"/>
                  </a:lnTo>
                  <a:lnTo>
                    <a:pt x="3331803" y="92241"/>
                  </a:lnTo>
                  <a:lnTo>
                    <a:pt x="3419753" y="73663"/>
                  </a:lnTo>
                  <a:lnTo>
                    <a:pt x="3511615" y="57202"/>
                  </a:lnTo>
                  <a:lnTo>
                    <a:pt x="3604982" y="42861"/>
                  </a:lnTo>
                  <a:lnTo>
                    <a:pt x="3696502" y="30685"/>
                  </a:lnTo>
                  <a:lnTo>
                    <a:pt x="3782127" y="20720"/>
                  </a:lnTo>
                  <a:lnTo>
                    <a:pt x="3857658" y="12962"/>
                  </a:lnTo>
                  <a:lnTo>
                    <a:pt x="3919495" y="7313"/>
                  </a:lnTo>
                  <a:lnTo>
                    <a:pt x="3965430" y="3559"/>
                  </a:lnTo>
                  <a:lnTo>
                    <a:pt x="3995221" y="1370"/>
                  </a:lnTo>
                  <a:lnTo>
                    <a:pt x="4010776" y="337"/>
                  </a:lnTo>
                  <a:lnTo>
                    <a:pt x="4015988" y="23"/>
                  </a:lnTo>
                  <a:lnTo>
                    <a:pt x="4016409" y="0"/>
                  </a:lnTo>
                  <a:lnTo>
                    <a:pt x="4538543" y="0"/>
                  </a:lnTo>
                  <a:lnTo>
                    <a:pt x="4539716" y="71"/>
                  </a:lnTo>
                  <a:lnTo>
                    <a:pt x="4547401" y="580"/>
                  </a:lnTo>
                  <a:lnTo>
                    <a:pt x="4566665" y="1988"/>
                  </a:lnTo>
                  <a:lnTo>
                    <a:pt x="4600830" y="4754"/>
                  </a:lnTo>
                  <a:lnTo>
                    <a:pt x="4651184" y="9293"/>
                  </a:lnTo>
                  <a:lnTo>
                    <a:pt x="4716904" y="15921"/>
                  </a:lnTo>
                  <a:lnTo>
                    <a:pt x="4795351" y="24832"/>
                  </a:lnTo>
                  <a:lnTo>
                    <a:pt x="4882715" y="36098"/>
                  </a:lnTo>
                  <a:lnTo>
                    <a:pt x="4974808" y="49703"/>
                  </a:lnTo>
                  <a:lnTo>
                    <a:pt x="5067767" y="65594"/>
                  </a:lnTo>
                  <a:lnTo>
                    <a:pt x="5158507" y="83730"/>
                  </a:lnTo>
                  <a:lnTo>
                    <a:pt x="5244894" y="104128"/>
                  </a:lnTo>
                  <a:lnTo>
                    <a:pt x="5325712" y="126882"/>
                  </a:lnTo>
                  <a:lnTo>
                    <a:pt x="5400500" y="152182"/>
                  </a:lnTo>
                  <a:lnTo>
                    <a:pt x="5469362" y="180312"/>
                  </a:lnTo>
                  <a:lnTo>
                    <a:pt x="5532780" y="211647"/>
                  </a:lnTo>
                  <a:lnTo>
                    <a:pt x="5591468" y="246636"/>
                  </a:lnTo>
                  <a:lnTo>
                    <a:pt x="5646262" y="285781"/>
                  </a:lnTo>
                  <a:lnTo>
                    <a:pt x="5698030" y="329581"/>
                  </a:lnTo>
                  <a:lnTo>
                    <a:pt x="5747610" y="378456"/>
                  </a:lnTo>
                  <a:lnTo>
                    <a:pt x="5784835" y="419773"/>
                  </a:lnTo>
                  <a:lnTo>
                    <a:pt x="5823756" y="467120"/>
                  </a:lnTo>
                  <a:lnTo>
                    <a:pt x="5862309" y="518082"/>
                  </a:lnTo>
                  <a:lnTo>
                    <a:pt x="5900742" y="572733"/>
                  </a:lnTo>
                  <a:lnTo>
                    <a:pt x="5939248" y="631079"/>
                  </a:lnTo>
                  <a:lnTo>
                    <a:pt x="5977969" y="693058"/>
                  </a:lnTo>
                  <a:lnTo>
                    <a:pt x="6017003" y="758529"/>
                  </a:lnTo>
                  <a:lnTo>
                    <a:pt x="6056405" y="827269"/>
                  </a:lnTo>
                  <a:lnTo>
                    <a:pt x="6096194" y="898971"/>
                  </a:lnTo>
                  <a:lnTo>
                    <a:pt x="6136354" y="973249"/>
                  </a:lnTo>
                  <a:lnTo>
                    <a:pt x="6176839" y="1049643"/>
                  </a:lnTo>
                  <a:lnTo>
                    <a:pt x="6217580" y="1127628"/>
                  </a:lnTo>
                  <a:lnTo>
                    <a:pt x="6258490" y="1206630"/>
                  </a:lnTo>
                  <a:lnTo>
                    <a:pt x="6299469" y="1286043"/>
                  </a:lnTo>
                  <a:lnTo>
                    <a:pt x="6340413" y="1365247"/>
                  </a:lnTo>
                  <a:lnTo>
                    <a:pt x="6381219" y="1443630"/>
                  </a:lnTo>
                  <a:lnTo>
                    <a:pt x="6421797" y="1520605"/>
                  </a:lnTo>
                  <a:lnTo>
                    <a:pt x="6462069" y="1595629"/>
                  </a:lnTo>
                  <a:lnTo>
                    <a:pt x="6501982" y="1668220"/>
                  </a:lnTo>
                  <a:lnTo>
                    <a:pt x="6541511" y="1737967"/>
                  </a:lnTo>
                  <a:lnTo>
                    <a:pt x="6580661" y="1804536"/>
                  </a:lnTo>
                  <a:lnTo>
                    <a:pt x="6619476" y="1867677"/>
                  </a:lnTo>
                  <a:lnTo>
                    <a:pt x="6658039" y="1927222"/>
                  </a:lnTo>
                  <a:lnTo>
                    <a:pt x="6696477" y="1983084"/>
                  </a:lnTo>
                  <a:lnTo>
                    <a:pt x="6734966" y="2035248"/>
                  </a:lnTo>
                  <a:lnTo>
                    <a:pt x="6773736" y="2083766"/>
                  </a:lnTo>
                  <a:lnTo>
                    <a:pt x="6786527" y="2098865"/>
                  </a:lnTo>
                  <a:lnTo>
                    <a:pt x="6834924" y="2151807"/>
                  </a:lnTo>
                  <a:lnTo>
                    <a:pt x="6884934" y="2199495"/>
                  </a:lnTo>
                  <a:lnTo>
                    <a:pt x="6937318" y="2242190"/>
                  </a:lnTo>
                  <a:lnTo>
                    <a:pt x="6992924" y="2280341"/>
                  </a:lnTo>
                  <a:lnTo>
                    <a:pt x="7052623" y="2314453"/>
                  </a:lnTo>
                  <a:lnTo>
                    <a:pt x="7117227" y="2345018"/>
                  </a:lnTo>
                  <a:lnTo>
                    <a:pt x="7187411" y="2372472"/>
                  </a:lnTo>
                  <a:lnTo>
                    <a:pt x="7263585" y="2397169"/>
                  </a:lnTo>
                  <a:lnTo>
                    <a:pt x="7345739" y="2419372"/>
                  </a:lnTo>
                  <a:lnTo>
                    <a:pt x="7433259" y="2439247"/>
                  </a:lnTo>
                  <a:lnTo>
                    <a:pt x="7524728" y="2456872"/>
                  </a:lnTo>
                  <a:lnTo>
                    <a:pt x="7617794" y="2472245"/>
                  </a:lnTo>
                  <a:lnTo>
                    <a:pt x="7709169" y="2485320"/>
                  </a:lnTo>
                  <a:lnTo>
                    <a:pt x="7794864" y="2496047"/>
                  </a:lnTo>
                  <a:lnTo>
                    <a:pt x="7870710" y="2504427"/>
                  </a:lnTo>
                  <a:lnTo>
                    <a:pt x="7933095" y="2510556"/>
                  </a:lnTo>
                  <a:lnTo>
                    <a:pt x="7979750" y="2514658"/>
                  </a:lnTo>
                  <a:lnTo>
                    <a:pt x="8010321" y="2517075"/>
                  </a:lnTo>
                  <a:lnTo>
                    <a:pt x="8026579" y="2518236"/>
                  </a:lnTo>
                  <a:lnTo>
                    <a:pt x="8032273" y="2518605"/>
                  </a:lnTo>
                  <a:lnTo>
                    <a:pt x="8032819" y="2518638"/>
                  </a:lnTo>
                  <a:lnTo>
                    <a:pt x="8554953" y="2518638"/>
                  </a:lnTo>
                  <a:lnTo>
                    <a:pt x="8554953" y="2518638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687" name="pl1687"/>
            <p:cNvSpPr/>
            <p:nvPr/>
          </p:nvSpPr>
          <p:spPr>
            <a:xfrm>
              <a:off x="386606" y="3009581"/>
              <a:ext cx="8554953" cy="2518638"/>
            </a:xfrm>
            <a:custGeom>
              <a:avLst/>
              <a:pathLst>
                <a:path w="8554953" h="2518638">
                  <a:moveTo>
                    <a:pt x="8554953" y="2518638"/>
                  </a:moveTo>
                  <a:lnTo>
                    <a:pt x="8032819" y="2518638"/>
                  </a:lnTo>
                  <a:lnTo>
                    <a:pt x="8031646" y="2518566"/>
                  </a:lnTo>
                  <a:lnTo>
                    <a:pt x="8023961" y="2518057"/>
                  </a:lnTo>
                  <a:lnTo>
                    <a:pt x="8004696" y="2516650"/>
                  </a:lnTo>
                  <a:lnTo>
                    <a:pt x="7970532" y="2513883"/>
                  </a:lnTo>
                  <a:lnTo>
                    <a:pt x="7920178" y="2509345"/>
                  </a:lnTo>
                  <a:lnTo>
                    <a:pt x="7854458" y="2502716"/>
                  </a:lnTo>
                  <a:lnTo>
                    <a:pt x="7776011" y="2493805"/>
                  </a:lnTo>
                  <a:lnTo>
                    <a:pt x="7688647" y="2482539"/>
                  </a:lnTo>
                  <a:lnTo>
                    <a:pt x="7596554" y="2468934"/>
                  </a:lnTo>
                  <a:lnTo>
                    <a:pt x="7503595" y="2453044"/>
                  </a:lnTo>
                  <a:lnTo>
                    <a:pt x="7412855" y="2434907"/>
                  </a:lnTo>
                  <a:lnTo>
                    <a:pt x="7326468" y="2414510"/>
                  </a:lnTo>
                  <a:lnTo>
                    <a:pt x="7245650" y="2391755"/>
                  </a:lnTo>
                  <a:lnTo>
                    <a:pt x="7170862" y="2366456"/>
                  </a:lnTo>
                  <a:lnTo>
                    <a:pt x="7102000" y="2338325"/>
                  </a:lnTo>
                  <a:lnTo>
                    <a:pt x="7038582" y="2306991"/>
                  </a:lnTo>
                  <a:lnTo>
                    <a:pt x="6979894" y="2272001"/>
                  </a:lnTo>
                  <a:lnTo>
                    <a:pt x="6925100" y="2232856"/>
                  </a:lnTo>
                  <a:lnTo>
                    <a:pt x="6873331" y="2189056"/>
                  </a:lnTo>
                  <a:lnTo>
                    <a:pt x="6823752" y="2140181"/>
                  </a:lnTo>
                  <a:lnTo>
                    <a:pt x="6786527" y="2098865"/>
                  </a:lnTo>
                  <a:lnTo>
                    <a:pt x="6747606" y="2051517"/>
                  </a:lnTo>
                  <a:lnTo>
                    <a:pt x="6709053" y="2000555"/>
                  </a:lnTo>
                  <a:lnTo>
                    <a:pt x="6670620" y="1945905"/>
                  </a:lnTo>
                  <a:lnTo>
                    <a:pt x="6632114" y="1887558"/>
                  </a:lnTo>
                  <a:lnTo>
                    <a:pt x="6593393" y="1825579"/>
                  </a:lnTo>
                  <a:lnTo>
                    <a:pt x="6554359" y="1760108"/>
                  </a:lnTo>
                  <a:lnTo>
                    <a:pt x="6514956" y="1691368"/>
                  </a:lnTo>
                  <a:lnTo>
                    <a:pt x="6475168" y="1619666"/>
                  </a:lnTo>
                  <a:lnTo>
                    <a:pt x="6435008" y="1545388"/>
                  </a:lnTo>
                  <a:lnTo>
                    <a:pt x="6394523" y="1468994"/>
                  </a:lnTo>
                  <a:lnTo>
                    <a:pt x="6353782" y="1391009"/>
                  </a:lnTo>
                  <a:lnTo>
                    <a:pt x="6312872" y="1312007"/>
                  </a:lnTo>
                  <a:lnTo>
                    <a:pt x="6271893" y="1232594"/>
                  </a:lnTo>
                  <a:lnTo>
                    <a:pt x="6230949" y="1153390"/>
                  </a:lnTo>
                  <a:lnTo>
                    <a:pt x="6190142" y="1075007"/>
                  </a:lnTo>
                  <a:lnTo>
                    <a:pt x="6149565" y="998032"/>
                  </a:lnTo>
                  <a:lnTo>
                    <a:pt x="6109293" y="923008"/>
                  </a:lnTo>
                  <a:lnTo>
                    <a:pt x="6069380" y="850417"/>
                  </a:lnTo>
                  <a:lnTo>
                    <a:pt x="6029851" y="780670"/>
                  </a:lnTo>
                  <a:lnTo>
                    <a:pt x="5990701" y="714102"/>
                  </a:lnTo>
                  <a:lnTo>
                    <a:pt x="5951886" y="650960"/>
                  </a:lnTo>
                  <a:lnTo>
                    <a:pt x="5913323" y="591415"/>
                  </a:lnTo>
                  <a:lnTo>
                    <a:pt x="5874885" y="535553"/>
                  </a:lnTo>
                  <a:lnTo>
                    <a:pt x="5836396" y="483389"/>
                  </a:lnTo>
                  <a:lnTo>
                    <a:pt x="5797626" y="434871"/>
                  </a:lnTo>
                  <a:lnTo>
                    <a:pt x="5784835" y="419773"/>
                  </a:lnTo>
                  <a:lnTo>
                    <a:pt x="5736438" y="366830"/>
                  </a:lnTo>
                  <a:lnTo>
                    <a:pt x="5686428" y="319142"/>
                  </a:lnTo>
                  <a:lnTo>
                    <a:pt x="5634044" y="276447"/>
                  </a:lnTo>
                  <a:lnTo>
                    <a:pt x="5578437" y="238297"/>
                  </a:lnTo>
                  <a:lnTo>
                    <a:pt x="5518739" y="204185"/>
                  </a:lnTo>
                  <a:lnTo>
                    <a:pt x="5454135" y="173619"/>
                  </a:lnTo>
                  <a:lnTo>
                    <a:pt x="5383951" y="146165"/>
                  </a:lnTo>
                  <a:lnTo>
                    <a:pt x="5307777" y="121469"/>
                  </a:lnTo>
                  <a:lnTo>
                    <a:pt x="5225623" y="99266"/>
                  </a:lnTo>
                  <a:lnTo>
                    <a:pt x="5138103" y="79390"/>
                  </a:lnTo>
                  <a:lnTo>
                    <a:pt x="5046634" y="61765"/>
                  </a:lnTo>
                  <a:lnTo>
                    <a:pt x="4953568" y="46392"/>
                  </a:lnTo>
                  <a:lnTo>
                    <a:pt x="4862193" y="33317"/>
                  </a:lnTo>
                  <a:lnTo>
                    <a:pt x="4776498" y="22590"/>
                  </a:lnTo>
                  <a:lnTo>
                    <a:pt x="4700652" y="14211"/>
                  </a:lnTo>
                  <a:lnTo>
                    <a:pt x="4638266" y="8081"/>
                  </a:lnTo>
                  <a:lnTo>
                    <a:pt x="4591612" y="3980"/>
                  </a:lnTo>
                  <a:lnTo>
                    <a:pt x="4561041" y="1563"/>
                  </a:lnTo>
                  <a:lnTo>
                    <a:pt x="4544782" y="401"/>
                  </a:lnTo>
                  <a:lnTo>
                    <a:pt x="4539089" y="32"/>
                  </a:lnTo>
                  <a:lnTo>
                    <a:pt x="4538543" y="0"/>
                  </a:lnTo>
                  <a:lnTo>
                    <a:pt x="4016409" y="0"/>
                  </a:lnTo>
                  <a:lnTo>
                    <a:pt x="4015225" y="67"/>
                  </a:lnTo>
                  <a:lnTo>
                    <a:pt x="4007468" y="548"/>
                  </a:lnTo>
                  <a:lnTo>
                    <a:pt x="3988031" y="1877"/>
                  </a:lnTo>
                  <a:lnTo>
                    <a:pt x="3953575" y="4488"/>
                  </a:lnTo>
                  <a:lnTo>
                    <a:pt x="3902823" y="8772"/>
                  </a:lnTo>
                  <a:lnTo>
                    <a:pt x="3836637" y="15026"/>
                  </a:lnTo>
                  <a:lnTo>
                    <a:pt x="3757708" y="23431"/>
                  </a:lnTo>
                  <a:lnTo>
                    <a:pt x="3669898" y="34052"/>
                  </a:lnTo>
                  <a:lnTo>
                    <a:pt x="3577436" y="46873"/>
                  </a:lnTo>
                  <a:lnTo>
                    <a:pt x="3484204" y="61844"/>
                  </a:lnTo>
                  <a:lnTo>
                    <a:pt x="3393291" y="78927"/>
                  </a:lnTo>
                  <a:lnTo>
                    <a:pt x="3306816" y="98140"/>
                  </a:lnTo>
                  <a:lnTo>
                    <a:pt x="3225977" y="119576"/>
                  </a:lnTo>
                  <a:lnTo>
                    <a:pt x="3151212" y="143417"/>
                  </a:lnTo>
                  <a:lnTo>
                    <a:pt x="3082397" y="169935"/>
                  </a:lnTo>
                  <a:lnTo>
                    <a:pt x="3019030" y="199488"/>
                  </a:lnTo>
                  <a:lnTo>
                    <a:pt x="2960381" y="232504"/>
                  </a:lnTo>
                  <a:lnTo>
                    <a:pt x="2905605" y="269457"/>
                  </a:lnTo>
                  <a:lnTo>
                    <a:pt x="2853823" y="310816"/>
                  </a:lnTo>
                  <a:lnTo>
                    <a:pt x="2804196" y="356970"/>
                  </a:lnTo>
                  <a:lnTo>
                    <a:pt x="2770117" y="392478"/>
                  </a:lnTo>
                  <a:lnTo>
                    <a:pt x="2730242" y="437880"/>
                  </a:lnTo>
                  <a:lnTo>
                    <a:pt x="2690748" y="486833"/>
                  </a:lnTo>
                  <a:lnTo>
                    <a:pt x="2651368" y="539408"/>
                  </a:lnTo>
                  <a:lnTo>
                    <a:pt x="2611898" y="595608"/>
                  </a:lnTo>
                  <a:lnTo>
                    <a:pt x="2572191" y="655364"/>
                  </a:lnTo>
                  <a:lnTo>
                    <a:pt x="2532146" y="718525"/>
                  </a:lnTo>
                  <a:lnTo>
                    <a:pt x="2491710" y="784855"/>
                  </a:lnTo>
                  <a:lnTo>
                    <a:pt x="2450868" y="854032"/>
                  </a:lnTo>
                  <a:lnTo>
                    <a:pt x="2409645" y="925655"/>
                  </a:lnTo>
                  <a:lnTo>
                    <a:pt x="2368094" y="999244"/>
                  </a:lnTo>
                  <a:lnTo>
                    <a:pt x="2326294" y="1074261"/>
                  </a:lnTo>
                  <a:lnTo>
                    <a:pt x="2284346" y="1150116"/>
                  </a:lnTo>
                  <a:lnTo>
                    <a:pt x="2242357" y="1226196"/>
                  </a:lnTo>
                  <a:lnTo>
                    <a:pt x="2200439" y="1301877"/>
                  </a:lnTo>
                  <a:lnTo>
                    <a:pt x="2158701" y="1376548"/>
                  </a:lnTo>
                  <a:lnTo>
                    <a:pt x="2117235" y="1449635"/>
                  </a:lnTo>
                  <a:lnTo>
                    <a:pt x="2076115" y="1520614"/>
                  </a:lnTo>
                  <a:lnTo>
                    <a:pt x="2035387" y="1589025"/>
                  </a:lnTo>
                  <a:lnTo>
                    <a:pt x="1995064" y="1654490"/>
                  </a:lnTo>
                  <a:lnTo>
                    <a:pt x="1955122" y="1716711"/>
                  </a:lnTo>
                  <a:lnTo>
                    <a:pt x="1915494" y="1775476"/>
                  </a:lnTo>
                  <a:lnTo>
                    <a:pt x="1876067" y="1830658"/>
                  </a:lnTo>
                  <a:lnTo>
                    <a:pt x="1836678" y="1882207"/>
                  </a:lnTo>
                  <a:lnTo>
                    <a:pt x="1797106" y="1930149"/>
                  </a:lnTo>
                  <a:lnTo>
                    <a:pt x="1768425" y="1962391"/>
                  </a:lnTo>
                  <a:lnTo>
                    <a:pt x="1719870" y="2012044"/>
                  </a:lnTo>
                  <a:lnTo>
                    <a:pt x="1669688" y="2056751"/>
                  </a:lnTo>
                  <a:lnTo>
                    <a:pt x="1617112" y="2096763"/>
                  </a:lnTo>
                  <a:lnTo>
                    <a:pt x="1561284" y="2132503"/>
                  </a:lnTo>
                  <a:lnTo>
                    <a:pt x="1501327" y="2164448"/>
                  </a:lnTo>
                  <a:lnTo>
                    <a:pt x="1436419" y="2193063"/>
                  </a:lnTo>
                  <a:lnTo>
                    <a:pt x="1365885" y="2218758"/>
                  </a:lnTo>
                  <a:lnTo>
                    <a:pt x="1289318" y="2241864"/>
                  </a:lnTo>
                  <a:lnTo>
                    <a:pt x="1206739" y="2262629"/>
                  </a:lnTo>
                  <a:lnTo>
                    <a:pt x="1118790" y="2281207"/>
                  </a:lnTo>
                  <a:lnTo>
                    <a:pt x="1026927" y="2297667"/>
                  </a:lnTo>
                  <a:lnTo>
                    <a:pt x="933560" y="2312008"/>
                  </a:lnTo>
                  <a:lnTo>
                    <a:pt x="842041" y="2324184"/>
                  </a:lnTo>
                  <a:lnTo>
                    <a:pt x="756415" y="2334150"/>
                  </a:lnTo>
                  <a:lnTo>
                    <a:pt x="680884" y="2341908"/>
                  </a:lnTo>
                  <a:lnTo>
                    <a:pt x="619048" y="2347556"/>
                  </a:lnTo>
                  <a:lnTo>
                    <a:pt x="573112" y="2351310"/>
                  </a:lnTo>
                  <a:lnTo>
                    <a:pt x="543322" y="2353500"/>
                  </a:lnTo>
                  <a:lnTo>
                    <a:pt x="527766" y="2354532"/>
                  </a:lnTo>
                  <a:lnTo>
                    <a:pt x="522555" y="2354846"/>
                  </a:lnTo>
                  <a:lnTo>
                    <a:pt x="522133" y="2354870"/>
                  </a:lnTo>
                  <a:lnTo>
                    <a:pt x="0" y="2354870"/>
                  </a:lnTo>
                  <a:lnTo>
                    <a:pt x="0" y="235487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688" name="pg1688"/>
            <p:cNvSpPr/>
            <p:nvPr/>
          </p:nvSpPr>
          <p:spPr>
            <a:xfrm>
              <a:off x="386606" y="1292841"/>
              <a:ext cx="8554953" cy="4049021"/>
            </a:xfrm>
            <a:custGeom>
              <a:avLst/>
              <a:pathLst>
                <a:path w="8554953" h="4049021">
                  <a:moveTo>
                    <a:pt x="0" y="4049021"/>
                  </a:moveTo>
                  <a:lnTo>
                    <a:pt x="522133" y="4049021"/>
                  </a:lnTo>
                  <a:lnTo>
                    <a:pt x="523053" y="4048932"/>
                  </a:lnTo>
                  <a:lnTo>
                    <a:pt x="529112" y="4048296"/>
                  </a:lnTo>
                  <a:lnTo>
                    <a:pt x="544416" y="4046538"/>
                  </a:lnTo>
                  <a:lnTo>
                    <a:pt x="571852" y="4043076"/>
                  </a:lnTo>
                  <a:lnTo>
                    <a:pt x="612885" y="4037367"/>
                  </a:lnTo>
                  <a:lnTo>
                    <a:pt x="667449" y="4028966"/>
                  </a:lnTo>
                  <a:lnTo>
                    <a:pt x="734046" y="4017558"/>
                  </a:lnTo>
                  <a:lnTo>
                    <a:pt x="810085" y="4002979"/>
                  </a:lnTo>
                  <a:lnTo>
                    <a:pt x="892389" y="3985192"/>
                  </a:lnTo>
                  <a:lnTo>
                    <a:pt x="977708" y="3964239"/>
                  </a:lnTo>
                  <a:lnTo>
                    <a:pt x="1063147" y="3940192"/>
                  </a:lnTo>
                  <a:lnTo>
                    <a:pt x="1146417" y="3913092"/>
                  </a:lnTo>
                  <a:lnTo>
                    <a:pt x="1225920" y="3882912"/>
                  </a:lnTo>
                  <a:lnTo>
                    <a:pt x="1300715" y="3849533"/>
                  </a:lnTo>
                  <a:lnTo>
                    <a:pt x="1370409" y="3812725"/>
                  </a:lnTo>
                  <a:lnTo>
                    <a:pt x="1435028" y="3772150"/>
                  </a:lnTo>
                  <a:lnTo>
                    <a:pt x="1494896" y="3727363"/>
                  </a:lnTo>
                  <a:lnTo>
                    <a:pt x="1550527" y="3677827"/>
                  </a:lnTo>
                  <a:lnTo>
                    <a:pt x="1602546" y="3622931"/>
                  </a:lnTo>
                  <a:lnTo>
                    <a:pt x="1651627" y="3562039"/>
                  </a:lnTo>
                  <a:lnTo>
                    <a:pt x="1698445" y="3494549"/>
                  </a:lnTo>
                  <a:lnTo>
                    <a:pt x="1743629" y="3420013"/>
                  </a:lnTo>
                  <a:lnTo>
                    <a:pt x="1768425" y="3375125"/>
                  </a:lnTo>
                  <a:lnTo>
                    <a:pt x="1800553" y="3312865"/>
                  </a:lnTo>
                  <a:lnTo>
                    <a:pt x="1832397" y="3246678"/>
                  </a:lnTo>
                  <a:lnTo>
                    <a:pt x="1864106" y="3176483"/>
                  </a:lnTo>
                  <a:lnTo>
                    <a:pt x="1895801" y="3102249"/>
                  </a:lnTo>
                  <a:lnTo>
                    <a:pt x="1927579" y="3023989"/>
                  </a:lnTo>
                  <a:lnTo>
                    <a:pt x="1959514" y="2941776"/>
                  </a:lnTo>
                  <a:lnTo>
                    <a:pt x="1991660" y="2855740"/>
                  </a:lnTo>
                  <a:lnTo>
                    <a:pt x="2024050" y="2766070"/>
                  </a:lnTo>
                  <a:lnTo>
                    <a:pt x="2056702" y="2673018"/>
                  </a:lnTo>
                  <a:lnTo>
                    <a:pt x="2089615" y="2576897"/>
                  </a:lnTo>
                  <a:lnTo>
                    <a:pt x="2122775" y="2478079"/>
                  </a:lnTo>
                  <a:lnTo>
                    <a:pt x="2156154" y="2376988"/>
                  </a:lnTo>
                  <a:lnTo>
                    <a:pt x="2189713" y="2274096"/>
                  </a:lnTo>
                  <a:lnTo>
                    <a:pt x="2223405" y="2169912"/>
                  </a:lnTo>
                  <a:lnTo>
                    <a:pt x="2257175" y="2064974"/>
                  </a:lnTo>
                  <a:lnTo>
                    <a:pt x="2290966" y="1959835"/>
                  </a:lnTo>
                  <a:lnTo>
                    <a:pt x="2324720" y="1855056"/>
                  </a:lnTo>
                  <a:lnTo>
                    <a:pt x="2358380" y="1751185"/>
                  </a:lnTo>
                  <a:lnTo>
                    <a:pt x="2391892" y="1648754"/>
                  </a:lnTo>
                  <a:lnTo>
                    <a:pt x="2425212" y="1548263"/>
                  </a:lnTo>
                  <a:lnTo>
                    <a:pt x="2458304" y="1450170"/>
                  </a:lnTo>
                  <a:lnTo>
                    <a:pt x="2491144" y="1354886"/>
                  </a:lnTo>
                  <a:lnTo>
                    <a:pt x="2523721" y="1262766"/>
                  </a:lnTo>
                  <a:lnTo>
                    <a:pt x="2556039" y="1174105"/>
                  </a:lnTo>
                  <a:lnTo>
                    <a:pt x="2588120" y="1089138"/>
                  </a:lnTo>
                  <a:lnTo>
                    <a:pt x="2620004" y="1008038"/>
                  </a:lnTo>
                  <a:lnTo>
                    <a:pt x="2651750" y="930917"/>
                  </a:lnTo>
                  <a:lnTo>
                    <a:pt x="2683439" y="857831"/>
                  </a:lnTo>
                  <a:lnTo>
                    <a:pt x="2715173" y="788781"/>
                  </a:lnTo>
                  <a:lnTo>
                    <a:pt x="2747081" y="723719"/>
                  </a:lnTo>
                  <a:lnTo>
                    <a:pt x="2770117" y="679542"/>
                  </a:lnTo>
                  <a:lnTo>
                    <a:pt x="2814627" y="600977"/>
                  </a:lnTo>
                  <a:lnTo>
                    <a:pt x="2860458" y="529580"/>
                  </a:lnTo>
                  <a:lnTo>
                    <a:pt x="2908190" y="465061"/>
                  </a:lnTo>
                  <a:lnTo>
                    <a:pt x="2958479" y="406885"/>
                  </a:lnTo>
                  <a:lnTo>
                    <a:pt x="3012006" y="354425"/>
                  </a:lnTo>
                  <a:lnTo>
                    <a:pt x="3069429" y="307049"/>
                  </a:lnTo>
                  <a:lnTo>
                    <a:pt x="3131333" y="264177"/>
                  </a:lnTo>
                  <a:lnTo>
                    <a:pt x="3198160" y="225308"/>
                  </a:lnTo>
                  <a:lnTo>
                    <a:pt x="3270116" y="190044"/>
                  </a:lnTo>
                  <a:lnTo>
                    <a:pt x="3347060" y="158093"/>
                  </a:lnTo>
                  <a:lnTo>
                    <a:pt x="3428374" y="129277"/>
                  </a:lnTo>
                  <a:lnTo>
                    <a:pt x="3512836" y="103519"/>
                  </a:lnTo>
                  <a:lnTo>
                    <a:pt x="3598544" y="80825"/>
                  </a:lnTo>
                  <a:lnTo>
                    <a:pt x="3682922" y="61257"/>
                  </a:lnTo>
                  <a:lnTo>
                    <a:pt x="3762877" y="44879"/>
                  </a:lnTo>
                  <a:lnTo>
                    <a:pt x="3835131" y="31707"/>
                  </a:lnTo>
                  <a:lnTo>
                    <a:pt x="3896699" y="21651"/>
                  </a:lnTo>
                  <a:lnTo>
                    <a:pt x="3945416" y="14481"/>
                  </a:lnTo>
                  <a:lnTo>
                    <a:pt x="3980384" y="9823"/>
                  </a:lnTo>
                  <a:lnTo>
                    <a:pt x="4002214" y="7181"/>
                  </a:lnTo>
                  <a:lnTo>
                    <a:pt x="4013018" y="5989"/>
                  </a:lnTo>
                  <a:lnTo>
                    <a:pt x="4016244" y="5662"/>
                  </a:lnTo>
                  <a:lnTo>
                    <a:pt x="4016409" y="5647"/>
                  </a:lnTo>
                  <a:lnTo>
                    <a:pt x="4538543" y="5647"/>
                  </a:lnTo>
                  <a:lnTo>
                    <a:pt x="4539750" y="5705"/>
                  </a:lnTo>
                  <a:lnTo>
                    <a:pt x="4547652" y="6120"/>
                  </a:lnTo>
                  <a:lnTo>
                    <a:pt x="4567442" y="7267"/>
                  </a:lnTo>
                  <a:lnTo>
                    <a:pt x="4602489" y="9522"/>
                  </a:lnTo>
                  <a:lnTo>
                    <a:pt x="4654046" y="13218"/>
                  </a:lnTo>
                  <a:lnTo>
                    <a:pt x="4721175" y="18610"/>
                  </a:lnTo>
                  <a:lnTo>
                    <a:pt x="4801077" y="25850"/>
                  </a:lnTo>
                  <a:lnTo>
                    <a:pt x="4889780" y="34992"/>
                  </a:lnTo>
                  <a:lnTo>
                    <a:pt x="4982980" y="46018"/>
                  </a:lnTo>
                  <a:lnTo>
                    <a:pt x="5076752" y="58885"/>
                  </a:lnTo>
                  <a:lnTo>
                    <a:pt x="5168007" y="73563"/>
                  </a:lnTo>
                  <a:lnTo>
                    <a:pt x="5254651" y="90070"/>
                  </a:lnTo>
                  <a:lnTo>
                    <a:pt x="5335525" y="108494"/>
                  </a:lnTo>
                  <a:lnTo>
                    <a:pt x="5410239" y="128997"/>
                  </a:lnTo>
                  <a:lnTo>
                    <a:pt x="5478960" y="151821"/>
                  </a:lnTo>
                  <a:lnTo>
                    <a:pt x="5542224" y="177280"/>
                  </a:lnTo>
                  <a:lnTo>
                    <a:pt x="5600794" y="205751"/>
                  </a:lnTo>
                  <a:lnTo>
                    <a:pt x="5655540" y="237643"/>
                  </a:lnTo>
                  <a:lnTo>
                    <a:pt x="5707355" y="273358"/>
                  </a:lnTo>
                  <a:lnTo>
                    <a:pt x="5757086" y="313215"/>
                  </a:lnTo>
                  <a:lnTo>
                    <a:pt x="5784835" y="337889"/>
                  </a:lnTo>
                  <a:lnTo>
                    <a:pt x="5827001" y="378636"/>
                  </a:lnTo>
                  <a:lnTo>
                    <a:pt x="5868761" y="422753"/>
                  </a:lnTo>
                  <a:lnTo>
                    <a:pt x="5910421" y="470303"/>
                  </a:lnTo>
                  <a:lnTo>
                    <a:pt x="5952214" y="521281"/>
                  </a:lnTo>
                  <a:lnTo>
                    <a:pt x="5994303" y="575601"/>
                  </a:lnTo>
                  <a:lnTo>
                    <a:pt x="6036792" y="633088"/>
                  </a:lnTo>
                  <a:lnTo>
                    <a:pt x="6079729" y="693480"/>
                  </a:lnTo>
                  <a:lnTo>
                    <a:pt x="6123112" y="756423"/>
                  </a:lnTo>
                  <a:lnTo>
                    <a:pt x="6166899" y="821481"/>
                  </a:lnTo>
                  <a:lnTo>
                    <a:pt x="6211009" y="888141"/>
                  </a:lnTo>
                  <a:lnTo>
                    <a:pt x="6255335" y="955836"/>
                  </a:lnTo>
                  <a:lnTo>
                    <a:pt x="6299750" y="1023956"/>
                  </a:lnTo>
                  <a:lnTo>
                    <a:pt x="6344124" y="1091879"/>
                  </a:lnTo>
                  <a:lnTo>
                    <a:pt x="6388327" y="1158987"/>
                  </a:lnTo>
                  <a:lnTo>
                    <a:pt x="6432243" y="1224695"/>
                  </a:lnTo>
                  <a:lnTo>
                    <a:pt x="6475782" y="1288468"/>
                  </a:lnTo>
                  <a:lnTo>
                    <a:pt x="6518885" y="1349841"/>
                  </a:lnTo>
                  <a:lnTo>
                    <a:pt x="6561535" y="1408428"/>
                  </a:lnTo>
                  <a:lnTo>
                    <a:pt x="6603761" y="1463934"/>
                  </a:lnTo>
                  <a:lnTo>
                    <a:pt x="6645647" y="1516151"/>
                  </a:lnTo>
                  <a:lnTo>
                    <a:pt x="6687333" y="1564962"/>
                  </a:lnTo>
                  <a:lnTo>
                    <a:pt x="6729024" y="1610334"/>
                  </a:lnTo>
                  <a:lnTo>
                    <a:pt x="6771001" y="1652304"/>
                  </a:lnTo>
                  <a:lnTo>
                    <a:pt x="6786527" y="1666856"/>
                  </a:lnTo>
                  <a:lnTo>
                    <a:pt x="6835402" y="1709147"/>
                  </a:lnTo>
                  <a:lnTo>
                    <a:pt x="6885930" y="1747199"/>
                  </a:lnTo>
                  <a:lnTo>
                    <a:pt x="6938894" y="1781228"/>
                  </a:lnTo>
                  <a:lnTo>
                    <a:pt x="6995170" y="1811601"/>
                  </a:lnTo>
                  <a:lnTo>
                    <a:pt x="7055652" y="1838731"/>
                  </a:lnTo>
                  <a:lnTo>
                    <a:pt x="7121173" y="1863017"/>
                  </a:lnTo>
                  <a:lnTo>
                    <a:pt x="7192416" y="1884811"/>
                  </a:lnTo>
                  <a:lnTo>
                    <a:pt x="7269780" y="1904397"/>
                  </a:lnTo>
                  <a:lnTo>
                    <a:pt x="7353218" y="1921983"/>
                  </a:lnTo>
                  <a:lnTo>
                    <a:pt x="7442032" y="1937700"/>
                  </a:lnTo>
                  <a:lnTo>
                    <a:pt x="7534682" y="1951602"/>
                  </a:lnTo>
                  <a:lnTo>
                    <a:pt x="7628642" y="1963685"/>
                  </a:lnTo>
                  <a:lnTo>
                    <a:pt x="7720430" y="1973907"/>
                  </a:lnTo>
                  <a:lnTo>
                    <a:pt x="7805885" y="1982232"/>
                  </a:lnTo>
                  <a:lnTo>
                    <a:pt x="7880745" y="1988668"/>
                  </a:lnTo>
                  <a:lnTo>
                    <a:pt x="7941441" y="1993308"/>
                  </a:lnTo>
                  <a:lnTo>
                    <a:pt x="7985906" y="1996349"/>
                  </a:lnTo>
                  <a:lnTo>
                    <a:pt x="8014126" y="1998084"/>
                  </a:lnTo>
                  <a:lnTo>
                    <a:pt x="8028291" y="1998870"/>
                  </a:lnTo>
                  <a:lnTo>
                    <a:pt x="8032589" y="1999087"/>
                  </a:lnTo>
                  <a:lnTo>
                    <a:pt x="8032819" y="1999098"/>
                  </a:lnTo>
                  <a:lnTo>
                    <a:pt x="8554953" y="1999098"/>
                  </a:lnTo>
                  <a:lnTo>
                    <a:pt x="8554953" y="1993451"/>
                  </a:lnTo>
                  <a:lnTo>
                    <a:pt x="8032819" y="1993451"/>
                  </a:lnTo>
                  <a:lnTo>
                    <a:pt x="8031612" y="1993393"/>
                  </a:lnTo>
                  <a:lnTo>
                    <a:pt x="8023710" y="1992978"/>
                  </a:lnTo>
                  <a:lnTo>
                    <a:pt x="8003920" y="1991830"/>
                  </a:lnTo>
                  <a:lnTo>
                    <a:pt x="7968873" y="1989576"/>
                  </a:lnTo>
                  <a:lnTo>
                    <a:pt x="7917316" y="1985880"/>
                  </a:lnTo>
                  <a:lnTo>
                    <a:pt x="7850187" y="1980488"/>
                  </a:lnTo>
                  <a:lnTo>
                    <a:pt x="7770285" y="1973247"/>
                  </a:lnTo>
                  <a:lnTo>
                    <a:pt x="7681581" y="1964106"/>
                  </a:lnTo>
                  <a:lnTo>
                    <a:pt x="7588382" y="1953080"/>
                  </a:lnTo>
                  <a:lnTo>
                    <a:pt x="7494610" y="1940213"/>
                  </a:lnTo>
                  <a:lnTo>
                    <a:pt x="7403355" y="1925535"/>
                  </a:lnTo>
                  <a:lnTo>
                    <a:pt x="7316711" y="1909027"/>
                  </a:lnTo>
                  <a:lnTo>
                    <a:pt x="7235836" y="1890604"/>
                  </a:lnTo>
                  <a:lnTo>
                    <a:pt x="7161122" y="1870101"/>
                  </a:lnTo>
                  <a:lnTo>
                    <a:pt x="7092402" y="1847277"/>
                  </a:lnTo>
                  <a:lnTo>
                    <a:pt x="7029138" y="1821817"/>
                  </a:lnTo>
                  <a:lnTo>
                    <a:pt x="6970567" y="1793347"/>
                  </a:lnTo>
                  <a:lnTo>
                    <a:pt x="6915822" y="1761455"/>
                  </a:lnTo>
                  <a:lnTo>
                    <a:pt x="6864007" y="1725740"/>
                  </a:lnTo>
                  <a:lnTo>
                    <a:pt x="6814276" y="1685883"/>
                  </a:lnTo>
                  <a:lnTo>
                    <a:pt x="6786527" y="1661209"/>
                  </a:lnTo>
                  <a:lnTo>
                    <a:pt x="6744360" y="1620461"/>
                  </a:lnTo>
                  <a:lnTo>
                    <a:pt x="6702601" y="1576345"/>
                  </a:lnTo>
                  <a:lnTo>
                    <a:pt x="6660941" y="1528794"/>
                  </a:lnTo>
                  <a:lnTo>
                    <a:pt x="6619148" y="1477816"/>
                  </a:lnTo>
                  <a:lnTo>
                    <a:pt x="6577059" y="1423497"/>
                  </a:lnTo>
                  <a:lnTo>
                    <a:pt x="6534570" y="1366010"/>
                  </a:lnTo>
                  <a:lnTo>
                    <a:pt x="6491633" y="1305618"/>
                  </a:lnTo>
                  <a:lnTo>
                    <a:pt x="6448250" y="1242674"/>
                  </a:lnTo>
                  <a:lnTo>
                    <a:pt x="6404463" y="1177617"/>
                  </a:lnTo>
                  <a:lnTo>
                    <a:pt x="6360353" y="1110956"/>
                  </a:lnTo>
                  <a:lnTo>
                    <a:pt x="6316027" y="1043262"/>
                  </a:lnTo>
                  <a:lnTo>
                    <a:pt x="6271612" y="975141"/>
                  </a:lnTo>
                  <a:lnTo>
                    <a:pt x="6227238" y="907219"/>
                  </a:lnTo>
                  <a:lnTo>
                    <a:pt x="6183035" y="840111"/>
                  </a:lnTo>
                  <a:lnTo>
                    <a:pt x="6139119" y="774403"/>
                  </a:lnTo>
                  <a:lnTo>
                    <a:pt x="6095580" y="710630"/>
                  </a:lnTo>
                  <a:lnTo>
                    <a:pt x="6052477" y="649257"/>
                  </a:lnTo>
                  <a:lnTo>
                    <a:pt x="6009827" y="590669"/>
                  </a:lnTo>
                  <a:lnTo>
                    <a:pt x="5967601" y="535164"/>
                  </a:lnTo>
                  <a:lnTo>
                    <a:pt x="5925715" y="482947"/>
                  </a:lnTo>
                  <a:lnTo>
                    <a:pt x="5884029" y="434135"/>
                  </a:lnTo>
                  <a:lnTo>
                    <a:pt x="5842338" y="388764"/>
                  </a:lnTo>
                  <a:lnTo>
                    <a:pt x="5800361" y="346793"/>
                  </a:lnTo>
                  <a:lnTo>
                    <a:pt x="5784835" y="332241"/>
                  </a:lnTo>
                  <a:lnTo>
                    <a:pt x="5735960" y="289950"/>
                  </a:lnTo>
                  <a:lnTo>
                    <a:pt x="5685432" y="251899"/>
                  </a:lnTo>
                  <a:lnTo>
                    <a:pt x="5632468" y="217870"/>
                  </a:lnTo>
                  <a:lnTo>
                    <a:pt x="5576192" y="187497"/>
                  </a:lnTo>
                  <a:lnTo>
                    <a:pt x="5515710" y="160367"/>
                  </a:lnTo>
                  <a:lnTo>
                    <a:pt x="5450189" y="136080"/>
                  </a:lnTo>
                  <a:lnTo>
                    <a:pt x="5378946" y="114286"/>
                  </a:lnTo>
                  <a:lnTo>
                    <a:pt x="5301581" y="94701"/>
                  </a:lnTo>
                  <a:lnTo>
                    <a:pt x="5218144" y="77114"/>
                  </a:lnTo>
                  <a:lnTo>
                    <a:pt x="5129330" y="61398"/>
                  </a:lnTo>
                  <a:lnTo>
                    <a:pt x="5036680" y="47495"/>
                  </a:lnTo>
                  <a:lnTo>
                    <a:pt x="4942719" y="35413"/>
                  </a:lnTo>
                  <a:lnTo>
                    <a:pt x="4850931" y="25190"/>
                  </a:lnTo>
                  <a:lnTo>
                    <a:pt x="4765477" y="16866"/>
                  </a:lnTo>
                  <a:lnTo>
                    <a:pt x="4690617" y="10430"/>
                  </a:lnTo>
                  <a:lnTo>
                    <a:pt x="4629921" y="5790"/>
                  </a:lnTo>
                  <a:lnTo>
                    <a:pt x="4585455" y="2749"/>
                  </a:lnTo>
                  <a:lnTo>
                    <a:pt x="4557235" y="1014"/>
                  </a:lnTo>
                  <a:lnTo>
                    <a:pt x="4543071" y="227"/>
                  </a:lnTo>
                  <a:lnTo>
                    <a:pt x="4538773" y="10"/>
                  </a:lnTo>
                  <a:lnTo>
                    <a:pt x="4538543" y="0"/>
                  </a:lnTo>
                  <a:lnTo>
                    <a:pt x="4016409" y="0"/>
                  </a:lnTo>
                  <a:lnTo>
                    <a:pt x="4015489" y="89"/>
                  </a:lnTo>
                  <a:lnTo>
                    <a:pt x="4009430" y="725"/>
                  </a:lnTo>
                  <a:lnTo>
                    <a:pt x="3994126" y="2483"/>
                  </a:lnTo>
                  <a:lnTo>
                    <a:pt x="3966690" y="5945"/>
                  </a:lnTo>
                  <a:lnTo>
                    <a:pt x="3925657" y="11653"/>
                  </a:lnTo>
                  <a:lnTo>
                    <a:pt x="3871093" y="20055"/>
                  </a:lnTo>
                  <a:lnTo>
                    <a:pt x="3804497" y="31463"/>
                  </a:lnTo>
                  <a:lnTo>
                    <a:pt x="3728457" y="46042"/>
                  </a:lnTo>
                  <a:lnTo>
                    <a:pt x="3646154" y="63829"/>
                  </a:lnTo>
                  <a:lnTo>
                    <a:pt x="3560834" y="84781"/>
                  </a:lnTo>
                  <a:lnTo>
                    <a:pt x="3475395" y="108828"/>
                  </a:lnTo>
                  <a:lnTo>
                    <a:pt x="3392125" y="135929"/>
                  </a:lnTo>
                  <a:lnTo>
                    <a:pt x="3312622" y="166108"/>
                  </a:lnTo>
                  <a:lnTo>
                    <a:pt x="3237827" y="199488"/>
                  </a:lnTo>
                  <a:lnTo>
                    <a:pt x="3168134" y="236296"/>
                  </a:lnTo>
                  <a:lnTo>
                    <a:pt x="3103514" y="276870"/>
                  </a:lnTo>
                  <a:lnTo>
                    <a:pt x="3043646" y="321657"/>
                  </a:lnTo>
                  <a:lnTo>
                    <a:pt x="2988015" y="371194"/>
                  </a:lnTo>
                  <a:lnTo>
                    <a:pt x="2935996" y="426090"/>
                  </a:lnTo>
                  <a:lnTo>
                    <a:pt x="2886915" y="486982"/>
                  </a:lnTo>
                  <a:lnTo>
                    <a:pt x="2840097" y="554472"/>
                  </a:lnTo>
                  <a:lnTo>
                    <a:pt x="2794913" y="629007"/>
                  </a:lnTo>
                  <a:lnTo>
                    <a:pt x="2770117" y="673895"/>
                  </a:lnTo>
                  <a:lnTo>
                    <a:pt x="2737989" y="736156"/>
                  </a:lnTo>
                  <a:lnTo>
                    <a:pt x="2706145" y="802343"/>
                  </a:lnTo>
                  <a:lnTo>
                    <a:pt x="2674436" y="872537"/>
                  </a:lnTo>
                  <a:lnTo>
                    <a:pt x="2642741" y="946772"/>
                  </a:lnTo>
                  <a:lnTo>
                    <a:pt x="2610963" y="1025031"/>
                  </a:lnTo>
                  <a:lnTo>
                    <a:pt x="2579028" y="1107244"/>
                  </a:lnTo>
                  <a:lnTo>
                    <a:pt x="2546882" y="1193281"/>
                  </a:lnTo>
                  <a:lnTo>
                    <a:pt x="2514492" y="1282951"/>
                  </a:lnTo>
                  <a:lnTo>
                    <a:pt x="2481840" y="1376003"/>
                  </a:lnTo>
                  <a:lnTo>
                    <a:pt x="2448927" y="1472124"/>
                  </a:lnTo>
                  <a:lnTo>
                    <a:pt x="2415767" y="1570942"/>
                  </a:lnTo>
                  <a:lnTo>
                    <a:pt x="2382388" y="1672033"/>
                  </a:lnTo>
                  <a:lnTo>
                    <a:pt x="2348829" y="1774925"/>
                  </a:lnTo>
                  <a:lnTo>
                    <a:pt x="2315138" y="1879109"/>
                  </a:lnTo>
                  <a:lnTo>
                    <a:pt x="2281367" y="1984047"/>
                  </a:lnTo>
                  <a:lnTo>
                    <a:pt x="2247576" y="2089185"/>
                  </a:lnTo>
                  <a:lnTo>
                    <a:pt x="2213822" y="2193965"/>
                  </a:lnTo>
                  <a:lnTo>
                    <a:pt x="2180163" y="2297836"/>
                  </a:lnTo>
                  <a:lnTo>
                    <a:pt x="2146650" y="2400267"/>
                  </a:lnTo>
                  <a:lnTo>
                    <a:pt x="2113330" y="2500758"/>
                  </a:lnTo>
                  <a:lnTo>
                    <a:pt x="2080238" y="2598851"/>
                  </a:lnTo>
                  <a:lnTo>
                    <a:pt x="2047398" y="2694135"/>
                  </a:lnTo>
                  <a:lnTo>
                    <a:pt x="2014822" y="2786255"/>
                  </a:lnTo>
                  <a:lnTo>
                    <a:pt x="1982503" y="2874916"/>
                  </a:lnTo>
                  <a:lnTo>
                    <a:pt x="1950422" y="2959883"/>
                  </a:lnTo>
                  <a:lnTo>
                    <a:pt x="1918538" y="3040983"/>
                  </a:lnTo>
                  <a:lnTo>
                    <a:pt x="1886792" y="3118103"/>
                  </a:lnTo>
                  <a:lnTo>
                    <a:pt x="1855103" y="3191190"/>
                  </a:lnTo>
                  <a:lnTo>
                    <a:pt x="1823369" y="3260240"/>
                  </a:lnTo>
                  <a:lnTo>
                    <a:pt x="1791461" y="3325302"/>
                  </a:lnTo>
                  <a:lnTo>
                    <a:pt x="1768425" y="3369478"/>
                  </a:lnTo>
                  <a:lnTo>
                    <a:pt x="1723915" y="3448044"/>
                  </a:lnTo>
                  <a:lnTo>
                    <a:pt x="1678084" y="3519440"/>
                  </a:lnTo>
                  <a:lnTo>
                    <a:pt x="1630352" y="3583960"/>
                  </a:lnTo>
                  <a:lnTo>
                    <a:pt x="1580063" y="3642136"/>
                  </a:lnTo>
                  <a:lnTo>
                    <a:pt x="1526536" y="3694596"/>
                  </a:lnTo>
                  <a:lnTo>
                    <a:pt x="1469113" y="3741971"/>
                  </a:lnTo>
                  <a:lnTo>
                    <a:pt x="1407209" y="3784844"/>
                  </a:lnTo>
                  <a:lnTo>
                    <a:pt x="1340382" y="3823713"/>
                  </a:lnTo>
                  <a:lnTo>
                    <a:pt x="1268426" y="3858977"/>
                  </a:lnTo>
                  <a:lnTo>
                    <a:pt x="1191482" y="3890927"/>
                  </a:lnTo>
                  <a:lnTo>
                    <a:pt x="1110169" y="3919743"/>
                  </a:lnTo>
                  <a:lnTo>
                    <a:pt x="1025706" y="3945502"/>
                  </a:lnTo>
                  <a:lnTo>
                    <a:pt x="939998" y="3968195"/>
                  </a:lnTo>
                  <a:lnTo>
                    <a:pt x="855620" y="3987764"/>
                  </a:lnTo>
                  <a:lnTo>
                    <a:pt x="775665" y="4004141"/>
                  </a:lnTo>
                  <a:lnTo>
                    <a:pt x="703411" y="4017314"/>
                  </a:lnTo>
                  <a:lnTo>
                    <a:pt x="641843" y="4027370"/>
                  </a:lnTo>
                  <a:lnTo>
                    <a:pt x="593127" y="4034540"/>
                  </a:lnTo>
                  <a:lnTo>
                    <a:pt x="558158" y="4039198"/>
                  </a:lnTo>
                  <a:lnTo>
                    <a:pt x="536329" y="4041840"/>
                  </a:lnTo>
                  <a:lnTo>
                    <a:pt x="525524" y="4043032"/>
                  </a:lnTo>
                  <a:lnTo>
                    <a:pt x="522298" y="4043358"/>
                  </a:lnTo>
                  <a:lnTo>
                    <a:pt x="522133" y="4043374"/>
                  </a:lnTo>
                  <a:lnTo>
                    <a:pt x="0" y="4043374"/>
                  </a:lnTo>
                  <a:close/>
                </a:path>
              </a:pathLst>
            </a:custGeom>
            <a:solidFill>
              <a:srgbClr val="9E9E9E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1689" name="pl1689"/>
            <p:cNvSpPr/>
            <p:nvPr/>
          </p:nvSpPr>
          <p:spPr>
            <a:xfrm>
              <a:off x="386606" y="1298488"/>
              <a:ext cx="8554953" cy="4043374"/>
            </a:xfrm>
            <a:custGeom>
              <a:avLst/>
              <a:pathLst>
                <a:path w="8554953" h="4043374">
                  <a:moveTo>
                    <a:pt x="0" y="4043374"/>
                  </a:moveTo>
                  <a:lnTo>
                    <a:pt x="522133" y="4043374"/>
                  </a:lnTo>
                  <a:lnTo>
                    <a:pt x="523053" y="4043285"/>
                  </a:lnTo>
                  <a:lnTo>
                    <a:pt x="529112" y="4042649"/>
                  </a:lnTo>
                  <a:lnTo>
                    <a:pt x="544416" y="4040891"/>
                  </a:lnTo>
                  <a:lnTo>
                    <a:pt x="571852" y="4037428"/>
                  </a:lnTo>
                  <a:lnTo>
                    <a:pt x="612885" y="4031720"/>
                  </a:lnTo>
                  <a:lnTo>
                    <a:pt x="667449" y="4023318"/>
                  </a:lnTo>
                  <a:lnTo>
                    <a:pt x="734046" y="4011911"/>
                  </a:lnTo>
                  <a:lnTo>
                    <a:pt x="810085" y="3997332"/>
                  </a:lnTo>
                  <a:lnTo>
                    <a:pt x="892389" y="3979544"/>
                  </a:lnTo>
                  <a:lnTo>
                    <a:pt x="977708" y="3958592"/>
                  </a:lnTo>
                  <a:lnTo>
                    <a:pt x="1063147" y="3934545"/>
                  </a:lnTo>
                  <a:lnTo>
                    <a:pt x="1146417" y="3907445"/>
                  </a:lnTo>
                  <a:lnTo>
                    <a:pt x="1225920" y="3877265"/>
                  </a:lnTo>
                  <a:lnTo>
                    <a:pt x="1300715" y="3843886"/>
                  </a:lnTo>
                  <a:lnTo>
                    <a:pt x="1370409" y="3807078"/>
                  </a:lnTo>
                  <a:lnTo>
                    <a:pt x="1435028" y="3766503"/>
                  </a:lnTo>
                  <a:lnTo>
                    <a:pt x="1494896" y="3721716"/>
                  </a:lnTo>
                  <a:lnTo>
                    <a:pt x="1550527" y="3672179"/>
                  </a:lnTo>
                  <a:lnTo>
                    <a:pt x="1602546" y="3617284"/>
                  </a:lnTo>
                  <a:lnTo>
                    <a:pt x="1651627" y="3556391"/>
                  </a:lnTo>
                  <a:lnTo>
                    <a:pt x="1698445" y="3488902"/>
                  </a:lnTo>
                  <a:lnTo>
                    <a:pt x="1743629" y="3414366"/>
                  </a:lnTo>
                  <a:lnTo>
                    <a:pt x="1768425" y="3369478"/>
                  </a:lnTo>
                  <a:lnTo>
                    <a:pt x="1800553" y="3307218"/>
                  </a:lnTo>
                  <a:lnTo>
                    <a:pt x="1832397" y="3241030"/>
                  </a:lnTo>
                  <a:lnTo>
                    <a:pt x="1864106" y="3170836"/>
                  </a:lnTo>
                  <a:lnTo>
                    <a:pt x="1895801" y="3096601"/>
                  </a:lnTo>
                  <a:lnTo>
                    <a:pt x="1927579" y="3018342"/>
                  </a:lnTo>
                  <a:lnTo>
                    <a:pt x="1959514" y="2936129"/>
                  </a:lnTo>
                  <a:lnTo>
                    <a:pt x="1991660" y="2850093"/>
                  </a:lnTo>
                  <a:lnTo>
                    <a:pt x="2024050" y="2760422"/>
                  </a:lnTo>
                  <a:lnTo>
                    <a:pt x="2056702" y="2667370"/>
                  </a:lnTo>
                  <a:lnTo>
                    <a:pt x="2089615" y="2571250"/>
                  </a:lnTo>
                  <a:lnTo>
                    <a:pt x="2122775" y="2472432"/>
                  </a:lnTo>
                  <a:lnTo>
                    <a:pt x="2156154" y="2371341"/>
                  </a:lnTo>
                  <a:lnTo>
                    <a:pt x="2189713" y="2268449"/>
                  </a:lnTo>
                  <a:lnTo>
                    <a:pt x="2223405" y="2164265"/>
                  </a:lnTo>
                  <a:lnTo>
                    <a:pt x="2257175" y="2059326"/>
                  </a:lnTo>
                  <a:lnTo>
                    <a:pt x="2290966" y="1954188"/>
                  </a:lnTo>
                  <a:lnTo>
                    <a:pt x="2324720" y="1849408"/>
                  </a:lnTo>
                  <a:lnTo>
                    <a:pt x="2358380" y="1745538"/>
                  </a:lnTo>
                  <a:lnTo>
                    <a:pt x="2391892" y="1643107"/>
                  </a:lnTo>
                  <a:lnTo>
                    <a:pt x="2425212" y="1542616"/>
                  </a:lnTo>
                  <a:lnTo>
                    <a:pt x="2458304" y="1444523"/>
                  </a:lnTo>
                  <a:lnTo>
                    <a:pt x="2491144" y="1349239"/>
                  </a:lnTo>
                  <a:lnTo>
                    <a:pt x="2523721" y="1257119"/>
                  </a:lnTo>
                  <a:lnTo>
                    <a:pt x="2556039" y="1168458"/>
                  </a:lnTo>
                  <a:lnTo>
                    <a:pt x="2588120" y="1083491"/>
                  </a:lnTo>
                  <a:lnTo>
                    <a:pt x="2620004" y="1002391"/>
                  </a:lnTo>
                  <a:lnTo>
                    <a:pt x="2651750" y="925270"/>
                  </a:lnTo>
                  <a:lnTo>
                    <a:pt x="2683439" y="852184"/>
                  </a:lnTo>
                  <a:lnTo>
                    <a:pt x="2715173" y="783134"/>
                  </a:lnTo>
                  <a:lnTo>
                    <a:pt x="2747081" y="718072"/>
                  </a:lnTo>
                  <a:lnTo>
                    <a:pt x="2770117" y="673895"/>
                  </a:lnTo>
                  <a:lnTo>
                    <a:pt x="2814627" y="595330"/>
                  </a:lnTo>
                  <a:lnTo>
                    <a:pt x="2860458" y="523933"/>
                  </a:lnTo>
                  <a:lnTo>
                    <a:pt x="2908190" y="459414"/>
                  </a:lnTo>
                  <a:lnTo>
                    <a:pt x="2958479" y="401238"/>
                  </a:lnTo>
                  <a:lnTo>
                    <a:pt x="3012006" y="348778"/>
                  </a:lnTo>
                  <a:lnTo>
                    <a:pt x="3069429" y="301402"/>
                  </a:lnTo>
                  <a:lnTo>
                    <a:pt x="3131333" y="258530"/>
                  </a:lnTo>
                  <a:lnTo>
                    <a:pt x="3198160" y="219661"/>
                  </a:lnTo>
                  <a:lnTo>
                    <a:pt x="3270116" y="184396"/>
                  </a:lnTo>
                  <a:lnTo>
                    <a:pt x="3347060" y="152446"/>
                  </a:lnTo>
                  <a:lnTo>
                    <a:pt x="3428374" y="123630"/>
                  </a:lnTo>
                  <a:lnTo>
                    <a:pt x="3512836" y="97872"/>
                  </a:lnTo>
                  <a:lnTo>
                    <a:pt x="3598544" y="75178"/>
                  </a:lnTo>
                  <a:lnTo>
                    <a:pt x="3682922" y="55610"/>
                  </a:lnTo>
                  <a:lnTo>
                    <a:pt x="3762877" y="39232"/>
                  </a:lnTo>
                  <a:lnTo>
                    <a:pt x="3835131" y="26060"/>
                  </a:lnTo>
                  <a:lnTo>
                    <a:pt x="3896699" y="16003"/>
                  </a:lnTo>
                  <a:lnTo>
                    <a:pt x="3945416" y="8834"/>
                  </a:lnTo>
                  <a:lnTo>
                    <a:pt x="3980384" y="4176"/>
                  </a:lnTo>
                  <a:lnTo>
                    <a:pt x="4002214" y="1534"/>
                  </a:lnTo>
                  <a:lnTo>
                    <a:pt x="4013018" y="341"/>
                  </a:lnTo>
                  <a:lnTo>
                    <a:pt x="4016244" y="15"/>
                  </a:lnTo>
                  <a:lnTo>
                    <a:pt x="4016409" y="0"/>
                  </a:lnTo>
                  <a:lnTo>
                    <a:pt x="4538543" y="0"/>
                  </a:lnTo>
                  <a:lnTo>
                    <a:pt x="4539750" y="58"/>
                  </a:lnTo>
                  <a:lnTo>
                    <a:pt x="4547652" y="473"/>
                  </a:lnTo>
                  <a:lnTo>
                    <a:pt x="4567442" y="1620"/>
                  </a:lnTo>
                  <a:lnTo>
                    <a:pt x="4602489" y="3875"/>
                  </a:lnTo>
                  <a:lnTo>
                    <a:pt x="4654046" y="7571"/>
                  </a:lnTo>
                  <a:lnTo>
                    <a:pt x="4721175" y="12963"/>
                  </a:lnTo>
                  <a:lnTo>
                    <a:pt x="4801077" y="20203"/>
                  </a:lnTo>
                  <a:lnTo>
                    <a:pt x="4889780" y="29345"/>
                  </a:lnTo>
                  <a:lnTo>
                    <a:pt x="4982980" y="40371"/>
                  </a:lnTo>
                  <a:lnTo>
                    <a:pt x="5076752" y="53237"/>
                  </a:lnTo>
                  <a:lnTo>
                    <a:pt x="5168007" y="67915"/>
                  </a:lnTo>
                  <a:lnTo>
                    <a:pt x="5254651" y="84423"/>
                  </a:lnTo>
                  <a:lnTo>
                    <a:pt x="5335525" y="102847"/>
                  </a:lnTo>
                  <a:lnTo>
                    <a:pt x="5410239" y="123349"/>
                  </a:lnTo>
                  <a:lnTo>
                    <a:pt x="5478960" y="146173"/>
                  </a:lnTo>
                  <a:lnTo>
                    <a:pt x="5542224" y="171633"/>
                  </a:lnTo>
                  <a:lnTo>
                    <a:pt x="5600794" y="200104"/>
                  </a:lnTo>
                  <a:lnTo>
                    <a:pt x="5655540" y="231995"/>
                  </a:lnTo>
                  <a:lnTo>
                    <a:pt x="5707355" y="267711"/>
                  </a:lnTo>
                  <a:lnTo>
                    <a:pt x="5757086" y="307568"/>
                  </a:lnTo>
                  <a:lnTo>
                    <a:pt x="5784835" y="332241"/>
                  </a:lnTo>
                  <a:lnTo>
                    <a:pt x="5827001" y="372989"/>
                  </a:lnTo>
                  <a:lnTo>
                    <a:pt x="5868761" y="417106"/>
                  </a:lnTo>
                  <a:lnTo>
                    <a:pt x="5910421" y="464656"/>
                  </a:lnTo>
                  <a:lnTo>
                    <a:pt x="5952214" y="515634"/>
                  </a:lnTo>
                  <a:lnTo>
                    <a:pt x="5994303" y="569953"/>
                  </a:lnTo>
                  <a:lnTo>
                    <a:pt x="6036792" y="627441"/>
                  </a:lnTo>
                  <a:lnTo>
                    <a:pt x="6079729" y="687833"/>
                  </a:lnTo>
                  <a:lnTo>
                    <a:pt x="6123112" y="750776"/>
                  </a:lnTo>
                  <a:lnTo>
                    <a:pt x="6166899" y="815834"/>
                  </a:lnTo>
                  <a:lnTo>
                    <a:pt x="6211009" y="882494"/>
                  </a:lnTo>
                  <a:lnTo>
                    <a:pt x="6255335" y="950189"/>
                  </a:lnTo>
                  <a:lnTo>
                    <a:pt x="6299750" y="1018309"/>
                  </a:lnTo>
                  <a:lnTo>
                    <a:pt x="6344124" y="1086231"/>
                  </a:lnTo>
                  <a:lnTo>
                    <a:pt x="6388327" y="1153339"/>
                  </a:lnTo>
                  <a:lnTo>
                    <a:pt x="6432243" y="1219047"/>
                  </a:lnTo>
                  <a:lnTo>
                    <a:pt x="6475782" y="1282821"/>
                  </a:lnTo>
                  <a:lnTo>
                    <a:pt x="6518885" y="1344193"/>
                  </a:lnTo>
                  <a:lnTo>
                    <a:pt x="6561535" y="1402781"/>
                  </a:lnTo>
                  <a:lnTo>
                    <a:pt x="6603761" y="1458286"/>
                  </a:lnTo>
                  <a:lnTo>
                    <a:pt x="6645647" y="1510504"/>
                  </a:lnTo>
                  <a:lnTo>
                    <a:pt x="6687333" y="1559315"/>
                  </a:lnTo>
                  <a:lnTo>
                    <a:pt x="6729024" y="1604686"/>
                  </a:lnTo>
                  <a:lnTo>
                    <a:pt x="6771001" y="1646657"/>
                  </a:lnTo>
                  <a:lnTo>
                    <a:pt x="6786527" y="1661209"/>
                  </a:lnTo>
                  <a:lnTo>
                    <a:pt x="6835402" y="1703500"/>
                  </a:lnTo>
                  <a:lnTo>
                    <a:pt x="6885930" y="1741551"/>
                  </a:lnTo>
                  <a:lnTo>
                    <a:pt x="6938894" y="1775580"/>
                  </a:lnTo>
                  <a:lnTo>
                    <a:pt x="6995170" y="1805954"/>
                  </a:lnTo>
                  <a:lnTo>
                    <a:pt x="7055652" y="1833084"/>
                  </a:lnTo>
                  <a:lnTo>
                    <a:pt x="7121173" y="1857370"/>
                  </a:lnTo>
                  <a:lnTo>
                    <a:pt x="7192416" y="1879164"/>
                  </a:lnTo>
                  <a:lnTo>
                    <a:pt x="7269780" y="1898750"/>
                  </a:lnTo>
                  <a:lnTo>
                    <a:pt x="7353218" y="1916336"/>
                  </a:lnTo>
                  <a:lnTo>
                    <a:pt x="7442032" y="1932053"/>
                  </a:lnTo>
                  <a:lnTo>
                    <a:pt x="7534682" y="1945955"/>
                  </a:lnTo>
                  <a:lnTo>
                    <a:pt x="7628642" y="1958037"/>
                  </a:lnTo>
                  <a:lnTo>
                    <a:pt x="7720430" y="1968260"/>
                  </a:lnTo>
                  <a:lnTo>
                    <a:pt x="7805885" y="1976585"/>
                  </a:lnTo>
                  <a:lnTo>
                    <a:pt x="7880745" y="1983021"/>
                  </a:lnTo>
                  <a:lnTo>
                    <a:pt x="7941441" y="1987660"/>
                  </a:lnTo>
                  <a:lnTo>
                    <a:pt x="7985906" y="1990701"/>
                  </a:lnTo>
                  <a:lnTo>
                    <a:pt x="8014126" y="1992437"/>
                  </a:lnTo>
                  <a:lnTo>
                    <a:pt x="8028291" y="1993223"/>
                  </a:lnTo>
                  <a:lnTo>
                    <a:pt x="8032589" y="1993440"/>
                  </a:lnTo>
                  <a:lnTo>
                    <a:pt x="8032819" y="1993451"/>
                  </a:lnTo>
                  <a:lnTo>
                    <a:pt x="8554953" y="1993451"/>
                  </a:lnTo>
                  <a:lnTo>
                    <a:pt x="8554953" y="1993451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690" name="pl1690"/>
            <p:cNvSpPr/>
            <p:nvPr/>
          </p:nvSpPr>
          <p:spPr>
            <a:xfrm>
              <a:off x="386606" y="1292841"/>
              <a:ext cx="8554953" cy="4043374"/>
            </a:xfrm>
            <a:custGeom>
              <a:avLst/>
              <a:pathLst>
                <a:path w="8554953" h="4043374">
                  <a:moveTo>
                    <a:pt x="8554953" y="1993451"/>
                  </a:moveTo>
                  <a:lnTo>
                    <a:pt x="8032819" y="1993451"/>
                  </a:lnTo>
                  <a:lnTo>
                    <a:pt x="8031612" y="1993393"/>
                  </a:lnTo>
                  <a:lnTo>
                    <a:pt x="8023710" y="1992978"/>
                  </a:lnTo>
                  <a:lnTo>
                    <a:pt x="8003920" y="1991830"/>
                  </a:lnTo>
                  <a:lnTo>
                    <a:pt x="7968873" y="1989576"/>
                  </a:lnTo>
                  <a:lnTo>
                    <a:pt x="7917316" y="1985880"/>
                  </a:lnTo>
                  <a:lnTo>
                    <a:pt x="7850187" y="1980488"/>
                  </a:lnTo>
                  <a:lnTo>
                    <a:pt x="7770285" y="1973247"/>
                  </a:lnTo>
                  <a:lnTo>
                    <a:pt x="7681581" y="1964106"/>
                  </a:lnTo>
                  <a:lnTo>
                    <a:pt x="7588382" y="1953080"/>
                  </a:lnTo>
                  <a:lnTo>
                    <a:pt x="7494610" y="1940213"/>
                  </a:lnTo>
                  <a:lnTo>
                    <a:pt x="7403355" y="1925535"/>
                  </a:lnTo>
                  <a:lnTo>
                    <a:pt x="7316711" y="1909027"/>
                  </a:lnTo>
                  <a:lnTo>
                    <a:pt x="7235836" y="1890604"/>
                  </a:lnTo>
                  <a:lnTo>
                    <a:pt x="7161122" y="1870101"/>
                  </a:lnTo>
                  <a:lnTo>
                    <a:pt x="7092402" y="1847277"/>
                  </a:lnTo>
                  <a:lnTo>
                    <a:pt x="7029138" y="1821817"/>
                  </a:lnTo>
                  <a:lnTo>
                    <a:pt x="6970567" y="1793347"/>
                  </a:lnTo>
                  <a:lnTo>
                    <a:pt x="6915822" y="1761455"/>
                  </a:lnTo>
                  <a:lnTo>
                    <a:pt x="6864007" y="1725740"/>
                  </a:lnTo>
                  <a:lnTo>
                    <a:pt x="6814276" y="1685883"/>
                  </a:lnTo>
                  <a:lnTo>
                    <a:pt x="6786527" y="1661209"/>
                  </a:lnTo>
                  <a:lnTo>
                    <a:pt x="6744360" y="1620461"/>
                  </a:lnTo>
                  <a:lnTo>
                    <a:pt x="6702601" y="1576345"/>
                  </a:lnTo>
                  <a:lnTo>
                    <a:pt x="6660941" y="1528794"/>
                  </a:lnTo>
                  <a:lnTo>
                    <a:pt x="6619148" y="1477816"/>
                  </a:lnTo>
                  <a:lnTo>
                    <a:pt x="6577059" y="1423497"/>
                  </a:lnTo>
                  <a:lnTo>
                    <a:pt x="6534570" y="1366010"/>
                  </a:lnTo>
                  <a:lnTo>
                    <a:pt x="6491633" y="1305618"/>
                  </a:lnTo>
                  <a:lnTo>
                    <a:pt x="6448250" y="1242674"/>
                  </a:lnTo>
                  <a:lnTo>
                    <a:pt x="6404463" y="1177617"/>
                  </a:lnTo>
                  <a:lnTo>
                    <a:pt x="6360353" y="1110956"/>
                  </a:lnTo>
                  <a:lnTo>
                    <a:pt x="6316027" y="1043262"/>
                  </a:lnTo>
                  <a:lnTo>
                    <a:pt x="6271612" y="975141"/>
                  </a:lnTo>
                  <a:lnTo>
                    <a:pt x="6227238" y="907219"/>
                  </a:lnTo>
                  <a:lnTo>
                    <a:pt x="6183035" y="840111"/>
                  </a:lnTo>
                  <a:lnTo>
                    <a:pt x="6139119" y="774403"/>
                  </a:lnTo>
                  <a:lnTo>
                    <a:pt x="6095580" y="710630"/>
                  </a:lnTo>
                  <a:lnTo>
                    <a:pt x="6052477" y="649257"/>
                  </a:lnTo>
                  <a:lnTo>
                    <a:pt x="6009827" y="590669"/>
                  </a:lnTo>
                  <a:lnTo>
                    <a:pt x="5967601" y="535164"/>
                  </a:lnTo>
                  <a:lnTo>
                    <a:pt x="5925715" y="482947"/>
                  </a:lnTo>
                  <a:lnTo>
                    <a:pt x="5884029" y="434135"/>
                  </a:lnTo>
                  <a:lnTo>
                    <a:pt x="5842338" y="388764"/>
                  </a:lnTo>
                  <a:lnTo>
                    <a:pt x="5800361" y="346793"/>
                  </a:lnTo>
                  <a:lnTo>
                    <a:pt x="5784835" y="332241"/>
                  </a:lnTo>
                  <a:lnTo>
                    <a:pt x="5735960" y="289950"/>
                  </a:lnTo>
                  <a:lnTo>
                    <a:pt x="5685432" y="251899"/>
                  </a:lnTo>
                  <a:lnTo>
                    <a:pt x="5632468" y="217870"/>
                  </a:lnTo>
                  <a:lnTo>
                    <a:pt x="5576192" y="187497"/>
                  </a:lnTo>
                  <a:lnTo>
                    <a:pt x="5515710" y="160367"/>
                  </a:lnTo>
                  <a:lnTo>
                    <a:pt x="5450189" y="136080"/>
                  </a:lnTo>
                  <a:lnTo>
                    <a:pt x="5378946" y="114286"/>
                  </a:lnTo>
                  <a:lnTo>
                    <a:pt x="5301581" y="94701"/>
                  </a:lnTo>
                  <a:lnTo>
                    <a:pt x="5218144" y="77114"/>
                  </a:lnTo>
                  <a:lnTo>
                    <a:pt x="5129330" y="61398"/>
                  </a:lnTo>
                  <a:lnTo>
                    <a:pt x="5036680" y="47495"/>
                  </a:lnTo>
                  <a:lnTo>
                    <a:pt x="4942719" y="35413"/>
                  </a:lnTo>
                  <a:lnTo>
                    <a:pt x="4850931" y="25190"/>
                  </a:lnTo>
                  <a:lnTo>
                    <a:pt x="4765477" y="16866"/>
                  </a:lnTo>
                  <a:lnTo>
                    <a:pt x="4690617" y="10430"/>
                  </a:lnTo>
                  <a:lnTo>
                    <a:pt x="4629921" y="5790"/>
                  </a:lnTo>
                  <a:lnTo>
                    <a:pt x="4585455" y="2749"/>
                  </a:lnTo>
                  <a:lnTo>
                    <a:pt x="4557235" y="1014"/>
                  </a:lnTo>
                  <a:lnTo>
                    <a:pt x="4543071" y="227"/>
                  </a:lnTo>
                  <a:lnTo>
                    <a:pt x="4538773" y="10"/>
                  </a:lnTo>
                  <a:lnTo>
                    <a:pt x="4538543" y="0"/>
                  </a:lnTo>
                  <a:lnTo>
                    <a:pt x="4016409" y="0"/>
                  </a:lnTo>
                  <a:lnTo>
                    <a:pt x="4015489" y="89"/>
                  </a:lnTo>
                  <a:lnTo>
                    <a:pt x="4009430" y="725"/>
                  </a:lnTo>
                  <a:lnTo>
                    <a:pt x="3994126" y="2483"/>
                  </a:lnTo>
                  <a:lnTo>
                    <a:pt x="3966690" y="5945"/>
                  </a:lnTo>
                  <a:lnTo>
                    <a:pt x="3925657" y="11653"/>
                  </a:lnTo>
                  <a:lnTo>
                    <a:pt x="3871093" y="20055"/>
                  </a:lnTo>
                  <a:lnTo>
                    <a:pt x="3804497" y="31463"/>
                  </a:lnTo>
                  <a:lnTo>
                    <a:pt x="3728457" y="46042"/>
                  </a:lnTo>
                  <a:lnTo>
                    <a:pt x="3646154" y="63829"/>
                  </a:lnTo>
                  <a:lnTo>
                    <a:pt x="3560834" y="84781"/>
                  </a:lnTo>
                  <a:lnTo>
                    <a:pt x="3475395" y="108828"/>
                  </a:lnTo>
                  <a:lnTo>
                    <a:pt x="3392125" y="135929"/>
                  </a:lnTo>
                  <a:lnTo>
                    <a:pt x="3312622" y="166108"/>
                  </a:lnTo>
                  <a:lnTo>
                    <a:pt x="3237827" y="199488"/>
                  </a:lnTo>
                  <a:lnTo>
                    <a:pt x="3168134" y="236296"/>
                  </a:lnTo>
                  <a:lnTo>
                    <a:pt x="3103514" y="276870"/>
                  </a:lnTo>
                  <a:lnTo>
                    <a:pt x="3043646" y="321657"/>
                  </a:lnTo>
                  <a:lnTo>
                    <a:pt x="2988015" y="371194"/>
                  </a:lnTo>
                  <a:lnTo>
                    <a:pt x="2935996" y="426090"/>
                  </a:lnTo>
                  <a:lnTo>
                    <a:pt x="2886915" y="486982"/>
                  </a:lnTo>
                  <a:lnTo>
                    <a:pt x="2840097" y="554472"/>
                  </a:lnTo>
                  <a:lnTo>
                    <a:pt x="2794913" y="629007"/>
                  </a:lnTo>
                  <a:lnTo>
                    <a:pt x="2770117" y="673895"/>
                  </a:lnTo>
                  <a:lnTo>
                    <a:pt x="2737989" y="736156"/>
                  </a:lnTo>
                  <a:lnTo>
                    <a:pt x="2706145" y="802343"/>
                  </a:lnTo>
                  <a:lnTo>
                    <a:pt x="2674436" y="872537"/>
                  </a:lnTo>
                  <a:lnTo>
                    <a:pt x="2642741" y="946772"/>
                  </a:lnTo>
                  <a:lnTo>
                    <a:pt x="2610963" y="1025031"/>
                  </a:lnTo>
                  <a:lnTo>
                    <a:pt x="2579028" y="1107244"/>
                  </a:lnTo>
                  <a:lnTo>
                    <a:pt x="2546882" y="1193281"/>
                  </a:lnTo>
                  <a:lnTo>
                    <a:pt x="2514492" y="1282951"/>
                  </a:lnTo>
                  <a:lnTo>
                    <a:pt x="2481840" y="1376003"/>
                  </a:lnTo>
                  <a:lnTo>
                    <a:pt x="2448927" y="1472124"/>
                  </a:lnTo>
                  <a:lnTo>
                    <a:pt x="2415767" y="1570942"/>
                  </a:lnTo>
                  <a:lnTo>
                    <a:pt x="2382388" y="1672033"/>
                  </a:lnTo>
                  <a:lnTo>
                    <a:pt x="2348829" y="1774925"/>
                  </a:lnTo>
                  <a:lnTo>
                    <a:pt x="2315138" y="1879109"/>
                  </a:lnTo>
                  <a:lnTo>
                    <a:pt x="2281367" y="1984047"/>
                  </a:lnTo>
                  <a:lnTo>
                    <a:pt x="2247576" y="2089185"/>
                  </a:lnTo>
                  <a:lnTo>
                    <a:pt x="2213822" y="2193965"/>
                  </a:lnTo>
                  <a:lnTo>
                    <a:pt x="2180163" y="2297836"/>
                  </a:lnTo>
                  <a:lnTo>
                    <a:pt x="2146650" y="2400267"/>
                  </a:lnTo>
                  <a:lnTo>
                    <a:pt x="2113330" y="2500758"/>
                  </a:lnTo>
                  <a:lnTo>
                    <a:pt x="2080238" y="2598851"/>
                  </a:lnTo>
                  <a:lnTo>
                    <a:pt x="2047398" y="2694135"/>
                  </a:lnTo>
                  <a:lnTo>
                    <a:pt x="2014822" y="2786255"/>
                  </a:lnTo>
                  <a:lnTo>
                    <a:pt x="1982503" y="2874916"/>
                  </a:lnTo>
                  <a:lnTo>
                    <a:pt x="1950422" y="2959883"/>
                  </a:lnTo>
                  <a:lnTo>
                    <a:pt x="1918538" y="3040983"/>
                  </a:lnTo>
                  <a:lnTo>
                    <a:pt x="1886792" y="3118103"/>
                  </a:lnTo>
                  <a:lnTo>
                    <a:pt x="1855103" y="3191190"/>
                  </a:lnTo>
                  <a:lnTo>
                    <a:pt x="1823369" y="3260240"/>
                  </a:lnTo>
                  <a:lnTo>
                    <a:pt x="1791461" y="3325302"/>
                  </a:lnTo>
                  <a:lnTo>
                    <a:pt x="1768425" y="3369478"/>
                  </a:lnTo>
                  <a:lnTo>
                    <a:pt x="1723915" y="3448044"/>
                  </a:lnTo>
                  <a:lnTo>
                    <a:pt x="1678084" y="3519440"/>
                  </a:lnTo>
                  <a:lnTo>
                    <a:pt x="1630352" y="3583960"/>
                  </a:lnTo>
                  <a:lnTo>
                    <a:pt x="1580063" y="3642136"/>
                  </a:lnTo>
                  <a:lnTo>
                    <a:pt x="1526536" y="3694596"/>
                  </a:lnTo>
                  <a:lnTo>
                    <a:pt x="1469113" y="3741971"/>
                  </a:lnTo>
                  <a:lnTo>
                    <a:pt x="1407209" y="3784844"/>
                  </a:lnTo>
                  <a:lnTo>
                    <a:pt x="1340382" y="3823713"/>
                  </a:lnTo>
                  <a:lnTo>
                    <a:pt x="1268426" y="3858977"/>
                  </a:lnTo>
                  <a:lnTo>
                    <a:pt x="1191482" y="3890927"/>
                  </a:lnTo>
                  <a:lnTo>
                    <a:pt x="1110169" y="3919743"/>
                  </a:lnTo>
                  <a:lnTo>
                    <a:pt x="1025706" y="3945502"/>
                  </a:lnTo>
                  <a:lnTo>
                    <a:pt x="939998" y="3968195"/>
                  </a:lnTo>
                  <a:lnTo>
                    <a:pt x="855620" y="3987764"/>
                  </a:lnTo>
                  <a:lnTo>
                    <a:pt x="775665" y="4004141"/>
                  </a:lnTo>
                  <a:lnTo>
                    <a:pt x="703411" y="4017314"/>
                  </a:lnTo>
                  <a:lnTo>
                    <a:pt x="641843" y="4027370"/>
                  </a:lnTo>
                  <a:lnTo>
                    <a:pt x="593127" y="4034540"/>
                  </a:lnTo>
                  <a:lnTo>
                    <a:pt x="558158" y="4039198"/>
                  </a:lnTo>
                  <a:lnTo>
                    <a:pt x="536329" y="4041840"/>
                  </a:lnTo>
                  <a:lnTo>
                    <a:pt x="525524" y="4043032"/>
                  </a:lnTo>
                  <a:lnTo>
                    <a:pt x="522298" y="4043358"/>
                  </a:lnTo>
                  <a:lnTo>
                    <a:pt x="522133" y="4043374"/>
                  </a:lnTo>
                  <a:lnTo>
                    <a:pt x="0" y="4043374"/>
                  </a:lnTo>
                  <a:lnTo>
                    <a:pt x="0" y="4043374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691" name="pg1691"/>
            <p:cNvSpPr/>
            <p:nvPr/>
          </p:nvSpPr>
          <p:spPr>
            <a:xfrm>
              <a:off x="386606" y="790243"/>
              <a:ext cx="8554953" cy="4585502"/>
            </a:xfrm>
            <a:custGeom>
              <a:avLst/>
              <a:pathLst>
                <a:path w="8554953" h="4585502">
                  <a:moveTo>
                    <a:pt x="0" y="4585502"/>
                  </a:moveTo>
                  <a:lnTo>
                    <a:pt x="522133" y="4585502"/>
                  </a:lnTo>
                  <a:lnTo>
                    <a:pt x="523331" y="4585441"/>
                  </a:lnTo>
                  <a:lnTo>
                    <a:pt x="531176" y="4584998"/>
                  </a:lnTo>
                  <a:lnTo>
                    <a:pt x="550828" y="4583776"/>
                  </a:lnTo>
                  <a:lnTo>
                    <a:pt x="585644" y="4581374"/>
                  </a:lnTo>
                  <a:lnTo>
                    <a:pt x="636886" y="4577435"/>
                  </a:lnTo>
                  <a:lnTo>
                    <a:pt x="703648" y="4571686"/>
                  </a:lnTo>
                  <a:lnTo>
                    <a:pt x="783170" y="4563965"/>
                  </a:lnTo>
                  <a:lnTo>
                    <a:pt x="871525" y="4554214"/>
                  </a:lnTo>
                  <a:lnTo>
                    <a:pt x="964439" y="4542448"/>
                  </a:lnTo>
                  <a:lnTo>
                    <a:pt x="1058002" y="4528715"/>
                  </a:lnTo>
                  <a:lnTo>
                    <a:pt x="1149125" y="4513047"/>
                  </a:lnTo>
                  <a:lnTo>
                    <a:pt x="1235704" y="4495426"/>
                  </a:lnTo>
                  <a:lnTo>
                    <a:pt x="1316566" y="4475762"/>
                  </a:lnTo>
                  <a:lnTo>
                    <a:pt x="1391300" y="4453884"/>
                  </a:lnTo>
                  <a:lnTo>
                    <a:pt x="1460058" y="4429537"/>
                  </a:lnTo>
                  <a:lnTo>
                    <a:pt x="1523362" y="4402388"/>
                  </a:lnTo>
                  <a:lnTo>
                    <a:pt x="1581963" y="4372040"/>
                  </a:lnTo>
                  <a:lnTo>
                    <a:pt x="1636719" y="4338056"/>
                  </a:lnTo>
                  <a:lnTo>
                    <a:pt x="1688520" y="4300007"/>
                  </a:lnTo>
                  <a:lnTo>
                    <a:pt x="1738210" y="4257545"/>
                  </a:lnTo>
                  <a:lnTo>
                    <a:pt x="1768425" y="4228789"/>
                  </a:lnTo>
                  <a:lnTo>
                    <a:pt x="1809629" y="4186085"/>
                  </a:lnTo>
                  <a:lnTo>
                    <a:pt x="1850437" y="4139931"/>
                  </a:lnTo>
                  <a:lnTo>
                    <a:pt x="1891139" y="4090258"/>
                  </a:lnTo>
                  <a:lnTo>
                    <a:pt x="1931954" y="4037069"/>
                  </a:lnTo>
                  <a:lnTo>
                    <a:pt x="1973041" y="3980444"/>
                  </a:lnTo>
                  <a:lnTo>
                    <a:pt x="2014501" y="3920546"/>
                  </a:lnTo>
                  <a:lnTo>
                    <a:pt x="2056385" y="3857628"/>
                  </a:lnTo>
                  <a:lnTo>
                    <a:pt x="2098699" y="3792030"/>
                  </a:lnTo>
                  <a:lnTo>
                    <a:pt x="2141409" y="3724177"/>
                  </a:lnTo>
                  <a:lnTo>
                    <a:pt x="2184445" y="3654567"/>
                  </a:lnTo>
                  <a:lnTo>
                    <a:pt x="2227712" y="3583760"/>
                  </a:lnTo>
                  <a:lnTo>
                    <a:pt x="2271097" y="3512355"/>
                  </a:lnTo>
                  <a:lnTo>
                    <a:pt x="2314477" y="3440977"/>
                  </a:lnTo>
                  <a:lnTo>
                    <a:pt x="2357730" y="3370247"/>
                  </a:lnTo>
                  <a:lnTo>
                    <a:pt x="2400742" y="3300764"/>
                  </a:lnTo>
                  <a:lnTo>
                    <a:pt x="2443420" y="3233083"/>
                  </a:lnTo>
                  <a:lnTo>
                    <a:pt x="2485699" y="3167696"/>
                  </a:lnTo>
                  <a:lnTo>
                    <a:pt x="2527547" y="3105020"/>
                  </a:lnTo>
                  <a:lnTo>
                    <a:pt x="2568972" y="3045389"/>
                  </a:lnTo>
                  <a:lnTo>
                    <a:pt x="2610031" y="2989048"/>
                  </a:lnTo>
                  <a:lnTo>
                    <a:pt x="2650830" y="2936153"/>
                  </a:lnTo>
                  <a:lnTo>
                    <a:pt x="2691532" y="2886777"/>
                  </a:lnTo>
                  <a:lnTo>
                    <a:pt x="2732361" y="2840916"/>
                  </a:lnTo>
                  <a:lnTo>
                    <a:pt x="2770117" y="2801938"/>
                  </a:lnTo>
                  <a:lnTo>
                    <a:pt x="2818868" y="2756640"/>
                  </a:lnTo>
                  <a:lnTo>
                    <a:pt x="2869260" y="2715872"/>
                  </a:lnTo>
                  <a:lnTo>
                    <a:pt x="2922073" y="2679403"/>
                  </a:lnTo>
                  <a:lnTo>
                    <a:pt x="2978174" y="2646842"/>
                  </a:lnTo>
                  <a:lnTo>
                    <a:pt x="3038451" y="2617750"/>
                  </a:lnTo>
                  <a:lnTo>
                    <a:pt x="3103733" y="2591701"/>
                  </a:lnTo>
                  <a:lnTo>
                    <a:pt x="3174698" y="2568320"/>
                  </a:lnTo>
                  <a:lnTo>
                    <a:pt x="3251751" y="2547303"/>
                  </a:lnTo>
                  <a:lnTo>
                    <a:pt x="3334854" y="2528424"/>
                  </a:lnTo>
                  <a:lnTo>
                    <a:pt x="3423331" y="2511546"/>
                  </a:lnTo>
                  <a:lnTo>
                    <a:pt x="3515675" y="2496606"/>
                  </a:lnTo>
                  <a:lnTo>
                    <a:pt x="3609406" y="2483609"/>
                  </a:lnTo>
                  <a:lnTo>
                    <a:pt x="3701093" y="2472598"/>
                  </a:lnTo>
                  <a:lnTo>
                    <a:pt x="3786619" y="2463613"/>
                  </a:lnTo>
                  <a:lnTo>
                    <a:pt x="3861746" y="2456648"/>
                  </a:lnTo>
                  <a:lnTo>
                    <a:pt x="3922892" y="2451607"/>
                  </a:lnTo>
                  <a:lnTo>
                    <a:pt x="3967934" y="2448285"/>
                  </a:lnTo>
                  <a:lnTo>
                    <a:pt x="3996766" y="2446373"/>
                  </a:lnTo>
                  <a:lnTo>
                    <a:pt x="4011468" y="2445492"/>
                  </a:lnTo>
                  <a:lnTo>
                    <a:pt x="4016113" y="2445239"/>
                  </a:lnTo>
                  <a:lnTo>
                    <a:pt x="4016409" y="2445225"/>
                  </a:lnTo>
                  <a:lnTo>
                    <a:pt x="4538543" y="2445225"/>
                  </a:lnTo>
                  <a:lnTo>
                    <a:pt x="4539722" y="2445155"/>
                  </a:lnTo>
                  <a:lnTo>
                    <a:pt x="4547442" y="2444660"/>
                  </a:lnTo>
                  <a:lnTo>
                    <a:pt x="4566790" y="2443290"/>
                  </a:lnTo>
                  <a:lnTo>
                    <a:pt x="4601097" y="2440597"/>
                  </a:lnTo>
                  <a:lnTo>
                    <a:pt x="4651646" y="2436181"/>
                  </a:lnTo>
                  <a:lnTo>
                    <a:pt x="4717594" y="2429732"/>
                  </a:lnTo>
                  <a:lnTo>
                    <a:pt x="4796277" y="2421063"/>
                  </a:lnTo>
                  <a:lnTo>
                    <a:pt x="4883859" y="2410107"/>
                  </a:lnTo>
                  <a:lnTo>
                    <a:pt x="4976133" y="2396878"/>
                  </a:lnTo>
                  <a:lnTo>
                    <a:pt x="5069225" y="2381429"/>
                  </a:lnTo>
                  <a:lnTo>
                    <a:pt x="5160050" y="2363798"/>
                  </a:lnTo>
                  <a:lnTo>
                    <a:pt x="5246481" y="2343969"/>
                  </a:lnTo>
                  <a:lnTo>
                    <a:pt x="5327309" y="2321847"/>
                  </a:lnTo>
                  <a:lnTo>
                    <a:pt x="5402086" y="2297247"/>
                  </a:lnTo>
                  <a:lnTo>
                    <a:pt x="5470925" y="2269890"/>
                  </a:lnTo>
                  <a:lnTo>
                    <a:pt x="5534318" y="2239410"/>
                  </a:lnTo>
                  <a:lnTo>
                    <a:pt x="5592987" y="2205366"/>
                  </a:lnTo>
                  <a:lnTo>
                    <a:pt x="5647772" y="2167272"/>
                  </a:lnTo>
                  <a:lnTo>
                    <a:pt x="5699547" y="2124640"/>
                  </a:lnTo>
                  <a:lnTo>
                    <a:pt x="5749150" y="2077069"/>
                  </a:lnTo>
                  <a:lnTo>
                    <a:pt x="5784835" y="2038628"/>
                  </a:lnTo>
                  <a:lnTo>
                    <a:pt x="5824210" y="1992209"/>
                  </a:lnTo>
                  <a:lnTo>
                    <a:pt x="5863211" y="1942204"/>
                  </a:lnTo>
                  <a:lnTo>
                    <a:pt x="5902095" y="1888541"/>
                  </a:lnTo>
                  <a:lnTo>
                    <a:pt x="5941059" y="1831216"/>
                  </a:lnTo>
                  <a:lnTo>
                    <a:pt x="5980249" y="1770293"/>
                  </a:lnTo>
                  <a:lnTo>
                    <a:pt x="6019764" y="1705920"/>
                  </a:lnTo>
                  <a:lnTo>
                    <a:pt x="6059658" y="1638324"/>
                  </a:lnTo>
                  <a:lnTo>
                    <a:pt x="6099947" y="1567820"/>
                  </a:lnTo>
                  <a:lnTo>
                    <a:pt x="6140613" y="1494802"/>
                  </a:lnTo>
                  <a:lnTo>
                    <a:pt x="6181606" y="1419739"/>
                  </a:lnTo>
                  <a:lnTo>
                    <a:pt x="6222851" y="1343162"/>
                  </a:lnTo>
                  <a:lnTo>
                    <a:pt x="6264256" y="1265654"/>
                  </a:lnTo>
                  <a:lnTo>
                    <a:pt x="6305717" y="1187824"/>
                  </a:lnTo>
                  <a:lnTo>
                    <a:pt x="6347126" y="1110294"/>
                  </a:lnTo>
                  <a:lnTo>
                    <a:pt x="6388378" y="1033677"/>
                  </a:lnTo>
                  <a:lnTo>
                    <a:pt x="6429380" y="958554"/>
                  </a:lnTo>
                  <a:lnTo>
                    <a:pt x="6470058" y="885459"/>
                  </a:lnTo>
                  <a:lnTo>
                    <a:pt x="6510361" y="814864"/>
                  </a:lnTo>
                  <a:lnTo>
                    <a:pt x="6550268" y="747166"/>
                  </a:lnTo>
                  <a:lnTo>
                    <a:pt x="6589794" y="682680"/>
                  </a:lnTo>
                  <a:lnTo>
                    <a:pt x="6628994" y="621639"/>
                  </a:lnTo>
                  <a:lnTo>
                    <a:pt x="6667964" y="564191"/>
                  </a:lnTo>
                  <a:lnTo>
                    <a:pt x="6706847" y="510406"/>
                  </a:lnTo>
                  <a:lnTo>
                    <a:pt x="6745841" y="460279"/>
                  </a:lnTo>
                  <a:lnTo>
                    <a:pt x="6785199" y="413741"/>
                  </a:lnTo>
                  <a:lnTo>
                    <a:pt x="6786527" y="412243"/>
                  </a:lnTo>
                  <a:lnTo>
                    <a:pt x="6835001" y="360885"/>
                  </a:lnTo>
                  <a:lnTo>
                    <a:pt x="6885096" y="314633"/>
                  </a:lnTo>
                  <a:lnTo>
                    <a:pt x="6937573" y="273231"/>
                  </a:lnTo>
                  <a:lnTo>
                    <a:pt x="6993288" y="236243"/>
                  </a:lnTo>
                  <a:lnTo>
                    <a:pt x="7053113" y="203176"/>
                  </a:lnTo>
                  <a:lnTo>
                    <a:pt x="7117866" y="173551"/>
                  </a:lnTo>
                  <a:lnTo>
                    <a:pt x="7188221" y="146946"/>
                  </a:lnTo>
                  <a:lnTo>
                    <a:pt x="7264587" y="123016"/>
                  </a:lnTo>
                  <a:lnTo>
                    <a:pt x="7346949" y="101508"/>
                  </a:lnTo>
                  <a:lnTo>
                    <a:pt x="7434679" y="82258"/>
                  </a:lnTo>
                  <a:lnTo>
                    <a:pt x="7526341" y="65196"/>
                  </a:lnTo>
                  <a:lnTo>
                    <a:pt x="7619555" y="50322"/>
                  </a:lnTo>
                  <a:lnTo>
                    <a:pt x="7711001" y="37682"/>
                  </a:lnTo>
                  <a:lnTo>
                    <a:pt x="7796663" y="27324"/>
                  </a:lnTo>
                  <a:lnTo>
                    <a:pt x="7872356" y="19246"/>
                  </a:lnTo>
                  <a:lnTo>
                    <a:pt x="7934475" y="13351"/>
                  </a:lnTo>
                  <a:lnTo>
                    <a:pt x="7980778" y="9419"/>
                  </a:lnTo>
                  <a:lnTo>
                    <a:pt x="8010967" y="7114"/>
                  </a:lnTo>
                  <a:lnTo>
                    <a:pt x="8026881" y="6016"/>
                  </a:lnTo>
                  <a:lnTo>
                    <a:pt x="8032337" y="5675"/>
                  </a:lnTo>
                  <a:lnTo>
                    <a:pt x="8032819" y="5647"/>
                  </a:lnTo>
                  <a:lnTo>
                    <a:pt x="8554953" y="5647"/>
                  </a:lnTo>
                  <a:lnTo>
                    <a:pt x="8554953" y="0"/>
                  </a:lnTo>
                  <a:lnTo>
                    <a:pt x="8032819" y="0"/>
                  </a:lnTo>
                  <a:lnTo>
                    <a:pt x="8031640" y="69"/>
                  </a:lnTo>
                  <a:lnTo>
                    <a:pt x="8023920" y="564"/>
                  </a:lnTo>
                  <a:lnTo>
                    <a:pt x="8004572" y="1934"/>
                  </a:lnTo>
                  <a:lnTo>
                    <a:pt x="7970265" y="4627"/>
                  </a:lnTo>
                  <a:lnTo>
                    <a:pt x="7919716" y="9043"/>
                  </a:lnTo>
                  <a:lnTo>
                    <a:pt x="7853768" y="15492"/>
                  </a:lnTo>
                  <a:lnTo>
                    <a:pt x="7775085" y="24161"/>
                  </a:lnTo>
                  <a:lnTo>
                    <a:pt x="7687503" y="35118"/>
                  </a:lnTo>
                  <a:lnTo>
                    <a:pt x="7595229" y="48346"/>
                  </a:lnTo>
                  <a:lnTo>
                    <a:pt x="7502137" y="63795"/>
                  </a:lnTo>
                  <a:lnTo>
                    <a:pt x="7411312" y="81426"/>
                  </a:lnTo>
                  <a:lnTo>
                    <a:pt x="7324881" y="101255"/>
                  </a:lnTo>
                  <a:lnTo>
                    <a:pt x="7244053" y="123377"/>
                  </a:lnTo>
                  <a:lnTo>
                    <a:pt x="7169276" y="147977"/>
                  </a:lnTo>
                  <a:lnTo>
                    <a:pt x="7100437" y="175334"/>
                  </a:lnTo>
                  <a:lnTo>
                    <a:pt x="7037044" y="205814"/>
                  </a:lnTo>
                  <a:lnTo>
                    <a:pt x="6978375" y="239858"/>
                  </a:lnTo>
                  <a:lnTo>
                    <a:pt x="6923590" y="277952"/>
                  </a:lnTo>
                  <a:lnTo>
                    <a:pt x="6871815" y="320584"/>
                  </a:lnTo>
                  <a:lnTo>
                    <a:pt x="6822212" y="368155"/>
                  </a:lnTo>
                  <a:lnTo>
                    <a:pt x="6786527" y="406596"/>
                  </a:lnTo>
                  <a:lnTo>
                    <a:pt x="6747152" y="453016"/>
                  </a:lnTo>
                  <a:lnTo>
                    <a:pt x="6708151" y="503021"/>
                  </a:lnTo>
                  <a:lnTo>
                    <a:pt x="6669267" y="556683"/>
                  </a:lnTo>
                  <a:lnTo>
                    <a:pt x="6630303" y="614008"/>
                  </a:lnTo>
                  <a:lnTo>
                    <a:pt x="6591113" y="674931"/>
                  </a:lnTo>
                  <a:lnTo>
                    <a:pt x="6551598" y="739304"/>
                  </a:lnTo>
                  <a:lnTo>
                    <a:pt x="6511704" y="806900"/>
                  </a:lnTo>
                  <a:lnTo>
                    <a:pt x="6471415" y="877404"/>
                  </a:lnTo>
                  <a:lnTo>
                    <a:pt x="6430749" y="950422"/>
                  </a:lnTo>
                  <a:lnTo>
                    <a:pt x="6389756" y="1025486"/>
                  </a:lnTo>
                  <a:lnTo>
                    <a:pt x="6348511" y="1102062"/>
                  </a:lnTo>
                  <a:lnTo>
                    <a:pt x="6307106" y="1179571"/>
                  </a:lnTo>
                  <a:lnTo>
                    <a:pt x="6265645" y="1257401"/>
                  </a:lnTo>
                  <a:lnTo>
                    <a:pt x="6224236" y="1334930"/>
                  </a:lnTo>
                  <a:lnTo>
                    <a:pt x="6182984" y="1411547"/>
                  </a:lnTo>
                  <a:lnTo>
                    <a:pt x="6141982" y="1486670"/>
                  </a:lnTo>
                  <a:lnTo>
                    <a:pt x="6101304" y="1559765"/>
                  </a:lnTo>
                  <a:lnTo>
                    <a:pt x="6061001" y="1630360"/>
                  </a:lnTo>
                  <a:lnTo>
                    <a:pt x="6021094" y="1698058"/>
                  </a:lnTo>
                  <a:lnTo>
                    <a:pt x="5981567" y="1762544"/>
                  </a:lnTo>
                  <a:lnTo>
                    <a:pt x="5942368" y="1823585"/>
                  </a:lnTo>
                  <a:lnTo>
                    <a:pt x="5903398" y="1881033"/>
                  </a:lnTo>
                  <a:lnTo>
                    <a:pt x="5864515" y="1934818"/>
                  </a:lnTo>
                  <a:lnTo>
                    <a:pt x="5825521" y="1984945"/>
                  </a:lnTo>
                  <a:lnTo>
                    <a:pt x="5786163" y="2031483"/>
                  </a:lnTo>
                  <a:lnTo>
                    <a:pt x="5784835" y="2032981"/>
                  </a:lnTo>
                  <a:lnTo>
                    <a:pt x="5736361" y="2084339"/>
                  </a:lnTo>
                  <a:lnTo>
                    <a:pt x="5686266" y="2130591"/>
                  </a:lnTo>
                  <a:lnTo>
                    <a:pt x="5633789" y="2171993"/>
                  </a:lnTo>
                  <a:lnTo>
                    <a:pt x="5578074" y="2208981"/>
                  </a:lnTo>
                  <a:lnTo>
                    <a:pt x="5518249" y="2242048"/>
                  </a:lnTo>
                  <a:lnTo>
                    <a:pt x="5453496" y="2271673"/>
                  </a:lnTo>
                  <a:lnTo>
                    <a:pt x="5383141" y="2298278"/>
                  </a:lnTo>
                  <a:lnTo>
                    <a:pt x="5306775" y="2322208"/>
                  </a:lnTo>
                  <a:lnTo>
                    <a:pt x="5224413" y="2343716"/>
                  </a:lnTo>
                  <a:lnTo>
                    <a:pt x="5136683" y="2362966"/>
                  </a:lnTo>
                  <a:lnTo>
                    <a:pt x="5045021" y="2380028"/>
                  </a:lnTo>
                  <a:lnTo>
                    <a:pt x="4951807" y="2394902"/>
                  </a:lnTo>
                  <a:lnTo>
                    <a:pt x="4860361" y="2407542"/>
                  </a:lnTo>
                  <a:lnTo>
                    <a:pt x="4774699" y="2417900"/>
                  </a:lnTo>
                  <a:lnTo>
                    <a:pt x="4699006" y="2425978"/>
                  </a:lnTo>
                  <a:lnTo>
                    <a:pt x="4636887" y="2431873"/>
                  </a:lnTo>
                  <a:lnTo>
                    <a:pt x="4590584" y="2435805"/>
                  </a:lnTo>
                  <a:lnTo>
                    <a:pt x="4560395" y="2438110"/>
                  </a:lnTo>
                  <a:lnTo>
                    <a:pt x="4544481" y="2439208"/>
                  </a:lnTo>
                  <a:lnTo>
                    <a:pt x="4539025" y="2439550"/>
                  </a:lnTo>
                  <a:lnTo>
                    <a:pt x="4538543" y="2439577"/>
                  </a:lnTo>
                  <a:lnTo>
                    <a:pt x="4016409" y="2439577"/>
                  </a:lnTo>
                  <a:lnTo>
                    <a:pt x="4015211" y="2439639"/>
                  </a:lnTo>
                  <a:lnTo>
                    <a:pt x="4007366" y="2440082"/>
                  </a:lnTo>
                  <a:lnTo>
                    <a:pt x="3987714" y="2441304"/>
                  </a:lnTo>
                  <a:lnTo>
                    <a:pt x="3952898" y="2443706"/>
                  </a:lnTo>
                  <a:lnTo>
                    <a:pt x="3901656" y="2447645"/>
                  </a:lnTo>
                  <a:lnTo>
                    <a:pt x="3834895" y="2453393"/>
                  </a:lnTo>
                  <a:lnTo>
                    <a:pt x="3755372" y="2461114"/>
                  </a:lnTo>
                  <a:lnTo>
                    <a:pt x="3667017" y="2470866"/>
                  </a:lnTo>
                  <a:lnTo>
                    <a:pt x="3574103" y="2482632"/>
                  </a:lnTo>
                  <a:lnTo>
                    <a:pt x="3480541" y="2496365"/>
                  </a:lnTo>
                  <a:lnTo>
                    <a:pt x="3389417" y="2512033"/>
                  </a:lnTo>
                  <a:lnTo>
                    <a:pt x="3302838" y="2529654"/>
                  </a:lnTo>
                  <a:lnTo>
                    <a:pt x="3221976" y="2549318"/>
                  </a:lnTo>
                  <a:lnTo>
                    <a:pt x="3147242" y="2571196"/>
                  </a:lnTo>
                  <a:lnTo>
                    <a:pt x="3078484" y="2595543"/>
                  </a:lnTo>
                  <a:lnTo>
                    <a:pt x="3015180" y="2622692"/>
                  </a:lnTo>
                  <a:lnTo>
                    <a:pt x="2956580" y="2653040"/>
                  </a:lnTo>
                  <a:lnTo>
                    <a:pt x="2901823" y="2687023"/>
                  </a:lnTo>
                  <a:lnTo>
                    <a:pt x="2850022" y="2725073"/>
                  </a:lnTo>
                  <a:lnTo>
                    <a:pt x="2800332" y="2767535"/>
                  </a:lnTo>
                  <a:lnTo>
                    <a:pt x="2770117" y="2796290"/>
                  </a:lnTo>
                  <a:lnTo>
                    <a:pt x="2728913" y="2838995"/>
                  </a:lnTo>
                  <a:lnTo>
                    <a:pt x="2688105" y="2885149"/>
                  </a:lnTo>
                  <a:lnTo>
                    <a:pt x="2647403" y="2934822"/>
                  </a:lnTo>
                  <a:lnTo>
                    <a:pt x="2606588" y="2988011"/>
                  </a:lnTo>
                  <a:lnTo>
                    <a:pt x="2565501" y="3044636"/>
                  </a:lnTo>
                  <a:lnTo>
                    <a:pt x="2524042" y="3104534"/>
                  </a:lnTo>
                  <a:lnTo>
                    <a:pt x="2482157" y="3167452"/>
                  </a:lnTo>
                  <a:lnTo>
                    <a:pt x="2439843" y="3233050"/>
                  </a:lnTo>
                  <a:lnTo>
                    <a:pt x="2397134" y="3300903"/>
                  </a:lnTo>
                  <a:lnTo>
                    <a:pt x="2354097" y="3370512"/>
                  </a:lnTo>
                  <a:lnTo>
                    <a:pt x="2310830" y="3441320"/>
                  </a:lnTo>
                  <a:lnTo>
                    <a:pt x="2267445" y="3512725"/>
                  </a:lnTo>
                  <a:lnTo>
                    <a:pt x="2224065" y="3584103"/>
                  </a:lnTo>
                  <a:lnTo>
                    <a:pt x="2180813" y="3654833"/>
                  </a:lnTo>
                  <a:lnTo>
                    <a:pt x="2137801" y="3724315"/>
                  </a:lnTo>
                  <a:lnTo>
                    <a:pt x="2095122" y="3791997"/>
                  </a:lnTo>
                  <a:lnTo>
                    <a:pt x="2052843" y="3857384"/>
                  </a:lnTo>
                  <a:lnTo>
                    <a:pt x="2010995" y="3920060"/>
                  </a:lnTo>
                  <a:lnTo>
                    <a:pt x="1969570" y="3979691"/>
                  </a:lnTo>
                  <a:lnTo>
                    <a:pt x="1928511" y="4036032"/>
                  </a:lnTo>
                  <a:lnTo>
                    <a:pt x="1887712" y="4088927"/>
                  </a:lnTo>
                  <a:lnTo>
                    <a:pt x="1847010" y="4138303"/>
                  </a:lnTo>
                  <a:lnTo>
                    <a:pt x="1806181" y="4184164"/>
                  </a:lnTo>
                  <a:lnTo>
                    <a:pt x="1768425" y="4223142"/>
                  </a:lnTo>
                  <a:lnTo>
                    <a:pt x="1719674" y="4268440"/>
                  </a:lnTo>
                  <a:lnTo>
                    <a:pt x="1669282" y="4309208"/>
                  </a:lnTo>
                  <a:lnTo>
                    <a:pt x="1616469" y="4345677"/>
                  </a:lnTo>
                  <a:lnTo>
                    <a:pt x="1560368" y="4378238"/>
                  </a:lnTo>
                  <a:lnTo>
                    <a:pt x="1500091" y="4407329"/>
                  </a:lnTo>
                  <a:lnTo>
                    <a:pt x="1434810" y="4433378"/>
                  </a:lnTo>
                  <a:lnTo>
                    <a:pt x="1363844" y="4456760"/>
                  </a:lnTo>
                  <a:lnTo>
                    <a:pt x="1286791" y="4477777"/>
                  </a:lnTo>
                  <a:lnTo>
                    <a:pt x="1203689" y="4496655"/>
                  </a:lnTo>
                  <a:lnTo>
                    <a:pt x="1115211" y="4513534"/>
                  </a:lnTo>
                  <a:lnTo>
                    <a:pt x="1022867" y="4528474"/>
                  </a:lnTo>
                  <a:lnTo>
                    <a:pt x="929136" y="4541471"/>
                  </a:lnTo>
                  <a:lnTo>
                    <a:pt x="837449" y="4552482"/>
                  </a:lnTo>
                  <a:lnTo>
                    <a:pt x="751923" y="4561467"/>
                  </a:lnTo>
                  <a:lnTo>
                    <a:pt x="676796" y="4568432"/>
                  </a:lnTo>
                  <a:lnTo>
                    <a:pt x="615650" y="4573473"/>
                  </a:lnTo>
                  <a:lnTo>
                    <a:pt x="570608" y="4576795"/>
                  </a:lnTo>
                  <a:lnTo>
                    <a:pt x="541776" y="4578707"/>
                  </a:lnTo>
                  <a:lnTo>
                    <a:pt x="527074" y="4579588"/>
                  </a:lnTo>
                  <a:lnTo>
                    <a:pt x="522429" y="4579840"/>
                  </a:lnTo>
                  <a:lnTo>
                    <a:pt x="522133" y="4579855"/>
                  </a:lnTo>
                  <a:lnTo>
                    <a:pt x="0" y="4579855"/>
                  </a:lnTo>
                  <a:close/>
                </a:path>
              </a:pathLst>
            </a:custGeom>
            <a:solidFill>
              <a:srgbClr val="9E9E9E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1692" name="pl1692"/>
            <p:cNvSpPr/>
            <p:nvPr/>
          </p:nvSpPr>
          <p:spPr>
            <a:xfrm>
              <a:off x="386606" y="795890"/>
              <a:ext cx="8554953" cy="4579855"/>
            </a:xfrm>
            <a:custGeom>
              <a:avLst/>
              <a:pathLst>
                <a:path w="8554953" h="4579855">
                  <a:moveTo>
                    <a:pt x="0" y="4579855"/>
                  </a:moveTo>
                  <a:lnTo>
                    <a:pt x="522133" y="4579855"/>
                  </a:lnTo>
                  <a:lnTo>
                    <a:pt x="523331" y="4579793"/>
                  </a:lnTo>
                  <a:lnTo>
                    <a:pt x="531176" y="4579351"/>
                  </a:lnTo>
                  <a:lnTo>
                    <a:pt x="550828" y="4578129"/>
                  </a:lnTo>
                  <a:lnTo>
                    <a:pt x="585644" y="4575726"/>
                  </a:lnTo>
                  <a:lnTo>
                    <a:pt x="636886" y="4571787"/>
                  </a:lnTo>
                  <a:lnTo>
                    <a:pt x="703648" y="4566039"/>
                  </a:lnTo>
                  <a:lnTo>
                    <a:pt x="783170" y="4558318"/>
                  </a:lnTo>
                  <a:lnTo>
                    <a:pt x="871525" y="4548567"/>
                  </a:lnTo>
                  <a:lnTo>
                    <a:pt x="964439" y="4536801"/>
                  </a:lnTo>
                  <a:lnTo>
                    <a:pt x="1058002" y="4523068"/>
                  </a:lnTo>
                  <a:lnTo>
                    <a:pt x="1149125" y="4507400"/>
                  </a:lnTo>
                  <a:lnTo>
                    <a:pt x="1235704" y="4489779"/>
                  </a:lnTo>
                  <a:lnTo>
                    <a:pt x="1316566" y="4470115"/>
                  </a:lnTo>
                  <a:lnTo>
                    <a:pt x="1391300" y="4448237"/>
                  </a:lnTo>
                  <a:lnTo>
                    <a:pt x="1460058" y="4423890"/>
                  </a:lnTo>
                  <a:lnTo>
                    <a:pt x="1523362" y="4396741"/>
                  </a:lnTo>
                  <a:lnTo>
                    <a:pt x="1581963" y="4366393"/>
                  </a:lnTo>
                  <a:lnTo>
                    <a:pt x="1636719" y="4332409"/>
                  </a:lnTo>
                  <a:lnTo>
                    <a:pt x="1688520" y="4294359"/>
                  </a:lnTo>
                  <a:lnTo>
                    <a:pt x="1738210" y="4251897"/>
                  </a:lnTo>
                  <a:lnTo>
                    <a:pt x="1768425" y="4223142"/>
                  </a:lnTo>
                  <a:lnTo>
                    <a:pt x="1809629" y="4180438"/>
                  </a:lnTo>
                  <a:lnTo>
                    <a:pt x="1850437" y="4134284"/>
                  </a:lnTo>
                  <a:lnTo>
                    <a:pt x="1891139" y="4084611"/>
                  </a:lnTo>
                  <a:lnTo>
                    <a:pt x="1931954" y="4031422"/>
                  </a:lnTo>
                  <a:lnTo>
                    <a:pt x="1973041" y="3974796"/>
                  </a:lnTo>
                  <a:lnTo>
                    <a:pt x="2014501" y="3914898"/>
                  </a:lnTo>
                  <a:lnTo>
                    <a:pt x="2056385" y="3851980"/>
                  </a:lnTo>
                  <a:lnTo>
                    <a:pt x="2098699" y="3786383"/>
                  </a:lnTo>
                  <a:lnTo>
                    <a:pt x="2141409" y="3718530"/>
                  </a:lnTo>
                  <a:lnTo>
                    <a:pt x="2184445" y="3648920"/>
                  </a:lnTo>
                  <a:lnTo>
                    <a:pt x="2227712" y="3578112"/>
                  </a:lnTo>
                  <a:lnTo>
                    <a:pt x="2271097" y="3506708"/>
                  </a:lnTo>
                  <a:lnTo>
                    <a:pt x="2314477" y="3435330"/>
                  </a:lnTo>
                  <a:lnTo>
                    <a:pt x="2357730" y="3364600"/>
                  </a:lnTo>
                  <a:lnTo>
                    <a:pt x="2400742" y="3295117"/>
                  </a:lnTo>
                  <a:lnTo>
                    <a:pt x="2443420" y="3227436"/>
                  </a:lnTo>
                  <a:lnTo>
                    <a:pt x="2485699" y="3162049"/>
                  </a:lnTo>
                  <a:lnTo>
                    <a:pt x="2527547" y="3099373"/>
                  </a:lnTo>
                  <a:lnTo>
                    <a:pt x="2568972" y="3039742"/>
                  </a:lnTo>
                  <a:lnTo>
                    <a:pt x="2610031" y="2983400"/>
                  </a:lnTo>
                  <a:lnTo>
                    <a:pt x="2650830" y="2930505"/>
                  </a:lnTo>
                  <a:lnTo>
                    <a:pt x="2691532" y="2881130"/>
                  </a:lnTo>
                  <a:lnTo>
                    <a:pt x="2732361" y="2835269"/>
                  </a:lnTo>
                  <a:lnTo>
                    <a:pt x="2770117" y="2796290"/>
                  </a:lnTo>
                  <a:lnTo>
                    <a:pt x="2818868" y="2750993"/>
                  </a:lnTo>
                  <a:lnTo>
                    <a:pt x="2869260" y="2710225"/>
                  </a:lnTo>
                  <a:lnTo>
                    <a:pt x="2922073" y="2673756"/>
                  </a:lnTo>
                  <a:lnTo>
                    <a:pt x="2978174" y="2641195"/>
                  </a:lnTo>
                  <a:lnTo>
                    <a:pt x="3038451" y="2612103"/>
                  </a:lnTo>
                  <a:lnTo>
                    <a:pt x="3103733" y="2586054"/>
                  </a:lnTo>
                  <a:lnTo>
                    <a:pt x="3174698" y="2562673"/>
                  </a:lnTo>
                  <a:lnTo>
                    <a:pt x="3251751" y="2541655"/>
                  </a:lnTo>
                  <a:lnTo>
                    <a:pt x="3334854" y="2522777"/>
                  </a:lnTo>
                  <a:lnTo>
                    <a:pt x="3423331" y="2505899"/>
                  </a:lnTo>
                  <a:lnTo>
                    <a:pt x="3515675" y="2490959"/>
                  </a:lnTo>
                  <a:lnTo>
                    <a:pt x="3609406" y="2477962"/>
                  </a:lnTo>
                  <a:lnTo>
                    <a:pt x="3701093" y="2466951"/>
                  </a:lnTo>
                  <a:lnTo>
                    <a:pt x="3786619" y="2457966"/>
                  </a:lnTo>
                  <a:lnTo>
                    <a:pt x="3861746" y="2451001"/>
                  </a:lnTo>
                  <a:lnTo>
                    <a:pt x="3922892" y="2445960"/>
                  </a:lnTo>
                  <a:lnTo>
                    <a:pt x="3967934" y="2442638"/>
                  </a:lnTo>
                  <a:lnTo>
                    <a:pt x="3996766" y="2440726"/>
                  </a:lnTo>
                  <a:lnTo>
                    <a:pt x="4011468" y="2439845"/>
                  </a:lnTo>
                  <a:lnTo>
                    <a:pt x="4016113" y="2439592"/>
                  </a:lnTo>
                  <a:lnTo>
                    <a:pt x="4016409" y="2439577"/>
                  </a:lnTo>
                  <a:lnTo>
                    <a:pt x="4538543" y="2439577"/>
                  </a:lnTo>
                  <a:lnTo>
                    <a:pt x="4539722" y="2439508"/>
                  </a:lnTo>
                  <a:lnTo>
                    <a:pt x="4547442" y="2439013"/>
                  </a:lnTo>
                  <a:lnTo>
                    <a:pt x="4566790" y="2437643"/>
                  </a:lnTo>
                  <a:lnTo>
                    <a:pt x="4601097" y="2434950"/>
                  </a:lnTo>
                  <a:lnTo>
                    <a:pt x="4651646" y="2430534"/>
                  </a:lnTo>
                  <a:lnTo>
                    <a:pt x="4717594" y="2424085"/>
                  </a:lnTo>
                  <a:lnTo>
                    <a:pt x="4796277" y="2415416"/>
                  </a:lnTo>
                  <a:lnTo>
                    <a:pt x="4883859" y="2404459"/>
                  </a:lnTo>
                  <a:lnTo>
                    <a:pt x="4976133" y="2391230"/>
                  </a:lnTo>
                  <a:lnTo>
                    <a:pt x="5069225" y="2375781"/>
                  </a:lnTo>
                  <a:lnTo>
                    <a:pt x="5160050" y="2358151"/>
                  </a:lnTo>
                  <a:lnTo>
                    <a:pt x="5246481" y="2338322"/>
                  </a:lnTo>
                  <a:lnTo>
                    <a:pt x="5327309" y="2316200"/>
                  </a:lnTo>
                  <a:lnTo>
                    <a:pt x="5402086" y="2291600"/>
                  </a:lnTo>
                  <a:lnTo>
                    <a:pt x="5470925" y="2264243"/>
                  </a:lnTo>
                  <a:lnTo>
                    <a:pt x="5534318" y="2233763"/>
                  </a:lnTo>
                  <a:lnTo>
                    <a:pt x="5592987" y="2199719"/>
                  </a:lnTo>
                  <a:lnTo>
                    <a:pt x="5647772" y="2161625"/>
                  </a:lnTo>
                  <a:lnTo>
                    <a:pt x="5699547" y="2118993"/>
                  </a:lnTo>
                  <a:lnTo>
                    <a:pt x="5749150" y="2071421"/>
                  </a:lnTo>
                  <a:lnTo>
                    <a:pt x="5784835" y="2032981"/>
                  </a:lnTo>
                  <a:lnTo>
                    <a:pt x="5824210" y="1986561"/>
                  </a:lnTo>
                  <a:lnTo>
                    <a:pt x="5863211" y="1936556"/>
                  </a:lnTo>
                  <a:lnTo>
                    <a:pt x="5902095" y="1882894"/>
                  </a:lnTo>
                  <a:lnTo>
                    <a:pt x="5941059" y="1825569"/>
                  </a:lnTo>
                  <a:lnTo>
                    <a:pt x="5980249" y="1764646"/>
                  </a:lnTo>
                  <a:lnTo>
                    <a:pt x="6019764" y="1700272"/>
                  </a:lnTo>
                  <a:lnTo>
                    <a:pt x="6059658" y="1632677"/>
                  </a:lnTo>
                  <a:lnTo>
                    <a:pt x="6099947" y="1562173"/>
                  </a:lnTo>
                  <a:lnTo>
                    <a:pt x="6140613" y="1489155"/>
                  </a:lnTo>
                  <a:lnTo>
                    <a:pt x="6181606" y="1414091"/>
                  </a:lnTo>
                  <a:lnTo>
                    <a:pt x="6222851" y="1337515"/>
                  </a:lnTo>
                  <a:lnTo>
                    <a:pt x="6264256" y="1260006"/>
                  </a:lnTo>
                  <a:lnTo>
                    <a:pt x="6305717" y="1182176"/>
                  </a:lnTo>
                  <a:lnTo>
                    <a:pt x="6347126" y="1104647"/>
                  </a:lnTo>
                  <a:lnTo>
                    <a:pt x="6388378" y="1028030"/>
                  </a:lnTo>
                  <a:lnTo>
                    <a:pt x="6429380" y="952907"/>
                  </a:lnTo>
                  <a:lnTo>
                    <a:pt x="6470058" y="879812"/>
                  </a:lnTo>
                  <a:lnTo>
                    <a:pt x="6510361" y="809217"/>
                  </a:lnTo>
                  <a:lnTo>
                    <a:pt x="6550268" y="741518"/>
                  </a:lnTo>
                  <a:lnTo>
                    <a:pt x="6589794" y="677033"/>
                  </a:lnTo>
                  <a:lnTo>
                    <a:pt x="6628994" y="615992"/>
                  </a:lnTo>
                  <a:lnTo>
                    <a:pt x="6667964" y="558544"/>
                  </a:lnTo>
                  <a:lnTo>
                    <a:pt x="6706847" y="504759"/>
                  </a:lnTo>
                  <a:lnTo>
                    <a:pt x="6745841" y="454632"/>
                  </a:lnTo>
                  <a:lnTo>
                    <a:pt x="6785199" y="408094"/>
                  </a:lnTo>
                  <a:lnTo>
                    <a:pt x="6786527" y="406596"/>
                  </a:lnTo>
                  <a:lnTo>
                    <a:pt x="6835001" y="355238"/>
                  </a:lnTo>
                  <a:lnTo>
                    <a:pt x="6885096" y="308986"/>
                  </a:lnTo>
                  <a:lnTo>
                    <a:pt x="6937573" y="267584"/>
                  </a:lnTo>
                  <a:lnTo>
                    <a:pt x="6993288" y="230596"/>
                  </a:lnTo>
                  <a:lnTo>
                    <a:pt x="7053113" y="197528"/>
                  </a:lnTo>
                  <a:lnTo>
                    <a:pt x="7117866" y="167904"/>
                  </a:lnTo>
                  <a:lnTo>
                    <a:pt x="7188221" y="141299"/>
                  </a:lnTo>
                  <a:lnTo>
                    <a:pt x="7264587" y="117369"/>
                  </a:lnTo>
                  <a:lnTo>
                    <a:pt x="7346949" y="95860"/>
                  </a:lnTo>
                  <a:lnTo>
                    <a:pt x="7434679" y="76611"/>
                  </a:lnTo>
                  <a:lnTo>
                    <a:pt x="7526341" y="59549"/>
                  </a:lnTo>
                  <a:lnTo>
                    <a:pt x="7619555" y="44675"/>
                  </a:lnTo>
                  <a:lnTo>
                    <a:pt x="7711001" y="32035"/>
                  </a:lnTo>
                  <a:lnTo>
                    <a:pt x="7796663" y="21677"/>
                  </a:lnTo>
                  <a:lnTo>
                    <a:pt x="7872356" y="13599"/>
                  </a:lnTo>
                  <a:lnTo>
                    <a:pt x="7934475" y="7704"/>
                  </a:lnTo>
                  <a:lnTo>
                    <a:pt x="7980778" y="3772"/>
                  </a:lnTo>
                  <a:lnTo>
                    <a:pt x="8010967" y="1467"/>
                  </a:lnTo>
                  <a:lnTo>
                    <a:pt x="8026881" y="369"/>
                  </a:lnTo>
                  <a:lnTo>
                    <a:pt x="8032337" y="27"/>
                  </a:lnTo>
                  <a:lnTo>
                    <a:pt x="8032819" y="0"/>
                  </a:lnTo>
                  <a:lnTo>
                    <a:pt x="8554953" y="0"/>
                  </a:lnTo>
                  <a:lnTo>
                    <a:pt x="8554953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693" name="pl1693"/>
            <p:cNvSpPr/>
            <p:nvPr/>
          </p:nvSpPr>
          <p:spPr>
            <a:xfrm>
              <a:off x="386606" y="790243"/>
              <a:ext cx="8554953" cy="4579855"/>
            </a:xfrm>
            <a:custGeom>
              <a:avLst/>
              <a:pathLst>
                <a:path w="8554953" h="4579855">
                  <a:moveTo>
                    <a:pt x="8554953" y="0"/>
                  </a:moveTo>
                  <a:lnTo>
                    <a:pt x="8032819" y="0"/>
                  </a:lnTo>
                  <a:lnTo>
                    <a:pt x="8031640" y="69"/>
                  </a:lnTo>
                  <a:lnTo>
                    <a:pt x="8023920" y="564"/>
                  </a:lnTo>
                  <a:lnTo>
                    <a:pt x="8004572" y="1934"/>
                  </a:lnTo>
                  <a:lnTo>
                    <a:pt x="7970265" y="4627"/>
                  </a:lnTo>
                  <a:lnTo>
                    <a:pt x="7919716" y="9043"/>
                  </a:lnTo>
                  <a:lnTo>
                    <a:pt x="7853768" y="15492"/>
                  </a:lnTo>
                  <a:lnTo>
                    <a:pt x="7775085" y="24161"/>
                  </a:lnTo>
                  <a:lnTo>
                    <a:pt x="7687503" y="35118"/>
                  </a:lnTo>
                  <a:lnTo>
                    <a:pt x="7595229" y="48346"/>
                  </a:lnTo>
                  <a:lnTo>
                    <a:pt x="7502137" y="63795"/>
                  </a:lnTo>
                  <a:lnTo>
                    <a:pt x="7411312" y="81426"/>
                  </a:lnTo>
                  <a:lnTo>
                    <a:pt x="7324881" y="101255"/>
                  </a:lnTo>
                  <a:lnTo>
                    <a:pt x="7244053" y="123377"/>
                  </a:lnTo>
                  <a:lnTo>
                    <a:pt x="7169276" y="147977"/>
                  </a:lnTo>
                  <a:lnTo>
                    <a:pt x="7100437" y="175334"/>
                  </a:lnTo>
                  <a:lnTo>
                    <a:pt x="7037044" y="205814"/>
                  </a:lnTo>
                  <a:lnTo>
                    <a:pt x="6978375" y="239858"/>
                  </a:lnTo>
                  <a:lnTo>
                    <a:pt x="6923590" y="277952"/>
                  </a:lnTo>
                  <a:lnTo>
                    <a:pt x="6871815" y="320584"/>
                  </a:lnTo>
                  <a:lnTo>
                    <a:pt x="6822212" y="368155"/>
                  </a:lnTo>
                  <a:lnTo>
                    <a:pt x="6786527" y="406596"/>
                  </a:lnTo>
                  <a:lnTo>
                    <a:pt x="6747152" y="453016"/>
                  </a:lnTo>
                  <a:lnTo>
                    <a:pt x="6708151" y="503021"/>
                  </a:lnTo>
                  <a:lnTo>
                    <a:pt x="6669267" y="556683"/>
                  </a:lnTo>
                  <a:lnTo>
                    <a:pt x="6630303" y="614008"/>
                  </a:lnTo>
                  <a:lnTo>
                    <a:pt x="6591113" y="674931"/>
                  </a:lnTo>
                  <a:lnTo>
                    <a:pt x="6551598" y="739304"/>
                  </a:lnTo>
                  <a:lnTo>
                    <a:pt x="6511704" y="806900"/>
                  </a:lnTo>
                  <a:lnTo>
                    <a:pt x="6471415" y="877404"/>
                  </a:lnTo>
                  <a:lnTo>
                    <a:pt x="6430749" y="950422"/>
                  </a:lnTo>
                  <a:lnTo>
                    <a:pt x="6389756" y="1025486"/>
                  </a:lnTo>
                  <a:lnTo>
                    <a:pt x="6348511" y="1102062"/>
                  </a:lnTo>
                  <a:lnTo>
                    <a:pt x="6307106" y="1179571"/>
                  </a:lnTo>
                  <a:lnTo>
                    <a:pt x="6265645" y="1257401"/>
                  </a:lnTo>
                  <a:lnTo>
                    <a:pt x="6224236" y="1334930"/>
                  </a:lnTo>
                  <a:lnTo>
                    <a:pt x="6182984" y="1411547"/>
                  </a:lnTo>
                  <a:lnTo>
                    <a:pt x="6141982" y="1486670"/>
                  </a:lnTo>
                  <a:lnTo>
                    <a:pt x="6101304" y="1559765"/>
                  </a:lnTo>
                  <a:lnTo>
                    <a:pt x="6061001" y="1630360"/>
                  </a:lnTo>
                  <a:lnTo>
                    <a:pt x="6021094" y="1698058"/>
                  </a:lnTo>
                  <a:lnTo>
                    <a:pt x="5981567" y="1762544"/>
                  </a:lnTo>
                  <a:lnTo>
                    <a:pt x="5942368" y="1823585"/>
                  </a:lnTo>
                  <a:lnTo>
                    <a:pt x="5903398" y="1881033"/>
                  </a:lnTo>
                  <a:lnTo>
                    <a:pt x="5864515" y="1934818"/>
                  </a:lnTo>
                  <a:lnTo>
                    <a:pt x="5825521" y="1984945"/>
                  </a:lnTo>
                  <a:lnTo>
                    <a:pt x="5786163" y="2031483"/>
                  </a:lnTo>
                  <a:lnTo>
                    <a:pt x="5784835" y="2032981"/>
                  </a:lnTo>
                  <a:lnTo>
                    <a:pt x="5736361" y="2084339"/>
                  </a:lnTo>
                  <a:lnTo>
                    <a:pt x="5686266" y="2130591"/>
                  </a:lnTo>
                  <a:lnTo>
                    <a:pt x="5633789" y="2171993"/>
                  </a:lnTo>
                  <a:lnTo>
                    <a:pt x="5578074" y="2208981"/>
                  </a:lnTo>
                  <a:lnTo>
                    <a:pt x="5518249" y="2242048"/>
                  </a:lnTo>
                  <a:lnTo>
                    <a:pt x="5453496" y="2271673"/>
                  </a:lnTo>
                  <a:lnTo>
                    <a:pt x="5383141" y="2298278"/>
                  </a:lnTo>
                  <a:lnTo>
                    <a:pt x="5306775" y="2322208"/>
                  </a:lnTo>
                  <a:lnTo>
                    <a:pt x="5224413" y="2343716"/>
                  </a:lnTo>
                  <a:lnTo>
                    <a:pt x="5136683" y="2362966"/>
                  </a:lnTo>
                  <a:lnTo>
                    <a:pt x="5045021" y="2380028"/>
                  </a:lnTo>
                  <a:lnTo>
                    <a:pt x="4951807" y="2394902"/>
                  </a:lnTo>
                  <a:lnTo>
                    <a:pt x="4860361" y="2407542"/>
                  </a:lnTo>
                  <a:lnTo>
                    <a:pt x="4774699" y="2417900"/>
                  </a:lnTo>
                  <a:lnTo>
                    <a:pt x="4699006" y="2425978"/>
                  </a:lnTo>
                  <a:lnTo>
                    <a:pt x="4636887" y="2431873"/>
                  </a:lnTo>
                  <a:lnTo>
                    <a:pt x="4590584" y="2435805"/>
                  </a:lnTo>
                  <a:lnTo>
                    <a:pt x="4560395" y="2438110"/>
                  </a:lnTo>
                  <a:lnTo>
                    <a:pt x="4544481" y="2439208"/>
                  </a:lnTo>
                  <a:lnTo>
                    <a:pt x="4539025" y="2439550"/>
                  </a:lnTo>
                  <a:lnTo>
                    <a:pt x="4538543" y="2439577"/>
                  </a:lnTo>
                  <a:lnTo>
                    <a:pt x="4016409" y="2439577"/>
                  </a:lnTo>
                  <a:lnTo>
                    <a:pt x="4015211" y="2439639"/>
                  </a:lnTo>
                  <a:lnTo>
                    <a:pt x="4007366" y="2440082"/>
                  </a:lnTo>
                  <a:lnTo>
                    <a:pt x="3987714" y="2441304"/>
                  </a:lnTo>
                  <a:lnTo>
                    <a:pt x="3952898" y="2443706"/>
                  </a:lnTo>
                  <a:lnTo>
                    <a:pt x="3901656" y="2447645"/>
                  </a:lnTo>
                  <a:lnTo>
                    <a:pt x="3834895" y="2453393"/>
                  </a:lnTo>
                  <a:lnTo>
                    <a:pt x="3755372" y="2461114"/>
                  </a:lnTo>
                  <a:lnTo>
                    <a:pt x="3667017" y="2470866"/>
                  </a:lnTo>
                  <a:lnTo>
                    <a:pt x="3574103" y="2482632"/>
                  </a:lnTo>
                  <a:lnTo>
                    <a:pt x="3480541" y="2496365"/>
                  </a:lnTo>
                  <a:lnTo>
                    <a:pt x="3389417" y="2512033"/>
                  </a:lnTo>
                  <a:lnTo>
                    <a:pt x="3302838" y="2529654"/>
                  </a:lnTo>
                  <a:lnTo>
                    <a:pt x="3221976" y="2549318"/>
                  </a:lnTo>
                  <a:lnTo>
                    <a:pt x="3147242" y="2571196"/>
                  </a:lnTo>
                  <a:lnTo>
                    <a:pt x="3078484" y="2595543"/>
                  </a:lnTo>
                  <a:lnTo>
                    <a:pt x="3015180" y="2622692"/>
                  </a:lnTo>
                  <a:lnTo>
                    <a:pt x="2956580" y="2653040"/>
                  </a:lnTo>
                  <a:lnTo>
                    <a:pt x="2901823" y="2687023"/>
                  </a:lnTo>
                  <a:lnTo>
                    <a:pt x="2850022" y="2725073"/>
                  </a:lnTo>
                  <a:lnTo>
                    <a:pt x="2800332" y="2767535"/>
                  </a:lnTo>
                  <a:lnTo>
                    <a:pt x="2770117" y="2796290"/>
                  </a:lnTo>
                  <a:lnTo>
                    <a:pt x="2728913" y="2838995"/>
                  </a:lnTo>
                  <a:lnTo>
                    <a:pt x="2688105" y="2885149"/>
                  </a:lnTo>
                  <a:lnTo>
                    <a:pt x="2647403" y="2934822"/>
                  </a:lnTo>
                  <a:lnTo>
                    <a:pt x="2606588" y="2988011"/>
                  </a:lnTo>
                  <a:lnTo>
                    <a:pt x="2565501" y="3044636"/>
                  </a:lnTo>
                  <a:lnTo>
                    <a:pt x="2524042" y="3104534"/>
                  </a:lnTo>
                  <a:lnTo>
                    <a:pt x="2482157" y="3167452"/>
                  </a:lnTo>
                  <a:lnTo>
                    <a:pt x="2439843" y="3233050"/>
                  </a:lnTo>
                  <a:lnTo>
                    <a:pt x="2397134" y="3300903"/>
                  </a:lnTo>
                  <a:lnTo>
                    <a:pt x="2354097" y="3370512"/>
                  </a:lnTo>
                  <a:lnTo>
                    <a:pt x="2310830" y="3441320"/>
                  </a:lnTo>
                  <a:lnTo>
                    <a:pt x="2267445" y="3512725"/>
                  </a:lnTo>
                  <a:lnTo>
                    <a:pt x="2224065" y="3584103"/>
                  </a:lnTo>
                  <a:lnTo>
                    <a:pt x="2180813" y="3654833"/>
                  </a:lnTo>
                  <a:lnTo>
                    <a:pt x="2137801" y="3724315"/>
                  </a:lnTo>
                  <a:lnTo>
                    <a:pt x="2095122" y="3791997"/>
                  </a:lnTo>
                  <a:lnTo>
                    <a:pt x="2052843" y="3857384"/>
                  </a:lnTo>
                  <a:lnTo>
                    <a:pt x="2010995" y="3920060"/>
                  </a:lnTo>
                  <a:lnTo>
                    <a:pt x="1969570" y="3979691"/>
                  </a:lnTo>
                  <a:lnTo>
                    <a:pt x="1928511" y="4036032"/>
                  </a:lnTo>
                  <a:lnTo>
                    <a:pt x="1887712" y="4088927"/>
                  </a:lnTo>
                  <a:lnTo>
                    <a:pt x="1847010" y="4138303"/>
                  </a:lnTo>
                  <a:lnTo>
                    <a:pt x="1806181" y="4184164"/>
                  </a:lnTo>
                  <a:lnTo>
                    <a:pt x="1768425" y="4223142"/>
                  </a:lnTo>
                  <a:lnTo>
                    <a:pt x="1719674" y="4268440"/>
                  </a:lnTo>
                  <a:lnTo>
                    <a:pt x="1669282" y="4309208"/>
                  </a:lnTo>
                  <a:lnTo>
                    <a:pt x="1616469" y="4345677"/>
                  </a:lnTo>
                  <a:lnTo>
                    <a:pt x="1560368" y="4378238"/>
                  </a:lnTo>
                  <a:lnTo>
                    <a:pt x="1500091" y="4407329"/>
                  </a:lnTo>
                  <a:lnTo>
                    <a:pt x="1434810" y="4433378"/>
                  </a:lnTo>
                  <a:lnTo>
                    <a:pt x="1363844" y="4456760"/>
                  </a:lnTo>
                  <a:lnTo>
                    <a:pt x="1286791" y="4477777"/>
                  </a:lnTo>
                  <a:lnTo>
                    <a:pt x="1203689" y="4496655"/>
                  </a:lnTo>
                  <a:lnTo>
                    <a:pt x="1115211" y="4513534"/>
                  </a:lnTo>
                  <a:lnTo>
                    <a:pt x="1022867" y="4528474"/>
                  </a:lnTo>
                  <a:lnTo>
                    <a:pt x="929136" y="4541471"/>
                  </a:lnTo>
                  <a:lnTo>
                    <a:pt x="837449" y="4552482"/>
                  </a:lnTo>
                  <a:lnTo>
                    <a:pt x="751923" y="4561467"/>
                  </a:lnTo>
                  <a:lnTo>
                    <a:pt x="676796" y="4568432"/>
                  </a:lnTo>
                  <a:lnTo>
                    <a:pt x="615650" y="4573473"/>
                  </a:lnTo>
                  <a:lnTo>
                    <a:pt x="570608" y="4576795"/>
                  </a:lnTo>
                  <a:lnTo>
                    <a:pt x="541776" y="4578707"/>
                  </a:lnTo>
                  <a:lnTo>
                    <a:pt x="527074" y="4579588"/>
                  </a:lnTo>
                  <a:lnTo>
                    <a:pt x="522429" y="4579840"/>
                  </a:lnTo>
                  <a:lnTo>
                    <a:pt x="522133" y="4579855"/>
                  </a:lnTo>
                  <a:lnTo>
                    <a:pt x="0" y="4579855"/>
                  </a:lnTo>
                  <a:lnTo>
                    <a:pt x="0" y="4579855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694" name="pg1694"/>
            <p:cNvSpPr/>
            <p:nvPr/>
          </p:nvSpPr>
          <p:spPr>
            <a:xfrm>
              <a:off x="386606" y="3099936"/>
              <a:ext cx="8554953" cy="2281457"/>
            </a:xfrm>
            <a:custGeom>
              <a:avLst/>
              <a:pathLst>
                <a:path w="8554953" h="2281457">
                  <a:moveTo>
                    <a:pt x="0" y="2281457"/>
                  </a:moveTo>
                  <a:lnTo>
                    <a:pt x="522133" y="2281457"/>
                  </a:lnTo>
                  <a:lnTo>
                    <a:pt x="523335" y="2281396"/>
                  </a:lnTo>
                  <a:lnTo>
                    <a:pt x="531200" y="2280963"/>
                  </a:lnTo>
                  <a:lnTo>
                    <a:pt x="550900" y="2279766"/>
                  </a:lnTo>
                  <a:lnTo>
                    <a:pt x="585797" y="2277415"/>
                  </a:lnTo>
                  <a:lnTo>
                    <a:pt x="637151" y="2273559"/>
                  </a:lnTo>
                  <a:lnTo>
                    <a:pt x="704042" y="2267934"/>
                  </a:lnTo>
                  <a:lnTo>
                    <a:pt x="783697" y="2260378"/>
                  </a:lnTo>
                  <a:lnTo>
                    <a:pt x="872176" y="2250836"/>
                  </a:lnTo>
                  <a:lnTo>
                    <a:pt x="965191" y="2239325"/>
                  </a:lnTo>
                  <a:lnTo>
                    <a:pt x="1058828" y="2225890"/>
                  </a:lnTo>
                  <a:lnTo>
                    <a:pt x="1149997" y="2210563"/>
                  </a:lnTo>
                  <a:lnTo>
                    <a:pt x="1236599" y="2193325"/>
                  </a:lnTo>
                  <a:lnTo>
                    <a:pt x="1317466" y="2174088"/>
                  </a:lnTo>
                  <a:lnTo>
                    <a:pt x="1392193" y="2152683"/>
                  </a:lnTo>
                  <a:lnTo>
                    <a:pt x="1460938" y="2128859"/>
                  </a:lnTo>
                  <a:lnTo>
                    <a:pt x="1524228" y="2102291"/>
                  </a:lnTo>
                  <a:lnTo>
                    <a:pt x="1582818" y="2072589"/>
                  </a:lnTo>
                  <a:lnTo>
                    <a:pt x="1637570" y="2039324"/>
                  </a:lnTo>
                  <a:lnTo>
                    <a:pt x="1689376" y="2002076"/>
                  </a:lnTo>
                  <a:lnTo>
                    <a:pt x="1739081" y="1960508"/>
                  </a:lnTo>
                  <a:lnTo>
                    <a:pt x="1768425" y="1933214"/>
                  </a:lnTo>
                  <a:lnTo>
                    <a:pt x="1809957" y="1891177"/>
                  </a:lnTo>
                  <a:lnTo>
                    <a:pt x="1851090" y="1845716"/>
                  </a:lnTo>
                  <a:lnTo>
                    <a:pt x="1892119" y="1796764"/>
                  </a:lnTo>
                  <a:lnTo>
                    <a:pt x="1933267" y="1744326"/>
                  </a:lnTo>
                  <a:lnTo>
                    <a:pt x="1974695" y="1688482"/>
                  </a:lnTo>
                  <a:lnTo>
                    <a:pt x="2016505" y="1629401"/>
                  </a:lnTo>
                  <a:lnTo>
                    <a:pt x="2058748" y="1567338"/>
                  </a:lnTo>
                  <a:lnTo>
                    <a:pt x="2101427" y="1502639"/>
                  </a:lnTo>
                  <a:lnTo>
                    <a:pt x="2144504" y="1435733"/>
                  </a:lnTo>
                  <a:lnTo>
                    <a:pt x="2187907" y="1367122"/>
                  </a:lnTo>
                  <a:lnTo>
                    <a:pt x="2231535" y="1297369"/>
                  </a:lnTo>
                  <a:lnTo>
                    <a:pt x="2275273" y="1227078"/>
                  </a:lnTo>
                  <a:lnTo>
                    <a:pt x="2318993" y="1156873"/>
                  </a:lnTo>
                  <a:lnTo>
                    <a:pt x="2362571" y="1087375"/>
                  </a:lnTo>
                  <a:lnTo>
                    <a:pt x="2405893" y="1019178"/>
                  </a:lnTo>
                  <a:lnTo>
                    <a:pt x="2448867" y="952830"/>
                  </a:lnTo>
                  <a:lnTo>
                    <a:pt x="2491428" y="888815"/>
                  </a:lnTo>
                  <a:lnTo>
                    <a:pt x="2533550" y="827540"/>
                  </a:lnTo>
                  <a:lnTo>
                    <a:pt x="2575248" y="769325"/>
                  </a:lnTo>
                  <a:lnTo>
                    <a:pt x="2616587" y="714403"/>
                  </a:lnTo>
                  <a:lnTo>
                    <a:pt x="2657684" y="662916"/>
                  </a:lnTo>
                  <a:lnTo>
                    <a:pt x="2698716" y="614925"/>
                  </a:lnTo>
                  <a:lnTo>
                    <a:pt x="2739926" y="570413"/>
                  </a:lnTo>
                  <a:lnTo>
                    <a:pt x="2770117" y="540246"/>
                  </a:lnTo>
                  <a:lnTo>
                    <a:pt x="2818912" y="495987"/>
                  </a:lnTo>
                  <a:lnTo>
                    <a:pt x="2869352" y="456157"/>
                  </a:lnTo>
                  <a:lnTo>
                    <a:pt x="2922218" y="420531"/>
                  </a:lnTo>
                  <a:lnTo>
                    <a:pt x="2978381" y="388726"/>
                  </a:lnTo>
                  <a:lnTo>
                    <a:pt x="3038730" y="360313"/>
                  </a:lnTo>
                  <a:lnTo>
                    <a:pt x="3104096" y="334873"/>
                  </a:lnTo>
                  <a:lnTo>
                    <a:pt x="3175160" y="312041"/>
                  </a:lnTo>
                  <a:lnTo>
                    <a:pt x="3252322" y="291519"/>
                  </a:lnTo>
                  <a:lnTo>
                    <a:pt x="3335543" y="273088"/>
                  </a:lnTo>
                  <a:lnTo>
                    <a:pt x="3424139" y="256611"/>
                  </a:lnTo>
                  <a:lnTo>
                    <a:pt x="3516591" y="242031"/>
                  </a:lnTo>
                  <a:lnTo>
                    <a:pt x="3610403" y="229351"/>
                  </a:lnTo>
                  <a:lnTo>
                    <a:pt x="3702126" y="218614"/>
                  </a:lnTo>
                  <a:lnTo>
                    <a:pt x="3787628" y="209858"/>
                  </a:lnTo>
                  <a:lnTo>
                    <a:pt x="3862662" y="203078"/>
                  </a:lnTo>
                  <a:lnTo>
                    <a:pt x="3923650" y="198177"/>
                  </a:lnTo>
                  <a:lnTo>
                    <a:pt x="3968489" y="194954"/>
                  </a:lnTo>
                  <a:lnTo>
                    <a:pt x="3997105" y="193104"/>
                  </a:lnTo>
                  <a:lnTo>
                    <a:pt x="4011616" y="192256"/>
                  </a:lnTo>
                  <a:lnTo>
                    <a:pt x="4016137" y="192017"/>
                  </a:lnTo>
                  <a:lnTo>
                    <a:pt x="4016409" y="192003"/>
                  </a:lnTo>
                  <a:lnTo>
                    <a:pt x="4538543" y="192003"/>
                  </a:lnTo>
                  <a:lnTo>
                    <a:pt x="4539812" y="191998"/>
                  </a:lnTo>
                  <a:lnTo>
                    <a:pt x="4548110" y="191957"/>
                  </a:lnTo>
                  <a:lnTo>
                    <a:pt x="4568853" y="191844"/>
                  </a:lnTo>
                  <a:lnTo>
                    <a:pt x="4605498" y="191622"/>
                  </a:lnTo>
                  <a:lnTo>
                    <a:pt x="4659222" y="191259"/>
                  </a:lnTo>
                  <a:lnTo>
                    <a:pt x="4728870" y="190730"/>
                  </a:lnTo>
                  <a:lnTo>
                    <a:pt x="4811348" y="190021"/>
                  </a:lnTo>
                  <a:lnTo>
                    <a:pt x="4902399" y="189129"/>
                  </a:lnTo>
                  <a:lnTo>
                    <a:pt x="4997509" y="188055"/>
                  </a:lnTo>
                  <a:lnTo>
                    <a:pt x="5092656" y="186803"/>
                  </a:lnTo>
                  <a:lnTo>
                    <a:pt x="5184757" y="185376"/>
                  </a:lnTo>
                  <a:lnTo>
                    <a:pt x="5271793" y="183772"/>
                  </a:lnTo>
                  <a:lnTo>
                    <a:pt x="5352722" y="181979"/>
                  </a:lnTo>
                  <a:lnTo>
                    <a:pt x="5427275" y="179980"/>
                  </a:lnTo>
                  <a:lnTo>
                    <a:pt x="5495732" y="177751"/>
                  </a:lnTo>
                  <a:lnTo>
                    <a:pt x="5558732" y="175257"/>
                  </a:lnTo>
                  <a:lnTo>
                    <a:pt x="5617114" y="172462"/>
                  </a:lnTo>
                  <a:lnTo>
                    <a:pt x="5671811" y="169324"/>
                  </a:lnTo>
                  <a:lnTo>
                    <a:pt x="5723754" y="165806"/>
                  </a:lnTo>
                  <a:lnTo>
                    <a:pt x="5773803" y="161880"/>
                  </a:lnTo>
                  <a:lnTo>
                    <a:pt x="5784835" y="160944"/>
                  </a:lnTo>
                  <a:lnTo>
                    <a:pt x="5838889" y="155996"/>
                  </a:lnTo>
                  <a:lnTo>
                    <a:pt x="5892423" y="150525"/>
                  </a:lnTo>
                  <a:lnTo>
                    <a:pt x="5946018" y="144524"/>
                  </a:lnTo>
                  <a:lnTo>
                    <a:pt x="6000063" y="138007"/>
                  </a:lnTo>
                  <a:lnTo>
                    <a:pt x="6054777" y="131006"/>
                  </a:lnTo>
                  <a:lnTo>
                    <a:pt x="6110236" y="123580"/>
                  </a:lnTo>
                  <a:lnTo>
                    <a:pt x="6166383" y="115808"/>
                  </a:lnTo>
                  <a:lnTo>
                    <a:pt x="6223062" y="107788"/>
                  </a:lnTo>
                  <a:lnTo>
                    <a:pt x="6280042" y="99634"/>
                  </a:lnTo>
                  <a:lnTo>
                    <a:pt x="6337049" y="91468"/>
                  </a:lnTo>
                  <a:lnTo>
                    <a:pt x="6393808" y="83412"/>
                  </a:lnTo>
                  <a:lnTo>
                    <a:pt x="6450075" y="75582"/>
                  </a:lnTo>
                  <a:lnTo>
                    <a:pt x="6505678" y="68080"/>
                  </a:lnTo>
                  <a:lnTo>
                    <a:pt x="6560538" y="60991"/>
                  </a:lnTo>
                  <a:lnTo>
                    <a:pt x="6614703" y="54374"/>
                  </a:lnTo>
                  <a:lnTo>
                    <a:pt x="6668361" y="48270"/>
                  </a:lnTo>
                  <a:lnTo>
                    <a:pt x="6721868" y="42694"/>
                  </a:lnTo>
                  <a:lnTo>
                    <a:pt x="6775763" y="37644"/>
                  </a:lnTo>
                  <a:lnTo>
                    <a:pt x="6786527" y="36706"/>
                  </a:lnTo>
                  <a:lnTo>
                    <a:pt x="6836253" y="32688"/>
                  </a:lnTo>
                  <a:lnTo>
                    <a:pt x="6887702" y="29080"/>
                  </a:lnTo>
                  <a:lnTo>
                    <a:pt x="6941702" y="25860"/>
                  </a:lnTo>
                  <a:lnTo>
                    <a:pt x="6999176" y="22991"/>
                  </a:lnTo>
                  <a:lnTo>
                    <a:pt x="7061063" y="20434"/>
                  </a:lnTo>
                  <a:lnTo>
                    <a:pt x="7128232" y="18148"/>
                  </a:lnTo>
                  <a:lnTo>
                    <a:pt x="7201379" y="16100"/>
                  </a:lnTo>
                  <a:lnTo>
                    <a:pt x="7280879" y="14263"/>
                  </a:lnTo>
                  <a:lnTo>
                    <a:pt x="7366607" y="12618"/>
                  </a:lnTo>
                  <a:lnTo>
                    <a:pt x="7457710" y="11151"/>
                  </a:lnTo>
                  <a:lnTo>
                    <a:pt x="7552405" y="9861"/>
                  </a:lnTo>
                  <a:lnTo>
                    <a:pt x="7647844" y="8746"/>
                  </a:lnTo>
                  <a:lnTo>
                    <a:pt x="7740190" y="7813"/>
                  </a:lnTo>
                  <a:lnTo>
                    <a:pt x="7824982" y="7063"/>
                  </a:lnTo>
                  <a:lnTo>
                    <a:pt x="7897830" y="6495"/>
                  </a:lnTo>
                  <a:lnTo>
                    <a:pt x="7955302" y="6096"/>
                  </a:lnTo>
                  <a:lnTo>
                    <a:pt x="7995758" y="5845"/>
                  </a:lnTo>
                  <a:lnTo>
                    <a:pt x="8019841" y="5711"/>
                  </a:lnTo>
                  <a:lnTo>
                    <a:pt x="8030521" y="5657"/>
                  </a:lnTo>
                  <a:lnTo>
                    <a:pt x="8032819" y="5647"/>
                  </a:lnTo>
                  <a:lnTo>
                    <a:pt x="8554953" y="5647"/>
                  </a:lnTo>
                  <a:lnTo>
                    <a:pt x="8554953" y="0"/>
                  </a:lnTo>
                  <a:lnTo>
                    <a:pt x="8032819" y="0"/>
                  </a:lnTo>
                  <a:lnTo>
                    <a:pt x="8031550" y="5"/>
                  </a:lnTo>
                  <a:lnTo>
                    <a:pt x="8023252" y="46"/>
                  </a:lnTo>
                  <a:lnTo>
                    <a:pt x="8002509" y="159"/>
                  </a:lnTo>
                  <a:lnTo>
                    <a:pt x="7965864" y="381"/>
                  </a:lnTo>
                  <a:lnTo>
                    <a:pt x="7912140" y="744"/>
                  </a:lnTo>
                  <a:lnTo>
                    <a:pt x="7842492" y="1273"/>
                  </a:lnTo>
                  <a:lnTo>
                    <a:pt x="7760014" y="1981"/>
                  </a:lnTo>
                  <a:lnTo>
                    <a:pt x="7668963" y="2874"/>
                  </a:lnTo>
                  <a:lnTo>
                    <a:pt x="7573853" y="3948"/>
                  </a:lnTo>
                  <a:lnTo>
                    <a:pt x="7478706" y="5200"/>
                  </a:lnTo>
                  <a:lnTo>
                    <a:pt x="7386605" y="6627"/>
                  </a:lnTo>
                  <a:lnTo>
                    <a:pt x="7299569" y="8231"/>
                  </a:lnTo>
                  <a:lnTo>
                    <a:pt x="7218640" y="10024"/>
                  </a:lnTo>
                  <a:lnTo>
                    <a:pt x="7144087" y="12022"/>
                  </a:lnTo>
                  <a:lnTo>
                    <a:pt x="7075630" y="14252"/>
                  </a:lnTo>
                  <a:lnTo>
                    <a:pt x="7012630" y="16745"/>
                  </a:lnTo>
                  <a:lnTo>
                    <a:pt x="6954248" y="19541"/>
                  </a:lnTo>
                  <a:lnTo>
                    <a:pt x="6899551" y="22679"/>
                  </a:lnTo>
                  <a:lnTo>
                    <a:pt x="6847607" y="26197"/>
                  </a:lnTo>
                  <a:lnTo>
                    <a:pt x="6797559" y="30123"/>
                  </a:lnTo>
                  <a:lnTo>
                    <a:pt x="6786527" y="31059"/>
                  </a:lnTo>
                  <a:lnTo>
                    <a:pt x="6732473" y="36007"/>
                  </a:lnTo>
                  <a:lnTo>
                    <a:pt x="6678939" y="41478"/>
                  </a:lnTo>
                  <a:lnTo>
                    <a:pt x="6625344" y="47479"/>
                  </a:lnTo>
                  <a:lnTo>
                    <a:pt x="6571299" y="53996"/>
                  </a:lnTo>
                  <a:lnTo>
                    <a:pt x="6516585" y="60996"/>
                  </a:lnTo>
                  <a:lnTo>
                    <a:pt x="6461126" y="68422"/>
                  </a:lnTo>
                  <a:lnTo>
                    <a:pt x="6404979" y="76195"/>
                  </a:lnTo>
                  <a:lnTo>
                    <a:pt x="6348300" y="84215"/>
                  </a:lnTo>
                  <a:lnTo>
                    <a:pt x="6291320" y="92369"/>
                  </a:lnTo>
                  <a:lnTo>
                    <a:pt x="6234313" y="100535"/>
                  </a:lnTo>
                  <a:lnTo>
                    <a:pt x="6177554" y="108591"/>
                  </a:lnTo>
                  <a:lnTo>
                    <a:pt x="6121287" y="116421"/>
                  </a:lnTo>
                  <a:lnTo>
                    <a:pt x="6065684" y="123922"/>
                  </a:lnTo>
                  <a:lnTo>
                    <a:pt x="6010824" y="131012"/>
                  </a:lnTo>
                  <a:lnTo>
                    <a:pt x="5956659" y="137629"/>
                  </a:lnTo>
                  <a:lnTo>
                    <a:pt x="5903000" y="143733"/>
                  </a:lnTo>
                  <a:lnTo>
                    <a:pt x="5849494" y="149309"/>
                  </a:lnTo>
                  <a:lnTo>
                    <a:pt x="5795599" y="154359"/>
                  </a:lnTo>
                  <a:lnTo>
                    <a:pt x="5784835" y="155297"/>
                  </a:lnTo>
                  <a:lnTo>
                    <a:pt x="5735109" y="159315"/>
                  </a:lnTo>
                  <a:lnTo>
                    <a:pt x="5683660" y="162923"/>
                  </a:lnTo>
                  <a:lnTo>
                    <a:pt x="5629660" y="166143"/>
                  </a:lnTo>
                  <a:lnTo>
                    <a:pt x="5572186" y="169011"/>
                  </a:lnTo>
                  <a:lnTo>
                    <a:pt x="5510299" y="171569"/>
                  </a:lnTo>
                  <a:lnTo>
                    <a:pt x="5443130" y="173855"/>
                  </a:lnTo>
                  <a:lnTo>
                    <a:pt x="5369983" y="175902"/>
                  </a:lnTo>
                  <a:lnTo>
                    <a:pt x="5290483" y="177739"/>
                  </a:lnTo>
                  <a:lnTo>
                    <a:pt x="5204755" y="179385"/>
                  </a:lnTo>
                  <a:lnTo>
                    <a:pt x="5113652" y="180851"/>
                  </a:lnTo>
                  <a:lnTo>
                    <a:pt x="5018957" y="182142"/>
                  </a:lnTo>
                  <a:lnTo>
                    <a:pt x="4923518" y="183257"/>
                  </a:lnTo>
                  <a:lnTo>
                    <a:pt x="4831172" y="184190"/>
                  </a:lnTo>
                  <a:lnTo>
                    <a:pt x="4746380" y="184940"/>
                  </a:lnTo>
                  <a:lnTo>
                    <a:pt x="4673532" y="185508"/>
                  </a:lnTo>
                  <a:lnTo>
                    <a:pt x="4616060" y="185907"/>
                  </a:lnTo>
                  <a:lnTo>
                    <a:pt x="4575604" y="186158"/>
                  </a:lnTo>
                  <a:lnTo>
                    <a:pt x="4551521" y="186292"/>
                  </a:lnTo>
                  <a:lnTo>
                    <a:pt x="4540840" y="186346"/>
                  </a:lnTo>
                  <a:lnTo>
                    <a:pt x="4538543" y="186356"/>
                  </a:lnTo>
                  <a:lnTo>
                    <a:pt x="4016409" y="186356"/>
                  </a:lnTo>
                  <a:lnTo>
                    <a:pt x="4015208" y="186417"/>
                  </a:lnTo>
                  <a:lnTo>
                    <a:pt x="4007343" y="186850"/>
                  </a:lnTo>
                  <a:lnTo>
                    <a:pt x="3987642" y="188046"/>
                  </a:lnTo>
                  <a:lnTo>
                    <a:pt x="3952745" y="190398"/>
                  </a:lnTo>
                  <a:lnTo>
                    <a:pt x="3901391" y="194253"/>
                  </a:lnTo>
                  <a:lnTo>
                    <a:pt x="3834501" y="199879"/>
                  </a:lnTo>
                  <a:lnTo>
                    <a:pt x="3754845" y="207435"/>
                  </a:lnTo>
                  <a:lnTo>
                    <a:pt x="3666366" y="216977"/>
                  </a:lnTo>
                  <a:lnTo>
                    <a:pt x="3573351" y="228488"/>
                  </a:lnTo>
                  <a:lnTo>
                    <a:pt x="3479715" y="241923"/>
                  </a:lnTo>
                  <a:lnTo>
                    <a:pt x="3388545" y="257250"/>
                  </a:lnTo>
                  <a:lnTo>
                    <a:pt x="3301943" y="274488"/>
                  </a:lnTo>
                  <a:lnTo>
                    <a:pt x="3221076" y="293725"/>
                  </a:lnTo>
                  <a:lnTo>
                    <a:pt x="3146349" y="315130"/>
                  </a:lnTo>
                  <a:lnTo>
                    <a:pt x="3077604" y="338953"/>
                  </a:lnTo>
                  <a:lnTo>
                    <a:pt x="3014314" y="365522"/>
                  </a:lnTo>
                  <a:lnTo>
                    <a:pt x="2955724" y="395224"/>
                  </a:lnTo>
                  <a:lnTo>
                    <a:pt x="2900972" y="428489"/>
                  </a:lnTo>
                  <a:lnTo>
                    <a:pt x="2849166" y="465737"/>
                  </a:lnTo>
                  <a:lnTo>
                    <a:pt x="2799462" y="507305"/>
                  </a:lnTo>
                  <a:lnTo>
                    <a:pt x="2770117" y="534598"/>
                  </a:lnTo>
                  <a:lnTo>
                    <a:pt x="2728585" y="576636"/>
                  </a:lnTo>
                  <a:lnTo>
                    <a:pt x="2687452" y="622097"/>
                  </a:lnTo>
                  <a:lnTo>
                    <a:pt x="2646424" y="671049"/>
                  </a:lnTo>
                  <a:lnTo>
                    <a:pt x="2605275" y="723487"/>
                  </a:lnTo>
                  <a:lnTo>
                    <a:pt x="2563847" y="779331"/>
                  </a:lnTo>
                  <a:lnTo>
                    <a:pt x="2522037" y="838412"/>
                  </a:lnTo>
                  <a:lnTo>
                    <a:pt x="2479794" y="900474"/>
                  </a:lnTo>
                  <a:lnTo>
                    <a:pt x="2437115" y="965173"/>
                  </a:lnTo>
                  <a:lnTo>
                    <a:pt x="2394038" y="1032080"/>
                  </a:lnTo>
                  <a:lnTo>
                    <a:pt x="2350636" y="1100691"/>
                  </a:lnTo>
                  <a:lnTo>
                    <a:pt x="2307007" y="1170444"/>
                  </a:lnTo>
                  <a:lnTo>
                    <a:pt x="2263269" y="1240735"/>
                  </a:lnTo>
                  <a:lnTo>
                    <a:pt x="2219549" y="1310939"/>
                  </a:lnTo>
                  <a:lnTo>
                    <a:pt x="2175971" y="1380438"/>
                  </a:lnTo>
                  <a:lnTo>
                    <a:pt x="2132649" y="1448635"/>
                  </a:lnTo>
                  <a:lnTo>
                    <a:pt x="2089675" y="1514983"/>
                  </a:lnTo>
                  <a:lnTo>
                    <a:pt x="2047114" y="1578998"/>
                  </a:lnTo>
                  <a:lnTo>
                    <a:pt x="2004992" y="1640273"/>
                  </a:lnTo>
                  <a:lnTo>
                    <a:pt x="1963294" y="1698488"/>
                  </a:lnTo>
                  <a:lnTo>
                    <a:pt x="1921955" y="1753410"/>
                  </a:lnTo>
                  <a:lnTo>
                    <a:pt x="1880858" y="1804896"/>
                  </a:lnTo>
                  <a:lnTo>
                    <a:pt x="1839826" y="1852887"/>
                  </a:lnTo>
                  <a:lnTo>
                    <a:pt x="1798616" y="1897400"/>
                  </a:lnTo>
                  <a:lnTo>
                    <a:pt x="1768425" y="1927567"/>
                  </a:lnTo>
                  <a:lnTo>
                    <a:pt x="1719630" y="1971826"/>
                  </a:lnTo>
                  <a:lnTo>
                    <a:pt x="1669190" y="2011656"/>
                  </a:lnTo>
                  <a:lnTo>
                    <a:pt x="1616324" y="2047282"/>
                  </a:lnTo>
                  <a:lnTo>
                    <a:pt x="1560161" y="2079086"/>
                  </a:lnTo>
                  <a:lnTo>
                    <a:pt x="1499813" y="2107500"/>
                  </a:lnTo>
                  <a:lnTo>
                    <a:pt x="1434446" y="2132940"/>
                  </a:lnTo>
                  <a:lnTo>
                    <a:pt x="1363383" y="2155772"/>
                  </a:lnTo>
                  <a:lnTo>
                    <a:pt x="1286220" y="2176294"/>
                  </a:lnTo>
                  <a:lnTo>
                    <a:pt x="1203000" y="2194725"/>
                  </a:lnTo>
                  <a:lnTo>
                    <a:pt x="1114403" y="2211201"/>
                  </a:lnTo>
                  <a:lnTo>
                    <a:pt x="1021951" y="2225782"/>
                  </a:lnTo>
                  <a:lnTo>
                    <a:pt x="928139" y="2238461"/>
                  </a:lnTo>
                  <a:lnTo>
                    <a:pt x="836416" y="2249199"/>
                  </a:lnTo>
                  <a:lnTo>
                    <a:pt x="750914" y="2257954"/>
                  </a:lnTo>
                  <a:lnTo>
                    <a:pt x="675881" y="2264735"/>
                  </a:lnTo>
                  <a:lnTo>
                    <a:pt x="614892" y="2269636"/>
                  </a:lnTo>
                  <a:lnTo>
                    <a:pt x="570054" y="2272859"/>
                  </a:lnTo>
                  <a:lnTo>
                    <a:pt x="541437" y="2274709"/>
                  </a:lnTo>
                  <a:lnTo>
                    <a:pt x="526926" y="2275556"/>
                  </a:lnTo>
                  <a:lnTo>
                    <a:pt x="522405" y="2275796"/>
                  </a:lnTo>
                  <a:lnTo>
                    <a:pt x="522133" y="2275809"/>
                  </a:lnTo>
                  <a:lnTo>
                    <a:pt x="0" y="2275809"/>
                  </a:lnTo>
                  <a:close/>
                </a:path>
              </a:pathLst>
            </a:custGeom>
            <a:solidFill>
              <a:srgbClr val="9E9E9E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1695" name="pl1695"/>
            <p:cNvSpPr/>
            <p:nvPr/>
          </p:nvSpPr>
          <p:spPr>
            <a:xfrm>
              <a:off x="386606" y="3105583"/>
              <a:ext cx="8554953" cy="2275809"/>
            </a:xfrm>
            <a:custGeom>
              <a:avLst/>
              <a:pathLst>
                <a:path w="8554953" h="2275809">
                  <a:moveTo>
                    <a:pt x="0" y="2275809"/>
                  </a:moveTo>
                  <a:lnTo>
                    <a:pt x="522133" y="2275809"/>
                  </a:lnTo>
                  <a:lnTo>
                    <a:pt x="523335" y="2275749"/>
                  </a:lnTo>
                  <a:lnTo>
                    <a:pt x="531200" y="2275316"/>
                  </a:lnTo>
                  <a:lnTo>
                    <a:pt x="550900" y="2274119"/>
                  </a:lnTo>
                  <a:lnTo>
                    <a:pt x="585797" y="2271768"/>
                  </a:lnTo>
                  <a:lnTo>
                    <a:pt x="637151" y="2267912"/>
                  </a:lnTo>
                  <a:lnTo>
                    <a:pt x="704042" y="2262286"/>
                  </a:lnTo>
                  <a:lnTo>
                    <a:pt x="783697" y="2254731"/>
                  </a:lnTo>
                  <a:lnTo>
                    <a:pt x="872176" y="2245189"/>
                  </a:lnTo>
                  <a:lnTo>
                    <a:pt x="965191" y="2233678"/>
                  </a:lnTo>
                  <a:lnTo>
                    <a:pt x="1058828" y="2220243"/>
                  </a:lnTo>
                  <a:lnTo>
                    <a:pt x="1149997" y="2204915"/>
                  </a:lnTo>
                  <a:lnTo>
                    <a:pt x="1236599" y="2187677"/>
                  </a:lnTo>
                  <a:lnTo>
                    <a:pt x="1317466" y="2168440"/>
                  </a:lnTo>
                  <a:lnTo>
                    <a:pt x="1392193" y="2147036"/>
                  </a:lnTo>
                  <a:lnTo>
                    <a:pt x="1460938" y="2123212"/>
                  </a:lnTo>
                  <a:lnTo>
                    <a:pt x="1524228" y="2096644"/>
                  </a:lnTo>
                  <a:lnTo>
                    <a:pt x="1582818" y="2066941"/>
                  </a:lnTo>
                  <a:lnTo>
                    <a:pt x="1637570" y="2033677"/>
                  </a:lnTo>
                  <a:lnTo>
                    <a:pt x="1689376" y="1996428"/>
                  </a:lnTo>
                  <a:lnTo>
                    <a:pt x="1739081" y="1954861"/>
                  </a:lnTo>
                  <a:lnTo>
                    <a:pt x="1768425" y="1927567"/>
                  </a:lnTo>
                  <a:lnTo>
                    <a:pt x="1809957" y="1885529"/>
                  </a:lnTo>
                  <a:lnTo>
                    <a:pt x="1851090" y="1840068"/>
                  </a:lnTo>
                  <a:lnTo>
                    <a:pt x="1892119" y="1791117"/>
                  </a:lnTo>
                  <a:lnTo>
                    <a:pt x="1933267" y="1738678"/>
                  </a:lnTo>
                  <a:lnTo>
                    <a:pt x="1974695" y="1682835"/>
                  </a:lnTo>
                  <a:lnTo>
                    <a:pt x="2016505" y="1623754"/>
                  </a:lnTo>
                  <a:lnTo>
                    <a:pt x="2058748" y="1561691"/>
                  </a:lnTo>
                  <a:lnTo>
                    <a:pt x="2101427" y="1496992"/>
                  </a:lnTo>
                  <a:lnTo>
                    <a:pt x="2144504" y="1430086"/>
                  </a:lnTo>
                  <a:lnTo>
                    <a:pt x="2187907" y="1361475"/>
                  </a:lnTo>
                  <a:lnTo>
                    <a:pt x="2231535" y="1291722"/>
                  </a:lnTo>
                  <a:lnTo>
                    <a:pt x="2275273" y="1221431"/>
                  </a:lnTo>
                  <a:lnTo>
                    <a:pt x="2318993" y="1151226"/>
                  </a:lnTo>
                  <a:lnTo>
                    <a:pt x="2362571" y="1081728"/>
                  </a:lnTo>
                  <a:lnTo>
                    <a:pt x="2405893" y="1013531"/>
                  </a:lnTo>
                  <a:lnTo>
                    <a:pt x="2448867" y="947183"/>
                  </a:lnTo>
                  <a:lnTo>
                    <a:pt x="2491428" y="883168"/>
                  </a:lnTo>
                  <a:lnTo>
                    <a:pt x="2533550" y="821893"/>
                  </a:lnTo>
                  <a:lnTo>
                    <a:pt x="2575248" y="763678"/>
                  </a:lnTo>
                  <a:lnTo>
                    <a:pt x="2616587" y="708756"/>
                  </a:lnTo>
                  <a:lnTo>
                    <a:pt x="2657684" y="657269"/>
                  </a:lnTo>
                  <a:lnTo>
                    <a:pt x="2698716" y="609278"/>
                  </a:lnTo>
                  <a:lnTo>
                    <a:pt x="2739926" y="564766"/>
                  </a:lnTo>
                  <a:lnTo>
                    <a:pt x="2770117" y="534598"/>
                  </a:lnTo>
                  <a:lnTo>
                    <a:pt x="2818912" y="490339"/>
                  </a:lnTo>
                  <a:lnTo>
                    <a:pt x="2869352" y="450510"/>
                  </a:lnTo>
                  <a:lnTo>
                    <a:pt x="2922218" y="414884"/>
                  </a:lnTo>
                  <a:lnTo>
                    <a:pt x="2978381" y="383079"/>
                  </a:lnTo>
                  <a:lnTo>
                    <a:pt x="3038730" y="354666"/>
                  </a:lnTo>
                  <a:lnTo>
                    <a:pt x="3104096" y="329226"/>
                  </a:lnTo>
                  <a:lnTo>
                    <a:pt x="3175160" y="306394"/>
                  </a:lnTo>
                  <a:lnTo>
                    <a:pt x="3252322" y="285872"/>
                  </a:lnTo>
                  <a:lnTo>
                    <a:pt x="3335543" y="267441"/>
                  </a:lnTo>
                  <a:lnTo>
                    <a:pt x="3424139" y="250964"/>
                  </a:lnTo>
                  <a:lnTo>
                    <a:pt x="3516591" y="236384"/>
                  </a:lnTo>
                  <a:lnTo>
                    <a:pt x="3610403" y="223704"/>
                  </a:lnTo>
                  <a:lnTo>
                    <a:pt x="3702126" y="212967"/>
                  </a:lnTo>
                  <a:lnTo>
                    <a:pt x="3787628" y="204211"/>
                  </a:lnTo>
                  <a:lnTo>
                    <a:pt x="3862662" y="197431"/>
                  </a:lnTo>
                  <a:lnTo>
                    <a:pt x="3923650" y="192530"/>
                  </a:lnTo>
                  <a:lnTo>
                    <a:pt x="3968489" y="189306"/>
                  </a:lnTo>
                  <a:lnTo>
                    <a:pt x="3997105" y="187456"/>
                  </a:lnTo>
                  <a:lnTo>
                    <a:pt x="4011616" y="186609"/>
                  </a:lnTo>
                  <a:lnTo>
                    <a:pt x="4016137" y="186369"/>
                  </a:lnTo>
                  <a:lnTo>
                    <a:pt x="4016409" y="186356"/>
                  </a:lnTo>
                  <a:lnTo>
                    <a:pt x="4538543" y="186356"/>
                  </a:lnTo>
                  <a:lnTo>
                    <a:pt x="4539812" y="186350"/>
                  </a:lnTo>
                  <a:lnTo>
                    <a:pt x="4548110" y="186310"/>
                  </a:lnTo>
                  <a:lnTo>
                    <a:pt x="4568853" y="186197"/>
                  </a:lnTo>
                  <a:lnTo>
                    <a:pt x="4605498" y="185975"/>
                  </a:lnTo>
                  <a:lnTo>
                    <a:pt x="4659222" y="185612"/>
                  </a:lnTo>
                  <a:lnTo>
                    <a:pt x="4728870" y="185083"/>
                  </a:lnTo>
                  <a:lnTo>
                    <a:pt x="4811348" y="184374"/>
                  </a:lnTo>
                  <a:lnTo>
                    <a:pt x="4902399" y="183482"/>
                  </a:lnTo>
                  <a:lnTo>
                    <a:pt x="4997509" y="182407"/>
                  </a:lnTo>
                  <a:lnTo>
                    <a:pt x="5092656" y="181156"/>
                  </a:lnTo>
                  <a:lnTo>
                    <a:pt x="5184757" y="179729"/>
                  </a:lnTo>
                  <a:lnTo>
                    <a:pt x="5271793" y="178124"/>
                  </a:lnTo>
                  <a:lnTo>
                    <a:pt x="5352722" y="176332"/>
                  </a:lnTo>
                  <a:lnTo>
                    <a:pt x="5427275" y="174333"/>
                  </a:lnTo>
                  <a:lnTo>
                    <a:pt x="5495732" y="172104"/>
                  </a:lnTo>
                  <a:lnTo>
                    <a:pt x="5558732" y="169610"/>
                  </a:lnTo>
                  <a:lnTo>
                    <a:pt x="5617114" y="166815"/>
                  </a:lnTo>
                  <a:lnTo>
                    <a:pt x="5671811" y="163677"/>
                  </a:lnTo>
                  <a:lnTo>
                    <a:pt x="5723754" y="160158"/>
                  </a:lnTo>
                  <a:lnTo>
                    <a:pt x="5773803" y="156233"/>
                  </a:lnTo>
                  <a:lnTo>
                    <a:pt x="5784835" y="155297"/>
                  </a:lnTo>
                  <a:lnTo>
                    <a:pt x="5838889" y="150348"/>
                  </a:lnTo>
                  <a:lnTo>
                    <a:pt x="5892423" y="144878"/>
                  </a:lnTo>
                  <a:lnTo>
                    <a:pt x="5946018" y="138877"/>
                  </a:lnTo>
                  <a:lnTo>
                    <a:pt x="6000063" y="132360"/>
                  </a:lnTo>
                  <a:lnTo>
                    <a:pt x="6054777" y="125359"/>
                  </a:lnTo>
                  <a:lnTo>
                    <a:pt x="6110236" y="117933"/>
                  </a:lnTo>
                  <a:lnTo>
                    <a:pt x="6166383" y="110161"/>
                  </a:lnTo>
                  <a:lnTo>
                    <a:pt x="6223062" y="102141"/>
                  </a:lnTo>
                  <a:lnTo>
                    <a:pt x="6280042" y="93987"/>
                  </a:lnTo>
                  <a:lnTo>
                    <a:pt x="6337049" y="85820"/>
                  </a:lnTo>
                  <a:lnTo>
                    <a:pt x="6393808" y="77764"/>
                  </a:lnTo>
                  <a:lnTo>
                    <a:pt x="6450075" y="69935"/>
                  </a:lnTo>
                  <a:lnTo>
                    <a:pt x="6505678" y="62433"/>
                  </a:lnTo>
                  <a:lnTo>
                    <a:pt x="6560538" y="55343"/>
                  </a:lnTo>
                  <a:lnTo>
                    <a:pt x="6614703" y="48727"/>
                  </a:lnTo>
                  <a:lnTo>
                    <a:pt x="6668361" y="42623"/>
                  </a:lnTo>
                  <a:lnTo>
                    <a:pt x="6721868" y="37047"/>
                  </a:lnTo>
                  <a:lnTo>
                    <a:pt x="6775763" y="31997"/>
                  </a:lnTo>
                  <a:lnTo>
                    <a:pt x="6786527" y="31059"/>
                  </a:lnTo>
                  <a:lnTo>
                    <a:pt x="6836253" y="27041"/>
                  </a:lnTo>
                  <a:lnTo>
                    <a:pt x="6887702" y="23433"/>
                  </a:lnTo>
                  <a:lnTo>
                    <a:pt x="6941702" y="20213"/>
                  </a:lnTo>
                  <a:lnTo>
                    <a:pt x="6999176" y="17344"/>
                  </a:lnTo>
                  <a:lnTo>
                    <a:pt x="7061063" y="14787"/>
                  </a:lnTo>
                  <a:lnTo>
                    <a:pt x="7128232" y="12501"/>
                  </a:lnTo>
                  <a:lnTo>
                    <a:pt x="7201379" y="10453"/>
                  </a:lnTo>
                  <a:lnTo>
                    <a:pt x="7280879" y="8616"/>
                  </a:lnTo>
                  <a:lnTo>
                    <a:pt x="7366607" y="6970"/>
                  </a:lnTo>
                  <a:lnTo>
                    <a:pt x="7457710" y="5504"/>
                  </a:lnTo>
                  <a:lnTo>
                    <a:pt x="7552405" y="4213"/>
                  </a:lnTo>
                  <a:lnTo>
                    <a:pt x="7647844" y="3099"/>
                  </a:lnTo>
                  <a:lnTo>
                    <a:pt x="7740190" y="2165"/>
                  </a:lnTo>
                  <a:lnTo>
                    <a:pt x="7824982" y="1416"/>
                  </a:lnTo>
                  <a:lnTo>
                    <a:pt x="7897830" y="847"/>
                  </a:lnTo>
                  <a:lnTo>
                    <a:pt x="7955302" y="449"/>
                  </a:lnTo>
                  <a:lnTo>
                    <a:pt x="7995758" y="198"/>
                  </a:lnTo>
                  <a:lnTo>
                    <a:pt x="8019841" y="64"/>
                  </a:lnTo>
                  <a:lnTo>
                    <a:pt x="8030521" y="10"/>
                  </a:lnTo>
                  <a:lnTo>
                    <a:pt x="8032804" y="0"/>
                  </a:lnTo>
                  <a:lnTo>
                    <a:pt x="8032819" y="0"/>
                  </a:lnTo>
                  <a:lnTo>
                    <a:pt x="8554953" y="0"/>
                  </a:lnTo>
                  <a:lnTo>
                    <a:pt x="8554953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696" name="pl1696"/>
            <p:cNvSpPr/>
            <p:nvPr/>
          </p:nvSpPr>
          <p:spPr>
            <a:xfrm>
              <a:off x="386606" y="3099936"/>
              <a:ext cx="8554953" cy="2275809"/>
            </a:xfrm>
            <a:custGeom>
              <a:avLst/>
              <a:pathLst>
                <a:path w="8554953" h="2275809">
                  <a:moveTo>
                    <a:pt x="8554953" y="0"/>
                  </a:moveTo>
                  <a:lnTo>
                    <a:pt x="8032819" y="0"/>
                  </a:lnTo>
                  <a:lnTo>
                    <a:pt x="8031550" y="5"/>
                  </a:lnTo>
                  <a:lnTo>
                    <a:pt x="8023252" y="46"/>
                  </a:lnTo>
                  <a:lnTo>
                    <a:pt x="8002509" y="159"/>
                  </a:lnTo>
                  <a:lnTo>
                    <a:pt x="7965864" y="381"/>
                  </a:lnTo>
                  <a:lnTo>
                    <a:pt x="7912140" y="744"/>
                  </a:lnTo>
                  <a:lnTo>
                    <a:pt x="7842492" y="1273"/>
                  </a:lnTo>
                  <a:lnTo>
                    <a:pt x="7760014" y="1981"/>
                  </a:lnTo>
                  <a:lnTo>
                    <a:pt x="7668963" y="2874"/>
                  </a:lnTo>
                  <a:lnTo>
                    <a:pt x="7573853" y="3948"/>
                  </a:lnTo>
                  <a:lnTo>
                    <a:pt x="7478706" y="5200"/>
                  </a:lnTo>
                  <a:lnTo>
                    <a:pt x="7386605" y="6627"/>
                  </a:lnTo>
                  <a:lnTo>
                    <a:pt x="7299569" y="8231"/>
                  </a:lnTo>
                  <a:lnTo>
                    <a:pt x="7218640" y="10024"/>
                  </a:lnTo>
                  <a:lnTo>
                    <a:pt x="7144087" y="12022"/>
                  </a:lnTo>
                  <a:lnTo>
                    <a:pt x="7075630" y="14252"/>
                  </a:lnTo>
                  <a:lnTo>
                    <a:pt x="7012630" y="16745"/>
                  </a:lnTo>
                  <a:lnTo>
                    <a:pt x="6954248" y="19541"/>
                  </a:lnTo>
                  <a:lnTo>
                    <a:pt x="6899551" y="22679"/>
                  </a:lnTo>
                  <a:lnTo>
                    <a:pt x="6847607" y="26197"/>
                  </a:lnTo>
                  <a:lnTo>
                    <a:pt x="6797559" y="30123"/>
                  </a:lnTo>
                  <a:lnTo>
                    <a:pt x="6786527" y="31059"/>
                  </a:lnTo>
                  <a:lnTo>
                    <a:pt x="6732473" y="36007"/>
                  </a:lnTo>
                  <a:lnTo>
                    <a:pt x="6678939" y="41478"/>
                  </a:lnTo>
                  <a:lnTo>
                    <a:pt x="6625344" y="47479"/>
                  </a:lnTo>
                  <a:lnTo>
                    <a:pt x="6571299" y="53996"/>
                  </a:lnTo>
                  <a:lnTo>
                    <a:pt x="6516585" y="60996"/>
                  </a:lnTo>
                  <a:lnTo>
                    <a:pt x="6461126" y="68422"/>
                  </a:lnTo>
                  <a:lnTo>
                    <a:pt x="6404979" y="76195"/>
                  </a:lnTo>
                  <a:lnTo>
                    <a:pt x="6348300" y="84215"/>
                  </a:lnTo>
                  <a:lnTo>
                    <a:pt x="6291320" y="92369"/>
                  </a:lnTo>
                  <a:lnTo>
                    <a:pt x="6234313" y="100535"/>
                  </a:lnTo>
                  <a:lnTo>
                    <a:pt x="6177554" y="108591"/>
                  </a:lnTo>
                  <a:lnTo>
                    <a:pt x="6121287" y="116421"/>
                  </a:lnTo>
                  <a:lnTo>
                    <a:pt x="6065684" y="123922"/>
                  </a:lnTo>
                  <a:lnTo>
                    <a:pt x="6010824" y="131012"/>
                  </a:lnTo>
                  <a:lnTo>
                    <a:pt x="5956659" y="137629"/>
                  </a:lnTo>
                  <a:lnTo>
                    <a:pt x="5903000" y="143733"/>
                  </a:lnTo>
                  <a:lnTo>
                    <a:pt x="5849494" y="149309"/>
                  </a:lnTo>
                  <a:lnTo>
                    <a:pt x="5795599" y="154359"/>
                  </a:lnTo>
                  <a:lnTo>
                    <a:pt x="5784835" y="155297"/>
                  </a:lnTo>
                  <a:lnTo>
                    <a:pt x="5735109" y="159315"/>
                  </a:lnTo>
                  <a:lnTo>
                    <a:pt x="5683660" y="162923"/>
                  </a:lnTo>
                  <a:lnTo>
                    <a:pt x="5629660" y="166143"/>
                  </a:lnTo>
                  <a:lnTo>
                    <a:pt x="5572186" y="169011"/>
                  </a:lnTo>
                  <a:lnTo>
                    <a:pt x="5510299" y="171569"/>
                  </a:lnTo>
                  <a:lnTo>
                    <a:pt x="5443130" y="173855"/>
                  </a:lnTo>
                  <a:lnTo>
                    <a:pt x="5369983" y="175902"/>
                  </a:lnTo>
                  <a:lnTo>
                    <a:pt x="5290483" y="177739"/>
                  </a:lnTo>
                  <a:lnTo>
                    <a:pt x="5204755" y="179385"/>
                  </a:lnTo>
                  <a:lnTo>
                    <a:pt x="5113652" y="180851"/>
                  </a:lnTo>
                  <a:lnTo>
                    <a:pt x="5018957" y="182142"/>
                  </a:lnTo>
                  <a:lnTo>
                    <a:pt x="4923518" y="183257"/>
                  </a:lnTo>
                  <a:lnTo>
                    <a:pt x="4831172" y="184190"/>
                  </a:lnTo>
                  <a:lnTo>
                    <a:pt x="4746380" y="184940"/>
                  </a:lnTo>
                  <a:lnTo>
                    <a:pt x="4673532" y="185508"/>
                  </a:lnTo>
                  <a:lnTo>
                    <a:pt x="4616060" y="185907"/>
                  </a:lnTo>
                  <a:lnTo>
                    <a:pt x="4575604" y="186158"/>
                  </a:lnTo>
                  <a:lnTo>
                    <a:pt x="4551521" y="186292"/>
                  </a:lnTo>
                  <a:lnTo>
                    <a:pt x="4540840" y="186346"/>
                  </a:lnTo>
                  <a:lnTo>
                    <a:pt x="4538558" y="186356"/>
                  </a:lnTo>
                  <a:lnTo>
                    <a:pt x="4538543" y="186356"/>
                  </a:lnTo>
                  <a:lnTo>
                    <a:pt x="4016409" y="186356"/>
                  </a:lnTo>
                  <a:lnTo>
                    <a:pt x="4015208" y="186417"/>
                  </a:lnTo>
                  <a:lnTo>
                    <a:pt x="4007343" y="186850"/>
                  </a:lnTo>
                  <a:lnTo>
                    <a:pt x="3987642" y="188046"/>
                  </a:lnTo>
                  <a:lnTo>
                    <a:pt x="3952745" y="190398"/>
                  </a:lnTo>
                  <a:lnTo>
                    <a:pt x="3901391" y="194253"/>
                  </a:lnTo>
                  <a:lnTo>
                    <a:pt x="3834501" y="199879"/>
                  </a:lnTo>
                  <a:lnTo>
                    <a:pt x="3754845" y="207435"/>
                  </a:lnTo>
                  <a:lnTo>
                    <a:pt x="3666366" y="216977"/>
                  </a:lnTo>
                  <a:lnTo>
                    <a:pt x="3573351" y="228488"/>
                  </a:lnTo>
                  <a:lnTo>
                    <a:pt x="3479715" y="241923"/>
                  </a:lnTo>
                  <a:lnTo>
                    <a:pt x="3388545" y="257250"/>
                  </a:lnTo>
                  <a:lnTo>
                    <a:pt x="3301943" y="274488"/>
                  </a:lnTo>
                  <a:lnTo>
                    <a:pt x="3221076" y="293725"/>
                  </a:lnTo>
                  <a:lnTo>
                    <a:pt x="3146349" y="315130"/>
                  </a:lnTo>
                  <a:lnTo>
                    <a:pt x="3077604" y="338953"/>
                  </a:lnTo>
                  <a:lnTo>
                    <a:pt x="3014314" y="365522"/>
                  </a:lnTo>
                  <a:lnTo>
                    <a:pt x="2955724" y="395224"/>
                  </a:lnTo>
                  <a:lnTo>
                    <a:pt x="2900972" y="428489"/>
                  </a:lnTo>
                  <a:lnTo>
                    <a:pt x="2849166" y="465737"/>
                  </a:lnTo>
                  <a:lnTo>
                    <a:pt x="2799462" y="507305"/>
                  </a:lnTo>
                  <a:lnTo>
                    <a:pt x="2770117" y="534598"/>
                  </a:lnTo>
                  <a:lnTo>
                    <a:pt x="2728585" y="576636"/>
                  </a:lnTo>
                  <a:lnTo>
                    <a:pt x="2687452" y="622097"/>
                  </a:lnTo>
                  <a:lnTo>
                    <a:pt x="2646424" y="671049"/>
                  </a:lnTo>
                  <a:lnTo>
                    <a:pt x="2605275" y="723487"/>
                  </a:lnTo>
                  <a:lnTo>
                    <a:pt x="2563847" y="779331"/>
                  </a:lnTo>
                  <a:lnTo>
                    <a:pt x="2522037" y="838412"/>
                  </a:lnTo>
                  <a:lnTo>
                    <a:pt x="2479794" y="900474"/>
                  </a:lnTo>
                  <a:lnTo>
                    <a:pt x="2437115" y="965173"/>
                  </a:lnTo>
                  <a:lnTo>
                    <a:pt x="2394038" y="1032080"/>
                  </a:lnTo>
                  <a:lnTo>
                    <a:pt x="2350636" y="1100691"/>
                  </a:lnTo>
                  <a:lnTo>
                    <a:pt x="2307007" y="1170444"/>
                  </a:lnTo>
                  <a:lnTo>
                    <a:pt x="2263269" y="1240735"/>
                  </a:lnTo>
                  <a:lnTo>
                    <a:pt x="2219549" y="1310939"/>
                  </a:lnTo>
                  <a:lnTo>
                    <a:pt x="2175971" y="1380438"/>
                  </a:lnTo>
                  <a:lnTo>
                    <a:pt x="2132649" y="1448635"/>
                  </a:lnTo>
                  <a:lnTo>
                    <a:pt x="2089675" y="1514983"/>
                  </a:lnTo>
                  <a:lnTo>
                    <a:pt x="2047114" y="1578998"/>
                  </a:lnTo>
                  <a:lnTo>
                    <a:pt x="2004992" y="1640273"/>
                  </a:lnTo>
                  <a:lnTo>
                    <a:pt x="1963294" y="1698488"/>
                  </a:lnTo>
                  <a:lnTo>
                    <a:pt x="1921955" y="1753410"/>
                  </a:lnTo>
                  <a:lnTo>
                    <a:pt x="1880858" y="1804896"/>
                  </a:lnTo>
                  <a:lnTo>
                    <a:pt x="1839826" y="1852887"/>
                  </a:lnTo>
                  <a:lnTo>
                    <a:pt x="1798616" y="1897400"/>
                  </a:lnTo>
                  <a:lnTo>
                    <a:pt x="1768425" y="1927567"/>
                  </a:lnTo>
                  <a:lnTo>
                    <a:pt x="1719630" y="1971826"/>
                  </a:lnTo>
                  <a:lnTo>
                    <a:pt x="1669190" y="2011656"/>
                  </a:lnTo>
                  <a:lnTo>
                    <a:pt x="1616324" y="2047282"/>
                  </a:lnTo>
                  <a:lnTo>
                    <a:pt x="1560161" y="2079086"/>
                  </a:lnTo>
                  <a:lnTo>
                    <a:pt x="1499813" y="2107500"/>
                  </a:lnTo>
                  <a:lnTo>
                    <a:pt x="1434446" y="2132940"/>
                  </a:lnTo>
                  <a:lnTo>
                    <a:pt x="1363383" y="2155772"/>
                  </a:lnTo>
                  <a:lnTo>
                    <a:pt x="1286220" y="2176294"/>
                  </a:lnTo>
                  <a:lnTo>
                    <a:pt x="1203000" y="2194725"/>
                  </a:lnTo>
                  <a:lnTo>
                    <a:pt x="1114403" y="2211201"/>
                  </a:lnTo>
                  <a:lnTo>
                    <a:pt x="1021951" y="2225782"/>
                  </a:lnTo>
                  <a:lnTo>
                    <a:pt x="928139" y="2238461"/>
                  </a:lnTo>
                  <a:lnTo>
                    <a:pt x="836416" y="2249199"/>
                  </a:lnTo>
                  <a:lnTo>
                    <a:pt x="750914" y="2257954"/>
                  </a:lnTo>
                  <a:lnTo>
                    <a:pt x="675881" y="2264735"/>
                  </a:lnTo>
                  <a:lnTo>
                    <a:pt x="614892" y="2269636"/>
                  </a:lnTo>
                  <a:lnTo>
                    <a:pt x="570054" y="2272859"/>
                  </a:lnTo>
                  <a:lnTo>
                    <a:pt x="541437" y="2274709"/>
                  </a:lnTo>
                  <a:lnTo>
                    <a:pt x="526926" y="2275556"/>
                  </a:lnTo>
                  <a:lnTo>
                    <a:pt x="522405" y="2275796"/>
                  </a:lnTo>
                  <a:lnTo>
                    <a:pt x="522133" y="2275809"/>
                  </a:lnTo>
                  <a:lnTo>
                    <a:pt x="0" y="2275809"/>
                  </a:lnTo>
                  <a:lnTo>
                    <a:pt x="0" y="2275809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697" name="pg1697"/>
            <p:cNvSpPr/>
            <p:nvPr/>
          </p:nvSpPr>
          <p:spPr>
            <a:xfrm>
              <a:off x="386606" y="2303685"/>
              <a:ext cx="8554953" cy="3168062"/>
            </a:xfrm>
            <a:custGeom>
              <a:avLst/>
              <a:pathLst>
                <a:path w="8554953" h="3168062">
                  <a:moveTo>
                    <a:pt x="0" y="3055119"/>
                  </a:moveTo>
                  <a:lnTo>
                    <a:pt x="522133" y="3055119"/>
                  </a:lnTo>
                  <a:lnTo>
                    <a:pt x="523267" y="3055036"/>
                  </a:lnTo>
                  <a:lnTo>
                    <a:pt x="530700" y="3054441"/>
                  </a:lnTo>
                  <a:lnTo>
                    <a:pt x="549354" y="3052795"/>
                  </a:lnTo>
                  <a:lnTo>
                    <a:pt x="582490" y="3049561"/>
                  </a:lnTo>
                  <a:lnTo>
                    <a:pt x="631437" y="3044250"/>
                  </a:lnTo>
                  <a:lnTo>
                    <a:pt x="695500" y="3036484"/>
                  </a:lnTo>
                  <a:lnTo>
                    <a:pt x="772225" y="3026029"/>
                  </a:lnTo>
                  <a:lnTo>
                    <a:pt x="857987" y="3012790"/>
                  </a:lnTo>
                  <a:lnTo>
                    <a:pt x="948742" y="2996779"/>
                  </a:lnTo>
                  <a:lnTo>
                    <a:pt x="1040704" y="2978057"/>
                  </a:lnTo>
                  <a:lnTo>
                    <a:pt x="1130796" y="2956676"/>
                  </a:lnTo>
                  <a:lnTo>
                    <a:pt x="1216846" y="2932628"/>
                  </a:lnTo>
                  <a:lnTo>
                    <a:pt x="1297570" y="2905813"/>
                  </a:lnTo>
                  <a:lnTo>
                    <a:pt x="1372429" y="2876028"/>
                  </a:lnTo>
                  <a:lnTo>
                    <a:pt x="1441450" y="2842957"/>
                  </a:lnTo>
                  <a:lnTo>
                    <a:pt x="1505051" y="2806178"/>
                  </a:lnTo>
                  <a:lnTo>
                    <a:pt x="1563890" y="2765180"/>
                  </a:lnTo>
                  <a:lnTo>
                    <a:pt x="1618759" y="2719385"/>
                  </a:lnTo>
                  <a:lnTo>
                    <a:pt x="1670496" y="2668201"/>
                  </a:lnTo>
                  <a:lnTo>
                    <a:pt x="1719922" y="2611106"/>
                  </a:lnTo>
                  <a:lnTo>
                    <a:pt x="1767770" y="2547794"/>
                  </a:lnTo>
                  <a:lnTo>
                    <a:pt x="1768425" y="2546874"/>
                  </a:lnTo>
                  <a:lnTo>
                    <a:pt x="1804591" y="2493771"/>
                  </a:lnTo>
                  <a:lnTo>
                    <a:pt x="1840423" y="2436900"/>
                  </a:lnTo>
                  <a:lnTo>
                    <a:pt x="1876124" y="2376183"/>
                  </a:lnTo>
                  <a:lnTo>
                    <a:pt x="1911857" y="2311600"/>
                  </a:lnTo>
                  <a:lnTo>
                    <a:pt x="1947746" y="2243195"/>
                  </a:lnTo>
                  <a:lnTo>
                    <a:pt x="1983879" y="2171079"/>
                  </a:lnTo>
                  <a:lnTo>
                    <a:pt x="2020313" y="2095438"/>
                  </a:lnTo>
                  <a:lnTo>
                    <a:pt x="2057078" y="2016532"/>
                  </a:lnTo>
                  <a:lnTo>
                    <a:pt x="2094174" y="1934694"/>
                  </a:lnTo>
                  <a:lnTo>
                    <a:pt x="2131578" y="1850329"/>
                  </a:lnTo>
                  <a:lnTo>
                    <a:pt x="2169249" y="1763905"/>
                  </a:lnTo>
                  <a:lnTo>
                    <a:pt x="2207125" y="1675945"/>
                  </a:lnTo>
                  <a:lnTo>
                    <a:pt x="2245135" y="1587013"/>
                  </a:lnTo>
                  <a:lnTo>
                    <a:pt x="2283198" y="1497699"/>
                  </a:lnTo>
                  <a:lnTo>
                    <a:pt x="2321231" y="1408606"/>
                  </a:lnTo>
                  <a:lnTo>
                    <a:pt x="2359150" y="1320328"/>
                  </a:lnTo>
                  <a:lnTo>
                    <a:pt x="2396883" y="1233439"/>
                  </a:lnTo>
                  <a:lnTo>
                    <a:pt x="2434363" y="1148473"/>
                  </a:lnTo>
                  <a:lnTo>
                    <a:pt x="2471545" y="1065915"/>
                  </a:lnTo>
                  <a:lnTo>
                    <a:pt x="2508399" y="986186"/>
                  </a:lnTo>
                  <a:lnTo>
                    <a:pt x="2544921" y="909641"/>
                  </a:lnTo>
                  <a:lnTo>
                    <a:pt x="2581131" y="836558"/>
                  </a:lnTo>
                  <a:lnTo>
                    <a:pt x="2617077" y="767144"/>
                  </a:lnTo>
                  <a:lnTo>
                    <a:pt x="2652842" y="701529"/>
                  </a:lnTo>
                  <a:lnTo>
                    <a:pt x="2688537" y="639774"/>
                  </a:lnTo>
                  <a:lnTo>
                    <a:pt x="2724315" y="581876"/>
                  </a:lnTo>
                  <a:lnTo>
                    <a:pt x="2760369" y="527773"/>
                  </a:lnTo>
                  <a:lnTo>
                    <a:pt x="2770117" y="513892"/>
                  </a:lnTo>
                  <a:lnTo>
                    <a:pt x="2817948" y="450494"/>
                  </a:lnTo>
                  <a:lnTo>
                    <a:pt x="2867348" y="393314"/>
                  </a:lnTo>
                  <a:lnTo>
                    <a:pt x="2919047" y="342051"/>
                  </a:lnTo>
                  <a:lnTo>
                    <a:pt x="2973867" y="296186"/>
                  </a:lnTo>
                  <a:lnTo>
                    <a:pt x="3032646" y="255125"/>
                  </a:lnTo>
                  <a:lnTo>
                    <a:pt x="3096176" y="218292"/>
                  </a:lnTo>
                  <a:lnTo>
                    <a:pt x="3165119" y="185172"/>
                  </a:lnTo>
                  <a:lnTo>
                    <a:pt x="3239895" y="155344"/>
                  </a:lnTo>
                  <a:lnTo>
                    <a:pt x="3320540" y="128490"/>
                  </a:lnTo>
                  <a:lnTo>
                    <a:pt x="3406523" y="104404"/>
                  </a:lnTo>
                  <a:lnTo>
                    <a:pt x="3496572" y="82986"/>
                  </a:lnTo>
                  <a:lnTo>
                    <a:pt x="3588527" y="64228"/>
                  </a:lnTo>
                  <a:lnTo>
                    <a:pt x="3679324" y="48179"/>
                  </a:lnTo>
                  <a:lnTo>
                    <a:pt x="3765183" y="34901"/>
                  </a:lnTo>
                  <a:lnTo>
                    <a:pt x="3842059" y="24407"/>
                  </a:lnTo>
                  <a:lnTo>
                    <a:pt x="3906317" y="16606"/>
                  </a:lnTo>
                  <a:lnTo>
                    <a:pt x="3955483" y="11263"/>
                  </a:lnTo>
                  <a:lnTo>
                    <a:pt x="3988833" y="8003"/>
                  </a:lnTo>
                  <a:lnTo>
                    <a:pt x="4007670" y="6339"/>
                  </a:lnTo>
                  <a:lnTo>
                    <a:pt x="4015228" y="5734"/>
                  </a:lnTo>
                  <a:lnTo>
                    <a:pt x="4016409" y="5647"/>
                  </a:lnTo>
                  <a:lnTo>
                    <a:pt x="4538543" y="5647"/>
                  </a:lnTo>
                  <a:lnTo>
                    <a:pt x="4539668" y="5732"/>
                  </a:lnTo>
                  <a:lnTo>
                    <a:pt x="4547044" y="6345"/>
                  </a:lnTo>
                  <a:lnTo>
                    <a:pt x="4565560" y="8037"/>
                  </a:lnTo>
                  <a:lnTo>
                    <a:pt x="4598463" y="11365"/>
                  </a:lnTo>
                  <a:lnTo>
                    <a:pt x="4647090" y="16829"/>
                  </a:lnTo>
                  <a:lnTo>
                    <a:pt x="4710775" y="24821"/>
                  </a:lnTo>
                  <a:lnTo>
                    <a:pt x="4787104" y="35585"/>
                  </a:lnTo>
                  <a:lnTo>
                    <a:pt x="4872497" y="49220"/>
                  </a:lnTo>
                  <a:lnTo>
                    <a:pt x="4962942" y="65715"/>
                  </a:lnTo>
                  <a:lnTo>
                    <a:pt x="5054669" y="85008"/>
                  </a:lnTo>
                  <a:lnTo>
                    <a:pt x="5144608" y="107045"/>
                  </a:lnTo>
                  <a:lnTo>
                    <a:pt x="5230576" y="131832"/>
                  </a:lnTo>
                  <a:lnTo>
                    <a:pt x="5311273" y="159467"/>
                  </a:lnTo>
                  <a:lnTo>
                    <a:pt x="5386145" y="190157"/>
                  </a:lnTo>
                  <a:lnTo>
                    <a:pt x="5455202" y="224222"/>
                  </a:lnTo>
                  <a:lnTo>
                    <a:pt x="5518845" y="262092"/>
                  </a:lnTo>
                  <a:lnTo>
                    <a:pt x="5577720" y="304290"/>
                  </a:lnTo>
                  <a:lnTo>
                    <a:pt x="5632609" y="351409"/>
                  </a:lnTo>
                  <a:lnTo>
                    <a:pt x="5684342" y="404057"/>
                  </a:lnTo>
                  <a:lnTo>
                    <a:pt x="5733737" y="462779"/>
                  </a:lnTo>
                  <a:lnTo>
                    <a:pt x="5781527" y="527907"/>
                  </a:lnTo>
                  <a:lnTo>
                    <a:pt x="5784835" y="532716"/>
                  </a:lnTo>
                  <a:lnTo>
                    <a:pt x="5820475" y="586952"/>
                  </a:lnTo>
                  <a:lnTo>
                    <a:pt x="5855787" y="644981"/>
                  </a:lnTo>
                  <a:lnTo>
                    <a:pt x="5890968" y="706882"/>
                  </a:lnTo>
                  <a:lnTo>
                    <a:pt x="5926173" y="772675"/>
                  </a:lnTo>
                  <a:lnTo>
                    <a:pt x="5961524" y="842322"/>
                  </a:lnTo>
                  <a:lnTo>
                    <a:pt x="5997106" y="915716"/>
                  </a:lnTo>
                  <a:lnTo>
                    <a:pt x="6032978" y="992679"/>
                  </a:lnTo>
                  <a:lnTo>
                    <a:pt x="6069169" y="1072961"/>
                  </a:lnTo>
                  <a:lnTo>
                    <a:pt x="6105682" y="1156238"/>
                  </a:lnTo>
                  <a:lnTo>
                    <a:pt x="6142500" y="1242117"/>
                  </a:lnTo>
                  <a:lnTo>
                    <a:pt x="6179582" y="1330141"/>
                  </a:lnTo>
                  <a:lnTo>
                    <a:pt x="6216876" y="1419801"/>
                  </a:lnTo>
                  <a:lnTo>
                    <a:pt x="6254311" y="1510542"/>
                  </a:lnTo>
                  <a:lnTo>
                    <a:pt x="6291814" y="1601782"/>
                  </a:lnTo>
                  <a:lnTo>
                    <a:pt x="6329303" y="1692923"/>
                  </a:lnTo>
                  <a:lnTo>
                    <a:pt x="6366701" y="1783374"/>
                  </a:lnTo>
                  <a:lnTo>
                    <a:pt x="6403932" y="1872558"/>
                  </a:lnTo>
                  <a:lnTo>
                    <a:pt x="6440933" y="1959935"/>
                  </a:lnTo>
                  <a:lnTo>
                    <a:pt x="6477654" y="2045010"/>
                  </a:lnTo>
                  <a:lnTo>
                    <a:pt x="6514063" y="2127347"/>
                  </a:lnTo>
                  <a:lnTo>
                    <a:pt x="6550148" y="2206576"/>
                  </a:lnTo>
                  <a:lnTo>
                    <a:pt x="6585921" y="2282396"/>
                  </a:lnTo>
                  <a:lnTo>
                    <a:pt x="6621420" y="2354580"/>
                  </a:lnTo>
                  <a:lnTo>
                    <a:pt x="6656712" y="2422976"/>
                  </a:lnTo>
                  <a:lnTo>
                    <a:pt x="6691894" y="2487498"/>
                  </a:lnTo>
                  <a:lnTo>
                    <a:pt x="6727099" y="2548127"/>
                  </a:lnTo>
                  <a:lnTo>
                    <a:pt x="6762494" y="2604905"/>
                  </a:lnTo>
                  <a:lnTo>
                    <a:pt x="6786527" y="2640993"/>
                  </a:lnTo>
                  <a:lnTo>
                    <a:pt x="6834228" y="2706573"/>
                  </a:lnTo>
                  <a:lnTo>
                    <a:pt x="6883488" y="2765737"/>
                  </a:lnTo>
                  <a:lnTo>
                    <a:pt x="6935032" y="2818795"/>
                  </a:lnTo>
                  <a:lnTo>
                    <a:pt x="6989672" y="2866282"/>
                  </a:lnTo>
                  <a:lnTo>
                    <a:pt x="7048241" y="2908806"/>
                  </a:lnTo>
                  <a:lnTo>
                    <a:pt x="7111526" y="2946961"/>
                  </a:lnTo>
                  <a:lnTo>
                    <a:pt x="7180187" y="2981278"/>
                  </a:lnTo>
                  <a:lnTo>
                    <a:pt x="7254645" y="3012193"/>
                  </a:lnTo>
                  <a:lnTo>
                    <a:pt x="7334944" y="3040034"/>
                  </a:lnTo>
                  <a:lnTo>
                    <a:pt x="7420576" y="3065016"/>
                  </a:lnTo>
                  <a:lnTo>
                    <a:pt x="7510296" y="3087245"/>
                  </a:lnTo>
                  <a:lnTo>
                    <a:pt x="7601988" y="3106731"/>
                  </a:lnTo>
                  <a:lnTo>
                    <a:pt x="7692640" y="3123425"/>
                  </a:lnTo>
                  <a:lnTo>
                    <a:pt x="7778518" y="3137262"/>
                  </a:lnTo>
                  <a:lnTo>
                    <a:pt x="7855609" y="3148226"/>
                  </a:lnTo>
                  <a:lnTo>
                    <a:pt x="7920277" y="3156406"/>
                  </a:lnTo>
                  <a:lnTo>
                    <a:pt x="7970004" y="3162036"/>
                  </a:lnTo>
                  <a:lnTo>
                    <a:pt x="8003990" y="3165498"/>
                  </a:lnTo>
                  <a:lnTo>
                    <a:pt x="8023430" y="3167288"/>
                  </a:lnTo>
                  <a:lnTo>
                    <a:pt x="8031446" y="3167957"/>
                  </a:lnTo>
                  <a:lnTo>
                    <a:pt x="8032819" y="3168062"/>
                  </a:lnTo>
                  <a:lnTo>
                    <a:pt x="8554953" y="3168062"/>
                  </a:lnTo>
                  <a:lnTo>
                    <a:pt x="8554953" y="3162415"/>
                  </a:lnTo>
                  <a:lnTo>
                    <a:pt x="8032819" y="3162415"/>
                  </a:lnTo>
                  <a:lnTo>
                    <a:pt x="8031694" y="3162330"/>
                  </a:lnTo>
                  <a:lnTo>
                    <a:pt x="8024318" y="3161717"/>
                  </a:lnTo>
                  <a:lnTo>
                    <a:pt x="8005802" y="3160025"/>
                  </a:lnTo>
                  <a:lnTo>
                    <a:pt x="7972899" y="3156697"/>
                  </a:lnTo>
                  <a:lnTo>
                    <a:pt x="7924272" y="3151233"/>
                  </a:lnTo>
                  <a:lnTo>
                    <a:pt x="7860587" y="3143241"/>
                  </a:lnTo>
                  <a:lnTo>
                    <a:pt x="7784257" y="3132477"/>
                  </a:lnTo>
                  <a:lnTo>
                    <a:pt x="7698865" y="3118842"/>
                  </a:lnTo>
                  <a:lnTo>
                    <a:pt x="7608420" y="3102347"/>
                  </a:lnTo>
                  <a:lnTo>
                    <a:pt x="7516693" y="3083054"/>
                  </a:lnTo>
                  <a:lnTo>
                    <a:pt x="7426754" y="3061017"/>
                  </a:lnTo>
                  <a:lnTo>
                    <a:pt x="7340786" y="3036230"/>
                  </a:lnTo>
                  <a:lnTo>
                    <a:pt x="7260089" y="3008595"/>
                  </a:lnTo>
                  <a:lnTo>
                    <a:pt x="7185217" y="2977905"/>
                  </a:lnTo>
                  <a:lnTo>
                    <a:pt x="7116160" y="2943840"/>
                  </a:lnTo>
                  <a:lnTo>
                    <a:pt x="7052517" y="2905970"/>
                  </a:lnTo>
                  <a:lnTo>
                    <a:pt x="6993642" y="2863772"/>
                  </a:lnTo>
                  <a:lnTo>
                    <a:pt x="6938753" y="2816653"/>
                  </a:lnTo>
                  <a:lnTo>
                    <a:pt x="6887020" y="2764005"/>
                  </a:lnTo>
                  <a:lnTo>
                    <a:pt x="6837625" y="2705283"/>
                  </a:lnTo>
                  <a:lnTo>
                    <a:pt x="6789835" y="2640155"/>
                  </a:lnTo>
                  <a:lnTo>
                    <a:pt x="6786527" y="2635346"/>
                  </a:lnTo>
                  <a:lnTo>
                    <a:pt x="6750887" y="2581110"/>
                  </a:lnTo>
                  <a:lnTo>
                    <a:pt x="6715575" y="2523081"/>
                  </a:lnTo>
                  <a:lnTo>
                    <a:pt x="6680394" y="2461180"/>
                  </a:lnTo>
                  <a:lnTo>
                    <a:pt x="6645189" y="2395387"/>
                  </a:lnTo>
                  <a:lnTo>
                    <a:pt x="6609838" y="2325740"/>
                  </a:lnTo>
                  <a:lnTo>
                    <a:pt x="6574256" y="2252346"/>
                  </a:lnTo>
                  <a:lnTo>
                    <a:pt x="6538384" y="2175383"/>
                  </a:lnTo>
                  <a:lnTo>
                    <a:pt x="6502193" y="2095101"/>
                  </a:lnTo>
                  <a:lnTo>
                    <a:pt x="6465680" y="2011824"/>
                  </a:lnTo>
                  <a:lnTo>
                    <a:pt x="6428862" y="1925945"/>
                  </a:lnTo>
                  <a:lnTo>
                    <a:pt x="6391780" y="1837920"/>
                  </a:lnTo>
                  <a:lnTo>
                    <a:pt x="6354486" y="1748261"/>
                  </a:lnTo>
                  <a:lnTo>
                    <a:pt x="6317051" y="1657520"/>
                  </a:lnTo>
                  <a:lnTo>
                    <a:pt x="6279548" y="1566280"/>
                  </a:lnTo>
                  <a:lnTo>
                    <a:pt x="6242059" y="1475139"/>
                  </a:lnTo>
                  <a:lnTo>
                    <a:pt x="6204661" y="1384688"/>
                  </a:lnTo>
                  <a:lnTo>
                    <a:pt x="6167430" y="1295504"/>
                  </a:lnTo>
                  <a:lnTo>
                    <a:pt x="6130429" y="1208127"/>
                  </a:lnTo>
                  <a:lnTo>
                    <a:pt x="6093707" y="1123052"/>
                  </a:lnTo>
                  <a:lnTo>
                    <a:pt x="6057299" y="1040715"/>
                  </a:lnTo>
                  <a:lnTo>
                    <a:pt x="6021214" y="961486"/>
                  </a:lnTo>
                  <a:lnTo>
                    <a:pt x="5985441" y="885666"/>
                  </a:lnTo>
                  <a:lnTo>
                    <a:pt x="5949942" y="813482"/>
                  </a:lnTo>
                  <a:lnTo>
                    <a:pt x="5914650" y="745086"/>
                  </a:lnTo>
                  <a:lnTo>
                    <a:pt x="5879468" y="680564"/>
                  </a:lnTo>
                  <a:lnTo>
                    <a:pt x="5844263" y="619935"/>
                  </a:lnTo>
                  <a:lnTo>
                    <a:pt x="5808868" y="563157"/>
                  </a:lnTo>
                  <a:lnTo>
                    <a:pt x="5784835" y="527069"/>
                  </a:lnTo>
                  <a:lnTo>
                    <a:pt x="5737134" y="461489"/>
                  </a:lnTo>
                  <a:lnTo>
                    <a:pt x="5687874" y="402325"/>
                  </a:lnTo>
                  <a:lnTo>
                    <a:pt x="5636330" y="349267"/>
                  </a:lnTo>
                  <a:lnTo>
                    <a:pt x="5581690" y="301780"/>
                  </a:lnTo>
                  <a:lnTo>
                    <a:pt x="5523121" y="259256"/>
                  </a:lnTo>
                  <a:lnTo>
                    <a:pt x="5459836" y="221101"/>
                  </a:lnTo>
                  <a:lnTo>
                    <a:pt x="5391175" y="186784"/>
                  </a:lnTo>
                  <a:lnTo>
                    <a:pt x="5316717" y="155869"/>
                  </a:lnTo>
                  <a:lnTo>
                    <a:pt x="5236417" y="128028"/>
                  </a:lnTo>
                  <a:lnTo>
                    <a:pt x="5150786" y="103046"/>
                  </a:lnTo>
                  <a:lnTo>
                    <a:pt x="5061066" y="80817"/>
                  </a:lnTo>
                  <a:lnTo>
                    <a:pt x="4969373" y="61331"/>
                  </a:lnTo>
                  <a:lnTo>
                    <a:pt x="4878722" y="44637"/>
                  </a:lnTo>
                  <a:lnTo>
                    <a:pt x="4792844" y="30800"/>
                  </a:lnTo>
                  <a:lnTo>
                    <a:pt x="4715753" y="19836"/>
                  </a:lnTo>
                  <a:lnTo>
                    <a:pt x="4651085" y="11656"/>
                  </a:lnTo>
                  <a:lnTo>
                    <a:pt x="4601358" y="6026"/>
                  </a:lnTo>
                  <a:lnTo>
                    <a:pt x="4567372" y="2564"/>
                  </a:lnTo>
                  <a:lnTo>
                    <a:pt x="4547932" y="774"/>
                  </a:lnTo>
                  <a:lnTo>
                    <a:pt x="4539916" y="105"/>
                  </a:lnTo>
                  <a:lnTo>
                    <a:pt x="4538543" y="0"/>
                  </a:lnTo>
                  <a:lnTo>
                    <a:pt x="4016409" y="0"/>
                  </a:lnTo>
                  <a:lnTo>
                    <a:pt x="4015275" y="83"/>
                  </a:lnTo>
                  <a:lnTo>
                    <a:pt x="4007842" y="678"/>
                  </a:lnTo>
                  <a:lnTo>
                    <a:pt x="3989188" y="2323"/>
                  </a:lnTo>
                  <a:lnTo>
                    <a:pt x="3956052" y="5558"/>
                  </a:lnTo>
                  <a:lnTo>
                    <a:pt x="3907105" y="10869"/>
                  </a:lnTo>
                  <a:lnTo>
                    <a:pt x="3843042" y="18634"/>
                  </a:lnTo>
                  <a:lnTo>
                    <a:pt x="3766317" y="29090"/>
                  </a:lnTo>
                  <a:lnTo>
                    <a:pt x="3680556" y="42329"/>
                  </a:lnTo>
                  <a:lnTo>
                    <a:pt x="3589800" y="58340"/>
                  </a:lnTo>
                  <a:lnTo>
                    <a:pt x="3497838" y="77061"/>
                  </a:lnTo>
                  <a:lnTo>
                    <a:pt x="3407746" y="98442"/>
                  </a:lnTo>
                  <a:lnTo>
                    <a:pt x="3321696" y="122491"/>
                  </a:lnTo>
                  <a:lnTo>
                    <a:pt x="3240972" y="149305"/>
                  </a:lnTo>
                  <a:lnTo>
                    <a:pt x="3166114" y="179091"/>
                  </a:lnTo>
                  <a:lnTo>
                    <a:pt x="3097092" y="212162"/>
                  </a:lnTo>
                  <a:lnTo>
                    <a:pt x="3033491" y="248940"/>
                  </a:lnTo>
                  <a:lnTo>
                    <a:pt x="2974652" y="289939"/>
                  </a:lnTo>
                  <a:lnTo>
                    <a:pt x="2919783" y="335734"/>
                  </a:lnTo>
                  <a:lnTo>
                    <a:pt x="2868046" y="386918"/>
                  </a:lnTo>
                  <a:lnTo>
                    <a:pt x="2818620" y="444013"/>
                  </a:lnTo>
                  <a:lnTo>
                    <a:pt x="2770772" y="507325"/>
                  </a:lnTo>
                  <a:lnTo>
                    <a:pt x="2770117" y="508245"/>
                  </a:lnTo>
                  <a:lnTo>
                    <a:pt x="2733951" y="561347"/>
                  </a:lnTo>
                  <a:lnTo>
                    <a:pt x="2698119" y="618219"/>
                  </a:lnTo>
                  <a:lnTo>
                    <a:pt x="2662418" y="678936"/>
                  </a:lnTo>
                  <a:lnTo>
                    <a:pt x="2626685" y="743519"/>
                  </a:lnTo>
                  <a:lnTo>
                    <a:pt x="2590796" y="811924"/>
                  </a:lnTo>
                  <a:lnTo>
                    <a:pt x="2554663" y="884039"/>
                  </a:lnTo>
                  <a:lnTo>
                    <a:pt x="2518229" y="959680"/>
                  </a:lnTo>
                  <a:lnTo>
                    <a:pt x="2481464" y="1038587"/>
                  </a:lnTo>
                  <a:lnTo>
                    <a:pt x="2444368" y="1120424"/>
                  </a:lnTo>
                  <a:lnTo>
                    <a:pt x="2406964" y="1204789"/>
                  </a:lnTo>
                  <a:lnTo>
                    <a:pt x="2369293" y="1291213"/>
                  </a:lnTo>
                  <a:lnTo>
                    <a:pt x="2331417" y="1379173"/>
                  </a:lnTo>
                  <a:lnTo>
                    <a:pt x="2293407" y="1468106"/>
                  </a:lnTo>
                  <a:lnTo>
                    <a:pt x="2255344" y="1557420"/>
                  </a:lnTo>
                  <a:lnTo>
                    <a:pt x="2217312" y="1646513"/>
                  </a:lnTo>
                  <a:lnTo>
                    <a:pt x="2179392" y="1734791"/>
                  </a:lnTo>
                  <a:lnTo>
                    <a:pt x="2141660" y="1821680"/>
                  </a:lnTo>
                  <a:lnTo>
                    <a:pt x="2104179" y="1906646"/>
                  </a:lnTo>
                  <a:lnTo>
                    <a:pt x="2066997" y="1989204"/>
                  </a:lnTo>
                  <a:lnTo>
                    <a:pt x="2030143" y="2068932"/>
                  </a:lnTo>
                  <a:lnTo>
                    <a:pt x="1993621" y="2145478"/>
                  </a:lnTo>
                  <a:lnTo>
                    <a:pt x="1957411" y="2218560"/>
                  </a:lnTo>
                  <a:lnTo>
                    <a:pt x="1921465" y="2287975"/>
                  </a:lnTo>
                  <a:lnTo>
                    <a:pt x="1885701" y="2353590"/>
                  </a:lnTo>
                  <a:lnTo>
                    <a:pt x="1850005" y="2415345"/>
                  </a:lnTo>
                  <a:lnTo>
                    <a:pt x="1814227" y="2473242"/>
                  </a:lnTo>
                  <a:lnTo>
                    <a:pt x="1778173" y="2527345"/>
                  </a:lnTo>
                  <a:lnTo>
                    <a:pt x="1768425" y="2541226"/>
                  </a:lnTo>
                  <a:lnTo>
                    <a:pt x="1720594" y="2604625"/>
                  </a:lnTo>
                  <a:lnTo>
                    <a:pt x="1671195" y="2661804"/>
                  </a:lnTo>
                  <a:lnTo>
                    <a:pt x="1619495" y="2713067"/>
                  </a:lnTo>
                  <a:lnTo>
                    <a:pt x="1564675" y="2758933"/>
                  </a:lnTo>
                  <a:lnTo>
                    <a:pt x="1505897" y="2799994"/>
                  </a:lnTo>
                  <a:lnTo>
                    <a:pt x="1442366" y="2836827"/>
                  </a:lnTo>
                  <a:lnTo>
                    <a:pt x="1373423" y="2869946"/>
                  </a:lnTo>
                  <a:lnTo>
                    <a:pt x="1298647" y="2899774"/>
                  </a:lnTo>
                  <a:lnTo>
                    <a:pt x="1218002" y="2926628"/>
                  </a:lnTo>
                  <a:lnTo>
                    <a:pt x="1132019" y="2950714"/>
                  </a:lnTo>
                  <a:lnTo>
                    <a:pt x="1041970" y="2972132"/>
                  </a:lnTo>
                  <a:lnTo>
                    <a:pt x="950015" y="2990891"/>
                  </a:lnTo>
                  <a:lnTo>
                    <a:pt x="859218" y="3006940"/>
                  </a:lnTo>
                  <a:lnTo>
                    <a:pt x="773360" y="3020217"/>
                  </a:lnTo>
                  <a:lnTo>
                    <a:pt x="696484" y="3030711"/>
                  </a:lnTo>
                  <a:lnTo>
                    <a:pt x="632225" y="3038513"/>
                  </a:lnTo>
                  <a:lnTo>
                    <a:pt x="583059" y="3043855"/>
                  </a:lnTo>
                  <a:lnTo>
                    <a:pt x="549709" y="3047115"/>
                  </a:lnTo>
                  <a:lnTo>
                    <a:pt x="530872" y="3048779"/>
                  </a:lnTo>
                  <a:lnTo>
                    <a:pt x="523314" y="3049385"/>
                  </a:lnTo>
                  <a:lnTo>
                    <a:pt x="522133" y="3049472"/>
                  </a:lnTo>
                  <a:lnTo>
                    <a:pt x="0" y="3049472"/>
                  </a:lnTo>
                  <a:close/>
                </a:path>
              </a:pathLst>
            </a:custGeom>
            <a:solidFill>
              <a:srgbClr val="9E9E9E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1698" name="pl1698"/>
            <p:cNvSpPr/>
            <p:nvPr/>
          </p:nvSpPr>
          <p:spPr>
            <a:xfrm>
              <a:off x="386606" y="2309332"/>
              <a:ext cx="8554953" cy="3162415"/>
            </a:xfrm>
            <a:custGeom>
              <a:avLst/>
              <a:pathLst>
                <a:path w="8554953" h="3162415">
                  <a:moveTo>
                    <a:pt x="0" y="3049472"/>
                  </a:moveTo>
                  <a:lnTo>
                    <a:pt x="522133" y="3049472"/>
                  </a:lnTo>
                  <a:lnTo>
                    <a:pt x="523267" y="3049389"/>
                  </a:lnTo>
                  <a:lnTo>
                    <a:pt x="530700" y="3048793"/>
                  </a:lnTo>
                  <a:lnTo>
                    <a:pt x="549354" y="3047148"/>
                  </a:lnTo>
                  <a:lnTo>
                    <a:pt x="582490" y="3043913"/>
                  </a:lnTo>
                  <a:lnTo>
                    <a:pt x="631437" y="3038603"/>
                  </a:lnTo>
                  <a:lnTo>
                    <a:pt x="695500" y="3030837"/>
                  </a:lnTo>
                  <a:lnTo>
                    <a:pt x="772225" y="3020382"/>
                  </a:lnTo>
                  <a:lnTo>
                    <a:pt x="857987" y="3007142"/>
                  </a:lnTo>
                  <a:lnTo>
                    <a:pt x="948742" y="2991131"/>
                  </a:lnTo>
                  <a:lnTo>
                    <a:pt x="1040704" y="2972410"/>
                  </a:lnTo>
                  <a:lnTo>
                    <a:pt x="1130796" y="2951029"/>
                  </a:lnTo>
                  <a:lnTo>
                    <a:pt x="1216846" y="2926980"/>
                  </a:lnTo>
                  <a:lnTo>
                    <a:pt x="1297570" y="2900166"/>
                  </a:lnTo>
                  <a:lnTo>
                    <a:pt x="1372429" y="2870381"/>
                  </a:lnTo>
                  <a:lnTo>
                    <a:pt x="1441450" y="2837310"/>
                  </a:lnTo>
                  <a:lnTo>
                    <a:pt x="1505051" y="2800531"/>
                  </a:lnTo>
                  <a:lnTo>
                    <a:pt x="1563890" y="2759533"/>
                  </a:lnTo>
                  <a:lnTo>
                    <a:pt x="1618759" y="2713738"/>
                  </a:lnTo>
                  <a:lnTo>
                    <a:pt x="1670496" y="2662554"/>
                  </a:lnTo>
                  <a:lnTo>
                    <a:pt x="1719922" y="2605459"/>
                  </a:lnTo>
                  <a:lnTo>
                    <a:pt x="1767770" y="2542147"/>
                  </a:lnTo>
                  <a:lnTo>
                    <a:pt x="1768425" y="2541226"/>
                  </a:lnTo>
                  <a:lnTo>
                    <a:pt x="1804591" y="2488124"/>
                  </a:lnTo>
                  <a:lnTo>
                    <a:pt x="1840423" y="2431253"/>
                  </a:lnTo>
                  <a:lnTo>
                    <a:pt x="1876124" y="2370536"/>
                  </a:lnTo>
                  <a:lnTo>
                    <a:pt x="1911857" y="2305953"/>
                  </a:lnTo>
                  <a:lnTo>
                    <a:pt x="1947746" y="2237547"/>
                  </a:lnTo>
                  <a:lnTo>
                    <a:pt x="1983879" y="2165432"/>
                  </a:lnTo>
                  <a:lnTo>
                    <a:pt x="2020313" y="2089791"/>
                  </a:lnTo>
                  <a:lnTo>
                    <a:pt x="2057078" y="2010885"/>
                  </a:lnTo>
                  <a:lnTo>
                    <a:pt x="2094174" y="1929047"/>
                  </a:lnTo>
                  <a:lnTo>
                    <a:pt x="2131578" y="1844682"/>
                  </a:lnTo>
                  <a:lnTo>
                    <a:pt x="2169249" y="1758258"/>
                  </a:lnTo>
                  <a:lnTo>
                    <a:pt x="2207125" y="1670298"/>
                  </a:lnTo>
                  <a:lnTo>
                    <a:pt x="2245135" y="1581366"/>
                  </a:lnTo>
                  <a:lnTo>
                    <a:pt x="2283198" y="1492052"/>
                  </a:lnTo>
                  <a:lnTo>
                    <a:pt x="2321231" y="1402958"/>
                  </a:lnTo>
                  <a:lnTo>
                    <a:pt x="2359150" y="1314681"/>
                  </a:lnTo>
                  <a:lnTo>
                    <a:pt x="2396883" y="1227791"/>
                  </a:lnTo>
                  <a:lnTo>
                    <a:pt x="2434363" y="1142826"/>
                  </a:lnTo>
                  <a:lnTo>
                    <a:pt x="2471545" y="1060267"/>
                  </a:lnTo>
                  <a:lnTo>
                    <a:pt x="2508399" y="980539"/>
                  </a:lnTo>
                  <a:lnTo>
                    <a:pt x="2544921" y="903994"/>
                  </a:lnTo>
                  <a:lnTo>
                    <a:pt x="2581131" y="830911"/>
                  </a:lnTo>
                  <a:lnTo>
                    <a:pt x="2617077" y="761497"/>
                  </a:lnTo>
                  <a:lnTo>
                    <a:pt x="2652842" y="695881"/>
                  </a:lnTo>
                  <a:lnTo>
                    <a:pt x="2688537" y="634127"/>
                  </a:lnTo>
                  <a:lnTo>
                    <a:pt x="2724315" y="576229"/>
                  </a:lnTo>
                  <a:lnTo>
                    <a:pt x="2760369" y="522126"/>
                  </a:lnTo>
                  <a:lnTo>
                    <a:pt x="2770117" y="508245"/>
                  </a:lnTo>
                  <a:lnTo>
                    <a:pt x="2817948" y="444846"/>
                  </a:lnTo>
                  <a:lnTo>
                    <a:pt x="2867348" y="387667"/>
                  </a:lnTo>
                  <a:lnTo>
                    <a:pt x="2919047" y="336404"/>
                  </a:lnTo>
                  <a:lnTo>
                    <a:pt x="2973867" y="290539"/>
                  </a:lnTo>
                  <a:lnTo>
                    <a:pt x="3032646" y="249478"/>
                  </a:lnTo>
                  <a:lnTo>
                    <a:pt x="3096176" y="212645"/>
                  </a:lnTo>
                  <a:lnTo>
                    <a:pt x="3165119" y="179525"/>
                  </a:lnTo>
                  <a:lnTo>
                    <a:pt x="3239895" y="149697"/>
                  </a:lnTo>
                  <a:lnTo>
                    <a:pt x="3320540" y="122843"/>
                  </a:lnTo>
                  <a:lnTo>
                    <a:pt x="3406523" y="98757"/>
                  </a:lnTo>
                  <a:lnTo>
                    <a:pt x="3496572" y="77339"/>
                  </a:lnTo>
                  <a:lnTo>
                    <a:pt x="3588527" y="58581"/>
                  </a:lnTo>
                  <a:lnTo>
                    <a:pt x="3679324" y="42532"/>
                  </a:lnTo>
                  <a:lnTo>
                    <a:pt x="3765183" y="29254"/>
                  </a:lnTo>
                  <a:lnTo>
                    <a:pt x="3842059" y="18760"/>
                  </a:lnTo>
                  <a:lnTo>
                    <a:pt x="3906317" y="10959"/>
                  </a:lnTo>
                  <a:lnTo>
                    <a:pt x="3955483" y="5616"/>
                  </a:lnTo>
                  <a:lnTo>
                    <a:pt x="3988833" y="2356"/>
                  </a:lnTo>
                  <a:lnTo>
                    <a:pt x="4007670" y="692"/>
                  </a:lnTo>
                  <a:lnTo>
                    <a:pt x="4015228" y="86"/>
                  </a:lnTo>
                  <a:lnTo>
                    <a:pt x="4016409" y="0"/>
                  </a:lnTo>
                  <a:lnTo>
                    <a:pt x="4016409" y="0"/>
                  </a:lnTo>
                  <a:lnTo>
                    <a:pt x="4538543" y="0"/>
                  </a:lnTo>
                  <a:lnTo>
                    <a:pt x="4539668" y="85"/>
                  </a:lnTo>
                  <a:lnTo>
                    <a:pt x="4547044" y="697"/>
                  </a:lnTo>
                  <a:lnTo>
                    <a:pt x="4565560" y="2390"/>
                  </a:lnTo>
                  <a:lnTo>
                    <a:pt x="4598463" y="5717"/>
                  </a:lnTo>
                  <a:lnTo>
                    <a:pt x="4647090" y="11182"/>
                  </a:lnTo>
                  <a:lnTo>
                    <a:pt x="4710775" y="19174"/>
                  </a:lnTo>
                  <a:lnTo>
                    <a:pt x="4787104" y="29938"/>
                  </a:lnTo>
                  <a:lnTo>
                    <a:pt x="4872497" y="43573"/>
                  </a:lnTo>
                  <a:lnTo>
                    <a:pt x="4962942" y="60068"/>
                  </a:lnTo>
                  <a:lnTo>
                    <a:pt x="5054669" y="79361"/>
                  </a:lnTo>
                  <a:lnTo>
                    <a:pt x="5144608" y="101398"/>
                  </a:lnTo>
                  <a:lnTo>
                    <a:pt x="5230576" y="126185"/>
                  </a:lnTo>
                  <a:lnTo>
                    <a:pt x="5311273" y="153820"/>
                  </a:lnTo>
                  <a:lnTo>
                    <a:pt x="5386145" y="184509"/>
                  </a:lnTo>
                  <a:lnTo>
                    <a:pt x="5455202" y="218575"/>
                  </a:lnTo>
                  <a:lnTo>
                    <a:pt x="5518845" y="256445"/>
                  </a:lnTo>
                  <a:lnTo>
                    <a:pt x="5577720" y="298643"/>
                  </a:lnTo>
                  <a:lnTo>
                    <a:pt x="5632609" y="345762"/>
                  </a:lnTo>
                  <a:lnTo>
                    <a:pt x="5684342" y="398410"/>
                  </a:lnTo>
                  <a:lnTo>
                    <a:pt x="5733737" y="457132"/>
                  </a:lnTo>
                  <a:lnTo>
                    <a:pt x="5781527" y="522260"/>
                  </a:lnTo>
                  <a:lnTo>
                    <a:pt x="5784835" y="527069"/>
                  </a:lnTo>
                  <a:lnTo>
                    <a:pt x="5820475" y="581305"/>
                  </a:lnTo>
                  <a:lnTo>
                    <a:pt x="5855787" y="639334"/>
                  </a:lnTo>
                  <a:lnTo>
                    <a:pt x="5890968" y="701235"/>
                  </a:lnTo>
                  <a:lnTo>
                    <a:pt x="5926173" y="767028"/>
                  </a:lnTo>
                  <a:lnTo>
                    <a:pt x="5961524" y="836675"/>
                  </a:lnTo>
                  <a:lnTo>
                    <a:pt x="5997106" y="910069"/>
                  </a:lnTo>
                  <a:lnTo>
                    <a:pt x="6032978" y="987032"/>
                  </a:lnTo>
                  <a:lnTo>
                    <a:pt x="6069169" y="1067314"/>
                  </a:lnTo>
                  <a:lnTo>
                    <a:pt x="6105682" y="1150590"/>
                  </a:lnTo>
                  <a:lnTo>
                    <a:pt x="6142500" y="1236469"/>
                  </a:lnTo>
                  <a:lnTo>
                    <a:pt x="6179582" y="1324494"/>
                  </a:lnTo>
                  <a:lnTo>
                    <a:pt x="6216876" y="1414154"/>
                  </a:lnTo>
                  <a:lnTo>
                    <a:pt x="6254311" y="1504895"/>
                  </a:lnTo>
                  <a:lnTo>
                    <a:pt x="6291814" y="1596134"/>
                  </a:lnTo>
                  <a:lnTo>
                    <a:pt x="6329303" y="1687276"/>
                  </a:lnTo>
                  <a:lnTo>
                    <a:pt x="6366701" y="1777726"/>
                  </a:lnTo>
                  <a:lnTo>
                    <a:pt x="6403932" y="1866911"/>
                  </a:lnTo>
                  <a:lnTo>
                    <a:pt x="6440933" y="1954288"/>
                  </a:lnTo>
                  <a:lnTo>
                    <a:pt x="6477654" y="2039363"/>
                  </a:lnTo>
                  <a:lnTo>
                    <a:pt x="6514063" y="2121700"/>
                  </a:lnTo>
                  <a:lnTo>
                    <a:pt x="6550148" y="2200929"/>
                  </a:lnTo>
                  <a:lnTo>
                    <a:pt x="6585921" y="2276749"/>
                  </a:lnTo>
                  <a:lnTo>
                    <a:pt x="6621420" y="2348933"/>
                  </a:lnTo>
                  <a:lnTo>
                    <a:pt x="6656712" y="2417329"/>
                  </a:lnTo>
                  <a:lnTo>
                    <a:pt x="6691894" y="2481850"/>
                  </a:lnTo>
                  <a:lnTo>
                    <a:pt x="6727099" y="2542480"/>
                  </a:lnTo>
                  <a:lnTo>
                    <a:pt x="6762494" y="2599258"/>
                  </a:lnTo>
                  <a:lnTo>
                    <a:pt x="6786527" y="2635346"/>
                  </a:lnTo>
                  <a:lnTo>
                    <a:pt x="6834228" y="2700926"/>
                  </a:lnTo>
                  <a:lnTo>
                    <a:pt x="6883488" y="2760090"/>
                  </a:lnTo>
                  <a:lnTo>
                    <a:pt x="6935032" y="2813148"/>
                  </a:lnTo>
                  <a:lnTo>
                    <a:pt x="6989672" y="2860635"/>
                  </a:lnTo>
                  <a:lnTo>
                    <a:pt x="7048241" y="2903158"/>
                  </a:lnTo>
                  <a:lnTo>
                    <a:pt x="7111526" y="2941314"/>
                  </a:lnTo>
                  <a:lnTo>
                    <a:pt x="7180187" y="2975631"/>
                  </a:lnTo>
                  <a:lnTo>
                    <a:pt x="7254645" y="3006546"/>
                  </a:lnTo>
                  <a:lnTo>
                    <a:pt x="7334944" y="3034387"/>
                  </a:lnTo>
                  <a:lnTo>
                    <a:pt x="7420576" y="3059369"/>
                  </a:lnTo>
                  <a:lnTo>
                    <a:pt x="7510296" y="3081598"/>
                  </a:lnTo>
                  <a:lnTo>
                    <a:pt x="7601988" y="3101084"/>
                  </a:lnTo>
                  <a:lnTo>
                    <a:pt x="7692640" y="3117778"/>
                  </a:lnTo>
                  <a:lnTo>
                    <a:pt x="7778518" y="3131615"/>
                  </a:lnTo>
                  <a:lnTo>
                    <a:pt x="7855609" y="3142578"/>
                  </a:lnTo>
                  <a:lnTo>
                    <a:pt x="7920277" y="3150759"/>
                  </a:lnTo>
                  <a:lnTo>
                    <a:pt x="7970004" y="3156389"/>
                  </a:lnTo>
                  <a:lnTo>
                    <a:pt x="8003990" y="3159851"/>
                  </a:lnTo>
                  <a:lnTo>
                    <a:pt x="8023430" y="3161640"/>
                  </a:lnTo>
                  <a:lnTo>
                    <a:pt x="8031446" y="3162310"/>
                  </a:lnTo>
                  <a:lnTo>
                    <a:pt x="8032819" y="3162415"/>
                  </a:lnTo>
                  <a:lnTo>
                    <a:pt x="8032819" y="3162415"/>
                  </a:lnTo>
                  <a:lnTo>
                    <a:pt x="8554953" y="3162415"/>
                  </a:lnTo>
                  <a:lnTo>
                    <a:pt x="8554953" y="3162415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699" name="pl1699"/>
            <p:cNvSpPr/>
            <p:nvPr/>
          </p:nvSpPr>
          <p:spPr>
            <a:xfrm>
              <a:off x="386606" y="2303685"/>
              <a:ext cx="8554953" cy="3162415"/>
            </a:xfrm>
            <a:custGeom>
              <a:avLst/>
              <a:pathLst>
                <a:path w="8554953" h="3162415">
                  <a:moveTo>
                    <a:pt x="8554953" y="3162415"/>
                  </a:moveTo>
                  <a:lnTo>
                    <a:pt x="8032819" y="3162415"/>
                  </a:lnTo>
                  <a:lnTo>
                    <a:pt x="8031694" y="3162330"/>
                  </a:lnTo>
                  <a:lnTo>
                    <a:pt x="8024318" y="3161717"/>
                  </a:lnTo>
                  <a:lnTo>
                    <a:pt x="8005802" y="3160025"/>
                  </a:lnTo>
                  <a:lnTo>
                    <a:pt x="7972899" y="3156697"/>
                  </a:lnTo>
                  <a:lnTo>
                    <a:pt x="7924272" y="3151233"/>
                  </a:lnTo>
                  <a:lnTo>
                    <a:pt x="7860587" y="3143241"/>
                  </a:lnTo>
                  <a:lnTo>
                    <a:pt x="7784257" y="3132477"/>
                  </a:lnTo>
                  <a:lnTo>
                    <a:pt x="7698865" y="3118842"/>
                  </a:lnTo>
                  <a:lnTo>
                    <a:pt x="7608420" y="3102347"/>
                  </a:lnTo>
                  <a:lnTo>
                    <a:pt x="7516693" y="3083054"/>
                  </a:lnTo>
                  <a:lnTo>
                    <a:pt x="7426754" y="3061017"/>
                  </a:lnTo>
                  <a:lnTo>
                    <a:pt x="7340786" y="3036230"/>
                  </a:lnTo>
                  <a:lnTo>
                    <a:pt x="7260089" y="3008595"/>
                  </a:lnTo>
                  <a:lnTo>
                    <a:pt x="7185217" y="2977905"/>
                  </a:lnTo>
                  <a:lnTo>
                    <a:pt x="7116160" y="2943840"/>
                  </a:lnTo>
                  <a:lnTo>
                    <a:pt x="7052517" y="2905970"/>
                  </a:lnTo>
                  <a:lnTo>
                    <a:pt x="6993642" y="2863772"/>
                  </a:lnTo>
                  <a:lnTo>
                    <a:pt x="6938753" y="2816653"/>
                  </a:lnTo>
                  <a:lnTo>
                    <a:pt x="6887020" y="2764005"/>
                  </a:lnTo>
                  <a:lnTo>
                    <a:pt x="6837625" y="2705283"/>
                  </a:lnTo>
                  <a:lnTo>
                    <a:pt x="6789835" y="2640155"/>
                  </a:lnTo>
                  <a:lnTo>
                    <a:pt x="6786527" y="2635346"/>
                  </a:lnTo>
                  <a:lnTo>
                    <a:pt x="6750887" y="2581110"/>
                  </a:lnTo>
                  <a:lnTo>
                    <a:pt x="6715575" y="2523081"/>
                  </a:lnTo>
                  <a:lnTo>
                    <a:pt x="6680394" y="2461180"/>
                  </a:lnTo>
                  <a:lnTo>
                    <a:pt x="6645189" y="2395387"/>
                  </a:lnTo>
                  <a:lnTo>
                    <a:pt x="6609838" y="2325740"/>
                  </a:lnTo>
                  <a:lnTo>
                    <a:pt x="6574256" y="2252346"/>
                  </a:lnTo>
                  <a:lnTo>
                    <a:pt x="6538384" y="2175383"/>
                  </a:lnTo>
                  <a:lnTo>
                    <a:pt x="6502193" y="2095101"/>
                  </a:lnTo>
                  <a:lnTo>
                    <a:pt x="6465680" y="2011824"/>
                  </a:lnTo>
                  <a:lnTo>
                    <a:pt x="6428862" y="1925945"/>
                  </a:lnTo>
                  <a:lnTo>
                    <a:pt x="6391780" y="1837920"/>
                  </a:lnTo>
                  <a:lnTo>
                    <a:pt x="6354486" y="1748261"/>
                  </a:lnTo>
                  <a:lnTo>
                    <a:pt x="6317051" y="1657520"/>
                  </a:lnTo>
                  <a:lnTo>
                    <a:pt x="6279548" y="1566280"/>
                  </a:lnTo>
                  <a:lnTo>
                    <a:pt x="6242059" y="1475139"/>
                  </a:lnTo>
                  <a:lnTo>
                    <a:pt x="6204661" y="1384688"/>
                  </a:lnTo>
                  <a:lnTo>
                    <a:pt x="6167430" y="1295504"/>
                  </a:lnTo>
                  <a:lnTo>
                    <a:pt x="6130429" y="1208127"/>
                  </a:lnTo>
                  <a:lnTo>
                    <a:pt x="6093707" y="1123052"/>
                  </a:lnTo>
                  <a:lnTo>
                    <a:pt x="6057299" y="1040715"/>
                  </a:lnTo>
                  <a:lnTo>
                    <a:pt x="6021214" y="961486"/>
                  </a:lnTo>
                  <a:lnTo>
                    <a:pt x="5985441" y="885666"/>
                  </a:lnTo>
                  <a:lnTo>
                    <a:pt x="5949942" y="813482"/>
                  </a:lnTo>
                  <a:lnTo>
                    <a:pt x="5914650" y="745086"/>
                  </a:lnTo>
                  <a:lnTo>
                    <a:pt x="5879468" y="680564"/>
                  </a:lnTo>
                  <a:lnTo>
                    <a:pt x="5844263" y="619935"/>
                  </a:lnTo>
                  <a:lnTo>
                    <a:pt x="5808868" y="563157"/>
                  </a:lnTo>
                  <a:lnTo>
                    <a:pt x="5784835" y="527069"/>
                  </a:lnTo>
                  <a:lnTo>
                    <a:pt x="5737134" y="461489"/>
                  </a:lnTo>
                  <a:lnTo>
                    <a:pt x="5687874" y="402325"/>
                  </a:lnTo>
                  <a:lnTo>
                    <a:pt x="5636330" y="349267"/>
                  </a:lnTo>
                  <a:lnTo>
                    <a:pt x="5581690" y="301780"/>
                  </a:lnTo>
                  <a:lnTo>
                    <a:pt x="5523121" y="259256"/>
                  </a:lnTo>
                  <a:lnTo>
                    <a:pt x="5459836" y="221101"/>
                  </a:lnTo>
                  <a:lnTo>
                    <a:pt x="5391175" y="186784"/>
                  </a:lnTo>
                  <a:lnTo>
                    <a:pt x="5316717" y="155869"/>
                  </a:lnTo>
                  <a:lnTo>
                    <a:pt x="5236417" y="128028"/>
                  </a:lnTo>
                  <a:lnTo>
                    <a:pt x="5150786" y="103046"/>
                  </a:lnTo>
                  <a:lnTo>
                    <a:pt x="5061066" y="80817"/>
                  </a:lnTo>
                  <a:lnTo>
                    <a:pt x="4969373" y="61331"/>
                  </a:lnTo>
                  <a:lnTo>
                    <a:pt x="4878722" y="44637"/>
                  </a:lnTo>
                  <a:lnTo>
                    <a:pt x="4792844" y="30800"/>
                  </a:lnTo>
                  <a:lnTo>
                    <a:pt x="4715753" y="19836"/>
                  </a:lnTo>
                  <a:lnTo>
                    <a:pt x="4651085" y="11656"/>
                  </a:lnTo>
                  <a:lnTo>
                    <a:pt x="4601358" y="6026"/>
                  </a:lnTo>
                  <a:lnTo>
                    <a:pt x="4567372" y="2564"/>
                  </a:lnTo>
                  <a:lnTo>
                    <a:pt x="4547932" y="774"/>
                  </a:lnTo>
                  <a:lnTo>
                    <a:pt x="4539916" y="105"/>
                  </a:lnTo>
                  <a:lnTo>
                    <a:pt x="4538543" y="0"/>
                  </a:lnTo>
                  <a:lnTo>
                    <a:pt x="4538543" y="0"/>
                  </a:lnTo>
                  <a:lnTo>
                    <a:pt x="4016409" y="0"/>
                  </a:lnTo>
                  <a:lnTo>
                    <a:pt x="4015275" y="83"/>
                  </a:lnTo>
                  <a:lnTo>
                    <a:pt x="4007842" y="678"/>
                  </a:lnTo>
                  <a:lnTo>
                    <a:pt x="3989188" y="2323"/>
                  </a:lnTo>
                  <a:lnTo>
                    <a:pt x="3956052" y="5558"/>
                  </a:lnTo>
                  <a:lnTo>
                    <a:pt x="3907105" y="10869"/>
                  </a:lnTo>
                  <a:lnTo>
                    <a:pt x="3843042" y="18634"/>
                  </a:lnTo>
                  <a:lnTo>
                    <a:pt x="3766317" y="29090"/>
                  </a:lnTo>
                  <a:lnTo>
                    <a:pt x="3680556" y="42329"/>
                  </a:lnTo>
                  <a:lnTo>
                    <a:pt x="3589800" y="58340"/>
                  </a:lnTo>
                  <a:lnTo>
                    <a:pt x="3497838" y="77061"/>
                  </a:lnTo>
                  <a:lnTo>
                    <a:pt x="3407746" y="98442"/>
                  </a:lnTo>
                  <a:lnTo>
                    <a:pt x="3321696" y="122491"/>
                  </a:lnTo>
                  <a:lnTo>
                    <a:pt x="3240972" y="149305"/>
                  </a:lnTo>
                  <a:lnTo>
                    <a:pt x="3166114" y="179091"/>
                  </a:lnTo>
                  <a:lnTo>
                    <a:pt x="3097092" y="212162"/>
                  </a:lnTo>
                  <a:lnTo>
                    <a:pt x="3033491" y="248940"/>
                  </a:lnTo>
                  <a:lnTo>
                    <a:pt x="2974652" y="289939"/>
                  </a:lnTo>
                  <a:lnTo>
                    <a:pt x="2919783" y="335734"/>
                  </a:lnTo>
                  <a:lnTo>
                    <a:pt x="2868046" y="386918"/>
                  </a:lnTo>
                  <a:lnTo>
                    <a:pt x="2818620" y="444013"/>
                  </a:lnTo>
                  <a:lnTo>
                    <a:pt x="2770772" y="507325"/>
                  </a:lnTo>
                  <a:lnTo>
                    <a:pt x="2770117" y="508245"/>
                  </a:lnTo>
                  <a:lnTo>
                    <a:pt x="2733951" y="561347"/>
                  </a:lnTo>
                  <a:lnTo>
                    <a:pt x="2698119" y="618219"/>
                  </a:lnTo>
                  <a:lnTo>
                    <a:pt x="2662418" y="678936"/>
                  </a:lnTo>
                  <a:lnTo>
                    <a:pt x="2626685" y="743519"/>
                  </a:lnTo>
                  <a:lnTo>
                    <a:pt x="2590796" y="811924"/>
                  </a:lnTo>
                  <a:lnTo>
                    <a:pt x="2554663" y="884039"/>
                  </a:lnTo>
                  <a:lnTo>
                    <a:pt x="2518229" y="959680"/>
                  </a:lnTo>
                  <a:lnTo>
                    <a:pt x="2481464" y="1038587"/>
                  </a:lnTo>
                  <a:lnTo>
                    <a:pt x="2444368" y="1120424"/>
                  </a:lnTo>
                  <a:lnTo>
                    <a:pt x="2406964" y="1204789"/>
                  </a:lnTo>
                  <a:lnTo>
                    <a:pt x="2369293" y="1291213"/>
                  </a:lnTo>
                  <a:lnTo>
                    <a:pt x="2331417" y="1379173"/>
                  </a:lnTo>
                  <a:lnTo>
                    <a:pt x="2293407" y="1468106"/>
                  </a:lnTo>
                  <a:lnTo>
                    <a:pt x="2255344" y="1557420"/>
                  </a:lnTo>
                  <a:lnTo>
                    <a:pt x="2217312" y="1646513"/>
                  </a:lnTo>
                  <a:lnTo>
                    <a:pt x="2179392" y="1734791"/>
                  </a:lnTo>
                  <a:lnTo>
                    <a:pt x="2141660" y="1821680"/>
                  </a:lnTo>
                  <a:lnTo>
                    <a:pt x="2104179" y="1906646"/>
                  </a:lnTo>
                  <a:lnTo>
                    <a:pt x="2066997" y="1989204"/>
                  </a:lnTo>
                  <a:lnTo>
                    <a:pt x="2030143" y="2068932"/>
                  </a:lnTo>
                  <a:lnTo>
                    <a:pt x="1993621" y="2145478"/>
                  </a:lnTo>
                  <a:lnTo>
                    <a:pt x="1957411" y="2218560"/>
                  </a:lnTo>
                  <a:lnTo>
                    <a:pt x="1921465" y="2287975"/>
                  </a:lnTo>
                  <a:lnTo>
                    <a:pt x="1885701" y="2353590"/>
                  </a:lnTo>
                  <a:lnTo>
                    <a:pt x="1850005" y="2415345"/>
                  </a:lnTo>
                  <a:lnTo>
                    <a:pt x="1814227" y="2473242"/>
                  </a:lnTo>
                  <a:lnTo>
                    <a:pt x="1778173" y="2527345"/>
                  </a:lnTo>
                  <a:lnTo>
                    <a:pt x="1768425" y="2541226"/>
                  </a:lnTo>
                  <a:lnTo>
                    <a:pt x="1720594" y="2604625"/>
                  </a:lnTo>
                  <a:lnTo>
                    <a:pt x="1671195" y="2661804"/>
                  </a:lnTo>
                  <a:lnTo>
                    <a:pt x="1619495" y="2713067"/>
                  </a:lnTo>
                  <a:lnTo>
                    <a:pt x="1564675" y="2758933"/>
                  </a:lnTo>
                  <a:lnTo>
                    <a:pt x="1505897" y="2799994"/>
                  </a:lnTo>
                  <a:lnTo>
                    <a:pt x="1442366" y="2836827"/>
                  </a:lnTo>
                  <a:lnTo>
                    <a:pt x="1373423" y="2869946"/>
                  </a:lnTo>
                  <a:lnTo>
                    <a:pt x="1298647" y="2899774"/>
                  </a:lnTo>
                  <a:lnTo>
                    <a:pt x="1218002" y="2926628"/>
                  </a:lnTo>
                  <a:lnTo>
                    <a:pt x="1132019" y="2950714"/>
                  </a:lnTo>
                  <a:lnTo>
                    <a:pt x="1041970" y="2972132"/>
                  </a:lnTo>
                  <a:lnTo>
                    <a:pt x="950015" y="2990891"/>
                  </a:lnTo>
                  <a:lnTo>
                    <a:pt x="859218" y="3006940"/>
                  </a:lnTo>
                  <a:lnTo>
                    <a:pt x="773360" y="3020217"/>
                  </a:lnTo>
                  <a:lnTo>
                    <a:pt x="696484" y="3030711"/>
                  </a:lnTo>
                  <a:lnTo>
                    <a:pt x="632225" y="3038513"/>
                  </a:lnTo>
                  <a:lnTo>
                    <a:pt x="583059" y="3043855"/>
                  </a:lnTo>
                  <a:lnTo>
                    <a:pt x="549709" y="3047115"/>
                  </a:lnTo>
                  <a:lnTo>
                    <a:pt x="530872" y="3048779"/>
                  </a:lnTo>
                  <a:lnTo>
                    <a:pt x="523314" y="3049385"/>
                  </a:lnTo>
                  <a:lnTo>
                    <a:pt x="522133" y="3049472"/>
                  </a:lnTo>
                  <a:lnTo>
                    <a:pt x="522133" y="3049472"/>
                  </a:lnTo>
                  <a:lnTo>
                    <a:pt x="0" y="3049472"/>
                  </a:lnTo>
                  <a:lnTo>
                    <a:pt x="0" y="3049472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700" name="pg1700"/>
            <p:cNvSpPr/>
            <p:nvPr/>
          </p:nvSpPr>
          <p:spPr>
            <a:xfrm>
              <a:off x="386606" y="1767203"/>
              <a:ext cx="8554953" cy="3642425"/>
            </a:xfrm>
            <a:custGeom>
              <a:avLst/>
              <a:pathLst>
                <a:path w="8554953" h="3642425">
                  <a:moveTo>
                    <a:pt x="0" y="3642425"/>
                  </a:moveTo>
                  <a:lnTo>
                    <a:pt x="522133" y="3642425"/>
                  </a:lnTo>
                  <a:lnTo>
                    <a:pt x="523396" y="3642406"/>
                  </a:lnTo>
                  <a:lnTo>
                    <a:pt x="531657" y="3642270"/>
                  </a:lnTo>
                  <a:lnTo>
                    <a:pt x="552311" y="3641896"/>
                  </a:lnTo>
                  <a:lnTo>
                    <a:pt x="588806" y="3641160"/>
                  </a:lnTo>
                  <a:lnTo>
                    <a:pt x="642328" y="3639955"/>
                  </a:lnTo>
                  <a:lnTo>
                    <a:pt x="711742" y="3638199"/>
                  </a:lnTo>
                  <a:lnTo>
                    <a:pt x="793981" y="3635848"/>
                  </a:lnTo>
                  <a:lnTo>
                    <a:pt x="884817" y="3632884"/>
                  </a:lnTo>
                  <a:lnTo>
                    <a:pt x="979752" y="3629317"/>
                  </a:lnTo>
                  <a:lnTo>
                    <a:pt x="1074776" y="3625160"/>
                  </a:lnTo>
                  <a:lnTo>
                    <a:pt x="1166802" y="3620421"/>
                  </a:lnTo>
                  <a:lnTo>
                    <a:pt x="1253805" y="3615092"/>
                  </a:lnTo>
                  <a:lnTo>
                    <a:pt x="1334732" y="3609138"/>
                  </a:lnTo>
                  <a:lnTo>
                    <a:pt x="1409301" y="3602502"/>
                  </a:lnTo>
                  <a:lnTo>
                    <a:pt x="1477783" y="3595100"/>
                  </a:lnTo>
                  <a:lnTo>
                    <a:pt x="1540807" y="3586824"/>
                  </a:lnTo>
                  <a:lnTo>
                    <a:pt x="1599205" y="3577549"/>
                  </a:lnTo>
                  <a:lnTo>
                    <a:pt x="1653904" y="3567139"/>
                  </a:lnTo>
                  <a:lnTo>
                    <a:pt x="1705833" y="3555467"/>
                  </a:lnTo>
                  <a:lnTo>
                    <a:pt x="1755850" y="3542444"/>
                  </a:lnTo>
                  <a:lnTo>
                    <a:pt x="1768425" y="3538893"/>
                  </a:lnTo>
                  <a:lnTo>
                    <a:pt x="1820600" y="3523005"/>
                  </a:lnTo>
                  <a:lnTo>
                    <a:pt x="1872269" y="3505497"/>
                  </a:lnTo>
                  <a:lnTo>
                    <a:pt x="1923964" y="3486344"/>
                  </a:lnTo>
                  <a:lnTo>
                    <a:pt x="1976049" y="3465579"/>
                  </a:lnTo>
                  <a:lnTo>
                    <a:pt x="2028738" y="3443295"/>
                  </a:lnTo>
                  <a:lnTo>
                    <a:pt x="2082117" y="3419653"/>
                  </a:lnTo>
                  <a:lnTo>
                    <a:pt x="2136159" y="3394878"/>
                  </a:lnTo>
                  <a:lnTo>
                    <a:pt x="2190739" y="3369255"/>
                  </a:lnTo>
                  <a:lnTo>
                    <a:pt x="2245665" y="3343113"/>
                  </a:lnTo>
                  <a:lnTo>
                    <a:pt x="2300699" y="3316813"/>
                  </a:lnTo>
                  <a:lnTo>
                    <a:pt x="2355589" y="3290723"/>
                  </a:lnTo>
                  <a:lnTo>
                    <a:pt x="2410103" y="3265201"/>
                  </a:lnTo>
                  <a:lnTo>
                    <a:pt x="2464056" y="3240572"/>
                  </a:lnTo>
                  <a:lnTo>
                    <a:pt x="2517337" y="3217111"/>
                  </a:lnTo>
                  <a:lnTo>
                    <a:pt x="2569932" y="3195035"/>
                  </a:lnTo>
                  <a:lnTo>
                    <a:pt x="2621945" y="3174494"/>
                  </a:lnTo>
                  <a:lnTo>
                    <a:pt x="2673610" y="3155574"/>
                  </a:lnTo>
                  <a:lnTo>
                    <a:pt x="2725314" y="3138299"/>
                  </a:lnTo>
                  <a:lnTo>
                    <a:pt x="2770117" y="3124768"/>
                  </a:lnTo>
                  <a:lnTo>
                    <a:pt x="2819764" y="3111394"/>
                  </a:lnTo>
                  <a:lnTo>
                    <a:pt x="2871128" y="3099383"/>
                  </a:lnTo>
                  <a:lnTo>
                    <a:pt x="2925031" y="3088661"/>
                  </a:lnTo>
                  <a:lnTo>
                    <a:pt x="2982394" y="3079108"/>
                  </a:lnTo>
                  <a:lnTo>
                    <a:pt x="3044150" y="3070590"/>
                  </a:lnTo>
                  <a:lnTo>
                    <a:pt x="3111166" y="3062975"/>
                  </a:lnTo>
                  <a:lnTo>
                    <a:pt x="3184135" y="3056153"/>
                  </a:lnTo>
                  <a:lnTo>
                    <a:pt x="3263436" y="3050031"/>
                  </a:lnTo>
                  <a:lnTo>
                    <a:pt x="3348951" y="3044546"/>
                  </a:lnTo>
                  <a:lnTo>
                    <a:pt x="3439843" y="3039657"/>
                  </a:lnTo>
                  <a:lnTo>
                    <a:pt x="3534351" y="3035351"/>
                  </a:lnTo>
                  <a:lnTo>
                    <a:pt x="3629660" y="3031632"/>
                  </a:lnTo>
                  <a:lnTo>
                    <a:pt x="3721963" y="3028513"/>
                  </a:lnTo>
                  <a:lnTo>
                    <a:pt x="3806830" y="3026005"/>
                  </a:lnTo>
                  <a:lnTo>
                    <a:pt x="3879878" y="3024100"/>
                  </a:lnTo>
                  <a:lnTo>
                    <a:pt x="3937660" y="3022761"/>
                  </a:lnTo>
                  <a:lnTo>
                    <a:pt x="3978493" y="3021914"/>
                  </a:lnTo>
                  <a:lnTo>
                    <a:pt x="4002956" y="3021459"/>
                  </a:lnTo>
                  <a:lnTo>
                    <a:pt x="4013945" y="3021274"/>
                  </a:lnTo>
                  <a:lnTo>
                    <a:pt x="4016409" y="3021236"/>
                  </a:lnTo>
                  <a:lnTo>
                    <a:pt x="4538543" y="3021236"/>
                  </a:lnTo>
                  <a:lnTo>
                    <a:pt x="4539680" y="3021154"/>
                  </a:lnTo>
                  <a:lnTo>
                    <a:pt x="4547133" y="3020564"/>
                  </a:lnTo>
                  <a:lnTo>
                    <a:pt x="4565835" y="3018936"/>
                  </a:lnTo>
                  <a:lnTo>
                    <a:pt x="4599051" y="3015734"/>
                  </a:lnTo>
                  <a:lnTo>
                    <a:pt x="4648109" y="3010478"/>
                  </a:lnTo>
                  <a:lnTo>
                    <a:pt x="4712302" y="3002793"/>
                  </a:lnTo>
                  <a:lnTo>
                    <a:pt x="4789162" y="2992448"/>
                  </a:lnTo>
                  <a:lnTo>
                    <a:pt x="4875051" y="2979349"/>
                  </a:lnTo>
                  <a:lnTo>
                    <a:pt x="4965913" y="2963510"/>
                  </a:lnTo>
                  <a:lnTo>
                    <a:pt x="5057955" y="2944991"/>
                  </a:lnTo>
                  <a:lnTo>
                    <a:pt x="5148100" y="2923842"/>
                  </a:lnTo>
                  <a:lnTo>
                    <a:pt x="5234179" y="2900055"/>
                  </a:lnTo>
                  <a:lnTo>
                    <a:pt x="5314910" y="2873532"/>
                  </a:lnTo>
                  <a:lnTo>
                    <a:pt x="5389764" y="2844067"/>
                  </a:lnTo>
                  <a:lnTo>
                    <a:pt x="5458774" y="2811349"/>
                  </a:lnTo>
                  <a:lnTo>
                    <a:pt x="5522360" y="2774958"/>
                  </a:lnTo>
                  <a:lnTo>
                    <a:pt x="5581187" y="2734386"/>
                  </a:lnTo>
                  <a:lnTo>
                    <a:pt x="5636049" y="2689062"/>
                  </a:lnTo>
                  <a:lnTo>
                    <a:pt x="5687788" y="2638399"/>
                  </a:lnTo>
                  <a:lnTo>
                    <a:pt x="5737225" y="2581884"/>
                  </a:lnTo>
                  <a:lnTo>
                    <a:pt x="5784835" y="2519579"/>
                  </a:lnTo>
                  <a:lnTo>
                    <a:pt x="5821190" y="2466880"/>
                  </a:lnTo>
                  <a:lnTo>
                    <a:pt x="5857208" y="2410421"/>
                  </a:lnTo>
                  <a:lnTo>
                    <a:pt x="5893096" y="2350126"/>
                  </a:lnTo>
                  <a:lnTo>
                    <a:pt x="5929019" y="2285976"/>
                  </a:lnTo>
                  <a:lnTo>
                    <a:pt x="5965101" y="2218014"/>
                  </a:lnTo>
                  <a:lnTo>
                    <a:pt x="6001431" y="2146356"/>
                  </a:lnTo>
                  <a:lnTo>
                    <a:pt x="6038068" y="2071189"/>
                  </a:lnTo>
                  <a:lnTo>
                    <a:pt x="6075039" y="1992775"/>
                  </a:lnTo>
                  <a:lnTo>
                    <a:pt x="6112344" y="1911453"/>
                  </a:lnTo>
                  <a:lnTo>
                    <a:pt x="6149960" y="1827632"/>
                  </a:lnTo>
                  <a:lnTo>
                    <a:pt x="6187841" y="1741783"/>
                  </a:lnTo>
                  <a:lnTo>
                    <a:pt x="6225927" y="1654433"/>
                  </a:lnTo>
                  <a:lnTo>
                    <a:pt x="6264142" y="1566150"/>
                  </a:lnTo>
                  <a:lnTo>
                    <a:pt x="6302405" y="1477527"/>
                  </a:lnTo>
                  <a:lnTo>
                    <a:pt x="6340632" y="1389168"/>
                  </a:lnTo>
                  <a:lnTo>
                    <a:pt x="6378738" y="1301669"/>
                  </a:lnTo>
                  <a:lnTo>
                    <a:pt x="6416648" y="1215601"/>
                  </a:lnTo>
                  <a:lnTo>
                    <a:pt x="6454300" y="1131497"/>
                  </a:lnTo>
                  <a:lnTo>
                    <a:pt x="6491646" y="1049837"/>
                  </a:lnTo>
                  <a:lnTo>
                    <a:pt x="6528659" y="971037"/>
                  </a:lnTo>
                  <a:lnTo>
                    <a:pt x="6565338" y="895445"/>
                  </a:lnTo>
                  <a:lnTo>
                    <a:pt x="6601704" y="823333"/>
                  </a:lnTo>
                  <a:lnTo>
                    <a:pt x="6637813" y="754899"/>
                  </a:lnTo>
                  <a:lnTo>
                    <a:pt x="6673750" y="690265"/>
                  </a:lnTo>
                  <a:lnTo>
                    <a:pt x="6709634" y="629484"/>
                  </a:lnTo>
                  <a:lnTo>
                    <a:pt x="6745625" y="572546"/>
                  </a:lnTo>
                  <a:lnTo>
                    <a:pt x="6781925" y="519380"/>
                  </a:lnTo>
                  <a:lnTo>
                    <a:pt x="6786527" y="512951"/>
                  </a:lnTo>
                  <a:lnTo>
                    <a:pt x="6834403" y="450319"/>
                  </a:lnTo>
                  <a:lnTo>
                    <a:pt x="6883850" y="393838"/>
                  </a:lnTo>
                  <a:lnTo>
                    <a:pt x="6935604" y="343206"/>
                  </a:lnTo>
                  <a:lnTo>
                    <a:pt x="6990485" y="297909"/>
                  </a:lnTo>
                  <a:lnTo>
                    <a:pt x="7049336" y="257362"/>
                  </a:lnTo>
                  <a:lnTo>
                    <a:pt x="7112951" y="220992"/>
                  </a:lnTo>
                  <a:lnTo>
                    <a:pt x="7181991" y="188293"/>
                  </a:lnTo>
                  <a:lnTo>
                    <a:pt x="7256878" y="158845"/>
                  </a:lnTo>
                  <a:lnTo>
                    <a:pt x="7337641" y="132337"/>
                  </a:lnTo>
                  <a:lnTo>
                    <a:pt x="7423746" y="108565"/>
                  </a:lnTo>
                  <a:lnTo>
                    <a:pt x="7513908" y="87430"/>
                  </a:lnTo>
                  <a:lnTo>
                    <a:pt x="7605953" y="68926"/>
                  </a:lnTo>
                  <a:lnTo>
                    <a:pt x="7696798" y="53102"/>
                  </a:lnTo>
                  <a:lnTo>
                    <a:pt x="7782649" y="40018"/>
                  </a:lnTo>
                  <a:lnTo>
                    <a:pt x="7859449" y="29687"/>
                  </a:lnTo>
                  <a:lnTo>
                    <a:pt x="7923565" y="22017"/>
                  </a:lnTo>
                  <a:lnTo>
                    <a:pt x="7972535" y="16773"/>
                  </a:lnTo>
                  <a:lnTo>
                    <a:pt x="8005667" y="13581"/>
                  </a:lnTo>
                  <a:lnTo>
                    <a:pt x="8024297" y="11960"/>
                  </a:lnTo>
                  <a:lnTo>
                    <a:pt x="8031700" y="11375"/>
                  </a:lnTo>
                  <a:lnTo>
                    <a:pt x="8032819" y="11294"/>
                  </a:lnTo>
                  <a:lnTo>
                    <a:pt x="8554953" y="11294"/>
                  </a:lnTo>
                  <a:lnTo>
                    <a:pt x="8554953" y="0"/>
                  </a:lnTo>
                  <a:lnTo>
                    <a:pt x="8032819" y="0"/>
                  </a:lnTo>
                  <a:lnTo>
                    <a:pt x="8031682" y="82"/>
                  </a:lnTo>
                  <a:lnTo>
                    <a:pt x="8024229" y="671"/>
                  </a:lnTo>
                  <a:lnTo>
                    <a:pt x="8005527" y="2300"/>
                  </a:lnTo>
                  <a:lnTo>
                    <a:pt x="7972311" y="5501"/>
                  </a:lnTo>
                  <a:lnTo>
                    <a:pt x="7923253" y="10757"/>
                  </a:lnTo>
                  <a:lnTo>
                    <a:pt x="7859060" y="18442"/>
                  </a:lnTo>
                  <a:lnTo>
                    <a:pt x="7782199" y="28788"/>
                  </a:lnTo>
                  <a:lnTo>
                    <a:pt x="7696311" y="41887"/>
                  </a:lnTo>
                  <a:lnTo>
                    <a:pt x="7605448" y="57726"/>
                  </a:lnTo>
                  <a:lnTo>
                    <a:pt x="7513407" y="76245"/>
                  </a:lnTo>
                  <a:lnTo>
                    <a:pt x="7423262" y="97393"/>
                  </a:lnTo>
                  <a:lnTo>
                    <a:pt x="7337183" y="121180"/>
                  </a:lnTo>
                  <a:lnTo>
                    <a:pt x="7256452" y="147704"/>
                  </a:lnTo>
                  <a:lnTo>
                    <a:pt x="7181598" y="177168"/>
                  </a:lnTo>
                  <a:lnTo>
                    <a:pt x="7112588" y="209887"/>
                  </a:lnTo>
                  <a:lnTo>
                    <a:pt x="7049002" y="246278"/>
                  </a:lnTo>
                  <a:lnTo>
                    <a:pt x="6990175" y="286849"/>
                  </a:lnTo>
                  <a:lnTo>
                    <a:pt x="6935313" y="332174"/>
                  </a:lnTo>
                  <a:lnTo>
                    <a:pt x="6883574" y="382836"/>
                  </a:lnTo>
                  <a:lnTo>
                    <a:pt x="6834137" y="439351"/>
                  </a:lnTo>
                  <a:lnTo>
                    <a:pt x="6786527" y="501657"/>
                  </a:lnTo>
                  <a:lnTo>
                    <a:pt x="6750172" y="554355"/>
                  </a:lnTo>
                  <a:lnTo>
                    <a:pt x="6714154" y="610814"/>
                  </a:lnTo>
                  <a:lnTo>
                    <a:pt x="6678266" y="671109"/>
                  </a:lnTo>
                  <a:lnTo>
                    <a:pt x="6642343" y="735260"/>
                  </a:lnTo>
                  <a:lnTo>
                    <a:pt x="6606261" y="803221"/>
                  </a:lnTo>
                  <a:lnTo>
                    <a:pt x="6569931" y="874879"/>
                  </a:lnTo>
                  <a:lnTo>
                    <a:pt x="6533293" y="950047"/>
                  </a:lnTo>
                  <a:lnTo>
                    <a:pt x="6496323" y="1028460"/>
                  </a:lnTo>
                  <a:lnTo>
                    <a:pt x="6459018" y="1109782"/>
                  </a:lnTo>
                  <a:lnTo>
                    <a:pt x="6421402" y="1193604"/>
                  </a:lnTo>
                  <a:lnTo>
                    <a:pt x="6383521" y="1279453"/>
                  </a:lnTo>
                  <a:lnTo>
                    <a:pt x="6345435" y="1366803"/>
                  </a:lnTo>
                  <a:lnTo>
                    <a:pt x="6307220" y="1455086"/>
                  </a:lnTo>
                  <a:lnTo>
                    <a:pt x="6268957" y="1543709"/>
                  </a:lnTo>
                  <a:lnTo>
                    <a:pt x="6230730" y="1632067"/>
                  </a:lnTo>
                  <a:lnTo>
                    <a:pt x="6192624" y="1719567"/>
                  </a:lnTo>
                  <a:lnTo>
                    <a:pt x="6154713" y="1805635"/>
                  </a:lnTo>
                  <a:lnTo>
                    <a:pt x="6117062" y="1889739"/>
                  </a:lnTo>
                  <a:lnTo>
                    <a:pt x="6079716" y="1971399"/>
                  </a:lnTo>
                  <a:lnTo>
                    <a:pt x="6042703" y="2050199"/>
                  </a:lnTo>
                  <a:lnTo>
                    <a:pt x="6006024" y="2125790"/>
                  </a:lnTo>
                  <a:lnTo>
                    <a:pt x="5969658" y="2197902"/>
                  </a:lnTo>
                  <a:lnTo>
                    <a:pt x="5933549" y="2266337"/>
                  </a:lnTo>
                  <a:lnTo>
                    <a:pt x="5897612" y="2330971"/>
                  </a:lnTo>
                  <a:lnTo>
                    <a:pt x="5861728" y="2391751"/>
                  </a:lnTo>
                  <a:lnTo>
                    <a:pt x="5825737" y="2448689"/>
                  </a:lnTo>
                  <a:lnTo>
                    <a:pt x="5789437" y="2501856"/>
                  </a:lnTo>
                  <a:lnTo>
                    <a:pt x="5784835" y="2508285"/>
                  </a:lnTo>
                  <a:lnTo>
                    <a:pt x="5736959" y="2570916"/>
                  </a:lnTo>
                  <a:lnTo>
                    <a:pt x="5687512" y="2627398"/>
                  </a:lnTo>
                  <a:lnTo>
                    <a:pt x="5635758" y="2678030"/>
                  </a:lnTo>
                  <a:lnTo>
                    <a:pt x="5580876" y="2723326"/>
                  </a:lnTo>
                  <a:lnTo>
                    <a:pt x="5522026" y="2763874"/>
                  </a:lnTo>
                  <a:lnTo>
                    <a:pt x="5458411" y="2800243"/>
                  </a:lnTo>
                  <a:lnTo>
                    <a:pt x="5389371" y="2832943"/>
                  </a:lnTo>
                  <a:lnTo>
                    <a:pt x="5314484" y="2862390"/>
                  </a:lnTo>
                  <a:lnTo>
                    <a:pt x="5233721" y="2888898"/>
                  </a:lnTo>
                  <a:lnTo>
                    <a:pt x="5147616" y="2912671"/>
                  </a:lnTo>
                  <a:lnTo>
                    <a:pt x="5057454" y="2933805"/>
                  </a:lnTo>
                  <a:lnTo>
                    <a:pt x="4965409" y="2952309"/>
                  </a:lnTo>
                  <a:lnTo>
                    <a:pt x="4874564" y="2968134"/>
                  </a:lnTo>
                  <a:lnTo>
                    <a:pt x="4788713" y="2981217"/>
                  </a:lnTo>
                  <a:lnTo>
                    <a:pt x="4711913" y="2991548"/>
                  </a:lnTo>
                  <a:lnTo>
                    <a:pt x="4647797" y="2999219"/>
                  </a:lnTo>
                  <a:lnTo>
                    <a:pt x="4598827" y="3004463"/>
                  </a:lnTo>
                  <a:lnTo>
                    <a:pt x="4565695" y="3007654"/>
                  </a:lnTo>
                  <a:lnTo>
                    <a:pt x="4547065" y="3009276"/>
                  </a:lnTo>
                  <a:lnTo>
                    <a:pt x="4539662" y="3009861"/>
                  </a:lnTo>
                  <a:lnTo>
                    <a:pt x="4538543" y="3009942"/>
                  </a:lnTo>
                  <a:lnTo>
                    <a:pt x="4016409" y="3009942"/>
                  </a:lnTo>
                  <a:lnTo>
                    <a:pt x="4015146" y="3009961"/>
                  </a:lnTo>
                  <a:lnTo>
                    <a:pt x="4006885" y="3010096"/>
                  </a:lnTo>
                  <a:lnTo>
                    <a:pt x="3986232" y="3010471"/>
                  </a:lnTo>
                  <a:lnTo>
                    <a:pt x="3949736" y="3011207"/>
                  </a:lnTo>
                  <a:lnTo>
                    <a:pt x="3896214" y="3012412"/>
                  </a:lnTo>
                  <a:lnTo>
                    <a:pt x="3826800" y="3014167"/>
                  </a:lnTo>
                  <a:lnTo>
                    <a:pt x="3744561" y="3016519"/>
                  </a:lnTo>
                  <a:lnTo>
                    <a:pt x="3653725" y="3019482"/>
                  </a:lnTo>
                  <a:lnTo>
                    <a:pt x="3558790" y="3023049"/>
                  </a:lnTo>
                  <a:lnTo>
                    <a:pt x="3463766" y="3027206"/>
                  </a:lnTo>
                  <a:lnTo>
                    <a:pt x="3371740" y="3031945"/>
                  </a:lnTo>
                  <a:lnTo>
                    <a:pt x="3284737" y="3037275"/>
                  </a:lnTo>
                  <a:lnTo>
                    <a:pt x="3203810" y="3043229"/>
                  </a:lnTo>
                  <a:lnTo>
                    <a:pt x="3129242" y="3049864"/>
                  </a:lnTo>
                  <a:lnTo>
                    <a:pt x="3060759" y="3057266"/>
                  </a:lnTo>
                  <a:lnTo>
                    <a:pt x="2997736" y="3065542"/>
                  </a:lnTo>
                  <a:lnTo>
                    <a:pt x="2939337" y="3074818"/>
                  </a:lnTo>
                  <a:lnTo>
                    <a:pt x="2884638" y="3085228"/>
                  </a:lnTo>
                  <a:lnTo>
                    <a:pt x="2832709" y="3096900"/>
                  </a:lnTo>
                  <a:lnTo>
                    <a:pt x="2782692" y="3109922"/>
                  </a:lnTo>
                  <a:lnTo>
                    <a:pt x="2770117" y="3113473"/>
                  </a:lnTo>
                  <a:lnTo>
                    <a:pt x="2717942" y="3129361"/>
                  </a:lnTo>
                  <a:lnTo>
                    <a:pt x="2666273" y="3146870"/>
                  </a:lnTo>
                  <a:lnTo>
                    <a:pt x="2614578" y="3166022"/>
                  </a:lnTo>
                  <a:lnTo>
                    <a:pt x="2562494" y="3186788"/>
                  </a:lnTo>
                  <a:lnTo>
                    <a:pt x="2509804" y="3209072"/>
                  </a:lnTo>
                  <a:lnTo>
                    <a:pt x="2456425" y="3232714"/>
                  </a:lnTo>
                  <a:lnTo>
                    <a:pt x="2402384" y="3257488"/>
                  </a:lnTo>
                  <a:lnTo>
                    <a:pt x="2347803" y="3283112"/>
                  </a:lnTo>
                  <a:lnTo>
                    <a:pt x="2292877" y="3309253"/>
                  </a:lnTo>
                  <a:lnTo>
                    <a:pt x="2237844" y="3335554"/>
                  </a:lnTo>
                  <a:lnTo>
                    <a:pt x="2182953" y="3361643"/>
                  </a:lnTo>
                  <a:lnTo>
                    <a:pt x="2128439" y="3387165"/>
                  </a:lnTo>
                  <a:lnTo>
                    <a:pt x="2074486" y="3411795"/>
                  </a:lnTo>
                  <a:lnTo>
                    <a:pt x="2021206" y="3435256"/>
                  </a:lnTo>
                  <a:lnTo>
                    <a:pt x="1968610" y="3457332"/>
                  </a:lnTo>
                  <a:lnTo>
                    <a:pt x="1916597" y="3477872"/>
                  </a:lnTo>
                  <a:lnTo>
                    <a:pt x="1864932" y="3496792"/>
                  </a:lnTo>
                  <a:lnTo>
                    <a:pt x="1813228" y="3514068"/>
                  </a:lnTo>
                  <a:lnTo>
                    <a:pt x="1768425" y="3527599"/>
                  </a:lnTo>
                  <a:lnTo>
                    <a:pt x="1718778" y="3540972"/>
                  </a:lnTo>
                  <a:lnTo>
                    <a:pt x="1667414" y="3552983"/>
                  </a:lnTo>
                  <a:lnTo>
                    <a:pt x="1613511" y="3563705"/>
                  </a:lnTo>
                  <a:lnTo>
                    <a:pt x="1556148" y="3573258"/>
                  </a:lnTo>
                  <a:lnTo>
                    <a:pt x="1494392" y="3581777"/>
                  </a:lnTo>
                  <a:lnTo>
                    <a:pt x="1427377" y="3589391"/>
                  </a:lnTo>
                  <a:lnTo>
                    <a:pt x="1354408" y="3596214"/>
                  </a:lnTo>
                  <a:lnTo>
                    <a:pt x="1275106" y="3602336"/>
                  </a:lnTo>
                  <a:lnTo>
                    <a:pt x="1189592" y="3607821"/>
                  </a:lnTo>
                  <a:lnTo>
                    <a:pt x="1098699" y="3612709"/>
                  </a:lnTo>
                  <a:lnTo>
                    <a:pt x="1004191" y="3617015"/>
                  </a:lnTo>
                  <a:lnTo>
                    <a:pt x="908883" y="3620735"/>
                  </a:lnTo>
                  <a:lnTo>
                    <a:pt x="816579" y="3623853"/>
                  </a:lnTo>
                  <a:lnTo>
                    <a:pt x="731712" y="3626361"/>
                  </a:lnTo>
                  <a:lnTo>
                    <a:pt x="658664" y="3628266"/>
                  </a:lnTo>
                  <a:lnTo>
                    <a:pt x="600882" y="3629606"/>
                  </a:lnTo>
                  <a:lnTo>
                    <a:pt x="560049" y="3630452"/>
                  </a:lnTo>
                  <a:lnTo>
                    <a:pt x="535586" y="3630908"/>
                  </a:lnTo>
                  <a:lnTo>
                    <a:pt x="524598" y="3631093"/>
                  </a:lnTo>
                  <a:lnTo>
                    <a:pt x="522133" y="3631131"/>
                  </a:lnTo>
                  <a:lnTo>
                    <a:pt x="0" y="3631131"/>
                  </a:lnTo>
                  <a:close/>
                </a:path>
              </a:pathLst>
            </a:custGeom>
            <a:solidFill>
              <a:srgbClr val="9E9E9E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1701" name="pl1701"/>
            <p:cNvSpPr/>
            <p:nvPr/>
          </p:nvSpPr>
          <p:spPr>
            <a:xfrm>
              <a:off x="386606" y="1778498"/>
              <a:ext cx="8554953" cy="3631131"/>
            </a:xfrm>
            <a:custGeom>
              <a:avLst/>
              <a:pathLst>
                <a:path w="8554953" h="3631131">
                  <a:moveTo>
                    <a:pt x="0" y="3631131"/>
                  </a:moveTo>
                  <a:lnTo>
                    <a:pt x="522133" y="3631131"/>
                  </a:lnTo>
                  <a:lnTo>
                    <a:pt x="523396" y="3631112"/>
                  </a:lnTo>
                  <a:lnTo>
                    <a:pt x="531657" y="3630976"/>
                  </a:lnTo>
                  <a:lnTo>
                    <a:pt x="552311" y="3630601"/>
                  </a:lnTo>
                  <a:lnTo>
                    <a:pt x="588806" y="3629865"/>
                  </a:lnTo>
                  <a:lnTo>
                    <a:pt x="642328" y="3628660"/>
                  </a:lnTo>
                  <a:lnTo>
                    <a:pt x="711742" y="3626905"/>
                  </a:lnTo>
                  <a:lnTo>
                    <a:pt x="793981" y="3624553"/>
                  </a:lnTo>
                  <a:lnTo>
                    <a:pt x="884817" y="3621590"/>
                  </a:lnTo>
                  <a:lnTo>
                    <a:pt x="979752" y="3618023"/>
                  </a:lnTo>
                  <a:lnTo>
                    <a:pt x="1074776" y="3613866"/>
                  </a:lnTo>
                  <a:lnTo>
                    <a:pt x="1166802" y="3609127"/>
                  </a:lnTo>
                  <a:lnTo>
                    <a:pt x="1253805" y="3603797"/>
                  </a:lnTo>
                  <a:lnTo>
                    <a:pt x="1334732" y="3597844"/>
                  </a:lnTo>
                  <a:lnTo>
                    <a:pt x="1409301" y="3591208"/>
                  </a:lnTo>
                  <a:lnTo>
                    <a:pt x="1477783" y="3583806"/>
                  </a:lnTo>
                  <a:lnTo>
                    <a:pt x="1540807" y="3575530"/>
                  </a:lnTo>
                  <a:lnTo>
                    <a:pt x="1599205" y="3566255"/>
                  </a:lnTo>
                  <a:lnTo>
                    <a:pt x="1653904" y="3555844"/>
                  </a:lnTo>
                  <a:lnTo>
                    <a:pt x="1705833" y="3544172"/>
                  </a:lnTo>
                  <a:lnTo>
                    <a:pt x="1755850" y="3531150"/>
                  </a:lnTo>
                  <a:lnTo>
                    <a:pt x="1768425" y="3527599"/>
                  </a:lnTo>
                  <a:lnTo>
                    <a:pt x="1820600" y="3511711"/>
                  </a:lnTo>
                  <a:lnTo>
                    <a:pt x="1872269" y="3494203"/>
                  </a:lnTo>
                  <a:lnTo>
                    <a:pt x="1923964" y="3475050"/>
                  </a:lnTo>
                  <a:lnTo>
                    <a:pt x="1976049" y="3454284"/>
                  </a:lnTo>
                  <a:lnTo>
                    <a:pt x="2028738" y="3432000"/>
                  </a:lnTo>
                  <a:lnTo>
                    <a:pt x="2082117" y="3408359"/>
                  </a:lnTo>
                  <a:lnTo>
                    <a:pt x="2136159" y="3383584"/>
                  </a:lnTo>
                  <a:lnTo>
                    <a:pt x="2190739" y="3357961"/>
                  </a:lnTo>
                  <a:lnTo>
                    <a:pt x="2245665" y="3331819"/>
                  </a:lnTo>
                  <a:lnTo>
                    <a:pt x="2300699" y="3305519"/>
                  </a:lnTo>
                  <a:lnTo>
                    <a:pt x="2355589" y="3279429"/>
                  </a:lnTo>
                  <a:lnTo>
                    <a:pt x="2410103" y="3253907"/>
                  </a:lnTo>
                  <a:lnTo>
                    <a:pt x="2464056" y="3229277"/>
                  </a:lnTo>
                  <a:lnTo>
                    <a:pt x="2517337" y="3205816"/>
                  </a:lnTo>
                  <a:lnTo>
                    <a:pt x="2569932" y="3183740"/>
                  </a:lnTo>
                  <a:lnTo>
                    <a:pt x="2621945" y="3163200"/>
                  </a:lnTo>
                  <a:lnTo>
                    <a:pt x="2673610" y="3144280"/>
                  </a:lnTo>
                  <a:lnTo>
                    <a:pt x="2725314" y="3127005"/>
                  </a:lnTo>
                  <a:lnTo>
                    <a:pt x="2770117" y="3113473"/>
                  </a:lnTo>
                  <a:lnTo>
                    <a:pt x="2819764" y="3100100"/>
                  </a:lnTo>
                  <a:lnTo>
                    <a:pt x="2871128" y="3088089"/>
                  </a:lnTo>
                  <a:lnTo>
                    <a:pt x="2925031" y="3077367"/>
                  </a:lnTo>
                  <a:lnTo>
                    <a:pt x="2982394" y="3067814"/>
                  </a:lnTo>
                  <a:lnTo>
                    <a:pt x="3044150" y="3059295"/>
                  </a:lnTo>
                  <a:lnTo>
                    <a:pt x="3111166" y="3051681"/>
                  </a:lnTo>
                  <a:lnTo>
                    <a:pt x="3184135" y="3044858"/>
                  </a:lnTo>
                  <a:lnTo>
                    <a:pt x="3263436" y="3038737"/>
                  </a:lnTo>
                  <a:lnTo>
                    <a:pt x="3348951" y="3033251"/>
                  </a:lnTo>
                  <a:lnTo>
                    <a:pt x="3439843" y="3028363"/>
                  </a:lnTo>
                  <a:lnTo>
                    <a:pt x="3534351" y="3024057"/>
                  </a:lnTo>
                  <a:lnTo>
                    <a:pt x="3629660" y="3020338"/>
                  </a:lnTo>
                  <a:lnTo>
                    <a:pt x="3721963" y="3017219"/>
                  </a:lnTo>
                  <a:lnTo>
                    <a:pt x="3806830" y="3014711"/>
                  </a:lnTo>
                  <a:lnTo>
                    <a:pt x="3879878" y="3012806"/>
                  </a:lnTo>
                  <a:lnTo>
                    <a:pt x="3937660" y="3011467"/>
                  </a:lnTo>
                  <a:lnTo>
                    <a:pt x="3978493" y="3010620"/>
                  </a:lnTo>
                  <a:lnTo>
                    <a:pt x="4002956" y="3010164"/>
                  </a:lnTo>
                  <a:lnTo>
                    <a:pt x="4013945" y="3009979"/>
                  </a:lnTo>
                  <a:lnTo>
                    <a:pt x="4016387" y="3009942"/>
                  </a:lnTo>
                  <a:lnTo>
                    <a:pt x="4016409" y="3009942"/>
                  </a:lnTo>
                  <a:lnTo>
                    <a:pt x="4538543" y="3009942"/>
                  </a:lnTo>
                  <a:lnTo>
                    <a:pt x="4539680" y="3009859"/>
                  </a:lnTo>
                  <a:lnTo>
                    <a:pt x="4547133" y="3009270"/>
                  </a:lnTo>
                  <a:lnTo>
                    <a:pt x="4565835" y="3007642"/>
                  </a:lnTo>
                  <a:lnTo>
                    <a:pt x="4599051" y="3004440"/>
                  </a:lnTo>
                  <a:lnTo>
                    <a:pt x="4648109" y="2999184"/>
                  </a:lnTo>
                  <a:lnTo>
                    <a:pt x="4712302" y="2991499"/>
                  </a:lnTo>
                  <a:lnTo>
                    <a:pt x="4789162" y="2981153"/>
                  </a:lnTo>
                  <a:lnTo>
                    <a:pt x="4875051" y="2968055"/>
                  </a:lnTo>
                  <a:lnTo>
                    <a:pt x="4965913" y="2952215"/>
                  </a:lnTo>
                  <a:lnTo>
                    <a:pt x="5057955" y="2933697"/>
                  </a:lnTo>
                  <a:lnTo>
                    <a:pt x="5148100" y="2912548"/>
                  </a:lnTo>
                  <a:lnTo>
                    <a:pt x="5234179" y="2888761"/>
                  </a:lnTo>
                  <a:lnTo>
                    <a:pt x="5314910" y="2862237"/>
                  </a:lnTo>
                  <a:lnTo>
                    <a:pt x="5389764" y="2832773"/>
                  </a:lnTo>
                  <a:lnTo>
                    <a:pt x="5458774" y="2800054"/>
                  </a:lnTo>
                  <a:lnTo>
                    <a:pt x="5522360" y="2763664"/>
                  </a:lnTo>
                  <a:lnTo>
                    <a:pt x="5581187" y="2723092"/>
                  </a:lnTo>
                  <a:lnTo>
                    <a:pt x="5636049" y="2677768"/>
                  </a:lnTo>
                  <a:lnTo>
                    <a:pt x="5687788" y="2627105"/>
                  </a:lnTo>
                  <a:lnTo>
                    <a:pt x="5737225" y="2570590"/>
                  </a:lnTo>
                  <a:lnTo>
                    <a:pt x="5784835" y="2508285"/>
                  </a:lnTo>
                  <a:lnTo>
                    <a:pt x="5821190" y="2455586"/>
                  </a:lnTo>
                  <a:lnTo>
                    <a:pt x="5857208" y="2399127"/>
                  </a:lnTo>
                  <a:lnTo>
                    <a:pt x="5893096" y="2338832"/>
                  </a:lnTo>
                  <a:lnTo>
                    <a:pt x="5929019" y="2274681"/>
                  </a:lnTo>
                  <a:lnTo>
                    <a:pt x="5965101" y="2206720"/>
                  </a:lnTo>
                  <a:lnTo>
                    <a:pt x="6001431" y="2135062"/>
                  </a:lnTo>
                  <a:lnTo>
                    <a:pt x="6038068" y="2059894"/>
                  </a:lnTo>
                  <a:lnTo>
                    <a:pt x="6075039" y="1981481"/>
                  </a:lnTo>
                  <a:lnTo>
                    <a:pt x="6112344" y="1900159"/>
                  </a:lnTo>
                  <a:lnTo>
                    <a:pt x="6149960" y="1816337"/>
                  </a:lnTo>
                  <a:lnTo>
                    <a:pt x="6187841" y="1730488"/>
                  </a:lnTo>
                  <a:lnTo>
                    <a:pt x="6225927" y="1643138"/>
                  </a:lnTo>
                  <a:lnTo>
                    <a:pt x="6264142" y="1554855"/>
                  </a:lnTo>
                  <a:lnTo>
                    <a:pt x="6302405" y="1466233"/>
                  </a:lnTo>
                  <a:lnTo>
                    <a:pt x="6340632" y="1377874"/>
                  </a:lnTo>
                  <a:lnTo>
                    <a:pt x="6378738" y="1290374"/>
                  </a:lnTo>
                  <a:lnTo>
                    <a:pt x="6416648" y="1204307"/>
                  </a:lnTo>
                  <a:lnTo>
                    <a:pt x="6454300" y="1120202"/>
                  </a:lnTo>
                  <a:lnTo>
                    <a:pt x="6491646" y="1038542"/>
                  </a:lnTo>
                  <a:lnTo>
                    <a:pt x="6528659" y="959743"/>
                  </a:lnTo>
                  <a:lnTo>
                    <a:pt x="6565338" y="884151"/>
                  </a:lnTo>
                  <a:lnTo>
                    <a:pt x="6601704" y="812039"/>
                  </a:lnTo>
                  <a:lnTo>
                    <a:pt x="6637813" y="743605"/>
                  </a:lnTo>
                  <a:lnTo>
                    <a:pt x="6673750" y="678971"/>
                  </a:lnTo>
                  <a:lnTo>
                    <a:pt x="6709634" y="618190"/>
                  </a:lnTo>
                  <a:lnTo>
                    <a:pt x="6745625" y="561252"/>
                  </a:lnTo>
                  <a:lnTo>
                    <a:pt x="6781925" y="508086"/>
                  </a:lnTo>
                  <a:lnTo>
                    <a:pt x="6786527" y="501657"/>
                  </a:lnTo>
                  <a:lnTo>
                    <a:pt x="6834403" y="439025"/>
                  </a:lnTo>
                  <a:lnTo>
                    <a:pt x="6883850" y="382543"/>
                  </a:lnTo>
                  <a:lnTo>
                    <a:pt x="6935604" y="331911"/>
                  </a:lnTo>
                  <a:lnTo>
                    <a:pt x="6990485" y="286615"/>
                  </a:lnTo>
                  <a:lnTo>
                    <a:pt x="7049336" y="246067"/>
                  </a:lnTo>
                  <a:lnTo>
                    <a:pt x="7112951" y="209698"/>
                  </a:lnTo>
                  <a:lnTo>
                    <a:pt x="7181991" y="176998"/>
                  </a:lnTo>
                  <a:lnTo>
                    <a:pt x="7256878" y="147551"/>
                  </a:lnTo>
                  <a:lnTo>
                    <a:pt x="7337641" y="121043"/>
                  </a:lnTo>
                  <a:lnTo>
                    <a:pt x="7423746" y="97270"/>
                  </a:lnTo>
                  <a:lnTo>
                    <a:pt x="7513908" y="76136"/>
                  </a:lnTo>
                  <a:lnTo>
                    <a:pt x="7605953" y="57632"/>
                  </a:lnTo>
                  <a:lnTo>
                    <a:pt x="7696798" y="41807"/>
                  </a:lnTo>
                  <a:lnTo>
                    <a:pt x="7782649" y="28724"/>
                  </a:lnTo>
                  <a:lnTo>
                    <a:pt x="7859449" y="18393"/>
                  </a:lnTo>
                  <a:lnTo>
                    <a:pt x="7923565" y="10722"/>
                  </a:lnTo>
                  <a:lnTo>
                    <a:pt x="7972535" y="5478"/>
                  </a:lnTo>
                  <a:lnTo>
                    <a:pt x="8005667" y="2287"/>
                  </a:lnTo>
                  <a:lnTo>
                    <a:pt x="8024297" y="665"/>
                  </a:lnTo>
                  <a:lnTo>
                    <a:pt x="8031700" y="81"/>
                  </a:lnTo>
                  <a:lnTo>
                    <a:pt x="8032819" y="0"/>
                  </a:lnTo>
                  <a:lnTo>
                    <a:pt x="8554953" y="0"/>
                  </a:lnTo>
                  <a:lnTo>
                    <a:pt x="8554953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702" name="pl1702"/>
            <p:cNvSpPr/>
            <p:nvPr/>
          </p:nvSpPr>
          <p:spPr>
            <a:xfrm>
              <a:off x="386606" y="1767203"/>
              <a:ext cx="8554953" cy="3631131"/>
            </a:xfrm>
            <a:custGeom>
              <a:avLst/>
              <a:pathLst>
                <a:path w="8554953" h="3631131">
                  <a:moveTo>
                    <a:pt x="8554953" y="0"/>
                  </a:moveTo>
                  <a:lnTo>
                    <a:pt x="8032819" y="0"/>
                  </a:lnTo>
                  <a:lnTo>
                    <a:pt x="8031682" y="82"/>
                  </a:lnTo>
                  <a:lnTo>
                    <a:pt x="8024229" y="671"/>
                  </a:lnTo>
                  <a:lnTo>
                    <a:pt x="8005527" y="2300"/>
                  </a:lnTo>
                  <a:lnTo>
                    <a:pt x="7972311" y="5501"/>
                  </a:lnTo>
                  <a:lnTo>
                    <a:pt x="7923253" y="10757"/>
                  </a:lnTo>
                  <a:lnTo>
                    <a:pt x="7859060" y="18442"/>
                  </a:lnTo>
                  <a:lnTo>
                    <a:pt x="7782199" y="28788"/>
                  </a:lnTo>
                  <a:lnTo>
                    <a:pt x="7696311" y="41887"/>
                  </a:lnTo>
                  <a:lnTo>
                    <a:pt x="7605448" y="57726"/>
                  </a:lnTo>
                  <a:lnTo>
                    <a:pt x="7513407" y="76245"/>
                  </a:lnTo>
                  <a:lnTo>
                    <a:pt x="7423262" y="97393"/>
                  </a:lnTo>
                  <a:lnTo>
                    <a:pt x="7337183" y="121180"/>
                  </a:lnTo>
                  <a:lnTo>
                    <a:pt x="7256452" y="147704"/>
                  </a:lnTo>
                  <a:lnTo>
                    <a:pt x="7181598" y="177168"/>
                  </a:lnTo>
                  <a:lnTo>
                    <a:pt x="7112588" y="209887"/>
                  </a:lnTo>
                  <a:lnTo>
                    <a:pt x="7049002" y="246278"/>
                  </a:lnTo>
                  <a:lnTo>
                    <a:pt x="6990175" y="286849"/>
                  </a:lnTo>
                  <a:lnTo>
                    <a:pt x="6935313" y="332174"/>
                  </a:lnTo>
                  <a:lnTo>
                    <a:pt x="6883574" y="382836"/>
                  </a:lnTo>
                  <a:lnTo>
                    <a:pt x="6834137" y="439351"/>
                  </a:lnTo>
                  <a:lnTo>
                    <a:pt x="6786527" y="501657"/>
                  </a:lnTo>
                  <a:lnTo>
                    <a:pt x="6750172" y="554355"/>
                  </a:lnTo>
                  <a:lnTo>
                    <a:pt x="6714154" y="610814"/>
                  </a:lnTo>
                  <a:lnTo>
                    <a:pt x="6678266" y="671109"/>
                  </a:lnTo>
                  <a:lnTo>
                    <a:pt x="6642343" y="735260"/>
                  </a:lnTo>
                  <a:lnTo>
                    <a:pt x="6606261" y="803221"/>
                  </a:lnTo>
                  <a:lnTo>
                    <a:pt x="6569931" y="874879"/>
                  </a:lnTo>
                  <a:lnTo>
                    <a:pt x="6533293" y="950047"/>
                  </a:lnTo>
                  <a:lnTo>
                    <a:pt x="6496323" y="1028460"/>
                  </a:lnTo>
                  <a:lnTo>
                    <a:pt x="6459018" y="1109782"/>
                  </a:lnTo>
                  <a:lnTo>
                    <a:pt x="6421402" y="1193604"/>
                  </a:lnTo>
                  <a:lnTo>
                    <a:pt x="6383521" y="1279453"/>
                  </a:lnTo>
                  <a:lnTo>
                    <a:pt x="6345435" y="1366803"/>
                  </a:lnTo>
                  <a:lnTo>
                    <a:pt x="6307220" y="1455086"/>
                  </a:lnTo>
                  <a:lnTo>
                    <a:pt x="6268957" y="1543709"/>
                  </a:lnTo>
                  <a:lnTo>
                    <a:pt x="6230730" y="1632067"/>
                  </a:lnTo>
                  <a:lnTo>
                    <a:pt x="6192624" y="1719567"/>
                  </a:lnTo>
                  <a:lnTo>
                    <a:pt x="6154713" y="1805635"/>
                  </a:lnTo>
                  <a:lnTo>
                    <a:pt x="6117062" y="1889739"/>
                  </a:lnTo>
                  <a:lnTo>
                    <a:pt x="6079716" y="1971399"/>
                  </a:lnTo>
                  <a:lnTo>
                    <a:pt x="6042703" y="2050199"/>
                  </a:lnTo>
                  <a:lnTo>
                    <a:pt x="6006024" y="2125790"/>
                  </a:lnTo>
                  <a:lnTo>
                    <a:pt x="5969658" y="2197902"/>
                  </a:lnTo>
                  <a:lnTo>
                    <a:pt x="5933549" y="2266337"/>
                  </a:lnTo>
                  <a:lnTo>
                    <a:pt x="5897612" y="2330971"/>
                  </a:lnTo>
                  <a:lnTo>
                    <a:pt x="5861728" y="2391751"/>
                  </a:lnTo>
                  <a:lnTo>
                    <a:pt x="5825737" y="2448689"/>
                  </a:lnTo>
                  <a:lnTo>
                    <a:pt x="5789437" y="2501856"/>
                  </a:lnTo>
                  <a:lnTo>
                    <a:pt x="5784835" y="2508285"/>
                  </a:lnTo>
                  <a:lnTo>
                    <a:pt x="5736959" y="2570916"/>
                  </a:lnTo>
                  <a:lnTo>
                    <a:pt x="5687512" y="2627398"/>
                  </a:lnTo>
                  <a:lnTo>
                    <a:pt x="5635758" y="2678030"/>
                  </a:lnTo>
                  <a:lnTo>
                    <a:pt x="5580876" y="2723326"/>
                  </a:lnTo>
                  <a:lnTo>
                    <a:pt x="5522026" y="2763874"/>
                  </a:lnTo>
                  <a:lnTo>
                    <a:pt x="5458411" y="2800243"/>
                  </a:lnTo>
                  <a:lnTo>
                    <a:pt x="5389371" y="2832943"/>
                  </a:lnTo>
                  <a:lnTo>
                    <a:pt x="5314484" y="2862390"/>
                  </a:lnTo>
                  <a:lnTo>
                    <a:pt x="5233721" y="2888898"/>
                  </a:lnTo>
                  <a:lnTo>
                    <a:pt x="5147616" y="2912671"/>
                  </a:lnTo>
                  <a:lnTo>
                    <a:pt x="5057454" y="2933805"/>
                  </a:lnTo>
                  <a:lnTo>
                    <a:pt x="4965409" y="2952309"/>
                  </a:lnTo>
                  <a:lnTo>
                    <a:pt x="4874564" y="2968134"/>
                  </a:lnTo>
                  <a:lnTo>
                    <a:pt x="4788713" y="2981217"/>
                  </a:lnTo>
                  <a:lnTo>
                    <a:pt x="4711913" y="2991548"/>
                  </a:lnTo>
                  <a:lnTo>
                    <a:pt x="4647797" y="2999219"/>
                  </a:lnTo>
                  <a:lnTo>
                    <a:pt x="4598827" y="3004463"/>
                  </a:lnTo>
                  <a:lnTo>
                    <a:pt x="4565695" y="3007654"/>
                  </a:lnTo>
                  <a:lnTo>
                    <a:pt x="4547065" y="3009276"/>
                  </a:lnTo>
                  <a:lnTo>
                    <a:pt x="4539662" y="3009861"/>
                  </a:lnTo>
                  <a:lnTo>
                    <a:pt x="4538543" y="3009942"/>
                  </a:lnTo>
                  <a:lnTo>
                    <a:pt x="4016409" y="3009942"/>
                  </a:lnTo>
                  <a:lnTo>
                    <a:pt x="4015146" y="3009961"/>
                  </a:lnTo>
                  <a:lnTo>
                    <a:pt x="4006885" y="3010096"/>
                  </a:lnTo>
                  <a:lnTo>
                    <a:pt x="3986232" y="3010471"/>
                  </a:lnTo>
                  <a:lnTo>
                    <a:pt x="3949736" y="3011207"/>
                  </a:lnTo>
                  <a:lnTo>
                    <a:pt x="3896214" y="3012412"/>
                  </a:lnTo>
                  <a:lnTo>
                    <a:pt x="3826800" y="3014167"/>
                  </a:lnTo>
                  <a:lnTo>
                    <a:pt x="3744561" y="3016519"/>
                  </a:lnTo>
                  <a:lnTo>
                    <a:pt x="3653725" y="3019482"/>
                  </a:lnTo>
                  <a:lnTo>
                    <a:pt x="3558790" y="3023049"/>
                  </a:lnTo>
                  <a:lnTo>
                    <a:pt x="3463766" y="3027206"/>
                  </a:lnTo>
                  <a:lnTo>
                    <a:pt x="3371740" y="3031945"/>
                  </a:lnTo>
                  <a:lnTo>
                    <a:pt x="3284737" y="3037275"/>
                  </a:lnTo>
                  <a:lnTo>
                    <a:pt x="3203810" y="3043229"/>
                  </a:lnTo>
                  <a:lnTo>
                    <a:pt x="3129242" y="3049864"/>
                  </a:lnTo>
                  <a:lnTo>
                    <a:pt x="3060759" y="3057266"/>
                  </a:lnTo>
                  <a:lnTo>
                    <a:pt x="2997736" y="3065542"/>
                  </a:lnTo>
                  <a:lnTo>
                    <a:pt x="2939337" y="3074818"/>
                  </a:lnTo>
                  <a:lnTo>
                    <a:pt x="2884638" y="3085228"/>
                  </a:lnTo>
                  <a:lnTo>
                    <a:pt x="2832709" y="3096900"/>
                  </a:lnTo>
                  <a:lnTo>
                    <a:pt x="2782692" y="3109922"/>
                  </a:lnTo>
                  <a:lnTo>
                    <a:pt x="2770117" y="3113473"/>
                  </a:lnTo>
                  <a:lnTo>
                    <a:pt x="2717942" y="3129361"/>
                  </a:lnTo>
                  <a:lnTo>
                    <a:pt x="2666273" y="3146870"/>
                  </a:lnTo>
                  <a:lnTo>
                    <a:pt x="2614578" y="3166022"/>
                  </a:lnTo>
                  <a:lnTo>
                    <a:pt x="2562494" y="3186788"/>
                  </a:lnTo>
                  <a:lnTo>
                    <a:pt x="2509804" y="3209072"/>
                  </a:lnTo>
                  <a:lnTo>
                    <a:pt x="2456425" y="3232714"/>
                  </a:lnTo>
                  <a:lnTo>
                    <a:pt x="2402384" y="3257488"/>
                  </a:lnTo>
                  <a:lnTo>
                    <a:pt x="2347803" y="3283112"/>
                  </a:lnTo>
                  <a:lnTo>
                    <a:pt x="2292877" y="3309253"/>
                  </a:lnTo>
                  <a:lnTo>
                    <a:pt x="2237844" y="3335554"/>
                  </a:lnTo>
                  <a:lnTo>
                    <a:pt x="2182953" y="3361643"/>
                  </a:lnTo>
                  <a:lnTo>
                    <a:pt x="2128439" y="3387165"/>
                  </a:lnTo>
                  <a:lnTo>
                    <a:pt x="2074486" y="3411795"/>
                  </a:lnTo>
                  <a:lnTo>
                    <a:pt x="2021206" y="3435256"/>
                  </a:lnTo>
                  <a:lnTo>
                    <a:pt x="1968610" y="3457332"/>
                  </a:lnTo>
                  <a:lnTo>
                    <a:pt x="1916597" y="3477872"/>
                  </a:lnTo>
                  <a:lnTo>
                    <a:pt x="1864932" y="3496792"/>
                  </a:lnTo>
                  <a:lnTo>
                    <a:pt x="1813228" y="3514068"/>
                  </a:lnTo>
                  <a:lnTo>
                    <a:pt x="1768425" y="3527599"/>
                  </a:lnTo>
                  <a:lnTo>
                    <a:pt x="1718778" y="3540972"/>
                  </a:lnTo>
                  <a:lnTo>
                    <a:pt x="1667414" y="3552983"/>
                  </a:lnTo>
                  <a:lnTo>
                    <a:pt x="1613511" y="3563705"/>
                  </a:lnTo>
                  <a:lnTo>
                    <a:pt x="1556148" y="3573258"/>
                  </a:lnTo>
                  <a:lnTo>
                    <a:pt x="1494392" y="3581777"/>
                  </a:lnTo>
                  <a:lnTo>
                    <a:pt x="1427377" y="3589391"/>
                  </a:lnTo>
                  <a:lnTo>
                    <a:pt x="1354408" y="3596214"/>
                  </a:lnTo>
                  <a:lnTo>
                    <a:pt x="1275106" y="3602336"/>
                  </a:lnTo>
                  <a:lnTo>
                    <a:pt x="1189592" y="3607821"/>
                  </a:lnTo>
                  <a:lnTo>
                    <a:pt x="1098699" y="3612709"/>
                  </a:lnTo>
                  <a:lnTo>
                    <a:pt x="1004191" y="3617015"/>
                  </a:lnTo>
                  <a:lnTo>
                    <a:pt x="908883" y="3620735"/>
                  </a:lnTo>
                  <a:lnTo>
                    <a:pt x="816579" y="3623853"/>
                  </a:lnTo>
                  <a:lnTo>
                    <a:pt x="731712" y="3626361"/>
                  </a:lnTo>
                  <a:lnTo>
                    <a:pt x="658664" y="3628266"/>
                  </a:lnTo>
                  <a:lnTo>
                    <a:pt x="600882" y="3629606"/>
                  </a:lnTo>
                  <a:lnTo>
                    <a:pt x="560049" y="3630452"/>
                  </a:lnTo>
                  <a:lnTo>
                    <a:pt x="535586" y="3630908"/>
                  </a:lnTo>
                  <a:lnTo>
                    <a:pt x="524598" y="3631093"/>
                  </a:lnTo>
                  <a:lnTo>
                    <a:pt x="522155" y="3631130"/>
                  </a:lnTo>
                  <a:lnTo>
                    <a:pt x="522133" y="3631131"/>
                  </a:lnTo>
                  <a:lnTo>
                    <a:pt x="0" y="3631131"/>
                  </a:lnTo>
                  <a:lnTo>
                    <a:pt x="0" y="3631131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703" name="pg1703"/>
            <p:cNvSpPr/>
            <p:nvPr/>
          </p:nvSpPr>
          <p:spPr>
            <a:xfrm>
              <a:off x="386606" y="4839265"/>
              <a:ext cx="8554953" cy="576011"/>
            </a:xfrm>
            <a:custGeom>
              <a:avLst/>
              <a:pathLst>
                <a:path w="8554953" h="576011">
                  <a:moveTo>
                    <a:pt x="0" y="576011"/>
                  </a:moveTo>
                  <a:lnTo>
                    <a:pt x="522133" y="576011"/>
                  </a:lnTo>
                  <a:lnTo>
                    <a:pt x="523402" y="576004"/>
                  </a:lnTo>
                  <a:lnTo>
                    <a:pt x="531697" y="575950"/>
                  </a:lnTo>
                  <a:lnTo>
                    <a:pt x="552434" y="575803"/>
                  </a:lnTo>
                  <a:lnTo>
                    <a:pt x="589068" y="575514"/>
                  </a:lnTo>
                  <a:lnTo>
                    <a:pt x="642779" y="575041"/>
                  </a:lnTo>
                  <a:lnTo>
                    <a:pt x="712411" y="574352"/>
                  </a:lnTo>
                  <a:lnTo>
                    <a:pt x="794872" y="573429"/>
                  </a:lnTo>
                  <a:lnTo>
                    <a:pt x="885908" y="572267"/>
                  </a:lnTo>
                  <a:lnTo>
                    <a:pt x="981006" y="570867"/>
                  </a:lnTo>
                  <a:lnTo>
                    <a:pt x="1076144" y="569237"/>
                  </a:lnTo>
                  <a:lnTo>
                    <a:pt x="1168240" y="567378"/>
                  </a:lnTo>
                  <a:lnTo>
                    <a:pt x="1255274" y="565288"/>
                  </a:lnTo>
                  <a:lnTo>
                    <a:pt x="1336203" y="562952"/>
                  </a:lnTo>
                  <a:lnTo>
                    <a:pt x="1410757" y="560349"/>
                  </a:lnTo>
                  <a:lnTo>
                    <a:pt x="1479216" y="557444"/>
                  </a:lnTo>
                  <a:lnTo>
                    <a:pt x="1542217" y="554196"/>
                  </a:lnTo>
                  <a:lnTo>
                    <a:pt x="1600601" y="550555"/>
                  </a:lnTo>
                  <a:lnTo>
                    <a:pt x="1655297" y="546468"/>
                  </a:lnTo>
                  <a:lnTo>
                    <a:pt x="1707240" y="541885"/>
                  </a:lnTo>
                  <a:lnTo>
                    <a:pt x="1757286" y="536771"/>
                  </a:lnTo>
                  <a:lnTo>
                    <a:pt x="1768425" y="535540"/>
                  </a:lnTo>
                  <a:lnTo>
                    <a:pt x="1822338" y="529110"/>
                  </a:lnTo>
                  <a:lnTo>
                    <a:pt x="1875732" y="522002"/>
                  </a:lnTo>
                  <a:lnTo>
                    <a:pt x="1929184" y="514209"/>
                  </a:lnTo>
                  <a:lnTo>
                    <a:pt x="1983082" y="505744"/>
                  </a:lnTo>
                  <a:lnTo>
                    <a:pt x="2037644" y="496654"/>
                  </a:lnTo>
                  <a:lnTo>
                    <a:pt x="2092946" y="487010"/>
                  </a:lnTo>
                  <a:lnTo>
                    <a:pt x="2148936" y="476916"/>
                  </a:lnTo>
                  <a:lnTo>
                    <a:pt x="2205458" y="466498"/>
                  </a:lnTo>
                  <a:lnTo>
                    <a:pt x="2262284" y="455903"/>
                  </a:lnTo>
                  <a:lnTo>
                    <a:pt x="2319144" y="445288"/>
                  </a:lnTo>
                  <a:lnTo>
                    <a:pt x="2375764" y="434812"/>
                  </a:lnTo>
                  <a:lnTo>
                    <a:pt x="2431902" y="424626"/>
                  </a:lnTo>
                  <a:lnTo>
                    <a:pt x="2487382" y="414861"/>
                  </a:lnTo>
                  <a:lnTo>
                    <a:pt x="2542124" y="405626"/>
                  </a:lnTo>
                  <a:lnTo>
                    <a:pt x="2596171" y="397003"/>
                  </a:lnTo>
                  <a:lnTo>
                    <a:pt x="2649703" y="389042"/>
                  </a:lnTo>
                  <a:lnTo>
                    <a:pt x="2703066" y="381766"/>
                  </a:lnTo>
                  <a:lnTo>
                    <a:pt x="2756786" y="375172"/>
                  </a:lnTo>
                  <a:lnTo>
                    <a:pt x="2770117" y="373654"/>
                  </a:lnTo>
                  <a:lnTo>
                    <a:pt x="2819838" y="368419"/>
                  </a:lnTo>
                  <a:lnTo>
                    <a:pt x="2871281" y="363718"/>
                  </a:lnTo>
                  <a:lnTo>
                    <a:pt x="2925274" y="359522"/>
                  </a:lnTo>
                  <a:lnTo>
                    <a:pt x="2982740" y="355785"/>
                  </a:lnTo>
                  <a:lnTo>
                    <a:pt x="3044618" y="352452"/>
                  </a:lnTo>
                  <a:lnTo>
                    <a:pt x="3111777" y="349474"/>
                  </a:lnTo>
                  <a:lnTo>
                    <a:pt x="3184911" y="346806"/>
                  </a:lnTo>
                  <a:lnTo>
                    <a:pt x="3264398" y="344412"/>
                  </a:lnTo>
                  <a:lnTo>
                    <a:pt x="3350110" y="342268"/>
                  </a:lnTo>
                  <a:lnTo>
                    <a:pt x="3441199" y="340357"/>
                  </a:lnTo>
                  <a:lnTo>
                    <a:pt x="3535881" y="338675"/>
                  </a:lnTo>
                  <a:lnTo>
                    <a:pt x="3631311" y="337223"/>
                  </a:lnTo>
                  <a:lnTo>
                    <a:pt x="3723654" y="336006"/>
                  </a:lnTo>
                  <a:lnTo>
                    <a:pt x="3808452" y="335029"/>
                  </a:lnTo>
                  <a:lnTo>
                    <a:pt x="3881314" y="334289"/>
                  </a:lnTo>
                  <a:lnTo>
                    <a:pt x="3938808" y="333769"/>
                  </a:lnTo>
                  <a:lnTo>
                    <a:pt x="3979289" y="333442"/>
                  </a:lnTo>
                  <a:lnTo>
                    <a:pt x="4003399" y="333267"/>
                  </a:lnTo>
                  <a:lnTo>
                    <a:pt x="4014100" y="333196"/>
                  </a:lnTo>
                  <a:lnTo>
                    <a:pt x="4016409" y="333183"/>
                  </a:lnTo>
                  <a:lnTo>
                    <a:pt x="4538543" y="333183"/>
                  </a:lnTo>
                  <a:lnTo>
                    <a:pt x="4539811" y="333173"/>
                  </a:lnTo>
                  <a:lnTo>
                    <a:pt x="4548101" y="333101"/>
                  </a:lnTo>
                  <a:lnTo>
                    <a:pt x="4568825" y="332902"/>
                  </a:lnTo>
                  <a:lnTo>
                    <a:pt x="4605439" y="332513"/>
                  </a:lnTo>
                  <a:lnTo>
                    <a:pt x="4659122" y="331875"/>
                  </a:lnTo>
                  <a:lnTo>
                    <a:pt x="4728721" y="330947"/>
                  </a:lnTo>
                  <a:lnTo>
                    <a:pt x="4811150" y="329702"/>
                  </a:lnTo>
                  <a:lnTo>
                    <a:pt x="4902156" y="328135"/>
                  </a:lnTo>
                  <a:lnTo>
                    <a:pt x="4997230" y="326249"/>
                  </a:lnTo>
                  <a:lnTo>
                    <a:pt x="5092351" y="324050"/>
                  </a:lnTo>
                  <a:lnTo>
                    <a:pt x="5184437" y="321545"/>
                  </a:lnTo>
                  <a:lnTo>
                    <a:pt x="5271466" y="318726"/>
                  </a:lnTo>
                  <a:lnTo>
                    <a:pt x="5352395" y="315578"/>
                  </a:lnTo>
                  <a:lnTo>
                    <a:pt x="5426951" y="312068"/>
                  </a:lnTo>
                  <a:lnTo>
                    <a:pt x="5495413" y="308153"/>
                  </a:lnTo>
                  <a:lnTo>
                    <a:pt x="5558418" y="303774"/>
                  </a:lnTo>
                  <a:lnTo>
                    <a:pt x="5616804" y="298866"/>
                  </a:lnTo>
                  <a:lnTo>
                    <a:pt x="5671501" y="293356"/>
                  </a:lnTo>
                  <a:lnTo>
                    <a:pt x="5723441" y="287178"/>
                  </a:lnTo>
                  <a:lnTo>
                    <a:pt x="5773483" y="280286"/>
                  </a:lnTo>
                  <a:lnTo>
                    <a:pt x="5784835" y="278593"/>
                  </a:lnTo>
                  <a:lnTo>
                    <a:pt x="5838473" y="269967"/>
                  </a:lnTo>
                  <a:lnTo>
                    <a:pt x="5891593" y="260437"/>
                  </a:lnTo>
                  <a:lnTo>
                    <a:pt x="5944766" y="249991"/>
                  </a:lnTo>
                  <a:lnTo>
                    <a:pt x="5998376" y="238648"/>
                  </a:lnTo>
                  <a:lnTo>
                    <a:pt x="6052641" y="226468"/>
                  </a:lnTo>
                  <a:lnTo>
                    <a:pt x="6107637" y="213547"/>
                  </a:lnTo>
                  <a:lnTo>
                    <a:pt x="6163318" y="200018"/>
                  </a:lnTo>
                  <a:lnTo>
                    <a:pt x="6219532" y="186052"/>
                  </a:lnTo>
                  <a:lnTo>
                    <a:pt x="6276058" y="171840"/>
                  </a:lnTo>
                  <a:lnTo>
                    <a:pt x="6332631" y="157593"/>
                  </a:lnTo>
                  <a:lnTo>
                    <a:pt x="6388979" y="143520"/>
                  </a:lnTo>
                  <a:lnTo>
                    <a:pt x="6444862" y="129823"/>
                  </a:lnTo>
                  <a:lnTo>
                    <a:pt x="6500102" y="116678"/>
                  </a:lnTo>
                  <a:lnTo>
                    <a:pt x="6554614" y="104233"/>
                  </a:lnTo>
                  <a:lnTo>
                    <a:pt x="6608429" y="92597"/>
                  </a:lnTo>
                  <a:lnTo>
                    <a:pt x="6661717" y="81842"/>
                  </a:lnTo>
                  <a:lnTo>
                    <a:pt x="6714801" y="72000"/>
                  </a:lnTo>
                  <a:lnTo>
                    <a:pt x="6768186" y="63070"/>
                  </a:lnTo>
                  <a:lnTo>
                    <a:pt x="6786527" y="60236"/>
                  </a:lnTo>
                  <a:lnTo>
                    <a:pt x="6836237" y="53176"/>
                  </a:lnTo>
                  <a:lnTo>
                    <a:pt x="6887668" y="46837"/>
                  </a:lnTo>
                  <a:lnTo>
                    <a:pt x="6941648" y="41178"/>
                  </a:lnTo>
                  <a:lnTo>
                    <a:pt x="6999099" y="36138"/>
                  </a:lnTo>
                  <a:lnTo>
                    <a:pt x="7060959" y="31643"/>
                  </a:lnTo>
                  <a:lnTo>
                    <a:pt x="7128096" y="27626"/>
                  </a:lnTo>
                  <a:lnTo>
                    <a:pt x="7201206" y="24028"/>
                  </a:lnTo>
                  <a:lnTo>
                    <a:pt x="7280665" y="20799"/>
                  </a:lnTo>
                  <a:lnTo>
                    <a:pt x="7366348" y="17907"/>
                  </a:lnTo>
                  <a:lnTo>
                    <a:pt x="7457408" y="15330"/>
                  </a:lnTo>
                  <a:lnTo>
                    <a:pt x="7552064" y="13060"/>
                  </a:lnTo>
                  <a:lnTo>
                    <a:pt x="7647476" y="11101"/>
                  </a:lnTo>
                  <a:lnTo>
                    <a:pt x="7739814" y="9460"/>
                  </a:lnTo>
                  <a:lnTo>
                    <a:pt x="7824622" y="8141"/>
                  </a:lnTo>
                  <a:lnTo>
                    <a:pt x="7897512" y="7141"/>
                  </a:lnTo>
                  <a:lnTo>
                    <a:pt x="7955048" y="6439"/>
                  </a:lnTo>
                  <a:lnTo>
                    <a:pt x="7995581" y="5997"/>
                  </a:lnTo>
                  <a:lnTo>
                    <a:pt x="8019744" y="5761"/>
                  </a:lnTo>
                  <a:lnTo>
                    <a:pt x="8030488" y="5665"/>
                  </a:lnTo>
                  <a:lnTo>
                    <a:pt x="8032819" y="5647"/>
                  </a:lnTo>
                  <a:lnTo>
                    <a:pt x="8554953" y="5647"/>
                  </a:lnTo>
                  <a:lnTo>
                    <a:pt x="8554953" y="0"/>
                  </a:lnTo>
                  <a:lnTo>
                    <a:pt x="8032819" y="0"/>
                  </a:lnTo>
                  <a:lnTo>
                    <a:pt x="8031551" y="10"/>
                  </a:lnTo>
                  <a:lnTo>
                    <a:pt x="8023261" y="81"/>
                  </a:lnTo>
                  <a:lnTo>
                    <a:pt x="8002536" y="280"/>
                  </a:lnTo>
                  <a:lnTo>
                    <a:pt x="7965923" y="669"/>
                  </a:lnTo>
                  <a:lnTo>
                    <a:pt x="7912240" y="1307"/>
                  </a:lnTo>
                  <a:lnTo>
                    <a:pt x="7842641" y="2235"/>
                  </a:lnTo>
                  <a:lnTo>
                    <a:pt x="7760212" y="3480"/>
                  </a:lnTo>
                  <a:lnTo>
                    <a:pt x="7669206" y="5047"/>
                  </a:lnTo>
                  <a:lnTo>
                    <a:pt x="7574132" y="6934"/>
                  </a:lnTo>
                  <a:lnTo>
                    <a:pt x="7479011" y="9132"/>
                  </a:lnTo>
                  <a:lnTo>
                    <a:pt x="7386925" y="11638"/>
                  </a:lnTo>
                  <a:lnTo>
                    <a:pt x="7299896" y="14456"/>
                  </a:lnTo>
                  <a:lnTo>
                    <a:pt x="7218967" y="17604"/>
                  </a:lnTo>
                  <a:lnTo>
                    <a:pt x="7144411" y="21114"/>
                  </a:lnTo>
                  <a:lnTo>
                    <a:pt x="7075949" y="25029"/>
                  </a:lnTo>
                  <a:lnTo>
                    <a:pt x="7012944" y="29408"/>
                  </a:lnTo>
                  <a:lnTo>
                    <a:pt x="6954558" y="34316"/>
                  </a:lnTo>
                  <a:lnTo>
                    <a:pt x="6899861" y="39826"/>
                  </a:lnTo>
                  <a:lnTo>
                    <a:pt x="6847921" y="46004"/>
                  </a:lnTo>
                  <a:lnTo>
                    <a:pt x="6797879" y="52896"/>
                  </a:lnTo>
                  <a:lnTo>
                    <a:pt x="6786527" y="54589"/>
                  </a:lnTo>
                  <a:lnTo>
                    <a:pt x="6732889" y="63215"/>
                  </a:lnTo>
                  <a:lnTo>
                    <a:pt x="6679769" y="72745"/>
                  </a:lnTo>
                  <a:lnTo>
                    <a:pt x="6626596" y="83192"/>
                  </a:lnTo>
                  <a:lnTo>
                    <a:pt x="6572986" y="94534"/>
                  </a:lnTo>
                  <a:lnTo>
                    <a:pt x="6518721" y="106714"/>
                  </a:lnTo>
                  <a:lnTo>
                    <a:pt x="6463724" y="119636"/>
                  </a:lnTo>
                  <a:lnTo>
                    <a:pt x="6408044" y="133164"/>
                  </a:lnTo>
                  <a:lnTo>
                    <a:pt x="6351830" y="147130"/>
                  </a:lnTo>
                  <a:lnTo>
                    <a:pt x="6295304" y="161342"/>
                  </a:lnTo>
                  <a:lnTo>
                    <a:pt x="6238731" y="175589"/>
                  </a:lnTo>
                  <a:lnTo>
                    <a:pt x="6182383" y="189662"/>
                  </a:lnTo>
                  <a:lnTo>
                    <a:pt x="6126500" y="203360"/>
                  </a:lnTo>
                  <a:lnTo>
                    <a:pt x="6071260" y="216504"/>
                  </a:lnTo>
                  <a:lnTo>
                    <a:pt x="6016748" y="228949"/>
                  </a:lnTo>
                  <a:lnTo>
                    <a:pt x="5962932" y="240585"/>
                  </a:lnTo>
                  <a:lnTo>
                    <a:pt x="5909645" y="251340"/>
                  </a:lnTo>
                  <a:lnTo>
                    <a:pt x="5856561" y="261182"/>
                  </a:lnTo>
                  <a:lnTo>
                    <a:pt x="5803176" y="270112"/>
                  </a:lnTo>
                  <a:lnTo>
                    <a:pt x="5784835" y="272946"/>
                  </a:lnTo>
                  <a:lnTo>
                    <a:pt x="5735125" y="280006"/>
                  </a:lnTo>
                  <a:lnTo>
                    <a:pt x="5683694" y="286345"/>
                  </a:lnTo>
                  <a:lnTo>
                    <a:pt x="5629714" y="292004"/>
                  </a:lnTo>
                  <a:lnTo>
                    <a:pt x="5572263" y="297044"/>
                  </a:lnTo>
                  <a:lnTo>
                    <a:pt x="5510403" y="301539"/>
                  </a:lnTo>
                  <a:lnTo>
                    <a:pt x="5443266" y="305556"/>
                  </a:lnTo>
                  <a:lnTo>
                    <a:pt x="5370156" y="309154"/>
                  </a:lnTo>
                  <a:lnTo>
                    <a:pt x="5290697" y="312383"/>
                  </a:lnTo>
                  <a:lnTo>
                    <a:pt x="5205014" y="315275"/>
                  </a:lnTo>
                  <a:lnTo>
                    <a:pt x="5113954" y="317852"/>
                  </a:lnTo>
                  <a:lnTo>
                    <a:pt x="5019298" y="320122"/>
                  </a:lnTo>
                  <a:lnTo>
                    <a:pt x="4923886" y="322081"/>
                  </a:lnTo>
                  <a:lnTo>
                    <a:pt x="4831548" y="323722"/>
                  </a:lnTo>
                  <a:lnTo>
                    <a:pt x="4746740" y="325041"/>
                  </a:lnTo>
                  <a:lnTo>
                    <a:pt x="4673850" y="326041"/>
                  </a:lnTo>
                  <a:lnTo>
                    <a:pt x="4616314" y="326743"/>
                  </a:lnTo>
                  <a:lnTo>
                    <a:pt x="4575780" y="327185"/>
                  </a:lnTo>
                  <a:lnTo>
                    <a:pt x="4551618" y="327422"/>
                  </a:lnTo>
                  <a:lnTo>
                    <a:pt x="4540874" y="327517"/>
                  </a:lnTo>
                  <a:lnTo>
                    <a:pt x="4538543" y="327535"/>
                  </a:lnTo>
                  <a:lnTo>
                    <a:pt x="4016409" y="327535"/>
                  </a:lnTo>
                  <a:lnTo>
                    <a:pt x="4015140" y="327543"/>
                  </a:lnTo>
                  <a:lnTo>
                    <a:pt x="4006845" y="327596"/>
                  </a:lnTo>
                  <a:lnTo>
                    <a:pt x="3986108" y="327743"/>
                  </a:lnTo>
                  <a:lnTo>
                    <a:pt x="3949474" y="328032"/>
                  </a:lnTo>
                  <a:lnTo>
                    <a:pt x="3895764" y="328505"/>
                  </a:lnTo>
                  <a:lnTo>
                    <a:pt x="3826132" y="329194"/>
                  </a:lnTo>
                  <a:lnTo>
                    <a:pt x="3743670" y="330117"/>
                  </a:lnTo>
                  <a:lnTo>
                    <a:pt x="3652634" y="331280"/>
                  </a:lnTo>
                  <a:lnTo>
                    <a:pt x="3557536" y="332679"/>
                  </a:lnTo>
                  <a:lnTo>
                    <a:pt x="3462398" y="334310"/>
                  </a:lnTo>
                  <a:lnTo>
                    <a:pt x="3370302" y="336168"/>
                  </a:lnTo>
                  <a:lnTo>
                    <a:pt x="3283268" y="338259"/>
                  </a:lnTo>
                  <a:lnTo>
                    <a:pt x="3202339" y="340594"/>
                  </a:lnTo>
                  <a:lnTo>
                    <a:pt x="3127786" y="343197"/>
                  </a:lnTo>
                  <a:lnTo>
                    <a:pt x="3059327" y="346102"/>
                  </a:lnTo>
                  <a:lnTo>
                    <a:pt x="2996325" y="349350"/>
                  </a:lnTo>
                  <a:lnTo>
                    <a:pt x="2937941" y="352991"/>
                  </a:lnTo>
                  <a:lnTo>
                    <a:pt x="2883245" y="357079"/>
                  </a:lnTo>
                  <a:lnTo>
                    <a:pt x="2831302" y="361662"/>
                  </a:lnTo>
                  <a:lnTo>
                    <a:pt x="2781256" y="366775"/>
                  </a:lnTo>
                  <a:lnTo>
                    <a:pt x="2770117" y="368007"/>
                  </a:lnTo>
                  <a:lnTo>
                    <a:pt x="2716204" y="374437"/>
                  </a:lnTo>
                  <a:lnTo>
                    <a:pt x="2662810" y="381544"/>
                  </a:lnTo>
                  <a:lnTo>
                    <a:pt x="2609358" y="389338"/>
                  </a:lnTo>
                  <a:lnTo>
                    <a:pt x="2555460" y="397802"/>
                  </a:lnTo>
                  <a:lnTo>
                    <a:pt x="2500898" y="406893"/>
                  </a:lnTo>
                  <a:lnTo>
                    <a:pt x="2445596" y="416536"/>
                  </a:lnTo>
                  <a:lnTo>
                    <a:pt x="2389607" y="426631"/>
                  </a:lnTo>
                  <a:lnTo>
                    <a:pt x="2333085" y="437049"/>
                  </a:lnTo>
                  <a:lnTo>
                    <a:pt x="2276258" y="447644"/>
                  </a:lnTo>
                  <a:lnTo>
                    <a:pt x="2219398" y="458258"/>
                  </a:lnTo>
                  <a:lnTo>
                    <a:pt x="2162778" y="468734"/>
                  </a:lnTo>
                  <a:lnTo>
                    <a:pt x="2106640" y="478921"/>
                  </a:lnTo>
                  <a:lnTo>
                    <a:pt x="2051160" y="488685"/>
                  </a:lnTo>
                  <a:lnTo>
                    <a:pt x="1996418" y="497920"/>
                  </a:lnTo>
                  <a:lnTo>
                    <a:pt x="1942372" y="506543"/>
                  </a:lnTo>
                  <a:lnTo>
                    <a:pt x="1888839" y="514504"/>
                  </a:lnTo>
                  <a:lnTo>
                    <a:pt x="1835476" y="521780"/>
                  </a:lnTo>
                  <a:lnTo>
                    <a:pt x="1781756" y="528374"/>
                  </a:lnTo>
                  <a:lnTo>
                    <a:pt x="1768425" y="529892"/>
                  </a:lnTo>
                  <a:lnTo>
                    <a:pt x="1718704" y="535127"/>
                  </a:lnTo>
                  <a:lnTo>
                    <a:pt x="1667261" y="539828"/>
                  </a:lnTo>
                  <a:lnTo>
                    <a:pt x="1613268" y="544024"/>
                  </a:lnTo>
                  <a:lnTo>
                    <a:pt x="1555802" y="547761"/>
                  </a:lnTo>
                  <a:lnTo>
                    <a:pt x="1493924" y="551094"/>
                  </a:lnTo>
                  <a:lnTo>
                    <a:pt x="1426765" y="554072"/>
                  </a:lnTo>
                  <a:lnTo>
                    <a:pt x="1353631" y="556740"/>
                  </a:lnTo>
                  <a:lnTo>
                    <a:pt x="1274144" y="559134"/>
                  </a:lnTo>
                  <a:lnTo>
                    <a:pt x="1188432" y="561278"/>
                  </a:lnTo>
                  <a:lnTo>
                    <a:pt x="1097343" y="563189"/>
                  </a:lnTo>
                  <a:lnTo>
                    <a:pt x="1002661" y="564871"/>
                  </a:lnTo>
                  <a:lnTo>
                    <a:pt x="907231" y="566323"/>
                  </a:lnTo>
                  <a:lnTo>
                    <a:pt x="814888" y="567540"/>
                  </a:lnTo>
                  <a:lnTo>
                    <a:pt x="730090" y="568517"/>
                  </a:lnTo>
                  <a:lnTo>
                    <a:pt x="657228" y="569258"/>
                  </a:lnTo>
                  <a:lnTo>
                    <a:pt x="599735" y="569777"/>
                  </a:lnTo>
                  <a:lnTo>
                    <a:pt x="559253" y="570105"/>
                  </a:lnTo>
                  <a:lnTo>
                    <a:pt x="535143" y="570280"/>
                  </a:lnTo>
                  <a:lnTo>
                    <a:pt x="524442" y="570350"/>
                  </a:lnTo>
                  <a:lnTo>
                    <a:pt x="522133" y="570364"/>
                  </a:lnTo>
                  <a:lnTo>
                    <a:pt x="0" y="570364"/>
                  </a:lnTo>
                  <a:close/>
                </a:path>
              </a:pathLst>
            </a:custGeom>
            <a:solidFill>
              <a:srgbClr val="9E9E9E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1704" name="pl1704"/>
            <p:cNvSpPr/>
            <p:nvPr/>
          </p:nvSpPr>
          <p:spPr>
            <a:xfrm>
              <a:off x="386606" y="4844912"/>
              <a:ext cx="8554953" cy="570364"/>
            </a:xfrm>
            <a:custGeom>
              <a:avLst/>
              <a:pathLst>
                <a:path w="8554953" h="570364">
                  <a:moveTo>
                    <a:pt x="0" y="570364"/>
                  </a:moveTo>
                  <a:lnTo>
                    <a:pt x="522133" y="570364"/>
                  </a:lnTo>
                  <a:lnTo>
                    <a:pt x="523402" y="570356"/>
                  </a:lnTo>
                  <a:lnTo>
                    <a:pt x="531697" y="570303"/>
                  </a:lnTo>
                  <a:lnTo>
                    <a:pt x="552434" y="570156"/>
                  </a:lnTo>
                  <a:lnTo>
                    <a:pt x="589068" y="569867"/>
                  </a:lnTo>
                  <a:lnTo>
                    <a:pt x="642779" y="569394"/>
                  </a:lnTo>
                  <a:lnTo>
                    <a:pt x="712411" y="568705"/>
                  </a:lnTo>
                  <a:lnTo>
                    <a:pt x="794872" y="567782"/>
                  </a:lnTo>
                  <a:lnTo>
                    <a:pt x="885908" y="566619"/>
                  </a:lnTo>
                  <a:lnTo>
                    <a:pt x="981006" y="565220"/>
                  </a:lnTo>
                  <a:lnTo>
                    <a:pt x="1076144" y="563590"/>
                  </a:lnTo>
                  <a:lnTo>
                    <a:pt x="1168240" y="561731"/>
                  </a:lnTo>
                  <a:lnTo>
                    <a:pt x="1255274" y="559640"/>
                  </a:lnTo>
                  <a:lnTo>
                    <a:pt x="1336203" y="557305"/>
                  </a:lnTo>
                  <a:lnTo>
                    <a:pt x="1410757" y="554702"/>
                  </a:lnTo>
                  <a:lnTo>
                    <a:pt x="1479216" y="551797"/>
                  </a:lnTo>
                  <a:lnTo>
                    <a:pt x="1542217" y="548549"/>
                  </a:lnTo>
                  <a:lnTo>
                    <a:pt x="1600601" y="544908"/>
                  </a:lnTo>
                  <a:lnTo>
                    <a:pt x="1655297" y="540821"/>
                  </a:lnTo>
                  <a:lnTo>
                    <a:pt x="1707240" y="536237"/>
                  </a:lnTo>
                  <a:lnTo>
                    <a:pt x="1757286" y="531124"/>
                  </a:lnTo>
                  <a:lnTo>
                    <a:pt x="1768425" y="529892"/>
                  </a:lnTo>
                  <a:lnTo>
                    <a:pt x="1822338" y="523462"/>
                  </a:lnTo>
                  <a:lnTo>
                    <a:pt x="1875732" y="516355"/>
                  </a:lnTo>
                  <a:lnTo>
                    <a:pt x="1929184" y="508561"/>
                  </a:lnTo>
                  <a:lnTo>
                    <a:pt x="1983082" y="500097"/>
                  </a:lnTo>
                  <a:lnTo>
                    <a:pt x="2037644" y="491007"/>
                  </a:lnTo>
                  <a:lnTo>
                    <a:pt x="2092946" y="481363"/>
                  </a:lnTo>
                  <a:lnTo>
                    <a:pt x="2148936" y="471268"/>
                  </a:lnTo>
                  <a:lnTo>
                    <a:pt x="2205458" y="460850"/>
                  </a:lnTo>
                  <a:lnTo>
                    <a:pt x="2262284" y="450255"/>
                  </a:lnTo>
                  <a:lnTo>
                    <a:pt x="2319144" y="439641"/>
                  </a:lnTo>
                  <a:lnTo>
                    <a:pt x="2375764" y="429165"/>
                  </a:lnTo>
                  <a:lnTo>
                    <a:pt x="2431902" y="418979"/>
                  </a:lnTo>
                  <a:lnTo>
                    <a:pt x="2487382" y="409214"/>
                  </a:lnTo>
                  <a:lnTo>
                    <a:pt x="2542124" y="399979"/>
                  </a:lnTo>
                  <a:lnTo>
                    <a:pt x="2596171" y="391356"/>
                  </a:lnTo>
                  <a:lnTo>
                    <a:pt x="2649703" y="383395"/>
                  </a:lnTo>
                  <a:lnTo>
                    <a:pt x="2703066" y="376119"/>
                  </a:lnTo>
                  <a:lnTo>
                    <a:pt x="2756786" y="369525"/>
                  </a:lnTo>
                  <a:lnTo>
                    <a:pt x="2770117" y="368007"/>
                  </a:lnTo>
                  <a:lnTo>
                    <a:pt x="2819838" y="362772"/>
                  </a:lnTo>
                  <a:lnTo>
                    <a:pt x="2871281" y="358071"/>
                  </a:lnTo>
                  <a:lnTo>
                    <a:pt x="2925274" y="353875"/>
                  </a:lnTo>
                  <a:lnTo>
                    <a:pt x="2982740" y="350138"/>
                  </a:lnTo>
                  <a:lnTo>
                    <a:pt x="3044618" y="346805"/>
                  </a:lnTo>
                  <a:lnTo>
                    <a:pt x="3111777" y="343827"/>
                  </a:lnTo>
                  <a:lnTo>
                    <a:pt x="3184911" y="341159"/>
                  </a:lnTo>
                  <a:lnTo>
                    <a:pt x="3264398" y="338765"/>
                  </a:lnTo>
                  <a:lnTo>
                    <a:pt x="3350110" y="336621"/>
                  </a:lnTo>
                  <a:lnTo>
                    <a:pt x="3441199" y="334710"/>
                  </a:lnTo>
                  <a:lnTo>
                    <a:pt x="3535881" y="333028"/>
                  </a:lnTo>
                  <a:lnTo>
                    <a:pt x="3631311" y="331576"/>
                  </a:lnTo>
                  <a:lnTo>
                    <a:pt x="3723654" y="330359"/>
                  </a:lnTo>
                  <a:lnTo>
                    <a:pt x="3808452" y="329382"/>
                  </a:lnTo>
                  <a:lnTo>
                    <a:pt x="3881314" y="328641"/>
                  </a:lnTo>
                  <a:lnTo>
                    <a:pt x="3938808" y="328122"/>
                  </a:lnTo>
                  <a:lnTo>
                    <a:pt x="3979289" y="327795"/>
                  </a:lnTo>
                  <a:lnTo>
                    <a:pt x="4003399" y="327619"/>
                  </a:lnTo>
                  <a:lnTo>
                    <a:pt x="4014100" y="327549"/>
                  </a:lnTo>
                  <a:lnTo>
                    <a:pt x="4016394" y="327536"/>
                  </a:lnTo>
                  <a:lnTo>
                    <a:pt x="4016409" y="327535"/>
                  </a:lnTo>
                  <a:lnTo>
                    <a:pt x="4538543" y="327535"/>
                  </a:lnTo>
                  <a:lnTo>
                    <a:pt x="4539811" y="327525"/>
                  </a:lnTo>
                  <a:lnTo>
                    <a:pt x="4548101" y="327454"/>
                  </a:lnTo>
                  <a:lnTo>
                    <a:pt x="4568825" y="327255"/>
                  </a:lnTo>
                  <a:lnTo>
                    <a:pt x="4605439" y="326866"/>
                  </a:lnTo>
                  <a:lnTo>
                    <a:pt x="4659122" y="326228"/>
                  </a:lnTo>
                  <a:lnTo>
                    <a:pt x="4728721" y="325299"/>
                  </a:lnTo>
                  <a:lnTo>
                    <a:pt x="4811150" y="324055"/>
                  </a:lnTo>
                  <a:lnTo>
                    <a:pt x="4902156" y="322488"/>
                  </a:lnTo>
                  <a:lnTo>
                    <a:pt x="4997230" y="320601"/>
                  </a:lnTo>
                  <a:lnTo>
                    <a:pt x="5092351" y="318403"/>
                  </a:lnTo>
                  <a:lnTo>
                    <a:pt x="5184437" y="315897"/>
                  </a:lnTo>
                  <a:lnTo>
                    <a:pt x="5271466" y="313079"/>
                  </a:lnTo>
                  <a:lnTo>
                    <a:pt x="5352395" y="309931"/>
                  </a:lnTo>
                  <a:lnTo>
                    <a:pt x="5426951" y="306421"/>
                  </a:lnTo>
                  <a:lnTo>
                    <a:pt x="5495413" y="302506"/>
                  </a:lnTo>
                  <a:lnTo>
                    <a:pt x="5558418" y="298127"/>
                  </a:lnTo>
                  <a:lnTo>
                    <a:pt x="5616804" y="293219"/>
                  </a:lnTo>
                  <a:lnTo>
                    <a:pt x="5671501" y="287709"/>
                  </a:lnTo>
                  <a:lnTo>
                    <a:pt x="5723441" y="281531"/>
                  </a:lnTo>
                  <a:lnTo>
                    <a:pt x="5773483" y="274639"/>
                  </a:lnTo>
                  <a:lnTo>
                    <a:pt x="5784835" y="272946"/>
                  </a:lnTo>
                  <a:lnTo>
                    <a:pt x="5838473" y="264320"/>
                  </a:lnTo>
                  <a:lnTo>
                    <a:pt x="5891593" y="254790"/>
                  </a:lnTo>
                  <a:lnTo>
                    <a:pt x="5944766" y="244343"/>
                  </a:lnTo>
                  <a:lnTo>
                    <a:pt x="5998376" y="233001"/>
                  </a:lnTo>
                  <a:lnTo>
                    <a:pt x="6052641" y="220821"/>
                  </a:lnTo>
                  <a:lnTo>
                    <a:pt x="6107637" y="207899"/>
                  </a:lnTo>
                  <a:lnTo>
                    <a:pt x="6163318" y="194371"/>
                  </a:lnTo>
                  <a:lnTo>
                    <a:pt x="6219532" y="180404"/>
                  </a:lnTo>
                  <a:lnTo>
                    <a:pt x="6276058" y="166193"/>
                  </a:lnTo>
                  <a:lnTo>
                    <a:pt x="6332631" y="151946"/>
                  </a:lnTo>
                  <a:lnTo>
                    <a:pt x="6388979" y="137873"/>
                  </a:lnTo>
                  <a:lnTo>
                    <a:pt x="6444862" y="124175"/>
                  </a:lnTo>
                  <a:lnTo>
                    <a:pt x="6500102" y="111031"/>
                  </a:lnTo>
                  <a:lnTo>
                    <a:pt x="6554614" y="98586"/>
                  </a:lnTo>
                  <a:lnTo>
                    <a:pt x="6608429" y="86950"/>
                  </a:lnTo>
                  <a:lnTo>
                    <a:pt x="6661717" y="76195"/>
                  </a:lnTo>
                  <a:lnTo>
                    <a:pt x="6714801" y="66353"/>
                  </a:lnTo>
                  <a:lnTo>
                    <a:pt x="6768186" y="57423"/>
                  </a:lnTo>
                  <a:lnTo>
                    <a:pt x="6786527" y="54589"/>
                  </a:lnTo>
                  <a:lnTo>
                    <a:pt x="6836237" y="47529"/>
                  </a:lnTo>
                  <a:lnTo>
                    <a:pt x="6887668" y="41189"/>
                  </a:lnTo>
                  <a:lnTo>
                    <a:pt x="6941648" y="35531"/>
                  </a:lnTo>
                  <a:lnTo>
                    <a:pt x="6999099" y="30490"/>
                  </a:lnTo>
                  <a:lnTo>
                    <a:pt x="7060959" y="25996"/>
                  </a:lnTo>
                  <a:lnTo>
                    <a:pt x="7128096" y="21979"/>
                  </a:lnTo>
                  <a:lnTo>
                    <a:pt x="7201206" y="18380"/>
                  </a:lnTo>
                  <a:lnTo>
                    <a:pt x="7280665" y="15152"/>
                  </a:lnTo>
                  <a:lnTo>
                    <a:pt x="7366348" y="12260"/>
                  </a:lnTo>
                  <a:lnTo>
                    <a:pt x="7457408" y="9682"/>
                  </a:lnTo>
                  <a:lnTo>
                    <a:pt x="7552064" y="7413"/>
                  </a:lnTo>
                  <a:lnTo>
                    <a:pt x="7647476" y="5454"/>
                  </a:lnTo>
                  <a:lnTo>
                    <a:pt x="7739814" y="3813"/>
                  </a:lnTo>
                  <a:lnTo>
                    <a:pt x="7824622" y="2494"/>
                  </a:lnTo>
                  <a:lnTo>
                    <a:pt x="7897512" y="1494"/>
                  </a:lnTo>
                  <a:lnTo>
                    <a:pt x="7955048" y="792"/>
                  </a:lnTo>
                  <a:lnTo>
                    <a:pt x="7995581" y="350"/>
                  </a:lnTo>
                  <a:lnTo>
                    <a:pt x="8019744" y="113"/>
                  </a:lnTo>
                  <a:lnTo>
                    <a:pt x="8030488" y="18"/>
                  </a:lnTo>
                  <a:lnTo>
                    <a:pt x="8032803" y="0"/>
                  </a:lnTo>
                  <a:lnTo>
                    <a:pt x="8032819" y="0"/>
                  </a:lnTo>
                  <a:lnTo>
                    <a:pt x="8554953" y="0"/>
                  </a:lnTo>
                  <a:lnTo>
                    <a:pt x="8554953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705" name="pl1705"/>
            <p:cNvSpPr/>
            <p:nvPr/>
          </p:nvSpPr>
          <p:spPr>
            <a:xfrm>
              <a:off x="386606" y="4839265"/>
              <a:ext cx="8554953" cy="570364"/>
            </a:xfrm>
            <a:custGeom>
              <a:avLst/>
              <a:pathLst>
                <a:path w="8554953" h="570364">
                  <a:moveTo>
                    <a:pt x="8554953" y="0"/>
                  </a:moveTo>
                  <a:lnTo>
                    <a:pt x="8032819" y="0"/>
                  </a:lnTo>
                  <a:lnTo>
                    <a:pt x="8031551" y="10"/>
                  </a:lnTo>
                  <a:lnTo>
                    <a:pt x="8023261" y="81"/>
                  </a:lnTo>
                  <a:lnTo>
                    <a:pt x="8002536" y="280"/>
                  </a:lnTo>
                  <a:lnTo>
                    <a:pt x="7965923" y="669"/>
                  </a:lnTo>
                  <a:lnTo>
                    <a:pt x="7912240" y="1307"/>
                  </a:lnTo>
                  <a:lnTo>
                    <a:pt x="7842641" y="2235"/>
                  </a:lnTo>
                  <a:lnTo>
                    <a:pt x="7760212" y="3480"/>
                  </a:lnTo>
                  <a:lnTo>
                    <a:pt x="7669206" y="5047"/>
                  </a:lnTo>
                  <a:lnTo>
                    <a:pt x="7574132" y="6934"/>
                  </a:lnTo>
                  <a:lnTo>
                    <a:pt x="7479011" y="9132"/>
                  </a:lnTo>
                  <a:lnTo>
                    <a:pt x="7386925" y="11638"/>
                  </a:lnTo>
                  <a:lnTo>
                    <a:pt x="7299896" y="14456"/>
                  </a:lnTo>
                  <a:lnTo>
                    <a:pt x="7218967" y="17604"/>
                  </a:lnTo>
                  <a:lnTo>
                    <a:pt x="7144411" y="21114"/>
                  </a:lnTo>
                  <a:lnTo>
                    <a:pt x="7075949" y="25029"/>
                  </a:lnTo>
                  <a:lnTo>
                    <a:pt x="7012944" y="29408"/>
                  </a:lnTo>
                  <a:lnTo>
                    <a:pt x="6954558" y="34316"/>
                  </a:lnTo>
                  <a:lnTo>
                    <a:pt x="6899861" y="39826"/>
                  </a:lnTo>
                  <a:lnTo>
                    <a:pt x="6847921" y="46004"/>
                  </a:lnTo>
                  <a:lnTo>
                    <a:pt x="6797879" y="52896"/>
                  </a:lnTo>
                  <a:lnTo>
                    <a:pt x="6786527" y="54589"/>
                  </a:lnTo>
                  <a:lnTo>
                    <a:pt x="6732889" y="63215"/>
                  </a:lnTo>
                  <a:lnTo>
                    <a:pt x="6679769" y="72745"/>
                  </a:lnTo>
                  <a:lnTo>
                    <a:pt x="6626596" y="83192"/>
                  </a:lnTo>
                  <a:lnTo>
                    <a:pt x="6572986" y="94534"/>
                  </a:lnTo>
                  <a:lnTo>
                    <a:pt x="6518721" y="106714"/>
                  </a:lnTo>
                  <a:lnTo>
                    <a:pt x="6463724" y="119636"/>
                  </a:lnTo>
                  <a:lnTo>
                    <a:pt x="6408044" y="133164"/>
                  </a:lnTo>
                  <a:lnTo>
                    <a:pt x="6351830" y="147130"/>
                  </a:lnTo>
                  <a:lnTo>
                    <a:pt x="6295304" y="161342"/>
                  </a:lnTo>
                  <a:lnTo>
                    <a:pt x="6238731" y="175589"/>
                  </a:lnTo>
                  <a:lnTo>
                    <a:pt x="6182383" y="189662"/>
                  </a:lnTo>
                  <a:lnTo>
                    <a:pt x="6126500" y="203360"/>
                  </a:lnTo>
                  <a:lnTo>
                    <a:pt x="6071260" y="216504"/>
                  </a:lnTo>
                  <a:lnTo>
                    <a:pt x="6016748" y="228949"/>
                  </a:lnTo>
                  <a:lnTo>
                    <a:pt x="5962932" y="240585"/>
                  </a:lnTo>
                  <a:lnTo>
                    <a:pt x="5909645" y="251340"/>
                  </a:lnTo>
                  <a:lnTo>
                    <a:pt x="5856561" y="261182"/>
                  </a:lnTo>
                  <a:lnTo>
                    <a:pt x="5803176" y="270112"/>
                  </a:lnTo>
                  <a:lnTo>
                    <a:pt x="5784835" y="272946"/>
                  </a:lnTo>
                  <a:lnTo>
                    <a:pt x="5735125" y="280006"/>
                  </a:lnTo>
                  <a:lnTo>
                    <a:pt x="5683694" y="286345"/>
                  </a:lnTo>
                  <a:lnTo>
                    <a:pt x="5629714" y="292004"/>
                  </a:lnTo>
                  <a:lnTo>
                    <a:pt x="5572263" y="297044"/>
                  </a:lnTo>
                  <a:lnTo>
                    <a:pt x="5510403" y="301539"/>
                  </a:lnTo>
                  <a:lnTo>
                    <a:pt x="5443266" y="305556"/>
                  </a:lnTo>
                  <a:lnTo>
                    <a:pt x="5370156" y="309154"/>
                  </a:lnTo>
                  <a:lnTo>
                    <a:pt x="5290697" y="312383"/>
                  </a:lnTo>
                  <a:lnTo>
                    <a:pt x="5205014" y="315275"/>
                  </a:lnTo>
                  <a:lnTo>
                    <a:pt x="5113954" y="317852"/>
                  </a:lnTo>
                  <a:lnTo>
                    <a:pt x="5019298" y="320122"/>
                  </a:lnTo>
                  <a:lnTo>
                    <a:pt x="4923886" y="322081"/>
                  </a:lnTo>
                  <a:lnTo>
                    <a:pt x="4831548" y="323722"/>
                  </a:lnTo>
                  <a:lnTo>
                    <a:pt x="4746740" y="325041"/>
                  </a:lnTo>
                  <a:lnTo>
                    <a:pt x="4673850" y="326041"/>
                  </a:lnTo>
                  <a:lnTo>
                    <a:pt x="4616314" y="326743"/>
                  </a:lnTo>
                  <a:lnTo>
                    <a:pt x="4575780" y="327185"/>
                  </a:lnTo>
                  <a:lnTo>
                    <a:pt x="4551618" y="327422"/>
                  </a:lnTo>
                  <a:lnTo>
                    <a:pt x="4540874" y="327517"/>
                  </a:lnTo>
                  <a:lnTo>
                    <a:pt x="4538559" y="327535"/>
                  </a:lnTo>
                  <a:lnTo>
                    <a:pt x="4538543" y="327535"/>
                  </a:lnTo>
                  <a:lnTo>
                    <a:pt x="4016409" y="327535"/>
                  </a:lnTo>
                  <a:lnTo>
                    <a:pt x="4015140" y="327543"/>
                  </a:lnTo>
                  <a:lnTo>
                    <a:pt x="4006845" y="327596"/>
                  </a:lnTo>
                  <a:lnTo>
                    <a:pt x="3986108" y="327743"/>
                  </a:lnTo>
                  <a:lnTo>
                    <a:pt x="3949474" y="328032"/>
                  </a:lnTo>
                  <a:lnTo>
                    <a:pt x="3895764" y="328505"/>
                  </a:lnTo>
                  <a:lnTo>
                    <a:pt x="3826132" y="329194"/>
                  </a:lnTo>
                  <a:lnTo>
                    <a:pt x="3743670" y="330117"/>
                  </a:lnTo>
                  <a:lnTo>
                    <a:pt x="3652634" y="331280"/>
                  </a:lnTo>
                  <a:lnTo>
                    <a:pt x="3557536" y="332679"/>
                  </a:lnTo>
                  <a:lnTo>
                    <a:pt x="3462398" y="334310"/>
                  </a:lnTo>
                  <a:lnTo>
                    <a:pt x="3370302" y="336168"/>
                  </a:lnTo>
                  <a:lnTo>
                    <a:pt x="3283268" y="338259"/>
                  </a:lnTo>
                  <a:lnTo>
                    <a:pt x="3202339" y="340594"/>
                  </a:lnTo>
                  <a:lnTo>
                    <a:pt x="3127786" y="343197"/>
                  </a:lnTo>
                  <a:lnTo>
                    <a:pt x="3059327" y="346102"/>
                  </a:lnTo>
                  <a:lnTo>
                    <a:pt x="2996325" y="349350"/>
                  </a:lnTo>
                  <a:lnTo>
                    <a:pt x="2937941" y="352991"/>
                  </a:lnTo>
                  <a:lnTo>
                    <a:pt x="2883245" y="357079"/>
                  </a:lnTo>
                  <a:lnTo>
                    <a:pt x="2831302" y="361662"/>
                  </a:lnTo>
                  <a:lnTo>
                    <a:pt x="2781256" y="366775"/>
                  </a:lnTo>
                  <a:lnTo>
                    <a:pt x="2770117" y="368007"/>
                  </a:lnTo>
                  <a:lnTo>
                    <a:pt x="2716204" y="374437"/>
                  </a:lnTo>
                  <a:lnTo>
                    <a:pt x="2662810" y="381544"/>
                  </a:lnTo>
                  <a:lnTo>
                    <a:pt x="2609358" y="389338"/>
                  </a:lnTo>
                  <a:lnTo>
                    <a:pt x="2555460" y="397802"/>
                  </a:lnTo>
                  <a:lnTo>
                    <a:pt x="2500898" y="406893"/>
                  </a:lnTo>
                  <a:lnTo>
                    <a:pt x="2445596" y="416536"/>
                  </a:lnTo>
                  <a:lnTo>
                    <a:pt x="2389607" y="426631"/>
                  </a:lnTo>
                  <a:lnTo>
                    <a:pt x="2333085" y="437049"/>
                  </a:lnTo>
                  <a:lnTo>
                    <a:pt x="2276258" y="447644"/>
                  </a:lnTo>
                  <a:lnTo>
                    <a:pt x="2219398" y="458258"/>
                  </a:lnTo>
                  <a:lnTo>
                    <a:pt x="2162778" y="468734"/>
                  </a:lnTo>
                  <a:lnTo>
                    <a:pt x="2106640" y="478921"/>
                  </a:lnTo>
                  <a:lnTo>
                    <a:pt x="2051160" y="488685"/>
                  </a:lnTo>
                  <a:lnTo>
                    <a:pt x="1996418" y="497920"/>
                  </a:lnTo>
                  <a:lnTo>
                    <a:pt x="1942372" y="506543"/>
                  </a:lnTo>
                  <a:lnTo>
                    <a:pt x="1888839" y="514504"/>
                  </a:lnTo>
                  <a:lnTo>
                    <a:pt x="1835476" y="521780"/>
                  </a:lnTo>
                  <a:lnTo>
                    <a:pt x="1781756" y="528374"/>
                  </a:lnTo>
                  <a:lnTo>
                    <a:pt x="1768425" y="529892"/>
                  </a:lnTo>
                  <a:lnTo>
                    <a:pt x="1718704" y="535127"/>
                  </a:lnTo>
                  <a:lnTo>
                    <a:pt x="1667261" y="539828"/>
                  </a:lnTo>
                  <a:lnTo>
                    <a:pt x="1613268" y="544024"/>
                  </a:lnTo>
                  <a:lnTo>
                    <a:pt x="1555802" y="547761"/>
                  </a:lnTo>
                  <a:lnTo>
                    <a:pt x="1493924" y="551094"/>
                  </a:lnTo>
                  <a:lnTo>
                    <a:pt x="1426765" y="554072"/>
                  </a:lnTo>
                  <a:lnTo>
                    <a:pt x="1353631" y="556740"/>
                  </a:lnTo>
                  <a:lnTo>
                    <a:pt x="1274144" y="559134"/>
                  </a:lnTo>
                  <a:lnTo>
                    <a:pt x="1188432" y="561278"/>
                  </a:lnTo>
                  <a:lnTo>
                    <a:pt x="1097343" y="563189"/>
                  </a:lnTo>
                  <a:lnTo>
                    <a:pt x="1002661" y="564871"/>
                  </a:lnTo>
                  <a:lnTo>
                    <a:pt x="907231" y="566323"/>
                  </a:lnTo>
                  <a:lnTo>
                    <a:pt x="814888" y="567540"/>
                  </a:lnTo>
                  <a:lnTo>
                    <a:pt x="730090" y="568517"/>
                  </a:lnTo>
                  <a:lnTo>
                    <a:pt x="657228" y="569258"/>
                  </a:lnTo>
                  <a:lnTo>
                    <a:pt x="599735" y="569777"/>
                  </a:lnTo>
                  <a:lnTo>
                    <a:pt x="559253" y="570105"/>
                  </a:lnTo>
                  <a:lnTo>
                    <a:pt x="535143" y="570280"/>
                  </a:lnTo>
                  <a:lnTo>
                    <a:pt x="524442" y="570350"/>
                  </a:lnTo>
                  <a:lnTo>
                    <a:pt x="522148" y="570364"/>
                  </a:lnTo>
                  <a:lnTo>
                    <a:pt x="522133" y="570364"/>
                  </a:lnTo>
                  <a:lnTo>
                    <a:pt x="0" y="570364"/>
                  </a:lnTo>
                  <a:lnTo>
                    <a:pt x="0" y="570364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706" name="pg1706"/>
            <p:cNvSpPr/>
            <p:nvPr/>
          </p:nvSpPr>
          <p:spPr>
            <a:xfrm>
              <a:off x="386606" y="598239"/>
              <a:ext cx="8554953" cy="4726682"/>
            </a:xfrm>
            <a:custGeom>
              <a:avLst/>
              <a:pathLst>
                <a:path w="8554953" h="4726682">
                  <a:moveTo>
                    <a:pt x="0" y="4726682"/>
                  </a:moveTo>
                  <a:lnTo>
                    <a:pt x="522133" y="4726682"/>
                  </a:lnTo>
                  <a:lnTo>
                    <a:pt x="523003" y="4726583"/>
                  </a:lnTo>
                  <a:lnTo>
                    <a:pt x="528741" y="4725882"/>
                  </a:lnTo>
                  <a:lnTo>
                    <a:pt x="543257" y="4723944"/>
                  </a:lnTo>
                  <a:lnTo>
                    <a:pt x="569338" y="4720125"/>
                  </a:lnTo>
                  <a:lnTo>
                    <a:pt x="608462" y="4713824"/>
                  </a:lnTo>
                  <a:lnTo>
                    <a:pt x="660688" y="4704535"/>
                  </a:lnTo>
                  <a:lnTo>
                    <a:pt x="724726" y="4691897"/>
                  </a:lnTo>
                  <a:lnTo>
                    <a:pt x="798230" y="4675708"/>
                  </a:lnTo>
                  <a:lnTo>
                    <a:pt x="878238" y="4655911"/>
                  </a:lnTo>
                  <a:lnTo>
                    <a:pt x="961662" y="4632543"/>
                  </a:lnTo>
                  <a:lnTo>
                    <a:pt x="1045683" y="4605681"/>
                  </a:lnTo>
                  <a:lnTo>
                    <a:pt x="1128012" y="4575382"/>
                  </a:lnTo>
                  <a:lnTo>
                    <a:pt x="1206999" y="4541637"/>
                  </a:lnTo>
                  <a:lnTo>
                    <a:pt x="1281617" y="4504338"/>
                  </a:lnTo>
                  <a:lnTo>
                    <a:pt x="1351377" y="4463264"/>
                  </a:lnTo>
                  <a:lnTo>
                    <a:pt x="1416209" y="4418074"/>
                  </a:lnTo>
                  <a:lnTo>
                    <a:pt x="1476349" y="4368310"/>
                  </a:lnTo>
                  <a:lnTo>
                    <a:pt x="1532236" y="4313408"/>
                  </a:lnTo>
                  <a:lnTo>
                    <a:pt x="1584433" y="4252719"/>
                  </a:lnTo>
                  <a:lnTo>
                    <a:pt x="1633569" y="4185542"/>
                  </a:lnTo>
                  <a:lnTo>
                    <a:pt x="1680286" y="4111187"/>
                  </a:lnTo>
                  <a:lnTo>
                    <a:pt x="1725199" y="4029077"/>
                  </a:lnTo>
                  <a:lnTo>
                    <a:pt x="1768425" y="3939843"/>
                  </a:lnTo>
                  <a:lnTo>
                    <a:pt x="1798414" y="3872153"/>
                  </a:lnTo>
                  <a:lnTo>
                    <a:pt x="1828146" y="3800479"/>
                  </a:lnTo>
                  <a:lnTo>
                    <a:pt x="1857745" y="3724739"/>
                  </a:lnTo>
                  <a:lnTo>
                    <a:pt x="1887314" y="3644894"/>
                  </a:lnTo>
                  <a:lnTo>
                    <a:pt x="1916933" y="3560947"/>
                  </a:lnTo>
                  <a:lnTo>
                    <a:pt x="1946670" y="3472950"/>
                  </a:lnTo>
                  <a:lnTo>
                    <a:pt x="1976574" y="3381006"/>
                  </a:lnTo>
                  <a:lnTo>
                    <a:pt x="2006680" y="3285268"/>
                  </a:lnTo>
                  <a:lnTo>
                    <a:pt x="2037007" y="3185947"/>
                  </a:lnTo>
                  <a:lnTo>
                    <a:pt x="2067563" y="3083307"/>
                  </a:lnTo>
                  <a:lnTo>
                    <a:pt x="2098345" y="2977665"/>
                  </a:lnTo>
                  <a:lnTo>
                    <a:pt x="2129336" y="2869389"/>
                  </a:lnTo>
                  <a:lnTo>
                    <a:pt x="2160511" y="2758894"/>
                  </a:lnTo>
                  <a:lnTo>
                    <a:pt x="2191839" y="2646632"/>
                  </a:lnTo>
                  <a:lnTo>
                    <a:pt x="2223280" y="2533090"/>
                  </a:lnTo>
                  <a:lnTo>
                    <a:pt x="2254789" y="2418780"/>
                  </a:lnTo>
                  <a:lnTo>
                    <a:pt x="2286320" y="2304226"/>
                  </a:lnTo>
                  <a:lnTo>
                    <a:pt x="2317825" y="2189959"/>
                  </a:lnTo>
                  <a:lnTo>
                    <a:pt x="2349258" y="2076502"/>
                  </a:lnTo>
                  <a:lnTo>
                    <a:pt x="2380575" y="1964366"/>
                  </a:lnTo>
                  <a:lnTo>
                    <a:pt x="2411737" y="1854035"/>
                  </a:lnTo>
                  <a:lnTo>
                    <a:pt x="2442712" y="1745959"/>
                  </a:lnTo>
                  <a:lnTo>
                    <a:pt x="2473475" y="1640548"/>
                  </a:lnTo>
                  <a:lnTo>
                    <a:pt x="2504013" y="1538167"/>
                  </a:lnTo>
                  <a:lnTo>
                    <a:pt x="2534322" y="1439129"/>
                  </a:lnTo>
                  <a:lnTo>
                    <a:pt x="2564410" y="1343693"/>
                  </a:lnTo>
                  <a:lnTo>
                    <a:pt x="2594298" y="1252064"/>
                  </a:lnTo>
                  <a:lnTo>
                    <a:pt x="2624024" y="1164394"/>
                  </a:lnTo>
                  <a:lnTo>
                    <a:pt x="2653637" y="1080780"/>
                  </a:lnTo>
                  <a:lnTo>
                    <a:pt x="2683204" y="1001270"/>
                  </a:lnTo>
                  <a:lnTo>
                    <a:pt x="2712810" y="925863"/>
                  </a:lnTo>
                  <a:lnTo>
                    <a:pt x="2742559" y="854516"/>
                  </a:lnTo>
                  <a:lnTo>
                    <a:pt x="2770117" y="792486"/>
                  </a:lnTo>
                  <a:lnTo>
                    <a:pt x="2813784" y="702391"/>
                  </a:lnTo>
                  <a:lnTo>
                    <a:pt x="2858713" y="620361"/>
                  </a:lnTo>
                  <a:lnTo>
                    <a:pt x="2905451" y="546081"/>
                  </a:lnTo>
                  <a:lnTo>
                    <a:pt x="2954614" y="478973"/>
                  </a:lnTo>
                  <a:lnTo>
                    <a:pt x="3006845" y="418344"/>
                  </a:lnTo>
                  <a:lnTo>
                    <a:pt x="3062772" y="363497"/>
                  </a:lnTo>
                  <a:lnTo>
                    <a:pt x="3122957" y="313782"/>
                  </a:lnTo>
                  <a:lnTo>
                    <a:pt x="3187837" y="268635"/>
                  </a:lnTo>
                  <a:lnTo>
                    <a:pt x="3257647" y="227600"/>
                  </a:lnTo>
                  <a:lnTo>
                    <a:pt x="3332312" y="190337"/>
                  </a:lnTo>
                  <a:lnTo>
                    <a:pt x="3411339" y="156626"/>
                  </a:lnTo>
                  <a:lnTo>
                    <a:pt x="3493694" y="126362"/>
                  </a:lnTo>
                  <a:lnTo>
                    <a:pt x="3577720" y="99535"/>
                  </a:lnTo>
                  <a:lnTo>
                    <a:pt x="3661125" y="76202"/>
                  </a:lnTo>
                  <a:lnTo>
                    <a:pt x="3741084" y="56440"/>
                  </a:lnTo>
                  <a:lnTo>
                    <a:pt x="3814507" y="40288"/>
                  </a:lnTo>
                  <a:lnTo>
                    <a:pt x="3878437" y="27684"/>
                  </a:lnTo>
                  <a:lnTo>
                    <a:pt x="3930536" y="18427"/>
                  </a:lnTo>
                  <a:lnTo>
                    <a:pt x="3969528" y="12153"/>
                  </a:lnTo>
                  <a:lnTo>
                    <a:pt x="3995484" y="8357"/>
                  </a:lnTo>
                  <a:lnTo>
                    <a:pt x="4009897" y="6434"/>
                  </a:lnTo>
                  <a:lnTo>
                    <a:pt x="4015564" y="5742"/>
                  </a:lnTo>
                  <a:lnTo>
                    <a:pt x="4016409" y="5647"/>
                  </a:lnTo>
                  <a:lnTo>
                    <a:pt x="4538543" y="5647"/>
                  </a:lnTo>
                  <a:lnTo>
                    <a:pt x="4539729" y="5713"/>
                  </a:lnTo>
                  <a:lnTo>
                    <a:pt x="4547495" y="6190"/>
                  </a:lnTo>
                  <a:lnTo>
                    <a:pt x="4566956" y="7508"/>
                  </a:lnTo>
                  <a:lnTo>
                    <a:pt x="4601450" y="10098"/>
                  </a:lnTo>
                  <a:lnTo>
                    <a:pt x="4652255" y="14346"/>
                  </a:lnTo>
                  <a:lnTo>
                    <a:pt x="4718504" y="20548"/>
                  </a:lnTo>
                  <a:lnTo>
                    <a:pt x="4797498" y="28882"/>
                  </a:lnTo>
                  <a:lnTo>
                    <a:pt x="4885367" y="39413"/>
                  </a:lnTo>
                  <a:lnTo>
                    <a:pt x="4977879" y="52124"/>
                  </a:lnTo>
                  <a:lnTo>
                    <a:pt x="5071146" y="66966"/>
                  </a:lnTo>
                  <a:lnTo>
                    <a:pt x="5162083" y="83902"/>
                  </a:lnTo>
                  <a:lnTo>
                    <a:pt x="5248569" y="102950"/>
                  </a:lnTo>
                  <a:lnTo>
                    <a:pt x="5329411" y="124201"/>
                  </a:lnTo>
                  <a:lnTo>
                    <a:pt x="5404173" y="147838"/>
                  </a:lnTo>
                  <a:lnTo>
                    <a:pt x="5472982" y="174131"/>
                  </a:lnTo>
                  <a:lnTo>
                    <a:pt x="5536342" y="203435"/>
                  </a:lnTo>
                  <a:lnTo>
                    <a:pt x="5594985" y="236175"/>
                  </a:lnTo>
                  <a:lnTo>
                    <a:pt x="5649759" y="272820"/>
                  </a:lnTo>
                  <a:lnTo>
                    <a:pt x="5701543" y="313837"/>
                  </a:lnTo>
                  <a:lnTo>
                    <a:pt x="5751177" y="359608"/>
                  </a:lnTo>
                  <a:lnTo>
                    <a:pt x="5784835" y="394360"/>
                  </a:lnTo>
                  <a:lnTo>
                    <a:pt x="5824845" y="439487"/>
                  </a:lnTo>
                  <a:lnTo>
                    <a:pt x="5864474" y="488154"/>
                  </a:lnTo>
                  <a:lnTo>
                    <a:pt x="5903989" y="540434"/>
                  </a:lnTo>
                  <a:lnTo>
                    <a:pt x="5943595" y="596328"/>
                  </a:lnTo>
                  <a:lnTo>
                    <a:pt x="5983443" y="655767"/>
                  </a:lnTo>
                  <a:lnTo>
                    <a:pt x="6023632" y="718598"/>
                  </a:lnTo>
                  <a:lnTo>
                    <a:pt x="6064215" y="784583"/>
                  </a:lnTo>
                  <a:lnTo>
                    <a:pt x="6105207" y="853399"/>
                  </a:lnTo>
                  <a:lnTo>
                    <a:pt x="6146582" y="924640"/>
                  </a:lnTo>
                  <a:lnTo>
                    <a:pt x="6188285" y="997828"/>
                  </a:lnTo>
                  <a:lnTo>
                    <a:pt x="6230234" y="1072419"/>
                  </a:lnTo>
                  <a:lnTo>
                    <a:pt x="6272330" y="1147825"/>
                  </a:lnTo>
                  <a:lnTo>
                    <a:pt x="6314462" y="1223428"/>
                  </a:lnTo>
                  <a:lnTo>
                    <a:pt x="6356517" y="1298606"/>
                  </a:lnTo>
                  <a:lnTo>
                    <a:pt x="6398386" y="1372749"/>
                  </a:lnTo>
                  <a:lnTo>
                    <a:pt x="6439977" y="1445284"/>
                  </a:lnTo>
                  <a:lnTo>
                    <a:pt x="6481217" y="1515689"/>
                  </a:lnTo>
                  <a:lnTo>
                    <a:pt x="6522060" y="1583511"/>
                  </a:lnTo>
                  <a:lnTo>
                    <a:pt x="6562496" y="1648373"/>
                  </a:lnTo>
                  <a:lnTo>
                    <a:pt x="6602551" y="1709984"/>
                  </a:lnTo>
                  <a:lnTo>
                    <a:pt x="6642296" y="1768138"/>
                  </a:lnTo>
                  <a:lnTo>
                    <a:pt x="6681849" y="1822713"/>
                  </a:lnTo>
                  <a:lnTo>
                    <a:pt x="6721378" y="1873665"/>
                  </a:lnTo>
                  <a:lnTo>
                    <a:pt x="6761112" y="1921024"/>
                  </a:lnTo>
                  <a:lnTo>
                    <a:pt x="6786527" y="1949215"/>
                  </a:lnTo>
                  <a:lnTo>
                    <a:pt x="6835104" y="1998411"/>
                  </a:lnTo>
                  <a:lnTo>
                    <a:pt x="6885308" y="2042705"/>
                  </a:lnTo>
                  <a:lnTo>
                    <a:pt x="6937910" y="2082346"/>
                  </a:lnTo>
                  <a:lnTo>
                    <a:pt x="6993768" y="2117752"/>
                  </a:lnTo>
                  <a:lnTo>
                    <a:pt x="7053759" y="2149398"/>
                  </a:lnTo>
                  <a:lnTo>
                    <a:pt x="7118708" y="2177743"/>
                  </a:lnTo>
                  <a:lnTo>
                    <a:pt x="7189289" y="2203195"/>
                  </a:lnTo>
                  <a:lnTo>
                    <a:pt x="7265909" y="2226081"/>
                  </a:lnTo>
                  <a:lnTo>
                    <a:pt x="7348545" y="2246647"/>
                  </a:lnTo>
                  <a:lnTo>
                    <a:pt x="7436552" y="2265046"/>
                  </a:lnTo>
                  <a:lnTo>
                    <a:pt x="7528467" y="2281347"/>
                  </a:lnTo>
                  <a:lnTo>
                    <a:pt x="7621874" y="2295546"/>
                  </a:lnTo>
                  <a:lnTo>
                    <a:pt x="7713412" y="2307598"/>
                  </a:lnTo>
                  <a:lnTo>
                    <a:pt x="7799028" y="2317460"/>
                  </a:lnTo>
                  <a:lnTo>
                    <a:pt x="7874515" y="2325133"/>
                  </a:lnTo>
                  <a:lnTo>
                    <a:pt x="7936277" y="2330716"/>
                  </a:lnTo>
                  <a:lnTo>
                    <a:pt x="7982116" y="2334424"/>
                  </a:lnTo>
                  <a:lnTo>
                    <a:pt x="8011802" y="2336583"/>
                  </a:lnTo>
                  <a:lnTo>
                    <a:pt x="8027264" y="2337599"/>
                  </a:lnTo>
                  <a:lnTo>
                    <a:pt x="8032413" y="2337906"/>
                  </a:lnTo>
                  <a:lnTo>
                    <a:pt x="8032819" y="2337928"/>
                  </a:lnTo>
                  <a:lnTo>
                    <a:pt x="8554953" y="2337928"/>
                  </a:lnTo>
                  <a:lnTo>
                    <a:pt x="8554953" y="2332281"/>
                  </a:lnTo>
                  <a:lnTo>
                    <a:pt x="8032819" y="2332281"/>
                  </a:lnTo>
                  <a:lnTo>
                    <a:pt x="8031633" y="2332214"/>
                  </a:lnTo>
                  <a:lnTo>
                    <a:pt x="8023867" y="2331738"/>
                  </a:lnTo>
                  <a:lnTo>
                    <a:pt x="8004406" y="2330420"/>
                  </a:lnTo>
                  <a:lnTo>
                    <a:pt x="7969911" y="2327830"/>
                  </a:lnTo>
                  <a:lnTo>
                    <a:pt x="7919107" y="2323581"/>
                  </a:lnTo>
                  <a:lnTo>
                    <a:pt x="7852858" y="2317380"/>
                  </a:lnTo>
                  <a:lnTo>
                    <a:pt x="7773864" y="2309046"/>
                  </a:lnTo>
                  <a:lnTo>
                    <a:pt x="7685995" y="2298515"/>
                  </a:lnTo>
                  <a:lnTo>
                    <a:pt x="7593483" y="2285803"/>
                  </a:lnTo>
                  <a:lnTo>
                    <a:pt x="7500215" y="2270962"/>
                  </a:lnTo>
                  <a:lnTo>
                    <a:pt x="7409279" y="2254026"/>
                  </a:lnTo>
                  <a:lnTo>
                    <a:pt x="7322792" y="2234978"/>
                  </a:lnTo>
                  <a:lnTo>
                    <a:pt x="7241951" y="2213727"/>
                  </a:lnTo>
                  <a:lnTo>
                    <a:pt x="7167189" y="2190089"/>
                  </a:lnTo>
                  <a:lnTo>
                    <a:pt x="7098380" y="2163796"/>
                  </a:lnTo>
                  <a:lnTo>
                    <a:pt x="7035020" y="2134493"/>
                  </a:lnTo>
                  <a:lnTo>
                    <a:pt x="6976377" y="2101753"/>
                  </a:lnTo>
                  <a:lnTo>
                    <a:pt x="6921603" y="2065108"/>
                  </a:lnTo>
                  <a:lnTo>
                    <a:pt x="6869819" y="2024091"/>
                  </a:lnTo>
                  <a:lnTo>
                    <a:pt x="6820185" y="1978320"/>
                  </a:lnTo>
                  <a:lnTo>
                    <a:pt x="6786527" y="1943568"/>
                  </a:lnTo>
                  <a:lnTo>
                    <a:pt x="6746517" y="1898441"/>
                  </a:lnTo>
                  <a:lnTo>
                    <a:pt x="6706888" y="1849774"/>
                  </a:lnTo>
                  <a:lnTo>
                    <a:pt x="6667373" y="1797494"/>
                  </a:lnTo>
                  <a:lnTo>
                    <a:pt x="6627767" y="1741600"/>
                  </a:lnTo>
                  <a:lnTo>
                    <a:pt x="6587919" y="1682161"/>
                  </a:lnTo>
                  <a:lnTo>
                    <a:pt x="6547730" y="1619330"/>
                  </a:lnTo>
                  <a:lnTo>
                    <a:pt x="6507147" y="1553345"/>
                  </a:lnTo>
                  <a:lnTo>
                    <a:pt x="6466155" y="1484529"/>
                  </a:lnTo>
                  <a:lnTo>
                    <a:pt x="6424780" y="1413287"/>
                  </a:lnTo>
                  <a:lnTo>
                    <a:pt x="6383077" y="1340100"/>
                  </a:lnTo>
                  <a:lnTo>
                    <a:pt x="6341128" y="1265509"/>
                  </a:lnTo>
                  <a:lnTo>
                    <a:pt x="6299032" y="1190103"/>
                  </a:lnTo>
                  <a:lnTo>
                    <a:pt x="6256900" y="1114500"/>
                  </a:lnTo>
                  <a:lnTo>
                    <a:pt x="6214845" y="1039322"/>
                  </a:lnTo>
                  <a:lnTo>
                    <a:pt x="6172976" y="965179"/>
                  </a:lnTo>
                  <a:lnTo>
                    <a:pt x="6131385" y="892644"/>
                  </a:lnTo>
                  <a:lnTo>
                    <a:pt x="6090145" y="822239"/>
                  </a:lnTo>
                  <a:lnTo>
                    <a:pt x="6049302" y="754417"/>
                  </a:lnTo>
                  <a:lnTo>
                    <a:pt x="6008866" y="689555"/>
                  </a:lnTo>
                  <a:lnTo>
                    <a:pt x="5968811" y="627944"/>
                  </a:lnTo>
                  <a:lnTo>
                    <a:pt x="5929066" y="569790"/>
                  </a:lnTo>
                  <a:lnTo>
                    <a:pt x="5889513" y="515215"/>
                  </a:lnTo>
                  <a:lnTo>
                    <a:pt x="5849984" y="464263"/>
                  </a:lnTo>
                  <a:lnTo>
                    <a:pt x="5810250" y="416904"/>
                  </a:lnTo>
                  <a:lnTo>
                    <a:pt x="5784835" y="388713"/>
                  </a:lnTo>
                  <a:lnTo>
                    <a:pt x="5736258" y="339517"/>
                  </a:lnTo>
                  <a:lnTo>
                    <a:pt x="5686054" y="295223"/>
                  </a:lnTo>
                  <a:lnTo>
                    <a:pt x="5633452" y="255582"/>
                  </a:lnTo>
                  <a:lnTo>
                    <a:pt x="5577594" y="220176"/>
                  </a:lnTo>
                  <a:lnTo>
                    <a:pt x="5517602" y="188530"/>
                  </a:lnTo>
                  <a:lnTo>
                    <a:pt x="5452654" y="160184"/>
                  </a:lnTo>
                  <a:lnTo>
                    <a:pt x="5382073" y="134733"/>
                  </a:lnTo>
                  <a:lnTo>
                    <a:pt x="5305453" y="111847"/>
                  </a:lnTo>
                  <a:lnTo>
                    <a:pt x="5222817" y="91280"/>
                  </a:lnTo>
                  <a:lnTo>
                    <a:pt x="5134810" y="72881"/>
                  </a:lnTo>
                  <a:lnTo>
                    <a:pt x="5042895" y="56581"/>
                  </a:lnTo>
                  <a:lnTo>
                    <a:pt x="4949488" y="42382"/>
                  </a:lnTo>
                  <a:lnTo>
                    <a:pt x="4857950" y="30329"/>
                  </a:lnTo>
                  <a:lnTo>
                    <a:pt x="4772334" y="20468"/>
                  </a:lnTo>
                  <a:lnTo>
                    <a:pt x="4696847" y="12794"/>
                  </a:lnTo>
                  <a:lnTo>
                    <a:pt x="4635085" y="7212"/>
                  </a:lnTo>
                  <a:lnTo>
                    <a:pt x="4589246" y="3504"/>
                  </a:lnTo>
                  <a:lnTo>
                    <a:pt x="4559560" y="1345"/>
                  </a:lnTo>
                  <a:lnTo>
                    <a:pt x="4544098" y="329"/>
                  </a:lnTo>
                  <a:lnTo>
                    <a:pt x="4538949" y="22"/>
                  </a:lnTo>
                  <a:lnTo>
                    <a:pt x="4538543" y="0"/>
                  </a:lnTo>
                  <a:lnTo>
                    <a:pt x="4016409" y="0"/>
                  </a:lnTo>
                  <a:lnTo>
                    <a:pt x="4015539" y="98"/>
                  </a:lnTo>
                  <a:lnTo>
                    <a:pt x="4009801" y="799"/>
                  </a:lnTo>
                  <a:lnTo>
                    <a:pt x="3995285" y="2738"/>
                  </a:lnTo>
                  <a:lnTo>
                    <a:pt x="3969204" y="6556"/>
                  </a:lnTo>
                  <a:lnTo>
                    <a:pt x="3930080" y="12857"/>
                  </a:lnTo>
                  <a:lnTo>
                    <a:pt x="3877854" y="22146"/>
                  </a:lnTo>
                  <a:lnTo>
                    <a:pt x="3813816" y="34784"/>
                  </a:lnTo>
                  <a:lnTo>
                    <a:pt x="3740313" y="50973"/>
                  </a:lnTo>
                  <a:lnTo>
                    <a:pt x="3660304" y="70770"/>
                  </a:lnTo>
                  <a:lnTo>
                    <a:pt x="3576880" y="94138"/>
                  </a:lnTo>
                  <a:lnTo>
                    <a:pt x="3492859" y="121000"/>
                  </a:lnTo>
                  <a:lnTo>
                    <a:pt x="3410531" y="151299"/>
                  </a:lnTo>
                  <a:lnTo>
                    <a:pt x="3331543" y="185044"/>
                  </a:lnTo>
                  <a:lnTo>
                    <a:pt x="3256925" y="222344"/>
                  </a:lnTo>
                  <a:lnTo>
                    <a:pt x="3187165" y="263418"/>
                  </a:lnTo>
                  <a:lnTo>
                    <a:pt x="3122333" y="308608"/>
                  </a:lnTo>
                  <a:lnTo>
                    <a:pt x="3062193" y="358371"/>
                  </a:lnTo>
                  <a:lnTo>
                    <a:pt x="3006306" y="413273"/>
                  </a:lnTo>
                  <a:lnTo>
                    <a:pt x="2954109" y="473962"/>
                  </a:lnTo>
                  <a:lnTo>
                    <a:pt x="2904973" y="541140"/>
                  </a:lnTo>
                  <a:lnTo>
                    <a:pt x="2858256" y="615494"/>
                  </a:lnTo>
                  <a:lnTo>
                    <a:pt x="2813343" y="697604"/>
                  </a:lnTo>
                  <a:lnTo>
                    <a:pt x="2770117" y="786839"/>
                  </a:lnTo>
                  <a:lnTo>
                    <a:pt x="2740128" y="854528"/>
                  </a:lnTo>
                  <a:lnTo>
                    <a:pt x="2710396" y="926202"/>
                  </a:lnTo>
                  <a:lnTo>
                    <a:pt x="2680797" y="1001942"/>
                  </a:lnTo>
                  <a:lnTo>
                    <a:pt x="2651229" y="1081787"/>
                  </a:lnTo>
                  <a:lnTo>
                    <a:pt x="2621609" y="1165734"/>
                  </a:lnTo>
                  <a:lnTo>
                    <a:pt x="2591872" y="1253731"/>
                  </a:lnTo>
                  <a:lnTo>
                    <a:pt x="2561968" y="1345676"/>
                  </a:lnTo>
                  <a:lnTo>
                    <a:pt x="2531863" y="1441413"/>
                  </a:lnTo>
                  <a:lnTo>
                    <a:pt x="2501535" y="1540734"/>
                  </a:lnTo>
                  <a:lnTo>
                    <a:pt x="2470979" y="1643374"/>
                  </a:lnTo>
                  <a:lnTo>
                    <a:pt x="2440198" y="1749016"/>
                  </a:lnTo>
                  <a:lnTo>
                    <a:pt x="2409207" y="1857292"/>
                  </a:lnTo>
                  <a:lnTo>
                    <a:pt x="2378031" y="1967788"/>
                  </a:lnTo>
                  <a:lnTo>
                    <a:pt x="2346703" y="2080050"/>
                  </a:lnTo>
                  <a:lnTo>
                    <a:pt x="2315263" y="2193591"/>
                  </a:lnTo>
                  <a:lnTo>
                    <a:pt x="2283753" y="2307901"/>
                  </a:lnTo>
                  <a:lnTo>
                    <a:pt x="2252222" y="2422455"/>
                  </a:lnTo>
                  <a:lnTo>
                    <a:pt x="2220717" y="2536723"/>
                  </a:lnTo>
                  <a:lnTo>
                    <a:pt x="2189284" y="2650179"/>
                  </a:lnTo>
                  <a:lnTo>
                    <a:pt x="2157967" y="2762315"/>
                  </a:lnTo>
                  <a:lnTo>
                    <a:pt x="2126805" y="2872646"/>
                  </a:lnTo>
                  <a:lnTo>
                    <a:pt x="2095830" y="2980722"/>
                  </a:lnTo>
                  <a:lnTo>
                    <a:pt x="2065067" y="3086133"/>
                  </a:lnTo>
                  <a:lnTo>
                    <a:pt x="2034529" y="3188514"/>
                  </a:lnTo>
                  <a:lnTo>
                    <a:pt x="2004220" y="3287552"/>
                  </a:lnTo>
                  <a:lnTo>
                    <a:pt x="1974133" y="3382988"/>
                  </a:lnTo>
                  <a:lnTo>
                    <a:pt x="1944244" y="3474617"/>
                  </a:lnTo>
                  <a:lnTo>
                    <a:pt x="1914518" y="3562287"/>
                  </a:lnTo>
                  <a:lnTo>
                    <a:pt x="1884905" y="3645901"/>
                  </a:lnTo>
                  <a:lnTo>
                    <a:pt x="1855338" y="3725411"/>
                  </a:lnTo>
                  <a:lnTo>
                    <a:pt x="1825732" y="3800818"/>
                  </a:lnTo>
                  <a:lnTo>
                    <a:pt x="1795984" y="3872165"/>
                  </a:lnTo>
                  <a:lnTo>
                    <a:pt x="1768425" y="3934195"/>
                  </a:lnTo>
                  <a:lnTo>
                    <a:pt x="1724758" y="4024290"/>
                  </a:lnTo>
                  <a:lnTo>
                    <a:pt x="1679829" y="4106320"/>
                  </a:lnTo>
                  <a:lnTo>
                    <a:pt x="1633091" y="4180600"/>
                  </a:lnTo>
                  <a:lnTo>
                    <a:pt x="1583928" y="4247709"/>
                  </a:lnTo>
                  <a:lnTo>
                    <a:pt x="1531697" y="4308337"/>
                  </a:lnTo>
                  <a:lnTo>
                    <a:pt x="1475770" y="4363184"/>
                  </a:lnTo>
                  <a:lnTo>
                    <a:pt x="1415586" y="4412900"/>
                  </a:lnTo>
                  <a:lnTo>
                    <a:pt x="1350705" y="4458046"/>
                  </a:lnTo>
                  <a:lnTo>
                    <a:pt x="1280896" y="4499081"/>
                  </a:lnTo>
                  <a:lnTo>
                    <a:pt x="1206230" y="4536344"/>
                  </a:lnTo>
                  <a:lnTo>
                    <a:pt x="1127203" y="4570055"/>
                  </a:lnTo>
                  <a:lnTo>
                    <a:pt x="1044848" y="4600320"/>
                  </a:lnTo>
                  <a:lnTo>
                    <a:pt x="960822" y="4627147"/>
                  </a:lnTo>
                  <a:lnTo>
                    <a:pt x="877417" y="4650479"/>
                  </a:lnTo>
                  <a:lnTo>
                    <a:pt x="797458" y="4670241"/>
                  </a:lnTo>
                  <a:lnTo>
                    <a:pt x="724035" y="4686393"/>
                  </a:lnTo>
                  <a:lnTo>
                    <a:pt x="660105" y="4698997"/>
                  </a:lnTo>
                  <a:lnTo>
                    <a:pt x="608006" y="4708254"/>
                  </a:lnTo>
                  <a:lnTo>
                    <a:pt x="569014" y="4714528"/>
                  </a:lnTo>
                  <a:lnTo>
                    <a:pt x="543059" y="4718324"/>
                  </a:lnTo>
                  <a:lnTo>
                    <a:pt x="528646" y="4720247"/>
                  </a:lnTo>
                  <a:lnTo>
                    <a:pt x="522978" y="4720939"/>
                  </a:lnTo>
                  <a:lnTo>
                    <a:pt x="522133" y="4721035"/>
                  </a:lnTo>
                  <a:lnTo>
                    <a:pt x="0" y="4721035"/>
                  </a:lnTo>
                  <a:close/>
                </a:path>
              </a:pathLst>
            </a:custGeom>
            <a:solidFill>
              <a:srgbClr val="9E9E9E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1707" name="pl1707"/>
            <p:cNvSpPr/>
            <p:nvPr/>
          </p:nvSpPr>
          <p:spPr>
            <a:xfrm>
              <a:off x="386606" y="603886"/>
              <a:ext cx="8554953" cy="4721035"/>
            </a:xfrm>
            <a:custGeom>
              <a:avLst/>
              <a:pathLst>
                <a:path w="8554953" h="4721035">
                  <a:moveTo>
                    <a:pt x="0" y="4721035"/>
                  </a:moveTo>
                  <a:lnTo>
                    <a:pt x="522133" y="4721035"/>
                  </a:lnTo>
                  <a:lnTo>
                    <a:pt x="523003" y="4720936"/>
                  </a:lnTo>
                  <a:lnTo>
                    <a:pt x="528741" y="4720235"/>
                  </a:lnTo>
                  <a:lnTo>
                    <a:pt x="543257" y="4718296"/>
                  </a:lnTo>
                  <a:lnTo>
                    <a:pt x="569338" y="4714478"/>
                  </a:lnTo>
                  <a:lnTo>
                    <a:pt x="608462" y="4708177"/>
                  </a:lnTo>
                  <a:lnTo>
                    <a:pt x="660688" y="4698888"/>
                  </a:lnTo>
                  <a:lnTo>
                    <a:pt x="724726" y="4686250"/>
                  </a:lnTo>
                  <a:lnTo>
                    <a:pt x="798230" y="4670061"/>
                  </a:lnTo>
                  <a:lnTo>
                    <a:pt x="878238" y="4650264"/>
                  </a:lnTo>
                  <a:lnTo>
                    <a:pt x="961662" y="4626896"/>
                  </a:lnTo>
                  <a:lnTo>
                    <a:pt x="1045683" y="4600034"/>
                  </a:lnTo>
                  <a:lnTo>
                    <a:pt x="1128012" y="4569735"/>
                  </a:lnTo>
                  <a:lnTo>
                    <a:pt x="1206999" y="4535990"/>
                  </a:lnTo>
                  <a:lnTo>
                    <a:pt x="1281617" y="4498690"/>
                  </a:lnTo>
                  <a:lnTo>
                    <a:pt x="1351377" y="4457616"/>
                  </a:lnTo>
                  <a:lnTo>
                    <a:pt x="1416209" y="4412426"/>
                  </a:lnTo>
                  <a:lnTo>
                    <a:pt x="1476349" y="4362663"/>
                  </a:lnTo>
                  <a:lnTo>
                    <a:pt x="1532236" y="4307761"/>
                  </a:lnTo>
                  <a:lnTo>
                    <a:pt x="1584433" y="4247072"/>
                  </a:lnTo>
                  <a:lnTo>
                    <a:pt x="1633569" y="4179894"/>
                  </a:lnTo>
                  <a:lnTo>
                    <a:pt x="1680286" y="4105540"/>
                  </a:lnTo>
                  <a:lnTo>
                    <a:pt x="1725199" y="4023430"/>
                  </a:lnTo>
                  <a:lnTo>
                    <a:pt x="1768425" y="3934195"/>
                  </a:lnTo>
                  <a:lnTo>
                    <a:pt x="1798414" y="3866506"/>
                  </a:lnTo>
                  <a:lnTo>
                    <a:pt x="1828146" y="3794832"/>
                  </a:lnTo>
                  <a:lnTo>
                    <a:pt x="1857745" y="3719092"/>
                  </a:lnTo>
                  <a:lnTo>
                    <a:pt x="1887314" y="3639247"/>
                  </a:lnTo>
                  <a:lnTo>
                    <a:pt x="1916933" y="3555300"/>
                  </a:lnTo>
                  <a:lnTo>
                    <a:pt x="1946670" y="3467303"/>
                  </a:lnTo>
                  <a:lnTo>
                    <a:pt x="1976574" y="3375358"/>
                  </a:lnTo>
                  <a:lnTo>
                    <a:pt x="2006680" y="3279621"/>
                  </a:lnTo>
                  <a:lnTo>
                    <a:pt x="2037007" y="3180300"/>
                  </a:lnTo>
                  <a:lnTo>
                    <a:pt x="2067563" y="3077660"/>
                  </a:lnTo>
                  <a:lnTo>
                    <a:pt x="2098345" y="2972018"/>
                  </a:lnTo>
                  <a:lnTo>
                    <a:pt x="2129336" y="2863742"/>
                  </a:lnTo>
                  <a:lnTo>
                    <a:pt x="2160511" y="2753246"/>
                  </a:lnTo>
                  <a:lnTo>
                    <a:pt x="2191839" y="2640985"/>
                  </a:lnTo>
                  <a:lnTo>
                    <a:pt x="2223280" y="2527443"/>
                  </a:lnTo>
                  <a:lnTo>
                    <a:pt x="2254789" y="2413133"/>
                  </a:lnTo>
                  <a:lnTo>
                    <a:pt x="2286320" y="2298579"/>
                  </a:lnTo>
                  <a:lnTo>
                    <a:pt x="2317825" y="2184311"/>
                  </a:lnTo>
                  <a:lnTo>
                    <a:pt x="2349258" y="2070855"/>
                  </a:lnTo>
                  <a:lnTo>
                    <a:pt x="2380575" y="1958719"/>
                  </a:lnTo>
                  <a:lnTo>
                    <a:pt x="2411737" y="1848388"/>
                  </a:lnTo>
                  <a:lnTo>
                    <a:pt x="2442712" y="1740312"/>
                  </a:lnTo>
                  <a:lnTo>
                    <a:pt x="2473475" y="1634901"/>
                  </a:lnTo>
                  <a:lnTo>
                    <a:pt x="2504013" y="1532520"/>
                  </a:lnTo>
                  <a:lnTo>
                    <a:pt x="2534322" y="1433482"/>
                  </a:lnTo>
                  <a:lnTo>
                    <a:pt x="2564410" y="1338046"/>
                  </a:lnTo>
                  <a:lnTo>
                    <a:pt x="2594298" y="1246417"/>
                  </a:lnTo>
                  <a:lnTo>
                    <a:pt x="2624024" y="1158747"/>
                  </a:lnTo>
                  <a:lnTo>
                    <a:pt x="2653637" y="1075133"/>
                  </a:lnTo>
                  <a:lnTo>
                    <a:pt x="2683204" y="995623"/>
                  </a:lnTo>
                  <a:lnTo>
                    <a:pt x="2712810" y="920216"/>
                  </a:lnTo>
                  <a:lnTo>
                    <a:pt x="2742559" y="848869"/>
                  </a:lnTo>
                  <a:lnTo>
                    <a:pt x="2770117" y="786839"/>
                  </a:lnTo>
                  <a:lnTo>
                    <a:pt x="2813784" y="696744"/>
                  </a:lnTo>
                  <a:lnTo>
                    <a:pt x="2858713" y="614714"/>
                  </a:lnTo>
                  <a:lnTo>
                    <a:pt x="2905451" y="540434"/>
                  </a:lnTo>
                  <a:lnTo>
                    <a:pt x="2954614" y="473325"/>
                  </a:lnTo>
                  <a:lnTo>
                    <a:pt x="3006845" y="412697"/>
                  </a:lnTo>
                  <a:lnTo>
                    <a:pt x="3062772" y="357850"/>
                  </a:lnTo>
                  <a:lnTo>
                    <a:pt x="3122957" y="308134"/>
                  </a:lnTo>
                  <a:lnTo>
                    <a:pt x="3187837" y="262988"/>
                  </a:lnTo>
                  <a:lnTo>
                    <a:pt x="3257647" y="221953"/>
                  </a:lnTo>
                  <a:lnTo>
                    <a:pt x="3332312" y="184690"/>
                  </a:lnTo>
                  <a:lnTo>
                    <a:pt x="3411339" y="150979"/>
                  </a:lnTo>
                  <a:lnTo>
                    <a:pt x="3493694" y="120715"/>
                  </a:lnTo>
                  <a:lnTo>
                    <a:pt x="3577720" y="93887"/>
                  </a:lnTo>
                  <a:lnTo>
                    <a:pt x="3661125" y="70555"/>
                  </a:lnTo>
                  <a:lnTo>
                    <a:pt x="3741084" y="50793"/>
                  </a:lnTo>
                  <a:lnTo>
                    <a:pt x="3814507" y="34641"/>
                  </a:lnTo>
                  <a:lnTo>
                    <a:pt x="3878437" y="22037"/>
                  </a:lnTo>
                  <a:lnTo>
                    <a:pt x="3930536" y="12780"/>
                  </a:lnTo>
                  <a:lnTo>
                    <a:pt x="3969528" y="6506"/>
                  </a:lnTo>
                  <a:lnTo>
                    <a:pt x="3995484" y="2710"/>
                  </a:lnTo>
                  <a:lnTo>
                    <a:pt x="4009897" y="787"/>
                  </a:lnTo>
                  <a:lnTo>
                    <a:pt x="4015564" y="95"/>
                  </a:lnTo>
                  <a:lnTo>
                    <a:pt x="4016409" y="0"/>
                  </a:lnTo>
                  <a:lnTo>
                    <a:pt x="4538543" y="0"/>
                  </a:lnTo>
                  <a:lnTo>
                    <a:pt x="4539729" y="66"/>
                  </a:lnTo>
                  <a:lnTo>
                    <a:pt x="4547495" y="543"/>
                  </a:lnTo>
                  <a:lnTo>
                    <a:pt x="4566956" y="1861"/>
                  </a:lnTo>
                  <a:lnTo>
                    <a:pt x="4601450" y="4451"/>
                  </a:lnTo>
                  <a:lnTo>
                    <a:pt x="4652255" y="8699"/>
                  </a:lnTo>
                  <a:lnTo>
                    <a:pt x="4718504" y="14901"/>
                  </a:lnTo>
                  <a:lnTo>
                    <a:pt x="4797498" y="23235"/>
                  </a:lnTo>
                  <a:lnTo>
                    <a:pt x="4885367" y="33766"/>
                  </a:lnTo>
                  <a:lnTo>
                    <a:pt x="4977879" y="46477"/>
                  </a:lnTo>
                  <a:lnTo>
                    <a:pt x="5071146" y="61319"/>
                  </a:lnTo>
                  <a:lnTo>
                    <a:pt x="5162083" y="78255"/>
                  </a:lnTo>
                  <a:lnTo>
                    <a:pt x="5248569" y="97302"/>
                  </a:lnTo>
                  <a:lnTo>
                    <a:pt x="5329411" y="118554"/>
                  </a:lnTo>
                  <a:lnTo>
                    <a:pt x="5404173" y="142191"/>
                  </a:lnTo>
                  <a:lnTo>
                    <a:pt x="5472982" y="168484"/>
                  </a:lnTo>
                  <a:lnTo>
                    <a:pt x="5536342" y="197788"/>
                  </a:lnTo>
                  <a:lnTo>
                    <a:pt x="5594985" y="230528"/>
                  </a:lnTo>
                  <a:lnTo>
                    <a:pt x="5649759" y="267172"/>
                  </a:lnTo>
                  <a:lnTo>
                    <a:pt x="5701543" y="308189"/>
                  </a:lnTo>
                  <a:lnTo>
                    <a:pt x="5751177" y="353961"/>
                  </a:lnTo>
                  <a:lnTo>
                    <a:pt x="5784835" y="388713"/>
                  </a:lnTo>
                  <a:lnTo>
                    <a:pt x="5824845" y="433839"/>
                  </a:lnTo>
                  <a:lnTo>
                    <a:pt x="5864474" y="482507"/>
                  </a:lnTo>
                  <a:lnTo>
                    <a:pt x="5903989" y="534786"/>
                  </a:lnTo>
                  <a:lnTo>
                    <a:pt x="5943595" y="590681"/>
                  </a:lnTo>
                  <a:lnTo>
                    <a:pt x="5983443" y="650120"/>
                  </a:lnTo>
                  <a:lnTo>
                    <a:pt x="6023632" y="712951"/>
                  </a:lnTo>
                  <a:lnTo>
                    <a:pt x="6064215" y="778935"/>
                  </a:lnTo>
                  <a:lnTo>
                    <a:pt x="6105207" y="847751"/>
                  </a:lnTo>
                  <a:lnTo>
                    <a:pt x="6146582" y="918993"/>
                  </a:lnTo>
                  <a:lnTo>
                    <a:pt x="6188285" y="992181"/>
                  </a:lnTo>
                  <a:lnTo>
                    <a:pt x="6230234" y="1066772"/>
                  </a:lnTo>
                  <a:lnTo>
                    <a:pt x="6272330" y="1142177"/>
                  </a:lnTo>
                  <a:lnTo>
                    <a:pt x="6314462" y="1217781"/>
                  </a:lnTo>
                  <a:lnTo>
                    <a:pt x="6356517" y="1292958"/>
                  </a:lnTo>
                  <a:lnTo>
                    <a:pt x="6398386" y="1367102"/>
                  </a:lnTo>
                  <a:lnTo>
                    <a:pt x="6439977" y="1439637"/>
                  </a:lnTo>
                  <a:lnTo>
                    <a:pt x="6481217" y="1510042"/>
                  </a:lnTo>
                  <a:lnTo>
                    <a:pt x="6522060" y="1577863"/>
                  </a:lnTo>
                  <a:lnTo>
                    <a:pt x="6562496" y="1642726"/>
                  </a:lnTo>
                  <a:lnTo>
                    <a:pt x="6602551" y="1704337"/>
                  </a:lnTo>
                  <a:lnTo>
                    <a:pt x="6642296" y="1762491"/>
                  </a:lnTo>
                  <a:lnTo>
                    <a:pt x="6681849" y="1817065"/>
                  </a:lnTo>
                  <a:lnTo>
                    <a:pt x="6721378" y="1868018"/>
                  </a:lnTo>
                  <a:lnTo>
                    <a:pt x="6761112" y="1915377"/>
                  </a:lnTo>
                  <a:lnTo>
                    <a:pt x="6786527" y="1943568"/>
                  </a:lnTo>
                  <a:lnTo>
                    <a:pt x="6835104" y="1992764"/>
                  </a:lnTo>
                  <a:lnTo>
                    <a:pt x="6885308" y="2037058"/>
                  </a:lnTo>
                  <a:lnTo>
                    <a:pt x="6937910" y="2076699"/>
                  </a:lnTo>
                  <a:lnTo>
                    <a:pt x="6993768" y="2112105"/>
                  </a:lnTo>
                  <a:lnTo>
                    <a:pt x="7053759" y="2143751"/>
                  </a:lnTo>
                  <a:lnTo>
                    <a:pt x="7118708" y="2172096"/>
                  </a:lnTo>
                  <a:lnTo>
                    <a:pt x="7189289" y="2197547"/>
                  </a:lnTo>
                  <a:lnTo>
                    <a:pt x="7265909" y="2220434"/>
                  </a:lnTo>
                  <a:lnTo>
                    <a:pt x="7348545" y="2241000"/>
                  </a:lnTo>
                  <a:lnTo>
                    <a:pt x="7436552" y="2259399"/>
                  </a:lnTo>
                  <a:lnTo>
                    <a:pt x="7528467" y="2275700"/>
                  </a:lnTo>
                  <a:lnTo>
                    <a:pt x="7621874" y="2289898"/>
                  </a:lnTo>
                  <a:lnTo>
                    <a:pt x="7713412" y="2301951"/>
                  </a:lnTo>
                  <a:lnTo>
                    <a:pt x="7799028" y="2311813"/>
                  </a:lnTo>
                  <a:lnTo>
                    <a:pt x="7874515" y="2319486"/>
                  </a:lnTo>
                  <a:lnTo>
                    <a:pt x="7936277" y="2325069"/>
                  </a:lnTo>
                  <a:lnTo>
                    <a:pt x="7982116" y="2328777"/>
                  </a:lnTo>
                  <a:lnTo>
                    <a:pt x="8011802" y="2330936"/>
                  </a:lnTo>
                  <a:lnTo>
                    <a:pt x="8027264" y="2331952"/>
                  </a:lnTo>
                  <a:lnTo>
                    <a:pt x="8032413" y="2332259"/>
                  </a:lnTo>
                  <a:lnTo>
                    <a:pt x="8032819" y="2332281"/>
                  </a:lnTo>
                  <a:lnTo>
                    <a:pt x="8554953" y="2332281"/>
                  </a:lnTo>
                  <a:lnTo>
                    <a:pt x="8554953" y="2332281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708" name="pl1708"/>
            <p:cNvSpPr/>
            <p:nvPr/>
          </p:nvSpPr>
          <p:spPr>
            <a:xfrm>
              <a:off x="386606" y="598239"/>
              <a:ext cx="8554953" cy="4721035"/>
            </a:xfrm>
            <a:custGeom>
              <a:avLst/>
              <a:pathLst>
                <a:path w="8554953" h="4721035">
                  <a:moveTo>
                    <a:pt x="8554953" y="2332281"/>
                  </a:moveTo>
                  <a:lnTo>
                    <a:pt x="8032819" y="2332281"/>
                  </a:lnTo>
                  <a:lnTo>
                    <a:pt x="8031633" y="2332214"/>
                  </a:lnTo>
                  <a:lnTo>
                    <a:pt x="8023867" y="2331738"/>
                  </a:lnTo>
                  <a:lnTo>
                    <a:pt x="8004406" y="2330420"/>
                  </a:lnTo>
                  <a:lnTo>
                    <a:pt x="7969911" y="2327830"/>
                  </a:lnTo>
                  <a:lnTo>
                    <a:pt x="7919107" y="2323581"/>
                  </a:lnTo>
                  <a:lnTo>
                    <a:pt x="7852858" y="2317380"/>
                  </a:lnTo>
                  <a:lnTo>
                    <a:pt x="7773864" y="2309046"/>
                  </a:lnTo>
                  <a:lnTo>
                    <a:pt x="7685995" y="2298515"/>
                  </a:lnTo>
                  <a:lnTo>
                    <a:pt x="7593483" y="2285803"/>
                  </a:lnTo>
                  <a:lnTo>
                    <a:pt x="7500215" y="2270962"/>
                  </a:lnTo>
                  <a:lnTo>
                    <a:pt x="7409279" y="2254026"/>
                  </a:lnTo>
                  <a:lnTo>
                    <a:pt x="7322792" y="2234978"/>
                  </a:lnTo>
                  <a:lnTo>
                    <a:pt x="7241951" y="2213727"/>
                  </a:lnTo>
                  <a:lnTo>
                    <a:pt x="7167189" y="2190089"/>
                  </a:lnTo>
                  <a:lnTo>
                    <a:pt x="7098380" y="2163796"/>
                  </a:lnTo>
                  <a:lnTo>
                    <a:pt x="7035020" y="2134493"/>
                  </a:lnTo>
                  <a:lnTo>
                    <a:pt x="6976377" y="2101753"/>
                  </a:lnTo>
                  <a:lnTo>
                    <a:pt x="6921603" y="2065108"/>
                  </a:lnTo>
                  <a:lnTo>
                    <a:pt x="6869819" y="2024091"/>
                  </a:lnTo>
                  <a:lnTo>
                    <a:pt x="6820185" y="1978320"/>
                  </a:lnTo>
                  <a:lnTo>
                    <a:pt x="6786527" y="1943568"/>
                  </a:lnTo>
                  <a:lnTo>
                    <a:pt x="6746517" y="1898441"/>
                  </a:lnTo>
                  <a:lnTo>
                    <a:pt x="6706888" y="1849774"/>
                  </a:lnTo>
                  <a:lnTo>
                    <a:pt x="6667373" y="1797494"/>
                  </a:lnTo>
                  <a:lnTo>
                    <a:pt x="6627767" y="1741600"/>
                  </a:lnTo>
                  <a:lnTo>
                    <a:pt x="6587919" y="1682161"/>
                  </a:lnTo>
                  <a:lnTo>
                    <a:pt x="6547730" y="1619330"/>
                  </a:lnTo>
                  <a:lnTo>
                    <a:pt x="6507147" y="1553345"/>
                  </a:lnTo>
                  <a:lnTo>
                    <a:pt x="6466155" y="1484529"/>
                  </a:lnTo>
                  <a:lnTo>
                    <a:pt x="6424780" y="1413287"/>
                  </a:lnTo>
                  <a:lnTo>
                    <a:pt x="6383077" y="1340100"/>
                  </a:lnTo>
                  <a:lnTo>
                    <a:pt x="6341128" y="1265509"/>
                  </a:lnTo>
                  <a:lnTo>
                    <a:pt x="6299032" y="1190103"/>
                  </a:lnTo>
                  <a:lnTo>
                    <a:pt x="6256900" y="1114500"/>
                  </a:lnTo>
                  <a:lnTo>
                    <a:pt x="6214845" y="1039322"/>
                  </a:lnTo>
                  <a:lnTo>
                    <a:pt x="6172976" y="965179"/>
                  </a:lnTo>
                  <a:lnTo>
                    <a:pt x="6131385" y="892644"/>
                  </a:lnTo>
                  <a:lnTo>
                    <a:pt x="6090145" y="822239"/>
                  </a:lnTo>
                  <a:lnTo>
                    <a:pt x="6049302" y="754417"/>
                  </a:lnTo>
                  <a:lnTo>
                    <a:pt x="6008866" y="689555"/>
                  </a:lnTo>
                  <a:lnTo>
                    <a:pt x="5968811" y="627944"/>
                  </a:lnTo>
                  <a:lnTo>
                    <a:pt x="5929066" y="569790"/>
                  </a:lnTo>
                  <a:lnTo>
                    <a:pt x="5889513" y="515215"/>
                  </a:lnTo>
                  <a:lnTo>
                    <a:pt x="5849984" y="464263"/>
                  </a:lnTo>
                  <a:lnTo>
                    <a:pt x="5810250" y="416904"/>
                  </a:lnTo>
                  <a:lnTo>
                    <a:pt x="5784835" y="388713"/>
                  </a:lnTo>
                  <a:lnTo>
                    <a:pt x="5736258" y="339517"/>
                  </a:lnTo>
                  <a:lnTo>
                    <a:pt x="5686054" y="295223"/>
                  </a:lnTo>
                  <a:lnTo>
                    <a:pt x="5633452" y="255582"/>
                  </a:lnTo>
                  <a:lnTo>
                    <a:pt x="5577594" y="220176"/>
                  </a:lnTo>
                  <a:lnTo>
                    <a:pt x="5517602" y="188530"/>
                  </a:lnTo>
                  <a:lnTo>
                    <a:pt x="5452654" y="160184"/>
                  </a:lnTo>
                  <a:lnTo>
                    <a:pt x="5382073" y="134733"/>
                  </a:lnTo>
                  <a:lnTo>
                    <a:pt x="5305453" y="111847"/>
                  </a:lnTo>
                  <a:lnTo>
                    <a:pt x="5222817" y="91280"/>
                  </a:lnTo>
                  <a:lnTo>
                    <a:pt x="5134810" y="72881"/>
                  </a:lnTo>
                  <a:lnTo>
                    <a:pt x="5042895" y="56581"/>
                  </a:lnTo>
                  <a:lnTo>
                    <a:pt x="4949488" y="42382"/>
                  </a:lnTo>
                  <a:lnTo>
                    <a:pt x="4857950" y="30329"/>
                  </a:lnTo>
                  <a:lnTo>
                    <a:pt x="4772334" y="20468"/>
                  </a:lnTo>
                  <a:lnTo>
                    <a:pt x="4696847" y="12794"/>
                  </a:lnTo>
                  <a:lnTo>
                    <a:pt x="4635085" y="7212"/>
                  </a:lnTo>
                  <a:lnTo>
                    <a:pt x="4589246" y="3504"/>
                  </a:lnTo>
                  <a:lnTo>
                    <a:pt x="4559560" y="1345"/>
                  </a:lnTo>
                  <a:lnTo>
                    <a:pt x="4544098" y="329"/>
                  </a:lnTo>
                  <a:lnTo>
                    <a:pt x="4538949" y="22"/>
                  </a:lnTo>
                  <a:lnTo>
                    <a:pt x="4538543" y="0"/>
                  </a:lnTo>
                  <a:lnTo>
                    <a:pt x="4016409" y="0"/>
                  </a:lnTo>
                  <a:lnTo>
                    <a:pt x="4015539" y="98"/>
                  </a:lnTo>
                  <a:lnTo>
                    <a:pt x="4009801" y="799"/>
                  </a:lnTo>
                  <a:lnTo>
                    <a:pt x="3995285" y="2738"/>
                  </a:lnTo>
                  <a:lnTo>
                    <a:pt x="3969204" y="6556"/>
                  </a:lnTo>
                  <a:lnTo>
                    <a:pt x="3930080" y="12857"/>
                  </a:lnTo>
                  <a:lnTo>
                    <a:pt x="3877854" y="22146"/>
                  </a:lnTo>
                  <a:lnTo>
                    <a:pt x="3813816" y="34784"/>
                  </a:lnTo>
                  <a:lnTo>
                    <a:pt x="3740313" y="50973"/>
                  </a:lnTo>
                  <a:lnTo>
                    <a:pt x="3660304" y="70770"/>
                  </a:lnTo>
                  <a:lnTo>
                    <a:pt x="3576880" y="94138"/>
                  </a:lnTo>
                  <a:lnTo>
                    <a:pt x="3492859" y="121000"/>
                  </a:lnTo>
                  <a:lnTo>
                    <a:pt x="3410531" y="151299"/>
                  </a:lnTo>
                  <a:lnTo>
                    <a:pt x="3331543" y="185044"/>
                  </a:lnTo>
                  <a:lnTo>
                    <a:pt x="3256925" y="222344"/>
                  </a:lnTo>
                  <a:lnTo>
                    <a:pt x="3187165" y="263418"/>
                  </a:lnTo>
                  <a:lnTo>
                    <a:pt x="3122333" y="308608"/>
                  </a:lnTo>
                  <a:lnTo>
                    <a:pt x="3062193" y="358371"/>
                  </a:lnTo>
                  <a:lnTo>
                    <a:pt x="3006306" y="413273"/>
                  </a:lnTo>
                  <a:lnTo>
                    <a:pt x="2954109" y="473962"/>
                  </a:lnTo>
                  <a:lnTo>
                    <a:pt x="2904973" y="541140"/>
                  </a:lnTo>
                  <a:lnTo>
                    <a:pt x="2858256" y="615494"/>
                  </a:lnTo>
                  <a:lnTo>
                    <a:pt x="2813343" y="697604"/>
                  </a:lnTo>
                  <a:lnTo>
                    <a:pt x="2770117" y="786839"/>
                  </a:lnTo>
                  <a:lnTo>
                    <a:pt x="2740128" y="854528"/>
                  </a:lnTo>
                  <a:lnTo>
                    <a:pt x="2710396" y="926202"/>
                  </a:lnTo>
                  <a:lnTo>
                    <a:pt x="2680797" y="1001942"/>
                  </a:lnTo>
                  <a:lnTo>
                    <a:pt x="2651229" y="1081787"/>
                  </a:lnTo>
                  <a:lnTo>
                    <a:pt x="2621609" y="1165734"/>
                  </a:lnTo>
                  <a:lnTo>
                    <a:pt x="2591872" y="1253731"/>
                  </a:lnTo>
                  <a:lnTo>
                    <a:pt x="2561968" y="1345676"/>
                  </a:lnTo>
                  <a:lnTo>
                    <a:pt x="2531863" y="1441413"/>
                  </a:lnTo>
                  <a:lnTo>
                    <a:pt x="2501535" y="1540734"/>
                  </a:lnTo>
                  <a:lnTo>
                    <a:pt x="2470979" y="1643374"/>
                  </a:lnTo>
                  <a:lnTo>
                    <a:pt x="2440198" y="1749016"/>
                  </a:lnTo>
                  <a:lnTo>
                    <a:pt x="2409207" y="1857292"/>
                  </a:lnTo>
                  <a:lnTo>
                    <a:pt x="2378031" y="1967788"/>
                  </a:lnTo>
                  <a:lnTo>
                    <a:pt x="2346703" y="2080050"/>
                  </a:lnTo>
                  <a:lnTo>
                    <a:pt x="2315263" y="2193591"/>
                  </a:lnTo>
                  <a:lnTo>
                    <a:pt x="2283753" y="2307901"/>
                  </a:lnTo>
                  <a:lnTo>
                    <a:pt x="2252222" y="2422455"/>
                  </a:lnTo>
                  <a:lnTo>
                    <a:pt x="2220717" y="2536723"/>
                  </a:lnTo>
                  <a:lnTo>
                    <a:pt x="2189284" y="2650179"/>
                  </a:lnTo>
                  <a:lnTo>
                    <a:pt x="2157967" y="2762315"/>
                  </a:lnTo>
                  <a:lnTo>
                    <a:pt x="2126805" y="2872646"/>
                  </a:lnTo>
                  <a:lnTo>
                    <a:pt x="2095830" y="2980722"/>
                  </a:lnTo>
                  <a:lnTo>
                    <a:pt x="2065067" y="3086133"/>
                  </a:lnTo>
                  <a:lnTo>
                    <a:pt x="2034529" y="3188514"/>
                  </a:lnTo>
                  <a:lnTo>
                    <a:pt x="2004220" y="3287552"/>
                  </a:lnTo>
                  <a:lnTo>
                    <a:pt x="1974133" y="3382988"/>
                  </a:lnTo>
                  <a:lnTo>
                    <a:pt x="1944244" y="3474617"/>
                  </a:lnTo>
                  <a:lnTo>
                    <a:pt x="1914518" y="3562287"/>
                  </a:lnTo>
                  <a:lnTo>
                    <a:pt x="1884905" y="3645901"/>
                  </a:lnTo>
                  <a:lnTo>
                    <a:pt x="1855338" y="3725411"/>
                  </a:lnTo>
                  <a:lnTo>
                    <a:pt x="1825732" y="3800818"/>
                  </a:lnTo>
                  <a:lnTo>
                    <a:pt x="1795984" y="3872165"/>
                  </a:lnTo>
                  <a:lnTo>
                    <a:pt x="1768425" y="3934195"/>
                  </a:lnTo>
                  <a:lnTo>
                    <a:pt x="1724758" y="4024290"/>
                  </a:lnTo>
                  <a:lnTo>
                    <a:pt x="1679829" y="4106320"/>
                  </a:lnTo>
                  <a:lnTo>
                    <a:pt x="1633091" y="4180600"/>
                  </a:lnTo>
                  <a:lnTo>
                    <a:pt x="1583928" y="4247709"/>
                  </a:lnTo>
                  <a:lnTo>
                    <a:pt x="1531697" y="4308337"/>
                  </a:lnTo>
                  <a:lnTo>
                    <a:pt x="1475770" y="4363184"/>
                  </a:lnTo>
                  <a:lnTo>
                    <a:pt x="1415586" y="4412900"/>
                  </a:lnTo>
                  <a:lnTo>
                    <a:pt x="1350705" y="4458046"/>
                  </a:lnTo>
                  <a:lnTo>
                    <a:pt x="1280896" y="4499081"/>
                  </a:lnTo>
                  <a:lnTo>
                    <a:pt x="1206230" y="4536344"/>
                  </a:lnTo>
                  <a:lnTo>
                    <a:pt x="1127203" y="4570055"/>
                  </a:lnTo>
                  <a:lnTo>
                    <a:pt x="1044848" y="4600320"/>
                  </a:lnTo>
                  <a:lnTo>
                    <a:pt x="960822" y="4627147"/>
                  </a:lnTo>
                  <a:lnTo>
                    <a:pt x="877417" y="4650479"/>
                  </a:lnTo>
                  <a:lnTo>
                    <a:pt x="797458" y="4670241"/>
                  </a:lnTo>
                  <a:lnTo>
                    <a:pt x="724035" y="4686393"/>
                  </a:lnTo>
                  <a:lnTo>
                    <a:pt x="660105" y="4698997"/>
                  </a:lnTo>
                  <a:lnTo>
                    <a:pt x="608006" y="4708254"/>
                  </a:lnTo>
                  <a:lnTo>
                    <a:pt x="569014" y="4714528"/>
                  </a:lnTo>
                  <a:lnTo>
                    <a:pt x="543059" y="4718324"/>
                  </a:lnTo>
                  <a:lnTo>
                    <a:pt x="528646" y="4720247"/>
                  </a:lnTo>
                  <a:lnTo>
                    <a:pt x="522978" y="4720939"/>
                  </a:lnTo>
                  <a:lnTo>
                    <a:pt x="522133" y="4721035"/>
                  </a:lnTo>
                  <a:lnTo>
                    <a:pt x="0" y="4721035"/>
                  </a:lnTo>
                  <a:lnTo>
                    <a:pt x="0" y="4721035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709" name="pg1709"/>
            <p:cNvSpPr/>
            <p:nvPr/>
          </p:nvSpPr>
          <p:spPr>
            <a:xfrm>
              <a:off x="386606" y="1072601"/>
              <a:ext cx="8554953" cy="4257967"/>
            </a:xfrm>
            <a:custGeom>
              <a:avLst/>
              <a:pathLst>
                <a:path w="8554953" h="4257967">
                  <a:moveTo>
                    <a:pt x="0" y="4257967"/>
                  </a:moveTo>
                  <a:lnTo>
                    <a:pt x="522133" y="4257967"/>
                  </a:lnTo>
                  <a:lnTo>
                    <a:pt x="523038" y="4257874"/>
                  </a:lnTo>
                  <a:lnTo>
                    <a:pt x="528998" y="4257217"/>
                  </a:lnTo>
                  <a:lnTo>
                    <a:pt x="544062" y="4255399"/>
                  </a:lnTo>
                  <a:lnTo>
                    <a:pt x="571085" y="4251820"/>
                  </a:lnTo>
                  <a:lnTo>
                    <a:pt x="611537" y="4245917"/>
                  </a:lnTo>
                  <a:lnTo>
                    <a:pt x="665391" y="4237224"/>
                  </a:lnTo>
                  <a:lnTo>
                    <a:pt x="731214" y="4225414"/>
                  </a:lnTo>
                  <a:lnTo>
                    <a:pt x="806490" y="4210311"/>
                  </a:lnTo>
                  <a:lnTo>
                    <a:pt x="888106" y="4191870"/>
                  </a:lnTo>
                  <a:lnTo>
                    <a:pt x="972861" y="4170135"/>
                  </a:lnTo>
                  <a:lnTo>
                    <a:pt x="1057882" y="4145179"/>
                  </a:lnTo>
                  <a:lnTo>
                    <a:pt x="1140879" y="4117046"/>
                  </a:lnTo>
                  <a:lnTo>
                    <a:pt x="1220235" y="4085716"/>
                  </a:lnTo>
                  <a:lnTo>
                    <a:pt x="1294985" y="4051072"/>
                  </a:lnTo>
                  <a:lnTo>
                    <a:pt x="1364704" y="4012887"/>
                  </a:lnTo>
                  <a:lnTo>
                    <a:pt x="1429391" y="3970818"/>
                  </a:lnTo>
                  <a:lnTo>
                    <a:pt x="1489341" y="3924416"/>
                  </a:lnTo>
                  <a:lnTo>
                    <a:pt x="1545048" y="3873132"/>
                  </a:lnTo>
                  <a:lnTo>
                    <a:pt x="1597117" y="3816343"/>
                  </a:lnTo>
                  <a:lnTo>
                    <a:pt x="1646209" y="3753389"/>
                  </a:lnTo>
                  <a:lnTo>
                    <a:pt x="1692989" y="3683640"/>
                  </a:lnTo>
                  <a:lnTo>
                    <a:pt x="1738084" y="3606606"/>
                  </a:lnTo>
                  <a:lnTo>
                    <a:pt x="1768425" y="3549247"/>
                  </a:lnTo>
                  <a:lnTo>
                    <a:pt x="1799849" y="3485255"/>
                  </a:lnTo>
                  <a:lnTo>
                    <a:pt x="1830998" y="3417315"/>
                  </a:lnTo>
                  <a:lnTo>
                    <a:pt x="1862013" y="3345348"/>
                  </a:lnTo>
                  <a:lnTo>
                    <a:pt x="1893007" y="3269316"/>
                  </a:lnTo>
                  <a:lnTo>
                    <a:pt x="1924074" y="3189233"/>
                  </a:lnTo>
                  <a:lnTo>
                    <a:pt x="1955284" y="3105162"/>
                  </a:lnTo>
                  <a:lnTo>
                    <a:pt x="1986689" y="3017224"/>
                  </a:lnTo>
                  <a:lnTo>
                    <a:pt x="2018325" y="2925597"/>
                  </a:lnTo>
                  <a:lnTo>
                    <a:pt x="2050210" y="2830520"/>
                  </a:lnTo>
                  <a:lnTo>
                    <a:pt x="2082345" y="2732288"/>
                  </a:lnTo>
                  <a:lnTo>
                    <a:pt x="2114721" y="2631256"/>
                  </a:lnTo>
                  <a:lnTo>
                    <a:pt x="2147314" y="2527829"/>
                  </a:lnTo>
                  <a:lnTo>
                    <a:pt x="2180090" y="2422461"/>
                  </a:lnTo>
                  <a:lnTo>
                    <a:pt x="2213006" y="2315644"/>
                  </a:lnTo>
                  <a:lnTo>
                    <a:pt x="2246015" y="2207898"/>
                  </a:lnTo>
                  <a:lnTo>
                    <a:pt x="2279061" y="2099766"/>
                  </a:lnTo>
                  <a:lnTo>
                    <a:pt x="2312092" y="1991798"/>
                  </a:lnTo>
                  <a:lnTo>
                    <a:pt x="2345052" y="1884537"/>
                  </a:lnTo>
                  <a:lnTo>
                    <a:pt x="2377891" y="1778517"/>
                  </a:lnTo>
                  <a:lnTo>
                    <a:pt x="2410563" y="1674242"/>
                  </a:lnTo>
                  <a:lnTo>
                    <a:pt x="2443031" y="1572183"/>
                  </a:lnTo>
                  <a:lnTo>
                    <a:pt x="2475266" y="1472764"/>
                  </a:lnTo>
                  <a:lnTo>
                    <a:pt x="2507254" y="1376362"/>
                  </a:lnTo>
                  <a:lnTo>
                    <a:pt x="2538989" y="1283297"/>
                  </a:lnTo>
                  <a:lnTo>
                    <a:pt x="2570486" y="1193831"/>
                  </a:lnTo>
                  <a:lnTo>
                    <a:pt x="2601770" y="1108166"/>
                  </a:lnTo>
                  <a:lnTo>
                    <a:pt x="2632887" y="1026447"/>
                  </a:lnTo>
                  <a:lnTo>
                    <a:pt x="2663901" y="948760"/>
                  </a:lnTo>
                  <a:lnTo>
                    <a:pt x="2694895" y="875138"/>
                  </a:lnTo>
                  <a:lnTo>
                    <a:pt x="2725974" y="805564"/>
                  </a:lnTo>
                  <a:lnTo>
                    <a:pt x="2757268" y="739976"/>
                  </a:lnTo>
                  <a:lnTo>
                    <a:pt x="2770117" y="714367"/>
                  </a:lnTo>
                  <a:lnTo>
                    <a:pt x="2814373" y="632187"/>
                  </a:lnTo>
                  <a:lnTo>
                    <a:pt x="2859931" y="557462"/>
                  </a:lnTo>
                  <a:lnTo>
                    <a:pt x="2907362" y="489894"/>
                  </a:lnTo>
                  <a:lnTo>
                    <a:pt x="2957310" y="428932"/>
                  </a:lnTo>
                  <a:lnTo>
                    <a:pt x="3010444" y="373930"/>
                  </a:lnTo>
                  <a:lnTo>
                    <a:pt x="3067413" y="324232"/>
                  </a:lnTo>
                  <a:lnTo>
                    <a:pt x="3128795" y="279236"/>
                  </a:lnTo>
                  <a:lnTo>
                    <a:pt x="3195031" y="238421"/>
                  </a:lnTo>
                  <a:lnTo>
                    <a:pt x="3266336" y="201371"/>
                  </a:lnTo>
                  <a:lnTo>
                    <a:pt x="3342590" y="167780"/>
                  </a:lnTo>
                  <a:lnTo>
                    <a:pt x="3423214" y="137455"/>
                  </a:lnTo>
                  <a:lnTo>
                    <a:pt x="3507047" y="110311"/>
                  </a:lnTo>
                  <a:lnTo>
                    <a:pt x="3592262" y="86352"/>
                  </a:lnTo>
                  <a:lnTo>
                    <a:pt x="3676369" y="65637"/>
                  </a:lnTo>
                  <a:lnTo>
                    <a:pt x="3756357" y="48235"/>
                  </a:lnTo>
                  <a:lnTo>
                    <a:pt x="3829001" y="34168"/>
                  </a:lnTo>
                  <a:lnTo>
                    <a:pt x="3891320" y="23356"/>
                  </a:lnTo>
                  <a:lnTo>
                    <a:pt x="3941087" y="15576"/>
                  </a:lnTo>
                  <a:lnTo>
                    <a:pt x="3977285" y="10453"/>
                  </a:lnTo>
                  <a:lnTo>
                    <a:pt x="4000352" y="7486"/>
                  </a:lnTo>
                  <a:lnTo>
                    <a:pt x="4012211" y="6095"/>
                  </a:lnTo>
                  <a:lnTo>
                    <a:pt x="4016109" y="5677"/>
                  </a:lnTo>
                  <a:lnTo>
                    <a:pt x="4016409" y="5647"/>
                  </a:lnTo>
                  <a:lnTo>
                    <a:pt x="4538543" y="5647"/>
                  </a:lnTo>
                  <a:lnTo>
                    <a:pt x="4539668" y="5732"/>
                  </a:lnTo>
                  <a:lnTo>
                    <a:pt x="4547044" y="6345"/>
                  </a:lnTo>
                  <a:lnTo>
                    <a:pt x="4565560" y="8037"/>
                  </a:lnTo>
                  <a:lnTo>
                    <a:pt x="4598463" y="11365"/>
                  </a:lnTo>
                  <a:lnTo>
                    <a:pt x="4647090" y="16829"/>
                  </a:lnTo>
                  <a:lnTo>
                    <a:pt x="4710775" y="24821"/>
                  </a:lnTo>
                  <a:lnTo>
                    <a:pt x="4787104" y="35585"/>
                  </a:lnTo>
                  <a:lnTo>
                    <a:pt x="4872497" y="49220"/>
                  </a:lnTo>
                  <a:lnTo>
                    <a:pt x="4962942" y="65715"/>
                  </a:lnTo>
                  <a:lnTo>
                    <a:pt x="5054669" y="85008"/>
                  </a:lnTo>
                  <a:lnTo>
                    <a:pt x="5144608" y="107045"/>
                  </a:lnTo>
                  <a:lnTo>
                    <a:pt x="5230576" y="131832"/>
                  </a:lnTo>
                  <a:lnTo>
                    <a:pt x="5311273" y="159467"/>
                  </a:lnTo>
                  <a:lnTo>
                    <a:pt x="5386145" y="190157"/>
                  </a:lnTo>
                  <a:lnTo>
                    <a:pt x="5455202" y="224222"/>
                  </a:lnTo>
                  <a:lnTo>
                    <a:pt x="5518845" y="262092"/>
                  </a:lnTo>
                  <a:lnTo>
                    <a:pt x="5577720" y="304290"/>
                  </a:lnTo>
                  <a:lnTo>
                    <a:pt x="5632609" y="351409"/>
                  </a:lnTo>
                  <a:lnTo>
                    <a:pt x="5684342" y="404057"/>
                  </a:lnTo>
                  <a:lnTo>
                    <a:pt x="5733737" y="462779"/>
                  </a:lnTo>
                  <a:lnTo>
                    <a:pt x="5781527" y="527907"/>
                  </a:lnTo>
                  <a:lnTo>
                    <a:pt x="5784835" y="532716"/>
                  </a:lnTo>
                  <a:lnTo>
                    <a:pt x="5820475" y="586952"/>
                  </a:lnTo>
                  <a:lnTo>
                    <a:pt x="5855787" y="644981"/>
                  </a:lnTo>
                  <a:lnTo>
                    <a:pt x="5890968" y="706882"/>
                  </a:lnTo>
                  <a:lnTo>
                    <a:pt x="5926173" y="772675"/>
                  </a:lnTo>
                  <a:lnTo>
                    <a:pt x="5961524" y="842322"/>
                  </a:lnTo>
                  <a:lnTo>
                    <a:pt x="5997106" y="915716"/>
                  </a:lnTo>
                  <a:lnTo>
                    <a:pt x="6032978" y="992679"/>
                  </a:lnTo>
                  <a:lnTo>
                    <a:pt x="6069169" y="1072961"/>
                  </a:lnTo>
                  <a:lnTo>
                    <a:pt x="6105682" y="1156238"/>
                  </a:lnTo>
                  <a:lnTo>
                    <a:pt x="6142500" y="1242117"/>
                  </a:lnTo>
                  <a:lnTo>
                    <a:pt x="6179582" y="1330141"/>
                  </a:lnTo>
                  <a:lnTo>
                    <a:pt x="6216876" y="1419801"/>
                  </a:lnTo>
                  <a:lnTo>
                    <a:pt x="6254311" y="1510542"/>
                  </a:lnTo>
                  <a:lnTo>
                    <a:pt x="6291814" y="1601782"/>
                  </a:lnTo>
                  <a:lnTo>
                    <a:pt x="6329303" y="1692923"/>
                  </a:lnTo>
                  <a:lnTo>
                    <a:pt x="6366701" y="1783374"/>
                  </a:lnTo>
                  <a:lnTo>
                    <a:pt x="6403932" y="1872558"/>
                  </a:lnTo>
                  <a:lnTo>
                    <a:pt x="6440933" y="1959935"/>
                  </a:lnTo>
                  <a:lnTo>
                    <a:pt x="6477654" y="2045010"/>
                  </a:lnTo>
                  <a:lnTo>
                    <a:pt x="6514063" y="2127347"/>
                  </a:lnTo>
                  <a:lnTo>
                    <a:pt x="6550148" y="2206576"/>
                  </a:lnTo>
                  <a:lnTo>
                    <a:pt x="6585921" y="2282396"/>
                  </a:lnTo>
                  <a:lnTo>
                    <a:pt x="6621420" y="2354580"/>
                  </a:lnTo>
                  <a:lnTo>
                    <a:pt x="6656712" y="2422976"/>
                  </a:lnTo>
                  <a:lnTo>
                    <a:pt x="6691894" y="2487498"/>
                  </a:lnTo>
                  <a:lnTo>
                    <a:pt x="6727099" y="2548127"/>
                  </a:lnTo>
                  <a:lnTo>
                    <a:pt x="6762494" y="2604905"/>
                  </a:lnTo>
                  <a:lnTo>
                    <a:pt x="6786527" y="2640993"/>
                  </a:lnTo>
                  <a:lnTo>
                    <a:pt x="6834228" y="2706573"/>
                  </a:lnTo>
                  <a:lnTo>
                    <a:pt x="6883488" y="2765737"/>
                  </a:lnTo>
                  <a:lnTo>
                    <a:pt x="6935032" y="2818795"/>
                  </a:lnTo>
                  <a:lnTo>
                    <a:pt x="6989672" y="2866282"/>
                  </a:lnTo>
                  <a:lnTo>
                    <a:pt x="7048241" y="2908806"/>
                  </a:lnTo>
                  <a:lnTo>
                    <a:pt x="7111526" y="2946961"/>
                  </a:lnTo>
                  <a:lnTo>
                    <a:pt x="7180187" y="2981278"/>
                  </a:lnTo>
                  <a:lnTo>
                    <a:pt x="7254645" y="3012193"/>
                  </a:lnTo>
                  <a:lnTo>
                    <a:pt x="7334944" y="3040034"/>
                  </a:lnTo>
                  <a:lnTo>
                    <a:pt x="7420576" y="3065016"/>
                  </a:lnTo>
                  <a:lnTo>
                    <a:pt x="7510296" y="3087245"/>
                  </a:lnTo>
                  <a:lnTo>
                    <a:pt x="7601988" y="3106731"/>
                  </a:lnTo>
                  <a:lnTo>
                    <a:pt x="7692640" y="3123425"/>
                  </a:lnTo>
                  <a:lnTo>
                    <a:pt x="7778518" y="3137262"/>
                  </a:lnTo>
                  <a:lnTo>
                    <a:pt x="7855609" y="3148226"/>
                  </a:lnTo>
                  <a:lnTo>
                    <a:pt x="7920277" y="3156406"/>
                  </a:lnTo>
                  <a:lnTo>
                    <a:pt x="7970004" y="3162036"/>
                  </a:lnTo>
                  <a:lnTo>
                    <a:pt x="8003990" y="3165498"/>
                  </a:lnTo>
                  <a:lnTo>
                    <a:pt x="8023430" y="3167288"/>
                  </a:lnTo>
                  <a:lnTo>
                    <a:pt x="8031446" y="3167957"/>
                  </a:lnTo>
                  <a:lnTo>
                    <a:pt x="8032819" y="3168062"/>
                  </a:lnTo>
                  <a:lnTo>
                    <a:pt x="8554953" y="3168062"/>
                  </a:lnTo>
                  <a:lnTo>
                    <a:pt x="8554953" y="3162415"/>
                  </a:lnTo>
                  <a:lnTo>
                    <a:pt x="8032819" y="3162415"/>
                  </a:lnTo>
                  <a:lnTo>
                    <a:pt x="8031694" y="3162330"/>
                  </a:lnTo>
                  <a:lnTo>
                    <a:pt x="8024318" y="3161717"/>
                  </a:lnTo>
                  <a:lnTo>
                    <a:pt x="8005802" y="3160025"/>
                  </a:lnTo>
                  <a:lnTo>
                    <a:pt x="7972899" y="3156697"/>
                  </a:lnTo>
                  <a:lnTo>
                    <a:pt x="7924272" y="3151233"/>
                  </a:lnTo>
                  <a:lnTo>
                    <a:pt x="7860587" y="3143241"/>
                  </a:lnTo>
                  <a:lnTo>
                    <a:pt x="7784257" y="3132477"/>
                  </a:lnTo>
                  <a:lnTo>
                    <a:pt x="7698865" y="3118842"/>
                  </a:lnTo>
                  <a:lnTo>
                    <a:pt x="7608420" y="3102347"/>
                  </a:lnTo>
                  <a:lnTo>
                    <a:pt x="7516693" y="3083054"/>
                  </a:lnTo>
                  <a:lnTo>
                    <a:pt x="7426754" y="3061017"/>
                  </a:lnTo>
                  <a:lnTo>
                    <a:pt x="7340786" y="3036230"/>
                  </a:lnTo>
                  <a:lnTo>
                    <a:pt x="7260089" y="3008595"/>
                  </a:lnTo>
                  <a:lnTo>
                    <a:pt x="7185217" y="2977905"/>
                  </a:lnTo>
                  <a:lnTo>
                    <a:pt x="7116160" y="2943840"/>
                  </a:lnTo>
                  <a:lnTo>
                    <a:pt x="7052517" y="2905970"/>
                  </a:lnTo>
                  <a:lnTo>
                    <a:pt x="6993642" y="2863772"/>
                  </a:lnTo>
                  <a:lnTo>
                    <a:pt x="6938753" y="2816653"/>
                  </a:lnTo>
                  <a:lnTo>
                    <a:pt x="6887020" y="2764005"/>
                  </a:lnTo>
                  <a:lnTo>
                    <a:pt x="6837625" y="2705283"/>
                  </a:lnTo>
                  <a:lnTo>
                    <a:pt x="6789835" y="2640155"/>
                  </a:lnTo>
                  <a:lnTo>
                    <a:pt x="6786527" y="2635346"/>
                  </a:lnTo>
                  <a:lnTo>
                    <a:pt x="6750887" y="2581110"/>
                  </a:lnTo>
                  <a:lnTo>
                    <a:pt x="6715575" y="2523081"/>
                  </a:lnTo>
                  <a:lnTo>
                    <a:pt x="6680394" y="2461180"/>
                  </a:lnTo>
                  <a:lnTo>
                    <a:pt x="6645189" y="2395387"/>
                  </a:lnTo>
                  <a:lnTo>
                    <a:pt x="6609838" y="2325740"/>
                  </a:lnTo>
                  <a:lnTo>
                    <a:pt x="6574256" y="2252346"/>
                  </a:lnTo>
                  <a:lnTo>
                    <a:pt x="6538384" y="2175383"/>
                  </a:lnTo>
                  <a:lnTo>
                    <a:pt x="6502193" y="2095101"/>
                  </a:lnTo>
                  <a:lnTo>
                    <a:pt x="6465680" y="2011824"/>
                  </a:lnTo>
                  <a:lnTo>
                    <a:pt x="6428862" y="1925945"/>
                  </a:lnTo>
                  <a:lnTo>
                    <a:pt x="6391780" y="1837920"/>
                  </a:lnTo>
                  <a:lnTo>
                    <a:pt x="6354486" y="1748261"/>
                  </a:lnTo>
                  <a:lnTo>
                    <a:pt x="6317051" y="1657520"/>
                  </a:lnTo>
                  <a:lnTo>
                    <a:pt x="6279548" y="1566280"/>
                  </a:lnTo>
                  <a:lnTo>
                    <a:pt x="6242059" y="1475139"/>
                  </a:lnTo>
                  <a:lnTo>
                    <a:pt x="6204661" y="1384688"/>
                  </a:lnTo>
                  <a:lnTo>
                    <a:pt x="6167430" y="1295504"/>
                  </a:lnTo>
                  <a:lnTo>
                    <a:pt x="6130429" y="1208127"/>
                  </a:lnTo>
                  <a:lnTo>
                    <a:pt x="6093707" y="1123052"/>
                  </a:lnTo>
                  <a:lnTo>
                    <a:pt x="6057299" y="1040715"/>
                  </a:lnTo>
                  <a:lnTo>
                    <a:pt x="6021214" y="961486"/>
                  </a:lnTo>
                  <a:lnTo>
                    <a:pt x="5985441" y="885666"/>
                  </a:lnTo>
                  <a:lnTo>
                    <a:pt x="5949942" y="813482"/>
                  </a:lnTo>
                  <a:lnTo>
                    <a:pt x="5914650" y="745086"/>
                  </a:lnTo>
                  <a:lnTo>
                    <a:pt x="5879468" y="680564"/>
                  </a:lnTo>
                  <a:lnTo>
                    <a:pt x="5844263" y="619935"/>
                  </a:lnTo>
                  <a:lnTo>
                    <a:pt x="5808868" y="563157"/>
                  </a:lnTo>
                  <a:lnTo>
                    <a:pt x="5784835" y="527069"/>
                  </a:lnTo>
                  <a:lnTo>
                    <a:pt x="5737134" y="461489"/>
                  </a:lnTo>
                  <a:lnTo>
                    <a:pt x="5687874" y="402325"/>
                  </a:lnTo>
                  <a:lnTo>
                    <a:pt x="5636330" y="349267"/>
                  </a:lnTo>
                  <a:lnTo>
                    <a:pt x="5581690" y="301780"/>
                  </a:lnTo>
                  <a:lnTo>
                    <a:pt x="5523121" y="259256"/>
                  </a:lnTo>
                  <a:lnTo>
                    <a:pt x="5459836" y="221101"/>
                  </a:lnTo>
                  <a:lnTo>
                    <a:pt x="5391175" y="186784"/>
                  </a:lnTo>
                  <a:lnTo>
                    <a:pt x="5316717" y="155869"/>
                  </a:lnTo>
                  <a:lnTo>
                    <a:pt x="5236417" y="128028"/>
                  </a:lnTo>
                  <a:lnTo>
                    <a:pt x="5150786" y="103046"/>
                  </a:lnTo>
                  <a:lnTo>
                    <a:pt x="5061066" y="80817"/>
                  </a:lnTo>
                  <a:lnTo>
                    <a:pt x="4969373" y="61331"/>
                  </a:lnTo>
                  <a:lnTo>
                    <a:pt x="4878722" y="44637"/>
                  </a:lnTo>
                  <a:lnTo>
                    <a:pt x="4792844" y="30800"/>
                  </a:lnTo>
                  <a:lnTo>
                    <a:pt x="4715753" y="19836"/>
                  </a:lnTo>
                  <a:lnTo>
                    <a:pt x="4651085" y="11656"/>
                  </a:lnTo>
                  <a:lnTo>
                    <a:pt x="4601358" y="6026"/>
                  </a:lnTo>
                  <a:lnTo>
                    <a:pt x="4567372" y="2564"/>
                  </a:lnTo>
                  <a:lnTo>
                    <a:pt x="4547932" y="774"/>
                  </a:lnTo>
                  <a:lnTo>
                    <a:pt x="4539916" y="105"/>
                  </a:lnTo>
                  <a:lnTo>
                    <a:pt x="4538543" y="0"/>
                  </a:lnTo>
                  <a:lnTo>
                    <a:pt x="4016409" y="0"/>
                  </a:lnTo>
                  <a:lnTo>
                    <a:pt x="4015504" y="92"/>
                  </a:lnTo>
                  <a:lnTo>
                    <a:pt x="4009544" y="749"/>
                  </a:lnTo>
                  <a:lnTo>
                    <a:pt x="3994480" y="2567"/>
                  </a:lnTo>
                  <a:lnTo>
                    <a:pt x="3967458" y="6146"/>
                  </a:lnTo>
                  <a:lnTo>
                    <a:pt x="3927005" y="12049"/>
                  </a:lnTo>
                  <a:lnTo>
                    <a:pt x="3873151" y="20742"/>
                  </a:lnTo>
                  <a:lnTo>
                    <a:pt x="3807328" y="32552"/>
                  </a:lnTo>
                  <a:lnTo>
                    <a:pt x="3732052" y="47655"/>
                  </a:lnTo>
                  <a:lnTo>
                    <a:pt x="3650436" y="66096"/>
                  </a:lnTo>
                  <a:lnTo>
                    <a:pt x="3565681" y="87831"/>
                  </a:lnTo>
                  <a:lnTo>
                    <a:pt x="3480660" y="112787"/>
                  </a:lnTo>
                  <a:lnTo>
                    <a:pt x="3397664" y="140920"/>
                  </a:lnTo>
                  <a:lnTo>
                    <a:pt x="3318307" y="172250"/>
                  </a:lnTo>
                  <a:lnTo>
                    <a:pt x="3243558" y="206894"/>
                  </a:lnTo>
                  <a:lnTo>
                    <a:pt x="3173838" y="245079"/>
                  </a:lnTo>
                  <a:lnTo>
                    <a:pt x="3109152" y="287148"/>
                  </a:lnTo>
                  <a:lnTo>
                    <a:pt x="3049201" y="333550"/>
                  </a:lnTo>
                  <a:lnTo>
                    <a:pt x="2993495" y="384834"/>
                  </a:lnTo>
                  <a:lnTo>
                    <a:pt x="2941426" y="441623"/>
                  </a:lnTo>
                  <a:lnTo>
                    <a:pt x="2892334" y="504577"/>
                  </a:lnTo>
                  <a:lnTo>
                    <a:pt x="2845553" y="574326"/>
                  </a:lnTo>
                  <a:lnTo>
                    <a:pt x="2800458" y="651360"/>
                  </a:lnTo>
                  <a:lnTo>
                    <a:pt x="2770117" y="708719"/>
                  </a:lnTo>
                  <a:lnTo>
                    <a:pt x="2738693" y="772711"/>
                  </a:lnTo>
                  <a:lnTo>
                    <a:pt x="2707544" y="840651"/>
                  </a:lnTo>
                  <a:lnTo>
                    <a:pt x="2676529" y="912618"/>
                  </a:lnTo>
                  <a:lnTo>
                    <a:pt x="2645535" y="988650"/>
                  </a:lnTo>
                  <a:lnTo>
                    <a:pt x="2614468" y="1068733"/>
                  </a:lnTo>
                  <a:lnTo>
                    <a:pt x="2583258" y="1152804"/>
                  </a:lnTo>
                  <a:lnTo>
                    <a:pt x="2551853" y="1240742"/>
                  </a:lnTo>
                  <a:lnTo>
                    <a:pt x="2520217" y="1332369"/>
                  </a:lnTo>
                  <a:lnTo>
                    <a:pt x="2488333" y="1427446"/>
                  </a:lnTo>
                  <a:lnTo>
                    <a:pt x="2456197" y="1525678"/>
                  </a:lnTo>
                  <a:lnTo>
                    <a:pt x="2423821" y="1626710"/>
                  </a:lnTo>
                  <a:lnTo>
                    <a:pt x="2391228" y="1730137"/>
                  </a:lnTo>
                  <a:lnTo>
                    <a:pt x="2358452" y="1835505"/>
                  </a:lnTo>
                  <a:lnTo>
                    <a:pt x="2325536" y="1942322"/>
                  </a:lnTo>
                  <a:lnTo>
                    <a:pt x="2292528" y="2050068"/>
                  </a:lnTo>
                  <a:lnTo>
                    <a:pt x="2259481" y="2158200"/>
                  </a:lnTo>
                  <a:lnTo>
                    <a:pt x="2226450" y="2266168"/>
                  </a:lnTo>
                  <a:lnTo>
                    <a:pt x="2193490" y="2373429"/>
                  </a:lnTo>
                  <a:lnTo>
                    <a:pt x="2160651" y="2479449"/>
                  </a:lnTo>
                  <a:lnTo>
                    <a:pt x="2127979" y="2583724"/>
                  </a:lnTo>
                  <a:lnTo>
                    <a:pt x="2095511" y="2685783"/>
                  </a:lnTo>
                  <a:lnTo>
                    <a:pt x="2063276" y="2785202"/>
                  </a:lnTo>
                  <a:lnTo>
                    <a:pt x="2031289" y="2881604"/>
                  </a:lnTo>
                  <a:lnTo>
                    <a:pt x="1999553" y="2974669"/>
                  </a:lnTo>
                  <a:lnTo>
                    <a:pt x="1968057" y="3064135"/>
                  </a:lnTo>
                  <a:lnTo>
                    <a:pt x="1936772" y="3149800"/>
                  </a:lnTo>
                  <a:lnTo>
                    <a:pt x="1905655" y="3231519"/>
                  </a:lnTo>
                  <a:lnTo>
                    <a:pt x="1874641" y="3309206"/>
                  </a:lnTo>
                  <a:lnTo>
                    <a:pt x="1843647" y="3382828"/>
                  </a:lnTo>
                  <a:lnTo>
                    <a:pt x="1812568" y="3452402"/>
                  </a:lnTo>
                  <a:lnTo>
                    <a:pt x="1781274" y="3517990"/>
                  </a:lnTo>
                  <a:lnTo>
                    <a:pt x="1768425" y="3543599"/>
                  </a:lnTo>
                  <a:lnTo>
                    <a:pt x="1724169" y="3625779"/>
                  </a:lnTo>
                  <a:lnTo>
                    <a:pt x="1678612" y="3700504"/>
                  </a:lnTo>
                  <a:lnTo>
                    <a:pt x="1631180" y="3768072"/>
                  </a:lnTo>
                  <a:lnTo>
                    <a:pt x="1581232" y="3829034"/>
                  </a:lnTo>
                  <a:lnTo>
                    <a:pt x="1528098" y="3884036"/>
                  </a:lnTo>
                  <a:lnTo>
                    <a:pt x="1471130" y="3933734"/>
                  </a:lnTo>
                  <a:lnTo>
                    <a:pt x="1409748" y="3978730"/>
                  </a:lnTo>
                  <a:lnTo>
                    <a:pt x="1343512" y="4019545"/>
                  </a:lnTo>
                  <a:lnTo>
                    <a:pt x="1272207" y="4056595"/>
                  </a:lnTo>
                  <a:lnTo>
                    <a:pt x="1195952" y="4090186"/>
                  </a:lnTo>
                  <a:lnTo>
                    <a:pt x="1115328" y="4120511"/>
                  </a:lnTo>
                  <a:lnTo>
                    <a:pt x="1031495" y="4147655"/>
                  </a:lnTo>
                  <a:lnTo>
                    <a:pt x="946280" y="4171614"/>
                  </a:lnTo>
                  <a:lnTo>
                    <a:pt x="862174" y="4192329"/>
                  </a:lnTo>
                  <a:lnTo>
                    <a:pt x="782186" y="4209731"/>
                  </a:lnTo>
                  <a:lnTo>
                    <a:pt x="709541" y="4223798"/>
                  </a:lnTo>
                  <a:lnTo>
                    <a:pt x="647223" y="4234610"/>
                  </a:lnTo>
                  <a:lnTo>
                    <a:pt x="597455" y="4242390"/>
                  </a:lnTo>
                  <a:lnTo>
                    <a:pt x="561258" y="4247513"/>
                  </a:lnTo>
                  <a:lnTo>
                    <a:pt x="538190" y="4250480"/>
                  </a:lnTo>
                  <a:lnTo>
                    <a:pt x="526331" y="4251871"/>
                  </a:lnTo>
                  <a:lnTo>
                    <a:pt x="522433" y="4252289"/>
                  </a:lnTo>
                  <a:lnTo>
                    <a:pt x="522133" y="4252319"/>
                  </a:lnTo>
                  <a:lnTo>
                    <a:pt x="0" y="4252319"/>
                  </a:lnTo>
                  <a:close/>
                </a:path>
              </a:pathLst>
            </a:custGeom>
            <a:solidFill>
              <a:srgbClr val="9E9E9E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1710" name="pl1710"/>
            <p:cNvSpPr/>
            <p:nvPr/>
          </p:nvSpPr>
          <p:spPr>
            <a:xfrm>
              <a:off x="386606" y="1078249"/>
              <a:ext cx="8554953" cy="4252319"/>
            </a:xfrm>
            <a:custGeom>
              <a:avLst/>
              <a:pathLst>
                <a:path w="8554953" h="4252319">
                  <a:moveTo>
                    <a:pt x="0" y="4252319"/>
                  </a:moveTo>
                  <a:lnTo>
                    <a:pt x="522133" y="4252319"/>
                  </a:lnTo>
                  <a:lnTo>
                    <a:pt x="523038" y="4252227"/>
                  </a:lnTo>
                  <a:lnTo>
                    <a:pt x="528998" y="4251569"/>
                  </a:lnTo>
                  <a:lnTo>
                    <a:pt x="544062" y="4249752"/>
                  </a:lnTo>
                  <a:lnTo>
                    <a:pt x="571085" y="4246173"/>
                  </a:lnTo>
                  <a:lnTo>
                    <a:pt x="611537" y="4240270"/>
                  </a:lnTo>
                  <a:lnTo>
                    <a:pt x="665391" y="4231577"/>
                  </a:lnTo>
                  <a:lnTo>
                    <a:pt x="731214" y="4219767"/>
                  </a:lnTo>
                  <a:lnTo>
                    <a:pt x="806490" y="4204664"/>
                  </a:lnTo>
                  <a:lnTo>
                    <a:pt x="888106" y="4186223"/>
                  </a:lnTo>
                  <a:lnTo>
                    <a:pt x="972861" y="4164488"/>
                  </a:lnTo>
                  <a:lnTo>
                    <a:pt x="1057882" y="4139531"/>
                  </a:lnTo>
                  <a:lnTo>
                    <a:pt x="1140879" y="4111399"/>
                  </a:lnTo>
                  <a:lnTo>
                    <a:pt x="1220235" y="4080069"/>
                  </a:lnTo>
                  <a:lnTo>
                    <a:pt x="1294985" y="4045425"/>
                  </a:lnTo>
                  <a:lnTo>
                    <a:pt x="1364704" y="4007240"/>
                  </a:lnTo>
                  <a:lnTo>
                    <a:pt x="1429391" y="3965171"/>
                  </a:lnTo>
                  <a:lnTo>
                    <a:pt x="1489341" y="3918769"/>
                  </a:lnTo>
                  <a:lnTo>
                    <a:pt x="1545048" y="3867485"/>
                  </a:lnTo>
                  <a:lnTo>
                    <a:pt x="1597117" y="3810696"/>
                  </a:lnTo>
                  <a:lnTo>
                    <a:pt x="1646209" y="3747742"/>
                  </a:lnTo>
                  <a:lnTo>
                    <a:pt x="1692989" y="3677993"/>
                  </a:lnTo>
                  <a:lnTo>
                    <a:pt x="1738084" y="3600959"/>
                  </a:lnTo>
                  <a:lnTo>
                    <a:pt x="1768425" y="3543599"/>
                  </a:lnTo>
                  <a:lnTo>
                    <a:pt x="1799849" y="3479608"/>
                  </a:lnTo>
                  <a:lnTo>
                    <a:pt x="1830998" y="3411668"/>
                  </a:lnTo>
                  <a:lnTo>
                    <a:pt x="1862013" y="3339700"/>
                  </a:lnTo>
                  <a:lnTo>
                    <a:pt x="1893007" y="3263669"/>
                  </a:lnTo>
                  <a:lnTo>
                    <a:pt x="1924074" y="3183586"/>
                  </a:lnTo>
                  <a:lnTo>
                    <a:pt x="1955284" y="3099515"/>
                  </a:lnTo>
                  <a:lnTo>
                    <a:pt x="1986689" y="3011577"/>
                  </a:lnTo>
                  <a:lnTo>
                    <a:pt x="2018325" y="2919950"/>
                  </a:lnTo>
                  <a:lnTo>
                    <a:pt x="2050210" y="2824873"/>
                  </a:lnTo>
                  <a:lnTo>
                    <a:pt x="2082345" y="2726641"/>
                  </a:lnTo>
                  <a:lnTo>
                    <a:pt x="2114721" y="2625609"/>
                  </a:lnTo>
                  <a:lnTo>
                    <a:pt x="2147314" y="2522182"/>
                  </a:lnTo>
                  <a:lnTo>
                    <a:pt x="2180090" y="2416814"/>
                  </a:lnTo>
                  <a:lnTo>
                    <a:pt x="2213006" y="2309996"/>
                  </a:lnTo>
                  <a:lnTo>
                    <a:pt x="2246015" y="2202251"/>
                  </a:lnTo>
                  <a:lnTo>
                    <a:pt x="2279061" y="2094119"/>
                  </a:lnTo>
                  <a:lnTo>
                    <a:pt x="2312092" y="1986150"/>
                  </a:lnTo>
                  <a:lnTo>
                    <a:pt x="2345052" y="1878890"/>
                  </a:lnTo>
                  <a:lnTo>
                    <a:pt x="2377891" y="1772870"/>
                  </a:lnTo>
                  <a:lnTo>
                    <a:pt x="2410563" y="1668595"/>
                  </a:lnTo>
                  <a:lnTo>
                    <a:pt x="2443031" y="1566535"/>
                  </a:lnTo>
                  <a:lnTo>
                    <a:pt x="2475266" y="1467117"/>
                  </a:lnTo>
                  <a:lnTo>
                    <a:pt x="2507254" y="1370715"/>
                  </a:lnTo>
                  <a:lnTo>
                    <a:pt x="2538989" y="1277650"/>
                  </a:lnTo>
                  <a:lnTo>
                    <a:pt x="2570486" y="1188183"/>
                  </a:lnTo>
                  <a:lnTo>
                    <a:pt x="2601770" y="1102519"/>
                  </a:lnTo>
                  <a:lnTo>
                    <a:pt x="2632887" y="1020800"/>
                  </a:lnTo>
                  <a:lnTo>
                    <a:pt x="2663901" y="943113"/>
                  </a:lnTo>
                  <a:lnTo>
                    <a:pt x="2694895" y="869491"/>
                  </a:lnTo>
                  <a:lnTo>
                    <a:pt x="2725974" y="799917"/>
                  </a:lnTo>
                  <a:lnTo>
                    <a:pt x="2757268" y="734328"/>
                  </a:lnTo>
                  <a:lnTo>
                    <a:pt x="2770117" y="708719"/>
                  </a:lnTo>
                  <a:lnTo>
                    <a:pt x="2814373" y="626539"/>
                  </a:lnTo>
                  <a:lnTo>
                    <a:pt x="2859931" y="551815"/>
                  </a:lnTo>
                  <a:lnTo>
                    <a:pt x="2907362" y="484247"/>
                  </a:lnTo>
                  <a:lnTo>
                    <a:pt x="2957310" y="423285"/>
                  </a:lnTo>
                  <a:lnTo>
                    <a:pt x="3010444" y="368283"/>
                  </a:lnTo>
                  <a:lnTo>
                    <a:pt x="3067413" y="318585"/>
                  </a:lnTo>
                  <a:lnTo>
                    <a:pt x="3128795" y="273589"/>
                  </a:lnTo>
                  <a:lnTo>
                    <a:pt x="3195031" y="232774"/>
                  </a:lnTo>
                  <a:lnTo>
                    <a:pt x="3266336" y="195724"/>
                  </a:lnTo>
                  <a:lnTo>
                    <a:pt x="3342590" y="162133"/>
                  </a:lnTo>
                  <a:lnTo>
                    <a:pt x="3423214" y="131808"/>
                  </a:lnTo>
                  <a:lnTo>
                    <a:pt x="3507047" y="104664"/>
                  </a:lnTo>
                  <a:lnTo>
                    <a:pt x="3592262" y="80704"/>
                  </a:lnTo>
                  <a:lnTo>
                    <a:pt x="3676369" y="59989"/>
                  </a:lnTo>
                  <a:lnTo>
                    <a:pt x="3756357" y="42588"/>
                  </a:lnTo>
                  <a:lnTo>
                    <a:pt x="3829001" y="28521"/>
                  </a:lnTo>
                  <a:lnTo>
                    <a:pt x="3891320" y="17709"/>
                  </a:lnTo>
                  <a:lnTo>
                    <a:pt x="3941087" y="9929"/>
                  </a:lnTo>
                  <a:lnTo>
                    <a:pt x="3977285" y="4806"/>
                  </a:lnTo>
                  <a:lnTo>
                    <a:pt x="4000352" y="1839"/>
                  </a:lnTo>
                  <a:lnTo>
                    <a:pt x="4012211" y="448"/>
                  </a:lnTo>
                  <a:lnTo>
                    <a:pt x="4016109" y="29"/>
                  </a:lnTo>
                  <a:lnTo>
                    <a:pt x="4016409" y="0"/>
                  </a:lnTo>
                  <a:lnTo>
                    <a:pt x="4538543" y="0"/>
                  </a:lnTo>
                  <a:lnTo>
                    <a:pt x="4539668" y="85"/>
                  </a:lnTo>
                  <a:lnTo>
                    <a:pt x="4547044" y="697"/>
                  </a:lnTo>
                  <a:lnTo>
                    <a:pt x="4565560" y="2390"/>
                  </a:lnTo>
                  <a:lnTo>
                    <a:pt x="4598463" y="5717"/>
                  </a:lnTo>
                  <a:lnTo>
                    <a:pt x="4647090" y="11182"/>
                  </a:lnTo>
                  <a:lnTo>
                    <a:pt x="4710775" y="19174"/>
                  </a:lnTo>
                  <a:lnTo>
                    <a:pt x="4787104" y="29938"/>
                  </a:lnTo>
                  <a:lnTo>
                    <a:pt x="4872497" y="43573"/>
                  </a:lnTo>
                  <a:lnTo>
                    <a:pt x="4962942" y="60068"/>
                  </a:lnTo>
                  <a:lnTo>
                    <a:pt x="5054669" y="79361"/>
                  </a:lnTo>
                  <a:lnTo>
                    <a:pt x="5144608" y="101398"/>
                  </a:lnTo>
                  <a:lnTo>
                    <a:pt x="5230576" y="126185"/>
                  </a:lnTo>
                  <a:lnTo>
                    <a:pt x="5311273" y="153820"/>
                  </a:lnTo>
                  <a:lnTo>
                    <a:pt x="5386145" y="184509"/>
                  </a:lnTo>
                  <a:lnTo>
                    <a:pt x="5455202" y="218575"/>
                  </a:lnTo>
                  <a:lnTo>
                    <a:pt x="5518845" y="256445"/>
                  </a:lnTo>
                  <a:lnTo>
                    <a:pt x="5577720" y="298643"/>
                  </a:lnTo>
                  <a:lnTo>
                    <a:pt x="5632609" y="345762"/>
                  </a:lnTo>
                  <a:lnTo>
                    <a:pt x="5684342" y="398410"/>
                  </a:lnTo>
                  <a:lnTo>
                    <a:pt x="5733737" y="457132"/>
                  </a:lnTo>
                  <a:lnTo>
                    <a:pt x="5781527" y="522260"/>
                  </a:lnTo>
                  <a:lnTo>
                    <a:pt x="5784835" y="527069"/>
                  </a:lnTo>
                  <a:lnTo>
                    <a:pt x="5820475" y="581305"/>
                  </a:lnTo>
                  <a:lnTo>
                    <a:pt x="5855787" y="639334"/>
                  </a:lnTo>
                  <a:lnTo>
                    <a:pt x="5890968" y="701235"/>
                  </a:lnTo>
                  <a:lnTo>
                    <a:pt x="5926173" y="767028"/>
                  </a:lnTo>
                  <a:lnTo>
                    <a:pt x="5961524" y="836675"/>
                  </a:lnTo>
                  <a:lnTo>
                    <a:pt x="5997106" y="910069"/>
                  </a:lnTo>
                  <a:lnTo>
                    <a:pt x="6032978" y="987032"/>
                  </a:lnTo>
                  <a:lnTo>
                    <a:pt x="6069169" y="1067314"/>
                  </a:lnTo>
                  <a:lnTo>
                    <a:pt x="6105682" y="1150590"/>
                  </a:lnTo>
                  <a:lnTo>
                    <a:pt x="6142500" y="1236469"/>
                  </a:lnTo>
                  <a:lnTo>
                    <a:pt x="6179582" y="1324494"/>
                  </a:lnTo>
                  <a:lnTo>
                    <a:pt x="6216876" y="1414154"/>
                  </a:lnTo>
                  <a:lnTo>
                    <a:pt x="6254311" y="1504895"/>
                  </a:lnTo>
                  <a:lnTo>
                    <a:pt x="6291814" y="1596134"/>
                  </a:lnTo>
                  <a:lnTo>
                    <a:pt x="6329303" y="1687276"/>
                  </a:lnTo>
                  <a:lnTo>
                    <a:pt x="6366701" y="1777726"/>
                  </a:lnTo>
                  <a:lnTo>
                    <a:pt x="6403932" y="1866911"/>
                  </a:lnTo>
                  <a:lnTo>
                    <a:pt x="6440933" y="1954288"/>
                  </a:lnTo>
                  <a:lnTo>
                    <a:pt x="6477654" y="2039363"/>
                  </a:lnTo>
                  <a:lnTo>
                    <a:pt x="6514063" y="2121700"/>
                  </a:lnTo>
                  <a:lnTo>
                    <a:pt x="6550148" y="2200929"/>
                  </a:lnTo>
                  <a:lnTo>
                    <a:pt x="6585921" y="2276749"/>
                  </a:lnTo>
                  <a:lnTo>
                    <a:pt x="6621420" y="2348933"/>
                  </a:lnTo>
                  <a:lnTo>
                    <a:pt x="6656712" y="2417329"/>
                  </a:lnTo>
                  <a:lnTo>
                    <a:pt x="6691894" y="2481850"/>
                  </a:lnTo>
                  <a:lnTo>
                    <a:pt x="6727099" y="2542480"/>
                  </a:lnTo>
                  <a:lnTo>
                    <a:pt x="6762494" y="2599258"/>
                  </a:lnTo>
                  <a:lnTo>
                    <a:pt x="6786527" y="2635346"/>
                  </a:lnTo>
                  <a:lnTo>
                    <a:pt x="6834228" y="2700926"/>
                  </a:lnTo>
                  <a:lnTo>
                    <a:pt x="6883488" y="2760090"/>
                  </a:lnTo>
                  <a:lnTo>
                    <a:pt x="6935032" y="2813148"/>
                  </a:lnTo>
                  <a:lnTo>
                    <a:pt x="6989672" y="2860635"/>
                  </a:lnTo>
                  <a:lnTo>
                    <a:pt x="7048241" y="2903158"/>
                  </a:lnTo>
                  <a:lnTo>
                    <a:pt x="7111526" y="2941314"/>
                  </a:lnTo>
                  <a:lnTo>
                    <a:pt x="7180187" y="2975631"/>
                  </a:lnTo>
                  <a:lnTo>
                    <a:pt x="7254645" y="3006546"/>
                  </a:lnTo>
                  <a:lnTo>
                    <a:pt x="7334944" y="3034387"/>
                  </a:lnTo>
                  <a:lnTo>
                    <a:pt x="7420576" y="3059369"/>
                  </a:lnTo>
                  <a:lnTo>
                    <a:pt x="7510296" y="3081598"/>
                  </a:lnTo>
                  <a:lnTo>
                    <a:pt x="7601988" y="3101084"/>
                  </a:lnTo>
                  <a:lnTo>
                    <a:pt x="7692640" y="3117778"/>
                  </a:lnTo>
                  <a:lnTo>
                    <a:pt x="7778518" y="3131615"/>
                  </a:lnTo>
                  <a:lnTo>
                    <a:pt x="7855609" y="3142578"/>
                  </a:lnTo>
                  <a:lnTo>
                    <a:pt x="7920277" y="3150759"/>
                  </a:lnTo>
                  <a:lnTo>
                    <a:pt x="7970004" y="3156389"/>
                  </a:lnTo>
                  <a:lnTo>
                    <a:pt x="8003990" y="3159851"/>
                  </a:lnTo>
                  <a:lnTo>
                    <a:pt x="8023430" y="3161640"/>
                  </a:lnTo>
                  <a:lnTo>
                    <a:pt x="8031446" y="3162310"/>
                  </a:lnTo>
                  <a:lnTo>
                    <a:pt x="8032819" y="3162415"/>
                  </a:lnTo>
                  <a:lnTo>
                    <a:pt x="8032819" y="3162415"/>
                  </a:lnTo>
                  <a:lnTo>
                    <a:pt x="8554953" y="3162415"/>
                  </a:lnTo>
                  <a:lnTo>
                    <a:pt x="8554953" y="3162415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711" name="pl1711"/>
            <p:cNvSpPr/>
            <p:nvPr/>
          </p:nvSpPr>
          <p:spPr>
            <a:xfrm>
              <a:off x="386606" y="1072601"/>
              <a:ext cx="8554953" cy="4252319"/>
            </a:xfrm>
            <a:custGeom>
              <a:avLst/>
              <a:pathLst>
                <a:path w="8554953" h="4252319">
                  <a:moveTo>
                    <a:pt x="8554953" y="3162415"/>
                  </a:moveTo>
                  <a:lnTo>
                    <a:pt x="8032819" y="3162415"/>
                  </a:lnTo>
                  <a:lnTo>
                    <a:pt x="8031694" y="3162330"/>
                  </a:lnTo>
                  <a:lnTo>
                    <a:pt x="8024318" y="3161717"/>
                  </a:lnTo>
                  <a:lnTo>
                    <a:pt x="8005802" y="3160025"/>
                  </a:lnTo>
                  <a:lnTo>
                    <a:pt x="7972899" y="3156697"/>
                  </a:lnTo>
                  <a:lnTo>
                    <a:pt x="7924272" y="3151233"/>
                  </a:lnTo>
                  <a:lnTo>
                    <a:pt x="7860587" y="3143241"/>
                  </a:lnTo>
                  <a:lnTo>
                    <a:pt x="7784257" y="3132477"/>
                  </a:lnTo>
                  <a:lnTo>
                    <a:pt x="7698865" y="3118842"/>
                  </a:lnTo>
                  <a:lnTo>
                    <a:pt x="7608420" y="3102347"/>
                  </a:lnTo>
                  <a:lnTo>
                    <a:pt x="7516693" y="3083054"/>
                  </a:lnTo>
                  <a:lnTo>
                    <a:pt x="7426754" y="3061017"/>
                  </a:lnTo>
                  <a:lnTo>
                    <a:pt x="7340786" y="3036230"/>
                  </a:lnTo>
                  <a:lnTo>
                    <a:pt x="7260089" y="3008595"/>
                  </a:lnTo>
                  <a:lnTo>
                    <a:pt x="7185217" y="2977905"/>
                  </a:lnTo>
                  <a:lnTo>
                    <a:pt x="7116160" y="2943840"/>
                  </a:lnTo>
                  <a:lnTo>
                    <a:pt x="7052517" y="2905970"/>
                  </a:lnTo>
                  <a:lnTo>
                    <a:pt x="6993642" y="2863772"/>
                  </a:lnTo>
                  <a:lnTo>
                    <a:pt x="6938753" y="2816653"/>
                  </a:lnTo>
                  <a:lnTo>
                    <a:pt x="6887020" y="2764005"/>
                  </a:lnTo>
                  <a:lnTo>
                    <a:pt x="6837625" y="2705283"/>
                  </a:lnTo>
                  <a:lnTo>
                    <a:pt x="6789835" y="2640155"/>
                  </a:lnTo>
                  <a:lnTo>
                    <a:pt x="6786527" y="2635346"/>
                  </a:lnTo>
                  <a:lnTo>
                    <a:pt x="6750887" y="2581110"/>
                  </a:lnTo>
                  <a:lnTo>
                    <a:pt x="6715575" y="2523081"/>
                  </a:lnTo>
                  <a:lnTo>
                    <a:pt x="6680394" y="2461180"/>
                  </a:lnTo>
                  <a:lnTo>
                    <a:pt x="6645189" y="2395387"/>
                  </a:lnTo>
                  <a:lnTo>
                    <a:pt x="6609838" y="2325740"/>
                  </a:lnTo>
                  <a:lnTo>
                    <a:pt x="6574256" y="2252346"/>
                  </a:lnTo>
                  <a:lnTo>
                    <a:pt x="6538384" y="2175383"/>
                  </a:lnTo>
                  <a:lnTo>
                    <a:pt x="6502193" y="2095101"/>
                  </a:lnTo>
                  <a:lnTo>
                    <a:pt x="6465680" y="2011824"/>
                  </a:lnTo>
                  <a:lnTo>
                    <a:pt x="6428862" y="1925945"/>
                  </a:lnTo>
                  <a:lnTo>
                    <a:pt x="6391780" y="1837920"/>
                  </a:lnTo>
                  <a:lnTo>
                    <a:pt x="6354486" y="1748261"/>
                  </a:lnTo>
                  <a:lnTo>
                    <a:pt x="6317051" y="1657520"/>
                  </a:lnTo>
                  <a:lnTo>
                    <a:pt x="6279548" y="1566280"/>
                  </a:lnTo>
                  <a:lnTo>
                    <a:pt x="6242059" y="1475139"/>
                  </a:lnTo>
                  <a:lnTo>
                    <a:pt x="6204661" y="1384688"/>
                  </a:lnTo>
                  <a:lnTo>
                    <a:pt x="6167430" y="1295504"/>
                  </a:lnTo>
                  <a:lnTo>
                    <a:pt x="6130429" y="1208127"/>
                  </a:lnTo>
                  <a:lnTo>
                    <a:pt x="6093707" y="1123052"/>
                  </a:lnTo>
                  <a:lnTo>
                    <a:pt x="6057299" y="1040715"/>
                  </a:lnTo>
                  <a:lnTo>
                    <a:pt x="6021214" y="961486"/>
                  </a:lnTo>
                  <a:lnTo>
                    <a:pt x="5985441" y="885666"/>
                  </a:lnTo>
                  <a:lnTo>
                    <a:pt x="5949942" y="813482"/>
                  </a:lnTo>
                  <a:lnTo>
                    <a:pt x="5914650" y="745086"/>
                  </a:lnTo>
                  <a:lnTo>
                    <a:pt x="5879468" y="680564"/>
                  </a:lnTo>
                  <a:lnTo>
                    <a:pt x="5844263" y="619935"/>
                  </a:lnTo>
                  <a:lnTo>
                    <a:pt x="5808868" y="563157"/>
                  </a:lnTo>
                  <a:lnTo>
                    <a:pt x="5784835" y="527069"/>
                  </a:lnTo>
                  <a:lnTo>
                    <a:pt x="5737134" y="461489"/>
                  </a:lnTo>
                  <a:lnTo>
                    <a:pt x="5687874" y="402325"/>
                  </a:lnTo>
                  <a:lnTo>
                    <a:pt x="5636330" y="349267"/>
                  </a:lnTo>
                  <a:lnTo>
                    <a:pt x="5581690" y="301780"/>
                  </a:lnTo>
                  <a:lnTo>
                    <a:pt x="5523121" y="259256"/>
                  </a:lnTo>
                  <a:lnTo>
                    <a:pt x="5459836" y="221101"/>
                  </a:lnTo>
                  <a:lnTo>
                    <a:pt x="5391175" y="186784"/>
                  </a:lnTo>
                  <a:lnTo>
                    <a:pt x="5316717" y="155869"/>
                  </a:lnTo>
                  <a:lnTo>
                    <a:pt x="5236417" y="128028"/>
                  </a:lnTo>
                  <a:lnTo>
                    <a:pt x="5150786" y="103046"/>
                  </a:lnTo>
                  <a:lnTo>
                    <a:pt x="5061066" y="80817"/>
                  </a:lnTo>
                  <a:lnTo>
                    <a:pt x="4969373" y="61331"/>
                  </a:lnTo>
                  <a:lnTo>
                    <a:pt x="4878722" y="44637"/>
                  </a:lnTo>
                  <a:lnTo>
                    <a:pt x="4792844" y="30800"/>
                  </a:lnTo>
                  <a:lnTo>
                    <a:pt x="4715753" y="19836"/>
                  </a:lnTo>
                  <a:lnTo>
                    <a:pt x="4651085" y="11656"/>
                  </a:lnTo>
                  <a:lnTo>
                    <a:pt x="4601358" y="6026"/>
                  </a:lnTo>
                  <a:lnTo>
                    <a:pt x="4567372" y="2564"/>
                  </a:lnTo>
                  <a:lnTo>
                    <a:pt x="4547932" y="774"/>
                  </a:lnTo>
                  <a:lnTo>
                    <a:pt x="4539916" y="105"/>
                  </a:lnTo>
                  <a:lnTo>
                    <a:pt x="4538543" y="0"/>
                  </a:lnTo>
                  <a:lnTo>
                    <a:pt x="4538543" y="0"/>
                  </a:lnTo>
                  <a:lnTo>
                    <a:pt x="4016409" y="0"/>
                  </a:lnTo>
                  <a:lnTo>
                    <a:pt x="4015504" y="92"/>
                  </a:lnTo>
                  <a:lnTo>
                    <a:pt x="4009544" y="749"/>
                  </a:lnTo>
                  <a:lnTo>
                    <a:pt x="3994480" y="2567"/>
                  </a:lnTo>
                  <a:lnTo>
                    <a:pt x="3967458" y="6146"/>
                  </a:lnTo>
                  <a:lnTo>
                    <a:pt x="3927005" y="12049"/>
                  </a:lnTo>
                  <a:lnTo>
                    <a:pt x="3873151" y="20742"/>
                  </a:lnTo>
                  <a:lnTo>
                    <a:pt x="3807328" y="32552"/>
                  </a:lnTo>
                  <a:lnTo>
                    <a:pt x="3732052" y="47655"/>
                  </a:lnTo>
                  <a:lnTo>
                    <a:pt x="3650436" y="66096"/>
                  </a:lnTo>
                  <a:lnTo>
                    <a:pt x="3565681" y="87831"/>
                  </a:lnTo>
                  <a:lnTo>
                    <a:pt x="3480660" y="112787"/>
                  </a:lnTo>
                  <a:lnTo>
                    <a:pt x="3397664" y="140920"/>
                  </a:lnTo>
                  <a:lnTo>
                    <a:pt x="3318307" y="172250"/>
                  </a:lnTo>
                  <a:lnTo>
                    <a:pt x="3243558" y="206894"/>
                  </a:lnTo>
                  <a:lnTo>
                    <a:pt x="3173838" y="245079"/>
                  </a:lnTo>
                  <a:lnTo>
                    <a:pt x="3109152" y="287148"/>
                  </a:lnTo>
                  <a:lnTo>
                    <a:pt x="3049201" y="333550"/>
                  </a:lnTo>
                  <a:lnTo>
                    <a:pt x="2993495" y="384834"/>
                  </a:lnTo>
                  <a:lnTo>
                    <a:pt x="2941426" y="441623"/>
                  </a:lnTo>
                  <a:lnTo>
                    <a:pt x="2892334" y="504577"/>
                  </a:lnTo>
                  <a:lnTo>
                    <a:pt x="2845553" y="574326"/>
                  </a:lnTo>
                  <a:lnTo>
                    <a:pt x="2800458" y="651360"/>
                  </a:lnTo>
                  <a:lnTo>
                    <a:pt x="2770117" y="708719"/>
                  </a:lnTo>
                  <a:lnTo>
                    <a:pt x="2738693" y="772711"/>
                  </a:lnTo>
                  <a:lnTo>
                    <a:pt x="2707544" y="840651"/>
                  </a:lnTo>
                  <a:lnTo>
                    <a:pt x="2676529" y="912618"/>
                  </a:lnTo>
                  <a:lnTo>
                    <a:pt x="2645535" y="988650"/>
                  </a:lnTo>
                  <a:lnTo>
                    <a:pt x="2614468" y="1068733"/>
                  </a:lnTo>
                  <a:lnTo>
                    <a:pt x="2583258" y="1152804"/>
                  </a:lnTo>
                  <a:lnTo>
                    <a:pt x="2551853" y="1240742"/>
                  </a:lnTo>
                  <a:lnTo>
                    <a:pt x="2520217" y="1332369"/>
                  </a:lnTo>
                  <a:lnTo>
                    <a:pt x="2488333" y="1427446"/>
                  </a:lnTo>
                  <a:lnTo>
                    <a:pt x="2456197" y="1525678"/>
                  </a:lnTo>
                  <a:lnTo>
                    <a:pt x="2423821" y="1626710"/>
                  </a:lnTo>
                  <a:lnTo>
                    <a:pt x="2391228" y="1730137"/>
                  </a:lnTo>
                  <a:lnTo>
                    <a:pt x="2358452" y="1835505"/>
                  </a:lnTo>
                  <a:lnTo>
                    <a:pt x="2325536" y="1942322"/>
                  </a:lnTo>
                  <a:lnTo>
                    <a:pt x="2292528" y="2050068"/>
                  </a:lnTo>
                  <a:lnTo>
                    <a:pt x="2259481" y="2158200"/>
                  </a:lnTo>
                  <a:lnTo>
                    <a:pt x="2226450" y="2266168"/>
                  </a:lnTo>
                  <a:lnTo>
                    <a:pt x="2193490" y="2373429"/>
                  </a:lnTo>
                  <a:lnTo>
                    <a:pt x="2160651" y="2479449"/>
                  </a:lnTo>
                  <a:lnTo>
                    <a:pt x="2127979" y="2583724"/>
                  </a:lnTo>
                  <a:lnTo>
                    <a:pt x="2095511" y="2685783"/>
                  </a:lnTo>
                  <a:lnTo>
                    <a:pt x="2063276" y="2785202"/>
                  </a:lnTo>
                  <a:lnTo>
                    <a:pt x="2031289" y="2881604"/>
                  </a:lnTo>
                  <a:lnTo>
                    <a:pt x="1999553" y="2974669"/>
                  </a:lnTo>
                  <a:lnTo>
                    <a:pt x="1968057" y="3064135"/>
                  </a:lnTo>
                  <a:lnTo>
                    <a:pt x="1936772" y="3149800"/>
                  </a:lnTo>
                  <a:lnTo>
                    <a:pt x="1905655" y="3231519"/>
                  </a:lnTo>
                  <a:lnTo>
                    <a:pt x="1874641" y="3309206"/>
                  </a:lnTo>
                  <a:lnTo>
                    <a:pt x="1843647" y="3382828"/>
                  </a:lnTo>
                  <a:lnTo>
                    <a:pt x="1812568" y="3452402"/>
                  </a:lnTo>
                  <a:lnTo>
                    <a:pt x="1781274" y="3517990"/>
                  </a:lnTo>
                  <a:lnTo>
                    <a:pt x="1768425" y="3543599"/>
                  </a:lnTo>
                  <a:lnTo>
                    <a:pt x="1724169" y="3625779"/>
                  </a:lnTo>
                  <a:lnTo>
                    <a:pt x="1678612" y="3700504"/>
                  </a:lnTo>
                  <a:lnTo>
                    <a:pt x="1631180" y="3768072"/>
                  </a:lnTo>
                  <a:lnTo>
                    <a:pt x="1581232" y="3829034"/>
                  </a:lnTo>
                  <a:lnTo>
                    <a:pt x="1528098" y="3884036"/>
                  </a:lnTo>
                  <a:lnTo>
                    <a:pt x="1471130" y="3933734"/>
                  </a:lnTo>
                  <a:lnTo>
                    <a:pt x="1409748" y="3978730"/>
                  </a:lnTo>
                  <a:lnTo>
                    <a:pt x="1343512" y="4019545"/>
                  </a:lnTo>
                  <a:lnTo>
                    <a:pt x="1272207" y="4056595"/>
                  </a:lnTo>
                  <a:lnTo>
                    <a:pt x="1195952" y="4090186"/>
                  </a:lnTo>
                  <a:lnTo>
                    <a:pt x="1115328" y="4120511"/>
                  </a:lnTo>
                  <a:lnTo>
                    <a:pt x="1031495" y="4147655"/>
                  </a:lnTo>
                  <a:lnTo>
                    <a:pt x="946280" y="4171614"/>
                  </a:lnTo>
                  <a:lnTo>
                    <a:pt x="862174" y="4192329"/>
                  </a:lnTo>
                  <a:lnTo>
                    <a:pt x="782186" y="4209731"/>
                  </a:lnTo>
                  <a:lnTo>
                    <a:pt x="709541" y="4223798"/>
                  </a:lnTo>
                  <a:lnTo>
                    <a:pt x="647223" y="4234610"/>
                  </a:lnTo>
                  <a:lnTo>
                    <a:pt x="597455" y="4242390"/>
                  </a:lnTo>
                  <a:lnTo>
                    <a:pt x="561258" y="4247513"/>
                  </a:lnTo>
                  <a:lnTo>
                    <a:pt x="538190" y="4250480"/>
                  </a:lnTo>
                  <a:lnTo>
                    <a:pt x="526331" y="4251871"/>
                  </a:lnTo>
                  <a:lnTo>
                    <a:pt x="522433" y="4252289"/>
                  </a:lnTo>
                  <a:lnTo>
                    <a:pt x="522133" y="4252319"/>
                  </a:lnTo>
                  <a:lnTo>
                    <a:pt x="0" y="4252319"/>
                  </a:lnTo>
                  <a:lnTo>
                    <a:pt x="0" y="4252319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712" name="pg1712"/>
            <p:cNvSpPr/>
            <p:nvPr/>
          </p:nvSpPr>
          <p:spPr>
            <a:xfrm>
              <a:off x="386606" y="1089543"/>
              <a:ext cx="8554953" cy="4246672"/>
            </a:xfrm>
            <a:custGeom>
              <a:avLst/>
              <a:pathLst>
                <a:path w="8554953" h="4246672">
                  <a:moveTo>
                    <a:pt x="0" y="4246672"/>
                  </a:moveTo>
                  <a:lnTo>
                    <a:pt x="522133" y="4246672"/>
                  </a:lnTo>
                  <a:lnTo>
                    <a:pt x="523039" y="4246580"/>
                  </a:lnTo>
                  <a:lnTo>
                    <a:pt x="529004" y="4245924"/>
                  </a:lnTo>
                  <a:lnTo>
                    <a:pt x="544081" y="4244109"/>
                  </a:lnTo>
                  <a:lnTo>
                    <a:pt x="571126" y="4240536"/>
                  </a:lnTo>
                  <a:lnTo>
                    <a:pt x="611610" y="4234643"/>
                  </a:lnTo>
                  <a:lnTo>
                    <a:pt x="665503" y="4225966"/>
                  </a:lnTo>
                  <a:lnTo>
                    <a:pt x="731368" y="4214177"/>
                  </a:lnTo>
                  <a:lnTo>
                    <a:pt x="806686" y="4199101"/>
                  </a:lnTo>
                  <a:lnTo>
                    <a:pt x="888339" y="4180695"/>
                  </a:lnTo>
                  <a:lnTo>
                    <a:pt x="973126" y="4159002"/>
                  </a:lnTo>
                  <a:lnTo>
                    <a:pt x="1058170" y="4134093"/>
                  </a:lnTo>
                  <a:lnTo>
                    <a:pt x="1141181" y="4106016"/>
                  </a:lnTo>
                  <a:lnTo>
                    <a:pt x="1220546" y="4074747"/>
                  </a:lnTo>
                  <a:lnTo>
                    <a:pt x="1295298" y="4040170"/>
                  </a:lnTo>
                  <a:lnTo>
                    <a:pt x="1365016" y="4002058"/>
                  </a:lnTo>
                  <a:lnTo>
                    <a:pt x="1429699" y="3960068"/>
                  </a:lnTo>
                  <a:lnTo>
                    <a:pt x="1489646" y="3913751"/>
                  </a:lnTo>
                  <a:lnTo>
                    <a:pt x="1545348" y="3862560"/>
                  </a:lnTo>
                  <a:lnTo>
                    <a:pt x="1597414" y="3805871"/>
                  </a:lnTo>
                  <a:lnTo>
                    <a:pt x="1646505" y="3743025"/>
                  </a:lnTo>
                  <a:lnTo>
                    <a:pt x="1693288" y="3673395"/>
                  </a:lnTo>
                  <a:lnTo>
                    <a:pt x="1738388" y="3596492"/>
                  </a:lnTo>
                  <a:lnTo>
                    <a:pt x="1768425" y="3539835"/>
                  </a:lnTo>
                  <a:lnTo>
                    <a:pt x="1799886" y="3475935"/>
                  </a:lnTo>
                  <a:lnTo>
                    <a:pt x="1831072" y="3408088"/>
                  </a:lnTo>
                  <a:lnTo>
                    <a:pt x="1862123" y="3336215"/>
                  </a:lnTo>
                  <a:lnTo>
                    <a:pt x="1893154" y="3260279"/>
                  </a:lnTo>
                  <a:lnTo>
                    <a:pt x="1924258" y="3180293"/>
                  </a:lnTo>
                  <a:lnTo>
                    <a:pt x="1955506" y="3096321"/>
                  </a:lnTo>
                  <a:lnTo>
                    <a:pt x="1986950" y="3008484"/>
                  </a:lnTo>
                  <a:lnTo>
                    <a:pt x="2018626" y="2916961"/>
                  </a:lnTo>
                  <a:lnTo>
                    <a:pt x="2050550" y="2821990"/>
                  </a:lnTo>
                  <a:lnTo>
                    <a:pt x="2082727" y="2723870"/>
                  </a:lnTo>
                  <a:lnTo>
                    <a:pt x="2115144" y="2622955"/>
                  </a:lnTo>
                  <a:lnTo>
                    <a:pt x="2147778" y="2519652"/>
                  </a:lnTo>
                  <a:lnTo>
                    <a:pt x="2180595" y="2414414"/>
                  </a:lnTo>
                  <a:lnTo>
                    <a:pt x="2213552" y="2307735"/>
                  </a:lnTo>
                  <a:lnTo>
                    <a:pt x="2246601" y="2200138"/>
                  </a:lnTo>
                  <a:lnTo>
                    <a:pt x="2279687" y="2092164"/>
                  </a:lnTo>
                  <a:lnTo>
                    <a:pt x="2312756" y="1984363"/>
                  </a:lnTo>
                  <a:lnTo>
                    <a:pt x="2345753" y="1877282"/>
                  </a:lnTo>
                  <a:lnTo>
                    <a:pt x="2378627" y="1771451"/>
                  </a:lnTo>
                  <a:lnTo>
                    <a:pt x="2411333" y="1667376"/>
                  </a:lnTo>
                  <a:lnTo>
                    <a:pt x="2443834" y="1565526"/>
                  </a:lnTo>
                  <a:lnTo>
                    <a:pt x="2476102" y="1466326"/>
                  </a:lnTo>
                  <a:lnTo>
                    <a:pt x="2508120" y="1370151"/>
                  </a:lnTo>
                  <a:lnTo>
                    <a:pt x="2539887" y="1277320"/>
                  </a:lnTo>
                  <a:lnTo>
                    <a:pt x="2571413" y="1188094"/>
                  </a:lnTo>
                  <a:lnTo>
                    <a:pt x="2602729" y="1102673"/>
                  </a:lnTo>
                  <a:lnTo>
                    <a:pt x="2633879" y="1021199"/>
                  </a:lnTo>
                  <a:lnTo>
                    <a:pt x="2664927" y="943759"/>
                  </a:lnTo>
                  <a:lnTo>
                    <a:pt x="2695959" y="870382"/>
                  </a:lnTo>
                  <a:lnTo>
                    <a:pt x="2727080" y="801051"/>
                  </a:lnTo>
                  <a:lnTo>
                    <a:pt x="2758421" y="735701"/>
                  </a:lnTo>
                  <a:lnTo>
                    <a:pt x="2770117" y="712484"/>
                  </a:lnTo>
                  <a:lnTo>
                    <a:pt x="2814387" y="630498"/>
                  </a:lnTo>
                  <a:lnTo>
                    <a:pt x="2859959" y="555952"/>
                  </a:lnTo>
                  <a:lnTo>
                    <a:pt x="2907407" y="488548"/>
                  </a:lnTo>
                  <a:lnTo>
                    <a:pt x="2957374" y="427737"/>
                  </a:lnTo>
                  <a:lnTo>
                    <a:pt x="3010529" y="372871"/>
                  </a:lnTo>
                  <a:lnTo>
                    <a:pt x="3067523" y="323298"/>
                  </a:lnTo>
                  <a:lnTo>
                    <a:pt x="3128933" y="278417"/>
                  </a:lnTo>
                  <a:lnTo>
                    <a:pt x="3195201" y="237707"/>
                  </a:lnTo>
                  <a:lnTo>
                    <a:pt x="3266542" y="200753"/>
                  </a:lnTo>
                  <a:lnTo>
                    <a:pt x="3342834" y="167251"/>
                  </a:lnTo>
                  <a:lnTo>
                    <a:pt x="3423496" y="137007"/>
                  </a:lnTo>
                  <a:lnTo>
                    <a:pt x="3507363" y="109938"/>
                  </a:lnTo>
                  <a:lnTo>
                    <a:pt x="3592605" y="86047"/>
                  </a:lnTo>
                  <a:lnTo>
                    <a:pt x="3676727" y="65395"/>
                  </a:lnTo>
                  <a:lnTo>
                    <a:pt x="3756714" y="48049"/>
                  </a:lnTo>
                  <a:lnTo>
                    <a:pt x="3829338" y="34031"/>
                  </a:lnTo>
                  <a:lnTo>
                    <a:pt x="3891616" y="23261"/>
                  </a:lnTo>
                  <a:lnTo>
                    <a:pt x="3941327" y="15514"/>
                  </a:lnTo>
                  <a:lnTo>
                    <a:pt x="3977458" y="10417"/>
                  </a:lnTo>
                  <a:lnTo>
                    <a:pt x="4000457" y="7468"/>
                  </a:lnTo>
                  <a:lnTo>
                    <a:pt x="4012258" y="6089"/>
                  </a:lnTo>
                  <a:lnTo>
                    <a:pt x="4016118" y="5676"/>
                  </a:lnTo>
                  <a:lnTo>
                    <a:pt x="4016409" y="5647"/>
                  </a:lnTo>
                  <a:lnTo>
                    <a:pt x="4538543" y="5647"/>
                  </a:lnTo>
                  <a:lnTo>
                    <a:pt x="4539645" y="5738"/>
                  </a:lnTo>
                  <a:lnTo>
                    <a:pt x="4546871" y="6392"/>
                  </a:lnTo>
                  <a:lnTo>
                    <a:pt x="4565025" y="8199"/>
                  </a:lnTo>
                  <a:lnTo>
                    <a:pt x="4597314" y="11753"/>
                  </a:lnTo>
                  <a:lnTo>
                    <a:pt x="4645098" y="17591"/>
                  </a:lnTo>
                  <a:lnTo>
                    <a:pt x="4707784" y="26136"/>
                  </a:lnTo>
                  <a:lnTo>
                    <a:pt x="4783067" y="37655"/>
                  </a:lnTo>
                  <a:lnTo>
                    <a:pt x="4867477" y="52260"/>
                  </a:lnTo>
                  <a:lnTo>
                    <a:pt x="4957090" y="69945"/>
                  </a:lnTo>
                  <a:lnTo>
                    <a:pt x="5048189" y="90643"/>
                  </a:lnTo>
                  <a:lnTo>
                    <a:pt x="5137708" y="114295"/>
                  </a:lnTo>
                  <a:lnTo>
                    <a:pt x="5223448" y="140902"/>
                  </a:lnTo>
                  <a:lnTo>
                    <a:pt x="5304070" y="170559"/>
                  </a:lnTo>
                  <a:lnTo>
                    <a:pt x="5378972" y="203476"/>
                  </a:lnTo>
                  <a:lnTo>
                    <a:pt x="5448119" y="239984"/>
                  </a:lnTo>
                  <a:lnTo>
                    <a:pt x="5511873" y="280529"/>
                  </a:lnTo>
                  <a:lnTo>
                    <a:pt x="5570846" y="325663"/>
                  </a:lnTo>
                  <a:lnTo>
                    <a:pt x="5625792" y="376009"/>
                  </a:lnTo>
                  <a:lnTo>
                    <a:pt x="5677522" y="432222"/>
                  </a:lnTo>
                  <a:lnTo>
                    <a:pt x="5726841" y="494898"/>
                  </a:lnTo>
                  <a:lnTo>
                    <a:pt x="5774483" y="564436"/>
                  </a:lnTo>
                  <a:lnTo>
                    <a:pt x="5784835" y="580717"/>
                  </a:lnTo>
                  <a:lnTo>
                    <a:pt x="5819218" y="637724"/>
                  </a:lnTo>
                  <a:lnTo>
                    <a:pt x="5853289" y="698578"/>
                  </a:lnTo>
                  <a:lnTo>
                    <a:pt x="5887227" y="763358"/>
                  </a:lnTo>
                  <a:lnTo>
                    <a:pt x="5921173" y="832090"/>
                  </a:lnTo>
                  <a:lnTo>
                    <a:pt x="5955241" y="904744"/>
                  </a:lnTo>
                  <a:lnTo>
                    <a:pt x="5989513" y="981226"/>
                  </a:lnTo>
                  <a:lnTo>
                    <a:pt x="6024045" y="1061376"/>
                  </a:lnTo>
                  <a:lnTo>
                    <a:pt x="6058869" y="1144966"/>
                  </a:lnTo>
                  <a:lnTo>
                    <a:pt x="6093995" y="1231696"/>
                  </a:lnTo>
                  <a:lnTo>
                    <a:pt x="6129411" y="1321203"/>
                  </a:lnTo>
                  <a:lnTo>
                    <a:pt x="6165090" y="1413059"/>
                  </a:lnTo>
                  <a:lnTo>
                    <a:pt x="6200985" y="1506784"/>
                  </a:lnTo>
                  <a:lnTo>
                    <a:pt x="6237041" y="1601849"/>
                  </a:lnTo>
                  <a:lnTo>
                    <a:pt x="6273193" y="1697697"/>
                  </a:lnTo>
                  <a:lnTo>
                    <a:pt x="6309369" y="1793746"/>
                  </a:lnTo>
                  <a:lnTo>
                    <a:pt x="6345499" y="1889412"/>
                  </a:lnTo>
                  <a:lnTo>
                    <a:pt x="6381512" y="1984121"/>
                  </a:lnTo>
                  <a:lnTo>
                    <a:pt x="6417345" y="2077322"/>
                  </a:lnTo>
                  <a:lnTo>
                    <a:pt x="6452947" y="2168500"/>
                  </a:lnTo>
                  <a:lnTo>
                    <a:pt x="6488275" y="2257190"/>
                  </a:lnTo>
                  <a:lnTo>
                    <a:pt x="6523308" y="2342983"/>
                  </a:lnTo>
                  <a:lnTo>
                    <a:pt x="6558040" y="2425536"/>
                  </a:lnTo>
                  <a:lnTo>
                    <a:pt x="6592487" y="2504572"/>
                  </a:lnTo>
                  <a:lnTo>
                    <a:pt x="6626688" y="2579882"/>
                  </a:lnTo>
                  <a:lnTo>
                    <a:pt x="6660708" y="2651329"/>
                  </a:lnTo>
                  <a:lnTo>
                    <a:pt x="6694639" y="2718838"/>
                  </a:lnTo>
                  <a:lnTo>
                    <a:pt x="6728601" y="2782397"/>
                  </a:lnTo>
                  <a:lnTo>
                    <a:pt x="6762748" y="2842049"/>
                  </a:lnTo>
                  <a:lnTo>
                    <a:pt x="6786527" y="2880998"/>
                  </a:lnTo>
                  <a:lnTo>
                    <a:pt x="6833885" y="2952067"/>
                  </a:lnTo>
                  <a:lnTo>
                    <a:pt x="6882775" y="3016234"/>
                  </a:lnTo>
                  <a:lnTo>
                    <a:pt x="6933905" y="3073826"/>
                  </a:lnTo>
                  <a:lnTo>
                    <a:pt x="6988071" y="3125411"/>
                  </a:lnTo>
                  <a:lnTo>
                    <a:pt x="7046087" y="3171640"/>
                  </a:lnTo>
                  <a:lnTo>
                    <a:pt x="7108726" y="3213148"/>
                  </a:lnTo>
                  <a:lnTo>
                    <a:pt x="7176642" y="3250504"/>
                  </a:lnTo>
                  <a:lnTo>
                    <a:pt x="7250260" y="3284181"/>
                  </a:lnTo>
                  <a:lnTo>
                    <a:pt x="7329648" y="3314535"/>
                  </a:lnTo>
                  <a:lnTo>
                    <a:pt x="7414346" y="3341803"/>
                  </a:lnTo>
                  <a:lnTo>
                    <a:pt x="7503189" y="3366105"/>
                  </a:lnTo>
                  <a:lnTo>
                    <a:pt x="7594174" y="3387459"/>
                  </a:lnTo>
                  <a:lnTo>
                    <a:pt x="7684417" y="3405815"/>
                  </a:lnTo>
                  <a:lnTo>
                    <a:pt x="7770315" y="3421103"/>
                  </a:lnTo>
                  <a:lnTo>
                    <a:pt x="7847938" y="3433299"/>
                  </a:lnTo>
                  <a:lnTo>
                    <a:pt x="7913654" y="3442483"/>
                  </a:lnTo>
                  <a:lnTo>
                    <a:pt x="7964843" y="3448887"/>
                  </a:lnTo>
                  <a:lnTo>
                    <a:pt x="8000504" y="3452902"/>
                  </a:lnTo>
                  <a:lnTo>
                    <a:pt x="8021563" y="3455044"/>
                  </a:lnTo>
                  <a:lnTo>
                    <a:pt x="8030840" y="3455901"/>
                  </a:lnTo>
                  <a:lnTo>
                    <a:pt x="8032819" y="3456068"/>
                  </a:lnTo>
                  <a:lnTo>
                    <a:pt x="8554953" y="3456068"/>
                  </a:lnTo>
                  <a:lnTo>
                    <a:pt x="8554953" y="3450421"/>
                  </a:lnTo>
                  <a:lnTo>
                    <a:pt x="8032819" y="3450421"/>
                  </a:lnTo>
                  <a:lnTo>
                    <a:pt x="8031717" y="3450329"/>
                  </a:lnTo>
                  <a:lnTo>
                    <a:pt x="8024491" y="3449676"/>
                  </a:lnTo>
                  <a:lnTo>
                    <a:pt x="8006337" y="3447869"/>
                  </a:lnTo>
                  <a:lnTo>
                    <a:pt x="7974048" y="3444315"/>
                  </a:lnTo>
                  <a:lnTo>
                    <a:pt x="7926264" y="3438477"/>
                  </a:lnTo>
                  <a:lnTo>
                    <a:pt x="7863578" y="3429932"/>
                  </a:lnTo>
                  <a:lnTo>
                    <a:pt x="7788295" y="3418413"/>
                  </a:lnTo>
                  <a:lnTo>
                    <a:pt x="7703885" y="3403808"/>
                  </a:lnTo>
                  <a:lnTo>
                    <a:pt x="7614272" y="3386123"/>
                  </a:lnTo>
                  <a:lnTo>
                    <a:pt x="7523173" y="3365425"/>
                  </a:lnTo>
                  <a:lnTo>
                    <a:pt x="7433654" y="3341772"/>
                  </a:lnTo>
                  <a:lnTo>
                    <a:pt x="7347914" y="3315166"/>
                  </a:lnTo>
                  <a:lnTo>
                    <a:pt x="7267292" y="3285509"/>
                  </a:lnTo>
                  <a:lnTo>
                    <a:pt x="7192390" y="3252592"/>
                  </a:lnTo>
                  <a:lnTo>
                    <a:pt x="7123243" y="3216084"/>
                  </a:lnTo>
                  <a:lnTo>
                    <a:pt x="7059489" y="3175538"/>
                  </a:lnTo>
                  <a:lnTo>
                    <a:pt x="7000516" y="3130405"/>
                  </a:lnTo>
                  <a:lnTo>
                    <a:pt x="6945570" y="3080058"/>
                  </a:lnTo>
                  <a:lnTo>
                    <a:pt x="6893840" y="3023846"/>
                  </a:lnTo>
                  <a:lnTo>
                    <a:pt x="6844521" y="2961170"/>
                  </a:lnTo>
                  <a:lnTo>
                    <a:pt x="6796879" y="2891632"/>
                  </a:lnTo>
                  <a:lnTo>
                    <a:pt x="6786527" y="2875351"/>
                  </a:lnTo>
                  <a:lnTo>
                    <a:pt x="6752144" y="2818344"/>
                  </a:lnTo>
                  <a:lnTo>
                    <a:pt x="6718073" y="2757490"/>
                  </a:lnTo>
                  <a:lnTo>
                    <a:pt x="6684135" y="2692710"/>
                  </a:lnTo>
                  <a:lnTo>
                    <a:pt x="6650189" y="2623978"/>
                  </a:lnTo>
                  <a:lnTo>
                    <a:pt x="6616121" y="2551324"/>
                  </a:lnTo>
                  <a:lnTo>
                    <a:pt x="6581849" y="2474841"/>
                  </a:lnTo>
                  <a:lnTo>
                    <a:pt x="6547317" y="2394691"/>
                  </a:lnTo>
                  <a:lnTo>
                    <a:pt x="6512493" y="2311102"/>
                  </a:lnTo>
                  <a:lnTo>
                    <a:pt x="6477367" y="2224372"/>
                  </a:lnTo>
                  <a:lnTo>
                    <a:pt x="6441950" y="2134865"/>
                  </a:lnTo>
                  <a:lnTo>
                    <a:pt x="6406272" y="2043009"/>
                  </a:lnTo>
                  <a:lnTo>
                    <a:pt x="6370377" y="1949284"/>
                  </a:lnTo>
                  <a:lnTo>
                    <a:pt x="6334321" y="1854218"/>
                  </a:lnTo>
                  <a:lnTo>
                    <a:pt x="6298169" y="1758371"/>
                  </a:lnTo>
                  <a:lnTo>
                    <a:pt x="6261993" y="1662322"/>
                  </a:lnTo>
                  <a:lnTo>
                    <a:pt x="6225863" y="1566656"/>
                  </a:lnTo>
                  <a:lnTo>
                    <a:pt x="6189850" y="1471947"/>
                  </a:lnTo>
                  <a:lnTo>
                    <a:pt x="6154016" y="1378746"/>
                  </a:lnTo>
                  <a:lnTo>
                    <a:pt x="6118415" y="1287568"/>
                  </a:lnTo>
                  <a:lnTo>
                    <a:pt x="6083087" y="1198878"/>
                  </a:lnTo>
                  <a:lnTo>
                    <a:pt x="6048054" y="1113085"/>
                  </a:lnTo>
                  <a:lnTo>
                    <a:pt x="6013322" y="1030532"/>
                  </a:lnTo>
                  <a:lnTo>
                    <a:pt x="5978875" y="951496"/>
                  </a:lnTo>
                  <a:lnTo>
                    <a:pt x="5944674" y="876185"/>
                  </a:lnTo>
                  <a:lnTo>
                    <a:pt x="5910654" y="804739"/>
                  </a:lnTo>
                  <a:lnTo>
                    <a:pt x="5876723" y="737229"/>
                  </a:lnTo>
                  <a:lnTo>
                    <a:pt x="5842761" y="673671"/>
                  </a:lnTo>
                  <a:lnTo>
                    <a:pt x="5808614" y="614018"/>
                  </a:lnTo>
                  <a:lnTo>
                    <a:pt x="5784835" y="575070"/>
                  </a:lnTo>
                  <a:lnTo>
                    <a:pt x="5737477" y="504001"/>
                  </a:lnTo>
                  <a:lnTo>
                    <a:pt x="5688587" y="439834"/>
                  </a:lnTo>
                  <a:lnTo>
                    <a:pt x="5637457" y="382242"/>
                  </a:lnTo>
                  <a:lnTo>
                    <a:pt x="5583291" y="330656"/>
                  </a:lnTo>
                  <a:lnTo>
                    <a:pt x="5525275" y="284428"/>
                  </a:lnTo>
                  <a:lnTo>
                    <a:pt x="5462636" y="242920"/>
                  </a:lnTo>
                  <a:lnTo>
                    <a:pt x="5394720" y="205563"/>
                  </a:lnTo>
                  <a:lnTo>
                    <a:pt x="5321102" y="171887"/>
                  </a:lnTo>
                  <a:lnTo>
                    <a:pt x="5241714" y="141533"/>
                  </a:lnTo>
                  <a:lnTo>
                    <a:pt x="5157016" y="114265"/>
                  </a:lnTo>
                  <a:lnTo>
                    <a:pt x="5068173" y="89963"/>
                  </a:lnTo>
                  <a:lnTo>
                    <a:pt x="4977188" y="68609"/>
                  </a:lnTo>
                  <a:lnTo>
                    <a:pt x="4886945" y="50253"/>
                  </a:lnTo>
                  <a:lnTo>
                    <a:pt x="4801047" y="34964"/>
                  </a:lnTo>
                  <a:lnTo>
                    <a:pt x="4723424" y="22769"/>
                  </a:lnTo>
                  <a:lnTo>
                    <a:pt x="4657708" y="13585"/>
                  </a:lnTo>
                  <a:lnTo>
                    <a:pt x="4606519" y="7180"/>
                  </a:lnTo>
                  <a:lnTo>
                    <a:pt x="4570857" y="3166"/>
                  </a:lnTo>
                  <a:lnTo>
                    <a:pt x="4549799" y="1023"/>
                  </a:lnTo>
                  <a:lnTo>
                    <a:pt x="4540522" y="167"/>
                  </a:lnTo>
                  <a:lnTo>
                    <a:pt x="4538543" y="0"/>
                  </a:lnTo>
                  <a:lnTo>
                    <a:pt x="4016409" y="0"/>
                  </a:lnTo>
                  <a:lnTo>
                    <a:pt x="4015504" y="92"/>
                  </a:lnTo>
                  <a:lnTo>
                    <a:pt x="4009538" y="748"/>
                  </a:lnTo>
                  <a:lnTo>
                    <a:pt x="3994461" y="2562"/>
                  </a:lnTo>
                  <a:lnTo>
                    <a:pt x="3967416" y="6135"/>
                  </a:lnTo>
                  <a:lnTo>
                    <a:pt x="3926932" y="12028"/>
                  </a:lnTo>
                  <a:lnTo>
                    <a:pt x="3873039" y="20706"/>
                  </a:lnTo>
                  <a:lnTo>
                    <a:pt x="3807174" y="32494"/>
                  </a:lnTo>
                  <a:lnTo>
                    <a:pt x="3731857" y="47570"/>
                  </a:lnTo>
                  <a:lnTo>
                    <a:pt x="3650203" y="65976"/>
                  </a:lnTo>
                  <a:lnTo>
                    <a:pt x="3565416" y="87669"/>
                  </a:lnTo>
                  <a:lnTo>
                    <a:pt x="3480372" y="112578"/>
                  </a:lnTo>
                  <a:lnTo>
                    <a:pt x="3397361" y="140656"/>
                  </a:lnTo>
                  <a:lnTo>
                    <a:pt x="3317996" y="171925"/>
                  </a:lnTo>
                  <a:lnTo>
                    <a:pt x="3243244" y="206502"/>
                  </a:lnTo>
                  <a:lnTo>
                    <a:pt x="3173526" y="244614"/>
                  </a:lnTo>
                  <a:lnTo>
                    <a:pt x="3108843" y="286604"/>
                  </a:lnTo>
                  <a:lnTo>
                    <a:pt x="3048897" y="332920"/>
                  </a:lnTo>
                  <a:lnTo>
                    <a:pt x="2993194" y="384112"/>
                  </a:lnTo>
                  <a:lnTo>
                    <a:pt x="2941128" y="440801"/>
                  </a:lnTo>
                  <a:lnTo>
                    <a:pt x="2892037" y="503647"/>
                  </a:lnTo>
                  <a:lnTo>
                    <a:pt x="2845255" y="573277"/>
                  </a:lnTo>
                  <a:lnTo>
                    <a:pt x="2800155" y="650180"/>
                  </a:lnTo>
                  <a:lnTo>
                    <a:pt x="2770117" y="706837"/>
                  </a:lnTo>
                  <a:lnTo>
                    <a:pt x="2738656" y="770737"/>
                  </a:lnTo>
                  <a:lnTo>
                    <a:pt x="2707470" y="838583"/>
                  </a:lnTo>
                  <a:lnTo>
                    <a:pt x="2676419" y="910456"/>
                  </a:lnTo>
                  <a:lnTo>
                    <a:pt x="2645388" y="986392"/>
                  </a:lnTo>
                  <a:lnTo>
                    <a:pt x="2614284" y="1066379"/>
                  </a:lnTo>
                  <a:lnTo>
                    <a:pt x="2583036" y="1150351"/>
                  </a:lnTo>
                  <a:lnTo>
                    <a:pt x="2551592" y="1238188"/>
                  </a:lnTo>
                  <a:lnTo>
                    <a:pt x="2519917" y="1329711"/>
                  </a:lnTo>
                  <a:lnTo>
                    <a:pt x="2487992" y="1424682"/>
                  </a:lnTo>
                  <a:lnTo>
                    <a:pt x="2455816" y="1522802"/>
                  </a:lnTo>
                  <a:lnTo>
                    <a:pt x="2423399" y="1623717"/>
                  </a:lnTo>
                  <a:lnTo>
                    <a:pt x="2390764" y="1727020"/>
                  </a:lnTo>
                  <a:lnTo>
                    <a:pt x="2357947" y="1832258"/>
                  </a:lnTo>
                  <a:lnTo>
                    <a:pt x="2324990" y="1938936"/>
                  </a:lnTo>
                  <a:lnTo>
                    <a:pt x="2291942" y="2046534"/>
                  </a:lnTo>
                  <a:lnTo>
                    <a:pt x="2258855" y="2154508"/>
                  </a:lnTo>
                  <a:lnTo>
                    <a:pt x="2225787" y="2262309"/>
                  </a:lnTo>
                  <a:lnTo>
                    <a:pt x="2192790" y="2369390"/>
                  </a:lnTo>
                  <a:lnTo>
                    <a:pt x="2159915" y="2475221"/>
                  </a:lnTo>
                  <a:lnTo>
                    <a:pt x="2127209" y="2579296"/>
                  </a:lnTo>
                  <a:lnTo>
                    <a:pt x="2094708" y="2681146"/>
                  </a:lnTo>
                  <a:lnTo>
                    <a:pt x="2062440" y="2780345"/>
                  </a:lnTo>
                  <a:lnTo>
                    <a:pt x="2030422" y="2876520"/>
                  </a:lnTo>
                  <a:lnTo>
                    <a:pt x="1998656" y="2969351"/>
                  </a:lnTo>
                  <a:lnTo>
                    <a:pt x="1967129" y="3058578"/>
                  </a:lnTo>
                  <a:lnTo>
                    <a:pt x="1935813" y="3143999"/>
                  </a:lnTo>
                  <a:lnTo>
                    <a:pt x="1904663" y="3225472"/>
                  </a:lnTo>
                  <a:lnTo>
                    <a:pt x="1873615" y="3302913"/>
                  </a:lnTo>
                  <a:lnTo>
                    <a:pt x="1842583" y="3376289"/>
                  </a:lnTo>
                  <a:lnTo>
                    <a:pt x="1811462" y="3445620"/>
                  </a:lnTo>
                  <a:lnTo>
                    <a:pt x="1780121" y="3510970"/>
                  </a:lnTo>
                  <a:lnTo>
                    <a:pt x="1768425" y="3534187"/>
                  </a:lnTo>
                  <a:lnTo>
                    <a:pt x="1724156" y="3616174"/>
                  </a:lnTo>
                  <a:lnTo>
                    <a:pt x="1678583" y="3690719"/>
                  </a:lnTo>
                  <a:lnTo>
                    <a:pt x="1631135" y="3758124"/>
                  </a:lnTo>
                  <a:lnTo>
                    <a:pt x="1581168" y="3818935"/>
                  </a:lnTo>
                  <a:lnTo>
                    <a:pt x="1528013" y="3873801"/>
                  </a:lnTo>
                  <a:lnTo>
                    <a:pt x="1471020" y="3923373"/>
                  </a:lnTo>
                  <a:lnTo>
                    <a:pt x="1409609" y="3968255"/>
                  </a:lnTo>
                  <a:lnTo>
                    <a:pt x="1343341" y="4008965"/>
                  </a:lnTo>
                  <a:lnTo>
                    <a:pt x="1272001" y="4045918"/>
                  </a:lnTo>
                  <a:lnTo>
                    <a:pt x="1195709" y="4079421"/>
                  </a:lnTo>
                  <a:lnTo>
                    <a:pt x="1115047" y="4109665"/>
                  </a:lnTo>
                  <a:lnTo>
                    <a:pt x="1031179" y="4136734"/>
                  </a:lnTo>
                  <a:lnTo>
                    <a:pt x="945937" y="4160624"/>
                  </a:lnTo>
                  <a:lnTo>
                    <a:pt x="861815" y="4181277"/>
                  </a:lnTo>
                  <a:lnTo>
                    <a:pt x="781828" y="4198623"/>
                  </a:lnTo>
                  <a:lnTo>
                    <a:pt x="709204" y="4212640"/>
                  </a:lnTo>
                  <a:lnTo>
                    <a:pt x="646926" y="4223411"/>
                  </a:lnTo>
                  <a:lnTo>
                    <a:pt x="597215" y="4231158"/>
                  </a:lnTo>
                  <a:lnTo>
                    <a:pt x="561084" y="4236255"/>
                  </a:lnTo>
                  <a:lnTo>
                    <a:pt x="538085" y="4239203"/>
                  </a:lnTo>
                  <a:lnTo>
                    <a:pt x="526284" y="4240583"/>
                  </a:lnTo>
                  <a:lnTo>
                    <a:pt x="522424" y="4240996"/>
                  </a:lnTo>
                  <a:lnTo>
                    <a:pt x="522133" y="4241025"/>
                  </a:lnTo>
                  <a:lnTo>
                    <a:pt x="0" y="4241025"/>
                  </a:lnTo>
                  <a:close/>
                </a:path>
              </a:pathLst>
            </a:custGeom>
            <a:solidFill>
              <a:srgbClr val="9E9E9E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1713" name="pl1713"/>
            <p:cNvSpPr/>
            <p:nvPr/>
          </p:nvSpPr>
          <p:spPr>
            <a:xfrm>
              <a:off x="386606" y="1095190"/>
              <a:ext cx="8554953" cy="4241025"/>
            </a:xfrm>
            <a:custGeom>
              <a:avLst/>
              <a:pathLst>
                <a:path w="8554953" h="4241025">
                  <a:moveTo>
                    <a:pt x="0" y="4241025"/>
                  </a:moveTo>
                  <a:lnTo>
                    <a:pt x="522133" y="4241025"/>
                  </a:lnTo>
                  <a:lnTo>
                    <a:pt x="523039" y="4240933"/>
                  </a:lnTo>
                  <a:lnTo>
                    <a:pt x="529004" y="4240276"/>
                  </a:lnTo>
                  <a:lnTo>
                    <a:pt x="544081" y="4238462"/>
                  </a:lnTo>
                  <a:lnTo>
                    <a:pt x="571126" y="4234889"/>
                  </a:lnTo>
                  <a:lnTo>
                    <a:pt x="611610" y="4228996"/>
                  </a:lnTo>
                  <a:lnTo>
                    <a:pt x="665503" y="4220319"/>
                  </a:lnTo>
                  <a:lnTo>
                    <a:pt x="731368" y="4208530"/>
                  </a:lnTo>
                  <a:lnTo>
                    <a:pt x="806686" y="4193454"/>
                  </a:lnTo>
                  <a:lnTo>
                    <a:pt x="888339" y="4175048"/>
                  </a:lnTo>
                  <a:lnTo>
                    <a:pt x="973126" y="4153355"/>
                  </a:lnTo>
                  <a:lnTo>
                    <a:pt x="1058170" y="4128446"/>
                  </a:lnTo>
                  <a:lnTo>
                    <a:pt x="1141181" y="4100369"/>
                  </a:lnTo>
                  <a:lnTo>
                    <a:pt x="1220546" y="4069100"/>
                  </a:lnTo>
                  <a:lnTo>
                    <a:pt x="1295298" y="4034523"/>
                  </a:lnTo>
                  <a:lnTo>
                    <a:pt x="1365016" y="3996410"/>
                  </a:lnTo>
                  <a:lnTo>
                    <a:pt x="1429699" y="3954421"/>
                  </a:lnTo>
                  <a:lnTo>
                    <a:pt x="1489646" y="3908104"/>
                  </a:lnTo>
                  <a:lnTo>
                    <a:pt x="1545348" y="3856913"/>
                  </a:lnTo>
                  <a:lnTo>
                    <a:pt x="1597414" y="3800223"/>
                  </a:lnTo>
                  <a:lnTo>
                    <a:pt x="1646505" y="3737378"/>
                  </a:lnTo>
                  <a:lnTo>
                    <a:pt x="1693288" y="3667748"/>
                  </a:lnTo>
                  <a:lnTo>
                    <a:pt x="1738388" y="3590845"/>
                  </a:lnTo>
                  <a:lnTo>
                    <a:pt x="1768425" y="3534187"/>
                  </a:lnTo>
                  <a:lnTo>
                    <a:pt x="1799886" y="3470288"/>
                  </a:lnTo>
                  <a:lnTo>
                    <a:pt x="1831072" y="3402441"/>
                  </a:lnTo>
                  <a:lnTo>
                    <a:pt x="1862123" y="3330568"/>
                  </a:lnTo>
                  <a:lnTo>
                    <a:pt x="1893154" y="3254632"/>
                  </a:lnTo>
                  <a:lnTo>
                    <a:pt x="1924258" y="3174646"/>
                  </a:lnTo>
                  <a:lnTo>
                    <a:pt x="1955506" y="3090674"/>
                  </a:lnTo>
                  <a:lnTo>
                    <a:pt x="1986950" y="3002836"/>
                  </a:lnTo>
                  <a:lnTo>
                    <a:pt x="2018626" y="2911313"/>
                  </a:lnTo>
                  <a:lnTo>
                    <a:pt x="2050550" y="2816343"/>
                  </a:lnTo>
                  <a:lnTo>
                    <a:pt x="2082727" y="2718223"/>
                  </a:lnTo>
                  <a:lnTo>
                    <a:pt x="2115144" y="2617308"/>
                  </a:lnTo>
                  <a:lnTo>
                    <a:pt x="2147778" y="2514004"/>
                  </a:lnTo>
                  <a:lnTo>
                    <a:pt x="2180595" y="2408767"/>
                  </a:lnTo>
                  <a:lnTo>
                    <a:pt x="2213552" y="2302088"/>
                  </a:lnTo>
                  <a:lnTo>
                    <a:pt x="2246601" y="2194491"/>
                  </a:lnTo>
                  <a:lnTo>
                    <a:pt x="2279687" y="2086517"/>
                  </a:lnTo>
                  <a:lnTo>
                    <a:pt x="2312756" y="1978716"/>
                  </a:lnTo>
                  <a:lnTo>
                    <a:pt x="2345753" y="1871634"/>
                  </a:lnTo>
                  <a:lnTo>
                    <a:pt x="2378627" y="1765804"/>
                  </a:lnTo>
                  <a:lnTo>
                    <a:pt x="2411333" y="1661729"/>
                  </a:lnTo>
                  <a:lnTo>
                    <a:pt x="2443834" y="1559879"/>
                  </a:lnTo>
                  <a:lnTo>
                    <a:pt x="2476102" y="1460679"/>
                  </a:lnTo>
                  <a:lnTo>
                    <a:pt x="2508120" y="1364504"/>
                  </a:lnTo>
                  <a:lnTo>
                    <a:pt x="2539887" y="1271673"/>
                  </a:lnTo>
                  <a:lnTo>
                    <a:pt x="2571413" y="1182446"/>
                  </a:lnTo>
                  <a:lnTo>
                    <a:pt x="2602729" y="1097025"/>
                  </a:lnTo>
                  <a:lnTo>
                    <a:pt x="2633879" y="1015552"/>
                  </a:lnTo>
                  <a:lnTo>
                    <a:pt x="2664927" y="938112"/>
                  </a:lnTo>
                  <a:lnTo>
                    <a:pt x="2695959" y="864735"/>
                  </a:lnTo>
                  <a:lnTo>
                    <a:pt x="2727080" y="795404"/>
                  </a:lnTo>
                  <a:lnTo>
                    <a:pt x="2758421" y="730054"/>
                  </a:lnTo>
                  <a:lnTo>
                    <a:pt x="2770117" y="706837"/>
                  </a:lnTo>
                  <a:lnTo>
                    <a:pt x="2814387" y="624851"/>
                  </a:lnTo>
                  <a:lnTo>
                    <a:pt x="2859959" y="550305"/>
                  </a:lnTo>
                  <a:lnTo>
                    <a:pt x="2907407" y="482901"/>
                  </a:lnTo>
                  <a:lnTo>
                    <a:pt x="2957374" y="422089"/>
                  </a:lnTo>
                  <a:lnTo>
                    <a:pt x="3010529" y="367224"/>
                  </a:lnTo>
                  <a:lnTo>
                    <a:pt x="3067523" y="317651"/>
                  </a:lnTo>
                  <a:lnTo>
                    <a:pt x="3128933" y="272769"/>
                  </a:lnTo>
                  <a:lnTo>
                    <a:pt x="3195201" y="232060"/>
                  </a:lnTo>
                  <a:lnTo>
                    <a:pt x="3266542" y="195106"/>
                  </a:lnTo>
                  <a:lnTo>
                    <a:pt x="3342834" y="161603"/>
                  </a:lnTo>
                  <a:lnTo>
                    <a:pt x="3423496" y="131360"/>
                  </a:lnTo>
                  <a:lnTo>
                    <a:pt x="3507363" y="104291"/>
                  </a:lnTo>
                  <a:lnTo>
                    <a:pt x="3592605" y="80400"/>
                  </a:lnTo>
                  <a:lnTo>
                    <a:pt x="3676727" y="59747"/>
                  </a:lnTo>
                  <a:lnTo>
                    <a:pt x="3756714" y="42402"/>
                  </a:lnTo>
                  <a:lnTo>
                    <a:pt x="3829338" y="28384"/>
                  </a:lnTo>
                  <a:lnTo>
                    <a:pt x="3891616" y="17614"/>
                  </a:lnTo>
                  <a:lnTo>
                    <a:pt x="3941327" y="9867"/>
                  </a:lnTo>
                  <a:lnTo>
                    <a:pt x="3977458" y="4770"/>
                  </a:lnTo>
                  <a:lnTo>
                    <a:pt x="4000457" y="1821"/>
                  </a:lnTo>
                  <a:lnTo>
                    <a:pt x="4012258" y="442"/>
                  </a:lnTo>
                  <a:lnTo>
                    <a:pt x="4016118" y="28"/>
                  </a:lnTo>
                  <a:lnTo>
                    <a:pt x="4016409" y="0"/>
                  </a:lnTo>
                  <a:lnTo>
                    <a:pt x="4538543" y="0"/>
                  </a:lnTo>
                  <a:lnTo>
                    <a:pt x="4539645" y="91"/>
                  </a:lnTo>
                  <a:lnTo>
                    <a:pt x="4546871" y="745"/>
                  </a:lnTo>
                  <a:lnTo>
                    <a:pt x="4565025" y="2552"/>
                  </a:lnTo>
                  <a:lnTo>
                    <a:pt x="4597314" y="6105"/>
                  </a:lnTo>
                  <a:lnTo>
                    <a:pt x="4645098" y="11943"/>
                  </a:lnTo>
                  <a:lnTo>
                    <a:pt x="4707784" y="20488"/>
                  </a:lnTo>
                  <a:lnTo>
                    <a:pt x="4783067" y="32008"/>
                  </a:lnTo>
                  <a:lnTo>
                    <a:pt x="4867477" y="46613"/>
                  </a:lnTo>
                  <a:lnTo>
                    <a:pt x="4957090" y="64297"/>
                  </a:lnTo>
                  <a:lnTo>
                    <a:pt x="5048189" y="84996"/>
                  </a:lnTo>
                  <a:lnTo>
                    <a:pt x="5137708" y="108648"/>
                  </a:lnTo>
                  <a:lnTo>
                    <a:pt x="5223448" y="135255"/>
                  </a:lnTo>
                  <a:lnTo>
                    <a:pt x="5304070" y="164912"/>
                  </a:lnTo>
                  <a:lnTo>
                    <a:pt x="5378972" y="197829"/>
                  </a:lnTo>
                  <a:lnTo>
                    <a:pt x="5448119" y="234336"/>
                  </a:lnTo>
                  <a:lnTo>
                    <a:pt x="5511873" y="274882"/>
                  </a:lnTo>
                  <a:lnTo>
                    <a:pt x="5570846" y="320016"/>
                  </a:lnTo>
                  <a:lnTo>
                    <a:pt x="5625792" y="370362"/>
                  </a:lnTo>
                  <a:lnTo>
                    <a:pt x="5677522" y="426575"/>
                  </a:lnTo>
                  <a:lnTo>
                    <a:pt x="5726841" y="489251"/>
                  </a:lnTo>
                  <a:lnTo>
                    <a:pt x="5774483" y="558789"/>
                  </a:lnTo>
                  <a:lnTo>
                    <a:pt x="5784835" y="575070"/>
                  </a:lnTo>
                  <a:lnTo>
                    <a:pt x="5819218" y="632076"/>
                  </a:lnTo>
                  <a:lnTo>
                    <a:pt x="5853289" y="692930"/>
                  </a:lnTo>
                  <a:lnTo>
                    <a:pt x="5887227" y="757710"/>
                  </a:lnTo>
                  <a:lnTo>
                    <a:pt x="5921173" y="826443"/>
                  </a:lnTo>
                  <a:lnTo>
                    <a:pt x="5955241" y="899097"/>
                  </a:lnTo>
                  <a:lnTo>
                    <a:pt x="5989513" y="975579"/>
                  </a:lnTo>
                  <a:lnTo>
                    <a:pt x="6024045" y="1055729"/>
                  </a:lnTo>
                  <a:lnTo>
                    <a:pt x="6058869" y="1139318"/>
                  </a:lnTo>
                  <a:lnTo>
                    <a:pt x="6093995" y="1226049"/>
                  </a:lnTo>
                  <a:lnTo>
                    <a:pt x="6129411" y="1315556"/>
                  </a:lnTo>
                  <a:lnTo>
                    <a:pt x="6165090" y="1407412"/>
                  </a:lnTo>
                  <a:lnTo>
                    <a:pt x="6200985" y="1501136"/>
                  </a:lnTo>
                  <a:lnTo>
                    <a:pt x="6237041" y="1596202"/>
                  </a:lnTo>
                  <a:lnTo>
                    <a:pt x="6273193" y="1692049"/>
                  </a:lnTo>
                  <a:lnTo>
                    <a:pt x="6309369" y="1788098"/>
                  </a:lnTo>
                  <a:lnTo>
                    <a:pt x="6345499" y="1883765"/>
                  </a:lnTo>
                  <a:lnTo>
                    <a:pt x="6381512" y="1978474"/>
                  </a:lnTo>
                  <a:lnTo>
                    <a:pt x="6417345" y="2071674"/>
                  </a:lnTo>
                  <a:lnTo>
                    <a:pt x="6452947" y="2162852"/>
                  </a:lnTo>
                  <a:lnTo>
                    <a:pt x="6488275" y="2251542"/>
                  </a:lnTo>
                  <a:lnTo>
                    <a:pt x="6523308" y="2337336"/>
                  </a:lnTo>
                  <a:lnTo>
                    <a:pt x="6558040" y="2419889"/>
                  </a:lnTo>
                  <a:lnTo>
                    <a:pt x="6592487" y="2498924"/>
                  </a:lnTo>
                  <a:lnTo>
                    <a:pt x="6626688" y="2574235"/>
                  </a:lnTo>
                  <a:lnTo>
                    <a:pt x="6660708" y="2645682"/>
                  </a:lnTo>
                  <a:lnTo>
                    <a:pt x="6694639" y="2713191"/>
                  </a:lnTo>
                  <a:lnTo>
                    <a:pt x="6728601" y="2776750"/>
                  </a:lnTo>
                  <a:lnTo>
                    <a:pt x="6762748" y="2836402"/>
                  </a:lnTo>
                  <a:lnTo>
                    <a:pt x="6786527" y="2875351"/>
                  </a:lnTo>
                  <a:lnTo>
                    <a:pt x="6833885" y="2946420"/>
                  </a:lnTo>
                  <a:lnTo>
                    <a:pt x="6882775" y="3010587"/>
                  </a:lnTo>
                  <a:lnTo>
                    <a:pt x="6933905" y="3068179"/>
                  </a:lnTo>
                  <a:lnTo>
                    <a:pt x="6988071" y="3119764"/>
                  </a:lnTo>
                  <a:lnTo>
                    <a:pt x="7046087" y="3165992"/>
                  </a:lnTo>
                  <a:lnTo>
                    <a:pt x="7108726" y="3207500"/>
                  </a:lnTo>
                  <a:lnTo>
                    <a:pt x="7176642" y="3244857"/>
                  </a:lnTo>
                  <a:lnTo>
                    <a:pt x="7250260" y="3278534"/>
                  </a:lnTo>
                  <a:lnTo>
                    <a:pt x="7329648" y="3308888"/>
                  </a:lnTo>
                  <a:lnTo>
                    <a:pt x="7414346" y="3336156"/>
                  </a:lnTo>
                  <a:lnTo>
                    <a:pt x="7503189" y="3360457"/>
                  </a:lnTo>
                  <a:lnTo>
                    <a:pt x="7594174" y="3381811"/>
                  </a:lnTo>
                  <a:lnTo>
                    <a:pt x="7684417" y="3400168"/>
                  </a:lnTo>
                  <a:lnTo>
                    <a:pt x="7770315" y="3415456"/>
                  </a:lnTo>
                  <a:lnTo>
                    <a:pt x="7847938" y="3427652"/>
                  </a:lnTo>
                  <a:lnTo>
                    <a:pt x="7913654" y="3436836"/>
                  </a:lnTo>
                  <a:lnTo>
                    <a:pt x="7964843" y="3443240"/>
                  </a:lnTo>
                  <a:lnTo>
                    <a:pt x="8000504" y="3447255"/>
                  </a:lnTo>
                  <a:lnTo>
                    <a:pt x="8021563" y="3449397"/>
                  </a:lnTo>
                  <a:lnTo>
                    <a:pt x="8030840" y="3450254"/>
                  </a:lnTo>
                  <a:lnTo>
                    <a:pt x="8032807" y="3450420"/>
                  </a:lnTo>
                  <a:lnTo>
                    <a:pt x="8032819" y="3450421"/>
                  </a:lnTo>
                  <a:lnTo>
                    <a:pt x="8554953" y="3450421"/>
                  </a:lnTo>
                  <a:lnTo>
                    <a:pt x="8554953" y="3450421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714" name="pl1714"/>
            <p:cNvSpPr/>
            <p:nvPr/>
          </p:nvSpPr>
          <p:spPr>
            <a:xfrm>
              <a:off x="386606" y="1089543"/>
              <a:ext cx="8554953" cy="4241025"/>
            </a:xfrm>
            <a:custGeom>
              <a:avLst/>
              <a:pathLst>
                <a:path w="8554953" h="4241025">
                  <a:moveTo>
                    <a:pt x="8554953" y="3450421"/>
                  </a:moveTo>
                  <a:lnTo>
                    <a:pt x="8032819" y="3450421"/>
                  </a:lnTo>
                  <a:lnTo>
                    <a:pt x="8031717" y="3450329"/>
                  </a:lnTo>
                  <a:lnTo>
                    <a:pt x="8024491" y="3449676"/>
                  </a:lnTo>
                  <a:lnTo>
                    <a:pt x="8006337" y="3447869"/>
                  </a:lnTo>
                  <a:lnTo>
                    <a:pt x="7974048" y="3444315"/>
                  </a:lnTo>
                  <a:lnTo>
                    <a:pt x="7926264" y="3438477"/>
                  </a:lnTo>
                  <a:lnTo>
                    <a:pt x="7863578" y="3429932"/>
                  </a:lnTo>
                  <a:lnTo>
                    <a:pt x="7788295" y="3418413"/>
                  </a:lnTo>
                  <a:lnTo>
                    <a:pt x="7703885" y="3403808"/>
                  </a:lnTo>
                  <a:lnTo>
                    <a:pt x="7614272" y="3386123"/>
                  </a:lnTo>
                  <a:lnTo>
                    <a:pt x="7523173" y="3365425"/>
                  </a:lnTo>
                  <a:lnTo>
                    <a:pt x="7433654" y="3341772"/>
                  </a:lnTo>
                  <a:lnTo>
                    <a:pt x="7347914" y="3315166"/>
                  </a:lnTo>
                  <a:lnTo>
                    <a:pt x="7267292" y="3285509"/>
                  </a:lnTo>
                  <a:lnTo>
                    <a:pt x="7192390" y="3252592"/>
                  </a:lnTo>
                  <a:lnTo>
                    <a:pt x="7123243" y="3216084"/>
                  </a:lnTo>
                  <a:lnTo>
                    <a:pt x="7059489" y="3175538"/>
                  </a:lnTo>
                  <a:lnTo>
                    <a:pt x="7000516" y="3130405"/>
                  </a:lnTo>
                  <a:lnTo>
                    <a:pt x="6945570" y="3080058"/>
                  </a:lnTo>
                  <a:lnTo>
                    <a:pt x="6893840" y="3023846"/>
                  </a:lnTo>
                  <a:lnTo>
                    <a:pt x="6844521" y="2961170"/>
                  </a:lnTo>
                  <a:lnTo>
                    <a:pt x="6796879" y="2891632"/>
                  </a:lnTo>
                  <a:lnTo>
                    <a:pt x="6786527" y="2875351"/>
                  </a:lnTo>
                  <a:lnTo>
                    <a:pt x="6752144" y="2818344"/>
                  </a:lnTo>
                  <a:lnTo>
                    <a:pt x="6718073" y="2757490"/>
                  </a:lnTo>
                  <a:lnTo>
                    <a:pt x="6684135" y="2692710"/>
                  </a:lnTo>
                  <a:lnTo>
                    <a:pt x="6650189" y="2623978"/>
                  </a:lnTo>
                  <a:lnTo>
                    <a:pt x="6616121" y="2551324"/>
                  </a:lnTo>
                  <a:lnTo>
                    <a:pt x="6581849" y="2474841"/>
                  </a:lnTo>
                  <a:lnTo>
                    <a:pt x="6547317" y="2394691"/>
                  </a:lnTo>
                  <a:lnTo>
                    <a:pt x="6512493" y="2311102"/>
                  </a:lnTo>
                  <a:lnTo>
                    <a:pt x="6477367" y="2224372"/>
                  </a:lnTo>
                  <a:lnTo>
                    <a:pt x="6441950" y="2134865"/>
                  </a:lnTo>
                  <a:lnTo>
                    <a:pt x="6406272" y="2043009"/>
                  </a:lnTo>
                  <a:lnTo>
                    <a:pt x="6370377" y="1949284"/>
                  </a:lnTo>
                  <a:lnTo>
                    <a:pt x="6334321" y="1854218"/>
                  </a:lnTo>
                  <a:lnTo>
                    <a:pt x="6298169" y="1758371"/>
                  </a:lnTo>
                  <a:lnTo>
                    <a:pt x="6261993" y="1662322"/>
                  </a:lnTo>
                  <a:lnTo>
                    <a:pt x="6225863" y="1566656"/>
                  </a:lnTo>
                  <a:lnTo>
                    <a:pt x="6189850" y="1471947"/>
                  </a:lnTo>
                  <a:lnTo>
                    <a:pt x="6154016" y="1378746"/>
                  </a:lnTo>
                  <a:lnTo>
                    <a:pt x="6118415" y="1287568"/>
                  </a:lnTo>
                  <a:lnTo>
                    <a:pt x="6083087" y="1198878"/>
                  </a:lnTo>
                  <a:lnTo>
                    <a:pt x="6048054" y="1113085"/>
                  </a:lnTo>
                  <a:lnTo>
                    <a:pt x="6013322" y="1030532"/>
                  </a:lnTo>
                  <a:lnTo>
                    <a:pt x="5978875" y="951496"/>
                  </a:lnTo>
                  <a:lnTo>
                    <a:pt x="5944674" y="876185"/>
                  </a:lnTo>
                  <a:lnTo>
                    <a:pt x="5910654" y="804739"/>
                  </a:lnTo>
                  <a:lnTo>
                    <a:pt x="5876723" y="737229"/>
                  </a:lnTo>
                  <a:lnTo>
                    <a:pt x="5842761" y="673671"/>
                  </a:lnTo>
                  <a:lnTo>
                    <a:pt x="5808614" y="614018"/>
                  </a:lnTo>
                  <a:lnTo>
                    <a:pt x="5784835" y="575070"/>
                  </a:lnTo>
                  <a:lnTo>
                    <a:pt x="5737477" y="504001"/>
                  </a:lnTo>
                  <a:lnTo>
                    <a:pt x="5688587" y="439834"/>
                  </a:lnTo>
                  <a:lnTo>
                    <a:pt x="5637457" y="382242"/>
                  </a:lnTo>
                  <a:lnTo>
                    <a:pt x="5583291" y="330656"/>
                  </a:lnTo>
                  <a:lnTo>
                    <a:pt x="5525275" y="284428"/>
                  </a:lnTo>
                  <a:lnTo>
                    <a:pt x="5462636" y="242920"/>
                  </a:lnTo>
                  <a:lnTo>
                    <a:pt x="5394720" y="205563"/>
                  </a:lnTo>
                  <a:lnTo>
                    <a:pt x="5321102" y="171887"/>
                  </a:lnTo>
                  <a:lnTo>
                    <a:pt x="5241714" y="141533"/>
                  </a:lnTo>
                  <a:lnTo>
                    <a:pt x="5157016" y="114265"/>
                  </a:lnTo>
                  <a:lnTo>
                    <a:pt x="5068173" y="89963"/>
                  </a:lnTo>
                  <a:lnTo>
                    <a:pt x="4977188" y="68609"/>
                  </a:lnTo>
                  <a:lnTo>
                    <a:pt x="4886945" y="50253"/>
                  </a:lnTo>
                  <a:lnTo>
                    <a:pt x="4801047" y="34964"/>
                  </a:lnTo>
                  <a:lnTo>
                    <a:pt x="4723424" y="22769"/>
                  </a:lnTo>
                  <a:lnTo>
                    <a:pt x="4657708" y="13585"/>
                  </a:lnTo>
                  <a:lnTo>
                    <a:pt x="4606519" y="7180"/>
                  </a:lnTo>
                  <a:lnTo>
                    <a:pt x="4570857" y="3166"/>
                  </a:lnTo>
                  <a:lnTo>
                    <a:pt x="4549799" y="1023"/>
                  </a:lnTo>
                  <a:lnTo>
                    <a:pt x="4540522" y="167"/>
                  </a:lnTo>
                  <a:lnTo>
                    <a:pt x="4538555" y="0"/>
                  </a:lnTo>
                  <a:lnTo>
                    <a:pt x="4538543" y="0"/>
                  </a:lnTo>
                  <a:lnTo>
                    <a:pt x="4016409" y="0"/>
                  </a:lnTo>
                  <a:lnTo>
                    <a:pt x="4015504" y="92"/>
                  </a:lnTo>
                  <a:lnTo>
                    <a:pt x="4009538" y="748"/>
                  </a:lnTo>
                  <a:lnTo>
                    <a:pt x="3994461" y="2562"/>
                  </a:lnTo>
                  <a:lnTo>
                    <a:pt x="3967416" y="6135"/>
                  </a:lnTo>
                  <a:lnTo>
                    <a:pt x="3926932" y="12028"/>
                  </a:lnTo>
                  <a:lnTo>
                    <a:pt x="3873039" y="20706"/>
                  </a:lnTo>
                  <a:lnTo>
                    <a:pt x="3807174" y="32494"/>
                  </a:lnTo>
                  <a:lnTo>
                    <a:pt x="3731857" y="47570"/>
                  </a:lnTo>
                  <a:lnTo>
                    <a:pt x="3650203" y="65976"/>
                  </a:lnTo>
                  <a:lnTo>
                    <a:pt x="3565416" y="87669"/>
                  </a:lnTo>
                  <a:lnTo>
                    <a:pt x="3480372" y="112578"/>
                  </a:lnTo>
                  <a:lnTo>
                    <a:pt x="3397361" y="140656"/>
                  </a:lnTo>
                  <a:lnTo>
                    <a:pt x="3317996" y="171925"/>
                  </a:lnTo>
                  <a:lnTo>
                    <a:pt x="3243244" y="206502"/>
                  </a:lnTo>
                  <a:lnTo>
                    <a:pt x="3173526" y="244614"/>
                  </a:lnTo>
                  <a:lnTo>
                    <a:pt x="3108843" y="286604"/>
                  </a:lnTo>
                  <a:lnTo>
                    <a:pt x="3048897" y="332920"/>
                  </a:lnTo>
                  <a:lnTo>
                    <a:pt x="2993194" y="384112"/>
                  </a:lnTo>
                  <a:lnTo>
                    <a:pt x="2941128" y="440801"/>
                  </a:lnTo>
                  <a:lnTo>
                    <a:pt x="2892037" y="503647"/>
                  </a:lnTo>
                  <a:lnTo>
                    <a:pt x="2845255" y="573277"/>
                  </a:lnTo>
                  <a:lnTo>
                    <a:pt x="2800155" y="650180"/>
                  </a:lnTo>
                  <a:lnTo>
                    <a:pt x="2770117" y="706837"/>
                  </a:lnTo>
                  <a:lnTo>
                    <a:pt x="2738656" y="770737"/>
                  </a:lnTo>
                  <a:lnTo>
                    <a:pt x="2707470" y="838583"/>
                  </a:lnTo>
                  <a:lnTo>
                    <a:pt x="2676419" y="910456"/>
                  </a:lnTo>
                  <a:lnTo>
                    <a:pt x="2645388" y="986392"/>
                  </a:lnTo>
                  <a:lnTo>
                    <a:pt x="2614284" y="1066379"/>
                  </a:lnTo>
                  <a:lnTo>
                    <a:pt x="2583036" y="1150351"/>
                  </a:lnTo>
                  <a:lnTo>
                    <a:pt x="2551592" y="1238188"/>
                  </a:lnTo>
                  <a:lnTo>
                    <a:pt x="2519917" y="1329711"/>
                  </a:lnTo>
                  <a:lnTo>
                    <a:pt x="2487992" y="1424682"/>
                  </a:lnTo>
                  <a:lnTo>
                    <a:pt x="2455816" y="1522802"/>
                  </a:lnTo>
                  <a:lnTo>
                    <a:pt x="2423399" y="1623717"/>
                  </a:lnTo>
                  <a:lnTo>
                    <a:pt x="2390764" y="1727020"/>
                  </a:lnTo>
                  <a:lnTo>
                    <a:pt x="2357947" y="1832258"/>
                  </a:lnTo>
                  <a:lnTo>
                    <a:pt x="2324990" y="1938936"/>
                  </a:lnTo>
                  <a:lnTo>
                    <a:pt x="2291942" y="2046534"/>
                  </a:lnTo>
                  <a:lnTo>
                    <a:pt x="2258855" y="2154508"/>
                  </a:lnTo>
                  <a:lnTo>
                    <a:pt x="2225787" y="2262309"/>
                  </a:lnTo>
                  <a:lnTo>
                    <a:pt x="2192790" y="2369390"/>
                  </a:lnTo>
                  <a:lnTo>
                    <a:pt x="2159915" y="2475221"/>
                  </a:lnTo>
                  <a:lnTo>
                    <a:pt x="2127209" y="2579296"/>
                  </a:lnTo>
                  <a:lnTo>
                    <a:pt x="2094708" y="2681146"/>
                  </a:lnTo>
                  <a:lnTo>
                    <a:pt x="2062440" y="2780345"/>
                  </a:lnTo>
                  <a:lnTo>
                    <a:pt x="2030422" y="2876520"/>
                  </a:lnTo>
                  <a:lnTo>
                    <a:pt x="1998656" y="2969351"/>
                  </a:lnTo>
                  <a:lnTo>
                    <a:pt x="1967129" y="3058578"/>
                  </a:lnTo>
                  <a:lnTo>
                    <a:pt x="1935813" y="3143999"/>
                  </a:lnTo>
                  <a:lnTo>
                    <a:pt x="1904663" y="3225472"/>
                  </a:lnTo>
                  <a:lnTo>
                    <a:pt x="1873615" y="3302913"/>
                  </a:lnTo>
                  <a:lnTo>
                    <a:pt x="1842583" y="3376289"/>
                  </a:lnTo>
                  <a:lnTo>
                    <a:pt x="1811462" y="3445620"/>
                  </a:lnTo>
                  <a:lnTo>
                    <a:pt x="1780121" y="3510970"/>
                  </a:lnTo>
                  <a:lnTo>
                    <a:pt x="1768425" y="3534187"/>
                  </a:lnTo>
                  <a:lnTo>
                    <a:pt x="1724156" y="3616174"/>
                  </a:lnTo>
                  <a:lnTo>
                    <a:pt x="1678583" y="3690719"/>
                  </a:lnTo>
                  <a:lnTo>
                    <a:pt x="1631135" y="3758124"/>
                  </a:lnTo>
                  <a:lnTo>
                    <a:pt x="1581168" y="3818935"/>
                  </a:lnTo>
                  <a:lnTo>
                    <a:pt x="1528013" y="3873801"/>
                  </a:lnTo>
                  <a:lnTo>
                    <a:pt x="1471020" y="3923373"/>
                  </a:lnTo>
                  <a:lnTo>
                    <a:pt x="1409609" y="3968255"/>
                  </a:lnTo>
                  <a:lnTo>
                    <a:pt x="1343341" y="4008965"/>
                  </a:lnTo>
                  <a:lnTo>
                    <a:pt x="1272001" y="4045918"/>
                  </a:lnTo>
                  <a:lnTo>
                    <a:pt x="1195709" y="4079421"/>
                  </a:lnTo>
                  <a:lnTo>
                    <a:pt x="1115047" y="4109665"/>
                  </a:lnTo>
                  <a:lnTo>
                    <a:pt x="1031179" y="4136734"/>
                  </a:lnTo>
                  <a:lnTo>
                    <a:pt x="945937" y="4160624"/>
                  </a:lnTo>
                  <a:lnTo>
                    <a:pt x="861815" y="4181277"/>
                  </a:lnTo>
                  <a:lnTo>
                    <a:pt x="781828" y="4198623"/>
                  </a:lnTo>
                  <a:lnTo>
                    <a:pt x="709204" y="4212640"/>
                  </a:lnTo>
                  <a:lnTo>
                    <a:pt x="646926" y="4223411"/>
                  </a:lnTo>
                  <a:lnTo>
                    <a:pt x="597215" y="4231158"/>
                  </a:lnTo>
                  <a:lnTo>
                    <a:pt x="561084" y="4236255"/>
                  </a:lnTo>
                  <a:lnTo>
                    <a:pt x="538085" y="4239203"/>
                  </a:lnTo>
                  <a:lnTo>
                    <a:pt x="526284" y="4240583"/>
                  </a:lnTo>
                  <a:lnTo>
                    <a:pt x="522424" y="4240996"/>
                  </a:lnTo>
                  <a:lnTo>
                    <a:pt x="522133" y="4241025"/>
                  </a:lnTo>
                  <a:lnTo>
                    <a:pt x="0" y="4241025"/>
                  </a:lnTo>
                  <a:lnTo>
                    <a:pt x="0" y="4241025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715" name="pg1715"/>
            <p:cNvSpPr/>
            <p:nvPr/>
          </p:nvSpPr>
          <p:spPr>
            <a:xfrm>
              <a:off x="386606" y="2828872"/>
              <a:ext cx="8554953" cy="2558168"/>
            </a:xfrm>
            <a:custGeom>
              <a:avLst/>
              <a:pathLst>
                <a:path w="8554953" h="2558168">
                  <a:moveTo>
                    <a:pt x="0" y="2558168"/>
                  </a:moveTo>
                  <a:lnTo>
                    <a:pt x="522133" y="2558168"/>
                  </a:lnTo>
                  <a:lnTo>
                    <a:pt x="523345" y="2558112"/>
                  </a:lnTo>
                  <a:lnTo>
                    <a:pt x="531274" y="2557711"/>
                  </a:lnTo>
                  <a:lnTo>
                    <a:pt x="551129" y="2556601"/>
                  </a:lnTo>
                  <a:lnTo>
                    <a:pt x="586287" y="2554422"/>
                  </a:lnTo>
                  <a:lnTo>
                    <a:pt x="637996" y="2550850"/>
                  </a:lnTo>
                  <a:lnTo>
                    <a:pt x="705301" y="2545638"/>
                  </a:lnTo>
                  <a:lnTo>
                    <a:pt x="785383" y="2538642"/>
                  </a:lnTo>
                  <a:lnTo>
                    <a:pt x="874253" y="2529810"/>
                  </a:lnTo>
                  <a:lnTo>
                    <a:pt x="967589" y="2519159"/>
                  </a:lnTo>
                  <a:lnTo>
                    <a:pt x="1061460" y="2506731"/>
                  </a:lnTo>
                  <a:lnTo>
                    <a:pt x="1152777" y="2492555"/>
                  </a:lnTo>
                  <a:lnTo>
                    <a:pt x="1239451" y="2476611"/>
                  </a:lnTo>
                  <a:lnTo>
                    <a:pt x="1320332" y="2458816"/>
                  </a:lnTo>
                  <a:lnTo>
                    <a:pt x="1395035" y="2439010"/>
                  </a:lnTo>
                  <a:lnTo>
                    <a:pt x="1463738" y="2416958"/>
                  </a:lnTo>
                  <a:lnTo>
                    <a:pt x="1526983" y="2392356"/>
                  </a:lnTo>
                  <a:lnTo>
                    <a:pt x="1585539" y="2364839"/>
                  </a:lnTo>
                  <a:lnTo>
                    <a:pt x="1640280" y="2334011"/>
                  </a:lnTo>
                  <a:lnTo>
                    <a:pt x="1692102" y="2299484"/>
                  </a:lnTo>
                  <a:lnTo>
                    <a:pt x="1741853" y="2260952"/>
                  </a:lnTo>
                  <a:lnTo>
                    <a:pt x="1768425" y="2238162"/>
                  </a:lnTo>
                  <a:lnTo>
                    <a:pt x="1811089" y="2198429"/>
                  </a:lnTo>
                  <a:lnTo>
                    <a:pt x="1853340" y="2155374"/>
                  </a:lnTo>
                  <a:lnTo>
                    <a:pt x="1895496" y="2108931"/>
                  </a:lnTo>
                  <a:lnTo>
                    <a:pt x="1937795" y="2059110"/>
                  </a:lnTo>
                  <a:lnTo>
                    <a:pt x="1980403" y="2006001"/>
                  </a:lnTo>
                  <a:lnTo>
                    <a:pt x="2023425" y="1949780"/>
                  </a:lnTo>
                  <a:lnTo>
                    <a:pt x="2066907" y="1890716"/>
                  </a:lnTo>
                  <a:lnTo>
                    <a:pt x="2110844" y="1829170"/>
                  </a:lnTo>
                  <a:lnTo>
                    <a:pt x="2155188" y="1765584"/>
                  </a:lnTo>
                  <a:lnTo>
                    <a:pt x="2199852" y="1700474"/>
                  </a:lnTo>
                  <a:lnTo>
                    <a:pt x="2244722" y="1634415"/>
                  </a:lnTo>
                  <a:lnTo>
                    <a:pt x="2289667" y="1568016"/>
                  </a:lnTo>
                  <a:lnTo>
                    <a:pt x="2334550" y="1501899"/>
                  </a:lnTo>
                  <a:lnTo>
                    <a:pt x="2379238" y="1436677"/>
                  </a:lnTo>
                  <a:lnTo>
                    <a:pt x="2423615" y="1372927"/>
                  </a:lnTo>
                  <a:lnTo>
                    <a:pt x="2467593" y="1311172"/>
                  </a:lnTo>
                  <a:lnTo>
                    <a:pt x="2511118" y="1251863"/>
                  </a:lnTo>
                  <a:lnTo>
                    <a:pt x="2554181" y="1195367"/>
                  </a:lnTo>
                  <a:lnTo>
                    <a:pt x="2596824" y="1141961"/>
                  </a:lnTo>
                  <a:lnTo>
                    <a:pt x="2639145" y="1091831"/>
                  </a:lnTo>
                  <a:lnTo>
                    <a:pt x="2681305" y="1045074"/>
                  </a:lnTo>
                  <a:lnTo>
                    <a:pt x="2723536" y="1001708"/>
                  </a:lnTo>
                  <a:lnTo>
                    <a:pt x="2766146" y="961672"/>
                  </a:lnTo>
                  <a:lnTo>
                    <a:pt x="2770117" y="958136"/>
                  </a:lnTo>
                  <a:lnTo>
                    <a:pt x="2819052" y="917356"/>
                  </a:lnTo>
                  <a:lnTo>
                    <a:pt x="2869644" y="880669"/>
                  </a:lnTo>
                  <a:lnTo>
                    <a:pt x="2922681" y="847865"/>
                  </a:lnTo>
                  <a:lnTo>
                    <a:pt x="2979040" y="818589"/>
                  </a:lnTo>
                  <a:lnTo>
                    <a:pt x="3039620" y="792443"/>
                  </a:lnTo>
                  <a:lnTo>
                    <a:pt x="3105256" y="769039"/>
                  </a:lnTo>
                  <a:lnTo>
                    <a:pt x="3176632" y="748040"/>
                  </a:lnTo>
                  <a:lnTo>
                    <a:pt x="3254145" y="729171"/>
                  </a:lnTo>
                  <a:lnTo>
                    <a:pt x="3337742" y="712231"/>
                  </a:lnTo>
                  <a:lnTo>
                    <a:pt x="3426718" y="697095"/>
                  </a:lnTo>
                  <a:lnTo>
                    <a:pt x="3519514" y="683711"/>
                  </a:lnTo>
                  <a:lnTo>
                    <a:pt x="3613582" y="672084"/>
                  </a:lnTo>
                  <a:lnTo>
                    <a:pt x="3705417" y="662254"/>
                  </a:lnTo>
                  <a:lnTo>
                    <a:pt x="3790835" y="654255"/>
                  </a:lnTo>
                  <a:lnTo>
                    <a:pt x="3865564" y="648080"/>
                  </a:lnTo>
                  <a:lnTo>
                    <a:pt x="3926044" y="643637"/>
                  </a:lnTo>
                  <a:lnTo>
                    <a:pt x="3970233" y="640732"/>
                  </a:lnTo>
                  <a:lnTo>
                    <a:pt x="3998160" y="639082"/>
                  </a:lnTo>
                  <a:lnTo>
                    <a:pt x="4012070" y="638340"/>
                  </a:lnTo>
                  <a:lnTo>
                    <a:pt x="4016206" y="638139"/>
                  </a:lnTo>
                  <a:lnTo>
                    <a:pt x="4016409" y="638130"/>
                  </a:lnTo>
                  <a:lnTo>
                    <a:pt x="4538543" y="638130"/>
                  </a:lnTo>
                  <a:lnTo>
                    <a:pt x="4539806" y="638111"/>
                  </a:lnTo>
                  <a:lnTo>
                    <a:pt x="4548065" y="637973"/>
                  </a:lnTo>
                  <a:lnTo>
                    <a:pt x="4568715" y="637591"/>
                  </a:lnTo>
                  <a:lnTo>
                    <a:pt x="4605204" y="636842"/>
                  </a:lnTo>
                  <a:lnTo>
                    <a:pt x="4658718" y="635615"/>
                  </a:lnTo>
                  <a:lnTo>
                    <a:pt x="4728123" y="633828"/>
                  </a:lnTo>
                  <a:lnTo>
                    <a:pt x="4810353" y="631434"/>
                  </a:lnTo>
                  <a:lnTo>
                    <a:pt x="4901179" y="628418"/>
                  </a:lnTo>
                  <a:lnTo>
                    <a:pt x="4996108" y="624786"/>
                  </a:lnTo>
                  <a:lnTo>
                    <a:pt x="5091127" y="620554"/>
                  </a:lnTo>
                  <a:lnTo>
                    <a:pt x="5183150" y="615730"/>
                  </a:lnTo>
                  <a:lnTo>
                    <a:pt x="5270152" y="610304"/>
                  </a:lnTo>
                  <a:lnTo>
                    <a:pt x="5351078" y="604243"/>
                  </a:lnTo>
                  <a:lnTo>
                    <a:pt x="5425648" y="597488"/>
                  </a:lnTo>
                  <a:lnTo>
                    <a:pt x="5494131" y="589952"/>
                  </a:lnTo>
                  <a:lnTo>
                    <a:pt x="5557156" y="581528"/>
                  </a:lnTo>
                  <a:lnTo>
                    <a:pt x="5615555" y="572085"/>
                  </a:lnTo>
                  <a:lnTo>
                    <a:pt x="5670254" y="561488"/>
                  </a:lnTo>
                  <a:lnTo>
                    <a:pt x="5722183" y="549606"/>
                  </a:lnTo>
                  <a:lnTo>
                    <a:pt x="5772198" y="536349"/>
                  </a:lnTo>
                  <a:lnTo>
                    <a:pt x="5784835" y="532716"/>
                  </a:lnTo>
                  <a:lnTo>
                    <a:pt x="5836941" y="516562"/>
                  </a:lnTo>
                  <a:lnTo>
                    <a:pt x="5888541" y="498762"/>
                  </a:lnTo>
                  <a:lnTo>
                    <a:pt x="5940166" y="479293"/>
                  </a:lnTo>
                  <a:lnTo>
                    <a:pt x="5992179" y="458185"/>
                  </a:lnTo>
                  <a:lnTo>
                    <a:pt x="6044794" y="435535"/>
                  </a:lnTo>
                  <a:lnTo>
                    <a:pt x="6098097" y="411505"/>
                  </a:lnTo>
                  <a:lnTo>
                    <a:pt x="6152061" y="386323"/>
                  </a:lnTo>
                  <a:lnTo>
                    <a:pt x="6206564" y="360275"/>
                  </a:lnTo>
                  <a:lnTo>
                    <a:pt x="6261414" y="333698"/>
                  </a:lnTo>
                  <a:lnTo>
                    <a:pt x="6316374" y="306954"/>
                  </a:lnTo>
                  <a:lnTo>
                    <a:pt x="6371195" y="280420"/>
                  </a:lnTo>
                  <a:lnTo>
                    <a:pt x="6425644" y="254458"/>
                  </a:lnTo>
                  <a:lnTo>
                    <a:pt x="6479535" y="229396"/>
                  </a:lnTo>
                  <a:lnTo>
                    <a:pt x="6532757" y="205517"/>
                  </a:lnTo>
                  <a:lnTo>
                    <a:pt x="6585295" y="183040"/>
                  </a:lnTo>
                  <a:lnTo>
                    <a:pt x="6637249" y="162121"/>
                  </a:lnTo>
                  <a:lnTo>
                    <a:pt x="6688849" y="142846"/>
                  </a:lnTo>
                  <a:lnTo>
                    <a:pt x="6740478" y="125241"/>
                  </a:lnTo>
                  <a:lnTo>
                    <a:pt x="6786527" y="111061"/>
                  </a:lnTo>
                  <a:lnTo>
                    <a:pt x="6836171" y="97445"/>
                  </a:lnTo>
                  <a:lnTo>
                    <a:pt x="6887531" y="85216"/>
                  </a:lnTo>
                  <a:lnTo>
                    <a:pt x="6941431" y="74300"/>
                  </a:lnTo>
                  <a:lnTo>
                    <a:pt x="6998789" y="64574"/>
                  </a:lnTo>
                  <a:lnTo>
                    <a:pt x="7060540" y="55900"/>
                  </a:lnTo>
                  <a:lnTo>
                    <a:pt x="7127549" y="48148"/>
                  </a:lnTo>
                  <a:lnTo>
                    <a:pt x="7200511" y="41201"/>
                  </a:lnTo>
                  <a:lnTo>
                    <a:pt x="7279804" y="34968"/>
                  </a:lnTo>
                  <a:lnTo>
                    <a:pt x="7365310" y="29383"/>
                  </a:lnTo>
                  <a:lnTo>
                    <a:pt x="7456194" y="24406"/>
                  </a:lnTo>
                  <a:lnTo>
                    <a:pt x="7550695" y="20021"/>
                  </a:lnTo>
                  <a:lnTo>
                    <a:pt x="7645998" y="16234"/>
                  </a:lnTo>
                  <a:lnTo>
                    <a:pt x="7738300" y="13058"/>
                  </a:lnTo>
                  <a:lnTo>
                    <a:pt x="7823170" y="10504"/>
                  </a:lnTo>
                  <a:lnTo>
                    <a:pt x="7896226" y="8565"/>
                  </a:lnTo>
                  <a:lnTo>
                    <a:pt x="7954021" y="7200"/>
                  </a:lnTo>
                  <a:lnTo>
                    <a:pt x="7994868" y="6338"/>
                  </a:lnTo>
                  <a:lnTo>
                    <a:pt x="8019347" y="5874"/>
                  </a:lnTo>
                  <a:lnTo>
                    <a:pt x="8030348" y="5685"/>
                  </a:lnTo>
                  <a:lnTo>
                    <a:pt x="8032819" y="5647"/>
                  </a:lnTo>
                  <a:lnTo>
                    <a:pt x="8554953" y="5647"/>
                  </a:lnTo>
                  <a:lnTo>
                    <a:pt x="8554953" y="0"/>
                  </a:lnTo>
                  <a:lnTo>
                    <a:pt x="8032819" y="0"/>
                  </a:lnTo>
                  <a:lnTo>
                    <a:pt x="8031556" y="19"/>
                  </a:lnTo>
                  <a:lnTo>
                    <a:pt x="8023297" y="157"/>
                  </a:lnTo>
                  <a:lnTo>
                    <a:pt x="8002647" y="538"/>
                  </a:lnTo>
                  <a:lnTo>
                    <a:pt x="7966158" y="1287"/>
                  </a:lnTo>
                  <a:lnTo>
                    <a:pt x="7912644" y="2514"/>
                  </a:lnTo>
                  <a:lnTo>
                    <a:pt x="7843239" y="4301"/>
                  </a:lnTo>
                  <a:lnTo>
                    <a:pt x="7761009" y="6695"/>
                  </a:lnTo>
                  <a:lnTo>
                    <a:pt x="7670182" y="9712"/>
                  </a:lnTo>
                  <a:lnTo>
                    <a:pt x="7575254" y="13343"/>
                  </a:lnTo>
                  <a:lnTo>
                    <a:pt x="7480235" y="17575"/>
                  </a:lnTo>
                  <a:lnTo>
                    <a:pt x="7388212" y="22399"/>
                  </a:lnTo>
                  <a:lnTo>
                    <a:pt x="7301210" y="27825"/>
                  </a:lnTo>
                  <a:lnTo>
                    <a:pt x="7220284" y="33886"/>
                  </a:lnTo>
                  <a:lnTo>
                    <a:pt x="7145714" y="40642"/>
                  </a:lnTo>
                  <a:lnTo>
                    <a:pt x="7077231" y="48177"/>
                  </a:lnTo>
                  <a:lnTo>
                    <a:pt x="7014206" y="56602"/>
                  </a:lnTo>
                  <a:lnTo>
                    <a:pt x="6955807" y="66044"/>
                  </a:lnTo>
                  <a:lnTo>
                    <a:pt x="6901108" y="76642"/>
                  </a:lnTo>
                  <a:lnTo>
                    <a:pt x="6849179" y="88524"/>
                  </a:lnTo>
                  <a:lnTo>
                    <a:pt x="6799164" y="101780"/>
                  </a:lnTo>
                  <a:lnTo>
                    <a:pt x="6786527" y="105413"/>
                  </a:lnTo>
                  <a:lnTo>
                    <a:pt x="6734421" y="121567"/>
                  </a:lnTo>
                  <a:lnTo>
                    <a:pt x="6682821" y="139367"/>
                  </a:lnTo>
                  <a:lnTo>
                    <a:pt x="6631196" y="158837"/>
                  </a:lnTo>
                  <a:lnTo>
                    <a:pt x="6579183" y="179944"/>
                  </a:lnTo>
                  <a:lnTo>
                    <a:pt x="6526568" y="202594"/>
                  </a:lnTo>
                  <a:lnTo>
                    <a:pt x="6473265" y="226624"/>
                  </a:lnTo>
                  <a:lnTo>
                    <a:pt x="6419301" y="251807"/>
                  </a:lnTo>
                  <a:lnTo>
                    <a:pt x="6364798" y="277854"/>
                  </a:lnTo>
                  <a:lnTo>
                    <a:pt x="6309948" y="304432"/>
                  </a:lnTo>
                  <a:lnTo>
                    <a:pt x="6254988" y="331175"/>
                  </a:lnTo>
                  <a:lnTo>
                    <a:pt x="6200167" y="357709"/>
                  </a:lnTo>
                  <a:lnTo>
                    <a:pt x="6145718" y="383672"/>
                  </a:lnTo>
                  <a:lnTo>
                    <a:pt x="6091827" y="408733"/>
                  </a:lnTo>
                  <a:lnTo>
                    <a:pt x="6038605" y="432613"/>
                  </a:lnTo>
                  <a:lnTo>
                    <a:pt x="5986067" y="455089"/>
                  </a:lnTo>
                  <a:lnTo>
                    <a:pt x="5934113" y="476009"/>
                  </a:lnTo>
                  <a:lnTo>
                    <a:pt x="5882512" y="495283"/>
                  </a:lnTo>
                  <a:lnTo>
                    <a:pt x="5830884" y="512888"/>
                  </a:lnTo>
                  <a:lnTo>
                    <a:pt x="5784835" y="527069"/>
                  </a:lnTo>
                  <a:lnTo>
                    <a:pt x="5735191" y="540684"/>
                  </a:lnTo>
                  <a:lnTo>
                    <a:pt x="5683831" y="552913"/>
                  </a:lnTo>
                  <a:lnTo>
                    <a:pt x="5629931" y="563829"/>
                  </a:lnTo>
                  <a:lnTo>
                    <a:pt x="5572573" y="573556"/>
                  </a:lnTo>
                  <a:lnTo>
                    <a:pt x="5510822" y="582229"/>
                  </a:lnTo>
                  <a:lnTo>
                    <a:pt x="5443813" y="589982"/>
                  </a:lnTo>
                  <a:lnTo>
                    <a:pt x="5370851" y="596928"/>
                  </a:lnTo>
                  <a:lnTo>
                    <a:pt x="5291558" y="603161"/>
                  </a:lnTo>
                  <a:lnTo>
                    <a:pt x="5206052" y="608746"/>
                  </a:lnTo>
                  <a:lnTo>
                    <a:pt x="5115168" y="613723"/>
                  </a:lnTo>
                  <a:lnTo>
                    <a:pt x="5020667" y="618108"/>
                  </a:lnTo>
                  <a:lnTo>
                    <a:pt x="4925364" y="621895"/>
                  </a:lnTo>
                  <a:lnTo>
                    <a:pt x="4833062" y="625071"/>
                  </a:lnTo>
                  <a:lnTo>
                    <a:pt x="4748192" y="627625"/>
                  </a:lnTo>
                  <a:lnTo>
                    <a:pt x="4675136" y="629565"/>
                  </a:lnTo>
                  <a:lnTo>
                    <a:pt x="4617341" y="630929"/>
                  </a:lnTo>
                  <a:lnTo>
                    <a:pt x="4576494" y="631791"/>
                  </a:lnTo>
                  <a:lnTo>
                    <a:pt x="4552015" y="632256"/>
                  </a:lnTo>
                  <a:lnTo>
                    <a:pt x="4541014" y="632444"/>
                  </a:lnTo>
                  <a:lnTo>
                    <a:pt x="4538543" y="632483"/>
                  </a:lnTo>
                  <a:lnTo>
                    <a:pt x="4016409" y="632483"/>
                  </a:lnTo>
                  <a:lnTo>
                    <a:pt x="4015198" y="632539"/>
                  </a:lnTo>
                  <a:lnTo>
                    <a:pt x="4007268" y="632940"/>
                  </a:lnTo>
                  <a:lnTo>
                    <a:pt x="3987413" y="634049"/>
                  </a:lnTo>
                  <a:lnTo>
                    <a:pt x="3952255" y="636229"/>
                  </a:lnTo>
                  <a:lnTo>
                    <a:pt x="3900547" y="639801"/>
                  </a:lnTo>
                  <a:lnTo>
                    <a:pt x="3833242" y="645012"/>
                  </a:lnTo>
                  <a:lnTo>
                    <a:pt x="3753159" y="652009"/>
                  </a:lnTo>
                  <a:lnTo>
                    <a:pt x="3664289" y="660841"/>
                  </a:lnTo>
                  <a:lnTo>
                    <a:pt x="3570953" y="671492"/>
                  </a:lnTo>
                  <a:lnTo>
                    <a:pt x="3477082" y="683920"/>
                  </a:lnTo>
                  <a:lnTo>
                    <a:pt x="3385765" y="698096"/>
                  </a:lnTo>
                  <a:lnTo>
                    <a:pt x="3299091" y="714040"/>
                  </a:lnTo>
                  <a:lnTo>
                    <a:pt x="3218211" y="731835"/>
                  </a:lnTo>
                  <a:lnTo>
                    <a:pt x="3143507" y="751641"/>
                  </a:lnTo>
                  <a:lnTo>
                    <a:pt x="3074805" y="773692"/>
                  </a:lnTo>
                  <a:lnTo>
                    <a:pt x="3011559" y="798295"/>
                  </a:lnTo>
                  <a:lnTo>
                    <a:pt x="2953003" y="825811"/>
                  </a:lnTo>
                  <a:lnTo>
                    <a:pt x="2898263" y="856639"/>
                  </a:lnTo>
                  <a:lnTo>
                    <a:pt x="2846440" y="891167"/>
                  </a:lnTo>
                  <a:lnTo>
                    <a:pt x="2796689" y="929698"/>
                  </a:lnTo>
                  <a:lnTo>
                    <a:pt x="2770117" y="952489"/>
                  </a:lnTo>
                  <a:lnTo>
                    <a:pt x="2727453" y="992221"/>
                  </a:lnTo>
                  <a:lnTo>
                    <a:pt x="2685202" y="1035277"/>
                  </a:lnTo>
                  <a:lnTo>
                    <a:pt x="2643046" y="1081719"/>
                  </a:lnTo>
                  <a:lnTo>
                    <a:pt x="2600747" y="1131540"/>
                  </a:lnTo>
                  <a:lnTo>
                    <a:pt x="2558139" y="1184650"/>
                  </a:lnTo>
                  <a:lnTo>
                    <a:pt x="2515117" y="1240871"/>
                  </a:lnTo>
                  <a:lnTo>
                    <a:pt x="2471635" y="1299934"/>
                  </a:lnTo>
                  <a:lnTo>
                    <a:pt x="2427698" y="1361481"/>
                  </a:lnTo>
                  <a:lnTo>
                    <a:pt x="2383354" y="1425067"/>
                  </a:lnTo>
                  <a:lnTo>
                    <a:pt x="2338690" y="1490176"/>
                  </a:lnTo>
                  <a:lnTo>
                    <a:pt x="2293820" y="1556236"/>
                  </a:lnTo>
                  <a:lnTo>
                    <a:pt x="2248875" y="1622635"/>
                  </a:lnTo>
                  <a:lnTo>
                    <a:pt x="2203993" y="1688752"/>
                  </a:lnTo>
                  <a:lnTo>
                    <a:pt x="2159305" y="1753974"/>
                  </a:lnTo>
                  <a:lnTo>
                    <a:pt x="2114927" y="1817724"/>
                  </a:lnTo>
                  <a:lnTo>
                    <a:pt x="2070949" y="1879478"/>
                  </a:lnTo>
                  <a:lnTo>
                    <a:pt x="2027424" y="1938788"/>
                  </a:lnTo>
                  <a:lnTo>
                    <a:pt x="1984361" y="1995284"/>
                  </a:lnTo>
                  <a:lnTo>
                    <a:pt x="1941718" y="2048690"/>
                  </a:lnTo>
                  <a:lnTo>
                    <a:pt x="1899397" y="2098820"/>
                  </a:lnTo>
                  <a:lnTo>
                    <a:pt x="1857237" y="2145576"/>
                  </a:lnTo>
                  <a:lnTo>
                    <a:pt x="1815006" y="2188943"/>
                  </a:lnTo>
                  <a:lnTo>
                    <a:pt x="1772396" y="2228978"/>
                  </a:lnTo>
                  <a:lnTo>
                    <a:pt x="1768425" y="2232514"/>
                  </a:lnTo>
                  <a:lnTo>
                    <a:pt x="1719490" y="2273294"/>
                  </a:lnTo>
                  <a:lnTo>
                    <a:pt x="1668898" y="2309981"/>
                  </a:lnTo>
                  <a:lnTo>
                    <a:pt x="1615861" y="2342786"/>
                  </a:lnTo>
                  <a:lnTo>
                    <a:pt x="1559502" y="2372061"/>
                  </a:lnTo>
                  <a:lnTo>
                    <a:pt x="1498922" y="2398208"/>
                  </a:lnTo>
                  <a:lnTo>
                    <a:pt x="1433286" y="2421611"/>
                  </a:lnTo>
                  <a:lnTo>
                    <a:pt x="1361910" y="2442610"/>
                  </a:lnTo>
                  <a:lnTo>
                    <a:pt x="1284397" y="2461479"/>
                  </a:lnTo>
                  <a:lnTo>
                    <a:pt x="1200800" y="2478419"/>
                  </a:lnTo>
                  <a:lnTo>
                    <a:pt x="1111824" y="2493555"/>
                  </a:lnTo>
                  <a:lnTo>
                    <a:pt x="1019028" y="2506939"/>
                  </a:lnTo>
                  <a:lnTo>
                    <a:pt x="924960" y="2518567"/>
                  </a:lnTo>
                  <a:lnTo>
                    <a:pt x="833125" y="2528397"/>
                  </a:lnTo>
                  <a:lnTo>
                    <a:pt x="747707" y="2536395"/>
                  </a:lnTo>
                  <a:lnTo>
                    <a:pt x="672978" y="2542570"/>
                  </a:lnTo>
                  <a:lnTo>
                    <a:pt x="612498" y="2547014"/>
                  </a:lnTo>
                  <a:lnTo>
                    <a:pt x="568310" y="2549918"/>
                  </a:lnTo>
                  <a:lnTo>
                    <a:pt x="540382" y="2551569"/>
                  </a:lnTo>
                  <a:lnTo>
                    <a:pt x="526473" y="2552311"/>
                  </a:lnTo>
                  <a:lnTo>
                    <a:pt x="522336" y="2552512"/>
                  </a:lnTo>
                  <a:lnTo>
                    <a:pt x="522133" y="2552521"/>
                  </a:lnTo>
                  <a:lnTo>
                    <a:pt x="0" y="2552521"/>
                  </a:lnTo>
                  <a:close/>
                </a:path>
              </a:pathLst>
            </a:custGeom>
            <a:solidFill>
              <a:srgbClr val="9E9E9E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1716" name="pl1716"/>
            <p:cNvSpPr/>
            <p:nvPr/>
          </p:nvSpPr>
          <p:spPr>
            <a:xfrm>
              <a:off x="386606" y="2834519"/>
              <a:ext cx="8554953" cy="2552521"/>
            </a:xfrm>
            <a:custGeom>
              <a:avLst/>
              <a:pathLst>
                <a:path w="8554953" h="2552521">
                  <a:moveTo>
                    <a:pt x="0" y="2552521"/>
                  </a:moveTo>
                  <a:lnTo>
                    <a:pt x="522133" y="2552521"/>
                  </a:lnTo>
                  <a:lnTo>
                    <a:pt x="523345" y="2552465"/>
                  </a:lnTo>
                  <a:lnTo>
                    <a:pt x="531274" y="2552063"/>
                  </a:lnTo>
                  <a:lnTo>
                    <a:pt x="551129" y="2550954"/>
                  </a:lnTo>
                  <a:lnTo>
                    <a:pt x="586287" y="2548775"/>
                  </a:lnTo>
                  <a:lnTo>
                    <a:pt x="637996" y="2545202"/>
                  </a:lnTo>
                  <a:lnTo>
                    <a:pt x="705301" y="2539991"/>
                  </a:lnTo>
                  <a:lnTo>
                    <a:pt x="785383" y="2532995"/>
                  </a:lnTo>
                  <a:lnTo>
                    <a:pt x="874253" y="2524163"/>
                  </a:lnTo>
                  <a:lnTo>
                    <a:pt x="967589" y="2513512"/>
                  </a:lnTo>
                  <a:lnTo>
                    <a:pt x="1061460" y="2501084"/>
                  </a:lnTo>
                  <a:lnTo>
                    <a:pt x="1152777" y="2486907"/>
                  </a:lnTo>
                  <a:lnTo>
                    <a:pt x="1239451" y="2470964"/>
                  </a:lnTo>
                  <a:lnTo>
                    <a:pt x="1320332" y="2453169"/>
                  </a:lnTo>
                  <a:lnTo>
                    <a:pt x="1395035" y="2433363"/>
                  </a:lnTo>
                  <a:lnTo>
                    <a:pt x="1463738" y="2411311"/>
                  </a:lnTo>
                  <a:lnTo>
                    <a:pt x="1526983" y="2386709"/>
                  </a:lnTo>
                  <a:lnTo>
                    <a:pt x="1585539" y="2359192"/>
                  </a:lnTo>
                  <a:lnTo>
                    <a:pt x="1640280" y="2328364"/>
                  </a:lnTo>
                  <a:lnTo>
                    <a:pt x="1692102" y="2293837"/>
                  </a:lnTo>
                  <a:lnTo>
                    <a:pt x="1741853" y="2255305"/>
                  </a:lnTo>
                  <a:lnTo>
                    <a:pt x="1768425" y="2232514"/>
                  </a:lnTo>
                  <a:lnTo>
                    <a:pt x="1811089" y="2192782"/>
                  </a:lnTo>
                  <a:lnTo>
                    <a:pt x="1853340" y="2149727"/>
                  </a:lnTo>
                  <a:lnTo>
                    <a:pt x="1895496" y="2103284"/>
                  </a:lnTo>
                  <a:lnTo>
                    <a:pt x="1937795" y="2053463"/>
                  </a:lnTo>
                  <a:lnTo>
                    <a:pt x="1980403" y="2000353"/>
                  </a:lnTo>
                  <a:lnTo>
                    <a:pt x="2023425" y="1944133"/>
                  </a:lnTo>
                  <a:lnTo>
                    <a:pt x="2066907" y="1885069"/>
                  </a:lnTo>
                  <a:lnTo>
                    <a:pt x="2110844" y="1823523"/>
                  </a:lnTo>
                  <a:lnTo>
                    <a:pt x="2155188" y="1759937"/>
                  </a:lnTo>
                  <a:lnTo>
                    <a:pt x="2199852" y="1694827"/>
                  </a:lnTo>
                  <a:lnTo>
                    <a:pt x="2244722" y="1628768"/>
                  </a:lnTo>
                  <a:lnTo>
                    <a:pt x="2289667" y="1562368"/>
                  </a:lnTo>
                  <a:lnTo>
                    <a:pt x="2334550" y="1496252"/>
                  </a:lnTo>
                  <a:lnTo>
                    <a:pt x="2379238" y="1431030"/>
                  </a:lnTo>
                  <a:lnTo>
                    <a:pt x="2423615" y="1367280"/>
                  </a:lnTo>
                  <a:lnTo>
                    <a:pt x="2467593" y="1305525"/>
                  </a:lnTo>
                  <a:lnTo>
                    <a:pt x="2511118" y="1246216"/>
                  </a:lnTo>
                  <a:lnTo>
                    <a:pt x="2554181" y="1189720"/>
                  </a:lnTo>
                  <a:lnTo>
                    <a:pt x="2596824" y="1136313"/>
                  </a:lnTo>
                  <a:lnTo>
                    <a:pt x="2639145" y="1086183"/>
                  </a:lnTo>
                  <a:lnTo>
                    <a:pt x="2681305" y="1039427"/>
                  </a:lnTo>
                  <a:lnTo>
                    <a:pt x="2723536" y="996060"/>
                  </a:lnTo>
                  <a:lnTo>
                    <a:pt x="2766146" y="956025"/>
                  </a:lnTo>
                  <a:lnTo>
                    <a:pt x="2770117" y="952489"/>
                  </a:lnTo>
                  <a:lnTo>
                    <a:pt x="2819052" y="911709"/>
                  </a:lnTo>
                  <a:lnTo>
                    <a:pt x="2869644" y="875022"/>
                  </a:lnTo>
                  <a:lnTo>
                    <a:pt x="2922681" y="842218"/>
                  </a:lnTo>
                  <a:lnTo>
                    <a:pt x="2979040" y="812942"/>
                  </a:lnTo>
                  <a:lnTo>
                    <a:pt x="3039620" y="786795"/>
                  </a:lnTo>
                  <a:lnTo>
                    <a:pt x="3105256" y="763392"/>
                  </a:lnTo>
                  <a:lnTo>
                    <a:pt x="3176632" y="742393"/>
                  </a:lnTo>
                  <a:lnTo>
                    <a:pt x="3254145" y="723524"/>
                  </a:lnTo>
                  <a:lnTo>
                    <a:pt x="3337742" y="706584"/>
                  </a:lnTo>
                  <a:lnTo>
                    <a:pt x="3426718" y="691448"/>
                  </a:lnTo>
                  <a:lnTo>
                    <a:pt x="3519514" y="678064"/>
                  </a:lnTo>
                  <a:lnTo>
                    <a:pt x="3613582" y="666437"/>
                  </a:lnTo>
                  <a:lnTo>
                    <a:pt x="3705417" y="656606"/>
                  </a:lnTo>
                  <a:lnTo>
                    <a:pt x="3790835" y="648608"/>
                  </a:lnTo>
                  <a:lnTo>
                    <a:pt x="3865564" y="642433"/>
                  </a:lnTo>
                  <a:lnTo>
                    <a:pt x="3926044" y="637990"/>
                  </a:lnTo>
                  <a:lnTo>
                    <a:pt x="3970233" y="635085"/>
                  </a:lnTo>
                  <a:lnTo>
                    <a:pt x="3998160" y="633435"/>
                  </a:lnTo>
                  <a:lnTo>
                    <a:pt x="4012070" y="632692"/>
                  </a:lnTo>
                  <a:lnTo>
                    <a:pt x="4016206" y="632492"/>
                  </a:lnTo>
                  <a:lnTo>
                    <a:pt x="4016409" y="632483"/>
                  </a:lnTo>
                  <a:lnTo>
                    <a:pt x="4538543" y="632483"/>
                  </a:lnTo>
                  <a:lnTo>
                    <a:pt x="4539806" y="632463"/>
                  </a:lnTo>
                  <a:lnTo>
                    <a:pt x="4548065" y="632325"/>
                  </a:lnTo>
                  <a:lnTo>
                    <a:pt x="4568715" y="631944"/>
                  </a:lnTo>
                  <a:lnTo>
                    <a:pt x="4605204" y="631195"/>
                  </a:lnTo>
                  <a:lnTo>
                    <a:pt x="4658718" y="629968"/>
                  </a:lnTo>
                  <a:lnTo>
                    <a:pt x="4728123" y="628181"/>
                  </a:lnTo>
                  <a:lnTo>
                    <a:pt x="4810353" y="625787"/>
                  </a:lnTo>
                  <a:lnTo>
                    <a:pt x="4901179" y="622770"/>
                  </a:lnTo>
                  <a:lnTo>
                    <a:pt x="4996108" y="619139"/>
                  </a:lnTo>
                  <a:lnTo>
                    <a:pt x="5091127" y="614907"/>
                  </a:lnTo>
                  <a:lnTo>
                    <a:pt x="5183150" y="610083"/>
                  </a:lnTo>
                  <a:lnTo>
                    <a:pt x="5270152" y="604657"/>
                  </a:lnTo>
                  <a:lnTo>
                    <a:pt x="5351078" y="598596"/>
                  </a:lnTo>
                  <a:lnTo>
                    <a:pt x="5425648" y="591840"/>
                  </a:lnTo>
                  <a:lnTo>
                    <a:pt x="5494131" y="584305"/>
                  </a:lnTo>
                  <a:lnTo>
                    <a:pt x="5557156" y="575880"/>
                  </a:lnTo>
                  <a:lnTo>
                    <a:pt x="5615555" y="566438"/>
                  </a:lnTo>
                  <a:lnTo>
                    <a:pt x="5670254" y="555840"/>
                  </a:lnTo>
                  <a:lnTo>
                    <a:pt x="5722183" y="543959"/>
                  </a:lnTo>
                  <a:lnTo>
                    <a:pt x="5772198" y="530702"/>
                  </a:lnTo>
                  <a:lnTo>
                    <a:pt x="5784835" y="527069"/>
                  </a:lnTo>
                  <a:lnTo>
                    <a:pt x="5836941" y="510915"/>
                  </a:lnTo>
                  <a:lnTo>
                    <a:pt x="5888541" y="493115"/>
                  </a:lnTo>
                  <a:lnTo>
                    <a:pt x="5940166" y="473645"/>
                  </a:lnTo>
                  <a:lnTo>
                    <a:pt x="5992179" y="452538"/>
                  </a:lnTo>
                  <a:lnTo>
                    <a:pt x="6044794" y="429888"/>
                  </a:lnTo>
                  <a:lnTo>
                    <a:pt x="6098097" y="405858"/>
                  </a:lnTo>
                  <a:lnTo>
                    <a:pt x="6152061" y="380676"/>
                  </a:lnTo>
                  <a:lnTo>
                    <a:pt x="6206564" y="354628"/>
                  </a:lnTo>
                  <a:lnTo>
                    <a:pt x="6261414" y="328050"/>
                  </a:lnTo>
                  <a:lnTo>
                    <a:pt x="6316374" y="301307"/>
                  </a:lnTo>
                  <a:lnTo>
                    <a:pt x="6371195" y="274773"/>
                  </a:lnTo>
                  <a:lnTo>
                    <a:pt x="6425644" y="248810"/>
                  </a:lnTo>
                  <a:lnTo>
                    <a:pt x="6479535" y="223749"/>
                  </a:lnTo>
                  <a:lnTo>
                    <a:pt x="6532757" y="199870"/>
                  </a:lnTo>
                  <a:lnTo>
                    <a:pt x="6585295" y="177393"/>
                  </a:lnTo>
                  <a:lnTo>
                    <a:pt x="6637249" y="156474"/>
                  </a:lnTo>
                  <a:lnTo>
                    <a:pt x="6688849" y="137199"/>
                  </a:lnTo>
                  <a:lnTo>
                    <a:pt x="6740478" y="119594"/>
                  </a:lnTo>
                  <a:lnTo>
                    <a:pt x="6786527" y="105413"/>
                  </a:lnTo>
                  <a:lnTo>
                    <a:pt x="6836171" y="91798"/>
                  </a:lnTo>
                  <a:lnTo>
                    <a:pt x="6887531" y="79569"/>
                  </a:lnTo>
                  <a:lnTo>
                    <a:pt x="6941431" y="68653"/>
                  </a:lnTo>
                  <a:lnTo>
                    <a:pt x="6998789" y="58926"/>
                  </a:lnTo>
                  <a:lnTo>
                    <a:pt x="7060540" y="50253"/>
                  </a:lnTo>
                  <a:lnTo>
                    <a:pt x="7127549" y="42500"/>
                  </a:lnTo>
                  <a:lnTo>
                    <a:pt x="7200511" y="35554"/>
                  </a:lnTo>
                  <a:lnTo>
                    <a:pt x="7279804" y="29321"/>
                  </a:lnTo>
                  <a:lnTo>
                    <a:pt x="7365310" y="23736"/>
                  </a:lnTo>
                  <a:lnTo>
                    <a:pt x="7456194" y="18759"/>
                  </a:lnTo>
                  <a:lnTo>
                    <a:pt x="7550695" y="14374"/>
                  </a:lnTo>
                  <a:lnTo>
                    <a:pt x="7645998" y="10587"/>
                  </a:lnTo>
                  <a:lnTo>
                    <a:pt x="7738300" y="7411"/>
                  </a:lnTo>
                  <a:lnTo>
                    <a:pt x="7823170" y="4857"/>
                  </a:lnTo>
                  <a:lnTo>
                    <a:pt x="7896226" y="2917"/>
                  </a:lnTo>
                  <a:lnTo>
                    <a:pt x="7954021" y="1553"/>
                  </a:lnTo>
                  <a:lnTo>
                    <a:pt x="7994868" y="691"/>
                  </a:lnTo>
                  <a:lnTo>
                    <a:pt x="8019347" y="227"/>
                  </a:lnTo>
                  <a:lnTo>
                    <a:pt x="8030348" y="38"/>
                  </a:lnTo>
                  <a:lnTo>
                    <a:pt x="8032797" y="0"/>
                  </a:lnTo>
                  <a:lnTo>
                    <a:pt x="8032819" y="0"/>
                  </a:lnTo>
                  <a:lnTo>
                    <a:pt x="8554953" y="0"/>
                  </a:lnTo>
                  <a:lnTo>
                    <a:pt x="8554953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717" name="pl1717"/>
            <p:cNvSpPr/>
            <p:nvPr/>
          </p:nvSpPr>
          <p:spPr>
            <a:xfrm>
              <a:off x="386606" y="2828872"/>
              <a:ext cx="8554953" cy="2552521"/>
            </a:xfrm>
            <a:custGeom>
              <a:avLst/>
              <a:pathLst>
                <a:path w="8554953" h="2552521">
                  <a:moveTo>
                    <a:pt x="8554953" y="0"/>
                  </a:moveTo>
                  <a:lnTo>
                    <a:pt x="8032819" y="0"/>
                  </a:lnTo>
                  <a:lnTo>
                    <a:pt x="8031556" y="19"/>
                  </a:lnTo>
                  <a:lnTo>
                    <a:pt x="8023297" y="157"/>
                  </a:lnTo>
                  <a:lnTo>
                    <a:pt x="8002647" y="538"/>
                  </a:lnTo>
                  <a:lnTo>
                    <a:pt x="7966158" y="1287"/>
                  </a:lnTo>
                  <a:lnTo>
                    <a:pt x="7912644" y="2514"/>
                  </a:lnTo>
                  <a:lnTo>
                    <a:pt x="7843239" y="4301"/>
                  </a:lnTo>
                  <a:lnTo>
                    <a:pt x="7761009" y="6695"/>
                  </a:lnTo>
                  <a:lnTo>
                    <a:pt x="7670182" y="9712"/>
                  </a:lnTo>
                  <a:lnTo>
                    <a:pt x="7575254" y="13343"/>
                  </a:lnTo>
                  <a:lnTo>
                    <a:pt x="7480235" y="17575"/>
                  </a:lnTo>
                  <a:lnTo>
                    <a:pt x="7388212" y="22399"/>
                  </a:lnTo>
                  <a:lnTo>
                    <a:pt x="7301210" y="27825"/>
                  </a:lnTo>
                  <a:lnTo>
                    <a:pt x="7220284" y="33886"/>
                  </a:lnTo>
                  <a:lnTo>
                    <a:pt x="7145714" y="40642"/>
                  </a:lnTo>
                  <a:lnTo>
                    <a:pt x="7077231" y="48177"/>
                  </a:lnTo>
                  <a:lnTo>
                    <a:pt x="7014206" y="56602"/>
                  </a:lnTo>
                  <a:lnTo>
                    <a:pt x="6955807" y="66044"/>
                  </a:lnTo>
                  <a:lnTo>
                    <a:pt x="6901108" y="76642"/>
                  </a:lnTo>
                  <a:lnTo>
                    <a:pt x="6849179" y="88524"/>
                  </a:lnTo>
                  <a:lnTo>
                    <a:pt x="6799164" y="101780"/>
                  </a:lnTo>
                  <a:lnTo>
                    <a:pt x="6786527" y="105413"/>
                  </a:lnTo>
                  <a:lnTo>
                    <a:pt x="6734421" y="121567"/>
                  </a:lnTo>
                  <a:lnTo>
                    <a:pt x="6682821" y="139367"/>
                  </a:lnTo>
                  <a:lnTo>
                    <a:pt x="6631196" y="158837"/>
                  </a:lnTo>
                  <a:lnTo>
                    <a:pt x="6579183" y="179944"/>
                  </a:lnTo>
                  <a:lnTo>
                    <a:pt x="6526568" y="202594"/>
                  </a:lnTo>
                  <a:lnTo>
                    <a:pt x="6473265" y="226624"/>
                  </a:lnTo>
                  <a:lnTo>
                    <a:pt x="6419301" y="251807"/>
                  </a:lnTo>
                  <a:lnTo>
                    <a:pt x="6364798" y="277854"/>
                  </a:lnTo>
                  <a:lnTo>
                    <a:pt x="6309948" y="304432"/>
                  </a:lnTo>
                  <a:lnTo>
                    <a:pt x="6254988" y="331175"/>
                  </a:lnTo>
                  <a:lnTo>
                    <a:pt x="6200167" y="357709"/>
                  </a:lnTo>
                  <a:lnTo>
                    <a:pt x="6145718" y="383672"/>
                  </a:lnTo>
                  <a:lnTo>
                    <a:pt x="6091827" y="408733"/>
                  </a:lnTo>
                  <a:lnTo>
                    <a:pt x="6038605" y="432613"/>
                  </a:lnTo>
                  <a:lnTo>
                    <a:pt x="5986067" y="455089"/>
                  </a:lnTo>
                  <a:lnTo>
                    <a:pt x="5934113" y="476009"/>
                  </a:lnTo>
                  <a:lnTo>
                    <a:pt x="5882512" y="495283"/>
                  </a:lnTo>
                  <a:lnTo>
                    <a:pt x="5830884" y="512888"/>
                  </a:lnTo>
                  <a:lnTo>
                    <a:pt x="5784835" y="527069"/>
                  </a:lnTo>
                  <a:lnTo>
                    <a:pt x="5735191" y="540684"/>
                  </a:lnTo>
                  <a:lnTo>
                    <a:pt x="5683831" y="552913"/>
                  </a:lnTo>
                  <a:lnTo>
                    <a:pt x="5629931" y="563829"/>
                  </a:lnTo>
                  <a:lnTo>
                    <a:pt x="5572573" y="573556"/>
                  </a:lnTo>
                  <a:lnTo>
                    <a:pt x="5510822" y="582229"/>
                  </a:lnTo>
                  <a:lnTo>
                    <a:pt x="5443813" y="589982"/>
                  </a:lnTo>
                  <a:lnTo>
                    <a:pt x="5370851" y="596928"/>
                  </a:lnTo>
                  <a:lnTo>
                    <a:pt x="5291558" y="603161"/>
                  </a:lnTo>
                  <a:lnTo>
                    <a:pt x="5206052" y="608746"/>
                  </a:lnTo>
                  <a:lnTo>
                    <a:pt x="5115168" y="613723"/>
                  </a:lnTo>
                  <a:lnTo>
                    <a:pt x="5020667" y="618108"/>
                  </a:lnTo>
                  <a:lnTo>
                    <a:pt x="4925364" y="621895"/>
                  </a:lnTo>
                  <a:lnTo>
                    <a:pt x="4833062" y="625071"/>
                  </a:lnTo>
                  <a:lnTo>
                    <a:pt x="4748192" y="627625"/>
                  </a:lnTo>
                  <a:lnTo>
                    <a:pt x="4675136" y="629565"/>
                  </a:lnTo>
                  <a:lnTo>
                    <a:pt x="4617341" y="630929"/>
                  </a:lnTo>
                  <a:lnTo>
                    <a:pt x="4576494" y="631791"/>
                  </a:lnTo>
                  <a:lnTo>
                    <a:pt x="4552015" y="632256"/>
                  </a:lnTo>
                  <a:lnTo>
                    <a:pt x="4541014" y="632444"/>
                  </a:lnTo>
                  <a:lnTo>
                    <a:pt x="4538565" y="632482"/>
                  </a:lnTo>
                  <a:lnTo>
                    <a:pt x="4538543" y="632483"/>
                  </a:lnTo>
                  <a:lnTo>
                    <a:pt x="4016409" y="632483"/>
                  </a:lnTo>
                  <a:lnTo>
                    <a:pt x="4015198" y="632539"/>
                  </a:lnTo>
                  <a:lnTo>
                    <a:pt x="4007268" y="632940"/>
                  </a:lnTo>
                  <a:lnTo>
                    <a:pt x="3987413" y="634049"/>
                  </a:lnTo>
                  <a:lnTo>
                    <a:pt x="3952255" y="636229"/>
                  </a:lnTo>
                  <a:lnTo>
                    <a:pt x="3900547" y="639801"/>
                  </a:lnTo>
                  <a:lnTo>
                    <a:pt x="3833242" y="645012"/>
                  </a:lnTo>
                  <a:lnTo>
                    <a:pt x="3753159" y="652009"/>
                  </a:lnTo>
                  <a:lnTo>
                    <a:pt x="3664289" y="660841"/>
                  </a:lnTo>
                  <a:lnTo>
                    <a:pt x="3570953" y="671492"/>
                  </a:lnTo>
                  <a:lnTo>
                    <a:pt x="3477082" y="683920"/>
                  </a:lnTo>
                  <a:lnTo>
                    <a:pt x="3385765" y="698096"/>
                  </a:lnTo>
                  <a:lnTo>
                    <a:pt x="3299091" y="714040"/>
                  </a:lnTo>
                  <a:lnTo>
                    <a:pt x="3218211" y="731835"/>
                  </a:lnTo>
                  <a:lnTo>
                    <a:pt x="3143507" y="751641"/>
                  </a:lnTo>
                  <a:lnTo>
                    <a:pt x="3074805" y="773692"/>
                  </a:lnTo>
                  <a:lnTo>
                    <a:pt x="3011559" y="798295"/>
                  </a:lnTo>
                  <a:lnTo>
                    <a:pt x="2953003" y="825811"/>
                  </a:lnTo>
                  <a:lnTo>
                    <a:pt x="2898263" y="856639"/>
                  </a:lnTo>
                  <a:lnTo>
                    <a:pt x="2846440" y="891167"/>
                  </a:lnTo>
                  <a:lnTo>
                    <a:pt x="2796689" y="929698"/>
                  </a:lnTo>
                  <a:lnTo>
                    <a:pt x="2770117" y="952489"/>
                  </a:lnTo>
                  <a:lnTo>
                    <a:pt x="2727453" y="992221"/>
                  </a:lnTo>
                  <a:lnTo>
                    <a:pt x="2685202" y="1035277"/>
                  </a:lnTo>
                  <a:lnTo>
                    <a:pt x="2643046" y="1081719"/>
                  </a:lnTo>
                  <a:lnTo>
                    <a:pt x="2600747" y="1131540"/>
                  </a:lnTo>
                  <a:lnTo>
                    <a:pt x="2558139" y="1184650"/>
                  </a:lnTo>
                  <a:lnTo>
                    <a:pt x="2515117" y="1240871"/>
                  </a:lnTo>
                  <a:lnTo>
                    <a:pt x="2471635" y="1299934"/>
                  </a:lnTo>
                  <a:lnTo>
                    <a:pt x="2427698" y="1361481"/>
                  </a:lnTo>
                  <a:lnTo>
                    <a:pt x="2383354" y="1425067"/>
                  </a:lnTo>
                  <a:lnTo>
                    <a:pt x="2338690" y="1490176"/>
                  </a:lnTo>
                  <a:lnTo>
                    <a:pt x="2293820" y="1556236"/>
                  </a:lnTo>
                  <a:lnTo>
                    <a:pt x="2248875" y="1622635"/>
                  </a:lnTo>
                  <a:lnTo>
                    <a:pt x="2203993" y="1688752"/>
                  </a:lnTo>
                  <a:lnTo>
                    <a:pt x="2159305" y="1753974"/>
                  </a:lnTo>
                  <a:lnTo>
                    <a:pt x="2114927" y="1817724"/>
                  </a:lnTo>
                  <a:lnTo>
                    <a:pt x="2070949" y="1879478"/>
                  </a:lnTo>
                  <a:lnTo>
                    <a:pt x="2027424" y="1938788"/>
                  </a:lnTo>
                  <a:lnTo>
                    <a:pt x="1984361" y="1995284"/>
                  </a:lnTo>
                  <a:lnTo>
                    <a:pt x="1941718" y="2048690"/>
                  </a:lnTo>
                  <a:lnTo>
                    <a:pt x="1899397" y="2098820"/>
                  </a:lnTo>
                  <a:lnTo>
                    <a:pt x="1857237" y="2145576"/>
                  </a:lnTo>
                  <a:lnTo>
                    <a:pt x="1815006" y="2188943"/>
                  </a:lnTo>
                  <a:lnTo>
                    <a:pt x="1772396" y="2228978"/>
                  </a:lnTo>
                  <a:lnTo>
                    <a:pt x="1768425" y="2232514"/>
                  </a:lnTo>
                  <a:lnTo>
                    <a:pt x="1719490" y="2273294"/>
                  </a:lnTo>
                  <a:lnTo>
                    <a:pt x="1668898" y="2309981"/>
                  </a:lnTo>
                  <a:lnTo>
                    <a:pt x="1615861" y="2342786"/>
                  </a:lnTo>
                  <a:lnTo>
                    <a:pt x="1559502" y="2372061"/>
                  </a:lnTo>
                  <a:lnTo>
                    <a:pt x="1498922" y="2398208"/>
                  </a:lnTo>
                  <a:lnTo>
                    <a:pt x="1433286" y="2421611"/>
                  </a:lnTo>
                  <a:lnTo>
                    <a:pt x="1361910" y="2442610"/>
                  </a:lnTo>
                  <a:lnTo>
                    <a:pt x="1284397" y="2461479"/>
                  </a:lnTo>
                  <a:lnTo>
                    <a:pt x="1200800" y="2478419"/>
                  </a:lnTo>
                  <a:lnTo>
                    <a:pt x="1111824" y="2493555"/>
                  </a:lnTo>
                  <a:lnTo>
                    <a:pt x="1019028" y="2506939"/>
                  </a:lnTo>
                  <a:lnTo>
                    <a:pt x="924960" y="2518567"/>
                  </a:lnTo>
                  <a:lnTo>
                    <a:pt x="833125" y="2528397"/>
                  </a:lnTo>
                  <a:lnTo>
                    <a:pt x="747707" y="2536395"/>
                  </a:lnTo>
                  <a:lnTo>
                    <a:pt x="672978" y="2542570"/>
                  </a:lnTo>
                  <a:lnTo>
                    <a:pt x="612498" y="2547014"/>
                  </a:lnTo>
                  <a:lnTo>
                    <a:pt x="568310" y="2549918"/>
                  </a:lnTo>
                  <a:lnTo>
                    <a:pt x="540382" y="2551569"/>
                  </a:lnTo>
                  <a:lnTo>
                    <a:pt x="526473" y="2552311"/>
                  </a:lnTo>
                  <a:lnTo>
                    <a:pt x="522336" y="2552512"/>
                  </a:lnTo>
                  <a:lnTo>
                    <a:pt x="522133" y="2552521"/>
                  </a:lnTo>
                  <a:lnTo>
                    <a:pt x="0" y="2552521"/>
                  </a:lnTo>
                  <a:lnTo>
                    <a:pt x="0" y="2552521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718" name="pg1718"/>
            <p:cNvSpPr/>
            <p:nvPr/>
          </p:nvSpPr>
          <p:spPr>
            <a:xfrm>
              <a:off x="386606" y="3517826"/>
              <a:ext cx="8554953" cy="1874860"/>
            </a:xfrm>
            <a:custGeom>
              <a:avLst/>
              <a:pathLst>
                <a:path w="8554953" h="1874860">
                  <a:moveTo>
                    <a:pt x="0" y="1874860"/>
                  </a:moveTo>
                  <a:lnTo>
                    <a:pt x="522133" y="1874860"/>
                  </a:lnTo>
                  <a:lnTo>
                    <a:pt x="523347" y="1874805"/>
                  </a:lnTo>
                  <a:lnTo>
                    <a:pt x="531295" y="1874414"/>
                  </a:lnTo>
                  <a:lnTo>
                    <a:pt x="551195" y="1873331"/>
                  </a:lnTo>
                  <a:lnTo>
                    <a:pt x="586428" y="1871205"/>
                  </a:lnTo>
                  <a:lnTo>
                    <a:pt x="638238" y="1867719"/>
                  </a:lnTo>
                  <a:lnTo>
                    <a:pt x="705662" y="1862634"/>
                  </a:lnTo>
                  <a:lnTo>
                    <a:pt x="785866" y="1855808"/>
                  </a:lnTo>
                  <a:lnTo>
                    <a:pt x="874847" y="1847192"/>
                  </a:lnTo>
                  <a:lnTo>
                    <a:pt x="968275" y="1836802"/>
                  </a:lnTo>
                  <a:lnTo>
                    <a:pt x="1062213" y="1824680"/>
                  </a:lnTo>
                  <a:lnTo>
                    <a:pt x="1153572" y="1810853"/>
                  </a:lnTo>
                  <a:lnTo>
                    <a:pt x="1240266" y="1795303"/>
                  </a:lnTo>
                  <a:lnTo>
                    <a:pt x="1321150" y="1777946"/>
                  </a:lnTo>
                  <a:lnTo>
                    <a:pt x="1395847" y="1758626"/>
                  </a:lnTo>
                  <a:lnTo>
                    <a:pt x="1464537" y="1737113"/>
                  </a:lnTo>
                  <a:lnTo>
                    <a:pt x="1527770" y="1713109"/>
                  </a:lnTo>
                  <a:lnTo>
                    <a:pt x="1586316" y="1686259"/>
                  </a:lnTo>
                  <a:lnTo>
                    <a:pt x="1641053" y="1656174"/>
                  </a:lnTo>
                  <a:lnTo>
                    <a:pt x="1692881" y="1622477"/>
                  </a:lnTo>
                  <a:lnTo>
                    <a:pt x="1742646" y="1584872"/>
                  </a:lnTo>
                  <a:lnTo>
                    <a:pt x="1768425" y="1563325"/>
                  </a:lnTo>
                  <a:lnTo>
                    <a:pt x="1811440" y="1524311"/>
                  </a:lnTo>
                  <a:lnTo>
                    <a:pt x="1854037" y="1482008"/>
                  </a:lnTo>
                  <a:lnTo>
                    <a:pt x="1896543" y="1436352"/>
                  </a:lnTo>
                  <a:lnTo>
                    <a:pt x="1939198" y="1387354"/>
                  </a:lnTo>
                  <a:lnTo>
                    <a:pt x="1982173" y="1335105"/>
                  </a:lnTo>
                  <a:lnTo>
                    <a:pt x="2025571" y="1279787"/>
                  </a:lnTo>
                  <a:lnTo>
                    <a:pt x="2069438" y="1221671"/>
                  </a:lnTo>
                  <a:lnTo>
                    <a:pt x="2113766" y="1161121"/>
                  </a:lnTo>
                  <a:lnTo>
                    <a:pt x="2158502" y="1098584"/>
                  </a:lnTo>
                  <a:lnTo>
                    <a:pt x="2203556" y="1034580"/>
                  </a:lnTo>
                  <a:lnTo>
                    <a:pt x="2248808" y="969685"/>
                  </a:lnTo>
                  <a:lnTo>
                    <a:pt x="2294125" y="904509"/>
                  </a:lnTo>
                  <a:lnTo>
                    <a:pt x="2339364" y="839674"/>
                  </a:lnTo>
                  <a:lnTo>
                    <a:pt x="2384392" y="775788"/>
                  </a:lnTo>
                  <a:lnTo>
                    <a:pt x="2429092" y="713422"/>
                  </a:lnTo>
                  <a:lnTo>
                    <a:pt x="2473377" y="653090"/>
                  </a:lnTo>
                  <a:lnTo>
                    <a:pt x="2517198" y="595231"/>
                  </a:lnTo>
                  <a:lnTo>
                    <a:pt x="2560552" y="540200"/>
                  </a:lnTo>
                  <a:lnTo>
                    <a:pt x="2603490" y="488260"/>
                  </a:lnTo>
                  <a:lnTo>
                    <a:pt x="2646122" y="439583"/>
                  </a:lnTo>
                  <a:lnTo>
                    <a:pt x="2688625" y="394253"/>
                  </a:lnTo>
                  <a:lnTo>
                    <a:pt x="2731248" y="352272"/>
                  </a:lnTo>
                  <a:lnTo>
                    <a:pt x="2770117" y="317182"/>
                  </a:lnTo>
                  <a:lnTo>
                    <a:pt x="2819092" y="277451"/>
                  </a:lnTo>
                  <a:lnTo>
                    <a:pt x="2869728" y="241711"/>
                  </a:lnTo>
                  <a:lnTo>
                    <a:pt x="2922813" y="209757"/>
                  </a:lnTo>
                  <a:lnTo>
                    <a:pt x="2979229" y="181242"/>
                  </a:lnTo>
                  <a:lnTo>
                    <a:pt x="3039875" y="155777"/>
                  </a:lnTo>
                  <a:lnTo>
                    <a:pt x="3105589" y="132986"/>
                  </a:lnTo>
                  <a:lnTo>
                    <a:pt x="3177054" y="112538"/>
                  </a:lnTo>
                  <a:lnTo>
                    <a:pt x="3254667" y="94166"/>
                  </a:lnTo>
                  <a:lnTo>
                    <a:pt x="3338373" y="77673"/>
                  </a:lnTo>
                  <a:lnTo>
                    <a:pt x="3427457" y="62939"/>
                  </a:lnTo>
                  <a:lnTo>
                    <a:pt x="3520350" y="49913"/>
                  </a:lnTo>
                  <a:lnTo>
                    <a:pt x="3614491" y="38601"/>
                  </a:lnTo>
                  <a:lnTo>
                    <a:pt x="3706357" y="29041"/>
                  </a:lnTo>
                  <a:lnTo>
                    <a:pt x="3791750" y="21267"/>
                  </a:lnTo>
                  <a:lnTo>
                    <a:pt x="3866390" y="15272"/>
                  </a:lnTo>
                  <a:lnTo>
                    <a:pt x="3926722" y="10962"/>
                  </a:lnTo>
                  <a:lnTo>
                    <a:pt x="3970725" y="8151"/>
                  </a:lnTo>
                  <a:lnTo>
                    <a:pt x="3998456" y="6558"/>
                  </a:lnTo>
                  <a:lnTo>
                    <a:pt x="4012194" y="5845"/>
                  </a:lnTo>
                  <a:lnTo>
                    <a:pt x="4016224" y="5655"/>
                  </a:lnTo>
                  <a:lnTo>
                    <a:pt x="4016409" y="5647"/>
                  </a:lnTo>
                  <a:lnTo>
                    <a:pt x="4538543" y="5647"/>
                  </a:lnTo>
                  <a:lnTo>
                    <a:pt x="4539812" y="5654"/>
                  </a:lnTo>
                  <a:lnTo>
                    <a:pt x="4548107" y="5707"/>
                  </a:lnTo>
                  <a:lnTo>
                    <a:pt x="4568844" y="5854"/>
                  </a:lnTo>
                  <a:lnTo>
                    <a:pt x="4605478" y="6143"/>
                  </a:lnTo>
                  <a:lnTo>
                    <a:pt x="4659189" y="6616"/>
                  </a:lnTo>
                  <a:lnTo>
                    <a:pt x="4728820" y="7305"/>
                  </a:lnTo>
                  <a:lnTo>
                    <a:pt x="4811282" y="8228"/>
                  </a:lnTo>
                  <a:lnTo>
                    <a:pt x="4902318" y="9391"/>
                  </a:lnTo>
                  <a:lnTo>
                    <a:pt x="4997416" y="10790"/>
                  </a:lnTo>
                  <a:lnTo>
                    <a:pt x="5092554" y="12421"/>
                  </a:lnTo>
                  <a:lnTo>
                    <a:pt x="5184650" y="14280"/>
                  </a:lnTo>
                  <a:lnTo>
                    <a:pt x="5271684" y="16370"/>
                  </a:lnTo>
                  <a:lnTo>
                    <a:pt x="5352613" y="18705"/>
                  </a:lnTo>
                  <a:lnTo>
                    <a:pt x="5427166" y="21309"/>
                  </a:lnTo>
                  <a:lnTo>
                    <a:pt x="5495626" y="24213"/>
                  </a:lnTo>
                  <a:lnTo>
                    <a:pt x="5558627" y="27461"/>
                  </a:lnTo>
                  <a:lnTo>
                    <a:pt x="5617011" y="31102"/>
                  </a:lnTo>
                  <a:lnTo>
                    <a:pt x="5671707" y="35190"/>
                  </a:lnTo>
                  <a:lnTo>
                    <a:pt x="5723650" y="39773"/>
                  </a:lnTo>
                  <a:lnTo>
                    <a:pt x="5773696" y="44886"/>
                  </a:lnTo>
                  <a:lnTo>
                    <a:pt x="5784835" y="46118"/>
                  </a:lnTo>
                  <a:lnTo>
                    <a:pt x="5838748" y="52548"/>
                  </a:lnTo>
                  <a:lnTo>
                    <a:pt x="5892142" y="59655"/>
                  </a:lnTo>
                  <a:lnTo>
                    <a:pt x="5945594" y="67449"/>
                  </a:lnTo>
                  <a:lnTo>
                    <a:pt x="5999492" y="75913"/>
                  </a:lnTo>
                  <a:lnTo>
                    <a:pt x="6054054" y="85004"/>
                  </a:lnTo>
                  <a:lnTo>
                    <a:pt x="6109356" y="94648"/>
                  </a:lnTo>
                  <a:lnTo>
                    <a:pt x="6165345" y="104742"/>
                  </a:lnTo>
                  <a:lnTo>
                    <a:pt x="6221868" y="115160"/>
                  </a:lnTo>
                  <a:lnTo>
                    <a:pt x="6278694" y="125755"/>
                  </a:lnTo>
                  <a:lnTo>
                    <a:pt x="6335554" y="136370"/>
                  </a:lnTo>
                  <a:lnTo>
                    <a:pt x="6392174" y="146845"/>
                  </a:lnTo>
                  <a:lnTo>
                    <a:pt x="6448312" y="157032"/>
                  </a:lnTo>
                  <a:lnTo>
                    <a:pt x="6503792" y="166797"/>
                  </a:lnTo>
                  <a:lnTo>
                    <a:pt x="6558534" y="176031"/>
                  </a:lnTo>
                  <a:lnTo>
                    <a:pt x="6612581" y="184654"/>
                  </a:lnTo>
                  <a:lnTo>
                    <a:pt x="6666113" y="192615"/>
                  </a:lnTo>
                  <a:lnTo>
                    <a:pt x="6719476" y="199891"/>
                  </a:lnTo>
                  <a:lnTo>
                    <a:pt x="6773196" y="206486"/>
                  </a:lnTo>
                  <a:lnTo>
                    <a:pt x="6786527" y="208004"/>
                  </a:lnTo>
                  <a:lnTo>
                    <a:pt x="6836248" y="213239"/>
                  </a:lnTo>
                  <a:lnTo>
                    <a:pt x="6887691" y="217940"/>
                  </a:lnTo>
                  <a:lnTo>
                    <a:pt x="6941684" y="222135"/>
                  </a:lnTo>
                  <a:lnTo>
                    <a:pt x="6999150" y="225873"/>
                  </a:lnTo>
                  <a:lnTo>
                    <a:pt x="7061028" y="229205"/>
                  </a:lnTo>
                  <a:lnTo>
                    <a:pt x="7128187" y="232183"/>
                  </a:lnTo>
                  <a:lnTo>
                    <a:pt x="7201321" y="234852"/>
                  </a:lnTo>
                  <a:lnTo>
                    <a:pt x="7280808" y="237245"/>
                  </a:lnTo>
                  <a:lnTo>
                    <a:pt x="7366520" y="239390"/>
                  </a:lnTo>
                  <a:lnTo>
                    <a:pt x="7457609" y="241300"/>
                  </a:lnTo>
                  <a:lnTo>
                    <a:pt x="7552291" y="242982"/>
                  </a:lnTo>
                  <a:lnTo>
                    <a:pt x="7647721" y="244435"/>
                  </a:lnTo>
                  <a:lnTo>
                    <a:pt x="7740064" y="245651"/>
                  </a:lnTo>
                  <a:lnTo>
                    <a:pt x="7824862" y="246628"/>
                  </a:lnTo>
                  <a:lnTo>
                    <a:pt x="7897724" y="247369"/>
                  </a:lnTo>
                  <a:lnTo>
                    <a:pt x="7955217" y="247889"/>
                  </a:lnTo>
                  <a:lnTo>
                    <a:pt x="7995699" y="248216"/>
                  </a:lnTo>
                  <a:lnTo>
                    <a:pt x="8019809" y="248391"/>
                  </a:lnTo>
                  <a:lnTo>
                    <a:pt x="8030510" y="248461"/>
                  </a:lnTo>
                  <a:lnTo>
                    <a:pt x="8032819" y="248475"/>
                  </a:lnTo>
                  <a:lnTo>
                    <a:pt x="8554953" y="248475"/>
                  </a:lnTo>
                  <a:lnTo>
                    <a:pt x="8554953" y="242828"/>
                  </a:lnTo>
                  <a:lnTo>
                    <a:pt x="8032819" y="242828"/>
                  </a:lnTo>
                  <a:lnTo>
                    <a:pt x="8031550" y="242820"/>
                  </a:lnTo>
                  <a:lnTo>
                    <a:pt x="8023255" y="242767"/>
                  </a:lnTo>
                  <a:lnTo>
                    <a:pt x="8002518" y="242620"/>
                  </a:lnTo>
                  <a:lnTo>
                    <a:pt x="7965884" y="242331"/>
                  </a:lnTo>
                  <a:lnTo>
                    <a:pt x="7912173" y="241858"/>
                  </a:lnTo>
                  <a:lnTo>
                    <a:pt x="7842541" y="241169"/>
                  </a:lnTo>
                  <a:lnTo>
                    <a:pt x="7760080" y="240246"/>
                  </a:lnTo>
                  <a:lnTo>
                    <a:pt x="7669044" y="239084"/>
                  </a:lnTo>
                  <a:lnTo>
                    <a:pt x="7573946" y="237684"/>
                  </a:lnTo>
                  <a:lnTo>
                    <a:pt x="7478808" y="236054"/>
                  </a:lnTo>
                  <a:lnTo>
                    <a:pt x="7386712" y="234195"/>
                  </a:lnTo>
                  <a:lnTo>
                    <a:pt x="7299678" y="232104"/>
                  </a:lnTo>
                  <a:lnTo>
                    <a:pt x="7218749" y="229769"/>
                  </a:lnTo>
                  <a:lnTo>
                    <a:pt x="7144196" y="227166"/>
                  </a:lnTo>
                  <a:lnTo>
                    <a:pt x="7075736" y="224261"/>
                  </a:lnTo>
                  <a:lnTo>
                    <a:pt x="7012735" y="221013"/>
                  </a:lnTo>
                  <a:lnTo>
                    <a:pt x="6954351" y="217372"/>
                  </a:lnTo>
                  <a:lnTo>
                    <a:pt x="6899655" y="213285"/>
                  </a:lnTo>
                  <a:lnTo>
                    <a:pt x="6847712" y="208701"/>
                  </a:lnTo>
                  <a:lnTo>
                    <a:pt x="6797666" y="203588"/>
                  </a:lnTo>
                  <a:lnTo>
                    <a:pt x="6786527" y="202356"/>
                  </a:lnTo>
                  <a:lnTo>
                    <a:pt x="6732614" y="195926"/>
                  </a:lnTo>
                  <a:lnTo>
                    <a:pt x="6679220" y="188819"/>
                  </a:lnTo>
                  <a:lnTo>
                    <a:pt x="6625768" y="181025"/>
                  </a:lnTo>
                  <a:lnTo>
                    <a:pt x="6571870" y="172561"/>
                  </a:lnTo>
                  <a:lnTo>
                    <a:pt x="6517308" y="163471"/>
                  </a:lnTo>
                  <a:lnTo>
                    <a:pt x="6462006" y="153827"/>
                  </a:lnTo>
                  <a:lnTo>
                    <a:pt x="6406017" y="143732"/>
                  </a:lnTo>
                  <a:lnTo>
                    <a:pt x="6349494" y="133314"/>
                  </a:lnTo>
                  <a:lnTo>
                    <a:pt x="6292668" y="122720"/>
                  </a:lnTo>
                  <a:lnTo>
                    <a:pt x="6235808" y="112105"/>
                  </a:lnTo>
                  <a:lnTo>
                    <a:pt x="6179188" y="101629"/>
                  </a:lnTo>
                  <a:lnTo>
                    <a:pt x="6123050" y="91443"/>
                  </a:lnTo>
                  <a:lnTo>
                    <a:pt x="6067570" y="81678"/>
                  </a:lnTo>
                  <a:lnTo>
                    <a:pt x="6012828" y="72443"/>
                  </a:lnTo>
                  <a:lnTo>
                    <a:pt x="5958781" y="63820"/>
                  </a:lnTo>
                  <a:lnTo>
                    <a:pt x="5905249" y="55859"/>
                  </a:lnTo>
                  <a:lnTo>
                    <a:pt x="5851886" y="48583"/>
                  </a:lnTo>
                  <a:lnTo>
                    <a:pt x="5798166" y="41989"/>
                  </a:lnTo>
                  <a:lnTo>
                    <a:pt x="5784835" y="40471"/>
                  </a:lnTo>
                  <a:lnTo>
                    <a:pt x="5735114" y="35236"/>
                  </a:lnTo>
                  <a:lnTo>
                    <a:pt x="5683671" y="30535"/>
                  </a:lnTo>
                  <a:lnTo>
                    <a:pt x="5629678" y="26339"/>
                  </a:lnTo>
                  <a:lnTo>
                    <a:pt x="5572212" y="22602"/>
                  </a:lnTo>
                  <a:lnTo>
                    <a:pt x="5510334" y="19269"/>
                  </a:lnTo>
                  <a:lnTo>
                    <a:pt x="5443175" y="16291"/>
                  </a:lnTo>
                  <a:lnTo>
                    <a:pt x="5370041" y="13623"/>
                  </a:lnTo>
                  <a:lnTo>
                    <a:pt x="5290554" y="11229"/>
                  </a:lnTo>
                  <a:lnTo>
                    <a:pt x="5204842" y="9085"/>
                  </a:lnTo>
                  <a:lnTo>
                    <a:pt x="5113753" y="7174"/>
                  </a:lnTo>
                  <a:lnTo>
                    <a:pt x="5019071" y="5492"/>
                  </a:lnTo>
                  <a:lnTo>
                    <a:pt x="4923641" y="4040"/>
                  </a:lnTo>
                  <a:lnTo>
                    <a:pt x="4831298" y="2823"/>
                  </a:lnTo>
                  <a:lnTo>
                    <a:pt x="4746500" y="1846"/>
                  </a:lnTo>
                  <a:lnTo>
                    <a:pt x="4673638" y="1105"/>
                  </a:lnTo>
                  <a:lnTo>
                    <a:pt x="4616145" y="586"/>
                  </a:lnTo>
                  <a:lnTo>
                    <a:pt x="4575663" y="259"/>
                  </a:lnTo>
                  <a:lnTo>
                    <a:pt x="4551553" y="83"/>
                  </a:lnTo>
                  <a:lnTo>
                    <a:pt x="4540852" y="13"/>
                  </a:lnTo>
                  <a:lnTo>
                    <a:pt x="4538543" y="0"/>
                  </a:lnTo>
                  <a:lnTo>
                    <a:pt x="4016409" y="0"/>
                  </a:lnTo>
                  <a:lnTo>
                    <a:pt x="4015195" y="54"/>
                  </a:lnTo>
                  <a:lnTo>
                    <a:pt x="4007247" y="446"/>
                  </a:lnTo>
                  <a:lnTo>
                    <a:pt x="3987347" y="1528"/>
                  </a:lnTo>
                  <a:lnTo>
                    <a:pt x="3952114" y="3655"/>
                  </a:lnTo>
                  <a:lnTo>
                    <a:pt x="3900304" y="7141"/>
                  </a:lnTo>
                  <a:lnTo>
                    <a:pt x="3832881" y="12226"/>
                  </a:lnTo>
                  <a:lnTo>
                    <a:pt x="3752676" y="19052"/>
                  </a:lnTo>
                  <a:lnTo>
                    <a:pt x="3663695" y="27668"/>
                  </a:lnTo>
                  <a:lnTo>
                    <a:pt x="3570267" y="38058"/>
                  </a:lnTo>
                  <a:lnTo>
                    <a:pt x="3476329" y="50180"/>
                  </a:lnTo>
                  <a:lnTo>
                    <a:pt x="3384970" y="64007"/>
                  </a:lnTo>
                  <a:lnTo>
                    <a:pt x="3298277" y="79557"/>
                  </a:lnTo>
                  <a:lnTo>
                    <a:pt x="3217392" y="96914"/>
                  </a:lnTo>
                  <a:lnTo>
                    <a:pt x="3142695" y="116234"/>
                  </a:lnTo>
                  <a:lnTo>
                    <a:pt x="3074005" y="137746"/>
                  </a:lnTo>
                  <a:lnTo>
                    <a:pt x="3010772" y="161750"/>
                  </a:lnTo>
                  <a:lnTo>
                    <a:pt x="2952226" y="188601"/>
                  </a:lnTo>
                  <a:lnTo>
                    <a:pt x="2897489" y="218686"/>
                  </a:lnTo>
                  <a:lnTo>
                    <a:pt x="2845661" y="252383"/>
                  </a:lnTo>
                  <a:lnTo>
                    <a:pt x="2795896" y="289988"/>
                  </a:lnTo>
                  <a:lnTo>
                    <a:pt x="2770117" y="311535"/>
                  </a:lnTo>
                  <a:lnTo>
                    <a:pt x="2727103" y="350549"/>
                  </a:lnTo>
                  <a:lnTo>
                    <a:pt x="2684505" y="392852"/>
                  </a:lnTo>
                  <a:lnTo>
                    <a:pt x="2641999" y="438508"/>
                  </a:lnTo>
                  <a:lnTo>
                    <a:pt x="2599344" y="487506"/>
                  </a:lnTo>
                  <a:lnTo>
                    <a:pt x="2556369" y="539755"/>
                  </a:lnTo>
                  <a:lnTo>
                    <a:pt x="2512971" y="595073"/>
                  </a:lnTo>
                  <a:lnTo>
                    <a:pt x="2469105" y="653189"/>
                  </a:lnTo>
                  <a:lnTo>
                    <a:pt x="2424777" y="713739"/>
                  </a:lnTo>
                  <a:lnTo>
                    <a:pt x="2380040" y="776276"/>
                  </a:lnTo>
                  <a:lnTo>
                    <a:pt x="2334987" y="840280"/>
                  </a:lnTo>
                  <a:lnTo>
                    <a:pt x="2289734" y="905175"/>
                  </a:lnTo>
                  <a:lnTo>
                    <a:pt x="2244417" y="970350"/>
                  </a:lnTo>
                  <a:lnTo>
                    <a:pt x="2199178" y="1035185"/>
                  </a:lnTo>
                  <a:lnTo>
                    <a:pt x="2154150" y="1099072"/>
                  </a:lnTo>
                  <a:lnTo>
                    <a:pt x="2109450" y="1161438"/>
                  </a:lnTo>
                  <a:lnTo>
                    <a:pt x="2065165" y="1221770"/>
                  </a:lnTo>
                  <a:lnTo>
                    <a:pt x="2021344" y="1279629"/>
                  </a:lnTo>
                  <a:lnTo>
                    <a:pt x="1977990" y="1334660"/>
                  </a:lnTo>
                  <a:lnTo>
                    <a:pt x="1935052" y="1386600"/>
                  </a:lnTo>
                  <a:lnTo>
                    <a:pt x="1892420" y="1435277"/>
                  </a:lnTo>
                  <a:lnTo>
                    <a:pt x="1849917" y="1480607"/>
                  </a:lnTo>
                  <a:lnTo>
                    <a:pt x="1807294" y="1522588"/>
                  </a:lnTo>
                  <a:lnTo>
                    <a:pt x="1768425" y="1557678"/>
                  </a:lnTo>
                  <a:lnTo>
                    <a:pt x="1719450" y="1597409"/>
                  </a:lnTo>
                  <a:lnTo>
                    <a:pt x="1668814" y="1633149"/>
                  </a:lnTo>
                  <a:lnTo>
                    <a:pt x="1615729" y="1665103"/>
                  </a:lnTo>
                  <a:lnTo>
                    <a:pt x="1559313" y="1693618"/>
                  </a:lnTo>
                  <a:lnTo>
                    <a:pt x="1498667" y="1719082"/>
                  </a:lnTo>
                  <a:lnTo>
                    <a:pt x="1432953" y="1741874"/>
                  </a:lnTo>
                  <a:lnTo>
                    <a:pt x="1361489" y="1762322"/>
                  </a:lnTo>
                  <a:lnTo>
                    <a:pt x="1283875" y="1780694"/>
                  </a:lnTo>
                  <a:lnTo>
                    <a:pt x="1200170" y="1797187"/>
                  </a:lnTo>
                  <a:lnTo>
                    <a:pt x="1111085" y="1811921"/>
                  </a:lnTo>
                  <a:lnTo>
                    <a:pt x="1018192" y="1824947"/>
                  </a:lnTo>
                  <a:lnTo>
                    <a:pt x="924051" y="1836259"/>
                  </a:lnTo>
                  <a:lnTo>
                    <a:pt x="832185" y="1845819"/>
                  </a:lnTo>
                  <a:lnTo>
                    <a:pt x="746793" y="1853592"/>
                  </a:lnTo>
                  <a:lnTo>
                    <a:pt x="672152" y="1859588"/>
                  </a:lnTo>
                  <a:lnTo>
                    <a:pt x="611820" y="1863897"/>
                  </a:lnTo>
                  <a:lnTo>
                    <a:pt x="567818" y="1866709"/>
                  </a:lnTo>
                  <a:lnTo>
                    <a:pt x="540087" y="1868302"/>
                  </a:lnTo>
                  <a:lnTo>
                    <a:pt x="526348" y="1869015"/>
                  </a:lnTo>
                  <a:lnTo>
                    <a:pt x="522318" y="1869205"/>
                  </a:lnTo>
                  <a:lnTo>
                    <a:pt x="522133" y="1869213"/>
                  </a:lnTo>
                  <a:lnTo>
                    <a:pt x="0" y="1869213"/>
                  </a:lnTo>
                  <a:close/>
                </a:path>
              </a:pathLst>
            </a:custGeom>
            <a:solidFill>
              <a:srgbClr val="9E9E9E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1719" name="pl1719"/>
            <p:cNvSpPr/>
            <p:nvPr/>
          </p:nvSpPr>
          <p:spPr>
            <a:xfrm>
              <a:off x="386606" y="3523474"/>
              <a:ext cx="8554953" cy="1869213"/>
            </a:xfrm>
            <a:custGeom>
              <a:avLst/>
              <a:pathLst>
                <a:path w="8554953" h="1869213">
                  <a:moveTo>
                    <a:pt x="0" y="1869213"/>
                  </a:moveTo>
                  <a:lnTo>
                    <a:pt x="522133" y="1869213"/>
                  </a:lnTo>
                  <a:lnTo>
                    <a:pt x="523347" y="1869158"/>
                  </a:lnTo>
                  <a:lnTo>
                    <a:pt x="531295" y="1868767"/>
                  </a:lnTo>
                  <a:lnTo>
                    <a:pt x="551195" y="1867684"/>
                  </a:lnTo>
                  <a:lnTo>
                    <a:pt x="586428" y="1865557"/>
                  </a:lnTo>
                  <a:lnTo>
                    <a:pt x="638238" y="1862071"/>
                  </a:lnTo>
                  <a:lnTo>
                    <a:pt x="705662" y="1856986"/>
                  </a:lnTo>
                  <a:lnTo>
                    <a:pt x="785866" y="1850160"/>
                  </a:lnTo>
                  <a:lnTo>
                    <a:pt x="874847" y="1841544"/>
                  </a:lnTo>
                  <a:lnTo>
                    <a:pt x="968275" y="1831155"/>
                  </a:lnTo>
                  <a:lnTo>
                    <a:pt x="1062213" y="1819033"/>
                  </a:lnTo>
                  <a:lnTo>
                    <a:pt x="1153572" y="1805206"/>
                  </a:lnTo>
                  <a:lnTo>
                    <a:pt x="1240266" y="1789655"/>
                  </a:lnTo>
                  <a:lnTo>
                    <a:pt x="1321150" y="1772298"/>
                  </a:lnTo>
                  <a:lnTo>
                    <a:pt x="1395847" y="1752979"/>
                  </a:lnTo>
                  <a:lnTo>
                    <a:pt x="1464537" y="1731466"/>
                  </a:lnTo>
                  <a:lnTo>
                    <a:pt x="1527770" y="1707462"/>
                  </a:lnTo>
                  <a:lnTo>
                    <a:pt x="1586316" y="1680612"/>
                  </a:lnTo>
                  <a:lnTo>
                    <a:pt x="1641053" y="1650527"/>
                  </a:lnTo>
                  <a:lnTo>
                    <a:pt x="1692881" y="1616830"/>
                  </a:lnTo>
                  <a:lnTo>
                    <a:pt x="1742646" y="1579225"/>
                  </a:lnTo>
                  <a:lnTo>
                    <a:pt x="1768425" y="1557678"/>
                  </a:lnTo>
                  <a:lnTo>
                    <a:pt x="1811440" y="1518664"/>
                  </a:lnTo>
                  <a:lnTo>
                    <a:pt x="1854037" y="1476360"/>
                  </a:lnTo>
                  <a:lnTo>
                    <a:pt x="1896543" y="1430705"/>
                  </a:lnTo>
                  <a:lnTo>
                    <a:pt x="1939198" y="1381706"/>
                  </a:lnTo>
                  <a:lnTo>
                    <a:pt x="1982173" y="1329458"/>
                  </a:lnTo>
                  <a:lnTo>
                    <a:pt x="2025571" y="1274140"/>
                  </a:lnTo>
                  <a:lnTo>
                    <a:pt x="2069438" y="1216024"/>
                  </a:lnTo>
                  <a:lnTo>
                    <a:pt x="2113766" y="1155474"/>
                  </a:lnTo>
                  <a:lnTo>
                    <a:pt x="2158502" y="1092937"/>
                  </a:lnTo>
                  <a:lnTo>
                    <a:pt x="2203556" y="1028933"/>
                  </a:lnTo>
                  <a:lnTo>
                    <a:pt x="2248808" y="964038"/>
                  </a:lnTo>
                  <a:lnTo>
                    <a:pt x="2294125" y="898862"/>
                  </a:lnTo>
                  <a:lnTo>
                    <a:pt x="2339364" y="834027"/>
                  </a:lnTo>
                  <a:lnTo>
                    <a:pt x="2384392" y="770141"/>
                  </a:lnTo>
                  <a:lnTo>
                    <a:pt x="2429092" y="707775"/>
                  </a:lnTo>
                  <a:lnTo>
                    <a:pt x="2473377" y="647443"/>
                  </a:lnTo>
                  <a:lnTo>
                    <a:pt x="2517198" y="589584"/>
                  </a:lnTo>
                  <a:lnTo>
                    <a:pt x="2560552" y="534552"/>
                  </a:lnTo>
                  <a:lnTo>
                    <a:pt x="2603490" y="482613"/>
                  </a:lnTo>
                  <a:lnTo>
                    <a:pt x="2646122" y="433936"/>
                  </a:lnTo>
                  <a:lnTo>
                    <a:pt x="2688625" y="388606"/>
                  </a:lnTo>
                  <a:lnTo>
                    <a:pt x="2731248" y="346625"/>
                  </a:lnTo>
                  <a:lnTo>
                    <a:pt x="2770117" y="311535"/>
                  </a:lnTo>
                  <a:lnTo>
                    <a:pt x="2819092" y="271804"/>
                  </a:lnTo>
                  <a:lnTo>
                    <a:pt x="2869728" y="236064"/>
                  </a:lnTo>
                  <a:lnTo>
                    <a:pt x="2922813" y="204110"/>
                  </a:lnTo>
                  <a:lnTo>
                    <a:pt x="2979229" y="175595"/>
                  </a:lnTo>
                  <a:lnTo>
                    <a:pt x="3039875" y="150130"/>
                  </a:lnTo>
                  <a:lnTo>
                    <a:pt x="3105589" y="127339"/>
                  </a:lnTo>
                  <a:lnTo>
                    <a:pt x="3177054" y="106891"/>
                  </a:lnTo>
                  <a:lnTo>
                    <a:pt x="3254667" y="88518"/>
                  </a:lnTo>
                  <a:lnTo>
                    <a:pt x="3338373" y="72026"/>
                  </a:lnTo>
                  <a:lnTo>
                    <a:pt x="3427457" y="57292"/>
                  </a:lnTo>
                  <a:lnTo>
                    <a:pt x="3520350" y="44266"/>
                  </a:lnTo>
                  <a:lnTo>
                    <a:pt x="3614491" y="32954"/>
                  </a:lnTo>
                  <a:lnTo>
                    <a:pt x="3706357" y="23393"/>
                  </a:lnTo>
                  <a:lnTo>
                    <a:pt x="3791750" y="15620"/>
                  </a:lnTo>
                  <a:lnTo>
                    <a:pt x="3866390" y="9624"/>
                  </a:lnTo>
                  <a:lnTo>
                    <a:pt x="3926722" y="5315"/>
                  </a:lnTo>
                  <a:lnTo>
                    <a:pt x="3970725" y="2504"/>
                  </a:lnTo>
                  <a:lnTo>
                    <a:pt x="3998456" y="910"/>
                  </a:lnTo>
                  <a:lnTo>
                    <a:pt x="4012194" y="198"/>
                  </a:lnTo>
                  <a:lnTo>
                    <a:pt x="4016224" y="8"/>
                  </a:lnTo>
                  <a:lnTo>
                    <a:pt x="4016409" y="0"/>
                  </a:lnTo>
                  <a:lnTo>
                    <a:pt x="4538543" y="0"/>
                  </a:lnTo>
                  <a:lnTo>
                    <a:pt x="4539812" y="7"/>
                  </a:lnTo>
                  <a:lnTo>
                    <a:pt x="4548107" y="60"/>
                  </a:lnTo>
                  <a:lnTo>
                    <a:pt x="4568844" y="207"/>
                  </a:lnTo>
                  <a:lnTo>
                    <a:pt x="4605478" y="496"/>
                  </a:lnTo>
                  <a:lnTo>
                    <a:pt x="4659189" y="969"/>
                  </a:lnTo>
                  <a:lnTo>
                    <a:pt x="4728820" y="1658"/>
                  </a:lnTo>
                  <a:lnTo>
                    <a:pt x="4811282" y="2581"/>
                  </a:lnTo>
                  <a:lnTo>
                    <a:pt x="4902318" y="3744"/>
                  </a:lnTo>
                  <a:lnTo>
                    <a:pt x="4997416" y="5143"/>
                  </a:lnTo>
                  <a:lnTo>
                    <a:pt x="5092554" y="6774"/>
                  </a:lnTo>
                  <a:lnTo>
                    <a:pt x="5184650" y="8632"/>
                  </a:lnTo>
                  <a:lnTo>
                    <a:pt x="5271684" y="10723"/>
                  </a:lnTo>
                  <a:lnTo>
                    <a:pt x="5352613" y="13058"/>
                  </a:lnTo>
                  <a:lnTo>
                    <a:pt x="5427166" y="15662"/>
                  </a:lnTo>
                  <a:lnTo>
                    <a:pt x="5495626" y="18566"/>
                  </a:lnTo>
                  <a:lnTo>
                    <a:pt x="5558627" y="21814"/>
                  </a:lnTo>
                  <a:lnTo>
                    <a:pt x="5617011" y="25455"/>
                  </a:lnTo>
                  <a:lnTo>
                    <a:pt x="5671707" y="29543"/>
                  </a:lnTo>
                  <a:lnTo>
                    <a:pt x="5723650" y="34126"/>
                  </a:lnTo>
                  <a:lnTo>
                    <a:pt x="5773696" y="39239"/>
                  </a:lnTo>
                  <a:lnTo>
                    <a:pt x="5784835" y="40471"/>
                  </a:lnTo>
                  <a:lnTo>
                    <a:pt x="5838748" y="46901"/>
                  </a:lnTo>
                  <a:lnTo>
                    <a:pt x="5892142" y="54008"/>
                  </a:lnTo>
                  <a:lnTo>
                    <a:pt x="5945594" y="61802"/>
                  </a:lnTo>
                  <a:lnTo>
                    <a:pt x="5999492" y="70266"/>
                  </a:lnTo>
                  <a:lnTo>
                    <a:pt x="6054054" y="79357"/>
                  </a:lnTo>
                  <a:lnTo>
                    <a:pt x="6109356" y="89000"/>
                  </a:lnTo>
                  <a:lnTo>
                    <a:pt x="6165345" y="99095"/>
                  </a:lnTo>
                  <a:lnTo>
                    <a:pt x="6221868" y="109513"/>
                  </a:lnTo>
                  <a:lnTo>
                    <a:pt x="6278694" y="120108"/>
                  </a:lnTo>
                  <a:lnTo>
                    <a:pt x="6335554" y="130722"/>
                  </a:lnTo>
                  <a:lnTo>
                    <a:pt x="6392174" y="141198"/>
                  </a:lnTo>
                  <a:lnTo>
                    <a:pt x="6448312" y="151385"/>
                  </a:lnTo>
                  <a:lnTo>
                    <a:pt x="6503792" y="161150"/>
                  </a:lnTo>
                  <a:lnTo>
                    <a:pt x="6558534" y="170384"/>
                  </a:lnTo>
                  <a:lnTo>
                    <a:pt x="6612581" y="179007"/>
                  </a:lnTo>
                  <a:lnTo>
                    <a:pt x="6666113" y="186968"/>
                  </a:lnTo>
                  <a:lnTo>
                    <a:pt x="6719476" y="194244"/>
                  </a:lnTo>
                  <a:lnTo>
                    <a:pt x="6773196" y="200838"/>
                  </a:lnTo>
                  <a:lnTo>
                    <a:pt x="6786527" y="202356"/>
                  </a:lnTo>
                  <a:lnTo>
                    <a:pt x="6836248" y="207591"/>
                  </a:lnTo>
                  <a:lnTo>
                    <a:pt x="6887691" y="212292"/>
                  </a:lnTo>
                  <a:lnTo>
                    <a:pt x="6941684" y="216488"/>
                  </a:lnTo>
                  <a:lnTo>
                    <a:pt x="6999150" y="220226"/>
                  </a:lnTo>
                  <a:lnTo>
                    <a:pt x="7061028" y="223558"/>
                  </a:lnTo>
                  <a:lnTo>
                    <a:pt x="7128187" y="226536"/>
                  </a:lnTo>
                  <a:lnTo>
                    <a:pt x="7201321" y="229204"/>
                  </a:lnTo>
                  <a:lnTo>
                    <a:pt x="7280808" y="231598"/>
                  </a:lnTo>
                  <a:lnTo>
                    <a:pt x="7366520" y="233742"/>
                  </a:lnTo>
                  <a:lnTo>
                    <a:pt x="7457609" y="235653"/>
                  </a:lnTo>
                  <a:lnTo>
                    <a:pt x="7552291" y="237335"/>
                  </a:lnTo>
                  <a:lnTo>
                    <a:pt x="7647721" y="238787"/>
                  </a:lnTo>
                  <a:lnTo>
                    <a:pt x="7740064" y="240004"/>
                  </a:lnTo>
                  <a:lnTo>
                    <a:pt x="7824862" y="240981"/>
                  </a:lnTo>
                  <a:lnTo>
                    <a:pt x="7897724" y="241722"/>
                  </a:lnTo>
                  <a:lnTo>
                    <a:pt x="7955217" y="242242"/>
                  </a:lnTo>
                  <a:lnTo>
                    <a:pt x="7995699" y="242569"/>
                  </a:lnTo>
                  <a:lnTo>
                    <a:pt x="8019809" y="242744"/>
                  </a:lnTo>
                  <a:lnTo>
                    <a:pt x="8030510" y="242814"/>
                  </a:lnTo>
                  <a:lnTo>
                    <a:pt x="8032804" y="242828"/>
                  </a:lnTo>
                  <a:lnTo>
                    <a:pt x="8032819" y="242828"/>
                  </a:lnTo>
                  <a:lnTo>
                    <a:pt x="8554953" y="242828"/>
                  </a:lnTo>
                  <a:lnTo>
                    <a:pt x="8554953" y="242828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720" name="pl1720"/>
            <p:cNvSpPr/>
            <p:nvPr/>
          </p:nvSpPr>
          <p:spPr>
            <a:xfrm>
              <a:off x="386606" y="3517826"/>
              <a:ext cx="8554953" cy="1869213"/>
            </a:xfrm>
            <a:custGeom>
              <a:avLst/>
              <a:pathLst>
                <a:path w="8554953" h="1869213">
                  <a:moveTo>
                    <a:pt x="8554953" y="242828"/>
                  </a:moveTo>
                  <a:lnTo>
                    <a:pt x="8032819" y="242828"/>
                  </a:lnTo>
                  <a:lnTo>
                    <a:pt x="8031550" y="242820"/>
                  </a:lnTo>
                  <a:lnTo>
                    <a:pt x="8023255" y="242767"/>
                  </a:lnTo>
                  <a:lnTo>
                    <a:pt x="8002518" y="242620"/>
                  </a:lnTo>
                  <a:lnTo>
                    <a:pt x="7965884" y="242331"/>
                  </a:lnTo>
                  <a:lnTo>
                    <a:pt x="7912173" y="241858"/>
                  </a:lnTo>
                  <a:lnTo>
                    <a:pt x="7842541" y="241169"/>
                  </a:lnTo>
                  <a:lnTo>
                    <a:pt x="7760080" y="240246"/>
                  </a:lnTo>
                  <a:lnTo>
                    <a:pt x="7669044" y="239084"/>
                  </a:lnTo>
                  <a:lnTo>
                    <a:pt x="7573946" y="237684"/>
                  </a:lnTo>
                  <a:lnTo>
                    <a:pt x="7478808" y="236054"/>
                  </a:lnTo>
                  <a:lnTo>
                    <a:pt x="7386712" y="234195"/>
                  </a:lnTo>
                  <a:lnTo>
                    <a:pt x="7299678" y="232104"/>
                  </a:lnTo>
                  <a:lnTo>
                    <a:pt x="7218749" y="229769"/>
                  </a:lnTo>
                  <a:lnTo>
                    <a:pt x="7144196" y="227166"/>
                  </a:lnTo>
                  <a:lnTo>
                    <a:pt x="7075736" y="224261"/>
                  </a:lnTo>
                  <a:lnTo>
                    <a:pt x="7012735" y="221013"/>
                  </a:lnTo>
                  <a:lnTo>
                    <a:pt x="6954351" y="217372"/>
                  </a:lnTo>
                  <a:lnTo>
                    <a:pt x="6899655" y="213285"/>
                  </a:lnTo>
                  <a:lnTo>
                    <a:pt x="6847712" y="208701"/>
                  </a:lnTo>
                  <a:lnTo>
                    <a:pt x="6797666" y="203588"/>
                  </a:lnTo>
                  <a:lnTo>
                    <a:pt x="6786527" y="202356"/>
                  </a:lnTo>
                  <a:lnTo>
                    <a:pt x="6732614" y="195926"/>
                  </a:lnTo>
                  <a:lnTo>
                    <a:pt x="6679220" y="188819"/>
                  </a:lnTo>
                  <a:lnTo>
                    <a:pt x="6625768" y="181025"/>
                  </a:lnTo>
                  <a:lnTo>
                    <a:pt x="6571870" y="172561"/>
                  </a:lnTo>
                  <a:lnTo>
                    <a:pt x="6517308" y="163471"/>
                  </a:lnTo>
                  <a:lnTo>
                    <a:pt x="6462006" y="153827"/>
                  </a:lnTo>
                  <a:lnTo>
                    <a:pt x="6406017" y="143732"/>
                  </a:lnTo>
                  <a:lnTo>
                    <a:pt x="6349494" y="133314"/>
                  </a:lnTo>
                  <a:lnTo>
                    <a:pt x="6292668" y="122720"/>
                  </a:lnTo>
                  <a:lnTo>
                    <a:pt x="6235808" y="112105"/>
                  </a:lnTo>
                  <a:lnTo>
                    <a:pt x="6179188" y="101629"/>
                  </a:lnTo>
                  <a:lnTo>
                    <a:pt x="6123050" y="91443"/>
                  </a:lnTo>
                  <a:lnTo>
                    <a:pt x="6067570" y="81678"/>
                  </a:lnTo>
                  <a:lnTo>
                    <a:pt x="6012828" y="72443"/>
                  </a:lnTo>
                  <a:lnTo>
                    <a:pt x="5958781" y="63820"/>
                  </a:lnTo>
                  <a:lnTo>
                    <a:pt x="5905249" y="55859"/>
                  </a:lnTo>
                  <a:lnTo>
                    <a:pt x="5851886" y="48583"/>
                  </a:lnTo>
                  <a:lnTo>
                    <a:pt x="5798166" y="41989"/>
                  </a:lnTo>
                  <a:lnTo>
                    <a:pt x="5784835" y="40471"/>
                  </a:lnTo>
                  <a:lnTo>
                    <a:pt x="5735114" y="35236"/>
                  </a:lnTo>
                  <a:lnTo>
                    <a:pt x="5683671" y="30535"/>
                  </a:lnTo>
                  <a:lnTo>
                    <a:pt x="5629678" y="26339"/>
                  </a:lnTo>
                  <a:lnTo>
                    <a:pt x="5572212" y="22602"/>
                  </a:lnTo>
                  <a:lnTo>
                    <a:pt x="5510334" y="19269"/>
                  </a:lnTo>
                  <a:lnTo>
                    <a:pt x="5443175" y="16291"/>
                  </a:lnTo>
                  <a:lnTo>
                    <a:pt x="5370041" y="13623"/>
                  </a:lnTo>
                  <a:lnTo>
                    <a:pt x="5290554" y="11229"/>
                  </a:lnTo>
                  <a:lnTo>
                    <a:pt x="5204842" y="9085"/>
                  </a:lnTo>
                  <a:lnTo>
                    <a:pt x="5113753" y="7174"/>
                  </a:lnTo>
                  <a:lnTo>
                    <a:pt x="5019071" y="5492"/>
                  </a:lnTo>
                  <a:lnTo>
                    <a:pt x="4923641" y="4040"/>
                  </a:lnTo>
                  <a:lnTo>
                    <a:pt x="4831298" y="2823"/>
                  </a:lnTo>
                  <a:lnTo>
                    <a:pt x="4746500" y="1846"/>
                  </a:lnTo>
                  <a:lnTo>
                    <a:pt x="4673638" y="1105"/>
                  </a:lnTo>
                  <a:lnTo>
                    <a:pt x="4616145" y="586"/>
                  </a:lnTo>
                  <a:lnTo>
                    <a:pt x="4575663" y="259"/>
                  </a:lnTo>
                  <a:lnTo>
                    <a:pt x="4551553" y="83"/>
                  </a:lnTo>
                  <a:lnTo>
                    <a:pt x="4540852" y="13"/>
                  </a:lnTo>
                  <a:lnTo>
                    <a:pt x="4538558" y="0"/>
                  </a:lnTo>
                  <a:lnTo>
                    <a:pt x="4538543" y="0"/>
                  </a:lnTo>
                  <a:lnTo>
                    <a:pt x="4016409" y="0"/>
                  </a:lnTo>
                  <a:lnTo>
                    <a:pt x="4015195" y="54"/>
                  </a:lnTo>
                  <a:lnTo>
                    <a:pt x="4007247" y="446"/>
                  </a:lnTo>
                  <a:lnTo>
                    <a:pt x="3987347" y="1528"/>
                  </a:lnTo>
                  <a:lnTo>
                    <a:pt x="3952114" y="3655"/>
                  </a:lnTo>
                  <a:lnTo>
                    <a:pt x="3900304" y="7141"/>
                  </a:lnTo>
                  <a:lnTo>
                    <a:pt x="3832881" y="12226"/>
                  </a:lnTo>
                  <a:lnTo>
                    <a:pt x="3752676" y="19052"/>
                  </a:lnTo>
                  <a:lnTo>
                    <a:pt x="3663695" y="27668"/>
                  </a:lnTo>
                  <a:lnTo>
                    <a:pt x="3570267" y="38058"/>
                  </a:lnTo>
                  <a:lnTo>
                    <a:pt x="3476329" y="50180"/>
                  </a:lnTo>
                  <a:lnTo>
                    <a:pt x="3384970" y="64007"/>
                  </a:lnTo>
                  <a:lnTo>
                    <a:pt x="3298277" y="79557"/>
                  </a:lnTo>
                  <a:lnTo>
                    <a:pt x="3217392" y="96914"/>
                  </a:lnTo>
                  <a:lnTo>
                    <a:pt x="3142695" y="116234"/>
                  </a:lnTo>
                  <a:lnTo>
                    <a:pt x="3074005" y="137746"/>
                  </a:lnTo>
                  <a:lnTo>
                    <a:pt x="3010772" y="161750"/>
                  </a:lnTo>
                  <a:lnTo>
                    <a:pt x="2952226" y="188601"/>
                  </a:lnTo>
                  <a:lnTo>
                    <a:pt x="2897489" y="218686"/>
                  </a:lnTo>
                  <a:lnTo>
                    <a:pt x="2845661" y="252383"/>
                  </a:lnTo>
                  <a:lnTo>
                    <a:pt x="2795896" y="289988"/>
                  </a:lnTo>
                  <a:lnTo>
                    <a:pt x="2770117" y="311535"/>
                  </a:lnTo>
                  <a:lnTo>
                    <a:pt x="2727103" y="350549"/>
                  </a:lnTo>
                  <a:lnTo>
                    <a:pt x="2684505" y="392852"/>
                  </a:lnTo>
                  <a:lnTo>
                    <a:pt x="2641999" y="438508"/>
                  </a:lnTo>
                  <a:lnTo>
                    <a:pt x="2599344" y="487506"/>
                  </a:lnTo>
                  <a:lnTo>
                    <a:pt x="2556369" y="539755"/>
                  </a:lnTo>
                  <a:lnTo>
                    <a:pt x="2512971" y="595073"/>
                  </a:lnTo>
                  <a:lnTo>
                    <a:pt x="2469105" y="653189"/>
                  </a:lnTo>
                  <a:lnTo>
                    <a:pt x="2424777" y="713739"/>
                  </a:lnTo>
                  <a:lnTo>
                    <a:pt x="2380040" y="776276"/>
                  </a:lnTo>
                  <a:lnTo>
                    <a:pt x="2334987" y="840280"/>
                  </a:lnTo>
                  <a:lnTo>
                    <a:pt x="2289734" y="905175"/>
                  </a:lnTo>
                  <a:lnTo>
                    <a:pt x="2244417" y="970350"/>
                  </a:lnTo>
                  <a:lnTo>
                    <a:pt x="2199178" y="1035185"/>
                  </a:lnTo>
                  <a:lnTo>
                    <a:pt x="2154150" y="1099072"/>
                  </a:lnTo>
                  <a:lnTo>
                    <a:pt x="2109450" y="1161438"/>
                  </a:lnTo>
                  <a:lnTo>
                    <a:pt x="2065165" y="1221770"/>
                  </a:lnTo>
                  <a:lnTo>
                    <a:pt x="2021344" y="1279629"/>
                  </a:lnTo>
                  <a:lnTo>
                    <a:pt x="1977990" y="1334660"/>
                  </a:lnTo>
                  <a:lnTo>
                    <a:pt x="1935052" y="1386600"/>
                  </a:lnTo>
                  <a:lnTo>
                    <a:pt x="1892420" y="1435277"/>
                  </a:lnTo>
                  <a:lnTo>
                    <a:pt x="1849917" y="1480607"/>
                  </a:lnTo>
                  <a:lnTo>
                    <a:pt x="1807294" y="1522588"/>
                  </a:lnTo>
                  <a:lnTo>
                    <a:pt x="1768425" y="1557678"/>
                  </a:lnTo>
                  <a:lnTo>
                    <a:pt x="1719450" y="1597409"/>
                  </a:lnTo>
                  <a:lnTo>
                    <a:pt x="1668814" y="1633149"/>
                  </a:lnTo>
                  <a:lnTo>
                    <a:pt x="1615729" y="1665103"/>
                  </a:lnTo>
                  <a:lnTo>
                    <a:pt x="1559313" y="1693618"/>
                  </a:lnTo>
                  <a:lnTo>
                    <a:pt x="1498667" y="1719082"/>
                  </a:lnTo>
                  <a:lnTo>
                    <a:pt x="1432953" y="1741874"/>
                  </a:lnTo>
                  <a:lnTo>
                    <a:pt x="1361489" y="1762322"/>
                  </a:lnTo>
                  <a:lnTo>
                    <a:pt x="1283875" y="1780694"/>
                  </a:lnTo>
                  <a:lnTo>
                    <a:pt x="1200170" y="1797187"/>
                  </a:lnTo>
                  <a:lnTo>
                    <a:pt x="1111085" y="1811921"/>
                  </a:lnTo>
                  <a:lnTo>
                    <a:pt x="1018192" y="1824947"/>
                  </a:lnTo>
                  <a:lnTo>
                    <a:pt x="924051" y="1836259"/>
                  </a:lnTo>
                  <a:lnTo>
                    <a:pt x="832185" y="1845819"/>
                  </a:lnTo>
                  <a:lnTo>
                    <a:pt x="746793" y="1853592"/>
                  </a:lnTo>
                  <a:lnTo>
                    <a:pt x="672152" y="1859588"/>
                  </a:lnTo>
                  <a:lnTo>
                    <a:pt x="611820" y="1863897"/>
                  </a:lnTo>
                  <a:lnTo>
                    <a:pt x="567818" y="1866709"/>
                  </a:lnTo>
                  <a:lnTo>
                    <a:pt x="540087" y="1868302"/>
                  </a:lnTo>
                  <a:lnTo>
                    <a:pt x="526348" y="1869015"/>
                  </a:lnTo>
                  <a:lnTo>
                    <a:pt x="522318" y="1869205"/>
                  </a:lnTo>
                  <a:lnTo>
                    <a:pt x="522133" y="1869213"/>
                  </a:lnTo>
                  <a:lnTo>
                    <a:pt x="0" y="1869213"/>
                  </a:lnTo>
                  <a:lnTo>
                    <a:pt x="0" y="1869213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721" name="pg1721"/>
            <p:cNvSpPr/>
            <p:nvPr/>
          </p:nvSpPr>
          <p:spPr>
            <a:xfrm>
              <a:off x="386606" y="3551709"/>
              <a:ext cx="8554953" cy="1846624"/>
            </a:xfrm>
            <a:custGeom>
              <a:avLst/>
              <a:pathLst>
                <a:path w="8554953" h="1846624">
                  <a:moveTo>
                    <a:pt x="0" y="1846624"/>
                  </a:moveTo>
                  <a:lnTo>
                    <a:pt x="522133" y="1846624"/>
                  </a:lnTo>
                  <a:lnTo>
                    <a:pt x="523349" y="1846570"/>
                  </a:lnTo>
                  <a:lnTo>
                    <a:pt x="531307" y="1846184"/>
                  </a:lnTo>
                  <a:lnTo>
                    <a:pt x="551231" y="1845117"/>
                  </a:lnTo>
                  <a:lnTo>
                    <a:pt x="586505" y="1843019"/>
                  </a:lnTo>
                  <a:lnTo>
                    <a:pt x="638370" y="1839581"/>
                  </a:lnTo>
                  <a:lnTo>
                    <a:pt x="705859" y="1834567"/>
                  </a:lnTo>
                  <a:lnTo>
                    <a:pt x="786129" y="1827836"/>
                  </a:lnTo>
                  <a:lnTo>
                    <a:pt x="875172" y="1819341"/>
                  </a:lnTo>
                  <a:lnTo>
                    <a:pt x="968650" y="1809097"/>
                  </a:lnTo>
                  <a:lnTo>
                    <a:pt x="1062624" y="1797146"/>
                  </a:lnTo>
                  <a:lnTo>
                    <a:pt x="1154005" y="1783514"/>
                  </a:lnTo>
                  <a:lnTo>
                    <a:pt x="1240710" y="1768183"/>
                  </a:lnTo>
                  <a:lnTo>
                    <a:pt x="1321596" y="1751070"/>
                  </a:lnTo>
                  <a:lnTo>
                    <a:pt x="1396289" y="1732022"/>
                  </a:lnTo>
                  <a:lnTo>
                    <a:pt x="1464973" y="1710810"/>
                  </a:lnTo>
                  <a:lnTo>
                    <a:pt x="1528199" y="1687140"/>
                  </a:lnTo>
                  <a:lnTo>
                    <a:pt x="1586740" y="1660662"/>
                  </a:lnTo>
                  <a:lnTo>
                    <a:pt x="1641475" y="1630993"/>
                  </a:lnTo>
                  <a:lnTo>
                    <a:pt x="1693305" y="1597759"/>
                  </a:lnTo>
                  <a:lnTo>
                    <a:pt x="1743078" y="1560672"/>
                  </a:lnTo>
                  <a:lnTo>
                    <a:pt x="1768425" y="1539795"/>
                  </a:lnTo>
                  <a:lnTo>
                    <a:pt x="1811636" y="1501186"/>
                  </a:lnTo>
                  <a:lnTo>
                    <a:pt x="1854429" y="1459307"/>
                  </a:lnTo>
                  <a:lnTo>
                    <a:pt x="1897131" y="1414095"/>
                  </a:lnTo>
                  <a:lnTo>
                    <a:pt x="1939987" y="1365562"/>
                  </a:lnTo>
                  <a:lnTo>
                    <a:pt x="1983167" y="1313801"/>
                  </a:lnTo>
                  <a:lnTo>
                    <a:pt x="2026777" y="1258994"/>
                  </a:lnTo>
                  <a:lnTo>
                    <a:pt x="2070860" y="1201414"/>
                  </a:lnTo>
                  <a:lnTo>
                    <a:pt x="2115407" y="1141429"/>
                  </a:lnTo>
                  <a:lnTo>
                    <a:pt x="2160364" y="1079486"/>
                  </a:lnTo>
                  <a:lnTo>
                    <a:pt x="2205637" y="1016108"/>
                  </a:lnTo>
                  <a:lnTo>
                    <a:pt x="2251104" y="951872"/>
                  </a:lnTo>
                  <a:lnTo>
                    <a:pt x="2296629" y="887388"/>
                  </a:lnTo>
                  <a:lnTo>
                    <a:pt x="2342068" y="823276"/>
                  </a:lnTo>
                  <a:lnTo>
                    <a:pt x="2387286" y="760143"/>
                  </a:lnTo>
                  <a:lnTo>
                    <a:pt x="2432166" y="698556"/>
                  </a:lnTo>
                  <a:lnTo>
                    <a:pt x="2476623" y="639022"/>
                  </a:lnTo>
                  <a:lnTo>
                    <a:pt x="2520609" y="581976"/>
                  </a:lnTo>
                  <a:lnTo>
                    <a:pt x="2564127" y="527765"/>
                  </a:lnTo>
                  <a:lnTo>
                    <a:pt x="2607231" y="476644"/>
                  </a:lnTo>
                  <a:lnTo>
                    <a:pt x="2650040" y="428777"/>
                  </a:lnTo>
                  <a:lnTo>
                    <a:pt x="2692738" y="384240"/>
                  </a:lnTo>
                  <a:lnTo>
                    <a:pt x="2735586" y="343028"/>
                  </a:lnTo>
                  <a:lnTo>
                    <a:pt x="2770117" y="312476"/>
                  </a:lnTo>
                  <a:lnTo>
                    <a:pt x="2819114" y="273329"/>
                  </a:lnTo>
                  <a:lnTo>
                    <a:pt x="2869774" y="238116"/>
                  </a:lnTo>
                  <a:lnTo>
                    <a:pt x="2922886" y="206634"/>
                  </a:lnTo>
                  <a:lnTo>
                    <a:pt x="2979332" y="178543"/>
                  </a:lnTo>
                  <a:lnTo>
                    <a:pt x="3040014" y="153457"/>
                  </a:lnTo>
                  <a:lnTo>
                    <a:pt x="3105770" y="131006"/>
                  </a:lnTo>
                  <a:lnTo>
                    <a:pt x="3177284" y="110865"/>
                  </a:lnTo>
                  <a:lnTo>
                    <a:pt x="3254952" y="92768"/>
                  </a:lnTo>
                  <a:lnTo>
                    <a:pt x="3338716" y="76524"/>
                  </a:lnTo>
                  <a:lnTo>
                    <a:pt x="3427860" y="62013"/>
                  </a:lnTo>
                  <a:lnTo>
                    <a:pt x="3520807" y="49186"/>
                  </a:lnTo>
                  <a:lnTo>
                    <a:pt x="3614987" y="38049"/>
                  </a:lnTo>
                  <a:lnTo>
                    <a:pt x="3706869" y="28638"/>
                  </a:lnTo>
                  <a:lnTo>
                    <a:pt x="3792248" y="20990"/>
                  </a:lnTo>
                  <a:lnTo>
                    <a:pt x="3866840" y="15093"/>
                  </a:lnTo>
                  <a:lnTo>
                    <a:pt x="3927092" y="10858"/>
                  </a:lnTo>
                  <a:lnTo>
                    <a:pt x="3970992" y="8097"/>
                  </a:lnTo>
                  <a:lnTo>
                    <a:pt x="3998615" y="6535"/>
                  </a:lnTo>
                  <a:lnTo>
                    <a:pt x="4012261" y="5839"/>
                  </a:lnTo>
                  <a:lnTo>
                    <a:pt x="4016233" y="5654"/>
                  </a:lnTo>
                  <a:lnTo>
                    <a:pt x="4016409" y="5647"/>
                  </a:lnTo>
                  <a:lnTo>
                    <a:pt x="4538543" y="5647"/>
                  </a:lnTo>
                  <a:lnTo>
                    <a:pt x="4539801" y="5673"/>
                  </a:lnTo>
                  <a:lnTo>
                    <a:pt x="4548024" y="5859"/>
                  </a:lnTo>
                  <a:lnTo>
                    <a:pt x="4568589" y="6375"/>
                  </a:lnTo>
                  <a:lnTo>
                    <a:pt x="4604937" y="7387"/>
                  </a:lnTo>
                  <a:lnTo>
                    <a:pt x="4658258" y="9044"/>
                  </a:lnTo>
                  <a:lnTo>
                    <a:pt x="4727440" y="11459"/>
                  </a:lnTo>
                  <a:lnTo>
                    <a:pt x="4809443" y="14695"/>
                  </a:lnTo>
                  <a:lnTo>
                    <a:pt x="4900064" y="18774"/>
                  </a:lnTo>
                  <a:lnTo>
                    <a:pt x="4994827" y="23685"/>
                  </a:lnTo>
                  <a:lnTo>
                    <a:pt x="5089727" y="29408"/>
                  </a:lnTo>
                  <a:lnTo>
                    <a:pt x="5181678" y="35933"/>
                  </a:lnTo>
                  <a:lnTo>
                    <a:pt x="5268648" y="43272"/>
                  </a:lnTo>
                  <a:lnTo>
                    <a:pt x="5349572" y="51468"/>
                  </a:lnTo>
                  <a:lnTo>
                    <a:pt x="5424157" y="60603"/>
                  </a:lnTo>
                  <a:lnTo>
                    <a:pt x="5492663" y="70790"/>
                  </a:lnTo>
                  <a:lnTo>
                    <a:pt x="5555711" y="82176"/>
                  </a:lnTo>
                  <a:lnTo>
                    <a:pt x="5614126" y="94936"/>
                  </a:lnTo>
                  <a:lnTo>
                    <a:pt x="5668828" y="109254"/>
                  </a:lnTo>
                  <a:lnTo>
                    <a:pt x="5720743" y="125305"/>
                  </a:lnTo>
                  <a:lnTo>
                    <a:pt x="5770728" y="143214"/>
                  </a:lnTo>
                  <a:lnTo>
                    <a:pt x="5784835" y="148708"/>
                  </a:lnTo>
                  <a:lnTo>
                    <a:pt x="5835420" y="169956"/>
                  </a:lnTo>
                  <a:lnTo>
                    <a:pt x="5885512" y="193306"/>
                  </a:lnTo>
                  <a:lnTo>
                    <a:pt x="5935604" y="218792"/>
                  </a:lnTo>
                  <a:lnTo>
                    <a:pt x="5986037" y="246378"/>
                  </a:lnTo>
                  <a:lnTo>
                    <a:pt x="6037021" y="275956"/>
                  </a:lnTo>
                  <a:lnTo>
                    <a:pt x="6088649" y="307335"/>
                  </a:lnTo>
                  <a:lnTo>
                    <a:pt x="6140911" y="340245"/>
                  </a:lnTo>
                  <a:lnTo>
                    <a:pt x="6193712" y="374342"/>
                  </a:lnTo>
                  <a:lnTo>
                    <a:pt x="6246887" y="409223"/>
                  </a:lnTo>
                  <a:lnTo>
                    <a:pt x="6300227" y="444440"/>
                  </a:lnTo>
                  <a:lnTo>
                    <a:pt x="6353505" y="479531"/>
                  </a:lnTo>
                  <a:lnTo>
                    <a:pt x="6406499" y="514037"/>
                  </a:lnTo>
                  <a:lnTo>
                    <a:pt x="6459023" y="547534"/>
                  </a:lnTo>
                  <a:lnTo>
                    <a:pt x="6510946" y="579647"/>
                  </a:lnTo>
                  <a:lnTo>
                    <a:pt x="6562218" y="610073"/>
                  </a:lnTo>
                  <a:lnTo>
                    <a:pt x="6612883" y="638583"/>
                  </a:lnTo>
                  <a:lnTo>
                    <a:pt x="6663096" y="665033"/>
                  </a:lnTo>
                  <a:lnTo>
                    <a:pt x="6713136" y="689354"/>
                  </a:lnTo>
                  <a:lnTo>
                    <a:pt x="6763425" y="711549"/>
                  </a:lnTo>
                  <a:lnTo>
                    <a:pt x="6786527" y="720955"/>
                  </a:lnTo>
                  <a:lnTo>
                    <a:pt x="6836096" y="739407"/>
                  </a:lnTo>
                  <a:lnTo>
                    <a:pt x="6887375" y="755983"/>
                  </a:lnTo>
                  <a:lnTo>
                    <a:pt x="6941183" y="770782"/>
                  </a:lnTo>
                  <a:lnTo>
                    <a:pt x="6998435" y="783970"/>
                  </a:lnTo>
                  <a:lnTo>
                    <a:pt x="7060061" y="795733"/>
                  </a:lnTo>
                  <a:lnTo>
                    <a:pt x="7126925" y="806248"/>
                  </a:lnTo>
                  <a:lnTo>
                    <a:pt x="7199718" y="815671"/>
                  </a:lnTo>
                  <a:lnTo>
                    <a:pt x="7278822" y="824128"/>
                  </a:lnTo>
                  <a:lnTo>
                    <a:pt x="7364126" y="831707"/>
                  </a:lnTo>
                  <a:lnTo>
                    <a:pt x="7454809" y="838463"/>
                  </a:lnTo>
                  <a:lnTo>
                    <a:pt x="7549131" y="844417"/>
                  </a:lnTo>
                  <a:lnTo>
                    <a:pt x="7644309" y="849563"/>
                  </a:lnTo>
                  <a:lnTo>
                    <a:pt x="7736569" y="853883"/>
                  </a:lnTo>
                  <a:lnTo>
                    <a:pt x="7821507" y="857360"/>
                  </a:lnTo>
                  <a:lnTo>
                    <a:pt x="7894750" y="860007"/>
                  </a:lnTo>
                  <a:lnTo>
                    <a:pt x="7952838" y="861872"/>
                  </a:lnTo>
                  <a:lnTo>
                    <a:pt x="7994043" y="863056"/>
                  </a:lnTo>
                  <a:lnTo>
                    <a:pt x="8018884" y="863697"/>
                  </a:lnTo>
                  <a:lnTo>
                    <a:pt x="8030181" y="863961"/>
                  </a:lnTo>
                  <a:lnTo>
                    <a:pt x="8032819" y="864017"/>
                  </a:lnTo>
                  <a:lnTo>
                    <a:pt x="8554953" y="864017"/>
                  </a:lnTo>
                  <a:lnTo>
                    <a:pt x="8554953" y="858370"/>
                  </a:lnTo>
                  <a:lnTo>
                    <a:pt x="8032819" y="858370"/>
                  </a:lnTo>
                  <a:lnTo>
                    <a:pt x="8031561" y="858343"/>
                  </a:lnTo>
                  <a:lnTo>
                    <a:pt x="8023338" y="858157"/>
                  </a:lnTo>
                  <a:lnTo>
                    <a:pt x="8002773" y="857642"/>
                  </a:lnTo>
                  <a:lnTo>
                    <a:pt x="7966425" y="856629"/>
                  </a:lnTo>
                  <a:lnTo>
                    <a:pt x="7913104" y="854972"/>
                  </a:lnTo>
                  <a:lnTo>
                    <a:pt x="7843922" y="852557"/>
                  </a:lnTo>
                  <a:lnTo>
                    <a:pt x="7761919" y="849321"/>
                  </a:lnTo>
                  <a:lnTo>
                    <a:pt x="7671298" y="845242"/>
                  </a:lnTo>
                  <a:lnTo>
                    <a:pt x="7576535" y="840332"/>
                  </a:lnTo>
                  <a:lnTo>
                    <a:pt x="7481635" y="834608"/>
                  </a:lnTo>
                  <a:lnTo>
                    <a:pt x="7389684" y="828083"/>
                  </a:lnTo>
                  <a:lnTo>
                    <a:pt x="7302714" y="820745"/>
                  </a:lnTo>
                  <a:lnTo>
                    <a:pt x="7221790" y="812548"/>
                  </a:lnTo>
                  <a:lnTo>
                    <a:pt x="7147205" y="803414"/>
                  </a:lnTo>
                  <a:lnTo>
                    <a:pt x="7078699" y="793227"/>
                  </a:lnTo>
                  <a:lnTo>
                    <a:pt x="7015651" y="781840"/>
                  </a:lnTo>
                  <a:lnTo>
                    <a:pt x="6957236" y="769080"/>
                  </a:lnTo>
                  <a:lnTo>
                    <a:pt x="6902534" y="754763"/>
                  </a:lnTo>
                  <a:lnTo>
                    <a:pt x="6850619" y="738711"/>
                  </a:lnTo>
                  <a:lnTo>
                    <a:pt x="6800634" y="720802"/>
                  </a:lnTo>
                  <a:lnTo>
                    <a:pt x="6786527" y="715308"/>
                  </a:lnTo>
                  <a:lnTo>
                    <a:pt x="6735942" y="694060"/>
                  </a:lnTo>
                  <a:lnTo>
                    <a:pt x="6685850" y="670710"/>
                  </a:lnTo>
                  <a:lnTo>
                    <a:pt x="6635758" y="645225"/>
                  </a:lnTo>
                  <a:lnTo>
                    <a:pt x="6585325" y="617638"/>
                  </a:lnTo>
                  <a:lnTo>
                    <a:pt x="6534341" y="588060"/>
                  </a:lnTo>
                  <a:lnTo>
                    <a:pt x="6482713" y="556681"/>
                  </a:lnTo>
                  <a:lnTo>
                    <a:pt x="6430451" y="523771"/>
                  </a:lnTo>
                  <a:lnTo>
                    <a:pt x="6377650" y="489674"/>
                  </a:lnTo>
                  <a:lnTo>
                    <a:pt x="6324475" y="454793"/>
                  </a:lnTo>
                  <a:lnTo>
                    <a:pt x="6271135" y="419576"/>
                  </a:lnTo>
                  <a:lnTo>
                    <a:pt x="6217857" y="384485"/>
                  </a:lnTo>
                  <a:lnTo>
                    <a:pt x="6164863" y="349979"/>
                  </a:lnTo>
                  <a:lnTo>
                    <a:pt x="6112339" y="316482"/>
                  </a:lnTo>
                  <a:lnTo>
                    <a:pt x="6060416" y="284369"/>
                  </a:lnTo>
                  <a:lnTo>
                    <a:pt x="6009144" y="253944"/>
                  </a:lnTo>
                  <a:lnTo>
                    <a:pt x="5958479" y="225433"/>
                  </a:lnTo>
                  <a:lnTo>
                    <a:pt x="5908266" y="198983"/>
                  </a:lnTo>
                  <a:lnTo>
                    <a:pt x="5858226" y="174663"/>
                  </a:lnTo>
                  <a:lnTo>
                    <a:pt x="5807937" y="152467"/>
                  </a:lnTo>
                  <a:lnTo>
                    <a:pt x="5784835" y="143061"/>
                  </a:lnTo>
                  <a:lnTo>
                    <a:pt x="5735266" y="124609"/>
                  </a:lnTo>
                  <a:lnTo>
                    <a:pt x="5683987" y="108033"/>
                  </a:lnTo>
                  <a:lnTo>
                    <a:pt x="5630179" y="93234"/>
                  </a:lnTo>
                  <a:lnTo>
                    <a:pt x="5572927" y="80046"/>
                  </a:lnTo>
                  <a:lnTo>
                    <a:pt x="5511301" y="68283"/>
                  </a:lnTo>
                  <a:lnTo>
                    <a:pt x="5444437" y="57768"/>
                  </a:lnTo>
                  <a:lnTo>
                    <a:pt x="5371644" y="48345"/>
                  </a:lnTo>
                  <a:lnTo>
                    <a:pt x="5292540" y="39888"/>
                  </a:lnTo>
                  <a:lnTo>
                    <a:pt x="5207236" y="32309"/>
                  </a:lnTo>
                  <a:lnTo>
                    <a:pt x="5116553" y="25553"/>
                  </a:lnTo>
                  <a:lnTo>
                    <a:pt x="5022231" y="19599"/>
                  </a:lnTo>
                  <a:lnTo>
                    <a:pt x="4927053" y="14453"/>
                  </a:lnTo>
                  <a:lnTo>
                    <a:pt x="4834793" y="10134"/>
                  </a:lnTo>
                  <a:lnTo>
                    <a:pt x="4749855" y="6656"/>
                  </a:lnTo>
                  <a:lnTo>
                    <a:pt x="4676611" y="4010"/>
                  </a:lnTo>
                  <a:lnTo>
                    <a:pt x="4618524" y="2144"/>
                  </a:lnTo>
                  <a:lnTo>
                    <a:pt x="4577319" y="960"/>
                  </a:lnTo>
                  <a:lnTo>
                    <a:pt x="4552478" y="319"/>
                  </a:lnTo>
                  <a:lnTo>
                    <a:pt x="4541181" y="55"/>
                  </a:lnTo>
                  <a:lnTo>
                    <a:pt x="4538543" y="0"/>
                  </a:lnTo>
                  <a:lnTo>
                    <a:pt x="4016409" y="0"/>
                  </a:lnTo>
                  <a:lnTo>
                    <a:pt x="4015193" y="54"/>
                  </a:lnTo>
                  <a:lnTo>
                    <a:pt x="4007235" y="440"/>
                  </a:lnTo>
                  <a:lnTo>
                    <a:pt x="3987311" y="1507"/>
                  </a:lnTo>
                  <a:lnTo>
                    <a:pt x="3952037" y="3605"/>
                  </a:lnTo>
                  <a:lnTo>
                    <a:pt x="3900172" y="7043"/>
                  </a:lnTo>
                  <a:lnTo>
                    <a:pt x="3832684" y="12057"/>
                  </a:lnTo>
                  <a:lnTo>
                    <a:pt x="3752413" y="18788"/>
                  </a:lnTo>
                  <a:lnTo>
                    <a:pt x="3663370" y="27283"/>
                  </a:lnTo>
                  <a:lnTo>
                    <a:pt x="3569893" y="37527"/>
                  </a:lnTo>
                  <a:lnTo>
                    <a:pt x="3475918" y="49478"/>
                  </a:lnTo>
                  <a:lnTo>
                    <a:pt x="3384537" y="63110"/>
                  </a:lnTo>
                  <a:lnTo>
                    <a:pt x="3297832" y="78441"/>
                  </a:lnTo>
                  <a:lnTo>
                    <a:pt x="3216946" y="95554"/>
                  </a:lnTo>
                  <a:lnTo>
                    <a:pt x="3142253" y="114602"/>
                  </a:lnTo>
                  <a:lnTo>
                    <a:pt x="3073570" y="135814"/>
                  </a:lnTo>
                  <a:lnTo>
                    <a:pt x="3010343" y="159484"/>
                  </a:lnTo>
                  <a:lnTo>
                    <a:pt x="2951802" y="185962"/>
                  </a:lnTo>
                  <a:lnTo>
                    <a:pt x="2897067" y="215631"/>
                  </a:lnTo>
                  <a:lnTo>
                    <a:pt x="2845237" y="248865"/>
                  </a:lnTo>
                  <a:lnTo>
                    <a:pt x="2795464" y="285952"/>
                  </a:lnTo>
                  <a:lnTo>
                    <a:pt x="2770117" y="306829"/>
                  </a:lnTo>
                  <a:lnTo>
                    <a:pt x="2726906" y="345438"/>
                  </a:lnTo>
                  <a:lnTo>
                    <a:pt x="2684113" y="387317"/>
                  </a:lnTo>
                  <a:lnTo>
                    <a:pt x="2641411" y="432529"/>
                  </a:lnTo>
                  <a:lnTo>
                    <a:pt x="2598555" y="481062"/>
                  </a:lnTo>
                  <a:lnTo>
                    <a:pt x="2555375" y="532823"/>
                  </a:lnTo>
                  <a:lnTo>
                    <a:pt x="2511765" y="587630"/>
                  </a:lnTo>
                  <a:lnTo>
                    <a:pt x="2467682" y="645209"/>
                  </a:lnTo>
                  <a:lnTo>
                    <a:pt x="2423135" y="705195"/>
                  </a:lnTo>
                  <a:lnTo>
                    <a:pt x="2378178" y="767138"/>
                  </a:lnTo>
                  <a:lnTo>
                    <a:pt x="2332906" y="830516"/>
                  </a:lnTo>
                  <a:lnTo>
                    <a:pt x="2287438" y="894752"/>
                  </a:lnTo>
                  <a:lnTo>
                    <a:pt x="2241913" y="959236"/>
                  </a:lnTo>
                  <a:lnTo>
                    <a:pt x="2196474" y="1023348"/>
                  </a:lnTo>
                  <a:lnTo>
                    <a:pt x="2151256" y="1086481"/>
                  </a:lnTo>
                  <a:lnTo>
                    <a:pt x="2106376" y="1148068"/>
                  </a:lnTo>
                  <a:lnTo>
                    <a:pt x="2061919" y="1207602"/>
                  </a:lnTo>
                  <a:lnTo>
                    <a:pt x="2017933" y="1264648"/>
                  </a:lnTo>
                  <a:lnTo>
                    <a:pt x="1974415" y="1318859"/>
                  </a:lnTo>
                  <a:lnTo>
                    <a:pt x="1931311" y="1369980"/>
                  </a:lnTo>
                  <a:lnTo>
                    <a:pt x="1888502" y="1417847"/>
                  </a:lnTo>
                  <a:lnTo>
                    <a:pt x="1845804" y="1462384"/>
                  </a:lnTo>
                  <a:lnTo>
                    <a:pt x="1802956" y="1503596"/>
                  </a:lnTo>
                  <a:lnTo>
                    <a:pt x="1768425" y="1534148"/>
                  </a:lnTo>
                  <a:lnTo>
                    <a:pt x="1719428" y="1573295"/>
                  </a:lnTo>
                  <a:lnTo>
                    <a:pt x="1668768" y="1608508"/>
                  </a:lnTo>
                  <a:lnTo>
                    <a:pt x="1615657" y="1639990"/>
                  </a:lnTo>
                  <a:lnTo>
                    <a:pt x="1559210" y="1668081"/>
                  </a:lnTo>
                  <a:lnTo>
                    <a:pt x="1498528" y="1693167"/>
                  </a:lnTo>
                  <a:lnTo>
                    <a:pt x="1432772" y="1715617"/>
                  </a:lnTo>
                  <a:lnTo>
                    <a:pt x="1361258" y="1735759"/>
                  </a:lnTo>
                  <a:lnTo>
                    <a:pt x="1283590" y="1753856"/>
                  </a:lnTo>
                  <a:lnTo>
                    <a:pt x="1199826" y="1770100"/>
                  </a:lnTo>
                  <a:lnTo>
                    <a:pt x="1110682" y="1784611"/>
                  </a:lnTo>
                  <a:lnTo>
                    <a:pt x="1017736" y="1797438"/>
                  </a:lnTo>
                  <a:lnTo>
                    <a:pt x="923555" y="1808575"/>
                  </a:lnTo>
                  <a:lnTo>
                    <a:pt x="831673" y="1817986"/>
                  </a:lnTo>
                  <a:lnTo>
                    <a:pt x="746294" y="1825634"/>
                  </a:lnTo>
                  <a:lnTo>
                    <a:pt x="671703" y="1831531"/>
                  </a:lnTo>
                  <a:lnTo>
                    <a:pt x="611450" y="1835766"/>
                  </a:lnTo>
                  <a:lnTo>
                    <a:pt x="567550" y="1838527"/>
                  </a:lnTo>
                  <a:lnTo>
                    <a:pt x="539927" y="1840089"/>
                  </a:lnTo>
                  <a:lnTo>
                    <a:pt x="526281" y="1840785"/>
                  </a:lnTo>
                  <a:lnTo>
                    <a:pt x="522309" y="1840970"/>
                  </a:lnTo>
                  <a:lnTo>
                    <a:pt x="522133" y="1840977"/>
                  </a:lnTo>
                  <a:lnTo>
                    <a:pt x="0" y="1840977"/>
                  </a:lnTo>
                  <a:close/>
                </a:path>
              </a:pathLst>
            </a:custGeom>
            <a:solidFill>
              <a:srgbClr val="9E9E9E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1722" name="pl1722"/>
            <p:cNvSpPr/>
            <p:nvPr/>
          </p:nvSpPr>
          <p:spPr>
            <a:xfrm>
              <a:off x="386606" y="3557357"/>
              <a:ext cx="8554953" cy="1840977"/>
            </a:xfrm>
            <a:custGeom>
              <a:avLst/>
              <a:pathLst>
                <a:path w="8554953" h="1840977">
                  <a:moveTo>
                    <a:pt x="0" y="1840977"/>
                  </a:moveTo>
                  <a:lnTo>
                    <a:pt x="522133" y="1840977"/>
                  </a:lnTo>
                  <a:lnTo>
                    <a:pt x="523349" y="1840923"/>
                  </a:lnTo>
                  <a:lnTo>
                    <a:pt x="531307" y="1840537"/>
                  </a:lnTo>
                  <a:lnTo>
                    <a:pt x="551231" y="1839469"/>
                  </a:lnTo>
                  <a:lnTo>
                    <a:pt x="586505" y="1837372"/>
                  </a:lnTo>
                  <a:lnTo>
                    <a:pt x="638370" y="1833934"/>
                  </a:lnTo>
                  <a:lnTo>
                    <a:pt x="705859" y="1828920"/>
                  </a:lnTo>
                  <a:lnTo>
                    <a:pt x="786129" y="1822189"/>
                  </a:lnTo>
                  <a:lnTo>
                    <a:pt x="875172" y="1813693"/>
                  </a:lnTo>
                  <a:lnTo>
                    <a:pt x="968650" y="1803450"/>
                  </a:lnTo>
                  <a:lnTo>
                    <a:pt x="1062624" y="1791499"/>
                  </a:lnTo>
                  <a:lnTo>
                    <a:pt x="1154005" y="1777867"/>
                  </a:lnTo>
                  <a:lnTo>
                    <a:pt x="1240710" y="1762536"/>
                  </a:lnTo>
                  <a:lnTo>
                    <a:pt x="1321596" y="1745423"/>
                  </a:lnTo>
                  <a:lnTo>
                    <a:pt x="1396289" y="1726375"/>
                  </a:lnTo>
                  <a:lnTo>
                    <a:pt x="1464973" y="1705163"/>
                  </a:lnTo>
                  <a:lnTo>
                    <a:pt x="1528199" y="1681493"/>
                  </a:lnTo>
                  <a:lnTo>
                    <a:pt x="1586740" y="1655015"/>
                  </a:lnTo>
                  <a:lnTo>
                    <a:pt x="1641475" y="1625345"/>
                  </a:lnTo>
                  <a:lnTo>
                    <a:pt x="1693305" y="1592112"/>
                  </a:lnTo>
                  <a:lnTo>
                    <a:pt x="1743078" y="1555025"/>
                  </a:lnTo>
                  <a:lnTo>
                    <a:pt x="1768425" y="1534148"/>
                  </a:lnTo>
                  <a:lnTo>
                    <a:pt x="1811636" y="1495539"/>
                  </a:lnTo>
                  <a:lnTo>
                    <a:pt x="1854429" y="1453660"/>
                  </a:lnTo>
                  <a:lnTo>
                    <a:pt x="1897131" y="1408448"/>
                  </a:lnTo>
                  <a:lnTo>
                    <a:pt x="1939987" y="1359915"/>
                  </a:lnTo>
                  <a:lnTo>
                    <a:pt x="1983167" y="1308154"/>
                  </a:lnTo>
                  <a:lnTo>
                    <a:pt x="2026777" y="1253346"/>
                  </a:lnTo>
                  <a:lnTo>
                    <a:pt x="2070860" y="1195767"/>
                  </a:lnTo>
                  <a:lnTo>
                    <a:pt x="2115407" y="1135782"/>
                  </a:lnTo>
                  <a:lnTo>
                    <a:pt x="2160364" y="1073839"/>
                  </a:lnTo>
                  <a:lnTo>
                    <a:pt x="2205637" y="1010461"/>
                  </a:lnTo>
                  <a:lnTo>
                    <a:pt x="2251104" y="946225"/>
                  </a:lnTo>
                  <a:lnTo>
                    <a:pt x="2296629" y="881740"/>
                  </a:lnTo>
                  <a:lnTo>
                    <a:pt x="2342068" y="817629"/>
                  </a:lnTo>
                  <a:lnTo>
                    <a:pt x="2387286" y="754496"/>
                  </a:lnTo>
                  <a:lnTo>
                    <a:pt x="2432166" y="692908"/>
                  </a:lnTo>
                  <a:lnTo>
                    <a:pt x="2476623" y="633375"/>
                  </a:lnTo>
                  <a:lnTo>
                    <a:pt x="2520609" y="576329"/>
                  </a:lnTo>
                  <a:lnTo>
                    <a:pt x="2564127" y="522118"/>
                  </a:lnTo>
                  <a:lnTo>
                    <a:pt x="2607231" y="470997"/>
                  </a:lnTo>
                  <a:lnTo>
                    <a:pt x="2650040" y="423129"/>
                  </a:lnTo>
                  <a:lnTo>
                    <a:pt x="2692738" y="378593"/>
                  </a:lnTo>
                  <a:lnTo>
                    <a:pt x="2735586" y="337381"/>
                  </a:lnTo>
                  <a:lnTo>
                    <a:pt x="2770117" y="306829"/>
                  </a:lnTo>
                  <a:lnTo>
                    <a:pt x="2819114" y="267682"/>
                  </a:lnTo>
                  <a:lnTo>
                    <a:pt x="2869774" y="232469"/>
                  </a:lnTo>
                  <a:lnTo>
                    <a:pt x="2922886" y="200987"/>
                  </a:lnTo>
                  <a:lnTo>
                    <a:pt x="2979332" y="172896"/>
                  </a:lnTo>
                  <a:lnTo>
                    <a:pt x="3040014" y="147810"/>
                  </a:lnTo>
                  <a:lnTo>
                    <a:pt x="3105770" y="125359"/>
                  </a:lnTo>
                  <a:lnTo>
                    <a:pt x="3177284" y="105217"/>
                  </a:lnTo>
                  <a:lnTo>
                    <a:pt x="3254952" y="87121"/>
                  </a:lnTo>
                  <a:lnTo>
                    <a:pt x="3338716" y="70877"/>
                  </a:lnTo>
                  <a:lnTo>
                    <a:pt x="3427860" y="56366"/>
                  </a:lnTo>
                  <a:lnTo>
                    <a:pt x="3520807" y="43539"/>
                  </a:lnTo>
                  <a:lnTo>
                    <a:pt x="3614987" y="32401"/>
                  </a:lnTo>
                  <a:lnTo>
                    <a:pt x="3706869" y="22991"/>
                  </a:lnTo>
                  <a:lnTo>
                    <a:pt x="3792248" y="15342"/>
                  </a:lnTo>
                  <a:lnTo>
                    <a:pt x="3866840" y="9446"/>
                  </a:lnTo>
                  <a:lnTo>
                    <a:pt x="3927092" y="5210"/>
                  </a:lnTo>
                  <a:lnTo>
                    <a:pt x="3970992" y="2450"/>
                  </a:lnTo>
                  <a:lnTo>
                    <a:pt x="3998615" y="888"/>
                  </a:lnTo>
                  <a:lnTo>
                    <a:pt x="4012261" y="191"/>
                  </a:lnTo>
                  <a:lnTo>
                    <a:pt x="4016233" y="7"/>
                  </a:lnTo>
                  <a:lnTo>
                    <a:pt x="4016409" y="0"/>
                  </a:lnTo>
                  <a:lnTo>
                    <a:pt x="4538543" y="0"/>
                  </a:lnTo>
                  <a:lnTo>
                    <a:pt x="4539801" y="26"/>
                  </a:lnTo>
                  <a:lnTo>
                    <a:pt x="4548024" y="212"/>
                  </a:lnTo>
                  <a:lnTo>
                    <a:pt x="4568589" y="727"/>
                  </a:lnTo>
                  <a:lnTo>
                    <a:pt x="4604937" y="1740"/>
                  </a:lnTo>
                  <a:lnTo>
                    <a:pt x="4658258" y="3397"/>
                  </a:lnTo>
                  <a:lnTo>
                    <a:pt x="4727440" y="5812"/>
                  </a:lnTo>
                  <a:lnTo>
                    <a:pt x="4809443" y="9048"/>
                  </a:lnTo>
                  <a:lnTo>
                    <a:pt x="4900064" y="13127"/>
                  </a:lnTo>
                  <a:lnTo>
                    <a:pt x="4994827" y="18037"/>
                  </a:lnTo>
                  <a:lnTo>
                    <a:pt x="5089727" y="23761"/>
                  </a:lnTo>
                  <a:lnTo>
                    <a:pt x="5181678" y="30286"/>
                  </a:lnTo>
                  <a:lnTo>
                    <a:pt x="5268648" y="37624"/>
                  </a:lnTo>
                  <a:lnTo>
                    <a:pt x="5349572" y="45821"/>
                  </a:lnTo>
                  <a:lnTo>
                    <a:pt x="5424157" y="54955"/>
                  </a:lnTo>
                  <a:lnTo>
                    <a:pt x="5492663" y="65142"/>
                  </a:lnTo>
                  <a:lnTo>
                    <a:pt x="5555711" y="76529"/>
                  </a:lnTo>
                  <a:lnTo>
                    <a:pt x="5614126" y="89289"/>
                  </a:lnTo>
                  <a:lnTo>
                    <a:pt x="5668828" y="103606"/>
                  </a:lnTo>
                  <a:lnTo>
                    <a:pt x="5720743" y="119658"/>
                  </a:lnTo>
                  <a:lnTo>
                    <a:pt x="5770728" y="137567"/>
                  </a:lnTo>
                  <a:lnTo>
                    <a:pt x="5784835" y="143061"/>
                  </a:lnTo>
                  <a:lnTo>
                    <a:pt x="5835420" y="164309"/>
                  </a:lnTo>
                  <a:lnTo>
                    <a:pt x="5885512" y="187659"/>
                  </a:lnTo>
                  <a:lnTo>
                    <a:pt x="5935604" y="213144"/>
                  </a:lnTo>
                  <a:lnTo>
                    <a:pt x="5986037" y="240731"/>
                  </a:lnTo>
                  <a:lnTo>
                    <a:pt x="6037021" y="270309"/>
                  </a:lnTo>
                  <a:lnTo>
                    <a:pt x="6088649" y="301688"/>
                  </a:lnTo>
                  <a:lnTo>
                    <a:pt x="6140911" y="334598"/>
                  </a:lnTo>
                  <a:lnTo>
                    <a:pt x="6193712" y="368695"/>
                  </a:lnTo>
                  <a:lnTo>
                    <a:pt x="6246887" y="403576"/>
                  </a:lnTo>
                  <a:lnTo>
                    <a:pt x="6300227" y="438793"/>
                  </a:lnTo>
                  <a:lnTo>
                    <a:pt x="6353505" y="473884"/>
                  </a:lnTo>
                  <a:lnTo>
                    <a:pt x="6406499" y="508390"/>
                  </a:lnTo>
                  <a:lnTo>
                    <a:pt x="6459023" y="541887"/>
                  </a:lnTo>
                  <a:lnTo>
                    <a:pt x="6510946" y="574000"/>
                  </a:lnTo>
                  <a:lnTo>
                    <a:pt x="6562218" y="604425"/>
                  </a:lnTo>
                  <a:lnTo>
                    <a:pt x="6612883" y="632936"/>
                  </a:lnTo>
                  <a:lnTo>
                    <a:pt x="6663096" y="659386"/>
                  </a:lnTo>
                  <a:lnTo>
                    <a:pt x="6713136" y="683706"/>
                  </a:lnTo>
                  <a:lnTo>
                    <a:pt x="6763425" y="705902"/>
                  </a:lnTo>
                  <a:lnTo>
                    <a:pt x="6786527" y="715308"/>
                  </a:lnTo>
                  <a:lnTo>
                    <a:pt x="6836096" y="733760"/>
                  </a:lnTo>
                  <a:lnTo>
                    <a:pt x="6887375" y="750336"/>
                  </a:lnTo>
                  <a:lnTo>
                    <a:pt x="6941183" y="765135"/>
                  </a:lnTo>
                  <a:lnTo>
                    <a:pt x="6998435" y="778323"/>
                  </a:lnTo>
                  <a:lnTo>
                    <a:pt x="7060061" y="790086"/>
                  </a:lnTo>
                  <a:lnTo>
                    <a:pt x="7126925" y="800601"/>
                  </a:lnTo>
                  <a:lnTo>
                    <a:pt x="7199718" y="810024"/>
                  </a:lnTo>
                  <a:lnTo>
                    <a:pt x="7278822" y="818481"/>
                  </a:lnTo>
                  <a:lnTo>
                    <a:pt x="7364126" y="826060"/>
                  </a:lnTo>
                  <a:lnTo>
                    <a:pt x="7454809" y="832816"/>
                  </a:lnTo>
                  <a:lnTo>
                    <a:pt x="7549131" y="838770"/>
                  </a:lnTo>
                  <a:lnTo>
                    <a:pt x="7644309" y="843916"/>
                  </a:lnTo>
                  <a:lnTo>
                    <a:pt x="7736569" y="848235"/>
                  </a:lnTo>
                  <a:lnTo>
                    <a:pt x="7821507" y="851713"/>
                  </a:lnTo>
                  <a:lnTo>
                    <a:pt x="7894750" y="854359"/>
                  </a:lnTo>
                  <a:lnTo>
                    <a:pt x="7952838" y="856225"/>
                  </a:lnTo>
                  <a:lnTo>
                    <a:pt x="7994043" y="857409"/>
                  </a:lnTo>
                  <a:lnTo>
                    <a:pt x="8018884" y="858050"/>
                  </a:lnTo>
                  <a:lnTo>
                    <a:pt x="8030181" y="858314"/>
                  </a:lnTo>
                  <a:lnTo>
                    <a:pt x="8032788" y="858369"/>
                  </a:lnTo>
                  <a:lnTo>
                    <a:pt x="8032819" y="858370"/>
                  </a:lnTo>
                  <a:lnTo>
                    <a:pt x="8554953" y="858370"/>
                  </a:lnTo>
                  <a:lnTo>
                    <a:pt x="8554953" y="85837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723" name="pl1723"/>
            <p:cNvSpPr/>
            <p:nvPr/>
          </p:nvSpPr>
          <p:spPr>
            <a:xfrm>
              <a:off x="386606" y="3551709"/>
              <a:ext cx="8554953" cy="1840977"/>
            </a:xfrm>
            <a:custGeom>
              <a:avLst/>
              <a:pathLst>
                <a:path w="8554953" h="1840977">
                  <a:moveTo>
                    <a:pt x="8554953" y="858370"/>
                  </a:moveTo>
                  <a:lnTo>
                    <a:pt x="8032819" y="858370"/>
                  </a:lnTo>
                  <a:lnTo>
                    <a:pt x="8031561" y="858343"/>
                  </a:lnTo>
                  <a:lnTo>
                    <a:pt x="8023338" y="858157"/>
                  </a:lnTo>
                  <a:lnTo>
                    <a:pt x="8002773" y="857642"/>
                  </a:lnTo>
                  <a:lnTo>
                    <a:pt x="7966425" y="856629"/>
                  </a:lnTo>
                  <a:lnTo>
                    <a:pt x="7913104" y="854972"/>
                  </a:lnTo>
                  <a:lnTo>
                    <a:pt x="7843922" y="852557"/>
                  </a:lnTo>
                  <a:lnTo>
                    <a:pt x="7761919" y="849321"/>
                  </a:lnTo>
                  <a:lnTo>
                    <a:pt x="7671298" y="845242"/>
                  </a:lnTo>
                  <a:lnTo>
                    <a:pt x="7576535" y="840332"/>
                  </a:lnTo>
                  <a:lnTo>
                    <a:pt x="7481635" y="834608"/>
                  </a:lnTo>
                  <a:lnTo>
                    <a:pt x="7389684" y="828083"/>
                  </a:lnTo>
                  <a:lnTo>
                    <a:pt x="7302714" y="820745"/>
                  </a:lnTo>
                  <a:lnTo>
                    <a:pt x="7221790" y="812548"/>
                  </a:lnTo>
                  <a:lnTo>
                    <a:pt x="7147205" y="803414"/>
                  </a:lnTo>
                  <a:lnTo>
                    <a:pt x="7078699" y="793227"/>
                  </a:lnTo>
                  <a:lnTo>
                    <a:pt x="7015651" y="781840"/>
                  </a:lnTo>
                  <a:lnTo>
                    <a:pt x="6957236" y="769080"/>
                  </a:lnTo>
                  <a:lnTo>
                    <a:pt x="6902534" y="754763"/>
                  </a:lnTo>
                  <a:lnTo>
                    <a:pt x="6850619" y="738711"/>
                  </a:lnTo>
                  <a:lnTo>
                    <a:pt x="6800634" y="720802"/>
                  </a:lnTo>
                  <a:lnTo>
                    <a:pt x="6786527" y="715308"/>
                  </a:lnTo>
                  <a:lnTo>
                    <a:pt x="6735942" y="694060"/>
                  </a:lnTo>
                  <a:lnTo>
                    <a:pt x="6685850" y="670710"/>
                  </a:lnTo>
                  <a:lnTo>
                    <a:pt x="6635758" y="645225"/>
                  </a:lnTo>
                  <a:lnTo>
                    <a:pt x="6585325" y="617638"/>
                  </a:lnTo>
                  <a:lnTo>
                    <a:pt x="6534341" y="588060"/>
                  </a:lnTo>
                  <a:lnTo>
                    <a:pt x="6482713" y="556681"/>
                  </a:lnTo>
                  <a:lnTo>
                    <a:pt x="6430451" y="523771"/>
                  </a:lnTo>
                  <a:lnTo>
                    <a:pt x="6377650" y="489674"/>
                  </a:lnTo>
                  <a:lnTo>
                    <a:pt x="6324475" y="454793"/>
                  </a:lnTo>
                  <a:lnTo>
                    <a:pt x="6271135" y="419576"/>
                  </a:lnTo>
                  <a:lnTo>
                    <a:pt x="6217857" y="384485"/>
                  </a:lnTo>
                  <a:lnTo>
                    <a:pt x="6164863" y="349979"/>
                  </a:lnTo>
                  <a:lnTo>
                    <a:pt x="6112339" y="316482"/>
                  </a:lnTo>
                  <a:lnTo>
                    <a:pt x="6060416" y="284369"/>
                  </a:lnTo>
                  <a:lnTo>
                    <a:pt x="6009144" y="253944"/>
                  </a:lnTo>
                  <a:lnTo>
                    <a:pt x="5958479" y="225433"/>
                  </a:lnTo>
                  <a:lnTo>
                    <a:pt x="5908266" y="198983"/>
                  </a:lnTo>
                  <a:lnTo>
                    <a:pt x="5858226" y="174663"/>
                  </a:lnTo>
                  <a:lnTo>
                    <a:pt x="5807937" y="152467"/>
                  </a:lnTo>
                  <a:lnTo>
                    <a:pt x="5784835" y="143061"/>
                  </a:lnTo>
                  <a:lnTo>
                    <a:pt x="5735266" y="124609"/>
                  </a:lnTo>
                  <a:lnTo>
                    <a:pt x="5683987" y="108033"/>
                  </a:lnTo>
                  <a:lnTo>
                    <a:pt x="5630179" y="93234"/>
                  </a:lnTo>
                  <a:lnTo>
                    <a:pt x="5572927" y="80046"/>
                  </a:lnTo>
                  <a:lnTo>
                    <a:pt x="5511301" y="68283"/>
                  </a:lnTo>
                  <a:lnTo>
                    <a:pt x="5444437" y="57768"/>
                  </a:lnTo>
                  <a:lnTo>
                    <a:pt x="5371644" y="48345"/>
                  </a:lnTo>
                  <a:lnTo>
                    <a:pt x="5292540" y="39888"/>
                  </a:lnTo>
                  <a:lnTo>
                    <a:pt x="5207236" y="32309"/>
                  </a:lnTo>
                  <a:lnTo>
                    <a:pt x="5116553" y="25553"/>
                  </a:lnTo>
                  <a:lnTo>
                    <a:pt x="5022231" y="19599"/>
                  </a:lnTo>
                  <a:lnTo>
                    <a:pt x="4927053" y="14453"/>
                  </a:lnTo>
                  <a:lnTo>
                    <a:pt x="4834793" y="10134"/>
                  </a:lnTo>
                  <a:lnTo>
                    <a:pt x="4749855" y="6656"/>
                  </a:lnTo>
                  <a:lnTo>
                    <a:pt x="4676611" y="4010"/>
                  </a:lnTo>
                  <a:lnTo>
                    <a:pt x="4618524" y="2144"/>
                  </a:lnTo>
                  <a:lnTo>
                    <a:pt x="4577319" y="960"/>
                  </a:lnTo>
                  <a:lnTo>
                    <a:pt x="4552478" y="319"/>
                  </a:lnTo>
                  <a:lnTo>
                    <a:pt x="4541181" y="55"/>
                  </a:lnTo>
                  <a:lnTo>
                    <a:pt x="4538574" y="0"/>
                  </a:lnTo>
                  <a:lnTo>
                    <a:pt x="4538543" y="0"/>
                  </a:lnTo>
                  <a:lnTo>
                    <a:pt x="4016409" y="0"/>
                  </a:lnTo>
                  <a:lnTo>
                    <a:pt x="4015193" y="54"/>
                  </a:lnTo>
                  <a:lnTo>
                    <a:pt x="4007235" y="440"/>
                  </a:lnTo>
                  <a:lnTo>
                    <a:pt x="3987311" y="1507"/>
                  </a:lnTo>
                  <a:lnTo>
                    <a:pt x="3952037" y="3605"/>
                  </a:lnTo>
                  <a:lnTo>
                    <a:pt x="3900172" y="7043"/>
                  </a:lnTo>
                  <a:lnTo>
                    <a:pt x="3832684" y="12057"/>
                  </a:lnTo>
                  <a:lnTo>
                    <a:pt x="3752413" y="18788"/>
                  </a:lnTo>
                  <a:lnTo>
                    <a:pt x="3663370" y="27283"/>
                  </a:lnTo>
                  <a:lnTo>
                    <a:pt x="3569893" y="37527"/>
                  </a:lnTo>
                  <a:lnTo>
                    <a:pt x="3475918" y="49478"/>
                  </a:lnTo>
                  <a:lnTo>
                    <a:pt x="3384537" y="63110"/>
                  </a:lnTo>
                  <a:lnTo>
                    <a:pt x="3297832" y="78441"/>
                  </a:lnTo>
                  <a:lnTo>
                    <a:pt x="3216946" y="95554"/>
                  </a:lnTo>
                  <a:lnTo>
                    <a:pt x="3142253" y="114602"/>
                  </a:lnTo>
                  <a:lnTo>
                    <a:pt x="3073570" y="135814"/>
                  </a:lnTo>
                  <a:lnTo>
                    <a:pt x="3010343" y="159484"/>
                  </a:lnTo>
                  <a:lnTo>
                    <a:pt x="2951802" y="185962"/>
                  </a:lnTo>
                  <a:lnTo>
                    <a:pt x="2897067" y="215631"/>
                  </a:lnTo>
                  <a:lnTo>
                    <a:pt x="2845237" y="248865"/>
                  </a:lnTo>
                  <a:lnTo>
                    <a:pt x="2795464" y="285952"/>
                  </a:lnTo>
                  <a:lnTo>
                    <a:pt x="2770117" y="306829"/>
                  </a:lnTo>
                  <a:lnTo>
                    <a:pt x="2726906" y="345438"/>
                  </a:lnTo>
                  <a:lnTo>
                    <a:pt x="2684113" y="387317"/>
                  </a:lnTo>
                  <a:lnTo>
                    <a:pt x="2641411" y="432529"/>
                  </a:lnTo>
                  <a:lnTo>
                    <a:pt x="2598555" y="481062"/>
                  </a:lnTo>
                  <a:lnTo>
                    <a:pt x="2555375" y="532823"/>
                  </a:lnTo>
                  <a:lnTo>
                    <a:pt x="2511765" y="587630"/>
                  </a:lnTo>
                  <a:lnTo>
                    <a:pt x="2467682" y="645209"/>
                  </a:lnTo>
                  <a:lnTo>
                    <a:pt x="2423135" y="705195"/>
                  </a:lnTo>
                  <a:lnTo>
                    <a:pt x="2378178" y="767138"/>
                  </a:lnTo>
                  <a:lnTo>
                    <a:pt x="2332906" y="830516"/>
                  </a:lnTo>
                  <a:lnTo>
                    <a:pt x="2287438" y="894752"/>
                  </a:lnTo>
                  <a:lnTo>
                    <a:pt x="2241913" y="959236"/>
                  </a:lnTo>
                  <a:lnTo>
                    <a:pt x="2196474" y="1023348"/>
                  </a:lnTo>
                  <a:lnTo>
                    <a:pt x="2151256" y="1086481"/>
                  </a:lnTo>
                  <a:lnTo>
                    <a:pt x="2106376" y="1148068"/>
                  </a:lnTo>
                  <a:lnTo>
                    <a:pt x="2061919" y="1207602"/>
                  </a:lnTo>
                  <a:lnTo>
                    <a:pt x="2017933" y="1264648"/>
                  </a:lnTo>
                  <a:lnTo>
                    <a:pt x="1974415" y="1318859"/>
                  </a:lnTo>
                  <a:lnTo>
                    <a:pt x="1931311" y="1369980"/>
                  </a:lnTo>
                  <a:lnTo>
                    <a:pt x="1888502" y="1417847"/>
                  </a:lnTo>
                  <a:lnTo>
                    <a:pt x="1845804" y="1462384"/>
                  </a:lnTo>
                  <a:lnTo>
                    <a:pt x="1802956" y="1503596"/>
                  </a:lnTo>
                  <a:lnTo>
                    <a:pt x="1768425" y="1534148"/>
                  </a:lnTo>
                  <a:lnTo>
                    <a:pt x="1719428" y="1573295"/>
                  </a:lnTo>
                  <a:lnTo>
                    <a:pt x="1668768" y="1608508"/>
                  </a:lnTo>
                  <a:lnTo>
                    <a:pt x="1615657" y="1639990"/>
                  </a:lnTo>
                  <a:lnTo>
                    <a:pt x="1559210" y="1668081"/>
                  </a:lnTo>
                  <a:lnTo>
                    <a:pt x="1498528" y="1693167"/>
                  </a:lnTo>
                  <a:lnTo>
                    <a:pt x="1432772" y="1715617"/>
                  </a:lnTo>
                  <a:lnTo>
                    <a:pt x="1361258" y="1735759"/>
                  </a:lnTo>
                  <a:lnTo>
                    <a:pt x="1283590" y="1753856"/>
                  </a:lnTo>
                  <a:lnTo>
                    <a:pt x="1199826" y="1770100"/>
                  </a:lnTo>
                  <a:lnTo>
                    <a:pt x="1110682" y="1784611"/>
                  </a:lnTo>
                  <a:lnTo>
                    <a:pt x="1017736" y="1797438"/>
                  </a:lnTo>
                  <a:lnTo>
                    <a:pt x="923555" y="1808575"/>
                  </a:lnTo>
                  <a:lnTo>
                    <a:pt x="831673" y="1817986"/>
                  </a:lnTo>
                  <a:lnTo>
                    <a:pt x="746294" y="1825634"/>
                  </a:lnTo>
                  <a:lnTo>
                    <a:pt x="671703" y="1831531"/>
                  </a:lnTo>
                  <a:lnTo>
                    <a:pt x="611450" y="1835766"/>
                  </a:lnTo>
                  <a:lnTo>
                    <a:pt x="567550" y="1838527"/>
                  </a:lnTo>
                  <a:lnTo>
                    <a:pt x="539927" y="1840089"/>
                  </a:lnTo>
                  <a:lnTo>
                    <a:pt x="526281" y="1840785"/>
                  </a:lnTo>
                  <a:lnTo>
                    <a:pt x="522309" y="1840970"/>
                  </a:lnTo>
                  <a:lnTo>
                    <a:pt x="522133" y="1840977"/>
                  </a:lnTo>
                  <a:lnTo>
                    <a:pt x="0" y="1840977"/>
                  </a:lnTo>
                  <a:lnTo>
                    <a:pt x="0" y="1840977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724" name="pg1724"/>
            <p:cNvSpPr/>
            <p:nvPr/>
          </p:nvSpPr>
          <p:spPr>
            <a:xfrm>
              <a:off x="386606" y="2552160"/>
              <a:ext cx="8554953" cy="2908293"/>
            </a:xfrm>
            <a:custGeom>
              <a:avLst/>
              <a:pathLst>
                <a:path w="8554953" h="2908293">
                  <a:moveTo>
                    <a:pt x="0" y="2908293"/>
                  </a:moveTo>
                  <a:lnTo>
                    <a:pt x="522133" y="2908293"/>
                  </a:lnTo>
                  <a:lnTo>
                    <a:pt x="523278" y="2908212"/>
                  </a:lnTo>
                  <a:lnTo>
                    <a:pt x="530784" y="2907640"/>
                  </a:lnTo>
                  <a:lnTo>
                    <a:pt x="549613" y="2906058"/>
                  </a:lnTo>
                  <a:lnTo>
                    <a:pt x="583046" y="2902948"/>
                  </a:lnTo>
                  <a:lnTo>
                    <a:pt x="632399" y="2897842"/>
                  </a:lnTo>
                  <a:lnTo>
                    <a:pt x="696941" y="2890379"/>
                  </a:lnTo>
                  <a:lnTo>
                    <a:pt x="774164" y="2880336"/>
                  </a:lnTo>
                  <a:lnTo>
                    <a:pt x="860392" y="2867624"/>
                  </a:lnTo>
                  <a:lnTo>
                    <a:pt x="951538" y="2852257"/>
                  </a:lnTo>
                  <a:lnTo>
                    <a:pt x="1043793" y="2834295"/>
                  </a:lnTo>
                  <a:lnTo>
                    <a:pt x="1134077" y="2813785"/>
                  </a:lnTo>
                  <a:lnTo>
                    <a:pt x="1220229" y="2790716"/>
                  </a:lnTo>
                  <a:lnTo>
                    <a:pt x="1300982" y="2764991"/>
                  </a:lnTo>
                  <a:lnTo>
                    <a:pt x="1375823" y="2736409"/>
                  </a:lnTo>
                  <a:lnTo>
                    <a:pt x="1444799" y="2704660"/>
                  </a:lnTo>
                  <a:lnTo>
                    <a:pt x="1508347" y="2669336"/>
                  </a:lnTo>
                  <a:lnTo>
                    <a:pt x="1567141" y="2629939"/>
                  </a:lnTo>
                  <a:lnTo>
                    <a:pt x="1621986" y="2585913"/>
                  </a:lnTo>
                  <a:lnTo>
                    <a:pt x="1673730" y="2536689"/>
                  </a:lnTo>
                  <a:lnTo>
                    <a:pt x="1723198" y="2481774"/>
                  </a:lnTo>
                  <a:lnTo>
                    <a:pt x="1768425" y="2424518"/>
                  </a:lnTo>
                  <a:lnTo>
                    <a:pt x="1805305" y="2372933"/>
                  </a:lnTo>
                  <a:lnTo>
                    <a:pt x="1841842" y="2317615"/>
                  </a:lnTo>
                  <a:lnTo>
                    <a:pt x="1878250" y="2258488"/>
                  </a:lnTo>
                  <a:lnTo>
                    <a:pt x="1914700" y="2195534"/>
                  </a:lnTo>
                  <a:lnTo>
                    <a:pt x="1951320" y="2128803"/>
                  </a:lnTo>
                  <a:lnTo>
                    <a:pt x="1988202" y="2058413"/>
                  </a:lnTo>
                  <a:lnTo>
                    <a:pt x="2025402" y="1984561"/>
                  </a:lnTo>
                  <a:lnTo>
                    <a:pt x="2062948" y="1907517"/>
                  </a:lnTo>
                  <a:lnTo>
                    <a:pt x="2100835" y="1827631"/>
                  </a:lnTo>
                  <a:lnTo>
                    <a:pt x="2139037" y="1745321"/>
                  </a:lnTo>
                  <a:lnTo>
                    <a:pt x="2177505" y="1661072"/>
                  </a:lnTo>
                  <a:lnTo>
                    <a:pt x="2216171" y="1575420"/>
                  </a:lnTo>
                  <a:lnTo>
                    <a:pt x="2254957" y="1488944"/>
                  </a:lnTo>
                  <a:lnTo>
                    <a:pt x="2293775" y="1402244"/>
                  </a:lnTo>
                  <a:lnTo>
                    <a:pt x="2332538" y="1315927"/>
                  </a:lnTo>
                  <a:lnTo>
                    <a:pt x="2371159" y="1230590"/>
                  </a:lnTo>
                  <a:lnTo>
                    <a:pt x="2409563" y="1146799"/>
                  </a:lnTo>
                  <a:lnTo>
                    <a:pt x="2447686" y="1065081"/>
                  </a:lnTo>
                  <a:lnTo>
                    <a:pt x="2485486" y="985903"/>
                  </a:lnTo>
                  <a:lnTo>
                    <a:pt x="2522940" y="909667"/>
                  </a:lnTo>
                  <a:lnTo>
                    <a:pt x="2560053" y="836701"/>
                  </a:lnTo>
                  <a:lnTo>
                    <a:pt x="2596859" y="767256"/>
                  </a:lnTo>
                  <a:lnTo>
                    <a:pt x="2633424" y="701508"/>
                  </a:lnTo>
                  <a:lnTo>
                    <a:pt x="2669849" y="639557"/>
                  </a:lnTo>
                  <a:lnTo>
                    <a:pt x="2706273" y="581434"/>
                  </a:lnTo>
                  <a:lnTo>
                    <a:pt x="2742877" y="527105"/>
                  </a:lnTo>
                  <a:lnTo>
                    <a:pt x="2770117" y="489421"/>
                  </a:lnTo>
                  <a:lnTo>
                    <a:pt x="2818112" y="428881"/>
                  </a:lnTo>
                  <a:lnTo>
                    <a:pt x="2867688" y="374301"/>
                  </a:lnTo>
                  <a:lnTo>
                    <a:pt x="2919586" y="325387"/>
                  </a:lnTo>
                  <a:lnTo>
                    <a:pt x="2974633" y="281639"/>
                  </a:lnTo>
                  <a:lnTo>
                    <a:pt x="3033677" y="242489"/>
                  </a:lnTo>
                  <a:lnTo>
                    <a:pt x="3097518" y="207381"/>
                  </a:lnTo>
                  <a:lnTo>
                    <a:pt x="3166819" y="175822"/>
                  </a:lnTo>
                  <a:lnTo>
                    <a:pt x="3241999" y="147410"/>
                  </a:lnTo>
                  <a:lnTo>
                    <a:pt x="3323080" y="121840"/>
                  </a:lnTo>
                  <a:lnTo>
                    <a:pt x="3409509" y="98919"/>
                  </a:lnTo>
                  <a:lnTo>
                    <a:pt x="3499972" y="78554"/>
                  </a:lnTo>
                  <a:lnTo>
                    <a:pt x="3592254" y="60737"/>
                  </a:lnTo>
                  <a:lnTo>
                    <a:pt x="3683228" y="45520"/>
                  </a:lnTo>
                  <a:lnTo>
                    <a:pt x="3769052" y="32961"/>
                  </a:lnTo>
                  <a:lnTo>
                    <a:pt x="3845645" y="23067"/>
                  </a:lnTo>
                  <a:lnTo>
                    <a:pt x="3909376" y="15746"/>
                  </a:lnTo>
                  <a:lnTo>
                    <a:pt x="3957823" y="10765"/>
                  </a:lnTo>
                  <a:lnTo>
                    <a:pt x="3990370" y="7755"/>
                  </a:lnTo>
                  <a:lnTo>
                    <a:pt x="4008450" y="6244"/>
                  </a:lnTo>
                  <a:lnTo>
                    <a:pt x="4015445" y="5714"/>
                  </a:lnTo>
                  <a:lnTo>
                    <a:pt x="4016409" y="5647"/>
                  </a:lnTo>
                  <a:lnTo>
                    <a:pt x="4538543" y="5647"/>
                  </a:lnTo>
                  <a:lnTo>
                    <a:pt x="4539722" y="5716"/>
                  </a:lnTo>
                  <a:lnTo>
                    <a:pt x="4547442" y="6212"/>
                  </a:lnTo>
                  <a:lnTo>
                    <a:pt x="4566790" y="7582"/>
                  </a:lnTo>
                  <a:lnTo>
                    <a:pt x="4601097" y="10274"/>
                  </a:lnTo>
                  <a:lnTo>
                    <a:pt x="4651646" y="14691"/>
                  </a:lnTo>
                  <a:lnTo>
                    <a:pt x="4717594" y="21139"/>
                  </a:lnTo>
                  <a:lnTo>
                    <a:pt x="4796277" y="29808"/>
                  </a:lnTo>
                  <a:lnTo>
                    <a:pt x="4883859" y="40765"/>
                  </a:lnTo>
                  <a:lnTo>
                    <a:pt x="4976133" y="53994"/>
                  </a:lnTo>
                  <a:lnTo>
                    <a:pt x="5069225" y="69443"/>
                  </a:lnTo>
                  <a:lnTo>
                    <a:pt x="5160050" y="87074"/>
                  </a:lnTo>
                  <a:lnTo>
                    <a:pt x="5246481" y="106902"/>
                  </a:lnTo>
                  <a:lnTo>
                    <a:pt x="5327309" y="129024"/>
                  </a:lnTo>
                  <a:lnTo>
                    <a:pt x="5402086" y="153624"/>
                  </a:lnTo>
                  <a:lnTo>
                    <a:pt x="5470925" y="180981"/>
                  </a:lnTo>
                  <a:lnTo>
                    <a:pt x="5534318" y="211462"/>
                  </a:lnTo>
                  <a:lnTo>
                    <a:pt x="5592987" y="245505"/>
                  </a:lnTo>
                  <a:lnTo>
                    <a:pt x="5647772" y="283600"/>
                  </a:lnTo>
                  <a:lnTo>
                    <a:pt x="5699547" y="326231"/>
                  </a:lnTo>
                  <a:lnTo>
                    <a:pt x="5749150" y="373803"/>
                  </a:lnTo>
                  <a:lnTo>
                    <a:pt x="5784835" y="412243"/>
                  </a:lnTo>
                  <a:lnTo>
                    <a:pt x="5824210" y="458663"/>
                  </a:lnTo>
                  <a:lnTo>
                    <a:pt x="5863211" y="508668"/>
                  </a:lnTo>
                  <a:lnTo>
                    <a:pt x="5902095" y="562330"/>
                  </a:lnTo>
                  <a:lnTo>
                    <a:pt x="5941059" y="619655"/>
                  </a:lnTo>
                  <a:lnTo>
                    <a:pt x="5980249" y="680578"/>
                  </a:lnTo>
                  <a:lnTo>
                    <a:pt x="6019764" y="744952"/>
                  </a:lnTo>
                  <a:lnTo>
                    <a:pt x="6059658" y="812547"/>
                  </a:lnTo>
                  <a:lnTo>
                    <a:pt x="6099947" y="883051"/>
                  </a:lnTo>
                  <a:lnTo>
                    <a:pt x="6140613" y="956069"/>
                  </a:lnTo>
                  <a:lnTo>
                    <a:pt x="6181606" y="1031133"/>
                  </a:lnTo>
                  <a:lnTo>
                    <a:pt x="6222851" y="1107709"/>
                  </a:lnTo>
                  <a:lnTo>
                    <a:pt x="6264256" y="1185218"/>
                  </a:lnTo>
                  <a:lnTo>
                    <a:pt x="6305717" y="1263048"/>
                  </a:lnTo>
                  <a:lnTo>
                    <a:pt x="6347126" y="1340577"/>
                  </a:lnTo>
                  <a:lnTo>
                    <a:pt x="6388378" y="1417194"/>
                  </a:lnTo>
                  <a:lnTo>
                    <a:pt x="6429380" y="1492317"/>
                  </a:lnTo>
                  <a:lnTo>
                    <a:pt x="6470058" y="1565412"/>
                  </a:lnTo>
                  <a:lnTo>
                    <a:pt x="6510361" y="1636007"/>
                  </a:lnTo>
                  <a:lnTo>
                    <a:pt x="6550268" y="1703706"/>
                  </a:lnTo>
                  <a:lnTo>
                    <a:pt x="6589794" y="1768191"/>
                  </a:lnTo>
                  <a:lnTo>
                    <a:pt x="6628994" y="1829232"/>
                  </a:lnTo>
                  <a:lnTo>
                    <a:pt x="6667964" y="1886680"/>
                  </a:lnTo>
                  <a:lnTo>
                    <a:pt x="6706847" y="1940465"/>
                  </a:lnTo>
                  <a:lnTo>
                    <a:pt x="6745841" y="1990592"/>
                  </a:lnTo>
                  <a:lnTo>
                    <a:pt x="6785199" y="2037130"/>
                  </a:lnTo>
                  <a:lnTo>
                    <a:pt x="6786527" y="2038628"/>
                  </a:lnTo>
                  <a:lnTo>
                    <a:pt x="6835001" y="2089986"/>
                  </a:lnTo>
                  <a:lnTo>
                    <a:pt x="6885096" y="2136238"/>
                  </a:lnTo>
                  <a:lnTo>
                    <a:pt x="6937573" y="2177640"/>
                  </a:lnTo>
                  <a:lnTo>
                    <a:pt x="6993288" y="2214628"/>
                  </a:lnTo>
                  <a:lnTo>
                    <a:pt x="7053113" y="2247696"/>
                  </a:lnTo>
                  <a:lnTo>
                    <a:pt x="7117866" y="2277321"/>
                  </a:lnTo>
                  <a:lnTo>
                    <a:pt x="7188221" y="2303926"/>
                  </a:lnTo>
                  <a:lnTo>
                    <a:pt x="7264587" y="2327855"/>
                  </a:lnTo>
                  <a:lnTo>
                    <a:pt x="7346949" y="2349364"/>
                  </a:lnTo>
                  <a:lnTo>
                    <a:pt x="7434679" y="2368613"/>
                  </a:lnTo>
                  <a:lnTo>
                    <a:pt x="7526341" y="2385675"/>
                  </a:lnTo>
                  <a:lnTo>
                    <a:pt x="7619555" y="2400549"/>
                  </a:lnTo>
                  <a:lnTo>
                    <a:pt x="7711001" y="2413189"/>
                  </a:lnTo>
                  <a:lnTo>
                    <a:pt x="7796663" y="2423547"/>
                  </a:lnTo>
                  <a:lnTo>
                    <a:pt x="7872356" y="2431625"/>
                  </a:lnTo>
                  <a:lnTo>
                    <a:pt x="7934475" y="2437520"/>
                  </a:lnTo>
                  <a:lnTo>
                    <a:pt x="7980778" y="2441452"/>
                  </a:lnTo>
                  <a:lnTo>
                    <a:pt x="8010967" y="2443757"/>
                  </a:lnTo>
                  <a:lnTo>
                    <a:pt x="8026881" y="2444855"/>
                  </a:lnTo>
                  <a:lnTo>
                    <a:pt x="8032337" y="2445197"/>
                  </a:lnTo>
                  <a:lnTo>
                    <a:pt x="8032819" y="2445225"/>
                  </a:lnTo>
                  <a:lnTo>
                    <a:pt x="8554953" y="2445225"/>
                  </a:lnTo>
                  <a:lnTo>
                    <a:pt x="8554953" y="2439577"/>
                  </a:lnTo>
                  <a:lnTo>
                    <a:pt x="8032819" y="2439577"/>
                  </a:lnTo>
                  <a:lnTo>
                    <a:pt x="8031640" y="2439508"/>
                  </a:lnTo>
                  <a:lnTo>
                    <a:pt x="8023920" y="2439013"/>
                  </a:lnTo>
                  <a:lnTo>
                    <a:pt x="8004572" y="2437643"/>
                  </a:lnTo>
                  <a:lnTo>
                    <a:pt x="7970265" y="2434950"/>
                  </a:lnTo>
                  <a:lnTo>
                    <a:pt x="7919716" y="2430534"/>
                  </a:lnTo>
                  <a:lnTo>
                    <a:pt x="7853768" y="2424085"/>
                  </a:lnTo>
                  <a:lnTo>
                    <a:pt x="7775085" y="2415416"/>
                  </a:lnTo>
                  <a:lnTo>
                    <a:pt x="7687503" y="2404459"/>
                  </a:lnTo>
                  <a:lnTo>
                    <a:pt x="7595229" y="2391230"/>
                  </a:lnTo>
                  <a:lnTo>
                    <a:pt x="7502137" y="2375781"/>
                  </a:lnTo>
                  <a:lnTo>
                    <a:pt x="7411312" y="2358151"/>
                  </a:lnTo>
                  <a:lnTo>
                    <a:pt x="7324881" y="2338322"/>
                  </a:lnTo>
                  <a:lnTo>
                    <a:pt x="7244053" y="2316200"/>
                  </a:lnTo>
                  <a:lnTo>
                    <a:pt x="7169276" y="2291600"/>
                  </a:lnTo>
                  <a:lnTo>
                    <a:pt x="7100437" y="2264243"/>
                  </a:lnTo>
                  <a:lnTo>
                    <a:pt x="7037044" y="2233763"/>
                  </a:lnTo>
                  <a:lnTo>
                    <a:pt x="6978375" y="2199719"/>
                  </a:lnTo>
                  <a:lnTo>
                    <a:pt x="6923590" y="2161625"/>
                  </a:lnTo>
                  <a:lnTo>
                    <a:pt x="6871815" y="2118993"/>
                  </a:lnTo>
                  <a:lnTo>
                    <a:pt x="6822212" y="2071421"/>
                  </a:lnTo>
                  <a:lnTo>
                    <a:pt x="6786527" y="2032981"/>
                  </a:lnTo>
                  <a:lnTo>
                    <a:pt x="6747152" y="1986561"/>
                  </a:lnTo>
                  <a:lnTo>
                    <a:pt x="6708151" y="1936556"/>
                  </a:lnTo>
                  <a:lnTo>
                    <a:pt x="6669267" y="1882894"/>
                  </a:lnTo>
                  <a:lnTo>
                    <a:pt x="6630303" y="1825569"/>
                  </a:lnTo>
                  <a:lnTo>
                    <a:pt x="6591113" y="1764646"/>
                  </a:lnTo>
                  <a:lnTo>
                    <a:pt x="6551598" y="1700272"/>
                  </a:lnTo>
                  <a:lnTo>
                    <a:pt x="6511704" y="1632677"/>
                  </a:lnTo>
                  <a:lnTo>
                    <a:pt x="6471415" y="1562173"/>
                  </a:lnTo>
                  <a:lnTo>
                    <a:pt x="6430749" y="1489155"/>
                  </a:lnTo>
                  <a:lnTo>
                    <a:pt x="6389756" y="1414091"/>
                  </a:lnTo>
                  <a:lnTo>
                    <a:pt x="6348511" y="1337515"/>
                  </a:lnTo>
                  <a:lnTo>
                    <a:pt x="6307106" y="1260006"/>
                  </a:lnTo>
                  <a:lnTo>
                    <a:pt x="6265645" y="1182176"/>
                  </a:lnTo>
                  <a:lnTo>
                    <a:pt x="6224236" y="1104647"/>
                  </a:lnTo>
                  <a:lnTo>
                    <a:pt x="6182984" y="1028030"/>
                  </a:lnTo>
                  <a:lnTo>
                    <a:pt x="6141982" y="952907"/>
                  </a:lnTo>
                  <a:lnTo>
                    <a:pt x="6101304" y="879812"/>
                  </a:lnTo>
                  <a:lnTo>
                    <a:pt x="6061001" y="809217"/>
                  </a:lnTo>
                  <a:lnTo>
                    <a:pt x="6021094" y="741518"/>
                  </a:lnTo>
                  <a:lnTo>
                    <a:pt x="5981567" y="677033"/>
                  </a:lnTo>
                  <a:lnTo>
                    <a:pt x="5942368" y="615992"/>
                  </a:lnTo>
                  <a:lnTo>
                    <a:pt x="5903398" y="558544"/>
                  </a:lnTo>
                  <a:lnTo>
                    <a:pt x="5864515" y="504759"/>
                  </a:lnTo>
                  <a:lnTo>
                    <a:pt x="5825521" y="454632"/>
                  </a:lnTo>
                  <a:lnTo>
                    <a:pt x="5786163" y="408094"/>
                  </a:lnTo>
                  <a:lnTo>
                    <a:pt x="5784835" y="406596"/>
                  </a:lnTo>
                  <a:lnTo>
                    <a:pt x="5736361" y="355238"/>
                  </a:lnTo>
                  <a:lnTo>
                    <a:pt x="5686266" y="308986"/>
                  </a:lnTo>
                  <a:lnTo>
                    <a:pt x="5633789" y="267584"/>
                  </a:lnTo>
                  <a:lnTo>
                    <a:pt x="5578074" y="230596"/>
                  </a:lnTo>
                  <a:lnTo>
                    <a:pt x="5518249" y="197528"/>
                  </a:lnTo>
                  <a:lnTo>
                    <a:pt x="5453496" y="167904"/>
                  </a:lnTo>
                  <a:lnTo>
                    <a:pt x="5383141" y="141299"/>
                  </a:lnTo>
                  <a:lnTo>
                    <a:pt x="5306775" y="117369"/>
                  </a:lnTo>
                  <a:lnTo>
                    <a:pt x="5224413" y="95860"/>
                  </a:lnTo>
                  <a:lnTo>
                    <a:pt x="5136683" y="76611"/>
                  </a:lnTo>
                  <a:lnTo>
                    <a:pt x="5045021" y="59549"/>
                  </a:lnTo>
                  <a:lnTo>
                    <a:pt x="4951807" y="44675"/>
                  </a:lnTo>
                  <a:lnTo>
                    <a:pt x="4860361" y="32035"/>
                  </a:lnTo>
                  <a:lnTo>
                    <a:pt x="4774699" y="21677"/>
                  </a:lnTo>
                  <a:lnTo>
                    <a:pt x="4699006" y="13599"/>
                  </a:lnTo>
                  <a:lnTo>
                    <a:pt x="4636887" y="7704"/>
                  </a:lnTo>
                  <a:lnTo>
                    <a:pt x="4590584" y="3772"/>
                  </a:lnTo>
                  <a:lnTo>
                    <a:pt x="4560395" y="1467"/>
                  </a:lnTo>
                  <a:lnTo>
                    <a:pt x="4544481" y="369"/>
                  </a:lnTo>
                  <a:lnTo>
                    <a:pt x="4539025" y="27"/>
                  </a:lnTo>
                  <a:lnTo>
                    <a:pt x="4538543" y="0"/>
                  </a:lnTo>
                  <a:lnTo>
                    <a:pt x="4016409" y="0"/>
                  </a:lnTo>
                  <a:lnTo>
                    <a:pt x="4015264" y="80"/>
                  </a:lnTo>
                  <a:lnTo>
                    <a:pt x="4007758" y="652"/>
                  </a:lnTo>
                  <a:lnTo>
                    <a:pt x="3988929" y="2234"/>
                  </a:lnTo>
                  <a:lnTo>
                    <a:pt x="3955496" y="5345"/>
                  </a:lnTo>
                  <a:lnTo>
                    <a:pt x="3906144" y="10450"/>
                  </a:lnTo>
                  <a:lnTo>
                    <a:pt x="3841601" y="17913"/>
                  </a:lnTo>
                  <a:lnTo>
                    <a:pt x="3764378" y="27956"/>
                  </a:lnTo>
                  <a:lnTo>
                    <a:pt x="3678150" y="40668"/>
                  </a:lnTo>
                  <a:lnTo>
                    <a:pt x="3587004" y="56035"/>
                  </a:lnTo>
                  <a:lnTo>
                    <a:pt x="3494749" y="73997"/>
                  </a:lnTo>
                  <a:lnTo>
                    <a:pt x="3404465" y="94508"/>
                  </a:lnTo>
                  <a:lnTo>
                    <a:pt x="3318314" y="117576"/>
                  </a:lnTo>
                  <a:lnTo>
                    <a:pt x="3237560" y="143301"/>
                  </a:lnTo>
                  <a:lnTo>
                    <a:pt x="3162720" y="171883"/>
                  </a:lnTo>
                  <a:lnTo>
                    <a:pt x="3093743" y="203632"/>
                  </a:lnTo>
                  <a:lnTo>
                    <a:pt x="3030195" y="238956"/>
                  </a:lnTo>
                  <a:lnTo>
                    <a:pt x="2971401" y="278353"/>
                  </a:lnTo>
                  <a:lnTo>
                    <a:pt x="2916556" y="322380"/>
                  </a:lnTo>
                  <a:lnTo>
                    <a:pt x="2864812" y="371603"/>
                  </a:lnTo>
                  <a:lnTo>
                    <a:pt x="2815344" y="426518"/>
                  </a:lnTo>
                  <a:lnTo>
                    <a:pt x="2770117" y="483774"/>
                  </a:lnTo>
                  <a:lnTo>
                    <a:pt x="2733237" y="535359"/>
                  </a:lnTo>
                  <a:lnTo>
                    <a:pt x="2696701" y="590677"/>
                  </a:lnTo>
                  <a:lnTo>
                    <a:pt x="2660292" y="649805"/>
                  </a:lnTo>
                  <a:lnTo>
                    <a:pt x="2623842" y="712758"/>
                  </a:lnTo>
                  <a:lnTo>
                    <a:pt x="2587222" y="779489"/>
                  </a:lnTo>
                  <a:lnTo>
                    <a:pt x="2550340" y="849879"/>
                  </a:lnTo>
                  <a:lnTo>
                    <a:pt x="2513140" y="923731"/>
                  </a:lnTo>
                  <a:lnTo>
                    <a:pt x="2475594" y="1000775"/>
                  </a:lnTo>
                  <a:lnTo>
                    <a:pt x="2437707" y="1080662"/>
                  </a:lnTo>
                  <a:lnTo>
                    <a:pt x="2399505" y="1162971"/>
                  </a:lnTo>
                  <a:lnTo>
                    <a:pt x="2361037" y="1247221"/>
                  </a:lnTo>
                  <a:lnTo>
                    <a:pt x="2322371" y="1332872"/>
                  </a:lnTo>
                  <a:lnTo>
                    <a:pt x="2283585" y="1419348"/>
                  </a:lnTo>
                  <a:lnTo>
                    <a:pt x="2244767" y="1506048"/>
                  </a:lnTo>
                  <a:lnTo>
                    <a:pt x="2206004" y="1592365"/>
                  </a:lnTo>
                  <a:lnTo>
                    <a:pt x="2167383" y="1677703"/>
                  </a:lnTo>
                  <a:lnTo>
                    <a:pt x="2128979" y="1761493"/>
                  </a:lnTo>
                  <a:lnTo>
                    <a:pt x="2090856" y="1843211"/>
                  </a:lnTo>
                  <a:lnTo>
                    <a:pt x="2053056" y="1922389"/>
                  </a:lnTo>
                  <a:lnTo>
                    <a:pt x="2015603" y="1998625"/>
                  </a:lnTo>
                  <a:lnTo>
                    <a:pt x="1978490" y="2071592"/>
                  </a:lnTo>
                  <a:lnTo>
                    <a:pt x="1941683" y="2141036"/>
                  </a:lnTo>
                  <a:lnTo>
                    <a:pt x="1905118" y="2206784"/>
                  </a:lnTo>
                  <a:lnTo>
                    <a:pt x="1868693" y="2268735"/>
                  </a:lnTo>
                  <a:lnTo>
                    <a:pt x="1832269" y="2326858"/>
                  </a:lnTo>
                  <a:lnTo>
                    <a:pt x="1795665" y="2381187"/>
                  </a:lnTo>
                  <a:lnTo>
                    <a:pt x="1768425" y="2418871"/>
                  </a:lnTo>
                  <a:lnTo>
                    <a:pt x="1720430" y="2479411"/>
                  </a:lnTo>
                  <a:lnTo>
                    <a:pt x="1670854" y="2533992"/>
                  </a:lnTo>
                  <a:lnTo>
                    <a:pt x="1618956" y="2582905"/>
                  </a:lnTo>
                  <a:lnTo>
                    <a:pt x="1563909" y="2626653"/>
                  </a:lnTo>
                  <a:lnTo>
                    <a:pt x="1504865" y="2665803"/>
                  </a:lnTo>
                  <a:lnTo>
                    <a:pt x="1441025" y="2700911"/>
                  </a:lnTo>
                  <a:lnTo>
                    <a:pt x="1371723" y="2732470"/>
                  </a:lnTo>
                  <a:lnTo>
                    <a:pt x="1296543" y="2760883"/>
                  </a:lnTo>
                  <a:lnTo>
                    <a:pt x="1215462" y="2786452"/>
                  </a:lnTo>
                  <a:lnTo>
                    <a:pt x="1129033" y="2809373"/>
                  </a:lnTo>
                  <a:lnTo>
                    <a:pt x="1038570" y="2829738"/>
                  </a:lnTo>
                  <a:lnTo>
                    <a:pt x="946288" y="2847555"/>
                  </a:lnTo>
                  <a:lnTo>
                    <a:pt x="855314" y="2862772"/>
                  </a:lnTo>
                  <a:lnTo>
                    <a:pt x="769490" y="2875332"/>
                  </a:lnTo>
                  <a:lnTo>
                    <a:pt x="692897" y="2885225"/>
                  </a:lnTo>
                  <a:lnTo>
                    <a:pt x="629166" y="2892546"/>
                  </a:lnTo>
                  <a:lnTo>
                    <a:pt x="580719" y="2897527"/>
                  </a:lnTo>
                  <a:lnTo>
                    <a:pt x="548172" y="2900537"/>
                  </a:lnTo>
                  <a:lnTo>
                    <a:pt x="530092" y="2902048"/>
                  </a:lnTo>
                  <a:lnTo>
                    <a:pt x="523097" y="2902578"/>
                  </a:lnTo>
                  <a:lnTo>
                    <a:pt x="522133" y="2902645"/>
                  </a:lnTo>
                  <a:lnTo>
                    <a:pt x="0" y="2902645"/>
                  </a:lnTo>
                  <a:close/>
                </a:path>
              </a:pathLst>
            </a:custGeom>
            <a:solidFill>
              <a:srgbClr val="B497D6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1725" name="pl1725"/>
            <p:cNvSpPr/>
            <p:nvPr/>
          </p:nvSpPr>
          <p:spPr>
            <a:xfrm>
              <a:off x="386606" y="2557807"/>
              <a:ext cx="8554953" cy="2902645"/>
            </a:xfrm>
            <a:custGeom>
              <a:avLst/>
              <a:pathLst>
                <a:path w="8554953" h="2902645">
                  <a:moveTo>
                    <a:pt x="0" y="2902645"/>
                  </a:moveTo>
                  <a:lnTo>
                    <a:pt x="522133" y="2902645"/>
                  </a:lnTo>
                  <a:lnTo>
                    <a:pt x="523278" y="2902565"/>
                  </a:lnTo>
                  <a:lnTo>
                    <a:pt x="530784" y="2901993"/>
                  </a:lnTo>
                  <a:lnTo>
                    <a:pt x="549613" y="2900411"/>
                  </a:lnTo>
                  <a:lnTo>
                    <a:pt x="583046" y="2897300"/>
                  </a:lnTo>
                  <a:lnTo>
                    <a:pt x="632399" y="2892195"/>
                  </a:lnTo>
                  <a:lnTo>
                    <a:pt x="696941" y="2884732"/>
                  </a:lnTo>
                  <a:lnTo>
                    <a:pt x="774164" y="2874689"/>
                  </a:lnTo>
                  <a:lnTo>
                    <a:pt x="860392" y="2861977"/>
                  </a:lnTo>
                  <a:lnTo>
                    <a:pt x="951538" y="2846610"/>
                  </a:lnTo>
                  <a:lnTo>
                    <a:pt x="1043793" y="2828648"/>
                  </a:lnTo>
                  <a:lnTo>
                    <a:pt x="1134077" y="2808137"/>
                  </a:lnTo>
                  <a:lnTo>
                    <a:pt x="1220229" y="2785069"/>
                  </a:lnTo>
                  <a:lnTo>
                    <a:pt x="1300982" y="2759344"/>
                  </a:lnTo>
                  <a:lnTo>
                    <a:pt x="1375823" y="2730762"/>
                  </a:lnTo>
                  <a:lnTo>
                    <a:pt x="1444799" y="2699013"/>
                  </a:lnTo>
                  <a:lnTo>
                    <a:pt x="1508347" y="2663689"/>
                  </a:lnTo>
                  <a:lnTo>
                    <a:pt x="1567141" y="2624292"/>
                  </a:lnTo>
                  <a:lnTo>
                    <a:pt x="1621986" y="2580265"/>
                  </a:lnTo>
                  <a:lnTo>
                    <a:pt x="1673730" y="2531041"/>
                  </a:lnTo>
                  <a:lnTo>
                    <a:pt x="1723198" y="2476127"/>
                  </a:lnTo>
                  <a:lnTo>
                    <a:pt x="1768425" y="2418871"/>
                  </a:lnTo>
                  <a:lnTo>
                    <a:pt x="1805305" y="2367286"/>
                  </a:lnTo>
                  <a:lnTo>
                    <a:pt x="1841842" y="2311968"/>
                  </a:lnTo>
                  <a:lnTo>
                    <a:pt x="1878250" y="2252840"/>
                  </a:lnTo>
                  <a:lnTo>
                    <a:pt x="1914700" y="2189887"/>
                  </a:lnTo>
                  <a:lnTo>
                    <a:pt x="1951320" y="2123156"/>
                  </a:lnTo>
                  <a:lnTo>
                    <a:pt x="1988202" y="2052766"/>
                  </a:lnTo>
                  <a:lnTo>
                    <a:pt x="2025402" y="1978914"/>
                  </a:lnTo>
                  <a:lnTo>
                    <a:pt x="2062948" y="1901870"/>
                  </a:lnTo>
                  <a:lnTo>
                    <a:pt x="2100835" y="1821983"/>
                  </a:lnTo>
                  <a:lnTo>
                    <a:pt x="2139037" y="1739674"/>
                  </a:lnTo>
                  <a:lnTo>
                    <a:pt x="2177505" y="1655424"/>
                  </a:lnTo>
                  <a:lnTo>
                    <a:pt x="2216171" y="1569773"/>
                  </a:lnTo>
                  <a:lnTo>
                    <a:pt x="2254957" y="1483297"/>
                  </a:lnTo>
                  <a:lnTo>
                    <a:pt x="2293775" y="1396597"/>
                  </a:lnTo>
                  <a:lnTo>
                    <a:pt x="2332538" y="1310280"/>
                  </a:lnTo>
                  <a:lnTo>
                    <a:pt x="2371159" y="1224942"/>
                  </a:lnTo>
                  <a:lnTo>
                    <a:pt x="2409563" y="1141152"/>
                  </a:lnTo>
                  <a:lnTo>
                    <a:pt x="2447686" y="1059434"/>
                  </a:lnTo>
                  <a:lnTo>
                    <a:pt x="2485486" y="980256"/>
                  </a:lnTo>
                  <a:lnTo>
                    <a:pt x="2522940" y="904020"/>
                  </a:lnTo>
                  <a:lnTo>
                    <a:pt x="2560053" y="831053"/>
                  </a:lnTo>
                  <a:lnTo>
                    <a:pt x="2596859" y="761609"/>
                  </a:lnTo>
                  <a:lnTo>
                    <a:pt x="2633424" y="695861"/>
                  </a:lnTo>
                  <a:lnTo>
                    <a:pt x="2669849" y="633910"/>
                  </a:lnTo>
                  <a:lnTo>
                    <a:pt x="2706273" y="575787"/>
                  </a:lnTo>
                  <a:lnTo>
                    <a:pt x="2742877" y="521458"/>
                  </a:lnTo>
                  <a:lnTo>
                    <a:pt x="2770117" y="483774"/>
                  </a:lnTo>
                  <a:lnTo>
                    <a:pt x="2818112" y="423234"/>
                  </a:lnTo>
                  <a:lnTo>
                    <a:pt x="2867688" y="368653"/>
                  </a:lnTo>
                  <a:lnTo>
                    <a:pt x="2919586" y="319740"/>
                  </a:lnTo>
                  <a:lnTo>
                    <a:pt x="2974633" y="275992"/>
                  </a:lnTo>
                  <a:lnTo>
                    <a:pt x="3033677" y="236842"/>
                  </a:lnTo>
                  <a:lnTo>
                    <a:pt x="3097518" y="201734"/>
                  </a:lnTo>
                  <a:lnTo>
                    <a:pt x="3166819" y="170175"/>
                  </a:lnTo>
                  <a:lnTo>
                    <a:pt x="3241999" y="141762"/>
                  </a:lnTo>
                  <a:lnTo>
                    <a:pt x="3323080" y="116193"/>
                  </a:lnTo>
                  <a:lnTo>
                    <a:pt x="3409509" y="93272"/>
                  </a:lnTo>
                  <a:lnTo>
                    <a:pt x="3499972" y="72906"/>
                  </a:lnTo>
                  <a:lnTo>
                    <a:pt x="3592254" y="55090"/>
                  </a:lnTo>
                  <a:lnTo>
                    <a:pt x="3683228" y="39873"/>
                  </a:lnTo>
                  <a:lnTo>
                    <a:pt x="3769052" y="27313"/>
                  </a:lnTo>
                  <a:lnTo>
                    <a:pt x="3845645" y="17420"/>
                  </a:lnTo>
                  <a:lnTo>
                    <a:pt x="3909376" y="10099"/>
                  </a:lnTo>
                  <a:lnTo>
                    <a:pt x="3957823" y="5118"/>
                  </a:lnTo>
                  <a:lnTo>
                    <a:pt x="3990370" y="2108"/>
                  </a:lnTo>
                  <a:lnTo>
                    <a:pt x="4008450" y="597"/>
                  </a:lnTo>
                  <a:lnTo>
                    <a:pt x="4015445" y="67"/>
                  </a:lnTo>
                  <a:lnTo>
                    <a:pt x="4016409" y="0"/>
                  </a:lnTo>
                  <a:lnTo>
                    <a:pt x="4538543" y="0"/>
                  </a:lnTo>
                  <a:lnTo>
                    <a:pt x="4539722" y="69"/>
                  </a:lnTo>
                  <a:lnTo>
                    <a:pt x="4547442" y="564"/>
                  </a:lnTo>
                  <a:lnTo>
                    <a:pt x="4566790" y="1934"/>
                  </a:lnTo>
                  <a:lnTo>
                    <a:pt x="4601097" y="4627"/>
                  </a:lnTo>
                  <a:lnTo>
                    <a:pt x="4651646" y="9043"/>
                  </a:lnTo>
                  <a:lnTo>
                    <a:pt x="4717594" y="15492"/>
                  </a:lnTo>
                  <a:lnTo>
                    <a:pt x="4796277" y="24161"/>
                  </a:lnTo>
                  <a:lnTo>
                    <a:pt x="4883859" y="35118"/>
                  </a:lnTo>
                  <a:lnTo>
                    <a:pt x="4976133" y="48346"/>
                  </a:lnTo>
                  <a:lnTo>
                    <a:pt x="5069225" y="63795"/>
                  </a:lnTo>
                  <a:lnTo>
                    <a:pt x="5160050" y="81426"/>
                  </a:lnTo>
                  <a:lnTo>
                    <a:pt x="5246481" y="101255"/>
                  </a:lnTo>
                  <a:lnTo>
                    <a:pt x="5327309" y="123377"/>
                  </a:lnTo>
                  <a:lnTo>
                    <a:pt x="5402086" y="147977"/>
                  </a:lnTo>
                  <a:lnTo>
                    <a:pt x="5470925" y="175334"/>
                  </a:lnTo>
                  <a:lnTo>
                    <a:pt x="5534318" y="205814"/>
                  </a:lnTo>
                  <a:lnTo>
                    <a:pt x="5592987" y="239858"/>
                  </a:lnTo>
                  <a:lnTo>
                    <a:pt x="5647772" y="277952"/>
                  </a:lnTo>
                  <a:lnTo>
                    <a:pt x="5699547" y="320584"/>
                  </a:lnTo>
                  <a:lnTo>
                    <a:pt x="5749150" y="368155"/>
                  </a:lnTo>
                  <a:lnTo>
                    <a:pt x="5784835" y="406596"/>
                  </a:lnTo>
                  <a:lnTo>
                    <a:pt x="5824210" y="453016"/>
                  </a:lnTo>
                  <a:lnTo>
                    <a:pt x="5863211" y="503021"/>
                  </a:lnTo>
                  <a:lnTo>
                    <a:pt x="5902095" y="556683"/>
                  </a:lnTo>
                  <a:lnTo>
                    <a:pt x="5941059" y="614008"/>
                  </a:lnTo>
                  <a:lnTo>
                    <a:pt x="5980249" y="674931"/>
                  </a:lnTo>
                  <a:lnTo>
                    <a:pt x="6019764" y="739304"/>
                  </a:lnTo>
                  <a:lnTo>
                    <a:pt x="6059658" y="806900"/>
                  </a:lnTo>
                  <a:lnTo>
                    <a:pt x="6099947" y="877404"/>
                  </a:lnTo>
                  <a:lnTo>
                    <a:pt x="6140613" y="950422"/>
                  </a:lnTo>
                  <a:lnTo>
                    <a:pt x="6181606" y="1025486"/>
                  </a:lnTo>
                  <a:lnTo>
                    <a:pt x="6222851" y="1102062"/>
                  </a:lnTo>
                  <a:lnTo>
                    <a:pt x="6264256" y="1179571"/>
                  </a:lnTo>
                  <a:lnTo>
                    <a:pt x="6305717" y="1257401"/>
                  </a:lnTo>
                  <a:lnTo>
                    <a:pt x="6347126" y="1334930"/>
                  </a:lnTo>
                  <a:lnTo>
                    <a:pt x="6388378" y="1411547"/>
                  </a:lnTo>
                  <a:lnTo>
                    <a:pt x="6429380" y="1486670"/>
                  </a:lnTo>
                  <a:lnTo>
                    <a:pt x="6470058" y="1559765"/>
                  </a:lnTo>
                  <a:lnTo>
                    <a:pt x="6510361" y="1630360"/>
                  </a:lnTo>
                  <a:lnTo>
                    <a:pt x="6550268" y="1698058"/>
                  </a:lnTo>
                  <a:lnTo>
                    <a:pt x="6589794" y="1762544"/>
                  </a:lnTo>
                  <a:lnTo>
                    <a:pt x="6628994" y="1823585"/>
                  </a:lnTo>
                  <a:lnTo>
                    <a:pt x="6667964" y="1881033"/>
                  </a:lnTo>
                  <a:lnTo>
                    <a:pt x="6706847" y="1934818"/>
                  </a:lnTo>
                  <a:lnTo>
                    <a:pt x="6745841" y="1984945"/>
                  </a:lnTo>
                  <a:lnTo>
                    <a:pt x="6785199" y="2031483"/>
                  </a:lnTo>
                  <a:lnTo>
                    <a:pt x="6786527" y="2032981"/>
                  </a:lnTo>
                  <a:lnTo>
                    <a:pt x="6835001" y="2084339"/>
                  </a:lnTo>
                  <a:lnTo>
                    <a:pt x="6885096" y="2130591"/>
                  </a:lnTo>
                  <a:lnTo>
                    <a:pt x="6937573" y="2171993"/>
                  </a:lnTo>
                  <a:lnTo>
                    <a:pt x="6993288" y="2208981"/>
                  </a:lnTo>
                  <a:lnTo>
                    <a:pt x="7053113" y="2242048"/>
                  </a:lnTo>
                  <a:lnTo>
                    <a:pt x="7117866" y="2271673"/>
                  </a:lnTo>
                  <a:lnTo>
                    <a:pt x="7188221" y="2298278"/>
                  </a:lnTo>
                  <a:lnTo>
                    <a:pt x="7264587" y="2322208"/>
                  </a:lnTo>
                  <a:lnTo>
                    <a:pt x="7346949" y="2343716"/>
                  </a:lnTo>
                  <a:lnTo>
                    <a:pt x="7434679" y="2362966"/>
                  </a:lnTo>
                  <a:lnTo>
                    <a:pt x="7526341" y="2380028"/>
                  </a:lnTo>
                  <a:lnTo>
                    <a:pt x="7619555" y="2394902"/>
                  </a:lnTo>
                  <a:lnTo>
                    <a:pt x="7711001" y="2407542"/>
                  </a:lnTo>
                  <a:lnTo>
                    <a:pt x="7796663" y="2417900"/>
                  </a:lnTo>
                  <a:lnTo>
                    <a:pt x="7872356" y="2425978"/>
                  </a:lnTo>
                  <a:lnTo>
                    <a:pt x="7934475" y="2431873"/>
                  </a:lnTo>
                  <a:lnTo>
                    <a:pt x="7980778" y="2435805"/>
                  </a:lnTo>
                  <a:lnTo>
                    <a:pt x="8010967" y="2438110"/>
                  </a:lnTo>
                  <a:lnTo>
                    <a:pt x="8026881" y="2439208"/>
                  </a:lnTo>
                  <a:lnTo>
                    <a:pt x="8032337" y="2439550"/>
                  </a:lnTo>
                  <a:lnTo>
                    <a:pt x="8032819" y="2439577"/>
                  </a:lnTo>
                  <a:lnTo>
                    <a:pt x="8554953" y="2439577"/>
                  </a:lnTo>
                  <a:lnTo>
                    <a:pt x="8554953" y="2439577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726" name="pl1726"/>
            <p:cNvSpPr/>
            <p:nvPr/>
          </p:nvSpPr>
          <p:spPr>
            <a:xfrm>
              <a:off x="386606" y="2552160"/>
              <a:ext cx="8554953" cy="2902645"/>
            </a:xfrm>
            <a:custGeom>
              <a:avLst/>
              <a:pathLst>
                <a:path w="8554953" h="2902645">
                  <a:moveTo>
                    <a:pt x="8554953" y="2439577"/>
                  </a:moveTo>
                  <a:lnTo>
                    <a:pt x="8032819" y="2439577"/>
                  </a:lnTo>
                  <a:lnTo>
                    <a:pt x="8031640" y="2439508"/>
                  </a:lnTo>
                  <a:lnTo>
                    <a:pt x="8023920" y="2439013"/>
                  </a:lnTo>
                  <a:lnTo>
                    <a:pt x="8004572" y="2437643"/>
                  </a:lnTo>
                  <a:lnTo>
                    <a:pt x="7970265" y="2434950"/>
                  </a:lnTo>
                  <a:lnTo>
                    <a:pt x="7919716" y="2430534"/>
                  </a:lnTo>
                  <a:lnTo>
                    <a:pt x="7853768" y="2424085"/>
                  </a:lnTo>
                  <a:lnTo>
                    <a:pt x="7775085" y="2415416"/>
                  </a:lnTo>
                  <a:lnTo>
                    <a:pt x="7687503" y="2404459"/>
                  </a:lnTo>
                  <a:lnTo>
                    <a:pt x="7595229" y="2391230"/>
                  </a:lnTo>
                  <a:lnTo>
                    <a:pt x="7502137" y="2375781"/>
                  </a:lnTo>
                  <a:lnTo>
                    <a:pt x="7411312" y="2358151"/>
                  </a:lnTo>
                  <a:lnTo>
                    <a:pt x="7324881" y="2338322"/>
                  </a:lnTo>
                  <a:lnTo>
                    <a:pt x="7244053" y="2316200"/>
                  </a:lnTo>
                  <a:lnTo>
                    <a:pt x="7169276" y="2291600"/>
                  </a:lnTo>
                  <a:lnTo>
                    <a:pt x="7100437" y="2264243"/>
                  </a:lnTo>
                  <a:lnTo>
                    <a:pt x="7037044" y="2233763"/>
                  </a:lnTo>
                  <a:lnTo>
                    <a:pt x="6978375" y="2199719"/>
                  </a:lnTo>
                  <a:lnTo>
                    <a:pt x="6923590" y="2161625"/>
                  </a:lnTo>
                  <a:lnTo>
                    <a:pt x="6871815" y="2118993"/>
                  </a:lnTo>
                  <a:lnTo>
                    <a:pt x="6822212" y="2071421"/>
                  </a:lnTo>
                  <a:lnTo>
                    <a:pt x="6786527" y="2032981"/>
                  </a:lnTo>
                  <a:lnTo>
                    <a:pt x="6747152" y="1986561"/>
                  </a:lnTo>
                  <a:lnTo>
                    <a:pt x="6708151" y="1936556"/>
                  </a:lnTo>
                  <a:lnTo>
                    <a:pt x="6669267" y="1882894"/>
                  </a:lnTo>
                  <a:lnTo>
                    <a:pt x="6630303" y="1825569"/>
                  </a:lnTo>
                  <a:lnTo>
                    <a:pt x="6591113" y="1764646"/>
                  </a:lnTo>
                  <a:lnTo>
                    <a:pt x="6551598" y="1700272"/>
                  </a:lnTo>
                  <a:lnTo>
                    <a:pt x="6511704" y="1632677"/>
                  </a:lnTo>
                  <a:lnTo>
                    <a:pt x="6471415" y="1562173"/>
                  </a:lnTo>
                  <a:lnTo>
                    <a:pt x="6430749" y="1489155"/>
                  </a:lnTo>
                  <a:lnTo>
                    <a:pt x="6389756" y="1414091"/>
                  </a:lnTo>
                  <a:lnTo>
                    <a:pt x="6348511" y="1337515"/>
                  </a:lnTo>
                  <a:lnTo>
                    <a:pt x="6307106" y="1260006"/>
                  </a:lnTo>
                  <a:lnTo>
                    <a:pt x="6265645" y="1182176"/>
                  </a:lnTo>
                  <a:lnTo>
                    <a:pt x="6224236" y="1104647"/>
                  </a:lnTo>
                  <a:lnTo>
                    <a:pt x="6182984" y="1028030"/>
                  </a:lnTo>
                  <a:lnTo>
                    <a:pt x="6141982" y="952907"/>
                  </a:lnTo>
                  <a:lnTo>
                    <a:pt x="6101304" y="879812"/>
                  </a:lnTo>
                  <a:lnTo>
                    <a:pt x="6061001" y="809217"/>
                  </a:lnTo>
                  <a:lnTo>
                    <a:pt x="6021094" y="741518"/>
                  </a:lnTo>
                  <a:lnTo>
                    <a:pt x="5981567" y="677033"/>
                  </a:lnTo>
                  <a:lnTo>
                    <a:pt x="5942368" y="615992"/>
                  </a:lnTo>
                  <a:lnTo>
                    <a:pt x="5903398" y="558544"/>
                  </a:lnTo>
                  <a:lnTo>
                    <a:pt x="5864515" y="504759"/>
                  </a:lnTo>
                  <a:lnTo>
                    <a:pt x="5825521" y="454632"/>
                  </a:lnTo>
                  <a:lnTo>
                    <a:pt x="5786163" y="408094"/>
                  </a:lnTo>
                  <a:lnTo>
                    <a:pt x="5784835" y="406596"/>
                  </a:lnTo>
                  <a:lnTo>
                    <a:pt x="5736361" y="355238"/>
                  </a:lnTo>
                  <a:lnTo>
                    <a:pt x="5686266" y="308986"/>
                  </a:lnTo>
                  <a:lnTo>
                    <a:pt x="5633789" y="267584"/>
                  </a:lnTo>
                  <a:lnTo>
                    <a:pt x="5578074" y="230596"/>
                  </a:lnTo>
                  <a:lnTo>
                    <a:pt x="5518249" y="197528"/>
                  </a:lnTo>
                  <a:lnTo>
                    <a:pt x="5453496" y="167904"/>
                  </a:lnTo>
                  <a:lnTo>
                    <a:pt x="5383141" y="141299"/>
                  </a:lnTo>
                  <a:lnTo>
                    <a:pt x="5306775" y="117369"/>
                  </a:lnTo>
                  <a:lnTo>
                    <a:pt x="5224413" y="95860"/>
                  </a:lnTo>
                  <a:lnTo>
                    <a:pt x="5136683" y="76611"/>
                  </a:lnTo>
                  <a:lnTo>
                    <a:pt x="5045021" y="59549"/>
                  </a:lnTo>
                  <a:lnTo>
                    <a:pt x="4951807" y="44675"/>
                  </a:lnTo>
                  <a:lnTo>
                    <a:pt x="4860361" y="32035"/>
                  </a:lnTo>
                  <a:lnTo>
                    <a:pt x="4774699" y="21677"/>
                  </a:lnTo>
                  <a:lnTo>
                    <a:pt x="4699006" y="13599"/>
                  </a:lnTo>
                  <a:lnTo>
                    <a:pt x="4636887" y="7704"/>
                  </a:lnTo>
                  <a:lnTo>
                    <a:pt x="4590584" y="3772"/>
                  </a:lnTo>
                  <a:lnTo>
                    <a:pt x="4560395" y="1467"/>
                  </a:lnTo>
                  <a:lnTo>
                    <a:pt x="4544481" y="369"/>
                  </a:lnTo>
                  <a:lnTo>
                    <a:pt x="4539025" y="27"/>
                  </a:lnTo>
                  <a:lnTo>
                    <a:pt x="4538543" y="0"/>
                  </a:lnTo>
                  <a:lnTo>
                    <a:pt x="4016409" y="0"/>
                  </a:lnTo>
                  <a:lnTo>
                    <a:pt x="4015264" y="80"/>
                  </a:lnTo>
                  <a:lnTo>
                    <a:pt x="4007758" y="652"/>
                  </a:lnTo>
                  <a:lnTo>
                    <a:pt x="3988929" y="2234"/>
                  </a:lnTo>
                  <a:lnTo>
                    <a:pt x="3955496" y="5345"/>
                  </a:lnTo>
                  <a:lnTo>
                    <a:pt x="3906144" y="10450"/>
                  </a:lnTo>
                  <a:lnTo>
                    <a:pt x="3841601" y="17913"/>
                  </a:lnTo>
                  <a:lnTo>
                    <a:pt x="3764378" y="27956"/>
                  </a:lnTo>
                  <a:lnTo>
                    <a:pt x="3678150" y="40668"/>
                  </a:lnTo>
                  <a:lnTo>
                    <a:pt x="3587004" y="56035"/>
                  </a:lnTo>
                  <a:lnTo>
                    <a:pt x="3494749" y="73997"/>
                  </a:lnTo>
                  <a:lnTo>
                    <a:pt x="3404465" y="94508"/>
                  </a:lnTo>
                  <a:lnTo>
                    <a:pt x="3318314" y="117576"/>
                  </a:lnTo>
                  <a:lnTo>
                    <a:pt x="3237560" y="143301"/>
                  </a:lnTo>
                  <a:lnTo>
                    <a:pt x="3162720" y="171883"/>
                  </a:lnTo>
                  <a:lnTo>
                    <a:pt x="3093743" y="203632"/>
                  </a:lnTo>
                  <a:lnTo>
                    <a:pt x="3030195" y="238956"/>
                  </a:lnTo>
                  <a:lnTo>
                    <a:pt x="2971401" y="278353"/>
                  </a:lnTo>
                  <a:lnTo>
                    <a:pt x="2916556" y="322380"/>
                  </a:lnTo>
                  <a:lnTo>
                    <a:pt x="2864812" y="371603"/>
                  </a:lnTo>
                  <a:lnTo>
                    <a:pt x="2815344" y="426518"/>
                  </a:lnTo>
                  <a:lnTo>
                    <a:pt x="2770117" y="483774"/>
                  </a:lnTo>
                  <a:lnTo>
                    <a:pt x="2733237" y="535359"/>
                  </a:lnTo>
                  <a:lnTo>
                    <a:pt x="2696701" y="590677"/>
                  </a:lnTo>
                  <a:lnTo>
                    <a:pt x="2660292" y="649805"/>
                  </a:lnTo>
                  <a:lnTo>
                    <a:pt x="2623842" y="712758"/>
                  </a:lnTo>
                  <a:lnTo>
                    <a:pt x="2587222" y="779489"/>
                  </a:lnTo>
                  <a:lnTo>
                    <a:pt x="2550340" y="849879"/>
                  </a:lnTo>
                  <a:lnTo>
                    <a:pt x="2513140" y="923731"/>
                  </a:lnTo>
                  <a:lnTo>
                    <a:pt x="2475594" y="1000775"/>
                  </a:lnTo>
                  <a:lnTo>
                    <a:pt x="2437707" y="1080662"/>
                  </a:lnTo>
                  <a:lnTo>
                    <a:pt x="2399505" y="1162971"/>
                  </a:lnTo>
                  <a:lnTo>
                    <a:pt x="2361037" y="1247221"/>
                  </a:lnTo>
                  <a:lnTo>
                    <a:pt x="2322371" y="1332872"/>
                  </a:lnTo>
                  <a:lnTo>
                    <a:pt x="2283585" y="1419348"/>
                  </a:lnTo>
                  <a:lnTo>
                    <a:pt x="2244767" y="1506048"/>
                  </a:lnTo>
                  <a:lnTo>
                    <a:pt x="2206004" y="1592365"/>
                  </a:lnTo>
                  <a:lnTo>
                    <a:pt x="2167383" y="1677703"/>
                  </a:lnTo>
                  <a:lnTo>
                    <a:pt x="2128979" y="1761493"/>
                  </a:lnTo>
                  <a:lnTo>
                    <a:pt x="2090856" y="1843211"/>
                  </a:lnTo>
                  <a:lnTo>
                    <a:pt x="2053056" y="1922389"/>
                  </a:lnTo>
                  <a:lnTo>
                    <a:pt x="2015603" y="1998625"/>
                  </a:lnTo>
                  <a:lnTo>
                    <a:pt x="1978490" y="2071592"/>
                  </a:lnTo>
                  <a:lnTo>
                    <a:pt x="1941683" y="2141036"/>
                  </a:lnTo>
                  <a:lnTo>
                    <a:pt x="1905118" y="2206784"/>
                  </a:lnTo>
                  <a:lnTo>
                    <a:pt x="1868693" y="2268735"/>
                  </a:lnTo>
                  <a:lnTo>
                    <a:pt x="1832269" y="2326858"/>
                  </a:lnTo>
                  <a:lnTo>
                    <a:pt x="1795665" y="2381187"/>
                  </a:lnTo>
                  <a:lnTo>
                    <a:pt x="1768425" y="2418871"/>
                  </a:lnTo>
                  <a:lnTo>
                    <a:pt x="1720430" y="2479411"/>
                  </a:lnTo>
                  <a:lnTo>
                    <a:pt x="1670854" y="2533992"/>
                  </a:lnTo>
                  <a:lnTo>
                    <a:pt x="1618956" y="2582905"/>
                  </a:lnTo>
                  <a:lnTo>
                    <a:pt x="1563909" y="2626653"/>
                  </a:lnTo>
                  <a:lnTo>
                    <a:pt x="1504865" y="2665803"/>
                  </a:lnTo>
                  <a:lnTo>
                    <a:pt x="1441025" y="2700911"/>
                  </a:lnTo>
                  <a:lnTo>
                    <a:pt x="1371723" y="2732470"/>
                  </a:lnTo>
                  <a:lnTo>
                    <a:pt x="1296543" y="2760883"/>
                  </a:lnTo>
                  <a:lnTo>
                    <a:pt x="1215462" y="2786452"/>
                  </a:lnTo>
                  <a:lnTo>
                    <a:pt x="1129033" y="2809373"/>
                  </a:lnTo>
                  <a:lnTo>
                    <a:pt x="1038570" y="2829738"/>
                  </a:lnTo>
                  <a:lnTo>
                    <a:pt x="946288" y="2847555"/>
                  </a:lnTo>
                  <a:lnTo>
                    <a:pt x="855314" y="2862772"/>
                  </a:lnTo>
                  <a:lnTo>
                    <a:pt x="769490" y="2875332"/>
                  </a:lnTo>
                  <a:lnTo>
                    <a:pt x="692897" y="2885225"/>
                  </a:lnTo>
                  <a:lnTo>
                    <a:pt x="629166" y="2892546"/>
                  </a:lnTo>
                  <a:lnTo>
                    <a:pt x="580719" y="2897527"/>
                  </a:lnTo>
                  <a:lnTo>
                    <a:pt x="548172" y="2900537"/>
                  </a:lnTo>
                  <a:lnTo>
                    <a:pt x="530092" y="2902048"/>
                  </a:lnTo>
                  <a:lnTo>
                    <a:pt x="523097" y="2902578"/>
                  </a:lnTo>
                  <a:lnTo>
                    <a:pt x="522133" y="2902645"/>
                  </a:lnTo>
                  <a:lnTo>
                    <a:pt x="0" y="2902645"/>
                  </a:lnTo>
                  <a:lnTo>
                    <a:pt x="0" y="2902645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727" name="pg1727"/>
            <p:cNvSpPr/>
            <p:nvPr/>
          </p:nvSpPr>
          <p:spPr>
            <a:xfrm>
              <a:off x="386606" y="1225075"/>
              <a:ext cx="8554953" cy="4523384"/>
            </a:xfrm>
            <a:custGeom>
              <a:avLst/>
              <a:pathLst>
                <a:path w="8554953" h="4523384">
                  <a:moveTo>
                    <a:pt x="0" y="4291850"/>
                  </a:moveTo>
                  <a:lnTo>
                    <a:pt x="522133" y="4291850"/>
                  </a:lnTo>
                  <a:lnTo>
                    <a:pt x="523402" y="4291857"/>
                  </a:lnTo>
                  <a:lnTo>
                    <a:pt x="531697" y="4291907"/>
                  </a:lnTo>
                  <a:lnTo>
                    <a:pt x="552436" y="4292048"/>
                  </a:lnTo>
                  <a:lnTo>
                    <a:pt x="589073" y="4292323"/>
                  </a:lnTo>
                  <a:lnTo>
                    <a:pt x="642786" y="4292774"/>
                  </a:lnTo>
                  <a:lnTo>
                    <a:pt x="712422" y="4293431"/>
                  </a:lnTo>
                  <a:lnTo>
                    <a:pt x="794886" y="4294311"/>
                  </a:lnTo>
                  <a:lnTo>
                    <a:pt x="885926" y="4295420"/>
                  </a:lnTo>
                  <a:lnTo>
                    <a:pt x="981026" y="4296754"/>
                  </a:lnTo>
                  <a:lnTo>
                    <a:pt x="1076167" y="4298309"/>
                  </a:lnTo>
                  <a:lnTo>
                    <a:pt x="1168263" y="4300081"/>
                  </a:lnTo>
                  <a:lnTo>
                    <a:pt x="1255298" y="4302075"/>
                  </a:lnTo>
                  <a:lnTo>
                    <a:pt x="1336227" y="4304302"/>
                  </a:lnTo>
                  <a:lnTo>
                    <a:pt x="1410780" y="4306784"/>
                  </a:lnTo>
                  <a:lnTo>
                    <a:pt x="1479239" y="4309554"/>
                  </a:lnTo>
                  <a:lnTo>
                    <a:pt x="1542240" y="4312651"/>
                  </a:lnTo>
                  <a:lnTo>
                    <a:pt x="1600624" y="4316123"/>
                  </a:lnTo>
                  <a:lnTo>
                    <a:pt x="1655320" y="4320020"/>
                  </a:lnTo>
                  <a:lnTo>
                    <a:pt x="1707263" y="4324391"/>
                  </a:lnTo>
                  <a:lnTo>
                    <a:pt x="1757310" y="4329267"/>
                  </a:lnTo>
                  <a:lnTo>
                    <a:pt x="1768425" y="4330439"/>
                  </a:lnTo>
                  <a:lnTo>
                    <a:pt x="1822369" y="4336573"/>
                  </a:lnTo>
                  <a:lnTo>
                    <a:pt x="1875794" y="4343354"/>
                  </a:lnTo>
                  <a:lnTo>
                    <a:pt x="1929278" y="4350791"/>
                  </a:lnTo>
                  <a:lnTo>
                    <a:pt x="1983207" y="4358867"/>
                  </a:lnTo>
                  <a:lnTo>
                    <a:pt x="2037803" y="4367542"/>
                  </a:lnTo>
                  <a:lnTo>
                    <a:pt x="2093140" y="4376744"/>
                  </a:lnTo>
                  <a:lnTo>
                    <a:pt x="2149164" y="4386376"/>
                  </a:lnTo>
                  <a:lnTo>
                    <a:pt x="2205720" y="4396316"/>
                  </a:lnTo>
                  <a:lnTo>
                    <a:pt x="2262580" y="4406424"/>
                  </a:lnTo>
                  <a:lnTo>
                    <a:pt x="2319473" y="4416551"/>
                  </a:lnTo>
                  <a:lnTo>
                    <a:pt x="2376123" y="4426544"/>
                  </a:lnTo>
                  <a:lnTo>
                    <a:pt x="2432290" y="4436260"/>
                  </a:lnTo>
                  <a:lnTo>
                    <a:pt x="2487797" y="4445573"/>
                  </a:lnTo>
                  <a:lnTo>
                    <a:pt x="2542565" y="4454378"/>
                  </a:lnTo>
                  <a:lnTo>
                    <a:pt x="2596637" y="4462600"/>
                  </a:lnTo>
                  <a:lnTo>
                    <a:pt x="2650198" y="4470189"/>
                  </a:lnTo>
                  <a:lnTo>
                    <a:pt x="2703592" y="4477125"/>
                  </a:lnTo>
                  <a:lnTo>
                    <a:pt x="2757351" y="4483409"/>
                  </a:lnTo>
                  <a:lnTo>
                    <a:pt x="2770117" y="4484795"/>
                  </a:lnTo>
                  <a:lnTo>
                    <a:pt x="2819839" y="4489786"/>
                  </a:lnTo>
                  <a:lnTo>
                    <a:pt x="2871283" y="4494269"/>
                  </a:lnTo>
                  <a:lnTo>
                    <a:pt x="2925278" y="4498269"/>
                  </a:lnTo>
                  <a:lnTo>
                    <a:pt x="2982746" y="4501833"/>
                  </a:lnTo>
                  <a:lnTo>
                    <a:pt x="3044626" y="4505010"/>
                  </a:lnTo>
                  <a:lnTo>
                    <a:pt x="3111787" y="4507850"/>
                  </a:lnTo>
                  <a:lnTo>
                    <a:pt x="3184924" y="4510394"/>
                  </a:lnTo>
                  <a:lnTo>
                    <a:pt x="3264414" y="4512676"/>
                  </a:lnTo>
                  <a:lnTo>
                    <a:pt x="3350129" y="4514721"/>
                  </a:lnTo>
                  <a:lnTo>
                    <a:pt x="3441222" y="4516543"/>
                  </a:lnTo>
                  <a:lnTo>
                    <a:pt x="3535906" y="4518147"/>
                  </a:lnTo>
                  <a:lnTo>
                    <a:pt x="3631339" y="4519531"/>
                  </a:lnTo>
                  <a:lnTo>
                    <a:pt x="3723682" y="4520691"/>
                  </a:lnTo>
                  <a:lnTo>
                    <a:pt x="3808479" y="4521623"/>
                  </a:lnTo>
                  <a:lnTo>
                    <a:pt x="3881338" y="4522329"/>
                  </a:lnTo>
                  <a:lnTo>
                    <a:pt x="3938826" y="4522825"/>
                  </a:lnTo>
                  <a:lnTo>
                    <a:pt x="3979302" y="4523137"/>
                  </a:lnTo>
                  <a:lnTo>
                    <a:pt x="4003406" y="4523304"/>
                  </a:lnTo>
                  <a:lnTo>
                    <a:pt x="4014103" y="4523370"/>
                  </a:lnTo>
                  <a:lnTo>
                    <a:pt x="4016409" y="4523384"/>
                  </a:lnTo>
                  <a:lnTo>
                    <a:pt x="4538543" y="4523384"/>
                  </a:lnTo>
                  <a:lnTo>
                    <a:pt x="4539428" y="4523288"/>
                  </a:lnTo>
                  <a:lnTo>
                    <a:pt x="4545263" y="4522605"/>
                  </a:lnTo>
                  <a:lnTo>
                    <a:pt x="4560017" y="4520717"/>
                  </a:lnTo>
                  <a:lnTo>
                    <a:pt x="4586509" y="4516998"/>
                  </a:lnTo>
                  <a:lnTo>
                    <a:pt x="4626212" y="4510863"/>
                  </a:lnTo>
                  <a:lnTo>
                    <a:pt x="4679150" y="4501823"/>
                  </a:lnTo>
                  <a:lnTo>
                    <a:pt x="4743969" y="4489532"/>
                  </a:lnTo>
                  <a:lnTo>
                    <a:pt x="4818250" y="4473799"/>
                  </a:lnTo>
                  <a:lnTo>
                    <a:pt x="4898966" y="4454571"/>
                  </a:lnTo>
                  <a:lnTo>
                    <a:pt x="4982979" y="4431891"/>
                  </a:lnTo>
                  <a:lnTo>
                    <a:pt x="5067443" y="4405833"/>
                  </a:lnTo>
                  <a:lnTo>
                    <a:pt x="5150071" y="4376449"/>
                  </a:lnTo>
                  <a:lnTo>
                    <a:pt x="5229225" y="4343723"/>
                  </a:lnTo>
                  <a:lnTo>
                    <a:pt x="5303906" y="4307545"/>
                  </a:lnTo>
                  <a:lnTo>
                    <a:pt x="5373651" y="4267690"/>
                  </a:lnTo>
                  <a:lnTo>
                    <a:pt x="5438421" y="4223816"/>
                  </a:lnTo>
                  <a:lnTo>
                    <a:pt x="5498479" y="4175467"/>
                  </a:lnTo>
                  <a:lnTo>
                    <a:pt x="5554285" y="4122084"/>
                  </a:lnTo>
                  <a:lnTo>
                    <a:pt x="5606424" y="4063029"/>
                  </a:lnTo>
                  <a:lnTo>
                    <a:pt x="5655538" y="3997617"/>
                  </a:lnTo>
                  <a:lnTo>
                    <a:pt x="5702279" y="3925183"/>
                  </a:lnTo>
                  <a:lnTo>
                    <a:pt x="5747268" y="3845186"/>
                  </a:lnTo>
                  <a:lnTo>
                    <a:pt x="5784835" y="3770427"/>
                  </a:lnTo>
                  <a:lnTo>
                    <a:pt x="5815423" y="3704312"/>
                  </a:lnTo>
                  <a:lnTo>
                    <a:pt x="5845748" y="3634227"/>
                  </a:lnTo>
                  <a:lnTo>
                    <a:pt x="5875938" y="3560091"/>
                  </a:lnTo>
                  <a:lnTo>
                    <a:pt x="5906102" y="3481866"/>
                  </a:lnTo>
                  <a:lnTo>
                    <a:pt x="5936326" y="3399559"/>
                  </a:lnTo>
                  <a:lnTo>
                    <a:pt x="5966677" y="3313227"/>
                  </a:lnTo>
                  <a:lnTo>
                    <a:pt x="5997207" y="3222980"/>
                  </a:lnTo>
                  <a:lnTo>
                    <a:pt x="6027951" y="3128982"/>
                  </a:lnTo>
                  <a:lnTo>
                    <a:pt x="6058927" y="3031455"/>
                  </a:lnTo>
                  <a:lnTo>
                    <a:pt x="6090143" y="2930676"/>
                  </a:lnTo>
                  <a:lnTo>
                    <a:pt x="6121589" y="2826977"/>
                  </a:lnTo>
                  <a:lnTo>
                    <a:pt x="6153249" y="2720744"/>
                  </a:lnTo>
                  <a:lnTo>
                    <a:pt x="6185094" y="2612406"/>
                  </a:lnTo>
                  <a:lnTo>
                    <a:pt x="6217087" y="2502432"/>
                  </a:lnTo>
                  <a:lnTo>
                    <a:pt x="6249185" y="2391326"/>
                  </a:lnTo>
                  <a:lnTo>
                    <a:pt x="6281339" y="2279611"/>
                  </a:lnTo>
                  <a:lnTo>
                    <a:pt x="6313501" y="2167823"/>
                  </a:lnTo>
                  <a:lnTo>
                    <a:pt x="6345619" y="2056500"/>
                  </a:lnTo>
                  <a:lnTo>
                    <a:pt x="6377644" y="1946170"/>
                  </a:lnTo>
                  <a:lnTo>
                    <a:pt x="6409533" y="1837342"/>
                  </a:lnTo>
                  <a:lnTo>
                    <a:pt x="6441246" y="1730497"/>
                  </a:lnTo>
                  <a:lnTo>
                    <a:pt x="6472753" y="1626074"/>
                  </a:lnTo>
                  <a:lnTo>
                    <a:pt x="6504032" y="1524472"/>
                  </a:lnTo>
                  <a:lnTo>
                    <a:pt x="6535073" y="1426037"/>
                  </a:lnTo>
                  <a:lnTo>
                    <a:pt x="6565878" y="1331063"/>
                  </a:lnTo>
                  <a:lnTo>
                    <a:pt x="6596463" y="1239784"/>
                  </a:lnTo>
                  <a:lnTo>
                    <a:pt x="6626858" y="1152382"/>
                  </a:lnTo>
                  <a:lnTo>
                    <a:pt x="6657110" y="1068981"/>
                  </a:lnTo>
                  <a:lnTo>
                    <a:pt x="6687283" y="989652"/>
                  </a:lnTo>
                  <a:lnTo>
                    <a:pt x="6717456" y="914414"/>
                  </a:lnTo>
                  <a:lnTo>
                    <a:pt x="6747733" y="843241"/>
                  </a:lnTo>
                  <a:lnTo>
                    <a:pt x="6778236" y="776065"/>
                  </a:lnTo>
                  <a:lnTo>
                    <a:pt x="6786527" y="758603"/>
                  </a:lnTo>
                  <a:lnTo>
                    <a:pt x="6830452" y="671908"/>
                  </a:lnTo>
                  <a:lnTo>
                    <a:pt x="6875656" y="593019"/>
                  </a:lnTo>
                  <a:lnTo>
                    <a:pt x="6922698" y="521629"/>
                  </a:lnTo>
                  <a:lnTo>
                    <a:pt x="6972204" y="457169"/>
                  </a:lnTo>
                  <a:lnTo>
                    <a:pt x="7024830" y="398968"/>
                  </a:lnTo>
                  <a:lnTo>
                    <a:pt x="7081212" y="346344"/>
                  </a:lnTo>
                  <a:lnTo>
                    <a:pt x="7141920" y="298668"/>
                  </a:lnTo>
                  <a:lnTo>
                    <a:pt x="7207392" y="255394"/>
                  </a:lnTo>
                  <a:lnTo>
                    <a:pt x="7277855" y="216084"/>
                  </a:lnTo>
                  <a:lnTo>
                    <a:pt x="7353216" y="180412"/>
                  </a:lnTo>
                  <a:lnTo>
                    <a:pt x="7432944" y="148169"/>
                  </a:lnTo>
                  <a:lnTo>
                    <a:pt x="7515950" y="119260"/>
                  </a:lnTo>
                  <a:lnTo>
                    <a:pt x="7600505" y="93681"/>
                  </a:lnTo>
                  <a:lnTo>
                    <a:pt x="7684230" y="71491"/>
                  </a:lnTo>
                  <a:lnTo>
                    <a:pt x="7764220" y="52764"/>
                  </a:lnTo>
                  <a:lnTo>
                    <a:pt x="7837323" y="37529"/>
                  </a:lnTo>
                  <a:lnTo>
                    <a:pt x="7900568" y="25719"/>
                  </a:lnTo>
                  <a:lnTo>
                    <a:pt x="7951663" y="17120"/>
                  </a:lnTo>
                  <a:lnTo>
                    <a:pt x="7989439" y="11364"/>
                  </a:lnTo>
                  <a:lnTo>
                    <a:pt x="8014126" y="7945"/>
                  </a:lnTo>
                  <a:lnTo>
                    <a:pt x="8027401" y="6269"/>
                  </a:lnTo>
                  <a:lnTo>
                    <a:pt x="8032258" y="5707"/>
                  </a:lnTo>
                  <a:lnTo>
                    <a:pt x="8032819" y="5647"/>
                  </a:lnTo>
                  <a:lnTo>
                    <a:pt x="8554953" y="5647"/>
                  </a:lnTo>
                  <a:lnTo>
                    <a:pt x="8554953" y="0"/>
                  </a:lnTo>
                  <a:lnTo>
                    <a:pt x="8032819" y="0"/>
                  </a:lnTo>
                  <a:lnTo>
                    <a:pt x="8031934" y="95"/>
                  </a:lnTo>
                  <a:lnTo>
                    <a:pt x="8026099" y="778"/>
                  </a:lnTo>
                  <a:lnTo>
                    <a:pt x="8011345" y="2666"/>
                  </a:lnTo>
                  <a:lnTo>
                    <a:pt x="7984853" y="6385"/>
                  </a:lnTo>
                  <a:lnTo>
                    <a:pt x="7945150" y="12520"/>
                  </a:lnTo>
                  <a:lnTo>
                    <a:pt x="7892212" y="21560"/>
                  </a:lnTo>
                  <a:lnTo>
                    <a:pt x="7827393" y="33851"/>
                  </a:lnTo>
                  <a:lnTo>
                    <a:pt x="7753112" y="49584"/>
                  </a:lnTo>
                  <a:lnTo>
                    <a:pt x="7672395" y="68812"/>
                  </a:lnTo>
                  <a:lnTo>
                    <a:pt x="7588383" y="91492"/>
                  </a:lnTo>
                  <a:lnTo>
                    <a:pt x="7503919" y="117550"/>
                  </a:lnTo>
                  <a:lnTo>
                    <a:pt x="7421291" y="146934"/>
                  </a:lnTo>
                  <a:lnTo>
                    <a:pt x="7342137" y="179660"/>
                  </a:lnTo>
                  <a:lnTo>
                    <a:pt x="7267456" y="215838"/>
                  </a:lnTo>
                  <a:lnTo>
                    <a:pt x="7197711" y="255693"/>
                  </a:lnTo>
                  <a:lnTo>
                    <a:pt x="7132941" y="299567"/>
                  </a:lnTo>
                  <a:lnTo>
                    <a:pt x="7072883" y="347916"/>
                  </a:lnTo>
                  <a:lnTo>
                    <a:pt x="7017077" y="401299"/>
                  </a:lnTo>
                  <a:lnTo>
                    <a:pt x="6964937" y="460354"/>
                  </a:lnTo>
                  <a:lnTo>
                    <a:pt x="6915824" y="525767"/>
                  </a:lnTo>
                  <a:lnTo>
                    <a:pt x="6869083" y="598200"/>
                  </a:lnTo>
                  <a:lnTo>
                    <a:pt x="6824094" y="678197"/>
                  </a:lnTo>
                  <a:lnTo>
                    <a:pt x="6786527" y="752956"/>
                  </a:lnTo>
                  <a:lnTo>
                    <a:pt x="6755939" y="819071"/>
                  </a:lnTo>
                  <a:lnTo>
                    <a:pt x="6725614" y="889156"/>
                  </a:lnTo>
                  <a:lnTo>
                    <a:pt x="6695424" y="963292"/>
                  </a:lnTo>
                  <a:lnTo>
                    <a:pt x="6665260" y="1041517"/>
                  </a:lnTo>
                  <a:lnTo>
                    <a:pt x="6635036" y="1123824"/>
                  </a:lnTo>
                  <a:lnTo>
                    <a:pt x="6604685" y="1210156"/>
                  </a:lnTo>
                  <a:lnTo>
                    <a:pt x="6574155" y="1300403"/>
                  </a:lnTo>
                  <a:lnTo>
                    <a:pt x="6543411" y="1394401"/>
                  </a:lnTo>
                  <a:lnTo>
                    <a:pt x="6512435" y="1491928"/>
                  </a:lnTo>
                  <a:lnTo>
                    <a:pt x="6481219" y="1592707"/>
                  </a:lnTo>
                  <a:lnTo>
                    <a:pt x="6449773" y="1696406"/>
                  </a:lnTo>
                  <a:lnTo>
                    <a:pt x="6418112" y="1802639"/>
                  </a:lnTo>
                  <a:lnTo>
                    <a:pt x="6386268" y="1910977"/>
                  </a:lnTo>
                  <a:lnTo>
                    <a:pt x="6354275" y="2020951"/>
                  </a:lnTo>
                  <a:lnTo>
                    <a:pt x="6322177" y="2132057"/>
                  </a:lnTo>
                  <a:lnTo>
                    <a:pt x="6290023" y="2243772"/>
                  </a:lnTo>
                  <a:lnTo>
                    <a:pt x="6257861" y="2355560"/>
                  </a:lnTo>
                  <a:lnTo>
                    <a:pt x="6225743" y="2466884"/>
                  </a:lnTo>
                  <a:lnTo>
                    <a:pt x="6193717" y="2577213"/>
                  </a:lnTo>
                  <a:lnTo>
                    <a:pt x="6161829" y="2686041"/>
                  </a:lnTo>
                  <a:lnTo>
                    <a:pt x="6130116" y="2792887"/>
                  </a:lnTo>
                  <a:lnTo>
                    <a:pt x="6098609" y="2897309"/>
                  </a:lnTo>
                  <a:lnTo>
                    <a:pt x="6067330" y="2998911"/>
                  </a:lnTo>
                  <a:lnTo>
                    <a:pt x="6036289" y="3097346"/>
                  </a:lnTo>
                  <a:lnTo>
                    <a:pt x="6005484" y="3192321"/>
                  </a:lnTo>
                  <a:lnTo>
                    <a:pt x="5974899" y="3283599"/>
                  </a:lnTo>
                  <a:lnTo>
                    <a:pt x="5944504" y="3371001"/>
                  </a:lnTo>
                  <a:lnTo>
                    <a:pt x="5914251" y="3454402"/>
                  </a:lnTo>
                  <a:lnTo>
                    <a:pt x="5884079" y="3533731"/>
                  </a:lnTo>
                  <a:lnTo>
                    <a:pt x="5853906" y="3608969"/>
                  </a:lnTo>
                  <a:lnTo>
                    <a:pt x="5823629" y="3680142"/>
                  </a:lnTo>
                  <a:lnTo>
                    <a:pt x="5793126" y="3747318"/>
                  </a:lnTo>
                  <a:lnTo>
                    <a:pt x="5784835" y="3764780"/>
                  </a:lnTo>
                  <a:lnTo>
                    <a:pt x="5740910" y="3851475"/>
                  </a:lnTo>
                  <a:lnTo>
                    <a:pt x="5695706" y="3930364"/>
                  </a:lnTo>
                  <a:lnTo>
                    <a:pt x="5648664" y="4001754"/>
                  </a:lnTo>
                  <a:lnTo>
                    <a:pt x="5599158" y="4066214"/>
                  </a:lnTo>
                  <a:lnTo>
                    <a:pt x="5546532" y="4124415"/>
                  </a:lnTo>
                  <a:lnTo>
                    <a:pt x="5490150" y="4177039"/>
                  </a:lnTo>
                  <a:lnTo>
                    <a:pt x="5429442" y="4224715"/>
                  </a:lnTo>
                  <a:lnTo>
                    <a:pt x="5363970" y="4267989"/>
                  </a:lnTo>
                  <a:lnTo>
                    <a:pt x="5293507" y="4307299"/>
                  </a:lnTo>
                  <a:lnTo>
                    <a:pt x="5218146" y="4342971"/>
                  </a:lnTo>
                  <a:lnTo>
                    <a:pt x="5138418" y="4375214"/>
                  </a:lnTo>
                  <a:lnTo>
                    <a:pt x="5055412" y="4404123"/>
                  </a:lnTo>
                  <a:lnTo>
                    <a:pt x="4970857" y="4429702"/>
                  </a:lnTo>
                  <a:lnTo>
                    <a:pt x="4887132" y="4451892"/>
                  </a:lnTo>
                  <a:lnTo>
                    <a:pt x="4807142" y="4470619"/>
                  </a:lnTo>
                  <a:lnTo>
                    <a:pt x="4734039" y="4485854"/>
                  </a:lnTo>
                  <a:lnTo>
                    <a:pt x="4670794" y="4497664"/>
                  </a:lnTo>
                  <a:lnTo>
                    <a:pt x="4619699" y="4506263"/>
                  </a:lnTo>
                  <a:lnTo>
                    <a:pt x="4581923" y="4512019"/>
                  </a:lnTo>
                  <a:lnTo>
                    <a:pt x="4557236" y="4515438"/>
                  </a:lnTo>
                  <a:lnTo>
                    <a:pt x="4543961" y="4517114"/>
                  </a:lnTo>
                  <a:lnTo>
                    <a:pt x="4539104" y="4517676"/>
                  </a:lnTo>
                  <a:lnTo>
                    <a:pt x="4538543" y="4517736"/>
                  </a:lnTo>
                  <a:lnTo>
                    <a:pt x="4016409" y="4517736"/>
                  </a:lnTo>
                  <a:lnTo>
                    <a:pt x="4015140" y="4517729"/>
                  </a:lnTo>
                  <a:lnTo>
                    <a:pt x="4006845" y="4517679"/>
                  </a:lnTo>
                  <a:lnTo>
                    <a:pt x="3986106" y="4517538"/>
                  </a:lnTo>
                  <a:lnTo>
                    <a:pt x="3949469" y="4517263"/>
                  </a:lnTo>
                  <a:lnTo>
                    <a:pt x="3895756" y="4516812"/>
                  </a:lnTo>
                  <a:lnTo>
                    <a:pt x="3826121" y="4516155"/>
                  </a:lnTo>
                  <a:lnTo>
                    <a:pt x="3743656" y="4515275"/>
                  </a:lnTo>
                  <a:lnTo>
                    <a:pt x="3652616" y="4514166"/>
                  </a:lnTo>
                  <a:lnTo>
                    <a:pt x="3557516" y="4512832"/>
                  </a:lnTo>
                  <a:lnTo>
                    <a:pt x="3462375" y="4511277"/>
                  </a:lnTo>
                  <a:lnTo>
                    <a:pt x="3370279" y="4509505"/>
                  </a:lnTo>
                  <a:lnTo>
                    <a:pt x="3283244" y="4507511"/>
                  </a:lnTo>
                  <a:lnTo>
                    <a:pt x="3202315" y="4505284"/>
                  </a:lnTo>
                  <a:lnTo>
                    <a:pt x="3127762" y="4502802"/>
                  </a:lnTo>
                  <a:lnTo>
                    <a:pt x="3059303" y="4500032"/>
                  </a:lnTo>
                  <a:lnTo>
                    <a:pt x="2996302" y="4496935"/>
                  </a:lnTo>
                  <a:lnTo>
                    <a:pt x="2937919" y="4493463"/>
                  </a:lnTo>
                  <a:lnTo>
                    <a:pt x="2883222" y="4489565"/>
                  </a:lnTo>
                  <a:lnTo>
                    <a:pt x="2831279" y="4485195"/>
                  </a:lnTo>
                  <a:lnTo>
                    <a:pt x="2781233" y="4480319"/>
                  </a:lnTo>
                  <a:lnTo>
                    <a:pt x="2770117" y="4479147"/>
                  </a:lnTo>
                  <a:lnTo>
                    <a:pt x="2716173" y="4473013"/>
                  </a:lnTo>
                  <a:lnTo>
                    <a:pt x="2662748" y="4466232"/>
                  </a:lnTo>
                  <a:lnTo>
                    <a:pt x="2609265" y="4458795"/>
                  </a:lnTo>
                  <a:lnTo>
                    <a:pt x="2555335" y="4450719"/>
                  </a:lnTo>
                  <a:lnTo>
                    <a:pt x="2500739" y="4442044"/>
                  </a:lnTo>
                  <a:lnTo>
                    <a:pt x="2445403" y="4432842"/>
                  </a:lnTo>
                  <a:lnTo>
                    <a:pt x="2389378" y="4423210"/>
                  </a:lnTo>
                  <a:lnTo>
                    <a:pt x="2332822" y="4413270"/>
                  </a:lnTo>
                  <a:lnTo>
                    <a:pt x="2275962" y="4403162"/>
                  </a:lnTo>
                  <a:lnTo>
                    <a:pt x="2219069" y="4393035"/>
                  </a:lnTo>
                  <a:lnTo>
                    <a:pt x="2162419" y="4383042"/>
                  </a:lnTo>
                  <a:lnTo>
                    <a:pt x="2106252" y="4373326"/>
                  </a:lnTo>
                  <a:lnTo>
                    <a:pt x="2050745" y="4364013"/>
                  </a:lnTo>
                  <a:lnTo>
                    <a:pt x="1995977" y="4355208"/>
                  </a:lnTo>
                  <a:lnTo>
                    <a:pt x="1941905" y="4346986"/>
                  </a:lnTo>
                  <a:lnTo>
                    <a:pt x="1888344" y="4339397"/>
                  </a:lnTo>
                  <a:lnTo>
                    <a:pt x="1834950" y="4332461"/>
                  </a:lnTo>
                  <a:lnTo>
                    <a:pt x="1781192" y="4326177"/>
                  </a:lnTo>
                  <a:lnTo>
                    <a:pt x="1768425" y="4324791"/>
                  </a:lnTo>
                  <a:lnTo>
                    <a:pt x="1718703" y="4319800"/>
                  </a:lnTo>
                  <a:lnTo>
                    <a:pt x="1667259" y="4315317"/>
                  </a:lnTo>
                  <a:lnTo>
                    <a:pt x="1613264" y="4311317"/>
                  </a:lnTo>
                  <a:lnTo>
                    <a:pt x="1555796" y="4307753"/>
                  </a:lnTo>
                  <a:lnTo>
                    <a:pt x="1493916" y="4304576"/>
                  </a:lnTo>
                  <a:lnTo>
                    <a:pt x="1426755" y="4301736"/>
                  </a:lnTo>
                  <a:lnTo>
                    <a:pt x="1353618" y="4299192"/>
                  </a:lnTo>
                  <a:lnTo>
                    <a:pt x="1274129" y="4296909"/>
                  </a:lnTo>
                  <a:lnTo>
                    <a:pt x="1188413" y="4294865"/>
                  </a:lnTo>
                  <a:lnTo>
                    <a:pt x="1097320" y="4293043"/>
                  </a:lnTo>
                  <a:lnTo>
                    <a:pt x="1002636" y="4291439"/>
                  </a:lnTo>
                  <a:lnTo>
                    <a:pt x="907204" y="4290055"/>
                  </a:lnTo>
                  <a:lnTo>
                    <a:pt x="814860" y="4288895"/>
                  </a:lnTo>
                  <a:lnTo>
                    <a:pt x="730064" y="4287963"/>
                  </a:lnTo>
                  <a:lnTo>
                    <a:pt x="657205" y="4287257"/>
                  </a:lnTo>
                  <a:lnTo>
                    <a:pt x="599716" y="4286761"/>
                  </a:lnTo>
                  <a:lnTo>
                    <a:pt x="559240" y="4286449"/>
                  </a:lnTo>
                  <a:lnTo>
                    <a:pt x="535136" y="4286282"/>
                  </a:lnTo>
                  <a:lnTo>
                    <a:pt x="524439" y="4286216"/>
                  </a:lnTo>
                  <a:lnTo>
                    <a:pt x="522133" y="4286202"/>
                  </a:lnTo>
                  <a:lnTo>
                    <a:pt x="0" y="4286202"/>
                  </a:lnTo>
                  <a:close/>
                </a:path>
              </a:pathLst>
            </a:custGeom>
            <a:solidFill>
              <a:srgbClr val="B497D6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1728" name="pl1728"/>
            <p:cNvSpPr/>
            <p:nvPr/>
          </p:nvSpPr>
          <p:spPr>
            <a:xfrm>
              <a:off x="386606" y="1230722"/>
              <a:ext cx="8554953" cy="4517736"/>
            </a:xfrm>
            <a:custGeom>
              <a:avLst/>
              <a:pathLst>
                <a:path w="8554953" h="4517736">
                  <a:moveTo>
                    <a:pt x="0" y="4286202"/>
                  </a:moveTo>
                  <a:lnTo>
                    <a:pt x="522133" y="4286202"/>
                  </a:lnTo>
                  <a:lnTo>
                    <a:pt x="523402" y="4286209"/>
                  </a:lnTo>
                  <a:lnTo>
                    <a:pt x="531697" y="4286260"/>
                  </a:lnTo>
                  <a:lnTo>
                    <a:pt x="552436" y="4286401"/>
                  </a:lnTo>
                  <a:lnTo>
                    <a:pt x="589073" y="4286676"/>
                  </a:lnTo>
                  <a:lnTo>
                    <a:pt x="642786" y="4287127"/>
                  </a:lnTo>
                  <a:lnTo>
                    <a:pt x="712422" y="4287784"/>
                  </a:lnTo>
                  <a:lnTo>
                    <a:pt x="794886" y="4288664"/>
                  </a:lnTo>
                  <a:lnTo>
                    <a:pt x="885926" y="4289773"/>
                  </a:lnTo>
                  <a:lnTo>
                    <a:pt x="981026" y="4291107"/>
                  </a:lnTo>
                  <a:lnTo>
                    <a:pt x="1076167" y="4292662"/>
                  </a:lnTo>
                  <a:lnTo>
                    <a:pt x="1168263" y="4294434"/>
                  </a:lnTo>
                  <a:lnTo>
                    <a:pt x="1255298" y="4296428"/>
                  </a:lnTo>
                  <a:lnTo>
                    <a:pt x="1336227" y="4298654"/>
                  </a:lnTo>
                  <a:lnTo>
                    <a:pt x="1410780" y="4301137"/>
                  </a:lnTo>
                  <a:lnTo>
                    <a:pt x="1479239" y="4303906"/>
                  </a:lnTo>
                  <a:lnTo>
                    <a:pt x="1542240" y="4307004"/>
                  </a:lnTo>
                  <a:lnTo>
                    <a:pt x="1600624" y="4310476"/>
                  </a:lnTo>
                  <a:lnTo>
                    <a:pt x="1655320" y="4314373"/>
                  </a:lnTo>
                  <a:lnTo>
                    <a:pt x="1707263" y="4318744"/>
                  </a:lnTo>
                  <a:lnTo>
                    <a:pt x="1757310" y="4323619"/>
                  </a:lnTo>
                  <a:lnTo>
                    <a:pt x="1768425" y="4324791"/>
                  </a:lnTo>
                  <a:lnTo>
                    <a:pt x="1822369" y="4330926"/>
                  </a:lnTo>
                  <a:lnTo>
                    <a:pt x="1875794" y="4337707"/>
                  </a:lnTo>
                  <a:lnTo>
                    <a:pt x="1929278" y="4345144"/>
                  </a:lnTo>
                  <a:lnTo>
                    <a:pt x="1983207" y="4353220"/>
                  </a:lnTo>
                  <a:lnTo>
                    <a:pt x="2037803" y="4361894"/>
                  </a:lnTo>
                  <a:lnTo>
                    <a:pt x="2093140" y="4371096"/>
                  </a:lnTo>
                  <a:lnTo>
                    <a:pt x="2149164" y="4380728"/>
                  </a:lnTo>
                  <a:lnTo>
                    <a:pt x="2205720" y="4390669"/>
                  </a:lnTo>
                  <a:lnTo>
                    <a:pt x="2262580" y="4400777"/>
                  </a:lnTo>
                  <a:lnTo>
                    <a:pt x="2319473" y="4410903"/>
                  </a:lnTo>
                  <a:lnTo>
                    <a:pt x="2376123" y="4420896"/>
                  </a:lnTo>
                  <a:lnTo>
                    <a:pt x="2432290" y="4430613"/>
                  </a:lnTo>
                  <a:lnTo>
                    <a:pt x="2487797" y="4439925"/>
                  </a:lnTo>
                  <a:lnTo>
                    <a:pt x="2542565" y="4448731"/>
                  </a:lnTo>
                  <a:lnTo>
                    <a:pt x="2596637" y="4456953"/>
                  </a:lnTo>
                  <a:lnTo>
                    <a:pt x="2650198" y="4464542"/>
                  </a:lnTo>
                  <a:lnTo>
                    <a:pt x="2703592" y="4471477"/>
                  </a:lnTo>
                  <a:lnTo>
                    <a:pt x="2757351" y="4477762"/>
                  </a:lnTo>
                  <a:lnTo>
                    <a:pt x="2770117" y="4479147"/>
                  </a:lnTo>
                  <a:lnTo>
                    <a:pt x="2819839" y="4484139"/>
                  </a:lnTo>
                  <a:lnTo>
                    <a:pt x="2871283" y="4488621"/>
                  </a:lnTo>
                  <a:lnTo>
                    <a:pt x="2925278" y="4492622"/>
                  </a:lnTo>
                  <a:lnTo>
                    <a:pt x="2982746" y="4496186"/>
                  </a:lnTo>
                  <a:lnTo>
                    <a:pt x="3044626" y="4499363"/>
                  </a:lnTo>
                  <a:lnTo>
                    <a:pt x="3111787" y="4502203"/>
                  </a:lnTo>
                  <a:lnTo>
                    <a:pt x="3184924" y="4504747"/>
                  </a:lnTo>
                  <a:lnTo>
                    <a:pt x="3264414" y="4507029"/>
                  </a:lnTo>
                  <a:lnTo>
                    <a:pt x="3350129" y="4509074"/>
                  </a:lnTo>
                  <a:lnTo>
                    <a:pt x="3441222" y="4510896"/>
                  </a:lnTo>
                  <a:lnTo>
                    <a:pt x="3535906" y="4512500"/>
                  </a:lnTo>
                  <a:lnTo>
                    <a:pt x="3631339" y="4513884"/>
                  </a:lnTo>
                  <a:lnTo>
                    <a:pt x="3723682" y="4515044"/>
                  </a:lnTo>
                  <a:lnTo>
                    <a:pt x="3808479" y="4515976"/>
                  </a:lnTo>
                  <a:lnTo>
                    <a:pt x="3881338" y="4516682"/>
                  </a:lnTo>
                  <a:lnTo>
                    <a:pt x="3938826" y="4517177"/>
                  </a:lnTo>
                  <a:lnTo>
                    <a:pt x="3979302" y="4517489"/>
                  </a:lnTo>
                  <a:lnTo>
                    <a:pt x="4003406" y="4517656"/>
                  </a:lnTo>
                  <a:lnTo>
                    <a:pt x="4014103" y="4517723"/>
                  </a:lnTo>
                  <a:lnTo>
                    <a:pt x="4016394" y="4517736"/>
                  </a:lnTo>
                  <a:lnTo>
                    <a:pt x="4016409" y="4517736"/>
                  </a:lnTo>
                  <a:lnTo>
                    <a:pt x="4538543" y="4517736"/>
                  </a:lnTo>
                  <a:lnTo>
                    <a:pt x="4539428" y="4517641"/>
                  </a:lnTo>
                  <a:lnTo>
                    <a:pt x="4545263" y="4516957"/>
                  </a:lnTo>
                  <a:lnTo>
                    <a:pt x="4560017" y="4515070"/>
                  </a:lnTo>
                  <a:lnTo>
                    <a:pt x="4586509" y="4511351"/>
                  </a:lnTo>
                  <a:lnTo>
                    <a:pt x="4626212" y="4505216"/>
                  </a:lnTo>
                  <a:lnTo>
                    <a:pt x="4679150" y="4496176"/>
                  </a:lnTo>
                  <a:lnTo>
                    <a:pt x="4743969" y="4483885"/>
                  </a:lnTo>
                  <a:lnTo>
                    <a:pt x="4818250" y="4468151"/>
                  </a:lnTo>
                  <a:lnTo>
                    <a:pt x="4898966" y="4448924"/>
                  </a:lnTo>
                  <a:lnTo>
                    <a:pt x="4982979" y="4426244"/>
                  </a:lnTo>
                  <a:lnTo>
                    <a:pt x="5067443" y="4400186"/>
                  </a:lnTo>
                  <a:lnTo>
                    <a:pt x="5150071" y="4370801"/>
                  </a:lnTo>
                  <a:lnTo>
                    <a:pt x="5229225" y="4338076"/>
                  </a:lnTo>
                  <a:lnTo>
                    <a:pt x="5303906" y="4301898"/>
                  </a:lnTo>
                  <a:lnTo>
                    <a:pt x="5373651" y="4262043"/>
                  </a:lnTo>
                  <a:lnTo>
                    <a:pt x="5438421" y="4218169"/>
                  </a:lnTo>
                  <a:lnTo>
                    <a:pt x="5498479" y="4169820"/>
                  </a:lnTo>
                  <a:lnTo>
                    <a:pt x="5554285" y="4116437"/>
                  </a:lnTo>
                  <a:lnTo>
                    <a:pt x="5606424" y="4057382"/>
                  </a:lnTo>
                  <a:lnTo>
                    <a:pt x="5655538" y="3991969"/>
                  </a:lnTo>
                  <a:lnTo>
                    <a:pt x="5702279" y="3919536"/>
                  </a:lnTo>
                  <a:lnTo>
                    <a:pt x="5747268" y="3839539"/>
                  </a:lnTo>
                  <a:lnTo>
                    <a:pt x="5784835" y="3764780"/>
                  </a:lnTo>
                  <a:lnTo>
                    <a:pt x="5815423" y="3698665"/>
                  </a:lnTo>
                  <a:lnTo>
                    <a:pt x="5845748" y="3628580"/>
                  </a:lnTo>
                  <a:lnTo>
                    <a:pt x="5875938" y="3554444"/>
                  </a:lnTo>
                  <a:lnTo>
                    <a:pt x="5906102" y="3476219"/>
                  </a:lnTo>
                  <a:lnTo>
                    <a:pt x="5936326" y="3393912"/>
                  </a:lnTo>
                  <a:lnTo>
                    <a:pt x="5966677" y="3307580"/>
                  </a:lnTo>
                  <a:lnTo>
                    <a:pt x="5997207" y="3217333"/>
                  </a:lnTo>
                  <a:lnTo>
                    <a:pt x="6027951" y="3123335"/>
                  </a:lnTo>
                  <a:lnTo>
                    <a:pt x="6058927" y="3025807"/>
                  </a:lnTo>
                  <a:lnTo>
                    <a:pt x="6090143" y="2925028"/>
                  </a:lnTo>
                  <a:lnTo>
                    <a:pt x="6121589" y="2821330"/>
                  </a:lnTo>
                  <a:lnTo>
                    <a:pt x="6153249" y="2715097"/>
                  </a:lnTo>
                  <a:lnTo>
                    <a:pt x="6185094" y="2606758"/>
                  </a:lnTo>
                  <a:lnTo>
                    <a:pt x="6217087" y="2496785"/>
                  </a:lnTo>
                  <a:lnTo>
                    <a:pt x="6249185" y="2385679"/>
                  </a:lnTo>
                  <a:lnTo>
                    <a:pt x="6281339" y="2273964"/>
                  </a:lnTo>
                  <a:lnTo>
                    <a:pt x="6313501" y="2162175"/>
                  </a:lnTo>
                  <a:lnTo>
                    <a:pt x="6345619" y="2050852"/>
                  </a:lnTo>
                  <a:lnTo>
                    <a:pt x="6377644" y="1940523"/>
                  </a:lnTo>
                  <a:lnTo>
                    <a:pt x="6409533" y="1831695"/>
                  </a:lnTo>
                  <a:lnTo>
                    <a:pt x="6441246" y="1724849"/>
                  </a:lnTo>
                  <a:lnTo>
                    <a:pt x="6472753" y="1620427"/>
                  </a:lnTo>
                  <a:lnTo>
                    <a:pt x="6504032" y="1518825"/>
                  </a:lnTo>
                  <a:lnTo>
                    <a:pt x="6535073" y="1420390"/>
                  </a:lnTo>
                  <a:lnTo>
                    <a:pt x="6565878" y="1325415"/>
                  </a:lnTo>
                  <a:lnTo>
                    <a:pt x="6596463" y="1234137"/>
                  </a:lnTo>
                  <a:lnTo>
                    <a:pt x="6626858" y="1146735"/>
                  </a:lnTo>
                  <a:lnTo>
                    <a:pt x="6657110" y="1063334"/>
                  </a:lnTo>
                  <a:lnTo>
                    <a:pt x="6687283" y="984005"/>
                  </a:lnTo>
                  <a:lnTo>
                    <a:pt x="6717456" y="908767"/>
                  </a:lnTo>
                  <a:lnTo>
                    <a:pt x="6747733" y="837594"/>
                  </a:lnTo>
                  <a:lnTo>
                    <a:pt x="6778236" y="770417"/>
                  </a:lnTo>
                  <a:lnTo>
                    <a:pt x="6786527" y="752956"/>
                  </a:lnTo>
                  <a:lnTo>
                    <a:pt x="6830452" y="666261"/>
                  </a:lnTo>
                  <a:lnTo>
                    <a:pt x="6875656" y="587372"/>
                  </a:lnTo>
                  <a:lnTo>
                    <a:pt x="6922698" y="515982"/>
                  </a:lnTo>
                  <a:lnTo>
                    <a:pt x="6972204" y="451522"/>
                  </a:lnTo>
                  <a:lnTo>
                    <a:pt x="7024830" y="393321"/>
                  </a:lnTo>
                  <a:lnTo>
                    <a:pt x="7081212" y="340697"/>
                  </a:lnTo>
                  <a:lnTo>
                    <a:pt x="7141920" y="293020"/>
                  </a:lnTo>
                  <a:lnTo>
                    <a:pt x="7207392" y="249747"/>
                  </a:lnTo>
                  <a:lnTo>
                    <a:pt x="7277855" y="210437"/>
                  </a:lnTo>
                  <a:lnTo>
                    <a:pt x="7353216" y="174764"/>
                  </a:lnTo>
                  <a:lnTo>
                    <a:pt x="7432944" y="142522"/>
                  </a:lnTo>
                  <a:lnTo>
                    <a:pt x="7515950" y="113613"/>
                  </a:lnTo>
                  <a:lnTo>
                    <a:pt x="7600505" y="88034"/>
                  </a:lnTo>
                  <a:lnTo>
                    <a:pt x="7684230" y="65844"/>
                  </a:lnTo>
                  <a:lnTo>
                    <a:pt x="7764220" y="47117"/>
                  </a:lnTo>
                  <a:lnTo>
                    <a:pt x="7837323" y="31882"/>
                  </a:lnTo>
                  <a:lnTo>
                    <a:pt x="7900568" y="20072"/>
                  </a:lnTo>
                  <a:lnTo>
                    <a:pt x="7951663" y="11473"/>
                  </a:lnTo>
                  <a:lnTo>
                    <a:pt x="7989439" y="5717"/>
                  </a:lnTo>
                  <a:lnTo>
                    <a:pt x="8014126" y="2298"/>
                  </a:lnTo>
                  <a:lnTo>
                    <a:pt x="8027401" y="621"/>
                  </a:lnTo>
                  <a:lnTo>
                    <a:pt x="8032258" y="60"/>
                  </a:lnTo>
                  <a:lnTo>
                    <a:pt x="8032819" y="0"/>
                  </a:lnTo>
                  <a:lnTo>
                    <a:pt x="8554953" y="0"/>
                  </a:lnTo>
                  <a:lnTo>
                    <a:pt x="8554953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729" name="pl1729"/>
            <p:cNvSpPr/>
            <p:nvPr/>
          </p:nvSpPr>
          <p:spPr>
            <a:xfrm>
              <a:off x="386606" y="1225075"/>
              <a:ext cx="8554953" cy="4517736"/>
            </a:xfrm>
            <a:custGeom>
              <a:avLst/>
              <a:pathLst>
                <a:path w="8554953" h="4517736">
                  <a:moveTo>
                    <a:pt x="8554953" y="0"/>
                  </a:moveTo>
                  <a:lnTo>
                    <a:pt x="8032819" y="0"/>
                  </a:lnTo>
                  <a:lnTo>
                    <a:pt x="8031934" y="95"/>
                  </a:lnTo>
                  <a:lnTo>
                    <a:pt x="8026099" y="778"/>
                  </a:lnTo>
                  <a:lnTo>
                    <a:pt x="8011345" y="2666"/>
                  </a:lnTo>
                  <a:lnTo>
                    <a:pt x="7984853" y="6385"/>
                  </a:lnTo>
                  <a:lnTo>
                    <a:pt x="7945150" y="12520"/>
                  </a:lnTo>
                  <a:lnTo>
                    <a:pt x="7892212" y="21560"/>
                  </a:lnTo>
                  <a:lnTo>
                    <a:pt x="7827393" y="33851"/>
                  </a:lnTo>
                  <a:lnTo>
                    <a:pt x="7753112" y="49584"/>
                  </a:lnTo>
                  <a:lnTo>
                    <a:pt x="7672395" y="68812"/>
                  </a:lnTo>
                  <a:lnTo>
                    <a:pt x="7588383" y="91492"/>
                  </a:lnTo>
                  <a:lnTo>
                    <a:pt x="7503919" y="117550"/>
                  </a:lnTo>
                  <a:lnTo>
                    <a:pt x="7421291" y="146934"/>
                  </a:lnTo>
                  <a:lnTo>
                    <a:pt x="7342137" y="179660"/>
                  </a:lnTo>
                  <a:lnTo>
                    <a:pt x="7267456" y="215838"/>
                  </a:lnTo>
                  <a:lnTo>
                    <a:pt x="7197711" y="255693"/>
                  </a:lnTo>
                  <a:lnTo>
                    <a:pt x="7132941" y="299567"/>
                  </a:lnTo>
                  <a:lnTo>
                    <a:pt x="7072883" y="347916"/>
                  </a:lnTo>
                  <a:lnTo>
                    <a:pt x="7017077" y="401299"/>
                  </a:lnTo>
                  <a:lnTo>
                    <a:pt x="6964937" y="460354"/>
                  </a:lnTo>
                  <a:lnTo>
                    <a:pt x="6915824" y="525767"/>
                  </a:lnTo>
                  <a:lnTo>
                    <a:pt x="6869083" y="598200"/>
                  </a:lnTo>
                  <a:lnTo>
                    <a:pt x="6824094" y="678197"/>
                  </a:lnTo>
                  <a:lnTo>
                    <a:pt x="6786527" y="752956"/>
                  </a:lnTo>
                  <a:lnTo>
                    <a:pt x="6755939" y="819071"/>
                  </a:lnTo>
                  <a:lnTo>
                    <a:pt x="6725614" y="889156"/>
                  </a:lnTo>
                  <a:lnTo>
                    <a:pt x="6695424" y="963292"/>
                  </a:lnTo>
                  <a:lnTo>
                    <a:pt x="6665260" y="1041517"/>
                  </a:lnTo>
                  <a:lnTo>
                    <a:pt x="6635036" y="1123824"/>
                  </a:lnTo>
                  <a:lnTo>
                    <a:pt x="6604685" y="1210156"/>
                  </a:lnTo>
                  <a:lnTo>
                    <a:pt x="6574155" y="1300403"/>
                  </a:lnTo>
                  <a:lnTo>
                    <a:pt x="6543411" y="1394401"/>
                  </a:lnTo>
                  <a:lnTo>
                    <a:pt x="6512435" y="1491928"/>
                  </a:lnTo>
                  <a:lnTo>
                    <a:pt x="6481219" y="1592707"/>
                  </a:lnTo>
                  <a:lnTo>
                    <a:pt x="6449773" y="1696406"/>
                  </a:lnTo>
                  <a:lnTo>
                    <a:pt x="6418112" y="1802639"/>
                  </a:lnTo>
                  <a:lnTo>
                    <a:pt x="6386268" y="1910977"/>
                  </a:lnTo>
                  <a:lnTo>
                    <a:pt x="6354275" y="2020951"/>
                  </a:lnTo>
                  <a:lnTo>
                    <a:pt x="6322177" y="2132057"/>
                  </a:lnTo>
                  <a:lnTo>
                    <a:pt x="6290023" y="2243772"/>
                  </a:lnTo>
                  <a:lnTo>
                    <a:pt x="6257861" y="2355560"/>
                  </a:lnTo>
                  <a:lnTo>
                    <a:pt x="6225743" y="2466884"/>
                  </a:lnTo>
                  <a:lnTo>
                    <a:pt x="6193717" y="2577213"/>
                  </a:lnTo>
                  <a:lnTo>
                    <a:pt x="6161829" y="2686041"/>
                  </a:lnTo>
                  <a:lnTo>
                    <a:pt x="6130116" y="2792887"/>
                  </a:lnTo>
                  <a:lnTo>
                    <a:pt x="6098609" y="2897309"/>
                  </a:lnTo>
                  <a:lnTo>
                    <a:pt x="6067330" y="2998911"/>
                  </a:lnTo>
                  <a:lnTo>
                    <a:pt x="6036289" y="3097346"/>
                  </a:lnTo>
                  <a:lnTo>
                    <a:pt x="6005484" y="3192321"/>
                  </a:lnTo>
                  <a:lnTo>
                    <a:pt x="5974899" y="3283599"/>
                  </a:lnTo>
                  <a:lnTo>
                    <a:pt x="5944504" y="3371001"/>
                  </a:lnTo>
                  <a:lnTo>
                    <a:pt x="5914251" y="3454402"/>
                  </a:lnTo>
                  <a:lnTo>
                    <a:pt x="5884079" y="3533731"/>
                  </a:lnTo>
                  <a:lnTo>
                    <a:pt x="5853906" y="3608969"/>
                  </a:lnTo>
                  <a:lnTo>
                    <a:pt x="5823629" y="3680142"/>
                  </a:lnTo>
                  <a:lnTo>
                    <a:pt x="5793126" y="3747318"/>
                  </a:lnTo>
                  <a:lnTo>
                    <a:pt x="5784835" y="3764780"/>
                  </a:lnTo>
                  <a:lnTo>
                    <a:pt x="5740910" y="3851475"/>
                  </a:lnTo>
                  <a:lnTo>
                    <a:pt x="5695706" y="3930364"/>
                  </a:lnTo>
                  <a:lnTo>
                    <a:pt x="5648664" y="4001754"/>
                  </a:lnTo>
                  <a:lnTo>
                    <a:pt x="5599158" y="4066214"/>
                  </a:lnTo>
                  <a:lnTo>
                    <a:pt x="5546532" y="4124415"/>
                  </a:lnTo>
                  <a:lnTo>
                    <a:pt x="5490150" y="4177039"/>
                  </a:lnTo>
                  <a:lnTo>
                    <a:pt x="5429442" y="4224715"/>
                  </a:lnTo>
                  <a:lnTo>
                    <a:pt x="5363970" y="4267989"/>
                  </a:lnTo>
                  <a:lnTo>
                    <a:pt x="5293507" y="4307299"/>
                  </a:lnTo>
                  <a:lnTo>
                    <a:pt x="5218146" y="4342971"/>
                  </a:lnTo>
                  <a:lnTo>
                    <a:pt x="5138418" y="4375214"/>
                  </a:lnTo>
                  <a:lnTo>
                    <a:pt x="5055412" y="4404123"/>
                  </a:lnTo>
                  <a:lnTo>
                    <a:pt x="4970857" y="4429702"/>
                  </a:lnTo>
                  <a:lnTo>
                    <a:pt x="4887132" y="4451892"/>
                  </a:lnTo>
                  <a:lnTo>
                    <a:pt x="4807142" y="4470619"/>
                  </a:lnTo>
                  <a:lnTo>
                    <a:pt x="4734039" y="4485854"/>
                  </a:lnTo>
                  <a:lnTo>
                    <a:pt x="4670794" y="4497664"/>
                  </a:lnTo>
                  <a:lnTo>
                    <a:pt x="4619699" y="4506263"/>
                  </a:lnTo>
                  <a:lnTo>
                    <a:pt x="4581923" y="4512019"/>
                  </a:lnTo>
                  <a:lnTo>
                    <a:pt x="4557236" y="4515438"/>
                  </a:lnTo>
                  <a:lnTo>
                    <a:pt x="4543961" y="4517114"/>
                  </a:lnTo>
                  <a:lnTo>
                    <a:pt x="4539104" y="4517676"/>
                  </a:lnTo>
                  <a:lnTo>
                    <a:pt x="4538543" y="4517736"/>
                  </a:lnTo>
                  <a:lnTo>
                    <a:pt x="4016409" y="4517736"/>
                  </a:lnTo>
                  <a:lnTo>
                    <a:pt x="4015140" y="4517729"/>
                  </a:lnTo>
                  <a:lnTo>
                    <a:pt x="4006845" y="4517679"/>
                  </a:lnTo>
                  <a:lnTo>
                    <a:pt x="3986106" y="4517538"/>
                  </a:lnTo>
                  <a:lnTo>
                    <a:pt x="3949469" y="4517263"/>
                  </a:lnTo>
                  <a:lnTo>
                    <a:pt x="3895756" y="4516812"/>
                  </a:lnTo>
                  <a:lnTo>
                    <a:pt x="3826121" y="4516155"/>
                  </a:lnTo>
                  <a:lnTo>
                    <a:pt x="3743656" y="4515275"/>
                  </a:lnTo>
                  <a:lnTo>
                    <a:pt x="3652616" y="4514166"/>
                  </a:lnTo>
                  <a:lnTo>
                    <a:pt x="3557516" y="4512832"/>
                  </a:lnTo>
                  <a:lnTo>
                    <a:pt x="3462375" y="4511277"/>
                  </a:lnTo>
                  <a:lnTo>
                    <a:pt x="3370279" y="4509505"/>
                  </a:lnTo>
                  <a:lnTo>
                    <a:pt x="3283244" y="4507511"/>
                  </a:lnTo>
                  <a:lnTo>
                    <a:pt x="3202315" y="4505284"/>
                  </a:lnTo>
                  <a:lnTo>
                    <a:pt x="3127762" y="4502802"/>
                  </a:lnTo>
                  <a:lnTo>
                    <a:pt x="3059303" y="4500032"/>
                  </a:lnTo>
                  <a:lnTo>
                    <a:pt x="2996302" y="4496935"/>
                  </a:lnTo>
                  <a:lnTo>
                    <a:pt x="2937919" y="4493463"/>
                  </a:lnTo>
                  <a:lnTo>
                    <a:pt x="2883222" y="4489565"/>
                  </a:lnTo>
                  <a:lnTo>
                    <a:pt x="2831279" y="4485195"/>
                  </a:lnTo>
                  <a:lnTo>
                    <a:pt x="2781233" y="4480319"/>
                  </a:lnTo>
                  <a:lnTo>
                    <a:pt x="2770117" y="4479147"/>
                  </a:lnTo>
                  <a:lnTo>
                    <a:pt x="2716173" y="4473013"/>
                  </a:lnTo>
                  <a:lnTo>
                    <a:pt x="2662748" y="4466232"/>
                  </a:lnTo>
                  <a:lnTo>
                    <a:pt x="2609265" y="4458795"/>
                  </a:lnTo>
                  <a:lnTo>
                    <a:pt x="2555335" y="4450719"/>
                  </a:lnTo>
                  <a:lnTo>
                    <a:pt x="2500739" y="4442044"/>
                  </a:lnTo>
                  <a:lnTo>
                    <a:pt x="2445403" y="4432842"/>
                  </a:lnTo>
                  <a:lnTo>
                    <a:pt x="2389378" y="4423210"/>
                  </a:lnTo>
                  <a:lnTo>
                    <a:pt x="2332822" y="4413270"/>
                  </a:lnTo>
                  <a:lnTo>
                    <a:pt x="2275962" y="4403162"/>
                  </a:lnTo>
                  <a:lnTo>
                    <a:pt x="2219069" y="4393035"/>
                  </a:lnTo>
                  <a:lnTo>
                    <a:pt x="2162419" y="4383042"/>
                  </a:lnTo>
                  <a:lnTo>
                    <a:pt x="2106252" y="4373326"/>
                  </a:lnTo>
                  <a:lnTo>
                    <a:pt x="2050745" y="4364013"/>
                  </a:lnTo>
                  <a:lnTo>
                    <a:pt x="1995977" y="4355208"/>
                  </a:lnTo>
                  <a:lnTo>
                    <a:pt x="1941905" y="4346986"/>
                  </a:lnTo>
                  <a:lnTo>
                    <a:pt x="1888344" y="4339397"/>
                  </a:lnTo>
                  <a:lnTo>
                    <a:pt x="1834950" y="4332461"/>
                  </a:lnTo>
                  <a:lnTo>
                    <a:pt x="1781192" y="4326177"/>
                  </a:lnTo>
                  <a:lnTo>
                    <a:pt x="1768425" y="4324791"/>
                  </a:lnTo>
                  <a:lnTo>
                    <a:pt x="1718703" y="4319800"/>
                  </a:lnTo>
                  <a:lnTo>
                    <a:pt x="1667259" y="4315317"/>
                  </a:lnTo>
                  <a:lnTo>
                    <a:pt x="1613264" y="4311317"/>
                  </a:lnTo>
                  <a:lnTo>
                    <a:pt x="1555796" y="4307753"/>
                  </a:lnTo>
                  <a:lnTo>
                    <a:pt x="1493916" y="4304576"/>
                  </a:lnTo>
                  <a:lnTo>
                    <a:pt x="1426755" y="4301736"/>
                  </a:lnTo>
                  <a:lnTo>
                    <a:pt x="1353618" y="4299192"/>
                  </a:lnTo>
                  <a:lnTo>
                    <a:pt x="1274129" y="4296909"/>
                  </a:lnTo>
                  <a:lnTo>
                    <a:pt x="1188413" y="4294865"/>
                  </a:lnTo>
                  <a:lnTo>
                    <a:pt x="1097320" y="4293043"/>
                  </a:lnTo>
                  <a:lnTo>
                    <a:pt x="1002636" y="4291439"/>
                  </a:lnTo>
                  <a:lnTo>
                    <a:pt x="907204" y="4290055"/>
                  </a:lnTo>
                  <a:lnTo>
                    <a:pt x="814860" y="4288895"/>
                  </a:lnTo>
                  <a:lnTo>
                    <a:pt x="730064" y="4287963"/>
                  </a:lnTo>
                  <a:lnTo>
                    <a:pt x="657205" y="4287257"/>
                  </a:lnTo>
                  <a:lnTo>
                    <a:pt x="599716" y="4286761"/>
                  </a:lnTo>
                  <a:lnTo>
                    <a:pt x="559240" y="4286449"/>
                  </a:lnTo>
                  <a:lnTo>
                    <a:pt x="535136" y="4286282"/>
                  </a:lnTo>
                  <a:lnTo>
                    <a:pt x="524439" y="4286216"/>
                  </a:lnTo>
                  <a:lnTo>
                    <a:pt x="522148" y="4286202"/>
                  </a:lnTo>
                  <a:lnTo>
                    <a:pt x="522133" y="4286202"/>
                  </a:lnTo>
                  <a:lnTo>
                    <a:pt x="0" y="4286202"/>
                  </a:lnTo>
                  <a:lnTo>
                    <a:pt x="0" y="4286202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730" name="pg1730"/>
            <p:cNvSpPr/>
            <p:nvPr/>
          </p:nvSpPr>
          <p:spPr>
            <a:xfrm>
              <a:off x="386606" y="3958306"/>
              <a:ext cx="8554953" cy="2168513"/>
            </a:xfrm>
            <a:custGeom>
              <a:avLst/>
              <a:pathLst>
                <a:path w="8554953" h="2168513">
                  <a:moveTo>
                    <a:pt x="0" y="1569913"/>
                  </a:moveTo>
                  <a:lnTo>
                    <a:pt x="522133" y="1569913"/>
                  </a:lnTo>
                  <a:lnTo>
                    <a:pt x="523397" y="1569931"/>
                  </a:lnTo>
                  <a:lnTo>
                    <a:pt x="531660" y="1570062"/>
                  </a:lnTo>
                  <a:lnTo>
                    <a:pt x="552321" y="1570423"/>
                  </a:lnTo>
                  <a:lnTo>
                    <a:pt x="588828" y="1571133"/>
                  </a:lnTo>
                  <a:lnTo>
                    <a:pt x="642366" y="1572294"/>
                  </a:lnTo>
                  <a:lnTo>
                    <a:pt x="711798" y="1573986"/>
                  </a:lnTo>
                  <a:lnTo>
                    <a:pt x="794056" y="1576253"/>
                  </a:lnTo>
                  <a:lnTo>
                    <a:pt x="884908" y="1579110"/>
                  </a:lnTo>
                  <a:lnTo>
                    <a:pt x="979858" y="1582548"/>
                  </a:lnTo>
                  <a:lnTo>
                    <a:pt x="1074891" y="1586555"/>
                  </a:lnTo>
                  <a:lnTo>
                    <a:pt x="1166923" y="1591123"/>
                  </a:lnTo>
                  <a:lnTo>
                    <a:pt x="1253929" y="1596260"/>
                  </a:lnTo>
                  <a:lnTo>
                    <a:pt x="1334855" y="1601999"/>
                  </a:lnTo>
                  <a:lnTo>
                    <a:pt x="1409423" y="1608396"/>
                  </a:lnTo>
                  <a:lnTo>
                    <a:pt x="1477903" y="1615531"/>
                  </a:lnTo>
                  <a:lnTo>
                    <a:pt x="1540925" y="1623508"/>
                  </a:lnTo>
                  <a:lnTo>
                    <a:pt x="1599323" y="1632450"/>
                  </a:lnTo>
                  <a:lnTo>
                    <a:pt x="1654021" y="1642485"/>
                  </a:lnTo>
                  <a:lnTo>
                    <a:pt x="1705952" y="1653737"/>
                  </a:lnTo>
                  <a:lnTo>
                    <a:pt x="1755970" y="1666290"/>
                  </a:lnTo>
                  <a:lnTo>
                    <a:pt x="1768425" y="1669680"/>
                  </a:lnTo>
                  <a:lnTo>
                    <a:pt x="1820736" y="1685032"/>
                  </a:lnTo>
                  <a:lnTo>
                    <a:pt x="1872539" y="1701954"/>
                  </a:lnTo>
                  <a:lnTo>
                    <a:pt x="1924372" y="1720470"/>
                  </a:lnTo>
                  <a:lnTo>
                    <a:pt x="1976598" y="1740546"/>
                  </a:lnTo>
                  <a:lnTo>
                    <a:pt x="2029434" y="1762093"/>
                  </a:lnTo>
                  <a:lnTo>
                    <a:pt x="2082963" y="1784952"/>
                  </a:lnTo>
                  <a:lnTo>
                    <a:pt x="2137156" y="1808905"/>
                  </a:lnTo>
                  <a:lnTo>
                    <a:pt x="2191889" y="1833674"/>
                  </a:lnTo>
                  <a:lnTo>
                    <a:pt x="2246964" y="1858939"/>
                  </a:lnTo>
                  <a:lnTo>
                    <a:pt x="2302141" y="1884348"/>
                  </a:lnTo>
                  <a:lnTo>
                    <a:pt x="2357168" y="1909544"/>
                  </a:lnTo>
                  <a:lnTo>
                    <a:pt x="2411811" y="1934181"/>
                  </a:lnTo>
                  <a:lnTo>
                    <a:pt x="2465884" y="1957944"/>
                  </a:lnTo>
                  <a:lnTo>
                    <a:pt x="2519280" y="1980567"/>
                  </a:lnTo>
                  <a:lnTo>
                    <a:pt x="2571988" y="2001842"/>
                  </a:lnTo>
                  <a:lnTo>
                    <a:pt x="2624118" y="2021625"/>
                  </a:lnTo>
                  <a:lnTo>
                    <a:pt x="2675912" y="2039836"/>
                  </a:lnTo>
                  <a:lnTo>
                    <a:pt x="2727765" y="2056454"/>
                  </a:lnTo>
                  <a:lnTo>
                    <a:pt x="2770117" y="2068747"/>
                  </a:lnTo>
                  <a:lnTo>
                    <a:pt x="2819771" y="2081635"/>
                  </a:lnTo>
                  <a:lnTo>
                    <a:pt x="2871141" y="2093210"/>
                  </a:lnTo>
                  <a:lnTo>
                    <a:pt x="2925052" y="2103543"/>
                  </a:lnTo>
                  <a:lnTo>
                    <a:pt x="2982423" y="2112749"/>
                  </a:lnTo>
                  <a:lnTo>
                    <a:pt x="3044189" y="2120959"/>
                  </a:lnTo>
                  <a:lnTo>
                    <a:pt x="3111217" y="2128297"/>
                  </a:lnTo>
                  <a:lnTo>
                    <a:pt x="3184200" y="2134872"/>
                  </a:lnTo>
                  <a:lnTo>
                    <a:pt x="3263517" y="2140771"/>
                  </a:lnTo>
                  <a:lnTo>
                    <a:pt x="3349048" y="2146057"/>
                  </a:lnTo>
                  <a:lnTo>
                    <a:pt x="3439957" y="2150767"/>
                  </a:lnTo>
                  <a:lnTo>
                    <a:pt x="3534480" y="2154916"/>
                  </a:lnTo>
                  <a:lnTo>
                    <a:pt x="3629798" y="2158500"/>
                  </a:lnTo>
                  <a:lnTo>
                    <a:pt x="3722106" y="2161505"/>
                  </a:lnTo>
                  <a:lnTo>
                    <a:pt x="3806967" y="2163921"/>
                  </a:lnTo>
                  <a:lnTo>
                    <a:pt x="3879999" y="2165756"/>
                  </a:lnTo>
                  <a:lnTo>
                    <a:pt x="3937757" y="2167046"/>
                  </a:lnTo>
                  <a:lnTo>
                    <a:pt x="3978560" y="2167861"/>
                  </a:lnTo>
                  <a:lnTo>
                    <a:pt x="4002994" y="2168299"/>
                  </a:lnTo>
                  <a:lnTo>
                    <a:pt x="4013958" y="2168477"/>
                  </a:lnTo>
                  <a:lnTo>
                    <a:pt x="4016409" y="2168513"/>
                  </a:lnTo>
                  <a:lnTo>
                    <a:pt x="4538543" y="2168513"/>
                  </a:lnTo>
                  <a:lnTo>
                    <a:pt x="4539740" y="2168451"/>
                  </a:lnTo>
                  <a:lnTo>
                    <a:pt x="4547576" y="2168004"/>
                  </a:lnTo>
                  <a:lnTo>
                    <a:pt x="4567206" y="2166770"/>
                  </a:lnTo>
                  <a:lnTo>
                    <a:pt x="4601985" y="2164346"/>
                  </a:lnTo>
                  <a:lnTo>
                    <a:pt x="4653177" y="2160370"/>
                  </a:lnTo>
                  <a:lnTo>
                    <a:pt x="4719880" y="2154568"/>
                  </a:lnTo>
                  <a:lnTo>
                    <a:pt x="4799342" y="2146774"/>
                  </a:lnTo>
                  <a:lnTo>
                    <a:pt x="4887642" y="2136929"/>
                  </a:lnTo>
                  <a:lnTo>
                    <a:pt x="4980510" y="2125051"/>
                  </a:lnTo>
                  <a:lnTo>
                    <a:pt x="5074039" y="2111186"/>
                  </a:lnTo>
                  <a:lnTo>
                    <a:pt x="5165141" y="2095367"/>
                  </a:lnTo>
                  <a:lnTo>
                    <a:pt x="5251710" y="2077576"/>
                  </a:lnTo>
                  <a:lnTo>
                    <a:pt x="5332570" y="2057724"/>
                  </a:lnTo>
                  <a:lnTo>
                    <a:pt x="5407307" y="2035636"/>
                  </a:lnTo>
                  <a:lnTo>
                    <a:pt x="5476071" y="2011058"/>
                  </a:lnTo>
                  <a:lnTo>
                    <a:pt x="5539382" y="1983652"/>
                  </a:lnTo>
                  <a:lnTo>
                    <a:pt x="5597987" y="1953019"/>
                  </a:lnTo>
                  <a:lnTo>
                    <a:pt x="5652745" y="1918718"/>
                  </a:lnTo>
                  <a:lnTo>
                    <a:pt x="5704544" y="1880314"/>
                  </a:lnTo>
                  <a:lnTo>
                    <a:pt x="5754228" y="1837457"/>
                  </a:lnTo>
                  <a:lnTo>
                    <a:pt x="5784835" y="1808035"/>
                  </a:lnTo>
                  <a:lnTo>
                    <a:pt x="5825895" y="1765039"/>
                  </a:lnTo>
                  <a:lnTo>
                    <a:pt x="5866560" y="1718580"/>
                  </a:lnTo>
                  <a:lnTo>
                    <a:pt x="5907118" y="1668591"/>
                  </a:lnTo>
                  <a:lnTo>
                    <a:pt x="5947788" y="1615073"/>
                  </a:lnTo>
                  <a:lnTo>
                    <a:pt x="5988724" y="1558106"/>
                  </a:lnTo>
                  <a:lnTo>
                    <a:pt x="6030030" y="1497850"/>
                  </a:lnTo>
                  <a:lnTo>
                    <a:pt x="6071757" y="1434558"/>
                  </a:lnTo>
                  <a:lnTo>
                    <a:pt x="6113911" y="1368568"/>
                  </a:lnTo>
                  <a:lnTo>
                    <a:pt x="6156459" y="1300301"/>
                  </a:lnTo>
                  <a:lnTo>
                    <a:pt x="6199334" y="1230255"/>
                  </a:lnTo>
                  <a:lnTo>
                    <a:pt x="6242443" y="1158986"/>
                  </a:lnTo>
                  <a:lnTo>
                    <a:pt x="6285673" y="1087094"/>
                  </a:lnTo>
                  <a:lnTo>
                    <a:pt x="6328903" y="1015202"/>
                  </a:lnTo>
                  <a:lnTo>
                    <a:pt x="6372011" y="943932"/>
                  </a:lnTo>
                  <a:lnTo>
                    <a:pt x="6414887" y="873885"/>
                  </a:lnTo>
                  <a:lnTo>
                    <a:pt x="6457435" y="805618"/>
                  </a:lnTo>
                  <a:lnTo>
                    <a:pt x="6499589" y="739626"/>
                  </a:lnTo>
                  <a:lnTo>
                    <a:pt x="6541316" y="676333"/>
                  </a:lnTo>
                  <a:lnTo>
                    <a:pt x="6582622" y="616077"/>
                  </a:lnTo>
                  <a:lnTo>
                    <a:pt x="6623559" y="559107"/>
                  </a:lnTo>
                  <a:lnTo>
                    <a:pt x="6664228" y="505588"/>
                  </a:lnTo>
                  <a:lnTo>
                    <a:pt x="6704786" y="455598"/>
                  </a:lnTo>
                  <a:lnTo>
                    <a:pt x="6745452" y="409138"/>
                  </a:lnTo>
                  <a:lnTo>
                    <a:pt x="6786527" y="366124"/>
                  </a:lnTo>
                  <a:lnTo>
                    <a:pt x="6835258" y="320367"/>
                  </a:lnTo>
                  <a:lnTo>
                    <a:pt x="6885629" y="279182"/>
                  </a:lnTo>
                  <a:lnTo>
                    <a:pt x="6938417" y="242338"/>
                  </a:lnTo>
                  <a:lnTo>
                    <a:pt x="6994491" y="209442"/>
                  </a:lnTo>
                  <a:lnTo>
                    <a:pt x="7054735" y="180049"/>
                  </a:lnTo>
                  <a:lnTo>
                    <a:pt x="7119979" y="153729"/>
                  </a:lnTo>
                  <a:lnTo>
                    <a:pt x="7190901" y="130104"/>
                  </a:lnTo>
                  <a:lnTo>
                    <a:pt x="7267904" y="108867"/>
                  </a:lnTo>
                  <a:lnTo>
                    <a:pt x="7350953" y="89790"/>
                  </a:lnTo>
                  <a:lnTo>
                    <a:pt x="7439377" y="72732"/>
                  </a:lnTo>
                  <a:lnTo>
                    <a:pt x="7531672" y="57633"/>
                  </a:lnTo>
                  <a:lnTo>
                    <a:pt x="7625366" y="44495"/>
                  </a:lnTo>
                  <a:lnTo>
                    <a:pt x="7717037" y="33362"/>
                  </a:lnTo>
                  <a:lnTo>
                    <a:pt x="7802574" y="24275"/>
                  </a:lnTo>
                  <a:lnTo>
                    <a:pt x="7877743" y="17227"/>
                  </a:lnTo>
                  <a:lnTo>
                    <a:pt x="7938960" y="12124"/>
                  </a:lnTo>
                  <a:lnTo>
                    <a:pt x="7984093" y="8757"/>
                  </a:lnTo>
                  <a:lnTo>
                    <a:pt x="8013022" y="6817"/>
                  </a:lnTo>
                  <a:lnTo>
                    <a:pt x="8027810" y="5921"/>
                  </a:lnTo>
                  <a:lnTo>
                    <a:pt x="8032512" y="5662"/>
                  </a:lnTo>
                  <a:lnTo>
                    <a:pt x="8032819" y="5647"/>
                  </a:lnTo>
                  <a:lnTo>
                    <a:pt x="8554953" y="5647"/>
                  </a:lnTo>
                  <a:lnTo>
                    <a:pt x="8554953" y="0"/>
                  </a:lnTo>
                  <a:lnTo>
                    <a:pt x="8032819" y="0"/>
                  </a:lnTo>
                  <a:lnTo>
                    <a:pt x="8031622" y="62"/>
                  </a:lnTo>
                  <a:lnTo>
                    <a:pt x="8023786" y="508"/>
                  </a:lnTo>
                  <a:lnTo>
                    <a:pt x="8004156" y="1742"/>
                  </a:lnTo>
                  <a:lnTo>
                    <a:pt x="7969377" y="4167"/>
                  </a:lnTo>
                  <a:lnTo>
                    <a:pt x="7918185" y="8143"/>
                  </a:lnTo>
                  <a:lnTo>
                    <a:pt x="7851482" y="13945"/>
                  </a:lnTo>
                  <a:lnTo>
                    <a:pt x="7772020" y="21739"/>
                  </a:lnTo>
                  <a:lnTo>
                    <a:pt x="7683720" y="31583"/>
                  </a:lnTo>
                  <a:lnTo>
                    <a:pt x="7590852" y="43462"/>
                  </a:lnTo>
                  <a:lnTo>
                    <a:pt x="7497323" y="57327"/>
                  </a:lnTo>
                  <a:lnTo>
                    <a:pt x="7406221" y="73146"/>
                  </a:lnTo>
                  <a:lnTo>
                    <a:pt x="7319652" y="90936"/>
                  </a:lnTo>
                  <a:lnTo>
                    <a:pt x="7238792" y="110789"/>
                  </a:lnTo>
                  <a:lnTo>
                    <a:pt x="7164055" y="132876"/>
                  </a:lnTo>
                  <a:lnTo>
                    <a:pt x="7095291" y="157455"/>
                  </a:lnTo>
                  <a:lnTo>
                    <a:pt x="7031980" y="184861"/>
                  </a:lnTo>
                  <a:lnTo>
                    <a:pt x="6973375" y="215494"/>
                  </a:lnTo>
                  <a:lnTo>
                    <a:pt x="6918617" y="249795"/>
                  </a:lnTo>
                  <a:lnTo>
                    <a:pt x="6866818" y="288199"/>
                  </a:lnTo>
                  <a:lnTo>
                    <a:pt x="6817134" y="331056"/>
                  </a:lnTo>
                  <a:lnTo>
                    <a:pt x="6786527" y="360477"/>
                  </a:lnTo>
                  <a:lnTo>
                    <a:pt x="6745467" y="403474"/>
                  </a:lnTo>
                  <a:lnTo>
                    <a:pt x="6704802" y="449933"/>
                  </a:lnTo>
                  <a:lnTo>
                    <a:pt x="6664243" y="499922"/>
                  </a:lnTo>
                  <a:lnTo>
                    <a:pt x="6623574" y="553439"/>
                  </a:lnTo>
                  <a:lnTo>
                    <a:pt x="6582638" y="610407"/>
                  </a:lnTo>
                  <a:lnTo>
                    <a:pt x="6541332" y="670662"/>
                  </a:lnTo>
                  <a:lnTo>
                    <a:pt x="6499605" y="733955"/>
                  </a:lnTo>
                  <a:lnTo>
                    <a:pt x="6457451" y="799945"/>
                  </a:lnTo>
                  <a:lnTo>
                    <a:pt x="6414903" y="868211"/>
                  </a:lnTo>
                  <a:lnTo>
                    <a:pt x="6372028" y="938258"/>
                  </a:lnTo>
                  <a:lnTo>
                    <a:pt x="6328919" y="1009527"/>
                  </a:lnTo>
                  <a:lnTo>
                    <a:pt x="6285689" y="1081419"/>
                  </a:lnTo>
                  <a:lnTo>
                    <a:pt x="6242459" y="1153311"/>
                  </a:lnTo>
                  <a:lnTo>
                    <a:pt x="6199351" y="1224581"/>
                  </a:lnTo>
                  <a:lnTo>
                    <a:pt x="6156475" y="1294628"/>
                  </a:lnTo>
                  <a:lnTo>
                    <a:pt x="6113927" y="1362895"/>
                  </a:lnTo>
                  <a:lnTo>
                    <a:pt x="6071773" y="1428886"/>
                  </a:lnTo>
                  <a:lnTo>
                    <a:pt x="6030046" y="1492180"/>
                  </a:lnTo>
                  <a:lnTo>
                    <a:pt x="5988740" y="1552436"/>
                  </a:lnTo>
                  <a:lnTo>
                    <a:pt x="5947803" y="1609405"/>
                  </a:lnTo>
                  <a:lnTo>
                    <a:pt x="5907134" y="1662924"/>
                  </a:lnTo>
                  <a:lnTo>
                    <a:pt x="5866576" y="1712914"/>
                  </a:lnTo>
                  <a:lnTo>
                    <a:pt x="5825910" y="1759374"/>
                  </a:lnTo>
                  <a:lnTo>
                    <a:pt x="5784835" y="1802388"/>
                  </a:lnTo>
                  <a:lnTo>
                    <a:pt x="5736104" y="1848146"/>
                  </a:lnTo>
                  <a:lnTo>
                    <a:pt x="5685733" y="1889331"/>
                  </a:lnTo>
                  <a:lnTo>
                    <a:pt x="5632945" y="1926174"/>
                  </a:lnTo>
                  <a:lnTo>
                    <a:pt x="5576871" y="1959071"/>
                  </a:lnTo>
                  <a:lnTo>
                    <a:pt x="5516627" y="1988464"/>
                  </a:lnTo>
                  <a:lnTo>
                    <a:pt x="5451383" y="2014783"/>
                  </a:lnTo>
                  <a:lnTo>
                    <a:pt x="5380461" y="2038408"/>
                  </a:lnTo>
                  <a:lnTo>
                    <a:pt x="5303458" y="2059646"/>
                  </a:lnTo>
                  <a:lnTo>
                    <a:pt x="5220409" y="2078723"/>
                  </a:lnTo>
                  <a:lnTo>
                    <a:pt x="5131985" y="2095780"/>
                  </a:lnTo>
                  <a:lnTo>
                    <a:pt x="5039690" y="2110880"/>
                  </a:lnTo>
                  <a:lnTo>
                    <a:pt x="4945995" y="2124018"/>
                  </a:lnTo>
                  <a:lnTo>
                    <a:pt x="4854325" y="2135151"/>
                  </a:lnTo>
                  <a:lnTo>
                    <a:pt x="4768788" y="2144238"/>
                  </a:lnTo>
                  <a:lnTo>
                    <a:pt x="4693619" y="2151286"/>
                  </a:lnTo>
                  <a:lnTo>
                    <a:pt x="4632402" y="2156389"/>
                  </a:lnTo>
                  <a:lnTo>
                    <a:pt x="4587269" y="2159756"/>
                  </a:lnTo>
                  <a:lnTo>
                    <a:pt x="4558340" y="2161696"/>
                  </a:lnTo>
                  <a:lnTo>
                    <a:pt x="4543552" y="2162592"/>
                  </a:lnTo>
                  <a:lnTo>
                    <a:pt x="4538850" y="2162850"/>
                  </a:lnTo>
                  <a:lnTo>
                    <a:pt x="4538543" y="2162866"/>
                  </a:lnTo>
                  <a:lnTo>
                    <a:pt x="4016409" y="2162866"/>
                  </a:lnTo>
                  <a:lnTo>
                    <a:pt x="4015145" y="2162848"/>
                  </a:lnTo>
                  <a:lnTo>
                    <a:pt x="4006882" y="2162717"/>
                  </a:lnTo>
                  <a:lnTo>
                    <a:pt x="3986221" y="2162356"/>
                  </a:lnTo>
                  <a:lnTo>
                    <a:pt x="3949714" y="2161646"/>
                  </a:lnTo>
                  <a:lnTo>
                    <a:pt x="3896177" y="2160485"/>
                  </a:lnTo>
                  <a:lnTo>
                    <a:pt x="3826744" y="2158793"/>
                  </a:lnTo>
                  <a:lnTo>
                    <a:pt x="3744486" y="2156526"/>
                  </a:lnTo>
                  <a:lnTo>
                    <a:pt x="3653634" y="2153669"/>
                  </a:lnTo>
                  <a:lnTo>
                    <a:pt x="3558684" y="2150231"/>
                  </a:lnTo>
                  <a:lnTo>
                    <a:pt x="3463651" y="2146224"/>
                  </a:lnTo>
                  <a:lnTo>
                    <a:pt x="3371620" y="2141656"/>
                  </a:lnTo>
                  <a:lnTo>
                    <a:pt x="3284614" y="2136519"/>
                  </a:lnTo>
                  <a:lnTo>
                    <a:pt x="3203687" y="2130780"/>
                  </a:lnTo>
                  <a:lnTo>
                    <a:pt x="3129119" y="2124383"/>
                  </a:lnTo>
                  <a:lnTo>
                    <a:pt x="3060639" y="2117248"/>
                  </a:lnTo>
                  <a:lnTo>
                    <a:pt x="2997617" y="2109271"/>
                  </a:lnTo>
                  <a:lnTo>
                    <a:pt x="2939220" y="2100330"/>
                  </a:lnTo>
                  <a:lnTo>
                    <a:pt x="2884521" y="2090294"/>
                  </a:lnTo>
                  <a:lnTo>
                    <a:pt x="2832591" y="2079042"/>
                  </a:lnTo>
                  <a:lnTo>
                    <a:pt x="2782572" y="2066489"/>
                  </a:lnTo>
                  <a:lnTo>
                    <a:pt x="2770117" y="2063099"/>
                  </a:lnTo>
                  <a:lnTo>
                    <a:pt x="2717806" y="2047747"/>
                  </a:lnTo>
                  <a:lnTo>
                    <a:pt x="2666003" y="2030825"/>
                  </a:lnTo>
                  <a:lnTo>
                    <a:pt x="2614170" y="2012309"/>
                  </a:lnTo>
                  <a:lnTo>
                    <a:pt x="2561944" y="1992233"/>
                  </a:lnTo>
                  <a:lnTo>
                    <a:pt x="2509109" y="1970686"/>
                  </a:lnTo>
                  <a:lnTo>
                    <a:pt x="2455579" y="1947827"/>
                  </a:lnTo>
                  <a:lnTo>
                    <a:pt x="2401386" y="1923874"/>
                  </a:lnTo>
                  <a:lnTo>
                    <a:pt x="2346653" y="1899105"/>
                  </a:lnTo>
                  <a:lnTo>
                    <a:pt x="2291578" y="1873840"/>
                  </a:lnTo>
                  <a:lnTo>
                    <a:pt x="2236401" y="1848431"/>
                  </a:lnTo>
                  <a:lnTo>
                    <a:pt x="2181374" y="1823235"/>
                  </a:lnTo>
                  <a:lnTo>
                    <a:pt x="2126731" y="1798598"/>
                  </a:lnTo>
                  <a:lnTo>
                    <a:pt x="2072658" y="1774835"/>
                  </a:lnTo>
                  <a:lnTo>
                    <a:pt x="2019262" y="1752212"/>
                  </a:lnTo>
                  <a:lnTo>
                    <a:pt x="1966554" y="1730937"/>
                  </a:lnTo>
                  <a:lnTo>
                    <a:pt x="1914424" y="1711154"/>
                  </a:lnTo>
                  <a:lnTo>
                    <a:pt x="1862631" y="1692943"/>
                  </a:lnTo>
                  <a:lnTo>
                    <a:pt x="1810777" y="1676325"/>
                  </a:lnTo>
                  <a:lnTo>
                    <a:pt x="1768425" y="1664033"/>
                  </a:lnTo>
                  <a:lnTo>
                    <a:pt x="1718772" y="1651144"/>
                  </a:lnTo>
                  <a:lnTo>
                    <a:pt x="1667402" y="1639569"/>
                  </a:lnTo>
                  <a:lnTo>
                    <a:pt x="1613491" y="1629236"/>
                  </a:lnTo>
                  <a:lnTo>
                    <a:pt x="1556119" y="1620030"/>
                  </a:lnTo>
                  <a:lnTo>
                    <a:pt x="1494353" y="1611820"/>
                  </a:lnTo>
                  <a:lnTo>
                    <a:pt x="1427325" y="1604482"/>
                  </a:lnTo>
                  <a:lnTo>
                    <a:pt x="1354342" y="1597907"/>
                  </a:lnTo>
                  <a:lnTo>
                    <a:pt x="1275025" y="1592008"/>
                  </a:lnTo>
                  <a:lnTo>
                    <a:pt x="1189494" y="1586722"/>
                  </a:lnTo>
                  <a:lnTo>
                    <a:pt x="1098585" y="1582012"/>
                  </a:lnTo>
                  <a:lnTo>
                    <a:pt x="1004062" y="1577863"/>
                  </a:lnTo>
                  <a:lnTo>
                    <a:pt x="908744" y="1574279"/>
                  </a:lnTo>
                  <a:lnTo>
                    <a:pt x="816437" y="1571274"/>
                  </a:lnTo>
                  <a:lnTo>
                    <a:pt x="731576" y="1568858"/>
                  </a:lnTo>
                  <a:lnTo>
                    <a:pt x="658543" y="1567023"/>
                  </a:lnTo>
                  <a:lnTo>
                    <a:pt x="600785" y="1565733"/>
                  </a:lnTo>
                  <a:lnTo>
                    <a:pt x="559982" y="1564918"/>
                  </a:lnTo>
                  <a:lnTo>
                    <a:pt x="535549" y="1564480"/>
                  </a:lnTo>
                  <a:lnTo>
                    <a:pt x="524584" y="1564302"/>
                  </a:lnTo>
                  <a:lnTo>
                    <a:pt x="522133" y="1564266"/>
                  </a:lnTo>
                  <a:lnTo>
                    <a:pt x="0" y="1564266"/>
                  </a:lnTo>
                  <a:close/>
                </a:path>
              </a:pathLst>
            </a:custGeom>
            <a:solidFill>
              <a:srgbClr val="B497D6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1731" name="pl1731"/>
            <p:cNvSpPr/>
            <p:nvPr/>
          </p:nvSpPr>
          <p:spPr>
            <a:xfrm>
              <a:off x="386606" y="3963953"/>
              <a:ext cx="8554953" cy="2162866"/>
            </a:xfrm>
            <a:custGeom>
              <a:avLst/>
              <a:pathLst>
                <a:path w="8554953" h="2162866">
                  <a:moveTo>
                    <a:pt x="0" y="1564266"/>
                  </a:moveTo>
                  <a:lnTo>
                    <a:pt x="522133" y="1564266"/>
                  </a:lnTo>
                  <a:lnTo>
                    <a:pt x="523397" y="1564284"/>
                  </a:lnTo>
                  <a:lnTo>
                    <a:pt x="531660" y="1564415"/>
                  </a:lnTo>
                  <a:lnTo>
                    <a:pt x="552321" y="1564776"/>
                  </a:lnTo>
                  <a:lnTo>
                    <a:pt x="588828" y="1565485"/>
                  </a:lnTo>
                  <a:lnTo>
                    <a:pt x="642366" y="1566647"/>
                  </a:lnTo>
                  <a:lnTo>
                    <a:pt x="711798" y="1568339"/>
                  </a:lnTo>
                  <a:lnTo>
                    <a:pt x="794056" y="1570606"/>
                  </a:lnTo>
                  <a:lnTo>
                    <a:pt x="884908" y="1573462"/>
                  </a:lnTo>
                  <a:lnTo>
                    <a:pt x="979858" y="1576901"/>
                  </a:lnTo>
                  <a:lnTo>
                    <a:pt x="1074891" y="1580908"/>
                  </a:lnTo>
                  <a:lnTo>
                    <a:pt x="1166923" y="1585476"/>
                  </a:lnTo>
                  <a:lnTo>
                    <a:pt x="1253929" y="1590613"/>
                  </a:lnTo>
                  <a:lnTo>
                    <a:pt x="1334855" y="1596352"/>
                  </a:lnTo>
                  <a:lnTo>
                    <a:pt x="1409423" y="1602748"/>
                  </a:lnTo>
                  <a:lnTo>
                    <a:pt x="1477903" y="1609883"/>
                  </a:lnTo>
                  <a:lnTo>
                    <a:pt x="1540925" y="1617861"/>
                  </a:lnTo>
                  <a:lnTo>
                    <a:pt x="1599323" y="1626802"/>
                  </a:lnTo>
                  <a:lnTo>
                    <a:pt x="1654021" y="1636838"/>
                  </a:lnTo>
                  <a:lnTo>
                    <a:pt x="1705952" y="1648090"/>
                  </a:lnTo>
                  <a:lnTo>
                    <a:pt x="1755970" y="1660643"/>
                  </a:lnTo>
                  <a:lnTo>
                    <a:pt x="1768425" y="1664033"/>
                  </a:lnTo>
                  <a:lnTo>
                    <a:pt x="1820736" y="1679385"/>
                  </a:lnTo>
                  <a:lnTo>
                    <a:pt x="1872539" y="1696307"/>
                  </a:lnTo>
                  <a:lnTo>
                    <a:pt x="1924372" y="1714822"/>
                  </a:lnTo>
                  <a:lnTo>
                    <a:pt x="1976598" y="1734899"/>
                  </a:lnTo>
                  <a:lnTo>
                    <a:pt x="2029434" y="1756446"/>
                  </a:lnTo>
                  <a:lnTo>
                    <a:pt x="2082963" y="1779305"/>
                  </a:lnTo>
                  <a:lnTo>
                    <a:pt x="2137156" y="1803258"/>
                  </a:lnTo>
                  <a:lnTo>
                    <a:pt x="2191889" y="1828027"/>
                  </a:lnTo>
                  <a:lnTo>
                    <a:pt x="2246964" y="1853291"/>
                  </a:lnTo>
                  <a:lnTo>
                    <a:pt x="2302141" y="1878701"/>
                  </a:lnTo>
                  <a:lnTo>
                    <a:pt x="2357168" y="1903897"/>
                  </a:lnTo>
                  <a:lnTo>
                    <a:pt x="2411811" y="1928534"/>
                  </a:lnTo>
                  <a:lnTo>
                    <a:pt x="2465884" y="1952297"/>
                  </a:lnTo>
                  <a:lnTo>
                    <a:pt x="2519280" y="1974920"/>
                  </a:lnTo>
                  <a:lnTo>
                    <a:pt x="2571988" y="1996195"/>
                  </a:lnTo>
                  <a:lnTo>
                    <a:pt x="2624118" y="2015978"/>
                  </a:lnTo>
                  <a:lnTo>
                    <a:pt x="2675912" y="2034189"/>
                  </a:lnTo>
                  <a:lnTo>
                    <a:pt x="2727765" y="2050807"/>
                  </a:lnTo>
                  <a:lnTo>
                    <a:pt x="2770117" y="2063099"/>
                  </a:lnTo>
                  <a:lnTo>
                    <a:pt x="2819771" y="2075988"/>
                  </a:lnTo>
                  <a:lnTo>
                    <a:pt x="2871141" y="2087563"/>
                  </a:lnTo>
                  <a:lnTo>
                    <a:pt x="2925052" y="2097896"/>
                  </a:lnTo>
                  <a:lnTo>
                    <a:pt x="2982423" y="2107102"/>
                  </a:lnTo>
                  <a:lnTo>
                    <a:pt x="3044189" y="2115312"/>
                  </a:lnTo>
                  <a:lnTo>
                    <a:pt x="3111217" y="2122650"/>
                  </a:lnTo>
                  <a:lnTo>
                    <a:pt x="3184200" y="2129225"/>
                  </a:lnTo>
                  <a:lnTo>
                    <a:pt x="3263517" y="2135124"/>
                  </a:lnTo>
                  <a:lnTo>
                    <a:pt x="3349048" y="2140410"/>
                  </a:lnTo>
                  <a:lnTo>
                    <a:pt x="3439957" y="2145120"/>
                  </a:lnTo>
                  <a:lnTo>
                    <a:pt x="3534480" y="2149269"/>
                  </a:lnTo>
                  <a:lnTo>
                    <a:pt x="3629798" y="2152853"/>
                  </a:lnTo>
                  <a:lnTo>
                    <a:pt x="3722106" y="2155858"/>
                  </a:lnTo>
                  <a:lnTo>
                    <a:pt x="3806967" y="2158274"/>
                  </a:lnTo>
                  <a:lnTo>
                    <a:pt x="3879999" y="2160109"/>
                  </a:lnTo>
                  <a:lnTo>
                    <a:pt x="3937757" y="2161399"/>
                  </a:lnTo>
                  <a:lnTo>
                    <a:pt x="3978560" y="2162214"/>
                  </a:lnTo>
                  <a:lnTo>
                    <a:pt x="4002994" y="2162652"/>
                  </a:lnTo>
                  <a:lnTo>
                    <a:pt x="4013958" y="2162830"/>
                  </a:lnTo>
                  <a:lnTo>
                    <a:pt x="4016388" y="2162866"/>
                  </a:lnTo>
                  <a:lnTo>
                    <a:pt x="4016409" y="2162866"/>
                  </a:lnTo>
                  <a:lnTo>
                    <a:pt x="4538543" y="2162866"/>
                  </a:lnTo>
                  <a:lnTo>
                    <a:pt x="4539740" y="2162804"/>
                  </a:lnTo>
                  <a:lnTo>
                    <a:pt x="4547576" y="2162357"/>
                  </a:lnTo>
                  <a:lnTo>
                    <a:pt x="4567206" y="2161123"/>
                  </a:lnTo>
                  <a:lnTo>
                    <a:pt x="4601985" y="2158699"/>
                  </a:lnTo>
                  <a:lnTo>
                    <a:pt x="4653177" y="2154723"/>
                  </a:lnTo>
                  <a:lnTo>
                    <a:pt x="4719880" y="2148920"/>
                  </a:lnTo>
                  <a:lnTo>
                    <a:pt x="4799342" y="2141127"/>
                  </a:lnTo>
                  <a:lnTo>
                    <a:pt x="4887642" y="2131282"/>
                  </a:lnTo>
                  <a:lnTo>
                    <a:pt x="4980510" y="2119404"/>
                  </a:lnTo>
                  <a:lnTo>
                    <a:pt x="5074039" y="2105539"/>
                  </a:lnTo>
                  <a:lnTo>
                    <a:pt x="5165141" y="2089720"/>
                  </a:lnTo>
                  <a:lnTo>
                    <a:pt x="5251710" y="2071929"/>
                  </a:lnTo>
                  <a:lnTo>
                    <a:pt x="5332570" y="2052077"/>
                  </a:lnTo>
                  <a:lnTo>
                    <a:pt x="5407307" y="2029989"/>
                  </a:lnTo>
                  <a:lnTo>
                    <a:pt x="5476071" y="2005410"/>
                  </a:lnTo>
                  <a:lnTo>
                    <a:pt x="5539382" y="1978005"/>
                  </a:lnTo>
                  <a:lnTo>
                    <a:pt x="5597987" y="1947372"/>
                  </a:lnTo>
                  <a:lnTo>
                    <a:pt x="5652745" y="1913071"/>
                  </a:lnTo>
                  <a:lnTo>
                    <a:pt x="5704544" y="1874667"/>
                  </a:lnTo>
                  <a:lnTo>
                    <a:pt x="5754228" y="1831810"/>
                  </a:lnTo>
                  <a:lnTo>
                    <a:pt x="5784835" y="1802388"/>
                  </a:lnTo>
                  <a:lnTo>
                    <a:pt x="5825895" y="1759392"/>
                  </a:lnTo>
                  <a:lnTo>
                    <a:pt x="5866560" y="1712933"/>
                  </a:lnTo>
                  <a:lnTo>
                    <a:pt x="5907118" y="1662944"/>
                  </a:lnTo>
                  <a:lnTo>
                    <a:pt x="5947788" y="1609426"/>
                  </a:lnTo>
                  <a:lnTo>
                    <a:pt x="5988724" y="1552458"/>
                  </a:lnTo>
                  <a:lnTo>
                    <a:pt x="6030030" y="1492203"/>
                  </a:lnTo>
                  <a:lnTo>
                    <a:pt x="6071757" y="1428911"/>
                  </a:lnTo>
                  <a:lnTo>
                    <a:pt x="6113911" y="1362921"/>
                  </a:lnTo>
                  <a:lnTo>
                    <a:pt x="6156459" y="1294654"/>
                  </a:lnTo>
                  <a:lnTo>
                    <a:pt x="6199334" y="1224608"/>
                  </a:lnTo>
                  <a:lnTo>
                    <a:pt x="6242443" y="1153338"/>
                  </a:lnTo>
                  <a:lnTo>
                    <a:pt x="6285673" y="1081446"/>
                  </a:lnTo>
                  <a:lnTo>
                    <a:pt x="6328903" y="1009554"/>
                  </a:lnTo>
                  <a:lnTo>
                    <a:pt x="6372011" y="938285"/>
                  </a:lnTo>
                  <a:lnTo>
                    <a:pt x="6414887" y="868238"/>
                  </a:lnTo>
                  <a:lnTo>
                    <a:pt x="6457435" y="799970"/>
                  </a:lnTo>
                  <a:lnTo>
                    <a:pt x="6499589" y="733979"/>
                  </a:lnTo>
                  <a:lnTo>
                    <a:pt x="6541316" y="670686"/>
                  </a:lnTo>
                  <a:lnTo>
                    <a:pt x="6582622" y="610430"/>
                  </a:lnTo>
                  <a:lnTo>
                    <a:pt x="6623559" y="553460"/>
                  </a:lnTo>
                  <a:lnTo>
                    <a:pt x="6664228" y="499941"/>
                  </a:lnTo>
                  <a:lnTo>
                    <a:pt x="6704786" y="449951"/>
                  </a:lnTo>
                  <a:lnTo>
                    <a:pt x="6745452" y="403491"/>
                  </a:lnTo>
                  <a:lnTo>
                    <a:pt x="6786512" y="360493"/>
                  </a:lnTo>
                  <a:lnTo>
                    <a:pt x="6786527" y="360477"/>
                  </a:lnTo>
                  <a:lnTo>
                    <a:pt x="6835258" y="314719"/>
                  </a:lnTo>
                  <a:lnTo>
                    <a:pt x="6885629" y="273535"/>
                  </a:lnTo>
                  <a:lnTo>
                    <a:pt x="6938417" y="236691"/>
                  </a:lnTo>
                  <a:lnTo>
                    <a:pt x="6994491" y="203795"/>
                  </a:lnTo>
                  <a:lnTo>
                    <a:pt x="7054735" y="174402"/>
                  </a:lnTo>
                  <a:lnTo>
                    <a:pt x="7119979" y="148082"/>
                  </a:lnTo>
                  <a:lnTo>
                    <a:pt x="7190901" y="124457"/>
                  </a:lnTo>
                  <a:lnTo>
                    <a:pt x="7267904" y="103219"/>
                  </a:lnTo>
                  <a:lnTo>
                    <a:pt x="7350953" y="84143"/>
                  </a:lnTo>
                  <a:lnTo>
                    <a:pt x="7439377" y="67085"/>
                  </a:lnTo>
                  <a:lnTo>
                    <a:pt x="7531672" y="51986"/>
                  </a:lnTo>
                  <a:lnTo>
                    <a:pt x="7625366" y="38848"/>
                  </a:lnTo>
                  <a:lnTo>
                    <a:pt x="7717037" y="27715"/>
                  </a:lnTo>
                  <a:lnTo>
                    <a:pt x="7802574" y="18627"/>
                  </a:lnTo>
                  <a:lnTo>
                    <a:pt x="7877743" y="11580"/>
                  </a:lnTo>
                  <a:lnTo>
                    <a:pt x="7938960" y="6476"/>
                  </a:lnTo>
                  <a:lnTo>
                    <a:pt x="7984093" y="3110"/>
                  </a:lnTo>
                  <a:lnTo>
                    <a:pt x="8013022" y="1170"/>
                  </a:lnTo>
                  <a:lnTo>
                    <a:pt x="8027810" y="274"/>
                  </a:lnTo>
                  <a:lnTo>
                    <a:pt x="8032512" y="15"/>
                  </a:lnTo>
                  <a:lnTo>
                    <a:pt x="8032819" y="0"/>
                  </a:lnTo>
                  <a:lnTo>
                    <a:pt x="8554953" y="0"/>
                  </a:lnTo>
                  <a:lnTo>
                    <a:pt x="8554953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732" name="pl1732"/>
            <p:cNvSpPr/>
            <p:nvPr/>
          </p:nvSpPr>
          <p:spPr>
            <a:xfrm>
              <a:off x="386606" y="3958306"/>
              <a:ext cx="8554953" cy="2162866"/>
            </a:xfrm>
            <a:custGeom>
              <a:avLst/>
              <a:pathLst>
                <a:path w="8554953" h="2162866">
                  <a:moveTo>
                    <a:pt x="8554953" y="0"/>
                  </a:moveTo>
                  <a:lnTo>
                    <a:pt x="8032819" y="0"/>
                  </a:lnTo>
                  <a:lnTo>
                    <a:pt x="8031622" y="62"/>
                  </a:lnTo>
                  <a:lnTo>
                    <a:pt x="8023786" y="508"/>
                  </a:lnTo>
                  <a:lnTo>
                    <a:pt x="8004156" y="1742"/>
                  </a:lnTo>
                  <a:lnTo>
                    <a:pt x="7969377" y="4167"/>
                  </a:lnTo>
                  <a:lnTo>
                    <a:pt x="7918185" y="8143"/>
                  </a:lnTo>
                  <a:lnTo>
                    <a:pt x="7851482" y="13945"/>
                  </a:lnTo>
                  <a:lnTo>
                    <a:pt x="7772020" y="21739"/>
                  </a:lnTo>
                  <a:lnTo>
                    <a:pt x="7683720" y="31583"/>
                  </a:lnTo>
                  <a:lnTo>
                    <a:pt x="7590852" y="43462"/>
                  </a:lnTo>
                  <a:lnTo>
                    <a:pt x="7497323" y="57327"/>
                  </a:lnTo>
                  <a:lnTo>
                    <a:pt x="7406221" y="73146"/>
                  </a:lnTo>
                  <a:lnTo>
                    <a:pt x="7319652" y="90936"/>
                  </a:lnTo>
                  <a:lnTo>
                    <a:pt x="7238792" y="110789"/>
                  </a:lnTo>
                  <a:lnTo>
                    <a:pt x="7164055" y="132876"/>
                  </a:lnTo>
                  <a:lnTo>
                    <a:pt x="7095291" y="157455"/>
                  </a:lnTo>
                  <a:lnTo>
                    <a:pt x="7031980" y="184861"/>
                  </a:lnTo>
                  <a:lnTo>
                    <a:pt x="6973375" y="215494"/>
                  </a:lnTo>
                  <a:lnTo>
                    <a:pt x="6918617" y="249795"/>
                  </a:lnTo>
                  <a:lnTo>
                    <a:pt x="6866818" y="288199"/>
                  </a:lnTo>
                  <a:lnTo>
                    <a:pt x="6817134" y="331056"/>
                  </a:lnTo>
                  <a:lnTo>
                    <a:pt x="6786527" y="360477"/>
                  </a:lnTo>
                  <a:lnTo>
                    <a:pt x="6745467" y="403474"/>
                  </a:lnTo>
                  <a:lnTo>
                    <a:pt x="6704802" y="449933"/>
                  </a:lnTo>
                  <a:lnTo>
                    <a:pt x="6664243" y="499922"/>
                  </a:lnTo>
                  <a:lnTo>
                    <a:pt x="6623574" y="553439"/>
                  </a:lnTo>
                  <a:lnTo>
                    <a:pt x="6582638" y="610407"/>
                  </a:lnTo>
                  <a:lnTo>
                    <a:pt x="6541332" y="670662"/>
                  </a:lnTo>
                  <a:lnTo>
                    <a:pt x="6499605" y="733955"/>
                  </a:lnTo>
                  <a:lnTo>
                    <a:pt x="6457451" y="799945"/>
                  </a:lnTo>
                  <a:lnTo>
                    <a:pt x="6414903" y="868211"/>
                  </a:lnTo>
                  <a:lnTo>
                    <a:pt x="6372028" y="938258"/>
                  </a:lnTo>
                  <a:lnTo>
                    <a:pt x="6328919" y="1009527"/>
                  </a:lnTo>
                  <a:lnTo>
                    <a:pt x="6285689" y="1081419"/>
                  </a:lnTo>
                  <a:lnTo>
                    <a:pt x="6242459" y="1153311"/>
                  </a:lnTo>
                  <a:lnTo>
                    <a:pt x="6199351" y="1224581"/>
                  </a:lnTo>
                  <a:lnTo>
                    <a:pt x="6156475" y="1294628"/>
                  </a:lnTo>
                  <a:lnTo>
                    <a:pt x="6113927" y="1362895"/>
                  </a:lnTo>
                  <a:lnTo>
                    <a:pt x="6071773" y="1428886"/>
                  </a:lnTo>
                  <a:lnTo>
                    <a:pt x="6030046" y="1492180"/>
                  </a:lnTo>
                  <a:lnTo>
                    <a:pt x="5988740" y="1552436"/>
                  </a:lnTo>
                  <a:lnTo>
                    <a:pt x="5947803" y="1609405"/>
                  </a:lnTo>
                  <a:lnTo>
                    <a:pt x="5907134" y="1662924"/>
                  </a:lnTo>
                  <a:lnTo>
                    <a:pt x="5866576" y="1712914"/>
                  </a:lnTo>
                  <a:lnTo>
                    <a:pt x="5825910" y="1759374"/>
                  </a:lnTo>
                  <a:lnTo>
                    <a:pt x="5784850" y="1802373"/>
                  </a:lnTo>
                  <a:lnTo>
                    <a:pt x="5784835" y="1802388"/>
                  </a:lnTo>
                  <a:lnTo>
                    <a:pt x="5736104" y="1848146"/>
                  </a:lnTo>
                  <a:lnTo>
                    <a:pt x="5685733" y="1889331"/>
                  </a:lnTo>
                  <a:lnTo>
                    <a:pt x="5632945" y="1926174"/>
                  </a:lnTo>
                  <a:lnTo>
                    <a:pt x="5576871" y="1959071"/>
                  </a:lnTo>
                  <a:lnTo>
                    <a:pt x="5516627" y="1988464"/>
                  </a:lnTo>
                  <a:lnTo>
                    <a:pt x="5451383" y="2014783"/>
                  </a:lnTo>
                  <a:lnTo>
                    <a:pt x="5380461" y="2038408"/>
                  </a:lnTo>
                  <a:lnTo>
                    <a:pt x="5303458" y="2059646"/>
                  </a:lnTo>
                  <a:lnTo>
                    <a:pt x="5220409" y="2078723"/>
                  </a:lnTo>
                  <a:lnTo>
                    <a:pt x="5131985" y="2095780"/>
                  </a:lnTo>
                  <a:lnTo>
                    <a:pt x="5039690" y="2110880"/>
                  </a:lnTo>
                  <a:lnTo>
                    <a:pt x="4945995" y="2124018"/>
                  </a:lnTo>
                  <a:lnTo>
                    <a:pt x="4854325" y="2135151"/>
                  </a:lnTo>
                  <a:lnTo>
                    <a:pt x="4768788" y="2144238"/>
                  </a:lnTo>
                  <a:lnTo>
                    <a:pt x="4693619" y="2151286"/>
                  </a:lnTo>
                  <a:lnTo>
                    <a:pt x="4632402" y="2156389"/>
                  </a:lnTo>
                  <a:lnTo>
                    <a:pt x="4587269" y="2159756"/>
                  </a:lnTo>
                  <a:lnTo>
                    <a:pt x="4558340" y="2161696"/>
                  </a:lnTo>
                  <a:lnTo>
                    <a:pt x="4543552" y="2162592"/>
                  </a:lnTo>
                  <a:lnTo>
                    <a:pt x="4538850" y="2162850"/>
                  </a:lnTo>
                  <a:lnTo>
                    <a:pt x="4538543" y="2162866"/>
                  </a:lnTo>
                  <a:lnTo>
                    <a:pt x="4016409" y="2162866"/>
                  </a:lnTo>
                  <a:lnTo>
                    <a:pt x="4015145" y="2162848"/>
                  </a:lnTo>
                  <a:lnTo>
                    <a:pt x="4006882" y="2162717"/>
                  </a:lnTo>
                  <a:lnTo>
                    <a:pt x="3986221" y="2162356"/>
                  </a:lnTo>
                  <a:lnTo>
                    <a:pt x="3949714" y="2161646"/>
                  </a:lnTo>
                  <a:lnTo>
                    <a:pt x="3896177" y="2160485"/>
                  </a:lnTo>
                  <a:lnTo>
                    <a:pt x="3826744" y="2158793"/>
                  </a:lnTo>
                  <a:lnTo>
                    <a:pt x="3744486" y="2156526"/>
                  </a:lnTo>
                  <a:lnTo>
                    <a:pt x="3653634" y="2153669"/>
                  </a:lnTo>
                  <a:lnTo>
                    <a:pt x="3558684" y="2150231"/>
                  </a:lnTo>
                  <a:lnTo>
                    <a:pt x="3463651" y="2146224"/>
                  </a:lnTo>
                  <a:lnTo>
                    <a:pt x="3371620" y="2141656"/>
                  </a:lnTo>
                  <a:lnTo>
                    <a:pt x="3284614" y="2136519"/>
                  </a:lnTo>
                  <a:lnTo>
                    <a:pt x="3203687" y="2130780"/>
                  </a:lnTo>
                  <a:lnTo>
                    <a:pt x="3129119" y="2124383"/>
                  </a:lnTo>
                  <a:lnTo>
                    <a:pt x="3060639" y="2117248"/>
                  </a:lnTo>
                  <a:lnTo>
                    <a:pt x="2997617" y="2109271"/>
                  </a:lnTo>
                  <a:lnTo>
                    <a:pt x="2939220" y="2100330"/>
                  </a:lnTo>
                  <a:lnTo>
                    <a:pt x="2884521" y="2090294"/>
                  </a:lnTo>
                  <a:lnTo>
                    <a:pt x="2832591" y="2079042"/>
                  </a:lnTo>
                  <a:lnTo>
                    <a:pt x="2782572" y="2066489"/>
                  </a:lnTo>
                  <a:lnTo>
                    <a:pt x="2770117" y="2063099"/>
                  </a:lnTo>
                  <a:lnTo>
                    <a:pt x="2717806" y="2047747"/>
                  </a:lnTo>
                  <a:lnTo>
                    <a:pt x="2666003" y="2030825"/>
                  </a:lnTo>
                  <a:lnTo>
                    <a:pt x="2614170" y="2012309"/>
                  </a:lnTo>
                  <a:lnTo>
                    <a:pt x="2561944" y="1992233"/>
                  </a:lnTo>
                  <a:lnTo>
                    <a:pt x="2509109" y="1970686"/>
                  </a:lnTo>
                  <a:lnTo>
                    <a:pt x="2455579" y="1947827"/>
                  </a:lnTo>
                  <a:lnTo>
                    <a:pt x="2401386" y="1923874"/>
                  </a:lnTo>
                  <a:lnTo>
                    <a:pt x="2346653" y="1899105"/>
                  </a:lnTo>
                  <a:lnTo>
                    <a:pt x="2291578" y="1873840"/>
                  </a:lnTo>
                  <a:lnTo>
                    <a:pt x="2236401" y="1848431"/>
                  </a:lnTo>
                  <a:lnTo>
                    <a:pt x="2181374" y="1823235"/>
                  </a:lnTo>
                  <a:lnTo>
                    <a:pt x="2126731" y="1798598"/>
                  </a:lnTo>
                  <a:lnTo>
                    <a:pt x="2072658" y="1774835"/>
                  </a:lnTo>
                  <a:lnTo>
                    <a:pt x="2019262" y="1752212"/>
                  </a:lnTo>
                  <a:lnTo>
                    <a:pt x="1966554" y="1730937"/>
                  </a:lnTo>
                  <a:lnTo>
                    <a:pt x="1914424" y="1711154"/>
                  </a:lnTo>
                  <a:lnTo>
                    <a:pt x="1862631" y="1692943"/>
                  </a:lnTo>
                  <a:lnTo>
                    <a:pt x="1810777" y="1676325"/>
                  </a:lnTo>
                  <a:lnTo>
                    <a:pt x="1768425" y="1664033"/>
                  </a:lnTo>
                  <a:lnTo>
                    <a:pt x="1718772" y="1651144"/>
                  </a:lnTo>
                  <a:lnTo>
                    <a:pt x="1667402" y="1639569"/>
                  </a:lnTo>
                  <a:lnTo>
                    <a:pt x="1613491" y="1629236"/>
                  </a:lnTo>
                  <a:lnTo>
                    <a:pt x="1556119" y="1620030"/>
                  </a:lnTo>
                  <a:lnTo>
                    <a:pt x="1494353" y="1611820"/>
                  </a:lnTo>
                  <a:lnTo>
                    <a:pt x="1427325" y="1604482"/>
                  </a:lnTo>
                  <a:lnTo>
                    <a:pt x="1354342" y="1597907"/>
                  </a:lnTo>
                  <a:lnTo>
                    <a:pt x="1275025" y="1592008"/>
                  </a:lnTo>
                  <a:lnTo>
                    <a:pt x="1189494" y="1586722"/>
                  </a:lnTo>
                  <a:lnTo>
                    <a:pt x="1098585" y="1582012"/>
                  </a:lnTo>
                  <a:lnTo>
                    <a:pt x="1004062" y="1577863"/>
                  </a:lnTo>
                  <a:lnTo>
                    <a:pt x="908744" y="1574279"/>
                  </a:lnTo>
                  <a:lnTo>
                    <a:pt x="816437" y="1571274"/>
                  </a:lnTo>
                  <a:lnTo>
                    <a:pt x="731576" y="1568858"/>
                  </a:lnTo>
                  <a:lnTo>
                    <a:pt x="658543" y="1567023"/>
                  </a:lnTo>
                  <a:lnTo>
                    <a:pt x="600785" y="1565733"/>
                  </a:lnTo>
                  <a:lnTo>
                    <a:pt x="559982" y="1564918"/>
                  </a:lnTo>
                  <a:lnTo>
                    <a:pt x="535549" y="1564480"/>
                  </a:lnTo>
                  <a:lnTo>
                    <a:pt x="524584" y="1564302"/>
                  </a:lnTo>
                  <a:lnTo>
                    <a:pt x="522154" y="1564266"/>
                  </a:lnTo>
                  <a:lnTo>
                    <a:pt x="522133" y="1564266"/>
                  </a:lnTo>
                  <a:lnTo>
                    <a:pt x="0" y="1564266"/>
                  </a:lnTo>
                  <a:lnTo>
                    <a:pt x="0" y="1564266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733" name="pg1733"/>
            <p:cNvSpPr/>
            <p:nvPr/>
          </p:nvSpPr>
          <p:spPr>
            <a:xfrm>
              <a:off x="386606" y="2038268"/>
              <a:ext cx="8554953" cy="3416538"/>
            </a:xfrm>
            <a:custGeom>
              <a:avLst/>
              <a:pathLst>
                <a:path w="8554953" h="3416538">
                  <a:moveTo>
                    <a:pt x="0" y="3416538"/>
                  </a:moveTo>
                  <a:lnTo>
                    <a:pt x="522133" y="3416538"/>
                  </a:lnTo>
                  <a:lnTo>
                    <a:pt x="523238" y="3416447"/>
                  </a:lnTo>
                  <a:lnTo>
                    <a:pt x="530485" y="3415799"/>
                  </a:lnTo>
                  <a:lnTo>
                    <a:pt x="548689" y="3414007"/>
                  </a:lnTo>
                  <a:lnTo>
                    <a:pt x="581065" y="3410484"/>
                  </a:lnTo>
                  <a:lnTo>
                    <a:pt x="628966" y="3404696"/>
                  </a:lnTo>
                  <a:lnTo>
                    <a:pt x="691792" y="3396224"/>
                  </a:lnTo>
                  <a:lnTo>
                    <a:pt x="767222" y="3384806"/>
                  </a:lnTo>
                  <a:lnTo>
                    <a:pt x="851770" y="3370331"/>
                  </a:lnTo>
                  <a:lnTo>
                    <a:pt x="941501" y="3352805"/>
                  </a:lnTo>
                  <a:lnTo>
                    <a:pt x="1032688" y="3332296"/>
                  </a:lnTo>
                  <a:lnTo>
                    <a:pt x="1122267" y="3308860"/>
                  </a:lnTo>
                  <a:lnTo>
                    <a:pt x="1208040" y="3282498"/>
                  </a:lnTo>
                  <a:lnTo>
                    <a:pt x="1288673" y="3253112"/>
                  </a:lnTo>
                  <a:lnTo>
                    <a:pt x="1363571" y="3220494"/>
                  </a:lnTo>
                  <a:lnTo>
                    <a:pt x="1432707" y="3184314"/>
                  </a:lnTo>
                  <a:lnTo>
                    <a:pt x="1496445" y="3144126"/>
                  </a:lnTo>
                  <a:lnTo>
                    <a:pt x="1555404" y="3099385"/>
                  </a:lnTo>
                  <a:lnTo>
                    <a:pt x="1610341" y="3049469"/>
                  </a:lnTo>
                  <a:lnTo>
                    <a:pt x="1662071" y="2993731"/>
                  </a:lnTo>
                  <a:lnTo>
                    <a:pt x="1711400" y="2931581"/>
                  </a:lnTo>
                  <a:lnTo>
                    <a:pt x="1759063" y="2862630"/>
                  </a:lnTo>
                  <a:lnTo>
                    <a:pt x="1768425" y="2848056"/>
                  </a:lnTo>
                  <a:lnTo>
                    <a:pt x="1802974" y="2791420"/>
                  </a:lnTo>
                  <a:lnTo>
                    <a:pt x="1837209" y="2730944"/>
                  </a:lnTo>
                  <a:lnTo>
                    <a:pt x="1871310" y="2666548"/>
                  </a:lnTo>
                  <a:lnTo>
                    <a:pt x="1905422" y="2598207"/>
                  </a:lnTo>
                  <a:lnTo>
                    <a:pt x="1939659" y="2525954"/>
                  </a:lnTo>
                  <a:lnTo>
                    <a:pt x="1974103" y="2449882"/>
                  </a:lnTo>
                  <a:lnTo>
                    <a:pt x="2008811" y="2370155"/>
                  </a:lnTo>
                  <a:lnTo>
                    <a:pt x="2043815" y="2287004"/>
                  </a:lnTo>
                  <a:lnTo>
                    <a:pt x="2079124" y="2200731"/>
                  </a:lnTo>
                  <a:lnTo>
                    <a:pt x="2114725" y="2111704"/>
                  </a:lnTo>
                  <a:lnTo>
                    <a:pt x="2150588" y="2020353"/>
                  </a:lnTo>
                  <a:lnTo>
                    <a:pt x="2186668" y="1927166"/>
                  </a:lnTo>
                  <a:lnTo>
                    <a:pt x="2222907" y="1832671"/>
                  </a:lnTo>
                  <a:lnTo>
                    <a:pt x="2259237" y="1737432"/>
                  </a:lnTo>
                  <a:lnTo>
                    <a:pt x="2295588" y="1642031"/>
                  </a:lnTo>
                  <a:lnTo>
                    <a:pt x="2331886" y="1547054"/>
                  </a:lnTo>
                  <a:lnTo>
                    <a:pt x="2368061" y="1453077"/>
                  </a:lnTo>
                  <a:lnTo>
                    <a:pt x="2404051" y="1360649"/>
                  </a:lnTo>
                  <a:lnTo>
                    <a:pt x="2439801" y="1270283"/>
                  </a:lnTo>
                  <a:lnTo>
                    <a:pt x="2475274" y="1182440"/>
                  </a:lnTo>
                  <a:lnTo>
                    <a:pt x="2510446" y="1097524"/>
                  </a:lnTo>
                  <a:lnTo>
                    <a:pt x="2545315" y="1015873"/>
                  </a:lnTo>
                  <a:lnTo>
                    <a:pt x="2579900" y="937760"/>
                  </a:lnTo>
                  <a:lnTo>
                    <a:pt x="2614243" y="863382"/>
                  </a:lnTo>
                  <a:lnTo>
                    <a:pt x="2648412" y="792873"/>
                  </a:lnTo>
                  <a:lnTo>
                    <a:pt x="2682503" y="726300"/>
                  </a:lnTo>
                  <a:lnTo>
                    <a:pt x="2716644" y="663666"/>
                  </a:lnTo>
                  <a:lnTo>
                    <a:pt x="2750995" y="604923"/>
                  </a:lnTo>
                  <a:lnTo>
                    <a:pt x="2770117" y="574129"/>
                  </a:lnTo>
                  <a:lnTo>
                    <a:pt x="2817523" y="503807"/>
                  </a:lnTo>
                  <a:lnTo>
                    <a:pt x="2866465" y="440321"/>
                  </a:lnTo>
                  <a:lnTo>
                    <a:pt x="2917653" y="383348"/>
                  </a:lnTo>
                  <a:lnTo>
                    <a:pt x="2971885" y="332322"/>
                  </a:lnTo>
                  <a:lnTo>
                    <a:pt x="3029978" y="286600"/>
                  </a:lnTo>
                  <a:lnTo>
                    <a:pt x="3092709" y="245550"/>
                  </a:lnTo>
                  <a:lnTo>
                    <a:pt x="3160728" y="208610"/>
                  </a:lnTo>
                  <a:lnTo>
                    <a:pt x="3234464" y="175311"/>
                  </a:lnTo>
                  <a:lnTo>
                    <a:pt x="3313980" y="145302"/>
                  </a:lnTo>
                  <a:lnTo>
                    <a:pt x="3398808" y="118348"/>
                  </a:lnTo>
                  <a:lnTo>
                    <a:pt x="3487775" y="94331"/>
                  </a:lnTo>
                  <a:lnTo>
                    <a:pt x="3578860" y="73234"/>
                  </a:lnTo>
                  <a:lnTo>
                    <a:pt x="3669163" y="55108"/>
                  </a:lnTo>
                  <a:lnTo>
                    <a:pt x="3755061" y="40021"/>
                  </a:lnTo>
                  <a:lnTo>
                    <a:pt x="3832612" y="27997"/>
                  </a:lnTo>
                  <a:lnTo>
                    <a:pt x="3898184" y="18954"/>
                  </a:lnTo>
                  <a:lnTo>
                    <a:pt x="3949171" y="12659"/>
                  </a:lnTo>
                  <a:lnTo>
                    <a:pt x="3984598" y="8724"/>
                  </a:lnTo>
                  <a:lnTo>
                    <a:pt x="4005428" y="6633"/>
                  </a:lnTo>
                  <a:lnTo>
                    <a:pt x="4014524" y="5804"/>
                  </a:lnTo>
                  <a:lnTo>
                    <a:pt x="4016409" y="5647"/>
                  </a:lnTo>
                  <a:lnTo>
                    <a:pt x="4538543" y="5647"/>
                  </a:lnTo>
                  <a:lnTo>
                    <a:pt x="4539653" y="5736"/>
                  </a:lnTo>
                  <a:lnTo>
                    <a:pt x="4546936" y="6375"/>
                  </a:lnTo>
                  <a:lnTo>
                    <a:pt x="4565227" y="8140"/>
                  </a:lnTo>
                  <a:lnTo>
                    <a:pt x="4597748" y="11611"/>
                  </a:lnTo>
                  <a:lnTo>
                    <a:pt x="4645850" y="17313"/>
                  </a:lnTo>
                  <a:lnTo>
                    <a:pt x="4708913" y="25656"/>
                  </a:lnTo>
                  <a:lnTo>
                    <a:pt x="4784593" y="36899"/>
                  </a:lnTo>
                  <a:lnTo>
                    <a:pt x="4869375" y="51150"/>
                  </a:lnTo>
                  <a:lnTo>
                    <a:pt x="4959305" y="68399"/>
                  </a:lnTo>
                  <a:lnTo>
                    <a:pt x="5050643" y="88582"/>
                  </a:lnTo>
                  <a:lnTo>
                    <a:pt x="5140323" y="111642"/>
                  </a:lnTo>
                  <a:lnTo>
                    <a:pt x="5226151" y="137582"/>
                  </a:lnTo>
                  <a:lnTo>
                    <a:pt x="5306802" y="166497"/>
                  </a:lnTo>
                  <a:lnTo>
                    <a:pt x="5381694" y="198598"/>
                  </a:lnTo>
                  <a:lnTo>
                    <a:pt x="5450808" y="234211"/>
                  </a:lnTo>
                  <a:lnTo>
                    <a:pt x="5514520" y="273778"/>
                  </a:lnTo>
                  <a:lnTo>
                    <a:pt x="5573455" y="317839"/>
                  </a:lnTo>
                  <a:lnTo>
                    <a:pt x="5628378" y="367008"/>
                  </a:lnTo>
                  <a:lnTo>
                    <a:pt x="5680109" y="421921"/>
                  </a:lnTo>
                  <a:lnTo>
                    <a:pt x="5729455" y="483157"/>
                  </a:lnTo>
                  <a:lnTo>
                    <a:pt x="5777152" y="551089"/>
                  </a:lnTo>
                  <a:lnTo>
                    <a:pt x="5784835" y="562834"/>
                  </a:lnTo>
                  <a:lnTo>
                    <a:pt x="5819673" y="618828"/>
                  </a:lnTo>
                  <a:lnTo>
                    <a:pt x="5854193" y="678650"/>
                  </a:lnTo>
                  <a:lnTo>
                    <a:pt x="5888580" y="742379"/>
                  </a:lnTo>
                  <a:lnTo>
                    <a:pt x="5922981" y="810040"/>
                  </a:lnTo>
                  <a:lnTo>
                    <a:pt x="5957513" y="881598"/>
                  </a:lnTo>
                  <a:lnTo>
                    <a:pt x="5992258" y="956957"/>
                  </a:lnTo>
                  <a:lnTo>
                    <a:pt x="6027274" y="1035949"/>
                  </a:lnTo>
                  <a:lnTo>
                    <a:pt x="6062591" y="1118337"/>
                  </a:lnTo>
                  <a:lnTo>
                    <a:pt x="6098219" y="1203814"/>
                  </a:lnTo>
                  <a:lnTo>
                    <a:pt x="6134141" y="1292006"/>
                  </a:lnTo>
                  <a:lnTo>
                    <a:pt x="6170328" y="1382475"/>
                  </a:lnTo>
                  <a:lnTo>
                    <a:pt x="6206729" y="1474728"/>
                  </a:lnTo>
                  <a:lnTo>
                    <a:pt x="6243286" y="1568228"/>
                  </a:lnTo>
                  <a:lnTo>
                    <a:pt x="6279928" y="1662406"/>
                  </a:lnTo>
                  <a:lnTo>
                    <a:pt x="6316582" y="1756678"/>
                  </a:lnTo>
                  <a:lnTo>
                    <a:pt x="6353173" y="1850453"/>
                  </a:lnTo>
                  <a:lnTo>
                    <a:pt x="6389630" y="1943157"/>
                  </a:lnTo>
                  <a:lnTo>
                    <a:pt x="6425889" y="2034241"/>
                  </a:lnTo>
                  <a:lnTo>
                    <a:pt x="6461899" y="2123197"/>
                  </a:lnTo>
                  <a:lnTo>
                    <a:pt x="6497622" y="2209570"/>
                  </a:lnTo>
                  <a:lnTo>
                    <a:pt x="6533037" y="2292964"/>
                  </a:lnTo>
                  <a:lnTo>
                    <a:pt x="6568145" y="2373051"/>
                  </a:lnTo>
                  <a:lnTo>
                    <a:pt x="6602970" y="2449571"/>
                  </a:lnTo>
                  <a:lnTo>
                    <a:pt x="6637561" y="2522336"/>
                  </a:lnTo>
                  <a:lnTo>
                    <a:pt x="6671992" y="2591227"/>
                  </a:lnTo>
                  <a:lnTo>
                    <a:pt x="6706370" y="2656190"/>
                  </a:lnTo>
                  <a:lnTo>
                    <a:pt x="6740830" y="2717232"/>
                  </a:lnTo>
                  <a:lnTo>
                    <a:pt x="6775546" y="2774416"/>
                  </a:lnTo>
                  <a:lnTo>
                    <a:pt x="6786527" y="2791584"/>
                  </a:lnTo>
                  <a:lnTo>
                    <a:pt x="6834015" y="2860621"/>
                  </a:lnTo>
                  <a:lnTo>
                    <a:pt x="6883045" y="2922934"/>
                  </a:lnTo>
                  <a:lnTo>
                    <a:pt x="6934332" y="2978844"/>
                  </a:lnTo>
                  <a:lnTo>
                    <a:pt x="6988676" y="3028909"/>
                  </a:lnTo>
                  <a:lnTo>
                    <a:pt x="7046901" y="3073761"/>
                  </a:lnTo>
                  <a:lnTo>
                    <a:pt x="7109785" y="3114024"/>
                  </a:lnTo>
                  <a:lnTo>
                    <a:pt x="7177982" y="3150250"/>
                  </a:lnTo>
                  <a:lnTo>
                    <a:pt x="7251918" y="3182899"/>
                  </a:lnTo>
                  <a:lnTo>
                    <a:pt x="7331651" y="3212318"/>
                  </a:lnTo>
                  <a:lnTo>
                    <a:pt x="7416701" y="3238734"/>
                  </a:lnTo>
                  <a:lnTo>
                    <a:pt x="7505878" y="3262263"/>
                  </a:lnTo>
                  <a:lnTo>
                    <a:pt x="7597133" y="3282919"/>
                  </a:lnTo>
                  <a:lnTo>
                    <a:pt x="7687534" y="3300653"/>
                  </a:lnTo>
                  <a:lnTo>
                    <a:pt x="7773430" y="3315396"/>
                  </a:lnTo>
                  <a:lnTo>
                    <a:pt x="7850858" y="3327128"/>
                  </a:lnTo>
                  <a:lnTo>
                    <a:pt x="7916184" y="3335931"/>
                  </a:lnTo>
                  <a:lnTo>
                    <a:pt x="7966824" y="3342041"/>
                  </a:lnTo>
                  <a:lnTo>
                    <a:pt x="8001852" y="3345843"/>
                  </a:lnTo>
                  <a:lnTo>
                    <a:pt x="8022295" y="3347848"/>
                  </a:lnTo>
                  <a:lnTo>
                    <a:pt x="8031086" y="3348631"/>
                  </a:lnTo>
                  <a:lnTo>
                    <a:pt x="8032819" y="3348772"/>
                  </a:lnTo>
                  <a:lnTo>
                    <a:pt x="8554953" y="3348772"/>
                  </a:lnTo>
                  <a:lnTo>
                    <a:pt x="8554953" y="3343125"/>
                  </a:lnTo>
                  <a:lnTo>
                    <a:pt x="8032819" y="3343125"/>
                  </a:lnTo>
                  <a:lnTo>
                    <a:pt x="8031709" y="3343035"/>
                  </a:lnTo>
                  <a:lnTo>
                    <a:pt x="8024426" y="3342397"/>
                  </a:lnTo>
                  <a:lnTo>
                    <a:pt x="8006135" y="3340632"/>
                  </a:lnTo>
                  <a:lnTo>
                    <a:pt x="7973614" y="3337160"/>
                  </a:lnTo>
                  <a:lnTo>
                    <a:pt x="7925512" y="3331459"/>
                  </a:lnTo>
                  <a:lnTo>
                    <a:pt x="7862448" y="3323115"/>
                  </a:lnTo>
                  <a:lnTo>
                    <a:pt x="7786769" y="3311872"/>
                  </a:lnTo>
                  <a:lnTo>
                    <a:pt x="7701987" y="3297622"/>
                  </a:lnTo>
                  <a:lnTo>
                    <a:pt x="7612057" y="3280372"/>
                  </a:lnTo>
                  <a:lnTo>
                    <a:pt x="7520719" y="3260189"/>
                  </a:lnTo>
                  <a:lnTo>
                    <a:pt x="7431039" y="3237129"/>
                  </a:lnTo>
                  <a:lnTo>
                    <a:pt x="7345211" y="3211190"/>
                  </a:lnTo>
                  <a:lnTo>
                    <a:pt x="7264560" y="3182274"/>
                  </a:lnTo>
                  <a:lnTo>
                    <a:pt x="7189668" y="3150174"/>
                  </a:lnTo>
                  <a:lnTo>
                    <a:pt x="7120554" y="3114560"/>
                  </a:lnTo>
                  <a:lnTo>
                    <a:pt x="7056842" y="3074993"/>
                  </a:lnTo>
                  <a:lnTo>
                    <a:pt x="6997907" y="3030932"/>
                  </a:lnTo>
                  <a:lnTo>
                    <a:pt x="6942984" y="2981764"/>
                  </a:lnTo>
                  <a:lnTo>
                    <a:pt x="6891253" y="2926850"/>
                  </a:lnTo>
                  <a:lnTo>
                    <a:pt x="6841907" y="2865615"/>
                  </a:lnTo>
                  <a:lnTo>
                    <a:pt x="6794210" y="2797683"/>
                  </a:lnTo>
                  <a:lnTo>
                    <a:pt x="6786527" y="2785937"/>
                  </a:lnTo>
                  <a:lnTo>
                    <a:pt x="6751689" y="2729944"/>
                  </a:lnTo>
                  <a:lnTo>
                    <a:pt x="6717169" y="2670122"/>
                  </a:lnTo>
                  <a:lnTo>
                    <a:pt x="6682782" y="2606393"/>
                  </a:lnTo>
                  <a:lnTo>
                    <a:pt x="6648380" y="2538732"/>
                  </a:lnTo>
                  <a:lnTo>
                    <a:pt x="6613849" y="2467173"/>
                  </a:lnTo>
                  <a:lnTo>
                    <a:pt x="6579104" y="2391814"/>
                  </a:lnTo>
                  <a:lnTo>
                    <a:pt x="6544088" y="2312823"/>
                  </a:lnTo>
                  <a:lnTo>
                    <a:pt x="6508770" y="2230435"/>
                  </a:lnTo>
                  <a:lnTo>
                    <a:pt x="6473143" y="2144957"/>
                  </a:lnTo>
                  <a:lnTo>
                    <a:pt x="6437221" y="2056765"/>
                  </a:lnTo>
                  <a:lnTo>
                    <a:pt x="6401034" y="1966297"/>
                  </a:lnTo>
                  <a:lnTo>
                    <a:pt x="6364633" y="1874044"/>
                  </a:lnTo>
                  <a:lnTo>
                    <a:pt x="6328076" y="1780544"/>
                  </a:lnTo>
                  <a:lnTo>
                    <a:pt x="6291434" y="1686365"/>
                  </a:lnTo>
                  <a:lnTo>
                    <a:pt x="6254780" y="1592094"/>
                  </a:lnTo>
                  <a:lnTo>
                    <a:pt x="6218189" y="1498319"/>
                  </a:lnTo>
                  <a:lnTo>
                    <a:pt x="6181732" y="1405615"/>
                  </a:lnTo>
                  <a:lnTo>
                    <a:pt x="6145472" y="1314531"/>
                  </a:lnTo>
                  <a:lnTo>
                    <a:pt x="6109463" y="1225575"/>
                  </a:lnTo>
                  <a:lnTo>
                    <a:pt x="6073740" y="1139202"/>
                  </a:lnTo>
                  <a:lnTo>
                    <a:pt x="6038325" y="1055807"/>
                  </a:lnTo>
                  <a:lnTo>
                    <a:pt x="6003217" y="975721"/>
                  </a:lnTo>
                  <a:lnTo>
                    <a:pt x="5968392" y="899201"/>
                  </a:lnTo>
                  <a:lnTo>
                    <a:pt x="5933801" y="826436"/>
                  </a:lnTo>
                  <a:lnTo>
                    <a:pt x="5899370" y="757545"/>
                  </a:lnTo>
                  <a:lnTo>
                    <a:pt x="5864992" y="692582"/>
                  </a:lnTo>
                  <a:lnTo>
                    <a:pt x="5830532" y="631539"/>
                  </a:lnTo>
                  <a:lnTo>
                    <a:pt x="5795816" y="574356"/>
                  </a:lnTo>
                  <a:lnTo>
                    <a:pt x="5784835" y="557187"/>
                  </a:lnTo>
                  <a:lnTo>
                    <a:pt x="5737347" y="488151"/>
                  </a:lnTo>
                  <a:lnTo>
                    <a:pt x="5688317" y="425838"/>
                  </a:lnTo>
                  <a:lnTo>
                    <a:pt x="5637030" y="369927"/>
                  </a:lnTo>
                  <a:lnTo>
                    <a:pt x="5582686" y="319863"/>
                  </a:lnTo>
                  <a:lnTo>
                    <a:pt x="5524461" y="275010"/>
                  </a:lnTo>
                  <a:lnTo>
                    <a:pt x="5461577" y="234748"/>
                  </a:lnTo>
                  <a:lnTo>
                    <a:pt x="5393380" y="198521"/>
                  </a:lnTo>
                  <a:lnTo>
                    <a:pt x="5319444" y="165872"/>
                  </a:lnTo>
                  <a:lnTo>
                    <a:pt x="5239711" y="136453"/>
                  </a:lnTo>
                  <a:lnTo>
                    <a:pt x="5154661" y="110037"/>
                  </a:lnTo>
                  <a:lnTo>
                    <a:pt x="5065484" y="86509"/>
                  </a:lnTo>
                  <a:lnTo>
                    <a:pt x="4974229" y="65852"/>
                  </a:lnTo>
                  <a:lnTo>
                    <a:pt x="4883828" y="48119"/>
                  </a:lnTo>
                  <a:lnTo>
                    <a:pt x="4797932" y="33375"/>
                  </a:lnTo>
                  <a:lnTo>
                    <a:pt x="4720504" y="21644"/>
                  </a:lnTo>
                  <a:lnTo>
                    <a:pt x="4655178" y="12840"/>
                  </a:lnTo>
                  <a:lnTo>
                    <a:pt x="4604538" y="6731"/>
                  </a:lnTo>
                  <a:lnTo>
                    <a:pt x="4569510" y="2929"/>
                  </a:lnTo>
                  <a:lnTo>
                    <a:pt x="4549067" y="923"/>
                  </a:lnTo>
                  <a:lnTo>
                    <a:pt x="4540276" y="141"/>
                  </a:lnTo>
                  <a:lnTo>
                    <a:pt x="4538543" y="0"/>
                  </a:lnTo>
                  <a:lnTo>
                    <a:pt x="4016409" y="0"/>
                  </a:lnTo>
                  <a:lnTo>
                    <a:pt x="4015304" y="90"/>
                  </a:lnTo>
                  <a:lnTo>
                    <a:pt x="4008057" y="738"/>
                  </a:lnTo>
                  <a:lnTo>
                    <a:pt x="3989853" y="2530"/>
                  </a:lnTo>
                  <a:lnTo>
                    <a:pt x="3957478" y="6054"/>
                  </a:lnTo>
                  <a:lnTo>
                    <a:pt x="3909576" y="11842"/>
                  </a:lnTo>
                  <a:lnTo>
                    <a:pt x="3846750" y="20313"/>
                  </a:lnTo>
                  <a:lnTo>
                    <a:pt x="3771320" y="31731"/>
                  </a:lnTo>
                  <a:lnTo>
                    <a:pt x="3686772" y="46207"/>
                  </a:lnTo>
                  <a:lnTo>
                    <a:pt x="3597041" y="63732"/>
                  </a:lnTo>
                  <a:lnTo>
                    <a:pt x="3505854" y="84242"/>
                  </a:lnTo>
                  <a:lnTo>
                    <a:pt x="3416275" y="107677"/>
                  </a:lnTo>
                  <a:lnTo>
                    <a:pt x="3330502" y="134040"/>
                  </a:lnTo>
                  <a:lnTo>
                    <a:pt x="3249869" y="163425"/>
                  </a:lnTo>
                  <a:lnTo>
                    <a:pt x="3174971" y="196043"/>
                  </a:lnTo>
                  <a:lnTo>
                    <a:pt x="3105836" y="232224"/>
                  </a:lnTo>
                  <a:lnTo>
                    <a:pt x="3042097" y="272411"/>
                  </a:lnTo>
                  <a:lnTo>
                    <a:pt x="2983138" y="317152"/>
                  </a:lnTo>
                  <a:lnTo>
                    <a:pt x="2928201" y="367068"/>
                  </a:lnTo>
                  <a:lnTo>
                    <a:pt x="2876471" y="422806"/>
                  </a:lnTo>
                  <a:lnTo>
                    <a:pt x="2827142" y="484956"/>
                  </a:lnTo>
                  <a:lnTo>
                    <a:pt x="2779480" y="553907"/>
                  </a:lnTo>
                  <a:lnTo>
                    <a:pt x="2770117" y="568481"/>
                  </a:lnTo>
                  <a:lnTo>
                    <a:pt x="2735568" y="625117"/>
                  </a:lnTo>
                  <a:lnTo>
                    <a:pt x="2701333" y="685594"/>
                  </a:lnTo>
                  <a:lnTo>
                    <a:pt x="2667232" y="749989"/>
                  </a:lnTo>
                  <a:lnTo>
                    <a:pt x="2633120" y="818330"/>
                  </a:lnTo>
                  <a:lnTo>
                    <a:pt x="2598883" y="890584"/>
                  </a:lnTo>
                  <a:lnTo>
                    <a:pt x="2564439" y="966656"/>
                  </a:lnTo>
                  <a:lnTo>
                    <a:pt x="2529731" y="1046383"/>
                  </a:lnTo>
                  <a:lnTo>
                    <a:pt x="2494727" y="1129534"/>
                  </a:lnTo>
                  <a:lnTo>
                    <a:pt x="2459418" y="1215807"/>
                  </a:lnTo>
                  <a:lnTo>
                    <a:pt x="2423817" y="1304834"/>
                  </a:lnTo>
                  <a:lnTo>
                    <a:pt x="2387954" y="1396184"/>
                  </a:lnTo>
                  <a:lnTo>
                    <a:pt x="2351874" y="1489372"/>
                  </a:lnTo>
                  <a:lnTo>
                    <a:pt x="2315636" y="1583867"/>
                  </a:lnTo>
                  <a:lnTo>
                    <a:pt x="2279305" y="1679106"/>
                  </a:lnTo>
                  <a:lnTo>
                    <a:pt x="2242954" y="1774507"/>
                  </a:lnTo>
                  <a:lnTo>
                    <a:pt x="2206656" y="1869483"/>
                  </a:lnTo>
                  <a:lnTo>
                    <a:pt x="2170481" y="1963461"/>
                  </a:lnTo>
                  <a:lnTo>
                    <a:pt x="2134491" y="2055888"/>
                  </a:lnTo>
                  <a:lnTo>
                    <a:pt x="2098741" y="2146255"/>
                  </a:lnTo>
                  <a:lnTo>
                    <a:pt x="2063268" y="2234098"/>
                  </a:lnTo>
                  <a:lnTo>
                    <a:pt x="2028096" y="2319014"/>
                  </a:lnTo>
                  <a:lnTo>
                    <a:pt x="1993227" y="2400664"/>
                  </a:lnTo>
                  <a:lnTo>
                    <a:pt x="1958642" y="2478778"/>
                  </a:lnTo>
                  <a:lnTo>
                    <a:pt x="1924300" y="2553155"/>
                  </a:lnTo>
                  <a:lnTo>
                    <a:pt x="1890131" y="2623664"/>
                  </a:lnTo>
                  <a:lnTo>
                    <a:pt x="1856039" y="2690238"/>
                  </a:lnTo>
                  <a:lnTo>
                    <a:pt x="1821898" y="2752871"/>
                  </a:lnTo>
                  <a:lnTo>
                    <a:pt x="1787547" y="2811614"/>
                  </a:lnTo>
                  <a:lnTo>
                    <a:pt x="1768425" y="2842409"/>
                  </a:lnTo>
                  <a:lnTo>
                    <a:pt x="1721019" y="2912731"/>
                  </a:lnTo>
                  <a:lnTo>
                    <a:pt x="1672077" y="2976216"/>
                  </a:lnTo>
                  <a:lnTo>
                    <a:pt x="1620889" y="3033190"/>
                  </a:lnTo>
                  <a:lnTo>
                    <a:pt x="1566657" y="3084216"/>
                  </a:lnTo>
                  <a:lnTo>
                    <a:pt x="1508564" y="3129938"/>
                  </a:lnTo>
                  <a:lnTo>
                    <a:pt x="1445834" y="3170987"/>
                  </a:lnTo>
                  <a:lnTo>
                    <a:pt x="1377814" y="3207928"/>
                  </a:lnTo>
                  <a:lnTo>
                    <a:pt x="1304078" y="3241226"/>
                  </a:lnTo>
                  <a:lnTo>
                    <a:pt x="1224562" y="3271236"/>
                  </a:lnTo>
                  <a:lnTo>
                    <a:pt x="1139734" y="3298190"/>
                  </a:lnTo>
                  <a:lnTo>
                    <a:pt x="1050767" y="3322207"/>
                  </a:lnTo>
                  <a:lnTo>
                    <a:pt x="959682" y="3343303"/>
                  </a:lnTo>
                  <a:lnTo>
                    <a:pt x="869379" y="3361430"/>
                  </a:lnTo>
                  <a:lnTo>
                    <a:pt x="783481" y="3376517"/>
                  </a:lnTo>
                  <a:lnTo>
                    <a:pt x="705930" y="3388541"/>
                  </a:lnTo>
                  <a:lnTo>
                    <a:pt x="640358" y="3397584"/>
                  </a:lnTo>
                  <a:lnTo>
                    <a:pt x="589371" y="3403878"/>
                  </a:lnTo>
                  <a:lnTo>
                    <a:pt x="553944" y="3407814"/>
                  </a:lnTo>
                  <a:lnTo>
                    <a:pt x="533114" y="3409905"/>
                  </a:lnTo>
                  <a:lnTo>
                    <a:pt x="524018" y="3410734"/>
                  </a:lnTo>
                  <a:lnTo>
                    <a:pt x="522133" y="3410891"/>
                  </a:lnTo>
                  <a:lnTo>
                    <a:pt x="0" y="3410891"/>
                  </a:lnTo>
                  <a:close/>
                </a:path>
              </a:pathLst>
            </a:custGeom>
            <a:solidFill>
              <a:srgbClr val="B497D6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1734" name="pl1734"/>
            <p:cNvSpPr/>
            <p:nvPr/>
          </p:nvSpPr>
          <p:spPr>
            <a:xfrm>
              <a:off x="386606" y="2043915"/>
              <a:ext cx="8554953" cy="3410891"/>
            </a:xfrm>
            <a:custGeom>
              <a:avLst/>
              <a:pathLst>
                <a:path w="8554953" h="3410891">
                  <a:moveTo>
                    <a:pt x="0" y="3410891"/>
                  </a:moveTo>
                  <a:lnTo>
                    <a:pt x="522133" y="3410891"/>
                  </a:lnTo>
                  <a:lnTo>
                    <a:pt x="523238" y="3410800"/>
                  </a:lnTo>
                  <a:lnTo>
                    <a:pt x="530485" y="3410152"/>
                  </a:lnTo>
                  <a:lnTo>
                    <a:pt x="548689" y="3408360"/>
                  </a:lnTo>
                  <a:lnTo>
                    <a:pt x="581065" y="3404837"/>
                  </a:lnTo>
                  <a:lnTo>
                    <a:pt x="628966" y="3399048"/>
                  </a:lnTo>
                  <a:lnTo>
                    <a:pt x="691792" y="3390577"/>
                  </a:lnTo>
                  <a:lnTo>
                    <a:pt x="767222" y="3379159"/>
                  </a:lnTo>
                  <a:lnTo>
                    <a:pt x="851770" y="3364683"/>
                  </a:lnTo>
                  <a:lnTo>
                    <a:pt x="941501" y="3347158"/>
                  </a:lnTo>
                  <a:lnTo>
                    <a:pt x="1032688" y="3326649"/>
                  </a:lnTo>
                  <a:lnTo>
                    <a:pt x="1122267" y="3303213"/>
                  </a:lnTo>
                  <a:lnTo>
                    <a:pt x="1208040" y="3276851"/>
                  </a:lnTo>
                  <a:lnTo>
                    <a:pt x="1288673" y="3247465"/>
                  </a:lnTo>
                  <a:lnTo>
                    <a:pt x="1363571" y="3214847"/>
                  </a:lnTo>
                  <a:lnTo>
                    <a:pt x="1432707" y="3178667"/>
                  </a:lnTo>
                  <a:lnTo>
                    <a:pt x="1496445" y="3138479"/>
                  </a:lnTo>
                  <a:lnTo>
                    <a:pt x="1555404" y="3093738"/>
                  </a:lnTo>
                  <a:lnTo>
                    <a:pt x="1610341" y="3043822"/>
                  </a:lnTo>
                  <a:lnTo>
                    <a:pt x="1662071" y="2988084"/>
                  </a:lnTo>
                  <a:lnTo>
                    <a:pt x="1711400" y="2925934"/>
                  </a:lnTo>
                  <a:lnTo>
                    <a:pt x="1759063" y="2856983"/>
                  </a:lnTo>
                  <a:lnTo>
                    <a:pt x="1768425" y="2842409"/>
                  </a:lnTo>
                  <a:lnTo>
                    <a:pt x="1802974" y="2785773"/>
                  </a:lnTo>
                  <a:lnTo>
                    <a:pt x="1837209" y="2725297"/>
                  </a:lnTo>
                  <a:lnTo>
                    <a:pt x="1871310" y="2660901"/>
                  </a:lnTo>
                  <a:lnTo>
                    <a:pt x="1905422" y="2592560"/>
                  </a:lnTo>
                  <a:lnTo>
                    <a:pt x="1939659" y="2520306"/>
                  </a:lnTo>
                  <a:lnTo>
                    <a:pt x="1974103" y="2444235"/>
                  </a:lnTo>
                  <a:lnTo>
                    <a:pt x="2008811" y="2364508"/>
                  </a:lnTo>
                  <a:lnTo>
                    <a:pt x="2043815" y="2281357"/>
                  </a:lnTo>
                  <a:lnTo>
                    <a:pt x="2079124" y="2195084"/>
                  </a:lnTo>
                  <a:lnTo>
                    <a:pt x="2114725" y="2106056"/>
                  </a:lnTo>
                  <a:lnTo>
                    <a:pt x="2150588" y="2014706"/>
                  </a:lnTo>
                  <a:lnTo>
                    <a:pt x="2186668" y="1921518"/>
                  </a:lnTo>
                  <a:lnTo>
                    <a:pt x="2222907" y="1827023"/>
                  </a:lnTo>
                  <a:lnTo>
                    <a:pt x="2259237" y="1731785"/>
                  </a:lnTo>
                  <a:lnTo>
                    <a:pt x="2295588" y="1636384"/>
                  </a:lnTo>
                  <a:lnTo>
                    <a:pt x="2331886" y="1541407"/>
                  </a:lnTo>
                  <a:lnTo>
                    <a:pt x="2368061" y="1447430"/>
                  </a:lnTo>
                  <a:lnTo>
                    <a:pt x="2404051" y="1355002"/>
                  </a:lnTo>
                  <a:lnTo>
                    <a:pt x="2439801" y="1264635"/>
                  </a:lnTo>
                  <a:lnTo>
                    <a:pt x="2475274" y="1176792"/>
                  </a:lnTo>
                  <a:lnTo>
                    <a:pt x="2510446" y="1091876"/>
                  </a:lnTo>
                  <a:lnTo>
                    <a:pt x="2545315" y="1010226"/>
                  </a:lnTo>
                  <a:lnTo>
                    <a:pt x="2579900" y="932112"/>
                  </a:lnTo>
                  <a:lnTo>
                    <a:pt x="2614243" y="857735"/>
                  </a:lnTo>
                  <a:lnTo>
                    <a:pt x="2648412" y="787226"/>
                  </a:lnTo>
                  <a:lnTo>
                    <a:pt x="2682503" y="720653"/>
                  </a:lnTo>
                  <a:lnTo>
                    <a:pt x="2716644" y="658019"/>
                  </a:lnTo>
                  <a:lnTo>
                    <a:pt x="2750995" y="599276"/>
                  </a:lnTo>
                  <a:lnTo>
                    <a:pt x="2770117" y="568481"/>
                  </a:lnTo>
                  <a:lnTo>
                    <a:pt x="2817523" y="498159"/>
                  </a:lnTo>
                  <a:lnTo>
                    <a:pt x="2866465" y="434674"/>
                  </a:lnTo>
                  <a:lnTo>
                    <a:pt x="2917653" y="377701"/>
                  </a:lnTo>
                  <a:lnTo>
                    <a:pt x="2971885" y="326675"/>
                  </a:lnTo>
                  <a:lnTo>
                    <a:pt x="3029978" y="280953"/>
                  </a:lnTo>
                  <a:lnTo>
                    <a:pt x="3092709" y="239903"/>
                  </a:lnTo>
                  <a:lnTo>
                    <a:pt x="3160728" y="202963"/>
                  </a:lnTo>
                  <a:lnTo>
                    <a:pt x="3234464" y="169664"/>
                  </a:lnTo>
                  <a:lnTo>
                    <a:pt x="3313980" y="139655"/>
                  </a:lnTo>
                  <a:lnTo>
                    <a:pt x="3398808" y="112700"/>
                  </a:lnTo>
                  <a:lnTo>
                    <a:pt x="3487775" y="88684"/>
                  </a:lnTo>
                  <a:lnTo>
                    <a:pt x="3578860" y="67587"/>
                  </a:lnTo>
                  <a:lnTo>
                    <a:pt x="3669163" y="49461"/>
                  </a:lnTo>
                  <a:lnTo>
                    <a:pt x="3755061" y="34374"/>
                  </a:lnTo>
                  <a:lnTo>
                    <a:pt x="3832612" y="22350"/>
                  </a:lnTo>
                  <a:lnTo>
                    <a:pt x="3898184" y="13307"/>
                  </a:lnTo>
                  <a:lnTo>
                    <a:pt x="3949171" y="7012"/>
                  </a:lnTo>
                  <a:lnTo>
                    <a:pt x="3984598" y="3077"/>
                  </a:lnTo>
                  <a:lnTo>
                    <a:pt x="4005428" y="985"/>
                  </a:lnTo>
                  <a:lnTo>
                    <a:pt x="4014524" y="157"/>
                  </a:lnTo>
                  <a:lnTo>
                    <a:pt x="4016400" y="0"/>
                  </a:lnTo>
                  <a:lnTo>
                    <a:pt x="4016409" y="0"/>
                  </a:lnTo>
                  <a:lnTo>
                    <a:pt x="4538543" y="0"/>
                  </a:lnTo>
                  <a:lnTo>
                    <a:pt x="4539653" y="89"/>
                  </a:lnTo>
                  <a:lnTo>
                    <a:pt x="4546936" y="727"/>
                  </a:lnTo>
                  <a:lnTo>
                    <a:pt x="4565227" y="2493"/>
                  </a:lnTo>
                  <a:lnTo>
                    <a:pt x="4597748" y="5964"/>
                  </a:lnTo>
                  <a:lnTo>
                    <a:pt x="4645850" y="11666"/>
                  </a:lnTo>
                  <a:lnTo>
                    <a:pt x="4708913" y="20009"/>
                  </a:lnTo>
                  <a:lnTo>
                    <a:pt x="4784593" y="31252"/>
                  </a:lnTo>
                  <a:lnTo>
                    <a:pt x="4869375" y="45503"/>
                  </a:lnTo>
                  <a:lnTo>
                    <a:pt x="4959305" y="62752"/>
                  </a:lnTo>
                  <a:lnTo>
                    <a:pt x="5050643" y="82935"/>
                  </a:lnTo>
                  <a:lnTo>
                    <a:pt x="5140323" y="105995"/>
                  </a:lnTo>
                  <a:lnTo>
                    <a:pt x="5226151" y="131935"/>
                  </a:lnTo>
                  <a:lnTo>
                    <a:pt x="5306802" y="160850"/>
                  </a:lnTo>
                  <a:lnTo>
                    <a:pt x="5381694" y="192951"/>
                  </a:lnTo>
                  <a:lnTo>
                    <a:pt x="5450808" y="228564"/>
                  </a:lnTo>
                  <a:lnTo>
                    <a:pt x="5514520" y="268131"/>
                  </a:lnTo>
                  <a:lnTo>
                    <a:pt x="5573455" y="312192"/>
                  </a:lnTo>
                  <a:lnTo>
                    <a:pt x="5628378" y="361360"/>
                  </a:lnTo>
                  <a:lnTo>
                    <a:pt x="5680109" y="416274"/>
                  </a:lnTo>
                  <a:lnTo>
                    <a:pt x="5729455" y="477510"/>
                  </a:lnTo>
                  <a:lnTo>
                    <a:pt x="5777152" y="545441"/>
                  </a:lnTo>
                  <a:lnTo>
                    <a:pt x="5784835" y="557187"/>
                  </a:lnTo>
                  <a:lnTo>
                    <a:pt x="5819673" y="613180"/>
                  </a:lnTo>
                  <a:lnTo>
                    <a:pt x="5854193" y="673002"/>
                  </a:lnTo>
                  <a:lnTo>
                    <a:pt x="5888580" y="736731"/>
                  </a:lnTo>
                  <a:lnTo>
                    <a:pt x="5922981" y="804392"/>
                  </a:lnTo>
                  <a:lnTo>
                    <a:pt x="5957513" y="875951"/>
                  </a:lnTo>
                  <a:lnTo>
                    <a:pt x="5992258" y="951310"/>
                  </a:lnTo>
                  <a:lnTo>
                    <a:pt x="6027274" y="1030302"/>
                  </a:lnTo>
                  <a:lnTo>
                    <a:pt x="6062591" y="1112690"/>
                  </a:lnTo>
                  <a:lnTo>
                    <a:pt x="6098219" y="1198167"/>
                  </a:lnTo>
                  <a:lnTo>
                    <a:pt x="6134141" y="1286359"/>
                  </a:lnTo>
                  <a:lnTo>
                    <a:pt x="6170328" y="1376828"/>
                  </a:lnTo>
                  <a:lnTo>
                    <a:pt x="6206729" y="1469080"/>
                  </a:lnTo>
                  <a:lnTo>
                    <a:pt x="6243286" y="1562580"/>
                  </a:lnTo>
                  <a:lnTo>
                    <a:pt x="6279928" y="1656759"/>
                  </a:lnTo>
                  <a:lnTo>
                    <a:pt x="6316582" y="1751030"/>
                  </a:lnTo>
                  <a:lnTo>
                    <a:pt x="6353173" y="1844806"/>
                  </a:lnTo>
                  <a:lnTo>
                    <a:pt x="6389630" y="1937510"/>
                  </a:lnTo>
                  <a:lnTo>
                    <a:pt x="6425889" y="2028593"/>
                  </a:lnTo>
                  <a:lnTo>
                    <a:pt x="6461899" y="2117550"/>
                  </a:lnTo>
                  <a:lnTo>
                    <a:pt x="6497622" y="2203923"/>
                  </a:lnTo>
                  <a:lnTo>
                    <a:pt x="6533037" y="2287317"/>
                  </a:lnTo>
                  <a:lnTo>
                    <a:pt x="6568145" y="2367403"/>
                  </a:lnTo>
                  <a:lnTo>
                    <a:pt x="6602970" y="2443924"/>
                  </a:lnTo>
                  <a:lnTo>
                    <a:pt x="6637561" y="2516689"/>
                  </a:lnTo>
                  <a:lnTo>
                    <a:pt x="6671992" y="2585580"/>
                  </a:lnTo>
                  <a:lnTo>
                    <a:pt x="6706370" y="2650543"/>
                  </a:lnTo>
                  <a:lnTo>
                    <a:pt x="6740830" y="2711585"/>
                  </a:lnTo>
                  <a:lnTo>
                    <a:pt x="6775546" y="2768769"/>
                  </a:lnTo>
                  <a:lnTo>
                    <a:pt x="6786527" y="2785937"/>
                  </a:lnTo>
                  <a:lnTo>
                    <a:pt x="6834015" y="2854974"/>
                  </a:lnTo>
                  <a:lnTo>
                    <a:pt x="6883045" y="2917286"/>
                  </a:lnTo>
                  <a:lnTo>
                    <a:pt x="6934332" y="2973197"/>
                  </a:lnTo>
                  <a:lnTo>
                    <a:pt x="6988676" y="3023262"/>
                  </a:lnTo>
                  <a:lnTo>
                    <a:pt x="7046901" y="3068114"/>
                  </a:lnTo>
                  <a:lnTo>
                    <a:pt x="7109785" y="3108376"/>
                  </a:lnTo>
                  <a:lnTo>
                    <a:pt x="7177982" y="3144603"/>
                  </a:lnTo>
                  <a:lnTo>
                    <a:pt x="7251918" y="3177252"/>
                  </a:lnTo>
                  <a:lnTo>
                    <a:pt x="7331651" y="3206671"/>
                  </a:lnTo>
                  <a:lnTo>
                    <a:pt x="7416701" y="3233087"/>
                  </a:lnTo>
                  <a:lnTo>
                    <a:pt x="7505878" y="3256616"/>
                  </a:lnTo>
                  <a:lnTo>
                    <a:pt x="7597133" y="3277272"/>
                  </a:lnTo>
                  <a:lnTo>
                    <a:pt x="7687534" y="3295006"/>
                  </a:lnTo>
                  <a:lnTo>
                    <a:pt x="7773430" y="3309749"/>
                  </a:lnTo>
                  <a:lnTo>
                    <a:pt x="7850858" y="3321480"/>
                  </a:lnTo>
                  <a:lnTo>
                    <a:pt x="7916184" y="3330284"/>
                  </a:lnTo>
                  <a:lnTo>
                    <a:pt x="7966824" y="3336393"/>
                  </a:lnTo>
                  <a:lnTo>
                    <a:pt x="8001852" y="3340196"/>
                  </a:lnTo>
                  <a:lnTo>
                    <a:pt x="8022295" y="3342201"/>
                  </a:lnTo>
                  <a:lnTo>
                    <a:pt x="8031086" y="3342983"/>
                  </a:lnTo>
                  <a:lnTo>
                    <a:pt x="8032814" y="3343124"/>
                  </a:lnTo>
                  <a:lnTo>
                    <a:pt x="8032819" y="3343125"/>
                  </a:lnTo>
                  <a:lnTo>
                    <a:pt x="8554953" y="3343125"/>
                  </a:lnTo>
                  <a:lnTo>
                    <a:pt x="8554953" y="3343125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735" name="pl1735"/>
            <p:cNvSpPr/>
            <p:nvPr/>
          </p:nvSpPr>
          <p:spPr>
            <a:xfrm>
              <a:off x="386606" y="2038268"/>
              <a:ext cx="8554953" cy="3410891"/>
            </a:xfrm>
            <a:custGeom>
              <a:avLst/>
              <a:pathLst>
                <a:path w="8554953" h="3410891">
                  <a:moveTo>
                    <a:pt x="8554953" y="3343125"/>
                  </a:moveTo>
                  <a:lnTo>
                    <a:pt x="8032819" y="3343125"/>
                  </a:lnTo>
                  <a:lnTo>
                    <a:pt x="8031709" y="3343035"/>
                  </a:lnTo>
                  <a:lnTo>
                    <a:pt x="8024426" y="3342397"/>
                  </a:lnTo>
                  <a:lnTo>
                    <a:pt x="8006135" y="3340632"/>
                  </a:lnTo>
                  <a:lnTo>
                    <a:pt x="7973614" y="3337160"/>
                  </a:lnTo>
                  <a:lnTo>
                    <a:pt x="7925512" y="3331459"/>
                  </a:lnTo>
                  <a:lnTo>
                    <a:pt x="7862448" y="3323115"/>
                  </a:lnTo>
                  <a:lnTo>
                    <a:pt x="7786769" y="3311872"/>
                  </a:lnTo>
                  <a:lnTo>
                    <a:pt x="7701987" y="3297622"/>
                  </a:lnTo>
                  <a:lnTo>
                    <a:pt x="7612057" y="3280372"/>
                  </a:lnTo>
                  <a:lnTo>
                    <a:pt x="7520719" y="3260189"/>
                  </a:lnTo>
                  <a:lnTo>
                    <a:pt x="7431039" y="3237129"/>
                  </a:lnTo>
                  <a:lnTo>
                    <a:pt x="7345211" y="3211190"/>
                  </a:lnTo>
                  <a:lnTo>
                    <a:pt x="7264560" y="3182274"/>
                  </a:lnTo>
                  <a:lnTo>
                    <a:pt x="7189668" y="3150174"/>
                  </a:lnTo>
                  <a:lnTo>
                    <a:pt x="7120554" y="3114560"/>
                  </a:lnTo>
                  <a:lnTo>
                    <a:pt x="7056842" y="3074993"/>
                  </a:lnTo>
                  <a:lnTo>
                    <a:pt x="6997907" y="3030932"/>
                  </a:lnTo>
                  <a:lnTo>
                    <a:pt x="6942984" y="2981764"/>
                  </a:lnTo>
                  <a:lnTo>
                    <a:pt x="6891253" y="2926850"/>
                  </a:lnTo>
                  <a:lnTo>
                    <a:pt x="6841907" y="2865615"/>
                  </a:lnTo>
                  <a:lnTo>
                    <a:pt x="6794210" y="2797683"/>
                  </a:lnTo>
                  <a:lnTo>
                    <a:pt x="6786527" y="2785937"/>
                  </a:lnTo>
                  <a:lnTo>
                    <a:pt x="6751689" y="2729944"/>
                  </a:lnTo>
                  <a:lnTo>
                    <a:pt x="6717169" y="2670122"/>
                  </a:lnTo>
                  <a:lnTo>
                    <a:pt x="6682782" y="2606393"/>
                  </a:lnTo>
                  <a:lnTo>
                    <a:pt x="6648380" y="2538732"/>
                  </a:lnTo>
                  <a:lnTo>
                    <a:pt x="6613849" y="2467173"/>
                  </a:lnTo>
                  <a:lnTo>
                    <a:pt x="6579104" y="2391814"/>
                  </a:lnTo>
                  <a:lnTo>
                    <a:pt x="6544088" y="2312823"/>
                  </a:lnTo>
                  <a:lnTo>
                    <a:pt x="6508770" y="2230435"/>
                  </a:lnTo>
                  <a:lnTo>
                    <a:pt x="6473143" y="2144957"/>
                  </a:lnTo>
                  <a:lnTo>
                    <a:pt x="6437221" y="2056765"/>
                  </a:lnTo>
                  <a:lnTo>
                    <a:pt x="6401034" y="1966297"/>
                  </a:lnTo>
                  <a:lnTo>
                    <a:pt x="6364633" y="1874044"/>
                  </a:lnTo>
                  <a:lnTo>
                    <a:pt x="6328076" y="1780544"/>
                  </a:lnTo>
                  <a:lnTo>
                    <a:pt x="6291434" y="1686365"/>
                  </a:lnTo>
                  <a:lnTo>
                    <a:pt x="6254780" y="1592094"/>
                  </a:lnTo>
                  <a:lnTo>
                    <a:pt x="6218189" y="1498319"/>
                  </a:lnTo>
                  <a:lnTo>
                    <a:pt x="6181732" y="1405615"/>
                  </a:lnTo>
                  <a:lnTo>
                    <a:pt x="6145472" y="1314531"/>
                  </a:lnTo>
                  <a:lnTo>
                    <a:pt x="6109463" y="1225575"/>
                  </a:lnTo>
                  <a:lnTo>
                    <a:pt x="6073740" y="1139202"/>
                  </a:lnTo>
                  <a:lnTo>
                    <a:pt x="6038325" y="1055807"/>
                  </a:lnTo>
                  <a:lnTo>
                    <a:pt x="6003217" y="975721"/>
                  </a:lnTo>
                  <a:lnTo>
                    <a:pt x="5968392" y="899201"/>
                  </a:lnTo>
                  <a:lnTo>
                    <a:pt x="5933801" y="826436"/>
                  </a:lnTo>
                  <a:lnTo>
                    <a:pt x="5899370" y="757545"/>
                  </a:lnTo>
                  <a:lnTo>
                    <a:pt x="5864992" y="692582"/>
                  </a:lnTo>
                  <a:lnTo>
                    <a:pt x="5830532" y="631539"/>
                  </a:lnTo>
                  <a:lnTo>
                    <a:pt x="5795816" y="574356"/>
                  </a:lnTo>
                  <a:lnTo>
                    <a:pt x="5784835" y="557187"/>
                  </a:lnTo>
                  <a:lnTo>
                    <a:pt x="5737347" y="488151"/>
                  </a:lnTo>
                  <a:lnTo>
                    <a:pt x="5688317" y="425838"/>
                  </a:lnTo>
                  <a:lnTo>
                    <a:pt x="5637030" y="369927"/>
                  </a:lnTo>
                  <a:lnTo>
                    <a:pt x="5582686" y="319863"/>
                  </a:lnTo>
                  <a:lnTo>
                    <a:pt x="5524461" y="275010"/>
                  </a:lnTo>
                  <a:lnTo>
                    <a:pt x="5461577" y="234748"/>
                  </a:lnTo>
                  <a:lnTo>
                    <a:pt x="5393380" y="198521"/>
                  </a:lnTo>
                  <a:lnTo>
                    <a:pt x="5319444" y="165872"/>
                  </a:lnTo>
                  <a:lnTo>
                    <a:pt x="5239711" y="136453"/>
                  </a:lnTo>
                  <a:lnTo>
                    <a:pt x="5154661" y="110037"/>
                  </a:lnTo>
                  <a:lnTo>
                    <a:pt x="5065484" y="86509"/>
                  </a:lnTo>
                  <a:lnTo>
                    <a:pt x="4974229" y="65852"/>
                  </a:lnTo>
                  <a:lnTo>
                    <a:pt x="4883828" y="48119"/>
                  </a:lnTo>
                  <a:lnTo>
                    <a:pt x="4797932" y="33375"/>
                  </a:lnTo>
                  <a:lnTo>
                    <a:pt x="4720504" y="21644"/>
                  </a:lnTo>
                  <a:lnTo>
                    <a:pt x="4655178" y="12840"/>
                  </a:lnTo>
                  <a:lnTo>
                    <a:pt x="4604538" y="6731"/>
                  </a:lnTo>
                  <a:lnTo>
                    <a:pt x="4569510" y="2929"/>
                  </a:lnTo>
                  <a:lnTo>
                    <a:pt x="4549067" y="923"/>
                  </a:lnTo>
                  <a:lnTo>
                    <a:pt x="4540276" y="141"/>
                  </a:lnTo>
                  <a:lnTo>
                    <a:pt x="4538548" y="0"/>
                  </a:lnTo>
                  <a:lnTo>
                    <a:pt x="4538543" y="0"/>
                  </a:lnTo>
                  <a:lnTo>
                    <a:pt x="4016409" y="0"/>
                  </a:lnTo>
                  <a:lnTo>
                    <a:pt x="4015304" y="90"/>
                  </a:lnTo>
                  <a:lnTo>
                    <a:pt x="4008057" y="738"/>
                  </a:lnTo>
                  <a:lnTo>
                    <a:pt x="3989853" y="2530"/>
                  </a:lnTo>
                  <a:lnTo>
                    <a:pt x="3957478" y="6054"/>
                  </a:lnTo>
                  <a:lnTo>
                    <a:pt x="3909576" y="11842"/>
                  </a:lnTo>
                  <a:lnTo>
                    <a:pt x="3846750" y="20313"/>
                  </a:lnTo>
                  <a:lnTo>
                    <a:pt x="3771320" y="31731"/>
                  </a:lnTo>
                  <a:lnTo>
                    <a:pt x="3686772" y="46207"/>
                  </a:lnTo>
                  <a:lnTo>
                    <a:pt x="3597041" y="63732"/>
                  </a:lnTo>
                  <a:lnTo>
                    <a:pt x="3505854" y="84242"/>
                  </a:lnTo>
                  <a:lnTo>
                    <a:pt x="3416275" y="107677"/>
                  </a:lnTo>
                  <a:lnTo>
                    <a:pt x="3330502" y="134040"/>
                  </a:lnTo>
                  <a:lnTo>
                    <a:pt x="3249869" y="163425"/>
                  </a:lnTo>
                  <a:lnTo>
                    <a:pt x="3174971" y="196043"/>
                  </a:lnTo>
                  <a:lnTo>
                    <a:pt x="3105836" y="232224"/>
                  </a:lnTo>
                  <a:lnTo>
                    <a:pt x="3042097" y="272411"/>
                  </a:lnTo>
                  <a:lnTo>
                    <a:pt x="2983138" y="317152"/>
                  </a:lnTo>
                  <a:lnTo>
                    <a:pt x="2928201" y="367068"/>
                  </a:lnTo>
                  <a:lnTo>
                    <a:pt x="2876471" y="422806"/>
                  </a:lnTo>
                  <a:lnTo>
                    <a:pt x="2827142" y="484956"/>
                  </a:lnTo>
                  <a:lnTo>
                    <a:pt x="2779480" y="553907"/>
                  </a:lnTo>
                  <a:lnTo>
                    <a:pt x="2770117" y="568481"/>
                  </a:lnTo>
                  <a:lnTo>
                    <a:pt x="2735568" y="625117"/>
                  </a:lnTo>
                  <a:lnTo>
                    <a:pt x="2701333" y="685594"/>
                  </a:lnTo>
                  <a:lnTo>
                    <a:pt x="2667232" y="749989"/>
                  </a:lnTo>
                  <a:lnTo>
                    <a:pt x="2633120" y="818330"/>
                  </a:lnTo>
                  <a:lnTo>
                    <a:pt x="2598883" y="890584"/>
                  </a:lnTo>
                  <a:lnTo>
                    <a:pt x="2564439" y="966656"/>
                  </a:lnTo>
                  <a:lnTo>
                    <a:pt x="2529731" y="1046383"/>
                  </a:lnTo>
                  <a:lnTo>
                    <a:pt x="2494727" y="1129534"/>
                  </a:lnTo>
                  <a:lnTo>
                    <a:pt x="2459418" y="1215807"/>
                  </a:lnTo>
                  <a:lnTo>
                    <a:pt x="2423817" y="1304834"/>
                  </a:lnTo>
                  <a:lnTo>
                    <a:pt x="2387954" y="1396184"/>
                  </a:lnTo>
                  <a:lnTo>
                    <a:pt x="2351874" y="1489372"/>
                  </a:lnTo>
                  <a:lnTo>
                    <a:pt x="2315636" y="1583867"/>
                  </a:lnTo>
                  <a:lnTo>
                    <a:pt x="2279305" y="1679106"/>
                  </a:lnTo>
                  <a:lnTo>
                    <a:pt x="2242954" y="1774507"/>
                  </a:lnTo>
                  <a:lnTo>
                    <a:pt x="2206656" y="1869483"/>
                  </a:lnTo>
                  <a:lnTo>
                    <a:pt x="2170481" y="1963461"/>
                  </a:lnTo>
                  <a:lnTo>
                    <a:pt x="2134491" y="2055888"/>
                  </a:lnTo>
                  <a:lnTo>
                    <a:pt x="2098741" y="2146255"/>
                  </a:lnTo>
                  <a:lnTo>
                    <a:pt x="2063268" y="2234098"/>
                  </a:lnTo>
                  <a:lnTo>
                    <a:pt x="2028096" y="2319014"/>
                  </a:lnTo>
                  <a:lnTo>
                    <a:pt x="1993227" y="2400664"/>
                  </a:lnTo>
                  <a:lnTo>
                    <a:pt x="1958642" y="2478778"/>
                  </a:lnTo>
                  <a:lnTo>
                    <a:pt x="1924300" y="2553155"/>
                  </a:lnTo>
                  <a:lnTo>
                    <a:pt x="1890131" y="2623664"/>
                  </a:lnTo>
                  <a:lnTo>
                    <a:pt x="1856039" y="2690238"/>
                  </a:lnTo>
                  <a:lnTo>
                    <a:pt x="1821898" y="2752871"/>
                  </a:lnTo>
                  <a:lnTo>
                    <a:pt x="1787547" y="2811614"/>
                  </a:lnTo>
                  <a:lnTo>
                    <a:pt x="1768425" y="2842409"/>
                  </a:lnTo>
                  <a:lnTo>
                    <a:pt x="1721019" y="2912731"/>
                  </a:lnTo>
                  <a:lnTo>
                    <a:pt x="1672077" y="2976216"/>
                  </a:lnTo>
                  <a:lnTo>
                    <a:pt x="1620889" y="3033190"/>
                  </a:lnTo>
                  <a:lnTo>
                    <a:pt x="1566657" y="3084216"/>
                  </a:lnTo>
                  <a:lnTo>
                    <a:pt x="1508564" y="3129938"/>
                  </a:lnTo>
                  <a:lnTo>
                    <a:pt x="1445834" y="3170987"/>
                  </a:lnTo>
                  <a:lnTo>
                    <a:pt x="1377814" y="3207928"/>
                  </a:lnTo>
                  <a:lnTo>
                    <a:pt x="1304078" y="3241226"/>
                  </a:lnTo>
                  <a:lnTo>
                    <a:pt x="1224562" y="3271236"/>
                  </a:lnTo>
                  <a:lnTo>
                    <a:pt x="1139734" y="3298190"/>
                  </a:lnTo>
                  <a:lnTo>
                    <a:pt x="1050767" y="3322207"/>
                  </a:lnTo>
                  <a:lnTo>
                    <a:pt x="959682" y="3343303"/>
                  </a:lnTo>
                  <a:lnTo>
                    <a:pt x="869379" y="3361430"/>
                  </a:lnTo>
                  <a:lnTo>
                    <a:pt x="783481" y="3376517"/>
                  </a:lnTo>
                  <a:lnTo>
                    <a:pt x="705930" y="3388541"/>
                  </a:lnTo>
                  <a:lnTo>
                    <a:pt x="640358" y="3397584"/>
                  </a:lnTo>
                  <a:lnTo>
                    <a:pt x="589371" y="3403878"/>
                  </a:lnTo>
                  <a:lnTo>
                    <a:pt x="553944" y="3407814"/>
                  </a:lnTo>
                  <a:lnTo>
                    <a:pt x="533114" y="3409905"/>
                  </a:lnTo>
                  <a:lnTo>
                    <a:pt x="524018" y="3410734"/>
                  </a:lnTo>
                  <a:lnTo>
                    <a:pt x="522142" y="3410890"/>
                  </a:lnTo>
                  <a:lnTo>
                    <a:pt x="522133" y="3410891"/>
                  </a:lnTo>
                  <a:lnTo>
                    <a:pt x="0" y="3410891"/>
                  </a:lnTo>
                  <a:lnTo>
                    <a:pt x="0" y="3410891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736" name="pg1736"/>
            <p:cNvSpPr/>
            <p:nvPr/>
          </p:nvSpPr>
          <p:spPr>
            <a:xfrm>
              <a:off x="386606" y="649064"/>
              <a:ext cx="8554953" cy="4817036"/>
            </a:xfrm>
            <a:custGeom>
              <a:avLst/>
              <a:pathLst>
                <a:path w="8554953" h="4817036">
                  <a:moveTo>
                    <a:pt x="0" y="4817036"/>
                  </a:moveTo>
                  <a:lnTo>
                    <a:pt x="522133" y="4817036"/>
                  </a:lnTo>
                  <a:lnTo>
                    <a:pt x="523283" y="4816958"/>
                  </a:lnTo>
                  <a:lnTo>
                    <a:pt x="530818" y="4816395"/>
                  </a:lnTo>
                  <a:lnTo>
                    <a:pt x="549721" y="4814840"/>
                  </a:lnTo>
                  <a:lnTo>
                    <a:pt x="583276" y="4811784"/>
                  </a:lnTo>
                  <a:lnTo>
                    <a:pt x="632797" y="4806767"/>
                  </a:lnTo>
                  <a:lnTo>
                    <a:pt x="697537" y="4799435"/>
                  </a:lnTo>
                  <a:lnTo>
                    <a:pt x="774967" y="4789569"/>
                  </a:lnTo>
                  <a:lnTo>
                    <a:pt x="861387" y="4777085"/>
                  </a:lnTo>
                  <a:lnTo>
                    <a:pt x="952694" y="4761996"/>
                  </a:lnTo>
                  <a:lnTo>
                    <a:pt x="1045068" y="4744360"/>
                  </a:lnTo>
                  <a:lnTo>
                    <a:pt x="1135430" y="4724225"/>
                  </a:lnTo>
                  <a:lnTo>
                    <a:pt x="1221623" y="4701578"/>
                  </a:lnTo>
                  <a:lnTo>
                    <a:pt x="1302389" y="4676322"/>
                  </a:lnTo>
                  <a:lnTo>
                    <a:pt x="1377221" y="4648257"/>
                  </a:lnTo>
                  <a:lnTo>
                    <a:pt x="1446178" y="4617078"/>
                  </a:lnTo>
                  <a:lnTo>
                    <a:pt x="1509704" y="4582381"/>
                  </a:lnTo>
                  <a:lnTo>
                    <a:pt x="1568480" y="4543675"/>
                  </a:lnTo>
                  <a:lnTo>
                    <a:pt x="1623316" y="4500414"/>
                  </a:lnTo>
                  <a:lnTo>
                    <a:pt x="1675063" y="4452038"/>
                  </a:lnTo>
                  <a:lnTo>
                    <a:pt x="1724549" y="4398067"/>
                  </a:lnTo>
                  <a:lnTo>
                    <a:pt x="1768425" y="4343615"/>
                  </a:lnTo>
                  <a:lnTo>
                    <a:pt x="1805618" y="4292688"/>
                  </a:lnTo>
                  <a:lnTo>
                    <a:pt x="1842463" y="4238044"/>
                  </a:lnTo>
                  <a:lnTo>
                    <a:pt x="1879181" y="4179608"/>
                  </a:lnTo>
                  <a:lnTo>
                    <a:pt x="1915946" y="4117364"/>
                  </a:lnTo>
                  <a:lnTo>
                    <a:pt x="1952887" y="4051363"/>
                  </a:lnTo>
                  <a:lnTo>
                    <a:pt x="1990097" y="3981728"/>
                  </a:lnTo>
                  <a:lnTo>
                    <a:pt x="2027634" y="3908657"/>
                  </a:lnTo>
                  <a:lnTo>
                    <a:pt x="2065522" y="3832429"/>
                  </a:lnTo>
                  <a:lnTo>
                    <a:pt x="2103757" y="3753398"/>
                  </a:lnTo>
                  <a:lnTo>
                    <a:pt x="2142308" y="3671989"/>
                  </a:lnTo>
                  <a:lnTo>
                    <a:pt x="2181125" y="3588694"/>
                  </a:lnTo>
                  <a:lnTo>
                    <a:pt x="2220136" y="3504056"/>
                  </a:lnTo>
                  <a:lnTo>
                    <a:pt x="2259260" y="3418658"/>
                  </a:lnTo>
                  <a:lnTo>
                    <a:pt x="2298408" y="3333103"/>
                  </a:lnTo>
                  <a:lnTo>
                    <a:pt x="2337488" y="3248001"/>
                  </a:lnTo>
                  <a:lnTo>
                    <a:pt x="2376413" y="3163949"/>
                  </a:lnTo>
                  <a:lnTo>
                    <a:pt x="2415108" y="3081511"/>
                  </a:lnTo>
                  <a:lnTo>
                    <a:pt x="2453510" y="3001206"/>
                  </a:lnTo>
                  <a:lnTo>
                    <a:pt x="2491578" y="2923495"/>
                  </a:lnTo>
                  <a:lnTo>
                    <a:pt x="2529293" y="2848771"/>
                  </a:lnTo>
                  <a:lnTo>
                    <a:pt x="2566665" y="2777349"/>
                  </a:lnTo>
                  <a:lnTo>
                    <a:pt x="2603735" y="2709469"/>
                  </a:lnTo>
                  <a:lnTo>
                    <a:pt x="2640575" y="2645293"/>
                  </a:lnTo>
                  <a:lnTo>
                    <a:pt x="2677298" y="2584908"/>
                  </a:lnTo>
                  <a:lnTo>
                    <a:pt x="2714054" y="2528331"/>
                  </a:lnTo>
                  <a:lnTo>
                    <a:pt x="2751039" y="2475516"/>
                  </a:lnTo>
                  <a:lnTo>
                    <a:pt x="2770117" y="2449931"/>
                  </a:lnTo>
                  <a:lnTo>
                    <a:pt x="2818180" y="2390608"/>
                  </a:lnTo>
                  <a:lnTo>
                    <a:pt x="2867829" y="2337133"/>
                  </a:lnTo>
                  <a:lnTo>
                    <a:pt x="2919809" y="2289218"/>
                  </a:lnTo>
                  <a:lnTo>
                    <a:pt x="2974950" y="2246371"/>
                  </a:lnTo>
                  <a:lnTo>
                    <a:pt x="3034104" y="2208031"/>
                  </a:lnTo>
                  <a:lnTo>
                    <a:pt x="3098073" y="2173655"/>
                  </a:lnTo>
                  <a:lnTo>
                    <a:pt x="3167522" y="2142758"/>
                  </a:lnTo>
                  <a:lnTo>
                    <a:pt x="3242869" y="2114945"/>
                  </a:lnTo>
                  <a:lnTo>
                    <a:pt x="3324131" y="2089920"/>
                  </a:lnTo>
                  <a:lnTo>
                    <a:pt x="3410743" y="2067492"/>
                  </a:lnTo>
                  <a:lnTo>
                    <a:pt x="3501377" y="2047570"/>
                  </a:lnTo>
                  <a:lnTo>
                    <a:pt x="3593793" y="2030152"/>
                  </a:lnTo>
                  <a:lnTo>
                    <a:pt x="3684838" y="2015284"/>
                  </a:lnTo>
                  <a:lnTo>
                    <a:pt x="3770645" y="2003025"/>
                  </a:lnTo>
                  <a:lnTo>
                    <a:pt x="3847117" y="1993383"/>
                  </a:lnTo>
                  <a:lnTo>
                    <a:pt x="3910626" y="1986261"/>
                  </a:lnTo>
                  <a:lnTo>
                    <a:pt x="3958775" y="1981428"/>
                  </a:lnTo>
                  <a:lnTo>
                    <a:pt x="3990989" y="1978520"/>
                  </a:lnTo>
                  <a:lnTo>
                    <a:pt x="4008758" y="1977071"/>
                  </a:lnTo>
                  <a:lnTo>
                    <a:pt x="4015527" y="1976569"/>
                  </a:lnTo>
                  <a:lnTo>
                    <a:pt x="4016409" y="1976509"/>
                  </a:lnTo>
                  <a:lnTo>
                    <a:pt x="4538543" y="1976509"/>
                  </a:lnTo>
                  <a:lnTo>
                    <a:pt x="4539751" y="1976452"/>
                  </a:lnTo>
                  <a:lnTo>
                    <a:pt x="4547662" y="1976041"/>
                  </a:lnTo>
                  <a:lnTo>
                    <a:pt x="4567472" y="1974905"/>
                  </a:lnTo>
                  <a:lnTo>
                    <a:pt x="4602554" y="1972674"/>
                  </a:lnTo>
                  <a:lnTo>
                    <a:pt x="4654158" y="1969016"/>
                  </a:lnTo>
                  <a:lnTo>
                    <a:pt x="4721342" y="1963679"/>
                  </a:lnTo>
                  <a:lnTo>
                    <a:pt x="4801299" y="1956514"/>
                  </a:lnTo>
                  <a:lnTo>
                    <a:pt x="4890055" y="1947467"/>
                  </a:lnTo>
                  <a:lnTo>
                    <a:pt x="4983297" y="1936556"/>
                  </a:lnTo>
                  <a:lnTo>
                    <a:pt x="5077100" y="1923824"/>
                  </a:lnTo>
                  <a:lnTo>
                    <a:pt x="5168374" y="1909300"/>
                  </a:lnTo>
                  <a:lnTo>
                    <a:pt x="5255027" y="1892965"/>
                  </a:lnTo>
                  <a:lnTo>
                    <a:pt x="5335904" y="1874734"/>
                  </a:lnTo>
                  <a:lnTo>
                    <a:pt x="5410615" y="1854445"/>
                  </a:lnTo>
                  <a:lnTo>
                    <a:pt x="5479329" y="1831858"/>
                  </a:lnTo>
                  <a:lnTo>
                    <a:pt x="5542588" y="1806661"/>
                  </a:lnTo>
                  <a:lnTo>
                    <a:pt x="5601154" y="1778483"/>
                  </a:lnTo>
                  <a:lnTo>
                    <a:pt x="5655898" y="1746918"/>
                  </a:lnTo>
                  <a:lnTo>
                    <a:pt x="5707715" y="1711566"/>
                  </a:lnTo>
                  <a:lnTo>
                    <a:pt x="5757452" y="1672115"/>
                  </a:lnTo>
                  <a:lnTo>
                    <a:pt x="5784835" y="1648032"/>
                  </a:lnTo>
                  <a:lnTo>
                    <a:pt x="5827153" y="1607594"/>
                  </a:lnTo>
                  <a:lnTo>
                    <a:pt x="5869063" y="1563801"/>
                  </a:lnTo>
                  <a:lnTo>
                    <a:pt x="5910875" y="1516588"/>
                  </a:lnTo>
                  <a:lnTo>
                    <a:pt x="5952822" y="1465962"/>
                  </a:lnTo>
                  <a:lnTo>
                    <a:pt x="5995069" y="1412011"/>
                  </a:lnTo>
                  <a:lnTo>
                    <a:pt x="6037721" y="1354909"/>
                  </a:lnTo>
                  <a:lnTo>
                    <a:pt x="6080824" y="1294921"/>
                  </a:lnTo>
                  <a:lnTo>
                    <a:pt x="6124377" y="1232402"/>
                  </a:lnTo>
                  <a:lnTo>
                    <a:pt x="6168334" y="1167792"/>
                  </a:lnTo>
                  <a:lnTo>
                    <a:pt x="6212613" y="1101603"/>
                  </a:lnTo>
                  <a:lnTo>
                    <a:pt x="6257105" y="1034406"/>
                  </a:lnTo>
                  <a:lnTo>
                    <a:pt x="6301683" y="966809"/>
                  </a:lnTo>
                  <a:lnTo>
                    <a:pt x="6346212" y="899436"/>
                  </a:lnTo>
                  <a:lnTo>
                    <a:pt x="6390563" y="832903"/>
                  </a:lnTo>
                  <a:lnTo>
                    <a:pt x="6434621" y="767793"/>
                  </a:lnTo>
                  <a:lnTo>
                    <a:pt x="6478294" y="704636"/>
                  </a:lnTo>
                  <a:lnTo>
                    <a:pt x="6521526" y="643894"/>
                  </a:lnTo>
                  <a:lnTo>
                    <a:pt x="6564303" y="585947"/>
                  </a:lnTo>
                  <a:lnTo>
                    <a:pt x="6606656" y="531085"/>
                  </a:lnTo>
                  <a:lnTo>
                    <a:pt x="6648674" y="479508"/>
                  </a:lnTo>
                  <a:lnTo>
                    <a:pt x="6690503" y="431328"/>
                  </a:lnTo>
                  <a:lnTo>
                    <a:pt x="6732358" y="386574"/>
                  </a:lnTo>
                  <a:lnTo>
                    <a:pt x="6774524" y="345200"/>
                  </a:lnTo>
                  <a:lnTo>
                    <a:pt x="6786527" y="334124"/>
                  </a:lnTo>
                  <a:lnTo>
                    <a:pt x="6835421" y="292297"/>
                  </a:lnTo>
                  <a:lnTo>
                    <a:pt x="6885969" y="254665"/>
                  </a:lnTo>
                  <a:lnTo>
                    <a:pt x="6938955" y="221013"/>
                  </a:lnTo>
                  <a:lnTo>
                    <a:pt x="6995257" y="190977"/>
                  </a:lnTo>
                  <a:lnTo>
                    <a:pt x="7055769" y="164149"/>
                  </a:lnTo>
                  <a:lnTo>
                    <a:pt x="7121327" y="140134"/>
                  </a:lnTo>
                  <a:lnTo>
                    <a:pt x="7192611" y="118585"/>
                  </a:lnTo>
                  <a:lnTo>
                    <a:pt x="7270021" y="99220"/>
                  </a:lnTo>
                  <a:lnTo>
                    <a:pt x="7353508" y="81832"/>
                  </a:lnTo>
                  <a:lnTo>
                    <a:pt x="7442373" y="66294"/>
                  </a:lnTo>
                  <a:lnTo>
                    <a:pt x="7535068" y="52552"/>
                  </a:lnTo>
                  <a:lnTo>
                    <a:pt x="7629062" y="40609"/>
                  </a:lnTo>
                  <a:lnTo>
                    <a:pt x="7720865" y="30508"/>
                  </a:lnTo>
                  <a:lnTo>
                    <a:pt x="7806308" y="22283"/>
                  </a:lnTo>
                  <a:lnTo>
                    <a:pt x="7881127" y="15928"/>
                  </a:lnTo>
                  <a:lnTo>
                    <a:pt x="7941757" y="11349"/>
                  </a:lnTo>
                  <a:lnTo>
                    <a:pt x="7986136" y="8350"/>
                  </a:lnTo>
                  <a:lnTo>
                    <a:pt x="8014265" y="6641"/>
                  </a:lnTo>
                  <a:lnTo>
                    <a:pt x="8028350" y="5869"/>
                  </a:lnTo>
                  <a:lnTo>
                    <a:pt x="8032597" y="5657"/>
                  </a:lnTo>
                  <a:lnTo>
                    <a:pt x="8032819" y="5647"/>
                  </a:lnTo>
                  <a:lnTo>
                    <a:pt x="8554953" y="5647"/>
                  </a:lnTo>
                  <a:lnTo>
                    <a:pt x="8554953" y="0"/>
                  </a:lnTo>
                  <a:lnTo>
                    <a:pt x="8032819" y="0"/>
                  </a:lnTo>
                  <a:lnTo>
                    <a:pt x="8031610" y="57"/>
                  </a:lnTo>
                  <a:lnTo>
                    <a:pt x="8023700" y="468"/>
                  </a:lnTo>
                  <a:lnTo>
                    <a:pt x="8003890" y="1604"/>
                  </a:lnTo>
                  <a:lnTo>
                    <a:pt x="7968808" y="3835"/>
                  </a:lnTo>
                  <a:lnTo>
                    <a:pt x="7917204" y="7493"/>
                  </a:lnTo>
                  <a:lnTo>
                    <a:pt x="7850020" y="12830"/>
                  </a:lnTo>
                  <a:lnTo>
                    <a:pt x="7770063" y="19995"/>
                  </a:lnTo>
                  <a:lnTo>
                    <a:pt x="7681307" y="29042"/>
                  </a:lnTo>
                  <a:lnTo>
                    <a:pt x="7588065" y="39953"/>
                  </a:lnTo>
                  <a:lnTo>
                    <a:pt x="7494262" y="52685"/>
                  </a:lnTo>
                  <a:lnTo>
                    <a:pt x="7402988" y="67209"/>
                  </a:lnTo>
                  <a:lnTo>
                    <a:pt x="7316335" y="83544"/>
                  </a:lnTo>
                  <a:lnTo>
                    <a:pt x="7235458" y="101775"/>
                  </a:lnTo>
                  <a:lnTo>
                    <a:pt x="7160747" y="122064"/>
                  </a:lnTo>
                  <a:lnTo>
                    <a:pt x="7092033" y="144651"/>
                  </a:lnTo>
                  <a:lnTo>
                    <a:pt x="7028774" y="169848"/>
                  </a:lnTo>
                  <a:lnTo>
                    <a:pt x="6970208" y="198026"/>
                  </a:lnTo>
                  <a:lnTo>
                    <a:pt x="6915464" y="229591"/>
                  </a:lnTo>
                  <a:lnTo>
                    <a:pt x="6863647" y="264943"/>
                  </a:lnTo>
                  <a:lnTo>
                    <a:pt x="6813910" y="304393"/>
                  </a:lnTo>
                  <a:lnTo>
                    <a:pt x="6786527" y="328477"/>
                  </a:lnTo>
                  <a:lnTo>
                    <a:pt x="6744209" y="368915"/>
                  </a:lnTo>
                  <a:lnTo>
                    <a:pt x="6702299" y="412708"/>
                  </a:lnTo>
                  <a:lnTo>
                    <a:pt x="6660487" y="459921"/>
                  </a:lnTo>
                  <a:lnTo>
                    <a:pt x="6618540" y="510547"/>
                  </a:lnTo>
                  <a:lnTo>
                    <a:pt x="6576293" y="564498"/>
                  </a:lnTo>
                  <a:lnTo>
                    <a:pt x="6533641" y="621600"/>
                  </a:lnTo>
                  <a:lnTo>
                    <a:pt x="6490538" y="681588"/>
                  </a:lnTo>
                  <a:lnTo>
                    <a:pt x="6446985" y="744107"/>
                  </a:lnTo>
                  <a:lnTo>
                    <a:pt x="6403028" y="808717"/>
                  </a:lnTo>
                  <a:lnTo>
                    <a:pt x="6358749" y="874906"/>
                  </a:lnTo>
                  <a:lnTo>
                    <a:pt x="6314257" y="942103"/>
                  </a:lnTo>
                  <a:lnTo>
                    <a:pt x="6269679" y="1009700"/>
                  </a:lnTo>
                  <a:lnTo>
                    <a:pt x="6225150" y="1077072"/>
                  </a:lnTo>
                  <a:lnTo>
                    <a:pt x="6180799" y="1143606"/>
                  </a:lnTo>
                  <a:lnTo>
                    <a:pt x="6136741" y="1208716"/>
                  </a:lnTo>
                  <a:lnTo>
                    <a:pt x="6093068" y="1271873"/>
                  </a:lnTo>
                  <a:lnTo>
                    <a:pt x="6049836" y="1332615"/>
                  </a:lnTo>
                  <a:lnTo>
                    <a:pt x="6007059" y="1390562"/>
                  </a:lnTo>
                  <a:lnTo>
                    <a:pt x="5964706" y="1445424"/>
                  </a:lnTo>
                  <a:lnTo>
                    <a:pt x="5922688" y="1497001"/>
                  </a:lnTo>
                  <a:lnTo>
                    <a:pt x="5880859" y="1545180"/>
                  </a:lnTo>
                  <a:lnTo>
                    <a:pt x="5839004" y="1589935"/>
                  </a:lnTo>
                  <a:lnTo>
                    <a:pt x="5796838" y="1631309"/>
                  </a:lnTo>
                  <a:lnTo>
                    <a:pt x="5784835" y="1642385"/>
                  </a:lnTo>
                  <a:lnTo>
                    <a:pt x="5735941" y="1684212"/>
                  </a:lnTo>
                  <a:lnTo>
                    <a:pt x="5685393" y="1721844"/>
                  </a:lnTo>
                  <a:lnTo>
                    <a:pt x="5632407" y="1755496"/>
                  </a:lnTo>
                  <a:lnTo>
                    <a:pt x="5576105" y="1785532"/>
                  </a:lnTo>
                  <a:lnTo>
                    <a:pt x="5515593" y="1812360"/>
                  </a:lnTo>
                  <a:lnTo>
                    <a:pt x="5450035" y="1836374"/>
                  </a:lnTo>
                  <a:lnTo>
                    <a:pt x="5378751" y="1857924"/>
                  </a:lnTo>
                  <a:lnTo>
                    <a:pt x="5301341" y="1877289"/>
                  </a:lnTo>
                  <a:lnTo>
                    <a:pt x="5217854" y="1894677"/>
                  </a:lnTo>
                  <a:lnTo>
                    <a:pt x="5128989" y="1910215"/>
                  </a:lnTo>
                  <a:lnTo>
                    <a:pt x="5036294" y="1923957"/>
                  </a:lnTo>
                  <a:lnTo>
                    <a:pt x="4942300" y="1935900"/>
                  </a:lnTo>
                  <a:lnTo>
                    <a:pt x="4850497" y="1946001"/>
                  </a:lnTo>
                  <a:lnTo>
                    <a:pt x="4765053" y="1954225"/>
                  </a:lnTo>
                  <a:lnTo>
                    <a:pt x="4690234" y="1960581"/>
                  </a:lnTo>
                  <a:lnTo>
                    <a:pt x="4629605" y="1965160"/>
                  </a:lnTo>
                  <a:lnTo>
                    <a:pt x="4585226" y="1968158"/>
                  </a:lnTo>
                  <a:lnTo>
                    <a:pt x="4557097" y="1969867"/>
                  </a:lnTo>
                  <a:lnTo>
                    <a:pt x="4543012" y="1970640"/>
                  </a:lnTo>
                  <a:lnTo>
                    <a:pt x="4538764" y="1970852"/>
                  </a:lnTo>
                  <a:lnTo>
                    <a:pt x="4538543" y="1970862"/>
                  </a:lnTo>
                  <a:lnTo>
                    <a:pt x="4016409" y="1970862"/>
                  </a:lnTo>
                  <a:lnTo>
                    <a:pt x="4015259" y="1970941"/>
                  </a:lnTo>
                  <a:lnTo>
                    <a:pt x="4007724" y="1971503"/>
                  </a:lnTo>
                  <a:lnTo>
                    <a:pt x="3988821" y="1973058"/>
                  </a:lnTo>
                  <a:lnTo>
                    <a:pt x="3955266" y="1976115"/>
                  </a:lnTo>
                  <a:lnTo>
                    <a:pt x="3905745" y="1981132"/>
                  </a:lnTo>
                  <a:lnTo>
                    <a:pt x="3841005" y="1988463"/>
                  </a:lnTo>
                  <a:lnTo>
                    <a:pt x="3763575" y="1998329"/>
                  </a:lnTo>
                  <a:lnTo>
                    <a:pt x="3677155" y="2010814"/>
                  </a:lnTo>
                  <a:lnTo>
                    <a:pt x="3585849" y="2025903"/>
                  </a:lnTo>
                  <a:lnTo>
                    <a:pt x="3493474" y="2043539"/>
                  </a:lnTo>
                  <a:lnTo>
                    <a:pt x="3403112" y="2063674"/>
                  </a:lnTo>
                  <a:lnTo>
                    <a:pt x="3316919" y="2086321"/>
                  </a:lnTo>
                  <a:lnTo>
                    <a:pt x="3236153" y="2111577"/>
                  </a:lnTo>
                  <a:lnTo>
                    <a:pt x="3161321" y="2139642"/>
                  </a:lnTo>
                  <a:lnTo>
                    <a:pt x="3092364" y="2170821"/>
                  </a:lnTo>
                  <a:lnTo>
                    <a:pt x="3028838" y="2205518"/>
                  </a:lnTo>
                  <a:lnTo>
                    <a:pt x="2970062" y="2244223"/>
                  </a:lnTo>
                  <a:lnTo>
                    <a:pt x="2915226" y="2287485"/>
                  </a:lnTo>
                  <a:lnTo>
                    <a:pt x="2863479" y="2335860"/>
                  </a:lnTo>
                  <a:lnTo>
                    <a:pt x="2813993" y="2389831"/>
                  </a:lnTo>
                  <a:lnTo>
                    <a:pt x="2770117" y="2444283"/>
                  </a:lnTo>
                  <a:lnTo>
                    <a:pt x="2732924" y="2495211"/>
                  </a:lnTo>
                  <a:lnTo>
                    <a:pt x="2696079" y="2549854"/>
                  </a:lnTo>
                  <a:lnTo>
                    <a:pt x="2659361" y="2608290"/>
                  </a:lnTo>
                  <a:lnTo>
                    <a:pt x="2622596" y="2670534"/>
                  </a:lnTo>
                  <a:lnTo>
                    <a:pt x="2585655" y="2736535"/>
                  </a:lnTo>
                  <a:lnTo>
                    <a:pt x="2548445" y="2806171"/>
                  </a:lnTo>
                  <a:lnTo>
                    <a:pt x="2510908" y="2879241"/>
                  </a:lnTo>
                  <a:lnTo>
                    <a:pt x="2473020" y="2955469"/>
                  </a:lnTo>
                  <a:lnTo>
                    <a:pt x="2434786" y="3034501"/>
                  </a:lnTo>
                  <a:lnTo>
                    <a:pt x="2396234" y="3115909"/>
                  </a:lnTo>
                  <a:lnTo>
                    <a:pt x="2357418" y="3199204"/>
                  </a:lnTo>
                  <a:lnTo>
                    <a:pt x="2318406" y="3283842"/>
                  </a:lnTo>
                  <a:lnTo>
                    <a:pt x="2279282" y="3369241"/>
                  </a:lnTo>
                  <a:lnTo>
                    <a:pt x="2240134" y="3454796"/>
                  </a:lnTo>
                  <a:lnTo>
                    <a:pt x="2201055" y="3539897"/>
                  </a:lnTo>
                  <a:lnTo>
                    <a:pt x="2162129" y="3623950"/>
                  </a:lnTo>
                  <a:lnTo>
                    <a:pt x="2123434" y="3706388"/>
                  </a:lnTo>
                  <a:lnTo>
                    <a:pt x="2085032" y="3786693"/>
                  </a:lnTo>
                  <a:lnTo>
                    <a:pt x="2046964" y="3864403"/>
                  </a:lnTo>
                  <a:lnTo>
                    <a:pt x="2009249" y="3939128"/>
                  </a:lnTo>
                  <a:lnTo>
                    <a:pt x="1971877" y="4010550"/>
                  </a:lnTo>
                  <a:lnTo>
                    <a:pt x="1934808" y="4078429"/>
                  </a:lnTo>
                  <a:lnTo>
                    <a:pt x="1897967" y="4142606"/>
                  </a:lnTo>
                  <a:lnTo>
                    <a:pt x="1861244" y="4202991"/>
                  </a:lnTo>
                  <a:lnTo>
                    <a:pt x="1824488" y="4259568"/>
                  </a:lnTo>
                  <a:lnTo>
                    <a:pt x="1787503" y="4312383"/>
                  </a:lnTo>
                  <a:lnTo>
                    <a:pt x="1768425" y="4337968"/>
                  </a:lnTo>
                  <a:lnTo>
                    <a:pt x="1720362" y="4397291"/>
                  </a:lnTo>
                  <a:lnTo>
                    <a:pt x="1670713" y="4450766"/>
                  </a:lnTo>
                  <a:lnTo>
                    <a:pt x="1618734" y="4498681"/>
                  </a:lnTo>
                  <a:lnTo>
                    <a:pt x="1563592" y="4541528"/>
                  </a:lnTo>
                  <a:lnTo>
                    <a:pt x="1504438" y="4579868"/>
                  </a:lnTo>
                  <a:lnTo>
                    <a:pt x="1440470" y="4614244"/>
                  </a:lnTo>
                  <a:lnTo>
                    <a:pt x="1371020" y="4645141"/>
                  </a:lnTo>
                  <a:lnTo>
                    <a:pt x="1295673" y="4672954"/>
                  </a:lnTo>
                  <a:lnTo>
                    <a:pt x="1214412" y="4697979"/>
                  </a:lnTo>
                  <a:lnTo>
                    <a:pt x="1127799" y="4720407"/>
                  </a:lnTo>
                  <a:lnTo>
                    <a:pt x="1037165" y="4740328"/>
                  </a:lnTo>
                  <a:lnTo>
                    <a:pt x="944749" y="4757747"/>
                  </a:lnTo>
                  <a:lnTo>
                    <a:pt x="853704" y="4772614"/>
                  </a:lnTo>
                  <a:lnTo>
                    <a:pt x="767897" y="4784873"/>
                  </a:lnTo>
                  <a:lnTo>
                    <a:pt x="691425" y="4794516"/>
                  </a:lnTo>
                  <a:lnTo>
                    <a:pt x="627916" y="4801638"/>
                  </a:lnTo>
                  <a:lnTo>
                    <a:pt x="579767" y="4806471"/>
                  </a:lnTo>
                  <a:lnTo>
                    <a:pt x="547553" y="4809379"/>
                  </a:lnTo>
                  <a:lnTo>
                    <a:pt x="529784" y="4810828"/>
                  </a:lnTo>
                  <a:lnTo>
                    <a:pt x="523015" y="4811329"/>
                  </a:lnTo>
                  <a:lnTo>
                    <a:pt x="522133" y="4811389"/>
                  </a:lnTo>
                  <a:lnTo>
                    <a:pt x="0" y="4811389"/>
                  </a:lnTo>
                  <a:close/>
                </a:path>
              </a:pathLst>
            </a:custGeom>
            <a:solidFill>
              <a:srgbClr val="B497D6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1737" name="pl1737"/>
            <p:cNvSpPr/>
            <p:nvPr/>
          </p:nvSpPr>
          <p:spPr>
            <a:xfrm>
              <a:off x="386606" y="654711"/>
              <a:ext cx="8554953" cy="4811389"/>
            </a:xfrm>
            <a:custGeom>
              <a:avLst/>
              <a:pathLst>
                <a:path w="8554953" h="4811389">
                  <a:moveTo>
                    <a:pt x="0" y="4811389"/>
                  </a:moveTo>
                  <a:lnTo>
                    <a:pt x="522133" y="4811389"/>
                  </a:lnTo>
                  <a:lnTo>
                    <a:pt x="523283" y="4811310"/>
                  </a:lnTo>
                  <a:lnTo>
                    <a:pt x="530818" y="4810748"/>
                  </a:lnTo>
                  <a:lnTo>
                    <a:pt x="549721" y="4809193"/>
                  </a:lnTo>
                  <a:lnTo>
                    <a:pt x="583276" y="4806137"/>
                  </a:lnTo>
                  <a:lnTo>
                    <a:pt x="632797" y="4801120"/>
                  </a:lnTo>
                  <a:lnTo>
                    <a:pt x="697537" y="4793788"/>
                  </a:lnTo>
                  <a:lnTo>
                    <a:pt x="774967" y="4783922"/>
                  </a:lnTo>
                  <a:lnTo>
                    <a:pt x="861387" y="4771438"/>
                  </a:lnTo>
                  <a:lnTo>
                    <a:pt x="952694" y="4756348"/>
                  </a:lnTo>
                  <a:lnTo>
                    <a:pt x="1045068" y="4738713"/>
                  </a:lnTo>
                  <a:lnTo>
                    <a:pt x="1135430" y="4718577"/>
                  </a:lnTo>
                  <a:lnTo>
                    <a:pt x="1221623" y="4695931"/>
                  </a:lnTo>
                  <a:lnTo>
                    <a:pt x="1302389" y="4670675"/>
                  </a:lnTo>
                  <a:lnTo>
                    <a:pt x="1377221" y="4642610"/>
                  </a:lnTo>
                  <a:lnTo>
                    <a:pt x="1446178" y="4611431"/>
                  </a:lnTo>
                  <a:lnTo>
                    <a:pt x="1509704" y="4576734"/>
                  </a:lnTo>
                  <a:lnTo>
                    <a:pt x="1568480" y="4538028"/>
                  </a:lnTo>
                  <a:lnTo>
                    <a:pt x="1623316" y="4494767"/>
                  </a:lnTo>
                  <a:lnTo>
                    <a:pt x="1675063" y="4446391"/>
                  </a:lnTo>
                  <a:lnTo>
                    <a:pt x="1724549" y="4392420"/>
                  </a:lnTo>
                  <a:lnTo>
                    <a:pt x="1768425" y="4337968"/>
                  </a:lnTo>
                  <a:lnTo>
                    <a:pt x="1805618" y="4287041"/>
                  </a:lnTo>
                  <a:lnTo>
                    <a:pt x="1842463" y="4232397"/>
                  </a:lnTo>
                  <a:lnTo>
                    <a:pt x="1879181" y="4173961"/>
                  </a:lnTo>
                  <a:lnTo>
                    <a:pt x="1915946" y="4111717"/>
                  </a:lnTo>
                  <a:lnTo>
                    <a:pt x="1952887" y="4045716"/>
                  </a:lnTo>
                  <a:lnTo>
                    <a:pt x="1990097" y="3976081"/>
                  </a:lnTo>
                  <a:lnTo>
                    <a:pt x="2027634" y="3903010"/>
                  </a:lnTo>
                  <a:lnTo>
                    <a:pt x="2065522" y="3826782"/>
                  </a:lnTo>
                  <a:lnTo>
                    <a:pt x="2103757" y="3747751"/>
                  </a:lnTo>
                  <a:lnTo>
                    <a:pt x="2142308" y="3666342"/>
                  </a:lnTo>
                  <a:lnTo>
                    <a:pt x="2181125" y="3583047"/>
                  </a:lnTo>
                  <a:lnTo>
                    <a:pt x="2220136" y="3498409"/>
                  </a:lnTo>
                  <a:lnTo>
                    <a:pt x="2259260" y="3413010"/>
                  </a:lnTo>
                  <a:lnTo>
                    <a:pt x="2298408" y="3327456"/>
                  </a:lnTo>
                  <a:lnTo>
                    <a:pt x="2337488" y="3242354"/>
                  </a:lnTo>
                  <a:lnTo>
                    <a:pt x="2376413" y="3158301"/>
                  </a:lnTo>
                  <a:lnTo>
                    <a:pt x="2415108" y="3075863"/>
                  </a:lnTo>
                  <a:lnTo>
                    <a:pt x="2453510" y="2995559"/>
                  </a:lnTo>
                  <a:lnTo>
                    <a:pt x="2491578" y="2917848"/>
                  </a:lnTo>
                  <a:lnTo>
                    <a:pt x="2529293" y="2843124"/>
                  </a:lnTo>
                  <a:lnTo>
                    <a:pt x="2566665" y="2771702"/>
                  </a:lnTo>
                  <a:lnTo>
                    <a:pt x="2603735" y="2703822"/>
                  </a:lnTo>
                  <a:lnTo>
                    <a:pt x="2640575" y="2639646"/>
                  </a:lnTo>
                  <a:lnTo>
                    <a:pt x="2677298" y="2579261"/>
                  </a:lnTo>
                  <a:lnTo>
                    <a:pt x="2714054" y="2522683"/>
                  </a:lnTo>
                  <a:lnTo>
                    <a:pt x="2751039" y="2469869"/>
                  </a:lnTo>
                  <a:lnTo>
                    <a:pt x="2770117" y="2444283"/>
                  </a:lnTo>
                  <a:lnTo>
                    <a:pt x="2818180" y="2384961"/>
                  </a:lnTo>
                  <a:lnTo>
                    <a:pt x="2867829" y="2331486"/>
                  </a:lnTo>
                  <a:lnTo>
                    <a:pt x="2919809" y="2283571"/>
                  </a:lnTo>
                  <a:lnTo>
                    <a:pt x="2974950" y="2240723"/>
                  </a:lnTo>
                  <a:lnTo>
                    <a:pt x="3034104" y="2202384"/>
                  </a:lnTo>
                  <a:lnTo>
                    <a:pt x="3098073" y="2168007"/>
                  </a:lnTo>
                  <a:lnTo>
                    <a:pt x="3167522" y="2137111"/>
                  </a:lnTo>
                  <a:lnTo>
                    <a:pt x="3242869" y="2109298"/>
                  </a:lnTo>
                  <a:lnTo>
                    <a:pt x="3324131" y="2084273"/>
                  </a:lnTo>
                  <a:lnTo>
                    <a:pt x="3410743" y="2061844"/>
                  </a:lnTo>
                  <a:lnTo>
                    <a:pt x="3501377" y="2041923"/>
                  </a:lnTo>
                  <a:lnTo>
                    <a:pt x="3593793" y="2024504"/>
                  </a:lnTo>
                  <a:lnTo>
                    <a:pt x="3684838" y="2009637"/>
                  </a:lnTo>
                  <a:lnTo>
                    <a:pt x="3770645" y="1997378"/>
                  </a:lnTo>
                  <a:lnTo>
                    <a:pt x="3847117" y="1987735"/>
                  </a:lnTo>
                  <a:lnTo>
                    <a:pt x="3910626" y="1980613"/>
                  </a:lnTo>
                  <a:lnTo>
                    <a:pt x="3958775" y="1975781"/>
                  </a:lnTo>
                  <a:lnTo>
                    <a:pt x="3990989" y="1972873"/>
                  </a:lnTo>
                  <a:lnTo>
                    <a:pt x="4008758" y="1971423"/>
                  </a:lnTo>
                  <a:lnTo>
                    <a:pt x="4015527" y="1970922"/>
                  </a:lnTo>
                  <a:lnTo>
                    <a:pt x="4016409" y="1970862"/>
                  </a:lnTo>
                  <a:lnTo>
                    <a:pt x="4538543" y="1970862"/>
                  </a:lnTo>
                  <a:lnTo>
                    <a:pt x="4539751" y="1970805"/>
                  </a:lnTo>
                  <a:lnTo>
                    <a:pt x="4547662" y="1970394"/>
                  </a:lnTo>
                  <a:lnTo>
                    <a:pt x="4567472" y="1969258"/>
                  </a:lnTo>
                  <a:lnTo>
                    <a:pt x="4602554" y="1967027"/>
                  </a:lnTo>
                  <a:lnTo>
                    <a:pt x="4654158" y="1963369"/>
                  </a:lnTo>
                  <a:lnTo>
                    <a:pt x="4721342" y="1958032"/>
                  </a:lnTo>
                  <a:lnTo>
                    <a:pt x="4801299" y="1950866"/>
                  </a:lnTo>
                  <a:lnTo>
                    <a:pt x="4890055" y="1941820"/>
                  </a:lnTo>
                  <a:lnTo>
                    <a:pt x="4983297" y="1930909"/>
                  </a:lnTo>
                  <a:lnTo>
                    <a:pt x="5077100" y="1918177"/>
                  </a:lnTo>
                  <a:lnTo>
                    <a:pt x="5168374" y="1903653"/>
                  </a:lnTo>
                  <a:lnTo>
                    <a:pt x="5255027" y="1887318"/>
                  </a:lnTo>
                  <a:lnTo>
                    <a:pt x="5335904" y="1869087"/>
                  </a:lnTo>
                  <a:lnTo>
                    <a:pt x="5410615" y="1848798"/>
                  </a:lnTo>
                  <a:lnTo>
                    <a:pt x="5479329" y="1826211"/>
                  </a:lnTo>
                  <a:lnTo>
                    <a:pt x="5542588" y="1801014"/>
                  </a:lnTo>
                  <a:lnTo>
                    <a:pt x="5601154" y="1772836"/>
                  </a:lnTo>
                  <a:lnTo>
                    <a:pt x="5655898" y="1741270"/>
                  </a:lnTo>
                  <a:lnTo>
                    <a:pt x="5707715" y="1705919"/>
                  </a:lnTo>
                  <a:lnTo>
                    <a:pt x="5757452" y="1666468"/>
                  </a:lnTo>
                  <a:lnTo>
                    <a:pt x="5784835" y="1642385"/>
                  </a:lnTo>
                  <a:lnTo>
                    <a:pt x="5827153" y="1601947"/>
                  </a:lnTo>
                  <a:lnTo>
                    <a:pt x="5869063" y="1558154"/>
                  </a:lnTo>
                  <a:lnTo>
                    <a:pt x="5910875" y="1510941"/>
                  </a:lnTo>
                  <a:lnTo>
                    <a:pt x="5952822" y="1460315"/>
                  </a:lnTo>
                  <a:lnTo>
                    <a:pt x="5995069" y="1406364"/>
                  </a:lnTo>
                  <a:lnTo>
                    <a:pt x="6037721" y="1349261"/>
                  </a:lnTo>
                  <a:lnTo>
                    <a:pt x="6080824" y="1289273"/>
                  </a:lnTo>
                  <a:lnTo>
                    <a:pt x="6124377" y="1226755"/>
                  </a:lnTo>
                  <a:lnTo>
                    <a:pt x="6168334" y="1162144"/>
                  </a:lnTo>
                  <a:lnTo>
                    <a:pt x="6212613" y="1095955"/>
                  </a:lnTo>
                  <a:lnTo>
                    <a:pt x="6257105" y="1028758"/>
                  </a:lnTo>
                  <a:lnTo>
                    <a:pt x="6301683" y="961162"/>
                  </a:lnTo>
                  <a:lnTo>
                    <a:pt x="6346212" y="893789"/>
                  </a:lnTo>
                  <a:lnTo>
                    <a:pt x="6390563" y="827256"/>
                  </a:lnTo>
                  <a:lnTo>
                    <a:pt x="6434621" y="762146"/>
                  </a:lnTo>
                  <a:lnTo>
                    <a:pt x="6478294" y="698989"/>
                  </a:lnTo>
                  <a:lnTo>
                    <a:pt x="6521526" y="638247"/>
                  </a:lnTo>
                  <a:lnTo>
                    <a:pt x="6564303" y="580300"/>
                  </a:lnTo>
                  <a:lnTo>
                    <a:pt x="6606656" y="525438"/>
                  </a:lnTo>
                  <a:lnTo>
                    <a:pt x="6648674" y="473861"/>
                  </a:lnTo>
                  <a:lnTo>
                    <a:pt x="6690503" y="425681"/>
                  </a:lnTo>
                  <a:lnTo>
                    <a:pt x="6732358" y="380927"/>
                  </a:lnTo>
                  <a:lnTo>
                    <a:pt x="6774524" y="339553"/>
                  </a:lnTo>
                  <a:lnTo>
                    <a:pt x="6786527" y="328477"/>
                  </a:lnTo>
                  <a:lnTo>
                    <a:pt x="6835421" y="286650"/>
                  </a:lnTo>
                  <a:lnTo>
                    <a:pt x="6885969" y="249018"/>
                  </a:lnTo>
                  <a:lnTo>
                    <a:pt x="6938955" y="215366"/>
                  </a:lnTo>
                  <a:lnTo>
                    <a:pt x="6995257" y="185330"/>
                  </a:lnTo>
                  <a:lnTo>
                    <a:pt x="7055769" y="158502"/>
                  </a:lnTo>
                  <a:lnTo>
                    <a:pt x="7121327" y="134487"/>
                  </a:lnTo>
                  <a:lnTo>
                    <a:pt x="7192611" y="112938"/>
                  </a:lnTo>
                  <a:lnTo>
                    <a:pt x="7270021" y="93573"/>
                  </a:lnTo>
                  <a:lnTo>
                    <a:pt x="7353508" y="76185"/>
                  </a:lnTo>
                  <a:lnTo>
                    <a:pt x="7442373" y="60647"/>
                  </a:lnTo>
                  <a:lnTo>
                    <a:pt x="7535068" y="46904"/>
                  </a:lnTo>
                  <a:lnTo>
                    <a:pt x="7629062" y="34962"/>
                  </a:lnTo>
                  <a:lnTo>
                    <a:pt x="7720865" y="24860"/>
                  </a:lnTo>
                  <a:lnTo>
                    <a:pt x="7806308" y="16636"/>
                  </a:lnTo>
                  <a:lnTo>
                    <a:pt x="7881127" y="10281"/>
                  </a:lnTo>
                  <a:lnTo>
                    <a:pt x="7941757" y="5702"/>
                  </a:lnTo>
                  <a:lnTo>
                    <a:pt x="7986136" y="2703"/>
                  </a:lnTo>
                  <a:lnTo>
                    <a:pt x="8014265" y="994"/>
                  </a:lnTo>
                  <a:lnTo>
                    <a:pt x="8028350" y="221"/>
                  </a:lnTo>
                  <a:lnTo>
                    <a:pt x="8032597" y="10"/>
                  </a:lnTo>
                  <a:lnTo>
                    <a:pt x="8032819" y="0"/>
                  </a:lnTo>
                  <a:lnTo>
                    <a:pt x="8554953" y="0"/>
                  </a:lnTo>
                  <a:lnTo>
                    <a:pt x="8554953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738" name="pl1738"/>
            <p:cNvSpPr/>
            <p:nvPr/>
          </p:nvSpPr>
          <p:spPr>
            <a:xfrm>
              <a:off x="386606" y="649064"/>
              <a:ext cx="8554953" cy="4811389"/>
            </a:xfrm>
            <a:custGeom>
              <a:avLst/>
              <a:pathLst>
                <a:path w="8554953" h="4811389">
                  <a:moveTo>
                    <a:pt x="8554953" y="0"/>
                  </a:moveTo>
                  <a:lnTo>
                    <a:pt x="8032819" y="0"/>
                  </a:lnTo>
                  <a:lnTo>
                    <a:pt x="8031610" y="57"/>
                  </a:lnTo>
                  <a:lnTo>
                    <a:pt x="8023700" y="468"/>
                  </a:lnTo>
                  <a:lnTo>
                    <a:pt x="8003890" y="1604"/>
                  </a:lnTo>
                  <a:lnTo>
                    <a:pt x="7968808" y="3835"/>
                  </a:lnTo>
                  <a:lnTo>
                    <a:pt x="7917204" y="7493"/>
                  </a:lnTo>
                  <a:lnTo>
                    <a:pt x="7850020" y="12830"/>
                  </a:lnTo>
                  <a:lnTo>
                    <a:pt x="7770063" y="19995"/>
                  </a:lnTo>
                  <a:lnTo>
                    <a:pt x="7681307" y="29042"/>
                  </a:lnTo>
                  <a:lnTo>
                    <a:pt x="7588065" y="39953"/>
                  </a:lnTo>
                  <a:lnTo>
                    <a:pt x="7494262" y="52685"/>
                  </a:lnTo>
                  <a:lnTo>
                    <a:pt x="7402988" y="67209"/>
                  </a:lnTo>
                  <a:lnTo>
                    <a:pt x="7316335" y="83544"/>
                  </a:lnTo>
                  <a:lnTo>
                    <a:pt x="7235458" y="101775"/>
                  </a:lnTo>
                  <a:lnTo>
                    <a:pt x="7160747" y="122064"/>
                  </a:lnTo>
                  <a:lnTo>
                    <a:pt x="7092033" y="144651"/>
                  </a:lnTo>
                  <a:lnTo>
                    <a:pt x="7028774" y="169848"/>
                  </a:lnTo>
                  <a:lnTo>
                    <a:pt x="6970208" y="198026"/>
                  </a:lnTo>
                  <a:lnTo>
                    <a:pt x="6915464" y="229591"/>
                  </a:lnTo>
                  <a:lnTo>
                    <a:pt x="6863647" y="264943"/>
                  </a:lnTo>
                  <a:lnTo>
                    <a:pt x="6813910" y="304393"/>
                  </a:lnTo>
                  <a:lnTo>
                    <a:pt x="6786527" y="328477"/>
                  </a:lnTo>
                  <a:lnTo>
                    <a:pt x="6744209" y="368915"/>
                  </a:lnTo>
                  <a:lnTo>
                    <a:pt x="6702299" y="412708"/>
                  </a:lnTo>
                  <a:lnTo>
                    <a:pt x="6660487" y="459921"/>
                  </a:lnTo>
                  <a:lnTo>
                    <a:pt x="6618540" y="510547"/>
                  </a:lnTo>
                  <a:lnTo>
                    <a:pt x="6576293" y="564498"/>
                  </a:lnTo>
                  <a:lnTo>
                    <a:pt x="6533641" y="621600"/>
                  </a:lnTo>
                  <a:lnTo>
                    <a:pt x="6490538" y="681588"/>
                  </a:lnTo>
                  <a:lnTo>
                    <a:pt x="6446985" y="744107"/>
                  </a:lnTo>
                  <a:lnTo>
                    <a:pt x="6403028" y="808717"/>
                  </a:lnTo>
                  <a:lnTo>
                    <a:pt x="6358749" y="874906"/>
                  </a:lnTo>
                  <a:lnTo>
                    <a:pt x="6314257" y="942103"/>
                  </a:lnTo>
                  <a:lnTo>
                    <a:pt x="6269679" y="1009700"/>
                  </a:lnTo>
                  <a:lnTo>
                    <a:pt x="6225150" y="1077072"/>
                  </a:lnTo>
                  <a:lnTo>
                    <a:pt x="6180799" y="1143606"/>
                  </a:lnTo>
                  <a:lnTo>
                    <a:pt x="6136741" y="1208716"/>
                  </a:lnTo>
                  <a:lnTo>
                    <a:pt x="6093068" y="1271873"/>
                  </a:lnTo>
                  <a:lnTo>
                    <a:pt x="6049836" y="1332615"/>
                  </a:lnTo>
                  <a:lnTo>
                    <a:pt x="6007059" y="1390562"/>
                  </a:lnTo>
                  <a:lnTo>
                    <a:pt x="5964706" y="1445424"/>
                  </a:lnTo>
                  <a:lnTo>
                    <a:pt x="5922688" y="1497001"/>
                  </a:lnTo>
                  <a:lnTo>
                    <a:pt x="5880859" y="1545180"/>
                  </a:lnTo>
                  <a:lnTo>
                    <a:pt x="5839004" y="1589935"/>
                  </a:lnTo>
                  <a:lnTo>
                    <a:pt x="5796838" y="1631309"/>
                  </a:lnTo>
                  <a:lnTo>
                    <a:pt x="5784835" y="1642385"/>
                  </a:lnTo>
                  <a:lnTo>
                    <a:pt x="5735941" y="1684212"/>
                  </a:lnTo>
                  <a:lnTo>
                    <a:pt x="5685393" y="1721844"/>
                  </a:lnTo>
                  <a:lnTo>
                    <a:pt x="5632407" y="1755496"/>
                  </a:lnTo>
                  <a:lnTo>
                    <a:pt x="5576105" y="1785532"/>
                  </a:lnTo>
                  <a:lnTo>
                    <a:pt x="5515593" y="1812360"/>
                  </a:lnTo>
                  <a:lnTo>
                    <a:pt x="5450035" y="1836374"/>
                  </a:lnTo>
                  <a:lnTo>
                    <a:pt x="5378751" y="1857924"/>
                  </a:lnTo>
                  <a:lnTo>
                    <a:pt x="5301341" y="1877289"/>
                  </a:lnTo>
                  <a:lnTo>
                    <a:pt x="5217854" y="1894677"/>
                  </a:lnTo>
                  <a:lnTo>
                    <a:pt x="5128989" y="1910215"/>
                  </a:lnTo>
                  <a:lnTo>
                    <a:pt x="5036294" y="1923957"/>
                  </a:lnTo>
                  <a:lnTo>
                    <a:pt x="4942300" y="1935900"/>
                  </a:lnTo>
                  <a:lnTo>
                    <a:pt x="4850497" y="1946001"/>
                  </a:lnTo>
                  <a:lnTo>
                    <a:pt x="4765053" y="1954225"/>
                  </a:lnTo>
                  <a:lnTo>
                    <a:pt x="4690234" y="1960581"/>
                  </a:lnTo>
                  <a:lnTo>
                    <a:pt x="4629605" y="1965160"/>
                  </a:lnTo>
                  <a:lnTo>
                    <a:pt x="4585226" y="1968158"/>
                  </a:lnTo>
                  <a:lnTo>
                    <a:pt x="4557097" y="1969867"/>
                  </a:lnTo>
                  <a:lnTo>
                    <a:pt x="4543012" y="1970640"/>
                  </a:lnTo>
                  <a:lnTo>
                    <a:pt x="4538764" y="1970852"/>
                  </a:lnTo>
                  <a:lnTo>
                    <a:pt x="4538543" y="1970862"/>
                  </a:lnTo>
                  <a:lnTo>
                    <a:pt x="4016409" y="1970862"/>
                  </a:lnTo>
                  <a:lnTo>
                    <a:pt x="4015259" y="1970941"/>
                  </a:lnTo>
                  <a:lnTo>
                    <a:pt x="4007724" y="1971503"/>
                  </a:lnTo>
                  <a:lnTo>
                    <a:pt x="3988821" y="1973058"/>
                  </a:lnTo>
                  <a:lnTo>
                    <a:pt x="3955266" y="1976115"/>
                  </a:lnTo>
                  <a:lnTo>
                    <a:pt x="3905745" y="1981132"/>
                  </a:lnTo>
                  <a:lnTo>
                    <a:pt x="3841005" y="1988463"/>
                  </a:lnTo>
                  <a:lnTo>
                    <a:pt x="3763575" y="1998329"/>
                  </a:lnTo>
                  <a:lnTo>
                    <a:pt x="3677155" y="2010814"/>
                  </a:lnTo>
                  <a:lnTo>
                    <a:pt x="3585849" y="2025903"/>
                  </a:lnTo>
                  <a:lnTo>
                    <a:pt x="3493474" y="2043539"/>
                  </a:lnTo>
                  <a:lnTo>
                    <a:pt x="3403112" y="2063674"/>
                  </a:lnTo>
                  <a:lnTo>
                    <a:pt x="3316919" y="2086321"/>
                  </a:lnTo>
                  <a:lnTo>
                    <a:pt x="3236153" y="2111577"/>
                  </a:lnTo>
                  <a:lnTo>
                    <a:pt x="3161321" y="2139642"/>
                  </a:lnTo>
                  <a:lnTo>
                    <a:pt x="3092364" y="2170821"/>
                  </a:lnTo>
                  <a:lnTo>
                    <a:pt x="3028838" y="2205518"/>
                  </a:lnTo>
                  <a:lnTo>
                    <a:pt x="2970062" y="2244223"/>
                  </a:lnTo>
                  <a:lnTo>
                    <a:pt x="2915226" y="2287485"/>
                  </a:lnTo>
                  <a:lnTo>
                    <a:pt x="2863479" y="2335860"/>
                  </a:lnTo>
                  <a:lnTo>
                    <a:pt x="2813993" y="2389831"/>
                  </a:lnTo>
                  <a:lnTo>
                    <a:pt x="2770117" y="2444283"/>
                  </a:lnTo>
                  <a:lnTo>
                    <a:pt x="2732924" y="2495211"/>
                  </a:lnTo>
                  <a:lnTo>
                    <a:pt x="2696079" y="2549854"/>
                  </a:lnTo>
                  <a:lnTo>
                    <a:pt x="2659361" y="2608290"/>
                  </a:lnTo>
                  <a:lnTo>
                    <a:pt x="2622596" y="2670534"/>
                  </a:lnTo>
                  <a:lnTo>
                    <a:pt x="2585655" y="2736535"/>
                  </a:lnTo>
                  <a:lnTo>
                    <a:pt x="2548445" y="2806171"/>
                  </a:lnTo>
                  <a:lnTo>
                    <a:pt x="2510908" y="2879241"/>
                  </a:lnTo>
                  <a:lnTo>
                    <a:pt x="2473020" y="2955469"/>
                  </a:lnTo>
                  <a:lnTo>
                    <a:pt x="2434786" y="3034501"/>
                  </a:lnTo>
                  <a:lnTo>
                    <a:pt x="2396234" y="3115909"/>
                  </a:lnTo>
                  <a:lnTo>
                    <a:pt x="2357418" y="3199204"/>
                  </a:lnTo>
                  <a:lnTo>
                    <a:pt x="2318406" y="3283842"/>
                  </a:lnTo>
                  <a:lnTo>
                    <a:pt x="2279282" y="3369241"/>
                  </a:lnTo>
                  <a:lnTo>
                    <a:pt x="2240134" y="3454796"/>
                  </a:lnTo>
                  <a:lnTo>
                    <a:pt x="2201055" y="3539897"/>
                  </a:lnTo>
                  <a:lnTo>
                    <a:pt x="2162129" y="3623950"/>
                  </a:lnTo>
                  <a:lnTo>
                    <a:pt x="2123434" y="3706388"/>
                  </a:lnTo>
                  <a:lnTo>
                    <a:pt x="2085032" y="3786693"/>
                  </a:lnTo>
                  <a:lnTo>
                    <a:pt x="2046964" y="3864403"/>
                  </a:lnTo>
                  <a:lnTo>
                    <a:pt x="2009249" y="3939128"/>
                  </a:lnTo>
                  <a:lnTo>
                    <a:pt x="1971877" y="4010550"/>
                  </a:lnTo>
                  <a:lnTo>
                    <a:pt x="1934808" y="4078429"/>
                  </a:lnTo>
                  <a:lnTo>
                    <a:pt x="1897967" y="4142606"/>
                  </a:lnTo>
                  <a:lnTo>
                    <a:pt x="1861244" y="4202991"/>
                  </a:lnTo>
                  <a:lnTo>
                    <a:pt x="1824488" y="4259568"/>
                  </a:lnTo>
                  <a:lnTo>
                    <a:pt x="1787503" y="4312383"/>
                  </a:lnTo>
                  <a:lnTo>
                    <a:pt x="1768425" y="4337968"/>
                  </a:lnTo>
                  <a:lnTo>
                    <a:pt x="1720362" y="4397291"/>
                  </a:lnTo>
                  <a:lnTo>
                    <a:pt x="1670713" y="4450766"/>
                  </a:lnTo>
                  <a:lnTo>
                    <a:pt x="1618734" y="4498681"/>
                  </a:lnTo>
                  <a:lnTo>
                    <a:pt x="1563592" y="4541528"/>
                  </a:lnTo>
                  <a:lnTo>
                    <a:pt x="1504438" y="4579868"/>
                  </a:lnTo>
                  <a:lnTo>
                    <a:pt x="1440470" y="4614244"/>
                  </a:lnTo>
                  <a:lnTo>
                    <a:pt x="1371020" y="4645141"/>
                  </a:lnTo>
                  <a:lnTo>
                    <a:pt x="1295673" y="4672954"/>
                  </a:lnTo>
                  <a:lnTo>
                    <a:pt x="1214412" y="4697979"/>
                  </a:lnTo>
                  <a:lnTo>
                    <a:pt x="1127799" y="4720407"/>
                  </a:lnTo>
                  <a:lnTo>
                    <a:pt x="1037165" y="4740328"/>
                  </a:lnTo>
                  <a:lnTo>
                    <a:pt x="944749" y="4757747"/>
                  </a:lnTo>
                  <a:lnTo>
                    <a:pt x="853704" y="4772614"/>
                  </a:lnTo>
                  <a:lnTo>
                    <a:pt x="767897" y="4784873"/>
                  </a:lnTo>
                  <a:lnTo>
                    <a:pt x="691425" y="4794516"/>
                  </a:lnTo>
                  <a:lnTo>
                    <a:pt x="627916" y="4801638"/>
                  </a:lnTo>
                  <a:lnTo>
                    <a:pt x="579767" y="4806471"/>
                  </a:lnTo>
                  <a:lnTo>
                    <a:pt x="547553" y="4809379"/>
                  </a:lnTo>
                  <a:lnTo>
                    <a:pt x="529784" y="4810828"/>
                  </a:lnTo>
                  <a:lnTo>
                    <a:pt x="523015" y="4811329"/>
                  </a:lnTo>
                  <a:lnTo>
                    <a:pt x="522133" y="4811389"/>
                  </a:lnTo>
                  <a:lnTo>
                    <a:pt x="0" y="4811389"/>
                  </a:lnTo>
                  <a:lnTo>
                    <a:pt x="0" y="4811389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739" name="pg1739"/>
            <p:cNvSpPr/>
            <p:nvPr/>
          </p:nvSpPr>
          <p:spPr>
            <a:xfrm>
              <a:off x="386606" y="699888"/>
              <a:ext cx="8554953" cy="4771859"/>
            </a:xfrm>
            <a:custGeom>
              <a:avLst/>
              <a:pathLst>
                <a:path w="8554953" h="4771859">
                  <a:moveTo>
                    <a:pt x="0" y="4771859"/>
                  </a:moveTo>
                  <a:lnTo>
                    <a:pt x="522133" y="4771859"/>
                  </a:lnTo>
                  <a:lnTo>
                    <a:pt x="523284" y="4771781"/>
                  </a:lnTo>
                  <a:lnTo>
                    <a:pt x="530825" y="4771220"/>
                  </a:lnTo>
                  <a:lnTo>
                    <a:pt x="549740" y="4769670"/>
                  </a:lnTo>
                  <a:lnTo>
                    <a:pt x="583318" y="4766623"/>
                  </a:lnTo>
                  <a:lnTo>
                    <a:pt x="632869" y="4761623"/>
                  </a:lnTo>
                  <a:lnTo>
                    <a:pt x="697645" y="4754315"/>
                  </a:lnTo>
                  <a:lnTo>
                    <a:pt x="775112" y="4744482"/>
                  </a:lnTo>
                  <a:lnTo>
                    <a:pt x="861566" y="4732039"/>
                  </a:lnTo>
                  <a:lnTo>
                    <a:pt x="952902" y="4717000"/>
                  </a:lnTo>
                  <a:lnTo>
                    <a:pt x="1045298" y="4699425"/>
                  </a:lnTo>
                  <a:lnTo>
                    <a:pt x="1135674" y="4679358"/>
                  </a:lnTo>
                  <a:lnTo>
                    <a:pt x="1221874" y="4656788"/>
                  </a:lnTo>
                  <a:lnTo>
                    <a:pt x="1302642" y="4631618"/>
                  </a:lnTo>
                  <a:lnTo>
                    <a:pt x="1377473" y="4603647"/>
                  </a:lnTo>
                  <a:lnTo>
                    <a:pt x="1446427" y="4572573"/>
                  </a:lnTo>
                  <a:lnTo>
                    <a:pt x="1509949" y="4537990"/>
                  </a:lnTo>
                  <a:lnTo>
                    <a:pt x="1568722" y="4499412"/>
                  </a:lnTo>
                  <a:lnTo>
                    <a:pt x="1623555" y="4456290"/>
                  </a:lnTo>
                  <a:lnTo>
                    <a:pt x="1675303" y="4408070"/>
                  </a:lnTo>
                  <a:lnTo>
                    <a:pt x="1724792" y="4354272"/>
                  </a:lnTo>
                  <a:lnTo>
                    <a:pt x="1768425" y="4300320"/>
                  </a:lnTo>
                  <a:lnTo>
                    <a:pt x="1805675" y="4249514"/>
                  </a:lnTo>
                  <a:lnTo>
                    <a:pt x="1842577" y="4194994"/>
                  </a:lnTo>
                  <a:lnTo>
                    <a:pt x="1879353" y="4136685"/>
                  </a:lnTo>
                  <a:lnTo>
                    <a:pt x="1916175" y="4074571"/>
                  </a:lnTo>
                  <a:lnTo>
                    <a:pt x="1953175" y="4008704"/>
                  </a:lnTo>
                  <a:lnTo>
                    <a:pt x="1990446" y="3939207"/>
                  </a:lnTo>
                  <a:lnTo>
                    <a:pt x="2028045" y="3866281"/>
                  </a:lnTo>
                  <a:lnTo>
                    <a:pt x="2065996" y="3790203"/>
                  </a:lnTo>
                  <a:lnTo>
                    <a:pt x="2104294" y="3711329"/>
                  </a:lnTo>
                  <a:lnTo>
                    <a:pt x="2142910" y="3630087"/>
                  </a:lnTo>
                  <a:lnTo>
                    <a:pt x="2181791" y="3546967"/>
                  </a:lnTo>
                  <a:lnTo>
                    <a:pt x="2220866" y="3462516"/>
                  </a:lnTo>
                  <a:lnTo>
                    <a:pt x="2260052" y="3377316"/>
                  </a:lnTo>
                  <a:lnTo>
                    <a:pt x="2299260" y="3291972"/>
                  </a:lnTo>
                  <a:lnTo>
                    <a:pt x="2338398" y="3207094"/>
                  </a:lnTo>
                  <a:lnTo>
                    <a:pt x="2377380" y="3123278"/>
                  </a:lnTo>
                  <a:lnTo>
                    <a:pt x="2416128" y="3041088"/>
                  </a:lnTo>
                  <a:lnTo>
                    <a:pt x="2454581" y="2961043"/>
                  </a:lnTo>
                  <a:lnTo>
                    <a:pt x="2492698" y="2883602"/>
                  </a:lnTo>
                  <a:lnTo>
                    <a:pt x="2530461" y="2809154"/>
                  </a:lnTo>
                  <a:lnTo>
                    <a:pt x="2567881" y="2738015"/>
                  </a:lnTo>
                  <a:lnTo>
                    <a:pt x="2604999" y="2670421"/>
                  </a:lnTo>
                  <a:lnTo>
                    <a:pt x="2641891" y="2606532"/>
                  </a:lnTo>
                  <a:lnTo>
                    <a:pt x="2678670" y="2546433"/>
                  </a:lnTo>
                  <a:lnTo>
                    <a:pt x="2715488" y="2490137"/>
                  </a:lnTo>
                  <a:lnTo>
                    <a:pt x="2752543" y="2437598"/>
                  </a:lnTo>
                  <a:lnTo>
                    <a:pt x="2770117" y="2414165"/>
                  </a:lnTo>
                  <a:lnTo>
                    <a:pt x="2818192" y="2355064"/>
                  </a:lnTo>
                  <a:lnTo>
                    <a:pt x="2867854" y="2301791"/>
                  </a:lnTo>
                  <a:lnTo>
                    <a:pt x="2919849" y="2254058"/>
                  </a:lnTo>
                  <a:lnTo>
                    <a:pt x="2975007" y="2211374"/>
                  </a:lnTo>
                  <a:lnTo>
                    <a:pt x="3034181" y="2173182"/>
                  </a:lnTo>
                  <a:lnTo>
                    <a:pt x="3098173" y="2138939"/>
                  </a:lnTo>
                  <a:lnTo>
                    <a:pt x="3167649" y="2108163"/>
                  </a:lnTo>
                  <a:lnTo>
                    <a:pt x="3243026" y="2080459"/>
                  </a:lnTo>
                  <a:lnTo>
                    <a:pt x="3324320" y="2055533"/>
                  </a:lnTo>
                  <a:lnTo>
                    <a:pt x="3410966" y="2033194"/>
                  </a:lnTo>
                  <a:lnTo>
                    <a:pt x="3501630" y="2013354"/>
                  </a:lnTo>
                  <a:lnTo>
                    <a:pt x="3594071" y="1996007"/>
                  </a:lnTo>
                  <a:lnTo>
                    <a:pt x="3685128" y="1981203"/>
                  </a:lnTo>
                  <a:lnTo>
                    <a:pt x="3770932" y="1968999"/>
                  </a:lnTo>
                  <a:lnTo>
                    <a:pt x="3847382" y="1959401"/>
                  </a:lnTo>
                  <a:lnTo>
                    <a:pt x="3910851" y="1952315"/>
                  </a:lnTo>
                  <a:lnTo>
                    <a:pt x="3958945" y="1947509"/>
                  </a:lnTo>
                  <a:lnTo>
                    <a:pt x="3991099" y="1944619"/>
                  </a:lnTo>
                  <a:lnTo>
                    <a:pt x="4008813" y="1943181"/>
                  </a:lnTo>
                  <a:lnTo>
                    <a:pt x="4015541" y="1942685"/>
                  </a:lnTo>
                  <a:lnTo>
                    <a:pt x="4016409" y="1942626"/>
                  </a:lnTo>
                  <a:lnTo>
                    <a:pt x="4538543" y="1942626"/>
                  </a:lnTo>
                  <a:lnTo>
                    <a:pt x="4539753" y="1942570"/>
                  </a:lnTo>
                  <a:lnTo>
                    <a:pt x="4547677" y="1942165"/>
                  </a:lnTo>
                  <a:lnTo>
                    <a:pt x="4567517" y="1941047"/>
                  </a:lnTo>
                  <a:lnTo>
                    <a:pt x="4602650" y="1938851"/>
                  </a:lnTo>
                  <a:lnTo>
                    <a:pt x="4654324" y="1935249"/>
                  </a:lnTo>
                  <a:lnTo>
                    <a:pt x="4721588" y="1929996"/>
                  </a:lnTo>
                  <a:lnTo>
                    <a:pt x="4801629" y="1922943"/>
                  </a:lnTo>
                  <a:lnTo>
                    <a:pt x="4890462" y="1914040"/>
                  </a:lnTo>
                  <a:lnTo>
                    <a:pt x="4983767" y="1903302"/>
                  </a:lnTo>
                  <a:lnTo>
                    <a:pt x="5077615" y="1890772"/>
                  </a:lnTo>
                  <a:lnTo>
                    <a:pt x="5168918" y="1876480"/>
                  </a:lnTo>
                  <a:lnTo>
                    <a:pt x="5255585" y="1860405"/>
                  </a:lnTo>
                  <a:lnTo>
                    <a:pt x="5336464" y="1842465"/>
                  </a:lnTo>
                  <a:lnTo>
                    <a:pt x="5411171" y="1822498"/>
                  </a:lnTo>
                  <a:lnTo>
                    <a:pt x="5479877" y="1800267"/>
                  </a:lnTo>
                  <a:lnTo>
                    <a:pt x="5543127" y="1775466"/>
                  </a:lnTo>
                  <a:lnTo>
                    <a:pt x="5601686" y="1747728"/>
                  </a:lnTo>
                  <a:lnTo>
                    <a:pt x="5656428" y="1716654"/>
                  </a:lnTo>
                  <a:lnTo>
                    <a:pt x="5708248" y="1681851"/>
                  </a:lnTo>
                  <a:lnTo>
                    <a:pt x="5757995" y="1643012"/>
                  </a:lnTo>
                  <a:lnTo>
                    <a:pt x="5784835" y="1619796"/>
                  </a:lnTo>
                  <a:lnTo>
                    <a:pt x="5827383" y="1579827"/>
                  </a:lnTo>
                  <a:lnTo>
                    <a:pt x="5869520" y="1536524"/>
                  </a:lnTo>
                  <a:lnTo>
                    <a:pt x="5911561" y="1489823"/>
                  </a:lnTo>
                  <a:lnTo>
                    <a:pt x="5953742" y="1439732"/>
                  </a:lnTo>
                  <a:lnTo>
                    <a:pt x="5996229" y="1386340"/>
                  </a:lnTo>
                  <a:lnTo>
                    <a:pt x="6039126" y="1329823"/>
                  </a:lnTo>
                  <a:lnTo>
                    <a:pt x="6082482" y="1270449"/>
                  </a:lnTo>
                  <a:lnTo>
                    <a:pt x="6126290" y="1208576"/>
                  </a:lnTo>
                  <a:lnTo>
                    <a:pt x="6170504" y="1144645"/>
                  </a:lnTo>
                  <a:lnTo>
                    <a:pt x="6215039" y="1079173"/>
                  </a:lnTo>
                  <a:lnTo>
                    <a:pt x="6259783" y="1012732"/>
                  </a:lnTo>
                  <a:lnTo>
                    <a:pt x="6304605" y="945930"/>
                  </a:lnTo>
                  <a:lnTo>
                    <a:pt x="6349369" y="879392"/>
                  </a:lnTo>
                  <a:lnTo>
                    <a:pt x="6393945" y="813730"/>
                  </a:lnTo>
                  <a:lnTo>
                    <a:pt x="6438215" y="749524"/>
                  </a:lnTo>
                  <a:lnTo>
                    <a:pt x="6482091" y="687300"/>
                  </a:lnTo>
                  <a:lnTo>
                    <a:pt x="6525518" y="627511"/>
                  </a:lnTo>
                  <a:lnTo>
                    <a:pt x="6568485" y="570530"/>
                  </a:lnTo>
                  <a:lnTo>
                    <a:pt x="6611031" y="516637"/>
                  </a:lnTo>
                  <a:lnTo>
                    <a:pt x="6653251" y="466024"/>
                  </a:lnTo>
                  <a:lnTo>
                    <a:pt x="6695299" y="418793"/>
                  </a:lnTo>
                  <a:lnTo>
                    <a:pt x="6737403" y="374964"/>
                  </a:lnTo>
                  <a:lnTo>
                    <a:pt x="6779863" y="334483"/>
                  </a:lnTo>
                  <a:lnTo>
                    <a:pt x="6786527" y="328477"/>
                  </a:lnTo>
                  <a:lnTo>
                    <a:pt x="6835448" y="287348"/>
                  </a:lnTo>
                  <a:lnTo>
                    <a:pt x="6886026" y="250345"/>
                  </a:lnTo>
                  <a:lnTo>
                    <a:pt x="6939046" y="217258"/>
                  </a:lnTo>
                  <a:lnTo>
                    <a:pt x="6995386" y="187729"/>
                  </a:lnTo>
                  <a:lnTo>
                    <a:pt x="7055944" y="161355"/>
                  </a:lnTo>
                  <a:lnTo>
                    <a:pt x="7121554" y="137748"/>
                  </a:lnTo>
                  <a:lnTo>
                    <a:pt x="7192899" y="116566"/>
                  </a:lnTo>
                  <a:lnTo>
                    <a:pt x="7270378" y="97531"/>
                  </a:lnTo>
                  <a:lnTo>
                    <a:pt x="7353939" y="80442"/>
                  </a:lnTo>
                  <a:lnTo>
                    <a:pt x="7442878" y="65172"/>
                  </a:lnTo>
                  <a:lnTo>
                    <a:pt x="7535641" y="51668"/>
                  </a:lnTo>
                  <a:lnTo>
                    <a:pt x="7629685" y="39936"/>
                  </a:lnTo>
                  <a:lnTo>
                    <a:pt x="7721509" y="30015"/>
                  </a:lnTo>
                  <a:lnTo>
                    <a:pt x="7806935" y="21942"/>
                  </a:lnTo>
                  <a:lnTo>
                    <a:pt x="7881694" y="15707"/>
                  </a:lnTo>
                  <a:lnTo>
                    <a:pt x="7942223" y="11218"/>
                  </a:lnTo>
                  <a:lnTo>
                    <a:pt x="7986475" y="8283"/>
                  </a:lnTo>
                  <a:lnTo>
                    <a:pt x="8014470" y="6613"/>
                  </a:lnTo>
                  <a:lnTo>
                    <a:pt x="8028437" y="5860"/>
                  </a:lnTo>
                  <a:lnTo>
                    <a:pt x="8032610" y="5656"/>
                  </a:lnTo>
                  <a:lnTo>
                    <a:pt x="8032819" y="5647"/>
                  </a:lnTo>
                  <a:lnTo>
                    <a:pt x="8554953" y="5647"/>
                  </a:lnTo>
                  <a:lnTo>
                    <a:pt x="8554953" y="0"/>
                  </a:lnTo>
                  <a:lnTo>
                    <a:pt x="8032819" y="0"/>
                  </a:lnTo>
                  <a:lnTo>
                    <a:pt x="8031608" y="56"/>
                  </a:lnTo>
                  <a:lnTo>
                    <a:pt x="8023685" y="461"/>
                  </a:lnTo>
                  <a:lnTo>
                    <a:pt x="8003845" y="1579"/>
                  </a:lnTo>
                  <a:lnTo>
                    <a:pt x="7968712" y="3775"/>
                  </a:lnTo>
                  <a:lnTo>
                    <a:pt x="7917038" y="7376"/>
                  </a:lnTo>
                  <a:lnTo>
                    <a:pt x="7849773" y="12630"/>
                  </a:lnTo>
                  <a:lnTo>
                    <a:pt x="7769733" y="19682"/>
                  </a:lnTo>
                  <a:lnTo>
                    <a:pt x="7680900" y="28586"/>
                  </a:lnTo>
                  <a:lnTo>
                    <a:pt x="7587595" y="39324"/>
                  </a:lnTo>
                  <a:lnTo>
                    <a:pt x="7493747" y="51854"/>
                  </a:lnTo>
                  <a:lnTo>
                    <a:pt x="7402444" y="66146"/>
                  </a:lnTo>
                  <a:lnTo>
                    <a:pt x="7315777" y="82220"/>
                  </a:lnTo>
                  <a:lnTo>
                    <a:pt x="7234898" y="100161"/>
                  </a:lnTo>
                  <a:lnTo>
                    <a:pt x="7160191" y="120128"/>
                  </a:lnTo>
                  <a:lnTo>
                    <a:pt x="7091485" y="142359"/>
                  </a:lnTo>
                  <a:lnTo>
                    <a:pt x="7028235" y="167160"/>
                  </a:lnTo>
                  <a:lnTo>
                    <a:pt x="6969676" y="194897"/>
                  </a:lnTo>
                  <a:lnTo>
                    <a:pt x="6914934" y="225972"/>
                  </a:lnTo>
                  <a:lnTo>
                    <a:pt x="6863114" y="260775"/>
                  </a:lnTo>
                  <a:lnTo>
                    <a:pt x="6813367" y="299613"/>
                  </a:lnTo>
                  <a:lnTo>
                    <a:pt x="6786527" y="322829"/>
                  </a:lnTo>
                  <a:lnTo>
                    <a:pt x="6743979" y="362799"/>
                  </a:lnTo>
                  <a:lnTo>
                    <a:pt x="6701842" y="406101"/>
                  </a:lnTo>
                  <a:lnTo>
                    <a:pt x="6659801" y="452802"/>
                  </a:lnTo>
                  <a:lnTo>
                    <a:pt x="6617620" y="502894"/>
                  </a:lnTo>
                  <a:lnTo>
                    <a:pt x="6575133" y="556286"/>
                  </a:lnTo>
                  <a:lnTo>
                    <a:pt x="6532235" y="612803"/>
                  </a:lnTo>
                  <a:lnTo>
                    <a:pt x="6488880" y="672177"/>
                  </a:lnTo>
                  <a:lnTo>
                    <a:pt x="6445072" y="734050"/>
                  </a:lnTo>
                  <a:lnTo>
                    <a:pt x="6400858" y="797981"/>
                  </a:lnTo>
                  <a:lnTo>
                    <a:pt x="6356323" y="863453"/>
                  </a:lnTo>
                  <a:lnTo>
                    <a:pt x="6311579" y="929894"/>
                  </a:lnTo>
                  <a:lnTo>
                    <a:pt x="6266757" y="996696"/>
                  </a:lnTo>
                  <a:lnTo>
                    <a:pt x="6221992" y="1063234"/>
                  </a:lnTo>
                  <a:lnTo>
                    <a:pt x="6177417" y="1128896"/>
                  </a:lnTo>
                  <a:lnTo>
                    <a:pt x="6133147" y="1193101"/>
                  </a:lnTo>
                  <a:lnTo>
                    <a:pt x="6089271" y="1255326"/>
                  </a:lnTo>
                  <a:lnTo>
                    <a:pt x="6045844" y="1315115"/>
                  </a:lnTo>
                  <a:lnTo>
                    <a:pt x="6002876" y="1372096"/>
                  </a:lnTo>
                  <a:lnTo>
                    <a:pt x="5960331" y="1425989"/>
                  </a:lnTo>
                  <a:lnTo>
                    <a:pt x="5918111" y="1476602"/>
                  </a:lnTo>
                  <a:lnTo>
                    <a:pt x="5876063" y="1523833"/>
                  </a:lnTo>
                  <a:lnTo>
                    <a:pt x="5833959" y="1567662"/>
                  </a:lnTo>
                  <a:lnTo>
                    <a:pt x="5791499" y="1608143"/>
                  </a:lnTo>
                  <a:lnTo>
                    <a:pt x="5784835" y="1614149"/>
                  </a:lnTo>
                  <a:lnTo>
                    <a:pt x="5735914" y="1655278"/>
                  </a:lnTo>
                  <a:lnTo>
                    <a:pt x="5685336" y="1692281"/>
                  </a:lnTo>
                  <a:lnTo>
                    <a:pt x="5632316" y="1725368"/>
                  </a:lnTo>
                  <a:lnTo>
                    <a:pt x="5575976" y="1754897"/>
                  </a:lnTo>
                  <a:lnTo>
                    <a:pt x="5515418" y="1781271"/>
                  </a:lnTo>
                  <a:lnTo>
                    <a:pt x="5449808" y="1804878"/>
                  </a:lnTo>
                  <a:lnTo>
                    <a:pt x="5378463" y="1826060"/>
                  </a:lnTo>
                  <a:lnTo>
                    <a:pt x="5300984" y="1845095"/>
                  </a:lnTo>
                  <a:lnTo>
                    <a:pt x="5217423" y="1862184"/>
                  </a:lnTo>
                  <a:lnTo>
                    <a:pt x="5128484" y="1877454"/>
                  </a:lnTo>
                  <a:lnTo>
                    <a:pt x="5035721" y="1890958"/>
                  </a:lnTo>
                  <a:lnTo>
                    <a:pt x="4941677" y="1902690"/>
                  </a:lnTo>
                  <a:lnTo>
                    <a:pt x="4849853" y="1912611"/>
                  </a:lnTo>
                  <a:lnTo>
                    <a:pt x="4764427" y="1920684"/>
                  </a:lnTo>
                  <a:lnTo>
                    <a:pt x="4689668" y="1926919"/>
                  </a:lnTo>
                  <a:lnTo>
                    <a:pt x="4629139" y="1931407"/>
                  </a:lnTo>
                  <a:lnTo>
                    <a:pt x="4584887" y="1934343"/>
                  </a:lnTo>
                  <a:lnTo>
                    <a:pt x="4556892" y="1936013"/>
                  </a:lnTo>
                  <a:lnTo>
                    <a:pt x="4542925" y="1936765"/>
                  </a:lnTo>
                  <a:lnTo>
                    <a:pt x="4538752" y="1936970"/>
                  </a:lnTo>
                  <a:lnTo>
                    <a:pt x="4538543" y="1936979"/>
                  </a:lnTo>
                  <a:lnTo>
                    <a:pt x="4016409" y="1936979"/>
                  </a:lnTo>
                  <a:lnTo>
                    <a:pt x="4015258" y="1937058"/>
                  </a:lnTo>
                  <a:lnTo>
                    <a:pt x="4007717" y="1937618"/>
                  </a:lnTo>
                  <a:lnTo>
                    <a:pt x="3988802" y="1939168"/>
                  </a:lnTo>
                  <a:lnTo>
                    <a:pt x="3955224" y="1942215"/>
                  </a:lnTo>
                  <a:lnTo>
                    <a:pt x="3905673" y="1947215"/>
                  </a:lnTo>
                  <a:lnTo>
                    <a:pt x="3840897" y="1954523"/>
                  </a:lnTo>
                  <a:lnTo>
                    <a:pt x="3763430" y="1964357"/>
                  </a:lnTo>
                  <a:lnTo>
                    <a:pt x="3676976" y="1976799"/>
                  </a:lnTo>
                  <a:lnTo>
                    <a:pt x="3585640" y="1991838"/>
                  </a:lnTo>
                  <a:lnTo>
                    <a:pt x="3493244" y="2009414"/>
                  </a:lnTo>
                  <a:lnTo>
                    <a:pt x="3402868" y="2029481"/>
                  </a:lnTo>
                  <a:lnTo>
                    <a:pt x="3316668" y="2052050"/>
                  </a:lnTo>
                  <a:lnTo>
                    <a:pt x="3235900" y="2077221"/>
                  </a:lnTo>
                  <a:lnTo>
                    <a:pt x="3161069" y="2105191"/>
                  </a:lnTo>
                  <a:lnTo>
                    <a:pt x="3092116" y="2136266"/>
                  </a:lnTo>
                  <a:lnTo>
                    <a:pt x="3028594" y="2170848"/>
                  </a:lnTo>
                  <a:lnTo>
                    <a:pt x="2969821" y="2209427"/>
                  </a:lnTo>
                  <a:lnTo>
                    <a:pt x="2914987" y="2252548"/>
                  </a:lnTo>
                  <a:lnTo>
                    <a:pt x="2863239" y="2300768"/>
                  </a:lnTo>
                  <a:lnTo>
                    <a:pt x="2813750" y="2354566"/>
                  </a:lnTo>
                  <a:lnTo>
                    <a:pt x="2770117" y="2408518"/>
                  </a:lnTo>
                  <a:lnTo>
                    <a:pt x="2732867" y="2459324"/>
                  </a:lnTo>
                  <a:lnTo>
                    <a:pt x="2695965" y="2513844"/>
                  </a:lnTo>
                  <a:lnTo>
                    <a:pt x="2659189" y="2572153"/>
                  </a:lnTo>
                  <a:lnTo>
                    <a:pt x="2622367" y="2634267"/>
                  </a:lnTo>
                  <a:lnTo>
                    <a:pt x="2585367" y="2700134"/>
                  </a:lnTo>
                  <a:lnTo>
                    <a:pt x="2548096" y="2769631"/>
                  </a:lnTo>
                  <a:lnTo>
                    <a:pt x="2510497" y="2842557"/>
                  </a:lnTo>
                  <a:lnTo>
                    <a:pt x="2472546" y="2918635"/>
                  </a:lnTo>
                  <a:lnTo>
                    <a:pt x="2434248" y="2997509"/>
                  </a:lnTo>
                  <a:lnTo>
                    <a:pt x="2395632" y="3078752"/>
                  </a:lnTo>
                  <a:lnTo>
                    <a:pt x="2356751" y="3161871"/>
                  </a:lnTo>
                  <a:lnTo>
                    <a:pt x="2317676" y="3246322"/>
                  </a:lnTo>
                  <a:lnTo>
                    <a:pt x="2278490" y="3331523"/>
                  </a:lnTo>
                  <a:lnTo>
                    <a:pt x="2239282" y="3416866"/>
                  </a:lnTo>
                  <a:lnTo>
                    <a:pt x="2200144" y="3501744"/>
                  </a:lnTo>
                  <a:lnTo>
                    <a:pt x="2161162" y="3585561"/>
                  </a:lnTo>
                  <a:lnTo>
                    <a:pt x="2122414" y="3667750"/>
                  </a:lnTo>
                  <a:lnTo>
                    <a:pt x="2083961" y="3747795"/>
                  </a:lnTo>
                  <a:lnTo>
                    <a:pt x="2045844" y="3825237"/>
                  </a:lnTo>
                  <a:lnTo>
                    <a:pt x="2008081" y="3899684"/>
                  </a:lnTo>
                  <a:lnTo>
                    <a:pt x="1970661" y="3970823"/>
                  </a:lnTo>
                  <a:lnTo>
                    <a:pt x="1933543" y="4038417"/>
                  </a:lnTo>
                  <a:lnTo>
                    <a:pt x="1896651" y="4102306"/>
                  </a:lnTo>
                  <a:lnTo>
                    <a:pt x="1859872" y="4162406"/>
                  </a:lnTo>
                  <a:lnTo>
                    <a:pt x="1823054" y="4218701"/>
                  </a:lnTo>
                  <a:lnTo>
                    <a:pt x="1785999" y="4271241"/>
                  </a:lnTo>
                  <a:lnTo>
                    <a:pt x="1768425" y="4294673"/>
                  </a:lnTo>
                  <a:lnTo>
                    <a:pt x="1720350" y="4353774"/>
                  </a:lnTo>
                  <a:lnTo>
                    <a:pt x="1670688" y="4407047"/>
                  </a:lnTo>
                  <a:lnTo>
                    <a:pt x="1618693" y="4454780"/>
                  </a:lnTo>
                  <a:lnTo>
                    <a:pt x="1563535" y="4497464"/>
                  </a:lnTo>
                  <a:lnTo>
                    <a:pt x="1504361" y="4535656"/>
                  </a:lnTo>
                  <a:lnTo>
                    <a:pt x="1440370" y="4569899"/>
                  </a:lnTo>
                  <a:lnTo>
                    <a:pt x="1370893" y="4600675"/>
                  </a:lnTo>
                  <a:lnTo>
                    <a:pt x="1295516" y="4628379"/>
                  </a:lnTo>
                  <a:lnTo>
                    <a:pt x="1214222" y="4653306"/>
                  </a:lnTo>
                  <a:lnTo>
                    <a:pt x="1127576" y="4675644"/>
                  </a:lnTo>
                  <a:lnTo>
                    <a:pt x="1036912" y="4695485"/>
                  </a:lnTo>
                  <a:lnTo>
                    <a:pt x="944471" y="4712831"/>
                  </a:lnTo>
                  <a:lnTo>
                    <a:pt x="853414" y="4727635"/>
                  </a:lnTo>
                  <a:lnTo>
                    <a:pt x="767610" y="4739839"/>
                  </a:lnTo>
                  <a:lnTo>
                    <a:pt x="691160" y="4749437"/>
                  </a:lnTo>
                  <a:lnTo>
                    <a:pt x="627691" y="4756523"/>
                  </a:lnTo>
                  <a:lnTo>
                    <a:pt x="579597" y="4761329"/>
                  </a:lnTo>
                  <a:lnTo>
                    <a:pt x="547443" y="4764219"/>
                  </a:lnTo>
                  <a:lnTo>
                    <a:pt x="529729" y="4765657"/>
                  </a:lnTo>
                  <a:lnTo>
                    <a:pt x="523001" y="4766153"/>
                  </a:lnTo>
                  <a:lnTo>
                    <a:pt x="522133" y="4766212"/>
                  </a:lnTo>
                  <a:lnTo>
                    <a:pt x="0" y="4766212"/>
                  </a:lnTo>
                  <a:close/>
                </a:path>
              </a:pathLst>
            </a:custGeom>
            <a:solidFill>
              <a:srgbClr val="B497D6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1740" name="pl1740"/>
            <p:cNvSpPr/>
            <p:nvPr/>
          </p:nvSpPr>
          <p:spPr>
            <a:xfrm>
              <a:off x="386606" y="705535"/>
              <a:ext cx="8554953" cy="4766212"/>
            </a:xfrm>
            <a:custGeom>
              <a:avLst/>
              <a:pathLst>
                <a:path w="8554953" h="4766212">
                  <a:moveTo>
                    <a:pt x="0" y="4766212"/>
                  </a:moveTo>
                  <a:lnTo>
                    <a:pt x="522133" y="4766212"/>
                  </a:lnTo>
                  <a:lnTo>
                    <a:pt x="523284" y="4766133"/>
                  </a:lnTo>
                  <a:lnTo>
                    <a:pt x="530825" y="4765573"/>
                  </a:lnTo>
                  <a:lnTo>
                    <a:pt x="549740" y="4764023"/>
                  </a:lnTo>
                  <a:lnTo>
                    <a:pt x="583318" y="4760976"/>
                  </a:lnTo>
                  <a:lnTo>
                    <a:pt x="632869" y="4755976"/>
                  </a:lnTo>
                  <a:lnTo>
                    <a:pt x="697645" y="4748668"/>
                  </a:lnTo>
                  <a:lnTo>
                    <a:pt x="775112" y="4738835"/>
                  </a:lnTo>
                  <a:lnTo>
                    <a:pt x="861566" y="4726392"/>
                  </a:lnTo>
                  <a:lnTo>
                    <a:pt x="952902" y="4711353"/>
                  </a:lnTo>
                  <a:lnTo>
                    <a:pt x="1045298" y="4693777"/>
                  </a:lnTo>
                  <a:lnTo>
                    <a:pt x="1135674" y="4673710"/>
                  </a:lnTo>
                  <a:lnTo>
                    <a:pt x="1221874" y="4651141"/>
                  </a:lnTo>
                  <a:lnTo>
                    <a:pt x="1302642" y="4625970"/>
                  </a:lnTo>
                  <a:lnTo>
                    <a:pt x="1377473" y="4598000"/>
                  </a:lnTo>
                  <a:lnTo>
                    <a:pt x="1446427" y="4566925"/>
                  </a:lnTo>
                  <a:lnTo>
                    <a:pt x="1509949" y="4532343"/>
                  </a:lnTo>
                  <a:lnTo>
                    <a:pt x="1568722" y="4493765"/>
                  </a:lnTo>
                  <a:lnTo>
                    <a:pt x="1623555" y="4450643"/>
                  </a:lnTo>
                  <a:lnTo>
                    <a:pt x="1675303" y="4402423"/>
                  </a:lnTo>
                  <a:lnTo>
                    <a:pt x="1724792" y="4348625"/>
                  </a:lnTo>
                  <a:lnTo>
                    <a:pt x="1768425" y="4294673"/>
                  </a:lnTo>
                  <a:lnTo>
                    <a:pt x="1805675" y="4243867"/>
                  </a:lnTo>
                  <a:lnTo>
                    <a:pt x="1842577" y="4189347"/>
                  </a:lnTo>
                  <a:lnTo>
                    <a:pt x="1879353" y="4131038"/>
                  </a:lnTo>
                  <a:lnTo>
                    <a:pt x="1916175" y="4068924"/>
                  </a:lnTo>
                  <a:lnTo>
                    <a:pt x="1953175" y="4003057"/>
                  </a:lnTo>
                  <a:lnTo>
                    <a:pt x="1990446" y="3933560"/>
                  </a:lnTo>
                  <a:lnTo>
                    <a:pt x="2028045" y="3860634"/>
                  </a:lnTo>
                  <a:lnTo>
                    <a:pt x="2065996" y="3784556"/>
                  </a:lnTo>
                  <a:lnTo>
                    <a:pt x="2104294" y="3705682"/>
                  </a:lnTo>
                  <a:lnTo>
                    <a:pt x="2142910" y="3624440"/>
                  </a:lnTo>
                  <a:lnTo>
                    <a:pt x="2181791" y="3541320"/>
                  </a:lnTo>
                  <a:lnTo>
                    <a:pt x="2220866" y="3456869"/>
                  </a:lnTo>
                  <a:lnTo>
                    <a:pt x="2260052" y="3371669"/>
                  </a:lnTo>
                  <a:lnTo>
                    <a:pt x="2299260" y="3286325"/>
                  </a:lnTo>
                  <a:lnTo>
                    <a:pt x="2338398" y="3201447"/>
                  </a:lnTo>
                  <a:lnTo>
                    <a:pt x="2377380" y="3117631"/>
                  </a:lnTo>
                  <a:lnTo>
                    <a:pt x="2416128" y="3035441"/>
                  </a:lnTo>
                  <a:lnTo>
                    <a:pt x="2454581" y="2955396"/>
                  </a:lnTo>
                  <a:lnTo>
                    <a:pt x="2492698" y="2877955"/>
                  </a:lnTo>
                  <a:lnTo>
                    <a:pt x="2530461" y="2803507"/>
                  </a:lnTo>
                  <a:lnTo>
                    <a:pt x="2567881" y="2732368"/>
                  </a:lnTo>
                  <a:lnTo>
                    <a:pt x="2604999" y="2664774"/>
                  </a:lnTo>
                  <a:lnTo>
                    <a:pt x="2641891" y="2600885"/>
                  </a:lnTo>
                  <a:lnTo>
                    <a:pt x="2678670" y="2540786"/>
                  </a:lnTo>
                  <a:lnTo>
                    <a:pt x="2715488" y="2484490"/>
                  </a:lnTo>
                  <a:lnTo>
                    <a:pt x="2752543" y="2431950"/>
                  </a:lnTo>
                  <a:lnTo>
                    <a:pt x="2770117" y="2408518"/>
                  </a:lnTo>
                  <a:lnTo>
                    <a:pt x="2818192" y="2349417"/>
                  </a:lnTo>
                  <a:lnTo>
                    <a:pt x="2867854" y="2296144"/>
                  </a:lnTo>
                  <a:lnTo>
                    <a:pt x="2919849" y="2248411"/>
                  </a:lnTo>
                  <a:lnTo>
                    <a:pt x="2975007" y="2205727"/>
                  </a:lnTo>
                  <a:lnTo>
                    <a:pt x="3034181" y="2167535"/>
                  </a:lnTo>
                  <a:lnTo>
                    <a:pt x="3098173" y="2133292"/>
                  </a:lnTo>
                  <a:lnTo>
                    <a:pt x="3167649" y="2102516"/>
                  </a:lnTo>
                  <a:lnTo>
                    <a:pt x="3243026" y="2074812"/>
                  </a:lnTo>
                  <a:lnTo>
                    <a:pt x="3324320" y="2049886"/>
                  </a:lnTo>
                  <a:lnTo>
                    <a:pt x="3410966" y="2027547"/>
                  </a:lnTo>
                  <a:lnTo>
                    <a:pt x="3501630" y="2007706"/>
                  </a:lnTo>
                  <a:lnTo>
                    <a:pt x="3594071" y="1990360"/>
                  </a:lnTo>
                  <a:lnTo>
                    <a:pt x="3685128" y="1975556"/>
                  </a:lnTo>
                  <a:lnTo>
                    <a:pt x="3770932" y="1963352"/>
                  </a:lnTo>
                  <a:lnTo>
                    <a:pt x="3847382" y="1953754"/>
                  </a:lnTo>
                  <a:lnTo>
                    <a:pt x="3910851" y="1946668"/>
                  </a:lnTo>
                  <a:lnTo>
                    <a:pt x="3958945" y="1941862"/>
                  </a:lnTo>
                  <a:lnTo>
                    <a:pt x="3991099" y="1938972"/>
                  </a:lnTo>
                  <a:lnTo>
                    <a:pt x="4008813" y="1937534"/>
                  </a:lnTo>
                  <a:lnTo>
                    <a:pt x="4015541" y="1937038"/>
                  </a:lnTo>
                  <a:lnTo>
                    <a:pt x="4016409" y="1936979"/>
                  </a:lnTo>
                  <a:lnTo>
                    <a:pt x="4538543" y="1936979"/>
                  </a:lnTo>
                  <a:lnTo>
                    <a:pt x="4539753" y="1936923"/>
                  </a:lnTo>
                  <a:lnTo>
                    <a:pt x="4547677" y="1936518"/>
                  </a:lnTo>
                  <a:lnTo>
                    <a:pt x="4567517" y="1935400"/>
                  </a:lnTo>
                  <a:lnTo>
                    <a:pt x="4602650" y="1933203"/>
                  </a:lnTo>
                  <a:lnTo>
                    <a:pt x="4654324" y="1929602"/>
                  </a:lnTo>
                  <a:lnTo>
                    <a:pt x="4721588" y="1924349"/>
                  </a:lnTo>
                  <a:lnTo>
                    <a:pt x="4801629" y="1917296"/>
                  </a:lnTo>
                  <a:lnTo>
                    <a:pt x="4890462" y="1908393"/>
                  </a:lnTo>
                  <a:lnTo>
                    <a:pt x="4983767" y="1897655"/>
                  </a:lnTo>
                  <a:lnTo>
                    <a:pt x="5077615" y="1885125"/>
                  </a:lnTo>
                  <a:lnTo>
                    <a:pt x="5168918" y="1870833"/>
                  </a:lnTo>
                  <a:lnTo>
                    <a:pt x="5255585" y="1854758"/>
                  </a:lnTo>
                  <a:lnTo>
                    <a:pt x="5336464" y="1836818"/>
                  </a:lnTo>
                  <a:lnTo>
                    <a:pt x="5411171" y="1816850"/>
                  </a:lnTo>
                  <a:lnTo>
                    <a:pt x="5479877" y="1794620"/>
                  </a:lnTo>
                  <a:lnTo>
                    <a:pt x="5543127" y="1769819"/>
                  </a:lnTo>
                  <a:lnTo>
                    <a:pt x="5601686" y="1742081"/>
                  </a:lnTo>
                  <a:lnTo>
                    <a:pt x="5656428" y="1711007"/>
                  </a:lnTo>
                  <a:lnTo>
                    <a:pt x="5708248" y="1676204"/>
                  </a:lnTo>
                  <a:lnTo>
                    <a:pt x="5757995" y="1637365"/>
                  </a:lnTo>
                  <a:lnTo>
                    <a:pt x="5784835" y="1614149"/>
                  </a:lnTo>
                  <a:lnTo>
                    <a:pt x="5827383" y="1574180"/>
                  </a:lnTo>
                  <a:lnTo>
                    <a:pt x="5869520" y="1530877"/>
                  </a:lnTo>
                  <a:lnTo>
                    <a:pt x="5911561" y="1484176"/>
                  </a:lnTo>
                  <a:lnTo>
                    <a:pt x="5953742" y="1434085"/>
                  </a:lnTo>
                  <a:lnTo>
                    <a:pt x="5996229" y="1380693"/>
                  </a:lnTo>
                  <a:lnTo>
                    <a:pt x="6039126" y="1324176"/>
                  </a:lnTo>
                  <a:lnTo>
                    <a:pt x="6082482" y="1264802"/>
                  </a:lnTo>
                  <a:lnTo>
                    <a:pt x="6126290" y="1202928"/>
                  </a:lnTo>
                  <a:lnTo>
                    <a:pt x="6170504" y="1138998"/>
                  </a:lnTo>
                  <a:lnTo>
                    <a:pt x="6215039" y="1073526"/>
                  </a:lnTo>
                  <a:lnTo>
                    <a:pt x="6259783" y="1007084"/>
                  </a:lnTo>
                  <a:lnTo>
                    <a:pt x="6304605" y="940283"/>
                  </a:lnTo>
                  <a:lnTo>
                    <a:pt x="6349369" y="873745"/>
                  </a:lnTo>
                  <a:lnTo>
                    <a:pt x="6393945" y="808083"/>
                  </a:lnTo>
                  <a:lnTo>
                    <a:pt x="6438215" y="743877"/>
                  </a:lnTo>
                  <a:lnTo>
                    <a:pt x="6482091" y="681653"/>
                  </a:lnTo>
                  <a:lnTo>
                    <a:pt x="6525518" y="621864"/>
                  </a:lnTo>
                  <a:lnTo>
                    <a:pt x="6568485" y="564883"/>
                  </a:lnTo>
                  <a:lnTo>
                    <a:pt x="6611031" y="510990"/>
                  </a:lnTo>
                  <a:lnTo>
                    <a:pt x="6653251" y="460377"/>
                  </a:lnTo>
                  <a:lnTo>
                    <a:pt x="6695299" y="413146"/>
                  </a:lnTo>
                  <a:lnTo>
                    <a:pt x="6737403" y="369317"/>
                  </a:lnTo>
                  <a:lnTo>
                    <a:pt x="6779863" y="328835"/>
                  </a:lnTo>
                  <a:lnTo>
                    <a:pt x="6786527" y="322829"/>
                  </a:lnTo>
                  <a:lnTo>
                    <a:pt x="6835448" y="281700"/>
                  </a:lnTo>
                  <a:lnTo>
                    <a:pt x="6886026" y="244698"/>
                  </a:lnTo>
                  <a:lnTo>
                    <a:pt x="6939046" y="211611"/>
                  </a:lnTo>
                  <a:lnTo>
                    <a:pt x="6995386" y="182082"/>
                  </a:lnTo>
                  <a:lnTo>
                    <a:pt x="7055944" y="155708"/>
                  </a:lnTo>
                  <a:lnTo>
                    <a:pt x="7121554" y="132101"/>
                  </a:lnTo>
                  <a:lnTo>
                    <a:pt x="7192899" y="110918"/>
                  </a:lnTo>
                  <a:lnTo>
                    <a:pt x="7270378" y="91884"/>
                  </a:lnTo>
                  <a:lnTo>
                    <a:pt x="7353939" y="74795"/>
                  </a:lnTo>
                  <a:lnTo>
                    <a:pt x="7442878" y="59525"/>
                  </a:lnTo>
                  <a:lnTo>
                    <a:pt x="7535641" y="46021"/>
                  </a:lnTo>
                  <a:lnTo>
                    <a:pt x="7629685" y="34289"/>
                  </a:lnTo>
                  <a:lnTo>
                    <a:pt x="7721509" y="24368"/>
                  </a:lnTo>
                  <a:lnTo>
                    <a:pt x="7806935" y="16295"/>
                  </a:lnTo>
                  <a:lnTo>
                    <a:pt x="7881694" y="10060"/>
                  </a:lnTo>
                  <a:lnTo>
                    <a:pt x="7942223" y="5571"/>
                  </a:lnTo>
                  <a:lnTo>
                    <a:pt x="7986475" y="2636"/>
                  </a:lnTo>
                  <a:lnTo>
                    <a:pt x="8014470" y="966"/>
                  </a:lnTo>
                  <a:lnTo>
                    <a:pt x="8028437" y="213"/>
                  </a:lnTo>
                  <a:lnTo>
                    <a:pt x="8032610" y="9"/>
                  </a:lnTo>
                  <a:lnTo>
                    <a:pt x="8032819" y="0"/>
                  </a:lnTo>
                  <a:lnTo>
                    <a:pt x="8554953" y="0"/>
                  </a:lnTo>
                  <a:lnTo>
                    <a:pt x="8554953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741" name="pl1741"/>
            <p:cNvSpPr/>
            <p:nvPr/>
          </p:nvSpPr>
          <p:spPr>
            <a:xfrm>
              <a:off x="386606" y="699888"/>
              <a:ext cx="8554953" cy="4766212"/>
            </a:xfrm>
            <a:custGeom>
              <a:avLst/>
              <a:pathLst>
                <a:path w="8554953" h="4766212">
                  <a:moveTo>
                    <a:pt x="8554953" y="0"/>
                  </a:moveTo>
                  <a:lnTo>
                    <a:pt x="8032819" y="0"/>
                  </a:lnTo>
                  <a:lnTo>
                    <a:pt x="8031608" y="56"/>
                  </a:lnTo>
                  <a:lnTo>
                    <a:pt x="8023685" y="461"/>
                  </a:lnTo>
                  <a:lnTo>
                    <a:pt x="8003845" y="1579"/>
                  </a:lnTo>
                  <a:lnTo>
                    <a:pt x="7968712" y="3775"/>
                  </a:lnTo>
                  <a:lnTo>
                    <a:pt x="7917038" y="7376"/>
                  </a:lnTo>
                  <a:lnTo>
                    <a:pt x="7849773" y="12630"/>
                  </a:lnTo>
                  <a:lnTo>
                    <a:pt x="7769733" y="19682"/>
                  </a:lnTo>
                  <a:lnTo>
                    <a:pt x="7680900" y="28586"/>
                  </a:lnTo>
                  <a:lnTo>
                    <a:pt x="7587595" y="39324"/>
                  </a:lnTo>
                  <a:lnTo>
                    <a:pt x="7493747" y="51854"/>
                  </a:lnTo>
                  <a:lnTo>
                    <a:pt x="7402444" y="66146"/>
                  </a:lnTo>
                  <a:lnTo>
                    <a:pt x="7315777" y="82220"/>
                  </a:lnTo>
                  <a:lnTo>
                    <a:pt x="7234898" y="100161"/>
                  </a:lnTo>
                  <a:lnTo>
                    <a:pt x="7160191" y="120128"/>
                  </a:lnTo>
                  <a:lnTo>
                    <a:pt x="7091485" y="142359"/>
                  </a:lnTo>
                  <a:lnTo>
                    <a:pt x="7028235" y="167160"/>
                  </a:lnTo>
                  <a:lnTo>
                    <a:pt x="6969676" y="194897"/>
                  </a:lnTo>
                  <a:lnTo>
                    <a:pt x="6914934" y="225972"/>
                  </a:lnTo>
                  <a:lnTo>
                    <a:pt x="6863114" y="260775"/>
                  </a:lnTo>
                  <a:lnTo>
                    <a:pt x="6813367" y="299613"/>
                  </a:lnTo>
                  <a:lnTo>
                    <a:pt x="6786527" y="322829"/>
                  </a:lnTo>
                  <a:lnTo>
                    <a:pt x="6743979" y="362799"/>
                  </a:lnTo>
                  <a:lnTo>
                    <a:pt x="6701842" y="406101"/>
                  </a:lnTo>
                  <a:lnTo>
                    <a:pt x="6659801" y="452802"/>
                  </a:lnTo>
                  <a:lnTo>
                    <a:pt x="6617620" y="502894"/>
                  </a:lnTo>
                  <a:lnTo>
                    <a:pt x="6575133" y="556286"/>
                  </a:lnTo>
                  <a:lnTo>
                    <a:pt x="6532235" y="612803"/>
                  </a:lnTo>
                  <a:lnTo>
                    <a:pt x="6488880" y="672177"/>
                  </a:lnTo>
                  <a:lnTo>
                    <a:pt x="6445072" y="734050"/>
                  </a:lnTo>
                  <a:lnTo>
                    <a:pt x="6400858" y="797981"/>
                  </a:lnTo>
                  <a:lnTo>
                    <a:pt x="6356323" y="863453"/>
                  </a:lnTo>
                  <a:lnTo>
                    <a:pt x="6311579" y="929894"/>
                  </a:lnTo>
                  <a:lnTo>
                    <a:pt x="6266757" y="996696"/>
                  </a:lnTo>
                  <a:lnTo>
                    <a:pt x="6221992" y="1063234"/>
                  </a:lnTo>
                  <a:lnTo>
                    <a:pt x="6177417" y="1128896"/>
                  </a:lnTo>
                  <a:lnTo>
                    <a:pt x="6133147" y="1193101"/>
                  </a:lnTo>
                  <a:lnTo>
                    <a:pt x="6089271" y="1255326"/>
                  </a:lnTo>
                  <a:lnTo>
                    <a:pt x="6045844" y="1315115"/>
                  </a:lnTo>
                  <a:lnTo>
                    <a:pt x="6002876" y="1372096"/>
                  </a:lnTo>
                  <a:lnTo>
                    <a:pt x="5960331" y="1425989"/>
                  </a:lnTo>
                  <a:lnTo>
                    <a:pt x="5918111" y="1476602"/>
                  </a:lnTo>
                  <a:lnTo>
                    <a:pt x="5876063" y="1523833"/>
                  </a:lnTo>
                  <a:lnTo>
                    <a:pt x="5833959" y="1567662"/>
                  </a:lnTo>
                  <a:lnTo>
                    <a:pt x="5791499" y="1608143"/>
                  </a:lnTo>
                  <a:lnTo>
                    <a:pt x="5784835" y="1614149"/>
                  </a:lnTo>
                  <a:lnTo>
                    <a:pt x="5735914" y="1655278"/>
                  </a:lnTo>
                  <a:lnTo>
                    <a:pt x="5685336" y="1692281"/>
                  </a:lnTo>
                  <a:lnTo>
                    <a:pt x="5632316" y="1725368"/>
                  </a:lnTo>
                  <a:lnTo>
                    <a:pt x="5575976" y="1754897"/>
                  </a:lnTo>
                  <a:lnTo>
                    <a:pt x="5515418" y="1781271"/>
                  </a:lnTo>
                  <a:lnTo>
                    <a:pt x="5449808" y="1804878"/>
                  </a:lnTo>
                  <a:lnTo>
                    <a:pt x="5378463" y="1826060"/>
                  </a:lnTo>
                  <a:lnTo>
                    <a:pt x="5300984" y="1845095"/>
                  </a:lnTo>
                  <a:lnTo>
                    <a:pt x="5217423" y="1862184"/>
                  </a:lnTo>
                  <a:lnTo>
                    <a:pt x="5128484" y="1877454"/>
                  </a:lnTo>
                  <a:lnTo>
                    <a:pt x="5035721" y="1890958"/>
                  </a:lnTo>
                  <a:lnTo>
                    <a:pt x="4941677" y="1902690"/>
                  </a:lnTo>
                  <a:lnTo>
                    <a:pt x="4849853" y="1912611"/>
                  </a:lnTo>
                  <a:lnTo>
                    <a:pt x="4764427" y="1920684"/>
                  </a:lnTo>
                  <a:lnTo>
                    <a:pt x="4689668" y="1926919"/>
                  </a:lnTo>
                  <a:lnTo>
                    <a:pt x="4629139" y="1931407"/>
                  </a:lnTo>
                  <a:lnTo>
                    <a:pt x="4584887" y="1934343"/>
                  </a:lnTo>
                  <a:lnTo>
                    <a:pt x="4556892" y="1936013"/>
                  </a:lnTo>
                  <a:lnTo>
                    <a:pt x="4542925" y="1936765"/>
                  </a:lnTo>
                  <a:lnTo>
                    <a:pt x="4538752" y="1936970"/>
                  </a:lnTo>
                  <a:lnTo>
                    <a:pt x="4538543" y="1936979"/>
                  </a:lnTo>
                  <a:lnTo>
                    <a:pt x="4016409" y="1936979"/>
                  </a:lnTo>
                  <a:lnTo>
                    <a:pt x="4015258" y="1937058"/>
                  </a:lnTo>
                  <a:lnTo>
                    <a:pt x="4007717" y="1937618"/>
                  </a:lnTo>
                  <a:lnTo>
                    <a:pt x="3988802" y="1939168"/>
                  </a:lnTo>
                  <a:lnTo>
                    <a:pt x="3955224" y="1942215"/>
                  </a:lnTo>
                  <a:lnTo>
                    <a:pt x="3905673" y="1947215"/>
                  </a:lnTo>
                  <a:lnTo>
                    <a:pt x="3840897" y="1954523"/>
                  </a:lnTo>
                  <a:lnTo>
                    <a:pt x="3763430" y="1964357"/>
                  </a:lnTo>
                  <a:lnTo>
                    <a:pt x="3676976" y="1976799"/>
                  </a:lnTo>
                  <a:lnTo>
                    <a:pt x="3585640" y="1991838"/>
                  </a:lnTo>
                  <a:lnTo>
                    <a:pt x="3493244" y="2009414"/>
                  </a:lnTo>
                  <a:lnTo>
                    <a:pt x="3402868" y="2029481"/>
                  </a:lnTo>
                  <a:lnTo>
                    <a:pt x="3316668" y="2052050"/>
                  </a:lnTo>
                  <a:lnTo>
                    <a:pt x="3235900" y="2077221"/>
                  </a:lnTo>
                  <a:lnTo>
                    <a:pt x="3161069" y="2105191"/>
                  </a:lnTo>
                  <a:lnTo>
                    <a:pt x="3092116" y="2136266"/>
                  </a:lnTo>
                  <a:lnTo>
                    <a:pt x="3028594" y="2170848"/>
                  </a:lnTo>
                  <a:lnTo>
                    <a:pt x="2969821" y="2209427"/>
                  </a:lnTo>
                  <a:lnTo>
                    <a:pt x="2914987" y="2252548"/>
                  </a:lnTo>
                  <a:lnTo>
                    <a:pt x="2863239" y="2300768"/>
                  </a:lnTo>
                  <a:lnTo>
                    <a:pt x="2813750" y="2354566"/>
                  </a:lnTo>
                  <a:lnTo>
                    <a:pt x="2770117" y="2408518"/>
                  </a:lnTo>
                  <a:lnTo>
                    <a:pt x="2732867" y="2459324"/>
                  </a:lnTo>
                  <a:lnTo>
                    <a:pt x="2695965" y="2513844"/>
                  </a:lnTo>
                  <a:lnTo>
                    <a:pt x="2659189" y="2572153"/>
                  </a:lnTo>
                  <a:lnTo>
                    <a:pt x="2622367" y="2634267"/>
                  </a:lnTo>
                  <a:lnTo>
                    <a:pt x="2585367" y="2700134"/>
                  </a:lnTo>
                  <a:lnTo>
                    <a:pt x="2548096" y="2769631"/>
                  </a:lnTo>
                  <a:lnTo>
                    <a:pt x="2510497" y="2842557"/>
                  </a:lnTo>
                  <a:lnTo>
                    <a:pt x="2472546" y="2918635"/>
                  </a:lnTo>
                  <a:lnTo>
                    <a:pt x="2434248" y="2997509"/>
                  </a:lnTo>
                  <a:lnTo>
                    <a:pt x="2395632" y="3078752"/>
                  </a:lnTo>
                  <a:lnTo>
                    <a:pt x="2356751" y="3161871"/>
                  </a:lnTo>
                  <a:lnTo>
                    <a:pt x="2317676" y="3246322"/>
                  </a:lnTo>
                  <a:lnTo>
                    <a:pt x="2278490" y="3331523"/>
                  </a:lnTo>
                  <a:lnTo>
                    <a:pt x="2239282" y="3416866"/>
                  </a:lnTo>
                  <a:lnTo>
                    <a:pt x="2200144" y="3501744"/>
                  </a:lnTo>
                  <a:lnTo>
                    <a:pt x="2161162" y="3585561"/>
                  </a:lnTo>
                  <a:lnTo>
                    <a:pt x="2122414" y="3667750"/>
                  </a:lnTo>
                  <a:lnTo>
                    <a:pt x="2083961" y="3747795"/>
                  </a:lnTo>
                  <a:lnTo>
                    <a:pt x="2045844" y="3825237"/>
                  </a:lnTo>
                  <a:lnTo>
                    <a:pt x="2008081" y="3899684"/>
                  </a:lnTo>
                  <a:lnTo>
                    <a:pt x="1970661" y="3970823"/>
                  </a:lnTo>
                  <a:lnTo>
                    <a:pt x="1933543" y="4038417"/>
                  </a:lnTo>
                  <a:lnTo>
                    <a:pt x="1896651" y="4102306"/>
                  </a:lnTo>
                  <a:lnTo>
                    <a:pt x="1859872" y="4162406"/>
                  </a:lnTo>
                  <a:lnTo>
                    <a:pt x="1823054" y="4218701"/>
                  </a:lnTo>
                  <a:lnTo>
                    <a:pt x="1785999" y="4271241"/>
                  </a:lnTo>
                  <a:lnTo>
                    <a:pt x="1768425" y="4294673"/>
                  </a:lnTo>
                  <a:lnTo>
                    <a:pt x="1720350" y="4353774"/>
                  </a:lnTo>
                  <a:lnTo>
                    <a:pt x="1670688" y="4407047"/>
                  </a:lnTo>
                  <a:lnTo>
                    <a:pt x="1618693" y="4454780"/>
                  </a:lnTo>
                  <a:lnTo>
                    <a:pt x="1563535" y="4497464"/>
                  </a:lnTo>
                  <a:lnTo>
                    <a:pt x="1504361" y="4535656"/>
                  </a:lnTo>
                  <a:lnTo>
                    <a:pt x="1440370" y="4569899"/>
                  </a:lnTo>
                  <a:lnTo>
                    <a:pt x="1370893" y="4600675"/>
                  </a:lnTo>
                  <a:lnTo>
                    <a:pt x="1295516" y="4628379"/>
                  </a:lnTo>
                  <a:lnTo>
                    <a:pt x="1214222" y="4653306"/>
                  </a:lnTo>
                  <a:lnTo>
                    <a:pt x="1127576" y="4675644"/>
                  </a:lnTo>
                  <a:lnTo>
                    <a:pt x="1036912" y="4695485"/>
                  </a:lnTo>
                  <a:lnTo>
                    <a:pt x="944471" y="4712831"/>
                  </a:lnTo>
                  <a:lnTo>
                    <a:pt x="853414" y="4727635"/>
                  </a:lnTo>
                  <a:lnTo>
                    <a:pt x="767610" y="4739839"/>
                  </a:lnTo>
                  <a:lnTo>
                    <a:pt x="691160" y="4749437"/>
                  </a:lnTo>
                  <a:lnTo>
                    <a:pt x="627691" y="4756523"/>
                  </a:lnTo>
                  <a:lnTo>
                    <a:pt x="579597" y="4761329"/>
                  </a:lnTo>
                  <a:lnTo>
                    <a:pt x="547443" y="4764219"/>
                  </a:lnTo>
                  <a:lnTo>
                    <a:pt x="529729" y="4765657"/>
                  </a:lnTo>
                  <a:lnTo>
                    <a:pt x="523001" y="4766153"/>
                  </a:lnTo>
                  <a:lnTo>
                    <a:pt x="522133" y="4766212"/>
                  </a:lnTo>
                  <a:lnTo>
                    <a:pt x="0" y="4766212"/>
                  </a:lnTo>
                  <a:lnTo>
                    <a:pt x="0" y="4766212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742" name="pg1742"/>
            <p:cNvSpPr/>
            <p:nvPr/>
          </p:nvSpPr>
          <p:spPr>
            <a:xfrm>
              <a:off x="386606" y="2354509"/>
              <a:ext cx="8554953" cy="3122885"/>
            </a:xfrm>
            <a:custGeom>
              <a:avLst/>
              <a:pathLst>
                <a:path w="8554953" h="3122885">
                  <a:moveTo>
                    <a:pt x="0" y="3122885"/>
                  </a:moveTo>
                  <a:lnTo>
                    <a:pt x="522133" y="3122885"/>
                  </a:lnTo>
                  <a:lnTo>
                    <a:pt x="523292" y="3122809"/>
                  </a:lnTo>
                  <a:lnTo>
                    <a:pt x="530884" y="3122266"/>
                  </a:lnTo>
                  <a:lnTo>
                    <a:pt x="549923" y="3120764"/>
                  </a:lnTo>
                  <a:lnTo>
                    <a:pt x="583708" y="3117812"/>
                  </a:lnTo>
                  <a:lnTo>
                    <a:pt x="633543" y="3112968"/>
                  </a:lnTo>
                  <a:lnTo>
                    <a:pt x="698654" y="3105891"/>
                  </a:lnTo>
                  <a:lnTo>
                    <a:pt x="776468" y="3096370"/>
                  </a:lnTo>
                  <a:lnTo>
                    <a:pt x="863246" y="3084327"/>
                  </a:lnTo>
                  <a:lnTo>
                    <a:pt x="954852" y="3069775"/>
                  </a:lnTo>
                  <a:lnTo>
                    <a:pt x="1047449" y="3052773"/>
                  </a:lnTo>
                  <a:lnTo>
                    <a:pt x="1137956" y="3033362"/>
                  </a:lnTo>
                  <a:lnTo>
                    <a:pt x="1224224" y="3011532"/>
                  </a:lnTo>
                  <a:lnTo>
                    <a:pt x="1305010" y="2987184"/>
                  </a:lnTo>
                  <a:lnTo>
                    <a:pt x="1379826" y="2960121"/>
                  </a:lnTo>
                  <a:lnTo>
                    <a:pt x="1448748" y="2930047"/>
                  </a:lnTo>
                  <a:lnTo>
                    <a:pt x="1512233" y="2896567"/>
                  </a:lnTo>
                  <a:lnTo>
                    <a:pt x="1570976" y="2859205"/>
                  </a:lnTo>
                  <a:lnTo>
                    <a:pt x="1625794" y="2817430"/>
                  </a:lnTo>
                  <a:lnTo>
                    <a:pt x="1677549" y="2770705"/>
                  </a:lnTo>
                  <a:lnTo>
                    <a:pt x="1727069" y="2718572"/>
                  </a:lnTo>
                  <a:lnTo>
                    <a:pt x="1768425" y="2669229"/>
                  </a:lnTo>
                  <a:lnTo>
                    <a:pt x="1806233" y="2619586"/>
                  </a:lnTo>
                  <a:lnTo>
                    <a:pt x="1843686" y="2566261"/>
                  </a:lnTo>
                  <a:lnTo>
                    <a:pt x="1881014" y="2509178"/>
                  </a:lnTo>
                  <a:lnTo>
                    <a:pt x="1918398" y="2448325"/>
                  </a:lnTo>
                  <a:lnTo>
                    <a:pt x="1955972" y="2383757"/>
                  </a:lnTo>
                  <a:lnTo>
                    <a:pt x="1993830" y="2315603"/>
                  </a:lnTo>
                  <a:lnTo>
                    <a:pt x="2032029" y="2244072"/>
                  </a:lnTo>
                  <a:lnTo>
                    <a:pt x="2070592" y="2169450"/>
                  </a:lnTo>
                  <a:lnTo>
                    <a:pt x="2109511" y="2092104"/>
                  </a:lnTo>
                  <a:lnTo>
                    <a:pt x="2148751" y="2012473"/>
                  </a:lnTo>
                  <a:lnTo>
                    <a:pt x="2188253" y="1931060"/>
                  </a:lnTo>
                  <a:lnTo>
                    <a:pt x="2227942" y="1848420"/>
                  </a:lnTo>
                  <a:lnTo>
                    <a:pt x="2267730" y="1765146"/>
                  </a:lnTo>
                  <a:lnTo>
                    <a:pt x="2307521" y="1681847"/>
                  </a:lnTo>
                  <a:lnTo>
                    <a:pt x="2347221" y="1599136"/>
                  </a:lnTo>
                  <a:lnTo>
                    <a:pt x="2386741" y="1517608"/>
                  </a:lnTo>
                  <a:lnTo>
                    <a:pt x="2426003" y="1437820"/>
                  </a:lnTo>
                  <a:lnTo>
                    <a:pt x="2464949" y="1360281"/>
                  </a:lnTo>
                  <a:lnTo>
                    <a:pt x="2503540" y="1285434"/>
                  </a:lnTo>
                  <a:lnTo>
                    <a:pt x="2541767" y="1213652"/>
                  </a:lnTo>
                  <a:lnTo>
                    <a:pt x="2579650" y="1145228"/>
                  </a:lnTo>
                  <a:lnTo>
                    <a:pt x="2617243" y="1080377"/>
                  </a:lnTo>
                  <a:lnTo>
                    <a:pt x="2654637" y="1019233"/>
                  </a:lnTo>
                  <a:lnTo>
                    <a:pt x="2691964" y="961859"/>
                  </a:lnTo>
                  <a:lnTo>
                    <a:pt x="2729399" y="908244"/>
                  </a:lnTo>
                  <a:lnTo>
                    <a:pt x="2767171" y="858320"/>
                  </a:lnTo>
                  <a:lnTo>
                    <a:pt x="2770117" y="854605"/>
                  </a:lnTo>
                  <a:lnTo>
                    <a:pt x="2818306" y="797619"/>
                  </a:lnTo>
                  <a:lnTo>
                    <a:pt x="2868092" y="746265"/>
                  </a:lnTo>
                  <a:lnTo>
                    <a:pt x="2920224" y="700264"/>
                  </a:lnTo>
                  <a:lnTo>
                    <a:pt x="2975541" y="659141"/>
                  </a:lnTo>
                  <a:lnTo>
                    <a:pt x="3034901" y="622354"/>
                  </a:lnTo>
                  <a:lnTo>
                    <a:pt x="3099110" y="589378"/>
                  </a:lnTo>
                  <a:lnTo>
                    <a:pt x="3168837" y="559747"/>
                  </a:lnTo>
                  <a:lnTo>
                    <a:pt x="3244496" y="533081"/>
                  </a:lnTo>
                  <a:lnTo>
                    <a:pt x="3326095" y="509095"/>
                  </a:lnTo>
                  <a:lnTo>
                    <a:pt x="3413051" y="487607"/>
                  </a:lnTo>
                  <a:lnTo>
                    <a:pt x="3504002" y="468533"/>
                  </a:lnTo>
                  <a:lnTo>
                    <a:pt x="3596667" y="451871"/>
                  </a:lnTo>
                  <a:lnTo>
                    <a:pt x="3687840" y="437668"/>
                  </a:lnTo>
                  <a:lnTo>
                    <a:pt x="3773610" y="425978"/>
                  </a:lnTo>
                  <a:lnTo>
                    <a:pt x="3849851" y="416808"/>
                  </a:lnTo>
                  <a:lnTo>
                    <a:pt x="3912941" y="410059"/>
                  </a:lnTo>
                  <a:lnTo>
                    <a:pt x="3960528" y="405503"/>
                  </a:lnTo>
                  <a:lnTo>
                    <a:pt x="3992120" y="402783"/>
                  </a:lnTo>
                  <a:lnTo>
                    <a:pt x="4009314" y="401445"/>
                  </a:lnTo>
                  <a:lnTo>
                    <a:pt x="4015667" y="400997"/>
                  </a:lnTo>
                  <a:lnTo>
                    <a:pt x="4016409" y="400949"/>
                  </a:lnTo>
                  <a:lnTo>
                    <a:pt x="4538543" y="400949"/>
                  </a:lnTo>
                  <a:lnTo>
                    <a:pt x="4539810" y="400937"/>
                  </a:lnTo>
                  <a:lnTo>
                    <a:pt x="4548095" y="400850"/>
                  </a:lnTo>
                  <a:lnTo>
                    <a:pt x="4568807" y="400611"/>
                  </a:lnTo>
                  <a:lnTo>
                    <a:pt x="4605400" y="400141"/>
                  </a:lnTo>
                  <a:lnTo>
                    <a:pt x="4659054" y="399372"/>
                  </a:lnTo>
                  <a:lnTo>
                    <a:pt x="4728621" y="398252"/>
                  </a:lnTo>
                  <a:lnTo>
                    <a:pt x="4811016" y="396751"/>
                  </a:lnTo>
                  <a:lnTo>
                    <a:pt x="4901992" y="394860"/>
                  </a:lnTo>
                  <a:lnTo>
                    <a:pt x="4997042" y="392585"/>
                  </a:lnTo>
                  <a:lnTo>
                    <a:pt x="5092146" y="389933"/>
                  </a:lnTo>
                  <a:lnTo>
                    <a:pt x="5184221" y="386910"/>
                  </a:lnTo>
                  <a:lnTo>
                    <a:pt x="5271246" y="383511"/>
                  </a:lnTo>
                  <a:lnTo>
                    <a:pt x="5352174" y="379713"/>
                  </a:lnTo>
                  <a:lnTo>
                    <a:pt x="5426732" y="375479"/>
                  </a:lnTo>
                  <a:lnTo>
                    <a:pt x="5495198" y="370757"/>
                  </a:lnTo>
                  <a:lnTo>
                    <a:pt x="5558206" y="365475"/>
                  </a:lnTo>
                  <a:lnTo>
                    <a:pt x="5616594" y="359555"/>
                  </a:lnTo>
                  <a:lnTo>
                    <a:pt x="5671292" y="352910"/>
                  </a:lnTo>
                  <a:lnTo>
                    <a:pt x="5723230" y="345459"/>
                  </a:lnTo>
                  <a:lnTo>
                    <a:pt x="5773267" y="337146"/>
                  </a:lnTo>
                  <a:lnTo>
                    <a:pt x="5784835" y="335065"/>
                  </a:lnTo>
                  <a:lnTo>
                    <a:pt x="5838200" y="324710"/>
                  </a:lnTo>
                  <a:lnTo>
                    <a:pt x="5891050" y="313276"/>
                  </a:lnTo>
                  <a:lnTo>
                    <a:pt x="5943948" y="300746"/>
                  </a:lnTo>
                  <a:lnTo>
                    <a:pt x="5997274" y="287146"/>
                  </a:lnTo>
                  <a:lnTo>
                    <a:pt x="6051245" y="272543"/>
                  </a:lnTo>
                  <a:lnTo>
                    <a:pt x="6105940" y="257050"/>
                  </a:lnTo>
                  <a:lnTo>
                    <a:pt x="6161315" y="240828"/>
                  </a:lnTo>
                  <a:lnTo>
                    <a:pt x="6217226" y="224074"/>
                  </a:lnTo>
                  <a:lnTo>
                    <a:pt x="6273454" y="207017"/>
                  </a:lnTo>
                  <a:lnTo>
                    <a:pt x="6329742" y="189906"/>
                  </a:lnTo>
                  <a:lnTo>
                    <a:pt x="6385821" y="172991"/>
                  </a:lnTo>
                  <a:lnTo>
                    <a:pt x="6441451" y="156511"/>
                  </a:lnTo>
                  <a:lnTo>
                    <a:pt x="6496453" y="140680"/>
                  </a:lnTo>
                  <a:lnTo>
                    <a:pt x="6550737" y="125674"/>
                  </a:lnTo>
                  <a:lnTo>
                    <a:pt x="6604324" y="111627"/>
                  </a:lnTo>
                  <a:lnTo>
                    <a:pt x="6657371" y="98627"/>
                  </a:lnTo>
                  <a:lnTo>
                    <a:pt x="6710184" y="86717"/>
                  </a:lnTo>
                  <a:lnTo>
                    <a:pt x="6763244" y="75897"/>
                  </a:lnTo>
                  <a:lnTo>
                    <a:pt x="6786527" y="71530"/>
                  </a:lnTo>
                  <a:lnTo>
                    <a:pt x="6836226" y="63012"/>
                  </a:lnTo>
                  <a:lnTo>
                    <a:pt x="6887645" y="55362"/>
                  </a:lnTo>
                  <a:lnTo>
                    <a:pt x="6941611" y="48534"/>
                  </a:lnTo>
                  <a:lnTo>
                    <a:pt x="6999047" y="42451"/>
                  </a:lnTo>
                  <a:lnTo>
                    <a:pt x="7060888" y="37027"/>
                  </a:lnTo>
                  <a:lnTo>
                    <a:pt x="7128004" y="32180"/>
                  </a:lnTo>
                  <a:lnTo>
                    <a:pt x="7201089" y="27837"/>
                  </a:lnTo>
                  <a:lnTo>
                    <a:pt x="7280521" y="23941"/>
                  </a:lnTo>
                  <a:lnTo>
                    <a:pt x="7366174" y="20450"/>
                  </a:lnTo>
                  <a:lnTo>
                    <a:pt x="7457204" y="17339"/>
                  </a:lnTo>
                  <a:lnTo>
                    <a:pt x="7551835" y="14600"/>
                  </a:lnTo>
                  <a:lnTo>
                    <a:pt x="7647228" y="12236"/>
                  </a:lnTo>
                  <a:lnTo>
                    <a:pt x="7739560" y="10254"/>
                  </a:lnTo>
                  <a:lnTo>
                    <a:pt x="7824378" y="8662"/>
                  </a:lnTo>
                  <a:lnTo>
                    <a:pt x="7897296" y="7454"/>
                  </a:lnTo>
                  <a:lnTo>
                    <a:pt x="7954876" y="6606"/>
                  </a:lnTo>
                  <a:lnTo>
                    <a:pt x="7995462" y="6071"/>
                  </a:lnTo>
                  <a:lnTo>
                    <a:pt x="8019678" y="5785"/>
                  </a:lnTo>
                  <a:lnTo>
                    <a:pt x="8030464" y="5670"/>
                  </a:lnTo>
                  <a:lnTo>
                    <a:pt x="8032819" y="5647"/>
                  </a:lnTo>
                  <a:lnTo>
                    <a:pt x="8554953" y="5647"/>
                  </a:lnTo>
                  <a:lnTo>
                    <a:pt x="8554953" y="0"/>
                  </a:lnTo>
                  <a:lnTo>
                    <a:pt x="8032819" y="0"/>
                  </a:lnTo>
                  <a:lnTo>
                    <a:pt x="8031552" y="12"/>
                  </a:lnTo>
                  <a:lnTo>
                    <a:pt x="8023267" y="98"/>
                  </a:lnTo>
                  <a:lnTo>
                    <a:pt x="8002555" y="337"/>
                  </a:lnTo>
                  <a:lnTo>
                    <a:pt x="7965962" y="807"/>
                  </a:lnTo>
                  <a:lnTo>
                    <a:pt x="7912308" y="1576"/>
                  </a:lnTo>
                  <a:lnTo>
                    <a:pt x="7842741" y="2696"/>
                  </a:lnTo>
                  <a:lnTo>
                    <a:pt x="7760346" y="4197"/>
                  </a:lnTo>
                  <a:lnTo>
                    <a:pt x="7669370" y="6088"/>
                  </a:lnTo>
                  <a:lnTo>
                    <a:pt x="7574320" y="8363"/>
                  </a:lnTo>
                  <a:lnTo>
                    <a:pt x="7479216" y="11015"/>
                  </a:lnTo>
                  <a:lnTo>
                    <a:pt x="7387141" y="14038"/>
                  </a:lnTo>
                  <a:lnTo>
                    <a:pt x="7300116" y="17437"/>
                  </a:lnTo>
                  <a:lnTo>
                    <a:pt x="7219188" y="21235"/>
                  </a:lnTo>
                  <a:lnTo>
                    <a:pt x="7144630" y="25469"/>
                  </a:lnTo>
                  <a:lnTo>
                    <a:pt x="7076164" y="30192"/>
                  </a:lnTo>
                  <a:lnTo>
                    <a:pt x="7013156" y="35473"/>
                  </a:lnTo>
                  <a:lnTo>
                    <a:pt x="6954767" y="41393"/>
                  </a:lnTo>
                  <a:lnTo>
                    <a:pt x="6900070" y="48038"/>
                  </a:lnTo>
                  <a:lnTo>
                    <a:pt x="6848132" y="55489"/>
                  </a:lnTo>
                  <a:lnTo>
                    <a:pt x="6798095" y="63802"/>
                  </a:lnTo>
                  <a:lnTo>
                    <a:pt x="6786527" y="65883"/>
                  </a:lnTo>
                  <a:lnTo>
                    <a:pt x="6733162" y="76238"/>
                  </a:lnTo>
                  <a:lnTo>
                    <a:pt x="6680312" y="87673"/>
                  </a:lnTo>
                  <a:lnTo>
                    <a:pt x="6627414" y="100202"/>
                  </a:lnTo>
                  <a:lnTo>
                    <a:pt x="6574088" y="113802"/>
                  </a:lnTo>
                  <a:lnTo>
                    <a:pt x="6520117" y="128405"/>
                  </a:lnTo>
                  <a:lnTo>
                    <a:pt x="6465422" y="143898"/>
                  </a:lnTo>
                  <a:lnTo>
                    <a:pt x="6410047" y="160120"/>
                  </a:lnTo>
                  <a:lnTo>
                    <a:pt x="6354136" y="176875"/>
                  </a:lnTo>
                  <a:lnTo>
                    <a:pt x="6297908" y="193931"/>
                  </a:lnTo>
                  <a:lnTo>
                    <a:pt x="6241620" y="211042"/>
                  </a:lnTo>
                  <a:lnTo>
                    <a:pt x="6185541" y="227957"/>
                  </a:lnTo>
                  <a:lnTo>
                    <a:pt x="6129911" y="244437"/>
                  </a:lnTo>
                  <a:lnTo>
                    <a:pt x="6074909" y="260269"/>
                  </a:lnTo>
                  <a:lnTo>
                    <a:pt x="6020625" y="275275"/>
                  </a:lnTo>
                  <a:lnTo>
                    <a:pt x="5967037" y="289321"/>
                  </a:lnTo>
                  <a:lnTo>
                    <a:pt x="5913991" y="302321"/>
                  </a:lnTo>
                  <a:lnTo>
                    <a:pt x="5861177" y="314232"/>
                  </a:lnTo>
                  <a:lnTo>
                    <a:pt x="5808118" y="325051"/>
                  </a:lnTo>
                  <a:lnTo>
                    <a:pt x="5784835" y="329418"/>
                  </a:lnTo>
                  <a:lnTo>
                    <a:pt x="5735136" y="337936"/>
                  </a:lnTo>
                  <a:lnTo>
                    <a:pt x="5683717" y="345586"/>
                  </a:lnTo>
                  <a:lnTo>
                    <a:pt x="5629751" y="352414"/>
                  </a:lnTo>
                  <a:lnTo>
                    <a:pt x="5572315" y="358497"/>
                  </a:lnTo>
                  <a:lnTo>
                    <a:pt x="5510474" y="363921"/>
                  </a:lnTo>
                  <a:lnTo>
                    <a:pt x="5443358" y="368768"/>
                  </a:lnTo>
                  <a:lnTo>
                    <a:pt x="5370273" y="373111"/>
                  </a:lnTo>
                  <a:lnTo>
                    <a:pt x="5290841" y="377008"/>
                  </a:lnTo>
                  <a:lnTo>
                    <a:pt x="5205188" y="380498"/>
                  </a:lnTo>
                  <a:lnTo>
                    <a:pt x="5114157" y="383609"/>
                  </a:lnTo>
                  <a:lnTo>
                    <a:pt x="5019527" y="386348"/>
                  </a:lnTo>
                  <a:lnTo>
                    <a:pt x="4924133" y="388713"/>
                  </a:lnTo>
                  <a:lnTo>
                    <a:pt x="4831802" y="390694"/>
                  </a:lnTo>
                  <a:lnTo>
                    <a:pt x="4746983" y="392287"/>
                  </a:lnTo>
                  <a:lnTo>
                    <a:pt x="4674066" y="393494"/>
                  </a:lnTo>
                  <a:lnTo>
                    <a:pt x="4616486" y="394342"/>
                  </a:lnTo>
                  <a:lnTo>
                    <a:pt x="4575900" y="394877"/>
                  </a:lnTo>
                  <a:lnTo>
                    <a:pt x="4551684" y="395163"/>
                  </a:lnTo>
                  <a:lnTo>
                    <a:pt x="4540898" y="395279"/>
                  </a:lnTo>
                  <a:lnTo>
                    <a:pt x="4538543" y="395301"/>
                  </a:lnTo>
                  <a:lnTo>
                    <a:pt x="4016409" y="395301"/>
                  </a:lnTo>
                  <a:lnTo>
                    <a:pt x="4015250" y="395378"/>
                  </a:lnTo>
                  <a:lnTo>
                    <a:pt x="4007659" y="395921"/>
                  </a:lnTo>
                  <a:lnTo>
                    <a:pt x="3988620" y="397423"/>
                  </a:lnTo>
                  <a:lnTo>
                    <a:pt x="3954835" y="400374"/>
                  </a:lnTo>
                  <a:lnTo>
                    <a:pt x="3904999" y="405218"/>
                  </a:lnTo>
                  <a:lnTo>
                    <a:pt x="3839888" y="412296"/>
                  </a:lnTo>
                  <a:lnTo>
                    <a:pt x="3762074" y="421817"/>
                  </a:lnTo>
                  <a:lnTo>
                    <a:pt x="3675296" y="433860"/>
                  </a:lnTo>
                  <a:lnTo>
                    <a:pt x="3583691" y="448411"/>
                  </a:lnTo>
                  <a:lnTo>
                    <a:pt x="3491093" y="465414"/>
                  </a:lnTo>
                  <a:lnTo>
                    <a:pt x="3400586" y="484824"/>
                  </a:lnTo>
                  <a:lnTo>
                    <a:pt x="3314319" y="506655"/>
                  </a:lnTo>
                  <a:lnTo>
                    <a:pt x="3233532" y="531003"/>
                  </a:lnTo>
                  <a:lnTo>
                    <a:pt x="3158716" y="558065"/>
                  </a:lnTo>
                  <a:lnTo>
                    <a:pt x="3089794" y="588140"/>
                  </a:lnTo>
                  <a:lnTo>
                    <a:pt x="3026309" y="621620"/>
                  </a:lnTo>
                  <a:lnTo>
                    <a:pt x="2967567" y="658982"/>
                  </a:lnTo>
                  <a:lnTo>
                    <a:pt x="2912748" y="700757"/>
                  </a:lnTo>
                  <a:lnTo>
                    <a:pt x="2860993" y="747481"/>
                  </a:lnTo>
                  <a:lnTo>
                    <a:pt x="2811473" y="799614"/>
                  </a:lnTo>
                  <a:lnTo>
                    <a:pt x="2770117" y="848958"/>
                  </a:lnTo>
                  <a:lnTo>
                    <a:pt x="2732309" y="898600"/>
                  </a:lnTo>
                  <a:lnTo>
                    <a:pt x="2694856" y="951926"/>
                  </a:lnTo>
                  <a:lnTo>
                    <a:pt x="2657528" y="1009008"/>
                  </a:lnTo>
                  <a:lnTo>
                    <a:pt x="2620144" y="1069861"/>
                  </a:lnTo>
                  <a:lnTo>
                    <a:pt x="2582571" y="1134429"/>
                  </a:lnTo>
                  <a:lnTo>
                    <a:pt x="2544713" y="1202583"/>
                  </a:lnTo>
                  <a:lnTo>
                    <a:pt x="2506513" y="1274115"/>
                  </a:lnTo>
                  <a:lnTo>
                    <a:pt x="2467950" y="1348737"/>
                  </a:lnTo>
                  <a:lnTo>
                    <a:pt x="2429031" y="1426082"/>
                  </a:lnTo>
                  <a:lnTo>
                    <a:pt x="2389791" y="1505713"/>
                  </a:lnTo>
                  <a:lnTo>
                    <a:pt x="2350289" y="1587126"/>
                  </a:lnTo>
                  <a:lnTo>
                    <a:pt x="2310600" y="1669766"/>
                  </a:lnTo>
                  <a:lnTo>
                    <a:pt x="2270812" y="1753041"/>
                  </a:lnTo>
                  <a:lnTo>
                    <a:pt x="2231021" y="1836340"/>
                  </a:lnTo>
                  <a:lnTo>
                    <a:pt x="2191321" y="1919050"/>
                  </a:lnTo>
                  <a:lnTo>
                    <a:pt x="2151801" y="2000579"/>
                  </a:lnTo>
                  <a:lnTo>
                    <a:pt x="2112539" y="2080366"/>
                  </a:lnTo>
                  <a:lnTo>
                    <a:pt x="2073593" y="2157906"/>
                  </a:lnTo>
                  <a:lnTo>
                    <a:pt x="2035002" y="2232752"/>
                  </a:lnTo>
                  <a:lnTo>
                    <a:pt x="1996775" y="2304534"/>
                  </a:lnTo>
                  <a:lnTo>
                    <a:pt x="1958892" y="2372958"/>
                  </a:lnTo>
                  <a:lnTo>
                    <a:pt x="1921299" y="2437810"/>
                  </a:lnTo>
                  <a:lnTo>
                    <a:pt x="1883905" y="2498953"/>
                  </a:lnTo>
                  <a:lnTo>
                    <a:pt x="1846578" y="2556328"/>
                  </a:lnTo>
                  <a:lnTo>
                    <a:pt x="1809143" y="2609942"/>
                  </a:lnTo>
                  <a:lnTo>
                    <a:pt x="1771371" y="2659867"/>
                  </a:lnTo>
                  <a:lnTo>
                    <a:pt x="1768425" y="2663582"/>
                  </a:lnTo>
                  <a:lnTo>
                    <a:pt x="1720236" y="2720568"/>
                  </a:lnTo>
                  <a:lnTo>
                    <a:pt x="1670450" y="2771922"/>
                  </a:lnTo>
                  <a:lnTo>
                    <a:pt x="1618318" y="2817922"/>
                  </a:lnTo>
                  <a:lnTo>
                    <a:pt x="1563001" y="2859046"/>
                  </a:lnTo>
                  <a:lnTo>
                    <a:pt x="1503641" y="2895833"/>
                  </a:lnTo>
                  <a:lnTo>
                    <a:pt x="1439432" y="2928809"/>
                  </a:lnTo>
                  <a:lnTo>
                    <a:pt x="1369705" y="2958439"/>
                  </a:lnTo>
                  <a:lnTo>
                    <a:pt x="1294046" y="2985106"/>
                  </a:lnTo>
                  <a:lnTo>
                    <a:pt x="1212447" y="3009092"/>
                  </a:lnTo>
                  <a:lnTo>
                    <a:pt x="1125491" y="3030580"/>
                  </a:lnTo>
                  <a:lnTo>
                    <a:pt x="1034540" y="3049653"/>
                  </a:lnTo>
                  <a:lnTo>
                    <a:pt x="941875" y="3066316"/>
                  </a:lnTo>
                  <a:lnTo>
                    <a:pt x="850702" y="3080519"/>
                  </a:lnTo>
                  <a:lnTo>
                    <a:pt x="764932" y="3092208"/>
                  </a:lnTo>
                  <a:lnTo>
                    <a:pt x="688691" y="3101379"/>
                  </a:lnTo>
                  <a:lnTo>
                    <a:pt x="625601" y="3108128"/>
                  </a:lnTo>
                  <a:lnTo>
                    <a:pt x="578014" y="3112683"/>
                  </a:lnTo>
                  <a:lnTo>
                    <a:pt x="546422" y="3115404"/>
                  </a:lnTo>
                  <a:lnTo>
                    <a:pt x="529228" y="3116741"/>
                  </a:lnTo>
                  <a:lnTo>
                    <a:pt x="522876" y="3117190"/>
                  </a:lnTo>
                  <a:lnTo>
                    <a:pt x="522133" y="3117238"/>
                  </a:lnTo>
                  <a:lnTo>
                    <a:pt x="0" y="3117238"/>
                  </a:lnTo>
                  <a:close/>
                </a:path>
              </a:pathLst>
            </a:custGeom>
            <a:solidFill>
              <a:srgbClr val="B497D6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1743" name="pl1743"/>
            <p:cNvSpPr/>
            <p:nvPr/>
          </p:nvSpPr>
          <p:spPr>
            <a:xfrm>
              <a:off x="386606" y="2360156"/>
              <a:ext cx="8554953" cy="3117238"/>
            </a:xfrm>
            <a:custGeom>
              <a:avLst/>
              <a:pathLst>
                <a:path w="8554953" h="3117238">
                  <a:moveTo>
                    <a:pt x="0" y="3117238"/>
                  </a:moveTo>
                  <a:lnTo>
                    <a:pt x="522133" y="3117238"/>
                  </a:lnTo>
                  <a:lnTo>
                    <a:pt x="523292" y="3117162"/>
                  </a:lnTo>
                  <a:lnTo>
                    <a:pt x="530884" y="3116619"/>
                  </a:lnTo>
                  <a:lnTo>
                    <a:pt x="549923" y="3115117"/>
                  </a:lnTo>
                  <a:lnTo>
                    <a:pt x="583708" y="3112165"/>
                  </a:lnTo>
                  <a:lnTo>
                    <a:pt x="633543" y="3107321"/>
                  </a:lnTo>
                  <a:lnTo>
                    <a:pt x="698654" y="3100243"/>
                  </a:lnTo>
                  <a:lnTo>
                    <a:pt x="776468" y="3090723"/>
                  </a:lnTo>
                  <a:lnTo>
                    <a:pt x="863246" y="3078679"/>
                  </a:lnTo>
                  <a:lnTo>
                    <a:pt x="954852" y="3064128"/>
                  </a:lnTo>
                  <a:lnTo>
                    <a:pt x="1047449" y="3047125"/>
                  </a:lnTo>
                  <a:lnTo>
                    <a:pt x="1137956" y="3027715"/>
                  </a:lnTo>
                  <a:lnTo>
                    <a:pt x="1224224" y="3005885"/>
                  </a:lnTo>
                  <a:lnTo>
                    <a:pt x="1305010" y="2981536"/>
                  </a:lnTo>
                  <a:lnTo>
                    <a:pt x="1379826" y="2954474"/>
                  </a:lnTo>
                  <a:lnTo>
                    <a:pt x="1448748" y="2924400"/>
                  </a:lnTo>
                  <a:lnTo>
                    <a:pt x="1512233" y="2890919"/>
                  </a:lnTo>
                  <a:lnTo>
                    <a:pt x="1570976" y="2853558"/>
                  </a:lnTo>
                  <a:lnTo>
                    <a:pt x="1625794" y="2811783"/>
                  </a:lnTo>
                  <a:lnTo>
                    <a:pt x="1677549" y="2765058"/>
                  </a:lnTo>
                  <a:lnTo>
                    <a:pt x="1727069" y="2712925"/>
                  </a:lnTo>
                  <a:lnTo>
                    <a:pt x="1768425" y="2663582"/>
                  </a:lnTo>
                  <a:lnTo>
                    <a:pt x="1806233" y="2613939"/>
                  </a:lnTo>
                  <a:lnTo>
                    <a:pt x="1843686" y="2560614"/>
                  </a:lnTo>
                  <a:lnTo>
                    <a:pt x="1881014" y="2503531"/>
                  </a:lnTo>
                  <a:lnTo>
                    <a:pt x="1918398" y="2442678"/>
                  </a:lnTo>
                  <a:lnTo>
                    <a:pt x="1955972" y="2378110"/>
                  </a:lnTo>
                  <a:lnTo>
                    <a:pt x="1993830" y="2309956"/>
                  </a:lnTo>
                  <a:lnTo>
                    <a:pt x="2032029" y="2238425"/>
                  </a:lnTo>
                  <a:lnTo>
                    <a:pt x="2070592" y="2163803"/>
                  </a:lnTo>
                  <a:lnTo>
                    <a:pt x="2109511" y="2086457"/>
                  </a:lnTo>
                  <a:lnTo>
                    <a:pt x="2148751" y="2006826"/>
                  </a:lnTo>
                  <a:lnTo>
                    <a:pt x="2188253" y="1925413"/>
                  </a:lnTo>
                  <a:lnTo>
                    <a:pt x="2227942" y="1842773"/>
                  </a:lnTo>
                  <a:lnTo>
                    <a:pt x="2267730" y="1759498"/>
                  </a:lnTo>
                  <a:lnTo>
                    <a:pt x="2307521" y="1676200"/>
                  </a:lnTo>
                  <a:lnTo>
                    <a:pt x="2347221" y="1593489"/>
                  </a:lnTo>
                  <a:lnTo>
                    <a:pt x="2386741" y="1511961"/>
                  </a:lnTo>
                  <a:lnTo>
                    <a:pt x="2426003" y="1432173"/>
                  </a:lnTo>
                  <a:lnTo>
                    <a:pt x="2464949" y="1354634"/>
                  </a:lnTo>
                  <a:lnTo>
                    <a:pt x="2503540" y="1279787"/>
                  </a:lnTo>
                  <a:lnTo>
                    <a:pt x="2541767" y="1208005"/>
                  </a:lnTo>
                  <a:lnTo>
                    <a:pt x="2579650" y="1139581"/>
                  </a:lnTo>
                  <a:lnTo>
                    <a:pt x="2617243" y="1074730"/>
                  </a:lnTo>
                  <a:lnTo>
                    <a:pt x="2654637" y="1013586"/>
                  </a:lnTo>
                  <a:lnTo>
                    <a:pt x="2691964" y="956211"/>
                  </a:lnTo>
                  <a:lnTo>
                    <a:pt x="2729399" y="902597"/>
                  </a:lnTo>
                  <a:lnTo>
                    <a:pt x="2767171" y="852673"/>
                  </a:lnTo>
                  <a:lnTo>
                    <a:pt x="2770117" y="848958"/>
                  </a:lnTo>
                  <a:lnTo>
                    <a:pt x="2818306" y="791972"/>
                  </a:lnTo>
                  <a:lnTo>
                    <a:pt x="2868092" y="740618"/>
                  </a:lnTo>
                  <a:lnTo>
                    <a:pt x="2920224" y="694617"/>
                  </a:lnTo>
                  <a:lnTo>
                    <a:pt x="2975541" y="653494"/>
                  </a:lnTo>
                  <a:lnTo>
                    <a:pt x="3034901" y="616707"/>
                  </a:lnTo>
                  <a:lnTo>
                    <a:pt x="3099110" y="583731"/>
                  </a:lnTo>
                  <a:lnTo>
                    <a:pt x="3168837" y="554100"/>
                  </a:lnTo>
                  <a:lnTo>
                    <a:pt x="3244496" y="527434"/>
                  </a:lnTo>
                  <a:lnTo>
                    <a:pt x="3326095" y="503448"/>
                  </a:lnTo>
                  <a:lnTo>
                    <a:pt x="3413051" y="481960"/>
                  </a:lnTo>
                  <a:lnTo>
                    <a:pt x="3504002" y="462886"/>
                  </a:lnTo>
                  <a:lnTo>
                    <a:pt x="3596667" y="446223"/>
                  </a:lnTo>
                  <a:lnTo>
                    <a:pt x="3687840" y="432020"/>
                  </a:lnTo>
                  <a:lnTo>
                    <a:pt x="3773610" y="420331"/>
                  </a:lnTo>
                  <a:lnTo>
                    <a:pt x="3849851" y="411161"/>
                  </a:lnTo>
                  <a:lnTo>
                    <a:pt x="3912941" y="404412"/>
                  </a:lnTo>
                  <a:lnTo>
                    <a:pt x="3960528" y="399856"/>
                  </a:lnTo>
                  <a:lnTo>
                    <a:pt x="3992120" y="397136"/>
                  </a:lnTo>
                  <a:lnTo>
                    <a:pt x="4009314" y="395798"/>
                  </a:lnTo>
                  <a:lnTo>
                    <a:pt x="4015667" y="395350"/>
                  </a:lnTo>
                  <a:lnTo>
                    <a:pt x="4016409" y="395301"/>
                  </a:lnTo>
                  <a:lnTo>
                    <a:pt x="4538543" y="395301"/>
                  </a:lnTo>
                  <a:lnTo>
                    <a:pt x="4539810" y="395289"/>
                  </a:lnTo>
                  <a:lnTo>
                    <a:pt x="4548095" y="395203"/>
                  </a:lnTo>
                  <a:lnTo>
                    <a:pt x="4568807" y="394964"/>
                  </a:lnTo>
                  <a:lnTo>
                    <a:pt x="4605400" y="394494"/>
                  </a:lnTo>
                  <a:lnTo>
                    <a:pt x="4659054" y="393725"/>
                  </a:lnTo>
                  <a:lnTo>
                    <a:pt x="4728621" y="392605"/>
                  </a:lnTo>
                  <a:lnTo>
                    <a:pt x="4811016" y="391104"/>
                  </a:lnTo>
                  <a:lnTo>
                    <a:pt x="4901992" y="389213"/>
                  </a:lnTo>
                  <a:lnTo>
                    <a:pt x="4997042" y="386938"/>
                  </a:lnTo>
                  <a:lnTo>
                    <a:pt x="5092146" y="384286"/>
                  </a:lnTo>
                  <a:lnTo>
                    <a:pt x="5184221" y="381263"/>
                  </a:lnTo>
                  <a:lnTo>
                    <a:pt x="5271246" y="377864"/>
                  </a:lnTo>
                  <a:lnTo>
                    <a:pt x="5352174" y="374066"/>
                  </a:lnTo>
                  <a:lnTo>
                    <a:pt x="5426732" y="369832"/>
                  </a:lnTo>
                  <a:lnTo>
                    <a:pt x="5495198" y="365109"/>
                  </a:lnTo>
                  <a:lnTo>
                    <a:pt x="5558206" y="359828"/>
                  </a:lnTo>
                  <a:lnTo>
                    <a:pt x="5616594" y="353908"/>
                  </a:lnTo>
                  <a:lnTo>
                    <a:pt x="5671292" y="347263"/>
                  </a:lnTo>
                  <a:lnTo>
                    <a:pt x="5723230" y="339812"/>
                  </a:lnTo>
                  <a:lnTo>
                    <a:pt x="5773267" y="331499"/>
                  </a:lnTo>
                  <a:lnTo>
                    <a:pt x="5784835" y="329418"/>
                  </a:lnTo>
                  <a:lnTo>
                    <a:pt x="5838200" y="319063"/>
                  </a:lnTo>
                  <a:lnTo>
                    <a:pt x="5891050" y="307628"/>
                  </a:lnTo>
                  <a:lnTo>
                    <a:pt x="5943948" y="295099"/>
                  </a:lnTo>
                  <a:lnTo>
                    <a:pt x="5997274" y="281499"/>
                  </a:lnTo>
                  <a:lnTo>
                    <a:pt x="6051245" y="266896"/>
                  </a:lnTo>
                  <a:lnTo>
                    <a:pt x="6105940" y="251403"/>
                  </a:lnTo>
                  <a:lnTo>
                    <a:pt x="6161315" y="235181"/>
                  </a:lnTo>
                  <a:lnTo>
                    <a:pt x="6217226" y="218426"/>
                  </a:lnTo>
                  <a:lnTo>
                    <a:pt x="6273454" y="201370"/>
                  </a:lnTo>
                  <a:lnTo>
                    <a:pt x="6329742" y="184259"/>
                  </a:lnTo>
                  <a:lnTo>
                    <a:pt x="6385821" y="167344"/>
                  </a:lnTo>
                  <a:lnTo>
                    <a:pt x="6441451" y="150864"/>
                  </a:lnTo>
                  <a:lnTo>
                    <a:pt x="6496453" y="135032"/>
                  </a:lnTo>
                  <a:lnTo>
                    <a:pt x="6550737" y="120026"/>
                  </a:lnTo>
                  <a:lnTo>
                    <a:pt x="6604324" y="105980"/>
                  </a:lnTo>
                  <a:lnTo>
                    <a:pt x="6657371" y="92980"/>
                  </a:lnTo>
                  <a:lnTo>
                    <a:pt x="6710184" y="81069"/>
                  </a:lnTo>
                  <a:lnTo>
                    <a:pt x="6763244" y="70250"/>
                  </a:lnTo>
                  <a:lnTo>
                    <a:pt x="6786527" y="65883"/>
                  </a:lnTo>
                  <a:lnTo>
                    <a:pt x="6836226" y="57365"/>
                  </a:lnTo>
                  <a:lnTo>
                    <a:pt x="6887645" y="49715"/>
                  </a:lnTo>
                  <a:lnTo>
                    <a:pt x="6941611" y="42887"/>
                  </a:lnTo>
                  <a:lnTo>
                    <a:pt x="6999047" y="36804"/>
                  </a:lnTo>
                  <a:lnTo>
                    <a:pt x="7060888" y="31380"/>
                  </a:lnTo>
                  <a:lnTo>
                    <a:pt x="7128004" y="26533"/>
                  </a:lnTo>
                  <a:lnTo>
                    <a:pt x="7201089" y="22190"/>
                  </a:lnTo>
                  <a:lnTo>
                    <a:pt x="7280521" y="18293"/>
                  </a:lnTo>
                  <a:lnTo>
                    <a:pt x="7366174" y="14803"/>
                  </a:lnTo>
                  <a:lnTo>
                    <a:pt x="7457204" y="11692"/>
                  </a:lnTo>
                  <a:lnTo>
                    <a:pt x="7551835" y="8953"/>
                  </a:lnTo>
                  <a:lnTo>
                    <a:pt x="7647228" y="6588"/>
                  </a:lnTo>
                  <a:lnTo>
                    <a:pt x="7739560" y="4607"/>
                  </a:lnTo>
                  <a:lnTo>
                    <a:pt x="7824378" y="3014"/>
                  </a:lnTo>
                  <a:lnTo>
                    <a:pt x="7897296" y="1807"/>
                  </a:lnTo>
                  <a:lnTo>
                    <a:pt x="7954876" y="959"/>
                  </a:lnTo>
                  <a:lnTo>
                    <a:pt x="7995462" y="424"/>
                  </a:lnTo>
                  <a:lnTo>
                    <a:pt x="8019678" y="138"/>
                  </a:lnTo>
                  <a:lnTo>
                    <a:pt x="8030464" y="22"/>
                  </a:lnTo>
                  <a:lnTo>
                    <a:pt x="8032802" y="0"/>
                  </a:lnTo>
                  <a:lnTo>
                    <a:pt x="8032819" y="0"/>
                  </a:lnTo>
                  <a:lnTo>
                    <a:pt x="8554953" y="0"/>
                  </a:lnTo>
                  <a:lnTo>
                    <a:pt x="8554953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744" name="pl1744"/>
            <p:cNvSpPr/>
            <p:nvPr/>
          </p:nvSpPr>
          <p:spPr>
            <a:xfrm>
              <a:off x="386606" y="2354509"/>
              <a:ext cx="8554953" cy="3117238"/>
            </a:xfrm>
            <a:custGeom>
              <a:avLst/>
              <a:pathLst>
                <a:path w="8554953" h="3117238">
                  <a:moveTo>
                    <a:pt x="8554953" y="0"/>
                  </a:moveTo>
                  <a:lnTo>
                    <a:pt x="8032819" y="0"/>
                  </a:lnTo>
                  <a:lnTo>
                    <a:pt x="8031552" y="12"/>
                  </a:lnTo>
                  <a:lnTo>
                    <a:pt x="8023267" y="98"/>
                  </a:lnTo>
                  <a:lnTo>
                    <a:pt x="8002555" y="337"/>
                  </a:lnTo>
                  <a:lnTo>
                    <a:pt x="7965962" y="807"/>
                  </a:lnTo>
                  <a:lnTo>
                    <a:pt x="7912308" y="1576"/>
                  </a:lnTo>
                  <a:lnTo>
                    <a:pt x="7842741" y="2696"/>
                  </a:lnTo>
                  <a:lnTo>
                    <a:pt x="7760346" y="4197"/>
                  </a:lnTo>
                  <a:lnTo>
                    <a:pt x="7669370" y="6088"/>
                  </a:lnTo>
                  <a:lnTo>
                    <a:pt x="7574320" y="8363"/>
                  </a:lnTo>
                  <a:lnTo>
                    <a:pt x="7479216" y="11015"/>
                  </a:lnTo>
                  <a:lnTo>
                    <a:pt x="7387141" y="14038"/>
                  </a:lnTo>
                  <a:lnTo>
                    <a:pt x="7300116" y="17437"/>
                  </a:lnTo>
                  <a:lnTo>
                    <a:pt x="7219188" y="21235"/>
                  </a:lnTo>
                  <a:lnTo>
                    <a:pt x="7144630" y="25469"/>
                  </a:lnTo>
                  <a:lnTo>
                    <a:pt x="7076164" y="30192"/>
                  </a:lnTo>
                  <a:lnTo>
                    <a:pt x="7013156" y="35473"/>
                  </a:lnTo>
                  <a:lnTo>
                    <a:pt x="6954767" y="41393"/>
                  </a:lnTo>
                  <a:lnTo>
                    <a:pt x="6900070" y="48038"/>
                  </a:lnTo>
                  <a:lnTo>
                    <a:pt x="6848132" y="55489"/>
                  </a:lnTo>
                  <a:lnTo>
                    <a:pt x="6798095" y="63802"/>
                  </a:lnTo>
                  <a:lnTo>
                    <a:pt x="6786527" y="65883"/>
                  </a:lnTo>
                  <a:lnTo>
                    <a:pt x="6733162" y="76238"/>
                  </a:lnTo>
                  <a:lnTo>
                    <a:pt x="6680312" y="87673"/>
                  </a:lnTo>
                  <a:lnTo>
                    <a:pt x="6627414" y="100202"/>
                  </a:lnTo>
                  <a:lnTo>
                    <a:pt x="6574088" y="113802"/>
                  </a:lnTo>
                  <a:lnTo>
                    <a:pt x="6520117" y="128405"/>
                  </a:lnTo>
                  <a:lnTo>
                    <a:pt x="6465422" y="143898"/>
                  </a:lnTo>
                  <a:lnTo>
                    <a:pt x="6410047" y="160120"/>
                  </a:lnTo>
                  <a:lnTo>
                    <a:pt x="6354136" y="176875"/>
                  </a:lnTo>
                  <a:lnTo>
                    <a:pt x="6297908" y="193931"/>
                  </a:lnTo>
                  <a:lnTo>
                    <a:pt x="6241620" y="211042"/>
                  </a:lnTo>
                  <a:lnTo>
                    <a:pt x="6185541" y="227957"/>
                  </a:lnTo>
                  <a:lnTo>
                    <a:pt x="6129911" y="244437"/>
                  </a:lnTo>
                  <a:lnTo>
                    <a:pt x="6074909" y="260269"/>
                  </a:lnTo>
                  <a:lnTo>
                    <a:pt x="6020625" y="275275"/>
                  </a:lnTo>
                  <a:lnTo>
                    <a:pt x="5967037" y="289321"/>
                  </a:lnTo>
                  <a:lnTo>
                    <a:pt x="5913991" y="302321"/>
                  </a:lnTo>
                  <a:lnTo>
                    <a:pt x="5861177" y="314232"/>
                  </a:lnTo>
                  <a:lnTo>
                    <a:pt x="5808118" y="325051"/>
                  </a:lnTo>
                  <a:lnTo>
                    <a:pt x="5784835" y="329418"/>
                  </a:lnTo>
                  <a:lnTo>
                    <a:pt x="5735136" y="337936"/>
                  </a:lnTo>
                  <a:lnTo>
                    <a:pt x="5683717" y="345586"/>
                  </a:lnTo>
                  <a:lnTo>
                    <a:pt x="5629751" y="352414"/>
                  </a:lnTo>
                  <a:lnTo>
                    <a:pt x="5572315" y="358497"/>
                  </a:lnTo>
                  <a:lnTo>
                    <a:pt x="5510474" y="363921"/>
                  </a:lnTo>
                  <a:lnTo>
                    <a:pt x="5443358" y="368768"/>
                  </a:lnTo>
                  <a:lnTo>
                    <a:pt x="5370273" y="373111"/>
                  </a:lnTo>
                  <a:lnTo>
                    <a:pt x="5290841" y="377008"/>
                  </a:lnTo>
                  <a:lnTo>
                    <a:pt x="5205188" y="380498"/>
                  </a:lnTo>
                  <a:lnTo>
                    <a:pt x="5114157" y="383609"/>
                  </a:lnTo>
                  <a:lnTo>
                    <a:pt x="5019527" y="386348"/>
                  </a:lnTo>
                  <a:lnTo>
                    <a:pt x="4924133" y="388713"/>
                  </a:lnTo>
                  <a:lnTo>
                    <a:pt x="4831802" y="390694"/>
                  </a:lnTo>
                  <a:lnTo>
                    <a:pt x="4746983" y="392287"/>
                  </a:lnTo>
                  <a:lnTo>
                    <a:pt x="4674066" y="393494"/>
                  </a:lnTo>
                  <a:lnTo>
                    <a:pt x="4616486" y="394342"/>
                  </a:lnTo>
                  <a:lnTo>
                    <a:pt x="4575900" y="394877"/>
                  </a:lnTo>
                  <a:lnTo>
                    <a:pt x="4551684" y="395163"/>
                  </a:lnTo>
                  <a:lnTo>
                    <a:pt x="4540898" y="395279"/>
                  </a:lnTo>
                  <a:lnTo>
                    <a:pt x="4538560" y="395301"/>
                  </a:lnTo>
                  <a:lnTo>
                    <a:pt x="4538543" y="395301"/>
                  </a:lnTo>
                  <a:lnTo>
                    <a:pt x="4016409" y="395301"/>
                  </a:lnTo>
                  <a:lnTo>
                    <a:pt x="4015250" y="395378"/>
                  </a:lnTo>
                  <a:lnTo>
                    <a:pt x="4007659" y="395921"/>
                  </a:lnTo>
                  <a:lnTo>
                    <a:pt x="3988620" y="397423"/>
                  </a:lnTo>
                  <a:lnTo>
                    <a:pt x="3954835" y="400374"/>
                  </a:lnTo>
                  <a:lnTo>
                    <a:pt x="3904999" y="405218"/>
                  </a:lnTo>
                  <a:lnTo>
                    <a:pt x="3839888" y="412296"/>
                  </a:lnTo>
                  <a:lnTo>
                    <a:pt x="3762074" y="421817"/>
                  </a:lnTo>
                  <a:lnTo>
                    <a:pt x="3675296" y="433860"/>
                  </a:lnTo>
                  <a:lnTo>
                    <a:pt x="3583691" y="448411"/>
                  </a:lnTo>
                  <a:lnTo>
                    <a:pt x="3491093" y="465414"/>
                  </a:lnTo>
                  <a:lnTo>
                    <a:pt x="3400586" y="484824"/>
                  </a:lnTo>
                  <a:lnTo>
                    <a:pt x="3314319" y="506655"/>
                  </a:lnTo>
                  <a:lnTo>
                    <a:pt x="3233532" y="531003"/>
                  </a:lnTo>
                  <a:lnTo>
                    <a:pt x="3158716" y="558065"/>
                  </a:lnTo>
                  <a:lnTo>
                    <a:pt x="3089794" y="588140"/>
                  </a:lnTo>
                  <a:lnTo>
                    <a:pt x="3026309" y="621620"/>
                  </a:lnTo>
                  <a:lnTo>
                    <a:pt x="2967567" y="658982"/>
                  </a:lnTo>
                  <a:lnTo>
                    <a:pt x="2912748" y="700757"/>
                  </a:lnTo>
                  <a:lnTo>
                    <a:pt x="2860993" y="747481"/>
                  </a:lnTo>
                  <a:lnTo>
                    <a:pt x="2811473" y="799614"/>
                  </a:lnTo>
                  <a:lnTo>
                    <a:pt x="2770117" y="848958"/>
                  </a:lnTo>
                  <a:lnTo>
                    <a:pt x="2732309" y="898600"/>
                  </a:lnTo>
                  <a:lnTo>
                    <a:pt x="2694856" y="951926"/>
                  </a:lnTo>
                  <a:lnTo>
                    <a:pt x="2657528" y="1009008"/>
                  </a:lnTo>
                  <a:lnTo>
                    <a:pt x="2620144" y="1069861"/>
                  </a:lnTo>
                  <a:lnTo>
                    <a:pt x="2582571" y="1134429"/>
                  </a:lnTo>
                  <a:lnTo>
                    <a:pt x="2544713" y="1202583"/>
                  </a:lnTo>
                  <a:lnTo>
                    <a:pt x="2506513" y="1274115"/>
                  </a:lnTo>
                  <a:lnTo>
                    <a:pt x="2467950" y="1348737"/>
                  </a:lnTo>
                  <a:lnTo>
                    <a:pt x="2429031" y="1426082"/>
                  </a:lnTo>
                  <a:lnTo>
                    <a:pt x="2389791" y="1505713"/>
                  </a:lnTo>
                  <a:lnTo>
                    <a:pt x="2350289" y="1587126"/>
                  </a:lnTo>
                  <a:lnTo>
                    <a:pt x="2310600" y="1669766"/>
                  </a:lnTo>
                  <a:lnTo>
                    <a:pt x="2270812" y="1753041"/>
                  </a:lnTo>
                  <a:lnTo>
                    <a:pt x="2231021" y="1836340"/>
                  </a:lnTo>
                  <a:lnTo>
                    <a:pt x="2191321" y="1919050"/>
                  </a:lnTo>
                  <a:lnTo>
                    <a:pt x="2151801" y="2000579"/>
                  </a:lnTo>
                  <a:lnTo>
                    <a:pt x="2112539" y="2080366"/>
                  </a:lnTo>
                  <a:lnTo>
                    <a:pt x="2073593" y="2157906"/>
                  </a:lnTo>
                  <a:lnTo>
                    <a:pt x="2035002" y="2232752"/>
                  </a:lnTo>
                  <a:lnTo>
                    <a:pt x="1996775" y="2304534"/>
                  </a:lnTo>
                  <a:lnTo>
                    <a:pt x="1958892" y="2372958"/>
                  </a:lnTo>
                  <a:lnTo>
                    <a:pt x="1921299" y="2437810"/>
                  </a:lnTo>
                  <a:lnTo>
                    <a:pt x="1883905" y="2498953"/>
                  </a:lnTo>
                  <a:lnTo>
                    <a:pt x="1846578" y="2556328"/>
                  </a:lnTo>
                  <a:lnTo>
                    <a:pt x="1809143" y="2609942"/>
                  </a:lnTo>
                  <a:lnTo>
                    <a:pt x="1771371" y="2659867"/>
                  </a:lnTo>
                  <a:lnTo>
                    <a:pt x="1768425" y="2663582"/>
                  </a:lnTo>
                  <a:lnTo>
                    <a:pt x="1720236" y="2720568"/>
                  </a:lnTo>
                  <a:lnTo>
                    <a:pt x="1670450" y="2771922"/>
                  </a:lnTo>
                  <a:lnTo>
                    <a:pt x="1618318" y="2817922"/>
                  </a:lnTo>
                  <a:lnTo>
                    <a:pt x="1563001" y="2859046"/>
                  </a:lnTo>
                  <a:lnTo>
                    <a:pt x="1503641" y="2895833"/>
                  </a:lnTo>
                  <a:lnTo>
                    <a:pt x="1439432" y="2928809"/>
                  </a:lnTo>
                  <a:lnTo>
                    <a:pt x="1369705" y="2958439"/>
                  </a:lnTo>
                  <a:lnTo>
                    <a:pt x="1294046" y="2985106"/>
                  </a:lnTo>
                  <a:lnTo>
                    <a:pt x="1212447" y="3009092"/>
                  </a:lnTo>
                  <a:lnTo>
                    <a:pt x="1125491" y="3030580"/>
                  </a:lnTo>
                  <a:lnTo>
                    <a:pt x="1034540" y="3049653"/>
                  </a:lnTo>
                  <a:lnTo>
                    <a:pt x="941875" y="3066316"/>
                  </a:lnTo>
                  <a:lnTo>
                    <a:pt x="850702" y="3080519"/>
                  </a:lnTo>
                  <a:lnTo>
                    <a:pt x="764932" y="3092208"/>
                  </a:lnTo>
                  <a:lnTo>
                    <a:pt x="688691" y="3101379"/>
                  </a:lnTo>
                  <a:lnTo>
                    <a:pt x="625601" y="3108128"/>
                  </a:lnTo>
                  <a:lnTo>
                    <a:pt x="578014" y="3112683"/>
                  </a:lnTo>
                  <a:lnTo>
                    <a:pt x="546422" y="3115404"/>
                  </a:lnTo>
                  <a:lnTo>
                    <a:pt x="529228" y="3116741"/>
                  </a:lnTo>
                  <a:lnTo>
                    <a:pt x="522876" y="3117190"/>
                  </a:lnTo>
                  <a:lnTo>
                    <a:pt x="522133" y="3117238"/>
                  </a:lnTo>
                  <a:lnTo>
                    <a:pt x="0" y="3117238"/>
                  </a:lnTo>
                  <a:lnTo>
                    <a:pt x="0" y="3117238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745" name="pg1745"/>
            <p:cNvSpPr/>
            <p:nvPr/>
          </p:nvSpPr>
          <p:spPr>
            <a:xfrm>
              <a:off x="386606" y="3834068"/>
              <a:ext cx="8554953" cy="1671562"/>
            </a:xfrm>
            <a:custGeom>
              <a:avLst/>
              <a:pathLst>
                <a:path w="8554953" h="1671562">
                  <a:moveTo>
                    <a:pt x="0" y="1671562"/>
                  </a:moveTo>
                  <a:lnTo>
                    <a:pt x="522133" y="1671562"/>
                  </a:lnTo>
                  <a:lnTo>
                    <a:pt x="523386" y="1671532"/>
                  </a:lnTo>
                  <a:lnTo>
                    <a:pt x="531583" y="1671316"/>
                  </a:lnTo>
                  <a:lnTo>
                    <a:pt x="552082" y="1670718"/>
                  </a:lnTo>
                  <a:lnTo>
                    <a:pt x="588320" y="1669543"/>
                  </a:lnTo>
                  <a:lnTo>
                    <a:pt x="641493" y="1667619"/>
                  </a:lnTo>
                  <a:lnTo>
                    <a:pt x="710503" y="1664816"/>
                  </a:lnTo>
                  <a:lnTo>
                    <a:pt x="792330" y="1661059"/>
                  </a:lnTo>
                  <a:lnTo>
                    <a:pt x="882792" y="1656324"/>
                  </a:lnTo>
                  <a:lnTo>
                    <a:pt x="977426" y="1650622"/>
                  </a:lnTo>
                  <a:lnTo>
                    <a:pt x="1072234" y="1643975"/>
                  </a:lnTo>
                  <a:lnTo>
                    <a:pt x="1164129" y="1636397"/>
                  </a:lnTo>
                  <a:lnTo>
                    <a:pt x="1251073" y="1627874"/>
                  </a:lnTo>
                  <a:lnTo>
                    <a:pt x="1331994" y="1618355"/>
                  </a:lnTo>
                  <a:lnTo>
                    <a:pt x="1406591" y="1607749"/>
                  </a:lnTo>
                  <a:lnTo>
                    <a:pt x="1475116" y="1595922"/>
                  </a:lnTo>
                  <a:lnTo>
                    <a:pt x="1538182" y="1582704"/>
                  </a:lnTo>
                  <a:lnTo>
                    <a:pt x="1596609" y="1567896"/>
                  </a:lnTo>
                  <a:lnTo>
                    <a:pt x="1651313" y="1551281"/>
                  </a:lnTo>
                  <a:lnTo>
                    <a:pt x="1703218" y="1532656"/>
                  </a:lnTo>
                  <a:lnTo>
                    <a:pt x="1753181" y="1511874"/>
                  </a:lnTo>
                  <a:lnTo>
                    <a:pt x="1768425" y="1504971"/>
                  </a:lnTo>
                  <a:lnTo>
                    <a:pt x="1817966" y="1480767"/>
                  </a:lnTo>
                  <a:lnTo>
                    <a:pt x="1867024" y="1454217"/>
                  </a:lnTo>
                  <a:lnTo>
                    <a:pt x="1916065" y="1425282"/>
                  </a:lnTo>
                  <a:lnTo>
                    <a:pt x="1965417" y="1393997"/>
                  </a:lnTo>
                  <a:lnTo>
                    <a:pt x="2015286" y="1360474"/>
                  </a:lnTo>
                  <a:lnTo>
                    <a:pt x="2065768" y="1324913"/>
                  </a:lnTo>
                  <a:lnTo>
                    <a:pt x="2116865" y="1287600"/>
                  </a:lnTo>
                  <a:lnTo>
                    <a:pt x="2168496" y="1248901"/>
                  </a:lnTo>
                  <a:lnTo>
                    <a:pt x="2220516" y="1209248"/>
                  </a:lnTo>
                  <a:lnTo>
                    <a:pt x="2272734" y="1169124"/>
                  </a:lnTo>
                  <a:lnTo>
                    <a:pt x="2324938" y="1129033"/>
                  </a:lnTo>
                  <a:lnTo>
                    <a:pt x="2376916" y="1089480"/>
                  </a:lnTo>
                  <a:lnTo>
                    <a:pt x="2428483" y="1050941"/>
                  </a:lnTo>
                  <a:lnTo>
                    <a:pt x="2479502" y="1013841"/>
                  </a:lnTo>
                  <a:lnTo>
                    <a:pt x="2529900" y="978535"/>
                  </a:lnTo>
                  <a:lnTo>
                    <a:pt x="2579693" y="945299"/>
                  </a:lnTo>
                  <a:lnTo>
                    <a:pt x="2628990" y="914321"/>
                  </a:lnTo>
                  <a:lnTo>
                    <a:pt x="2678012" y="885702"/>
                  </a:lnTo>
                  <a:lnTo>
                    <a:pt x="2727103" y="859467"/>
                  </a:lnTo>
                  <a:lnTo>
                    <a:pt x="2770117" y="838604"/>
                  </a:lnTo>
                  <a:lnTo>
                    <a:pt x="2819628" y="817141"/>
                  </a:lnTo>
                  <a:lnTo>
                    <a:pt x="2870844" y="797857"/>
                  </a:lnTo>
                  <a:lnTo>
                    <a:pt x="2924581" y="780638"/>
                  </a:lnTo>
                  <a:lnTo>
                    <a:pt x="2981751" y="765292"/>
                  </a:lnTo>
                  <a:lnTo>
                    <a:pt x="3043282" y="751602"/>
                  </a:lnTo>
                  <a:lnTo>
                    <a:pt x="3110032" y="739363"/>
                  </a:lnTo>
                  <a:lnTo>
                    <a:pt x="3182695" y="728394"/>
                  </a:lnTo>
                  <a:lnTo>
                    <a:pt x="3261653" y="718549"/>
                  </a:lnTo>
                  <a:lnTo>
                    <a:pt x="3346800" y="709723"/>
                  </a:lnTo>
                  <a:lnTo>
                    <a:pt x="3437327" y="701855"/>
                  </a:lnTo>
                  <a:lnTo>
                    <a:pt x="3531512" y="694918"/>
                  </a:lnTo>
                  <a:lnTo>
                    <a:pt x="3626591" y="688920"/>
                  </a:lnTo>
                  <a:lnTo>
                    <a:pt x="3718818" y="683882"/>
                  </a:lnTo>
                  <a:lnTo>
                    <a:pt x="3803806" y="679822"/>
                  </a:lnTo>
                  <a:lnTo>
                    <a:pt x="3877194" y="676728"/>
                  </a:lnTo>
                  <a:lnTo>
                    <a:pt x="3935506" y="674542"/>
                  </a:lnTo>
                  <a:lnTo>
                    <a:pt x="3976988" y="673152"/>
                  </a:lnTo>
                  <a:lnTo>
                    <a:pt x="4002109" y="672395"/>
                  </a:lnTo>
                  <a:lnTo>
                    <a:pt x="4013638" y="672081"/>
                  </a:lnTo>
                  <a:lnTo>
                    <a:pt x="4016409" y="672013"/>
                  </a:lnTo>
                  <a:lnTo>
                    <a:pt x="4538543" y="672013"/>
                  </a:lnTo>
                  <a:lnTo>
                    <a:pt x="4539805" y="671993"/>
                  </a:lnTo>
                  <a:lnTo>
                    <a:pt x="4548059" y="671847"/>
                  </a:lnTo>
                  <a:lnTo>
                    <a:pt x="4568699" y="671446"/>
                  </a:lnTo>
                  <a:lnTo>
                    <a:pt x="4605169" y="670657"/>
                  </a:lnTo>
                  <a:lnTo>
                    <a:pt x="4658658" y="669365"/>
                  </a:lnTo>
                  <a:lnTo>
                    <a:pt x="4728033" y="667484"/>
                  </a:lnTo>
                  <a:lnTo>
                    <a:pt x="4810233" y="664962"/>
                  </a:lnTo>
                  <a:lnTo>
                    <a:pt x="4901033" y="661786"/>
                  </a:lnTo>
                  <a:lnTo>
                    <a:pt x="4995940" y="657962"/>
                  </a:lnTo>
                  <a:lnTo>
                    <a:pt x="5090943" y="653505"/>
                  </a:lnTo>
                  <a:lnTo>
                    <a:pt x="5182957" y="648425"/>
                  </a:lnTo>
                  <a:lnTo>
                    <a:pt x="5269955" y="642710"/>
                  </a:lnTo>
                  <a:lnTo>
                    <a:pt x="5350881" y="636328"/>
                  </a:lnTo>
                  <a:lnTo>
                    <a:pt x="5425452" y="629214"/>
                  </a:lnTo>
                  <a:lnTo>
                    <a:pt x="5493939" y="621279"/>
                  </a:lnTo>
                  <a:lnTo>
                    <a:pt x="5556966" y="612408"/>
                  </a:lnTo>
                  <a:lnTo>
                    <a:pt x="5615368" y="602465"/>
                  </a:lnTo>
                  <a:lnTo>
                    <a:pt x="5670067" y="591306"/>
                  </a:lnTo>
                  <a:lnTo>
                    <a:pt x="5721994" y="578795"/>
                  </a:lnTo>
                  <a:lnTo>
                    <a:pt x="5772005" y="564837"/>
                  </a:lnTo>
                  <a:lnTo>
                    <a:pt x="5784835" y="560952"/>
                  </a:lnTo>
                  <a:lnTo>
                    <a:pt x="5836729" y="544006"/>
                  </a:lnTo>
                  <a:lnTo>
                    <a:pt x="5888119" y="525340"/>
                  </a:lnTo>
                  <a:lnTo>
                    <a:pt x="5939530" y="504929"/>
                  </a:lnTo>
                  <a:lnTo>
                    <a:pt x="5991322" y="482806"/>
                  </a:lnTo>
                  <a:lnTo>
                    <a:pt x="6043709" y="459069"/>
                  </a:lnTo>
                  <a:lnTo>
                    <a:pt x="6096778" y="433886"/>
                  </a:lnTo>
                  <a:lnTo>
                    <a:pt x="6150505" y="407491"/>
                  </a:lnTo>
                  <a:lnTo>
                    <a:pt x="6204771" y="380184"/>
                  </a:lnTo>
                  <a:lnTo>
                    <a:pt x="6259388" y="352310"/>
                  </a:lnTo>
                  <a:lnTo>
                    <a:pt x="6314123" y="324249"/>
                  </a:lnTo>
                  <a:lnTo>
                    <a:pt x="6368731" y="296390"/>
                  </a:lnTo>
                  <a:lnTo>
                    <a:pt x="6422979" y="269112"/>
                  </a:lnTo>
                  <a:lnTo>
                    <a:pt x="6476681" y="242760"/>
                  </a:lnTo>
                  <a:lnTo>
                    <a:pt x="6529723" y="217629"/>
                  </a:lnTo>
                  <a:lnTo>
                    <a:pt x="6582084" y="193953"/>
                  </a:lnTo>
                  <a:lnTo>
                    <a:pt x="6633857" y="171896"/>
                  </a:lnTo>
                  <a:lnTo>
                    <a:pt x="6685259" y="151554"/>
                  </a:lnTo>
                  <a:lnTo>
                    <a:pt x="6736658" y="132956"/>
                  </a:lnTo>
                  <a:lnTo>
                    <a:pt x="6786527" y="116708"/>
                  </a:lnTo>
                  <a:lnTo>
                    <a:pt x="6836161" y="102366"/>
                  </a:lnTo>
                  <a:lnTo>
                    <a:pt x="6887511" y="89483"/>
                  </a:lnTo>
                  <a:lnTo>
                    <a:pt x="6941398" y="77984"/>
                  </a:lnTo>
                  <a:lnTo>
                    <a:pt x="6998742" y="67738"/>
                  </a:lnTo>
                  <a:lnTo>
                    <a:pt x="7060477" y="58601"/>
                  </a:lnTo>
                  <a:lnTo>
                    <a:pt x="7127467" y="50433"/>
                  </a:lnTo>
                  <a:lnTo>
                    <a:pt x="7200407" y="43115"/>
                  </a:lnTo>
                  <a:lnTo>
                    <a:pt x="7279676" y="36549"/>
                  </a:lnTo>
                  <a:lnTo>
                    <a:pt x="7365155" y="30664"/>
                  </a:lnTo>
                  <a:lnTo>
                    <a:pt x="7456013" y="25420"/>
                  </a:lnTo>
                  <a:lnTo>
                    <a:pt x="7550490" y="20801"/>
                  </a:lnTo>
                  <a:lnTo>
                    <a:pt x="7645777" y="16810"/>
                  </a:lnTo>
                  <a:lnTo>
                    <a:pt x="7738073" y="13463"/>
                  </a:lnTo>
                  <a:lnTo>
                    <a:pt x="7822952" y="10771"/>
                  </a:lnTo>
                  <a:lnTo>
                    <a:pt x="7896033" y="8726"/>
                  </a:lnTo>
                  <a:lnTo>
                    <a:pt x="7953866" y="7287"/>
                  </a:lnTo>
                  <a:lnTo>
                    <a:pt x="7994761" y="6377"/>
                  </a:lnTo>
                  <a:lnTo>
                    <a:pt x="8019287" y="5887"/>
                  </a:lnTo>
                  <a:lnTo>
                    <a:pt x="8030326" y="5688"/>
                  </a:lnTo>
                  <a:lnTo>
                    <a:pt x="8032819" y="5647"/>
                  </a:lnTo>
                  <a:lnTo>
                    <a:pt x="8554953" y="5647"/>
                  </a:lnTo>
                  <a:lnTo>
                    <a:pt x="8554953" y="0"/>
                  </a:lnTo>
                  <a:lnTo>
                    <a:pt x="8032819" y="0"/>
                  </a:lnTo>
                  <a:lnTo>
                    <a:pt x="8031557" y="20"/>
                  </a:lnTo>
                  <a:lnTo>
                    <a:pt x="8023302" y="165"/>
                  </a:lnTo>
                  <a:lnTo>
                    <a:pt x="8002663" y="567"/>
                  </a:lnTo>
                  <a:lnTo>
                    <a:pt x="7966193" y="1356"/>
                  </a:lnTo>
                  <a:lnTo>
                    <a:pt x="7912704" y="2647"/>
                  </a:lnTo>
                  <a:lnTo>
                    <a:pt x="7843329" y="4529"/>
                  </a:lnTo>
                  <a:lnTo>
                    <a:pt x="7761129" y="7050"/>
                  </a:lnTo>
                  <a:lnTo>
                    <a:pt x="7670329" y="10227"/>
                  </a:lnTo>
                  <a:lnTo>
                    <a:pt x="7575422" y="14051"/>
                  </a:lnTo>
                  <a:lnTo>
                    <a:pt x="7480419" y="18507"/>
                  </a:lnTo>
                  <a:lnTo>
                    <a:pt x="7388405" y="23588"/>
                  </a:lnTo>
                  <a:lnTo>
                    <a:pt x="7301407" y="29302"/>
                  </a:lnTo>
                  <a:lnTo>
                    <a:pt x="7220481" y="35685"/>
                  </a:lnTo>
                  <a:lnTo>
                    <a:pt x="7145910" y="42799"/>
                  </a:lnTo>
                  <a:lnTo>
                    <a:pt x="7077423" y="50733"/>
                  </a:lnTo>
                  <a:lnTo>
                    <a:pt x="7014396" y="59605"/>
                  </a:lnTo>
                  <a:lnTo>
                    <a:pt x="6955994" y="69547"/>
                  </a:lnTo>
                  <a:lnTo>
                    <a:pt x="6901295" y="80706"/>
                  </a:lnTo>
                  <a:lnTo>
                    <a:pt x="6849368" y="93217"/>
                  </a:lnTo>
                  <a:lnTo>
                    <a:pt x="6799357" y="107175"/>
                  </a:lnTo>
                  <a:lnTo>
                    <a:pt x="6786527" y="111061"/>
                  </a:lnTo>
                  <a:lnTo>
                    <a:pt x="6734633" y="128007"/>
                  </a:lnTo>
                  <a:lnTo>
                    <a:pt x="6683243" y="146672"/>
                  </a:lnTo>
                  <a:lnTo>
                    <a:pt x="6631832" y="167083"/>
                  </a:lnTo>
                  <a:lnTo>
                    <a:pt x="6580040" y="189206"/>
                  </a:lnTo>
                  <a:lnTo>
                    <a:pt x="6527653" y="212943"/>
                  </a:lnTo>
                  <a:lnTo>
                    <a:pt x="6474584" y="238127"/>
                  </a:lnTo>
                  <a:lnTo>
                    <a:pt x="6420857" y="264521"/>
                  </a:lnTo>
                  <a:lnTo>
                    <a:pt x="6366591" y="291829"/>
                  </a:lnTo>
                  <a:lnTo>
                    <a:pt x="6311974" y="319703"/>
                  </a:lnTo>
                  <a:lnTo>
                    <a:pt x="6257239" y="347764"/>
                  </a:lnTo>
                  <a:lnTo>
                    <a:pt x="6202631" y="375622"/>
                  </a:lnTo>
                  <a:lnTo>
                    <a:pt x="6148383" y="402900"/>
                  </a:lnTo>
                  <a:lnTo>
                    <a:pt x="6094681" y="429252"/>
                  </a:lnTo>
                  <a:lnTo>
                    <a:pt x="6041639" y="454383"/>
                  </a:lnTo>
                  <a:lnTo>
                    <a:pt x="5989277" y="478059"/>
                  </a:lnTo>
                  <a:lnTo>
                    <a:pt x="5937505" y="500117"/>
                  </a:lnTo>
                  <a:lnTo>
                    <a:pt x="5886102" y="520459"/>
                  </a:lnTo>
                  <a:lnTo>
                    <a:pt x="5834704" y="539056"/>
                  </a:lnTo>
                  <a:lnTo>
                    <a:pt x="5784835" y="555305"/>
                  </a:lnTo>
                  <a:lnTo>
                    <a:pt x="5735201" y="569647"/>
                  </a:lnTo>
                  <a:lnTo>
                    <a:pt x="5683851" y="582529"/>
                  </a:lnTo>
                  <a:lnTo>
                    <a:pt x="5629964" y="594028"/>
                  </a:lnTo>
                  <a:lnTo>
                    <a:pt x="5572620" y="604274"/>
                  </a:lnTo>
                  <a:lnTo>
                    <a:pt x="5510885" y="613412"/>
                  </a:lnTo>
                  <a:lnTo>
                    <a:pt x="5443895" y="621579"/>
                  </a:lnTo>
                  <a:lnTo>
                    <a:pt x="5370955" y="628897"/>
                  </a:lnTo>
                  <a:lnTo>
                    <a:pt x="5291686" y="635464"/>
                  </a:lnTo>
                  <a:lnTo>
                    <a:pt x="5206207" y="641348"/>
                  </a:lnTo>
                  <a:lnTo>
                    <a:pt x="5115349" y="646592"/>
                  </a:lnTo>
                  <a:lnTo>
                    <a:pt x="5020872" y="651212"/>
                  </a:lnTo>
                  <a:lnTo>
                    <a:pt x="4925585" y="655202"/>
                  </a:lnTo>
                  <a:lnTo>
                    <a:pt x="4833288" y="658549"/>
                  </a:lnTo>
                  <a:lnTo>
                    <a:pt x="4748410" y="661241"/>
                  </a:lnTo>
                  <a:lnTo>
                    <a:pt x="4675329" y="663286"/>
                  </a:lnTo>
                  <a:lnTo>
                    <a:pt x="4617496" y="664725"/>
                  </a:lnTo>
                  <a:lnTo>
                    <a:pt x="4576601" y="665635"/>
                  </a:lnTo>
                  <a:lnTo>
                    <a:pt x="4552075" y="666125"/>
                  </a:lnTo>
                  <a:lnTo>
                    <a:pt x="4541036" y="666325"/>
                  </a:lnTo>
                  <a:lnTo>
                    <a:pt x="4538543" y="666366"/>
                  </a:lnTo>
                  <a:lnTo>
                    <a:pt x="4016409" y="666366"/>
                  </a:lnTo>
                  <a:lnTo>
                    <a:pt x="4015156" y="666396"/>
                  </a:lnTo>
                  <a:lnTo>
                    <a:pt x="4006959" y="666612"/>
                  </a:lnTo>
                  <a:lnTo>
                    <a:pt x="3986460" y="667210"/>
                  </a:lnTo>
                  <a:lnTo>
                    <a:pt x="3950222" y="668385"/>
                  </a:lnTo>
                  <a:lnTo>
                    <a:pt x="3897049" y="670309"/>
                  </a:lnTo>
                  <a:lnTo>
                    <a:pt x="3828040" y="673111"/>
                  </a:lnTo>
                  <a:lnTo>
                    <a:pt x="3746212" y="676868"/>
                  </a:lnTo>
                  <a:lnTo>
                    <a:pt x="3655750" y="681604"/>
                  </a:lnTo>
                  <a:lnTo>
                    <a:pt x="3561116" y="687306"/>
                  </a:lnTo>
                  <a:lnTo>
                    <a:pt x="3466308" y="693953"/>
                  </a:lnTo>
                  <a:lnTo>
                    <a:pt x="3374413" y="701531"/>
                  </a:lnTo>
                  <a:lnTo>
                    <a:pt x="3287469" y="710054"/>
                  </a:lnTo>
                  <a:lnTo>
                    <a:pt x="3206548" y="719573"/>
                  </a:lnTo>
                  <a:lnTo>
                    <a:pt x="3131951" y="730179"/>
                  </a:lnTo>
                  <a:lnTo>
                    <a:pt x="3063426" y="742006"/>
                  </a:lnTo>
                  <a:lnTo>
                    <a:pt x="3000361" y="755224"/>
                  </a:lnTo>
                  <a:lnTo>
                    <a:pt x="2941934" y="770032"/>
                  </a:lnTo>
                  <a:lnTo>
                    <a:pt x="2887229" y="786647"/>
                  </a:lnTo>
                  <a:lnTo>
                    <a:pt x="2835324" y="805272"/>
                  </a:lnTo>
                  <a:lnTo>
                    <a:pt x="2785361" y="826053"/>
                  </a:lnTo>
                  <a:lnTo>
                    <a:pt x="2770117" y="832957"/>
                  </a:lnTo>
                  <a:lnTo>
                    <a:pt x="2720576" y="857161"/>
                  </a:lnTo>
                  <a:lnTo>
                    <a:pt x="2671519" y="883711"/>
                  </a:lnTo>
                  <a:lnTo>
                    <a:pt x="2622477" y="912645"/>
                  </a:lnTo>
                  <a:lnTo>
                    <a:pt x="2573125" y="943931"/>
                  </a:lnTo>
                  <a:lnTo>
                    <a:pt x="2523256" y="977454"/>
                  </a:lnTo>
                  <a:lnTo>
                    <a:pt x="2472774" y="1013015"/>
                  </a:lnTo>
                  <a:lnTo>
                    <a:pt x="2421677" y="1050328"/>
                  </a:lnTo>
                  <a:lnTo>
                    <a:pt x="2370046" y="1089027"/>
                  </a:lnTo>
                  <a:lnTo>
                    <a:pt x="2318027" y="1128679"/>
                  </a:lnTo>
                  <a:lnTo>
                    <a:pt x="2265808" y="1168804"/>
                  </a:lnTo>
                  <a:lnTo>
                    <a:pt x="2213604" y="1208895"/>
                  </a:lnTo>
                  <a:lnTo>
                    <a:pt x="2161626" y="1248448"/>
                  </a:lnTo>
                  <a:lnTo>
                    <a:pt x="2110059" y="1286987"/>
                  </a:lnTo>
                  <a:lnTo>
                    <a:pt x="2059040" y="1324087"/>
                  </a:lnTo>
                  <a:lnTo>
                    <a:pt x="2008642" y="1359392"/>
                  </a:lnTo>
                  <a:lnTo>
                    <a:pt x="1958849" y="1392629"/>
                  </a:lnTo>
                  <a:lnTo>
                    <a:pt x="1909552" y="1423607"/>
                  </a:lnTo>
                  <a:lnTo>
                    <a:pt x="1860530" y="1452226"/>
                  </a:lnTo>
                  <a:lnTo>
                    <a:pt x="1811439" y="1478461"/>
                  </a:lnTo>
                  <a:lnTo>
                    <a:pt x="1768425" y="1499323"/>
                  </a:lnTo>
                  <a:lnTo>
                    <a:pt x="1718914" y="1520787"/>
                  </a:lnTo>
                  <a:lnTo>
                    <a:pt x="1667698" y="1540070"/>
                  </a:lnTo>
                  <a:lnTo>
                    <a:pt x="1613961" y="1557289"/>
                  </a:lnTo>
                  <a:lnTo>
                    <a:pt x="1556791" y="1572636"/>
                  </a:lnTo>
                  <a:lnTo>
                    <a:pt x="1495261" y="1586325"/>
                  </a:lnTo>
                  <a:lnTo>
                    <a:pt x="1428510" y="1598565"/>
                  </a:lnTo>
                  <a:lnTo>
                    <a:pt x="1355847" y="1609534"/>
                  </a:lnTo>
                  <a:lnTo>
                    <a:pt x="1276889" y="1619379"/>
                  </a:lnTo>
                  <a:lnTo>
                    <a:pt x="1191742" y="1628204"/>
                  </a:lnTo>
                  <a:lnTo>
                    <a:pt x="1101215" y="1636073"/>
                  </a:lnTo>
                  <a:lnTo>
                    <a:pt x="1007031" y="1643010"/>
                  </a:lnTo>
                  <a:lnTo>
                    <a:pt x="911951" y="1649008"/>
                  </a:lnTo>
                  <a:lnTo>
                    <a:pt x="819725" y="1654046"/>
                  </a:lnTo>
                  <a:lnTo>
                    <a:pt x="734736" y="1658106"/>
                  </a:lnTo>
                  <a:lnTo>
                    <a:pt x="661349" y="1661200"/>
                  </a:lnTo>
                  <a:lnTo>
                    <a:pt x="603036" y="1663385"/>
                  </a:lnTo>
                  <a:lnTo>
                    <a:pt x="561554" y="1664776"/>
                  </a:lnTo>
                  <a:lnTo>
                    <a:pt x="536433" y="1665533"/>
                  </a:lnTo>
                  <a:lnTo>
                    <a:pt x="524904" y="1665846"/>
                  </a:lnTo>
                  <a:lnTo>
                    <a:pt x="522133" y="1665915"/>
                  </a:lnTo>
                  <a:lnTo>
                    <a:pt x="0" y="1665915"/>
                  </a:lnTo>
                  <a:close/>
                </a:path>
              </a:pathLst>
            </a:custGeom>
            <a:solidFill>
              <a:srgbClr val="B497D6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1746" name="pl1746"/>
            <p:cNvSpPr/>
            <p:nvPr/>
          </p:nvSpPr>
          <p:spPr>
            <a:xfrm>
              <a:off x="386606" y="3839715"/>
              <a:ext cx="8554953" cy="1665915"/>
            </a:xfrm>
            <a:custGeom>
              <a:avLst/>
              <a:pathLst>
                <a:path w="8554953" h="1665915">
                  <a:moveTo>
                    <a:pt x="0" y="1665915"/>
                  </a:moveTo>
                  <a:lnTo>
                    <a:pt x="522133" y="1665915"/>
                  </a:lnTo>
                  <a:lnTo>
                    <a:pt x="523386" y="1665885"/>
                  </a:lnTo>
                  <a:lnTo>
                    <a:pt x="531583" y="1665668"/>
                  </a:lnTo>
                  <a:lnTo>
                    <a:pt x="552082" y="1665070"/>
                  </a:lnTo>
                  <a:lnTo>
                    <a:pt x="588320" y="1663896"/>
                  </a:lnTo>
                  <a:lnTo>
                    <a:pt x="641493" y="1661972"/>
                  </a:lnTo>
                  <a:lnTo>
                    <a:pt x="710503" y="1659169"/>
                  </a:lnTo>
                  <a:lnTo>
                    <a:pt x="792330" y="1655412"/>
                  </a:lnTo>
                  <a:lnTo>
                    <a:pt x="882792" y="1650677"/>
                  </a:lnTo>
                  <a:lnTo>
                    <a:pt x="977426" y="1644975"/>
                  </a:lnTo>
                  <a:lnTo>
                    <a:pt x="1072234" y="1638328"/>
                  </a:lnTo>
                  <a:lnTo>
                    <a:pt x="1164129" y="1630750"/>
                  </a:lnTo>
                  <a:lnTo>
                    <a:pt x="1251073" y="1622227"/>
                  </a:lnTo>
                  <a:lnTo>
                    <a:pt x="1331994" y="1612708"/>
                  </a:lnTo>
                  <a:lnTo>
                    <a:pt x="1406591" y="1602101"/>
                  </a:lnTo>
                  <a:lnTo>
                    <a:pt x="1475116" y="1590275"/>
                  </a:lnTo>
                  <a:lnTo>
                    <a:pt x="1538182" y="1577057"/>
                  </a:lnTo>
                  <a:lnTo>
                    <a:pt x="1596609" y="1562248"/>
                  </a:lnTo>
                  <a:lnTo>
                    <a:pt x="1651313" y="1545634"/>
                  </a:lnTo>
                  <a:lnTo>
                    <a:pt x="1703218" y="1527009"/>
                  </a:lnTo>
                  <a:lnTo>
                    <a:pt x="1753181" y="1506227"/>
                  </a:lnTo>
                  <a:lnTo>
                    <a:pt x="1768425" y="1499323"/>
                  </a:lnTo>
                  <a:lnTo>
                    <a:pt x="1817966" y="1475120"/>
                  </a:lnTo>
                  <a:lnTo>
                    <a:pt x="1867024" y="1448570"/>
                  </a:lnTo>
                  <a:lnTo>
                    <a:pt x="1916065" y="1419635"/>
                  </a:lnTo>
                  <a:lnTo>
                    <a:pt x="1965417" y="1388350"/>
                  </a:lnTo>
                  <a:lnTo>
                    <a:pt x="2015286" y="1354827"/>
                  </a:lnTo>
                  <a:lnTo>
                    <a:pt x="2065768" y="1319266"/>
                  </a:lnTo>
                  <a:lnTo>
                    <a:pt x="2116865" y="1281953"/>
                  </a:lnTo>
                  <a:lnTo>
                    <a:pt x="2168496" y="1243254"/>
                  </a:lnTo>
                  <a:lnTo>
                    <a:pt x="2220516" y="1203601"/>
                  </a:lnTo>
                  <a:lnTo>
                    <a:pt x="2272734" y="1163476"/>
                  </a:lnTo>
                  <a:lnTo>
                    <a:pt x="2324938" y="1123385"/>
                  </a:lnTo>
                  <a:lnTo>
                    <a:pt x="2376916" y="1083832"/>
                  </a:lnTo>
                  <a:lnTo>
                    <a:pt x="2428483" y="1045293"/>
                  </a:lnTo>
                  <a:lnTo>
                    <a:pt x="2479502" y="1008193"/>
                  </a:lnTo>
                  <a:lnTo>
                    <a:pt x="2529900" y="972888"/>
                  </a:lnTo>
                  <a:lnTo>
                    <a:pt x="2579693" y="939652"/>
                  </a:lnTo>
                  <a:lnTo>
                    <a:pt x="2628990" y="908673"/>
                  </a:lnTo>
                  <a:lnTo>
                    <a:pt x="2678012" y="880055"/>
                  </a:lnTo>
                  <a:lnTo>
                    <a:pt x="2727103" y="853819"/>
                  </a:lnTo>
                  <a:lnTo>
                    <a:pt x="2770117" y="832957"/>
                  </a:lnTo>
                  <a:lnTo>
                    <a:pt x="2819628" y="811494"/>
                  </a:lnTo>
                  <a:lnTo>
                    <a:pt x="2870844" y="792210"/>
                  </a:lnTo>
                  <a:lnTo>
                    <a:pt x="2924581" y="774991"/>
                  </a:lnTo>
                  <a:lnTo>
                    <a:pt x="2981751" y="759645"/>
                  </a:lnTo>
                  <a:lnTo>
                    <a:pt x="3043282" y="745955"/>
                  </a:lnTo>
                  <a:lnTo>
                    <a:pt x="3110032" y="733716"/>
                  </a:lnTo>
                  <a:lnTo>
                    <a:pt x="3182695" y="722746"/>
                  </a:lnTo>
                  <a:lnTo>
                    <a:pt x="3261653" y="712901"/>
                  </a:lnTo>
                  <a:lnTo>
                    <a:pt x="3346800" y="704076"/>
                  </a:lnTo>
                  <a:lnTo>
                    <a:pt x="3437327" y="696208"/>
                  </a:lnTo>
                  <a:lnTo>
                    <a:pt x="3531512" y="689271"/>
                  </a:lnTo>
                  <a:lnTo>
                    <a:pt x="3626591" y="683273"/>
                  </a:lnTo>
                  <a:lnTo>
                    <a:pt x="3718818" y="678235"/>
                  </a:lnTo>
                  <a:lnTo>
                    <a:pt x="3803806" y="674174"/>
                  </a:lnTo>
                  <a:lnTo>
                    <a:pt x="3877194" y="671081"/>
                  </a:lnTo>
                  <a:lnTo>
                    <a:pt x="3935506" y="668895"/>
                  </a:lnTo>
                  <a:lnTo>
                    <a:pt x="3976988" y="667505"/>
                  </a:lnTo>
                  <a:lnTo>
                    <a:pt x="4002109" y="666748"/>
                  </a:lnTo>
                  <a:lnTo>
                    <a:pt x="4013638" y="666434"/>
                  </a:lnTo>
                  <a:lnTo>
                    <a:pt x="4016370" y="666367"/>
                  </a:lnTo>
                  <a:lnTo>
                    <a:pt x="4016409" y="666366"/>
                  </a:lnTo>
                  <a:lnTo>
                    <a:pt x="4538543" y="666366"/>
                  </a:lnTo>
                  <a:lnTo>
                    <a:pt x="4539805" y="666345"/>
                  </a:lnTo>
                  <a:lnTo>
                    <a:pt x="4548059" y="666200"/>
                  </a:lnTo>
                  <a:lnTo>
                    <a:pt x="4568699" y="665798"/>
                  </a:lnTo>
                  <a:lnTo>
                    <a:pt x="4605169" y="665010"/>
                  </a:lnTo>
                  <a:lnTo>
                    <a:pt x="4658658" y="663718"/>
                  </a:lnTo>
                  <a:lnTo>
                    <a:pt x="4728033" y="661836"/>
                  </a:lnTo>
                  <a:lnTo>
                    <a:pt x="4810233" y="659315"/>
                  </a:lnTo>
                  <a:lnTo>
                    <a:pt x="4901033" y="656139"/>
                  </a:lnTo>
                  <a:lnTo>
                    <a:pt x="4995940" y="652314"/>
                  </a:lnTo>
                  <a:lnTo>
                    <a:pt x="5090943" y="647858"/>
                  </a:lnTo>
                  <a:lnTo>
                    <a:pt x="5182957" y="642777"/>
                  </a:lnTo>
                  <a:lnTo>
                    <a:pt x="5269955" y="637063"/>
                  </a:lnTo>
                  <a:lnTo>
                    <a:pt x="5350881" y="630680"/>
                  </a:lnTo>
                  <a:lnTo>
                    <a:pt x="5425452" y="623567"/>
                  </a:lnTo>
                  <a:lnTo>
                    <a:pt x="5493939" y="615632"/>
                  </a:lnTo>
                  <a:lnTo>
                    <a:pt x="5556966" y="606760"/>
                  </a:lnTo>
                  <a:lnTo>
                    <a:pt x="5615368" y="596818"/>
                  </a:lnTo>
                  <a:lnTo>
                    <a:pt x="5670067" y="585659"/>
                  </a:lnTo>
                  <a:lnTo>
                    <a:pt x="5721994" y="573148"/>
                  </a:lnTo>
                  <a:lnTo>
                    <a:pt x="5772005" y="559190"/>
                  </a:lnTo>
                  <a:lnTo>
                    <a:pt x="5784835" y="555305"/>
                  </a:lnTo>
                  <a:lnTo>
                    <a:pt x="5836729" y="538358"/>
                  </a:lnTo>
                  <a:lnTo>
                    <a:pt x="5888119" y="519693"/>
                  </a:lnTo>
                  <a:lnTo>
                    <a:pt x="5939530" y="499282"/>
                  </a:lnTo>
                  <a:lnTo>
                    <a:pt x="5991322" y="477159"/>
                  </a:lnTo>
                  <a:lnTo>
                    <a:pt x="6043709" y="453422"/>
                  </a:lnTo>
                  <a:lnTo>
                    <a:pt x="6096778" y="428239"/>
                  </a:lnTo>
                  <a:lnTo>
                    <a:pt x="6150505" y="401844"/>
                  </a:lnTo>
                  <a:lnTo>
                    <a:pt x="6204771" y="374536"/>
                  </a:lnTo>
                  <a:lnTo>
                    <a:pt x="6259388" y="346663"/>
                  </a:lnTo>
                  <a:lnTo>
                    <a:pt x="6314123" y="318602"/>
                  </a:lnTo>
                  <a:lnTo>
                    <a:pt x="6368731" y="290743"/>
                  </a:lnTo>
                  <a:lnTo>
                    <a:pt x="6422979" y="263465"/>
                  </a:lnTo>
                  <a:lnTo>
                    <a:pt x="6476681" y="237113"/>
                  </a:lnTo>
                  <a:lnTo>
                    <a:pt x="6529723" y="211982"/>
                  </a:lnTo>
                  <a:lnTo>
                    <a:pt x="6582084" y="188306"/>
                  </a:lnTo>
                  <a:lnTo>
                    <a:pt x="6633857" y="166249"/>
                  </a:lnTo>
                  <a:lnTo>
                    <a:pt x="6685259" y="145906"/>
                  </a:lnTo>
                  <a:lnTo>
                    <a:pt x="6736658" y="127309"/>
                  </a:lnTo>
                  <a:lnTo>
                    <a:pt x="6786527" y="111061"/>
                  </a:lnTo>
                  <a:lnTo>
                    <a:pt x="6836161" y="96718"/>
                  </a:lnTo>
                  <a:lnTo>
                    <a:pt x="6887511" y="83836"/>
                  </a:lnTo>
                  <a:lnTo>
                    <a:pt x="6941398" y="72337"/>
                  </a:lnTo>
                  <a:lnTo>
                    <a:pt x="6998742" y="62091"/>
                  </a:lnTo>
                  <a:lnTo>
                    <a:pt x="7060477" y="52954"/>
                  </a:lnTo>
                  <a:lnTo>
                    <a:pt x="7127467" y="44786"/>
                  </a:lnTo>
                  <a:lnTo>
                    <a:pt x="7200407" y="37468"/>
                  </a:lnTo>
                  <a:lnTo>
                    <a:pt x="7279676" y="30901"/>
                  </a:lnTo>
                  <a:lnTo>
                    <a:pt x="7365155" y="25017"/>
                  </a:lnTo>
                  <a:lnTo>
                    <a:pt x="7456013" y="19773"/>
                  </a:lnTo>
                  <a:lnTo>
                    <a:pt x="7550490" y="15154"/>
                  </a:lnTo>
                  <a:lnTo>
                    <a:pt x="7645777" y="11163"/>
                  </a:lnTo>
                  <a:lnTo>
                    <a:pt x="7738073" y="7816"/>
                  </a:lnTo>
                  <a:lnTo>
                    <a:pt x="7822952" y="5124"/>
                  </a:lnTo>
                  <a:lnTo>
                    <a:pt x="7896033" y="3079"/>
                  </a:lnTo>
                  <a:lnTo>
                    <a:pt x="7953866" y="1640"/>
                  </a:lnTo>
                  <a:lnTo>
                    <a:pt x="7994761" y="730"/>
                  </a:lnTo>
                  <a:lnTo>
                    <a:pt x="8019287" y="240"/>
                  </a:lnTo>
                  <a:lnTo>
                    <a:pt x="8030326" y="40"/>
                  </a:lnTo>
                  <a:lnTo>
                    <a:pt x="8032796" y="0"/>
                  </a:lnTo>
                  <a:lnTo>
                    <a:pt x="8032819" y="0"/>
                  </a:lnTo>
                  <a:lnTo>
                    <a:pt x="8554953" y="0"/>
                  </a:lnTo>
                  <a:lnTo>
                    <a:pt x="8554953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747" name="pl1747"/>
            <p:cNvSpPr/>
            <p:nvPr/>
          </p:nvSpPr>
          <p:spPr>
            <a:xfrm>
              <a:off x="386606" y="3834068"/>
              <a:ext cx="8554953" cy="1665915"/>
            </a:xfrm>
            <a:custGeom>
              <a:avLst/>
              <a:pathLst>
                <a:path w="8554953" h="1665915">
                  <a:moveTo>
                    <a:pt x="8554953" y="0"/>
                  </a:moveTo>
                  <a:lnTo>
                    <a:pt x="8032819" y="0"/>
                  </a:lnTo>
                  <a:lnTo>
                    <a:pt x="8031557" y="20"/>
                  </a:lnTo>
                  <a:lnTo>
                    <a:pt x="8023302" y="165"/>
                  </a:lnTo>
                  <a:lnTo>
                    <a:pt x="8002663" y="567"/>
                  </a:lnTo>
                  <a:lnTo>
                    <a:pt x="7966193" y="1356"/>
                  </a:lnTo>
                  <a:lnTo>
                    <a:pt x="7912704" y="2647"/>
                  </a:lnTo>
                  <a:lnTo>
                    <a:pt x="7843329" y="4529"/>
                  </a:lnTo>
                  <a:lnTo>
                    <a:pt x="7761129" y="7050"/>
                  </a:lnTo>
                  <a:lnTo>
                    <a:pt x="7670329" y="10227"/>
                  </a:lnTo>
                  <a:lnTo>
                    <a:pt x="7575422" y="14051"/>
                  </a:lnTo>
                  <a:lnTo>
                    <a:pt x="7480419" y="18507"/>
                  </a:lnTo>
                  <a:lnTo>
                    <a:pt x="7388405" y="23588"/>
                  </a:lnTo>
                  <a:lnTo>
                    <a:pt x="7301407" y="29302"/>
                  </a:lnTo>
                  <a:lnTo>
                    <a:pt x="7220481" y="35685"/>
                  </a:lnTo>
                  <a:lnTo>
                    <a:pt x="7145910" y="42799"/>
                  </a:lnTo>
                  <a:lnTo>
                    <a:pt x="7077423" y="50733"/>
                  </a:lnTo>
                  <a:lnTo>
                    <a:pt x="7014396" y="59605"/>
                  </a:lnTo>
                  <a:lnTo>
                    <a:pt x="6955994" y="69547"/>
                  </a:lnTo>
                  <a:lnTo>
                    <a:pt x="6901295" y="80706"/>
                  </a:lnTo>
                  <a:lnTo>
                    <a:pt x="6849368" y="93217"/>
                  </a:lnTo>
                  <a:lnTo>
                    <a:pt x="6799357" y="107175"/>
                  </a:lnTo>
                  <a:lnTo>
                    <a:pt x="6786527" y="111061"/>
                  </a:lnTo>
                  <a:lnTo>
                    <a:pt x="6734633" y="128007"/>
                  </a:lnTo>
                  <a:lnTo>
                    <a:pt x="6683243" y="146672"/>
                  </a:lnTo>
                  <a:lnTo>
                    <a:pt x="6631832" y="167083"/>
                  </a:lnTo>
                  <a:lnTo>
                    <a:pt x="6580040" y="189206"/>
                  </a:lnTo>
                  <a:lnTo>
                    <a:pt x="6527653" y="212943"/>
                  </a:lnTo>
                  <a:lnTo>
                    <a:pt x="6474584" y="238127"/>
                  </a:lnTo>
                  <a:lnTo>
                    <a:pt x="6420857" y="264521"/>
                  </a:lnTo>
                  <a:lnTo>
                    <a:pt x="6366591" y="291829"/>
                  </a:lnTo>
                  <a:lnTo>
                    <a:pt x="6311974" y="319703"/>
                  </a:lnTo>
                  <a:lnTo>
                    <a:pt x="6257239" y="347764"/>
                  </a:lnTo>
                  <a:lnTo>
                    <a:pt x="6202631" y="375622"/>
                  </a:lnTo>
                  <a:lnTo>
                    <a:pt x="6148383" y="402900"/>
                  </a:lnTo>
                  <a:lnTo>
                    <a:pt x="6094681" y="429252"/>
                  </a:lnTo>
                  <a:lnTo>
                    <a:pt x="6041639" y="454383"/>
                  </a:lnTo>
                  <a:lnTo>
                    <a:pt x="5989277" y="478059"/>
                  </a:lnTo>
                  <a:lnTo>
                    <a:pt x="5937505" y="500117"/>
                  </a:lnTo>
                  <a:lnTo>
                    <a:pt x="5886102" y="520459"/>
                  </a:lnTo>
                  <a:lnTo>
                    <a:pt x="5834704" y="539056"/>
                  </a:lnTo>
                  <a:lnTo>
                    <a:pt x="5784835" y="555305"/>
                  </a:lnTo>
                  <a:lnTo>
                    <a:pt x="5735201" y="569647"/>
                  </a:lnTo>
                  <a:lnTo>
                    <a:pt x="5683851" y="582529"/>
                  </a:lnTo>
                  <a:lnTo>
                    <a:pt x="5629964" y="594028"/>
                  </a:lnTo>
                  <a:lnTo>
                    <a:pt x="5572620" y="604274"/>
                  </a:lnTo>
                  <a:lnTo>
                    <a:pt x="5510885" y="613412"/>
                  </a:lnTo>
                  <a:lnTo>
                    <a:pt x="5443895" y="621579"/>
                  </a:lnTo>
                  <a:lnTo>
                    <a:pt x="5370955" y="628897"/>
                  </a:lnTo>
                  <a:lnTo>
                    <a:pt x="5291686" y="635464"/>
                  </a:lnTo>
                  <a:lnTo>
                    <a:pt x="5206207" y="641348"/>
                  </a:lnTo>
                  <a:lnTo>
                    <a:pt x="5115349" y="646592"/>
                  </a:lnTo>
                  <a:lnTo>
                    <a:pt x="5020872" y="651212"/>
                  </a:lnTo>
                  <a:lnTo>
                    <a:pt x="4925585" y="655202"/>
                  </a:lnTo>
                  <a:lnTo>
                    <a:pt x="4833288" y="658549"/>
                  </a:lnTo>
                  <a:lnTo>
                    <a:pt x="4748410" y="661241"/>
                  </a:lnTo>
                  <a:lnTo>
                    <a:pt x="4675329" y="663286"/>
                  </a:lnTo>
                  <a:lnTo>
                    <a:pt x="4617496" y="664725"/>
                  </a:lnTo>
                  <a:lnTo>
                    <a:pt x="4576601" y="665635"/>
                  </a:lnTo>
                  <a:lnTo>
                    <a:pt x="4552075" y="666125"/>
                  </a:lnTo>
                  <a:lnTo>
                    <a:pt x="4541036" y="666325"/>
                  </a:lnTo>
                  <a:lnTo>
                    <a:pt x="4538566" y="666365"/>
                  </a:lnTo>
                  <a:lnTo>
                    <a:pt x="4538543" y="666366"/>
                  </a:lnTo>
                  <a:lnTo>
                    <a:pt x="4016409" y="666366"/>
                  </a:lnTo>
                  <a:lnTo>
                    <a:pt x="4015156" y="666396"/>
                  </a:lnTo>
                  <a:lnTo>
                    <a:pt x="4006959" y="666612"/>
                  </a:lnTo>
                  <a:lnTo>
                    <a:pt x="3986460" y="667210"/>
                  </a:lnTo>
                  <a:lnTo>
                    <a:pt x="3950222" y="668385"/>
                  </a:lnTo>
                  <a:lnTo>
                    <a:pt x="3897049" y="670309"/>
                  </a:lnTo>
                  <a:lnTo>
                    <a:pt x="3828040" y="673111"/>
                  </a:lnTo>
                  <a:lnTo>
                    <a:pt x="3746212" y="676868"/>
                  </a:lnTo>
                  <a:lnTo>
                    <a:pt x="3655750" y="681604"/>
                  </a:lnTo>
                  <a:lnTo>
                    <a:pt x="3561116" y="687306"/>
                  </a:lnTo>
                  <a:lnTo>
                    <a:pt x="3466308" y="693953"/>
                  </a:lnTo>
                  <a:lnTo>
                    <a:pt x="3374413" y="701531"/>
                  </a:lnTo>
                  <a:lnTo>
                    <a:pt x="3287469" y="710054"/>
                  </a:lnTo>
                  <a:lnTo>
                    <a:pt x="3206548" y="719573"/>
                  </a:lnTo>
                  <a:lnTo>
                    <a:pt x="3131951" y="730179"/>
                  </a:lnTo>
                  <a:lnTo>
                    <a:pt x="3063426" y="742006"/>
                  </a:lnTo>
                  <a:lnTo>
                    <a:pt x="3000361" y="755224"/>
                  </a:lnTo>
                  <a:lnTo>
                    <a:pt x="2941934" y="770032"/>
                  </a:lnTo>
                  <a:lnTo>
                    <a:pt x="2887229" y="786647"/>
                  </a:lnTo>
                  <a:lnTo>
                    <a:pt x="2835324" y="805272"/>
                  </a:lnTo>
                  <a:lnTo>
                    <a:pt x="2785361" y="826053"/>
                  </a:lnTo>
                  <a:lnTo>
                    <a:pt x="2770117" y="832957"/>
                  </a:lnTo>
                  <a:lnTo>
                    <a:pt x="2720576" y="857161"/>
                  </a:lnTo>
                  <a:lnTo>
                    <a:pt x="2671519" y="883711"/>
                  </a:lnTo>
                  <a:lnTo>
                    <a:pt x="2622477" y="912645"/>
                  </a:lnTo>
                  <a:lnTo>
                    <a:pt x="2573125" y="943931"/>
                  </a:lnTo>
                  <a:lnTo>
                    <a:pt x="2523256" y="977454"/>
                  </a:lnTo>
                  <a:lnTo>
                    <a:pt x="2472774" y="1013015"/>
                  </a:lnTo>
                  <a:lnTo>
                    <a:pt x="2421677" y="1050328"/>
                  </a:lnTo>
                  <a:lnTo>
                    <a:pt x="2370046" y="1089027"/>
                  </a:lnTo>
                  <a:lnTo>
                    <a:pt x="2318027" y="1128679"/>
                  </a:lnTo>
                  <a:lnTo>
                    <a:pt x="2265808" y="1168804"/>
                  </a:lnTo>
                  <a:lnTo>
                    <a:pt x="2213604" y="1208895"/>
                  </a:lnTo>
                  <a:lnTo>
                    <a:pt x="2161626" y="1248448"/>
                  </a:lnTo>
                  <a:lnTo>
                    <a:pt x="2110059" y="1286987"/>
                  </a:lnTo>
                  <a:lnTo>
                    <a:pt x="2059040" y="1324087"/>
                  </a:lnTo>
                  <a:lnTo>
                    <a:pt x="2008642" y="1359392"/>
                  </a:lnTo>
                  <a:lnTo>
                    <a:pt x="1958849" y="1392629"/>
                  </a:lnTo>
                  <a:lnTo>
                    <a:pt x="1909552" y="1423607"/>
                  </a:lnTo>
                  <a:lnTo>
                    <a:pt x="1860530" y="1452226"/>
                  </a:lnTo>
                  <a:lnTo>
                    <a:pt x="1811439" y="1478461"/>
                  </a:lnTo>
                  <a:lnTo>
                    <a:pt x="1768425" y="1499323"/>
                  </a:lnTo>
                  <a:lnTo>
                    <a:pt x="1718914" y="1520787"/>
                  </a:lnTo>
                  <a:lnTo>
                    <a:pt x="1667698" y="1540070"/>
                  </a:lnTo>
                  <a:lnTo>
                    <a:pt x="1613961" y="1557289"/>
                  </a:lnTo>
                  <a:lnTo>
                    <a:pt x="1556791" y="1572636"/>
                  </a:lnTo>
                  <a:lnTo>
                    <a:pt x="1495261" y="1586325"/>
                  </a:lnTo>
                  <a:lnTo>
                    <a:pt x="1428510" y="1598565"/>
                  </a:lnTo>
                  <a:lnTo>
                    <a:pt x="1355847" y="1609534"/>
                  </a:lnTo>
                  <a:lnTo>
                    <a:pt x="1276889" y="1619379"/>
                  </a:lnTo>
                  <a:lnTo>
                    <a:pt x="1191742" y="1628204"/>
                  </a:lnTo>
                  <a:lnTo>
                    <a:pt x="1101215" y="1636073"/>
                  </a:lnTo>
                  <a:lnTo>
                    <a:pt x="1007031" y="1643010"/>
                  </a:lnTo>
                  <a:lnTo>
                    <a:pt x="911951" y="1649008"/>
                  </a:lnTo>
                  <a:lnTo>
                    <a:pt x="819725" y="1654046"/>
                  </a:lnTo>
                  <a:lnTo>
                    <a:pt x="734736" y="1658106"/>
                  </a:lnTo>
                  <a:lnTo>
                    <a:pt x="661349" y="1661200"/>
                  </a:lnTo>
                  <a:lnTo>
                    <a:pt x="603036" y="1663385"/>
                  </a:lnTo>
                  <a:lnTo>
                    <a:pt x="561554" y="1664776"/>
                  </a:lnTo>
                  <a:lnTo>
                    <a:pt x="536433" y="1665533"/>
                  </a:lnTo>
                  <a:lnTo>
                    <a:pt x="524904" y="1665846"/>
                  </a:lnTo>
                  <a:lnTo>
                    <a:pt x="522172" y="1665914"/>
                  </a:lnTo>
                  <a:lnTo>
                    <a:pt x="522133" y="1665915"/>
                  </a:lnTo>
                  <a:lnTo>
                    <a:pt x="0" y="1665915"/>
                  </a:lnTo>
                  <a:lnTo>
                    <a:pt x="0" y="1665915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748" name="pg1748"/>
            <p:cNvSpPr/>
            <p:nvPr/>
          </p:nvSpPr>
          <p:spPr>
            <a:xfrm>
              <a:off x="386606" y="711182"/>
              <a:ext cx="8554953" cy="5291399"/>
            </a:xfrm>
            <a:custGeom>
              <a:avLst/>
              <a:pathLst>
                <a:path w="8554953" h="5291399">
                  <a:moveTo>
                    <a:pt x="0" y="4811389"/>
                  </a:moveTo>
                  <a:lnTo>
                    <a:pt x="522133" y="4811389"/>
                  </a:lnTo>
                  <a:lnTo>
                    <a:pt x="523399" y="4811404"/>
                  </a:lnTo>
                  <a:lnTo>
                    <a:pt x="531676" y="4811509"/>
                  </a:lnTo>
                  <a:lnTo>
                    <a:pt x="552369" y="4811799"/>
                  </a:lnTo>
                  <a:lnTo>
                    <a:pt x="588930" y="4812369"/>
                  </a:lnTo>
                  <a:lnTo>
                    <a:pt x="642542" y="4813302"/>
                  </a:lnTo>
                  <a:lnTo>
                    <a:pt x="712059" y="4814661"/>
                  </a:lnTo>
                  <a:lnTo>
                    <a:pt x="794404" y="4816482"/>
                  </a:lnTo>
                  <a:lnTo>
                    <a:pt x="885335" y="4818775"/>
                  </a:lnTo>
                  <a:lnTo>
                    <a:pt x="980347" y="4821537"/>
                  </a:lnTo>
                  <a:lnTo>
                    <a:pt x="1075426" y="4824754"/>
                  </a:lnTo>
                  <a:lnTo>
                    <a:pt x="1167484" y="4828421"/>
                  </a:lnTo>
                  <a:lnTo>
                    <a:pt x="1254502" y="4832547"/>
                  </a:lnTo>
                  <a:lnTo>
                    <a:pt x="1335430" y="4837155"/>
                  </a:lnTo>
                  <a:lnTo>
                    <a:pt x="1409992" y="4842291"/>
                  </a:lnTo>
                  <a:lnTo>
                    <a:pt x="1478463" y="4848021"/>
                  </a:lnTo>
                  <a:lnTo>
                    <a:pt x="1541476" y="4854428"/>
                  </a:lnTo>
                  <a:lnTo>
                    <a:pt x="1599868" y="4861610"/>
                  </a:lnTo>
                  <a:lnTo>
                    <a:pt x="1654566" y="4869671"/>
                  </a:lnTo>
                  <a:lnTo>
                    <a:pt x="1706501" y="4878710"/>
                  </a:lnTo>
                  <a:lnTo>
                    <a:pt x="1756532" y="4888794"/>
                  </a:lnTo>
                  <a:lnTo>
                    <a:pt x="1768425" y="4891391"/>
                  </a:lnTo>
                  <a:lnTo>
                    <a:pt x="1821391" y="4903865"/>
                  </a:lnTo>
                  <a:lnTo>
                    <a:pt x="1873845" y="4917630"/>
                  </a:lnTo>
                  <a:lnTo>
                    <a:pt x="1926339" y="4932705"/>
                  </a:lnTo>
                  <a:lnTo>
                    <a:pt x="1979248" y="4949062"/>
                  </a:lnTo>
                  <a:lnTo>
                    <a:pt x="2032788" y="4966622"/>
                  </a:lnTo>
                  <a:lnTo>
                    <a:pt x="2087042" y="4985252"/>
                  </a:lnTo>
                  <a:lnTo>
                    <a:pt x="2141969" y="5004764"/>
                  </a:lnTo>
                  <a:lnTo>
                    <a:pt x="2197434" y="5024926"/>
                  </a:lnTo>
                  <a:lnTo>
                    <a:pt x="2253227" y="5045467"/>
                  </a:lnTo>
                  <a:lnTo>
                    <a:pt x="2309095" y="5066094"/>
                  </a:lnTo>
                  <a:lnTo>
                    <a:pt x="2364777" y="5086509"/>
                  </a:lnTo>
                  <a:lnTo>
                    <a:pt x="2420035" y="5106426"/>
                  </a:lnTo>
                  <a:lnTo>
                    <a:pt x="2474687" y="5125588"/>
                  </a:lnTo>
                  <a:lnTo>
                    <a:pt x="2528635" y="5143782"/>
                  </a:lnTo>
                  <a:lnTo>
                    <a:pt x="2581889" y="5160843"/>
                  </a:lnTo>
                  <a:lnTo>
                    <a:pt x="2634586" y="5176661"/>
                  </a:lnTo>
                  <a:lnTo>
                    <a:pt x="2687008" y="5191179"/>
                  </a:lnTo>
                  <a:lnTo>
                    <a:pt x="2739600" y="5204390"/>
                  </a:lnTo>
                  <a:lnTo>
                    <a:pt x="2770117" y="5211397"/>
                  </a:lnTo>
                  <a:lnTo>
                    <a:pt x="2819799" y="5221738"/>
                  </a:lnTo>
                  <a:lnTo>
                    <a:pt x="2871200" y="5231025"/>
                  </a:lnTo>
                  <a:lnTo>
                    <a:pt x="2925146" y="5239314"/>
                  </a:lnTo>
                  <a:lnTo>
                    <a:pt x="2982558" y="5246698"/>
                  </a:lnTo>
                  <a:lnTo>
                    <a:pt x="3044372" y="5253283"/>
                  </a:lnTo>
                  <a:lnTo>
                    <a:pt x="3111456" y="5259169"/>
                  </a:lnTo>
                  <a:lnTo>
                    <a:pt x="3184503" y="5264442"/>
                  </a:lnTo>
                  <a:lnTo>
                    <a:pt x="3263892" y="5269173"/>
                  </a:lnTo>
                  <a:lnTo>
                    <a:pt x="3349501" y="5273412"/>
                  </a:lnTo>
                  <a:lnTo>
                    <a:pt x="3440487" y="5277189"/>
                  </a:lnTo>
                  <a:lnTo>
                    <a:pt x="3535077" y="5280515"/>
                  </a:lnTo>
                  <a:lnTo>
                    <a:pt x="3630444" y="5283388"/>
                  </a:lnTo>
                  <a:lnTo>
                    <a:pt x="3722766" y="5285795"/>
                  </a:lnTo>
                  <a:lnTo>
                    <a:pt x="3807601" y="5287730"/>
                  </a:lnTo>
                  <a:lnTo>
                    <a:pt x="3880561" y="5289198"/>
                  </a:lnTo>
                  <a:lnTo>
                    <a:pt x="3938206" y="5290230"/>
                  </a:lnTo>
                  <a:lnTo>
                    <a:pt x="3978872" y="5290880"/>
                  </a:lnTo>
                  <a:lnTo>
                    <a:pt x="4003167" y="5291230"/>
                  </a:lnTo>
                  <a:lnTo>
                    <a:pt x="4014019" y="5291371"/>
                  </a:lnTo>
                  <a:lnTo>
                    <a:pt x="4016409" y="5291399"/>
                  </a:lnTo>
                  <a:lnTo>
                    <a:pt x="4538543" y="5291399"/>
                  </a:lnTo>
                  <a:lnTo>
                    <a:pt x="4539371" y="5291294"/>
                  </a:lnTo>
                  <a:lnTo>
                    <a:pt x="4544839" y="5290547"/>
                  </a:lnTo>
                  <a:lnTo>
                    <a:pt x="4558691" y="5288485"/>
                  </a:lnTo>
                  <a:lnTo>
                    <a:pt x="4583627" y="5284420"/>
                  </a:lnTo>
                  <a:lnTo>
                    <a:pt x="4621129" y="5277707"/>
                  </a:lnTo>
                  <a:lnTo>
                    <a:pt x="4671353" y="5267799"/>
                  </a:lnTo>
                  <a:lnTo>
                    <a:pt x="4733180" y="5254294"/>
                  </a:lnTo>
                  <a:lnTo>
                    <a:pt x="4804466" y="5236960"/>
                  </a:lnTo>
                  <a:lnTo>
                    <a:pt x="4882440" y="5215720"/>
                  </a:lnTo>
                  <a:lnTo>
                    <a:pt x="4964154" y="5190602"/>
                  </a:lnTo>
                  <a:lnTo>
                    <a:pt x="5046863" y="5161688"/>
                  </a:lnTo>
                  <a:lnTo>
                    <a:pt x="5128293" y="5129045"/>
                  </a:lnTo>
                  <a:lnTo>
                    <a:pt x="5206756" y="5092679"/>
                  </a:lnTo>
                  <a:lnTo>
                    <a:pt x="5281159" y="5052500"/>
                  </a:lnTo>
                  <a:lnTo>
                    <a:pt x="5350931" y="5008301"/>
                  </a:lnTo>
                  <a:lnTo>
                    <a:pt x="5415921" y="4959750"/>
                  </a:lnTo>
                  <a:lnTo>
                    <a:pt x="5476289" y="4906389"/>
                  </a:lnTo>
                  <a:lnTo>
                    <a:pt x="5532409" y="4847647"/>
                  </a:lnTo>
                  <a:lnTo>
                    <a:pt x="5584789" y="4782855"/>
                  </a:lnTo>
                  <a:lnTo>
                    <a:pt x="5634013" y="4711279"/>
                  </a:lnTo>
                  <a:lnTo>
                    <a:pt x="5680693" y="4632171"/>
                  </a:lnTo>
                  <a:lnTo>
                    <a:pt x="5725427" y="4544860"/>
                  </a:lnTo>
                  <a:lnTo>
                    <a:pt x="5768765" y="4448887"/>
                  </a:lnTo>
                  <a:lnTo>
                    <a:pt x="5784835" y="4410440"/>
                  </a:lnTo>
                  <a:lnTo>
                    <a:pt x="5813317" y="4338586"/>
                  </a:lnTo>
                  <a:lnTo>
                    <a:pt x="5841562" y="4262713"/>
                  </a:lnTo>
                  <a:lnTo>
                    <a:pt x="5869677" y="4182743"/>
                  </a:lnTo>
                  <a:lnTo>
                    <a:pt x="5897751" y="4098632"/>
                  </a:lnTo>
                  <a:lnTo>
                    <a:pt x="5925858" y="4010376"/>
                  </a:lnTo>
                  <a:lnTo>
                    <a:pt x="5954058" y="3918013"/>
                  </a:lnTo>
                  <a:lnTo>
                    <a:pt x="5982396" y="3821628"/>
                  </a:lnTo>
                  <a:lnTo>
                    <a:pt x="6010906" y="3721352"/>
                  </a:lnTo>
                  <a:lnTo>
                    <a:pt x="6039610" y="3617367"/>
                  </a:lnTo>
                  <a:lnTo>
                    <a:pt x="6068519" y="3509902"/>
                  </a:lnTo>
                  <a:lnTo>
                    <a:pt x="6097635" y="3399239"/>
                  </a:lnTo>
                  <a:lnTo>
                    <a:pt x="6126948" y="3285705"/>
                  </a:lnTo>
                  <a:lnTo>
                    <a:pt x="6156443" y="3169670"/>
                  </a:lnTo>
                  <a:lnTo>
                    <a:pt x="6186095" y="3051548"/>
                  </a:lnTo>
                  <a:lnTo>
                    <a:pt x="6215874" y="2931784"/>
                  </a:lnTo>
                  <a:lnTo>
                    <a:pt x="6245745" y="2810851"/>
                  </a:lnTo>
                  <a:lnTo>
                    <a:pt x="6275671" y="2689243"/>
                  </a:lnTo>
                  <a:lnTo>
                    <a:pt x="6305610" y="2567465"/>
                  </a:lnTo>
                  <a:lnTo>
                    <a:pt x="6335522" y="2446026"/>
                  </a:lnTo>
                  <a:lnTo>
                    <a:pt x="6365367" y="2325426"/>
                  </a:lnTo>
                  <a:lnTo>
                    <a:pt x="6395107" y="2206155"/>
                  </a:lnTo>
                  <a:lnTo>
                    <a:pt x="6424710" y="2088677"/>
                  </a:lnTo>
                  <a:lnTo>
                    <a:pt x="6454147" y="1973427"/>
                  </a:lnTo>
                  <a:lnTo>
                    <a:pt x="6483396" y="1860805"/>
                  </a:lnTo>
                  <a:lnTo>
                    <a:pt x="6512444" y="1751167"/>
                  </a:lnTo>
                  <a:lnTo>
                    <a:pt x="6541285" y="1644827"/>
                  </a:lnTo>
                  <a:lnTo>
                    <a:pt x="6569923" y="1542047"/>
                  </a:lnTo>
                  <a:lnTo>
                    <a:pt x="6598373" y="1443043"/>
                  </a:lnTo>
                  <a:lnTo>
                    <a:pt x="6626661" y="1347978"/>
                  </a:lnTo>
                  <a:lnTo>
                    <a:pt x="6654824" y="1256969"/>
                  </a:lnTo>
                  <a:lnTo>
                    <a:pt x="6682913" y="1170084"/>
                  </a:lnTo>
                  <a:lnTo>
                    <a:pt x="6710992" y="1087348"/>
                  </a:lnTo>
                  <a:lnTo>
                    <a:pt x="6739139" y="1008742"/>
                  </a:lnTo>
                  <a:lnTo>
                    <a:pt x="6767450" y="934211"/>
                  </a:lnTo>
                  <a:lnTo>
                    <a:pt x="6786527" y="886605"/>
                  </a:lnTo>
                  <a:lnTo>
                    <a:pt x="6829463" y="787330"/>
                  </a:lnTo>
                  <a:lnTo>
                    <a:pt x="6873610" y="696789"/>
                  </a:lnTo>
                  <a:lnTo>
                    <a:pt x="6919488" y="614661"/>
                  </a:lnTo>
                  <a:lnTo>
                    <a:pt x="6967681" y="540332"/>
                  </a:lnTo>
                  <a:lnTo>
                    <a:pt x="7018801" y="473071"/>
                  </a:lnTo>
                  <a:lnTo>
                    <a:pt x="7073446" y="412132"/>
                  </a:lnTo>
                  <a:lnTo>
                    <a:pt x="7132160" y="356816"/>
                  </a:lnTo>
                  <a:lnTo>
                    <a:pt x="7195376" y="306511"/>
                  </a:lnTo>
                  <a:lnTo>
                    <a:pt x="7263344" y="260718"/>
                  </a:lnTo>
                  <a:lnTo>
                    <a:pt x="7336044" y="219055"/>
                  </a:lnTo>
                  <a:lnTo>
                    <a:pt x="7413075" y="181268"/>
                  </a:lnTo>
                  <a:lnTo>
                    <a:pt x="7493552" y="147226"/>
                  </a:lnTo>
                  <a:lnTo>
                    <a:pt x="7576016" y="116900"/>
                  </a:lnTo>
                  <a:lnTo>
                    <a:pt x="7658405" y="90342"/>
                  </a:lnTo>
                  <a:lnTo>
                    <a:pt x="7738132" y="67632"/>
                  </a:lnTo>
                  <a:lnTo>
                    <a:pt x="7812283" y="48828"/>
                  </a:lnTo>
                  <a:lnTo>
                    <a:pt x="7877970" y="33899"/>
                  </a:lnTo>
                  <a:lnTo>
                    <a:pt x="7932762" y="22672"/>
                  </a:lnTo>
                  <a:lnTo>
                    <a:pt x="7975113" y="14812"/>
                  </a:lnTo>
                  <a:lnTo>
                    <a:pt x="8004682" y="9821"/>
                  </a:lnTo>
                  <a:lnTo>
                    <a:pt x="8022456" y="7084"/>
                  </a:lnTo>
                  <a:lnTo>
                    <a:pt x="8030698" y="5922"/>
                  </a:lnTo>
                  <a:lnTo>
                    <a:pt x="8032819" y="5647"/>
                  </a:lnTo>
                  <a:lnTo>
                    <a:pt x="8554953" y="5647"/>
                  </a:lnTo>
                  <a:lnTo>
                    <a:pt x="8554953" y="0"/>
                  </a:lnTo>
                  <a:lnTo>
                    <a:pt x="8032819" y="0"/>
                  </a:lnTo>
                  <a:lnTo>
                    <a:pt x="8031991" y="104"/>
                  </a:lnTo>
                  <a:lnTo>
                    <a:pt x="8026523" y="851"/>
                  </a:lnTo>
                  <a:lnTo>
                    <a:pt x="8012671" y="2914"/>
                  </a:lnTo>
                  <a:lnTo>
                    <a:pt x="7987735" y="6978"/>
                  </a:lnTo>
                  <a:lnTo>
                    <a:pt x="7950233" y="13691"/>
                  </a:lnTo>
                  <a:lnTo>
                    <a:pt x="7900009" y="23600"/>
                  </a:lnTo>
                  <a:lnTo>
                    <a:pt x="7838182" y="37105"/>
                  </a:lnTo>
                  <a:lnTo>
                    <a:pt x="7766896" y="54438"/>
                  </a:lnTo>
                  <a:lnTo>
                    <a:pt x="7688922" y="75679"/>
                  </a:lnTo>
                  <a:lnTo>
                    <a:pt x="7607208" y="100796"/>
                  </a:lnTo>
                  <a:lnTo>
                    <a:pt x="7524499" y="129710"/>
                  </a:lnTo>
                  <a:lnTo>
                    <a:pt x="7443069" y="162354"/>
                  </a:lnTo>
                  <a:lnTo>
                    <a:pt x="7364606" y="198720"/>
                  </a:lnTo>
                  <a:lnTo>
                    <a:pt x="7290203" y="238898"/>
                  </a:lnTo>
                  <a:lnTo>
                    <a:pt x="7220431" y="283097"/>
                  </a:lnTo>
                  <a:lnTo>
                    <a:pt x="7155440" y="331649"/>
                  </a:lnTo>
                  <a:lnTo>
                    <a:pt x="7095072" y="385010"/>
                  </a:lnTo>
                  <a:lnTo>
                    <a:pt x="7038953" y="443752"/>
                  </a:lnTo>
                  <a:lnTo>
                    <a:pt x="6986573" y="508543"/>
                  </a:lnTo>
                  <a:lnTo>
                    <a:pt x="6937348" y="580119"/>
                  </a:lnTo>
                  <a:lnTo>
                    <a:pt x="6890669" y="659227"/>
                  </a:lnTo>
                  <a:lnTo>
                    <a:pt x="6845935" y="746539"/>
                  </a:lnTo>
                  <a:lnTo>
                    <a:pt x="6802597" y="842511"/>
                  </a:lnTo>
                  <a:lnTo>
                    <a:pt x="6786527" y="880958"/>
                  </a:lnTo>
                  <a:lnTo>
                    <a:pt x="6758045" y="952812"/>
                  </a:lnTo>
                  <a:lnTo>
                    <a:pt x="6729800" y="1028685"/>
                  </a:lnTo>
                  <a:lnTo>
                    <a:pt x="6701685" y="1108655"/>
                  </a:lnTo>
                  <a:lnTo>
                    <a:pt x="6673611" y="1192766"/>
                  </a:lnTo>
                  <a:lnTo>
                    <a:pt x="6645504" y="1281022"/>
                  </a:lnTo>
                  <a:lnTo>
                    <a:pt x="6617304" y="1373385"/>
                  </a:lnTo>
                  <a:lnTo>
                    <a:pt x="6588966" y="1469770"/>
                  </a:lnTo>
                  <a:lnTo>
                    <a:pt x="6560456" y="1570046"/>
                  </a:lnTo>
                  <a:lnTo>
                    <a:pt x="6531752" y="1674032"/>
                  </a:lnTo>
                  <a:lnTo>
                    <a:pt x="6502843" y="1781496"/>
                  </a:lnTo>
                  <a:lnTo>
                    <a:pt x="6473727" y="1892159"/>
                  </a:lnTo>
                  <a:lnTo>
                    <a:pt x="6444414" y="2005694"/>
                  </a:lnTo>
                  <a:lnTo>
                    <a:pt x="6414919" y="2121728"/>
                  </a:lnTo>
                  <a:lnTo>
                    <a:pt x="6385267" y="2239850"/>
                  </a:lnTo>
                  <a:lnTo>
                    <a:pt x="6355488" y="2359614"/>
                  </a:lnTo>
                  <a:lnTo>
                    <a:pt x="6325617" y="2480547"/>
                  </a:lnTo>
                  <a:lnTo>
                    <a:pt x="6295691" y="2602155"/>
                  </a:lnTo>
                  <a:lnTo>
                    <a:pt x="6265752" y="2723933"/>
                  </a:lnTo>
                  <a:lnTo>
                    <a:pt x="6235840" y="2845373"/>
                  </a:lnTo>
                  <a:lnTo>
                    <a:pt x="6205995" y="2965972"/>
                  </a:lnTo>
                  <a:lnTo>
                    <a:pt x="6176254" y="3085244"/>
                  </a:lnTo>
                  <a:lnTo>
                    <a:pt x="6146652" y="3202722"/>
                  </a:lnTo>
                  <a:lnTo>
                    <a:pt x="6117215" y="3317971"/>
                  </a:lnTo>
                  <a:lnTo>
                    <a:pt x="6087965" y="3430594"/>
                  </a:lnTo>
                  <a:lnTo>
                    <a:pt x="6058918" y="3540231"/>
                  </a:lnTo>
                  <a:lnTo>
                    <a:pt x="6030077" y="3646571"/>
                  </a:lnTo>
                  <a:lnTo>
                    <a:pt x="6001439" y="3749351"/>
                  </a:lnTo>
                  <a:lnTo>
                    <a:pt x="5972989" y="3848355"/>
                  </a:lnTo>
                  <a:lnTo>
                    <a:pt x="5944701" y="3943420"/>
                  </a:lnTo>
                  <a:lnTo>
                    <a:pt x="5916538" y="4034429"/>
                  </a:lnTo>
                  <a:lnTo>
                    <a:pt x="5888449" y="4121314"/>
                  </a:lnTo>
                  <a:lnTo>
                    <a:pt x="5860370" y="4204050"/>
                  </a:lnTo>
                  <a:lnTo>
                    <a:pt x="5832223" y="4282656"/>
                  </a:lnTo>
                  <a:lnTo>
                    <a:pt x="5803912" y="4357187"/>
                  </a:lnTo>
                  <a:lnTo>
                    <a:pt x="5784835" y="4404793"/>
                  </a:lnTo>
                  <a:lnTo>
                    <a:pt x="5741899" y="4504069"/>
                  </a:lnTo>
                  <a:lnTo>
                    <a:pt x="5697752" y="4594609"/>
                  </a:lnTo>
                  <a:lnTo>
                    <a:pt x="5651874" y="4676738"/>
                  </a:lnTo>
                  <a:lnTo>
                    <a:pt x="5603681" y="4751067"/>
                  </a:lnTo>
                  <a:lnTo>
                    <a:pt x="5552561" y="4818327"/>
                  </a:lnTo>
                  <a:lnTo>
                    <a:pt x="5497916" y="4879266"/>
                  </a:lnTo>
                  <a:lnTo>
                    <a:pt x="5439202" y="4934583"/>
                  </a:lnTo>
                  <a:lnTo>
                    <a:pt x="5375986" y="4984887"/>
                  </a:lnTo>
                  <a:lnTo>
                    <a:pt x="5308018" y="5030681"/>
                  </a:lnTo>
                  <a:lnTo>
                    <a:pt x="5235318" y="5072344"/>
                  </a:lnTo>
                  <a:lnTo>
                    <a:pt x="5158287" y="5110130"/>
                  </a:lnTo>
                  <a:lnTo>
                    <a:pt x="5077810" y="5144172"/>
                  </a:lnTo>
                  <a:lnTo>
                    <a:pt x="4995346" y="5174498"/>
                  </a:lnTo>
                  <a:lnTo>
                    <a:pt x="4912956" y="5201056"/>
                  </a:lnTo>
                  <a:lnTo>
                    <a:pt x="4833230" y="5223766"/>
                  </a:lnTo>
                  <a:lnTo>
                    <a:pt x="4759079" y="5242570"/>
                  </a:lnTo>
                  <a:lnTo>
                    <a:pt x="4693391" y="5257500"/>
                  </a:lnTo>
                  <a:lnTo>
                    <a:pt x="4638600" y="5268726"/>
                  </a:lnTo>
                  <a:lnTo>
                    <a:pt x="4596249" y="5276586"/>
                  </a:lnTo>
                  <a:lnTo>
                    <a:pt x="4566680" y="5281577"/>
                  </a:lnTo>
                  <a:lnTo>
                    <a:pt x="4548906" y="5284315"/>
                  </a:lnTo>
                  <a:lnTo>
                    <a:pt x="4540664" y="5285476"/>
                  </a:lnTo>
                  <a:lnTo>
                    <a:pt x="4538543" y="5285752"/>
                  </a:lnTo>
                  <a:lnTo>
                    <a:pt x="4016409" y="5285752"/>
                  </a:lnTo>
                  <a:lnTo>
                    <a:pt x="4015143" y="5285737"/>
                  </a:lnTo>
                  <a:lnTo>
                    <a:pt x="4006867" y="5285632"/>
                  </a:lnTo>
                  <a:lnTo>
                    <a:pt x="3986173" y="5285342"/>
                  </a:lnTo>
                  <a:lnTo>
                    <a:pt x="3949612" y="5284772"/>
                  </a:lnTo>
                  <a:lnTo>
                    <a:pt x="3896001" y="5283839"/>
                  </a:lnTo>
                  <a:lnTo>
                    <a:pt x="3826483" y="5282480"/>
                  </a:lnTo>
                  <a:lnTo>
                    <a:pt x="3744138" y="5280659"/>
                  </a:lnTo>
                  <a:lnTo>
                    <a:pt x="3653208" y="5278366"/>
                  </a:lnTo>
                  <a:lnTo>
                    <a:pt x="3558195" y="5275604"/>
                  </a:lnTo>
                  <a:lnTo>
                    <a:pt x="3463117" y="5272387"/>
                  </a:lnTo>
                  <a:lnTo>
                    <a:pt x="3371058" y="5268719"/>
                  </a:lnTo>
                  <a:lnTo>
                    <a:pt x="3284040" y="5264594"/>
                  </a:lnTo>
                  <a:lnTo>
                    <a:pt x="3203112" y="5259986"/>
                  </a:lnTo>
                  <a:lnTo>
                    <a:pt x="3128550" y="5254850"/>
                  </a:lnTo>
                  <a:lnTo>
                    <a:pt x="3060079" y="5249120"/>
                  </a:lnTo>
                  <a:lnTo>
                    <a:pt x="2997066" y="5242713"/>
                  </a:lnTo>
                  <a:lnTo>
                    <a:pt x="2938674" y="5235531"/>
                  </a:lnTo>
                  <a:lnTo>
                    <a:pt x="2883977" y="5227470"/>
                  </a:lnTo>
                  <a:lnTo>
                    <a:pt x="2832041" y="5218431"/>
                  </a:lnTo>
                  <a:lnTo>
                    <a:pt x="2782011" y="5208347"/>
                  </a:lnTo>
                  <a:lnTo>
                    <a:pt x="2770117" y="5205750"/>
                  </a:lnTo>
                  <a:lnTo>
                    <a:pt x="2717151" y="5193276"/>
                  </a:lnTo>
                  <a:lnTo>
                    <a:pt x="2664697" y="5179511"/>
                  </a:lnTo>
                  <a:lnTo>
                    <a:pt x="2612203" y="5164436"/>
                  </a:lnTo>
                  <a:lnTo>
                    <a:pt x="2559294" y="5148079"/>
                  </a:lnTo>
                  <a:lnTo>
                    <a:pt x="2505754" y="5130519"/>
                  </a:lnTo>
                  <a:lnTo>
                    <a:pt x="2451500" y="5111889"/>
                  </a:lnTo>
                  <a:lnTo>
                    <a:pt x="2396573" y="5092377"/>
                  </a:lnTo>
                  <a:lnTo>
                    <a:pt x="2341108" y="5072214"/>
                  </a:lnTo>
                  <a:lnTo>
                    <a:pt x="2285316" y="5051674"/>
                  </a:lnTo>
                  <a:lnTo>
                    <a:pt x="2229447" y="5031047"/>
                  </a:lnTo>
                  <a:lnTo>
                    <a:pt x="2173765" y="5010632"/>
                  </a:lnTo>
                  <a:lnTo>
                    <a:pt x="2118507" y="4990715"/>
                  </a:lnTo>
                  <a:lnTo>
                    <a:pt x="2063855" y="4971553"/>
                  </a:lnTo>
                  <a:lnTo>
                    <a:pt x="2009907" y="4953359"/>
                  </a:lnTo>
                  <a:lnTo>
                    <a:pt x="1956653" y="4936298"/>
                  </a:lnTo>
                  <a:lnTo>
                    <a:pt x="1903956" y="4920480"/>
                  </a:lnTo>
                  <a:lnTo>
                    <a:pt x="1851534" y="4905962"/>
                  </a:lnTo>
                  <a:lnTo>
                    <a:pt x="1798942" y="4892751"/>
                  </a:lnTo>
                  <a:lnTo>
                    <a:pt x="1768425" y="4885744"/>
                  </a:lnTo>
                  <a:lnTo>
                    <a:pt x="1718743" y="4875403"/>
                  </a:lnTo>
                  <a:lnTo>
                    <a:pt x="1667342" y="4866116"/>
                  </a:lnTo>
                  <a:lnTo>
                    <a:pt x="1613396" y="4857827"/>
                  </a:lnTo>
                  <a:lnTo>
                    <a:pt x="1555984" y="4850442"/>
                  </a:lnTo>
                  <a:lnTo>
                    <a:pt x="1494170" y="4843857"/>
                  </a:lnTo>
                  <a:lnTo>
                    <a:pt x="1427086" y="4837972"/>
                  </a:lnTo>
                  <a:lnTo>
                    <a:pt x="1354039" y="4832699"/>
                  </a:lnTo>
                  <a:lnTo>
                    <a:pt x="1274650" y="4827968"/>
                  </a:lnTo>
                  <a:lnTo>
                    <a:pt x="1189041" y="4823729"/>
                  </a:lnTo>
                  <a:lnTo>
                    <a:pt x="1098055" y="4819952"/>
                  </a:lnTo>
                  <a:lnTo>
                    <a:pt x="1003465" y="4816626"/>
                  </a:lnTo>
                  <a:lnTo>
                    <a:pt x="908098" y="4813753"/>
                  </a:lnTo>
                  <a:lnTo>
                    <a:pt x="815776" y="4811346"/>
                  </a:lnTo>
                  <a:lnTo>
                    <a:pt x="730942" y="4809411"/>
                  </a:lnTo>
                  <a:lnTo>
                    <a:pt x="657981" y="4807943"/>
                  </a:lnTo>
                  <a:lnTo>
                    <a:pt x="600336" y="4806911"/>
                  </a:lnTo>
                  <a:lnTo>
                    <a:pt x="559670" y="4806261"/>
                  </a:lnTo>
                  <a:lnTo>
                    <a:pt x="535375" y="4805911"/>
                  </a:lnTo>
                  <a:lnTo>
                    <a:pt x="524523" y="4805770"/>
                  </a:lnTo>
                  <a:lnTo>
                    <a:pt x="522133" y="4805742"/>
                  </a:lnTo>
                  <a:lnTo>
                    <a:pt x="0" y="4805742"/>
                  </a:lnTo>
                  <a:close/>
                </a:path>
              </a:pathLst>
            </a:custGeom>
            <a:solidFill>
              <a:srgbClr val="B497D6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1749" name="pl1749"/>
            <p:cNvSpPr/>
            <p:nvPr/>
          </p:nvSpPr>
          <p:spPr>
            <a:xfrm>
              <a:off x="386606" y="716830"/>
              <a:ext cx="8554953" cy="5285752"/>
            </a:xfrm>
            <a:custGeom>
              <a:avLst/>
              <a:pathLst>
                <a:path w="8554953" h="5285752">
                  <a:moveTo>
                    <a:pt x="0" y="4805742"/>
                  </a:moveTo>
                  <a:lnTo>
                    <a:pt x="522133" y="4805742"/>
                  </a:lnTo>
                  <a:lnTo>
                    <a:pt x="523399" y="4805757"/>
                  </a:lnTo>
                  <a:lnTo>
                    <a:pt x="531676" y="4805862"/>
                  </a:lnTo>
                  <a:lnTo>
                    <a:pt x="552369" y="4806152"/>
                  </a:lnTo>
                  <a:lnTo>
                    <a:pt x="588930" y="4806722"/>
                  </a:lnTo>
                  <a:lnTo>
                    <a:pt x="642542" y="4807655"/>
                  </a:lnTo>
                  <a:lnTo>
                    <a:pt x="712059" y="4809014"/>
                  </a:lnTo>
                  <a:lnTo>
                    <a:pt x="794404" y="4810834"/>
                  </a:lnTo>
                  <a:lnTo>
                    <a:pt x="885335" y="4813128"/>
                  </a:lnTo>
                  <a:lnTo>
                    <a:pt x="980347" y="4815889"/>
                  </a:lnTo>
                  <a:lnTo>
                    <a:pt x="1075426" y="4819107"/>
                  </a:lnTo>
                  <a:lnTo>
                    <a:pt x="1167484" y="4822774"/>
                  </a:lnTo>
                  <a:lnTo>
                    <a:pt x="1254502" y="4826899"/>
                  </a:lnTo>
                  <a:lnTo>
                    <a:pt x="1335430" y="4831508"/>
                  </a:lnTo>
                  <a:lnTo>
                    <a:pt x="1409992" y="4836644"/>
                  </a:lnTo>
                  <a:lnTo>
                    <a:pt x="1478463" y="4842374"/>
                  </a:lnTo>
                  <a:lnTo>
                    <a:pt x="1541476" y="4848781"/>
                  </a:lnTo>
                  <a:lnTo>
                    <a:pt x="1599868" y="4855963"/>
                  </a:lnTo>
                  <a:lnTo>
                    <a:pt x="1654566" y="4864024"/>
                  </a:lnTo>
                  <a:lnTo>
                    <a:pt x="1706501" y="4873062"/>
                  </a:lnTo>
                  <a:lnTo>
                    <a:pt x="1756532" y="4883146"/>
                  </a:lnTo>
                  <a:lnTo>
                    <a:pt x="1768425" y="4885744"/>
                  </a:lnTo>
                  <a:lnTo>
                    <a:pt x="1821391" y="4898218"/>
                  </a:lnTo>
                  <a:lnTo>
                    <a:pt x="1873845" y="4911983"/>
                  </a:lnTo>
                  <a:lnTo>
                    <a:pt x="1926339" y="4927058"/>
                  </a:lnTo>
                  <a:lnTo>
                    <a:pt x="1979248" y="4943415"/>
                  </a:lnTo>
                  <a:lnTo>
                    <a:pt x="2032788" y="4960975"/>
                  </a:lnTo>
                  <a:lnTo>
                    <a:pt x="2087042" y="4979604"/>
                  </a:lnTo>
                  <a:lnTo>
                    <a:pt x="2141969" y="4999117"/>
                  </a:lnTo>
                  <a:lnTo>
                    <a:pt x="2197434" y="5019279"/>
                  </a:lnTo>
                  <a:lnTo>
                    <a:pt x="2253227" y="5039820"/>
                  </a:lnTo>
                  <a:lnTo>
                    <a:pt x="2309095" y="5060447"/>
                  </a:lnTo>
                  <a:lnTo>
                    <a:pt x="2364777" y="5080862"/>
                  </a:lnTo>
                  <a:lnTo>
                    <a:pt x="2420035" y="5100778"/>
                  </a:lnTo>
                  <a:lnTo>
                    <a:pt x="2474687" y="5119941"/>
                  </a:lnTo>
                  <a:lnTo>
                    <a:pt x="2528635" y="5138135"/>
                  </a:lnTo>
                  <a:lnTo>
                    <a:pt x="2581889" y="5155196"/>
                  </a:lnTo>
                  <a:lnTo>
                    <a:pt x="2634586" y="5171014"/>
                  </a:lnTo>
                  <a:lnTo>
                    <a:pt x="2687008" y="5185531"/>
                  </a:lnTo>
                  <a:lnTo>
                    <a:pt x="2739600" y="5198742"/>
                  </a:lnTo>
                  <a:lnTo>
                    <a:pt x="2770117" y="5205750"/>
                  </a:lnTo>
                  <a:lnTo>
                    <a:pt x="2819799" y="5216091"/>
                  </a:lnTo>
                  <a:lnTo>
                    <a:pt x="2871200" y="5225377"/>
                  </a:lnTo>
                  <a:lnTo>
                    <a:pt x="2925146" y="5233666"/>
                  </a:lnTo>
                  <a:lnTo>
                    <a:pt x="2982558" y="5241051"/>
                  </a:lnTo>
                  <a:lnTo>
                    <a:pt x="3044372" y="5247636"/>
                  </a:lnTo>
                  <a:lnTo>
                    <a:pt x="3111456" y="5253522"/>
                  </a:lnTo>
                  <a:lnTo>
                    <a:pt x="3184503" y="5258795"/>
                  </a:lnTo>
                  <a:lnTo>
                    <a:pt x="3263892" y="5263526"/>
                  </a:lnTo>
                  <a:lnTo>
                    <a:pt x="3349501" y="5267765"/>
                  </a:lnTo>
                  <a:lnTo>
                    <a:pt x="3440487" y="5271542"/>
                  </a:lnTo>
                  <a:lnTo>
                    <a:pt x="3535077" y="5274868"/>
                  </a:lnTo>
                  <a:lnTo>
                    <a:pt x="3630444" y="5277740"/>
                  </a:lnTo>
                  <a:lnTo>
                    <a:pt x="3722766" y="5280148"/>
                  </a:lnTo>
                  <a:lnTo>
                    <a:pt x="3807601" y="5282083"/>
                  </a:lnTo>
                  <a:lnTo>
                    <a:pt x="3880561" y="5283551"/>
                  </a:lnTo>
                  <a:lnTo>
                    <a:pt x="3938206" y="5284582"/>
                  </a:lnTo>
                  <a:lnTo>
                    <a:pt x="3978872" y="5285233"/>
                  </a:lnTo>
                  <a:lnTo>
                    <a:pt x="4003167" y="5285582"/>
                  </a:lnTo>
                  <a:lnTo>
                    <a:pt x="4014019" y="5285723"/>
                  </a:lnTo>
                  <a:lnTo>
                    <a:pt x="4016391" y="5285751"/>
                  </a:lnTo>
                  <a:lnTo>
                    <a:pt x="4016409" y="5285752"/>
                  </a:lnTo>
                  <a:lnTo>
                    <a:pt x="4538543" y="5285752"/>
                  </a:lnTo>
                  <a:lnTo>
                    <a:pt x="4539371" y="5285647"/>
                  </a:lnTo>
                  <a:lnTo>
                    <a:pt x="4544839" y="5284900"/>
                  </a:lnTo>
                  <a:lnTo>
                    <a:pt x="4558691" y="5282838"/>
                  </a:lnTo>
                  <a:lnTo>
                    <a:pt x="4583627" y="5278773"/>
                  </a:lnTo>
                  <a:lnTo>
                    <a:pt x="4621129" y="5272060"/>
                  </a:lnTo>
                  <a:lnTo>
                    <a:pt x="4671353" y="5262151"/>
                  </a:lnTo>
                  <a:lnTo>
                    <a:pt x="4733180" y="5248646"/>
                  </a:lnTo>
                  <a:lnTo>
                    <a:pt x="4804466" y="5231313"/>
                  </a:lnTo>
                  <a:lnTo>
                    <a:pt x="4882440" y="5210072"/>
                  </a:lnTo>
                  <a:lnTo>
                    <a:pt x="4964154" y="5184955"/>
                  </a:lnTo>
                  <a:lnTo>
                    <a:pt x="5046863" y="5156041"/>
                  </a:lnTo>
                  <a:lnTo>
                    <a:pt x="5128293" y="5123397"/>
                  </a:lnTo>
                  <a:lnTo>
                    <a:pt x="5206756" y="5087032"/>
                  </a:lnTo>
                  <a:lnTo>
                    <a:pt x="5281159" y="5046853"/>
                  </a:lnTo>
                  <a:lnTo>
                    <a:pt x="5350931" y="5002654"/>
                  </a:lnTo>
                  <a:lnTo>
                    <a:pt x="5415921" y="4954102"/>
                  </a:lnTo>
                  <a:lnTo>
                    <a:pt x="5476289" y="4900741"/>
                  </a:lnTo>
                  <a:lnTo>
                    <a:pt x="5532409" y="4841999"/>
                  </a:lnTo>
                  <a:lnTo>
                    <a:pt x="5584789" y="4777208"/>
                  </a:lnTo>
                  <a:lnTo>
                    <a:pt x="5634013" y="4705632"/>
                  </a:lnTo>
                  <a:lnTo>
                    <a:pt x="5680693" y="4626524"/>
                  </a:lnTo>
                  <a:lnTo>
                    <a:pt x="5725427" y="4539212"/>
                  </a:lnTo>
                  <a:lnTo>
                    <a:pt x="5768765" y="4443240"/>
                  </a:lnTo>
                  <a:lnTo>
                    <a:pt x="5784835" y="4404793"/>
                  </a:lnTo>
                  <a:lnTo>
                    <a:pt x="5813317" y="4332939"/>
                  </a:lnTo>
                  <a:lnTo>
                    <a:pt x="5841562" y="4257066"/>
                  </a:lnTo>
                  <a:lnTo>
                    <a:pt x="5869677" y="4177096"/>
                  </a:lnTo>
                  <a:lnTo>
                    <a:pt x="5897751" y="4092985"/>
                  </a:lnTo>
                  <a:lnTo>
                    <a:pt x="5925858" y="4004729"/>
                  </a:lnTo>
                  <a:lnTo>
                    <a:pt x="5954058" y="3912366"/>
                  </a:lnTo>
                  <a:lnTo>
                    <a:pt x="5982396" y="3815981"/>
                  </a:lnTo>
                  <a:lnTo>
                    <a:pt x="6010906" y="3715705"/>
                  </a:lnTo>
                  <a:lnTo>
                    <a:pt x="6039610" y="3611719"/>
                  </a:lnTo>
                  <a:lnTo>
                    <a:pt x="6068519" y="3504255"/>
                  </a:lnTo>
                  <a:lnTo>
                    <a:pt x="6097635" y="3393592"/>
                  </a:lnTo>
                  <a:lnTo>
                    <a:pt x="6126948" y="3280057"/>
                  </a:lnTo>
                  <a:lnTo>
                    <a:pt x="6156443" y="3164023"/>
                  </a:lnTo>
                  <a:lnTo>
                    <a:pt x="6186095" y="3045901"/>
                  </a:lnTo>
                  <a:lnTo>
                    <a:pt x="6215874" y="2926137"/>
                  </a:lnTo>
                  <a:lnTo>
                    <a:pt x="6245745" y="2805204"/>
                  </a:lnTo>
                  <a:lnTo>
                    <a:pt x="6275671" y="2683596"/>
                  </a:lnTo>
                  <a:lnTo>
                    <a:pt x="6305610" y="2561818"/>
                  </a:lnTo>
                  <a:lnTo>
                    <a:pt x="6335522" y="2440378"/>
                  </a:lnTo>
                  <a:lnTo>
                    <a:pt x="6365367" y="2319779"/>
                  </a:lnTo>
                  <a:lnTo>
                    <a:pt x="6395107" y="2200508"/>
                  </a:lnTo>
                  <a:lnTo>
                    <a:pt x="6424710" y="2083029"/>
                  </a:lnTo>
                  <a:lnTo>
                    <a:pt x="6454147" y="1967780"/>
                  </a:lnTo>
                  <a:lnTo>
                    <a:pt x="6483396" y="1855158"/>
                  </a:lnTo>
                  <a:lnTo>
                    <a:pt x="6512444" y="1745520"/>
                  </a:lnTo>
                  <a:lnTo>
                    <a:pt x="6541285" y="1639180"/>
                  </a:lnTo>
                  <a:lnTo>
                    <a:pt x="6569923" y="1536400"/>
                  </a:lnTo>
                  <a:lnTo>
                    <a:pt x="6598373" y="1437396"/>
                  </a:lnTo>
                  <a:lnTo>
                    <a:pt x="6626661" y="1342331"/>
                  </a:lnTo>
                  <a:lnTo>
                    <a:pt x="6654824" y="1251322"/>
                  </a:lnTo>
                  <a:lnTo>
                    <a:pt x="6682913" y="1164437"/>
                  </a:lnTo>
                  <a:lnTo>
                    <a:pt x="6710992" y="1081701"/>
                  </a:lnTo>
                  <a:lnTo>
                    <a:pt x="6739139" y="1003095"/>
                  </a:lnTo>
                  <a:lnTo>
                    <a:pt x="6767450" y="928564"/>
                  </a:lnTo>
                  <a:lnTo>
                    <a:pt x="6786527" y="880958"/>
                  </a:lnTo>
                  <a:lnTo>
                    <a:pt x="6829463" y="781682"/>
                  </a:lnTo>
                  <a:lnTo>
                    <a:pt x="6873610" y="691142"/>
                  </a:lnTo>
                  <a:lnTo>
                    <a:pt x="6919488" y="609013"/>
                  </a:lnTo>
                  <a:lnTo>
                    <a:pt x="6967681" y="534685"/>
                  </a:lnTo>
                  <a:lnTo>
                    <a:pt x="7018801" y="467424"/>
                  </a:lnTo>
                  <a:lnTo>
                    <a:pt x="7073446" y="406485"/>
                  </a:lnTo>
                  <a:lnTo>
                    <a:pt x="7132160" y="351169"/>
                  </a:lnTo>
                  <a:lnTo>
                    <a:pt x="7195376" y="300864"/>
                  </a:lnTo>
                  <a:lnTo>
                    <a:pt x="7263344" y="255071"/>
                  </a:lnTo>
                  <a:lnTo>
                    <a:pt x="7336044" y="213408"/>
                  </a:lnTo>
                  <a:lnTo>
                    <a:pt x="7413075" y="175621"/>
                  </a:lnTo>
                  <a:lnTo>
                    <a:pt x="7493552" y="141579"/>
                  </a:lnTo>
                  <a:lnTo>
                    <a:pt x="7576016" y="111253"/>
                  </a:lnTo>
                  <a:lnTo>
                    <a:pt x="7658405" y="84695"/>
                  </a:lnTo>
                  <a:lnTo>
                    <a:pt x="7738132" y="61985"/>
                  </a:lnTo>
                  <a:lnTo>
                    <a:pt x="7812283" y="43181"/>
                  </a:lnTo>
                  <a:lnTo>
                    <a:pt x="7877970" y="28252"/>
                  </a:lnTo>
                  <a:lnTo>
                    <a:pt x="7932762" y="17025"/>
                  </a:lnTo>
                  <a:lnTo>
                    <a:pt x="7975113" y="9165"/>
                  </a:lnTo>
                  <a:lnTo>
                    <a:pt x="8004682" y="4174"/>
                  </a:lnTo>
                  <a:lnTo>
                    <a:pt x="8022456" y="1437"/>
                  </a:lnTo>
                  <a:lnTo>
                    <a:pt x="8030698" y="275"/>
                  </a:lnTo>
                  <a:lnTo>
                    <a:pt x="8032773" y="5"/>
                  </a:lnTo>
                  <a:lnTo>
                    <a:pt x="8032819" y="0"/>
                  </a:lnTo>
                  <a:lnTo>
                    <a:pt x="8554953" y="0"/>
                  </a:lnTo>
                  <a:lnTo>
                    <a:pt x="8554953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750" name="pl1750"/>
            <p:cNvSpPr/>
            <p:nvPr/>
          </p:nvSpPr>
          <p:spPr>
            <a:xfrm>
              <a:off x="386606" y="711182"/>
              <a:ext cx="8554953" cy="5285752"/>
            </a:xfrm>
            <a:custGeom>
              <a:avLst/>
              <a:pathLst>
                <a:path w="8554953" h="5285752">
                  <a:moveTo>
                    <a:pt x="8554953" y="0"/>
                  </a:moveTo>
                  <a:lnTo>
                    <a:pt x="8032819" y="0"/>
                  </a:lnTo>
                  <a:lnTo>
                    <a:pt x="8031991" y="104"/>
                  </a:lnTo>
                  <a:lnTo>
                    <a:pt x="8026523" y="851"/>
                  </a:lnTo>
                  <a:lnTo>
                    <a:pt x="8012671" y="2914"/>
                  </a:lnTo>
                  <a:lnTo>
                    <a:pt x="7987735" y="6978"/>
                  </a:lnTo>
                  <a:lnTo>
                    <a:pt x="7950233" y="13691"/>
                  </a:lnTo>
                  <a:lnTo>
                    <a:pt x="7900009" y="23600"/>
                  </a:lnTo>
                  <a:lnTo>
                    <a:pt x="7838182" y="37105"/>
                  </a:lnTo>
                  <a:lnTo>
                    <a:pt x="7766896" y="54438"/>
                  </a:lnTo>
                  <a:lnTo>
                    <a:pt x="7688922" y="75679"/>
                  </a:lnTo>
                  <a:lnTo>
                    <a:pt x="7607208" y="100796"/>
                  </a:lnTo>
                  <a:lnTo>
                    <a:pt x="7524499" y="129710"/>
                  </a:lnTo>
                  <a:lnTo>
                    <a:pt x="7443069" y="162354"/>
                  </a:lnTo>
                  <a:lnTo>
                    <a:pt x="7364606" y="198720"/>
                  </a:lnTo>
                  <a:lnTo>
                    <a:pt x="7290203" y="238898"/>
                  </a:lnTo>
                  <a:lnTo>
                    <a:pt x="7220431" y="283097"/>
                  </a:lnTo>
                  <a:lnTo>
                    <a:pt x="7155440" y="331649"/>
                  </a:lnTo>
                  <a:lnTo>
                    <a:pt x="7095072" y="385010"/>
                  </a:lnTo>
                  <a:lnTo>
                    <a:pt x="7038953" y="443752"/>
                  </a:lnTo>
                  <a:lnTo>
                    <a:pt x="6986573" y="508543"/>
                  </a:lnTo>
                  <a:lnTo>
                    <a:pt x="6937348" y="580119"/>
                  </a:lnTo>
                  <a:lnTo>
                    <a:pt x="6890669" y="659227"/>
                  </a:lnTo>
                  <a:lnTo>
                    <a:pt x="6845935" y="746539"/>
                  </a:lnTo>
                  <a:lnTo>
                    <a:pt x="6802597" y="842511"/>
                  </a:lnTo>
                  <a:lnTo>
                    <a:pt x="6786527" y="880958"/>
                  </a:lnTo>
                  <a:lnTo>
                    <a:pt x="6758045" y="952812"/>
                  </a:lnTo>
                  <a:lnTo>
                    <a:pt x="6729800" y="1028685"/>
                  </a:lnTo>
                  <a:lnTo>
                    <a:pt x="6701685" y="1108655"/>
                  </a:lnTo>
                  <a:lnTo>
                    <a:pt x="6673611" y="1192766"/>
                  </a:lnTo>
                  <a:lnTo>
                    <a:pt x="6645504" y="1281022"/>
                  </a:lnTo>
                  <a:lnTo>
                    <a:pt x="6617304" y="1373385"/>
                  </a:lnTo>
                  <a:lnTo>
                    <a:pt x="6588966" y="1469770"/>
                  </a:lnTo>
                  <a:lnTo>
                    <a:pt x="6560456" y="1570046"/>
                  </a:lnTo>
                  <a:lnTo>
                    <a:pt x="6531752" y="1674032"/>
                  </a:lnTo>
                  <a:lnTo>
                    <a:pt x="6502843" y="1781496"/>
                  </a:lnTo>
                  <a:lnTo>
                    <a:pt x="6473727" y="1892159"/>
                  </a:lnTo>
                  <a:lnTo>
                    <a:pt x="6444414" y="2005694"/>
                  </a:lnTo>
                  <a:lnTo>
                    <a:pt x="6414919" y="2121728"/>
                  </a:lnTo>
                  <a:lnTo>
                    <a:pt x="6385267" y="2239850"/>
                  </a:lnTo>
                  <a:lnTo>
                    <a:pt x="6355488" y="2359614"/>
                  </a:lnTo>
                  <a:lnTo>
                    <a:pt x="6325617" y="2480547"/>
                  </a:lnTo>
                  <a:lnTo>
                    <a:pt x="6295691" y="2602155"/>
                  </a:lnTo>
                  <a:lnTo>
                    <a:pt x="6265752" y="2723933"/>
                  </a:lnTo>
                  <a:lnTo>
                    <a:pt x="6235840" y="2845373"/>
                  </a:lnTo>
                  <a:lnTo>
                    <a:pt x="6205995" y="2965972"/>
                  </a:lnTo>
                  <a:lnTo>
                    <a:pt x="6176254" y="3085244"/>
                  </a:lnTo>
                  <a:lnTo>
                    <a:pt x="6146652" y="3202722"/>
                  </a:lnTo>
                  <a:lnTo>
                    <a:pt x="6117215" y="3317971"/>
                  </a:lnTo>
                  <a:lnTo>
                    <a:pt x="6087965" y="3430594"/>
                  </a:lnTo>
                  <a:lnTo>
                    <a:pt x="6058918" y="3540231"/>
                  </a:lnTo>
                  <a:lnTo>
                    <a:pt x="6030077" y="3646571"/>
                  </a:lnTo>
                  <a:lnTo>
                    <a:pt x="6001439" y="3749351"/>
                  </a:lnTo>
                  <a:lnTo>
                    <a:pt x="5972989" y="3848355"/>
                  </a:lnTo>
                  <a:lnTo>
                    <a:pt x="5944701" y="3943420"/>
                  </a:lnTo>
                  <a:lnTo>
                    <a:pt x="5916538" y="4034429"/>
                  </a:lnTo>
                  <a:lnTo>
                    <a:pt x="5888449" y="4121314"/>
                  </a:lnTo>
                  <a:lnTo>
                    <a:pt x="5860370" y="4204050"/>
                  </a:lnTo>
                  <a:lnTo>
                    <a:pt x="5832223" y="4282656"/>
                  </a:lnTo>
                  <a:lnTo>
                    <a:pt x="5803912" y="4357187"/>
                  </a:lnTo>
                  <a:lnTo>
                    <a:pt x="5784835" y="4404793"/>
                  </a:lnTo>
                  <a:lnTo>
                    <a:pt x="5741899" y="4504069"/>
                  </a:lnTo>
                  <a:lnTo>
                    <a:pt x="5697752" y="4594609"/>
                  </a:lnTo>
                  <a:lnTo>
                    <a:pt x="5651874" y="4676738"/>
                  </a:lnTo>
                  <a:lnTo>
                    <a:pt x="5603681" y="4751067"/>
                  </a:lnTo>
                  <a:lnTo>
                    <a:pt x="5552561" y="4818327"/>
                  </a:lnTo>
                  <a:lnTo>
                    <a:pt x="5497916" y="4879266"/>
                  </a:lnTo>
                  <a:lnTo>
                    <a:pt x="5439202" y="4934583"/>
                  </a:lnTo>
                  <a:lnTo>
                    <a:pt x="5375986" y="4984887"/>
                  </a:lnTo>
                  <a:lnTo>
                    <a:pt x="5308018" y="5030681"/>
                  </a:lnTo>
                  <a:lnTo>
                    <a:pt x="5235318" y="5072344"/>
                  </a:lnTo>
                  <a:lnTo>
                    <a:pt x="5158287" y="5110130"/>
                  </a:lnTo>
                  <a:lnTo>
                    <a:pt x="5077810" y="5144172"/>
                  </a:lnTo>
                  <a:lnTo>
                    <a:pt x="4995346" y="5174498"/>
                  </a:lnTo>
                  <a:lnTo>
                    <a:pt x="4912956" y="5201056"/>
                  </a:lnTo>
                  <a:lnTo>
                    <a:pt x="4833230" y="5223766"/>
                  </a:lnTo>
                  <a:lnTo>
                    <a:pt x="4759079" y="5242570"/>
                  </a:lnTo>
                  <a:lnTo>
                    <a:pt x="4693391" y="5257500"/>
                  </a:lnTo>
                  <a:lnTo>
                    <a:pt x="4638600" y="5268726"/>
                  </a:lnTo>
                  <a:lnTo>
                    <a:pt x="4596249" y="5276586"/>
                  </a:lnTo>
                  <a:lnTo>
                    <a:pt x="4566680" y="5281577"/>
                  </a:lnTo>
                  <a:lnTo>
                    <a:pt x="4548906" y="5284315"/>
                  </a:lnTo>
                  <a:lnTo>
                    <a:pt x="4540664" y="5285476"/>
                  </a:lnTo>
                  <a:lnTo>
                    <a:pt x="4538589" y="5285746"/>
                  </a:lnTo>
                  <a:lnTo>
                    <a:pt x="4538543" y="5285752"/>
                  </a:lnTo>
                  <a:lnTo>
                    <a:pt x="4016409" y="5285752"/>
                  </a:lnTo>
                  <a:lnTo>
                    <a:pt x="4015143" y="5285737"/>
                  </a:lnTo>
                  <a:lnTo>
                    <a:pt x="4006867" y="5285632"/>
                  </a:lnTo>
                  <a:lnTo>
                    <a:pt x="3986173" y="5285342"/>
                  </a:lnTo>
                  <a:lnTo>
                    <a:pt x="3949612" y="5284772"/>
                  </a:lnTo>
                  <a:lnTo>
                    <a:pt x="3896001" y="5283839"/>
                  </a:lnTo>
                  <a:lnTo>
                    <a:pt x="3826483" y="5282480"/>
                  </a:lnTo>
                  <a:lnTo>
                    <a:pt x="3744138" y="5280659"/>
                  </a:lnTo>
                  <a:lnTo>
                    <a:pt x="3653208" y="5278366"/>
                  </a:lnTo>
                  <a:lnTo>
                    <a:pt x="3558195" y="5275604"/>
                  </a:lnTo>
                  <a:lnTo>
                    <a:pt x="3463117" y="5272387"/>
                  </a:lnTo>
                  <a:lnTo>
                    <a:pt x="3371058" y="5268719"/>
                  </a:lnTo>
                  <a:lnTo>
                    <a:pt x="3284040" y="5264594"/>
                  </a:lnTo>
                  <a:lnTo>
                    <a:pt x="3203112" y="5259986"/>
                  </a:lnTo>
                  <a:lnTo>
                    <a:pt x="3128550" y="5254850"/>
                  </a:lnTo>
                  <a:lnTo>
                    <a:pt x="3060079" y="5249120"/>
                  </a:lnTo>
                  <a:lnTo>
                    <a:pt x="2997066" y="5242713"/>
                  </a:lnTo>
                  <a:lnTo>
                    <a:pt x="2938674" y="5235531"/>
                  </a:lnTo>
                  <a:lnTo>
                    <a:pt x="2883977" y="5227470"/>
                  </a:lnTo>
                  <a:lnTo>
                    <a:pt x="2832041" y="5218431"/>
                  </a:lnTo>
                  <a:lnTo>
                    <a:pt x="2782011" y="5208347"/>
                  </a:lnTo>
                  <a:lnTo>
                    <a:pt x="2770117" y="5205750"/>
                  </a:lnTo>
                  <a:lnTo>
                    <a:pt x="2717151" y="5193276"/>
                  </a:lnTo>
                  <a:lnTo>
                    <a:pt x="2664697" y="5179511"/>
                  </a:lnTo>
                  <a:lnTo>
                    <a:pt x="2612203" y="5164436"/>
                  </a:lnTo>
                  <a:lnTo>
                    <a:pt x="2559294" y="5148079"/>
                  </a:lnTo>
                  <a:lnTo>
                    <a:pt x="2505754" y="5130519"/>
                  </a:lnTo>
                  <a:lnTo>
                    <a:pt x="2451500" y="5111889"/>
                  </a:lnTo>
                  <a:lnTo>
                    <a:pt x="2396573" y="5092377"/>
                  </a:lnTo>
                  <a:lnTo>
                    <a:pt x="2341108" y="5072214"/>
                  </a:lnTo>
                  <a:lnTo>
                    <a:pt x="2285316" y="5051674"/>
                  </a:lnTo>
                  <a:lnTo>
                    <a:pt x="2229447" y="5031047"/>
                  </a:lnTo>
                  <a:lnTo>
                    <a:pt x="2173765" y="5010632"/>
                  </a:lnTo>
                  <a:lnTo>
                    <a:pt x="2118507" y="4990715"/>
                  </a:lnTo>
                  <a:lnTo>
                    <a:pt x="2063855" y="4971553"/>
                  </a:lnTo>
                  <a:lnTo>
                    <a:pt x="2009907" y="4953359"/>
                  </a:lnTo>
                  <a:lnTo>
                    <a:pt x="1956653" y="4936298"/>
                  </a:lnTo>
                  <a:lnTo>
                    <a:pt x="1903956" y="4920480"/>
                  </a:lnTo>
                  <a:lnTo>
                    <a:pt x="1851534" y="4905962"/>
                  </a:lnTo>
                  <a:lnTo>
                    <a:pt x="1798942" y="4892751"/>
                  </a:lnTo>
                  <a:lnTo>
                    <a:pt x="1768425" y="4885744"/>
                  </a:lnTo>
                  <a:lnTo>
                    <a:pt x="1718743" y="4875403"/>
                  </a:lnTo>
                  <a:lnTo>
                    <a:pt x="1667342" y="4866116"/>
                  </a:lnTo>
                  <a:lnTo>
                    <a:pt x="1613396" y="4857827"/>
                  </a:lnTo>
                  <a:lnTo>
                    <a:pt x="1555984" y="4850442"/>
                  </a:lnTo>
                  <a:lnTo>
                    <a:pt x="1494170" y="4843857"/>
                  </a:lnTo>
                  <a:lnTo>
                    <a:pt x="1427086" y="4837972"/>
                  </a:lnTo>
                  <a:lnTo>
                    <a:pt x="1354039" y="4832699"/>
                  </a:lnTo>
                  <a:lnTo>
                    <a:pt x="1274650" y="4827968"/>
                  </a:lnTo>
                  <a:lnTo>
                    <a:pt x="1189041" y="4823729"/>
                  </a:lnTo>
                  <a:lnTo>
                    <a:pt x="1098055" y="4819952"/>
                  </a:lnTo>
                  <a:lnTo>
                    <a:pt x="1003465" y="4816626"/>
                  </a:lnTo>
                  <a:lnTo>
                    <a:pt x="908098" y="4813753"/>
                  </a:lnTo>
                  <a:lnTo>
                    <a:pt x="815776" y="4811346"/>
                  </a:lnTo>
                  <a:lnTo>
                    <a:pt x="730942" y="4809411"/>
                  </a:lnTo>
                  <a:lnTo>
                    <a:pt x="657981" y="4807943"/>
                  </a:lnTo>
                  <a:lnTo>
                    <a:pt x="600336" y="4806911"/>
                  </a:lnTo>
                  <a:lnTo>
                    <a:pt x="559670" y="4806261"/>
                  </a:lnTo>
                  <a:lnTo>
                    <a:pt x="535375" y="4805911"/>
                  </a:lnTo>
                  <a:lnTo>
                    <a:pt x="524523" y="4805770"/>
                  </a:lnTo>
                  <a:lnTo>
                    <a:pt x="522152" y="4805742"/>
                  </a:lnTo>
                  <a:lnTo>
                    <a:pt x="522133" y="4805742"/>
                  </a:lnTo>
                  <a:lnTo>
                    <a:pt x="0" y="4805742"/>
                  </a:lnTo>
                  <a:lnTo>
                    <a:pt x="0" y="4805742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751" name="pg1751"/>
            <p:cNvSpPr/>
            <p:nvPr/>
          </p:nvSpPr>
          <p:spPr>
            <a:xfrm>
              <a:off x="386606" y="1897088"/>
              <a:ext cx="8554953" cy="3585953"/>
            </a:xfrm>
            <a:custGeom>
              <a:avLst/>
              <a:pathLst>
                <a:path w="8554953" h="3585953">
                  <a:moveTo>
                    <a:pt x="0" y="3585953"/>
                  </a:moveTo>
                  <a:lnTo>
                    <a:pt x="522133" y="3585953"/>
                  </a:lnTo>
                  <a:lnTo>
                    <a:pt x="523299" y="3585879"/>
                  </a:lnTo>
                  <a:lnTo>
                    <a:pt x="530935" y="3585352"/>
                  </a:lnTo>
                  <a:lnTo>
                    <a:pt x="550082" y="3583894"/>
                  </a:lnTo>
                  <a:lnTo>
                    <a:pt x="584048" y="3581029"/>
                  </a:lnTo>
                  <a:lnTo>
                    <a:pt x="634132" y="3576328"/>
                  </a:lnTo>
                  <a:lnTo>
                    <a:pt x="699535" y="3569460"/>
                  </a:lnTo>
                  <a:lnTo>
                    <a:pt x="777653" y="3560225"/>
                  </a:lnTo>
                  <a:lnTo>
                    <a:pt x="864711" y="3548545"/>
                  </a:lnTo>
                  <a:lnTo>
                    <a:pt x="956551" y="3534437"/>
                  </a:lnTo>
                  <a:lnTo>
                    <a:pt x="1049323" y="3517955"/>
                  </a:lnTo>
                  <a:lnTo>
                    <a:pt x="1139942" y="3499142"/>
                  </a:lnTo>
                  <a:lnTo>
                    <a:pt x="1226267" y="3477983"/>
                  </a:lnTo>
                  <a:lnTo>
                    <a:pt x="1307069" y="3454381"/>
                  </a:lnTo>
                  <a:lnTo>
                    <a:pt x="1381872" y="3428144"/>
                  </a:lnTo>
                  <a:lnTo>
                    <a:pt x="1450765" y="3398980"/>
                  </a:lnTo>
                  <a:lnTo>
                    <a:pt x="1514218" y="3366504"/>
                  </a:lnTo>
                  <a:lnTo>
                    <a:pt x="1572935" y="3330251"/>
                  </a:lnTo>
                  <a:lnTo>
                    <a:pt x="1627741" y="3289706"/>
                  </a:lnTo>
                  <a:lnTo>
                    <a:pt x="1679502" y="3244347"/>
                  </a:lnTo>
                  <a:lnTo>
                    <a:pt x="1729050" y="3193736"/>
                  </a:lnTo>
                  <a:lnTo>
                    <a:pt x="1768425" y="3148297"/>
                  </a:lnTo>
                  <a:lnTo>
                    <a:pt x="1806749" y="3099723"/>
                  </a:lnTo>
                  <a:lnTo>
                    <a:pt x="1844712" y="3047496"/>
                  </a:lnTo>
                  <a:lnTo>
                    <a:pt x="1882553" y="2991544"/>
                  </a:lnTo>
                  <a:lnTo>
                    <a:pt x="1920456" y="2931854"/>
                  </a:lnTo>
                  <a:lnTo>
                    <a:pt x="1958562" y="2868487"/>
                  </a:lnTo>
                  <a:lnTo>
                    <a:pt x="1996965" y="2801576"/>
                  </a:lnTo>
                  <a:lnTo>
                    <a:pt x="2035721" y="2731337"/>
                  </a:lnTo>
                  <a:lnTo>
                    <a:pt x="2074852" y="2658067"/>
                  </a:lnTo>
                  <a:lnTo>
                    <a:pt x="2114346" y="2582140"/>
                  </a:lnTo>
                  <a:lnTo>
                    <a:pt x="2154163" y="2504006"/>
                  </a:lnTo>
                  <a:lnTo>
                    <a:pt x="2194240" y="2424179"/>
                  </a:lnTo>
                  <a:lnTo>
                    <a:pt x="2234497" y="2343222"/>
                  </a:lnTo>
                  <a:lnTo>
                    <a:pt x="2274838" y="2261734"/>
                  </a:lnTo>
                  <a:lnTo>
                    <a:pt x="2315166" y="2180332"/>
                  </a:lnTo>
                  <a:lnTo>
                    <a:pt x="2355382" y="2099628"/>
                  </a:lnTo>
                  <a:lnTo>
                    <a:pt x="2395395" y="2020214"/>
                  </a:lnTo>
                  <a:lnTo>
                    <a:pt x="2435128" y="1942640"/>
                  </a:lnTo>
                  <a:lnTo>
                    <a:pt x="2474525" y="1867404"/>
                  </a:lnTo>
                  <a:lnTo>
                    <a:pt x="2513552" y="1794936"/>
                  </a:lnTo>
                  <a:lnTo>
                    <a:pt x="2552208" y="1725590"/>
                  </a:lnTo>
                  <a:lnTo>
                    <a:pt x="2590521" y="1659639"/>
                  </a:lnTo>
                  <a:lnTo>
                    <a:pt x="2628560" y="1597276"/>
                  </a:lnTo>
                  <a:lnTo>
                    <a:pt x="2666430" y="1538615"/>
                  </a:lnTo>
                  <a:lnTo>
                    <a:pt x="2704284" y="1483694"/>
                  </a:lnTo>
                  <a:lnTo>
                    <a:pt x="2742320" y="1432485"/>
                  </a:lnTo>
                  <a:lnTo>
                    <a:pt x="2770117" y="1397674"/>
                  </a:lnTo>
                  <a:lnTo>
                    <a:pt x="2818406" y="1342592"/>
                  </a:lnTo>
                  <a:lnTo>
                    <a:pt x="2868299" y="1292965"/>
                  </a:lnTo>
                  <a:lnTo>
                    <a:pt x="2920552" y="1248521"/>
                  </a:lnTo>
                  <a:lnTo>
                    <a:pt x="2976008" y="1208799"/>
                  </a:lnTo>
                  <a:lnTo>
                    <a:pt x="3035529" y="1173273"/>
                  </a:lnTo>
                  <a:lnTo>
                    <a:pt x="3099928" y="1141434"/>
                  </a:lnTo>
                  <a:lnTo>
                    <a:pt x="3169874" y="1112830"/>
                  </a:lnTo>
                  <a:lnTo>
                    <a:pt x="3245779" y="1087093"/>
                  </a:lnTo>
                  <a:lnTo>
                    <a:pt x="3327644" y="1063949"/>
                  </a:lnTo>
                  <a:lnTo>
                    <a:pt x="3414871" y="1043223"/>
                  </a:lnTo>
                  <a:lnTo>
                    <a:pt x="3506070" y="1024834"/>
                  </a:lnTo>
                  <a:lnTo>
                    <a:pt x="3598928" y="1008781"/>
                  </a:lnTo>
                  <a:lnTo>
                    <a:pt x="3690199" y="995112"/>
                  </a:lnTo>
                  <a:lnTo>
                    <a:pt x="3775936" y="983880"/>
                  </a:lnTo>
                  <a:lnTo>
                    <a:pt x="3851990" y="975086"/>
                  </a:lnTo>
                  <a:lnTo>
                    <a:pt x="3914745" y="968632"/>
                  </a:lnTo>
                  <a:lnTo>
                    <a:pt x="3961886" y="964294"/>
                  </a:lnTo>
                  <a:lnTo>
                    <a:pt x="3992989" y="961720"/>
                  </a:lnTo>
                  <a:lnTo>
                    <a:pt x="4009733" y="960468"/>
                  </a:lnTo>
                  <a:lnTo>
                    <a:pt x="4015766" y="960059"/>
                  </a:lnTo>
                  <a:lnTo>
                    <a:pt x="4016409" y="960019"/>
                  </a:lnTo>
                  <a:lnTo>
                    <a:pt x="4538543" y="960019"/>
                  </a:lnTo>
                  <a:lnTo>
                    <a:pt x="4539798" y="959990"/>
                  </a:lnTo>
                  <a:lnTo>
                    <a:pt x="4548003" y="959783"/>
                  </a:lnTo>
                  <a:lnTo>
                    <a:pt x="4568525" y="959211"/>
                  </a:lnTo>
                  <a:lnTo>
                    <a:pt x="4604799" y="958088"/>
                  </a:lnTo>
                  <a:lnTo>
                    <a:pt x="4658022" y="956250"/>
                  </a:lnTo>
                  <a:lnTo>
                    <a:pt x="4727090" y="953571"/>
                  </a:lnTo>
                  <a:lnTo>
                    <a:pt x="4808976" y="949980"/>
                  </a:lnTo>
                  <a:lnTo>
                    <a:pt x="4899492" y="945454"/>
                  </a:lnTo>
                  <a:lnTo>
                    <a:pt x="4994169" y="940004"/>
                  </a:lnTo>
                  <a:lnTo>
                    <a:pt x="5089008" y="933652"/>
                  </a:lnTo>
                  <a:lnTo>
                    <a:pt x="5180922" y="926410"/>
                  </a:lnTo>
                  <a:lnTo>
                    <a:pt x="5267875" y="918265"/>
                  </a:lnTo>
                  <a:lnTo>
                    <a:pt x="5348797" y="909168"/>
                  </a:lnTo>
                  <a:lnTo>
                    <a:pt x="5423389" y="899031"/>
                  </a:lnTo>
                  <a:lnTo>
                    <a:pt x="5491908" y="887727"/>
                  </a:lnTo>
                  <a:lnTo>
                    <a:pt x="5554968" y="875094"/>
                  </a:lnTo>
                  <a:lnTo>
                    <a:pt x="5613391" y="860939"/>
                  </a:lnTo>
                  <a:lnTo>
                    <a:pt x="5668094" y="845056"/>
                  </a:lnTo>
                  <a:lnTo>
                    <a:pt x="5720003" y="827252"/>
                  </a:lnTo>
                  <a:lnTo>
                    <a:pt x="5769973" y="807386"/>
                  </a:lnTo>
                  <a:lnTo>
                    <a:pt x="5784835" y="800957"/>
                  </a:lnTo>
                  <a:lnTo>
                    <a:pt x="5834715" y="777680"/>
                  </a:lnTo>
                  <a:lnTo>
                    <a:pt x="5884109" y="752131"/>
                  </a:lnTo>
                  <a:lnTo>
                    <a:pt x="5933491" y="724275"/>
                  </a:lnTo>
                  <a:lnTo>
                    <a:pt x="5983195" y="694144"/>
                  </a:lnTo>
                  <a:lnTo>
                    <a:pt x="6033425" y="661851"/>
                  </a:lnTo>
                  <a:lnTo>
                    <a:pt x="6084280" y="627595"/>
                  </a:lnTo>
                  <a:lnTo>
                    <a:pt x="6135755" y="591655"/>
                  </a:lnTo>
                  <a:lnTo>
                    <a:pt x="6187766" y="554393"/>
                  </a:lnTo>
                  <a:lnTo>
                    <a:pt x="6240162" y="516232"/>
                  </a:lnTo>
                  <a:lnTo>
                    <a:pt x="6292745" y="477644"/>
                  </a:lnTo>
                  <a:lnTo>
                    <a:pt x="6345299" y="439123"/>
                  </a:lnTo>
                  <a:lnTo>
                    <a:pt x="6397610" y="401158"/>
                  </a:lnTo>
                  <a:lnTo>
                    <a:pt x="6449489" y="364212"/>
                  </a:lnTo>
                  <a:lnTo>
                    <a:pt x="6500803" y="328692"/>
                  </a:lnTo>
                  <a:lnTo>
                    <a:pt x="6551486" y="294938"/>
                  </a:lnTo>
                  <a:lnTo>
                    <a:pt x="6601561" y="263211"/>
                  </a:lnTo>
                  <a:lnTo>
                    <a:pt x="6651153" y="233683"/>
                  </a:lnTo>
                  <a:lnTo>
                    <a:pt x="6700501" y="206446"/>
                  </a:lnTo>
                  <a:lnTo>
                    <a:pt x="6749972" y="181514"/>
                  </a:lnTo>
                  <a:lnTo>
                    <a:pt x="6786527" y="164709"/>
                  </a:lnTo>
                  <a:lnTo>
                    <a:pt x="6836058" y="144208"/>
                  </a:lnTo>
                  <a:lnTo>
                    <a:pt x="6887294" y="125790"/>
                  </a:lnTo>
                  <a:lnTo>
                    <a:pt x="6941055" y="109345"/>
                  </a:lnTo>
                  <a:lnTo>
                    <a:pt x="6998253" y="94688"/>
                  </a:lnTo>
                  <a:lnTo>
                    <a:pt x="7059816" y="81615"/>
                  </a:lnTo>
                  <a:lnTo>
                    <a:pt x="7126604" y="69927"/>
                  </a:lnTo>
                  <a:lnTo>
                    <a:pt x="7199311" y="59452"/>
                  </a:lnTo>
                  <a:lnTo>
                    <a:pt x="7278318" y="50051"/>
                  </a:lnTo>
                  <a:lnTo>
                    <a:pt x="7363518" y="41625"/>
                  </a:lnTo>
                  <a:lnTo>
                    <a:pt x="7454097" y="34112"/>
                  </a:lnTo>
                  <a:lnTo>
                    <a:pt x="7548328" y="27490"/>
                  </a:lnTo>
                  <a:lnTo>
                    <a:pt x="7643440" y="21765"/>
                  </a:lnTo>
                  <a:lnTo>
                    <a:pt x="7735678" y="16958"/>
                  </a:lnTo>
                  <a:lnTo>
                    <a:pt x="7820650" y="13084"/>
                  </a:lnTo>
                  <a:lnTo>
                    <a:pt x="7893989" y="10134"/>
                  </a:lnTo>
                  <a:lnTo>
                    <a:pt x="7952227" y="8051"/>
                  </a:lnTo>
                  <a:lnTo>
                    <a:pt x="7993615" y="6728"/>
                  </a:lnTo>
                  <a:lnTo>
                    <a:pt x="8018642" y="6008"/>
                  </a:lnTo>
                  <a:lnTo>
                    <a:pt x="8030093" y="5711"/>
                  </a:lnTo>
                  <a:lnTo>
                    <a:pt x="8032819" y="5647"/>
                  </a:lnTo>
                  <a:lnTo>
                    <a:pt x="8554953" y="5647"/>
                  </a:lnTo>
                  <a:lnTo>
                    <a:pt x="8554953" y="0"/>
                  </a:lnTo>
                  <a:lnTo>
                    <a:pt x="8032819" y="0"/>
                  </a:lnTo>
                  <a:lnTo>
                    <a:pt x="8031564" y="28"/>
                  </a:lnTo>
                  <a:lnTo>
                    <a:pt x="8023359" y="235"/>
                  </a:lnTo>
                  <a:lnTo>
                    <a:pt x="8002837" y="807"/>
                  </a:lnTo>
                  <a:lnTo>
                    <a:pt x="7966563" y="1930"/>
                  </a:lnTo>
                  <a:lnTo>
                    <a:pt x="7913340" y="3769"/>
                  </a:lnTo>
                  <a:lnTo>
                    <a:pt x="7844272" y="6448"/>
                  </a:lnTo>
                  <a:lnTo>
                    <a:pt x="7762386" y="10038"/>
                  </a:lnTo>
                  <a:lnTo>
                    <a:pt x="7671870" y="14564"/>
                  </a:lnTo>
                  <a:lnTo>
                    <a:pt x="7577193" y="20014"/>
                  </a:lnTo>
                  <a:lnTo>
                    <a:pt x="7482354" y="26366"/>
                  </a:lnTo>
                  <a:lnTo>
                    <a:pt x="7390440" y="33608"/>
                  </a:lnTo>
                  <a:lnTo>
                    <a:pt x="7303487" y="41753"/>
                  </a:lnTo>
                  <a:lnTo>
                    <a:pt x="7222565" y="50850"/>
                  </a:lnTo>
                  <a:lnTo>
                    <a:pt x="7147973" y="60987"/>
                  </a:lnTo>
                  <a:lnTo>
                    <a:pt x="7079454" y="72291"/>
                  </a:lnTo>
                  <a:lnTo>
                    <a:pt x="7016394" y="84924"/>
                  </a:lnTo>
                  <a:lnTo>
                    <a:pt x="6957971" y="99079"/>
                  </a:lnTo>
                  <a:lnTo>
                    <a:pt x="6903268" y="114962"/>
                  </a:lnTo>
                  <a:lnTo>
                    <a:pt x="6851359" y="132766"/>
                  </a:lnTo>
                  <a:lnTo>
                    <a:pt x="6801389" y="152632"/>
                  </a:lnTo>
                  <a:lnTo>
                    <a:pt x="6786527" y="159061"/>
                  </a:lnTo>
                  <a:lnTo>
                    <a:pt x="6736647" y="182338"/>
                  </a:lnTo>
                  <a:lnTo>
                    <a:pt x="6687253" y="207887"/>
                  </a:lnTo>
                  <a:lnTo>
                    <a:pt x="6637871" y="235743"/>
                  </a:lnTo>
                  <a:lnTo>
                    <a:pt x="6588167" y="265874"/>
                  </a:lnTo>
                  <a:lnTo>
                    <a:pt x="6537936" y="298167"/>
                  </a:lnTo>
                  <a:lnTo>
                    <a:pt x="6487082" y="332423"/>
                  </a:lnTo>
                  <a:lnTo>
                    <a:pt x="6435607" y="368363"/>
                  </a:lnTo>
                  <a:lnTo>
                    <a:pt x="6383596" y="405626"/>
                  </a:lnTo>
                  <a:lnTo>
                    <a:pt x="6331200" y="443786"/>
                  </a:lnTo>
                  <a:lnTo>
                    <a:pt x="6278617" y="482374"/>
                  </a:lnTo>
                  <a:lnTo>
                    <a:pt x="6226062" y="520895"/>
                  </a:lnTo>
                  <a:lnTo>
                    <a:pt x="6173752" y="558860"/>
                  </a:lnTo>
                  <a:lnTo>
                    <a:pt x="6121873" y="595806"/>
                  </a:lnTo>
                  <a:lnTo>
                    <a:pt x="6070559" y="631326"/>
                  </a:lnTo>
                  <a:lnTo>
                    <a:pt x="6019876" y="665080"/>
                  </a:lnTo>
                  <a:lnTo>
                    <a:pt x="5969801" y="696807"/>
                  </a:lnTo>
                  <a:lnTo>
                    <a:pt x="5920209" y="726335"/>
                  </a:lnTo>
                  <a:lnTo>
                    <a:pt x="5870861" y="753572"/>
                  </a:lnTo>
                  <a:lnTo>
                    <a:pt x="5821390" y="778504"/>
                  </a:lnTo>
                  <a:lnTo>
                    <a:pt x="5784835" y="795309"/>
                  </a:lnTo>
                  <a:lnTo>
                    <a:pt x="5735304" y="815810"/>
                  </a:lnTo>
                  <a:lnTo>
                    <a:pt x="5684067" y="834228"/>
                  </a:lnTo>
                  <a:lnTo>
                    <a:pt x="5630306" y="850674"/>
                  </a:lnTo>
                  <a:lnTo>
                    <a:pt x="5573109" y="865330"/>
                  </a:lnTo>
                  <a:lnTo>
                    <a:pt x="5511546" y="878403"/>
                  </a:lnTo>
                  <a:lnTo>
                    <a:pt x="5444758" y="890091"/>
                  </a:lnTo>
                  <a:lnTo>
                    <a:pt x="5372051" y="900566"/>
                  </a:lnTo>
                  <a:lnTo>
                    <a:pt x="5293044" y="909967"/>
                  </a:lnTo>
                  <a:lnTo>
                    <a:pt x="5207844" y="918393"/>
                  </a:lnTo>
                  <a:lnTo>
                    <a:pt x="5117265" y="925906"/>
                  </a:lnTo>
                  <a:lnTo>
                    <a:pt x="5023034" y="932528"/>
                  </a:lnTo>
                  <a:lnTo>
                    <a:pt x="4927922" y="938253"/>
                  </a:lnTo>
                  <a:lnTo>
                    <a:pt x="4835684" y="943061"/>
                  </a:lnTo>
                  <a:lnTo>
                    <a:pt x="4750712" y="946934"/>
                  </a:lnTo>
                  <a:lnTo>
                    <a:pt x="4677373" y="949884"/>
                  </a:lnTo>
                  <a:lnTo>
                    <a:pt x="4619135" y="951967"/>
                  </a:lnTo>
                  <a:lnTo>
                    <a:pt x="4577747" y="953290"/>
                  </a:lnTo>
                  <a:lnTo>
                    <a:pt x="4552720" y="954010"/>
                  </a:lnTo>
                  <a:lnTo>
                    <a:pt x="4541269" y="954307"/>
                  </a:lnTo>
                  <a:lnTo>
                    <a:pt x="4538543" y="954371"/>
                  </a:lnTo>
                  <a:lnTo>
                    <a:pt x="4016409" y="954371"/>
                  </a:lnTo>
                  <a:lnTo>
                    <a:pt x="4015243" y="954445"/>
                  </a:lnTo>
                  <a:lnTo>
                    <a:pt x="4007607" y="954973"/>
                  </a:lnTo>
                  <a:lnTo>
                    <a:pt x="3988460" y="956430"/>
                  </a:lnTo>
                  <a:lnTo>
                    <a:pt x="3954494" y="959296"/>
                  </a:lnTo>
                  <a:lnTo>
                    <a:pt x="3904410" y="963997"/>
                  </a:lnTo>
                  <a:lnTo>
                    <a:pt x="3839007" y="970864"/>
                  </a:lnTo>
                  <a:lnTo>
                    <a:pt x="3760890" y="980100"/>
                  </a:lnTo>
                  <a:lnTo>
                    <a:pt x="3673831" y="991780"/>
                  </a:lnTo>
                  <a:lnTo>
                    <a:pt x="3581991" y="1005888"/>
                  </a:lnTo>
                  <a:lnTo>
                    <a:pt x="3489219" y="1022369"/>
                  </a:lnTo>
                  <a:lnTo>
                    <a:pt x="3398601" y="1041183"/>
                  </a:lnTo>
                  <a:lnTo>
                    <a:pt x="3312275" y="1062342"/>
                  </a:lnTo>
                  <a:lnTo>
                    <a:pt x="3231473" y="1085943"/>
                  </a:lnTo>
                  <a:lnTo>
                    <a:pt x="3156670" y="1112180"/>
                  </a:lnTo>
                  <a:lnTo>
                    <a:pt x="3087777" y="1141345"/>
                  </a:lnTo>
                  <a:lnTo>
                    <a:pt x="3024324" y="1173821"/>
                  </a:lnTo>
                  <a:lnTo>
                    <a:pt x="2965607" y="1210073"/>
                  </a:lnTo>
                  <a:lnTo>
                    <a:pt x="2910801" y="1250619"/>
                  </a:lnTo>
                  <a:lnTo>
                    <a:pt x="2859040" y="1295977"/>
                  </a:lnTo>
                  <a:lnTo>
                    <a:pt x="2809492" y="1346588"/>
                  </a:lnTo>
                  <a:lnTo>
                    <a:pt x="2770117" y="1392027"/>
                  </a:lnTo>
                  <a:lnTo>
                    <a:pt x="2731793" y="1440602"/>
                  </a:lnTo>
                  <a:lnTo>
                    <a:pt x="2693830" y="1492828"/>
                  </a:lnTo>
                  <a:lnTo>
                    <a:pt x="2655989" y="1548781"/>
                  </a:lnTo>
                  <a:lnTo>
                    <a:pt x="2618086" y="1608470"/>
                  </a:lnTo>
                  <a:lnTo>
                    <a:pt x="2579980" y="1671838"/>
                  </a:lnTo>
                  <a:lnTo>
                    <a:pt x="2541577" y="1738749"/>
                  </a:lnTo>
                  <a:lnTo>
                    <a:pt x="2502821" y="1808987"/>
                  </a:lnTo>
                  <a:lnTo>
                    <a:pt x="2463690" y="1882258"/>
                  </a:lnTo>
                  <a:lnTo>
                    <a:pt x="2424196" y="1958185"/>
                  </a:lnTo>
                  <a:lnTo>
                    <a:pt x="2384379" y="2036318"/>
                  </a:lnTo>
                  <a:lnTo>
                    <a:pt x="2344302" y="2116146"/>
                  </a:lnTo>
                  <a:lnTo>
                    <a:pt x="2304045" y="2197103"/>
                  </a:lnTo>
                  <a:lnTo>
                    <a:pt x="2263704" y="2278590"/>
                  </a:lnTo>
                  <a:lnTo>
                    <a:pt x="2223376" y="2359992"/>
                  </a:lnTo>
                  <a:lnTo>
                    <a:pt x="2183160" y="2440696"/>
                  </a:lnTo>
                  <a:lnTo>
                    <a:pt x="2143147" y="2520111"/>
                  </a:lnTo>
                  <a:lnTo>
                    <a:pt x="2103414" y="2597684"/>
                  </a:lnTo>
                  <a:lnTo>
                    <a:pt x="2064017" y="2672920"/>
                  </a:lnTo>
                  <a:lnTo>
                    <a:pt x="2024990" y="2745388"/>
                  </a:lnTo>
                  <a:lnTo>
                    <a:pt x="1986334" y="2814735"/>
                  </a:lnTo>
                  <a:lnTo>
                    <a:pt x="1948021" y="2880686"/>
                  </a:lnTo>
                  <a:lnTo>
                    <a:pt x="1909982" y="2943049"/>
                  </a:lnTo>
                  <a:lnTo>
                    <a:pt x="1872112" y="3001710"/>
                  </a:lnTo>
                  <a:lnTo>
                    <a:pt x="1834258" y="3056630"/>
                  </a:lnTo>
                  <a:lnTo>
                    <a:pt x="1796222" y="3107839"/>
                  </a:lnTo>
                  <a:lnTo>
                    <a:pt x="1768425" y="3142650"/>
                  </a:lnTo>
                  <a:lnTo>
                    <a:pt x="1720136" y="3197733"/>
                  </a:lnTo>
                  <a:lnTo>
                    <a:pt x="1670243" y="3247360"/>
                  </a:lnTo>
                  <a:lnTo>
                    <a:pt x="1617990" y="3291803"/>
                  </a:lnTo>
                  <a:lnTo>
                    <a:pt x="1562534" y="3331526"/>
                  </a:lnTo>
                  <a:lnTo>
                    <a:pt x="1503013" y="3367051"/>
                  </a:lnTo>
                  <a:lnTo>
                    <a:pt x="1438614" y="3398891"/>
                  </a:lnTo>
                  <a:lnTo>
                    <a:pt x="1368669" y="3427494"/>
                  </a:lnTo>
                  <a:lnTo>
                    <a:pt x="1292763" y="3453231"/>
                  </a:lnTo>
                  <a:lnTo>
                    <a:pt x="1210898" y="3476376"/>
                  </a:lnTo>
                  <a:lnTo>
                    <a:pt x="1123672" y="3497102"/>
                  </a:lnTo>
                  <a:lnTo>
                    <a:pt x="1032472" y="3515491"/>
                  </a:lnTo>
                  <a:lnTo>
                    <a:pt x="939614" y="3531544"/>
                  </a:lnTo>
                  <a:lnTo>
                    <a:pt x="848343" y="3545212"/>
                  </a:lnTo>
                  <a:lnTo>
                    <a:pt x="762607" y="3556445"/>
                  </a:lnTo>
                  <a:lnTo>
                    <a:pt x="686552" y="3565239"/>
                  </a:lnTo>
                  <a:lnTo>
                    <a:pt x="623798" y="3571692"/>
                  </a:lnTo>
                  <a:lnTo>
                    <a:pt x="576656" y="3576030"/>
                  </a:lnTo>
                  <a:lnTo>
                    <a:pt x="545553" y="3578604"/>
                  </a:lnTo>
                  <a:lnTo>
                    <a:pt x="528809" y="3579856"/>
                  </a:lnTo>
                  <a:lnTo>
                    <a:pt x="522777" y="3580266"/>
                  </a:lnTo>
                  <a:lnTo>
                    <a:pt x="522133" y="3580306"/>
                  </a:lnTo>
                  <a:lnTo>
                    <a:pt x="0" y="3580306"/>
                  </a:lnTo>
                  <a:close/>
                </a:path>
              </a:pathLst>
            </a:custGeom>
            <a:solidFill>
              <a:srgbClr val="B497D6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1752" name="pl1752"/>
            <p:cNvSpPr/>
            <p:nvPr/>
          </p:nvSpPr>
          <p:spPr>
            <a:xfrm>
              <a:off x="386606" y="1902736"/>
              <a:ext cx="8554953" cy="3580306"/>
            </a:xfrm>
            <a:custGeom>
              <a:avLst/>
              <a:pathLst>
                <a:path w="8554953" h="3580306">
                  <a:moveTo>
                    <a:pt x="0" y="3580306"/>
                  </a:moveTo>
                  <a:lnTo>
                    <a:pt x="522133" y="3580306"/>
                  </a:lnTo>
                  <a:lnTo>
                    <a:pt x="523299" y="3580232"/>
                  </a:lnTo>
                  <a:lnTo>
                    <a:pt x="530935" y="3579705"/>
                  </a:lnTo>
                  <a:lnTo>
                    <a:pt x="550082" y="3578247"/>
                  </a:lnTo>
                  <a:lnTo>
                    <a:pt x="584048" y="3575382"/>
                  </a:lnTo>
                  <a:lnTo>
                    <a:pt x="634132" y="3570681"/>
                  </a:lnTo>
                  <a:lnTo>
                    <a:pt x="699535" y="3563813"/>
                  </a:lnTo>
                  <a:lnTo>
                    <a:pt x="777653" y="3554578"/>
                  </a:lnTo>
                  <a:lnTo>
                    <a:pt x="864711" y="3542898"/>
                  </a:lnTo>
                  <a:lnTo>
                    <a:pt x="956551" y="3528790"/>
                  </a:lnTo>
                  <a:lnTo>
                    <a:pt x="1049323" y="3512308"/>
                  </a:lnTo>
                  <a:lnTo>
                    <a:pt x="1139942" y="3493495"/>
                  </a:lnTo>
                  <a:lnTo>
                    <a:pt x="1226267" y="3472335"/>
                  </a:lnTo>
                  <a:lnTo>
                    <a:pt x="1307069" y="3448734"/>
                  </a:lnTo>
                  <a:lnTo>
                    <a:pt x="1381872" y="3422497"/>
                  </a:lnTo>
                  <a:lnTo>
                    <a:pt x="1450765" y="3393333"/>
                  </a:lnTo>
                  <a:lnTo>
                    <a:pt x="1514218" y="3360857"/>
                  </a:lnTo>
                  <a:lnTo>
                    <a:pt x="1572935" y="3324604"/>
                  </a:lnTo>
                  <a:lnTo>
                    <a:pt x="1627741" y="3284059"/>
                  </a:lnTo>
                  <a:lnTo>
                    <a:pt x="1679502" y="3238700"/>
                  </a:lnTo>
                  <a:lnTo>
                    <a:pt x="1729050" y="3188089"/>
                  </a:lnTo>
                  <a:lnTo>
                    <a:pt x="1768425" y="3142650"/>
                  </a:lnTo>
                  <a:lnTo>
                    <a:pt x="1806749" y="3094076"/>
                  </a:lnTo>
                  <a:lnTo>
                    <a:pt x="1844712" y="3041849"/>
                  </a:lnTo>
                  <a:lnTo>
                    <a:pt x="1882553" y="2985897"/>
                  </a:lnTo>
                  <a:lnTo>
                    <a:pt x="1920456" y="2926207"/>
                  </a:lnTo>
                  <a:lnTo>
                    <a:pt x="1958562" y="2862840"/>
                  </a:lnTo>
                  <a:lnTo>
                    <a:pt x="1996965" y="2795929"/>
                  </a:lnTo>
                  <a:lnTo>
                    <a:pt x="2035721" y="2725690"/>
                  </a:lnTo>
                  <a:lnTo>
                    <a:pt x="2074852" y="2652420"/>
                  </a:lnTo>
                  <a:lnTo>
                    <a:pt x="2114346" y="2576493"/>
                  </a:lnTo>
                  <a:lnTo>
                    <a:pt x="2154163" y="2498359"/>
                  </a:lnTo>
                  <a:lnTo>
                    <a:pt x="2194240" y="2418532"/>
                  </a:lnTo>
                  <a:lnTo>
                    <a:pt x="2234497" y="2337575"/>
                  </a:lnTo>
                  <a:lnTo>
                    <a:pt x="2274838" y="2256087"/>
                  </a:lnTo>
                  <a:lnTo>
                    <a:pt x="2315166" y="2174685"/>
                  </a:lnTo>
                  <a:lnTo>
                    <a:pt x="2355382" y="2093981"/>
                  </a:lnTo>
                  <a:lnTo>
                    <a:pt x="2395395" y="2014566"/>
                  </a:lnTo>
                  <a:lnTo>
                    <a:pt x="2435128" y="1936993"/>
                  </a:lnTo>
                  <a:lnTo>
                    <a:pt x="2474525" y="1861757"/>
                  </a:lnTo>
                  <a:lnTo>
                    <a:pt x="2513552" y="1789289"/>
                  </a:lnTo>
                  <a:lnTo>
                    <a:pt x="2552208" y="1719942"/>
                  </a:lnTo>
                  <a:lnTo>
                    <a:pt x="2590521" y="1653991"/>
                  </a:lnTo>
                  <a:lnTo>
                    <a:pt x="2628560" y="1591629"/>
                  </a:lnTo>
                  <a:lnTo>
                    <a:pt x="2666430" y="1532967"/>
                  </a:lnTo>
                  <a:lnTo>
                    <a:pt x="2704284" y="1478047"/>
                  </a:lnTo>
                  <a:lnTo>
                    <a:pt x="2742320" y="1426838"/>
                  </a:lnTo>
                  <a:lnTo>
                    <a:pt x="2770117" y="1392027"/>
                  </a:lnTo>
                  <a:lnTo>
                    <a:pt x="2818406" y="1336945"/>
                  </a:lnTo>
                  <a:lnTo>
                    <a:pt x="2868299" y="1287317"/>
                  </a:lnTo>
                  <a:lnTo>
                    <a:pt x="2920552" y="1242874"/>
                  </a:lnTo>
                  <a:lnTo>
                    <a:pt x="2976008" y="1203152"/>
                  </a:lnTo>
                  <a:lnTo>
                    <a:pt x="3035529" y="1167626"/>
                  </a:lnTo>
                  <a:lnTo>
                    <a:pt x="3099928" y="1135787"/>
                  </a:lnTo>
                  <a:lnTo>
                    <a:pt x="3169874" y="1107183"/>
                  </a:lnTo>
                  <a:lnTo>
                    <a:pt x="3245779" y="1081446"/>
                  </a:lnTo>
                  <a:lnTo>
                    <a:pt x="3327644" y="1058302"/>
                  </a:lnTo>
                  <a:lnTo>
                    <a:pt x="3414871" y="1037575"/>
                  </a:lnTo>
                  <a:lnTo>
                    <a:pt x="3506070" y="1019187"/>
                  </a:lnTo>
                  <a:lnTo>
                    <a:pt x="3598928" y="1003134"/>
                  </a:lnTo>
                  <a:lnTo>
                    <a:pt x="3690199" y="989465"/>
                  </a:lnTo>
                  <a:lnTo>
                    <a:pt x="3775936" y="978233"/>
                  </a:lnTo>
                  <a:lnTo>
                    <a:pt x="3851990" y="969438"/>
                  </a:lnTo>
                  <a:lnTo>
                    <a:pt x="3914745" y="962985"/>
                  </a:lnTo>
                  <a:lnTo>
                    <a:pt x="3961886" y="958647"/>
                  </a:lnTo>
                  <a:lnTo>
                    <a:pt x="3992989" y="956073"/>
                  </a:lnTo>
                  <a:lnTo>
                    <a:pt x="4009733" y="954821"/>
                  </a:lnTo>
                  <a:lnTo>
                    <a:pt x="4015766" y="954412"/>
                  </a:lnTo>
                  <a:lnTo>
                    <a:pt x="4016409" y="954371"/>
                  </a:lnTo>
                  <a:lnTo>
                    <a:pt x="4538543" y="954371"/>
                  </a:lnTo>
                  <a:lnTo>
                    <a:pt x="4539798" y="954342"/>
                  </a:lnTo>
                  <a:lnTo>
                    <a:pt x="4548003" y="954136"/>
                  </a:lnTo>
                  <a:lnTo>
                    <a:pt x="4568525" y="953564"/>
                  </a:lnTo>
                  <a:lnTo>
                    <a:pt x="4604799" y="952441"/>
                  </a:lnTo>
                  <a:lnTo>
                    <a:pt x="4658022" y="950602"/>
                  </a:lnTo>
                  <a:lnTo>
                    <a:pt x="4727090" y="947923"/>
                  </a:lnTo>
                  <a:lnTo>
                    <a:pt x="4808976" y="944332"/>
                  </a:lnTo>
                  <a:lnTo>
                    <a:pt x="4899492" y="939807"/>
                  </a:lnTo>
                  <a:lnTo>
                    <a:pt x="4994169" y="934357"/>
                  </a:lnTo>
                  <a:lnTo>
                    <a:pt x="5089008" y="928005"/>
                  </a:lnTo>
                  <a:lnTo>
                    <a:pt x="5180922" y="920763"/>
                  </a:lnTo>
                  <a:lnTo>
                    <a:pt x="5267875" y="912618"/>
                  </a:lnTo>
                  <a:lnTo>
                    <a:pt x="5348797" y="903521"/>
                  </a:lnTo>
                  <a:lnTo>
                    <a:pt x="5423389" y="893384"/>
                  </a:lnTo>
                  <a:lnTo>
                    <a:pt x="5491908" y="882080"/>
                  </a:lnTo>
                  <a:lnTo>
                    <a:pt x="5554968" y="869447"/>
                  </a:lnTo>
                  <a:lnTo>
                    <a:pt x="5613391" y="855291"/>
                  </a:lnTo>
                  <a:lnTo>
                    <a:pt x="5668094" y="839409"/>
                  </a:lnTo>
                  <a:lnTo>
                    <a:pt x="5720003" y="821605"/>
                  </a:lnTo>
                  <a:lnTo>
                    <a:pt x="5769973" y="801739"/>
                  </a:lnTo>
                  <a:lnTo>
                    <a:pt x="5784835" y="795309"/>
                  </a:lnTo>
                  <a:lnTo>
                    <a:pt x="5834715" y="772033"/>
                  </a:lnTo>
                  <a:lnTo>
                    <a:pt x="5884109" y="746484"/>
                  </a:lnTo>
                  <a:lnTo>
                    <a:pt x="5933491" y="718628"/>
                  </a:lnTo>
                  <a:lnTo>
                    <a:pt x="5983195" y="688497"/>
                  </a:lnTo>
                  <a:lnTo>
                    <a:pt x="6033425" y="656204"/>
                  </a:lnTo>
                  <a:lnTo>
                    <a:pt x="6084280" y="621947"/>
                  </a:lnTo>
                  <a:lnTo>
                    <a:pt x="6135755" y="586008"/>
                  </a:lnTo>
                  <a:lnTo>
                    <a:pt x="6187766" y="548745"/>
                  </a:lnTo>
                  <a:lnTo>
                    <a:pt x="6240162" y="510585"/>
                  </a:lnTo>
                  <a:lnTo>
                    <a:pt x="6292745" y="471997"/>
                  </a:lnTo>
                  <a:lnTo>
                    <a:pt x="6345299" y="433475"/>
                  </a:lnTo>
                  <a:lnTo>
                    <a:pt x="6397610" y="395511"/>
                  </a:lnTo>
                  <a:lnTo>
                    <a:pt x="6449489" y="358564"/>
                  </a:lnTo>
                  <a:lnTo>
                    <a:pt x="6500803" y="323045"/>
                  </a:lnTo>
                  <a:lnTo>
                    <a:pt x="6551486" y="289291"/>
                  </a:lnTo>
                  <a:lnTo>
                    <a:pt x="6601561" y="257563"/>
                  </a:lnTo>
                  <a:lnTo>
                    <a:pt x="6651153" y="228036"/>
                  </a:lnTo>
                  <a:lnTo>
                    <a:pt x="6700501" y="200799"/>
                  </a:lnTo>
                  <a:lnTo>
                    <a:pt x="6749972" y="175867"/>
                  </a:lnTo>
                  <a:lnTo>
                    <a:pt x="6786527" y="159061"/>
                  </a:lnTo>
                  <a:lnTo>
                    <a:pt x="6836058" y="138561"/>
                  </a:lnTo>
                  <a:lnTo>
                    <a:pt x="6887294" y="120143"/>
                  </a:lnTo>
                  <a:lnTo>
                    <a:pt x="6941055" y="103697"/>
                  </a:lnTo>
                  <a:lnTo>
                    <a:pt x="6998253" y="89041"/>
                  </a:lnTo>
                  <a:lnTo>
                    <a:pt x="7059816" y="75968"/>
                  </a:lnTo>
                  <a:lnTo>
                    <a:pt x="7126604" y="64280"/>
                  </a:lnTo>
                  <a:lnTo>
                    <a:pt x="7199311" y="53805"/>
                  </a:lnTo>
                  <a:lnTo>
                    <a:pt x="7278318" y="44404"/>
                  </a:lnTo>
                  <a:lnTo>
                    <a:pt x="7363518" y="35978"/>
                  </a:lnTo>
                  <a:lnTo>
                    <a:pt x="7454097" y="28465"/>
                  </a:lnTo>
                  <a:lnTo>
                    <a:pt x="7548328" y="21843"/>
                  </a:lnTo>
                  <a:lnTo>
                    <a:pt x="7643440" y="16118"/>
                  </a:lnTo>
                  <a:lnTo>
                    <a:pt x="7735678" y="11310"/>
                  </a:lnTo>
                  <a:lnTo>
                    <a:pt x="7820650" y="7437"/>
                  </a:lnTo>
                  <a:lnTo>
                    <a:pt x="7893989" y="4487"/>
                  </a:lnTo>
                  <a:lnTo>
                    <a:pt x="7952227" y="2404"/>
                  </a:lnTo>
                  <a:lnTo>
                    <a:pt x="7993615" y="1081"/>
                  </a:lnTo>
                  <a:lnTo>
                    <a:pt x="8018642" y="361"/>
                  </a:lnTo>
                  <a:lnTo>
                    <a:pt x="8030093" y="64"/>
                  </a:lnTo>
                  <a:lnTo>
                    <a:pt x="8032783" y="0"/>
                  </a:lnTo>
                  <a:lnTo>
                    <a:pt x="8032819" y="0"/>
                  </a:lnTo>
                  <a:lnTo>
                    <a:pt x="8554953" y="0"/>
                  </a:lnTo>
                  <a:lnTo>
                    <a:pt x="8554953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753" name="pl1753"/>
            <p:cNvSpPr/>
            <p:nvPr/>
          </p:nvSpPr>
          <p:spPr>
            <a:xfrm>
              <a:off x="386606" y="1897088"/>
              <a:ext cx="8554953" cy="3580306"/>
            </a:xfrm>
            <a:custGeom>
              <a:avLst/>
              <a:pathLst>
                <a:path w="8554953" h="3580306">
                  <a:moveTo>
                    <a:pt x="8554953" y="0"/>
                  </a:moveTo>
                  <a:lnTo>
                    <a:pt x="8032819" y="0"/>
                  </a:lnTo>
                  <a:lnTo>
                    <a:pt x="8031564" y="28"/>
                  </a:lnTo>
                  <a:lnTo>
                    <a:pt x="8023359" y="235"/>
                  </a:lnTo>
                  <a:lnTo>
                    <a:pt x="8002837" y="807"/>
                  </a:lnTo>
                  <a:lnTo>
                    <a:pt x="7966563" y="1930"/>
                  </a:lnTo>
                  <a:lnTo>
                    <a:pt x="7913340" y="3769"/>
                  </a:lnTo>
                  <a:lnTo>
                    <a:pt x="7844272" y="6448"/>
                  </a:lnTo>
                  <a:lnTo>
                    <a:pt x="7762386" y="10038"/>
                  </a:lnTo>
                  <a:lnTo>
                    <a:pt x="7671870" y="14564"/>
                  </a:lnTo>
                  <a:lnTo>
                    <a:pt x="7577193" y="20014"/>
                  </a:lnTo>
                  <a:lnTo>
                    <a:pt x="7482354" y="26366"/>
                  </a:lnTo>
                  <a:lnTo>
                    <a:pt x="7390440" y="33608"/>
                  </a:lnTo>
                  <a:lnTo>
                    <a:pt x="7303487" y="41753"/>
                  </a:lnTo>
                  <a:lnTo>
                    <a:pt x="7222565" y="50850"/>
                  </a:lnTo>
                  <a:lnTo>
                    <a:pt x="7147973" y="60987"/>
                  </a:lnTo>
                  <a:lnTo>
                    <a:pt x="7079454" y="72291"/>
                  </a:lnTo>
                  <a:lnTo>
                    <a:pt x="7016394" y="84924"/>
                  </a:lnTo>
                  <a:lnTo>
                    <a:pt x="6957971" y="99079"/>
                  </a:lnTo>
                  <a:lnTo>
                    <a:pt x="6903268" y="114962"/>
                  </a:lnTo>
                  <a:lnTo>
                    <a:pt x="6851359" y="132766"/>
                  </a:lnTo>
                  <a:lnTo>
                    <a:pt x="6801389" y="152632"/>
                  </a:lnTo>
                  <a:lnTo>
                    <a:pt x="6786527" y="159061"/>
                  </a:lnTo>
                  <a:lnTo>
                    <a:pt x="6736647" y="182338"/>
                  </a:lnTo>
                  <a:lnTo>
                    <a:pt x="6687253" y="207887"/>
                  </a:lnTo>
                  <a:lnTo>
                    <a:pt x="6637871" y="235743"/>
                  </a:lnTo>
                  <a:lnTo>
                    <a:pt x="6588167" y="265874"/>
                  </a:lnTo>
                  <a:lnTo>
                    <a:pt x="6537936" y="298167"/>
                  </a:lnTo>
                  <a:lnTo>
                    <a:pt x="6487082" y="332423"/>
                  </a:lnTo>
                  <a:lnTo>
                    <a:pt x="6435607" y="368363"/>
                  </a:lnTo>
                  <a:lnTo>
                    <a:pt x="6383596" y="405626"/>
                  </a:lnTo>
                  <a:lnTo>
                    <a:pt x="6331200" y="443786"/>
                  </a:lnTo>
                  <a:lnTo>
                    <a:pt x="6278617" y="482374"/>
                  </a:lnTo>
                  <a:lnTo>
                    <a:pt x="6226062" y="520895"/>
                  </a:lnTo>
                  <a:lnTo>
                    <a:pt x="6173752" y="558860"/>
                  </a:lnTo>
                  <a:lnTo>
                    <a:pt x="6121873" y="595806"/>
                  </a:lnTo>
                  <a:lnTo>
                    <a:pt x="6070559" y="631326"/>
                  </a:lnTo>
                  <a:lnTo>
                    <a:pt x="6019876" y="665080"/>
                  </a:lnTo>
                  <a:lnTo>
                    <a:pt x="5969801" y="696807"/>
                  </a:lnTo>
                  <a:lnTo>
                    <a:pt x="5920209" y="726335"/>
                  </a:lnTo>
                  <a:lnTo>
                    <a:pt x="5870861" y="753572"/>
                  </a:lnTo>
                  <a:lnTo>
                    <a:pt x="5821390" y="778504"/>
                  </a:lnTo>
                  <a:lnTo>
                    <a:pt x="5784835" y="795309"/>
                  </a:lnTo>
                  <a:lnTo>
                    <a:pt x="5735304" y="815810"/>
                  </a:lnTo>
                  <a:lnTo>
                    <a:pt x="5684067" y="834228"/>
                  </a:lnTo>
                  <a:lnTo>
                    <a:pt x="5630306" y="850674"/>
                  </a:lnTo>
                  <a:lnTo>
                    <a:pt x="5573109" y="865330"/>
                  </a:lnTo>
                  <a:lnTo>
                    <a:pt x="5511546" y="878403"/>
                  </a:lnTo>
                  <a:lnTo>
                    <a:pt x="5444758" y="890091"/>
                  </a:lnTo>
                  <a:lnTo>
                    <a:pt x="5372051" y="900566"/>
                  </a:lnTo>
                  <a:lnTo>
                    <a:pt x="5293044" y="909967"/>
                  </a:lnTo>
                  <a:lnTo>
                    <a:pt x="5207844" y="918393"/>
                  </a:lnTo>
                  <a:lnTo>
                    <a:pt x="5117265" y="925906"/>
                  </a:lnTo>
                  <a:lnTo>
                    <a:pt x="5023034" y="932528"/>
                  </a:lnTo>
                  <a:lnTo>
                    <a:pt x="4927922" y="938253"/>
                  </a:lnTo>
                  <a:lnTo>
                    <a:pt x="4835684" y="943061"/>
                  </a:lnTo>
                  <a:lnTo>
                    <a:pt x="4750712" y="946934"/>
                  </a:lnTo>
                  <a:lnTo>
                    <a:pt x="4677373" y="949884"/>
                  </a:lnTo>
                  <a:lnTo>
                    <a:pt x="4619135" y="951967"/>
                  </a:lnTo>
                  <a:lnTo>
                    <a:pt x="4577747" y="953290"/>
                  </a:lnTo>
                  <a:lnTo>
                    <a:pt x="4552720" y="954010"/>
                  </a:lnTo>
                  <a:lnTo>
                    <a:pt x="4541269" y="954307"/>
                  </a:lnTo>
                  <a:lnTo>
                    <a:pt x="4538579" y="954371"/>
                  </a:lnTo>
                  <a:lnTo>
                    <a:pt x="4538543" y="954371"/>
                  </a:lnTo>
                  <a:lnTo>
                    <a:pt x="4016409" y="954371"/>
                  </a:lnTo>
                  <a:lnTo>
                    <a:pt x="4015243" y="954445"/>
                  </a:lnTo>
                  <a:lnTo>
                    <a:pt x="4007607" y="954973"/>
                  </a:lnTo>
                  <a:lnTo>
                    <a:pt x="3988460" y="956430"/>
                  </a:lnTo>
                  <a:lnTo>
                    <a:pt x="3954494" y="959296"/>
                  </a:lnTo>
                  <a:lnTo>
                    <a:pt x="3904410" y="963997"/>
                  </a:lnTo>
                  <a:lnTo>
                    <a:pt x="3839007" y="970864"/>
                  </a:lnTo>
                  <a:lnTo>
                    <a:pt x="3760890" y="980100"/>
                  </a:lnTo>
                  <a:lnTo>
                    <a:pt x="3673831" y="991780"/>
                  </a:lnTo>
                  <a:lnTo>
                    <a:pt x="3581991" y="1005888"/>
                  </a:lnTo>
                  <a:lnTo>
                    <a:pt x="3489219" y="1022369"/>
                  </a:lnTo>
                  <a:lnTo>
                    <a:pt x="3398601" y="1041183"/>
                  </a:lnTo>
                  <a:lnTo>
                    <a:pt x="3312275" y="1062342"/>
                  </a:lnTo>
                  <a:lnTo>
                    <a:pt x="3231473" y="1085943"/>
                  </a:lnTo>
                  <a:lnTo>
                    <a:pt x="3156670" y="1112180"/>
                  </a:lnTo>
                  <a:lnTo>
                    <a:pt x="3087777" y="1141345"/>
                  </a:lnTo>
                  <a:lnTo>
                    <a:pt x="3024324" y="1173821"/>
                  </a:lnTo>
                  <a:lnTo>
                    <a:pt x="2965607" y="1210073"/>
                  </a:lnTo>
                  <a:lnTo>
                    <a:pt x="2910801" y="1250619"/>
                  </a:lnTo>
                  <a:lnTo>
                    <a:pt x="2859040" y="1295977"/>
                  </a:lnTo>
                  <a:lnTo>
                    <a:pt x="2809492" y="1346588"/>
                  </a:lnTo>
                  <a:lnTo>
                    <a:pt x="2770117" y="1392027"/>
                  </a:lnTo>
                  <a:lnTo>
                    <a:pt x="2731793" y="1440602"/>
                  </a:lnTo>
                  <a:lnTo>
                    <a:pt x="2693830" y="1492828"/>
                  </a:lnTo>
                  <a:lnTo>
                    <a:pt x="2655989" y="1548781"/>
                  </a:lnTo>
                  <a:lnTo>
                    <a:pt x="2618086" y="1608470"/>
                  </a:lnTo>
                  <a:lnTo>
                    <a:pt x="2579980" y="1671838"/>
                  </a:lnTo>
                  <a:lnTo>
                    <a:pt x="2541577" y="1738749"/>
                  </a:lnTo>
                  <a:lnTo>
                    <a:pt x="2502821" y="1808987"/>
                  </a:lnTo>
                  <a:lnTo>
                    <a:pt x="2463690" y="1882258"/>
                  </a:lnTo>
                  <a:lnTo>
                    <a:pt x="2424196" y="1958185"/>
                  </a:lnTo>
                  <a:lnTo>
                    <a:pt x="2384379" y="2036318"/>
                  </a:lnTo>
                  <a:lnTo>
                    <a:pt x="2344302" y="2116146"/>
                  </a:lnTo>
                  <a:lnTo>
                    <a:pt x="2304045" y="2197103"/>
                  </a:lnTo>
                  <a:lnTo>
                    <a:pt x="2263704" y="2278590"/>
                  </a:lnTo>
                  <a:lnTo>
                    <a:pt x="2223376" y="2359992"/>
                  </a:lnTo>
                  <a:lnTo>
                    <a:pt x="2183160" y="2440696"/>
                  </a:lnTo>
                  <a:lnTo>
                    <a:pt x="2143147" y="2520111"/>
                  </a:lnTo>
                  <a:lnTo>
                    <a:pt x="2103414" y="2597684"/>
                  </a:lnTo>
                  <a:lnTo>
                    <a:pt x="2064017" y="2672920"/>
                  </a:lnTo>
                  <a:lnTo>
                    <a:pt x="2024990" y="2745388"/>
                  </a:lnTo>
                  <a:lnTo>
                    <a:pt x="1986334" y="2814735"/>
                  </a:lnTo>
                  <a:lnTo>
                    <a:pt x="1948021" y="2880686"/>
                  </a:lnTo>
                  <a:lnTo>
                    <a:pt x="1909982" y="2943049"/>
                  </a:lnTo>
                  <a:lnTo>
                    <a:pt x="1872112" y="3001710"/>
                  </a:lnTo>
                  <a:lnTo>
                    <a:pt x="1834258" y="3056630"/>
                  </a:lnTo>
                  <a:lnTo>
                    <a:pt x="1796222" y="3107839"/>
                  </a:lnTo>
                  <a:lnTo>
                    <a:pt x="1768425" y="3142650"/>
                  </a:lnTo>
                  <a:lnTo>
                    <a:pt x="1720136" y="3197733"/>
                  </a:lnTo>
                  <a:lnTo>
                    <a:pt x="1670243" y="3247360"/>
                  </a:lnTo>
                  <a:lnTo>
                    <a:pt x="1617990" y="3291803"/>
                  </a:lnTo>
                  <a:lnTo>
                    <a:pt x="1562534" y="3331526"/>
                  </a:lnTo>
                  <a:lnTo>
                    <a:pt x="1503013" y="3367051"/>
                  </a:lnTo>
                  <a:lnTo>
                    <a:pt x="1438614" y="3398891"/>
                  </a:lnTo>
                  <a:lnTo>
                    <a:pt x="1368669" y="3427494"/>
                  </a:lnTo>
                  <a:lnTo>
                    <a:pt x="1292763" y="3453231"/>
                  </a:lnTo>
                  <a:lnTo>
                    <a:pt x="1210898" y="3476376"/>
                  </a:lnTo>
                  <a:lnTo>
                    <a:pt x="1123672" y="3497102"/>
                  </a:lnTo>
                  <a:lnTo>
                    <a:pt x="1032472" y="3515491"/>
                  </a:lnTo>
                  <a:lnTo>
                    <a:pt x="939614" y="3531544"/>
                  </a:lnTo>
                  <a:lnTo>
                    <a:pt x="848343" y="3545212"/>
                  </a:lnTo>
                  <a:lnTo>
                    <a:pt x="762607" y="3556445"/>
                  </a:lnTo>
                  <a:lnTo>
                    <a:pt x="686552" y="3565239"/>
                  </a:lnTo>
                  <a:lnTo>
                    <a:pt x="623798" y="3571692"/>
                  </a:lnTo>
                  <a:lnTo>
                    <a:pt x="576656" y="3576030"/>
                  </a:lnTo>
                  <a:lnTo>
                    <a:pt x="545553" y="3578604"/>
                  </a:lnTo>
                  <a:lnTo>
                    <a:pt x="528809" y="3579856"/>
                  </a:lnTo>
                  <a:lnTo>
                    <a:pt x="522777" y="3580266"/>
                  </a:lnTo>
                  <a:lnTo>
                    <a:pt x="522133" y="3580306"/>
                  </a:lnTo>
                  <a:lnTo>
                    <a:pt x="0" y="3580306"/>
                  </a:lnTo>
                  <a:lnTo>
                    <a:pt x="0" y="3580306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754" name="pg1754"/>
            <p:cNvSpPr/>
            <p:nvPr/>
          </p:nvSpPr>
          <p:spPr>
            <a:xfrm>
              <a:off x="386606" y="1405784"/>
              <a:ext cx="8554953" cy="4043374"/>
            </a:xfrm>
            <a:custGeom>
              <a:avLst/>
              <a:pathLst>
                <a:path w="8554953" h="4043374">
                  <a:moveTo>
                    <a:pt x="0" y="4043374"/>
                  </a:moveTo>
                  <a:lnTo>
                    <a:pt x="522133" y="4043374"/>
                  </a:lnTo>
                  <a:lnTo>
                    <a:pt x="523053" y="4043285"/>
                  </a:lnTo>
                  <a:lnTo>
                    <a:pt x="529115" y="4042649"/>
                  </a:lnTo>
                  <a:lnTo>
                    <a:pt x="544426" y="4040893"/>
                  </a:lnTo>
                  <a:lnTo>
                    <a:pt x="571872" y="4037434"/>
                  </a:lnTo>
                  <a:lnTo>
                    <a:pt x="612921" y="4031731"/>
                  </a:lnTo>
                  <a:lnTo>
                    <a:pt x="667504" y="4023338"/>
                  </a:lnTo>
                  <a:lnTo>
                    <a:pt x="734122" y="4011941"/>
                  </a:lnTo>
                  <a:lnTo>
                    <a:pt x="810182" y="3997377"/>
                  </a:lnTo>
                  <a:lnTo>
                    <a:pt x="892503" y="3979607"/>
                  </a:lnTo>
                  <a:lnTo>
                    <a:pt x="977837" y="3958677"/>
                  </a:lnTo>
                  <a:lnTo>
                    <a:pt x="1063288" y="3934655"/>
                  </a:lnTo>
                  <a:lnTo>
                    <a:pt x="1146565" y="3907583"/>
                  </a:lnTo>
                  <a:lnTo>
                    <a:pt x="1226072" y="3877435"/>
                  </a:lnTo>
                  <a:lnTo>
                    <a:pt x="1300868" y="3844090"/>
                  </a:lnTo>
                  <a:lnTo>
                    <a:pt x="1370561" y="3807321"/>
                  </a:lnTo>
                  <a:lnTo>
                    <a:pt x="1435178" y="3766787"/>
                  </a:lnTo>
                  <a:lnTo>
                    <a:pt x="1495044" y="3722045"/>
                  </a:lnTo>
                  <a:lnTo>
                    <a:pt x="1550673" y="3672556"/>
                  </a:lnTo>
                  <a:lnTo>
                    <a:pt x="1602690" y="3617714"/>
                  </a:lnTo>
                  <a:lnTo>
                    <a:pt x="1651771" y="3556878"/>
                  </a:lnTo>
                  <a:lnTo>
                    <a:pt x="1698590" y="3489452"/>
                  </a:lnTo>
                  <a:lnTo>
                    <a:pt x="1743777" y="3414986"/>
                  </a:lnTo>
                  <a:lnTo>
                    <a:pt x="1768425" y="3370419"/>
                  </a:lnTo>
                  <a:lnTo>
                    <a:pt x="1800572" y="3308207"/>
                  </a:lnTo>
                  <a:lnTo>
                    <a:pt x="1832436" y="3242067"/>
                  </a:lnTo>
                  <a:lnTo>
                    <a:pt x="1864165" y="3171922"/>
                  </a:lnTo>
                  <a:lnTo>
                    <a:pt x="1895879" y="3097737"/>
                  </a:lnTo>
                  <a:lnTo>
                    <a:pt x="1927677" y="3019528"/>
                  </a:lnTo>
                  <a:lnTo>
                    <a:pt x="1959632" y="2937366"/>
                  </a:lnTo>
                  <a:lnTo>
                    <a:pt x="1991799" y="2851382"/>
                  </a:lnTo>
                  <a:lnTo>
                    <a:pt x="2024210" y="2761766"/>
                  </a:lnTo>
                  <a:lnTo>
                    <a:pt x="2056883" y="2668770"/>
                  </a:lnTo>
                  <a:lnTo>
                    <a:pt x="2089818" y="2572708"/>
                  </a:lnTo>
                  <a:lnTo>
                    <a:pt x="2123000" y="2473951"/>
                  </a:lnTo>
                  <a:lnTo>
                    <a:pt x="2156400" y="2372925"/>
                  </a:lnTo>
                  <a:lnTo>
                    <a:pt x="2189981" y="2270101"/>
                  </a:lnTo>
                  <a:lnTo>
                    <a:pt x="2223695" y="2165991"/>
                  </a:lnTo>
                  <a:lnTo>
                    <a:pt x="2257486" y="2061130"/>
                  </a:lnTo>
                  <a:lnTo>
                    <a:pt x="2291298" y="1956075"/>
                  </a:lnTo>
                  <a:lnTo>
                    <a:pt x="2325072" y="1851384"/>
                  </a:lnTo>
                  <a:lnTo>
                    <a:pt x="2358751" y="1747608"/>
                  </a:lnTo>
                  <a:lnTo>
                    <a:pt x="2392282" y="1645276"/>
                  </a:lnTo>
                  <a:lnTo>
                    <a:pt x="2425620" y="1544890"/>
                  </a:lnTo>
                  <a:lnTo>
                    <a:pt x="2458729" y="1446907"/>
                  </a:lnTo>
                  <a:lnTo>
                    <a:pt x="2491586" y="1351737"/>
                  </a:lnTo>
                  <a:lnTo>
                    <a:pt x="2524179" y="1259735"/>
                  </a:lnTo>
                  <a:lnTo>
                    <a:pt x="2556513" y="1171195"/>
                  </a:lnTo>
                  <a:lnTo>
                    <a:pt x="2588611" y="1086352"/>
                  </a:lnTo>
                  <a:lnTo>
                    <a:pt x="2620512" y="1005377"/>
                  </a:lnTo>
                  <a:lnTo>
                    <a:pt x="2652276" y="928382"/>
                  </a:lnTo>
                  <a:lnTo>
                    <a:pt x="2683984" y="855421"/>
                  </a:lnTo>
                  <a:lnTo>
                    <a:pt x="2715739" y="786495"/>
                  </a:lnTo>
                  <a:lnTo>
                    <a:pt x="2747672" y="721556"/>
                  </a:lnTo>
                  <a:lnTo>
                    <a:pt x="2770117" y="678601"/>
                  </a:lnTo>
                  <a:lnTo>
                    <a:pt x="2814634" y="600134"/>
                  </a:lnTo>
                  <a:lnTo>
                    <a:pt x="2860472" y="528828"/>
                  </a:lnTo>
                  <a:lnTo>
                    <a:pt x="2908212" y="464391"/>
                  </a:lnTo>
                  <a:lnTo>
                    <a:pt x="2958511" y="406291"/>
                  </a:lnTo>
                  <a:lnTo>
                    <a:pt x="3012048" y="353900"/>
                  </a:lnTo>
                  <a:lnTo>
                    <a:pt x="3069483" y="306588"/>
                  </a:lnTo>
                  <a:lnTo>
                    <a:pt x="3131401" y="263773"/>
                  </a:lnTo>
                  <a:lnTo>
                    <a:pt x="3198244" y="224956"/>
                  </a:lnTo>
                  <a:lnTo>
                    <a:pt x="3270218" y="189741"/>
                  </a:lnTo>
                  <a:lnTo>
                    <a:pt x="3347180" y="157835"/>
                  </a:lnTo>
                  <a:lnTo>
                    <a:pt x="3428512" y="129060"/>
                  </a:lnTo>
                  <a:lnTo>
                    <a:pt x="3512991" y="103338"/>
                  </a:lnTo>
                  <a:lnTo>
                    <a:pt x="3598712" y="80679"/>
                  </a:lnTo>
                  <a:lnTo>
                    <a:pt x="3683097" y="61141"/>
                  </a:lnTo>
                  <a:lnTo>
                    <a:pt x="3763050" y="44791"/>
                  </a:lnTo>
                  <a:lnTo>
                    <a:pt x="3835294" y="31643"/>
                  </a:lnTo>
                  <a:lnTo>
                    <a:pt x="3896841" y="21606"/>
                  </a:lnTo>
                  <a:lnTo>
                    <a:pt x="3945529" y="14453"/>
                  </a:lnTo>
                  <a:lnTo>
                    <a:pt x="3980465" y="9807"/>
                  </a:lnTo>
                  <a:lnTo>
                    <a:pt x="4002261" y="7173"/>
                  </a:lnTo>
                  <a:lnTo>
                    <a:pt x="4013038" y="5986"/>
                  </a:lnTo>
                  <a:lnTo>
                    <a:pt x="4016247" y="5662"/>
                  </a:lnTo>
                  <a:lnTo>
                    <a:pt x="4016409" y="5647"/>
                  </a:lnTo>
                  <a:lnTo>
                    <a:pt x="4538543" y="5647"/>
                  </a:lnTo>
                  <a:lnTo>
                    <a:pt x="4539639" y="5740"/>
                  </a:lnTo>
                  <a:lnTo>
                    <a:pt x="4546826" y="6403"/>
                  </a:lnTo>
                  <a:lnTo>
                    <a:pt x="4564885" y="8238"/>
                  </a:lnTo>
                  <a:lnTo>
                    <a:pt x="4597014" y="11847"/>
                  </a:lnTo>
                  <a:lnTo>
                    <a:pt x="4644577" y="17776"/>
                  </a:lnTo>
                  <a:lnTo>
                    <a:pt x="4707002" y="26457"/>
                  </a:lnTo>
                  <a:lnTo>
                    <a:pt x="4782009" y="38161"/>
                  </a:lnTo>
                  <a:lnTo>
                    <a:pt x="4866160" y="53004"/>
                  </a:lnTo>
                  <a:lnTo>
                    <a:pt x="4955553" y="70981"/>
                  </a:lnTo>
                  <a:lnTo>
                    <a:pt x="5046484" y="92026"/>
                  </a:lnTo>
                  <a:lnTo>
                    <a:pt x="5135891" y="116077"/>
                  </a:lnTo>
                  <a:lnTo>
                    <a:pt x="5221568" y="143134"/>
                  </a:lnTo>
                  <a:lnTo>
                    <a:pt x="5302168" y="173289"/>
                  </a:lnTo>
                  <a:lnTo>
                    <a:pt x="5377076" y="206756"/>
                  </a:lnTo>
                  <a:lnTo>
                    <a:pt x="5446247" y="243865"/>
                  </a:lnTo>
                  <a:lnTo>
                    <a:pt x="5510030" y="285068"/>
                  </a:lnTo>
                  <a:lnTo>
                    <a:pt x="5569030" y="330921"/>
                  </a:lnTo>
                  <a:lnTo>
                    <a:pt x="5623991" y="382057"/>
                  </a:lnTo>
                  <a:lnTo>
                    <a:pt x="5675722" y="439139"/>
                  </a:lnTo>
                  <a:lnTo>
                    <a:pt x="5725023" y="502778"/>
                  </a:lnTo>
                  <a:lnTo>
                    <a:pt x="5772628" y="573389"/>
                  </a:lnTo>
                  <a:lnTo>
                    <a:pt x="5784835" y="592952"/>
                  </a:lnTo>
                  <a:lnTo>
                    <a:pt x="5818916" y="650640"/>
                  </a:lnTo>
                  <a:lnTo>
                    <a:pt x="5852689" y="712188"/>
                  </a:lnTo>
                  <a:lnTo>
                    <a:pt x="5886327" y="777673"/>
                  </a:lnTo>
                  <a:lnTo>
                    <a:pt x="5919972" y="847124"/>
                  </a:lnTo>
                  <a:lnTo>
                    <a:pt x="5953732" y="920511"/>
                  </a:lnTo>
                  <a:lnTo>
                    <a:pt x="5987689" y="997745"/>
                  </a:lnTo>
                  <a:lnTo>
                    <a:pt x="6021900" y="1078670"/>
                  </a:lnTo>
                  <a:lnTo>
                    <a:pt x="6056397" y="1163061"/>
                  </a:lnTo>
                  <a:lnTo>
                    <a:pt x="6091190" y="1250627"/>
                  </a:lnTo>
                  <a:lnTo>
                    <a:pt x="6126270" y="1341010"/>
                  </a:lnTo>
                  <a:lnTo>
                    <a:pt x="6161610" y="1433791"/>
                  </a:lnTo>
                  <a:lnTo>
                    <a:pt x="6197169" y="1528496"/>
                  </a:lnTo>
                  <a:lnTo>
                    <a:pt x="6232892" y="1624604"/>
                  </a:lnTo>
                  <a:lnTo>
                    <a:pt x="6268716" y="1721561"/>
                  </a:lnTo>
                  <a:lnTo>
                    <a:pt x="6304574" y="1818794"/>
                  </a:lnTo>
                  <a:lnTo>
                    <a:pt x="6340395" y="1915721"/>
                  </a:lnTo>
                  <a:lnTo>
                    <a:pt x="6376110" y="2011768"/>
                  </a:lnTo>
                  <a:lnTo>
                    <a:pt x="6411659" y="2106381"/>
                  </a:lnTo>
                  <a:lnTo>
                    <a:pt x="6446986" y="2199045"/>
                  </a:lnTo>
                  <a:lnTo>
                    <a:pt x="6482051" y="2289287"/>
                  </a:lnTo>
                  <a:lnTo>
                    <a:pt x="6516828" y="2376691"/>
                  </a:lnTo>
                  <a:lnTo>
                    <a:pt x="6551309" y="2460902"/>
                  </a:lnTo>
                  <a:lnTo>
                    <a:pt x="6585505" y="2541633"/>
                  </a:lnTo>
                  <a:lnTo>
                    <a:pt x="6619451" y="2618664"/>
                  </a:lnTo>
                  <a:lnTo>
                    <a:pt x="6653202" y="2691841"/>
                  </a:lnTo>
                  <a:lnTo>
                    <a:pt x="6686843" y="2761079"/>
                  </a:lnTo>
                  <a:lnTo>
                    <a:pt x="6720485" y="2826351"/>
                  </a:lnTo>
                  <a:lnTo>
                    <a:pt x="6754270" y="2887688"/>
                  </a:lnTo>
                  <a:lnTo>
                    <a:pt x="6786527" y="2942176"/>
                  </a:lnTo>
                  <a:lnTo>
                    <a:pt x="6833795" y="3014627"/>
                  </a:lnTo>
                  <a:lnTo>
                    <a:pt x="6882588" y="3080056"/>
                  </a:lnTo>
                  <a:lnTo>
                    <a:pt x="6933609" y="3138793"/>
                  </a:lnTo>
                  <a:lnTo>
                    <a:pt x="6987650" y="3191415"/>
                  </a:lnTo>
                  <a:lnTo>
                    <a:pt x="7045521" y="3238581"/>
                  </a:lnTo>
                  <a:lnTo>
                    <a:pt x="7107992" y="3280939"/>
                  </a:lnTo>
                  <a:lnTo>
                    <a:pt x="7175712" y="3319068"/>
                  </a:lnTo>
                  <a:lnTo>
                    <a:pt x="7249111" y="3353446"/>
                  </a:lnTo>
                  <a:lnTo>
                    <a:pt x="7328260" y="3384440"/>
                  </a:lnTo>
                  <a:lnTo>
                    <a:pt x="7412712" y="3412290"/>
                  </a:lnTo>
                  <a:lnTo>
                    <a:pt x="7501323" y="3437121"/>
                  </a:lnTo>
                  <a:lnTo>
                    <a:pt x="7592119" y="3458954"/>
                  </a:lnTo>
                  <a:lnTo>
                    <a:pt x="7682250" y="3477738"/>
                  </a:lnTo>
                  <a:lnTo>
                    <a:pt x="7768145" y="3493403"/>
                  </a:lnTo>
                  <a:lnTo>
                    <a:pt x="7845898" y="3505920"/>
                  </a:lnTo>
                  <a:lnTo>
                    <a:pt x="7911881" y="3515368"/>
                  </a:lnTo>
                  <a:lnTo>
                    <a:pt x="7963448" y="3521979"/>
                  </a:lnTo>
                  <a:lnTo>
                    <a:pt x="7999548" y="3526144"/>
                  </a:lnTo>
                  <a:lnTo>
                    <a:pt x="8021036" y="3528384"/>
                  </a:lnTo>
                  <a:lnTo>
                    <a:pt x="8030656" y="3529294"/>
                  </a:lnTo>
                  <a:lnTo>
                    <a:pt x="8032819" y="3529481"/>
                  </a:lnTo>
                  <a:lnTo>
                    <a:pt x="8554953" y="3529481"/>
                  </a:lnTo>
                  <a:lnTo>
                    <a:pt x="8554953" y="3523834"/>
                  </a:lnTo>
                  <a:lnTo>
                    <a:pt x="8032819" y="3523834"/>
                  </a:lnTo>
                  <a:lnTo>
                    <a:pt x="8031723" y="3523741"/>
                  </a:lnTo>
                  <a:lnTo>
                    <a:pt x="8024536" y="3523078"/>
                  </a:lnTo>
                  <a:lnTo>
                    <a:pt x="8006477" y="3521243"/>
                  </a:lnTo>
                  <a:lnTo>
                    <a:pt x="7974348" y="3517634"/>
                  </a:lnTo>
                  <a:lnTo>
                    <a:pt x="7926785" y="3511704"/>
                  </a:lnTo>
                  <a:lnTo>
                    <a:pt x="7864360" y="3503024"/>
                  </a:lnTo>
                  <a:lnTo>
                    <a:pt x="7789353" y="3491320"/>
                  </a:lnTo>
                  <a:lnTo>
                    <a:pt x="7705202" y="3476477"/>
                  </a:lnTo>
                  <a:lnTo>
                    <a:pt x="7615809" y="3458499"/>
                  </a:lnTo>
                  <a:lnTo>
                    <a:pt x="7524878" y="3437455"/>
                  </a:lnTo>
                  <a:lnTo>
                    <a:pt x="7435471" y="3413403"/>
                  </a:lnTo>
                  <a:lnTo>
                    <a:pt x="7349793" y="3386347"/>
                  </a:lnTo>
                  <a:lnTo>
                    <a:pt x="7269194" y="3356191"/>
                  </a:lnTo>
                  <a:lnTo>
                    <a:pt x="7194286" y="3322725"/>
                  </a:lnTo>
                  <a:lnTo>
                    <a:pt x="7125115" y="3285616"/>
                  </a:lnTo>
                  <a:lnTo>
                    <a:pt x="7061332" y="3244413"/>
                  </a:lnTo>
                  <a:lnTo>
                    <a:pt x="7002332" y="3198560"/>
                  </a:lnTo>
                  <a:lnTo>
                    <a:pt x="6947371" y="3147424"/>
                  </a:lnTo>
                  <a:lnTo>
                    <a:pt x="6895640" y="3090342"/>
                  </a:lnTo>
                  <a:lnTo>
                    <a:pt x="6846339" y="3026703"/>
                  </a:lnTo>
                  <a:lnTo>
                    <a:pt x="6798734" y="2956092"/>
                  </a:lnTo>
                  <a:lnTo>
                    <a:pt x="6786527" y="2936528"/>
                  </a:lnTo>
                  <a:lnTo>
                    <a:pt x="6752446" y="2878840"/>
                  </a:lnTo>
                  <a:lnTo>
                    <a:pt x="6718673" y="2817293"/>
                  </a:lnTo>
                  <a:lnTo>
                    <a:pt x="6685035" y="2751808"/>
                  </a:lnTo>
                  <a:lnTo>
                    <a:pt x="6651390" y="2682357"/>
                  </a:lnTo>
                  <a:lnTo>
                    <a:pt x="6617630" y="2608970"/>
                  </a:lnTo>
                  <a:lnTo>
                    <a:pt x="6583673" y="2531736"/>
                  </a:lnTo>
                  <a:lnTo>
                    <a:pt x="6549462" y="2450811"/>
                  </a:lnTo>
                  <a:lnTo>
                    <a:pt x="6514965" y="2366420"/>
                  </a:lnTo>
                  <a:lnTo>
                    <a:pt x="6480172" y="2278854"/>
                  </a:lnTo>
                  <a:lnTo>
                    <a:pt x="6445092" y="2188471"/>
                  </a:lnTo>
                  <a:lnTo>
                    <a:pt x="6409752" y="2095690"/>
                  </a:lnTo>
                  <a:lnTo>
                    <a:pt x="6374193" y="2000985"/>
                  </a:lnTo>
                  <a:lnTo>
                    <a:pt x="6338470" y="1904877"/>
                  </a:lnTo>
                  <a:lnTo>
                    <a:pt x="6302646" y="1807920"/>
                  </a:lnTo>
                  <a:lnTo>
                    <a:pt x="6266788" y="1710686"/>
                  </a:lnTo>
                  <a:lnTo>
                    <a:pt x="6230967" y="1613760"/>
                  </a:lnTo>
                  <a:lnTo>
                    <a:pt x="6195251" y="1517713"/>
                  </a:lnTo>
                  <a:lnTo>
                    <a:pt x="6159703" y="1423100"/>
                  </a:lnTo>
                  <a:lnTo>
                    <a:pt x="6124376" y="1330436"/>
                  </a:lnTo>
                  <a:lnTo>
                    <a:pt x="6089311" y="1240194"/>
                  </a:lnTo>
                  <a:lnTo>
                    <a:pt x="6054534" y="1152790"/>
                  </a:lnTo>
                  <a:lnTo>
                    <a:pt x="6020053" y="1068579"/>
                  </a:lnTo>
                  <a:lnTo>
                    <a:pt x="5985857" y="987848"/>
                  </a:lnTo>
                  <a:lnTo>
                    <a:pt x="5951911" y="910817"/>
                  </a:lnTo>
                  <a:lnTo>
                    <a:pt x="5918160" y="837640"/>
                  </a:lnTo>
                  <a:lnTo>
                    <a:pt x="5884519" y="768402"/>
                  </a:lnTo>
                  <a:lnTo>
                    <a:pt x="5850877" y="703130"/>
                  </a:lnTo>
                  <a:lnTo>
                    <a:pt x="5817092" y="641793"/>
                  </a:lnTo>
                  <a:lnTo>
                    <a:pt x="5784835" y="587305"/>
                  </a:lnTo>
                  <a:lnTo>
                    <a:pt x="5737567" y="514854"/>
                  </a:lnTo>
                  <a:lnTo>
                    <a:pt x="5688774" y="449425"/>
                  </a:lnTo>
                  <a:lnTo>
                    <a:pt x="5637753" y="390688"/>
                  </a:lnTo>
                  <a:lnTo>
                    <a:pt x="5583712" y="338066"/>
                  </a:lnTo>
                  <a:lnTo>
                    <a:pt x="5525841" y="290900"/>
                  </a:lnTo>
                  <a:lnTo>
                    <a:pt x="5463370" y="248542"/>
                  </a:lnTo>
                  <a:lnTo>
                    <a:pt x="5395650" y="210413"/>
                  </a:lnTo>
                  <a:lnTo>
                    <a:pt x="5322251" y="176035"/>
                  </a:lnTo>
                  <a:lnTo>
                    <a:pt x="5243102" y="145041"/>
                  </a:lnTo>
                  <a:lnTo>
                    <a:pt x="5158650" y="117191"/>
                  </a:lnTo>
                  <a:lnTo>
                    <a:pt x="5070039" y="92360"/>
                  </a:lnTo>
                  <a:lnTo>
                    <a:pt x="4979243" y="70527"/>
                  </a:lnTo>
                  <a:lnTo>
                    <a:pt x="4889112" y="51743"/>
                  </a:lnTo>
                  <a:lnTo>
                    <a:pt x="4803217" y="36078"/>
                  </a:lnTo>
                  <a:lnTo>
                    <a:pt x="4725464" y="23561"/>
                  </a:lnTo>
                  <a:lnTo>
                    <a:pt x="4659481" y="14113"/>
                  </a:lnTo>
                  <a:lnTo>
                    <a:pt x="4607914" y="7502"/>
                  </a:lnTo>
                  <a:lnTo>
                    <a:pt x="4571814" y="3337"/>
                  </a:lnTo>
                  <a:lnTo>
                    <a:pt x="4550326" y="1097"/>
                  </a:lnTo>
                  <a:lnTo>
                    <a:pt x="4540706" y="187"/>
                  </a:lnTo>
                  <a:lnTo>
                    <a:pt x="4538543" y="0"/>
                  </a:lnTo>
                  <a:lnTo>
                    <a:pt x="4016409" y="0"/>
                  </a:lnTo>
                  <a:lnTo>
                    <a:pt x="4015489" y="89"/>
                  </a:lnTo>
                  <a:lnTo>
                    <a:pt x="4009427" y="724"/>
                  </a:lnTo>
                  <a:lnTo>
                    <a:pt x="3994117" y="2481"/>
                  </a:lnTo>
                  <a:lnTo>
                    <a:pt x="3966670" y="5940"/>
                  </a:lnTo>
                  <a:lnTo>
                    <a:pt x="3925621" y="11642"/>
                  </a:lnTo>
                  <a:lnTo>
                    <a:pt x="3871038" y="20036"/>
                  </a:lnTo>
                  <a:lnTo>
                    <a:pt x="3804421" y="31433"/>
                  </a:lnTo>
                  <a:lnTo>
                    <a:pt x="3728361" y="45997"/>
                  </a:lnTo>
                  <a:lnTo>
                    <a:pt x="3646039" y="63766"/>
                  </a:lnTo>
                  <a:lnTo>
                    <a:pt x="3560705" y="84697"/>
                  </a:lnTo>
                  <a:lnTo>
                    <a:pt x="3475254" y="108719"/>
                  </a:lnTo>
                  <a:lnTo>
                    <a:pt x="3391977" y="135791"/>
                  </a:lnTo>
                  <a:lnTo>
                    <a:pt x="3312470" y="165939"/>
                  </a:lnTo>
                  <a:lnTo>
                    <a:pt x="3237674" y="199283"/>
                  </a:lnTo>
                  <a:lnTo>
                    <a:pt x="3167982" y="236053"/>
                  </a:lnTo>
                  <a:lnTo>
                    <a:pt x="3103364" y="276587"/>
                  </a:lnTo>
                  <a:lnTo>
                    <a:pt x="3043498" y="321329"/>
                  </a:lnTo>
                  <a:lnTo>
                    <a:pt x="2987869" y="370817"/>
                  </a:lnTo>
                  <a:lnTo>
                    <a:pt x="2935852" y="425660"/>
                  </a:lnTo>
                  <a:lnTo>
                    <a:pt x="2886771" y="486495"/>
                  </a:lnTo>
                  <a:lnTo>
                    <a:pt x="2839952" y="553922"/>
                  </a:lnTo>
                  <a:lnTo>
                    <a:pt x="2794765" y="628388"/>
                  </a:lnTo>
                  <a:lnTo>
                    <a:pt x="2770117" y="672954"/>
                  </a:lnTo>
                  <a:lnTo>
                    <a:pt x="2737970" y="735167"/>
                  </a:lnTo>
                  <a:lnTo>
                    <a:pt x="2706106" y="801306"/>
                  </a:lnTo>
                  <a:lnTo>
                    <a:pt x="2674378" y="871451"/>
                  </a:lnTo>
                  <a:lnTo>
                    <a:pt x="2642663" y="945637"/>
                  </a:lnTo>
                  <a:lnTo>
                    <a:pt x="2610865" y="1023846"/>
                  </a:lnTo>
                  <a:lnTo>
                    <a:pt x="2578910" y="1106007"/>
                  </a:lnTo>
                  <a:lnTo>
                    <a:pt x="2546744" y="1191992"/>
                  </a:lnTo>
                  <a:lnTo>
                    <a:pt x="2514332" y="1281608"/>
                  </a:lnTo>
                  <a:lnTo>
                    <a:pt x="2481659" y="1374604"/>
                  </a:lnTo>
                  <a:lnTo>
                    <a:pt x="2448724" y="1470666"/>
                  </a:lnTo>
                  <a:lnTo>
                    <a:pt x="2415543" y="1569423"/>
                  </a:lnTo>
                  <a:lnTo>
                    <a:pt x="2382142" y="1670449"/>
                  </a:lnTo>
                  <a:lnTo>
                    <a:pt x="2348561" y="1773272"/>
                  </a:lnTo>
                  <a:lnTo>
                    <a:pt x="2314847" y="1877383"/>
                  </a:lnTo>
                  <a:lnTo>
                    <a:pt x="2281056" y="1982243"/>
                  </a:lnTo>
                  <a:lnTo>
                    <a:pt x="2247244" y="2087298"/>
                  </a:lnTo>
                  <a:lnTo>
                    <a:pt x="2213470" y="2191989"/>
                  </a:lnTo>
                  <a:lnTo>
                    <a:pt x="2179791" y="2295766"/>
                  </a:lnTo>
                  <a:lnTo>
                    <a:pt x="2146260" y="2398097"/>
                  </a:lnTo>
                  <a:lnTo>
                    <a:pt x="2112922" y="2498484"/>
                  </a:lnTo>
                  <a:lnTo>
                    <a:pt x="2079813" y="2596467"/>
                  </a:lnTo>
                  <a:lnTo>
                    <a:pt x="2046956" y="2691636"/>
                  </a:lnTo>
                  <a:lnTo>
                    <a:pt x="2014363" y="2783639"/>
                  </a:lnTo>
                  <a:lnTo>
                    <a:pt x="1982029" y="2872178"/>
                  </a:lnTo>
                  <a:lnTo>
                    <a:pt x="1949931" y="2957022"/>
                  </a:lnTo>
                  <a:lnTo>
                    <a:pt x="1918030" y="3037997"/>
                  </a:lnTo>
                  <a:lnTo>
                    <a:pt x="1886266" y="3114992"/>
                  </a:lnTo>
                  <a:lnTo>
                    <a:pt x="1854558" y="3187952"/>
                  </a:lnTo>
                  <a:lnTo>
                    <a:pt x="1822803" y="3256878"/>
                  </a:lnTo>
                  <a:lnTo>
                    <a:pt x="1790870" y="3321817"/>
                  </a:lnTo>
                  <a:lnTo>
                    <a:pt x="1768425" y="3364772"/>
                  </a:lnTo>
                  <a:lnTo>
                    <a:pt x="1723908" y="3443239"/>
                  </a:lnTo>
                  <a:lnTo>
                    <a:pt x="1678070" y="3514545"/>
                  </a:lnTo>
                  <a:lnTo>
                    <a:pt x="1630330" y="3578982"/>
                  </a:lnTo>
                  <a:lnTo>
                    <a:pt x="1580031" y="3637082"/>
                  </a:lnTo>
                  <a:lnTo>
                    <a:pt x="1526494" y="3689473"/>
                  </a:lnTo>
                  <a:lnTo>
                    <a:pt x="1469059" y="3736786"/>
                  </a:lnTo>
                  <a:lnTo>
                    <a:pt x="1407141" y="3779601"/>
                  </a:lnTo>
                  <a:lnTo>
                    <a:pt x="1340298" y="3818417"/>
                  </a:lnTo>
                  <a:lnTo>
                    <a:pt x="1268325" y="3853633"/>
                  </a:lnTo>
                  <a:lnTo>
                    <a:pt x="1191362" y="3885539"/>
                  </a:lnTo>
                  <a:lnTo>
                    <a:pt x="1110031" y="3914314"/>
                  </a:lnTo>
                  <a:lnTo>
                    <a:pt x="1025551" y="3940035"/>
                  </a:lnTo>
                  <a:lnTo>
                    <a:pt x="939830" y="3962695"/>
                  </a:lnTo>
                  <a:lnTo>
                    <a:pt x="855445" y="3982232"/>
                  </a:lnTo>
                  <a:lnTo>
                    <a:pt x="775492" y="3998582"/>
                  </a:lnTo>
                  <a:lnTo>
                    <a:pt x="703248" y="4011731"/>
                  </a:lnTo>
                  <a:lnTo>
                    <a:pt x="641701" y="4021767"/>
                  </a:lnTo>
                  <a:lnTo>
                    <a:pt x="593013" y="4028921"/>
                  </a:lnTo>
                  <a:lnTo>
                    <a:pt x="558078" y="4033567"/>
                  </a:lnTo>
                  <a:lnTo>
                    <a:pt x="536281" y="4036200"/>
                  </a:lnTo>
                  <a:lnTo>
                    <a:pt x="525504" y="4037388"/>
                  </a:lnTo>
                  <a:lnTo>
                    <a:pt x="522295" y="4037712"/>
                  </a:lnTo>
                  <a:lnTo>
                    <a:pt x="522133" y="4037727"/>
                  </a:lnTo>
                  <a:lnTo>
                    <a:pt x="0" y="4037727"/>
                  </a:lnTo>
                  <a:close/>
                </a:path>
              </a:pathLst>
            </a:custGeom>
            <a:solidFill>
              <a:srgbClr val="B497D6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1755" name="pl1755"/>
            <p:cNvSpPr/>
            <p:nvPr/>
          </p:nvSpPr>
          <p:spPr>
            <a:xfrm>
              <a:off x="386606" y="1411432"/>
              <a:ext cx="8554953" cy="4037727"/>
            </a:xfrm>
            <a:custGeom>
              <a:avLst/>
              <a:pathLst>
                <a:path w="8554953" h="4037727">
                  <a:moveTo>
                    <a:pt x="0" y="4037727"/>
                  </a:moveTo>
                  <a:lnTo>
                    <a:pt x="522133" y="4037727"/>
                  </a:lnTo>
                  <a:lnTo>
                    <a:pt x="523053" y="4037638"/>
                  </a:lnTo>
                  <a:lnTo>
                    <a:pt x="529115" y="4037002"/>
                  </a:lnTo>
                  <a:lnTo>
                    <a:pt x="544426" y="4035246"/>
                  </a:lnTo>
                  <a:lnTo>
                    <a:pt x="571872" y="4031787"/>
                  </a:lnTo>
                  <a:lnTo>
                    <a:pt x="612921" y="4026084"/>
                  </a:lnTo>
                  <a:lnTo>
                    <a:pt x="667504" y="4017690"/>
                  </a:lnTo>
                  <a:lnTo>
                    <a:pt x="734122" y="4006294"/>
                  </a:lnTo>
                  <a:lnTo>
                    <a:pt x="810182" y="3991729"/>
                  </a:lnTo>
                  <a:lnTo>
                    <a:pt x="892503" y="3973960"/>
                  </a:lnTo>
                  <a:lnTo>
                    <a:pt x="977837" y="3953030"/>
                  </a:lnTo>
                  <a:lnTo>
                    <a:pt x="1063288" y="3929007"/>
                  </a:lnTo>
                  <a:lnTo>
                    <a:pt x="1146565" y="3901936"/>
                  </a:lnTo>
                  <a:lnTo>
                    <a:pt x="1226072" y="3871788"/>
                  </a:lnTo>
                  <a:lnTo>
                    <a:pt x="1300868" y="3838443"/>
                  </a:lnTo>
                  <a:lnTo>
                    <a:pt x="1370561" y="3801673"/>
                  </a:lnTo>
                  <a:lnTo>
                    <a:pt x="1435178" y="3761140"/>
                  </a:lnTo>
                  <a:lnTo>
                    <a:pt x="1495044" y="3716398"/>
                  </a:lnTo>
                  <a:lnTo>
                    <a:pt x="1550673" y="3666909"/>
                  </a:lnTo>
                  <a:lnTo>
                    <a:pt x="1602690" y="3612066"/>
                  </a:lnTo>
                  <a:lnTo>
                    <a:pt x="1651771" y="3551231"/>
                  </a:lnTo>
                  <a:lnTo>
                    <a:pt x="1698590" y="3483805"/>
                  </a:lnTo>
                  <a:lnTo>
                    <a:pt x="1743777" y="3409338"/>
                  </a:lnTo>
                  <a:lnTo>
                    <a:pt x="1768425" y="3364772"/>
                  </a:lnTo>
                  <a:lnTo>
                    <a:pt x="1800572" y="3302559"/>
                  </a:lnTo>
                  <a:lnTo>
                    <a:pt x="1832436" y="3236420"/>
                  </a:lnTo>
                  <a:lnTo>
                    <a:pt x="1864165" y="3166275"/>
                  </a:lnTo>
                  <a:lnTo>
                    <a:pt x="1895879" y="3092089"/>
                  </a:lnTo>
                  <a:lnTo>
                    <a:pt x="1927677" y="3013880"/>
                  </a:lnTo>
                  <a:lnTo>
                    <a:pt x="1959632" y="2931719"/>
                  </a:lnTo>
                  <a:lnTo>
                    <a:pt x="1991799" y="2845735"/>
                  </a:lnTo>
                  <a:lnTo>
                    <a:pt x="2024210" y="2756119"/>
                  </a:lnTo>
                  <a:lnTo>
                    <a:pt x="2056883" y="2663123"/>
                  </a:lnTo>
                  <a:lnTo>
                    <a:pt x="2089818" y="2567061"/>
                  </a:lnTo>
                  <a:lnTo>
                    <a:pt x="2123000" y="2468304"/>
                  </a:lnTo>
                  <a:lnTo>
                    <a:pt x="2156400" y="2367278"/>
                  </a:lnTo>
                  <a:lnTo>
                    <a:pt x="2189981" y="2264454"/>
                  </a:lnTo>
                  <a:lnTo>
                    <a:pt x="2223695" y="2160343"/>
                  </a:lnTo>
                  <a:lnTo>
                    <a:pt x="2257486" y="2055483"/>
                  </a:lnTo>
                  <a:lnTo>
                    <a:pt x="2291298" y="1950428"/>
                  </a:lnTo>
                  <a:lnTo>
                    <a:pt x="2325072" y="1845737"/>
                  </a:lnTo>
                  <a:lnTo>
                    <a:pt x="2358751" y="1741960"/>
                  </a:lnTo>
                  <a:lnTo>
                    <a:pt x="2392282" y="1639629"/>
                  </a:lnTo>
                  <a:lnTo>
                    <a:pt x="2425620" y="1539243"/>
                  </a:lnTo>
                  <a:lnTo>
                    <a:pt x="2458729" y="1441260"/>
                  </a:lnTo>
                  <a:lnTo>
                    <a:pt x="2491586" y="1346090"/>
                  </a:lnTo>
                  <a:lnTo>
                    <a:pt x="2524179" y="1254088"/>
                  </a:lnTo>
                  <a:lnTo>
                    <a:pt x="2556513" y="1165548"/>
                  </a:lnTo>
                  <a:lnTo>
                    <a:pt x="2588611" y="1080705"/>
                  </a:lnTo>
                  <a:lnTo>
                    <a:pt x="2620512" y="999730"/>
                  </a:lnTo>
                  <a:lnTo>
                    <a:pt x="2652276" y="922735"/>
                  </a:lnTo>
                  <a:lnTo>
                    <a:pt x="2683984" y="849774"/>
                  </a:lnTo>
                  <a:lnTo>
                    <a:pt x="2715739" y="780848"/>
                  </a:lnTo>
                  <a:lnTo>
                    <a:pt x="2747672" y="715909"/>
                  </a:lnTo>
                  <a:lnTo>
                    <a:pt x="2770117" y="672954"/>
                  </a:lnTo>
                  <a:lnTo>
                    <a:pt x="2814634" y="594487"/>
                  </a:lnTo>
                  <a:lnTo>
                    <a:pt x="2860472" y="523181"/>
                  </a:lnTo>
                  <a:lnTo>
                    <a:pt x="2908212" y="458744"/>
                  </a:lnTo>
                  <a:lnTo>
                    <a:pt x="2958511" y="400644"/>
                  </a:lnTo>
                  <a:lnTo>
                    <a:pt x="3012048" y="348253"/>
                  </a:lnTo>
                  <a:lnTo>
                    <a:pt x="3069483" y="300940"/>
                  </a:lnTo>
                  <a:lnTo>
                    <a:pt x="3131401" y="258125"/>
                  </a:lnTo>
                  <a:lnTo>
                    <a:pt x="3198244" y="219309"/>
                  </a:lnTo>
                  <a:lnTo>
                    <a:pt x="3270218" y="184093"/>
                  </a:lnTo>
                  <a:lnTo>
                    <a:pt x="3347180" y="152188"/>
                  </a:lnTo>
                  <a:lnTo>
                    <a:pt x="3428512" y="123412"/>
                  </a:lnTo>
                  <a:lnTo>
                    <a:pt x="3512991" y="97691"/>
                  </a:lnTo>
                  <a:lnTo>
                    <a:pt x="3598712" y="75032"/>
                  </a:lnTo>
                  <a:lnTo>
                    <a:pt x="3683097" y="55494"/>
                  </a:lnTo>
                  <a:lnTo>
                    <a:pt x="3763050" y="39144"/>
                  </a:lnTo>
                  <a:lnTo>
                    <a:pt x="3835294" y="25995"/>
                  </a:lnTo>
                  <a:lnTo>
                    <a:pt x="3896841" y="15959"/>
                  </a:lnTo>
                  <a:lnTo>
                    <a:pt x="3945529" y="8806"/>
                  </a:lnTo>
                  <a:lnTo>
                    <a:pt x="3980465" y="4160"/>
                  </a:lnTo>
                  <a:lnTo>
                    <a:pt x="4002261" y="1526"/>
                  </a:lnTo>
                  <a:lnTo>
                    <a:pt x="4013038" y="339"/>
                  </a:lnTo>
                  <a:lnTo>
                    <a:pt x="4016247" y="15"/>
                  </a:lnTo>
                  <a:lnTo>
                    <a:pt x="4016409" y="0"/>
                  </a:lnTo>
                  <a:lnTo>
                    <a:pt x="4538543" y="0"/>
                  </a:lnTo>
                  <a:lnTo>
                    <a:pt x="4539639" y="93"/>
                  </a:lnTo>
                  <a:lnTo>
                    <a:pt x="4546826" y="756"/>
                  </a:lnTo>
                  <a:lnTo>
                    <a:pt x="4564885" y="2591"/>
                  </a:lnTo>
                  <a:lnTo>
                    <a:pt x="4597014" y="6200"/>
                  </a:lnTo>
                  <a:lnTo>
                    <a:pt x="4644577" y="12129"/>
                  </a:lnTo>
                  <a:lnTo>
                    <a:pt x="4707002" y="20809"/>
                  </a:lnTo>
                  <a:lnTo>
                    <a:pt x="4782009" y="32514"/>
                  </a:lnTo>
                  <a:lnTo>
                    <a:pt x="4866160" y="47357"/>
                  </a:lnTo>
                  <a:lnTo>
                    <a:pt x="4955553" y="65334"/>
                  </a:lnTo>
                  <a:lnTo>
                    <a:pt x="5046484" y="86379"/>
                  </a:lnTo>
                  <a:lnTo>
                    <a:pt x="5135891" y="110430"/>
                  </a:lnTo>
                  <a:lnTo>
                    <a:pt x="5221568" y="137486"/>
                  </a:lnTo>
                  <a:lnTo>
                    <a:pt x="5302168" y="167642"/>
                  </a:lnTo>
                  <a:lnTo>
                    <a:pt x="5377076" y="201108"/>
                  </a:lnTo>
                  <a:lnTo>
                    <a:pt x="5446247" y="238218"/>
                  </a:lnTo>
                  <a:lnTo>
                    <a:pt x="5510030" y="279421"/>
                  </a:lnTo>
                  <a:lnTo>
                    <a:pt x="5569030" y="325274"/>
                  </a:lnTo>
                  <a:lnTo>
                    <a:pt x="5623991" y="376410"/>
                  </a:lnTo>
                  <a:lnTo>
                    <a:pt x="5675722" y="433492"/>
                  </a:lnTo>
                  <a:lnTo>
                    <a:pt x="5725023" y="497131"/>
                  </a:lnTo>
                  <a:lnTo>
                    <a:pt x="5772628" y="567742"/>
                  </a:lnTo>
                  <a:lnTo>
                    <a:pt x="5784835" y="587305"/>
                  </a:lnTo>
                  <a:lnTo>
                    <a:pt x="5818916" y="644993"/>
                  </a:lnTo>
                  <a:lnTo>
                    <a:pt x="5852689" y="706540"/>
                  </a:lnTo>
                  <a:lnTo>
                    <a:pt x="5886327" y="772026"/>
                  </a:lnTo>
                  <a:lnTo>
                    <a:pt x="5919972" y="841476"/>
                  </a:lnTo>
                  <a:lnTo>
                    <a:pt x="5953732" y="914864"/>
                  </a:lnTo>
                  <a:lnTo>
                    <a:pt x="5987689" y="992098"/>
                  </a:lnTo>
                  <a:lnTo>
                    <a:pt x="6021900" y="1073022"/>
                  </a:lnTo>
                  <a:lnTo>
                    <a:pt x="6056397" y="1157413"/>
                  </a:lnTo>
                  <a:lnTo>
                    <a:pt x="6091190" y="1244980"/>
                  </a:lnTo>
                  <a:lnTo>
                    <a:pt x="6126270" y="1335363"/>
                  </a:lnTo>
                  <a:lnTo>
                    <a:pt x="6161610" y="1428144"/>
                  </a:lnTo>
                  <a:lnTo>
                    <a:pt x="6197169" y="1522848"/>
                  </a:lnTo>
                  <a:lnTo>
                    <a:pt x="6232892" y="1618956"/>
                  </a:lnTo>
                  <a:lnTo>
                    <a:pt x="6268716" y="1715914"/>
                  </a:lnTo>
                  <a:lnTo>
                    <a:pt x="6304574" y="1813147"/>
                  </a:lnTo>
                  <a:lnTo>
                    <a:pt x="6340395" y="1910074"/>
                  </a:lnTo>
                  <a:lnTo>
                    <a:pt x="6376110" y="2006120"/>
                  </a:lnTo>
                  <a:lnTo>
                    <a:pt x="6411659" y="2100734"/>
                  </a:lnTo>
                  <a:lnTo>
                    <a:pt x="6446986" y="2193398"/>
                  </a:lnTo>
                  <a:lnTo>
                    <a:pt x="6482051" y="2283640"/>
                  </a:lnTo>
                  <a:lnTo>
                    <a:pt x="6516828" y="2371044"/>
                  </a:lnTo>
                  <a:lnTo>
                    <a:pt x="6551309" y="2455255"/>
                  </a:lnTo>
                  <a:lnTo>
                    <a:pt x="6585505" y="2535986"/>
                  </a:lnTo>
                  <a:lnTo>
                    <a:pt x="6619451" y="2613016"/>
                  </a:lnTo>
                  <a:lnTo>
                    <a:pt x="6653202" y="2686194"/>
                  </a:lnTo>
                  <a:lnTo>
                    <a:pt x="6686843" y="2755432"/>
                  </a:lnTo>
                  <a:lnTo>
                    <a:pt x="6720485" y="2820704"/>
                  </a:lnTo>
                  <a:lnTo>
                    <a:pt x="6754270" y="2882041"/>
                  </a:lnTo>
                  <a:lnTo>
                    <a:pt x="6786527" y="2936528"/>
                  </a:lnTo>
                  <a:lnTo>
                    <a:pt x="6833795" y="3008980"/>
                  </a:lnTo>
                  <a:lnTo>
                    <a:pt x="6882588" y="3074408"/>
                  </a:lnTo>
                  <a:lnTo>
                    <a:pt x="6933609" y="3133146"/>
                  </a:lnTo>
                  <a:lnTo>
                    <a:pt x="6987650" y="3185768"/>
                  </a:lnTo>
                  <a:lnTo>
                    <a:pt x="7045521" y="3232934"/>
                  </a:lnTo>
                  <a:lnTo>
                    <a:pt x="7107992" y="3275292"/>
                  </a:lnTo>
                  <a:lnTo>
                    <a:pt x="7175712" y="3313420"/>
                  </a:lnTo>
                  <a:lnTo>
                    <a:pt x="7249111" y="3347799"/>
                  </a:lnTo>
                  <a:lnTo>
                    <a:pt x="7328260" y="3378792"/>
                  </a:lnTo>
                  <a:lnTo>
                    <a:pt x="7412712" y="3406643"/>
                  </a:lnTo>
                  <a:lnTo>
                    <a:pt x="7501323" y="3431474"/>
                  </a:lnTo>
                  <a:lnTo>
                    <a:pt x="7592119" y="3453307"/>
                  </a:lnTo>
                  <a:lnTo>
                    <a:pt x="7682250" y="3472091"/>
                  </a:lnTo>
                  <a:lnTo>
                    <a:pt x="7768145" y="3487755"/>
                  </a:lnTo>
                  <a:lnTo>
                    <a:pt x="7845898" y="3500272"/>
                  </a:lnTo>
                  <a:lnTo>
                    <a:pt x="7911881" y="3509721"/>
                  </a:lnTo>
                  <a:lnTo>
                    <a:pt x="7963448" y="3516332"/>
                  </a:lnTo>
                  <a:lnTo>
                    <a:pt x="7999548" y="3520497"/>
                  </a:lnTo>
                  <a:lnTo>
                    <a:pt x="8021036" y="3522737"/>
                  </a:lnTo>
                  <a:lnTo>
                    <a:pt x="8030656" y="3523647"/>
                  </a:lnTo>
                  <a:lnTo>
                    <a:pt x="8032799" y="3523833"/>
                  </a:lnTo>
                  <a:lnTo>
                    <a:pt x="8032819" y="3523834"/>
                  </a:lnTo>
                  <a:lnTo>
                    <a:pt x="8554953" y="3523834"/>
                  </a:lnTo>
                  <a:lnTo>
                    <a:pt x="8554953" y="3523834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756" name="pl1756"/>
            <p:cNvSpPr/>
            <p:nvPr/>
          </p:nvSpPr>
          <p:spPr>
            <a:xfrm>
              <a:off x="386606" y="1405784"/>
              <a:ext cx="8554953" cy="4037727"/>
            </a:xfrm>
            <a:custGeom>
              <a:avLst/>
              <a:pathLst>
                <a:path w="8554953" h="4037727">
                  <a:moveTo>
                    <a:pt x="8554953" y="3523834"/>
                  </a:moveTo>
                  <a:lnTo>
                    <a:pt x="8032819" y="3523834"/>
                  </a:lnTo>
                  <a:lnTo>
                    <a:pt x="8031723" y="3523741"/>
                  </a:lnTo>
                  <a:lnTo>
                    <a:pt x="8024536" y="3523078"/>
                  </a:lnTo>
                  <a:lnTo>
                    <a:pt x="8006477" y="3521243"/>
                  </a:lnTo>
                  <a:lnTo>
                    <a:pt x="7974348" y="3517634"/>
                  </a:lnTo>
                  <a:lnTo>
                    <a:pt x="7926785" y="3511704"/>
                  </a:lnTo>
                  <a:lnTo>
                    <a:pt x="7864360" y="3503024"/>
                  </a:lnTo>
                  <a:lnTo>
                    <a:pt x="7789353" y="3491320"/>
                  </a:lnTo>
                  <a:lnTo>
                    <a:pt x="7705202" y="3476477"/>
                  </a:lnTo>
                  <a:lnTo>
                    <a:pt x="7615809" y="3458499"/>
                  </a:lnTo>
                  <a:lnTo>
                    <a:pt x="7524878" y="3437455"/>
                  </a:lnTo>
                  <a:lnTo>
                    <a:pt x="7435471" y="3413403"/>
                  </a:lnTo>
                  <a:lnTo>
                    <a:pt x="7349793" y="3386347"/>
                  </a:lnTo>
                  <a:lnTo>
                    <a:pt x="7269194" y="3356191"/>
                  </a:lnTo>
                  <a:lnTo>
                    <a:pt x="7194286" y="3322725"/>
                  </a:lnTo>
                  <a:lnTo>
                    <a:pt x="7125115" y="3285616"/>
                  </a:lnTo>
                  <a:lnTo>
                    <a:pt x="7061332" y="3244413"/>
                  </a:lnTo>
                  <a:lnTo>
                    <a:pt x="7002332" y="3198560"/>
                  </a:lnTo>
                  <a:lnTo>
                    <a:pt x="6947371" y="3147424"/>
                  </a:lnTo>
                  <a:lnTo>
                    <a:pt x="6895640" y="3090342"/>
                  </a:lnTo>
                  <a:lnTo>
                    <a:pt x="6846339" y="3026703"/>
                  </a:lnTo>
                  <a:lnTo>
                    <a:pt x="6798734" y="2956092"/>
                  </a:lnTo>
                  <a:lnTo>
                    <a:pt x="6786527" y="2936528"/>
                  </a:lnTo>
                  <a:lnTo>
                    <a:pt x="6752446" y="2878840"/>
                  </a:lnTo>
                  <a:lnTo>
                    <a:pt x="6718673" y="2817293"/>
                  </a:lnTo>
                  <a:lnTo>
                    <a:pt x="6685035" y="2751808"/>
                  </a:lnTo>
                  <a:lnTo>
                    <a:pt x="6651390" y="2682357"/>
                  </a:lnTo>
                  <a:lnTo>
                    <a:pt x="6617630" y="2608970"/>
                  </a:lnTo>
                  <a:lnTo>
                    <a:pt x="6583673" y="2531736"/>
                  </a:lnTo>
                  <a:lnTo>
                    <a:pt x="6549462" y="2450811"/>
                  </a:lnTo>
                  <a:lnTo>
                    <a:pt x="6514965" y="2366420"/>
                  </a:lnTo>
                  <a:lnTo>
                    <a:pt x="6480172" y="2278854"/>
                  </a:lnTo>
                  <a:lnTo>
                    <a:pt x="6445092" y="2188471"/>
                  </a:lnTo>
                  <a:lnTo>
                    <a:pt x="6409752" y="2095690"/>
                  </a:lnTo>
                  <a:lnTo>
                    <a:pt x="6374193" y="2000985"/>
                  </a:lnTo>
                  <a:lnTo>
                    <a:pt x="6338470" y="1904877"/>
                  </a:lnTo>
                  <a:lnTo>
                    <a:pt x="6302646" y="1807920"/>
                  </a:lnTo>
                  <a:lnTo>
                    <a:pt x="6266788" y="1710686"/>
                  </a:lnTo>
                  <a:lnTo>
                    <a:pt x="6230967" y="1613760"/>
                  </a:lnTo>
                  <a:lnTo>
                    <a:pt x="6195251" y="1517713"/>
                  </a:lnTo>
                  <a:lnTo>
                    <a:pt x="6159703" y="1423100"/>
                  </a:lnTo>
                  <a:lnTo>
                    <a:pt x="6124376" y="1330436"/>
                  </a:lnTo>
                  <a:lnTo>
                    <a:pt x="6089311" y="1240194"/>
                  </a:lnTo>
                  <a:lnTo>
                    <a:pt x="6054534" y="1152790"/>
                  </a:lnTo>
                  <a:lnTo>
                    <a:pt x="6020053" y="1068579"/>
                  </a:lnTo>
                  <a:lnTo>
                    <a:pt x="5985857" y="987848"/>
                  </a:lnTo>
                  <a:lnTo>
                    <a:pt x="5951911" y="910817"/>
                  </a:lnTo>
                  <a:lnTo>
                    <a:pt x="5918160" y="837640"/>
                  </a:lnTo>
                  <a:lnTo>
                    <a:pt x="5884519" y="768402"/>
                  </a:lnTo>
                  <a:lnTo>
                    <a:pt x="5850877" y="703130"/>
                  </a:lnTo>
                  <a:lnTo>
                    <a:pt x="5817092" y="641793"/>
                  </a:lnTo>
                  <a:lnTo>
                    <a:pt x="5784835" y="587305"/>
                  </a:lnTo>
                  <a:lnTo>
                    <a:pt x="5737567" y="514854"/>
                  </a:lnTo>
                  <a:lnTo>
                    <a:pt x="5688774" y="449425"/>
                  </a:lnTo>
                  <a:lnTo>
                    <a:pt x="5637753" y="390688"/>
                  </a:lnTo>
                  <a:lnTo>
                    <a:pt x="5583712" y="338066"/>
                  </a:lnTo>
                  <a:lnTo>
                    <a:pt x="5525841" y="290900"/>
                  </a:lnTo>
                  <a:lnTo>
                    <a:pt x="5463370" y="248542"/>
                  </a:lnTo>
                  <a:lnTo>
                    <a:pt x="5395650" y="210413"/>
                  </a:lnTo>
                  <a:lnTo>
                    <a:pt x="5322251" y="176035"/>
                  </a:lnTo>
                  <a:lnTo>
                    <a:pt x="5243102" y="145041"/>
                  </a:lnTo>
                  <a:lnTo>
                    <a:pt x="5158650" y="117191"/>
                  </a:lnTo>
                  <a:lnTo>
                    <a:pt x="5070039" y="92360"/>
                  </a:lnTo>
                  <a:lnTo>
                    <a:pt x="4979243" y="70527"/>
                  </a:lnTo>
                  <a:lnTo>
                    <a:pt x="4889112" y="51743"/>
                  </a:lnTo>
                  <a:lnTo>
                    <a:pt x="4803217" y="36078"/>
                  </a:lnTo>
                  <a:lnTo>
                    <a:pt x="4725464" y="23561"/>
                  </a:lnTo>
                  <a:lnTo>
                    <a:pt x="4659481" y="14113"/>
                  </a:lnTo>
                  <a:lnTo>
                    <a:pt x="4607914" y="7502"/>
                  </a:lnTo>
                  <a:lnTo>
                    <a:pt x="4571814" y="3337"/>
                  </a:lnTo>
                  <a:lnTo>
                    <a:pt x="4550326" y="1097"/>
                  </a:lnTo>
                  <a:lnTo>
                    <a:pt x="4540706" y="187"/>
                  </a:lnTo>
                  <a:lnTo>
                    <a:pt x="4538563" y="1"/>
                  </a:lnTo>
                  <a:lnTo>
                    <a:pt x="4538543" y="0"/>
                  </a:lnTo>
                  <a:lnTo>
                    <a:pt x="4016409" y="0"/>
                  </a:lnTo>
                  <a:lnTo>
                    <a:pt x="4015489" y="89"/>
                  </a:lnTo>
                  <a:lnTo>
                    <a:pt x="4009427" y="724"/>
                  </a:lnTo>
                  <a:lnTo>
                    <a:pt x="3994117" y="2481"/>
                  </a:lnTo>
                  <a:lnTo>
                    <a:pt x="3966670" y="5940"/>
                  </a:lnTo>
                  <a:lnTo>
                    <a:pt x="3925621" y="11642"/>
                  </a:lnTo>
                  <a:lnTo>
                    <a:pt x="3871038" y="20036"/>
                  </a:lnTo>
                  <a:lnTo>
                    <a:pt x="3804421" y="31433"/>
                  </a:lnTo>
                  <a:lnTo>
                    <a:pt x="3728361" y="45997"/>
                  </a:lnTo>
                  <a:lnTo>
                    <a:pt x="3646039" y="63766"/>
                  </a:lnTo>
                  <a:lnTo>
                    <a:pt x="3560705" y="84697"/>
                  </a:lnTo>
                  <a:lnTo>
                    <a:pt x="3475254" y="108719"/>
                  </a:lnTo>
                  <a:lnTo>
                    <a:pt x="3391977" y="135791"/>
                  </a:lnTo>
                  <a:lnTo>
                    <a:pt x="3312470" y="165939"/>
                  </a:lnTo>
                  <a:lnTo>
                    <a:pt x="3237674" y="199283"/>
                  </a:lnTo>
                  <a:lnTo>
                    <a:pt x="3167982" y="236053"/>
                  </a:lnTo>
                  <a:lnTo>
                    <a:pt x="3103364" y="276587"/>
                  </a:lnTo>
                  <a:lnTo>
                    <a:pt x="3043498" y="321329"/>
                  </a:lnTo>
                  <a:lnTo>
                    <a:pt x="2987869" y="370817"/>
                  </a:lnTo>
                  <a:lnTo>
                    <a:pt x="2935852" y="425660"/>
                  </a:lnTo>
                  <a:lnTo>
                    <a:pt x="2886771" y="486495"/>
                  </a:lnTo>
                  <a:lnTo>
                    <a:pt x="2839952" y="553922"/>
                  </a:lnTo>
                  <a:lnTo>
                    <a:pt x="2794765" y="628388"/>
                  </a:lnTo>
                  <a:lnTo>
                    <a:pt x="2770117" y="672954"/>
                  </a:lnTo>
                  <a:lnTo>
                    <a:pt x="2737970" y="735167"/>
                  </a:lnTo>
                  <a:lnTo>
                    <a:pt x="2706106" y="801306"/>
                  </a:lnTo>
                  <a:lnTo>
                    <a:pt x="2674378" y="871451"/>
                  </a:lnTo>
                  <a:lnTo>
                    <a:pt x="2642663" y="945637"/>
                  </a:lnTo>
                  <a:lnTo>
                    <a:pt x="2610865" y="1023846"/>
                  </a:lnTo>
                  <a:lnTo>
                    <a:pt x="2578910" y="1106007"/>
                  </a:lnTo>
                  <a:lnTo>
                    <a:pt x="2546744" y="1191992"/>
                  </a:lnTo>
                  <a:lnTo>
                    <a:pt x="2514332" y="1281608"/>
                  </a:lnTo>
                  <a:lnTo>
                    <a:pt x="2481659" y="1374604"/>
                  </a:lnTo>
                  <a:lnTo>
                    <a:pt x="2448724" y="1470666"/>
                  </a:lnTo>
                  <a:lnTo>
                    <a:pt x="2415543" y="1569423"/>
                  </a:lnTo>
                  <a:lnTo>
                    <a:pt x="2382142" y="1670449"/>
                  </a:lnTo>
                  <a:lnTo>
                    <a:pt x="2348561" y="1773272"/>
                  </a:lnTo>
                  <a:lnTo>
                    <a:pt x="2314847" y="1877383"/>
                  </a:lnTo>
                  <a:lnTo>
                    <a:pt x="2281056" y="1982243"/>
                  </a:lnTo>
                  <a:lnTo>
                    <a:pt x="2247244" y="2087298"/>
                  </a:lnTo>
                  <a:lnTo>
                    <a:pt x="2213470" y="2191989"/>
                  </a:lnTo>
                  <a:lnTo>
                    <a:pt x="2179791" y="2295766"/>
                  </a:lnTo>
                  <a:lnTo>
                    <a:pt x="2146260" y="2398097"/>
                  </a:lnTo>
                  <a:lnTo>
                    <a:pt x="2112922" y="2498484"/>
                  </a:lnTo>
                  <a:lnTo>
                    <a:pt x="2079813" y="2596467"/>
                  </a:lnTo>
                  <a:lnTo>
                    <a:pt x="2046956" y="2691636"/>
                  </a:lnTo>
                  <a:lnTo>
                    <a:pt x="2014363" y="2783639"/>
                  </a:lnTo>
                  <a:lnTo>
                    <a:pt x="1982029" y="2872178"/>
                  </a:lnTo>
                  <a:lnTo>
                    <a:pt x="1949931" y="2957022"/>
                  </a:lnTo>
                  <a:lnTo>
                    <a:pt x="1918030" y="3037997"/>
                  </a:lnTo>
                  <a:lnTo>
                    <a:pt x="1886266" y="3114992"/>
                  </a:lnTo>
                  <a:lnTo>
                    <a:pt x="1854558" y="3187952"/>
                  </a:lnTo>
                  <a:lnTo>
                    <a:pt x="1822803" y="3256878"/>
                  </a:lnTo>
                  <a:lnTo>
                    <a:pt x="1790870" y="3321817"/>
                  </a:lnTo>
                  <a:lnTo>
                    <a:pt x="1768425" y="3364772"/>
                  </a:lnTo>
                  <a:lnTo>
                    <a:pt x="1723908" y="3443239"/>
                  </a:lnTo>
                  <a:lnTo>
                    <a:pt x="1678070" y="3514545"/>
                  </a:lnTo>
                  <a:lnTo>
                    <a:pt x="1630330" y="3578982"/>
                  </a:lnTo>
                  <a:lnTo>
                    <a:pt x="1580031" y="3637082"/>
                  </a:lnTo>
                  <a:lnTo>
                    <a:pt x="1526494" y="3689473"/>
                  </a:lnTo>
                  <a:lnTo>
                    <a:pt x="1469059" y="3736786"/>
                  </a:lnTo>
                  <a:lnTo>
                    <a:pt x="1407141" y="3779601"/>
                  </a:lnTo>
                  <a:lnTo>
                    <a:pt x="1340298" y="3818417"/>
                  </a:lnTo>
                  <a:lnTo>
                    <a:pt x="1268325" y="3853633"/>
                  </a:lnTo>
                  <a:lnTo>
                    <a:pt x="1191362" y="3885539"/>
                  </a:lnTo>
                  <a:lnTo>
                    <a:pt x="1110031" y="3914314"/>
                  </a:lnTo>
                  <a:lnTo>
                    <a:pt x="1025551" y="3940035"/>
                  </a:lnTo>
                  <a:lnTo>
                    <a:pt x="939830" y="3962695"/>
                  </a:lnTo>
                  <a:lnTo>
                    <a:pt x="855445" y="3982232"/>
                  </a:lnTo>
                  <a:lnTo>
                    <a:pt x="775492" y="3998582"/>
                  </a:lnTo>
                  <a:lnTo>
                    <a:pt x="703248" y="4011731"/>
                  </a:lnTo>
                  <a:lnTo>
                    <a:pt x="641701" y="4021767"/>
                  </a:lnTo>
                  <a:lnTo>
                    <a:pt x="593013" y="4028921"/>
                  </a:lnTo>
                  <a:lnTo>
                    <a:pt x="558078" y="4033567"/>
                  </a:lnTo>
                  <a:lnTo>
                    <a:pt x="536281" y="4036200"/>
                  </a:lnTo>
                  <a:lnTo>
                    <a:pt x="525504" y="4037388"/>
                  </a:lnTo>
                  <a:lnTo>
                    <a:pt x="522295" y="4037712"/>
                  </a:lnTo>
                  <a:lnTo>
                    <a:pt x="522133" y="4037727"/>
                  </a:lnTo>
                  <a:lnTo>
                    <a:pt x="0" y="4037727"/>
                  </a:lnTo>
                  <a:lnTo>
                    <a:pt x="0" y="4037727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757" name="pg1757"/>
            <p:cNvSpPr/>
            <p:nvPr/>
          </p:nvSpPr>
          <p:spPr>
            <a:xfrm>
              <a:off x="386606" y="3320175"/>
              <a:ext cx="8554953" cy="2168513"/>
            </a:xfrm>
            <a:custGeom>
              <a:avLst/>
              <a:pathLst>
                <a:path w="8554953" h="2168513">
                  <a:moveTo>
                    <a:pt x="0" y="2168513"/>
                  </a:moveTo>
                  <a:lnTo>
                    <a:pt x="522133" y="2168513"/>
                  </a:lnTo>
                  <a:lnTo>
                    <a:pt x="523330" y="2168451"/>
                  </a:lnTo>
                  <a:lnTo>
                    <a:pt x="531166" y="2168004"/>
                  </a:lnTo>
                  <a:lnTo>
                    <a:pt x="550796" y="2166770"/>
                  </a:lnTo>
                  <a:lnTo>
                    <a:pt x="585575" y="2164346"/>
                  </a:lnTo>
                  <a:lnTo>
                    <a:pt x="636767" y="2160370"/>
                  </a:lnTo>
                  <a:lnTo>
                    <a:pt x="703470" y="2154568"/>
                  </a:lnTo>
                  <a:lnTo>
                    <a:pt x="782932" y="2146774"/>
                  </a:lnTo>
                  <a:lnTo>
                    <a:pt x="871232" y="2136929"/>
                  </a:lnTo>
                  <a:lnTo>
                    <a:pt x="964100" y="2125051"/>
                  </a:lnTo>
                  <a:lnTo>
                    <a:pt x="1057629" y="2111186"/>
                  </a:lnTo>
                  <a:lnTo>
                    <a:pt x="1148731" y="2095367"/>
                  </a:lnTo>
                  <a:lnTo>
                    <a:pt x="1235300" y="2077576"/>
                  </a:lnTo>
                  <a:lnTo>
                    <a:pt x="1316160" y="2057724"/>
                  </a:lnTo>
                  <a:lnTo>
                    <a:pt x="1390898" y="2035636"/>
                  </a:lnTo>
                  <a:lnTo>
                    <a:pt x="1459661" y="2011058"/>
                  </a:lnTo>
                  <a:lnTo>
                    <a:pt x="1522972" y="1983652"/>
                  </a:lnTo>
                  <a:lnTo>
                    <a:pt x="1581577" y="1953019"/>
                  </a:lnTo>
                  <a:lnTo>
                    <a:pt x="1636335" y="1918718"/>
                  </a:lnTo>
                  <a:lnTo>
                    <a:pt x="1688134" y="1880314"/>
                  </a:lnTo>
                  <a:lnTo>
                    <a:pt x="1737818" y="1837457"/>
                  </a:lnTo>
                  <a:lnTo>
                    <a:pt x="1768425" y="1808035"/>
                  </a:lnTo>
                  <a:lnTo>
                    <a:pt x="1809485" y="1765039"/>
                  </a:lnTo>
                  <a:lnTo>
                    <a:pt x="1850150" y="1718580"/>
                  </a:lnTo>
                  <a:lnTo>
                    <a:pt x="1890709" y="1668591"/>
                  </a:lnTo>
                  <a:lnTo>
                    <a:pt x="1931378" y="1615073"/>
                  </a:lnTo>
                  <a:lnTo>
                    <a:pt x="1972314" y="1558106"/>
                  </a:lnTo>
                  <a:lnTo>
                    <a:pt x="2013620" y="1497850"/>
                  </a:lnTo>
                  <a:lnTo>
                    <a:pt x="2055347" y="1434558"/>
                  </a:lnTo>
                  <a:lnTo>
                    <a:pt x="2097501" y="1368568"/>
                  </a:lnTo>
                  <a:lnTo>
                    <a:pt x="2140049" y="1300301"/>
                  </a:lnTo>
                  <a:lnTo>
                    <a:pt x="2182924" y="1230255"/>
                  </a:lnTo>
                  <a:lnTo>
                    <a:pt x="2226033" y="1158986"/>
                  </a:lnTo>
                  <a:lnTo>
                    <a:pt x="2269263" y="1087094"/>
                  </a:lnTo>
                  <a:lnTo>
                    <a:pt x="2312493" y="1015202"/>
                  </a:lnTo>
                  <a:lnTo>
                    <a:pt x="2355601" y="943932"/>
                  </a:lnTo>
                  <a:lnTo>
                    <a:pt x="2398477" y="873885"/>
                  </a:lnTo>
                  <a:lnTo>
                    <a:pt x="2441025" y="805618"/>
                  </a:lnTo>
                  <a:lnTo>
                    <a:pt x="2483179" y="739626"/>
                  </a:lnTo>
                  <a:lnTo>
                    <a:pt x="2524906" y="676333"/>
                  </a:lnTo>
                  <a:lnTo>
                    <a:pt x="2566212" y="616077"/>
                  </a:lnTo>
                  <a:lnTo>
                    <a:pt x="2607149" y="559107"/>
                  </a:lnTo>
                  <a:lnTo>
                    <a:pt x="2647818" y="505588"/>
                  </a:lnTo>
                  <a:lnTo>
                    <a:pt x="2688376" y="455598"/>
                  </a:lnTo>
                  <a:lnTo>
                    <a:pt x="2729042" y="409138"/>
                  </a:lnTo>
                  <a:lnTo>
                    <a:pt x="2770117" y="366124"/>
                  </a:lnTo>
                  <a:lnTo>
                    <a:pt x="2818848" y="320367"/>
                  </a:lnTo>
                  <a:lnTo>
                    <a:pt x="2869219" y="279182"/>
                  </a:lnTo>
                  <a:lnTo>
                    <a:pt x="2922007" y="242338"/>
                  </a:lnTo>
                  <a:lnTo>
                    <a:pt x="2978081" y="209442"/>
                  </a:lnTo>
                  <a:lnTo>
                    <a:pt x="3038325" y="180049"/>
                  </a:lnTo>
                  <a:lnTo>
                    <a:pt x="3103569" y="153729"/>
                  </a:lnTo>
                  <a:lnTo>
                    <a:pt x="3174491" y="130104"/>
                  </a:lnTo>
                  <a:lnTo>
                    <a:pt x="3251494" y="108867"/>
                  </a:lnTo>
                  <a:lnTo>
                    <a:pt x="3334543" y="89790"/>
                  </a:lnTo>
                  <a:lnTo>
                    <a:pt x="3422967" y="72732"/>
                  </a:lnTo>
                  <a:lnTo>
                    <a:pt x="3515262" y="57633"/>
                  </a:lnTo>
                  <a:lnTo>
                    <a:pt x="3608957" y="44495"/>
                  </a:lnTo>
                  <a:lnTo>
                    <a:pt x="3700627" y="33362"/>
                  </a:lnTo>
                  <a:lnTo>
                    <a:pt x="3786164" y="24275"/>
                  </a:lnTo>
                  <a:lnTo>
                    <a:pt x="3861333" y="17227"/>
                  </a:lnTo>
                  <a:lnTo>
                    <a:pt x="3922550" y="12124"/>
                  </a:lnTo>
                  <a:lnTo>
                    <a:pt x="3967683" y="8757"/>
                  </a:lnTo>
                  <a:lnTo>
                    <a:pt x="3996612" y="6817"/>
                  </a:lnTo>
                  <a:lnTo>
                    <a:pt x="4011400" y="5921"/>
                  </a:lnTo>
                  <a:lnTo>
                    <a:pt x="4016102" y="5662"/>
                  </a:lnTo>
                  <a:lnTo>
                    <a:pt x="4016409" y="5647"/>
                  </a:lnTo>
                  <a:lnTo>
                    <a:pt x="4538543" y="5647"/>
                  </a:lnTo>
                  <a:lnTo>
                    <a:pt x="4539783" y="5687"/>
                  </a:lnTo>
                  <a:lnTo>
                    <a:pt x="4547892" y="5979"/>
                  </a:lnTo>
                  <a:lnTo>
                    <a:pt x="4568182" y="6784"/>
                  </a:lnTo>
                  <a:lnTo>
                    <a:pt x="4604068" y="8365"/>
                  </a:lnTo>
                  <a:lnTo>
                    <a:pt x="4656765" y="10956"/>
                  </a:lnTo>
                  <a:lnTo>
                    <a:pt x="4725222" y="14733"/>
                  </a:lnTo>
                  <a:lnTo>
                    <a:pt x="4806485" y="19797"/>
                  </a:lnTo>
                  <a:lnTo>
                    <a:pt x="4896434" y="26184"/>
                  </a:lnTo>
                  <a:lnTo>
                    <a:pt x="4990651" y="33878"/>
                  </a:lnTo>
                  <a:lnTo>
                    <a:pt x="5085160" y="42850"/>
                  </a:lnTo>
                  <a:lnTo>
                    <a:pt x="5176873" y="53080"/>
                  </a:lnTo>
                  <a:lnTo>
                    <a:pt x="5263733" y="64586"/>
                  </a:lnTo>
                  <a:lnTo>
                    <a:pt x="5344644" y="77434"/>
                  </a:lnTo>
                  <a:lnTo>
                    <a:pt x="5419277" y="91744"/>
                  </a:lnTo>
                  <a:lnTo>
                    <a:pt x="5487860" y="107693"/>
                  </a:lnTo>
                  <a:lnTo>
                    <a:pt x="5550984" y="125507"/>
                  </a:lnTo>
                  <a:lnTo>
                    <a:pt x="5609451" y="145455"/>
                  </a:lnTo>
                  <a:lnTo>
                    <a:pt x="5664164" y="167825"/>
                  </a:lnTo>
                  <a:lnTo>
                    <a:pt x="5716040" y="192895"/>
                  </a:lnTo>
                  <a:lnTo>
                    <a:pt x="5765931" y="220871"/>
                  </a:lnTo>
                  <a:lnTo>
                    <a:pt x="5784835" y="232475"/>
                  </a:lnTo>
                  <a:lnTo>
                    <a:pt x="5831595" y="263484"/>
                  </a:lnTo>
                  <a:lnTo>
                    <a:pt x="5877898" y="297332"/>
                  </a:lnTo>
                  <a:lnTo>
                    <a:pt x="5924147" y="334070"/>
                  </a:lnTo>
                  <a:lnTo>
                    <a:pt x="5970633" y="373673"/>
                  </a:lnTo>
                  <a:lnTo>
                    <a:pt x="6017546" y="416028"/>
                  </a:lnTo>
                  <a:lnTo>
                    <a:pt x="6064992" y="460933"/>
                  </a:lnTo>
                  <a:lnTo>
                    <a:pt x="6112993" y="508091"/>
                  </a:lnTo>
                  <a:lnTo>
                    <a:pt x="6161507" y="557117"/>
                  </a:lnTo>
                  <a:lnTo>
                    <a:pt x="6210432" y="607544"/>
                  </a:lnTo>
                  <a:lnTo>
                    <a:pt x="6259624" y="658847"/>
                  </a:lnTo>
                  <a:lnTo>
                    <a:pt x="6308912" y="710458"/>
                  </a:lnTo>
                  <a:lnTo>
                    <a:pt x="6358114" y="761794"/>
                  </a:lnTo>
                  <a:lnTo>
                    <a:pt x="6407059" y="812286"/>
                  </a:lnTo>
                  <a:lnTo>
                    <a:pt x="6455600" y="861406"/>
                  </a:lnTo>
                  <a:lnTo>
                    <a:pt x="6503632" y="908682"/>
                  </a:lnTo>
                  <a:lnTo>
                    <a:pt x="6551110" y="953725"/>
                  </a:lnTo>
                  <a:lnTo>
                    <a:pt x="6598052" y="996233"/>
                  </a:lnTo>
                  <a:lnTo>
                    <a:pt x="6644558" y="1035997"/>
                  </a:lnTo>
                  <a:lnTo>
                    <a:pt x="6690814" y="1072901"/>
                  </a:lnTo>
                  <a:lnTo>
                    <a:pt x="6737104" y="1106915"/>
                  </a:lnTo>
                  <a:lnTo>
                    <a:pt x="6783825" y="1138084"/>
                  </a:lnTo>
                  <a:lnTo>
                    <a:pt x="6786527" y="1139787"/>
                  </a:lnTo>
                  <a:lnTo>
                    <a:pt x="6835852" y="1168908"/>
                  </a:lnTo>
                  <a:lnTo>
                    <a:pt x="6886865" y="1195083"/>
                  </a:lnTo>
                  <a:lnTo>
                    <a:pt x="6940375" y="1218466"/>
                  </a:lnTo>
                  <a:lnTo>
                    <a:pt x="6997283" y="1239315"/>
                  </a:lnTo>
                  <a:lnTo>
                    <a:pt x="7058504" y="1257920"/>
                  </a:lnTo>
                  <a:lnTo>
                    <a:pt x="7124893" y="1274560"/>
                  </a:lnTo>
                  <a:lnTo>
                    <a:pt x="7197137" y="1289480"/>
                  </a:lnTo>
                  <a:lnTo>
                    <a:pt x="7275626" y="1302875"/>
                  </a:lnTo>
                  <a:lnTo>
                    <a:pt x="7360271" y="1314889"/>
                  </a:lnTo>
                  <a:lnTo>
                    <a:pt x="7450297" y="1325608"/>
                  </a:lnTo>
                  <a:lnTo>
                    <a:pt x="7544035" y="1335066"/>
                  </a:lnTo>
                  <a:lnTo>
                    <a:pt x="7638795" y="1343258"/>
                  </a:lnTo>
                  <a:lnTo>
                    <a:pt x="7730906" y="1350153"/>
                  </a:lnTo>
                  <a:lnTo>
                    <a:pt x="7816049" y="1355728"/>
                  </a:lnTo>
                  <a:lnTo>
                    <a:pt x="7889887" y="1359994"/>
                  </a:lnTo>
                  <a:lnTo>
                    <a:pt x="7948915" y="1363026"/>
                  </a:lnTo>
                  <a:lnTo>
                    <a:pt x="7991280" y="1364973"/>
                  </a:lnTo>
                  <a:lnTo>
                    <a:pt x="8017307" y="1366047"/>
                  </a:lnTo>
                  <a:lnTo>
                    <a:pt x="8029589" y="1366506"/>
                  </a:lnTo>
                  <a:lnTo>
                    <a:pt x="8032819" y="1366615"/>
                  </a:lnTo>
                  <a:lnTo>
                    <a:pt x="8554953" y="1366615"/>
                  </a:lnTo>
                  <a:lnTo>
                    <a:pt x="8554953" y="1360968"/>
                  </a:lnTo>
                  <a:lnTo>
                    <a:pt x="8032819" y="1360968"/>
                  </a:lnTo>
                  <a:lnTo>
                    <a:pt x="8031579" y="1360927"/>
                  </a:lnTo>
                  <a:lnTo>
                    <a:pt x="8023470" y="1360636"/>
                  </a:lnTo>
                  <a:lnTo>
                    <a:pt x="8003180" y="1359831"/>
                  </a:lnTo>
                  <a:lnTo>
                    <a:pt x="7967294" y="1358249"/>
                  </a:lnTo>
                  <a:lnTo>
                    <a:pt x="7914597" y="1355658"/>
                  </a:lnTo>
                  <a:lnTo>
                    <a:pt x="7846140" y="1351882"/>
                  </a:lnTo>
                  <a:lnTo>
                    <a:pt x="7764877" y="1346817"/>
                  </a:lnTo>
                  <a:lnTo>
                    <a:pt x="7674928" y="1340431"/>
                  </a:lnTo>
                  <a:lnTo>
                    <a:pt x="7580711" y="1332736"/>
                  </a:lnTo>
                  <a:lnTo>
                    <a:pt x="7486202" y="1323764"/>
                  </a:lnTo>
                  <a:lnTo>
                    <a:pt x="7394489" y="1313534"/>
                  </a:lnTo>
                  <a:lnTo>
                    <a:pt x="7307629" y="1302028"/>
                  </a:lnTo>
                  <a:lnTo>
                    <a:pt x="7226718" y="1289180"/>
                  </a:lnTo>
                  <a:lnTo>
                    <a:pt x="7152085" y="1274870"/>
                  </a:lnTo>
                  <a:lnTo>
                    <a:pt x="7083502" y="1258921"/>
                  </a:lnTo>
                  <a:lnTo>
                    <a:pt x="7020378" y="1241107"/>
                  </a:lnTo>
                  <a:lnTo>
                    <a:pt x="6961911" y="1221159"/>
                  </a:lnTo>
                  <a:lnTo>
                    <a:pt x="6907198" y="1198789"/>
                  </a:lnTo>
                  <a:lnTo>
                    <a:pt x="6855322" y="1173719"/>
                  </a:lnTo>
                  <a:lnTo>
                    <a:pt x="6805431" y="1145744"/>
                  </a:lnTo>
                  <a:lnTo>
                    <a:pt x="6786527" y="1134140"/>
                  </a:lnTo>
                  <a:lnTo>
                    <a:pt x="6739767" y="1103131"/>
                  </a:lnTo>
                  <a:lnTo>
                    <a:pt x="6693464" y="1069282"/>
                  </a:lnTo>
                  <a:lnTo>
                    <a:pt x="6647215" y="1032544"/>
                  </a:lnTo>
                  <a:lnTo>
                    <a:pt x="6600729" y="992942"/>
                  </a:lnTo>
                  <a:lnTo>
                    <a:pt x="6553816" y="950587"/>
                  </a:lnTo>
                  <a:lnTo>
                    <a:pt x="6506370" y="905682"/>
                  </a:lnTo>
                  <a:lnTo>
                    <a:pt x="6458368" y="858523"/>
                  </a:lnTo>
                  <a:lnTo>
                    <a:pt x="6409855" y="809498"/>
                  </a:lnTo>
                  <a:lnTo>
                    <a:pt x="6360930" y="759070"/>
                  </a:lnTo>
                  <a:lnTo>
                    <a:pt x="6311738" y="707767"/>
                  </a:lnTo>
                  <a:lnTo>
                    <a:pt x="6262450" y="656157"/>
                  </a:lnTo>
                  <a:lnTo>
                    <a:pt x="6213248" y="604821"/>
                  </a:lnTo>
                  <a:lnTo>
                    <a:pt x="6164303" y="554328"/>
                  </a:lnTo>
                  <a:lnTo>
                    <a:pt x="6115762" y="505209"/>
                  </a:lnTo>
                  <a:lnTo>
                    <a:pt x="6067729" y="457932"/>
                  </a:lnTo>
                  <a:lnTo>
                    <a:pt x="6020252" y="412889"/>
                  </a:lnTo>
                  <a:lnTo>
                    <a:pt x="5973310" y="370381"/>
                  </a:lnTo>
                  <a:lnTo>
                    <a:pt x="5926804" y="330617"/>
                  </a:lnTo>
                  <a:lnTo>
                    <a:pt x="5880548" y="293713"/>
                  </a:lnTo>
                  <a:lnTo>
                    <a:pt x="5834258" y="259700"/>
                  </a:lnTo>
                  <a:lnTo>
                    <a:pt x="5787537" y="228531"/>
                  </a:lnTo>
                  <a:lnTo>
                    <a:pt x="5784835" y="226828"/>
                  </a:lnTo>
                  <a:lnTo>
                    <a:pt x="5735510" y="197707"/>
                  </a:lnTo>
                  <a:lnTo>
                    <a:pt x="5684497" y="171532"/>
                  </a:lnTo>
                  <a:lnTo>
                    <a:pt x="5630987" y="148149"/>
                  </a:lnTo>
                  <a:lnTo>
                    <a:pt x="5574079" y="127300"/>
                  </a:lnTo>
                  <a:lnTo>
                    <a:pt x="5512858" y="108694"/>
                  </a:lnTo>
                  <a:lnTo>
                    <a:pt x="5446469" y="92054"/>
                  </a:lnTo>
                  <a:lnTo>
                    <a:pt x="5374224" y="77135"/>
                  </a:lnTo>
                  <a:lnTo>
                    <a:pt x="5295736" y="63739"/>
                  </a:lnTo>
                  <a:lnTo>
                    <a:pt x="5211091" y="51726"/>
                  </a:lnTo>
                  <a:lnTo>
                    <a:pt x="5121065" y="41007"/>
                  </a:lnTo>
                  <a:lnTo>
                    <a:pt x="5027327" y="31548"/>
                  </a:lnTo>
                  <a:lnTo>
                    <a:pt x="4932567" y="23356"/>
                  </a:lnTo>
                  <a:lnTo>
                    <a:pt x="4840456" y="16461"/>
                  </a:lnTo>
                  <a:lnTo>
                    <a:pt x="4755313" y="10886"/>
                  </a:lnTo>
                  <a:lnTo>
                    <a:pt x="4681475" y="6620"/>
                  </a:lnTo>
                  <a:lnTo>
                    <a:pt x="4622447" y="3588"/>
                  </a:lnTo>
                  <a:lnTo>
                    <a:pt x="4580082" y="1642"/>
                  </a:lnTo>
                  <a:lnTo>
                    <a:pt x="4554055" y="567"/>
                  </a:lnTo>
                  <a:lnTo>
                    <a:pt x="4541773" y="109"/>
                  </a:lnTo>
                  <a:lnTo>
                    <a:pt x="4538543" y="0"/>
                  </a:lnTo>
                  <a:lnTo>
                    <a:pt x="4016409" y="0"/>
                  </a:lnTo>
                  <a:lnTo>
                    <a:pt x="4015212" y="62"/>
                  </a:lnTo>
                  <a:lnTo>
                    <a:pt x="4007376" y="508"/>
                  </a:lnTo>
                  <a:lnTo>
                    <a:pt x="3987746" y="1742"/>
                  </a:lnTo>
                  <a:lnTo>
                    <a:pt x="3952967" y="4167"/>
                  </a:lnTo>
                  <a:lnTo>
                    <a:pt x="3901775" y="8143"/>
                  </a:lnTo>
                  <a:lnTo>
                    <a:pt x="3835072" y="13945"/>
                  </a:lnTo>
                  <a:lnTo>
                    <a:pt x="3755610" y="21739"/>
                  </a:lnTo>
                  <a:lnTo>
                    <a:pt x="3667310" y="31583"/>
                  </a:lnTo>
                  <a:lnTo>
                    <a:pt x="3574442" y="43462"/>
                  </a:lnTo>
                  <a:lnTo>
                    <a:pt x="3480913" y="57327"/>
                  </a:lnTo>
                  <a:lnTo>
                    <a:pt x="3389811" y="73146"/>
                  </a:lnTo>
                  <a:lnTo>
                    <a:pt x="3303242" y="90936"/>
                  </a:lnTo>
                  <a:lnTo>
                    <a:pt x="3222382" y="110789"/>
                  </a:lnTo>
                  <a:lnTo>
                    <a:pt x="3147645" y="132876"/>
                  </a:lnTo>
                  <a:lnTo>
                    <a:pt x="3078881" y="157455"/>
                  </a:lnTo>
                  <a:lnTo>
                    <a:pt x="3015570" y="184861"/>
                  </a:lnTo>
                  <a:lnTo>
                    <a:pt x="2956965" y="215494"/>
                  </a:lnTo>
                  <a:lnTo>
                    <a:pt x="2902207" y="249795"/>
                  </a:lnTo>
                  <a:lnTo>
                    <a:pt x="2850408" y="288199"/>
                  </a:lnTo>
                  <a:lnTo>
                    <a:pt x="2800724" y="331056"/>
                  </a:lnTo>
                  <a:lnTo>
                    <a:pt x="2770117" y="360477"/>
                  </a:lnTo>
                  <a:lnTo>
                    <a:pt x="2729057" y="403474"/>
                  </a:lnTo>
                  <a:lnTo>
                    <a:pt x="2688392" y="449933"/>
                  </a:lnTo>
                  <a:lnTo>
                    <a:pt x="2647834" y="499922"/>
                  </a:lnTo>
                  <a:lnTo>
                    <a:pt x="2607165" y="553439"/>
                  </a:lnTo>
                  <a:lnTo>
                    <a:pt x="2566228" y="610407"/>
                  </a:lnTo>
                  <a:lnTo>
                    <a:pt x="2524922" y="670662"/>
                  </a:lnTo>
                  <a:lnTo>
                    <a:pt x="2483195" y="733955"/>
                  </a:lnTo>
                  <a:lnTo>
                    <a:pt x="2441041" y="799945"/>
                  </a:lnTo>
                  <a:lnTo>
                    <a:pt x="2398493" y="868211"/>
                  </a:lnTo>
                  <a:lnTo>
                    <a:pt x="2355618" y="938258"/>
                  </a:lnTo>
                  <a:lnTo>
                    <a:pt x="2312509" y="1009527"/>
                  </a:lnTo>
                  <a:lnTo>
                    <a:pt x="2269279" y="1081419"/>
                  </a:lnTo>
                  <a:lnTo>
                    <a:pt x="2226049" y="1153311"/>
                  </a:lnTo>
                  <a:lnTo>
                    <a:pt x="2182941" y="1224581"/>
                  </a:lnTo>
                  <a:lnTo>
                    <a:pt x="2140065" y="1294628"/>
                  </a:lnTo>
                  <a:lnTo>
                    <a:pt x="2097517" y="1362895"/>
                  </a:lnTo>
                  <a:lnTo>
                    <a:pt x="2055363" y="1428886"/>
                  </a:lnTo>
                  <a:lnTo>
                    <a:pt x="2013636" y="1492180"/>
                  </a:lnTo>
                  <a:lnTo>
                    <a:pt x="1972330" y="1552436"/>
                  </a:lnTo>
                  <a:lnTo>
                    <a:pt x="1931393" y="1609405"/>
                  </a:lnTo>
                  <a:lnTo>
                    <a:pt x="1890724" y="1662924"/>
                  </a:lnTo>
                  <a:lnTo>
                    <a:pt x="1850166" y="1712914"/>
                  </a:lnTo>
                  <a:lnTo>
                    <a:pt x="1809500" y="1759374"/>
                  </a:lnTo>
                  <a:lnTo>
                    <a:pt x="1768425" y="1802388"/>
                  </a:lnTo>
                  <a:lnTo>
                    <a:pt x="1719694" y="1848146"/>
                  </a:lnTo>
                  <a:lnTo>
                    <a:pt x="1669323" y="1889331"/>
                  </a:lnTo>
                  <a:lnTo>
                    <a:pt x="1616535" y="1926174"/>
                  </a:lnTo>
                  <a:lnTo>
                    <a:pt x="1560461" y="1959071"/>
                  </a:lnTo>
                  <a:lnTo>
                    <a:pt x="1500217" y="1988464"/>
                  </a:lnTo>
                  <a:lnTo>
                    <a:pt x="1434973" y="2014783"/>
                  </a:lnTo>
                  <a:lnTo>
                    <a:pt x="1364051" y="2038408"/>
                  </a:lnTo>
                  <a:lnTo>
                    <a:pt x="1287048" y="2059646"/>
                  </a:lnTo>
                  <a:lnTo>
                    <a:pt x="1203999" y="2078723"/>
                  </a:lnTo>
                  <a:lnTo>
                    <a:pt x="1115575" y="2095780"/>
                  </a:lnTo>
                  <a:lnTo>
                    <a:pt x="1023280" y="2110880"/>
                  </a:lnTo>
                  <a:lnTo>
                    <a:pt x="929586" y="2124018"/>
                  </a:lnTo>
                  <a:lnTo>
                    <a:pt x="837915" y="2135151"/>
                  </a:lnTo>
                  <a:lnTo>
                    <a:pt x="752378" y="2144238"/>
                  </a:lnTo>
                  <a:lnTo>
                    <a:pt x="677209" y="2151286"/>
                  </a:lnTo>
                  <a:lnTo>
                    <a:pt x="615992" y="2156389"/>
                  </a:lnTo>
                  <a:lnTo>
                    <a:pt x="570859" y="2159756"/>
                  </a:lnTo>
                  <a:lnTo>
                    <a:pt x="541930" y="2161696"/>
                  </a:lnTo>
                  <a:lnTo>
                    <a:pt x="527142" y="2162592"/>
                  </a:lnTo>
                  <a:lnTo>
                    <a:pt x="522441" y="2162850"/>
                  </a:lnTo>
                  <a:lnTo>
                    <a:pt x="522133" y="2162866"/>
                  </a:lnTo>
                  <a:lnTo>
                    <a:pt x="0" y="2162866"/>
                  </a:lnTo>
                  <a:close/>
                </a:path>
              </a:pathLst>
            </a:custGeom>
            <a:solidFill>
              <a:srgbClr val="B497D6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1758" name="pl1758"/>
            <p:cNvSpPr/>
            <p:nvPr/>
          </p:nvSpPr>
          <p:spPr>
            <a:xfrm>
              <a:off x="386606" y="3325823"/>
              <a:ext cx="8554953" cy="2162866"/>
            </a:xfrm>
            <a:custGeom>
              <a:avLst/>
              <a:pathLst>
                <a:path w="8554953" h="2162866">
                  <a:moveTo>
                    <a:pt x="0" y="2162866"/>
                  </a:moveTo>
                  <a:lnTo>
                    <a:pt x="522133" y="2162866"/>
                  </a:lnTo>
                  <a:lnTo>
                    <a:pt x="523330" y="2162804"/>
                  </a:lnTo>
                  <a:lnTo>
                    <a:pt x="531166" y="2162357"/>
                  </a:lnTo>
                  <a:lnTo>
                    <a:pt x="550796" y="2161123"/>
                  </a:lnTo>
                  <a:lnTo>
                    <a:pt x="585575" y="2158699"/>
                  </a:lnTo>
                  <a:lnTo>
                    <a:pt x="636767" y="2154723"/>
                  </a:lnTo>
                  <a:lnTo>
                    <a:pt x="703470" y="2148920"/>
                  </a:lnTo>
                  <a:lnTo>
                    <a:pt x="782932" y="2141127"/>
                  </a:lnTo>
                  <a:lnTo>
                    <a:pt x="871232" y="2131282"/>
                  </a:lnTo>
                  <a:lnTo>
                    <a:pt x="964100" y="2119404"/>
                  </a:lnTo>
                  <a:lnTo>
                    <a:pt x="1057629" y="2105539"/>
                  </a:lnTo>
                  <a:lnTo>
                    <a:pt x="1148731" y="2089720"/>
                  </a:lnTo>
                  <a:lnTo>
                    <a:pt x="1235300" y="2071929"/>
                  </a:lnTo>
                  <a:lnTo>
                    <a:pt x="1316160" y="2052077"/>
                  </a:lnTo>
                  <a:lnTo>
                    <a:pt x="1390898" y="2029989"/>
                  </a:lnTo>
                  <a:lnTo>
                    <a:pt x="1459661" y="2005410"/>
                  </a:lnTo>
                  <a:lnTo>
                    <a:pt x="1522972" y="1978005"/>
                  </a:lnTo>
                  <a:lnTo>
                    <a:pt x="1581577" y="1947372"/>
                  </a:lnTo>
                  <a:lnTo>
                    <a:pt x="1636335" y="1913071"/>
                  </a:lnTo>
                  <a:lnTo>
                    <a:pt x="1688134" y="1874667"/>
                  </a:lnTo>
                  <a:lnTo>
                    <a:pt x="1737818" y="1831810"/>
                  </a:lnTo>
                  <a:lnTo>
                    <a:pt x="1768425" y="1802388"/>
                  </a:lnTo>
                  <a:lnTo>
                    <a:pt x="1809485" y="1759392"/>
                  </a:lnTo>
                  <a:lnTo>
                    <a:pt x="1850150" y="1712933"/>
                  </a:lnTo>
                  <a:lnTo>
                    <a:pt x="1890709" y="1662944"/>
                  </a:lnTo>
                  <a:lnTo>
                    <a:pt x="1931378" y="1609426"/>
                  </a:lnTo>
                  <a:lnTo>
                    <a:pt x="1972314" y="1552458"/>
                  </a:lnTo>
                  <a:lnTo>
                    <a:pt x="2013620" y="1492203"/>
                  </a:lnTo>
                  <a:lnTo>
                    <a:pt x="2055347" y="1428911"/>
                  </a:lnTo>
                  <a:lnTo>
                    <a:pt x="2097501" y="1362921"/>
                  </a:lnTo>
                  <a:lnTo>
                    <a:pt x="2140049" y="1294654"/>
                  </a:lnTo>
                  <a:lnTo>
                    <a:pt x="2182924" y="1224608"/>
                  </a:lnTo>
                  <a:lnTo>
                    <a:pt x="2226033" y="1153338"/>
                  </a:lnTo>
                  <a:lnTo>
                    <a:pt x="2269263" y="1081446"/>
                  </a:lnTo>
                  <a:lnTo>
                    <a:pt x="2312493" y="1009554"/>
                  </a:lnTo>
                  <a:lnTo>
                    <a:pt x="2355601" y="938285"/>
                  </a:lnTo>
                  <a:lnTo>
                    <a:pt x="2398477" y="868238"/>
                  </a:lnTo>
                  <a:lnTo>
                    <a:pt x="2441025" y="799970"/>
                  </a:lnTo>
                  <a:lnTo>
                    <a:pt x="2483179" y="733979"/>
                  </a:lnTo>
                  <a:lnTo>
                    <a:pt x="2524906" y="670686"/>
                  </a:lnTo>
                  <a:lnTo>
                    <a:pt x="2566212" y="610430"/>
                  </a:lnTo>
                  <a:lnTo>
                    <a:pt x="2607149" y="553460"/>
                  </a:lnTo>
                  <a:lnTo>
                    <a:pt x="2647818" y="499941"/>
                  </a:lnTo>
                  <a:lnTo>
                    <a:pt x="2688376" y="449951"/>
                  </a:lnTo>
                  <a:lnTo>
                    <a:pt x="2729042" y="403491"/>
                  </a:lnTo>
                  <a:lnTo>
                    <a:pt x="2770102" y="360493"/>
                  </a:lnTo>
                  <a:lnTo>
                    <a:pt x="2770117" y="360477"/>
                  </a:lnTo>
                  <a:lnTo>
                    <a:pt x="2818848" y="314719"/>
                  </a:lnTo>
                  <a:lnTo>
                    <a:pt x="2869219" y="273535"/>
                  </a:lnTo>
                  <a:lnTo>
                    <a:pt x="2922007" y="236691"/>
                  </a:lnTo>
                  <a:lnTo>
                    <a:pt x="2978081" y="203795"/>
                  </a:lnTo>
                  <a:lnTo>
                    <a:pt x="3038325" y="174402"/>
                  </a:lnTo>
                  <a:lnTo>
                    <a:pt x="3103569" y="148082"/>
                  </a:lnTo>
                  <a:lnTo>
                    <a:pt x="3174491" y="124457"/>
                  </a:lnTo>
                  <a:lnTo>
                    <a:pt x="3251494" y="103219"/>
                  </a:lnTo>
                  <a:lnTo>
                    <a:pt x="3334543" y="84143"/>
                  </a:lnTo>
                  <a:lnTo>
                    <a:pt x="3422967" y="67085"/>
                  </a:lnTo>
                  <a:lnTo>
                    <a:pt x="3515262" y="51986"/>
                  </a:lnTo>
                  <a:lnTo>
                    <a:pt x="3608957" y="38848"/>
                  </a:lnTo>
                  <a:lnTo>
                    <a:pt x="3700627" y="27715"/>
                  </a:lnTo>
                  <a:lnTo>
                    <a:pt x="3786164" y="18627"/>
                  </a:lnTo>
                  <a:lnTo>
                    <a:pt x="3861333" y="11580"/>
                  </a:lnTo>
                  <a:lnTo>
                    <a:pt x="3922550" y="6476"/>
                  </a:lnTo>
                  <a:lnTo>
                    <a:pt x="3967683" y="3110"/>
                  </a:lnTo>
                  <a:lnTo>
                    <a:pt x="3996612" y="1170"/>
                  </a:lnTo>
                  <a:lnTo>
                    <a:pt x="4011400" y="274"/>
                  </a:lnTo>
                  <a:lnTo>
                    <a:pt x="4016102" y="15"/>
                  </a:lnTo>
                  <a:lnTo>
                    <a:pt x="4016409" y="0"/>
                  </a:lnTo>
                  <a:lnTo>
                    <a:pt x="4538543" y="0"/>
                  </a:lnTo>
                  <a:lnTo>
                    <a:pt x="4539783" y="40"/>
                  </a:lnTo>
                  <a:lnTo>
                    <a:pt x="4547892" y="331"/>
                  </a:lnTo>
                  <a:lnTo>
                    <a:pt x="4568182" y="1137"/>
                  </a:lnTo>
                  <a:lnTo>
                    <a:pt x="4604068" y="2718"/>
                  </a:lnTo>
                  <a:lnTo>
                    <a:pt x="4656765" y="5309"/>
                  </a:lnTo>
                  <a:lnTo>
                    <a:pt x="4725222" y="9085"/>
                  </a:lnTo>
                  <a:lnTo>
                    <a:pt x="4806485" y="14150"/>
                  </a:lnTo>
                  <a:lnTo>
                    <a:pt x="4896434" y="20536"/>
                  </a:lnTo>
                  <a:lnTo>
                    <a:pt x="4990651" y="28231"/>
                  </a:lnTo>
                  <a:lnTo>
                    <a:pt x="5085160" y="37203"/>
                  </a:lnTo>
                  <a:lnTo>
                    <a:pt x="5176873" y="47433"/>
                  </a:lnTo>
                  <a:lnTo>
                    <a:pt x="5263733" y="58939"/>
                  </a:lnTo>
                  <a:lnTo>
                    <a:pt x="5344644" y="71787"/>
                  </a:lnTo>
                  <a:lnTo>
                    <a:pt x="5419277" y="86097"/>
                  </a:lnTo>
                  <a:lnTo>
                    <a:pt x="5487860" y="102046"/>
                  </a:lnTo>
                  <a:lnTo>
                    <a:pt x="5550984" y="119860"/>
                  </a:lnTo>
                  <a:lnTo>
                    <a:pt x="5609451" y="139808"/>
                  </a:lnTo>
                  <a:lnTo>
                    <a:pt x="5664164" y="162178"/>
                  </a:lnTo>
                  <a:lnTo>
                    <a:pt x="5716040" y="187248"/>
                  </a:lnTo>
                  <a:lnTo>
                    <a:pt x="5765931" y="215223"/>
                  </a:lnTo>
                  <a:lnTo>
                    <a:pt x="5784835" y="226828"/>
                  </a:lnTo>
                  <a:lnTo>
                    <a:pt x="5831595" y="257836"/>
                  </a:lnTo>
                  <a:lnTo>
                    <a:pt x="5877898" y="291685"/>
                  </a:lnTo>
                  <a:lnTo>
                    <a:pt x="5924147" y="328423"/>
                  </a:lnTo>
                  <a:lnTo>
                    <a:pt x="5970633" y="368025"/>
                  </a:lnTo>
                  <a:lnTo>
                    <a:pt x="6017546" y="410380"/>
                  </a:lnTo>
                  <a:lnTo>
                    <a:pt x="6064992" y="455285"/>
                  </a:lnTo>
                  <a:lnTo>
                    <a:pt x="6112993" y="502444"/>
                  </a:lnTo>
                  <a:lnTo>
                    <a:pt x="6161507" y="551469"/>
                  </a:lnTo>
                  <a:lnTo>
                    <a:pt x="6210432" y="601897"/>
                  </a:lnTo>
                  <a:lnTo>
                    <a:pt x="6259624" y="653200"/>
                  </a:lnTo>
                  <a:lnTo>
                    <a:pt x="6308912" y="704810"/>
                  </a:lnTo>
                  <a:lnTo>
                    <a:pt x="6358114" y="756146"/>
                  </a:lnTo>
                  <a:lnTo>
                    <a:pt x="6407059" y="806639"/>
                  </a:lnTo>
                  <a:lnTo>
                    <a:pt x="6455600" y="855759"/>
                  </a:lnTo>
                  <a:lnTo>
                    <a:pt x="6503632" y="903035"/>
                  </a:lnTo>
                  <a:lnTo>
                    <a:pt x="6551110" y="948078"/>
                  </a:lnTo>
                  <a:lnTo>
                    <a:pt x="6598052" y="990586"/>
                  </a:lnTo>
                  <a:lnTo>
                    <a:pt x="6644558" y="1030350"/>
                  </a:lnTo>
                  <a:lnTo>
                    <a:pt x="6690814" y="1067254"/>
                  </a:lnTo>
                  <a:lnTo>
                    <a:pt x="6737104" y="1101267"/>
                  </a:lnTo>
                  <a:lnTo>
                    <a:pt x="6783825" y="1132437"/>
                  </a:lnTo>
                  <a:lnTo>
                    <a:pt x="6786527" y="1134140"/>
                  </a:lnTo>
                  <a:lnTo>
                    <a:pt x="6835852" y="1163261"/>
                  </a:lnTo>
                  <a:lnTo>
                    <a:pt x="6886865" y="1189436"/>
                  </a:lnTo>
                  <a:lnTo>
                    <a:pt x="6940375" y="1212819"/>
                  </a:lnTo>
                  <a:lnTo>
                    <a:pt x="6997283" y="1233668"/>
                  </a:lnTo>
                  <a:lnTo>
                    <a:pt x="7058504" y="1252273"/>
                  </a:lnTo>
                  <a:lnTo>
                    <a:pt x="7124893" y="1268913"/>
                  </a:lnTo>
                  <a:lnTo>
                    <a:pt x="7197137" y="1283833"/>
                  </a:lnTo>
                  <a:lnTo>
                    <a:pt x="7275626" y="1297228"/>
                  </a:lnTo>
                  <a:lnTo>
                    <a:pt x="7360271" y="1309242"/>
                  </a:lnTo>
                  <a:lnTo>
                    <a:pt x="7450297" y="1319960"/>
                  </a:lnTo>
                  <a:lnTo>
                    <a:pt x="7544035" y="1329419"/>
                  </a:lnTo>
                  <a:lnTo>
                    <a:pt x="7638795" y="1337611"/>
                  </a:lnTo>
                  <a:lnTo>
                    <a:pt x="7730906" y="1344506"/>
                  </a:lnTo>
                  <a:lnTo>
                    <a:pt x="7816049" y="1350081"/>
                  </a:lnTo>
                  <a:lnTo>
                    <a:pt x="7889887" y="1354347"/>
                  </a:lnTo>
                  <a:lnTo>
                    <a:pt x="7948915" y="1357379"/>
                  </a:lnTo>
                  <a:lnTo>
                    <a:pt x="7991280" y="1359325"/>
                  </a:lnTo>
                  <a:lnTo>
                    <a:pt x="8017307" y="1360400"/>
                  </a:lnTo>
                  <a:lnTo>
                    <a:pt x="8029589" y="1360858"/>
                  </a:lnTo>
                  <a:lnTo>
                    <a:pt x="8032745" y="1360965"/>
                  </a:lnTo>
                  <a:lnTo>
                    <a:pt x="8032819" y="1360968"/>
                  </a:lnTo>
                  <a:lnTo>
                    <a:pt x="8554953" y="1360968"/>
                  </a:lnTo>
                  <a:lnTo>
                    <a:pt x="8554953" y="1360968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759" name="pl1759"/>
            <p:cNvSpPr/>
            <p:nvPr/>
          </p:nvSpPr>
          <p:spPr>
            <a:xfrm>
              <a:off x="386606" y="3320175"/>
              <a:ext cx="8554953" cy="2162866"/>
            </a:xfrm>
            <a:custGeom>
              <a:avLst/>
              <a:pathLst>
                <a:path w="8554953" h="2162866">
                  <a:moveTo>
                    <a:pt x="8554953" y="1360968"/>
                  </a:moveTo>
                  <a:lnTo>
                    <a:pt x="8032819" y="1360968"/>
                  </a:lnTo>
                  <a:lnTo>
                    <a:pt x="8031579" y="1360927"/>
                  </a:lnTo>
                  <a:lnTo>
                    <a:pt x="8023470" y="1360636"/>
                  </a:lnTo>
                  <a:lnTo>
                    <a:pt x="8003180" y="1359831"/>
                  </a:lnTo>
                  <a:lnTo>
                    <a:pt x="7967294" y="1358249"/>
                  </a:lnTo>
                  <a:lnTo>
                    <a:pt x="7914597" y="1355658"/>
                  </a:lnTo>
                  <a:lnTo>
                    <a:pt x="7846140" y="1351882"/>
                  </a:lnTo>
                  <a:lnTo>
                    <a:pt x="7764877" y="1346817"/>
                  </a:lnTo>
                  <a:lnTo>
                    <a:pt x="7674928" y="1340431"/>
                  </a:lnTo>
                  <a:lnTo>
                    <a:pt x="7580711" y="1332736"/>
                  </a:lnTo>
                  <a:lnTo>
                    <a:pt x="7486202" y="1323764"/>
                  </a:lnTo>
                  <a:lnTo>
                    <a:pt x="7394489" y="1313534"/>
                  </a:lnTo>
                  <a:lnTo>
                    <a:pt x="7307629" y="1302028"/>
                  </a:lnTo>
                  <a:lnTo>
                    <a:pt x="7226718" y="1289180"/>
                  </a:lnTo>
                  <a:lnTo>
                    <a:pt x="7152085" y="1274870"/>
                  </a:lnTo>
                  <a:lnTo>
                    <a:pt x="7083502" y="1258921"/>
                  </a:lnTo>
                  <a:lnTo>
                    <a:pt x="7020378" y="1241107"/>
                  </a:lnTo>
                  <a:lnTo>
                    <a:pt x="6961911" y="1221159"/>
                  </a:lnTo>
                  <a:lnTo>
                    <a:pt x="6907198" y="1198789"/>
                  </a:lnTo>
                  <a:lnTo>
                    <a:pt x="6855322" y="1173719"/>
                  </a:lnTo>
                  <a:lnTo>
                    <a:pt x="6805431" y="1145744"/>
                  </a:lnTo>
                  <a:lnTo>
                    <a:pt x="6786527" y="1134140"/>
                  </a:lnTo>
                  <a:lnTo>
                    <a:pt x="6739767" y="1103131"/>
                  </a:lnTo>
                  <a:lnTo>
                    <a:pt x="6693464" y="1069282"/>
                  </a:lnTo>
                  <a:lnTo>
                    <a:pt x="6647215" y="1032544"/>
                  </a:lnTo>
                  <a:lnTo>
                    <a:pt x="6600729" y="992942"/>
                  </a:lnTo>
                  <a:lnTo>
                    <a:pt x="6553816" y="950587"/>
                  </a:lnTo>
                  <a:lnTo>
                    <a:pt x="6506370" y="905682"/>
                  </a:lnTo>
                  <a:lnTo>
                    <a:pt x="6458368" y="858523"/>
                  </a:lnTo>
                  <a:lnTo>
                    <a:pt x="6409855" y="809498"/>
                  </a:lnTo>
                  <a:lnTo>
                    <a:pt x="6360930" y="759070"/>
                  </a:lnTo>
                  <a:lnTo>
                    <a:pt x="6311738" y="707767"/>
                  </a:lnTo>
                  <a:lnTo>
                    <a:pt x="6262450" y="656157"/>
                  </a:lnTo>
                  <a:lnTo>
                    <a:pt x="6213248" y="604821"/>
                  </a:lnTo>
                  <a:lnTo>
                    <a:pt x="6164303" y="554328"/>
                  </a:lnTo>
                  <a:lnTo>
                    <a:pt x="6115762" y="505209"/>
                  </a:lnTo>
                  <a:lnTo>
                    <a:pt x="6067729" y="457932"/>
                  </a:lnTo>
                  <a:lnTo>
                    <a:pt x="6020252" y="412889"/>
                  </a:lnTo>
                  <a:lnTo>
                    <a:pt x="5973310" y="370381"/>
                  </a:lnTo>
                  <a:lnTo>
                    <a:pt x="5926804" y="330617"/>
                  </a:lnTo>
                  <a:lnTo>
                    <a:pt x="5880548" y="293713"/>
                  </a:lnTo>
                  <a:lnTo>
                    <a:pt x="5834258" y="259700"/>
                  </a:lnTo>
                  <a:lnTo>
                    <a:pt x="5787537" y="228531"/>
                  </a:lnTo>
                  <a:lnTo>
                    <a:pt x="5784835" y="226828"/>
                  </a:lnTo>
                  <a:lnTo>
                    <a:pt x="5735510" y="197707"/>
                  </a:lnTo>
                  <a:lnTo>
                    <a:pt x="5684497" y="171532"/>
                  </a:lnTo>
                  <a:lnTo>
                    <a:pt x="5630987" y="148149"/>
                  </a:lnTo>
                  <a:lnTo>
                    <a:pt x="5574079" y="127300"/>
                  </a:lnTo>
                  <a:lnTo>
                    <a:pt x="5512858" y="108694"/>
                  </a:lnTo>
                  <a:lnTo>
                    <a:pt x="5446469" y="92054"/>
                  </a:lnTo>
                  <a:lnTo>
                    <a:pt x="5374224" y="77135"/>
                  </a:lnTo>
                  <a:lnTo>
                    <a:pt x="5295736" y="63739"/>
                  </a:lnTo>
                  <a:lnTo>
                    <a:pt x="5211091" y="51726"/>
                  </a:lnTo>
                  <a:lnTo>
                    <a:pt x="5121065" y="41007"/>
                  </a:lnTo>
                  <a:lnTo>
                    <a:pt x="5027327" y="31548"/>
                  </a:lnTo>
                  <a:lnTo>
                    <a:pt x="4932567" y="23356"/>
                  </a:lnTo>
                  <a:lnTo>
                    <a:pt x="4840456" y="16461"/>
                  </a:lnTo>
                  <a:lnTo>
                    <a:pt x="4755313" y="10886"/>
                  </a:lnTo>
                  <a:lnTo>
                    <a:pt x="4681475" y="6620"/>
                  </a:lnTo>
                  <a:lnTo>
                    <a:pt x="4622447" y="3588"/>
                  </a:lnTo>
                  <a:lnTo>
                    <a:pt x="4580082" y="1642"/>
                  </a:lnTo>
                  <a:lnTo>
                    <a:pt x="4554055" y="567"/>
                  </a:lnTo>
                  <a:lnTo>
                    <a:pt x="4541773" y="109"/>
                  </a:lnTo>
                  <a:lnTo>
                    <a:pt x="4538617" y="2"/>
                  </a:lnTo>
                  <a:lnTo>
                    <a:pt x="4538543" y="0"/>
                  </a:lnTo>
                  <a:lnTo>
                    <a:pt x="4016409" y="0"/>
                  </a:lnTo>
                  <a:lnTo>
                    <a:pt x="4015212" y="62"/>
                  </a:lnTo>
                  <a:lnTo>
                    <a:pt x="4007376" y="508"/>
                  </a:lnTo>
                  <a:lnTo>
                    <a:pt x="3987746" y="1742"/>
                  </a:lnTo>
                  <a:lnTo>
                    <a:pt x="3952967" y="4167"/>
                  </a:lnTo>
                  <a:lnTo>
                    <a:pt x="3901775" y="8143"/>
                  </a:lnTo>
                  <a:lnTo>
                    <a:pt x="3835072" y="13945"/>
                  </a:lnTo>
                  <a:lnTo>
                    <a:pt x="3755610" y="21739"/>
                  </a:lnTo>
                  <a:lnTo>
                    <a:pt x="3667310" y="31583"/>
                  </a:lnTo>
                  <a:lnTo>
                    <a:pt x="3574442" y="43462"/>
                  </a:lnTo>
                  <a:lnTo>
                    <a:pt x="3480913" y="57327"/>
                  </a:lnTo>
                  <a:lnTo>
                    <a:pt x="3389811" y="73146"/>
                  </a:lnTo>
                  <a:lnTo>
                    <a:pt x="3303242" y="90936"/>
                  </a:lnTo>
                  <a:lnTo>
                    <a:pt x="3222382" y="110789"/>
                  </a:lnTo>
                  <a:lnTo>
                    <a:pt x="3147645" y="132876"/>
                  </a:lnTo>
                  <a:lnTo>
                    <a:pt x="3078881" y="157455"/>
                  </a:lnTo>
                  <a:lnTo>
                    <a:pt x="3015570" y="184861"/>
                  </a:lnTo>
                  <a:lnTo>
                    <a:pt x="2956965" y="215494"/>
                  </a:lnTo>
                  <a:lnTo>
                    <a:pt x="2902207" y="249795"/>
                  </a:lnTo>
                  <a:lnTo>
                    <a:pt x="2850408" y="288199"/>
                  </a:lnTo>
                  <a:lnTo>
                    <a:pt x="2800724" y="331056"/>
                  </a:lnTo>
                  <a:lnTo>
                    <a:pt x="2770117" y="360477"/>
                  </a:lnTo>
                  <a:lnTo>
                    <a:pt x="2729057" y="403474"/>
                  </a:lnTo>
                  <a:lnTo>
                    <a:pt x="2688392" y="449933"/>
                  </a:lnTo>
                  <a:lnTo>
                    <a:pt x="2647834" y="499922"/>
                  </a:lnTo>
                  <a:lnTo>
                    <a:pt x="2607165" y="553439"/>
                  </a:lnTo>
                  <a:lnTo>
                    <a:pt x="2566228" y="610407"/>
                  </a:lnTo>
                  <a:lnTo>
                    <a:pt x="2524922" y="670662"/>
                  </a:lnTo>
                  <a:lnTo>
                    <a:pt x="2483195" y="733955"/>
                  </a:lnTo>
                  <a:lnTo>
                    <a:pt x="2441041" y="799945"/>
                  </a:lnTo>
                  <a:lnTo>
                    <a:pt x="2398493" y="868211"/>
                  </a:lnTo>
                  <a:lnTo>
                    <a:pt x="2355618" y="938258"/>
                  </a:lnTo>
                  <a:lnTo>
                    <a:pt x="2312509" y="1009527"/>
                  </a:lnTo>
                  <a:lnTo>
                    <a:pt x="2269279" y="1081419"/>
                  </a:lnTo>
                  <a:lnTo>
                    <a:pt x="2226049" y="1153311"/>
                  </a:lnTo>
                  <a:lnTo>
                    <a:pt x="2182941" y="1224581"/>
                  </a:lnTo>
                  <a:lnTo>
                    <a:pt x="2140065" y="1294628"/>
                  </a:lnTo>
                  <a:lnTo>
                    <a:pt x="2097517" y="1362895"/>
                  </a:lnTo>
                  <a:lnTo>
                    <a:pt x="2055363" y="1428886"/>
                  </a:lnTo>
                  <a:lnTo>
                    <a:pt x="2013636" y="1492180"/>
                  </a:lnTo>
                  <a:lnTo>
                    <a:pt x="1972330" y="1552436"/>
                  </a:lnTo>
                  <a:lnTo>
                    <a:pt x="1931393" y="1609405"/>
                  </a:lnTo>
                  <a:lnTo>
                    <a:pt x="1890724" y="1662924"/>
                  </a:lnTo>
                  <a:lnTo>
                    <a:pt x="1850166" y="1712914"/>
                  </a:lnTo>
                  <a:lnTo>
                    <a:pt x="1809500" y="1759374"/>
                  </a:lnTo>
                  <a:lnTo>
                    <a:pt x="1768441" y="1802373"/>
                  </a:lnTo>
                  <a:lnTo>
                    <a:pt x="1768425" y="1802388"/>
                  </a:lnTo>
                  <a:lnTo>
                    <a:pt x="1719694" y="1848146"/>
                  </a:lnTo>
                  <a:lnTo>
                    <a:pt x="1669323" y="1889331"/>
                  </a:lnTo>
                  <a:lnTo>
                    <a:pt x="1616535" y="1926174"/>
                  </a:lnTo>
                  <a:lnTo>
                    <a:pt x="1560461" y="1959071"/>
                  </a:lnTo>
                  <a:lnTo>
                    <a:pt x="1500217" y="1988464"/>
                  </a:lnTo>
                  <a:lnTo>
                    <a:pt x="1434973" y="2014783"/>
                  </a:lnTo>
                  <a:lnTo>
                    <a:pt x="1364051" y="2038408"/>
                  </a:lnTo>
                  <a:lnTo>
                    <a:pt x="1287048" y="2059646"/>
                  </a:lnTo>
                  <a:lnTo>
                    <a:pt x="1203999" y="2078723"/>
                  </a:lnTo>
                  <a:lnTo>
                    <a:pt x="1115575" y="2095780"/>
                  </a:lnTo>
                  <a:lnTo>
                    <a:pt x="1023280" y="2110880"/>
                  </a:lnTo>
                  <a:lnTo>
                    <a:pt x="929586" y="2124018"/>
                  </a:lnTo>
                  <a:lnTo>
                    <a:pt x="837915" y="2135151"/>
                  </a:lnTo>
                  <a:lnTo>
                    <a:pt x="752378" y="2144238"/>
                  </a:lnTo>
                  <a:lnTo>
                    <a:pt x="677209" y="2151286"/>
                  </a:lnTo>
                  <a:lnTo>
                    <a:pt x="615992" y="2156389"/>
                  </a:lnTo>
                  <a:lnTo>
                    <a:pt x="570859" y="2159756"/>
                  </a:lnTo>
                  <a:lnTo>
                    <a:pt x="541930" y="2161696"/>
                  </a:lnTo>
                  <a:lnTo>
                    <a:pt x="527142" y="2162592"/>
                  </a:lnTo>
                  <a:lnTo>
                    <a:pt x="522441" y="2162850"/>
                  </a:lnTo>
                  <a:lnTo>
                    <a:pt x="522133" y="2162866"/>
                  </a:lnTo>
                  <a:lnTo>
                    <a:pt x="0" y="2162866"/>
                  </a:lnTo>
                  <a:lnTo>
                    <a:pt x="0" y="2162866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760" name="pg1760"/>
            <p:cNvSpPr/>
            <p:nvPr/>
          </p:nvSpPr>
          <p:spPr>
            <a:xfrm>
              <a:off x="386606" y="1778498"/>
              <a:ext cx="8554953" cy="3732780"/>
            </a:xfrm>
            <a:custGeom>
              <a:avLst/>
              <a:pathLst>
                <a:path w="8554953" h="3732780">
                  <a:moveTo>
                    <a:pt x="0" y="3732780"/>
                  </a:moveTo>
                  <a:lnTo>
                    <a:pt x="522133" y="3732780"/>
                  </a:lnTo>
                  <a:lnTo>
                    <a:pt x="523394" y="3732758"/>
                  </a:lnTo>
                  <a:lnTo>
                    <a:pt x="531641" y="3732602"/>
                  </a:lnTo>
                  <a:lnTo>
                    <a:pt x="552262" y="3732170"/>
                  </a:lnTo>
                  <a:lnTo>
                    <a:pt x="588703" y="3731321"/>
                  </a:lnTo>
                  <a:lnTo>
                    <a:pt x="642152" y="3729932"/>
                  </a:lnTo>
                  <a:lnTo>
                    <a:pt x="711480" y="3727909"/>
                  </a:lnTo>
                  <a:lnTo>
                    <a:pt x="793633" y="3725198"/>
                  </a:lnTo>
                  <a:lnTo>
                    <a:pt x="884390" y="3721782"/>
                  </a:lnTo>
                  <a:lnTo>
                    <a:pt x="979262" y="3717669"/>
                  </a:lnTo>
                  <a:lnTo>
                    <a:pt x="1074241" y="3712876"/>
                  </a:lnTo>
                  <a:lnTo>
                    <a:pt x="1166239" y="3707412"/>
                  </a:lnTo>
                  <a:lnTo>
                    <a:pt x="1253230" y="3701266"/>
                  </a:lnTo>
                  <a:lnTo>
                    <a:pt x="1334156" y="3694402"/>
                  </a:lnTo>
                  <a:lnTo>
                    <a:pt x="1408731" y="3686751"/>
                  </a:lnTo>
                  <a:lnTo>
                    <a:pt x="1477222" y="3678218"/>
                  </a:lnTo>
                  <a:lnTo>
                    <a:pt x="1540254" y="3668679"/>
                  </a:lnTo>
                  <a:lnTo>
                    <a:pt x="1598659" y="3657987"/>
                  </a:lnTo>
                  <a:lnTo>
                    <a:pt x="1653359" y="3645989"/>
                  </a:lnTo>
                  <a:lnTo>
                    <a:pt x="1705283" y="3632537"/>
                  </a:lnTo>
                  <a:lnTo>
                    <a:pt x="1755288" y="3617528"/>
                  </a:lnTo>
                  <a:lnTo>
                    <a:pt x="1768425" y="3613248"/>
                  </a:lnTo>
                  <a:lnTo>
                    <a:pt x="1819989" y="3595132"/>
                  </a:lnTo>
                  <a:lnTo>
                    <a:pt x="1871051" y="3575189"/>
                  </a:lnTo>
                  <a:lnTo>
                    <a:pt x="1922130" y="3553392"/>
                  </a:lnTo>
                  <a:lnTo>
                    <a:pt x="1973579" y="3529774"/>
                  </a:lnTo>
                  <a:lnTo>
                    <a:pt x="2025612" y="3504438"/>
                  </a:lnTo>
                  <a:lnTo>
                    <a:pt x="2078317" y="3477558"/>
                  </a:lnTo>
                  <a:lnTo>
                    <a:pt x="2131674" y="3449380"/>
                  </a:lnTo>
                  <a:lnTo>
                    <a:pt x="2185571" y="3420216"/>
                  </a:lnTo>
                  <a:lnTo>
                    <a:pt x="2239825" y="3390431"/>
                  </a:lnTo>
                  <a:lnTo>
                    <a:pt x="2294210" y="3360423"/>
                  </a:lnTo>
                  <a:lnTo>
                    <a:pt x="2348484" y="3330604"/>
                  </a:lnTo>
                  <a:lnTo>
                    <a:pt x="2402418" y="3301374"/>
                  </a:lnTo>
                  <a:lnTo>
                    <a:pt x="2455825" y="3273102"/>
                  </a:lnTo>
                  <a:lnTo>
                    <a:pt x="2508586" y="3246104"/>
                  </a:lnTo>
                  <a:lnTo>
                    <a:pt x="2560673" y="3220632"/>
                  </a:lnTo>
                  <a:lnTo>
                    <a:pt x="2612165" y="3196866"/>
                  </a:lnTo>
                  <a:lnTo>
                    <a:pt x="2663262" y="3174916"/>
                  </a:lnTo>
                  <a:lnTo>
                    <a:pt x="2714309" y="3154820"/>
                  </a:lnTo>
                  <a:lnTo>
                    <a:pt x="2765807" y="3136555"/>
                  </a:lnTo>
                  <a:lnTo>
                    <a:pt x="2770117" y="3135121"/>
                  </a:lnTo>
                  <a:lnTo>
                    <a:pt x="2819736" y="3119689"/>
                  </a:lnTo>
                  <a:lnTo>
                    <a:pt x="2871068" y="3105828"/>
                  </a:lnTo>
                  <a:lnTo>
                    <a:pt x="2924936" y="3093454"/>
                  </a:lnTo>
                  <a:lnTo>
                    <a:pt x="2982258" y="3082429"/>
                  </a:lnTo>
                  <a:lnTo>
                    <a:pt x="3043967" y="3072596"/>
                  </a:lnTo>
                  <a:lnTo>
                    <a:pt x="3110927" y="3063807"/>
                  </a:lnTo>
                  <a:lnTo>
                    <a:pt x="3183831" y="3055931"/>
                  </a:lnTo>
                  <a:lnTo>
                    <a:pt x="3263060" y="3048864"/>
                  </a:lnTo>
                  <a:lnTo>
                    <a:pt x="3348497" y="3042532"/>
                  </a:lnTo>
                  <a:lnTo>
                    <a:pt x="3439313" y="3036887"/>
                  </a:lnTo>
                  <a:lnTo>
                    <a:pt x="3533753" y="3031915"/>
                  </a:lnTo>
                  <a:lnTo>
                    <a:pt x="3629013" y="3027618"/>
                  </a:lnTo>
                  <a:lnTo>
                    <a:pt x="3721302" y="3024015"/>
                  </a:lnTo>
                  <a:lnTo>
                    <a:pt x="3806195" y="3021115"/>
                  </a:lnTo>
                  <a:lnTo>
                    <a:pt x="3879315" y="3018912"/>
                  </a:lnTo>
                  <a:lnTo>
                    <a:pt x="3937209" y="3017361"/>
                  </a:lnTo>
                  <a:lnTo>
                    <a:pt x="3978179" y="3016379"/>
                  </a:lnTo>
                  <a:lnTo>
                    <a:pt x="4002780" y="3015849"/>
                  </a:lnTo>
                  <a:lnTo>
                    <a:pt x="4013882" y="3015634"/>
                  </a:lnTo>
                  <a:lnTo>
                    <a:pt x="4016409" y="3015589"/>
                  </a:lnTo>
                  <a:lnTo>
                    <a:pt x="4538543" y="3015589"/>
                  </a:lnTo>
                  <a:lnTo>
                    <a:pt x="4539680" y="3015506"/>
                  </a:lnTo>
                  <a:lnTo>
                    <a:pt x="4547133" y="3014917"/>
                  </a:lnTo>
                  <a:lnTo>
                    <a:pt x="4565835" y="3013289"/>
                  </a:lnTo>
                  <a:lnTo>
                    <a:pt x="4599051" y="3010087"/>
                  </a:lnTo>
                  <a:lnTo>
                    <a:pt x="4648109" y="3004831"/>
                  </a:lnTo>
                  <a:lnTo>
                    <a:pt x="4712302" y="2997146"/>
                  </a:lnTo>
                  <a:lnTo>
                    <a:pt x="4789162" y="2986800"/>
                  </a:lnTo>
                  <a:lnTo>
                    <a:pt x="4875051" y="2973702"/>
                  </a:lnTo>
                  <a:lnTo>
                    <a:pt x="4965913" y="2957863"/>
                  </a:lnTo>
                  <a:lnTo>
                    <a:pt x="5057955" y="2939344"/>
                  </a:lnTo>
                  <a:lnTo>
                    <a:pt x="5148100" y="2918195"/>
                  </a:lnTo>
                  <a:lnTo>
                    <a:pt x="5234179" y="2894408"/>
                  </a:lnTo>
                  <a:lnTo>
                    <a:pt x="5314910" y="2867884"/>
                  </a:lnTo>
                  <a:lnTo>
                    <a:pt x="5389764" y="2838420"/>
                  </a:lnTo>
                  <a:lnTo>
                    <a:pt x="5458774" y="2805702"/>
                  </a:lnTo>
                  <a:lnTo>
                    <a:pt x="5522360" y="2769311"/>
                  </a:lnTo>
                  <a:lnTo>
                    <a:pt x="5581187" y="2728739"/>
                  </a:lnTo>
                  <a:lnTo>
                    <a:pt x="5636049" y="2683415"/>
                  </a:lnTo>
                  <a:lnTo>
                    <a:pt x="5687788" y="2632752"/>
                  </a:lnTo>
                  <a:lnTo>
                    <a:pt x="5737225" y="2576237"/>
                  </a:lnTo>
                  <a:lnTo>
                    <a:pt x="5784835" y="2513932"/>
                  </a:lnTo>
                  <a:lnTo>
                    <a:pt x="5821190" y="2461233"/>
                  </a:lnTo>
                  <a:lnTo>
                    <a:pt x="5857208" y="2404774"/>
                  </a:lnTo>
                  <a:lnTo>
                    <a:pt x="5893096" y="2344479"/>
                  </a:lnTo>
                  <a:lnTo>
                    <a:pt x="5929019" y="2280329"/>
                  </a:lnTo>
                  <a:lnTo>
                    <a:pt x="5965101" y="2212367"/>
                  </a:lnTo>
                  <a:lnTo>
                    <a:pt x="6001431" y="2140709"/>
                  </a:lnTo>
                  <a:lnTo>
                    <a:pt x="6038068" y="2065542"/>
                  </a:lnTo>
                  <a:lnTo>
                    <a:pt x="6075039" y="1987128"/>
                  </a:lnTo>
                  <a:lnTo>
                    <a:pt x="6112344" y="1905806"/>
                  </a:lnTo>
                  <a:lnTo>
                    <a:pt x="6149960" y="1821985"/>
                  </a:lnTo>
                  <a:lnTo>
                    <a:pt x="6187841" y="1736136"/>
                  </a:lnTo>
                  <a:lnTo>
                    <a:pt x="6225927" y="1648786"/>
                  </a:lnTo>
                  <a:lnTo>
                    <a:pt x="6264142" y="1560502"/>
                  </a:lnTo>
                  <a:lnTo>
                    <a:pt x="6302405" y="1471880"/>
                  </a:lnTo>
                  <a:lnTo>
                    <a:pt x="6340632" y="1383521"/>
                  </a:lnTo>
                  <a:lnTo>
                    <a:pt x="6378738" y="1296022"/>
                  </a:lnTo>
                  <a:lnTo>
                    <a:pt x="6416648" y="1209954"/>
                  </a:lnTo>
                  <a:lnTo>
                    <a:pt x="6454300" y="1125850"/>
                  </a:lnTo>
                  <a:lnTo>
                    <a:pt x="6491646" y="1044189"/>
                  </a:lnTo>
                  <a:lnTo>
                    <a:pt x="6528659" y="965390"/>
                  </a:lnTo>
                  <a:lnTo>
                    <a:pt x="6565338" y="889798"/>
                  </a:lnTo>
                  <a:lnTo>
                    <a:pt x="6601704" y="817686"/>
                  </a:lnTo>
                  <a:lnTo>
                    <a:pt x="6637813" y="749252"/>
                  </a:lnTo>
                  <a:lnTo>
                    <a:pt x="6673750" y="684618"/>
                  </a:lnTo>
                  <a:lnTo>
                    <a:pt x="6709634" y="623837"/>
                  </a:lnTo>
                  <a:lnTo>
                    <a:pt x="6745625" y="566899"/>
                  </a:lnTo>
                  <a:lnTo>
                    <a:pt x="6781925" y="513733"/>
                  </a:lnTo>
                  <a:lnTo>
                    <a:pt x="6786527" y="507304"/>
                  </a:lnTo>
                  <a:lnTo>
                    <a:pt x="6834403" y="444672"/>
                  </a:lnTo>
                  <a:lnTo>
                    <a:pt x="6883850" y="388190"/>
                  </a:lnTo>
                  <a:lnTo>
                    <a:pt x="6935604" y="337559"/>
                  </a:lnTo>
                  <a:lnTo>
                    <a:pt x="6990485" y="292262"/>
                  </a:lnTo>
                  <a:lnTo>
                    <a:pt x="7049336" y="251715"/>
                  </a:lnTo>
                  <a:lnTo>
                    <a:pt x="7112951" y="215345"/>
                  </a:lnTo>
                  <a:lnTo>
                    <a:pt x="7181991" y="182645"/>
                  </a:lnTo>
                  <a:lnTo>
                    <a:pt x="7256878" y="153198"/>
                  </a:lnTo>
                  <a:lnTo>
                    <a:pt x="7337641" y="126690"/>
                  </a:lnTo>
                  <a:lnTo>
                    <a:pt x="7423746" y="102918"/>
                  </a:lnTo>
                  <a:lnTo>
                    <a:pt x="7513908" y="81783"/>
                  </a:lnTo>
                  <a:lnTo>
                    <a:pt x="7605953" y="63279"/>
                  </a:lnTo>
                  <a:lnTo>
                    <a:pt x="7696798" y="47455"/>
                  </a:lnTo>
                  <a:lnTo>
                    <a:pt x="7782649" y="34371"/>
                  </a:lnTo>
                  <a:lnTo>
                    <a:pt x="7859449" y="24040"/>
                  </a:lnTo>
                  <a:lnTo>
                    <a:pt x="7923565" y="16369"/>
                  </a:lnTo>
                  <a:lnTo>
                    <a:pt x="7972535" y="11126"/>
                  </a:lnTo>
                  <a:lnTo>
                    <a:pt x="8005667" y="7934"/>
                  </a:lnTo>
                  <a:lnTo>
                    <a:pt x="8024297" y="6313"/>
                  </a:lnTo>
                  <a:lnTo>
                    <a:pt x="8031700" y="5728"/>
                  </a:lnTo>
                  <a:lnTo>
                    <a:pt x="8032819" y="5647"/>
                  </a:lnTo>
                  <a:lnTo>
                    <a:pt x="8554953" y="5647"/>
                  </a:lnTo>
                  <a:lnTo>
                    <a:pt x="8554953" y="0"/>
                  </a:lnTo>
                  <a:lnTo>
                    <a:pt x="8032819" y="0"/>
                  </a:lnTo>
                  <a:lnTo>
                    <a:pt x="8031682" y="82"/>
                  </a:lnTo>
                  <a:lnTo>
                    <a:pt x="8024229" y="671"/>
                  </a:lnTo>
                  <a:lnTo>
                    <a:pt x="8005527" y="2300"/>
                  </a:lnTo>
                  <a:lnTo>
                    <a:pt x="7972311" y="5501"/>
                  </a:lnTo>
                  <a:lnTo>
                    <a:pt x="7923253" y="10757"/>
                  </a:lnTo>
                  <a:lnTo>
                    <a:pt x="7859060" y="18442"/>
                  </a:lnTo>
                  <a:lnTo>
                    <a:pt x="7782199" y="28788"/>
                  </a:lnTo>
                  <a:lnTo>
                    <a:pt x="7696311" y="41887"/>
                  </a:lnTo>
                  <a:lnTo>
                    <a:pt x="7605448" y="57726"/>
                  </a:lnTo>
                  <a:lnTo>
                    <a:pt x="7513407" y="76245"/>
                  </a:lnTo>
                  <a:lnTo>
                    <a:pt x="7423262" y="97393"/>
                  </a:lnTo>
                  <a:lnTo>
                    <a:pt x="7337183" y="121180"/>
                  </a:lnTo>
                  <a:lnTo>
                    <a:pt x="7256452" y="147704"/>
                  </a:lnTo>
                  <a:lnTo>
                    <a:pt x="7181598" y="177168"/>
                  </a:lnTo>
                  <a:lnTo>
                    <a:pt x="7112588" y="209887"/>
                  </a:lnTo>
                  <a:lnTo>
                    <a:pt x="7049002" y="246278"/>
                  </a:lnTo>
                  <a:lnTo>
                    <a:pt x="6990175" y="286849"/>
                  </a:lnTo>
                  <a:lnTo>
                    <a:pt x="6935313" y="332174"/>
                  </a:lnTo>
                  <a:lnTo>
                    <a:pt x="6883574" y="382836"/>
                  </a:lnTo>
                  <a:lnTo>
                    <a:pt x="6834137" y="439351"/>
                  </a:lnTo>
                  <a:lnTo>
                    <a:pt x="6786527" y="501657"/>
                  </a:lnTo>
                  <a:lnTo>
                    <a:pt x="6750172" y="554355"/>
                  </a:lnTo>
                  <a:lnTo>
                    <a:pt x="6714154" y="610814"/>
                  </a:lnTo>
                  <a:lnTo>
                    <a:pt x="6678266" y="671109"/>
                  </a:lnTo>
                  <a:lnTo>
                    <a:pt x="6642343" y="735260"/>
                  </a:lnTo>
                  <a:lnTo>
                    <a:pt x="6606261" y="803221"/>
                  </a:lnTo>
                  <a:lnTo>
                    <a:pt x="6569931" y="874879"/>
                  </a:lnTo>
                  <a:lnTo>
                    <a:pt x="6533293" y="950047"/>
                  </a:lnTo>
                  <a:lnTo>
                    <a:pt x="6496323" y="1028460"/>
                  </a:lnTo>
                  <a:lnTo>
                    <a:pt x="6459018" y="1109782"/>
                  </a:lnTo>
                  <a:lnTo>
                    <a:pt x="6421402" y="1193604"/>
                  </a:lnTo>
                  <a:lnTo>
                    <a:pt x="6383521" y="1279453"/>
                  </a:lnTo>
                  <a:lnTo>
                    <a:pt x="6345435" y="1366803"/>
                  </a:lnTo>
                  <a:lnTo>
                    <a:pt x="6307220" y="1455086"/>
                  </a:lnTo>
                  <a:lnTo>
                    <a:pt x="6268957" y="1543709"/>
                  </a:lnTo>
                  <a:lnTo>
                    <a:pt x="6230730" y="1632067"/>
                  </a:lnTo>
                  <a:lnTo>
                    <a:pt x="6192624" y="1719567"/>
                  </a:lnTo>
                  <a:lnTo>
                    <a:pt x="6154713" y="1805635"/>
                  </a:lnTo>
                  <a:lnTo>
                    <a:pt x="6117062" y="1889739"/>
                  </a:lnTo>
                  <a:lnTo>
                    <a:pt x="6079716" y="1971399"/>
                  </a:lnTo>
                  <a:lnTo>
                    <a:pt x="6042703" y="2050199"/>
                  </a:lnTo>
                  <a:lnTo>
                    <a:pt x="6006024" y="2125790"/>
                  </a:lnTo>
                  <a:lnTo>
                    <a:pt x="5969658" y="2197902"/>
                  </a:lnTo>
                  <a:lnTo>
                    <a:pt x="5933549" y="2266337"/>
                  </a:lnTo>
                  <a:lnTo>
                    <a:pt x="5897612" y="2330971"/>
                  </a:lnTo>
                  <a:lnTo>
                    <a:pt x="5861728" y="2391751"/>
                  </a:lnTo>
                  <a:lnTo>
                    <a:pt x="5825737" y="2448689"/>
                  </a:lnTo>
                  <a:lnTo>
                    <a:pt x="5789437" y="2501856"/>
                  </a:lnTo>
                  <a:lnTo>
                    <a:pt x="5784835" y="2508285"/>
                  </a:lnTo>
                  <a:lnTo>
                    <a:pt x="5736959" y="2570916"/>
                  </a:lnTo>
                  <a:lnTo>
                    <a:pt x="5687512" y="2627398"/>
                  </a:lnTo>
                  <a:lnTo>
                    <a:pt x="5635758" y="2678030"/>
                  </a:lnTo>
                  <a:lnTo>
                    <a:pt x="5580876" y="2723326"/>
                  </a:lnTo>
                  <a:lnTo>
                    <a:pt x="5522026" y="2763874"/>
                  </a:lnTo>
                  <a:lnTo>
                    <a:pt x="5458411" y="2800243"/>
                  </a:lnTo>
                  <a:lnTo>
                    <a:pt x="5389371" y="2832943"/>
                  </a:lnTo>
                  <a:lnTo>
                    <a:pt x="5314484" y="2862390"/>
                  </a:lnTo>
                  <a:lnTo>
                    <a:pt x="5233721" y="2888898"/>
                  </a:lnTo>
                  <a:lnTo>
                    <a:pt x="5147616" y="2912671"/>
                  </a:lnTo>
                  <a:lnTo>
                    <a:pt x="5057454" y="2933805"/>
                  </a:lnTo>
                  <a:lnTo>
                    <a:pt x="4965409" y="2952309"/>
                  </a:lnTo>
                  <a:lnTo>
                    <a:pt x="4874564" y="2968134"/>
                  </a:lnTo>
                  <a:lnTo>
                    <a:pt x="4788713" y="2981217"/>
                  </a:lnTo>
                  <a:lnTo>
                    <a:pt x="4711913" y="2991548"/>
                  </a:lnTo>
                  <a:lnTo>
                    <a:pt x="4647797" y="2999219"/>
                  </a:lnTo>
                  <a:lnTo>
                    <a:pt x="4598827" y="3004463"/>
                  </a:lnTo>
                  <a:lnTo>
                    <a:pt x="4565695" y="3007654"/>
                  </a:lnTo>
                  <a:lnTo>
                    <a:pt x="4547065" y="3009276"/>
                  </a:lnTo>
                  <a:lnTo>
                    <a:pt x="4539662" y="3009861"/>
                  </a:lnTo>
                  <a:lnTo>
                    <a:pt x="4538543" y="3009942"/>
                  </a:lnTo>
                  <a:lnTo>
                    <a:pt x="4016409" y="3009942"/>
                  </a:lnTo>
                  <a:lnTo>
                    <a:pt x="4015148" y="3009964"/>
                  </a:lnTo>
                  <a:lnTo>
                    <a:pt x="4006901" y="3010120"/>
                  </a:lnTo>
                  <a:lnTo>
                    <a:pt x="3986280" y="3010552"/>
                  </a:lnTo>
                  <a:lnTo>
                    <a:pt x="3949839" y="3011400"/>
                  </a:lnTo>
                  <a:lnTo>
                    <a:pt x="3896390" y="3012789"/>
                  </a:lnTo>
                  <a:lnTo>
                    <a:pt x="3827062" y="3014812"/>
                  </a:lnTo>
                  <a:lnTo>
                    <a:pt x="3744909" y="3017523"/>
                  </a:lnTo>
                  <a:lnTo>
                    <a:pt x="3654152" y="3020939"/>
                  </a:lnTo>
                  <a:lnTo>
                    <a:pt x="3559280" y="3025052"/>
                  </a:lnTo>
                  <a:lnTo>
                    <a:pt x="3464302" y="3029845"/>
                  </a:lnTo>
                  <a:lnTo>
                    <a:pt x="3372303" y="3035309"/>
                  </a:lnTo>
                  <a:lnTo>
                    <a:pt x="3285312" y="3041455"/>
                  </a:lnTo>
                  <a:lnTo>
                    <a:pt x="3204386" y="3048319"/>
                  </a:lnTo>
                  <a:lnTo>
                    <a:pt x="3129812" y="3055970"/>
                  </a:lnTo>
                  <a:lnTo>
                    <a:pt x="3061320" y="3064503"/>
                  </a:lnTo>
                  <a:lnTo>
                    <a:pt x="2998288" y="3074043"/>
                  </a:lnTo>
                  <a:lnTo>
                    <a:pt x="2939883" y="3084734"/>
                  </a:lnTo>
                  <a:lnTo>
                    <a:pt x="2885183" y="3096733"/>
                  </a:lnTo>
                  <a:lnTo>
                    <a:pt x="2833259" y="3110185"/>
                  </a:lnTo>
                  <a:lnTo>
                    <a:pt x="2783254" y="3125193"/>
                  </a:lnTo>
                  <a:lnTo>
                    <a:pt x="2770117" y="3129473"/>
                  </a:lnTo>
                  <a:lnTo>
                    <a:pt x="2718553" y="3147590"/>
                  </a:lnTo>
                  <a:lnTo>
                    <a:pt x="2667491" y="3167532"/>
                  </a:lnTo>
                  <a:lnTo>
                    <a:pt x="2616412" y="3189329"/>
                  </a:lnTo>
                  <a:lnTo>
                    <a:pt x="2564963" y="3212947"/>
                  </a:lnTo>
                  <a:lnTo>
                    <a:pt x="2512930" y="3238283"/>
                  </a:lnTo>
                  <a:lnTo>
                    <a:pt x="2460225" y="3265164"/>
                  </a:lnTo>
                  <a:lnTo>
                    <a:pt x="2406868" y="3293342"/>
                  </a:lnTo>
                  <a:lnTo>
                    <a:pt x="2352972" y="3322505"/>
                  </a:lnTo>
                  <a:lnTo>
                    <a:pt x="2298717" y="3352291"/>
                  </a:lnTo>
                  <a:lnTo>
                    <a:pt x="2244332" y="3382298"/>
                  </a:lnTo>
                  <a:lnTo>
                    <a:pt x="2190058" y="3412118"/>
                  </a:lnTo>
                  <a:lnTo>
                    <a:pt x="2136124" y="3441347"/>
                  </a:lnTo>
                  <a:lnTo>
                    <a:pt x="2082717" y="3469620"/>
                  </a:lnTo>
                  <a:lnTo>
                    <a:pt x="2029956" y="3496618"/>
                  </a:lnTo>
                  <a:lnTo>
                    <a:pt x="1977869" y="3522090"/>
                  </a:lnTo>
                  <a:lnTo>
                    <a:pt x="1926378" y="3545855"/>
                  </a:lnTo>
                  <a:lnTo>
                    <a:pt x="1875280" y="3567805"/>
                  </a:lnTo>
                  <a:lnTo>
                    <a:pt x="1824233" y="3587901"/>
                  </a:lnTo>
                  <a:lnTo>
                    <a:pt x="1772735" y="3606166"/>
                  </a:lnTo>
                  <a:lnTo>
                    <a:pt x="1768425" y="3607601"/>
                  </a:lnTo>
                  <a:lnTo>
                    <a:pt x="1718806" y="3623032"/>
                  </a:lnTo>
                  <a:lnTo>
                    <a:pt x="1667474" y="3636893"/>
                  </a:lnTo>
                  <a:lnTo>
                    <a:pt x="1613606" y="3649267"/>
                  </a:lnTo>
                  <a:lnTo>
                    <a:pt x="1556284" y="3660292"/>
                  </a:lnTo>
                  <a:lnTo>
                    <a:pt x="1494575" y="3670125"/>
                  </a:lnTo>
                  <a:lnTo>
                    <a:pt x="1427615" y="3678914"/>
                  </a:lnTo>
                  <a:lnTo>
                    <a:pt x="1354711" y="3686790"/>
                  </a:lnTo>
                  <a:lnTo>
                    <a:pt x="1275482" y="3693857"/>
                  </a:lnTo>
                  <a:lnTo>
                    <a:pt x="1190045" y="3700190"/>
                  </a:lnTo>
                  <a:lnTo>
                    <a:pt x="1099229" y="3705834"/>
                  </a:lnTo>
                  <a:lnTo>
                    <a:pt x="1004789" y="3710807"/>
                  </a:lnTo>
                  <a:lnTo>
                    <a:pt x="909529" y="3715103"/>
                  </a:lnTo>
                  <a:lnTo>
                    <a:pt x="817241" y="3718707"/>
                  </a:lnTo>
                  <a:lnTo>
                    <a:pt x="732348" y="3721606"/>
                  </a:lnTo>
                  <a:lnTo>
                    <a:pt x="659227" y="3723809"/>
                  </a:lnTo>
                  <a:lnTo>
                    <a:pt x="601333" y="3725360"/>
                  </a:lnTo>
                  <a:lnTo>
                    <a:pt x="560364" y="3726342"/>
                  </a:lnTo>
                  <a:lnTo>
                    <a:pt x="535762" y="3726872"/>
                  </a:lnTo>
                  <a:lnTo>
                    <a:pt x="524660" y="3727088"/>
                  </a:lnTo>
                  <a:lnTo>
                    <a:pt x="522133" y="3727132"/>
                  </a:lnTo>
                  <a:lnTo>
                    <a:pt x="0" y="3727132"/>
                  </a:lnTo>
                  <a:close/>
                </a:path>
              </a:pathLst>
            </a:custGeom>
            <a:solidFill>
              <a:srgbClr val="B497D6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1761" name="pl1761"/>
            <p:cNvSpPr/>
            <p:nvPr/>
          </p:nvSpPr>
          <p:spPr>
            <a:xfrm>
              <a:off x="386606" y="1784145"/>
              <a:ext cx="8554953" cy="3727132"/>
            </a:xfrm>
            <a:custGeom>
              <a:avLst/>
              <a:pathLst>
                <a:path w="8554953" h="3727132">
                  <a:moveTo>
                    <a:pt x="0" y="3727132"/>
                  </a:moveTo>
                  <a:lnTo>
                    <a:pt x="522133" y="3727132"/>
                  </a:lnTo>
                  <a:lnTo>
                    <a:pt x="523394" y="3727111"/>
                  </a:lnTo>
                  <a:lnTo>
                    <a:pt x="531641" y="3726954"/>
                  </a:lnTo>
                  <a:lnTo>
                    <a:pt x="552262" y="3726522"/>
                  </a:lnTo>
                  <a:lnTo>
                    <a:pt x="588703" y="3725674"/>
                  </a:lnTo>
                  <a:lnTo>
                    <a:pt x="642152" y="3724285"/>
                  </a:lnTo>
                  <a:lnTo>
                    <a:pt x="711480" y="3722262"/>
                  </a:lnTo>
                  <a:lnTo>
                    <a:pt x="793633" y="3719551"/>
                  </a:lnTo>
                  <a:lnTo>
                    <a:pt x="884390" y="3716135"/>
                  </a:lnTo>
                  <a:lnTo>
                    <a:pt x="979262" y="3712022"/>
                  </a:lnTo>
                  <a:lnTo>
                    <a:pt x="1074241" y="3707229"/>
                  </a:lnTo>
                  <a:lnTo>
                    <a:pt x="1166239" y="3701765"/>
                  </a:lnTo>
                  <a:lnTo>
                    <a:pt x="1253230" y="3695619"/>
                  </a:lnTo>
                  <a:lnTo>
                    <a:pt x="1334156" y="3688755"/>
                  </a:lnTo>
                  <a:lnTo>
                    <a:pt x="1408731" y="3681104"/>
                  </a:lnTo>
                  <a:lnTo>
                    <a:pt x="1477222" y="3672571"/>
                  </a:lnTo>
                  <a:lnTo>
                    <a:pt x="1540254" y="3663031"/>
                  </a:lnTo>
                  <a:lnTo>
                    <a:pt x="1598659" y="3652340"/>
                  </a:lnTo>
                  <a:lnTo>
                    <a:pt x="1653359" y="3640342"/>
                  </a:lnTo>
                  <a:lnTo>
                    <a:pt x="1705283" y="3626889"/>
                  </a:lnTo>
                  <a:lnTo>
                    <a:pt x="1755288" y="3611881"/>
                  </a:lnTo>
                  <a:lnTo>
                    <a:pt x="1768425" y="3607601"/>
                  </a:lnTo>
                  <a:lnTo>
                    <a:pt x="1819989" y="3589484"/>
                  </a:lnTo>
                  <a:lnTo>
                    <a:pt x="1871051" y="3569542"/>
                  </a:lnTo>
                  <a:lnTo>
                    <a:pt x="1922130" y="3547745"/>
                  </a:lnTo>
                  <a:lnTo>
                    <a:pt x="1973579" y="3524127"/>
                  </a:lnTo>
                  <a:lnTo>
                    <a:pt x="2025612" y="3498791"/>
                  </a:lnTo>
                  <a:lnTo>
                    <a:pt x="2078317" y="3471910"/>
                  </a:lnTo>
                  <a:lnTo>
                    <a:pt x="2131674" y="3443732"/>
                  </a:lnTo>
                  <a:lnTo>
                    <a:pt x="2185571" y="3414569"/>
                  </a:lnTo>
                  <a:lnTo>
                    <a:pt x="2239825" y="3384784"/>
                  </a:lnTo>
                  <a:lnTo>
                    <a:pt x="2294210" y="3354776"/>
                  </a:lnTo>
                  <a:lnTo>
                    <a:pt x="2348484" y="3324957"/>
                  </a:lnTo>
                  <a:lnTo>
                    <a:pt x="2402418" y="3295727"/>
                  </a:lnTo>
                  <a:lnTo>
                    <a:pt x="2455825" y="3267455"/>
                  </a:lnTo>
                  <a:lnTo>
                    <a:pt x="2508586" y="3240456"/>
                  </a:lnTo>
                  <a:lnTo>
                    <a:pt x="2560673" y="3214984"/>
                  </a:lnTo>
                  <a:lnTo>
                    <a:pt x="2612165" y="3191219"/>
                  </a:lnTo>
                  <a:lnTo>
                    <a:pt x="2663262" y="3169269"/>
                  </a:lnTo>
                  <a:lnTo>
                    <a:pt x="2714309" y="3149173"/>
                  </a:lnTo>
                  <a:lnTo>
                    <a:pt x="2765807" y="3130908"/>
                  </a:lnTo>
                  <a:lnTo>
                    <a:pt x="2770117" y="3129473"/>
                  </a:lnTo>
                  <a:lnTo>
                    <a:pt x="2819736" y="3114042"/>
                  </a:lnTo>
                  <a:lnTo>
                    <a:pt x="2871068" y="3100181"/>
                  </a:lnTo>
                  <a:lnTo>
                    <a:pt x="2924936" y="3087807"/>
                  </a:lnTo>
                  <a:lnTo>
                    <a:pt x="2982258" y="3076782"/>
                  </a:lnTo>
                  <a:lnTo>
                    <a:pt x="3043967" y="3066949"/>
                  </a:lnTo>
                  <a:lnTo>
                    <a:pt x="3110927" y="3058160"/>
                  </a:lnTo>
                  <a:lnTo>
                    <a:pt x="3183831" y="3050284"/>
                  </a:lnTo>
                  <a:lnTo>
                    <a:pt x="3263060" y="3043217"/>
                  </a:lnTo>
                  <a:lnTo>
                    <a:pt x="3348497" y="3036884"/>
                  </a:lnTo>
                  <a:lnTo>
                    <a:pt x="3439313" y="3031240"/>
                  </a:lnTo>
                  <a:lnTo>
                    <a:pt x="3533753" y="3026268"/>
                  </a:lnTo>
                  <a:lnTo>
                    <a:pt x="3629013" y="3021971"/>
                  </a:lnTo>
                  <a:lnTo>
                    <a:pt x="3721302" y="3018367"/>
                  </a:lnTo>
                  <a:lnTo>
                    <a:pt x="3806195" y="3015468"/>
                  </a:lnTo>
                  <a:lnTo>
                    <a:pt x="3879315" y="3013265"/>
                  </a:lnTo>
                  <a:lnTo>
                    <a:pt x="3937209" y="3011714"/>
                  </a:lnTo>
                  <a:lnTo>
                    <a:pt x="3978179" y="3010732"/>
                  </a:lnTo>
                  <a:lnTo>
                    <a:pt x="4002780" y="3010202"/>
                  </a:lnTo>
                  <a:lnTo>
                    <a:pt x="4013882" y="3009986"/>
                  </a:lnTo>
                  <a:lnTo>
                    <a:pt x="4016384" y="3009942"/>
                  </a:lnTo>
                  <a:lnTo>
                    <a:pt x="4016409" y="3009942"/>
                  </a:lnTo>
                  <a:lnTo>
                    <a:pt x="4538543" y="3009942"/>
                  </a:lnTo>
                  <a:lnTo>
                    <a:pt x="4539680" y="3009859"/>
                  </a:lnTo>
                  <a:lnTo>
                    <a:pt x="4547133" y="3009270"/>
                  </a:lnTo>
                  <a:lnTo>
                    <a:pt x="4565835" y="3007642"/>
                  </a:lnTo>
                  <a:lnTo>
                    <a:pt x="4599051" y="3004440"/>
                  </a:lnTo>
                  <a:lnTo>
                    <a:pt x="4648109" y="2999184"/>
                  </a:lnTo>
                  <a:lnTo>
                    <a:pt x="4712302" y="2991499"/>
                  </a:lnTo>
                  <a:lnTo>
                    <a:pt x="4789162" y="2981153"/>
                  </a:lnTo>
                  <a:lnTo>
                    <a:pt x="4875051" y="2968055"/>
                  </a:lnTo>
                  <a:lnTo>
                    <a:pt x="4965913" y="2952215"/>
                  </a:lnTo>
                  <a:lnTo>
                    <a:pt x="5057955" y="2933697"/>
                  </a:lnTo>
                  <a:lnTo>
                    <a:pt x="5148100" y="2912548"/>
                  </a:lnTo>
                  <a:lnTo>
                    <a:pt x="5234179" y="2888761"/>
                  </a:lnTo>
                  <a:lnTo>
                    <a:pt x="5314910" y="2862237"/>
                  </a:lnTo>
                  <a:lnTo>
                    <a:pt x="5389764" y="2832773"/>
                  </a:lnTo>
                  <a:lnTo>
                    <a:pt x="5458774" y="2800054"/>
                  </a:lnTo>
                  <a:lnTo>
                    <a:pt x="5522360" y="2763664"/>
                  </a:lnTo>
                  <a:lnTo>
                    <a:pt x="5581187" y="2723092"/>
                  </a:lnTo>
                  <a:lnTo>
                    <a:pt x="5636049" y="2677768"/>
                  </a:lnTo>
                  <a:lnTo>
                    <a:pt x="5687788" y="2627105"/>
                  </a:lnTo>
                  <a:lnTo>
                    <a:pt x="5737225" y="2570590"/>
                  </a:lnTo>
                  <a:lnTo>
                    <a:pt x="5784835" y="2508285"/>
                  </a:lnTo>
                  <a:lnTo>
                    <a:pt x="5821190" y="2455586"/>
                  </a:lnTo>
                  <a:lnTo>
                    <a:pt x="5857208" y="2399127"/>
                  </a:lnTo>
                  <a:lnTo>
                    <a:pt x="5893096" y="2338832"/>
                  </a:lnTo>
                  <a:lnTo>
                    <a:pt x="5929019" y="2274681"/>
                  </a:lnTo>
                  <a:lnTo>
                    <a:pt x="5965101" y="2206720"/>
                  </a:lnTo>
                  <a:lnTo>
                    <a:pt x="6001431" y="2135062"/>
                  </a:lnTo>
                  <a:lnTo>
                    <a:pt x="6038068" y="2059894"/>
                  </a:lnTo>
                  <a:lnTo>
                    <a:pt x="6075039" y="1981481"/>
                  </a:lnTo>
                  <a:lnTo>
                    <a:pt x="6112344" y="1900159"/>
                  </a:lnTo>
                  <a:lnTo>
                    <a:pt x="6149960" y="1816337"/>
                  </a:lnTo>
                  <a:lnTo>
                    <a:pt x="6187841" y="1730488"/>
                  </a:lnTo>
                  <a:lnTo>
                    <a:pt x="6225927" y="1643138"/>
                  </a:lnTo>
                  <a:lnTo>
                    <a:pt x="6264142" y="1554855"/>
                  </a:lnTo>
                  <a:lnTo>
                    <a:pt x="6302405" y="1466233"/>
                  </a:lnTo>
                  <a:lnTo>
                    <a:pt x="6340632" y="1377874"/>
                  </a:lnTo>
                  <a:lnTo>
                    <a:pt x="6378738" y="1290374"/>
                  </a:lnTo>
                  <a:lnTo>
                    <a:pt x="6416648" y="1204307"/>
                  </a:lnTo>
                  <a:lnTo>
                    <a:pt x="6454300" y="1120202"/>
                  </a:lnTo>
                  <a:lnTo>
                    <a:pt x="6491646" y="1038542"/>
                  </a:lnTo>
                  <a:lnTo>
                    <a:pt x="6528659" y="959743"/>
                  </a:lnTo>
                  <a:lnTo>
                    <a:pt x="6565338" y="884151"/>
                  </a:lnTo>
                  <a:lnTo>
                    <a:pt x="6601704" y="812039"/>
                  </a:lnTo>
                  <a:lnTo>
                    <a:pt x="6637813" y="743605"/>
                  </a:lnTo>
                  <a:lnTo>
                    <a:pt x="6673750" y="678971"/>
                  </a:lnTo>
                  <a:lnTo>
                    <a:pt x="6709634" y="618190"/>
                  </a:lnTo>
                  <a:lnTo>
                    <a:pt x="6745625" y="561252"/>
                  </a:lnTo>
                  <a:lnTo>
                    <a:pt x="6781925" y="508086"/>
                  </a:lnTo>
                  <a:lnTo>
                    <a:pt x="6786527" y="501657"/>
                  </a:lnTo>
                  <a:lnTo>
                    <a:pt x="6834403" y="439025"/>
                  </a:lnTo>
                  <a:lnTo>
                    <a:pt x="6883850" y="382543"/>
                  </a:lnTo>
                  <a:lnTo>
                    <a:pt x="6935604" y="331911"/>
                  </a:lnTo>
                  <a:lnTo>
                    <a:pt x="6990485" y="286615"/>
                  </a:lnTo>
                  <a:lnTo>
                    <a:pt x="7049336" y="246067"/>
                  </a:lnTo>
                  <a:lnTo>
                    <a:pt x="7112951" y="209698"/>
                  </a:lnTo>
                  <a:lnTo>
                    <a:pt x="7181991" y="176998"/>
                  </a:lnTo>
                  <a:lnTo>
                    <a:pt x="7256878" y="147551"/>
                  </a:lnTo>
                  <a:lnTo>
                    <a:pt x="7337641" y="121043"/>
                  </a:lnTo>
                  <a:lnTo>
                    <a:pt x="7423746" y="97270"/>
                  </a:lnTo>
                  <a:lnTo>
                    <a:pt x="7513908" y="76136"/>
                  </a:lnTo>
                  <a:lnTo>
                    <a:pt x="7605953" y="57632"/>
                  </a:lnTo>
                  <a:lnTo>
                    <a:pt x="7696798" y="41807"/>
                  </a:lnTo>
                  <a:lnTo>
                    <a:pt x="7782649" y="28724"/>
                  </a:lnTo>
                  <a:lnTo>
                    <a:pt x="7859449" y="18393"/>
                  </a:lnTo>
                  <a:lnTo>
                    <a:pt x="7923565" y="10722"/>
                  </a:lnTo>
                  <a:lnTo>
                    <a:pt x="7972535" y="5478"/>
                  </a:lnTo>
                  <a:lnTo>
                    <a:pt x="8005667" y="2287"/>
                  </a:lnTo>
                  <a:lnTo>
                    <a:pt x="8024297" y="665"/>
                  </a:lnTo>
                  <a:lnTo>
                    <a:pt x="8031700" y="81"/>
                  </a:lnTo>
                  <a:lnTo>
                    <a:pt x="8032819" y="0"/>
                  </a:lnTo>
                  <a:lnTo>
                    <a:pt x="8554953" y="0"/>
                  </a:lnTo>
                  <a:lnTo>
                    <a:pt x="8554953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762" name="pl1762"/>
            <p:cNvSpPr/>
            <p:nvPr/>
          </p:nvSpPr>
          <p:spPr>
            <a:xfrm>
              <a:off x="386606" y="1778498"/>
              <a:ext cx="8554953" cy="3727132"/>
            </a:xfrm>
            <a:custGeom>
              <a:avLst/>
              <a:pathLst>
                <a:path w="8554953" h="3727132">
                  <a:moveTo>
                    <a:pt x="8554953" y="0"/>
                  </a:moveTo>
                  <a:lnTo>
                    <a:pt x="8032819" y="0"/>
                  </a:lnTo>
                  <a:lnTo>
                    <a:pt x="8031682" y="82"/>
                  </a:lnTo>
                  <a:lnTo>
                    <a:pt x="8024229" y="671"/>
                  </a:lnTo>
                  <a:lnTo>
                    <a:pt x="8005527" y="2300"/>
                  </a:lnTo>
                  <a:lnTo>
                    <a:pt x="7972311" y="5501"/>
                  </a:lnTo>
                  <a:lnTo>
                    <a:pt x="7923253" y="10757"/>
                  </a:lnTo>
                  <a:lnTo>
                    <a:pt x="7859060" y="18442"/>
                  </a:lnTo>
                  <a:lnTo>
                    <a:pt x="7782199" y="28788"/>
                  </a:lnTo>
                  <a:lnTo>
                    <a:pt x="7696311" y="41887"/>
                  </a:lnTo>
                  <a:lnTo>
                    <a:pt x="7605448" y="57726"/>
                  </a:lnTo>
                  <a:lnTo>
                    <a:pt x="7513407" y="76245"/>
                  </a:lnTo>
                  <a:lnTo>
                    <a:pt x="7423262" y="97393"/>
                  </a:lnTo>
                  <a:lnTo>
                    <a:pt x="7337183" y="121180"/>
                  </a:lnTo>
                  <a:lnTo>
                    <a:pt x="7256452" y="147704"/>
                  </a:lnTo>
                  <a:lnTo>
                    <a:pt x="7181598" y="177168"/>
                  </a:lnTo>
                  <a:lnTo>
                    <a:pt x="7112588" y="209887"/>
                  </a:lnTo>
                  <a:lnTo>
                    <a:pt x="7049002" y="246278"/>
                  </a:lnTo>
                  <a:lnTo>
                    <a:pt x="6990175" y="286849"/>
                  </a:lnTo>
                  <a:lnTo>
                    <a:pt x="6935313" y="332174"/>
                  </a:lnTo>
                  <a:lnTo>
                    <a:pt x="6883574" y="382836"/>
                  </a:lnTo>
                  <a:lnTo>
                    <a:pt x="6834137" y="439351"/>
                  </a:lnTo>
                  <a:lnTo>
                    <a:pt x="6786527" y="501657"/>
                  </a:lnTo>
                  <a:lnTo>
                    <a:pt x="6750172" y="554355"/>
                  </a:lnTo>
                  <a:lnTo>
                    <a:pt x="6714154" y="610814"/>
                  </a:lnTo>
                  <a:lnTo>
                    <a:pt x="6678266" y="671109"/>
                  </a:lnTo>
                  <a:lnTo>
                    <a:pt x="6642343" y="735260"/>
                  </a:lnTo>
                  <a:lnTo>
                    <a:pt x="6606261" y="803221"/>
                  </a:lnTo>
                  <a:lnTo>
                    <a:pt x="6569931" y="874879"/>
                  </a:lnTo>
                  <a:lnTo>
                    <a:pt x="6533293" y="950047"/>
                  </a:lnTo>
                  <a:lnTo>
                    <a:pt x="6496323" y="1028460"/>
                  </a:lnTo>
                  <a:lnTo>
                    <a:pt x="6459018" y="1109782"/>
                  </a:lnTo>
                  <a:lnTo>
                    <a:pt x="6421402" y="1193604"/>
                  </a:lnTo>
                  <a:lnTo>
                    <a:pt x="6383521" y="1279453"/>
                  </a:lnTo>
                  <a:lnTo>
                    <a:pt x="6345435" y="1366803"/>
                  </a:lnTo>
                  <a:lnTo>
                    <a:pt x="6307220" y="1455086"/>
                  </a:lnTo>
                  <a:lnTo>
                    <a:pt x="6268957" y="1543709"/>
                  </a:lnTo>
                  <a:lnTo>
                    <a:pt x="6230730" y="1632067"/>
                  </a:lnTo>
                  <a:lnTo>
                    <a:pt x="6192624" y="1719567"/>
                  </a:lnTo>
                  <a:lnTo>
                    <a:pt x="6154713" y="1805635"/>
                  </a:lnTo>
                  <a:lnTo>
                    <a:pt x="6117062" y="1889739"/>
                  </a:lnTo>
                  <a:lnTo>
                    <a:pt x="6079716" y="1971399"/>
                  </a:lnTo>
                  <a:lnTo>
                    <a:pt x="6042703" y="2050199"/>
                  </a:lnTo>
                  <a:lnTo>
                    <a:pt x="6006024" y="2125790"/>
                  </a:lnTo>
                  <a:lnTo>
                    <a:pt x="5969658" y="2197902"/>
                  </a:lnTo>
                  <a:lnTo>
                    <a:pt x="5933549" y="2266337"/>
                  </a:lnTo>
                  <a:lnTo>
                    <a:pt x="5897612" y="2330971"/>
                  </a:lnTo>
                  <a:lnTo>
                    <a:pt x="5861728" y="2391751"/>
                  </a:lnTo>
                  <a:lnTo>
                    <a:pt x="5825737" y="2448689"/>
                  </a:lnTo>
                  <a:lnTo>
                    <a:pt x="5789437" y="2501856"/>
                  </a:lnTo>
                  <a:lnTo>
                    <a:pt x="5784835" y="2508285"/>
                  </a:lnTo>
                  <a:lnTo>
                    <a:pt x="5736959" y="2570916"/>
                  </a:lnTo>
                  <a:lnTo>
                    <a:pt x="5687512" y="2627398"/>
                  </a:lnTo>
                  <a:lnTo>
                    <a:pt x="5635758" y="2678030"/>
                  </a:lnTo>
                  <a:lnTo>
                    <a:pt x="5580876" y="2723326"/>
                  </a:lnTo>
                  <a:lnTo>
                    <a:pt x="5522026" y="2763874"/>
                  </a:lnTo>
                  <a:lnTo>
                    <a:pt x="5458411" y="2800243"/>
                  </a:lnTo>
                  <a:lnTo>
                    <a:pt x="5389371" y="2832943"/>
                  </a:lnTo>
                  <a:lnTo>
                    <a:pt x="5314484" y="2862390"/>
                  </a:lnTo>
                  <a:lnTo>
                    <a:pt x="5233721" y="2888898"/>
                  </a:lnTo>
                  <a:lnTo>
                    <a:pt x="5147616" y="2912671"/>
                  </a:lnTo>
                  <a:lnTo>
                    <a:pt x="5057454" y="2933805"/>
                  </a:lnTo>
                  <a:lnTo>
                    <a:pt x="4965409" y="2952309"/>
                  </a:lnTo>
                  <a:lnTo>
                    <a:pt x="4874564" y="2968134"/>
                  </a:lnTo>
                  <a:lnTo>
                    <a:pt x="4788713" y="2981217"/>
                  </a:lnTo>
                  <a:lnTo>
                    <a:pt x="4711913" y="2991548"/>
                  </a:lnTo>
                  <a:lnTo>
                    <a:pt x="4647797" y="2999219"/>
                  </a:lnTo>
                  <a:lnTo>
                    <a:pt x="4598827" y="3004463"/>
                  </a:lnTo>
                  <a:lnTo>
                    <a:pt x="4565695" y="3007654"/>
                  </a:lnTo>
                  <a:lnTo>
                    <a:pt x="4547065" y="3009276"/>
                  </a:lnTo>
                  <a:lnTo>
                    <a:pt x="4539662" y="3009861"/>
                  </a:lnTo>
                  <a:lnTo>
                    <a:pt x="4538543" y="3009942"/>
                  </a:lnTo>
                  <a:lnTo>
                    <a:pt x="4016409" y="3009942"/>
                  </a:lnTo>
                  <a:lnTo>
                    <a:pt x="4015148" y="3009964"/>
                  </a:lnTo>
                  <a:lnTo>
                    <a:pt x="4006901" y="3010120"/>
                  </a:lnTo>
                  <a:lnTo>
                    <a:pt x="3986280" y="3010552"/>
                  </a:lnTo>
                  <a:lnTo>
                    <a:pt x="3949839" y="3011400"/>
                  </a:lnTo>
                  <a:lnTo>
                    <a:pt x="3896390" y="3012789"/>
                  </a:lnTo>
                  <a:lnTo>
                    <a:pt x="3827062" y="3014812"/>
                  </a:lnTo>
                  <a:lnTo>
                    <a:pt x="3744909" y="3017523"/>
                  </a:lnTo>
                  <a:lnTo>
                    <a:pt x="3654152" y="3020939"/>
                  </a:lnTo>
                  <a:lnTo>
                    <a:pt x="3559280" y="3025052"/>
                  </a:lnTo>
                  <a:lnTo>
                    <a:pt x="3464302" y="3029845"/>
                  </a:lnTo>
                  <a:lnTo>
                    <a:pt x="3372303" y="3035309"/>
                  </a:lnTo>
                  <a:lnTo>
                    <a:pt x="3285312" y="3041455"/>
                  </a:lnTo>
                  <a:lnTo>
                    <a:pt x="3204386" y="3048319"/>
                  </a:lnTo>
                  <a:lnTo>
                    <a:pt x="3129812" y="3055970"/>
                  </a:lnTo>
                  <a:lnTo>
                    <a:pt x="3061320" y="3064503"/>
                  </a:lnTo>
                  <a:lnTo>
                    <a:pt x="2998288" y="3074043"/>
                  </a:lnTo>
                  <a:lnTo>
                    <a:pt x="2939883" y="3084734"/>
                  </a:lnTo>
                  <a:lnTo>
                    <a:pt x="2885183" y="3096733"/>
                  </a:lnTo>
                  <a:lnTo>
                    <a:pt x="2833259" y="3110185"/>
                  </a:lnTo>
                  <a:lnTo>
                    <a:pt x="2783254" y="3125193"/>
                  </a:lnTo>
                  <a:lnTo>
                    <a:pt x="2770117" y="3129473"/>
                  </a:lnTo>
                  <a:lnTo>
                    <a:pt x="2718553" y="3147590"/>
                  </a:lnTo>
                  <a:lnTo>
                    <a:pt x="2667491" y="3167532"/>
                  </a:lnTo>
                  <a:lnTo>
                    <a:pt x="2616412" y="3189329"/>
                  </a:lnTo>
                  <a:lnTo>
                    <a:pt x="2564963" y="3212947"/>
                  </a:lnTo>
                  <a:lnTo>
                    <a:pt x="2512930" y="3238283"/>
                  </a:lnTo>
                  <a:lnTo>
                    <a:pt x="2460225" y="3265164"/>
                  </a:lnTo>
                  <a:lnTo>
                    <a:pt x="2406868" y="3293342"/>
                  </a:lnTo>
                  <a:lnTo>
                    <a:pt x="2352972" y="3322505"/>
                  </a:lnTo>
                  <a:lnTo>
                    <a:pt x="2298717" y="3352291"/>
                  </a:lnTo>
                  <a:lnTo>
                    <a:pt x="2244332" y="3382298"/>
                  </a:lnTo>
                  <a:lnTo>
                    <a:pt x="2190058" y="3412118"/>
                  </a:lnTo>
                  <a:lnTo>
                    <a:pt x="2136124" y="3441347"/>
                  </a:lnTo>
                  <a:lnTo>
                    <a:pt x="2082717" y="3469620"/>
                  </a:lnTo>
                  <a:lnTo>
                    <a:pt x="2029956" y="3496618"/>
                  </a:lnTo>
                  <a:lnTo>
                    <a:pt x="1977869" y="3522090"/>
                  </a:lnTo>
                  <a:lnTo>
                    <a:pt x="1926378" y="3545855"/>
                  </a:lnTo>
                  <a:lnTo>
                    <a:pt x="1875280" y="3567805"/>
                  </a:lnTo>
                  <a:lnTo>
                    <a:pt x="1824233" y="3587901"/>
                  </a:lnTo>
                  <a:lnTo>
                    <a:pt x="1772735" y="3606166"/>
                  </a:lnTo>
                  <a:lnTo>
                    <a:pt x="1768425" y="3607601"/>
                  </a:lnTo>
                  <a:lnTo>
                    <a:pt x="1718806" y="3623032"/>
                  </a:lnTo>
                  <a:lnTo>
                    <a:pt x="1667474" y="3636893"/>
                  </a:lnTo>
                  <a:lnTo>
                    <a:pt x="1613606" y="3649267"/>
                  </a:lnTo>
                  <a:lnTo>
                    <a:pt x="1556284" y="3660292"/>
                  </a:lnTo>
                  <a:lnTo>
                    <a:pt x="1494575" y="3670125"/>
                  </a:lnTo>
                  <a:lnTo>
                    <a:pt x="1427615" y="3678914"/>
                  </a:lnTo>
                  <a:lnTo>
                    <a:pt x="1354711" y="3686790"/>
                  </a:lnTo>
                  <a:lnTo>
                    <a:pt x="1275482" y="3693857"/>
                  </a:lnTo>
                  <a:lnTo>
                    <a:pt x="1190045" y="3700190"/>
                  </a:lnTo>
                  <a:lnTo>
                    <a:pt x="1099229" y="3705834"/>
                  </a:lnTo>
                  <a:lnTo>
                    <a:pt x="1004789" y="3710807"/>
                  </a:lnTo>
                  <a:lnTo>
                    <a:pt x="909529" y="3715103"/>
                  </a:lnTo>
                  <a:lnTo>
                    <a:pt x="817241" y="3718707"/>
                  </a:lnTo>
                  <a:lnTo>
                    <a:pt x="732348" y="3721606"/>
                  </a:lnTo>
                  <a:lnTo>
                    <a:pt x="659227" y="3723809"/>
                  </a:lnTo>
                  <a:lnTo>
                    <a:pt x="601333" y="3725360"/>
                  </a:lnTo>
                  <a:lnTo>
                    <a:pt x="560364" y="3726342"/>
                  </a:lnTo>
                  <a:lnTo>
                    <a:pt x="535762" y="3726872"/>
                  </a:lnTo>
                  <a:lnTo>
                    <a:pt x="524660" y="3727088"/>
                  </a:lnTo>
                  <a:lnTo>
                    <a:pt x="522158" y="3727132"/>
                  </a:lnTo>
                  <a:lnTo>
                    <a:pt x="522133" y="3727132"/>
                  </a:lnTo>
                  <a:lnTo>
                    <a:pt x="0" y="3727132"/>
                  </a:lnTo>
                  <a:lnTo>
                    <a:pt x="0" y="3727132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763" name="pg1763"/>
            <p:cNvSpPr/>
            <p:nvPr/>
          </p:nvSpPr>
          <p:spPr>
            <a:xfrm>
              <a:off x="386606" y="5528219"/>
              <a:ext cx="8554953" cy="660719"/>
            </a:xfrm>
            <a:custGeom>
              <a:avLst/>
              <a:pathLst>
                <a:path w="8554953" h="660719">
                  <a:moveTo>
                    <a:pt x="0" y="5647"/>
                  </a:moveTo>
                  <a:lnTo>
                    <a:pt x="522133" y="5647"/>
                  </a:lnTo>
                  <a:lnTo>
                    <a:pt x="523396" y="5667"/>
                  </a:lnTo>
                  <a:lnTo>
                    <a:pt x="531651" y="5810"/>
                  </a:lnTo>
                  <a:lnTo>
                    <a:pt x="552294" y="6204"/>
                  </a:lnTo>
                  <a:lnTo>
                    <a:pt x="588771" y="6980"/>
                  </a:lnTo>
                  <a:lnTo>
                    <a:pt x="642268" y="8250"/>
                  </a:lnTo>
                  <a:lnTo>
                    <a:pt x="711654" y="10100"/>
                  </a:lnTo>
                  <a:lnTo>
                    <a:pt x="793864" y="12579"/>
                  </a:lnTo>
                  <a:lnTo>
                    <a:pt x="884673" y="15702"/>
                  </a:lnTo>
                  <a:lnTo>
                    <a:pt x="979587" y="19462"/>
                  </a:lnTo>
                  <a:lnTo>
                    <a:pt x="1074596" y="23844"/>
                  </a:lnTo>
                  <a:lnTo>
                    <a:pt x="1166612" y="28839"/>
                  </a:lnTo>
                  <a:lnTo>
                    <a:pt x="1253611" y="34457"/>
                  </a:lnTo>
                  <a:lnTo>
                    <a:pt x="1334538" y="40733"/>
                  </a:lnTo>
                  <a:lnTo>
                    <a:pt x="1409109" y="47727"/>
                  </a:lnTo>
                  <a:lnTo>
                    <a:pt x="1477594" y="55529"/>
                  </a:lnTo>
                  <a:lnTo>
                    <a:pt x="1540621" y="64251"/>
                  </a:lnTo>
                  <a:lnTo>
                    <a:pt x="1599021" y="74027"/>
                  </a:lnTo>
                  <a:lnTo>
                    <a:pt x="1653720" y="84999"/>
                  </a:lnTo>
                  <a:lnTo>
                    <a:pt x="1705648" y="97300"/>
                  </a:lnTo>
                  <a:lnTo>
                    <a:pt x="1755660" y="111025"/>
                  </a:lnTo>
                  <a:lnTo>
                    <a:pt x="1768425" y="114825"/>
                  </a:lnTo>
                  <a:lnTo>
                    <a:pt x="1820390" y="131509"/>
                  </a:lnTo>
                  <a:lnTo>
                    <a:pt x="1871851" y="149887"/>
                  </a:lnTo>
                  <a:lnTo>
                    <a:pt x="1923334" y="169985"/>
                  </a:lnTo>
                  <a:lnTo>
                    <a:pt x="1975201" y="191771"/>
                  </a:lnTo>
                  <a:lnTo>
                    <a:pt x="2027665" y="215148"/>
                  </a:lnTo>
                  <a:lnTo>
                    <a:pt x="2080813" y="239949"/>
                  </a:lnTo>
                  <a:lnTo>
                    <a:pt x="2134619" y="265941"/>
                  </a:lnTo>
                  <a:lnTo>
                    <a:pt x="2188965" y="292831"/>
                  </a:lnTo>
                  <a:lnTo>
                    <a:pt x="2243660" y="320275"/>
                  </a:lnTo>
                  <a:lnTo>
                    <a:pt x="2298472" y="347898"/>
                  </a:lnTo>
                  <a:lnTo>
                    <a:pt x="2353151" y="375317"/>
                  </a:lnTo>
                  <a:lnTo>
                    <a:pt x="2407467" y="402158"/>
                  </a:lnTo>
                  <a:lnTo>
                    <a:pt x="2461233" y="428081"/>
                  </a:lnTo>
                  <a:lnTo>
                    <a:pt x="2514335" y="452795"/>
                  </a:lnTo>
                  <a:lnTo>
                    <a:pt x="2566756" y="476071"/>
                  </a:lnTo>
                  <a:lnTo>
                    <a:pt x="2618590" y="497749"/>
                  </a:lnTo>
                  <a:lnTo>
                    <a:pt x="2670059" y="517735"/>
                  </a:lnTo>
                  <a:lnTo>
                    <a:pt x="2721534" y="536001"/>
                  </a:lnTo>
                  <a:lnTo>
                    <a:pt x="2770117" y="551540"/>
                  </a:lnTo>
                  <a:lnTo>
                    <a:pt x="2819755" y="565640"/>
                  </a:lnTo>
                  <a:lnTo>
                    <a:pt x="2871108" y="578304"/>
                  </a:lnTo>
                  <a:lnTo>
                    <a:pt x="2924999" y="589609"/>
                  </a:lnTo>
                  <a:lnTo>
                    <a:pt x="2982348" y="599682"/>
                  </a:lnTo>
                  <a:lnTo>
                    <a:pt x="3044088" y="608665"/>
                  </a:lnTo>
                  <a:lnTo>
                    <a:pt x="3111085" y="616694"/>
                  </a:lnTo>
                  <a:lnTo>
                    <a:pt x="3184032" y="623888"/>
                  </a:lnTo>
                  <a:lnTo>
                    <a:pt x="3263309" y="630344"/>
                  </a:lnTo>
                  <a:lnTo>
                    <a:pt x="3348798" y="636128"/>
                  </a:lnTo>
                  <a:lnTo>
                    <a:pt x="3439664" y="641283"/>
                  </a:lnTo>
                  <a:lnTo>
                    <a:pt x="3534150" y="645824"/>
                  </a:lnTo>
                  <a:lnTo>
                    <a:pt x="3629442" y="649747"/>
                  </a:lnTo>
                  <a:lnTo>
                    <a:pt x="3721741" y="653037"/>
                  </a:lnTo>
                  <a:lnTo>
                    <a:pt x="3806616" y="655683"/>
                  </a:lnTo>
                  <a:lnTo>
                    <a:pt x="3879689" y="657693"/>
                  </a:lnTo>
                  <a:lnTo>
                    <a:pt x="3937509" y="659107"/>
                  </a:lnTo>
                  <a:lnTo>
                    <a:pt x="3978387" y="660001"/>
                  </a:lnTo>
                  <a:lnTo>
                    <a:pt x="4002897" y="660483"/>
                  </a:lnTo>
                  <a:lnTo>
                    <a:pt x="4013924" y="660678"/>
                  </a:lnTo>
                  <a:lnTo>
                    <a:pt x="4016409" y="660719"/>
                  </a:lnTo>
                  <a:lnTo>
                    <a:pt x="4538543" y="660719"/>
                  </a:lnTo>
                  <a:lnTo>
                    <a:pt x="4539810" y="660706"/>
                  </a:lnTo>
                  <a:lnTo>
                    <a:pt x="4548095" y="660620"/>
                  </a:lnTo>
                  <a:lnTo>
                    <a:pt x="4568807" y="660381"/>
                  </a:lnTo>
                  <a:lnTo>
                    <a:pt x="4605400" y="659911"/>
                  </a:lnTo>
                  <a:lnTo>
                    <a:pt x="4659054" y="659142"/>
                  </a:lnTo>
                  <a:lnTo>
                    <a:pt x="4728621" y="658022"/>
                  </a:lnTo>
                  <a:lnTo>
                    <a:pt x="4811016" y="656521"/>
                  </a:lnTo>
                  <a:lnTo>
                    <a:pt x="4901992" y="654630"/>
                  </a:lnTo>
                  <a:lnTo>
                    <a:pt x="4997042" y="652355"/>
                  </a:lnTo>
                  <a:lnTo>
                    <a:pt x="5092146" y="649703"/>
                  </a:lnTo>
                  <a:lnTo>
                    <a:pt x="5184221" y="646680"/>
                  </a:lnTo>
                  <a:lnTo>
                    <a:pt x="5271246" y="643281"/>
                  </a:lnTo>
                  <a:lnTo>
                    <a:pt x="5352174" y="639483"/>
                  </a:lnTo>
                  <a:lnTo>
                    <a:pt x="5426732" y="635249"/>
                  </a:lnTo>
                  <a:lnTo>
                    <a:pt x="5495198" y="630526"/>
                  </a:lnTo>
                  <a:lnTo>
                    <a:pt x="5558206" y="625245"/>
                  </a:lnTo>
                  <a:lnTo>
                    <a:pt x="5616594" y="619325"/>
                  </a:lnTo>
                  <a:lnTo>
                    <a:pt x="5671292" y="612680"/>
                  </a:lnTo>
                  <a:lnTo>
                    <a:pt x="5723230" y="605229"/>
                  </a:lnTo>
                  <a:lnTo>
                    <a:pt x="5773267" y="596916"/>
                  </a:lnTo>
                  <a:lnTo>
                    <a:pt x="5784835" y="594835"/>
                  </a:lnTo>
                  <a:lnTo>
                    <a:pt x="5838200" y="584480"/>
                  </a:lnTo>
                  <a:lnTo>
                    <a:pt x="5891050" y="573045"/>
                  </a:lnTo>
                  <a:lnTo>
                    <a:pt x="5943948" y="560516"/>
                  </a:lnTo>
                  <a:lnTo>
                    <a:pt x="5997274" y="546916"/>
                  </a:lnTo>
                  <a:lnTo>
                    <a:pt x="6051245" y="532313"/>
                  </a:lnTo>
                  <a:lnTo>
                    <a:pt x="6105940" y="516820"/>
                  </a:lnTo>
                  <a:lnTo>
                    <a:pt x="6161315" y="500598"/>
                  </a:lnTo>
                  <a:lnTo>
                    <a:pt x="6217226" y="483843"/>
                  </a:lnTo>
                  <a:lnTo>
                    <a:pt x="6273454" y="466787"/>
                  </a:lnTo>
                  <a:lnTo>
                    <a:pt x="6329742" y="449676"/>
                  </a:lnTo>
                  <a:lnTo>
                    <a:pt x="6385821" y="432761"/>
                  </a:lnTo>
                  <a:lnTo>
                    <a:pt x="6441451" y="416281"/>
                  </a:lnTo>
                  <a:lnTo>
                    <a:pt x="6496453" y="400450"/>
                  </a:lnTo>
                  <a:lnTo>
                    <a:pt x="6550737" y="385444"/>
                  </a:lnTo>
                  <a:lnTo>
                    <a:pt x="6604324" y="371397"/>
                  </a:lnTo>
                  <a:lnTo>
                    <a:pt x="6657371" y="358397"/>
                  </a:lnTo>
                  <a:lnTo>
                    <a:pt x="6710184" y="346486"/>
                  </a:lnTo>
                  <a:lnTo>
                    <a:pt x="6763244" y="335667"/>
                  </a:lnTo>
                  <a:lnTo>
                    <a:pt x="6786527" y="331300"/>
                  </a:lnTo>
                  <a:lnTo>
                    <a:pt x="6836226" y="322782"/>
                  </a:lnTo>
                  <a:lnTo>
                    <a:pt x="6887645" y="315132"/>
                  </a:lnTo>
                  <a:lnTo>
                    <a:pt x="6941611" y="308304"/>
                  </a:lnTo>
                  <a:lnTo>
                    <a:pt x="6999047" y="302221"/>
                  </a:lnTo>
                  <a:lnTo>
                    <a:pt x="7060888" y="296797"/>
                  </a:lnTo>
                  <a:lnTo>
                    <a:pt x="7128004" y="291950"/>
                  </a:lnTo>
                  <a:lnTo>
                    <a:pt x="7201089" y="287607"/>
                  </a:lnTo>
                  <a:lnTo>
                    <a:pt x="7280521" y="283710"/>
                  </a:lnTo>
                  <a:lnTo>
                    <a:pt x="7366174" y="280220"/>
                  </a:lnTo>
                  <a:lnTo>
                    <a:pt x="7457204" y="277109"/>
                  </a:lnTo>
                  <a:lnTo>
                    <a:pt x="7551835" y="274370"/>
                  </a:lnTo>
                  <a:lnTo>
                    <a:pt x="7647228" y="272005"/>
                  </a:lnTo>
                  <a:lnTo>
                    <a:pt x="7739560" y="270024"/>
                  </a:lnTo>
                  <a:lnTo>
                    <a:pt x="7824378" y="268431"/>
                  </a:lnTo>
                  <a:lnTo>
                    <a:pt x="7897296" y="267224"/>
                  </a:lnTo>
                  <a:lnTo>
                    <a:pt x="7954876" y="266376"/>
                  </a:lnTo>
                  <a:lnTo>
                    <a:pt x="7995462" y="265841"/>
                  </a:lnTo>
                  <a:lnTo>
                    <a:pt x="8019678" y="265555"/>
                  </a:lnTo>
                  <a:lnTo>
                    <a:pt x="8030464" y="265439"/>
                  </a:lnTo>
                  <a:lnTo>
                    <a:pt x="8032819" y="265417"/>
                  </a:lnTo>
                  <a:lnTo>
                    <a:pt x="8554953" y="265417"/>
                  </a:lnTo>
                  <a:lnTo>
                    <a:pt x="8554953" y="259769"/>
                  </a:lnTo>
                  <a:lnTo>
                    <a:pt x="8032819" y="259769"/>
                  </a:lnTo>
                  <a:lnTo>
                    <a:pt x="8031552" y="259781"/>
                  </a:lnTo>
                  <a:lnTo>
                    <a:pt x="8023267" y="259868"/>
                  </a:lnTo>
                  <a:lnTo>
                    <a:pt x="8002555" y="260107"/>
                  </a:lnTo>
                  <a:lnTo>
                    <a:pt x="7965962" y="260577"/>
                  </a:lnTo>
                  <a:lnTo>
                    <a:pt x="7912308" y="261346"/>
                  </a:lnTo>
                  <a:lnTo>
                    <a:pt x="7842741" y="262466"/>
                  </a:lnTo>
                  <a:lnTo>
                    <a:pt x="7760346" y="263967"/>
                  </a:lnTo>
                  <a:lnTo>
                    <a:pt x="7669370" y="265858"/>
                  </a:lnTo>
                  <a:lnTo>
                    <a:pt x="7574320" y="268133"/>
                  </a:lnTo>
                  <a:lnTo>
                    <a:pt x="7479216" y="270785"/>
                  </a:lnTo>
                  <a:lnTo>
                    <a:pt x="7387141" y="273808"/>
                  </a:lnTo>
                  <a:lnTo>
                    <a:pt x="7300116" y="277207"/>
                  </a:lnTo>
                  <a:lnTo>
                    <a:pt x="7219188" y="281005"/>
                  </a:lnTo>
                  <a:lnTo>
                    <a:pt x="7144630" y="285239"/>
                  </a:lnTo>
                  <a:lnTo>
                    <a:pt x="7076164" y="289961"/>
                  </a:lnTo>
                  <a:lnTo>
                    <a:pt x="7013156" y="295243"/>
                  </a:lnTo>
                  <a:lnTo>
                    <a:pt x="6954767" y="301163"/>
                  </a:lnTo>
                  <a:lnTo>
                    <a:pt x="6900070" y="307808"/>
                  </a:lnTo>
                  <a:lnTo>
                    <a:pt x="6848132" y="315259"/>
                  </a:lnTo>
                  <a:lnTo>
                    <a:pt x="6798095" y="323572"/>
                  </a:lnTo>
                  <a:lnTo>
                    <a:pt x="6786527" y="325653"/>
                  </a:lnTo>
                  <a:lnTo>
                    <a:pt x="6733162" y="336008"/>
                  </a:lnTo>
                  <a:lnTo>
                    <a:pt x="6680312" y="347442"/>
                  </a:lnTo>
                  <a:lnTo>
                    <a:pt x="6627414" y="359972"/>
                  </a:lnTo>
                  <a:lnTo>
                    <a:pt x="6574088" y="373572"/>
                  </a:lnTo>
                  <a:lnTo>
                    <a:pt x="6520117" y="388175"/>
                  </a:lnTo>
                  <a:lnTo>
                    <a:pt x="6465422" y="403668"/>
                  </a:lnTo>
                  <a:lnTo>
                    <a:pt x="6410047" y="419890"/>
                  </a:lnTo>
                  <a:lnTo>
                    <a:pt x="6354136" y="436644"/>
                  </a:lnTo>
                  <a:lnTo>
                    <a:pt x="6297908" y="453701"/>
                  </a:lnTo>
                  <a:lnTo>
                    <a:pt x="6241620" y="470812"/>
                  </a:lnTo>
                  <a:lnTo>
                    <a:pt x="6185541" y="487727"/>
                  </a:lnTo>
                  <a:lnTo>
                    <a:pt x="6129911" y="504207"/>
                  </a:lnTo>
                  <a:lnTo>
                    <a:pt x="6074909" y="520038"/>
                  </a:lnTo>
                  <a:lnTo>
                    <a:pt x="6020625" y="535044"/>
                  </a:lnTo>
                  <a:lnTo>
                    <a:pt x="5967037" y="549091"/>
                  </a:lnTo>
                  <a:lnTo>
                    <a:pt x="5913991" y="562091"/>
                  </a:lnTo>
                  <a:lnTo>
                    <a:pt x="5861177" y="574001"/>
                  </a:lnTo>
                  <a:lnTo>
                    <a:pt x="5808118" y="584821"/>
                  </a:lnTo>
                  <a:lnTo>
                    <a:pt x="5784835" y="589188"/>
                  </a:lnTo>
                  <a:lnTo>
                    <a:pt x="5735136" y="597706"/>
                  </a:lnTo>
                  <a:lnTo>
                    <a:pt x="5683717" y="605356"/>
                  </a:lnTo>
                  <a:lnTo>
                    <a:pt x="5629751" y="612184"/>
                  </a:lnTo>
                  <a:lnTo>
                    <a:pt x="5572315" y="618267"/>
                  </a:lnTo>
                  <a:lnTo>
                    <a:pt x="5510474" y="623691"/>
                  </a:lnTo>
                  <a:lnTo>
                    <a:pt x="5443358" y="628538"/>
                  </a:lnTo>
                  <a:lnTo>
                    <a:pt x="5370273" y="632881"/>
                  </a:lnTo>
                  <a:lnTo>
                    <a:pt x="5290841" y="636777"/>
                  </a:lnTo>
                  <a:lnTo>
                    <a:pt x="5205188" y="640268"/>
                  </a:lnTo>
                  <a:lnTo>
                    <a:pt x="5114157" y="643379"/>
                  </a:lnTo>
                  <a:lnTo>
                    <a:pt x="5019527" y="646118"/>
                  </a:lnTo>
                  <a:lnTo>
                    <a:pt x="4924133" y="648482"/>
                  </a:lnTo>
                  <a:lnTo>
                    <a:pt x="4831802" y="650464"/>
                  </a:lnTo>
                  <a:lnTo>
                    <a:pt x="4746983" y="652056"/>
                  </a:lnTo>
                  <a:lnTo>
                    <a:pt x="4674066" y="653264"/>
                  </a:lnTo>
                  <a:lnTo>
                    <a:pt x="4616486" y="654112"/>
                  </a:lnTo>
                  <a:lnTo>
                    <a:pt x="4575900" y="654647"/>
                  </a:lnTo>
                  <a:lnTo>
                    <a:pt x="4551684" y="654933"/>
                  </a:lnTo>
                  <a:lnTo>
                    <a:pt x="4540898" y="655048"/>
                  </a:lnTo>
                  <a:lnTo>
                    <a:pt x="4538543" y="655071"/>
                  </a:lnTo>
                  <a:lnTo>
                    <a:pt x="4016409" y="655071"/>
                  </a:lnTo>
                  <a:lnTo>
                    <a:pt x="4015146" y="655051"/>
                  </a:lnTo>
                  <a:lnTo>
                    <a:pt x="4006891" y="654909"/>
                  </a:lnTo>
                  <a:lnTo>
                    <a:pt x="3986248" y="654514"/>
                  </a:lnTo>
                  <a:lnTo>
                    <a:pt x="3949771" y="653738"/>
                  </a:lnTo>
                  <a:lnTo>
                    <a:pt x="3896274" y="652468"/>
                  </a:lnTo>
                  <a:lnTo>
                    <a:pt x="3826889" y="650618"/>
                  </a:lnTo>
                  <a:lnTo>
                    <a:pt x="3744678" y="648139"/>
                  </a:lnTo>
                  <a:lnTo>
                    <a:pt x="3653869" y="645016"/>
                  </a:lnTo>
                  <a:lnTo>
                    <a:pt x="3558955" y="641256"/>
                  </a:lnTo>
                  <a:lnTo>
                    <a:pt x="3463947" y="636874"/>
                  </a:lnTo>
                  <a:lnTo>
                    <a:pt x="3371930" y="631879"/>
                  </a:lnTo>
                  <a:lnTo>
                    <a:pt x="3284931" y="626261"/>
                  </a:lnTo>
                  <a:lnTo>
                    <a:pt x="3204004" y="619985"/>
                  </a:lnTo>
                  <a:lnTo>
                    <a:pt x="3129434" y="612991"/>
                  </a:lnTo>
                  <a:lnTo>
                    <a:pt x="3060948" y="605189"/>
                  </a:lnTo>
                  <a:lnTo>
                    <a:pt x="2997922" y="596467"/>
                  </a:lnTo>
                  <a:lnTo>
                    <a:pt x="2939521" y="586691"/>
                  </a:lnTo>
                  <a:lnTo>
                    <a:pt x="2884822" y="575719"/>
                  </a:lnTo>
                  <a:lnTo>
                    <a:pt x="2832894" y="563418"/>
                  </a:lnTo>
                  <a:lnTo>
                    <a:pt x="2782882" y="549693"/>
                  </a:lnTo>
                  <a:lnTo>
                    <a:pt x="2770117" y="545893"/>
                  </a:lnTo>
                  <a:lnTo>
                    <a:pt x="2718152" y="529209"/>
                  </a:lnTo>
                  <a:lnTo>
                    <a:pt x="2666691" y="510831"/>
                  </a:lnTo>
                  <a:lnTo>
                    <a:pt x="2615208" y="490733"/>
                  </a:lnTo>
                  <a:lnTo>
                    <a:pt x="2563341" y="468947"/>
                  </a:lnTo>
                  <a:lnTo>
                    <a:pt x="2510877" y="445570"/>
                  </a:lnTo>
                  <a:lnTo>
                    <a:pt x="2457729" y="420769"/>
                  </a:lnTo>
                  <a:lnTo>
                    <a:pt x="2403923" y="394777"/>
                  </a:lnTo>
                  <a:lnTo>
                    <a:pt x="2349577" y="367887"/>
                  </a:lnTo>
                  <a:lnTo>
                    <a:pt x="2294882" y="340443"/>
                  </a:lnTo>
                  <a:lnTo>
                    <a:pt x="2240070" y="312820"/>
                  </a:lnTo>
                  <a:lnTo>
                    <a:pt x="2185391" y="285401"/>
                  </a:lnTo>
                  <a:lnTo>
                    <a:pt x="2131075" y="258560"/>
                  </a:lnTo>
                  <a:lnTo>
                    <a:pt x="2077309" y="232637"/>
                  </a:lnTo>
                  <a:lnTo>
                    <a:pt x="2024207" y="207923"/>
                  </a:lnTo>
                  <a:lnTo>
                    <a:pt x="1971786" y="184647"/>
                  </a:lnTo>
                  <a:lnTo>
                    <a:pt x="1919953" y="162969"/>
                  </a:lnTo>
                  <a:lnTo>
                    <a:pt x="1868483" y="142983"/>
                  </a:lnTo>
                  <a:lnTo>
                    <a:pt x="1817008" y="124717"/>
                  </a:lnTo>
                  <a:lnTo>
                    <a:pt x="1768425" y="109178"/>
                  </a:lnTo>
                  <a:lnTo>
                    <a:pt x="1718787" y="95078"/>
                  </a:lnTo>
                  <a:lnTo>
                    <a:pt x="1667435" y="82414"/>
                  </a:lnTo>
                  <a:lnTo>
                    <a:pt x="1613543" y="71109"/>
                  </a:lnTo>
                  <a:lnTo>
                    <a:pt x="1556194" y="61036"/>
                  </a:lnTo>
                  <a:lnTo>
                    <a:pt x="1494454" y="52053"/>
                  </a:lnTo>
                  <a:lnTo>
                    <a:pt x="1427457" y="44024"/>
                  </a:lnTo>
                  <a:lnTo>
                    <a:pt x="1354510" y="36830"/>
                  </a:lnTo>
                  <a:lnTo>
                    <a:pt x="1275233" y="30374"/>
                  </a:lnTo>
                  <a:lnTo>
                    <a:pt x="1189744" y="24590"/>
                  </a:lnTo>
                  <a:lnTo>
                    <a:pt x="1098878" y="19435"/>
                  </a:lnTo>
                  <a:lnTo>
                    <a:pt x="1004392" y="14894"/>
                  </a:lnTo>
                  <a:lnTo>
                    <a:pt x="909100" y="10971"/>
                  </a:lnTo>
                  <a:lnTo>
                    <a:pt x="816802" y="7681"/>
                  </a:lnTo>
                  <a:lnTo>
                    <a:pt x="731926" y="5035"/>
                  </a:lnTo>
                  <a:lnTo>
                    <a:pt x="658854" y="3025"/>
                  </a:lnTo>
                  <a:lnTo>
                    <a:pt x="601033" y="1611"/>
                  </a:lnTo>
                  <a:lnTo>
                    <a:pt x="560155" y="717"/>
                  </a:lnTo>
                  <a:lnTo>
                    <a:pt x="535645" y="235"/>
                  </a:lnTo>
                  <a:lnTo>
                    <a:pt x="524619" y="40"/>
                  </a:lnTo>
                  <a:lnTo>
                    <a:pt x="5221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497D6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1764" name="pl1764"/>
            <p:cNvSpPr/>
            <p:nvPr/>
          </p:nvSpPr>
          <p:spPr>
            <a:xfrm>
              <a:off x="386606" y="5533867"/>
              <a:ext cx="8554953" cy="655071"/>
            </a:xfrm>
            <a:custGeom>
              <a:avLst/>
              <a:pathLst>
                <a:path w="8554953" h="655071">
                  <a:moveTo>
                    <a:pt x="0" y="0"/>
                  </a:moveTo>
                  <a:lnTo>
                    <a:pt x="522133" y="0"/>
                  </a:lnTo>
                  <a:lnTo>
                    <a:pt x="523396" y="19"/>
                  </a:lnTo>
                  <a:lnTo>
                    <a:pt x="531651" y="162"/>
                  </a:lnTo>
                  <a:lnTo>
                    <a:pt x="552294" y="557"/>
                  </a:lnTo>
                  <a:lnTo>
                    <a:pt x="588771" y="1333"/>
                  </a:lnTo>
                  <a:lnTo>
                    <a:pt x="642268" y="2603"/>
                  </a:lnTo>
                  <a:lnTo>
                    <a:pt x="711654" y="4453"/>
                  </a:lnTo>
                  <a:lnTo>
                    <a:pt x="793864" y="6932"/>
                  </a:lnTo>
                  <a:lnTo>
                    <a:pt x="884673" y="10055"/>
                  </a:lnTo>
                  <a:lnTo>
                    <a:pt x="979587" y="13815"/>
                  </a:lnTo>
                  <a:lnTo>
                    <a:pt x="1074596" y="18197"/>
                  </a:lnTo>
                  <a:lnTo>
                    <a:pt x="1166612" y="23192"/>
                  </a:lnTo>
                  <a:lnTo>
                    <a:pt x="1253611" y="28810"/>
                  </a:lnTo>
                  <a:lnTo>
                    <a:pt x="1334538" y="35086"/>
                  </a:lnTo>
                  <a:lnTo>
                    <a:pt x="1409109" y="42080"/>
                  </a:lnTo>
                  <a:lnTo>
                    <a:pt x="1477594" y="49882"/>
                  </a:lnTo>
                  <a:lnTo>
                    <a:pt x="1540621" y="58604"/>
                  </a:lnTo>
                  <a:lnTo>
                    <a:pt x="1599021" y="68380"/>
                  </a:lnTo>
                  <a:lnTo>
                    <a:pt x="1653720" y="79352"/>
                  </a:lnTo>
                  <a:lnTo>
                    <a:pt x="1705648" y="91653"/>
                  </a:lnTo>
                  <a:lnTo>
                    <a:pt x="1755660" y="105378"/>
                  </a:lnTo>
                  <a:lnTo>
                    <a:pt x="1768425" y="109178"/>
                  </a:lnTo>
                  <a:lnTo>
                    <a:pt x="1820390" y="125861"/>
                  </a:lnTo>
                  <a:lnTo>
                    <a:pt x="1871851" y="144240"/>
                  </a:lnTo>
                  <a:lnTo>
                    <a:pt x="1923334" y="164338"/>
                  </a:lnTo>
                  <a:lnTo>
                    <a:pt x="1975201" y="186124"/>
                  </a:lnTo>
                  <a:lnTo>
                    <a:pt x="2027665" y="209501"/>
                  </a:lnTo>
                  <a:lnTo>
                    <a:pt x="2080813" y="234302"/>
                  </a:lnTo>
                  <a:lnTo>
                    <a:pt x="2134619" y="260294"/>
                  </a:lnTo>
                  <a:lnTo>
                    <a:pt x="2188965" y="287184"/>
                  </a:lnTo>
                  <a:lnTo>
                    <a:pt x="2243660" y="314628"/>
                  </a:lnTo>
                  <a:lnTo>
                    <a:pt x="2298472" y="342251"/>
                  </a:lnTo>
                  <a:lnTo>
                    <a:pt x="2353151" y="369670"/>
                  </a:lnTo>
                  <a:lnTo>
                    <a:pt x="2407467" y="396511"/>
                  </a:lnTo>
                  <a:lnTo>
                    <a:pt x="2461233" y="422433"/>
                  </a:lnTo>
                  <a:lnTo>
                    <a:pt x="2514335" y="447148"/>
                  </a:lnTo>
                  <a:lnTo>
                    <a:pt x="2566756" y="470424"/>
                  </a:lnTo>
                  <a:lnTo>
                    <a:pt x="2618590" y="492102"/>
                  </a:lnTo>
                  <a:lnTo>
                    <a:pt x="2670059" y="512088"/>
                  </a:lnTo>
                  <a:lnTo>
                    <a:pt x="2721534" y="530354"/>
                  </a:lnTo>
                  <a:lnTo>
                    <a:pt x="2770117" y="545893"/>
                  </a:lnTo>
                  <a:lnTo>
                    <a:pt x="2819755" y="559993"/>
                  </a:lnTo>
                  <a:lnTo>
                    <a:pt x="2871108" y="572657"/>
                  </a:lnTo>
                  <a:lnTo>
                    <a:pt x="2924999" y="583962"/>
                  </a:lnTo>
                  <a:lnTo>
                    <a:pt x="2982348" y="594035"/>
                  </a:lnTo>
                  <a:lnTo>
                    <a:pt x="3044088" y="603018"/>
                  </a:lnTo>
                  <a:lnTo>
                    <a:pt x="3111085" y="611047"/>
                  </a:lnTo>
                  <a:lnTo>
                    <a:pt x="3184032" y="618241"/>
                  </a:lnTo>
                  <a:lnTo>
                    <a:pt x="3263309" y="624696"/>
                  </a:lnTo>
                  <a:lnTo>
                    <a:pt x="3348798" y="630481"/>
                  </a:lnTo>
                  <a:lnTo>
                    <a:pt x="3439664" y="635636"/>
                  </a:lnTo>
                  <a:lnTo>
                    <a:pt x="3534150" y="640177"/>
                  </a:lnTo>
                  <a:lnTo>
                    <a:pt x="3629442" y="644100"/>
                  </a:lnTo>
                  <a:lnTo>
                    <a:pt x="3721741" y="647390"/>
                  </a:lnTo>
                  <a:lnTo>
                    <a:pt x="3806616" y="650036"/>
                  </a:lnTo>
                  <a:lnTo>
                    <a:pt x="3879689" y="652046"/>
                  </a:lnTo>
                  <a:lnTo>
                    <a:pt x="3937509" y="653460"/>
                  </a:lnTo>
                  <a:lnTo>
                    <a:pt x="3978387" y="654354"/>
                  </a:lnTo>
                  <a:lnTo>
                    <a:pt x="4002897" y="654835"/>
                  </a:lnTo>
                  <a:lnTo>
                    <a:pt x="4013924" y="655031"/>
                  </a:lnTo>
                  <a:lnTo>
                    <a:pt x="4016386" y="655071"/>
                  </a:lnTo>
                  <a:lnTo>
                    <a:pt x="4016409" y="655071"/>
                  </a:lnTo>
                  <a:lnTo>
                    <a:pt x="4538543" y="655071"/>
                  </a:lnTo>
                  <a:lnTo>
                    <a:pt x="4539810" y="655059"/>
                  </a:lnTo>
                  <a:lnTo>
                    <a:pt x="4548095" y="654973"/>
                  </a:lnTo>
                  <a:lnTo>
                    <a:pt x="4568807" y="654734"/>
                  </a:lnTo>
                  <a:lnTo>
                    <a:pt x="4605400" y="654264"/>
                  </a:lnTo>
                  <a:lnTo>
                    <a:pt x="4659054" y="653495"/>
                  </a:lnTo>
                  <a:lnTo>
                    <a:pt x="4728621" y="652374"/>
                  </a:lnTo>
                  <a:lnTo>
                    <a:pt x="4811016" y="650874"/>
                  </a:lnTo>
                  <a:lnTo>
                    <a:pt x="4901992" y="648983"/>
                  </a:lnTo>
                  <a:lnTo>
                    <a:pt x="4997042" y="646707"/>
                  </a:lnTo>
                  <a:lnTo>
                    <a:pt x="5092146" y="644056"/>
                  </a:lnTo>
                  <a:lnTo>
                    <a:pt x="5184221" y="641033"/>
                  </a:lnTo>
                  <a:lnTo>
                    <a:pt x="5271246" y="637633"/>
                  </a:lnTo>
                  <a:lnTo>
                    <a:pt x="5352174" y="633836"/>
                  </a:lnTo>
                  <a:lnTo>
                    <a:pt x="5426732" y="629602"/>
                  </a:lnTo>
                  <a:lnTo>
                    <a:pt x="5495198" y="624879"/>
                  </a:lnTo>
                  <a:lnTo>
                    <a:pt x="5558206" y="619598"/>
                  </a:lnTo>
                  <a:lnTo>
                    <a:pt x="5616594" y="613678"/>
                  </a:lnTo>
                  <a:lnTo>
                    <a:pt x="5671292" y="607033"/>
                  </a:lnTo>
                  <a:lnTo>
                    <a:pt x="5723230" y="599582"/>
                  </a:lnTo>
                  <a:lnTo>
                    <a:pt x="5773267" y="591269"/>
                  </a:lnTo>
                  <a:lnTo>
                    <a:pt x="5784835" y="589188"/>
                  </a:lnTo>
                  <a:lnTo>
                    <a:pt x="5838200" y="578833"/>
                  </a:lnTo>
                  <a:lnTo>
                    <a:pt x="5891050" y="567398"/>
                  </a:lnTo>
                  <a:lnTo>
                    <a:pt x="5943948" y="554869"/>
                  </a:lnTo>
                  <a:lnTo>
                    <a:pt x="5997274" y="541269"/>
                  </a:lnTo>
                  <a:lnTo>
                    <a:pt x="6051245" y="526665"/>
                  </a:lnTo>
                  <a:lnTo>
                    <a:pt x="6105940" y="511173"/>
                  </a:lnTo>
                  <a:lnTo>
                    <a:pt x="6161315" y="494951"/>
                  </a:lnTo>
                  <a:lnTo>
                    <a:pt x="6217226" y="478196"/>
                  </a:lnTo>
                  <a:lnTo>
                    <a:pt x="6273454" y="461140"/>
                  </a:lnTo>
                  <a:lnTo>
                    <a:pt x="6329742" y="444029"/>
                  </a:lnTo>
                  <a:lnTo>
                    <a:pt x="6385821" y="427114"/>
                  </a:lnTo>
                  <a:lnTo>
                    <a:pt x="6441451" y="410634"/>
                  </a:lnTo>
                  <a:lnTo>
                    <a:pt x="6496453" y="394802"/>
                  </a:lnTo>
                  <a:lnTo>
                    <a:pt x="6550737" y="379796"/>
                  </a:lnTo>
                  <a:lnTo>
                    <a:pt x="6604324" y="365750"/>
                  </a:lnTo>
                  <a:lnTo>
                    <a:pt x="6657371" y="352750"/>
                  </a:lnTo>
                  <a:lnTo>
                    <a:pt x="6710184" y="340839"/>
                  </a:lnTo>
                  <a:lnTo>
                    <a:pt x="6763244" y="330020"/>
                  </a:lnTo>
                  <a:lnTo>
                    <a:pt x="6786527" y="325653"/>
                  </a:lnTo>
                  <a:lnTo>
                    <a:pt x="6836226" y="317135"/>
                  </a:lnTo>
                  <a:lnTo>
                    <a:pt x="6887645" y="309485"/>
                  </a:lnTo>
                  <a:lnTo>
                    <a:pt x="6941611" y="302657"/>
                  </a:lnTo>
                  <a:lnTo>
                    <a:pt x="6999047" y="296574"/>
                  </a:lnTo>
                  <a:lnTo>
                    <a:pt x="7060888" y="291150"/>
                  </a:lnTo>
                  <a:lnTo>
                    <a:pt x="7128004" y="286303"/>
                  </a:lnTo>
                  <a:lnTo>
                    <a:pt x="7201089" y="281960"/>
                  </a:lnTo>
                  <a:lnTo>
                    <a:pt x="7280521" y="278063"/>
                  </a:lnTo>
                  <a:lnTo>
                    <a:pt x="7366174" y="274572"/>
                  </a:lnTo>
                  <a:lnTo>
                    <a:pt x="7457204" y="271462"/>
                  </a:lnTo>
                  <a:lnTo>
                    <a:pt x="7551835" y="268723"/>
                  </a:lnTo>
                  <a:lnTo>
                    <a:pt x="7647228" y="266358"/>
                  </a:lnTo>
                  <a:lnTo>
                    <a:pt x="7739560" y="264376"/>
                  </a:lnTo>
                  <a:lnTo>
                    <a:pt x="7824378" y="262784"/>
                  </a:lnTo>
                  <a:lnTo>
                    <a:pt x="7897296" y="261576"/>
                  </a:lnTo>
                  <a:lnTo>
                    <a:pt x="7954876" y="260729"/>
                  </a:lnTo>
                  <a:lnTo>
                    <a:pt x="7995462" y="260194"/>
                  </a:lnTo>
                  <a:lnTo>
                    <a:pt x="8019678" y="259908"/>
                  </a:lnTo>
                  <a:lnTo>
                    <a:pt x="8030464" y="259792"/>
                  </a:lnTo>
                  <a:lnTo>
                    <a:pt x="8032802" y="259770"/>
                  </a:lnTo>
                  <a:lnTo>
                    <a:pt x="8032819" y="259769"/>
                  </a:lnTo>
                  <a:lnTo>
                    <a:pt x="8554953" y="259769"/>
                  </a:lnTo>
                  <a:lnTo>
                    <a:pt x="8554953" y="259769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765" name="pl1765"/>
            <p:cNvSpPr/>
            <p:nvPr/>
          </p:nvSpPr>
          <p:spPr>
            <a:xfrm>
              <a:off x="386606" y="5528219"/>
              <a:ext cx="8554953" cy="655071"/>
            </a:xfrm>
            <a:custGeom>
              <a:avLst/>
              <a:pathLst>
                <a:path w="8554953" h="655071">
                  <a:moveTo>
                    <a:pt x="8554953" y="259769"/>
                  </a:moveTo>
                  <a:lnTo>
                    <a:pt x="8032819" y="259769"/>
                  </a:lnTo>
                  <a:lnTo>
                    <a:pt x="8031552" y="259781"/>
                  </a:lnTo>
                  <a:lnTo>
                    <a:pt x="8023267" y="259868"/>
                  </a:lnTo>
                  <a:lnTo>
                    <a:pt x="8002555" y="260107"/>
                  </a:lnTo>
                  <a:lnTo>
                    <a:pt x="7965962" y="260577"/>
                  </a:lnTo>
                  <a:lnTo>
                    <a:pt x="7912308" y="261346"/>
                  </a:lnTo>
                  <a:lnTo>
                    <a:pt x="7842741" y="262466"/>
                  </a:lnTo>
                  <a:lnTo>
                    <a:pt x="7760346" y="263967"/>
                  </a:lnTo>
                  <a:lnTo>
                    <a:pt x="7669370" y="265858"/>
                  </a:lnTo>
                  <a:lnTo>
                    <a:pt x="7574320" y="268133"/>
                  </a:lnTo>
                  <a:lnTo>
                    <a:pt x="7479216" y="270785"/>
                  </a:lnTo>
                  <a:lnTo>
                    <a:pt x="7387141" y="273808"/>
                  </a:lnTo>
                  <a:lnTo>
                    <a:pt x="7300116" y="277207"/>
                  </a:lnTo>
                  <a:lnTo>
                    <a:pt x="7219188" y="281005"/>
                  </a:lnTo>
                  <a:lnTo>
                    <a:pt x="7144630" y="285239"/>
                  </a:lnTo>
                  <a:lnTo>
                    <a:pt x="7076164" y="289961"/>
                  </a:lnTo>
                  <a:lnTo>
                    <a:pt x="7013156" y="295243"/>
                  </a:lnTo>
                  <a:lnTo>
                    <a:pt x="6954767" y="301163"/>
                  </a:lnTo>
                  <a:lnTo>
                    <a:pt x="6900070" y="307808"/>
                  </a:lnTo>
                  <a:lnTo>
                    <a:pt x="6848132" y="315259"/>
                  </a:lnTo>
                  <a:lnTo>
                    <a:pt x="6798095" y="323572"/>
                  </a:lnTo>
                  <a:lnTo>
                    <a:pt x="6786527" y="325653"/>
                  </a:lnTo>
                  <a:lnTo>
                    <a:pt x="6733162" y="336008"/>
                  </a:lnTo>
                  <a:lnTo>
                    <a:pt x="6680312" y="347442"/>
                  </a:lnTo>
                  <a:lnTo>
                    <a:pt x="6627414" y="359972"/>
                  </a:lnTo>
                  <a:lnTo>
                    <a:pt x="6574088" y="373572"/>
                  </a:lnTo>
                  <a:lnTo>
                    <a:pt x="6520117" y="388175"/>
                  </a:lnTo>
                  <a:lnTo>
                    <a:pt x="6465422" y="403668"/>
                  </a:lnTo>
                  <a:lnTo>
                    <a:pt x="6410047" y="419890"/>
                  </a:lnTo>
                  <a:lnTo>
                    <a:pt x="6354136" y="436644"/>
                  </a:lnTo>
                  <a:lnTo>
                    <a:pt x="6297908" y="453701"/>
                  </a:lnTo>
                  <a:lnTo>
                    <a:pt x="6241620" y="470812"/>
                  </a:lnTo>
                  <a:lnTo>
                    <a:pt x="6185541" y="487727"/>
                  </a:lnTo>
                  <a:lnTo>
                    <a:pt x="6129911" y="504207"/>
                  </a:lnTo>
                  <a:lnTo>
                    <a:pt x="6074909" y="520038"/>
                  </a:lnTo>
                  <a:lnTo>
                    <a:pt x="6020625" y="535044"/>
                  </a:lnTo>
                  <a:lnTo>
                    <a:pt x="5967037" y="549091"/>
                  </a:lnTo>
                  <a:lnTo>
                    <a:pt x="5913991" y="562091"/>
                  </a:lnTo>
                  <a:lnTo>
                    <a:pt x="5861177" y="574001"/>
                  </a:lnTo>
                  <a:lnTo>
                    <a:pt x="5808118" y="584821"/>
                  </a:lnTo>
                  <a:lnTo>
                    <a:pt x="5784835" y="589188"/>
                  </a:lnTo>
                  <a:lnTo>
                    <a:pt x="5735136" y="597706"/>
                  </a:lnTo>
                  <a:lnTo>
                    <a:pt x="5683717" y="605356"/>
                  </a:lnTo>
                  <a:lnTo>
                    <a:pt x="5629751" y="612184"/>
                  </a:lnTo>
                  <a:lnTo>
                    <a:pt x="5572315" y="618267"/>
                  </a:lnTo>
                  <a:lnTo>
                    <a:pt x="5510474" y="623691"/>
                  </a:lnTo>
                  <a:lnTo>
                    <a:pt x="5443358" y="628538"/>
                  </a:lnTo>
                  <a:lnTo>
                    <a:pt x="5370273" y="632881"/>
                  </a:lnTo>
                  <a:lnTo>
                    <a:pt x="5290841" y="636777"/>
                  </a:lnTo>
                  <a:lnTo>
                    <a:pt x="5205188" y="640268"/>
                  </a:lnTo>
                  <a:lnTo>
                    <a:pt x="5114157" y="643379"/>
                  </a:lnTo>
                  <a:lnTo>
                    <a:pt x="5019527" y="646118"/>
                  </a:lnTo>
                  <a:lnTo>
                    <a:pt x="4924133" y="648482"/>
                  </a:lnTo>
                  <a:lnTo>
                    <a:pt x="4831802" y="650464"/>
                  </a:lnTo>
                  <a:lnTo>
                    <a:pt x="4746983" y="652056"/>
                  </a:lnTo>
                  <a:lnTo>
                    <a:pt x="4674066" y="653264"/>
                  </a:lnTo>
                  <a:lnTo>
                    <a:pt x="4616486" y="654112"/>
                  </a:lnTo>
                  <a:lnTo>
                    <a:pt x="4575900" y="654647"/>
                  </a:lnTo>
                  <a:lnTo>
                    <a:pt x="4551684" y="654933"/>
                  </a:lnTo>
                  <a:lnTo>
                    <a:pt x="4540898" y="655048"/>
                  </a:lnTo>
                  <a:lnTo>
                    <a:pt x="4538560" y="655071"/>
                  </a:lnTo>
                  <a:lnTo>
                    <a:pt x="4538543" y="655071"/>
                  </a:lnTo>
                  <a:lnTo>
                    <a:pt x="4016409" y="655071"/>
                  </a:lnTo>
                  <a:lnTo>
                    <a:pt x="4015146" y="655051"/>
                  </a:lnTo>
                  <a:lnTo>
                    <a:pt x="4006891" y="654909"/>
                  </a:lnTo>
                  <a:lnTo>
                    <a:pt x="3986248" y="654514"/>
                  </a:lnTo>
                  <a:lnTo>
                    <a:pt x="3949771" y="653738"/>
                  </a:lnTo>
                  <a:lnTo>
                    <a:pt x="3896274" y="652468"/>
                  </a:lnTo>
                  <a:lnTo>
                    <a:pt x="3826889" y="650618"/>
                  </a:lnTo>
                  <a:lnTo>
                    <a:pt x="3744678" y="648139"/>
                  </a:lnTo>
                  <a:lnTo>
                    <a:pt x="3653869" y="645016"/>
                  </a:lnTo>
                  <a:lnTo>
                    <a:pt x="3558955" y="641256"/>
                  </a:lnTo>
                  <a:lnTo>
                    <a:pt x="3463947" y="636874"/>
                  </a:lnTo>
                  <a:lnTo>
                    <a:pt x="3371930" y="631879"/>
                  </a:lnTo>
                  <a:lnTo>
                    <a:pt x="3284931" y="626261"/>
                  </a:lnTo>
                  <a:lnTo>
                    <a:pt x="3204004" y="619985"/>
                  </a:lnTo>
                  <a:lnTo>
                    <a:pt x="3129434" y="612991"/>
                  </a:lnTo>
                  <a:lnTo>
                    <a:pt x="3060948" y="605189"/>
                  </a:lnTo>
                  <a:lnTo>
                    <a:pt x="2997922" y="596467"/>
                  </a:lnTo>
                  <a:lnTo>
                    <a:pt x="2939521" y="586691"/>
                  </a:lnTo>
                  <a:lnTo>
                    <a:pt x="2884822" y="575719"/>
                  </a:lnTo>
                  <a:lnTo>
                    <a:pt x="2832894" y="563418"/>
                  </a:lnTo>
                  <a:lnTo>
                    <a:pt x="2782882" y="549693"/>
                  </a:lnTo>
                  <a:lnTo>
                    <a:pt x="2770117" y="545893"/>
                  </a:lnTo>
                  <a:lnTo>
                    <a:pt x="2718152" y="529209"/>
                  </a:lnTo>
                  <a:lnTo>
                    <a:pt x="2666691" y="510831"/>
                  </a:lnTo>
                  <a:lnTo>
                    <a:pt x="2615208" y="490733"/>
                  </a:lnTo>
                  <a:lnTo>
                    <a:pt x="2563341" y="468947"/>
                  </a:lnTo>
                  <a:lnTo>
                    <a:pt x="2510877" y="445570"/>
                  </a:lnTo>
                  <a:lnTo>
                    <a:pt x="2457729" y="420769"/>
                  </a:lnTo>
                  <a:lnTo>
                    <a:pt x="2403923" y="394777"/>
                  </a:lnTo>
                  <a:lnTo>
                    <a:pt x="2349577" y="367887"/>
                  </a:lnTo>
                  <a:lnTo>
                    <a:pt x="2294882" y="340443"/>
                  </a:lnTo>
                  <a:lnTo>
                    <a:pt x="2240070" y="312820"/>
                  </a:lnTo>
                  <a:lnTo>
                    <a:pt x="2185391" y="285401"/>
                  </a:lnTo>
                  <a:lnTo>
                    <a:pt x="2131075" y="258560"/>
                  </a:lnTo>
                  <a:lnTo>
                    <a:pt x="2077309" y="232637"/>
                  </a:lnTo>
                  <a:lnTo>
                    <a:pt x="2024207" y="207923"/>
                  </a:lnTo>
                  <a:lnTo>
                    <a:pt x="1971786" y="184647"/>
                  </a:lnTo>
                  <a:lnTo>
                    <a:pt x="1919953" y="162969"/>
                  </a:lnTo>
                  <a:lnTo>
                    <a:pt x="1868483" y="142983"/>
                  </a:lnTo>
                  <a:lnTo>
                    <a:pt x="1817008" y="124717"/>
                  </a:lnTo>
                  <a:lnTo>
                    <a:pt x="1768425" y="109178"/>
                  </a:lnTo>
                  <a:lnTo>
                    <a:pt x="1718787" y="95078"/>
                  </a:lnTo>
                  <a:lnTo>
                    <a:pt x="1667435" y="82414"/>
                  </a:lnTo>
                  <a:lnTo>
                    <a:pt x="1613543" y="71109"/>
                  </a:lnTo>
                  <a:lnTo>
                    <a:pt x="1556194" y="61036"/>
                  </a:lnTo>
                  <a:lnTo>
                    <a:pt x="1494454" y="52053"/>
                  </a:lnTo>
                  <a:lnTo>
                    <a:pt x="1427457" y="44024"/>
                  </a:lnTo>
                  <a:lnTo>
                    <a:pt x="1354510" y="36830"/>
                  </a:lnTo>
                  <a:lnTo>
                    <a:pt x="1275233" y="30374"/>
                  </a:lnTo>
                  <a:lnTo>
                    <a:pt x="1189744" y="24590"/>
                  </a:lnTo>
                  <a:lnTo>
                    <a:pt x="1098878" y="19435"/>
                  </a:lnTo>
                  <a:lnTo>
                    <a:pt x="1004392" y="14894"/>
                  </a:lnTo>
                  <a:lnTo>
                    <a:pt x="909100" y="10971"/>
                  </a:lnTo>
                  <a:lnTo>
                    <a:pt x="816802" y="7681"/>
                  </a:lnTo>
                  <a:lnTo>
                    <a:pt x="731926" y="5035"/>
                  </a:lnTo>
                  <a:lnTo>
                    <a:pt x="658854" y="3025"/>
                  </a:lnTo>
                  <a:lnTo>
                    <a:pt x="601033" y="1611"/>
                  </a:lnTo>
                  <a:lnTo>
                    <a:pt x="560155" y="717"/>
                  </a:lnTo>
                  <a:lnTo>
                    <a:pt x="535645" y="235"/>
                  </a:lnTo>
                  <a:lnTo>
                    <a:pt x="524619" y="40"/>
                  </a:lnTo>
                  <a:lnTo>
                    <a:pt x="522156" y="0"/>
                  </a:lnTo>
                  <a:lnTo>
                    <a:pt x="522133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766" name="pg1766"/>
            <p:cNvSpPr/>
            <p:nvPr/>
          </p:nvSpPr>
          <p:spPr>
            <a:xfrm>
              <a:off x="386606" y="705535"/>
              <a:ext cx="8554953" cy="4732329"/>
            </a:xfrm>
            <a:custGeom>
              <a:avLst/>
              <a:pathLst>
                <a:path w="8554953" h="4732329">
                  <a:moveTo>
                    <a:pt x="0" y="4732329"/>
                  </a:moveTo>
                  <a:lnTo>
                    <a:pt x="522133" y="4732329"/>
                  </a:lnTo>
                  <a:lnTo>
                    <a:pt x="523003" y="4732230"/>
                  </a:lnTo>
                  <a:lnTo>
                    <a:pt x="528738" y="4731528"/>
                  </a:lnTo>
                  <a:lnTo>
                    <a:pt x="543247" y="4729589"/>
                  </a:lnTo>
                  <a:lnTo>
                    <a:pt x="569317" y="4725768"/>
                  </a:lnTo>
                  <a:lnTo>
                    <a:pt x="608425" y="4719462"/>
                  </a:lnTo>
                  <a:lnTo>
                    <a:pt x="660631" y="4710167"/>
                  </a:lnTo>
                  <a:lnTo>
                    <a:pt x="724647" y="4697519"/>
                  </a:lnTo>
                  <a:lnTo>
                    <a:pt x="798129" y="4681318"/>
                  </a:lnTo>
                  <a:lnTo>
                    <a:pt x="878118" y="4661505"/>
                  </a:lnTo>
                  <a:lnTo>
                    <a:pt x="961525" y="4638119"/>
                  </a:lnTo>
                  <a:lnTo>
                    <a:pt x="1045533" y="4611235"/>
                  </a:lnTo>
                  <a:lnTo>
                    <a:pt x="1127853" y="4580911"/>
                  </a:lnTo>
                  <a:lnTo>
                    <a:pt x="1206836" y="4547138"/>
                  </a:lnTo>
                  <a:lnTo>
                    <a:pt x="1281452" y="4509808"/>
                  </a:lnTo>
                  <a:lnTo>
                    <a:pt x="1351213" y="4468701"/>
                  </a:lnTo>
                  <a:lnTo>
                    <a:pt x="1416047" y="4423475"/>
                  </a:lnTo>
                  <a:lnTo>
                    <a:pt x="1476188" y="4373673"/>
                  </a:lnTo>
                  <a:lnTo>
                    <a:pt x="1532077" y="4318731"/>
                  </a:lnTo>
                  <a:lnTo>
                    <a:pt x="1584277" y="4257997"/>
                  </a:lnTo>
                  <a:lnTo>
                    <a:pt x="1633413" y="4190772"/>
                  </a:lnTo>
                  <a:lnTo>
                    <a:pt x="1680129" y="4116366"/>
                  </a:lnTo>
                  <a:lnTo>
                    <a:pt x="1725041" y="4034199"/>
                  </a:lnTo>
                  <a:lnTo>
                    <a:pt x="1768425" y="3944549"/>
                  </a:lnTo>
                  <a:lnTo>
                    <a:pt x="1798398" y="3876816"/>
                  </a:lnTo>
                  <a:lnTo>
                    <a:pt x="1828114" y="3805098"/>
                  </a:lnTo>
                  <a:lnTo>
                    <a:pt x="1857697" y="3729314"/>
                  </a:lnTo>
                  <a:lnTo>
                    <a:pt x="1887249" y="3649425"/>
                  </a:lnTo>
                  <a:lnTo>
                    <a:pt x="1916853" y="3565434"/>
                  </a:lnTo>
                  <a:lnTo>
                    <a:pt x="1946573" y="3477391"/>
                  </a:lnTo>
                  <a:lnTo>
                    <a:pt x="1976460" y="3385400"/>
                  </a:lnTo>
                  <a:lnTo>
                    <a:pt x="2006548" y="3289615"/>
                  </a:lnTo>
                  <a:lnTo>
                    <a:pt x="2036858" y="3190245"/>
                  </a:lnTo>
                  <a:lnTo>
                    <a:pt x="2067397" y="3087554"/>
                  </a:lnTo>
                  <a:lnTo>
                    <a:pt x="2098160" y="2981860"/>
                  </a:lnTo>
                  <a:lnTo>
                    <a:pt x="2129133" y="2873528"/>
                  </a:lnTo>
                  <a:lnTo>
                    <a:pt x="2160291" y="2762974"/>
                  </a:lnTo>
                  <a:lnTo>
                    <a:pt x="2191601" y="2650650"/>
                  </a:lnTo>
                  <a:lnTo>
                    <a:pt x="2223023" y="2537043"/>
                  </a:lnTo>
                  <a:lnTo>
                    <a:pt x="2254515" y="2422662"/>
                  </a:lnTo>
                  <a:lnTo>
                    <a:pt x="2286029" y="2308033"/>
                  </a:lnTo>
                  <a:lnTo>
                    <a:pt x="2317518" y="2193686"/>
                  </a:lnTo>
                  <a:lnTo>
                    <a:pt x="2348935" y="2080145"/>
                  </a:lnTo>
                  <a:lnTo>
                    <a:pt x="2380236" y="1967919"/>
                  </a:lnTo>
                  <a:lnTo>
                    <a:pt x="2411383" y="1857493"/>
                  </a:lnTo>
                  <a:lnTo>
                    <a:pt x="2442343" y="1749317"/>
                  </a:lnTo>
                  <a:lnTo>
                    <a:pt x="2473093" y="1643803"/>
                  </a:lnTo>
                  <a:lnTo>
                    <a:pt x="2503617" y="1541315"/>
                  </a:lnTo>
                  <a:lnTo>
                    <a:pt x="2533912" y="1442165"/>
                  </a:lnTo>
                  <a:lnTo>
                    <a:pt x="2563987" y="1346615"/>
                  </a:lnTo>
                  <a:lnTo>
                    <a:pt x="2593862" y="1254871"/>
                  </a:lnTo>
                  <a:lnTo>
                    <a:pt x="2623573" y="1167084"/>
                  </a:lnTo>
                  <a:lnTo>
                    <a:pt x="2653171" y="1083352"/>
                  </a:lnTo>
                  <a:lnTo>
                    <a:pt x="2682723" y="1003724"/>
                  </a:lnTo>
                  <a:lnTo>
                    <a:pt x="2712311" y="928200"/>
                  </a:lnTo>
                  <a:lnTo>
                    <a:pt x="2742040" y="856738"/>
                  </a:lnTo>
                  <a:lnTo>
                    <a:pt x="2770117" y="793427"/>
                  </a:lnTo>
                  <a:lnTo>
                    <a:pt x="2813777" y="703239"/>
                  </a:lnTo>
                  <a:lnTo>
                    <a:pt x="2858698" y="621122"/>
                  </a:lnTo>
                  <a:lnTo>
                    <a:pt x="2905427" y="546762"/>
                  </a:lnTo>
                  <a:lnTo>
                    <a:pt x="2954581" y="479580"/>
                  </a:lnTo>
                  <a:lnTo>
                    <a:pt x="3006801" y="418885"/>
                  </a:lnTo>
                  <a:lnTo>
                    <a:pt x="3062715" y="363976"/>
                  </a:lnTo>
                  <a:lnTo>
                    <a:pt x="3122885" y="314204"/>
                  </a:lnTo>
                  <a:lnTo>
                    <a:pt x="3187749" y="269006"/>
                  </a:lnTo>
                  <a:lnTo>
                    <a:pt x="3257541" y="227923"/>
                  </a:lnTo>
                  <a:lnTo>
                    <a:pt x="3332187" y="190616"/>
                  </a:lnTo>
                  <a:lnTo>
                    <a:pt x="3411194" y="156864"/>
                  </a:lnTo>
                  <a:lnTo>
                    <a:pt x="3493530" y="126562"/>
                  </a:lnTo>
                  <a:lnTo>
                    <a:pt x="3577542" y="99700"/>
                  </a:lnTo>
                  <a:lnTo>
                    <a:pt x="3660937" y="76336"/>
                  </a:lnTo>
                  <a:lnTo>
                    <a:pt x="3740895" y="56545"/>
                  </a:lnTo>
                  <a:lnTo>
                    <a:pt x="3814326" y="40367"/>
                  </a:lnTo>
                  <a:lnTo>
                    <a:pt x="3878275" y="27741"/>
                  </a:lnTo>
                  <a:lnTo>
                    <a:pt x="3930402" y="18465"/>
                  </a:lnTo>
                  <a:lnTo>
                    <a:pt x="3969428" y="12177"/>
                  </a:lnTo>
                  <a:lnTo>
                    <a:pt x="3995419" y="8369"/>
                  </a:lnTo>
                  <a:lnTo>
                    <a:pt x="4009864" y="6440"/>
                  </a:lnTo>
                  <a:lnTo>
                    <a:pt x="4015555" y="5743"/>
                  </a:lnTo>
                  <a:lnTo>
                    <a:pt x="4016409" y="5647"/>
                  </a:lnTo>
                  <a:lnTo>
                    <a:pt x="4538543" y="5647"/>
                  </a:lnTo>
                  <a:lnTo>
                    <a:pt x="4539640" y="5739"/>
                  </a:lnTo>
                  <a:lnTo>
                    <a:pt x="4546837" y="6401"/>
                  </a:lnTo>
                  <a:lnTo>
                    <a:pt x="4564917" y="8229"/>
                  </a:lnTo>
                  <a:lnTo>
                    <a:pt x="4597084" y="11825"/>
                  </a:lnTo>
                  <a:lnTo>
                    <a:pt x="4644698" y="17734"/>
                  </a:lnTo>
                  <a:lnTo>
                    <a:pt x="4707183" y="26383"/>
                  </a:lnTo>
                  <a:lnTo>
                    <a:pt x="4782254" y="38045"/>
                  </a:lnTo>
                  <a:lnTo>
                    <a:pt x="4866465" y="52834"/>
                  </a:lnTo>
                  <a:lnTo>
                    <a:pt x="4955910" y="70744"/>
                  </a:lnTo>
                  <a:lnTo>
                    <a:pt x="5046879" y="91709"/>
                  </a:lnTo>
                  <a:lnTo>
                    <a:pt x="5136312" y="115669"/>
                  </a:lnTo>
                  <a:lnTo>
                    <a:pt x="5222004" y="142622"/>
                  </a:lnTo>
                  <a:lnTo>
                    <a:pt x="5302609" y="172663"/>
                  </a:lnTo>
                  <a:lnTo>
                    <a:pt x="5377516" y="206003"/>
                  </a:lnTo>
                  <a:lnTo>
                    <a:pt x="5446681" y="242974"/>
                  </a:lnTo>
                  <a:lnTo>
                    <a:pt x="5510458" y="284027"/>
                  </a:lnTo>
                  <a:lnTo>
                    <a:pt x="5569451" y="329715"/>
                  </a:lnTo>
                  <a:lnTo>
                    <a:pt x="5624409" y="380669"/>
                  </a:lnTo>
                  <a:lnTo>
                    <a:pt x="5676139" y="437552"/>
                  </a:lnTo>
                  <a:lnTo>
                    <a:pt x="5725444" y="500970"/>
                  </a:lnTo>
                  <a:lnTo>
                    <a:pt x="5773058" y="571336"/>
                  </a:lnTo>
                  <a:lnTo>
                    <a:pt x="5784835" y="590129"/>
                  </a:lnTo>
                  <a:lnTo>
                    <a:pt x="5818985" y="647660"/>
                  </a:lnTo>
                  <a:lnTo>
                    <a:pt x="5852826" y="709049"/>
                  </a:lnTo>
                  <a:lnTo>
                    <a:pt x="5886533" y="774372"/>
                  </a:lnTo>
                  <a:lnTo>
                    <a:pt x="5920246" y="843658"/>
                  </a:lnTo>
                  <a:lnTo>
                    <a:pt x="5954077" y="916877"/>
                  </a:lnTo>
                  <a:lnTo>
                    <a:pt x="5988106" y="993939"/>
                  </a:lnTo>
                  <a:lnTo>
                    <a:pt x="6022391" y="1074686"/>
                  </a:lnTo>
                  <a:lnTo>
                    <a:pt x="6056962" y="1158894"/>
                  </a:lnTo>
                  <a:lnTo>
                    <a:pt x="6091831" y="1246268"/>
                  </a:lnTo>
                  <a:lnTo>
                    <a:pt x="6126988" y="1336451"/>
                  </a:lnTo>
                  <a:lnTo>
                    <a:pt x="6162406" y="1429020"/>
                  </a:lnTo>
                  <a:lnTo>
                    <a:pt x="6198042" y="1523500"/>
                  </a:lnTo>
                  <a:lnTo>
                    <a:pt x="6233841" y="1619370"/>
                  </a:lnTo>
                  <a:lnTo>
                    <a:pt x="6269740" y="1716074"/>
                  </a:lnTo>
                  <a:lnTo>
                    <a:pt x="6305671" y="1813036"/>
                  </a:lnTo>
                  <a:lnTo>
                    <a:pt x="6341562" y="1909674"/>
                  </a:lnTo>
                  <a:lnTo>
                    <a:pt x="6377346" y="2005414"/>
                  </a:lnTo>
                  <a:lnTo>
                    <a:pt x="6412960" y="2099704"/>
                  </a:lnTo>
                  <a:lnTo>
                    <a:pt x="6448350" y="2192028"/>
                  </a:lnTo>
                  <a:lnTo>
                    <a:pt x="6483475" y="2281914"/>
                  </a:lnTo>
                  <a:lnTo>
                    <a:pt x="6518311" y="2368948"/>
                  </a:lnTo>
                  <a:lnTo>
                    <a:pt x="6552849" y="2452779"/>
                  </a:lnTo>
                  <a:lnTo>
                    <a:pt x="6587103" y="2533121"/>
                  </a:lnTo>
                  <a:lnTo>
                    <a:pt x="6621107" y="2609756"/>
                  </a:lnTo>
                  <a:lnTo>
                    <a:pt x="6654919" y="2682535"/>
                  </a:lnTo>
                  <a:lnTo>
                    <a:pt x="6688626" y="2751375"/>
                  </a:lnTo>
                  <a:lnTo>
                    <a:pt x="6722340" y="2816253"/>
                  </a:lnTo>
                  <a:lnTo>
                    <a:pt x="6756207" y="2877201"/>
                  </a:lnTo>
                  <a:lnTo>
                    <a:pt x="6786527" y="2928058"/>
                  </a:lnTo>
                  <a:lnTo>
                    <a:pt x="6833816" y="3000191"/>
                  </a:lnTo>
                  <a:lnTo>
                    <a:pt x="6882631" y="3065329"/>
                  </a:lnTo>
                  <a:lnTo>
                    <a:pt x="6933678" y="3123802"/>
                  </a:lnTo>
                  <a:lnTo>
                    <a:pt x="6987748" y="3176185"/>
                  </a:lnTo>
                  <a:lnTo>
                    <a:pt x="7045652" y="3223135"/>
                  </a:lnTo>
                  <a:lnTo>
                    <a:pt x="7108162" y="3265297"/>
                  </a:lnTo>
                  <a:lnTo>
                    <a:pt x="7175928" y="3303248"/>
                  </a:lnTo>
                  <a:lnTo>
                    <a:pt x="7249377" y="3337464"/>
                  </a:lnTo>
                  <a:lnTo>
                    <a:pt x="7328582" y="3368310"/>
                  </a:lnTo>
                  <a:lnTo>
                    <a:pt x="7413090" y="3396026"/>
                  </a:lnTo>
                  <a:lnTo>
                    <a:pt x="7501756" y="3420735"/>
                  </a:lnTo>
                  <a:lnTo>
                    <a:pt x="7592595" y="3442457"/>
                  </a:lnTo>
                  <a:lnTo>
                    <a:pt x="7682752" y="3461142"/>
                  </a:lnTo>
                  <a:lnTo>
                    <a:pt x="7768648" y="3476720"/>
                  </a:lnTo>
                  <a:lnTo>
                    <a:pt x="7846372" y="3489163"/>
                  </a:lnTo>
                  <a:lnTo>
                    <a:pt x="7912293" y="3498550"/>
                  </a:lnTo>
                  <a:lnTo>
                    <a:pt x="7963773" y="3505113"/>
                  </a:lnTo>
                  <a:lnTo>
                    <a:pt x="7999771" y="3509242"/>
                  </a:lnTo>
                  <a:lnTo>
                    <a:pt x="8021159" y="3511460"/>
                  </a:lnTo>
                  <a:lnTo>
                    <a:pt x="8030699" y="3512358"/>
                  </a:lnTo>
                  <a:lnTo>
                    <a:pt x="8032819" y="3512540"/>
                  </a:lnTo>
                  <a:lnTo>
                    <a:pt x="8554953" y="3512540"/>
                  </a:lnTo>
                  <a:lnTo>
                    <a:pt x="8554953" y="3506893"/>
                  </a:lnTo>
                  <a:lnTo>
                    <a:pt x="8032819" y="3506893"/>
                  </a:lnTo>
                  <a:lnTo>
                    <a:pt x="8031722" y="3506800"/>
                  </a:lnTo>
                  <a:lnTo>
                    <a:pt x="8024525" y="3506139"/>
                  </a:lnTo>
                  <a:lnTo>
                    <a:pt x="8006445" y="3504310"/>
                  </a:lnTo>
                  <a:lnTo>
                    <a:pt x="7974278" y="3500714"/>
                  </a:lnTo>
                  <a:lnTo>
                    <a:pt x="7926664" y="3494806"/>
                  </a:lnTo>
                  <a:lnTo>
                    <a:pt x="7864179" y="3486156"/>
                  </a:lnTo>
                  <a:lnTo>
                    <a:pt x="7789108" y="3474495"/>
                  </a:lnTo>
                  <a:lnTo>
                    <a:pt x="7704897" y="3459706"/>
                  </a:lnTo>
                  <a:lnTo>
                    <a:pt x="7615452" y="3441796"/>
                  </a:lnTo>
                  <a:lnTo>
                    <a:pt x="7524483" y="3420831"/>
                  </a:lnTo>
                  <a:lnTo>
                    <a:pt x="7435050" y="3396871"/>
                  </a:lnTo>
                  <a:lnTo>
                    <a:pt x="7349358" y="3369918"/>
                  </a:lnTo>
                  <a:lnTo>
                    <a:pt x="7268753" y="3339877"/>
                  </a:lnTo>
                  <a:lnTo>
                    <a:pt x="7193846" y="3306537"/>
                  </a:lnTo>
                  <a:lnTo>
                    <a:pt x="7124680" y="3269565"/>
                  </a:lnTo>
                  <a:lnTo>
                    <a:pt x="7060904" y="3228513"/>
                  </a:lnTo>
                  <a:lnTo>
                    <a:pt x="7001911" y="3182825"/>
                  </a:lnTo>
                  <a:lnTo>
                    <a:pt x="6946953" y="3131870"/>
                  </a:lnTo>
                  <a:lnTo>
                    <a:pt x="6895223" y="3074987"/>
                  </a:lnTo>
                  <a:lnTo>
                    <a:pt x="6845918" y="3011569"/>
                  </a:lnTo>
                  <a:lnTo>
                    <a:pt x="6798304" y="2941204"/>
                  </a:lnTo>
                  <a:lnTo>
                    <a:pt x="6786527" y="2922411"/>
                  </a:lnTo>
                  <a:lnTo>
                    <a:pt x="6752377" y="2864879"/>
                  </a:lnTo>
                  <a:lnTo>
                    <a:pt x="6718536" y="2803491"/>
                  </a:lnTo>
                  <a:lnTo>
                    <a:pt x="6684829" y="2738168"/>
                  </a:lnTo>
                  <a:lnTo>
                    <a:pt x="6651115" y="2668881"/>
                  </a:lnTo>
                  <a:lnTo>
                    <a:pt x="6617285" y="2595662"/>
                  </a:lnTo>
                  <a:lnTo>
                    <a:pt x="6583256" y="2518600"/>
                  </a:lnTo>
                  <a:lnTo>
                    <a:pt x="6548971" y="2437853"/>
                  </a:lnTo>
                  <a:lnTo>
                    <a:pt x="6514400" y="2353646"/>
                  </a:lnTo>
                  <a:lnTo>
                    <a:pt x="6479531" y="2266271"/>
                  </a:lnTo>
                  <a:lnTo>
                    <a:pt x="6444374" y="2176089"/>
                  </a:lnTo>
                  <a:lnTo>
                    <a:pt x="6408956" y="2083519"/>
                  </a:lnTo>
                  <a:lnTo>
                    <a:pt x="6373320" y="1989039"/>
                  </a:lnTo>
                  <a:lnTo>
                    <a:pt x="6337521" y="1893169"/>
                  </a:lnTo>
                  <a:lnTo>
                    <a:pt x="6301622" y="1796466"/>
                  </a:lnTo>
                  <a:lnTo>
                    <a:pt x="6265691" y="1699504"/>
                  </a:lnTo>
                  <a:lnTo>
                    <a:pt x="6229800" y="1602865"/>
                  </a:lnTo>
                  <a:lnTo>
                    <a:pt x="6194016" y="1507125"/>
                  </a:lnTo>
                  <a:lnTo>
                    <a:pt x="6158402" y="1412835"/>
                  </a:lnTo>
                  <a:lnTo>
                    <a:pt x="6123012" y="1320512"/>
                  </a:lnTo>
                  <a:lnTo>
                    <a:pt x="6087886" y="1230626"/>
                  </a:lnTo>
                  <a:lnTo>
                    <a:pt x="6053051" y="1143591"/>
                  </a:lnTo>
                  <a:lnTo>
                    <a:pt x="6018513" y="1059760"/>
                  </a:lnTo>
                  <a:lnTo>
                    <a:pt x="5984259" y="979419"/>
                  </a:lnTo>
                  <a:lnTo>
                    <a:pt x="5950255" y="902784"/>
                  </a:lnTo>
                  <a:lnTo>
                    <a:pt x="5916443" y="830004"/>
                  </a:lnTo>
                  <a:lnTo>
                    <a:pt x="5882736" y="761164"/>
                  </a:lnTo>
                  <a:lnTo>
                    <a:pt x="5849022" y="696287"/>
                  </a:lnTo>
                  <a:lnTo>
                    <a:pt x="5815155" y="635338"/>
                  </a:lnTo>
                  <a:lnTo>
                    <a:pt x="5784835" y="584482"/>
                  </a:lnTo>
                  <a:lnTo>
                    <a:pt x="5737546" y="512348"/>
                  </a:lnTo>
                  <a:lnTo>
                    <a:pt x="5688731" y="447211"/>
                  </a:lnTo>
                  <a:lnTo>
                    <a:pt x="5637684" y="388737"/>
                  </a:lnTo>
                  <a:lnTo>
                    <a:pt x="5583614" y="336354"/>
                  </a:lnTo>
                  <a:lnTo>
                    <a:pt x="5525710" y="289404"/>
                  </a:lnTo>
                  <a:lnTo>
                    <a:pt x="5463200" y="247242"/>
                  </a:lnTo>
                  <a:lnTo>
                    <a:pt x="5395434" y="209292"/>
                  </a:lnTo>
                  <a:lnTo>
                    <a:pt x="5321985" y="175075"/>
                  </a:lnTo>
                  <a:lnTo>
                    <a:pt x="5242780" y="144229"/>
                  </a:lnTo>
                  <a:lnTo>
                    <a:pt x="5158272" y="116513"/>
                  </a:lnTo>
                  <a:lnTo>
                    <a:pt x="5069606" y="91804"/>
                  </a:lnTo>
                  <a:lnTo>
                    <a:pt x="4978767" y="70082"/>
                  </a:lnTo>
                  <a:lnTo>
                    <a:pt x="4888610" y="51397"/>
                  </a:lnTo>
                  <a:lnTo>
                    <a:pt x="4802714" y="35819"/>
                  </a:lnTo>
                  <a:lnTo>
                    <a:pt x="4724990" y="23377"/>
                  </a:lnTo>
                  <a:lnTo>
                    <a:pt x="4659069" y="13989"/>
                  </a:lnTo>
                  <a:lnTo>
                    <a:pt x="4607589" y="7427"/>
                  </a:lnTo>
                  <a:lnTo>
                    <a:pt x="4571591" y="3297"/>
                  </a:lnTo>
                  <a:lnTo>
                    <a:pt x="4550203" y="1080"/>
                  </a:lnTo>
                  <a:lnTo>
                    <a:pt x="4540662" y="182"/>
                  </a:lnTo>
                  <a:lnTo>
                    <a:pt x="4538543" y="0"/>
                  </a:lnTo>
                  <a:lnTo>
                    <a:pt x="4016409" y="0"/>
                  </a:lnTo>
                  <a:lnTo>
                    <a:pt x="4015539" y="98"/>
                  </a:lnTo>
                  <a:lnTo>
                    <a:pt x="4009805" y="800"/>
                  </a:lnTo>
                  <a:lnTo>
                    <a:pt x="3995295" y="2739"/>
                  </a:lnTo>
                  <a:lnTo>
                    <a:pt x="3969225" y="6560"/>
                  </a:lnTo>
                  <a:lnTo>
                    <a:pt x="3930117" y="12866"/>
                  </a:lnTo>
                  <a:lnTo>
                    <a:pt x="3877911" y="22162"/>
                  </a:lnTo>
                  <a:lnTo>
                    <a:pt x="3813895" y="34809"/>
                  </a:lnTo>
                  <a:lnTo>
                    <a:pt x="3740413" y="51010"/>
                  </a:lnTo>
                  <a:lnTo>
                    <a:pt x="3660424" y="70823"/>
                  </a:lnTo>
                  <a:lnTo>
                    <a:pt x="3577017" y="94210"/>
                  </a:lnTo>
                  <a:lnTo>
                    <a:pt x="3493009" y="121093"/>
                  </a:lnTo>
                  <a:lnTo>
                    <a:pt x="3410689" y="151417"/>
                  </a:lnTo>
                  <a:lnTo>
                    <a:pt x="3331707" y="185190"/>
                  </a:lnTo>
                  <a:lnTo>
                    <a:pt x="3257090" y="222520"/>
                  </a:lnTo>
                  <a:lnTo>
                    <a:pt x="3187329" y="263627"/>
                  </a:lnTo>
                  <a:lnTo>
                    <a:pt x="3122496" y="308853"/>
                  </a:lnTo>
                  <a:lnTo>
                    <a:pt x="3062354" y="358655"/>
                  </a:lnTo>
                  <a:lnTo>
                    <a:pt x="3006465" y="413598"/>
                  </a:lnTo>
                  <a:lnTo>
                    <a:pt x="2954265" y="474331"/>
                  </a:lnTo>
                  <a:lnTo>
                    <a:pt x="2905129" y="541556"/>
                  </a:lnTo>
                  <a:lnTo>
                    <a:pt x="2858413" y="615962"/>
                  </a:lnTo>
                  <a:lnTo>
                    <a:pt x="2813501" y="698129"/>
                  </a:lnTo>
                  <a:lnTo>
                    <a:pt x="2770117" y="787780"/>
                  </a:lnTo>
                  <a:lnTo>
                    <a:pt x="2740145" y="855512"/>
                  </a:lnTo>
                  <a:lnTo>
                    <a:pt x="2710428" y="927230"/>
                  </a:lnTo>
                  <a:lnTo>
                    <a:pt x="2680845" y="1003014"/>
                  </a:lnTo>
                  <a:lnTo>
                    <a:pt x="2651293" y="1082903"/>
                  </a:lnTo>
                  <a:lnTo>
                    <a:pt x="2621689" y="1166895"/>
                  </a:lnTo>
                  <a:lnTo>
                    <a:pt x="2591969" y="1254937"/>
                  </a:lnTo>
                  <a:lnTo>
                    <a:pt x="2562082" y="1346928"/>
                  </a:lnTo>
                  <a:lnTo>
                    <a:pt x="2531994" y="1442713"/>
                  </a:lnTo>
                  <a:lnTo>
                    <a:pt x="2501684" y="1542083"/>
                  </a:lnTo>
                  <a:lnTo>
                    <a:pt x="2471145" y="1644774"/>
                  </a:lnTo>
                  <a:lnTo>
                    <a:pt x="2440382" y="1750469"/>
                  </a:lnTo>
                  <a:lnTo>
                    <a:pt x="2409409" y="1858800"/>
                  </a:lnTo>
                  <a:lnTo>
                    <a:pt x="2378251" y="1969354"/>
                  </a:lnTo>
                  <a:lnTo>
                    <a:pt x="2346942" y="2081678"/>
                  </a:lnTo>
                  <a:lnTo>
                    <a:pt x="2315519" y="2195286"/>
                  </a:lnTo>
                  <a:lnTo>
                    <a:pt x="2284027" y="2309667"/>
                  </a:lnTo>
                  <a:lnTo>
                    <a:pt x="2252513" y="2424295"/>
                  </a:lnTo>
                  <a:lnTo>
                    <a:pt x="2221024" y="2538643"/>
                  </a:lnTo>
                  <a:lnTo>
                    <a:pt x="2189607" y="2652184"/>
                  </a:lnTo>
                  <a:lnTo>
                    <a:pt x="2158306" y="2764409"/>
                  </a:lnTo>
                  <a:lnTo>
                    <a:pt x="2127159" y="2874835"/>
                  </a:lnTo>
                  <a:lnTo>
                    <a:pt x="2096199" y="2983011"/>
                  </a:lnTo>
                  <a:lnTo>
                    <a:pt x="2065449" y="3088525"/>
                  </a:lnTo>
                  <a:lnTo>
                    <a:pt x="2034925" y="3191014"/>
                  </a:lnTo>
                  <a:lnTo>
                    <a:pt x="2004630" y="3290163"/>
                  </a:lnTo>
                  <a:lnTo>
                    <a:pt x="1974556" y="3385713"/>
                  </a:lnTo>
                  <a:lnTo>
                    <a:pt x="1944680" y="3477457"/>
                  </a:lnTo>
                  <a:lnTo>
                    <a:pt x="1914969" y="3565245"/>
                  </a:lnTo>
                  <a:lnTo>
                    <a:pt x="1885371" y="3648976"/>
                  </a:lnTo>
                  <a:lnTo>
                    <a:pt x="1855820" y="3728605"/>
                  </a:lnTo>
                  <a:lnTo>
                    <a:pt x="1826231" y="3804128"/>
                  </a:lnTo>
                  <a:lnTo>
                    <a:pt x="1796502" y="3875590"/>
                  </a:lnTo>
                  <a:lnTo>
                    <a:pt x="1768425" y="3938901"/>
                  </a:lnTo>
                  <a:lnTo>
                    <a:pt x="1724765" y="4029090"/>
                  </a:lnTo>
                  <a:lnTo>
                    <a:pt x="1679844" y="4111207"/>
                  </a:lnTo>
                  <a:lnTo>
                    <a:pt x="1633115" y="4185566"/>
                  </a:lnTo>
                  <a:lnTo>
                    <a:pt x="1583961" y="4252748"/>
                  </a:lnTo>
                  <a:lnTo>
                    <a:pt x="1531741" y="4313443"/>
                  </a:lnTo>
                  <a:lnTo>
                    <a:pt x="1475827" y="4368352"/>
                  </a:lnTo>
                  <a:lnTo>
                    <a:pt x="1415657" y="4418124"/>
                  </a:lnTo>
                  <a:lnTo>
                    <a:pt x="1350793" y="4463323"/>
                  </a:lnTo>
                  <a:lnTo>
                    <a:pt x="1281002" y="4504405"/>
                  </a:lnTo>
                  <a:lnTo>
                    <a:pt x="1206356" y="4541712"/>
                  </a:lnTo>
                  <a:lnTo>
                    <a:pt x="1127349" y="4575464"/>
                  </a:lnTo>
                  <a:lnTo>
                    <a:pt x="1045012" y="4605766"/>
                  </a:lnTo>
                  <a:lnTo>
                    <a:pt x="961000" y="4632628"/>
                  </a:lnTo>
                  <a:lnTo>
                    <a:pt x="877605" y="4655993"/>
                  </a:lnTo>
                  <a:lnTo>
                    <a:pt x="797647" y="4675783"/>
                  </a:lnTo>
                  <a:lnTo>
                    <a:pt x="724216" y="4691962"/>
                  </a:lnTo>
                  <a:lnTo>
                    <a:pt x="660267" y="4704588"/>
                  </a:lnTo>
                  <a:lnTo>
                    <a:pt x="608140" y="4713863"/>
                  </a:lnTo>
                  <a:lnTo>
                    <a:pt x="569115" y="4720152"/>
                  </a:lnTo>
                  <a:lnTo>
                    <a:pt x="543123" y="4723959"/>
                  </a:lnTo>
                  <a:lnTo>
                    <a:pt x="528678" y="4725889"/>
                  </a:lnTo>
                  <a:lnTo>
                    <a:pt x="522987" y="4726585"/>
                  </a:lnTo>
                  <a:lnTo>
                    <a:pt x="522133" y="4726682"/>
                  </a:lnTo>
                  <a:lnTo>
                    <a:pt x="0" y="4726682"/>
                  </a:lnTo>
                  <a:close/>
                </a:path>
              </a:pathLst>
            </a:custGeom>
            <a:solidFill>
              <a:srgbClr val="B497D6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1767" name="pl1767"/>
            <p:cNvSpPr/>
            <p:nvPr/>
          </p:nvSpPr>
          <p:spPr>
            <a:xfrm>
              <a:off x="386606" y="711182"/>
              <a:ext cx="8554953" cy="4726682"/>
            </a:xfrm>
            <a:custGeom>
              <a:avLst/>
              <a:pathLst>
                <a:path w="8554953" h="4726682">
                  <a:moveTo>
                    <a:pt x="0" y="4726682"/>
                  </a:moveTo>
                  <a:lnTo>
                    <a:pt x="522133" y="4726682"/>
                  </a:lnTo>
                  <a:lnTo>
                    <a:pt x="523003" y="4726583"/>
                  </a:lnTo>
                  <a:lnTo>
                    <a:pt x="528738" y="4725881"/>
                  </a:lnTo>
                  <a:lnTo>
                    <a:pt x="543247" y="4723942"/>
                  </a:lnTo>
                  <a:lnTo>
                    <a:pt x="569317" y="4720121"/>
                  </a:lnTo>
                  <a:lnTo>
                    <a:pt x="608425" y="4713815"/>
                  </a:lnTo>
                  <a:lnTo>
                    <a:pt x="660631" y="4704520"/>
                  </a:lnTo>
                  <a:lnTo>
                    <a:pt x="724647" y="4691872"/>
                  </a:lnTo>
                  <a:lnTo>
                    <a:pt x="798129" y="4675671"/>
                  </a:lnTo>
                  <a:lnTo>
                    <a:pt x="878118" y="4655858"/>
                  </a:lnTo>
                  <a:lnTo>
                    <a:pt x="961525" y="4632471"/>
                  </a:lnTo>
                  <a:lnTo>
                    <a:pt x="1045533" y="4605588"/>
                  </a:lnTo>
                  <a:lnTo>
                    <a:pt x="1127853" y="4575264"/>
                  </a:lnTo>
                  <a:lnTo>
                    <a:pt x="1206836" y="4541491"/>
                  </a:lnTo>
                  <a:lnTo>
                    <a:pt x="1281452" y="4504161"/>
                  </a:lnTo>
                  <a:lnTo>
                    <a:pt x="1351213" y="4463054"/>
                  </a:lnTo>
                  <a:lnTo>
                    <a:pt x="1416047" y="4417828"/>
                  </a:lnTo>
                  <a:lnTo>
                    <a:pt x="1476188" y="4368026"/>
                  </a:lnTo>
                  <a:lnTo>
                    <a:pt x="1532077" y="4313083"/>
                  </a:lnTo>
                  <a:lnTo>
                    <a:pt x="1584277" y="4252350"/>
                  </a:lnTo>
                  <a:lnTo>
                    <a:pt x="1633413" y="4185125"/>
                  </a:lnTo>
                  <a:lnTo>
                    <a:pt x="1680129" y="4110719"/>
                  </a:lnTo>
                  <a:lnTo>
                    <a:pt x="1725041" y="4028552"/>
                  </a:lnTo>
                  <a:lnTo>
                    <a:pt x="1768425" y="3938901"/>
                  </a:lnTo>
                  <a:lnTo>
                    <a:pt x="1798398" y="3871169"/>
                  </a:lnTo>
                  <a:lnTo>
                    <a:pt x="1828114" y="3799451"/>
                  </a:lnTo>
                  <a:lnTo>
                    <a:pt x="1857697" y="3723667"/>
                  </a:lnTo>
                  <a:lnTo>
                    <a:pt x="1887249" y="3643778"/>
                  </a:lnTo>
                  <a:lnTo>
                    <a:pt x="1916853" y="3559786"/>
                  </a:lnTo>
                  <a:lnTo>
                    <a:pt x="1946573" y="3471744"/>
                  </a:lnTo>
                  <a:lnTo>
                    <a:pt x="1976460" y="3379753"/>
                  </a:lnTo>
                  <a:lnTo>
                    <a:pt x="2006548" y="3283968"/>
                  </a:lnTo>
                  <a:lnTo>
                    <a:pt x="2036858" y="3184598"/>
                  </a:lnTo>
                  <a:lnTo>
                    <a:pt x="2067397" y="3081907"/>
                  </a:lnTo>
                  <a:lnTo>
                    <a:pt x="2098160" y="2976212"/>
                  </a:lnTo>
                  <a:lnTo>
                    <a:pt x="2129133" y="2867881"/>
                  </a:lnTo>
                  <a:lnTo>
                    <a:pt x="2160291" y="2757327"/>
                  </a:lnTo>
                  <a:lnTo>
                    <a:pt x="2191601" y="2645003"/>
                  </a:lnTo>
                  <a:lnTo>
                    <a:pt x="2223023" y="2531395"/>
                  </a:lnTo>
                  <a:lnTo>
                    <a:pt x="2254515" y="2417015"/>
                  </a:lnTo>
                  <a:lnTo>
                    <a:pt x="2286029" y="2302386"/>
                  </a:lnTo>
                  <a:lnTo>
                    <a:pt x="2317518" y="2188039"/>
                  </a:lnTo>
                  <a:lnTo>
                    <a:pt x="2348935" y="2074498"/>
                  </a:lnTo>
                  <a:lnTo>
                    <a:pt x="2380236" y="1962272"/>
                  </a:lnTo>
                  <a:lnTo>
                    <a:pt x="2411383" y="1851846"/>
                  </a:lnTo>
                  <a:lnTo>
                    <a:pt x="2442343" y="1743670"/>
                  </a:lnTo>
                  <a:lnTo>
                    <a:pt x="2473093" y="1638156"/>
                  </a:lnTo>
                  <a:lnTo>
                    <a:pt x="2503617" y="1535667"/>
                  </a:lnTo>
                  <a:lnTo>
                    <a:pt x="2533912" y="1436518"/>
                  </a:lnTo>
                  <a:lnTo>
                    <a:pt x="2563987" y="1340968"/>
                  </a:lnTo>
                  <a:lnTo>
                    <a:pt x="2593862" y="1249224"/>
                  </a:lnTo>
                  <a:lnTo>
                    <a:pt x="2623573" y="1161437"/>
                  </a:lnTo>
                  <a:lnTo>
                    <a:pt x="2653171" y="1077705"/>
                  </a:lnTo>
                  <a:lnTo>
                    <a:pt x="2682723" y="998077"/>
                  </a:lnTo>
                  <a:lnTo>
                    <a:pt x="2712311" y="922553"/>
                  </a:lnTo>
                  <a:lnTo>
                    <a:pt x="2742040" y="851091"/>
                  </a:lnTo>
                  <a:lnTo>
                    <a:pt x="2770117" y="787780"/>
                  </a:lnTo>
                  <a:lnTo>
                    <a:pt x="2813777" y="697592"/>
                  </a:lnTo>
                  <a:lnTo>
                    <a:pt x="2858698" y="615474"/>
                  </a:lnTo>
                  <a:lnTo>
                    <a:pt x="2905427" y="541115"/>
                  </a:lnTo>
                  <a:lnTo>
                    <a:pt x="2954581" y="473933"/>
                  </a:lnTo>
                  <a:lnTo>
                    <a:pt x="3006801" y="413238"/>
                  </a:lnTo>
                  <a:lnTo>
                    <a:pt x="3062715" y="358329"/>
                  </a:lnTo>
                  <a:lnTo>
                    <a:pt x="3122885" y="308557"/>
                  </a:lnTo>
                  <a:lnTo>
                    <a:pt x="3187749" y="263358"/>
                  </a:lnTo>
                  <a:lnTo>
                    <a:pt x="3257541" y="222276"/>
                  </a:lnTo>
                  <a:lnTo>
                    <a:pt x="3332187" y="184969"/>
                  </a:lnTo>
                  <a:lnTo>
                    <a:pt x="3411194" y="151217"/>
                  </a:lnTo>
                  <a:lnTo>
                    <a:pt x="3493530" y="120915"/>
                  </a:lnTo>
                  <a:lnTo>
                    <a:pt x="3577542" y="94053"/>
                  </a:lnTo>
                  <a:lnTo>
                    <a:pt x="3660937" y="70688"/>
                  </a:lnTo>
                  <a:lnTo>
                    <a:pt x="3740895" y="50898"/>
                  </a:lnTo>
                  <a:lnTo>
                    <a:pt x="3814326" y="34719"/>
                  </a:lnTo>
                  <a:lnTo>
                    <a:pt x="3878275" y="22094"/>
                  </a:lnTo>
                  <a:lnTo>
                    <a:pt x="3930402" y="12818"/>
                  </a:lnTo>
                  <a:lnTo>
                    <a:pt x="3969428" y="6529"/>
                  </a:lnTo>
                  <a:lnTo>
                    <a:pt x="3995419" y="2722"/>
                  </a:lnTo>
                  <a:lnTo>
                    <a:pt x="4009864" y="792"/>
                  </a:lnTo>
                  <a:lnTo>
                    <a:pt x="4015555" y="96"/>
                  </a:lnTo>
                  <a:lnTo>
                    <a:pt x="4016409" y="0"/>
                  </a:lnTo>
                  <a:lnTo>
                    <a:pt x="4538543" y="0"/>
                  </a:lnTo>
                  <a:lnTo>
                    <a:pt x="4539640" y="92"/>
                  </a:lnTo>
                  <a:lnTo>
                    <a:pt x="4546837" y="754"/>
                  </a:lnTo>
                  <a:lnTo>
                    <a:pt x="4564917" y="2582"/>
                  </a:lnTo>
                  <a:lnTo>
                    <a:pt x="4597084" y="6178"/>
                  </a:lnTo>
                  <a:lnTo>
                    <a:pt x="4644698" y="12087"/>
                  </a:lnTo>
                  <a:lnTo>
                    <a:pt x="4707183" y="20736"/>
                  </a:lnTo>
                  <a:lnTo>
                    <a:pt x="4782254" y="32398"/>
                  </a:lnTo>
                  <a:lnTo>
                    <a:pt x="4866465" y="47186"/>
                  </a:lnTo>
                  <a:lnTo>
                    <a:pt x="4955910" y="65097"/>
                  </a:lnTo>
                  <a:lnTo>
                    <a:pt x="5046879" y="86062"/>
                  </a:lnTo>
                  <a:lnTo>
                    <a:pt x="5136312" y="110021"/>
                  </a:lnTo>
                  <a:lnTo>
                    <a:pt x="5222004" y="136974"/>
                  </a:lnTo>
                  <a:lnTo>
                    <a:pt x="5302609" y="167016"/>
                  </a:lnTo>
                  <a:lnTo>
                    <a:pt x="5377516" y="200356"/>
                  </a:lnTo>
                  <a:lnTo>
                    <a:pt x="5446681" y="237327"/>
                  </a:lnTo>
                  <a:lnTo>
                    <a:pt x="5510458" y="278380"/>
                  </a:lnTo>
                  <a:lnTo>
                    <a:pt x="5569451" y="324067"/>
                  </a:lnTo>
                  <a:lnTo>
                    <a:pt x="5624409" y="375022"/>
                  </a:lnTo>
                  <a:lnTo>
                    <a:pt x="5676139" y="431905"/>
                  </a:lnTo>
                  <a:lnTo>
                    <a:pt x="5725444" y="495323"/>
                  </a:lnTo>
                  <a:lnTo>
                    <a:pt x="5773058" y="565689"/>
                  </a:lnTo>
                  <a:lnTo>
                    <a:pt x="5784835" y="584482"/>
                  </a:lnTo>
                  <a:lnTo>
                    <a:pt x="5818985" y="642013"/>
                  </a:lnTo>
                  <a:lnTo>
                    <a:pt x="5852826" y="703401"/>
                  </a:lnTo>
                  <a:lnTo>
                    <a:pt x="5886533" y="768725"/>
                  </a:lnTo>
                  <a:lnTo>
                    <a:pt x="5920246" y="838011"/>
                  </a:lnTo>
                  <a:lnTo>
                    <a:pt x="5954077" y="911230"/>
                  </a:lnTo>
                  <a:lnTo>
                    <a:pt x="5988106" y="988292"/>
                  </a:lnTo>
                  <a:lnTo>
                    <a:pt x="6022391" y="1069039"/>
                  </a:lnTo>
                  <a:lnTo>
                    <a:pt x="6056962" y="1153246"/>
                  </a:lnTo>
                  <a:lnTo>
                    <a:pt x="6091831" y="1240621"/>
                  </a:lnTo>
                  <a:lnTo>
                    <a:pt x="6126988" y="1330804"/>
                  </a:lnTo>
                  <a:lnTo>
                    <a:pt x="6162406" y="1423373"/>
                  </a:lnTo>
                  <a:lnTo>
                    <a:pt x="6198042" y="1517853"/>
                  </a:lnTo>
                  <a:lnTo>
                    <a:pt x="6233841" y="1613723"/>
                  </a:lnTo>
                  <a:lnTo>
                    <a:pt x="6269740" y="1710427"/>
                  </a:lnTo>
                  <a:lnTo>
                    <a:pt x="6305671" y="1807389"/>
                  </a:lnTo>
                  <a:lnTo>
                    <a:pt x="6341562" y="1904027"/>
                  </a:lnTo>
                  <a:lnTo>
                    <a:pt x="6377346" y="1999767"/>
                  </a:lnTo>
                  <a:lnTo>
                    <a:pt x="6412960" y="2094057"/>
                  </a:lnTo>
                  <a:lnTo>
                    <a:pt x="6448350" y="2186380"/>
                  </a:lnTo>
                  <a:lnTo>
                    <a:pt x="6483475" y="2276267"/>
                  </a:lnTo>
                  <a:lnTo>
                    <a:pt x="6518311" y="2363301"/>
                  </a:lnTo>
                  <a:lnTo>
                    <a:pt x="6552849" y="2447132"/>
                  </a:lnTo>
                  <a:lnTo>
                    <a:pt x="6587103" y="2527474"/>
                  </a:lnTo>
                  <a:lnTo>
                    <a:pt x="6621107" y="2604109"/>
                  </a:lnTo>
                  <a:lnTo>
                    <a:pt x="6654919" y="2676888"/>
                  </a:lnTo>
                  <a:lnTo>
                    <a:pt x="6688626" y="2745728"/>
                  </a:lnTo>
                  <a:lnTo>
                    <a:pt x="6722340" y="2810606"/>
                  </a:lnTo>
                  <a:lnTo>
                    <a:pt x="6756207" y="2871554"/>
                  </a:lnTo>
                  <a:lnTo>
                    <a:pt x="6786527" y="2922411"/>
                  </a:lnTo>
                  <a:lnTo>
                    <a:pt x="6833816" y="2994544"/>
                  </a:lnTo>
                  <a:lnTo>
                    <a:pt x="6882631" y="3059682"/>
                  </a:lnTo>
                  <a:lnTo>
                    <a:pt x="6933678" y="3118155"/>
                  </a:lnTo>
                  <a:lnTo>
                    <a:pt x="6987748" y="3170538"/>
                  </a:lnTo>
                  <a:lnTo>
                    <a:pt x="7045652" y="3217488"/>
                  </a:lnTo>
                  <a:lnTo>
                    <a:pt x="7108162" y="3259650"/>
                  </a:lnTo>
                  <a:lnTo>
                    <a:pt x="7175928" y="3297600"/>
                  </a:lnTo>
                  <a:lnTo>
                    <a:pt x="7249377" y="3331817"/>
                  </a:lnTo>
                  <a:lnTo>
                    <a:pt x="7328582" y="3362663"/>
                  </a:lnTo>
                  <a:lnTo>
                    <a:pt x="7413090" y="3390379"/>
                  </a:lnTo>
                  <a:lnTo>
                    <a:pt x="7501756" y="3415088"/>
                  </a:lnTo>
                  <a:lnTo>
                    <a:pt x="7592595" y="3436810"/>
                  </a:lnTo>
                  <a:lnTo>
                    <a:pt x="7682752" y="3455495"/>
                  </a:lnTo>
                  <a:lnTo>
                    <a:pt x="7768648" y="3471073"/>
                  </a:lnTo>
                  <a:lnTo>
                    <a:pt x="7846372" y="3483516"/>
                  </a:lnTo>
                  <a:lnTo>
                    <a:pt x="7912293" y="3492903"/>
                  </a:lnTo>
                  <a:lnTo>
                    <a:pt x="7963773" y="3499466"/>
                  </a:lnTo>
                  <a:lnTo>
                    <a:pt x="7999771" y="3503595"/>
                  </a:lnTo>
                  <a:lnTo>
                    <a:pt x="8021159" y="3505813"/>
                  </a:lnTo>
                  <a:lnTo>
                    <a:pt x="8030699" y="3506710"/>
                  </a:lnTo>
                  <a:lnTo>
                    <a:pt x="8032801" y="3506891"/>
                  </a:lnTo>
                  <a:lnTo>
                    <a:pt x="8032819" y="3506893"/>
                  </a:lnTo>
                  <a:lnTo>
                    <a:pt x="8554953" y="3506893"/>
                  </a:lnTo>
                  <a:lnTo>
                    <a:pt x="8554953" y="3506893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768" name="pl1768"/>
            <p:cNvSpPr/>
            <p:nvPr/>
          </p:nvSpPr>
          <p:spPr>
            <a:xfrm>
              <a:off x="386606" y="705535"/>
              <a:ext cx="8554953" cy="4726682"/>
            </a:xfrm>
            <a:custGeom>
              <a:avLst/>
              <a:pathLst>
                <a:path w="8554953" h="4726682">
                  <a:moveTo>
                    <a:pt x="8554953" y="3506893"/>
                  </a:moveTo>
                  <a:lnTo>
                    <a:pt x="8032819" y="3506893"/>
                  </a:lnTo>
                  <a:lnTo>
                    <a:pt x="8031722" y="3506800"/>
                  </a:lnTo>
                  <a:lnTo>
                    <a:pt x="8024525" y="3506139"/>
                  </a:lnTo>
                  <a:lnTo>
                    <a:pt x="8006445" y="3504310"/>
                  </a:lnTo>
                  <a:lnTo>
                    <a:pt x="7974278" y="3500714"/>
                  </a:lnTo>
                  <a:lnTo>
                    <a:pt x="7926664" y="3494806"/>
                  </a:lnTo>
                  <a:lnTo>
                    <a:pt x="7864179" y="3486156"/>
                  </a:lnTo>
                  <a:lnTo>
                    <a:pt x="7789108" y="3474495"/>
                  </a:lnTo>
                  <a:lnTo>
                    <a:pt x="7704897" y="3459706"/>
                  </a:lnTo>
                  <a:lnTo>
                    <a:pt x="7615452" y="3441796"/>
                  </a:lnTo>
                  <a:lnTo>
                    <a:pt x="7524483" y="3420831"/>
                  </a:lnTo>
                  <a:lnTo>
                    <a:pt x="7435050" y="3396871"/>
                  </a:lnTo>
                  <a:lnTo>
                    <a:pt x="7349358" y="3369918"/>
                  </a:lnTo>
                  <a:lnTo>
                    <a:pt x="7268753" y="3339877"/>
                  </a:lnTo>
                  <a:lnTo>
                    <a:pt x="7193846" y="3306537"/>
                  </a:lnTo>
                  <a:lnTo>
                    <a:pt x="7124680" y="3269565"/>
                  </a:lnTo>
                  <a:lnTo>
                    <a:pt x="7060904" y="3228513"/>
                  </a:lnTo>
                  <a:lnTo>
                    <a:pt x="7001911" y="3182825"/>
                  </a:lnTo>
                  <a:lnTo>
                    <a:pt x="6946953" y="3131870"/>
                  </a:lnTo>
                  <a:lnTo>
                    <a:pt x="6895223" y="3074987"/>
                  </a:lnTo>
                  <a:lnTo>
                    <a:pt x="6845918" y="3011569"/>
                  </a:lnTo>
                  <a:lnTo>
                    <a:pt x="6798304" y="2941204"/>
                  </a:lnTo>
                  <a:lnTo>
                    <a:pt x="6786527" y="2922411"/>
                  </a:lnTo>
                  <a:lnTo>
                    <a:pt x="6752377" y="2864879"/>
                  </a:lnTo>
                  <a:lnTo>
                    <a:pt x="6718536" y="2803491"/>
                  </a:lnTo>
                  <a:lnTo>
                    <a:pt x="6684829" y="2738168"/>
                  </a:lnTo>
                  <a:lnTo>
                    <a:pt x="6651115" y="2668881"/>
                  </a:lnTo>
                  <a:lnTo>
                    <a:pt x="6617285" y="2595662"/>
                  </a:lnTo>
                  <a:lnTo>
                    <a:pt x="6583256" y="2518600"/>
                  </a:lnTo>
                  <a:lnTo>
                    <a:pt x="6548971" y="2437853"/>
                  </a:lnTo>
                  <a:lnTo>
                    <a:pt x="6514400" y="2353646"/>
                  </a:lnTo>
                  <a:lnTo>
                    <a:pt x="6479531" y="2266271"/>
                  </a:lnTo>
                  <a:lnTo>
                    <a:pt x="6444374" y="2176089"/>
                  </a:lnTo>
                  <a:lnTo>
                    <a:pt x="6408956" y="2083519"/>
                  </a:lnTo>
                  <a:lnTo>
                    <a:pt x="6373320" y="1989039"/>
                  </a:lnTo>
                  <a:lnTo>
                    <a:pt x="6337521" y="1893169"/>
                  </a:lnTo>
                  <a:lnTo>
                    <a:pt x="6301622" y="1796466"/>
                  </a:lnTo>
                  <a:lnTo>
                    <a:pt x="6265691" y="1699504"/>
                  </a:lnTo>
                  <a:lnTo>
                    <a:pt x="6229800" y="1602865"/>
                  </a:lnTo>
                  <a:lnTo>
                    <a:pt x="6194016" y="1507125"/>
                  </a:lnTo>
                  <a:lnTo>
                    <a:pt x="6158402" y="1412835"/>
                  </a:lnTo>
                  <a:lnTo>
                    <a:pt x="6123012" y="1320512"/>
                  </a:lnTo>
                  <a:lnTo>
                    <a:pt x="6087886" y="1230626"/>
                  </a:lnTo>
                  <a:lnTo>
                    <a:pt x="6053051" y="1143591"/>
                  </a:lnTo>
                  <a:lnTo>
                    <a:pt x="6018513" y="1059760"/>
                  </a:lnTo>
                  <a:lnTo>
                    <a:pt x="5984259" y="979419"/>
                  </a:lnTo>
                  <a:lnTo>
                    <a:pt x="5950255" y="902784"/>
                  </a:lnTo>
                  <a:lnTo>
                    <a:pt x="5916443" y="830004"/>
                  </a:lnTo>
                  <a:lnTo>
                    <a:pt x="5882736" y="761164"/>
                  </a:lnTo>
                  <a:lnTo>
                    <a:pt x="5849022" y="696287"/>
                  </a:lnTo>
                  <a:lnTo>
                    <a:pt x="5815155" y="635338"/>
                  </a:lnTo>
                  <a:lnTo>
                    <a:pt x="5784835" y="584482"/>
                  </a:lnTo>
                  <a:lnTo>
                    <a:pt x="5737546" y="512348"/>
                  </a:lnTo>
                  <a:lnTo>
                    <a:pt x="5688731" y="447211"/>
                  </a:lnTo>
                  <a:lnTo>
                    <a:pt x="5637684" y="388737"/>
                  </a:lnTo>
                  <a:lnTo>
                    <a:pt x="5583614" y="336354"/>
                  </a:lnTo>
                  <a:lnTo>
                    <a:pt x="5525710" y="289404"/>
                  </a:lnTo>
                  <a:lnTo>
                    <a:pt x="5463200" y="247242"/>
                  </a:lnTo>
                  <a:lnTo>
                    <a:pt x="5395434" y="209292"/>
                  </a:lnTo>
                  <a:lnTo>
                    <a:pt x="5321985" y="175075"/>
                  </a:lnTo>
                  <a:lnTo>
                    <a:pt x="5242780" y="144229"/>
                  </a:lnTo>
                  <a:lnTo>
                    <a:pt x="5158272" y="116513"/>
                  </a:lnTo>
                  <a:lnTo>
                    <a:pt x="5069606" y="91804"/>
                  </a:lnTo>
                  <a:lnTo>
                    <a:pt x="4978767" y="70082"/>
                  </a:lnTo>
                  <a:lnTo>
                    <a:pt x="4888610" y="51397"/>
                  </a:lnTo>
                  <a:lnTo>
                    <a:pt x="4802714" y="35819"/>
                  </a:lnTo>
                  <a:lnTo>
                    <a:pt x="4724990" y="23377"/>
                  </a:lnTo>
                  <a:lnTo>
                    <a:pt x="4659069" y="13989"/>
                  </a:lnTo>
                  <a:lnTo>
                    <a:pt x="4607589" y="7427"/>
                  </a:lnTo>
                  <a:lnTo>
                    <a:pt x="4571591" y="3297"/>
                  </a:lnTo>
                  <a:lnTo>
                    <a:pt x="4550203" y="1080"/>
                  </a:lnTo>
                  <a:lnTo>
                    <a:pt x="4540662" y="182"/>
                  </a:lnTo>
                  <a:lnTo>
                    <a:pt x="4538561" y="1"/>
                  </a:lnTo>
                  <a:lnTo>
                    <a:pt x="4538543" y="0"/>
                  </a:lnTo>
                  <a:lnTo>
                    <a:pt x="4016409" y="0"/>
                  </a:lnTo>
                  <a:lnTo>
                    <a:pt x="4015539" y="98"/>
                  </a:lnTo>
                  <a:lnTo>
                    <a:pt x="4009805" y="800"/>
                  </a:lnTo>
                  <a:lnTo>
                    <a:pt x="3995295" y="2739"/>
                  </a:lnTo>
                  <a:lnTo>
                    <a:pt x="3969225" y="6560"/>
                  </a:lnTo>
                  <a:lnTo>
                    <a:pt x="3930117" y="12866"/>
                  </a:lnTo>
                  <a:lnTo>
                    <a:pt x="3877911" y="22162"/>
                  </a:lnTo>
                  <a:lnTo>
                    <a:pt x="3813895" y="34809"/>
                  </a:lnTo>
                  <a:lnTo>
                    <a:pt x="3740413" y="51010"/>
                  </a:lnTo>
                  <a:lnTo>
                    <a:pt x="3660424" y="70823"/>
                  </a:lnTo>
                  <a:lnTo>
                    <a:pt x="3577017" y="94210"/>
                  </a:lnTo>
                  <a:lnTo>
                    <a:pt x="3493009" y="121093"/>
                  </a:lnTo>
                  <a:lnTo>
                    <a:pt x="3410689" y="151417"/>
                  </a:lnTo>
                  <a:lnTo>
                    <a:pt x="3331707" y="185190"/>
                  </a:lnTo>
                  <a:lnTo>
                    <a:pt x="3257090" y="222520"/>
                  </a:lnTo>
                  <a:lnTo>
                    <a:pt x="3187329" y="263627"/>
                  </a:lnTo>
                  <a:lnTo>
                    <a:pt x="3122496" y="308853"/>
                  </a:lnTo>
                  <a:lnTo>
                    <a:pt x="3062354" y="358655"/>
                  </a:lnTo>
                  <a:lnTo>
                    <a:pt x="3006465" y="413598"/>
                  </a:lnTo>
                  <a:lnTo>
                    <a:pt x="2954265" y="474331"/>
                  </a:lnTo>
                  <a:lnTo>
                    <a:pt x="2905129" y="541556"/>
                  </a:lnTo>
                  <a:lnTo>
                    <a:pt x="2858413" y="615962"/>
                  </a:lnTo>
                  <a:lnTo>
                    <a:pt x="2813501" y="698129"/>
                  </a:lnTo>
                  <a:lnTo>
                    <a:pt x="2770117" y="787780"/>
                  </a:lnTo>
                  <a:lnTo>
                    <a:pt x="2740145" y="855512"/>
                  </a:lnTo>
                  <a:lnTo>
                    <a:pt x="2710428" y="927230"/>
                  </a:lnTo>
                  <a:lnTo>
                    <a:pt x="2680845" y="1003014"/>
                  </a:lnTo>
                  <a:lnTo>
                    <a:pt x="2651293" y="1082903"/>
                  </a:lnTo>
                  <a:lnTo>
                    <a:pt x="2621689" y="1166895"/>
                  </a:lnTo>
                  <a:lnTo>
                    <a:pt x="2591969" y="1254937"/>
                  </a:lnTo>
                  <a:lnTo>
                    <a:pt x="2562082" y="1346928"/>
                  </a:lnTo>
                  <a:lnTo>
                    <a:pt x="2531994" y="1442713"/>
                  </a:lnTo>
                  <a:lnTo>
                    <a:pt x="2501684" y="1542083"/>
                  </a:lnTo>
                  <a:lnTo>
                    <a:pt x="2471145" y="1644774"/>
                  </a:lnTo>
                  <a:lnTo>
                    <a:pt x="2440382" y="1750469"/>
                  </a:lnTo>
                  <a:lnTo>
                    <a:pt x="2409409" y="1858800"/>
                  </a:lnTo>
                  <a:lnTo>
                    <a:pt x="2378251" y="1969354"/>
                  </a:lnTo>
                  <a:lnTo>
                    <a:pt x="2346942" y="2081678"/>
                  </a:lnTo>
                  <a:lnTo>
                    <a:pt x="2315519" y="2195286"/>
                  </a:lnTo>
                  <a:lnTo>
                    <a:pt x="2284027" y="2309667"/>
                  </a:lnTo>
                  <a:lnTo>
                    <a:pt x="2252513" y="2424295"/>
                  </a:lnTo>
                  <a:lnTo>
                    <a:pt x="2221024" y="2538643"/>
                  </a:lnTo>
                  <a:lnTo>
                    <a:pt x="2189607" y="2652184"/>
                  </a:lnTo>
                  <a:lnTo>
                    <a:pt x="2158306" y="2764409"/>
                  </a:lnTo>
                  <a:lnTo>
                    <a:pt x="2127159" y="2874835"/>
                  </a:lnTo>
                  <a:lnTo>
                    <a:pt x="2096199" y="2983011"/>
                  </a:lnTo>
                  <a:lnTo>
                    <a:pt x="2065449" y="3088525"/>
                  </a:lnTo>
                  <a:lnTo>
                    <a:pt x="2034925" y="3191014"/>
                  </a:lnTo>
                  <a:lnTo>
                    <a:pt x="2004630" y="3290163"/>
                  </a:lnTo>
                  <a:lnTo>
                    <a:pt x="1974556" y="3385713"/>
                  </a:lnTo>
                  <a:lnTo>
                    <a:pt x="1944680" y="3477457"/>
                  </a:lnTo>
                  <a:lnTo>
                    <a:pt x="1914969" y="3565245"/>
                  </a:lnTo>
                  <a:lnTo>
                    <a:pt x="1885371" y="3648976"/>
                  </a:lnTo>
                  <a:lnTo>
                    <a:pt x="1855820" y="3728605"/>
                  </a:lnTo>
                  <a:lnTo>
                    <a:pt x="1826231" y="3804128"/>
                  </a:lnTo>
                  <a:lnTo>
                    <a:pt x="1796502" y="3875590"/>
                  </a:lnTo>
                  <a:lnTo>
                    <a:pt x="1768425" y="3938901"/>
                  </a:lnTo>
                  <a:lnTo>
                    <a:pt x="1724765" y="4029090"/>
                  </a:lnTo>
                  <a:lnTo>
                    <a:pt x="1679844" y="4111207"/>
                  </a:lnTo>
                  <a:lnTo>
                    <a:pt x="1633115" y="4185566"/>
                  </a:lnTo>
                  <a:lnTo>
                    <a:pt x="1583961" y="4252748"/>
                  </a:lnTo>
                  <a:lnTo>
                    <a:pt x="1531741" y="4313443"/>
                  </a:lnTo>
                  <a:lnTo>
                    <a:pt x="1475827" y="4368352"/>
                  </a:lnTo>
                  <a:lnTo>
                    <a:pt x="1415657" y="4418124"/>
                  </a:lnTo>
                  <a:lnTo>
                    <a:pt x="1350793" y="4463323"/>
                  </a:lnTo>
                  <a:lnTo>
                    <a:pt x="1281002" y="4504405"/>
                  </a:lnTo>
                  <a:lnTo>
                    <a:pt x="1206356" y="4541712"/>
                  </a:lnTo>
                  <a:lnTo>
                    <a:pt x="1127349" y="4575464"/>
                  </a:lnTo>
                  <a:lnTo>
                    <a:pt x="1045012" y="4605766"/>
                  </a:lnTo>
                  <a:lnTo>
                    <a:pt x="961000" y="4632628"/>
                  </a:lnTo>
                  <a:lnTo>
                    <a:pt x="877605" y="4655993"/>
                  </a:lnTo>
                  <a:lnTo>
                    <a:pt x="797647" y="4675783"/>
                  </a:lnTo>
                  <a:lnTo>
                    <a:pt x="724216" y="4691962"/>
                  </a:lnTo>
                  <a:lnTo>
                    <a:pt x="660267" y="4704588"/>
                  </a:lnTo>
                  <a:lnTo>
                    <a:pt x="608140" y="4713863"/>
                  </a:lnTo>
                  <a:lnTo>
                    <a:pt x="569115" y="4720152"/>
                  </a:lnTo>
                  <a:lnTo>
                    <a:pt x="543123" y="4723959"/>
                  </a:lnTo>
                  <a:lnTo>
                    <a:pt x="528678" y="4725889"/>
                  </a:lnTo>
                  <a:lnTo>
                    <a:pt x="522987" y="4726585"/>
                  </a:lnTo>
                  <a:lnTo>
                    <a:pt x="522133" y="4726682"/>
                  </a:lnTo>
                  <a:lnTo>
                    <a:pt x="0" y="4726682"/>
                  </a:lnTo>
                  <a:lnTo>
                    <a:pt x="0" y="4726682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769" name="pg1769"/>
            <p:cNvSpPr/>
            <p:nvPr/>
          </p:nvSpPr>
          <p:spPr>
            <a:xfrm>
              <a:off x="386606" y="536120"/>
              <a:ext cx="8554953" cy="4907391"/>
            </a:xfrm>
            <a:custGeom>
              <a:avLst/>
              <a:pathLst>
                <a:path w="8554953" h="4907391">
                  <a:moveTo>
                    <a:pt x="0" y="4907391"/>
                  </a:moveTo>
                  <a:lnTo>
                    <a:pt x="522133" y="4907391"/>
                  </a:lnTo>
                  <a:lnTo>
                    <a:pt x="523011" y="4907294"/>
                  </a:lnTo>
                  <a:lnTo>
                    <a:pt x="528797" y="4906602"/>
                  </a:lnTo>
                  <a:lnTo>
                    <a:pt x="543432" y="4904688"/>
                  </a:lnTo>
                  <a:lnTo>
                    <a:pt x="569719" y="4900919"/>
                  </a:lnTo>
                  <a:lnTo>
                    <a:pt x="609133" y="4894700"/>
                  </a:lnTo>
                  <a:lnTo>
                    <a:pt x="661716" y="4885534"/>
                  </a:lnTo>
                  <a:lnTo>
                    <a:pt x="726146" y="4873066"/>
                  </a:lnTo>
                  <a:lnTo>
                    <a:pt x="800039" y="4857102"/>
                  </a:lnTo>
                  <a:lnTo>
                    <a:pt x="880404" y="4837587"/>
                  </a:lnTo>
                  <a:lnTo>
                    <a:pt x="964124" y="4814559"/>
                  </a:lnTo>
                  <a:lnTo>
                    <a:pt x="1048368" y="4788094"/>
                  </a:lnTo>
                  <a:lnTo>
                    <a:pt x="1130848" y="4758248"/>
                  </a:lnTo>
                  <a:lnTo>
                    <a:pt x="1209921" y="4725007"/>
                  </a:lnTo>
                  <a:lnTo>
                    <a:pt x="1284571" y="4688263"/>
                  </a:lnTo>
                  <a:lnTo>
                    <a:pt x="1354324" y="4647792"/>
                  </a:lnTo>
                  <a:lnTo>
                    <a:pt x="1419126" y="4603253"/>
                  </a:lnTo>
                  <a:lnTo>
                    <a:pt x="1479224" y="4554188"/>
                  </a:lnTo>
                  <a:lnTo>
                    <a:pt x="1535071" y="4500037"/>
                  </a:lnTo>
                  <a:lnTo>
                    <a:pt x="1587239" y="4440153"/>
                  </a:lnTo>
                  <a:lnTo>
                    <a:pt x="1636363" y="4373846"/>
                  </a:lnTo>
                  <a:lnTo>
                    <a:pt x="1683090" y="4300438"/>
                  </a:lnTo>
                  <a:lnTo>
                    <a:pt x="1728041" y="4219368"/>
                  </a:lnTo>
                  <a:lnTo>
                    <a:pt x="1768425" y="4137494"/>
                  </a:lnTo>
                  <a:lnTo>
                    <a:pt x="1798709" y="4070586"/>
                  </a:lnTo>
                  <a:lnTo>
                    <a:pt x="1828734" y="3999700"/>
                  </a:lnTo>
                  <a:lnTo>
                    <a:pt x="1858625" y="3924757"/>
                  </a:lnTo>
                  <a:lnTo>
                    <a:pt x="1888486" y="3845715"/>
                  </a:lnTo>
                  <a:lnTo>
                    <a:pt x="1918404" y="3762582"/>
                  </a:lnTo>
                  <a:lnTo>
                    <a:pt x="1948444" y="3675411"/>
                  </a:lnTo>
                  <a:lnTo>
                    <a:pt x="1978656" y="3584308"/>
                  </a:lnTo>
                  <a:lnTo>
                    <a:pt x="2009076" y="3489432"/>
                  </a:lnTo>
                  <a:lnTo>
                    <a:pt x="2039723" y="3391000"/>
                  </a:lnTo>
                  <a:lnTo>
                    <a:pt x="2070604" y="3289281"/>
                  </a:lnTo>
                  <a:lnTo>
                    <a:pt x="2101713" y="3184601"/>
                  </a:lnTo>
                  <a:lnTo>
                    <a:pt x="2133034" y="3077335"/>
                  </a:lnTo>
                  <a:lnTo>
                    <a:pt x="2164540" y="2967906"/>
                  </a:lnTo>
                  <a:lnTo>
                    <a:pt x="2196196" y="2856776"/>
                  </a:lnTo>
                  <a:lnTo>
                    <a:pt x="2227961" y="2744437"/>
                  </a:lnTo>
                  <a:lnTo>
                    <a:pt x="2259789" y="2631409"/>
                  </a:lnTo>
                  <a:lnTo>
                    <a:pt x="2291631" y="2518222"/>
                  </a:lnTo>
                  <a:lnTo>
                    <a:pt x="2323440" y="2405409"/>
                  </a:lnTo>
                  <a:lnTo>
                    <a:pt x="2355166" y="2293498"/>
                  </a:lnTo>
                  <a:lnTo>
                    <a:pt x="2386765" y="2182998"/>
                  </a:lnTo>
                  <a:lnTo>
                    <a:pt x="2418200" y="2074390"/>
                  </a:lnTo>
                  <a:lnTo>
                    <a:pt x="2449438" y="1968122"/>
                  </a:lnTo>
                  <a:lnTo>
                    <a:pt x="2480457" y="1864598"/>
                  </a:lnTo>
                  <a:lnTo>
                    <a:pt x="2511243" y="1764172"/>
                  </a:lnTo>
                  <a:lnTo>
                    <a:pt x="2541797" y="1667148"/>
                  </a:lnTo>
                  <a:lnTo>
                    <a:pt x="2572129" y="1573776"/>
                  </a:lnTo>
                  <a:lnTo>
                    <a:pt x="2602267" y="1484247"/>
                  </a:lnTo>
                  <a:lnTo>
                    <a:pt x="2632250" y="1398699"/>
                  </a:lnTo>
                  <a:lnTo>
                    <a:pt x="2662136" y="1317217"/>
                  </a:lnTo>
                  <a:lnTo>
                    <a:pt x="2691998" y="1239835"/>
                  </a:lnTo>
                  <a:lnTo>
                    <a:pt x="2721929" y="1166540"/>
                  </a:lnTo>
                  <a:lnTo>
                    <a:pt x="2752043" y="1097275"/>
                  </a:lnTo>
                  <a:lnTo>
                    <a:pt x="2770117" y="1057903"/>
                  </a:lnTo>
                  <a:lnTo>
                    <a:pt x="2813914" y="969502"/>
                  </a:lnTo>
                  <a:lnTo>
                    <a:pt x="2858981" y="889037"/>
                  </a:lnTo>
                  <a:lnTo>
                    <a:pt x="2905871" y="816198"/>
                  </a:lnTo>
                  <a:lnTo>
                    <a:pt x="2955206" y="750410"/>
                  </a:lnTo>
                  <a:lnTo>
                    <a:pt x="3007635" y="690993"/>
                  </a:lnTo>
                  <a:lnTo>
                    <a:pt x="3063790" y="637255"/>
                  </a:lnTo>
                  <a:lnTo>
                    <a:pt x="3124237" y="588558"/>
                  </a:lnTo>
                  <a:lnTo>
                    <a:pt x="3189414" y="544347"/>
                  </a:lnTo>
                  <a:lnTo>
                    <a:pt x="3259551" y="504174"/>
                  </a:lnTo>
                  <a:lnTo>
                    <a:pt x="3334565" y="467706"/>
                  </a:lnTo>
                  <a:lnTo>
                    <a:pt x="3413944" y="434729"/>
                  </a:lnTo>
                  <a:lnTo>
                    <a:pt x="3496626" y="405143"/>
                  </a:lnTo>
                  <a:lnTo>
                    <a:pt x="3580920" y="378940"/>
                  </a:lnTo>
                  <a:lnTo>
                    <a:pt x="3664487" y="356181"/>
                  </a:lnTo>
                  <a:lnTo>
                    <a:pt x="3744465" y="336938"/>
                  </a:lnTo>
                  <a:lnTo>
                    <a:pt x="3817732" y="321247"/>
                  </a:lnTo>
                  <a:lnTo>
                    <a:pt x="3881323" y="309043"/>
                  </a:lnTo>
                  <a:lnTo>
                    <a:pt x="3932922" y="300118"/>
                  </a:lnTo>
                  <a:lnTo>
                    <a:pt x="3971305" y="294107"/>
                  </a:lnTo>
                  <a:lnTo>
                    <a:pt x="3996623" y="290503"/>
                  </a:lnTo>
                  <a:lnTo>
                    <a:pt x="4010462" y="288706"/>
                  </a:lnTo>
                  <a:lnTo>
                    <a:pt x="4015716" y="288082"/>
                  </a:lnTo>
                  <a:lnTo>
                    <a:pt x="4016409" y="288005"/>
                  </a:lnTo>
                  <a:lnTo>
                    <a:pt x="4538543" y="288005"/>
                  </a:lnTo>
                  <a:lnTo>
                    <a:pt x="4539811" y="287997"/>
                  </a:lnTo>
                  <a:lnTo>
                    <a:pt x="4548104" y="287935"/>
                  </a:lnTo>
                  <a:lnTo>
                    <a:pt x="4568836" y="287764"/>
                  </a:lnTo>
                  <a:lnTo>
                    <a:pt x="4605462" y="287428"/>
                  </a:lnTo>
                  <a:lnTo>
                    <a:pt x="4659160" y="286878"/>
                  </a:lnTo>
                  <a:lnTo>
                    <a:pt x="4728778" y="286077"/>
                  </a:lnTo>
                  <a:lnTo>
                    <a:pt x="4811225" y="285004"/>
                  </a:lnTo>
                  <a:lnTo>
                    <a:pt x="4902248" y="283652"/>
                  </a:lnTo>
                  <a:lnTo>
                    <a:pt x="4997336" y="282026"/>
                  </a:lnTo>
                  <a:lnTo>
                    <a:pt x="5092467" y="280130"/>
                  </a:lnTo>
                  <a:lnTo>
                    <a:pt x="5184558" y="277969"/>
                  </a:lnTo>
                  <a:lnTo>
                    <a:pt x="5271590" y="275539"/>
                  </a:lnTo>
                  <a:lnTo>
                    <a:pt x="5352519" y="272824"/>
                  </a:lnTo>
                  <a:lnTo>
                    <a:pt x="5427074" y="269798"/>
                  </a:lnTo>
                  <a:lnTo>
                    <a:pt x="5495534" y="266421"/>
                  </a:lnTo>
                  <a:lnTo>
                    <a:pt x="5558537" y="262645"/>
                  </a:lnTo>
                  <a:lnTo>
                    <a:pt x="5616922" y="258413"/>
                  </a:lnTo>
                  <a:lnTo>
                    <a:pt x="5671618" y="253661"/>
                  </a:lnTo>
                  <a:lnTo>
                    <a:pt x="5723560" y="248333"/>
                  </a:lnTo>
                  <a:lnTo>
                    <a:pt x="5773604" y="242389"/>
                  </a:lnTo>
                  <a:lnTo>
                    <a:pt x="5784835" y="240945"/>
                  </a:lnTo>
                  <a:lnTo>
                    <a:pt x="5838629" y="233486"/>
                  </a:lnTo>
                  <a:lnTo>
                    <a:pt x="5891904" y="225243"/>
                  </a:lnTo>
                  <a:lnTo>
                    <a:pt x="5945236" y="216205"/>
                  </a:lnTo>
                  <a:lnTo>
                    <a:pt x="5999009" y="206391"/>
                  </a:lnTo>
                  <a:lnTo>
                    <a:pt x="6053442" y="195851"/>
                  </a:lnTo>
                  <a:lnTo>
                    <a:pt x="6108612" y="184669"/>
                  </a:lnTo>
                  <a:lnTo>
                    <a:pt x="6164468" y="172964"/>
                  </a:lnTo>
                  <a:lnTo>
                    <a:pt x="6220857" y="160882"/>
                  </a:lnTo>
                  <a:lnTo>
                    <a:pt x="6277553" y="148592"/>
                  </a:lnTo>
                  <a:lnTo>
                    <a:pt x="6334289" y="136276"/>
                  </a:lnTo>
                  <a:lnTo>
                    <a:pt x="6390791" y="124116"/>
                  </a:lnTo>
                  <a:lnTo>
                    <a:pt x="6446819" y="112287"/>
                  </a:lnTo>
                  <a:lnTo>
                    <a:pt x="6502195" y="100942"/>
                  </a:lnTo>
                  <a:lnTo>
                    <a:pt x="6556838" y="90208"/>
                  </a:lnTo>
                  <a:lnTo>
                    <a:pt x="6610784" y="80180"/>
                  </a:lnTo>
                  <a:lnTo>
                    <a:pt x="6664210" y="70916"/>
                  </a:lnTo>
                  <a:lnTo>
                    <a:pt x="6717452" y="62445"/>
                  </a:lnTo>
                  <a:lnTo>
                    <a:pt x="6771026" y="54764"/>
                  </a:lnTo>
                  <a:lnTo>
                    <a:pt x="6786527" y="52706"/>
                  </a:lnTo>
                  <a:lnTo>
                    <a:pt x="6836243" y="46620"/>
                  </a:lnTo>
                  <a:lnTo>
                    <a:pt x="6887681" y="41154"/>
                  </a:lnTo>
                  <a:lnTo>
                    <a:pt x="6941668" y="36276"/>
                  </a:lnTo>
                  <a:lnTo>
                    <a:pt x="6999128" y="31930"/>
                  </a:lnTo>
                  <a:lnTo>
                    <a:pt x="7060998" y="28055"/>
                  </a:lnTo>
                  <a:lnTo>
                    <a:pt x="7128148" y="24592"/>
                  </a:lnTo>
                  <a:lnTo>
                    <a:pt x="7201271" y="21490"/>
                  </a:lnTo>
                  <a:lnTo>
                    <a:pt x="7280746" y="18707"/>
                  </a:lnTo>
                  <a:lnTo>
                    <a:pt x="7366446" y="16213"/>
                  </a:lnTo>
                  <a:lnTo>
                    <a:pt x="7457523" y="13992"/>
                  </a:lnTo>
                  <a:lnTo>
                    <a:pt x="7552194" y="12035"/>
                  </a:lnTo>
                  <a:lnTo>
                    <a:pt x="7647616" y="10347"/>
                  </a:lnTo>
                  <a:lnTo>
                    <a:pt x="7739956" y="8932"/>
                  </a:lnTo>
                  <a:lnTo>
                    <a:pt x="7824759" y="7795"/>
                  </a:lnTo>
                  <a:lnTo>
                    <a:pt x="7897633" y="6934"/>
                  </a:lnTo>
                  <a:lnTo>
                    <a:pt x="7955145" y="6329"/>
                  </a:lnTo>
                  <a:lnTo>
                    <a:pt x="7995648" y="5948"/>
                  </a:lnTo>
                  <a:lnTo>
                    <a:pt x="8019781" y="5745"/>
                  </a:lnTo>
                  <a:lnTo>
                    <a:pt x="8030500" y="5663"/>
                  </a:lnTo>
                  <a:lnTo>
                    <a:pt x="8032819" y="5647"/>
                  </a:lnTo>
                  <a:lnTo>
                    <a:pt x="8554953" y="5647"/>
                  </a:lnTo>
                  <a:lnTo>
                    <a:pt x="8554953" y="0"/>
                  </a:lnTo>
                  <a:lnTo>
                    <a:pt x="8032819" y="0"/>
                  </a:lnTo>
                  <a:lnTo>
                    <a:pt x="8031551" y="8"/>
                  </a:lnTo>
                  <a:lnTo>
                    <a:pt x="8023258" y="70"/>
                  </a:lnTo>
                  <a:lnTo>
                    <a:pt x="8002526" y="241"/>
                  </a:lnTo>
                  <a:lnTo>
                    <a:pt x="7965900" y="577"/>
                  </a:lnTo>
                  <a:lnTo>
                    <a:pt x="7912202" y="1127"/>
                  </a:lnTo>
                  <a:lnTo>
                    <a:pt x="7842584" y="1928"/>
                  </a:lnTo>
                  <a:lnTo>
                    <a:pt x="7760137" y="3001"/>
                  </a:lnTo>
                  <a:lnTo>
                    <a:pt x="7669114" y="4352"/>
                  </a:lnTo>
                  <a:lnTo>
                    <a:pt x="7574026" y="5979"/>
                  </a:lnTo>
                  <a:lnTo>
                    <a:pt x="7478895" y="7875"/>
                  </a:lnTo>
                  <a:lnTo>
                    <a:pt x="7386804" y="10035"/>
                  </a:lnTo>
                  <a:lnTo>
                    <a:pt x="7299772" y="12466"/>
                  </a:lnTo>
                  <a:lnTo>
                    <a:pt x="7218843" y="15181"/>
                  </a:lnTo>
                  <a:lnTo>
                    <a:pt x="7144288" y="18207"/>
                  </a:lnTo>
                  <a:lnTo>
                    <a:pt x="7075828" y="21584"/>
                  </a:lnTo>
                  <a:lnTo>
                    <a:pt x="7012825" y="25359"/>
                  </a:lnTo>
                  <a:lnTo>
                    <a:pt x="6954440" y="29592"/>
                  </a:lnTo>
                  <a:lnTo>
                    <a:pt x="6899744" y="34344"/>
                  </a:lnTo>
                  <a:lnTo>
                    <a:pt x="6847802" y="39671"/>
                  </a:lnTo>
                  <a:lnTo>
                    <a:pt x="6797758" y="45615"/>
                  </a:lnTo>
                  <a:lnTo>
                    <a:pt x="6786527" y="47059"/>
                  </a:lnTo>
                  <a:lnTo>
                    <a:pt x="6732733" y="54518"/>
                  </a:lnTo>
                  <a:lnTo>
                    <a:pt x="6679458" y="62762"/>
                  </a:lnTo>
                  <a:lnTo>
                    <a:pt x="6626126" y="71800"/>
                  </a:lnTo>
                  <a:lnTo>
                    <a:pt x="6572353" y="81614"/>
                  </a:lnTo>
                  <a:lnTo>
                    <a:pt x="6517920" y="92154"/>
                  </a:lnTo>
                  <a:lnTo>
                    <a:pt x="6462750" y="103335"/>
                  </a:lnTo>
                  <a:lnTo>
                    <a:pt x="6406894" y="115040"/>
                  </a:lnTo>
                  <a:lnTo>
                    <a:pt x="6350505" y="127122"/>
                  </a:lnTo>
                  <a:lnTo>
                    <a:pt x="6293809" y="139412"/>
                  </a:lnTo>
                  <a:lnTo>
                    <a:pt x="6237073" y="151729"/>
                  </a:lnTo>
                  <a:lnTo>
                    <a:pt x="6180571" y="163889"/>
                  </a:lnTo>
                  <a:lnTo>
                    <a:pt x="6124543" y="175718"/>
                  </a:lnTo>
                  <a:lnTo>
                    <a:pt x="6069167" y="187063"/>
                  </a:lnTo>
                  <a:lnTo>
                    <a:pt x="6014524" y="197796"/>
                  </a:lnTo>
                  <a:lnTo>
                    <a:pt x="5960578" y="207825"/>
                  </a:lnTo>
                  <a:lnTo>
                    <a:pt x="5907152" y="217089"/>
                  </a:lnTo>
                  <a:lnTo>
                    <a:pt x="5853910" y="225559"/>
                  </a:lnTo>
                  <a:lnTo>
                    <a:pt x="5800336" y="233241"/>
                  </a:lnTo>
                  <a:lnTo>
                    <a:pt x="5784835" y="235298"/>
                  </a:lnTo>
                  <a:lnTo>
                    <a:pt x="5735119" y="241385"/>
                  </a:lnTo>
                  <a:lnTo>
                    <a:pt x="5683681" y="246851"/>
                  </a:lnTo>
                  <a:lnTo>
                    <a:pt x="5629694" y="251729"/>
                  </a:lnTo>
                  <a:lnTo>
                    <a:pt x="5572234" y="256075"/>
                  </a:lnTo>
                  <a:lnTo>
                    <a:pt x="5510364" y="259950"/>
                  </a:lnTo>
                  <a:lnTo>
                    <a:pt x="5443214" y="263412"/>
                  </a:lnTo>
                  <a:lnTo>
                    <a:pt x="5370091" y="266515"/>
                  </a:lnTo>
                  <a:lnTo>
                    <a:pt x="5290616" y="269298"/>
                  </a:lnTo>
                  <a:lnTo>
                    <a:pt x="5204916" y="271792"/>
                  </a:lnTo>
                  <a:lnTo>
                    <a:pt x="5113839" y="274013"/>
                  </a:lnTo>
                  <a:lnTo>
                    <a:pt x="5019168" y="275969"/>
                  </a:lnTo>
                  <a:lnTo>
                    <a:pt x="4923746" y="277658"/>
                  </a:lnTo>
                  <a:lnTo>
                    <a:pt x="4831405" y="279073"/>
                  </a:lnTo>
                  <a:lnTo>
                    <a:pt x="4746603" y="280209"/>
                  </a:lnTo>
                  <a:lnTo>
                    <a:pt x="4673729" y="281071"/>
                  </a:lnTo>
                  <a:lnTo>
                    <a:pt x="4616217" y="281676"/>
                  </a:lnTo>
                  <a:lnTo>
                    <a:pt x="4575714" y="282056"/>
                  </a:lnTo>
                  <a:lnTo>
                    <a:pt x="4551581" y="282260"/>
                  </a:lnTo>
                  <a:lnTo>
                    <a:pt x="4540861" y="282342"/>
                  </a:lnTo>
                  <a:lnTo>
                    <a:pt x="4538543" y="282358"/>
                  </a:lnTo>
                  <a:lnTo>
                    <a:pt x="4016409" y="282358"/>
                  </a:lnTo>
                  <a:lnTo>
                    <a:pt x="4015531" y="282455"/>
                  </a:lnTo>
                  <a:lnTo>
                    <a:pt x="4009745" y="283148"/>
                  </a:lnTo>
                  <a:lnTo>
                    <a:pt x="3995110" y="285061"/>
                  </a:lnTo>
                  <a:lnTo>
                    <a:pt x="3968823" y="288830"/>
                  </a:lnTo>
                  <a:lnTo>
                    <a:pt x="3929409" y="295049"/>
                  </a:lnTo>
                  <a:lnTo>
                    <a:pt x="3876826" y="304216"/>
                  </a:lnTo>
                  <a:lnTo>
                    <a:pt x="3812396" y="316683"/>
                  </a:lnTo>
                  <a:lnTo>
                    <a:pt x="3738503" y="332647"/>
                  </a:lnTo>
                  <a:lnTo>
                    <a:pt x="3658138" y="352163"/>
                  </a:lnTo>
                  <a:lnTo>
                    <a:pt x="3574418" y="375190"/>
                  </a:lnTo>
                  <a:lnTo>
                    <a:pt x="3490174" y="401655"/>
                  </a:lnTo>
                  <a:lnTo>
                    <a:pt x="3407694" y="431501"/>
                  </a:lnTo>
                  <a:lnTo>
                    <a:pt x="3328622" y="464742"/>
                  </a:lnTo>
                  <a:lnTo>
                    <a:pt x="3253971" y="501486"/>
                  </a:lnTo>
                  <a:lnTo>
                    <a:pt x="3184218" y="541957"/>
                  </a:lnTo>
                  <a:lnTo>
                    <a:pt x="3119416" y="586497"/>
                  </a:lnTo>
                  <a:lnTo>
                    <a:pt x="3059318" y="635561"/>
                  </a:lnTo>
                  <a:lnTo>
                    <a:pt x="3003472" y="689713"/>
                  </a:lnTo>
                  <a:lnTo>
                    <a:pt x="2951304" y="749596"/>
                  </a:lnTo>
                  <a:lnTo>
                    <a:pt x="2902180" y="815903"/>
                  </a:lnTo>
                  <a:lnTo>
                    <a:pt x="2855452" y="889312"/>
                  </a:lnTo>
                  <a:lnTo>
                    <a:pt x="2810501" y="970381"/>
                  </a:lnTo>
                  <a:lnTo>
                    <a:pt x="2770117" y="1052256"/>
                  </a:lnTo>
                  <a:lnTo>
                    <a:pt x="2739833" y="1119163"/>
                  </a:lnTo>
                  <a:lnTo>
                    <a:pt x="2709808" y="1190049"/>
                  </a:lnTo>
                  <a:lnTo>
                    <a:pt x="2679918" y="1264993"/>
                  </a:lnTo>
                  <a:lnTo>
                    <a:pt x="2650056" y="1344034"/>
                  </a:lnTo>
                  <a:lnTo>
                    <a:pt x="2620139" y="1427167"/>
                  </a:lnTo>
                  <a:lnTo>
                    <a:pt x="2590099" y="1514338"/>
                  </a:lnTo>
                  <a:lnTo>
                    <a:pt x="2559886" y="1605441"/>
                  </a:lnTo>
                  <a:lnTo>
                    <a:pt x="2529466" y="1700317"/>
                  </a:lnTo>
                  <a:lnTo>
                    <a:pt x="2498819" y="1798750"/>
                  </a:lnTo>
                  <a:lnTo>
                    <a:pt x="2467938" y="1900468"/>
                  </a:lnTo>
                  <a:lnTo>
                    <a:pt x="2436829" y="2005148"/>
                  </a:lnTo>
                  <a:lnTo>
                    <a:pt x="2405508" y="2112414"/>
                  </a:lnTo>
                  <a:lnTo>
                    <a:pt x="2374002" y="2221843"/>
                  </a:lnTo>
                  <a:lnTo>
                    <a:pt x="2342346" y="2332974"/>
                  </a:lnTo>
                  <a:lnTo>
                    <a:pt x="2310581" y="2445312"/>
                  </a:lnTo>
                  <a:lnTo>
                    <a:pt x="2278753" y="2558340"/>
                  </a:lnTo>
                  <a:lnTo>
                    <a:pt x="2246911" y="2671527"/>
                  </a:lnTo>
                  <a:lnTo>
                    <a:pt x="2215103" y="2784340"/>
                  </a:lnTo>
                  <a:lnTo>
                    <a:pt x="2183377" y="2896251"/>
                  </a:lnTo>
                  <a:lnTo>
                    <a:pt x="2151777" y="3006751"/>
                  </a:lnTo>
                  <a:lnTo>
                    <a:pt x="2120342" y="3115359"/>
                  </a:lnTo>
                  <a:lnTo>
                    <a:pt x="2089104" y="3221627"/>
                  </a:lnTo>
                  <a:lnTo>
                    <a:pt x="2058086" y="3325152"/>
                  </a:lnTo>
                  <a:lnTo>
                    <a:pt x="2027299" y="3425577"/>
                  </a:lnTo>
                  <a:lnTo>
                    <a:pt x="1996746" y="3522601"/>
                  </a:lnTo>
                  <a:lnTo>
                    <a:pt x="1966413" y="3615973"/>
                  </a:lnTo>
                  <a:lnTo>
                    <a:pt x="1936275" y="3705502"/>
                  </a:lnTo>
                  <a:lnTo>
                    <a:pt x="1906292" y="3791050"/>
                  </a:lnTo>
                  <a:lnTo>
                    <a:pt x="1876406" y="3872532"/>
                  </a:lnTo>
                  <a:lnTo>
                    <a:pt x="1846544" y="3949914"/>
                  </a:lnTo>
                  <a:lnTo>
                    <a:pt x="1816613" y="4023209"/>
                  </a:lnTo>
                  <a:lnTo>
                    <a:pt x="1786500" y="4092474"/>
                  </a:lnTo>
                  <a:lnTo>
                    <a:pt x="1768425" y="4131846"/>
                  </a:lnTo>
                  <a:lnTo>
                    <a:pt x="1724628" y="4220247"/>
                  </a:lnTo>
                  <a:lnTo>
                    <a:pt x="1679561" y="4300712"/>
                  </a:lnTo>
                  <a:lnTo>
                    <a:pt x="1632672" y="4373551"/>
                  </a:lnTo>
                  <a:lnTo>
                    <a:pt x="1583336" y="4439339"/>
                  </a:lnTo>
                  <a:lnTo>
                    <a:pt x="1530907" y="4498756"/>
                  </a:lnTo>
                  <a:lnTo>
                    <a:pt x="1474752" y="4552494"/>
                  </a:lnTo>
                  <a:lnTo>
                    <a:pt x="1414305" y="4601191"/>
                  </a:lnTo>
                  <a:lnTo>
                    <a:pt x="1349128" y="4645402"/>
                  </a:lnTo>
                  <a:lnTo>
                    <a:pt x="1278991" y="4685576"/>
                  </a:lnTo>
                  <a:lnTo>
                    <a:pt x="1203977" y="4722044"/>
                  </a:lnTo>
                  <a:lnTo>
                    <a:pt x="1124598" y="4755020"/>
                  </a:lnTo>
                  <a:lnTo>
                    <a:pt x="1041916" y="4784607"/>
                  </a:lnTo>
                  <a:lnTo>
                    <a:pt x="957623" y="4810809"/>
                  </a:lnTo>
                  <a:lnTo>
                    <a:pt x="874055" y="4833569"/>
                  </a:lnTo>
                  <a:lnTo>
                    <a:pt x="794077" y="4852811"/>
                  </a:lnTo>
                  <a:lnTo>
                    <a:pt x="720810" y="4868502"/>
                  </a:lnTo>
                  <a:lnTo>
                    <a:pt x="657220" y="4880706"/>
                  </a:lnTo>
                  <a:lnTo>
                    <a:pt x="605621" y="4889631"/>
                  </a:lnTo>
                  <a:lnTo>
                    <a:pt x="567237" y="4895642"/>
                  </a:lnTo>
                  <a:lnTo>
                    <a:pt x="541919" y="4899246"/>
                  </a:lnTo>
                  <a:lnTo>
                    <a:pt x="528080" y="4901043"/>
                  </a:lnTo>
                  <a:lnTo>
                    <a:pt x="522826" y="4901668"/>
                  </a:lnTo>
                  <a:lnTo>
                    <a:pt x="522133" y="4901744"/>
                  </a:lnTo>
                  <a:lnTo>
                    <a:pt x="0" y="4901744"/>
                  </a:lnTo>
                  <a:close/>
                </a:path>
              </a:pathLst>
            </a:custGeom>
            <a:solidFill>
              <a:srgbClr val="B497D6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1770" name="pl1770"/>
            <p:cNvSpPr/>
            <p:nvPr/>
          </p:nvSpPr>
          <p:spPr>
            <a:xfrm>
              <a:off x="386606" y="541767"/>
              <a:ext cx="8554953" cy="4901744"/>
            </a:xfrm>
            <a:custGeom>
              <a:avLst/>
              <a:pathLst>
                <a:path w="8554953" h="4901744">
                  <a:moveTo>
                    <a:pt x="0" y="4901744"/>
                  </a:moveTo>
                  <a:lnTo>
                    <a:pt x="522133" y="4901744"/>
                  </a:lnTo>
                  <a:lnTo>
                    <a:pt x="523011" y="4901647"/>
                  </a:lnTo>
                  <a:lnTo>
                    <a:pt x="528797" y="4900954"/>
                  </a:lnTo>
                  <a:lnTo>
                    <a:pt x="543432" y="4899041"/>
                  </a:lnTo>
                  <a:lnTo>
                    <a:pt x="569719" y="4895272"/>
                  </a:lnTo>
                  <a:lnTo>
                    <a:pt x="609133" y="4889053"/>
                  </a:lnTo>
                  <a:lnTo>
                    <a:pt x="661716" y="4879886"/>
                  </a:lnTo>
                  <a:lnTo>
                    <a:pt x="726146" y="4867419"/>
                  </a:lnTo>
                  <a:lnTo>
                    <a:pt x="800039" y="4851455"/>
                  </a:lnTo>
                  <a:lnTo>
                    <a:pt x="880404" y="4831940"/>
                  </a:lnTo>
                  <a:lnTo>
                    <a:pt x="964124" y="4808912"/>
                  </a:lnTo>
                  <a:lnTo>
                    <a:pt x="1048368" y="4782447"/>
                  </a:lnTo>
                  <a:lnTo>
                    <a:pt x="1130848" y="4752601"/>
                  </a:lnTo>
                  <a:lnTo>
                    <a:pt x="1209921" y="4719360"/>
                  </a:lnTo>
                  <a:lnTo>
                    <a:pt x="1284571" y="4682616"/>
                  </a:lnTo>
                  <a:lnTo>
                    <a:pt x="1354324" y="4642145"/>
                  </a:lnTo>
                  <a:lnTo>
                    <a:pt x="1419126" y="4597606"/>
                  </a:lnTo>
                  <a:lnTo>
                    <a:pt x="1479224" y="4548541"/>
                  </a:lnTo>
                  <a:lnTo>
                    <a:pt x="1535071" y="4494389"/>
                  </a:lnTo>
                  <a:lnTo>
                    <a:pt x="1587239" y="4434506"/>
                  </a:lnTo>
                  <a:lnTo>
                    <a:pt x="1636363" y="4368199"/>
                  </a:lnTo>
                  <a:lnTo>
                    <a:pt x="1683090" y="4294791"/>
                  </a:lnTo>
                  <a:lnTo>
                    <a:pt x="1728041" y="4213721"/>
                  </a:lnTo>
                  <a:lnTo>
                    <a:pt x="1768425" y="4131846"/>
                  </a:lnTo>
                  <a:lnTo>
                    <a:pt x="1798709" y="4064939"/>
                  </a:lnTo>
                  <a:lnTo>
                    <a:pt x="1828734" y="3994053"/>
                  </a:lnTo>
                  <a:lnTo>
                    <a:pt x="1858625" y="3919109"/>
                  </a:lnTo>
                  <a:lnTo>
                    <a:pt x="1888486" y="3840068"/>
                  </a:lnTo>
                  <a:lnTo>
                    <a:pt x="1918404" y="3756935"/>
                  </a:lnTo>
                  <a:lnTo>
                    <a:pt x="1948444" y="3669764"/>
                  </a:lnTo>
                  <a:lnTo>
                    <a:pt x="1978656" y="3578661"/>
                  </a:lnTo>
                  <a:lnTo>
                    <a:pt x="2009076" y="3483785"/>
                  </a:lnTo>
                  <a:lnTo>
                    <a:pt x="2039723" y="3385352"/>
                  </a:lnTo>
                  <a:lnTo>
                    <a:pt x="2070604" y="3283634"/>
                  </a:lnTo>
                  <a:lnTo>
                    <a:pt x="2101713" y="3178954"/>
                  </a:lnTo>
                  <a:lnTo>
                    <a:pt x="2133034" y="3071688"/>
                  </a:lnTo>
                  <a:lnTo>
                    <a:pt x="2164540" y="2962259"/>
                  </a:lnTo>
                  <a:lnTo>
                    <a:pt x="2196196" y="2851128"/>
                  </a:lnTo>
                  <a:lnTo>
                    <a:pt x="2227961" y="2738790"/>
                  </a:lnTo>
                  <a:lnTo>
                    <a:pt x="2259789" y="2625762"/>
                  </a:lnTo>
                  <a:lnTo>
                    <a:pt x="2291631" y="2512575"/>
                  </a:lnTo>
                  <a:lnTo>
                    <a:pt x="2323440" y="2399762"/>
                  </a:lnTo>
                  <a:lnTo>
                    <a:pt x="2355166" y="2287851"/>
                  </a:lnTo>
                  <a:lnTo>
                    <a:pt x="2386765" y="2177351"/>
                  </a:lnTo>
                  <a:lnTo>
                    <a:pt x="2418200" y="2068743"/>
                  </a:lnTo>
                  <a:lnTo>
                    <a:pt x="2449438" y="1962475"/>
                  </a:lnTo>
                  <a:lnTo>
                    <a:pt x="2480457" y="1858950"/>
                  </a:lnTo>
                  <a:lnTo>
                    <a:pt x="2511243" y="1758525"/>
                  </a:lnTo>
                  <a:lnTo>
                    <a:pt x="2541797" y="1661501"/>
                  </a:lnTo>
                  <a:lnTo>
                    <a:pt x="2572129" y="1568129"/>
                  </a:lnTo>
                  <a:lnTo>
                    <a:pt x="2602267" y="1478600"/>
                  </a:lnTo>
                  <a:lnTo>
                    <a:pt x="2632250" y="1393052"/>
                  </a:lnTo>
                  <a:lnTo>
                    <a:pt x="2662136" y="1311570"/>
                  </a:lnTo>
                  <a:lnTo>
                    <a:pt x="2691998" y="1234188"/>
                  </a:lnTo>
                  <a:lnTo>
                    <a:pt x="2721929" y="1160893"/>
                  </a:lnTo>
                  <a:lnTo>
                    <a:pt x="2752043" y="1091628"/>
                  </a:lnTo>
                  <a:lnTo>
                    <a:pt x="2770117" y="1052256"/>
                  </a:lnTo>
                  <a:lnTo>
                    <a:pt x="2813914" y="963855"/>
                  </a:lnTo>
                  <a:lnTo>
                    <a:pt x="2858981" y="883390"/>
                  </a:lnTo>
                  <a:lnTo>
                    <a:pt x="2905871" y="810551"/>
                  </a:lnTo>
                  <a:lnTo>
                    <a:pt x="2955206" y="744763"/>
                  </a:lnTo>
                  <a:lnTo>
                    <a:pt x="3007635" y="685346"/>
                  </a:lnTo>
                  <a:lnTo>
                    <a:pt x="3063790" y="631608"/>
                  </a:lnTo>
                  <a:lnTo>
                    <a:pt x="3124237" y="582911"/>
                  </a:lnTo>
                  <a:lnTo>
                    <a:pt x="3189414" y="538700"/>
                  </a:lnTo>
                  <a:lnTo>
                    <a:pt x="3259551" y="498527"/>
                  </a:lnTo>
                  <a:lnTo>
                    <a:pt x="3334565" y="462059"/>
                  </a:lnTo>
                  <a:lnTo>
                    <a:pt x="3413944" y="429082"/>
                  </a:lnTo>
                  <a:lnTo>
                    <a:pt x="3496626" y="399495"/>
                  </a:lnTo>
                  <a:lnTo>
                    <a:pt x="3580920" y="373293"/>
                  </a:lnTo>
                  <a:lnTo>
                    <a:pt x="3664487" y="350533"/>
                  </a:lnTo>
                  <a:lnTo>
                    <a:pt x="3744465" y="331291"/>
                  </a:lnTo>
                  <a:lnTo>
                    <a:pt x="3817732" y="315600"/>
                  </a:lnTo>
                  <a:lnTo>
                    <a:pt x="3881323" y="303396"/>
                  </a:lnTo>
                  <a:lnTo>
                    <a:pt x="3932922" y="294471"/>
                  </a:lnTo>
                  <a:lnTo>
                    <a:pt x="3971305" y="288460"/>
                  </a:lnTo>
                  <a:lnTo>
                    <a:pt x="3996623" y="284856"/>
                  </a:lnTo>
                  <a:lnTo>
                    <a:pt x="4010462" y="283059"/>
                  </a:lnTo>
                  <a:lnTo>
                    <a:pt x="4015716" y="282434"/>
                  </a:lnTo>
                  <a:lnTo>
                    <a:pt x="4016409" y="282358"/>
                  </a:lnTo>
                  <a:lnTo>
                    <a:pt x="4538543" y="282358"/>
                  </a:lnTo>
                  <a:lnTo>
                    <a:pt x="4539811" y="282349"/>
                  </a:lnTo>
                  <a:lnTo>
                    <a:pt x="4548104" y="282288"/>
                  </a:lnTo>
                  <a:lnTo>
                    <a:pt x="4568836" y="282116"/>
                  </a:lnTo>
                  <a:lnTo>
                    <a:pt x="4605462" y="281781"/>
                  </a:lnTo>
                  <a:lnTo>
                    <a:pt x="4659160" y="281231"/>
                  </a:lnTo>
                  <a:lnTo>
                    <a:pt x="4728778" y="280430"/>
                  </a:lnTo>
                  <a:lnTo>
                    <a:pt x="4811225" y="279357"/>
                  </a:lnTo>
                  <a:lnTo>
                    <a:pt x="4902248" y="278005"/>
                  </a:lnTo>
                  <a:lnTo>
                    <a:pt x="4997336" y="276378"/>
                  </a:lnTo>
                  <a:lnTo>
                    <a:pt x="5092467" y="274483"/>
                  </a:lnTo>
                  <a:lnTo>
                    <a:pt x="5184558" y="272322"/>
                  </a:lnTo>
                  <a:lnTo>
                    <a:pt x="5271590" y="269892"/>
                  </a:lnTo>
                  <a:lnTo>
                    <a:pt x="5352519" y="267177"/>
                  </a:lnTo>
                  <a:lnTo>
                    <a:pt x="5427074" y="264151"/>
                  </a:lnTo>
                  <a:lnTo>
                    <a:pt x="5495534" y="260774"/>
                  </a:lnTo>
                  <a:lnTo>
                    <a:pt x="5558537" y="256998"/>
                  </a:lnTo>
                  <a:lnTo>
                    <a:pt x="5616922" y="252765"/>
                  </a:lnTo>
                  <a:lnTo>
                    <a:pt x="5671618" y="248014"/>
                  </a:lnTo>
                  <a:lnTo>
                    <a:pt x="5723560" y="242686"/>
                  </a:lnTo>
                  <a:lnTo>
                    <a:pt x="5773604" y="236742"/>
                  </a:lnTo>
                  <a:lnTo>
                    <a:pt x="5784835" y="235298"/>
                  </a:lnTo>
                  <a:lnTo>
                    <a:pt x="5838629" y="227839"/>
                  </a:lnTo>
                  <a:lnTo>
                    <a:pt x="5891904" y="219596"/>
                  </a:lnTo>
                  <a:lnTo>
                    <a:pt x="5945236" y="210558"/>
                  </a:lnTo>
                  <a:lnTo>
                    <a:pt x="5999009" y="200744"/>
                  </a:lnTo>
                  <a:lnTo>
                    <a:pt x="6053442" y="190204"/>
                  </a:lnTo>
                  <a:lnTo>
                    <a:pt x="6108612" y="179022"/>
                  </a:lnTo>
                  <a:lnTo>
                    <a:pt x="6164468" y="167317"/>
                  </a:lnTo>
                  <a:lnTo>
                    <a:pt x="6220857" y="155235"/>
                  </a:lnTo>
                  <a:lnTo>
                    <a:pt x="6277553" y="142945"/>
                  </a:lnTo>
                  <a:lnTo>
                    <a:pt x="6334289" y="130629"/>
                  </a:lnTo>
                  <a:lnTo>
                    <a:pt x="6390791" y="118469"/>
                  </a:lnTo>
                  <a:lnTo>
                    <a:pt x="6446819" y="106640"/>
                  </a:lnTo>
                  <a:lnTo>
                    <a:pt x="6502195" y="95295"/>
                  </a:lnTo>
                  <a:lnTo>
                    <a:pt x="6556838" y="84561"/>
                  </a:lnTo>
                  <a:lnTo>
                    <a:pt x="6610784" y="74532"/>
                  </a:lnTo>
                  <a:lnTo>
                    <a:pt x="6664210" y="65269"/>
                  </a:lnTo>
                  <a:lnTo>
                    <a:pt x="6717452" y="56798"/>
                  </a:lnTo>
                  <a:lnTo>
                    <a:pt x="6771026" y="49117"/>
                  </a:lnTo>
                  <a:lnTo>
                    <a:pt x="6786527" y="47059"/>
                  </a:lnTo>
                  <a:lnTo>
                    <a:pt x="6836243" y="40973"/>
                  </a:lnTo>
                  <a:lnTo>
                    <a:pt x="6887681" y="35507"/>
                  </a:lnTo>
                  <a:lnTo>
                    <a:pt x="6941668" y="30629"/>
                  </a:lnTo>
                  <a:lnTo>
                    <a:pt x="6999128" y="26283"/>
                  </a:lnTo>
                  <a:lnTo>
                    <a:pt x="7060998" y="22408"/>
                  </a:lnTo>
                  <a:lnTo>
                    <a:pt x="7128148" y="18945"/>
                  </a:lnTo>
                  <a:lnTo>
                    <a:pt x="7201271" y="15843"/>
                  </a:lnTo>
                  <a:lnTo>
                    <a:pt x="7280746" y="13059"/>
                  </a:lnTo>
                  <a:lnTo>
                    <a:pt x="7366446" y="10566"/>
                  </a:lnTo>
                  <a:lnTo>
                    <a:pt x="7457523" y="8344"/>
                  </a:lnTo>
                  <a:lnTo>
                    <a:pt x="7552194" y="6388"/>
                  </a:lnTo>
                  <a:lnTo>
                    <a:pt x="7647616" y="4700"/>
                  </a:lnTo>
                  <a:lnTo>
                    <a:pt x="7739956" y="3285"/>
                  </a:lnTo>
                  <a:lnTo>
                    <a:pt x="7824759" y="2148"/>
                  </a:lnTo>
                  <a:lnTo>
                    <a:pt x="7897633" y="1287"/>
                  </a:lnTo>
                  <a:lnTo>
                    <a:pt x="7955145" y="682"/>
                  </a:lnTo>
                  <a:lnTo>
                    <a:pt x="7995648" y="301"/>
                  </a:lnTo>
                  <a:lnTo>
                    <a:pt x="8019781" y="97"/>
                  </a:lnTo>
                  <a:lnTo>
                    <a:pt x="8030500" y="16"/>
                  </a:lnTo>
                  <a:lnTo>
                    <a:pt x="8032803" y="0"/>
                  </a:lnTo>
                  <a:lnTo>
                    <a:pt x="8032819" y="0"/>
                  </a:lnTo>
                  <a:lnTo>
                    <a:pt x="8554953" y="0"/>
                  </a:lnTo>
                  <a:lnTo>
                    <a:pt x="8554953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771" name="pl1771"/>
            <p:cNvSpPr/>
            <p:nvPr/>
          </p:nvSpPr>
          <p:spPr>
            <a:xfrm>
              <a:off x="386606" y="536120"/>
              <a:ext cx="8554953" cy="4901744"/>
            </a:xfrm>
            <a:custGeom>
              <a:avLst/>
              <a:pathLst>
                <a:path w="8554953" h="4901744">
                  <a:moveTo>
                    <a:pt x="8554953" y="0"/>
                  </a:moveTo>
                  <a:lnTo>
                    <a:pt x="8032819" y="0"/>
                  </a:lnTo>
                  <a:lnTo>
                    <a:pt x="8031551" y="8"/>
                  </a:lnTo>
                  <a:lnTo>
                    <a:pt x="8023258" y="70"/>
                  </a:lnTo>
                  <a:lnTo>
                    <a:pt x="8002526" y="241"/>
                  </a:lnTo>
                  <a:lnTo>
                    <a:pt x="7965900" y="577"/>
                  </a:lnTo>
                  <a:lnTo>
                    <a:pt x="7912202" y="1127"/>
                  </a:lnTo>
                  <a:lnTo>
                    <a:pt x="7842584" y="1928"/>
                  </a:lnTo>
                  <a:lnTo>
                    <a:pt x="7760137" y="3001"/>
                  </a:lnTo>
                  <a:lnTo>
                    <a:pt x="7669114" y="4352"/>
                  </a:lnTo>
                  <a:lnTo>
                    <a:pt x="7574026" y="5979"/>
                  </a:lnTo>
                  <a:lnTo>
                    <a:pt x="7478895" y="7875"/>
                  </a:lnTo>
                  <a:lnTo>
                    <a:pt x="7386804" y="10035"/>
                  </a:lnTo>
                  <a:lnTo>
                    <a:pt x="7299772" y="12466"/>
                  </a:lnTo>
                  <a:lnTo>
                    <a:pt x="7218843" y="15181"/>
                  </a:lnTo>
                  <a:lnTo>
                    <a:pt x="7144288" y="18207"/>
                  </a:lnTo>
                  <a:lnTo>
                    <a:pt x="7075828" y="21584"/>
                  </a:lnTo>
                  <a:lnTo>
                    <a:pt x="7012825" y="25359"/>
                  </a:lnTo>
                  <a:lnTo>
                    <a:pt x="6954440" y="29592"/>
                  </a:lnTo>
                  <a:lnTo>
                    <a:pt x="6899744" y="34344"/>
                  </a:lnTo>
                  <a:lnTo>
                    <a:pt x="6847802" y="39671"/>
                  </a:lnTo>
                  <a:lnTo>
                    <a:pt x="6797758" y="45615"/>
                  </a:lnTo>
                  <a:lnTo>
                    <a:pt x="6786527" y="47059"/>
                  </a:lnTo>
                  <a:lnTo>
                    <a:pt x="6732733" y="54518"/>
                  </a:lnTo>
                  <a:lnTo>
                    <a:pt x="6679458" y="62762"/>
                  </a:lnTo>
                  <a:lnTo>
                    <a:pt x="6626126" y="71800"/>
                  </a:lnTo>
                  <a:lnTo>
                    <a:pt x="6572353" y="81614"/>
                  </a:lnTo>
                  <a:lnTo>
                    <a:pt x="6517920" y="92154"/>
                  </a:lnTo>
                  <a:lnTo>
                    <a:pt x="6462750" y="103335"/>
                  </a:lnTo>
                  <a:lnTo>
                    <a:pt x="6406894" y="115040"/>
                  </a:lnTo>
                  <a:lnTo>
                    <a:pt x="6350505" y="127122"/>
                  </a:lnTo>
                  <a:lnTo>
                    <a:pt x="6293809" y="139412"/>
                  </a:lnTo>
                  <a:lnTo>
                    <a:pt x="6237073" y="151729"/>
                  </a:lnTo>
                  <a:lnTo>
                    <a:pt x="6180571" y="163889"/>
                  </a:lnTo>
                  <a:lnTo>
                    <a:pt x="6124543" y="175718"/>
                  </a:lnTo>
                  <a:lnTo>
                    <a:pt x="6069167" y="187063"/>
                  </a:lnTo>
                  <a:lnTo>
                    <a:pt x="6014524" y="197796"/>
                  </a:lnTo>
                  <a:lnTo>
                    <a:pt x="5960578" y="207825"/>
                  </a:lnTo>
                  <a:lnTo>
                    <a:pt x="5907152" y="217089"/>
                  </a:lnTo>
                  <a:lnTo>
                    <a:pt x="5853910" y="225559"/>
                  </a:lnTo>
                  <a:lnTo>
                    <a:pt x="5800336" y="233241"/>
                  </a:lnTo>
                  <a:lnTo>
                    <a:pt x="5784835" y="235298"/>
                  </a:lnTo>
                  <a:lnTo>
                    <a:pt x="5735119" y="241385"/>
                  </a:lnTo>
                  <a:lnTo>
                    <a:pt x="5683681" y="246851"/>
                  </a:lnTo>
                  <a:lnTo>
                    <a:pt x="5629694" y="251729"/>
                  </a:lnTo>
                  <a:lnTo>
                    <a:pt x="5572234" y="256075"/>
                  </a:lnTo>
                  <a:lnTo>
                    <a:pt x="5510364" y="259950"/>
                  </a:lnTo>
                  <a:lnTo>
                    <a:pt x="5443214" y="263412"/>
                  </a:lnTo>
                  <a:lnTo>
                    <a:pt x="5370091" y="266515"/>
                  </a:lnTo>
                  <a:lnTo>
                    <a:pt x="5290616" y="269298"/>
                  </a:lnTo>
                  <a:lnTo>
                    <a:pt x="5204916" y="271792"/>
                  </a:lnTo>
                  <a:lnTo>
                    <a:pt x="5113839" y="274013"/>
                  </a:lnTo>
                  <a:lnTo>
                    <a:pt x="5019168" y="275969"/>
                  </a:lnTo>
                  <a:lnTo>
                    <a:pt x="4923746" y="277658"/>
                  </a:lnTo>
                  <a:lnTo>
                    <a:pt x="4831405" y="279073"/>
                  </a:lnTo>
                  <a:lnTo>
                    <a:pt x="4746603" y="280209"/>
                  </a:lnTo>
                  <a:lnTo>
                    <a:pt x="4673729" y="281071"/>
                  </a:lnTo>
                  <a:lnTo>
                    <a:pt x="4616217" y="281676"/>
                  </a:lnTo>
                  <a:lnTo>
                    <a:pt x="4575714" y="282056"/>
                  </a:lnTo>
                  <a:lnTo>
                    <a:pt x="4551581" y="282260"/>
                  </a:lnTo>
                  <a:lnTo>
                    <a:pt x="4540861" y="282342"/>
                  </a:lnTo>
                  <a:lnTo>
                    <a:pt x="4538558" y="282358"/>
                  </a:lnTo>
                  <a:lnTo>
                    <a:pt x="4538543" y="282358"/>
                  </a:lnTo>
                  <a:lnTo>
                    <a:pt x="4016409" y="282358"/>
                  </a:lnTo>
                  <a:lnTo>
                    <a:pt x="4015531" y="282455"/>
                  </a:lnTo>
                  <a:lnTo>
                    <a:pt x="4009745" y="283148"/>
                  </a:lnTo>
                  <a:lnTo>
                    <a:pt x="3995110" y="285061"/>
                  </a:lnTo>
                  <a:lnTo>
                    <a:pt x="3968823" y="288830"/>
                  </a:lnTo>
                  <a:lnTo>
                    <a:pt x="3929409" y="295049"/>
                  </a:lnTo>
                  <a:lnTo>
                    <a:pt x="3876826" y="304216"/>
                  </a:lnTo>
                  <a:lnTo>
                    <a:pt x="3812396" y="316683"/>
                  </a:lnTo>
                  <a:lnTo>
                    <a:pt x="3738503" y="332647"/>
                  </a:lnTo>
                  <a:lnTo>
                    <a:pt x="3658138" y="352163"/>
                  </a:lnTo>
                  <a:lnTo>
                    <a:pt x="3574418" y="375190"/>
                  </a:lnTo>
                  <a:lnTo>
                    <a:pt x="3490174" y="401655"/>
                  </a:lnTo>
                  <a:lnTo>
                    <a:pt x="3407694" y="431501"/>
                  </a:lnTo>
                  <a:lnTo>
                    <a:pt x="3328622" y="464742"/>
                  </a:lnTo>
                  <a:lnTo>
                    <a:pt x="3253971" y="501486"/>
                  </a:lnTo>
                  <a:lnTo>
                    <a:pt x="3184218" y="541957"/>
                  </a:lnTo>
                  <a:lnTo>
                    <a:pt x="3119416" y="586497"/>
                  </a:lnTo>
                  <a:lnTo>
                    <a:pt x="3059318" y="635561"/>
                  </a:lnTo>
                  <a:lnTo>
                    <a:pt x="3003472" y="689713"/>
                  </a:lnTo>
                  <a:lnTo>
                    <a:pt x="2951304" y="749596"/>
                  </a:lnTo>
                  <a:lnTo>
                    <a:pt x="2902180" y="815903"/>
                  </a:lnTo>
                  <a:lnTo>
                    <a:pt x="2855452" y="889312"/>
                  </a:lnTo>
                  <a:lnTo>
                    <a:pt x="2810501" y="970381"/>
                  </a:lnTo>
                  <a:lnTo>
                    <a:pt x="2770117" y="1052256"/>
                  </a:lnTo>
                  <a:lnTo>
                    <a:pt x="2739833" y="1119163"/>
                  </a:lnTo>
                  <a:lnTo>
                    <a:pt x="2709808" y="1190049"/>
                  </a:lnTo>
                  <a:lnTo>
                    <a:pt x="2679918" y="1264993"/>
                  </a:lnTo>
                  <a:lnTo>
                    <a:pt x="2650056" y="1344034"/>
                  </a:lnTo>
                  <a:lnTo>
                    <a:pt x="2620139" y="1427167"/>
                  </a:lnTo>
                  <a:lnTo>
                    <a:pt x="2590099" y="1514338"/>
                  </a:lnTo>
                  <a:lnTo>
                    <a:pt x="2559886" y="1605441"/>
                  </a:lnTo>
                  <a:lnTo>
                    <a:pt x="2529466" y="1700317"/>
                  </a:lnTo>
                  <a:lnTo>
                    <a:pt x="2498819" y="1798750"/>
                  </a:lnTo>
                  <a:lnTo>
                    <a:pt x="2467938" y="1900468"/>
                  </a:lnTo>
                  <a:lnTo>
                    <a:pt x="2436829" y="2005148"/>
                  </a:lnTo>
                  <a:lnTo>
                    <a:pt x="2405508" y="2112414"/>
                  </a:lnTo>
                  <a:lnTo>
                    <a:pt x="2374002" y="2221843"/>
                  </a:lnTo>
                  <a:lnTo>
                    <a:pt x="2342346" y="2332974"/>
                  </a:lnTo>
                  <a:lnTo>
                    <a:pt x="2310581" y="2445312"/>
                  </a:lnTo>
                  <a:lnTo>
                    <a:pt x="2278753" y="2558340"/>
                  </a:lnTo>
                  <a:lnTo>
                    <a:pt x="2246911" y="2671527"/>
                  </a:lnTo>
                  <a:lnTo>
                    <a:pt x="2215103" y="2784340"/>
                  </a:lnTo>
                  <a:lnTo>
                    <a:pt x="2183377" y="2896251"/>
                  </a:lnTo>
                  <a:lnTo>
                    <a:pt x="2151777" y="3006751"/>
                  </a:lnTo>
                  <a:lnTo>
                    <a:pt x="2120342" y="3115359"/>
                  </a:lnTo>
                  <a:lnTo>
                    <a:pt x="2089104" y="3221627"/>
                  </a:lnTo>
                  <a:lnTo>
                    <a:pt x="2058086" y="3325152"/>
                  </a:lnTo>
                  <a:lnTo>
                    <a:pt x="2027299" y="3425577"/>
                  </a:lnTo>
                  <a:lnTo>
                    <a:pt x="1996746" y="3522601"/>
                  </a:lnTo>
                  <a:lnTo>
                    <a:pt x="1966413" y="3615973"/>
                  </a:lnTo>
                  <a:lnTo>
                    <a:pt x="1936275" y="3705502"/>
                  </a:lnTo>
                  <a:lnTo>
                    <a:pt x="1906292" y="3791050"/>
                  </a:lnTo>
                  <a:lnTo>
                    <a:pt x="1876406" y="3872532"/>
                  </a:lnTo>
                  <a:lnTo>
                    <a:pt x="1846544" y="3949914"/>
                  </a:lnTo>
                  <a:lnTo>
                    <a:pt x="1816613" y="4023209"/>
                  </a:lnTo>
                  <a:lnTo>
                    <a:pt x="1786500" y="4092474"/>
                  </a:lnTo>
                  <a:lnTo>
                    <a:pt x="1768425" y="4131846"/>
                  </a:lnTo>
                  <a:lnTo>
                    <a:pt x="1724628" y="4220247"/>
                  </a:lnTo>
                  <a:lnTo>
                    <a:pt x="1679561" y="4300712"/>
                  </a:lnTo>
                  <a:lnTo>
                    <a:pt x="1632672" y="4373551"/>
                  </a:lnTo>
                  <a:lnTo>
                    <a:pt x="1583336" y="4439339"/>
                  </a:lnTo>
                  <a:lnTo>
                    <a:pt x="1530907" y="4498756"/>
                  </a:lnTo>
                  <a:lnTo>
                    <a:pt x="1474752" y="4552494"/>
                  </a:lnTo>
                  <a:lnTo>
                    <a:pt x="1414305" y="4601191"/>
                  </a:lnTo>
                  <a:lnTo>
                    <a:pt x="1349128" y="4645402"/>
                  </a:lnTo>
                  <a:lnTo>
                    <a:pt x="1278991" y="4685576"/>
                  </a:lnTo>
                  <a:lnTo>
                    <a:pt x="1203977" y="4722044"/>
                  </a:lnTo>
                  <a:lnTo>
                    <a:pt x="1124598" y="4755020"/>
                  </a:lnTo>
                  <a:lnTo>
                    <a:pt x="1041916" y="4784607"/>
                  </a:lnTo>
                  <a:lnTo>
                    <a:pt x="957623" y="4810809"/>
                  </a:lnTo>
                  <a:lnTo>
                    <a:pt x="874055" y="4833569"/>
                  </a:lnTo>
                  <a:lnTo>
                    <a:pt x="794077" y="4852811"/>
                  </a:lnTo>
                  <a:lnTo>
                    <a:pt x="720810" y="4868502"/>
                  </a:lnTo>
                  <a:lnTo>
                    <a:pt x="657220" y="4880706"/>
                  </a:lnTo>
                  <a:lnTo>
                    <a:pt x="605621" y="4889631"/>
                  </a:lnTo>
                  <a:lnTo>
                    <a:pt x="567237" y="4895642"/>
                  </a:lnTo>
                  <a:lnTo>
                    <a:pt x="541919" y="4899246"/>
                  </a:lnTo>
                  <a:lnTo>
                    <a:pt x="528080" y="4901043"/>
                  </a:lnTo>
                  <a:lnTo>
                    <a:pt x="522826" y="4901668"/>
                  </a:lnTo>
                  <a:lnTo>
                    <a:pt x="522133" y="4901744"/>
                  </a:lnTo>
                  <a:lnTo>
                    <a:pt x="0" y="4901744"/>
                  </a:lnTo>
                  <a:lnTo>
                    <a:pt x="0" y="4901744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772" name="pg1772"/>
            <p:cNvSpPr/>
            <p:nvPr/>
          </p:nvSpPr>
          <p:spPr>
            <a:xfrm>
              <a:off x="386606" y="2591690"/>
              <a:ext cx="8554953" cy="2902645"/>
            </a:xfrm>
            <a:custGeom>
              <a:avLst/>
              <a:pathLst>
                <a:path w="8554953" h="2902645">
                  <a:moveTo>
                    <a:pt x="0" y="2902645"/>
                  </a:moveTo>
                  <a:lnTo>
                    <a:pt x="522133" y="2902645"/>
                  </a:lnTo>
                  <a:lnTo>
                    <a:pt x="523338" y="2902586"/>
                  </a:lnTo>
                  <a:lnTo>
                    <a:pt x="531225" y="2902164"/>
                  </a:lnTo>
                  <a:lnTo>
                    <a:pt x="550978" y="2900996"/>
                  </a:lnTo>
                  <a:lnTo>
                    <a:pt x="585964" y="2898701"/>
                  </a:lnTo>
                  <a:lnTo>
                    <a:pt x="637439" y="2894940"/>
                  </a:lnTo>
                  <a:lnTo>
                    <a:pt x="704471" y="2889451"/>
                  </a:lnTo>
                  <a:lnTo>
                    <a:pt x="784272" y="2882080"/>
                  </a:lnTo>
                  <a:lnTo>
                    <a:pt x="872884" y="2872773"/>
                  </a:lnTo>
                  <a:lnTo>
                    <a:pt x="966009" y="2861546"/>
                  </a:lnTo>
                  <a:lnTo>
                    <a:pt x="1059726" y="2848445"/>
                  </a:lnTo>
                  <a:lnTo>
                    <a:pt x="1150946" y="2833499"/>
                  </a:lnTo>
                  <a:lnTo>
                    <a:pt x="1237573" y="2816689"/>
                  </a:lnTo>
                  <a:lnTo>
                    <a:pt x="1318444" y="2797930"/>
                  </a:lnTo>
                  <a:lnTo>
                    <a:pt x="1393164" y="2777054"/>
                  </a:lnTo>
                  <a:lnTo>
                    <a:pt x="1461894" y="2753817"/>
                  </a:lnTo>
                  <a:lnTo>
                    <a:pt x="1525169" y="2727899"/>
                  </a:lnTo>
                  <a:lnTo>
                    <a:pt x="1583747" y="2698919"/>
                  </a:lnTo>
                  <a:lnTo>
                    <a:pt x="1638495" y="2666460"/>
                  </a:lnTo>
                  <a:lnTo>
                    <a:pt x="1690307" y="2630110"/>
                  </a:lnTo>
                  <a:lnTo>
                    <a:pt x="1740027" y="2589546"/>
                  </a:lnTo>
                  <a:lnTo>
                    <a:pt x="1768425" y="2563815"/>
                  </a:lnTo>
                  <a:lnTo>
                    <a:pt x="1810328" y="2522531"/>
                  </a:lnTo>
                  <a:lnTo>
                    <a:pt x="1851827" y="2477855"/>
                  </a:lnTo>
                  <a:lnTo>
                    <a:pt x="1893225" y="2429722"/>
                  </a:lnTo>
                  <a:lnTo>
                    <a:pt x="1934750" y="2378135"/>
                  </a:lnTo>
                  <a:lnTo>
                    <a:pt x="1976565" y="2323181"/>
                  </a:lnTo>
                  <a:lnTo>
                    <a:pt x="2018771" y="2265029"/>
                  </a:lnTo>
                  <a:lnTo>
                    <a:pt x="2061420" y="2203940"/>
                  </a:lnTo>
                  <a:lnTo>
                    <a:pt x="2104511" y="2140264"/>
                  </a:lnTo>
                  <a:lnTo>
                    <a:pt x="2148003" y="2074435"/>
                  </a:lnTo>
                  <a:lnTo>
                    <a:pt x="2191819" y="2006961"/>
                  </a:lnTo>
                  <a:lnTo>
                    <a:pt x="2235856" y="1938409"/>
                  </a:lnTo>
                  <a:lnTo>
                    <a:pt x="2279990" y="1869384"/>
                  </a:lnTo>
                  <a:lnTo>
                    <a:pt x="2324093" y="1800511"/>
                  </a:lnTo>
                  <a:lnTo>
                    <a:pt x="2368037" y="1732408"/>
                  </a:lnTo>
                  <a:lnTo>
                    <a:pt x="2411707" y="1665666"/>
                  </a:lnTo>
                  <a:lnTo>
                    <a:pt x="2455012" y="1600823"/>
                  </a:lnTo>
                  <a:lnTo>
                    <a:pt x="2497891" y="1538355"/>
                  </a:lnTo>
                  <a:lnTo>
                    <a:pt x="2540322" y="1478654"/>
                  </a:lnTo>
                  <a:lnTo>
                    <a:pt x="2582329" y="1422028"/>
                  </a:lnTo>
                  <a:lnTo>
                    <a:pt x="2623986" y="1368693"/>
                  </a:lnTo>
                  <a:lnTo>
                    <a:pt x="2665425" y="1318778"/>
                  </a:lnTo>
                  <a:lnTo>
                    <a:pt x="2706839" y="1272328"/>
                  </a:lnTo>
                  <a:lnTo>
                    <a:pt x="2748492" y="1229311"/>
                  </a:lnTo>
                  <a:lnTo>
                    <a:pt x="2770117" y="1208494"/>
                  </a:lnTo>
                  <a:lnTo>
                    <a:pt x="2818960" y="1165392"/>
                  </a:lnTo>
                  <a:lnTo>
                    <a:pt x="2869452" y="1126607"/>
                  </a:lnTo>
                  <a:lnTo>
                    <a:pt x="2922376" y="1091920"/>
                  </a:lnTo>
                  <a:lnTo>
                    <a:pt x="2978606" y="1060957"/>
                  </a:lnTo>
                  <a:lnTo>
                    <a:pt x="3039033" y="1033298"/>
                  </a:lnTo>
                  <a:lnTo>
                    <a:pt x="3104492" y="1008536"/>
                  </a:lnTo>
                  <a:lnTo>
                    <a:pt x="3175662" y="986315"/>
                  </a:lnTo>
                  <a:lnTo>
                    <a:pt x="3252944" y="966343"/>
                  </a:lnTo>
                  <a:lnTo>
                    <a:pt x="3336293" y="948409"/>
                  </a:lnTo>
                  <a:lnTo>
                    <a:pt x="3425019" y="932380"/>
                  </a:lnTo>
                  <a:lnTo>
                    <a:pt x="3517588" y="918198"/>
                  </a:lnTo>
                  <a:lnTo>
                    <a:pt x="3611488" y="905870"/>
                  </a:lnTo>
                  <a:lnTo>
                    <a:pt x="3703250" y="895436"/>
                  </a:lnTo>
                  <a:lnTo>
                    <a:pt x="3788724" y="886934"/>
                  </a:lnTo>
                  <a:lnTo>
                    <a:pt x="3863655" y="880357"/>
                  </a:lnTo>
                  <a:lnTo>
                    <a:pt x="3924470" y="875610"/>
                  </a:lnTo>
                  <a:lnTo>
                    <a:pt x="3969088" y="872495"/>
                  </a:lnTo>
                  <a:lnTo>
                    <a:pt x="3997469" y="870713"/>
                  </a:lnTo>
                  <a:lnTo>
                    <a:pt x="4011774" y="869902"/>
                  </a:lnTo>
                  <a:lnTo>
                    <a:pt x="4016162" y="869676"/>
                  </a:lnTo>
                  <a:lnTo>
                    <a:pt x="4016409" y="869664"/>
                  </a:lnTo>
                  <a:lnTo>
                    <a:pt x="4538543" y="869664"/>
                  </a:lnTo>
                  <a:lnTo>
                    <a:pt x="4539800" y="869638"/>
                  </a:lnTo>
                  <a:lnTo>
                    <a:pt x="4548023" y="869450"/>
                  </a:lnTo>
                  <a:lnTo>
                    <a:pt x="4568586" y="868931"/>
                  </a:lnTo>
                  <a:lnTo>
                    <a:pt x="4604929" y="867913"/>
                  </a:lnTo>
                  <a:lnTo>
                    <a:pt x="4658245" y="866244"/>
                  </a:lnTo>
                  <a:lnTo>
                    <a:pt x="4727420" y="863814"/>
                  </a:lnTo>
                  <a:lnTo>
                    <a:pt x="4809417" y="860557"/>
                  </a:lnTo>
                  <a:lnTo>
                    <a:pt x="4900032" y="856452"/>
                  </a:lnTo>
                  <a:lnTo>
                    <a:pt x="4994790" y="851509"/>
                  </a:lnTo>
                  <a:lnTo>
                    <a:pt x="5089687" y="845749"/>
                  </a:lnTo>
                  <a:lnTo>
                    <a:pt x="5181636" y="839182"/>
                  </a:lnTo>
                  <a:lnTo>
                    <a:pt x="5268605" y="831795"/>
                  </a:lnTo>
                  <a:lnTo>
                    <a:pt x="5349528" y="823546"/>
                  </a:lnTo>
                  <a:lnTo>
                    <a:pt x="5424114" y="814352"/>
                  </a:lnTo>
                  <a:lnTo>
                    <a:pt x="5492621" y="804099"/>
                  </a:lnTo>
                  <a:lnTo>
                    <a:pt x="5555669" y="792639"/>
                  </a:lnTo>
                  <a:lnTo>
                    <a:pt x="5614085" y="779797"/>
                  </a:lnTo>
                  <a:lnTo>
                    <a:pt x="5668786" y="765387"/>
                  </a:lnTo>
                  <a:lnTo>
                    <a:pt x="5720702" y="749232"/>
                  </a:lnTo>
                  <a:lnTo>
                    <a:pt x="5770686" y="731207"/>
                  </a:lnTo>
                  <a:lnTo>
                    <a:pt x="5784835" y="725661"/>
                  </a:lnTo>
                  <a:lnTo>
                    <a:pt x="5835379" y="704292"/>
                  </a:lnTo>
                  <a:lnTo>
                    <a:pt x="5885431" y="680810"/>
                  </a:lnTo>
                  <a:lnTo>
                    <a:pt x="5935482" y="655182"/>
                  </a:lnTo>
                  <a:lnTo>
                    <a:pt x="5985873" y="627442"/>
                  </a:lnTo>
                  <a:lnTo>
                    <a:pt x="6036813" y="597701"/>
                  </a:lnTo>
                  <a:lnTo>
                    <a:pt x="6088396" y="566148"/>
                  </a:lnTo>
                  <a:lnTo>
                    <a:pt x="6140613" y="533056"/>
                  </a:lnTo>
                  <a:lnTo>
                    <a:pt x="6193368" y="498768"/>
                  </a:lnTo>
                  <a:lnTo>
                    <a:pt x="6246498" y="463691"/>
                  </a:lnTo>
                  <a:lnTo>
                    <a:pt x="6299795" y="428271"/>
                  </a:lnTo>
                  <a:lnTo>
                    <a:pt x="6353031" y="392975"/>
                  </a:lnTo>
                  <a:lnTo>
                    <a:pt x="6405986" y="358262"/>
                  </a:lnTo>
                  <a:lnTo>
                    <a:pt x="6458472" y="324560"/>
                  </a:lnTo>
                  <a:lnTo>
                    <a:pt x="6510360" y="292245"/>
                  </a:lnTo>
                  <a:lnTo>
                    <a:pt x="6561598" y="261622"/>
                  </a:lnTo>
                  <a:lnTo>
                    <a:pt x="6612229" y="232922"/>
                  </a:lnTo>
                  <a:lnTo>
                    <a:pt x="6662406" y="206292"/>
                  </a:lnTo>
                  <a:lnTo>
                    <a:pt x="6712406" y="181801"/>
                  </a:lnTo>
                  <a:lnTo>
                    <a:pt x="6762646" y="159445"/>
                  </a:lnTo>
                  <a:lnTo>
                    <a:pt x="6786527" y="149650"/>
                  </a:lnTo>
                  <a:lnTo>
                    <a:pt x="6836094" y="131077"/>
                  </a:lnTo>
                  <a:lnTo>
                    <a:pt x="6887370" y="114393"/>
                  </a:lnTo>
                  <a:lnTo>
                    <a:pt x="6941176" y="99497"/>
                  </a:lnTo>
                  <a:lnTo>
                    <a:pt x="6998425" y="86222"/>
                  </a:lnTo>
                  <a:lnTo>
                    <a:pt x="7060048" y="74382"/>
                  </a:lnTo>
                  <a:lnTo>
                    <a:pt x="7126907" y="63798"/>
                  </a:lnTo>
                  <a:lnTo>
                    <a:pt x="7199695" y="54313"/>
                  </a:lnTo>
                  <a:lnTo>
                    <a:pt x="7278794" y="45801"/>
                  </a:lnTo>
                  <a:lnTo>
                    <a:pt x="7364092" y="38172"/>
                  </a:lnTo>
                  <a:lnTo>
                    <a:pt x="7454769" y="31371"/>
                  </a:lnTo>
                  <a:lnTo>
                    <a:pt x="7549086" y="25378"/>
                  </a:lnTo>
                  <a:lnTo>
                    <a:pt x="7644260" y="20198"/>
                  </a:lnTo>
                  <a:lnTo>
                    <a:pt x="7736519" y="15850"/>
                  </a:lnTo>
                  <a:lnTo>
                    <a:pt x="7821459" y="12349"/>
                  </a:lnTo>
                  <a:lnTo>
                    <a:pt x="7894708" y="9685"/>
                  </a:lnTo>
                  <a:lnTo>
                    <a:pt x="7952804" y="7806"/>
                  </a:lnTo>
                  <a:lnTo>
                    <a:pt x="7994019" y="6614"/>
                  </a:lnTo>
                  <a:lnTo>
                    <a:pt x="8018870" y="5968"/>
                  </a:lnTo>
                  <a:lnTo>
                    <a:pt x="8030177" y="5703"/>
                  </a:lnTo>
                  <a:lnTo>
                    <a:pt x="8032819" y="5647"/>
                  </a:lnTo>
                  <a:lnTo>
                    <a:pt x="8554953" y="5647"/>
                  </a:lnTo>
                  <a:lnTo>
                    <a:pt x="8554953" y="0"/>
                  </a:lnTo>
                  <a:lnTo>
                    <a:pt x="8032819" y="0"/>
                  </a:lnTo>
                  <a:lnTo>
                    <a:pt x="8031562" y="26"/>
                  </a:lnTo>
                  <a:lnTo>
                    <a:pt x="8023339" y="213"/>
                  </a:lnTo>
                  <a:lnTo>
                    <a:pt x="8002776" y="732"/>
                  </a:lnTo>
                  <a:lnTo>
                    <a:pt x="7966433" y="1751"/>
                  </a:lnTo>
                  <a:lnTo>
                    <a:pt x="7913117" y="3419"/>
                  </a:lnTo>
                  <a:lnTo>
                    <a:pt x="7843942" y="5849"/>
                  </a:lnTo>
                  <a:lnTo>
                    <a:pt x="7761945" y="9107"/>
                  </a:lnTo>
                  <a:lnTo>
                    <a:pt x="7671330" y="13211"/>
                  </a:lnTo>
                  <a:lnTo>
                    <a:pt x="7576572" y="18154"/>
                  </a:lnTo>
                  <a:lnTo>
                    <a:pt x="7481675" y="23914"/>
                  </a:lnTo>
                  <a:lnTo>
                    <a:pt x="7389726" y="30482"/>
                  </a:lnTo>
                  <a:lnTo>
                    <a:pt x="7302757" y="37868"/>
                  </a:lnTo>
                  <a:lnTo>
                    <a:pt x="7221834" y="46118"/>
                  </a:lnTo>
                  <a:lnTo>
                    <a:pt x="7147248" y="55311"/>
                  </a:lnTo>
                  <a:lnTo>
                    <a:pt x="7078741" y="65564"/>
                  </a:lnTo>
                  <a:lnTo>
                    <a:pt x="7015693" y="77024"/>
                  </a:lnTo>
                  <a:lnTo>
                    <a:pt x="6957277" y="89866"/>
                  </a:lnTo>
                  <a:lnTo>
                    <a:pt x="6902575" y="104276"/>
                  </a:lnTo>
                  <a:lnTo>
                    <a:pt x="6850660" y="120431"/>
                  </a:lnTo>
                  <a:lnTo>
                    <a:pt x="6800676" y="138456"/>
                  </a:lnTo>
                  <a:lnTo>
                    <a:pt x="6786527" y="144002"/>
                  </a:lnTo>
                  <a:lnTo>
                    <a:pt x="6735983" y="165372"/>
                  </a:lnTo>
                  <a:lnTo>
                    <a:pt x="6685931" y="188854"/>
                  </a:lnTo>
                  <a:lnTo>
                    <a:pt x="6635880" y="214482"/>
                  </a:lnTo>
                  <a:lnTo>
                    <a:pt x="6585489" y="242221"/>
                  </a:lnTo>
                  <a:lnTo>
                    <a:pt x="6534549" y="271963"/>
                  </a:lnTo>
                  <a:lnTo>
                    <a:pt x="6482966" y="303515"/>
                  </a:lnTo>
                  <a:lnTo>
                    <a:pt x="6430749" y="336607"/>
                  </a:lnTo>
                  <a:lnTo>
                    <a:pt x="6377994" y="370895"/>
                  </a:lnTo>
                  <a:lnTo>
                    <a:pt x="6324864" y="405973"/>
                  </a:lnTo>
                  <a:lnTo>
                    <a:pt x="6271567" y="441393"/>
                  </a:lnTo>
                  <a:lnTo>
                    <a:pt x="6218331" y="476689"/>
                  </a:lnTo>
                  <a:lnTo>
                    <a:pt x="6165376" y="511401"/>
                  </a:lnTo>
                  <a:lnTo>
                    <a:pt x="6112890" y="545103"/>
                  </a:lnTo>
                  <a:lnTo>
                    <a:pt x="6061002" y="577419"/>
                  </a:lnTo>
                  <a:lnTo>
                    <a:pt x="6009764" y="608041"/>
                  </a:lnTo>
                  <a:lnTo>
                    <a:pt x="5959133" y="636741"/>
                  </a:lnTo>
                  <a:lnTo>
                    <a:pt x="5908956" y="663371"/>
                  </a:lnTo>
                  <a:lnTo>
                    <a:pt x="5858956" y="687863"/>
                  </a:lnTo>
                  <a:lnTo>
                    <a:pt x="5808716" y="710218"/>
                  </a:lnTo>
                  <a:lnTo>
                    <a:pt x="5784835" y="720014"/>
                  </a:lnTo>
                  <a:lnTo>
                    <a:pt x="5735268" y="738586"/>
                  </a:lnTo>
                  <a:lnTo>
                    <a:pt x="5683992" y="755271"/>
                  </a:lnTo>
                  <a:lnTo>
                    <a:pt x="5630186" y="770167"/>
                  </a:lnTo>
                  <a:lnTo>
                    <a:pt x="5572937" y="783441"/>
                  </a:lnTo>
                  <a:lnTo>
                    <a:pt x="5511314" y="795281"/>
                  </a:lnTo>
                  <a:lnTo>
                    <a:pt x="5444455" y="805865"/>
                  </a:lnTo>
                  <a:lnTo>
                    <a:pt x="5371667" y="815351"/>
                  </a:lnTo>
                  <a:lnTo>
                    <a:pt x="5292568" y="823863"/>
                  </a:lnTo>
                  <a:lnTo>
                    <a:pt x="5207270" y="831492"/>
                  </a:lnTo>
                  <a:lnTo>
                    <a:pt x="5116593" y="838292"/>
                  </a:lnTo>
                  <a:lnTo>
                    <a:pt x="5022276" y="844285"/>
                  </a:lnTo>
                  <a:lnTo>
                    <a:pt x="4927102" y="849466"/>
                  </a:lnTo>
                  <a:lnTo>
                    <a:pt x="4834843" y="853814"/>
                  </a:lnTo>
                  <a:lnTo>
                    <a:pt x="4749903" y="857315"/>
                  </a:lnTo>
                  <a:lnTo>
                    <a:pt x="4676654" y="859979"/>
                  </a:lnTo>
                  <a:lnTo>
                    <a:pt x="4618558" y="861857"/>
                  </a:lnTo>
                  <a:lnTo>
                    <a:pt x="4577343" y="863049"/>
                  </a:lnTo>
                  <a:lnTo>
                    <a:pt x="4552491" y="863695"/>
                  </a:lnTo>
                  <a:lnTo>
                    <a:pt x="4541185" y="863960"/>
                  </a:lnTo>
                  <a:lnTo>
                    <a:pt x="4538543" y="864017"/>
                  </a:lnTo>
                  <a:lnTo>
                    <a:pt x="4016409" y="864017"/>
                  </a:lnTo>
                  <a:lnTo>
                    <a:pt x="4015204" y="864076"/>
                  </a:lnTo>
                  <a:lnTo>
                    <a:pt x="4007317" y="864498"/>
                  </a:lnTo>
                  <a:lnTo>
                    <a:pt x="3987564" y="865666"/>
                  </a:lnTo>
                  <a:lnTo>
                    <a:pt x="3952578" y="867961"/>
                  </a:lnTo>
                  <a:lnTo>
                    <a:pt x="3901104" y="871723"/>
                  </a:lnTo>
                  <a:lnTo>
                    <a:pt x="3834072" y="877211"/>
                  </a:lnTo>
                  <a:lnTo>
                    <a:pt x="3754270" y="884582"/>
                  </a:lnTo>
                  <a:lnTo>
                    <a:pt x="3665658" y="893889"/>
                  </a:lnTo>
                  <a:lnTo>
                    <a:pt x="3572533" y="905116"/>
                  </a:lnTo>
                  <a:lnTo>
                    <a:pt x="3478816" y="918217"/>
                  </a:lnTo>
                  <a:lnTo>
                    <a:pt x="3387596" y="933163"/>
                  </a:lnTo>
                  <a:lnTo>
                    <a:pt x="3300969" y="949973"/>
                  </a:lnTo>
                  <a:lnTo>
                    <a:pt x="3220098" y="968732"/>
                  </a:lnTo>
                  <a:lnTo>
                    <a:pt x="3145378" y="989608"/>
                  </a:lnTo>
                  <a:lnTo>
                    <a:pt x="3076648" y="1012845"/>
                  </a:lnTo>
                  <a:lnTo>
                    <a:pt x="3013373" y="1038763"/>
                  </a:lnTo>
                  <a:lnTo>
                    <a:pt x="2954795" y="1067743"/>
                  </a:lnTo>
                  <a:lnTo>
                    <a:pt x="2900047" y="1100202"/>
                  </a:lnTo>
                  <a:lnTo>
                    <a:pt x="2848235" y="1136552"/>
                  </a:lnTo>
                  <a:lnTo>
                    <a:pt x="2798515" y="1177116"/>
                  </a:lnTo>
                  <a:lnTo>
                    <a:pt x="2770117" y="1202847"/>
                  </a:lnTo>
                  <a:lnTo>
                    <a:pt x="2728214" y="1244131"/>
                  </a:lnTo>
                  <a:lnTo>
                    <a:pt x="2686715" y="1288807"/>
                  </a:lnTo>
                  <a:lnTo>
                    <a:pt x="2645317" y="1336940"/>
                  </a:lnTo>
                  <a:lnTo>
                    <a:pt x="2603792" y="1388527"/>
                  </a:lnTo>
                  <a:lnTo>
                    <a:pt x="2561977" y="1443482"/>
                  </a:lnTo>
                  <a:lnTo>
                    <a:pt x="2519771" y="1501633"/>
                  </a:lnTo>
                  <a:lnTo>
                    <a:pt x="2477122" y="1562722"/>
                  </a:lnTo>
                  <a:lnTo>
                    <a:pt x="2434031" y="1626398"/>
                  </a:lnTo>
                  <a:lnTo>
                    <a:pt x="2390539" y="1692227"/>
                  </a:lnTo>
                  <a:lnTo>
                    <a:pt x="2346723" y="1759701"/>
                  </a:lnTo>
                  <a:lnTo>
                    <a:pt x="2302687" y="1828254"/>
                  </a:lnTo>
                  <a:lnTo>
                    <a:pt x="2258552" y="1897278"/>
                  </a:lnTo>
                  <a:lnTo>
                    <a:pt x="2214449" y="1966151"/>
                  </a:lnTo>
                  <a:lnTo>
                    <a:pt x="2170505" y="2034254"/>
                  </a:lnTo>
                  <a:lnTo>
                    <a:pt x="2126835" y="2100997"/>
                  </a:lnTo>
                  <a:lnTo>
                    <a:pt x="2083530" y="2165839"/>
                  </a:lnTo>
                  <a:lnTo>
                    <a:pt x="2040651" y="2228307"/>
                  </a:lnTo>
                  <a:lnTo>
                    <a:pt x="1998220" y="2288008"/>
                  </a:lnTo>
                  <a:lnTo>
                    <a:pt x="1956214" y="2344634"/>
                  </a:lnTo>
                  <a:lnTo>
                    <a:pt x="1914556" y="2397969"/>
                  </a:lnTo>
                  <a:lnTo>
                    <a:pt x="1873117" y="2447884"/>
                  </a:lnTo>
                  <a:lnTo>
                    <a:pt x="1831703" y="2494334"/>
                  </a:lnTo>
                  <a:lnTo>
                    <a:pt x="1790050" y="2537351"/>
                  </a:lnTo>
                  <a:lnTo>
                    <a:pt x="1768425" y="2558168"/>
                  </a:lnTo>
                  <a:lnTo>
                    <a:pt x="1719583" y="2601270"/>
                  </a:lnTo>
                  <a:lnTo>
                    <a:pt x="1669090" y="2640055"/>
                  </a:lnTo>
                  <a:lnTo>
                    <a:pt x="1616166" y="2674742"/>
                  </a:lnTo>
                  <a:lnTo>
                    <a:pt x="1559936" y="2705705"/>
                  </a:lnTo>
                  <a:lnTo>
                    <a:pt x="1499509" y="2733364"/>
                  </a:lnTo>
                  <a:lnTo>
                    <a:pt x="1434051" y="2758126"/>
                  </a:lnTo>
                  <a:lnTo>
                    <a:pt x="1362881" y="2780347"/>
                  </a:lnTo>
                  <a:lnTo>
                    <a:pt x="1285598" y="2800319"/>
                  </a:lnTo>
                  <a:lnTo>
                    <a:pt x="1202250" y="2818253"/>
                  </a:lnTo>
                  <a:lnTo>
                    <a:pt x="1113524" y="2834282"/>
                  </a:lnTo>
                  <a:lnTo>
                    <a:pt x="1020954" y="2848464"/>
                  </a:lnTo>
                  <a:lnTo>
                    <a:pt x="927054" y="2860792"/>
                  </a:lnTo>
                  <a:lnTo>
                    <a:pt x="835292" y="2871226"/>
                  </a:lnTo>
                  <a:lnTo>
                    <a:pt x="749818" y="2879728"/>
                  </a:lnTo>
                  <a:lnTo>
                    <a:pt x="674887" y="2886305"/>
                  </a:lnTo>
                  <a:lnTo>
                    <a:pt x="614072" y="2891052"/>
                  </a:lnTo>
                  <a:lnTo>
                    <a:pt x="569454" y="2894167"/>
                  </a:lnTo>
                  <a:lnTo>
                    <a:pt x="541073" y="2895949"/>
                  </a:lnTo>
                  <a:lnTo>
                    <a:pt x="526768" y="2896760"/>
                  </a:lnTo>
                  <a:lnTo>
                    <a:pt x="522380" y="2896987"/>
                  </a:lnTo>
                  <a:lnTo>
                    <a:pt x="522133" y="2896998"/>
                  </a:lnTo>
                  <a:lnTo>
                    <a:pt x="0" y="2896998"/>
                  </a:lnTo>
                  <a:close/>
                </a:path>
              </a:pathLst>
            </a:custGeom>
            <a:solidFill>
              <a:srgbClr val="B497D6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1773" name="pl1773"/>
            <p:cNvSpPr/>
            <p:nvPr/>
          </p:nvSpPr>
          <p:spPr>
            <a:xfrm>
              <a:off x="386606" y="2597338"/>
              <a:ext cx="8554953" cy="2896998"/>
            </a:xfrm>
            <a:custGeom>
              <a:avLst/>
              <a:pathLst>
                <a:path w="8554953" h="2896998">
                  <a:moveTo>
                    <a:pt x="0" y="2896998"/>
                  </a:moveTo>
                  <a:lnTo>
                    <a:pt x="522133" y="2896998"/>
                  </a:lnTo>
                  <a:lnTo>
                    <a:pt x="523338" y="2896939"/>
                  </a:lnTo>
                  <a:lnTo>
                    <a:pt x="531225" y="2896517"/>
                  </a:lnTo>
                  <a:lnTo>
                    <a:pt x="550978" y="2895349"/>
                  </a:lnTo>
                  <a:lnTo>
                    <a:pt x="585964" y="2893054"/>
                  </a:lnTo>
                  <a:lnTo>
                    <a:pt x="637439" y="2889292"/>
                  </a:lnTo>
                  <a:lnTo>
                    <a:pt x="704471" y="2883804"/>
                  </a:lnTo>
                  <a:lnTo>
                    <a:pt x="784272" y="2876433"/>
                  </a:lnTo>
                  <a:lnTo>
                    <a:pt x="872884" y="2867126"/>
                  </a:lnTo>
                  <a:lnTo>
                    <a:pt x="966009" y="2855899"/>
                  </a:lnTo>
                  <a:lnTo>
                    <a:pt x="1059726" y="2842798"/>
                  </a:lnTo>
                  <a:lnTo>
                    <a:pt x="1150946" y="2827852"/>
                  </a:lnTo>
                  <a:lnTo>
                    <a:pt x="1237573" y="2811042"/>
                  </a:lnTo>
                  <a:lnTo>
                    <a:pt x="1318444" y="2792283"/>
                  </a:lnTo>
                  <a:lnTo>
                    <a:pt x="1393164" y="2771407"/>
                  </a:lnTo>
                  <a:lnTo>
                    <a:pt x="1461894" y="2748170"/>
                  </a:lnTo>
                  <a:lnTo>
                    <a:pt x="1525169" y="2722252"/>
                  </a:lnTo>
                  <a:lnTo>
                    <a:pt x="1583747" y="2693272"/>
                  </a:lnTo>
                  <a:lnTo>
                    <a:pt x="1638495" y="2660812"/>
                  </a:lnTo>
                  <a:lnTo>
                    <a:pt x="1690307" y="2624463"/>
                  </a:lnTo>
                  <a:lnTo>
                    <a:pt x="1740027" y="2583899"/>
                  </a:lnTo>
                  <a:lnTo>
                    <a:pt x="1768425" y="2558168"/>
                  </a:lnTo>
                  <a:lnTo>
                    <a:pt x="1810328" y="2516884"/>
                  </a:lnTo>
                  <a:lnTo>
                    <a:pt x="1851827" y="2472208"/>
                  </a:lnTo>
                  <a:lnTo>
                    <a:pt x="1893225" y="2424074"/>
                  </a:lnTo>
                  <a:lnTo>
                    <a:pt x="1934750" y="2372488"/>
                  </a:lnTo>
                  <a:lnTo>
                    <a:pt x="1976565" y="2317533"/>
                  </a:lnTo>
                  <a:lnTo>
                    <a:pt x="2018771" y="2259381"/>
                  </a:lnTo>
                  <a:lnTo>
                    <a:pt x="2061420" y="2198293"/>
                  </a:lnTo>
                  <a:lnTo>
                    <a:pt x="2104511" y="2134617"/>
                  </a:lnTo>
                  <a:lnTo>
                    <a:pt x="2148003" y="2068788"/>
                  </a:lnTo>
                  <a:lnTo>
                    <a:pt x="2191819" y="2001314"/>
                  </a:lnTo>
                  <a:lnTo>
                    <a:pt x="2235856" y="1932761"/>
                  </a:lnTo>
                  <a:lnTo>
                    <a:pt x="2279990" y="1863737"/>
                  </a:lnTo>
                  <a:lnTo>
                    <a:pt x="2324093" y="1794864"/>
                  </a:lnTo>
                  <a:lnTo>
                    <a:pt x="2368037" y="1726761"/>
                  </a:lnTo>
                  <a:lnTo>
                    <a:pt x="2411707" y="1660018"/>
                  </a:lnTo>
                  <a:lnTo>
                    <a:pt x="2455012" y="1595176"/>
                  </a:lnTo>
                  <a:lnTo>
                    <a:pt x="2497891" y="1532708"/>
                  </a:lnTo>
                  <a:lnTo>
                    <a:pt x="2540322" y="1473007"/>
                  </a:lnTo>
                  <a:lnTo>
                    <a:pt x="2582329" y="1416381"/>
                  </a:lnTo>
                  <a:lnTo>
                    <a:pt x="2623986" y="1363046"/>
                  </a:lnTo>
                  <a:lnTo>
                    <a:pt x="2665425" y="1313131"/>
                  </a:lnTo>
                  <a:lnTo>
                    <a:pt x="2706839" y="1266681"/>
                  </a:lnTo>
                  <a:lnTo>
                    <a:pt x="2748492" y="1223664"/>
                  </a:lnTo>
                  <a:lnTo>
                    <a:pt x="2770117" y="1202847"/>
                  </a:lnTo>
                  <a:lnTo>
                    <a:pt x="2818960" y="1159745"/>
                  </a:lnTo>
                  <a:lnTo>
                    <a:pt x="2869452" y="1120960"/>
                  </a:lnTo>
                  <a:lnTo>
                    <a:pt x="2922376" y="1086273"/>
                  </a:lnTo>
                  <a:lnTo>
                    <a:pt x="2978606" y="1055310"/>
                  </a:lnTo>
                  <a:lnTo>
                    <a:pt x="3039033" y="1027651"/>
                  </a:lnTo>
                  <a:lnTo>
                    <a:pt x="3104492" y="1002889"/>
                  </a:lnTo>
                  <a:lnTo>
                    <a:pt x="3175662" y="980668"/>
                  </a:lnTo>
                  <a:lnTo>
                    <a:pt x="3252944" y="960696"/>
                  </a:lnTo>
                  <a:lnTo>
                    <a:pt x="3336293" y="942762"/>
                  </a:lnTo>
                  <a:lnTo>
                    <a:pt x="3425019" y="926733"/>
                  </a:lnTo>
                  <a:lnTo>
                    <a:pt x="3517588" y="912551"/>
                  </a:lnTo>
                  <a:lnTo>
                    <a:pt x="3611488" y="900223"/>
                  </a:lnTo>
                  <a:lnTo>
                    <a:pt x="3703250" y="889789"/>
                  </a:lnTo>
                  <a:lnTo>
                    <a:pt x="3788724" y="881287"/>
                  </a:lnTo>
                  <a:lnTo>
                    <a:pt x="3863655" y="874710"/>
                  </a:lnTo>
                  <a:lnTo>
                    <a:pt x="3924470" y="869963"/>
                  </a:lnTo>
                  <a:lnTo>
                    <a:pt x="3969088" y="866848"/>
                  </a:lnTo>
                  <a:lnTo>
                    <a:pt x="3997469" y="865066"/>
                  </a:lnTo>
                  <a:lnTo>
                    <a:pt x="4011774" y="864255"/>
                  </a:lnTo>
                  <a:lnTo>
                    <a:pt x="4016162" y="864028"/>
                  </a:lnTo>
                  <a:lnTo>
                    <a:pt x="4016409" y="864017"/>
                  </a:lnTo>
                  <a:lnTo>
                    <a:pt x="4538543" y="864017"/>
                  </a:lnTo>
                  <a:lnTo>
                    <a:pt x="4539800" y="863990"/>
                  </a:lnTo>
                  <a:lnTo>
                    <a:pt x="4548023" y="863803"/>
                  </a:lnTo>
                  <a:lnTo>
                    <a:pt x="4568586" y="863284"/>
                  </a:lnTo>
                  <a:lnTo>
                    <a:pt x="4604929" y="862265"/>
                  </a:lnTo>
                  <a:lnTo>
                    <a:pt x="4658245" y="860597"/>
                  </a:lnTo>
                  <a:lnTo>
                    <a:pt x="4727420" y="858167"/>
                  </a:lnTo>
                  <a:lnTo>
                    <a:pt x="4809417" y="854910"/>
                  </a:lnTo>
                  <a:lnTo>
                    <a:pt x="4900032" y="850805"/>
                  </a:lnTo>
                  <a:lnTo>
                    <a:pt x="4994790" y="845862"/>
                  </a:lnTo>
                  <a:lnTo>
                    <a:pt x="5089687" y="840102"/>
                  </a:lnTo>
                  <a:lnTo>
                    <a:pt x="5181636" y="833535"/>
                  </a:lnTo>
                  <a:lnTo>
                    <a:pt x="5268605" y="826148"/>
                  </a:lnTo>
                  <a:lnTo>
                    <a:pt x="5349528" y="817898"/>
                  </a:lnTo>
                  <a:lnTo>
                    <a:pt x="5424114" y="808705"/>
                  </a:lnTo>
                  <a:lnTo>
                    <a:pt x="5492621" y="798452"/>
                  </a:lnTo>
                  <a:lnTo>
                    <a:pt x="5555669" y="786992"/>
                  </a:lnTo>
                  <a:lnTo>
                    <a:pt x="5614085" y="774150"/>
                  </a:lnTo>
                  <a:lnTo>
                    <a:pt x="5668786" y="759740"/>
                  </a:lnTo>
                  <a:lnTo>
                    <a:pt x="5720702" y="743585"/>
                  </a:lnTo>
                  <a:lnTo>
                    <a:pt x="5770686" y="725560"/>
                  </a:lnTo>
                  <a:lnTo>
                    <a:pt x="5784835" y="720014"/>
                  </a:lnTo>
                  <a:lnTo>
                    <a:pt x="5835379" y="698645"/>
                  </a:lnTo>
                  <a:lnTo>
                    <a:pt x="5885431" y="675163"/>
                  </a:lnTo>
                  <a:lnTo>
                    <a:pt x="5935482" y="649535"/>
                  </a:lnTo>
                  <a:lnTo>
                    <a:pt x="5985873" y="621795"/>
                  </a:lnTo>
                  <a:lnTo>
                    <a:pt x="6036813" y="592053"/>
                  </a:lnTo>
                  <a:lnTo>
                    <a:pt x="6088396" y="560501"/>
                  </a:lnTo>
                  <a:lnTo>
                    <a:pt x="6140613" y="527409"/>
                  </a:lnTo>
                  <a:lnTo>
                    <a:pt x="6193368" y="493121"/>
                  </a:lnTo>
                  <a:lnTo>
                    <a:pt x="6246498" y="458043"/>
                  </a:lnTo>
                  <a:lnTo>
                    <a:pt x="6299795" y="422624"/>
                  </a:lnTo>
                  <a:lnTo>
                    <a:pt x="6353031" y="387328"/>
                  </a:lnTo>
                  <a:lnTo>
                    <a:pt x="6405986" y="352615"/>
                  </a:lnTo>
                  <a:lnTo>
                    <a:pt x="6458472" y="318913"/>
                  </a:lnTo>
                  <a:lnTo>
                    <a:pt x="6510360" y="286597"/>
                  </a:lnTo>
                  <a:lnTo>
                    <a:pt x="6561598" y="255975"/>
                  </a:lnTo>
                  <a:lnTo>
                    <a:pt x="6612229" y="227275"/>
                  </a:lnTo>
                  <a:lnTo>
                    <a:pt x="6662406" y="200645"/>
                  </a:lnTo>
                  <a:lnTo>
                    <a:pt x="6712406" y="176153"/>
                  </a:lnTo>
                  <a:lnTo>
                    <a:pt x="6762646" y="153798"/>
                  </a:lnTo>
                  <a:lnTo>
                    <a:pt x="6786527" y="144002"/>
                  </a:lnTo>
                  <a:lnTo>
                    <a:pt x="6836094" y="125430"/>
                  </a:lnTo>
                  <a:lnTo>
                    <a:pt x="6887370" y="108745"/>
                  </a:lnTo>
                  <a:lnTo>
                    <a:pt x="6941176" y="93849"/>
                  </a:lnTo>
                  <a:lnTo>
                    <a:pt x="6998425" y="80575"/>
                  </a:lnTo>
                  <a:lnTo>
                    <a:pt x="7060048" y="68735"/>
                  </a:lnTo>
                  <a:lnTo>
                    <a:pt x="7126907" y="58151"/>
                  </a:lnTo>
                  <a:lnTo>
                    <a:pt x="7199695" y="48666"/>
                  </a:lnTo>
                  <a:lnTo>
                    <a:pt x="7278794" y="40154"/>
                  </a:lnTo>
                  <a:lnTo>
                    <a:pt x="7364092" y="32525"/>
                  </a:lnTo>
                  <a:lnTo>
                    <a:pt x="7454769" y="25724"/>
                  </a:lnTo>
                  <a:lnTo>
                    <a:pt x="7549086" y="19731"/>
                  </a:lnTo>
                  <a:lnTo>
                    <a:pt x="7644260" y="14551"/>
                  </a:lnTo>
                  <a:lnTo>
                    <a:pt x="7736519" y="10203"/>
                  </a:lnTo>
                  <a:lnTo>
                    <a:pt x="7821459" y="6701"/>
                  </a:lnTo>
                  <a:lnTo>
                    <a:pt x="7894708" y="4037"/>
                  </a:lnTo>
                  <a:lnTo>
                    <a:pt x="7952804" y="2159"/>
                  </a:lnTo>
                  <a:lnTo>
                    <a:pt x="7994019" y="967"/>
                  </a:lnTo>
                  <a:lnTo>
                    <a:pt x="8018870" y="321"/>
                  </a:lnTo>
                  <a:lnTo>
                    <a:pt x="8030177" y="56"/>
                  </a:lnTo>
                  <a:lnTo>
                    <a:pt x="8032788" y="0"/>
                  </a:lnTo>
                  <a:lnTo>
                    <a:pt x="8032819" y="0"/>
                  </a:lnTo>
                  <a:lnTo>
                    <a:pt x="8554953" y="0"/>
                  </a:lnTo>
                  <a:lnTo>
                    <a:pt x="8554953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774" name="pl1774"/>
            <p:cNvSpPr/>
            <p:nvPr/>
          </p:nvSpPr>
          <p:spPr>
            <a:xfrm>
              <a:off x="386606" y="2591690"/>
              <a:ext cx="8554953" cy="2896998"/>
            </a:xfrm>
            <a:custGeom>
              <a:avLst/>
              <a:pathLst>
                <a:path w="8554953" h="2896998">
                  <a:moveTo>
                    <a:pt x="8554953" y="0"/>
                  </a:moveTo>
                  <a:lnTo>
                    <a:pt x="8032819" y="0"/>
                  </a:lnTo>
                  <a:lnTo>
                    <a:pt x="8031562" y="26"/>
                  </a:lnTo>
                  <a:lnTo>
                    <a:pt x="8023339" y="213"/>
                  </a:lnTo>
                  <a:lnTo>
                    <a:pt x="8002776" y="732"/>
                  </a:lnTo>
                  <a:lnTo>
                    <a:pt x="7966433" y="1751"/>
                  </a:lnTo>
                  <a:lnTo>
                    <a:pt x="7913117" y="3419"/>
                  </a:lnTo>
                  <a:lnTo>
                    <a:pt x="7843942" y="5849"/>
                  </a:lnTo>
                  <a:lnTo>
                    <a:pt x="7761945" y="9107"/>
                  </a:lnTo>
                  <a:lnTo>
                    <a:pt x="7671330" y="13211"/>
                  </a:lnTo>
                  <a:lnTo>
                    <a:pt x="7576572" y="18154"/>
                  </a:lnTo>
                  <a:lnTo>
                    <a:pt x="7481675" y="23914"/>
                  </a:lnTo>
                  <a:lnTo>
                    <a:pt x="7389726" y="30482"/>
                  </a:lnTo>
                  <a:lnTo>
                    <a:pt x="7302757" y="37868"/>
                  </a:lnTo>
                  <a:lnTo>
                    <a:pt x="7221834" y="46118"/>
                  </a:lnTo>
                  <a:lnTo>
                    <a:pt x="7147248" y="55311"/>
                  </a:lnTo>
                  <a:lnTo>
                    <a:pt x="7078741" y="65564"/>
                  </a:lnTo>
                  <a:lnTo>
                    <a:pt x="7015693" y="77024"/>
                  </a:lnTo>
                  <a:lnTo>
                    <a:pt x="6957277" y="89866"/>
                  </a:lnTo>
                  <a:lnTo>
                    <a:pt x="6902575" y="104276"/>
                  </a:lnTo>
                  <a:lnTo>
                    <a:pt x="6850660" y="120431"/>
                  </a:lnTo>
                  <a:lnTo>
                    <a:pt x="6800676" y="138456"/>
                  </a:lnTo>
                  <a:lnTo>
                    <a:pt x="6786527" y="144002"/>
                  </a:lnTo>
                  <a:lnTo>
                    <a:pt x="6735983" y="165372"/>
                  </a:lnTo>
                  <a:lnTo>
                    <a:pt x="6685931" y="188854"/>
                  </a:lnTo>
                  <a:lnTo>
                    <a:pt x="6635880" y="214482"/>
                  </a:lnTo>
                  <a:lnTo>
                    <a:pt x="6585489" y="242221"/>
                  </a:lnTo>
                  <a:lnTo>
                    <a:pt x="6534549" y="271963"/>
                  </a:lnTo>
                  <a:lnTo>
                    <a:pt x="6482966" y="303515"/>
                  </a:lnTo>
                  <a:lnTo>
                    <a:pt x="6430749" y="336607"/>
                  </a:lnTo>
                  <a:lnTo>
                    <a:pt x="6377994" y="370895"/>
                  </a:lnTo>
                  <a:lnTo>
                    <a:pt x="6324864" y="405973"/>
                  </a:lnTo>
                  <a:lnTo>
                    <a:pt x="6271567" y="441393"/>
                  </a:lnTo>
                  <a:lnTo>
                    <a:pt x="6218331" y="476689"/>
                  </a:lnTo>
                  <a:lnTo>
                    <a:pt x="6165376" y="511401"/>
                  </a:lnTo>
                  <a:lnTo>
                    <a:pt x="6112890" y="545103"/>
                  </a:lnTo>
                  <a:lnTo>
                    <a:pt x="6061002" y="577419"/>
                  </a:lnTo>
                  <a:lnTo>
                    <a:pt x="6009764" y="608041"/>
                  </a:lnTo>
                  <a:lnTo>
                    <a:pt x="5959133" y="636741"/>
                  </a:lnTo>
                  <a:lnTo>
                    <a:pt x="5908956" y="663371"/>
                  </a:lnTo>
                  <a:lnTo>
                    <a:pt x="5858956" y="687863"/>
                  </a:lnTo>
                  <a:lnTo>
                    <a:pt x="5808716" y="710218"/>
                  </a:lnTo>
                  <a:lnTo>
                    <a:pt x="5784835" y="720014"/>
                  </a:lnTo>
                  <a:lnTo>
                    <a:pt x="5735268" y="738586"/>
                  </a:lnTo>
                  <a:lnTo>
                    <a:pt x="5683992" y="755271"/>
                  </a:lnTo>
                  <a:lnTo>
                    <a:pt x="5630186" y="770167"/>
                  </a:lnTo>
                  <a:lnTo>
                    <a:pt x="5572937" y="783441"/>
                  </a:lnTo>
                  <a:lnTo>
                    <a:pt x="5511314" y="795281"/>
                  </a:lnTo>
                  <a:lnTo>
                    <a:pt x="5444455" y="805865"/>
                  </a:lnTo>
                  <a:lnTo>
                    <a:pt x="5371667" y="815351"/>
                  </a:lnTo>
                  <a:lnTo>
                    <a:pt x="5292568" y="823863"/>
                  </a:lnTo>
                  <a:lnTo>
                    <a:pt x="5207270" y="831492"/>
                  </a:lnTo>
                  <a:lnTo>
                    <a:pt x="5116593" y="838292"/>
                  </a:lnTo>
                  <a:lnTo>
                    <a:pt x="5022276" y="844285"/>
                  </a:lnTo>
                  <a:lnTo>
                    <a:pt x="4927102" y="849466"/>
                  </a:lnTo>
                  <a:lnTo>
                    <a:pt x="4834843" y="853814"/>
                  </a:lnTo>
                  <a:lnTo>
                    <a:pt x="4749903" y="857315"/>
                  </a:lnTo>
                  <a:lnTo>
                    <a:pt x="4676654" y="859979"/>
                  </a:lnTo>
                  <a:lnTo>
                    <a:pt x="4618558" y="861857"/>
                  </a:lnTo>
                  <a:lnTo>
                    <a:pt x="4577343" y="863049"/>
                  </a:lnTo>
                  <a:lnTo>
                    <a:pt x="4552491" y="863695"/>
                  </a:lnTo>
                  <a:lnTo>
                    <a:pt x="4541185" y="863960"/>
                  </a:lnTo>
                  <a:lnTo>
                    <a:pt x="4538574" y="864016"/>
                  </a:lnTo>
                  <a:lnTo>
                    <a:pt x="4538543" y="864017"/>
                  </a:lnTo>
                  <a:lnTo>
                    <a:pt x="4016409" y="864017"/>
                  </a:lnTo>
                  <a:lnTo>
                    <a:pt x="4015204" y="864076"/>
                  </a:lnTo>
                  <a:lnTo>
                    <a:pt x="4007317" y="864498"/>
                  </a:lnTo>
                  <a:lnTo>
                    <a:pt x="3987564" y="865666"/>
                  </a:lnTo>
                  <a:lnTo>
                    <a:pt x="3952578" y="867961"/>
                  </a:lnTo>
                  <a:lnTo>
                    <a:pt x="3901104" y="871723"/>
                  </a:lnTo>
                  <a:lnTo>
                    <a:pt x="3834072" y="877211"/>
                  </a:lnTo>
                  <a:lnTo>
                    <a:pt x="3754270" y="884582"/>
                  </a:lnTo>
                  <a:lnTo>
                    <a:pt x="3665658" y="893889"/>
                  </a:lnTo>
                  <a:lnTo>
                    <a:pt x="3572533" y="905116"/>
                  </a:lnTo>
                  <a:lnTo>
                    <a:pt x="3478816" y="918217"/>
                  </a:lnTo>
                  <a:lnTo>
                    <a:pt x="3387596" y="933163"/>
                  </a:lnTo>
                  <a:lnTo>
                    <a:pt x="3300969" y="949973"/>
                  </a:lnTo>
                  <a:lnTo>
                    <a:pt x="3220098" y="968732"/>
                  </a:lnTo>
                  <a:lnTo>
                    <a:pt x="3145378" y="989608"/>
                  </a:lnTo>
                  <a:lnTo>
                    <a:pt x="3076648" y="1012845"/>
                  </a:lnTo>
                  <a:lnTo>
                    <a:pt x="3013373" y="1038763"/>
                  </a:lnTo>
                  <a:lnTo>
                    <a:pt x="2954795" y="1067743"/>
                  </a:lnTo>
                  <a:lnTo>
                    <a:pt x="2900047" y="1100202"/>
                  </a:lnTo>
                  <a:lnTo>
                    <a:pt x="2848235" y="1136552"/>
                  </a:lnTo>
                  <a:lnTo>
                    <a:pt x="2798515" y="1177116"/>
                  </a:lnTo>
                  <a:lnTo>
                    <a:pt x="2770117" y="1202847"/>
                  </a:lnTo>
                  <a:lnTo>
                    <a:pt x="2728214" y="1244131"/>
                  </a:lnTo>
                  <a:lnTo>
                    <a:pt x="2686715" y="1288807"/>
                  </a:lnTo>
                  <a:lnTo>
                    <a:pt x="2645317" y="1336940"/>
                  </a:lnTo>
                  <a:lnTo>
                    <a:pt x="2603792" y="1388527"/>
                  </a:lnTo>
                  <a:lnTo>
                    <a:pt x="2561977" y="1443482"/>
                  </a:lnTo>
                  <a:lnTo>
                    <a:pt x="2519771" y="1501633"/>
                  </a:lnTo>
                  <a:lnTo>
                    <a:pt x="2477122" y="1562722"/>
                  </a:lnTo>
                  <a:lnTo>
                    <a:pt x="2434031" y="1626398"/>
                  </a:lnTo>
                  <a:lnTo>
                    <a:pt x="2390539" y="1692227"/>
                  </a:lnTo>
                  <a:lnTo>
                    <a:pt x="2346723" y="1759701"/>
                  </a:lnTo>
                  <a:lnTo>
                    <a:pt x="2302687" y="1828254"/>
                  </a:lnTo>
                  <a:lnTo>
                    <a:pt x="2258552" y="1897278"/>
                  </a:lnTo>
                  <a:lnTo>
                    <a:pt x="2214449" y="1966151"/>
                  </a:lnTo>
                  <a:lnTo>
                    <a:pt x="2170505" y="2034254"/>
                  </a:lnTo>
                  <a:lnTo>
                    <a:pt x="2126835" y="2100997"/>
                  </a:lnTo>
                  <a:lnTo>
                    <a:pt x="2083530" y="2165839"/>
                  </a:lnTo>
                  <a:lnTo>
                    <a:pt x="2040651" y="2228307"/>
                  </a:lnTo>
                  <a:lnTo>
                    <a:pt x="1998220" y="2288008"/>
                  </a:lnTo>
                  <a:lnTo>
                    <a:pt x="1956214" y="2344634"/>
                  </a:lnTo>
                  <a:lnTo>
                    <a:pt x="1914556" y="2397969"/>
                  </a:lnTo>
                  <a:lnTo>
                    <a:pt x="1873117" y="2447884"/>
                  </a:lnTo>
                  <a:lnTo>
                    <a:pt x="1831703" y="2494334"/>
                  </a:lnTo>
                  <a:lnTo>
                    <a:pt x="1790050" y="2537351"/>
                  </a:lnTo>
                  <a:lnTo>
                    <a:pt x="1768425" y="2558168"/>
                  </a:lnTo>
                  <a:lnTo>
                    <a:pt x="1719583" y="2601270"/>
                  </a:lnTo>
                  <a:lnTo>
                    <a:pt x="1669090" y="2640055"/>
                  </a:lnTo>
                  <a:lnTo>
                    <a:pt x="1616166" y="2674742"/>
                  </a:lnTo>
                  <a:lnTo>
                    <a:pt x="1559936" y="2705705"/>
                  </a:lnTo>
                  <a:lnTo>
                    <a:pt x="1499509" y="2733364"/>
                  </a:lnTo>
                  <a:lnTo>
                    <a:pt x="1434051" y="2758126"/>
                  </a:lnTo>
                  <a:lnTo>
                    <a:pt x="1362881" y="2780347"/>
                  </a:lnTo>
                  <a:lnTo>
                    <a:pt x="1285598" y="2800319"/>
                  </a:lnTo>
                  <a:lnTo>
                    <a:pt x="1202250" y="2818253"/>
                  </a:lnTo>
                  <a:lnTo>
                    <a:pt x="1113524" y="2834282"/>
                  </a:lnTo>
                  <a:lnTo>
                    <a:pt x="1020954" y="2848464"/>
                  </a:lnTo>
                  <a:lnTo>
                    <a:pt x="927054" y="2860792"/>
                  </a:lnTo>
                  <a:lnTo>
                    <a:pt x="835292" y="2871226"/>
                  </a:lnTo>
                  <a:lnTo>
                    <a:pt x="749818" y="2879728"/>
                  </a:lnTo>
                  <a:lnTo>
                    <a:pt x="674887" y="2886305"/>
                  </a:lnTo>
                  <a:lnTo>
                    <a:pt x="614072" y="2891052"/>
                  </a:lnTo>
                  <a:lnTo>
                    <a:pt x="569454" y="2894167"/>
                  </a:lnTo>
                  <a:lnTo>
                    <a:pt x="541073" y="2895949"/>
                  </a:lnTo>
                  <a:lnTo>
                    <a:pt x="526768" y="2896760"/>
                  </a:lnTo>
                  <a:lnTo>
                    <a:pt x="522380" y="2896987"/>
                  </a:lnTo>
                  <a:lnTo>
                    <a:pt x="522133" y="2896998"/>
                  </a:lnTo>
                  <a:lnTo>
                    <a:pt x="0" y="2896998"/>
                  </a:lnTo>
                  <a:lnTo>
                    <a:pt x="0" y="2896998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775" name="pg1775"/>
            <p:cNvSpPr/>
            <p:nvPr/>
          </p:nvSpPr>
          <p:spPr>
            <a:xfrm>
              <a:off x="386606" y="3608181"/>
              <a:ext cx="8554953" cy="1891802"/>
            </a:xfrm>
            <a:custGeom>
              <a:avLst/>
              <a:pathLst>
                <a:path w="8554953" h="1891802">
                  <a:moveTo>
                    <a:pt x="0" y="1891802"/>
                  </a:moveTo>
                  <a:lnTo>
                    <a:pt x="522133" y="1891802"/>
                  </a:lnTo>
                  <a:lnTo>
                    <a:pt x="523346" y="1891747"/>
                  </a:lnTo>
                  <a:lnTo>
                    <a:pt x="531288" y="1891352"/>
                  </a:lnTo>
                  <a:lnTo>
                    <a:pt x="551174" y="1890260"/>
                  </a:lnTo>
                  <a:lnTo>
                    <a:pt x="586382" y="1888116"/>
                  </a:lnTo>
                  <a:lnTo>
                    <a:pt x="638158" y="1884601"/>
                  </a:lnTo>
                  <a:lnTo>
                    <a:pt x="705542" y="1879474"/>
                  </a:lnTo>
                  <a:lnTo>
                    <a:pt x="785706" y="1872591"/>
                  </a:lnTo>
                  <a:lnTo>
                    <a:pt x="874651" y="1863903"/>
                  </a:lnTo>
                  <a:lnTo>
                    <a:pt x="968048" y="1853426"/>
                  </a:lnTo>
                  <a:lnTo>
                    <a:pt x="1061964" y="1841202"/>
                  </a:lnTo>
                  <a:lnTo>
                    <a:pt x="1153309" y="1827258"/>
                  </a:lnTo>
                  <a:lnTo>
                    <a:pt x="1239996" y="1811576"/>
                  </a:lnTo>
                  <a:lnTo>
                    <a:pt x="1320879" y="1794073"/>
                  </a:lnTo>
                  <a:lnTo>
                    <a:pt x="1395578" y="1774591"/>
                  </a:lnTo>
                  <a:lnTo>
                    <a:pt x="1464272" y="1752898"/>
                  </a:lnTo>
                  <a:lnTo>
                    <a:pt x="1527510" y="1728694"/>
                  </a:lnTo>
                  <a:lnTo>
                    <a:pt x="1586059" y="1701621"/>
                  </a:lnTo>
                  <a:lnTo>
                    <a:pt x="1640798" y="1671288"/>
                  </a:lnTo>
                  <a:lnTo>
                    <a:pt x="1692623" y="1637314"/>
                  </a:lnTo>
                  <a:lnTo>
                    <a:pt x="1742384" y="1599399"/>
                  </a:lnTo>
                  <a:lnTo>
                    <a:pt x="1768425" y="1577443"/>
                  </a:lnTo>
                  <a:lnTo>
                    <a:pt x="1811322" y="1538188"/>
                  </a:lnTo>
                  <a:lnTo>
                    <a:pt x="1853804" y="1495632"/>
                  </a:lnTo>
                  <a:lnTo>
                    <a:pt x="1896192" y="1449712"/>
                  </a:lnTo>
                  <a:lnTo>
                    <a:pt x="1938728" y="1400438"/>
                  </a:lnTo>
                  <a:lnTo>
                    <a:pt x="1981580" y="1347900"/>
                  </a:lnTo>
                  <a:lnTo>
                    <a:pt x="2024852" y="1292278"/>
                  </a:lnTo>
                  <a:lnTo>
                    <a:pt x="2068590" y="1233844"/>
                  </a:lnTo>
                  <a:lnTo>
                    <a:pt x="2112787" y="1172959"/>
                  </a:lnTo>
                  <a:lnTo>
                    <a:pt x="2157392" y="1110070"/>
                  </a:lnTo>
                  <a:lnTo>
                    <a:pt x="2202315" y="1045694"/>
                  </a:lnTo>
                  <a:lnTo>
                    <a:pt x="2247440" y="980408"/>
                  </a:lnTo>
                  <a:lnTo>
                    <a:pt x="2292632" y="914822"/>
                  </a:lnTo>
                  <a:lnTo>
                    <a:pt x="2337752" y="849556"/>
                  </a:lnTo>
                  <a:lnTo>
                    <a:pt x="2382666" y="785222"/>
                  </a:lnTo>
                  <a:lnTo>
                    <a:pt x="2427258" y="722393"/>
                  </a:lnTo>
                  <a:lnTo>
                    <a:pt x="2471441" y="661584"/>
                  </a:lnTo>
                  <a:lnTo>
                    <a:pt x="2515163" y="603239"/>
                  </a:lnTo>
                  <a:lnTo>
                    <a:pt x="2558419" y="547718"/>
                  </a:lnTo>
                  <a:lnTo>
                    <a:pt x="2601258" y="495288"/>
                  </a:lnTo>
                  <a:lnTo>
                    <a:pt x="2643786" y="446126"/>
                  </a:lnTo>
                  <a:lnTo>
                    <a:pt x="2686173" y="400321"/>
                  </a:lnTo>
                  <a:lnTo>
                    <a:pt x="2728663" y="357878"/>
                  </a:lnTo>
                  <a:lnTo>
                    <a:pt x="2770117" y="320006"/>
                  </a:lnTo>
                  <a:lnTo>
                    <a:pt x="2819079" y="279925"/>
                  </a:lnTo>
                  <a:lnTo>
                    <a:pt x="2869700" y="243869"/>
                  </a:lnTo>
                  <a:lnTo>
                    <a:pt x="2922769" y="211631"/>
                  </a:lnTo>
                  <a:lnTo>
                    <a:pt x="2979167" y="182863"/>
                  </a:lnTo>
                  <a:lnTo>
                    <a:pt x="3039791" y="157171"/>
                  </a:lnTo>
                  <a:lnTo>
                    <a:pt x="3105479" y="134175"/>
                  </a:lnTo>
                  <a:lnTo>
                    <a:pt x="3176914" y="113544"/>
                  </a:lnTo>
                  <a:lnTo>
                    <a:pt x="3254494" y="95006"/>
                  </a:lnTo>
                  <a:lnTo>
                    <a:pt x="3338164" y="78364"/>
                  </a:lnTo>
                  <a:lnTo>
                    <a:pt x="3427212" y="63496"/>
                  </a:lnTo>
                  <a:lnTo>
                    <a:pt x="3520073" y="50350"/>
                  </a:lnTo>
                  <a:lnTo>
                    <a:pt x="3614191" y="38933"/>
                  </a:lnTo>
                  <a:lnTo>
                    <a:pt x="3706046" y="29283"/>
                  </a:lnTo>
                  <a:lnTo>
                    <a:pt x="3791447" y="21435"/>
                  </a:lnTo>
                  <a:lnTo>
                    <a:pt x="3866117" y="15380"/>
                  </a:lnTo>
                  <a:lnTo>
                    <a:pt x="3926498" y="11026"/>
                  </a:lnTo>
                  <a:lnTo>
                    <a:pt x="3970562" y="8183"/>
                  </a:lnTo>
                  <a:lnTo>
                    <a:pt x="3998358" y="6571"/>
                  </a:lnTo>
                  <a:lnTo>
                    <a:pt x="4012153" y="5849"/>
                  </a:lnTo>
                  <a:lnTo>
                    <a:pt x="4016218" y="5655"/>
                  </a:lnTo>
                  <a:lnTo>
                    <a:pt x="4016409" y="5647"/>
                  </a:lnTo>
                  <a:lnTo>
                    <a:pt x="4538543" y="5647"/>
                  </a:lnTo>
                  <a:lnTo>
                    <a:pt x="4539776" y="5692"/>
                  </a:lnTo>
                  <a:lnTo>
                    <a:pt x="4547841" y="6014"/>
                  </a:lnTo>
                  <a:lnTo>
                    <a:pt x="4568025" y="6904"/>
                  </a:lnTo>
                  <a:lnTo>
                    <a:pt x="4603734" y="8653"/>
                  </a:lnTo>
                  <a:lnTo>
                    <a:pt x="4656190" y="11518"/>
                  </a:lnTo>
                  <a:lnTo>
                    <a:pt x="4724368" y="15695"/>
                  </a:lnTo>
                  <a:lnTo>
                    <a:pt x="4805344" y="21298"/>
                  </a:lnTo>
                  <a:lnTo>
                    <a:pt x="4895033" y="28366"/>
                  </a:lnTo>
                  <a:lnTo>
                    <a:pt x="4989038" y="36884"/>
                  </a:lnTo>
                  <a:lnTo>
                    <a:pt x="5083394" y="46817"/>
                  </a:lnTo>
                  <a:lnTo>
                    <a:pt x="5175012" y="58144"/>
                  </a:lnTo>
                  <a:lnTo>
                    <a:pt x="5261829" y="70884"/>
                  </a:lnTo>
                  <a:lnTo>
                    <a:pt x="5342734" y="85107"/>
                  </a:lnTo>
                  <a:lnTo>
                    <a:pt x="5417385" y="100947"/>
                  </a:lnTo>
                  <a:lnTo>
                    <a:pt x="5485997" y="118596"/>
                  </a:lnTo>
                  <a:lnTo>
                    <a:pt x="5549150" y="138304"/>
                  </a:lnTo>
                  <a:lnTo>
                    <a:pt x="5607638" y="160366"/>
                  </a:lnTo>
                  <a:lnTo>
                    <a:pt x="5662357" y="185102"/>
                  </a:lnTo>
                  <a:lnTo>
                    <a:pt x="5714218" y="212819"/>
                  </a:lnTo>
                  <a:lnTo>
                    <a:pt x="5764074" y="243748"/>
                  </a:lnTo>
                  <a:lnTo>
                    <a:pt x="5784835" y="257887"/>
                  </a:lnTo>
                  <a:lnTo>
                    <a:pt x="5830432" y="291469"/>
                  </a:lnTo>
                  <a:lnTo>
                    <a:pt x="5875585" y="328051"/>
                  </a:lnTo>
                  <a:lnTo>
                    <a:pt x="5920671" y="367687"/>
                  </a:lnTo>
                  <a:lnTo>
                    <a:pt x="5965965" y="410357"/>
                  </a:lnTo>
                  <a:lnTo>
                    <a:pt x="6011651" y="455952"/>
                  </a:lnTo>
                  <a:lnTo>
                    <a:pt x="6057835" y="504276"/>
                  </a:lnTo>
                  <a:lnTo>
                    <a:pt x="6104549" y="555036"/>
                  </a:lnTo>
                  <a:lnTo>
                    <a:pt x="6151762" y="607847"/>
                  </a:lnTo>
                  <a:lnTo>
                    <a:pt x="6199389" y="662246"/>
                  </a:lnTo>
                  <a:lnTo>
                    <a:pt x="6247304" y="717700"/>
                  </a:lnTo>
                  <a:lnTo>
                    <a:pt x="6295351" y="773631"/>
                  </a:lnTo>
                  <a:lnTo>
                    <a:pt x="6343365" y="829442"/>
                  </a:lnTo>
                  <a:lnTo>
                    <a:pt x="6391181" y="884538"/>
                  </a:lnTo>
                  <a:lnTo>
                    <a:pt x="6438655" y="938359"/>
                  </a:lnTo>
                  <a:lnTo>
                    <a:pt x="6485674" y="990396"/>
                  </a:lnTo>
                  <a:lnTo>
                    <a:pt x="6532175" y="1040217"/>
                  </a:lnTo>
                  <a:lnTo>
                    <a:pt x="6578152" y="1087473"/>
                  </a:lnTo>
                  <a:lnTo>
                    <a:pt x="6623663" y="1131909"/>
                  </a:lnTo>
                  <a:lnTo>
                    <a:pt x="6668846" y="1173366"/>
                  </a:lnTo>
                  <a:lnTo>
                    <a:pt x="6713920" y="1211771"/>
                  </a:lnTo>
                  <a:lnTo>
                    <a:pt x="6759200" y="1247135"/>
                  </a:lnTo>
                  <a:lnTo>
                    <a:pt x="6786527" y="1266848"/>
                  </a:lnTo>
                  <a:lnTo>
                    <a:pt x="6835757" y="1299174"/>
                  </a:lnTo>
                  <a:lnTo>
                    <a:pt x="6886669" y="1328235"/>
                  </a:lnTo>
                  <a:lnTo>
                    <a:pt x="6940064" y="1354203"/>
                  </a:lnTo>
                  <a:lnTo>
                    <a:pt x="6996838" y="1377361"/>
                  </a:lnTo>
                  <a:lnTo>
                    <a:pt x="7057903" y="1398032"/>
                  </a:lnTo>
                  <a:lnTo>
                    <a:pt x="7124109" y="1416522"/>
                  </a:lnTo>
                  <a:lnTo>
                    <a:pt x="7196143" y="1433104"/>
                  </a:lnTo>
                  <a:lnTo>
                    <a:pt x="7274394" y="1447995"/>
                  </a:lnTo>
                  <a:lnTo>
                    <a:pt x="7358785" y="1461353"/>
                  </a:lnTo>
                  <a:lnTo>
                    <a:pt x="7448556" y="1473275"/>
                  </a:lnTo>
                  <a:lnTo>
                    <a:pt x="7542067" y="1483801"/>
                  </a:lnTo>
                  <a:lnTo>
                    <a:pt x="7636662" y="1492924"/>
                  </a:lnTo>
                  <a:lnTo>
                    <a:pt x="7728711" y="1500612"/>
                  </a:lnTo>
                  <a:lnTo>
                    <a:pt x="7813926" y="1506837"/>
                  </a:lnTo>
                  <a:lnTo>
                    <a:pt x="7887987" y="1511611"/>
                  </a:lnTo>
                  <a:lnTo>
                    <a:pt x="7947372" y="1515014"/>
                  </a:lnTo>
                  <a:lnTo>
                    <a:pt x="7990182" y="1517209"/>
                  </a:lnTo>
                  <a:lnTo>
                    <a:pt x="8016668" y="1518430"/>
                  </a:lnTo>
                  <a:lnTo>
                    <a:pt x="8029340" y="1518957"/>
                  </a:lnTo>
                  <a:lnTo>
                    <a:pt x="8032819" y="1519089"/>
                  </a:lnTo>
                  <a:lnTo>
                    <a:pt x="8554953" y="1519089"/>
                  </a:lnTo>
                  <a:lnTo>
                    <a:pt x="8554953" y="1513441"/>
                  </a:lnTo>
                  <a:lnTo>
                    <a:pt x="8032819" y="1513441"/>
                  </a:lnTo>
                  <a:lnTo>
                    <a:pt x="8031586" y="1513396"/>
                  </a:lnTo>
                  <a:lnTo>
                    <a:pt x="8023521" y="1513074"/>
                  </a:lnTo>
                  <a:lnTo>
                    <a:pt x="8003337" y="1512184"/>
                  </a:lnTo>
                  <a:lnTo>
                    <a:pt x="7967628" y="1510435"/>
                  </a:lnTo>
                  <a:lnTo>
                    <a:pt x="7915171" y="1507570"/>
                  </a:lnTo>
                  <a:lnTo>
                    <a:pt x="7846994" y="1503393"/>
                  </a:lnTo>
                  <a:lnTo>
                    <a:pt x="7766017" y="1497790"/>
                  </a:lnTo>
                  <a:lnTo>
                    <a:pt x="7676329" y="1490722"/>
                  </a:lnTo>
                  <a:lnTo>
                    <a:pt x="7582324" y="1482204"/>
                  </a:lnTo>
                  <a:lnTo>
                    <a:pt x="7487968" y="1472271"/>
                  </a:lnTo>
                  <a:lnTo>
                    <a:pt x="7396350" y="1460944"/>
                  </a:lnTo>
                  <a:lnTo>
                    <a:pt x="7309533" y="1448204"/>
                  </a:lnTo>
                  <a:lnTo>
                    <a:pt x="7228628" y="1433981"/>
                  </a:lnTo>
                  <a:lnTo>
                    <a:pt x="7153977" y="1418141"/>
                  </a:lnTo>
                  <a:lnTo>
                    <a:pt x="7085365" y="1400492"/>
                  </a:lnTo>
                  <a:lnTo>
                    <a:pt x="7022212" y="1380784"/>
                  </a:lnTo>
                  <a:lnTo>
                    <a:pt x="6963724" y="1358722"/>
                  </a:lnTo>
                  <a:lnTo>
                    <a:pt x="6909005" y="1333986"/>
                  </a:lnTo>
                  <a:lnTo>
                    <a:pt x="6857144" y="1306269"/>
                  </a:lnTo>
                  <a:lnTo>
                    <a:pt x="6807287" y="1275340"/>
                  </a:lnTo>
                  <a:lnTo>
                    <a:pt x="6786527" y="1261201"/>
                  </a:lnTo>
                  <a:lnTo>
                    <a:pt x="6740930" y="1227619"/>
                  </a:lnTo>
                  <a:lnTo>
                    <a:pt x="6695777" y="1191037"/>
                  </a:lnTo>
                  <a:lnTo>
                    <a:pt x="6650691" y="1151401"/>
                  </a:lnTo>
                  <a:lnTo>
                    <a:pt x="6605397" y="1108731"/>
                  </a:lnTo>
                  <a:lnTo>
                    <a:pt x="6559711" y="1063136"/>
                  </a:lnTo>
                  <a:lnTo>
                    <a:pt x="6513527" y="1014812"/>
                  </a:lnTo>
                  <a:lnTo>
                    <a:pt x="6466812" y="964052"/>
                  </a:lnTo>
                  <a:lnTo>
                    <a:pt x="6419600" y="911241"/>
                  </a:lnTo>
                  <a:lnTo>
                    <a:pt x="6371973" y="856842"/>
                  </a:lnTo>
                  <a:lnTo>
                    <a:pt x="6324058" y="801388"/>
                  </a:lnTo>
                  <a:lnTo>
                    <a:pt x="6276011" y="745457"/>
                  </a:lnTo>
                  <a:lnTo>
                    <a:pt x="6227997" y="689646"/>
                  </a:lnTo>
                  <a:lnTo>
                    <a:pt x="6180181" y="634550"/>
                  </a:lnTo>
                  <a:lnTo>
                    <a:pt x="6132707" y="580729"/>
                  </a:lnTo>
                  <a:lnTo>
                    <a:pt x="6085688" y="528692"/>
                  </a:lnTo>
                  <a:lnTo>
                    <a:pt x="6039186" y="478871"/>
                  </a:lnTo>
                  <a:lnTo>
                    <a:pt x="5993210" y="431615"/>
                  </a:lnTo>
                  <a:lnTo>
                    <a:pt x="5947699" y="387179"/>
                  </a:lnTo>
                  <a:lnTo>
                    <a:pt x="5902516" y="345722"/>
                  </a:lnTo>
                  <a:lnTo>
                    <a:pt x="5857442" y="307317"/>
                  </a:lnTo>
                  <a:lnTo>
                    <a:pt x="5812162" y="271953"/>
                  </a:lnTo>
                  <a:lnTo>
                    <a:pt x="5784835" y="252240"/>
                  </a:lnTo>
                  <a:lnTo>
                    <a:pt x="5735605" y="219914"/>
                  </a:lnTo>
                  <a:lnTo>
                    <a:pt x="5684693" y="190853"/>
                  </a:lnTo>
                  <a:lnTo>
                    <a:pt x="5631298" y="164885"/>
                  </a:lnTo>
                  <a:lnTo>
                    <a:pt x="5574524" y="141727"/>
                  </a:lnTo>
                  <a:lnTo>
                    <a:pt x="5513459" y="121056"/>
                  </a:lnTo>
                  <a:lnTo>
                    <a:pt x="5447253" y="102566"/>
                  </a:lnTo>
                  <a:lnTo>
                    <a:pt x="5375219" y="85984"/>
                  </a:lnTo>
                  <a:lnTo>
                    <a:pt x="5296968" y="71093"/>
                  </a:lnTo>
                  <a:lnTo>
                    <a:pt x="5212577" y="57735"/>
                  </a:lnTo>
                  <a:lnTo>
                    <a:pt x="5122806" y="45813"/>
                  </a:lnTo>
                  <a:lnTo>
                    <a:pt x="5029295" y="35287"/>
                  </a:lnTo>
                  <a:lnTo>
                    <a:pt x="4934700" y="26164"/>
                  </a:lnTo>
                  <a:lnTo>
                    <a:pt x="4842651" y="18476"/>
                  </a:lnTo>
                  <a:lnTo>
                    <a:pt x="4757436" y="12251"/>
                  </a:lnTo>
                  <a:lnTo>
                    <a:pt x="4683375" y="7477"/>
                  </a:lnTo>
                  <a:lnTo>
                    <a:pt x="4623990" y="4074"/>
                  </a:lnTo>
                  <a:lnTo>
                    <a:pt x="4581180" y="1879"/>
                  </a:lnTo>
                  <a:lnTo>
                    <a:pt x="4554694" y="658"/>
                  </a:lnTo>
                  <a:lnTo>
                    <a:pt x="4542022" y="131"/>
                  </a:lnTo>
                  <a:lnTo>
                    <a:pt x="4538543" y="0"/>
                  </a:lnTo>
                  <a:lnTo>
                    <a:pt x="4016409" y="0"/>
                  </a:lnTo>
                  <a:lnTo>
                    <a:pt x="4015196" y="55"/>
                  </a:lnTo>
                  <a:lnTo>
                    <a:pt x="4007254" y="450"/>
                  </a:lnTo>
                  <a:lnTo>
                    <a:pt x="3987369" y="1541"/>
                  </a:lnTo>
                  <a:lnTo>
                    <a:pt x="3952161" y="3685"/>
                  </a:lnTo>
                  <a:lnTo>
                    <a:pt x="3900384" y="7200"/>
                  </a:lnTo>
                  <a:lnTo>
                    <a:pt x="3833000" y="12327"/>
                  </a:lnTo>
                  <a:lnTo>
                    <a:pt x="3752836" y="19210"/>
                  </a:lnTo>
                  <a:lnTo>
                    <a:pt x="3663891" y="27899"/>
                  </a:lnTo>
                  <a:lnTo>
                    <a:pt x="3570494" y="38376"/>
                  </a:lnTo>
                  <a:lnTo>
                    <a:pt x="3476578" y="50600"/>
                  </a:lnTo>
                  <a:lnTo>
                    <a:pt x="3385233" y="64543"/>
                  </a:lnTo>
                  <a:lnTo>
                    <a:pt x="3298546" y="80225"/>
                  </a:lnTo>
                  <a:lnTo>
                    <a:pt x="3217663" y="97728"/>
                  </a:lnTo>
                  <a:lnTo>
                    <a:pt x="3142964" y="117211"/>
                  </a:lnTo>
                  <a:lnTo>
                    <a:pt x="3074270" y="138903"/>
                  </a:lnTo>
                  <a:lnTo>
                    <a:pt x="3011032" y="163107"/>
                  </a:lnTo>
                  <a:lnTo>
                    <a:pt x="2952483" y="190180"/>
                  </a:lnTo>
                  <a:lnTo>
                    <a:pt x="2897745" y="220513"/>
                  </a:lnTo>
                  <a:lnTo>
                    <a:pt x="2845919" y="254488"/>
                  </a:lnTo>
                  <a:lnTo>
                    <a:pt x="2796158" y="292402"/>
                  </a:lnTo>
                  <a:lnTo>
                    <a:pt x="2770117" y="314359"/>
                  </a:lnTo>
                  <a:lnTo>
                    <a:pt x="2727220" y="353614"/>
                  </a:lnTo>
                  <a:lnTo>
                    <a:pt x="2684738" y="396169"/>
                  </a:lnTo>
                  <a:lnTo>
                    <a:pt x="2642350" y="442089"/>
                  </a:lnTo>
                  <a:lnTo>
                    <a:pt x="2599814" y="491363"/>
                  </a:lnTo>
                  <a:lnTo>
                    <a:pt x="2556962" y="543901"/>
                  </a:lnTo>
                  <a:lnTo>
                    <a:pt x="2513690" y="599523"/>
                  </a:lnTo>
                  <a:lnTo>
                    <a:pt x="2469952" y="657957"/>
                  </a:lnTo>
                  <a:lnTo>
                    <a:pt x="2425755" y="718842"/>
                  </a:lnTo>
                  <a:lnTo>
                    <a:pt x="2381150" y="781732"/>
                  </a:lnTo>
                  <a:lnTo>
                    <a:pt x="2336227" y="846107"/>
                  </a:lnTo>
                  <a:lnTo>
                    <a:pt x="2291102" y="911393"/>
                  </a:lnTo>
                  <a:lnTo>
                    <a:pt x="2245910" y="976980"/>
                  </a:lnTo>
                  <a:lnTo>
                    <a:pt x="2200790" y="1042245"/>
                  </a:lnTo>
                  <a:lnTo>
                    <a:pt x="2155876" y="1106579"/>
                  </a:lnTo>
                  <a:lnTo>
                    <a:pt x="2111284" y="1169409"/>
                  </a:lnTo>
                  <a:lnTo>
                    <a:pt x="2067101" y="1230218"/>
                  </a:lnTo>
                  <a:lnTo>
                    <a:pt x="2023380" y="1288562"/>
                  </a:lnTo>
                  <a:lnTo>
                    <a:pt x="1980123" y="1344083"/>
                  </a:lnTo>
                  <a:lnTo>
                    <a:pt x="1937284" y="1396513"/>
                  </a:lnTo>
                  <a:lnTo>
                    <a:pt x="1894756" y="1445675"/>
                  </a:lnTo>
                  <a:lnTo>
                    <a:pt x="1852369" y="1491480"/>
                  </a:lnTo>
                  <a:lnTo>
                    <a:pt x="1809879" y="1533923"/>
                  </a:lnTo>
                  <a:lnTo>
                    <a:pt x="1768425" y="1571795"/>
                  </a:lnTo>
                  <a:lnTo>
                    <a:pt x="1719463" y="1611876"/>
                  </a:lnTo>
                  <a:lnTo>
                    <a:pt x="1668842" y="1647932"/>
                  </a:lnTo>
                  <a:lnTo>
                    <a:pt x="1615773" y="1680170"/>
                  </a:lnTo>
                  <a:lnTo>
                    <a:pt x="1559375" y="1708939"/>
                  </a:lnTo>
                  <a:lnTo>
                    <a:pt x="1498752" y="1734631"/>
                  </a:lnTo>
                  <a:lnTo>
                    <a:pt x="1433063" y="1757626"/>
                  </a:lnTo>
                  <a:lnTo>
                    <a:pt x="1361628" y="1778258"/>
                  </a:lnTo>
                  <a:lnTo>
                    <a:pt x="1284048" y="1796796"/>
                  </a:lnTo>
                  <a:lnTo>
                    <a:pt x="1200378" y="1813438"/>
                  </a:lnTo>
                  <a:lnTo>
                    <a:pt x="1111330" y="1828305"/>
                  </a:lnTo>
                  <a:lnTo>
                    <a:pt x="1018469" y="1841451"/>
                  </a:lnTo>
                  <a:lnTo>
                    <a:pt x="924351" y="1852868"/>
                  </a:lnTo>
                  <a:lnTo>
                    <a:pt x="832496" y="1862518"/>
                  </a:lnTo>
                  <a:lnTo>
                    <a:pt x="747095" y="1870366"/>
                  </a:lnTo>
                  <a:lnTo>
                    <a:pt x="672425" y="1876422"/>
                  </a:lnTo>
                  <a:lnTo>
                    <a:pt x="612044" y="1880776"/>
                  </a:lnTo>
                  <a:lnTo>
                    <a:pt x="567980" y="1883618"/>
                  </a:lnTo>
                  <a:lnTo>
                    <a:pt x="540184" y="1885230"/>
                  </a:lnTo>
                  <a:lnTo>
                    <a:pt x="526389" y="1885953"/>
                  </a:lnTo>
                  <a:lnTo>
                    <a:pt x="522324" y="1886146"/>
                  </a:lnTo>
                  <a:lnTo>
                    <a:pt x="522133" y="1886155"/>
                  </a:lnTo>
                  <a:lnTo>
                    <a:pt x="0" y="1886155"/>
                  </a:lnTo>
                  <a:close/>
                </a:path>
              </a:pathLst>
            </a:custGeom>
            <a:solidFill>
              <a:srgbClr val="B497D6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1776" name="pl1776"/>
            <p:cNvSpPr/>
            <p:nvPr/>
          </p:nvSpPr>
          <p:spPr>
            <a:xfrm>
              <a:off x="386606" y="3613828"/>
              <a:ext cx="8554953" cy="1886155"/>
            </a:xfrm>
            <a:custGeom>
              <a:avLst/>
              <a:pathLst>
                <a:path w="8554953" h="1886155">
                  <a:moveTo>
                    <a:pt x="0" y="1886155"/>
                  </a:moveTo>
                  <a:lnTo>
                    <a:pt x="522133" y="1886155"/>
                  </a:lnTo>
                  <a:lnTo>
                    <a:pt x="523346" y="1886099"/>
                  </a:lnTo>
                  <a:lnTo>
                    <a:pt x="531288" y="1885705"/>
                  </a:lnTo>
                  <a:lnTo>
                    <a:pt x="551174" y="1884613"/>
                  </a:lnTo>
                  <a:lnTo>
                    <a:pt x="586382" y="1882469"/>
                  </a:lnTo>
                  <a:lnTo>
                    <a:pt x="638158" y="1878954"/>
                  </a:lnTo>
                  <a:lnTo>
                    <a:pt x="705542" y="1873827"/>
                  </a:lnTo>
                  <a:lnTo>
                    <a:pt x="785706" y="1866944"/>
                  </a:lnTo>
                  <a:lnTo>
                    <a:pt x="874651" y="1858256"/>
                  </a:lnTo>
                  <a:lnTo>
                    <a:pt x="968048" y="1847779"/>
                  </a:lnTo>
                  <a:lnTo>
                    <a:pt x="1061964" y="1835555"/>
                  </a:lnTo>
                  <a:lnTo>
                    <a:pt x="1153309" y="1821611"/>
                  </a:lnTo>
                  <a:lnTo>
                    <a:pt x="1239996" y="1805929"/>
                  </a:lnTo>
                  <a:lnTo>
                    <a:pt x="1320879" y="1788426"/>
                  </a:lnTo>
                  <a:lnTo>
                    <a:pt x="1395578" y="1768944"/>
                  </a:lnTo>
                  <a:lnTo>
                    <a:pt x="1464272" y="1747251"/>
                  </a:lnTo>
                  <a:lnTo>
                    <a:pt x="1527510" y="1723047"/>
                  </a:lnTo>
                  <a:lnTo>
                    <a:pt x="1586059" y="1695974"/>
                  </a:lnTo>
                  <a:lnTo>
                    <a:pt x="1640798" y="1665641"/>
                  </a:lnTo>
                  <a:lnTo>
                    <a:pt x="1692623" y="1631666"/>
                  </a:lnTo>
                  <a:lnTo>
                    <a:pt x="1742384" y="1593752"/>
                  </a:lnTo>
                  <a:lnTo>
                    <a:pt x="1768425" y="1571795"/>
                  </a:lnTo>
                  <a:lnTo>
                    <a:pt x="1811322" y="1532541"/>
                  </a:lnTo>
                  <a:lnTo>
                    <a:pt x="1853804" y="1489985"/>
                  </a:lnTo>
                  <a:lnTo>
                    <a:pt x="1896192" y="1444065"/>
                  </a:lnTo>
                  <a:lnTo>
                    <a:pt x="1938728" y="1394791"/>
                  </a:lnTo>
                  <a:lnTo>
                    <a:pt x="1981580" y="1342253"/>
                  </a:lnTo>
                  <a:lnTo>
                    <a:pt x="2024852" y="1286631"/>
                  </a:lnTo>
                  <a:lnTo>
                    <a:pt x="2068590" y="1228197"/>
                  </a:lnTo>
                  <a:lnTo>
                    <a:pt x="2112787" y="1167312"/>
                  </a:lnTo>
                  <a:lnTo>
                    <a:pt x="2157392" y="1104423"/>
                  </a:lnTo>
                  <a:lnTo>
                    <a:pt x="2202315" y="1040047"/>
                  </a:lnTo>
                  <a:lnTo>
                    <a:pt x="2247440" y="974761"/>
                  </a:lnTo>
                  <a:lnTo>
                    <a:pt x="2292632" y="909174"/>
                  </a:lnTo>
                  <a:lnTo>
                    <a:pt x="2337752" y="843909"/>
                  </a:lnTo>
                  <a:lnTo>
                    <a:pt x="2382666" y="779575"/>
                  </a:lnTo>
                  <a:lnTo>
                    <a:pt x="2427258" y="716745"/>
                  </a:lnTo>
                  <a:lnTo>
                    <a:pt x="2471441" y="655937"/>
                  </a:lnTo>
                  <a:lnTo>
                    <a:pt x="2515163" y="597592"/>
                  </a:lnTo>
                  <a:lnTo>
                    <a:pt x="2558419" y="542071"/>
                  </a:lnTo>
                  <a:lnTo>
                    <a:pt x="2601258" y="489641"/>
                  </a:lnTo>
                  <a:lnTo>
                    <a:pt x="2643786" y="440479"/>
                  </a:lnTo>
                  <a:lnTo>
                    <a:pt x="2686173" y="394674"/>
                  </a:lnTo>
                  <a:lnTo>
                    <a:pt x="2728663" y="352231"/>
                  </a:lnTo>
                  <a:lnTo>
                    <a:pt x="2770117" y="314359"/>
                  </a:lnTo>
                  <a:lnTo>
                    <a:pt x="2819079" y="274278"/>
                  </a:lnTo>
                  <a:lnTo>
                    <a:pt x="2869700" y="238222"/>
                  </a:lnTo>
                  <a:lnTo>
                    <a:pt x="2922769" y="205984"/>
                  </a:lnTo>
                  <a:lnTo>
                    <a:pt x="2979167" y="177216"/>
                  </a:lnTo>
                  <a:lnTo>
                    <a:pt x="3039791" y="151523"/>
                  </a:lnTo>
                  <a:lnTo>
                    <a:pt x="3105479" y="128528"/>
                  </a:lnTo>
                  <a:lnTo>
                    <a:pt x="3176914" y="107896"/>
                  </a:lnTo>
                  <a:lnTo>
                    <a:pt x="3254494" y="89358"/>
                  </a:lnTo>
                  <a:lnTo>
                    <a:pt x="3338164" y="72717"/>
                  </a:lnTo>
                  <a:lnTo>
                    <a:pt x="3427212" y="57849"/>
                  </a:lnTo>
                  <a:lnTo>
                    <a:pt x="3520073" y="44703"/>
                  </a:lnTo>
                  <a:lnTo>
                    <a:pt x="3614191" y="33286"/>
                  </a:lnTo>
                  <a:lnTo>
                    <a:pt x="3706046" y="23636"/>
                  </a:lnTo>
                  <a:lnTo>
                    <a:pt x="3791447" y="15788"/>
                  </a:lnTo>
                  <a:lnTo>
                    <a:pt x="3866117" y="9732"/>
                  </a:lnTo>
                  <a:lnTo>
                    <a:pt x="3926498" y="5379"/>
                  </a:lnTo>
                  <a:lnTo>
                    <a:pt x="3970562" y="2536"/>
                  </a:lnTo>
                  <a:lnTo>
                    <a:pt x="3998358" y="924"/>
                  </a:lnTo>
                  <a:lnTo>
                    <a:pt x="4012153" y="201"/>
                  </a:lnTo>
                  <a:lnTo>
                    <a:pt x="4016218" y="8"/>
                  </a:lnTo>
                  <a:lnTo>
                    <a:pt x="4016409" y="0"/>
                  </a:lnTo>
                  <a:lnTo>
                    <a:pt x="4538543" y="0"/>
                  </a:lnTo>
                  <a:lnTo>
                    <a:pt x="4539776" y="45"/>
                  </a:lnTo>
                  <a:lnTo>
                    <a:pt x="4547841" y="367"/>
                  </a:lnTo>
                  <a:lnTo>
                    <a:pt x="4568025" y="1257"/>
                  </a:lnTo>
                  <a:lnTo>
                    <a:pt x="4603734" y="3005"/>
                  </a:lnTo>
                  <a:lnTo>
                    <a:pt x="4656190" y="5871"/>
                  </a:lnTo>
                  <a:lnTo>
                    <a:pt x="4724368" y="10048"/>
                  </a:lnTo>
                  <a:lnTo>
                    <a:pt x="4805344" y="15651"/>
                  </a:lnTo>
                  <a:lnTo>
                    <a:pt x="4895033" y="22719"/>
                  </a:lnTo>
                  <a:lnTo>
                    <a:pt x="4989038" y="31237"/>
                  </a:lnTo>
                  <a:lnTo>
                    <a:pt x="5083394" y="41170"/>
                  </a:lnTo>
                  <a:lnTo>
                    <a:pt x="5175012" y="52497"/>
                  </a:lnTo>
                  <a:lnTo>
                    <a:pt x="5261829" y="65237"/>
                  </a:lnTo>
                  <a:lnTo>
                    <a:pt x="5342734" y="79460"/>
                  </a:lnTo>
                  <a:lnTo>
                    <a:pt x="5417385" y="95300"/>
                  </a:lnTo>
                  <a:lnTo>
                    <a:pt x="5485997" y="112949"/>
                  </a:lnTo>
                  <a:lnTo>
                    <a:pt x="5549150" y="132657"/>
                  </a:lnTo>
                  <a:lnTo>
                    <a:pt x="5607638" y="154719"/>
                  </a:lnTo>
                  <a:lnTo>
                    <a:pt x="5662357" y="179455"/>
                  </a:lnTo>
                  <a:lnTo>
                    <a:pt x="5714218" y="207171"/>
                  </a:lnTo>
                  <a:lnTo>
                    <a:pt x="5764074" y="238101"/>
                  </a:lnTo>
                  <a:lnTo>
                    <a:pt x="5784835" y="252240"/>
                  </a:lnTo>
                  <a:lnTo>
                    <a:pt x="5830432" y="285822"/>
                  </a:lnTo>
                  <a:lnTo>
                    <a:pt x="5875585" y="322404"/>
                  </a:lnTo>
                  <a:lnTo>
                    <a:pt x="5920671" y="362040"/>
                  </a:lnTo>
                  <a:lnTo>
                    <a:pt x="5965965" y="404709"/>
                  </a:lnTo>
                  <a:lnTo>
                    <a:pt x="6011651" y="450305"/>
                  </a:lnTo>
                  <a:lnTo>
                    <a:pt x="6057835" y="498629"/>
                  </a:lnTo>
                  <a:lnTo>
                    <a:pt x="6104549" y="549389"/>
                  </a:lnTo>
                  <a:lnTo>
                    <a:pt x="6151762" y="602200"/>
                  </a:lnTo>
                  <a:lnTo>
                    <a:pt x="6199389" y="656599"/>
                  </a:lnTo>
                  <a:lnTo>
                    <a:pt x="6247304" y="712053"/>
                  </a:lnTo>
                  <a:lnTo>
                    <a:pt x="6295351" y="767984"/>
                  </a:lnTo>
                  <a:lnTo>
                    <a:pt x="6343365" y="823795"/>
                  </a:lnTo>
                  <a:lnTo>
                    <a:pt x="6391181" y="878891"/>
                  </a:lnTo>
                  <a:lnTo>
                    <a:pt x="6438655" y="932712"/>
                  </a:lnTo>
                  <a:lnTo>
                    <a:pt x="6485674" y="984749"/>
                  </a:lnTo>
                  <a:lnTo>
                    <a:pt x="6532175" y="1034570"/>
                  </a:lnTo>
                  <a:lnTo>
                    <a:pt x="6578152" y="1081826"/>
                  </a:lnTo>
                  <a:lnTo>
                    <a:pt x="6623663" y="1126262"/>
                  </a:lnTo>
                  <a:lnTo>
                    <a:pt x="6668846" y="1167719"/>
                  </a:lnTo>
                  <a:lnTo>
                    <a:pt x="6713920" y="1206124"/>
                  </a:lnTo>
                  <a:lnTo>
                    <a:pt x="6759200" y="1241488"/>
                  </a:lnTo>
                  <a:lnTo>
                    <a:pt x="6786527" y="1261201"/>
                  </a:lnTo>
                  <a:lnTo>
                    <a:pt x="6835757" y="1293527"/>
                  </a:lnTo>
                  <a:lnTo>
                    <a:pt x="6886669" y="1322588"/>
                  </a:lnTo>
                  <a:lnTo>
                    <a:pt x="6940064" y="1348555"/>
                  </a:lnTo>
                  <a:lnTo>
                    <a:pt x="6996838" y="1371714"/>
                  </a:lnTo>
                  <a:lnTo>
                    <a:pt x="7057903" y="1392384"/>
                  </a:lnTo>
                  <a:lnTo>
                    <a:pt x="7124109" y="1410875"/>
                  </a:lnTo>
                  <a:lnTo>
                    <a:pt x="7196143" y="1427457"/>
                  </a:lnTo>
                  <a:lnTo>
                    <a:pt x="7274394" y="1442347"/>
                  </a:lnTo>
                  <a:lnTo>
                    <a:pt x="7358785" y="1455705"/>
                  </a:lnTo>
                  <a:lnTo>
                    <a:pt x="7448556" y="1467628"/>
                  </a:lnTo>
                  <a:lnTo>
                    <a:pt x="7542067" y="1478154"/>
                  </a:lnTo>
                  <a:lnTo>
                    <a:pt x="7636662" y="1487277"/>
                  </a:lnTo>
                  <a:lnTo>
                    <a:pt x="7728711" y="1494965"/>
                  </a:lnTo>
                  <a:lnTo>
                    <a:pt x="7813926" y="1501190"/>
                  </a:lnTo>
                  <a:lnTo>
                    <a:pt x="7887987" y="1505964"/>
                  </a:lnTo>
                  <a:lnTo>
                    <a:pt x="7947372" y="1509367"/>
                  </a:lnTo>
                  <a:lnTo>
                    <a:pt x="7990182" y="1511562"/>
                  </a:lnTo>
                  <a:lnTo>
                    <a:pt x="8016668" y="1512783"/>
                  </a:lnTo>
                  <a:lnTo>
                    <a:pt x="8029340" y="1513310"/>
                  </a:lnTo>
                  <a:lnTo>
                    <a:pt x="8032721" y="1513438"/>
                  </a:lnTo>
                  <a:lnTo>
                    <a:pt x="8032819" y="1513441"/>
                  </a:lnTo>
                  <a:lnTo>
                    <a:pt x="8554953" y="1513441"/>
                  </a:lnTo>
                  <a:lnTo>
                    <a:pt x="8554953" y="1513441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777" name="pl1777"/>
            <p:cNvSpPr/>
            <p:nvPr/>
          </p:nvSpPr>
          <p:spPr>
            <a:xfrm>
              <a:off x="386606" y="3608181"/>
              <a:ext cx="8554953" cy="1886155"/>
            </a:xfrm>
            <a:custGeom>
              <a:avLst/>
              <a:pathLst>
                <a:path w="8554953" h="1886155">
                  <a:moveTo>
                    <a:pt x="8554953" y="1513441"/>
                  </a:moveTo>
                  <a:lnTo>
                    <a:pt x="8032819" y="1513441"/>
                  </a:lnTo>
                  <a:lnTo>
                    <a:pt x="8031586" y="1513396"/>
                  </a:lnTo>
                  <a:lnTo>
                    <a:pt x="8023521" y="1513074"/>
                  </a:lnTo>
                  <a:lnTo>
                    <a:pt x="8003337" y="1512184"/>
                  </a:lnTo>
                  <a:lnTo>
                    <a:pt x="7967628" y="1510435"/>
                  </a:lnTo>
                  <a:lnTo>
                    <a:pt x="7915171" y="1507570"/>
                  </a:lnTo>
                  <a:lnTo>
                    <a:pt x="7846994" y="1503393"/>
                  </a:lnTo>
                  <a:lnTo>
                    <a:pt x="7766017" y="1497790"/>
                  </a:lnTo>
                  <a:lnTo>
                    <a:pt x="7676329" y="1490722"/>
                  </a:lnTo>
                  <a:lnTo>
                    <a:pt x="7582324" y="1482204"/>
                  </a:lnTo>
                  <a:lnTo>
                    <a:pt x="7487968" y="1472271"/>
                  </a:lnTo>
                  <a:lnTo>
                    <a:pt x="7396350" y="1460944"/>
                  </a:lnTo>
                  <a:lnTo>
                    <a:pt x="7309533" y="1448204"/>
                  </a:lnTo>
                  <a:lnTo>
                    <a:pt x="7228628" y="1433981"/>
                  </a:lnTo>
                  <a:lnTo>
                    <a:pt x="7153977" y="1418141"/>
                  </a:lnTo>
                  <a:lnTo>
                    <a:pt x="7085365" y="1400492"/>
                  </a:lnTo>
                  <a:lnTo>
                    <a:pt x="7022212" y="1380784"/>
                  </a:lnTo>
                  <a:lnTo>
                    <a:pt x="6963724" y="1358722"/>
                  </a:lnTo>
                  <a:lnTo>
                    <a:pt x="6909005" y="1333986"/>
                  </a:lnTo>
                  <a:lnTo>
                    <a:pt x="6857144" y="1306269"/>
                  </a:lnTo>
                  <a:lnTo>
                    <a:pt x="6807287" y="1275340"/>
                  </a:lnTo>
                  <a:lnTo>
                    <a:pt x="6786527" y="1261201"/>
                  </a:lnTo>
                  <a:lnTo>
                    <a:pt x="6740930" y="1227619"/>
                  </a:lnTo>
                  <a:lnTo>
                    <a:pt x="6695777" y="1191037"/>
                  </a:lnTo>
                  <a:lnTo>
                    <a:pt x="6650691" y="1151401"/>
                  </a:lnTo>
                  <a:lnTo>
                    <a:pt x="6605397" y="1108731"/>
                  </a:lnTo>
                  <a:lnTo>
                    <a:pt x="6559711" y="1063136"/>
                  </a:lnTo>
                  <a:lnTo>
                    <a:pt x="6513527" y="1014812"/>
                  </a:lnTo>
                  <a:lnTo>
                    <a:pt x="6466812" y="964052"/>
                  </a:lnTo>
                  <a:lnTo>
                    <a:pt x="6419600" y="911241"/>
                  </a:lnTo>
                  <a:lnTo>
                    <a:pt x="6371973" y="856842"/>
                  </a:lnTo>
                  <a:lnTo>
                    <a:pt x="6324058" y="801388"/>
                  </a:lnTo>
                  <a:lnTo>
                    <a:pt x="6276011" y="745457"/>
                  </a:lnTo>
                  <a:lnTo>
                    <a:pt x="6227997" y="689646"/>
                  </a:lnTo>
                  <a:lnTo>
                    <a:pt x="6180181" y="634550"/>
                  </a:lnTo>
                  <a:lnTo>
                    <a:pt x="6132707" y="580729"/>
                  </a:lnTo>
                  <a:lnTo>
                    <a:pt x="6085688" y="528692"/>
                  </a:lnTo>
                  <a:lnTo>
                    <a:pt x="6039186" y="478871"/>
                  </a:lnTo>
                  <a:lnTo>
                    <a:pt x="5993210" y="431615"/>
                  </a:lnTo>
                  <a:lnTo>
                    <a:pt x="5947699" y="387179"/>
                  </a:lnTo>
                  <a:lnTo>
                    <a:pt x="5902516" y="345722"/>
                  </a:lnTo>
                  <a:lnTo>
                    <a:pt x="5857442" y="307317"/>
                  </a:lnTo>
                  <a:lnTo>
                    <a:pt x="5812162" y="271953"/>
                  </a:lnTo>
                  <a:lnTo>
                    <a:pt x="5784835" y="252240"/>
                  </a:lnTo>
                  <a:lnTo>
                    <a:pt x="5735605" y="219914"/>
                  </a:lnTo>
                  <a:lnTo>
                    <a:pt x="5684693" y="190853"/>
                  </a:lnTo>
                  <a:lnTo>
                    <a:pt x="5631298" y="164885"/>
                  </a:lnTo>
                  <a:lnTo>
                    <a:pt x="5574524" y="141727"/>
                  </a:lnTo>
                  <a:lnTo>
                    <a:pt x="5513459" y="121056"/>
                  </a:lnTo>
                  <a:lnTo>
                    <a:pt x="5447253" y="102566"/>
                  </a:lnTo>
                  <a:lnTo>
                    <a:pt x="5375219" y="85984"/>
                  </a:lnTo>
                  <a:lnTo>
                    <a:pt x="5296968" y="71093"/>
                  </a:lnTo>
                  <a:lnTo>
                    <a:pt x="5212577" y="57735"/>
                  </a:lnTo>
                  <a:lnTo>
                    <a:pt x="5122806" y="45813"/>
                  </a:lnTo>
                  <a:lnTo>
                    <a:pt x="5029295" y="35287"/>
                  </a:lnTo>
                  <a:lnTo>
                    <a:pt x="4934700" y="26164"/>
                  </a:lnTo>
                  <a:lnTo>
                    <a:pt x="4842651" y="18476"/>
                  </a:lnTo>
                  <a:lnTo>
                    <a:pt x="4757436" y="12251"/>
                  </a:lnTo>
                  <a:lnTo>
                    <a:pt x="4683375" y="7477"/>
                  </a:lnTo>
                  <a:lnTo>
                    <a:pt x="4623990" y="4074"/>
                  </a:lnTo>
                  <a:lnTo>
                    <a:pt x="4581180" y="1879"/>
                  </a:lnTo>
                  <a:lnTo>
                    <a:pt x="4554694" y="658"/>
                  </a:lnTo>
                  <a:lnTo>
                    <a:pt x="4542022" y="131"/>
                  </a:lnTo>
                  <a:lnTo>
                    <a:pt x="4538641" y="3"/>
                  </a:lnTo>
                  <a:lnTo>
                    <a:pt x="4538543" y="0"/>
                  </a:lnTo>
                  <a:lnTo>
                    <a:pt x="4016409" y="0"/>
                  </a:lnTo>
                  <a:lnTo>
                    <a:pt x="4015196" y="55"/>
                  </a:lnTo>
                  <a:lnTo>
                    <a:pt x="4007254" y="450"/>
                  </a:lnTo>
                  <a:lnTo>
                    <a:pt x="3987369" y="1541"/>
                  </a:lnTo>
                  <a:lnTo>
                    <a:pt x="3952161" y="3685"/>
                  </a:lnTo>
                  <a:lnTo>
                    <a:pt x="3900384" y="7200"/>
                  </a:lnTo>
                  <a:lnTo>
                    <a:pt x="3833000" y="12327"/>
                  </a:lnTo>
                  <a:lnTo>
                    <a:pt x="3752836" y="19210"/>
                  </a:lnTo>
                  <a:lnTo>
                    <a:pt x="3663891" y="27899"/>
                  </a:lnTo>
                  <a:lnTo>
                    <a:pt x="3570494" y="38376"/>
                  </a:lnTo>
                  <a:lnTo>
                    <a:pt x="3476578" y="50600"/>
                  </a:lnTo>
                  <a:lnTo>
                    <a:pt x="3385233" y="64543"/>
                  </a:lnTo>
                  <a:lnTo>
                    <a:pt x="3298546" y="80225"/>
                  </a:lnTo>
                  <a:lnTo>
                    <a:pt x="3217663" y="97728"/>
                  </a:lnTo>
                  <a:lnTo>
                    <a:pt x="3142964" y="117211"/>
                  </a:lnTo>
                  <a:lnTo>
                    <a:pt x="3074270" y="138903"/>
                  </a:lnTo>
                  <a:lnTo>
                    <a:pt x="3011032" y="163107"/>
                  </a:lnTo>
                  <a:lnTo>
                    <a:pt x="2952483" y="190180"/>
                  </a:lnTo>
                  <a:lnTo>
                    <a:pt x="2897745" y="220513"/>
                  </a:lnTo>
                  <a:lnTo>
                    <a:pt x="2845919" y="254488"/>
                  </a:lnTo>
                  <a:lnTo>
                    <a:pt x="2796158" y="292402"/>
                  </a:lnTo>
                  <a:lnTo>
                    <a:pt x="2770117" y="314359"/>
                  </a:lnTo>
                  <a:lnTo>
                    <a:pt x="2727220" y="353614"/>
                  </a:lnTo>
                  <a:lnTo>
                    <a:pt x="2684738" y="396169"/>
                  </a:lnTo>
                  <a:lnTo>
                    <a:pt x="2642350" y="442089"/>
                  </a:lnTo>
                  <a:lnTo>
                    <a:pt x="2599814" y="491363"/>
                  </a:lnTo>
                  <a:lnTo>
                    <a:pt x="2556962" y="543901"/>
                  </a:lnTo>
                  <a:lnTo>
                    <a:pt x="2513690" y="599523"/>
                  </a:lnTo>
                  <a:lnTo>
                    <a:pt x="2469952" y="657957"/>
                  </a:lnTo>
                  <a:lnTo>
                    <a:pt x="2425755" y="718842"/>
                  </a:lnTo>
                  <a:lnTo>
                    <a:pt x="2381150" y="781732"/>
                  </a:lnTo>
                  <a:lnTo>
                    <a:pt x="2336227" y="846107"/>
                  </a:lnTo>
                  <a:lnTo>
                    <a:pt x="2291102" y="911393"/>
                  </a:lnTo>
                  <a:lnTo>
                    <a:pt x="2245910" y="976980"/>
                  </a:lnTo>
                  <a:lnTo>
                    <a:pt x="2200790" y="1042245"/>
                  </a:lnTo>
                  <a:lnTo>
                    <a:pt x="2155876" y="1106579"/>
                  </a:lnTo>
                  <a:lnTo>
                    <a:pt x="2111284" y="1169409"/>
                  </a:lnTo>
                  <a:lnTo>
                    <a:pt x="2067101" y="1230218"/>
                  </a:lnTo>
                  <a:lnTo>
                    <a:pt x="2023380" y="1288562"/>
                  </a:lnTo>
                  <a:lnTo>
                    <a:pt x="1980123" y="1344083"/>
                  </a:lnTo>
                  <a:lnTo>
                    <a:pt x="1937284" y="1396513"/>
                  </a:lnTo>
                  <a:lnTo>
                    <a:pt x="1894756" y="1445675"/>
                  </a:lnTo>
                  <a:lnTo>
                    <a:pt x="1852369" y="1491480"/>
                  </a:lnTo>
                  <a:lnTo>
                    <a:pt x="1809879" y="1533923"/>
                  </a:lnTo>
                  <a:lnTo>
                    <a:pt x="1768425" y="1571795"/>
                  </a:lnTo>
                  <a:lnTo>
                    <a:pt x="1719463" y="1611876"/>
                  </a:lnTo>
                  <a:lnTo>
                    <a:pt x="1668842" y="1647932"/>
                  </a:lnTo>
                  <a:lnTo>
                    <a:pt x="1615773" y="1680170"/>
                  </a:lnTo>
                  <a:lnTo>
                    <a:pt x="1559375" y="1708939"/>
                  </a:lnTo>
                  <a:lnTo>
                    <a:pt x="1498752" y="1734631"/>
                  </a:lnTo>
                  <a:lnTo>
                    <a:pt x="1433063" y="1757626"/>
                  </a:lnTo>
                  <a:lnTo>
                    <a:pt x="1361628" y="1778258"/>
                  </a:lnTo>
                  <a:lnTo>
                    <a:pt x="1284048" y="1796796"/>
                  </a:lnTo>
                  <a:lnTo>
                    <a:pt x="1200378" y="1813438"/>
                  </a:lnTo>
                  <a:lnTo>
                    <a:pt x="1111330" y="1828305"/>
                  </a:lnTo>
                  <a:lnTo>
                    <a:pt x="1018469" y="1841451"/>
                  </a:lnTo>
                  <a:lnTo>
                    <a:pt x="924351" y="1852868"/>
                  </a:lnTo>
                  <a:lnTo>
                    <a:pt x="832496" y="1862518"/>
                  </a:lnTo>
                  <a:lnTo>
                    <a:pt x="747095" y="1870366"/>
                  </a:lnTo>
                  <a:lnTo>
                    <a:pt x="672425" y="1876422"/>
                  </a:lnTo>
                  <a:lnTo>
                    <a:pt x="612044" y="1880776"/>
                  </a:lnTo>
                  <a:lnTo>
                    <a:pt x="567980" y="1883618"/>
                  </a:lnTo>
                  <a:lnTo>
                    <a:pt x="540184" y="1885230"/>
                  </a:lnTo>
                  <a:lnTo>
                    <a:pt x="526389" y="1885953"/>
                  </a:lnTo>
                  <a:lnTo>
                    <a:pt x="522324" y="1886146"/>
                  </a:lnTo>
                  <a:lnTo>
                    <a:pt x="522133" y="1886155"/>
                  </a:lnTo>
                  <a:lnTo>
                    <a:pt x="0" y="1886155"/>
                  </a:lnTo>
                  <a:lnTo>
                    <a:pt x="0" y="1886155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778" name="pg1778"/>
            <p:cNvSpPr/>
            <p:nvPr/>
          </p:nvSpPr>
          <p:spPr>
            <a:xfrm>
              <a:off x="386606" y="1846264"/>
              <a:ext cx="8554953" cy="3930431"/>
            </a:xfrm>
            <a:custGeom>
              <a:avLst/>
              <a:pathLst>
                <a:path w="8554953" h="3930431">
                  <a:moveTo>
                    <a:pt x="0" y="3761015"/>
                  </a:moveTo>
                  <a:lnTo>
                    <a:pt x="522133" y="3761015"/>
                  </a:lnTo>
                  <a:lnTo>
                    <a:pt x="523402" y="3761021"/>
                  </a:lnTo>
                  <a:lnTo>
                    <a:pt x="531700" y="3761058"/>
                  </a:lnTo>
                  <a:lnTo>
                    <a:pt x="552445" y="3761160"/>
                  </a:lnTo>
                  <a:lnTo>
                    <a:pt x="589093" y="3761362"/>
                  </a:lnTo>
                  <a:lnTo>
                    <a:pt x="642821" y="3761692"/>
                  </a:lnTo>
                  <a:lnTo>
                    <a:pt x="712473" y="3762173"/>
                  </a:lnTo>
                  <a:lnTo>
                    <a:pt x="794955" y="3762817"/>
                  </a:lnTo>
                  <a:lnTo>
                    <a:pt x="886009" y="3763629"/>
                  </a:lnTo>
                  <a:lnTo>
                    <a:pt x="981122" y="3764605"/>
                  </a:lnTo>
                  <a:lnTo>
                    <a:pt x="1076271" y="3765743"/>
                  </a:lnTo>
                  <a:lnTo>
                    <a:pt x="1168373" y="3767040"/>
                  </a:lnTo>
                  <a:lnTo>
                    <a:pt x="1255410" y="3768499"/>
                  </a:lnTo>
                  <a:lnTo>
                    <a:pt x="1336340" y="3770129"/>
                  </a:lnTo>
                  <a:lnTo>
                    <a:pt x="1410892" y="3771946"/>
                  </a:lnTo>
                  <a:lnTo>
                    <a:pt x="1479349" y="3773973"/>
                  </a:lnTo>
                  <a:lnTo>
                    <a:pt x="1542348" y="3776240"/>
                  </a:lnTo>
                  <a:lnTo>
                    <a:pt x="1600730" y="3778781"/>
                  </a:lnTo>
                  <a:lnTo>
                    <a:pt x="1655427" y="3781634"/>
                  </a:lnTo>
                  <a:lnTo>
                    <a:pt x="1707371" y="3784833"/>
                  </a:lnTo>
                  <a:lnTo>
                    <a:pt x="1757419" y="3788402"/>
                  </a:lnTo>
                  <a:lnTo>
                    <a:pt x="1768425" y="3789251"/>
                  </a:lnTo>
                  <a:lnTo>
                    <a:pt x="1822515" y="3793753"/>
                  </a:lnTo>
                  <a:lnTo>
                    <a:pt x="1876083" y="3798730"/>
                  </a:lnTo>
                  <a:lnTo>
                    <a:pt x="1929714" y="3804189"/>
                  </a:lnTo>
                  <a:lnTo>
                    <a:pt x="1983796" y="3810119"/>
                  </a:lnTo>
                  <a:lnTo>
                    <a:pt x="2038549" y="3816489"/>
                  </a:lnTo>
                  <a:lnTo>
                    <a:pt x="2094046" y="3823245"/>
                  </a:lnTo>
                  <a:lnTo>
                    <a:pt x="2150233" y="3830317"/>
                  </a:lnTo>
                  <a:lnTo>
                    <a:pt x="2206952" y="3837614"/>
                  </a:lnTo>
                  <a:lnTo>
                    <a:pt x="2263970" y="3845032"/>
                  </a:lnTo>
                  <a:lnTo>
                    <a:pt x="2321014" y="3852460"/>
                  </a:lnTo>
                  <a:lnTo>
                    <a:pt x="2377807" y="3859788"/>
                  </a:lnTo>
                  <a:lnTo>
                    <a:pt x="2434108" y="3866908"/>
                  </a:lnTo>
                  <a:lnTo>
                    <a:pt x="2489741" y="3873730"/>
                  </a:lnTo>
                  <a:lnTo>
                    <a:pt x="2544630" y="3880175"/>
                  </a:lnTo>
                  <a:lnTo>
                    <a:pt x="2598825" y="3886190"/>
                  </a:lnTo>
                  <a:lnTo>
                    <a:pt x="2652515" y="3891738"/>
                  </a:lnTo>
                  <a:lnTo>
                    <a:pt x="2706058" y="3896805"/>
                  </a:lnTo>
                  <a:lnTo>
                    <a:pt x="2759997" y="3901394"/>
                  </a:lnTo>
                  <a:lnTo>
                    <a:pt x="2770117" y="3902195"/>
                  </a:lnTo>
                  <a:lnTo>
                    <a:pt x="2819845" y="3905847"/>
                  </a:lnTo>
                  <a:lnTo>
                    <a:pt x="2871295" y="3909128"/>
                  </a:lnTo>
                  <a:lnTo>
                    <a:pt x="2925296" y="3912055"/>
                  </a:lnTo>
                  <a:lnTo>
                    <a:pt x="2982772" y="3914663"/>
                  </a:lnTo>
                  <a:lnTo>
                    <a:pt x="3044662" y="3916988"/>
                  </a:lnTo>
                  <a:lnTo>
                    <a:pt x="3111834" y="3919066"/>
                  </a:lnTo>
                  <a:lnTo>
                    <a:pt x="3184983" y="3920928"/>
                  </a:lnTo>
                  <a:lnTo>
                    <a:pt x="3264487" y="3922598"/>
                  </a:lnTo>
                  <a:lnTo>
                    <a:pt x="3350218" y="3924094"/>
                  </a:lnTo>
                  <a:lnTo>
                    <a:pt x="3441326" y="3925427"/>
                  </a:lnTo>
                  <a:lnTo>
                    <a:pt x="3536024" y="3926600"/>
                  </a:lnTo>
                  <a:lnTo>
                    <a:pt x="3631465" y="3927613"/>
                  </a:lnTo>
                  <a:lnTo>
                    <a:pt x="3723811" y="3928462"/>
                  </a:lnTo>
                  <a:lnTo>
                    <a:pt x="3808603" y="3929143"/>
                  </a:lnTo>
                  <a:lnTo>
                    <a:pt x="3881447" y="3929660"/>
                  </a:lnTo>
                  <a:lnTo>
                    <a:pt x="3938914" y="3930022"/>
                  </a:lnTo>
                  <a:lnTo>
                    <a:pt x="3979362" y="3930250"/>
                  </a:lnTo>
                  <a:lnTo>
                    <a:pt x="4003440" y="3930372"/>
                  </a:lnTo>
                  <a:lnTo>
                    <a:pt x="4014114" y="3930421"/>
                  </a:lnTo>
                  <a:lnTo>
                    <a:pt x="4016409" y="3930431"/>
                  </a:lnTo>
                  <a:lnTo>
                    <a:pt x="4538543" y="3930431"/>
                  </a:lnTo>
                  <a:lnTo>
                    <a:pt x="4539471" y="3930343"/>
                  </a:lnTo>
                  <a:lnTo>
                    <a:pt x="4545585" y="3929720"/>
                  </a:lnTo>
                  <a:lnTo>
                    <a:pt x="4561025" y="3927997"/>
                  </a:lnTo>
                  <a:lnTo>
                    <a:pt x="4588693" y="3924604"/>
                  </a:lnTo>
                  <a:lnTo>
                    <a:pt x="4630052" y="3919011"/>
                  </a:lnTo>
                  <a:lnTo>
                    <a:pt x="4685013" y="3910782"/>
                  </a:lnTo>
                  <a:lnTo>
                    <a:pt x="4752041" y="3899612"/>
                  </a:lnTo>
                  <a:lnTo>
                    <a:pt x="4828506" y="3885342"/>
                  </a:lnTo>
                  <a:lnTo>
                    <a:pt x="4911190" y="3867939"/>
                  </a:lnTo>
                  <a:lnTo>
                    <a:pt x="4996820" y="3847446"/>
                  </a:lnTo>
                  <a:lnTo>
                    <a:pt x="5082489" y="3823932"/>
                  </a:lnTo>
                  <a:lnTo>
                    <a:pt x="5165908" y="3797436"/>
                  </a:lnTo>
                  <a:lnTo>
                    <a:pt x="5245489" y="3767929"/>
                  </a:lnTo>
                  <a:lnTo>
                    <a:pt x="5320306" y="3735290"/>
                  </a:lnTo>
                  <a:lnTo>
                    <a:pt x="5389984" y="3699290"/>
                  </a:lnTo>
                  <a:lnTo>
                    <a:pt x="5454565" y="3659591"/>
                  </a:lnTo>
                  <a:lnTo>
                    <a:pt x="5514387" y="3615754"/>
                  </a:lnTo>
                  <a:lnTo>
                    <a:pt x="5569976" y="3567247"/>
                  </a:lnTo>
                  <a:lnTo>
                    <a:pt x="5621968" y="3513471"/>
                  </a:lnTo>
                  <a:lnTo>
                    <a:pt x="5671046" y="3453799"/>
                  </a:lnTo>
                  <a:lnTo>
                    <a:pt x="5717887" y="3387651"/>
                  </a:lnTo>
                  <a:lnTo>
                    <a:pt x="5763123" y="3314599"/>
                  </a:lnTo>
                  <a:lnTo>
                    <a:pt x="5784835" y="3276300"/>
                  </a:lnTo>
                  <a:lnTo>
                    <a:pt x="5817382" y="3215048"/>
                  </a:lnTo>
                  <a:lnTo>
                    <a:pt x="5849640" y="3149882"/>
                  </a:lnTo>
                  <a:lnTo>
                    <a:pt x="5881763" y="3080723"/>
                  </a:lnTo>
                  <a:lnTo>
                    <a:pt x="5913876" y="3007538"/>
                  </a:lnTo>
                  <a:lnTo>
                    <a:pt x="5946078" y="2930346"/>
                  </a:lnTo>
                  <a:lnTo>
                    <a:pt x="5978446" y="2849222"/>
                  </a:lnTo>
                  <a:lnTo>
                    <a:pt x="6011033" y="2764300"/>
                  </a:lnTo>
                  <a:lnTo>
                    <a:pt x="6043874" y="2675780"/>
                  </a:lnTo>
                  <a:lnTo>
                    <a:pt x="6076983" y="2583920"/>
                  </a:lnTo>
                  <a:lnTo>
                    <a:pt x="6110360" y="2489044"/>
                  </a:lnTo>
                  <a:lnTo>
                    <a:pt x="6143988" y="2391533"/>
                  </a:lnTo>
                  <a:lnTo>
                    <a:pt x="6177835" y="2291822"/>
                  </a:lnTo>
                  <a:lnTo>
                    <a:pt x="6211859" y="2190395"/>
                  </a:lnTo>
                  <a:lnTo>
                    <a:pt x="6246011" y="2087771"/>
                  </a:lnTo>
                  <a:lnTo>
                    <a:pt x="6280233" y="1984495"/>
                  </a:lnTo>
                  <a:lnTo>
                    <a:pt x="6314465" y="1881130"/>
                  </a:lnTo>
                  <a:lnTo>
                    <a:pt x="6348645" y="1778238"/>
                  </a:lnTo>
                  <a:lnTo>
                    <a:pt x="6382716" y="1676372"/>
                  </a:lnTo>
                  <a:lnTo>
                    <a:pt x="6416625" y="1576061"/>
                  </a:lnTo>
                  <a:lnTo>
                    <a:pt x="6450326" y="1477800"/>
                  </a:lnTo>
                  <a:lnTo>
                    <a:pt x="6483785" y="1382041"/>
                  </a:lnTo>
                  <a:lnTo>
                    <a:pt x="6516981" y="1289184"/>
                  </a:lnTo>
                  <a:lnTo>
                    <a:pt x="6549906" y="1199569"/>
                  </a:lnTo>
                  <a:lnTo>
                    <a:pt x="6582571" y="1113478"/>
                  </a:lnTo>
                  <a:lnTo>
                    <a:pt x="6615004" y="1031128"/>
                  </a:lnTo>
                  <a:lnTo>
                    <a:pt x="6647252" y="952673"/>
                  </a:lnTo>
                  <a:lnTo>
                    <a:pt x="6679384" y="878208"/>
                  </a:lnTo>
                  <a:lnTo>
                    <a:pt x="6711491" y="807769"/>
                  </a:lnTo>
                  <a:lnTo>
                    <a:pt x="6743691" y="741339"/>
                  </a:lnTo>
                  <a:lnTo>
                    <a:pt x="6776127" y="678853"/>
                  </a:lnTo>
                  <a:lnTo>
                    <a:pt x="6786527" y="659777"/>
                  </a:lnTo>
                  <a:lnTo>
                    <a:pt x="6831179" y="583287"/>
                  </a:lnTo>
                  <a:lnTo>
                    <a:pt x="6877162" y="513799"/>
                  </a:lnTo>
                  <a:lnTo>
                    <a:pt x="6925062" y="451025"/>
                  </a:lnTo>
                  <a:lnTo>
                    <a:pt x="6975542" y="394442"/>
                  </a:lnTo>
                  <a:lnTo>
                    <a:pt x="7029288" y="343435"/>
                  </a:lnTo>
                  <a:lnTo>
                    <a:pt x="7086965" y="297384"/>
                  </a:lnTo>
                  <a:lnTo>
                    <a:pt x="7149162" y="255722"/>
                  </a:lnTo>
                  <a:lnTo>
                    <a:pt x="7216320" y="217961"/>
                  </a:lnTo>
                  <a:lnTo>
                    <a:pt x="7288640" y="183713"/>
                  </a:lnTo>
                  <a:lnTo>
                    <a:pt x="7365969" y="152696"/>
                  </a:lnTo>
                  <a:lnTo>
                    <a:pt x="7447666" y="124736"/>
                  </a:lnTo>
                  <a:lnTo>
                    <a:pt x="7532477" y="99761"/>
                  </a:lnTo>
                  <a:lnTo>
                    <a:pt x="7618455" y="77783"/>
                  </a:lnTo>
                  <a:lnTo>
                    <a:pt x="7702974" y="58859"/>
                  </a:lnTo>
                  <a:lnTo>
                    <a:pt x="7782899" y="43055"/>
                  </a:lnTo>
                  <a:lnTo>
                    <a:pt x="7854922" y="30380"/>
                  </a:lnTo>
                  <a:lnTo>
                    <a:pt x="7916057" y="20740"/>
                  </a:lnTo>
                  <a:lnTo>
                    <a:pt x="7964177" y="13905"/>
                  </a:lnTo>
                  <a:lnTo>
                    <a:pt x="7998456" y="9497"/>
                  </a:lnTo>
                  <a:lnTo>
                    <a:pt x="8019600" y="7027"/>
                  </a:lnTo>
                  <a:lnTo>
                    <a:pt x="8029831" y="5938"/>
                  </a:lnTo>
                  <a:lnTo>
                    <a:pt x="8032819" y="5647"/>
                  </a:lnTo>
                  <a:lnTo>
                    <a:pt x="8554953" y="5647"/>
                  </a:lnTo>
                  <a:lnTo>
                    <a:pt x="8554953" y="0"/>
                  </a:lnTo>
                  <a:lnTo>
                    <a:pt x="8032819" y="0"/>
                  </a:lnTo>
                  <a:lnTo>
                    <a:pt x="8031891" y="87"/>
                  </a:lnTo>
                  <a:lnTo>
                    <a:pt x="8025777" y="710"/>
                  </a:lnTo>
                  <a:lnTo>
                    <a:pt x="8010337" y="2433"/>
                  </a:lnTo>
                  <a:lnTo>
                    <a:pt x="7982669" y="5826"/>
                  </a:lnTo>
                  <a:lnTo>
                    <a:pt x="7941310" y="11419"/>
                  </a:lnTo>
                  <a:lnTo>
                    <a:pt x="7886349" y="19648"/>
                  </a:lnTo>
                  <a:lnTo>
                    <a:pt x="7819321" y="30818"/>
                  </a:lnTo>
                  <a:lnTo>
                    <a:pt x="7742856" y="45088"/>
                  </a:lnTo>
                  <a:lnTo>
                    <a:pt x="7660172" y="62491"/>
                  </a:lnTo>
                  <a:lnTo>
                    <a:pt x="7574542" y="82984"/>
                  </a:lnTo>
                  <a:lnTo>
                    <a:pt x="7488873" y="106498"/>
                  </a:lnTo>
                  <a:lnTo>
                    <a:pt x="7405454" y="132994"/>
                  </a:lnTo>
                  <a:lnTo>
                    <a:pt x="7325873" y="162501"/>
                  </a:lnTo>
                  <a:lnTo>
                    <a:pt x="7251056" y="195140"/>
                  </a:lnTo>
                  <a:lnTo>
                    <a:pt x="7181378" y="231140"/>
                  </a:lnTo>
                  <a:lnTo>
                    <a:pt x="7116797" y="270839"/>
                  </a:lnTo>
                  <a:lnTo>
                    <a:pt x="7056975" y="314676"/>
                  </a:lnTo>
                  <a:lnTo>
                    <a:pt x="7001386" y="363183"/>
                  </a:lnTo>
                  <a:lnTo>
                    <a:pt x="6949394" y="416960"/>
                  </a:lnTo>
                  <a:lnTo>
                    <a:pt x="6900316" y="476631"/>
                  </a:lnTo>
                  <a:lnTo>
                    <a:pt x="6853475" y="542780"/>
                  </a:lnTo>
                  <a:lnTo>
                    <a:pt x="6808238" y="615831"/>
                  </a:lnTo>
                  <a:lnTo>
                    <a:pt x="6786527" y="654130"/>
                  </a:lnTo>
                  <a:lnTo>
                    <a:pt x="6753980" y="715382"/>
                  </a:lnTo>
                  <a:lnTo>
                    <a:pt x="6721722" y="780548"/>
                  </a:lnTo>
                  <a:lnTo>
                    <a:pt x="6689599" y="849707"/>
                  </a:lnTo>
                  <a:lnTo>
                    <a:pt x="6657486" y="922892"/>
                  </a:lnTo>
                  <a:lnTo>
                    <a:pt x="6625284" y="1000084"/>
                  </a:lnTo>
                  <a:lnTo>
                    <a:pt x="6592916" y="1081209"/>
                  </a:lnTo>
                  <a:lnTo>
                    <a:pt x="6560329" y="1166130"/>
                  </a:lnTo>
                  <a:lnTo>
                    <a:pt x="6527488" y="1254650"/>
                  </a:lnTo>
                  <a:lnTo>
                    <a:pt x="6494379" y="1346510"/>
                  </a:lnTo>
                  <a:lnTo>
                    <a:pt x="6461002" y="1441386"/>
                  </a:lnTo>
                  <a:lnTo>
                    <a:pt x="6427374" y="1538897"/>
                  </a:lnTo>
                  <a:lnTo>
                    <a:pt x="6393527" y="1638608"/>
                  </a:lnTo>
                  <a:lnTo>
                    <a:pt x="6359503" y="1740035"/>
                  </a:lnTo>
                  <a:lnTo>
                    <a:pt x="6325351" y="1842660"/>
                  </a:lnTo>
                  <a:lnTo>
                    <a:pt x="6291129" y="1945935"/>
                  </a:lnTo>
                  <a:lnTo>
                    <a:pt x="6256897" y="2049300"/>
                  </a:lnTo>
                  <a:lnTo>
                    <a:pt x="6222717" y="2152192"/>
                  </a:lnTo>
                  <a:lnTo>
                    <a:pt x="6188646" y="2254058"/>
                  </a:lnTo>
                  <a:lnTo>
                    <a:pt x="6154737" y="2354369"/>
                  </a:lnTo>
                  <a:lnTo>
                    <a:pt x="6121036" y="2452630"/>
                  </a:lnTo>
                  <a:lnTo>
                    <a:pt x="6087577" y="2548389"/>
                  </a:lnTo>
                  <a:lnTo>
                    <a:pt x="6054381" y="2641246"/>
                  </a:lnTo>
                  <a:lnTo>
                    <a:pt x="6021456" y="2730861"/>
                  </a:lnTo>
                  <a:lnTo>
                    <a:pt x="5988791" y="2816952"/>
                  </a:lnTo>
                  <a:lnTo>
                    <a:pt x="5956358" y="2899302"/>
                  </a:lnTo>
                  <a:lnTo>
                    <a:pt x="5924110" y="2977757"/>
                  </a:lnTo>
                  <a:lnTo>
                    <a:pt x="5891978" y="3052222"/>
                  </a:lnTo>
                  <a:lnTo>
                    <a:pt x="5859871" y="3122661"/>
                  </a:lnTo>
                  <a:lnTo>
                    <a:pt x="5827671" y="3189091"/>
                  </a:lnTo>
                  <a:lnTo>
                    <a:pt x="5795235" y="3251577"/>
                  </a:lnTo>
                  <a:lnTo>
                    <a:pt x="5784835" y="3270653"/>
                  </a:lnTo>
                  <a:lnTo>
                    <a:pt x="5740183" y="3347143"/>
                  </a:lnTo>
                  <a:lnTo>
                    <a:pt x="5694200" y="3416631"/>
                  </a:lnTo>
                  <a:lnTo>
                    <a:pt x="5646300" y="3479405"/>
                  </a:lnTo>
                  <a:lnTo>
                    <a:pt x="5595820" y="3535988"/>
                  </a:lnTo>
                  <a:lnTo>
                    <a:pt x="5542074" y="3586996"/>
                  </a:lnTo>
                  <a:lnTo>
                    <a:pt x="5484397" y="3633046"/>
                  </a:lnTo>
                  <a:lnTo>
                    <a:pt x="5422200" y="3674708"/>
                  </a:lnTo>
                  <a:lnTo>
                    <a:pt x="5355042" y="3712469"/>
                  </a:lnTo>
                  <a:lnTo>
                    <a:pt x="5282722" y="3746717"/>
                  </a:lnTo>
                  <a:lnTo>
                    <a:pt x="5205393" y="3777735"/>
                  </a:lnTo>
                  <a:lnTo>
                    <a:pt x="5123696" y="3805694"/>
                  </a:lnTo>
                  <a:lnTo>
                    <a:pt x="5038885" y="3830669"/>
                  </a:lnTo>
                  <a:lnTo>
                    <a:pt x="4952907" y="3852647"/>
                  </a:lnTo>
                  <a:lnTo>
                    <a:pt x="4868388" y="3871571"/>
                  </a:lnTo>
                  <a:lnTo>
                    <a:pt x="4788463" y="3887375"/>
                  </a:lnTo>
                  <a:lnTo>
                    <a:pt x="4716440" y="3900050"/>
                  </a:lnTo>
                  <a:lnTo>
                    <a:pt x="4655305" y="3909690"/>
                  </a:lnTo>
                  <a:lnTo>
                    <a:pt x="4607185" y="3916526"/>
                  </a:lnTo>
                  <a:lnTo>
                    <a:pt x="4572906" y="3920933"/>
                  </a:lnTo>
                  <a:lnTo>
                    <a:pt x="4551762" y="3923403"/>
                  </a:lnTo>
                  <a:lnTo>
                    <a:pt x="4541531" y="3924492"/>
                  </a:lnTo>
                  <a:lnTo>
                    <a:pt x="4538543" y="3924783"/>
                  </a:lnTo>
                  <a:lnTo>
                    <a:pt x="4016409" y="3924783"/>
                  </a:lnTo>
                  <a:lnTo>
                    <a:pt x="4015140" y="3924778"/>
                  </a:lnTo>
                  <a:lnTo>
                    <a:pt x="4006842" y="3924741"/>
                  </a:lnTo>
                  <a:lnTo>
                    <a:pt x="3986097" y="3924638"/>
                  </a:lnTo>
                  <a:lnTo>
                    <a:pt x="3949449" y="3924437"/>
                  </a:lnTo>
                  <a:lnTo>
                    <a:pt x="3895722" y="3924107"/>
                  </a:lnTo>
                  <a:lnTo>
                    <a:pt x="3826069" y="3923626"/>
                  </a:lnTo>
                  <a:lnTo>
                    <a:pt x="3743588" y="3922982"/>
                  </a:lnTo>
                  <a:lnTo>
                    <a:pt x="3652533" y="3922170"/>
                  </a:lnTo>
                  <a:lnTo>
                    <a:pt x="3557420" y="3921193"/>
                  </a:lnTo>
                  <a:lnTo>
                    <a:pt x="3462271" y="3920056"/>
                  </a:lnTo>
                  <a:lnTo>
                    <a:pt x="3370169" y="3918758"/>
                  </a:lnTo>
                  <a:lnTo>
                    <a:pt x="3283132" y="3917299"/>
                  </a:lnTo>
                  <a:lnTo>
                    <a:pt x="3202203" y="3915670"/>
                  </a:lnTo>
                  <a:lnTo>
                    <a:pt x="3127650" y="3913853"/>
                  </a:lnTo>
                  <a:lnTo>
                    <a:pt x="3059194" y="3911826"/>
                  </a:lnTo>
                  <a:lnTo>
                    <a:pt x="2996194" y="3909559"/>
                  </a:lnTo>
                  <a:lnTo>
                    <a:pt x="2937812" y="3907017"/>
                  </a:lnTo>
                  <a:lnTo>
                    <a:pt x="2883116" y="3904165"/>
                  </a:lnTo>
                  <a:lnTo>
                    <a:pt x="2831172" y="3900966"/>
                  </a:lnTo>
                  <a:lnTo>
                    <a:pt x="2781123" y="3897397"/>
                  </a:lnTo>
                  <a:lnTo>
                    <a:pt x="2770117" y="3896548"/>
                  </a:lnTo>
                  <a:lnTo>
                    <a:pt x="2716028" y="3892046"/>
                  </a:lnTo>
                  <a:lnTo>
                    <a:pt x="2662459" y="3887069"/>
                  </a:lnTo>
                  <a:lnTo>
                    <a:pt x="2608828" y="3881609"/>
                  </a:lnTo>
                  <a:lnTo>
                    <a:pt x="2554746" y="3875679"/>
                  </a:lnTo>
                  <a:lnTo>
                    <a:pt x="2499993" y="3869310"/>
                  </a:lnTo>
                  <a:lnTo>
                    <a:pt x="2444496" y="3862553"/>
                  </a:lnTo>
                  <a:lnTo>
                    <a:pt x="2388309" y="3855482"/>
                  </a:lnTo>
                  <a:lnTo>
                    <a:pt x="2331590" y="3848185"/>
                  </a:lnTo>
                  <a:lnTo>
                    <a:pt x="2274572" y="3840767"/>
                  </a:lnTo>
                  <a:lnTo>
                    <a:pt x="2217529" y="3833339"/>
                  </a:lnTo>
                  <a:lnTo>
                    <a:pt x="2160735" y="3826011"/>
                  </a:lnTo>
                  <a:lnTo>
                    <a:pt x="2104435" y="3818891"/>
                  </a:lnTo>
                  <a:lnTo>
                    <a:pt x="2048802" y="3812069"/>
                  </a:lnTo>
                  <a:lnTo>
                    <a:pt x="1993912" y="3805623"/>
                  </a:lnTo>
                  <a:lnTo>
                    <a:pt x="1939717" y="3799609"/>
                  </a:lnTo>
                  <a:lnTo>
                    <a:pt x="1886027" y="3794061"/>
                  </a:lnTo>
                  <a:lnTo>
                    <a:pt x="1832484" y="3788994"/>
                  </a:lnTo>
                  <a:lnTo>
                    <a:pt x="1778546" y="3784405"/>
                  </a:lnTo>
                  <a:lnTo>
                    <a:pt x="1768425" y="3783604"/>
                  </a:lnTo>
                  <a:lnTo>
                    <a:pt x="1718698" y="3779951"/>
                  </a:lnTo>
                  <a:lnTo>
                    <a:pt x="1667247" y="3776671"/>
                  </a:lnTo>
                  <a:lnTo>
                    <a:pt x="1613246" y="3773744"/>
                  </a:lnTo>
                  <a:lnTo>
                    <a:pt x="1555770" y="3771136"/>
                  </a:lnTo>
                  <a:lnTo>
                    <a:pt x="1493881" y="3768811"/>
                  </a:lnTo>
                  <a:lnTo>
                    <a:pt x="1426708" y="3766733"/>
                  </a:lnTo>
                  <a:lnTo>
                    <a:pt x="1353559" y="3764871"/>
                  </a:lnTo>
                  <a:lnTo>
                    <a:pt x="1274055" y="3763201"/>
                  </a:lnTo>
                  <a:lnTo>
                    <a:pt x="1188324" y="3761705"/>
                  </a:lnTo>
                  <a:lnTo>
                    <a:pt x="1097217" y="3760372"/>
                  </a:lnTo>
                  <a:lnTo>
                    <a:pt x="1002519" y="3759199"/>
                  </a:lnTo>
                  <a:lnTo>
                    <a:pt x="907077" y="3758186"/>
                  </a:lnTo>
                  <a:lnTo>
                    <a:pt x="814731" y="3757337"/>
                  </a:lnTo>
                  <a:lnTo>
                    <a:pt x="729940" y="3756656"/>
                  </a:lnTo>
                  <a:lnTo>
                    <a:pt x="657095" y="3756139"/>
                  </a:lnTo>
                  <a:lnTo>
                    <a:pt x="599628" y="3755777"/>
                  </a:lnTo>
                  <a:lnTo>
                    <a:pt x="559180" y="3755549"/>
                  </a:lnTo>
                  <a:lnTo>
                    <a:pt x="535103" y="3755427"/>
                  </a:lnTo>
                  <a:lnTo>
                    <a:pt x="524428" y="3755378"/>
                  </a:lnTo>
                  <a:lnTo>
                    <a:pt x="522133" y="3755368"/>
                  </a:lnTo>
                  <a:lnTo>
                    <a:pt x="0" y="3755368"/>
                  </a:lnTo>
                  <a:close/>
                </a:path>
              </a:pathLst>
            </a:custGeom>
            <a:solidFill>
              <a:srgbClr val="6FA8DC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1779" name="pl1779"/>
            <p:cNvSpPr/>
            <p:nvPr/>
          </p:nvSpPr>
          <p:spPr>
            <a:xfrm>
              <a:off x="386606" y="1851911"/>
              <a:ext cx="8554953" cy="3924783"/>
            </a:xfrm>
            <a:custGeom>
              <a:avLst/>
              <a:pathLst>
                <a:path w="8554953" h="3924783">
                  <a:moveTo>
                    <a:pt x="0" y="3755368"/>
                  </a:moveTo>
                  <a:lnTo>
                    <a:pt x="522133" y="3755368"/>
                  </a:lnTo>
                  <a:lnTo>
                    <a:pt x="523402" y="3755373"/>
                  </a:lnTo>
                  <a:lnTo>
                    <a:pt x="531700" y="3755411"/>
                  </a:lnTo>
                  <a:lnTo>
                    <a:pt x="552445" y="3755513"/>
                  </a:lnTo>
                  <a:lnTo>
                    <a:pt x="589093" y="3755715"/>
                  </a:lnTo>
                  <a:lnTo>
                    <a:pt x="642821" y="3756045"/>
                  </a:lnTo>
                  <a:lnTo>
                    <a:pt x="712473" y="3756526"/>
                  </a:lnTo>
                  <a:lnTo>
                    <a:pt x="794955" y="3757170"/>
                  </a:lnTo>
                  <a:lnTo>
                    <a:pt x="886009" y="3757982"/>
                  </a:lnTo>
                  <a:lnTo>
                    <a:pt x="981122" y="3758958"/>
                  </a:lnTo>
                  <a:lnTo>
                    <a:pt x="1076271" y="3760096"/>
                  </a:lnTo>
                  <a:lnTo>
                    <a:pt x="1168373" y="3761393"/>
                  </a:lnTo>
                  <a:lnTo>
                    <a:pt x="1255410" y="3762852"/>
                  </a:lnTo>
                  <a:lnTo>
                    <a:pt x="1336340" y="3764482"/>
                  </a:lnTo>
                  <a:lnTo>
                    <a:pt x="1410892" y="3766299"/>
                  </a:lnTo>
                  <a:lnTo>
                    <a:pt x="1479349" y="3768326"/>
                  </a:lnTo>
                  <a:lnTo>
                    <a:pt x="1542348" y="3770593"/>
                  </a:lnTo>
                  <a:lnTo>
                    <a:pt x="1600730" y="3773134"/>
                  </a:lnTo>
                  <a:lnTo>
                    <a:pt x="1655427" y="3775987"/>
                  </a:lnTo>
                  <a:lnTo>
                    <a:pt x="1707371" y="3779186"/>
                  </a:lnTo>
                  <a:lnTo>
                    <a:pt x="1757419" y="3782755"/>
                  </a:lnTo>
                  <a:lnTo>
                    <a:pt x="1768425" y="3783604"/>
                  </a:lnTo>
                  <a:lnTo>
                    <a:pt x="1822515" y="3788106"/>
                  </a:lnTo>
                  <a:lnTo>
                    <a:pt x="1876083" y="3793083"/>
                  </a:lnTo>
                  <a:lnTo>
                    <a:pt x="1929714" y="3798542"/>
                  </a:lnTo>
                  <a:lnTo>
                    <a:pt x="1983796" y="3804472"/>
                  </a:lnTo>
                  <a:lnTo>
                    <a:pt x="2038549" y="3810842"/>
                  </a:lnTo>
                  <a:lnTo>
                    <a:pt x="2094046" y="3817598"/>
                  </a:lnTo>
                  <a:lnTo>
                    <a:pt x="2150233" y="3824670"/>
                  </a:lnTo>
                  <a:lnTo>
                    <a:pt x="2206952" y="3831967"/>
                  </a:lnTo>
                  <a:lnTo>
                    <a:pt x="2263970" y="3839385"/>
                  </a:lnTo>
                  <a:lnTo>
                    <a:pt x="2321014" y="3846813"/>
                  </a:lnTo>
                  <a:lnTo>
                    <a:pt x="2377807" y="3854140"/>
                  </a:lnTo>
                  <a:lnTo>
                    <a:pt x="2434108" y="3861261"/>
                  </a:lnTo>
                  <a:lnTo>
                    <a:pt x="2489741" y="3868082"/>
                  </a:lnTo>
                  <a:lnTo>
                    <a:pt x="2544630" y="3874528"/>
                  </a:lnTo>
                  <a:lnTo>
                    <a:pt x="2598825" y="3880543"/>
                  </a:lnTo>
                  <a:lnTo>
                    <a:pt x="2652515" y="3886091"/>
                  </a:lnTo>
                  <a:lnTo>
                    <a:pt x="2706058" y="3891158"/>
                  </a:lnTo>
                  <a:lnTo>
                    <a:pt x="2759997" y="3895747"/>
                  </a:lnTo>
                  <a:lnTo>
                    <a:pt x="2770117" y="3896548"/>
                  </a:lnTo>
                  <a:lnTo>
                    <a:pt x="2819845" y="3900200"/>
                  </a:lnTo>
                  <a:lnTo>
                    <a:pt x="2871295" y="3903480"/>
                  </a:lnTo>
                  <a:lnTo>
                    <a:pt x="2925296" y="3906408"/>
                  </a:lnTo>
                  <a:lnTo>
                    <a:pt x="2982772" y="3909016"/>
                  </a:lnTo>
                  <a:lnTo>
                    <a:pt x="3044662" y="3911341"/>
                  </a:lnTo>
                  <a:lnTo>
                    <a:pt x="3111834" y="3913419"/>
                  </a:lnTo>
                  <a:lnTo>
                    <a:pt x="3184983" y="3915280"/>
                  </a:lnTo>
                  <a:lnTo>
                    <a:pt x="3264487" y="3916950"/>
                  </a:lnTo>
                  <a:lnTo>
                    <a:pt x="3350218" y="3918446"/>
                  </a:lnTo>
                  <a:lnTo>
                    <a:pt x="3441326" y="3919779"/>
                  </a:lnTo>
                  <a:lnTo>
                    <a:pt x="3536024" y="3920953"/>
                  </a:lnTo>
                  <a:lnTo>
                    <a:pt x="3631465" y="3921966"/>
                  </a:lnTo>
                  <a:lnTo>
                    <a:pt x="3723811" y="3922815"/>
                  </a:lnTo>
                  <a:lnTo>
                    <a:pt x="3808603" y="3923496"/>
                  </a:lnTo>
                  <a:lnTo>
                    <a:pt x="3881447" y="3924013"/>
                  </a:lnTo>
                  <a:lnTo>
                    <a:pt x="3938914" y="3924375"/>
                  </a:lnTo>
                  <a:lnTo>
                    <a:pt x="3979362" y="3924603"/>
                  </a:lnTo>
                  <a:lnTo>
                    <a:pt x="4003440" y="3924725"/>
                  </a:lnTo>
                  <a:lnTo>
                    <a:pt x="4014114" y="3924774"/>
                  </a:lnTo>
                  <a:lnTo>
                    <a:pt x="4016395" y="3924783"/>
                  </a:lnTo>
                  <a:lnTo>
                    <a:pt x="4016409" y="3924783"/>
                  </a:lnTo>
                  <a:lnTo>
                    <a:pt x="4538543" y="3924783"/>
                  </a:lnTo>
                  <a:lnTo>
                    <a:pt x="4539471" y="3924696"/>
                  </a:lnTo>
                  <a:lnTo>
                    <a:pt x="4545585" y="3924073"/>
                  </a:lnTo>
                  <a:lnTo>
                    <a:pt x="4561025" y="3922350"/>
                  </a:lnTo>
                  <a:lnTo>
                    <a:pt x="4588693" y="3918957"/>
                  </a:lnTo>
                  <a:lnTo>
                    <a:pt x="4630052" y="3913364"/>
                  </a:lnTo>
                  <a:lnTo>
                    <a:pt x="4685013" y="3905135"/>
                  </a:lnTo>
                  <a:lnTo>
                    <a:pt x="4752041" y="3893964"/>
                  </a:lnTo>
                  <a:lnTo>
                    <a:pt x="4828506" y="3879695"/>
                  </a:lnTo>
                  <a:lnTo>
                    <a:pt x="4911190" y="3862291"/>
                  </a:lnTo>
                  <a:lnTo>
                    <a:pt x="4996820" y="3841799"/>
                  </a:lnTo>
                  <a:lnTo>
                    <a:pt x="5082489" y="3818285"/>
                  </a:lnTo>
                  <a:lnTo>
                    <a:pt x="5165908" y="3791789"/>
                  </a:lnTo>
                  <a:lnTo>
                    <a:pt x="5245489" y="3762282"/>
                  </a:lnTo>
                  <a:lnTo>
                    <a:pt x="5320306" y="3729643"/>
                  </a:lnTo>
                  <a:lnTo>
                    <a:pt x="5389984" y="3693643"/>
                  </a:lnTo>
                  <a:lnTo>
                    <a:pt x="5454565" y="3653944"/>
                  </a:lnTo>
                  <a:lnTo>
                    <a:pt x="5514387" y="3610107"/>
                  </a:lnTo>
                  <a:lnTo>
                    <a:pt x="5569976" y="3561600"/>
                  </a:lnTo>
                  <a:lnTo>
                    <a:pt x="5621968" y="3507823"/>
                  </a:lnTo>
                  <a:lnTo>
                    <a:pt x="5671046" y="3448152"/>
                  </a:lnTo>
                  <a:lnTo>
                    <a:pt x="5717887" y="3382003"/>
                  </a:lnTo>
                  <a:lnTo>
                    <a:pt x="5763123" y="3308952"/>
                  </a:lnTo>
                  <a:lnTo>
                    <a:pt x="5784835" y="3270653"/>
                  </a:lnTo>
                  <a:lnTo>
                    <a:pt x="5817382" y="3209401"/>
                  </a:lnTo>
                  <a:lnTo>
                    <a:pt x="5849640" y="3144235"/>
                  </a:lnTo>
                  <a:lnTo>
                    <a:pt x="5881763" y="3075076"/>
                  </a:lnTo>
                  <a:lnTo>
                    <a:pt x="5913876" y="3001891"/>
                  </a:lnTo>
                  <a:lnTo>
                    <a:pt x="5946078" y="2924699"/>
                  </a:lnTo>
                  <a:lnTo>
                    <a:pt x="5978446" y="2843574"/>
                  </a:lnTo>
                  <a:lnTo>
                    <a:pt x="6011033" y="2758653"/>
                  </a:lnTo>
                  <a:lnTo>
                    <a:pt x="6043874" y="2670133"/>
                  </a:lnTo>
                  <a:lnTo>
                    <a:pt x="6076983" y="2578273"/>
                  </a:lnTo>
                  <a:lnTo>
                    <a:pt x="6110360" y="2483397"/>
                  </a:lnTo>
                  <a:lnTo>
                    <a:pt x="6143988" y="2385885"/>
                  </a:lnTo>
                  <a:lnTo>
                    <a:pt x="6177835" y="2286175"/>
                  </a:lnTo>
                  <a:lnTo>
                    <a:pt x="6211859" y="2184748"/>
                  </a:lnTo>
                  <a:lnTo>
                    <a:pt x="6246011" y="2082123"/>
                  </a:lnTo>
                  <a:lnTo>
                    <a:pt x="6280233" y="1978848"/>
                  </a:lnTo>
                  <a:lnTo>
                    <a:pt x="6314465" y="1875483"/>
                  </a:lnTo>
                  <a:lnTo>
                    <a:pt x="6348645" y="1772591"/>
                  </a:lnTo>
                  <a:lnTo>
                    <a:pt x="6382716" y="1670725"/>
                  </a:lnTo>
                  <a:lnTo>
                    <a:pt x="6416625" y="1570414"/>
                  </a:lnTo>
                  <a:lnTo>
                    <a:pt x="6450326" y="1472153"/>
                  </a:lnTo>
                  <a:lnTo>
                    <a:pt x="6483785" y="1376394"/>
                  </a:lnTo>
                  <a:lnTo>
                    <a:pt x="6516981" y="1283536"/>
                  </a:lnTo>
                  <a:lnTo>
                    <a:pt x="6549906" y="1193922"/>
                  </a:lnTo>
                  <a:lnTo>
                    <a:pt x="6582571" y="1107831"/>
                  </a:lnTo>
                  <a:lnTo>
                    <a:pt x="6615004" y="1025481"/>
                  </a:lnTo>
                  <a:lnTo>
                    <a:pt x="6647252" y="947026"/>
                  </a:lnTo>
                  <a:lnTo>
                    <a:pt x="6679384" y="872561"/>
                  </a:lnTo>
                  <a:lnTo>
                    <a:pt x="6711491" y="802122"/>
                  </a:lnTo>
                  <a:lnTo>
                    <a:pt x="6743691" y="735692"/>
                  </a:lnTo>
                  <a:lnTo>
                    <a:pt x="6776127" y="673206"/>
                  </a:lnTo>
                  <a:lnTo>
                    <a:pt x="6786527" y="654130"/>
                  </a:lnTo>
                  <a:lnTo>
                    <a:pt x="6831179" y="577640"/>
                  </a:lnTo>
                  <a:lnTo>
                    <a:pt x="6877162" y="508152"/>
                  </a:lnTo>
                  <a:lnTo>
                    <a:pt x="6925062" y="445378"/>
                  </a:lnTo>
                  <a:lnTo>
                    <a:pt x="6975542" y="388795"/>
                  </a:lnTo>
                  <a:lnTo>
                    <a:pt x="7029288" y="337787"/>
                  </a:lnTo>
                  <a:lnTo>
                    <a:pt x="7086965" y="291737"/>
                  </a:lnTo>
                  <a:lnTo>
                    <a:pt x="7149162" y="250075"/>
                  </a:lnTo>
                  <a:lnTo>
                    <a:pt x="7216320" y="212314"/>
                  </a:lnTo>
                  <a:lnTo>
                    <a:pt x="7288640" y="178066"/>
                  </a:lnTo>
                  <a:lnTo>
                    <a:pt x="7365969" y="147048"/>
                  </a:lnTo>
                  <a:lnTo>
                    <a:pt x="7447666" y="119089"/>
                  </a:lnTo>
                  <a:lnTo>
                    <a:pt x="7532477" y="94114"/>
                  </a:lnTo>
                  <a:lnTo>
                    <a:pt x="7618455" y="72135"/>
                  </a:lnTo>
                  <a:lnTo>
                    <a:pt x="7702974" y="53212"/>
                  </a:lnTo>
                  <a:lnTo>
                    <a:pt x="7782899" y="37408"/>
                  </a:lnTo>
                  <a:lnTo>
                    <a:pt x="7854922" y="24732"/>
                  </a:lnTo>
                  <a:lnTo>
                    <a:pt x="7916057" y="15093"/>
                  </a:lnTo>
                  <a:lnTo>
                    <a:pt x="7964177" y="8257"/>
                  </a:lnTo>
                  <a:lnTo>
                    <a:pt x="7998456" y="3850"/>
                  </a:lnTo>
                  <a:lnTo>
                    <a:pt x="8019600" y="1380"/>
                  </a:lnTo>
                  <a:lnTo>
                    <a:pt x="8029831" y="291"/>
                  </a:lnTo>
                  <a:lnTo>
                    <a:pt x="8032707" y="10"/>
                  </a:lnTo>
                  <a:lnTo>
                    <a:pt x="8032819" y="0"/>
                  </a:lnTo>
                  <a:lnTo>
                    <a:pt x="8554953" y="0"/>
                  </a:lnTo>
                  <a:lnTo>
                    <a:pt x="8554953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780" name="pl1780"/>
            <p:cNvSpPr/>
            <p:nvPr/>
          </p:nvSpPr>
          <p:spPr>
            <a:xfrm>
              <a:off x="386606" y="1846264"/>
              <a:ext cx="8554953" cy="3924783"/>
            </a:xfrm>
            <a:custGeom>
              <a:avLst/>
              <a:pathLst>
                <a:path w="8554953" h="3924783">
                  <a:moveTo>
                    <a:pt x="8554953" y="0"/>
                  </a:moveTo>
                  <a:lnTo>
                    <a:pt x="8032819" y="0"/>
                  </a:lnTo>
                  <a:lnTo>
                    <a:pt x="8031891" y="87"/>
                  </a:lnTo>
                  <a:lnTo>
                    <a:pt x="8025777" y="710"/>
                  </a:lnTo>
                  <a:lnTo>
                    <a:pt x="8010337" y="2433"/>
                  </a:lnTo>
                  <a:lnTo>
                    <a:pt x="7982669" y="5826"/>
                  </a:lnTo>
                  <a:lnTo>
                    <a:pt x="7941310" y="11419"/>
                  </a:lnTo>
                  <a:lnTo>
                    <a:pt x="7886349" y="19648"/>
                  </a:lnTo>
                  <a:lnTo>
                    <a:pt x="7819321" y="30818"/>
                  </a:lnTo>
                  <a:lnTo>
                    <a:pt x="7742856" y="45088"/>
                  </a:lnTo>
                  <a:lnTo>
                    <a:pt x="7660172" y="62491"/>
                  </a:lnTo>
                  <a:lnTo>
                    <a:pt x="7574542" y="82984"/>
                  </a:lnTo>
                  <a:lnTo>
                    <a:pt x="7488873" y="106498"/>
                  </a:lnTo>
                  <a:lnTo>
                    <a:pt x="7405454" y="132994"/>
                  </a:lnTo>
                  <a:lnTo>
                    <a:pt x="7325873" y="162501"/>
                  </a:lnTo>
                  <a:lnTo>
                    <a:pt x="7251056" y="195140"/>
                  </a:lnTo>
                  <a:lnTo>
                    <a:pt x="7181378" y="231140"/>
                  </a:lnTo>
                  <a:lnTo>
                    <a:pt x="7116797" y="270839"/>
                  </a:lnTo>
                  <a:lnTo>
                    <a:pt x="7056975" y="314676"/>
                  </a:lnTo>
                  <a:lnTo>
                    <a:pt x="7001386" y="363183"/>
                  </a:lnTo>
                  <a:lnTo>
                    <a:pt x="6949394" y="416960"/>
                  </a:lnTo>
                  <a:lnTo>
                    <a:pt x="6900316" y="476631"/>
                  </a:lnTo>
                  <a:lnTo>
                    <a:pt x="6853475" y="542780"/>
                  </a:lnTo>
                  <a:lnTo>
                    <a:pt x="6808238" y="615831"/>
                  </a:lnTo>
                  <a:lnTo>
                    <a:pt x="6786527" y="654130"/>
                  </a:lnTo>
                  <a:lnTo>
                    <a:pt x="6753980" y="715382"/>
                  </a:lnTo>
                  <a:lnTo>
                    <a:pt x="6721722" y="780548"/>
                  </a:lnTo>
                  <a:lnTo>
                    <a:pt x="6689599" y="849707"/>
                  </a:lnTo>
                  <a:lnTo>
                    <a:pt x="6657486" y="922892"/>
                  </a:lnTo>
                  <a:lnTo>
                    <a:pt x="6625284" y="1000084"/>
                  </a:lnTo>
                  <a:lnTo>
                    <a:pt x="6592916" y="1081209"/>
                  </a:lnTo>
                  <a:lnTo>
                    <a:pt x="6560329" y="1166130"/>
                  </a:lnTo>
                  <a:lnTo>
                    <a:pt x="6527488" y="1254650"/>
                  </a:lnTo>
                  <a:lnTo>
                    <a:pt x="6494379" y="1346510"/>
                  </a:lnTo>
                  <a:lnTo>
                    <a:pt x="6461002" y="1441386"/>
                  </a:lnTo>
                  <a:lnTo>
                    <a:pt x="6427374" y="1538897"/>
                  </a:lnTo>
                  <a:lnTo>
                    <a:pt x="6393527" y="1638608"/>
                  </a:lnTo>
                  <a:lnTo>
                    <a:pt x="6359503" y="1740035"/>
                  </a:lnTo>
                  <a:lnTo>
                    <a:pt x="6325351" y="1842660"/>
                  </a:lnTo>
                  <a:lnTo>
                    <a:pt x="6291129" y="1945935"/>
                  </a:lnTo>
                  <a:lnTo>
                    <a:pt x="6256897" y="2049300"/>
                  </a:lnTo>
                  <a:lnTo>
                    <a:pt x="6222717" y="2152192"/>
                  </a:lnTo>
                  <a:lnTo>
                    <a:pt x="6188646" y="2254058"/>
                  </a:lnTo>
                  <a:lnTo>
                    <a:pt x="6154737" y="2354369"/>
                  </a:lnTo>
                  <a:lnTo>
                    <a:pt x="6121036" y="2452630"/>
                  </a:lnTo>
                  <a:lnTo>
                    <a:pt x="6087577" y="2548389"/>
                  </a:lnTo>
                  <a:lnTo>
                    <a:pt x="6054381" y="2641246"/>
                  </a:lnTo>
                  <a:lnTo>
                    <a:pt x="6021456" y="2730861"/>
                  </a:lnTo>
                  <a:lnTo>
                    <a:pt x="5988791" y="2816952"/>
                  </a:lnTo>
                  <a:lnTo>
                    <a:pt x="5956358" y="2899302"/>
                  </a:lnTo>
                  <a:lnTo>
                    <a:pt x="5924110" y="2977757"/>
                  </a:lnTo>
                  <a:lnTo>
                    <a:pt x="5891978" y="3052222"/>
                  </a:lnTo>
                  <a:lnTo>
                    <a:pt x="5859871" y="3122661"/>
                  </a:lnTo>
                  <a:lnTo>
                    <a:pt x="5827671" y="3189091"/>
                  </a:lnTo>
                  <a:lnTo>
                    <a:pt x="5795235" y="3251577"/>
                  </a:lnTo>
                  <a:lnTo>
                    <a:pt x="5784835" y="3270653"/>
                  </a:lnTo>
                  <a:lnTo>
                    <a:pt x="5740183" y="3347143"/>
                  </a:lnTo>
                  <a:lnTo>
                    <a:pt x="5694200" y="3416631"/>
                  </a:lnTo>
                  <a:lnTo>
                    <a:pt x="5646300" y="3479405"/>
                  </a:lnTo>
                  <a:lnTo>
                    <a:pt x="5595820" y="3535988"/>
                  </a:lnTo>
                  <a:lnTo>
                    <a:pt x="5542074" y="3586996"/>
                  </a:lnTo>
                  <a:lnTo>
                    <a:pt x="5484397" y="3633046"/>
                  </a:lnTo>
                  <a:lnTo>
                    <a:pt x="5422200" y="3674708"/>
                  </a:lnTo>
                  <a:lnTo>
                    <a:pt x="5355042" y="3712469"/>
                  </a:lnTo>
                  <a:lnTo>
                    <a:pt x="5282722" y="3746717"/>
                  </a:lnTo>
                  <a:lnTo>
                    <a:pt x="5205393" y="3777735"/>
                  </a:lnTo>
                  <a:lnTo>
                    <a:pt x="5123696" y="3805694"/>
                  </a:lnTo>
                  <a:lnTo>
                    <a:pt x="5038885" y="3830669"/>
                  </a:lnTo>
                  <a:lnTo>
                    <a:pt x="4952907" y="3852647"/>
                  </a:lnTo>
                  <a:lnTo>
                    <a:pt x="4868388" y="3871571"/>
                  </a:lnTo>
                  <a:lnTo>
                    <a:pt x="4788463" y="3887375"/>
                  </a:lnTo>
                  <a:lnTo>
                    <a:pt x="4716440" y="3900050"/>
                  </a:lnTo>
                  <a:lnTo>
                    <a:pt x="4655305" y="3909690"/>
                  </a:lnTo>
                  <a:lnTo>
                    <a:pt x="4607185" y="3916526"/>
                  </a:lnTo>
                  <a:lnTo>
                    <a:pt x="4572906" y="3920933"/>
                  </a:lnTo>
                  <a:lnTo>
                    <a:pt x="4551762" y="3923403"/>
                  </a:lnTo>
                  <a:lnTo>
                    <a:pt x="4541531" y="3924492"/>
                  </a:lnTo>
                  <a:lnTo>
                    <a:pt x="4538654" y="3924773"/>
                  </a:lnTo>
                  <a:lnTo>
                    <a:pt x="4538543" y="3924783"/>
                  </a:lnTo>
                  <a:lnTo>
                    <a:pt x="4016409" y="3924783"/>
                  </a:lnTo>
                  <a:lnTo>
                    <a:pt x="4015140" y="3924778"/>
                  </a:lnTo>
                  <a:lnTo>
                    <a:pt x="4006842" y="3924741"/>
                  </a:lnTo>
                  <a:lnTo>
                    <a:pt x="3986097" y="3924638"/>
                  </a:lnTo>
                  <a:lnTo>
                    <a:pt x="3949449" y="3924437"/>
                  </a:lnTo>
                  <a:lnTo>
                    <a:pt x="3895722" y="3924107"/>
                  </a:lnTo>
                  <a:lnTo>
                    <a:pt x="3826069" y="3923626"/>
                  </a:lnTo>
                  <a:lnTo>
                    <a:pt x="3743588" y="3922982"/>
                  </a:lnTo>
                  <a:lnTo>
                    <a:pt x="3652533" y="3922170"/>
                  </a:lnTo>
                  <a:lnTo>
                    <a:pt x="3557420" y="3921193"/>
                  </a:lnTo>
                  <a:lnTo>
                    <a:pt x="3462271" y="3920056"/>
                  </a:lnTo>
                  <a:lnTo>
                    <a:pt x="3370169" y="3918758"/>
                  </a:lnTo>
                  <a:lnTo>
                    <a:pt x="3283132" y="3917299"/>
                  </a:lnTo>
                  <a:lnTo>
                    <a:pt x="3202203" y="3915670"/>
                  </a:lnTo>
                  <a:lnTo>
                    <a:pt x="3127650" y="3913853"/>
                  </a:lnTo>
                  <a:lnTo>
                    <a:pt x="3059194" y="3911826"/>
                  </a:lnTo>
                  <a:lnTo>
                    <a:pt x="2996194" y="3909559"/>
                  </a:lnTo>
                  <a:lnTo>
                    <a:pt x="2937812" y="3907017"/>
                  </a:lnTo>
                  <a:lnTo>
                    <a:pt x="2883116" y="3904165"/>
                  </a:lnTo>
                  <a:lnTo>
                    <a:pt x="2831172" y="3900966"/>
                  </a:lnTo>
                  <a:lnTo>
                    <a:pt x="2781123" y="3897397"/>
                  </a:lnTo>
                  <a:lnTo>
                    <a:pt x="2770117" y="3896548"/>
                  </a:lnTo>
                  <a:lnTo>
                    <a:pt x="2716028" y="3892046"/>
                  </a:lnTo>
                  <a:lnTo>
                    <a:pt x="2662459" y="3887069"/>
                  </a:lnTo>
                  <a:lnTo>
                    <a:pt x="2608828" y="3881609"/>
                  </a:lnTo>
                  <a:lnTo>
                    <a:pt x="2554746" y="3875679"/>
                  </a:lnTo>
                  <a:lnTo>
                    <a:pt x="2499993" y="3869310"/>
                  </a:lnTo>
                  <a:lnTo>
                    <a:pt x="2444496" y="3862553"/>
                  </a:lnTo>
                  <a:lnTo>
                    <a:pt x="2388309" y="3855482"/>
                  </a:lnTo>
                  <a:lnTo>
                    <a:pt x="2331590" y="3848185"/>
                  </a:lnTo>
                  <a:lnTo>
                    <a:pt x="2274572" y="3840767"/>
                  </a:lnTo>
                  <a:lnTo>
                    <a:pt x="2217529" y="3833339"/>
                  </a:lnTo>
                  <a:lnTo>
                    <a:pt x="2160735" y="3826011"/>
                  </a:lnTo>
                  <a:lnTo>
                    <a:pt x="2104435" y="3818891"/>
                  </a:lnTo>
                  <a:lnTo>
                    <a:pt x="2048802" y="3812069"/>
                  </a:lnTo>
                  <a:lnTo>
                    <a:pt x="1993912" y="3805623"/>
                  </a:lnTo>
                  <a:lnTo>
                    <a:pt x="1939717" y="3799609"/>
                  </a:lnTo>
                  <a:lnTo>
                    <a:pt x="1886027" y="3794061"/>
                  </a:lnTo>
                  <a:lnTo>
                    <a:pt x="1832484" y="3788994"/>
                  </a:lnTo>
                  <a:lnTo>
                    <a:pt x="1778546" y="3784405"/>
                  </a:lnTo>
                  <a:lnTo>
                    <a:pt x="1768425" y="3783604"/>
                  </a:lnTo>
                  <a:lnTo>
                    <a:pt x="1718698" y="3779951"/>
                  </a:lnTo>
                  <a:lnTo>
                    <a:pt x="1667247" y="3776671"/>
                  </a:lnTo>
                  <a:lnTo>
                    <a:pt x="1613246" y="3773744"/>
                  </a:lnTo>
                  <a:lnTo>
                    <a:pt x="1555770" y="3771136"/>
                  </a:lnTo>
                  <a:lnTo>
                    <a:pt x="1493881" y="3768811"/>
                  </a:lnTo>
                  <a:lnTo>
                    <a:pt x="1426708" y="3766733"/>
                  </a:lnTo>
                  <a:lnTo>
                    <a:pt x="1353559" y="3764871"/>
                  </a:lnTo>
                  <a:lnTo>
                    <a:pt x="1274055" y="3763201"/>
                  </a:lnTo>
                  <a:lnTo>
                    <a:pt x="1188324" y="3761705"/>
                  </a:lnTo>
                  <a:lnTo>
                    <a:pt x="1097217" y="3760372"/>
                  </a:lnTo>
                  <a:lnTo>
                    <a:pt x="1002519" y="3759199"/>
                  </a:lnTo>
                  <a:lnTo>
                    <a:pt x="907077" y="3758186"/>
                  </a:lnTo>
                  <a:lnTo>
                    <a:pt x="814731" y="3757337"/>
                  </a:lnTo>
                  <a:lnTo>
                    <a:pt x="729940" y="3756656"/>
                  </a:lnTo>
                  <a:lnTo>
                    <a:pt x="657095" y="3756139"/>
                  </a:lnTo>
                  <a:lnTo>
                    <a:pt x="599628" y="3755777"/>
                  </a:lnTo>
                  <a:lnTo>
                    <a:pt x="559180" y="3755549"/>
                  </a:lnTo>
                  <a:lnTo>
                    <a:pt x="535103" y="3755427"/>
                  </a:lnTo>
                  <a:lnTo>
                    <a:pt x="524428" y="3755378"/>
                  </a:lnTo>
                  <a:lnTo>
                    <a:pt x="522148" y="3755368"/>
                  </a:lnTo>
                  <a:lnTo>
                    <a:pt x="522133" y="3755368"/>
                  </a:lnTo>
                  <a:lnTo>
                    <a:pt x="0" y="3755368"/>
                  </a:lnTo>
                  <a:lnTo>
                    <a:pt x="0" y="3755368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781" name="pg1781"/>
            <p:cNvSpPr/>
            <p:nvPr/>
          </p:nvSpPr>
          <p:spPr>
            <a:xfrm>
              <a:off x="386606" y="970952"/>
              <a:ext cx="8554953" cy="4901744"/>
            </a:xfrm>
            <a:custGeom>
              <a:avLst/>
              <a:pathLst>
                <a:path w="8554953" h="4901744">
                  <a:moveTo>
                    <a:pt x="0" y="4647621"/>
                  </a:moveTo>
                  <a:lnTo>
                    <a:pt x="522133" y="4647621"/>
                  </a:lnTo>
                  <a:lnTo>
                    <a:pt x="523402" y="4647629"/>
                  </a:lnTo>
                  <a:lnTo>
                    <a:pt x="531696" y="4647685"/>
                  </a:lnTo>
                  <a:lnTo>
                    <a:pt x="552432" y="4647839"/>
                  </a:lnTo>
                  <a:lnTo>
                    <a:pt x="589064" y="4648141"/>
                  </a:lnTo>
                  <a:lnTo>
                    <a:pt x="642771" y="4648636"/>
                  </a:lnTo>
                  <a:lnTo>
                    <a:pt x="712399" y="4649357"/>
                  </a:lnTo>
                  <a:lnTo>
                    <a:pt x="794856" y="4650323"/>
                  </a:lnTo>
                  <a:lnTo>
                    <a:pt x="885889" y="4651540"/>
                  </a:lnTo>
                  <a:lnTo>
                    <a:pt x="980984" y="4653004"/>
                  </a:lnTo>
                  <a:lnTo>
                    <a:pt x="1076121" y="4654710"/>
                  </a:lnTo>
                  <a:lnTo>
                    <a:pt x="1168215" y="4656655"/>
                  </a:lnTo>
                  <a:lnTo>
                    <a:pt x="1255249" y="4658843"/>
                  </a:lnTo>
                  <a:lnTo>
                    <a:pt x="1336178" y="4661287"/>
                  </a:lnTo>
                  <a:lnTo>
                    <a:pt x="1410731" y="4664011"/>
                  </a:lnTo>
                  <a:lnTo>
                    <a:pt x="1479191" y="4667050"/>
                  </a:lnTo>
                  <a:lnTo>
                    <a:pt x="1542193" y="4670449"/>
                  </a:lnTo>
                  <a:lnTo>
                    <a:pt x="1600577" y="4674259"/>
                  </a:lnTo>
                  <a:lnTo>
                    <a:pt x="1655273" y="4678537"/>
                  </a:lnTo>
                  <a:lnTo>
                    <a:pt x="1707216" y="4683333"/>
                  </a:lnTo>
                  <a:lnTo>
                    <a:pt x="1757261" y="4688683"/>
                  </a:lnTo>
                  <a:lnTo>
                    <a:pt x="1768425" y="4689975"/>
                  </a:lnTo>
                  <a:lnTo>
                    <a:pt x="1822306" y="4696700"/>
                  </a:lnTo>
                  <a:lnTo>
                    <a:pt x="1875668" y="4704133"/>
                  </a:lnTo>
                  <a:lnTo>
                    <a:pt x="1929087" y="4712283"/>
                  </a:lnTo>
                  <a:lnTo>
                    <a:pt x="1982951" y="4721134"/>
                  </a:lnTo>
                  <a:lnTo>
                    <a:pt x="2037478" y="4730640"/>
                  </a:lnTo>
                  <a:lnTo>
                    <a:pt x="2092744" y="4740724"/>
                  </a:lnTo>
                  <a:lnTo>
                    <a:pt x="2148697" y="4751280"/>
                  </a:lnTo>
                  <a:lnTo>
                    <a:pt x="2205183" y="4762175"/>
                  </a:lnTo>
                  <a:lnTo>
                    <a:pt x="2261974" y="4773256"/>
                  </a:lnTo>
                  <a:lnTo>
                    <a:pt x="2318800" y="4784357"/>
                  </a:lnTo>
                  <a:lnTo>
                    <a:pt x="2375389" y="4795315"/>
                  </a:lnTo>
                  <a:lnTo>
                    <a:pt x="2431497" y="4805972"/>
                  </a:lnTo>
                  <a:lnTo>
                    <a:pt x="2486949" y="4816188"/>
                  </a:lnTo>
                  <a:lnTo>
                    <a:pt x="2541664" y="4825851"/>
                  </a:lnTo>
                  <a:lnTo>
                    <a:pt x="2595683" y="4834876"/>
                  </a:lnTo>
                  <a:lnTo>
                    <a:pt x="2649187" y="4843209"/>
                  </a:lnTo>
                  <a:lnTo>
                    <a:pt x="2702516" y="4850826"/>
                  </a:lnTo>
                  <a:lnTo>
                    <a:pt x="2756197" y="4857730"/>
                  </a:lnTo>
                  <a:lnTo>
                    <a:pt x="2770117" y="4859390"/>
                  </a:lnTo>
                  <a:lnTo>
                    <a:pt x="2819837" y="4864868"/>
                  </a:lnTo>
                  <a:lnTo>
                    <a:pt x="2871278" y="4869788"/>
                  </a:lnTo>
                  <a:lnTo>
                    <a:pt x="2925270" y="4874179"/>
                  </a:lnTo>
                  <a:lnTo>
                    <a:pt x="2982734" y="4878090"/>
                  </a:lnTo>
                  <a:lnTo>
                    <a:pt x="3044610" y="4881577"/>
                  </a:lnTo>
                  <a:lnTo>
                    <a:pt x="3111766" y="4884694"/>
                  </a:lnTo>
                  <a:lnTo>
                    <a:pt x="3184898" y="4887486"/>
                  </a:lnTo>
                  <a:lnTo>
                    <a:pt x="3264381" y="4889991"/>
                  </a:lnTo>
                  <a:lnTo>
                    <a:pt x="3350090" y="4892236"/>
                  </a:lnTo>
                  <a:lnTo>
                    <a:pt x="3441176" y="4894235"/>
                  </a:lnTo>
                  <a:lnTo>
                    <a:pt x="3535855" y="4895995"/>
                  </a:lnTo>
                  <a:lnTo>
                    <a:pt x="3631283" y="4897515"/>
                  </a:lnTo>
                  <a:lnTo>
                    <a:pt x="3723625" y="4898788"/>
                  </a:lnTo>
                  <a:lnTo>
                    <a:pt x="3808424" y="4899811"/>
                  </a:lnTo>
                  <a:lnTo>
                    <a:pt x="3881289" y="4900586"/>
                  </a:lnTo>
                  <a:lnTo>
                    <a:pt x="3938788" y="4901130"/>
                  </a:lnTo>
                  <a:lnTo>
                    <a:pt x="3979275" y="4901473"/>
                  </a:lnTo>
                  <a:lnTo>
                    <a:pt x="4003391" y="4901656"/>
                  </a:lnTo>
                  <a:lnTo>
                    <a:pt x="4014098" y="4901730"/>
                  </a:lnTo>
                  <a:lnTo>
                    <a:pt x="4016409" y="4901744"/>
                  </a:lnTo>
                  <a:lnTo>
                    <a:pt x="4538543" y="4901744"/>
                  </a:lnTo>
                  <a:lnTo>
                    <a:pt x="4539401" y="4901644"/>
                  </a:lnTo>
                  <a:lnTo>
                    <a:pt x="4545057" y="4900928"/>
                  </a:lnTo>
                  <a:lnTo>
                    <a:pt x="4559374" y="4898950"/>
                  </a:lnTo>
                  <a:lnTo>
                    <a:pt x="4585112" y="4895053"/>
                  </a:lnTo>
                  <a:lnTo>
                    <a:pt x="4623751" y="4888621"/>
                  </a:lnTo>
                  <a:lnTo>
                    <a:pt x="4675379" y="4879135"/>
                  </a:lnTo>
                  <a:lnTo>
                    <a:pt x="4738760" y="4866222"/>
                  </a:lnTo>
                  <a:lnTo>
                    <a:pt x="4811605" y="4849672"/>
                  </a:lnTo>
                  <a:lnTo>
                    <a:pt x="4891014" y="4829420"/>
                  </a:lnTo>
                  <a:lnTo>
                    <a:pt x="4973936" y="4805502"/>
                  </a:lnTo>
                  <a:lnTo>
                    <a:pt x="5057574" y="4777998"/>
                  </a:lnTo>
                  <a:lnTo>
                    <a:pt x="5139644" y="4746966"/>
                  </a:lnTo>
                  <a:lnTo>
                    <a:pt x="5218483" y="4712401"/>
                  </a:lnTo>
                  <a:lnTo>
                    <a:pt x="5293044" y="4674202"/>
                  </a:lnTo>
                  <a:lnTo>
                    <a:pt x="5362812" y="4632151"/>
                  </a:lnTo>
                  <a:lnTo>
                    <a:pt x="5427694" y="4585908"/>
                  </a:lnTo>
                  <a:lnTo>
                    <a:pt x="5487903" y="4535015"/>
                  </a:lnTo>
                  <a:lnTo>
                    <a:pt x="5543858" y="4478904"/>
                  </a:lnTo>
                  <a:lnTo>
                    <a:pt x="5596107" y="4416918"/>
                  </a:lnTo>
                  <a:lnTo>
                    <a:pt x="5645265" y="4348346"/>
                  </a:lnTo>
                  <a:lnTo>
                    <a:pt x="5691966" y="4272478"/>
                  </a:lnTo>
                  <a:lnTo>
                    <a:pt x="5736821" y="4188706"/>
                  </a:lnTo>
                  <a:lnTo>
                    <a:pt x="5780378" y="4096676"/>
                  </a:lnTo>
                  <a:lnTo>
                    <a:pt x="5784835" y="4086669"/>
                  </a:lnTo>
                  <a:lnTo>
                    <a:pt x="5814348" y="4017700"/>
                  </a:lnTo>
                  <a:lnTo>
                    <a:pt x="5843612" y="3944734"/>
                  </a:lnTo>
                  <a:lnTo>
                    <a:pt x="5872742" y="3867692"/>
                  </a:lnTo>
                  <a:lnTo>
                    <a:pt x="5901839" y="3786533"/>
                  </a:lnTo>
                  <a:lnTo>
                    <a:pt x="5930980" y="3701258"/>
                  </a:lnTo>
                  <a:lnTo>
                    <a:pt x="5960232" y="3611914"/>
                  </a:lnTo>
                  <a:lnTo>
                    <a:pt x="5989640" y="3518597"/>
                  </a:lnTo>
                  <a:lnTo>
                    <a:pt x="6019241" y="3421455"/>
                  </a:lnTo>
                  <a:lnTo>
                    <a:pt x="6049055" y="3320688"/>
                  </a:lnTo>
                  <a:lnTo>
                    <a:pt x="6079090" y="3216550"/>
                  </a:lnTo>
                  <a:lnTo>
                    <a:pt x="6109345" y="3109347"/>
                  </a:lnTo>
                  <a:lnTo>
                    <a:pt x="6139806" y="2999434"/>
                  </a:lnTo>
                  <a:lnTo>
                    <a:pt x="6170452" y="2887211"/>
                  </a:lnTo>
                  <a:lnTo>
                    <a:pt x="6201251" y="2773118"/>
                  </a:lnTo>
                  <a:lnTo>
                    <a:pt x="6232169" y="2657631"/>
                  </a:lnTo>
                  <a:lnTo>
                    <a:pt x="6263164" y="2541248"/>
                  </a:lnTo>
                  <a:lnTo>
                    <a:pt x="6294192" y="2424486"/>
                  </a:lnTo>
                  <a:lnTo>
                    <a:pt x="6325207" y="2307867"/>
                  </a:lnTo>
                  <a:lnTo>
                    <a:pt x="6356165" y="2191913"/>
                  </a:lnTo>
                  <a:lnTo>
                    <a:pt x="6387023" y="2077130"/>
                  </a:lnTo>
                  <a:lnTo>
                    <a:pt x="6417742" y="1964007"/>
                  </a:lnTo>
                  <a:lnTo>
                    <a:pt x="6448290" y="1852998"/>
                  </a:lnTo>
                  <a:lnTo>
                    <a:pt x="6478640" y="1744525"/>
                  </a:lnTo>
                  <a:lnTo>
                    <a:pt x="6508775" y="1638962"/>
                  </a:lnTo>
                  <a:lnTo>
                    <a:pt x="6538689" y="1536640"/>
                  </a:lnTo>
                  <a:lnTo>
                    <a:pt x="6568384" y="1437833"/>
                  </a:lnTo>
                  <a:lnTo>
                    <a:pt x="6597876" y="1342768"/>
                  </a:lnTo>
                  <a:lnTo>
                    <a:pt x="6627193" y="1251615"/>
                  </a:lnTo>
                  <a:lnTo>
                    <a:pt x="6656377" y="1164494"/>
                  </a:lnTo>
                  <a:lnTo>
                    <a:pt x="6685485" y="1081474"/>
                  </a:lnTo>
                  <a:lnTo>
                    <a:pt x="6714589" y="1002576"/>
                  </a:lnTo>
                  <a:lnTo>
                    <a:pt x="6743779" y="927778"/>
                  </a:lnTo>
                  <a:lnTo>
                    <a:pt x="6773164" y="857017"/>
                  </a:lnTo>
                  <a:lnTo>
                    <a:pt x="6786527" y="826369"/>
                  </a:lnTo>
                  <a:lnTo>
                    <a:pt x="6829977" y="733480"/>
                  </a:lnTo>
                  <a:lnTo>
                    <a:pt x="6874673" y="648863"/>
                  </a:lnTo>
                  <a:lnTo>
                    <a:pt x="6921155" y="572201"/>
                  </a:lnTo>
                  <a:lnTo>
                    <a:pt x="6970030" y="502905"/>
                  </a:lnTo>
                  <a:lnTo>
                    <a:pt x="7021930" y="440270"/>
                  </a:lnTo>
                  <a:lnTo>
                    <a:pt x="7077474" y="383582"/>
                  </a:lnTo>
                  <a:lnTo>
                    <a:pt x="7137219" y="332177"/>
                  </a:lnTo>
                  <a:lnTo>
                    <a:pt x="7201603" y="285476"/>
                  </a:lnTo>
                  <a:lnTo>
                    <a:pt x="7270863" y="243008"/>
                  </a:lnTo>
                  <a:lnTo>
                    <a:pt x="7344943" y="204422"/>
                  </a:lnTo>
                  <a:lnTo>
                    <a:pt x="7423378" y="169488"/>
                  </a:lnTo>
                  <a:lnTo>
                    <a:pt x="7505179" y="138092"/>
                  </a:lnTo>
                  <a:lnTo>
                    <a:pt x="7588751" y="110220"/>
                  </a:lnTo>
                  <a:lnTo>
                    <a:pt x="7671870" y="85927"/>
                  </a:lnTo>
                  <a:lnTo>
                    <a:pt x="7751783" y="65292"/>
                  </a:lnTo>
                  <a:lnTo>
                    <a:pt x="7825449" y="48359"/>
                  </a:lnTo>
                  <a:lnTo>
                    <a:pt x="7889931" y="35077"/>
                  </a:lnTo>
                  <a:lnTo>
                    <a:pt x="7942855" y="25250"/>
                  </a:lnTo>
                  <a:lnTo>
                    <a:pt x="7982859" y="18524"/>
                  </a:lnTo>
                  <a:lnTo>
                    <a:pt x="8009888" y="14392"/>
                  </a:lnTo>
                  <a:lnTo>
                    <a:pt x="8025281" y="12245"/>
                  </a:lnTo>
                  <a:lnTo>
                    <a:pt x="8031672" y="11429"/>
                  </a:lnTo>
                  <a:lnTo>
                    <a:pt x="8032819" y="11294"/>
                  </a:lnTo>
                  <a:lnTo>
                    <a:pt x="8554953" y="11294"/>
                  </a:lnTo>
                  <a:lnTo>
                    <a:pt x="8554953" y="0"/>
                  </a:lnTo>
                  <a:lnTo>
                    <a:pt x="8032819" y="0"/>
                  </a:lnTo>
                  <a:lnTo>
                    <a:pt x="8031961" y="100"/>
                  </a:lnTo>
                  <a:lnTo>
                    <a:pt x="8026305" y="816"/>
                  </a:lnTo>
                  <a:lnTo>
                    <a:pt x="8011988" y="2794"/>
                  </a:lnTo>
                  <a:lnTo>
                    <a:pt x="7986250" y="6690"/>
                  </a:lnTo>
                  <a:lnTo>
                    <a:pt x="7947611" y="13123"/>
                  </a:lnTo>
                  <a:lnTo>
                    <a:pt x="7895982" y="22609"/>
                  </a:lnTo>
                  <a:lnTo>
                    <a:pt x="7832602" y="35521"/>
                  </a:lnTo>
                  <a:lnTo>
                    <a:pt x="7759757" y="52072"/>
                  </a:lnTo>
                  <a:lnTo>
                    <a:pt x="7680348" y="72324"/>
                  </a:lnTo>
                  <a:lnTo>
                    <a:pt x="7597426" y="96241"/>
                  </a:lnTo>
                  <a:lnTo>
                    <a:pt x="7513788" y="123746"/>
                  </a:lnTo>
                  <a:lnTo>
                    <a:pt x="7431718" y="154778"/>
                  </a:lnTo>
                  <a:lnTo>
                    <a:pt x="7352879" y="189342"/>
                  </a:lnTo>
                  <a:lnTo>
                    <a:pt x="7278318" y="227541"/>
                  </a:lnTo>
                  <a:lnTo>
                    <a:pt x="7208550" y="269592"/>
                  </a:lnTo>
                  <a:lnTo>
                    <a:pt x="7143668" y="315835"/>
                  </a:lnTo>
                  <a:lnTo>
                    <a:pt x="7083459" y="366728"/>
                  </a:lnTo>
                  <a:lnTo>
                    <a:pt x="7027504" y="422839"/>
                  </a:lnTo>
                  <a:lnTo>
                    <a:pt x="6975255" y="484825"/>
                  </a:lnTo>
                  <a:lnTo>
                    <a:pt x="6926096" y="553398"/>
                  </a:lnTo>
                  <a:lnTo>
                    <a:pt x="6879396" y="629266"/>
                  </a:lnTo>
                  <a:lnTo>
                    <a:pt x="6834541" y="713038"/>
                  </a:lnTo>
                  <a:lnTo>
                    <a:pt x="6790984" y="805068"/>
                  </a:lnTo>
                  <a:lnTo>
                    <a:pt x="6786527" y="815075"/>
                  </a:lnTo>
                  <a:lnTo>
                    <a:pt x="6757014" y="884044"/>
                  </a:lnTo>
                  <a:lnTo>
                    <a:pt x="6727750" y="957009"/>
                  </a:lnTo>
                  <a:lnTo>
                    <a:pt x="6698620" y="1034051"/>
                  </a:lnTo>
                  <a:lnTo>
                    <a:pt x="6669523" y="1115210"/>
                  </a:lnTo>
                  <a:lnTo>
                    <a:pt x="6640381" y="1200486"/>
                  </a:lnTo>
                  <a:lnTo>
                    <a:pt x="6611130" y="1289830"/>
                  </a:lnTo>
                  <a:lnTo>
                    <a:pt x="6581722" y="1383147"/>
                  </a:lnTo>
                  <a:lnTo>
                    <a:pt x="6552121" y="1480289"/>
                  </a:lnTo>
                  <a:lnTo>
                    <a:pt x="6522307" y="1581056"/>
                  </a:lnTo>
                  <a:lnTo>
                    <a:pt x="6492272" y="1685193"/>
                  </a:lnTo>
                  <a:lnTo>
                    <a:pt x="6462017" y="1792396"/>
                  </a:lnTo>
                  <a:lnTo>
                    <a:pt x="6431556" y="1902310"/>
                  </a:lnTo>
                  <a:lnTo>
                    <a:pt x="6400910" y="2014533"/>
                  </a:lnTo>
                  <a:lnTo>
                    <a:pt x="6370111" y="2128625"/>
                  </a:lnTo>
                  <a:lnTo>
                    <a:pt x="6339193" y="2244112"/>
                  </a:lnTo>
                  <a:lnTo>
                    <a:pt x="6308198" y="2360495"/>
                  </a:lnTo>
                  <a:lnTo>
                    <a:pt x="6277170" y="2477257"/>
                  </a:lnTo>
                  <a:lnTo>
                    <a:pt x="6246155" y="2593876"/>
                  </a:lnTo>
                  <a:lnTo>
                    <a:pt x="6215197" y="2709831"/>
                  </a:lnTo>
                  <a:lnTo>
                    <a:pt x="6184339" y="2824613"/>
                  </a:lnTo>
                  <a:lnTo>
                    <a:pt x="6153620" y="2937737"/>
                  </a:lnTo>
                  <a:lnTo>
                    <a:pt x="6123072" y="3048745"/>
                  </a:lnTo>
                  <a:lnTo>
                    <a:pt x="6092722" y="3157219"/>
                  </a:lnTo>
                  <a:lnTo>
                    <a:pt x="6062587" y="3262781"/>
                  </a:lnTo>
                  <a:lnTo>
                    <a:pt x="6032673" y="3365104"/>
                  </a:lnTo>
                  <a:lnTo>
                    <a:pt x="6002978" y="3463910"/>
                  </a:lnTo>
                  <a:lnTo>
                    <a:pt x="5973486" y="3558976"/>
                  </a:lnTo>
                  <a:lnTo>
                    <a:pt x="5944169" y="3650128"/>
                  </a:lnTo>
                  <a:lnTo>
                    <a:pt x="5914985" y="3737249"/>
                  </a:lnTo>
                  <a:lnTo>
                    <a:pt x="5885877" y="3820270"/>
                  </a:lnTo>
                  <a:lnTo>
                    <a:pt x="5856773" y="3899168"/>
                  </a:lnTo>
                  <a:lnTo>
                    <a:pt x="5827583" y="3973966"/>
                  </a:lnTo>
                  <a:lnTo>
                    <a:pt x="5798198" y="4044727"/>
                  </a:lnTo>
                  <a:lnTo>
                    <a:pt x="5784835" y="4075375"/>
                  </a:lnTo>
                  <a:lnTo>
                    <a:pt x="5741385" y="4168264"/>
                  </a:lnTo>
                  <a:lnTo>
                    <a:pt x="5696688" y="4252881"/>
                  </a:lnTo>
                  <a:lnTo>
                    <a:pt x="5650207" y="4329542"/>
                  </a:lnTo>
                  <a:lnTo>
                    <a:pt x="5601332" y="4398839"/>
                  </a:lnTo>
                  <a:lnTo>
                    <a:pt x="5549432" y="4461473"/>
                  </a:lnTo>
                  <a:lnTo>
                    <a:pt x="5493888" y="4518161"/>
                  </a:lnTo>
                  <a:lnTo>
                    <a:pt x="5434143" y="4569567"/>
                  </a:lnTo>
                  <a:lnTo>
                    <a:pt x="5369759" y="4616268"/>
                  </a:lnTo>
                  <a:lnTo>
                    <a:pt x="5300499" y="4658736"/>
                  </a:lnTo>
                  <a:lnTo>
                    <a:pt x="5226419" y="4697321"/>
                  </a:lnTo>
                  <a:lnTo>
                    <a:pt x="5147984" y="4732255"/>
                  </a:lnTo>
                  <a:lnTo>
                    <a:pt x="5066183" y="4763652"/>
                  </a:lnTo>
                  <a:lnTo>
                    <a:pt x="4982611" y="4791524"/>
                  </a:lnTo>
                  <a:lnTo>
                    <a:pt x="4899492" y="4815817"/>
                  </a:lnTo>
                  <a:lnTo>
                    <a:pt x="4819579" y="4836451"/>
                  </a:lnTo>
                  <a:lnTo>
                    <a:pt x="4745913" y="4853384"/>
                  </a:lnTo>
                  <a:lnTo>
                    <a:pt x="4681431" y="4866667"/>
                  </a:lnTo>
                  <a:lnTo>
                    <a:pt x="4628507" y="4876493"/>
                  </a:lnTo>
                  <a:lnTo>
                    <a:pt x="4588503" y="4883220"/>
                  </a:lnTo>
                  <a:lnTo>
                    <a:pt x="4561474" y="4887352"/>
                  </a:lnTo>
                  <a:lnTo>
                    <a:pt x="4546081" y="4889498"/>
                  </a:lnTo>
                  <a:lnTo>
                    <a:pt x="4539689" y="4890314"/>
                  </a:lnTo>
                  <a:lnTo>
                    <a:pt x="4538543" y="4890450"/>
                  </a:lnTo>
                  <a:lnTo>
                    <a:pt x="4016409" y="4890450"/>
                  </a:lnTo>
                  <a:lnTo>
                    <a:pt x="4015140" y="4890442"/>
                  </a:lnTo>
                  <a:lnTo>
                    <a:pt x="4006846" y="4890386"/>
                  </a:lnTo>
                  <a:lnTo>
                    <a:pt x="3986110" y="4890232"/>
                  </a:lnTo>
                  <a:lnTo>
                    <a:pt x="3949478" y="4889930"/>
                  </a:lnTo>
                  <a:lnTo>
                    <a:pt x="3895771" y="4889435"/>
                  </a:lnTo>
                  <a:lnTo>
                    <a:pt x="3826143" y="4888714"/>
                  </a:lnTo>
                  <a:lnTo>
                    <a:pt x="3743686" y="4887748"/>
                  </a:lnTo>
                  <a:lnTo>
                    <a:pt x="3652653" y="4886531"/>
                  </a:lnTo>
                  <a:lnTo>
                    <a:pt x="3557558" y="4885067"/>
                  </a:lnTo>
                  <a:lnTo>
                    <a:pt x="3462421" y="4883361"/>
                  </a:lnTo>
                  <a:lnTo>
                    <a:pt x="3370327" y="4881416"/>
                  </a:lnTo>
                  <a:lnTo>
                    <a:pt x="3283294" y="4879228"/>
                  </a:lnTo>
                  <a:lnTo>
                    <a:pt x="3202365" y="4876784"/>
                  </a:lnTo>
                  <a:lnTo>
                    <a:pt x="3127811" y="4874060"/>
                  </a:lnTo>
                  <a:lnTo>
                    <a:pt x="3059351" y="4871021"/>
                  </a:lnTo>
                  <a:lnTo>
                    <a:pt x="2996349" y="4867622"/>
                  </a:lnTo>
                  <a:lnTo>
                    <a:pt x="2937965" y="4863812"/>
                  </a:lnTo>
                  <a:lnTo>
                    <a:pt x="2883269" y="4859534"/>
                  </a:lnTo>
                  <a:lnTo>
                    <a:pt x="2831326" y="4854738"/>
                  </a:lnTo>
                  <a:lnTo>
                    <a:pt x="2781281" y="4849388"/>
                  </a:lnTo>
                  <a:lnTo>
                    <a:pt x="2770117" y="4848096"/>
                  </a:lnTo>
                  <a:lnTo>
                    <a:pt x="2716236" y="4841371"/>
                  </a:lnTo>
                  <a:lnTo>
                    <a:pt x="2662875" y="4833938"/>
                  </a:lnTo>
                  <a:lnTo>
                    <a:pt x="2609455" y="4825788"/>
                  </a:lnTo>
                  <a:lnTo>
                    <a:pt x="2555592" y="4816937"/>
                  </a:lnTo>
                  <a:lnTo>
                    <a:pt x="2501064" y="4807431"/>
                  </a:lnTo>
                  <a:lnTo>
                    <a:pt x="2445798" y="4797347"/>
                  </a:lnTo>
                  <a:lnTo>
                    <a:pt x="2389845" y="4786791"/>
                  </a:lnTo>
                  <a:lnTo>
                    <a:pt x="2333359" y="4775896"/>
                  </a:lnTo>
                  <a:lnTo>
                    <a:pt x="2276568" y="4764815"/>
                  </a:lnTo>
                  <a:lnTo>
                    <a:pt x="2219742" y="4753714"/>
                  </a:lnTo>
                  <a:lnTo>
                    <a:pt x="2163153" y="4742756"/>
                  </a:lnTo>
                  <a:lnTo>
                    <a:pt x="2107045" y="4732099"/>
                  </a:lnTo>
                  <a:lnTo>
                    <a:pt x="2051594" y="4721883"/>
                  </a:lnTo>
                  <a:lnTo>
                    <a:pt x="1996878" y="4712220"/>
                  </a:lnTo>
                  <a:lnTo>
                    <a:pt x="1942859" y="4703195"/>
                  </a:lnTo>
                  <a:lnTo>
                    <a:pt x="1889355" y="4694862"/>
                  </a:lnTo>
                  <a:lnTo>
                    <a:pt x="1836026" y="4687245"/>
                  </a:lnTo>
                  <a:lnTo>
                    <a:pt x="1782345" y="4680341"/>
                  </a:lnTo>
                  <a:lnTo>
                    <a:pt x="1768425" y="4678681"/>
                  </a:lnTo>
                  <a:lnTo>
                    <a:pt x="1718706" y="4673203"/>
                  </a:lnTo>
                  <a:lnTo>
                    <a:pt x="1667264" y="4668283"/>
                  </a:lnTo>
                  <a:lnTo>
                    <a:pt x="1613273" y="4663892"/>
                  </a:lnTo>
                  <a:lnTo>
                    <a:pt x="1555808" y="4659981"/>
                  </a:lnTo>
                  <a:lnTo>
                    <a:pt x="1493932" y="4656494"/>
                  </a:lnTo>
                  <a:lnTo>
                    <a:pt x="1426776" y="4653377"/>
                  </a:lnTo>
                  <a:lnTo>
                    <a:pt x="1353645" y="4650585"/>
                  </a:lnTo>
                  <a:lnTo>
                    <a:pt x="1274161" y="4648080"/>
                  </a:lnTo>
                  <a:lnTo>
                    <a:pt x="1188452" y="4645835"/>
                  </a:lnTo>
                  <a:lnTo>
                    <a:pt x="1097366" y="4643836"/>
                  </a:lnTo>
                  <a:lnTo>
                    <a:pt x="1002687" y="4642076"/>
                  </a:lnTo>
                  <a:lnTo>
                    <a:pt x="907259" y="4640556"/>
                  </a:lnTo>
                  <a:lnTo>
                    <a:pt x="814917" y="4639283"/>
                  </a:lnTo>
                  <a:lnTo>
                    <a:pt x="730118" y="4638260"/>
                  </a:lnTo>
                  <a:lnTo>
                    <a:pt x="657253" y="4637485"/>
                  </a:lnTo>
                  <a:lnTo>
                    <a:pt x="599754" y="4636941"/>
                  </a:lnTo>
                  <a:lnTo>
                    <a:pt x="559267" y="4636598"/>
                  </a:lnTo>
                  <a:lnTo>
                    <a:pt x="535151" y="4636415"/>
                  </a:lnTo>
                  <a:lnTo>
                    <a:pt x="524445" y="4636341"/>
                  </a:lnTo>
                  <a:lnTo>
                    <a:pt x="522133" y="4636327"/>
                  </a:lnTo>
                  <a:lnTo>
                    <a:pt x="0" y="4636327"/>
                  </a:lnTo>
                  <a:close/>
                </a:path>
              </a:pathLst>
            </a:custGeom>
            <a:solidFill>
              <a:srgbClr val="6FA8DC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1782" name="pl1782"/>
            <p:cNvSpPr/>
            <p:nvPr/>
          </p:nvSpPr>
          <p:spPr>
            <a:xfrm>
              <a:off x="386606" y="982247"/>
              <a:ext cx="8554953" cy="4890450"/>
            </a:xfrm>
            <a:custGeom>
              <a:avLst/>
              <a:pathLst>
                <a:path w="8554953" h="4890450">
                  <a:moveTo>
                    <a:pt x="0" y="4636327"/>
                  </a:moveTo>
                  <a:lnTo>
                    <a:pt x="522133" y="4636327"/>
                  </a:lnTo>
                  <a:lnTo>
                    <a:pt x="523402" y="4636335"/>
                  </a:lnTo>
                  <a:lnTo>
                    <a:pt x="531696" y="4636390"/>
                  </a:lnTo>
                  <a:lnTo>
                    <a:pt x="552432" y="4636544"/>
                  </a:lnTo>
                  <a:lnTo>
                    <a:pt x="589064" y="4636847"/>
                  </a:lnTo>
                  <a:lnTo>
                    <a:pt x="642771" y="4637342"/>
                  </a:lnTo>
                  <a:lnTo>
                    <a:pt x="712399" y="4638063"/>
                  </a:lnTo>
                  <a:lnTo>
                    <a:pt x="794856" y="4639029"/>
                  </a:lnTo>
                  <a:lnTo>
                    <a:pt x="885889" y="4640245"/>
                  </a:lnTo>
                  <a:lnTo>
                    <a:pt x="980984" y="4641710"/>
                  </a:lnTo>
                  <a:lnTo>
                    <a:pt x="1076121" y="4643416"/>
                  </a:lnTo>
                  <a:lnTo>
                    <a:pt x="1168215" y="4645361"/>
                  </a:lnTo>
                  <a:lnTo>
                    <a:pt x="1255249" y="4647548"/>
                  </a:lnTo>
                  <a:lnTo>
                    <a:pt x="1336178" y="4649992"/>
                  </a:lnTo>
                  <a:lnTo>
                    <a:pt x="1410731" y="4652716"/>
                  </a:lnTo>
                  <a:lnTo>
                    <a:pt x="1479191" y="4655756"/>
                  </a:lnTo>
                  <a:lnTo>
                    <a:pt x="1542193" y="4659155"/>
                  </a:lnTo>
                  <a:lnTo>
                    <a:pt x="1600577" y="4662965"/>
                  </a:lnTo>
                  <a:lnTo>
                    <a:pt x="1655273" y="4667242"/>
                  </a:lnTo>
                  <a:lnTo>
                    <a:pt x="1707216" y="4672038"/>
                  </a:lnTo>
                  <a:lnTo>
                    <a:pt x="1757261" y="4677389"/>
                  </a:lnTo>
                  <a:lnTo>
                    <a:pt x="1768425" y="4678681"/>
                  </a:lnTo>
                  <a:lnTo>
                    <a:pt x="1822306" y="4685406"/>
                  </a:lnTo>
                  <a:lnTo>
                    <a:pt x="1875668" y="4692838"/>
                  </a:lnTo>
                  <a:lnTo>
                    <a:pt x="1929087" y="4700988"/>
                  </a:lnTo>
                  <a:lnTo>
                    <a:pt x="1982951" y="4709839"/>
                  </a:lnTo>
                  <a:lnTo>
                    <a:pt x="2037478" y="4719346"/>
                  </a:lnTo>
                  <a:lnTo>
                    <a:pt x="2092744" y="4729430"/>
                  </a:lnTo>
                  <a:lnTo>
                    <a:pt x="2148697" y="4739986"/>
                  </a:lnTo>
                  <a:lnTo>
                    <a:pt x="2205183" y="4750881"/>
                  </a:lnTo>
                  <a:lnTo>
                    <a:pt x="2261974" y="4761961"/>
                  </a:lnTo>
                  <a:lnTo>
                    <a:pt x="2318800" y="4773063"/>
                  </a:lnTo>
                  <a:lnTo>
                    <a:pt x="2375389" y="4784021"/>
                  </a:lnTo>
                  <a:lnTo>
                    <a:pt x="2431497" y="4794677"/>
                  </a:lnTo>
                  <a:lnTo>
                    <a:pt x="2486949" y="4804894"/>
                  </a:lnTo>
                  <a:lnTo>
                    <a:pt x="2541664" y="4814557"/>
                  </a:lnTo>
                  <a:lnTo>
                    <a:pt x="2595683" y="4823582"/>
                  </a:lnTo>
                  <a:lnTo>
                    <a:pt x="2649187" y="4831915"/>
                  </a:lnTo>
                  <a:lnTo>
                    <a:pt x="2702516" y="4839532"/>
                  </a:lnTo>
                  <a:lnTo>
                    <a:pt x="2756197" y="4846436"/>
                  </a:lnTo>
                  <a:lnTo>
                    <a:pt x="2770117" y="4848096"/>
                  </a:lnTo>
                  <a:lnTo>
                    <a:pt x="2819837" y="4853574"/>
                  </a:lnTo>
                  <a:lnTo>
                    <a:pt x="2871278" y="4858494"/>
                  </a:lnTo>
                  <a:lnTo>
                    <a:pt x="2925270" y="4862884"/>
                  </a:lnTo>
                  <a:lnTo>
                    <a:pt x="2982734" y="4866796"/>
                  </a:lnTo>
                  <a:lnTo>
                    <a:pt x="3044610" y="4870283"/>
                  </a:lnTo>
                  <a:lnTo>
                    <a:pt x="3111766" y="4873400"/>
                  </a:lnTo>
                  <a:lnTo>
                    <a:pt x="3184898" y="4876192"/>
                  </a:lnTo>
                  <a:lnTo>
                    <a:pt x="3264381" y="4878697"/>
                  </a:lnTo>
                  <a:lnTo>
                    <a:pt x="3350090" y="4880941"/>
                  </a:lnTo>
                  <a:lnTo>
                    <a:pt x="3441176" y="4882941"/>
                  </a:lnTo>
                  <a:lnTo>
                    <a:pt x="3535855" y="4884701"/>
                  </a:lnTo>
                  <a:lnTo>
                    <a:pt x="3631283" y="4886221"/>
                  </a:lnTo>
                  <a:lnTo>
                    <a:pt x="3723625" y="4887494"/>
                  </a:lnTo>
                  <a:lnTo>
                    <a:pt x="3808424" y="4888517"/>
                  </a:lnTo>
                  <a:lnTo>
                    <a:pt x="3881289" y="4889292"/>
                  </a:lnTo>
                  <a:lnTo>
                    <a:pt x="3938788" y="4889836"/>
                  </a:lnTo>
                  <a:lnTo>
                    <a:pt x="3979275" y="4890178"/>
                  </a:lnTo>
                  <a:lnTo>
                    <a:pt x="4003391" y="4890362"/>
                  </a:lnTo>
                  <a:lnTo>
                    <a:pt x="4014098" y="4890435"/>
                  </a:lnTo>
                  <a:lnTo>
                    <a:pt x="4016394" y="4890450"/>
                  </a:lnTo>
                  <a:lnTo>
                    <a:pt x="4016409" y="4890450"/>
                  </a:lnTo>
                  <a:lnTo>
                    <a:pt x="4538543" y="4890450"/>
                  </a:lnTo>
                  <a:lnTo>
                    <a:pt x="4539401" y="4890349"/>
                  </a:lnTo>
                  <a:lnTo>
                    <a:pt x="4545057" y="4889633"/>
                  </a:lnTo>
                  <a:lnTo>
                    <a:pt x="4559374" y="4887656"/>
                  </a:lnTo>
                  <a:lnTo>
                    <a:pt x="4585112" y="4883759"/>
                  </a:lnTo>
                  <a:lnTo>
                    <a:pt x="4623751" y="4877327"/>
                  </a:lnTo>
                  <a:lnTo>
                    <a:pt x="4675379" y="4867841"/>
                  </a:lnTo>
                  <a:lnTo>
                    <a:pt x="4738760" y="4854928"/>
                  </a:lnTo>
                  <a:lnTo>
                    <a:pt x="4811605" y="4838377"/>
                  </a:lnTo>
                  <a:lnTo>
                    <a:pt x="4891014" y="4818125"/>
                  </a:lnTo>
                  <a:lnTo>
                    <a:pt x="4973936" y="4794208"/>
                  </a:lnTo>
                  <a:lnTo>
                    <a:pt x="5057574" y="4766703"/>
                  </a:lnTo>
                  <a:lnTo>
                    <a:pt x="5139644" y="4735671"/>
                  </a:lnTo>
                  <a:lnTo>
                    <a:pt x="5218483" y="4701107"/>
                  </a:lnTo>
                  <a:lnTo>
                    <a:pt x="5293044" y="4662908"/>
                  </a:lnTo>
                  <a:lnTo>
                    <a:pt x="5362812" y="4620857"/>
                  </a:lnTo>
                  <a:lnTo>
                    <a:pt x="5427694" y="4574614"/>
                  </a:lnTo>
                  <a:lnTo>
                    <a:pt x="5487903" y="4523721"/>
                  </a:lnTo>
                  <a:lnTo>
                    <a:pt x="5543858" y="4467610"/>
                  </a:lnTo>
                  <a:lnTo>
                    <a:pt x="5596107" y="4405624"/>
                  </a:lnTo>
                  <a:lnTo>
                    <a:pt x="5645265" y="4337051"/>
                  </a:lnTo>
                  <a:lnTo>
                    <a:pt x="5691966" y="4261183"/>
                  </a:lnTo>
                  <a:lnTo>
                    <a:pt x="5736821" y="4177412"/>
                  </a:lnTo>
                  <a:lnTo>
                    <a:pt x="5780378" y="4085381"/>
                  </a:lnTo>
                  <a:lnTo>
                    <a:pt x="5784835" y="4075375"/>
                  </a:lnTo>
                  <a:lnTo>
                    <a:pt x="5814348" y="4006406"/>
                  </a:lnTo>
                  <a:lnTo>
                    <a:pt x="5843612" y="3933440"/>
                  </a:lnTo>
                  <a:lnTo>
                    <a:pt x="5872742" y="3856398"/>
                  </a:lnTo>
                  <a:lnTo>
                    <a:pt x="5901839" y="3775239"/>
                  </a:lnTo>
                  <a:lnTo>
                    <a:pt x="5930980" y="3689964"/>
                  </a:lnTo>
                  <a:lnTo>
                    <a:pt x="5960232" y="3600619"/>
                  </a:lnTo>
                  <a:lnTo>
                    <a:pt x="5989640" y="3507302"/>
                  </a:lnTo>
                  <a:lnTo>
                    <a:pt x="6019241" y="3410160"/>
                  </a:lnTo>
                  <a:lnTo>
                    <a:pt x="6049055" y="3309394"/>
                  </a:lnTo>
                  <a:lnTo>
                    <a:pt x="6079090" y="3205256"/>
                  </a:lnTo>
                  <a:lnTo>
                    <a:pt x="6109345" y="3098053"/>
                  </a:lnTo>
                  <a:lnTo>
                    <a:pt x="6139806" y="2988140"/>
                  </a:lnTo>
                  <a:lnTo>
                    <a:pt x="6170452" y="2875916"/>
                  </a:lnTo>
                  <a:lnTo>
                    <a:pt x="6201251" y="2761824"/>
                  </a:lnTo>
                  <a:lnTo>
                    <a:pt x="6232169" y="2646337"/>
                  </a:lnTo>
                  <a:lnTo>
                    <a:pt x="6263164" y="2529954"/>
                  </a:lnTo>
                  <a:lnTo>
                    <a:pt x="6294192" y="2413192"/>
                  </a:lnTo>
                  <a:lnTo>
                    <a:pt x="6325207" y="2296573"/>
                  </a:lnTo>
                  <a:lnTo>
                    <a:pt x="6356165" y="2180618"/>
                  </a:lnTo>
                  <a:lnTo>
                    <a:pt x="6387023" y="2065836"/>
                  </a:lnTo>
                  <a:lnTo>
                    <a:pt x="6417742" y="1952712"/>
                  </a:lnTo>
                  <a:lnTo>
                    <a:pt x="6448290" y="1841704"/>
                  </a:lnTo>
                  <a:lnTo>
                    <a:pt x="6478640" y="1733230"/>
                  </a:lnTo>
                  <a:lnTo>
                    <a:pt x="6508775" y="1627668"/>
                  </a:lnTo>
                  <a:lnTo>
                    <a:pt x="6538689" y="1525345"/>
                  </a:lnTo>
                  <a:lnTo>
                    <a:pt x="6568384" y="1426539"/>
                  </a:lnTo>
                  <a:lnTo>
                    <a:pt x="6597876" y="1331474"/>
                  </a:lnTo>
                  <a:lnTo>
                    <a:pt x="6627193" y="1240321"/>
                  </a:lnTo>
                  <a:lnTo>
                    <a:pt x="6656377" y="1153200"/>
                  </a:lnTo>
                  <a:lnTo>
                    <a:pt x="6685485" y="1070180"/>
                  </a:lnTo>
                  <a:lnTo>
                    <a:pt x="6714589" y="991282"/>
                  </a:lnTo>
                  <a:lnTo>
                    <a:pt x="6743779" y="916483"/>
                  </a:lnTo>
                  <a:lnTo>
                    <a:pt x="6773164" y="845722"/>
                  </a:lnTo>
                  <a:lnTo>
                    <a:pt x="6786527" y="815075"/>
                  </a:lnTo>
                  <a:lnTo>
                    <a:pt x="6829977" y="722185"/>
                  </a:lnTo>
                  <a:lnTo>
                    <a:pt x="6874673" y="637568"/>
                  </a:lnTo>
                  <a:lnTo>
                    <a:pt x="6921155" y="560907"/>
                  </a:lnTo>
                  <a:lnTo>
                    <a:pt x="6970030" y="491611"/>
                  </a:lnTo>
                  <a:lnTo>
                    <a:pt x="7021930" y="428976"/>
                  </a:lnTo>
                  <a:lnTo>
                    <a:pt x="7077474" y="372288"/>
                  </a:lnTo>
                  <a:lnTo>
                    <a:pt x="7137219" y="320883"/>
                  </a:lnTo>
                  <a:lnTo>
                    <a:pt x="7201603" y="274181"/>
                  </a:lnTo>
                  <a:lnTo>
                    <a:pt x="7270863" y="231714"/>
                  </a:lnTo>
                  <a:lnTo>
                    <a:pt x="7344943" y="193128"/>
                  </a:lnTo>
                  <a:lnTo>
                    <a:pt x="7423378" y="158194"/>
                  </a:lnTo>
                  <a:lnTo>
                    <a:pt x="7505179" y="126797"/>
                  </a:lnTo>
                  <a:lnTo>
                    <a:pt x="7588751" y="98925"/>
                  </a:lnTo>
                  <a:lnTo>
                    <a:pt x="7671870" y="74633"/>
                  </a:lnTo>
                  <a:lnTo>
                    <a:pt x="7751783" y="53998"/>
                  </a:lnTo>
                  <a:lnTo>
                    <a:pt x="7825449" y="37065"/>
                  </a:lnTo>
                  <a:lnTo>
                    <a:pt x="7889931" y="23782"/>
                  </a:lnTo>
                  <a:lnTo>
                    <a:pt x="7942855" y="13956"/>
                  </a:lnTo>
                  <a:lnTo>
                    <a:pt x="7982859" y="7229"/>
                  </a:lnTo>
                  <a:lnTo>
                    <a:pt x="8009888" y="3097"/>
                  </a:lnTo>
                  <a:lnTo>
                    <a:pt x="8025281" y="951"/>
                  </a:lnTo>
                  <a:lnTo>
                    <a:pt x="8031672" y="135"/>
                  </a:lnTo>
                  <a:lnTo>
                    <a:pt x="8032818" y="0"/>
                  </a:lnTo>
                  <a:lnTo>
                    <a:pt x="8032819" y="0"/>
                  </a:lnTo>
                  <a:lnTo>
                    <a:pt x="8554953" y="0"/>
                  </a:lnTo>
                  <a:lnTo>
                    <a:pt x="8554953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783" name="pl1783"/>
            <p:cNvSpPr/>
            <p:nvPr/>
          </p:nvSpPr>
          <p:spPr>
            <a:xfrm>
              <a:off x="386606" y="970952"/>
              <a:ext cx="8554953" cy="4890450"/>
            </a:xfrm>
            <a:custGeom>
              <a:avLst/>
              <a:pathLst>
                <a:path w="8554953" h="4890450">
                  <a:moveTo>
                    <a:pt x="8554953" y="0"/>
                  </a:moveTo>
                  <a:lnTo>
                    <a:pt x="8032819" y="0"/>
                  </a:lnTo>
                  <a:lnTo>
                    <a:pt x="8031961" y="100"/>
                  </a:lnTo>
                  <a:lnTo>
                    <a:pt x="8026305" y="816"/>
                  </a:lnTo>
                  <a:lnTo>
                    <a:pt x="8011988" y="2794"/>
                  </a:lnTo>
                  <a:lnTo>
                    <a:pt x="7986250" y="6690"/>
                  </a:lnTo>
                  <a:lnTo>
                    <a:pt x="7947611" y="13123"/>
                  </a:lnTo>
                  <a:lnTo>
                    <a:pt x="7895982" y="22609"/>
                  </a:lnTo>
                  <a:lnTo>
                    <a:pt x="7832602" y="35521"/>
                  </a:lnTo>
                  <a:lnTo>
                    <a:pt x="7759757" y="52072"/>
                  </a:lnTo>
                  <a:lnTo>
                    <a:pt x="7680348" y="72324"/>
                  </a:lnTo>
                  <a:lnTo>
                    <a:pt x="7597426" y="96241"/>
                  </a:lnTo>
                  <a:lnTo>
                    <a:pt x="7513788" y="123746"/>
                  </a:lnTo>
                  <a:lnTo>
                    <a:pt x="7431718" y="154778"/>
                  </a:lnTo>
                  <a:lnTo>
                    <a:pt x="7352879" y="189342"/>
                  </a:lnTo>
                  <a:lnTo>
                    <a:pt x="7278318" y="227541"/>
                  </a:lnTo>
                  <a:lnTo>
                    <a:pt x="7208550" y="269592"/>
                  </a:lnTo>
                  <a:lnTo>
                    <a:pt x="7143668" y="315835"/>
                  </a:lnTo>
                  <a:lnTo>
                    <a:pt x="7083459" y="366728"/>
                  </a:lnTo>
                  <a:lnTo>
                    <a:pt x="7027504" y="422839"/>
                  </a:lnTo>
                  <a:lnTo>
                    <a:pt x="6975255" y="484825"/>
                  </a:lnTo>
                  <a:lnTo>
                    <a:pt x="6926096" y="553398"/>
                  </a:lnTo>
                  <a:lnTo>
                    <a:pt x="6879396" y="629266"/>
                  </a:lnTo>
                  <a:lnTo>
                    <a:pt x="6834541" y="713038"/>
                  </a:lnTo>
                  <a:lnTo>
                    <a:pt x="6790984" y="805068"/>
                  </a:lnTo>
                  <a:lnTo>
                    <a:pt x="6786527" y="815075"/>
                  </a:lnTo>
                  <a:lnTo>
                    <a:pt x="6757014" y="884044"/>
                  </a:lnTo>
                  <a:lnTo>
                    <a:pt x="6727750" y="957009"/>
                  </a:lnTo>
                  <a:lnTo>
                    <a:pt x="6698620" y="1034051"/>
                  </a:lnTo>
                  <a:lnTo>
                    <a:pt x="6669523" y="1115210"/>
                  </a:lnTo>
                  <a:lnTo>
                    <a:pt x="6640381" y="1200486"/>
                  </a:lnTo>
                  <a:lnTo>
                    <a:pt x="6611130" y="1289830"/>
                  </a:lnTo>
                  <a:lnTo>
                    <a:pt x="6581722" y="1383147"/>
                  </a:lnTo>
                  <a:lnTo>
                    <a:pt x="6552121" y="1480289"/>
                  </a:lnTo>
                  <a:lnTo>
                    <a:pt x="6522307" y="1581056"/>
                  </a:lnTo>
                  <a:lnTo>
                    <a:pt x="6492272" y="1685193"/>
                  </a:lnTo>
                  <a:lnTo>
                    <a:pt x="6462017" y="1792396"/>
                  </a:lnTo>
                  <a:lnTo>
                    <a:pt x="6431556" y="1902310"/>
                  </a:lnTo>
                  <a:lnTo>
                    <a:pt x="6400910" y="2014533"/>
                  </a:lnTo>
                  <a:lnTo>
                    <a:pt x="6370111" y="2128625"/>
                  </a:lnTo>
                  <a:lnTo>
                    <a:pt x="6339193" y="2244112"/>
                  </a:lnTo>
                  <a:lnTo>
                    <a:pt x="6308198" y="2360495"/>
                  </a:lnTo>
                  <a:lnTo>
                    <a:pt x="6277170" y="2477257"/>
                  </a:lnTo>
                  <a:lnTo>
                    <a:pt x="6246155" y="2593876"/>
                  </a:lnTo>
                  <a:lnTo>
                    <a:pt x="6215197" y="2709831"/>
                  </a:lnTo>
                  <a:lnTo>
                    <a:pt x="6184339" y="2824613"/>
                  </a:lnTo>
                  <a:lnTo>
                    <a:pt x="6153620" y="2937737"/>
                  </a:lnTo>
                  <a:lnTo>
                    <a:pt x="6123072" y="3048745"/>
                  </a:lnTo>
                  <a:lnTo>
                    <a:pt x="6092722" y="3157219"/>
                  </a:lnTo>
                  <a:lnTo>
                    <a:pt x="6062587" y="3262781"/>
                  </a:lnTo>
                  <a:lnTo>
                    <a:pt x="6032673" y="3365104"/>
                  </a:lnTo>
                  <a:lnTo>
                    <a:pt x="6002978" y="3463910"/>
                  </a:lnTo>
                  <a:lnTo>
                    <a:pt x="5973486" y="3558976"/>
                  </a:lnTo>
                  <a:lnTo>
                    <a:pt x="5944169" y="3650128"/>
                  </a:lnTo>
                  <a:lnTo>
                    <a:pt x="5914985" y="3737249"/>
                  </a:lnTo>
                  <a:lnTo>
                    <a:pt x="5885877" y="3820270"/>
                  </a:lnTo>
                  <a:lnTo>
                    <a:pt x="5856773" y="3899168"/>
                  </a:lnTo>
                  <a:lnTo>
                    <a:pt x="5827583" y="3973966"/>
                  </a:lnTo>
                  <a:lnTo>
                    <a:pt x="5798198" y="4044727"/>
                  </a:lnTo>
                  <a:lnTo>
                    <a:pt x="5784835" y="4075375"/>
                  </a:lnTo>
                  <a:lnTo>
                    <a:pt x="5741385" y="4168264"/>
                  </a:lnTo>
                  <a:lnTo>
                    <a:pt x="5696688" y="4252881"/>
                  </a:lnTo>
                  <a:lnTo>
                    <a:pt x="5650207" y="4329542"/>
                  </a:lnTo>
                  <a:lnTo>
                    <a:pt x="5601332" y="4398839"/>
                  </a:lnTo>
                  <a:lnTo>
                    <a:pt x="5549432" y="4461473"/>
                  </a:lnTo>
                  <a:lnTo>
                    <a:pt x="5493888" y="4518161"/>
                  </a:lnTo>
                  <a:lnTo>
                    <a:pt x="5434143" y="4569567"/>
                  </a:lnTo>
                  <a:lnTo>
                    <a:pt x="5369759" y="4616268"/>
                  </a:lnTo>
                  <a:lnTo>
                    <a:pt x="5300499" y="4658736"/>
                  </a:lnTo>
                  <a:lnTo>
                    <a:pt x="5226419" y="4697321"/>
                  </a:lnTo>
                  <a:lnTo>
                    <a:pt x="5147984" y="4732255"/>
                  </a:lnTo>
                  <a:lnTo>
                    <a:pt x="5066183" y="4763652"/>
                  </a:lnTo>
                  <a:lnTo>
                    <a:pt x="4982611" y="4791524"/>
                  </a:lnTo>
                  <a:lnTo>
                    <a:pt x="4899492" y="4815817"/>
                  </a:lnTo>
                  <a:lnTo>
                    <a:pt x="4819579" y="4836451"/>
                  </a:lnTo>
                  <a:lnTo>
                    <a:pt x="4745913" y="4853384"/>
                  </a:lnTo>
                  <a:lnTo>
                    <a:pt x="4681431" y="4866667"/>
                  </a:lnTo>
                  <a:lnTo>
                    <a:pt x="4628507" y="4876493"/>
                  </a:lnTo>
                  <a:lnTo>
                    <a:pt x="4588503" y="4883220"/>
                  </a:lnTo>
                  <a:lnTo>
                    <a:pt x="4561474" y="4887352"/>
                  </a:lnTo>
                  <a:lnTo>
                    <a:pt x="4546081" y="4889498"/>
                  </a:lnTo>
                  <a:lnTo>
                    <a:pt x="4539689" y="4890314"/>
                  </a:lnTo>
                  <a:lnTo>
                    <a:pt x="4538544" y="4890450"/>
                  </a:lnTo>
                  <a:lnTo>
                    <a:pt x="4538543" y="4890450"/>
                  </a:lnTo>
                  <a:lnTo>
                    <a:pt x="4016409" y="4890450"/>
                  </a:lnTo>
                  <a:lnTo>
                    <a:pt x="4015140" y="4890442"/>
                  </a:lnTo>
                  <a:lnTo>
                    <a:pt x="4006846" y="4890386"/>
                  </a:lnTo>
                  <a:lnTo>
                    <a:pt x="3986110" y="4890232"/>
                  </a:lnTo>
                  <a:lnTo>
                    <a:pt x="3949478" y="4889930"/>
                  </a:lnTo>
                  <a:lnTo>
                    <a:pt x="3895771" y="4889435"/>
                  </a:lnTo>
                  <a:lnTo>
                    <a:pt x="3826143" y="4888714"/>
                  </a:lnTo>
                  <a:lnTo>
                    <a:pt x="3743686" y="4887748"/>
                  </a:lnTo>
                  <a:lnTo>
                    <a:pt x="3652653" y="4886531"/>
                  </a:lnTo>
                  <a:lnTo>
                    <a:pt x="3557558" y="4885067"/>
                  </a:lnTo>
                  <a:lnTo>
                    <a:pt x="3462421" y="4883361"/>
                  </a:lnTo>
                  <a:lnTo>
                    <a:pt x="3370327" y="4881416"/>
                  </a:lnTo>
                  <a:lnTo>
                    <a:pt x="3283294" y="4879228"/>
                  </a:lnTo>
                  <a:lnTo>
                    <a:pt x="3202365" y="4876784"/>
                  </a:lnTo>
                  <a:lnTo>
                    <a:pt x="3127811" y="4874060"/>
                  </a:lnTo>
                  <a:lnTo>
                    <a:pt x="3059351" y="4871021"/>
                  </a:lnTo>
                  <a:lnTo>
                    <a:pt x="2996349" y="4867622"/>
                  </a:lnTo>
                  <a:lnTo>
                    <a:pt x="2937965" y="4863812"/>
                  </a:lnTo>
                  <a:lnTo>
                    <a:pt x="2883269" y="4859534"/>
                  </a:lnTo>
                  <a:lnTo>
                    <a:pt x="2831326" y="4854738"/>
                  </a:lnTo>
                  <a:lnTo>
                    <a:pt x="2781281" y="4849388"/>
                  </a:lnTo>
                  <a:lnTo>
                    <a:pt x="2770117" y="4848096"/>
                  </a:lnTo>
                  <a:lnTo>
                    <a:pt x="2716236" y="4841371"/>
                  </a:lnTo>
                  <a:lnTo>
                    <a:pt x="2662875" y="4833938"/>
                  </a:lnTo>
                  <a:lnTo>
                    <a:pt x="2609455" y="4825788"/>
                  </a:lnTo>
                  <a:lnTo>
                    <a:pt x="2555592" y="4816937"/>
                  </a:lnTo>
                  <a:lnTo>
                    <a:pt x="2501064" y="4807431"/>
                  </a:lnTo>
                  <a:lnTo>
                    <a:pt x="2445798" y="4797347"/>
                  </a:lnTo>
                  <a:lnTo>
                    <a:pt x="2389845" y="4786791"/>
                  </a:lnTo>
                  <a:lnTo>
                    <a:pt x="2333359" y="4775896"/>
                  </a:lnTo>
                  <a:lnTo>
                    <a:pt x="2276568" y="4764815"/>
                  </a:lnTo>
                  <a:lnTo>
                    <a:pt x="2219742" y="4753714"/>
                  </a:lnTo>
                  <a:lnTo>
                    <a:pt x="2163153" y="4742756"/>
                  </a:lnTo>
                  <a:lnTo>
                    <a:pt x="2107045" y="4732099"/>
                  </a:lnTo>
                  <a:lnTo>
                    <a:pt x="2051594" y="4721883"/>
                  </a:lnTo>
                  <a:lnTo>
                    <a:pt x="1996878" y="4712220"/>
                  </a:lnTo>
                  <a:lnTo>
                    <a:pt x="1942859" y="4703195"/>
                  </a:lnTo>
                  <a:lnTo>
                    <a:pt x="1889355" y="4694862"/>
                  </a:lnTo>
                  <a:lnTo>
                    <a:pt x="1836026" y="4687245"/>
                  </a:lnTo>
                  <a:lnTo>
                    <a:pt x="1782345" y="4680341"/>
                  </a:lnTo>
                  <a:lnTo>
                    <a:pt x="1768425" y="4678681"/>
                  </a:lnTo>
                  <a:lnTo>
                    <a:pt x="1718706" y="4673203"/>
                  </a:lnTo>
                  <a:lnTo>
                    <a:pt x="1667264" y="4668283"/>
                  </a:lnTo>
                  <a:lnTo>
                    <a:pt x="1613273" y="4663892"/>
                  </a:lnTo>
                  <a:lnTo>
                    <a:pt x="1555808" y="4659981"/>
                  </a:lnTo>
                  <a:lnTo>
                    <a:pt x="1493932" y="4656494"/>
                  </a:lnTo>
                  <a:lnTo>
                    <a:pt x="1426776" y="4653377"/>
                  </a:lnTo>
                  <a:lnTo>
                    <a:pt x="1353645" y="4650585"/>
                  </a:lnTo>
                  <a:lnTo>
                    <a:pt x="1274161" y="4648080"/>
                  </a:lnTo>
                  <a:lnTo>
                    <a:pt x="1188452" y="4645835"/>
                  </a:lnTo>
                  <a:lnTo>
                    <a:pt x="1097366" y="4643836"/>
                  </a:lnTo>
                  <a:lnTo>
                    <a:pt x="1002687" y="4642076"/>
                  </a:lnTo>
                  <a:lnTo>
                    <a:pt x="907259" y="4640556"/>
                  </a:lnTo>
                  <a:lnTo>
                    <a:pt x="814917" y="4639283"/>
                  </a:lnTo>
                  <a:lnTo>
                    <a:pt x="730118" y="4638260"/>
                  </a:lnTo>
                  <a:lnTo>
                    <a:pt x="657253" y="4637485"/>
                  </a:lnTo>
                  <a:lnTo>
                    <a:pt x="599754" y="4636941"/>
                  </a:lnTo>
                  <a:lnTo>
                    <a:pt x="559267" y="4636598"/>
                  </a:lnTo>
                  <a:lnTo>
                    <a:pt x="535151" y="4636415"/>
                  </a:lnTo>
                  <a:lnTo>
                    <a:pt x="524445" y="4636341"/>
                  </a:lnTo>
                  <a:lnTo>
                    <a:pt x="522148" y="4636327"/>
                  </a:lnTo>
                  <a:lnTo>
                    <a:pt x="522133" y="4636327"/>
                  </a:lnTo>
                  <a:lnTo>
                    <a:pt x="0" y="4636327"/>
                  </a:lnTo>
                  <a:lnTo>
                    <a:pt x="0" y="4636327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784" name="pg1784"/>
            <p:cNvSpPr/>
            <p:nvPr/>
          </p:nvSpPr>
          <p:spPr>
            <a:xfrm>
              <a:off x="386606" y="2992640"/>
              <a:ext cx="8554953" cy="2569462"/>
            </a:xfrm>
            <a:custGeom>
              <a:avLst/>
              <a:pathLst>
                <a:path w="8554953" h="2569462">
                  <a:moveTo>
                    <a:pt x="0" y="2569462"/>
                  </a:moveTo>
                  <a:lnTo>
                    <a:pt x="522133" y="2569462"/>
                  </a:lnTo>
                  <a:lnTo>
                    <a:pt x="523303" y="2569390"/>
                  </a:lnTo>
                  <a:lnTo>
                    <a:pt x="530968" y="2568873"/>
                  </a:lnTo>
                  <a:lnTo>
                    <a:pt x="550183" y="2567444"/>
                  </a:lnTo>
                  <a:lnTo>
                    <a:pt x="584265" y="2564636"/>
                  </a:lnTo>
                  <a:lnTo>
                    <a:pt x="634506" y="2560028"/>
                  </a:lnTo>
                  <a:lnTo>
                    <a:pt x="700094" y="2553299"/>
                  </a:lnTo>
                  <a:lnTo>
                    <a:pt x="778403" y="2544250"/>
                  </a:lnTo>
                  <a:lnTo>
                    <a:pt x="865640" y="2532809"/>
                  </a:lnTo>
                  <a:lnTo>
                    <a:pt x="957627" y="2518991"/>
                  </a:lnTo>
                  <a:lnTo>
                    <a:pt x="1050508" y="2502851"/>
                  </a:lnTo>
                  <a:lnTo>
                    <a:pt x="1141198" y="2484428"/>
                  </a:lnTo>
                  <a:lnTo>
                    <a:pt x="1227559" y="2463709"/>
                  </a:lnTo>
                  <a:lnTo>
                    <a:pt x="1308371" y="2440596"/>
                  </a:lnTo>
                  <a:lnTo>
                    <a:pt x="1383165" y="2414900"/>
                  </a:lnTo>
                  <a:lnTo>
                    <a:pt x="1452040" y="2386332"/>
                  </a:lnTo>
                  <a:lnTo>
                    <a:pt x="1515473" y="2354514"/>
                  </a:lnTo>
                  <a:lnTo>
                    <a:pt x="1574173" y="2318990"/>
                  </a:lnTo>
                  <a:lnTo>
                    <a:pt x="1628972" y="2279252"/>
                  </a:lnTo>
                  <a:lnTo>
                    <a:pt x="1680737" y="2234791"/>
                  </a:lnTo>
                  <a:lnTo>
                    <a:pt x="1730303" y="2185181"/>
                  </a:lnTo>
                  <a:lnTo>
                    <a:pt x="1768425" y="2142160"/>
                  </a:lnTo>
                  <a:lnTo>
                    <a:pt x="1807092" y="2094291"/>
                  </a:lnTo>
                  <a:lnTo>
                    <a:pt x="1845394" y="2042792"/>
                  </a:lnTo>
                  <a:lnTo>
                    <a:pt x="1883575" y="1987588"/>
                  </a:lnTo>
                  <a:lnTo>
                    <a:pt x="1921825" y="1928670"/>
                  </a:lnTo>
                  <a:lnTo>
                    <a:pt x="1960284" y="1866100"/>
                  </a:lnTo>
                  <a:lnTo>
                    <a:pt x="1999049" y="1800016"/>
                  </a:lnTo>
                  <a:lnTo>
                    <a:pt x="2038176" y="1730638"/>
                  </a:lnTo>
                  <a:lnTo>
                    <a:pt x="2077685" y="1658268"/>
                  </a:lnTo>
                  <a:lnTo>
                    <a:pt x="2117561" y="1583287"/>
                  </a:lnTo>
                  <a:lnTo>
                    <a:pt x="2157762" y="1506152"/>
                  </a:lnTo>
                  <a:lnTo>
                    <a:pt x="2198221" y="1427382"/>
                  </a:lnTo>
                  <a:lnTo>
                    <a:pt x="2238853" y="1347547"/>
                  </a:lnTo>
                  <a:lnTo>
                    <a:pt x="2279562" y="1267250"/>
                  </a:lnTo>
                  <a:lnTo>
                    <a:pt x="2320244" y="1187110"/>
                  </a:lnTo>
                  <a:lnTo>
                    <a:pt x="2360800" y="1107740"/>
                  </a:lnTo>
                  <a:lnTo>
                    <a:pt x="2401138" y="1029727"/>
                  </a:lnTo>
                  <a:lnTo>
                    <a:pt x="2441182" y="953620"/>
                  </a:lnTo>
                  <a:lnTo>
                    <a:pt x="2480876" y="879906"/>
                  </a:lnTo>
                  <a:lnTo>
                    <a:pt x="2520192" y="809006"/>
                  </a:lnTo>
                  <a:lnTo>
                    <a:pt x="2559131" y="741260"/>
                  </a:lnTo>
                  <a:lnTo>
                    <a:pt x="2597732" y="676930"/>
                  </a:lnTo>
                  <a:lnTo>
                    <a:pt x="2636071" y="616194"/>
                  </a:lnTo>
                  <a:lnTo>
                    <a:pt x="2674265" y="559151"/>
                  </a:lnTo>
                  <a:lnTo>
                    <a:pt x="2712480" y="505825"/>
                  </a:lnTo>
                  <a:lnTo>
                    <a:pt x="2750933" y="456173"/>
                  </a:lnTo>
                  <a:lnTo>
                    <a:pt x="2770117" y="432949"/>
                  </a:lnTo>
                  <a:lnTo>
                    <a:pt x="2818469" y="379104"/>
                  </a:lnTo>
                  <a:lnTo>
                    <a:pt x="2868430" y="330599"/>
                  </a:lnTo>
                  <a:lnTo>
                    <a:pt x="2920759" y="287166"/>
                  </a:lnTo>
                  <a:lnTo>
                    <a:pt x="2976303" y="248353"/>
                  </a:lnTo>
                  <a:lnTo>
                    <a:pt x="3035927" y="213645"/>
                  </a:lnTo>
                  <a:lnTo>
                    <a:pt x="3100446" y="182543"/>
                  </a:lnTo>
                  <a:lnTo>
                    <a:pt x="3170531" y="154605"/>
                  </a:lnTo>
                  <a:lnTo>
                    <a:pt x="3246592" y="129470"/>
                  </a:lnTo>
                  <a:lnTo>
                    <a:pt x="3328626" y="106871"/>
                  </a:lnTo>
                  <a:lnTo>
                    <a:pt x="3416023" y="86637"/>
                  </a:lnTo>
                  <a:lnTo>
                    <a:pt x="3507380" y="68691"/>
                  </a:lnTo>
                  <a:lnTo>
                    <a:pt x="3600360" y="53032"/>
                  </a:lnTo>
                  <a:lnTo>
                    <a:pt x="3691691" y="39707"/>
                  </a:lnTo>
                  <a:lnTo>
                    <a:pt x="3777404" y="28768"/>
                  </a:lnTo>
                  <a:lnTo>
                    <a:pt x="3853338" y="20214"/>
                  </a:lnTo>
                  <a:lnTo>
                    <a:pt x="3915878" y="13950"/>
                  </a:lnTo>
                  <a:lnTo>
                    <a:pt x="3962736" y="9749"/>
                  </a:lnTo>
                  <a:lnTo>
                    <a:pt x="3993529" y="7267"/>
                  </a:lnTo>
                  <a:lnTo>
                    <a:pt x="4009990" y="6068"/>
                  </a:lnTo>
                  <a:lnTo>
                    <a:pt x="4015824" y="5682"/>
                  </a:lnTo>
                  <a:lnTo>
                    <a:pt x="4016409" y="5647"/>
                  </a:lnTo>
                  <a:lnTo>
                    <a:pt x="4538543" y="5647"/>
                  </a:lnTo>
                  <a:lnTo>
                    <a:pt x="4539749" y="5705"/>
                  </a:lnTo>
                  <a:lnTo>
                    <a:pt x="4547645" y="6123"/>
                  </a:lnTo>
                  <a:lnTo>
                    <a:pt x="4567419" y="7280"/>
                  </a:lnTo>
                  <a:lnTo>
                    <a:pt x="4602440" y="9551"/>
                  </a:lnTo>
                  <a:lnTo>
                    <a:pt x="4653962" y="13276"/>
                  </a:lnTo>
                  <a:lnTo>
                    <a:pt x="4721050" y="18709"/>
                  </a:lnTo>
                  <a:lnTo>
                    <a:pt x="4800908" y="26006"/>
                  </a:lnTo>
                  <a:lnTo>
                    <a:pt x="4889573" y="35218"/>
                  </a:lnTo>
                  <a:lnTo>
                    <a:pt x="4982741" y="46330"/>
                  </a:lnTo>
                  <a:lnTo>
                    <a:pt x="5076489" y="59298"/>
                  </a:lnTo>
                  <a:lnTo>
                    <a:pt x="5167730" y="74091"/>
                  </a:lnTo>
                  <a:lnTo>
                    <a:pt x="5254366" y="90728"/>
                  </a:lnTo>
                  <a:lnTo>
                    <a:pt x="5335239" y="109296"/>
                  </a:lnTo>
                  <a:lnTo>
                    <a:pt x="5409956" y="129958"/>
                  </a:lnTo>
                  <a:lnTo>
                    <a:pt x="5478680" y="152960"/>
                  </a:lnTo>
                  <a:lnTo>
                    <a:pt x="5541949" y="178616"/>
                  </a:lnTo>
                  <a:lnTo>
                    <a:pt x="5600523" y="207305"/>
                  </a:lnTo>
                  <a:lnTo>
                    <a:pt x="5655269" y="239441"/>
                  </a:lnTo>
                  <a:lnTo>
                    <a:pt x="5707083" y="275428"/>
                  </a:lnTo>
                  <a:lnTo>
                    <a:pt x="5756809" y="315589"/>
                  </a:lnTo>
                  <a:lnTo>
                    <a:pt x="5784835" y="340712"/>
                  </a:lnTo>
                  <a:lnTo>
                    <a:pt x="5826888" y="381691"/>
                  </a:lnTo>
                  <a:lnTo>
                    <a:pt x="5868536" y="426048"/>
                  </a:lnTo>
                  <a:lnTo>
                    <a:pt x="5910083" y="473849"/>
                  </a:lnTo>
                  <a:lnTo>
                    <a:pt x="5951761" y="525089"/>
                  </a:lnTo>
                  <a:lnTo>
                    <a:pt x="5993732" y="579682"/>
                  </a:lnTo>
                  <a:lnTo>
                    <a:pt x="6036099" y="637456"/>
                  </a:lnTo>
                  <a:lnTo>
                    <a:pt x="6078912" y="698148"/>
                  </a:lnTo>
                  <a:lnTo>
                    <a:pt x="6122170" y="761407"/>
                  </a:lnTo>
                  <a:lnTo>
                    <a:pt x="6165830" y="826797"/>
                  </a:lnTo>
                  <a:lnTo>
                    <a:pt x="6209813" y="893808"/>
                  </a:lnTo>
                  <a:lnTo>
                    <a:pt x="6254015" y="961872"/>
                  </a:lnTo>
                  <a:lnTo>
                    <a:pt x="6298310" y="1030382"/>
                  </a:lnTo>
                  <a:lnTo>
                    <a:pt x="6342567" y="1098713"/>
                  </a:lnTo>
                  <a:lnTo>
                    <a:pt x="6386659" y="1166249"/>
                  </a:lnTo>
                  <a:lnTo>
                    <a:pt x="6430469" y="1232402"/>
                  </a:lnTo>
                  <a:lnTo>
                    <a:pt x="6473907" y="1296635"/>
                  </a:lnTo>
                  <a:lnTo>
                    <a:pt x="6516914" y="1358479"/>
                  </a:lnTo>
                  <a:lnTo>
                    <a:pt x="6559470" y="1417545"/>
                  </a:lnTo>
                  <a:lnTo>
                    <a:pt x="6601602" y="1473532"/>
                  </a:lnTo>
                  <a:lnTo>
                    <a:pt x="6643389" y="1526228"/>
                  </a:lnTo>
                  <a:lnTo>
                    <a:pt x="6684969" y="1575513"/>
                  </a:lnTo>
                  <a:lnTo>
                    <a:pt x="6726540" y="1621347"/>
                  </a:lnTo>
                  <a:lnTo>
                    <a:pt x="6768377" y="1663765"/>
                  </a:lnTo>
                  <a:lnTo>
                    <a:pt x="6786527" y="1680974"/>
                  </a:lnTo>
                  <a:lnTo>
                    <a:pt x="6835388" y="1723613"/>
                  </a:lnTo>
                  <a:lnTo>
                    <a:pt x="6885901" y="1761979"/>
                  </a:lnTo>
                  <a:lnTo>
                    <a:pt x="6938848" y="1796290"/>
                  </a:lnTo>
                  <a:lnTo>
                    <a:pt x="6995104" y="1826916"/>
                  </a:lnTo>
                  <a:lnTo>
                    <a:pt x="7055563" y="1854273"/>
                  </a:lnTo>
                  <a:lnTo>
                    <a:pt x="7121057" y="1878763"/>
                  </a:lnTo>
                  <a:lnTo>
                    <a:pt x="7192269" y="1900740"/>
                  </a:lnTo>
                  <a:lnTo>
                    <a:pt x="7269598" y="1920491"/>
                  </a:lnTo>
                  <a:lnTo>
                    <a:pt x="7352998" y="1938227"/>
                  </a:lnTo>
                  <a:lnTo>
                    <a:pt x="7441775" y="1954077"/>
                  </a:lnTo>
                  <a:lnTo>
                    <a:pt x="7534390" y="1968099"/>
                  </a:lnTo>
                  <a:lnTo>
                    <a:pt x="7628325" y="1980287"/>
                  </a:lnTo>
                  <a:lnTo>
                    <a:pt x="7720102" y="1990600"/>
                  </a:lnTo>
                  <a:lnTo>
                    <a:pt x="7805565" y="1999001"/>
                  </a:lnTo>
                  <a:lnTo>
                    <a:pt x="7880455" y="2005497"/>
                  </a:lnTo>
                  <a:lnTo>
                    <a:pt x="7941202" y="2010182"/>
                  </a:lnTo>
                  <a:lnTo>
                    <a:pt x="7985732" y="2013255"/>
                  </a:lnTo>
                  <a:lnTo>
                    <a:pt x="8014021" y="2015011"/>
                  </a:lnTo>
                  <a:lnTo>
                    <a:pt x="8028245" y="2015808"/>
                  </a:lnTo>
                  <a:lnTo>
                    <a:pt x="8032582" y="2016028"/>
                  </a:lnTo>
                  <a:lnTo>
                    <a:pt x="8032819" y="2016040"/>
                  </a:lnTo>
                  <a:lnTo>
                    <a:pt x="8554953" y="2016040"/>
                  </a:lnTo>
                  <a:lnTo>
                    <a:pt x="8554953" y="2010392"/>
                  </a:lnTo>
                  <a:lnTo>
                    <a:pt x="8032819" y="2010392"/>
                  </a:lnTo>
                  <a:lnTo>
                    <a:pt x="8031613" y="2010334"/>
                  </a:lnTo>
                  <a:lnTo>
                    <a:pt x="8023717" y="2009916"/>
                  </a:lnTo>
                  <a:lnTo>
                    <a:pt x="8003943" y="2008759"/>
                  </a:lnTo>
                  <a:lnTo>
                    <a:pt x="7968922" y="2006488"/>
                  </a:lnTo>
                  <a:lnTo>
                    <a:pt x="7917400" y="2002763"/>
                  </a:lnTo>
                  <a:lnTo>
                    <a:pt x="7850312" y="1997330"/>
                  </a:lnTo>
                  <a:lnTo>
                    <a:pt x="7770454" y="1990034"/>
                  </a:lnTo>
                  <a:lnTo>
                    <a:pt x="7681789" y="1980821"/>
                  </a:lnTo>
                  <a:lnTo>
                    <a:pt x="7588621" y="1969709"/>
                  </a:lnTo>
                  <a:lnTo>
                    <a:pt x="7494873" y="1956741"/>
                  </a:lnTo>
                  <a:lnTo>
                    <a:pt x="7403632" y="1941948"/>
                  </a:lnTo>
                  <a:lnTo>
                    <a:pt x="7316996" y="1925311"/>
                  </a:lnTo>
                  <a:lnTo>
                    <a:pt x="7236123" y="1906743"/>
                  </a:lnTo>
                  <a:lnTo>
                    <a:pt x="7161406" y="1886081"/>
                  </a:lnTo>
                  <a:lnTo>
                    <a:pt x="7092682" y="1863079"/>
                  </a:lnTo>
                  <a:lnTo>
                    <a:pt x="7029413" y="1837423"/>
                  </a:lnTo>
                  <a:lnTo>
                    <a:pt x="6970839" y="1808734"/>
                  </a:lnTo>
                  <a:lnTo>
                    <a:pt x="6916093" y="1776598"/>
                  </a:lnTo>
                  <a:lnTo>
                    <a:pt x="6864279" y="1740611"/>
                  </a:lnTo>
                  <a:lnTo>
                    <a:pt x="6814553" y="1700450"/>
                  </a:lnTo>
                  <a:lnTo>
                    <a:pt x="6786527" y="1675327"/>
                  </a:lnTo>
                  <a:lnTo>
                    <a:pt x="6744474" y="1634348"/>
                  </a:lnTo>
                  <a:lnTo>
                    <a:pt x="6702826" y="1589991"/>
                  </a:lnTo>
                  <a:lnTo>
                    <a:pt x="6661279" y="1542190"/>
                  </a:lnTo>
                  <a:lnTo>
                    <a:pt x="6619601" y="1490950"/>
                  </a:lnTo>
                  <a:lnTo>
                    <a:pt x="6577630" y="1436357"/>
                  </a:lnTo>
                  <a:lnTo>
                    <a:pt x="6535263" y="1378583"/>
                  </a:lnTo>
                  <a:lnTo>
                    <a:pt x="6492450" y="1317891"/>
                  </a:lnTo>
                  <a:lnTo>
                    <a:pt x="6449192" y="1254632"/>
                  </a:lnTo>
                  <a:lnTo>
                    <a:pt x="6405532" y="1189242"/>
                  </a:lnTo>
                  <a:lnTo>
                    <a:pt x="6361548" y="1122231"/>
                  </a:lnTo>
                  <a:lnTo>
                    <a:pt x="6317347" y="1054167"/>
                  </a:lnTo>
                  <a:lnTo>
                    <a:pt x="6273052" y="985657"/>
                  </a:lnTo>
                  <a:lnTo>
                    <a:pt x="6228795" y="917326"/>
                  </a:lnTo>
                  <a:lnTo>
                    <a:pt x="6184703" y="849790"/>
                  </a:lnTo>
                  <a:lnTo>
                    <a:pt x="6140893" y="783637"/>
                  </a:lnTo>
                  <a:lnTo>
                    <a:pt x="6097455" y="719404"/>
                  </a:lnTo>
                  <a:lnTo>
                    <a:pt x="6054448" y="657560"/>
                  </a:lnTo>
                  <a:lnTo>
                    <a:pt x="6011892" y="598494"/>
                  </a:lnTo>
                  <a:lnTo>
                    <a:pt x="5969760" y="542508"/>
                  </a:lnTo>
                  <a:lnTo>
                    <a:pt x="5927973" y="489811"/>
                  </a:lnTo>
                  <a:lnTo>
                    <a:pt x="5886393" y="440526"/>
                  </a:lnTo>
                  <a:lnTo>
                    <a:pt x="5844822" y="394692"/>
                  </a:lnTo>
                  <a:lnTo>
                    <a:pt x="5802985" y="352274"/>
                  </a:lnTo>
                  <a:lnTo>
                    <a:pt x="5784835" y="335065"/>
                  </a:lnTo>
                  <a:lnTo>
                    <a:pt x="5735974" y="292426"/>
                  </a:lnTo>
                  <a:lnTo>
                    <a:pt x="5685461" y="254060"/>
                  </a:lnTo>
                  <a:lnTo>
                    <a:pt x="5632514" y="219749"/>
                  </a:lnTo>
                  <a:lnTo>
                    <a:pt x="5576258" y="189123"/>
                  </a:lnTo>
                  <a:lnTo>
                    <a:pt x="5515799" y="161766"/>
                  </a:lnTo>
                  <a:lnTo>
                    <a:pt x="5450305" y="137276"/>
                  </a:lnTo>
                  <a:lnTo>
                    <a:pt x="5379093" y="115299"/>
                  </a:lnTo>
                  <a:lnTo>
                    <a:pt x="5301764" y="95548"/>
                  </a:lnTo>
                  <a:lnTo>
                    <a:pt x="5218364" y="77812"/>
                  </a:lnTo>
                  <a:lnTo>
                    <a:pt x="5129587" y="61962"/>
                  </a:lnTo>
                  <a:lnTo>
                    <a:pt x="5036972" y="47940"/>
                  </a:lnTo>
                  <a:lnTo>
                    <a:pt x="4943037" y="35752"/>
                  </a:lnTo>
                  <a:lnTo>
                    <a:pt x="4851260" y="25439"/>
                  </a:lnTo>
                  <a:lnTo>
                    <a:pt x="4765797" y="17038"/>
                  </a:lnTo>
                  <a:lnTo>
                    <a:pt x="4690907" y="10542"/>
                  </a:lnTo>
                  <a:lnTo>
                    <a:pt x="4630160" y="5857"/>
                  </a:lnTo>
                  <a:lnTo>
                    <a:pt x="4585630" y="2784"/>
                  </a:lnTo>
                  <a:lnTo>
                    <a:pt x="4557341" y="1028"/>
                  </a:lnTo>
                  <a:lnTo>
                    <a:pt x="4543117" y="231"/>
                  </a:lnTo>
                  <a:lnTo>
                    <a:pt x="4538780" y="11"/>
                  </a:lnTo>
                  <a:lnTo>
                    <a:pt x="4538543" y="0"/>
                  </a:lnTo>
                  <a:lnTo>
                    <a:pt x="4016409" y="0"/>
                  </a:lnTo>
                  <a:lnTo>
                    <a:pt x="4015239" y="72"/>
                  </a:lnTo>
                  <a:lnTo>
                    <a:pt x="4007574" y="589"/>
                  </a:lnTo>
                  <a:lnTo>
                    <a:pt x="3988359" y="2018"/>
                  </a:lnTo>
                  <a:lnTo>
                    <a:pt x="3954277" y="4826"/>
                  </a:lnTo>
                  <a:lnTo>
                    <a:pt x="3904036" y="9433"/>
                  </a:lnTo>
                  <a:lnTo>
                    <a:pt x="3838448" y="16163"/>
                  </a:lnTo>
                  <a:lnTo>
                    <a:pt x="3760139" y="25211"/>
                  </a:lnTo>
                  <a:lnTo>
                    <a:pt x="3672902" y="36653"/>
                  </a:lnTo>
                  <a:lnTo>
                    <a:pt x="3580915" y="50470"/>
                  </a:lnTo>
                  <a:lnTo>
                    <a:pt x="3488034" y="66611"/>
                  </a:lnTo>
                  <a:lnTo>
                    <a:pt x="3397344" y="85034"/>
                  </a:lnTo>
                  <a:lnTo>
                    <a:pt x="3310983" y="105753"/>
                  </a:lnTo>
                  <a:lnTo>
                    <a:pt x="3230172" y="128866"/>
                  </a:lnTo>
                  <a:lnTo>
                    <a:pt x="3155377" y="154562"/>
                  </a:lnTo>
                  <a:lnTo>
                    <a:pt x="3086502" y="183130"/>
                  </a:lnTo>
                  <a:lnTo>
                    <a:pt x="3023070" y="214948"/>
                  </a:lnTo>
                  <a:lnTo>
                    <a:pt x="2964369" y="250472"/>
                  </a:lnTo>
                  <a:lnTo>
                    <a:pt x="2909571" y="290210"/>
                  </a:lnTo>
                  <a:lnTo>
                    <a:pt x="2857805" y="334670"/>
                  </a:lnTo>
                  <a:lnTo>
                    <a:pt x="2808239" y="384281"/>
                  </a:lnTo>
                  <a:lnTo>
                    <a:pt x="2770117" y="427302"/>
                  </a:lnTo>
                  <a:lnTo>
                    <a:pt x="2731450" y="475171"/>
                  </a:lnTo>
                  <a:lnTo>
                    <a:pt x="2693148" y="526670"/>
                  </a:lnTo>
                  <a:lnTo>
                    <a:pt x="2654967" y="581874"/>
                  </a:lnTo>
                  <a:lnTo>
                    <a:pt x="2616717" y="640792"/>
                  </a:lnTo>
                  <a:lnTo>
                    <a:pt x="2578258" y="703362"/>
                  </a:lnTo>
                  <a:lnTo>
                    <a:pt x="2539493" y="769446"/>
                  </a:lnTo>
                  <a:lnTo>
                    <a:pt x="2500366" y="838824"/>
                  </a:lnTo>
                  <a:lnTo>
                    <a:pt x="2460857" y="911194"/>
                  </a:lnTo>
                  <a:lnTo>
                    <a:pt x="2420981" y="986175"/>
                  </a:lnTo>
                  <a:lnTo>
                    <a:pt x="2380780" y="1063310"/>
                  </a:lnTo>
                  <a:lnTo>
                    <a:pt x="2340321" y="1142080"/>
                  </a:lnTo>
                  <a:lnTo>
                    <a:pt x="2299689" y="1221915"/>
                  </a:lnTo>
                  <a:lnTo>
                    <a:pt x="2258981" y="1302212"/>
                  </a:lnTo>
                  <a:lnTo>
                    <a:pt x="2218298" y="1382352"/>
                  </a:lnTo>
                  <a:lnTo>
                    <a:pt x="2177742" y="1461722"/>
                  </a:lnTo>
                  <a:lnTo>
                    <a:pt x="2137404" y="1539734"/>
                  </a:lnTo>
                  <a:lnTo>
                    <a:pt x="2097360" y="1615842"/>
                  </a:lnTo>
                  <a:lnTo>
                    <a:pt x="2057666" y="1689555"/>
                  </a:lnTo>
                  <a:lnTo>
                    <a:pt x="2018351" y="1760456"/>
                  </a:lnTo>
                  <a:lnTo>
                    <a:pt x="1979411" y="1828202"/>
                  </a:lnTo>
                  <a:lnTo>
                    <a:pt x="1940810" y="1892532"/>
                  </a:lnTo>
                  <a:lnTo>
                    <a:pt x="1902471" y="1953268"/>
                  </a:lnTo>
                  <a:lnTo>
                    <a:pt x="1864277" y="2010311"/>
                  </a:lnTo>
                  <a:lnTo>
                    <a:pt x="1826062" y="2063637"/>
                  </a:lnTo>
                  <a:lnTo>
                    <a:pt x="1787610" y="2113288"/>
                  </a:lnTo>
                  <a:lnTo>
                    <a:pt x="1768425" y="2136513"/>
                  </a:lnTo>
                  <a:lnTo>
                    <a:pt x="1720073" y="2190358"/>
                  </a:lnTo>
                  <a:lnTo>
                    <a:pt x="1670112" y="2238863"/>
                  </a:lnTo>
                  <a:lnTo>
                    <a:pt x="1617783" y="2282296"/>
                  </a:lnTo>
                  <a:lnTo>
                    <a:pt x="1562239" y="2321109"/>
                  </a:lnTo>
                  <a:lnTo>
                    <a:pt x="1502615" y="2355816"/>
                  </a:lnTo>
                  <a:lnTo>
                    <a:pt x="1438096" y="2386919"/>
                  </a:lnTo>
                  <a:lnTo>
                    <a:pt x="1368012" y="2414857"/>
                  </a:lnTo>
                  <a:lnTo>
                    <a:pt x="1291950" y="2439992"/>
                  </a:lnTo>
                  <a:lnTo>
                    <a:pt x="1209916" y="2462591"/>
                  </a:lnTo>
                  <a:lnTo>
                    <a:pt x="1122519" y="2482825"/>
                  </a:lnTo>
                  <a:lnTo>
                    <a:pt x="1031162" y="2500771"/>
                  </a:lnTo>
                  <a:lnTo>
                    <a:pt x="938183" y="2516430"/>
                  </a:lnTo>
                  <a:lnTo>
                    <a:pt x="846851" y="2529755"/>
                  </a:lnTo>
                  <a:lnTo>
                    <a:pt x="761138" y="2540694"/>
                  </a:lnTo>
                  <a:lnTo>
                    <a:pt x="685204" y="2549247"/>
                  </a:lnTo>
                  <a:lnTo>
                    <a:pt x="622664" y="2555512"/>
                  </a:lnTo>
                  <a:lnTo>
                    <a:pt x="575806" y="2559713"/>
                  </a:lnTo>
                  <a:lnTo>
                    <a:pt x="545013" y="2562195"/>
                  </a:lnTo>
                  <a:lnTo>
                    <a:pt x="528553" y="2563394"/>
                  </a:lnTo>
                  <a:lnTo>
                    <a:pt x="522718" y="2563780"/>
                  </a:lnTo>
                  <a:lnTo>
                    <a:pt x="522133" y="2563815"/>
                  </a:lnTo>
                  <a:lnTo>
                    <a:pt x="0" y="2563815"/>
                  </a:lnTo>
                  <a:close/>
                </a:path>
              </a:pathLst>
            </a:custGeom>
            <a:solidFill>
              <a:srgbClr val="6FA8DC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1785" name="pl1785"/>
            <p:cNvSpPr/>
            <p:nvPr/>
          </p:nvSpPr>
          <p:spPr>
            <a:xfrm>
              <a:off x="386606" y="2998287"/>
              <a:ext cx="8554953" cy="2563815"/>
            </a:xfrm>
            <a:custGeom>
              <a:avLst/>
              <a:pathLst>
                <a:path w="8554953" h="2563815">
                  <a:moveTo>
                    <a:pt x="0" y="2563815"/>
                  </a:moveTo>
                  <a:lnTo>
                    <a:pt x="522133" y="2563815"/>
                  </a:lnTo>
                  <a:lnTo>
                    <a:pt x="523303" y="2563743"/>
                  </a:lnTo>
                  <a:lnTo>
                    <a:pt x="530968" y="2563226"/>
                  </a:lnTo>
                  <a:lnTo>
                    <a:pt x="550183" y="2561797"/>
                  </a:lnTo>
                  <a:lnTo>
                    <a:pt x="584265" y="2558989"/>
                  </a:lnTo>
                  <a:lnTo>
                    <a:pt x="634506" y="2554381"/>
                  </a:lnTo>
                  <a:lnTo>
                    <a:pt x="700094" y="2547652"/>
                  </a:lnTo>
                  <a:lnTo>
                    <a:pt x="778403" y="2538603"/>
                  </a:lnTo>
                  <a:lnTo>
                    <a:pt x="865640" y="2527162"/>
                  </a:lnTo>
                  <a:lnTo>
                    <a:pt x="957627" y="2513344"/>
                  </a:lnTo>
                  <a:lnTo>
                    <a:pt x="1050508" y="2497204"/>
                  </a:lnTo>
                  <a:lnTo>
                    <a:pt x="1141198" y="2478781"/>
                  </a:lnTo>
                  <a:lnTo>
                    <a:pt x="1227559" y="2458061"/>
                  </a:lnTo>
                  <a:lnTo>
                    <a:pt x="1308371" y="2434949"/>
                  </a:lnTo>
                  <a:lnTo>
                    <a:pt x="1383165" y="2409252"/>
                  </a:lnTo>
                  <a:lnTo>
                    <a:pt x="1452040" y="2380685"/>
                  </a:lnTo>
                  <a:lnTo>
                    <a:pt x="1515473" y="2348867"/>
                  </a:lnTo>
                  <a:lnTo>
                    <a:pt x="1574173" y="2313342"/>
                  </a:lnTo>
                  <a:lnTo>
                    <a:pt x="1628972" y="2273605"/>
                  </a:lnTo>
                  <a:lnTo>
                    <a:pt x="1680737" y="2229144"/>
                  </a:lnTo>
                  <a:lnTo>
                    <a:pt x="1730303" y="2179534"/>
                  </a:lnTo>
                  <a:lnTo>
                    <a:pt x="1768425" y="2136513"/>
                  </a:lnTo>
                  <a:lnTo>
                    <a:pt x="1807092" y="2088644"/>
                  </a:lnTo>
                  <a:lnTo>
                    <a:pt x="1845394" y="2037145"/>
                  </a:lnTo>
                  <a:lnTo>
                    <a:pt x="1883575" y="1981941"/>
                  </a:lnTo>
                  <a:lnTo>
                    <a:pt x="1921825" y="1923023"/>
                  </a:lnTo>
                  <a:lnTo>
                    <a:pt x="1960284" y="1860453"/>
                  </a:lnTo>
                  <a:lnTo>
                    <a:pt x="1999049" y="1794369"/>
                  </a:lnTo>
                  <a:lnTo>
                    <a:pt x="2038176" y="1724991"/>
                  </a:lnTo>
                  <a:lnTo>
                    <a:pt x="2077685" y="1652621"/>
                  </a:lnTo>
                  <a:lnTo>
                    <a:pt x="2117561" y="1577640"/>
                  </a:lnTo>
                  <a:lnTo>
                    <a:pt x="2157762" y="1500505"/>
                  </a:lnTo>
                  <a:lnTo>
                    <a:pt x="2198221" y="1421735"/>
                  </a:lnTo>
                  <a:lnTo>
                    <a:pt x="2238853" y="1341900"/>
                  </a:lnTo>
                  <a:lnTo>
                    <a:pt x="2279562" y="1261603"/>
                  </a:lnTo>
                  <a:lnTo>
                    <a:pt x="2320244" y="1181463"/>
                  </a:lnTo>
                  <a:lnTo>
                    <a:pt x="2360800" y="1102092"/>
                  </a:lnTo>
                  <a:lnTo>
                    <a:pt x="2401138" y="1024080"/>
                  </a:lnTo>
                  <a:lnTo>
                    <a:pt x="2441182" y="947973"/>
                  </a:lnTo>
                  <a:lnTo>
                    <a:pt x="2480876" y="874259"/>
                  </a:lnTo>
                  <a:lnTo>
                    <a:pt x="2520192" y="803359"/>
                  </a:lnTo>
                  <a:lnTo>
                    <a:pt x="2559131" y="735613"/>
                  </a:lnTo>
                  <a:lnTo>
                    <a:pt x="2597732" y="671283"/>
                  </a:lnTo>
                  <a:lnTo>
                    <a:pt x="2636071" y="610547"/>
                  </a:lnTo>
                  <a:lnTo>
                    <a:pt x="2674265" y="553503"/>
                  </a:lnTo>
                  <a:lnTo>
                    <a:pt x="2712480" y="500178"/>
                  </a:lnTo>
                  <a:lnTo>
                    <a:pt x="2750933" y="450526"/>
                  </a:lnTo>
                  <a:lnTo>
                    <a:pt x="2770117" y="427302"/>
                  </a:lnTo>
                  <a:lnTo>
                    <a:pt x="2818469" y="373457"/>
                  </a:lnTo>
                  <a:lnTo>
                    <a:pt x="2868430" y="324951"/>
                  </a:lnTo>
                  <a:lnTo>
                    <a:pt x="2920759" y="281519"/>
                  </a:lnTo>
                  <a:lnTo>
                    <a:pt x="2976303" y="242706"/>
                  </a:lnTo>
                  <a:lnTo>
                    <a:pt x="3035927" y="207998"/>
                  </a:lnTo>
                  <a:lnTo>
                    <a:pt x="3100446" y="176896"/>
                  </a:lnTo>
                  <a:lnTo>
                    <a:pt x="3170531" y="148958"/>
                  </a:lnTo>
                  <a:lnTo>
                    <a:pt x="3246592" y="123823"/>
                  </a:lnTo>
                  <a:lnTo>
                    <a:pt x="3328626" y="101224"/>
                  </a:lnTo>
                  <a:lnTo>
                    <a:pt x="3416023" y="80990"/>
                  </a:lnTo>
                  <a:lnTo>
                    <a:pt x="3507380" y="63043"/>
                  </a:lnTo>
                  <a:lnTo>
                    <a:pt x="3600360" y="47384"/>
                  </a:lnTo>
                  <a:lnTo>
                    <a:pt x="3691691" y="34060"/>
                  </a:lnTo>
                  <a:lnTo>
                    <a:pt x="3777404" y="23121"/>
                  </a:lnTo>
                  <a:lnTo>
                    <a:pt x="3853338" y="14567"/>
                  </a:lnTo>
                  <a:lnTo>
                    <a:pt x="3915878" y="8302"/>
                  </a:lnTo>
                  <a:lnTo>
                    <a:pt x="3962736" y="4102"/>
                  </a:lnTo>
                  <a:lnTo>
                    <a:pt x="3993529" y="1620"/>
                  </a:lnTo>
                  <a:lnTo>
                    <a:pt x="4009990" y="421"/>
                  </a:lnTo>
                  <a:lnTo>
                    <a:pt x="4015824" y="35"/>
                  </a:lnTo>
                  <a:lnTo>
                    <a:pt x="4016409" y="0"/>
                  </a:lnTo>
                  <a:lnTo>
                    <a:pt x="4538543" y="0"/>
                  </a:lnTo>
                  <a:lnTo>
                    <a:pt x="4539749" y="58"/>
                  </a:lnTo>
                  <a:lnTo>
                    <a:pt x="4547645" y="476"/>
                  </a:lnTo>
                  <a:lnTo>
                    <a:pt x="4567419" y="1632"/>
                  </a:lnTo>
                  <a:lnTo>
                    <a:pt x="4602440" y="3904"/>
                  </a:lnTo>
                  <a:lnTo>
                    <a:pt x="4653962" y="7628"/>
                  </a:lnTo>
                  <a:lnTo>
                    <a:pt x="4721050" y="13062"/>
                  </a:lnTo>
                  <a:lnTo>
                    <a:pt x="4800908" y="20358"/>
                  </a:lnTo>
                  <a:lnTo>
                    <a:pt x="4889573" y="29571"/>
                  </a:lnTo>
                  <a:lnTo>
                    <a:pt x="4982741" y="40683"/>
                  </a:lnTo>
                  <a:lnTo>
                    <a:pt x="5076489" y="53650"/>
                  </a:lnTo>
                  <a:lnTo>
                    <a:pt x="5167730" y="68444"/>
                  </a:lnTo>
                  <a:lnTo>
                    <a:pt x="5254366" y="85081"/>
                  </a:lnTo>
                  <a:lnTo>
                    <a:pt x="5335239" y="103648"/>
                  </a:lnTo>
                  <a:lnTo>
                    <a:pt x="5409956" y="124311"/>
                  </a:lnTo>
                  <a:lnTo>
                    <a:pt x="5478680" y="147313"/>
                  </a:lnTo>
                  <a:lnTo>
                    <a:pt x="5541949" y="172969"/>
                  </a:lnTo>
                  <a:lnTo>
                    <a:pt x="5600523" y="201658"/>
                  </a:lnTo>
                  <a:lnTo>
                    <a:pt x="5655269" y="233794"/>
                  </a:lnTo>
                  <a:lnTo>
                    <a:pt x="5707083" y="269781"/>
                  </a:lnTo>
                  <a:lnTo>
                    <a:pt x="5756809" y="309942"/>
                  </a:lnTo>
                  <a:lnTo>
                    <a:pt x="5784835" y="335065"/>
                  </a:lnTo>
                  <a:lnTo>
                    <a:pt x="5826888" y="376044"/>
                  </a:lnTo>
                  <a:lnTo>
                    <a:pt x="5868536" y="420401"/>
                  </a:lnTo>
                  <a:lnTo>
                    <a:pt x="5910083" y="468202"/>
                  </a:lnTo>
                  <a:lnTo>
                    <a:pt x="5951761" y="519442"/>
                  </a:lnTo>
                  <a:lnTo>
                    <a:pt x="5993732" y="574035"/>
                  </a:lnTo>
                  <a:lnTo>
                    <a:pt x="6036099" y="631809"/>
                  </a:lnTo>
                  <a:lnTo>
                    <a:pt x="6078912" y="692501"/>
                  </a:lnTo>
                  <a:lnTo>
                    <a:pt x="6122170" y="755760"/>
                  </a:lnTo>
                  <a:lnTo>
                    <a:pt x="6165830" y="821150"/>
                  </a:lnTo>
                  <a:lnTo>
                    <a:pt x="6209813" y="888161"/>
                  </a:lnTo>
                  <a:lnTo>
                    <a:pt x="6254015" y="956225"/>
                  </a:lnTo>
                  <a:lnTo>
                    <a:pt x="6298310" y="1024735"/>
                  </a:lnTo>
                  <a:lnTo>
                    <a:pt x="6342567" y="1093066"/>
                  </a:lnTo>
                  <a:lnTo>
                    <a:pt x="6386659" y="1160602"/>
                  </a:lnTo>
                  <a:lnTo>
                    <a:pt x="6430469" y="1226755"/>
                  </a:lnTo>
                  <a:lnTo>
                    <a:pt x="6473907" y="1290988"/>
                  </a:lnTo>
                  <a:lnTo>
                    <a:pt x="6516914" y="1352832"/>
                  </a:lnTo>
                  <a:lnTo>
                    <a:pt x="6559470" y="1411898"/>
                  </a:lnTo>
                  <a:lnTo>
                    <a:pt x="6601602" y="1467884"/>
                  </a:lnTo>
                  <a:lnTo>
                    <a:pt x="6643389" y="1520581"/>
                  </a:lnTo>
                  <a:lnTo>
                    <a:pt x="6684969" y="1569866"/>
                  </a:lnTo>
                  <a:lnTo>
                    <a:pt x="6726540" y="1615700"/>
                  </a:lnTo>
                  <a:lnTo>
                    <a:pt x="6768377" y="1658118"/>
                  </a:lnTo>
                  <a:lnTo>
                    <a:pt x="6786527" y="1675327"/>
                  </a:lnTo>
                  <a:lnTo>
                    <a:pt x="6835388" y="1717966"/>
                  </a:lnTo>
                  <a:lnTo>
                    <a:pt x="6885901" y="1756332"/>
                  </a:lnTo>
                  <a:lnTo>
                    <a:pt x="6938848" y="1790643"/>
                  </a:lnTo>
                  <a:lnTo>
                    <a:pt x="6995104" y="1821269"/>
                  </a:lnTo>
                  <a:lnTo>
                    <a:pt x="7055563" y="1848626"/>
                  </a:lnTo>
                  <a:lnTo>
                    <a:pt x="7121057" y="1873116"/>
                  </a:lnTo>
                  <a:lnTo>
                    <a:pt x="7192269" y="1895093"/>
                  </a:lnTo>
                  <a:lnTo>
                    <a:pt x="7269598" y="1914844"/>
                  </a:lnTo>
                  <a:lnTo>
                    <a:pt x="7352998" y="1932580"/>
                  </a:lnTo>
                  <a:lnTo>
                    <a:pt x="7441775" y="1948430"/>
                  </a:lnTo>
                  <a:lnTo>
                    <a:pt x="7534390" y="1962452"/>
                  </a:lnTo>
                  <a:lnTo>
                    <a:pt x="7628325" y="1974640"/>
                  </a:lnTo>
                  <a:lnTo>
                    <a:pt x="7720102" y="1984953"/>
                  </a:lnTo>
                  <a:lnTo>
                    <a:pt x="7805565" y="1993354"/>
                  </a:lnTo>
                  <a:lnTo>
                    <a:pt x="7880455" y="1999850"/>
                  </a:lnTo>
                  <a:lnTo>
                    <a:pt x="7941202" y="2004535"/>
                  </a:lnTo>
                  <a:lnTo>
                    <a:pt x="7985732" y="2007608"/>
                  </a:lnTo>
                  <a:lnTo>
                    <a:pt x="8014021" y="2009363"/>
                  </a:lnTo>
                  <a:lnTo>
                    <a:pt x="8028245" y="2010160"/>
                  </a:lnTo>
                  <a:lnTo>
                    <a:pt x="8032582" y="2010381"/>
                  </a:lnTo>
                  <a:lnTo>
                    <a:pt x="8032819" y="2010392"/>
                  </a:lnTo>
                  <a:lnTo>
                    <a:pt x="8554953" y="2010392"/>
                  </a:lnTo>
                  <a:lnTo>
                    <a:pt x="8554953" y="2010392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786" name="pl1786"/>
            <p:cNvSpPr/>
            <p:nvPr/>
          </p:nvSpPr>
          <p:spPr>
            <a:xfrm>
              <a:off x="386606" y="2992640"/>
              <a:ext cx="8554953" cy="2563815"/>
            </a:xfrm>
            <a:custGeom>
              <a:avLst/>
              <a:pathLst>
                <a:path w="8554953" h="2563815">
                  <a:moveTo>
                    <a:pt x="8554953" y="2010392"/>
                  </a:moveTo>
                  <a:lnTo>
                    <a:pt x="8032819" y="2010392"/>
                  </a:lnTo>
                  <a:lnTo>
                    <a:pt x="8031613" y="2010334"/>
                  </a:lnTo>
                  <a:lnTo>
                    <a:pt x="8023717" y="2009916"/>
                  </a:lnTo>
                  <a:lnTo>
                    <a:pt x="8003943" y="2008759"/>
                  </a:lnTo>
                  <a:lnTo>
                    <a:pt x="7968922" y="2006488"/>
                  </a:lnTo>
                  <a:lnTo>
                    <a:pt x="7917400" y="2002763"/>
                  </a:lnTo>
                  <a:lnTo>
                    <a:pt x="7850312" y="1997330"/>
                  </a:lnTo>
                  <a:lnTo>
                    <a:pt x="7770454" y="1990034"/>
                  </a:lnTo>
                  <a:lnTo>
                    <a:pt x="7681789" y="1980821"/>
                  </a:lnTo>
                  <a:lnTo>
                    <a:pt x="7588621" y="1969709"/>
                  </a:lnTo>
                  <a:lnTo>
                    <a:pt x="7494873" y="1956741"/>
                  </a:lnTo>
                  <a:lnTo>
                    <a:pt x="7403632" y="1941948"/>
                  </a:lnTo>
                  <a:lnTo>
                    <a:pt x="7316996" y="1925311"/>
                  </a:lnTo>
                  <a:lnTo>
                    <a:pt x="7236123" y="1906743"/>
                  </a:lnTo>
                  <a:lnTo>
                    <a:pt x="7161406" y="1886081"/>
                  </a:lnTo>
                  <a:lnTo>
                    <a:pt x="7092682" y="1863079"/>
                  </a:lnTo>
                  <a:lnTo>
                    <a:pt x="7029413" y="1837423"/>
                  </a:lnTo>
                  <a:lnTo>
                    <a:pt x="6970839" y="1808734"/>
                  </a:lnTo>
                  <a:lnTo>
                    <a:pt x="6916093" y="1776598"/>
                  </a:lnTo>
                  <a:lnTo>
                    <a:pt x="6864279" y="1740611"/>
                  </a:lnTo>
                  <a:lnTo>
                    <a:pt x="6814553" y="1700450"/>
                  </a:lnTo>
                  <a:lnTo>
                    <a:pt x="6786527" y="1675327"/>
                  </a:lnTo>
                  <a:lnTo>
                    <a:pt x="6744474" y="1634348"/>
                  </a:lnTo>
                  <a:lnTo>
                    <a:pt x="6702826" y="1589991"/>
                  </a:lnTo>
                  <a:lnTo>
                    <a:pt x="6661279" y="1542190"/>
                  </a:lnTo>
                  <a:lnTo>
                    <a:pt x="6619601" y="1490950"/>
                  </a:lnTo>
                  <a:lnTo>
                    <a:pt x="6577630" y="1436357"/>
                  </a:lnTo>
                  <a:lnTo>
                    <a:pt x="6535263" y="1378583"/>
                  </a:lnTo>
                  <a:lnTo>
                    <a:pt x="6492450" y="1317891"/>
                  </a:lnTo>
                  <a:lnTo>
                    <a:pt x="6449192" y="1254632"/>
                  </a:lnTo>
                  <a:lnTo>
                    <a:pt x="6405532" y="1189242"/>
                  </a:lnTo>
                  <a:lnTo>
                    <a:pt x="6361548" y="1122231"/>
                  </a:lnTo>
                  <a:lnTo>
                    <a:pt x="6317347" y="1054167"/>
                  </a:lnTo>
                  <a:lnTo>
                    <a:pt x="6273052" y="985657"/>
                  </a:lnTo>
                  <a:lnTo>
                    <a:pt x="6228795" y="917326"/>
                  </a:lnTo>
                  <a:lnTo>
                    <a:pt x="6184703" y="849790"/>
                  </a:lnTo>
                  <a:lnTo>
                    <a:pt x="6140893" y="783637"/>
                  </a:lnTo>
                  <a:lnTo>
                    <a:pt x="6097455" y="719404"/>
                  </a:lnTo>
                  <a:lnTo>
                    <a:pt x="6054448" y="657560"/>
                  </a:lnTo>
                  <a:lnTo>
                    <a:pt x="6011892" y="598494"/>
                  </a:lnTo>
                  <a:lnTo>
                    <a:pt x="5969760" y="542508"/>
                  </a:lnTo>
                  <a:lnTo>
                    <a:pt x="5927973" y="489811"/>
                  </a:lnTo>
                  <a:lnTo>
                    <a:pt x="5886393" y="440526"/>
                  </a:lnTo>
                  <a:lnTo>
                    <a:pt x="5844822" y="394692"/>
                  </a:lnTo>
                  <a:lnTo>
                    <a:pt x="5802985" y="352274"/>
                  </a:lnTo>
                  <a:lnTo>
                    <a:pt x="5784835" y="335065"/>
                  </a:lnTo>
                  <a:lnTo>
                    <a:pt x="5735974" y="292426"/>
                  </a:lnTo>
                  <a:lnTo>
                    <a:pt x="5685461" y="254060"/>
                  </a:lnTo>
                  <a:lnTo>
                    <a:pt x="5632514" y="219749"/>
                  </a:lnTo>
                  <a:lnTo>
                    <a:pt x="5576258" y="189123"/>
                  </a:lnTo>
                  <a:lnTo>
                    <a:pt x="5515799" y="161766"/>
                  </a:lnTo>
                  <a:lnTo>
                    <a:pt x="5450305" y="137276"/>
                  </a:lnTo>
                  <a:lnTo>
                    <a:pt x="5379093" y="115299"/>
                  </a:lnTo>
                  <a:lnTo>
                    <a:pt x="5301764" y="95548"/>
                  </a:lnTo>
                  <a:lnTo>
                    <a:pt x="5218364" y="77812"/>
                  </a:lnTo>
                  <a:lnTo>
                    <a:pt x="5129587" y="61962"/>
                  </a:lnTo>
                  <a:lnTo>
                    <a:pt x="5036972" y="47940"/>
                  </a:lnTo>
                  <a:lnTo>
                    <a:pt x="4943037" y="35752"/>
                  </a:lnTo>
                  <a:lnTo>
                    <a:pt x="4851260" y="25439"/>
                  </a:lnTo>
                  <a:lnTo>
                    <a:pt x="4765797" y="17038"/>
                  </a:lnTo>
                  <a:lnTo>
                    <a:pt x="4690907" y="10542"/>
                  </a:lnTo>
                  <a:lnTo>
                    <a:pt x="4630160" y="5857"/>
                  </a:lnTo>
                  <a:lnTo>
                    <a:pt x="4585630" y="2784"/>
                  </a:lnTo>
                  <a:lnTo>
                    <a:pt x="4557341" y="1028"/>
                  </a:lnTo>
                  <a:lnTo>
                    <a:pt x="4543117" y="231"/>
                  </a:lnTo>
                  <a:lnTo>
                    <a:pt x="4538780" y="11"/>
                  </a:lnTo>
                  <a:lnTo>
                    <a:pt x="4538543" y="0"/>
                  </a:lnTo>
                  <a:lnTo>
                    <a:pt x="4016409" y="0"/>
                  </a:lnTo>
                  <a:lnTo>
                    <a:pt x="4015239" y="72"/>
                  </a:lnTo>
                  <a:lnTo>
                    <a:pt x="4007574" y="589"/>
                  </a:lnTo>
                  <a:lnTo>
                    <a:pt x="3988359" y="2018"/>
                  </a:lnTo>
                  <a:lnTo>
                    <a:pt x="3954277" y="4826"/>
                  </a:lnTo>
                  <a:lnTo>
                    <a:pt x="3904036" y="9433"/>
                  </a:lnTo>
                  <a:lnTo>
                    <a:pt x="3838448" y="16163"/>
                  </a:lnTo>
                  <a:lnTo>
                    <a:pt x="3760139" y="25211"/>
                  </a:lnTo>
                  <a:lnTo>
                    <a:pt x="3672902" y="36653"/>
                  </a:lnTo>
                  <a:lnTo>
                    <a:pt x="3580915" y="50470"/>
                  </a:lnTo>
                  <a:lnTo>
                    <a:pt x="3488034" y="66611"/>
                  </a:lnTo>
                  <a:lnTo>
                    <a:pt x="3397344" y="85034"/>
                  </a:lnTo>
                  <a:lnTo>
                    <a:pt x="3310983" y="105753"/>
                  </a:lnTo>
                  <a:lnTo>
                    <a:pt x="3230172" y="128866"/>
                  </a:lnTo>
                  <a:lnTo>
                    <a:pt x="3155377" y="154562"/>
                  </a:lnTo>
                  <a:lnTo>
                    <a:pt x="3086502" y="183130"/>
                  </a:lnTo>
                  <a:lnTo>
                    <a:pt x="3023070" y="214948"/>
                  </a:lnTo>
                  <a:lnTo>
                    <a:pt x="2964369" y="250472"/>
                  </a:lnTo>
                  <a:lnTo>
                    <a:pt x="2909571" y="290210"/>
                  </a:lnTo>
                  <a:lnTo>
                    <a:pt x="2857805" y="334670"/>
                  </a:lnTo>
                  <a:lnTo>
                    <a:pt x="2808239" y="384281"/>
                  </a:lnTo>
                  <a:lnTo>
                    <a:pt x="2770117" y="427302"/>
                  </a:lnTo>
                  <a:lnTo>
                    <a:pt x="2731450" y="475171"/>
                  </a:lnTo>
                  <a:lnTo>
                    <a:pt x="2693148" y="526670"/>
                  </a:lnTo>
                  <a:lnTo>
                    <a:pt x="2654967" y="581874"/>
                  </a:lnTo>
                  <a:lnTo>
                    <a:pt x="2616717" y="640792"/>
                  </a:lnTo>
                  <a:lnTo>
                    <a:pt x="2578258" y="703362"/>
                  </a:lnTo>
                  <a:lnTo>
                    <a:pt x="2539493" y="769446"/>
                  </a:lnTo>
                  <a:lnTo>
                    <a:pt x="2500366" y="838824"/>
                  </a:lnTo>
                  <a:lnTo>
                    <a:pt x="2460857" y="911194"/>
                  </a:lnTo>
                  <a:lnTo>
                    <a:pt x="2420981" y="986175"/>
                  </a:lnTo>
                  <a:lnTo>
                    <a:pt x="2380780" y="1063310"/>
                  </a:lnTo>
                  <a:lnTo>
                    <a:pt x="2340321" y="1142080"/>
                  </a:lnTo>
                  <a:lnTo>
                    <a:pt x="2299689" y="1221915"/>
                  </a:lnTo>
                  <a:lnTo>
                    <a:pt x="2258981" y="1302212"/>
                  </a:lnTo>
                  <a:lnTo>
                    <a:pt x="2218298" y="1382352"/>
                  </a:lnTo>
                  <a:lnTo>
                    <a:pt x="2177742" y="1461722"/>
                  </a:lnTo>
                  <a:lnTo>
                    <a:pt x="2137404" y="1539734"/>
                  </a:lnTo>
                  <a:lnTo>
                    <a:pt x="2097360" y="1615842"/>
                  </a:lnTo>
                  <a:lnTo>
                    <a:pt x="2057666" y="1689555"/>
                  </a:lnTo>
                  <a:lnTo>
                    <a:pt x="2018351" y="1760456"/>
                  </a:lnTo>
                  <a:lnTo>
                    <a:pt x="1979411" y="1828202"/>
                  </a:lnTo>
                  <a:lnTo>
                    <a:pt x="1940810" y="1892532"/>
                  </a:lnTo>
                  <a:lnTo>
                    <a:pt x="1902471" y="1953268"/>
                  </a:lnTo>
                  <a:lnTo>
                    <a:pt x="1864277" y="2010311"/>
                  </a:lnTo>
                  <a:lnTo>
                    <a:pt x="1826062" y="2063637"/>
                  </a:lnTo>
                  <a:lnTo>
                    <a:pt x="1787610" y="2113288"/>
                  </a:lnTo>
                  <a:lnTo>
                    <a:pt x="1768425" y="2136513"/>
                  </a:lnTo>
                  <a:lnTo>
                    <a:pt x="1720073" y="2190358"/>
                  </a:lnTo>
                  <a:lnTo>
                    <a:pt x="1670112" y="2238863"/>
                  </a:lnTo>
                  <a:lnTo>
                    <a:pt x="1617783" y="2282296"/>
                  </a:lnTo>
                  <a:lnTo>
                    <a:pt x="1562239" y="2321109"/>
                  </a:lnTo>
                  <a:lnTo>
                    <a:pt x="1502615" y="2355816"/>
                  </a:lnTo>
                  <a:lnTo>
                    <a:pt x="1438096" y="2386919"/>
                  </a:lnTo>
                  <a:lnTo>
                    <a:pt x="1368012" y="2414857"/>
                  </a:lnTo>
                  <a:lnTo>
                    <a:pt x="1291950" y="2439992"/>
                  </a:lnTo>
                  <a:lnTo>
                    <a:pt x="1209916" y="2462591"/>
                  </a:lnTo>
                  <a:lnTo>
                    <a:pt x="1122519" y="2482825"/>
                  </a:lnTo>
                  <a:lnTo>
                    <a:pt x="1031162" y="2500771"/>
                  </a:lnTo>
                  <a:lnTo>
                    <a:pt x="938183" y="2516430"/>
                  </a:lnTo>
                  <a:lnTo>
                    <a:pt x="846851" y="2529755"/>
                  </a:lnTo>
                  <a:lnTo>
                    <a:pt x="761138" y="2540694"/>
                  </a:lnTo>
                  <a:lnTo>
                    <a:pt x="685204" y="2549247"/>
                  </a:lnTo>
                  <a:lnTo>
                    <a:pt x="622664" y="2555512"/>
                  </a:lnTo>
                  <a:lnTo>
                    <a:pt x="575806" y="2559713"/>
                  </a:lnTo>
                  <a:lnTo>
                    <a:pt x="545013" y="2562195"/>
                  </a:lnTo>
                  <a:lnTo>
                    <a:pt x="528553" y="2563394"/>
                  </a:lnTo>
                  <a:lnTo>
                    <a:pt x="522718" y="2563780"/>
                  </a:lnTo>
                  <a:lnTo>
                    <a:pt x="522133" y="2563815"/>
                  </a:lnTo>
                  <a:lnTo>
                    <a:pt x="0" y="2563815"/>
                  </a:lnTo>
                  <a:lnTo>
                    <a:pt x="0" y="2563815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787" name="pg1787"/>
            <p:cNvSpPr/>
            <p:nvPr/>
          </p:nvSpPr>
          <p:spPr>
            <a:xfrm>
              <a:off x="386606" y="2586043"/>
              <a:ext cx="8554953" cy="2981706"/>
            </a:xfrm>
            <a:custGeom>
              <a:avLst/>
              <a:pathLst>
                <a:path w="8554953" h="2981706">
                  <a:moveTo>
                    <a:pt x="0" y="2981706"/>
                  </a:moveTo>
                  <a:lnTo>
                    <a:pt x="522133" y="2981706"/>
                  </a:lnTo>
                  <a:lnTo>
                    <a:pt x="523322" y="2981640"/>
                  </a:lnTo>
                  <a:lnTo>
                    <a:pt x="531107" y="2981172"/>
                  </a:lnTo>
                  <a:lnTo>
                    <a:pt x="550614" y="2979876"/>
                  </a:lnTo>
                  <a:lnTo>
                    <a:pt x="585186" y="2977329"/>
                  </a:lnTo>
                  <a:lnTo>
                    <a:pt x="636096" y="2973153"/>
                  </a:lnTo>
                  <a:lnTo>
                    <a:pt x="702469" y="2967057"/>
                  </a:lnTo>
                  <a:lnTo>
                    <a:pt x="781590" y="2958865"/>
                  </a:lnTo>
                  <a:lnTo>
                    <a:pt x="869577" y="2948516"/>
                  </a:lnTo>
                  <a:lnTo>
                    <a:pt x="962186" y="2936025"/>
                  </a:lnTo>
                  <a:lnTo>
                    <a:pt x="1055525" y="2921441"/>
                  </a:lnTo>
                  <a:lnTo>
                    <a:pt x="1146507" y="2904801"/>
                  </a:lnTo>
                  <a:lnTo>
                    <a:pt x="1233016" y="2886086"/>
                  </a:lnTo>
                  <a:lnTo>
                    <a:pt x="1313863" y="2865204"/>
                  </a:lnTo>
                  <a:lnTo>
                    <a:pt x="1388618" y="2841977"/>
                  </a:lnTo>
                  <a:lnTo>
                    <a:pt x="1457415" y="2816137"/>
                  </a:lnTo>
                  <a:lnTo>
                    <a:pt x="1520762" y="2787335"/>
                  </a:lnTo>
                  <a:lnTo>
                    <a:pt x="1579394" y="2755151"/>
                  </a:lnTo>
                  <a:lnTo>
                    <a:pt x="1634164" y="2719125"/>
                  </a:lnTo>
                  <a:lnTo>
                    <a:pt x="1685952" y="2678797"/>
                  </a:lnTo>
                  <a:lnTo>
                    <a:pt x="1735599" y="2633794"/>
                  </a:lnTo>
                  <a:lnTo>
                    <a:pt x="1768425" y="2600522"/>
                  </a:lnTo>
                  <a:lnTo>
                    <a:pt x="1808710" y="2555952"/>
                  </a:lnTo>
                  <a:lnTo>
                    <a:pt x="1848609" y="2507862"/>
                  </a:lnTo>
                  <a:lnTo>
                    <a:pt x="1888397" y="2456180"/>
                  </a:lnTo>
                  <a:lnTo>
                    <a:pt x="1928281" y="2400904"/>
                  </a:lnTo>
                  <a:lnTo>
                    <a:pt x="1968412" y="2342108"/>
                  </a:lnTo>
                  <a:lnTo>
                    <a:pt x="2008893" y="2279947"/>
                  </a:lnTo>
                  <a:lnTo>
                    <a:pt x="2049775" y="2214662"/>
                  </a:lnTo>
                  <a:lnTo>
                    <a:pt x="2091070" y="2146579"/>
                  </a:lnTo>
                  <a:lnTo>
                    <a:pt x="2132751" y="2076110"/>
                  </a:lnTo>
                  <a:lnTo>
                    <a:pt x="2174761" y="2003738"/>
                  </a:lnTo>
                  <a:lnTo>
                    <a:pt x="2217014" y="1930009"/>
                  </a:lnTo>
                  <a:lnTo>
                    <a:pt x="2259407" y="1855517"/>
                  </a:lnTo>
                  <a:lnTo>
                    <a:pt x="2301827" y="1780879"/>
                  </a:lnTo>
                  <a:lnTo>
                    <a:pt x="2344158" y="1706720"/>
                  </a:lnTo>
                  <a:lnTo>
                    <a:pt x="2386293" y="1633646"/>
                  </a:lnTo>
                  <a:lnTo>
                    <a:pt x="2428136" y="1562227"/>
                  </a:lnTo>
                  <a:lnTo>
                    <a:pt x="2469616" y="1492979"/>
                  </a:lnTo>
                  <a:lnTo>
                    <a:pt x="2510691" y="1426347"/>
                  </a:lnTo>
                  <a:lnTo>
                    <a:pt x="2551354" y="1362698"/>
                  </a:lnTo>
                  <a:lnTo>
                    <a:pt x="2591639" y="1302312"/>
                  </a:lnTo>
                  <a:lnTo>
                    <a:pt x="2631622" y="1245386"/>
                  </a:lnTo>
                  <a:lnTo>
                    <a:pt x="2671432" y="1192029"/>
                  </a:lnTo>
                  <a:lnTo>
                    <a:pt x="2711250" y="1142273"/>
                  </a:lnTo>
                  <a:lnTo>
                    <a:pt x="2751317" y="1096079"/>
                  </a:lnTo>
                  <a:lnTo>
                    <a:pt x="2770117" y="1075786"/>
                  </a:lnTo>
                  <a:lnTo>
                    <a:pt x="2818736" y="1027504"/>
                  </a:lnTo>
                  <a:lnTo>
                    <a:pt x="2868986" y="984036"/>
                  </a:lnTo>
                  <a:lnTo>
                    <a:pt x="2921638" y="945140"/>
                  </a:lnTo>
                  <a:lnTo>
                    <a:pt x="2977555" y="910401"/>
                  </a:lnTo>
                  <a:lnTo>
                    <a:pt x="3037615" y="879355"/>
                  </a:lnTo>
                  <a:lnTo>
                    <a:pt x="3102644" y="851549"/>
                  </a:lnTo>
                  <a:lnTo>
                    <a:pt x="3173318" y="826584"/>
                  </a:lnTo>
                  <a:lnTo>
                    <a:pt x="3250042" y="804137"/>
                  </a:lnTo>
                  <a:lnTo>
                    <a:pt x="3332791" y="783968"/>
                  </a:lnTo>
                  <a:lnTo>
                    <a:pt x="3420911" y="765927"/>
                  </a:lnTo>
                  <a:lnTo>
                    <a:pt x="3512930" y="749947"/>
                  </a:lnTo>
                  <a:lnTo>
                    <a:pt x="3606416" y="736032"/>
                  </a:lnTo>
                  <a:lnTo>
                    <a:pt x="3697991" y="724225"/>
                  </a:lnTo>
                  <a:lnTo>
                    <a:pt x="3783586" y="714571"/>
                  </a:lnTo>
                  <a:lnTo>
                    <a:pt x="3858988" y="707066"/>
                  </a:lnTo>
                  <a:lnTo>
                    <a:pt x="3920602" y="701613"/>
                  </a:lnTo>
                  <a:lnTo>
                    <a:pt x="3966249" y="697998"/>
                  </a:lnTo>
                  <a:lnTo>
                    <a:pt x="3995729" y="695898"/>
                  </a:lnTo>
                  <a:lnTo>
                    <a:pt x="4011007" y="694915"/>
                  </a:lnTo>
                  <a:lnTo>
                    <a:pt x="4016031" y="694622"/>
                  </a:lnTo>
                  <a:lnTo>
                    <a:pt x="4016409" y="694602"/>
                  </a:lnTo>
                  <a:lnTo>
                    <a:pt x="4538543" y="694602"/>
                  </a:lnTo>
                  <a:lnTo>
                    <a:pt x="4539805" y="694581"/>
                  </a:lnTo>
                  <a:lnTo>
                    <a:pt x="4548056" y="694430"/>
                  </a:lnTo>
                  <a:lnTo>
                    <a:pt x="4568687" y="694015"/>
                  </a:lnTo>
                  <a:lnTo>
                    <a:pt x="4605145" y="693200"/>
                  </a:lnTo>
                  <a:lnTo>
                    <a:pt x="4658616" y="691865"/>
                  </a:lnTo>
                  <a:lnTo>
                    <a:pt x="4727971" y="689921"/>
                  </a:lnTo>
                  <a:lnTo>
                    <a:pt x="4810150" y="687315"/>
                  </a:lnTo>
                  <a:lnTo>
                    <a:pt x="4900932" y="684032"/>
                  </a:lnTo>
                  <a:lnTo>
                    <a:pt x="4995824" y="680079"/>
                  </a:lnTo>
                  <a:lnTo>
                    <a:pt x="5090816" y="675473"/>
                  </a:lnTo>
                  <a:lnTo>
                    <a:pt x="5182823" y="670222"/>
                  </a:lnTo>
                  <a:lnTo>
                    <a:pt x="5269818" y="664316"/>
                  </a:lnTo>
                  <a:lnTo>
                    <a:pt x="5350743" y="657719"/>
                  </a:lnTo>
                  <a:lnTo>
                    <a:pt x="5425316" y="650366"/>
                  </a:lnTo>
                  <a:lnTo>
                    <a:pt x="5493805" y="642165"/>
                  </a:lnTo>
                  <a:lnTo>
                    <a:pt x="5556835" y="632997"/>
                  </a:lnTo>
                  <a:lnTo>
                    <a:pt x="5615237" y="622721"/>
                  </a:lnTo>
                  <a:lnTo>
                    <a:pt x="5669937" y="611189"/>
                  </a:lnTo>
                  <a:lnTo>
                    <a:pt x="5721863" y="598259"/>
                  </a:lnTo>
                  <a:lnTo>
                    <a:pt x="5771871" y="583834"/>
                  </a:lnTo>
                  <a:lnTo>
                    <a:pt x="5784835" y="579776"/>
                  </a:lnTo>
                  <a:lnTo>
                    <a:pt x="5836584" y="562307"/>
                  </a:lnTo>
                  <a:lnTo>
                    <a:pt x="5887830" y="543070"/>
                  </a:lnTo>
                  <a:lnTo>
                    <a:pt x="5939095" y="522040"/>
                  </a:lnTo>
                  <a:lnTo>
                    <a:pt x="5990736" y="499248"/>
                  </a:lnTo>
                  <a:lnTo>
                    <a:pt x="6042968" y="474796"/>
                  </a:lnTo>
                  <a:lnTo>
                    <a:pt x="6095877" y="448853"/>
                  </a:lnTo>
                  <a:lnTo>
                    <a:pt x="6149441" y="421661"/>
                  </a:lnTo>
                  <a:lnTo>
                    <a:pt x="6203545" y="393523"/>
                  </a:lnTo>
                  <a:lnTo>
                    <a:pt x="6258002" y="364795"/>
                  </a:lnTo>
                  <a:lnTo>
                    <a:pt x="6312584" y="335864"/>
                  </a:lnTo>
                  <a:lnTo>
                    <a:pt x="6367045" y="307130"/>
                  </a:lnTo>
                  <a:lnTo>
                    <a:pt x="6421155" y="278981"/>
                  </a:lnTo>
                  <a:lnTo>
                    <a:pt x="6474728" y="251774"/>
                  </a:lnTo>
                  <a:lnTo>
                    <a:pt x="6527647" y="225811"/>
                  </a:lnTo>
                  <a:lnTo>
                    <a:pt x="6579888" y="201336"/>
                  </a:lnTo>
                  <a:lnTo>
                    <a:pt x="6631537" y="178520"/>
                  </a:lnTo>
                  <a:lnTo>
                    <a:pt x="6682805" y="157464"/>
                  </a:lnTo>
                  <a:lnTo>
                    <a:pt x="6734048" y="138202"/>
                  </a:lnTo>
                  <a:lnTo>
                    <a:pt x="6785785" y="120709"/>
                  </a:lnTo>
                  <a:lnTo>
                    <a:pt x="6786527" y="120472"/>
                  </a:lnTo>
                  <a:lnTo>
                    <a:pt x="6836154" y="105646"/>
                  </a:lnTo>
                  <a:lnTo>
                    <a:pt x="6887496" y="92329"/>
                  </a:lnTo>
                  <a:lnTo>
                    <a:pt x="6941376" y="80441"/>
                  </a:lnTo>
                  <a:lnTo>
                    <a:pt x="6998710" y="69848"/>
                  </a:lnTo>
                  <a:lnTo>
                    <a:pt x="7060433" y="60402"/>
                  </a:lnTo>
                  <a:lnTo>
                    <a:pt x="7127410" y="51958"/>
                  </a:lnTo>
                  <a:lnTo>
                    <a:pt x="7200335" y="44392"/>
                  </a:lnTo>
                  <a:lnTo>
                    <a:pt x="7279586" y="37603"/>
                  </a:lnTo>
                  <a:lnTo>
                    <a:pt x="7365047" y="31519"/>
                  </a:lnTo>
                  <a:lnTo>
                    <a:pt x="7455886" y="26098"/>
                  </a:lnTo>
                  <a:lnTo>
                    <a:pt x="7550348" y="21321"/>
                  </a:lnTo>
                  <a:lnTo>
                    <a:pt x="7645623" y="17195"/>
                  </a:lnTo>
                  <a:lnTo>
                    <a:pt x="7737916" y="13734"/>
                  </a:lnTo>
                  <a:lnTo>
                    <a:pt x="7822801" y="10950"/>
                  </a:lnTo>
                  <a:lnTo>
                    <a:pt x="7895899" y="8834"/>
                  </a:lnTo>
                  <a:lnTo>
                    <a:pt x="7953759" y="7346"/>
                  </a:lnTo>
                  <a:lnTo>
                    <a:pt x="7994686" y="6404"/>
                  </a:lnTo>
                  <a:lnTo>
                    <a:pt x="8019245" y="5896"/>
                  </a:lnTo>
                  <a:lnTo>
                    <a:pt x="8030311" y="5689"/>
                  </a:lnTo>
                  <a:lnTo>
                    <a:pt x="8032819" y="5647"/>
                  </a:lnTo>
                  <a:lnTo>
                    <a:pt x="8554953" y="5647"/>
                  </a:lnTo>
                  <a:lnTo>
                    <a:pt x="8554953" y="0"/>
                  </a:lnTo>
                  <a:lnTo>
                    <a:pt x="8032819" y="0"/>
                  </a:lnTo>
                  <a:lnTo>
                    <a:pt x="8031557" y="21"/>
                  </a:lnTo>
                  <a:lnTo>
                    <a:pt x="8023306" y="171"/>
                  </a:lnTo>
                  <a:lnTo>
                    <a:pt x="8002675" y="586"/>
                  </a:lnTo>
                  <a:lnTo>
                    <a:pt x="7966217" y="1401"/>
                  </a:lnTo>
                  <a:lnTo>
                    <a:pt x="7912746" y="2736"/>
                  </a:lnTo>
                  <a:lnTo>
                    <a:pt x="7843391" y="4680"/>
                  </a:lnTo>
                  <a:lnTo>
                    <a:pt x="7761212" y="7286"/>
                  </a:lnTo>
                  <a:lnTo>
                    <a:pt x="7670430" y="10569"/>
                  </a:lnTo>
                  <a:lnTo>
                    <a:pt x="7575538" y="14522"/>
                  </a:lnTo>
                  <a:lnTo>
                    <a:pt x="7480546" y="19128"/>
                  </a:lnTo>
                  <a:lnTo>
                    <a:pt x="7388539" y="24379"/>
                  </a:lnTo>
                  <a:lnTo>
                    <a:pt x="7301544" y="30285"/>
                  </a:lnTo>
                  <a:lnTo>
                    <a:pt x="7220618" y="36882"/>
                  </a:lnTo>
                  <a:lnTo>
                    <a:pt x="7146046" y="44235"/>
                  </a:lnTo>
                  <a:lnTo>
                    <a:pt x="7077557" y="52436"/>
                  </a:lnTo>
                  <a:lnTo>
                    <a:pt x="7014527" y="61604"/>
                  </a:lnTo>
                  <a:lnTo>
                    <a:pt x="6956124" y="71880"/>
                  </a:lnTo>
                  <a:lnTo>
                    <a:pt x="6901425" y="83412"/>
                  </a:lnTo>
                  <a:lnTo>
                    <a:pt x="6849499" y="96342"/>
                  </a:lnTo>
                  <a:lnTo>
                    <a:pt x="6799491" y="110767"/>
                  </a:lnTo>
                  <a:lnTo>
                    <a:pt x="6786527" y="114825"/>
                  </a:lnTo>
                  <a:lnTo>
                    <a:pt x="6734778" y="132294"/>
                  </a:lnTo>
                  <a:lnTo>
                    <a:pt x="6683532" y="151531"/>
                  </a:lnTo>
                  <a:lnTo>
                    <a:pt x="6632267" y="172561"/>
                  </a:lnTo>
                  <a:lnTo>
                    <a:pt x="6580626" y="195353"/>
                  </a:lnTo>
                  <a:lnTo>
                    <a:pt x="6528394" y="219805"/>
                  </a:lnTo>
                  <a:lnTo>
                    <a:pt x="6475485" y="245748"/>
                  </a:lnTo>
                  <a:lnTo>
                    <a:pt x="6421921" y="272940"/>
                  </a:lnTo>
                  <a:lnTo>
                    <a:pt x="6367817" y="301078"/>
                  </a:lnTo>
                  <a:lnTo>
                    <a:pt x="6313360" y="329806"/>
                  </a:lnTo>
                  <a:lnTo>
                    <a:pt x="6258778" y="358737"/>
                  </a:lnTo>
                  <a:lnTo>
                    <a:pt x="6204317" y="387471"/>
                  </a:lnTo>
                  <a:lnTo>
                    <a:pt x="6150207" y="415620"/>
                  </a:lnTo>
                  <a:lnTo>
                    <a:pt x="6096634" y="442828"/>
                  </a:lnTo>
                  <a:lnTo>
                    <a:pt x="6043715" y="468790"/>
                  </a:lnTo>
                  <a:lnTo>
                    <a:pt x="5991474" y="493265"/>
                  </a:lnTo>
                  <a:lnTo>
                    <a:pt x="5939825" y="516081"/>
                  </a:lnTo>
                  <a:lnTo>
                    <a:pt x="5888557" y="537137"/>
                  </a:lnTo>
                  <a:lnTo>
                    <a:pt x="5837314" y="556399"/>
                  </a:lnTo>
                  <a:lnTo>
                    <a:pt x="5785577" y="573892"/>
                  </a:lnTo>
                  <a:lnTo>
                    <a:pt x="5784835" y="574129"/>
                  </a:lnTo>
                  <a:lnTo>
                    <a:pt x="5735207" y="588955"/>
                  </a:lnTo>
                  <a:lnTo>
                    <a:pt x="5683866" y="602272"/>
                  </a:lnTo>
                  <a:lnTo>
                    <a:pt x="5629986" y="614160"/>
                  </a:lnTo>
                  <a:lnTo>
                    <a:pt x="5572652" y="624753"/>
                  </a:lnTo>
                  <a:lnTo>
                    <a:pt x="5510929" y="634199"/>
                  </a:lnTo>
                  <a:lnTo>
                    <a:pt x="5443952" y="642643"/>
                  </a:lnTo>
                  <a:lnTo>
                    <a:pt x="5371027" y="650209"/>
                  </a:lnTo>
                  <a:lnTo>
                    <a:pt x="5291776" y="656998"/>
                  </a:lnTo>
                  <a:lnTo>
                    <a:pt x="5206315" y="663082"/>
                  </a:lnTo>
                  <a:lnTo>
                    <a:pt x="5115476" y="668503"/>
                  </a:lnTo>
                  <a:lnTo>
                    <a:pt x="5021014" y="673280"/>
                  </a:lnTo>
                  <a:lnTo>
                    <a:pt x="4925739" y="677406"/>
                  </a:lnTo>
                  <a:lnTo>
                    <a:pt x="4833446" y="680867"/>
                  </a:lnTo>
                  <a:lnTo>
                    <a:pt x="4748561" y="683652"/>
                  </a:lnTo>
                  <a:lnTo>
                    <a:pt x="4675463" y="685767"/>
                  </a:lnTo>
                  <a:lnTo>
                    <a:pt x="4617603" y="687256"/>
                  </a:lnTo>
                  <a:lnTo>
                    <a:pt x="4576676" y="688197"/>
                  </a:lnTo>
                  <a:lnTo>
                    <a:pt x="4552117" y="688705"/>
                  </a:lnTo>
                  <a:lnTo>
                    <a:pt x="4541051" y="688912"/>
                  </a:lnTo>
                  <a:lnTo>
                    <a:pt x="4538543" y="688954"/>
                  </a:lnTo>
                  <a:lnTo>
                    <a:pt x="4016409" y="688954"/>
                  </a:lnTo>
                  <a:lnTo>
                    <a:pt x="4015220" y="689020"/>
                  </a:lnTo>
                  <a:lnTo>
                    <a:pt x="4007435" y="689489"/>
                  </a:lnTo>
                  <a:lnTo>
                    <a:pt x="3987928" y="690785"/>
                  </a:lnTo>
                  <a:lnTo>
                    <a:pt x="3953356" y="693331"/>
                  </a:lnTo>
                  <a:lnTo>
                    <a:pt x="3902446" y="697507"/>
                  </a:lnTo>
                  <a:lnTo>
                    <a:pt x="3836073" y="703604"/>
                  </a:lnTo>
                  <a:lnTo>
                    <a:pt x="3756952" y="711795"/>
                  </a:lnTo>
                  <a:lnTo>
                    <a:pt x="3668965" y="722144"/>
                  </a:lnTo>
                  <a:lnTo>
                    <a:pt x="3576357" y="734636"/>
                  </a:lnTo>
                  <a:lnTo>
                    <a:pt x="3483017" y="749219"/>
                  </a:lnTo>
                  <a:lnTo>
                    <a:pt x="3392035" y="765860"/>
                  </a:lnTo>
                  <a:lnTo>
                    <a:pt x="3305526" y="784574"/>
                  </a:lnTo>
                  <a:lnTo>
                    <a:pt x="3224679" y="805456"/>
                  </a:lnTo>
                  <a:lnTo>
                    <a:pt x="3149924" y="828683"/>
                  </a:lnTo>
                  <a:lnTo>
                    <a:pt x="3081127" y="854523"/>
                  </a:lnTo>
                  <a:lnTo>
                    <a:pt x="3017780" y="883326"/>
                  </a:lnTo>
                  <a:lnTo>
                    <a:pt x="2959148" y="915509"/>
                  </a:lnTo>
                  <a:lnTo>
                    <a:pt x="2904379" y="951535"/>
                  </a:lnTo>
                  <a:lnTo>
                    <a:pt x="2852591" y="991863"/>
                  </a:lnTo>
                  <a:lnTo>
                    <a:pt x="2802943" y="1036866"/>
                  </a:lnTo>
                  <a:lnTo>
                    <a:pt x="2770117" y="1070138"/>
                  </a:lnTo>
                  <a:lnTo>
                    <a:pt x="2729832" y="1114708"/>
                  </a:lnTo>
                  <a:lnTo>
                    <a:pt x="2689933" y="1162798"/>
                  </a:lnTo>
                  <a:lnTo>
                    <a:pt x="2650146" y="1214480"/>
                  </a:lnTo>
                  <a:lnTo>
                    <a:pt x="2610262" y="1269756"/>
                  </a:lnTo>
                  <a:lnTo>
                    <a:pt x="2570130" y="1328552"/>
                  </a:lnTo>
                  <a:lnTo>
                    <a:pt x="2529649" y="1390713"/>
                  </a:lnTo>
                  <a:lnTo>
                    <a:pt x="2488767" y="1455998"/>
                  </a:lnTo>
                  <a:lnTo>
                    <a:pt x="2447472" y="1524081"/>
                  </a:lnTo>
                  <a:lnTo>
                    <a:pt x="2405791" y="1594550"/>
                  </a:lnTo>
                  <a:lnTo>
                    <a:pt x="2363781" y="1666923"/>
                  </a:lnTo>
                  <a:lnTo>
                    <a:pt x="2321529" y="1740651"/>
                  </a:lnTo>
                  <a:lnTo>
                    <a:pt x="2279136" y="1815143"/>
                  </a:lnTo>
                  <a:lnTo>
                    <a:pt x="2236715" y="1889781"/>
                  </a:lnTo>
                  <a:lnTo>
                    <a:pt x="2194384" y="1963941"/>
                  </a:lnTo>
                  <a:lnTo>
                    <a:pt x="2152249" y="2037015"/>
                  </a:lnTo>
                  <a:lnTo>
                    <a:pt x="2110406" y="2108433"/>
                  </a:lnTo>
                  <a:lnTo>
                    <a:pt x="2068926" y="2177681"/>
                  </a:lnTo>
                  <a:lnTo>
                    <a:pt x="2027851" y="2244313"/>
                  </a:lnTo>
                  <a:lnTo>
                    <a:pt x="1987188" y="2307963"/>
                  </a:lnTo>
                  <a:lnTo>
                    <a:pt x="1946904" y="2368348"/>
                  </a:lnTo>
                  <a:lnTo>
                    <a:pt x="1906920" y="2425274"/>
                  </a:lnTo>
                  <a:lnTo>
                    <a:pt x="1867110" y="2478631"/>
                  </a:lnTo>
                  <a:lnTo>
                    <a:pt x="1827293" y="2528387"/>
                  </a:lnTo>
                  <a:lnTo>
                    <a:pt x="1787225" y="2574581"/>
                  </a:lnTo>
                  <a:lnTo>
                    <a:pt x="1768425" y="2594875"/>
                  </a:lnTo>
                  <a:lnTo>
                    <a:pt x="1719806" y="2643157"/>
                  </a:lnTo>
                  <a:lnTo>
                    <a:pt x="1669556" y="2686624"/>
                  </a:lnTo>
                  <a:lnTo>
                    <a:pt x="1616904" y="2725521"/>
                  </a:lnTo>
                  <a:lnTo>
                    <a:pt x="1560987" y="2760259"/>
                  </a:lnTo>
                  <a:lnTo>
                    <a:pt x="1500927" y="2791305"/>
                  </a:lnTo>
                  <a:lnTo>
                    <a:pt x="1435898" y="2819111"/>
                  </a:lnTo>
                  <a:lnTo>
                    <a:pt x="1365224" y="2844076"/>
                  </a:lnTo>
                  <a:lnTo>
                    <a:pt x="1288500" y="2866523"/>
                  </a:lnTo>
                  <a:lnTo>
                    <a:pt x="1205751" y="2886692"/>
                  </a:lnTo>
                  <a:lnTo>
                    <a:pt x="1117631" y="2904733"/>
                  </a:lnTo>
                  <a:lnTo>
                    <a:pt x="1025612" y="2920713"/>
                  </a:lnTo>
                  <a:lnTo>
                    <a:pt x="932126" y="2934629"/>
                  </a:lnTo>
                  <a:lnTo>
                    <a:pt x="840552" y="2946435"/>
                  </a:lnTo>
                  <a:lnTo>
                    <a:pt x="754956" y="2956089"/>
                  </a:lnTo>
                  <a:lnTo>
                    <a:pt x="679554" y="2963594"/>
                  </a:lnTo>
                  <a:lnTo>
                    <a:pt x="617940" y="2969048"/>
                  </a:lnTo>
                  <a:lnTo>
                    <a:pt x="572293" y="2972663"/>
                  </a:lnTo>
                  <a:lnTo>
                    <a:pt x="542813" y="2974762"/>
                  </a:lnTo>
                  <a:lnTo>
                    <a:pt x="527536" y="2975745"/>
                  </a:lnTo>
                  <a:lnTo>
                    <a:pt x="522511" y="2976038"/>
                  </a:lnTo>
                  <a:lnTo>
                    <a:pt x="522133" y="2976059"/>
                  </a:lnTo>
                  <a:lnTo>
                    <a:pt x="0" y="2976059"/>
                  </a:lnTo>
                  <a:close/>
                </a:path>
              </a:pathLst>
            </a:custGeom>
            <a:solidFill>
              <a:srgbClr val="6FA8DC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1788" name="pl1788"/>
            <p:cNvSpPr/>
            <p:nvPr/>
          </p:nvSpPr>
          <p:spPr>
            <a:xfrm>
              <a:off x="386606" y="2591690"/>
              <a:ext cx="8554953" cy="2976059"/>
            </a:xfrm>
            <a:custGeom>
              <a:avLst/>
              <a:pathLst>
                <a:path w="8554953" h="2976059">
                  <a:moveTo>
                    <a:pt x="0" y="2976059"/>
                  </a:moveTo>
                  <a:lnTo>
                    <a:pt x="522133" y="2976059"/>
                  </a:lnTo>
                  <a:lnTo>
                    <a:pt x="523322" y="2975993"/>
                  </a:lnTo>
                  <a:lnTo>
                    <a:pt x="531107" y="2975524"/>
                  </a:lnTo>
                  <a:lnTo>
                    <a:pt x="550614" y="2974228"/>
                  </a:lnTo>
                  <a:lnTo>
                    <a:pt x="585186" y="2971682"/>
                  </a:lnTo>
                  <a:lnTo>
                    <a:pt x="636096" y="2967506"/>
                  </a:lnTo>
                  <a:lnTo>
                    <a:pt x="702469" y="2961409"/>
                  </a:lnTo>
                  <a:lnTo>
                    <a:pt x="781590" y="2953218"/>
                  </a:lnTo>
                  <a:lnTo>
                    <a:pt x="869577" y="2942869"/>
                  </a:lnTo>
                  <a:lnTo>
                    <a:pt x="962186" y="2930377"/>
                  </a:lnTo>
                  <a:lnTo>
                    <a:pt x="1055525" y="2915794"/>
                  </a:lnTo>
                  <a:lnTo>
                    <a:pt x="1146507" y="2899154"/>
                  </a:lnTo>
                  <a:lnTo>
                    <a:pt x="1233016" y="2880439"/>
                  </a:lnTo>
                  <a:lnTo>
                    <a:pt x="1313863" y="2859557"/>
                  </a:lnTo>
                  <a:lnTo>
                    <a:pt x="1388618" y="2836330"/>
                  </a:lnTo>
                  <a:lnTo>
                    <a:pt x="1457415" y="2810490"/>
                  </a:lnTo>
                  <a:lnTo>
                    <a:pt x="1520762" y="2781687"/>
                  </a:lnTo>
                  <a:lnTo>
                    <a:pt x="1579394" y="2749504"/>
                  </a:lnTo>
                  <a:lnTo>
                    <a:pt x="1634164" y="2713478"/>
                  </a:lnTo>
                  <a:lnTo>
                    <a:pt x="1685952" y="2673150"/>
                  </a:lnTo>
                  <a:lnTo>
                    <a:pt x="1735599" y="2628147"/>
                  </a:lnTo>
                  <a:lnTo>
                    <a:pt x="1768425" y="2594875"/>
                  </a:lnTo>
                  <a:lnTo>
                    <a:pt x="1808710" y="2550305"/>
                  </a:lnTo>
                  <a:lnTo>
                    <a:pt x="1848609" y="2502215"/>
                  </a:lnTo>
                  <a:lnTo>
                    <a:pt x="1888397" y="2450533"/>
                  </a:lnTo>
                  <a:lnTo>
                    <a:pt x="1928281" y="2395257"/>
                  </a:lnTo>
                  <a:lnTo>
                    <a:pt x="1968412" y="2336461"/>
                  </a:lnTo>
                  <a:lnTo>
                    <a:pt x="2008893" y="2274300"/>
                  </a:lnTo>
                  <a:lnTo>
                    <a:pt x="2049775" y="2209015"/>
                  </a:lnTo>
                  <a:lnTo>
                    <a:pt x="2091070" y="2140932"/>
                  </a:lnTo>
                  <a:lnTo>
                    <a:pt x="2132751" y="2070463"/>
                  </a:lnTo>
                  <a:lnTo>
                    <a:pt x="2174761" y="1998090"/>
                  </a:lnTo>
                  <a:lnTo>
                    <a:pt x="2217014" y="1924362"/>
                  </a:lnTo>
                  <a:lnTo>
                    <a:pt x="2259407" y="1849870"/>
                  </a:lnTo>
                  <a:lnTo>
                    <a:pt x="2301827" y="1775232"/>
                  </a:lnTo>
                  <a:lnTo>
                    <a:pt x="2344158" y="1701073"/>
                  </a:lnTo>
                  <a:lnTo>
                    <a:pt x="2386293" y="1627998"/>
                  </a:lnTo>
                  <a:lnTo>
                    <a:pt x="2428136" y="1556580"/>
                  </a:lnTo>
                  <a:lnTo>
                    <a:pt x="2469616" y="1487332"/>
                  </a:lnTo>
                  <a:lnTo>
                    <a:pt x="2510691" y="1420700"/>
                  </a:lnTo>
                  <a:lnTo>
                    <a:pt x="2551354" y="1357050"/>
                  </a:lnTo>
                  <a:lnTo>
                    <a:pt x="2591639" y="1296665"/>
                  </a:lnTo>
                  <a:lnTo>
                    <a:pt x="2631622" y="1239739"/>
                  </a:lnTo>
                  <a:lnTo>
                    <a:pt x="2671432" y="1186382"/>
                  </a:lnTo>
                  <a:lnTo>
                    <a:pt x="2711250" y="1136626"/>
                  </a:lnTo>
                  <a:lnTo>
                    <a:pt x="2751317" y="1090432"/>
                  </a:lnTo>
                  <a:lnTo>
                    <a:pt x="2770117" y="1070138"/>
                  </a:lnTo>
                  <a:lnTo>
                    <a:pt x="2818736" y="1021856"/>
                  </a:lnTo>
                  <a:lnTo>
                    <a:pt x="2868986" y="978389"/>
                  </a:lnTo>
                  <a:lnTo>
                    <a:pt x="2921638" y="939492"/>
                  </a:lnTo>
                  <a:lnTo>
                    <a:pt x="2977555" y="904754"/>
                  </a:lnTo>
                  <a:lnTo>
                    <a:pt x="3037615" y="873708"/>
                  </a:lnTo>
                  <a:lnTo>
                    <a:pt x="3102644" y="845902"/>
                  </a:lnTo>
                  <a:lnTo>
                    <a:pt x="3173318" y="820937"/>
                  </a:lnTo>
                  <a:lnTo>
                    <a:pt x="3250042" y="798490"/>
                  </a:lnTo>
                  <a:lnTo>
                    <a:pt x="3332791" y="778321"/>
                  </a:lnTo>
                  <a:lnTo>
                    <a:pt x="3420911" y="760280"/>
                  </a:lnTo>
                  <a:lnTo>
                    <a:pt x="3512930" y="744300"/>
                  </a:lnTo>
                  <a:lnTo>
                    <a:pt x="3606416" y="730385"/>
                  </a:lnTo>
                  <a:lnTo>
                    <a:pt x="3697991" y="718578"/>
                  </a:lnTo>
                  <a:lnTo>
                    <a:pt x="3783586" y="708924"/>
                  </a:lnTo>
                  <a:lnTo>
                    <a:pt x="3858988" y="701419"/>
                  </a:lnTo>
                  <a:lnTo>
                    <a:pt x="3920602" y="695965"/>
                  </a:lnTo>
                  <a:lnTo>
                    <a:pt x="3966249" y="692350"/>
                  </a:lnTo>
                  <a:lnTo>
                    <a:pt x="3995729" y="690251"/>
                  </a:lnTo>
                  <a:lnTo>
                    <a:pt x="4011007" y="689268"/>
                  </a:lnTo>
                  <a:lnTo>
                    <a:pt x="4016031" y="688975"/>
                  </a:lnTo>
                  <a:lnTo>
                    <a:pt x="4016409" y="688954"/>
                  </a:lnTo>
                  <a:lnTo>
                    <a:pt x="4538543" y="688954"/>
                  </a:lnTo>
                  <a:lnTo>
                    <a:pt x="4539805" y="688933"/>
                  </a:lnTo>
                  <a:lnTo>
                    <a:pt x="4548056" y="688783"/>
                  </a:lnTo>
                  <a:lnTo>
                    <a:pt x="4568687" y="688368"/>
                  </a:lnTo>
                  <a:lnTo>
                    <a:pt x="4605145" y="687553"/>
                  </a:lnTo>
                  <a:lnTo>
                    <a:pt x="4658616" y="686218"/>
                  </a:lnTo>
                  <a:lnTo>
                    <a:pt x="4727971" y="684273"/>
                  </a:lnTo>
                  <a:lnTo>
                    <a:pt x="4810150" y="681668"/>
                  </a:lnTo>
                  <a:lnTo>
                    <a:pt x="4900932" y="678385"/>
                  </a:lnTo>
                  <a:lnTo>
                    <a:pt x="4995824" y="674432"/>
                  </a:lnTo>
                  <a:lnTo>
                    <a:pt x="5090816" y="669826"/>
                  </a:lnTo>
                  <a:lnTo>
                    <a:pt x="5182823" y="664575"/>
                  </a:lnTo>
                  <a:lnTo>
                    <a:pt x="5269818" y="658669"/>
                  </a:lnTo>
                  <a:lnTo>
                    <a:pt x="5350743" y="652072"/>
                  </a:lnTo>
                  <a:lnTo>
                    <a:pt x="5425316" y="644719"/>
                  </a:lnTo>
                  <a:lnTo>
                    <a:pt x="5493805" y="636518"/>
                  </a:lnTo>
                  <a:lnTo>
                    <a:pt x="5556835" y="627350"/>
                  </a:lnTo>
                  <a:lnTo>
                    <a:pt x="5615237" y="617074"/>
                  </a:lnTo>
                  <a:lnTo>
                    <a:pt x="5669937" y="605542"/>
                  </a:lnTo>
                  <a:lnTo>
                    <a:pt x="5721863" y="592612"/>
                  </a:lnTo>
                  <a:lnTo>
                    <a:pt x="5771871" y="578187"/>
                  </a:lnTo>
                  <a:lnTo>
                    <a:pt x="5784835" y="574129"/>
                  </a:lnTo>
                  <a:lnTo>
                    <a:pt x="5836584" y="556660"/>
                  </a:lnTo>
                  <a:lnTo>
                    <a:pt x="5887830" y="537423"/>
                  </a:lnTo>
                  <a:lnTo>
                    <a:pt x="5939095" y="516393"/>
                  </a:lnTo>
                  <a:lnTo>
                    <a:pt x="5990736" y="493601"/>
                  </a:lnTo>
                  <a:lnTo>
                    <a:pt x="6042968" y="469149"/>
                  </a:lnTo>
                  <a:lnTo>
                    <a:pt x="6095877" y="443206"/>
                  </a:lnTo>
                  <a:lnTo>
                    <a:pt x="6149441" y="416014"/>
                  </a:lnTo>
                  <a:lnTo>
                    <a:pt x="6203545" y="387876"/>
                  </a:lnTo>
                  <a:lnTo>
                    <a:pt x="6258002" y="359148"/>
                  </a:lnTo>
                  <a:lnTo>
                    <a:pt x="6312584" y="330217"/>
                  </a:lnTo>
                  <a:lnTo>
                    <a:pt x="6367045" y="301483"/>
                  </a:lnTo>
                  <a:lnTo>
                    <a:pt x="6421155" y="273334"/>
                  </a:lnTo>
                  <a:lnTo>
                    <a:pt x="6474728" y="246126"/>
                  </a:lnTo>
                  <a:lnTo>
                    <a:pt x="6527647" y="220164"/>
                  </a:lnTo>
                  <a:lnTo>
                    <a:pt x="6579888" y="195689"/>
                  </a:lnTo>
                  <a:lnTo>
                    <a:pt x="6631537" y="172873"/>
                  </a:lnTo>
                  <a:lnTo>
                    <a:pt x="6682805" y="151817"/>
                  </a:lnTo>
                  <a:lnTo>
                    <a:pt x="6734048" y="132555"/>
                  </a:lnTo>
                  <a:lnTo>
                    <a:pt x="6785785" y="115061"/>
                  </a:lnTo>
                  <a:lnTo>
                    <a:pt x="6786527" y="114825"/>
                  </a:lnTo>
                  <a:lnTo>
                    <a:pt x="6836154" y="99999"/>
                  </a:lnTo>
                  <a:lnTo>
                    <a:pt x="6887496" y="86682"/>
                  </a:lnTo>
                  <a:lnTo>
                    <a:pt x="6941376" y="74794"/>
                  </a:lnTo>
                  <a:lnTo>
                    <a:pt x="6998710" y="64201"/>
                  </a:lnTo>
                  <a:lnTo>
                    <a:pt x="7060433" y="54755"/>
                  </a:lnTo>
                  <a:lnTo>
                    <a:pt x="7127410" y="46311"/>
                  </a:lnTo>
                  <a:lnTo>
                    <a:pt x="7200335" y="38745"/>
                  </a:lnTo>
                  <a:lnTo>
                    <a:pt x="7279586" y="31956"/>
                  </a:lnTo>
                  <a:lnTo>
                    <a:pt x="7365047" y="25872"/>
                  </a:lnTo>
                  <a:lnTo>
                    <a:pt x="7455886" y="20450"/>
                  </a:lnTo>
                  <a:lnTo>
                    <a:pt x="7550348" y="15674"/>
                  </a:lnTo>
                  <a:lnTo>
                    <a:pt x="7645623" y="11547"/>
                  </a:lnTo>
                  <a:lnTo>
                    <a:pt x="7737916" y="8086"/>
                  </a:lnTo>
                  <a:lnTo>
                    <a:pt x="7822801" y="5302"/>
                  </a:lnTo>
                  <a:lnTo>
                    <a:pt x="7895899" y="3187"/>
                  </a:lnTo>
                  <a:lnTo>
                    <a:pt x="7953759" y="1698"/>
                  </a:lnTo>
                  <a:lnTo>
                    <a:pt x="7994686" y="757"/>
                  </a:lnTo>
                  <a:lnTo>
                    <a:pt x="8019245" y="249"/>
                  </a:lnTo>
                  <a:lnTo>
                    <a:pt x="8030311" y="42"/>
                  </a:lnTo>
                  <a:lnTo>
                    <a:pt x="8032795" y="0"/>
                  </a:lnTo>
                  <a:lnTo>
                    <a:pt x="8032819" y="0"/>
                  </a:lnTo>
                  <a:lnTo>
                    <a:pt x="8554953" y="0"/>
                  </a:lnTo>
                  <a:lnTo>
                    <a:pt x="8554953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789" name="pl1789"/>
            <p:cNvSpPr/>
            <p:nvPr/>
          </p:nvSpPr>
          <p:spPr>
            <a:xfrm>
              <a:off x="386606" y="2586043"/>
              <a:ext cx="8554953" cy="2976059"/>
            </a:xfrm>
            <a:custGeom>
              <a:avLst/>
              <a:pathLst>
                <a:path w="8554953" h="2976059">
                  <a:moveTo>
                    <a:pt x="8554953" y="0"/>
                  </a:moveTo>
                  <a:lnTo>
                    <a:pt x="8032819" y="0"/>
                  </a:lnTo>
                  <a:lnTo>
                    <a:pt x="8031557" y="21"/>
                  </a:lnTo>
                  <a:lnTo>
                    <a:pt x="8023306" y="171"/>
                  </a:lnTo>
                  <a:lnTo>
                    <a:pt x="8002675" y="586"/>
                  </a:lnTo>
                  <a:lnTo>
                    <a:pt x="7966217" y="1401"/>
                  </a:lnTo>
                  <a:lnTo>
                    <a:pt x="7912746" y="2736"/>
                  </a:lnTo>
                  <a:lnTo>
                    <a:pt x="7843391" y="4680"/>
                  </a:lnTo>
                  <a:lnTo>
                    <a:pt x="7761212" y="7286"/>
                  </a:lnTo>
                  <a:lnTo>
                    <a:pt x="7670430" y="10569"/>
                  </a:lnTo>
                  <a:lnTo>
                    <a:pt x="7575538" y="14522"/>
                  </a:lnTo>
                  <a:lnTo>
                    <a:pt x="7480546" y="19128"/>
                  </a:lnTo>
                  <a:lnTo>
                    <a:pt x="7388539" y="24379"/>
                  </a:lnTo>
                  <a:lnTo>
                    <a:pt x="7301544" y="30285"/>
                  </a:lnTo>
                  <a:lnTo>
                    <a:pt x="7220618" y="36882"/>
                  </a:lnTo>
                  <a:lnTo>
                    <a:pt x="7146046" y="44235"/>
                  </a:lnTo>
                  <a:lnTo>
                    <a:pt x="7077557" y="52436"/>
                  </a:lnTo>
                  <a:lnTo>
                    <a:pt x="7014527" y="61604"/>
                  </a:lnTo>
                  <a:lnTo>
                    <a:pt x="6956124" y="71880"/>
                  </a:lnTo>
                  <a:lnTo>
                    <a:pt x="6901425" y="83412"/>
                  </a:lnTo>
                  <a:lnTo>
                    <a:pt x="6849499" y="96342"/>
                  </a:lnTo>
                  <a:lnTo>
                    <a:pt x="6799491" y="110767"/>
                  </a:lnTo>
                  <a:lnTo>
                    <a:pt x="6786527" y="114825"/>
                  </a:lnTo>
                  <a:lnTo>
                    <a:pt x="6734778" y="132294"/>
                  </a:lnTo>
                  <a:lnTo>
                    <a:pt x="6683532" y="151531"/>
                  </a:lnTo>
                  <a:lnTo>
                    <a:pt x="6632267" y="172561"/>
                  </a:lnTo>
                  <a:lnTo>
                    <a:pt x="6580626" y="195353"/>
                  </a:lnTo>
                  <a:lnTo>
                    <a:pt x="6528394" y="219805"/>
                  </a:lnTo>
                  <a:lnTo>
                    <a:pt x="6475485" y="245748"/>
                  </a:lnTo>
                  <a:lnTo>
                    <a:pt x="6421921" y="272940"/>
                  </a:lnTo>
                  <a:lnTo>
                    <a:pt x="6367817" y="301078"/>
                  </a:lnTo>
                  <a:lnTo>
                    <a:pt x="6313360" y="329806"/>
                  </a:lnTo>
                  <a:lnTo>
                    <a:pt x="6258778" y="358737"/>
                  </a:lnTo>
                  <a:lnTo>
                    <a:pt x="6204317" y="387471"/>
                  </a:lnTo>
                  <a:lnTo>
                    <a:pt x="6150207" y="415620"/>
                  </a:lnTo>
                  <a:lnTo>
                    <a:pt x="6096634" y="442828"/>
                  </a:lnTo>
                  <a:lnTo>
                    <a:pt x="6043715" y="468790"/>
                  </a:lnTo>
                  <a:lnTo>
                    <a:pt x="5991474" y="493265"/>
                  </a:lnTo>
                  <a:lnTo>
                    <a:pt x="5939825" y="516081"/>
                  </a:lnTo>
                  <a:lnTo>
                    <a:pt x="5888557" y="537137"/>
                  </a:lnTo>
                  <a:lnTo>
                    <a:pt x="5837314" y="556399"/>
                  </a:lnTo>
                  <a:lnTo>
                    <a:pt x="5785577" y="573892"/>
                  </a:lnTo>
                  <a:lnTo>
                    <a:pt x="5784835" y="574129"/>
                  </a:lnTo>
                  <a:lnTo>
                    <a:pt x="5735207" y="588955"/>
                  </a:lnTo>
                  <a:lnTo>
                    <a:pt x="5683866" y="602272"/>
                  </a:lnTo>
                  <a:lnTo>
                    <a:pt x="5629986" y="614160"/>
                  </a:lnTo>
                  <a:lnTo>
                    <a:pt x="5572652" y="624753"/>
                  </a:lnTo>
                  <a:lnTo>
                    <a:pt x="5510929" y="634199"/>
                  </a:lnTo>
                  <a:lnTo>
                    <a:pt x="5443952" y="642643"/>
                  </a:lnTo>
                  <a:lnTo>
                    <a:pt x="5371027" y="650209"/>
                  </a:lnTo>
                  <a:lnTo>
                    <a:pt x="5291776" y="656998"/>
                  </a:lnTo>
                  <a:lnTo>
                    <a:pt x="5206315" y="663082"/>
                  </a:lnTo>
                  <a:lnTo>
                    <a:pt x="5115476" y="668503"/>
                  </a:lnTo>
                  <a:lnTo>
                    <a:pt x="5021014" y="673280"/>
                  </a:lnTo>
                  <a:lnTo>
                    <a:pt x="4925739" y="677406"/>
                  </a:lnTo>
                  <a:lnTo>
                    <a:pt x="4833446" y="680867"/>
                  </a:lnTo>
                  <a:lnTo>
                    <a:pt x="4748561" y="683652"/>
                  </a:lnTo>
                  <a:lnTo>
                    <a:pt x="4675463" y="685767"/>
                  </a:lnTo>
                  <a:lnTo>
                    <a:pt x="4617603" y="687256"/>
                  </a:lnTo>
                  <a:lnTo>
                    <a:pt x="4576676" y="688197"/>
                  </a:lnTo>
                  <a:lnTo>
                    <a:pt x="4552117" y="688705"/>
                  </a:lnTo>
                  <a:lnTo>
                    <a:pt x="4541051" y="688912"/>
                  </a:lnTo>
                  <a:lnTo>
                    <a:pt x="4538567" y="688954"/>
                  </a:lnTo>
                  <a:lnTo>
                    <a:pt x="4538543" y="688954"/>
                  </a:lnTo>
                  <a:lnTo>
                    <a:pt x="4016409" y="688954"/>
                  </a:lnTo>
                  <a:lnTo>
                    <a:pt x="4015220" y="689020"/>
                  </a:lnTo>
                  <a:lnTo>
                    <a:pt x="4007435" y="689489"/>
                  </a:lnTo>
                  <a:lnTo>
                    <a:pt x="3987928" y="690785"/>
                  </a:lnTo>
                  <a:lnTo>
                    <a:pt x="3953356" y="693331"/>
                  </a:lnTo>
                  <a:lnTo>
                    <a:pt x="3902446" y="697507"/>
                  </a:lnTo>
                  <a:lnTo>
                    <a:pt x="3836073" y="703604"/>
                  </a:lnTo>
                  <a:lnTo>
                    <a:pt x="3756952" y="711795"/>
                  </a:lnTo>
                  <a:lnTo>
                    <a:pt x="3668965" y="722144"/>
                  </a:lnTo>
                  <a:lnTo>
                    <a:pt x="3576357" y="734636"/>
                  </a:lnTo>
                  <a:lnTo>
                    <a:pt x="3483017" y="749219"/>
                  </a:lnTo>
                  <a:lnTo>
                    <a:pt x="3392035" y="765860"/>
                  </a:lnTo>
                  <a:lnTo>
                    <a:pt x="3305526" y="784574"/>
                  </a:lnTo>
                  <a:lnTo>
                    <a:pt x="3224679" y="805456"/>
                  </a:lnTo>
                  <a:lnTo>
                    <a:pt x="3149924" y="828683"/>
                  </a:lnTo>
                  <a:lnTo>
                    <a:pt x="3081127" y="854523"/>
                  </a:lnTo>
                  <a:lnTo>
                    <a:pt x="3017780" y="883326"/>
                  </a:lnTo>
                  <a:lnTo>
                    <a:pt x="2959148" y="915509"/>
                  </a:lnTo>
                  <a:lnTo>
                    <a:pt x="2904379" y="951535"/>
                  </a:lnTo>
                  <a:lnTo>
                    <a:pt x="2852591" y="991863"/>
                  </a:lnTo>
                  <a:lnTo>
                    <a:pt x="2802943" y="1036866"/>
                  </a:lnTo>
                  <a:lnTo>
                    <a:pt x="2770117" y="1070138"/>
                  </a:lnTo>
                  <a:lnTo>
                    <a:pt x="2729832" y="1114708"/>
                  </a:lnTo>
                  <a:lnTo>
                    <a:pt x="2689933" y="1162798"/>
                  </a:lnTo>
                  <a:lnTo>
                    <a:pt x="2650146" y="1214480"/>
                  </a:lnTo>
                  <a:lnTo>
                    <a:pt x="2610262" y="1269756"/>
                  </a:lnTo>
                  <a:lnTo>
                    <a:pt x="2570130" y="1328552"/>
                  </a:lnTo>
                  <a:lnTo>
                    <a:pt x="2529649" y="1390713"/>
                  </a:lnTo>
                  <a:lnTo>
                    <a:pt x="2488767" y="1455998"/>
                  </a:lnTo>
                  <a:lnTo>
                    <a:pt x="2447472" y="1524081"/>
                  </a:lnTo>
                  <a:lnTo>
                    <a:pt x="2405791" y="1594550"/>
                  </a:lnTo>
                  <a:lnTo>
                    <a:pt x="2363781" y="1666923"/>
                  </a:lnTo>
                  <a:lnTo>
                    <a:pt x="2321529" y="1740651"/>
                  </a:lnTo>
                  <a:lnTo>
                    <a:pt x="2279136" y="1815143"/>
                  </a:lnTo>
                  <a:lnTo>
                    <a:pt x="2236715" y="1889781"/>
                  </a:lnTo>
                  <a:lnTo>
                    <a:pt x="2194384" y="1963941"/>
                  </a:lnTo>
                  <a:lnTo>
                    <a:pt x="2152249" y="2037015"/>
                  </a:lnTo>
                  <a:lnTo>
                    <a:pt x="2110406" y="2108433"/>
                  </a:lnTo>
                  <a:lnTo>
                    <a:pt x="2068926" y="2177681"/>
                  </a:lnTo>
                  <a:lnTo>
                    <a:pt x="2027851" y="2244313"/>
                  </a:lnTo>
                  <a:lnTo>
                    <a:pt x="1987188" y="2307963"/>
                  </a:lnTo>
                  <a:lnTo>
                    <a:pt x="1946904" y="2368348"/>
                  </a:lnTo>
                  <a:lnTo>
                    <a:pt x="1906920" y="2425274"/>
                  </a:lnTo>
                  <a:lnTo>
                    <a:pt x="1867110" y="2478631"/>
                  </a:lnTo>
                  <a:lnTo>
                    <a:pt x="1827293" y="2528387"/>
                  </a:lnTo>
                  <a:lnTo>
                    <a:pt x="1787225" y="2574581"/>
                  </a:lnTo>
                  <a:lnTo>
                    <a:pt x="1768425" y="2594875"/>
                  </a:lnTo>
                  <a:lnTo>
                    <a:pt x="1719806" y="2643157"/>
                  </a:lnTo>
                  <a:lnTo>
                    <a:pt x="1669556" y="2686624"/>
                  </a:lnTo>
                  <a:lnTo>
                    <a:pt x="1616904" y="2725521"/>
                  </a:lnTo>
                  <a:lnTo>
                    <a:pt x="1560987" y="2760259"/>
                  </a:lnTo>
                  <a:lnTo>
                    <a:pt x="1500927" y="2791305"/>
                  </a:lnTo>
                  <a:lnTo>
                    <a:pt x="1435898" y="2819111"/>
                  </a:lnTo>
                  <a:lnTo>
                    <a:pt x="1365224" y="2844076"/>
                  </a:lnTo>
                  <a:lnTo>
                    <a:pt x="1288500" y="2866523"/>
                  </a:lnTo>
                  <a:lnTo>
                    <a:pt x="1205751" y="2886692"/>
                  </a:lnTo>
                  <a:lnTo>
                    <a:pt x="1117631" y="2904733"/>
                  </a:lnTo>
                  <a:lnTo>
                    <a:pt x="1025612" y="2920713"/>
                  </a:lnTo>
                  <a:lnTo>
                    <a:pt x="932126" y="2934629"/>
                  </a:lnTo>
                  <a:lnTo>
                    <a:pt x="840552" y="2946435"/>
                  </a:lnTo>
                  <a:lnTo>
                    <a:pt x="754956" y="2956089"/>
                  </a:lnTo>
                  <a:lnTo>
                    <a:pt x="679554" y="2963594"/>
                  </a:lnTo>
                  <a:lnTo>
                    <a:pt x="617940" y="2969048"/>
                  </a:lnTo>
                  <a:lnTo>
                    <a:pt x="572293" y="2972663"/>
                  </a:lnTo>
                  <a:lnTo>
                    <a:pt x="542813" y="2974762"/>
                  </a:lnTo>
                  <a:lnTo>
                    <a:pt x="527536" y="2975745"/>
                  </a:lnTo>
                  <a:lnTo>
                    <a:pt x="522511" y="2976038"/>
                  </a:lnTo>
                  <a:lnTo>
                    <a:pt x="522133" y="2976059"/>
                  </a:lnTo>
                  <a:lnTo>
                    <a:pt x="0" y="2976059"/>
                  </a:lnTo>
                  <a:lnTo>
                    <a:pt x="0" y="2976059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790" name="pg1790"/>
            <p:cNvSpPr/>
            <p:nvPr/>
          </p:nvSpPr>
          <p:spPr>
            <a:xfrm>
              <a:off x="386606" y="1456609"/>
              <a:ext cx="8554953" cy="4099846"/>
            </a:xfrm>
            <a:custGeom>
              <a:avLst/>
              <a:pathLst>
                <a:path w="8554953" h="4099846">
                  <a:moveTo>
                    <a:pt x="0" y="4099846"/>
                  </a:moveTo>
                  <a:lnTo>
                    <a:pt x="522133" y="4099846"/>
                  </a:lnTo>
                  <a:lnTo>
                    <a:pt x="523237" y="4099755"/>
                  </a:lnTo>
                  <a:lnTo>
                    <a:pt x="530475" y="4099104"/>
                  </a:lnTo>
                  <a:lnTo>
                    <a:pt x="548657" y="4097306"/>
                  </a:lnTo>
                  <a:lnTo>
                    <a:pt x="580996" y="4093769"/>
                  </a:lnTo>
                  <a:lnTo>
                    <a:pt x="628847" y="4087960"/>
                  </a:lnTo>
                  <a:lnTo>
                    <a:pt x="691613" y="4079457"/>
                  </a:lnTo>
                  <a:lnTo>
                    <a:pt x="766980" y="4067995"/>
                  </a:lnTo>
                  <a:lnTo>
                    <a:pt x="851469" y="4053464"/>
                  </a:lnTo>
                  <a:lnTo>
                    <a:pt x="941150" y="4035870"/>
                  </a:lnTo>
                  <a:lnTo>
                    <a:pt x="1032299" y="4015280"/>
                  </a:lnTo>
                  <a:lnTo>
                    <a:pt x="1121853" y="3991751"/>
                  </a:lnTo>
                  <a:lnTo>
                    <a:pt x="1207612" y="3965283"/>
                  </a:lnTo>
                  <a:lnTo>
                    <a:pt x="1288240" y="3935782"/>
                  </a:lnTo>
                  <a:lnTo>
                    <a:pt x="1363140" y="3903035"/>
                  </a:lnTo>
                  <a:lnTo>
                    <a:pt x="1432280" y="3866714"/>
                  </a:lnTo>
                  <a:lnTo>
                    <a:pt x="1496025" y="3826373"/>
                  </a:lnTo>
                  <a:lnTo>
                    <a:pt x="1554990" y="3781463"/>
                  </a:lnTo>
                  <a:lnTo>
                    <a:pt x="1609931" y="3731362"/>
                  </a:lnTo>
                  <a:lnTo>
                    <a:pt x="1661661" y="3675420"/>
                  </a:lnTo>
                  <a:lnTo>
                    <a:pt x="1710986" y="3613044"/>
                  </a:lnTo>
                  <a:lnTo>
                    <a:pt x="1758639" y="3543841"/>
                  </a:lnTo>
                  <a:lnTo>
                    <a:pt x="1768425" y="3528540"/>
                  </a:lnTo>
                  <a:lnTo>
                    <a:pt x="1802903" y="3471745"/>
                  </a:lnTo>
                  <a:lnTo>
                    <a:pt x="1837067" y="3411106"/>
                  </a:lnTo>
                  <a:lnTo>
                    <a:pt x="1871098" y="3346546"/>
                  </a:lnTo>
                  <a:lnTo>
                    <a:pt x="1905139" y="3278037"/>
                  </a:lnTo>
                  <a:lnTo>
                    <a:pt x="1939303" y="3205611"/>
                  </a:lnTo>
                  <a:lnTo>
                    <a:pt x="1973673" y="3129363"/>
                  </a:lnTo>
                  <a:lnTo>
                    <a:pt x="2008305" y="3049454"/>
                  </a:lnTo>
                  <a:lnTo>
                    <a:pt x="2043232" y="2966115"/>
                  </a:lnTo>
                  <a:lnTo>
                    <a:pt x="2078462" y="2879645"/>
                  </a:lnTo>
                  <a:lnTo>
                    <a:pt x="2113983" y="2790411"/>
                  </a:lnTo>
                  <a:lnTo>
                    <a:pt x="2149767" y="2698843"/>
                  </a:lnTo>
                  <a:lnTo>
                    <a:pt x="2185768" y="2605425"/>
                  </a:lnTo>
                  <a:lnTo>
                    <a:pt x="2221928" y="2510685"/>
                  </a:lnTo>
                  <a:lnTo>
                    <a:pt x="2258182" y="2415184"/>
                  </a:lnTo>
                  <a:lnTo>
                    <a:pt x="2294457" y="2319504"/>
                  </a:lnTo>
                  <a:lnTo>
                    <a:pt x="2330683" y="2224231"/>
                  </a:lnTo>
                  <a:lnTo>
                    <a:pt x="2366789" y="2129939"/>
                  </a:lnTo>
                  <a:lnTo>
                    <a:pt x="2402711" y="2037179"/>
                  </a:lnTo>
                  <a:lnTo>
                    <a:pt x="2438397" y="1946464"/>
                  </a:lnTo>
                  <a:lnTo>
                    <a:pt x="2473808" y="1858257"/>
                  </a:lnTo>
                  <a:lnTo>
                    <a:pt x="2508920" y="1772964"/>
                  </a:lnTo>
                  <a:lnTo>
                    <a:pt x="2543730" y="1690926"/>
                  </a:lnTo>
                  <a:lnTo>
                    <a:pt x="2578256" y="1612417"/>
                  </a:lnTo>
                  <a:lnTo>
                    <a:pt x="2612538" y="1537638"/>
                  </a:lnTo>
                  <a:lnTo>
                    <a:pt x="2646643" y="1466727"/>
                  </a:lnTo>
                  <a:lnTo>
                    <a:pt x="2680665" y="1399752"/>
                  </a:lnTo>
                  <a:lnTo>
                    <a:pt x="2714728" y="1336722"/>
                  </a:lnTo>
                  <a:lnTo>
                    <a:pt x="2748991" y="1277589"/>
                  </a:lnTo>
                  <a:lnTo>
                    <a:pt x="2770117" y="1243318"/>
                  </a:lnTo>
                  <a:lnTo>
                    <a:pt x="2817503" y="1172676"/>
                  </a:lnTo>
                  <a:lnTo>
                    <a:pt x="2866422" y="1108898"/>
                  </a:lnTo>
                  <a:lnTo>
                    <a:pt x="2917586" y="1051660"/>
                  </a:lnTo>
                  <a:lnTo>
                    <a:pt x="2971789" y="1000394"/>
                  </a:lnTo>
                  <a:lnTo>
                    <a:pt x="3029849" y="954455"/>
                  </a:lnTo>
                  <a:lnTo>
                    <a:pt x="3092541" y="913209"/>
                  </a:lnTo>
                  <a:lnTo>
                    <a:pt x="3160516" y="876090"/>
                  </a:lnTo>
                  <a:lnTo>
                    <a:pt x="3234202" y="842629"/>
                  </a:lnTo>
                  <a:lnTo>
                    <a:pt x="3313663" y="812472"/>
                  </a:lnTo>
                  <a:lnTo>
                    <a:pt x="3398435" y="785383"/>
                  </a:lnTo>
                  <a:lnTo>
                    <a:pt x="3487349" y="761244"/>
                  </a:lnTo>
                  <a:lnTo>
                    <a:pt x="3578391" y="740037"/>
                  </a:lnTo>
                  <a:lnTo>
                    <a:pt x="3668669" y="721813"/>
                  </a:lnTo>
                  <a:lnTo>
                    <a:pt x="3754567" y="706639"/>
                  </a:lnTo>
                  <a:lnTo>
                    <a:pt x="3832149" y="694542"/>
                  </a:lnTo>
                  <a:lnTo>
                    <a:pt x="3897783" y="685439"/>
                  </a:lnTo>
                  <a:lnTo>
                    <a:pt x="3948856" y="679097"/>
                  </a:lnTo>
                  <a:lnTo>
                    <a:pt x="3984383" y="675128"/>
                  </a:lnTo>
                  <a:lnTo>
                    <a:pt x="4005311" y="673015"/>
                  </a:lnTo>
                  <a:lnTo>
                    <a:pt x="4014484" y="672174"/>
                  </a:lnTo>
                  <a:lnTo>
                    <a:pt x="4016409" y="672013"/>
                  </a:lnTo>
                  <a:lnTo>
                    <a:pt x="4538543" y="672013"/>
                  </a:lnTo>
                  <a:lnTo>
                    <a:pt x="4539805" y="671993"/>
                  </a:lnTo>
                  <a:lnTo>
                    <a:pt x="4548059" y="671847"/>
                  </a:lnTo>
                  <a:lnTo>
                    <a:pt x="4568699" y="671446"/>
                  </a:lnTo>
                  <a:lnTo>
                    <a:pt x="4605169" y="670657"/>
                  </a:lnTo>
                  <a:lnTo>
                    <a:pt x="4658658" y="669365"/>
                  </a:lnTo>
                  <a:lnTo>
                    <a:pt x="4728033" y="667484"/>
                  </a:lnTo>
                  <a:lnTo>
                    <a:pt x="4810233" y="664962"/>
                  </a:lnTo>
                  <a:lnTo>
                    <a:pt x="4901033" y="661786"/>
                  </a:lnTo>
                  <a:lnTo>
                    <a:pt x="4995940" y="657962"/>
                  </a:lnTo>
                  <a:lnTo>
                    <a:pt x="5090943" y="653505"/>
                  </a:lnTo>
                  <a:lnTo>
                    <a:pt x="5182957" y="648425"/>
                  </a:lnTo>
                  <a:lnTo>
                    <a:pt x="5269955" y="642710"/>
                  </a:lnTo>
                  <a:lnTo>
                    <a:pt x="5350881" y="636328"/>
                  </a:lnTo>
                  <a:lnTo>
                    <a:pt x="5425452" y="629214"/>
                  </a:lnTo>
                  <a:lnTo>
                    <a:pt x="5493939" y="621279"/>
                  </a:lnTo>
                  <a:lnTo>
                    <a:pt x="5556966" y="612408"/>
                  </a:lnTo>
                  <a:lnTo>
                    <a:pt x="5615368" y="602465"/>
                  </a:lnTo>
                  <a:lnTo>
                    <a:pt x="5670067" y="591306"/>
                  </a:lnTo>
                  <a:lnTo>
                    <a:pt x="5721994" y="578795"/>
                  </a:lnTo>
                  <a:lnTo>
                    <a:pt x="5772005" y="564837"/>
                  </a:lnTo>
                  <a:lnTo>
                    <a:pt x="5784835" y="560952"/>
                  </a:lnTo>
                  <a:lnTo>
                    <a:pt x="5836729" y="544006"/>
                  </a:lnTo>
                  <a:lnTo>
                    <a:pt x="5888119" y="525340"/>
                  </a:lnTo>
                  <a:lnTo>
                    <a:pt x="5939530" y="504929"/>
                  </a:lnTo>
                  <a:lnTo>
                    <a:pt x="5991322" y="482806"/>
                  </a:lnTo>
                  <a:lnTo>
                    <a:pt x="6043709" y="459069"/>
                  </a:lnTo>
                  <a:lnTo>
                    <a:pt x="6096778" y="433886"/>
                  </a:lnTo>
                  <a:lnTo>
                    <a:pt x="6150505" y="407491"/>
                  </a:lnTo>
                  <a:lnTo>
                    <a:pt x="6204771" y="380184"/>
                  </a:lnTo>
                  <a:lnTo>
                    <a:pt x="6259388" y="352310"/>
                  </a:lnTo>
                  <a:lnTo>
                    <a:pt x="6314123" y="324249"/>
                  </a:lnTo>
                  <a:lnTo>
                    <a:pt x="6368731" y="296390"/>
                  </a:lnTo>
                  <a:lnTo>
                    <a:pt x="6422979" y="269112"/>
                  </a:lnTo>
                  <a:lnTo>
                    <a:pt x="6476681" y="242760"/>
                  </a:lnTo>
                  <a:lnTo>
                    <a:pt x="6529723" y="217629"/>
                  </a:lnTo>
                  <a:lnTo>
                    <a:pt x="6582084" y="193953"/>
                  </a:lnTo>
                  <a:lnTo>
                    <a:pt x="6633857" y="171896"/>
                  </a:lnTo>
                  <a:lnTo>
                    <a:pt x="6685259" y="151554"/>
                  </a:lnTo>
                  <a:lnTo>
                    <a:pt x="6736658" y="132956"/>
                  </a:lnTo>
                  <a:lnTo>
                    <a:pt x="6786527" y="116708"/>
                  </a:lnTo>
                  <a:lnTo>
                    <a:pt x="6836161" y="102366"/>
                  </a:lnTo>
                  <a:lnTo>
                    <a:pt x="6887511" y="89483"/>
                  </a:lnTo>
                  <a:lnTo>
                    <a:pt x="6941398" y="77984"/>
                  </a:lnTo>
                  <a:lnTo>
                    <a:pt x="6998742" y="67738"/>
                  </a:lnTo>
                  <a:lnTo>
                    <a:pt x="7060477" y="58601"/>
                  </a:lnTo>
                  <a:lnTo>
                    <a:pt x="7127467" y="50433"/>
                  </a:lnTo>
                  <a:lnTo>
                    <a:pt x="7200407" y="43115"/>
                  </a:lnTo>
                  <a:lnTo>
                    <a:pt x="7279676" y="36549"/>
                  </a:lnTo>
                  <a:lnTo>
                    <a:pt x="7365155" y="30664"/>
                  </a:lnTo>
                  <a:lnTo>
                    <a:pt x="7456013" y="25420"/>
                  </a:lnTo>
                  <a:lnTo>
                    <a:pt x="7550490" y="20801"/>
                  </a:lnTo>
                  <a:lnTo>
                    <a:pt x="7645777" y="16810"/>
                  </a:lnTo>
                  <a:lnTo>
                    <a:pt x="7738073" y="13463"/>
                  </a:lnTo>
                  <a:lnTo>
                    <a:pt x="7822952" y="10771"/>
                  </a:lnTo>
                  <a:lnTo>
                    <a:pt x="7896033" y="8726"/>
                  </a:lnTo>
                  <a:lnTo>
                    <a:pt x="7953866" y="7287"/>
                  </a:lnTo>
                  <a:lnTo>
                    <a:pt x="7994761" y="6377"/>
                  </a:lnTo>
                  <a:lnTo>
                    <a:pt x="8019287" y="5887"/>
                  </a:lnTo>
                  <a:lnTo>
                    <a:pt x="8030326" y="5688"/>
                  </a:lnTo>
                  <a:lnTo>
                    <a:pt x="8032819" y="5647"/>
                  </a:lnTo>
                  <a:lnTo>
                    <a:pt x="8554953" y="5647"/>
                  </a:lnTo>
                  <a:lnTo>
                    <a:pt x="8554953" y="0"/>
                  </a:lnTo>
                  <a:lnTo>
                    <a:pt x="8032819" y="0"/>
                  </a:lnTo>
                  <a:lnTo>
                    <a:pt x="8031557" y="20"/>
                  </a:lnTo>
                  <a:lnTo>
                    <a:pt x="8023302" y="165"/>
                  </a:lnTo>
                  <a:lnTo>
                    <a:pt x="8002663" y="567"/>
                  </a:lnTo>
                  <a:lnTo>
                    <a:pt x="7966193" y="1356"/>
                  </a:lnTo>
                  <a:lnTo>
                    <a:pt x="7912704" y="2647"/>
                  </a:lnTo>
                  <a:lnTo>
                    <a:pt x="7843329" y="4529"/>
                  </a:lnTo>
                  <a:lnTo>
                    <a:pt x="7761129" y="7050"/>
                  </a:lnTo>
                  <a:lnTo>
                    <a:pt x="7670329" y="10227"/>
                  </a:lnTo>
                  <a:lnTo>
                    <a:pt x="7575422" y="14051"/>
                  </a:lnTo>
                  <a:lnTo>
                    <a:pt x="7480419" y="18507"/>
                  </a:lnTo>
                  <a:lnTo>
                    <a:pt x="7388405" y="23588"/>
                  </a:lnTo>
                  <a:lnTo>
                    <a:pt x="7301407" y="29302"/>
                  </a:lnTo>
                  <a:lnTo>
                    <a:pt x="7220481" y="35685"/>
                  </a:lnTo>
                  <a:lnTo>
                    <a:pt x="7145910" y="42799"/>
                  </a:lnTo>
                  <a:lnTo>
                    <a:pt x="7077423" y="50733"/>
                  </a:lnTo>
                  <a:lnTo>
                    <a:pt x="7014396" y="59605"/>
                  </a:lnTo>
                  <a:lnTo>
                    <a:pt x="6955994" y="69547"/>
                  </a:lnTo>
                  <a:lnTo>
                    <a:pt x="6901295" y="80706"/>
                  </a:lnTo>
                  <a:lnTo>
                    <a:pt x="6849368" y="93217"/>
                  </a:lnTo>
                  <a:lnTo>
                    <a:pt x="6799357" y="107175"/>
                  </a:lnTo>
                  <a:lnTo>
                    <a:pt x="6786527" y="111061"/>
                  </a:lnTo>
                  <a:lnTo>
                    <a:pt x="6734633" y="128007"/>
                  </a:lnTo>
                  <a:lnTo>
                    <a:pt x="6683243" y="146672"/>
                  </a:lnTo>
                  <a:lnTo>
                    <a:pt x="6631832" y="167083"/>
                  </a:lnTo>
                  <a:lnTo>
                    <a:pt x="6580040" y="189206"/>
                  </a:lnTo>
                  <a:lnTo>
                    <a:pt x="6527653" y="212943"/>
                  </a:lnTo>
                  <a:lnTo>
                    <a:pt x="6474584" y="238127"/>
                  </a:lnTo>
                  <a:lnTo>
                    <a:pt x="6420857" y="264521"/>
                  </a:lnTo>
                  <a:lnTo>
                    <a:pt x="6366591" y="291829"/>
                  </a:lnTo>
                  <a:lnTo>
                    <a:pt x="6311974" y="319703"/>
                  </a:lnTo>
                  <a:lnTo>
                    <a:pt x="6257239" y="347764"/>
                  </a:lnTo>
                  <a:lnTo>
                    <a:pt x="6202631" y="375622"/>
                  </a:lnTo>
                  <a:lnTo>
                    <a:pt x="6148383" y="402900"/>
                  </a:lnTo>
                  <a:lnTo>
                    <a:pt x="6094681" y="429252"/>
                  </a:lnTo>
                  <a:lnTo>
                    <a:pt x="6041639" y="454383"/>
                  </a:lnTo>
                  <a:lnTo>
                    <a:pt x="5989277" y="478059"/>
                  </a:lnTo>
                  <a:lnTo>
                    <a:pt x="5937505" y="500117"/>
                  </a:lnTo>
                  <a:lnTo>
                    <a:pt x="5886102" y="520459"/>
                  </a:lnTo>
                  <a:lnTo>
                    <a:pt x="5834704" y="539056"/>
                  </a:lnTo>
                  <a:lnTo>
                    <a:pt x="5784835" y="555305"/>
                  </a:lnTo>
                  <a:lnTo>
                    <a:pt x="5735201" y="569647"/>
                  </a:lnTo>
                  <a:lnTo>
                    <a:pt x="5683851" y="582529"/>
                  </a:lnTo>
                  <a:lnTo>
                    <a:pt x="5629964" y="594028"/>
                  </a:lnTo>
                  <a:lnTo>
                    <a:pt x="5572620" y="604274"/>
                  </a:lnTo>
                  <a:lnTo>
                    <a:pt x="5510885" y="613412"/>
                  </a:lnTo>
                  <a:lnTo>
                    <a:pt x="5443895" y="621579"/>
                  </a:lnTo>
                  <a:lnTo>
                    <a:pt x="5370955" y="628897"/>
                  </a:lnTo>
                  <a:lnTo>
                    <a:pt x="5291686" y="635464"/>
                  </a:lnTo>
                  <a:lnTo>
                    <a:pt x="5206207" y="641348"/>
                  </a:lnTo>
                  <a:lnTo>
                    <a:pt x="5115349" y="646592"/>
                  </a:lnTo>
                  <a:lnTo>
                    <a:pt x="5020872" y="651212"/>
                  </a:lnTo>
                  <a:lnTo>
                    <a:pt x="4925585" y="655202"/>
                  </a:lnTo>
                  <a:lnTo>
                    <a:pt x="4833288" y="658549"/>
                  </a:lnTo>
                  <a:lnTo>
                    <a:pt x="4748410" y="661241"/>
                  </a:lnTo>
                  <a:lnTo>
                    <a:pt x="4675329" y="663286"/>
                  </a:lnTo>
                  <a:lnTo>
                    <a:pt x="4617496" y="664725"/>
                  </a:lnTo>
                  <a:lnTo>
                    <a:pt x="4576601" y="665635"/>
                  </a:lnTo>
                  <a:lnTo>
                    <a:pt x="4552075" y="666125"/>
                  </a:lnTo>
                  <a:lnTo>
                    <a:pt x="4541036" y="666325"/>
                  </a:lnTo>
                  <a:lnTo>
                    <a:pt x="4538543" y="666366"/>
                  </a:lnTo>
                  <a:lnTo>
                    <a:pt x="4016409" y="666366"/>
                  </a:lnTo>
                  <a:lnTo>
                    <a:pt x="4015306" y="666457"/>
                  </a:lnTo>
                  <a:lnTo>
                    <a:pt x="4008067" y="667107"/>
                  </a:lnTo>
                  <a:lnTo>
                    <a:pt x="3989885" y="668906"/>
                  </a:lnTo>
                  <a:lnTo>
                    <a:pt x="3957546" y="672442"/>
                  </a:lnTo>
                  <a:lnTo>
                    <a:pt x="3909695" y="678252"/>
                  </a:lnTo>
                  <a:lnTo>
                    <a:pt x="3846929" y="686755"/>
                  </a:lnTo>
                  <a:lnTo>
                    <a:pt x="3771562" y="698216"/>
                  </a:lnTo>
                  <a:lnTo>
                    <a:pt x="3687073" y="712748"/>
                  </a:lnTo>
                  <a:lnTo>
                    <a:pt x="3597392" y="730341"/>
                  </a:lnTo>
                  <a:lnTo>
                    <a:pt x="3506243" y="750932"/>
                  </a:lnTo>
                  <a:lnTo>
                    <a:pt x="3416689" y="774461"/>
                  </a:lnTo>
                  <a:lnTo>
                    <a:pt x="3330930" y="800928"/>
                  </a:lnTo>
                  <a:lnTo>
                    <a:pt x="3250302" y="830430"/>
                  </a:lnTo>
                  <a:lnTo>
                    <a:pt x="3175403" y="863176"/>
                  </a:lnTo>
                  <a:lnTo>
                    <a:pt x="3106262" y="899497"/>
                  </a:lnTo>
                  <a:lnTo>
                    <a:pt x="3042517" y="939839"/>
                  </a:lnTo>
                  <a:lnTo>
                    <a:pt x="2983552" y="984749"/>
                  </a:lnTo>
                  <a:lnTo>
                    <a:pt x="2928611" y="1034849"/>
                  </a:lnTo>
                  <a:lnTo>
                    <a:pt x="2876881" y="1090791"/>
                  </a:lnTo>
                  <a:lnTo>
                    <a:pt x="2827556" y="1153167"/>
                  </a:lnTo>
                  <a:lnTo>
                    <a:pt x="2779903" y="1222371"/>
                  </a:lnTo>
                  <a:lnTo>
                    <a:pt x="2770117" y="1237671"/>
                  </a:lnTo>
                  <a:lnTo>
                    <a:pt x="2735639" y="1294466"/>
                  </a:lnTo>
                  <a:lnTo>
                    <a:pt x="2701475" y="1355105"/>
                  </a:lnTo>
                  <a:lnTo>
                    <a:pt x="2667444" y="1419666"/>
                  </a:lnTo>
                  <a:lnTo>
                    <a:pt x="2633403" y="1488175"/>
                  </a:lnTo>
                  <a:lnTo>
                    <a:pt x="2599239" y="1560601"/>
                  </a:lnTo>
                  <a:lnTo>
                    <a:pt x="2564869" y="1636849"/>
                  </a:lnTo>
                  <a:lnTo>
                    <a:pt x="2530237" y="1716758"/>
                  </a:lnTo>
                  <a:lnTo>
                    <a:pt x="2495310" y="1800097"/>
                  </a:lnTo>
                  <a:lnTo>
                    <a:pt x="2460080" y="1886567"/>
                  </a:lnTo>
                  <a:lnTo>
                    <a:pt x="2424559" y="1975800"/>
                  </a:lnTo>
                  <a:lnTo>
                    <a:pt x="2388775" y="2067368"/>
                  </a:lnTo>
                  <a:lnTo>
                    <a:pt x="2352775" y="2160787"/>
                  </a:lnTo>
                  <a:lnTo>
                    <a:pt x="2316614" y="2255527"/>
                  </a:lnTo>
                  <a:lnTo>
                    <a:pt x="2280361" y="2351027"/>
                  </a:lnTo>
                  <a:lnTo>
                    <a:pt x="2244085" y="2446707"/>
                  </a:lnTo>
                  <a:lnTo>
                    <a:pt x="2207859" y="2541980"/>
                  </a:lnTo>
                  <a:lnTo>
                    <a:pt x="2171754" y="2636272"/>
                  </a:lnTo>
                  <a:lnTo>
                    <a:pt x="2135831" y="2729032"/>
                  </a:lnTo>
                  <a:lnTo>
                    <a:pt x="2100145" y="2819747"/>
                  </a:lnTo>
                  <a:lnTo>
                    <a:pt x="2064734" y="2907954"/>
                  </a:lnTo>
                  <a:lnTo>
                    <a:pt x="2029622" y="2993247"/>
                  </a:lnTo>
                  <a:lnTo>
                    <a:pt x="1994812" y="3075285"/>
                  </a:lnTo>
                  <a:lnTo>
                    <a:pt x="1960286" y="3153795"/>
                  </a:lnTo>
                  <a:lnTo>
                    <a:pt x="1926004" y="3228573"/>
                  </a:lnTo>
                  <a:lnTo>
                    <a:pt x="1891900" y="3299484"/>
                  </a:lnTo>
                  <a:lnTo>
                    <a:pt x="1857878" y="3366459"/>
                  </a:lnTo>
                  <a:lnTo>
                    <a:pt x="1823814" y="3429489"/>
                  </a:lnTo>
                  <a:lnTo>
                    <a:pt x="1789551" y="3488622"/>
                  </a:lnTo>
                  <a:lnTo>
                    <a:pt x="1768425" y="3522893"/>
                  </a:lnTo>
                  <a:lnTo>
                    <a:pt x="1721039" y="3593536"/>
                  </a:lnTo>
                  <a:lnTo>
                    <a:pt x="1672120" y="3657313"/>
                  </a:lnTo>
                  <a:lnTo>
                    <a:pt x="1620956" y="3714552"/>
                  </a:lnTo>
                  <a:lnTo>
                    <a:pt x="1566753" y="3765818"/>
                  </a:lnTo>
                  <a:lnTo>
                    <a:pt x="1508693" y="3811757"/>
                  </a:lnTo>
                  <a:lnTo>
                    <a:pt x="1446001" y="3853003"/>
                  </a:lnTo>
                  <a:lnTo>
                    <a:pt x="1378026" y="3890122"/>
                  </a:lnTo>
                  <a:lnTo>
                    <a:pt x="1304340" y="3923582"/>
                  </a:lnTo>
                  <a:lnTo>
                    <a:pt x="1224879" y="3953740"/>
                  </a:lnTo>
                  <a:lnTo>
                    <a:pt x="1140107" y="3980828"/>
                  </a:lnTo>
                  <a:lnTo>
                    <a:pt x="1051193" y="4004967"/>
                  </a:lnTo>
                  <a:lnTo>
                    <a:pt x="960151" y="4026174"/>
                  </a:lnTo>
                  <a:lnTo>
                    <a:pt x="869874" y="4044399"/>
                  </a:lnTo>
                  <a:lnTo>
                    <a:pt x="783976" y="4059572"/>
                  </a:lnTo>
                  <a:lnTo>
                    <a:pt x="706393" y="4071669"/>
                  </a:lnTo>
                  <a:lnTo>
                    <a:pt x="640760" y="4080773"/>
                  </a:lnTo>
                  <a:lnTo>
                    <a:pt x="589686" y="4087114"/>
                  </a:lnTo>
                  <a:lnTo>
                    <a:pt x="554159" y="4091084"/>
                  </a:lnTo>
                  <a:lnTo>
                    <a:pt x="533231" y="4093197"/>
                  </a:lnTo>
                  <a:lnTo>
                    <a:pt x="524058" y="4094037"/>
                  </a:lnTo>
                  <a:lnTo>
                    <a:pt x="522133" y="4094199"/>
                  </a:lnTo>
                  <a:lnTo>
                    <a:pt x="0" y="4094199"/>
                  </a:lnTo>
                  <a:close/>
                </a:path>
              </a:pathLst>
            </a:custGeom>
            <a:solidFill>
              <a:srgbClr val="6FA8DC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1791" name="pl1791"/>
            <p:cNvSpPr/>
            <p:nvPr/>
          </p:nvSpPr>
          <p:spPr>
            <a:xfrm>
              <a:off x="386606" y="1462256"/>
              <a:ext cx="8554953" cy="4094199"/>
            </a:xfrm>
            <a:custGeom>
              <a:avLst/>
              <a:pathLst>
                <a:path w="8554953" h="4094199">
                  <a:moveTo>
                    <a:pt x="0" y="4094199"/>
                  </a:moveTo>
                  <a:lnTo>
                    <a:pt x="522133" y="4094199"/>
                  </a:lnTo>
                  <a:lnTo>
                    <a:pt x="523237" y="4094107"/>
                  </a:lnTo>
                  <a:lnTo>
                    <a:pt x="530475" y="4093457"/>
                  </a:lnTo>
                  <a:lnTo>
                    <a:pt x="548657" y="4091659"/>
                  </a:lnTo>
                  <a:lnTo>
                    <a:pt x="580996" y="4088122"/>
                  </a:lnTo>
                  <a:lnTo>
                    <a:pt x="628847" y="4082312"/>
                  </a:lnTo>
                  <a:lnTo>
                    <a:pt x="691613" y="4073810"/>
                  </a:lnTo>
                  <a:lnTo>
                    <a:pt x="766980" y="4062348"/>
                  </a:lnTo>
                  <a:lnTo>
                    <a:pt x="851469" y="4047817"/>
                  </a:lnTo>
                  <a:lnTo>
                    <a:pt x="941150" y="4030223"/>
                  </a:lnTo>
                  <a:lnTo>
                    <a:pt x="1032299" y="4009632"/>
                  </a:lnTo>
                  <a:lnTo>
                    <a:pt x="1121853" y="3986104"/>
                  </a:lnTo>
                  <a:lnTo>
                    <a:pt x="1207612" y="3959636"/>
                  </a:lnTo>
                  <a:lnTo>
                    <a:pt x="1288240" y="3930134"/>
                  </a:lnTo>
                  <a:lnTo>
                    <a:pt x="1363140" y="3897388"/>
                  </a:lnTo>
                  <a:lnTo>
                    <a:pt x="1432280" y="3861067"/>
                  </a:lnTo>
                  <a:lnTo>
                    <a:pt x="1496025" y="3820725"/>
                  </a:lnTo>
                  <a:lnTo>
                    <a:pt x="1554990" y="3775816"/>
                  </a:lnTo>
                  <a:lnTo>
                    <a:pt x="1609931" y="3725715"/>
                  </a:lnTo>
                  <a:lnTo>
                    <a:pt x="1661661" y="3669773"/>
                  </a:lnTo>
                  <a:lnTo>
                    <a:pt x="1710986" y="3607397"/>
                  </a:lnTo>
                  <a:lnTo>
                    <a:pt x="1758639" y="3538194"/>
                  </a:lnTo>
                  <a:lnTo>
                    <a:pt x="1768425" y="3522893"/>
                  </a:lnTo>
                  <a:lnTo>
                    <a:pt x="1802903" y="3466098"/>
                  </a:lnTo>
                  <a:lnTo>
                    <a:pt x="1837067" y="3405459"/>
                  </a:lnTo>
                  <a:lnTo>
                    <a:pt x="1871098" y="3340899"/>
                  </a:lnTo>
                  <a:lnTo>
                    <a:pt x="1905139" y="3272389"/>
                  </a:lnTo>
                  <a:lnTo>
                    <a:pt x="1939303" y="3199964"/>
                  </a:lnTo>
                  <a:lnTo>
                    <a:pt x="1973673" y="3123716"/>
                  </a:lnTo>
                  <a:lnTo>
                    <a:pt x="2008305" y="3043807"/>
                  </a:lnTo>
                  <a:lnTo>
                    <a:pt x="2043232" y="2960467"/>
                  </a:lnTo>
                  <a:lnTo>
                    <a:pt x="2078462" y="2873998"/>
                  </a:lnTo>
                  <a:lnTo>
                    <a:pt x="2113983" y="2784764"/>
                  </a:lnTo>
                  <a:lnTo>
                    <a:pt x="2149767" y="2693196"/>
                  </a:lnTo>
                  <a:lnTo>
                    <a:pt x="2185768" y="2599778"/>
                  </a:lnTo>
                  <a:lnTo>
                    <a:pt x="2221928" y="2505037"/>
                  </a:lnTo>
                  <a:lnTo>
                    <a:pt x="2258182" y="2409537"/>
                  </a:lnTo>
                  <a:lnTo>
                    <a:pt x="2294457" y="2313857"/>
                  </a:lnTo>
                  <a:lnTo>
                    <a:pt x="2330683" y="2218584"/>
                  </a:lnTo>
                  <a:lnTo>
                    <a:pt x="2366789" y="2124292"/>
                  </a:lnTo>
                  <a:lnTo>
                    <a:pt x="2402711" y="2031532"/>
                  </a:lnTo>
                  <a:lnTo>
                    <a:pt x="2438397" y="1940817"/>
                  </a:lnTo>
                  <a:lnTo>
                    <a:pt x="2473808" y="1852610"/>
                  </a:lnTo>
                  <a:lnTo>
                    <a:pt x="2508920" y="1767317"/>
                  </a:lnTo>
                  <a:lnTo>
                    <a:pt x="2543730" y="1685279"/>
                  </a:lnTo>
                  <a:lnTo>
                    <a:pt x="2578256" y="1606769"/>
                  </a:lnTo>
                  <a:lnTo>
                    <a:pt x="2612538" y="1531991"/>
                  </a:lnTo>
                  <a:lnTo>
                    <a:pt x="2646643" y="1461080"/>
                  </a:lnTo>
                  <a:lnTo>
                    <a:pt x="2680665" y="1394105"/>
                  </a:lnTo>
                  <a:lnTo>
                    <a:pt x="2714728" y="1331075"/>
                  </a:lnTo>
                  <a:lnTo>
                    <a:pt x="2748991" y="1271942"/>
                  </a:lnTo>
                  <a:lnTo>
                    <a:pt x="2770117" y="1237671"/>
                  </a:lnTo>
                  <a:lnTo>
                    <a:pt x="2817503" y="1167029"/>
                  </a:lnTo>
                  <a:lnTo>
                    <a:pt x="2866422" y="1103251"/>
                  </a:lnTo>
                  <a:lnTo>
                    <a:pt x="2917586" y="1046012"/>
                  </a:lnTo>
                  <a:lnTo>
                    <a:pt x="2971789" y="994747"/>
                  </a:lnTo>
                  <a:lnTo>
                    <a:pt x="3029849" y="948808"/>
                  </a:lnTo>
                  <a:lnTo>
                    <a:pt x="3092541" y="907562"/>
                  </a:lnTo>
                  <a:lnTo>
                    <a:pt x="3160516" y="870442"/>
                  </a:lnTo>
                  <a:lnTo>
                    <a:pt x="3234202" y="836982"/>
                  </a:lnTo>
                  <a:lnTo>
                    <a:pt x="3313663" y="806825"/>
                  </a:lnTo>
                  <a:lnTo>
                    <a:pt x="3398435" y="779736"/>
                  </a:lnTo>
                  <a:lnTo>
                    <a:pt x="3487349" y="755597"/>
                  </a:lnTo>
                  <a:lnTo>
                    <a:pt x="3578391" y="734390"/>
                  </a:lnTo>
                  <a:lnTo>
                    <a:pt x="3668669" y="716166"/>
                  </a:lnTo>
                  <a:lnTo>
                    <a:pt x="3754567" y="700992"/>
                  </a:lnTo>
                  <a:lnTo>
                    <a:pt x="3832149" y="688895"/>
                  </a:lnTo>
                  <a:lnTo>
                    <a:pt x="3897783" y="679791"/>
                  </a:lnTo>
                  <a:lnTo>
                    <a:pt x="3948856" y="673450"/>
                  </a:lnTo>
                  <a:lnTo>
                    <a:pt x="3984383" y="669481"/>
                  </a:lnTo>
                  <a:lnTo>
                    <a:pt x="4005311" y="667368"/>
                  </a:lnTo>
                  <a:lnTo>
                    <a:pt x="4014484" y="666527"/>
                  </a:lnTo>
                  <a:lnTo>
                    <a:pt x="4016399" y="666367"/>
                  </a:lnTo>
                  <a:lnTo>
                    <a:pt x="4016409" y="666366"/>
                  </a:lnTo>
                  <a:lnTo>
                    <a:pt x="4538543" y="666366"/>
                  </a:lnTo>
                  <a:lnTo>
                    <a:pt x="4539805" y="666345"/>
                  </a:lnTo>
                  <a:lnTo>
                    <a:pt x="4548059" y="666200"/>
                  </a:lnTo>
                  <a:lnTo>
                    <a:pt x="4568699" y="665798"/>
                  </a:lnTo>
                  <a:lnTo>
                    <a:pt x="4605169" y="665010"/>
                  </a:lnTo>
                  <a:lnTo>
                    <a:pt x="4658658" y="663718"/>
                  </a:lnTo>
                  <a:lnTo>
                    <a:pt x="4728033" y="661836"/>
                  </a:lnTo>
                  <a:lnTo>
                    <a:pt x="4810233" y="659315"/>
                  </a:lnTo>
                  <a:lnTo>
                    <a:pt x="4901033" y="656139"/>
                  </a:lnTo>
                  <a:lnTo>
                    <a:pt x="4995940" y="652314"/>
                  </a:lnTo>
                  <a:lnTo>
                    <a:pt x="5090943" y="647858"/>
                  </a:lnTo>
                  <a:lnTo>
                    <a:pt x="5182957" y="642777"/>
                  </a:lnTo>
                  <a:lnTo>
                    <a:pt x="5269955" y="637063"/>
                  </a:lnTo>
                  <a:lnTo>
                    <a:pt x="5350881" y="630680"/>
                  </a:lnTo>
                  <a:lnTo>
                    <a:pt x="5425452" y="623567"/>
                  </a:lnTo>
                  <a:lnTo>
                    <a:pt x="5493939" y="615632"/>
                  </a:lnTo>
                  <a:lnTo>
                    <a:pt x="5556966" y="606760"/>
                  </a:lnTo>
                  <a:lnTo>
                    <a:pt x="5615368" y="596818"/>
                  </a:lnTo>
                  <a:lnTo>
                    <a:pt x="5670067" y="585659"/>
                  </a:lnTo>
                  <a:lnTo>
                    <a:pt x="5721994" y="573148"/>
                  </a:lnTo>
                  <a:lnTo>
                    <a:pt x="5772005" y="559190"/>
                  </a:lnTo>
                  <a:lnTo>
                    <a:pt x="5784835" y="555305"/>
                  </a:lnTo>
                  <a:lnTo>
                    <a:pt x="5836729" y="538358"/>
                  </a:lnTo>
                  <a:lnTo>
                    <a:pt x="5888119" y="519693"/>
                  </a:lnTo>
                  <a:lnTo>
                    <a:pt x="5939530" y="499282"/>
                  </a:lnTo>
                  <a:lnTo>
                    <a:pt x="5991322" y="477159"/>
                  </a:lnTo>
                  <a:lnTo>
                    <a:pt x="6043709" y="453422"/>
                  </a:lnTo>
                  <a:lnTo>
                    <a:pt x="6096778" y="428239"/>
                  </a:lnTo>
                  <a:lnTo>
                    <a:pt x="6150505" y="401844"/>
                  </a:lnTo>
                  <a:lnTo>
                    <a:pt x="6204771" y="374536"/>
                  </a:lnTo>
                  <a:lnTo>
                    <a:pt x="6259388" y="346663"/>
                  </a:lnTo>
                  <a:lnTo>
                    <a:pt x="6314123" y="318602"/>
                  </a:lnTo>
                  <a:lnTo>
                    <a:pt x="6368731" y="290743"/>
                  </a:lnTo>
                  <a:lnTo>
                    <a:pt x="6422979" y="263465"/>
                  </a:lnTo>
                  <a:lnTo>
                    <a:pt x="6476681" y="237113"/>
                  </a:lnTo>
                  <a:lnTo>
                    <a:pt x="6529723" y="211982"/>
                  </a:lnTo>
                  <a:lnTo>
                    <a:pt x="6582084" y="188306"/>
                  </a:lnTo>
                  <a:lnTo>
                    <a:pt x="6633857" y="166249"/>
                  </a:lnTo>
                  <a:lnTo>
                    <a:pt x="6685259" y="145906"/>
                  </a:lnTo>
                  <a:lnTo>
                    <a:pt x="6736658" y="127309"/>
                  </a:lnTo>
                  <a:lnTo>
                    <a:pt x="6786527" y="111061"/>
                  </a:lnTo>
                  <a:lnTo>
                    <a:pt x="6836161" y="96718"/>
                  </a:lnTo>
                  <a:lnTo>
                    <a:pt x="6887511" y="83836"/>
                  </a:lnTo>
                  <a:lnTo>
                    <a:pt x="6941398" y="72337"/>
                  </a:lnTo>
                  <a:lnTo>
                    <a:pt x="6998742" y="62091"/>
                  </a:lnTo>
                  <a:lnTo>
                    <a:pt x="7060477" y="52954"/>
                  </a:lnTo>
                  <a:lnTo>
                    <a:pt x="7127467" y="44786"/>
                  </a:lnTo>
                  <a:lnTo>
                    <a:pt x="7200407" y="37468"/>
                  </a:lnTo>
                  <a:lnTo>
                    <a:pt x="7279676" y="30901"/>
                  </a:lnTo>
                  <a:lnTo>
                    <a:pt x="7365155" y="25017"/>
                  </a:lnTo>
                  <a:lnTo>
                    <a:pt x="7456013" y="19773"/>
                  </a:lnTo>
                  <a:lnTo>
                    <a:pt x="7550490" y="15154"/>
                  </a:lnTo>
                  <a:lnTo>
                    <a:pt x="7645777" y="11163"/>
                  </a:lnTo>
                  <a:lnTo>
                    <a:pt x="7738073" y="7816"/>
                  </a:lnTo>
                  <a:lnTo>
                    <a:pt x="7822952" y="5124"/>
                  </a:lnTo>
                  <a:lnTo>
                    <a:pt x="7896033" y="3079"/>
                  </a:lnTo>
                  <a:lnTo>
                    <a:pt x="7953866" y="1640"/>
                  </a:lnTo>
                  <a:lnTo>
                    <a:pt x="7994761" y="730"/>
                  </a:lnTo>
                  <a:lnTo>
                    <a:pt x="8019287" y="240"/>
                  </a:lnTo>
                  <a:lnTo>
                    <a:pt x="8030326" y="40"/>
                  </a:lnTo>
                  <a:lnTo>
                    <a:pt x="8032796" y="0"/>
                  </a:lnTo>
                  <a:lnTo>
                    <a:pt x="8032819" y="0"/>
                  </a:lnTo>
                  <a:lnTo>
                    <a:pt x="8554953" y="0"/>
                  </a:lnTo>
                  <a:lnTo>
                    <a:pt x="8554953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792" name="pl1792"/>
            <p:cNvSpPr/>
            <p:nvPr/>
          </p:nvSpPr>
          <p:spPr>
            <a:xfrm>
              <a:off x="386606" y="1456609"/>
              <a:ext cx="8554953" cy="4094199"/>
            </a:xfrm>
            <a:custGeom>
              <a:avLst/>
              <a:pathLst>
                <a:path w="8554953" h="4094199">
                  <a:moveTo>
                    <a:pt x="8554953" y="0"/>
                  </a:moveTo>
                  <a:lnTo>
                    <a:pt x="8032819" y="0"/>
                  </a:lnTo>
                  <a:lnTo>
                    <a:pt x="8031557" y="20"/>
                  </a:lnTo>
                  <a:lnTo>
                    <a:pt x="8023302" y="165"/>
                  </a:lnTo>
                  <a:lnTo>
                    <a:pt x="8002663" y="567"/>
                  </a:lnTo>
                  <a:lnTo>
                    <a:pt x="7966193" y="1356"/>
                  </a:lnTo>
                  <a:lnTo>
                    <a:pt x="7912704" y="2647"/>
                  </a:lnTo>
                  <a:lnTo>
                    <a:pt x="7843329" y="4529"/>
                  </a:lnTo>
                  <a:lnTo>
                    <a:pt x="7761129" y="7050"/>
                  </a:lnTo>
                  <a:lnTo>
                    <a:pt x="7670329" y="10227"/>
                  </a:lnTo>
                  <a:lnTo>
                    <a:pt x="7575422" y="14051"/>
                  </a:lnTo>
                  <a:lnTo>
                    <a:pt x="7480419" y="18507"/>
                  </a:lnTo>
                  <a:lnTo>
                    <a:pt x="7388405" y="23588"/>
                  </a:lnTo>
                  <a:lnTo>
                    <a:pt x="7301407" y="29302"/>
                  </a:lnTo>
                  <a:lnTo>
                    <a:pt x="7220481" y="35685"/>
                  </a:lnTo>
                  <a:lnTo>
                    <a:pt x="7145910" y="42799"/>
                  </a:lnTo>
                  <a:lnTo>
                    <a:pt x="7077423" y="50733"/>
                  </a:lnTo>
                  <a:lnTo>
                    <a:pt x="7014396" y="59605"/>
                  </a:lnTo>
                  <a:lnTo>
                    <a:pt x="6955994" y="69547"/>
                  </a:lnTo>
                  <a:lnTo>
                    <a:pt x="6901295" y="80706"/>
                  </a:lnTo>
                  <a:lnTo>
                    <a:pt x="6849368" y="93217"/>
                  </a:lnTo>
                  <a:lnTo>
                    <a:pt x="6799357" y="107175"/>
                  </a:lnTo>
                  <a:lnTo>
                    <a:pt x="6786527" y="111061"/>
                  </a:lnTo>
                  <a:lnTo>
                    <a:pt x="6734633" y="128007"/>
                  </a:lnTo>
                  <a:lnTo>
                    <a:pt x="6683243" y="146672"/>
                  </a:lnTo>
                  <a:lnTo>
                    <a:pt x="6631832" y="167083"/>
                  </a:lnTo>
                  <a:lnTo>
                    <a:pt x="6580040" y="189206"/>
                  </a:lnTo>
                  <a:lnTo>
                    <a:pt x="6527653" y="212943"/>
                  </a:lnTo>
                  <a:lnTo>
                    <a:pt x="6474584" y="238127"/>
                  </a:lnTo>
                  <a:lnTo>
                    <a:pt x="6420857" y="264521"/>
                  </a:lnTo>
                  <a:lnTo>
                    <a:pt x="6366591" y="291829"/>
                  </a:lnTo>
                  <a:lnTo>
                    <a:pt x="6311974" y="319703"/>
                  </a:lnTo>
                  <a:lnTo>
                    <a:pt x="6257239" y="347764"/>
                  </a:lnTo>
                  <a:lnTo>
                    <a:pt x="6202631" y="375622"/>
                  </a:lnTo>
                  <a:lnTo>
                    <a:pt x="6148383" y="402900"/>
                  </a:lnTo>
                  <a:lnTo>
                    <a:pt x="6094681" y="429252"/>
                  </a:lnTo>
                  <a:lnTo>
                    <a:pt x="6041639" y="454383"/>
                  </a:lnTo>
                  <a:lnTo>
                    <a:pt x="5989277" y="478059"/>
                  </a:lnTo>
                  <a:lnTo>
                    <a:pt x="5937505" y="500117"/>
                  </a:lnTo>
                  <a:lnTo>
                    <a:pt x="5886102" y="520459"/>
                  </a:lnTo>
                  <a:lnTo>
                    <a:pt x="5834704" y="539056"/>
                  </a:lnTo>
                  <a:lnTo>
                    <a:pt x="5784835" y="555305"/>
                  </a:lnTo>
                  <a:lnTo>
                    <a:pt x="5735201" y="569647"/>
                  </a:lnTo>
                  <a:lnTo>
                    <a:pt x="5683851" y="582529"/>
                  </a:lnTo>
                  <a:lnTo>
                    <a:pt x="5629964" y="594028"/>
                  </a:lnTo>
                  <a:lnTo>
                    <a:pt x="5572620" y="604274"/>
                  </a:lnTo>
                  <a:lnTo>
                    <a:pt x="5510885" y="613412"/>
                  </a:lnTo>
                  <a:lnTo>
                    <a:pt x="5443895" y="621579"/>
                  </a:lnTo>
                  <a:lnTo>
                    <a:pt x="5370955" y="628897"/>
                  </a:lnTo>
                  <a:lnTo>
                    <a:pt x="5291686" y="635464"/>
                  </a:lnTo>
                  <a:lnTo>
                    <a:pt x="5206207" y="641348"/>
                  </a:lnTo>
                  <a:lnTo>
                    <a:pt x="5115349" y="646592"/>
                  </a:lnTo>
                  <a:lnTo>
                    <a:pt x="5020872" y="651212"/>
                  </a:lnTo>
                  <a:lnTo>
                    <a:pt x="4925585" y="655202"/>
                  </a:lnTo>
                  <a:lnTo>
                    <a:pt x="4833288" y="658549"/>
                  </a:lnTo>
                  <a:lnTo>
                    <a:pt x="4748410" y="661241"/>
                  </a:lnTo>
                  <a:lnTo>
                    <a:pt x="4675329" y="663286"/>
                  </a:lnTo>
                  <a:lnTo>
                    <a:pt x="4617496" y="664725"/>
                  </a:lnTo>
                  <a:lnTo>
                    <a:pt x="4576601" y="665635"/>
                  </a:lnTo>
                  <a:lnTo>
                    <a:pt x="4552075" y="666125"/>
                  </a:lnTo>
                  <a:lnTo>
                    <a:pt x="4541036" y="666325"/>
                  </a:lnTo>
                  <a:lnTo>
                    <a:pt x="4538566" y="666365"/>
                  </a:lnTo>
                  <a:lnTo>
                    <a:pt x="4538543" y="666366"/>
                  </a:lnTo>
                  <a:lnTo>
                    <a:pt x="4016409" y="666366"/>
                  </a:lnTo>
                  <a:lnTo>
                    <a:pt x="4015306" y="666457"/>
                  </a:lnTo>
                  <a:lnTo>
                    <a:pt x="4008067" y="667107"/>
                  </a:lnTo>
                  <a:lnTo>
                    <a:pt x="3989885" y="668906"/>
                  </a:lnTo>
                  <a:lnTo>
                    <a:pt x="3957546" y="672442"/>
                  </a:lnTo>
                  <a:lnTo>
                    <a:pt x="3909695" y="678252"/>
                  </a:lnTo>
                  <a:lnTo>
                    <a:pt x="3846929" y="686755"/>
                  </a:lnTo>
                  <a:lnTo>
                    <a:pt x="3771562" y="698216"/>
                  </a:lnTo>
                  <a:lnTo>
                    <a:pt x="3687073" y="712748"/>
                  </a:lnTo>
                  <a:lnTo>
                    <a:pt x="3597392" y="730341"/>
                  </a:lnTo>
                  <a:lnTo>
                    <a:pt x="3506243" y="750932"/>
                  </a:lnTo>
                  <a:lnTo>
                    <a:pt x="3416689" y="774461"/>
                  </a:lnTo>
                  <a:lnTo>
                    <a:pt x="3330930" y="800928"/>
                  </a:lnTo>
                  <a:lnTo>
                    <a:pt x="3250302" y="830430"/>
                  </a:lnTo>
                  <a:lnTo>
                    <a:pt x="3175403" y="863176"/>
                  </a:lnTo>
                  <a:lnTo>
                    <a:pt x="3106262" y="899497"/>
                  </a:lnTo>
                  <a:lnTo>
                    <a:pt x="3042517" y="939839"/>
                  </a:lnTo>
                  <a:lnTo>
                    <a:pt x="2983552" y="984749"/>
                  </a:lnTo>
                  <a:lnTo>
                    <a:pt x="2928611" y="1034849"/>
                  </a:lnTo>
                  <a:lnTo>
                    <a:pt x="2876881" y="1090791"/>
                  </a:lnTo>
                  <a:lnTo>
                    <a:pt x="2827556" y="1153167"/>
                  </a:lnTo>
                  <a:lnTo>
                    <a:pt x="2779903" y="1222371"/>
                  </a:lnTo>
                  <a:lnTo>
                    <a:pt x="2770117" y="1237671"/>
                  </a:lnTo>
                  <a:lnTo>
                    <a:pt x="2735639" y="1294466"/>
                  </a:lnTo>
                  <a:lnTo>
                    <a:pt x="2701475" y="1355105"/>
                  </a:lnTo>
                  <a:lnTo>
                    <a:pt x="2667444" y="1419666"/>
                  </a:lnTo>
                  <a:lnTo>
                    <a:pt x="2633403" y="1488175"/>
                  </a:lnTo>
                  <a:lnTo>
                    <a:pt x="2599239" y="1560601"/>
                  </a:lnTo>
                  <a:lnTo>
                    <a:pt x="2564869" y="1636849"/>
                  </a:lnTo>
                  <a:lnTo>
                    <a:pt x="2530237" y="1716758"/>
                  </a:lnTo>
                  <a:lnTo>
                    <a:pt x="2495310" y="1800097"/>
                  </a:lnTo>
                  <a:lnTo>
                    <a:pt x="2460080" y="1886567"/>
                  </a:lnTo>
                  <a:lnTo>
                    <a:pt x="2424559" y="1975800"/>
                  </a:lnTo>
                  <a:lnTo>
                    <a:pt x="2388775" y="2067368"/>
                  </a:lnTo>
                  <a:lnTo>
                    <a:pt x="2352775" y="2160787"/>
                  </a:lnTo>
                  <a:lnTo>
                    <a:pt x="2316614" y="2255527"/>
                  </a:lnTo>
                  <a:lnTo>
                    <a:pt x="2280361" y="2351027"/>
                  </a:lnTo>
                  <a:lnTo>
                    <a:pt x="2244085" y="2446707"/>
                  </a:lnTo>
                  <a:lnTo>
                    <a:pt x="2207859" y="2541980"/>
                  </a:lnTo>
                  <a:lnTo>
                    <a:pt x="2171754" y="2636272"/>
                  </a:lnTo>
                  <a:lnTo>
                    <a:pt x="2135831" y="2729032"/>
                  </a:lnTo>
                  <a:lnTo>
                    <a:pt x="2100145" y="2819747"/>
                  </a:lnTo>
                  <a:lnTo>
                    <a:pt x="2064734" y="2907954"/>
                  </a:lnTo>
                  <a:lnTo>
                    <a:pt x="2029622" y="2993247"/>
                  </a:lnTo>
                  <a:lnTo>
                    <a:pt x="1994812" y="3075285"/>
                  </a:lnTo>
                  <a:lnTo>
                    <a:pt x="1960286" y="3153795"/>
                  </a:lnTo>
                  <a:lnTo>
                    <a:pt x="1926004" y="3228573"/>
                  </a:lnTo>
                  <a:lnTo>
                    <a:pt x="1891900" y="3299484"/>
                  </a:lnTo>
                  <a:lnTo>
                    <a:pt x="1857878" y="3366459"/>
                  </a:lnTo>
                  <a:lnTo>
                    <a:pt x="1823814" y="3429489"/>
                  </a:lnTo>
                  <a:lnTo>
                    <a:pt x="1789551" y="3488622"/>
                  </a:lnTo>
                  <a:lnTo>
                    <a:pt x="1768425" y="3522893"/>
                  </a:lnTo>
                  <a:lnTo>
                    <a:pt x="1721039" y="3593536"/>
                  </a:lnTo>
                  <a:lnTo>
                    <a:pt x="1672120" y="3657313"/>
                  </a:lnTo>
                  <a:lnTo>
                    <a:pt x="1620956" y="3714552"/>
                  </a:lnTo>
                  <a:lnTo>
                    <a:pt x="1566753" y="3765818"/>
                  </a:lnTo>
                  <a:lnTo>
                    <a:pt x="1508693" y="3811757"/>
                  </a:lnTo>
                  <a:lnTo>
                    <a:pt x="1446001" y="3853003"/>
                  </a:lnTo>
                  <a:lnTo>
                    <a:pt x="1378026" y="3890122"/>
                  </a:lnTo>
                  <a:lnTo>
                    <a:pt x="1304340" y="3923582"/>
                  </a:lnTo>
                  <a:lnTo>
                    <a:pt x="1224879" y="3953740"/>
                  </a:lnTo>
                  <a:lnTo>
                    <a:pt x="1140107" y="3980828"/>
                  </a:lnTo>
                  <a:lnTo>
                    <a:pt x="1051193" y="4004967"/>
                  </a:lnTo>
                  <a:lnTo>
                    <a:pt x="960151" y="4026174"/>
                  </a:lnTo>
                  <a:lnTo>
                    <a:pt x="869874" y="4044399"/>
                  </a:lnTo>
                  <a:lnTo>
                    <a:pt x="783976" y="4059572"/>
                  </a:lnTo>
                  <a:lnTo>
                    <a:pt x="706393" y="4071669"/>
                  </a:lnTo>
                  <a:lnTo>
                    <a:pt x="640760" y="4080773"/>
                  </a:lnTo>
                  <a:lnTo>
                    <a:pt x="589686" y="4087114"/>
                  </a:lnTo>
                  <a:lnTo>
                    <a:pt x="554159" y="4091084"/>
                  </a:lnTo>
                  <a:lnTo>
                    <a:pt x="533231" y="4093197"/>
                  </a:lnTo>
                  <a:lnTo>
                    <a:pt x="524058" y="4094037"/>
                  </a:lnTo>
                  <a:lnTo>
                    <a:pt x="522143" y="4094198"/>
                  </a:lnTo>
                  <a:lnTo>
                    <a:pt x="522133" y="4094199"/>
                  </a:lnTo>
                  <a:lnTo>
                    <a:pt x="0" y="4094199"/>
                  </a:lnTo>
                  <a:lnTo>
                    <a:pt x="0" y="4094199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793" name="pg1793"/>
            <p:cNvSpPr/>
            <p:nvPr/>
          </p:nvSpPr>
          <p:spPr>
            <a:xfrm>
              <a:off x="386606" y="4376196"/>
              <a:ext cx="8554953" cy="1716740"/>
            </a:xfrm>
            <a:custGeom>
              <a:avLst/>
              <a:pathLst>
                <a:path w="8554953" h="1716740">
                  <a:moveTo>
                    <a:pt x="0" y="1197200"/>
                  </a:moveTo>
                  <a:lnTo>
                    <a:pt x="522133" y="1197200"/>
                  </a:lnTo>
                  <a:lnTo>
                    <a:pt x="523380" y="1197164"/>
                  </a:lnTo>
                  <a:lnTo>
                    <a:pt x="531533" y="1196907"/>
                  </a:lnTo>
                  <a:lnTo>
                    <a:pt x="551928" y="1196199"/>
                  </a:lnTo>
                  <a:lnTo>
                    <a:pt x="587992" y="1194806"/>
                  </a:lnTo>
                  <a:lnTo>
                    <a:pt x="640928" y="1192525"/>
                  </a:lnTo>
                  <a:lnTo>
                    <a:pt x="709664" y="1189201"/>
                  </a:lnTo>
                  <a:lnTo>
                    <a:pt x="791212" y="1184745"/>
                  </a:lnTo>
                  <a:lnTo>
                    <a:pt x="881420" y="1179126"/>
                  </a:lnTo>
                  <a:lnTo>
                    <a:pt x="975848" y="1172359"/>
                  </a:lnTo>
                  <a:lnTo>
                    <a:pt x="1070508" y="1164469"/>
                  </a:lnTo>
                  <a:lnTo>
                    <a:pt x="1162314" y="1155474"/>
                  </a:lnTo>
                  <a:lnTo>
                    <a:pt x="1249217" y="1145356"/>
                  </a:lnTo>
                  <a:lnTo>
                    <a:pt x="1330133" y="1134058"/>
                  </a:lnTo>
                  <a:lnTo>
                    <a:pt x="1404748" y="1121471"/>
                  </a:lnTo>
                  <a:lnTo>
                    <a:pt x="1473302" y="1107440"/>
                  </a:lnTo>
                  <a:lnTo>
                    <a:pt x="1536396" y="1091762"/>
                  </a:lnTo>
                  <a:lnTo>
                    <a:pt x="1594843" y="1074203"/>
                  </a:lnTo>
                  <a:lnTo>
                    <a:pt x="1649551" y="1054506"/>
                  </a:lnTo>
                  <a:lnTo>
                    <a:pt x="1701442" y="1032430"/>
                  </a:lnTo>
                  <a:lnTo>
                    <a:pt x="1751369" y="1007795"/>
                  </a:lnTo>
                  <a:lnTo>
                    <a:pt x="1768425" y="998608"/>
                  </a:lnTo>
                  <a:lnTo>
                    <a:pt x="1816494" y="970658"/>
                  </a:lnTo>
                  <a:lnTo>
                    <a:pt x="1864093" y="940078"/>
                  </a:lnTo>
                  <a:lnTo>
                    <a:pt x="1911655" y="906823"/>
                  </a:lnTo>
                  <a:lnTo>
                    <a:pt x="1959487" y="870924"/>
                  </a:lnTo>
                  <a:lnTo>
                    <a:pt x="2007789" y="832493"/>
                  </a:lnTo>
                  <a:lnTo>
                    <a:pt x="2056660" y="791737"/>
                  </a:lnTo>
                  <a:lnTo>
                    <a:pt x="2106117" y="748950"/>
                  </a:lnTo>
                  <a:lnTo>
                    <a:pt x="2156097" y="704514"/>
                  </a:lnTo>
                  <a:lnTo>
                    <a:pt x="2206482" y="658887"/>
                  </a:lnTo>
                  <a:lnTo>
                    <a:pt x="2257104" y="612581"/>
                  </a:lnTo>
                  <a:lnTo>
                    <a:pt x="2307774" y="566141"/>
                  </a:lnTo>
                  <a:lnTo>
                    <a:pt x="2358295" y="520121"/>
                  </a:lnTo>
                  <a:lnTo>
                    <a:pt x="2408487" y="475052"/>
                  </a:lnTo>
                  <a:lnTo>
                    <a:pt x="2458207" y="431421"/>
                  </a:lnTo>
                  <a:lnTo>
                    <a:pt x="2507362" y="389647"/>
                  </a:lnTo>
                  <a:lnTo>
                    <a:pt x="2555931" y="350069"/>
                  </a:lnTo>
                  <a:lnTo>
                    <a:pt x="2603970" y="312935"/>
                  </a:lnTo>
                  <a:lnTo>
                    <a:pt x="2651630" y="278401"/>
                  </a:lnTo>
                  <a:lnTo>
                    <a:pt x="2699166" y="246538"/>
                  </a:lnTo>
                  <a:lnTo>
                    <a:pt x="2746946" y="217336"/>
                  </a:lnTo>
                  <a:lnTo>
                    <a:pt x="2770117" y="204239"/>
                  </a:lnTo>
                  <a:lnTo>
                    <a:pt x="2819536" y="178697"/>
                  </a:lnTo>
                  <a:lnTo>
                    <a:pt x="2870651" y="155745"/>
                  </a:lnTo>
                  <a:lnTo>
                    <a:pt x="2924276" y="135245"/>
                  </a:lnTo>
                  <a:lnTo>
                    <a:pt x="2981316" y="116971"/>
                  </a:lnTo>
                  <a:lnTo>
                    <a:pt x="3042693" y="100666"/>
                  </a:lnTo>
                  <a:lnTo>
                    <a:pt x="3109264" y="86087"/>
                  </a:lnTo>
                  <a:lnTo>
                    <a:pt x="3181720" y="73017"/>
                  </a:lnTo>
                  <a:lnTo>
                    <a:pt x="3260445" y="61285"/>
                  </a:lnTo>
                  <a:lnTo>
                    <a:pt x="3345343" y="50766"/>
                  </a:lnTo>
                  <a:lnTo>
                    <a:pt x="3435622" y="41383"/>
                  </a:lnTo>
                  <a:lnTo>
                    <a:pt x="3529586" y="33108"/>
                  </a:lnTo>
                  <a:lnTo>
                    <a:pt x="3624508" y="25947"/>
                  </a:lnTo>
                  <a:lnTo>
                    <a:pt x="3716679" y="19926"/>
                  </a:lnTo>
                  <a:lnTo>
                    <a:pt x="3801746" y="15065"/>
                  </a:lnTo>
                  <a:lnTo>
                    <a:pt x="3875358" y="11354"/>
                  </a:lnTo>
                  <a:lnTo>
                    <a:pt x="3934027" y="8724"/>
                  </a:lnTo>
                  <a:lnTo>
                    <a:pt x="3975947" y="7044"/>
                  </a:lnTo>
                  <a:lnTo>
                    <a:pt x="4001516" y="6122"/>
                  </a:lnTo>
                  <a:lnTo>
                    <a:pt x="4013417" y="5735"/>
                  </a:lnTo>
                  <a:lnTo>
                    <a:pt x="4016409" y="5647"/>
                  </a:lnTo>
                  <a:lnTo>
                    <a:pt x="4538543" y="5647"/>
                  </a:lnTo>
                  <a:lnTo>
                    <a:pt x="4539766" y="5697"/>
                  </a:lnTo>
                  <a:lnTo>
                    <a:pt x="4547769" y="6058"/>
                  </a:lnTo>
                  <a:lnTo>
                    <a:pt x="4567801" y="7056"/>
                  </a:lnTo>
                  <a:lnTo>
                    <a:pt x="4603256" y="9017"/>
                  </a:lnTo>
                  <a:lnTo>
                    <a:pt x="4655367" y="12231"/>
                  </a:lnTo>
                  <a:lnTo>
                    <a:pt x="4723143" y="16918"/>
                  </a:lnTo>
                  <a:lnTo>
                    <a:pt x="4803708" y="23206"/>
                  </a:lnTo>
                  <a:lnTo>
                    <a:pt x="4893020" y="31142"/>
                  </a:lnTo>
                  <a:lnTo>
                    <a:pt x="4986719" y="40708"/>
                  </a:lnTo>
                  <a:lnTo>
                    <a:pt x="5080853" y="51867"/>
                  </a:lnTo>
                  <a:lnTo>
                    <a:pt x="5172334" y="64594"/>
                  </a:lnTo>
                  <a:lnTo>
                    <a:pt x="5259086" y="78908"/>
                  </a:lnTo>
                  <a:lnTo>
                    <a:pt x="5339981" y="94886"/>
                  </a:lnTo>
                  <a:lnTo>
                    <a:pt x="5414656" y="112675"/>
                  </a:lnTo>
                  <a:lnTo>
                    <a:pt x="5483310" y="132490"/>
                  </a:lnTo>
                  <a:lnTo>
                    <a:pt x="5546506" y="154607"/>
                  </a:lnTo>
                  <a:lnTo>
                    <a:pt x="5605025" y="179356"/>
                  </a:lnTo>
                  <a:lnTo>
                    <a:pt x="5659753" y="207094"/>
                  </a:lnTo>
                  <a:lnTo>
                    <a:pt x="5711595" y="238169"/>
                  </a:lnTo>
                  <a:lnTo>
                    <a:pt x="5761402" y="272847"/>
                  </a:lnTo>
                  <a:lnTo>
                    <a:pt x="5784835" y="290829"/>
                  </a:lnTo>
                  <a:lnTo>
                    <a:pt x="5828971" y="327520"/>
                  </a:lnTo>
                  <a:lnTo>
                    <a:pt x="5872678" y="367384"/>
                  </a:lnTo>
                  <a:lnTo>
                    <a:pt x="5916303" y="410482"/>
                  </a:lnTo>
                  <a:lnTo>
                    <a:pt x="5960102" y="456797"/>
                  </a:lnTo>
                  <a:lnTo>
                    <a:pt x="6004251" y="506232"/>
                  </a:lnTo>
                  <a:lnTo>
                    <a:pt x="6048856" y="558596"/>
                  </a:lnTo>
                  <a:lnTo>
                    <a:pt x="6093957" y="613607"/>
                  </a:lnTo>
                  <a:lnTo>
                    <a:pt x="6139536" y="670892"/>
                  </a:lnTo>
                  <a:lnTo>
                    <a:pt x="6185528" y="729992"/>
                  </a:lnTo>
                  <a:lnTo>
                    <a:pt x="6231827" y="790378"/>
                  </a:lnTo>
                  <a:lnTo>
                    <a:pt x="6278299" y="851472"/>
                  </a:lnTo>
                  <a:lnTo>
                    <a:pt x="6324796" y="912664"/>
                  </a:lnTo>
                  <a:lnTo>
                    <a:pt x="6371166" y="973340"/>
                  </a:lnTo>
                  <a:lnTo>
                    <a:pt x="6417268" y="1032908"/>
                  </a:lnTo>
                  <a:lnTo>
                    <a:pt x="6462988" y="1090822"/>
                  </a:lnTo>
                  <a:lnTo>
                    <a:pt x="6508244" y="1146600"/>
                  </a:lnTo>
                  <a:lnTo>
                    <a:pt x="6553005" y="1199839"/>
                  </a:lnTo>
                  <a:lnTo>
                    <a:pt x="6597291" y="1250229"/>
                  </a:lnTo>
                  <a:lnTo>
                    <a:pt x="6641186" y="1297549"/>
                  </a:lnTo>
                  <a:lnTo>
                    <a:pt x="6684842" y="1341674"/>
                  </a:lnTo>
                  <a:lnTo>
                    <a:pt x="6728490" y="1382561"/>
                  </a:lnTo>
                  <a:lnTo>
                    <a:pt x="6772446" y="1420249"/>
                  </a:lnTo>
                  <a:lnTo>
                    <a:pt x="6786527" y="1431557"/>
                  </a:lnTo>
                  <a:lnTo>
                    <a:pt x="6835621" y="1468010"/>
                  </a:lnTo>
                  <a:lnTo>
                    <a:pt x="6886386" y="1500792"/>
                  </a:lnTo>
                  <a:lnTo>
                    <a:pt x="6939616" y="1530094"/>
                  </a:lnTo>
                  <a:lnTo>
                    <a:pt x="6996199" y="1556234"/>
                  </a:lnTo>
                  <a:lnTo>
                    <a:pt x="7057041" y="1579573"/>
                  </a:lnTo>
                  <a:lnTo>
                    <a:pt x="7122984" y="1600456"/>
                  </a:lnTo>
                  <a:lnTo>
                    <a:pt x="7194714" y="1619187"/>
                  </a:lnTo>
                  <a:lnTo>
                    <a:pt x="7272626" y="1636014"/>
                  </a:lnTo>
                  <a:lnTo>
                    <a:pt x="7356651" y="1651114"/>
                  </a:lnTo>
                  <a:lnTo>
                    <a:pt x="7446057" y="1664597"/>
                  </a:lnTo>
                  <a:lnTo>
                    <a:pt x="7539239" y="1676511"/>
                  </a:lnTo>
                  <a:lnTo>
                    <a:pt x="7633594" y="1686847"/>
                  </a:lnTo>
                  <a:lnTo>
                    <a:pt x="7725548" y="1695571"/>
                  </a:lnTo>
                  <a:lnTo>
                    <a:pt x="7810861" y="1702650"/>
                  </a:lnTo>
                  <a:lnTo>
                    <a:pt x="7885234" y="1708097"/>
                  </a:lnTo>
                  <a:lnTo>
                    <a:pt x="7945127" y="1711996"/>
                  </a:lnTo>
                  <a:lnTo>
                    <a:pt x="7988574" y="1714527"/>
                  </a:lnTo>
                  <a:lnTo>
                    <a:pt x="8015723" y="1715948"/>
                  </a:lnTo>
                  <a:lnTo>
                    <a:pt x="8028959" y="1716574"/>
                  </a:lnTo>
                  <a:lnTo>
                    <a:pt x="8032679" y="1716734"/>
                  </a:lnTo>
                  <a:lnTo>
                    <a:pt x="8032819" y="1716740"/>
                  </a:lnTo>
                  <a:lnTo>
                    <a:pt x="8554953" y="1716740"/>
                  </a:lnTo>
                  <a:lnTo>
                    <a:pt x="8554953" y="1711092"/>
                  </a:lnTo>
                  <a:lnTo>
                    <a:pt x="8032819" y="1711092"/>
                  </a:lnTo>
                  <a:lnTo>
                    <a:pt x="8031596" y="1711042"/>
                  </a:lnTo>
                  <a:lnTo>
                    <a:pt x="8023593" y="1710681"/>
                  </a:lnTo>
                  <a:lnTo>
                    <a:pt x="8003561" y="1709683"/>
                  </a:lnTo>
                  <a:lnTo>
                    <a:pt x="7968106" y="1707722"/>
                  </a:lnTo>
                  <a:lnTo>
                    <a:pt x="7915995" y="1704508"/>
                  </a:lnTo>
                  <a:lnTo>
                    <a:pt x="7848219" y="1699821"/>
                  </a:lnTo>
                  <a:lnTo>
                    <a:pt x="7767654" y="1693533"/>
                  </a:lnTo>
                  <a:lnTo>
                    <a:pt x="7678342" y="1685597"/>
                  </a:lnTo>
                  <a:lnTo>
                    <a:pt x="7584643" y="1676031"/>
                  </a:lnTo>
                  <a:lnTo>
                    <a:pt x="7490509" y="1664872"/>
                  </a:lnTo>
                  <a:lnTo>
                    <a:pt x="7399028" y="1652145"/>
                  </a:lnTo>
                  <a:lnTo>
                    <a:pt x="7312276" y="1637831"/>
                  </a:lnTo>
                  <a:lnTo>
                    <a:pt x="7231381" y="1621853"/>
                  </a:lnTo>
                  <a:lnTo>
                    <a:pt x="7156705" y="1604064"/>
                  </a:lnTo>
                  <a:lnTo>
                    <a:pt x="7088052" y="1584249"/>
                  </a:lnTo>
                  <a:lnTo>
                    <a:pt x="7024856" y="1562132"/>
                  </a:lnTo>
                  <a:lnTo>
                    <a:pt x="6966337" y="1537383"/>
                  </a:lnTo>
                  <a:lnTo>
                    <a:pt x="6911609" y="1509645"/>
                  </a:lnTo>
                  <a:lnTo>
                    <a:pt x="6859767" y="1478570"/>
                  </a:lnTo>
                  <a:lnTo>
                    <a:pt x="6809960" y="1443892"/>
                  </a:lnTo>
                  <a:lnTo>
                    <a:pt x="6786527" y="1425910"/>
                  </a:lnTo>
                  <a:lnTo>
                    <a:pt x="6742391" y="1389219"/>
                  </a:lnTo>
                  <a:lnTo>
                    <a:pt x="6698684" y="1349355"/>
                  </a:lnTo>
                  <a:lnTo>
                    <a:pt x="6655059" y="1306257"/>
                  </a:lnTo>
                  <a:lnTo>
                    <a:pt x="6611260" y="1259942"/>
                  </a:lnTo>
                  <a:lnTo>
                    <a:pt x="6567111" y="1210507"/>
                  </a:lnTo>
                  <a:lnTo>
                    <a:pt x="6522506" y="1158143"/>
                  </a:lnTo>
                  <a:lnTo>
                    <a:pt x="6477405" y="1103132"/>
                  </a:lnTo>
                  <a:lnTo>
                    <a:pt x="6431826" y="1045847"/>
                  </a:lnTo>
                  <a:lnTo>
                    <a:pt x="6385834" y="986747"/>
                  </a:lnTo>
                  <a:lnTo>
                    <a:pt x="6339535" y="926361"/>
                  </a:lnTo>
                  <a:lnTo>
                    <a:pt x="6293063" y="865267"/>
                  </a:lnTo>
                  <a:lnTo>
                    <a:pt x="6246566" y="804075"/>
                  </a:lnTo>
                  <a:lnTo>
                    <a:pt x="6200196" y="743399"/>
                  </a:lnTo>
                  <a:lnTo>
                    <a:pt x="6154094" y="683831"/>
                  </a:lnTo>
                  <a:lnTo>
                    <a:pt x="6108374" y="625917"/>
                  </a:lnTo>
                  <a:lnTo>
                    <a:pt x="6063118" y="570139"/>
                  </a:lnTo>
                  <a:lnTo>
                    <a:pt x="6018357" y="516900"/>
                  </a:lnTo>
                  <a:lnTo>
                    <a:pt x="5974071" y="466510"/>
                  </a:lnTo>
                  <a:lnTo>
                    <a:pt x="5930176" y="419190"/>
                  </a:lnTo>
                  <a:lnTo>
                    <a:pt x="5886520" y="375065"/>
                  </a:lnTo>
                  <a:lnTo>
                    <a:pt x="5842872" y="334178"/>
                  </a:lnTo>
                  <a:lnTo>
                    <a:pt x="5798916" y="296490"/>
                  </a:lnTo>
                  <a:lnTo>
                    <a:pt x="5784835" y="285182"/>
                  </a:lnTo>
                  <a:lnTo>
                    <a:pt x="5735741" y="248729"/>
                  </a:lnTo>
                  <a:lnTo>
                    <a:pt x="5684976" y="215947"/>
                  </a:lnTo>
                  <a:lnTo>
                    <a:pt x="5631746" y="186645"/>
                  </a:lnTo>
                  <a:lnTo>
                    <a:pt x="5575163" y="160505"/>
                  </a:lnTo>
                  <a:lnTo>
                    <a:pt x="5514321" y="137167"/>
                  </a:lnTo>
                  <a:lnTo>
                    <a:pt x="5448378" y="116283"/>
                  </a:lnTo>
                  <a:lnTo>
                    <a:pt x="5376648" y="97552"/>
                  </a:lnTo>
                  <a:lnTo>
                    <a:pt x="5298736" y="80725"/>
                  </a:lnTo>
                  <a:lnTo>
                    <a:pt x="5214711" y="65625"/>
                  </a:lnTo>
                  <a:lnTo>
                    <a:pt x="5125305" y="52142"/>
                  </a:lnTo>
                  <a:lnTo>
                    <a:pt x="5032123" y="40228"/>
                  </a:lnTo>
                  <a:lnTo>
                    <a:pt x="4937768" y="29892"/>
                  </a:lnTo>
                  <a:lnTo>
                    <a:pt x="4845814" y="21168"/>
                  </a:lnTo>
                  <a:lnTo>
                    <a:pt x="4760501" y="14089"/>
                  </a:lnTo>
                  <a:lnTo>
                    <a:pt x="4686128" y="8642"/>
                  </a:lnTo>
                  <a:lnTo>
                    <a:pt x="4626235" y="4743"/>
                  </a:lnTo>
                  <a:lnTo>
                    <a:pt x="4582788" y="2212"/>
                  </a:lnTo>
                  <a:lnTo>
                    <a:pt x="4555639" y="791"/>
                  </a:lnTo>
                  <a:lnTo>
                    <a:pt x="4542403" y="165"/>
                  </a:lnTo>
                  <a:lnTo>
                    <a:pt x="4538683" y="5"/>
                  </a:lnTo>
                  <a:lnTo>
                    <a:pt x="4538543" y="0"/>
                  </a:lnTo>
                  <a:lnTo>
                    <a:pt x="4016409" y="0"/>
                  </a:lnTo>
                  <a:lnTo>
                    <a:pt x="4015163" y="35"/>
                  </a:lnTo>
                  <a:lnTo>
                    <a:pt x="4007009" y="292"/>
                  </a:lnTo>
                  <a:lnTo>
                    <a:pt x="3986614" y="1001"/>
                  </a:lnTo>
                  <a:lnTo>
                    <a:pt x="3950551" y="2393"/>
                  </a:lnTo>
                  <a:lnTo>
                    <a:pt x="3897614" y="4674"/>
                  </a:lnTo>
                  <a:lnTo>
                    <a:pt x="3828878" y="7998"/>
                  </a:lnTo>
                  <a:lnTo>
                    <a:pt x="3747330" y="12455"/>
                  </a:lnTo>
                  <a:lnTo>
                    <a:pt x="3657122" y="18073"/>
                  </a:lnTo>
                  <a:lnTo>
                    <a:pt x="3562694" y="24841"/>
                  </a:lnTo>
                  <a:lnTo>
                    <a:pt x="3468034" y="32730"/>
                  </a:lnTo>
                  <a:lnTo>
                    <a:pt x="3376229" y="41726"/>
                  </a:lnTo>
                  <a:lnTo>
                    <a:pt x="3289325" y="51843"/>
                  </a:lnTo>
                  <a:lnTo>
                    <a:pt x="3208409" y="63141"/>
                  </a:lnTo>
                  <a:lnTo>
                    <a:pt x="3133794" y="75728"/>
                  </a:lnTo>
                  <a:lnTo>
                    <a:pt x="3065240" y="89759"/>
                  </a:lnTo>
                  <a:lnTo>
                    <a:pt x="3002146" y="105437"/>
                  </a:lnTo>
                  <a:lnTo>
                    <a:pt x="2943699" y="122996"/>
                  </a:lnTo>
                  <a:lnTo>
                    <a:pt x="2888991" y="142693"/>
                  </a:lnTo>
                  <a:lnTo>
                    <a:pt x="2837100" y="164770"/>
                  </a:lnTo>
                  <a:lnTo>
                    <a:pt x="2787174" y="189404"/>
                  </a:lnTo>
                  <a:lnTo>
                    <a:pt x="2770117" y="198592"/>
                  </a:lnTo>
                  <a:lnTo>
                    <a:pt x="2722048" y="226541"/>
                  </a:lnTo>
                  <a:lnTo>
                    <a:pt x="2674449" y="257121"/>
                  </a:lnTo>
                  <a:lnTo>
                    <a:pt x="2626887" y="290376"/>
                  </a:lnTo>
                  <a:lnTo>
                    <a:pt x="2579055" y="326276"/>
                  </a:lnTo>
                  <a:lnTo>
                    <a:pt x="2530753" y="364706"/>
                  </a:lnTo>
                  <a:lnTo>
                    <a:pt x="2481882" y="405463"/>
                  </a:lnTo>
                  <a:lnTo>
                    <a:pt x="2432426" y="448249"/>
                  </a:lnTo>
                  <a:lnTo>
                    <a:pt x="2382445" y="492685"/>
                  </a:lnTo>
                  <a:lnTo>
                    <a:pt x="2332061" y="538312"/>
                  </a:lnTo>
                  <a:lnTo>
                    <a:pt x="2281438" y="584619"/>
                  </a:lnTo>
                  <a:lnTo>
                    <a:pt x="2230769" y="631058"/>
                  </a:lnTo>
                  <a:lnTo>
                    <a:pt x="2180247" y="677078"/>
                  </a:lnTo>
                  <a:lnTo>
                    <a:pt x="2130055" y="722147"/>
                  </a:lnTo>
                  <a:lnTo>
                    <a:pt x="2080335" y="765778"/>
                  </a:lnTo>
                  <a:lnTo>
                    <a:pt x="2031180" y="807552"/>
                  </a:lnTo>
                  <a:lnTo>
                    <a:pt x="1982612" y="847130"/>
                  </a:lnTo>
                  <a:lnTo>
                    <a:pt x="1934572" y="884265"/>
                  </a:lnTo>
                  <a:lnTo>
                    <a:pt x="1886912" y="918798"/>
                  </a:lnTo>
                  <a:lnTo>
                    <a:pt x="1839376" y="950661"/>
                  </a:lnTo>
                  <a:lnTo>
                    <a:pt x="1791596" y="979864"/>
                  </a:lnTo>
                  <a:lnTo>
                    <a:pt x="1768425" y="992960"/>
                  </a:lnTo>
                  <a:lnTo>
                    <a:pt x="1719006" y="1018502"/>
                  </a:lnTo>
                  <a:lnTo>
                    <a:pt x="1667891" y="1041455"/>
                  </a:lnTo>
                  <a:lnTo>
                    <a:pt x="1614266" y="1061954"/>
                  </a:lnTo>
                  <a:lnTo>
                    <a:pt x="1557226" y="1080228"/>
                  </a:lnTo>
                  <a:lnTo>
                    <a:pt x="1495849" y="1096533"/>
                  </a:lnTo>
                  <a:lnTo>
                    <a:pt x="1429278" y="1111112"/>
                  </a:lnTo>
                  <a:lnTo>
                    <a:pt x="1356823" y="1124182"/>
                  </a:lnTo>
                  <a:lnTo>
                    <a:pt x="1278097" y="1135914"/>
                  </a:lnTo>
                  <a:lnTo>
                    <a:pt x="1193199" y="1146434"/>
                  </a:lnTo>
                  <a:lnTo>
                    <a:pt x="1102920" y="1155816"/>
                  </a:lnTo>
                  <a:lnTo>
                    <a:pt x="1008956" y="1164091"/>
                  </a:lnTo>
                  <a:lnTo>
                    <a:pt x="914035" y="1171252"/>
                  </a:lnTo>
                  <a:lnTo>
                    <a:pt x="821864" y="1177273"/>
                  </a:lnTo>
                  <a:lnTo>
                    <a:pt x="736797" y="1182134"/>
                  </a:lnTo>
                  <a:lnTo>
                    <a:pt x="663184" y="1185845"/>
                  </a:lnTo>
                  <a:lnTo>
                    <a:pt x="604515" y="1188475"/>
                  </a:lnTo>
                  <a:lnTo>
                    <a:pt x="562595" y="1190155"/>
                  </a:lnTo>
                  <a:lnTo>
                    <a:pt x="537026" y="1191077"/>
                  </a:lnTo>
                  <a:lnTo>
                    <a:pt x="525126" y="1191464"/>
                  </a:lnTo>
                  <a:lnTo>
                    <a:pt x="522133" y="1191553"/>
                  </a:lnTo>
                  <a:lnTo>
                    <a:pt x="0" y="1191553"/>
                  </a:lnTo>
                  <a:close/>
                </a:path>
              </a:pathLst>
            </a:custGeom>
            <a:solidFill>
              <a:srgbClr val="6FA8DC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1794" name="pl1794"/>
            <p:cNvSpPr/>
            <p:nvPr/>
          </p:nvSpPr>
          <p:spPr>
            <a:xfrm>
              <a:off x="386606" y="4381844"/>
              <a:ext cx="8554953" cy="1711092"/>
            </a:xfrm>
            <a:custGeom>
              <a:avLst/>
              <a:pathLst>
                <a:path w="8554953" h="1711092">
                  <a:moveTo>
                    <a:pt x="0" y="1191553"/>
                  </a:moveTo>
                  <a:lnTo>
                    <a:pt x="522133" y="1191553"/>
                  </a:lnTo>
                  <a:lnTo>
                    <a:pt x="523380" y="1191517"/>
                  </a:lnTo>
                  <a:lnTo>
                    <a:pt x="531533" y="1191260"/>
                  </a:lnTo>
                  <a:lnTo>
                    <a:pt x="551928" y="1190551"/>
                  </a:lnTo>
                  <a:lnTo>
                    <a:pt x="587992" y="1189159"/>
                  </a:lnTo>
                  <a:lnTo>
                    <a:pt x="640928" y="1186878"/>
                  </a:lnTo>
                  <a:lnTo>
                    <a:pt x="709664" y="1183554"/>
                  </a:lnTo>
                  <a:lnTo>
                    <a:pt x="791212" y="1179098"/>
                  </a:lnTo>
                  <a:lnTo>
                    <a:pt x="881420" y="1173479"/>
                  </a:lnTo>
                  <a:lnTo>
                    <a:pt x="975848" y="1166712"/>
                  </a:lnTo>
                  <a:lnTo>
                    <a:pt x="1070508" y="1158822"/>
                  </a:lnTo>
                  <a:lnTo>
                    <a:pt x="1162314" y="1149827"/>
                  </a:lnTo>
                  <a:lnTo>
                    <a:pt x="1249217" y="1139709"/>
                  </a:lnTo>
                  <a:lnTo>
                    <a:pt x="1330133" y="1128411"/>
                  </a:lnTo>
                  <a:lnTo>
                    <a:pt x="1404748" y="1115824"/>
                  </a:lnTo>
                  <a:lnTo>
                    <a:pt x="1473302" y="1101793"/>
                  </a:lnTo>
                  <a:lnTo>
                    <a:pt x="1536396" y="1086115"/>
                  </a:lnTo>
                  <a:lnTo>
                    <a:pt x="1594843" y="1068556"/>
                  </a:lnTo>
                  <a:lnTo>
                    <a:pt x="1649551" y="1048859"/>
                  </a:lnTo>
                  <a:lnTo>
                    <a:pt x="1701442" y="1026782"/>
                  </a:lnTo>
                  <a:lnTo>
                    <a:pt x="1751369" y="1002148"/>
                  </a:lnTo>
                  <a:lnTo>
                    <a:pt x="1768425" y="992960"/>
                  </a:lnTo>
                  <a:lnTo>
                    <a:pt x="1816494" y="965011"/>
                  </a:lnTo>
                  <a:lnTo>
                    <a:pt x="1864093" y="934431"/>
                  </a:lnTo>
                  <a:lnTo>
                    <a:pt x="1911655" y="901176"/>
                  </a:lnTo>
                  <a:lnTo>
                    <a:pt x="1959487" y="865277"/>
                  </a:lnTo>
                  <a:lnTo>
                    <a:pt x="2007789" y="826846"/>
                  </a:lnTo>
                  <a:lnTo>
                    <a:pt x="2056660" y="786090"/>
                  </a:lnTo>
                  <a:lnTo>
                    <a:pt x="2106117" y="743303"/>
                  </a:lnTo>
                  <a:lnTo>
                    <a:pt x="2156097" y="698867"/>
                  </a:lnTo>
                  <a:lnTo>
                    <a:pt x="2206482" y="653240"/>
                  </a:lnTo>
                  <a:lnTo>
                    <a:pt x="2257104" y="606933"/>
                  </a:lnTo>
                  <a:lnTo>
                    <a:pt x="2307774" y="560494"/>
                  </a:lnTo>
                  <a:lnTo>
                    <a:pt x="2358295" y="514474"/>
                  </a:lnTo>
                  <a:lnTo>
                    <a:pt x="2408487" y="469405"/>
                  </a:lnTo>
                  <a:lnTo>
                    <a:pt x="2458207" y="425774"/>
                  </a:lnTo>
                  <a:lnTo>
                    <a:pt x="2507362" y="384000"/>
                  </a:lnTo>
                  <a:lnTo>
                    <a:pt x="2555931" y="344422"/>
                  </a:lnTo>
                  <a:lnTo>
                    <a:pt x="2603970" y="307287"/>
                  </a:lnTo>
                  <a:lnTo>
                    <a:pt x="2651630" y="272754"/>
                  </a:lnTo>
                  <a:lnTo>
                    <a:pt x="2699166" y="240891"/>
                  </a:lnTo>
                  <a:lnTo>
                    <a:pt x="2746946" y="211689"/>
                  </a:lnTo>
                  <a:lnTo>
                    <a:pt x="2770117" y="198592"/>
                  </a:lnTo>
                  <a:lnTo>
                    <a:pt x="2819536" y="173050"/>
                  </a:lnTo>
                  <a:lnTo>
                    <a:pt x="2870651" y="150098"/>
                  </a:lnTo>
                  <a:lnTo>
                    <a:pt x="2924276" y="129598"/>
                  </a:lnTo>
                  <a:lnTo>
                    <a:pt x="2981316" y="111324"/>
                  </a:lnTo>
                  <a:lnTo>
                    <a:pt x="3042693" y="95019"/>
                  </a:lnTo>
                  <a:lnTo>
                    <a:pt x="3109264" y="80440"/>
                  </a:lnTo>
                  <a:lnTo>
                    <a:pt x="3181720" y="67370"/>
                  </a:lnTo>
                  <a:lnTo>
                    <a:pt x="3260445" y="55638"/>
                  </a:lnTo>
                  <a:lnTo>
                    <a:pt x="3345343" y="45119"/>
                  </a:lnTo>
                  <a:lnTo>
                    <a:pt x="3435622" y="35736"/>
                  </a:lnTo>
                  <a:lnTo>
                    <a:pt x="3529586" y="27461"/>
                  </a:lnTo>
                  <a:lnTo>
                    <a:pt x="3624508" y="20300"/>
                  </a:lnTo>
                  <a:lnTo>
                    <a:pt x="3716679" y="14279"/>
                  </a:lnTo>
                  <a:lnTo>
                    <a:pt x="3801746" y="9418"/>
                  </a:lnTo>
                  <a:lnTo>
                    <a:pt x="3875358" y="5707"/>
                  </a:lnTo>
                  <a:lnTo>
                    <a:pt x="3934027" y="3077"/>
                  </a:lnTo>
                  <a:lnTo>
                    <a:pt x="3975947" y="1397"/>
                  </a:lnTo>
                  <a:lnTo>
                    <a:pt x="4001516" y="475"/>
                  </a:lnTo>
                  <a:lnTo>
                    <a:pt x="4013417" y="88"/>
                  </a:lnTo>
                  <a:lnTo>
                    <a:pt x="4016355" y="1"/>
                  </a:lnTo>
                  <a:lnTo>
                    <a:pt x="4016409" y="0"/>
                  </a:lnTo>
                  <a:lnTo>
                    <a:pt x="4538543" y="0"/>
                  </a:lnTo>
                  <a:lnTo>
                    <a:pt x="4539766" y="50"/>
                  </a:lnTo>
                  <a:lnTo>
                    <a:pt x="4547769" y="411"/>
                  </a:lnTo>
                  <a:lnTo>
                    <a:pt x="4567801" y="1409"/>
                  </a:lnTo>
                  <a:lnTo>
                    <a:pt x="4603256" y="3370"/>
                  </a:lnTo>
                  <a:lnTo>
                    <a:pt x="4655367" y="6584"/>
                  </a:lnTo>
                  <a:lnTo>
                    <a:pt x="4723143" y="11270"/>
                  </a:lnTo>
                  <a:lnTo>
                    <a:pt x="4803708" y="17559"/>
                  </a:lnTo>
                  <a:lnTo>
                    <a:pt x="4893020" y="25495"/>
                  </a:lnTo>
                  <a:lnTo>
                    <a:pt x="4986719" y="35061"/>
                  </a:lnTo>
                  <a:lnTo>
                    <a:pt x="5080853" y="46220"/>
                  </a:lnTo>
                  <a:lnTo>
                    <a:pt x="5172334" y="58947"/>
                  </a:lnTo>
                  <a:lnTo>
                    <a:pt x="5259086" y="73261"/>
                  </a:lnTo>
                  <a:lnTo>
                    <a:pt x="5339981" y="89239"/>
                  </a:lnTo>
                  <a:lnTo>
                    <a:pt x="5414656" y="107028"/>
                  </a:lnTo>
                  <a:lnTo>
                    <a:pt x="5483310" y="126843"/>
                  </a:lnTo>
                  <a:lnTo>
                    <a:pt x="5546506" y="148960"/>
                  </a:lnTo>
                  <a:lnTo>
                    <a:pt x="5605025" y="173708"/>
                  </a:lnTo>
                  <a:lnTo>
                    <a:pt x="5659753" y="201447"/>
                  </a:lnTo>
                  <a:lnTo>
                    <a:pt x="5711595" y="232521"/>
                  </a:lnTo>
                  <a:lnTo>
                    <a:pt x="5761402" y="267199"/>
                  </a:lnTo>
                  <a:lnTo>
                    <a:pt x="5784835" y="285182"/>
                  </a:lnTo>
                  <a:lnTo>
                    <a:pt x="5828971" y="321873"/>
                  </a:lnTo>
                  <a:lnTo>
                    <a:pt x="5872678" y="361737"/>
                  </a:lnTo>
                  <a:lnTo>
                    <a:pt x="5916303" y="404834"/>
                  </a:lnTo>
                  <a:lnTo>
                    <a:pt x="5960102" y="451150"/>
                  </a:lnTo>
                  <a:lnTo>
                    <a:pt x="6004251" y="500585"/>
                  </a:lnTo>
                  <a:lnTo>
                    <a:pt x="6048856" y="552949"/>
                  </a:lnTo>
                  <a:lnTo>
                    <a:pt x="6093957" y="607960"/>
                  </a:lnTo>
                  <a:lnTo>
                    <a:pt x="6139536" y="665245"/>
                  </a:lnTo>
                  <a:lnTo>
                    <a:pt x="6185528" y="724344"/>
                  </a:lnTo>
                  <a:lnTo>
                    <a:pt x="6231827" y="784731"/>
                  </a:lnTo>
                  <a:lnTo>
                    <a:pt x="6278299" y="845825"/>
                  </a:lnTo>
                  <a:lnTo>
                    <a:pt x="6324796" y="907017"/>
                  </a:lnTo>
                  <a:lnTo>
                    <a:pt x="6371166" y="967693"/>
                  </a:lnTo>
                  <a:lnTo>
                    <a:pt x="6417268" y="1027261"/>
                  </a:lnTo>
                  <a:lnTo>
                    <a:pt x="6462988" y="1085175"/>
                  </a:lnTo>
                  <a:lnTo>
                    <a:pt x="6508244" y="1140953"/>
                  </a:lnTo>
                  <a:lnTo>
                    <a:pt x="6553005" y="1194192"/>
                  </a:lnTo>
                  <a:lnTo>
                    <a:pt x="6597291" y="1244582"/>
                  </a:lnTo>
                  <a:lnTo>
                    <a:pt x="6641186" y="1291902"/>
                  </a:lnTo>
                  <a:lnTo>
                    <a:pt x="6684842" y="1336026"/>
                  </a:lnTo>
                  <a:lnTo>
                    <a:pt x="6728490" y="1376914"/>
                  </a:lnTo>
                  <a:lnTo>
                    <a:pt x="6772446" y="1414602"/>
                  </a:lnTo>
                  <a:lnTo>
                    <a:pt x="6786527" y="1425910"/>
                  </a:lnTo>
                  <a:lnTo>
                    <a:pt x="6835621" y="1462363"/>
                  </a:lnTo>
                  <a:lnTo>
                    <a:pt x="6886386" y="1495145"/>
                  </a:lnTo>
                  <a:lnTo>
                    <a:pt x="6939616" y="1524447"/>
                  </a:lnTo>
                  <a:lnTo>
                    <a:pt x="6996199" y="1550587"/>
                  </a:lnTo>
                  <a:lnTo>
                    <a:pt x="7057041" y="1573925"/>
                  </a:lnTo>
                  <a:lnTo>
                    <a:pt x="7122984" y="1594808"/>
                  </a:lnTo>
                  <a:lnTo>
                    <a:pt x="7194714" y="1613540"/>
                  </a:lnTo>
                  <a:lnTo>
                    <a:pt x="7272626" y="1630367"/>
                  </a:lnTo>
                  <a:lnTo>
                    <a:pt x="7356651" y="1645466"/>
                  </a:lnTo>
                  <a:lnTo>
                    <a:pt x="7446057" y="1658950"/>
                  </a:lnTo>
                  <a:lnTo>
                    <a:pt x="7539239" y="1670864"/>
                  </a:lnTo>
                  <a:lnTo>
                    <a:pt x="7633594" y="1681200"/>
                  </a:lnTo>
                  <a:lnTo>
                    <a:pt x="7725548" y="1689924"/>
                  </a:lnTo>
                  <a:lnTo>
                    <a:pt x="7810861" y="1697003"/>
                  </a:lnTo>
                  <a:lnTo>
                    <a:pt x="7885234" y="1702449"/>
                  </a:lnTo>
                  <a:lnTo>
                    <a:pt x="7945127" y="1706349"/>
                  </a:lnTo>
                  <a:lnTo>
                    <a:pt x="7988574" y="1708879"/>
                  </a:lnTo>
                  <a:lnTo>
                    <a:pt x="8015723" y="1710301"/>
                  </a:lnTo>
                  <a:lnTo>
                    <a:pt x="8028959" y="1710927"/>
                  </a:lnTo>
                  <a:lnTo>
                    <a:pt x="8032679" y="1711087"/>
                  </a:lnTo>
                  <a:lnTo>
                    <a:pt x="8032819" y="1711092"/>
                  </a:lnTo>
                  <a:lnTo>
                    <a:pt x="8554953" y="1711092"/>
                  </a:lnTo>
                  <a:lnTo>
                    <a:pt x="8554953" y="1711092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795" name="pl1795"/>
            <p:cNvSpPr/>
            <p:nvPr/>
          </p:nvSpPr>
          <p:spPr>
            <a:xfrm>
              <a:off x="386606" y="4376196"/>
              <a:ext cx="8554953" cy="1711092"/>
            </a:xfrm>
            <a:custGeom>
              <a:avLst/>
              <a:pathLst>
                <a:path w="8554953" h="1711092">
                  <a:moveTo>
                    <a:pt x="8554953" y="1711092"/>
                  </a:moveTo>
                  <a:lnTo>
                    <a:pt x="8032819" y="1711092"/>
                  </a:lnTo>
                  <a:lnTo>
                    <a:pt x="8031596" y="1711042"/>
                  </a:lnTo>
                  <a:lnTo>
                    <a:pt x="8023593" y="1710681"/>
                  </a:lnTo>
                  <a:lnTo>
                    <a:pt x="8003561" y="1709683"/>
                  </a:lnTo>
                  <a:lnTo>
                    <a:pt x="7968106" y="1707722"/>
                  </a:lnTo>
                  <a:lnTo>
                    <a:pt x="7915995" y="1704508"/>
                  </a:lnTo>
                  <a:lnTo>
                    <a:pt x="7848219" y="1699821"/>
                  </a:lnTo>
                  <a:lnTo>
                    <a:pt x="7767654" y="1693533"/>
                  </a:lnTo>
                  <a:lnTo>
                    <a:pt x="7678342" y="1685597"/>
                  </a:lnTo>
                  <a:lnTo>
                    <a:pt x="7584643" y="1676031"/>
                  </a:lnTo>
                  <a:lnTo>
                    <a:pt x="7490509" y="1664872"/>
                  </a:lnTo>
                  <a:lnTo>
                    <a:pt x="7399028" y="1652145"/>
                  </a:lnTo>
                  <a:lnTo>
                    <a:pt x="7312276" y="1637831"/>
                  </a:lnTo>
                  <a:lnTo>
                    <a:pt x="7231381" y="1621853"/>
                  </a:lnTo>
                  <a:lnTo>
                    <a:pt x="7156705" y="1604064"/>
                  </a:lnTo>
                  <a:lnTo>
                    <a:pt x="7088052" y="1584249"/>
                  </a:lnTo>
                  <a:lnTo>
                    <a:pt x="7024856" y="1562132"/>
                  </a:lnTo>
                  <a:lnTo>
                    <a:pt x="6966337" y="1537383"/>
                  </a:lnTo>
                  <a:lnTo>
                    <a:pt x="6911609" y="1509645"/>
                  </a:lnTo>
                  <a:lnTo>
                    <a:pt x="6859767" y="1478570"/>
                  </a:lnTo>
                  <a:lnTo>
                    <a:pt x="6809960" y="1443892"/>
                  </a:lnTo>
                  <a:lnTo>
                    <a:pt x="6786527" y="1425910"/>
                  </a:lnTo>
                  <a:lnTo>
                    <a:pt x="6742391" y="1389219"/>
                  </a:lnTo>
                  <a:lnTo>
                    <a:pt x="6698684" y="1349355"/>
                  </a:lnTo>
                  <a:lnTo>
                    <a:pt x="6655059" y="1306257"/>
                  </a:lnTo>
                  <a:lnTo>
                    <a:pt x="6611260" y="1259942"/>
                  </a:lnTo>
                  <a:lnTo>
                    <a:pt x="6567111" y="1210507"/>
                  </a:lnTo>
                  <a:lnTo>
                    <a:pt x="6522506" y="1158143"/>
                  </a:lnTo>
                  <a:lnTo>
                    <a:pt x="6477405" y="1103132"/>
                  </a:lnTo>
                  <a:lnTo>
                    <a:pt x="6431826" y="1045847"/>
                  </a:lnTo>
                  <a:lnTo>
                    <a:pt x="6385834" y="986747"/>
                  </a:lnTo>
                  <a:lnTo>
                    <a:pt x="6339535" y="926361"/>
                  </a:lnTo>
                  <a:lnTo>
                    <a:pt x="6293063" y="865267"/>
                  </a:lnTo>
                  <a:lnTo>
                    <a:pt x="6246566" y="804075"/>
                  </a:lnTo>
                  <a:lnTo>
                    <a:pt x="6200196" y="743399"/>
                  </a:lnTo>
                  <a:lnTo>
                    <a:pt x="6154094" y="683831"/>
                  </a:lnTo>
                  <a:lnTo>
                    <a:pt x="6108374" y="625917"/>
                  </a:lnTo>
                  <a:lnTo>
                    <a:pt x="6063118" y="570139"/>
                  </a:lnTo>
                  <a:lnTo>
                    <a:pt x="6018357" y="516900"/>
                  </a:lnTo>
                  <a:lnTo>
                    <a:pt x="5974071" y="466510"/>
                  </a:lnTo>
                  <a:lnTo>
                    <a:pt x="5930176" y="419190"/>
                  </a:lnTo>
                  <a:lnTo>
                    <a:pt x="5886520" y="375065"/>
                  </a:lnTo>
                  <a:lnTo>
                    <a:pt x="5842872" y="334178"/>
                  </a:lnTo>
                  <a:lnTo>
                    <a:pt x="5798916" y="296490"/>
                  </a:lnTo>
                  <a:lnTo>
                    <a:pt x="5784835" y="285182"/>
                  </a:lnTo>
                  <a:lnTo>
                    <a:pt x="5735741" y="248729"/>
                  </a:lnTo>
                  <a:lnTo>
                    <a:pt x="5684976" y="215947"/>
                  </a:lnTo>
                  <a:lnTo>
                    <a:pt x="5631746" y="186645"/>
                  </a:lnTo>
                  <a:lnTo>
                    <a:pt x="5575163" y="160505"/>
                  </a:lnTo>
                  <a:lnTo>
                    <a:pt x="5514321" y="137167"/>
                  </a:lnTo>
                  <a:lnTo>
                    <a:pt x="5448378" y="116283"/>
                  </a:lnTo>
                  <a:lnTo>
                    <a:pt x="5376648" y="97552"/>
                  </a:lnTo>
                  <a:lnTo>
                    <a:pt x="5298736" y="80725"/>
                  </a:lnTo>
                  <a:lnTo>
                    <a:pt x="5214711" y="65625"/>
                  </a:lnTo>
                  <a:lnTo>
                    <a:pt x="5125305" y="52142"/>
                  </a:lnTo>
                  <a:lnTo>
                    <a:pt x="5032123" y="40228"/>
                  </a:lnTo>
                  <a:lnTo>
                    <a:pt x="4937768" y="29892"/>
                  </a:lnTo>
                  <a:lnTo>
                    <a:pt x="4845814" y="21168"/>
                  </a:lnTo>
                  <a:lnTo>
                    <a:pt x="4760501" y="14089"/>
                  </a:lnTo>
                  <a:lnTo>
                    <a:pt x="4686128" y="8642"/>
                  </a:lnTo>
                  <a:lnTo>
                    <a:pt x="4626235" y="4743"/>
                  </a:lnTo>
                  <a:lnTo>
                    <a:pt x="4582788" y="2212"/>
                  </a:lnTo>
                  <a:lnTo>
                    <a:pt x="4555639" y="791"/>
                  </a:lnTo>
                  <a:lnTo>
                    <a:pt x="4542403" y="165"/>
                  </a:lnTo>
                  <a:lnTo>
                    <a:pt x="4538683" y="5"/>
                  </a:lnTo>
                  <a:lnTo>
                    <a:pt x="4538543" y="0"/>
                  </a:lnTo>
                  <a:lnTo>
                    <a:pt x="4016409" y="0"/>
                  </a:lnTo>
                  <a:lnTo>
                    <a:pt x="4015163" y="35"/>
                  </a:lnTo>
                  <a:lnTo>
                    <a:pt x="4007009" y="292"/>
                  </a:lnTo>
                  <a:lnTo>
                    <a:pt x="3986614" y="1001"/>
                  </a:lnTo>
                  <a:lnTo>
                    <a:pt x="3950551" y="2393"/>
                  </a:lnTo>
                  <a:lnTo>
                    <a:pt x="3897614" y="4674"/>
                  </a:lnTo>
                  <a:lnTo>
                    <a:pt x="3828878" y="7998"/>
                  </a:lnTo>
                  <a:lnTo>
                    <a:pt x="3747330" y="12455"/>
                  </a:lnTo>
                  <a:lnTo>
                    <a:pt x="3657122" y="18073"/>
                  </a:lnTo>
                  <a:lnTo>
                    <a:pt x="3562694" y="24841"/>
                  </a:lnTo>
                  <a:lnTo>
                    <a:pt x="3468034" y="32730"/>
                  </a:lnTo>
                  <a:lnTo>
                    <a:pt x="3376229" y="41726"/>
                  </a:lnTo>
                  <a:lnTo>
                    <a:pt x="3289325" y="51843"/>
                  </a:lnTo>
                  <a:lnTo>
                    <a:pt x="3208409" y="63141"/>
                  </a:lnTo>
                  <a:lnTo>
                    <a:pt x="3133794" y="75728"/>
                  </a:lnTo>
                  <a:lnTo>
                    <a:pt x="3065240" y="89759"/>
                  </a:lnTo>
                  <a:lnTo>
                    <a:pt x="3002146" y="105437"/>
                  </a:lnTo>
                  <a:lnTo>
                    <a:pt x="2943699" y="122996"/>
                  </a:lnTo>
                  <a:lnTo>
                    <a:pt x="2888991" y="142693"/>
                  </a:lnTo>
                  <a:lnTo>
                    <a:pt x="2837100" y="164770"/>
                  </a:lnTo>
                  <a:lnTo>
                    <a:pt x="2787174" y="189404"/>
                  </a:lnTo>
                  <a:lnTo>
                    <a:pt x="2770117" y="198592"/>
                  </a:lnTo>
                  <a:lnTo>
                    <a:pt x="2722048" y="226541"/>
                  </a:lnTo>
                  <a:lnTo>
                    <a:pt x="2674449" y="257121"/>
                  </a:lnTo>
                  <a:lnTo>
                    <a:pt x="2626887" y="290376"/>
                  </a:lnTo>
                  <a:lnTo>
                    <a:pt x="2579055" y="326276"/>
                  </a:lnTo>
                  <a:lnTo>
                    <a:pt x="2530753" y="364706"/>
                  </a:lnTo>
                  <a:lnTo>
                    <a:pt x="2481882" y="405463"/>
                  </a:lnTo>
                  <a:lnTo>
                    <a:pt x="2432426" y="448249"/>
                  </a:lnTo>
                  <a:lnTo>
                    <a:pt x="2382445" y="492685"/>
                  </a:lnTo>
                  <a:lnTo>
                    <a:pt x="2332061" y="538312"/>
                  </a:lnTo>
                  <a:lnTo>
                    <a:pt x="2281438" y="584619"/>
                  </a:lnTo>
                  <a:lnTo>
                    <a:pt x="2230769" y="631058"/>
                  </a:lnTo>
                  <a:lnTo>
                    <a:pt x="2180247" y="677078"/>
                  </a:lnTo>
                  <a:lnTo>
                    <a:pt x="2130055" y="722147"/>
                  </a:lnTo>
                  <a:lnTo>
                    <a:pt x="2080335" y="765778"/>
                  </a:lnTo>
                  <a:lnTo>
                    <a:pt x="2031180" y="807552"/>
                  </a:lnTo>
                  <a:lnTo>
                    <a:pt x="1982612" y="847130"/>
                  </a:lnTo>
                  <a:lnTo>
                    <a:pt x="1934572" y="884265"/>
                  </a:lnTo>
                  <a:lnTo>
                    <a:pt x="1886912" y="918798"/>
                  </a:lnTo>
                  <a:lnTo>
                    <a:pt x="1839376" y="950661"/>
                  </a:lnTo>
                  <a:lnTo>
                    <a:pt x="1791596" y="979864"/>
                  </a:lnTo>
                  <a:lnTo>
                    <a:pt x="1768425" y="992960"/>
                  </a:lnTo>
                  <a:lnTo>
                    <a:pt x="1719006" y="1018502"/>
                  </a:lnTo>
                  <a:lnTo>
                    <a:pt x="1667891" y="1041455"/>
                  </a:lnTo>
                  <a:lnTo>
                    <a:pt x="1614266" y="1061954"/>
                  </a:lnTo>
                  <a:lnTo>
                    <a:pt x="1557226" y="1080228"/>
                  </a:lnTo>
                  <a:lnTo>
                    <a:pt x="1495849" y="1096533"/>
                  </a:lnTo>
                  <a:lnTo>
                    <a:pt x="1429278" y="1111112"/>
                  </a:lnTo>
                  <a:lnTo>
                    <a:pt x="1356823" y="1124182"/>
                  </a:lnTo>
                  <a:lnTo>
                    <a:pt x="1278097" y="1135914"/>
                  </a:lnTo>
                  <a:lnTo>
                    <a:pt x="1193199" y="1146434"/>
                  </a:lnTo>
                  <a:lnTo>
                    <a:pt x="1102920" y="1155816"/>
                  </a:lnTo>
                  <a:lnTo>
                    <a:pt x="1008956" y="1164091"/>
                  </a:lnTo>
                  <a:lnTo>
                    <a:pt x="914035" y="1171252"/>
                  </a:lnTo>
                  <a:lnTo>
                    <a:pt x="821864" y="1177273"/>
                  </a:lnTo>
                  <a:lnTo>
                    <a:pt x="736797" y="1182134"/>
                  </a:lnTo>
                  <a:lnTo>
                    <a:pt x="663184" y="1185845"/>
                  </a:lnTo>
                  <a:lnTo>
                    <a:pt x="604515" y="1188475"/>
                  </a:lnTo>
                  <a:lnTo>
                    <a:pt x="562595" y="1190155"/>
                  </a:lnTo>
                  <a:lnTo>
                    <a:pt x="537026" y="1191077"/>
                  </a:lnTo>
                  <a:lnTo>
                    <a:pt x="525126" y="1191464"/>
                  </a:lnTo>
                  <a:lnTo>
                    <a:pt x="522187" y="1191551"/>
                  </a:lnTo>
                  <a:lnTo>
                    <a:pt x="522133" y="1191553"/>
                  </a:lnTo>
                  <a:lnTo>
                    <a:pt x="0" y="1191553"/>
                  </a:lnTo>
                  <a:lnTo>
                    <a:pt x="0" y="1191553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796" name="pg1796"/>
            <p:cNvSpPr/>
            <p:nvPr/>
          </p:nvSpPr>
          <p:spPr>
            <a:xfrm>
              <a:off x="386606" y="3879245"/>
              <a:ext cx="8554953" cy="1699798"/>
            </a:xfrm>
            <a:custGeom>
              <a:avLst/>
              <a:pathLst>
                <a:path w="8554953" h="1699798">
                  <a:moveTo>
                    <a:pt x="0" y="1699798"/>
                  </a:moveTo>
                  <a:lnTo>
                    <a:pt x="522133" y="1699798"/>
                  </a:lnTo>
                  <a:lnTo>
                    <a:pt x="523390" y="1699771"/>
                  </a:lnTo>
                  <a:lnTo>
                    <a:pt x="531608" y="1699579"/>
                  </a:lnTo>
                  <a:lnTo>
                    <a:pt x="552161" y="1699047"/>
                  </a:lnTo>
                  <a:lnTo>
                    <a:pt x="588488" y="1698002"/>
                  </a:lnTo>
                  <a:lnTo>
                    <a:pt x="641781" y="1696291"/>
                  </a:lnTo>
                  <a:lnTo>
                    <a:pt x="710931" y="1693798"/>
                  </a:lnTo>
                  <a:lnTo>
                    <a:pt x="792901" y="1690457"/>
                  </a:lnTo>
                  <a:lnTo>
                    <a:pt x="883492" y="1686247"/>
                  </a:lnTo>
                  <a:lnTo>
                    <a:pt x="978231" y="1681178"/>
                  </a:lnTo>
                  <a:lnTo>
                    <a:pt x="1073113" y="1675269"/>
                  </a:lnTo>
                  <a:lnTo>
                    <a:pt x="1165054" y="1668533"/>
                  </a:lnTo>
                  <a:lnTo>
                    <a:pt x="1252019" y="1660956"/>
                  </a:lnTo>
                  <a:lnTo>
                    <a:pt x="1332942" y="1652494"/>
                  </a:lnTo>
                  <a:lnTo>
                    <a:pt x="1407529" y="1643065"/>
                  </a:lnTo>
                  <a:lnTo>
                    <a:pt x="1476039" y="1632549"/>
                  </a:lnTo>
                  <a:lnTo>
                    <a:pt x="1539090" y="1620794"/>
                  </a:lnTo>
                  <a:lnTo>
                    <a:pt x="1597508" y="1607623"/>
                  </a:lnTo>
                  <a:lnTo>
                    <a:pt x="1652210" y="1592844"/>
                  </a:lnTo>
                  <a:lnTo>
                    <a:pt x="1704123" y="1576276"/>
                  </a:lnTo>
                  <a:lnTo>
                    <a:pt x="1754104" y="1557790"/>
                  </a:lnTo>
                  <a:lnTo>
                    <a:pt x="1768425" y="1552030"/>
                  </a:lnTo>
                  <a:lnTo>
                    <a:pt x="1818805" y="1530177"/>
                  </a:lnTo>
                  <a:lnTo>
                    <a:pt x="1868695" y="1506171"/>
                  </a:lnTo>
                  <a:lnTo>
                    <a:pt x="1918581" y="1479977"/>
                  </a:lnTo>
                  <a:lnTo>
                    <a:pt x="1968802" y="1451629"/>
                  </a:lnTo>
                  <a:lnTo>
                    <a:pt x="2019567" y="1421238"/>
                  </a:lnTo>
                  <a:lnTo>
                    <a:pt x="2070970" y="1388998"/>
                  </a:lnTo>
                  <a:lnTo>
                    <a:pt x="2123004" y="1355181"/>
                  </a:lnTo>
                  <a:lnTo>
                    <a:pt x="2175575" y="1320137"/>
                  </a:lnTo>
                  <a:lnTo>
                    <a:pt x="2228524" y="1284276"/>
                  </a:lnTo>
                  <a:lnTo>
                    <a:pt x="2281645" y="1248052"/>
                  </a:lnTo>
                  <a:lnTo>
                    <a:pt x="2334713" y="1211939"/>
                  </a:lnTo>
                  <a:lnTo>
                    <a:pt x="2387509" y="1176404"/>
                  </a:lnTo>
                  <a:lnTo>
                    <a:pt x="2439847" y="1141884"/>
                  </a:lnTo>
                  <a:lnTo>
                    <a:pt x="2491594" y="1108762"/>
                  </a:lnTo>
                  <a:lnTo>
                    <a:pt x="2542695" y="1077354"/>
                  </a:lnTo>
                  <a:lnTo>
                    <a:pt x="2593188" y="1047896"/>
                  </a:lnTo>
                  <a:lnTo>
                    <a:pt x="2643220" y="1020542"/>
                  </a:lnTo>
                  <a:lnTo>
                    <a:pt x="2693056" y="995367"/>
                  </a:lnTo>
                  <a:lnTo>
                    <a:pt x="2743104" y="972371"/>
                  </a:lnTo>
                  <a:lnTo>
                    <a:pt x="2770117" y="960960"/>
                  </a:lnTo>
                  <a:lnTo>
                    <a:pt x="2819675" y="941905"/>
                  </a:lnTo>
                  <a:lnTo>
                    <a:pt x="2870942" y="924787"/>
                  </a:lnTo>
                  <a:lnTo>
                    <a:pt x="2924737" y="909503"/>
                  </a:lnTo>
                  <a:lnTo>
                    <a:pt x="2981974" y="895883"/>
                  </a:lnTo>
                  <a:lnTo>
                    <a:pt x="3043582" y="883735"/>
                  </a:lnTo>
                  <a:lnTo>
                    <a:pt x="3110424" y="872875"/>
                  </a:lnTo>
                  <a:lnTo>
                    <a:pt x="3183193" y="863142"/>
                  </a:lnTo>
                  <a:lnTo>
                    <a:pt x="3262269" y="854408"/>
                  </a:lnTo>
                  <a:lnTo>
                    <a:pt x="3347544" y="846579"/>
                  </a:lnTo>
                  <a:lnTo>
                    <a:pt x="3438197" y="839601"/>
                  </a:lnTo>
                  <a:lnTo>
                    <a:pt x="3532494" y="833450"/>
                  </a:lnTo>
                  <a:lnTo>
                    <a:pt x="3627652" y="828134"/>
                  </a:lnTo>
                  <a:lnTo>
                    <a:pt x="3719907" y="823671"/>
                  </a:lnTo>
                  <a:lnTo>
                    <a:pt x="3804854" y="820077"/>
                  </a:lnTo>
                  <a:lnTo>
                    <a:pt x="3878125" y="817342"/>
                  </a:lnTo>
                  <a:lnTo>
                    <a:pt x="3936255" y="815412"/>
                  </a:lnTo>
                  <a:lnTo>
                    <a:pt x="3977512" y="814188"/>
                  </a:lnTo>
                  <a:lnTo>
                    <a:pt x="4002406" y="813524"/>
                  </a:lnTo>
                  <a:lnTo>
                    <a:pt x="4013747" y="813250"/>
                  </a:lnTo>
                  <a:lnTo>
                    <a:pt x="4016409" y="813192"/>
                  </a:lnTo>
                  <a:lnTo>
                    <a:pt x="4538543" y="813192"/>
                  </a:lnTo>
                  <a:lnTo>
                    <a:pt x="4539802" y="813168"/>
                  </a:lnTo>
                  <a:lnTo>
                    <a:pt x="4548034" y="812992"/>
                  </a:lnTo>
                  <a:lnTo>
                    <a:pt x="4568621" y="812507"/>
                  </a:lnTo>
                  <a:lnTo>
                    <a:pt x="4605004" y="811553"/>
                  </a:lnTo>
                  <a:lnTo>
                    <a:pt x="4658373" y="809992"/>
                  </a:lnTo>
                  <a:lnTo>
                    <a:pt x="4727611" y="807718"/>
                  </a:lnTo>
                  <a:lnTo>
                    <a:pt x="4809671" y="804670"/>
                  </a:lnTo>
                  <a:lnTo>
                    <a:pt x="4900344" y="800830"/>
                  </a:lnTo>
                  <a:lnTo>
                    <a:pt x="4995148" y="796205"/>
                  </a:lnTo>
                  <a:lnTo>
                    <a:pt x="5090078" y="790816"/>
                  </a:lnTo>
                  <a:lnTo>
                    <a:pt x="5182047" y="784672"/>
                  </a:lnTo>
                  <a:lnTo>
                    <a:pt x="5269025" y="777762"/>
                  </a:lnTo>
                  <a:lnTo>
                    <a:pt x="5349950" y="770044"/>
                  </a:lnTo>
                  <a:lnTo>
                    <a:pt x="5424531" y="761443"/>
                  </a:lnTo>
                  <a:lnTo>
                    <a:pt x="5493031" y="751850"/>
                  </a:lnTo>
                  <a:lnTo>
                    <a:pt x="5556073" y="741126"/>
                  </a:lnTo>
                  <a:lnTo>
                    <a:pt x="5614484" y="729109"/>
                  </a:lnTo>
                  <a:lnTo>
                    <a:pt x="5669185" y="715624"/>
                  </a:lnTo>
                  <a:lnTo>
                    <a:pt x="5721104" y="700505"/>
                  </a:lnTo>
                  <a:lnTo>
                    <a:pt x="5771097" y="683637"/>
                  </a:lnTo>
                  <a:lnTo>
                    <a:pt x="5784835" y="678601"/>
                  </a:lnTo>
                  <a:lnTo>
                    <a:pt x="5835781" y="658461"/>
                  </a:lnTo>
                  <a:lnTo>
                    <a:pt x="5886232" y="636313"/>
                  </a:lnTo>
                  <a:lnTo>
                    <a:pt x="5936688" y="612128"/>
                  </a:lnTo>
                  <a:lnTo>
                    <a:pt x="5987496" y="585939"/>
                  </a:lnTo>
                  <a:lnTo>
                    <a:pt x="6038867" y="557854"/>
                  </a:lnTo>
                  <a:lnTo>
                    <a:pt x="6090893" y="528058"/>
                  </a:lnTo>
                  <a:lnTo>
                    <a:pt x="6143559" y="496813"/>
                  </a:lnTo>
                  <a:lnTo>
                    <a:pt x="6196765" y="464454"/>
                  </a:lnTo>
                  <a:lnTo>
                    <a:pt x="6250339" y="431371"/>
                  </a:lnTo>
                  <a:lnTo>
                    <a:pt x="6304066" y="397995"/>
                  </a:lnTo>
                  <a:lnTo>
                    <a:pt x="6357713" y="364771"/>
                  </a:lnTo>
                  <a:lnTo>
                    <a:pt x="6411056" y="332139"/>
                  </a:lnTo>
                  <a:lnTo>
                    <a:pt x="6463907" y="300504"/>
                  </a:lnTo>
                  <a:lnTo>
                    <a:pt x="6516141" y="270218"/>
                  </a:lnTo>
                  <a:lnTo>
                    <a:pt x="6567714" y="241569"/>
                  </a:lnTo>
                  <a:lnTo>
                    <a:pt x="6618683" y="214766"/>
                  </a:lnTo>
                  <a:lnTo>
                    <a:pt x="6669220" y="189941"/>
                  </a:lnTo>
                  <a:lnTo>
                    <a:pt x="6719626" y="167151"/>
                  </a:lnTo>
                  <a:lnTo>
                    <a:pt x="6770351" y="146384"/>
                  </a:lnTo>
                  <a:lnTo>
                    <a:pt x="6786527" y="140238"/>
                  </a:lnTo>
                  <a:lnTo>
                    <a:pt x="6836115" y="122872"/>
                  </a:lnTo>
                  <a:lnTo>
                    <a:pt x="6887414" y="107273"/>
                  </a:lnTo>
                  <a:lnTo>
                    <a:pt x="6941245" y="93346"/>
                  </a:lnTo>
                  <a:lnTo>
                    <a:pt x="6998524" y="80936"/>
                  </a:lnTo>
                  <a:lnTo>
                    <a:pt x="7060181" y="69868"/>
                  </a:lnTo>
                  <a:lnTo>
                    <a:pt x="7127081" y="59974"/>
                  </a:lnTo>
                  <a:lnTo>
                    <a:pt x="7199917" y="51107"/>
                  </a:lnTo>
                  <a:lnTo>
                    <a:pt x="7279068" y="43151"/>
                  </a:lnTo>
                  <a:lnTo>
                    <a:pt x="7364423" y="36021"/>
                  </a:lnTo>
                  <a:lnTo>
                    <a:pt x="7455156" y="29665"/>
                  </a:lnTo>
                  <a:lnTo>
                    <a:pt x="7549523" y="24064"/>
                  </a:lnTo>
                  <a:lnTo>
                    <a:pt x="7644732" y="19224"/>
                  </a:lnTo>
                  <a:lnTo>
                    <a:pt x="7737003" y="15163"/>
                  </a:lnTo>
                  <a:lnTo>
                    <a:pt x="7821924" y="11894"/>
                  </a:lnTo>
                  <a:lnTo>
                    <a:pt x="7895121" y="9407"/>
                  </a:lnTo>
                  <a:lnTo>
                    <a:pt x="7953135" y="7656"/>
                  </a:lnTo>
                  <a:lnTo>
                    <a:pt x="7994251" y="6545"/>
                  </a:lnTo>
                  <a:lnTo>
                    <a:pt x="8019001" y="5944"/>
                  </a:lnTo>
                  <a:lnTo>
                    <a:pt x="8030224" y="5698"/>
                  </a:lnTo>
                  <a:lnTo>
                    <a:pt x="8032819" y="5647"/>
                  </a:lnTo>
                  <a:lnTo>
                    <a:pt x="8554953" y="5647"/>
                  </a:lnTo>
                  <a:lnTo>
                    <a:pt x="8554953" y="0"/>
                  </a:lnTo>
                  <a:lnTo>
                    <a:pt x="8032819" y="0"/>
                  </a:lnTo>
                  <a:lnTo>
                    <a:pt x="8031560" y="24"/>
                  </a:lnTo>
                  <a:lnTo>
                    <a:pt x="8023328" y="200"/>
                  </a:lnTo>
                  <a:lnTo>
                    <a:pt x="8002741" y="685"/>
                  </a:lnTo>
                  <a:lnTo>
                    <a:pt x="7966358" y="1638"/>
                  </a:lnTo>
                  <a:lnTo>
                    <a:pt x="7912988" y="3200"/>
                  </a:lnTo>
                  <a:lnTo>
                    <a:pt x="7843751" y="5474"/>
                  </a:lnTo>
                  <a:lnTo>
                    <a:pt x="7761691" y="8521"/>
                  </a:lnTo>
                  <a:lnTo>
                    <a:pt x="7671018" y="12362"/>
                  </a:lnTo>
                  <a:lnTo>
                    <a:pt x="7576214" y="16986"/>
                  </a:lnTo>
                  <a:lnTo>
                    <a:pt x="7481284" y="22375"/>
                  </a:lnTo>
                  <a:lnTo>
                    <a:pt x="7389315" y="28519"/>
                  </a:lnTo>
                  <a:lnTo>
                    <a:pt x="7302337" y="35429"/>
                  </a:lnTo>
                  <a:lnTo>
                    <a:pt x="7221412" y="43148"/>
                  </a:lnTo>
                  <a:lnTo>
                    <a:pt x="7146831" y="51749"/>
                  </a:lnTo>
                  <a:lnTo>
                    <a:pt x="7078331" y="61342"/>
                  </a:lnTo>
                  <a:lnTo>
                    <a:pt x="7015288" y="72066"/>
                  </a:lnTo>
                  <a:lnTo>
                    <a:pt x="6956878" y="84083"/>
                  </a:lnTo>
                  <a:lnTo>
                    <a:pt x="6902177" y="97568"/>
                  </a:lnTo>
                  <a:lnTo>
                    <a:pt x="6850258" y="112686"/>
                  </a:lnTo>
                  <a:lnTo>
                    <a:pt x="6800265" y="129554"/>
                  </a:lnTo>
                  <a:lnTo>
                    <a:pt x="6786527" y="134590"/>
                  </a:lnTo>
                  <a:lnTo>
                    <a:pt x="6735581" y="154731"/>
                  </a:lnTo>
                  <a:lnTo>
                    <a:pt x="6685130" y="176878"/>
                  </a:lnTo>
                  <a:lnTo>
                    <a:pt x="6634674" y="201064"/>
                  </a:lnTo>
                  <a:lnTo>
                    <a:pt x="6583866" y="227253"/>
                  </a:lnTo>
                  <a:lnTo>
                    <a:pt x="6532495" y="255338"/>
                  </a:lnTo>
                  <a:lnTo>
                    <a:pt x="6480469" y="285134"/>
                  </a:lnTo>
                  <a:lnTo>
                    <a:pt x="6427803" y="316378"/>
                  </a:lnTo>
                  <a:lnTo>
                    <a:pt x="6374597" y="348738"/>
                  </a:lnTo>
                  <a:lnTo>
                    <a:pt x="6321023" y="381821"/>
                  </a:lnTo>
                  <a:lnTo>
                    <a:pt x="6267296" y="415197"/>
                  </a:lnTo>
                  <a:lnTo>
                    <a:pt x="6213649" y="448420"/>
                  </a:lnTo>
                  <a:lnTo>
                    <a:pt x="6160306" y="481053"/>
                  </a:lnTo>
                  <a:lnTo>
                    <a:pt x="6107455" y="512688"/>
                  </a:lnTo>
                  <a:lnTo>
                    <a:pt x="6055221" y="542973"/>
                  </a:lnTo>
                  <a:lnTo>
                    <a:pt x="6003648" y="571622"/>
                  </a:lnTo>
                  <a:lnTo>
                    <a:pt x="5952679" y="598425"/>
                  </a:lnTo>
                  <a:lnTo>
                    <a:pt x="5902142" y="623250"/>
                  </a:lnTo>
                  <a:lnTo>
                    <a:pt x="5851736" y="646041"/>
                  </a:lnTo>
                  <a:lnTo>
                    <a:pt x="5801011" y="666808"/>
                  </a:lnTo>
                  <a:lnTo>
                    <a:pt x="5784835" y="672954"/>
                  </a:lnTo>
                  <a:lnTo>
                    <a:pt x="5735247" y="690320"/>
                  </a:lnTo>
                  <a:lnTo>
                    <a:pt x="5683948" y="705919"/>
                  </a:lnTo>
                  <a:lnTo>
                    <a:pt x="5630117" y="719846"/>
                  </a:lnTo>
                  <a:lnTo>
                    <a:pt x="5572838" y="732256"/>
                  </a:lnTo>
                  <a:lnTo>
                    <a:pt x="5511181" y="743324"/>
                  </a:lnTo>
                  <a:lnTo>
                    <a:pt x="5444281" y="753218"/>
                  </a:lnTo>
                  <a:lnTo>
                    <a:pt x="5371445" y="762084"/>
                  </a:lnTo>
                  <a:lnTo>
                    <a:pt x="5292294" y="770040"/>
                  </a:lnTo>
                  <a:lnTo>
                    <a:pt x="5206939" y="777171"/>
                  </a:lnTo>
                  <a:lnTo>
                    <a:pt x="5116206" y="783527"/>
                  </a:lnTo>
                  <a:lnTo>
                    <a:pt x="5021839" y="789127"/>
                  </a:lnTo>
                  <a:lnTo>
                    <a:pt x="4926630" y="793967"/>
                  </a:lnTo>
                  <a:lnTo>
                    <a:pt x="4834359" y="798029"/>
                  </a:lnTo>
                  <a:lnTo>
                    <a:pt x="4749438" y="801298"/>
                  </a:lnTo>
                  <a:lnTo>
                    <a:pt x="4676241" y="803784"/>
                  </a:lnTo>
                  <a:lnTo>
                    <a:pt x="4618226" y="805536"/>
                  </a:lnTo>
                  <a:lnTo>
                    <a:pt x="4577111" y="806646"/>
                  </a:lnTo>
                  <a:lnTo>
                    <a:pt x="4552361" y="807247"/>
                  </a:lnTo>
                  <a:lnTo>
                    <a:pt x="4541138" y="807493"/>
                  </a:lnTo>
                  <a:lnTo>
                    <a:pt x="4538543" y="807545"/>
                  </a:lnTo>
                  <a:lnTo>
                    <a:pt x="4016409" y="807545"/>
                  </a:lnTo>
                  <a:lnTo>
                    <a:pt x="4015152" y="807572"/>
                  </a:lnTo>
                  <a:lnTo>
                    <a:pt x="4006934" y="807764"/>
                  </a:lnTo>
                  <a:lnTo>
                    <a:pt x="3986381" y="808296"/>
                  </a:lnTo>
                  <a:lnTo>
                    <a:pt x="3950054" y="809341"/>
                  </a:lnTo>
                  <a:lnTo>
                    <a:pt x="3896761" y="811052"/>
                  </a:lnTo>
                  <a:lnTo>
                    <a:pt x="3827611" y="813545"/>
                  </a:lnTo>
                  <a:lnTo>
                    <a:pt x="3745641" y="816886"/>
                  </a:lnTo>
                  <a:lnTo>
                    <a:pt x="3655050" y="821096"/>
                  </a:lnTo>
                  <a:lnTo>
                    <a:pt x="3560312" y="826165"/>
                  </a:lnTo>
                  <a:lnTo>
                    <a:pt x="3465429" y="832074"/>
                  </a:lnTo>
                  <a:lnTo>
                    <a:pt x="3373488" y="838810"/>
                  </a:lnTo>
                  <a:lnTo>
                    <a:pt x="3286523" y="846387"/>
                  </a:lnTo>
                  <a:lnTo>
                    <a:pt x="3205600" y="854849"/>
                  </a:lnTo>
                  <a:lnTo>
                    <a:pt x="3131013" y="864278"/>
                  </a:lnTo>
                  <a:lnTo>
                    <a:pt x="3062503" y="874794"/>
                  </a:lnTo>
                  <a:lnTo>
                    <a:pt x="2999452" y="886549"/>
                  </a:lnTo>
                  <a:lnTo>
                    <a:pt x="2941035" y="899720"/>
                  </a:lnTo>
                  <a:lnTo>
                    <a:pt x="2886332" y="914499"/>
                  </a:lnTo>
                  <a:lnTo>
                    <a:pt x="2834419" y="931067"/>
                  </a:lnTo>
                  <a:lnTo>
                    <a:pt x="2784438" y="949553"/>
                  </a:lnTo>
                  <a:lnTo>
                    <a:pt x="2770117" y="955313"/>
                  </a:lnTo>
                  <a:lnTo>
                    <a:pt x="2719737" y="977165"/>
                  </a:lnTo>
                  <a:lnTo>
                    <a:pt x="2669848" y="1001172"/>
                  </a:lnTo>
                  <a:lnTo>
                    <a:pt x="2619962" y="1027366"/>
                  </a:lnTo>
                  <a:lnTo>
                    <a:pt x="2569741" y="1055714"/>
                  </a:lnTo>
                  <a:lnTo>
                    <a:pt x="2518975" y="1086105"/>
                  </a:lnTo>
                  <a:lnTo>
                    <a:pt x="2467572" y="1118345"/>
                  </a:lnTo>
                  <a:lnTo>
                    <a:pt x="2415539" y="1152162"/>
                  </a:lnTo>
                  <a:lnTo>
                    <a:pt x="2362967" y="1187206"/>
                  </a:lnTo>
                  <a:lnTo>
                    <a:pt x="2310018" y="1223067"/>
                  </a:lnTo>
                  <a:lnTo>
                    <a:pt x="2256897" y="1259291"/>
                  </a:lnTo>
                  <a:lnTo>
                    <a:pt x="2203829" y="1295404"/>
                  </a:lnTo>
                  <a:lnTo>
                    <a:pt x="2151033" y="1330939"/>
                  </a:lnTo>
                  <a:lnTo>
                    <a:pt x="2098695" y="1365459"/>
                  </a:lnTo>
                  <a:lnTo>
                    <a:pt x="2046949" y="1398581"/>
                  </a:lnTo>
                  <a:lnTo>
                    <a:pt x="1995848" y="1429989"/>
                  </a:lnTo>
                  <a:lnTo>
                    <a:pt x="1945354" y="1459447"/>
                  </a:lnTo>
                  <a:lnTo>
                    <a:pt x="1895323" y="1486801"/>
                  </a:lnTo>
                  <a:lnTo>
                    <a:pt x="1845486" y="1511976"/>
                  </a:lnTo>
                  <a:lnTo>
                    <a:pt x="1795438" y="1534972"/>
                  </a:lnTo>
                  <a:lnTo>
                    <a:pt x="1768425" y="1546383"/>
                  </a:lnTo>
                  <a:lnTo>
                    <a:pt x="1718867" y="1565438"/>
                  </a:lnTo>
                  <a:lnTo>
                    <a:pt x="1667600" y="1582556"/>
                  </a:lnTo>
                  <a:lnTo>
                    <a:pt x="1613805" y="1597840"/>
                  </a:lnTo>
                  <a:lnTo>
                    <a:pt x="1556569" y="1611460"/>
                  </a:lnTo>
                  <a:lnTo>
                    <a:pt x="1494960" y="1623608"/>
                  </a:lnTo>
                  <a:lnTo>
                    <a:pt x="1428118" y="1634468"/>
                  </a:lnTo>
                  <a:lnTo>
                    <a:pt x="1355350" y="1644201"/>
                  </a:lnTo>
                  <a:lnTo>
                    <a:pt x="1276273" y="1652935"/>
                  </a:lnTo>
                  <a:lnTo>
                    <a:pt x="1190999" y="1660764"/>
                  </a:lnTo>
                  <a:lnTo>
                    <a:pt x="1100345" y="1667742"/>
                  </a:lnTo>
                  <a:lnTo>
                    <a:pt x="1006049" y="1673893"/>
                  </a:lnTo>
                  <a:lnTo>
                    <a:pt x="910890" y="1679209"/>
                  </a:lnTo>
                  <a:lnTo>
                    <a:pt x="818636" y="1683672"/>
                  </a:lnTo>
                  <a:lnTo>
                    <a:pt x="733688" y="1687266"/>
                  </a:lnTo>
                  <a:lnTo>
                    <a:pt x="660417" y="1690001"/>
                  </a:lnTo>
                  <a:lnTo>
                    <a:pt x="602287" y="1691930"/>
                  </a:lnTo>
                  <a:lnTo>
                    <a:pt x="561030" y="1693155"/>
                  </a:lnTo>
                  <a:lnTo>
                    <a:pt x="536136" y="1693819"/>
                  </a:lnTo>
                  <a:lnTo>
                    <a:pt x="524795" y="1694092"/>
                  </a:lnTo>
                  <a:lnTo>
                    <a:pt x="522133" y="1694151"/>
                  </a:lnTo>
                  <a:lnTo>
                    <a:pt x="0" y="1694151"/>
                  </a:lnTo>
                  <a:close/>
                </a:path>
              </a:pathLst>
            </a:custGeom>
            <a:solidFill>
              <a:srgbClr val="6FA8DC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1797" name="pl1797"/>
            <p:cNvSpPr/>
            <p:nvPr/>
          </p:nvSpPr>
          <p:spPr>
            <a:xfrm>
              <a:off x="386606" y="3884893"/>
              <a:ext cx="8554953" cy="1694151"/>
            </a:xfrm>
            <a:custGeom>
              <a:avLst/>
              <a:pathLst>
                <a:path w="8554953" h="1694151">
                  <a:moveTo>
                    <a:pt x="0" y="1694151"/>
                  </a:moveTo>
                  <a:lnTo>
                    <a:pt x="522133" y="1694151"/>
                  </a:lnTo>
                  <a:lnTo>
                    <a:pt x="523390" y="1694124"/>
                  </a:lnTo>
                  <a:lnTo>
                    <a:pt x="531608" y="1693931"/>
                  </a:lnTo>
                  <a:lnTo>
                    <a:pt x="552161" y="1693400"/>
                  </a:lnTo>
                  <a:lnTo>
                    <a:pt x="588488" y="1692355"/>
                  </a:lnTo>
                  <a:lnTo>
                    <a:pt x="641781" y="1690644"/>
                  </a:lnTo>
                  <a:lnTo>
                    <a:pt x="710931" y="1688151"/>
                  </a:lnTo>
                  <a:lnTo>
                    <a:pt x="792901" y="1684810"/>
                  </a:lnTo>
                  <a:lnTo>
                    <a:pt x="883492" y="1680600"/>
                  </a:lnTo>
                  <a:lnTo>
                    <a:pt x="978231" y="1675530"/>
                  </a:lnTo>
                  <a:lnTo>
                    <a:pt x="1073113" y="1669622"/>
                  </a:lnTo>
                  <a:lnTo>
                    <a:pt x="1165054" y="1662886"/>
                  </a:lnTo>
                  <a:lnTo>
                    <a:pt x="1252019" y="1655309"/>
                  </a:lnTo>
                  <a:lnTo>
                    <a:pt x="1332942" y="1646847"/>
                  </a:lnTo>
                  <a:lnTo>
                    <a:pt x="1407529" y="1637417"/>
                  </a:lnTo>
                  <a:lnTo>
                    <a:pt x="1476039" y="1626901"/>
                  </a:lnTo>
                  <a:lnTo>
                    <a:pt x="1539090" y="1615147"/>
                  </a:lnTo>
                  <a:lnTo>
                    <a:pt x="1597508" y="1601976"/>
                  </a:lnTo>
                  <a:lnTo>
                    <a:pt x="1652210" y="1587197"/>
                  </a:lnTo>
                  <a:lnTo>
                    <a:pt x="1704123" y="1570629"/>
                  </a:lnTo>
                  <a:lnTo>
                    <a:pt x="1754104" y="1552143"/>
                  </a:lnTo>
                  <a:lnTo>
                    <a:pt x="1768425" y="1546383"/>
                  </a:lnTo>
                  <a:lnTo>
                    <a:pt x="1818805" y="1524530"/>
                  </a:lnTo>
                  <a:lnTo>
                    <a:pt x="1868695" y="1500524"/>
                  </a:lnTo>
                  <a:lnTo>
                    <a:pt x="1918581" y="1474329"/>
                  </a:lnTo>
                  <a:lnTo>
                    <a:pt x="1968802" y="1445982"/>
                  </a:lnTo>
                  <a:lnTo>
                    <a:pt x="2019567" y="1415591"/>
                  </a:lnTo>
                  <a:lnTo>
                    <a:pt x="2070970" y="1383350"/>
                  </a:lnTo>
                  <a:lnTo>
                    <a:pt x="2123004" y="1349534"/>
                  </a:lnTo>
                  <a:lnTo>
                    <a:pt x="2175575" y="1314489"/>
                  </a:lnTo>
                  <a:lnTo>
                    <a:pt x="2228524" y="1278629"/>
                  </a:lnTo>
                  <a:lnTo>
                    <a:pt x="2281645" y="1242405"/>
                  </a:lnTo>
                  <a:lnTo>
                    <a:pt x="2334713" y="1206292"/>
                  </a:lnTo>
                  <a:lnTo>
                    <a:pt x="2387509" y="1170757"/>
                  </a:lnTo>
                  <a:lnTo>
                    <a:pt x="2439847" y="1136237"/>
                  </a:lnTo>
                  <a:lnTo>
                    <a:pt x="2491594" y="1103115"/>
                  </a:lnTo>
                  <a:lnTo>
                    <a:pt x="2542695" y="1071707"/>
                  </a:lnTo>
                  <a:lnTo>
                    <a:pt x="2593188" y="1042249"/>
                  </a:lnTo>
                  <a:lnTo>
                    <a:pt x="2643220" y="1014895"/>
                  </a:lnTo>
                  <a:lnTo>
                    <a:pt x="2693056" y="989720"/>
                  </a:lnTo>
                  <a:lnTo>
                    <a:pt x="2743104" y="966724"/>
                  </a:lnTo>
                  <a:lnTo>
                    <a:pt x="2770117" y="955313"/>
                  </a:lnTo>
                  <a:lnTo>
                    <a:pt x="2819675" y="936258"/>
                  </a:lnTo>
                  <a:lnTo>
                    <a:pt x="2870942" y="919140"/>
                  </a:lnTo>
                  <a:lnTo>
                    <a:pt x="2924737" y="903856"/>
                  </a:lnTo>
                  <a:lnTo>
                    <a:pt x="2981974" y="890236"/>
                  </a:lnTo>
                  <a:lnTo>
                    <a:pt x="3043582" y="878088"/>
                  </a:lnTo>
                  <a:lnTo>
                    <a:pt x="3110424" y="867227"/>
                  </a:lnTo>
                  <a:lnTo>
                    <a:pt x="3183193" y="857495"/>
                  </a:lnTo>
                  <a:lnTo>
                    <a:pt x="3262269" y="848760"/>
                  </a:lnTo>
                  <a:lnTo>
                    <a:pt x="3347544" y="840932"/>
                  </a:lnTo>
                  <a:lnTo>
                    <a:pt x="3438197" y="833953"/>
                  </a:lnTo>
                  <a:lnTo>
                    <a:pt x="3532494" y="827803"/>
                  </a:lnTo>
                  <a:lnTo>
                    <a:pt x="3627652" y="822487"/>
                  </a:lnTo>
                  <a:lnTo>
                    <a:pt x="3719907" y="818024"/>
                  </a:lnTo>
                  <a:lnTo>
                    <a:pt x="3804854" y="814430"/>
                  </a:lnTo>
                  <a:lnTo>
                    <a:pt x="3878125" y="811695"/>
                  </a:lnTo>
                  <a:lnTo>
                    <a:pt x="3936255" y="809765"/>
                  </a:lnTo>
                  <a:lnTo>
                    <a:pt x="3977512" y="808541"/>
                  </a:lnTo>
                  <a:lnTo>
                    <a:pt x="4002406" y="807877"/>
                  </a:lnTo>
                  <a:lnTo>
                    <a:pt x="4013747" y="807603"/>
                  </a:lnTo>
                  <a:lnTo>
                    <a:pt x="4016377" y="807546"/>
                  </a:lnTo>
                  <a:lnTo>
                    <a:pt x="4016409" y="807545"/>
                  </a:lnTo>
                  <a:lnTo>
                    <a:pt x="4538543" y="807545"/>
                  </a:lnTo>
                  <a:lnTo>
                    <a:pt x="4539802" y="807520"/>
                  </a:lnTo>
                  <a:lnTo>
                    <a:pt x="4548034" y="807345"/>
                  </a:lnTo>
                  <a:lnTo>
                    <a:pt x="4568621" y="806859"/>
                  </a:lnTo>
                  <a:lnTo>
                    <a:pt x="4605004" y="805906"/>
                  </a:lnTo>
                  <a:lnTo>
                    <a:pt x="4658373" y="804345"/>
                  </a:lnTo>
                  <a:lnTo>
                    <a:pt x="4727611" y="802071"/>
                  </a:lnTo>
                  <a:lnTo>
                    <a:pt x="4809671" y="799023"/>
                  </a:lnTo>
                  <a:lnTo>
                    <a:pt x="4900344" y="795182"/>
                  </a:lnTo>
                  <a:lnTo>
                    <a:pt x="4995148" y="790558"/>
                  </a:lnTo>
                  <a:lnTo>
                    <a:pt x="5090078" y="785169"/>
                  </a:lnTo>
                  <a:lnTo>
                    <a:pt x="5182047" y="779025"/>
                  </a:lnTo>
                  <a:lnTo>
                    <a:pt x="5269025" y="772115"/>
                  </a:lnTo>
                  <a:lnTo>
                    <a:pt x="5349950" y="764397"/>
                  </a:lnTo>
                  <a:lnTo>
                    <a:pt x="5424531" y="755796"/>
                  </a:lnTo>
                  <a:lnTo>
                    <a:pt x="5493031" y="746202"/>
                  </a:lnTo>
                  <a:lnTo>
                    <a:pt x="5556073" y="735479"/>
                  </a:lnTo>
                  <a:lnTo>
                    <a:pt x="5614484" y="723462"/>
                  </a:lnTo>
                  <a:lnTo>
                    <a:pt x="5669185" y="709977"/>
                  </a:lnTo>
                  <a:lnTo>
                    <a:pt x="5721104" y="694858"/>
                  </a:lnTo>
                  <a:lnTo>
                    <a:pt x="5771097" y="677990"/>
                  </a:lnTo>
                  <a:lnTo>
                    <a:pt x="5784835" y="672954"/>
                  </a:lnTo>
                  <a:lnTo>
                    <a:pt x="5835781" y="652814"/>
                  </a:lnTo>
                  <a:lnTo>
                    <a:pt x="5886232" y="630666"/>
                  </a:lnTo>
                  <a:lnTo>
                    <a:pt x="5936688" y="606481"/>
                  </a:lnTo>
                  <a:lnTo>
                    <a:pt x="5987496" y="580292"/>
                  </a:lnTo>
                  <a:lnTo>
                    <a:pt x="6038867" y="552207"/>
                  </a:lnTo>
                  <a:lnTo>
                    <a:pt x="6090893" y="522411"/>
                  </a:lnTo>
                  <a:lnTo>
                    <a:pt x="6143559" y="491166"/>
                  </a:lnTo>
                  <a:lnTo>
                    <a:pt x="6196765" y="458807"/>
                  </a:lnTo>
                  <a:lnTo>
                    <a:pt x="6250339" y="425724"/>
                  </a:lnTo>
                  <a:lnTo>
                    <a:pt x="6304066" y="392348"/>
                  </a:lnTo>
                  <a:lnTo>
                    <a:pt x="6357713" y="359124"/>
                  </a:lnTo>
                  <a:lnTo>
                    <a:pt x="6411056" y="326492"/>
                  </a:lnTo>
                  <a:lnTo>
                    <a:pt x="6463907" y="294856"/>
                  </a:lnTo>
                  <a:lnTo>
                    <a:pt x="6516141" y="264571"/>
                  </a:lnTo>
                  <a:lnTo>
                    <a:pt x="6567714" y="235922"/>
                  </a:lnTo>
                  <a:lnTo>
                    <a:pt x="6618683" y="209119"/>
                  </a:lnTo>
                  <a:lnTo>
                    <a:pt x="6669220" y="184294"/>
                  </a:lnTo>
                  <a:lnTo>
                    <a:pt x="6719626" y="161504"/>
                  </a:lnTo>
                  <a:lnTo>
                    <a:pt x="6770351" y="140737"/>
                  </a:lnTo>
                  <a:lnTo>
                    <a:pt x="6786527" y="134590"/>
                  </a:lnTo>
                  <a:lnTo>
                    <a:pt x="6836115" y="117225"/>
                  </a:lnTo>
                  <a:lnTo>
                    <a:pt x="6887414" y="101626"/>
                  </a:lnTo>
                  <a:lnTo>
                    <a:pt x="6941245" y="87699"/>
                  </a:lnTo>
                  <a:lnTo>
                    <a:pt x="6998524" y="75289"/>
                  </a:lnTo>
                  <a:lnTo>
                    <a:pt x="7060181" y="64221"/>
                  </a:lnTo>
                  <a:lnTo>
                    <a:pt x="7127081" y="54327"/>
                  </a:lnTo>
                  <a:lnTo>
                    <a:pt x="7199917" y="45460"/>
                  </a:lnTo>
                  <a:lnTo>
                    <a:pt x="7279068" y="37504"/>
                  </a:lnTo>
                  <a:lnTo>
                    <a:pt x="7364423" y="30373"/>
                  </a:lnTo>
                  <a:lnTo>
                    <a:pt x="7455156" y="24018"/>
                  </a:lnTo>
                  <a:lnTo>
                    <a:pt x="7549523" y="18417"/>
                  </a:lnTo>
                  <a:lnTo>
                    <a:pt x="7644732" y="13577"/>
                  </a:lnTo>
                  <a:lnTo>
                    <a:pt x="7737003" y="9516"/>
                  </a:lnTo>
                  <a:lnTo>
                    <a:pt x="7821924" y="6247"/>
                  </a:lnTo>
                  <a:lnTo>
                    <a:pt x="7895121" y="3760"/>
                  </a:lnTo>
                  <a:lnTo>
                    <a:pt x="7953135" y="2008"/>
                  </a:lnTo>
                  <a:lnTo>
                    <a:pt x="7994251" y="898"/>
                  </a:lnTo>
                  <a:lnTo>
                    <a:pt x="8019001" y="297"/>
                  </a:lnTo>
                  <a:lnTo>
                    <a:pt x="8030224" y="51"/>
                  </a:lnTo>
                  <a:lnTo>
                    <a:pt x="8032790" y="0"/>
                  </a:lnTo>
                  <a:lnTo>
                    <a:pt x="8032819" y="0"/>
                  </a:lnTo>
                  <a:lnTo>
                    <a:pt x="8554953" y="0"/>
                  </a:lnTo>
                  <a:lnTo>
                    <a:pt x="8554953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798" name="pl1798"/>
            <p:cNvSpPr/>
            <p:nvPr/>
          </p:nvSpPr>
          <p:spPr>
            <a:xfrm>
              <a:off x="386606" y="3879245"/>
              <a:ext cx="8554953" cy="1694151"/>
            </a:xfrm>
            <a:custGeom>
              <a:avLst/>
              <a:pathLst>
                <a:path w="8554953" h="1694151">
                  <a:moveTo>
                    <a:pt x="8554953" y="0"/>
                  </a:moveTo>
                  <a:lnTo>
                    <a:pt x="8032819" y="0"/>
                  </a:lnTo>
                  <a:lnTo>
                    <a:pt x="8031560" y="24"/>
                  </a:lnTo>
                  <a:lnTo>
                    <a:pt x="8023328" y="200"/>
                  </a:lnTo>
                  <a:lnTo>
                    <a:pt x="8002741" y="685"/>
                  </a:lnTo>
                  <a:lnTo>
                    <a:pt x="7966358" y="1638"/>
                  </a:lnTo>
                  <a:lnTo>
                    <a:pt x="7912988" y="3200"/>
                  </a:lnTo>
                  <a:lnTo>
                    <a:pt x="7843751" y="5474"/>
                  </a:lnTo>
                  <a:lnTo>
                    <a:pt x="7761691" y="8521"/>
                  </a:lnTo>
                  <a:lnTo>
                    <a:pt x="7671018" y="12362"/>
                  </a:lnTo>
                  <a:lnTo>
                    <a:pt x="7576214" y="16986"/>
                  </a:lnTo>
                  <a:lnTo>
                    <a:pt x="7481284" y="22375"/>
                  </a:lnTo>
                  <a:lnTo>
                    <a:pt x="7389315" y="28519"/>
                  </a:lnTo>
                  <a:lnTo>
                    <a:pt x="7302337" y="35429"/>
                  </a:lnTo>
                  <a:lnTo>
                    <a:pt x="7221412" y="43148"/>
                  </a:lnTo>
                  <a:lnTo>
                    <a:pt x="7146831" y="51749"/>
                  </a:lnTo>
                  <a:lnTo>
                    <a:pt x="7078331" y="61342"/>
                  </a:lnTo>
                  <a:lnTo>
                    <a:pt x="7015288" y="72066"/>
                  </a:lnTo>
                  <a:lnTo>
                    <a:pt x="6956878" y="84083"/>
                  </a:lnTo>
                  <a:lnTo>
                    <a:pt x="6902177" y="97568"/>
                  </a:lnTo>
                  <a:lnTo>
                    <a:pt x="6850258" y="112686"/>
                  </a:lnTo>
                  <a:lnTo>
                    <a:pt x="6800265" y="129554"/>
                  </a:lnTo>
                  <a:lnTo>
                    <a:pt x="6786527" y="134590"/>
                  </a:lnTo>
                  <a:lnTo>
                    <a:pt x="6735581" y="154731"/>
                  </a:lnTo>
                  <a:lnTo>
                    <a:pt x="6685130" y="176878"/>
                  </a:lnTo>
                  <a:lnTo>
                    <a:pt x="6634674" y="201064"/>
                  </a:lnTo>
                  <a:lnTo>
                    <a:pt x="6583866" y="227253"/>
                  </a:lnTo>
                  <a:lnTo>
                    <a:pt x="6532495" y="255338"/>
                  </a:lnTo>
                  <a:lnTo>
                    <a:pt x="6480469" y="285134"/>
                  </a:lnTo>
                  <a:lnTo>
                    <a:pt x="6427803" y="316378"/>
                  </a:lnTo>
                  <a:lnTo>
                    <a:pt x="6374597" y="348738"/>
                  </a:lnTo>
                  <a:lnTo>
                    <a:pt x="6321023" y="381821"/>
                  </a:lnTo>
                  <a:lnTo>
                    <a:pt x="6267296" y="415197"/>
                  </a:lnTo>
                  <a:lnTo>
                    <a:pt x="6213649" y="448420"/>
                  </a:lnTo>
                  <a:lnTo>
                    <a:pt x="6160306" y="481053"/>
                  </a:lnTo>
                  <a:lnTo>
                    <a:pt x="6107455" y="512688"/>
                  </a:lnTo>
                  <a:lnTo>
                    <a:pt x="6055221" y="542973"/>
                  </a:lnTo>
                  <a:lnTo>
                    <a:pt x="6003648" y="571622"/>
                  </a:lnTo>
                  <a:lnTo>
                    <a:pt x="5952679" y="598425"/>
                  </a:lnTo>
                  <a:lnTo>
                    <a:pt x="5902142" y="623250"/>
                  </a:lnTo>
                  <a:lnTo>
                    <a:pt x="5851736" y="646041"/>
                  </a:lnTo>
                  <a:lnTo>
                    <a:pt x="5801011" y="666808"/>
                  </a:lnTo>
                  <a:lnTo>
                    <a:pt x="5784835" y="672954"/>
                  </a:lnTo>
                  <a:lnTo>
                    <a:pt x="5735247" y="690320"/>
                  </a:lnTo>
                  <a:lnTo>
                    <a:pt x="5683948" y="705919"/>
                  </a:lnTo>
                  <a:lnTo>
                    <a:pt x="5630117" y="719846"/>
                  </a:lnTo>
                  <a:lnTo>
                    <a:pt x="5572838" y="732256"/>
                  </a:lnTo>
                  <a:lnTo>
                    <a:pt x="5511181" y="743324"/>
                  </a:lnTo>
                  <a:lnTo>
                    <a:pt x="5444281" y="753218"/>
                  </a:lnTo>
                  <a:lnTo>
                    <a:pt x="5371445" y="762084"/>
                  </a:lnTo>
                  <a:lnTo>
                    <a:pt x="5292294" y="770040"/>
                  </a:lnTo>
                  <a:lnTo>
                    <a:pt x="5206939" y="777171"/>
                  </a:lnTo>
                  <a:lnTo>
                    <a:pt x="5116206" y="783527"/>
                  </a:lnTo>
                  <a:lnTo>
                    <a:pt x="5021839" y="789127"/>
                  </a:lnTo>
                  <a:lnTo>
                    <a:pt x="4926630" y="793967"/>
                  </a:lnTo>
                  <a:lnTo>
                    <a:pt x="4834359" y="798029"/>
                  </a:lnTo>
                  <a:lnTo>
                    <a:pt x="4749438" y="801298"/>
                  </a:lnTo>
                  <a:lnTo>
                    <a:pt x="4676241" y="803784"/>
                  </a:lnTo>
                  <a:lnTo>
                    <a:pt x="4618226" y="805536"/>
                  </a:lnTo>
                  <a:lnTo>
                    <a:pt x="4577111" y="806646"/>
                  </a:lnTo>
                  <a:lnTo>
                    <a:pt x="4552361" y="807247"/>
                  </a:lnTo>
                  <a:lnTo>
                    <a:pt x="4541138" y="807493"/>
                  </a:lnTo>
                  <a:lnTo>
                    <a:pt x="4538571" y="807544"/>
                  </a:lnTo>
                  <a:lnTo>
                    <a:pt x="4538543" y="807545"/>
                  </a:lnTo>
                  <a:lnTo>
                    <a:pt x="4016409" y="807545"/>
                  </a:lnTo>
                  <a:lnTo>
                    <a:pt x="4015152" y="807572"/>
                  </a:lnTo>
                  <a:lnTo>
                    <a:pt x="4006934" y="807764"/>
                  </a:lnTo>
                  <a:lnTo>
                    <a:pt x="3986381" y="808296"/>
                  </a:lnTo>
                  <a:lnTo>
                    <a:pt x="3950054" y="809341"/>
                  </a:lnTo>
                  <a:lnTo>
                    <a:pt x="3896761" y="811052"/>
                  </a:lnTo>
                  <a:lnTo>
                    <a:pt x="3827611" y="813545"/>
                  </a:lnTo>
                  <a:lnTo>
                    <a:pt x="3745641" y="816886"/>
                  </a:lnTo>
                  <a:lnTo>
                    <a:pt x="3655050" y="821096"/>
                  </a:lnTo>
                  <a:lnTo>
                    <a:pt x="3560312" y="826165"/>
                  </a:lnTo>
                  <a:lnTo>
                    <a:pt x="3465429" y="832074"/>
                  </a:lnTo>
                  <a:lnTo>
                    <a:pt x="3373488" y="838810"/>
                  </a:lnTo>
                  <a:lnTo>
                    <a:pt x="3286523" y="846387"/>
                  </a:lnTo>
                  <a:lnTo>
                    <a:pt x="3205600" y="854849"/>
                  </a:lnTo>
                  <a:lnTo>
                    <a:pt x="3131013" y="864278"/>
                  </a:lnTo>
                  <a:lnTo>
                    <a:pt x="3062503" y="874794"/>
                  </a:lnTo>
                  <a:lnTo>
                    <a:pt x="2999452" y="886549"/>
                  </a:lnTo>
                  <a:lnTo>
                    <a:pt x="2941035" y="899720"/>
                  </a:lnTo>
                  <a:lnTo>
                    <a:pt x="2886332" y="914499"/>
                  </a:lnTo>
                  <a:lnTo>
                    <a:pt x="2834419" y="931067"/>
                  </a:lnTo>
                  <a:lnTo>
                    <a:pt x="2784438" y="949553"/>
                  </a:lnTo>
                  <a:lnTo>
                    <a:pt x="2770117" y="955313"/>
                  </a:lnTo>
                  <a:lnTo>
                    <a:pt x="2719737" y="977165"/>
                  </a:lnTo>
                  <a:lnTo>
                    <a:pt x="2669848" y="1001172"/>
                  </a:lnTo>
                  <a:lnTo>
                    <a:pt x="2619962" y="1027366"/>
                  </a:lnTo>
                  <a:lnTo>
                    <a:pt x="2569741" y="1055714"/>
                  </a:lnTo>
                  <a:lnTo>
                    <a:pt x="2518975" y="1086105"/>
                  </a:lnTo>
                  <a:lnTo>
                    <a:pt x="2467572" y="1118345"/>
                  </a:lnTo>
                  <a:lnTo>
                    <a:pt x="2415539" y="1152162"/>
                  </a:lnTo>
                  <a:lnTo>
                    <a:pt x="2362967" y="1187206"/>
                  </a:lnTo>
                  <a:lnTo>
                    <a:pt x="2310018" y="1223067"/>
                  </a:lnTo>
                  <a:lnTo>
                    <a:pt x="2256897" y="1259291"/>
                  </a:lnTo>
                  <a:lnTo>
                    <a:pt x="2203829" y="1295404"/>
                  </a:lnTo>
                  <a:lnTo>
                    <a:pt x="2151033" y="1330939"/>
                  </a:lnTo>
                  <a:lnTo>
                    <a:pt x="2098695" y="1365459"/>
                  </a:lnTo>
                  <a:lnTo>
                    <a:pt x="2046949" y="1398581"/>
                  </a:lnTo>
                  <a:lnTo>
                    <a:pt x="1995848" y="1429989"/>
                  </a:lnTo>
                  <a:lnTo>
                    <a:pt x="1945354" y="1459447"/>
                  </a:lnTo>
                  <a:lnTo>
                    <a:pt x="1895323" y="1486801"/>
                  </a:lnTo>
                  <a:lnTo>
                    <a:pt x="1845486" y="1511976"/>
                  </a:lnTo>
                  <a:lnTo>
                    <a:pt x="1795438" y="1534972"/>
                  </a:lnTo>
                  <a:lnTo>
                    <a:pt x="1768425" y="1546383"/>
                  </a:lnTo>
                  <a:lnTo>
                    <a:pt x="1718867" y="1565438"/>
                  </a:lnTo>
                  <a:lnTo>
                    <a:pt x="1667600" y="1582556"/>
                  </a:lnTo>
                  <a:lnTo>
                    <a:pt x="1613805" y="1597840"/>
                  </a:lnTo>
                  <a:lnTo>
                    <a:pt x="1556569" y="1611460"/>
                  </a:lnTo>
                  <a:lnTo>
                    <a:pt x="1494960" y="1623608"/>
                  </a:lnTo>
                  <a:lnTo>
                    <a:pt x="1428118" y="1634468"/>
                  </a:lnTo>
                  <a:lnTo>
                    <a:pt x="1355350" y="1644201"/>
                  </a:lnTo>
                  <a:lnTo>
                    <a:pt x="1276273" y="1652935"/>
                  </a:lnTo>
                  <a:lnTo>
                    <a:pt x="1190999" y="1660764"/>
                  </a:lnTo>
                  <a:lnTo>
                    <a:pt x="1100345" y="1667742"/>
                  </a:lnTo>
                  <a:lnTo>
                    <a:pt x="1006049" y="1673893"/>
                  </a:lnTo>
                  <a:lnTo>
                    <a:pt x="910890" y="1679209"/>
                  </a:lnTo>
                  <a:lnTo>
                    <a:pt x="818636" y="1683672"/>
                  </a:lnTo>
                  <a:lnTo>
                    <a:pt x="733688" y="1687266"/>
                  </a:lnTo>
                  <a:lnTo>
                    <a:pt x="660417" y="1690001"/>
                  </a:lnTo>
                  <a:lnTo>
                    <a:pt x="602287" y="1691930"/>
                  </a:lnTo>
                  <a:lnTo>
                    <a:pt x="561030" y="1693155"/>
                  </a:lnTo>
                  <a:lnTo>
                    <a:pt x="536136" y="1693819"/>
                  </a:lnTo>
                  <a:lnTo>
                    <a:pt x="524795" y="1694092"/>
                  </a:lnTo>
                  <a:lnTo>
                    <a:pt x="522165" y="1694150"/>
                  </a:lnTo>
                  <a:lnTo>
                    <a:pt x="522133" y="1694151"/>
                  </a:lnTo>
                  <a:lnTo>
                    <a:pt x="0" y="1694151"/>
                  </a:lnTo>
                  <a:lnTo>
                    <a:pt x="0" y="1694151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799" name="pg1799"/>
            <p:cNvSpPr/>
            <p:nvPr/>
          </p:nvSpPr>
          <p:spPr>
            <a:xfrm>
              <a:off x="386606" y="4698085"/>
              <a:ext cx="8554953" cy="886605"/>
            </a:xfrm>
            <a:custGeom>
              <a:avLst/>
              <a:pathLst>
                <a:path w="8554953" h="886605">
                  <a:moveTo>
                    <a:pt x="0" y="886605"/>
                  </a:moveTo>
                  <a:lnTo>
                    <a:pt x="522133" y="886605"/>
                  </a:lnTo>
                  <a:lnTo>
                    <a:pt x="523390" y="886579"/>
                  </a:lnTo>
                  <a:lnTo>
                    <a:pt x="531609" y="886387"/>
                  </a:lnTo>
                  <a:lnTo>
                    <a:pt x="552165" y="885859"/>
                  </a:lnTo>
                  <a:lnTo>
                    <a:pt x="588496" y="884820"/>
                  </a:lnTo>
                  <a:lnTo>
                    <a:pt x="641795" y="883120"/>
                  </a:lnTo>
                  <a:lnTo>
                    <a:pt x="710951" y="880643"/>
                  </a:lnTo>
                  <a:lnTo>
                    <a:pt x="792928" y="877323"/>
                  </a:lnTo>
                  <a:lnTo>
                    <a:pt x="883525" y="873139"/>
                  </a:lnTo>
                  <a:lnTo>
                    <a:pt x="978268" y="868101"/>
                  </a:lnTo>
                  <a:lnTo>
                    <a:pt x="1073155" y="862230"/>
                  </a:lnTo>
                  <a:lnTo>
                    <a:pt x="1165097" y="855536"/>
                  </a:lnTo>
                  <a:lnTo>
                    <a:pt x="1252063" y="848007"/>
                  </a:lnTo>
                  <a:lnTo>
                    <a:pt x="1332987" y="839598"/>
                  </a:lnTo>
                  <a:lnTo>
                    <a:pt x="1407573" y="830227"/>
                  </a:lnTo>
                  <a:lnTo>
                    <a:pt x="1476083" y="819777"/>
                  </a:lnTo>
                  <a:lnTo>
                    <a:pt x="1539133" y="808096"/>
                  </a:lnTo>
                  <a:lnTo>
                    <a:pt x="1597550" y="795007"/>
                  </a:lnTo>
                  <a:lnTo>
                    <a:pt x="1652252" y="780320"/>
                  </a:lnTo>
                  <a:lnTo>
                    <a:pt x="1704166" y="763855"/>
                  </a:lnTo>
                  <a:lnTo>
                    <a:pt x="1754148" y="745485"/>
                  </a:lnTo>
                  <a:lnTo>
                    <a:pt x="1768425" y="739779"/>
                  </a:lnTo>
                  <a:lnTo>
                    <a:pt x="1818846" y="718047"/>
                  </a:lnTo>
                  <a:lnTo>
                    <a:pt x="1868776" y="694171"/>
                  </a:lnTo>
                  <a:lnTo>
                    <a:pt x="1918704" y="668117"/>
                  </a:lnTo>
                  <a:lnTo>
                    <a:pt x="1968967" y="639921"/>
                  </a:lnTo>
                  <a:lnTo>
                    <a:pt x="2019777" y="609692"/>
                  </a:lnTo>
                  <a:lnTo>
                    <a:pt x="2071225" y="577623"/>
                  </a:lnTo>
                  <a:lnTo>
                    <a:pt x="2123305" y="543986"/>
                  </a:lnTo>
                  <a:lnTo>
                    <a:pt x="2175922" y="509130"/>
                  </a:lnTo>
                  <a:lnTo>
                    <a:pt x="2228916" y="473464"/>
                  </a:lnTo>
                  <a:lnTo>
                    <a:pt x="2282081" y="437441"/>
                  </a:lnTo>
                  <a:lnTo>
                    <a:pt x="2335192" y="401532"/>
                  </a:lnTo>
                  <a:lnTo>
                    <a:pt x="2388028" y="366202"/>
                  </a:lnTo>
                  <a:lnTo>
                    <a:pt x="2440403" y="331886"/>
                  </a:lnTo>
                  <a:lnTo>
                    <a:pt x="2492185" y="298965"/>
                  </a:lnTo>
                  <a:lnTo>
                    <a:pt x="2543320" y="267753"/>
                  </a:lnTo>
                  <a:lnTo>
                    <a:pt x="2593848" y="238485"/>
                  </a:lnTo>
                  <a:lnTo>
                    <a:pt x="2643916" y="211312"/>
                  </a:lnTo>
                  <a:lnTo>
                    <a:pt x="2693794" y="186308"/>
                  </a:lnTo>
                  <a:lnTo>
                    <a:pt x="2743889" y="163472"/>
                  </a:lnTo>
                  <a:lnTo>
                    <a:pt x="2770117" y="152473"/>
                  </a:lnTo>
                  <a:lnTo>
                    <a:pt x="2819678" y="133539"/>
                  </a:lnTo>
                  <a:lnTo>
                    <a:pt x="2870947" y="116529"/>
                  </a:lnTo>
                  <a:lnTo>
                    <a:pt x="2924744" y="101342"/>
                  </a:lnTo>
                  <a:lnTo>
                    <a:pt x="2981984" y="87809"/>
                  </a:lnTo>
                  <a:lnTo>
                    <a:pt x="3043596" y="75737"/>
                  </a:lnTo>
                  <a:lnTo>
                    <a:pt x="3110442" y="64946"/>
                  </a:lnTo>
                  <a:lnTo>
                    <a:pt x="3183216" y="55275"/>
                  </a:lnTo>
                  <a:lnTo>
                    <a:pt x="3262298" y="46597"/>
                  </a:lnTo>
                  <a:lnTo>
                    <a:pt x="3347578" y="38818"/>
                  </a:lnTo>
                  <a:lnTo>
                    <a:pt x="3438238" y="31884"/>
                  </a:lnTo>
                  <a:lnTo>
                    <a:pt x="3532540" y="25773"/>
                  </a:lnTo>
                  <a:lnTo>
                    <a:pt x="3627702" y="20491"/>
                  </a:lnTo>
                  <a:lnTo>
                    <a:pt x="3719958" y="16057"/>
                  </a:lnTo>
                  <a:lnTo>
                    <a:pt x="3804903" y="12486"/>
                  </a:lnTo>
                  <a:lnTo>
                    <a:pt x="3878169" y="9768"/>
                  </a:lnTo>
                  <a:lnTo>
                    <a:pt x="3936290" y="7852"/>
                  </a:lnTo>
                  <a:lnTo>
                    <a:pt x="3977537" y="6635"/>
                  </a:lnTo>
                  <a:lnTo>
                    <a:pt x="4002420" y="5976"/>
                  </a:lnTo>
                  <a:lnTo>
                    <a:pt x="4013752" y="5705"/>
                  </a:lnTo>
                  <a:lnTo>
                    <a:pt x="4016409" y="5647"/>
                  </a:lnTo>
                  <a:lnTo>
                    <a:pt x="4538543" y="5647"/>
                  </a:lnTo>
                  <a:lnTo>
                    <a:pt x="4539813" y="5650"/>
                  </a:lnTo>
                  <a:lnTo>
                    <a:pt x="4548113" y="5672"/>
                  </a:lnTo>
                  <a:lnTo>
                    <a:pt x="4568862" y="5734"/>
                  </a:lnTo>
                  <a:lnTo>
                    <a:pt x="4605518" y="5855"/>
                  </a:lnTo>
                  <a:lnTo>
                    <a:pt x="4659256" y="6053"/>
                  </a:lnTo>
                  <a:lnTo>
                    <a:pt x="4728920" y="6341"/>
                  </a:lnTo>
                  <a:lnTo>
                    <a:pt x="4811415" y="6728"/>
                  </a:lnTo>
                  <a:lnTo>
                    <a:pt x="4902481" y="7215"/>
                  </a:lnTo>
                  <a:lnTo>
                    <a:pt x="4997603" y="7801"/>
                  </a:lnTo>
                  <a:lnTo>
                    <a:pt x="5092759" y="8484"/>
                  </a:lnTo>
                  <a:lnTo>
                    <a:pt x="5184864" y="9262"/>
                  </a:lnTo>
                  <a:lnTo>
                    <a:pt x="5271903" y="10138"/>
                  </a:lnTo>
                  <a:lnTo>
                    <a:pt x="5352832" y="11116"/>
                  </a:lnTo>
                  <a:lnTo>
                    <a:pt x="5427384" y="12206"/>
                  </a:lnTo>
                  <a:lnTo>
                    <a:pt x="5495839" y="13423"/>
                  </a:lnTo>
                  <a:lnTo>
                    <a:pt x="5558837" y="14783"/>
                  </a:lnTo>
                  <a:lnTo>
                    <a:pt x="5617219" y="16309"/>
                  </a:lnTo>
                  <a:lnTo>
                    <a:pt x="5671915" y="18021"/>
                  </a:lnTo>
                  <a:lnTo>
                    <a:pt x="5723860" y="19941"/>
                  </a:lnTo>
                  <a:lnTo>
                    <a:pt x="5773910" y="22082"/>
                  </a:lnTo>
                  <a:lnTo>
                    <a:pt x="5784835" y="22588"/>
                  </a:lnTo>
                  <a:lnTo>
                    <a:pt x="5839033" y="25295"/>
                  </a:lnTo>
                  <a:lnTo>
                    <a:pt x="5892709" y="28288"/>
                  </a:lnTo>
                  <a:lnTo>
                    <a:pt x="5946450" y="31572"/>
                  </a:lnTo>
                  <a:lnTo>
                    <a:pt x="6000645" y="35139"/>
                  </a:lnTo>
                  <a:lnTo>
                    <a:pt x="6055515" y="38970"/>
                  </a:lnTo>
                  <a:lnTo>
                    <a:pt x="6111133" y="43035"/>
                  </a:lnTo>
                  <a:lnTo>
                    <a:pt x="6167441" y="47289"/>
                  </a:lnTo>
                  <a:lnTo>
                    <a:pt x="6224281" y="51677"/>
                  </a:lnTo>
                  <a:lnTo>
                    <a:pt x="6281417" y="56138"/>
                  </a:lnTo>
                  <a:lnTo>
                    <a:pt x="6338573" y="60603"/>
                  </a:lnTo>
                  <a:lnTo>
                    <a:pt x="6395473" y="65006"/>
                  </a:lnTo>
                  <a:lnTo>
                    <a:pt x="6451874" y="69284"/>
                  </a:lnTo>
                  <a:lnTo>
                    <a:pt x="6507601" y="73380"/>
                  </a:lnTo>
                  <a:lnTo>
                    <a:pt x="6562581" y="77248"/>
                  </a:lnTo>
                  <a:lnTo>
                    <a:pt x="6616866" y="80856"/>
                  </a:lnTo>
                  <a:lnTo>
                    <a:pt x="6670654" y="84183"/>
                  </a:lnTo>
                  <a:lnTo>
                    <a:pt x="6724308" y="87220"/>
                  </a:lnTo>
                  <a:lnTo>
                    <a:pt x="6778383" y="89968"/>
                  </a:lnTo>
                  <a:lnTo>
                    <a:pt x="6786527" y="90354"/>
                  </a:lnTo>
                  <a:lnTo>
                    <a:pt x="6836259" y="92546"/>
                  </a:lnTo>
                  <a:lnTo>
                    <a:pt x="6887713" y="94514"/>
                  </a:lnTo>
                  <a:lnTo>
                    <a:pt x="6941720" y="96271"/>
                  </a:lnTo>
                  <a:lnTo>
                    <a:pt x="6999202" y="97836"/>
                  </a:lnTo>
                  <a:lnTo>
                    <a:pt x="7061098" y="99231"/>
                  </a:lnTo>
                  <a:lnTo>
                    <a:pt x="7128278" y="100478"/>
                  </a:lnTo>
                  <a:lnTo>
                    <a:pt x="7201437" y="101595"/>
                  </a:lnTo>
                  <a:lnTo>
                    <a:pt x="7280951" y="102597"/>
                  </a:lnTo>
                  <a:lnTo>
                    <a:pt x="7366693" y="103494"/>
                  </a:lnTo>
                  <a:lnTo>
                    <a:pt x="7457812" y="104294"/>
                  </a:lnTo>
                  <a:lnTo>
                    <a:pt x="7552520" y="104998"/>
                  </a:lnTo>
                  <a:lnTo>
                    <a:pt x="7647968" y="105606"/>
                  </a:lnTo>
                  <a:lnTo>
                    <a:pt x="7740317" y="106115"/>
                  </a:lnTo>
                  <a:lnTo>
                    <a:pt x="7825104" y="106524"/>
                  </a:lnTo>
                  <a:lnTo>
                    <a:pt x="7897938" y="106834"/>
                  </a:lnTo>
                  <a:lnTo>
                    <a:pt x="7955388" y="107051"/>
                  </a:lnTo>
                  <a:lnTo>
                    <a:pt x="7995817" y="107188"/>
                  </a:lnTo>
                  <a:lnTo>
                    <a:pt x="8019874" y="107261"/>
                  </a:lnTo>
                  <a:lnTo>
                    <a:pt x="8030533" y="107290"/>
                  </a:lnTo>
                  <a:lnTo>
                    <a:pt x="8032819" y="107296"/>
                  </a:lnTo>
                  <a:lnTo>
                    <a:pt x="8554953" y="107296"/>
                  </a:lnTo>
                  <a:lnTo>
                    <a:pt x="8554953" y="101649"/>
                  </a:lnTo>
                  <a:lnTo>
                    <a:pt x="8032819" y="101649"/>
                  </a:lnTo>
                  <a:lnTo>
                    <a:pt x="8031549" y="101645"/>
                  </a:lnTo>
                  <a:lnTo>
                    <a:pt x="8023249" y="101623"/>
                  </a:lnTo>
                  <a:lnTo>
                    <a:pt x="8002500" y="101562"/>
                  </a:lnTo>
                  <a:lnTo>
                    <a:pt x="7965844" y="101441"/>
                  </a:lnTo>
                  <a:lnTo>
                    <a:pt x="7912106" y="101242"/>
                  </a:lnTo>
                  <a:lnTo>
                    <a:pt x="7842441" y="100954"/>
                  </a:lnTo>
                  <a:lnTo>
                    <a:pt x="7759947" y="100567"/>
                  </a:lnTo>
                  <a:lnTo>
                    <a:pt x="7668881" y="100080"/>
                  </a:lnTo>
                  <a:lnTo>
                    <a:pt x="7573759" y="99494"/>
                  </a:lnTo>
                  <a:lnTo>
                    <a:pt x="7478603" y="98811"/>
                  </a:lnTo>
                  <a:lnTo>
                    <a:pt x="7386498" y="98033"/>
                  </a:lnTo>
                  <a:lnTo>
                    <a:pt x="7299459" y="97157"/>
                  </a:lnTo>
                  <a:lnTo>
                    <a:pt x="7218530" y="96179"/>
                  </a:lnTo>
                  <a:lnTo>
                    <a:pt x="7143978" y="95089"/>
                  </a:lnTo>
                  <a:lnTo>
                    <a:pt x="7075523" y="93872"/>
                  </a:lnTo>
                  <a:lnTo>
                    <a:pt x="7012525" y="92512"/>
                  </a:lnTo>
                  <a:lnTo>
                    <a:pt x="6954143" y="90987"/>
                  </a:lnTo>
                  <a:lnTo>
                    <a:pt x="6899447" y="89275"/>
                  </a:lnTo>
                  <a:lnTo>
                    <a:pt x="6847502" y="87355"/>
                  </a:lnTo>
                  <a:lnTo>
                    <a:pt x="6797452" y="85213"/>
                  </a:lnTo>
                  <a:lnTo>
                    <a:pt x="6786527" y="84707"/>
                  </a:lnTo>
                  <a:lnTo>
                    <a:pt x="6732329" y="82000"/>
                  </a:lnTo>
                  <a:lnTo>
                    <a:pt x="6678653" y="79007"/>
                  </a:lnTo>
                  <a:lnTo>
                    <a:pt x="6624912" y="75723"/>
                  </a:lnTo>
                  <a:lnTo>
                    <a:pt x="6570717" y="72156"/>
                  </a:lnTo>
                  <a:lnTo>
                    <a:pt x="6515847" y="68325"/>
                  </a:lnTo>
                  <a:lnTo>
                    <a:pt x="6460229" y="64260"/>
                  </a:lnTo>
                  <a:lnTo>
                    <a:pt x="6403921" y="60006"/>
                  </a:lnTo>
                  <a:lnTo>
                    <a:pt x="6347081" y="55618"/>
                  </a:lnTo>
                  <a:lnTo>
                    <a:pt x="6289945" y="51158"/>
                  </a:lnTo>
                  <a:lnTo>
                    <a:pt x="6232789" y="46692"/>
                  </a:lnTo>
                  <a:lnTo>
                    <a:pt x="6175889" y="42289"/>
                  </a:lnTo>
                  <a:lnTo>
                    <a:pt x="6119488" y="38011"/>
                  </a:lnTo>
                  <a:lnTo>
                    <a:pt x="6063761" y="33916"/>
                  </a:lnTo>
                  <a:lnTo>
                    <a:pt x="6008781" y="30047"/>
                  </a:lnTo>
                  <a:lnTo>
                    <a:pt x="5954495" y="26439"/>
                  </a:lnTo>
                  <a:lnTo>
                    <a:pt x="5900707" y="23112"/>
                  </a:lnTo>
                  <a:lnTo>
                    <a:pt x="5847054" y="20076"/>
                  </a:lnTo>
                  <a:lnTo>
                    <a:pt x="5792979" y="17327"/>
                  </a:lnTo>
                  <a:lnTo>
                    <a:pt x="5784835" y="16941"/>
                  </a:lnTo>
                  <a:lnTo>
                    <a:pt x="5735103" y="14749"/>
                  </a:lnTo>
                  <a:lnTo>
                    <a:pt x="5683648" y="12781"/>
                  </a:lnTo>
                  <a:lnTo>
                    <a:pt x="5629642" y="11024"/>
                  </a:lnTo>
                  <a:lnTo>
                    <a:pt x="5572160" y="9460"/>
                  </a:lnTo>
                  <a:lnTo>
                    <a:pt x="5510264" y="8065"/>
                  </a:lnTo>
                  <a:lnTo>
                    <a:pt x="5443084" y="6818"/>
                  </a:lnTo>
                  <a:lnTo>
                    <a:pt x="5369925" y="5701"/>
                  </a:lnTo>
                  <a:lnTo>
                    <a:pt x="5290411" y="4699"/>
                  </a:lnTo>
                  <a:lnTo>
                    <a:pt x="5204668" y="3801"/>
                  </a:lnTo>
                  <a:lnTo>
                    <a:pt x="5113550" y="3001"/>
                  </a:lnTo>
                  <a:lnTo>
                    <a:pt x="5018842" y="2297"/>
                  </a:lnTo>
                  <a:lnTo>
                    <a:pt x="4923394" y="1689"/>
                  </a:lnTo>
                  <a:lnTo>
                    <a:pt x="4831045" y="1180"/>
                  </a:lnTo>
                  <a:lnTo>
                    <a:pt x="4746258" y="771"/>
                  </a:lnTo>
                  <a:lnTo>
                    <a:pt x="4673424" y="462"/>
                  </a:lnTo>
                  <a:lnTo>
                    <a:pt x="4615974" y="244"/>
                  </a:lnTo>
                  <a:lnTo>
                    <a:pt x="4575545" y="108"/>
                  </a:lnTo>
                  <a:lnTo>
                    <a:pt x="4551488" y="34"/>
                  </a:lnTo>
                  <a:lnTo>
                    <a:pt x="4540829" y="5"/>
                  </a:lnTo>
                  <a:lnTo>
                    <a:pt x="4538543" y="0"/>
                  </a:lnTo>
                  <a:lnTo>
                    <a:pt x="4016409" y="0"/>
                  </a:lnTo>
                  <a:lnTo>
                    <a:pt x="4015152" y="26"/>
                  </a:lnTo>
                  <a:lnTo>
                    <a:pt x="4006933" y="217"/>
                  </a:lnTo>
                  <a:lnTo>
                    <a:pt x="3986377" y="746"/>
                  </a:lnTo>
                  <a:lnTo>
                    <a:pt x="3950047" y="1784"/>
                  </a:lnTo>
                  <a:lnTo>
                    <a:pt x="3896747" y="3485"/>
                  </a:lnTo>
                  <a:lnTo>
                    <a:pt x="3827591" y="5962"/>
                  </a:lnTo>
                  <a:lnTo>
                    <a:pt x="3745615" y="9282"/>
                  </a:lnTo>
                  <a:lnTo>
                    <a:pt x="3655017" y="13466"/>
                  </a:lnTo>
                  <a:lnTo>
                    <a:pt x="3560274" y="18504"/>
                  </a:lnTo>
                  <a:lnTo>
                    <a:pt x="3465388" y="24375"/>
                  </a:lnTo>
                  <a:lnTo>
                    <a:pt x="3373445" y="31069"/>
                  </a:lnTo>
                  <a:lnTo>
                    <a:pt x="3286479" y="38598"/>
                  </a:lnTo>
                  <a:lnTo>
                    <a:pt x="3205556" y="47007"/>
                  </a:lnTo>
                  <a:lnTo>
                    <a:pt x="3130969" y="56378"/>
                  </a:lnTo>
                  <a:lnTo>
                    <a:pt x="3062459" y="66828"/>
                  </a:lnTo>
                  <a:lnTo>
                    <a:pt x="2999409" y="78509"/>
                  </a:lnTo>
                  <a:lnTo>
                    <a:pt x="2940992" y="91598"/>
                  </a:lnTo>
                  <a:lnTo>
                    <a:pt x="2886290" y="106284"/>
                  </a:lnTo>
                  <a:lnTo>
                    <a:pt x="2834376" y="122749"/>
                  </a:lnTo>
                  <a:lnTo>
                    <a:pt x="2784394" y="141120"/>
                  </a:lnTo>
                  <a:lnTo>
                    <a:pt x="2770117" y="146826"/>
                  </a:lnTo>
                  <a:lnTo>
                    <a:pt x="2719696" y="168558"/>
                  </a:lnTo>
                  <a:lnTo>
                    <a:pt x="2669766" y="192434"/>
                  </a:lnTo>
                  <a:lnTo>
                    <a:pt x="2619838" y="218488"/>
                  </a:lnTo>
                  <a:lnTo>
                    <a:pt x="2569575" y="246684"/>
                  </a:lnTo>
                  <a:lnTo>
                    <a:pt x="2518766" y="276913"/>
                  </a:lnTo>
                  <a:lnTo>
                    <a:pt x="2467317" y="308982"/>
                  </a:lnTo>
                  <a:lnTo>
                    <a:pt x="2415238" y="342619"/>
                  </a:lnTo>
                  <a:lnTo>
                    <a:pt x="2362620" y="377475"/>
                  </a:lnTo>
                  <a:lnTo>
                    <a:pt x="2309626" y="413140"/>
                  </a:lnTo>
                  <a:lnTo>
                    <a:pt x="2256461" y="449164"/>
                  </a:lnTo>
                  <a:lnTo>
                    <a:pt x="2203350" y="485073"/>
                  </a:lnTo>
                  <a:lnTo>
                    <a:pt x="2150514" y="520403"/>
                  </a:lnTo>
                  <a:lnTo>
                    <a:pt x="2098139" y="554719"/>
                  </a:lnTo>
                  <a:lnTo>
                    <a:pt x="2046357" y="587640"/>
                  </a:lnTo>
                  <a:lnTo>
                    <a:pt x="1995222" y="618852"/>
                  </a:lnTo>
                  <a:lnTo>
                    <a:pt x="1944694" y="648120"/>
                  </a:lnTo>
                  <a:lnTo>
                    <a:pt x="1894626" y="675293"/>
                  </a:lnTo>
                  <a:lnTo>
                    <a:pt x="1844748" y="700297"/>
                  </a:lnTo>
                  <a:lnTo>
                    <a:pt x="1794653" y="723132"/>
                  </a:lnTo>
                  <a:lnTo>
                    <a:pt x="1768425" y="734132"/>
                  </a:lnTo>
                  <a:lnTo>
                    <a:pt x="1718865" y="753066"/>
                  </a:lnTo>
                  <a:lnTo>
                    <a:pt x="1667595" y="770076"/>
                  </a:lnTo>
                  <a:lnTo>
                    <a:pt x="1613798" y="785263"/>
                  </a:lnTo>
                  <a:lnTo>
                    <a:pt x="1556558" y="798796"/>
                  </a:lnTo>
                  <a:lnTo>
                    <a:pt x="1494946" y="810867"/>
                  </a:lnTo>
                  <a:lnTo>
                    <a:pt x="1428100" y="821659"/>
                  </a:lnTo>
                  <a:lnTo>
                    <a:pt x="1355326" y="831330"/>
                  </a:lnTo>
                  <a:lnTo>
                    <a:pt x="1276244" y="840008"/>
                  </a:lnTo>
                  <a:lnTo>
                    <a:pt x="1190964" y="847787"/>
                  </a:lnTo>
                  <a:lnTo>
                    <a:pt x="1100304" y="854721"/>
                  </a:lnTo>
                  <a:lnTo>
                    <a:pt x="1006002" y="860832"/>
                  </a:lnTo>
                  <a:lnTo>
                    <a:pt x="910840" y="866114"/>
                  </a:lnTo>
                  <a:lnTo>
                    <a:pt x="818584" y="870548"/>
                  </a:lnTo>
                  <a:lnTo>
                    <a:pt x="733639" y="874119"/>
                  </a:lnTo>
                  <a:lnTo>
                    <a:pt x="660374" y="876837"/>
                  </a:lnTo>
                  <a:lnTo>
                    <a:pt x="602252" y="878753"/>
                  </a:lnTo>
                  <a:lnTo>
                    <a:pt x="561005" y="879970"/>
                  </a:lnTo>
                  <a:lnTo>
                    <a:pt x="536123" y="880629"/>
                  </a:lnTo>
                  <a:lnTo>
                    <a:pt x="524790" y="880900"/>
                  </a:lnTo>
                  <a:lnTo>
                    <a:pt x="522133" y="880958"/>
                  </a:lnTo>
                  <a:lnTo>
                    <a:pt x="0" y="880958"/>
                  </a:lnTo>
                  <a:close/>
                </a:path>
              </a:pathLst>
            </a:custGeom>
            <a:solidFill>
              <a:srgbClr val="6FA8DC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1800" name="pl1800"/>
            <p:cNvSpPr/>
            <p:nvPr/>
          </p:nvSpPr>
          <p:spPr>
            <a:xfrm>
              <a:off x="386606" y="4703732"/>
              <a:ext cx="8554953" cy="880958"/>
            </a:xfrm>
            <a:custGeom>
              <a:avLst/>
              <a:pathLst>
                <a:path w="8554953" h="880958">
                  <a:moveTo>
                    <a:pt x="0" y="880958"/>
                  </a:moveTo>
                  <a:lnTo>
                    <a:pt x="522133" y="880958"/>
                  </a:lnTo>
                  <a:lnTo>
                    <a:pt x="523390" y="880931"/>
                  </a:lnTo>
                  <a:lnTo>
                    <a:pt x="531609" y="880740"/>
                  </a:lnTo>
                  <a:lnTo>
                    <a:pt x="552165" y="880212"/>
                  </a:lnTo>
                  <a:lnTo>
                    <a:pt x="588496" y="879173"/>
                  </a:lnTo>
                  <a:lnTo>
                    <a:pt x="641795" y="877473"/>
                  </a:lnTo>
                  <a:lnTo>
                    <a:pt x="710951" y="874996"/>
                  </a:lnTo>
                  <a:lnTo>
                    <a:pt x="792928" y="871676"/>
                  </a:lnTo>
                  <a:lnTo>
                    <a:pt x="883525" y="867492"/>
                  </a:lnTo>
                  <a:lnTo>
                    <a:pt x="978268" y="862454"/>
                  </a:lnTo>
                  <a:lnTo>
                    <a:pt x="1073155" y="856583"/>
                  </a:lnTo>
                  <a:lnTo>
                    <a:pt x="1165097" y="849889"/>
                  </a:lnTo>
                  <a:lnTo>
                    <a:pt x="1252063" y="842360"/>
                  </a:lnTo>
                  <a:lnTo>
                    <a:pt x="1332987" y="833951"/>
                  </a:lnTo>
                  <a:lnTo>
                    <a:pt x="1407573" y="824580"/>
                  </a:lnTo>
                  <a:lnTo>
                    <a:pt x="1476083" y="814130"/>
                  </a:lnTo>
                  <a:lnTo>
                    <a:pt x="1539133" y="802449"/>
                  </a:lnTo>
                  <a:lnTo>
                    <a:pt x="1597550" y="789360"/>
                  </a:lnTo>
                  <a:lnTo>
                    <a:pt x="1652252" y="774673"/>
                  </a:lnTo>
                  <a:lnTo>
                    <a:pt x="1704166" y="758208"/>
                  </a:lnTo>
                  <a:lnTo>
                    <a:pt x="1754148" y="739837"/>
                  </a:lnTo>
                  <a:lnTo>
                    <a:pt x="1768425" y="734132"/>
                  </a:lnTo>
                  <a:lnTo>
                    <a:pt x="1818846" y="712399"/>
                  </a:lnTo>
                  <a:lnTo>
                    <a:pt x="1868776" y="688523"/>
                  </a:lnTo>
                  <a:lnTo>
                    <a:pt x="1918704" y="662470"/>
                  </a:lnTo>
                  <a:lnTo>
                    <a:pt x="1968967" y="634274"/>
                  </a:lnTo>
                  <a:lnTo>
                    <a:pt x="2019777" y="604045"/>
                  </a:lnTo>
                  <a:lnTo>
                    <a:pt x="2071225" y="571975"/>
                  </a:lnTo>
                  <a:lnTo>
                    <a:pt x="2123305" y="538339"/>
                  </a:lnTo>
                  <a:lnTo>
                    <a:pt x="2175922" y="503483"/>
                  </a:lnTo>
                  <a:lnTo>
                    <a:pt x="2228916" y="467817"/>
                  </a:lnTo>
                  <a:lnTo>
                    <a:pt x="2282081" y="431794"/>
                  </a:lnTo>
                  <a:lnTo>
                    <a:pt x="2335192" y="395885"/>
                  </a:lnTo>
                  <a:lnTo>
                    <a:pt x="2388028" y="360555"/>
                  </a:lnTo>
                  <a:lnTo>
                    <a:pt x="2440403" y="326238"/>
                  </a:lnTo>
                  <a:lnTo>
                    <a:pt x="2492185" y="293318"/>
                  </a:lnTo>
                  <a:lnTo>
                    <a:pt x="2543320" y="262106"/>
                  </a:lnTo>
                  <a:lnTo>
                    <a:pt x="2593848" y="232837"/>
                  </a:lnTo>
                  <a:lnTo>
                    <a:pt x="2643916" y="205665"/>
                  </a:lnTo>
                  <a:lnTo>
                    <a:pt x="2693794" y="180660"/>
                  </a:lnTo>
                  <a:lnTo>
                    <a:pt x="2743889" y="157825"/>
                  </a:lnTo>
                  <a:lnTo>
                    <a:pt x="2770117" y="146826"/>
                  </a:lnTo>
                  <a:lnTo>
                    <a:pt x="2819678" y="127892"/>
                  </a:lnTo>
                  <a:lnTo>
                    <a:pt x="2870947" y="110882"/>
                  </a:lnTo>
                  <a:lnTo>
                    <a:pt x="2924744" y="95695"/>
                  </a:lnTo>
                  <a:lnTo>
                    <a:pt x="2981984" y="82161"/>
                  </a:lnTo>
                  <a:lnTo>
                    <a:pt x="3043596" y="70090"/>
                  </a:lnTo>
                  <a:lnTo>
                    <a:pt x="3110442" y="59299"/>
                  </a:lnTo>
                  <a:lnTo>
                    <a:pt x="3183216" y="49628"/>
                  </a:lnTo>
                  <a:lnTo>
                    <a:pt x="3262298" y="40950"/>
                  </a:lnTo>
                  <a:lnTo>
                    <a:pt x="3347578" y="33171"/>
                  </a:lnTo>
                  <a:lnTo>
                    <a:pt x="3438238" y="26237"/>
                  </a:lnTo>
                  <a:lnTo>
                    <a:pt x="3532540" y="20126"/>
                  </a:lnTo>
                  <a:lnTo>
                    <a:pt x="3627702" y="14843"/>
                  </a:lnTo>
                  <a:lnTo>
                    <a:pt x="3719958" y="10409"/>
                  </a:lnTo>
                  <a:lnTo>
                    <a:pt x="3804903" y="6839"/>
                  </a:lnTo>
                  <a:lnTo>
                    <a:pt x="3878169" y="4121"/>
                  </a:lnTo>
                  <a:lnTo>
                    <a:pt x="3936290" y="2205"/>
                  </a:lnTo>
                  <a:lnTo>
                    <a:pt x="3977537" y="988"/>
                  </a:lnTo>
                  <a:lnTo>
                    <a:pt x="4002420" y="329"/>
                  </a:lnTo>
                  <a:lnTo>
                    <a:pt x="4013752" y="57"/>
                  </a:lnTo>
                  <a:lnTo>
                    <a:pt x="4016377" y="0"/>
                  </a:lnTo>
                  <a:lnTo>
                    <a:pt x="4016409" y="0"/>
                  </a:lnTo>
                  <a:lnTo>
                    <a:pt x="4538543" y="0"/>
                  </a:lnTo>
                  <a:lnTo>
                    <a:pt x="4539813" y="3"/>
                  </a:lnTo>
                  <a:lnTo>
                    <a:pt x="4548113" y="25"/>
                  </a:lnTo>
                  <a:lnTo>
                    <a:pt x="4568862" y="87"/>
                  </a:lnTo>
                  <a:lnTo>
                    <a:pt x="4605518" y="208"/>
                  </a:lnTo>
                  <a:lnTo>
                    <a:pt x="4659256" y="406"/>
                  </a:lnTo>
                  <a:lnTo>
                    <a:pt x="4728920" y="694"/>
                  </a:lnTo>
                  <a:lnTo>
                    <a:pt x="4811415" y="1081"/>
                  </a:lnTo>
                  <a:lnTo>
                    <a:pt x="4902481" y="1568"/>
                  </a:lnTo>
                  <a:lnTo>
                    <a:pt x="4997603" y="2154"/>
                  </a:lnTo>
                  <a:lnTo>
                    <a:pt x="5092759" y="2837"/>
                  </a:lnTo>
                  <a:lnTo>
                    <a:pt x="5184864" y="3615"/>
                  </a:lnTo>
                  <a:lnTo>
                    <a:pt x="5271903" y="4491"/>
                  </a:lnTo>
                  <a:lnTo>
                    <a:pt x="5352832" y="5469"/>
                  </a:lnTo>
                  <a:lnTo>
                    <a:pt x="5427384" y="6559"/>
                  </a:lnTo>
                  <a:lnTo>
                    <a:pt x="5495839" y="7776"/>
                  </a:lnTo>
                  <a:lnTo>
                    <a:pt x="5558837" y="9136"/>
                  </a:lnTo>
                  <a:lnTo>
                    <a:pt x="5617219" y="10661"/>
                  </a:lnTo>
                  <a:lnTo>
                    <a:pt x="5671915" y="12374"/>
                  </a:lnTo>
                  <a:lnTo>
                    <a:pt x="5723860" y="14293"/>
                  </a:lnTo>
                  <a:lnTo>
                    <a:pt x="5773910" y="16435"/>
                  </a:lnTo>
                  <a:lnTo>
                    <a:pt x="5784835" y="16941"/>
                  </a:lnTo>
                  <a:lnTo>
                    <a:pt x="5839033" y="19648"/>
                  </a:lnTo>
                  <a:lnTo>
                    <a:pt x="5892709" y="22641"/>
                  </a:lnTo>
                  <a:lnTo>
                    <a:pt x="5946450" y="25925"/>
                  </a:lnTo>
                  <a:lnTo>
                    <a:pt x="6000645" y="29492"/>
                  </a:lnTo>
                  <a:lnTo>
                    <a:pt x="6055515" y="33323"/>
                  </a:lnTo>
                  <a:lnTo>
                    <a:pt x="6111133" y="37388"/>
                  </a:lnTo>
                  <a:lnTo>
                    <a:pt x="6167441" y="41642"/>
                  </a:lnTo>
                  <a:lnTo>
                    <a:pt x="6224281" y="46030"/>
                  </a:lnTo>
                  <a:lnTo>
                    <a:pt x="6281417" y="50490"/>
                  </a:lnTo>
                  <a:lnTo>
                    <a:pt x="6338573" y="54956"/>
                  </a:lnTo>
                  <a:lnTo>
                    <a:pt x="6395473" y="59359"/>
                  </a:lnTo>
                  <a:lnTo>
                    <a:pt x="6451874" y="63637"/>
                  </a:lnTo>
                  <a:lnTo>
                    <a:pt x="6507601" y="67733"/>
                  </a:lnTo>
                  <a:lnTo>
                    <a:pt x="6562581" y="71601"/>
                  </a:lnTo>
                  <a:lnTo>
                    <a:pt x="6616866" y="75209"/>
                  </a:lnTo>
                  <a:lnTo>
                    <a:pt x="6670654" y="78536"/>
                  </a:lnTo>
                  <a:lnTo>
                    <a:pt x="6724308" y="81572"/>
                  </a:lnTo>
                  <a:lnTo>
                    <a:pt x="6778383" y="84321"/>
                  </a:lnTo>
                  <a:lnTo>
                    <a:pt x="6786527" y="84707"/>
                  </a:lnTo>
                  <a:lnTo>
                    <a:pt x="6836259" y="86899"/>
                  </a:lnTo>
                  <a:lnTo>
                    <a:pt x="6887713" y="88867"/>
                  </a:lnTo>
                  <a:lnTo>
                    <a:pt x="6941720" y="90624"/>
                  </a:lnTo>
                  <a:lnTo>
                    <a:pt x="6999202" y="92188"/>
                  </a:lnTo>
                  <a:lnTo>
                    <a:pt x="7061098" y="93584"/>
                  </a:lnTo>
                  <a:lnTo>
                    <a:pt x="7128278" y="94830"/>
                  </a:lnTo>
                  <a:lnTo>
                    <a:pt x="7201437" y="95947"/>
                  </a:lnTo>
                  <a:lnTo>
                    <a:pt x="7280951" y="96949"/>
                  </a:lnTo>
                  <a:lnTo>
                    <a:pt x="7366693" y="97847"/>
                  </a:lnTo>
                  <a:lnTo>
                    <a:pt x="7457812" y="98647"/>
                  </a:lnTo>
                  <a:lnTo>
                    <a:pt x="7552520" y="99351"/>
                  </a:lnTo>
                  <a:lnTo>
                    <a:pt x="7647968" y="99959"/>
                  </a:lnTo>
                  <a:lnTo>
                    <a:pt x="7740317" y="100468"/>
                  </a:lnTo>
                  <a:lnTo>
                    <a:pt x="7825104" y="100877"/>
                  </a:lnTo>
                  <a:lnTo>
                    <a:pt x="7897938" y="101186"/>
                  </a:lnTo>
                  <a:lnTo>
                    <a:pt x="7955388" y="101404"/>
                  </a:lnTo>
                  <a:lnTo>
                    <a:pt x="7995817" y="101540"/>
                  </a:lnTo>
                  <a:lnTo>
                    <a:pt x="8019874" y="101614"/>
                  </a:lnTo>
                  <a:lnTo>
                    <a:pt x="8030533" y="101643"/>
                  </a:lnTo>
                  <a:lnTo>
                    <a:pt x="8032805" y="101649"/>
                  </a:lnTo>
                  <a:lnTo>
                    <a:pt x="8032819" y="101649"/>
                  </a:lnTo>
                  <a:lnTo>
                    <a:pt x="8554953" y="101649"/>
                  </a:lnTo>
                  <a:lnTo>
                    <a:pt x="8554953" y="101649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801" name="pl1801"/>
            <p:cNvSpPr/>
            <p:nvPr/>
          </p:nvSpPr>
          <p:spPr>
            <a:xfrm>
              <a:off x="386606" y="4698085"/>
              <a:ext cx="8554953" cy="880958"/>
            </a:xfrm>
            <a:custGeom>
              <a:avLst/>
              <a:pathLst>
                <a:path w="8554953" h="880958">
                  <a:moveTo>
                    <a:pt x="8554953" y="101649"/>
                  </a:moveTo>
                  <a:lnTo>
                    <a:pt x="8032819" y="101649"/>
                  </a:lnTo>
                  <a:lnTo>
                    <a:pt x="8031549" y="101645"/>
                  </a:lnTo>
                  <a:lnTo>
                    <a:pt x="8023249" y="101623"/>
                  </a:lnTo>
                  <a:lnTo>
                    <a:pt x="8002500" y="101562"/>
                  </a:lnTo>
                  <a:lnTo>
                    <a:pt x="7965844" y="101441"/>
                  </a:lnTo>
                  <a:lnTo>
                    <a:pt x="7912106" y="101242"/>
                  </a:lnTo>
                  <a:lnTo>
                    <a:pt x="7842441" y="100954"/>
                  </a:lnTo>
                  <a:lnTo>
                    <a:pt x="7759947" y="100567"/>
                  </a:lnTo>
                  <a:lnTo>
                    <a:pt x="7668881" y="100080"/>
                  </a:lnTo>
                  <a:lnTo>
                    <a:pt x="7573759" y="99494"/>
                  </a:lnTo>
                  <a:lnTo>
                    <a:pt x="7478603" y="98811"/>
                  </a:lnTo>
                  <a:lnTo>
                    <a:pt x="7386498" y="98033"/>
                  </a:lnTo>
                  <a:lnTo>
                    <a:pt x="7299459" y="97157"/>
                  </a:lnTo>
                  <a:lnTo>
                    <a:pt x="7218530" y="96179"/>
                  </a:lnTo>
                  <a:lnTo>
                    <a:pt x="7143978" y="95089"/>
                  </a:lnTo>
                  <a:lnTo>
                    <a:pt x="7075523" y="93872"/>
                  </a:lnTo>
                  <a:lnTo>
                    <a:pt x="7012525" y="92512"/>
                  </a:lnTo>
                  <a:lnTo>
                    <a:pt x="6954143" y="90987"/>
                  </a:lnTo>
                  <a:lnTo>
                    <a:pt x="6899447" y="89275"/>
                  </a:lnTo>
                  <a:lnTo>
                    <a:pt x="6847502" y="87355"/>
                  </a:lnTo>
                  <a:lnTo>
                    <a:pt x="6797452" y="85213"/>
                  </a:lnTo>
                  <a:lnTo>
                    <a:pt x="6786527" y="84707"/>
                  </a:lnTo>
                  <a:lnTo>
                    <a:pt x="6732329" y="82000"/>
                  </a:lnTo>
                  <a:lnTo>
                    <a:pt x="6678653" y="79007"/>
                  </a:lnTo>
                  <a:lnTo>
                    <a:pt x="6624912" y="75723"/>
                  </a:lnTo>
                  <a:lnTo>
                    <a:pt x="6570717" y="72156"/>
                  </a:lnTo>
                  <a:lnTo>
                    <a:pt x="6515847" y="68325"/>
                  </a:lnTo>
                  <a:lnTo>
                    <a:pt x="6460229" y="64260"/>
                  </a:lnTo>
                  <a:lnTo>
                    <a:pt x="6403921" y="60006"/>
                  </a:lnTo>
                  <a:lnTo>
                    <a:pt x="6347081" y="55618"/>
                  </a:lnTo>
                  <a:lnTo>
                    <a:pt x="6289945" y="51158"/>
                  </a:lnTo>
                  <a:lnTo>
                    <a:pt x="6232789" y="46692"/>
                  </a:lnTo>
                  <a:lnTo>
                    <a:pt x="6175889" y="42289"/>
                  </a:lnTo>
                  <a:lnTo>
                    <a:pt x="6119488" y="38011"/>
                  </a:lnTo>
                  <a:lnTo>
                    <a:pt x="6063761" y="33916"/>
                  </a:lnTo>
                  <a:lnTo>
                    <a:pt x="6008781" y="30047"/>
                  </a:lnTo>
                  <a:lnTo>
                    <a:pt x="5954495" y="26439"/>
                  </a:lnTo>
                  <a:lnTo>
                    <a:pt x="5900707" y="23112"/>
                  </a:lnTo>
                  <a:lnTo>
                    <a:pt x="5847054" y="20076"/>
                  </a:lnTo>
                  <a:lnTo>
                    <a:pt x="5792979" y="17327"/>
                  </a:lnTo>
                  <a:lnTo>
                    <a:pt x="5784835" y="16941"/>
                  </a:lnTo>
                  <a:lnTo>
                    <a:pt x="5735103" y="14749"/>
                  </a:lnTo>
                  <a:lnTo>
                    <a:pt x="5683648" y="12781"/>
                  </a:lnTo>
                  <a:lnTo>
                    <a:pt x="5629642" y="11024"/>
                  </a:lnTo>
                  <a:lnTo>
                    <a:pt x="5572160" y="9460"/>
                  </a:lnTo>
                  <a:lnTo>
                    <a:pt x="5510264" y="8065"/>
                  </a:lnTo>
                  <a:lnTo>
                    <a:pt x="5443084" y="6818"/>
                  </a:lnTo>
                  <a:lnTo>
                    <a:pt x="5369925" y="5701"/>
                  </a:lnTo>
                  <a:lnTo>
                    <a:pt x="5290411" y="4699"/>
                  </a:lnTo>
                  <a:lnTo>
                    <a:pt x="5204668" y="3801"/>
                  </a:lnTo>
                  <a:lnTo>
                    <a:pt x="5113550" y="3001"/>
                  </a:lnTo>
                  <a:lnTo>
                    <a:pt x="5018842" y="2297"/>
                  </a:lnTo>
                  <a:lnTo>
                    <a:pt x="4923394" y="1689"/>
                  </a:lnTo>
                  <a:lnTo>
                    <a:pt x="4831045" y="1180"/>
                  </a:lnTo>
                  <a:lnTo>
                    <a:pt x="4746258" y="771"/>
                  </a:lnTo>
                  <a:lnTo>
                    <a:pt x="4673424" y="462"/>
                  </a:lnTo>
                  <a:lnTo>
                    <a:pt x="4615974" y="244"/>
                  </a:lnTo>
                  <a:lnTo>
                    <a:pt x="4575545" y="108"/>
                  </a:lnTo>
                  <a:lnTo>
                    <a:pt x="4551488" y="34"/>
                  </a:lnTo>
                  <a:lnTo>
                    <a:pt x="4540829" y="5"/>
                  </a:lnTo>
                  <a:lnTo>
                    <a:pt x="4538557" y="0"/>
                  </a:lnTo>
                  <a:lnTo>
                    <a:pt x="4538543" y="0"/>
                  </a:lnTo>
                  <a:lnTo>
                    <a:pt x="4016409" y="0"/>
                  </a:lnTo>
                  <a:lnTo>
                    <a:pt x="4015152" y="26"/>
                  </a:lnTo>
                  <a:lnTo>
                    <a:pt x="4006933" y="217"/>
                  </a:lnTo>
                  <a:lnTo>
                    <a:pt x="3986377" y="746"/>
                  </a:lnTo>
                  <a:lnTo>
                    <a:pt x="3950047" y="1784"/>
                  </a:lnTo>
                  <a:lnTo>
                    <a:pt x="3896747" y="3485"/>
                  </a:lnTo>
                  <a:lnTo>
                    <a:pt x="3827591" y="5962"/>
                  </a:lnTo>
                  <a:lnTo>
                    <a:pt x="3745615" y="9282"/>
                  </a:lnTo>
                  <a:lnTo>
                    <a:pt x="3655017" y="13466"/>
                  </a:lnTo>
                  <a:lnTo>
                    <a:pt x="3560274" y="18504"/>
                  </a:lnTo>
                  <a:lnTo>
                    <a:pt x="3465388" y="24375"/>
                  </a:lnTo>
                  <a:lnTo>
                    <a:pt x="3373445" y="31069"/>
                  </a:lnTo>
                  <a:lnTo>
                    <a:pt x="3286479" y="38598"/>
                  </a:lnTo>
                  <a:lnTo>
                    <a:pt x="3205556" y="47007"/>
                  </a:lnTo>
                  <a:lnTo>
                    <a:pt x="3130969" y="56378"/>
                  </a:lnTo>
                  <a:lnTo>
                    <a:pt x="3062459" y="66828"/>
                  </a:lnTo>
                  <a:lnTo>
                    <a:pt x="2999409" y="78509"/>
                  </a:lnTo>
                  <a:lnTo>
                    <a:pt x="2940992" y="91598"/>
                  </a:lnTo>
                  <a:lnTo>
                    <a:pt x="2886290" y="106284"/>
                  </a:lnTo>
                  <a:lnTo>
                    <a:pt x="2834376" y="122749"/>
                  </a:lnTo>
                  <a:lnTo>
                    <a:pt x="2784394" y="141120"/>
                  </a:lnTo>
                  <a:lnTo>
                    <a:pt x="2770117" y="146826"/>
                  </a:lnTo>
                  <a:lnTo>
                    <a:pt x="2719696" y="168558"/>
                  </a:lnTo>
                  <a:lnTo>
                    <a:pt x="2669766" y="192434"/>
                  </a:lnTo>
                  <a:lnTo>
                    <a:pt x="2619838" y="218488"/>
                  </a:lnTo>
                  <a:lnTo>
                    <a:pt x="2569575" y="246684"/>
                  </a:lnTo>
                  <a:lnTo>
                    <a:pt x="2518766" y="276913"/>
                  </a:lnTo>
                  <a:lnTo>
                    <a:pt x="2467317" y="308982"/>
                  </a:lnTo>
                  <a:lnTo>
                    <a:pt x="2415238" y="342619"/>
                  </a:lnTo>
                  <a:lnTo>
                    <a:pt x="2362620" y="377475"/>
                  </a:lnTo>
                  <a:lnTo>
                    <a:pt x="2309626" y="413140"/>
                  </a:lnTo>
                  <a:lnTo>
                    <a:pt x="2256461" y="449164"/>
                  </a:lnTo>
                  <a:lnTo>
                    <a:pt x="2203350" y="485073"/>
                  </a:lnTo>
                  <a:lnTo>
                    <a:pt x="2150514" y="520403"/>
                  </a:lnTo>
                  <a:lnTo>
                    <a:pt x="2098139" y="554719"/>
                  </a:lnTo>
                  <a:lnTo>
                    <a:pt x="2046357" y="587640"/>
                  </a:lnTo>
                  <a:lnTo>
                    <a:pt x="1995222" y="618852"/>
                  </a:lnTo>
                  <a:lnTo>
                    <a:pt x="1944694" y="648120"/>
                  </a:lnTo>
                  <a:lnTo>
                    <a:pt x="1894626" y="675293"/>
                  </a:lnTo>
                  <a:lnTo>
                    <a:pt x="1844748" y="700297"/>
                  </a:lnTo>
                  <a:lnTo>
                    <a:pt x="1794653" y="723132"/>
                  </a:lnTo>
                  <a:lnTo>
                    <a:pt x="1768425" y="734132"/>
                  </a:lnTo>
                  <a:lnTo>
                    <a:pt x="1718865" y="753066"/>
                  </a:lnTo>
                  <a:lnTo>
                    <a:pt x="1667595" y="770076"/>
                  </a:lnTo>
                  <a:lnTo>
                    <a:pt x="1613798" y="785263"/>
                  </a:lnTo>
                  <a:lnTo>
                    <a:pt x="1556558" y="798796"/>
                  </a:lnTo>
                  <a:lnTo>
                    <a:pt x="1494946" y="810867"/>
                  </a:lnTo>
                  <a:lnTo>
                    <a:pt x="1428100" y="821659"/>
                  </a:lnTo>
                  <a:lnTo>
                    <a:pt x="1355326" y="831330"/>
                  </a:lnTo>
                  <a:lnTo>
                    <a:pt x="1276244" y="840008"/>
                  </a:lnTo>
                  <a:lnTo>
                    <a:pt x="1190964" y="847787"/>
                  </a:lnTo>
                  <a:lnTo>
                    <a:pt x="1100304" y="854721"/>
                  </a:lnTo>
                  <a:lnTo>
                    <a:pt x="1006002" y="860832"/>
                  </a:lnTo>
                  <a:lnTo>
                    <a:pt x="910840" y="866114"/>
                  </a:lnTo>
                  <a:lnTo>
                    <a:pt x="818584" y="870548"/>
                  </a:lnTo>
                  <a:lnTo>
                    <a:pt x="733639" y="874119"/>
                  </a:lnTo>
                  <a:lnTo>
                    <a:pt x="660374" y="876837"/>
                  </a:lnTo>
                  <a:lnTo>
                    <a:pt x="602252" y="878753"/>
                  </a:lnTo>
                  <a:lnTo>
                    <a:pt x="561005" y="879970"/>
                  </a:lnTo>
                  <a:lnTo>
                    <a:pt x="536123" y="880629"/>
                  </a:lnTo>
                  <a:lnTo>
                    <a:pt x="524790" y="880900"/>
                  </a:lnTo>
                  <a:lnTo>
                    <a:pt x="522165" y="880958"/>
                  </a:lnTo>
                  <a:lnTo>
                    <a:pt x="522133" y="880958"/>
                  </a:lnTo>
                  <a:lnTo>
                    <a:pt x="0" y="880958"/>
                  </a:lnTo>
                  <a:lnTo>
                    <a:pt x="0" y="880958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802" name="pg1802"/>
            <p:cNvSpPr/>
            <p:nvPr/>
          </p:nvSpPr>
          <p:spPr>
            <a:xfrm>
              <a:off x="386606" y="1750262"/>
              <a:ext cx="8554953" cy="3800546"/>
            </a:xfrm>
            <a:custGeom>
              <a:avLst/>
              <a:pathLst>
                <a:path w="8554953" h="3800546">
                  <a:moveTo>
                    <a:pt x="0" y="3800546"/>
                  </a:moveTo>
                  <a:lnTo>
                    <a:pt x="522133" y="3800546"/>
                  </a:lnTo>
                  <a:lnTo>
                    <a:pt x="523071" y="3800460"/>
                  </a:lnTo>
                  <a:lnTo>
                    <a:pt x="529245" y="3799851"/>
                  </a:lnTo>
                  <a:lnTo>
                    <a:pt x="544831" y="3798168"/>
                  </a:lnTo>
                  <a:lnTo>
                    <a:pt x="572750" y="3794854"/>
                  </a:lnTo>
                  <a:lnTo>
                    <a:pt x="614462" y="3789392"/>
                  </a:lnTo>
                  <a:lnTo>
                    <a:pt x="669853" y="3781357"/>
                  </a:lnTo>
                  <a:lnTo>
                    <a:pt x="737347" y="3770454"/>
                  </a:lnTo>
                  <a:lnTo>
                    <a:pt x="814270" y="3756533"/>
                  </a:lnTo>
                  <a:lnTo>
                    <a:pt x="897363" y="3739561"/>
                  </a:lnTo>
                  <a:lnTo>
                    <a:pt x="983327" y="3719584"/>
                  </a:lnTo>
                  <a:lnTo>
                    <a:pt x="1069240" y="3696668"/>
                  </a:lnTo>
                  <a:lnTo>
                    <a:pt x="1152817" y="3670850"/>
                  </a:lnTo>
                  <a:lnTo>
                    <a:pt x="1232479" y="3642097"/>
                  </a:lnTo>
                  <a:lnTo>
                    <a:pt x="1307318" y="3610288"/>
                  </a:lnTo>
                  <a:lnTo>
                    <a:pt x="1376977" y="3575193"/>
                  </a:lnTo>
                  <a:lnTo>
                    <a:pt x="1441515" y="3536479"/>
                  </a:lnTo>
                  <a:lnTo>
                    <a:pt x="1501287" y="3493710"/>
                  </a:lnTo>
                  <a:lnTo>
                    <a:pt x="1556833" y="3446362"/>
                  </a:lnTo>
                  <a:lnTo>
                    <a:pt x="1608798" y="3393849"/>
                  </a:lnTo>
                  <a:lnTo>
                    <a:pt x="1657873" y="3335558"/>
                  </a:lnTo>
                  <a:lnTo>
                    <a:pt x="1704742" y="3270927"/>
                  </a:lnTo>
                  <a:lnTo>
                    <a:pt x="1750036" y="3199558"/>
                  </a:lnTo>
                  <a:lnTo>
                    <a:pt x="1768425" y="3168062"/>
                  </a:lnTo>
                  <a:lnTo>
                    <a:pt x="1801448" y="3107938"/>
                  </a:lnTo>
                  <a:lnTo>
                    <a:pt x="1834177" y="3043915"/>
                  </a:lnTo>
                  <a:lnTo>
                    <a:pt x="1866770" y="2975915"/>
                  </a:lnTo>
                  <a:lnTo>
                    <a:pt x="1899358" y="2903907"/>
                  </a:lnTo>
                  <a:lnTo>
                    <a:pt x="1932044" y="2827913"/>
                  </a:lnTo>
                  <a:lnTo>
                    <a:pt x="1964904" y="2748012"/>
                  </a:lnTo>
                  <a:lnTo>
                    <a:pt x="1997995" y="2664345"/>
                  </a:lnTo>
                  <a:lnTo>
                    <a:pt x="2031348" y="2577119"/>
                  </a:lnTo>
                  <a:lnTo>
                    <a:pt x="2064980" y="2486604"/>
                  </a:lnTo>
                  <a:lnTo>
                    <a:pt x="2098885" y="2393132"/>
                  </a:lnTo>
                  <a:lnTo>
                    <a:pt x="2133044" y="2297098"/>
                  </a:lnTo>
                  <a:lnTo>
                    <a:pt x="2167423" y="2198950"/>
                  </a:lnTo>
                  <a:lnTo>
                    <a:pt x="2201976" y="2099181"/>
                  </a:lnTo>
                  <a:lnTo>
                    <a:pt x="2236649" y="1998322"/>
                  </a:lnTo>
                  <a:lnTo>
                    <a:pt x="2271382" y="1896930"/>
                  </a:lnTo>
                  <a:lnTo>
                    <a:pt x="2306111" y="1795573"/>
                  </a:lnTo>
                  <a:lnTo>
                    <a:pt x="2340773" y="1694818"/>
                  </a:lnTo>
                  <a:lnTo>
                    <a:pt x="2375308" y="1595218"/>
                  </a:lnTo>
                  <a:lnTo>
                    <a:pt x="2409662" y="1497301"/>
                  </a:lnTo>
                  <a:lnTo>
                    <a:pt x="2443792" y="1401555"/>
                  </a:lnTo>
                  <a:lnTo>
                    <a:pt x="2477664" y="1308423"/>
                  </a:lnTo>
                  <a:lnTo>
                    <a:pt x="2511262" y="1218291"/>
                  </a:lnTo>
                  <a:lnTo>
                    <a:pt x="2544583" y="1131484"/>
                  </a:lnTo>
                  <a:lnTo>
                    <a:pt x="2577643" y="1048266"/>
                  </a:lnTo>
                  <a:lnTo>
                    <a:pt x="2610479" y="968833"/>
                  </a:lnTo>
                  <a:lnTo>
                    <a:pt x="2643148" y="893320"/>
                  </a:lnTo>
                  <a:lnTo>
                    <a:pt x="2675730" y="821799"/>
                  </a:lnTo>
                  <a:lnTo>
                    <a:pt x="2708333" y="754285"/>
                  </a:lnTo>
                  <a:lnTo>
                    <a:pt x="2741088" y="690742"/>
                  </a:lnTo>
                  <a:lnTo>
                    <a:pt x="2770117" y="638130"/>
                  </a:lnTo>
                  <a:lnTo>
                    <a:pt x="2814923" y="563932"/>
                  </a:lnTo>
                  <a:lnTo>
                    <a:pt x="2861069" y="496550"/>
                  </a:lnTo>
                  <a:lnTo>
                    <a:pt x="2909151" y="435701"/>
                  </a:lnTo>
                  <a:lnTo>
                    <a:pt x="2959837" y="380872"/>
                  </a:lnTo>
                  <a:lnTo>
                    <a:pt x="3013821" y="331463"/>
                  </a:lnTo>
                  <a:lnTo>
                    <a:pt x="3071773" y="286870"/>
                  </a:lnTo>
                  <a:lnTo>
                    <a:pt x="3134286" y="246538"/>
                  </a:lnTo>
                  <a:lnTo>
                    <a:pt x="3201802" y="209994"/>
                  </a:lnTo>
                  <a:lnTo>
                    <a:pt x="3274516" y="176861"/>
                  </a:lnTo>
                  <a:lnTo>
                    <a:pt x="3352261" y="146866"/>
                  </a:lnTo>
                  <a:lnTo>
                    <a:pt x="3434370" y="119843"/>
                  </a:lnTo>
                  <a:lnTo>
                    <a:pt x="3519555" y="95726"/>
                  </a:lnTo>
                  <a:lnTo>
                    <a:pt x="3605819" y="74527"/>
                  </a:lnTo>
                  <a:lnTo>
                    <a:pt x="3690485" y="56305"/>
                  </a:lnTo>
                  <a:lnTo>
                    <a:pt x="3770367" y="41121"/>
                  </a:lnTo>
                  <a:lnTo>
                    <a:pt x="3842129" y="28982"/>
                  </a:lnTo>
                  <a:lnTo>
                    <a:pt x="3902786" y="19789"/>
                  </a:lnTo>
                  <a:lnTo>
                    <a:pt x="3950254" y="13308"/>
                  </a:lnTo>
                  <a:lnTo>
                    <a:pt x="3983786" y="9165"/>
                  </a:lnTo>
                  <a:lnTo>
                    <a:pt x="4004194" y="6874"/>
                  </a:lnTo>
                  <a:lnTo>
                    <a:pt x="4013819" y="5889"/>
                  </a:lnTo>
                  <a:lnTo>
                    <a:pt x="4016409" y="5647"/>
                  </a:lnTo>
                  <a:lnTo>
                    <a:pt x="4538543" y="5647"/>
                  </a:lnTo>
                  <a:lnTo>
                    <a:pt x="4539732" y="5712"/>
                  </a:lnTo>
                  <a:lnTo>
                    <a:pt x="4547520" y="6180"/>
                  </a:lnTo>
                  <a:lnTo>
                    <a:pt x="4567032" y="7473"/>
                  </a:lnTo>
                  <a:lnTo>
                    <a:pt x="4601614" y="10014"/>
                  </a:lnTo>
                  <a:lnTo>
                    <a:pt x="4652537" y="14181"/>
                  </a:lnTo>
                  <a:lnTo>
                    <a:pt x="4718925" y="20264"/>
                  </a:lnTo>
                  <a:lnTo>
                    <a:pt x="4798062" y="28438"/>
                  </a:lnTo>
                  <a:lnTo>
                    <a:pt x="4886063" y="38764"/>
                  </a:lnTo>
                  <a:lnTo>
                    <a:pt x="4978684" y="51228"/>
                  </a:lnTo>
                  <a:lnTo>
                    <a:pt x="5072033" y="65779"/>
                  </a:lnTo>
                  <a:lnTo>
                    <a:pt x="5163020" y="82382"/>
                  </a:lnTo>
                  <a:lnTo>
                    <a:pt x="5249532" y="101056"/>
                  </a:lnTo>
                  <a:lnTo>
                    <a:pt x="5330379" y="121891"/>
                  </a:lnTo>
                  <a:lnTo>
                    <a:pt x="5405134" y="145067"/>
                  </a:lnTo>
                  <a:lnTo>
                    <a:pt x="5473929" y="170850"/>
                  </a:lnTo>
                  <a:lnTo>
                    <a:pt x="5537274" y="199589"/>
                  </a:lnTo>
                  <a:lnTo>
                    <a:pt x="5595906" y="231703"/>
                  </a:lnTo>
                  <a:lnTo>
                    <a:pt x="5650674" y="267652"/>
                  </a:lnTo>
                  <a:lnTo>
                    <a:pt x="5702463" y="307893"/>
                  </a:lnTo>
                  <a:lnTo>
                    <a:pt x="5752112" y="352799"/>
                  </a:lnTo>
                  <a:lnTo>
                    <a:pt x="5784835" y="385890"/>
                  </a:lnTo>
                  <a:lnTo>
                    <a:pt x="5825154" y="430389"/>
                  </a:lnTo>
                  <a:lnTo>
                    <a:pt x="5865088" y="478407"/>
                  </a:lnTo>
                  <a:lnTo>
                    <a:pt x="5904910" y="530013"/>
                  </a:lnTo>
                  <a:lnTo>
                    <a:pt x="5944828" y="585211"/>
                  </a:lnTo>
                  <a:lnTo>
                    <a:pt x="5984996" y="643925"/>
                  </a:lnTo>
                  <a:lnTo>
                    <a:pt x="6025513" y="706002"/>
                  </a:lnTo>
                  <a:lnTo>
                    <a:pt x="6066433" y="771199"/>
                  </a:lnTo>
                  <a:lnTo>
                    <a:pt x="6107766" y="839189"/>
                  </a:lnTo>
                  <a:lnTo>
                    <a:pt x="6149487" y="909561"/>
                  </a:lnTo>
                  <a:lnTo>
                    <a:pt x="6191535" y="981830"/>
                  </a:lnTo>
                  <a:lnTo>
                    <a:pt x="6233825" y="1055450"/>
                  </a:lnTo>
                  <a:lnTo>
                    <a:pt x="6276256" y="1129827"/>
                  </a:lnTo>
                  <a:lnTo>
                    <a:pt x="6318712" y="1204342"/>
                  </a:lnTo>
                  <a:lnTo>
                    <a:pt x="6361079" y="1278373"/>
                  </a:lnTo>
                  <a:lnTo>
                    <a:pt x="6403246" y="1351312"/>
                  </a:lnTo>
                  <a:lnTo>
                    <a:pt x="6445121" y="1422591"/>
                  </a:lnTo>
                  <a:lnTo>
                    <a:pt x="6486631" y="1491693"/>
                  </a:lnTo>
                  <a:lnTo>
                    <a:pt x="6527736" y="1558175"/>
                  </a:lnTo>
                  <a:lnTo>
                    <a:pt x="6568428" y="1621672"/>
                  </a:lnTo>
                  <a:lnTo>
                    <a:pt x="6608741" y="1681903"/>
                  </a:lnTo>
                  <a:lnTo>
                    <a:pt x="6648755" y="1738676"/>
                  </a:lnTo>
                  <a:lnTo>
                    <a:pt x="6688597" y="1791881"/>
                  </a:lnTo>
                  <a:lnTo>
                    <a:pt x="6728452" y="1841487"/>
                  </a:lnTo>
                  <a:lnTo>
                    <a:pt x="6768562" y="1887535"/>
                  </a:lnTo>
                  <a:lnTo>
                    <a:pt x="6786527" y="1906861"/>
                  </a:lnTo>
                  <a:lnTo>
                    <a:pt x="6835151" y="1955029"/>
                  </a:lnTo>
                  <a:lnTo>
                    <a:pt x="6885407" y="1998393"/>
                  </a:lnTo>
                  <a:lnTo>
                    <a:pt x="6938065" y="2037196"/>
                  </a:lnTo>
                  <a:lnTo>
                    <a:pt x="6993989" y="2071850"/>
                  </a:lnTo>
                  <a:lnTo>
                    <a:pt x="7054058" y="2102822"/>
                  </a:lnTo>
                  <a:lnTo>
                    <a:pt x="7119097" y="2130560"/>
                  </a:lnTo>
                  <a:lnTo>
                    <a:pt x="7189782" y="2155464"/>
                  </a:lnTo>
                  <a:lnTo>
                    <a:pt x="7266519" y="2177857"/>
                  </a:lnTo>
                  <a:lnTo>
                    <a:pt x="7349282" y="2197976"/>
                  </a:lnTo>
                  <a:lnTo>
                    <a:pt x="7437416" y="2215973"/>
                  </a:lnTo>
                  <a:lnTo>
                    <a:pt x="7529448" y="2231912"/>
                  </a:lnTo>
                  <a:lnTo>
                    <a:pt x="7622944" y="2245792"/>
                  </a:lnTo>
                  <a:lnTo>
                    <a:pt x="7714523" y="2257568"/>
                  </a:lnTo>
                  <a:lnTo>
                    <a:pt x="7800116" y="2267196"/>
                  </a:lnTo>
                  <a:lnTo>
                    <a:pt x="7875507" y="2274680"/>
                  </a:lnTo>
                  <a:lnTo>
                    <a:pt x="7937103" y="2280118"/>
                  </a:lnTo>
                  <a:lnTo>
                    <a:pt x="7982726" y="2283721"/>
                  </a:lnTo>
                  <a:lnTo>
                    <a:pt x="8012181" y="2285813"/>
                  </a:lnTo>
                  <a:lnTo>
                    <a:pt x="8027435" y="2286792"/>
                  </a:lnTo>
                  <a:lnTo>
                    <a:pt x="8032445" y="2287084"/>
                  </a:lnTo>
                  <a:lnTo>
                    <a:pt x="8032819" y="2287104"/>
                  </a:lnTo>
                  <a:lnTo>
                    <a:pt x="8554953" y="2287104"/>
                  </a:lnTo>
                  <a:lnTo>
                    <a:pt x="8554953" y="2281457"/>
                  </a:lnTo>
                  <a:lnTo>
                    <a:pt x="8032819" y="2281457"/>
                  </a:lnTo>
                  <a:lnTo>
                    <a:pt x="8031630" y="2281391"/>
                  </a:lnTo>
                  <a:lnTo>
                    <a:pt x="8023842" y="2280923"/>
                  </a:lnTo>
                  <a:lnTo>
                    <a:pt x="8004330" y="2279630"/>
                  </a:lnTo>
                  <a:lnTo>
                    <a:pt x="7969748" y="2277089"/>
                  </a:lnTo>
                  <a:lnTo>
                    <a:pt x="7918825" y="2272922"/>
                  </a:lnTo>
                  <a:lnTo>
                    <a:pt x="7852437" y="2266839"/>
                  </a:lnTo>
                  <a:lnTo>
                    <a:pt x="7773300" y="2258666"/>
                  </a:lnTo>
                  <a:lnTo>
                    <a:pt x="7685299" y="2248339"/>
                  </a:lnTo>
                  <a:lnTo>
                    <a:pt x="7592678" y="2235875"/>
                  </a:lnTo>
                  <a:lnTo>
                    <a:pt x="7499329" y="2221324"/>
                  </a:lnTo>
                  <a:lnTo>
                    <a:pt x="7408342" y="2204721"/>
                  </a:lnTo>
                  <a:lnTo>
                    <a:pt x="7321830" y="2186048"/>
                  </a:lnTo>
                  <a:lnTo>
                    <a:pt x="7240983" y="2165212"/>
                  </a:lnTo>
                  <a:lnTo>
                    <a:pt x="7166228" y="2142037"/>
                  </a:lnTo>
                  <a:lnTo>
                    <a:pt x="7097433" y="2116253"/>
                  </a:lnTo>
                  <a:lnTo>
                    <a:pt x="7034088" y="2087514"/>
                  </a:lnTo>
                  <a:lnTo>
                    <a:pt x="6975456" y="2055400"/>
                  </a:lnTo>
                  <a:lnTo>
                    <a:pt x="6920688" y="2019452"/>
                  </a:lnTo>
                  <a:lnTo>
                    <a:pt x="6868899" y="1979210"/>
                  </a:lnTo>
                  <a:lnTo>
                    <a:pt x="6819250" y="1934304"/>
                  </a:lnTo>
                  <a:lnTo>
                    <a:pt x="6786527" y="1901214"/>
                  </a:lnTo>
                  <a:lnTo>
                    <a:pt x="6746208" y="1856715"/>
                  </a:lnTo>
                  <a:lnTo>
                    <a:pt x="6706274" y="1808697"/>
                  </a:lnTo>
                  <a:lnTo>
                    <a:pt x="6666452" y="1757090"/>
                  </a:lnTo>
                  <a:lnTo>
                    <a:pt x="6626533" y="1701893"/>
                  </a:lnTo>
                  <a:lnTo>
                    <a:pt x="6586366" y="1643178"/>
                  </a:lnTo>
                  <a:lnTo>
                    <a:pt x="6545849" y="1581101"/>
                  </a:lnTo>
                  <a:lnTo>
                    <a:pt x="6504929" y="1515904"/>
                  </a:lnTo>
                  <a:lnTo>
                    <a:pt x="6463596" y="1447914"/>
                  </a:lnTo>
                  <a:lnTo>
                    <a:pt x="6421875" y="1377542"/>
                  </a:lnTo>
                  <a:lnTo>
                    <a:pt x="6379827" y="1305273"/>
                  </a:lnTo>
                  <a:lnTo>
                    <a:pt x="6337536" y="1231654"/>
                  </a:lnTo>
                  <a:lnTo>
                    <a:pt x="6295106" y="1157277"/>
                  </a:lnTo>
                  <a:lnTo>
                    <a:pt x="6252650" y="1082761"/>
                  </a:lnTo>
                  <a:lnTo>
                    <a:pt x="6210283" y="1008730"/>
                  </a:lnTo>
                  <a:lnTo>
                    <a:pt x="6168116" y="935791"/>
                  </a:lnTo>
                  <a:lnTo>
                    <a:pt x="6126241" y="864513"/>
                  </a:lnTo>
                  <a:lnTo>
                    <a:pt x="6084730" y="795410"/>
                  </a:lnTo>
                  <a:lnTo>
                    <a:pt x="6043626" y="728928"/>
                  </a:lnTo>
                  <a:lnTo>
                    <a:pt x="6002934" y="665431"/>
                  </a:lnTo>
                  <a:lnTo>
                    <a:pt x="5962621" y="605200"/>
                  </a:lnTo>
                  <a:lnTo>
                    <a:pt x="5922607" y="548427"/>
                  </a:lnTo>
                  <a:lnTo>
                    <a:pt x="5882765" y="495223"/>
                  </a:lnTo>
                  <a:lnTo>
                    <a:pt x="5842910" y="445617"/>
                  </a:lnTo>
                  <a:lnTo>
                    <a:pt x="5802800" y="399568"/>
                  </a:lnTo>
                  <a:lnTo>
                    <a:pt x="5784835" y="380242"/>
                  </a:lnTo>
                  <a:lnTo>
                    <a:pt x="5736211" y="332075"/>
                  </a:lnTo>
                  <a:lnTo>
                    <a:pt x="5685955" y="288711"/>
                  </a:lnTo>
                  <a:lnTo>
                    <a:pt x="5633297" y="249907"/>
                  </a:lnTo>
                  <a:lnTo>
                    <a:pt x="5577373" y="215253"/>
                  </a:lnTo>
                  <a:lnTo>
                    <a:pt x="5517304" y="184282"/>
                  </a:lnTo>
                  <a:lnTo>
                    <a:pt x="5452265" y="156543"/>
                  </a:lnTo>
                  <a:lnTo>
                    <a:pt x="5381580" y="131639"/>
                  </a:lnTo>
                  <a:lnTo>
                    <a:pt x="5304843" y="109247"/>
                  </a:lnTo>
                  <a:lnTo>
                    <a:pt x="5222080" y="89127"/>
                  </a:lnTo>
                  <a:lnTo>
                    <a:pt x="5133946" y="71131"/>
                  </a:lnTo>
                  <a:lnTo>
                    <a:pt x="5041914" y="55191"/>
                  </a:lnTo>
                  <a:lnTo>
                    <a:pt x="4948418" y="41311"/>
                  </a:lnTo>
                  <a:lnTo>
                    <a:pt x="4856839" y="29535"/>
                  </a:lnTo>
                  <a:lnTo>
                    <a:pt x="4771246" y="19907"/>
                  </a:lnTo>
                  <a:lnTo>
                    <a:pt x="4695855" y="12423"/>
                  </a:lnTo>
                  <a:lnTo>
                    <a:pt x="4634259" y="6986"/>
                  </a:lnTo>
                  <a:lnTo>
                    <a:pt x="4588636" y="3382"/>
                  </a:lnTo>
                  <a:lnTo>
                    <a:pt x="4559181" y="1290"/>
                  </a:lnTo>
                  <a:lnTo>
                    <a:pt x="4543927" y="312"/>
                  </a:lnTo>
                  <a:lnTo>
                    <a:pt x="4538917" y="20"/>
                  </a:lnTo>
                  <a:lnTo>
                    <a:pt x="4538543" y="0"/>
                  </a:lnTo>
                  <a:lnTo>
                    <a:pt x="4016409" y="0"/>
                  </a:lnTo>
                  <a:lnTo>
                    <a:pt x="4015471" y="85"/>
                  </a:lnTo>
                  <a:lnTo>
                    <a:pt x="4009297" y="694"/>
                  </a:lnTo>
                  <a:lnTo>
                    <a:pt x="3993711" y="2377"/>
                  </a:lnTo>
                  <a:lnTo>
                    <a:pt x="3965792" y="5691"/>
                  </a:lnTo>
                  <a:lnTo>
                    <a:pt x="3924080" y="11153"/>
                  </a:lnTo>
                  <a:lnTo>
                    <a:pt x="3868690" y="19189"/>
                  </a:lnTo>
                  <a:lnTo>
                    <a:pt x="3801195" y="30091"/>
                  </a:lnTo>
                  <a:lnTo>
                    <a:pt x="3724272" y="44012"/>
                  </a:lnTo>
                  <a:lnTo>
                    <a:pt x="3641179" y="60984"/>
                  </a:lnTo>
                  <a:lnTo>
                    <a:pt x="3555215" y="80961"/>
                  </a:lnTo>
                  <a:lnTo>
                    <a:pt x="3469302" y="103877"/>
                  </a:lnTo>
                  <a:lnTo>
                    <a:pt x="3385726" y="129696"/>
                  </a:lnTo>
                  <a:lnTo>
                    <a:pt x="3306063" y="158448"/>
                  </a:lnTo>
                  <a:lnTo>
                    <a:pt x="3231224" y="190258"/>
                  </a:lnTo>
                  <a:lnTo>
                    <a:pt x="3161566" y="225352"/>
                  </a:lnTo>
                  <a:lnTo>
                    <a:pt x="3097027" y="264066"/>
                  </a:lnTo>
                  <a:lnTo>
                    <a:pt x="3037255" y="306835"/>
                  </a:lnTo>
                  <a:lnTo>
                    <a:pt x="2981709" y="354183"/>
                  </a:lnTo>
                  <a:lnTo>
                    <a:pt x="2929744" y="406696"/>
                  </a:lnTo>
                  <a:lnTo>
                    <a:pt x="2880670" y="464987"/>
                  </a:lnTo>
                  <a:lnTo>
                    <a:pt x="2833801" y="529618"/>
                  </a:lnTo>
                  <a:lnTo>
                    <a:pt x="2788506" y="600988"/>
                  </a:lnTo>
                  <a:lnTo>
                    <a:pt x="2770117" y="632483"/>
                  </a:lnTo>
                  <a:lnTo>
                    <a:pt x="2737094" y="692608"/>
                  </a:lnTo>
                  <a:lnTo>
                    <a:pt x="2704365" y="756630"/>
                  </a:lnTo>
                  <a:lnTo>
                    <a:pt x="2671772" y="824630"/>
                  </a:lnTo>
                  <a:lnTo>
                    <a:pt x="2639184" y="896638"/>
                  </a:lnTo>
                  <a:lnTo>
                    <a:pt x="2606498" y="972632"/>
                  </a:lnTo>
                  <a:lnTo>
                    <a:pt x="2573638" y="1052534"/>
                  </a:lnTo>
                  <a:lnTo>
                    <a:pt x="2540548" y="1136200"/>
                  </a:lnTo>
                  <a:lnTo>
                    <a:pt x="2507194" y="1223426"/>
                  </a:lnTo>
                  <a:lnTo>
                    <a:pt x="2473562" y="1313941"/>
                  </a:lnTo>
                  <a:lnTo>
                    <a:pt x="2439657" y="1407413"/>
                  </a:lnTo>
                  <a:lnTo>
                    <a:pt x="2405498" y="1503447"/>
                  </a:lnTo>
                  <a:lnTo>
                    <a:pt x="2371119" y="1601596"/>
                  </a:lnTo>
                  <a:lnTo>
                    <a:pt x="2336566" y="1701364"/>
                  </a:lnTo>
                  <a:lnTo>
                    <a:pt x="2301893" y="1802223"/>
                  </a:lnTo>
                  <a:lnTo>
                    <a:pt x="2267160" y="1903615"/>
                  </a:lnTo>
                  <a:lnTo>
                    <a:pt x="2232431" y="2004972"/>
                  </a:lnTo>
                  <a:lnTo>
                    <a:pt x="2197769" y="2105728"/>
                  </a:lnTo>
                  <a:lnTo>
                    <a:pt x="2163234" y="2205327"/>
                  </a:lnTo>
                  <a:lnTo>
                    <a:pt x="2128880" y="2303244"/>
                  </a:lnTo>
                  <a:lnTo>
                    <a:pt x="2094750" y="2398990"/>
                  </a:lnTo>
                  <a:lnTo>
                    <a:pt x="2060878" y="2492122"/>
                  </a:lnTo>
                  <a:lnTo>
                    <a:pt x="2027280" y="2582254"/>
                  </a:lnTo>
                  <a:lnTo>
                    <a:pt x="1993960" y="2669061"/>
                  </a:lnTo>
                  <a:lnTo>
                    <a:pt x="1960899" y="2752279"/>
                  </a:lnTo>
                  <a:lnTo>
                    <a:pt x="1928064" y="2831712"/>
                  </a:lnTo>
                  <a:lnTo>
                    <a:pt x="1895395" y="2907225"/>
                  </a:lnTo>
                  <a:lnTo>
                    <a:pt x="1862812" y="2978746"/>
                  </a:lnTo>
                  <a:lnTo>
                    <a:pt x="1830209" y="3046260"/>
                  </a:lnTo>
                  <a:lnTo>
                    <a:pt x="1797454" y="3109803"/>
                  </a:lnTo>
                  <a:lnTo>
                    <a:pt x="1768425" y="3162415"/>
                  </a:lnTo>
                  <a:lnTo>
                    <a:pt x="1723620" y="3236613"/>
                  </a:lnTo>
                  <a:lnTo>
                    <a:pt x="1677473" y="3303996"/>
                  </a:lnTo>
                  <a:lnTo>
                    <a:pt x="1629391" y="3364845"/>
                  </a:lnTo>
                  <a:lnTo>
                    <a:pt x="1578705" y="3419673"/>
                  </a:lnTo>
                  <a:lnTo>
                    <a:pt x="1524721" y="3469082"/>
                  </a:lnTo>
                  <a:lnTo>
                    <a:pt x="1466769" y="3513675"/>
                  </a:lnTo>
                  <a:lnTo>
                    <a:pt x="1404256" y="3554007"/>
                  </a:lnTo>
                  <a:lnTo>
                    <a:pt x="1336741" y="3590551"/>
                  </a:lnTo>
                  <a:lnTo>
                    <a:pt x="1264026" y="3623684"/>
                  </a:lnTo>
                  <a:lnTo>
                    <a:pt x="1186281" y="3653680"/>
                  </a:lnTo>
                  <a:lnTo>
                    <a:pt x="1104172" y="3680702"/>
                  </a:lnTo>
                  <a:lnTo>
                    <a:pt x="1018987" y="3704819"/>
                  </a:lnTo>
                  <a:lnTo>
                    <a:pt x="932723" y="3726018"/>
                  </a:lnTo>
                  <a:lnTo>
                    <a:pt x="848057" y="3744240"/>
                  </a:lnTo>
                  <a:lnTo>
                    <a:pt x="768175" y="3759424"/>
                  </a:lnTo>
                  <a:lnTo>
                    <a:pt x="696414" y="3771563"/>
                  </a:lnTo>
                  <a:lnTo>
                    <a:pt x="635756" y="3780756"/>
                  </a:lnTo>
                  <a:lnTo>
                    <a:pt x="588288" y="3787237"/>
                  </a:lnTo>
                  <a:lnTo>
                    <a:pt x="554756" y="3791380"/>
                  </a:lnTo>
                  <a:lnTo>
                    <a:pt x="534348" y="3793671"/>
                  </a:lnTo>
                  <a:lnTo>
                    <a:pt x="524723" y="3794656"/>
                  </a:lnTo>
                  <a:lnTo>
                    <a:pt x="522133" y="3794898"/>
                  </a:lnTo>
                  <a:lnTo>
                    <a:pt x="0" y="3794898"/>
                  </a:lnTo>
                  <a:close/>
                </a:path>
              </a:pathLst>
            </a:custGeom>
            <a:solidFill>
              <a:srgbClr val="6FA8DC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1803" name="pl1803"/>
            <p:cNvSpPr/>
            <p:nvPr/>
          </p:nvSpPr>
          <p:spPr>
            <a:xfrm>
              <a:off x="386606" y="1755909"/>
              <a:ext cx="8554953" cy="3794898"/>
            </a:xfrm>
            <a:custGeom>
              <a:avLst/>
              <a:pathLst>
                <a:path w="8554953" h="3794898">
                  <a:moveTo>
                    <a:pt x="0" y="3794898"/>
                  </a:moveTo>
                  <a:lnTo>
                    <a:pt x="522133" y="3794898"/>
                  </a:lnTo>
                  <a:lnTo>
                    <a:pt x="523071" y="3794813"/>
                  </a:lnTo>
                  <a:lnTo>
                    <a:pt x="529245" y="3794204"/>
                  </a:lnTo>
                  <a:lnTo>
                    <a:pt x="544831" y="3792521"/>
                  </a:lnTo>
                  <a:lnTo>
                    <a:pt x="572750" y="3789207"/>
                  </a:lnTo>
                  <a:lnTo>
                    <a:pt x="614462" y="3783745"/>
                  </a:lnTo>
                  <a:lnTo>
                    <a:pt x="669853" y="3775709"/>
                  </a:lnTo>
                  <a:lnTo>
                    <a:pt x="737347" y="3764807"/>
                  </a:lnTo>
                  <a:lnTo>
                    <a:pt x="814270" y="3750886"/>
                  </a:lnTo>
                  <a:lnTo>
                    <a:pt x="897363" y="3733914"/>
                  </a:lnTo>
                  <a:lnTo>
                    <a:pt x="983327" y="3713937"/>
                  </a:lnTo>
                  <a:lnTo>
                    <a:pt x="1069240" y="3691021"/>
                  </a:lnTo>
                  <a:lnTo>
                    <a:pt x="1152817" y="3665202"/>
                  </a:lnTo>
                  <a:lnTo>
                    <a:pt x="1232479" y="3636450"/>
                  </a:lnTo>
                  <a:lnTo>
                    <a:pt x="1307318" y="3604640"/>
                  </a:lnTo>
                  <a:lnTo>
                    <a:pt x="1376977" y="3569546"/>
                  </a:lnTo>
                  <a:lnTo>
                    <a:pt x="1441515" y="3530832"/>
                  </a:lnTo>
                  <a:lnTo>
                    <a:pt x="1501287" y="3488063"/>
                  </a:lnTo>
                  <a:lnTo>
                    <a:pt x="1556833" y="3440715"/>
                  </a:lnTo>
                  <a:lnTo>
                    <a:pt x="1608798" y="3388201"/>
                  </a:lnTo>
                  <a:lnTo>
                    <a:pt x="1657873" y="3329911"/>
                  </a:lnTo>
                  <a:lnTo>
                    <a:pt x="1704742" y="3265280"/>
                  </a:lnTo>
                  <a:lnTo>
                    <a:pt x="1750036" y="3193910"/>
                  </a:lnTo>
                  <a:lnTo>
                    <a:pt x="1768425" y="3162415"/>
                  </a:lnTo>
                  <a:lnTo>
                    <a:pt x="1801448" y="3102290"/>
                  </a:lnTo>
                  <a:lnTo>
                    <a:pt x="1834177" y="3038268"/>
                  </a:lnTo>
                  <a:lnTo>
                    <a:pt x="1866770" y="2970268"/>
                  </a:lnTo>
                  <a:lnTo>
                    <a:pt x="1899358" y="2898260"/>
                  </a:lnTo>
                  <a:lnTo>
                    <a:pt x="1932044" y="2822266"/>
                  </a:lnTo>
                  <a:lnTo>
                    <a:pt x="1964904" y="2742364"/>
                  </a:lnTo>
                  <a:lnTo>
                    <a:pt x="1997995" y="2658698"/>
                  </a:lnTo>
                  <a:lnTo>
                    <a:pt x="2031348" y="2571472"/>
                  </a:lnTo>
                  <a:lnTo>
                    <a:pt x="2064980" y="2480956"/>
                  </a:lnTo>
                  <a:lnTo>
                    <a:pt x="2098885" y="2387485"/>
                  </a:lnTo>
                  <a:lnTo>
                    <a:pt x="2133044" y="2291451"/>
                  </a:lnTo>
                  <a:lnTo>
                    <a:pt x="2167423" y="2193302"/>
                  </a:lnTo>
                  <a:lnTo>
                    <a:pt x="2201976" y="2093534"/>
                  </a:lnTo>
                  <a:lnTo>
                    <a:pt x="2236649" y="1992675"/>
                  </a:lnTo>
                  <a:lnTo>
                    <a:pt x="2271382" y="1891283"/>
                  </a:lnTo>
                  <a:lnTo>
                    <a:pt x="2306111" y="1789926"/>
                  </a:lnTo>
                  <a:lnTo>
                    <a:pt x="2340773" y="1689170"/>
                  </a:lnTo>
                  <a:lnTo>
                    <a:pt x="2375308" y="1589571"/>
                  </a:lnTo>
                  <a:lnTo>
                    <a:pt x="2409662" y="1491654"/>
                  </a:lnTo>
                  <a:lnTo>
                    <a:pt x="2443792" y="1395908"/>
                  </a:lnTo>
                  <a:lnTo>
                    <a:pt x="2477664" y="1302776"/>
                  </a:lnTo>
                  <a:lnTo>
                    <a:pt x="2511262" y="1212644"/>
                  </a:lnTo>
                  <a:lnTo>
                    <a:pt x="2544583" y="1125837"/>
                  </a:lnTo>
                  <a:lnTo>
                    <a:pt x="2577643" y="1042619"/>
                  </a:lnTo>
                  <a:lnTo>
                    <a:pt x="2610479" y="963186"/>
                  </a:lnTo>
                  <a:lnTo>
                    <a:pt x="2643148" y="887673"/>
                  </a:lnTo>
                  <a:lnTo>
                    <a:pt x="2675730" y="816152"/>
                  </a:lnTo>
                  <a:lnTo>
                    <a:pt x="2708333" y="748638"/>
                  </a:lnTo>
                  <a:lnTo>
                    <a:pt x="2741088" y="685095"/>
                  </a:lnTo>
                  <a:lnTo>
                    <a:pt x="2770117" y="632483"/>
                  </a:lnTo>
                  <a:lnTo>
                    <a:pt x="2814923" y="558285"/>
                  </a:lnTo>
                  <a:lnTo>
                    <a:pt x="2861069" y="490902"/>
                  </a:lnTo>
                  <a:lnTo>
                    <a:pt x="2909151" y="430053"/>
                  </a:lnTo>
                  <a:lnTo>
                    <a:pt x="2959837" y="375225"/>
                  </a:lnTo>
                  <a:lnTo>
                    <a:pt x="3013821" y="325816"/>
                  </a:lnTo>
                  <a:lnTo>
                    <a:pt x="3071773" y="281223"/>
                  </a:lnTo>
                  <a:lnTo>
                    <a:pt x="3134286" y="240891"/>
                  </a:lnTo>
                  <a:lnTo>
                    <a:pt x="3201802" y="204347"/>
                  </a:lnTo>
                  <a:lnTo>
                    <a:pt x="3274516" y="171214"/>
                  </a:lnTo>
                  <a:lnTo>
                    <a:pt x="3352261" y="141218"/>
                  </a:lnTo>
                  <a:lnTo>
                    <a:pt x="3434370" y="114196"/>
                  </a:lnTo>
                  <a:lnTo>
                    <a:pt x="3519555" y="90079"/>
                  </a:lnTo>
                  <a:lnTo>
                    <a:pt x="3605819" y="68880"/>
                  </a:lnTo>
                  <a:lnTo>
                    <a:pt x="3690485" y="50658"/>
                  </a:lnTo>
                  <a:lnTo>
                    <a:pt x="3770367" y="35474"/>
                  </a:lnTo>
                  <a:lnTo>
                    <a:pt x="3842129" y="23335"/>
                  </a:lnTo>
                  <a:lnTo>
                    <a:pt x="3902786" y="14142"/>
                  </a:lnTo>
                  <a:lnTo>
                    <a:pt x="3950254" y="7661"/>
                  </a:lnTo>
                  <a:lnTo>
                    <a:pt x="3983786" y="3518"/>
                  </a:lnTo>
                  <a:lnTo>
                    <a:pt x="4004194" y="1227"/>
                  </a:lnTo>
                  <a:lnTo>
                    <a:pt x="4013819" y="242"/>
                  </a:lnTo>
                  <a:lnTo>
                    <a:pt x="4016341" y="5"/>
                  </a:lnTo>
                  <a:lnTo>
                    <a:pt x="4016409" y="0"/>
                  </a:lnTo>
                  <a:lnTo>
                    <a:pt x="4538543" y="0"/>
                  </a:lnTo>
                  <a:lnTo>
                    <a:pt x="4539732" y="65"/>
                  </a:lnTo>
                  <a:lnTo>
                    <a:pt x="4547520" y="533"/>
                  </a:lnTo>
                  <a:lnTo>
                    <a:pt x="4567032" y="1826"/>
                  </a:lnTo>
                  <a:lnTo>
                    <a:pt x="4601614" y="4367"/>
                  </a:lnTo>
                  <a:lnTo>
                    <a:pt x="4652537" y="8534"/>
                  </a:lnTo>
                  <a:lnTo>
                    <a:pt x="4718925" y="14617"/>
                  </a:lnTo>
                  <a:lnTo>
                    <a:pt x="4798062" y="22790"/>
                  </a:lnTo>
                  <a:lnTo>
                    <a:pt x="4886063" y="33117"/>
                  </a:lnTo>
                  <a:lnTo>
                    <a:pt x="4978684" y="45581"/>
                  </a:lnTo>
                  <a:lnTo>
                    <a:pt x="5072033" y="60132"/>
                  </a:lnTo>
                  <a:lnTo>
                    <a:pt x="5163020" y="76735"/>
                  </a:lnTo>
                  <a:lnTo>
                    <a:pt x="5249532" y="95408"/>
                  </a:lnTo>
                  <a:lnTo>
                    <a:pt x="5330379" y="116244"/>
                  </a:lnTo>
                  <a:lnTo>
                    <a:pt x="5405134" y="139420"/>
                  </a:lnTo>
                  <a:lnTo>
                    <a:pt x="5473929" y="165203"/>
                  </a:lnTo>
                  <a:lnTo>
                    <a:pt x="5537274" y="193942"/>
                  </a:lnTo>
                  <a:lnTo>
                    <a:pt x="5595906" y="226056"/>
                  </a:lnTo>
                  <a:lnTo>
                    <a:pt x="5650674" y="262004"/>
                  </a:lnTo>
                  <a:lnTo>
                    <a:pt x="5702463" y="302246"/>
                  </a:lnTo>
                  <a:lnTo>
                    <a:pt x="5752112" y="347152"/>
                  </a:lnTo>
                  <a:lnTo>
                    <a:pt x="5784835" y="380242"/>
                  </a:lnTo>
                  <a:lnTo>
                    <a:pt x="5825154" y="424742"/>
                  </a:lnTo>
                  <a:lnTo>
                    <a:pt x="5865088" y="472759"/>
                  </a:lnTo>
                  <a:lnTo>
                    <a:pt x="5904910" y="524366"/>
                  </a:lnTo>
                  <a:lnTo>
                    <a:pt x="5944828" y="579563"/>
                  </a:lnTo>
                  <a:lnTo>
                    <a:pt x="5984996" y="638278"/>
                  </a:lnTo>
                  <a:lnTo>
                    <a:pt x="6025513" y="700355"/>
                  </a:lnTo>
                  <a:lnTo>
                    <a:pt x="6066433" y="765552"/>
                  </a:lnTo>
                  <a:lnTo>
                    <a:pt x="6107766" y="833542"/>
                  </a:lnTo>
                  <a:lnTo>
                    <a:pt x="6149487" y="903914"/>
                  </a:lnTo>
                  <a:lnTo>
                    <a:pt x="6191535" y="976183"/>
                  </a:lnTo>
                  <a:lnTo>
                    <a:pt x="6233825" y="1049802"/>
                  </a:lnTo>
                  <a:lnTo>
                    <a:pt x="6276256" y="1124179"/>
                  </a:lnTo>
                  <a:lnTo>
                    <a:pt x="6318712" y="1198695"/>
                  </a:lnTo>
                  <a:lnTo>
                    <a:pt x="6361079" y="1272726"/>
                  </a:lnTo>
                  <a:lnTo>
                    <a:pt x="6403246" y="1345665"/>
                  </a:lnTo>
                  <a:lnTo>
                    <a:pt x="6445121" y="1416943"/>
                  </a:lnTo>
                  <a:lnTo>
                    <a:pt x="6486631" y="1486046"/>
                  </a:lnTo>
                  <a:lnTo>
                    <a:pt x="6527736" y="1552528"/>
                  </a:lnTo>
                  <a:lnTo>
                    <a:pt x="6568428" y="1616025"/>
                  </a:lnTo>
                  <a:lnTo>
                    <a:pt x="6608741" y="1676256"/>
                  </a:lnTo>
                  <a:lnTo>
                    <a:pt x="6648755" y="1733029"/>
                  </a:lnTo>
                  <a:lnTo>
                    <a:pt x="6688597" y="1786233"/>
                  </a:lnTo>
                  <a:lnTo>
                    <a:pt x="6728452" y="1835840"/>
                  </a:lnTo>
                  <a:lnTo>
                    <a:pt x="6768562" y="1881888"/>
                  </a:lnTo>
                  <a:lnTo>
                    <a:pt x="6786527" y="1901214"/>
                  </a:lnTo>
                  <a:lnTo>
                    <a:pt x="6835151" y="1949381"/>
                  </a:lnTo>
                  <a:lnTo>
                    <a:pt x="6885407" y="1992746"/>
                  </a:lnTo>
                  <a:lnTo>
                    <a:pt x="6938065" y="2031549"/>
                  </a:lnTo>
                  <a:lnTo>
                    <a:pt x="6993989" y="2066203"/>
                  </a:lnTo>
                  <a:lnTo>
                    <a:pt x="7054058" y="2097175"/>
                  </a:lnTo>
                  <a:lnTo>
                    <a:pt x="7119097" y="2124913"/>
                  </a:lnTo>
                  <a:lnTo>
                    <a:pt x="7189782" y="2149817"/>
                  </a:lnTo>
                  <a:lnTo>
                    <a:pt x="7266519" y="2172209"/>
                  </a:lnTo>
                  <a:lnTo>
                    <a:pt x="7349282" y="2192329"/>
                  </a:lnTo>
                  <a:lnTo>
                    <a:pt x="7437416" y="2210325"/>
                  </a:lnTo>
                  <a:lnTo>
                    <a:pt x="7529448" y="2226265"/>
                  </a:lnTo>
                  <a:lnTo>
                    <a:pt x="7622944" y="2240145"/>
                  </a:lnTo>
                  <a:lnTo>
                    <a:pt x="7714523" y="2251921"/>
                  </a:lnTo>
                  <a:lnTo>
                    <a:pt x="7800116" y="2261549"/>
                  </a:lnTo>
                  <a:lnTo>
                    <a:pt x="7875507" y="2269033"/>
                  </a:lnTo>
                  <a:lnTo>
                    <a:pt x="7937103" y="2274470"/>
                  </a:lnTo>
                  <a:lnTo>
                    <a:pt x="7982726" y="2278074"/>
                  </a:lnTo>
                  <a:lnTo>
                    <a:pt x="8012181" y="2280166"/>
                  </a:lnTo>
                  <a:lnTo>
                    <a:pt x="8027435" y="2281145"/>
                  </a:lnTo>
                  <a:lnTo>
                    <a:pt x="8032445" y="2281436"/>
                  </a:lnTo>
                  <a:lnTo>
                    <a:pt x="8032819" y="2281457"/>
                  </a:lnTo>
                  <a:lnTo>
                    <a:pt x="8554953" y="2281457"/>
                  </a:lnTo>
                  <a:lnTo>
                    <a:pt x="8554953" y="2281457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804" name="pl1804"/>
            <p:cNvSpPr/>
            <p:nvPr/>
          </p:nvSpPr>
          <p:spPr>
            <a:xfrm>
              <a:off x="386606" y="1750262"/>
              <a:ext cx="8554953" cy="3794898"/>
            </a:xfrm>
            <a:custGeom>
              <a:avLst/>
              <a:pathLst>
                <a:path w="8554953" h="3794898">
                  <a:moveTo>
                    <a:pt x="8554953" y="2281457"/>
                  </a:moveTo>
                  <a:lnTo>
                    <a:pt x="8032819" y="2281457"/>
                  </a:lnTo>
                  <a:lnTo>
                    <a:pt x="8031630" y="2281391"/>
                  </a:lnTo>
                  <a:lnTo>
                    <a:pt x="8023842" y="2280923"/>
                  </a:lnTo>
                  <a:lnTo>
                    <a:pt x="8004330" y="2279630"/>
                  </a:lnTo>
                  <a:lnTo>
                    <a:pt x="7969748" y="2277089"/>
                  </a:lnTo>
                  <a:lnTo>
                    <a:pt x="7918825" y="2272922"/>
                  </a:lnTo>
                  <a:lnTo>
                    <a:pt x="7852437" y="2266839"/>
                  </a:lnTo>
                  <a:lnTo>
                    <a:pt x="7773300" y="2258666"/>
                  </a:lnTo>
                  <a:lnTo>
                    <a:pt x="7685299" y="2248339"/>
                  </a:lnTo>
                  <a:lnTo>
                    <a:pt x="7592678" y="2235875"/>
                  </a:lnTo>
                  <a:lnTo>
                    <a:pt x="7499329" y="2221324"/>
                  </a:lnTo>
                  <a:lnTo>
                    <a:pt x="7408342" y="2204721"/>
                  </a:lnTo>
                  <a:lnTo>
                    <a:pt x="7321830" y="2186048"/>
                  </a:lnTo>
                  <a:lnTo>
                    <a:pt x="7240983" y="2165212"/>
                  </a:lnTo>
                  <a:lnTo>
                    <a:pt x="7166228" y="2142037"/>
                  </a:lnTo>
                  <a:lnTo>
                    <a:pt x="7097433" y="2116253"/>
                  </a:lnTo>
                  <a:lnTo>
                    <a:pt x="7034088" y="2087514"/>
                  </a:lnTo>
                  <a:lnTo>
                    <a:pt x="6975456" y="2055400"/>
                  </a:lnTo>
                  <a:lnTo>
                    <a:pt x="6920688" y="2019452"/>
                  </a:lnTo>
                  <a:lnTo>
                    <a:pt x="6868899" y="1979210"/>
                  </a:lnTo>
                  <a:lnTo>
                    <a:pt x="6819250" y="1934304"/>
                  </a:lnTo>
                  <a:lnTo>
                    <a:pt x="6786527" y="1901214"/>
                  </a:lnTo>
                  <a:lnTo>
                    <a:pt x="6746208" y="1856715"/>
                  </a:lnTo>
                  <a:lnTo>
                    <a:pt x="6706274" y="1808697"/>
                  </a:lnTo>
                  <a:lnTo>
                    <a:pt x="6666452" y="1757090"/>
                  </a:lnTo>
                  <a:lnTo>
                    <a:pt x="6626533" y="1701893"/>
                  </a:lnTo>
                  <a:lnTo>
                    <a:pt x="6586366" y="1643178"/>
                  </a:lnTo>
                  <a:lnTo>
                    <a:pt x="6545849" y="1581101"/>
                  </a:lnTo>
                  <a:lnTo>
                    <a:pt x="6504929" y="1515904"/>
                  </a:lnTo>
                  <a:lnTo>
                    <a:pt x="6463596" y="1447914"/>
                  </a:lnTo>
                  <a:lnTo>
                    <a:pt x="6421875" y="1377542"/>
                  </a:lnTo>
                  <a:lnTo>
                    <a:pt x="6379827" y="1305273"/>
                  </a:lnTo>
                  <a:lnTo>
                    <a:pt x="6337536" y="1231654"/>
                  </a:lnTo>
                  <a:lnTo>
                    <a:pt x="6295106" y="1157277"/>
                  </a:lnTo>
                  <a:lnTo>
                    <a:pt x="6252650" y="1082761"/>
                  </a:lnTo>
                  <a:lnTo>
                    <a:pt x="6210283" y="1008730"/>
                  </a:lnTo>
                  <a:lnTo>
                    <a:pt x="6168116" y="935791"/>
                  </a:lnTo>
                  <a:lnTo>
                    <a:pt x="6126241" y="864513"/>
                  </a:lnTo>
                  <a:lnTo>
                    <a:pt x="6084730" y="795410"/>
                  </a:lnTo>
                  <a:lnTo>
                    <a:pt x="6043626" y="728928"/>
                  </a:lnTo>
                  <a:lnTo>
                    <a:pt x="6002934" y="665431"/>
                  </a:lnTo>
                  <a:lnTo>
                    <a:pt x="5962621" y="605200"/>
                  </a:lnTo>
                  <a:lnTo>
                    <a:pt x="5922607" y="548427"/>
                  </a:lnTo>
                  <a:lnTo>
                    <a:pt x="5882765" y="495223"/>
                  </a:lnTo>
                  <a:lnTo>
                    <a:pt x="5842910" y="445617"/>
                  </a:lnTo>
                  <a:lnTo>
                    <a:pt x="5802800" y="399568"/>
                  </a:lnTo>
                  <a:lnTo>
                    <a:pt x="5784835" y="380242"/>
                  </a:lnTo>
                  <a:lnTo>
                    <a:pt x="5736211" y="332075"/>
                  </a:lnTo>
                  <a:lnTo>
                    <a:pt x="5685955" y="288711"/>
                  </a:lnTo>
                  <a:lnTo>
                    <a:pt x="5633297" y="249907"/>
                  </a:lnTo>
                  <a:lnTo>
                    <a:pt x="5577373" y="215253"/>
                  </a:lnTo>
                  <a:lnTo>
                    <a:pt x="5517304" y="184282"/>
                  </a:lnTo>
                  <a:lnTo>
                    <a:pt x="5452265" y="156543"/>
                  </a:lnTo>
                  <a:lnTo>
                    <a:pt x="5381580" y="131639"/>
                  </a:lnTo>
                  <a:lnTo>
                    <a:pt x="5304843" y="109247"/>
                  </a:lnTo>
                  <a:lnTo>
                    <a:pt x="5222080" y="89127"/>
                  </a:lnTo>
                  <a:lnTo>
                    <a:pt x="5133946" y="71131"/>
                  </a:lnTo>
                  <a:lnTo>
                    <a:pt x="5041914" y="55191"/>
                  </a:lnTo>
                  <a:lnTo>
                    <a:pt x="4948418" y="41311"/>
                  </a:lnTo>
                  <a:lnTo>
                    <a:pt x="4856839" y="29535"/>
                  </a:lnTo>
                  <a:lnTo>
                    <a:pt x="4771246" y="19907"/>
                  </a:lnTo>
                  <a:lnTo>
                    <a:pt x="4695855" y="12423"/>
                  </a:lnTo>
                  <a:lnTo>
                    <a:pt x="4634259" y="6986"/>
                  </a:lnTo>
                  <a:lnTo>
                    <a:pt x="4588636" y="3382"/>
                  </a:lnTo>
                  <a:lnTo>
                    <a:pt x="4559181" y="1290"/>
                  </a:lnTo>
                  <a:lnTo>
                    <a:pt x="4543927" y="312"/>
                  </a:lnTo>
                  <a:lnTo>
                    <a:pt x="4538917" y="20"/>
                  </a:lnTo>
                  <a:lnTo>
                    <a:pt x="4538543" y="0"/>
                  </a:lnTo>
                  <a:lnTo>
                    <a:pt x="4016409" y="0"/>
                  </a:lnTo>
                  <a:lnTo>
                    <a:pt x="4015471" y="85"/>
                  </a:lnTo>
                  <a:lnTo>
                    <a:pt x="4009297" y="694"/>
                  </a:lnTo>
                  <a:lnTo>
                    <a:pt x="3993711" y="2377"/>
                  </a:lnTo>
                  <a:lnTo>
                    <a:pt x="3965792" y="5691"/>
                  </a:lnTo>
                  <a:lnTo>
                    <a:pt x="3924080" y="11153"/>
                  </a:lnTo>
                  <a:lnTo>
                    <a:pt x="3868690" y="19189"/>
                  </a:lnTo>
                  <a:lnTo>
                    <a:pt x="3801195" y="30091"/>
                  </a:lnTo>
                  <a:lnTo>
                    <a:pt x="3724272" y="44012"/>
                  </a:lnTo>
                  <a:lnTo>
                    <a:pt x="3641179" y="60984"/>
                  </a:lnTo>
                  <a:lnTo>
                    <a:pt x="3555215" y="80961"/>
                  </a:lnTo>
                  <a:lnTo>
                    <a:pt x="3469302" y="103877"/>
                  </a:lnTo>
                  <a:lnTo>
                    <a:pt x="3385726" y="129696"/>
                  </a:lnTo>
                  <a:lnTo>
                    <a:pt x="3306063" y="158448"/>
                  </a:lnTo>
                  <a:lnTo>
                    <a:pt x="3231224" y="190258"/>
                  </a:lnTo>
                  <a:lnTo>
                    <a:pt x="3161566" y="225352"/>
                  </a:lnTo>
                  <a:lnTo>
                    <a:pt x="3097027" y="264066"/>
                  </a:lnTo>
                  <a:lnTo>
                    <a:pt x="3037255" y="306835"/>
                  </a:lnTo>
                  <a:lnTo>
                    <a:pt x="2981709" y="354183"/>
                  </a:lnTo>
                  <a:lnTo>
                    <a:pt x="2929744" y="406696"/>
                  </a:lnTo>
                  <a:lnTo>
                    <a:pt x="2880670" y="464987"/>
                  </a:lnTo>
                  <a:lnTo>
                    <a:pt x="2833801" y="529618"/>
                  </a:lnTo>
                  <a:lnTo>
                    <a:pt x="2788506" y="600988"/>
                  </a:lnTo>
                  <a:lnTo>
                    <a:pt x="2770117" y="632483"/>
                  </a:lnTo>
                  <a:lnTo>
                    <a:pt x="2737094" y="692608"/>
                  </a:lnTo>
                  <a:lnTo>
                    <a:pt x="2704365" y="756630"/>
                  </a:lnTo>
                  <a:lnTo>
                    <a:pt x="2671772" y="824630"/>
                  </a:lnTo>
                  <a:lnTo>
                    <a:pt x="2639184" y="896638"/>
                  </a:lnTo>
                  <a:lnTo>
                    <a:pt x="2606498" y="972632"/>
                  </a:lnTo>
                  <a:lnTo>
                    <a:pt x="2573638" y="1052534"/>
                  </a:lnTo>
                  <a:lnTo>
                    <a:pt x="2540548" y="1136200"/>
                  </a:lnTo>
                  <a:lnTo>
                    <a:pt x="2507194" y="1223426"/>
                  </a:lnTo>
                  <a:lnTo>
                    <a:pt x="2473562" y="1313941"/>
                  </a:lnTo>
                  <a:lnTo>
                    <a:pt x="2439657" y="1407413"/>
                  </a:lnTo>
                  <a:lnTo>
                    <a:pt x="2405498" y="1503447"/>
                  </a:lnTo>
                  <a:lnTo>
                    <a:pt x="2371119" y="1601596"/>
                  </a:lnTo>
                  <a:lnTo>
                    <a:pt x="2336566" y="1701364"/>
                  </a:lnTo>
                  <a:lnTo>
                    <a:pt x="2301893" y="1802223"/>
                  </a:lnTo>
                  <a:lnTo>
                    <a:pt x="2267160" y="1903615"/>
                  </a:lnTo>
                  <a:lnTo>
                    <a:pt x="2232431" y="2004972"/>
                  </a:lnTo>
                  <a:lnTo>
                    <a:pt x="2197769" y="2105728"/>
                  </a:lnTo>
                  <a:lnTo>
                    <a:pt x="2163234" y="2205327"/>
                  </a:lnTo>
                  <a:lnTo>
                    <a:pt x="2128880" y="2303244"/>
                  </a:lnTo>
                  <a:lnTo>
                    <a:pt x="2094750" y="2398990"/>
                  </a:lnTo>
                  <a:lnTo>
                    <a:pt x="2060878" y="2492122"/>
                  </a:lnTo>
                  <a:lnTo>
                    <a:pt x="2027280" y="2582254"/>
                  </a:lnTo>
                  <a:lnTo>
                    <a:pt x="1993960" y="2669061"/>
                  </a:lnTo>
                  <a:lnTo>
                    <a:pt x="1960899" y="2752279"/>
                  </a:lnTo>
                  <a:lnTo>
                    <a:pt x="1928064" y="2831712"/>
                  </a:lnTo>
                  <a:lnTo>
                    <a:pt x="1895395" y="2907225"/>
                  </a:lnTo>
                  <a:lnTo>
                    <a:pt x="1862812" y="2978746"/>
                  </a:lnTo>
                  <a:lnTo>
                    <a:pt x="1830209" y="3046260"/>
                  </a:lnTo>
                  <a:lnTo>
                    <a:pt x="1797454" y="3109803"/>
                  </a:lnTo>
                  <a:lnTo>
                    <a:pt x="1768425" y="3162415"/>
                  </a:lnTo>
                  <a:lnTo>
                    <a:pt x="1723620" y="3236613"/>
                  </a:lnTo>
                  <a:lnTo>
                    <a:pt x="1677473" y="3303996"/>
                  </a:lnTo>
                  <a:lnTo>
                    <a:pt x="1629391" y="3364845"/>
                  </a:lnTo>
                  <a:lnTo>
                    <a:pt x="1578705" y="3419673"/>
                  </a:lnTo>
                  <a:lnTo>
                    <a:pt x="1524721" y="3469082"/>
                  </a:lnTo>
                  <a:lnTo>
                    <a:pt x="1466769" y="3513675"/>
                  </a:lnTo>
                  <a:lnTo>
                    <a:pt x="1404256" y="3554007"/>
                  </a:lnTo>
                  <a:lnTo>
                    <a:pt x="1336741" y="3590551"/>
                  </a:lnTo>
                  <a:lnTo>
                    <a:pt x="1264026" y="3623684"/>
                  </a:lnTo>
                  <a:lnTo>
                    <a:pt x="1186281" y="3653680"/>
                  </a:lnTo>
                  <a:lnTo>
                    <a:pt x="1104172" y="3680702"/>
                  </a:lnTo>
                  <a:lnTo>
                    <a:pt x="1018987" y="3704819"/>
                  </a:lnTo>
                  <a:lnTo>
                    <a:pt x="932723" y="3726018"/>
                  </a:lnTo>
                  <a:lnTo>
                    <a:pt x="848057" y="3744240"/>
                  </a:lnTo>
                  <a:lnTo>
                    <a:pt x="768175" y="3759424"/>
                  </a:lnTo>
                  <a:lnTo>
                    <a:pt x="696414" y="3771563"/>
                  </a:lnTo>
                  <a:lnTo>
                    <a:pt x="635756" y="3780756"/>
                  </a:lnTo>
                  <a:lnTo>
                    <a:pt x="588288" y="3787237"/>
                  </a:lnTo>
                  <a:lnTo>
                    <a:pt x="554756" y="3791380"/>
                  </a:lnTo>
                  <a:lnTo>
                    <a:pt x="534348" y="3793671"/>
                  </a:lnTo>
                  <a:lnTo>
                    <a:pt x="524723" y="3794656"/>
                  </a:lnTo>
                  <a:lnTo>
                    <a:pt x="522201" y="3794893"/>
                  </a:lnTo>
                  <a:lnTo>
                    <a:pt x="522133" y="3794898"/>
                  </a:lnTo>
                  <a:lnTo>
                    <a:pt x="0" y="3794898"/>
                  </a:lnTo>
                  <a:lnTo>
                    <a:pt x="0" y="3794898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805" name="pg1805"/>
            <p:cNvSpPr/>
            <p:nvPr/>
          </p:nvSpPr>
          <p:spPr>
            <a:xfrm>
              <a:off x="386606" y="1213781"/>
              <a:ext cx="8554953" cy="4376557"/>
            </a:xfrm>
            <a:custGeom>
              <a:avLst/>
              <a:pathLst>
                <a:path w="8554953" h="4376557">
                  <a:moveTo>
                    <a:pt x="0" y="4376557"/>
                  </a:moveTo>
                  <a:lnTo>
                    <a:pt x="522133" y="4376557"/>
                  </a:lnTo>
                  <a:lnTo>
                    <a:pt x="523395" y="4376536"/>
                  </a:lnTo>
                  <a:lnTo>
                    <a:pt x="531648" y="4376389"/>
                  </a:lnTo>
                  <a:lnTo>
                    <a:pt x="552283" y="4375980"/>
                  </a:lnTo>
                  <a:lnTo>
                    <a:pt x="588747" y="4375178"/>
                  </a:lnTo>
                  <a:lnTo>
                    <a:pt x="642227" y="4373865"/>
                  </a:lnTo>
                  <a:lnTo>
                    <a:pt x="711592" y="4371952"/>
                  </a:lnTo>
                  <a:lnTo>
                    <a:pt x="793782" y="4369389"/>
                  </a:lnTo>
                  <a:lnTo>
                    <a:pt x="884573" y="4366159"/>
                  </a:lnTo>
                  <a:lnTo>
                    <a:pt x="979473" y="4362270"/>
                  </a:lnTo>
                  <a:lnTo>
                    <a:pt x="1074470" y="4357739"/>
                  </a:lnTo>
                  <a:lnTo>
                    <a:pt x="1166480" y="4352573"/>
                  </a:lnTo>
                  <a:lnTo>
                    <a:pt x="1253477" y="4346763"/>
                  </a:lnTo>
                  <a:lnTo>
                    <a:pt x="1334403" y="4340273"/>
                  </a:lnTo>
                  <a:lnTo>
                    <a:pt x="1408975" y="4333040"/>
                  </a:lnTo>
                  <a:lnTo>
                    <a:pt x="1477462" y="4324972"/>
                  </a:lnTo>
                  <a:lnTo>
                    <a:pt x="1540491" y="4315952"/>
                  </a:lnTo>
                  <a:lnTo>
                    <a:pt x="1598893" y="4305843"/>
                  </a:lnTo>
                  <a:lnTo>
                    <a:pt x="1653593" y="4294497"/>
                  </a:lnTo>
                  <a:lnTo>
                    <a:pt x="1705519" y="4281777"/>
                  </a:lnTo>
                  <a:lnTo>
                    <a:pt x="1755529" y="4267585"/>
                  </a:lnTo>
                  <a:lnTo>
                    <a:pt x="1768425" y="4263614"/>
                  </a:lnTo>
                  <a:lnTo>
                    <a:pt x="1820247" y="4246406"/>
                  </a:lnTo>
                  <a:lnTo>
                    <a:pt x="1871565" y="4227454"/>
                  </a:lnTo>
                  <a:lnTo>
                    <a:pt x="1922904" y="4206732"/>
                  </a:lnTo>
                  <a:lnTo>
                    <a:pt x="1974621" y="4184274"/>
                  </a:lnTo>
                  <a:lnTo>
                    <a:pt x="2026930" y="4160179"/>
                  </a:lnTo>
                  <a:lnTo>
                    <a:pt x="2079920" y="4134615"/>
                  </a:lnTo>
                  <a:lnTo>
                    <a:pt x="2133566" y="4107820"/>
                  </a:lnTo>
                  <a:lnTo>
                    <a:pt x="2187751" y="4080096"/>
                  </a:lnTo>
                  <a:lnTo>
                    <a:pt x="2242288" y="4051794"/>
                  </a:lnTo>
                  <a:lnTo>
                    <a:pt x="2296948" y="4023298"/>
                  </a:lnTo>
                  <a:lnTo>
                    <a:pt x="2351482" y="3995001"/>
                  </a:lnTo>
                  <a:lnTo>
                    <a:pt x="2405662" y="3967287"/>
                  </a:lnTo>
                  <a:lnTo>
                    <a:pt x="2459299" y="3940506"/>
                  </a:lnTo>
                  <a:lnTo>
                    <a:pt x="2512280" y="3914959"/>
                  </a:lnTo>
                  <a:lnTo>
                    <a:pt x="2564582" y="3890884"/>
                  </a:lnTo>
                  <a:lnTo>
                    <a:pt x="2616292" y="3868447"/>
                  </a:lnTo>
                  <a:lnTo>
                    <a:pt x="2667628" y="3847748"/>
                  </a:lnTo>
                  <a:lnTo>
                    <a:pt x="2718949" y="3828819"/>
                  </a:lnTo>
                  <a:lnTo>
                    <a:pt x="2770117" y="3811840"/>
                  </a:lnTo>
                  <a:lnTo>
                    <a:pt x="2819748" y="3797256"/>
                  </a:lnTo>
                  <a:lnTo>
                    <a:pt x="2871094" y="3784156"/>
                  </a:lnTo>
                  <a:lnTo>
                    <a:pt x="2924977" y="3772462"/>
                  </a:lnTo>
                  <a:lnTo>
                    <a:pt x="2982316" y="3762043"/>
                  </a:lnTo>
                  <a:lnTo>
                    <a:pt x="3044045" y="3752751"/>
                  </a:lnTo>
                  <a:lnTo>
                    <a:pt x="3111029" y="3744446"/>
                  </a:lnTo>
                  <a:lnTo>
                    <a:pt x="3183961" y="3737003"/>
                  </a:lnTo>
                  <a:lnTo>
                    <a:pt x="3263221" y="3730326"/>
                  </a:lnTo>
                  <a:lnTo>
                    <a:pt x="3348692" y="3724342"/>
                  </a:lnTo>
                  <a:lnTo>
                    <a:pt x="3439540" y="3719009"/>
                  </a:lnTo>
                  <a:lnTo>
                    <a:pt x="3534010" y="3714311"/>
                  </a:lnTo>
                  <a:lnTo>
                    <a:pt x="3629290" y="3710252"/>
                  </a:lnTo>
                  <a:lnTo>
                    <a:pt x="3721585" y="3706848"/>
                  </a:lnTo>
                  <a:lnTo>
                    <a:pt x="3806467" y="3704110"/>
                  </a:lnTo>
                  <a:lnTo>
                    <a:pt x="3879557" y="3702030"/>
                  </a:lnTo>
                  <a:lnTo>
                    <a:pt x="3937403" y="3700566"/>
                  </a:lnTo>
                  <a:lnTo>
                    <a:pt x="3978314" y="3699641"/>
                  </a:lnTo>
                  <a:lnTo>
                    <a:pt x="4002856" y="3699141"/>
                  </a:lnTo>
                  <a:lnTo>
                    <a:pt x="4013909" y="3698938"/>
                  </a:lnTo>
                  <a:lnTo>
                    <a:pt x="4016409" y="3698897"/>
                  </a:lnTo>
                  <a:lnTo>
                    <a:pt x="4538543" y="3698897"/>
                  </a:lnTo>
                  <a:lnTo>
                    <a:pt x="4539488" y="3698813"/>
                  </a:lnTo>
                  <a:lnTo>
                    <a:pt x="4545708" y="3698215"/>
                  </a:lnTo>
                  <a:lnTo>
                    <a:pt x="4561408" y="3696564"/>
                  </a:lnTo>
                  <a:lnTo>
                    <a:pt x="4589522" y="3693314"/>
                  </a:lnTo>
                  <a:lnTo>
                    <a:pt x="4631507" y="3687957"/>
                  </a:lnTo>
                  <a:lnTo>
                    <a:pt x="4687229" y="3680078"/>
                  </a:lnTo>
                  <a:lnTo>
                    <a:pt x="4755084" y="3669391"/>
                  </a:lnTo>
                  <a:lnTo>
                    <a:pt x="4832359" y="3655749"/>
                  </a:lnTo>
                  <a:lnTo>
                    <a:pt x="4915767" y="3639124"/>
                  </a:lnTo>
                  <a:lnTo>
                    <a:pt x="5001985" y="3619559"/>
                  </a:lnTo>
                  <a:lnTo>
                    <a:pt x="5088085" y="3597121"/>
                  </a:lnTo>
                  <a:lnTo>
                    <a:pt x="5171780" y="3571844"/>
                  </a:lnTo>
                  <a:lnTo>
                    <a:pt x="5251504" y="3543694"/>
                  </a:lnTo>
                  <a:lnTo>
                    <a:pt x="5326358" y="3512548"/>
                  </a:lnTo>
                  <a:lnTo>
                    <a:pt x="5396001" y="3478178"/>
                  </a:lnTo>
                  <a:lnTo>
                    <a:pt x="5460506" y="3440252"/>
                  </a:lnTo>
                  <a:lnTo>
                    <a:pt x="5520240" y="3398339"/>
                  </a:lnTo>
                  <a:lnTo>
                    <a:pt x="5575752" y="3351923"/>
                  </a:lnTo>
                  <a:lnTo>
                    <a:pt x="5627697" y="3300425"/>
                  </a:lnTo>
                  <a:lnTo>
                    <a:pt x="5676771" y="3243246"/>
                  </a:lnTo>
                  <a:lnTo>
                    <a:pt x="5723662" y="3179840"/>
                  </a:lnTo>
                  <a:lnTo>
                    <a:pt x="5769004" y="3109827"/>
                  </a:lnTo>
                  <a:lnTo>
                    <a:pt x="5784835" y="3083355"/>
                  </a:lnTo>
                  <a:lnTo>
                    <a:pt x="5818245" y="3024130"/>
                  </a:lnTo>
                  <a:lnTo>
                    <a:pt x="5851354" y="2961021"/>
                  </a:lnTo>
                  <a:lnTo>
                    <a:pt x="5884329" y="2893949"/>
                  </a:lnTo>
                  <a:lnTo>
                    <a:pt x="5917303" y="2822883"/>
                  </a:lnTo>
                  <a:lnTo>
                    <a:pt x="5950380" y="2747848"/>
                  </a:lnTo>
                  <a:lnTo>
                    <a:pt x="5983641" y="2668928"/>
                  </a:lnTo>
                  <a:lnTo>
                    <a:pt x="6017140" y="2586269"/>
                  </a:lnTo>
                  <a:lnTo>
                    <a:pt x="6050911" y="2500084"/>
                  </a:lnTo>
                  <a:lnTo>
                    <a:pt x="6084966" y="2410651"/>
                  </a:lnTo>
                  <a:lnTo>
                    <a:pt x="6119299" y="2318311"/>
                  </a:lnTo>
                  <a:lnTo>
                    <a:pt x="6153890" y="2223469"/>
                  </a:lnTo>
                  <a:lnTo>
                    <a:pt x="6188700" y="2126581"/>
                  </a:lnTo>
                  <a:lnTo>
                    <a:pt x="6223681" y="2028152"/>
                  </a:lnTo>
                  <a:lnTo>
                    <a:pt x="6258776" y="1928721"/>
                  </a:lnTo>
                  <a:lnTo>
                    <a:pt x="6293921" y="1828851"/>
                  </a:lnTo>
                  <a:lnTo>
                    <a:pt x="6329050" y="1729116"/>
                  </a:lnTo>
                  <a:lnTo>
                    <a:pt x="6364099" y="1630086"/>
                  </a:lnTo>
                  <a:lnTo>
                    <a:pt x="6399007" y="1532314"/>
                  </a:lnTo>
                  <a:lnTo>
                    <a:pt x="6433719" y="1436325"/>
                  </a:lnTo>
                  <a:lnTo>
                    <a:pt x="6468193" y="1342602"/>
                  </a:lnTo>
                  <a:lnTo>
                    <a:pt x="6502398" y="1251579"/>
                  </a:lnTo>
                  <a:lnTo>
                    <a:pt x="6536319" y="1163629"/>
                  </a:lnTo>
                  <a:lnTo>
                    <a:pt x="6569960" y="1079067"/>
                  </a:lnTo>
                  <a:lnTo>
                    <a:pt x="6603341" y="998139"/>
                  </a:lnTo>
                  <a:lnTo>
                    <a:pt x="6636508" y="921026"/>
                  </a:lnTo>
                  <a:lnTo>
                    <a:pt x="6669525" y="847845"/>
                  </a:lnTo>
                  <a:lnTo>
                    <a:pt x="6702485" y="778652"/>
                  </a:lnTo>
                  <a:lnTo>
                    <a:pt x="6735505" y="713445"/>
                  </a:lnTo>
                  <a:lnTo>
                    <a:pt x="6768732" y="652169"/>
                  </a:lnTo>
                  <a:lnTo>
                    <a:pt x="6786527" y="621188"/>
                  </a:lnTo>
                  <a:lnTo>
                    <a:pt x="6831451" y="548799"/>
                  </a:lnTo>
                  <a:lnTo>
                    <a:pt x="6877724" y="483076"/>
                  </a:lnTo>
                  <a:lnTo>
                    <a:pt x="6925946" y="423743"/>
                  </a:lnTo>
                  <a:lnTo>
                    <a:pt x="6976791" y="370295"/>
                  </a:lnTo>
                  <a:lnTo>
                    <a:pt x="7030958" y="322143"/>
                  </a:lnTo>
                  <a:lnTo>
                    <a:pt x="7089122" y="278694"/>
                  </a:lnTo>
                  <a:lnTo>
                    <a:pt x="7151880" y="239406"/>
                  </a:lnTo>
                  <a:lnTo>
                    <a:pt x="7219672" y="203817"/>
                  </a:lnTo>
                  <a:lnTo>
                    <a:pt x="7292691" y="171557"/>
                  </a:lnTo>
                  <a:lnTo>
                    <a:pt x="7370757" y="142362"/>
                  </a:lnTo>
                  <a:lnTo>
                    <a:pt x="7453184" y="116073"/>
                  </a:lnTo>
                  <a:lnTo>
                    <a:pt x="7538655" y="92626"/>
                  </a:lnTo>
                  <a:lnTo>
                    <a:pt x="7625137" y="72034"/>
                  </a:lnTo>
                  <a:lnTo>
                    <a:pt x="7709910" y="54358"/>
                  </a:lnTo>
                  <a:lnTo>
                    <a:pt x="7789752" y="39655"/>
                  </a:lnTo>
                  <a:lnTo>
                    <a:pt x="7861304" y="27928"/>
                  </a:lnTo>
                  <a:lnTo>
                    <a:pt x="7921586" y="19078"/>
                  </a:lnTo>
                  <a:lnTo>
                    <a:pt x="7968546" y="12867"/>
                  </a:lnTo>
                  <a:lnTo>
                    <a:pt x="8001500" y="8922"/>
                  </a:lnTo>
                  <a:lnTo>
                    <a:pt x="8021345" y="6765"/>
                  </a:lnTo>
                  <a:lnTo>
                    <a:pt x="8030512" y="5856"/>
                  </a:lnTo>
                  <a:lnTo>
                    <a:pt x="8032819" y="5647"/>
                  </a:lnTo>
                  <a:lnTo>
                    <a:pt x="8554953" y="5647"/>
                  </a:lnTo>
                  <a:lnTo>
                    <a:pt x="8554953" y="0"/>
                  </a:lnTo>
                  <a:lnTo>
                    <a:pt x="8032819" y="0"/>
                  </a:lnTo>
                  <a:lnTo>
                    <a:pt x="8031874" y="83"/>
                  </a:lnTo>
                  <a:lnTo>
                    <a:pt x="8025654" y="681"/>
                  </a:lnTo>
                  <a:lnTo>
                    <a:pt x="8009954" y="2332"/>
                  </a:lnTo>
                  <a:lnTo>
                    <a:pt x="7981840" y="5582"/>
                  </a:lnTo>
                  <a:lnTo>
                    <a:pt x="7939855" y="10939"/>
                  </a:lnTo>
                  <a:lnTo>
                    <a:pt x="7884133" y="18818"/>
                  </a:lnTo>
                  <a:lnTo>
                    <a:pt x="7816278" y="29505"/>
                  </a:lnTo>
                  <a:lnTo>
                    <a:pt x="7739003" y="43147"/>
                  </a:lnTo>
                  <a:lnTo>
                    <a:pt x="7655595" y="59772"/>
                  </a:lnTo>
                  <a:lnTo>
                    <a:pt x="7569377" y="79337"/>
                  </a:lnTo>
                  <a:lnTo>
                    <a:pt x="7483277" y="101775"/>
                  </a:lnTo>
                  <a:lnTo>
                    <a:pt x="7399582" y="127052"/>
                  </a:lnTo>
                  <a:lnTo>
                    <a:pt x="7319858" y="155202"/>
                  </a:lnTo>
                  <a:lnTo>
                    <a:pt x="7245004" y="186348"/>
                  </a:lnTo>
                  <a:lnTo>
                    <a:pt x="7175361" y="220718"/>
                  </a:lnTo>
                  <a:lnTo>
                    <a:pt x="7110856" y="258644"/>
                  </a:lnTo>
                  <a:lnTo>
                    <a:pt x="7051122" y="300557"/>
                  </a:lnTo>
                  <a:lnTo>
                    <a:pt x="6995610" y="346973"/>
                  </a:lnTo>
                  <a:lnTo>
                    <a:pt x="6943665" y="398471"/>
                  </a:lnTo>
                  <a:lnTo>
                    <a:pt x="6894591" y="455650"/>
                  </a:lnTo>
                  <a:lnTo>
                    <a:pt x="6847700" y="519056"/>
                  </a:lnTo>
                  <a:lnTo>
                    <a:pt x="6802358" y="589069"/>
                  </a:lnTo>
                  <a:lnTo>
                    <a:pt x="6786527" y="615541"/>
                  </a:lnTo>
                  <a:lnTo>
                    <a:pt x="6753117" y="674766"/>
                  </a:lnTo>
                  <a:lnTo>
                    <a:pt x="6720008" y="737875"/>
                  </a:lnTo>
                  <a:lnTo>
                    <a:pt x="6687033" y="804947"/>
                  </a:lnTo>
                  <a:lnTo>
                    <a:pt x="6654059" y="876013"/>
                  </a:lnTo>
                  <a:lnTo>
                    <a:pt x="6620981" y="951048"/>
                  </a:lnTo>
                  <a:lnTo>
                    <a:pt x="6587721" y="1029968"/>
                  </a:lnTo>
                  <a:lnTo>
                    <a:pt x="6554222" y="1112627"/>
                  </a:lnTo>
                  <a:lnTo>
                    <a:pt x="6520451" y="1198812"/>
                  </a:lnTo>
                  <a:lnTo>
                    <a:pt x="6486396" y="1288245"/>
                  </a:lnTo>
                  <a:lnTo>
                    <a:pt x="6452062" y="1380585"/>
                  </a:lnTo>
                  <a:lnTo>
                    <a:pt x="6417472" y="1475427"/>
                  </a:lnTo>
                  <a:lnTo>
                    <a:pt x="6382662" y="1572315"/>
                  </a:lnTo>
                  <a:lnTo>
                    <a:pt x="6347681" y="1670744"/>
                  </a:lnTo>
                  <a:lnTo>
                    <a:pt x="6312586" y="1770175"/>
                  </a:lnTo>
                  <a:lnTo>
                    <a:pt x="6277441" y="1870045"/>
                  </a:lnTo>
                  <a:lnTo>
                    <a:pt x="6242312" y="1969780"/>
                  </a:lnTo>
                  <a:lnTo>
                    <a:pt x="6207263" y="2068811"/>
                  </a:lnTo>
                  <a:lnTo>
                    <a:pt x="6172355" y="2166582"/>
                  </a:lnTo>
                  <a:lnTo>
                    <a:pt x="6137643" y="2262571"/>
                  </a:lnTo>
                  <a:lnTo>
                    <a:pt x="6103169" y="2356294"/>
                  </a:lnTo>
                  <a:lnTo>
                    <a:pt x="6068964" y="2447317"/>
                  </a:lnTo>
                  <a:lnTo>
                    <a:pt x="6035043" y="2535267"/>
                  </a:lnTo>
                  <a:lnTo>
                    <a:pt x="6001402" y="2619829"/>
                  </a:lnTo>
                  <a:lnTo>
                    <a:pt x="5968021" y="2700757"/>
                  </a:lnTo>
                  <a:lnTo>
                    <a:pt x="5934854" y="2777870"/>
                  </a:lnTo>
                  <a:lnTo>
                    <a:pt x="5901837" y="2851051"/>
                  </a:lnTo>
                  <a:lnTo>
                    <a:pt x="5868877" y="2920244"/>
                  </a:lnTo>
                  <a:lnTo>
                    <a:pt x="5835857" y="2985451"/>
                  </a:lnTo>
                  <a:lnTo>
                    <a:pt x="5802630" y="3046727"/>
                  </a:lnTo>
                  <a:lnTo>
                    <a:pt x="5784835" y="3077708"/>
                  </a:lnTo>
                  <a:lnTo>
                    <a:pt x="5739911" y="3150098"/>
                  </a:lnTo>
                  <a:lnTo>
                    <a:pt x="5693638" y="3215820"/>
                  </a:lnTo>
                  <a:lnTo>
                    <a:pt x="5645416" y="3275153"/>
                  </a:lnTo>
                  <a:lnTo>
                    <a:pt x="5594571" y="3328601"/>
                  </a:lnTo>
                  <a:lnTo>
                    <a:pt x="5540404" y="3376753"/>
                  </a:lnTo>
                  <a:lnTo>
                    <a:pt x="5482239" y="3420202"/>
                  </a:lnTo>
                  <a:lnTo>
                    <a:pt x="5419482" y="3459490"/>
                  </a:lnTo>
                  <a:lnTo>
                    <a:pt x="5351690" y="3495080"/>
                  </a:lnTo>
                  <a:lnTo>
                    <a:pt x="5278671" y="3527339"/>
                  </a:lnTo>
                  <a:lnTo>
                    <a:pt x="5200605" y="3556534"/>
                  </a:lnTo>
                  <a:lnTo>
                    <a:pt x="5118178" y="3582823"/>
                  </a:lnTo>
                  <a:lnTo>
                    <a:pt x="5032707" y="3606270"/>
                  </a:lnTo>
                  <a:lnTo>
                    <a:pt x="4946225" y="3626862"/>
                  </a:lnTo>
                  <a:lnTo>
                    <a:pt x="4861452" y="3644538"/>
                  </a:lnTo>
                  <a:lnTo>
                    <a:pt x="4781610" y="3659241"/>
                  </a:lnTo>
                  <a:lnTo>
                    <a:pt x="4710058" y="3670968"/>
                  </a:lnTo>
                  <a:lnTo>
                    <a:pt x="4649776" y="3679818"/>
                  </a:lnTo>
                  <a:lnTo>
                    <a:pt x="4602816" y="3686029"/>
                  </a:lnTo>
                  <a:lnTo>
                    <a:pt x="4569862" y="3689974"/>
                  </a:lnTo>
                  <a:lnTo>
                    <a:pt x="4550017" y="3692131"/>
                  </a:lnTo>
                  <a:lnTo>
                    <a:pt x="4540850" y="3693040"/>
                  </a:lnTo>
                  <a:lnTo>
                    <a:pt x="4538543" y="3693249"/>
                  </a:lnTo>
                  <a:lnTo>
                    <a:pt x="4016409" y="3693249"/>
                  </a:lnTo>
                  <a:lnTo>
                    <a:pt x="4015147" y="3693270"/>
                  </a:lnTo>
                  <a:lnTo>
                    <a:pt x="4006894" y="3693418"/>
                  </a:lnTo>
                  <a:lnTo>
                    <a:pt x="3986259" y="3693826"/>
                  </a:lnTo>
                  <a:lnTo>
                    <a:pt x="3949795" y="3694628"/>
                  </a:lnTo>
                  <a:lnTo>
                    <a:pt x="3896315" y="3695942"/>
                  </a:lnTo>
                  <a:lnTo>
                    <a:pt x="3826950" y="3697855"/>
                  </a:lnTo>
                  <a:lnTo>
                    <a:pt x="3744760" y="3700418"/>
                  </a:lnTo>
                  <a:lnTo>
                    <a:pt x="3653969" y="3703648"/>
                  </a:lnTo>
                  <a:lnTo>
                    <a:pt x="3559070" y="3707536"/>
                  </a:lnTo>
                  <a:lnTo>
                    <a:pt x="3464072" y="3712068"/>
                  </a:lnTo>
                  <a:lnTo>
                    <a:pt x="3372062" y="3717233"/>
                  </a:lnTo>
                  <a:lnTo>
                    <a:pt x="3285065" y="3723044"/>
                  </a:lnTo>
                  <a:lnTo>
                    <a:pt x="3204139" y="3729534"/>
                  </a:lnTo>
                  <a:lnTo>
                    <a:pt x="3129567" y="3736767"/>
                  </a:lnTo>
                  <a:lnTo>
                    <a:pt x="3061080" y="3744835"/>
                  </a:lnTo>
                  <a:lnTo>
                    <a:pt x="2998051" y="3753855"/>
                  </a:lnTo>
                  <a:lnTo>
                    <a:pt x="2939649" y="3763964"/>
                  </a:lnTo>
                  <a:lnTo>
                    <a:pt x="2884950" y="3775309"/>
                  </a:lnTo>
                  <a:lnTo>
                    <a:pt x="2833023" y="3788030"/>
                  </a:lnTo>
                  <a:lnTo>
                    <a:pt x="2783013" y="3802222"/>
                  </a:lnTo>
                  <a:lnTo>
                    <a:pt x="2770117" y="3806193"/>
                  </a:lnTo>
                  <a:lnTo>
                    <a:pt x="2718296" y="3823401"/>
                  </a:lnTo>
                  <a:lnTo>
                    <a:pt x="2666977" y="3842353"/>
                  </a:lnTo>
                  <a:lnTo>
                    <a:pt x="2615639" y="3863074"/>
                  </a:lnTo>
                  <a:lnTo>
                    <a:pt x="2563922" y="3885532"/>
                  </a:lnTo>
                  <a:lnTo>
                    <a:pt x="2511612" y="3909628"/>
                  </a:lnTo>
                  <a:lnTo>
                    <a:pt x="2458622" y="3935192"/>
                  </a:lnTo>
                  <a:lnTo>
                    <a:pt x="2404977" y="3961986"/>
                  </a:lnTo>
                  <a:lnTo>
                    <a:pt x="2350791" y="3989710"/>
                  </a:lnTo>
                  <a:lnTo>
                    <a:pt x="2296254" y="4018012"/>
                  </a:lnTo>
                  <a:lnTo>
                    <a:pt x="2241595" y="4046509"/>
                  </a:lnTo>
                  <a:lnTo>
                    <a:pt x="2187060" y="4074806"/>
                  </a:lnTo>
                  <a:lnTo>
                    <a:pt x="2132881" y="4102520"/>
                  </a:lnTo>
                  <a:lnTo>
                    <a:pt x="2079243" y="4129300"/>
                  </a:lnTo>
                  <a:lnTo>
                    <a:pt x="2026262" y="4154847"/>
                  </a:lnTo>
                  <a:lnTo>
                    <a:pt x="1973960" y="4178923"/>
                  </a:lnTo>
                  <a:lnTo>
                    <a:pt x="1922250" y="4201359"/>
                  </a:lnTo>
                  <a:lnTo>
                    <a:pt x="1870914" y="4222058"/>
                  </a:lnTo>
                  <a:lnTo>
                    <a:pt x="1819593" y="4240988"/>
                  </a:lnTo>
                  <a:lnTo>
                    <a:pt x="1768425" y="4257967"/>
                  </a:lnTo>
                  <a:lnTo>
                    <a:pt x="1718794" y="4272551"/>
                  </a:lnTo>
                  <a:lnTo>
                    <a:pt x="1667449" y="4285650"/>
                  </a:lnTo>
                  <a:lnTo>
                    <a:pt x="1613565" y="4297344"/>
                  </a:lnTo>
                  <a:lnTo>
                    <a:pt x="1556226" y="4307764"/>
                  </a:lnTo>
                  <a:lnTo>
                    <a:pt x="1494497" y="4317055"/>
                  </a:lnTo>
                  <a:lnTo>
                    <a:pt x="1427513" y="4325361"/>
                  </a:lnTo>
                  <a:lnTo>
                    <a:pt x="1354581" y="4332803"/>
                  </a:lnTo>
                  <a:lnTo>
                    <a:pt x="1275321" y="4339481"/>
                  </a:lnTo>
                  <a:lnTo>
                    <a:pt x="1189851" y="4345465"/>
                  </a:lnTo>
                  <a:lnTo>
                    <a:pt x="1099002" y="4350798"/>
                  </a:lnTo>
                  <a:lnTo>
                    <a:pt x="1004533" y="4355496"/>
                  </a:lnTo>
                  <a:lnTo>
                    <a:pt x="909252" y="4359554"/>
                  </a:lnTo>
                  <a:lnTo>
                    <a:pt x="816957" y="4362958"/>
                  </a:lnTo>
                  <a:lnTo>
                    <a:pt x="732075" y="4365696"/>
                  </a:lnTo>
                  <a:lnTo>
                    <a:pt x="658986" y="4367777"/>
                  </a:lnTo>
                  <a:lnTo>
                    <a:pt x="601139" y="4369240"/>
                  </a:lnTo>
                  <a:lnTo>
                    <a:pt x="560229" y="4370166"/>
                  </a:lnTo>
                  <a:lnTo>
                    <a:pt x="535686" y="4370665"/>
                  </a:lnTo>
                  <a:lnTo>
                    <a:pt x="524633" y="4370868"/>
                  </a:lnTo>
                  <a:lnTo>
                    <a:pt x="522133" y="4370910"/>
                  </a:lnTo>
                  <a:lnTo>
                    <a:pt x="0" y="4370910"/>
                  </a:lnTo>
                  <a:close/>
                </a:path>
              </a:pathLst>
            </a:custGeom>
            <a:solidFill>
              <a:srgbClr val="6FA8DC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1806" name="pl1806"/>
            <p:cNvSpPr/>
            <p:nvPr/>
          </p:nvSpPr>
          <p:spPr>
            <a:xfrm>
              <a:off x="386606" y="1219428"/>
              <a:ext cx="8554953" cy="4370910"/>
            </a:xfrm>
            <a:custGeom>
              <a:avLst/>
              <a:pathLst>
                <a:path w="8554953" h="4370910">
                  <a:moveTo>
                    <a:pt x="0" y="4370910"/>
                  </a:moveTo>
                  <a:lnTo>
                    <a:pt x="522133" y="4370910"/>
                  </a:lnTo>
                  <a:lnTo>
                    <a:pt x="523395" y="4370889"/>
                  </a:lnTo>
                  <a:lnTo>
                    <a:pt x="531648" y="4370742"/>
                  </a:lnTo>
                  <a:lnTo>
                    <a:pt x="552283" y="4370333"/>
                  </a:lnTo>
                  <a:lnTo>
                    <a:pt x="588747" y="4369531"/>
                  </a:lnTo>
                  <a:lnTo>
                    <a:pt x="642227" y="4368218"/>
                  </a:lnTo>
                  <a:lnTo>
                    <a:pt x="711592" y="4366305"/>
                  </a:lnTo>
                  <a:lnTo>
                    <a:pt x="793782" y="4363741"/>
                  </a:lnTo>
                  <a:lnTo>
                    <a:pt x="884573" y="4360511"/>
                  </a:lnTo>
                  <a:lnTo>
                    <a:pt x="979473" y="4356623"/>
                  </a:lnTo>
                  <a:lnTo>
                    <a:pt x="1074470" y="4352092"/>
                  </a:lnTo>
                  <a:lnTo>
                    <a:pt x="1166480" y="4346926"/>
                  </a:lnTo>
                  <a:lnTo>
                    <a:pt x="1253477" y="4341116"/>
                  </a:lnTo>
                  <a:lnTo>
                    <a:pt x="1334403" y="4334626"/>
                  </a:lnTo>
                  <a:lnTo>
                    <a:pt x="1408975" y="4327393"/>
                  </a:lnTo>
                  <a:lnTo>
                    <a:pt x="1477462" y="4319325"/>
                  </a:lnTo>
                  <a:lnTo>
                    <a:pt x="1540491" y="4310305"/>
                  </a:lnTo>
                  <a:lnTo>
                    <a:pt x="1598893" y="4300195"/>
                  </a:lnTo>
                  <a:lnTo>
                    <a:pt x="1653593" y="4288850"/>
                  </a:lnTo>
                  <a:lnTo>
                    <a:pt x="1705519" y="4276130"/>
                  </a:lnTo>
                  <a:lnTo>
                    <a:pt x="1755529" y="4261938"/>
                  </a:lnTo>
                  <a:lnTo>
                    <a:pt x="1768425" y="4257967"/>
                  </a:lnTo>
                  <a:lnTo>
                    <a:pt x="1820247" y="4240758"/>
                  </a:lnTo>
                  <a:lnTo>
                    <a:pt x="1871565" y="4221807"/>
                  </a:lnTo>
                  <a:lnTo>
                    <a:pt x="1922904" y="4201085"/>
                  </a:lnTo>
                  <a:lnTo>
                    <a:pt x="1974621" y="4178627"/>
                  </a:lnTo>
                  <a:lnTo>
                    <a:pt x="2026930" y="4154532"/>
                  </a:lnTo>
                  <a:lnTo>
                    <a:pt x="2079920" y="4128967"/>
                  </a:lnTo>
                  <a:lnTo>
                    <a:pt x="2133566" y="4102173"/>
                  </a:lnTo>
                  <a:lnTo>
                    <a:pt x="2187751" y="4074449"/>
                  </a:lnTo>
                  <a:lnTo>
                    <a:pt x="2242288" y="4046147"/>
                  </a:lnTo>
                  <a:lnTo>
                    <a:pt x="2296948" y="4017651"/>
                  </a:lnTo>
                  <a:lnTo>
                    <a:pt x="2351482" y="3989353"/>
                  </a:lnTo>
                  <a:lnTo>
                    <a:pt x="2405662" y="3961639"/>
                  </a:lnTo>
                  <a:lnTo>
                    <a:pt x="2459299" y="3934859"/>
                  </a:lnTo>
                  <a:lnTo>
                    <a:pt x="2512280" y="3909312"/>
                  </a:lnTo>
                  <a:lnTo>
                    <a:pt x="2564582" y="3885236"/>
                  </a:lnTo>
                  <a:lnTo>
                    <a:pt x="2616292" y="3862800"/>
                  </a:lnTo>
                  <a:lnTo>
                    <a:pt x="2667628" y="3842101"/>
                  </a:lnTo>
                  <a:lnTo>
                    <a:pt x="2718949" y="3823172"/>
                  </a:lnTo>
                  <a:lnTo>
                    <a:pt x="2770117" y="3806193"/>
                  </a:lnTo>
                  <a:lnTo>
                    <a:pt x="2819748" y="3791609"/>
                  </a:lnTo>
                  <a:lnTo>
                    <a:pt x="2871094" y="3778509"/>
                  </a:lnTo>
                  <a:lnTo>
                    <a:pt x="2924977" y="3766815"/>
                  </a:lnTo>
                  <a:lnTo>
                    <a:pt x="2982316" y="3756396"/>
                  </a:lnTo>
                  <a:lnTo>
                    <a:pt x="3044045" y="3747104"/>
                  </a:lnTo>
                  <a:lnTo>
                    <a:pt x="3111029" y="3738798"/>
                  </a:lnTo>
                  <a:lnTo>
                    <a:pt x="3183961" y="3731356"/>
                  </a:lnTo>
                  <a:lnTo>
                    <a:pt x="3263221" y="3724679"/>
                  </a:lnTo>
                  <a:lnTo>
                    <a:pt x="3348692" y="3718695"/>
                  </a:lnTo>
                  <a:lnTo>
                    <a:pt x="3439540" y="3713362"/>
                  </a:lnTo>
                  <a:lnTo>
                    <a:pt x="3534010" y="3708664"/>
                  </a:lnTo>
                  <a:lnTo>
                    <a:pt x="3629290" y="3704605"/>
                  </a:lnTo>
                  <a:lnTo>
                    <a:pt x="3721585" y="3701201"/>
                  </a:lnTo>
                  <a:lnTo>
                    <a:pt x="3806467" y="3698463"/>
                  </a:lnTo>
                  <a:lnTo>
                    <a:pt x="3879557" y="3696383"/>
                  </a:lnTo>
                  <a:lnTo>
                    <a:pt x="3937403" y="3694919"/>
                  </a:lnTo>
                  <a:lnTo>
                    <a:pt x="3978314" y="3693993"/>
                  </a:lnTo>
                  <a:lnTo>
                    <a:pt x="4002856" y="3693494"/>
                  </a:lnTo>
                  <a:lnTo>
                    <a:pt x="4013909" y="3693291"/>
                  </a:lnTo>
                  <a:lnTo>
                    <a:pt x="4016386" y="3693250"/>
                  </a:lnTo>
                  <a:lnTo>
                    <a:pt x="4016409" y="3693249"/>
                  </a:lnTo>
                  <a:lnTo>
                    <a:pt x="4538543" y="3693249"/>
                  </a:lnTo>
                  <a:lnTo>
                    <a:pt x="4539488" y="3693166"/>
                  </a:lnTo>
                  <a:lnTo>
                    <a:pt x="4545708" y="3692568"/>
                  </a:lnTo>
                  <a:lnTo>
                    <a:pt x="4561408" y="3690917"/>
                  </a:lnTo>
                  <a:lnTo>
                    <a:pt x="4589522" y="3687666"/>
                  </a:lnTo>
                  <a:lnTo>
                    <a:pt x="4631507" y="3682309"/>
                  </a:lnTo>
                  <a:lnTo>
                    <a:pt x="4687229" y="3674431"/>
                  </a:lnTo>
                  <a:lnTo>
                    <a:pt x="4755084" y="3663744"/>
                  </a:lnTo>
                  <a:lnTo>
                    <a:pt x="4832359" y="3650102"/>
                  </a:lnTo>
                  <a:lnTo>
                    <a:pt x="4915767" y="3633476"/>
                  </a:lnTo>
                  <a:lnTo>
                    <a:pt x="5001985" y="3613912"/>
                  </a:lnTo>
                  <a:lnTo>
                    <a:pt x="5088085" y="3591474"/>
                  </a:lnTo>
                  <a:lnTo>
                    <a:pt x="5171780" y="3566197"/>
                  </a:lnTo>
                  <a:lnTo>
                    <a:pt x="5251504" y="3538047"/>
                  </a:lnTo>
                  <a:lnTo>
                    <a:pt x="5326358" y="3506901"/>
                  </a:lnTo>
                  <a:lnTo>
                    <a:pt x="5396001" y="3472530"/>
                  </a:lnTo>
                  <a:lnTo>
                    <a:pt x="5460506" y="3434604"/>
                  </a:lnTo>
                  <a:lnTo>
                    <a:pt x="5520240" y="3392692"/>
                  </a:lnTo>
                  <a:lnTo>
                    <a:pt x="5575752" y="3346276"/>
                  </a:lnTo>
                  <a:lnTo>
                    <a:pt x="5627697" y="3294778"/>
                  </a:lnTo>
                  <a:lnTo>
                    <a:pt x="5676771" y="3237599"/>
                  </a:lnTo>
                  <a:lnTo>
                    <a:pt x="5723662" y="3174192"/>
                  </a:lnTo>
                  <a:lnTo>
                    <a:pt x="5769004" y="3104180"/>
                  </a:lnTo>
                  <a:lnTo>
                    <a:pt x="5784835" y="3077708"/>
                  </a:lnTo>
                  <a:lnTo>
                    <a:pt x="5818245" y="3018483"/>
                  </a:lnTo>
                  <a:lnTo>
                    <a:pt x="5851354" y="2955374"/>
                  </a:lnTo>
                  <a:lnTo>
                    <a:pt x="5884329" y="2888301"/>
                  </a:lnTo>
                  <a:lnTo>
                    <a:pt x="5917303" y="2817236"/>
                  </a:lnTo>
                  <a:lnTo>
                    <a:pt x="5950380" y="2742201"/>
                  </a:lnTo>
                  <a:lnTo>
                    <a:pt x="5983641" y="2663281"/>
                  </a:lnTo>
                  <a:lnTo>
                    <a:pt x="6017140" y="2580622"/>
                  </a:lnTo>
                  <a:lnTo>
                    <a:pt x="6050911" y="2494437"/>
                  </a:lnTo>
                  <a:lnTo>
                    <a:pt x="6084966" y="2405004"/>
                  </a:lnTo>
                  <a:lnTo>
                    <a:pt x="6119299" y="2312664"/>
                  </a:lnTo>
                  <a:lnTo>
                    <a:pt x="6153890" y="2217822"/>
                  </a:lnTo>
                  <a:lnTo>
                    <a:pt x="6188700" y="2120934"/>
                  </a:lnTo>
                  <a:lnTo>
                    <a:pt x="6223681" y="2022505"/>
                  </a:lnTo>
                  <a:lnTo>
                    <a:pt x="6258776" y="1923074"/>
                  </a:lnTo>
                  <a:lnTo>
                    <a:pt x="6293921" y="1823204"/>
                  </a:lnTo>
                  <a:lnTo>
                    <a:pt x="6329050" y="1723469"/>
                  </a:lnTo>
                  <a:lnTo>
                    <a:pt x="6364099" y="1624438"/>
                  </a:lnTo>
                  <a:lnTo>
                    <a:pt x="6399007" y="1526667"/>
                  </a:lnTo>
                  <a:lnTo>
                    <a:pt x="6433719" y="1430678"/>
                  </a:lnTo>
                  <a:lnTo>
                    <a:pt x="6468193" y="1336955"/>
                  </a:lnTo>
                  <a:lnTo>
                    <a:pt x="6502398" y="1245932"/>
                  </a:lnTo>
                  <a:lnTo>
                    <a:pt x="6536319" y="1157982"/>
                  </a:lnTo>
                  <a:lnTo>
                    <a:pt x="6569960" y="1073420"/>
                  </a:lnTo>
                  <a:lnTo>
                    <a:pt x="6603341" y="992492"/>
                  </a:lnTo>
                  <a:lnTo>
                    <a:pt x="6636508" y="915379"/>
                  </a:lnTo>
                  <a:lnTo>
                    <a:pt x="6669525" y="842198"/>
                  </a:lnTo>
                  <a:lnTo>
                    <a:pt x="6702485" y="773005"/>
                  </a:lnTo>
                  <a:lnTo>
                    <a:pt x="6735505" y="707798"/>
                  </a:lnTo>
                  <a:lnTo>
                    <a:pt x="6768732" y="646522"/>
                  </a:lnTo>
                  <a:lnTo>
                    <a:pt x="6786527" y="615541"/>
                  </a:lnTo>
                  <a:lnTo>
                    <a:pt x="6831451" y="543151"/>
                  </a:lnTo>
                  <a:lnTo>
                    <a:pt x="6877724" y="477429"/>
                  </a:lnTo>
                  <a:lnTo>
                    <a:pt x="6925946" y="418095"/>
                  </a:lnTo>
                  <a:lnTo>
                    <a:pt x="6976791" y="364648"/>
                  </a:lnTo>
                  <a:lnTo>
                    <a:pt x="7030958" y="316495"/>
                  </a:lnTo>
                  <a:lnTo>
                    <a:pt x="7089122" y="273047"/>
                  </a:lnTo>
                  <a:lnTo>
                    <a:pt x="7151880" y="233759"/>
                  </a:lnTo>
                  <a:lnTo>
                    <a:pt x="7219672" y="198169"/>
                  </a:lnTo>
                  <a:lnTo>
                    <a:pt x="7292691" y="165910"/>
                  </a:lnTo>
                  <a:lnTo>
                    <a:pt x="7370757" y="136715"/>
                  </a:lnTo>
                  <a:lnTo>
                    <a:pt x="7453184" y="110426"/>
                  </a:lnTo>
                  <a:lnTo>
                    <a:pt x="7538655" y="86978"/>
                  </a:lnTo>
                  <a:lnTo>
                    <a:pt x="7625137" y="66387"/>
                  </a:lnTo>
                  <a:lnTo>
                    <a:pt x="7709910" y="48711"/>
                  </a:lnTo>
                  <a:lnTo>
                    <a:pt x="7789752" y="34007"/>
                  </a:lnTo>
                  <a:lnTo>
                    <a:pt x="7861304" y="22281"/>
                  </a:lnTo>
                  <a:lnTo>
                    <a:pt x="7921586" y="13431"/>
                  </a:lnTo>
                  <a:lnTo>
                    <a:pt x="7968546" y="7220"/>
                  </a:lnTo>
                  <a:lnTo>
                    <a:pt x="8001500" y="3275"/>
                  </a:lnTo>
                  <a:lnTo>
                    <a:pt x="8021345" y="1118"/>
                  </a:lnTo>
                  <a:lnTo>
                    <a:pt x="8030512" y="209"/>
                  </a:lnTo>
                  <a:lnTo>
                    <a:pt x="8032775" y="3"/>
                  </a:lnTo>
                  <a:lnTo>
                    <a:pt x="8032819" y="0"/>
                  </a:lnTo>
                  <a:lnTo>
                    <a:pt x="8554953" y="0"/>
                  </a:lnTo>
                  <a:lnTo>
                    <a:pt x="8554953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807" name="pl1807"/>
            <p:cNvSpPr/>
            <p:nvPr/>
          </p:nvSpPr>
          <p:spPr>
            <a:xfrm>
              <a:off x="386606" y="1213781"/>
              <a:ext cx="8554953" cy="4370910"/>
            </a:xfrm>
            <a:custGeom>
              <a:avLst/>
              <a:pathLst>
                <a:path w="8554953" h="4370910">
                  <a:moveTo>
                    <a:pt x="8554953" y="0"/>
                  </a:moveTo>
                  <a:lnTo>
                    <a:pt x="8032819" y="0"/>
                  </a:lnTo>
                  <a:lnTo>
                    <a:pt x="8031874" y="83"/>
                  </a:lnTo>
                  <a:lnTo>
                    <a:pt x="8025654" y="681"/>
                  </a:lnTo>
                  <a:lnTo>
                    <a:pt x="8009954" y="2332"/>
                  </a:lnTo>
                  <a:lnTo>
                    <a:pt x="7981840" y="5582"/>
                  </a:lnTo>
                  <a:lnTo>
                    <a:pt x="7939855" y="10939"/>
                  </a:lnTo>
                  <a:lnTo>
                    <a:pt x="7884133" y="18818"/>
                  </a:lnTo>
                  <a:lnTo>
                    <a:pt x="7816278" y="29505"/>
                  </a:lnTo>
                  <a:lnTo>
                    <a:pt x="7739003" y="43147"/>
                  </a:lnTo>
                  <a:lnTo>
                    <a:pt x="7655595" y="59772"/>
                  </a:lnTo>
                  <a:lnTo>
                    <a:pt x="7569377" y="79337"/>
                  </a:lnTo>
                  <a:lnTo>
                    <a:pt x="7483277" y="101775"/>
                  </a:lnTo>
                  <a:lnTo>
                    <a:pt x="7399582" y="127052"/>
                  </a:lnTo>
                  <a:lnTo>
                    <a:pt x="7319858" y="155202"/>
                  </a:lnTo>
                  <a:lnTo>
                    <a:pt x="7245004" y="186348"/>
                  </a:lnTo>
                  <a:lnTo>
                    <a:pt x="7175361" y="220718"/>
                  </a:lnTo>
                  <a:lnTo>
                    <a:pt x="7110856" y="258644"/>
                  </a:lnTo>
                  <a:lnTo>
                    <a:pt x="7051122" y="300557"/>
                  </a:lnTo>
                  <a:lnTo>
                    <a:pt x="6995610" y="346973"/>
                  </a:lnTo>
                  <a:lnTo>
                    <a:pt x="6943665" y="398471"/>
                  </a:lnTo>
                  <a:lnTo>
                    <a:pt x="6894591" y="455650"/>
                  </a:lnTo>
                  <a:lnTo>
                    <a:pt x="6847700" y="519056"/>
                  </a:lnTo>
                  <a:lnTo>
                    <a:pt x="6802358" y="589069"/>
                  </a:lnTo>
                  <a:lnTo>
                    <a:pt x="6786527" y="615541"/>
                  </a:lnTo>
                  <a:lnTo>
                    <a:pt x="6753117" y="674766"/>
                  </a:lnTo>
                  <a:lnTo>
                    <a:pt x="6720008" y="737875"/>
                  </a:lnTo>
                  <a:lnTo>
                    <a:pt x="6687033" y="804947"/>
                  </a:lnTo>
                  <a:lnTo>
                    <a:pt x="6654059" y="876013"/>
                  </a:lnTo>
                  <a:lnTo>
                    <a:pt x="6620981" y="951048"/>
                  </a:lnTo>
                  <a:lnTo>
                    <a:pt x="6587721" y="1029968"/>
                  </a:lnTo>
                  <a:lnTo>
                    <a:pt x="6554222" y="1112627"/>
                  </a:lnTo>
                  <a:lnTo>
                    <a:pt x="6520451" y="1198812"/>
                  </a:lnTo>
                  <a:lnTo>
                    <a:pt x="6486396" y="1288245"/>
                  </a:lnTo>
                  <a:lnTo>
                    <a:pt x="6452062" y="1380585"/>
                  </a:lnTo>
                  <a:lnTo>
                    <a:pt x="6417472" y="1475427"/>
                  </a:lnTo>
                  <a:lnTo>
                    <a:pt x="6382662" y="1572315"/>
                  </a:lnTo>
                  <a:lnTo>
                    <a:pt x="6347681" y="1670744"/>
                  </a:lnTo>
                  <a:lnTo>
                    <a:pt x="6312586" y="1770175"/>
                  </a:lnTo>
                  <a:lnTo>
                    <a:pt x="6277441" y="1870045"/>
                  </a:lnTo>
                  <a:lnTo>
                    <a:pt x="6242312" y="1969780"/>
                  </a:lnTo>
                  <a:lnTo>
                    <a:pt x="6207263" y="2068811"/>
                  </a:lnTo>
                  <a:lnTo>
                    <a:pt x="6172355" y="2166582"/>
                  </a:lnTo>
                  <a:lnTo>
                    <a:pt x="6137643" y="2262571"/>
                  </a:lnTo>
                  <a:lnTo>
                    <a:pt x="6103169" y="2356294"/>
                  </a:lnTo>
                  <a:lnTo>
                    <a:pt x="6068964" y="2447317"/>
                  </a:lnTo>
                  <a:lnTo>
                    <a:pt x="6035043" y="2535267"/>
                  </a:lnTo>
                  <a:lnTo>
                    <a:pt x="6001402" y="2619829"/>
                  </a:lnTo>
                  <a:lnTo>
                    <a:pt x="5968021" y="2700757"/>
                  </a:lnTo>
                  <a:lnTo>
                    <a:pt x="5934854" y="2777870"/>
                  </a:lnTo>
                  <a:lnTo>
                    <a:pt x="5901837" y="2851051"/>
                  </a:lnTo>
                  <a:lnTo>
                    <a:pt x="5868877" y="2920244"/>
                  </a:lnTo>
                  <a:lnTo>
                    <a:pt x="5835857" y="2985451"/>
                  </a:lnTo>
                  <a:lnTo>
                    <a:pt x="5802630" y="3046727"/>
                  </a:lnTo>
                  <a:lnTo>
                    <a:pt x="5784835" y="3077708"/>
                  </a:lnTo>
                  <a:lnTo>
                    <a:pt x="5739911" y="3150098"/>
                  </a:lnTo>
                  <a:lnTo>
                    <a:pt x="5693638" y="3215820"/>
                  </a:lnTo>
                  <a:lnTo>
                    <a:pt x="5645416" y="3275153"/>
                  </a:lnTo>
                  <a:lnTo>
                    <a:pt x="5594571" y="3328601"/>
                  </a:lnTo>
                  <a:lnTo>
                    <a:pt x="5540404" y="3376753"/>
                  </a:lnTo>
                  <a:lnTo>
                    <a:pt x="5482239" y="3420202"/>
                  </a:lnTo>
                  <a:lnTo>
                    <a:pt x="5419482" y="3459490"/>
                  </a:lnTo>
                  <a:lnTo>
                    <a:pt x="5351690" y="3495080"/>
                  </a:lnTo>
                  <a:lnTo>
                    <a:pt x="5278671" y="3527339"/>
                  </a:lnTo>
                  <a:lnTo>
                    <a:pt x="5200605" y="3556534"/>
                  </a:lnTo>
                  <a:lnTo>
                    <a:pt x="5118178" y="3582823"/>
                  </a:lnTo>
                  <a:lnTo>
                    <a:pt x="5032707" y="3606270"/>
                  </a:lnTo>
                  <a:lnTo>
                    <a:pt x="4946225" y="3626862"/>
                  </a:lnTo>
                  <a:lnTo>
                    <a:pt x="4861452" y="3644538"/>
                  </a:lnTo>
                  <a:lnTo>
                    <a:pt x="4781610" y="3659241"/>
                  </a:lnTo>
                  <a:lnTo>
                    <a:pt x="4710058" y="3670968"/>
                  </a:lnTo>
                  <a:lnTo>
                    <a:pt x="4649776" y="3679818"/>
                  </a:lnTo>
                  <a:lnTo>
                    <a:pt x="4602816" y="3686029"/>
                  </a:lnTo>
                  <a:lnTo>
                    <a:pt x="4569862" y="3689974"/>
                  </a:lnTo>
                  <a:lnTo>
                    <a:pt x="4550017" y="3692131"/>
                  </a:lnTo>
                  <a:lnTo>
                    <a:pt x="4540850" y="3693040"/>
                  </a:lnTo>
                  <a:lnTo>
                    <a:pt x="4538587" y="3693246"/>
                  </a:lnTo>
                  <a:lnTo>
                    <a:pt x="4538543" y="3693249"/>
                  </a:lnTo>
                  <a:lnTo>
                    <a:pt x="4016409" y="3693249"/>
                  </a:lnTo>
                  <a:lnTo>
                    <a:pt x="4015147" y="3693270"/>
                  </a:lnTo>
                  <a:lnTo>
                    <a:pt x="4006894" y="3693418"/>
                  </a:lnTo>
                  <a:lnTo>
                    <a:pt x="3986259" y="3693826"/>
                  </a:lnTo>
                  <a:lnTo>
                    <a:pt x="3949795" y="3694628"/>
                  </a:lnTo>
                  <a:lnTo>
                    <a:pt x="3896315" y="3695942"/>
                  </a:lnTo>
                  <a:lnTo>
                    <a:pt x="3826950" y="3697855"/>
                  </a:lnTo>
                  <a:lnTo>
                    <a:pt x="3744760" y="3700418"/>
                  </a:lnTo>
                  <a:lnTo>
                    <a:pt x="3653969" y="3703648"/>
                  </a:lnTo>
                  <a:lnTo>
                    <a:pt x="3559070" y="3707536"/>
                  </a:lnTo>
                  <a:lnTo>
                    <a:pt x="3464072" y="3712068"/>
                  </a:lnTo>
                  <a:lnTo>
                    <a:pt x="3372062" y="3717233"/>
                  </a:lnTo>
                  <a:lnTo>
                    <a:pt x="3285065" y="3723044"/>
                  </a:lnTo>
                  <a:lnTo>
                    <a:pt x="3204139" y="3729534"/>
                  </a:lnTo>
                  <a:lnTo>
                    <a:pt x="3129567" y="3736767"/>
                  </a:lnTo>
                  <a:lnTo>
                    <a:pt x="3061080" y="3744835"/>
                  </a:lnTo>
                  <a:lnTo>
                    <a:pt x="2998051" y="3753855"/>
                  </a:lnTo>
                  <a:lnTo>
                    <a:pt x="2939649" y="3763964"/>
                  </a:lnTo>
                  <a:lnTo>
                    <a:pt x="2884950" y="3775309"/>
                  </a:lnTo>
                  <a:lnTo>
                    <a:pt x="2833023" y="3788030"/>
                  </a:lnTo>
                  <a:lnTo>
                    <a:pt x="2783013" y="3802222"/>
                  </a:lnTo>
                  <a:lnTo>
                    <a:pt x="2770117" y="3806193"/>
                  </a:lnTo>
                  <a:lnTo>
                    <a:pt x="2718296" y="3823401"/>
                  </a:lnTo>
                  <a:lnTo>
                    <a:pt x="2666977" y="3842353"/>
                  </a:lnTo>
                  <a:lnTo>
                    <a:pt x="2615639" y="3863074"/>
                  </a:lnTo>
                  <a:lnTo>
                    <a:pt x="2563922" y="3885532"/>
                  </a:lnTo>
                  <a:lnTo>
                    <a:pt x="2511612" y="3909628"/>
                  </a:lnTo>
                  <a:lnTo>
                    <a:pt x="2458622" y="3935192"/>
                  </a:lnTo>
                  <a:lnTo>
                    <a:pt x="2404977" y="3961986"/>
                  </a:lnTo>
                  <a:lnTo>
                    <a:pt x="2350791" y="3989710"/>
                  </a:lnTo>
                  <a:lnTo>
                    <a:pt x="2296254" y="4018012"/>
                  </a:lnTo>
                  <a:lnTo>
                    <a:pt x="2241595" y="4046509"/>
                  </a:lnTo>
                  <a:lnTo>
                    <a:pt x="2187060" y="4074806"/>
                  </a:lnTo>
                  <a:lnTo>
                    <a:pt x="2132881" y="4102520"/>
                  </a:lnTo>
                  <a:lnTo>
                    <a:pt x="2079243" y="4129300"/>
                  </a:lnTo>
                  <a:lnTo>
                    <a:pt x="2026262" y="4154847"/>
                  </a:lnTo>
                  <a:lnTo>
                    <a:pt x="1973960" y="4178923"/>
                  </a:lnTo>
                  <a:lnTo>
                    <a:pt x="1922250" y="4201359"/>
                  </a:lnTo>
                  <a:lnTo>
                    <a:pt x="1870914" y="4222058"/>
                  </a:lnTo>
                  <a:lnTo>
                    <a:pt x="1819593" y="4240988"/>
                  </a:lnTo>
                  <a:lnTo>
                    <a:pt x="1768425" y="4257967"/>
                  </a:lnTo>
                  <a:lnTo>
                    <a:pt x="1718794" y="4272551"/>
                  </a:lnTo>
                  <a:lnTo>
                    <a:pt x="1667449" y="4285650"/>
                  </a:lnTo>
                  <a:lnTo>
                    <a:pt x="1613565" y="4297344"/>
                  </a:lnTo>
                  <a:lnTo>
                    <a:pt x="1556226" y="4307764"/>
                  </a:lnTo>
                  <a:lnTo>
                    <a:pt x="1494497" y="4317055"/>
                  </a:lnTo>
                  <a:lnTo>
                    <a:pt x="1427513" y="4325361"/>
                  </a:lnTo>
                  <a:lnTo>
                    <a:pt x="1354581" y="4332803"/>
                  </a:lnTo>
                  <a:lnTo>
                    <a:pt x="1275321" y="4339481"/>
                  </a:lnTo>
                  <a:lnTo>
                    <a:pt x="1189851" y="4345465"/>
                  </a:lnTo>
                  <a:lnTo>
                    <a:pt x="1099002" y="4350798"/>
                  </a:lnTo>
                  <a:lnTo>
                    <a:pt x="1004533" y="4355496"/>
                  </a:lnTo>
                  <a:lnTo>
                    <a:pt x="909252" y="4359554"/>
                  </a:lnTo>
                  <a:lnTo>
                    <a:pt x="816957" y="4362958"/>
                  </a:lnTo>
                  <a:lnTo>
                    <a:pt x="732075" y="4365696"/>
                  </a:lnTo>
                  <a:lnTo>
                    <a:pt x="658986" y="4367777"/>
                  </a:lnTo>
                  <a:lnTo>
                    <a:pt x="601139" y="4369240"/>
                  </a:lnTo>
                  <a:lnTo>
                    <a:pt x="560229" y="4370166"/>
                  </a:lnTo>
                  <a:lnTo>
                    <a:pt x="535686" y="4370665"/>
                  </a:lnTo>
                  <a:lnTo>
                    <a:pt x="524633" y="4370868"/>
                  </a:lnTo>
                  <a:lnTo>
                    <a:pt x="522157" y="4370910"/>
                  </a:lnTo>
                  <a:lnTo>
                    <a:pt x="522133" y="4370910"/>
                  </a:lnTo>
                  <a:lnTo>
                    <a:pt x="0" y="4370910"/>
                  </a:lnTo>
                  <a:lnTo>
                    <a:pt x="0" y="437091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808" name="pg1808"/>
            <p:cNvSpPr/>
            <p:nvPr/>
          </p:nvSpPr>
          <p:spPr>
            <a:xfrm>
              <a:off x="386606" y="5048210"/>
              <a:ext cx="8554953" cy="660719"/>
            </a:xfrm>
            <a:custGeom>
              <a:avLst/>
              <a:pathLst>
                <a:path w="8554953" h="660719">
                  <a:moveTo>
                    <a:pt x="0" y="547775"/>
                  </a:moveTo>
                  <a:lnTo>
                    <a:pt x="522133" y="547775"/>
                  </a:lnTo>
                  <a:lnTo>
                    <a:pt x="523398" y="547759"/>
                  </a:lnTo>
                  <a:lnTo>
                    <a:pt x="531668" y="547640"/>
                  </a:lnTo>
                  <a:lnTo>
                    <a:pt x="552345" y="547313"/>
                  </a:lnTo>
                  <a:lnTo>
                    <a:pt x="588879" y="546670"/>
                  </a:lnTo>
                  <a:lnTo>
                    <a:pt x="642454" y="545617"/>
                  </a:lnTo>
                  <a:lnTo>
                    <a:pt x="711929" y="544083"/>
                  </a:lnTo>
                  <a:lnTo>
                    <a:pt x="794231" y="542028"/>
                  </a:lnTo>
                  <a:lnTo>
                    <a:pt x="885123" y="539440"/>
                  </a:lnTo>
                  <a:lnTo>
                    <a:pt x="980104" y="536323"/>
                  </a:lnTo>
                  <a:lnTo>
                    <a:pt x="1075160" y="532692"/>
                  </a:lnTo>
                  <a:lnTo>
                    <a:pt x="1167205" y="528552"/>
                  </a:lnTo>
                  <a:lnTo>
                    <a:pt x="1254217" y="523896"/>
                  </a:lnTo>
                  <a:lnTo>
                    <a:pt x="1335145" y="518695"/>
                  </a:lnTo>
                  <a:lnTo>
                    <a:pt x="1409709" y="512898"/>
                  </a:lnTo>
                  <a:lnTo>
                    <a:pt x="1478185" y="506432"/>
                  </a:lnTo>
                  <a:lnTo>
                    <a:pt x="1541203" y="499201"/>
                  </a:lnTo>
                  <a:lnTo>
                    <a:pt x="1599597" y="491097"/>
                  </a:lnTo>
                  <a:lnTo>
                    <a:pt x="1654295" y="482000"/>
                  </a:lnTo>
                  <a:lnTo>
                    <a:pt x="1706228" y="471801"/>
                  </a:lnTo>
                  <a:lnTo>
                    <a:pt x="1756253" y="460422"/>
                  </a:lnTo>
                  <a:lnTo>
                    <a:pt x="1768425" y="457420"/>
                  </a:lnTo>
                  <a:lnTo>
                    <a:pt x="1821061" y="443425"/>
                  </a:lnTo>
                  <a:lnTo>
                    <a:pt x="1873187" y="427990"/>
                  </a:lnTo>
                  <a:lnTo>
                    <a:pt x="1925347" y="411094"/>
                  </a:lnTo>
                  <a:lnTo>
                    <a:pt x="1977911" y="392767"/>
                  </a:lnTo>
                  <a:lnTo>
                    <a:pt x="2031096" y="373095"/>
                  </a:lnTo>
                  <a:lnTo>
                    <a:pt x="2084985" y="352225"/>
                  </a:lnTo>
                  <a:lnTo>
                    <a:pt x="2139542" y="330361"/>
                  </a:lnTo>
                  <a:lnTo>
                    <a:pt x="2194638" y="307761"/>
                  </a:lnTo>
                  <a:lnTo>
                    <a:pt x="2250069" y="284722"/>
                  </a:lnTo>
                  <a:lnTo>
                    <a:pt x="2305589" y="261568"/>
                  </a:lnTo>
                  <a:lnTo>
                    <a:pt x="2360941" y="238630"/>
                  </a:lnTo>
                  <a:lnTo>
                    <a:pt x="2415890" y="216226"/>
                  </a:lnTo>
                  <a:lnTo>
                    <a:pt x="2470251" y="194644"/>
                  </a:lnTo>
                  <a:lnTo>
                    <a:pt x="2523921" y="174124"/>
                  </a:lnTo>
                  <a:lnTo>
                    <a:pt x="2576899" y="154855"/>
                  </a:lnTo>
                  <a:lnTo>
                    <a:pt x="2629309" y="136963"/>
                  </a:lnTo>
                  <a:lnTo>
                    <a:pt x="2681412" y="120516"/>
                  </a:lnTo>
                  <a:lnTo>
                    <a:pt x="2733628" y="105530"/>
                  </a:lnTo>
                  <a:lnTo>
                    <a:pt x="2770117" y="96001"/>
                  </a:lnTo>
                  <a:lnTo>
                    <a:pt x="2819785" y="84326"/>
                  </a:lnTo>
                  <a:lnTo>
                    <a:pt x="2871171" y="73840"/>
                  </a:lnTo>
                  <a:lnTo>
                    <a:pt x="2925099" y="64480"/>
                  </a:lnTo>
                  <a:lnTo>
                    <a:pt x="2982491" y="56141"/>
                  </a:lnTo>
                  <a:lnTo>
                    <a:pt x="3044281" y="48705"/>
                  </a:lnTo>
                  <a:lnTo>
                    <a:pt x="3111337" y="42058"/>
                  </a:lnTo>
                  <a:lnTo>
                    <a:pt x="3184352" y="36103"/>
                  </a:lnTo>
                  <a:lnTo>
                    <a:pt x="3263706" y="30760"/>
                  </a:lnTo>
                  <a:lnTo>
                    <a:pt x="3349276" y="25973"/>
                  </a:lnTo>
                  <a:lnTo>
                    <a:pt x="3440224" y="21707"/>
                  </a:lnTo>
                  <a:lnTo>
                    <a:pt x="3534781" y="17950"/>
                  </a:lnTo>
                  <a:lnTo>
                    <a:pt x="3630123" y="14705"/>
                  </a:lnTo>
                  <a:lnTo>
                    <a:pt x="3722438" y="11984"/>
                  </a:lnTo>
                  <a:lnTo>
                    <a:pt x="3807286" y="9798"/>
                  </a:lnTo>
                  <a:lnTo>
                    <a:pt x="3880282" y="8138"/>
                  </a:lnTo>
                  <a:lnTo>
                    <a:pt x="3937983" y="6971"/>
                  </a:lnTo>
                  <a:lnTo>
                    <a:pt x="3978717" y="6235"/>
                  </a:lnTo>
                  <a:lnTo>
                    <a:pt x="4003081" y="5839"/>
                  </a:lnTo>
                  <a:lnTo>
                    <a:pt x="4013989" y="5679"/>
                  </a:lnTo>
                  <a:lnTo>
                    <a:pt x="4016409" y="5647"/>
                  </a:lnTo>
                  <a:lnTo>
                    <a:pt x="4538543" y="5647"/>
                  </a:lnTo>
                  <a:lnTo>
                    <a:pt x="4539806" y="5667"/>
                  </a:lnTo>
                  <a:lnTo>
                    <a:pt x="4548061" y="5810"/>
                  </a:lnTo>
                  <a:lnTo>
                    <a:pt x="4568704" y="6204"/>
                  </a:lnTo>
                  <a:lnTo>
                    <a:pt x="4605181" y="6980"/>
                  </a:lnTo>
                  <a:lnTo>
                    <a:pt x="4658678" y="8250"/>
                  </a:lnTo>
                  <a:lnTo>
                    <a:pt x="4728064" y="10100"/>
                  </a:lnTo>
                  <a:lnTo>
                    <a:pt x="4810274" y="12579"/>
                  </a:lnTo>
                  <a:lnTo>
                    <a:pt x="4901083" y="15702"/>
                  </a:lnTo>
                  <a:lnTo>
                    <a:pt x="4995997" y="19462"/>
                  </a:lnTo>
                  <a:lnTo>
                    <a:pt x="5091005" y="23844"/>
                  </a:lnTo>
                  <a:lnTo>
                    <a:pt x="5183022" y="28839"/>
                  </a:lnTo>
                  <a:lnTo>
                    <a:pt x="5270021" y="34457"/>
                  </a:lnTo>
                  <a:lnTo>
                    <a:pt x="5350948" y="40733"/>
                  </a:lnTo>
                  <a:lnTo>
                    <a:pt x="5425518" y="47727"/>
                  </a:lnTo>
                  <a:lnTo>
                    <a:pt x="5494004" y="55529"/>
                  </a:lnTo>
                  <a:lnTo>
                    <a:pt x="5557030" y="64251"/>
                  </a:lnTo>
                  <a:lnTo>
                    <a:pt x="5615431" y="74027"/>
                  </a:lnTo>
                  <a:lnTo>
                    <a:pt x="5670130" y="84999"/>
                  </a:lnTo>
                  <a:lnTo>
                    <a:pt x="5722058" y="97300"/>
                  </a:lnTo>
                  <a:lnTo>
                    <a:pt x="5772070" y="111025"/>
                  </a:lnTo>
                  <a:lnTo>
                    <a:pt x="5784835" y="114825"/>
                  </a:lnTo>
                  <a:lnTo>
                    <a:pt x="5836800" y="131509"/>
                  </a:lnTo>
                  <a:lnTo>
                    <a:pt x="5888261" y="149887"/>
                  </a:lnTo>
                  <a:lnTo>
                    <a:pt x="5939744" y="169985"/>
                  </a:lnTo>
                  <a:lnTo>
                    <a:pt x="5991611" y="191771"/>
                  </a:lnTo>
                  <a:lnTo>
                    <a:pt x="6044075" y="215148"/>
                  </a:lnTo>
                  <a:lnTo>
                    <a:pt x="6097223" y="239949"/>
                  </a:lnTo>
                  <a:lnTo>
                    <a:pt x="6151029" y="265941"/>
                  </a:lnTo>
                  <a:lnTo>
                    <a:pt x="6205375" y="292831"/>
                  </a:lnTo>
                  <a:lnTo>
                    <a:pt x="6260070" y="320275"/>
                  </a:lnTo>
                  <a:lnTo>
                    <a:pt x="6314882" y="347898"/>
                  </a:lnTo>
                  <a:lnTo>
                    <a:pt x="6369561" y="375317"/>
                  </a:lnTo>
                  <a:lnTo>
                    <a:pt x="6423877" y="402158"/>
                  </a:lnTo>
                  <a:lnTo>
                    <a:pt x="6477643" y="428081"/>
                  </a:lnTo>
                  <a:lnTo>
                    <a:pt x="6530745" y="452795"/>
                  </a:lnTo>
                  <a:lnTo>
                    <a:pt x="6583166" y="476071"/>
                  </a:lnTo>
                  <a:lnTo>
                    <a:pt x="6634999" y="497749"/>
                  </a:lnTo>
                  <a:lnTo>
                    <a:pt x="6686469" y="517735"/>
                  </a:lnTo>
                  <a:lnTo>
                    <a:pt x="6737944" y="536001"/>
                  </a:lnTo>
                  <a:lnTo>
                    <a:pt x="6786527" y="551540"/>
                  </a:lnTo>
                  <a:lnTo>
                    <a:pt x="6836165" y="565640"/>
                  </a:lnTo>
                  <a:lnTo>
                    <a:pt x="6887518" y="578304"/>
                  </a:lnTo>
                  <a:lnTo>
                    <a:pt x="6941409" y="589609"/>
                  </a:lnTo>
                  <a:lnTo>
                    <a:pt x="6998758" y="599682"/>
                  </a:lnTo>
                  <a:lnTo>
                    <a:pt x="7060498" y="608665"/>
                  </a:lnTo>
                  <a:lnTo>
                    <a:pt x="7127495" y="616694"/>
                  </a:lnTo>
                  <a:lnTo>
                    <a:pt x="7200442" y="623888"/>
                  </a:lnTo>
                  <a:lnTo>
                    <a:pt x="7279719" y="630344"/>
                  </a:lnTo>
                  <a:lnTo>
                    <a:pt x="7365208" y="636128"/>
                  </a:lnTo>
                  <a:lnTo>
                    <a:pt x="7456074" y="641283"/>
                  </a:lnTo>
                  <a:lnTo>
                    <a:pt x="7550560" y="645824"/>
                  </a:lnTo>
                  <a:lnTo>
                    <a:pt x="7645852" y="649747"/>
                  </a:lnTo>
                  <a:lnTo>
                    <a:pt x="7738150" y="653037"/>
                  </a:lnTo>
                  <a:lnTo>
                    <a:pt x="7823026" y="655683"/>
                  </a:lnTo>
                  <a:lnTo>
                    <a:pt x="7896098" y="657693"/>
                  </a:lnTo>
                  <a:lnTo>
                    <a:pt x="7953919" y="659107"/>
                  </a:lnTo>
                  <a:lnTo>
                    <a:pt x="7994797" y="660001"/>
                  </a:lnTo>
                  <a:lnTo>
                    <a:pt x="8019307" y="660483"/>
                  </a:lnTo>
                  <a:lnTo>
                    <a:pt x="8030334" y="660678"/>
                  </a:lnTo>
                  <a:lnTo>
                    <a:pt x="8032819" y="660719"/>
                  </a:lnTo>
                  <a:lnTo>
                    <a:pt x="8554953" y="660719"/>
                  </a:lnTo>
                  <a:lnTo>
                    <a:pt x="8554953" y="655071"/>
                  </a:lnTo>
                  <a:lnTo>
                    <a:pt x="8032819" y="655071"/>
                  </a:lnTo>
                  <a:lnTo>
                    <a:pt x="8031556" y="655051"/>
                  </a:lnTo>
                  <a:lnTo>
                    <a:pt x="8023301" y="654909"/>
                  </a:lnTo>
                  <a:lnTo>
                    <a:pt x="8002658" y="654514"/>
                  </a:lnTo>
                  <a:lnTo>
                    <a:pt x="7966181" y="653738"/>
                  </a:lnTo>
                  <a:lnTo>
                    <a:pt x="7912684" y="652468"/>
                  </a:lnTo>
                  <a:lnTo>
                    <a:pt x="7843298" y="650618"/>
                  </a:lnTo>
                  <a:lnTo>
                    <a:pt x="7761088" y="648139"/>
                  </a:lnTo>
                  <a:lnTo>
                    <a:pt x="7670279" y="645016"/>
                  </a:lnTo>
                  <a:lnTo>
                    <a:pt x="7575365" y="641256"/>
                  </a:lnTo>
                  <a:lnTo>
                    <a:pt x="7480356" y="636874"/>
                  </a:lnTo>
                  <a:lnTo>
                    <a:pt x="7388340" y="631879"/>
                  </a:lnTo>
                  <a:lnTo>
                    <a:pt x="7301341" y="626261"/>
                  </a:lnTo>
                  <a:lnTo>
                    <a:pt x="7220414" y="619985"/>
                  </a:lnTo>
                  <a:lnTo>
                    <a:pt x="7145843" y="612991"/>
                  </a:lnTo>
                  <a:lnTo>
                    <a:pt x="7077358" y="605189"/>
                  </a:lnTo>
                  <a:lnTo>
                    <a:pt x="7014331" y="596467"/>
                  </a:lnTo>
                  <a:lnTo>
                    <a:pt x="6955931" y="586691"/>
                  </a:lnTo>
                  <a:lnTo>
                    <a:pt x="6901232" y="575719"/>
                  </a:lnTo>
                  <a:lnTo>
                    <a:pt x="6849304" y="563418"/>
                  </a:lnTo>
                  <a:lnTo>
                    <a:pt x="6799292" y="549693"/>
                  </a:lnTo>
                  <a:lnTo>
                    <a:pt x="6786527" y="545893"/>
                  </a:lnTo>
                  <a:lnTo>
                    <a:pt x="6734562" y="529209"/>
                  </a:lnTo>
                  <a:lnTo>
                    <a:pt x="6683101" y="510831"/>
                  </a:lnTo>
                  <a:lnTo>
                    <a:pt x="6631618" y="490733"/>
                  </a:lnTo>
                  <a:lnTo>
                    <a:pt x="6579751" y="468947"/>
                  </a:lnTo>
                  <a:lnTo>
                    <a:pt x="6527287" y="445570"/>
                  </a:lnTo>
                  <a:lnTo>
                    <a:pt x="6474139" y="420769"/>
                  </a:lnTo>
                  <a:lnTo>
                    <a:pt x="6420333" y="394777"/>
                  </a:lnTo>
                  <a:lnTo>
                    <a:pt x="6365987" y="367887"/>
                  </a:lnTo>
                  <a:lnTo>
                    <a:pt x="6311292" y="340443"/>
                  </a:lnTo>
                  <a:lnTo>
                    <a:pt x="6256480" y="312820"/>
                  </a:lnTo>
                  <a:lnTo>
                    <a:pt x="6201801" y="285401"/>
                  </a:lnTo>
                  <a:lnTo>
                    <a:pt x="6147485" y="258560"/>
                  </a:lnTo>
                  <a:lnTo>
                    <a:pt x="6093719" y="232637"/>
                  </a:lnTo>
                  <a:lnTo>
                    <a:pt x="6040617" y="207923"/>
                  </a:lnTo>
                  <a:lnTo>
                    <a:pt x="5988196" y="184647"/>
                  </a:lnTo>
                  <a:lnTo>
                    <a:pt x="5936363" y="162969"/>
                  </a:lnTo>
                  <a:lnTo>
                    <a:pt x="5884893" y="142983"/>
                  </a:lnTo>
                  <a:lnTo>
                    <a:pt x="5833418" y="124717"/>
                  </a:lnTo>
                  <a:lnTo>
                    <a:pt x="5784835" y="109178"/>
                  </a:lnTo>
                  <a:lnTo>
                    <a:pt x="5735197" y="95078"/>
                  </a:lnTo>
                  <a:lnTo>
                    <a:pt x="5683844" y="82414"/>
                  </a:lnTo>
                  <a:lnTo>
                    <a:pt x="5629953" y="71109"/>
                  </a:lnTo>
                  <a:lnTo>
                    <a:pt x="5572604" y="61036"/>
                  </a:lnTo>
                  <a:lnTo>
                    <a:pt x="5510864" y="52053"/>
                  </a:lnTo>
                  <a:lnTo>
                    <a:pt x="5443867" y="44024"/>
                  </a:lnTo>
                  <a:lnTo>
                    <a:pt x="5370920" y="36830"/>
                  </a:lnTo>
                  <a:lnTo>
                    <a:pt x="5291643" y="30374"/>
                  </a:lnTo>
                  <a:lnTo>
                    <a:pt x="5206154" y="24590"/>
                  </a:lnTo>
                  <a:lnTo>
                    <a:pt x="5115288" y="19435"/>
                  </a:lnTo>
                  <a:lnTo>
                    <a:pt x="5020802" y="14894"/>
                  </a:lnTo>
                  <a:lnTo>
                    <a:pt x="4925510" y="10971"/>
                  </a:lnTo>
                  <a:lnTo>
                    <a:pt x="4833212" y="7681"/>
                  </a:lnTo>
                  <a:lnTo>
                    <a:pt x="4748336" y="5035"/>
                  </a:lnTo>
                  <a:lnTo>
                    <a:pt x="4675263" y="3025"/>
                  </a:lnTo>
                  <a:lnTo>
                    <a:pt x="4617443" y="1611"/>
                  </a:lnTo>
                  <a:lnTo>
                    <a:pt x="4576565" y="717"/>
                  </a:lnTo>
                  <a:lnTo>
                    <a:pt x="4552055" y="235"/>
                  </a:lnTo>
                  <a:lnTo>
                    <a:pt x="4541028" y="40"/>
                  </a:lnTo>
                  <a:lnTo>
                    <a:pt x="4538543" y="0"/>
                  </a:lnTo>
                  <a:lnTo>
                    <a:pt x="4016409" y="0"/>
                  </a:lnTo>
                  <a:lnTo>
                    <a:pt x="4015144" y="16"/>
                  </a:lnTo>
                  <a:lnTo>
                    <a:pt x="4006874" y="135"/>
                  </a:lnTo>
                  <a:lnTo>
                    <a:pt x="3986197" y="462"/>
                  </a:lnTo>
                  <a:lnTo>
                    <a:pt x="3949663" y="1105"/>
                  </a:lnTo>
                  <a:lnTo>
                    <a:pt x="3896088" y="2158"/>
                  </a:lnTo>
                  <a:lnTo>
                    <a:pt x="3826613" y="3691"/>
                  </a:lnTo>
                  <a:lnTo>
                    <a:pt x="3744311" y="5746"/>
                  </a:lnTo>
                  <a:lnTo>
                    <a:pt x="3653419" y="8335"/>
                  </a:lnTo>
                  <a:lnTo>
                    <a:pt x="3558438" y="11451"/>
                  </a:lnTo>
                  <a:lnTo>
                    <a:pt x="3463382" y="15083"/>
                  </a:lnTo>
                  <a:lnTo>
                    <a:pt x="3371337" y="19222"/>
                  </a:lnTo>
                  <a:lnTo>
                    <a:pt x="3284325" y="23878"/>
                  </a:lnTo>
                  <a:lnTo>
                    <a:pt x="3203397" y="29079"/>
                  </a:lnTo>
                  <a:lnTo>
                    <a:pt x="3128833" y="34876"/>
                  </a:lnTo>
                  <a:lnTo>
                    <a:pt x="3060357" y="41343"/>
                  </a:lnTo>
                  <a:lnTo>
                    <a:pt x="2997340" y="48573"/>
                  </a:lnTo>
                  <a:lnTo>
                    <a:pt x="2938945" y="56678"/>
                  </a:lnTo>
                  <a:lnTo>
                    <a:pt x="2884247" y="65775"/>
                  </a:lnTo>
                  <a:lnTo>
                    <a:pt x="2832314" y="75974"/>
                  </a:lnTo>
                  <a:lnTo>
                    <a:pt x="2782289" y="87353"/>
                  </a:lnTo>
                  <a:lnTo>
                    <a:pt x="2770117" y="90354"/>
                  </a:lnTo>
                  <a:lnTo>
                    <a:pt x="2717481" y="104350"/>
                  </a:lnTo>
                  <a:lnTo>
                    <a:pt x="2665356" y="119785"/>
                  </a:lnTo>
                  <a:lnTo>
                    <a:pt x="2613195" y="136681"/>
                  </a:lnTo>
                  <a:lnTo>
                    <a:pt x="2560631" y="155008"/>
                  </a:lnTo>
                  <a:lnTo>
                    <a:pt x="2507446" y="174679"/>
                  </a:lnTo>
                  <a:lnTo>
                    <a:pt x="2453557" y="195549"/>
                  </a:lnTo>
                  <a:lnTo>
                    <a:pt x="2399000" y="217413"/>
                  </a:lnTo>
                  <a:lnTo>
                    <a:pt x="2343905" y="240014"/>
                  </a:lnTo>
                  <a:lnTo>
                    <a:pt x="2288474" y="263053"/>
                  </a:lnTo>
                  <a:lnTo>
                    <a:pt x="2232953" y="286207"/>
                  </a:lnTo>
                  <a:lnTo>
                    <a:pt x="2177601" y="309144"/>
                  </a:lnTo>
                  <a:lnTo>
                    <a:pt x="2122652" y="331548"/>
                  </a:lnTo>
                  <a:lnTo>
                    <a:pt x="2068292" y="353131"/>
                  </a:lnTo>
                  <a:lnTo>
                    <a:pt x="2014622" y="373650"/>
                  </a:lnTo>
                  <a:lnTo>
                    <a:pt x="1961643" y="392920"/>
                  </a:lnTo>
                  <a:lnTo>
                    <a:pt x="1909233" y="410812"/>
                  </a:lnTo>
                  <a:lnTo>
                    <a:pt x="1857130" y="427258"/>
                  </a:lnTo>
                  <a:lnTo>
                    <a:pt x="1804914" y="442245"/>
                  </a:lnTo>
                  <a:lnTo>
                    <a:pt x="1768425" y="451773"/>
                  </a:lnTo>
                  <a:lnTo>
                    <a:pt x="1718757" y="463449"/>
                  </a:lnTo>
                  <a:lnTo>
                    <a:pt x="1667371" y="473935"/>
                  </a:lnTo>
                  <a:lnTo>
                    <a:pt x="1613443" y="483295"/>
                  </a:lnTo>
                  <a:lnTo>
                    <a:pt x="1556051" y="491634"/>
                  </a:lnTo>
                  <a:lnTo>
                    <a:pt x="1494261" y="499070"/>
                  </a:lnTo>
                  <a:lnTo>
                    <a:pt x="1427205" y="505716"/>
                  </a:lnTo>
                  <a:lnTo>
                    <a:pt x="1354190" y="511671"/>
                  </a:lnTo>
                  <a:lnTo>
                    <a:pt x="1274836" y="517014"/>
                  </a:lnTo>
                  <a:lnTo>
                    <a:pt x="1189266" y="521802"/>
                  </a:lnTo>
                  <a:lnTo>
                    <a:pt x="1098319" y="526068"/>
                  </a:lnTo>
                  <a:lnTo>
                    <a:pt x="1003762" y="529825"/>
                  </a:lnTo>
                  <a:lnTo>
                    <a:pt x="908419" y="533070"/>
                  </a:lnTo>
                  <a:lnTo>
                    <a:pt x="816104" y="535790"/>
                  </a:lnTo>
                  <a:lnTo>
                    <a:pt x="731256" y="537977"/>
                  </a:lnTo>
                  <a:lnTo>
                    <a:pt x="658260" y="539637"/>
                  </a:lnTo>
                  <a:lnTo>
                    <a:pt x="600559" y="540803"/>
                  </a:lnTo>
                  <a:lnTo>
                    <a:pt x="559825" y="541540"/>
                  </a:lnTo>
                  <a:lnTo>
                    <a:pt x="535461" y="541936"/>
                  </a:lnTo>
                  <a:lnTo>
                    <a:pt x="524553" y="542096"/>
                  </a:lnTo>
                  <a:lnTo>
                    <a:pt x="522133" y="542128"/>
                  </a:lnTo>
                  <a:lnTo>
                    <a:pt x="0" y="542128"/>
                  </a:lnTo>
                  <a:close/>
                </a:path>
              </a:pathLst>
            </a:custGeom>
            <a:solidFill>
              <a:srgbClr val="6FA8DC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1809" name="pl1809"/>
            <p:cNvSpPr/>
            <p:nvPr/>
          </p:nvSpPr>
          <p:spPr>
            <a:xfrm>
              <a:off x="386606" y="5053857"/>
              <a:ext cx="8554953" cy="655071"/>
            </a:xfrm>
            <a:custGeom>
              <a:avLst/>
              <a:pathLst>
                <a:path w="8554953" h="655071">
                  <a:moveTo>
                    <a:pt x="0" y="542128"/>
                  </a:moveTo>
                  <a:lnTo>
                    <a:pt x="522133" y="542128"/>
                  </a:lnTo>
                  <a:lnTo>
                    <a:pt x="523398" y="542111"/>
                  </a:lnTo>
                  <a:lnTo>
                    <a:pt x="531668" y="541993"/>
                  </a:lnTo>
                  <a:lnTo>
                    <a:pt x="552345" y="541665"/>
                  </a:lnTo>
                  <a:lnTo>
                    <a:pt x="588879" y="541022"/>
                  </a:lnTo>
                  <a:lnTo>
                    <a:pt x="642454" y="539969"/>
                  </a:lnTo>
                  <a:lnTo>
                    <a:pt x="711929" y="538436"/>
                  </a:lnTo>
                  <a:lnTo>
                    <a:pt x="794231" y="536381"/>
                  </a:lnTo>
                  <a:lnTo>
                    <a:pt x="885123" y="533792"/>
                  </a:lnTo>
                  <a:lnTo>
                    <a:pt x="980104" y="530676"/>
                  </a:lnTo>
                  <a:lnTo>
                    <a:pt x="1075160" y="527045"/>
                  </a:lnTo>
                  <a:lnTo>
                    <a:pt x="1167205" y="522905"/>
                  </a:lnTo>
                  <a:lnTo>
                    <a:pt x="1254217" y="518249"/>
                  </a:lnTo>
                  <a:lnTo>
                    <a:pt x="1335145" y="513048"/>
                  </a:lnTo>
                  <a:lnTo>
                    <a:pt x="1409709" y="507251"/>
                  </a:lnTo>
                  <a:lnTo>
                    <a:pt x="1478185" y="500785"/>
                  </a:lnTo>
                  <a:lnTo>
                    <a:pt x="1541203" y="493554"/>
                  </a:lnTo>
                  <a:lnTo>
                    <a:pt x="1599597" y="485449"/>
                  </a:lnTo>
                  <a:lnTo>
                    <a:pt x="1654295" y="476353"/>
                  </a:lnTo>
                  <a:lnTo>
                    <a:pt x="1706228" y="466154"/>
                  </a:lnTo>
                  <a:lnTo>
                    <a:pt x="1756253" y="454774"/>
                  </a:lnTo>
                  <a:lnTo>
                    <a:pt x="1768425" y="451773"/>
                  </a:lnTo>
                  <a:lnTo>
                    <a:pt x="1821061" y="437778"/>
                  </a:lnTo>
                  <a:lnTo>
                    <a:pt x="1873187" y="422342"/>
                  </a:lnTo>
                  <a:lnTo>
                    <a:pt x="1925347" y="405447"/>
                  </a:lnTo>
                  <a:lnTo>
                    <a:pt x="1977911" y="387120"/>
                  </a:lnTo>
                  <a:lnTo>
                    <a:pt x="2031096" y="367448"/>
                  </a:lnTo>
                  <a:lnTo>
                    <a:pt x="2084985" y="346578"/>
                  </a:lnTo>
                  <a:lnTo>
                    <a:pt x="2139542" y="324714"/>
                  </a:lnTo>
                  <a:lnTo>
                    <a:pt x="2194638" y="302113"/>
                  </a:lnTo>
                  <a:lnTo>
                    <a:pt x="2250069" y="279074"/>
                  </a:lnTo>
                  <a:lnTo>
                    <a:pt x="2305589" y="255921"/>
                  </a:lnTo>
                  <a:lnTo>
                    <a:pt x="2360941" y="232983"/>
                  </a:lnTo>
                  <a:lnTo>
                    <a:pt x="2415890" y="210579"/>
                  </a:lnTo>
                  <a:lnTo>
                    <a:pt x="2470251" y="188997"/>
                  </a:lnTo>
                  <a:lnTo>
                    <a:pt x="2523921" y="168477"/>
                  </a:lnTo>
                  <a:lnTo>
                    <a:pt x="2576899" y="149208"/>
                  </a:lnTo>
                  <a:lnTo>
                    <a:pt x="2629309" y="131315"/>
                  </a:lnTo>
                  <a:lnTo>
                    <a:pt x="2681412" y="114869"/>
                  </a:lnTo>
                  <a:lnTo>
                    <a:pt x="2733628" y="99882"/>
                  </a:lnTo>
                  <a:lnTo>
                    <a:pt x="2770117" y="90354"/>
                  </a:lnTo>
                  <a:lnTo>
                    <a:pt x="2819785" y="78679"/>
                  </a:lnTo>
                  <a:lnTo>
                    <a:pt x="2871171" y="68193"/>
                  </a:lnTo>
                  <a:lnTo>
                    <a:pt x="2925099" y="58833"/>
                  </a:lnTo>
                  <a:lnTo>
                    <a:pt x="2982491" y="50494"/>
                  </a:lnTo>
                  <a:lnTo>
                    <a:pt x="3044281" y="43057"/>
                  </a:lnTo>
                  <a:lnTo>
                    <a:pt x="3111337" y="36411"/>
                  </a:lnTo>
                  <a:lnTo>
                    <a:pt x="3184352" y="30456"/>
                  </a:lnTo>
                  <a:lnTo>
                    <a:pt x="3263706" y="25113"/>
                  </a:lnTo>
                  <a:lnTo>
                    <a:pt x="3349276" y="20326"/>
                  </a:lnTo>
                  <a:lnTo>
                    <a:pt x="3440224" y="16060"/>
                  </a:lnTo>
                  <a:lnTo>
                    <a:pt x="3534781" y="12303"/>
                  </a:lnTo>
                  <a:lnTo>
                    <a:pt x="3630123" y="9058"/>
                  </a:lnTo>
                  <a:lnTo>
                    <a:pt x="3722438" y="6337"/>
                  </a:lnTo>
                  <a:lnTo>
                    <a:pt x="3807286" y="4151"/>
                  </a:lnTo>
                  <a:lnTo>
                    <a:pt x="3880282" y="2491"/>
                  </a:lnTo>
                  <a:lnTo>
                    <a:pt x="3937983" y="1324"/>
                  </a:lnTo>
                  <a:lnTo>
                    <a:pt x="3978717" y="588"/>
                  </a:lnTo>
                  <a:lnTo>
                    <a:pt x="4003081" y="192"/>
                  </a:lnTo>
                  <a:lnTo>
                    <a:pt x="4013989" y="32"/>
                  </a:lnTo>
                  <a:lnTo>
                    <a:pt x="4016389" y="0"/>
                  </a:lnTo>
                  <a:lnTo>
                    <a:pt x="4016409" y="0"/>
                  </a:lnTo>
                  <a:lnTo>
                    <a:pt x="4538543" y="0"/>
                  </a:lnTo>
                  <a:lnTo>
                    <a:pt x="4539806" y="19"/>
                  </a:lnTo>
                  <a:lnTo>
                    <a:pt x="4548061" y="162"/>
                  </a:lnTo>
                  <a:lnTo>
                    <a:pt x="4568704" y="557"/>
                  </a:lnTo>
                  <a:lnTo>
                    <a:pt x="4605181" y="1333"/>
                  </a:lnTo>
                  <a:lnTo>
                    <a:pt x="4658678" y="2603"/>
                  </a:lnTo>
                  <a:lnTo>
                    <a:pt x="4728064" y="4453"/>
                  </a:lnTo>
                  <a:lnTo>
                    <a:pt x="4810274" y="6932"/>
                  </a:lnTo>
                  <a:lnTo>
                    <a:pt x="4901083" y="10055"/>
                  </a:lnTo>
                  <a:lnTo>
                    <a:pt x="4995997" y="13815"/>
                  </a:lnTo>
                  <a:lnTo>
                    <a:pt x="5091005" y="18197"/>
                  </a:lnTo>
                  <a:lnTo>
                    <a:pt x="5183022" y="23192"/>
                  </a:lnTo>
                  <a:lnTo>
                    <a:pt x="5270021" y="28810"/>
                  </a:lnTo>
                  <a:lnTo>
                    <a:pt x="5350948" y="35086"/>
                  </a:lnTo>
                  <a:lnTo>
                    <a:pt x="5425518" y="42080"/>
                  </a:lnTo>
                  <a:lnTo>
                    <a:pt x="5494004" y="49882"/>
                  </a:lnTo>
                  <a:lnTo>
                    <a:pt x="5557030" y="58604"/>
                  </a:lnTo>
                  <a:lnTo>
                    <a:pt x="5615431" y="68380"/>
                  </a:lnTo>
                  <a:lnTo>
                    <a:pt x="5670130" y="79352"/>
                  </a:lnTo>
                  <a:lnTo>
                    <a:pt x="5722058" y="91653"/>
                  </a:lnTo>
                  <a:lnTo>
                    <a:pt x="5772070" y="105378"/>
                  </a:lnTo>
                  <a:lnTo>
                    <a:pt x="5784835" y="109178"/>
                  </a:lnTo>
                  <a:lnTo>
                    <a:pt x="5836800" y="125861"/>
                  </a:lnTo>
                  <a:lnTo>
                    <a:pt x="5888261" y="144240"/>
                  </a:lnTo>
                  <a:lnTo>
                    <a:pt x="5939744" y="164338"/>
                  </a:lnTo>
                  <a:lnTo>
                    <a:pt x="5991611" y="186124"/>
                  </a:lnTo>
                  <a:lnTo>
                    <a:pt x="6044075" y="209501"/>
                  </a:lnTo>
                  <a:lnTo>
                    <a:pt x="6097223" y="234302"/>
                  </a:lnTo>
                  <a:lnTo>
                    <a:pt x="6151029" y="260294"/>
                  </a:lnTo>
                  <a:lnTo>
                    <a:pt x="6205375" y="287184"/>
                  </a:lnTo>
                  <a:lnTo>
                    <a:pt x="6260070" y="314628"/>
                  </a:lnTo>
                  <a:lnTo>
                    <a:pt x="6314882" y="342251"/>
                  </a:lnTo>
                  <a:lnTo>
                    <a:pt x="6369561" y="369670"/>
                  </a:lnTo>
                  <a:lnTo>
                    <a:pt x="6423877" y="396511"/>
                  </a:lnTo>
                  <a:lnTo>
                    <a:pt x="6477643" y="422433"/>
                  </a:lnTo>
                  <a:lnTo>
                    <a:pt x="6530745" y="447148"/>
                  </a:lnTo>
                  <a:lnTo>
                    <a:pt x="6583166" y="470424"/>
                  </a:lnTo>
                  <a:lnTo>
                    <a:pt x="6634999" y="492102"/>
                  </a:lnTo>
                  <a:lnTo>
                    <a:pt x="6686469" y="512088"/>
                  </a:lnTo>
                  <a:lnTo>
                    <a:pt x="6737944" y="530354"/>
                  </a:lnTo>
                  <a:lnTo>
                    <a:pt x="6786527" y="545893"/>
                  </a:lnTo>
                  <a:lnTo>
                    <a:pt x="6836165" y="559993"/>
                  </a:lnTo>
                  <a:lnTo>
                    <a:pt x="6887518" y="572657"/>
                  </a:lnTo>
                  <a:lnTo>
                    <a:pt x="6941409" y="583962"/>
                  </a:lnTo>
                  <a:lnTo>
                    <a:pt x="6998758" y="594035"/>
                  </a:lnTo>
                  <a:lnTo>
                    <a:pt x="7060498" y="603018"/>
                  </a:lnTo>
                  <a:lnTo>
                    <a:pt x="7127495" y="611047"/>
                  </a:lnTo>
                  <a:lnTo>
                    <a:pt x="7200442" y="618241"/>
                  </a:lnTo>
                  <a:lnTo>
                    <a:pt x="7279719" y="624696"/>
                  </a:lnTo>
                  <a:lnTo>
                    <a:pt x="7365208" y="630481"/>
                  </a:lnTo>
                  <a:lnTo>
                    <a:pt x="7456074" y="635636"/>
                  </a:lnTo>
                  <a:lnTo>
                    <a:pt x="7550560" y="640177"/>
                  </a:lnTo>
                  <a:lnTo>
                    <a:pt x="7645852" y="644100"/>
                  </a:lnTo>
                  <a:lnTo>
                    <a:pt x="7738150" y="647390"/>
                  </a:lnTo>
                  <a:lnTo>
                    <a:pt x="7823026" y="650036"/>
                  </a:lnTo>
                  <a:lnTo>
                    <a:pt x="7896098" y="652046"/>
                  </a:lnTo>
                  <a:lnTo>
                    <a:pt x="7953919" y="653460"/>
                  </a:lnTo>
                  <a:lnTo>
                    <a:pt x="7994797" y="654354"/>
                  </a:lnTo>
                  <a:lnTo>
                    <a:pt x="8019307" y="654835"/>
                  </a:lnTo>
                  <a:lnTo>
                    <a:pt x="8030334" y="655031"/>
                  </a:lnTo>
                  <a:lnTo>
                    <a:pt x="8032796" y="655071"/>
                  </a:lnTo>
                  <a:lnTo>
                    <a:pt x="8032819" y="655071"/>
                  </a:lnTo>
                  <a:lnTo>
                    <a:pt x="8554953" y="655071"/>
                  </a:lnTo>
                  <a:lnTo>
                    <a:pt x="8554953" y="655071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810" name="pl1810"/>
            <p:cNvSpPr/>
            <p:nvPr/>
          </p:nvSpPr>
          <p:spPr>
            <a:xfrm>
              <a:off x="386606" y="5048210"/>
              <a:ext cx="8554953" cy="655071"/>
            </a:xfrm>
            <a:custGeom>
              <a:avLst/>
              <a:pathLst>
                <a:path w="8554953" h="655071">
                  <a:moveTo>
                    <a:pt x="8554953" y="655071"/>
                  </a:moveTo>
                  <a:lnTo>
                    <a:pt x="8032819" y="655071"/>
                  </a:lnTo>
                  <a:lnTo>
                    <a:pt x="8031556" y="655051"/>
                  </a:lnTo>
                  <a:lnTo>
                    <a:pt x="8023301" y="654909"/>
                  </a:lnTo>
                  <a:lnTo>
                    <a:pt x="8002658" y="654514"/>
                  </a:lnTo>
                  <a:lnTo>
                    <a:pt x="7966181" y="653738"/>
                  </a:lnTo>
                  <a:lnTo>
                    <a:pt x="7912684" y="652468"/>
                  </a:lnTo>
                  <a:lnTo>
                    <a:pt x="7843298" y="650618"/>
                  </a:lnTo>
                  <a:lnTo>
                    <a:pt x="7761088" y="648139"/>
                  </a:lnTo>
                  <a:lnTo>
                    <a:pt x="7670279" y="645016"/>
                  </a:lnTo>
                  <a:lnTo>
                    <a:pt x="7575365" y="641256"/>
                  </a:lnTo>
                  <a:lnTo>
                    <a:pt x="7480356" y="636874"/>
                  </a:lnTo>
                  <a:lnTo>
                    <a:pt x="7388340" y="631879"/>
                  </a:lnTo>
                  <a:lnTo>
                    <a:pt x="7301341" y="626261"/>
                  </a:lnTo>
                  <a:lnTo>
                    <a:pt x="7220414" y="619985"/>
                  </a:lnTo>
                  <a:lnTo>
                    <a:pt x="7145843" y="612991"/>
                  </a:lnTo>
                  <a:lnTo>
                    <a:pt x="7077358" y="605189"/>
                  </a:lnTo>
                  <a:lnTo>
                    <a:pt x="7014331" y="596467"/>
                  </a:lnTo>
                  <a:lnTo>
                    <a:pt x="6955931" y="586691"/>
                  </a:lnTo>
                  <a:lnTo>
                    <a:pt x="6901232" y="575719"/>
                  </a:lnTo>
                  <a:lnTo>
                    <a:pt x="6849304" y="563418"/>
                  </a:lnTo>
                  <a:lnTo>
                    <a:pt x="6799292" y="549693"/>
                  </a:lnTo>
                  <a:lnTo>
                    <a:pt x="6786527" y="545893"/>
                  </a:lnTo>
                  <a:lnTo>
                    <a:pt x="6734562" y="529209"/>
                  </a:lnTo>
                  <a:lnTo>
                    <a:pt x="6683101" y="510831"/>
                  </a:lnTo>
                  <a:lnTo>
                    <a:pt x="6631618" y="490733"/>
                  </a:lnTo>
                  <a:lnTo>
                    <a:pt x="6579751" y="468947"/>
                  </a:lnTo>
                  <a:lnTo>
                    <a:pt x="6527287" y="445570"/>
                  </a:lnTo>
                  <a:lnTo>
                    <a:pt x="6474139" y="420769"/>
                  </a:lnTo>
                  <a:lnTo>
                    <a:pt x="6420333" y="394777"/>
                  </a:lnTo>
                  <a:lnTo>
                    <a:pt x="6365987" y="367887"/>
                  </a:lnTo>
                  <a:lnTo>
                    <a:pt x="6311292" y="340443"/>
                  </a:lnTo>
                  <a:lnTo>
                    <a:pt x="6256480" y="312820"/>
                  </a:lnTo>
                  <a:lnTo>
                    <a:pt x="6201801" y="285401"/>
                  </a:lnTo>
                  <a:lnTo>
                    <a:pt x="6147485" y="258560"/>
                  </a:lnTo>
                  <a:lnTo>
                    <a:pt x="6093719" y="232637"/>
                  </a:lnTo>
                  <a:lnTo>
                    <a:pt x="6040617" y="207923"/>
                  </a:lnTo>
                  <a:lnTo>
                    <a:pt x="5988196" y="184647"/>
                  </a:lnTo>
                  <a:lnTo>
                    <a:pt x="5936363" y="162969"/>
                  </a:lnTo>
                  <a:lnTo>
                    <a:pt x="5884893" y="142983"/>
                  </a:lnTo>
                  <a:lnTo>
                    <a:pt x="5833418" y="124717"/>
                  </a:lnTo>
                  <a:lnTo>
                    <a:pt x="5784835" y="109178"/>
                  </a:lnTo>
                  <a:lnTo>
                    <a:pt x="5735197" y="95078"/>
                  </a:lnTo>
                  <a:lnTo>
                    <a:pt x="5683844" y="82414"/>
                  </a:lnTo>
                  <a:lnTo>
                    <a:pt x="5629953" y="71109"/>
                  </a:lnTo>
                  <a:lnTo>
                    <a:pt x="5572604" y="61036"/>
                  </a:lnTo>
                  <a:lnTo>
                    <a:pt x="5510864" y="52053"/>
                  </a:lnTo>
                  <a:lnTo>
                    <a:pt x="5443867" y="44024"/>
                  </a:lnTo>
                  <a:lnTo>
                    <a:pt x="5370920" y="36830"/>
                  </a:lnTo>
                  <a:lnTo>
                    <a:pt x="5291643" y="30374"/>
                  </a:lnTo>
                  <a:lnTo>
                    <a:pt x="5206154" y="24590"/>
                  </a:lnTo>
                  <a:lnTo>
                    <a:pt x="5115288" y="19435"/>
                  </a:lnTo>
                  <a:lnTo>
                    <a:pt x="5020802" y="14894"/>
                  </a:lnTo>
                  <a:lnTo>
                    <a:pt x="4925510" y="10971"/>
                  </a:lnTo>
                  <a:lnTo>
                    <a:pt x="4833212" y="7681"/>
                  </a:lnTo>
                  <a:lnTo>
                    <a:pt x="4748336" y="5035"/>
                  </a:lnTo>
                  <a:lnTo>
                    <a:pt x="4675263" y="3025"/>
                  </a:lnTo>
                  <a:lnTo>
                    <a:pt x="4617443" y="1611"/>
                  </a:lnTo>
                  <a:lnTo>
                    <a:pt x="4576565" y="717"/>
                  </a:lnTo>
                  <a:lnTo>
                    <a:pt x="4552055" y="235"/>
                  </a:lnTo>
                  <a:lnTo>
                    <a:pt x="4541028" y="40"/>
                  </a:lnTo>
                  <a:lnTo>
                    <a:pt x="4538566" y="0"/>
                  </a:lnTo>
                  <a:lnTo>
                    <a:pt x="4538543" y="0"/>
                  </a:lnTo>
                  <a:lnTo>
                    <a:pt x="4016409" y="0"/>
                  </a:lnTo>
                  <a:lnTo>
                    <a:pt x="4015144" y="16"/>
                  </a:lnTo>
                  <a:lnTo>
                    <a:pt x="4006874" y="135"/>
                  </a:lnTo>
                  <a:lnTo>
                    <a:pt x="3986197" y="462"/>
                  </a:lnTo>
                  <a:lnTo>
                    <a:pt x="3949663" y="1105"/>
                  </a:lnTo>
                  <a:lnTo>
                    <a:pt x="3896088" y="2158"/>
                  </a:lnTo>
                  <a:lnTo>
                    <a:pt x="3826613" y="3691"/>
                  </a:lnTo>
                  <a:lnTo>
                    <a:pt x="3744311" y="5746"/>
                  </a:lnTo>
                  <a:lnTo>
                    <a:pt x="3653419" y="8335"/>
                  </a:lnTo>
                  <a:lnTo>
                    <a:pt x="3558438" y="11451"/>
                  </a:lnTo>
                  <a:lnTo>
                    <a:pt x="3463382" y="15083"/>
                  </a:lnTo>
                  <a:lnTo>
                    <a:pt x="3371337" y="19222"/>
                  </a:lnTo>
                  <a:lnTo>
                    <a:pt x="3284325" y="23878"/>
                  </a:lnTo>
                  <a:lnTo>
                    <a:pt x="3203397" y="29079"/>
                  </a:lnTo>
                  <a:lnTo>
                    <a:pt x="3128833" y="34876"/>
                  </a:lnTo>
                  <a:lnTo>
                    <a:pt x="3060357" y="41343"/>
                  </a:lnTo>
                  <a:lnTo>
                    <a:pt x="2997340" y="48573"/>
                  </a:lnTo>
                  <a:lnTo>
                    <a:pt x="2938945" y="56678"/>
                  </a:lnTo>
                  <a:lnTo>
                    <a:pt x="2884247" y="65775"/>
                  </a:lnTo>
                  <a:lnTo>
                    <a:pt x="2832314" y="75974"/>
                  </a:lnTo>
                  <a:lnTo>
                    <a:pt x="2782289" y="87353"/>
                  </a:lnTo>
                  <a:lnTo>
                    <a:pt x="2770117" y="90354"/>
                  </a:lnTo>
                  <a:lnTo>
                    <a:pt x="2717481" y="104350"/>
                  </a:lnTo>
                  <a:lnTo>
                    <a:pt x="2665356" y="119785"/>
                  </a:lnTo>
                  <a:lnTo>
                    <a:pt x="2613195" y="136681"/>
                  </a:lnTo>
                  <a:lnTo>
                    <a:pt x="2560631" y="155008"/>
                  </a:lnTo>
                  <a:lnTo>
                    <a:pt x="2507446" y="174679"/>
                  </a:lnTo>
                  <a:lnTo>
                    <a:pt x="2453557" y="195549"/>
                  </a:lnTo>
                  <a:lnTo>
                    <a:pt x="2399000" y="217413"/>
                  </a:lnTo>
                  <a:lnTo>
                    <a:pt x="2343905" y="240014"/>
                  </a:lnTo>
                  <a:lnTo>
                    <a:pt x="2288474" y="263053"/>
                  </a:lnTo>
                  <a:lnTo>
                    <a:pt x="2232953" y="286207"/>
                  </a:lnTo>
                  <a:lnTo>
                    <a:pt x="2177601" y="309144"/>
                  </a:lnTo>
                  <a:lnTo>
                    <a:pt x="2122652" y="331548"/>
                  </a:lnTo>
                  <a:lnTo>
                    <a:pt x="2068292" y="353131"/>
                  </a:lnTo>
                  <a:lnTo>
                    <a:pt x="2014622" y="373650"/>
                  </a:lnTo>
                  <a:lnTo>
                    <a:pt x="1961643" y="392920"/>
                  </a:lnTo>
                  <a:lnTo>
                    <a:pt x="1909233" y="410812"/>
                  </a:lnTo>
                  <a:lnTo>
                    <a:pt x="1857130" y="427258"/>
                  </a:lnTo>
                  <a:lnTo>
                    <a:pt x="1804914" y="442245"/>
                  </a:lnTo>
                  <a:lnTo>
                    <a:pt x="1768425" y="451773"/>
                  </a:lnTo>
                  <a:lnTo>
                    <a:pt x="1718757" y="463449"/>
                  </a:lnTo>
                  <a:lnTo>
                    <a:pt x="1667371" y="473935"/>
                  </a:lnTo>
                  <a:lnTo>
                    <a:pt x="1613443" y="483295"/>
                  </a:lnTo>
                  <a:lnTo>
                    <a:pt x="1556051" y="491634"/>
                  </a:lnTo>
                  <a:lnTo>
                    <a:pt x="1494261" y="499070"/>
                  </a:lnTo>
                  <a:lnTo>
                    <a:pt x="1427205" y="505716"/>
                  </a:lnTo>
                  <a:lnTo>
                    <a:pt x="1354190" y="511671"/>
                  </a:lnTo>
                  <a:lnTo>
                    <a:pt x="1274836" y="517014"/>
                  </a:lnTo>
                  <a:lnTo>
                    <a:pt x="1189266" y="521802"/>
                  </a:lnTo>
                  <a:lnTo>
                    <a:pt x="1098319" y="526068"/>
                  </a:lnTo>
                  <a:lnTo>
                    <a:pt x="1003762" y="529825"/>
                  </a:lnTo>
                  <a:lnTo>
                    <a:pt x="908419" y="533070"/>
                  </a:lnTo>
                  <a:lnTo>
                    <a:pt x="816104" y="535790"/>
                  </a:lnTo>
                  <a:lnTo>
                    <a:pt x="731256" y="537977"/>
                  </a:lnTo>
                  <a:lnTo>
                    <a:pt x="658260" y="539637"/>
                  </a:lnTo>
                  <a:lnTo>
                    <a:pt x="600559" y="540803"/>
                  </a:lnTo>
                  <a:lnTo>
                    <a:pt x="559825" y="541540"/>
                  </a:lnTo>
                  <a:lnTo>
                    <a:pt x="535461" y="541936"/>
                  </a:lnTo>
                  <a:lnTo>
                    <a:pt x="524553" y="542096"/>
                  </a:lnTo>
                  <a:lnTo>
                    <a:pt x="522153" y="542128"/>
                  </a:lnTo>
                  <a:lnTo>
                    <a:pt x="522133" y="542128"/>
                  </a:lnTo>
                  <a:lnTo>
                    <a:pt x="0" y="542128"/>
                  </a:lnTo>
                  <a:lnTo>
                    <a:pt x="0" y="542128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811" name="pg1811"/>
            <p:cNvSpPr/>
            <p:nvPr/>
          </p:nvSpPr>
          <p:spPr>
            <a:xfrm>
              <a:off x="386606" y="1332371"/>
              <a:ext cx="8554953" cy="4269261"/>
            </a:xfrm>
            <a:custGeom>
              <a:avLst/>
              <a:pathLst>
                <a:path w="8554953" h="4269261">
                  <a:moveTo>
                    <a:pt x="0" y="4269261"/>
                  </a:moveTo>
                  <a:lnTo>
                    <a:pt x="522133" y="4269261"/>
                  </a:lnTo>
                  <a:lnTo>
                    <a:pt x="523402" y="4269254"/>
                  </a:lnTo>
                  <a:lnTo>
                    <a:pt x="531697" y="4269202"/>
                  </a:lnTo>
                  <a:lnTo>
                    <a:pt x="552435" y="4269058"/>
                  </a:lnTo>
                  <a:lnTo>
                    <a:pt x="589071" y="4268776"/>
                  </a:lnTo>
                  <a:lnTo>
                    <a:pt x="642782" y="4268314"/>
                  </a:lnTo>
                  <a:lnTo>
                    <a:pt x="712416" y="4267641"/>
                  </a:lnTo>
                  <a:lnTo>
                    <a:pt x="794879" y="4266739"/>
                  </a:lnTo>
                  <a:lnTo>
                    <a:pt x="885917" y="4265603"/>
                  </a:lnTo>
                  <a:lnTo>
                    <a:pt x="981016" y="4264237"/>
                  </a:lnTo>
                  <a:lnTo>
                    <a:pt x="1076156" y="4262644"/>
                  </a:lnTo>
                  <a:lnTo>
                    <a:pt x="1168252" y="4260828"/>
                  </a:lnTo>
                  <a:lnTo>
                    <a:pt x="1255286" y="4258787"/>
                  </a:lnTo>
                  <a:lnTo>
                    <a:pt x="1336215" y="4256505"/>
                  </a:lnTo>
                  <a:lnTo>
                    <a:pt x="1410769" y="4253963"/>
                  </a:lnTo>
                  <a:lnTo>
                    <a:pt x="1479228" y="4251126"/>
                  </a:lnTo>
                  <a:lnTo>
                    <a:pt x="1542229" y="4247953"/>
                  </a:lnTo>
                  <a:lnTo>
                    <a:pt x="1600612" y="4244396"/>
                  </a:lnTo>
                  <a:lnTo>
                    <a:pt x="1655309" y="4240404"/>
                  </a:lnTo>
                  <a:lnTo>
                    <a:pt x="1707252" y="4235927"/>
                  </a:lnTo>
                  <a:lnTo>
                    <a:pt x="1757298" y="4230932"/>
                  </a:lnTo>
                  <a:lnTo>
                    <a:pt x="1768425" y="4229731"/>
                  </a:lnTo>
                  <a:lnTo>
                    <a:pt x="1822354" y="4223448"/>
                  </a:lnTo>
                  <a:lnTo>
                    <a:pt x="1875763" y="4216504"/>
                  </a:lnTo>
                  <a:lnTo>
                    <a:pt x="1929232" y="4208889"/>
                  </a:lnTo>
                  <a:lnTo>
                    <a:pt x="1983145" y="4200618"/>
                  </a:lnTo>
                  <a:lnTo>
                    <a:pt x="2037725" y="4191736"/>
                  </a:lnTo>
                  <a:lnTo>
                    <a:pt x="2093044" y="4182313"/>
                  </a:lnTo>
                  <a:lnTo>
                    <a:pt x="2149051" y="4172449"/>
                  </a:lnTo>
                  <a:lnTo>
                    <a:pt x="2205590" y="4162270"/>
                  </a:lnTo>
                  <a:lnTo>
                    <a:pt x="2262434" y="4151918"/>
                  </a:lnTo>
                  <a:lnTo>
                    <a:pt x="2319310" y="4141548"/>
                  </a:lnTo>
                  <a:lnTo>
                    <a:pt x="2375946" y="4131314"/>
                  </a:lnTo>
                  <a:lnTo>
                    <a:pt x="2432098" y="4121362"/>
                  </a:lnTo>
                  <a:lnTo>
                    <a:pt x="2487592" y="4111823"/>
                  </a:lnTo>
                  <a:lnTo>
                    <a:pt x="2542347" y="4102803"/>
                  </a:lnTo>
                  <a:lnTo>
                    <a:pt x="2596407" y="4094380"/>
                  </a:lnTo>
                  <a:lnTo>
                    <a:pt x="2649953" y="4086605"/>
                  </a:lnTo>
                  <a:lnTo>
                    <a:pt x="2703332" y="4079500"/>
                  </a:lnTo>
                  <a:lnTo>
                    <a:pt x="2757072" y="4073060"/>
                  </a:lnTo>
                  <a:lnTo>
                    <a:pt x="2770117" y="4071610"/>
                  </a:lnTo>
                  <a:lnTo>
                    <a:pt x="2819838" y="4066497"/>
                  </a:lnTo>
                  <a:lnTo>
                    <a:pt x="2871282" y="4061905"/>
                  </a:lnTo>
                  <a:lnTo>
                    <a:pt x="2925276" y="4057807"/>
                  </a:lnTo>
                  <a:lnTo>
                    <a:pt x="2982743" y="4054156"/>
                  </a:lnTo>
                  <a:lnTo>
                    <a:pt x="3044622" y="4050901"/>
                  </a:lnTo>
                  <a:lnTo>
                    <a:pt x="3111782" y="4047992"/>
                  </a:lnTo>
                  <a:lnTo>
                    <a:pt x="3184917" y="4045386"/>
                  </a:lnTo>
                  <a:lnTo>
                    <a:pt x="3264406" y="4043048"/>
                  </a:lnTo>
                  <a:lnTo>
                    <a:pt x="3350120" y="4040954"/>
                  </a:lnTo>
                  <a:lnTo>
                    <a:pt x="3441211" y="4039087"/>
                  </a:lnTo>
                  <a:lnTo>
                    <a:pt x="3535894" y="4037444"/>
                  </a:lnTo>
                  <a:lnTo>
                    <a:pt x="3631325" y="4036026"/>
                  </a:lnTo>
                  <a:lnTo>
                    <a:pt x="3723668" y="4034838"/>
                  </a:lnTo>
                  <a:lnTo>
                    <a:pt x="3808465" y="4033883"/>
                  </a:lnTo>
                  <a:lnTo>
                    <a:pt x="3881326" y="4033160"/>
                  </a:lnTo>
                  <a:lnTo>
                    <a:pt x="3938817" y="4032652"/>
                  </a:lnTo>
                  <a:lnTo>
                    <a:pt x="3979296" y="4032333"/>
                  </a:lnTo>
                  <a:lnTo>
                    <a:pt x="4003402" y="4032162"/>
                  </a:lnTo>
                  <a:lnTo>
                    <a:pt x="4014102" y="4032093"/>
                  </a:lnTo>
                  <a:lnTo>
                    <a:pt x="4016409" y="4032080"/>
                  </a:lnTo>
                  <a:lnTo>
                    <a:pt x="4538543" y="4032080"/>
                  </a:lnTo>
                  <a:lnTo>
                    <a:pt x="4539464" y="4031991"/>
                  </a:lnTo>
                  <a:lnTo>
                    <a:pt x="4545531" y="4031356"/>
                  </a:lnTo>
                  <a:lnTo>
                    <a:pt x="4560855" y="4029603"/>
                  </a:lnTo>
                  <a:lnTo>
                    <a:pt x="4588324" y="4026151"/>
                  </a:lnTo>
                  <a:lnTo>
                    <a:pt x="4629404" y="4020459"/>
                  </a:lnTo>
                  <a:lnTo>
                    <a:pt x="4684025" y="4012081"/>
                  </a:lnTo>
                  <a:lnTo>
                    <a:pt x="4750683" y="4000707"/>
                  </a:lnTo>
                  <a:lnTo>
                    <a:pt x="4826784" y="3986172"/>
                  </a:lnTo>
                  <a:lnTo>
                    <a:pt x="4909142" y="3968439"/>
                  </a:lnTo>
                  <a:lnTo>
                    <a:pt x="4994506" y="3947552"/>
                  </a:lnTo>
                  <a:lnTo>
                    <a:pt x="5079979" y="3923580"/>
                  </a:lnTo>
                  <a:lnTo>
                    <a:pt x="5163270" y="3896565"/>
                  </a:lnTo>
                  <a:lnTo>
                    <a:pt x="5242785" y="3866481"/>
                  </a:lnTo>
                  <a:lnTo>
                    <a:pt x="5317583" y="3833206"/>
                  </a:lnTo>
                  <a:lnTo>
                    <a:pt x="5387274" y="3796512"/>
                  </a:lnTo>
                  <a:lnTo>
                    <a:pt x="5451888" y="3756062"/>
                  </a:lnTo>
                  <a:lnTo>
                    <a:pt x="5511749" y="3711409"/>
                  </a:lnTo>
                  <a:lnTo>
                    <a:pt x="5567374" y="3662017"/>
                  </a:lnTo>
                  <a:lnTo>
                    <a:pt x="5619389" y="3607280"/>
                  </a:lnTo>
                  <a:lnTo>
                    <a:pt x="5668470" y="3546560"/>
                  </a:lnTo>
                  <a:lnTo>
                    <a:pt x="5715291" y="3479259"/>
                  </a:lnTo>
                  <a:lnTo>
                    <a:pt x="5760482" y="3404932"/>
                  </a:lnTo>
                  <a:lnTo>
                    <a:pt x="5784835" y="3361008"/>
                  </a:lnTo>
                  <a:lnTo>
                    <a:pt x="5817022" y="3298890"/>
                  </a:lnTo>
                  <a:lnTo>
                    <a:pt x="5848924" y="3232847"/>
                  </a:lnTo>
                  <a:lnTo>
                    <a:pt x="5880691" y="3162800"/>
                  </a:lnTo>
                  <a:lnTo>
                    <a:pt x="5912445" y="3088713"/>
                  </a:lnTo>
                  <a:lnTo>
                    <a:pt x="5944283" y="3010605"/>
                  </a:lnTo>
                  <a:lnTo>
                    <a:pt x="5976279" y="2928546"/>
                  </a:lnTo>
                  <a:lnTo>
                    <a:pt x="6008487" y="2842667"/>
                  </a:lnTo>
                  <a:lnTo>
                    <a:pt x="6040940" y="2753159"/>
                  </a:lnTo>
                  <a:lnTo>
                    <a:pt x="6073656" y="2660276"/>
                  </a:lnTo>
                  <a:lnTo>
                    <a:pt x="6106635" y="2564331"/>
                  </a:lnTo>
                  <a:lnTo>
                    <a:pt x="6139860" y="2465697"/>
                  </a:lnTo>
                  <a:lnTo>
                    <a:pt x="6173305" y="2364801"/>
                  </a:lnTo>
                  <a:lnTo>
                    <a:pt x="6206930" y="2262115"/>
                  </a:lnTo>
                  <a:lnTo>
                    <a:pt x="6240686" y="2158151"/>
                  </a:lnTo>
                  <a:lnTo>
                    <a:pt x="6274520" y="2053447"/>
                  </a:lnTo>
                  <a:lnTo>
                    <a:pt x="6308374" y="1948559"/>
                  </a:lnTo>
                  <a:lnTo>
                    <a:pt x="6342188" y="1844045"/>
                  </a:lnTo>
                  <a:lnTo>
                    <a:pt x="6375905" y="1740457"/>
                  </a:lnTo>
                  <a:lnTo>
                    <a:pt x="6409474" y="1638325"/>
                  </a:lnTo>
                  <a:lnTo>
                    <a:pt x="6442848" y="1538149"/>
                  </a:lnTo>
                  <a:lnTo>
                    <a:pt x="6475992" y="1440386"/>
                  </a:lnTo>
                  <a:lnTo>
                    <a:pt x="6508882" y="1345445"/>
                  </a:lnTo>
                  <a:lnTo>
                    <a:pt x="6541507" y="1253679"/>
                  </a:lnTo>
                  <a:lnTo>
                    <a:pt x="6573875" y="1165382"/>
                  </a:lnTo>
                  <a:lnTo>
                    <a:pt x="6606005" y="1080787"/>
                  </a:lnTo>
                  <a:lnTo>
                    <a:pt x="6637940" y="1000062"/>
                  </a:lnTo>
                  <a:lnTo>
                    <a:pt x="6669740" y="923319"/>
                  </a:lnTo>
                  <a:lnTo>
                    <a:pt x="6701486" y="850609"/>
                  </a:lnTo>
                  <a:lnTo>
                    <a:pt x="6733285" y="781932"/>
                  </a:lnTo>
                  <a:lnTo>
                    <a:pt x="6765266" y="717238"/>
                  </a:lnTo>
                  <a:lnTo>
                    <a:pt x="6786527" y="676719"/>
                  </a:lnTo>
                  <a:lnTo>
                    <a:pt x="6831058" y="598449"/>
                  </a:lnTo>
                  <a:lnTo>
                    <a:pt x="6876910" y="527324"/>
                  </a:lnTo>
                  <a:lnTo>
                    <a:pt x="6924666" y="463053"/>
                  </a:lnTo>
                  <a:lnTo>
                    <a:pt x="6974983" y="405104"/>
                  </a:lnTo>
                  <a:lnTo>
                    <a:pt x="7028541" y="352851"/>
                  </a:lnTo>
                  <a:lnTo>
                    <a:pt x="7086000" y="305665"/>
                  </a:lnTo>
                  <a:lnTo>
                    <a:pt x="7147947" y="262965"/>
                  </a:lnTo>
                  <a:lnTo>
                    <a:pt x="7214821" y="224254"/>
                  </a:lnTo>
                  <a:lnTo>
                    <a:pt x="7286830" y="189135"/>
                  </a:lnTo>
                  <a:lnTo>
                    <a:pt x="7363829" y="157318"/>
                  </a:lnTo>
                  <a:lnTo>
                    <a:pt x="7445197" y="128624"/>
                  </a:lnTo>
                  <a:lnTo>
                    <a:pt x="7529710" y="102978"/>
                  </a:lnTo>
                  <a:lnTo>
                    <a:pt x="7615457" y="80386"/>
                  </a:lnTo>
                  <a:lnTo>
                    <a:pt x="7699856" y="60911"/>
                  </a:lnTo>
                  <a:lnTo>
                    <a:pt x="7779807" y="44615"/>
                  </a:lnTo>
                  <a:lnTo>
                    <a:pt x="7852029" y="31514"/>
                  </a:lnTo>
                  <a:lnTo>
                    <a:pt x="7913535" y="21518"/>
                  </a:lnTo>
                  <a:lnTo>
                    <a:pt x="7962166" y="14397"/>
                  </a:lnTo>
                  <a:lnTo>
                    <a:pt x="7997035" y="9775"/>
                  </a:lnTo>
                  <a:lnTo>
                    <a:pt x="8018766" y="7158"/>
                  </a:lnTo>
                  <a:lnTo>
                    <a:pt x="8029488" y="5981"/>
                  </a:lnTo>
                  <a:lnTo>
                    <a:pt x="8032662" y="5661"/>
                  </a:lnTo>
                  <a:lnTo>
                    <a:pt x="8032819" y="5647"/>
                  </a:lnTo>
                  <a:lnTo>
                    <a:pt x="8554953" y="5647"/>
                  </a:lnTo>
                  <a:lnTo>
                    <a:pt x="8554953" y="0"/>
                  </a:lnTo>
                  <a:lnTo>
                    <a:pt x="8032819" y="0"/>
                  </a:lnTo>
                  <a:lnTo>
                    <a:pt x="8031898" y="88"/>
                  </a:lnTo>
                  <a:lnTo>
                    <a:pt x="8025831" y="723"/>
                  </a:lnTo>
                  <a:lnTo>
                    <a:pt x="8010507" y="2476"/>
                  </a:lnTo>
                  <a:lnTo>
                    <a:pt x="7983038" y="5928"/>
                  </a:lnTo>
                  <a:lnTo>
                    <a:pt x="7941958" y="11620"/>
                  </a:lnTo>
                  <a:lnTo>
                    <a:pt x="7887337" y="19998"/>
                  </a:lnTo>
                  <a:lnTo>
                    <a:pt x="7820679" y="31372"/>
                  </a:lnTo>
                  <a:lnTo>
                    <a:pt x="7744578" y="45907"/>
                  </a:lnTo>
                  <a:lnTo>
                    <a:pt x="7662220" y="63640"/>
                  </a:lnTo>
                  <a:lnTo>
                    <a:pt x="7576856" y="84527"/>
                  </a:lnTo>
                  <a:lnTo>
                    <a:pt x="7491383" y="108499"/>
                  </a:lnTo>
                  <a:lnTo>
                    <a:pt x="7408092" y="135514"/>
                  </a:lnTo>
                  <a:lnTo>
                    <a:pt x="7328577" y="165598"/>
                  </a:lnTo>
                  <a:lnTo>
                    <a:pt x="7253779" y="198873"/>
                  </a:lnTo>
                  <a:lnTo>
                    <a:pt x="7184088" y="235567"/>
                  </a:lnTo>
                  <a:lnTo>
                    <a:pt x="7119474" y="276018"/>
                  </a:lnTo>
                  <a:lnTo>
                    <a:pt x="7059612" y="320670"/>
                  </a:lnTo>
                  <a:lnTo>
                    <a:pt x="7003988" y="370062"/>
                  </a:lnTo>
                  <a:lnTo>
                    <a:pt x="6951973" y="424799"/>
                  </a:lnTo>
                  <a:lnTo>
                    <a:pt x="6902892" y="485520"/>
                  </a:lnTo>
                  <a:lnTo>
                    <a:pt x="6856071" y="552820"/>
                  </a:lnTo>
                  <a:lnTo>
                    <a:pt x="6810880" y="627147"/>
                  </a:lnTo>
                  <a:lnTo>
                    <a:pt x="6786527" y="671072"/>
                  </a:lnTo>
                  <a:lnTo>
                    <a:pt x="6754340" y="733189"/>
                  </a:lnTo>
                  <a:lnTo>
                    <a:pt x="6722438" y="799232"/>
                  </a:lnTo>
                  <a:lnTo>
                    <a:pt x="6690670" y="869280"/>
                  </a:lnTo>
                  <a:lnTo>
                    <a:pt x="6658916" y="943366"/>
                  </a:lnTo>
                  <a:lnTo>
                    <a:pt x="6627079" y="1021474"/>
                  </a:lnTo>
                  <a:lnTo>
                    <a:pt x="6595083" y="1103533"/>
                  </a:lnTo>
                  <a:lnTo>
                    <a:pt x="6562875" y="1189412"/>
                  </a:lnTo>
                  <a:lnTo>
                    <a:pt x="6530422" y="1278920"/>
                  </a:lnTo>
                  <a:lnTo>
                    <a:pt x="6497706" y="1371803"/>
                  </a:lnTo>
                  <a:lnTo>
                    <a:pt x="6464727" y="1467748"/>
                  </a:lnTo>
                  <a:lnTo>
                    <a:pt x="6431502" y="1566382"/>
                  </a:lnTo>
                  <a:lnTo>
                    <a:pt x="6398057" y="1667278"/>
                  </a:lnTo>
                  <a:lnTo>
                    <a:pt x="6364432" y="1769964"/>
                  </a:lnTo>
                  <a:lnTo>
                    <a:pt x="6330676" y="1873928"/>
                  </a:lnTo>
                  <a:lnTo>
                    <a:pt x="6296842" y="1978632"/>
                  </a:lnTo>
                  <a:lnTo>
                    <a:pt x="6262988" y="2083520"/>
                  </a:lnTo>
                  <a:lnTo>
                    <a:pt x="6229174" y="2188034"/>
                  </a:lnTo>
                  <a:lnTo>
                    <a:pt x="6195457" y="2291622"/>
                  </a:lnTo>
                  <a:lnTo>
                    <a:pt x="6161888" y="2393754"/>
                  </a:lnTo>
                  <a:lnTo>
                    <a:pt x="6128514" y="2493930"/>
                  </a:lnTo>
                  <a:lnTo>
                    <a:pt x="6095370" y="2591693"/>
                  </a:lnTo>
                  <a:lnTo>
                    <a:pt x="6062480" y="2686634"/>
                  </a:lnTo>
                  <a:lnTo>
                    <a:pt x="6029855" y="2778400"/>
                  </a:lnTo>
                  <a:lnTo>
                    <a:pt x="5997487" y="2866697"/>
                  </a:lnTo>
                  <a:lnTo>
                    <a:pt x="5965357" y="2951293"/>
                  </a:lnTo>
                  <a:lnTo>
                    <a:pt x="5933422" y="3032017"/>
                  </a:lnTo>
                  <a:lnTo>
                    <a:pt x="5901622" y="3108760"/>
                  </a:lnTo>
                  <a:lnTo>
                    <a:pt x="5869876" y="3181470"/>
                  </a:lnTo>
                  <a:lnTo>
                    <a:pt x="5838077" y="3250147"/>
                  </a:lnTo>
                  <a:lnTo>
                    <a:pt x="5806096" y="3314841"/>
                  </a:lnTo>
                  <a:lnTo>
                    <a:pt x="5784835" y="3355360"/>
                  </a:lnTo>
                  <a:lnTo>
                    <a:pt x="5740304" y="3433630"/>
                  </a:lnTo>
                  <a:lnTo>
                    <a:pt x="5694452" y="3504755"/>
                  </a:lnTo>
                  <a:lnTo>
                    <a:pt x="5646696" y="3569026"/>
                  </a:lnTo>
                  <a:lnTo>
                    <a:pt x="5596379" y="3626975"/>
                  </a:lnTo>
                  <a:lnTo>
                    <a:pt x="5542821" y="3679228"/>
                  </a:lnTo>
                  <a:lnTo>
                    <a:pt x="5485361" y="3726414"/>
                  </a:lnTo>
                  <a:lnTo>
                    <a:pt x="5423415" y="3769114"/>
                  </a:lnTo>
                  <a:lnTo>
                    <a:pt x="5356541" y="3807825"/>
                  </a:lnTo>
                  <a:lnTo>
                    <a:pt x="5284532" y="3842944"/>
                  </a:lnTo>
                  <a:lnTo>
                    <a:pt x="5207533" y="3874761"/>
                  </a:lnTo>
                  <a:lnTo>
                    <a:pt x="5126165" y="3903455"/>
                  </a:lnTo>
                  <a:lnTo>
                    <a:pt x="5041652" y="3929102"/>
                  </a:lnTo>
                  <a:lnTo>
                    <a:pt x="4955905" y="3951693"/>
                  </a:lnTo>
                  <a:lnTo>
                    <a:pt x="4871506" y="3971168"/>
                  </a:lnTo>
                  <a:lnTo>
                    <a:pt x="4791555" y="3987464"/>
                  </a:lnTo>
                  <a:lnTo>
                    <a:pt x="4719333" y="4000565"/>
                  </a:lnTo>
                  <a:lnTo>
                    <a:pt x="4657827" y="4010561"/>
                  </a:lnTo>
                  <a:lnTo>
                    <a:pt x="4609196" y="4017682"/>
                  </a:lnTo>
                  <a:lnTo>
                    <a:pt x="4574326" y="4022304"/>
                  </a:lnTo>
                  <a:lnTo>
                    <a:pt x="4552596" y="4024921"/>
                  </a:lnTo>
                  <a:lnTo>
                    <a:pt x="4541874" y="4026098"/>
                  </a:lnTo>
                  <a:lnTo>
                    <a:pt x="4538700" y="4026418"/>
                  </a:lnTo>
                  <a:lnTo>
                    <a:pt x="4538543" y="4026432"/>
                  </a:lnTo>
                  <a:lnTo>
                    <a:pt x="4016409" y="4026432"/>
                  </a:lnTo>
                  <a:lnTo>
                    <a:pt x="4015140" y="4026440"/>
                  </a:lnTo>
                  <a:lnTo>
                    <a:pt x="4006845" y="4026492"/>
                  </a:lnTo>
                  <a:lnTo>
                    <a:pt x="3986107" y="4026635"/>
                  </a:lnTo>
                  <a:lnTo>
                    <a:pt x="3949472" y="4026918"/>
                  </a:lnTo>
                  <a:lnTo>
                    <a:pt x="3895760" y="4027380"/>
                  </a:lnTo>
                  <a:lnTo>
                    <a:pt x="3826126" y="4028053"/>
                  </a:lnTo>
                  <a:lnTo>
                    <a:pt x="3743663" y="4028954"/>
                  </a:lnTo>
                  <a:lnTo>
                    <a:pt x="3652625" y="4030090"/>
                  </a:lnTo>
                  <a:lnTo>
                    <a:pt x="3557526" y="4031457"/>
                  </a:lnTo>
                  <a:lnTo>
                    <a:pt x="3462386" y="4033049"/>
                  </a:lnTo>
                  <a:lnTo>
                    <a:pt x="3370290" y="4034865"/>
                  </a:lnTo>
                  <a:lnTo>
                    <a:pt x="3283256" y="4036907"/>
                  </a:lnTo>
                  <a:lnTo>
                    <a:pt x="3202327" y="4039188"/>
                  </a:lnTo>
                  <a:lnTo>
                    <a:pt x="3127774" y="4041731"/>
                  </a:lnTo>
                  <a:lnTo>
                    <a:pt x="3059315" y="4044568"/>
                  </a:lnTo>
                  <a:lnTo>
                    <a:pt x="2996313" y="4047740"/>
                  </a:lnTo>
                  <a:lnTo>
                    <a:pt x="2937930" y="4051297"/>
                  </a:lnTo>
                  <a:lnTo>
                    <a:pt x="2883233" y="4055290"/>
                  </a:lnTo>
                  <a:lnTo>
                    <a:pt x="2831291" y="4059766"/>
                  </a:lnTo>
                  <a:lnTo>
                    <a:pt x="2781244" y="4064761"/>
                  </a:lnTo>
                  <a:lnTo>
                    <a:pt x="2770117" y="4065963"/>
                  </a:lnTo>
                  <a:lnTo>
                    <a:pt x="2716188" y="4072245"/>
                  </a:lnTo>
                  <a:lnTo>
                    <a:pt x="2662779" y="4079189"/>
                  </a:lnTo>
                  <a:lnTo>
                    <a:pt x="2609311" y="4086805"/>
                  </a:lnTo>
                  <a:lnTo>
                    <a:pt x="2555397" y="4095075"/>
                  </a:lnTo>
                  <a:lnTo>
                    <a:pt x="2500817" y="4103958"/>
                  </a:lnTo>
                  <a:lnTo>
                    <a:pt x="2445498" y="4113381"/>
                  </a:lnTo>
                  <a:lnTo>
                    <a:pt x="2389491" y="4123244"/>
                  </a:lnTo>
                  <a:lnTo>
                    <a:pt x="2332952" y="4133423"/>
                  </a:lnTo>
                  <a:lnTo>
                    <a:pt x="2276109" y="4143775"/>
                  </a:lnTo>
                  <a:lnTo>
                    <a:pt x="2219232" y="4154146"/>
                  </a:lnTo>
                  <a:lnTo>
                    <a:pt x="2162596" y="4164380"/>
                  </a:lnTo>
                  <a:lnTo>
                    <a:pt x="2106444" y="4174331"/>
                  </a:lnTo>
                  <a:lnTo>
                    <a:pt x="2050951" y="4183870"/>
                  </a:lnTo>
                  <a:lnTo>
                    <a:pt x="1996195" y="4192890"/>
                  </a:lnTo>
                  <a:lnTo>
                    <a:pt x="1942136" y="4201313"/>
                  </a:lnTo>
                  <a:lnTo>
                    <a:pt x="1888589" y="4209088"/>
                  </a:lnTo>
                  <a:lnTo>
                    <a:pt x="1835210" y="4216193"/>
                  </a:lnTo>
                  <a:lnTo>
                    <a:pt x="1781471" y="4222633"/>
                  </a:lnTo>
                  <a:lnTo>
                    <a:pt x="1768425" y="4224083"/>
                  </a:lnTo>
                  <a:lnTo>
                    <a:pt x="1718704" y="4229197"/>
                  </a:lnTo>
                  <a:lnTo>
                    <a:pt x="1667260" y="4233788"/>
                  </a:lnTo>
                  <a:lnTo>
                    <a:pt x="1613266" y="4237886"/>
                  </a:lnTo>
                  <a:lnTo>
                    <a:pt x="1555799" y="4241537"/>
                  </a:lnTo>
                  <a:lnTo>
                    <a:pt x="1493920" y="4244792"/>
                  </a:lnTo>
                  <a:lnTo>
                    <a:pt x="1426760" y="4247701"/>
                  </a:lnTo>
                  <a:lnTo>
                    <a:pt x="1353625" y="4250307"/>
                  </a:lnTo>
                  <a:lnTo>
                    <a:pt x="1274136" y="4252645"/>
                  </a:lnTo>
                  <a:lnTo>
                    <a:pt x="1188422" y="4254740"/>
                  </a:lnTo>
                  <a:lnTo>
                    <a:pt x="1097331" y="4256606"/>
                  </a:lnTo>
                  <a:lnTo>
                    <a:pt x="1002648" y="4258249"/>
                  </a:lnTo>
                  <a:lnTo>
                    <a:pt x="907217" y="4259667"/>
                  </a:lnTo>
                  <a:lnTo>
                    <a:pt x="814874" y="4260856"/>
                  </a:lnTo>
                  <a:lnTo>
                    <a:pt x="730077" y="4261810"/>
                  </a:lnTo>
                  <a:lnTo>
                    <a:pt x="657216" y="4262534"/>
                  </a:lnTo>
                  <a:lnTo>
                    <a:pt x="599725" y="4263041"/>
                  </a:lnTo>
                  <a:lnTo>
                    <a:pt x="559247" y="4263361"/>
                  </a:lnTo>
                  <a:lnTo>
                    <a:pt x="535140" y="4263532"/>
                  </a:lnTo>
                  <a:lnTo>
                    <a:pt x="524441" y="4263600"/>
                  </a:lnTo>
                  <a:lnTo>
                    <a:pt x="522133" y="4263614"/>
                  </a:lnTo>
                  <a:lnTo>
                    <a:pt x="0" y="4263614"/>
                  </a:lnTo>
                  <a:close/>
                </a:path>
              </a:pathLst>
            </a:custGeom>
            <a:solidFill>
              <a:srgbClr val="6FA8DC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1812" name="pl1812"/>
            <p:cNvSpPr/>
            <p:nvPr/>
          </p:nvSpPr>
          <p:spPr>
            <a:xfrm>
              <a:off x="386606" y="1338018"/>
              <a:ext cx="8554953" cy="4263614"/>
            </a:xfrm>
            <a:custGeom>
              <a:avLst/>
              <a:pathLst>
                <a:path w="8554953" h="4263614">
                  <a:moveTo>
                    <a:pt x="0" y="4263614"/>
                  </a:moveTo>
                  <a:lnTo>
                    <a:pt x="522133" y="4263614"/>
                  </a:lnTo>
                  <a:lnTo>
                    <a:pt x="523402" y="4263606"/>
                  </a:lnTo>
                  <a:lnTo>
                    <a:pt x="531697" y="4263554"/>
                  </a:lnTo>
                  <a:lnTo>
                    <a:pt x="552435" y="4263411"/>
                  </a:lnTo>
                  <a:lnTo>
                    <a:pt x="589071" y="4263128"/>
                  </a:lnTo>
                  <a:lnTo>
                    <a:pt x="642782" y="4262666"/>
                  </a:lnTo>
                  <a:lnTo>
                    <a:pt x="712416" y="4261993"/>
                  </a:lnTo>
                  <a:lnTo>
                    <a:pt x="794879" y="4261092"/>
                  </a:lnTo>
                  <a:lnTo>
                    <a:pt x="885917" y="4259956"/>
                  </a:lnTo>
                  <a:lnTo>
                    <a:pt x="981016" y="4258589"/>
                  </a:lnTo>
                  <a:lnTo>
                    <a:pt x="1076156" y="4256997"/>
                  </a:lnTo>
                  <a:lnTo>
                    <a:pt x="1168252" y="4255181"/>
                  </a:lnTo>
                  <a:lnTo>
                    <a:pt x="1255286" y="4253139"/>
                  </a:lnTo>
                  <a:lnTo>
                    <a:pt x="1336215" y="4250858"/>
                  </a:lnTo>
                  <a:lnTo>
                    <a:pt x="1410769" y="4248315"/>
                  </a:lnTo>
                  <a:lnTo>
                    <a:pt x="1479228" y="4245478"/>
                  </a:lnTo>
                  <a:lnTo>
                    <a:pt x="1542229" y="4242306"/>
                  </a:lnTo>
                  <a:lnTo>
                    <a:pt x="1600612" y="4238749"/>
                  </a:lnTo>
                  <a:lnTo>
                    <a:pt x="1655309" y="4234757"/>
                  </a:lnTo>
                  <a:lnTo>
                    <a:pt x="1707252" y="4230280"/>
                  </a:lnTo>
                  <a:lnTo>
                    <a:pt x="1757298" y="4225285"/>
                  </a:lnTo>
                  <a:lnTo>
                    <a:pt x="1768425" y="4224083"/>
                  </a:lnTo>
                  <a:lnTo>
                    <a:pt x="1822354" y="4217801"/>
                  </a:lnTo>
                  <a:lnTo>
                    <a:pt x="1875763" y="4210857"/>
                  </a:lnTo>
                  <a:lnTo>
                    <a:pt x="1929232" y="4203242"/>
                  </a:lnTo>
                  <a:lnTo>
                    <a:pt x="1983145" y="4194971"/>
                  </a:lnTo>
                  <a:lnTo>
                    <a:pt x="2037725" y="4186089"/>
                  </a:lnTo>
                  <a:lnTo>
                    <a:pt x="2093044" y="4176666"/>
                  </a:lnTo>
                  <a:lnTo>
                    <a:pt x="2149051" y="4166802"/>
                  </a:lnTo>
                  <a:lnTo>
                    <a:pt x="2205590" y="4156623"/>
                  </a:lnTo>
                  <a:lnTo>
                    <a:pt x="2262434" y="4146271"/>
                  </a:lnTo>
                  <a:lnTo>
                    <a:pt x="2319310" y="4135901"/>
                  </a:lnTo>
                  <a:lnTo>
                    <a:pt x="2375946" y="4125666"/>
                  </a:lnTo>
                  <a:lnTo>
                    <a:pt x="2432098" y="4115715"/>
                  </a:lnTo>
                  <a:lnTo>
                    <a:pt x="2487592" y="4106176"/>
                  </a:lnTo>
                  <a:lnTo>
                    <a:pt x="2542347" y="4097156"/>
                  </a:lnTo>
                  <a:lnTo>
                    <a:pt x="2596407" y="4088733"/>
                  </a:lnTo>
                  <a:lnTo>
                    <a:pt x="2649953" y="4080958"/>
                  </a:lnTo>
                  <a:lnTo>
                    <a:pt x="2703332" y="4073853"/>
                  </a:lnTo>
                  <a:lnTo>
                    <a:pt x="2757072" y="4067413"/>
                  </a:lnTo>
                  <a:lnTo>
                    <a:pt x="2770117" y="4065963"/>
                  </a:lnTo>
                  <a:lnTo>
                    <a:pt x="2819838" y="4060849"/>
                  </a:lnTo>
                  <a:lnTo>
                    <a:pt x="2871282" y="4056258"/>
                  </a:lnTo>
                  <a:lnTo>
                    <a:pt x="2925276" y="4052160"/>
                  </a:lnTo>
                  <a:lnTo>
                    <a:pt x="2982743" y="4048509"/>
                  </a:lnTo>
                  <a:lnTo>
                    <a:pt x="3044622" y="4045254"/>
                  </a:lnTo>
                  <a:lnTo>
                    <a:pt x="3111782" y="4042345"/>
                  </a:lnTo>
                  <a:lnTo>
                    <a:pt x="3184917" y="4039739"/>
                  </a:lnTo>
                  <a:lnTo>
                    <a:pt x="3264406" y="4037401"/>
                  </a:lnTo>
                  <a:lnTo>
                    <a:pt x="3350120" y="4035306"/>
                  </a:lnTo>
                  <a:lnTo>
                    <a:pt x="3441211" y="4033440"/>
                  </a:lnTo>
                  <a:lnTo>
                    <a:pt x="3535894" y="4031797"/>
                  </a:lnTo>
                  <a:lnTo>
                    <a:pt x="3631325" y="4030379"/>
                  </a:lnTo>
                  <a:lnTo>
                    <a:pt x="3723668" y="4029191"/>
                  </a:lnTo>
                  <a:lnTo>
                    <a:pt x="3808465" y="4028236"/>
                  </a:lnTo>
                  <a:lnTo>
                    <a:pt x="3881326" y="4027513"/>
                  </a:lnTo>
                  <a:lnTo>
                    <a:pt x="3938817" y="4027005"/>
                  </a:lnTo>
                  <a:lnTo>
                    <a:pt x="3979296" y="4026686"/>
                  </a:lnTo>
                  <a:lnTo>
                    <a:pt x="4003402" y="4026515"/>
                  </a:lnTo>
                  <a:lnTo>
                    <a:pt x="4014102" y="4026446"/>
                  </a:lnTo>
                  <a:lnTo>
                    <a:pt x="4016394" y="4026433"/>
                  </a:lnTo>
                  <a:lnTo>
                    <a:pt x="4016409" y="4026432"/>
                  </a:lnTo>
                  <a:lnTo>
                    <a:pt x="4538543" y="4026432"/>
                  </a:lnTo>
                  <a:lnTo>
                    <a:pt x="4539464" y="4026344"/>
                  </a:lnTo>
                  <a:lnTo>
                    <a:pt x="4545531" y="4025709"/>
                  </a:lnTo>
                  <a:lnTo>
                    <a:pt x="4560855" y="4023956"/>
                  </a:lnTo>
                  <a:lnTo>
                    <a:pt x="4588324" y="4020504"/>
                  </a:lnTo>
                  <a:lnTo>
                    <a:pt x="4629404" y="4014812"/>
                  </a:lnTo>
                  <a:lnTo>
                    <a:pt x="4684025" y="4006434"/>
                  </a:lnTo>
                  <a:lnTo>
                    <a:pt x="4750683" y="3995060"/>
                  </a:lnTo>
                  <a:lnTo>
                    <a:pt x="4826784" y="3980525"/>
                  </a:lnTo>
                  <a:lnTo>
                    <a:pt x="4909142" y="3962792"/>
                  </a:lnTo>
                  <a:lnTo>
                    <a:pt x="4994506" y="3941905"/>
                  </a:lnTo>
                  <a:lnTo>
                    <a:pt x="5079979" y="3917933"/>
                  </a:lnTo>
                  <a:lnTo>
                    <a:pt x="5163270" y="3890918"/>
                  </a:lnTo>
                  <a:lnTo>
                    <a:pt x="5242785" y="3860834"/>
                  </a:lnTo>
                  <a:lnTo>
                    <a:pt x="5317583" y="3827559"/>
                  </a:lnTo>
                  <a:lnTo>
                    <a:pt x="5387274" y="3790865"/>
                  </a:lnTo>
                  <a:lnTo>
                    <a:pt x="5451888" y="3750414"/>
                  </a:lnTo>
                  <a:lnTo>
                    <a:pt x="5511749" y="3705762"/>
                  </a:lnTo>
                  <a:lnTo>
                    <a:pt x="5567374" y="3656370"/>
                  </a:lnTo>
                  <a:lnTo>
                    <a:pt x="5619389" y="3601633"/>
                  </a:lnTo>
                  <a:lnTo>
                    <a:pt x="5668470" y="3540912"/>
                  </a:lnTo>
                  <a:lnTo>
                    <a:pt x="5715291" y="3473612"/>
                  </a:lnTo>
                  <a:lnTo>
                    <a:pt x="5760482" y="3399285"/>
                  </a:lnTo>
                  <a:lnTo>
                    <a:pt x="5784835" y="3355360"/>
                  </a:lnTo>
                  <a:lnTo>
                    <a:pt x="5817022" y="3293243"/>
                  </a:lnTo>
                  <a:lnTo>
                    <a:pt x="5848924" y="3227200"/>
                  </a:lnTo>
                  <a:lnTo>
                    <a:pt x="5880691" y="3157152"/>
                  </a:lnTo>
                  <a:lnTo>
                    <a:pt x="5912445" y="3083066"/>
                  </a:lnTo>
                  <a:lnTo>
                    <a:pt x="5944283" y="3004958"/>
                  </a:lnTo>
                  <a:lnTo>
                    <a:pt x="5976279" y="2922899"/>
                  </a:lnTo>
                  <a:lnTo>
                    <a:pt x="6008487" y="2837020"/>
                  </a:lnTo>
                  <a:lnTo>
                    <a:pt x="6040940" y="2747512"/>
                  </a:lnTo>
                  <a:lnTo>
                    <a:pt x="6073656" y="2654629"/>
                  </a:lnTo>
                  <a:lnTo>
                    <a:pt x="6106635" y="2558684"/>
                  </a:lnTo>
                  <a:lnTo>
                    <a:pt x="6139860" y="2460050"/>
                  </a:lnTo>
                  <a:lnTo>
                    <a:pt x="6173305" y="2359154"/>
                  </a:lnTo>
                  <a:lnTo>
                    <a:pt x="6206930" y="2256468"/>
                  </a:lnTo>
                  <a:lnTo>
                    <a:pt x="6240686" y="2152504"/>
                  </a:lnTo>
                  <a:lnTo>
                    <a:pt x="6274520" y="2047800"/>
                  </a:lnTo>
                  <a:lnTo>
                    <a:pt x="6308374" y="1942912"/>
                  </a:lnTo>
                  <a:lnTo>
                    <a:pt x="6342188" y="1838398"/>
                  </a:lnTo>
                  <a:lnTo>
                    <a:pt x="6375905" y="1734810"/>
                  </a:lnTo>
                  <a:lnTo>
                    <a:pt x="6409474" y="1632678"/>
                  </a:lnTo>
                  <a:lnTo>
                    <a:pt x="6442848" y="1532502"/>
                  </a:lnTo>
                  <a:lnTo>
                    <a:pt x="6475992" y="1434739"/>
                  </a:lnTo>
                  <a:lnTo>
                    <a:pt x="6508882" y="1339798"/>
                  </a:lnTo>
                  <a:lnTo>
                    <a:pt x="6541507" y="1248032"/>
                  </a:lnTo>
                  <a:lnTo>
                    <a:pt x="6573875" y="1159735"/>
                  </a:lnTo>
                  <a:lnTo>
                    <a:pt x="6606005" y="1075139"/>
                  </a:lnTo>
                  <a:lnTo>
                    <a:pt x="6637940" y="994415"/>
                  </a:lnTo>
                  <a:lnTo>
                    <a:pt x="6669740" y="917672"/>
                  </a:lnTo>
                  <a:lnTo>
                    <a:pt x="6701486" y="844962"/>
                  </a:lnTo>
                  <a:lnTo>
                    <a:pt x="6733285" y="776285"/>
                  </a:lnTo>
                  <a:lnTo>
                    <a:pt x="6765266" y="711591"/>
                  </a:lnTo>
                  <a:lnTo>
                    <a:pt x="6786527" y="671072"/>
                  </a:lnTo>
                  <a:lnTo>
                    <a:pt x="6831058" y="592802"/>
                  </a:lnTo>
                  <a:lnTo>
                    <a:pt x="6876910" y="521677"/>
                  </a:lnTo>
                  <a:lnTo>
                    <a:pt x="6924666" y="457406"/>
                  </a:lnTo>
                  <a:lnTo>
                    <a:pt x="6974983" y="399457"/>
                  </a:lnTo>
                  <a:lnTo>
                    <a:pt x="7028541" y="347204"/>
                  </a:lnTo>
                  <a:lnTo>
                    <a:pt x="7086000" y="300018"/>
                  </a:lnTo>
                  <a:lnTo>
                    <a:pt x="7147947" y="257318"/>
                  </a:lnTo>
                  <a:lnTo>
                    <a:pt x="7214821" y="218607"/>
                  </a:lnTo>
                  <a:lnTo>
                    <a:pt x="7286830" y="183488"/>
                  </a:lnTo>
                  <a:lnTo>
                    <a:pt x="7363829" y="151671"/>
                  </a:lnTo>
                  <a:lnTo>
                    <a:pt x="7445197" y="122977"/>
                  </a:lnTo>
                  <a:lnTo>
                    <a:pt x="7529710" y="97330"/>
                  </a:lnTo>
                  <a:lnTo>
                    <a:pt x="7615457" y="74739"/>
                  </a:lnTo>
                  <a:lnTo>
                    <a:pt x="7699856" y="55264"/>
                  </a:lnTo>
                  <a:lnTo>
                    <a:pt x="7779807" y="38968"/>
                  </a:lnTo>
                  <a:lnTo>
                    <a:pt x="7852029" y="25867"/>
                  </a:lnTo>
                  <a:lnTo>
                    <a:pt x="7913535" y="15871"/>
                  </a:lnTo>
                  <a:lnTo>
                    <a:pt x="7962166" y="8750"/>
                  </a:lnTo>
                  <a:lnTo>
                    <a:pt x="7997035" y="4128"/>
                  </a:lnTo>
                  <a:lnTo>
                    <a:pt x="8018766" y="1511"/>
                  </a:lnTo>
                  <a:lnTo>
                    <a:pt x="8029488" y="334"/>
                  </a:lnTo>
                  <a:lnTo>
                    <a:pt x="8032662" y="14"/>
                  </a:lnTo>
                  <a:lnTo>
                    <a:pt x="8032819" y="0"/>
                  </a:lnTo>
                  <a:lnTo>
                    <a:pt x="8554953" y="0"/>
                  </a:lnTo>
                  <a:lnTo>
                    <a:pt x="8554953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813" name="pl1813"/>
            <p:cNvSpPr/>
            <p:nvPr/>
          </p:nvSpPr>
          <p:spPr>
            <a:xfrm>
              <a:off x="386606" y="1332371"/>
              <a:ext cx="8554953" cy="4263614"/>
            </a:xfrm>
            <a:custGeom>
              <a:avLst/>
              <a:pathLst>
                <a:path w="8554953" h="4263614">
                  <a:moveTo>
                    <a:pt x="8554953" y="0"/>
                  </a:moveTo>
                  <a:lnTo>
                    <a:pt x="8032819" y="0"/>
                  </a:lnTo>
                  <a:lnTo>
                    <a:pt x="8031898" y="88"/>
                  </a:lnTo>
                  <a:lnTo>
                    <a:pt x="8025831" y="723"/>
                  </a:lnTo>
                  <a:lnTo>
                    <a:pt x="8010507" y="2476"/>
                  </a:lnTo>
                  <a:lnTo>
                    <a:pt x="7983038" y="5928"/>
                  </a:lnTo>
                  <a:lnTo>
                    <a:pt x="7941958" y="11620"/>
                  </a:lnTo>
                  <a:lnTo>
                    <a:pt x="7887337" y="19998"/>
                  </a:lnTo>
                  <a:lnTo>
                    <a:pt x="7820679" y="31372"/>
                  </a:lnTo>
                  <a:lnTo>
                    <a:pt x="7744578" y="45907"/>
                  </a:lnTo>
                  <a:lnTo>
                    <a:pt x="7662220" y="63640"/>
                  </a:lnTo>
                  <a:lnTo>
                    <a:pt x="7576856" y="84527"/>
                  </a:lnTo>
                  <a:lnTo>
                    <a:pt x="7491383" y="108499"/>
                  </a:lnTo>
                  <a:lnTo>
                    <a:pt x="7408092" y="135514"/>
                  </a:lnTo>
                  <a:lnTo>
                    <a:pt x="7328577" y="165598"/>
                  </a:lnTo>
                  <a:lnTo>
                    <a:pt x="7253779" y="198873"/>
                  </a:lnTo>
                  <a:lnTo>
                    <a:pt x="7184088" y="235567"/>
                  </a:lnTo>
                  <a:lnTo>
                    <a:pt x="7119474" y="276018"/>
                  </a:lnTo>
                  <a:lnTo>
                    <a:pt x="7059612" y="320670"/>
                  </a:lnTo>
                  <a:lnTo>
                    <a:pt x="7003988" y="370062"/>
                  </a:lnTo>
                  <a:lnTo>
                    <a:pt x="6951973" y="424799"/>
                  </a:lnTo>
                  <a:lnTo>
                    <a:pt x="6902892" y="485520"/>
                  </a:lnTo>
                  <a:lnTo>
                    <a:pt x="6856071" y="552820"/>
                  </a:lnTo>
                  <a:lnTo>
                    <a:pt x="6810880" y="627147"/>
                  </a:lnTo>
                  <a:lnTo>
                    <a:pt x="6786527" y="671072"/>
                  </a:lnTo>
                  <a:lnTo>
                    <a:pt x="6754340" y="733189"/>
                  </a:lnTo>
                  <a:lnTo>
                    <a:pt x="6722438" y="799232"/>
                  </a:lnTo>
                  <a:lnTo>
                    <a:pt x="6690670" y="869280"/>
                  </a:lnTo>
                  <a:lnTo>
                    <a:pt x="6658916" y="943366"/>
                  </a:lnTo>
                  <a:lnTo>
                    <a:pt x="6627079" y="1021474"/>
                  </a:lnTo>
                  <a:lnTo>
                    <a:pt x="6595083" y="1103533"/>
                  </a:lnTo>
                  <a:lnTo>
                    <a:pt x="6562875" y="1189412"/>
                  </a:lnTo>
                  <a:lnTo>
                    <a:pt x="6530422" y="1278920"/>
                  </a:lnTo>
                  <a:lnTo>
                    <a:pt x="6497706" y="1371803"/>
                  </a:lnTo>
                  <a:lnTo>
                    <a:pt x="6464727" y="1467748"/>
                  </a:lnTo>
                  <a:lnTo>
                    <a:pt x="6431502" y="1566382"/>
                  </a:lnTo>
                  <a:lnTo>
                    <a:pt x="6398057" y="1667278"/>
                  </a:lnTo>
                  <a:lnTo>
                    <a:pt x="6364432" y="1769964"/>
                  </a:lnTo>
                  <a:lnTo>
                    <a:pt x="6330676" y="1873928"/>
                  </a:lnTo>
                  <a:lnTo>
                    <a:pt x="6296842" y="1978632"/>
                  </a:lnTo>
                  <a:lnTo>
                    <a:pt x="6262988" y="2083520"/>
                  </a:lnTo>
                  <a:lnTo>
                    <a:pt x="6229174" y="2188034"/>
                  </a:lnTo>
                  <a:lnTo>
                    <a:pt x="6195457" y="2291622"/>
                  </a:lnTo>
                  <a:lnTo>
                    <a:pt x="6161888" y="2393754"/>
                  </a:lnTo>
                  <a:lnTo>
                    <a:pt x="6128514" y="2493930"/>
                  </a:lnTo>
                  <a:lnTo>
                    <a:pt x="6095370" y="2591693"/>
                  </a:lnTo>
                  <a:lnTo>
                    <a:pt x="6062480" y="2686634"/>
                  </a:lnTo>
                  <a:lnTo>
                    <a:pt x="6029855" y="2778400"/>
                  </a:lnTo>
                  <a:lnTo>
                    <a:pt x="5997487" y="2866697"/>
                  </a:lnTo>
                  <a:lnTo>
                    <a:pt x="5965357" y="2951293"/>
                  </a:lnTo>
                  <a:lnTo>
                    <a:pt x="5933422" y="3032017"/>
                  </a:lnTo>
                  <a:lnTo>
                    <a:pt x="5901622" y="3108760"/>
                  </a:lnTo>
                  <a:lnTo>
                    <a:pt x="5869876" y="3181470"/>
                  </a:lnTo>
                  <a:lnTo>
                    <a:pt x="5838077" y="3250147"/>
                  </a:lnTo>
                  <a:lnTo>
                    <a:pt x="5806096" y="3314841"/>
                  </a:lnTo>
                  <a:lnTo>
                    <a:pt x="5784835" y="3355360"/>
                  </a:lnTo>
                  <a:lnTo>
                    <a:pt x="5740304" y="3433630"/>
                  </a:lnTo>
                  <a:lnTo>
                    <a:pt x="5694452" y="3504755"/>
                  </a:lnTo>
                  <a:lnTo>
                    <a:pt x="5646696" y="3569026"/>
                  </a:lnTo>
                  <a:lnTo>
                    <a:pt x="5596379" y="3626975"/>
                  </a:lnTo>
                  <a:lnTo>
                    <a:pt x="5542821" y="3679228"/>
                  </a:lnTo>
                  <a:lnTo>
                    <a:pt x="5485361" y="3726414"/>
                  </a:lnTo>
                  <a:lnTo>
                    <a:pt x="5423415" y="3769114"/>
                  </a:lnTo>
                  <a:lnTo>
                    <a:pt x="5356541" y="3807825"/>
                  </a:lnTo>
                  <a:lnTo>
                    <a:pt x="5284532" y="3842944"/>
                  </a:lnTo>
                  <a:lnTo>
                    <a:pt x="5207533" y="3874761"/>
                  </a:lnTo>
                  <a:lnTo>
                    <a:pt x="5126165" y="3903455"/>
                  </a:lnTo>
                  <a:lnTo>
                    <a:pt x="5041652" y="3929102"/>
                  </a:lnTo>
                  <a:lnTo>
                    <a:pt x="4955905" y="3951693"/>
                  </a:lnTo>
                  <a:lnTo>
                    <a:pt x="4871506" y="3971168"/>
                  </a:lnTo>
                  <a:lnTo>
                    <a:pt x="4791555" y="3987464"/>
                  </a:lnTo>
                  <a:lnTo>
                    <a:pt x="4719333" y="4000565"/>
                  </a:lnTo>
                  <a:lnTo>
                    <a:pt x="4657827" y="4010561"/>
                  </a:lnTo>
                  <a:lnTo>
                    <a:pt x="4609196" y="4017682"/>
                  </a:lnTo>
                  <a:lnTo>
                    <a:pt x="4574326" y="4022304"/>
                  </a:lnTo>
                  <a:lnTo>
                    <a:pt x="4552596" y="4024921"/>
                  </a:lnTo>
                  <a:lnTo>
                    <a:pt x="4541874" y="4026098"/>
                  </a:lnTo>
                  <a:lnTo>
                    <a:pt x="4538700" y="4026418"/>
                  </a:lnTo>
                  <a:lnTo>
                    <a:pt x="4538543" y="4026432"/>
                  </a:lnTo>
                  <a:lnTo>
                    <a:pt x="4016409" y="4026432"/>
                  </a:lnTo>
                  <a:lnTo>
                    <a:pt x="4015140" y="4026440"/>
                  </a:lnTo>
                  <a:lnTo>
                    <a:pt x="4006845" y="4026492"/>
                  </a:lnTo>
                  <a:lnTo>
                    <a:pt x="3986107" y="4026635"/>
                  </a:lnTo>
                  <a:lnTo>
                    <a:pt x="3949472" y="4026918"/>
                  </a:lnTo>
                  <a:lnTo>
                    <a:pt x="3895760" y="4027380"/>
                  </a:lnTo>
                  <a:lnTo>
                    <a:pt x="3826126" y="4028053"/>
                  </a:lnTo>
                  <a:lnTo>
                    <a:pt x="3743663" y="4028954"/>
                  </a:lnTo>
                  <a:lnTo>
                    <a:pt x="3652625" y="4030090"/>
                  </a:lnTo>
                  <a:lnTo>
                    <a:pt x="3557526" y="4031457"/>
                  </a:lnTo>
                  <a:lnTo>
                    <a:pt x="3462386" y="4033049"/>
                  </a:lnTo>
                  <a:lnTo>
                    <a:pt x="3370290" y="4034865"/>
                  </a:lnTo>
                  <a:lnTo>
                    <a:pt x="3283256" y="4036907"/>
                  </a:lnTo>
                  <a:lnTo>
                    <a:pt x="3202327" y="4039188"/>
                  </a:lnTo>
                  <a:lnTo>
                    <a:pt x="3127774" y="4041731"/>
                  </a:lnTo>
                  <a:lnTo>
                    <a:pt x="3059315" y="4044568"/>
                  </a:lnTo>
                  <a:lnTo>
                    <a:pt x="2996313" y="4047740"/>
                  </a:lnTo>
                  <a:lnTo>
                    <a:pt x="2937930" y="4051297"/>
                  </a:lnTo>
                  <a:lnTo>
                    <a:pt x="2883233" y="4055290"/>
                  </a:lnTo>
                  <a:lnTo>
                    <a:pt x="2831291" y="4059766"/>
                  </a:lnTo>
                  <a:lnTo>
                    <a:pt x="2781244" y="4064761"/>
                  </a:lnTo>
                  <a:lnTo>
                    <a:pt x="2770117" y="4065963"/>
                  </a:lnTo>
                  <a:lnTo>
                    <a:pt x="2716188" y="4072245"/>
                  </a:lnTo>
                  <a:lnTo>
                    <a:pt x="2662779" y="4079189"/>
                  </a:lnTo>
                  <a:lnTo>
                    <a:pt x="2609311" y="4086805"/>
                  </a:lnTo>
                  <a:lnTo>
                    <a:pt x="2555397" y="4095075"/>
                  </a:lnTo>
                  <a:lnTo>
                    <a:pt x="2500817" y="4103958"/>
                  </a:lnTo>
                  <a:lnTo>
                    <a:pt x="2445498" y="4113381"/>
                  </a:lnTo>
                  <a:lnTo>
                    <a:pt x="2389491" y="4123244"/>
                  </a:lnTo>
                  <a:lnTo>
                    <a:pt x="2332952" y="4133423"/>
                  </a:lnTo>
                  <a:lnTo>
                    <a:pt x="2276109" y="4143775"/>
                  </a:lnTo>
                  <a:lnTo>
                    <a:pt x="2219232" y="4154146"/>
                  </a:lnTo>
                  <a:lnTo>
                    <a:pt x="2162596" y="4164380"/>
                  </a:lnTo>
                  <a:lnTo>
                    <a:pt x="2106444" y="4174331"/>
                  </a:lnTo>
                  <a:lnTo>
                    <a:pt x="2050951" y="4183870"/>
                  </a:lnTo>
                  <a:lnTo>
                    <a:pt x="1996195" y="4192890"/>
                  </a:lnTo>
                  <a:lnTo>
                    <a:pt x="1942136" y="4201313"/>
                  </a:lnTo>
                  <a:lnTo>
                    <a:pt x="1888589" y="4209088"/>
                  </a:lnTo>
                  <a:lnTo>
                    <a:pt x="1835210" y="4216193"/>
                  </a:lnTo>
                  <a:lnTo>
                    <a:pt x="1781471" y="4222633"/>
                  </a:lnTo>
                  <a:lnTo>
                    <a:pt x="1768425" y="4224083"/>
                  </a:lnTo>
                  <a:lnTo>
                    <a:pt x="1718704" y="4229197"/>
                  </a:lnTo>
                  <a:lnTo>
                    <a:pt x="1667260" y="4233788"/>
                  </a:lnTo>
                  <a:lnTo>
                    <a:pt x="1613266" y="4237886"/>
                  </a:lnTo>
                  <a:lnTo>
                    <a:pt x="1555799" y="4241537"/>
                  </a:lnTo>
                  <a:lnTo>
                    <a:pt x="1493920" y="4244792"/>
                  </a:lnTo>
                  <a:lnTo>
                    <a:pt x="1426760" y="4247701"/>
                  </a:lnTo>
                  <a:lnTo>
                    <a:pt x="1353625" y="4250307"/>
                  </a:lnTo>
                  <a:lnTo>
                    <a:pt x="1274136" y="4252645"/>
                  </a:lnTo>
                  <a:lnTo>
                    <a:pt x="1188422" y="4254740"/>
                  </a:lnTo>
                  <a:lnTo>
                    <a:pt x="1097331" y="4256606"/>
                  </a:lnTo>
                  <a:lnTo>
                    <a:pt x="1002648" y="4258249"/>
                  </a:lnTo>
                  <a:lnTo>
                    <a:pt x="907217" y="4259667"/>
                  </a:lnTo>
                  <a:lnTo>
                    <a:pt x="814874" y="4260856"/>
                  </a:lnTo>
                  <a:lnTo>
                    <a:pt x="730077" y="4261810"/>
                  </a:lnTo>
                  <a:lnTo>
                    <a:pt x="657216" y="4262534"/>
                  </a:lnTo>
                  <a:lnTo>
                    <a:pt x="599725" y="4263041"/>
                  </a:lnTo>
                  <a:lnTo>
                    <a:pt x="559247" y="4263361"/>
                  </a:lnTo>
                  <a:lnTo>
                    <a:pt x="535140" y="4263532"/>
                  </a:lnTo>
                  <a:lnTo>
                    <a:pt x="524441" y="4263600"/>
                  </a:lnTo>
                  <a:lnTo>
                    <a:pt x="522148" y="4263614"/>
                  </a:lnTo>
                  <a:lnTo>
                    <a:pt x="522133" y="4263614"/>
                  </a:lnTo>
                  <a:lnTo>
                    <a:pt x="0" y="4263614"/>
                  </a:lnTo>
                  <a:lnTo>
                    <a:pt x="0" y="4263614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814" name="pg1814"/>
            <p:cNvSpPr/>
            <p:nvPr/>
          </p:nvSpPr>
          <p:spPr>
            <a:xfrm>
              <a:off x="386606" y="485296"/>
              <a:ext cx="8554953" cy="5054218"/>
            </a:xfrm>
            <a:custGeom>
              <a:avLst/>
              <a:pathLst>
                <a:path w="8554953" h="5054218">
                  <a:moveTo>
                    <a:pt x="0" y="5054218"/>
                  </a:moveTo>
                  <a:lnTo>
                    <a:pt x="522133" y="5054218"/>
                  </a:lnTo>
                  <a:lnTo>
                    <a:pt x="522979" y="5054115"/>
                  </a:lnTo>
                  <a:lnTo>
                    <a:pt x="528560" y="5053387"/>
                  </a:lnTo>
                  <a:lnTo>
                    <a:pt x="542691" y="5051374"/>
                  </a:lnTo>
                  <a:lnTo>
                    <a:pt x="568108" y="5047407"/>
                  </a:lnTo>
                  <a:lnTo>
                    <a:pt x="606292" y="5040859"/>
                  </a:lnTo>
                  <a:lnTo>
                    <a:pt x="657361" y="5031197"/>
                  </a:lnTo>
                  <a:lnTo>
                    <a:pt x="720122" y="5018040"/>
                  </a:lnTo>
                  <a:lnTo>
                    <a:pt x="792348" y="5001166"/>
                  </a:lnTo>
                  <a:lnTo>
                    <a:pt x="871188" y="4980507"/>
                  </a:lnTo>
                  <a:lnTo>
                    <a:pt x="953632" y="4956096"/>
                  </a:lnTo>
                  <a:lnTo>
                    <a:pt x="1036905" y="4928012"/>
                  </a:lnTo>
                  <a:lnTo>
                    <a:pt x="1118725" y="4896319"/>
                  </a:lnTo>
                  <a:lnTo>
                    <a:pt x="1197419" y="4861016"/>
                  </a:lnTo>
                  <a:lnTo>
                    <a:pt x="1271921" y="4822005"/>
                  </a:lnTo>
                  <a:lnTo>
                    <a:pt x="1341693" y="4779073"/>
                  </a:lnTo>
                  <a:lnTo>
                    <a:pt x="1406620" y="4731883"/>
                  </a:lnTo>
                  <a:lnTo>
                    <a:pt x="1466892" y="4679975"/>
                  </a:lnTo>
                  <a:lnTo>
                    <a:pt x="1522912" y="4622780"/>
                  </a:lnTo>
                  <a:lnTo>
                    <a:pt x="1575213" y="4559636"/>
                  </a:lnTo>
                  <a:lnTo>
                    <a:pt x="1624395" y="4489820"/>
                  </a:lnTo>
                  <a:lnTo>
                    <a:pt x="1671085" y="4412608"/>
                  </a:lnTo>
                  <a:lnTo>
                    <a:pt x="1715888" y="4327365"/>
                  </a:lnTo>
                  <a:lnTo>
                    <a:pt x="1759355" y="4233694"/>
                  </a:lnTo>
                  <a:lnTo>
                    <a:pt x="1768425" y="4212789"/>
                  </a:lnTo>
                  <a:lnTo>
                    <a:pt x="1797513" y="4142650"/>
                  </a:lnTo>
                  <a:lnTo>
                    <a:pt x="1826357" y="4068504"/>
                  </a:lnTo>
                  <a:lnTo>
                    <a:pt x="1855069" y="3990273"/>
                  </a:lnTo>
                  <a:lnTo>
                    <a:pt x="1883744" y="3907915"/>
                  </a:lnTo>
                  <a:lnTo>
                    <a:pt x="1912459" y="3821428"/>
                  </a:lnTo>
                  <a:lnTo>
                    <a:pt x="1941276" y="3730857"/>
                  </a:lnTo>
                  <a:lnTo>
                    <a:pt x="1970243" y="3636291"/>
                  </a:lnTo>
                  <a:lnTo>
                    <a:pt x="1999393" y="3537873"/>
                  </a:lnTo>
                  <a:lnTo>
                    <a:pt x="2028749" y="3435794"/>
                  </a:lnTo>
                  <a:lnTo>
                    <a:pt x="2058320" y="3330299"/>
                  </a:lnTo>
                  <a:lnTo>
                    <a:pt x="2088105" y="3221683"/>
                  </a:lnTo>
                  <a:lnTo>
                    <a:pt x="2118093" y="3110289"/>
                  </a:lnTo>
                  <a:lnTo>
                    <a:pt x="2148264" y="2996506"/>
                  </a:lnTo>
                  <a:lnTo>
                    <a:pt x="2178591" y="2880763"/>
                  </a:lnTo>
                  <a:lnTo>
                    <a:pt x="2209040" y="2763523"/>
                  </a:lnTo>
                  <a:lnTo>
                    <a:pt x="2239573" y="2645275"/>
                  </a:lnTo>
                  <a:lnTo>
                    <a:pt x="2270148" y="2526525"/>
                  </a:lnTo>
                  <a:lnTo>
                    <a:pt x="2300722" y="2407790"/>
                  </a:lnTo>
                  <a:lnTo>
                    <a:pt x="2331251" y="2289586"/>
                  </a:lnTo>
                  <a:lnTo>
                    <a:pt x="2361694" y="2172418"/>
                  </a:lnTo>
                  <a:lnTo>
                    <a:pt x="2392013" y="2056776"/>
                  </a:lnTo>
                  <a:lnTo>
                    <a:pt x="2422175" y="1943119"/>
                  </a:lnTo>
                  <a:lnTo>
                    <a:pt x="2452151" y="1831874"/>
                  </a:lnTo>
                  <a:lnTo>
                    <a:pt x="2481924" y="1723428"/>
                  </a:lnTo>
                  <a:lnTo>
                    <a:pt x="2511482" y="1618122"/>
                  </a:lnTo>
                  <a:lnTo>
                    <a:pt x="2540826" y="1516247"/>
                  </a:lnTo>
                  <a:lnTo>
                    <a:pt x="2569965" y="1418045"/>
                  </a:lnTo>
                  <a:lnTo>
                    <a:pt x="2598922" y="1323705"/>
                  </a:lnTo>
                  <a:lnTo>
                    <a:pt x="2627732" y="1233365"/>
                  </a:lnTo>
                  <a:lnTo>
                    <a:pt x="2656443" y="1147114"/>
                  </a:lnTo>
                  <a:lnTo>
                    <a:pt x="2685118" y="1064993"/>
                  </a:lnTo>
                  <a:lnTo>
                    <a:pt x="2713835" y="986998"/>
                  </a:lnTo>
                  <a:lnTo>
                    <a:pt x="2742689" y="913085"/>
                  </a:lnTo>
                  <a:lnTo>
                    <a:pt x="2770117" y="847075"/>
                  </a:lnTo>
                  <a:lnTo>
                    <a:pt x="2813362" y="751609"/>
                  </a:lnTo>
                  <a:lnTo>
                    <a:pt x="2857840" y="664604"/>
                  </a:lnTo>
                  <a:lnTo>
                    <a:pt x="2904082" y="585740"/>
                  </a:lnTo>
                  <a:lnTo>
                    <a:pt x="2952684" y="514419"/>
                  </a:lnTo>
                  <a:lnTo>
                    <a:pt x="3004273" y="449925"/>
                  </a:lnTo>
                  <a:lnTo>
                    <a:pt x="3059459" y="391529"/>
                  </a:lnTo>
                  <a:lnTo>
                    <a:pt x="3118793" y="338553"/>
                  </a:lnTo>
                  <a:lnTo>
                    <a:pt x="3182710" y="290407"/>
                  </a:lnTo>
                  <a:lnTo>
                    <a:pt x="3251455" y="246606"/>
                  </a:lnTo>
                  <a:lnTo>
                    <a:pt x="3324985" y="206788"/>
                  </a:lnTo>
                  <a:lnTo>
                    <a:pt x="3402862" y="170712"/>
                  </a:lnTo>
                  <a:lnTo>
                    <a:pt x="3484138" y="138258"/>
                  </a:lnTo>
                  <a:lnTo>
                    <a:pt x="3567275" y="109407"/>
                  </a:lnTo>
                  <a:lnTo>
                    <a:pt x="3650112" y="84212"/>
                  </a:lnTo>
                  <a:lnTo>
                    <a:pt x="3729963" y="62754"/>
                  </a:lnTo>
                  <a:lnTo>
                    <a:pt x="3803838" y="45080"/>
                  </a:lnTo>
                  <a:lnTo>
                    <a:pt x="3868816" y="31149"/>
                  </a:lnTo>
                  <a:lnTo>
                    <a:pt x="3922498" y="20775"/>
                  </a:lnTo>
                  <a:lnTo>
                    <a:pt x="3963445" y="13607"/>
                  </a:lnTo>
                  <a:lnTo>
                    <a:pt x="3991485" y="9145"/>
                  </a:lnTo>
                  <a:lnTo>
                    <a:pt x="4007815" y="6774"/>
                  </a:lnTo>
                  <a:lnTo>
                    <a:pt x="4014921" y="5829"/>
                  </a:lnTo>
                  <a:lnTo>
                    <a:pt x="4016409" y="5647"/>
                  </a:lnTo>
                  <a:lnTo>
                    <a:pt x="4538543" y="5647"/>
                  </a:lnTo>
                  <a:lnTo>
                    <a:pt x="4539763" y="5699"/>
                  </a:lnTo>
                  <a:lnTo>
                    <a:pt x="4547749" y="6069"/>
                  </a:lnTo>
                  <a:lnTo>
                    <a:pt x="4567740" y="7095"/>
                  </a:lnTo>
                  <a:lnTo>
                    <a:pt x="4603125" y="9110"/>
                  </a:lnTo>
                  <a:lnTo>
                    <a:pt x="4655142" y="12412"/>
                  </a:lnTo>
                  <a:lnTo>
                    <a:pt x="4722807" y="17227"/>
                  </a:lnTo>
                  <a:lnTo>
                    <a:pt x="4803259" y="23690"/>
                  </a:lnTo>
                  <a:lnTo>
                    <a:pt x="4892468" y="31845"/>
                  </a:lnTo>
                  <a:lnTo>
                    <a:pt x="4986082" y="41678"/>
                  </a:lnTo>
                  <a:lnTo>
                    <a:pt x="5080155" y="53148"/>
                  </a:lnTo>
                  <a:lnTo>
                    <a:pt x="5171598" y="66231"/>
                  </a:lnTo>
                  <a:lnTo>
                    <a:pt x="5258332" y="80944"/>
                  </a:lnTo>
                  <a:lnTo>
                    <a:pt x="5339223" y="97368"/>
                  </a:lnTo>
                  <a:lnTo>
                    <a:pt x="5413906" y="115652"/>
                  </a:lnTo>
                  <a:lnTo>
                    <a:pt x="5482571" y="136016"/>
                  </a:lnTo>
                  <a:lnTo>
                    <a:pt x="5545778" y="158744"/>
                  </a:lnTo>
                  <a:lnTo>
                    <a:pt x="5604306" y="184172"/>
                  </a:lnTo>
                  <a:lnTo>
                    <a:pt x="5659037" y="212670"/>
                  </a:lnTo>
                  <a:lnTo>
                    <a:pt x="5710874" y="244595"/>
                  </a:lnTo>
                  <a:lnTo>
                    <a:pt x="5760668" y="280221"/>
                  </a:lnTo>
                  <a:lnTo>
                    <a:pt x="5784835" y="299300"/>
                  </a:lnTo>
                  <a:lnTo>
                    <a:pt x="5828605" y="336752"/>
                  </a:lnTo>
                  <a:lnTo>
                    <a:pt x="5871951" y="377417"/>
                  </a:lnTo>
                  <a:lnTo>
                    <a:pt x="5915211" y="421356"/>
                  </a:lnTo>
                  <a:lnTo>
                    <a:pt x="5958637" y="468555"/>
                  </a:lnTo>
                  <a:lnTo>
                    <a:pt x="6002403" y="518918"/>
                  </a:lnTo>
                  <a:lnTo>
                    <a:pt x="6046614" y="572257"/>
                  </a:lnTo>
                  <a:lnTo>
                    <a:pt x="6091312" y="628293"/>
                  </a:lnTo>
                  <a:lnTo>
                    <a:pt x="6136484" y="686655"/>
                  </a:lnTo>
                  <a:lnTo>
                    <a:pt x="6182066" y="746889"/>
                  </a:lnTo>
                  <a:lnTo>
                    <a:pt x="6227960" y="808469"/>
                  </a:lnTo>
                  <a:lnTo>
                    <a:pt x="6274036" y="870815"/>
                  </a:lnTo>
                  <a:lnTo>
                    <a:pt x="6320150" y="933318"/>
                  </a:lnTo>
                  <a:lnTo>
                    <a:pt x="6366153" y="995359"/>
                  </a:lnTo>
                  <a:lnTo>
                    <a:pt x="6411907" y="1056342"/>
                  </a:lnTo>
                  <a:lnTo>
                    <a:pt x="6457297" y="1115712"/>
                  </a:lnTo>
                  <a:lnTo>
                    <a:pt x="6502238" y="1172974"/>
                  </a:lnTo>
                  <a:lnTo>
                    <a:pt x="6546694" y="1227716"/>
                  </a:lnTo>
                  <a:lnTo>
                    <a:pt x="6590676" y="1279611"/>
                  </a:lnTo>
                  <a:lnTo>
                    <a:pt x="6634256" y="1328425"/>
                  </a:lnTo>
                  <a:lnTo>
                    <a:pt x="6677574" y="1374016"/>
                  </a:lnTo>
                  <a:lnTo>
                    <a:pt x="6720839" y="1416332"/>
                  </a:lnTo>
                  <a:lnTo>
                    <a:pt x="6764347" y="1455395"/>
                  </a:lnTo>
                  <a:lnTo>
                    <a:pt x="6786527" y="1473911"/>
                  </a:lnTo>
                  <a:lnTo>
                    <a:pt x="6835584" y="1511420"/>
                  </a:lnTo>
                  <a:lnTo>
                    <a:pt x="6886308" y="1545155"/>
                  </a:lnTo>
                  <a:lnTo>
                    <a:pt x="6939493" y="1575311"/>
                  </a:lnTo>
                  <a:lnTo>
                    <a:pt x="6996024" y="1602215"/>
                  </a:lnTo>
                  <a:lnTo>
                    <a:pt x="7056804" y="1626238"/>
                  </a:lnTo>
                  <a:lnTo>
                    <a:pt x="7122675" y="1647735"/>
                  </a:lnTo>
                  <a:lnTo>
                    <a:pt x="7194322" y="1667019"/>
                  </a:lnTo>
                  <a:lnTo>
                    <a:pt x="7272141" y="1684342"/>
                  </a:lnTo>
                  <a:lnTo>
                    <a:pt x="7356066" y="1699890"/>
                  </a:lnTo>
                  <a:lnTo>
                    <a:pt x="7445371" y="1713775"/>
                  </a:lnTo>
                  <a:lnTo>
                    <a:pt x="7538463" y="1726046"/>
                  </a:lnTo>
                  <a:lnTo>
                    <a:pt x="7632751" y="1736696"/>
                  </a:lnTo>
                  <a:lnTo>
                    <a:pt x="7724678" y="1745688"/>
                  </a:lnTo>
                  <a:lnTo>
                    <a:pt x="7810016" y="1752989"/>
                  </a:lnTo>
                  <a:lnTo>
                    <a:pt x="7884474" y="1758611"/>
                  </a:lnTo>
                  <a:lnTo>
                    <a:pt x="7944505" y="1762640"/>
                  </a:lnTo>
                  <a:lnTo>
                    <a:pt x="7988126" y="1765260"/>
                  </a:lnTo>
                  <a:lnTo>
                    <a:pt x="8015457" y="1766736"/>
                  </a:lnTo>
                  <a:lnTo>
                    <a:pt x="8028850" y="1767389"/>
                  </a:lnTo>
                  <a:lnTo>
                    <a:pt x="8032666" y="1767558"/>
                  </a:lnTo>
                  <a:lnTo>
                    <a:pt x="8032819" y="1767564"/>
                  </a:lnTo>
                  <a:lnTo>
                    <a:pt x="8554953" y="1767564"/>
                  </a:lnTo>
                  <a:lnTo>
                    <a:pt x="8554953" y="1761917"/>
                  </a:lnTo>
                  <a:lnTo>
                    <a:pt x="8032819" y="1761917"/>
                  </a:lnTo>
                  <a:lnTo>
                    <a:pt x="8031599" y="1761865"/>
                  </a:lnTo>
                  <a:lnTo>
                    <a:pt x="8023613" y="1761494"/>
                  </a:lnTo>
                  <a:lnTo>
                    <a:pt x="8003622" y="1760469"/>
                  </a:lnTo>
                  <a:lnTo>
                    <a:pt x="7968237" y="1758454"/>
                  </a:lnTo>
                  <a:lnTo>
                    <a:pt x="7916220" y="1755152"/>
                  </a:lnTo>
                  <a:lnTo>
                    <a:pt x="7848555" y="1750337"/>
                  </a:lnTo>
                  <a:lnTo>
                    <a:pt x="7768103" y="1743874"/>
                  </a:lnTo>
                  <a:lnTo>
                    <a:pt x="7678894" y="1735718"/>
                  </a:lnTo>
                  <a:lnTo>
                    <a:pt x="7585280" y="1725886"/>
                  </a:lnTo>
                  <a:lnTo>
                    <a:pt x="7491207" y="1714415"/>
                  </a:lnTo>
                  <a:lnTo>
                    <a:pt x="7399764" y="1701333"/>
                  </a:lnTo>
                  <a:lnTo>
                    <a:pt x="7313030" y="1686620"/>
                  </a:lnTo>
                  <a:lnTo>
                    <a:pt x="7232139" y="1670196"/>
                  </a:lnTo>
                  <a:lnTo>
                    <a:pt x="7157456" y="1651911"/>
                  </a:lnTo>
                  <a:lnTo>
                    <a:pt x="7088791" y="1631548"/>
                  </a:lnTo>
                  <a:lnTo>
                    <a:pt x="7025584" y="1608820"/>
                  </a:lnTo>
                  <a:lnTo>
                    <a:pt x="6967056" y="1583391"/>
                  </a:lnTo>
                  <a:lnTo>
                    <a:pt x="6912325" y="1554893"/>
                  </a:lnTo>
                  <a:lnTo>
                    <a:pt x="6860488" y="1522969"/>
                  </a:lnTo>
                  <a:lnTo>
                    <a:pt x="6810694" y="1487343"/>
                  </a:lnTo>
                  <a:lnTo>
                    <a:pt x="6786527" y="1468264"/>
                  </a:lnTo>
                  <a:lnTo>
                    <a:pt x="6742756" y="1430811"/>
                  </a:lnTo>
                  <a:lnTo>
                    <a:pt x="6699411" y="1390146"/>
                  </a:lnTo>
                  <a:lnTo>
                    <a:pt x="6656151" y="1346207"/>
                  </a:lnTo>
                  <a:lnTo>
                    <a:pt x="6612725" y="1299008"/>
                  </a:lnTo>
                  <a:lnTo>
                    <a:pt x="6568959" y="1248646"/>
                  </a:lnTo>
                  <a:lnTo>
                    <a:pt x="6524748" y="1195307"/>
                  </a:lnTo>
                  <a:lnTo>
                    <a:pt x="6480050" y="1139271"/>
                  </a:lnTo>
                  <a:lnTo>
                    <a:pt x="6434878" y="1080908"/>
                  </a:lnTo>
                  <a:lnTo>
                    <a:pt x="6389296" y="1020674"/>
                  </a:lnTo>
                  <a:lnTo>
                    <a:pt x="6343402" y="959094"/>
                  </a:lnTo>
                  <a:lnTo>
                    <a:pt x="6297326" y="896748"/>
                  </a:lnTo>
                  <a:lnTo>
                    <a:pt x="6251212" y="834246"/>
                  </a:lnTo>
                  <a:lnTo>
                    <a:pt x="6205209" y="772204"/>
                  </a:lnTo>
                  <a:lnTo>
                    <a:pt x="6159455" y="711221"/>
                  </a:lnTo>
                  <a:lnTo>
                    <a:pt x="6114065" y="651852"/>
                  </a:lnTo>
                  <a:lnTo>
                    <a:pt x="6069123" y="594589"/>
                  </a:lnTo>
                  <a:lnTo>
                    <a:pt x="6024668" y="539847"/>
                  </a:lnTo>
                  <a:lnTo>
                    <a:pt x="5980686" y="487953"/>
                  </a:lnTo>
                  <a:lnTo>
                    <a:pt x="5937106" y="439139"/>
                  </a:lnTo>
                  <a:lnTo>
                    <a:pt x="5893788" y="393547"/>
                  </a:lnTo>
                  <a:lnTo>
                    <a:pt x="5850523" y="351232"/>
                  </a:lnTo>
                  <a:lnTo>
                    <a:pt x="5807015" y="312169"/>
                  </a:lnTo>
                  <a:lnTo>
                    <a:pt x="5784835" y="293652"/>
                  </a:lnTo>
                  <a:lnTo>
                    <a:pt x="5735778" y="256143"/>
                  </a:lnTo>
                  <a:lnTo>
                    <a:pt x="5685054" y="222409"/>
                  </a:lnTo>
                  <a:lnTo>
                    <a:pt x="5631869" y="192253"/>
                  </a:lnTo>
                  <a:lnTo>
                    <a:pt x="5575338" y="165348"/>
                  </a:lnTo>
                  <a:lnTo>
                    <a:pt x="5514558" y="141326"/>
                  </a:lnTo>
                  <a:lnTo>
                    <a:pt x="5448687" y="119829"/>
                  </a:lnTo>
                  <a:lnTo>
                    <a:pt x="5377039" y="100545"/>
                  </a:lnTo>
                  <a:lnTo>
                    <a:pt x="5299221" y="83221"/>
                  </a:lnTo>
                  <a:lnTo>
                    <a:pt x="5215296" y="67674"/>
                  </a:lnTo>
                  <a:lnTo>
                    <a:pt x="5125991" y="53788"/>
                  </a:lnTo>
                  <a:lnTo>
                    <a:pt x="5032899" y="41517"/>
                  </a:lnTo>
                  <a:lnTo>
                    <a:pt x="4938611" y="30868"/>
                  </a:lnTo>
                  <a:lnTo>
                    <a:pt x="4846684" y="21876"/>
                  </a:lnTo>
                  <a:lnTo>
                    <a:pt x="4761346" y="14575"/>
                  </a:lnTo>
                  <a:lnTo>
                    <a:pt x="4686888" y="8953"/>
                  </a:lnTo>
                  <a:lnTo>
                    <a:pt x="4626857" y="4923"/>
                  </a:lnTo>
                  <a:lnTo>
                    <a:pt x="4583236" y="2304"/>
                  </a:lnTo>
                  <a:lnTo>
                    <a:pt x="4555905" y="828"/>
                  </a:lnTo>
                  <a:lnTo>
                    <a:pt x="4542512" y="175"/>
                  </a:lnTo>
                  <a:lnTo>
                    <a:pt x="4538696" y="6"/>
                  </a:lnTo>
                  <a:lnTo>
                    <a:pt x="4538543" y="0"/>
                  </a:lnTo>
                  <a:lnTo>
                    <a:pt x="4016409" y="0"/>
                  </a:lnTo>
                  <a:lnTo>
                    <a:pt x="4015563" y="102"/>
                  </a:lnTo>
                  <a:lnTo>
                    <a:pt x="4009982" y="830"/>
                  </a:lnTo>
                  <a:lnTo>
                    <a:pt x="3995851" y="2843"/>
                  </a:lnTo>
                  <a:lnTo>
                    <a:pt x="3970434" y="6810"/>
                  </a:lnTo>
                  <a:lnTo>
                    <a:pt x="3932250" y="13358"/>
                  </a:lnTo>
                  <a:lnTo>
                    <a:pt x="3881182" y="23020"/>
                  </a:lnTo>
                  <a:lnTo>
                    <a:pt x="3818420" y="36177"/>
                  </a:lnTo>
                  <a:lnTo>
                    <a:pt x="3746195" y="53051"/>
                  </a:lnTo>
                  <a:lnTo>
                    <a:pt x="3667354" y="73710"/>
                  </a:lnTo>
                  <a:lnTo>
                    <a:pt x="3584910" y="98121"/>
                  </a:lnTo>
                  <a:lnTo>
                    <a:pt x="3501637" y="126205"/>
                  </a:lnTo>
                  <a:lnTo>
                    <a:pt x="3419817" y="157898"/>
                  </a:lnTo>
                  <a:lnTo>
                    <a:pt x="3341123" y="193201"/>
                  </a:lnTo>
                  <a:lnTo>
                    <a:pt x="3266621" y="232212"/>
                  </a:lnTo>
                  <a:lnTo>
                    <a:pt x="3196849" y="275144"/>
                  </a:lnTo>
                  <a:lnTo>
                    <a:pt x="3131922" y="322335"/>
                  </a:lnTo>
                  <a:lnTo>
                    <a:pt x="3071650" y="374242"/>
                  </a:lnTo>
                  <a:lnTo>
                    <a:pt x="3015630" y="431437"/>
                  </a:lnTo>
                  <a:lnTo>
                    <a:pt x="2963330" y="494582"/>
                  </a:lnTo>
                  <a:lnTo>
                    <a:pt x="2914147" y="564397"/>
                  </a:lnTo>
                  <a:lnTo>
                    <a:pt x="2867458" y="641609"/>
                  </a:lnTo>
                  <a:lnTo>
                    <a:pt x="2822654" y="726852"/>
                  </a:lnTo>
                  <a:lnTo>
                    <a:pt x="2779187" y="820523"/>
                  </a:lnTo>
                  <a:lnTo>
                    <a:pt x="2770117" y="841428"/>
                  </a:lnTo>
                  <a:lnTo>
                    <a:pt x="2741029" y="911568"/>
                  </a:lnTo>
                  <a:lnTo>
                    <a:pt x="2712185" y="985713"/>
                  </a:lnTo>
                  <a:lnTo>
                    <a:pt x="2683473" y="1063944"/>
                  </a:lnTo>
                  <a:lnTo>
                    <a:pt x="2654798" y="1146302"/>
                  </a:lnTo>
                  <a:lnTo>
                    <a:pt x="2626083" y="1232789"/>
                  </a:lnTo>
                  <a:lnTo>
                    <a:pt x="2597266" y="1323361"/>
                  </a:lnTo>
                  <a:lnTo>
                    <a:pt x="2568299" y="1417926"/>
                  </a:lnTo>
                  <a:lnTo>
                    <a:pt x="2539149" y="1516345"/>
                  </a:lnTo>
                  <a:lnTo>
                    <a:pt x="2509793" y="1618423"/>
                  </a:lnTo>
                  <a:lnTo>
                    <a:pt x="2480222" y="1723918"/>
                  </a:lnTo>
                  <a:lnTo>
                    <a:pt x="2450437" y="1832535"/>
                  </a:lnTo>
                  <a:lnTo>
                    <a:pt x="2420450" y="1943928"/>
                  </a:lnTo>
                  <a:lnTo>
                    <a:pt x="2390279" y="2057711"/>
                  </a:lnTo>
                  <a:lnTo>
                    <a:pt x="2359952" y="2173454"/>
                  </a:lnTo>
                  <a:lnTo>
                    <a:pt x="2329502" y="2290694"/>
                  </a:lnTo>
                  <a:lnTo>
                    <a:pt x="2298969" y="2408942"/>
                  </a:lnTo>
                  <a:lnTo>
                    <a:pt x="2268394" y="2527692"/>
                  </a:lnTo>
                  <a:lnTo>
                    <a:pt x="2237820" y="2646427"/>
                  </a:lnTo>
                  <a:lnTo>
                    <a:pt x="2207291" y="2764632"/>
                  </a:lnTo>
                  <a:lnTo>
                    <a:pt x="2176848" y="2881799"/>
                  </a:lnTo>
                  <a:lnTo>
                    <a:pt x="2146529" y="2997441"/>
                  </a:lnTo>
                  <a:lnTo>
                    <a:pt x="2116368" y="3111098"/>
                  </a:lnTo>
                  <a:lnTo>
                    <a:pt x="2086391" y="3222343"/>
                  </a:lnTo>
                  <a:lnTo>
                    <a:pt x="2056618" y="3330789"/>
                  </a:lnTo>
                  <a:lnTo>
                    <a:pt x="2027060" y="3436095"/>
                  </a:lnTo>
                  <a:lnTo>
                    <a:pt x="1997716" y="3537970"/>
                  </a:lnTo>
                  <a:lnTo>
                    <a:pt x="1968577" y="3636173"/>
                  </a:lnTo>
                  <a:lnTo>
                    <a:pt x="1939620" y="3730512"/>
                  </a:lnTo>
                  <a:lnTo>
                    <a:pt x="1910810" y="3820852"/>
                  </a:lnTo>
                  <a:lnTo>
                    <a:pt x="1882099" y="3907103"/>
                  </a:lnTo>
                  <a:lnTo>
                    <a:pt x="1853424" y="3989224"/>
                  </a:lnTo>
                  <a:lnTo>
                    <a:pt x="1824707" y="4067219"/>
                  </a:lnTo>
                  <a:lnTo>
                    <a:pt x="1795853" y="4141132"/>
                  </a:lnTo>
                  <a:lnTo>
                    <a:pt x="1768425" y="4207142"/>
                  </a:lnTo>
                  <a:lnTo>
                    <a:pt x="1725180" y="4302608"/>
                  </a:lnTo>
                  <a:lnTo>
                    <a:pt x="1680702" y="4389613"/>
                  </a:lnTo>
                  <a:lnTo>
                    <a:pt x="1634461" y="4468477"/>
                  </a:lnTo>
                  <a:lnTo>
                    <a:pt x="1585858" y="4539798"/>
                  </a:lnTo>
                  <a:lnTo>
                    <a:pt x="1534269" y="4604293"/>
                  </a:lnTo>
                  <a:lnTo>
                    <a:pt x="1479083" y="4662688"/>
                  </a:lnTo>
                  <a:lnTo>
                    <a:pt x="1419750" y="4715664"/>
                  </a:lnTo>
                  <a:lnTo>
                    <a:pt x="1355832" y="4763810"/>
                  </a:lnTo>
                  <a:lnTo>
                    <a:pt x="1287087" y="4807611"/>
                  </a:lnTo>
                  <a:lnTo>
                    <a:pt x="1213557" y="4847430"/>
                  </a:lnTo>
                  <a:lnTo>
                    <a:pt x="1135681" y="4883505"/>
                  </a:lnTo>
                  <a:lnTo>
                    <a:pt x="1054404" y="4915959"/>
                  </a:lnTo>
                  <a:lnTo>
                    <a:pt x="971268" y="4944810"/>
                  </a:lnTo>
                  <a:lnTo>
                    <a:pt x="888430" y="4970005"/>
                  </a:lnTo>
                  <a:lnTo>
                    <a:pt x="808579" y="4991464"/>
                  </a:lnTo>
                  <a:lnTo>
                    <a:pt x="734704" y="5009137"/>
                  </a:lnTo>
                  <a:lnTo>
                    <a:pt x="669726" y="5023068"/>
                  </a:lnTo>
                  <a:lnTo>
                    <a:pt x="616044" y="5033442"/>
                  </a:lnTo>
                  <a:lnTo>
                    <a:pt x="575097" y="5040610"/>
                  </a:lnTo>
                  <a:lnTo>
                    <a:pt x="547057" y="5045072"/>
                  </a:lnTo>
                  <a:lnTo>
                    <a:pt x="530727" y="5047443"/>
                  </a:lnTo>
                  <a:lnTo>
                    <a:pt x="523621" y="5048388"/>
                  </a:lnTo>
                  <a:lnTo>
                    <a:pt x="522133" y="5048570"/>
                  </a:lnTo>
                  <a:lnTo>
                    <a:pt x="0" y="5048570"/>
                  </a:lnTo>
                  <a:close/>
                </a:path>
              </a:pathLst>
            </a:custGeom>
            <a:solidFill>
              <a:srgbClr val="6FA8DC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1815" name="pl1815"/>
            <p:cNvSpPr/>
            <p:nvPr/>
          </p:nvSpPr>
          <p:spPr>
            <a:xfrm>
              <a:off x="386606" y="490943"/>
              <a:ext cx="8554953" cy="5048570"/>
            </a:xfrm>
            <a:custGeom>
              <a:avLst/>
              <a:pathLst>
                <a:path w="8554953" h="5048570">
                  <a:moveTo>
                    <a:pt x="0" y="5048570"/>
                  </a:moveTo>
                  <a:lnTo>
                    <a:pt x="522133" y="5048570"/>
                  </a:lnTo>
                  <a:lnTo>
                    <a:pt x="522979" y="5048468"/>
                  </a:lnTo>
                  <a:lnTo>
                    <a:pt x="528560" y="5047740"/>
                  </a:lnTo>
                  <a:lnTo>
                    <a:pt x="542691" y="5045727"/>
                  </a:lnTo>
                  <a:lnTo>
                    <a:pt x="568108" y="5041760"/>
                  </a:lnTo>
                  <a:lnTo>
                    <a:pt x="606292" y="5035211"/>
                  </a:lnTo>
                  <a:lnTo>
                    <a:pt x="657361" y="5025550"/>
                  </a:lnTo>
                  <a:lnTo>
                    <a:pt x="720122" y="5012392"/>
                  </a:lnTo>
                  <a:lnTo>
                    <a:pt x="792348" y="4995519"/>
                  </a:lnTo>
                  <a:lnTo>
                    <a:pt x="871188" y="4974859"/>
                  </a:lnTo>
                  <a:lnTo>
                    <a:pt x="953632" y="4950449"/>
                  </a:lnTo>
                  <a:lnTo>
                    <a:pt x="1036905" y="4922365"/>
                  </a:lnTo>
                  <a:lnTo>
                    <a:pt x="1118725" y="4890672"/>
                  </a:lnTo>
                  <a:lnTo>
                    <a:pt x="1197419" y="4855369"/>
                  </a:lnTo>
                  <a:lnTo>
                    <a:pt x="1271921" y="4816358"/>
                  </a:lnTo>
                  <a:lnTo>
                    <a:pt x="1341693" y="4773426"/>
                  </a:lnTo>
                  <a:lnTo>
                    <a:pt x="1406620" y="4726235"/>
                  </a:lnTo>
                  <a:lnTo>
                    <a:pt x="1466892" y="4674328"/>
                  </a:lnTo>
                  <a:lnTo>
                    <a:pt x="1522912" y="4617133"/>
                  </a:lnTo>
                  <a:lnTo>
                    <a:pt x="1575213" y="4553988"/>
                  </a:lnTo>
                  <a:lnTo>
                    <a:pt x="1624395" y="4484173"/>
                  </a:lnTo>
                  <a:lnTo>
                    <a:pt x="1671085" y="4406961"/>
                  </a:lnTo>
                  <a:lnTo>
                    <a:pt x="1715888" y="4321718"/>
                  </a:lnTo>
                  <a:lnTo>
                    <a:pt x="1759355" y="4228047"/>
                  </a:lnTo>
                  <a:lnTo>
                    <a:pt x="1768425" y="4207142"/>
                  </a:lnTo>
                  <a:lnTo>
                    <a:pt x="1797513" y="4137002"/>
                  </a:lnTo>
                  <a:lnTo>
                    <a:pt x="1826357" y="4062857"/>
                  </a:lnTo>
                  <a:lnTo>
                    <a:pt x="1855069" y="3984626"/>
                  </a:lnTo>
                  <a:lnTo>
                    <a:pt x="1883744" y="3902268"/>
                  </a:lnTo>
                  <a:lnTo>
                    <a:pt x="1912459" y="3815781"/>
                  </a:lnTo>
                  <a:lnTo>
                    <a:pt x="1941276" y="3725209"/>
                  </a:lnTo>
                  <a:lnTo>
                    <a:pt x="1970243" y="3630644"/>
                  </a:lnTo>
                  <a:lnTo>
                    <a:pt x="1999393" y="3532225"/>
                  </a:lnTo>
                  <a:lnTo>
                    <a:pt x="2028749" y="3430147"/>
                  </a:lnTo>
                  <a:lnTo>
                    <a:pt x="2058320" y="3324652"/>
                  </a:lnTo>
                  <a:lnTo>
                    <a:pt x="2088105" y="3216035"/>
                  </a:lnTo>
                  <a:lnTo>
                    <a:pt x="2118093" y="3104642"/>
                  </a:lnTo>
                  <a:lnTo>
                    <a:pt x="2148264" y="2990859"/>
                  </a:lnTo>
                  <a:lnTo>
                    <a:pt x="2178591" y="2875116"/>
                  </a:lnTo>
                  <a:lnTo>
                    <a:pt x="2209040" y="2757876"/>
                  </a:lnTo>
                  <a:lnTo>
                    <a:pt x="2239573" y="2639628"/>
                  </a:lnTo>
                  <a:lnTo>
                    <a:pt x="2270148" y="2520878"/>
                  </a:lnTo>
                  <a:lnTo>
                    <a:pt x="2300722" y="2402143"/>
                  </a:lnTo>
                  <a:lnTo>
                    <a:pt x="2331251" y="2283938"/>
                  </a:lnTo>
                  <a:lnTo>
                    <a:pt x="2361694" y="2166771"/>
                  </a:lnTo>
                  <a:lnTo>
                    <a:pt x="2392013" y="2051129"/>
                  </a:lnTo>
                  <a:lnTo>
                    <a:pt x="2422175" y="1937472"/>
                  </a:lnTo>
                  <a:lnTo>
                    <a:pt x="2452151" y="1826227"/>
                  </a:lnTo>
                  <a:lnTo>
                    <a:pt x="2481924" y="1717781"/>
                  </a:lnTo>
                  <a:lnTo>
                    <a:pt x="2511482" y="1612474"/>
                  </a:lnTo>
                  <a:lnTo>
                    <a:pt x="2540826" y="1510600"/>
                  </a:lnTo>
                  <a:lnTo>
                    <a:pt x="2569965" y="1412397"/>
                  </a:lnTo>
                  <a:lnTo>
                    <a:pt x="2598922" y="1318057"/>
                  </a:lnTo>
                  <a:lnTo>
                    <a:pt x="2627732" y="1227718"/>
                  </a:lnTo>
                  <a:lnTo>
                    <a:pt x="2656443" y="1141467"/>
                  </a:lnTo>
                  <a:lnTo>
                    <a:pt x="2685118" y="1059346"/>
                  </a:lnTo>
                  <a:lnTo>
                    <a:pt x="2713835" y="981351"/>
                  </a:lnTo>
                  <a:lnTo>
                    <a:pt x="2742689" y="907438"/>
                  </a:lnTo>
                  <a:lnTo>
                    <a:pt x="2770117" y="841428"/>
                  </a:lnTo>
                  <a:lnTo>
                    <a:pt x="2813362" y="745962"/>
                  </a:lnTo>
                  <a:lnTo>
                    <a:pt x="2857840" y="658957"/>
                  </a:lnTo>
                  <a:lnTo>
                    <a:pt x="2904082" y="580093"/>
                  </a:lnTo>
                  <a:lnTo>
                    <a:pt x="2952684" y="508772"/>
                  </a:lnTo>
                  <a:lnTo>
                    <a:pt x="3004273" y="444277"/>
                  </a:lnTo>
                  <a:lnTo>
                    <a:pt x="3059459" y="385882"/>
                  </a:lnTo>
                  <a:lnTo>
                    <a:pt x="3118793" y="332906"/>
                  </a:lnTo>
                  <a:lnTo>
                    <a:pt x="3182710" y="284760"/>
                  </a:lnTo>
                  <a:lnTo>
                    <a:pt x="3251455" y="240959"/>
                  </a:lnTo>
                  <a:lnTo>
                    <a:pt x="3324985" y="201140"/>
                  </a:lnTo>
                  <a:lnTo>
                    <a:pt x="3402862" y="165065"/>
                  </a:lnTo>
                  <a:lnTo>
                    <a:pt x="3484138" y="132611"/>
                  </a:lnTo>
                  <a:lnTo>
                    <a:pt x="3567275" y="103760"/>
                  </a:lnTo>
                  <a:lnTo>
                    <a:pt x="3650112" y="78565"/>
                  </a:lnTo>
                  <a:lnTo>
                    <a:pt x="3729963" y="57106"/>
                  </a:lnTo>
                  <a:lnTo>
                    <a:pt x="3803838" y="39433"/>
                  </a:lnTo>
                  <a:lnTo>
                    <a:pt x="3868816" y="25502"/>
                  </a:lnTo>
                  <a:lnTo>
                    <a:pt x="3922498" y="15128"/>
                  </a:lnTo>
                  <a:lnTo>
                    <a:pt x="3963445" y="7960"/>
                  </a:lnTo>
                  <a:lnTo>
                    <a:pt x="3991485" y="3498"/>
                  </a:lnTo>
                  <a:lnTo>
                    <a:pt x="4007815" y="1126"/>
                  </a:lnTo>
                  <a:lnTo>
                    <a:pt x="4014921" y="182"/>
                  </a:lnTo>
                  <a:lnTo>
                    <a:pt x="4016401" y="0"/>
                  </a:lnTo>
                  <a:lnTo>
                    <a:pt x="4016409" y="0"/>
                  </a:lnTo>
                  <a:lnTo>
                    <a:pt x="4538543" y="0"/>
                  </a:lnTo>
                  <a:lnTo>
                    <a:pt x="4539763" y="51"/>
                  </a:lnTo>
                  <a:lnTo>
                    <a:pt x="4547749" y="422"/>
                  </a:lnTo>
                  <a:lnTo>
                    <a:pt x="4567740" y="1448"/>
                  </a:lnTo>
                  <a:lnTo>
                    <a:pt x="4603125" y="3462"/>
                  </a:lnTo>
                  <a:lnTo>
                    <a:pt x="4655142" y="6764"/>
                  </a:lnTo>
                  <a:lnTo>
                    <a:pt x="4722807" y="11580"/>
                  </a:lnTo>
                  <a:lnTo>
                    <a:pt x="4803259" y="18043"/>
                  </a:lnTo>
                  <a:lnTo>
                    <a:pt x="4892468" y="26198"/>
                  </a:lnTo>
                  <a:lnTo>
                    <a:pt x="4986082" y="36031"/>
                  </a:lnTo>
                  <a:lnTo>
                    <a:pt x="5080155" y="47501"/>
                  </a:lnTo>
                  <a:lnTo>
                    <a:pt x="5171598" y="60583"/>
                  </a:lnTo>
                  <a:lnTo>
                    <a:pt x="5258332" y="75297"/>
                  </a:lnTo>
                  <a:lnTo>
                    <a:pt x="5339223" y="91721"/>
                  </a:lnTo>
                  <a:lnTo>
                    <a:pt x="5413906" y="110005"/>
                  </a:lnTo>
                  <a:lnTo>
                    <a:pt x="5482571" y="130369"/>
                  </a:lnTo>
                  <a:lnTo>
                    <a:pt x="5545778" y="153096"/>
                  </a:lnTo>
                  <a:lnTo>
                    <a:pt x="5604306" y="178525"/>
                  </a:lnTo>
                  <a:lnTo>
                    <a:pt x="5659037" y="207023"/>
                  </a:lnTo>
                  <a:lnTo>
                    <a:pt x="5710874" y="238947"/>
                  </a:lnTo>
                  <a:lnTo>
                    <a:pt x="5760668" y="274573"/>
                  </a:lnTo>
                  <a:lnTo>
                    <a:pt x="5784835" y="293652"/>
                  </a:lnTo>
                  <a:lnTo>
                    <a:pt x="5828605" y="331105"/>
                  </a:lnTo>
                  <a:lnTo>
                    <a:pt x="5871951" y="371770"/>
                  </a:lnTo>
                  <a:lnTo>
                    <a:pt x="5915211" y="415709"/>
                  </a:lnTo>
                  <a:lnTo>
                    <a:pt x="5958637" y="462908"/>
                  </a:lnTo>
                  <a:lnTo>
                    <a:pt x="6002403" y="513270"/>
                  </a:lnTo>
                  <a:lnTo>
                    <a:pt x="6046614" y="566609"/>
                  </a:lnTo>
                  <a:lnTo>
                    <a:pt x="6091312" y="622646"/>
                  </a:lnTo>
                  <a:lnTo>
                    <a:pt x="6136484" y="681008"/>
                  </a:lnTo>
                  <a:lnTo>
                    <a:pt x="6182066" y="741242"/>
                  </a:lnTo>
                  <a:lnTo>
                    <a:pt x="6227960" y="802822"/>
                  </a:lnTo>
                  <a:lnTo>
                    <a:pt x="6274036" y="865168"/>
                  </a:lnTo>
                  <a:lnTo>
                    <a:pt x="6320150" y="927670"/>
                  </a:lnTo>
                  <a:lnTo>
                    <a:pt x="6366153" y="989712"/>
                  </a:lnTo>
                  <a:lnTo>
                    <a:pt x="6411907" y="1050695"/>
                  </a:lnTo>
                  <a:lnTo>
                    <a:pt x="6457297" y="1110065"/>
                  </a:lnTo>
                  <a:lnTo>
                    <a:pt x="6502238" y="1167327"/>
                  </a:lnTo>
                  <a:lnTo>
                    <a:pt x="6546694" y="1222069"/>
                  </a:lnTo>
                  <a:lnTo>
                    <a:pt x="6590676" y="1273963"/>
                  </a:lnTo>
                  <a:lnTo>
                    <a:pt x="6634256" y="1322777"/>
                  </a:lnTo>
                  <a:lnTo>
                    <a:pt x="6677574" y="1368369"/>
                  </a:lnTo>
                  <a:lnTo>
                    <a:pt x="6720839" y="1410684"/>
                  </a:lnTo>
                  <a:lnTo>
                    <a:pt x="6764347" y="1449747"/>
                  </a:lnTo>
                  <a:lnTo>
                    <a:pt x="6786527" y="1468264"/>
                  </a:lnTo>
                  <a:lnTo>
                    <a:pt x="6835584" y="1505773"/>
                  </a:lnTo>
                  <a:lnTo>
                    <a:pt x="6886308" y="1539508"/>
                  </a:lnTo>
                  <a:lnTo>
                    <a:pt x="6939493" y="1569663"/>
                  </a:lnTo>
                  <a:lnTo>
                    <a:pt x="6996024" y="1596568"/>
                  </a:lnTo>
                  <a:lnTo>
                    <a:pt x="7056804" y="1620591"/>
                  </a:lnTo>
                  <a:lnTo>
                    <a:pt x="7122675" y="1642088"/>
                  </a:lnTo>
                  <a:lnTo>
                    <a:pt x="7194322" y="1661371"/>
                  </a:lnTo>
                  <a:lnTo>
                    <a:pt x="7272141" y="1678695"/>
                  </a:lnTo>
                  <a:lnTo>
                    <a:pt x="7356066" y="1694243"/>
                  </a:lnTo>
                  <a:lnTo>
                    <a:pt x="7445371" y="1708128"/>
                  </a:lnTo>
                  <a:lnTo>
                    <a:pt x="7538463" y="1720399"/>
                  </a:lnTo>
                  <a:lnTo>
                    <a:pt x="7632751" y="1731049"/>
                  </a:lnTo>
                  <a:lnTo>
                    <a:pt x="7724678" y="1740040"/>
                  </a:lnTo>
                  <a:lnTo>
                    <a:pt x="7810016" y="1747342"/>
                  </a:lnTo>
                  <a:lnTo>
                    <a:pt x="7884474" y="1752963"/>
                  </a:lnTo>
                  <a:lnTo>
                    <a:pt x="7944505" y="1756993"/>
                  </a:lnTo>
                  <a:lnTo>
                    <a:pt x="7988126" y="1759613"/>
                  </a:lnTo>
                  <a:lnTo>
                    <a:pt x="8015457" y="1761088"/>
                  </a:lnTo>
                  <a:lnTo>
                    <a:pt x="8028850" y="1761741"/>
                  </a:lnTo>
                  <a:lnTo>
                    <a:pt x="8032666" y="1761911"/>
                  </a:lnTo>
                  <a:lnTo>
                    <a:pt x="8032819" y="1761917"/>
                  </a:lnTo>
                  <a:lnTo>
                    <a:pt x="8554953" y="1761917"/>
                  </a:lnTo>
                  <a:lnTo>
                    <a:pt x="8554953" y="1761917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816" name="pl1816"/>
            <p:cNvSpPr/>
            <p:nvPr/>
          </p:nvSpPr>
          <p:spPr>
            <a:xfrm>
              <a:off x="386606" y="485296"/>
              <a:ext cx="8554953" cy="5048570"/>
            </a:xfrm>
            <a:custGeom>
              <a:avLst/>
              <a:pathLst>
                <a:path w="8554953" h="5048570">
                  <a:moveTo>
                    <a:pt x="8554953" y="1761917"/>
                  </a:moveTo>
                  <a:lnTo>
                    <a:pt x="8032819" y="1761917"/>
                  </a:lnTo>
                  <a:lnTo>
                    <a:pt x="8031599" y="1761865"/>
                  </a:lnTo>
                  <a:lnTo>
                    <a:pt x="8023613" y="1761494"/>
                  </a:lnTo>
                  <a:lnTo>
                    <a:pt x="8003622" y="1760469"/>
                  </a:lnTo>
                  <a:lnTo>
                    <a:pt x="7968237" y="1758454"/>
                  </a:lnTo>
                  <a:lnTo>
                    <a:pt x="7916220" y="1755152"/>
                  </a:lnTo>
                  <a:lnTo>
                    <a:pt x="7848555" y="1750337"/>
                  </a:lnTo>
                  <a:lnTo>
                    <a:pt x="7768103" y="1743874"/>
                  </a:lnTo>
                  <a:lnTo>
                    <a:pt x="7678894" y="1735718"/>
                  </a:lnTo>
                  <a:lnTo>
                    <a:pt x="7585280" y="1725886"/>
                  </a:lnTo>
                  <a:lnTo>
                    <a:pt x="7491207" y="1714415"/>
                  </a:lnTo>
                  <a:lnTo>
                    <a:pt x="7399764" y="1701333"/>
                  </a:lnTo>
                  <a:lnTo>
                    <a:pt x="7313030" y="1686620"/>
                  </a:lnTo>
                  <a:lnTo>
                    <a:pt x="7232139" y="1670196"/>
                  </a:lnTo>
                  <a:lnTo>
                    <a:pt x="7157456" y="1651911"/>
                  </a:lnTo>
                  <a:lnTo>
                    <a:pt x="7088791" y="1631548"/>
                  </a:lnTo>
                  <a:lnTo>
                    <a:pt x="7025584" y="1608820"/>
                  </a:lnTo>
                  <a:lnTo>
                    <a:pt x="6967056" y="1583391"/>
                  </a:lnTo>
                  <a:lnTo>
                    <a:pt x="6912325" y="1554893"/>
                  </a:lnTo>
                  <a:lnTo>
                    <a:pt x="6860488" y="1522969"/>
                  </a:lnTo>
                  <a:lnTo>
                    <a:pt x="6810694" y="1487343"/>
                  </a:lnTo>
                  <a:lnTo>
                    <a:pt x="6786527" y="1468264"/>
                  </a:lnTo>
                  <a:lnTo>
                    <a:pt x="6742756" y="1430811"/>
                  </a:lnTo>
                  <a:lnTo>
                    <a:pt x="6699411" y="1390146"/>
                  </a:lnTo>
                  <a:lnTo>
                    <a:pt x="6656151" y="1346207"/>
                  </a:lnTo>
                  <a:lnTo>
                    <a:pt x="6612725" y="1299008"/>
                  </a:lnTo>
                  <a:lnTo>
                    <a:pt x="6568959" y="1248646"/>
                  </a:lnTo>
                  <a:lnTo>
                    <a:pt x="6524748" y="1195307"/>
                  </a:lnTo>
                  <a:lnTo>
                    <a:pt x="6480050" y="1139271"/>
                  </a:lnTo>
                  <a:lnTo>
                    <a:pt x="6434878" y="1080908"/>
                  </a:lnTo>
                  <a:lnTo>
                    <a:pt x="6389296" y="1020674"/>
                  </a:lnTo>
                  <a:lnTo>
                    <a:pt x="6343402" y="959094"/>
                  </a:lnTo>
                  <a:lnTo>
                    <a:pt x="6297326" y="896748"/>
                  </a:lnTo>
                  <a:lnTo>
                    <a:pt x="6251212" y="834246"/>
                  </a:lnTo>
                  <a:lnTo>
                    <a:pt x="6205209" y="772204"/>
                  </a:lnTo>
                  <a:lnTo>
                    <a:pt x="6159455" y="711221"/>
                  </a:lnTo>
                  <a:lnTo>
                    <a:pt x="6114065" y="651852"/>
                  </a:lnTo>
                  <a:lnTo>
                    <a:pt x="6069123" y="594589"/>
                  </a:lnTo>
                  <a:lnTo>
                    <a:pt x="6024668" y="539847"/>
                  </a:lnTo>
                  <a:lnTo>
                    <a:pt x="5980686" y="487953"/>
                  </a:lnTo>
                  <a:lnTo>
                    <a:pt x="5937106" y="439139"/>
                  </a:lnTo>
                  <a:lnTo>
                    <a:pt x="5893788" y="393547"/>
                  </a:lnTo>
                  <a:lnTo>
                    <a:pt x="5850523" y="351232"/>
                  </a:lnTo>
                  <a:lnTo>
                    <a:pt x="5807015" y="312169"/>
                  </a:lnTo>
                  <a:lnTo>
                    <a:pt x="5784835" y="293652"/>
                  </a:lnTo>
                  <a:lnTo>
                    <a:pt x="5735778" y="256143"/>
                  </a:lnTo>
                  <a:lnTo>
                    <a:pt x="5685054" y="222409"/>
                  </a:lnTo>
                  <a:lnTo>
                    <a:pt x="5631869" y="192253"/>
                  </a:lnTo>
                  <a:lnTo>
                    <a:pt x="5575338" y="165348"/>
                  </a:lnTo>
                  <a:lnTo>
                    <a:pt x="5514558" y="141326"/>
                  </a:lnTo>
                  <a:lnTo>
                    <a:pt x="5448687" y="119829"/>
                  </a:lnTo>
                  <a:lnTo>
                    <a:pt x="5377039" y="100545"/>
                  </a:lnTo>
                  <a:lnTo>
                    <a:pt x="5299221" y="83221"/>
                  </a:lnTo>
                  <a:lnTo>
                    <a:pt x="5215296" y="67674"/>
                  </a:lnTo>
                  <a:lnTo>
                    <a:pt x="5125991" y="53788"/>
                  </a:lnTo>
                  <a:lnTo>
                    <a:pt x="5032899" y="41517"/>
                  </a:lnTo>
                  <a:lnTo>
                    <a:pt x="4938611" y="30868"/>
                  </a:lnTo>
                  <a:lnTo>
                    <a:pt x="4846684" y="21876"/>
                  </a:lnTo>
                  <a:lnTo>
                    <a:pt x="4761346" y="14575"/>
                  </a:lnTo>
                  <a:lnTo>
                    <a:pt x="4686888" y="8953"/>
                  </a:lnTo>
                  <a:lnTo>
                    <a:pt x="4626857" y="4923"/>
                  </a:lnTo>
                  <a:lnTo>
                    <a:pt x="4583236" y="2304"/>
                  </a:lnTo>
                  <a:lnTo>
                    <a:pt x="4555905" y="828"/>
                  </a:lnTo>
                  <a:lnTo>
                    <a:pt x="4542512" y="175"/>
                  </a:lnTo>
                  <a:lnTo>
                    <a:pt x="4538696" y="6"/>
                  </a:lnTo>
                  <a:lnTo>
                    <a:pt x="4538543" y="0"/>
                  </a:lnTo>
                  <a:lnTo>
                    <a:pt x="4016409" y="0"/>
                  </a:lnTo>
                  <a:lnTo>
                    <a:pt x="4015563" y="102"/>
                  </a:lnTo>
                  <a:lnTo>
                    <a:pt x="4009982" y="830"/>
                  </a:lnTo>
                  <a:lnTo>
                    <a:pt x="3995851" y="2843"/>
                  </a:lnTo>
                  <a:lnTo>
                    <a:pt x="3970434" y="6810"/>
                  </a:lnTo>
                  <a:lnTo>
                    <a:pt x="3932250" y="13358"/>
                  </a:lnTo>
                  <a:lnTo>
                    <a:pt x="3881182" y="23020"/>
                  </a:lnTo>
                  <a:lnTo>
                    <a:pt x="3818420" y="36177"/>
                  </a:lnTo>
                  <a:lnTo>
                    <a:pt x="3746195" y="53051"/>
                  </a:lnTo>
                  <a:lnTo>
                    <a:pt x="3667354" y="73710"/>
                  </a:lnTo>
                  <a:lnTo>
                    <a:pt x="3584910" y="98121"/>
                  </a:lnTo>
                  <a:lnTo>
                    <a:pt x="3501637" y="126205"/>
                  </a:lnTo>
                  <a:lnTo>
                    <a:pt x="3419817" y="157898"/>
                  </a:lnTo>
                  <a:lnTo>
                    <a:pt x="3341123" y="193201"/>
                  </a:lnTo>
                  <a:lnTo>
                    <a:pt x="3266621" y="232212"/>
                  </a:lnTo>
                  <a:lnTo>
                    <a:pt x="3196849" y="275144"/>
                  </a:lnTo>
                  <a:lnTo>
                    <a:pt x="3131922" y="322335"/>
                  </a:lnTo>
                  <a:lnTo>
                    <a:pt x="3071650" y="374242"/>
                  </a:lnTo>
                  <a:lnTo>
                    <a:pt x="3015630" y="431437"/>
                  </a:lnTo>
                  <a:lnTo>
                    <a:pt x="2963330" y="494582"/>
                  </a:lnTo>
                  <a:lnTo>
                    <a:pt x="2914147" y="564397"/>
                  </a:lnTo>
                  <a:lnTo>
                    <a:pt x="2867458" y="641609"/>
                  </a:lnTo>
                  <a:lnTo>
                    <a:pt x="2822654" y="726852"/>
                  </a:lnTo>
                  <a:lnTo>
                    <a:pt x="2779187" y="820523"/>
                  </a:lnTo>
                  <a:lnTo>
                    <a:pt x="2770117" y="841428"/>
                  </a:lnTo>
                  <a:lnTo>
                    <a:pt x="2741029" y="911568"/>
                  </a:lnTo>
                  <a:lnTo>
                    <a:pt x="2712185" y="985713"/>
                  </a:lnTo>
                  <a:lnTo>
                    <a:pt x="2683473" y="1063944"/>
                  </a:lnTo>
                  <a:lnTo>
                    <a:pt x="2654798" y="1146302"/>
                  </a:lnTo>
                  <a:lnTo>
                    <a:pt x="2626083" y="1232789"/>
                  </a:lnTo>
                  <a:lnTo>
                    <a:pt x="2597266" y="1323361"/>
                  </a:lnTo>
                  <a:lnTo>
                    <a:pt x="2568299" y="1417926"/>
                  </a:lnTo>
                  <a:lnTo>
                    <a:pt x="2539149" y="1516345"/>
                  </a:lnTo>
                  <a:lnTo>
                    <a:pt x="2509793" y="1618423"/>
                  </a:lnTo>
                  <a:lnTo>
                    <a:pt x="2480222" y="1723918"/>
                  </a:lnTo>
                  <a:lnTo>
                    <a:pt x="2450437" y="1832535"/>
                  </a:lnTo>
                  <a:lnTo>
                    <a:pt x="2420450" y="1943928"/>
                  </a:lnTo>
                  <a:lnTo>
                    <a:pt x="2390279" y="2057711"/>
                  </a:lnTo>
                  <a:lnTo>
                    <a:pt x="2359952" y="2173454"/>
                  </a:lnTo>
                  <a:lnTo>
                    <a:pt x="2329502" y="2290694"/>
                  </a:lnTo>
                  <a:lnTo>
                    <a:pt x="2298969" y="2408942"/>
                  </a:lnTo>
                  <a:lnTo>
                    <a:pt x="2268394" y="2527692"/>
                  </a:lnTo>
                  <a:lnTo>
                    <a:pt x="2237820" y="2646427"/>
                  </a:lnTo>
                  <a:lnTo>
                    <a:pt x="2207291" y="2764632"/>
                  </a:lnTo>
                  <a:lnTo>
                    <a:pt x="2176848" y="2881799"/>
                  </a:lnTo>
                  <a:lnTo>
                    <a:pt x="2146529" y="2997441"/>
                  </a:lnTo>
                  <a:lnTo>
                    <a:pt x="2116368" y="3111098"/>
                  </a:lnTo>
                  <a:lnTo>
                    <a:pt x="2086391" y="3222343"/>
                  </a:lnTo>
                  <a:lnTo>
                    <a:pt x="2056618" y="3330789"/>
                  </a:lnTo>
                  <a:lnTo>
                    <a:pt x="2027060" y="3436095"/>
                  </a:lnTo>
                  <a:lnTo>
                    <a:pt x="1997716" y="3537970"/>
                  </a:lnTo>
                  <a:lnTo>
                    <a:pt x="1968577" y="3636173"/>
                  </a:lnTo>
                  <a:lnTo>
                    <a:pt x="1939620" y="3730512"/>
                  </a:lnTo>
                  <a:lnTo>
                    <a:pt x="1910810" y="3820852"/>
                  </a:lnTo>
                  <a:lnTo>
                    <a:pt x="1882099" y="3907103"/>
                  </a:lnTo>
                  <a:lnTo>
                    <a:pt x="1853424" y="3989224"/>
                  </a:lnTo>
                  <a:lnTo>
                    <a:pt x="1824707" y="4067219"/>
                  </a:lnTo>
                  <a:lnTo>
                    <a:pt x="1795853" y="4141132"/>
                  </a:lnTo>
                  <a:lnTo>
                    <a:pt x="1768425" y="4207142"/>
                  </a:lnTo>
                  <a:lnTo>
                    <a:pt x="1725180" y="4302608"/>
                  </a:lnTo>
                  <a:lnTo>
                    <a:pt x="1680702" y="4389613"/>
                  </a:lnTo>
                  <a:lnTo>
                    <a:pt x="1634461" y="4468477"/>
                  </a:lnTo>
                  <a:lnTo>
                    <a:pt x="1585858" y="4539798"/>
                  </a:lnTo>
                  <a:lnTo>
                    <a:pt x="1534269" y="4604293"/>
                  </a:lnTo>
                  <a:lnTo>
                    <a:pt x="1479083" y="4662688"/>
                  </a:lnTo>
                  <a:lnTo>
                    <a:pt x="1419750" y="4715664"/>
                  </a:lnTo>
                  <a:lnTo>
                    <a:pt x="1355832" y="4763810"/>
                  </a:lnTo>
                  <a:lnTo>
                    <a:pt x="1287087" y="4807611"/>
                  </a:lnTo>
                  <a:lnTo>
                    <a:pt x="1213557" y="4847430"/>
                  </a:lnTo>
                  <a:lnTo>
                    <a:pt x="1135681" y="4883505"/>
                  </a:lnTo>
                  <a:lnTo>
                    <a:pt x="1054404" y="4915959"/>
                  </a:lnTo>
                  <a:lnTo>
                    <a:pt x="971268" y="4944810"/>
                  </a:lnTo>
                  <a:lnTo>
                    <a:pt x="888430" y="4970005"/>
                  </a:lnTo>
                  <a:lnTo>
                    <a:pt x="808579" y="4991464"/>
                  </a:lnTo>
                  <a:lnTo>
                    <a:pt x="734704" y="5009137"/>
                  </a:lnTo>
                  <a:lnTo>
                    <a:pt x="669726" y="5023068"/>
                  </a:lnTo>
                  <a:lnTo>
                    <a:pt x="616044" y="5033442"/>
                  </a:lnTo>
                  <a:lnTo>
                    <a:pt x="575097" y="5040610"/>
                  </a:lnTo>
                  <a:lnTo>
                    <a:pt x="547057" y="5045072"/>
                  </a:lnTo>
                  <a:lnTo>
                    <a:pt x="530727" y="5047443"/>
                  </a:lnTo>
                  <a:lnTo>
                    <a:pt x="523621" y="5048388"/>
                  </a:lnTo>
                  <a:lnTo>
                    <a:pt x="522141" y="5048570"/>
                  </a:lnTo>
                  <a:lnTo>
                    <a:pt x="522133" y="5048570"/>
                  </a:lnTo>
                  <a:lnTo>
                    <a:pt x="0" y="5048570"/>
                  </a:lnTo>
                  <a:lnTo>
                    <a:pt x="0" y="504857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817" name="pg1817"/>
            <p:cNvSpPr/>
            <p:nvPr/>
          </p:nvSpPr>
          <p:spPr>
            <a:xfrm>
              <a:off x="386606" y="666005"/>
              <a:ext cx="8554953" cy="4879155"/>
            </a:xfrm>
            <a:custGeom>
              <a:avLst/>
              <a:pathLst>
                <a:path w="8554953" h="4879155">
                  <a:moveTo>
                    <a:pt x="0" y="4879155"/>
                  </a:moveTo>
                  <a:lnTo>
                    <a:pt x="522133" y="4879155"/>
                  </a:lnTo>
                  <a:lnTo>
                    <a:pt x="522992" y="4879055"/>
                  </a:lnTo>
                  <a:lnTo>
                    <a:pt x="528656" y="4878341"/>
                  </a:lnTo>
                  <a:lnTo>
                    <a:pt x="542994" y="4876367"/>
                  </a:lnTo>
                  <a:lnTo>
                    <a:pt x="568766" y="4872478"/>
                  </a:lnTo>
                  <a:lnTo>
                    <a:pt x="607453" y="4866058"/>
                  </a:lnTo>
                  <a:lnTo>
                    <a:pt x="659142" y="4856591"/>
                  </a:lnTo>
                  <a:lnTo>
                    <a:pt x="722588" y="4843705"/>
                  </a:lnTo>
                  <a:lnTo>
                    <a:pt x="795500" y="4827191"/>
                  </a:lnTo>
                  <a:lnTo>
                    <a:pt x="874969" y="4806983"/>
                  </a:lnTo>
                  <a:lnTo>
                    <a:pt x="957941" y="4783120"/>
                  </a:lnTo>
                  <a:lnTo>
                    <a:pt x="1041618" y="4755678"/>
                  </a:lnTo>
                  <a:lnTo>
                    <a:pt x="1123715" y="4724718"/>
                  </a:lnTo>
                  <a:lnTo>
                    <a:pt x="1202569" y="4690235"/>
                  </a:lnTo>
                  <a:lnTo>
                    <a:pt x="1277136" y="4652124"/>
                  </a:lnTo>
                  <a:lnTo>
                    <a:pt x="1346903" y="4610169"/>
                  </a:lnTo>
                  <a:lnTo>
                    <a:pt x="1411780" y="4564030"/>
                  </a:lnTo>
                  <a:lnTo>
                    <a:pt x="1471982" y="4513248"/>
                  </a:lnTo>
                  <a:lnTo>
                    <a:pt x="1527930" y="4457256"/>
                  </a:lnTo>
                  <a:lnTo>
                    <a:pt x="1580174" y="4395397"/>
                  </a:lnTo>
                  <a:lnTo>
                    <a:pt x="1629330" y="4326961"/>
                  </a:lnTo>
                  <a:lnTo>
                    <a:pt x="1676032" y="4251240"/>
                  </a:lnTo>
                  <a:lnTo>
                    <a:pt x="1720893" y="4167631"/>
                  </a:lnTo>
                  <a:lnTo>
                    <a:pt x="1764459" y="4075781"/>
                  </a:lnTo>
                  <a:lnTo>
                    <a:pt x="1768425" y="4066904"/>
                  </a:lnTo>
                  <a:lnTo>
                    <a:pt x="1797985" y="3998062"/>
                  </a:lnTo>
                  <a:lnTo>
                    <a:pt x="1827294" y="3925224"/>
                  </a:lnTo>
                  <a:lnTo>
                    <a:pt x="1856471" y="3848311"/>
                  </a:lnTo>
                  <a:lnTo>
                    <a:pt x="1885613" y="3767282"/>
                  </a:lnTo>
                  <a:lnTo>
                    <a:pt x="1914802" y="3682138"/>
                  </a:lnTo>
                  <a:lnTo>
                    <a:pt x="1944101" y="3592927"/>
                  </a:lnTo>
                  <a:lnTo>
                    <a:pt x="1973558" y="3499745"/>
                  </a:lnTo>
                  <a:lnTo>
                    <a:pt x="2003208" y="3402742"/>
                  </a:lnTo>
                  <a:lnTo>
                    <a:pt x="2033072" y="3302118"/>
                  </a:lnTo>
                  <a:lnTo>
                    <a:pt x="2063159" y="3198128"/>
                  </a:lnTo>
                  <a:lnTo>
                    <a:pt x="2093465" y="3091079"/>
                  </a:lnTo>
                  <a:lnTo>
                    <a:pt x="2123978" y="2981327"/>
                  </a:lnTo>
                  <a:lnTo>
                    <a:pt x="2154675" y="2869273"/>
                  </a:lnTo>
                  <a:lnTo>
                    <a:pt x="2185527" y="2755361"/>
                  </a:lnTo>
                  <a:lnTo>
                    <a:pt x="2216496" y="2640065"/>
                  </a:lnTo>
                  <a:lnTo>
                    <a:pt x="2247541" y="2523886"/>
                  </a:lnTo>
                  <a:lnTo>
                    <a:pt x="2278619" y="2407341"/>
                  </a:lnTo>
                  <a:lnTo>
                    <a:pt x="2309682" y="2290954"/>
                  </a:lnTo>
                  <a:lnTo>
                    <a:pt x="2340687" y="2175245"/>
                  </a:lnTo>
                  <a:lnTo>
                    <a:pt x="2371590" y="2060722"/>
                  </a:lnTo>
                  <a:lnTo>
                    <a:pt x="2402353" y="1947873"/>
                  </a:lnTo>
                  <a:lnTo>
                    <a:pt x="2432942" y="1837154"/>
                  </a:lnTo>
                  <a:lnTo>
                    <a:pt x="2463333" y="1728982"/>
                  </a:lnTo>
                  <a:lnTo>
                    <a:pt x="2493508" y="1623734"/>
                  </a:lnTo>
                  <a:lnTo>
                    <a:pt x="2523461" y="1521735"/>
                  </a:lnTo>
                  <a:lnTo>
                    <a:pt x="2553194" y="1423262"/>
                  </a:lnTo>
                  <a:lnTo>
                    <a:pt x="2582725" y="1328537"/>
                  </a:lnTo>
                  <a:lnTo>
                    <a:pt x="2612082" y="1237729"/>
                  </a:lnTo>
                  <a:lnTo>
                    <a:pt x="2641307" y="1150956"/>
                  </a:lnTo>
                  <a:lnTo>
                    <a:pt x="2670460" y="1068285"/>
                  </a:lnTo>
                  <a:lnTo>
                    <a:pt x="2699612" y="989734"/>
                  </a:lnTo>
                  <a:lnTo>
                    <a:pt x="2728855" y="915280"/>
                  </a:lnTo>
                  <a:lnTo>
                    <a:pt x="2758300" y="844858"/>
                  </a:lnTo>
                  <a:lnTo>
                    <a:pt x="2770117" y="817898"/>
                  </a:lnTo>
                  <a:lnTo>
                    <a:pt x="2813589" y="725287"/>
                  </a:lnTo>
                  <a:lnTo>
                    <a:pt x="2858309" y="640927"/>
                  </a:lnTo>
                  <a:lnTo>
                    <a:pt x="2904816" y="564503"/>
                  </a:lnTo>
                  <a:lnTo>
                    <a:pt x="2953719" y="495425"/>
                  </a:lnTo>
                  <a:lnTo>
                    <a:pt x="3005653" y="432990"/>
                  </a:lnTo>
                  <a:lnTo>
                    <a:pt x="3061235" y="376486"/>
                  </a:lnTo>
                  <a:lnTo>
                    <a:pt x="3121025" y="325249"/>
                  </a:lnTo>
                  <a:lnTo>
                    <a:pt x="3185458" y="278703"/>
                  </a:lnTo>
                  <a:lnTo>
                    <a:pt x="3254774" y="236378"/>
                  </a:lnTo>
                  <a:lnTo>
                    <a:pt x="3328912" y="197924"/>
                  </a:lnTo>
                  <a:lnTo>
                    <a:pt x="3407407" y="163113"/>
                  </a:lnTo>
                  <a:lnTo>
                    <a:pt x="3489264" y="131829"/>
                  </a:lnTo>
                  <a:lnTo>
                    <a:pt x="3572882" y="104062"/>
                  </a:lnTo>
                  <a:lnTo>
                    <a:pt x="3656030" y="79866"/>
                  </a:lnTo>
                  <a:lnTo>
                    <a:pt x="3735948" y="59319"/>
                  </a:lnTo>
                  <a:lnTo>
                    <a:pt x="3809591" y="42464"/>
                  </a:lnTo>
                  <a:lnTo>
                    <a:pt x="3874018" y="29250"/>
                  </a:lnTo>
                  <a:lnTo>
                    <a:pt x="3926860" y="19482"/>
                  </a:lnTo>
                  <a:lnTo>
                    <a:pt x="3966764" y="12801"/>
                  </a:lnTo>
                  <a:lnTo>
                    <a:pt x="3993685" y="8704"/>
                  </a:lnTo>
                  <a:lnTo>
                    <a:pt x="4008978" y="6580"/>
                  </a:lnTo>
                  <a:lnTo>
                    <a:pt x="4015296" y="5777"/>
                  </a:lnTo>
                  <a:lnTo>
                    <a:pt x="4016409" y="5647"/>
                  </a:lnTo>
                  <a:lnTo>
                    <a:pt x="4538543" y="5647"/>
                  </a:lnTo>
                  <a:lnTo>
                    <a:pt x="4539685" y="5728"/>
                  </a:lnTo>
                  <a:lnTo>
                    <a:pt x="4547171" y="6306"/>
                  </a:lnTo>
                  <a:lnTo>
                    <a:pt x="4565954" y="7906"/>
                  </a:lnTo>
                  <a:lnTo>
                    <a:pt x="4599308" y="11050"/>
                  </a:lnTo>
                  <a:lnTo>
                    <a:pt x="4648552" y="16211"/>
                  </a:lnTo>
                  <a:lnTo>
                    <a:pt x="4712967" y="23756"/>
                  </a:lnTo>
                  <a:lnTo>
                    <a:pt x="4790058" y="33912"/>
                  </a:lnTo>
                  <a:lnTo>
                    <a:pt x="4876162" y="46767"/>
                  </a:lnTo>
                  <a:lnTo>
                    <a:pt x="4967204" y="62309"/>
                  </a:lnTo>
                  <a:lnTo>
                    <a:pt x="5059381" y="80478"/>
                  </a:lnTo>
                  <a:lnTo>
                    <a:pt x="5149614" y="101224"/>
                  </a:lnTo>
                  <a:lnTo>
                    <a:pt x="5235740" y="124559"/>
                  </a:lnTo>
                  <a:lnTo>
                    <a:pt x="5316485" y="150580"/>
                  </a:lnTo>
                  <a:lnTo>
                    <a:pt x="5391331" y="179489"/>
                  </a:lnTo>
                  <a:lnTo>
                    <a:pt x="5460319" y="211597"/>
                  </a:lnTo>
                  <a:lnTo>
                    <a:pt x="5523881" y="247317"/>
                  </a:lnTo>
                  <a:lnTo>
                    <a:pt x="5582688" y="287149"/>
                  </a:lnTo>
                  <a:lnTo>
                    <a:pt x="5637539" y="331657"/>
                  </a:lnTo>
                  <a:lnTo>
                    <a:pt x="5689281" y="381415"/>
                  </a:lnTo>
                  <a:lnTo>
                    <a:pt x="5738737" y="436924"/>
                  </a:lnTo>
                  <a:lnTo>
                    <a:pt x="5784835" y="496009"/>
                  </a:lnTo>
                  <a:lnTo>
                    <a:pt x="5821519" y="548008"/>
                  </a:lnTo>
                  <a:lnTo>
                    <a:pt x="5857863" y="603750"/>
                  </a:lnTo>
                  <a:lnTo>
                    <a:pt x="5894077" y="663311"/>
                  </a:lnTo>
                  <a:lnTo>
                    <a:pt x="5930331" y="726710"/>
                  </a:lnTo>
                  <a:lnTo>
                    <a:pt x="5966750" y="793899"/>
                  </a:lnTo>
                  <a:lnTo>
                    <a:pt x="6003427" y="864761"/>
                  </a:lnTo>
                  <a:lnTo>
                    <a:pt x="6040417" y="939103"/>
                  </a:lnTo>
                  <a:lnTo>
                    <a:pt x="6077748" y="1016657"/>
                  </a:lnTo>
                  <a:lnTo>
                    <a:pt x="6115418" y="1097078"/>
                  </a:lnTo>
                  <a:lnTo>
                    <a:pt x="6153402" y="1179951"/>
                  </a:lnTo>
                  <a:lnTo>
                    <a:pt x="6191651" y="1264797"/>
                  </a:lnTo>
                  <a:lnTo>
                    <a:pt x="6230101" y="1351081"/>
                  </a:lnTo>
                  <a:lnTo>
                    <a:pt x="6268675" y="1438231"/>
                  </a:lnTo>
                  <a:lnTo>
                    <a:pt x="6307287" y="1525648"/>
                  </a:lnTo>
                  <a:lnTo>
                    <a:pt x="6345850" y="1612725"/>
                  </a:lnTo>
                  <a:lnTo>
                    <a:pt x="6384280" y="1698868"/>
                  </a:lnTo>
                  <a:lnTo>
                    <a:pt x="6422500" y="1783505"/>
                  </a:lnTo>
                  <a:lnTo>
                    <a:pt x="6460449" y="1866110"/>
                  </a:lnTo>
                  <a:lnTo>
                    <a:pt x="6498080" y="1946211"/>
                  </a:lnTo>
                  <a:lnTo>
                    <a:pt x="6535370" y="2023398"/>
                  </a:lnTo>
                  <a:lnTo>
                    <a:pt x="6572321" y="2097338"/>
                  </a:lnTo>
                  <a:lnTo>
                    <a:pt x="6608963" y="2167771"/>
                  </a:lnTo>
                  <a:lnTo>
                    <a:pt x="6645357" y="2234513"/>
                  </a:lnTo>
                  <a:lnTo>
                    <a:pt x="6681599" y="2297456"/>
                  </a:lnTo>
                  <a:lnTo>
                    <a:pt x="6717819" y="2356560"/>
                  </a:lnTo>
                  <a:lnTo>
                    <a:pt x="6754191" y="2411851"/>
                  </a:lnTo>
                  <a:lnTo>
                    <a:pt x="6786527" y="2457460"/>
                  </a:lnTo>
                  <a:lnTo>
                    <a:pt x="6834478" y="2518772"/>
                  </a:lnTo>
                  <a:lnTo>
                    <a:pt x="6884008" y="2574055"/>
                  </a:lnTo>
                  <a:lnTo>
                    <a:pt x="6935853" y="2623602"/>
                  </a:lnTo>
                  <a:lnTo>
                    <a:pt x="6990839" y="2667921"/>
                  </a:lnTo>
                  <a:lnTo>
                    <a:pt x="7049813" y="2707587"/>
                  </a:lnTo>
                  <a:lnTo>
                    <a:pt x="7113570" y="2743160"/>
                  </a:lnTo>
                  <a:lnTo>
                    <a:pt x="7182776" y="2775139"/>
                  </a:lnTo>
                  <a:lnTo>
                    <a:pt x="7257849" y="2803933"/>
                  </a:lnTo>
                  <a:lnTo>
                    <a:pt x="7338814" y="2829849"/>
                  </a:lnTo>
                  <a:lnTo>
                    <a:pt x="7425124" y="2853083"/>
                  </a:lnTo>
                  <a:lnTo>
                    <a:pt x="7515477" y="2873732"/>
                  </a:lnTo>
                  <a:lnTo>
                    <a:pt x="7607673" y="2891802"/>
                  </a:lnTo>
                  <a:lnTo>
                    <a:pt x="7698600" y="2907242"/>
                  </a:lnTo>
                  <a:lnTo>
                    <a:pt x="7784435" y="2919994"/>
                  </a:lnTo>
                  <a:lnTo>
                    <a:pt x="7861104" y="2930048"/>
                  </a:lnTo>
                  <a:lnTo>
                    <a:pt x="7924977" y="2937497"/>
                  </a:lnTo>
                  <a:lnTo>
                    <a:pt x="7973616" y="2942574"/>
                  </a:lnTo>
                  <a:lnTo>
                    <a:pt x="8006376" y="2945650"/>
                  </a:lnTo>
                  <a:lnTo>
                    <a:pt x="8024657" y="2947201"/>
                  </a:lnTo>
                  <a:lnTo>
                    <a:pt x="8031800" y="2947751"/>
                  </a:lnTo>
                  <a:lnTo>
                    <a:pt x="8032819" y="2947823"/>
                  </a:lnTo>
                  <a:lnTo>
                    <a:pt x="8554953" y="2947823"/>
                  </a:lnTo>
                  <a:lnTo>
                    <a:pt x="8554953" y="2942176"/>
                  </a:lnTo>
                  <a:lnTo>
                    <a:pt x="8032819" y="2942176"/>
                  </a:lnTo>
                  <a:lnTo>
                    <a:pt x="8031677" y="2942095"/>
                  </a:lnTo>
                  <a:lnTo>
                    <a:pt x="8024191" y="2941516"/>
                  </a:lnTo>
                  <a:lnTo>
                    <a:pt x="8005408" y="2939917"/>
                  </a:lnTo>
                  <a:lnTo>
                    <a:pt x="7972054" y="2936772"/>
                  </a:lnTo>
                  <a:lnTo>
                    <a:pt x="7922810" y="2931611"/>
                  </a:lnTo>
                  <a:lnTo>
                    <a:pt x="7858395" y="2924066"/>
                  </a:lnTo>
                  <a:lnTo>
                    <a:pt x="7781304" y="2913910"/>
                  </a:lnTo>
                  <a:lnTo>
                    <a:pt x="7695200" y="2901055"/>
                  </a:lnTo>
                  <a:lnTo>
                    <a:pt x="7604158" y="2885513"/>
                  </a:lnTo>
                  <a:lnTo>
                    <a:pt x="7511981" y="2867345"/>
                  </a:lnTo>
                  <a:lnTo>
                    <a:pt x="7421747" y="2846598"/>
                  </a:lnTo>
                  <a:lnTo>
                    <a:pt x="7335622" y="2823263"/>
                  </a:lnTo>
                  <a:lnTo>
                    <a:pt x="7254876" y="2797243"/>
                  </a:lnTo>
                  <a:lnTo>
                    <a:pt x="7180031" y="2768333"/>
                  </a:lnTo>
                  <a:lnTo>
                    <a:pt x="7111043" y="2736225"/>
                  </a:lnTo>
                  <a:lnTo>
                    <a:pt x="7047481" y="2700506"/>
                  </a:lnTo>
                  <a:lnTo>
                    <a:pt x="6988674" y="2660673"/>
                  </a:lnTo>
                  <a:lnTo>
                    <a:pt x="6933823" y="2616165"/>
                  </a:lnTo>
                  <a:lnTo>
                    <a:pt x="6882081" y="2566407"/>
                  </a:lnTo>
                  <a:lnTo>
                    <a:pt x="6832625" y="2510898"/>
                  </a:lnTo>
                  <a:lnTo>
                    <a:pt x="6786527" y="2451813"/>
                  </a:lnTo>
                  <a:lnTo>
                    <a:pt x="6749843" y="2399814"/>
                  </a:lnTo>
                  <a:lnTo>
                    <a:pt x="6713499" y="2344072"/>
                  </a:lnTo>
                  <a:lnTo>
                    <a:pt x="6677285" y="2284511"/>
                  </a:lnTo>
                  <a:lnTo>
                    <a:pt x="6641031" y="2221112"/>
                  </a:lnTo>
                  <a:lnTo>
                    <a:pt x="6604612" y="2153923"/>
                  </a:lnTo>
                  <a:lnTo>
                    <a:pt x="6567935" y="2083062"/>
                  </a:lnTo>
                  <a:lnTo>
                    <a:pt x="6530945" y="2008719"/>
                  </a:lnTo>
                  <a:lnTo>
                    <a:pt x="6493614" y="1931166"/>
                  </a:lnTo>
                  <a:lnTo>
                    <a:pt x="6455943" y="1850744"/>
                  </a:lnTo>
                  <a:lnTo>
                    <a:pt x="6417960" y="1767871"/>
                  </a:lnTo>
                  <a:lnTo>
                    <a:pt x="6379711" y="1683025"/>
                  </a:lnTo>
                  <a:lnTo>
                    <a:pt x="6341261" y="1596741"/>
                  </a:lnTo>
                  <a:lnTo>
                    <a:pt x="6302687" y="1509591"/>
                  </a:lnTo>
                  <a:lnTo>
                    <a:pt x="6264075" y="1422175"/>
                  </a:lnTo>
                  <a:lnTo>
                    <a:pt x="6225512" y="1335097"/>
                  </a:lnTo>
                  <a:lnTo>
                    <a:pt x="6187082" y="1248955"/>
                  </a:lnTo>
                  <a:lnTo>
                    <a:pt x="6148861" y="1164317"/>
                  </a:lnTo>
                  <a:lnTo>
                    <a:pt x="6110913" y="1081712"/>
                  </a:lnTo>
                  <a:lnTo>
                    <a:pt x="6073282" y="1001612"/>
                  </a:lnTo>
                  <a:lnTo>
                    <a:pt x="6035992" y="924424"/>
                  </a:lnTo>
                  <a:lnTo>
                    <a:pt x="5999041" y="850484"/>
                  </a:lnTo>
                  <a:lnTo>
                    <a:pt x="5962399" y="780051"/>
                  </a:lnTo>
                  <a:lnTo>
                    <a:pt x="5926005" y="713309"/>
                  </a:lnTo>
                  <a:lnTo>
                    <a:pt x="5889763" y="650366"/>
                  </a:lnTo>
                  <a:lnTo>
                    <a:pt x="5853543" y="591262"/>
                  </a:lnTo>
                  <a:lnTo>
                    <a:pt x="5817171" y="535971"/>
                  </a:lnTo>
                  <a:lnTo>
                    <a:pt x="5784835" y="490362"/>
                  </a:lnTo>
                  <a:lnTo>
                    <a:pt x="5736884" y="429050"/>
                  </a:lnTo>
                  <a:lnTo>
                    <a:pt x="5687354" y="373768"/>
                  </a:lnTo>
                  <a:lnTo>
                    <a:pt x="5635509" y="324220"/>
                  </a:lnTo>
                  <a:lnTo>
                    <a:pt x="5580523" y="279901"/>
                  </a:lnTo>
                  <a:lnTo>
                    <a:pt x="5521549" y="240235"/>
                  </a:lnTo>
                  <a:lnTo>
                    <a:pt x="5457792" y="204662"/>
                  </a:lnTo>
                  <a:lnTo>
                    <a:pt x="5388586" y="172683"/>
                  </a:lnTo>
                  <a:lnTo>
                    <a:pt x="5313513" y="143889"/>
                  </a:lnTo>
                  <a:lnTo>
                    <a:pt x="5232548" y="117974"/>
                  </a:lnTo>
                  <a:lnTo>
                    <a:pt x="5146238" y="94739"/>
                  </a:lnTo>
                  <a:lnTo>
                    <a:pt x="5055885" y="74090"/>
                  </a:lnTo>
                  <a:lnTo>
                    <a:pt x="4963689" y="56021"/>
                  </a:lnTo>
                  <a:lnTo>
                    <a:pt x="4872762" y="40580"/>
                  </a:lnTo>
                  <a:lnTo>
                    <a:pt x="4786927" y="27828"/>
                  </a:lnTo>
                  <a:lnTo>
                    <a:pt x="4710258" y="17775"/>
                  </a:lnTo>
                  <a:lnTo>
                    <a:pt x="4646385" y="10325"/>
                  </a:lnTo>
                  <a:lnTo>
                    <a:pt x="4597746" y="5249"/>
                  </a:lnTo>
                  <a:lnTo>
                    <a:pt x="4564986" y="2172"/>
                  </a:lnTo>
                  <a:lnTo>
                    <a:pt x="4546705" y="622"/>
                  </a:lnTo>
                  <a:lnTo>
                    <a:pt x="4539562" y="72"/>
                  </a:lnTo>
                  <a:lnTo>
                    <a:pt x="4538543" y="0"/>
                  </a:lnTo>
                  <a:lnTo>
                    <a:pt x="4016409" y="0"/>
                  </a:lnTo>
                  <a:lnTo>
                    <a:pt x="4015550" y="100"/>
                  </a:lnTo>
                  <a:lnTo>
                    <a:pt x="4009886" y="814"/>
                  </a:lnTo>
                  <a:lnTo>
                    <a:pt x="3995549" y="2788"/>
                  </a:lnTo>
                  <a:lnTo>
                    <a:pt x="3969777" y="6677"/>
                  </a:lnTo>
                  <a:lnTo>
                    <a:pt x="3931089" y="13097"/>
                  </a:lnTo>
                  <a:lnTo>
                    <a:pt x="3879400" y="22563"/>
                  </a:lnTo>
                  <a:lnTo>
                    <a:pt x="3815954" y="35449"/>
                  </a:lnTo>
                  <a:lnTo>
                    <a:pt x="3743043" y="51964"/>
                  </a:lnTo>
                  <a:lnTo>
                    <a:pt x="3663574" y="72172"/>
                  </a:lnTo>
                  <a:lnTo>
                    <a:pt x="3580601" y="96035"/>
                  </a:lnTo>
                  <a:lnTo>
                    <a:pt x="3496924" y="123476"/>
                  </a:lnTo>
                  <a:lnTo>
                    <a:pt x="3414828" y="154436"/>
                  </a:lnTo>
                  <a:lnTo>
                    <a:pt x="3335973" y="188920"/>
                  </a:lnTo>
                  <a:lnTo>
                    <a:pt x="3261406" y="227030"/>
                  </a:lnTo>
                  <a:lnTo>
                    <a:pt x="3191639" y="268985"/>
                  </a:lnTo>
                  <a:lnTo>
                    <a:pt x="3126762" y="315125"/>
                  </a:lnTo>
                  <a:lnTo>
                    <a:pt x="3066560" y="365907"/>
                  </a:lnTo>
                  <a:lnTo>
                    <a:pt x="3010612" y="421899"/>
                  </a:lnTo>
                  <a:lnTo>
                    <a:pt x="2958368" y="483758"/>
                  </a:lnTo>
                  <a:lnTo>
                    <a:pt x="2909212" y="552194"/>
                  </a:lnTo>
                  <a:lnTo>
                    <a:pt x="2862510" y="627914"/>
                  </a:lnTo>
                  <a:lnTo>
                    <a:pt x="2817649" y="711524"/>
                  </a:lnTo>
                  <a:lnTo>
                    <a:pt x="2774083" y="803373"/>
                  </a:lnTo>
                  <a:lnTo>
                    <a:pt x="2770117" y="812251"/>
                  </a:lnTo>
                  <a:lnTo>
                    <a:pt x="2740557" y="881093"/>
                  </a:lnTo>
                  <a:lnTo>
                    <a:pt x="2711248" y="953931"/>
                  </a:lnTo>
                  <a:lnTo>
                    <a:pt x="2682071" y="1030844"/>
                  </a:lnTo>
                  <a:lnTo>
                    <a:pt x="2652929" y="1111873"/>
                  </a:lnTo>
                  <a:lnTo>
                    <a:pt x="2623740" y="1197017"/>
                  </a:lnTo>
                  <a:lnTo>
                    <a:pt x="2594441" y="1286228"/>
                  </a:lnTo>
                  <a:lnTo>
                    <a:pt x="2564984" y="1379410"/>
                  </a:lnTo>
                  <a:lnTo>
                    <a:pt x="2535334" y="1476413"/>
                  </a:lnTo>
                  <a:lnTo>
                    <a:pt x="2505470" y="1577037"/>
                  </a:lnTo>
                  <a:lnTo>
                    <a:pt x="2475384" y="1681027"/>
                  </a:lnTo>
                  <a:lnTo>
                    <a:pt x="2445077" y="1788076"/>
                  </a:lnTo>
                  <a:lnTo>
                    <a:pt x="2414564" y="1897828"/>
                  </a:lnTo>
                  <a:lnTo>
                    <a:pt x="2383867" y="2009881"/>
                  </a:lnTo>
                  <a:lnTo>
                    <a:pt x="2353015" y="2123794"/>
                  </a:lnTo>
                  <a:lnTo>
                    <a:pt x="2322046" y="2239090"/>
                  </a:lnTo>
                  <a:lnTo>
                    <a:pt x="2291001" y="2355269"/>
                  </a:lnTo>
                  <a:lnTo>
                    <a:pt x="2259924" y="2471814"/>
                  </a:lnTo>
                  <a:lnTo>
                    <a:pt x="2228860" y="2588201"/>
                  </a:lnTo>
                  <a:lnTo>
                    <a:pt x="2197855" y="2703910"/>
                  </a:lnTo>
                  <a:lnTo>
                    <a:pt x="2166952" y="2818432"/>
                  </a:lnTo>
                  <a:lnTo>
                    <a:pt x="2136189" y="2931281"/>
                  </a:lnTo>
                  <a:lnTo>
                    <a:pt x="2105600" y="3042001"/>
                  </a:lnTo>
                  <a:lnTo>
                    <a:pt x="2075209" y="3150172"/>
                  </a:lnTo>
                  <a:lnTo>
                    <a:pt x="2045034" y="3255421"/>
                  </a:lnTo>
                  <a:lnTo>
                    <a:pt x="2015082" y="3357420"/>
                  </a:lnTo>
                  <a:lnTo>
                    <a:pt x="1985348" y="3455893"/>
                  </a:lnTo>
                  <a:lnTo>
                    <a:pt x="1955817" y="3550618"/>
                  </a:lnTo>
                  <a:lnTo>
                    <a:pt x="1926461" y="3641426"/>
                  </a:lnTo>
                  <a:lnTo>
                    <a:pt x="1897235" y="3728198"/>
                  </a:lnTo>
                  <a:lnTo>
                    <a:pt x="1868083" y="3810870"/>
                  </a:lnTo>
                  <a:lnTo>
                    <a:pt x="1838930" y="3889421"/>
                  </a:lnTo>
                  <a:lnTo>
                    <a:pt x="1809687" y="3963875"/>
                  </a:lnTo>
                  <a:lnTo>
                    <a:pt x="1780242" y="4034297"/>
                  </a:lnTo>
                  <a:lnTo>
                    <a:pt x="1768425" y="4061257"/>
                  </a:lnTo>
                  <a:lnTo>
                    <a:pt x="1724953" y="4153868"/>
                  </a:lnTo>
                  <a:lnTo>
                    <a:pt x="1680233" y="4238228"/>
                  </a:lnTo>
                  <a:lnTo>
                    <a:pt x="1633726" y="4314652"/>
                  </a:lnTo>
                  <a:lnTo>
                    <a:pt x="1584823" y="4383730"/>
                  </a:lnTo>
                  <a:lnTo>
                    <a:pt x="1532889" y="4446165"/>
                  </a:lnTo>
                  <a:lnTo>
                    <a:pt x="1477307" y="4502669"/>
                  </a:lnTo>
                  <a:lnTo>
                    <a:pt x="1417517" y="4553906"/>
                  </a:lnTo>
                  <a:lnTo>
                    <a:pt x="1353084" y="4600452"/>
                  </a:lnTo>
                  <a:lnTo>
                    <a:pt x="1283769" y="4642777"/>
                  </a:lnTo>
                  <a:lnTo>
                    <a:pt x="1209630" y="4681230"/>
                  </a:lnTo>
                  <a:lnTo>
                    <a:pt x="1131136" y="4716042"/>
                  </a:lnTo>
                  <a:lnTo>
                    <a:pt x="1049278" y="4747325"/>
                  </a:lnTo>
                  <a:lnTo>
                    <a:pt x="965661" y="4775093"/>
                  </a:lnTo>
                  <a:lnTo>
                    <a:pt x="882512" y="4799289"/>
                  </a:lnTo>
                  <a:lnTo>
                    <a:pt x="802594" y="4819836"/>
                  </a:lnTo>
                  <a:lnTo>
                    <a:pt x="728951" y="4836690"/>
                  </a:lnTo>
                  <a:lnTo>
                    <a:pt x="664524" y="4849904"/>
                  </a:lnTo>
                  <a:lnTo>
                    <a:pt x="611682" y="4859673"/>
                  </a:lnTo>
                  <a:lnTo>
                    <a:pt x="571778" y="4866354"/>
                  </a:lnTo>
                  <a:lnTo>
                    <a:pt x="544857" y="4870451"/>
                  </a:lnTo>
                  <a:lnTo>
                    <a:pt x="529564" y="4872574"/>
                  </a:lnTo>
                  <a:lnTo>
                    <a:pt x="523247" y="4873377"/>
                  </a:lnTo>
                  <a:lnTo>
                    <a:pt x="522133" y="4873508"/>
                  </a:lnTo>
                  <a:lnTo>
                    <a:pt x="0" y="4873508"/>
                  </a:lnTo>
                  <a:close/>
                </a:path>
              </a:pathLst>
            </a:custGeom>
            <a:solidFill>
              <a:srgbClr val="6FA8DC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1818" name="pl1818"/>
            <p:cNvSpPr/>
            <p:nvPr/>
          </p:nvSpPr>
          <p:spPr>
            <a:xfrm>
              <a:off x="386606" y="671652"/>
              <a:ext cx="8554953" cy="4873508"/>
            </a:xfrm>
            <a:custGeom>
              <a:avLst/>
              <a:pathLst>
                <a:path w="8554953" h="4873508">
                  <a:moveTo>
                    <a:pt x="0" y="4873508"/>
                  </a:moveTo>
                  <a:lnTo>
                    <a:pt x="522133" y="4873508"/>
                  </a:lnTo>
                  <a:lnTo>
                    <a:pt x="522992" y="4873408"/>
                  </a:lnTo>
                  <a:lnTo>
                    <a:pt x="528656" y="4872694"/>
                  </a:lnTo>
                  <a:lnTo>
                    <a:pt x="542994" y="4870719"/>
                  </a:lnTo>
                  <a:lnTo>
                    <a:pt x="568766" y="4866830"/>
                  </a:lnTo>
                  <a:lnTo>
                    <a:pt x="607453" y="4860411"/>
                  </a:lnTo>
                  <a:lnTo>
                    <a:pt x="659142" y="4850944"/>
                  </a:lnTo>
                  <a:lnTo>
                    <a:pt x="722588" y="4838058"/>
                  </a:lnTo>
                  <a:lnTo>
                    <a:pt x="795500" y="4821543"/>
                  </a:lnTo>
                  <a:lnTo>
                    <a:pt x="874969" y="4801336"/>
                  </a:lnTo>
                  <a:lnTo>
                    <a:pt x="957941" y="4777473"/>
                  </a:lnTo>
                  <a:lnTo>
                    <a:pt x="1041618" y="4750031"/>
                  </a:lnTo>
                  <a:lnTo>
                    <a:pt x="1123715" y="4719071"/>
                  </a:lnTo>
                  <a:lnTo>
                    <a:pt x="1202569" y="4684588"/>
                  </a:lnTo>
                  <a:lnTo>
                    <a:pt x="1277136" y="4646477"/>
                  </a:lnTo>
                  <a:lnTo>
                    <a:pt x="1346903" y="4604522"/>
                  </a:lnTo>
                  <a:lnTo>
                    <a:pt x="1411780" y="4558383"/>
                  </a:lnTo>
                  <a:lnTo>
                    <a:pt x="1471982" y="4507601"/>
                  </a:lnTo>
                  <a:lnTo>
                    <a:pt x="1527930" y="4451608"/>
                  </a:lnTo>
                  <a:lnTo>
                    <a:pt x="1580174" y="4389750"/>
                  </a:lnTo>
                  <a:lnTo>
                    <a:pt x="1629330" y="4321313"/>
                  </a:lnTo>
                  <a:lnTo>
                    <a:pt x="1676032" y="4245593"/>
                  </a:lnTo>
                  <a:lnTo>
                    <a:pt x="1720893" y="4161984"/>
                  </a:lnTo>
                  <a:lnTo>
                    <a:pt x="1764459" y="4070134"/>
                  </a:lnTo>
                  <a:lnTo>
                    <a:pt x="1768425" y="4061257"/>
                  </a:lnTo>
                  <a:lnTo>
                    <a:pt x="1797985" y="3992414"/>
                  </a:lnTo>
                  <a:lnTo>
                    <a:pt x="1827294" y="3919577"/>
                  </a:lnTo>
                  <a:lnTo>
                    <a:pt x="1856471" y="3842664"/>
                  </a:lnTo>
                  <a:lnTo>
                    <a:pt x="1885613" y="3761634"/>
                  </a:lnTo>
                  <a:lnTo>
                    <a:pt x="1914802" y="3676490"/>
                  </a:lnTo>
                  <a:lnTo>
                    <a:pt x="1944101" y="3587279"/>
                  </a:lnTo>
                  <a:lnTo>
                    <a:pt x="1973558" y="3494098"/>
                  </a:lnTo>
                  <a:lnTo>
                    <a:pt x="2003208" y="3397095"/>
                  </a:lnTo>
                  <a:lnTo>
                    <a:pt x="2033072" y="3296471"/>
                  </a:lnTo>
                  <a:lnTo>
                    <a:pt x="2063159" y="3192481"/>
                  </a:lnTo>
                  <a:lnTo>
                    <a:pt x="2093465" y="3085432"/>
                  </a:lnTo>
                  <a:lnTo>
                    <a:pt x="2123978" y="2975679"/>
                  </a:lnTo>
                  <a:lnTo>
                    <a:pt x="2154675" y="2863626"/>
                  </a:lnTo>
                  <a:lnTo>
                    <a:pt x="2185527" y="2749714"/>
                  </a:lnTo>
                  <a:lnTo>
                    <a:pt x="2216496" y="2634418"/>
                  </a:lnTo>
                  <a:lnTo>
                    <a:pt x="2247541" y="2518239"/>
                  </a:lnTo>
                  <a:lnTo>
                    <a:pt x="2278619" y="2401694"/>
                  </a:lnTo>
                  <a:lnTo>
                    <a:pt x="2309682" y="2285306"/>
                  </a:lnTo>
                  <a:lnTo>
                    <a:pt x="2340687" y="2169597"/>
                  </a:lnTo>
                  <a:lnTo>
                    <a:pt x="2371590" y="2055075"/>
                  </a:lnTo>
                  <a:lnTo>
                    <a:pt x="2402353" y="1942226"/>
                  </a:lnTo>
                  <a:lnTo>
                    <a:pt x="2432942" y="1831507"/>
                  </a:lnTo>
                  <a:lnTo>
                    <a:pt x="2463333" y="1723335"/>
                  </a:lnTo>
                  <a:lnTo>
                    <a:pt x="2493508" y="1618087"/>
                  </a:lnTo>
                  <a:lnTo>
                    <a:pt x="2523461" y="1516088"/>
                  </a:lnTo>
                  <a:lnTo>
                    <a:pt x="2553194" y="1417615"/>
                  </a:lnTo>
                  <a:lnTo>
                    <a:pt x="2582725" y="1322890"/>
                  </a:lnTo>
                  <a:lnTo>
                    <a:pt x="2612082" y="1232082"/>
                  </a:lnTo>
                  <a:lnTo>
                    <a:pt x="2641307" y="1145309"/>
                  </a:lnTo>
                  <a:lnTo>
                    <a:pt x="2670460" y="1062638"/>
                  </a:lnTo>
                  <a:lnTo>
                    <a:pt x="2699612" y="984087"/>
                  </a:lnTo>
                  <a:lnTo>
                    <a:pt x="2728855" y="909633"/>
                  </a:lnTo>
                  <a:lnTo>
                    <a:pt x="2758300" y="839210"/>
                  </a:lnTo>
                  <a:lnTo>
                    <a:pt x="2770117" y="812251"/>
                  </a:lnTo>
                  <a:lnTo>
                    <a:pt x="2813589" y="719639"/>
                  </a:lnTo>
                  <a:lnTo>
                    <a:pt x="2858309" y="635280"/>
                  </a:lnTo>
                  <a:lnTo>
                    <a:pt x="2904816" y="558856"/>
                  </a:lnTo>
                  <a:lnTo>
                    <a:pt x="2953719" y="489777"/>
                  </a:lnTo>
                  <a:lnTo>
                    <a:pt x="3005653" y="427343"/>
                  </a:lnTo>
                  <a:lnTo>
                    <a:pt x="3061235" y="370838"/>
                  </a:lnTo>
                  <a:lnTo>
                    <a:pt x="3121025" y="319601"/>
                  </a:lnTo>
                  <a:lnTo>
                    <a:pt x="3185458" y="273055"/>
                  </a:lnTo>
                  <a:lnTo>
                    <a:pt x="3254774" y="230731"/>
                  </a:lnTo>
                  <a:lnTo>
                    <a:pt x="3328912" y="192277"/>
                  </a:lnTo>
                  <a:lnTo>
                    <a:pt x="3407407" y="157465"/>
                  </a:lnTo>
                  <a:lnTo>
                    <a:pt x="3489264" y="126182"/>
                  </a:lnTo>
                  <a:lnTo>
                    <a:pt x="3572882" y="98415"/>
                  </a:lnTo>
                  <a:lnTo>
                    <a:pt x="3656030" y="74218"/>
                  </a:lnTo>
                  <a:lnTo>
                    <a:pt x="3735948" y="53672"/>
                  </a:lnTo>
                  <a:lnTo>
                    <a:pt x="3809591" y="36817"/>
                  </a:lnTo>
                  <a:lnTo>
                    <a:pt x="3874018" y="23603"/>
                  </a:lnTo>
                  <a:lnTo>
                    <a:pt x="3926860" y="13835"/>
                  </a:lnTo>
                  <a:lnTo>
                    <a:pt x="3966764" y="7154"/>
                  </a:lnTo>
                  <a:lnTo>
                    <a:pt x="3993685" y="3057"/>
                  </a:lnTo>
                  <a:lnTo>
                    <a:pt x="4008978" y="933"/>
                  </a:lnTo>
                  <a:lnTo>
                    <a:pt x="4015296" y="130"/>
                  </a:lnTo>
                  <a:lnTo>
                    <a:pt x="4016409" y="0"/>
                  </a:lnTo>
                  <a:lnTo>
                    <a:pt x="4016409" y="0"/>
                  </a:lnTo>
                  <a:lnTo>
                    <a:pt x="4538543" y="0"/>
                  </a:lnTo>
                  <a:lnTo>
                    <a:pt x="4539685" y="81"/>
                  </a:lnTo>
                  <a:lnTo>
                    <a:pt x="4547171" y="659"/>
                  </a:lnTo>
                  <a:lnTo>
                    <a:pt x="4565954" y="2258"/>
                  </a:lnTo>
                  <a:lnTo>
                    <a:pt x="4599308" y="5403"/>
                  </a:lnTo>
                  <a:lnTo>
                    <a:pt x="4648552" y="10564"/>
                  </a:lnTo>
                  <a:lnTo>
                    <a:pt x="4712967" y="18109"/>
                  </a:lnTo>
                  <a:lnTo>
                    <a:pt x="4790058" y="28265"/>
                  </a:lnTo>
                  <a:lnTo>
                    <a:pt x="4876162" y="41120"/>
                  </a:lnTo>
                  <a:lnTo>
                    <a:pt x="4967204" y="56662"/>
                  </a:lnTo>
                  <a:lnTo>
                    <a:pt x="5059381" y="74831"/>
                  </a:lnTo>
                  <a:lnTo>
                    <a:pt x="5149614" y="95577"/>
                  </a:lnTo>
                  <a:lnTo>
                    <a:pt x="5235740" y="118912"/>
                  </a:lnTo>
                  <a:lnTo>
                    <a:pt x="5316485" y="144932"/>
                  </a:lnTo>
                  <a:lnTo>
                    <a:pt x="5391331" y="173842"/>
                  </a:lnTo>
                  <a:lnTo>
                    <a:pt x="5460319" y="205950"/>
                  </a:lnTo>
                  <a:lnTo>
                    <a:pt x="5523881" y="241670"/>
                  </a:lnTo>
                  <a:lnTo>
                    <a:pt x="5582688" y="281502"/>
                  </a:lnTo>
                  <a:lnTo>
                    <a:pt x="5637539" y="326010"/>
                  </a:lnTo>
                  <a:lnTo>
                    <a:pt x="5689281" y="375768"/>
                  </a:lnTo>
                  <a:lnTo>
                    <a:pt x="5738737" y="431277"/>
                  </a:lnTo>
                  <a:lnTo>
                    <a:pt x="5784835" y="490362"/>
                  </a:lnTo>
                  <a:lnTo>
                    <a:pt x="5821519" y="542361"/>
                  </a:lnTo>
                  <a:lnTo>
                    <a:pt x="5857863" y="598103"/>
                  </a:lnTo>
                  <a:lnTo>
                    <a:pt x="5894077" y="657664"/>
                  </a:lnTo>
                  <a:lnTo>
                    <a:pt x="5930331" y="721063"/>
                  </a:lnTo>
                  <a:lnTo>
                    <a:pt x="5966750" y="788252"/>
                  </a:lnTo>
                  <a:lnTo>
                    <a:pt x="6003427" y="859114"/>
                  </a:lnTo>
                  <a:lnTo>
                    <a:pt x="6040417" y="933456"/>
                  </a:lnTo>
                  <a:lnTo>
                    <a:pt x="6077748" y="1011010"/>
                  </a:lnTo>
                  <a:lnTo>
                    <a:pt x="6115418" y="1091431"/>
                  </a:lnTo>
                  <a:lnTo>
                    <a:pt x="6153402" y="1174304"/>
                  </a:lnTo>
                  <a:lnTo>
                    <a:pt x="6191651" y="1259150"/>
                  </a:lnTo>
                  <a:lnTo>
                    <a:pt x="6230101" y="1345434"/>
                  </a:lnTo>
                  <a:lnTo>
                    <a:pt x="6268675" y="1432584"/>
                  </a:lnTo>
                  <a:lnTo>
                    <a:pt x="6307287" y="1520000"/>
                  </a:lnTo>
                  <a:lnTo>
                    <a:pt x="6345850" y="1607078"/>
                  </a:lnTo>
                  <a:lnTo>
                    <a:pt x="6384280" y="1693220"/>
                  </a:lnTo>
                  <a:lnTo>
                    <a:pt x="6422500" y="1777858"/>
                  </a:lnTo>
                  <a:lnTo>
                    <a:pt x="6460449" y="1860463"/>
                  </a:lnTo>
                  <a:lnTo>
                    <a:pt x="6498080" y="1940563"/>
                  </a:lnTo>
                  <a:lnTo>
                    <a:pt x="6535370" y="2017751"/>
                  </a:lnTo>
                  <a:lnTo>
                    <a:pt x="6572321" y="2091691"/>
                  </a:lnTo>
                  <a:lnTo>
                    <a:pt x="6608963" y="2162124"/>
                  </a:lnTo>
                  <a:lnTo>
                    <a:pt x="6645357" y="2228866"/>
                  </a:lnTo>
                  <a:lnTo>
                    <a:pt x="6681599" y="2291809"/>
                  </a:lnTo>
                  <a:lnTo>
                    <a:pt x="6717819" y="2350913"/>
                  </a:lnTo>
                  <a:lnTo>
                    <a:pt x="6754191" y="2406204"/>
                  </a:lnTo>
                  <a:lnTo>
                    <a:pt x="6786527" y="2451813"/>
                  </a:lnTo>
                  <a:lnTo>
                    <a:pt x="6834478" y="2513125"/>
                  </a:lnTo>
                  <a:lnTo>
                    <a:pt x="6884008" y="2568407"/>
                  </a:lnTo>
                  <a:lnTo>
                    <a:pt x="6935853" y="2617955"/>
                  </a:lnTo>
                  <a:lnTo>
                    <a:pt x="6990839" y="2662274"/>
                  </a:lnTo>
                  <a:lnTo>
                    <a:pt x="7049813" y="2701940"/>
                  </a:lnTo>
                  <a:lnTo>
                    <a:pt x="7113570" y="2737513"/>
                  </a:lnTo>
                  <a:lnTo>
                    <a:pt x="7182776" y="2769492"/>
                  </a:lnTo>
                  <a:lnTo>
                    <a:pt x="7257849" y="2798286"/>
                  </a:lnTo>
                  <a:lnTo>
                    <a:pt x="7338814" y="2824202"/>
                  </a:lnTo>
                  <a:lnTo>
                    <a:pt x="7425124" y="2847436"/>
                  </a:lnTo>
                  <a:lnTo>
                    <a:pt x="7515477" y="2868085"/>
                  </a:lnTo>
                  <a:lnTo>
                    <a:pt x="7607673" y="2886154"/>
                  </a:lnTo>
                  <a:lnTo>
                    <a:pt x="7698600" y="2901595"/>
                  </a:lnTo>
                  <a:lnTo>
                    <a:pt x="7784435" y="2914347"/>
                  </a:lnTo>
                  <a:lnTo>
                    <a:pt x="7861104" y="2924401"/>
                  </a:lnTo>
                  <a:lnTo>
                    <a:pt x="7924977" y="2931850"/>
                  </a:lnTo>
                  <a:lnTo>
                    <a:pt x="7973616" y="2936927"/>
                  </a:lnTo>
                  <a:lnTo>
                    <a:pt x="8006376" y="2940003"/>
                  </a:lnTo>
                  <a:lnTo>
                    <a:pt x="8024657" y="2941554"/>
                  </a:lnTo>
                  <a:lnTo>
                    <a:pt x="8031800" y="2942104"/>
                  </a:lnTo>
                  <a:lnTo>
                    <a:pt x="8032819" y="2942176"/>
                  </a:lnTo>
                  <a:lnTo>
                    <a:pt x="8554953" y="2942176"/>
                  </a:lnTo>
                  <a:lnTo>
                    <a:pt x="8554953" y="2942176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819" name="pl1819"/>
            <p:cNvSpPr/>
            <p:nvPr/>
          </p:nvSpPr>
          <p:spPr>
            <a:xfrm>
              <a:off x="386606" y="666005"/>
              <a:ext cx="8554953" cy="4873508"/>
            </a:xfrm>
            <a:custGeom>
              <a:avLst/>
              <a:pathLst>
                <a:path w="8554953" h="4873508">
                  <a:moveTo>
                    <a:pt x="8554953" y="2942176"/>
                  </a:moveTo>
                  <a:lnTo>
                    <a:pt x="8032819" y="2942176"/>
                  </a:lnTo>
                  <a:lnTo>
                    <a:pt x="8031677" y="2942095"/>
                  </a:lnTo>
                  <a:lnTo>
                    <a:pt x="8024191" y="2941516"/>
                  </a:lnTo>
                  <a:lnTo>
                    <a:pt x="8005408" y="2939917"/>
                  </a:lnTo>
                  <a:lnTo>
                    <a:pt x="7972054" y="2936772"/>
                  </a:lnTo>
                  <a:lnTo>
                    <a:pt x="7922810" y="2931611"/>
                  </a:lnTo>
                  <a:lnTo>
                    <a:pt x="7858395" y="2924066"/>
                  </a:lnTo>
                  <a:lnTo>
                    <a:pt x="7781304" y="2913910"/>
                  </a:lnTo>
                  <a:lnTo>
                    <a:pt x="7695200" y="2901055"/>
                  </a:lnTo>
                  <a:lnTo>
                    <a:pt x="7604158" y="2885513"/>
                  </a:lnTo>
                  <a:lnTo>
                    <a:pt x="7511981" y="2867345"/>
                  </a:lnTo>
                  <a:lnTo>
                    <a:pt x="7421747" y="2846598"/>
                  </a:lnTo>
                  <a:lnTo>
                    <a:pt x="7335622" y="2823263"/>
                  </a:lnTo>
                  <a:lnTo>
                    <a:pt x="7254876" y="2797243"/>
                  </a:lnTo>
                  <a:lnTo>
                    <a:pt x="7180031" y="2768333"/>
                  </a:lnTo>
                  <a:lnTo>
                    <a:pt x="7111043" y="2736225"/>
                  </a:lnTo>
                  <a:lnTo>
                    <a:pt x="7047481" y="2700506"/>
                  </a:lnTo>
                  <a:lnTo>
                    <a:pt x="6988674" y="2660673"/>
                  </a:lnTo>
                  <a:lnTo>
                    <a:pt x="6933823" y="2616165"/>
                  </a:lnTo>
                  <a:lnTo>
                    <a:pt x="6882081" y="2566407"/>
                  </a:lnTo>
                  <a:lnTo>
                    <a:pt x="6832625" y="2510898"/>
                  </a:lnTo>
                  <a:lnTo>
                    <a:pt x="6786527" y="2451813"/>
                  </a:lnTo>
                  <a:lnTo>
                    <a:pt x="6749843" y="2399814"/>
                  </a:lnTo>
                  <a:lnTo>
                    <a:pt x="6713499" y="2344072"/>
                  </a:lnTo>
                  <a:lnTo>
                    <a:pt x="6677285" y="2284511"/>
                  </a:lnTo>
                  <a:lnTo>
                    <a:pt x="6641031" y="2221112"/>
                  </a:lnTo>
                  <a:lnTo>
                    <a:pt x="6604612" y="2153923"/>
                  </a:lnTo>
                  <a:lnTo>
                    <a:pt x="6567935" y="2083062"/>
                  </a:lnTo>
                  <a:lnTo>
                    <a:pt x="6530945" y="2008719"/>
                  </a:lnTo>
                  <a:lnTo>
                    <a:pt x="6493614" y="1931166"/>
                  </a:lnTo>
                  <a:lnTo>
                    <a:pt x="6455943" y="1850744"/>
                  </a:lnTo>
                  <a:lnTo>
                    <a:pt x="6417960" y="1767871"/>
                  </a:lnTo>
                  <a:lnTo>
                    <a:pt x="6379711" y="1683025"/>
                  </a:lnTo>
                  <a:lnTo>
                    <a:pt x="6341261" y="1596741"/>
                  </a:lnTo>
                  <a:lnTo>
                    <a:pt x="6302687" y="1509591"/>
                  </a:lnTo>
                  <a:lnTo>
                    <a:pt x="6264075" y="1422175"/>
                  </a:lnTo>
                  <a:lnTo>
                    <a:pt x="6225512" y="1335097"/>
                  </a:lnTo>
                  <a:lnTo>
                    <a:pt x="6187082" y="1248955"/>
                  </a:lnTo>
                  <a:lnTo>
                    <a:pt x="6148861" y="1164317"/>
                  </a:lnTo>
                  <a:lnTo>
                    <a:pt x="6110913" y="1081712"/>
                  </a:lnTo>
                  <a:lnTo>
                    <a:pt x="6073282" y="1001612"/>
                  </a:lnTo>
                  <a:lnTo>
                    <a:pt x="6035992" y="924424"/>
                  </a:lnTo>
                  <a:lnTo>
                    <a:pt x="5999041" y="850484"/>
                  </a:lnTo>
                  <a:lnTo>
                    <a:pt x="5962399" y="780051"/>
                  </a:lnTo>
                  <a:lnTo>
                    <a:pt x="5926005" y="713309"/>
                  </a:lnTo>
                  <a:lnTo>
                    <a:pt x="5889763" y="650366"/>
                  </a:lnTo>
                  <a:lnTo>
                    <a:pt x="5853543" y="591262"/>
                  </a:lnTo>
                  <a:lnTo>
                    <a:pt x="5817171" y="535971"/>
                  </a:lnTo>
                  <a:lnTo>
                    <a:pt x="5784835" y="490362"/>
                  </a:lnTo>
                  <a:lnTo>
                    <a:pt x="5736884" y="429050"/>
                  </a:lnTo>
                  <a:lnTo>
                    <a:pt x="5687354" y="373768"/>
                  </a:lnTo>
                  <a:lnTo>
                    <a:pt x="5635509" y="324220"/>
                  </a:lnTo>
                  <a:lnTo>
                    <a:pt x="5580523" y="279901"/>
                  </a:lnTo>
                  <a:lnTo>
                    <a:pt x="5521549" y="240235"/>
                  </a:lnTo>
                  <a:lnTo>
                    <a:pt x="5457792" y="204662"/>
                  </a:lnTo>
                  <a:lnTo>
                    <a:pt x="5388586" y="172683"/>
                  </a:lnTo>
                  <a:lnTo>
                    <a:pt x="5313513" y="143889"/>
                  </a:lnTo>
                  <a:lnTo>
                    <a:pt x="5232548" y="117974"/>
                  </a:lnTo>
                  <a:lnTo>
                    <a:pt x="5146238" y="94739"/>
                  </a:lnTo>
                  <a:lnTo>
                    <a:pt x="5055885" y="74090"/>
                  </a:lnTo>
                  <a:lnTo>
                    <a:pt x="4963689" y="56021"/>
                  </a:lnTo>
                  <a:lnTo>
                    <a:pt x="4872762" y="40580"/>
                  </a:lnTo>
                  <a:lnTo>
                    <a:pt x="4786927" y="27828"/>
                  </a:lnTo>
                  <a:lnTo>
                    <a:pt x="4710258" y="17775"/>
                  </a:lnTo>
                  <a:lnTo>
                    <a:pt x="4646385" y="10325"/>
                  </a:lnTo>
                  <a:lnTo>
                    <a:pt x="4597746" y="5249"/>
                  </a:lnTo>
                  <a:lnTo>
                    <a:pt x="4564986" y="2172"/>
                  </a:lnTo>
                  <a:lnTo>
                    <a:pt x="4546705" y="622"/>
                  </a:lnTo>
                  <a:lnTo>
                    <a:pt x="4539562" y="72"/>
                  </a:lnTo>
                  <a:lnTo>
                    <a:pt x="4538543" y="0"/>
                  </a:lnTo>
                  <a:lnTo>
                    <a:pt x="4016409" y="0"/>
                  </a:lnTo>
                  <a:lnTo>
                    <a:pt x="4015550" y="100"/>
                  </a:lnTo>
                  <a:lnTo>
                    <a:pt x="4009886" y="814"/>
                  </a:lnTo>
                  <a:lnTo>
                    <a:pt x="3995549" y="2788"/>
                  </a:lnTo>
                  <a:lnTo>
                    <a:pt x="3969777" y="6677"/>
                  </a:lnTo>
                  <a:lnTo>
                    <a:pt x="3931089" y="13097"/>
                  </a:lnTo>
                  <a:lnTo>
                    <a:pt x="3879400" y="22563"/>
                  </a:lnTo>
                  <a:lnTo>
                    <a:pt x="3815954" y="35449"/>
                  </a:lnTo>
                  <a:lnTo>
                    <a:pt x="3743043" y="51964"/>
                  </a:lnTo>
                  <a:lnTo>
                    <a:pt x="3663574" y="72172"/>
                  </a:lnTo>
                  <a:lnTo>
                    <a:pt x="3580601" y="96035"/>
                  </a:lnTo>
                  <a:lnTo>
                    <a:pt x="3496924" y="123476"/>
                  </a:lnTo>
                  <a:lnTo>
                    <a:pt x="3414828" y="154436"/>
                  </a:lnTo>
                  <a:lnTo>
                    <a:pt x="3335973" y="188920"/>
                  </a:lnTo>
                  <a:lnTo>
                    <a:pt x="3261406" y="227030"/>
                  </a:lnTo>
                  <a:lnTo>
                    <a:pt x="3191639" y="268985"/>
                  </a:lnTo>
                  <a:lnTo>
                    <a:pt x="3126762" y="315125"/>
                  </a:lnTo>
                  <a:lnTo>
                    <a:pt x="3066560" y="365907"/>
                  </a:lnTo>
                  <a:lnTo>
                    <a:pt x="3010612" y="421899"/>
                  </a:lnTo>
                  <a:lnTo>
                    <a:pt x="2958368" y="483758"/>
                  </a:lnTo>
                  <a:lnTo>
                    <a:pt x="2909212" y="552194"/>
                  </a:lnTo>
                  <a:lnTo>
                    <a:pt x="2862510" y="627914"/>
                  </a:lnTo>
                  <a:lnTo>
                    <a:pt x="2817649" y="711524"/>
                  </a:lnTo>
                  <a:lnTo>
                    <a:pt x="2774083" y="803373"/>
                  </a:lnTo>
                  <a:lnTo>
                    <a:pt x="2770117" y="812251"/>
                  </a:lnTo>
                  <a:lnTo>
                    <a:pt x="2740557" y="881093"/>
                  </a:lnTo>
                  <a:lnTo>
                    <a:pt x="2711248" y="953931"/>
                  </a:lnTo>
                  <a:lnTo>
                    <a:pt x="2682071" y="1030844"/>
                  </a:lnTo>
                  <a:lnTo>
                    <a:pt x="2652929" y="1111873"/>
                  </a:lnTo>
                  <a:lnTo>
                    <a:pt x="2623740" y="1197017"/>
                  </a:lnTo>
                  <a:lnTo>
                    <a:pt x="2594441" y="1286228"/>
                  </a:lnTo>
                  <a:lnTo>
                    <a:pt x="2564984" y="1379410"/>
                  </a:lnTo>
                  <a:lnTo>
                    <a:pt x="2535334" y="1476413"/>
                  </a:lnTo>
                  <a:lnTo>
                    <a:pt x="2505470" y="1577037"/>
                  </a:lnTo>
                  <a:lnTo>
                    <a:pt x="2475384" y="1681027"/>
                  </a:lnTo>
                  <a:lnTo>
                    <a:pt x="2445077" y="1788076"/>
                  </a:lnTo>
                  <a:lnTo>
                    <a:pt x="2414564" y="1897828"/>
                  </a:lnTo>
                  <a:lnTo>
                    <a:pt x="2383867" y="2009881"/>
                  </a:lnTo>
                  <a:lnTo>
                    <a:pt x="2353015" y="2123794"/>
                  </a:lnTo>
                  <a:lnTo>
                    <a:pt x="2322046" y="2239090"/>
                  </a:lnTo>
                  <a:lnTo>
                    <a:pt x="2291001" y="2355269"/>
                  </a:lnTo>
                  <a:lnTo>
                    <a:pt x="2259924" y="2471814"/>
                  </a:lnTo>
                  <a:lnTo>
                    <a:pt x="2228860" y="2588201"/>
                  </a:lnTo>
                  <a:lnTo>
                    <a:pt x="2197855" y="2703910"/>
                  </a:lnTo>
                  <a:lnTo>
                    <a:pt x="2166952" y="2818432"/>
                  </a:lnTo>
                  <a:lnTo>
                    <a:pt x="2136189" y="2931281"/>
                  </a:lnTo>
                  <a:lnTo>
                    <a:pt x="2105600" y="3042001"/>
                  </a:lnTo>
                  <a:lnTo>
                    <a:pt x="2075209" y="3150172"/>
                  </a:lnTo>
                  <a:lnTo>
                    <a:pt x="2045034" y="3255421"/>
                  </a:lnTo>
                  <a:lnTo>
                    <a:pt x="2015082" y="3357420"/>
                  </a:lnTo>
                  <a:lnTo>
                    <a:pt x="1985348" y="3455893"/>
                  </a:lnTo>
                  <a:lnTo>
                    <a:pt x="1955817" y="3550618"/>
                  </a:lnTo>
                  <a:lnTo>
                    <a:pt x="1926461" y="3641426"/>
                  </a:lnTo>
                  <a:lnTo>
                    <a:pt x="1897235" y="3728198"/>
                  </a:lnTo>
                  <a:lnTo>
                    <a:pt x="1868083" y="3810870"/>
                  </a:lnTo>
                  <a:lnTo>
                    <a:pt x="1838930" y="3889421"/>
                  </a:lnTo>
                  <a:lnTo>
                    <a:pt x="1809687" y="3963875"/>
                  </a:lnTo>
                  <a:lnTo>
                    <a:pt x="1780242" y="4034297"/>
                  </a:lnTo>
                  <a:lnTo>
                    <a:pt x="1768425" y="4061257"/>
                  </a:lnTo>
                  <a:lnTo>
                    <a:pt x="1724953" y="4153868"/>
                  </a:lnTo>
                  <a:lnTo>
                    <a:pt x="1680233" y="4238228"/>
                  </a:lnTo>
                  <a:lnTo>
                    <a:pt x="1633726" y="4314652"/>
                  </a:lnTo>
                  <a:lnTo>
                    <a:pt x="1584823" y="4383730"/>
                  </a:lnTo>
                  <a:lnTo>
                    <a:pt x="1532889" y="4446165"/>
                  </a:lnTo>
                  <a:lnTo>
                    <a:pt x="1477307" y="4502669"/>
                  </a:lnTo>
                  <a:lnTo>
                    <a:pt x="1417517" y="4553906"/>
                  </a:lnTo>
                  <a:lnTo>
                    <a:pt x="1353084" y="4600452"/>
                  </a:lnTo>
                  <a:lnTo>
                    <a:pt x="1283769" y="4642777"/>
                  </a:lnTo>
                  <a:lnTo>
                    <a:pt x="1209630" y="4681230"/>
                  </a:lnTo>
                  <a:lnTo>
                    <a:pt x="1131136" y="4716042"/>
                  </a:lnTo>
                  <a:lnTo>
                    <a:pt x="1049278" y="4747325"/>
                  </a:lnTo>
                  <a:lnTo>
                    <a:pt x="965661" y="4775093"/>
                  </a:lnTo>
                  <a:lnTo>
                    <a:pt x="882512" y="4799289"/>
                  </a:lnTo>
                  <a:lnTo>
                    <a:pt x="802594" y="4819836"/>
                  </a:lnTo>
                  <a:lnTo>
                    <a:pt x="728951" y="4836690"/>
                  </a:lnTo>
                  <a:lnTo>
                    <a:pt x="664524" y="4849904"/>
                  </a:lnTo>
                  <a:lnTo>
                    <a:pt x="611682" y="4859673"/>
                  </a:lnTo>
                  <a:lnTo>
                    <a:pt x="571778" y="4866354"/>
                  </a:lnTo>
                  <a:lnTo>
                    <a:pt x="544857" y="4870451"/>
                  </a:lnTo>
                  <a:lnTo>
                    <a:pt x="529564" y="4872574"/>
                  </a:lnTo>
                  <a:lnTo>
                    <a:pt x="523247" y="4873377"/>
                  </a:lnTo>
                  <a:lnTo>
                    <a:pt x="522133" y="4873508"/>
                  </a:lnTo>
                  <a:lnTo>
                    <a:pt x="522133" y="4873508"/>
                  </a:lnTo>
                  <a:lnTo>
                    <a:pt x="0" y="4873508"/>
                  </a:lnTo>
                  <a:lnTo>
                    <a:pt x="0" y="4873508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820" name="pg1820"/>
            <p:cNvSpPr/>
            <p:nvPr/>
          </p:nvSpPr>
          <p:spPr>
            <a:xfrm>
              <a:off x="386606" y="1851911"/>
              <a:ext cx="8554953" cy="3930431"/>
            </a:xfrm>
            <a:custGeom>
              <a:avLst/>
              <a:pathLst>
                <a:path w="8554953" h="3930431">
                  <a:moveTo>
                    <a:pt x="0" y="3817487"/>
                  </a:moveTo>
                  <a:lnTo>
                    <a:pt x="522133" y="3817487"/>
                  </a:lnTo>
                  <a:lnTo>
                    <a:pt x="523403" y="3817491"/>
                  </a:lnTo>
                  <a:lnTo>
                    <a:pt x="531702" y="3817515"/>
                  </a:lnTo>
                  <a:lnTo>
                    <a:pt x="552451" y="3817584"/>
                  </a:lnTo>
                  <a:lnTo>
                    <a:pt x="589106" y="3817718"/>
                  </a:lnTo>
                  <a:lnTo>
                    <a:pt x="642843" y="3817939"/>
                  </a:lnTo>
                  <a:lnTo>
                    <a:pt x="712506" y="3818259"/>
                  </a:lnTo>
                  <a:lnTo>
                    <a:pt x="794998" y="3818689"/>
                  </a:lnTo>
                  <a:lnTo>
                    <a:pt x="886063" y="3819230"/>
                  </a:lnTo>
                  <a:lnTo>
                    <a:pt x="981184" y="3819881"/>
                  </a:lnTo>
                  <a:lnTo>
                    <a:pt x="1076338" y="3820640"/>
                  </a:lnTo>
                  <a:lnTo>
                    <a:pt x="1168444" y="3821505"/>
                  </a:lnTo>
                  <a:lnTo>
                    <a:pt x="1255482" y="3822477"/>
                  </a:lnTo>
                  <a:lnTo>
                    <a:pt x="1336412" y="3823564"/>
                  </a:lnTo>
                  <a:lnTo>
                    <a:pt x="1410963" y="3824776"/>
                  </a:lnTo>
                  <a:lnTo>
                    <a:pt x="1479419" y="3826127"/>
                  </a:lnTo>
                  <a:lnTo>
                    <a:pt x="1542417" y="3827639"/>
                  </a:lnTo>
                  <a:lnTo>
                    <a:pt x="1600799" y="3829333"/>
                  </a:lnTo>
                  <a:lnTo>
                    <a:pt x="1655495" y="3831236"/>
                  </a:lnTo>
                  <a:lnTo>
                    <a:pt x="1707439" y="3833369"/>
                  </a:lnTo>
                  <a:lnTo>
                    <a:pt x="1757490" y="3835749"/>
                  </a:lnTo>
                  <a:lnTo>
                    <a:pt x="1768425" y="3836311"/>
                  </a:lnTo>
                  <a:lnTo>
                    <a:pt x="1822609" y="3839318"/>
                  </a:lnTo>
                  <a:lnTo>
                    <a:pt x="1876271" y="3842642"/>
                  </a:lnTo>
                  <a:lnTo>
                    <a:pt x="1929997" y="3846290"/>
                  </a:lnTo>
                  <a:lnTo>
                    <a:pt x="1984177" y="3850252"/>
                  </a:lnTo>
                  <a:lnTo>
                    <a:pt x="2039032" y="3854508"/>
                  </a:lnTo>
                  <a:lnTo>
                    <a:pt x="2094633" y="3859022"/>
                  </a:lnTo>
                  <a:lnTo>
                    <a:pt x="2150926" y="3863747"/>
                  </a:lnTo>
                  <a:lnTo>
                    <a:pt x="2207749" y="3868622"/>
                  </a:lnTo>
                  <a:lnTo>
                    <a:pt x="2264869" y="3873576"/>
                  </a:lnTo>
                  <a:lnTo>
                    <a:pt x="2322011" y="3878537"/>
                  </a:lnTo>
                  <a:lnTo>
                    <a:pt x="2378897" y="3883428"/>
                  </a:lnTo>
                  <a:lnTo>
                    <a:pt x="2435284" y="3888180"/>
                  </a:lnTo>
                  <a:lnTo>
                    <a:pt x="2490999" y="3892731"/>
                  </a:lnTo>
                  <a:lnTo>
                    <a:pt x="2545967" y="3897029"/>
                  </a:lnTo>
                  <a:lnTo>
                    <a:pt x="2600240" y="3901038"/>
                  </a:lnTo>
                  <a:lnTo>
                    <a:pt x="2654015" y="3904735"/>
                  </a:lnTo>
                  <a:lnTo>
                    <a:pt x="2707655" y="3908109"/>
                  </a:lnTo>
                  <a:lnTo>
                    <a:pt x="2761711" y="3911164"/>
                  </a:lnTo>
                  <a:lnTo>
                    <a:pt x="2770117" y="3911607"/>
                  </a:lnTo>
                  <a:lnTo>
                    <a:pt x="2819848" y="3914042"/>
                  </a:lnTo>
                  <a:lnTo>
                    <a:pt x="2871302" y="3916229"/>
                  </a:lnTo>
                  <a:lnTo>
                    <a:pt x="2925308" y="3918181"/>
                  </a:lnTo>
                  <a:lnTo>
                    <a:pt x="2982789" y="3919919"/>
                  </a:lnTo>
                  <a:lnTo>
                    <a:pt x="3044685" y="3921469"/>
                  </a:lnTo>
                  <a:lnTo>
                    <a:pt x="3111864" y="3922855"/>
                  </a:lnTo>
                  <a:lnTo>
                    <a:pt x="3185021" y="3924096"/>
                  </a:lnTo>
                  <a:lnTo>
                    <a:pt x="3264534" y="3925209"/>
                  </a:lnTo>
                  <a:lnTo>
                    <a:pt x="3350275" y="3926207"/>
                  </a:lnTo>
                  <a:lnTo>
                    <a:pt x="3441392" y="3927095"/>
                  </a:lnTo>
                  <a:lnTo>
                    <a:pt x="3536098" y="3927878"/>
                  </a:lnTo>
                  <a:lnTo>
                    <a:pt x="3631546" y="3928553"/>
                  </a:lnTo>
                  <a:lnTo>
                    <a:pt x="3723894" y="3929119"/>
                  </a:lnTo>
                  <a:lnTo>
                    <a:pt x="3808682" y="3929573"/>
                  </a:lnTo>
                  <a:lnTo>
                    <a:pt x="3881517" y="3929917"/>
                  </a:lnTo>
                  <a:lnTo>
                    <a:pt x="3938970" y="3930159"/>
                  </a:lnTo>
                  <a:lnTo>
                    <a:pt x="3979401" y="3930310"/>
                  </a:lnTo>
                  <a:lnTo>
                    <a:pt x="4003461" y="3930392"/>
                  </a:lnTo>
                  <a:lnTo>
                    <a:pt x="4014122" y="3930424"/>
                  </a:lnTo>
                  <a:lnTo>
                    <a:pt x="4016409" y="3930431"/>
                  </a:lnTo>
                  <a:lnTo>
                    <a:pt x="4538543" y="3930431"/>
                  </a:lnTo>
                  <a:lnTo>
                    <a:pt x="4539471" y="3930343"/>
                  </a:lnTo>
                  <a:lnTo>
                    <a:pt x="4545585" y="3929720"/>
                  </a:lnTo>
                  <a:lnTo>
                    <a:pt x="4561025" y="3927997"/>
                  </a:lnTo>
                  <a:lnTo>
                    <a:pt x="4588693" y="3924604"/>
                  </a:lnTo>
                  <a:lnTo>
                    <a:pt x="4630052" y="3919011"/>
                  </a:lnTo>
                  <a:lnTo>
                    <a:pt x="4685013" y="3910782"/>
                  </a:lnTo>
                  <a:lnTo>
                    <a:pt x="4752041" y="3899612"/>
                  </a:lnTo>
                  <a:lnTo>
                    <a:pt x="4828506" y="3885342"/>
                  </a:lnTo>
                  <a:lnTo>
                    <a:pt x="4911190" y="3867939"/>
                  </a:lnTo>
                  <a:lnTo>
                    <a:pt x="4996820" y="3847446"/>
                  </a:lnTo>
                  <a:lnTo>
                    <a:pt x="5082489" y="3823932"/>
                  </a:lnTo>
                  <a:lnTo>
                    <a:pt x="5165908" y="3797436"/>
                  </a:lnTo>
                  <a:lnTo>
                    <a:pt x="5245489" y="3767929"/>
                  </a:lnTo>
                  <a:lnTo>
                    <a:pt x="5320306" y="3735290"/>
                  </a:lnTo>
                  <a:lnTo>
                    <a:pt x="5389984" y="3699290"/>
                  </a:lnTo>
                  <a:lnTo>
                    <a:pt x="5454565" y="3659591"/>
                  </a:lnTo>
                  <a:lnTo>
                    <a:pt x="5514387" y="3615754"/>
                  </a:lnTo>
                  <a:lnTo>
                    <a:pt x="5569976" y="3567247"/>
                  </a:lnTo>
                  <a:lnTo>
                    <a:pt x="5621968" y="3513471"/>
                  </a:lnTo>
                  <a:lnTo>
                    <a:pt x="5671046" y="3453799"/>
                  </a:lnTo>
                  <a:lnTo>
                    <a:pt x="5717887" y="3387651"/>
                  </a:lnTo>
                  <a:lnTo>
                    <a:pt x="5763123" y="3314599"/>
                  </a:lnTo>
                  <a:lnTo>
                    <a:pt x="5784835" y="3276300"/>
                  </a:lnTo>
                  <a:lnTo>
                    <a:pt x="5817382" y="3215048"/>
                  </a:lnTo>
                  <a:lnTo>
                    <a:pt x="5849640" y="3149882"/>
                  </a:lnTo>
                  <a:lnTo>
                    <a:pt x="5881763" y="3080723"/>
                  </a:lnTo>
                  <a:lnTo>
                    <a:pt x="5913876" y="3007538"/>
                  </a:lnTo>
                  <a:lnTo>
                    <a:pt x="5946078" y="2930346"/>
                  </a:lnTo>
                  <a:lnTo>
                    <a:pt x="5978446" y="2849222"/>
                  </a:lnTo>
                  <a:lnTo>
                    <a:pt x="6011033" y="2764300"/>
                  </a:lnTo>
                  <a:lnTo>
                    <a:pt x="6043874" y="2675780"/>
                  </a:lnTo>
                  <a:lnTo>
                    <a:pt x="6076983" y="2583920"/>
                  </a:lnTo>
                  <a:lnTo>
                    <a:pt x="6110360" y="2489044"/>
                  </a:lnTo>
                  <a:lnTo>
                    <a:pt x="6143988" y="2391533"/>
                  </a:lnTo>
                  <a:lnTo>
                    <a:pt x="6177835" y="2291822"/>
                  </a:lnTo>
                  <a:lnTo>
                    <a:pt x="6211859" y="2190395"/>
                  </a:lnTo>
                  <a:lnTo>
                    <a:pt x="6246011" y="2087771"/>
                  </a:lnTo>
                  <a:lnTo>
                    <a:pt x="6280233" y="1984495"/>
                  </a:lnTo>
                  <a:lnTo>
                    <a:pt x="6314465" y="1881130"/>
                  </a:lnTo>
                  <a:lnTo>
                    <a:pt x="6348645" y="1778238"/>
                  </a:lnTo>
                  <a:lnTo>
                    <a:pt x="6382716" y="1676372"/>
                  </a:lnTo>
                  <a:lnTo>
                    <a:pt x="6416625" y="1576061"/>
                  </a:lnTo>
                  <a:lnTo>
                    <a:pt x="6450326" y="1477800"/>
                  </a:lnTo>
                  <a:lnTo>
                    <a:pt x="6483785" y="1382041"/>
                  </a:lnTo>
                  <a:lnTo>
                    <a:pt x="6516981" y="1289184"/>
                  </a:lnTo>
                  <a:lnTo>
                    <a:pt x="6549906" y="1199569"/>
                  </a:lnTo>
                  <a:lnTo>
                    <a:pt x="6582571" y="1113478"/>
                  </a:lnTo>
                  <a:lnTo>
                    <a:pt x="6615004" y="1031128"/>
                  </a:lnTo>
                  <a:lnTo>
                    <a:pt x="6647252" y="952673"/>
                  </a:lnTo>
                  <a:lnTo>
                    <a:pt x="6679384" y="878208"/>
                  </a:lnTo>
                  <a:lnTo>
                    <a:pt x="6711491" y="807769"/>
                  </a:lnTo>
                  <a:lnTo>
                    <a:pt x="6743691" y="741339"/>
                  </a:lnTo>
                  <a:lnTo>
                    <a:pt x="6776127" y="678853"/>
                  </a:lnTo>
                  <a:lnTo>
                    <a:pt x="6786527" y="659777"/>
                  </a:lnTo>
                  <a:lnTo>
                    <a:pt x="6831179" y="583287"/>
                  </a:lnTo>
                  <a:lnTo>
                    <a:pt x="6877162" y="513799"/>
                  </a:lnTo>
                  <a:lnTo>
                    <a:pt x="6925062" y="451025"/>
                  </a:lnTo>
                  <a:lnTo>
                    <a:pt x="6975542" y="394442"/>
                  </a:lnTo>
                  <a:lnTo>
                    <a:pt x="7029288" y="343435"/>
                  </a:lnTo>
                  <a:lnTo>
                    <a:pt x="7086965" y="297384"/>
                  </a:lnTo>
                  <a:lnTo>
                    <a:pt x="7149162" y="255722"/>
                  </a:lnTo>
                  <a:lnTo>
                    <a:pt x="7216320" y="217961"/>
                  </a:lnTo>
                  <a:lnTo>
                    <a:pt x="7288640" y="183713"/>
                  </a:lnTo>
                  <a:lnTo>
                    <a:pt x="7365969" y="152696"/>
                  </a:lnTo>
                  <a:lnTo>
                    <a:pt x="7447666" y="124736"/>
                  </a:lnTo>
                  <a:lnTo>
                    <a:pt x="7532477" y="99761"/>
                  </a:lnTo>
                  <a:lnTo>
                    <a:pt x="7618455" y="77783"/>
                  </a:lnTo>
                  <a:lnTo>
                    <a:pt x="7702974" y="58859"/>
                  </a:lnTo>
                  <a:lnTo>
                    <a:pt x="7782899" y="43055"/>
                  </a:lnTo>
                  <a:lnTo>
                    <a:pt x="7854922" y="30380"/>
                  </a:lnTo>
                  <a:lnTo>
                    <a:pt x="7916057" y="20740"/>
                  </a:lnTo>
                  <a:lnTo>
                    <a:pt x="7964177" y="13905"/>
                  </a:lnTo>
                  <a:lnTo>
                    <a:pt x="7998456" y="9497"/>
                  </a:lnTo>
                  <a:lnTo>
                    <a:pt x="8019600" y="7027"/>
                  </a:lnTo>
                  <a:lnTo>
                    <a:pt x="8029831" y="5938"/>
                  </a:lnTo>
                  <a:lnTo>
                    <a:pt x="8032819" y="5647"/>
                  </a:lnTo>
                  <a:lnTo>
                    <a:pt x="8554953" y="5647"/>
                  </a:lnTo>
                  <a:lnTo>
                    <a:pt x="8554953" y="0"/>
                  </a:lnTo>
                  <a:lnTo>
                    <a:pt x="8032819" y="0"/>
                  </a:lnTo>
                  <a:lnTo>
                    <a:pt x="8031891" y="87"/>
                  </a:lnTo>
                  <a:lnTo>
                    <a:pt x="8025777" y="710"/>
                  </a:lnTo>
                  <a:lnTo>
                    <a:pt x="8010337" y="2433"/>
                  </a:lnTo>
                  <a:lnTo>
                    <a:pt x="7982669" y="5826"/>
                  </a:lnTo>
                  <a:lnTo>
                    <a:pt x="7941310" y="11419"/>
                  </a:lnTo>
                  <a:lnTo>
                    <a:pt x="7886349" y="19648"/>
                  </a:lnTo>
                  <a:lnTo>
                    <a:pt x="7819321" y="30818"/>
                  </a:lnTo>
                  <a:lnTo>
                    <a:pt x="7742856" y="45088"/>
                  </a:lnTo>
                  <a:lnTo>
                    <a:pt x="7660172" y="62491"/>
                  </a:lnTo>
                  <a:lnTo>
                    <a:pt x="7574542" y="82984"/>
                  </a:lnTo>
                  <a:lnTo>
                    <a:pt x="7488873" y="106498"/>
                  </a:lnTo>
                  <a:lnTo>
                    <a:pt x="7405454" y="132994"/>
                  </a:lnTo>
                  <a:lnTo>
                    <a:pt x="7325873" y="162501"/>
                  </a:lnTo>
                  <a:lnTo>
                    <a:pt x="7251056" y="195140"/>
                  </a:lnTo>
                  <a:lnTo>
                    <a:pt x="7181378" y="231140"/>
                  </a:lnTo>
                  <a:lnTo>
                    <a:pt x="7116797" y="270839"/>
                  </a:lnTo>
                  <a:lnTo>
                    <a:pt x="7056975" y="314676"/>
                  </a:lnTo>
                  <a:lnTo>
                    <a:pt x="7001386" y="363183"/>
                  </a:lnTo>
                  <a:lnTo>
                    <a:pt x="6949394" y="416960"/>
                  </a:lnTo>
                  <a:lnTo>
                    <a:pt x="6900316" y="476631"/>
                  </a:lnTo>
                  <a:lnTo>
                    <a:pt x="6853475" y="542780"/>
                  </a:lnTo>
                  <a:lnTo>
                    <a:pt x="6808238" y="615831"/>
                  </a:lnTo>
                  <a:lnTo>
                    <a:pt x="6786527" y="654130"/>
                  </a:lnTo>
                  <a:lnTo>
                    <a:pt x="6753980" y="715382"/>
                  </a:lnTo>
                  <a:lnTo>
                    <a:pt x="6721722" y="780548"/>
                  </a:lnTo>
                  <a:lnTo>
                    <a:pt x="6689599" y="849707"/>
                  </a:lnTo>
                  <a:lnTo>
                    <a:pt x="6657486" y="922892"/>
                  </a:lnTo>
                  <a:lnTo>
                    <a:pt x="6625284" y="1000084"/>
                  </a:lnTo>
                  <a:lnTo>
                    <a:pt x="6592916" y="1081209"/>
                  </a:lnTo>
                  <a:lnTo>
                    <a:pt x="6560329" y="1166130"/>
                  </a:lnTo>
                  <a:lnTo>
                    <a:pt x="6527488" y="1254650"/>
                  </a:lnTo>
                  <a:lnTo>
                    <a:pt x="6494379" y="1346510"/>
                  </a:lnTo>
                  <a:lnTo>
                    <a:pt x="6461002" y="1441386"/>
                  </a:lnTo>
                  <a:lnTo>
                    <a:pt x="6427374" y="1538897"/>
                  </a:lnTo>
                  <a:lnTo>
                    <a:pt x="6393527" y="1638608"/>
                  </a:lnTo>
                  <a:lnTo>
                    <a:pt x="6359503" y="1740035"/>
                  </a:lnTo>
                  <a:lnTo>
                    <a:pt x="6325351" y="1842660"/>
                  </a:lnTo>
                  <a:lnTo>
                    <a:pt x="6291129" y="1945935"/>
                  </a:lnTo>
                  <a:lnTo>
                    <a:pt x="6256897" y="2049300"/>
                  </a:lnTo>
                  <a:lnTo>
                    <a:pt x="6222717" y="2152192"/>
                  </a:lnTo>
                  <a:lnTo>
                    <a:pt x="6188646" y="2254058"/>
                  </a:lnTo>
                  <a:lnTo>
                    <a:pt x="6154737" y="2354369"/>
                  </a:lnTo>
                  <a:lnTo>
                    <a:pt x="6121036" y="2452630"/>
                  </a:lnTo>
                  <a:lnTo>
                    <a:pt x="6087577" y="2548389"/>
                  </a:lnTo>
                  <a:lnTo>
                    <a:pt x="6054381" y="2641246"/>
                  </a:lnTo>
                  <a:lnTo>
                    <a:pt x="6021456" y="2730861"/>
                  </a:lnTo>
                  <a:lnTo>
                    <a:pt x="5988791" y="2816952"/>
                  </a:lnTo>
                  <a:lnTo>
                    <a:pt x="5956358" y="2899302"/>
                  </a:lnTo>
                  <a:lnTo>
                    <a:pt x="5924110" y="2977757"/>
                  </a:lnTo>
                  <a:lnTo>
                    <a:pt x="5891978" y="3052222"/>
                  </a:lnTo>
                  <a:lnTo>
                    <a:pt x="5859871" y="3122661"/>
                  </a:lnTo>
                  <a:lnTo>
                    <a:pt x="5827671" y="3189091"/>
                  </a:lnTo>
                  <a:lnTo>
                    <a:pt x="5795235" y="3251577"/>
                  </a:lnTo>
                  <a:lnTo>
                    <a:pt x="5784835" y="3270653"/>
                  </a:lnTo>
                  <a:lnTo>
                    <a:pt x="5740183" y="3347143"/>
                  </a:lnTo>
                  <a:lnTo>
                    <a:pt x="5694200" y="3416631"/>
                  </a:lnTo>
                  <a:lnTo>
                    <a:pt x="5646300" y="3479405"/>
                  </a:lnTo>
                  <a:lnTo>
                    <a:pt x="5595820" y="3535988"/>
                  </a:lnTo>
                  <a:lnTo>
                    <a:pt x="5542074" y="3586996"/>
                  </a:lnTo>
                  <a:lnTo>
                    <a:pt x="5484397" y="3633046"/>
                  </a:lnTo>
                  <a:lnTo>
                    <a:pt x="5422200" y="3674708"/>
                  </a:lnTo>
                  <a:lnTo>
                    <a:pt x="5355042" y="3712469"/>
                  </a:lnTo>
                  <a:lnTo>
                    <a:pt x="5282722" y="3746717"/>
                  </a:lnTo>
                  <a:lnTo>
                    <a:pt x="5205393" y="3777735"/>
                  </a:lnTo>
                  <a:lnTo>
                    <a:pt x="5123696" y="3805694"/>
                  </a:lnTo>
                  <a:lnTo>
                    <a:pt x="5038885" y="3830669"/>
                  </a:lnTo>
                  <a:lnTo>
                    <a:pt x="4952907" y="3852647"/>
                  </a:lnTo>
                  <a:lnTo>
                    <a:pt x="4868388" y="3871571"/>
                  </a:lnTo>
                  <a:lnTo>
                    <a:pt x="4788463" y="3887375"/>
                  </a:lnTo>
                  <a:lnTo>
                    <a:pt x="4716440" y="3900050"/>
                  </a:lnTo>
                  <a:lnTo>
                    <a:pt x="4655305" y="3909690"/>
                  </a:lnTo>
                  <a:lnTo>
                    <a:pt x="4607185" y="3916526"/>
                  </a:lnTo>
                  <a:lnTo>
                    <a:pt x="4572906" y="3920933"/>
                  </a:lnTo>
                  <a:lnTo>
                    <a:pt x="4551762" y="3923403"/>
                  </a:lnTo>
                  <a:lnTo>
                    <a:pt x="4541531" y="3924492"/>
                  </a:lnTo>
                  <a:lnTo>
                    <a:pt x="4538543" y="3924783"/>
                  </a:lnTo>
                  <a:lnTo>
                    <a:pt x="4016409" y="3924783"/>
                  </a:lnTo>
                  <a:lnTo>
                    <a:pt x="4015140" y="3924780"/>
                  </a:lnTo>
                  <a:lnTo>
                    <a:pt x="4006840" y="3924755"/>
                  </a:lnTo>
                  <a:lnTo>
                    <a:pt x="3986091" y="3924687"/>
                  </a:lnTo>
                  <a:lnTo>
                    <a:pt x="3949436" y="3924552"/>
                  </a:lnTo>
                  <a:lnTo>
                    <a:pt x="3895699" y="3924332"/>
                  </a:lnTo>
                  <a:lnTo>
                    <a:pt x="3826037" y="3924011"/>
                  </a:lnTo>
                  <a:lnTo>
                    <a:pt x="3743544" y="3923582"/>
                  </a:lnTo>
                  <a:lnTo>
                    <a:pt x="3652479" y="3923041"/>
                  </a:lnTo>
                  <a:lnTo>
                    <a:pt x="3557359" y="3922390"/>
                  </a:lnTo>
                  <a:lnTo>
                    <a:pt x="3462204" y="3921631"/>
                  </a:lnTo>
                  <a:lnTo>
                    <a:pt x="3370098" y="3920766"/>
                  </a:lnTo>
                  <a:lnTo>
                    <a:pt x="3283060" y="3919793"/>
                  </a:lnTo>
                  <a:lnTo>
                    <a:pt x="3202131" y="3918706"/>
                  </a:lnTo>
                  <a:lnTo>
                    <a:pt x="3127579" y="3917495"/>
                  </a:lnTo>
                  <a:lnTo>
                    <a:pt x="3059123" y="3916143"/>
                  </a:lnTo>
                  <a:lnTo>
                    <a:pt x="2996125" y="3914632"/>
                  </a:lnTo>
                  <a:lnTo>
                    <a:pt x="2937744" y="3912937"/>
                  </a:lnTo>
                  <a:lnTo>
                    <a:pt x="2883047" y="3911035"/>
                  </a:lnTo>
                  <a:lnTo>
                    <a:pt x="2831103" y="3908902"/>
                  </a:lnTo>
                  <a:lnTo>
                    <a:pt x="2781052" y="3906522"/>
                  </a:lnTo>
                  <a:lnTo>
                    <a:pt x="2770117" y="3905960"/>
                  </a:lnTo>
                  <a:lnTo>
                    <a:pt x="2715933" y="3902953"/>
                  </a:lnTo>
                  <a:lnTo>
                    <a:pt x="2662271" y="3899628"/>
                  </a:lnTo>
                  <a:lnTo>
                    <a:pt x="2608545" y="3895981"/>
                  </a:lnTo>
                  <a:lnTo>
                    <a:pt x="2554365" y="3892019"/>
                  </a:lnTo>
                  <a:lnTo>
                    <a:pt x="2499511" y="3887763"/>
                  </a:lnTo>
                  <a:lnTo>
                    <a:pt x="2443909" y="3883248"/>
                  </a:lnTo>
                  <a:lnTo>
                    <a:pt x="2387617" y="3878523"/>
                  </a:lnTo>
                  <a:lnTo>
                    <a:pt x="2330793" y="3873649"/>
                  </a:lnTo>
                  <a:lnTo>
                    <a:pt x="2273673" y="3868694"/>
                  </a:lnTo>
                  <a:lnTo>
                    <a:pt x="2216531" y="3863734"/>
                  </a:lnTo>
                  <a:lnTo>
                    <a:pt x="2159645" y="3858842"/>
                  </a:lnTo>
                  <a:lnTo>
                    <a:pt x="2103258" y="3854090"/>
                  </a:lnTo>
                  <a:lnTo>
                    <a:pt x="2047544" y="3849540"/>
                  </a:lnTo>
                  <a:lnTo>
                    <a:pt x="1992575" y="3845242"/>
                  </a:lnTo>
                  <a:lnTo>
                    <a:pt x="1938302" y="3841233"/>
                  </a:lnTo>
                  <a:lnTo>
                    <a:pt x="1884527" y="3837536"/>
                  </a:lnTo>
                  <a:lnTo>
                    <a:pt x="1830888" y="3834161"/>
                  </a:lnTo>
                  <a:lnTo>
                    <a:pt x="1776831" y="3831107"/>
                  </a:lnTo>
                  <a:lnTo>
                    <a:pt x="1768425" y="3830664"/>
                  </a:lnTo>
                  <a:lnTo>
                    <a:pt x="1718694" y="3828229"/>
                  </a:lnTo>
                  <a:lnTo>
                    <a:pt x="1667240" y="3826042"/>
                  </a:lnTo>
                  <a:lnTo>
                    <a:pt x="1613234" y="3824090"/>
                  </a:lnTo>
                  <a:lnTo>
                    <a:pt x="1555753" y="3822351"/>
                  </a:lnTo>
                  <a:lnTo>
                    <a:pt x="1493858" y="3820801"/>
                  </a:lnTo>
                  <a:lnTo>
                    <a:pt x="1426679" y="3819416"/>
                  </a:lnTo>
                  <a:lnTo>
                    <a:pt x="1353521" y="3818175"/>
                  </a:lnTo>
                  <a:lnTo>
                    <a:pt x="1274008" y="3817061"/>
                  </a:lnTo>
                  <a:lnTo>
                    <a:pt x="1188267" y="3816064"/>
                  </a:lnTo>
                  <a:lnTo>
                    <a:pt x="1097150" y="3815175"/>
                  </a:lnTo>
                  <a:lnTo>
                    <a:pt x="1002444" y="3814393"/>
                  </a:lnTo>
                  <a:lnTo>
                    <a:pt x="906996" y="3813718"/>
                  </a:lnTo>
                  <a:lnTo>
                    <a:pt x="814648" y="3813152"/>
                  </a:lnTo>
                  <a:lnTo>
                    <a:pt x="729860" y="3812698"/>
                  </a:lnTo>
                  <a:lnTo>
                    <a:pt x="657025" y="3812353"/>
                  </a:lnTo>
                  <a:lnTo>
                    <a:pt x="599573" y="3812112"/>
                  </a:lnTo>
                  <a:lnTo>
                    <a:pt x="559141" y="3811960"/>
                  </a:lnTo>
                  <a:lnTo>
                    <a:pt x="535081" y="3811879"/>
                  </a:lnTo>
                  <a:lnTo>
                    <a:pt x="524420" y="3811846"/>
                  </a:lnTo>
                  <a:lnTo>
                    <a:pt x="522133" y="3811840"/>
                  </a:lnTo>
                  <a:lnTo>
                    <a:pt x="0" y="3811840"/>
                  </a:lnTo>
                  <a:close/>
                </a:path>
              </a:pathLst>
            </a:custGeom>
            <a:solidFill>
              <a:srgbClr val="FFB3B5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1821" name="pl1821"/>
            <p:cNvSpPr/>
            <p:nvPr/>
          </p:nvSpPr>
          <p:spPr>
            <a:xfrm>
              <a:off x="386606" y="1857558"/>
              <a:ext cx="8554953" cy="3924783"/>
            </a:xfrm>
            <a:custGeom>
              <a:avLst/>
              <a:pathLst>
                <a:path w="8554953" h="3924783">
                  <a:moveTo>
                    <a:pt x="0" y="3811840"/>
                  </a:moveTo>
                  <a:lnTo>
                    <a:pt x="522133" y="3811840"/>
                  </a:lnTo>
                  <a:lnTo>
                    <a:pt x="523403" y="3811843"/>
                  </a:lnTo>
                  <a:lnTo>
                    <a:pt x="531702" y="3811868"/>
                  </a:lnTo>
                  <a:lnTo>
                    <a:pt x="552451" y="3811937"/>
                  </a:lnTo>
                  <a:lnTo>
                    <a:pt x="589106" y="3812071"/>
                  </a:lnTo>
                  <a:lnTo>
                    <a:pt x="642843" y="3812291"/>
                  </a:lnTo>
                  <a:lnTo>
                    <a:pt x="712506" y="3812612"/>
                  </a:lnTo>
                  <a:lnTo>
                    <a:pt x="794998" y="3813041"/>
                  </a:lnTo>
                  <a:lnTo>
                    <a:pt x="886063" y="3813583"/>
                  </a:lnTo>
                  <a:lnTo>
                    <a:pt x="981184" y="3814234"/>
                  </a:lnTo>
                  <a:lnTo>
                    <a:pt x="1076338" y="3814992"/>
                  </a:lnTo>
                  <a:lnTo>
                    <a:pt x="1168444" y="3815857"/>
                  </a:lnTo>
                  <a:lnTo>
                    <a:pt x="1255482" y="3816830"/>
                  </a:lnTo>
                  <a:lnTo>
                    <a:pt x="1336412" y="3817917"/>
                  </a:lnTo>
                  <a:lnTo>
                    <a:pt x="1410963" y="3819128"/>
                  </a:lnTo>
                  <a:lnTo>
                    <a:pt x="1479419" y="3820480"/>
                  </a:lnTo>
                  <a:lnTo>
                    <a:pt x="1542417" y="3821992"/>
                  </a:lnTo>
                  <a:lnTo>
                    <a:pt x="1600799" y="3823686"/>
                  </a:lnTo>
                  <a:lnTo>
                    <a:pt x="1655495" y="3825589"/>
                  </a:lnTo>
                  <a:lnTo>
                    <a:pt x="1707439" y="3827722"/>
                  </a:lnTo>
                  <a:lnTo>
                    <a:pt x="1757490" y="3830101"/>
                  </a:lnTo>
                  <a:lnTo>
                    <a:pt x="1768425" y="3830664"/>
                  </a:lnTo>
                  <a:lnTo>
                    <a:pt x="1822609" y="3833670"/>
                  </a:lnTo>
                  <a:lnTo>
                    <a:pt x="1876271" y="3836995"/>
                  </a:lnTo>
                  <a:lnTo>
                    <a:pt x="1929997" y="3840643"/>
                  </a:lnTo>
                  <a:lnTo>
                    <a:pt x="1984177" y="3844605"/>
                  </a:lnTo>
                  <a:lnTo>
                    <a:pt x="2039032" y="3848861"/>
                  </a:lnTo>
                  <a:lnTo>
                    <a:pt x="2094633" y="3853375"/>
                  </a:lnTo>
                  <a:lnTo>
                    <a:pt x="2150926" y="3858100"/>
                  </a:lnTo>
                  <a:lnTo>
                    <a:pt x="2207749" y="3862974"/>
                  </a:lnTo>
                  <a:lnTo>
                    <a:pt x="2264869" y="3867929"/>
                  </a:lnTo>
                  <a:lnTo>
                    <a:pt x="2322011" y="3872890"/>
                  </a:lnTo>
                  <a:lnTo>
                    <a:pt x="2378897" y="3877781"/>
                  </a:lnTo>
                  <a:lnTo>
                    <a:pt x="2435284" y="3882533"/>
                  </a:lnTo>
                  <a:lnTo>
                    <a:pt x="2490999" y="3887084"/>
                  </a:lnTo>
                  <a:lnTo>
                    <a:pt x="2545967" y="3891382"/>
                  </a:lnTo>
                  <a:lnTo>
                    <a:pt x="2600240" y="3895391"/>
                  </a:lnTo>
                  <a:lnTo>
                    <a:pt x="2654015" y="3899087"/>
                  </a:lnTo>
                  <a:lnTo>
                    <a:pt x="2707655" y="3902462"/>
                  </a:lnTo>
                  <a:lnTo>
                    <a:pt x="2761711" y="3905517"/>
                  </a:lnTo>
                  <a:lnTo>
                    <a:pt x="2770117" y="3905960"/>
                  </a:lnTo>
                  <a:lnTo>
                    <a:pt x="2819848" y="3908395"/>
                  </a:lnTo>
                  <a:lnTo>
                    <a:pt x="2871302" y="3910582"/>
                  </a:lnTo>
                  <a:lnTo>
                    <a:pt x="2925308" y="3912533"/>
                  </a:lnTo>
                  <a:lnTo>
                    <a:pt x="2982789" y="3914272"/>
                  </a:lnTo>
                  <a:lnTo>
                    <a:pt x="3044685" y="3915822"/>
                  </a:lnTo>
                  <a:lnTo>
                    <a:pt x="3111864" y="3917208"/>
                  </a:lnTo>
                  <a:lnTo>
                    <a:pt x="3185021" y="3918449"/>
                  </a:lnTo>
                  <a:lnTo>
                    <a:pt x="3264534" y="3919562"/>
                  </a:lnTo>
                  <a:lnTo>
                    <a:pt x="3350275" y="3920559"/>
                  </a:lnTo>
                  <a:lnTo>
                    <a:pt x="3441392" y="3921448"/>
                  </a:lnTo>
                  <a:lnTo>
                    <a:pt x="3536098" y="3922230"/>
                  </a:lnTo>
                  <a:lnTo>
                    <a:pt x="3631546" y="3922906"/>
                  </a:lnTo>
                  <a:lnTo>
                    <a:pt x="3723894" y="3923471"/>
                  </a:lnTo>
                  <a:lnTo>
                    <a:pt x="3808682" y="3923926"/>
                  </a:lnTo>
                  <a:lnTo>
                    <a:pt x="3881517" y="3924270"/>
                  </a:lnTo>
                  <a:lnTo>
                    <a:pt x="3938970" y="3924511"/>
                  </a:lnTo>
                  <a:lnTo>
                    <a:pt x="3979401" y="3924663"/>
                  </a:lnTo>
                  <a:lnTo>
                    <a:pt x="4003461" y="3924745"/>
                  </a:lnTo>
                  <a:lnTo>
                    <a:pt x="4014122" y="3924777"/>
                  </a:lnTo>
                  <a:lnTo>
                    <a:pt x="4016395" y="3924783"/>
                  </a:lnTo>
                  <a:lnTo>
                    <a:pt x="4016409" y="3924783"/>
                  </a:lnTo>
                  <a:lnTo>
                    <a:pt x="4538543" y="3924783"/>
                  </a:lnTo>
                  <a:lnTo>
                    <a:pt x="4539471" y="3924696"/>
                  </a:lnTo>
                  <a:lnTo>
                    <a:pt x="4545585" y="3924073"/>
                  </a:lnTo>
                  <a:lnTo>
                    <a:pt x="4561025" y="3922350"/>
                  </a:lnTo>
                  <a:lnTo>
                    <a:pt x="4588693" y="3918957"/>
                  </a:lnTo>
                  <a:lnTo>
                    <a:pt x="4630052" y="3913364"/>
                  </a:lnTo>
                  <a:lnTo>
                    <a:pt x="4685013" y="3905135"/>
                  </a:lnTo>
                  <a:lnTo>
                    <a:pt x="4752041" y="3893964"/>
                  </a:lnTo>
                  <a:lnTo>
                    <a:pt x="4828506" y="3879695"/>
                  </a:lnTo>
                  <a:lnTo>
                    <a:pt x="4911190" y="3862291"/>
                  </a:lnTo>
                  <a:lnTo>
                    <a:pt x="4996820" y="3841799"/>
                  </a:lnTo>
                  <a:lnTo>
                    <a:pt x="5082489" y="3818285"/>
                  </a:lnTo>
                  <a:lnTo>
                    <a:pt x="5165908" y="3791789"/>
                  </a:lnTo>
                  <a:lnTo>
                    <a:pt x="5245489" y="3762282"/>
                  </a:lnTo>
                  <a:lnTo>
                    <a:pt x="5320306" y="3729643"/>
                  </a:lnTo>
                  <a:lnTo>
                    <a:pt x="5389984" y="3693643"/>
                  </a:lnTo>
                  <a:lnTo>
                    <a:pt x="5454565" y="3653944"/>
                  </a:lnTo>
                  <a:lnTo>
                    <a:pt x="5514387" y="3610107"/>
                  </a:lnTo>
                  <a:lnTo>
                    <a:pt x="5569976" y="3561600"/>
                  </a:lnTo>
                  <a:lnTo>
                    <a:pt x="5621968" y="3507823"/>
                  </a:lnTo>
                  <a:lnTo>
                    <a:pt x="5671046" y="3448152"/>
                  </a:lnTo>
                  <a:lnTo>
                    <a:pt x="5717887" y="3382003"/>
                  </a:lnTo>
                  <a:lnTo>
                    <a:pt x="5763123" y="3308952"/>
                  </a:lnTo>
                  <a:lnTo>
                    <a:pt x="5784835" y="3270653"/>
                  </a:lnTo>
                  <a:lnTo>
                    <a:pt x="5817382" y="3209401"/>
                  </a:lnTo>
                  <a:lnTo>
                    <a:pt x="5849640" y="3144235"/>
                  </a:lnTo>
                  <a:lnTo>
                    <a:pt x="5881763" y="3075076"/>
                  </a:lnTo>
                  <a:lnTo>
                    <a:pt x="5913876" y="3001891"/>
                  </a:lnTo>
                  <a:lnTo>
                    <a:pt x="5946078" y="2924699"/>
                  </a:lnTo>
                  <a:lnTo>
                    <a:pt x="5978446" y="2843574"/>
                  </a:lnTo>
                  <a:lnTo>
                    <a:pt x="6011033" y="2758653"/>
                  </a:lnTo>
                  <a:lnTo>
                    <a:pt x="6043874" y="2670133"/>
                  </a:lnTo>
                  <a:lnTo>
                    <a:pt x="6076983" y="2578273"/>
                  </a:lnTo>
                  <a:lnTo>
                    <a:pt x="6110360" y="2483397"/>
                  </a:lnTo>
                  <a:lnTo>
                    <a:pt x="6143988" y="2385885"/>
                  </a:lnTo>
                  <a:lnTo>
                    <a:pt x="6177835" y="2286175"/>
                  </a:lnTo>
                  <a:lnTo>
                    <a:pt x="6211859" y="2184748"/>
                  </a:lnTo>
                  <a:lnTo>
                    <a:pt x="6246011" y="2082123"/>
                  </a:lnTo>
                  <a:lnTo>
                    <a:pt x="6280233" y="1978848"/>
                  </a:lnTo>
                  <a:lnTo>
                    <a:pt x="6314465" y="1875483"/>
                  </a:lnTo>
                  <a:lnTo>
                    <a:pt x="6348645" y="1772591"/>
                  </a:lnTo>
                  <a:lnTo>
                    <a:pt x="6382716" y="1670725"/>
                  </a:lnTo>
                  <a:lnTo>
                    <a:pt x="6416625" y="1570414"/>
                  </a:lnTo>
                  <a:lnTo>
                    <a:pt x="6450326" y="1472153"/>
                  </a:lnTo>
                  <a:lnTo>
                    <a:pt x="6483785" y="1376394"/>
                  </a:lnTo>
                  <a:lnTo>
                    <a:pt x="6516981" y="1283536"/>
                  </a:lnTo>
                  <a:lnTo>
                    <a:pt x="6549906" y="1193922"/>
                  </a:lnTo>
                  <a:lnTo>
                    <a:pt x="6582571" y="1107831"/>
                  </a:lnTo>
                  <a:lnTo>
                    <a:pt x="6615004" y="1025481"/>
                  </a:lnTo>
                  <a:lnTo>
                    <a:pt x="6647252" y="947026"/>
                  </a:lnTo>
                  <a:lnTo>
                    <a:pt x="6679384" y="872561"/>
                  </a:lnTo>
                  <a:lnTo>
                    <a:pt x="6711491" y="802122"/>
                  </a:lnTo>
                  <a:lnTo>
                    <a:pt x="6743691" y="735692"/>
                  </a:lnTo>
                  <a:lnTo>
                    <a:pt x="6776127" y="673206"/>
                  </a:lnTo>
                  <a:lnTo>
                    <a:pt x="6786527" y="654130"/>
                  </a:lnTo>
                  <a:lnTo>
                    <a:pt x="6831179" y="577640"/>
                  </a:lnTo>
                  <a:lnTo>
                    <a:pt x="6877162" y="508152"/>
                  </a:lnTo>
                  <a:lnTo>
                    <a:pt x="6925062" y="445378"/>
                  </a:lnTo>
                  <a:lnTo>
                    <a:pt x="6975542" y="388795"/>
                  </a:lnTo>
                  <a:lnTo>
                    <a:pt x="7029288" y="337787"/>
                  </a:lnTo>
                  <a:lnTo>
                    <a:pt x="7086965" y="291737"/>
                  </a:lnTo>
                  <a:lnTo>
                    <a:pt x="7149162" y="250075"/>
                  </a:lnTo>
                  <a:lnTo>
                    <a:pt x="7216320" y="212314"/>
                  </a:lnTo>
                  <a:lnTo>
                    <a:pt x="7288640" y="178066"/>
                  </a:lnTo>
                  <a:lnTo>
                    <a:pt x="7365969" y="147048"/>
                  </a:lnTo>
                  <a:lnTo>
                    <a:pt x="7447666" y="119089"/>
                  </a:lnTo>
                  <a:lnTo>
                    <a:pt x="7532477" y="94114"/>
                  </a:lnTo>
                  <a:lnTo>
                    <a:pt x="7618455" y="72135"/>
                  </a:lnTo>
                  <a:lnTo>
                    <a:pt x="7702974" y="53212"/>
                  </a:lnTo>
                  <a:lnTo>
                    <a:pt x="7782899" y="37408"/>
                  </a:lnTo>
                  <a:lnTo>
                    <a:pt x="7854922" y="24732"/>
                  </a:lnTo>
                  <a:lnTo>
                    <a:pt x="7916057" y="15093"/>
                  </a:lnTo>
                  <a:lnTo>
                    <a:pt x="7964177" y="8257"/>
                  </a:lnTo>
                  <a:lnTo>
                    <a:pt x="7998456" y="3850"/>
                  </a:lnTo>
                  <a:lnTo>
                    <a:pt x="8019600" y="1380"/>
                  </a:lnTo>
                  <a:lnTo>
                    <a:pt x="8029831" y="291"/>
                  </a:lnTo>
                  <a:lnTo>
                    <a:pt x="8032707" y="10"/>
                  </a:lnTo>
                  <a:lnTo>
                    <a:pt x="8032819" y="0"/>
                  </a:lnTo>
                  <a:lnTo>
                    <a:pt x="8554953" y="0"/>
                  </a:lnTo>
                  <a:lnTo>
                    <a:pt x="8554953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822" name="pl1822"/>
            <p:cNvSpPr/>
            <p:nvPr/>
          </p:nvSpPr>
          <p:spPr>
            <a:xfrm>
              <a:off x="386606" y="1851911"/>
              <a:ext cx="8554953" cy="3924783"/>
            </a:xfrm>
            <a:custGeom>
              <a:avLst/>
              <a:pathLst>
                <a:path w="8554953" h="3924783">
                  <a:moveTo>
                    <a:pt x="8554953" y="0"/>
                  </a:moveTo>
                  <a:lnTo>
                    <a:pt x="8032819" y="0"/>
                  </a:lnTo>
                  <a:lnTo>
                    <a:pt x="8031891" y="87"/>
                  </a:lnTo>
                  <a:lnTo>
                    <a:pt x="8025777" y="710"/>
                  </a:lnTo>
                  <a:lnTo>
                    <a:pt x="8010337" y="2433"/>
                  </a:lnTo>
                  <a:lnTo>
                    <a:pt x="7982669" y="5826"/>
                  </a:lnTo>
                  <a:lnTo>
                    <a:pt x="7941310" y="11419"/>
                  </a:lnTo>
                  <a:lnTo>
                    <a:pt x="7886349" y="19648"/>
                  </a:lnTo>
                  <a:lnTo>
                    <a:pt x="7819321" y="30818"/>
                  </a:lnTo>
                  <a:lnTo>
                    <a:pt x="7742856" y="45088"/>
                  </a:lnTo>
                  <a:lnTo>
                    <a:pt x="7660172" y="62491"/>
                  </a:lnTo>
                  <a:lnTo>
                    <a:pt x="7574542" y="82984"/>
                  </a:lnTo>
                  <a:lnTo>
                    <a:pt x="7488873" y="106498"/>
                  </a:lnTo>
                  <a:lnTo>
                    <a:pt x="7405454" y="132994"/>
                  </a:lnTo>
                  <a:lnTo>
                    <a:pt x="7325873" y="162501"/>
                  </a:lnTo>
                  <a:lnTo>
                    <a:pt x="7251056" y="195140"/>
                  </a:lnTo>
                  <a:lnTo>
                    <a:pt x="7181378" y="231140"/>
                  </a:lnTo>
                  <a:lnTo>
                    <a:pt x="7116797" y="270839"/>
                  </a:lnTo>
                  <a:lnTo>
                    <a:pt x="7056975" y="314676"/>
                  </a:lnTo>
                  <a:lnTo>
                    <a:pt x="7001386" y="363183"/>
                  </a:lnTo>
                  <a:lnTo>
                    <a:pt x="6949394" y="416960"/>
                  </a:lnTo>
                  <a:lnTo>
                    <a:pt x="6900316" y="476631"/>
                  </a:lnTo>
                  <a:lnTo>
                    <a:pt x="6853475" y="542780"/>
                  </a:lnTo>
                  <a:lnTo>
                    <a:pt x="6808238" y="615831"/>
                  </a:lnTo>
                  <a:lnTo>
                    <a:pt x="6786527" y="654130"/>
                  </a:lnTo>
                  <a:lnTo>
                    <a:pt x="6753980" y="715382"/>
                  </a:lnTo>
                  <a:lnTo>
                    <a:pt x="6721722" y="780548"/>
                  </a:lnTo>
                  <a:lnTo>
                    <a:pt x="6689599" y="849707"/>
                  </a:lnTo>
                  <a:lnTo>
                    <a:pt x="6657486" y="922892"/>
                  </a:lnTo>
                  <a:lnTo>
                    <a:pt x="6625284" y="1000084"/>
                  </a:lnTo>
                  <a:lnTo>
                    <a:pt x="6592916" y="1081209"/>
                  </a:lnTo>
                  <a:lnTo>
                    <a:pt x="6560329" y="1166130"/>
                  </a:lnTo>
                  <a:lnTo>
                    <a:pt x="6527488" y="1254650"/>
                  </a:lnTo>
                  <a:lnTo>
                    <a:pt x="6494379" y="1346510"/>
                  </a:lnTo>
                  <a:lnTo>
                    <a:pt x="6461002" y="1441386"/>
                  </a:lnTo>
                  <a:lnTo>
                    <a:pt x="6427374" y="1538897"/>
                  </a:lnTo>
                  <a:lnTo>
                    <a:pt x="6393527" y="1638608"/>
                  </a:lnTo>
                  <a:lnTo>
                    <a:pt x="6359503" y="1740035"/>
                  </a:lnTo>
                  <a:lnTo>
                    <a:pt x="6325351" y="1842660"/>
                  </a:lnTo>
                  <a:lnTo>
                    <a:pt x="6291129" y="1945935"/>
                  </a:lnTo>
                  <a:lnTo>
                    <a:pt x="6256897" y="2049300"/>
                  </a:lnTo>
                  <a:lnTo>
                    <a:pt x="6222717" y="2152192"/>
                  </a:lnTo>
                  <a:lnTo>
                    <a:pt x="6188646" y="2254058"/>
                  </a:lnTo>
                  <a:lnTo>
                    <a:pt x="6154737" y="2354369"/>
                  </a:lnTo>
                  <a:lnTo>
                    <a:pt x="6121036" y="2452630"/>
                  </a:lnTo>
                  <a:lnTo>
                    <a:pt x="6087577" y="2548389"/>
                  </a:lnTo>
                  <a:lnTo>
                    <a:pt x="6054381" y="2641246"/>
                  </a:lnTo>
                  <a:lnTo>
                    <a:pt x="6021456" y="2730861"/>
                  </a:lnTo>
                  <a:lnTo>
                    <a:pt x="5988791" y="2816952"/>
                  </a:lnTo>
                  <a:lnTo>
                    <a:pt x="5956358" y="2899302"/>
                  </a:lnTo>
                  <a:lnTo>
                    <a:pt x="5924110" y="2977757"/>
                  </a:lnTo>
                  <a:lnTo>
                    <a:pt x="5891978" y="3052222"/>
                  </a:lnTo>
                  <a:lnTo>
                    <a:pt x="5859871" y="3122661"/>
                  </a:lnTo>
                  <a:lnTo>
                    <a:pt x="5827671" y="3189091"/>
                  </a:lnTo>
                  <a:lnTo>
                    <a:pt x="5795235" y="3251577"/>
                  </a:lnTo>
                  <a:lnTo>
                    <a:pt x="5784835" y="3270653"/>
                  </a:lnTo>
                  <a:lnTo>
                    <a:pt x="5740183" y="3347143"/>
                  </a:lnTo>
                  <a:lnTo>
                    <a:pt x="5694200" y="3416631"/>
                  </a:lnTo>
                  <a:lnTo>
                    <a:pt x="5646300" y="3479405"/>
                  </a:lnTo>
                  <a:lnTo>
                    <a:pt x="5595820" y="3535988"/>
                  </a:lnTo>
                  <a:lnTo>
                    <a:pt x="5542074" y="3586996"/>
                  </a:lnTo>
                  <a:lnTo>
                    <a:pt x="5484397" y="3633046"/>
                  </a:lnTo>
                  <a:lnTo>
                    <a:pt x="5422200" y="3674708"/>
                  </a:lnTo>
                  <a:lnTo>
                    <a:pt x="5355042" y="3712469"/>
                  </a:lnTo>
                  <a:lnTo>
                    <a:pt x="5282722" y="3746717"/>
                  </a:lnTo>
                  <a:lnTo>
                    <a:pt x="5205393" y="3777735"/>
                  </a:lnTo>
                  <a:lnTo>
                    <a:pt x="5123696" y="3805694"/>
                  </a:lnTo>
                  <a:lnTo>
                    <a:pt x="5038885" y="3830669"/>
                  </a:lnTo>
                  <a:lnTo>
                    <a:pt x="4952907" y="3852647"/>
                  </a:lnTo>
                  <a:lnTo>
                    <a:pt x="4868388" y="3871571"/>
                  </a:lnTo>
                  <a:lnTo>
                    <a:pt x="4788463" y="3887375"/>
                  </a:lnTo>
                  <a:lnTo>
                    <a:pt x="4716440" y="3900050"/>
                  </a:lnTo>
                  <a:lnTo>
                    <a:pt x="4655305" y="3909690"/>
                  </a:lnTo>
                  <a:lnTo>
                    <a:pt x="4607185" y="3916526"/>
                  </a:lnTo>
                  <a:lnTo>
                    <a:pt x="4572906" y="3920933"/>
                  </a:lnTo>
                  <a:lnTo>
                    <a:pt x="4551762" y="3923403"/>
                  </a:lnTo>
                  <a:lnTo>
                    <a:pt x="4541531" y="3924492"/>
                  </a:lnTo>
                  <a:lnTo>
                    <a:pt x="4538654" y="3924773"/>
                  </a:lnTo>
                  <a:lnTo>
                    <a:pt x="4538543" y="3924783"/>
                  </a:lnTo>
                  <a:lnTo>
                    <a:pt x="4016409" y="3924783"/>
                  </a:lnTo>
                  <a:lnTo>
                    <a:pt x="4015140" y="3924780"/>
                  </a:lnTo>
                  <a:lnTo>
                    <a:pt x="4006840" y="3924755"/>
                  </a:lnTo>
                  <a:lnTo>
                    <a:pt x="3986091" y="3924687"/>
                  </a:lnTo>
                  <a:lnTo>
                    <a:pt x="3949436" y="3924552"/>
                  </a:lnTo>
                  <a:lnTo>
                    <a:pt x="3895699" y="3924332"/>
                  </a:lnTo>
                  <a:lnTo>
                    <a:pt x="3826037" y="3924011"/>
                  </a:lnTo>
                  <a:lnTo>
                    <a:pt x="3743544" y="3923582"/>
                  </a:lnTo>
                  <a:lnTo>
                    <a:pt x="3652479" y="3923041"/>
                  </a:lnTo>
                  <a:lnTo>
                    <a:pt x="3557359" y="3922390"/>
                  </a:lnTo>
                  <a:lnTo>
                    <a:pt x="3462204" y="3921631"/>
                  </a:lnTo>
                  <a:lnTo>
                    <a:pt x="3370098" y="3920766"/>
                  </a:lnTo>
                  <a:lnTo>
                    <a:pt x="3283060" y="3919793"/>
                  </a:lnTo>
                  <a:lnTo>
                    <a:pt x="3202131" y="3918706"/>
                  </a:lnTo>
                  <a:lnTo>
                    <a:pt x="3127579" y="3917495"/>
                  </a:lnTo>
                  <a:lnTo>
                    <a:pt x="3059123" y="3916143"/>
                  </a:lnTo>
                  <a:lnTo>
                    <a:pt x="2996125" y="3914632"/>
                  </a:lnTo>
                  <a:lnTo>
                    <a:pt x="2937744" y="3912937"/>
                  </a:lnTo>
                  <a:lnTo>
                    <a:pt x="2883047" y="3911035"/>
                  </a:lnTo>
                  <a:lnTo>
                    <a:pt x="2831103" y="3908902"/>
                  </a:lnTo>
                  <a:lnTo>
                    <a:pt x="2781052" y="3906522"/>
                  </a:lnTo>
                  <a:lnTo>
                    <a:pt x="2770117" y="3905960"/>
                  </a:lnTo>
                  <a:lnTo>
                    <a:pt x="2715933" y="3902953"/>
                  </a:lnTo>
                  <a:lnTo>
                    <a:pt x="2662271" y="3899628"/>
                  </a:lnTo>
                  <a:lnTo>
                    <a:pt x="2608545" y="3895981"/>
                  </a:lnTo>
                  <a:lnTo>
                    <a:pt x="2554365" y="3892019"/>
                  </a:lnTo>
                  <a:lnTo>
                    <a:pt x="2499511" y="3887763"/>
                  </a:lnTo>
                  <a:lnTo>
                    <a:pt x="2443909" y="3883248"/>
                  </a:lnTo>
                  <a:lnTo>
                    <a:pt x="2387617" y="3878523"/>
                  </a:lnTo>
                  <a:lnTo>
                    <a:pt x="2330793" y="3873649"/>
                  </a:lnTo>
                  <a:lnTo>
                    <a:pt x="2273673" y="3868694"/>
                  </a:lnTo>
                  <a:lnTo>
                    <a:pt x="2216531" y="3863734"/>
                  </a:lnTo>
                  <a:lnTo>
                    <a:pt x="2159645" y="3858842"/>
                  </a:lnTo>
                  <a:lnTo>
                    <a:pt x="2103258" y="3854090"/>
                  </a:lnTo>
                  <a:lnTo>
                    <a:pt x="2047544" y="3849540"/>
                  </a:lnTo>
                  <a:lnTo>
                    <a:pt x="1992575" y="3845242"/>
                  </a:lnTo>
                  <a:lnTo>
                    <a:pt x="1938302" y="3841233"/>
                  </a:lnTo>
                  <a:lnTo>
                    <a:pt x="1884527" y="3837536"/>
                  </a:lnTo>
                  <a:lnTo>
                    <a:pt x="1830888" y="3834161"/>
                  </a:lnTo>
                  <a:lnTo>
                    <a:pt x="1776831" y="3831107"/>
                  </a:lnTo>
                  <a:lnTo>
                    <a:pt x="1768425" y="3830664"/>
                  </a:lnTo>
                  <a:lnTo>
                    <a:pt x="1718694" y="3828229"/>
                  </a:lnTo>
                  <a:lnTo>
                    <a:pt x="1667240" y="3826042"/>
                  </a:lnTo>
                  <a:lnTo>
                    <a:pt x="1613234" y="3824090"/>
                  </a:lnTo>
                  <a:lnTo>
                    <a:pt x="1555753" y="3822351"/>
                  </a:lnTo>
                  <a:lnTo>
                    <a:pt x="1493858" y="3820801"/>
                  </a:lnTo>
                  <a:lnTo>
                    <a:pt x="1426679" y="3819416"/>
                  </a:lnTo>
                  <a:lnTo>
                    <a:pt x="1353521" y="3818175"/>
                  </a:lnTo>
                  <a:lnTo>
                    <a:pt x="1274008" y="3817061"/>
                  </a:lnTo>
                  <a:lnTo>
                    <a:pt x="1188267" y="3816064"/>
                  </a:lnTo>
                  <a:lnTo>
                    <a:pt x="1097150" y="3815175"/>
                  </a:lnTo>
                  <a:lnTo>
                    <a:pt x="1002444" y="3814393"/>
                  </a:lnTo>
                  <a:lnTo>
                    <a:pt x="906996" y="3813718"/>
                  </a:lnTo>
                  <a:lnTo>
                    <a:pt x="814648" y="3813152"/>
                  </a:lnTo>
                  <a:lnTo>
                    <a:pt x="729860" y="3812698"/>
                  </a:lnTo>
                  <a:lnTo>
                    <a:pt x="657025" y="3812353"/>
                  </a:lnTo>
                  <a:lnTo>
                    <a:pt x="599573" y="3812112"/>
                  </a:lnTo>
                  <a:lnTo>
                    <a:pt x="559141" y="3811960"/>
                  </a:lnTo>
                  <a:lnTo>
                    <a:pt x="535081" y="3811879"/>
                  </a:lnTo>
                  <a:lnTo>
                    <a:pt x="524420" y="3811846"/>
                  </a:lnTo>
                  <a:lnTo>
                    <a:pt x="522147" y="3811840"/>
                  </a:lnTo>
                  <a:lnTo>
                    <a:pt x="522133" y="3811840"/>
                  </a:lnTo>
                  <a:lnTo>
                    <a:pt x="0" y="3811840"/>
                  </a:lnTo>
                  <a:lnTo>
                    <a:pt x="0" y="381184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823" name="pg1823"/>
            <p:cNvSpPr/>
            <p:nvPr/>
          </p:nvSpPr>
          <p:spPr>
            <a:xfrm>
              <a:off x="386606" y="524826"/>
              <a:ext cx="8554953" cy="5313988"/>
            </a:xfrm>
            <a:custGeom>
              <a:avLst/>
              <a:pathLst>
                <a:path w="8554953" h="5313988">
                  <a:moveTo>
                    <a:pt x="0" y="5150220"/>
                  </a:moveTo>
                  <a:lnTo>
                    <a:pt x="522133" y="5150220"/>
                  </a:lnTo>
                  <a:lnTo>
                    <a:pt x="523402" y="5150225"/>
                  </a:lnTo>
                  <a:lnTo>
                    <a:pt x="531701" y="5150260"/>
                  </a:lnTo>
                  <a:lnTo>
                    <a:pt x="552446" y="5150360"/>
                  </a:lnTo>
                  <a:lnTo>
                    <a:pt x="589094" y="5150555"/>
                  </a:lnTo>
                  <a:lnTo>
                    <a:pt x="642823" y="5150874"/>
                  </a:lnTo>
                  <a:lnTo>
                    <a:pt x="712477" y="5151339"/>
                  </a:lnTo>
                  <a:lnTo>
                    <a:pt x="794960" y="5151961"/>
                  </a:lnTo>
                  <a:lnTo>
                    <a:pt x="886016" y="5152746"/>
                  </a:lnTo>
                  <a:lnTo>
                    <a:pt x="981129" y="5153690"/>
                  </a:lnTo>
                  <a:lnTo>
                    <a:pt x="1076279" y="5154790"/>
                  </a:lnTo>
                  <a:lnTo>
                    <a:pt x="1168382" y="5156044"/>
                  </a:lnTo>
                  <a:lnTo>
                    <a:pt x="1255419" y="5157454"/>
                  </a:lnTo>
                  <a:lnTo>
                    <a:pt x="1336348" y="5159030"/>
                  </a:lnTo>
                  <a:lnTo>
                    <a:pt x="1410900" y="5160786"/>
                  </a:lnTo>
                  <a:lnTo>
                    <a:pt x="1479357" y="5162746"/>
                  </a:lnTo>
                  <a:lnTo>
                    <a:pt x="1542356" y="5164937"/>
                  </a:lnTo>
                  <a:lnTo>
                    <a:pt x="1600738" y="5167394"/>
                  </a:lnTo>
                  <a:lnTo>
                    <a:pt x="1655435" y="5170152"/>
                  </a:lnTo>
                  <a:lnTo>
                    <a:pt x="1707379" y="5173244"/>
                  </a:lnTo>
                  <a:lnTo>
                    <a:pt x="1757428" y="5176694"/>
                  </a:lnTo>
                  <a:lnTo>
                    <a:pt x="1768425" y="5177514"/>
                  </a:lnTo>
                  <a:lnTo>
                    <a:pt x="1822526" y="5181867"/>
                  </a:lnTo>
                  <a:lnTo>
                    <a:pt x="1876105" y="5186679"/>
                  </a:lnTo>
                  <a:lnTo>
                    <a:pt x="1929747" y="5191958"/>
                  </a:lnTo>
                  <a:lnTo>
                    <a:pt x="1983841" y="5197692"/>
                  </a:lnTo>
                  <a:lnTo>
                    <a:pt x="2038606" y="5203850"/>
                  </a:lnTo>
                  <a:lnTo>
                    <a:pt x="2094115" y="5210383"/>
                  </a:lnTo>
                  <a:lnTo>
                    <a:pt x="2150315" y="5217221"/>
                  </a:lnTo>
                  <a:lnTo>
                    <a:pt x="2207046" y="5224276"/>
                  </a:lnTo>
                  <a:lnTo>
                    <a:pt x="2264075" y="5231449"/>
                  </a:lnTo>
                  <a:lnTo>
                    <a:pt x="2321131" y="5238631"/>
                  </a:lnTo>
                  <a:lnTo>
                    <a:pt x="2377935" y="5245715"/>
                  </a:lnTo>
                  <a:lnTo>
                    <a:pt x="2434246" y="5252599"/>
                  </a:lnTo>
                  <a:lnTo>
                    <a:pt x="2489888" y="5259194"/>
                  </a:lnTo>
                  <a:lnTo>
                    <a:pt x="2544788" y="5265425"/>
                  </a:lnTo>
                  <a:lnTo>
                    <a:pt x="2598991" y="5271239"/>
                  </a:lnTo>
                  <a:lnTo>
                    <a:pt x="2652692" y="5276602"/>
                  </a:lnTo>
                  <a:lnTo>
                    <a:pt x="2706245" y="5281499"/>
                  </a:lnTo>
                  <a:lnTo>
                    <a:pt x="2760198" y="5285934"/>
                  </a:lnTo>
                  <a:lnTo>
                    <a:pt x="2770117" y="5286693"/>
                  </a:lnTo>
                  <a:lnTo>
                    <a:pt x="2819845" y="5290224"/>
                  </a:lnTo>
                  <a:lnTo>
                    <a:pt x="2871296" y="5293395"/>
                  </a:lnTo>
                  <a:lnTo>
                    <a:pt x="2925298" y="5296225"/>
                  </a:lnTo>
                  <a:lnTo>
                    <a:pt x="2982774" y="5298745"/>
                  </a:lnTo>
                  <a:lnTo>
                    <a:pt x="3044664" y="5300993"/>
                  </a:lnTo>
                  <a:lnTo>
                    <a:pt x="3111837" y="5303002"/>
                  </a:lnTo>
                  <a:lnTo>
                    <a:pt x="3184988" y="5304801"/>
                  </a:lnTo>
                  <a:lnTo>
                    <a:pt x="3264493" y="5306416"/>
                  </a:lnTo>
                  <a:lnTo>
                    <a:pt x="3350225" y="5307862"/>
                  </a:lnTo>
                  <a:lnTo>
                    <a:pt x="3441333" y="5309150"/>
                  </a:lnTo>
                  <a:lnTo>
                    <a:pt x="3536032" y="5310285"/>
                  </a:lnTo>
                  <a:lnTo>
                    <a:pt x="3631474" y="5311264"/>
                  </a:lnTo>
                  <a:lnTo>
                    <a:pt x="3723821" y="5312084"/>
                  </a:lnTo>
                  <a:lnTo>
                    <a:pt x="3808612" y="5312743"/>
                  </a:lnTo>
                  <a:lnTo>
                    <a:pt x="3881455" y="5313243"/>
                  </a:lnTo>
                  <a:lnTo>
                    <a:pt x="3938920" y="5313593"/>
                  </a:lnTo>
                  <a:lnTo>
                    <a:pt x="3979367" y="5313813"/>
                  </a:lnTo>
                  <a:lnTo>
                    <a:pt x="4003442" y="5313931"/>
                  </a:lnTo>
                  <a:lnTo>
                    <a:pt x="4014115" y="5313978"/>
                  </a:lnTo>
                  <a:lnTo>
                    <a:pt x="4016409" y="5313988"/>
                  </a:lnTo>
                  <a:lnTo>
                    <a:pt x="4538543" y="5313988"/>
                  </a:lnTo>
                  <a:lnTo>
                    <a:pt x="4539370" y="5313882"/>
                  </a:lnTo>
                  <a:lnTo>
                    <a:pt x="4544826" y="5313134"/>
                  </a:lnTo>
                  <a:lnTo>
                    <a:pt x="4558652" y="5311067"/>
                  </a:lnTo>
                  <a:lnTo>
                    <a:pt x="4583542" y="5306994"/>
                  </a:lnTo>
                  <a:lnTo>
                    <a:pt x="4620979" y="5300266"/>
                  </a:lnTo>
                  <a:lnTo>
                    <a:pt x="4671123" y="5290334"/>
                  </a:lnTo>
                  <a:lnTo>
                    <a:pt x="4732861" y="5276797"/>
                  </a:lnTo>
                  <a:lnTo>
                    <a:pt x="4804056" y="5259422"/>
                  </a:lnTo>
                  <a:lnTo>
                    <a:pt x="4881947" y="5238128"/>
                  </a:lnTo>
                  <a:lnTo>
                    <a:pt x="4963590" y="5212945"/>
                  </a:lnTo>
                  <a:lnTo>
                    <a:pt x="5046245" y="5183954"/>
                  </a:lnTo>
                  <a:lnTo>
                    <a:pt x="5127637" y="5151223"/>
                  </a:lnTo>
                  <a:lnTo>
                    <a:pt x="5206077" y="5114759"/>
                  </a:lnTo>
                  <a:lnTo>
                    <a:pt x="5280470" y="5074472"/>
                  </a:lnTo>
                  <a:lnTo>
                    <a:pt x="5350242" y="5030155"/>
                  </a:lnTo>
                  <a:lnTo>
                    <a:pt x="5415238" y="4981478"/>
                  </a:lnTo>
                  <a:lnTo>
                    <a:pt x="5475615" y="4927983"/>
                  </a:lnTo>
                  <a:lnTo>
                    <a:pt x="5531744" y="4869098"/>
                  </a:lnTo>
                  <a:lnTo>
                    <a:pt x="5584132" y="4804155"/>
                  </a:lnTo>
                  <a:lnTo>
                    <a:pt x="5633361" y="4732418"/>
                  </a:lnTo>
                  <a:lnTo>
                    <a:pt x="5680040" y="4653137"/>
                  </a:lnTo>
                  <a:lnTo>
                    <a:pt x="5724768" y="4565636"/>
                  </a:lnTo>
                  <a:lnTo>
                    <a:pt x="5768094" y="4469455"/>
                  </a:lnTo>
                  <a:lnTo>
                    <a:pt x="5784835" y="4429264"/>
                  </a:lnTo>
                  <a:lnTo>
                    <a:pt x="5813261" y="4357249"/>
                  </a:lnTo>
                  <a:lnTo>
                    <a:pt x="5841451" y="4281215"/>
                  </a:lnTo>
                  <a:lnTo>
                    <a:pt x="5869511" y="4201081"/>
                  </a:lnTo>
                  <a:lnTo>
                    <a:pt x="5897530" y="4116806"/>
                  </a:lnTo>
                  <a:lnTo>
                    <a:pt x="5925581" y="4028384"/>
                  </a:lnTo>
                  <a:lnTo>
                    <a:pt x="5953724" y="3935854"/>
                  </a:lnTo>
                  <a:lnTo>
                    <a:pt x="5982004" y="3839299"/>
                  </a:lnTo>
                  <a:lnTo>
                    <a:pt x="6010455" y="3738849"/>
                  </a:lnTo>
                  <a:lnTo>
                    <a:pt x="6039099" y="3634685"/>
                  </a:lnTo>
                  <a:lnTo>
                    <a:pt x="6067947" y="3527037"/>
                  </a:lnTo>
                  <a:lnTo>
                    <a:pt x="6097001" y="3416184"/>
                  </a:lnTo>
                  <a:lnTo>
                    <a:pt x="6126253" y="3302450"/>
                  </a:lnTo>
                  <a:lnTo>
                    <a:pt x="6155685" y="3186207"/>
                  </a:lnTo>
                  <a:lnTo>
                    <a:pt x="6185275" y="3067863"/>
                  </a:lnTo>
                  <a:lnTo>
                    <a:pt x="6214992" y="2947865"/>
                  </a:lnTo>
                  <a:lnTo>
                    <a:pt x="6244802" y="2826683"/>
                  </a:lnTo>
                  <a:lnTo>
                    <a:pt x="6274667" y="2704810"/>
                  </a:lnTo>
                  <a:lnTo>
                    <a:pt x="6304548" y="2582750"/>
                  </a:lnTo>
                  <a:lnTo>
                    <a:pt x="6334402" y="2461011"/>
                  </a:lnTo>
                  <a:lnTo>
                    <a:pt x="6364192" y="2340093"/>
                  </a:lnTo>
                  <a:lnTo>
                    <a:pt x="6393879" y="2220485"/>
                  </a:lnTo>
                  <a:lnTo>
                    <a:pt x="6423430" y="2102652"/>
                  </a:lnTo>
                  <a:lnTo>
                    <a:pt x="6452816" y="1987030"/>
                  </a:lnTo>
                  <a:lnTo>
                    <a:pt x="6482017" y="1874019"/>
                  </a:lnTo>
                  <a:lnTo>
                    <a:pt x="6511017" y="1763979"/>
                  </a:lnTo>
                  <a:lnTo>
                    <a:pt x="6539812" y="1657221"/>
                  </a:lnTo>
                  <a:lnTo>
                    <a:pt x="6568404" y="1554014"/>
                  </a:lnTo>
                  <a:lnTo>
                    <a:pt x="6596807" y="1454572"/>
                  </a:lnTo>
                  <a:lnTo>
                    <a:pt x="6625047" y="1359064"/>
                  </a:lnTo>
                  <a:lnTo>
                    <a:pt x="6653161" y="1267608"/>
                  </a:lnTo>
                  <a:lnTo>
                    <a:pt x="6681197" y="1180274"/>
                  </a:lnTo>
                  <a:lnTo>
                    <a:pt x="6709219" y="1097089"/>
                  </a:lnTo>
                  <a:lnTo>
                    <a:pt x="6737304" y="1018039"/>
                  </a:lnTo>
                  <a:lnTo>
                    <a:pt x="6765545" y="943071"/>
                  </a:lnTo>
                  <a:lnTo>
                    <a:pt x="6786527" y="890370"/>
                  </a:lnTo>
                  <a:lnTo>
                    <a:pt x="6829433" y="790735"/>
                  </a:lnTo>
                  <a:lnTo>
                    <a:pt x="6873549" y="699861"/>
                  </a:lnTo>
                  <a:lnTo>
                    <a:pt x="6919392" y="617424"/>
                  </a:lnTo>
                  <a:lnTo>
                    <a:pt x="6967546" y="542810"/>
                  </a:lnTo>
                  <a:lnTo>
                    <a:pt x="7018621" y="475288"/>
                  </a:lnTo>
                  <a:lnTo>
                    <a:pt x="7073215" y="414108"/>
                  </a:lnTo>
                  <a:lnTo>
                    <a:pt x="7131869" y="358569"/>
                  </a:lnTo>
                  <a:lnTo>
                    <a:pt x="7195018" y="308060"/>
                  </a:lnTo>
                  <a:lnTo>
                    <a:pt x="7262912" y="262077"/>
                  </a:lnTo>
                  <a:lnTo>
                    <a:pt x="7335533" y="220239"/>
                  </a:lnTo>
                  <a:lnTo>
                    <a:pt x="7412483" y="182289"/>
                  </a:lnTo>
                  <a:lnTo>
                    <a:pt x="7492883" y="148096"/>
                  </a:lnTo>
                  <a:lnTo>
                    <a:pt x="7575282" y="117629"/>
                  </a:lnTo>
                  <a:lnTo>
                    <a:pt x="7657627" y="90940"/>
                  </a:lnTo>
                  <a:lnTo>
                    <a:pt x="7737340" y="68111"/>
                  </a:lnTo>
                  <a:lnTo>
                    <a:pt x="7811515" y="49198"/>
                  </a:lnTo>
                  <a:lnTo>
                    <a:pt x="7877268" y="34171"/>
                  </a:lnTo>
                  <a:lnTo>
                    <a:pt x="7932163" y="22862"/>
                  </a:lnTo>
                  <a:lnTo>
                    <a:pt x="7974647" y="14934"/>
                  </a:lnTo>
                  <a:lnTo>
                    <a:pt x="8004361" y="9891"/>
                  </a:lnTo>
                  <a:lnTo>
                    <a:pt x="8022276" y="7116"/>
                  </a:lnTo>
                  <a:lnTo>
                    <a:pt x="8030629" y="5932"/>
                  </a:lnTo>
                  <a:lnTo>
                    <a:pt x="8032819" y="5647"/>
                  </a:lnTo>
                  <a:lnTo>
                    <a:pt x="8554953" y="5647"/>
                  </a:lnTo>
                  <a:lnTo>
                    <a:pt x="8554953" y="0"/>
                  </a:lnTo>
                  <a:lnTo>
                    <a:pt x="8032819" y="0"/>
                  </a:lnTo>
                  <a:lnTo>
                    <a:pt x="8031992" y="105"/>
                  </a:lnTo>
                  <a:lnTo>
                    <a:pt x="8026535" y="853"/>
                  </a:lnTo>
                  <a:lnTo>
                    <a:pt x="8012709" y="2920"/>
                  </a:lnTo>
                  <a:lnTo>
                    <a:pt x="7987820" y="6993"/>
                  </a:lnTo>
                  <a:lnTo>
                    <a:pt x="7950383" y="13721"/>
                  </a:lnTo>
                  <a:lnTo>
                    <a:pt x="7900239" y="23653"/>
                  </a:lnTo>
                  <a:lnTo>
                    <a:pt x="7838501" y="37190"/>
                  </a:lnTo>
                  <a:lnTo>
                    <a:pt x="7767306" y="54565"/>
                  </a:lnTo>
                  <a:lnTo>
                    <a:pt x="7689415" y="75859"/>
                  </a:lnTo>
                  <a:lnTo>
                    <a:pt x="7607772" y="101042"/>
                  </a:lnTo>
                  <a:lnTo>
                    <a:pt x="7525117" y="130033"/>
                  </a:lnTo>
                  <a:lnTo>
                    <a:pt x="7443725" y="162764"/>
                  </a:lnTo>
                  <a:lnTo>
                    <a:pt x="7365285" y="199229"/>
                  </a:lnTo>
                  <a:lnTo>
                    <a:pt x="7290892" y="239515"/>
                  </a:lnTo>
                  <a:lnTo>
                    <a:pt x="7221120" y="283832"/>
                  </a:lnTo>
                  <a:lnTo>
                    <a:pt x="7156124" y="332509"/>
                  </a:lnTo>
                  <a:lnTo>
                    <a:pt x="7095747" y="386004"/>
                  </a:lnTo>
                  <a:lnTo>
                    <a:pt x="7039618" y="444889"/>
                  </a:lnTo>
                  <a:lnTo>
                    <a:pt x="6987230" y="509832"/>
                  </a:lnTo>
                  <a:lnTo>
                    <a:pt x="6938001" y="581569"/>
                  </a:lnTo>
                  <a:lnTo>
                    <a:pt x="6891322" y="660850"/>
                  </a:lnTo>
                  <a:lnTo>
                    <a:pt x="6846594" y="748351"/>
                  </a:lnTo>
                  <a:lnTo>
                    <a:pt x="6803268" y="844532"/>
                  </a:lnTo>
                  <a:lnTo>
                    <a:pt x="6786527" y="884723"/>
                  </a:lnTo>
                  <a:lnTo>
                    <a:pt x="6758101" y="956738"/>
                  </a:lnTo>
                  <a:lnTo>
                    <a:pt x="6729911" y="1032772"/>
                  </a:lnTo>
                  <a:lnTo>
                    <a:pt x="6701851" y="1112906"/>
                  </a:lnTo>
                  <a:lnTo>
                    <a:pt x="6673832" y="1197181"/>
                  </a:lnTo>
                  <a:lnTo>
                    <a:pt x="6645781" y="1285603"/>
                  </a:lnTo>
                  <a:lnTo>
                    <a:pt x="6617638" y="1378133"/>
                  </a:lnTo>
                  <a:lnTo>
                    <a:pt x="6589358" y="1474688"/>
                  </a:lnTo>
                  <a:lnTo>
                    <a:pt x="6560907" y="1575138"/>
                  </a:lnTo>
                  <a:lnTo>
                    <a:pt x="6532263" y="1679302"/>
                  </a:lnTo>
                  <a:lnTo>
                    <a:pt x="6503414" y="1786950"/>
                  </a:lnTo>
                  <a:lnTo>
                    <a:pt x="6474360" y="1897803"/>
                  </a:lnTo>
                  <a:lnTo>
                    <a:pt x="6445109" y="2011537"/>
                  </a:lnTo>
                  <a:lnTo>
                    <a:pt x="6415677" y="2127780"/>
                  </a:lnTo>
                  <a:lnTo>
                    <a:pt x="6386087" y="2246124"/>
                  </a:lnTo>
                  <a:lnTo>
                    <a:pt x="6356370" y="2366122"/>
                  </a:lnTo>
                  <a:lnTo>
                    <a:pt x="6326560" y="2487304"/>
                  </a:lnTo>
                  <a:lnTo>
                    <a:pt x="6296694" y="2609177"/>
                  </a:lnTo>
                  <a:lnTo>
                    <a:pt x="6266814" y="2731237"/>
                  </a:lnTo>
                  <a:lnTo>
                    <a:pt x="6236959" y="2852976"/>
                  </a:lnTo>
                  <a:lnTo>
                    <a:pt x="6207170" y="2973894"/>
                  </a:lnTo>
                  <a:lnTo>
                    <a:pt x="6177483" y="3093502"/>
                  </a:lnTo>
                  <a:lnTo>
                    <a:pt x="6147932" y="3211335"/>
                  </a:lnTo>
                  <a:lnTo>
                    <a:pt x="6118546" y="3326957"/>
                  </a:lnTo>
                  <a:lnTo>
                    <a:pt x="6089345" y="3439968"/>
                  </a:lnTo>
                  <a:lnTo>
                    <a:pt x="6060345" y="3550008"/>
                  </a:lnTo>
                  <a:lnTo>
                    <a:pt x="6031550" y="3656766"/>
                  </a:lnTo>
                  <a:lnTo>
                    <a:pt x="6002958" y="3759973"/>
                  </a:lnTo>
                  <a:lnTo>
                    <a:pt x="5974555" y="3859415"/>
                  </a:lnTo>
                  <a:lnTo>
                    <a:pt x="5946315" y="3954923"/>
                  </a:lnTo>
                  <a:lnTo>
                    <a:pt x="5918201" y="4046379"/>
                  </a:lnTo>
                  <a:lnTo>
                    <a:pt x="5890165" y="4133713"/>
                  </a:lnTo>
                  <a:lnTo>
                    <a:pt x="5862143" y="4216898"/>
                  </a:lnTo>
                  <a:lnTo>
                    <a:pt x="5834058" y="4295948"/>
                  </a:lnTo>
                  <a:lnTo>
                    <a:pt x="5805817" y="4370917"/>
                  </a:lnTo>
                  <a:lnTo>
                    <a:pt x="5784835" y="4423617"/>
                  </a:lnTo>
                  <a:lnTo>
                    <a:pt x="5741929" y="4523252"/>
                  </a:lnTo>
                  <a:lnTo>
                    <a:pt x="5697813" y="4614126"/>
                  </a:lnTo>
                  <a:lnTo>
                    <a:pt x="5651970" y="4696563"/>
                  </a:lnTo>
                  <a:lnTo>
                    <a:pt x="5603816" y="4771177"/>
                  </a:lnTo>
                  <a:lnTo>
                    <a:pt x="5552741" y="4838699"/>
                  </a:lnTo>
                  <a:lnTo>
                    <a:pt x="5498147" y="4899879"/>
                  </a:lnTo>
                  <a:lnTo>
                    <a:pt x="5439493" y="4955418"/>
                  </a:lnTo>
                  <a:lnTo>
                    <a:pt x="5376344" y="5005927"/>
                  </a:lnTo>
                  <a:lnTo>
                    <a:pt x="5308450" y="5051910"/>
                  </a:lnTo>
                  <a:lnTo>
                    <a:pt x="5235829" y="5093748"/>
                  </a:lnTo>
                  <a:lnTo>
                    <a:pt x="5158879" y="5131698"/>
                  </a:lnTo>
                  <a:lnTo>
                    <a:pt x="5078479" y="5165891"/>
                  </a:lnTo>
                  <a:lnTo>
                    <a:pt x="4996080" y="5196358"/>
                  </a:lnTo>
                  <a:lnTo>
                    <a:pt x="4913735" y="5223047"/>
                  </a:lnTo>
                  <a:lnTo>
                    <a:pt x="4834022" y="5245876"/>
                  </a:lnTo>
                  <a:lnTo>
                    <a:pt x="4759847" y="5264789"/>
                  </a:lnTo>
                  <a:lnTo>
                    <a:pt x="4694094" y="5279816"/>
                  </a:lnTo>
                  <a:lnTo>
                    <a:pt x="4639199" y="5291125"/>
                  </a:lnTo>
                  <a:lnTo>
                    <a:pt x="4596715" y="5299053"/>
                  </a:lnTo>
                  <a:lnTo>
                    <a:pt x="4567001" y="5304096"/>
                  </a:lnTo>
                  <a:lnTo>
                    <a:pt x="4549086" y="5306871"/>
                  </a:lnTo>
                  <a:lnTo>
                    <a:pt x="4540733" y="5308055"/>
                  </a:lnTo>
                  <a:lnTo>
                    <a:pt x="4538543" y="5308340"/>
                  </a:lnTo>
                  <a:lnTo>
                    <a:pt x="4016409" y="5308340"/>
                  </a:lnTo>
                  <a:lnTo>
                    <a:pt x="4015140" y="5308335"/>
                  </a:lnTo>
                  <a:lnTo>
                    <a:pt x="4006842" y="5308299"/>
                  </a:lnTo>
                  <a:lnTo>
                    <a:pt x="3986096" y="5308200"/>
                  </a:lnTo>
                  <a:lnTo>
                    <a:pt x="3949448" y="5308005"/>
                  </a:lnTo>
                  <a:lnTo>
                    <a:pt x="3895719" y="5307686"/>
                  </a:lnTo>
                  <a:lnTo>
                    <a:pt x="3826066" y="5307221"/>
                  </a:lnTo>
                  <a:lnTo>
                    <a:pt x="3743582" y="5306598"/>
                  </a:lnTo>
                  <a:lnTo>
                    <a:pt x="3652526" y="5305814"/>
                  </a:lnTo>
                  <a:lnTo>
                    <a:pt x="3557413" y="5304870"/>
                  </a:lnTo>
                  <a:lnTo>
                    <a:pt x="3462263" y="5303770"/>
                  </a:lnTo>
                  <a:lnTo>
                    <a:pt x="3370161" y="5302516"/>
                  </a:lnTo>
                  <a:lnTo>
                    <a:pt x="3283123" y="5301106"/>
                  </a:lnTo>
                  <a:lnTo>
                    <a:pt x="3202194" y="5299530"/>
                  </a:lnTo>
                  <a:lnTo>
                    <a:pt x="3127642" y="5297774"/>
                  </a:lnTo>
                  <a:lnTo>
                    <a:pt x="3059185" y="5295814"/>
                  </a:lnTo>
                  <a:lnTo>
                    <a:pt x="2996186" y="5293623"/>
                  </a:lnTo>
                  <a:lnTo>
                    <a:pt x="2937804" y="5291166"/>
                  </a:lnTo>
                  <a:lnTo>
                    <a:pt x="2883108" y="5288408"/>
                  </a:lnTo>
                  <a:lnTo>
                    <a:pt x="2831163" y="5285316"/>
                  </a:lnTo>
                  <a:lnTo>
                    <a:pt x="2781114" y="5281866"/>
                  </a:lnTo>
                  <a:lnTo>
                    <a:pt x="2770117" y="5281046"/>
                  </a:lnTo>
                  <a:lnTo>
                    <a:pt x="2716017" y="5276693"/>
                  </a:lnTo>
                  <a:lnTo>
                    <a:pt x="2662437" y="5271881"/>
                  </a:lnTo>
                  <a:lnTo>
                    <a:pt x="2608795" y="5266602"/>
                  </a:lnTo>
                  <a:lnTo>
                    <a:pt x="2554702" y="5260868"/>
                  </a:lnTo>
                  <a:lnTo>
                    <a:pt x="2499937" y="5254710"/>
                  </a:lnTo>
                  <a:lnTo>
                    <a:pt x="2444427" y="5248176"/>
                  </a:lnTo>
                  <a:lnTo>
                    <a:pt x="2388228" y="5241339"/>
                  </a:lnTo>
                  <a:lnTo>
                    <a:pt x="2331497" y="5234284"/>
                  </a:lnTo>
                  <a:lnTo>
                    <a:pt x="2274467" y="5227111"/>
                  </a:lnTo>
                  <a:lnTo>
                    <a:pt x="2217411" y="5219929"/>
                  </a:lnTo>
                  <a:lnTo>
                    <a:pt x="2160607" y="5212845"/>
                  </a:lnTo>
                  <a:lnTo>
                    <a:pt x="2104296" y="5205961"/>
                  </a:lnTo>
                  <a:lnTo>
                    <a:pt x="2048654" y="5199366"/>
                  </a:lnTo>
                  <a:lnTo>
                    <a:pt x="1993755" y="5193135"/>
                  </a:lnTo>
                  <a:lnTo>
                    <a:pt x="1939551" y="5187321"/>
                  </a:lnTo>
                  <a:lnTo>
                    <a:pt x="1885851" y="5181958"/>
                  </a:lnTo>
                  <a:lnTo>
                    <a:pt x="1832297" y="5177061"/>
                  </a:lnTo>
                  <a:lnTo>
                    <a:pt x="1778344" y="5172626"/>
                  </a:lnTo>
                  <a:lnTo>
                    <a:pt x="1768425" y="5171867"/>
                  </a:lnTo>
                  <a:lnTo>
                    <a:pt x="1718697" y="5168336"/>
                  </a:lnTo>
                  <a:lnTo>
                    <a:pt x="1667246" y="5165165"/>
                  </a:lnTo>
                  <a:lnTo>
                    <a:pt x="1613245" y="5162335"/>
                  </a:lnTo>
                  <a:lnTo>
                    <a:pt x="1555768" y="5159814"/>
                  </a:lnTo>
                  <a:lnTo>
                    <a:pt x="1493878" y="5157567"/>
                  </a:lnTo>
                  <a:lnTo>
                    <a:pt x="1426705" y="5155558"/>
                  </a:lnTo>
                  <a:lnTo>
                    <a:pt x="1353554" y="5153759"/>
                  </a:lnTo>
                  <a:lnTo>
                    <a:pt x="1274049" y="5152144"/>
                  </a:lnTo>
                  <a:lnTo>
                    <a:pt x="1188317" y="5150698"/>
                  </a:lnTo>
                  <a:lnTo>
                    <a:pt x="1097209" y="5149410"/>
                  </a:lnTo>
                  <a:lnTo>
                    <a:pt x="1002510" y="5148275"/>
                  </a:lnTo>
                  <a:lnTo>
                    <a:pt x="907068" y="5147296"/>
                  </a:lnTo>
                  <a:lnTo>
                    <a:pt x="814721" y="5146475"/>
                  </a:lnTo>
                  <a:lnTo>
                    <a:pt x="729930" y="5145817"/>
                  </a:lnTo>
                  <a:lnTo>
                    <a:pt x="657087" y="5145317"/>
                  </a:lnTo>
                  <a:lnTo>
                    <a:pt x="599622" y="5144967"/>
                  </a:lnTo>
                  <a:lnTo>
                    <a:pt x="559175" y="5144747"/>
                  </a:lnTo>
                  <a:lnTo>
                    <a:pt x="535100" y="5144629"/>
                  </a:lnTo>
                  <a:lnTo>
                    <a:pt x="524427" y="5144582"/>
                  </a:lnTo>
                  <a:lnTo>
                    <a:pt x="522133" y="5144572"/>
                  </a:lnTo>
                  <a:lnTo>
                    <a:pt x="0" y="5144572"/>
                  </a:lnTo>
                  <a:close/>
                </a:path>
              </a:pathLst>
            </a:custGeom>
            <a:solidFill>
              <a:srgbClr val="FFB3B5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1824" name="pl1824"/>
            <p:cNvSpPr/>
            <p:nvPr/>
          </p:nvSpPr>
          <p:spPr>
            <a:xfrm>
              <a:off x="386606" y="530473"/>
              <a:ext cx="8554953" cy="5308340"/>
            </a:xfrm>
            <a:custGeom>
              <a:avLst/>
              <a:pathLst>
                <a:path w="8554953" h="5308340">
                  <a:moveTo>
                    <a:pt x="0" y="5144572"/>
                  </a:moveTo>
                  <a:lnTo>
                    <a:pt x="522133" y="5144572"/>
                  </a:lnTo>
                  <a:lnTo>
                    <a:pt x="523402" y="5144577"/>
                  </a:lnTo>
                  <a:lnTo>
                    <a:pt x="531701" y="5144613"/>
                  </a:lnTo>
                  <a:lnTo>
                    <a:pt x="552446" y="5144713"/>
                  </a:lnTo>
                  <a:lnTo>
                    <a:pt x="589094" y="5144908"/>
                  </a:lnTo>
                  <a:lnTo>
                    <a:pt x="642823" y="5145227"/>
                  </a:lnTo>
                  <a:lnTo>
                    <a:pt x="712477" y="5145692"/>
                  </a:lnTo>
                  <a:lnTo>
                    <a:pt x="794960" y="5146314"/>
                  </a:lnTo>
                  <a:lnTo>
                    <a:pt x="886016" y="5147099"/>
                  </a:lnTo>
                  <a:lnTo>
                    <a:pt x="981129" y="5148043"/>
                  </a:lnTo>
                  <a:lnTo>
                    <a:pt x="1076279" y="5149143"/>
                  </a:lnTo>
                  <a:lnTo>
                    <a:pt x="1168382" y="5150397"/>
                  </a:lnTo>
                  <a:lnTo>
                    <a:pt x="1255419" y="5151807"/>
                  </a:lnTo>
                  <a:lnTo>
                    <a:pt x="1336348" y="5153383"/>
                  </a:lnTo>
                  <a:lnTo>
                    <a:pt x="1410900" y="5155139"/>
                  </a:lnTo>
                  <a:lnTo>
                    <a:pt x="1479357" y="5157098"/>
                  </a:lnTo>
                  <a:lnTo>
                    <a:pt x="1542356" y="5159290"/>
                  </a:lnTo>
                  <a:lnTo>
                    <a:pt x="1600738" y="5161747"/>
                  </a:lnTo>
                  <a:lnTo>
                    <a:pt x="1655435" y="5164504"/>
                  </a:lnTo>
                  <a:lnTo>
                    <a:pt x="1707379" y="5167597"/>
                  </a:lnTo>
                  <a:lnTo>
                    <a:pt x="1757428" y="5171047"/>
                  </a:lnTo>
                  <a:lnTo>
                    <a:pt x="1768425" y="5171867"/>
                  </a:lnTo>
                  <a:lnTo>
                    <a:pt x="1822526" y="5176220"/>
                  </a:lnTo>
                  <a:lnTo>
                    <a:pt x="1876105" y="5181032"/>
                  </a:lnTo>
                  <a:lnTo>
                    <a:pt x="1929747" y="5186311"/>
                  </a:lnTo>
                  <a:lnTo>
                    <a:pt x="1983841" y="5192044"/>
                  </a:lnTo>
                  <a:lnTo>
                    <a:pt x="2038606" y="5198203"/>
                  </a:lnTo>
                  <a:lnTo>
                    <a:pt x="2094115" y="5204736"/>
                  </a:lnTo>
                  <a:lnTo>
                    <a:pt x="2150315" y="5211574"/>
                  </a:lnTo>
                  <a:lnTo>
                    <a:pt x="2207046" y="5218629"/>
                  </a:lnTo>
                  <a:lnTo>
                    <a:pt x="2264075" y="5225801"/>
                  </a:lnTo>
                  <a:lnTo>
                    <a:pt x="2321131" y="5232984"/>
                  </a:lnTo>
                  <a:lnTo>
                    <a:pt x="2377935" y="5240068"/>
                  </a:lnTo>
                  <a:lnTo>
                    <a:pt x="2434246" y="5246952"/>
                  </a:lnTo>
                  <a:lnTo>
                    <a:pt x="2489888" y="5253547"/>
                  </a:lnTo>
                  <a:lnTo>
                    <a:pt x="2544788" y="5259778"/>
                  </a:lnTo>
                  <a:lnTo>
                    <a:pt x="2598991" y="5265592"/>
                  </a:lnTo>
                  <a:lnTo>
                    <a:pt x="2652692" y="5270955"/>
                  </a:lnTo>
                  <a:lnTo>
                    <a:pt x="2706245" y="5275852"/>
                  </a:lnTo>
                  <a:lnTo>
                    <a:pt x="2760198" y="5280287"/>
                  </a:lnTo>
                  <a:lnTo>
                    <a:pt x="2770117" y="5281046"/>
                  </a:lnTo>
                  <a:lnTo>
                    <a:pt x="2819845" y="5284577"/>
                  </a:lnTo>
                  <a:lnTo>
                    <a:pt x="2871296" y="5287747"/>
                  </a:lnTo>
                  <a:lnTo>
                    <a:pt x="2925298" y="5290577"/>
                  </a:lnTo>
                  <a:lnTo>
                    <a:pt x="2982774" y="5293098"/>
                  </a:lnTo>
                  <a:lnTo>
                    <a:pt x="3044664" y="5295346"/>
                  </a:lnTo>
                  <a:lnTo>
                    <a:pt x="3111837" y="5297355"/>
                  </a:lnTo>
                  <a:lnTo>
                    <a:pt x="3184988" y="5299154"/>
                  </a:lnTo>
                  <a:lnTo>
                    <a:pt x="3264493" y="5300768"/>
                  </a:lnTo>
                  <a:lnTo>
                    <a:pt x="3350225" y="5302215"/>
                  </a:lnTo>
                  <a:lnTo>
                    <a:pt x="3441333" y="5303503"/>
                  </a:lnTo>
                  <a:lnTo>
                    <a:pt x="3536032" y="5304638"/>
                  </a:lnTo>
                  <a:lnTo>
                    <a:pt x="3631474" y="5305617"/>
                  </a:lnTo>
                  <a:lnTo>
                    <a:pt x="3723821" y="5306437"/>
                  </a:lnTo>
                  <a:lnTo>
                    <a:pt x="3808612" y="5307096"/>
                  </a:lnTo>
                  <a:lnTo>
                    <a:pt x="3881455" y="5307595"/>
                  </a:lnTo>
                  <a:lnTo>
                    <a:pt x="3938920" y="5307946"/>
                  </a:lnTo>
                  <a:lnTo>
                    <a:pt x="3979367" y="5308166"/>
                  </a:lnTo>
                  <a:lnTo>
                    <a:pt x="4003442" y="5308284"/>
                  </a:lnTo>
                  <a:lnTo>
                    <a:pt x="4014115" y="5308331"/>
                  </a:lnTo>
                  <a:lnTo>
                    <a:pt x="4016395" y="5308340"/>
                  </a:lnTo>
                  <a:lnTo>
                    <a:pt x="4016409" y="5308340"/>
                  </a:lnTo>
                  <a:lnTo>
                    <a:pt x="4538543" y="5308340"/>
                  </a:lnTo>
                  <a:lnTo>
                    <a:pt x="4539370" y="5308235"/>
                  </a:lnTo>
                  <a:lnTo>
                    <a:pt x="4544826" y="5307487"/>
                  </a:lnTo>
                  <a:lnTo>
                    <a:pt x="4558652" y="5305420"/>
                  </a:lnTo>
                  <a:lnTo>
                    <a:pt x="4583542" y="5301346"/>
                  </a:lnTo>
                  <a:lnTo>
                    <a:pt x="4620979" y="5294619"/>
                  </a:lnTo>
                  <a:lnTo>
                    <a:pt x="4671123" y="5284687"/>
                  </a:lnTo>
                  <a:lnTo>
                    <a:pt x="4732861" y="5271150"/>
                  </a:lnTo>
                  <a:lnTo>
                    <a:pt x="4804056" y="5253775"/>
                  </a:lnTo>
                  <a:lnTo>
                    <a:pt x="4881947" y="5232481"/>
                  </a:lnTo>
                  <a:lnTo>
                    <a:pt x="4963590" y="5207298"/>
                  </a:lnTo>
                  <a:lnTo>
                    <a:pt x="5046245" y="5178307"/>
                  </a:lnTo>
                  <a:lnTo>
                    <a:pt x="5127637" y="5145576"/>
                  </a:lnTo>
                  <a:lnTo>
                    <a:pt x="5206077" y="5109111"/>
                  </a:lnTo>
                  <a:lnTo>
                    <a:pt x="5280470" y="5068824"/>
                  </a:lnTo>
                  <a:lnTo>
                    <a:pt x="5350242" y="5024508"/>
                  </a:lnTo>
                  <a:lnTo>
                    <a:pt x="5415238" y="4975831"/>
                  </a:lnTo>
                  <a:lnTo>
                    <a:pt x="5475615" y="4922336"/>
                  </a:lnTo>
                  <a:lnTo>
                    <a:pt x="5531744" y="4863451"/>
                  </a:lnTo>
                  <a:lnTo>
                    <a:pt x="5584132" y="4798508"/>
                  </a:lnTo>
                  <a:lnTo>
                    <a:pt x="5633361" y="4726771"/>
                  </a:lnTo>
                  <a:lnTo>
                    <a:pt x="5680040" y="4647490"/>
                  </a:lnTo>
                  <a:lnTo>
                    <a:pt x="5724768" y="4559989"/>
                  </a:lnTo>
                  <a:lnTo>
                    <a:pt x="5768094" y="4463807"/>
                  </a:lnTo>
                  <a:lnTo>
                    <a:pt x="5784835" y="4423617"/>
                  </a:lnTo>
                  <a:lnTo>
                    <a:pt x="5813261" y="4351602"/>
                  </a:lnTo>
                  <a:lnTo>
                    <a:pt x="5841451" y="4275567"/>
                  </a:lnTo>
                  <a:lnTo>
                    <a:pt x="5869511" y="4195434"/>
                  </a:lnTo>
                  <a:lnTo>
                    <a:pt x="5897530" y="4111159"/>
                  </a:lnTo>
                  <a:lnTo>
                    <a:pt x="5925581" y="4022737"/>
                  </a:lnTo>
                  <a:lnTo>
                    <a:pt x="5953724" y="3930207"/>
                  </a:lnTo>
                  <a:lnTo>
                    <a:pt x="5982004" y="3833651"/>
                  </a:lnTo>
                  <a:lnTo>
                    <a:pt x="6010455" y="3733202"/>
                  </a:lnTo>
                  <a:lnTo>
                    <a:pt x="6039099" y="3629038"/>
                  </a:lnTo>
                  <a:lnTo>
                    <a:pt x="6067947" y="3521390"/>
                  </a:lnTo>
                  <a:lnTo>
                    <a:pt x="6097001" y="3410536"/>
                  </a:lnTo>
                  <a:lnTo>
                    <a:pt x="6126253" y="3296803"/>
                  </a:lnTo>
                  <a:lnTo>
                    <a:pt x="6155685" y="3180559"/>
                  </a:lnTo>
                  <a:lnTo>
                    <a:pt x="6185275" y="3062216"/>
                  </a:lnTo>
                  <a:lnTo>
                    <a:pt x="6214992" y="2942218"/>
                  </a:lnTo>
                  <a:lnTo>
                    <a:pt x="6244802" y="2821036"/>
                  </a:lnTo>
                  <a:lnTo>
                    <a:pt x="6274667" y="2699163"/>
                  </a:lnTo>
                  <a:lnTo>
                    <a:pt x="6304548" y="2577103"/>
                  </a:lnTo>
                  <a:lnTo>
                    <a:pt x="6334402" y="2455364"/>
                  </a:lnTo>
                  <a:lnTo>
                    <a:pt x="6364192" y="2334446"/>
                  </a:lnTo>
                  <a:lnTo>
                    <a:pt x="6393879" y="2214838"/>
                  </a:lnTo>
                  <a:lnTo>
                    <a:pt x="6423430" y="2097005"/>
                  </a:lnTo>
                  <a:lnTo>
                    <a:pt x="6452816" y="1981383"/>
                  </a:lnTo>
                  <a:lnTo>
                    <a:pt x="6482017" y="1868372"/>
                  </a:lnTo>
                  <a:lnTo>
                    <a:pt x="6511017" y="1758331"/>
                  </a:lnTo>
                  <a:lnTo>
                    <a:pt x="6539812" y="1651574"/>
                  </a:lnTo>
                  <a:lnTo>
                    <a:pt x="6568404" y="1548367"/>
                  </a:lnTo>
                  <a:lnTo>
                    <a:pt x="6596807" y="1448925"/>
                  </a:lnTo>
                  <a:lnTo>
                    <a:pt x="6625047" y="1353417"/>
                  </a:lnTo>
                  <a:lnTo>
                    <a:pt x="6653161" y="1261960"/>
                  </a:lnTo>
                  <a:lnTo>
                    <a:pt x="6681197" y="1174627"/>
                  </a:lnTo>
                  <a:lnTo>
                    <a:pt x="6709219" y="1091442"/>
                  </a:lnTo>
                  <a:lnTo>
                    <a:pt x="6737304" y="1012392"/>
                  </a:lnTo>
                  <a:lnTo>
                    <a:pt x="6765545" y="937423"/>
                  </a:lnTo>
                  <a:lnTo>
                    <a:pt x="6786527" y="884723"/>
                  </a:lnTo>
                  <a:lnTo>
                    <a:pt x="6829433" y="785088"/>
                  </a:lnTo>
                  <a:lnTo>
                    <a:pt x="6873549" y="694214"/>
                  </a:lnTo>
                  <a:lnTo>
                    <a:pt x="6919392" y="611776"/>
                  </a:lnTo>
                  <a:lnTo>
                    <a:pt x="6967546" y="537163"/>
                  </a:lnTo>
                  <a:lnTo>
                    <a:pt x="7018621" y="469641"/>
                  </a:lnTo>
                  <a:lnTo>
                    <a:pt x="7073215" y="408460"/>
                  </a:lnTo>
                  <a:lnTo>
                    <a:pt x="7131869" y="352922"/>
                  </a:lnTo>
                  <a:lnTo>
                    <a:pt x="7195018" y="302413"/>
                  </a:lnTo>
                  <a:lnTo>
                    <a:pt x="7262912" y="256430"/>
                  </a:lnTo>
                  <a:lnTo>
                    <a:pt x="7335533" y="214591"/>
                  </a:lnTo>
                  <a:lnTo>
                    <a:pt x="7412483" y="176642"/>
                  </a:lnTo>
                  <a:lnTo>
                    <a:pt x="7492883" y="142448"/>
                  </a:lnTo>
                  <a:lnTo>
                    <a:pt x="7575282" y="111982"/>
                  </a:lnTo>
                  <a:lnTo>
                    <a:pt x="7657627" y="85293"/>
                  </a:lnTo>
                  <a:lnTo>
                    <a:pt x="7737340" y="62464"/>
                  </a:lnTo>
                  <a:lnTo>
                    <a:pt x="7811515" y="43551"/>
                  </a:lnTo>
                  <a:lnTo>
                    <a:pt x="7877268" y="28524"/>
                  </a:lnTo>
                  <a:lnTo>
                    <a:pt x="7932163" y="17215"/>
                  </a:lnTo>
                  <a:lnTo>
                    <a:pt x="7974647" y="9287"/>
                  </a:lnTo>
                  <a:lnTo>
                    <a:pt x="8004361" y="4244"/>
                  </a:lnTo>
                  <a:lnTo>
                    <a:pt x="8022276" y="1469"/>
                  </a:lnTo>
                  <a:lnTo>
                    <a:pt x="8030629" y="285"/>
                  </a:lnTo>
                  <a:lnTo>
                    <a:pt x="8032768" y="6"/>
                  </a:lnTo>
                  <a:lnTo>
                    <a:pt x="8032819" y="0"/>
                  </a:lnTo>
                  <a:lnTo>
                    <a:pt x="8554953" y="0"/>
                  </a:lnTo>
                  <a:lnTo>
                    <a:pt x="8554953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825" name="pl1825"/>
            <p:cNvSpPr/>
            <p:nvPr/>
          </p:nvSpPr>
          <p:spPr>
            <a:xfrm>
              <a:off x="386606" y="524826"/>
              <a:ext cx="8554953" cy="5308340"/>
            </a:xfrm>
            <a:custGeom>
              <a:avLst/>
              <a:pathLst>
                <a:path w="8554953" h="5308340">
                  <a:moveTo>
                    <a:pt x="8554953" y="0"/>
                  </a:moveTo>
                  <a:lnTo>
                    <a:pt x="8032819" y="0"/>
                  </a:lnTo>
                  <a:lnTo>
                    <a:pt x="8031992" y="105"/>
                  </a:lnTo>
                  <a:lnTo>
                    <a:pt x="8026535" y="853"/>
                  </a:lnTo>
                  <a:lnTo>
                    <a:pt x="8012709" y="2920"/>
                  </a:lnTo>
                  <a:lnTo>
                    <a:pt x="7987820" y="6993"/>
                  </a:lnTo>
                  <a:lnTo>
                    <a:pt x="7950383" y="13721"/>
                  </a:lnTo>
                  <a:lnTo>
                    <a:pt x="7900239" y="23653"/>
                  </a:lnTo>
                  <a:lnTo>
                    <a:pt x="7838501" y="37190"/>
                  </a:lnTo>
                  <a:lnTo>
                    <a:pt x="7767306" y="54565"/>
                  </a:lnTo>
                  <a:lnTo>
                    <a:pt x="7689415" y="75859"/>
                  </a:lnTo>
                  <a:lnTo>
                    <a:pt x="7607772" y="101042"/>
                  </a:lnTo>
                  <a:lnTo>
                    <a:pt x="7525117" y="130033"/>
                  </a:lnTo>
                  <a:lnTo>
                    <a:pt x="7443725" y="162764"/>
                  </a:lnTo>
                  <a:lnTo>
                    <a:pt x="7365285" y="199229"/>
                  </a:lnTo>
                  <a:lnTo>
                    <a:pt x="7290892" y="239515"/>
                  </a:lnTo>
                  <a:lnTo>
                    <a:pt x="7221120" y="283832"/>
                  </a:lnTo>
                  <a:lnTo>
                    <a:pt x="7156124" y="332509"/>
                  </a:lnTo>
                  <a:lnTo>
                    <a:pt x="7095747" y="386004"/>
                  </a:lnTo>
                  <a:lnTo>
                    <a:pt x="7039618" y="444889"/>
                  </a:lnTo>
                  <a:lnTo>
                    <a:pt x="6987230" y="509832"/>
                  </a:lnTo>
                  <a:lnTo>
                    <a:pt x="6938001" y="581569"/>
                  </a:lnTo>
                  <a:lnTo>
                    <a:pt x="6891322" y="660850"/>
                  </a:lnTo>
                  <a:lnTo>
                    <a:pt x="6846594" y="748351"/>
                  </a:lnTo>
                  <a:lnTo>
                    <a:pt x="6803268" y="844532"/>
                  </a:lnTo>
                  <a:lnTo>
                    <a:pt x="6786527" y="884723"/>
                  </a:lnTo>
                  <a:lnTo>
                    <a:pt x="6758101" y="956738"/>
                  </a:lnTo>
                  <a:lnTo>
                    <a:pt x="6729911" y="1032772"/>
                  </a:lnTo>
                  <a:lnTo>
                    <a:pt x="6701851" y="1112906"/>
                  </a:lnTo>
                  <a:lnTo>
                    <a:pt x="6673832" y="1197181"/>
                  </a:lnTo>
                  <a:lnTo>
                    <a:pt x="6645781" y="1285603"/>
                  </a:lnTo>
                  <a:lnTo>
                    <a:pt x="6617638" y="1378133"/>
                  </a:lnTo>
                  <a:lnTo>
                    <a:pt x="6589358" y="1474688"/>
                  </a:lnTo>
                  <a:lnTo>
                    <a:pt x="6560907" y="1575138"/>
                  </a:lnTo>
                  <a:lnTo>
                    <a:pt x="6532263" y="1679302"/>
                  </a:lnTo>
                  <a:lnTo>
                    <a:pt x="6503414" y="1786950"/>
                  </a:lnTo>
                  <a:lnTo>
                    <a:pt x="6474360" y="1897803"/>
                  </a:lnTo>
                  <a:lnTo>
                    <a:pt x="6445109" y="2011537"/>
                  </a:lnTo>
                  <a:lnTo>
                    <a:pt x="6415677" y="2127780"/>
                  </a:lnTo>
                  <a:lnTo>
                    <a:pt x="6386087" y="2246124"/>
                  </a:lnTo>
                  <a:lnTo>
                    <a:pt x="6356370" y="2366122"/>
                  </a:lnTo>
                  <a:lnTo>
                    <a:pt x="6326560" y="2487304"/>
                  </a:lnTo>
                  <a:lnTo>
                    <a:pt x="6296694" y="2609177"/>
                  </a:lnTo>
                  <a:lnTo>
                    <a:pt x="6266814" y="2731237"/>
                  </a:lnTo>
                  <a:lnTo>
                    <a:pt x="6236959" y="2852976"/>
                  </a:lnTo>
                  <a:lnTo>
                    <a:pt x="6207170" y="2973894"/>
                  </a:lnTo>
                  <a:lnTo>
                    <a:pt x="6177483" y="3093502"/>
                  </a:lnTo>
                  <a:lnTo>
                    <a:pt x="6147932" y="3211335"/>
                  </a:lnTo>
                  <a:lnTo>
                    <a:pt x="6118546" y="3326957"/>
                  </a:lnTo>
                  <a:lnTo>
                    <a:pt x="6089345" y="3439968"/>
                  </a:lnTo>
                  <a:lnTo>
                    <a:pt x="6060345" y="3550008"/>
                  </a:lnTo>
                  <a:lnTo>
                    <a:pt x="6031550" y="3656766"/>
                  </a:lnTo>
                  <a:lnTo>
                    <a:pt x="6002958" y="3759973"/>
                  </a:lnTo>
                  <a:lnTo>
                    <a:pt x="5974555" y="3859415"/>
                  </a:lnTo>
                  <a:lnTo>
                    <a:pt x="5946315" y="3954923"/>
                  </a:lnTo>
                  <a:lnTo>
                    <a:pt x="5918201" y="4046379"/>
                  </a:lnTo>
                  <a:lnTo>
                    <a:pt x="5890165" y="4133713"/>
                  </a:lnTo>
                  <a:lnTo>
                    <a:pt x="5862143" y="4216898"/>
                  </a:lnTo>
                  <a:lnTo>
                    <a:pt x="5834058" y="4295948"/>
                  </a:lnTo>
                  <a:lnTo>
                    <a:pt x="5805817" y="4370917"/>
                  </a:lnTo>
                  <a:lnTo>
                    <a:pt x="5784835" y="4423617"/>
                  </a:lnTo>
                  <a:lnTo>
                    <a:pt x="5741929" y="4523252"/>
                  </a:lnTo>
                  <a:lnTo>
                    <a:pt x="5697813" y="4614126"/>
                  </a:lnTo>
                  <a:lnTo>
                    <a:pt x="5651970" y="4696563"/>
                  </a:lnTo>
                  <a:lnTo>
                    <a:pt x="5603816" y="4771177"/>
                  </a:lnTo>
                  <a:lnTo>
                    <a:pt x="5552741" y="4838699"/>
                  </a:lnTo>
                  <a:lnTo>
                    <a:pt x="5498147" y="4899879"/>
                  </a:lnTo>
                  <a:lnTo>
                    <a:pt x="5439493" y="4955418"/>
                  </a:lnTo>
                  <a:lnTo>
                    <a:pt x="5376344" y="5005927"/>
                  </a:lnTo>
                  <a:lnTo>
                    <a:pt x="5308450" y="5051910"/>
                  </a:lnTo>
                  <a:lnTo>
                    <a:pt x="5235829" y="5093748"/>
                  </a:lnTo>
                  <a:lnTo>
                    <a:pt x="5158879" y="5131698"/>
                  </a:lnTo>
                  <a:lnTo>
                    <a:pt x="5078479" y="5165891"/>
                  </a:lnTo>
                  <a:lnTo>
                    <a:pt x="4996080" y="5196358"/>
                  </a:lnTo>
                  <a:lnTo>
                    <a:pt x="4913735" y="5223047"/>
                  </a:lnTo>
                  <a:lnTo>
                    <a:pt x="4834022" y="5245876"/>
                  </a:lnTo>
                  <a:lnTo>
                    <a:pt x="4759847" y="5264789"/>
                  </a:lnTo>
                  <a:lnTo>
                    <a:pt x="4694094" y="5279816"/>
                  </a:lnTo>
                  <a:lnTo>
                    <a:pt x="4639199" y="5291125"/>
                  </a:lnTo>
                  <a:lnTo>
                    <a:pt x="4596715" y="5299053"/>
                  </a:lnTo>
                  <a:lnTo>
                    <a:pt x="4567001" y="5304096"/>
                  </a:lnTo>
                  <a:lnTo>
                    <a:pt x="4549086" y="5306871"/>
                  </a:lnTo>
                  <a:lnTo>
                    <a:pt x="4540733" y="5308055"/>
                  </a:lnTo>
                  <a:lnTo>
                    <a:pt x="4538594" y="5308334"/>
                  </a:lnTo>
                  <a:lnTo>
                    <a:pt x="4538543" y="5308340"/>
                  </a:lnTo>
                  <a:lnTo>
                    <a:pt x="4016409" y="5308340"/>
                  </a:lnTo>
                  <a:lnTo>
                    <a:pt x="4015140" y="5308335"/>
                  </a:lnTo>
                  <a:lnTo>
                    <a:pt x="4006842" y="5308299"/>
                  </a:lnTo>
                  <a:lnTo>
                    <a:pt x="3986096" y="5308200"/>
                  </a:lnTo>
                  <a:lnTo>
                    <a:pt x="3949448" y="5308005"/>
                  </a:lnTo>
                  <a:lnTo>
                    <a:pt x="3895719" y="5307686"/>
                  </a:lnTo>
                  <a:lnTo>
                    <a:pt x="3826066" y="5307221"/>
                  </a:lnTo>
                  <a:lnTo>
                    <a:pt x="3743582" y="5306598"/>
                  </a:lnTo>
                  <a:lnTo>
                    <a:pt x="3652526" y="5305814"/>
                  </a:lnTo>
                  <a:lnTo>
                    <a:pt x="3557413" y="5304870"/>
                  </a:lnTo>
                  <a:lnTo>
                    <a:pt x="3462263" y="5303770"/>
                  </a:lnTo>
                  <a:lnTo>
                    <a:pt x="3370161" y="5302516"/>
                  </a:lnTo>
                  <a:lnTo>
                    <a:pt x="3283123" y="5301106"/>
                  </a:lnTo>
                  <a:lnTo>
                    <a:pt x="3202194" y="5299530"/>
                  </a:lnTo>
                  <a:lnTo>
                    <a:pt x="3127642" y="5297774"/>
                  </a:lnTo>
                  <a:lnTo>
                    <a:pt x="3059185" y="5295814"/>
                  </a:lnTo>
                  <a:lnTo>
                    <a:pt x="2996186" y="5293623"/>
                  </a:lnTo>
                  <a:lnTo>
                    <a:pt x="2937804" y="5291166"/>
                  </a:lnTo>
                  <a:lnTo>
                    <a:pt x="2883108" y="5288408"/>
                  </a:lnTo>
                  <a:lnTo>
                    <a:pt x="2831163" y="5285316"/>
                  </a:lnTo>
                  <a:lnTo>
                    <a:pt x="2781114" y="5281866"/>
                  </a:lnTo>
                  <a:lnTo>
                    <a:pt x="2770117" y="5281046"/>
                  </a:lnTo>
                  <a:lnTo>
                    <a:pt x="2716017" y="5276693"/>
                  </a:lnTo>
                  <a:lnTo>
                    <a:pt x="2662437" y="5271881"/>
                  </a:lnTo>
                  <a:lnTo>
                    <a:pt x="2608795" y="5266602"/>
                  </a:lnTo>
                  <a:lnTo>
                    <a:pt x="2554702" y="5260868"/>
                  </a:lnTo>
                  <a:lnTo>
                    <a:pt x="2499937" y="5254710"/>
                  </a:lnTo>
                  <a:lnTo>
                    <a:pt x="2444427" y="5248176"/>
                  </a:lnTo>
                  <a:lnTo>
                    <a:pt x="2388228" y="5241339"/>
                  </a:lnTo>
                  <a:lnTo>
                    <a:pt x="2331497" y="5234284"/>
                  </a:lnTo>
                  <a:lnTo>
                    <a:pt x="2274467" y="5227111"/>
                  </a:lnTo>
                  <a:lnTo>
                    <a:pt x="2217411" y="5219929"/>
                  </a:lnTo>
                  <a:lnTo>
                    <a:pt x="2160607" y="5212845"/>
                  </a:lnTo>
                  <a:lnTo>
                    <a:pt x="2104296" y="5205961"/>
                  </a:lnTo>
                  <a:lnTo>
                    <a:pt x="2048654" y="5199366"/>
                  </a:lnTo>
                  <a:lnTo>
                    <a:pt x="1993755" y="5193135"/>
                  </a:lnTo>
                  <a:lnTo>
                    <a:pt x="1939551" y="5187321"/>
                  </a:lnTo>
                  <a:lnTo>
                    <a:pt x="1885851" y="5181958"/>
                  </a:lnTo>
                  <a:lnTo>
                    <a:pt x="1832297" y="5177061"/>
                  </a:lnTo>
                  <a:lnTo>
                    <a:pt x="1778344" y="5172626"/>
                  </a:lnTo>
                  <a:lnTo>
                    <a:pt x="1768425" y="5171867"/>
                  </a:lnTo>
                  <a:lnTo>
                    <a:pt x="1718697" y="5168336"/>
                  </a:lnTo>
                  <a:lnTo>
                    <a:pt x="1667246" y="5165165"/>
                  </a:lnTo>
                  <a:lnTo>
                    <a:pt x="1613245" y="5162335"/>
                  </a:lnTo>
                  <a:lnTo>
                    <a:pt x="1555768" y="5159814"/>
                  </a:lnTo>
                  <a:lnTo>
                    <a:pt x="1493878" y="5157567"/>
                  </a:lnTo>
                  <a:lnTo>
                    <a:pt x="1426705" y="5155558"/>
                  </a:lnTo>
                  <a:lnTo>
                    <a:pt x="1353554" y="5153759"/>
                  </a:lnTo>
                  <a:lnTo>
                    <a:pt x="1274049" y="5152144"/>
                  </a:lnTo>
                  <a:lnTo>
                    <a:pt x="1188317" y="5150698"/>
                  </a:lnTo>
                  <a:lnTo>
                    <a:pt x="1097209" y="5149410"/>
                  </a:lnTo>
                  <a:lnTo>
                    <a:pt x="1002510" y="5148275"/>
                  </a:lnTo>
                  <a:lnTo>
                    <a:pt x="907068" y="5147296"/>
                  </a:lnTo>
                  <a:lnTo>
                    <a:pt x="814721" y="5146475"/>
                  </a:lnTo>
                  <a:lnTo>
                    <a:pt x="729930" y="5145817"/>
                  </a:lnTo>
                  <a:lnTo>
                    <a:pt x="657087" y="5145317"/>
                  </a:lnTo>
                  <a:lnTo>
                    <a:pt x="599622" y="5144967"/>
                  </a:lnTo>
                  <a:lnTo>
                    <a:pt x="559175" y="5144747"/>
                  </a:lnTo>
                  <a:lnTo>
                    <a:pt x="535100" y="5144629"/>
                  </a:lnTo>
                  <a:lnTo>
                    <a:pt x="524427" y="5144582"/>
                  </a:lnTo>
                  <a:lnTo>
                    <a:pt x="522148" y="5144572"/>
                  </a:lnTo>
                  <a:lnTo>
                    <a:pt x="522133" y="5144572"/>
                  </a:lnTo>
                  <a:lnTo>
                    <a:pt x="0" y="5144572"/>
                  </a:lnTo>
                  <a:lnTo>
                    <a:pt x="0" y="5144572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826" name="pg1826"/>
            <p:cNvSpPr/>
            <p:nvPr/>
          </p:nvSpPr>
          <p:spPr>
            <a:xfrm>
              <a:off x="386606" y="982247"/>
              <a:ext cx="8554953" cy="4896097"/>
            </a:xfrm>
            <a:custGeom>
              <a:avLst/>
              <a:pathLst>
                <a:path w="8554953" h="4896097">
                  <a:moveTo>
                    <a:pt x="0" y="4698446"/>
                  </a:moveTo>
                  <a:lnTo>
                    <a:pt x="522133" y="4698446"/>
                  </a:lnTo>
                  <a:lnTo>
                    <a:pt x="523402" y="4698452"/>
                  </a:lnTo>
                  <a:lnTo>
                    <a:pt x="531699" y="4698495"/>
                  </a:lnTo>
                  <a:lnTo>
                    <a:pt x="552441" y="4698615"/>
                  </a:lnTo>
                  <a:lnTo>
                    <a:pt x="589085" y="4698850"/>
                  </a:lnTo>
                  <a:lnTo>
                    <a:pt x="642806" y="4699235"/>
                  </a:lnTo>
                  <a:lnTo>
                    <a:pt x="712451" y="4699796"/>
                  </a:lnTo>
                  <a:lnTo>
                    <a:pt x="794926" y="4700548"/>
                  </a:lnTo>
                  <a:lnTo>
                    <a:pt x="885975" y="4701494"/>
                  </a:lnTo>
                  <a:lnTo>
                    <a:pt x="981082" y="4702634"/>
                  </a:lnTo>
                  <a:lnTo>
                    <a:pt x="1076228" y="4703961"/>
                  </a:lnTo>
                  <a:lnTo>
                    <a:pt x="1168328" y="4705474"/>
                  </a:lnTo>
                  <a:lnTo>
                    <a:pt x="1255364" y="4707176"/>
                  </a:lnTo>
                  <a:lnTo>
                    <a:pt x="1336293" y="4709077"/>
                  </a:lnTo>
                  <a:lnTo>
                    <a:pt x="1410845" y="4711197"/>
                  </a:lnTo>
                  <a:lnTo>
                    <a:pt x="1479303" y="4713561"/>
                  </a:lnTo>
                  <a:lnTo>
                    <a:pt x="1542303" y="4716206"/>
                  </a:lnTo>
                  <a:lnTo>
                    <a:pt x="1600686" y="4719170"/>
                  </a:lnTo>
                  <a:lnTo>
                    <a:pt x="1655382" y="4722498"/>
                  </a:lnTo>
                  <a:lnTo>
                    <a:pt x="1707326" y="4726230"/>
                  </a:lnTo>
                  <a:lnTo>
                    <a:pt x="1757374" y="4730393"/>
                  </a:lnTo>
                  <a:lnTo>
                    <a:pt x="1768425" y="4731388"/>
                  </a:lnTo>
                  <a:lnTo>
                    <a:pt x="1822454" y="4736633"/>
                  </a:lnTo>
                  <a:lnTo>
                    <a:pt x="1875962" y="4742433"/>
                  </a:lnTo>
                  <a:lnTo>
                    <a:pt x="1929532" y="4748793"/>
                  </a:lnTo>
                  <a:lnTo>
                    <a:pt x="1983550" y="4755701"/>
                  </a:lnTo>
                  <a:lnTo>
                    <a:pt x="2038237" y="4763121"/>
                  </a:lnTo>
                  <a:lnTo>
                    <a:pt x="2093667" y="4770993"/>
                  </a:lnTo>
                  <a:lnTo>
                    <a:pt x="2149786" y="4779231"/>
                  </a:lnTo>
                  <a:lnTo>
                    <a:pt x="2206437" y="4787733"/>
                  </a:lnTo>
                  <a:lnTo>
                    <a:pt x="2263389" y="4796377"/>
                  </a:lnTo>
                  <a:lnTo>
                    <a:pt x="2320370" y="4805034"/>
                  </a:lnTo>
                  <a:lnTo>
                    <a:pt x="2377104" y="4813575"/>
                  </a:lnTo>
                  <a:lnTo>
                    <a:pt x="2433348" y="4821877"/>
                  </a:lnTo>
                  <a:lnTo>
                    <a:pt x="2488929" y="4829832"/>
                  </a:lnTo>
                  <a:lnTo>
                    <a:pt x="2543768" y="4837351"/>
                  </a:lnTo>
                  <a:lnTo>
                    <a:pt x="2597911" y="4844368"/>
                  </a:lnTo>
                  <a:lnTo>
                    <a:pt x="2651547" y="4850844"/>
                  </a:lnTo>
                  <a:lnTo>
                    <a:pt x="2705027" y="4856759"/>
                  </a:lnTo>
                  <a:lnTo>
                    <a:pt x="2758891" y="4862117"/>
                  </a:lnTo>
                  <a:lnTo>
                    <a:pt x="2770117" y="4863155"/>
                  </a:lnTo>
                  <a:lnTo>
                    <a:pt x="2819842" y="4867416"/>
                  </a:lnTo>
                  <a:lnTo>
                    <a:pt x="2871290" y="4871243"/>
                  </a:lnTo>
                  <a:lnTo>
                    <a:pt x="2925289" y="4874658"/>
                  </a:lnTo>
                  <a:lnTo>
                    <a:pt x="2982761" y="4877701"/>
                  </a:lnTo>
                  <a:lnTo>
                    <a:pt x="3044647" y="4880413"/>
                  </a:lnTo>
                  <a:lnTo>
                    <a:pt x="3111814" y="4882837"/>
                  </a:lnTo>
                  <a:lnTo>
                    <a:pt x="3184958" y="4885009"/>
                  </a:lnTo>
                  <a:lnTo>
                    <a:pt x="3264456" y="4886958"/>
                  </a:lnTo>
                  <a:lnTo>
                    <a:pt x="3350181" y="4888703"/>
                  </a:lnTo>
                  <a:lnTo>
                    <a:pt x="3441282" y="4890258"/>
                  </a:lnTo>
                  <a:lnTo>
                    <a:pt x="3535975" y="4891627"/>
                  </a:lnTo>
                  <a:lnTo>
                    <a:pt x="3631412" y="4892809"/>
                  </a:lnTo>
                  <a:lnTo>
                    <a:pt x="3723758" y="4893799"/>
                  </a:lnTo>
                  <a:lnTo>
                    <a:pt x="3808551" y="4894595"/>
                  </a:lnTo>
                  <a:lnTo>
                    <a:pt x="3881401" y="4895197"/>
                  </a:lnTo>
                  <a:lnTo>
                    <a:pt x="3938877" y="4895620"/>
                  </a:lnTo>
                  <a:lnTo>
                    <a:pt x="3979337" y="4895886"/>
                  </a:lnTo>
                  <a:lnTo>
                    <a:pt x="4003426" y="4896029"/>
                  </a:lnTo>
                  <a:lnTo>
                    <a:pt x="4014110" y="4896086"/>
                  </a:lnTo>
                  <a:lnTo>
                    <a:pt x="4016409" y="4896097"/>
                  </a:lnTo>
                  <a:lnTo>
                    <a:pt x="4538543" y="4896097"/>
                  </a:lnTo>
                  <a:lnTo>
                    <a:pt x="4539401" y="4895996"/>
                  </a:lnTo>
                  <a:lnTo>
                    <a:pt x="4545057" y="4895281"/>
                  </a:lnTo>
                  <a:lnTo>
                    <a:pt x="4559374" y="4893303"/>
                  </a:lnTo>
                  <a:lnTo>
                    <a:pt x="4585112" y="4889406"/>
                  </a:lnTo>
                  <a:lnTo>
                    <a:pt x="4623751" y="4882974"/>
                  </a:lnTo>
                  <a:lnTo>
                    <a:pt x="4675379" y="4873488"/>
                  </a:lnTo>
                  <a:lnTo>
                    <a:pt x="4738760" y="4860575"/>
                  </a:lnTo>
                  <a:lnTo>
                    <a:pt x="4811605" y="4844025"/>
                  </a:lnTo>
                  <a:lnTo>
                    <a:pt x="4891014" y="4823773"/>
                  </a:lnTo>
                  <a:lnTo>
                    <a:pt x="4973936" y="4799855"/>
                  </a:lnTo>
                  <a:lnTo>
                    <a:pt x="5057574" y="4772350"/>
                  </a:lnTo>
                  <a:lnTo>
                    <a:pt x="5139644" y="4741318"/>
                  </a:lnTo>
                  <a:lnTo>
                    <a:pt x="5218483" y="4706754"/>
                  </a:lnTo>
                  <a:lnTo>
                    <a:pt x="5293044" y="4668555"/>
                  </a:lnTo>
                  <a:lnTo>
                    <a:pt x="5362812" y="4626504"/>
                  </a:lnTo>
                  <a:lnTo>
                    <a:pt x="5427694" y="4580261"/>
                  </a:lnTo>
                  <a:lnTo>
                    <a:pt x="5487903" y="4529368"/>
                  </a:lnTo>
                  <a:lnTo>
                    <a:pt x="5543858" y="4473257"/>
                  </a:lnTo>
                  <a:lnTo>
                    <a:pt x="5596107" y="4411271"/>
                  </a:lnTo>
                  <a:lnTo>
                    <a:pt x="5645265" y="4342698"/>
                  </a:lnTo>
                  <a:lnTo>
                    <a:pt x="5691966" y="4266830"/>
                  </a:lnTo>
                  <a:lnTo>
                    <a:pt x="5736821" y="4183059"/>
                  </a:lnTo>
                  <a:lnTo>
                    <a:pt x="5780378" y="4091028"/>
                  </a:lnTo>
                  <a:lnTo>
                    <a:pt x="5784835" y="4081022"/>
                  </a:lnTo>
                  <a:lnTo>
                    <a:pt x="5814348" y="4012053"/>
                  </a:lnTo>
                  <a:lnTo>
                    <a:pt x="5843612" y="3939087"/>
                  </a:lnTo>
                  <a:lnTo>
                    <a:pt x="5872742" y="3862045"/>
                  </a:lnTo>
                  <a:lnTo>
                    <a:pt x="5901839" y="3780886"/>
                  </a:lnTo>
                  <a:lnTo>
                    <a:pt x="5930980" y="3695611"/>
                  </a:lnTo>
                  <a:lnTo>
                    <a:pt x="5960232" y="3606266"/>
                  </a:lnTo>
                  <a:lnTo>
                    <a:pt x="5989640" y="3512949"/>
                  </a:lnTo>
                  <a:lnTo>
                    <a:pt x="6019241" y="3415807"/>
                  </a:lnTo>
                  <a:lnTo>
                    <a:pt x="6049055" y="3315041"/>
                  </a:lnTo>
                  <a:lnTo>
                    <a:pt x="6079090" y="3210903"/>
                  </a:lnTo>
                  <a:lnTo>
                    <a:pt x="6109345" y="3103700"/>
                  </a:lnTo>
                  <a:lnTo>
                    <a:pt x="6139806" y="2993787"/>
                  </a:lnTo>
                  <a:lnTo>
                    <a:pt x="6170452" y="2881564"/>
                  </a:lnTo>
                  <a:lnTo>
                    <a:pt x="6201251" y="2767471"/>
                  </a:lnTo>
                  <a:lnTo>
                    <a:pt x="6232169" y="2651984"/>
                  </a:lnTo>
                  <a:lnTo>
                    <a:pt x="6263164" y="2535601"/>
                  </a:lnTo>
                  <a:lnTo>
                    <a:pt x="6294192" y="2418839"/>
                  </a:lnTo>
                  <a:lnTo>
                    <a:pt x="6325207" y="2302220"/>
                  </a:lnTo>
                  <a:lnTo>
                    <a:pt x="6356165" y="2186266"/>
                  </a:lnTo>
                  <a:lnTo>
                    <a:pt x="6387023" y="2071483"/>
                  </a:lnTo>
                  <a:lnTo>
                    <a:pt x="6417742" y="1958359"/>
                  </a:lnTo>
                  <a:lnTo>
                    <a:pt x="6448290" y="1847351"/>
                  </a:lnTo>
                  <a:lnTo>
                    <a:pt x="6478640" y="1738878"/>
                  </a:lnTo>
                  <a:lnTo>
                    <a:pt x="6508775" y="1633315"/>
                  </a:lnTo>
                  <a:lnTo>
                    <a:pt x="6538689" y="1530992"/>
                  </a:lnTo>
                  <a:lnTo>
                    <a:pt x="6568384" y="1432186"/>
                  </a:lnTo>
                  <a:lnTo>
                    <a:pt x="6597876" y="1337121"/>
                  </a:lnTo>
                  <a:lnTo>
                    <a:pt x="6627193" y="1245968"/>
                  </a:lnTo>
                  <a:lnTo>
                    <a:pt x="6656377" y="1158847"/>
                  </a:lnTo>
                  <a:lnTo>
                    <a:pt x="6685485" y="1075827"/>
                  </a:lnTo>
                  <a:lnTo>
                    <a:pt x="6714589" y="996929"/>
                  </a:lnTo>
                  <a:lnTo>
                    <a:pt x="6743779" y="922131"/>
                  </a:lnTo>
                  <a:lnTo>
                    <a:pt x="6773164" y="851369"/>
                  </a:lnTo>
                  <a:lnTo>
                    <a:pt x="6786527" y="820722"/>
                  </a:lnTo>
                  <a:lnTo>
                    <a:pt x="6829977" y="727832"/>
                  </a:lnTo>
                  <a:lnTo>
                    <a:pt x="6874673" y="643215"/>
                  </a:lnTo>
                  <a:lnTo>
                    <a:pt x="6921155" y="566554"/>
                  </a:lnTo>
                  <a:lnTo>
                    <a:pt x="6970030" y="497258"/>
                  </a:lnTo>
                  <a:lnTo>
                    <a:pt x="7021930" y="434623"/>
                  </a:lnTo>
                  <a:lnTo>
                    <a:pt x="7077474" y="377935"/>
                  </a:lnTo>
                  <a:lnTo>
                    <a:pt x="7137219" y="326530"/>
                  </a:lnTo>
                  <a:lnTo>
                    <a:pt x="7201603" y="279828"/>
                  </a:lnTo>
                  <a:lnTo>
                    <a:pt x="7270863" y="237361"/>
                  </a:lnTo>
                  <a:lnTo>
                    <a:pt x="7344943" y="198775"/>
                  </a:lnTo>
                  <a:lnTo>
                    <a:pt x="7423378" y="163841"/>
                  </a:lnTo>
                  <a:lnTo>
                    <a:pt x="7505179" y="132445"/>
                  </a:lnTo>
                  <a:lnTo>
                    <a:pt x="7588751" y="104572"/>
                  </a:lnTo>
                  <a:lnTo>
                    <a:pt x="7671870" y="80280"/>
                  </a:lnTo>
                  <a:lnTo>
                    <a:pt x="7751783" y="59645"/>
                  </a:lnTo>
                  <a:lnTo>
                    <a:pt x="7825449" y="42712"/>
                  </a:lnTo>
                  <a:lnTo>
                    <a:pt x="7889931" y="29429"/>
                  </a:lnTo>
                  <a:lnTo>
                    <a:pt x="7942855" y="19603"/>
                  </a:lnTo>
                  <a:lnTo>
                    <a:pt x="7982859" y="12876"/>
                  </a:lnTo>
                  <a:lnTo>
                    <a:pt x="8009888" y="8744"/>
                  </a:lnTo>
                  <a:lnTo>
                    <a:pt x="8025281" y="6598"/>
                  </a:lnTo>
                  <a:lnTo>
                    <a:pt x="8031672" y="5782"/>
                  </a:lnTo>
                  <a:lnTo>
                    <a:pt x="8032819" y="5647"/>
                  </a:lnTo>
                  <a:lnTo>
                    <a:pt x="8554953" y="5647"/>
                  </a:lnTo>
                  <a:lnTo>
                    <a:pt x="8554953" y="0"/>
                  </a:lnTo>
                  <a:lnTo>
                    <a:pt x="8032819" y="0"/>
                  </a:lnTo>
                  <a:lnTo>
                    <a:pt x="8031961" y="100"/>
                  </a:lnTo>
                  <a:lnTo>
                    <a:pt x="8026305" y="816"/>
                  </a:lnTo>
                  <a:lnTo>
                    <a:pt x="8011988" y="2794"/>
                  </a:lnTo>
                  <a:lnTo>
                    <a:pt x="7986250" y="6690"/>
                  </a:lnTo>
                  <a:lnTo>
                    <a:pt x="7947611" y="13123"/>
                  </a:lnTo>
                  <a:lnTo>
                    <a:pt x="7895982" y="22609"/>
                  </a:lnTo>
                  <a:lnTo>
                    <a:pt x="7832602" y="35521"/>
                  </a:lnTo>
                  <a:lnTo>
                    <a:pt x="7759757" y="52072"/>
                  </a:lnTo>
                  <a:lnTo>
                    <a:pt x="7680348" y="72324"/>
                  </a:lnTo>
                  <a:lnTo>
                    <a:pt x="7597426" y="96241"/>
                  </a:lnTo>
                  <a:lnTo>
                    <a:pt x="7513788" y="123746"/>
                  </a:lnTo>
                  <a:lnTo>
                    <a:pt x="7431718" y="154778"/>
                  </a:lnTo>
                  <a:lnTo>
                    <a:pt x="7352879" y="189342"/>
                  </a:lnTo>
                  <a:lnTo>
                    <a:pt x="7278318" y="227541"/>
                  </a:lnTo>
                  <a:lnTo>
                    <a:pt x="7208550" y="269592"/>
                  </a:lnTo>
                  <a:lnTo>
                    <a:pt x="7143668" y="315835"/>
                  </a:lnTo>
                  <a:lnTo>
                    <a:pt x="7083459" y="366728"/>
                  </a:lnTo>
                  <a:lnTo>
                    <a:pt x="7027504" y="422839"/>
                  </a:lnTo>
                  <a:lnTo>
                    <a:pt x="6975255" y="484825"/>
                  </a:lnTo>
                  <a:lnTo>
                    <a:pt x="6926096" y="553398"/>
                  </a:lnTo>
                  <a:lnTo>
                    <a:pt x="6879396" y="629266"/>
                  </a:lnTo>
                  <a:lnTo>
                    <a:pt x="6834541" y="713038"/>
                  </a:lnTo>
                  <a:lnTo>
                    <a:pt x="6790984" y="805068"/>
                  </a:lnTo>
                  <a:lnTo>
                    <a:pt x="6786527" y="815075"/>
                  </a:lnTo>
                  <a:lnTo>
                    <a:pt x="6757014" y="884044"/>
                  </a:lnTo>
                  <a:lnTo>
                    <a:pt x="6727750" y="957009"/>
                  </a:lnTo>
                  <a:lnTo>
                    <a:pt x="6698620" y="1034051"/>
                  </a:lnTo>
                  <a:lnTo>
                    <a:pt x="6669523" y="1115210"/>
                  </a:lnTo>
                  <a:lnTo>
                    <a:pt x="6640381" y="1200486"/>
                  </a:lnTo>
                  <a:lnTo>
                    <a:pt x="6611130" y="1289830"/>
                  </a:lnTo>
                  <a:lnTo>
                    <a:pt x="6581722" y="1383147"/>
                  </a:lnTo>
                  <a:lnTo>
                    <a:pt x="6552121" y="1480289"/>
                  </a:lnTo>
                  <a:lnTo>
                    <a:pt x="6522307" y="1581056"/>
                  </a:lnTo>
                  <a:lnTo>
                    <a:pt x="6492272" y="1685193"/>
                  </a:lnTo>
                  <a:lnTo>
                    <a:pt x="6462017" y="1792396"/>
                  </a:lnTo>
                  <a:lnTo>
                    <a:pt x="6431556" y="1902310"/>
                  </a:lnTo>
                  <a:lnTo>
                    <a:pt x="6400910" y="2014533"/>
                  </a:lnTo>
                  <a:lnTo>
                    <a:pt x="6370111" y="2128625"/>
                  </a:lnTo>
                  <a:lnTo>
                    <a:pt x="6339193" y="2244112"/>
                  </a:lnTo>
                  <a:lnTo>
                    <a:pt x="6308198" y="2360495"/>
                  </a:lnTo>
                  <a:lnTo>
                    <a:pt x="6277170" y="2477257"/>
                  </a:lnTo>
                  <a:lnTo>
                    <a:pt x="6246155" y="2593876"/>
                  </a:lnTo>
                  <a:lnTo>
                    <a:pt x="6215197" y="2709831"/>
                  </a:lnTo>
                  <a:lnTo>
                    <a:pt x="6184339" y="2824613"/>
                  </a:lnTo>
                  <a:lnTo>
                    <a:pt x="6153620" y="2937737"/>
                  </a:lnTo>
                  <a:lnTo>
                    <a:pt x="6123072" y="3048745"/>
                  </a:lnTo>
                  <a:lnTo>
                    <a:pt x="6092722" y="3157219"/>
                  </a:lnTo>
                  <a:lnTo>
                    <a:pt x="6062587" y="3262781"/>
                  </a:lnTo>
                  <a:lnTo>
                    <a:pt x="6032673" y="3365104"/>
                  </a:lnTo>
                  <a:lnTo>
                    <a:pt x="6002978" y="3463910"/>
                  </a:lnTo>
                  <a:lnTo>
                    <a:pt x="5973486" y="3558976"/>
                  </a:lnTo>
                  <a:lnTo>
                    <a:pt x="5944169" y="3650128"/>
                  </a:lnTo>
                  <a:lnTo>
                    <a:pt x="5914985" y="3737249"/>
                  </a:lnTo>
                  <a:lnTo>
                    <a:pt x="5885877" y="3820270"/>
                  </a:lnTo>
                  <a:lnTo>
                    <a:pt x="5856773" y="3899168"/>
                  </a:lnTo>
                  <a:lnTo>
                    <a:pt x="5827583" y="3973966"/>
                  </a:lnTo>
                  <a:lnTo>
                    <a:pt x="5798198" y="4044727"/>
                  </a:lnTo>
                  <a:lnTo>
                    <a:pt x="5784835" y="4075375"/>
                  </a:lnTo>
                  <a:lnTo>
                    <a:pt x="5741385" y="4168264"/>
                  </a:lnTo>
                  <a:lnTo>
                    <a:pt x="5696688" y="4252881"/>
                  </a:lnTo>
                  <a:lnTo>
                    <a:pt x="5650207" y="4329542"/>
                  </a:lnTo>
                  <a:lnTo>
                    <a:pt x="5601332" y="4398839"/>
                  </a:lnTo>
                  <a:lnTo>
                    <a:pt x="5549432" y="4461473"/>
                  </a:lnTo>
                  <a:lnTo>
                    <a:pt x="5493888" y="4518161"/>
                  </a:lnTo>
                  <a:lnTo>
                    <a:pt x="5434143" y="4569567"/>
                  </a:lnTo>
                  <a:lnTo>
                    <a:pt x="5369759" y="4616268"/>
                  </a:lnTo>
                  <a:lnTo>
                    <a:pt x="5300499" y="4658736"/>
                  </a:lnTo>
                  <a:lnTo>
                    <a:pt x="5226419" y="4697321"/>
                  </a:lnTo>
                  <a:lnTo>
                    <a:pt x="5147984" y="4732255"/>
                  </a:lnTo>
                  <a:lnTo>
                    <a:pt x="5066183" y="4763652"/>
                  </a:lnTo>
                  <a:lnTo>
                    <a:pt x="4982611" y="4791524"/>
                  </a:lnTo>
                  <a:lnTo>
                    <a:pt x="4899492" y="4815817"/>
                  </a:lnTo>
                  <a:lnTo>
                    <a:pt x="4819579" y="4836451"/>
                  </a:lnTo>
                  <a:lnTo>
                    <a:pt x="4745913" y="4853384"/>
                  </a:lnTo>
                  <a:lnTo>
                    <a:pt x="4681431" y="4866667"/>
                  </a:lnTo>
                  <a:lnTo>
                    <a:pt x="4628507" y="4876493"/>
                  </a:lnTo>
                  <a:lnTo>
                    <a:pt x="4588503" y="4883220"/>
                  </a:lnTo>
                  <a:lnTo>
                    <a:pt x="4561474" y="4887352"/>
                  </a:lnTo>
                  <a:lnTo>
                    <a:pt x="4546081" y="4889498"/>
                  </a:lnTo>
                  <a:lnTo>
                    <a:pt x="4539689" y="4890314"/>
                  </a:lnTo>
                  <a:lnTo>
                    <a:pt x="4538543" y="4890450"/>
                  </a:lnTo>
                  <a:lnTo>
                    <a:pt x="4016409" y="4890450"/>
                  </a:lnTo>
                  <a:lnTo>
                    <a:pt x="4015140" y="4890444"/>
                  </a:lnTo>
                  <a:lnTo>
                    <a:pt x="4006843" y="4890400"/>
                  </a:lnTo>
                  <a:lnTo>
                    <a:pt x="3986101" y="4890280"/>
                  </a:lnTo>
                  <a:lnTo>
                    <a:pt x="3949458" y="4890045"/>
                  </a:lnTo>
                  <a:lnTo>
                    <a:pt x="3895736" y="4889660"/>
                  </a:lnTo>
                  <a:lnTo>
                    <a:pt x="3826091" y="4889099"/>
                  </a:lnTo>
                  <a:lnTo>
                    <a:pt x="3743616" y="4888348"/>
                  </a:lnTo>
                  <a:lnTo>
                    <a:pt x="3652567" y="4887401"/>
                  </a:lnTo>
                  <a:lnTo>
                    <a:pt x="3557460" y="4886262"/>
                  </a:lnTo>
                  <a:lnTo>
                    <a:pt x="3462314" y="4884934"/>
                  </a:lnTo>
                  <a:lnTo>
                    <a:pt x="3370215" y="4883421"/>
                  </a:lnTo>
                  <a:lnTo>
                    <a:pt x="3283179" y="4881719"/>
                  </a:lnTo>
                  <a:lnTo>
                    <a:pt x="3202249" y="4879818"/>
                  </a:lnTo>
                  <a:lnTo>
                    <a:pt x="3127697" y="4877699"/>
                  </a:lnTo>
                  <a:lnTo>
                    <a:pt x="3059239" y="4875334"/>
                  </a:lnTo>
                  <a:lnTo>
                    <a:pt x="2996239" y="4872690"/>
                  </a:lnTo>
                  <a:lnTo>
                    <a:pt x="2937856" y="4869725"/>
                  </a:lnTo>
                  <a:lnTo>
                    <a:pt x="2883160" y="4866397"/>
                  </a:lnTo>
                  <a:lnTo>
                    <a:pt x="2831216" y="4862666"/>
                  </a:lnTo>
                  <a:lnTo>
                    <a:pt x="2781168" y="4858503"/>
                  </a:lnTo>
                  <a:lnTo>
                    <a:pt x="2770117" y="4857508"/>
                  </a:lnTo>
                  <a:lnTo>
                    <a:pt x="2716088" y="4852262"/>
                  </a:lnTo>
                  <a:lnTo>
                    <a:pt x="2662580" y="4846463"/>
                  </a:lnTo>
                  <a:lnTo>
                    <a:pt x="2609010" y="4840103"/>
                  </a:lnTo>
                  <a:lnTo>
                    <a:pt x="2554992" y="4833194"/>
                  </a:lnTo>
                  <a:lnTo>
                    <a:pt x="2500305" y="4825774"/>
                  </a:lnTo>
                  <a:lnTo>
                    <a:pt x="2444875" y="4817903"/>
                  </a:lnTo>
                  <a:lnTo>
                    <a:pt x="2388756" y="4809664"/>
                  </a:lnTo>
                  <a:lnTo>
                    <a:pt x="2332105" y="4801163"/>
                  </a:lnTo>
                  <a:lnTo>
                    <a:pt x="2275153" y="4792519"/>
                  </a:lnTo>
                  <a:lnTo>
                    <a:pt x="2218172" y="4783862"/>
                  </a:lnTo>
                  <a:lnTo>
                    <a:pt x="2161438" y="4775321"/>
                  </a:lnTo>
                  <a:lnTo>
                    <a:pt x="2105194" y="4767019"/>
                  </a:lnTo>
                  <a:lnTo>
                    <a:pt x="2049614" y="4759064"/>
                  </a:lnTo>
                  <a:lnTo>
                    <a:pt x="1994774" y="4751545"/>
                  </a:lnTo>
                  <a:lnTo>
                    <a:pt x="1940631" y="4744527"/>
                  </a:lnTo>
                  <a:lnTo>
                    <a:pt x="1886995" y="4738052"/>
                  </a:lnTo>
                  <a:lnTo>
                    <a:pt x="1833515" y="4732137"/>
                  </a:lnTo>
                  <a:lnTo>
                    <a:pt x="1779651" y="4726778"/>
                  </a:lnTo>
                  <a:lnTo>
                    <a:pt x="1768425" y="4725741"/>
                  </a:lnTo>
                  <a:lnTo>
                    <a:pt x="1718700" y="4721479"/>
                  </a:lnTo>
                  <a:lnTo>
                    <a:pt x="1667252" y="4717653"/>
                  </a:lnTo>
                  <a:lnTo>
                    <a:pt x="1613254" y="4714237"/>
                  </a:lnTo>
                  <a:lnTo>
                    <a:pt x="1555781" y="4711195"/>
                  </a:lnTo>
                  <a:lnTo>
                    <a:pt x="1493895" y="4708482"/>
                  </a:lnTo>
                  <a:lnTo>
                    <a:pt x="1426728" y="4706058"/>
                  </a:lnTo>
                  <a:lnTo>
                    <a:pt x="1353584" y="4703886"/>
                  </a:lnTo>
                  <a:lnTo>
                    <a:pt x="1274086" y="4701938"/>
                  </a:lnTo>
                  <a:lnTo>
                    <a:pt x="1188361" y="4700192"/>
                  </a:lnTo>
                  <a:lnTo>
                    <a:pt x="1097260" y="4698637"/>
                  </a:lnTo>
                  <a:lnTo>
                    <a:pt x="1002567" y="4697268"/>
                  </a:lnTo>
                  <a:lnTo>
                    <a:pt x="907130" y="4696086"/>
                  </a:lnTo>
                  <a:lnTo>
                    <a:pt x="814785" y="4695096"/>
                  </a:lnTo>
                  <a:lnTo>
                    <a:pt x="729991" y="4694301"/>
                  </a:lnTo>
                  <a:lnTo>
                    <a:pt x="657141" y="4693698"/>
                  </a:lnTo>
                  <a:lnTo>
                    <a:pt x="599665" y="4693275"/>
                  </a:lnTo>
                  <a:lnTo>
                    <a:pt x="559205" y="4693009"/>
                  </a:lnTo>
                  <a:lnTo>
                    <a:pt x="535117" y="4692867"/>
                  </a:lnTo>
                  <a:lnTo>
                    <a:pt x="524433" y="4692810"/>
                  </a:lnTo>
                  <a:lnTo>
                    <a:pt x="522133" y="4692799"/>
                  </a:lnTo>
                  <a:lnTo>
                    <a:pt x="0" y="4692799"/>
                  </a:lnTo>
                  <a:close/>
                </a:path>
              </a:pathLst>
            </a:custGeom>
            <a:solidFill>
              <a:srgbClr val="FFB3B5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1827" name="pl1827"/>
            <p:cNvSpPr/>
            <p:nvPr/>
          </p:nvSpPr>
          <p:spPr>
            <a:xfrm>
              <a:off x="386606" y="987894"/>
              <a:ext cx="8554953" cy="4890450"/>
            </a:xfrm>
            <a:custGeom>
              <a:avLst/>
              <a:pathLst>
                <a:path w="8554953" h="4890450">
                  <a:moveTo>
                    <a:pt x="0" y="4692799"/>
                  </a:moveTo>
                  <a:lnTo>
                    <a:pt x="522133" y="4692799"/>
                  </a:lnTo>
                  <a:lnTo>
                    <a:pt x="523402" y="4692805"/>
                  </a:lnTo>
                  <a:lnTo>
                    <a:pt x="531699" y="4692848"/>
                  </a:lnTo>
                  <a:lnTo>
                    <a:pt x="552441" y="4692968"/>
                  </a:lnTo>
                  <a:lnTo>
                    <a:pt x="589085" y="4693203"/>
                  </a:lnTo>
                  <a:lnTo>
                    <a:pt x="642806" y="4693588"/>
                  </a:lnTo>
                  <a:lnTo>
                    <a:pt x="712451" y="4694149"/>
                  </a:lnTo>
                  <a:lnTo>
                    <a:pt x="794926" y="4694901"/>
                  </a:lnTo>
                  <a:lnTo>
                    <a:pt x="885975" y="4695847"/>
                  </a:lnTo>
                  <a:lnTo>
                    <a:pt x="981082" y="4696986"/>
                  </a:lnTo>
                  <a:lnTo>
                    <a:pt x="1076228" y="4698314"/>
                  </a:lnTo>
                  <a:lnTo>
                    <a:pt x="1168328" y="4699827"/>
                  </a:lnTo>
                  <a:lnTo>
                    <a:pt x="1255364" y="4701529"/>
                  </a:lnTo>
                  <a:lnTo>
                    <a:pt x="1336293" y="4703430"/>
                  </a:lnTo>
                  <a:lnTo>
                    <a:pt x="1410845" y="4705550"/>
                  </a:lnTo>
                  <a:lnTo>
                    <a:pt x="1479303" y="4707914"/>
                  </a:lnTo>
                  <a:lnTo>
                    <a:pt x="1542303" y="4710559"/>
                  </a:lnTo>
                  <a:lnTo>
                    <a:pt x="1600686" y="4713523"/>
                  </a:lnTo>
                  <a:lnTo>
                    <a:pt x="1655382" y="4716851"/>
                  </a:lnTo>
                  <a:lnTo>
                    <a:pt x="1707326" y="4720583"/>
                  </a:lnTo>
                  <a:lnTo>
                    <a:pt x="1757374" y="4724746"/>
                  </a:lnTo>
                  <a:lnTo>
                    <a:pt x="1768425" y="4725741"/>
                  </a:lnTo>
                  <a:lnTo>
                    <a:pt x="1822454" y="4730986"/>
                  </a:lnTo>
                  <a:lnTo>
                    <a:pt x="1875962" y="4736785"/>
                  </a:lnTo>
                  <a:lnTo>
                    <a:pt x="1929532" y="4743146"/>
                  </a:lnTo>
                  <a:lnTo>
                    <a:pt x="1983550" y="4750054"/>
                  </a:lnTo>
                  <a:lnTo>
                    <a:pt x="2038237" y="4757474"/>
                  </a:lnTo>
                  <a:lnTo>
                    <a:pt x="2093667" y="4765346"/>
                  </a:lnTo>
                  <a:lnTo>
                    <a:pt x="2149786" y="4773584"/>
                  </a:lnTo>
                  <a:lnTo>
                    <a:pt x="2206437" y="4782086"/>
                  </a:lnTo>
                  <a:lnTo>
                    <a:pt x="2263389" y="4790729"/>
                  </a:lnTo>
                  <a:lnTo>
                    <a:pt x="2320370" y="4799387"/>
                  </a:lnTo>
                  <a:lnTo>
                    <a:pt x="2377104" y="4807928"/>
                  </a:lnTo>
                  <a:lnTo>
                    <a:pt x="2433348" y="4816230"/>
                  </a:lnTo>
                  <a:lnTo>
                    <a:pt x="2488929" y="4824185"/>
                  </a:lnTo>
                  <a:lnTo>
                    <a:pt x="2543768" y="4831703"/>
                  </a:lnTo>
                  <a:lnTo>
                    <a:pt x="2597911" y="4838721"/>
                  </a:lnTo>
                  <a:lnTo>
                    <a:pt x="2651547" y="4845196"/>
                  </a:lnTo>
                  <a:lnTo>
                    <a:pt x="2705027" y="4851112"/>
                  </a:lnTo>
                  <a:lnTo>
                    <a:pt x="2758891" y="4856470"/>
                  </a:lnTo>
                  <a:lnTo>
                    <a:pt x="2770117" y="4857508"/>
                  </a:lnTo>
                  <a:lnTo>
                    <a:pt x="2819842" y="4861769"/>
                  </a:lnTo>
                  <a:lnTo>
                    <a:pt x="2871290" y="4865596"/>
                  </a:lnTo>
                  <a:lnTo>
                    <a:pt x="2925289" y="4869011"/>
                  </a:lnTo>
                  <a:lnTo>
                    <a:pt x="2982761" y="4872053"/>
                  </a:lnTo>
                  <a:lnTo>
                    <a:pt x="3044647" y="4874766"/>
                  </a:lnTo>
                  <a:lnTo>
                    <a:pt x="3111814" y="4877190"/>
                  </a:lnTo>
                  <a:lnTo>
                    <a:pt x="3184958" y="4879362"/>
                  </a:lnTo>
                  <a:lnTo>
                    <a:pt x="3264456" y="4881310"/>
                  </a:lnTo>
                  <a:lnTo>
                    <a:pt x="3350181" y="4883056"/>
                  </a:lnTo>
                  <a:lnTo>
                    <a:pt x="3441282" y="4884611"/>
                  </a:lnTo>
                  <a:lnTo>
                    <a:pt x="3535975" y="4885980"/>
                  </a:lnTo>
                  <a:lnTo>
                    <a:pt x="3631412" y="4887162"/>
                  </a:lnTo>
                  <a:lnTo>
                    <a:pt x="3723758" y="4888152"/>
                  </a:lnTo>
                  <a:lnTo>
                    <a:pt x="3808551" y="4888947"/>
                  </a:lnTo>
                  <a:lnTo>
                    <a:pt x="3881401" y="4889550"/>
                  </a:lnTo>
                  <a:lnTo>
                    <a:pt x="3938877" y="4889973"/>
                  </a:lnTo>
                  <a:lnTo>
                    <a:pt x="3979337" y="4890239"/>
                  </a:lnTo>
                  <a:lnTo>
                    <a:pt x="4003426" y="4890381"/>
                  </a:lnTo>
                  <a:lnTo>
                    <a:pt x="4014110" y="4890438"/>
                  </a:lnTo>
                  <a:lnTo>
                    <a:pt x="4016394" y="4890450"/>
                  </a:lnTo>
                  <a:lnTo>
                    <a:pt x="4016409" y="4890450"/>
                  </a:lnTo>
                  <a:lnTo>
                    <a:pt x="4538543" y="4890450"/>
                  </a:lnTo>
                  <a:lnTo>
                    <a:pt x="4539401" y="4890349"/>
                  </a:lnTo>
                  <a:lnTo>
                    <a:pt x="4545057" y="4889633"/>
                  </a:lnTo>
                  <a:lnTo>
                    <a:pt x="4559374" y="4887656"/>
                  </a:lnTo>
                  <a:lnTo>
                    <a:pt x="4585112" y="4883759"/>
                  </a:lnTo>
                  <a:lnTo>
                    <a:pt x="4623751" y="4877327"/>
                  </a:lnTo>
                  <a:lnTo>
                    <a:pt x="4675379" y="4867841"/>
                  </a:lnTo>
                  <a:lnTo>
                    <a:pt x="4738760" y="4854928"/>
                  </a:lnTo>
                  <a:lnTo>
                    <a:pt x="4811605" y="4838377"/>
                  </a:lnTo>
                  <a:lnTo>
                    <a:pt x="4891014" y="4818125"/>
                  </a:lnTo>
                  <a:lnTo>
                    <a:pt x="4973936" y="4794208"/>
                  </a:lnTo>
                  <a:lnTo>
                    <a:pt x="5057574" y="4766703"/>
                  </a:lnTo>
                  <a:lnTo>
                    <a:pt x="5139644" y="4735671"/>
                  </a:lnTo>
                  <a:lnTo>
                    <a:pt x="5218483" y="4701107"/>
                  </a:lnTo>
                  <a:lnTo>
                    <a:pt x="5293044" y="4662908"/>
                  </a:lnTo>
                  <a:lnTo>
                    <a:pt x="5362812" y="4620857"/>
                  </a:lnTo>
                  <a:lnTo>
                    <a:pt x="5427694" y="4574614"/>
                  </a:lnTo>
                  <a:lnTo>
                    <a:pt x="5487903" y="4523721"/>
                  </a:lnTo>
                  <a:lnTo>
                    <a:pt x="5543858" y="4467610"/>
                  </a:lnTo>
                  <a:lnTo>
                    <a:pt x="5596107" y="4405624"/>
                  </a:lnTo>
                  <a:lnTo>
                    <a:pt x="5645265" y="4337051"/>
                  </a:lnTo>
                  <a:lnTo>
                    <a:pt x="5691966" y="4261183"/>
                  </a:lnTo>
                  <a:lnTo>
                    <a:pt x="5736821" y="4177412"/>
                  </a:lnTo>
                  <a:lnTo>
                    <a:pt x="5780378" y="4085381"/>
                  </a:lnTo>
                  <a:lnTo>
                    <a:pt x="5784835" y="4075375"/>
                  </a:lnTo>
                  <a:lnTo>
                    <a:pt x="5814348" y="4006406"/>
                  </a:lnTo>
                  <a:lnTo>
                    <a:pt x="5843612" y="3933440"/>
                  </a:lnTo>
                  <a:lnTo>
                    <a:pt x="5872742" y="3856398"/>
                  </a:lnTo>
                  <a:lnTo>
                    <a:pt x="5901839" y="3775239"/>
                  </a:lnTo>
                  <a:lnTo>
                    <a:pt x="5930980" y="3689964"/>
                  </a:lnTo>
                  <a:lnTo>
                    <a:pt x="5960232" y="3600619"/>
                  </a:lnTo>
                  <a:lnTo>
                    <a:pt x="5989640" y="3507302"/>
                  </a:lnTo>
                  <a:lnTo>
                    <a:pt x="6019241" y="3410160"/>
                  </a:lnTo>
                  <a:lnTo>
                    <a:pt x="6049055" y="3309394"/>
                  </a:lnTo>
                  <a:lnTo>
                    <a:pt x="6079090" y="3205256"/>
                  </a:lnTo>
                  <a:lnTo>
                    <a:pt x="6109345" y="3098053"/>
                  </a:lnTo>
                  <a:lnTo>
                    <a:pt x="6139806" y="2988140"/>
                  </a:lnTo>
                  <a:lnTo>
                    <a:pt x="6170452" y="2875916"/>
                  </a:lnTo>
                  <a:lnTo>
                    <a:pt x="6201251" y="2761824"/>
                  </a:lnTo>
                  <a:lnTo>
                    <a:pt x="6232169" y="2646337"/>
                  </a:lnTo>
                  <a:lnTo>
                    <a:pt x="6263164" y="2529954"/>
                  </a:lnTo>
                  <a:lnTo>
                    <a:pt x="6294192" y="2413192"/>
                  </a:lnTo>
                  <a:lnTo>
                    <a:pt x="6325207" y="2296573"/>
                  </a:lnTo>
                  <a:lnTo>
                    <a:pt x="6356165" y="2180618"/>
                  </a:lnTo>
                  <a:lnTo>
                    <a:pt x="6387023" y="2065836"/>
                  </a:lnTo>
                  <a:lnTo>
                    <a:pt x="6417742" y="1952712"/>
                  </a:lnTo>
                  <a:lnTo>
                    <a:pt x="6448290" y="1841704"/>
                  </a:lnTo>
                  <a:lnTo>
                    <a:pt x="6478640" y="1733230"/>
                  </a:lnTo>
                  <a:lnTo>
                    <a:pt x="6508775" y="1627668"/>
                  </a:lnTo>
                  <a:lnTo>
                    <a:pt x="6538689" y="1525345"/>
                  </a:lnTo>
                  <a:lnTo>
                    <a:pt x="6568384" y="1426539"/>
                  </a:lnTo>
                  <a:lnTo>
                    <a:pt x="6597876" y="1331474"/>
                  </a:lnTo>
                  <a:lnTo>
                    <a:pt x="6627193" y="1240321"/>
                  </a:lnTo>
                  <a:lnTo>
                    <a:pt x="6656377" y="1153200"/>
                  </a:lnTo>
                  <a:lnTo>
                    <a:pt x="6685485" y="1070180"/>
                  </a:lnTo>
                  <a:lnTo>
                    <a:pt x="6714589" y="991282"/>
                  </a:lnTo>
                  <a:lnTo>
                    <a:pt x="6743779" y="916483"/>
                  </a:lnTo>
                  <a:lnTo>
                    <a:pt x="6773164" y="845722"/>
                  </a:lnTo>
                  <a:lnTo>
                    <a:pt x="6786527" y="815075"/>
                  </a:lnTo>
                  <a:lnTo>
                    <a:pt x="6829977" y="722185"/>
                  </a:lnTo>
                  <a:lnTo>
                    <a:pt x="6874673" y="637568"/>
                  </a:lnTo>
                  <a:lnTo>
                    <a:pt x="6921155" y="560907"/>
                  </a:lnTo>
                  <a:lnTo>
                    <a:pt x="6970030" y="491611"/>
                  </a:lnTo>
                  <a:lnTo>
                    <a:pt x="7021930" y="428976"/>
                  </a:lnTo>
                  <a:lnTo>
                    <a:pt x="7077474" y="372288"/>
                  </a:lnTo>
                  <a:lnTo>
                    <a:pt x="7137219" y="320883"/>
                  </a:lnTo>
                  <a:lnTo>
                    <a:pt x="7201603" y="274181"/>
                  </a:lnTo>
                  <a:lnTo>
                    <a:pt x="7270863" y="231714"/>
                  </a:lnTo>
                  <a:lnTo>
                    <a:pt x="7344943" y="193128"/>
                  </a:lnTo>
                  <a:lnTo>
                    <a:pt x="7423378" y="158194"/>
                  </a:lnTo>
                  <a:lnTo>
                    <a:pt x="7505179" y="126797"/>
                  </a:lnTo>
                  <a:lnTo>
                    <a:pt x="7588751" y="98925"/>
                  </a:lnTo>
                  <a:lnTo>
                    <a:pt x="7671870" y="74633"/>
                  </a:lnTo>
                  <a:lnTo>
                    <a:pt x="7751783" y="53998"/>
                  </a:lnTo>
                  <a:lnTo>
                    <a:pt x="7825449" y="37065"/>
                  </a:lnTo>
                  <a:lnTo>
                    <a:pt x="7889931" y="23782"/>
                  </a:lnTo>
                  <a:lnTo>
                    <a:pt x="7942855" y="13956"/>
                  </a:lnTo>
                  <a:lnTo>
                    <a:pt x="7982859" y="7229"/>
                  </a:lnTo>
                  <a:lnTo>
                    <a:pt x="8009888" y="3097"/>
                  </a:lnTo>
                  <a:lnTo>
                    <a:pt x="8025281" y="951"/>
                  </a:lnTo>
                  <a:lnTo>
                    <a:pt x="8031672" y="135"/>
                  </a:lnTo>
                  <a:lnTo>
                    <a:pt x="8032818" y="0"/>
                  </a:lnTo>
                  <a:lnTo>
                    <a:pt x="8032819" y="0"/>
                  </a:lnTo>
                  <a:lnTo>
                    <a:pt x="8554953" y="0"/>
                  </a:lnTo>
                  <a:lnTo>
                    <a:pt x="8554953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828" name="pl1828"/>
            <p:cNvSpPr/>
            <p:nvPr/>
          </p:nvSpPr>
          <p:spPr>
            <a:xfrm>
              <a:off x="386606" y="982247"/>
              <a:ext cx="8554953" cy="4890450"/>
            </a:xfrm>
            <a:custGeom>
              <a:avLst/>
              <a:pathLst>
                <a:path w="8554953" h="4890450">
                  <a:moveTo>
                    <a:pt x="8554953" y="0"/>
                  </a:moveTo>
                  <a:lnTo>
                    <a:pt x="8032819" y="0"/>
                  </a:lnTo>
                  <a:lnTo>
                    <a:pt x="8031961" y="100"/>
                  </a:lnTo>
                  <a:lnTo>
                    <a:pt x="8026305" y="816"/>
                  </a:lnTo>
                  <a:lnTo>
                    <a:pt x="8011988" y="2794"/>
                  </a:lnTo>
                  <a:lnTo>
                    <a:pt x="7986250" y="6690"/>
                  </a:lnTo>
                  <a:lnTo>
                    <a:pt x="7947611" y="13123"/>
                  </a:lnTo>
                  <a:lnTo>
                    <a:pt x="7895982" y="22609"/>
                  </a:lnTo>
                  <a:lnTo>
                    <a:pt x="7832602" y="35521"/>
                  </a:lnTo>
                  <a:lnTo>
                    <a:pt x="7759757" y="52072"/>
                  </a:lnTo>
                  <a:lnTo>
                    <a:pt x="7680348" y="72324"/>
                  </a:lnTo>
                  <a:lnTo>
                    <a:pt x="7597426" y="96241"/>
                  </a:lnTo>
                  <a:lnTo>
                    <a:pt x="7513788" y="123746"/>
                  </a:lnTo>
                  <a:lnTo>
                    <a:pt x="7431718" y="154778"/>
                  </a:lnTo>
                  <a:lnTo>
                    <a:pt x="7352879" y="189342"/>
                  </a:lnTo>
                  <a:lnTo>
                    <a:pt x="7278318" y="227541"/>
                  </a:lnTo>
                  <a:lnTo>
                    <a:pt x="7208550" y="269592"/>
                  </a:lnTo>
                  <a:lnTo>
                    <a:pt x="7143668" y="315835"/>
                  </a:lnTo>
                  <a:lnTo>
                    <a:pt x="7083459" y="366728"/>
                  </a:lnTo>
                  <a:lnTo>
                    <a:pt x="7027504" y="422839"/>
                  </a:lnTo>
                  <a:lnTo>
                    <a:pt x="6975255" y="484825"/>
                  </a:lnTo>
                  <a:lnTo>
                    <a:pt x="6926096" y="553398"/>
                  </a:lnTo>
                  <a:lnTo>
                    <a:pt x="6879396" y="629266"/>
                  </a:lnTo>
                  <a:lnTo>
                    <a:pt x="6834541" y="713038"/>
                  </a:lnTo>
                  <a:lnTo>
                    <a:pt x="6790984" y="805068"/>
                  </a:lnTo>
                  <a:lnTo>
                    <a:pt x="6786527" y="815075"/>
                  </a:lnTo>
                  <a:lnTo>
                    <a:pt x="6757014" y="884044"/>
                  </a:lnTo>
                  <a:lnTo>
                    <a:pt x="6727750" y="957009"/>
                  </a:lnTo>
                  <a:lnTo>
                    <a:pt x="6698620" y="1034051"/>
                  </a:lnTo>
                  <a:lnTo>
                    <a:pt x="6669523" y="1115210"/>
                  </a:lnTo>
                  <a:lnTo>
                    <a:pt x="6640381" y="1200486"/>
                  </a:lnTo>
                  <a:lnTo>
                    <a:pt x="6611130" y="1289830"/>
                  </a:lnTo>
                  <a:lnTo>
                    <a:pt x="6581722" y="1383147"/>
                  </a:lnTo>
                  <a:lnTo>
                    <a:pt x="6552121" y="1480289"/>
                  </a:lnTo>
                  <a:lnTo>
                    <a:pt x="6522307" y="1581056"/>
                  </a:lnTo>
                  <a:lnTo>
                    <a:pt x="6492272" y="1685193"/>
                  </a:lnTo>
                  <a:lnTo>
                    <a:pt x="6462017" y="1792396"/>
                  </a:lnTo>
                  <a:lnTo>
                    <a:pt x="6431556" y="1902310"/>
                  </a:lnTo>
                  <a:lnTo>
                    <a:pt x="6400910" y="2014533"/>
                  </a:lnTo>
                  <a:lnTo>
                    <a:pt x="6370111" y="2128625"/>
                  </a:lnTo>
                  <a:lnTo>
                    <a:pt x="6339193" y="2244112"/>
                  </a:lnTo>
                  <a:lnTo>
                    <a:pt x="6308198" y="2360495"/>
                  </a:lnTo>
                  <a:lnTo>
                    <a:pt x="6277170" y="2477257"/>
                  </a:lnTo>
                  <a:lnTo>
                    <a:pt x="6246155" y="2593876"/>
                  </a:lnTo>
                  <a:lnTo>
                    <a:pt x="6215197" y="2709831"/>
                  </a:lnTo>
                  <a:lnTo>
                    <a:pt x="6184339" y="2824613"/>
                  </a:lnTo>
                  <a:lnTo>
                    <a:pt x="6153620" y="2937737"/>
                  </a:lnTo>
                  <a:lnTo>
                    <a:pt x="6123072" y="3048745"/>
                  </a:lnTo>
                  <a:lnTo>
                    <a:pt x="6092722" y="3157219"/>
                  </a:lnTo>
                  <a:lnTo>
                    <a:pt x="6062587" y="3262781"/>
                  </a:lnTo>
                  <a:lnTo>
                    <a:pt x="6032673" y="3365104"/>
                  </a:lnTo>
                  <a:lnTo>
                    <a:pt x="6002978" y="3463910"/>
                  </a:lnTo>
                  <a:lnTo>
                    <a:pt x="5973486" y="3558976"/>
                  </a:lnTo>
                  <a:lnTo>
                    <a:pt x="5944169" y="3650128"/>
                  </a:lnTo>
                  <a:lnTo>
                    <a:pt x="5914985" y="3737249"/>
                  </a:lnTo>
                  <a:lnTo>
                    <a:pt x="5885877" y="3820270"/>
                  </a:lnTo>
                  <a:lnTo>
                    <a:pt x="5856773" y="3899168"/>
                  </a:lnTo>
                  <a:lnTo>
                    <a:pt x="5827583" y="3973966"/>
                  </a:lnTo>
                  <a:lnTo>
                    <a:pt x="5798198" y="4044727"/>
                  </a:lnTo>
                  <a:lnTo>
                    <a:pt x="5784835" y="4075375"/>
                  </a:lnTo>
                  <a:lnTo>
                    <a:pt x="5741385" y="4168264"/>
                  </a:lnTo>
                  <a:lnTo>
                    <a:pt x="5696688" y="4252881"/>
                  </a:lnTo>
                  <a:lnTo>
                    <a:pt x="5650207" y="4329542"/>
                  </a:lnTo>
                  <a:lnTo>
                    <a:pt x="5601332" y="4398839"/>
                  </a:lnTo>
                  <a:lnTo>
                    <a:pt x="5549432" y="4461473"/>
                  </a:lnTo>
                  <a:lnTo>
                    <a:pt x="5493888" y="4518161"/>
                  </a:lnTo>
                  <a:lnTo>
                    <a:pt x="5434143" y="4569567"/>
                  </a:lnTo>
                  <a:lnTo>
                    <a:pt x="5369759" y="4616268"/>
                  </a:lnTo>
                  <a:lnTo>
                    <a:pt x="5300499" y="4658736"/>
                  </a:lnTo>
                  <a:lnTo>
                    <a:pt x="5226419" y="4697321"/>
                  </a:lnTo>
                  <a:lnTo>
                    <a:pt x="5147984" y="4732255"/>
                  </a:lnTo>
                  <a:lnTo>
                    <a:pt x="5066183" y="4763652"/>
                  </a:lnTo>
                  <a:lnTo>
                    <a:pt x="4982611" y="4791524"/>
                  </a:lnTo>
                  <a:lnTo>
                    <a:pt x="4899492" y="4815817"/>
                  </a:lnTo>
                  <a:lnTo>
                    <a:pt x="4819579" y="4836451"/>
                  </a:lnTo>
                  <a:lnTo>
                    <a:pt x="4745913" y="4853384"/>
                  </a:lnTo>
                  <a:lnTo>
                    <a:pt x="4681431" y="4866667"/>
                  </a:lnTo>
                  <a:lnTo>
                    <a:pt x="4628507" y="4876493"/>
                  </a:lnTo>
                  <a:lnTo>
                    <a:pt x="4588503" y="4883220"/>
                  </a:lnTo>
                  <a:lnTo>
                    <a:pt x="4561474" y="4887352"/>
                  </a:lnTo>
                  <a:lnTo>
                    <a:pt x="4546081" y="4889498"/>
                  </a:lnTo>
                  <a:lnTo>
                    <a:pt x="4539689" y="4890314"/>
                  </a:lnTo>
                  <a:lnTo>
                    <a:pt x="4538544" y="4890450"/>
                  </a:lnTo>
                  <a:lnTo>
                    <a:pt x="4538543" y="4890450"/>
                  </a:lnTo>
                  <a:lnTo>
                    <a:pt x="4016409" y="4890450"/>
                  </a:lnTo>
                  <a:lnTo>
                    <a:pt x="4015140" y="4890444"/>
                  </a:lnTo>
                  <a:lnTo>
                    <a:pt x="4006843" y="4890400"/>
                  </a:lnTo>
                  <a:lnTo>
                    <a:pt x="3986101" y="4890280"/>
                  </a:lnTo>
                  <a:lnTo>
                    <a:pt x="3949458" y="4890045"/>
                  </a:lnTo>
                  <a:lnTo>
                    <a:pt x="3895736" y="4889660"/>
                  </a:lnTo>
                  <a:lnTo>
                    <a:pt x="3826091" y="4889099"/>
                  </a:lnTo>
                  <a:lnTo>
                    <a:pt x="3743616" y="4888348"/>
                  </a:lnTo>
                  <a:lnTo>
                    <a:pt x="3652567" y="4887401"/>
                  </a:lnTo>
                  <a:lnTo>
                    <a:pt x="3557460" y="4886262"/>
                  </a:lnTo>
                  <a:lnTo>
                    <a:pt x="3462314" y="4884934"/>
                  </a:lnTo>
                  <a:lnTo>
                    <a:pt x="3370215" y="4883421"/>
                  </a:lnTo>
                  <a:lnTo>
                    <a:pt x="3283179" y="4881719"/>
                  </a:lnTo>
                  <a:lnTo>
                    <a:pt x="3202249" y="4879818"/>
                  </a:lnTo>
                  <a:lnTo>
                    <a:pt x="3127697" y="4877699"/>
                  </a:lnTo>
                  <a:lnTo>
                    <a:pt x="3059239" y="4875334"/>
                  </a:lnTo>
                  <a:lnTo>
                    <a:pt x="2996239" y="4872690"/>
                  </a:lnTo>
                  <a:lnTo>
                    <a:pt x="2937856" y="4869725"/>
                  </a:lnTo>
                  <a:lnTo>
                    <a:pt x="2883160" y="4866397"/>
                  </a:lnTo>
                  <a:lnTo>
                    <a:pt x="2831216" y="4862666"/>
                  </a:lnTo>
                  <a:lnTo>
                    <a:pt x="2781168" y="4858503"/>
                  </a:lnTo>
                  <a:lnTo>
                    <a:pt x="2770117" y="4857508"/>
                  </a:lnTo>
                  <a:lnTo>
                    <a:pt x="2716088" y="4852262"/>
                  </a:lnTo>
                  <a:lnTo>
                    <a:pt x="2662580" y="4846463"/>
                  </a:lnTo>
                  <a:lnTo>
                    <a:pt x="2609010" y="4840103"/>
                  </a:lnTo>
                  <a:lnTo>
                    <a:pt x="2554992" y="4833194"/>
                  </a:lnTo>
                  <a:lnTo>
                    <a:pt x="2500305" y="4825774"/>
                  </a:lnTo>
                  <a:lnTo>
                    <a:pt x="2444875" y="4817903"/>
                  </a:lnTo>
                  <a:lnTo>
                    <a:pt x="2388756" y="4809664"/>
                  </a:lnTo>
                  <a:lnTo>
                    <a:pt x="2332105" y="4801163"/>
                  </a:lnTo>
                  <a:lnTo>
                    <a:pt x="2275153" y="4792519"/>
                  </a:lnTo>
                  <a:lnTo>
                    <a:pt x="2218172" y="4783862"/>
                  </a:lnTo>
                  <a:lnTo>
                    <a:pt x="2161438" y="4775321"/>
                  </a:lnTo>
                  <a:lnTo>
                    <a:pt x="2105194" y="4767019"/>
                  </a:lnTo>
                  <a:lnTo>
                    <a:pt x="2049614" y="4759064"/>
                  </a:lnTo>
                  <a:lnTo>
                    <a:pt x="1994774" y="4751545"/>
                  </a:lnTo>
                  <a:lnTo>
                    <a:pt x="1940631" y="4744527"/>
                  </a:lnTo>
                  <a:lnTo>
                    <a:pt x="1886995" y="4738052"/>
                  </a:lnTo>
                  <a:lnTo>
                    <a:pt x="1833515" y="4732137"/>
                  </a:lnTo>
                  <a:lnTo>
                    <a:pt x="1779651" y="4726778"/>
                  </a:lnTo>
                  <a:lnTo>
                    <a:pt x="1768425" y="4725741"/>
                  </a:lnTo>
                  <a:lnTo>
                    <a:pt x="1718700" y="4721479"/>
                  </a:lnTo>
                  <a:lnTo>
                    <a:pt x="1667252" y="4717653"/>
                  </a:lnTo>
                  <a:lnTo>
                    <a:pt x="1613254" y="4714237"/>
                  </a:lnTo>
                  <a:lnTo>
                    <a:pt x="1555781" y="4711195"/>
                  </a:lnTo>
                  <a:lnTo>
                    <a:pt x="1493895" y="4708482"/>
                  </a:lnTo>
                  <a:lnTo>
                    <a:pt x="1426728" y="4706058"/>
                  </a:lnTo>
                  <a:lnTo>
                    <a:pt x="1353584" y="4703886"/>
                  </a:lnTo>
                  <a:lnTo>
                    <a:pt x="1274086" y="4701938"/>
                  </a:lnTo>
                  <a:lnTo>
                    <a:pt x="1188361" y="4700192"/>
                  </a:lnTo>
                  <a:lnTo>
                    <a:pt x="1097260" y="4698637"/>
                  </a:lnTo>
                  <a:lnTo>
                    <a:pt x="1002567" y="4697268"/>
                  </a:lnTo>
                  <a:lnTo>
                    <a:pt x="907130" y="4696086"/>
                  </a:lnTo>
                  <a:lnTo>
                    <a:pt x="814785" y="4695096"/>
                  </a:lnTo>
                  <a:lnTo>
                    <a:pt x="729991" y="4694301"/>
                  </a:lnTo>
                  <a:lnTo>
                    <a:pt x="657141" y="4693698"/>
                  </a:lnTo>
                  <a:lnTo>
                    <a:pt x="599665" y="4693275"/>
                  </a:lnTo>
                  <a:lnTo>
                    <a:pt x="559205" y="4693009"/>
                  </a:lnTo>
                  <a:lnTo>
                    <a:pt x="535117" y="4692867"/>
                  </a:lnTo>
                  <a:lnTo>
                    <a:pt x="524433" y="4692810"/>
                  </a:lnTo>
                  <a:lnTo>
                    <a:pt x="522148" y="4692799"/>
                  </a:lnTo>
                  <a:lnTo>
                    <a:pt x="522133" y="4692799"/>
                  </a:lnTo>
                  <a:lnTo>
                    <a:pt x="0" y="4692799"/>
                  </a:lnTo>
                  <a:lnTo>
                    <a:pt x="0" y="4692799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829" name="pg1829"/>
            <p:cNvSpPr/>
            <p:nvPr/>
          </p:nvSpPr>
          <p:spPr>
            <a:xfrm>
              <a:off x="386606" y="5680693"/>
              <a:ext cx="8554953" cy="502598"/>
            </a:xfrm>
            <a:custGeom>
              <a:avLst/>
              <a:pathLst>
                <a:path w="8554953" h="502598">
                  <a:moveTo>
                    <a:pt x="0" y="5647"/>
                  </a:moveTo>
                  <a:lnTo>
                    <a:pt x="522133" y="5647"/>
                  </a:lnTo>
                  <a:lnTo>
                    <a:pt x="523401" y="5656"/>
                  </a:lnTo>
                  <a:lnTo>
                    <a:pt x="531692" y="5723"/>
                  </a:lnTo>
                  <a:lnTo>
                    <a:pt x="552421" y="5908"/>
                  </a:lnTo>
                  <a:lnTo>
                    <a:pt x="589041" y="6270"/>
                  </a:lnTo>
                  <a:lnTo>
                    <a:pt x="642732" y="6864"/>
                  </a:lnTo>
                  <a:lnTo>
                    <a:pt x="712341" y="7729"/>
                  </a:lnTo>
                  <a:lnTo>
                    <a:pt x="794779" y="8887"/>
                  </a:lnTo>
                  <a:lnTo>
                    <a:pt x="885794" y="10347"/>
                  </a:lnTo>
                  <a:lnTo>
                    <a:pt x="980875" y="12104"/>
                  </a:lnTo>
                  <a:lnTo>
                    <a:pt x="1076001" y="14151"/>
                  </a:lnTo>
                  <a:lnTo>
                    <a:pt x="1168090" y="16484"/>
                  </a:lnTo>
                  <a:lnTo>
                    <a:pt x="1255121" y="19108"/>
                  </a:lnTo>
                  <a:lnTo>
                    <a:pt x="1336049" y="22040"/>
                  </a:lnTo>
                  <a:lnTo>
                    <a:pt x="1410605" y="25308"/>
                  </a:lnTo>
                  <a:lnTo>
                    <a:pt x="1479066" y="28954"/>
                  </a:lnTo>
                  <a:lnTo>
                    <a:pt x="1542070" y="33031"/>
                  </a:lnTo>
                  <a:lnTo>
                    <a:pt x="1600455" y="37602"/>
                  </a:lnTo>
                  <a:lnTo>
                    <a:pt x="1655152" y="42733"/>
                  </a:lnTo>
                  <a:lnTo>
                    <a:pt x="1707093" y="48486"/>
                  </a:lnTo>
                  <a:lnTo>
                    <a:pt x="1757136" y="54904"/>
                  </a:lnTo>
                  <a:lnTo>
                    <a:pt x="1768425" y="56471"/>
                  </a:lnTo>
                  <a:lnTo>
                    <a:pt x="1822143" y="64515"/>
                  </a:lnTo>
                  <a:lnTo>
                    <a:pt x="1875344" y="73403"/>
                  </a:lnTo>
                  <a:lnTo>
                    <a:pt x="1928599" y="83147"/>
                  </a:lnTo>
                  <a:lnTo>
                    <a:pt x="1982293" y="93728"/>
                  </a:lnTo>
                  <a:lnTo>
                    <a:pt x="2036645" y="105090"/>
                  </a:lnTo>
                  <a:lnTo>
                    <a:pt x="2091731" y="117144"/>
                  </a:lnTo>
                  <a:lnTo>
                    <a:pt x="2147502" y="129763"/>
                  </a:lnTo>
                  <a:lnTo>
                    <a:pt x="2203807" y="142790"/>
                  </a:lnTo>
                  <a:lnTo>
                    <a:pt x="2260421" y="156043"/>
                  </a:lnTo>
                  <a:lnTo>
                    <a:pt x="2317077" y="169327"/>
                  </a:lnTo>
                  <a:lnTo>
                    <a:pt x="2373506" y="182445"/>
                  </a:lnTo>
                  <a:lnTo>
                    <a:pt x="2429463" y="195210"/>
                  </a:lnTo>
                  <a:lnTo>
                    <a:pt x="2484774" y="207455"/>
                  </a:lnTo>
                  <a:lnTo>
                    <a:pt x="2539353" y="219045"/>
                  </a:lnTo>
                  <a:lnTo>
                    <a:pt x="2593236" y="229877"/>
                  </a:lnTo>
                  <a:lnTo>
                    <a:pt x="2646595" y="239886"/>
                  </a:lnTo>
                  <a:lnTo>
                    <a:pt x="2699761" y="249042"/>
                  </a:lnTo>
                  <a:lnTo>
                    <a:pt x="2753243" y="257346"/>
                  </a:lnTo>
                  <a:lnTo>
                    <a:pt x="2770117" y="259769"/>
                  </a:lnTo>
                  <a:lnTo>
                    <a:pt x="2819830" y="266342"/>
                  </a:lnTo>
                  <a:lnTo>
                    <a:pt x="2871265" y="272245"/>
                  </a:lnTo>
                  <a:lnTo>
                    <a:pt x="2925248" y="277514"/>
                  </a:lnTo>
                  <a:lnTo>
                    <a:pt x="2982704" y="282207"/>
                  </a:lnTo>
                  <a:lnTo>
                    <a:pt x="3044569" y="286392"/>
                  </a:lnTo>
                  <a:lnTo>
                    <a:pt x="3111713" y="290131"/>
                  </a:lnTo>
                  <a:lnTo>
                    <a:pt x="3184830" y="293482"/>
                  </a:lnTo>
                  <a:lnTo>
                    <a:pt x="3264297" y="296488"/>
                  </a:lnTo>
                  <a:lnTo>
                    <a:pt x="3349989" y="299181"/>
                  </a:lnTo>
                  <a:lnTo>
                    <a:pt x="3441058" y="301580"/>
                  </a:lnTo>
                  <a:lnTo>
                    <a:pt x="3535722" y="303693"/>
                  </a:lnTo>
                  <a:lnTo>
                    <a:pt x="3631139" y="305517"/>
                  </a:lnTo>
                  <a:lnTo>
                    <a:pt x="3723478" y="307045"/>
                  </a:lnTo>
                  <a:lnTo>
                    <a:pt x="3808283" y="308272"/>
                  </a:lnTo>
                  <a:lnTo>
                    <a:pt x="3881164" y="309203"/>
                  </a:lnTo>
                  <a:lnTo>
                    <a:pt x="3938688" y="309856"/>
                  </a:lnTo>
                  <a:lnTo>
                    <a:pt x="3979206" y="310268"/>
                  </a:lnTo>
                  <a:lnTo>
                    <a:pt x="4003353" y="310488"/>
                  </a:lnTo>
                  <a:lnTo>
                    <a:pt x="4014084" y="310576"/>
                  </a:lnTo>
                  <a:lnTo>
                    <a:pt x="4016409" y="310594"/>
                  </a:lnTo>
                  <a:lnTo>
                    <a:pt x="4538543" y="310594"/>
                  </a:lnTo>
                  <a:lnTo>
                    <a:pt x="4539812" y="310600"/>
                  </a:lnTo>
                  <a:lnTo>
                    <a:pt x="4548109" y="310642"/>
                  </a:lnTo>
                  <a:lnTo>
                    <a:pt x="4568852" y="310758"/>
                  </a:lnTo>
                  <a:lnTo>
                    <a:pt x="4605496" y="310987"/>
                  </a:lnTo>
                  <a:lnTo>
                    <a:pt x="4659219" y="311361"/>
                  </a:lnTo>
                  <a:lnTo>
                    <a:pt x="4728866" y="311906"/>
                  </a:lnTo>
                  <a:lnTo>
                    <a:pt x="4811342" y="312636"/>
                  </a:lnTo>
                  <a:lnTo>
                    <a:pt x="4902392" y="313555"/>
                  </a:lnTo>
                  <a:lnTo>
                    <a:pt x="4997501" y="314662"/>
                  </a:lnTo>
                  <a:lnTo>
                    <a:pt x="5092647" y="315952"/>
                  </a:lnTo>
                  <a:lnTo>
                    <a:pt x="5184747" y="317422"/>
                  </a:lnTo>
                  <a:lnTo>
                    <a:pt x="5271783" y="319075"/>
                  </a:lnTo>
                  <a:lnTo>
                    <a:pt x="5352713" y="320922"/>
                  </a:lnTo>
                  <a:lnTo>
                    <a:pt x="5427265" y="322981"/>
                  </a:lnTo>
                  <a:lnTo>
                    <a:pt x="5495723" y="325278"/>
                  </a:lnTo>
                  <a:lnTo>
                    <a:pt x="5558723" y="327847"/>
                  </a:lnTo>
                  <a:lnTo>
                    <a:pt x="5617105" y="330727"/>
                  </a:lnTo>
                  <a:lnTo>
                    <a:pt x="5671802" y="333960"/>
                  </a:lnTo>
                  <a:lnTo>
                    <a:pt x="5723745" y="337585"/>
                  </a:lnTo>
                  <a:lnTo>
                    <a:pt x="5773793" y="341629"/>
                  </a:lnTo>
                  <a:lnTo>
                    <a:pt x="5784835" y="342595"/>
                  </a:lnTo>
                  <a:lnTo>
                    <a:pt x="5838877" y="347692"/>
                  </a:lnTo>
                  <a:lnTo>
                    <a:pt x="5892398" y="353327"/>
                  </a:lnTo>
                  <a:lnTo>
                    <a:pt x="5945980" y="359507"/>
                  </a:lnTo>
                  <a:lnTo>
                    <a:pt x="6000012" y="366220"/>
                  </a:lnTo>
                  <a:lnTo>
                    <a:pt x="6054713" y="373430"/>
                  </a:lnTo>
                  <a:lnTo>
                    <a:pt x="6110158" y="381079"/>
                  </a:lnTo>
                  <a:lnTo>
                    <a:pt x="6166291" y="389085"/>
                  </a:lnTo>
                  <a:lnTo>
                    <a:pt x="6222956" y="397346"/>
                  </a:lnTo>
                  <a:lnTo>
                    <a:pt x="6279922" y="405745"/>
                  </a:lnTo>
                  <a:lnTo>
                    <a:pt x="6336916" y="414157"/>
                  </a:lnTo>
                  <a:lnTo>
                    <a:pt x="6393663" y="422455"/>
                  </a:lnTo>
                  <a:lnTo>
                    <a:pt x="6449919" y="430521"/>
                  </a:lnTo>
                  <a:lnTo>
                    <a:pt x="6505510" y="438249"/>
                  </a:lnTo>
                  <a:lnTo>
                    <a:pt x="6560360" y="445554"/>
                  </a:lnTo>
                  <a:lnTo>
                    <a:pt x="6614515" y="452371"/>
                  </a:lnTo>
                  <a:lnTo>
                    <a:pt x="6668162" y="458661"/>
                  </a:lnTo>
                  <a:lnTo>
                    <a:pt x="6721656" y="464406"/>
                  </a:lnTo>
                  <a:lnTo>
                    <a:pt x="6775535" y="469610"/>
                  </a:lnTo>
                  <a:lnTo>
                    <a:pt x="6786527" y="470597"/>
                  </a:lnTo>
                  <a:lnTo>
                    <a:pt x="6836253" y="474737"/>
                  </a:lnTo>
                  <a:lnTo>
                    <a:pt x="6887701" y="478454"/>
                  </a:lnTo>
                  <a:lnTo>
                    <a:pt x="6941700" y="481772"/>
                  </a:lnTo>
                  <a:lnTo>
                    <a:pt x="6999173" y="484727"/>
                  </a:lnTo>
                  <a:lnTo>
                    <a:pt x="7061060" y="487362"/>
                  </a:lnTo>
                  <a:lnTo>
                    <a:pt x="7128228" y="489717"/>
                  </a:lnTo>
                  <a:lnTo>
                    <a:pt x="7201374" y="491827"/>
                  </a:lnTo>
                  <a:lnTo>
                    <a:pt x="7280873" y="493720"/>
                  </a:lnTo>
                  <a:lnTo>
                    <a:pt x="7366599" y="495415"/>
                  </a:lnTo>
                  <a:lnTo>
                    <a:pt x="7457701" y="496926"/>
                  </a:lnTo>
                  <a:lnTo>
                    <a:pt x="7552395" y="498256"/>
                  </a:lnTo>
                  <a:lnTo>
                    <a:pt x="7647833" y="499404"/>
                  </a:lnTo>
                  <a:lnTo>
                    <a:pt x="7740179" y="500366"/>
                  </a:lnTo>
                  <a:lnTo>
                    <a:pt x="7824972" y="501138"/>
                  </a:lnTo>
                  <a:lnTo>
                    <a:pt x="7897821" y="501724"/>
                  </a:lnTo>
                  <a:lnTo>
                    <a:pt x="7955295" y="502135"/>
                  </a:lnTo>
                  <a:lnTo>
                    <a:pt x="7995753" y="502393"/>
                  </a:lnTo>
                  <a:lnTo>
                    <a:pt x="8019838" y="502531"/>
                  </a:lnTo>
                  <a:lnTo>
                    <a:pt x="8030520" y="502587"/>
                  </a:lnTo>
                  <a:lnTo>
                    <a:pt x="8032819" y="502598"/>
                  </a:lnTo>
                  <a:lnTo>
                    <a:pt x="8554953" y="502598"/>
                  </a:lnTo>
                  <a:lnTo>
                    <a:pt x="8554953" y="496951"/>
                  </a:lnTo>
                  <a:lnTo>
                    <a:pt x="8032819" y="496951"/>
                  </a:lnTo>
                  <a:lnTo>
                    <a:pt x="8031550" y="496945"/>
                  </a:lnTo>
                  <a:lnTo>
                    <a:pt x="8023253" y="496903"/>
                  </a:lnTo>
                  <a:lnTo>
                    <a:pt x="8002510" y="496786"/>
                  </a:lnTo>
                  <a:lnTo>
                    <a:pt x="7965866" y="496558"/>
                  </a:lnTo>
                  <a:lnTo>
                    <a:pt x="7912143" y="496183"/>
                  </a:lnTo>
                  <a:lnTo>
                    <a:pt x="7842496" y="495639"/>
                  </a:lnTo>
                  <a:lnTo>
                    <a:pt x="7760020" y="494909"/>
                  </a:lnTo>
                  <a:lnTo>
                    <a:pt x="7668970" y="493989"/>
                  </a:lnTo>
                  <a:lnTo>
                    <a:pt x="7573861" y="492882"/>
                  </a:lnTo>
                  <a:lnTo>
                    <a:pt x="7478715" y="491593"/>
                  </a:lnTo>
                  <a:lnTo>
                    <a:pt x="7386615" y="490123"/>
                  </a:lnTo>
                  <a:lnTo>
                    <a:pt x="7299579" y="488470"/>
                  </a:lnTo>
                  <a:lnTo>
                    <a:pt x="7218649" y="486623"/>
                  </a:lnTo>
                  <a:lnTo>
                    <a:pt x="7144097" y="484564"/>
                  </a:lnTo>
                  <a:lnTo>
                    <a:pt x="7075639" y="482266"/>
                  </a:lnTo>
                  <a:lnTo>
                    <a:pt x="7012639" y="479698"/>
                  </a:lnTo>
                  <a:lnTo>
                    <a:pt x="6954257" y="476818"/>
                  </a:lnTo>
                  <a:lnTo>
                    <a:pt x="6899560" y="473585"/>
                  </a:lnTo>
                  <a:lnTo>
                    <a:pt x="6847617" y="469960"/>
                  </a:lnTo>
                  <a:lnTo>
                    <a:pt x="6797569" y="465915"/>
                  </a:lnTo>
                  <a:lnTo>
                    <a:pt x="6786527" y="464950"/>
                  </a:lnTo>
                  <a:lnTo>
                    <a:pt x="6732485" y="459853"/>
                  </a:lnTo>
                  <a:lnTo>
                    <a:pt x="6678964" y="454218"/>
                  </a:lnTo>
                  <a:lnTo>
                    <a:pt x="6625382" y="448037"/>
                  </a:lnTo>
                  <a:lnTo>
                    <a:pt x="6571350" y="441324"/>
                  </a:lnTo>
                  <a:lnTo>
                    <a:pt x="6516649" y="434114"/>
                  </a:lnTo>
                  <a:lnTo>
                    <a:pt x="6461204" y="426465"/>
                  </a:lnTo>
                  <a:lnTo>
                    <a:pt x="6405071" y="418460"/>
                  </a:lnTo>
                  <a:lnTo>
                    <a:pt x="6348406" y="410199"/>
                  </a:lnTo>
                  <a:lnTo>
                    <a:pt x="6291440" y="401800"/>
                  </a:lnTo>
                  <a:lnTo>
                    <a:pt x="6234446" y="393388"/>
                  </a:lnTo>
                  <a:lnTo>
                    <a:pt x="6177699" y="385089"/>
                  </a:lnTo>
                  <a:lnTo>
                    <a:pt x="6121443" y="377023"/>
                  </a:lnTo>
                  <a:lnTo>
                    <a:pt x="6065851" y="369295"/>
                  </a:lnTo>
                  <a:lnTo>
                    <a:pt x="6011002" y="361991"/>
                  </a:lnTo>
                  <a:lnTo>
                    <a:pt x="5956847" y="355174"/>
                  </a:lnTo>
                  <a:lnTo>
                    <a:pt x="5903200" y="348884"/>
                  </a:lnTo>
                  <a:lnTo>
                    <a:pt x="5849706" y="343139"/>
                  </a:lnTo>
                  <a:lnTo>
                    <a:pt x="5795827" y="337934"/>
                  </a:lnTo>
                  <a:lnTo>
                    <a:pt x="5784835" y="336947"/>
                  </a:lnTo>
                  <a:lnTo>
                    <a:pt x="5735109" y="332808"/>
                  </a:lnTo>
                  <a:lnTo>
                    <a:pt x="5683661" y="329090"/>
                  </a:lnTo>
                  <a:lnTo>
                    <a:pt x="5629662" y="325773"/>
                  </a:lnTo>
                  <a:lnTo>
                    <a:pt x="5572188" y="322817"/>
                  </a:lnTo>
                  <a:lnTo>
                    <a:pt x="5510302" y="320182"/>
                  </a:lnTo>
                  <a:lnTo>
                    <a:pt x="5443134" y="317827"/>
                  </a:lnTo>
                  <a:lnTo>
                    <a:pt x="5369988" y="315717"/>
                  </a:lnTo>
                  <a:lnTo>
                    <a:pt x="5290489" y="313825"/>
                  </a:lnTo>
                  <a:lnTo>
                    <a:pt x="5204763" y="312129"/>
                  </a:lnTo>
                  <a:lnTo>
                    <a:pt x="5113661" y="310619"/>
                  </a:lnTo>
                  <a:lnTo>
                    <a:pt x="5018967" y="309288"/>
                  </a:lnTo>
                  <a:lnTo>
                    <a:pt x="4923529" y="308140"/>
                  </a:lnTo>
                  <a:lnTo>
                    <a:pt x="4831183" y="307178"/>
                  </a:lnTo>
                  <a:lnTo>
                    <a:pt x="4746390" y="306406"/>
                  </a:lnTo>
                  <a:lnTo>
                    <a:pt x="4673541" y="305820"/>
                  </a:lnTo>
                  <a:lnTo>
                    <a:pt x="4616067" y="305410"/>
                  </a:lnTo>
                  <a:lnTo>
                    <a:pt x="4575609" y="305151"/>
                  </a:lnTo>
                  <a:lnTo>
                    <a:pt x="4551524" y="305013"/>
                  </a:lnTo>
                  <a:lnTo>
                    <a:pt x="4540841" y="304958"/>
                  </a:lnTo>
                  <a:lnTo>
                    <a:pt x="4538543" y="304947"/>
                  </a:lnTo>
                  <a:lnTo>
                    <a:pt x="4016409" y="304947"/>
                  </a:lnTo>
                  <a:lnTo>
                    <a:pt x="4015141" y="304937"/>
                  </a:lnTo>
                  <a:lnTo>
                    <a:pt x="4006850" y="304871"/>
                  </a:lnTo>
                  <a:lnTo>
                    <a:pt x="3986121" y="304686"/>
                  </a:lnTo>
                  <a:lnTo>
                    <a:pt x="3949501" y="304323"/>
                  </a:lnTo>
                  <a:lnTo>
                    <a:pt x="3895811" y="303729"/>
                  </a:lnTo>
                  <a:lnTo>
                    <a:pt x="3826202" y="302865"/>
                  </a:lnTo>
                  <a:lnTo>
                    <a:pt x="3743763" y="301706"/>
                  </a:lnTo>
                  <a:lnTo>
                    <a:pt x="3652748" y="300247"/>
                  </a:lnTo>
                  <a:lnTo>
                    <a:pt x="3557667" y="298490"/>
                  </a:lnTo>
                  <a:lnTo>
                    <a:pt x="3462541" y="296443"/>
                  </a:lnTo>
                  <a:lnTo>
                    <a:pt x="3370453" y="294110"/>
                  </a:lnTo>
                  <a:lnTo>
                    <a:pt x="3283422" y="291485"/>
                  </a:lnTo>
                  <a:lnTo>
                    <a:pt x="3202493" y="288553"/>
                  </a:lnTo>
                  <a:lnTo>
                    <a:pt x="3127938" y="285285"/>
                  </a:lnTo>
                  <a:lnTo>
                    <a:pt x="3059476" y="281639"/>
                  </a:lnTo>
                  <a:lnTo>
                    <a:pt x="2996472" y="277562"/>
                  </a:lnTo>
                  <a:lnTo>
                    <a:pt x="2938087" y="272992"/>
                  </a:lnTo>
                  <a:lnTo>
                    <a:pt x="2883390" y="267861"/>
                  </a:lnTo>
                  <a:lnTo>
                    <a:pt x="2831449" y="262108"/>
                  </a:lnTo>
                  <a:lnTo>
                    <a:pt x="2781406" y="255690"/>
                  </a:lnTo>
                  <a:lnTo>
                    <a:pt x="2770117" y="254122"/>
                  </a:lnTo>
                  <a:lnTo>
                    <a:pt x="2716399" y="246078"/>
                  </a:lnTo>
                  <a:lnTo>
                    <a:pt x="2663198" y="237190"/>
                  </a:lnTo>
                  <a:lnTo>
                    <a:pt x="2609943" y="227446"/>
                  </a:lnTo>
                  <a:lnTo>
                    <a:pt x="2556249" y="216866"/>
                  </a:lnTo>
                  <a:lnTo>
                    <a:pt x="2501897" y="205503"/>
                  </a:lnTo>
                  <a:lnTo>
                    <a:pt x="2446811" y="193449"/>
                  </a:lnTo>
                  <a:lnTo>
                    <a:pt x="2391040" y="180830"/>
                  </a:lnTo>
                  <a:lnTo>
                    <a:pt x="2334735" y="167803"/>
                  </a:lnTo>
                  <a:lnTo>
                    <a:pt x="2278122" y="154550"/>
                  </a:lnTo>
                  <a:lnTo>
                    <a:pt x="2221465" y="141266"/>
                  </a:lnTo>
                  <a:lnTo>
                    <a:pt x="2165037" y="128149"/>
                  </a:lnTo>
                  <a:lnTo>
                    <a:pt x="2109079" y="115384"/>
                  </a:lnTo>
                  <a:lnTo>
                    <a:pt x="2053768" y="103138"/>
                  </a:lnTo>
                  <a:lnTo>
                    <a:pt x="1999189" y="91548"/>
                  </a:lnTo>
                  <a:lnTo>
                    <a:pt x="1945306" y="80716"/>
                  </a:lnTo>
                  <a:lnTo>
                    <a:pt x="1891947" y="70707"/>
                  </a:lnTo>
                  <a:lnTo>
                    <a:pt x="1838781" y="61552"/>
                  </a:lnTo>
                  <a:lnTo>
                    <a:pt x="1785299" y="53247"/>
                  </a:lnTo>
                  <a:lnTo>
                    <a:pt x="1768425" y="50824"/>
                  </a:lnTo>
                  <a:lnTo>
                    <a:pt x="1718712" y="44251"/>
                  </a:lnTo>
                  <a:lnTo>
                    <a:pt x="1667277" y="38348"/>
                  </a:lnTo>
                  <a:lnTo>
                    <a:pt x="1613294" y="33080"/>
                  </a:lnTo>
                  <a:lnTo>
                    <a:pt x="1555838" y="28387"/>
                  </a:lnTo>
                  <a:lnTo>
                    <a:pt x="1493973" y="24202"/>
                  </a:lnTo>
                  <a:lnTo>
                    <a:pt x="1426829" y="20462"/>
                  </a:lnTo>
                  <a:lnTo>
                    <a:pt x="1353712" y="17111"/>
                  </a:lnTo>
                  <a:lnTo>
                    <a:pt x="1274245" y="14106"/>
                  </a:lnTo>
                  <a:lnTo>
                    <a:pt x="1188553" y="11413"/>
                  </a:lnTo>
                  <a:lnTo>
                    <a:pt x="1097484" y="9013"/>
                  </a:lnTo>
                  <a:lnTo>
                    <a:pt x="1002821" y="6901"/>
                  </a:lnTo>
                  <a:lnTo>
                    <a:pt x="907403" y="5077"/>
                  </a:lnTo>
                  <a:lnTo>
                    <a:pt x="815064" y="3548"/>
                  </a:lnTo>
                  <a:lnTo>
                    <a:pt x="730259" y="2321"/>
                  </a:lnTo>
                  <a:lnTo>
                    <a:pt x="657378" y="1390"/>
                  </a:lnTo>
                  <a:lnTo>
                    <a:pt x="599854" y="737"/>
                  </a:lnTo>
                  <a:lnTo>
                    <a:pt x="559336" y="326"/>
                  </a:lnTo>
                  <a:lnTo>
                    <a:pt x="535189" y="105"/>
                  </a:lnTo>
                  <a:lnTo>
                    <a:pt x="524458" y="17"/>
                  </a:lnTo>
                  <a:lnTo>
                    <a:pt x="5221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B3B5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1830" name="pl1830"/>
            <p:cNvSpPr/>
            <p:nvPr/>
          </p:nvSpPr>
          <p:spPr>
            <a:xfrm>
              <a:off x="386606" y="5686340"/>
              <a:ext cx="8554953" cy="496951"/>
            </a:xfrm>
            <a:custGeom>
              <a:avLst/>
              <a:pathLst>
                <a:path w="8554953" h="496951">
                  <a:moveTo>
                    <a:pt x="0" y="0"/>
                  </a:moveTo>
                  <a:lnTo>
                    <a:pt x="522133" y="0"/>
                  </a:lnTo>
                  <a:lnTo>
                    <a:pt x="523401" y="9"/>
                  </a:lnTo>
                  <a:lnTo>
                    <a:pt x="531692" y="76"/>
                  </a:lnTo>
                  <a:lnTo>
                    <a:pt x="552421" y="260"/>
                  </a:lnTo>
                  <a:lnTo>
                    <a:pt x="589041" y="623"/>
                  </a:lnTo>
                  <a:lnTo>
                    <a:pt x="642732" y="1217"/>
                  </a:lnTo>
                  <a:lnTo>
                    <a:pt x="712341" y="2082"/>
                  </a:lnTo>
                  <a:lnTo>
                    <a:pt x="794779" y="3240"/>
                  </a:lnTo>
                  <a:lnTo>
                    <a:pt x="885794" y="4700"/>
                  </a:lnTo>
                  <a:lnTo>
                    <a:pt x="980875" y="6456"/>
                  </a:lnTo>
                  <a:lnTo>
                    <a:pt x="1076001" y="8503"/>
                  </a:lnTo>
                  <a:lnTo>
                    <a:pt x="1168090" y="10837"/>
                  </a:lnTo>
                  <a:lnTo>
                    <a:pt x="1255121" y="13461"/>
                  </a:lnTo>
                  <a:lnTo>
                    <a:pt x="1336049" y="16393"/>
                  </a:lnTo>
                  <a:lnTo>
                    <a:pt x="1410605" y="19661"/>
                  </a:lnTo>
                  <a:lnTo>
                    <a:pt x="1479066" y="23307"/>
                  </a:lnTo>
                  <a:lnTo>
                    <a:pt x="1542070" y="27384"/>
                  </a:lnTo>
                  <a:lnTo>
                    <a:pt x="1600455" y="31955"/>
                  </a:lnTo>
                  <a:lnTo>
                    <a:pt x="1655152" y="37085"/>
                  </a:lnTo>
                  <a:lnTo>
                    <a:pt x="1707093" y="42838"/>
                  </a:lnTo>
                  <a:lnTo>
                    <a:pt x="1757136" y="49257"/>
                  </a:lnTo>
                  <a:lnTo>
                    <a:pt x="1768425" y="50824"/>
                  </a:lnTo>
                  <a:lnTo>
                    <a:pt x="1822143" y="58868"/>
                  </a:lnTo>
                  <a:lnTo>
                    <a:pt x="1875344" y="67756"/>
                  </a:lnTo>
                  <a:lnTo>
                    <a:pt x="1928599" y="77500"/>
                  </a:lnTo>
                  <a:lnTo>
                    <a:pt x="1982293" y="88081"/>
                  </a:lnTo>
                  <a:lnTo>
                    <a:pt x="2036645" y="99443"/>
                  </a:lnTo>
                  <a:lnTo>
                    <a:pt x="2091731" y="111497"/>
                  </a:lnTo>
                  <a:lnTo>
                    <a:pt x="2147502" y="124116"/>
                  </a:lnTo>
                  <a:lnTo>
                    <a:pt x="2203807" y="137143"/>
                  </a:lnTo>
                  <a:lnTo>
                    <a:pt x="2260421" y="150396"/>
                  </a:lnTo>
                  <a:lnTo>
                    <a:pt x="2317077" y="163680"/>
                  </a:lnTo>
                  <a:lnTo>
                    <a:pt x="2373506" y="176798"/>
                  </a:lnTo>
                  <a:lnTo>
                    <a:pt x="2429463" y="189562"/>
                  </a:lnTo>
                  <a:lnTo>
                    <a:pt x="2484774" y="201808"/>
                  </a:lnTo>
                  <a:lnTo>
                    <a:pt x="2539353" y="213398"/>
                  </a:lnTo>
                  <a:lnTo>
                    <a:pt x="2593236" y="224230"/>
                  </a:lnTo>
                  <a:lnTo>
                    <a:pt x="2646595" y="234239"/>
                  </a:lnTo>
                  <a:lnTo>
                    <a:pt x="2699761" y="243394"/>
                  </a:lnTo>
                  <a:lnTo>
                    <a:pt x="2753243" y="251699"/>
                  </a:lnTo>
                  <a:lnTo>
                    <a:pt x="2770117" y="254122"/>
                  </a:lnTo>
                  <a:lnTo>
                    <a:pt x="2819830" y="260695"/>
                  </a:lnTo>
                  <a:lnTo>
                    <a:pt x="2871265" y="266598"/>
                  </a:lnTo>
                  <a:lnTo>
                    <a:pt x="2925248" y="271866"/>
                  </a:lnTo>
                  <a:lnTo>
                    <a:pt x="2982704" y="276560"/>
                  </a:lnTo>
                  <a:lnTo>
                    <a:pt x="3044569" y="280744"/>
                  </a:lnTo>
                  <a:lnTo>
                    <a:pt x="3111713" y="284484"/>
                  </a:lnTo>
                  <a:lnTo>
                    <a:pt x="3184830" y="287835"/>
                  </a:lnTo>
                  <a:lnTo>
                    <a:pt x="3264297" y="290841"/>
                  </a:lnTo>
                  <a:lnTo>
                    <a:pt x="3349989" y="293534"/>
                  </a:lnTo>
                  <a:lnTo>
                    <a:pt x="3441058" y="295933"/>
                  </a:lnTo>
                  <a:lnTo>
                    <a:pt x="3535722" y="298046"/>
                  </a:lnTo>
                  <a:lnTo>
                    <a:pt x="3631139" y="299870"/>
                  </a:lnTo>
                  <a:lnTo>
                    <a:pt x="3723478" y="301398"/>
                  </a:lnTo>
                  <a:lnTo>
                    <a:pt x="3808283" y="302625"/>
                  </a:lnTo>
                  <a:lnTo>
                    <a:pt x="3881164" y="303556"/>
                  </a:lnTo>
                  <a:lnTo>
                    <a:pt x="3938688" y="304209"/>
                  </a:lnTo>
                  <a:lnTo>
                    <a:pt x="3979206" y="304621"/>
                  </a:lnTo>
                  <a:lnTo>
                    <a:pt x="4003353" y="304841"/>
                  </a:lnTo>
                  <a:lnTo>
                    <a:pt x="4014084" y="304929"/>
                  </a:lnTo>
                  <a:lnTo>
                    <a:pt x="4016393" y="304947"/>
                  </a:lnTo>
                  <a:lnTo>
                    <a:pt x="4016409" y="304947"/>
                  </a:lnTo>
                  <a:lnTo>
                    <a:pt x="4538543" y="304947"/>
                  </a:lnTo>
                  <a:lnTo>
                    <a:pt x="4539812" y="304953"/>
                  </a:lnTo>
                  <a:lnTo>
                    <a:pt x="4548109" y="304995"/>
                  </a:lnTo>
                  <a:lnTo>
                    <a:pt x="4568852" y="305111"/>
                  </a:lnTo>
                  <a:lnTo>
                    <a:pt x="4605496" y="305340"/>
                  </a:lnTo>
                  <a:lnTo>
                    <a:pt x="4659219" y="305714"/>
                  </a:lnTo>
                  <a:lnTo>
                    <a:pt x="4728866" y="306259"/>
                  </a:lnTo>
                  <a:lnTo>
                    <a:pt x="4811342" y="306989"/>
                  </a:lnTo>
                  <a:lnTo>
                    <a:pt x="4902392" y="307908"/>
                  </a:lnTo>
                  <a:lnTo>
                    <a:pt x="4997501" y="309015"/>
                  </a:lnTo>
                  <a:lnTo>
                    <a:pt x="5092647" y="310304"/>
                  </a:lnTo>
                  <a:lnTo>
                    <a:pt x="5184747" y="311774"/>
                  </a:lnTo>
                  <a:lnTo>
                    <a:pt x="5271783" y="313428"/>
                  </a:lnTo>
                  <a:lnTo>
                    <a:pt x="5352713" y="315275"/>
                  </a:lnTo>
                  <a:lnTo>
                    <a:pt x="5427265" y="317334"/>
                  </a:lnTo>
                  <a:lnTo>
                    <a:pt x="5495723" y="319631"/>
                  </a:lnTo>
                  <a:lnTo>
                    <a:pt x="5558723" y="322200"/>
                  </a:lnTo>
                  <a:lnTo>
                    <a:pt x="5617105" y="325080"/>
                  </a:lnTo>
                  <a:lnTo>
                    <a:pt x="5671802" y="328313"/>
                  </a:lnTo>
                  <a:lnTo>
                    <a:pt x="5723745" y="331938"/>
                  </a:lnTo>
                  <a:lnTo>
                    <a:pt x="5773793" y="335982"/>
                  </a:lnTo>
                  <a:lnTo>
                    <a:pt x="5784835" y="336947"/>
                  </a:lnTo>
                  <a:lnTo>
                    <a:pt x="5838877" y="342044"/>
                  </a:lnTo>
                  <a:lnTo>
                    <a:pt x="5892398" y="347680"/>
                  </a:lnTo>
                  <a:lnTo>
                    <a:pt x="5945980" y="353860"/>
                  </a:lnTo>
                  <a:lnTo>
                    <a:pt x="6000012" y="360573"/>
                  </a:lnTo>
                  <a:lnTo>
                    <a:pt x="6054713" y="367783"/>
                  </a:lnTo>
                  <a:lnTo>
                    <a:pt x="6110158" y="375432"/>
                  </a:lnTo>
                  <a:lnTo>
                    <a:pt x="6166291" y="383438"/>
                  </a:lnTo>
                  <a:lnTo>
                    <a:pt x="6222956" y="391699"/>
                  </a:lnTo>
                  <a:lnTo>
                    <a:pt x="6279922" y="400098"/>
                  </a:lnTo>
                  <a:lnTo>
                    <a:pt x="6336916" y="408510"/>
                  </a:lnTo>
                  <a:lnTo>
                    <a:pt x="6393663" y="416808"/>
                  </a:lnTo>
                  <a:lnTo>
                    <a:pt x="6449919" y="424874"/>
                  </a:lnTo>
                  <a:lnTo>
                    <a:pt x="6505510" y="432602"/>
                  </a:lnTo>
                  <a:lnTo>
                    <a:pt x="6560360" y="439907"/>
                  </a:lnTo>
                  <a:lnTo>
                    <a:pt x="6614515" y="446724"/>
                  </a:lnTo>
                  <a:lnTo>
                    <a:pt x="6668162" y="453013"/>
                  </a:lnTo>
                  <a:lnTo>
                    <a:pt x="6721656" y="458759"/>
                  </a:lnTo>
                  <a:lnTo>
                    <a:pt x="6775535" y="463963"/>
                  </a:lnTo>
                  <a:lnTo>
                    <a:pt x="6786527" y="464950"/>
                  </a:lnTo>
                  <a:lnTo>
                    <a:pt x="6836253" y="469090"/>
                  </a:lnTo>
                  <a:lnTo>
                    <a:pt x="6887701" y="472807"/>
                  </a:lnTo>
                  <a:lnTo>
                    <a:pt x="6941700" y="476125"/>
                  </a:lnTo>
                  <a:lnTo>
                    <a:pt x="6999173" y="479080"/>
                  </a:lnTo>
                  <a:lnTo>
                    <a:pt x="7061060" y="481715"/>
                  </a:lnTo>
                  <a:lnTo>
                    <a:pt x="7128228" y="484070"/>
                  </a:lnTo>
                  <a:lnTo>
                    <a:pt x="7201374" y="486180"/>
                  </a:lnTo>
                  <a:lnTo>
                    <a:pt x="7280873" y="488073"/>
                  </a:lnTo>
                  <a:lnTo>
                    <a:pt x="7366599" y="489768"/>
                  </a:lnTo>
                  <a:lnTo>
                    <a:pt x="7457701" y="491279"/>
                  </a:lnTo>
                  <a:lnTo>
                    <a:pt x="7552395" y="492609"/>
                  </a:lnTo>
                  <a:lnTo>
                    <a:pt x="7647833" y="493757"/>
                  </a:lnTo>
                  <a:lnTo>
                    <a:pt x="7740179" y="494719"/>
                  </a:lnTo>
                  <a:lnTo>
                    <a:pt x="7824972" y="495491"/>
                  </a:lnTo>
                  <a:lnTo>
                    <a:pt x="7897821" y="496077"/>
                  </a:lnTo>
                  <a:lnTo>
                    <a:pt x="7955295" y="496487"/>
                  </a:lnTo>
                  <a:lnTo>
                    <a:pt x="7995753" y="496746"/>
                  </a:lnTo>
                  <a:lnTo>
                    <a:pt x="8019838" y="496884"/>
                  </a:lnTo>
                  <a:lnTo>
                    <a:pt x="8030520" y="496940"/>
                  </a:lnTo>
                  <a:lnTo>
                    <a:pt x="8032804" y="496950"/>
                  </a:lnTo>
                  <a:lnTo>
                    <a:pt x="8032819" y="496951"/>
                  </a:lnTo>
                  <a:lnTo>
                    <a:pt x="8554953" y="496951"/>
                  </a:lnTo>
                  <a:lnTo>
                    <a:pt x="8554953" y="496951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831" name="pl1831"/>
            <p:cNvSpPr/>
            <p:nvPr/>
          </p:nvSpPr>
          <p:spPr>
            <a:xfrm>
              <a:off x="386606" y="5680693"/>
              <a:ext cx="8554953" cy="496951"/>
            </a:xfrm>
            <a:custGeom>
              <a:avLst/>
              <a:pathLst>
                <a:path w="8554953" h="496951">
                  <a:moveTo>
                    <a:pt x="8554953" y="496951"/>
                  </a:moveTo>
                  <a:lnTo>
                    <a:pt x="8032819" y="496951"/>
                  </a:lnTo>
                  <a:lnTo>
                    <a:pt x="8031550" y="496945"/>
                  </a:lnTo>
                  <a:lnTo>
                    <a:pt x="8023253" y="496903"/>
                  </a:lnTo>
                  <a:lnTo>
                    <a:pt x="8002510" y="496786"/>
                  </a:lnTo>
                  <a:lnTo>
                    <a:pt x="7965866" y="496558"/>
                  </a:lnTo>
                  <a:lnTo>
                    <a:pt x="7912143" y="496183"/>
                  </a:lnTo>
                  <a:lnTo>
                    <a:pt x="7842496" y="495639"/>
                  </a:lnTo>
                  <a:lnTo>
                    <a:pt x="7760020" y="494909"/>
                  </a:lnTo>
                  <a:lnTo>
                    <a:pt x="7668970" y="493989"/>
                  </a:lnTo>
                  <a:lnTo>
                    <a:pt x="7573861" y="492882"/>
                  </a:lnTo>
                  <a:lnTo>
                    <a:pt x="7478715" y="491593"/>
                  </a:lnTo>
                  <a:lnTo>
                    <a:pt x="7386615" y="490123"/>
                  </a:lnTo>
                  <a:lnTo>
                    <a:pt x="7299579" y="488470"/>
                  </a:lnTo>
                  <a:lnTo>
                    <a:pt x="7218649" y="486623"/>
                  </a:lnTo>
                  <a:lnTo>
                    <a:pt x="7144097" y="484564"/>
                  </a:lnTo>
                  <a:lnTo>
                    <a:pt x="7075639" y="482266"/>
                  </a:lnTo>
                  <a:lnTo>
                    <a:pt x="7012639" y="479698"/>
                  </a:lnTo>
                  <a:lnTo>
                    <a:pt x="6954257" y="476818"/>
                  </a:lnTo>
                  <a:lnTo>
                    <a:pt x="6899560" y="473585"/>
                  </a:lnTo>
                  <a:lnTo>
                    <a:pt x="6847617" y="469960"/>
                  </a:lnTo>
                  <a:lnTo>
                    <a:pt x="6797569" y="465915"/>
                  </a:lnTo>
                  <a:lnTo>
                    <a:pt x="6786527" y="464950"/>
                  </a:lnTo>
                  <a:lnTo>
                    <a:pt x="6732485" y="459853"/>
                  </a:lnTo>
                  <a:lnTo>
                    <a:pt x="6678964" y="454218"/>
                  </a:lnTo>
                  <a:lnTo>
                    <a:pt x="6625382" y="448037"/>
                  </a:lnTo>
                  <a:lnTo>
                    <a:pt x="6571350" y="441324"/>
                  </a:lnTo>
                  <a:lnTo>
                    <a:pt x="6516649" y="434114"/>
                  </a:lnTo>
                  <a:lnTo>
                    <a:pt x="6461204" y="426465"/>
                  </a:lnTo>
                  <a:lnTo>
                    <a:pt x="6405071" y="418460"/>
                  </a:lnTo>
                  <a:lnTo>
                    <a:pt x="6348406" y="410199"/>
                  </a:lnTo>
                  <a:lnTo>
                    <a:pt x="6291440" y="401800"/>
                  </a:lnTo>
                  <a:lnTo>
                    <a:pt x="6234446" y="393388"/>
                  </a:lnTo>
                  <a:lnTo>
                    <a:pt x="6177699" y="385089"/>
                  </a:lnTo>
                  <a:lnTo>
                    <a:pt x="6121443" y="377023"/>
                  </a:lnTo>
                  <a:lnTo>
                    <a:pt x="6065851" y="369295"/>
                  </a:lnTo>
                  <a:lnTo>
                    <a:pt x="6011002" y="361991"/>
                  </a:lnTo>
                  <a:lnTo>
                    <a:pt x="5956847" y="355174"/>
                  </a:lnTo>
                  <a:lnTo>
                    <a:pt x="5903200" y="348884"/>
                  </a:lnTo>
                  <a:lnTo>
                    <a:pt x="5849706" y="343139"/>
                  </a:lnTo>
                  <a:lnTo>
                    <a:pt x="5795827" y="337934"/>
                  </a:lnTo>
                  <a:lnTo>
                    <a:pt x="5784835" y="336947"/>
                  </a:lnTo>
                  <a:lnTo>
                    <a:pt x="5735109" y="332808"/>
                  </a:lnTo>
                  <a:lnTo>
                    <a:pt x="5683661" y="329090"/>
                  </a:lnTo>
                  <a:lnTo>
                    <a:pt x="5629662" y="325773"/>
                  </a:lnTo>
                  <a:lnTo>
                    <a:pt x="5572188" y="322817"/>
                  </a:lnTo>
                  <a:lnTo>
                    <a:pt x="5510302" y="320182"/>
                  </a:lnTo>
                  <a:lnTo>
                    <a:pt x="5443134" y="317827"/>
                  </a:lnTo>
                  <a:lnTo>
                    <a:pt x="5369988" y="315717"/>
                  </a:lnTo>
                  <a:lnTo>
                    <a:pt x="5290489" y="313825"/>
                  </a:lnTo>
                  <a:lnTo>
                    <a:pt x="5204763" y="312129"/>
                  </a:lnTo>
                  <a:lnTo>
                    <a:pt x="5113661" y="310619"/>
                  </a:lnTo>
                  <a:lnTo>
                    <a:pt x="5018967" y="309288"/>
                  </a:lnTo>
                  <a:lnTo>
                    <a:pt x="4923529" y="308140"/>
                  </a:lnTo>
                  <a:lnTo>
                    <a:pt x="4831183" y="307178"/>
                  </a:lnTo>
                  <a:lnTo>
                    <a:pt x="4746390" y="306406"/>
                  </a:lnTo>
                  <a:lnTo>
                    <a:pt x="4673541" y="305820"/>
                  </a:lnTo>
                  <a:lnTo>
                    <a:pt x="4616067" y="305410"/>
                  </a:lnTo>
                  <a:lnTo>
                    <a:pt x="4575609" y="305151"/>
                  </a:lnTo>
                  <a:lnTo>
                    <a:pt x="4551524" y="305013"/>
                  </a:lnTo>
                  <a:lnTo>
                    <a:pt x="4540841" y="304958"/>
                  </a:lnTo>
                  <a:lnTo>
                    <a:pt x="4538558" y="304947"/>
                  </a:lnTo>
                  <a:lnTo>
                    <a:pt x="4538543" y="304947"/>
                  </a:lnTo>
                  <a:lnTo>
                    <a:pt x="4016409" y="304947"/>
                  </a:lnTo>
                  <a:lnTo>
                    <a:pt x="4015141" y="304937"/>
                  </a:lnTo>
                  <a:lnTo>
                    <a:pt x="4006850" y="304871"/>
                  </a:lnTo>
                  <a:lnTo>
                    <a:pt x="3986121" y="304686"/>
                  </a:lnTo>
                  <a:lnTo>
                    <a:pt x="3949501" y="304323"/>
                  </a:lnTo>
                  <a:lnTo>
                    <a:pt x="3895811" y="303729"/>
                  </a:lnTo>
                  <a:lnTo>
                    <a:pt x="3826202" y="302865"/>
                  </a:lnTo>
                  <a:lnTo>
                    <a:pt x="3743763" y="301706"/>
                  </a:lnTo>
                  <a:lnTo>
                    <a:pt x="3652748" y="300247"/>
                  </a:lnTo>
                  <a:lnTo>
                    <a:pt x="3557667" y="298490"/>
                  </a:lnTo>
                  <a:lnTo>
                    <a:pt x="3462541" y="296443"/>
                  </a:lnTo>
                  <a:lnTo>
                    <a:pt x="3370453" y="294110"/>
                  </a:lnTo>
                  <a:lnTo>
                    <a:pt x="3283422" y="291485"/>
                  </a:lnTo>
                  <a:lnTo>
                    <a:pt x="3202493" y="288553"/>
                  </a:lnTo>
                  <a:lnTo>
                    <a:pt x="3127938" y="285285"/>
                  </a:lnTo>
                  <a:lnTo>
                    <a:pt x="3059476" y="281639"/>
                  </a:lnTo>
                  <a:lnTo>
                    <a:pt x="2996472" y="277562"/>
                  </a:lnTo>
                  <a:lnTo>
                    <a:pt x="2938087" y="272992"/>
                  </a:lnTo>
                  <a:lnTo>
                    <a:pt x="2883390" y="267861"/>
                  </a:lnTo>
                  <a:lnTo>
                    <a:pt x="2831449" y="262108"/>
                  </a:lnTo>
                  <a:lnTo>
                    <a:pt x="2781406" y="255690"/>
                  </a:lnTo>
                  <a:lnTo>
                    <a:pt x="2770117" y="254122"/>
                  </a:lnTo>
                  <a:lnTo>
                    <a:pt x="2716399" y="246078"/>
                  </a:lnTo>
                  <a:lnTo>
                    <a:pt x="2663198" y="237190"/>
                  </a:lnTo>
                  <a:lnTo>
                    <a:pt x="2609943" y="227446"/>
                  </a:lnTo>
                  <a:lnTo>
                    <a:pt x="2556249" y="216866"/>
                  </a:lnTo>
                  <a:lnTo>
                    <a:pt x="2501897" y="205503"/>
                  </a:lnTo>
                  <a:lnTo>
                    <a:pt x="2446811" y="193449"/>
                  </a:lnTo>
                  <a:lnTo>
                    <a:pt x="2391040" y="180830"/>
                  </a:lnTo>
                  <a:lnTo>
                    <a:pt x="2334735" y="167803"/>
                  </a:lnTo>
                  <a:lnTo>
                    <a:pt x="2278122" y="154550"/>
                  </a:lnTo>
                  <a:lnTo>
                    <a:pt x="2221465" y="141266"/>
                  </a:lnTo>
                  <a:lnTo>
                    <a:pt x="2165037" y="128149"/>
                  </a:lnTo>
                  <a:lnTo>
                    <a:pt x="2109079" y="115384"/>
                  </a:lnTo>
                  <a:lnTo>
                    <a:pt x="2053768" y="103138"/>
                  </a:lnTo>
                  <a:lnTo>
                    <a:pt x="1999189" y="91548"/>
                  </a:lnTo>
                  <a:lnTo>
                    <a:pt x="1945306" y="80716"/>
                  </a:lnTo>
                  <a:lnTo>
                    <a:pt x="1891947" y="70707"/>
                  </a:lnTo>
                  <a:lnTo>
                    <a:pt x="1838781" y="61552"/>
                  </a:lnTo>
                  <a:lnTo>
                    <a:pt x="1785299" y="53247"/>
                  </a:lnTo>
                  <a:lnTo>
                    <a:pt x="1768425" y="50824"/>
                  </a:lnTo>
                  <a:lnTo>
                    <a:pt x="1718712" y="44251"/>
                  </a:lnTo>
                  <a:lnTo>
                    <a:pt x="1667277" y="38348"/>
                  </a:lnTo>
                  <a:lnTo>
                    <a:pt x="1613294" y="33080"/>
                  </a:lnTo>
                  <a:lnTo>
                    <a:pt x="1555838" y="28387"/>
                  </a:lnTo>
                  <a:lnTo>
                    <a:pt x="1493973" y="24202"/>
                  </a:lnTo>
                  <a:lnTo>
                    <a:pt x="1426829" y="20462"/>
                  </a:lnTo>
                  <a:lnTo>
                    <a:pt x="1353712" y="17111"/>
                  </a:lnTo>
                  <a:lnTo>
                    <a:pt x="1274245" y="14106"/>
                  </a:lnTo>
                  <a:lnTo>
                    <a:pt x="1188553" y="11413"/>
                  </a:lnTo>
                  <a:lnTo>
                    <a:pt x="1097484" y="9013"/>
                  </a:lnTo>
                  <a:lnTo>
                    <a:pt x="1002821" y="6901"/>
                  </a:lnTo>
                  <a:lnTo>
                    <a:pt x="907403" y="5077"/>
                  </a:lnTo>
                  <a:lnTo>
                    <a:pt x="815064" y="3548"/>
                  </a:lnTo>
                  <a:lnTo>
                    <a:pt x="730259" y="2321"/>
                  </a:lnTo>
                  <a:lnTo>
                    <a:pt x="657378" y="1390"/>
                  </a:lnTo>
                  <a:lnTo>
                    <a:pt x="599854" y="737"/>
                  </a:lnTo>
                  <a:lnTo>
                    <a:pt x="559336" y="326"/>
                  </a:lnTo>
                  <a:lnTo>
                    <a:pt x="535189" y="105"/>
                  </a:lnTo>
                  <a:lnTo>
                    <a:pt x="524458" y="17"/>
                  </a:lnTo>
                  <a:lnTo>
                    <a:pt x="522149" y="0"/>
                  </a:lnTo>
                  <a:lnTo>
                    <a:pt x="522133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832" name="pg1832"/>
            <p:cNvSpPr/>
            <p:nvPr/>
          </p:nvSpPr>
          <p:spPr>
            <a:xfrm>
              <a:off x="386606" y="3546062"/>
              <a:ext cx="8554953" cy="2484755"/>
            </a:xfrm>
            <a:custGeom>
              <a:avLst/>
              <a:pathLst>
                <a:path w="8554953" h="2484755">
                  <a:moveTo>
                    <a:pt x="0" y="2145925"/>
                  </a:moveTo>
                  <a:lnTo>
                    <a:pt x="522133" y="2145925"/>
                  </a:lnTo>
                  <a:lnTo>
                    <a:pt x="523401" y="2145935"/>
                  </a:lnTo>
                  <a:lnTo>
                    <a:pt x="531690" y="2146009"/>
                  </a:lnTo>
                  <a:lnTo>
                    <a:pt x="552413" y="2146214"/>
                  </a:lnTo>
                  <a:lnTo>
                    <a:pt x="589023" y="2146617"/>
                  </a:lnTo>
                  <a:lnTo>
                    <a:pt x="642701" y="2147277"/>
                  </a:lnTo>
                  <a:lnTo>
                    <a:pt x="712296" y="2148237"/>
                  </a:lnTo>
                  <a:lnTo>
                    <a:pt x="794719" y="2149524"/>
                  </a:lnTo>
                  <a:lnTo>
                    <a:pt x="885721" y="2151146"/>
                  </a:lnTo>
                  <a:lnTo>
                    <a:pt x="980791" y="2153097"/>
                  </a:lnTo>
                  <a:lnTo>
                    <a:pt x="1075910" y="2155371"/>
                  </a:lnTo>
                  <a:lnTo>
                    <a:pt x="1167993" y="2157963"/>
                  </a:lnTo>
                  <a:lnTo>
                    <a:pt x="1255022" y="2160878"/>
                  </a:lnTo>
                  <a:lnTo>
                    <a:pt x="1335951" y="2164135"/>
                  </a:lnTo>
                  <a:lnTo>
                    <a:pt x="1410507" y="2167765"/>
                  </a:lnTo>
                  <a:lnTo>
                    <a:pt x="1478970" y="2171815"/>
                  </a:lnTo>
                  <a:lnTo>
                    <a:pt x="1541976" y="2176344"/>
                  </a:lnTo>
                  <a:lnTo>
                    <a:pt x="1600362" y="2181421"/>
                  </a:lnTo>
                  <a:lnTo>
                    <a:pt x="1655059" y="2187121"/>
                  </a:lnTo>
                  <a:lnTo>
                    <a:pt x="1706999" y="2193511"/>
                  </a:lnTo>
                  <a:lnTo>
                    <a:pt x="1757040" y="2200640"/>
                  </a:lnTo>
                  <a:lnTo>
                    <a:pt x="1768425" y="2202396"/>
                  </a:lnTo>
                  <a:lnTo>
                    <a:pt x="1822020" y="2211312"/>
                  </a:lnTo>
                  <a:lnTo>
                    <a:pt x="1875099" y="2221162"/>
                  </a:lnTo>
                  <a:lnTo>
                    <a:pt x="1928229" y="2231958"/>
                  </a:lnTo>
                  <a:lnTo>
                    <a:pt x="1981795" y="2243680"/>
                  </a:lnTo>
                  <a:lnTo>
                    <a:pt x="2036014" y="2256267"/>
                  </a:lnTo>
                  <a:lnTo>
                    <a:pt x="2090964" y="2269621"/>
                  </a:lnTo>
                  <a:lnTo>
                    <a:pt x="2146597" y="2283601"/>
                  </a:lnTo>
                  <a:lnTo>
                    <a:pt x="2202764" y="2298036"/>
                  </a:lnTo>
                  <a:lnTo>
                    <a:pt x="2259244" y="2312725"/>
                  </a:lnTo>
                  <a:lnTo>
                    <a:pt x="2315772" y="2327452"/>
                  </a:lnTo>
                  <a:lnTo>
                    <a:pt x="2372079" y="2342001"/>
                  </a:lnTo>
                  <a:lnTo>
                    <a:pt x="2427923" y="2356164"/>
                  </a:lnTo>
                  <a:lnTo>
                    <a:pt x="2483126" y="2369758"/>
                  </a:lnTo>
                  <a:lnTo>
                    <a:pt x="2537602" y="2382631"/>
                  </a:lnTo>
                  <a:lnTo>
                    <a:pt x="2591382" y="2394668"/>
                  </a:lnTo>
                  <a:lnTo>
                    <a:pt x="2644632" y="2405797"/>
                  </a:lnTo>
                  <a:lnTo>
                    <a:pt x="2697674" y="2415982"/>
                  </a:lnTo>
                  <a:lnTo>
                    <a:pt x="2751008" y="2425226"/>
                  </a:lnTo>
                  <a:lnTo>
                    <a:pt x="2770117" y="2428283"/>
                  </a:lnTo>
                  <a:lnTo>
                    <a:pt x="2819825" y="2435586"/>
                  </a:lnTo>
                  <a:lnTo>
                    <a:pt x="2871255" y="2442144"/>
                  </a:lnTo>
                  <a:lnTo>
                    <a:pt x="2925232" y="2447997"/>
                  </a:lnTo>
                  <a:lnTo>
                    <a:pt x="2982681" y="2453212"/>
                  </a:lnTo>
                  <a:lnTo>
                    <a:pt x="3044538" y="2457861"/>
                  </a:lnTo>
                  <a:lnTo>
                    <a:pt x="3111672" y="2462016"/>
                  </a:lnTo>
                  <a:lnTo>
                    <a:pt x="3184778" y="2465739"/>
                  </a:lnTo>
                  <a:lnTo>
                    <a:pt x="3264233" y="2469079"/>
                  </a:lnTo>
                  <a:lnTo>
                    <a:pt x="3349912" y="2472071"/>
                  </a:lnTo>
                  <a:lnTo>
                    <a:pt x="3440967" y="2474737"/>
                  </a:lnTo>
                  <a:lnTo>
                    <a:pt x="3535619" y="2477085"/>
                  </a:lnTo>
                  <a:lnTo>
                    <a:pt x="3631028" y="2479111"/>
                  </a:lnTo>
                  <a:lnTo>
                    <a:pt x="3723365" y="2480810"/>
                  </a:lnTo>
                  <a:lnTo>
                    <a:pt x="3808174" y="2482174"/>
                  </a:lnTo>
                  <a:lnTo>
                    <a:pt x="3881069" y="2483208"/>
                  </a:lnTo>
                  <a:lnTo>
                    <a:pt x="3938612" y="2483934"/>
                  </a:lnTo>
                  <a:lnTo>
                    <a:pt x="3979153" y="2484392"/>
                  </a:lnTo>
                  <a:lnTo>
                    <a:pt x="4003324" y="2484637"/>
                  </a:lnTo>
                  <a:lnTo>
                    <a:pt x="4014074" y="2484735"/>
                  </a:lnTo>
                  <a:lnTo>
                    <a:pt x="4016409" y="2484755"/>
                  </a:lnTo>
                  <a:lnTo>
                    <a:pt x="4538543" y="2484755"/>
                  </a:lnTo>
                  <a:lnTo>
                    <a:pt x="4539719" y="2484684"/>
                  </a:lnTo>
                  <a:lnTo>
                    <a:pt x="4547421" y="2484182"/>
                  </a:lnTo>
                  <a:lnTo>
                    <a:pt x="4566728" y="2482793"/>
                  </a:lnTo>
                  <a:lnTo>
                    <a:pt x="4600964" y="2480064"/>
                  </a:lnTo>
                  <a:lnTo>
                    <a:pt x="4651416" y="2475586"/>
                  </a:lnTo>
                  <a:lnTo>
                    <a:pt x="4717251" y="2469047"/>
                  </a:lnTo>
                  <a:lnTo>
                    <a:pt x="4795817" y="2460257"/>
                  </a:lnTo>
                  <a:lnTo>
                    <a:pt x="4883290" y="2449145"/>
                  </a:lnTo>
                  <a:lnTo>
                    <a:pt x="4975474" y="2435727"/>
                  </a:lnTo>
                  <a:lnTo>
                    <a:pt x="5068501" y="2420057"/>
                  </a:lnTo>
                  <a:lnTo>
                    <a:pt x="5159283" y="2402172"/>
                  </a:lnTo>
                  <a:lnTo>
                    <a:pt x="5245692" y="2382059"/>
                  </a:lnTo>
                  <a:lnTo>
                    <a:pt x="5326515" y="2359620"/>
                  </a:lnTo>
                  <a:lnTo>
                    <a:pt x="5401298" y="2334669"/>
                  </a:lnTo>
                  <a:lnTo>
                    <a:pt x="5470149" y="2306924"/>
                  </a:lnTo>
                  <a:lnTo>
                    <a:pt x="5533554" y="2276015"/>
                  </a:lnTo>
                  <a:lnTo>
                    <a:pt x="5592233" y="2241497"/>
                  </a:lnTo>
                  <a:lnTo>
                    <a:pt x="5647022" y="2202875"/>
                  </a:lnTo>
                  <a:lnTo>
                    <a:pt x="5698794" y="2159657"/>
                  </a:lnTo>
                  <a:lnTo>
                    <a:pt x="5748385" y="2111432"/>
                  </a:lnTo>
                  <a:lnTo>
                    <a:pt x="5784835" y="2071570"/>
                  </a:lnTo>
                  <a:lnTo>
                    <a:pt x="5823982" y="2024684"/>
                  </a:lnTo>
                  <a:lnTo>
                    <a:pt x="5862757" y="1974197"/>
                  </a:lnTo>
                  <a:lnTo>
                    <a:pt x="5901414" y="1920038"/>
                  </a:lnTo>
                  <a:lnTo>
                    <a:pt x="5940147" y="1862199"/>
                  </a:lnTo>
                  <a:lnTo>
                    <a:pt x="5979102" y="1800744"/>
                  </a:lnTo>
                  <a:lnTo>
                    <a:pt x="6018374" y="1735818"/>
                  </a:lnTo>
                  <a:lnTo>
                    <a:pt x="6058021" y="1667646"/>
                  </a:lnTo>
                  <a:lnTo>
                    <a:pt x="6098058" y="1596538"/>
                  </a:lnTo>
                  <a:lnTo>
                    <a:pt x="6138469" y="1522885"/>
                  </a:lnTo>
                  <a:lnTo>
                    <a:pt x="6179206" y="1447151"/>
                  </a:lnTo>
                  <a:lnTo>
                    <a:pt x="6220198" y="1369865"/>
                  </a:lnTo>
                  <a:lnTo>
                    <a:pt x="6261354" y="1291604"/>
                  </a:lnTo>
                  <a:lnTo>
                    <a:pt x="6302572" y="1212976"/>
                  </a:lnTo>
                  <a:lnTo>
                    <a:pt x="6343748" y="1134603"/>
                  </a:lnTo>
                  <a:lnTo>
                    <a:pt x="6384776" y="1057097"/>
                  </a:lnTo>
                  <a:lnTo>
                    <a:pt x="6425565" y="981043"/>
                  </a:lnTo>
                  <a:lnTo>
                    <a:pt x="6466039" y="906978"/>
                  </a:lnTo>
                  <a:lnTo>
                    <a:pt x="6506146" y="835379"/>
                  </a:lnTo>
                  <a:lnTo>
                    <a:pt x="6545863" y="766652"/>
                  </a:lnTo>
                  <a:lnTo>
                    <a:pt x="6585200" y="701121"/>
                  </a:lnTo>
                  <a:lnTo>
                    <a:pt x="6624206" y="639027"/>
                  </a:lnTo>
                  <a:lnTo>
                    <a:pt x="6662970" y="580528"/>
                  </a:lnTo>
                  <a:lnTo>
                    <a:pt x="6701627" y="525704"/>
                  </a:lnTo>
                  <a:lnTo>
                    <a:pt x="6740364" y="474558"/>
                  </a:lnTo>
                  <a:lnTo>
                    <a:pt x="6779423" y="427030"/>
                  </a:lnTo>
                  <a:lnTo>
                    <a:pt x="6786527" y="418831"/>
                  </a:lnTo>
                  <a:lnTo>
                    <a:pt x="6834963" y="366680"/>
                  </a:lnTo>
                  <a:lnTo>
                    <a:pt x="6885015" y="319710"/>
                  </a:lnTo>
                  <a:lnTo>
                    <a:pt x="6937446" y="277661"/>
                  </a:lnTo>
                  <a:lnTo>
                    <a:pt x="6993107" y="240091"/>
                  </a:lnTo>
                  <a:lnTo>
                    <a:pt x="7052869" y="206501"/>
                  </a:lnTo>
                  <a:lnTo>
                    <a:pt x="7117548" y="176405"/>
                  </a:lnTo>
                  <a:lnTo>
                    <a:pt x="7187818" y="149376"/>
                  </a:lnTo>
                  <a:lnTo>
                    <a:pt x="7264089" y="125063"/>
                  </a:lnTo>
                  <a:lnTo>
                    <a:pt x="7346348" y="103207"/>
                  </a:lnTo>
                  <a:lnTo>
                    <a:pt x="7433973" y="83645"/>
                  </a:lnTo>
                  <a:lnTo>
                    <a:pt x="7525539" y="66301"/>
                  </a:lnTo>
                  <a:lnTo>
                    <a:pt x="7618680" y="51178"/>
                  </a:lnTo>
                  <a:lnTo>
                    <a:pt x="7710090" y="38320"/>
                  </a:lnTo>
                  <a:lnTo>
                    <a:pt x="7795769" y="27778"/>
                  </a:lnTo>
                  <a:lnTo>
                    <a:pt x="7871539" y="19550"/>
                  </a:lnTo>
                  <a:lnTo>
                    <a:pt x="7933791" y="13538"/>
                  </a:lnTo>
                  <a:lnTo>
                    <a:pt x="7980269" y="9522"/>
                  </a:lnTo>
                  <a:lnTo>
                    <a:pt x="8010647" y="7161"/>
                  </a:lnTo>
                  <a:lnTo>
                    <a:pt x="8026732" y="6032"/>
                  </a:lnTo>
                  <a:lnTo>
                    <a:pt x="8032306" y="5677"/>
                  </a:lnTo>
                  <a:lnTo>
                    <a:pt x="8032819" y="5647"/>
                  </a:lnTo>
                  <a:lnTo>
                    <a:pt x="8554953" y="5647"/>
                  </a:lnTo>
                  <a:lnTo>
                    <a:pt x="8554953" y="0"/>
                  </a:lnTo>
                  <a:lnTo>
                    <a:pt x="8032819" y="0"/>
                  </a:lnTo>
                  <a:lnTo>
                    <a:pt x="8031643" y="70"/>
                  </a:lnTo>
                  <a:lnTo>
                    <a:pt x="8023941" y="572"/>
                  </a:lnTo>
                  <a:lnTo>
                    <a:pt x="8004634" y="1961"/>
                  </a:lnTo>
                  <a:lnTo>
                    <a:pt x="7970398" y="4691"/>
                  </a:lnTo>
                  <a:lnTo>
                    <a:pt x="7919946" y="9168"/>
                  </a:lnTo>
                  <a:lnTo>
                    <a:pt x="7854111" y="15707"/>
                  </a:lnTo>
                  <a:lnTo>
                    <a:pt x="7775545" y="24498"/>
                  </a:lnTo>
                  <a:lnTo>
                    <a:pt x="7688072" y="35610"/>
                  </a:lnTo>
                  <a:lnTo>
                    <a:pt x="7595888" y="49027"/>
                  </a:lnTo>
                  <a:lnTo>
                    <a:pt x="7502861" y="64697"/>
                  </a:lnTo>
                  <a:lnTo>
                    <a:pt x="7412079" y="82582"/>
                  </a:lnTo>
                  <a:lnTo>
                    <a:pt x="7325670" y="102696"/>
                  </a:lnTo>
                  <a:lnTo>
                    <a:pt x="7244846" y="125135"/>
                  </a:lnTo>
                  <a:lnTo>
                    <a:pt x="7170064" y="150085"/>
                  </a:lnTo>
                  <a:lnTo>
                    <a:pt x="7101213" y="177830"/>
                  </a:lnTo>
                  <a:lnTo>
                    <a:pt x="7037808" y="208739"/>
                  </a:lnTo>
                  <a:lnTo>
                    <a:pt x="6979129" y="243258"/>
                  </a:lnTo>
                  <a:lnTo>
                    <a:pt x="6924340" y="281879"/>
                  </a:lnTo>
                  <a:lnTo>
                    <a:pt x="6872568" y="325097"/>
                  </a:lnTo>
                  <a:lnTo>
                    <a:pt x="6822977" y="373323"/>
                  </a:lnTo>
                  <a:lnTo>
                    <a:pt x="6786527" y="413184"/>
                  </a:lnTo>
                  <a:lnTo>
                    <a:pt x="6747380" y="460070"/>
                  </a:lnTo>
                  <a:lnTo>
                    <a:pt x="6708605" y="510557"/>
                  </a:lnTo>
                  <a:lnTo>
                    <a:pt x="6669948" y="564716"/>
                  </a:lnTo>
                  <a:lnTo>
                    <a:pt x="6631214" y="622556"/>
                  </a:lnTo>
                  <a:lnTo>
                    <a:pt x="6592260" y="684010"/>
                  </a:lnTo>
                  <a:lnTo>
                    <a:pt x="6552988" y="748937"/>
                  </a:lnTo>
                  <a:lnTo>
                    <a:pt x="6513341" y="817109"/>
                  </a:lnTo>
                  <a:lnTo>
                    <a:pt x="6473304" y="888216"/>
                  </a:lnTo>
                  <a:lnTo>
                    <a:pt x="6432893" y="961870"/>
                  </a:lnTo>
                  <a:lnTo>
                    <a:pt x="6392156" y="1037603"/>
                  </a:lnTo>
                  <a:lnTo>
                    <a:pt x="6351164" y="1114890"/>
                  </a:lnTo>
                  <a:lnTo>
                    <a:pt x="6310008" y="1193151"/>
                  </a:lnTo>
                  <a:lnTo>
                    <a:pt x="6268790" y="1271778"/>
                  </a:lnTo>
                  <a:lnTo>
                    <a:pt x="6227614" y="1350151"/>
                  </a:lnTo>
                  <a:lnTo>
                    <a:pt x="6186586" y="1427657"/>
                  </a:lnTo>
                  <a:lnTo>
                    <a:pt x="6145797" y="1503712"/>
                  </a:lnTo>
                  <a:lnTo>
                    <a:pt x="6105323" y="1577777"/>
                  </a:lnTo>
                  <a:lnTo>
                    <a:pt x="6065216" y="1649375"/>
                  </a:lnTo>
                  <a:lnTo>
                    <a:pt x="6025499" y="1718102"/>
                  </a:lnTo>
                  <a:lnTo>
                    <a:pt x="5986162" y="1783633"/>
                  </a:lnTo>
                  <a:lnTo>
                    <a:pt x="5947156" y="1845727"/>
                  </a:lnTo>
                  <a:lnTo>
                    <a:pt x="5908392" y="1904226"/>
                  </a:lnTo>
                  <a:lnTo>
                    <a:pt x="5869735" y="1959051"/>
                  </a:lnTo>
                  <a:lnTo>
                    <a:pt x="5830998" y="2010196"/>
                  </a:lnTo>
                  <a:lnTo>
                    <a:pt x="5791939" y="2057724"/>
                  </a:lnTo>
                  <a:lnTo>
                    <a:pt x="5784835" y="2065923"/>
                  </a:lnTo>
                  <a:lnTo>
                    <a:pt x="5736399" y="2118074"/>
                  </a:lnTo>
                  <a:lnTo>
                    <a:pt x="5686347" y="2165044"/>
                  </a:lnTo>
                  <a:lnTo>
                    <a:pt x="5633916" y="2207094"/>
                  </a:lnTo>
                  <a:lnTo>
                    <a:pt x="5578255" y="2244663"/>
                  </a:lnTo>
                  <a:lnTo>
                    <a:pt x="5518493" y="2278253"/>
                  </a:lnTo>
                  <a:lnTo>
                    <a:pt x="5453814" y="2308349"/>
                  </a:lnTo>
                  <a:lnTo>
                    <a:pt x="5383544" y="2335378"/>
                  </a:lnTo>
                  <a:lnTo>
                    <a:pt x="5307273" y="2359692"/>
                  </a:lnTo>
                  <a:lnTo>
                    <a:pt x="5225014" y="2381547"/>
                  </a:lnTo>
                  <a:lnTo>
                    <a:pt x="5137389" y="2401110"/>
                  </a:lnTo>
                  <a:lnTo>
                    <a:pt x="5045823" y="2418453"/>
                  </a:lnTo>
                  <a:lnTo>
                    <a:pt x="4952682" y="2433577"/>
                  </a:lnTo>
                  <a:lnTo>
                    <a:pt x="4861271" y="2446434"/>
                  </a:lnTo>
                  <a:lnTo>
                    <a:pt x="4775593" y="2456976"/>
                  </a:lnTo>
                  <a:lnTo>
                    <a:pt x="4699823" y="2465204"/>
                  </a:lnTo>
                  <a:lnTo>
                    <a:pt x="4637571" y="2471216"/>
                  </a:lnTo>
                  <a:lnTo>
                    <a:pt x="4591093" y="2475232"/>
                  </a:lnTo>
                  <a:lnTo>
                    <a:pt x="4560715" y="2477593"/>
                  </a:lnTo>
                  <a:lnTo>
                    <a:pt x="4544630" y="2478722"/>
                  </a:lnTo>
                  <a:lnTo>
                    <a:pt x="4539056" y="2479077"/>
                  </a:lnTo>
                  <a:lnTo>
                    <a:pt x="4538543" y="2479108"/>
                  </a:lnTo>
                  <a:lnTo>
                    <a:pt x="4016409" y="2479108"/>
                  </a:lnTo>
                  <a:lnTo>
                    <a:pt x="4015141" y="2479097"/>
                  </a:lnTo>
                  <a:lnTo>
                    <a:pt x="4006852" y="2479023"/>
                  </a:lnTo>
                  <a:lnTo>
                    <a:pt x="3986129" y="2478818"/>
                  </a:lnTo>
                  <a:lnTo>
                    <a:pt x="3949519" y="2478415"/>
                  </a:lnTo>
                  <a:lnTo>
                    <a:pt x="3895841" y="2477755"/>
                  </a:lnTo>
                  <a:lnTo>
                    <a:pt x="3826246" y="2476795"/>
                  </a:lnTo>
                  <a:lnTo>
                    <a:pt x="3743823" y="2475508"/>
                  </a:lnTo>
                  <a:lnTo>
                    <a:pt x="3652821" y="2473887"/>
                  </a:lnTo>
                  <a:lnTo>
                    <a:pt x="3557751" y="2471935"/>
                  </a:lnTo>
                  <a:lnTo>
                    <a:pt x="3462632" y="2469661"/>
                  </a:lnTo>
                  <a:lnTo>
                    <a:pt x="3370549" y="2467069"/>
                  </a:lnTo>
                  <a:lnTo>
                    <a:pt x="3283520" y="2464154"/>
                  </a:lnTo>
                  <a:lnTo>
                    <a:pt x="3202591" y="2460897"/>
                  </a:lnTo>
                  <a:lnTo>
                    <a:pt x="3128035" y="2457267"/>
                  </a:lnTo>
                  <a:lnTo>
                    <a:pt x="3059572" y="2453217"/>
                  </a:lnTo>
                  <a:lnTo>
                    <a:pt x="2996567" y="2448688"/>
                  </a:lnTo>
                  <a:lnTo>
                    <a:pt x="2938180" y="2443611"/>
                  </a:lnTo>
                  <a:lnTo>
                    <a:pt x="2883484" y="2437912"/>
                  </a:lnTo>
                  <a:lnTo>
                    <a:pt x="2831543" y="2431521"/>
                  </a:lnTo>
                  <a:lnTo>
                    <a:pt x="2781502" y="2424392"/>
                  </a:lnTo>
                  <a:lnTo>
                    <a:pt x="2770117" y="2422636"/>
                  </a:lnTo>
                  <a:lnTo>
                    <a:pt x="2716522" y="2413720"/>
                  </a:lnTo>
                  <a:lnTo>
                    <a:pt x="2663444" y="2403870"/>
                  </a:lnTo>
                  <a:lnTo>
                    <a:pt x="2610313" y="2393074"/>
                  </a:lnTo>
                  <a:lnTo>
                    <a:pt x="2556747" y="2381352"/>
                  </a:lnTo>
                  <a:lnTo>
                    <a:pt x="2502528" y="2368765"/>
                  </a:lnTo>
                  <a:lnTo>
                    <a:pt x="2447578" y="2355411"/>
                  </a:lnTo>
                  <a:lnTo>
                    <a:pt x="2391945" y="2341431"/>
                  </a:lnTo>
                  <a:lnTo>
                    <a:pt x="2335778" y="2326996"/>
                  </a:lnTo>
                  <a:lnTo>
                    <a:pt x="2279298" y="2312307"/>
                  </a:lnTo>
                  <a:lnTo>
                    <a:pt x="2222770" y="2297580"/>
                  </a:lnTo>
                  <a:lnTo>
                    <a:pt x="2166463" y="2283031"/>
                  </a:lnTo>
                  <a:lnTo>
                    <a:pt x="2110620" y="2268868"/>
                  </a:lnTo>
                  <a:lnTo>
                    <a:pt x="2055416" y="2255274"/>
                  </a:lnTo>
                  <a:lnTo>
                    <a:pt x="2000940" y="2242402"/>
                  </a:lnTo>
                  <a:lnTo>
                    <a:pt x="1947160" y="2230364"/>
                  </a:lnTo>
                  <a:lnTo>
                    <a:pt x="1893910" y="2219235"/>
                  </a:lnTo>
                  <a:lnTo>
                    <a:pt x="1840868" y="2209050"/>
                  </a:lnTo>
                  <a:lnTo>
                    <a:pt x="1787534" y="2199806"/>
                  </a:lnTo>
                  <a:lnTo>
                    <a:pt x="1768425" y="2196749"/>
                  </a:lnTo>
                  <a:lnTo>
                    <a:pt x="1718717" y="2189446"/>
                  </a:lnTo>
                  <a:lnTo>
                    <a:pt x="1667288" y="2182888"/>
                  </a:lnTo>
                  <a:lnTo>
                    <a:pt x="1613310" y="2177035"/>
                  </a:lnTo>
                  <a:lnTo>
                    <a:pt x="1555861" y="2171820"/>
                  </a:lnTo>
                  <a:lnTo>
                    <a:pt x="1494004" y="2167171"/>
                  </a:lnTo>
                  <a:lnTo>
                    <a:pt x="1426870" y="2163016"/>
                  </a:lnTo>
                  <a:lnTo>
                    <a:pt x="1353764" y="2159293"/>
                  </a:lnTo>
                  <a:lnTo>
                    <a:pt x="1274309" y="2155953"/>
                  </a:lnTo>
                  <a:lnTo>
                    <a:pt x="1188631" y="2152961"/>
                  </a:lnTo>
                  <a:lnTo>
                    <a:pt x="1097575" y="2150295"/>
                  </a:lnTo>
                  <a:lnTo>
                    <a:pt x="1002923" y="2147948"/>
                  </a:lnTo>
                  <a:lnTo>
                    <a:pt x="907514" y="2145921"/>
                  </a:lnTo>
                  <a:lnTo>
                    <a:pt x="815177" y="2144223"/>
                  </a:lnTo>
                  <a:lnTo>
                    <a:pt x="730368" y="2142858"/>
                  </a:lnTo>
                  <a:lnTo>
                    <a:pt x="657474" y="2141824"/>
                  </a:lnTo>
                  <a:lnTo>
                    <a:pt x="599930" y="2141098"/>
                  </a:lnTo>
                  <a:lnTo>
                    <a:pt x="559389" y="2140640"/>
                  </a:lnTo>
                  <a:lnTo>
                    <a:pt x="535219" y="2140395"/>
                  </a:lnTo>
                  <a:lnTo>
                    <a:pt x="524468" y="2140297"/>
                  </a:lnTo>
                  <a:lnTo>
                    <a:pt x="522133" y="2140277"/>
                  </a:lnTo>
                  <a:lnTo>
                    <a:pt x="0" y="2140277"/>
                  </a:lnTo>
                  <a:close/>
                </a:path>
              </a:pathLst>
            </a:custGeom>
            <a:solidFill>
              <a:srgbClr val="FFB3B5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1833" name="pl1833"/>
            <p:cNvSpPr/>
            <p:nvPr/>
          </p:nvSpPr>
          <p:spPr>
            <a:xfrm>
              <a:off x="386606" y="3551709"/>
              <a:ext cx="8554953" cy="2479108"/>
            </a:xfrm>
            <a:custGeom>
              <a:avLst/>
              <a:pathLst>
                <a:path w="8554953" h="2479108">
                  <a:moveTo>
                    <a:pt x="0" y="2140277"/>
                  </a:moveTo>
                  <a:lnTo>
                    <a:pt x="522133" y="2140277"/>
                  </a:lnTo>
                  <a:lnTo>
                    <a:pt x="523401" y="2140288"/>
                  </a:lnTo>
                  <a:lnTo>
                    <a:pt x="531690" y="2140362"/>
                  </a:lnTo>
                  <a:lnTo>
                    <a:pt x="552413" y="2140567"/>
                  </a:lnTo>
                  <a:lnTo>
                    <a:pt x="589023" y="2140970"/>
                  </a:lnTo>
                  <a:lnTo>
                    <a:pt x="642701" y="2141630"/>
                  </a:lnTo>
                  <a:lnTo>
                    <a:pt x="712296" y="2142590"/>
                  </a:lnTo>
                  <a:lnTo>
                    <a:pt x="794719" y="2143877"/>
                  </a:lnTo>
                  <a:lnTo>
                    <a:pt x="885721" y="2145498"/>
                  </a:lnTo>
                  <a:lnTo>
                    <a:pt x="980791" y="2147450"/>
                  </a:lnTo>
                  <a:lnTo>
                    <a:pt x="1075910" y="2149724"/>
                  </a:lnTo>
                  <a:lnTo>
                    <a:pt x="1167993" y="2152316"/>
                  </a:lnTo>
                  <a:lnTo>
                    <a:pt x="1255022" y="2155231"/>
                  </a:lnTo>
                  <a:lnTo>
                    <a:pt x="1335951" y="2158488"/>
                  </a:lnTo>
                  <a:lnTo>
                    <a:pt x="1410507" y="2162118"/>
                  </a:lnTo>
                  <a:lnTo>
                    <a:pt x="1478970" y="2166168"/>
                  </a:lnTo>
                  <a:lnTo>
                    <a:pt x="1541976" y="2170697"/>
                  </a:lnTo>
                  <a:lnTo>
                    <a:pt x="1600362" y="2175774"/>
                  </a:lnTo>
                  <a:lnTo>
                    <a:pt x="1655059" y="2181473"/>
                  </a:lnTo>
                  <a:lnTo>
                    <a:pt x="1706999" y="2187864"/>
                  </a:lnTo>
                  <a:lnTo>
                    <a:pt x="1757040" y="2194993"/>
                  </a:lnTo>
                  <a:lnTo>
                    <a:pt x="1768425" y="2196749"/>
                  </a:lnTo>
                  <a:lnTo>
                    <a:pt x="1822020" y="2205665"/>
                  </a:lnTo>
                  <a:lnTo>
                    <a:pt x="1875099" y="2215515"/>
                  </a:lnTo>
                  <a:lnTo>
                    <a:pt x="1928229" y="2226311"/>
                  </a:lnTo>
                  <a:lnTo>
                    <a:pt x="1981795" y="2238033"/>
                  </a:lnTo>
                  <a:lnTo>
                    <a:pt x="2036014" y="2250620"/>
                  </a:lnTo>
                  <a:lnTo>
                    <a:pt x="2090964" y="2263974"/>
                  </a:lnTo>
                  <a:lnTo>
                    <a:pt x="2146597" y="2277954"/>
                  </a:lnTo>
                  <a:lnTo>
                    <a:pt x="2202764" y="2292389"/>
                  </a:lnTo>
                  <a:lnTo>
                    <a:pt x="2259244" y="2307078"/>
                  </a:lnTo>
                  <a:lnTo>
                    <a:pt x="2315772" y="2321805"/>
                  </a:lnTo>
                  <a:lnTo>
                    <a:pt x="2372079" y="2336354"/>
                  </a:lnTo>
                  <a:lnTo>
                    <a:pt x="2427923" y="2350517"/>
                  </a:lnTo>
                  <a:lnTo>
                    <a:pt x="2483126" y="2364111"/>
                  </a:lnTo>
                  <a:lnTo>
                    <a:pt x="2537602" y="2376983"/>
                  </a:lnTo>
                  <a:lnTo>
                    <a:pt x="2591382" y="2389021"/>
                  </a:lnTo>
                  <a:lnTo>
                    <a:pt x="2644632" y="2400150"/>
                  </a:lnTo>
                  <a:lnTo>
                    <a:pt x="2697674" y="2410335"/>
                  </a:lnTo>
                  <a:lnTo>
                    <a:pt x="2751008" y="2419579"/>
                  </a:lnTo>
                  <a:lnTo>
                    <a:pt x="2770117" y="2422636"/>
                  </a:lnTo>
                  <a:lnTo>
                    <a:pt x="2819825" y="2429939"/>
                  </a:lnTo>
                  <a:lnTo>
                    <a:pt x="2871255" y="2436497"/>
                  </a:lnTo>
                  <a:lnTo>
                    <a:pt x="2925232" y="2442350"/>
                  </a:lnTo>
                  <a:lnTo>
                    <a:pt x="2982681" y="2447565"/>
                  </a:lnTo>
                  <a:lnTo>
                    <a:pt x="3044538" y="2452214"/>
                  </a:lnTo>
                  <a:lnTo>
                    <a:pt x="3111672" y="2456369"/>
                  </a:lnTo>
                  <a:lnTo>
                    <a:pt x="3184778" y="2460092"/>
                  </a:lnTo>
                  <a:lnTo>
                    <a:pt x="3264233" y="2463432"/>
                  </a:lnTo>
                  <a:lnTo>
                    <a:pt x="3349912" y="2466424"/>
                  </a:lnTo>
                  <a:lnTo>
                    <a:pt x="3440967" y="2469090"/>
                  </a:lnTo>
                  <a:lnTo>
                    <a:pt x="3535619" y="2471437"/>
                  </a:lnTo>
                  <a:lnTo>
                    <a:pt x="3631028" y="2473464"/>
                  </a:lnTo>
                  <a:lnTo>
                    <a:pt x="3723365" y="2475162"/>
                  </a:lnTo>
                  <a:lnTo>
                    <a:pt x="3808174" y="2476527"/>
                  </a:lnTo>
                  <a:lnTo>
                    <a:pt x="3881069" y="2477561"/>
                  </a:lnTo>
                  <a:lnTo>
                    <a:pt x="3938612" y="2478287"/>
                  </a:lnTo>
                  <a:lnTo>
                    <a:pt x="3979153" y="2478745"/>
                  </a:lnTo>
                  <a:lnTo>
                    <a:pt x="4003324" y="2478990"/>
                  </a:lnTo>
                  <a:lnTo>
                    <a:pt x="4014074" y="2479088"/>
                  </a:lnTo>
                  <a:lnTo>
                    <a:pt x="4016393" y="2479107"/>
                  </a:lnTo>
                  <a:lnTo>
                    <a:pt x="4016409" y="2479108"/>
                  </a:lnTo>
                  <a:lnTo>
                    <a:pt x="4538543" y="2479108"/>
                  </a:lnTo>
                  <a:lnTo>
                    <a:pt x="4539719" y="2479037"/>
                  </a:lnTo>
                  <a:lnTo>
                    <a:pt x="4547421" y="2478535"/>
                  </a:lnTo>
                  <a:lnTo>
                    <a:pt x="4566728" y="2477146"/>
                  </a:lnTo>
                  <a:lnTo>
                    <a:pt x="4600964" y="2474416"/>
                  </a:lnTo>
                  <a:lnTo>
                    <a:pt x="4651416" y="2469939"/>
                  </a:lnTo>
                  <a:lnTo>
                    <a:pt x="4717251" y="2463400"/>
                  </a:lnTo>
                  <a:lnTo>
                    <a:pt x="4795817" y="2454610"/>
                  </a:lnTo>
                  <a:lnTo>
                    <a:pt x="4883290" y="2443498"/>
                  </a:lnTo>
                  <a:lnTo>
                    <a:pt x="4975474" y="2430080"/>
                  </a:lnTo>
                  <a:lnTo>
                    <a:pt x="5068501" y="2414410"/>
                  </a:lnTo>
                  <a:lnTo>
                    <a:pt x="5159283" y="2396525"/>
                  </a:lnTo>
                  <a:lnTo>
                    <a:pt x="5245692" y="2376411"/>
                  </a:lnTo>
                  <a:lnTo>
                    <a:pt x="5326515" y="2353973"/>
                  </a:lnTo>
                  <a:lnTo>
                    <a:pt x="5401298" y="2329022"/>
                  </a:lnTo>
                  <a:lnTo>
                    <a:pt x="5470149" y="2301277"/>
                  </a:lnTo>
                  <a:lnTo>
                    <a:pt x="5533554" y="2270368"/>
                  </a:lnTo>
                  <a:lnTo>
                    <a:pt x="5592233" y="2235849"/>
                  </a:lnTo>
                  <a:lnTo>
                    <a:pt x="5647022" y="2197228"/>
                  </a:lnTo>
                  <a:lnTo>
                    <a:pt x="5698794" y="2154010"/>
                  </a:lnTo>
                  <a:lnTo>
                    <a:pt x="5748385" y="2105784"/>
                  </a:lnTo>
                  <a:lnTo>
                    <a:pt x="5784835" y="2065923"/>
                  </a:lnTo>
                  <a:lnTo>
                    <a:pt x="5823982" y="2019037"/>
                  </a:lnTo>
                  <a:lnTo>
                    <a:pt x="5862757" y="1968550"/>
                  </a:lnTo>
                  <a:lnTo>
                    <a:pt x="5901414" y="1914391"/>
                  </a:lnTo>
                  <a:lnTo>
                    <a:pt x="5940147" y="1856551"/>
                  </a:lnTo>
                  <a:lnTo>
                    <a:pt x="5979102" y="1795097"/>
                  </a:lnTo>
                  <a:lnTo>
                    <a:pt x="6018374" y="1730170"/>
                  </a:lnTo>
                  <a:lnTo>
                    <a:pt x="6058021" y="1661998"/>
                  </a:lnTo>
                  <a:lnTo>
                    <a:pt x="6098058" y="1590891"/>
                  </a:lnTo>
                  <a:lnTo>
                    <a:pt x="6138469" y="1517238"/>
                  </a:lnTo>
                  <a:lnTo>
                    <a:pt x="6179206" y="1441504"/>
                  </a:lnTo>
                  <a:lnTo>
                    <a:pt x="6220198" y="1364218"/>
                  </a:lnTo>
                  <a:lnTo>
                    <a:pt x="6261354" y="1285956"/>
                  </a:lnTo>
                  <a:lnTo>
                    <a:pt x="6302572" y="1207329"/>
                  </a:lnTo>
                  <a:lnTo>
                    <a:pt x="6343748" y="1128956"/>
                  </a:lnTo>
                  <a:lnTo>
                    <a:pt x="6384776" y="1051450"/>
                  </a:lnTo>
                  <a:lnTo>
                    <a:pt x="6425565" y="975395"/>
                  </a:lnTo>
                  <a:lnTo>
                    <a:pt x="6466039" y="901330"/>
                  </a:lnTo>
                  <a:lnTo>
                    <a:pt x="6506146" y="829732"/>
                  </a:lnTo>
                  <a:lnTo>
                    <a:pt x="6545863" y="761005"/>
                  </a:lnTo>
                  <a:lnTo>
                    <a:pt x="6585200" y="695474"/>
                  </a:lnTo>
                  <a:lnTo>
                    <a:pt x="6624206" y="633380"/>
                  </a:lnTo>
                  <a:lnTo>
                    <a:pt x="6662970" y="574881"/>
                  </a:lnTo>
                  <a:lnTo>
                    <a:pt x="6701627" y="520057"/>
                  </a:lnTo>
                  <a:lnTo>
                    <a:pt x="6740364" y="468911"/>
                  </a:lnTo>
                  <a:lnTo>
                    <a:pt x="6779423" y="421383"/>
                  </a:lnTo>
                  <a:lnTo>
                    <a:pt x="6786527" y="413184"/>
                  </a:lnTo>
                  <a:lnTo>
                    <a:pt x="6834963" y="361033"/>
                  </a:lnTo>
                  <a:lnTo>
                    <a:pt x="6885015" y="314063"/>
                  </a:lnTo>
                  <a:lnTo>
                    <a:pt x="6937446" y="272014"/>
                  </a:lnTo>
                  <a:lnTo>
                    <a:pt x="6993107" y="234444"/>
                  </a:lnTo>
                  <a:lnTo>
                    <a:pt x="7052869" y="200854"/>
                  </a:lnTo>
                  <a:lnTo>
                    <a:pt x="7117548" y="170758"/>
                  </a:lnTo>
                  <a:lnTo>
                    <a:pt x="7187818" y="143729"/>
                  </a:lnTo>
                  <a:lnTo>
                    <a:pt x="7264089" y="119416"/>
                  </a:lnTo>
                  <a:lnTo>
                    <a:pt x="7346348" y="97560"/>
                  </a:lnTo>
                  <a:lnTo>
                    <a:pt x="7433973" y="77997"/>
                  </a:lnTo>
                  <a:lnTo>
                    <a:pt x="7525539" y="60654"/>
                  </a:lnTo>
                  <a:lnTo>
                    <a:pt x="7618680" y="45531"/>
                  </a:lnTo>
                  <a:lnTo>
                    <a:pt x="7710090" y="32673"/>
                  </a:lnTo>
                  <a:lnTo>
                    <a:pt x="7795769" y="22131"/>
                  </a:lnTo>
                  <a:lnTo>
                    <a:pt x="7871539" y="13903"/>
                  </a:lnTo>
                  <a:lnTo>
                    <a:pt x="7933791" y="7891"/>
                  </a:lnTo>
                  <a:lnTo>
                    <a:pt x="7980269" y="3875"/>
                  </a:lnTo>
                  <a:lnTo>
                    <a:pt x="8010647" y="1514"/>
                  </a:lnTo>
                  <a:lnTo>
                    <a:pt x="8026732" y="385"/>
                  </a:lnTo>
                  <a:lnTo>
                    <a:pt x="8032306" y="30"/>
                  </a:lnTo>
                  <a:lnTo>
                    <a:pt x="8032819" y="0"/>
                  </a:lnTo>
                  <a:lnTo>
                    <a:pt x="8554953" y="0"/>
                  </a:lnTo>
                  <a:lnTo>
                    <a:pt x="8554953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834" name="pl1834"/>
            <p:cNvSpPr/>
            <p:nvPr/>
          </p:nvSpPr>
          <p:spPr>
            <a:xfrm>
              <a:off x="386606" y="3546062"/>
              <a:ext cx="8554953" cy="2479108"/>
            </a:xfrm>
            <a:custGeom>
              <a:avLst/>
              <a:pathLst>
                <a:path w="8554953" h="2479108">
                  <a:moveTo>
                    <a:pt x="8554953" y="0"/>
                  </a:moveTo>
                  <a:lnTo>
                    <a:pt x="8032819" y="0"/>
                  </a:lnTo>
                  <a:lnTo>
                    <a:pt x="8031643" y="70"/>
                  </a:lnTo>
                  <a:lnTo>
                    <a:pt x="8023941" y="572"/>
                  </a:lnTo>
                  <a:lnTo>
                    <a:pt x="8004634" y="1961"/>
                  </a:lnTo>
                  <a:lnTo>
                    <a:pt x="7970398" y="4691"/>
                  </a:lnTo>
                  <a:lnTo>
                    <a:pt x="7919946" y="9168"/>
                  </a:lnTo>
                  <a:lnTo>
                    <a:pt x="7854111" y="15707"/>
                  </a:lnTo>
                  <a:lnTo>
                    <a:pt x="7775545" y="24498"/>
                  </a:lnTo>
                  <a:lnTo>
                    <a:pt x="7688072" y="35610"/>
                  </a:lnTo>
                  <a:lnTo>
                    <a:pt x="7595888" y="49027"/>
                  </a:lnTo>
                  <a:lnTo>
                    <a:pt x="7502861" y="64697"/>
                  </a:lnTo>
                  <a:lnTo>
                    <a:pt x="7412079" y="82582"/>
                  </a:lnTo>
                  <a:lnTo>
                    <a:pt x="7325670" y="102696"/>
                  </a:lnTo>
                  <a:lnTo>
                    <a:pt x="7244846" y="125135"/>
                  </a:lnTo>
                  <a:lnTo>
                    <a:pt x="7170064" y="150085"/>
                  </a:lnTo>
                  <a:lnTo>
                    <a:pt x="7101213" y="177830"/>
                  </a:lnTo>
                  <a:lnTo>
                    <a:pt x="7037808" y="208739"/>
                  </a:lnTo>
                  <a:lnTo>
                    <a:pt x="6979129" y="243258"/>
                  </a:lnTo>
                  <a:lnTo>
                    <a:pt x="6924340" y="281879"/>
                  </a:lnTo>
                  <a:lnTo>
                    <a:pt x="6872568" y="325097"/>
                  </a:lnTo>
                  <a:lnTo>
                    <a:pt x="6822977" y="373323"/>
                  </a:lnTo>
                  <a:lnTo>
                    <a:pt x="6786527" y="413184"/>
                  </a:lnTo>
                  <a:lnTo>
                    <a:pt x="6747380" y="460070"/>
                  </a:lnTo>
                  <a:lnTo>
                    <a:pt x="6708605" y="510557"/>
                  </a:lnTo>
                  <a:lnTo>
                    <a:pt x="6669948" y="564716"/>
                  </a:lnTo>
                  <a:lnTo>
                    <a:pt x="6631214" y="622556"/>
                  </a:lnTo>
                  <a:lnTo>
                    <a:pt x="6592260" y="684010"/>
                  </a:lnTo>
                  <a:lnTo>
                    <a:pt x="6552988" y="748937"/>
                  </a:lnTo>
                  <a:lnTo>
                    <a:pt x="6513341" y="817109"/>
                  </a:lnTo>
                  <a:lnTo>
                    <a:pt x="6473304" y="888216"/>
                  </a:lnTo>
                  <a:lnTo>
                    <a:pt x="6432893" y="961870"/>
                  </a:lnTo>
                  <a:lnTo>
                    <a:pt x="6392156" y="1037603"/>
                  </a:lnTo>
                  <a:lnTo>
                    <a:pt x="6351164" y="1114890"/>
                  </a:lnTo>
                  <a:lnTo>
                    <a:pt x="6310008" y="1193151"/>
                  </a:lnTo>
                  <a:lnTo>
                    <a:pt x="6268790" y="1271778"/>
                  </a:lnTo>
                  <a:lnTo>
                    <a:pt x="6227614" y="1350151"/>
                  </a:lnTo>
                  <a:lnTo>
                    <a:pt x="6186586" y="1427657"/>
                  </a:lnTo>
                  <a:lnTo>
                    <a:pt x="6145797" y="1503712"/>
                  </a:lnTo>
                  <a:lnTo>
                    <a:pt x="6105323" y="1577777"/>
                  </a:lnTo>
                  <a:lnTo>
                    <a:pt x="6065216" y="1649375"/>
                  </a:lnTo>
                  <a:lnTo>
                    <a:pt x="6025499" y="1718102"/>
                  </a:lnTo>
                  <a:lnTo>
                    <a:pt x="5986162" y="1783633"/>
                  </a:lnTo>
                  <a:lnTo>
                    <a:pt x="5947156" y="1845727"/>
                  </a:lnTo>
                  <a:lnTo>
                    <a:pt x="5908392" y="1904226"/>
                  </a:lnTo>
                  <a:lnTo>
                    <a:pt x="5869735" y="1959051"/>
                  </a:lnTo>
                  <a:lnTo>
                    <a:pt x="5830998" y="2010196"/>
                  </a:lnTo>
                  <a:lnTo>
                    <a:pt x="5791939" y="2057724"/>
                  </a:lnTo>
                  <a:lnTo>
                    <a:pt x="5784835" y="2065923"/>
                  </a:lnTo>
                  <a:lnTo>
                    <a:pt x="5736399" y="2118074"/>
                  </a:lnTo>
                  <a:lnTo>
                    <a:pt x="5686347" y="2165044"/>
                  </a:lnTo>
                  <a:lnTo>
                    <a:pt x="5633916" y="2207094"/>
                  </a:lnTo>
                  <a:lnTo>
                    <a:pt x="5578255" y="2244663"/>
                  </a:lnTo>
                  <a:lnTo>
                    <a:pt x="5518493" y="2278253"/>
                  </a:lnTo>
                  <a:lnTo>
                    <a:pt x="5453814" y="2308349"/>
                  </a:lnTo>
                  <a:lnTo>
                    <a:pt x="5383544" y="2335378"/>
                  </a:lnTo>
                  <a:lnTo>
                    <a:pt x="5307273" y="2359692"/>
                  </a:lnTo>
                  <a:lnTo>
                    <a:pt x="5225014" y="2381547"/>
                  </a:lnTo>
                  <a:lnTo>
                    <a:pt x="5137389" y="2401110"/>
                  </a:lnTo>
                  <a:lnTo>
                    <a:pt x="5045823" y="2418453"/>
                  </a:lnTo>
                  <a:lnTo>
                    <a:pt x="4952682" y="2433577"/>
                  </a:lnTo>
                  <a:lnTo>
                    <a:pt x="4861271" y="2446434"/>
                  </a:lnTo>
                  <a:lnTo>
                    <a:pt x="4775593" y="2456976"/>
                  </a:lnTo>
                  <a:lnTo>
                    <a:pt x="4699823" y="2465204"/>
                  </a:lnTo>
                  <a:lnTo>
                    <a:pt x="4637571" y="2471216"/>
                  </a:lnTo>
                  <a:lnTo>
                    <a:pt x="4591093" y="2475232"/>
                  </a:lnTo>
                  <a:lnTo>
                    <a:pt x="4560715" y="2477593"/>
                  </a:lnTo>
                  <a:lnTo>
                    <a:pt x="4544630" y="2478722"/>
                  </a:lnTo>
                  <a:lnTo>
                    <a:pt x="4539056" y="2479077"/>
                  </a:lnTo>
                  <a:lnTo>
                    <a:pt x="4538543" y="2479108"/>
                  </a:lnTo>
                  <a:lnTo>
                    <a:pt x="4016409" y="2479108"/>
                  </a:lnTo>
                  <a:lnTo>
                    <a:pt x="4015141" y="2479097"/>
                  </a:lnTo>
                  <a:lnTo>
                    <a:pt x="4006852" y="2479023"/>
                  </a:lnTo>
                  <a:lnTo>
                    <a:pt x="3986129" y="2478818"/>
                  </a:lnTo>
                  <a:lnTo>
                    <a:pt x="3949519" y="2478415"/>
                  </a:lnTo>
                  <a:lnTo>
                    <a:pt x="3895841" y="2477755"/>
                  </a:lnTo>
                  <a:lnTo>
                    <a:pt x="3826246" y="2476795"/>
                  </a:lnTo>
                  <a:lnTo>
                    <a:pt x="3743823" y="2475508"/>
                  </a:lnTo>
                  <a:lnTo>
                    <a:pt x="3652821" y="2473887"/>
                  </a:lnTo>
                  <a:lnTo>
                    <a:pt x="3557751" y="2471935"/>
                  </a:lnTo>
                  <a:lnTo>
                    <a:pt x="3462632" y="2469661"/>
                  </a:lnTo>
                  <a:lnTo>
                    <a:pt x="3370549" y="2467069"/>
                  </a:lnTo>
                  <a:lnTo>
                    <a:pt x="3283520" y="2464154"/>
                  </a:lnTo>
                  <a:lnTo>
                    <a:pt x="3202591" y="2460897"/>
                  </a:lnTo>
                  <a:lnTo>
                    <a:pt x="3128035" y="2457267"/>
                  </a:lnTo>
                  <a:lnTo>
                    <a:pt x="3059572" y="2453217"/>
                  </a:lnTo>
                  <a:lnTo>
                    <a:pt x="2996567" y="2448688"/>
                  </a:lnTo>
                  <a:lnTo>
                    <a:pt x="2938180" y="2443611"/>
                  </a:lnTo>
                  <a:lnTo>
                    <a:pt x="2883484" y="2437912"/>
                  </a:lnTo>
                  <a:lnTo>
                    <a:pt x="2831543" y="2431521"/>
                  </a:lnTo>
                  <a:lnTo>
                    <a:pt x="2781502" y="2424392"/>
                  </a:lnTo>
                  <a:lnTo>
                    <a:pt x="2770117" y="2422636"/>
                  </a:lnTo>
                  <a:lnTo>
                    <a:pt x="2716522" y="2413720"/>
                  </a:lnTo>
                  <a:lnTo>
                    <a:pt x="2663444" y="2403870"/>
                  </a:lnTo>
                  <a:lnTo>
                    <a:pt x="2610313" y="2393074"/>
                  </a:lnTo>
                  <a:lnTo>
                    <a:pt x="2556747" y="2381352"/>
                  </a:lnTo>
                  <a:lnTo>
                    <a:pt x="2502528" y="2368765"/>
                  </a:lnTo>
                  <a:lnTo>
                    <a:pt x="2447578" y="2355411"/>
                  </a:lnTo>
                  <a:lnTo>
                    <a:pt x="2391945" y="2341431"/>
                  </a:lnTo>
                  <a:lnTo>
                    <a:pt x="2335778" y="2326996"/>
                  </a:lnTo>
                  <a:lnTo>
                    <a:pt x="2279298" y="2312307"/>
                  </a:lnTo>
                  <a:lnTo>
                    <a:pt x="2222770" y="2297580"/>
                  </a:lnTo>
                  <a:lnTo>
                    <a:pt x="2166463" y="2283031"/>
                  </a:lnTo>
                  <a:lnTo>
                    <a:pt x="2110620" y="2268868"/>
                  </a:lnTo>
                  <a:lnTo>
                    <a:pt x="2055416" y="2255274"/>
                  </a:lnTo>
                  <a:lnTo>
                    <a:pt x="2000940" y="2242402"/>
                  </a:lnTo>
                  <a:lnTo>
                    <a:pt x="1947160" y="2230364"/>
                  </a:lnTo>
                  <a:lnTo>
                    <a:pt x="1893910" y="2219235"/>
                  </a:lnTo>
                  <a:lnTo>
                    <a:pt x="1840868" y="2209050"/>
                  </a:lnTo>
                  <a:lnTo>
                    <a:pt x="1787534" y="2199806"/>
                  </a:lnTo>
                  <a:lnTo>
                    <a:pt x="1768425" y="2196749"/>
                  </a:lnTo>
                  <a:lnTo>
                    <a:pt x="1718717" y="2189446"/>
                  </a:lnTo>
                  <a:lnTo>
                    <a:pt x="1667288" y="2182888"/>
                  </a:lnTo>
                  <a:lnTo>
                    <a:pt x="1613310" y="2177035"/>
                  </a:lnTo>
                  <a:lnTo>
                    <a:pt x="1555861" y="2171820"/>
                  </a:lnTo>
                  <a:lnTo>
                    <a:pt x="1494004" y="2167171"/>
                  </a:lnTo>
                  <a:lnTo>
                    <a:pt x="1426870" y="2163016"/>
                  </a:lnTo>
                  <a:lnTo>
                    <a:pt x="1353764" y="2159293"/>
                  </a:lnTo>
                  <a:lnTo>
                    <a:pt x="1274309" y="2155953"/>
                  </a:lnTo>
                  <a:lnTo>
                    <a:pt x="1188631" y="2152961"/>
                  </a:lnTo>
                  <a:lnTo>
                    <a:pt x="1097575" y="2150295"/>
                  </a:lnTo>
                  <a:lnTo>
                    <a:pt x="1002923" y="2147948"/>
                  </a:lnTo>
                  <a:lnTo>
                    <a:pt x="907514" y="2145921"/>
                  </a:lnTo>
                  <a:lnTo>
                    <a:pt x="815177" y="2144223"/>
                  </a:lnTo>
                  <a:lnTo>
                    <a:pt x="730368" y="2142858"/>
                  </a:lnTo>
                  <a:lnTo>
                    <a:pt x="657474" y="2141824"/>
                  </a:lnTo>
                  <a:lnTo>
                    <a:pt x="599930" y="2141098"/>
                  </a:lnTo>
                  <a:lnTo>
                    <a:pt x="559389" y="2140640"/>
                  </a:lnTo>
                  <a:lnTo>
                    <a:pt x="535219" y="2140395"/>
                  </a:lnTo>
                  <a:lnTo>
                    <a:pt x="524468" y="2140297"/>
                  </a:lnTo>
                  <a:lnTo>
                    <a:pt x="522149" y="2140277"/>
                  </a:lnTo>
                  <a:lnTo>
                    <a:pt x="522133" y="2140277"/>
                  </a:lnTo>
                  <a:lnTo>
                    <a:pt x="0" y="2140277"/>
                  </a:lnTo>
                  <a:lnTo>
                    <a:pt x="0" y="2140277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835" name="pg1835"/>
            <p:cNvSpPr/>
            <p:nvPr/>
          </p:nvSpPr>
          <p:spPr>
            <a:xfrm>
              <a:off x="386606" y="2309332"/>
              <a:ext cx="8554953" cy="3331830"/>
            </a:xfrm>
            <a:custGeom>
              <a:avLst/>
              <a:pathLst>
                <a:path w="8554953" h="3331830">
                  <a:moveTo>
                    <a:pt x="0" y="3331830"/>
                  </a:moveTo>
                  <a:lnTo>
                    <a:pt x="522133" y="3331830"/>
                  </a:lnTo>
                  <a:lnTo>
                    <a:pt x="523245" y="3331741"/>
                  </a:lnTo>
                  <a:lnTo>
                    <a:pt x="530540" y="3331106"/>
                  </a:lnTo>
                  <a:lnTo>
                    <a:pt x="548859" y="3329350"/>
                  </a:lnTo>
                  <a:lnTo>
                    <a:pt x="581428" y="3325896"/>
                  </a:lnTo>
                  <a:lnTo>
                    <a:pt x="629597" y="3320224"/>
                  </a:lnTo>
                  <a:lnTo>
                    <a:pt x="692739" y="3311924"/>
                  </a:lnTo>
                  <a:lnTo>
                    <a:pt x="768501" y="3300739"/>
                  </a:lnTo>
                  <a:lnTo>
                    <a:pt x="853361" y="3286564"/>
                  </a:lnTo>
                  <a:lnTo>
                    <a:pt x="943356" y="3269408"/>
                  </a:lnTo>
                  <a:lnTo>
                    <a:pt x="1034744" y="3249335"/>
                  </a:lnTo>
                  <a:lnTo>
                    <a:pt x="1124457" y="3226401"/>
                  </a:lnTo>
                  <a:lnTo>
                    <a:pt x="1210303" y="3200603"/>
                  </a:lnTo>
                  <a:lnTo>
                    <a:pt x="1290960" y="3171846"/>
                  </a:lnTo>
                  <a:lnTo>
                    <a:pt x="1365850" y="3139919"/>
                  </a:lnTo>
                  <a:lnTo>
                    <a:pt x="1434956" y="3104496"/>
                  </a:lnTo>
                  <a:lnTo>
                    <a:pt x="1498660" y="3065138"/>
                  </a:lnTo>
                  <a:lnTo>
                    <a:pt x="1557587" y="3021306"/>
                  </a:lnTo>
                  <a:lnTo>
                    <a:pt x="1612506" y="2972389"/>
                  </a:lnTo>
                  <a:lnTo>
                    <a:pt x="1664237" y="2917754"/>
                  </a:lnTo>
                  <a:lnTo>
                    <a:pt x="1713589" y="2856826"/>
                  </a:lnTo>
                  <a:lnTo>
                    <a:pt x="1761298" y="2789238"/>
                  </a:lnTo>
                  <a:lnTo>
                    <a:pt x="1768425" y="2778408"/>
                  </a:lnTo>
                  <a:lnTo>
                    <a:pt x="1803361" y="2722630"/>
                  </a:lnTo>
                  <a:lnTo>
                    <a:pt x="1837977" y="2663029"/>
                  </a:lnTo>
                  <a:lnTo>
                    <a:pt x="1872461" y="2599524"/>
                  </a:lnTo>
                  <a:lnTo>
                    <a:pt x="1906960" y="2532092"/>
                  </a:lnTo>
                  <a:lnTo>
                    <a:pt x="1941591" y="2460767"/>
                  </a:lnTo>
                  <a:lnTo>
                    <a:pt x="1976438" y="2385649"/>
                  </a:lnTo>
                  <a:lnTo>
                    <a:pt x="2011558" y="2306906"/>
                  </a:lnTo>
                  <a:lnTo>
                    <a:pt x="2046982" y="2224775"/>
                  </a:lnTo>
                  <a:lnTo>
                    <a:pt x="2082717" y="2139566"/>
                  </a:lnTo>
                  <a:lnTo>
                    <a:pt x="2118749" y="2051656"/>
                  </a:lnTo>
                  <a:lnTo>
                    <a:pt x="2155044" y="1961486"/>
                  </a:lnTo>
                  <a:lnTo>
                    <a:pt x="2191555" y="1869549"/>
                  </a:lnTo>
                  <a:lnTo>
                    <a:pt x="2228218" y="1776386"/>
                  </a:lnTo>
                  <a:lnTo>
                    <a:pt x="2264966" y="1682565"/>
                  </a:lnTo>
                  <a:lnTo>
                    <a:pt x="2301722" y="1588676"/>
                  </a:lnTo>
                  <a:lnTo>
                    <a:pt x="2338412" y="1495306"/>
                  </a:lnTo>
                  <a:lnTo>
                    <a:pt x="2374964" y="1403032"/>
                  </a:lnTo>
                  <a:lnTo>
                    <a:pt x="2411314" y="1312402"/>
                  </a:lnTo>
                  <a:lnTo>
                    <a:pt x="2447412" y="1223921"/>
                  </a:lnTo>
                  <a:lnTo>
                    <a:pt x="2483218" y="1138043"/>
                  </a:lnTo>
                  <a:lnTo>
                    <a:pt x="2518715" y="1055161"/>
                  </a:lnTo>
                  <a:lnTo>
                    <a:pt x="2553904" y="975600"/>
                  </a:lnTo>
                  <a:lnTo>
                    <a:pt x="2588811" y="899615"/>
                  </a:lnTo>
                  <a:lnTo>
                    <a:pt x="2623486" y="827391"/>
                  </a:lnTo>
                  <a:lnTo>
                    <a:pt x="2658007" y="759042"/>
                  </a:lnTo>
                  <a:lnTo>
                    <a:pt x="2692482" y="694618"/>
                  </a:lnTo>
                  <a:lnTo>
                    <a:pt x="2727053" y="634107"/>
                  </a:lnTo>
                  <a:lnTo>
                    <a:pt x="2761895" y="577443"/>
                  </a:lnTo>
                  <a:lnTo>
                    <a:pt x="2770117" y="564717"/>
                  </a:lnTo>
                  <a:lnTo>
                    <a:pt x="2817632" y="496110"/>
                  </a:lnTo>
                  <a:lnTo>
                    <a:pt x="2866691" y="434189"/>
                  </a:lnTo>
                  <a:lnTo>
                    <a:pt x="2918010" y="378633"/>
                  </a:lnTo>
                  <a:lnTo>
                    <a:pt x="2972392" y="328890"/>
                  </a:lnTo>
                  <a:lnTo>
                    <a:pt x="3030661" y="284328"/>
                  </a:lnTo>
                  <a:lnTo>
                    <a:pt x="3093596" y="244328"/>
                  </a:lnTo>
                  <a:lnTo>
                    <a:pt x="3161851" y="208340"/>
                  </a:lnTo>
                  <a:lnTo>
                    <a:pt x="3235853" y="175907"/>
                  </a:lnTo>
                  <a:lnTo>
                    <a:pt x="3315658" y="146686"/>
                  </a:lnTo>
                  <a:lnTo>
                    <a:pt x="3400782" y="120449"/>
                  </a:lnTo>
                  <a:lnTo>
                    <a:pt x="3490028" y="97083"/>
                  </a:lnTo>
                  <a:lnTo>
                    <a:pt x="3581339" y="76573"/>
                  </a:lnTo>
                  <a:lnTo>
                    <a:pt x="3671773" y="58970"/>
                  </a:lnTo>
                  <a:lnTo>
                    <a:pt x="3757667" y="44341"/>
                  </a:lnTo>
                  <a:lnTo>
                    <a:pt x="3835054" y="32706"/>
                  </a:lnTo>
                  <a:lnTo>
                    <a:pt x="3900297" y="23982"/>
                  </a:lnTo>
                  <a:lnTo>
                    <a:pt x="3950823" y="17934"/>
                  </a:lnTo>
                  <a:lnTo>
                    <a:pt x="3985719" y="14175"/>
                  </a:lnTo>
                  <a:lnTo>
                    <a:pt x="4006034" y="12198"/>
                  </a:lnTo>
                  <a:lnTo>
                    <a:pt x="4014725" y="11430"/>
                  </a:lnTo>
                  <a:lnTo>
                    <a:pt x="4016409" y="11294"/>
                  </a:lnTo>
                  <a:lnTo>
                    <a:pt x="4538543" y="11294"/>
                  </a:lnTo>
                  <a:lnTo>
                    <a:pt x="4539668" y="11380"/>
                  </a:lnTo>
                  <a:lnTo>
                    <a:pt x="4547044" y="11992"/>
                  </a:lnTo>
                  <a:lnTo>
                    <a:pt x="4565560" y="13684"/>
                  </a:lnTo>
                  <a:lnTo>
                    <a:pt x="4598463" y="17012"/>
                  </a:lnTo>
                  <a:lnTo>
                    <a:pt x="4647090" y="22476"/>
                  </a:lnTo>
                  <a:lnTo>
                    <a:pt x="4710775" y="30468"/>
                  </a:lnTo>
                  <a:lnTo>
                    <a:pt x="4787104" y="41232"/>
                  </a:lnTo>
                  <a:lnTo>
                    <a:pt x="4872497" y="54867"/>
                  </a:lnTo>
                  <a:lnTo>
                    <a:pt x="4962942" y="71363"/>
                  </a:lnTo>
                  <a:lnTo>
                    <a:pt x="5054669" y="90655"/>
                  </a:lnTo>
                  <a:lnTo>
                    <a:pt x="5144608" y="112692"/>
                  </a:lnTo>
                  <a:lnTo>
                    <a:pt x="5230576" y="137479"/>
                  </a:lnTo>
                  <a:lnTo>
                    <a:pt x="5311273" y="165114"/>
                  </a:lnTo>
                  <a:lnTo>
                    <a:pt x="5386145" y="195804"/>
                  </a:lnTo>
                  <a:lnTo>
                    <a:pt x="5455202" y="229869"/>
                  </a:lnTo>
                  <a:lnTo>
                    <a:pt x="5518845" y="267739"/>
                  </a:lnTo>
                  <a:lnTo>
                    <a:pt x="5577720" y="309937"/>
                  </a:lnTo>
                  <a:lnTo>
                    <a:pt x="5632609" y="357056"/>
                  </a:lnTo>
                  <a:lnTo>
                    <a:pt x="5684342" y="409705"/>
                  </a:lnTo>
                  <a:lnTo>
                    <a:pt x="5733737" y="468427"/>
                  </a:lnTo>
                  <a:lnTo>
                    <a:pt x="5781527" y="533554"/>
                  </a:lnTo>
                  <a:lnTo>
                    <a:pt x="5784835" y="538363"/>
                  </a:lnTo>
                  <a:lnTo>
                    <a:pt x="5820475" y="592599"/>
                  </a:lnTo>
                  <a:lnTo>
                    <a:pt x="5855787" y="650628"/>
                  </a:lnTo>
                  <a:lnTo>
                    <a:pt x="5890968" y="712529"/>
                  </a:lnTo>
                  <a:lnTo>
                    <a:pt x="5926173" y="778323"/>
                  </a:lnTo>
                  <a:lnTo>
                    <a:pt x="5961524" y="847970"/>
                  </a:lnTo>
                  <a:lnTo>
                    <a:pt x="5997106" y="921363"/>
                  </a:lnTo>
                  <a:lnTo>
                    <a:pt x="6032978" y="998326"/>
                  </a:lnTo>
                  <a:lnTo>
                    <a:pt x="6069169" y="1078608"/>
                  </a:lnTo>
                  <a:lnTo>
                    <a:pt x="6105682" y="1161885"/>
                  </a:lnTo>
                  <a:lnTo>
                    <a:pt x="6142500" y="1247764"/>
                  </a:lnTo>
                  <a:lnTo>
                    <a:pt x="6179582" y="1335789"/>
                  </a:lnTo>
                  <a:lnTo>
                    <a:pt x="6216876" y="1425448"/>
                  </a:lnTo>
                  <a:lnTo>
                    <a:pt x="6254311" y="1516189"/>
                  </a:lnTo>
                  <a:lnTo>
                    <a:pt x="6291814" y="1607429"/>
                  </a:lnTo>
                  <a:lnTo>
                    <a:pt x="6329303" y="1698570"/>
                  </a:lnTo>
                  <a:lnTo>
                    <a:pt x="6366701" y="1789021"/>
                  </a:lnTo>
                  <a:lnTo>
                    <a:pt x="6403932" y="1878205"/>
                  </a:lnTo>
                  <a:lnTo>
                    <a:pt x="6440933" y="1965582"/>
                  </a:lnTo>
                  <a:lnTo>
                    <a:pt x="6477654" y="2050657"/>
                  </a:lnTo>
                  <a:lnTo>
                    <a:pt x="6514063" y="2132995"/>
                  </a:lnTo>
                  <a:lnTo>
                    <a:pt x="6550148" y="2212223"/>
                  </a:lnTo>
                  <a:lnTo>
                    <a:pt x="6585921" y="2288043"/>
                  </a:lnTo>
                  <a:lnTo>
                    <a:pt x="6621420" y="2360228"/>
                  </a:lnTo>
                  <a:lnTo>
                    <a:pt x="6656712" y="2428623"/>
                  </a:lnTo>
                  <a:lnTo>
                    <a:pt x="6691894" y="2493145"/>
                  </a:lnTo>
                  <a:lnTo>
                    <a:pt x="6727099" y="2553774"/>
                  </a:lnTo>
                  <a:lnTo>
                    <a:pt x="6762494" y="2610552"/>
                  </a:lnTo>
                  <a:lnTo>
                    <a:pt x="6786527" y="2646640"/>
                  </a:lnTo>
                  <a:lnTo>
                    <a:pt x="6834228" y="2712220"/>
                  </a:lnTo>
                  <a:lnTo>
                    <a:pt x="6883488" y="2771384"/>
                  </a:lnTo>
                  <a:lnTo>
                    <a:pt x="6935032" y="2824442"/>
                  </a:lnTo>
                  <a:lnTo>
                    <a:pt x="6989672" y="2871929"/>
                  </a:lnTo>
                  <a:lnTo>
                    <a:pt x="7048241" y="2914453"/>
                  </a:lnTo>
                  <a:lnTo>
                    <a:pt x="7111526" y="2952608"/>
                  </a:lnTo>
                  <a:lnTo>
                    <a:pt x="7180187" y="2986925"/>
                  </a:lnTo>
                  <a:lnTo>
                    <a:pt x="7254645" y="3017840"/>
                  </a:lnTo>
                  <a:lnTo>
                    <a:pt x="7334944" y="3045681"/>
                  </a:lnTo>
                  <a:lnTo>
                    <a:pt x="7420576" y="3070663"/>
                  </a:lnTo>
                  <a:lnTo>
                    <a:pt x="7510296" y="3092892"/>
                  </a:lnTo>
                  <a:lnTo>
                    <a:pt x="7601988" y="3112378"/>
                  </a:lnTo>
                  <a:lnTo>
                    <a:pt x="7692640" y="3129072"/>
                  </a:lnTo>
                  <a:lnTo>
                    <a:pt x="7778518" y="3142909"/>
                  </a:lnTo>
                  <a:lnTo>
                    <a:pt x="7855609" y="3153873"/>
                  </a:lnTo>
                  <a:lnTo>
                    <a:pt x="7920277" y="3162053"/>
                  </a:lnTo>
                  <a:lnTo>
                    <a:pt x="7970004" y="3167683"/>
                  </a:lnTo>
                  <a:lnTo>
                    <a:pt x="8003990" y="3171146"/>
                  </a:lnTo>
                  <a:lnTo>
                    <a:pt x="8023430" y="3172935"/>
                  </a:lnTo>
                  <a:lnTo>
                    <a:pt x="8031446" y="3173604"/>
                  </a:lnTo>
                  <a:lnTo>
                    <a:pt x="8032819" y="3173710"/>
                  </a:lnTo>
                  <a:lnTo>
                    <a:pt x="8554953" y="3173710"/>
                  </a:lnTo>
                  <a:lnTo>
                    <a:pt x="8554953" y="3162415"/>
                  </a:lnTo>
                  <a:lnTo>
                    <a:pt x="8032819" y="3162415"/>
                  </a:lnTo>
                  <a:lnTo>
                    <a:pt x="8031694" y="3162330"/>
                  </a:lnTo>
                  <a:lnTo>
                    <a:pt x="8024318" y="3161717"/>
                  </a:lnTo>
                  <a:lnTo>
                    <a:pt x="8005802" y="3160025"/>
                  </a:lnTo>
                  <a:lnTo>
                    <a:pt x="7972899" y="3156697"/>
                  </a:lnTo>
                  <a:lnTo>
                    <a:pt x="7924272" y="3151233"/>
                  </a:lnTo>
                  <a:lnTo>
                    <a:pt x="7860587" y="3143241"/>
                  </a:lnTo>
                  <a:lnTo>
                    <a:pt x="7784257" y="3132477"/>
                  </a:lnTo>
                  <a:lnTo>
                    <a:pt x="7698865" y="3118842"/>
                  </a:lnTo>
                  <a:lnTo>
                    <a:pt x="7608420" y="3102347"/>
                  </a:lnTo>
                  <a:lnTo>
                    <a:pt x="7516693" y="3083054"/>
                  </a:lnTo>
                  <a:lnTo>
                    <a:pt x="7426754" y="3061017"/>
                  </a:lnTo>
                  <a:lnTo>
                    <a:pt x="7340786" y="3036230"/>
                  </a:lnTo>
                  <a:lnTo>
                    <a:pt x="7260089" y="3008595"/>
                  </a:lnTo>
                  <a:lnTo>
                    <a:pt x="7185217" y="2977905"/>
                  </a:lnTo>
                  <a:lnTo>
                    <a:pt x="7116160" y="2943840"/>
                  </a:lnTo>
                  <a:lnTo>
                    <a:pt x="7052517" y="2905970"/>
                  </a:lnTo>
                  <a:lnTo>
                    <a:pt x="6993642" y="2863772"/>
                  </a:lnTo>
                  <a:lnTo>
                    <a:pt x="6938753" y="2816653"/>
                  </a:lnTo>
                  <a:lnTo>
                    <a:pt x="6887020" y="2764005"/>
                  </a:lnTo>
                  <a:lnTo>
                    <a:pt x="6837625" y="2705283"/>
                  </a:lnTo>
                  <a:lnTo>
                    <a:pt x="6789835" y="2640155"/>
                  </a:lnTo>
                  <a:lnTo>
                    <a:pt x="6786527" y="2635346"/>
                  </a:lnTo>
                  <a:lnTo>
                    <a:pt x="6750887" y="2581110"/>
                  </a:lnTo>
                  <a:lnTo>
                    <a:pt x="6715575" y="2523081"/>
                  </a:lnTo>
                  <a:lnTo>
                    <a:pt x="6680394" y="2461180"/>
                  </a:lnTo>
                  <a:lnTo>
                    <a:pt x="6645189" y="2395387"/>
                  </a:lnTo>
                  <a:lnTo>
                    <a:pt x="6609838" y="2325740"/>
                  </a:lnTo>
                  <a:lnTo>
                    <a:pt x="6574256" y="2252346"/>
                  </a:lnTo>
                  <a:lnTo>
                    <a:pt x="6538384" y="2175383"/>
                  </a:lnTo>
                  <a:lnTo>
                    <a:pt x="6502193" y="2095101"/>
                  </a:lnTo>
                  <a:lnTo>
                    <a:pt x="6465680" y="2011824"/>
                  </a:lnTo>
                  <a:lnTo>
                    <a:pt x="6428862" y="1925945"/>
                  </a:lnTo>
                  <a:lnTo>
                    <a:pt x="6391780" y="1837920"/>
                  </a:lnTo>
                  <a:lnTo>
                    <a:pt x="6354486" y="1748261"/>
                  </a:lnTo>
                  <a:lnTo>
                    <a:pt x="6317051" y="1657520"/>
                  </a:lnTo>
                  <a:lnTo>
                    <a:pt x="6279548" y="1566280"/>
                  </a:lnTo>
                  <a:lnTo>
                    <a:pt x="6242059" y="1475139"/>
                  </a:lnTo>
                  <a:lnTo>
                    <a:pt x="6204661" y="1384688"/>
                  </a:lnTo>
                  <a:lnTo>
                    <a:pt x="6167430" y="1295504"/>
                  </a:lnTo>
                  <a:lnTo>
                    <a:pt x="6130429" y="1208127"/>
                  </a:lnTo>
                  <a:lnTo>
                    <a:pt x="6093707" y="1123052"/>
                  </a:lnTo>
                  <a:lnTo>
                    <a:pt x="6057299" y="1040715"/>
                  </a:lnTo>
                  <a:lnTo>
                    <a:pt x="6021214" y="961486"/>
                  </a:lnTo>
                  <a:lnTo>
                    <a:pt x="5985441" y="885666"/>
                  </a:lnTo>
                  <a:lnTo>
                    <a:pt x="5949942" y="813482"/>
                  </a:lnTo>
                  <a:lnTo>
                    <a:pt x="5914650" y="745086"/>
                  </a:lnTo>
                  <a:lnTo>
                    <a:pt x="5879468" y="680564"/>
                  </a:lnTo>
                  <a:lnTo>
                    <a:pt x="5844263" y="619935"/>
                  </a:lnTo>
                  <a:lnTo>
                    <a:pt x="5808868" y="563157"/>
                  </a:lnTo>
                  <a:lnTo>
                    <a:pt x="5784835" y="527069"/>
                  </a:lnTo>
                  <a:lnTo>
                    <a:pt x="5737134" y="461489"/>
                  </a:lnTo>
                  <a:lnTo>
                    <a:pt x="5687874" y="402325"/>
                  </a:lnTo>
                  <a:lnTo>
                    <a:pt x="5636330" y="349267"/>
                  </a:lnTo>
                  <a:lnTo>
                    <a:pt x="5581690" y="301780"/>
                  </a:lnTo>
                  <a:lnTo>
                    <a:pt x="5523121" y="259256"/>
                  </a:lnTo>
                  <a:lnTo>
                    <a:pt x="5459836" y="221101"/>
                  </a:lnTo>
                  <a:lnTo>
                    <a:pt x="5391175" y="186784"/>
                  </a:lnTo>
                  <a:lnTo>
                    <a:pt x="5316717" y="155869"/>
                  </a:lnTo>
                  <a:lnTo>
                    <a:pt x="5236417" y="128028"/>
                  </a:lnTo>
                  <a:lnTo>
                    <a:pt x="5150786" y="103046"/>
                  </a:lnTo>
                  <a:lnTo>
                    <a:pt x="5061066" y="80817"/>
                  </a:lnTo>
                  <a:lnTo>
                    <a:pt x="4969373" y="61331"/>
                  </a:lnTo>
                  <a:lnTo>
                    <a:pt x="4878722" y="44637"/>
                  </a:lnTo>
                  <a:lnTo>
                    <a:pt x="4792844" y="30800"/>
                  </a:lnTo>
                  <a:lnTo>
                    <a:pt x="4715753" y="19836"/>
                  </a:lnTo>
                  <a:lnTo>
                    <a:pt x="4651085" y="11656"/>
                  </a:lnTo>
                  <a:lnTo>
                    <a:pt x="4601358" y="6026"/>
                  </a:lnTo>
                  <a:lnTo>
                    <a:pt x="4567372" y="2564"/>
                  </a:lnTo>
                  <a:lnTo>
                    <a:pt x="4547932" y="774"/>
                  </a:lnTo>
                  <a:lnTo>
                    <a:pt x="4539916" y="105"/>
                  </a:lnTo>
                  <a:lnTo>
                    <a:pt x="4538543" y="0"/>
                  </a:lnTo>
                  <a:lnTo>
                    <a:pt x="4016409" y="0"/>
                  </a:lnTo>
                  <a:lnTo>
                    <a:pt x="4015297" y="89"/>
                  </a:lnTo>
                  <a:lnTo>
                    <a:pt x="4008002" y="724"/>
                  </a:lnTo>
                  <a:lnTo>
                    <a:pt x="3989683" y="2480"/>
                  </a:lnTo>
                  <a:lnTo>
                    <a:pt x="3957114" y="5934"/>
                  </a:lnTo>
                  <a:lnTo>
                    <a:pt x="3908946" y="11606"/>
                  </a:lnTo>
                  <a:lnTo>
                    <a:pt x="3845803" y="19906"/>
                  </a:lnTo>
                  <a:lnTo>
                    <a:pt x="3770041" y="31091"/>
                  </a:lnTo>
                  <a:lnTo>
                    <a:pt x="3685181" y="45266"/>
                  </a:lnTo>
                  <a:lnTo>
                    <a:pt x="3595186" y="62422"/>
                  </a:lnTo>
                  <a:lnTo>
                    <a:pt x="3503798" y="82495"/>
                  </a:lnTo>
                  <a:lnTo>
                    <a:pt x="3414085" y="105429"/>
                  </a:lnTo>
                  <a:lnTo>
                    <a:pt x="3328239" y="131227"/>
                  </a:lnTo>
                  <a:lnTo>
                    <a:pt x="3247582" y="159984"/>
                  </a:lnTo>
                  <a:lnTo>
                    <a:pt x="3172693" y="191911"/>
                  </a:lnTo>
                  <a:lnTo>
                    <a:pt x="3103586" y="227334"/>
                  </a:lnTo>
                  <a:lnTo>
                    <a:pt x="3039883" y="266692"/>
                  </a:lnTo>
                  <a:lnTo>
                    <a:pt x="2980955" y="310524"/>
                  </a:lnTo>
                  <a:lnTo>
                    <a:pt x="2926036" y="359441"/>
                  </a:lnTo>
                  <a:lnTo>
                    <a:pt x="2874306" y="414076"/>
                  </a:lnTo>
                  <a:lnTo>
                    <a:pt x="2824953" y="475004"/>
                  </a:lnTo>
                  <a:lnTo>
                    <a:pt x="2777245" y="542592"/>
                  </a:lnTo>
                  <a:lnTo>
                    <a:pt x="2770117" y="553422"/>
                  </a:lnTo>
                  <a:lnTo>
                    <a:pt x="2735181" y="609200"/>
                  </a:lnTo>
                  <a:lnTo>
                    <a:pt x="2700565" y="668801"/>
                  </a:lnTo>
                  <a:lnTo>
                    <a:pt x="2666081" y="732306"/>
                  </a:lnTo>
                  <a:lnTo>
                    <a:pt x="2631582" y="799738"/>
                  </a:lnTo>
                  <a:lnTo>
                    <a:pt x="2596951" y="871062"/>
                  </a:lnTo>
                  <a:lnTo>
                    <a:pt x="2562104" y="946181"/>
                  </a:lnTo>
                  <a:lnTo>
                    <a:pt x="2526984" y="1024924"/>
                  </a:lnTo>
                  <a:lnTo>
                    <a:pt x="2491560" y="1107055"/>
                  </a:lnTo>
                  <a:lnTo>
                    <a:pt x="2455825" y="1192264"/>
                  </a:lnTo>
                  <a:lnTo>
                    <a:pt x="2419793" y="1280174"/>
                  </a:lnTo>
                  <a:lnTo>
                    <a:pt x="2383498" y="1370344"/>
                  </a:lnTo>
                  <a:lnTo>
                    <a:pt x="2346988" y="1462281"/>
                  </a:lnTo>
                  <a:lnTo>
                    <a:pt x="2310324" y="1555444"/>
                  </a:lnTo>
                  <a:lnTo>
                    <a:pt x="2273577" y="1649265"/>
                  </a:lnTo>
                  <a:lnTo>
                    <a:pt x="2236820" y="1743154"/>
                  </a:lnTo>
                  <a:lnTo>
                    <a:pt x="2200130" y="1836524"/>
                  </a:lnTo>
                  <a:lnTo>
                    <a:pt x="2163578" y="1928798"/>
                  </a:lnTo>
                  <a:lnTo>
                    <a:pt x="2127228" y="2019428"/>
                  </a:lnTo>
                  <a:lnTo>
                    <a:pt x="2091131" y="2107909"/>
                  </a:lnTo>
                  <a:lnTo>
                    <a:pt x="2055324" y="2193787"/>
                  </a:lnTo>
                  <a:lnTo>
                    <a:pt x="2019827" y="2276669"/>
                  </a:lnTo>
                  <a:lnTo>
                    <a:pt x="1984638" y="2356230"/>
                  </a:lnTo>
                  <a:lnTo>
                    <a:pt x="1949731" y="2432214"/>
                  </a:lnTo>
                  <a:lnTo>
                    <a:pt x="1915056" y="2504439"/>
                  </a:lnTo>
                  <a:lnTo>
                    <a:pt x="1880535" y="2572788"/>
                  </a:lnTo>
                  <a:lnTo>
                    <a:pt x="1846060" y="2637212"/>
                  </a:lnTo>
                  <a:lnTo>
                    <a:pt x="1811490" y="2697723"/>
                  </a:lnTo>
                  <a:lnTo>
                    <a:pt x="1776647" y="2754387"/>
                  </a:lnTo>
                  <a:lnTo>
                    <a:pt x="1768425" y="2767113"/>
                  </a:lnTo>
                  <a:lnTo>
                    <a:pt x="1720910" y="2835720"/>
                  </a:lnTo>
                  <a:lnTo>
                    <a:pt x="1671851" y="2897641"/>
                  </a:lnTo>
                  <a:lnTo>
                    <a:pt x="1620532" y="2953197"/>
                  </a:lnTo>
                  <a:lnTo>
                    <a:pt x="1566150" y="3002940"/>
                  </a:lnTo>
                  <a:lnTo>
                    <a:pt x="1507881" y="3047502"/>
                  </a:lnTo>
                  <a:lnTo>
                    <a:pt x="1444947" y="3087501"/>
                  </a:lnTo>
                  <a:lnTo>
                    <a:pt x="1376691" y="3123490"/>
                  </a:lnTo>
                  <a:lnTo>
                    <a:pt x="1302689" y="3155923"/>
                  </a:lnTo>
                  <a:lnTo>
                    <a:pt x="1222884" y="3185144"/>
                  </a:lnTo>
                  <a:lnTo>
                    <a:pt x="1137760" y="3211381"/>
                  </a:lnTo>
                  <a:lnTo>
                    <a:pt x="1048514" y="3234747"/>
                  </a:lnTo>
                  <a:lnTo>
                    <a:pt x="957204" y="3255257"/>
                  </a:lnTo>
                  <a:lnTo>
                    <a:pt x="866769" y="3272860"/>
                  </a:lnTo>
                  <a:lnTo>
                    <a:pt x="780875" y="3287489"/>
                  </a:lnTo>
                  <a:lnTo>
                    <a:pt x="703489" y="3299124"/>
                  </a:lnTo>
                  <a:lnTo>
                    <a:pt x="638245" y="3307848"/>
                  </a:lnTo>
                  <a:lnTo>
                    <a:pt x="587720" y="3313896"/>
                  </a:lnTo>
                  <a:lnTo>
                    <a:pt x="552823" y="3317655"/>
                  </a:lnTo>
                  <a:lnTo>
                    <a:pt x="532509" y="3319632"/>
                  </a:lnTo>
                  <a:lnTo>
                    <a:pt x="523817" y="3320400"/>
                  </a:lnTo>
                  <a:lnTo>
                    <a:pt x="522133" y="3320536"/>
                  </a:lnTo>
                  <a:lnTo>
                    <a:pt x="0" y="3320536"/>
                  </a:lnTo>
                  <a:close/>
                </a:path>
              </a:pathLst>
            </a:custGeom>
            <a:solidFill>
              <a:srgbClr val="FFB3B5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1836" name="pl1836"/>
            <p:cNvSpPr/>
            <p:nvPr/>
          </p:nvSpPr>
          <p:spPr>
            <a:xfrm>
              <a:off x="386606" y="2320626"/>
              <a:ext cx="8554953" cy="3320536"/>
            </a:xfrm>
            <a:custGeom>
              <a:avLst/>
              <a:pathLst>
                <a:path w="8554953" h="3320536">
                  <a:moveTo>
                    <a:pt x="0" y="3320536"/>
                  </a:moveTo>
                  <a:lnTo>
                    <a:pt x="522133" y="3320536"/>
                  </a:lnTo>
                  <a:lnTo>
                    <a:pt x="523245" y="3320447"/>
                  </a:lnTo>
                  <a:lnTo>
                    <a:pt x="530540" y="3319812"/>
                  </a:lnTo>
                  <a:lnTo>
                    <a:pt x="548859" y="3318055"/>
                  </a:lnTo>
                  <a:lnTo>
                    <a:pt x="581428" y="3314602"/>
                  </a:lnTo>
                  <a:lnTo>
                    <a:pt x="629597" y="3308929"/>
                  </a:lnTo>
                  <a:lnTo>
                    <a:pt x="692739" y="3300629"/>
                  </a:lnTo>
                  <a:lnTo>
                    <a:pt x="768501" y="3289445"/>
                  </a:lnTo>
                  <a:lnTo>
                    <a:pt x="853361" y="3275270"/>
                  </a:lnTo>
                  <a:lnTo>
                    <a:pt x="943356" y="3258114"/>
                  </a:lnTo>
                  <a:lnTo>
                    <a:pt x="1034744" y="3238040"/>
                  </a:lnTo>
                  <a:lnTo>
                    <a:pt x="1124457" y="3215106"/>
                  </a:lnTo>
                  <a:lnTo>
                    <a:pt x="1210303" y="3189309"/>
                  </a:lnTo>
                  <a:lnTo>
                    <a:pt x="1290960" y="3160552"/>
                  </a:lnTo>
                  <a:lnTo>
                    <a:pt x="1365850" y="3128625"/>
                  </a:lnTo>
                  <a:lnTo>
                    <a:pt x="1434956" y="3093202"/>
                  </a:lnTo>
                  <a:lnTo>
                    <a:pt x="1498660" y="3053844"/>
                  </a:lnTo>
                  <a:lnTo>
                    <a:pt x="1557587" y="3010012"/>
                  </a:lnTo>
                  <a:lnTo>
                    <a:pt x="1612506" y="2961095"/>
                  </a:lnTo>
                  <a:lnTo>
                    <a:pt x="1664237" y="2906459"/>
                  </a:lnTo>
                  <a:lnTo>
                    <a:pt x="1713589" y="2845532"/>
                  </a:lnTo>
                  <a:lnTo>
                    <a:pt x="1761298" y="2777944"/>
                  </a:lnTo>
                  <a:lnTo>
                    <a:pt x="1768425" y="2767113"/>
                  </a:lnTo>
                  <a:lnTo>
                    <a:pt x="1803361" y="2711336"/>
                  </a:lnTo>
                  <a:lnTo>
                    <a:pt x="1837977" y="2651734"/>
                  </a:lnTo>
                  <a:lnTo>
                    <a:pt x="1872461" y="2588230"/>
                  </a:lnTo>
                  <a:lnTo>
                    <a:pt x="1906960" y="2520798"/>
                  </a:lnTo>
                  <a:lnTo>
                    <a:pt x="1941591" y="2449473"/>
                  </a:lnTo>
                  <a:lnTo>
                    <a:pt x="1976438" y="2374355"/>
                  </a:lnTo>
                  <a:lnTo>
                    <a:pt x="2011558" y="2295611"/>
                  </a:lnTo>
                  <a:lnTo>
                    <a:pt x="2046982" y="2213481"/>
                  </a:lnTo>
                  <a:lnTo>
                    <a:pt x="2082717" y="2128272"/>
                  </a:lnTo>
                  <a:lnTo>
                    <a:pt x="2118749" y="2040362"/>
                  </a:lnTo>
                  <a:lnTo>
                    <a:pt x="2155044" y="1950192"/>
                  </a:lnTo>
                  <a:lnTo>
                    <a:pt x="2191555" y="1858255"/>
                  </a:lnTo>
                  <a:lnTo>
                    <a:pt x="2228218" y="1765091"/>
                  </a:lnTo>
                  <a:lnTo>
                    <a:pt x="2264966" y="1671271"/>
                  </a:lnTo>
                  <a:lnTo>
                    <a:pt x="2301722" y="1577381"/>
                  </a:lnTo>
                  <a:lnTo>
                    <a:pt x="2338412" y="1484012"/>
                  </a:lnTo>
                  <a:lnTo>
                    <a:pt x="2374964" y="1391738"/>
                  </a:lnTo>
                  <a:lnTo>
                    <a:pt x="2411314" y="1301108"/>
                  </a:lnTo>
                  <a:lnTo>
                    <a:pt x="2447412" y="1212627"/>
                  </a:lnTo>
                  <a:lnTo>
                    <a:pt x="2483218" y="1126749"/>
                  </a:lnTo>
                  <a:lnTo>
                    <a:pt x="2518715" y="1043867"/>
                  </a:lnTo>
                  <a:lnTo>
                    <a:pt x="2553904" y="964306"/>
                  </a:lnTo>
                  <a:lnTo>
                    <a:pt x="2588811" y="888321"/>
                  </a:lnTo>
                  <a:lnTo>
                    <a:pt x="2623486" y="816097"/>
                  </a:lnTo>
                  <a:lnTo>
                    <a:pt x="2658007" y="747748"/>
                  </a:lnTo>
                  <a:lnTo>
                    <a:pt x="2692482" y="683323"/>
                  </a:lnTo>
                  <a:lnTo>
                    <a:pt x="2727053" y="622813"/>
                  </a:lnTo>
                  <a:lnTo>
                    <a:pt x="2761895" y="566149"/>
                  </a:lnTo>
                  <a:lnTo>
                    <a:pt x="2770117" y="553422"/>
                  </a:lnTo>
                  <a:lnTo>
                    <a:pt x="2817632" y="484816"/>
                  </a:lnTo>
                  <a:lnTo>
                    <a:pt x="2866691" y="422895"/>
                  </a:lnTo>
                  <a:lnTo>
                    <a:pt x="2918010" y="367339"/>
                  </a:lnTo>
                  <a:lnTo>
                    <a:pt x="2972392" y="317596"/>
                  </a:lnTo>
                  <a:lnTo>
                    <a:pt x="3030661" y="273034"/>
                  </a:lnTo>
                  <a:lnTo>
                    <a:pt x="3093596" y="233034"/>
                  </a:lnTo>
                  <a:lnTo>
                    <a:pt x="3161851" y="197046"/>
                  </a:lnTo>
                  <a:lnTo>
                    <a:pt x="3235853" y="164613"/>
                  </a:lnTo>
                  <a:lnTo>
                    <a:pt x="3315658" y="135391"/>
                  </a:lnTo>
                  <a:lnTo>
                    <a:pt x="3400782" y="109154"/>
                  </a:lnTo>
                  <a:lnTo>
                    <a:pt x="3490028" y="85788"/>
                  </a:lnTo>
                  <a:lnTo>
                    <a:pt x="3581339" y="65279"/>
                  </a:lnTo>
                  <a:lnTo>
                    <a:pt x="3671773" y="47676"/>
                  </a:lnTo>
                  <a:lnTo>
                    <a:pt x="3757667" y="33046"/>
                  </a:lnTo>
                  <a:lnTo>
                    <a:pt x="3835054" y="21412"/>
                  </a:lnTo>
                  <a:lnTo>
                    <a:pt x="3900297" y="12687"/>
                  </a:lnTo>
                  <a:lnTo>
                    <a:pt x="3950823" y="6639"/>
                  </a:lnTo>
                  <a:lnTo>
                    <a:pt x="3985719" y="2881"/>
                  </a:lnTo>
                  <a:lnTo>
                    <a:pt x="4006034" y="903"/>
                  </a:lnTo>
                  <a:lnTo>
                    <a:pt x="4014725" y="136"/>
                  </a:lnTo>
                  <a:lnTo>
                    <a:pt x="4016405" y="0"/>
                  </a:lnTo>
                  <a:lnTo>
                    <a:pt x="4016409" y="0"/>
                  </a:lnTo>
                  <a:lnTo>
                    <a:pt x="4538543" y="0"/>
                  </a:lnTo>
                  <a:lnTo>
                    <a:pt x="4539668" y="85"/>
                  </a:lnTo>
                  <a:lnTo>
                    <a:pt x="4547044" y="697"/>
                  </a:lnTo>
                  <a:lnTo>
                    <a:pt x="4565560" y="2390"/>
                  </a:lnTo>
                  <a:lnTo>
                    <a:pt x="4598463" y="5717"/>
                  </a:lnTo>
                  <a:lnTo>
                    <a:pt x="4647090" y="11182"/>
                  </a:lnTo>
                  <a:lnTo>
                    <a:pt x="4710775" y="19174"/>
                  </a:lnTo>
                  <a:lnTo>
                    <a:pt x="4787104" y="29938"/>
                  </a:lnTo>
                  <a:lnTo>
                    <a:pt x="4872497" y="43573"/>
                  </a:lnTo>
                  <a:lnTo>
                    <a:pt x="4962942" y="60068"/>
                  </a:lnTo>
                  <a:lnTo>
                    <a:pt x="5054669" y="79361"/>
                  </a:lnTo>
                  <a:lnTo>
                    <a:pt x="5144608" y="101398"/>
                  </a:lnTo>
                  <a:lnTo>
                    <a:pt x="5230576" y="126185"/>
                  </a:lnTo>
                  <a:lnTo>
                    <a:pt x="5311273" y="153820"/>
                  </a:lnTo>
                  <a:lnTo>
                    <a:pt x="5386145" y="184509"/>
                  </a:lnTo>
                  <a:lnTo>
                    <a:pt x="5455202" y="218575"/>
                  </a:lnTo>
                  <a:lnTo>
                    <a:pt x="5518845" y="256445"/>
                  </a:lnTo>
                  <a:lnTo>
                    <a:pt x="5577720" y="298643"/>
                  </a:lnTo>
                  <a:lnTo>
                    <a:pt x="5632609" y="345762"/>
                  </a:lnTo>
                  <a:lnTo>
                    <a:pt x="5684342" y="398410"/>
                  </a:lnTo>
                  <a:lnTo>
                    <a:pt x="5733737" y="457132"/>
                  </a:lnTo>
                  <a:lnTo>
                    <a:pt x="5781527" y="522260"/>
                  </a:lnTo>
                  <a:lnTo>
                    <a:pt x="5784835" y="527069"/>
                  </a:lnTo>
                  <a:lnTo>
                    <a:pt x="5820475" y="581305"/>
                  </a:lnTo>
                  <a:lnTo>
                    <a:pt x="5855787" y="639334"/>
                  </a:lnTo>
                  <a:lnTo>
                    <a:pt x="5890968" y="701235"/>
                  </a:lnTo>
                  <a:lnTo>
                    <a:pt x="5926173" y="767028"/>
                  </a:lnTo>
                  <a:lnTo>
                    <a:pt x="5961524" y="836675"/>
                  </a:lnTo>
                  <a:lnTo>
                    <a:pt x="5997106" y="910069"/>
                  </a:lnTo>
                  <a:lnTo>
                    <a:pt x="6032978" y="987032"/>
                  </a:lnTo>
                  <a:lnTo>
                    <a:pt x="6069169" y="1067314"/>
                  </a:lnTo>
                  <a:lnTo>
                    <a:pt x="6105682" y="1150590"/>
                  </a:lnTo>
                  <a:lnTo>
                    <a:pt x="6142500" y="1236469"/>
                  </a:lnTo>
                  <a:lnTo>
                    <a:pt x="6179582" y="1324494"/>
                  </a:lnTo>
                  <a:lnTo>
                    <a:pt x="6216876" y="1414154"/>
                  </a:lnTo>
                  <a:lnTo>
                    <a:pt x="6254311" y="1504895"/>
                  </a:lnTo>
                  <a:lnTo>
                    <a:pt x="6291814" y="1596134"/>
                  </a:lnTo>
                  <a:lnTo>
                    <a:pt x="6329303" y="1687276"/>
                  </a:lnTo>
                  <a:lnTo>
                    <a:pt x="6366701" y="1777726"/>
                  </a:lnTo>
                  <a:lnTo>
                    <a:pt x="6403932" y="1866911"/>
                  </a:lnTo>
                  <a:lnTo>
                    <a:pt x="6440933" y="1954288"/>
                  </a:lnTo>
                  <a:lnTo>
                    <a:pt x="6477654" y="2039363"/>
                  </a:lnTo>
                  <a:lnTo>
                    <a:pt x="6514063" y="2121700"/>
                  </a:lnTo>
                  <a:lnTo>
                    <a:pt x="6550148" y="2200929"/>
                  </a:lnTo>
                  <a:lnTo>
                    <a:pt x="6585921" y="2276749"/>
                  </a:lnTo>
                  <a:lnTo>
                    <a:pt x="6621420" y="2348933"/>
                  </a:lnTo>
                  <a:lnTo>
                    <a:pt x="6656712" y="2417329"/>
                  </a:lnTo>
                  <a:lnTo>
                    <a:pt x="6691894" y="2481850"/>
                  </a:lnTo>
                  <a:lnTo>
                    <a:pt x="6727099" y="2542480"/>
                  </a:lnTo>
                  <a:lnTo>
                    <a:pt x="6762494" y="2599258"/>
                  </a:lnTo>
                  <a:lnTo>
                    <a:pt x="6786527" y="2635346"/>
                  </a:lnTo>
                  <a:lnTo>
                    <a:pt x="6834228" y="2700926"/>
                  </a:lnTo>
                  <a:lnTo>
                    <a:pt x="6883488" y="2760090"/>
                  </a:lnTo>
                  <a:lnTo>
                    <a:pt x="6935032" y="2813148"/>
                  </a:lnTo>
                  <a:lnTo>
                    <a:pt x="6989672" y="2860635"/>
                  </a:lnTo>
                  <a:lnTo>
                    <a:pt x="7048241" y="2903158"/>
                  </a:lnTo>
                  <a:lnTo>
                    <a:pt x="7111526" y="2941314"/>
                  </a:lnTo>
                  <a:lnTo>
                    <a:pt x="7180187" y="2975631"/>
                  </a:lnTo>
                  <a:lnTo>
                    <a:pt x="7254645" y="3006546"/>
                  </a:lnTo>
                  <a:lnTo>
                    <a:pt x="7334944" y="3034387"/>
                  </a:lnTo>
                  <a:lnTo>
                    <a:pt x="7420576" y="3059369"/>
                  </a:lnTo>
                  <a:lnTo>
                    <a:pt x="7510296" y="3081598"/>
                  </a:lnTo>
                  <a:lnTo>
                    <a:pt x="7601988" y="3101084"/>
                  </a:lnTo>
                  <a:lnTo>
                    <a:pt x="7692640" y="3117778"/>
                  </a:lnTo>
                  <a:lnTo>
                    <a:pt x="7778518" y="3131615"/>
                  </a:lnTo>
                  <a:lnTo>
                    <a:pt x="7855609" y="3142578"/>
                  </a:lnTo>
                  <a:lnTo>
                    <a:pt x="7920277" y="3150759"/>
                  </a:lnTo>
                  <a:lnTo>
                    <a:pt x="7970004" y="3156389"/>
                  </a:lnTo>
                  <a:lnTo>
                    <a:pt x="8003990" y="3159851"/>
                  </a:lnTo>
                  <a:lnTo>
                    <a:pt x="8023430" y="3161640"/>
                  </a:lnTo>
                  <a:lnTo>
                    <a:pt x="8031446" y="3162310"/>
                  </a:lnTo>
                  <a:lnTo>
                    <a:pt x="8032819" y="3162415"/>
                  </a:lnTo>
                  <a:lnTo>
                    <a:pt x="8032819" y="3162415"/>
                  </a:lnTo>
                  <a:lnTo>
                    <a:pt x="8554953" y="3162415"/>
                  </a:lnTo>
                  <a:lnTo>
                    <a:pt x="8554953" y="3162415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837" name="pl1837"/>
            <p:cNvSpPr/>
            <p:nvPr/>
          </p:nvSpPr>
          <p:spPr>
            <a:xfrm>
              <a:off x="386606" y="2309332"/>
              <a:ext cx="8554953" cy="3320536"/>
            </a:xfrm>
            <a:custGeom>
              <a:avLst/>
              <a:pathLst>
                <a:path w="8554953" h="3320536">
                  <a:moveTo>
                    <a:pt x="8554953" y="3162415"/>
                  </a:moveTo>
                  <a:lnTo>
                    <a:pt x="8032819" y="3162415"/>
                  </a:lnTo>
                  <a:lnTo>
                    <a:pt x="8031694" y="3162330"/>
                  </a:lnTo>
                  <a:lnTo>
                    <a:pt x="8024318" y="3161717"/>
                  </a:lnTo>
                  <a:lnTo>
                    <a:pt x="8005802" y="3160025"/>
                  </a:lnTo>
                  <a:lnTo>
                    <a:pt x="7972899" y="3156697"/>
                  </a:lnTo>
                  <a:lnTo>
                    <a:pt x="7924272" y="3151233"/>
                  </a:lnTo>
                  <a:lnTo>
                    <a:pt x="7860587" y="3143241"/>
                  </a:lnTo>
                  <a:lnTo>
                    <a:pt x="7784257" y="3132477"/>
                  </a:lnTo>
                  <a:lnTo>
                    <a:pt x="7698865" y="3118842"/>
                  </a:lnTo>
                  <a:lnTo>
                    <a:pt x="7608420" y="3102347"/>
                  </a:lnTo>
                  <a:lnTo>
                    <a:pt x="7516693" y="3083054"/>
                  </a:lnTo>
                  <a:lnTo>
                    <a:pt x="7426754" y="3061017"/>
                  </a:lnTo>
                  <a:lnTo>
                    <a:pt x="7340786" y="3036230"/>
                  </a:lnTo>
                  <a:lnTo>
                    <a:pt x="7260089" y="3008595"/>
                  </a:lnTo>
                  <a:lnTo>
                    <a:pt x="7185217" y="2977905"/>
                  </a:lnTo>
                  <a:lnTo>
                    <a:pt x="7116160" y="2943840"/>
                  </a:lnTo>
                  <a:lnTo>
                    <a:pt x="7052517" y="2905970"/>
                  </a:lnTo>
                  <a:lnTo>
                    <a:pt x="6993642" y="2863772"/>
                  </a:lnTo>
                  <a:lnTo>
                    <a:pt x="6938753" y="2816653"/>
                  </a:lnTo>
                  <a:lnTo>
                    <a:pt x="6887020" y="2764005"/>
                  </a:lnTo>
                  <a:lnTo>
                    <a:pt x="6837625" y="2705283"/>
                  </a:lnTo>
                  <a:lnTo>
                    <a:pt x="6789835" y="2640155"/>
                  </a:lnTo>
                  <a:lnTo>
                    <a:pt x="6786527" y="2635346"/>
                  </a:lnTo>
                  <a:lnTo>
                    <a:pt x="6750887" y="2581110"/>
                  </a:lnTo>
                  <a:lnTo>
                    <a:pt x="6715575" y="2523081"/>
                  </a:lnTo>
                  <a:lnTo>
                    <a:pt x="6680394" y="2461180"/>
                  </a:lnTo>
                  <a:lnTo>
                    <a:pt x="6645189" y="2395387"/>
                  </a:lnTo>
                  <a:lnTo>
                    <a:pt x="6609838" y="2325740"/>
                  </a:lnTo>
                  <a:lnTo>
                    <a:pt x="6574256" y="2252346"/>
                  </a:lnTo>
                  <a:lnTo>
                    <a:pt x="6538384" y="2175383"/>
                  </a:lnTo>
                  <a:lnTo>
                    <a:pt x="6502193" y="2095101"/>
                  </a:lnTo>
                  <a:lnTo>
                    <a:pt x="6465680" y="2011824"/>
                  </a:lnTo>
                  <a:lnTo>
                    <a:pt x="6428862" y="1925945"/>
                  </a:lnTo>
                  <a:lnTo>
                    <a:pt x="6391780" y="1837920"/>
                  </a:lnTo>
                  <a:lnTo>
                    <a:pt x="6354486" y="1748261"/>
                  </a:lnTo>
                  <a:lnTo>
                    <a:pt x="6317051" y="1657520"/>
                  </a:lnTo>
                  <a:lnTo>
                    <a:pt x="6279548" y="1566280"/>
                  </a:lnTo>
                  <a:lnTo>
                    <a:pt x="6242059" y="1475139"/>
                  </a:lnTo>
                  <a:lnTo>
                    <a:pt x="6204661" y="1384688"/>
                  </a:lnTo>
                  <a:lnTo>
                    <a:pt x="6167430" y="1295504"/>
                  </a:lnTo>
                  <a:lnTo>
                    <a:pt x="6130429" y="1208127"/>
                  </a:lnTo>
                  <a:lnTo>
                    <a:pt x="6093707" y="1123052"/>
                  </a:lnTo>
                  <a:lnTo>
                    <a:pt x="6057299" y="1040715"/>
                  </a:lnTo>
                  <a:lnTo>
                    <a:pt x="6021214" y="961486"/>
                  </a:lnTo>
                  <a:lnTo>
                    <a:pt x="5985441" y="885666"/>
                  </a:lnTo>
                  <a:lnTo>
                    <a:pt x="5949942" y="813482"/>
                  </a:lnTo>
                  <a:lnTo>
                    <a:pt x="5914650" y="745086"/>
                  </a:lnTo>
                  <a:lnTo>
                    <a:pt x="5879468" y="680564"/>
                  </a:lnTo>
                  <a:lnTo>
                    <a:pt x="5844263" y="619935"/>
                  </a:lnTo>
                  <a:lnTo>
                    <a:pt x="5808868" y="563157"/>
                  </a:lnTo>
                  <a:lnTo>
                    <a:pt x="5784835" y="527069"/>
                  </a:lnTo>
                  <a:lnTo>
                    <a:pt x="5737134" y="461489"/>
                  </a:lnTo>
                  <a:lnTo>
                    <a:pt x="5687874" y="402325"/>
                  </a:lnTo>
                  <a:lnTo>
                    <a:pt x="5636330" y="349267"/>
                  </a:lnTo>
                  <a:lnTo>
                    <a:pt x="5581690" y="301780"/>
                  </a:lnTo>
                  <a:lnTo>
                    <a:pt x="5523121" y="259256"/>
                  </a:lnTo>
                  <a:lnTo>
                    <a:pt x="5459836" y="221101"/>
                  </a:lnTo>
                  <a:lnTo>
                    <a:pt x="5391175" y="186784"/>
                  </a:lnTo>
                  <a:lnTo>
                    <a:pt x="5316717" y="155869"/>
                  </a:lnTo>
                  <a:lnTo>
                    <a:pt x="5236417" y="128028"/>
                  </a:lnTo>
                  <a:lnTo>
                    <a:pt x="5150786" y="103046"/>
                  </a:lnTo>
                  <a:lnTo>
                    <a:pt x="5061066" y="80817"/>
                  </a:lnTo>
                  <a:lnTo>
                    <a:pt x="4969373" y="61331"/>
                  </a:lnTo>
                  <a:lnTo>
                    <a:pt x="4878722" y="44637"/>
                  </a:lnTo>
                  <a:lnTo>
                    <a:pt x="4792844" y="30800"/>
                  </a:lnTo>
                  <a:lnTo>
                    <a:pt x="4715753" y="19836"/>
                  </a:lnTo>
                  <a:lnTo>
                    <a:pt x="4651085" y="11656"/>
                  </a:lnTo>
                  <a:lnTo>
                    <a:pt x="4601358" y="6026"/>
                  </a:lnTo>
                  <a:lnTo>
                    <a:pt x="4567372" y="2564"/>
                  </a:lnTo>
                  <a:lnTo>
                    <a:pt x="4547932" y="774"/>
                  </a:lnTo>
                  <a:lnTo>
                    <a:pt x="4539916" y="105"/>
                  </a:lnTo>
                  <a:lnTo>
                    <a:pt x="4538543" y="0"/>
                  </a:lnTo>
                  <a:lnTo>
                    <a:pt x="4538543" y="0"/>
                  </a:lnTo>
                  <a:lnTo>
                    <a:pt x="4016409" y="0"/>
                  </a:lnTo>
                  <a:lnTo>
                    <a:pt x="4015297" y="89"/>
                  </a:lnTo>
                  <a:lnTo>
                    <a:pt x="4008002" y="724"/>
                  </a:lnTo>
                  <a:lnTo>
                    <a:pt x="3989683" y="2480"/>
                  </a:lnTo>
                  <a:lnTo>
                    <a:pt x="3957114" y="5934"/>
                  </a:lnTo>
                  <a:lnTo>
                    <a:pt x="3908946" y="11606"/>
                  </a:lnTo>
                  <a:lnTo>
                    <a:pt x="3845803" y="19906"/>
                  </a:lnTo>
                  <a:lnTo>
                    <a:pt x="3770041" y="31091"/>
                  </a:lnTo>
                  <a:lnTo>
                    <a:pt x="3685181" y="45266"/>
                  </a:lnTo>
                  <a:lnTo>
                    <a:pt x="3595186" y="62422"/>
                  </a:lnTo>
                  <a:lnTo>
                    <a:pt x="3503798" y="82495"/>
                  </a:lnTo>
                  <a:lnTo>
                    <a:pt x="3414085" y="105429"/>
                  </a:lnTo>
                  <a:lnTo>
                    <a:pt x="3328239" y="131227"/>
                  </a:lnTo>
                  <a:lnTo>
                    <a:pt x="3247582" y="159984"/>
                  </a:lnTo>
                  <a:lnTo>
                    <a:pt x="3172693" y="191911"/>
                  </a:lnTo>
                  <a:lnTo>
                    <a:pt x="3103586" y="227334"/>
                  </a:lnTo>
                  <a:lnTo>
                    <a:pt x="3039883" y="266692"/>
                  </a:lnTo>
                  <a:lnTo>
                    <a:pt x="2980955" y="310524"/>
                  </a:lnTo>
                  <a:lnTo>
                    <a:pt x="2926036" y="359441"/>
                  </a:lnTo>
                  <a:lnTo>
                    <a:pt x="2874306" y="414076"/>
                  </a:lnTo>
                  <a:lnTo>
                    <a:pt x="2824953" y="475004"/>
                  </a:lnTo>
                  <a:lnTo>
                    <a:pt x="2777245" y="542592"/>
                  </a:lnTo>
                  <a:lnTo>
                    <a:pt x="2770117" y="553422"/>
                  </a:lnTo>
                  <a:lnTo>
                    <a:pt x="2735181" y="609200"/>
                  </a:lnTo>
                  <a:lnTo>
                    <a:pt x="2700565" y="668801"/>
                  </a:lnTo>
                  <a:lnTo>
                    <a:pt x="2666081" y="732306"/>
                  </a:lnTo>
                  <a:lnTo>
                    <a:pt x="2631582" y="799738"/>
                  </a:lnTo>
                  <a:lnTo>
                    <a:pt x="2596951" y="871062"/>
                  </a:lnTo>
                  <a:lnTo>
                    <a:pt x="2562104" y="946181"/>
                  </a:lnTo>
                  <a:lnTo>
                    <a:pt x="2526984" y="1024924"/>
                  </a:lnTo>
                  <a:lnTo>
                    <a:pt x="2491560" y="1107055"/>
                  </a:lnTo>
                  <a:lnTo>
                    <a:pt x="2455825" y="1192264"/>
                  </a:lnTo>
                  <a:lnTo>
                    <a:pt x="2419793" y="1280174"/>
                  </a:lnTo>
                  <a:lnTo>
                    <a:pt x="2383498" y="1370344"/>
                  </a:lnTo>
                  <a:lnTo>
                    <a:pt x="2346988" y="1462281"/>
                  </a:lnTo>
                  <a:lnTo>
                    <a:pt x="2310324" y="1555444"/>
                  </a:lnTo>
                  <a:lnTo>
                    <a:pt x="2273577" y="1649265"/>
                  </a:lnTo>
                  <a:lnTo>
                    <a:pt x="2236820" y="1743154"/>
                  </a:lnTo>
                  <a:lnTo>
                    <a:pt x="2200130" y="1836524"/>
                  </a:lnTo>
                  <a:lnTo>
                    <a:pt x="2163578" y="1928798"/>
                  </a:lnTo>
                  <a:lnTo>
                    <a:pt x="2127228" y="2019428"/>
                  </a:lnTo>
                  <a:lnTo>
                    <a:pt x="2091131" y="2107909"/>
                  </a:lnTo>
                  <a:lnTo>
                    <a:pt x="2055324" y="2193787"/>
                  </a:lnTo>
                  <a:lnTo>
                    <a:pt x="2019827" y="2276669"/>
                  </a:lnTo>
                  <a:lnTo>
                    <a:pt x="1984638" y="2356230"/>
                  </a:lnTo>
                  <a:lnTo>
                    <a:pt x="1949731" y="2432214"/>
                  </a:lnTo>
                  <a:lnTo>
                    <a:pt x="1915056" y="2504439"/>
                  </a:lnTo>
                  <a:lnTo>
                    <a:pt x="1880535" y="2572788"/>
                  </a:lnTo>
                  <a:lnTo>
                    <a:pt x="1846060" y="2637212"/>
                  </a:lnTo>
                  <a:lnTo>
                    <a:pt x="1811490" y="2697723"/>
                  </a:lnTo>
                  <a:lnTo>
                    <a:pt x="1776647" y="2754387"/>
                  </a:lnTo>
                  <a:lnTo>
                    <a:pt x="1768425" y="2767113"/>
                  </a:lnTo>
                  <a:lnTo>
                    <a:pt x="1720910" y="2835720"/>
                  </a:lnTo>
                  <a:lnTo>
                    <a:pt x="1671851" y="2897641"/>
                  </a:lnTo>
                  <a:lnTo>
                    <a:pt x="1620532" y="2953197"/>
                  </a:lnTo>
                  <a:lnTo>
                    <a:pt x="1566150" y="3002940"/>
                  </a:lnTo>
                  <a:lnTo>
                    <a:pt x="1507881" y="3047502"/>
                  </a:lnTo>
                  <a:lnTo>
                    <a:pt x="1444947" y="3087501"/>
                  </a:lnTo>
                  <a:lnTo>
                    <a:pt x="1376691" y="3123490"/>
                  </a:lnTo>
                  <a:lnTo>
                    <a:pt x="1302689" y="3155923"/>
                  </a:lnTo>
                  <a:lnTo>
                    <a:pt x="1222884" y="3185144"/>
                  </a:lnTo>
                  <a:lnTo>
                    <a:pt x="1137760" y="3211381"/>
                  </a:lnTo>
                  <a:lnTo>
                    <a:pt x="1048514" y="3234747"/>
                  </a:lnTo>
                  <a:lnTo>
                    <a:pt x="957204" y="3255257"/>
                  </a:lnTo>
                  <a:lnTo>
                    <a:pt x="866769" y="3272860"/>
                  </a:lnTo>
                  <a:lnTo>
                    <a:pt x="780875" y="3287489"/>
                  </a:lnTo>
                  <a:lnTo>
                    <a:pt x="703489" y="3299124"/>
                  </a:lnTo>
                  <a:lnTo>
                    <a:pt x="638245" y="3307848"/>
                  </a:lnTo>
                  <a:lnTo>
                    <a:pt x="587720" y="3313896"/>
                  </a:lnTo>
                  <a:lnTo>
                    <a:pt x="552823" y="3317655"/>
                  </a:lnTo>
                  <a:lnTo>
                    <a:pt x="532509" y="3319632"/>
                  </a:lnTo>
                  <a:lnTo>
                    <a:pt x="523817" y="3320400"/>
                  </a:lnTo>
                  <a:lnTo>
                    <a:pt x="522137" y="3320536"/>
                  </a:lnTo>
                  <a:lnTo>
                    <a:pt x="522133" y="3320536"/>
                  </a:lnTo>
                  <a:lnTo>
                    <a:pt x="0" y="3320536"/>
                  </a:lnTo>
                  <a:lnTo>
                    <a:pt x="0" y="3320536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838" name="pg1838"/>
            <p:cNvSpPr/>
            <p:nvPr/>
          </p:nvSpPr>
          <p:spPr>
            <a:xfrm>
              <a:off x="386606" y="1959207"/>
              <a:ext cx="8554953" cy="3704544"/>
            </a:xfrm>
            <a:custGeom>
              <a:avLst/>
              <a:pathLst>
                <a:path w="8554953" h="3704544">
                  <a:moveTo>
                    <a:pt x="0" y="3704544"/>
                  </a:moveTo>
                  <a:lnTo>
                    <a:pt x="522133" y="3704544"/>
                  </a:lnTo>
                  <a:lnTo>
                    <a:pt x="523391" y="3704518"/>
                  </a:lnTo>
                  <a:lnTo>
                    <a:pt x="531615" y="3704333"/>
                  </a:lnTo>
                  <a:lnTo>
                    <a:pt x="552183" y="3703821"/>
                  </a:lnTo>
                  <a:lnTo>
                    <a:pt x="588534" y="3702815"/>
                  </a:lnTo>
                  <a:lnTo>
                    <a:pt x="641861" y="3701168"/>
                  </a:lnTo>
                  <a:lnTo>
                    <a:pt x="711050" y="3698769"/>
                  </a:lnTo>
                  <a:lnTo>
                    <a:pt x="793059" y="3695553"/>
                  </a:lnTo>
                  <a:lnTo>
                    <a:pt x="883686" y="3691501"/>
                  </a:lnTo>
                  <a:lnTo>
                    <a:pt x="978454" y="3686622"/>
                  </a:lnTo>
                  <a:lnTo>
                    <a:pt x="1073357" y="3680936"/>
                  </a:lnTo>
                  <a:lnTo>
                    <a:pt x="1165311" y="3674454"/>
                  </a:lnTo>
                  <a:lnTo>
                    <a:pt x="1252281" y="3667162"/>
                  </a:lnTo>
                  <a:lnTo>
                    <a:pt x="1333205" y="3659019"/>
                  </a:lnTo>
                  <a:lnTo>
                    <a:pt x="1407789" y="3649944"/>
                  </a:lnTo>
                  <a:lnTo>
                    <a:pt x="1476295" y="3639823"/>
                  </a:lnTo>
                  <a:lnTo>
                    <a:pt x="1539342" y="3628509"/>
                  </a:lnTo>
                  <a:lnTo>
                    <a:pt x="1597757" y="3615832"/>
                  </a:lnTo>
                  <a:lnTo>
                    <a:pt x="1652458" y="3601607"/>
                  </a:lnTo>
                  <a:lnTo>
                    <a:pt x="1704374" y="3585659"/>
                  </a:lnTo>
                  <a:lnTo>
                    <a:pt x="1754360" y="3567865"/>
                  </a:lnTo>
                  <a:lnTo>
                    <a:pt x="1768425" y="3562423"/>
                  </a:lnTo>
                  <a:lnTo>
                    <a:pt x="1819051" y="3541298"/>
                  </a:lnTo>
                  <a:lnTo>
                    <a:pt x="1869183" y="3518080"/>
                  </a:lnTo>
                  <a:lnTo>
                    <a:pt x="1919316" y="3492737"/>
                  </a:lnTo>
                  <a:lnTo>
                    <a:pt x="1969791" y="3465304"/>
                  </a:lnTo>
                  <a:lnTo>
                    <a:pt x="2020818" y="3435890"/>
                  </a:lnTo>
                  <a:lnTo>
                    <a:pt x="2072491" y="3404685"/>
                  </a:lnTo>
                  <a:lnTo>
                    <a:pt x="2124799" y="3371958"/>
                  </a:lnTo>
                  <a:lnTo>
                    <a:pt x="2177645" y="3338052"/>
                  </a:lnTo>
                  <a:lnTo>
                    <a:pt x="2230864" y="3303369"/>
                  </a:lnTo>
                  <a:lnTo>
                    <a:pt x="2284248" y="3268354"/>
                  </a:lnTo>
                  <a:lnTo>
                    <a:pt x="2337568" y="3233469"/>
                  </a:lnTo>
                  <a:lnTo>
                    <a:pt x="2390601" y="3199169"/>
                  </a:lnTo>
                  <a:lnTo>
                    <a:pt x="2443162" y="3165878"/>
                  </a:lnTo>
                  <a:lnTo>
                    <a:pt x="2495120" y="3133967"/>
                  </a:lnTo>
                  <a:lnTo>
                    <a:pt x="2546426" y="3103739"/>
                  </a:lnTo>
                  <a:lnTo>
                    <a:pt x="2597125" y="3075418"/>
                  </a:lnTo>
                  <a:lnTo>
                    <a:pt x="2647374" y="3049149"/>
                  </a:lnTo>
                  <a:lnTo>
                    <a:pt x="2697455" y="3024999"/>
                  </a:lnTo>
                  <a:lnTo>
                    <a:pt x="2747793" y="3002963"/>
                  </a:lnTo>
                  <a:lnTo>
                    <a:pt x="2770117" y="2993941"/>
                  </a:lnTo>
                  <a:lnTo>
                    <a:pt x="2819688" y="2975610"/>
                  </a:lnTo>
                  <a:lnTo>
                    <a:pt x="2870969" y="2959143"/>
                  </a:lnTo>
                  <a:lnTo>
                    <a:pt x="2924780" y="2944440"/>
                  </a:lnTo>
                  <a:lnTo>
                    <a:pt x="2982035" y="2931339"/>
                  </a:lnTo>
                  <a:lnTo>
                    <a:pt x="3043665" y="2919653"/>
                  </a:lnTo>
                  <a:lnTo>
                    <a:pt x="3110533" y="2909207"/>
                  </a:lnTo>
                  <a:lnTo>
                    <a:pt x="3183331" y="2899845"/>
                  </a:lnTo>
                  <a:lnTo>
                    <a:pt x="3262440" y="2891445"/>
                  </a:lnTo>
                  <a:lnTo>
                    <a:pt x="3347750" y="2883915"/>
                  </a:lnTo>
                  <a:lnTo>
                    <a:pt x="3438438" y="2877204"/>
                  </a:lnTo>
                  <a:lnTo>
                    <a:pt x="3532766" y="2871289"/>
                  </a:lnTo>
                  <a:lnTo>
                    <a:pt x="3627947" y="2866177"/>
                  </a:lnTo>
                  <a:lnTo>
                    <a:pt x="3720209" y="2861886"/>
                  </a:lnTo>
                  <a:lnTo>
                    <a:pt x="3805144" y="2858432"/>
                  </a:lnTo>
                  <a:lnTo>
                    <a:pt x="3878383" y="2855803"/>
                  </a:lnTo>
                  <a:lnTo>
                    <a:pt x="3936462" y="2853950"/>
                  </a:lnTo>
                  <a:lnTo>
                    <a:pt x="3977657" y="2852775"/>
                  </a:lnTo>
                  <a:lnTo>
                    <a:pt x="4002487" y="2852138"/>
                  </a:lnTo>
                  <a:lnTo>
                    <a:pt x="4013776" y="2851876"/>
                  </a:lnTo>
                  <a:lnTo>
                    <a:pt x="4016409" y="2851821"/>
                  </a:lnTo>
                  <a:lnTo>
                    <a:pt x="4538543" y="2851821"/>
                  </a:lnTo>
                  <a:lnTo>
                    <a:pt x="4539692" y="2851742"/>
                  </a:lnTo>
                  <a:lnTo>
                    <a:pt x="4547225" y="2851179"/>
                  </a:lnTo>
                  <a:lnTo>
                    <a:pt x="4566121" y="2849621"/>
                  </a:lnTo>
                  <a:lnTo>
                    <a:pt x="4599665" y="2846560"/>
                  </a:lnTo>
                  <a:lnTo>
                    <a:pt x="4649171" y="2841535"/>
                  </a:lnTo>
                  <a:lnTo>
                    <a:pt x="4713893" y="2834191"/>
                  </a:lnTo>
                  <a:lnTo>
                    <a:pt x="4791304" y="2824309"/>
                  </a:lnTo>
                  <a:lnTo>
                    <a:pt x="4877707" y="2811804"/>
                  </a:lnTo>
                  <a:lnTo>
                    <a:pt x="4968999" y="2796689"/>
                  </a:lnTo>
                  <a:lnTo>
                    <a:pt x="5061363" y="2779024"/>
                  </a:lnTo>
                  <a:lnTo>
                    <a:pt x="5151718" y="2758854"/>
                  </a:lnTo>
                  <a:lnTo>
                    <a:pt x="5237907" y="2736169"/>
                  </a:lnTo>
                  <a:lnTo>
                    <a:pt x="5318672" y="2710870"/>
                  </a:lnTo>
                  <a:lnTo>
                    <a:pt x="5393505" y="2682758"/>
                  </a:lnTo>
                  <a:lnTo>
                    <a:pt x="5462464" y="2651527"/>
                  </a:lnTo>
                  <a:lnTo>
                    <a:pt x="5525992" y="2616772"/>
                  </a:lnTo>
                  <a:lnTo>
                    <a:pt x="5584769" y="2578004"/>
                  </a:lnTo>
                  <a:lnTo>
                    <a:pt x="5639606" y="2534672"/>
                  </a:lnTo>
                  <a:lnTo>
                    <a:pt x="5691353" y="2486219"/>
                  </a:lnTo>
                  <a:lnTo>
                    <a:pt x="5740837" y="2432162"/>
                  </a:lnTo>
                  <a:lnTo>
                    <a:pt x="5784835" y="2377459"/>
                  </a:lnTo>
                  <a:lnTo>
                    <a:pt x="5821999" y="2326471"/>
                  </a:lnTo>
                  <a:lnTo>
                    <a:pt x="5858816" y="2271766"/>
                  </a:lnTo>
                  <a:lnTo>
                    <a:pt x="5895506" y="2213266"/>
                  </a:lnTo>
                  <a:lnTo>
                    <a:pt x="5932241" y="2150957"/>
                  </a:lnTo>
                  <a:lnTo>
                    <a:pt x="5969153" y="2084889"/>
                  </a:lnTo>
                  <a:lnTo>
                    <a:pt x="6006333" y="2015185"/>
                  </a:lnTo>
                  <a:lnTo>
                    <a:pt x="6043839" y="1942042"/>
                  </a:lnTo>
                  <a:lnTo>
                    <a:pt x="6081695" y="1865740"/>
                  </a:lnTo>
                  <a:lnTo>
                    <a:pt x="6119898" y="1786630"/>
                  </a:lnTo>
                  <a:lnTo>
                    <a:pt x="6158418" y="1705138"/>
                  </a:lnTo>
                  <a:lnTo>
                    <a:pt x="6197202" y="1621756"/>
                  </a:lnTo>
                  <a:lnTo>
                    <a:pt x="6236182" y="1537025"/>
                  </a:lnTo>
                  <a:lnTo>
                    <a:pt x="6275275" y="1451527"/>
                  </a:lnTo>
                  <a:lnTo>
                    <a:pt x="6314393" y="1365867"/>
                  </a:lnTo>
                  <a:lnTo>
                    <a:pt x="6353443" y="1280654"/>
                  </a:lnTo>
                  <a:lnTo>
                    <a:pt x="6392341" y="1196484"/>
                  </a:lnTo>
                  <a:lnTo>
                    <a:pt x="6431009" y="1113921"/>
                  </a:lnTo>
                  <a:lnTo>
                    <a:pt x="6469386" y="1033487"/>
                  </a:lnTo>
                  <a:lnTo>
                    <a:pt x="6507429" y="955643"/>
                  </a:lnTo>
                  <a:lnTo>
                    <a:pt x="6545120" y="880780"/>
                  </a:lnTo>
                  <a:lnTo>
                    <a:pt x="6582468" y="809217"/>
                  </a:lnTo>
                  <a:lnTo>
                    <a:pt x="6619514" y="741194"/>
                  </a:lnTo>
                  <a:lnTo>
                    <a:pt x="6656329" y="676875"/>
                  </a:lnTo>
                  <a:lnTo>
                    <a:pt x="6693025" y="616347"/>
                  </a:lnTo>
                  <a:lnTo>
                    <a:pt x="6729750" y="559629"/>
                  </a:lnTo>
                  <a:lnTo>
                    <a:pt x="6766699" y="506676"/>
                  </a:lnTo>
                  <a:lnTo>
                    <a:pt x="6786527" y="480009"/>
                  </a:lnTo>
                  <a:lnTo>
                    <a:pt x="6834583" y="420576"/>
                  </a:lnTo>
                  <a:lnTo>
                    <a:pt x="6884226" y="367000"/>
                  </a:lnTo>
                  <a:lnTo>
                    <a:pt x="6936198" y="318994"/>
                  </a:lnTo>
                  <a:lnTo>
                    <a:pt x="6991331" y="276065"/>
                  </a:lnTo>
                  <a:lnTo>
                    <a:pt x="7050475" y="237651"/>
                  </a:lnTo>
                  <a:lnTo>
                    <a:pt x="7114432" y="203208"/>
                  </a:lnTo>
                  <a:lnTo>
                    <a:pt x="7183868" y="172252"/>
                  </a:lnTo>
                  <a:lnTo>
                    <a:pt x="7259200" y="144384"/>
                  </a:lnTo>
                  <a:lnTo>
                    <a:pt x="7340446" y="119309"/>
                  </a:lnTo>
                  <a:lnTo>
                    <a:pt x="7427042" y="96836"/>
                  </a:lnTo>
                  <a:lnTo>
                    <a:pt x="7517660" y="76875"/>
                  </a:lnTo>
                  <a:lnTo>
                    <a:pt x="7610064" y="59420"/>
                  </a:lnTo>
                  <a:lnTo>
                    <a:pt x="7701102" y="44521"/>
                  </a:lnTo>
                  <a:lnTo>
                    <a:pt x="7786911" y="32235"/>
                  </a:lnTo>
                  <a:lnTo>
                    <a:pt x="7863395" y="22569"/>
                  </a:lnTo>
                  <a:lnTo>
                    <a:pt x="7926924" y="15429"/>
                  </a:lnTo>
                  <a:lnTo>
                    <a:pt x="7975099" y="10583"/>
                  </a:lnTo>
                  <a:lnTo>
                    <a:pt x="8007343" y="7666"/>
                  </a:lnTo>
                  <a:lnTo>
                    <a:pt x="8025141" y="6211"/>
                  </a:lnTo>
                  <a:lnTo>
                    <a:pt x="8031930" y="5707"/>
                  </a:lnTo>
                  <a:lnTo>
                    <a:pt x="8032819" y="5647"/>
                  </a:lnTo>
                  <a:lnTo>
                    <a:pt x="8554953" y="5647"/>
                  </a:lnTo>
                  <a:lnTo>
                    <a:pt x="8554953" y="0"/>
                  </a:lnTo>
                  <a:lnTo>
                    <a:pt x="8032819" y="0"/>
                  </a:lnTo>
                  <a:lnTo>
                    <a:pt x="8031670" y="78"/>
                  </a:lnTo>
                  <a:lnTo>
                    <a:pt x="8024137" y="642"/>
                  </a:lnTo>
                  <a:lnTo>
                    <a:pt x="8005241" y="2199"/>
                  </a:lnTo>
                  <a:lnTo>
                    <a:pt x="7971697" y="5261"/>
                  </a:lnTo>
                  <a:lnTo>
                    <a:pt x="7922191" y="10285"/>
                  </a:lnTo>
                  <a:lnTo>
                    <a:pt x="7857469" y="17629"/>
                  </a:lnTo>
                  <a:lnTo>
                    <a:pt x="7780058" y="27511"/>
                  </a:lnTo>
                  <a:lnTo>
                    <a:pt x="7693655" y="40017"/>
                  </a:lnTo>
                  <a:lnTo>
                    <a:pt x="7602363" y="55131"/>
                  </a:lnTo>
                  <a:lnTo>
                    <a:pt x="7509999" y="72797"/>
                  </a:lnTo>
                  <a:lnTo>
                    <a:pt x="7419644" y="92966"/>
                  </a:lnTo>
                  <a:lnTo>
                    <a:pt x="7333455" y="115652"/>
                  </a:lnTo>
                  <a:lnTo>
                    <a:pt x="7252690" y="140950"/>
                  </a:lnTo>
                  <a:lnTo>
                    <a:pt x="7177857" y="169063"/>
                  </a:lnTo>
                  <a:lnTo>
                    <a:pt x="7108898" y="200294"/>
                  </a:lnTo>
                  <a:lnTo>
                    <a:pt x="7045370" y="235048"/>
                  </a:lnTo>
                  <a:lnTo>
                    <a:pt x="6986592" y="273817"/>
                  </a:lnTo>
                  <a:lnTo>
                    <a:pt x="6931756" y="317148"/>
                  </a:lnTo>
                  <a:lnTo>
                    <a:pt x="6880009" y="365601"/>
                  </a:lnTo>
                  <a:lnTo>
                    <a:pt x="6830525" y="419658"/>
                  </a:lnTo>
                  <a:lnTo>
                    <a:pt x="6786527" y="474362"/>
                  </a:lnTo>
                  <a:lnTo>
                    <a:pt x="6749363" y="525349"/>
                  </a:lnTo>
                  <a:lnTo>
                    <a:pt x="6712546" y="580055"/>
                  </a:lnTo>
                  <a:lnTo>
                    <a:pt x="6675856" y="638554"/>
                  </a:lnTo>
                  <a:lnTo>
                    <a:pt x="6639121" y="700863"/>
                  </a:lnTo>
                  <a:lnTo>
                    <a:pt x="6602209" y="766931"/>
                  </a:lnTo>
                  <a:lnTo>
                    <a:pt x="6565029" y="836636"/>
                  </a:lnTo>
                  <a:lnTo>
                    <a:pt x="6527523" y="909778"/>
                  </a:lnTo>
                  <a:lnTo>
                    <a:pt x="6489667" y="986081"/>
                  </a:lnTo>
                  <a:lnTo>
                    <a:pt x="6451464" y="1065191"/>
                  </a:lnTo>
                  <a:lnTo>
                    <a:pt x="6412944" y="1146682"/>
                  </a:lnTo>
                  <a:lnTo>
                    <a:pt x="6374160" y="1230065"/>
                  </a:lnTo>
                  <a:lnTo>
                    <a:pt x="6335180" y="1314796"/>
                  </a:lnTo>
                  <a:lnTo>
                    <a:pt x="6296087" y="1400293"/>
                  </a:lnTo>
                  <a:lnTo>
                    <a:pt x="6256969" y="1485953"/>
                  </a:lnTo>
                  <a:lnTo>
                    <a:pt x="6217919" y="1571167"/>
                  </a:lnTo>
                  <a:lnTo>
                    <a:pt x="6179021" y="1655337"/>
                  </a:lnTo>
                  <a:lnTo>
                    <a:pt x="6140353" y="1737899"/>
                  </a:lnTo>
                  <a:lnTo>
                    <a:pt x="6101976" y="1818333"/>
                  </a:lnTo>
                  <a:lnTo>
                    <a:pt x="6063933" y="1896178"/>
                  </a:lnTo>
                  <a:lnTo>
                    <a:pt x="6026242" y="1971041"/>
                  </a:lnTo>
                  <a:lnTo>
                    <a:pt x="5988894" y="2042604"/>
                  </a:lnTo>
                  <a:lnTo>
                    <a:pt x="5951848" y="2110626"/>
                  </a:lnTo>
                  <a:lnTo>
                    <a:pt x="5915033" y="2174946"/>
                  </a:lnTo>
                  <a:lnTo>
                    <a:pt x="5878337" y="2235474"/>
                  </a:lnTo>
                  <a:lnTo>
                    <a:pt x="5841612" y="2292192"/>
                  </a:lnTo>
                  <a:lnTo>
                    <a:pt x="5804663" y="2345144"/>
                  </a:lnTo>
                  <a:lnTo>
                    <a:pt x="5784835" y="2371811"/>
                  </a:lnTo>
                  <a:lnTo>
                    <a:pt x="5736778" y="2431245"/>
                  </a:lnTo>
                  <a:lnTo>
                    <a:pt x="5687136" y="2484820"/>
                  </a:lnTo>
                  <a:lnTo>
                    <a:pt x="5635164" y="2532826"/>
                  </a:lnTo>
                  <a:lnTo>
                    <a:pt x="5580031" y="2575756"/>
                  </a:lnTo>
                  <a:lnTo>
                    <a:pt x="5520887" y="2614169"/>
                  </a:lnTo>
                  <a:lnTo>
                    <a:pt x="5456930" y="2648612"/>
                  </a:lnTo>
                  <a:lnTo>
                    <a:pt x="5387493" y="2679569"/>
                  </a:lnTo>
                  <a:lnTo>
                    <a:pt x="5312162" y="2707436"/>
                  </a:lnTo>
                  <a:lnTo>
                    <a:pt x="5230916" y="2732511"/>
                  </a:lnTo>
                  <a:lnTo>
                    <a:pt x="5144320" y="2754984"/>
                  </a:lnTo>
                  <a:lnTo>
                    <a:pt x="5053702" y="2774946"/>
                  </a:lnTo>
                  <a:lnTo>
                    <a:pt x="4961298" y="2792401"/>
                  </a:lnTo>
                  <a:lnTo>
                    <a:pt x="4870259" y="2807300"/>
                  </a:lnTo>
                  <a:lnTo>
                    <a:pt x="4784451" y="2819586"/>
                  </a:lnTo>
                  <a:lnTo>
                    <a:pt x="4707967" y="2829251"/>
                  </a:lnTo>
                  <a:lnTo>
                    <a:pt x="4644438" y="2836391"/>
                  </a:lnTo>
                  <a:lnTo>
                    <a:pt x="4596263" y="2841237"/>
                  </a:lnTo>
                  <a:lnTo>
                    <a:pt x="4564019" y="2844155"/>
                  </a:lnTo>
                  <a:lnTo>
                    <a:pt x="4546221" y="2845609"/>
                  </a:lnTo>
                  <a:lnTo>
                    <a:pt x="4539432" y="2846113"/>
                  </a:lnTo>
                  <a:lnTo>
                    <a:pt x="4538543" y="2846174"/>
                  </a:lnTo>
                  <a:lnTo>
                    <a:pt x="4016409" y="2846174"/>
                  </a:lnTo>
                  <a:lnTo>
                    <a:pt x="4015151" y="2846200"/>
                  </a:lnTo>
                  <a:lnTo>
                    <a:pt x="4006927" y="2846385"/>
                  </a:lnTo>
                  <a:lnTo>
                    <a:pt x="3986359" y="2846897"/>
                  </a:lnTo>
                  <a:lnTo>
                    <a:pt x="3950008" y="2847903"/>
                  </a:lnTo>
                  <a:lnTo>
                    <a:pt x="3896681" y="2849549"/>
                  </a:lnTo>
                  <a:lnTo>
                    <a:pt x="3827493" y="2851949"/>
                  </a:lnTo>
                  <a:lnTo>
                    <a:pt x="3745483" y="2855164"/>
                  </a:lnTo>
                  <a:lnTo>
                    <a:pt x="3654856" y="2859216"/>
                  </a:lnTo>
                  <a:lnTo>
                    <a:pt x="3560088" y="2864095"/>
                  </a:lnTo>
                  <a:lnTo>
                    <a:pt x="3465185" y="2869781"/>
                  </a:lnTo>
                  <a:lnTo>
                    <a:pt x="3373232" y="2876264"/>
                  </a:lnTo>
                  <a:lnTo>
                    <a:pt x="3286261" y="2883555"/>
                  </a:lnTo>
                  <a:lnTo>
                    <a:pt x="3205337" y="2891699"/>
                  </a:lnTo>
                  <a:lnTo>
                    <a:pt x="3130753" y="2900774"/>
                  </a:lnTo>
                  <a:lnTo>
                    <a:pt x="3062247" y="2910895"/>
                  </a:lnTo>
                  <a:lnTo>
                    <a:pt x="2999200" y="2922208"/>
                  </a:lnTo>
                  <a:lnTo>
                    <a:pt x="2940785" y="2934885"/>
                  </a:lnTo>
                  <a:lnTo>
                    <a:pt x="2886084" y="2949111"/>
                  </a:lnTo>
                  <a:lnTo>
                    <a:pt x="2834168" y="2965058"/>
                  </a:lnTo>
                  <a:lnTo>
                    <a:pt x="2784182" y="2982852"/>
                  </a:lnTo>
                  <a:lnTo>
                    <a:pt x="2770117" y="2988294"/>
                  </a:lnTo>
                  <a:lnTo>
                    <a:pt x="2719492" y="3009420"/>
                  </a:lnTo>
                  <a:lnTo>
                    <a:pt x="2669359" y="3032638"/>
                  </a:lnTo>
                  <a:lnTo>
                    <a:pt x="2619226" y="3057980"/>
                  </a:lnTo>
                  <a:lnTo>
                    <a:pt x="2568751" y="3085413"/>
                  </a:lnTo>
                  <a:lnTo>
                    <a:pt x="2517724" y="3114827"/>
                  </a:lnTo>
                  <a:lnTo>
                    <a:pt x="2466051" y="3146032"/>
                  </a:lnTo>
                  <a:lnTo>
                    <a:pt x="2413743" y="3178759"/>
                  </a:lnTo>
                  <a:lnTo>
                    <a:pt x="2360897" y="3212666"/>
                  </a:lnTo>
                  <a:lnTo>
                    <a:pt x="2307678" y="3247349"/>
                  </a:lnTo>
                  <a:lnTo>
                    <a:pt x="2254294" y="3282363"/>
                  </a:lnTo>
                  <a:lnTo>
                    <a:pt x="2200974" y="3317248"/>
                  </a:lnTo>
                  <a:lnTo>
                    <a:pt x="2147941" y="3351548"/>
                  </a:lnTo>
                  <a:lnTo>
                    <a:pt x="2095380" y="3384839"/>
                  </a:lnTo>
                  <a:lnTo>
                    <a:pt x="2043422" y="3416750"/>
                  </a:lnTo>
                  <a:lnTo>
                    <a:pt x="1992117" y="3446978"/>
                  </a:lnTo>
                  <a:lnTo>
                    <a:pt x="1941418" y="3475299"/>
                  </a:lnTo>
                  <a:lnTo>
                    <a:pt x="1891168" y="3501568"/>
                  </a:lnTo>
                  <a:lnTo>
                    <a:pt x="1841087" y="3525718"/>
                  </a:lnTo>
                  <a:lnTo>
                    <a:pt x="1790750" y="3547755"/>
                  </a:lnTo>
                  <a:lnTo>
                    <a:pt x="1768425" y="3556776"/>
                  </a:lnTo>
                  <a:lnTo>
                    <a:pt x="1718854" y="3575107"/>
                  </a:lnTo>
                  <a:lnTo>
                    <a:pt x="1667573" y="3591575"/>
                  </a:lnTo>
                  <a:lnTo>
                    <a:pt x="1613762" y="3606277"/>
                  </a:lnTo>
                  <a:lnTo>
                    <a:pt x="1556507" y="3619379"/>
                  </a:lnTo>
                  <a:lnTo>
                    <a:pt x="1494877" y="3631064"/>
                  </a:lnTo>
                  <a:lnTo>
                    <a:pt x="1428009" y="3641510"/>
                  </a:lnTo>
                  <a:lnTo>
                    <a:pt x="1355211" y="3650872"/>
                  </a:lnTo>
                  <a:lnTo>
                    <a:pt x="1276102" y="3659273"/>
                  </a:lnTo>
                  <a:lnTo>
                    <a:pt x="1190792" y="3666802"/>
                  </a:lnTo>
                  <a:lnTo>
                    <a:pt x="1100104" y="3673514"/>
                  </a:lnTo>
                  <a:lnTo>
                    <a:pt x="1005776" y="3679428"/>
                  </a:lnTo>
                  <a:lnTo>
                    <a:pt x="910595" y="3684541"/>
                  </a:lnTo>
                  <a:lnTo>
                    <a:pt x="818334" y="3688831"/>
                  </a:lnTo>
                  <a:lnTo>
                    <a:pt x="733398" y="3692286"/>
                  </a:lnTo>
                  <a:lnTo>
                    <a:pt x="660159" y="3694914"/>
                  </a:lnTo>
                  <a:lnTo>
                    <a:pt x="602080" y="3696767"/>
                  </a:lnTo>
                  <a:lnTo>
                    <a:pt x="560885" y="3697943"/>
                  </a:lnTo>
                  <a:lnTo>
                    <a:pt x="536055" y="3698580"/>
                  </a:lnTo>
                  <a:lnTo>
                    <a:pt x="524766" y="3698841"/>
                  </a:lnTo>
                  <a:lnTo>
                    <a:pt x="522133" y="3698897"/>
                  </a:lnTo>
                  <a:lnTo>
                    <a:pt x="0" y="3698897"/>
                  </a:lnTo>
                  <a:close/>
                </a:path>
              </a:pathLst>
            </a:custGeom>
            <a:solidFill>
              <a:srgbClr val="FFB3B5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1839" name="pl1839"/>
            <p:cNvSpPr/>
            <p:nvPr/>
          </p:nvSpPr>
          <p:spPr>
            <a:xfrm>
              <a:off x="386606" y="1964854"/>
              <a:ext cx="8554953" cy="3698897"/>
            </a:xfrm>
            <a:custGeom>
              <a:avLst/>
              <a:pathLst>
                <a:path w="8554953" h="3698897">
                  <a:moveTo>
                    <a:pt x="0" y="3698897"/>
                  </a:moveTo>
                  <a:lnTo>
                    <a:pt x="522133" y="3698897"/>
                  </a:lnTo>
                  <a:lnTo>
                    <a:pt x="523391" y="3698871"/>
                  </a:lnTo>
                  <a:lnTo>
                    <a:pt x="531615" y="3698685"/>
                  </a:lnTo>
                  <a:lnTo>
                    <a:pt x="552183" y="3698173"/>
                  </a:lnTo>
                  <a:lnTo>
                    <a:pt x="588534" y="3697168"/>
                  </a:lnTo>
                  <a:lnTo>
                    <a:pt x="641861" y="3695521"/>
                  </a:lnTo>
                  <a:lnTo>
                    <a:pt x="711050" y="3693122"/>
                  </a:lnTo>
                  <a:lnTo>
                    <a:pt x="793059" y="3689906"/>
                  </a:lnTo>
                  <a:lnTo>
                    <a:pt x="883686" y="3685854"/>
                  </a:lnTo>
                  <a:lnTo>
                    <a:pt x="978454" y="3680975"/>
                  </a:lnTo>
                  <a:lnTo>
                    <a:pt x="1073357" y="3675289"/>
                  </a:lnTo>
                  <a:lnTo>
                    <a:pt x="1165311" y="3668806"/>
                  </a:lnTo>
                  <a:lnTo>
                    <a:pt x="1252281" y="3661515"/>
                  </a:lnTo>
                  <a:lnTo>
                    <a:pt x="1333205" y="3653372"/>
                  </a:lnTo>
                  <a:lnTo>
                    <a:pt x="1407789" y="3644296"/>
                  </a:lnTo>
                  <a:lnTo>
                    <a:pt x="1476295" y="3634175"/>
                  </a:lnTo>
                  <a:lnTo>
                    <a:pt x="1539342" y="3622862"/>
                  </a:lnTo>
                  <a:lnTo>
                    <a:pt x="1597757" y="3610185"/>
                  </a:lnTo>
                  <a:lnTo>
                    <a:pt x="1652458" y="3595960"/>
                  </a:lnTo>
                  <a:lnTo>
                    <a:pt x="1704374" y="3580012"/>
                  </a:lnTo>
                  <a:lnTo>
                    <a:pt x="1754360" y="3562218"/>
                  </a:lnTo>
                  <a:lnTo>
                    <a:pt x="1768425" y="3556776"/>
                  </a:lnTo>
                  <a:lnTo>
                    <a:pt x="1819051" y="3535650"/>
                  </a:lnTo>
                  <a:lnTo>
                    <a:pt x="1869183" y="3512433"/>
                  </a:lnTo>
                  <a:lnTo>
                    <a:pt x="1919316" y="3487090"/>
                  </a:lnTo>
                  <a:lnTo>
                    <a:pt x="1969791" y="3459657"/>
                  </a:lnTo>
                  <a:lnTo>
                    <a:pt x="2020818" y="3430243"/>
                  </a:lnTo>
                  <a:lnTo>
                    <a:pt x="2072491" y="3399038"/>
                  </a:lnTo>
                  <a:lnTo>
                    <a:pt x="2124799" y="3366311"/>
                  </a:lnTo>
                  <a:lnTo>
                    <a:pt x="2177645" y="3332405"/>
                  </a:lnTo>
                  <a:lnTo>
                    <a:pt x="2230864" y="3297722"/>
                  </a:lnTo>
                  <a:lnTo>
                    <a:pt x="2284248" y="3262707"/>
                  </a:lnTo>
                  <a:lnTo>
                    <a:pt x="2337568" y="3227822"/>
                  </a:lnTo>
                  <a:lnTo>
                    <a:pt x="2390601" y="3193522"/>
                  </a:lnTo>
                  <a:lnTo>
                    <a:pt x="2443162" y="3160231"/>
                  </a:lnTo>
                  <a:lnTo>
                    <a:pt x="2495120" y="3128320"/>
                  </a:lnTo>
                  <a:lnTo>
                    <a:pt x="2546426" y="3098092"/>
                  </a:lnTo>
                  <a:lnTo>
                    <a:pt x="2597125" y="3069771"/>
                  </a:lnTo>
                  <a:lnTo>
                    <a:pt x="2647374" y="3043502"/>
                  </a:lnTo>
                  <a:lnTo>
                    <a:pt x="2697455" y="3019352"/>
                  </a:lnTo>
                  <a:lnTo>
                    <a:pt x="2747793" y="2997316"/>
                  </a:lnTo>
                  <a:lnTo>
                    <a:pt x="2770117" y="2988294"/>
                  </a:lnTo>
                  <a:lnTo>
                    <a:pt x="2819688" y="2969963"/>
                  </a:lnTo>
                  <a:lnTo>
                    <a:pt x="2870969" y="2953495"/>
                  </a:lnTo>
                  <a:lnTo>
                    <a:pt x="2924780" y="2938793"/>
                  </a:lnTo>
                  <a:lnTo>
                    <a:pt x="2982035" y="2925692"/>
                  </a:lnTo>
                  <a:lnTo>
                    <a:pt x="3043665" y="2914006"/>
                  </a:lnTo>
                  <a:lnTo>
                    <a:pt x="3110533" y="2903560"/>
                  </a:lnTo>
                  <a:lnTo>
                    <a:pt x="3183331" y="2894198"/>
                  </a:lnTo>
                  <a:lnTo>
                    <a:pt x="3262440" y="2885798"/>
                  </a:lnTo>
                  <a:lnTo>
                    <a:pt x="3347750" y="2878268"/>
                  </a:lnTo>
                  <a:lnTo>
                    <a:pt x="3438438" y="2871557"/>
                  </a:lnTo>
                  <a:lnTo>
                    <a:pt x="3532766" y="2865642"/>
                  </a:lnTo>
                  <a:lnTo>
                    <a:pt x="3627947" y="2860530"/>
                  </a:lnTo>
                  <a:lnTo>
                    <a:pt x="3720209" y="2856239"/>
                  </a:lnTo>
                  <a:lnTo>
                    <a:pt x="3805144" y="2852784"/>
                  </a:lnTo>
                  <a:lnTo>
                    <a:pt x="3878383" y="2850156"/>
                  </a:lnTo>
                  <a:lnTo>
                    <a:pt x="3936462" y="2848303"/>
                  </a:lnTo>
                  <a:lnTo>
                    <a:pt x="3977657" y="2847127"/>
                  </a:lnTo>
                  <a:lnTo>
                    <a:pt x="4002487" y="2846491"/>
                  </a:lnTo>
                  <a:lnTo>
                    <a:pt x="4013776" y="2846229"/>
                  </a:lnTo>
                  <a:lnTo>
                    <a:pt x="4016379" y="2846174"/>
                  </a:lnTo>
                  <a:lnTo>
                    <a:pt x="4016409" y="2846174"/>
                  </a:lnTo>
                  <a:lnTo>
                    <a:pt x="4538543" y="2846174"/>
                  </a:lnTo>
                  <a:lnTo>
                    <a:pt x="4539692" y="2846095"/>
                  </a:lnTo>
                  <a:lnTo>
                    <a:pt x="4547225" y="2845532"/>
                  </a:lnTo>
                  <a:lnTo>
                    <a:pt x="4566121" y="2843974"/>
                  </a:lnTo>
                  <a:lnTo>
                    <a:pt x="4599665" y="2840913"/>
                  </a:lnTo>
                  <a:lnTo>
                    <a:pt x="4649171" y="2835888"/>
                  </a:lnTo>
                  <a:lnTo>
                    <a:pt x="4713893" y="2828544"/>
                  </a:lnTo>
                  <a:lnTo>
                    <a:pt x="4791304" y="2818662"/>
                  </a:lnTo>
                  <a:lnTo>
                    <a:pt x="4877707" y="2806157"/>
                  </a:lnTo>
                  <a:lnTo>
                    <a:pt x="4968999" y="2791042"/>
                  </a:lnTo>
                  <a:lnTo>
                    <a:pt x="5061363" y="2773377"/>
                  </a:lnTo>
                  <a:lnTo>
                    <a:pt x="5151718" y="2753207"/>
                  </a:lnTo>
                  <a:lnTo>
                    <a:pt x="5237907" y="2730522"/>
                  </a:lnTo>
                  <a:lnTo>
                    <a:pt x="5318672" y="2705223"/>
                  </a:lnTo>
                  <a:lnTo>
                    <a:pt x="5393505" y="2677111"/>
                  </a:lnTo>
                  <a:lnTo>
                    <a:pt x="5462464" y="2645880"/>
                  </a:lnTo>
                  <a:lnTo>
                    <a:pt x="5525992" y="2611125"/>
                  </a:lnTo>
                  <a:lnTo>
                    <a:pt x="5584769" y="2572357"/>
                  </a:lnTo>
                  <a:lnTo>
                    <a:pt x="5639606" y="2529025"/>
                  </a:lnTo>
                  <a:lnTo>
                    <a:pt x="5691353" y="2480572"/>
                  </a:lnTo>
                  <a:lnTo>
                    <a:pt x="5740837" y="2426515"/>
                  </a:lnTo>
                  <a:lnTo>
                    <a:pt x="5784835" y="2371811"/>
                  </a:lnTo>
                  <a:lnTo>
                    <a:pt x="5821999" y="2320824"/>
                  </a:lnTo>
                  <a:lnTo>
                    <a:pt x="5858816" y="2266118"/>
                  </a:lnTo>
                  <a:lnTo>
                    <a:pt x="5895506" y="2207619"/>
                  </a:lnTo>
                  <a:lnTo>
                    <a:pt x="5932241" y="2145310"/>
                  </a:lnTo>
                  <a:lnTo>
                    <a:pt x="5969153" y="2079242"/>
                  </a:lnTo>
                  <a:lnTo>
                    <a:pt x="6006333" y="2009537"/>
                  </a:lnTo>
                  <a:lnTo>
                    <a:pt x="6043839" y="1936395"/>
                  </a:lnTo>
                  <a:lnTo>
                    <a:pt x="6081695" y="1860092"/>
                  </a:lnTo>
                  <a:lnTo>
                    <a:pt x="6119898" y="1780982"/>
                  </a:lnTo>
                  <a:lnTo>
                    <a:pt x="6158418" y="1699491"/>
                  </a:lnTo>
                  <a:lnTo>
                    <a:pt x="6197202" y="1616108"/>
                  </a:lnTo>
                  <a:lnTo>
                    <a:pt x="6236182" y="1531377"/>
                  </a:lnTo>
                  <a:lnTo>
                    <a:pt x="6275275" y="1445880"/>
                  </a:lnTo>
                  <a:lnTo>
                    <a:pt x="6314393" y="1360220"/>
                  </a:lnTo>
                  <a:lnTo>
                    <a:pt x="6353443" y="1275007"/>
                  </a:lnTo>
                  <a:lnTo>
                    <a:pt x="6392341" y="1190836"/>
                  </a:lnTo>
                  <a:lnTo>
                    <a:pt x="6431009" y="1108274"/>
                  </a:lnTo>
                  <a:lnTo>
                    <a:pt x="6469386" y="1027840"/>
                  </a:lnTo>
                  <a:lnTo>
                    <a:pt x="6507429" y="949995"/>
                  </a:lnTo>
                  <a:lnTo>
                    <a:pt x="6545120" y="875132"/>
                  </a:lnTo>
                  <a:lnTo>
                    <a:pt x="6582468" y="803569"/>
                  </a:lnTo>
                  <a:lnTo>
                    <a:pt x="6619514" y="735547"/>
                  </a:lnTo>
                  <a:lnTo>
                    <a:pt x="6656329" y="671227"/>
                  </a:lnTo>
                  <a:lnTo>
                    <a:pt x="6693025" y="610699"/>
                  </a:lnTo>
                  <a:lnTo>
                    <a:pt x="6729750" y="553981"/>
                  </a:lnTo>
                  <a:lnTo>
                    <a:pt x="6766699" y="501029"/>
                  </a:lnTo>
                  <a:lnTo>
                    <a:pt x="6786527" y="474362"/>
                  </a:lnTo>
                  <a:lnTo>
                    <a:pt x="6834583" y="414928"/>
                  </a:lnTo>
                  <a:lnTo>
                    <a:pt x="6884226" y="361353"/>
                  </a:lnTo>
                  <a:lnTo>
                    <a:pt x="6936198" y="313347"/>
                  </a:lnTo>
                  <a:lnTo>
                    <a:pt x="6991331" y="270418"/>
                  </a:lnTo>
                  <a:lnTo>
                    <a:pt x="7050475" y="232004"/>
                  </a:lnTo>
                  <a:lnTo>
                    <a:pt x="7114432" y="197561"/>
                  </a:lnTo>
                  <a:lnTo>
                    <a:pt x="7183868" y="166604"/>
                  </a:lnTo>
                  <a:lnTo>
                    <a:pt x="7259200" y="138737"/>
                  </a:lnTo>
                  <a:lnTo>
                    <a:pt x="7340446" y="113662"/>
                  </a:lnTo>
                  <a:lnTo>
                    <a:pt x="7427042" y="91189"/>
                  </a:lnTo>
                  <a:lnTo>
                    <a:pt x="7517660" y="71228"/>
                  </a:lnTo>
                  <a:lnTo>
                    <a:pt x="7610064" y="53773"/>
                  </a:lnTo>
                  <a:lnTo>
                    <a:pt x="7701102" y="38874"/>
                  </a:lnTo>
                  <a:lnTo>
                    <a:pt x="7786911" y="26588"/>
                  </a:lnTo>
                  <a:lnTo>
                    <a:pt x="7863395" y="16922"/>
                  </a:lnTo>
                  <a:lnTo>
                    <a:pt x="7926924" y="9782"/>
                  </a:lnTo>
                  <a:lnTo>
                    <a:pt x="7975099" y="4936"/>
                  </a:lnTo>
                  <a:lnTo>
                    <a:pt x="8007343" y="2019"/>
                  </a:lnTo>
                  <a:lnTo>
                    <a:pt x="8025141" y="564"/>
                  </a:lnTo>
                  <a:lnTo>
                    <a:pt x="8031930" y="60"/>
                  </a:lnTo>
                  <a:lnTo>
                    <a:pt x="8032819" y="0"/>
                  </a:lnTo>
                  <a:lnTo>
                    <a:pt x="8554953" y="0"/>
                  </a:lnTo>
                  <a:lnTo>
                    <a:pt x="8554953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840" name="pl1840"/>
            <p:cNvSpPr/>
            <p:nvPr/>
          </p:nvSpPr>
          <p:spPr>
            <a:xfrm>
              <a:off x="386606" y="1959207"/>
              <a:ext cx="8554953" cy="3698897"/>
            </a:xfrm>
            <a:custGeom>
              <a:avLst/>
              <a:pathLst>
                <a:path w="8554953" h="3698897">
                  <a:moveTo>
                    <a:pt x="8554953" y="0"/>
                  </a:moveTo>
                  <a:lnTo>
                    <a:pt x="8032819" y="0"/>
                  </a:lnTo>
                  <a:lnTo>
                    <a:pt x="8031670" y="78"/>
                  </a:lnTo>
                  <a:lnTo>
                    <a:pt x="8024137" y="642"/>
                  </a:lnTo>
                  <a:lnTo>
                    <a:pt x="8005241" y="2199"/>
                  </a:lnTo>
                  <a:lnTo>
                    <a:pt x="7971697" y="5261"/>
                  </a:lnTo>
                  <a:lnTo>
                    <a:pt x="7922191" y="10285"/>
                  </a:lnTo>
                  <a:lnTo>
                    <a:pt x="7857469" y="17629"/>
                  </a:lnTo>
                  <a:lnTo>
                    <a:pt x="7780058" y="27511"/>
                  </a:lnTo>
                  <a:lnTo>
                    <a:pt x="7693655" y="40017"/>
                  </a:lnTo>
                  <a:lnTo>
                    <a:pt x="7602363" y="55131"/>
                  </a:lnTo>
                  <a:lnTo>
                    <a:pt x="7509999" y="72797"/>
                  </a:lnTo>
                  <a:lnTo>
                    <a:pt x="7419644" y="92966"/>
                  </a:lnTo>
                  <a:lnTo>
                    <a:pt x="7333455" y="115652"/>
                  </a:lnTo>
                  <a:lnTo>
                    <a:pt x="7252690" y="140950"/>
                  </a:lnTo>
                  <a:lnTo>
                    <a:pt x="7177857" y="169063"/>
                  </a:lnTo>
                  <a:lnTo>
                    <a:pt x="7108898" y="200294"/>
                  </a:lnTo>
                  <a:lnTo>
                    <a:pt x="7045370" y="235048"/>
                  </a:lnTo>
                  <a:lnTo>
                    <a:pt x="6986592" y="273817"/>
                  </a:lnTo>
                  <a:lnTo>
                    <a:pt x="6931756" y="317148"/>
                  </a:lnTo>
                  <a:lnTo>
                    <a:pt x="6880009" y="365601"/>
                  </a:lnTo>
                  <a:lnTo>
                    <a:pt x="6830525" y="419658"/>
                  </a:lnTo>
                  <a:lnTo>
                    <a:pt x="6786527" y="474362"/>
                  </a:lnTo>
                  <a:lnTo>
                    <a:pt x="6749363" y="525349"/>
                  </a:lnTo>
                  <a:lnTo>
                    <a:pt x="6712546" y="580055"/>
                  </a:lnTo>
                  <a:lnTo>
                    <a:pt x="6675856" y="638554"/>
                  </a:lnTo>
                  <a:lnTo>
                    <a:pt x="6639121" y="700863"/>
                  </a:lnTo>
                  <a:lnTo>
                    <a:pt x="6602209" y="766931"/>
                  </a:lnTo>
                  <a:lnTo>
                    <a:pt x="6565029" y="836636"/>
                  </a:lnTo>
                  <a:lnTo>
                    <a:pt x="6527523" y="909778"/>
                  </a:lnTo>
                  <a:lnTo>
                    <a:pt x="6489667" y="986081"/>
                  </a:lnTo>
                  <a:lnTo>
                    <a:pt x="6451464" y="1065191"/>
                  </a:lnTo>
                  <a:lnTo>
                    <a:pt x="6412944" y="1146682"/>
                  </a:lnTo>
                  <a:lnTo>
                    <a:pt x="6374160" y="1230065"/>
                  </a:lnTo>
                  <a:lnTo>
                    <a:pt x="6335180" y="1314796"/>
                  </a:lnTo>
                  <a:lnTo>
                    <a:pt x="6296087" y="1400293"/>
                  </a:lnTo>
                  <a:lnTo>
                    <a:pt x="6256969" y="1485953"/>
                  </a:lnTo>
                  <a:lnTo>
                    <a:pt x="6217919" y="1571167"/>
                  </a:lnTo>
                  <a:lnTo>
                    <a:pt x="6179021" y="1655337"/>
                  </a:lnTo>
                  <a:lnTo>
                    <a:pt x="6140353" y="1737899"/>
                  </a:lnTo>
                  <a:lnTo>
                    <a:pt x="6101976" y="1818333"/>
                  </a:lnTo>
                  <a:lnTo>
                    <a:pt x="6063933" y="1896178"/>
                  </a:lnTo>
                  <a:lnTo>
                    <a:pt x="6026242" y="1971041"/>
                  </a:lnTo>
                  <a:lnTo>
                    <a:pt x="5988894" y="2042604"/>
                  </a:lnTo>
                  <a:lnTo>
                    <a:pt x="5951848" y="2110626"/>
                  </a:lnTo>
                  <a:lnTo>
                    <a:pt x="5915033" y="2174946"/>
                  </a:lnTo>
                  <a:lnTo>
                    <a:pt x="5878337" y="2235474"/>
                  </a:lnTo>
                  <a:lnTo>
                    <a:pt x="5841612" y="2292192"/>
                  </a:lnTo>
                  <a:lnTo>
                    <a:pt x="5804663" y="2345144"/>
                  </a:lnTo>
                  <a:lnTo>
                    <a:pt x="5784835" y="2371811"/>
                  </a:lnTo>
                  <a:lnTo>
                    <a:pt x="5736778" y="2431245"/>
                  </a:lnTo>
                  <a:lnTo>
                    <a:pt x="5687136" y="2484820"/>
                  </a:lnTo>
                  <a:lnTo>
                    <a:pt x="5635164" y="2532826"/>
                  </a:lnTo>
                  <a:lnTo>
                    <a:pt x="5580031" y="2575756"/>
                  </a:lnTo>
                  <a:lnTo>
                    <a:pt x="5520887" y="2614169"/>
                  </a:lnTo>
                  <a:lnTo>
                    <a:pt x="5456930" y="2648612"/>
                  </a:lnTo>
                  <a:lnTo>
                    <a:pt x="5387493" y="2679569"/>
                  </a:lnTo>
                  <a:lnTo>
                    <a:pt x="5312162" y="2707436"/>
                  </a:lnTo>
                  <a:lnTo>
                    <a:pt x="5230916" y="2732511"/>
                  </a:lnTo>
                  <a:lnTo>
                    <a:pt x="5144320" y="2754984"/>
                  </a:lnTo>
                  <a:lnTo>
                    <a:pt x="5053702" y="2774946"/>
                  </a:lnTo>
                  <a:lnTo>
                    <a:pt x="4961298" y="2792401"/>
                  </a:lnTo>
                  <a:lnTo>
                    <a:pt x="4870259" y="2807300"/>
                  </a:lnTo>
                  <a:lnTo>
                    <a:pt x="4784451" y="2819586"/>
                  </a:lnTo>
                  <a:lnTo>
                    <a:pt x="4707967" y="2829251"/>
                  </a:lnTo>
                  <a:lnTo>
                    <a:pt x="4644438" y="2836391"/>
                  </a:lnTo>
                  <a:lnTo>
                    <a:pt x="4596263" y="2841237"/>
                  </a:lnTo>
                  <a:lnTo>
                    <a:pt x="4564019" y="2844155"/>
                  </a:lnTo>
                  <a:lnTo>
                    <a:pt x="4546221" y="2845609"/>
                  </a:lnTo>
                  <a:lnTo>
                    <a:pt x="4539432" y="2846113"/>
                  </a:lnTo>
                  <a:lnTo>
                    <a:pt x="4538543" y="2846174"/>
                  </a:lnTo>
                  <a:lnTo>
                    <a:pt x="4016409" y="2846174"/>
                  </a:lnTo>
                  <a:lnTo>
                    <a:pt x="4015151" y="2846200"/>
                  </a:lnTo>
                  <a:lnTo>
                    <a:pt x="4006927" y="2846385"/>
                  </a:lnTo>
                  <a:lnTo>
                    <a:pt x="3986359" y="2846897"/>
                  </a:lnTo>
                  <a:lnTo>
                    <a:pt x="3950008" y="2847903"/>
                  </a:lnTo>
                  <a:lnTo>
                    <a:pt x="3896681" y="2849549"/>
                  </a:lnTo>
                  <a:lnTo>
                    <a:pt x="3827493" y="2851949"/>
                  </a:lnTo>
                  <a:lnTo>
                    <a:pt x="3745483" y="2855164"/>
                  </a:lnTo>
                  <a:lnTo>
                    <a:pt x="3654856" y="2859216"/>
                  </a:lnTo>
                  <a:lnTo>
                    <a:pt x="3560088" y="2864095"/>
                  </a:lnTo>
                  <a:lnTo>
                    <a:pt x="3465185" y="2869781"/>
                  </a:lnTo>
                  <a:lnTo>
                    <a:pt x="3373232" y="2876264"/>
                  </a:lnTo>
                  <a:lnTo>
                    <a:pt x="3286261" y="2883555"/>
                  </a:lnTo>
                  <a:lnTo>
                    <a:pt x="3205337" y="2891699"/>
                  </a:lnTo>
                  <a:lnTo>
                    <a:pt x="3130753" y="2900774"/>
                  </a:lnTo>
                  <a:lnTo>
                    <a:pt x="3062247" y="2910895"/>
                  </a:lnTo>
                  <a:lnTo>
                    <a:pt x="2999200" y="2922208"/>
                  </a:lnTo>
                  <a:lnTo>
                    <a:pt x="2940785" y="2934885"/>
                  </a:lnTo>
                  <a:lnTo>
                    <a:pt x="2886084" y="2949111"/>
                  </a:lnTo>
                  <a:lnTo>
                    <a:pt x="2834168" y="2965058"/>
                  </a:lnTo>
                  <a:lnTo>
                    <a:pt x="2784182" y="2982852"/>
                  </a:lnTo>
                  <a:lnTo>
                    <a:pt x="2770117" y="2988294"/>
                  </a:lnTo>
                  <a:lnTo>
                    <a:pt x="2719492" y="3009420"/>
                  </a:lnTo>
                  <a:lnTo>
                    <a:pt x="2669359" y="3032638"/>
                  </a:lnTo>
                  <a:lnTo>
                    <a:pt x="2619226" y="3057980"/>
                  </a:lnTo>
                  <a:lnTo>
                    <a:pt x="2568751" y="3085413"/>
                  </a:lnTo>
                  <a:lnTo>
                    <a:pt x="2517724" y="3114827"/>
                  </a:lnTo>
                  <a:lnTo>
                    <a:pt x="2466051" y="3146032"/>
                  </a:lnTo>
                  <a:lnTo>
                    <a:pt x="2413743" y="3178759"/>
                  </a:lnTo>
                  <a:lnTo>
                    <a:pt x="2360897" y="3212666"/>
                  </a:lnTo>
                  <a:lnTo>
                    <a:pt x="2307678" y="3247349"/>
                  </a:lnTo>
                  <a:lnTo>
                    <a:pt x="2254294" y="3282363"/>
                  </a:lnTo>
                  <a:lnTo>
                    <a:pt x="2200974" y="3317248"/>
                  </a:lnTo>
                  <a:lnTo>
                    <a:pt x="2147941" y="3351548"/>
                  </a:lnTo>
                  <a:lnTo>
                    <a:pt x="2095380" y="3384839"/>
                  </a:lnTo>
                  <a:lnTo>
                    <a:pt x="2043422" y="3416750"/>
                  </a:lnTo>
                  <a:lnTo>
                    <a:pt x="1992117" y="3446978"/>
                  </a:lnTo>
                  <a:lnTo>
                    <a:pt x="1941418" y="3475299"/>
                  </a:lnTo>
                  <a:lnTo>
                    <a:pt x="1891168" y="3501568"/>
                  </a:lnTo>
                  <a:lnTo>
                    <a:pt x="1841087" y="3525718"/>
                  </a:lnTo>
                  <a:lnTo>
                    <a:pt x="1790750" y="3547755"/>
                  </a:lnTo>
                  <a:lnTo>
                    <a:pt x="1768425" y="3556776"/>
                  </a:lnTo>
                  <a:lnTo>
                    <a:pt x="1718854" y="3575107"/>
                  </a:lnTo>
                  <a:lnTo>
                    <a:pt x="1667573" y="3591575"/>
                  </a:lnTo>
                  <a:lnTo>
                    <a:pt x="1613762" y="3606277"/>
                  </a:lnTo>
                  <a:lnTo>
                    <a:pt x="1556507" y="3619379"/>
                  </a:lnTo>
                  <a:lnTo>
                    <a:pt x="1494877" y="3631064"/>
                  </a:lnTo>
                  <a:lnTo>
                    <a:pt x="1428009" y="3641510"/>
                  </a:lnTo>
                  <a:lnTo>
                    <a:pt x="1355211" y="3650872"/>
                  </a:lnTo>
                  <a:lnTo>
                    <a:pt x="1276102" y="3659273"/>
                  </a:lnTo>
                  <a:lnTo>
                    <a:pt x="1190792" y="3666802"/>
                  </a:lnTo>
                  <a:lnTo>
                    <a:pt x="1100104" y="3673514"/>
                  </a:lnTo>
                  <a:lnTo>
                    <a:pt x="1005776" y="3679428"/>
                  </a:lnTo>
                  <a:lnTo>
                    <a:pt x="910595" y="3684541"/>
                  </a:lnTo>
                  <a:lnTo>
                    <a:pt x="818334" y="3688831"/>
                  </a:lnTo>
                  <a:lnTo>
                    <a:pt x="733398" y="3692286"/>
                  </a:lnTo>
                  <a:lnTo>
                    <a:pt x="660159" y="3694914"/>
                  </a:lnTo>
                  <a:lnTo>
                    <a:pt x="602080" y="3696767"/>
                  </a:lnTo>
                  <a:lnTo>
                    <a:pt x="560885" y="3697943"/>
                  </a:lnTo>
                  <a:lnTo>
                    <a:pt x="536055" y="3698580"/>
                  </a:lnTo>
                  <a:lnTo>
                    <a:pt x="524766" y="3698841"/>
                  </a:lnTo>
                  <a:lnTo>
                    <a:pt x="522164" y="3698896"/>
                  </a:lnTo>
                  <a:lnTo>
                    <a:pt x="522133" y="3698897"/>
                  </a:lnTo>
                  <a:lnTo>
                    <a:pt x="0" y="3698897"/>
                  </a:lnTo>
                  <a:lnTo>
                    <a:pt x="0" y="3698897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841" name="pg1841"/>
            <p:cNvSpPr/>
            <p:nvPr/>
          </p:nvSpPr>
          <p:spPr>
            <a:xfrm>
              <a:off x="386606" y="4308430"/>
              <a:ext cx="8554953" cy="1349673"/>
            </a:xfrm>
            <a:custGeom>
              <a:avLst/>
              <a:pathLst>
                <a:path w="8554953" h="1349673">
                  <a:moveTo>
                    <a:pt x="0" y="1349673"/>
                  </a:moveTo>
                  <a:lnTo>
                    <a:pt x="522133" y="1349673"/>
                  </a:lnTo>
                  <a:lnTo>
                    <a:pt x="523374" y="1349633"/>
                  </a:lnTo>
                  <a:lnTo>
                    <a:pt x="531489" y="1349347"/>
                  </a:lnTo>
                  <a:lnTo>
                    <a:pt x="551794" y="1348554"/>
                  </a:lnTo>
                  <a:lnTo>
                    <a:pt x="587705" y="1346998"/>
                  </a:lnTo>
                  <a:lnTo>
                    <a:pt x="640435" y="1344448"/>
                  </a:lnTo>
                  <a:lnTo>
                    <a:pt x="708931" y="1340731"/>
                  </a:lnTo>
                  <a:lnTo>
                    <a:pt x="790234" y="1335747"/>
                  </a:lnTo>
                  <a:lnTo>
                    <a:pt x="880220" y="1329463"/>
                  </a:lnTo>
                  <a:lnTo>
                    <a:pt x="974467" y="1321891"/>
                  </a:lnTo>
                  <a:lnTo>
                    <a:pt x="1068997" y="1313063"/>
                  </a:lnTo>
                  <a:lnTo>
                    <a:pt x="1160723" y="1302996"/>
                  </a:lnTo>
                  <a:lnTo>
                    <a:pt x="1247589" y="1291674"/>
                  </a:lnTo>
                  <a:lnTo>
                    <a:pt x="1328501" y="1279032"/>
                  </a:lnTo>
                  <a:lnTo>
                    <a:pt x="1403132" y="1264950"/>
                  </a:lnTo>
                  <a:lnTo>
                    <a:pt x="1471711" y="1249255"/>
                  </a:lnTo>
                  <a:lnTo>
                    <a:pt x="1534830" y="1231724"/>
                  </a:lnTo>
                  <a:lnTo>
                    <a:pt x="1593294" y="1212092"/>
                  </a:lnTo>
                  <a:lnTo>
                    <a:pt x="1648007" y="1190076"/>
                  </a:lnTo>
                  <a:lnTo>
                    <a:pt x="1699885" y="1165402"/>
                  </a:lnTo>
                  <a:lnTo>
                    <a:pt x="1749781" y="1137869"/>
                  </a:lnTo>
                  <a:lnTo>
                    <a:pt x="1768425" y="1126610"/>
                  </a:lnTo>
                  <a:lnTo>
                    <a:pt x="1815359" y="1095997"/>
                  </a:lnTo>
                  <a:lnTo>
                    <a:pt x="1861834" y="1062569"/>
                  </a:lnTo>
                  <a:lnTo>
                    <a:pt x="1908257" y="1026279"/>
                  </a:lnTo>
                  <a:lnTo>
                    <a:pt x="1954922" y="987152"/>
                  </a:lnTo>
                  <a:lnTo>
                    <a:pt x="2002020" y="945299"/>
                  </a:lnTo>
                  <a:lnTo>
                    <a:pt x="2049654" y="900925"/>
                  </a:lnTo>
                  <a:lnTo>
                    <a:pt x="2097849" y="854327"/>
                  </a:lnTo>
                  <a:lnTo>
                    <a:pt x="2146557" y="805889"/>
                  </a:lnTo>
                  <a:lnTo>
                    <a:pt x="2195677" y="756077"/>
                  </a:lnTo>
                  <a:lnTo>
                    <a:pt x="2245059" y="705416"/>
                  </a:lnTo>
                  <a:lnTo>
                    <a:pt x="2294531" y="654472"/>
                  </a:lnTo>
                  <a:lnTo>
                    <a:pt x="2343910" y="603824"/>
                  </a:lnTo>
                  <a:lnTo>
                    <a:pt x="2393022" y="554036"/>
                  </a:lnTo>
                  <a:lnTo>
                    <a:pt x="2441721" y="505632"/>
                  </a:lnTo>
                  <a:lnTo>
                    <a:pt x="2489904" y="459077"/>
                  </a:lnTo>
                  <a:lnTo>
                    <a:pt x="2537526" y="414754"/>
                  </a:lnTo>
                  <a:lnTo>
                    <a:pt x="2584614" y="372957"/>
                  </a:lnTo>
                  <a:lnTo>
                    <a:pt x="2631271" y="333889"/>
                  </a:lnTo>
                  <a:lnTo>
                    <a:pt x="2677692" y="297660"/>
                  </a:lnTo>
                  <a:lnTo>
                    <a:pt x="2724172" y="264293"/>
                  </a:lnTo>
                  <a:lnTo>
                    <a:pt x="2770117" y="234357"/>
                  </a:lnTo>
                  <a:lnTo>
                    <a:pt x="2819455" y="205712"/>
                  </a:lnTo>
                  <a:lnTo>
                    <a:pt x="2870483" y="179966"/>
                  </a:lnTo>
                  <a:lnTo>
                    <a:pt x="2924009" y="156967"/>
                  </a:lnTo>
                  <a:lnTo>
                    <a:pt x="2980935" y="136461"/>
                  </a:lnTo>
                  <a:lnTo>
                    <a:pt x="3042178" y="118162"/>
                  </a:lnTo>
                  <a:lnTo>
                    <a:pt x="3108593" y="101796"/>
                  </a:lnTo>
                  <a:lnTo>
                    <a:pt x="3180867" y="87123"/>
                  </a:lnTo>
                  <a:lnTo>
                    <a:pt x="3259389" y="73949"/>
                  </a:lnTo>
                  <a:lnTo>
                    <a:pt x="3344069" y="62135"/>
                  </a:lnTo>
                  <a:lnTo>
                    <a:pt x="3434131" y="51594"/>
                  </a:lnTo>
                  <a:lnTo>
                    <a:pt x="3527901" y="42294"/>
                  </a:lnTo>
                  <a:lnTo>
                    <a:pt x="3622683" y="34239"/>
                  </a:lnTo>
                  <a:lnTo>
                    <a:pt x="3714803" y="27461"/>
                  </a:lnTo>
                  <a:lnTo>
                    <a:pt x="3799935" y="21982"/>
                  </a:lnTo>
                  <a:lnTo>
                    <a:pt x="3873742" y="17791"/>
                  </a:lnTo>
                  <a:lnTo>
                    <a:pt x="3932720" y="14813"/>
                  </a:lnTo>
                  <a:lnTo>
                    <a:pt x="3975023" y="12903"/>
                  </a:lnTo>
                  <a:lnTo>
                    <a:pt x="4000985" y="11849"/>
                  </a:lnTo>
                  <a:lnTo>
                    <a:pt x="4013214" y="11400"/>
                  </a:lnTo>
                  <a:lnTo>
                    <a:pt x="4016409" y="11294"/>
                  </a:lnTo>
                  <a:lnTo>
                    <a:pt x="4538543" y="11294"/>
                  </a:lnTo>
                  <a:lnTo>
                    <a:pt x="4539812" y="11299"/>
                  </a:lnTo>
                  <a:lnTo>
                    <a:pt x="4548111" y="11332"/>
                  </a:lnTo>
                  <a:lnTo>
                    <a:pt x="4568857" y="11424"/>
                  </a:lnTo>
                  <a:lnTo>
                    <a:pt x="4605507" y="11606"/>
                  </a:lnTo>
                  <a:lnTo>
                    <a:pt x="4659238" y="11903"/>
                  </a:lnTo>
                  <a:lnTo>
                    <a:pt x="4728894" y="12336"/>
                  </a:lnTo>
                  <a:lnTo>
                    <a:pt x="4811379" y="12916"/>
                  </a:lnTo>
                  <a:lnTo>
                    <a:pt x="4902438" y="13646"/>
                  </a:lnTo>
                  <a:lnTo>
                    <a:pt x="4997553" y="14525"/>
                  </a:lnTo>
                  <a:lnTo>
                    <a:pt x="5092704" y="15549"/>
                  </a:lnTo>
                  <a:lnTo>
                    <a:pt x="5184807" y="16717"/>
                  </a:lnTo>
                  <a:lnTo>
                    <a:pt x="5271845" y="18030"/>
                  </a:lnTo>
                  <a:lnTo>
                    <a:pt x="5352774" y="19497"/>
                  </a:lnTo>
                  <a:lnTo>
                    <a:pt x="5427326" y="21132"/>
                  </a:lnTo>
                  <a:lnTo>
                    <a:pt x="5495783" y="22956"/>
                  </a:lnTo>
                  <a:lnTo>
                    <a:pt x="5558781" y="24997"/>
                  </a:lnTo>
                  <a:lnTo>
                    <a:pt x="5617164" y="27284"/>
                  </a:lnTo>
                  <a:lnTo>
                    <a:pt x="5671860" y="29852"/>
                  </a:lnTo>
                  <a:lnTo>
                    <a:pt x="5723804" y="32731"/>
                  </a:lnTo>
                  <a:lnTo>
                    <a:pt x="5773853" y="35943"/>
                  </a:lnTo>
                  <a:lnTo>
                    <a:pt x="5784835" y="36706"/>
                  </a:lnTo>
                  <a:lnTo>
                    <a:pt x="5838957" y="40760"/>
                  </a:lnTo>
                  <a:lnTo>
                    <a:pt x="5892557" y="45243"/>
                  </a:lnTo>
                  <a:lnTo>
                    <a:pt x="5946220" y="50160"/>
                  </a:lnTo>
                  <a:lnTo>
                    <a:pt x="6000336" y="55501"/>
                  </a:lnTo>
                  <a:lnTo>
                    <a:pt x="6055123" y="61237"/>
                  </a:lnTo>
                  <a:lnTo>
                    <a:pt x="6110656" y="67323"/>
                  </a:lnTo>
                  <a:lnTo>
                    <a:pt x="6166879" y="73692"/>
                  </a:lnTo>
                  <a:lnTo>
                    <a:pt x="6223634" y="80264"/>
                  </a:lnTo>
                  <a:lnTo>
                    <a:pt x="6280686" y="86945"/>
                  </a:lnTo>
                  <a:lnTo>
                    <a:pt x="6337764" y="93634"/>
                  </a:lnTo>
                  <a:lnTo>
                    <a:pt x="6394589" y="100232"/>
                  </a:lnTo>
                  <a:lnTo>
                    <a:pt x="6450919" y="106642"/>
                  </a:lnTo>
                  <a:lnTo>
                    <a:pt x="6506579" y="112783"/>
                  </a:lnTo>
                  <a:lnTo>
                    <a:pt x="6561496" y="118585"/>
                  </a:lnTo>
                  <a:lnTo>
                    <a:pt x="6615717" y="123998"/>
                  </a:lnTo>
                  <a:lnTo>
                    <a:pt x="6669437" y="128990"/>
                  </a:lnTo>
                  <a:lnTo>
                    <a:pt x="6723012" y="133548"/>
                  </a:lnTo>
                  <a:lnTo>
                    <a:pt x="6776991" y="137676"/>
                  </a:lnTo>
                  <a:lnTo>
                    <a:pt x="6786527" y="138355"/>
                  </a:lnTo>
                  <a:lnTo>
                    <a:pt x="6836256" y="141643"/>
                  </a:lnTo>
                  <a:lnTo>
                    <a:pt x="6887707" y="144595"/>
                  </a:lnTo>
                  <a:lnTo>
                    <a:pt x="6941710" y="147230"/>
                  </a:lnTo>
                  <a:lnTo>
                    <a:pt x="6999188" y="149577"/>
                  </a:lnTo>
                  <a:lnTo>
                    <a:pt x="7061079" y="151669"/>
                  </a:lnTo>
                  <a:lnTo>
                    <a:pt x="7128254" y="153540"/>
                  </a:lnTo>
                  <a:lnTo>
                    <a:pt x="7201406" y="155215"/>
                  </a:lnTo>
                  <a:lnTo>
                    <a:pt x="7280913" y="156718"/>
                  </a:lnTo>
                  <a:lnTo>
                    <a:pt x="7366647" y="158065"/>
                  </a:lnTo>
                  <a:lnTo>
                    <a:pt x="7457758" y="159264"/>
                  </a:lnTo>
                  <a:lnTo>
                    <a:pt x="7552459" y="160320"/>
                  </a:lnTo>
                  <a:lnTo>
                    <a:pt x="7647902" y="161232"/>
                  </a:lnTo>
                  <a:lnTo>
                    <a:pt x="7740249" y="161996"/>
                  </a:lnTo>
                  <a:lnTo>
                    <a:pt x="7825040" y="162609"/>
                  </a:lnTo>
                  <a:lnTo>
                    <a:pt x="7897881" y="163074"/>
                  </a:lnTo>
                  <a:lnTo>
                    <a:pt x="7955343" y="163400"/>
                  </a:lnTo>
                  <a:lnTo>
                    <a:pt x="7995786" y="163605"/>
                  </a:lnTo>
                  <a:lnTo>
                    <a:pt x="8019857" y="163715"/>
                  </a:lnTo>
                  <a:lnTo>
                    <a:pt x="8030527" y="163759"/>
                  </a:lnTo>
                  <a:lnTo>
                    <a:pt x="8032819" y="163767"/>
                  </a:lnTo>
                  <a:lnTo>
                    <a:pt x="8554953" y="163767"/>
                  </a:lnTo>
                  <a:lnTo>
                    <a:pt x="8554953" y="152473"/>
                  </a:lnTo>
                  <a:lnTo>
                    <a:pt x="8032819" y="152473"/>
                  </a:lnTo>
                  <a:lnTo>
                    <a:pt x="8031550" y="152468"/>
                  </a:lnTo>
                  <a:lnTo>
                    <a:pt x="8023251" y="152435"/>
                  </a:lnTo>
                  <a:lnTo>
                    <a:pt x="8002505" y="152343"/>
                  </a:lnTo>
                  <a:lnTo>
                    <a:pt x="7965855" y="152161"/>
                  </a:lnTo>
                  <a:lnTo>
                    <a:pt x="7912124" y="151864"/>
                  </a:lnTo>
                  <a:lnTo>
                    <a:pt x="7842468" y="151431"/>
                  </a:lnTo>
                  <a:lnTo>
                    <a:pt x="7759982" y="150851"/>
                  </a:lnTo>
                  <a:lnTo>
                    <a:pt x="7668924" y="150121"/>
                  </a:lnTo>
                  <a:lnTo>
                    <a:pt x="7573809" y="149242"/>
                  </a:lnTo>
                  <a:lnTo>
                    <a:pt x="7478658" y="148218"/>
                  </a:lnTo>
                  <a:lnTo>
                    <a:pt x="7386555" y="147050"/>
                  </a:lnTo>
                  <a:lnTo>
                    <a:pt x="7299517" y="145737"/>
                  </a:lnTo>
                  <a:lnTo>
                    <a:pt x="7218588" y="144270"/>
                  </a:lnTo>
                  <a:lnTo>
                    <a:pt x="7144036" y="142635"/>
                  </a:lnTo>
                  <a:lnTo>
                    <a:pt x="7075579" y="140810"/>
                  </a:lnTo>
                  <a:lnTo>
                    <a:pt x="7012580" y="138770"/>
                  </a:lnTo>
                  <a:lnTo>
                    <a:pt x="6954198" y="136483"/>
                  </a:lnTo>
                  <a:lnTo>
                    <a:pt x="6899502" y="133915"/>
                  </a:lnTo>
                  <a:lnTo>
                    <a:pt x="6847558" y="131036"/>
                  </a:lnTo>
                  <a:lnTo>
                    <a:pt x="6797509" y="127823"/>
                  </a:lnTo>
                  <a:lnTo>
                    <a:pt x="6786527" y="127061"/>
                  </a:lnTo>
                  <a:lnTo>
                    <a:pt x="6732405" y="123007"/>
                  </a:lnTo>
                  <a:lnTo>
                    <a:pt x="6678805" y="118524"/>
                  </a:lnTo>
                  <a:lnTo>
                    <a:pt x="6625141" y="113607"/>
                  </a:lnTo>
                  <a:lnTo>
                    <a:pt x="6571026" y="108266"/>
                  </a:lnTo>
                  <a:lnTo>
                    <a:pt x="6516239" y="102529"/>
                  </a:lnTo>
                  <a:lnTo>
                    <a:pt x="6460706" y="96444"/>
                  </a:lnTo>
                  <a:lnTo>
                    <a:pt x="6404483" y="90075"/>
                  </a:lnTo>
                  <a:lnTo>
                    <a:pt x="6347728" y="83503"/>
                  </a:lnTo>
                  <a:lnTo>
                    <a:pt x="6290676" y="76822"/>
                  </a:lnTo>
                  <a:lnTo>
                    <a:pt x="6233598" y="70133"/>
                  </a:lnTo>
                  <a:lnTo>
                    <a:pt x="6176773" y="63535"/>
                  </a:lnTo>
                  <a:lnTo>
                    <a:pt x="6120443" y="57124"/>
                  </a:lnTo>
                  <a:lnTo>
                    <a:pt x="6064782" y="50984"/>
                  </a:lnTo>
                  <a:lnTo>
                    <a:pt x="6009866" y="45182"/>
                  </a:lnTo>
                  <a:lnTo>
                    <a:pt x="5955644" y="39769"/>
                  </a:lnTo>
                  <a:lnTo>
                    <a:pt x="5901925" y="34777"/>
                  </a:lnTo>
                  <a:lnTo>
                    <a:pt x="5848350" y="30218"/>
                  </a:lnTo>
                  <a:lnTo>
                    <a:pt x="5794371" y="26091"/>
                  </a:lnTo>
                  <a:lnTo>
                    <a:pt x="5784835" y="25412"/>
                  </a:lnTo>
                  <a:lnTo>
                    <a:pt x="5735106" y="22124"/>
                  </a:lnTo>
                  <a:lnTo>
                    <a:pt x="5683655" y="19172"/>
                  </a:lnTo>
                  <a:lnTo>
                    <a:pt x="5629652" y="16537"/>
                  </a:lnTo>
                  <a:lnTo>
                    <a:pt x="5572174" y="14190"/>
                  </a:lnTo>
                  <a:lnTo>
                    <a:pt x="5510283" y="12098"/>
                  </a:lnTo>
                  <a:lnTo>
                    <a:pt x="5443108" y="10227"/>
                  </a:lnTo>
                  <a:lnTo>
                    <a:pt x="5369956" y="8552"/>
                  </a:lnTo>
                  <a:lnTo>
                    <a:pt x="5290449" y="7049"/>
                  </a:lnTo>
                  <a:lnTo>
                    <a:pt x="5204715" y="5702"/>
                  </a:lnTo>
                  <a:lnTo>
                    <a:pt x="5113604" y="4503"/>
                  </a:lnTo>
                  <a:lnTo>
                    <a:pt x="5018903" y="3447"/>
                  </a:lnTo>
                  <a:lnTo>
                    <a:pt x="4923460" y="2535"/>
                  </a:lnTo>
                  <a:lnTo>
                    <a:pt x="4831112" y="1771"/>
                  </a:lnTo>
                  <a:lnTo>
                    <a:pt x="4746322" y="1158"/>
                  </a:lnTo>
                  <a:lnTo>
                    <a:pt x="4673481" y="693"/>
                  </a:lnTo>
                  <a:lnTo>
                    <a:pt x="4616019" y="367"/>
                  </a:lnTo>
                  <a:lnTo>
                    <a:pt x="4575576" y="162"/>
                  </a:lnTo>
                  <a:lnTo>
                    <a:pt x="4551505" y="52"/>
                  </a:lnTo>
                  <a:lnTo>
                    <a:pt x="4540835" y="8"/>
                  </a:lnTo>
                  <a:lnTo>
                    <a:pt x="4538543" y="0"/>
                  </a:lnTo>
                  <a:lnTo>
                    <a:pt x="4016409" y="0"/>
                  </a:lnTo>
                  <a:lnTo>
                    <a:pt x="4015168" y="40"/>
                  </a:lnTo>
                  <a:lnTo>
                    <a:pt x="4007053" y="326"/>
                  </a:lnTo>
                  <a:lnTo>
                    <a:pt x="3986748" y="1119"/>
                  </a:lnTo>
                  <a:lnTo>
                    <a:pt x="3950837" y="2675"/>
                  </a:lnTo>
                  <a:lnTo>
                    <a:pt x="3898107" y="5225"/>
                  </a:lnTo>
                  <a:lnTo>
                    <a:pt x="3829611" y="8941"/>
                  </a:lnTo>
                  <a:lnTo>
                    <a:pt x="3748308" y="13925"/>
                  </a:lnTo>
                  <a:lnTo>
                    <a:pt x="3658322" y="20210"/>
                  </a:lnTo>
                  <a:lnTo>
                    <a:pt x="3564075" y="27782"/>
                  </a:lnTo>
                  <a:lnTo>
                    <a:pt x="3469545" y="36610"/>
                  </a:lnTo>
                  <a:lnTo>
                    <a:pt x="3377819" y="46677"/>
                  </a:lnTo>
                  <a:lnTo>
                    <a:pt x="3290953" y="57999"/>
                  </a:lnTo>
                  <a:lnTo>
                    <a:pt x="3210041" y="70641"/>
                  </a:lnTo>
                  <a:lnTo>
                    <a:pt x="3135410" y="84723"/>
                  </a:lnTo>
                  <a:lnTo>
                    <a:pt x="3066832" y="100418"/>
                  </a:lnTo>
                  <a:lnTo>
                    <a:pt x="3003712" y="117949"/>
                  </a:lnTo>
                  <a:lnTo>
                    <a:pt x="2945248" y="137581"/>
                  </a:lnTo>
                  <a:lnTo>
                    <a:pt x="2890535" y="159597"/>
                  </a:lnTo>
                  <a:lnTo>
                    <a:pt x="2838658" y="184271"/>
                  </a:lnTo>
                  <a:lnTo>
                    <a:pt x="2788762" y="211804"/>
                  </a:lnTo>
                  <a:lnTo>
                    <a:pt x="2770117" y="223063"/>
                  </a:lnTo>
                  <a:lnTo>
                    <a:pt x="2723184" y="253676"/>
                  </a:lnTo>
                  <a:lnTo>
                    <a:pt x="2676708" y="287103"/>
                  </a:lnTo>
                  <a:lnTo>
                    <a:pt x="2630285" y="323394"/>
                  </a:lnTo>
                  <a:lnTo>
                    <a:pt x="2583621" y="362521"/>
                  </a:lnTo>
                  <a:lnTo>
                    <a:pt x="2536523" y="404374"/>
                  </a:lnTo>
                  <a:lnTo>
                    <a:pt x="2488888" y="448748"/>
                  </a:lnTo>
                  <a:lnTo>
                    <a:pt x="2440693" y="495346"/>
                  </a:lnTo>
                  <a:lnTo>
                    <a:pt x="2391985" y="543784"/>
                  </a:lnTo>
                  <a:lnTo>
                    <a:pt x="2342866" y="593596"/>
                  </a:lnTo>
                  <a:lnTo>
                    <a:pt x="2293483" y="644257"/>
                  </a:lnTo>
                  <a:lnTo>
                    <a:pt x="2244011" y="695201"/>
                  </a:lnTo>
                  <a:lnTo>
                    <a:pt x="2194632" y="745849"/>
                  </a:lnTo>
                  <a:lnTo>
                    <a:pt x="2145520" y="795637"/>
                  </a:lnTo>
                  <a:lnTo>
                    <a:pt x="2096822" y="844041"/>
                  </a:lnTo>
                  <a:lnTo>
                    <a:pt x="2048639" y="890596"/>
                  </a:lnTo>
                  <a:lnTo>
                    <a:pt x="2001016" y="934919"/>
                  </a:lnTo>
                  <a:lnTo>
                    <a:pt x="1953929" y="976716"/>
                  </a:lnTo>
                  <a:lnTo>
                    <a:pt x="1907272" y="1015784"/>
                  </a:lnTo>
                  <a:lnTo>
                    <a:pt x="1860850" y="1052013"/>
                  </a:lnTo>
                  <a:lnTo>
                    <a:pt x="1814370" y="1085380"/>
                  </a:lnTo>
                  <a:lnTo>
                    <a:pt x="1768425" y="1115316"/>
                  </a:lnTo>
                  <a:lnTo>
                    <a:pt x="1719087" y="1143961"/>
                  </a:lnTo>
                  <a:lnTo>
                    <a:pt x="1668059" y="1169707"/>
                  </a:lnTo>
                  <a:lnTo>
                    <a:pt x="1614533" y="1192706"/>
                  </a:lnTo>
                  <a:lnTo>
                    <a:pt x="1557607" y="1213212"/>
                  </a:lnTo>
                  <a:lnTo>
                    <a:pt x="1496364" y="1231511"/>
                  </a:lnTo>
                  <a:lnTo>
                    <a:pt x="1429949" y="1247877"/>
                  </a:lnTo>
                  <a:lnTo>
                    <a:pt x="1357675" y="1262550"/>
                  </a:lnTo>
                  <a:lnTo>
                    <a:pt x="1279153" y="1275724"/>
                  </a:lnTo>
                  <a:lnTo>
                    <a:pt x="1194473" y="1287538"/>
                  </a:lnTo>
                  <a:lnTo>
                    <a:pt x="1104412" y="1298079"/>
                  </a:lnTo>
                  <a:lnTo>
                    <a:pt x="1010641" y="1307379"/>
                  </a:lnTo>
                  <a:lnTo>
                    <a:pt x="915859" y="1315433"/>
                  </a:lnTo>
                  <a:lnTo>
                    <a:pt x="823739" y="1322212"/>
                  </a:lnTo>
                  <a:lnTo>
                    <a:pt x="738607" y="1327691"/>
                  </a:lnTo>
                  <a:lnTo>
                    <a:pt x="664800" y="1331882"/>
                  </a:lnTo>
                  <a:lnTo>
                    <a:pt x="605822" y="1334860"/>
                  </a:lnTo>
                  <a:lnTo>
                    <a:pt x="563520" y="1336770"/>
                  </a:lnTo>
                  <a:lnTo>
                    <a:pt x="537558" y="1337824"/>
                  </a:lnTo>
                  <a:lnTo>
                    <a:pt x="525329" y="1338273"/>
                  </a:lnTo>
                  <a:lnTo>
                    <a:pt x="522133" y="1338379"/>
                  </a:lnTo>
                  <a:lnTo>
                    <a:pt x="0" y="1338379"/>
                  </a:lnTo>
                  <a:close/>
                </a:path>
              </a:pathLst>
            </a:custGeom>
            <a:solidFill>
              <a:srgbClr val="FFB3B5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1842" name="pl1842"/>
            <p:cNvSpPr/>
            <p:nvPr/>
          </p:nvSpPr>
          <p:spPr>
            <a:xfrm>
              <a:off x="386606" y="4319725"/>
              <a:ext cx="8554953" cy="1338379"/>
            </a:xfrm>
            <a:custGeom>
              <a:avLst/>
              <a:pathLst>
                <a:path w="8554953" h="1338379">
                  <a:moveTo>
                    <a:pt x="0" y="1338379"/>
                  </a:moveTo>
                  <a:lnTo>
                    <a:pt x="522133" y="1338379"/>
                  </a:lnTo>
                  <a:lnTo>
                    <a:pt x="523374" y="1338339"/>
                  </a:lnTo>
                  <a:lnTo>
                    <a:pt x="531489" y="1338052"/>
                  </a:lnTo>
                  <a:lnTo>
                    <a:pt x="551794" y="1337260"/>
                  </a:lnTo>
                  <a:lnTo>
                    <a:pt x="587705" y="1335703"/>
                  </a:lnTo>
                  <a:lnTo>
                    <a:pt x="640435" y="1333154"/>
                  </a:lnTo>
                  <a:lnTo>
                    <a:pt x="708931" y="1329437"/>
                  </a:lnTo>
                  <a:lnTo>
                    <a:pt x="790234" y="1324453"/>
                  </a:lnTo>
                  <a:lnTo>
                    <a:pt x="880220" y="1318168"/>
                  </a:lnTo>
                  <a:lnTo>
                    <a:pt x="974467" y="1310597"/>
                  </a:lnTo>
                  <a:lnTo>
                    <a:pt x="1068997" y="1301768"/>
                  </a:lnTo>
                  <a:lnTo>
                    <a:pt x="1160723" y="1291702"/>
                  </a:lnTo>
                  <a:lnTo>
                    <a:pt x="1247589" y="1280380"/>
                  </a:lnTo>
                  <a:lnTo>
                    <a:pt x="1328501" y="1267737"/>
                  </a:lnTo>
                  <a:lnTo>
                    <a:pt x="1403132" y="1253656"/>
                  </a:lnTo>
                  <a:lnTo>
                    <a:pt x="1471711" y="1237961"/>
                  </a:lnTo>
                  <a:lnTo>
                    <a:pt x="1534830" y="1220429"/>
                  </a:lnTo>
                  <a:lnTo>
                    <a:pt x="1593294" y="1200798"/>
                  </a:lnTo>
                  <a:lnTo>
                    <a:pt x="1648007" y="1178781"/>
                  </a:lnTo>
                  <a:lnTo>
                    <a:pt x="1699885" y="1154107"/>
                  </a:lnTo>
                  <a:lnTo>
                    <a:pt x="1749781" y="1126574"/>
                  </a:lnTo>
                  <a:lnTo>
                    <a:pt x="1768425" y="1115316"/>
                  </a:lnTo>
                  <a:lnTo>
                    <a:pt x="1815359" y="1084702"/>
                  </a:lnTo>
                  <a:lnTo>
                    <a:pt x="1861834" y="1051275"/>
                  </a:lnTo>
                  <a:lnTo>
                    <a:pt x="1908257" y="1014985"/>
                  </a:lnTo>
                  <a:lnTo>
                    <a:pt x="1954922" y="975857"/>
                  </a:lnTo>
                  <a:lnTo>
                    <a:pt x="2002020" y="934005"/>
                  </a:lnTo>
                  <a:lnTo>
                    <a:pt x="2049654" y="889631"/>
                  </a:lnTo>
                  <a:lnTo>
                    <a:pt x="2097849" y="843032"/>
                  </a:lnTo>
                  <a:lnTo>
                    <a:pt x="2146557" y="794595"/>
                  </a:lnTo>
                  <a:lnTo>
                    <a:pt x="2195677" y="744782"/>
                  </a:lnTo>
                  <a:lnTo>
                    <a:pt x="2245059" y="694122"/>
                  </a:lnTo>
                  <a:lnTo>
                    <a:pt x="2294531" y="643178"/>
                  </a:lnTo>
                  <a:lnTo>
                    <a:pt x="2343910" y="592530"/>
                  </a:lnTo>
                  <a:lnTo>
                    <a:pt x="2393022" y="542741"/>
                  </a:lnTo>
                  <a:lnTo>
                    <a:pt x="2441721" y="494338"/>
                  </a:lnTo>
                  <a:lnTo>
                    <a:pt x="2489904" y="447783"/>
                  </a:lnTo>
                  <a:lnTo>
                    <a:pt x="2537526" y="403459"/>
                  </a:lnTo>
                  <a:lnTo>
                    <a:pt x="2584614" y="361663"/>
                  </a:lnTo>
                  <a:lnTo>
                    <a:pt x="2631271" y="322595"/>
                  </a:lnTo>
                  <a:lnTo>
                    <a:pt x="2677692" y="286365"/>
                  </a:lnTo>
                  <a:lnTo>
                    <a:pt x="2724172" y="252998"/>
                  </a:lnTo>
                  <a:lnTo>
                    <a:pt x="2770117" y="223063"/>
                  </a:lnTo>
                  <a:lnTo>
                    <a:pt x="2819455" y="194418"/>
                  </a:lnTo>
                  <a:lnTo>
                    <a:pt x="2870483" y="168672"/>
                  </a:lnTo>
                  <a:lnTo>
                    <a:pt x="2924009" y="145673"/>
                  </a:lnTo>
                  <a:lnTo>
                    <a:pt x="2980935" y="125166"/>
                  </a:lnTo>
                  <a:lnTo>
                    <a:pt x="3042178" y="106867"/>
                  </a:lnTo>
                  <a:lnTo>
                    <a:pt x="3108593" y="90502"/>
                  </a:lnTo>
                  <a:lnTo>
                    <a:pt x="3180867" y="75829"/>
                  </a:lnTo>
                  <a:lnTo>
                    <a:pt x="3259389" y="62655"/>
                  </a:lnTo>
                  <a:lnTo>
                    <a:pt x="3344069" y="50841"/>
                  </a:lnTo>
                  <a:lnTo>
                    <a:pt x="3434131" y="40300"/>
                  </a:lnTo>
                  <a:lnTo>
                    <a:pt x="3527901" y="30999"/>
                  </a:lnTo>
                  <a:lnTo>
                    <a:pt x="3622683" y="22945"/>
                  </a:lnTo>
                  <a:lnTo>
                    <a:pt x="3714803" y="16167"/>
                  </a:lnTo>
                  <a:lnTo>
                    <a:pt x="3799935" y="10688"/>
                  </a:lnTo>
                  <a:lnTo>
                    <a:pt x="3873742" y="6496"/>
                  </a:lnTo>
                  <a:lnTo>
                    <a:pt x="3932720" y="3519"/>
                  </a:lnTo>
                  <a:lnTo>
                    <a:pt x="3975023" y="1608"/>
                  </a:lnTo>
                  <a:lnTo>
                    <a:pt x="4000985" y="554"/>
                  </a:lnTo>
                  <a:lnTo>
                    <a:pt x="4013214" y="106"/>
                  </a:lnTo>
                  <a:lnTo>
                    <a:pt x="4016338" y="2"/>
                  </a:lnTo>
                  <a:lnTo>
                    <a:pt x="4016409" y="0"/>
                  </a:lnTo>
                  <a:lnTo>
                    <a:pt x="4538543" y="0"/>
                  </a:lnTo>
                  <a:lnTo>
                    <a:pt x="4539812" y="4"/>
                  </a:lnTo>
                  <a:lnTo>
                    <a:pt x="4548111" y="38"/>
                  </a:lnTo>
                  <a:lnTo>
                    <a:pt x="4568857" y="130"/>
                  </a:lnTo>
                  <a:lnTo>
                    <a:pt x="4605507" y="312"/>
                  </a:lnTo>
                  <a:lnTo>
                    <a:pt x="4659238" y="609"/>
                  </a:lnTo>
                  <a:lnTo>
                    <a:pt x="4728894" y="1042"/>
                  </a:lnTo>
                  <a:lnTo>
                    <a:pt x="4811379" y="1621"/>
                  </a:lnTo>
                  <a:lnTo>
                    <a:pt x="4902438" y="2352"/>
                  </a:lnTo>
                  <a:lnTo>
                    <a:pt x="4997553" y="3231"/>
                  </a:lnTo>
                  <a:lnTo>
                    <a:pt x="5092704" y="4255"/>
                  </a:lnTo>
                  <a:lnTo>
                    <a:pt x="5184807" y="5422"/>
                  </a:lnTo>
                  <a:lnTo>
                    <a:pt x="5271845" y="6735"/>
                  </a:lnTo>
                  <a:lnTo>
                    <a:pt x="5352774" y="8202"/>
                  </a:lnTo>
                  <a:lnTo>
                    <a:pt x="5427326" y="9838"/>
                  </a:lnTo>
                  <a:lnTo>
                    <a:pt x="5495783" y="11662"/>
                  </a:lnTo>
                  <a:lnTo>
                    <a:pt x="5558781" y="13703"/>
                  </a:lnTo>
                  <a:lnTo>
                    <a:pt x="5617164" y="15990"/>
                  </a:lnTo>
                  <a:lnTo>
                    <a:pt x="5671860" y="18558"/>
                  </a:lnTo>
                  <a:lnTo>
                    <a:pt x="5723804" y="21437"/>
                  </a:lnTo>
                  <a:lnTo>
                    <a:pt x="5773853" y="24649"/>
                  </a:lnTo>
                  <a:lnTo>
                    <a:pt x="5784835" y="25412"/>
                  </a:lnTo>
                  <a:lnTo>
                    <a:pt x="5838957" y="29466"/>
                  </a:lnTo>
                  <a:lnTo>
                    <a:pt x="5892557" y="33948"/>
                  </a:lnTo>
                  <a:lnTo>
                    <a:pt x="5946220" y="38865"/>
                  </a:lnTo>
                  <a:lnTo>
                    <a:pt x="6000336" y="44206"/>
                  </a:lnTo>
                  <a:lnTo>
                    <a:pt x="6055123" y="49943"/>
                  </a:lnTo>
                  <a:lnTo>
                    <a:pt x="6110656" y="56029"/>
                  </a:lnTo>
                  <a:lnTo>
                    <a:pt x="6166879" y="62398"/>
                  </a:lnTo>
                  <a:lnTo>
                    <a:pt x="6223634" y="68970"/>
                  </a:lnTo>
                  <a:lnTo>
                    <a:pt x="6280686" y="75650"/>
                  </a:lnTo>
                  <a:lnTo>
                    <a:pt x="6337764" y="82340"/>
                  </a:lnTo>
                  <a:lnTo>
                    <a:pt x="6394589" y="88937"/>
                  </a:lnTo>
                  <a:lnTo>
                    <a:pt x="6450919" y="95348"/>
                  </a:lnTo>
                  <a:lnTo>
                    <a:pt x="6506579" y="101489"/>
                  </a:lnTo>
                  <a:lnTo>
                    <a:pt x="6561496" y="107290"/>
                  </a:lnTo>
                  <a:lnTo>
                    <a:pt x="6615717" y="112703"/>
                  </a:lnTo>
                  <a:lnTo>
                    <a:pt x="6669437" y="117696"/>
                  </a:lnTo>
                  <a:lnTo>
                    <a:pt x="6723012" y="122254"/>
                  </a:lnTo>
                  <a:lnTo>
                    <a:pt x="6776991" y="126382"/>
                  </a:lnTo>
                  <a:lnTo>
                    <a:pt x="6786527" y="127061"/>
                  </a:lnTo>
                  <a:lnTo>
                    <a:pt x="6836256" y="130348"/>
                  </a:lnTo>
                  <a:lnTo>
                    <a:pt x="6887707" y="133301"/>
                  </a:lnTo>
                  <a:lnTo>
                    <a:pt x="6941710" y="135935"/>
                  </a:lnTo>
                  <a:lnTo>
                    <a:pt x="6999188" y="138282"/>
                  </a:lnTo>
                  <a:lnTo>
                    <a:pt x="7061079" y="140375"/>
                  </a:lnTo>
                  <a:lnTo>
                    <a:pt x="7128254" y="142245"/>
                  </a:lnTo>
                  <a:lnTo>
                    <a:pt x="7201406" y="143921"/>
                  </a:lnTo>
                  <a:lnTo>
                    <a:pt x="7280913" y="145424"/>
                  </a:lnTo>
                  <a:lnTo>
                    <a:pt x="7366647" y="146770"/>
                  </a:lnTo>
                  <a:lnTo>
                    <a:pt x="7457758" y="147970"/>
                  </a:lnTo>
                  <a:lnTo>
                    <a:pt x="7552459" y="149026"/>
                  </a:lnTo>
                  <a:lnTo>
                    <a:pt x="7647902" y="149938"/>
                  </a:lnTo>
                  <a:lnTo>
                    <a:pt x="7740249" y="150701"/>
                  </a:lnTo>
                  <a:lnTo>
                    <a:pt x="7825040" y="151315"/>
                  </a:lnTo>
                  <a:lnTo>
                    <a:pt x="7897881" y="151780"/>
                  </a:lnTo>
                  <a:lnTo>
                    <a:pt x="7955343" y="152106"/>
                  </a:lnTo>
                  <a:lnTo>
                    <a:pt x="7995786" y="152311"/>
                  </a:lnTo>
                  <a:lnTo>
                    <a:pt x="8019857" y="152421"/>
                  </a:lnTo>
                  <a:lnTo>
                    <a:pt x="8030527" y="152465"/>
                  </a:lnTo>
                  <a:lnTo>
                    <a:pt x="8032804" y="152473"/>
                  </a:lnTo>
                  <a:lnTo>
                    <a:pt x="8032819" y="152473"/>
                  </a:lnTo>
                  <a:lnTo>
                    <a:pt x="8554953" y="152473"/>
                  </a:lnTo>
                  <a:lnTo>
                    <a:pt x="8554953" y="152473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843" name="pl1843"/>
            <p:cNvSpPr/>
            <p:nvPr/>
          </p:nvSpPr>
          <p:spPr>
            <a:xfrm>
              <a:off x="386606" y="4308430"/>
              <a:ext cx="8554953" cy="1338379"/>
            </a:xfrm>
            <a:custGeom>
              <a:avLst/>
              <a:pathLst>
                <a:path w="8554953" h="1338379">
                  <a:moveTo>
                    <a:pt x="8554953" y="152473"/>
                  </a:moveTo>
                  <a:lnTo>
                    <a:pt x="8032819" y="152473"/>
                  </a:lnTo>
                  <a:lnTo>
                    <a:pt x="8031550" y="152468"/>
                  </a:lnTo>
                  <a:lnTo>
                    <a:pt x="8023251" y="152435"/>
                  </a:lnTo>
                  <a:lnTo>
                    <a:pt x="8002505" y="152343"/>
                  </a:lnTo>
                  <a:lnTo>
                    <a:pt x="7965855" y="152161"/>
                  </a:lnTo>
                  <a:lnTo>
                    <a:pt x="7912124" y="151864"/>
                  </a:lnTo>
                  <a:lnTo>
                    <a:pt x="7842468" y="151431"/>
                  </a:lnTo>
                  <a:lnTo>
                    <a:pt x="7759982" y="150851"/>
                  </a:lnTo>
                  <a:lnTo>
                    <a:pt x="7668924" y="150121"/>
                  </a:lnTo>
                  <a:lnTo>
                    <a:pt x="7573809" y="149242"/>
                  </a:lnTo>
                  <a:lnTo>
                    <a:pt x="7478658" y="148218"/>
                  </a:lnTo>
                  <a:lnTo>
                    <a:pt x="7386555" y="147050"/>
                  </a:lnTo>
                  <a:lnTo>
                    <a:pt x="7299517" y="145737"/>
                  </a:lnTo>
                  <a:lnTo>
                    <a:pt x="7218588" y="144270"/>
                  </a:lnTo>
                  <a:lnTo>
                    <a:pt x="7144036" y="142635"/>
                  </a:lnTo>
                  <a:lnTo>
                    <a:pt x="7075579" y="140810"/>
                  </a:lnTo>
                  <a:lnTo>
                    <a:pt x="7012580" y="138770"/>
                  </a:lnTo>
                  <a:lnTo>
                    <a:pt x="6954198" y="136483"/>
                  </a:lnTo>
                  <a:lnTo>
                    <a:pt x="6899502" y="133915"/>
                  </a:lnTo>
                  <a:lnTo>
                    <a:pt x="6847558" y="131036"/>
                  </a:lnTo>
                  <a:lnTo>
                    <a:pt x="6797509" y="127823"/>
                  </a:lnTo>
                  <a:lnTo>
                    <a:pt x="6786527" y="127061"/>
                  </a:lnTo>
                  <a:lnTo>
                    <a:pt x="6732405" y="123007"/>
                  </a:lnTo>
                  <a:lnTo>
                    <a:pt x="6678805" y="118524"/>
                  </a:lnTo>
                  <a:lnTo>
                    <a:pt x="6625141" y="113607"/>
                  </a:lnTo>
                  <a:lnTo>
                    <a:pt x="6571026" y="108266"/>
                  </a:lnTo>
                  <a:lnTo>
                    <a:pt x="6516239" y="102529"/>
                  </a:lnTo>
                  <a:lnTo>
                    <a:pt x="6460706" y="96444"/>
                  </a:lnTo>
                  <a:lnTo>
                    <a:pt x="6404483" y="90075"/>
                  </a:lnTo>
                  <a:lnTo>
                    <a:pt x="6347728" y="83503"/>
                  </a:lnTo>
                  <a:lnTo>
                    <a:pt x="6290676" y="76822"/>
                  </a:lnTo>
                  <a:lnTo>
                    <a:pt x="6233598" y="70133"/>
                  </a:lnTo>
                  <a:lnTo>
                    <a:pt x="6176773" y="63535"/>
                  </a:lnTo>
                  <a:lnTo>
                    <a:pt x="6120443" y="57124"/>
                  </a:lnTo>
                  <a:lnTo>
                    <a:pt x="6064782" y="50984"/>
                  </a:lnTo>
                  <a:lnTo>
                    <a:pt x="6009866" y="45182"/>
                  </a:lnTo>
                  <a:lnTo>
                    <a:pt x="5955644" y="39769"/>
                  </a:lnTo>
                  <a:lnTo>
                    <a:pt x="5901925" y="34777"/>
                  </a:lnTo>
                  <a:lnTo>
                    <a:pt x="5848350" y="30218"/>
                  </a:lnTo>
                  <a:lnTo>
                    <a:pt x="5794371" y="26091"/>
                  </a:lnTo>
                  <a:lnTo>
                    <a:pt x="5784835" y="25412"/>
                  </a:lnTo>
                  <a:lnTo>
                    <a:pt x="5735106" y="22124"/>
                  </a:lnTo>
                  <a:lnTo>
                    <a:pt x="5683655" y="19172"/>
                  </a:lnTo>
                  <a:lnTo>
                    <a:pt x="5629652" y="16537"/>
                  </a:lnTo>
                  <a:lnTo>
                    <a:pt x="5572174" y="14190"/>
                  </a:lnTo>
                  <a:lnTo>
                    <a:pt x="5510283" y="12098"/>
                  </a:lnTo>
                  <a:lnTo>
                    <a:pt x="5443108" y="10227"/>
                  </a:lnTo>
                  <a:lnTo>
                    <a:pt x="5369956" y="8552"/>
                  </a:lnTo>
                  <a:lnTo>
                    <a:pt x="5290449" y="7049"/>
                  </a:lnTo>
                  <a:lnTo>
                    <a:pt x="5204715" y="5702"/>
                  </a:lnTo>
                  <a:lnTo>
                    <a:pt x="5113604" y="4503"/>
                  </a:lnTo>
                  <a:lnTo>
                    <a:pt x="5018903" y="3447"/>
                  </a:lnTo>
                  <a:lnTo>
                    <a:pt x="4923460" y="2535"/>
                  </a:lnTo>
                  <a:lnTo>
                    <a:pt x="4831112" y="1771"/>
                  </a:lnTo>
                  <a:lnTo>
                    <a:pt x="4746322" y="1158"/>
                  </a:lnTo>
                  <a:lnTo>
                    <a:pt x="4673481" y="693"/>
                  </a:lnTo>
                  <a:lnTo>
                    <a:pt x="4616019" y="367"/>
                  </a:lnTo>
                  <a:lnTo>
                    <a:pt x="4575576" y="162"/>
                  </a:lnTo>
                  <a:lnTo>
                    <a:pt x="4551505" y="52"/>
                  </a:lnTo>
                  <a:lnTo>
                    <a:pt x="4540835" y="8"/>
                  </a:lnTo>
                  <a:lnTo>
                    <a:pt x="4538557" y="0"/>
                  </a:lnTo>
                  <a:lnTo>
                    <a:pt x="4538543" y="0"/>
                  </a:lnTo>
                  <a:lnTo>
                    <a:pt x="4016409" y="0"/>
                  </a:lnTo>
                  <a:lnTo>
                    <a:pt x="4015168" y="40"/>
                  </a:lnTo>
                  <a:lnTo>
                    <a:pt x="4007053" y="326"/>
                  </a:lnTo>
                  <a:lnTo>
                    <a:pt x="3986748" y="1119"/>
                  </a:lnTo>
                  <a:lnTo>
                    <a:pt x="3950837" y="2675"/>
                  </a:lnTo>
                  <a:lnTo>
                    <a:pt x="3898107" y="5225"/>
                  </a:lnTo>
                  <a:lnTo>
                    <a:pt x="3829611" y="8941"/>
                  </a:lnTo>
                  <a:lnTo>
                    <a:pt x="3748308" y="13925"/>
                  </a:lnTo>
                  <a:lnTo>
                    <a:pt x="3658322" y="20210"/>
                  </a:lnTo>
                  <a:lnTo>
                    <a:pt x="3564075" y="27782"/>
                  </a:lnTo>
                  <a:lnTo>
                    <a:pt x="3469545" y="36610"/>
                  </a:lnTo>
                  <a:lnTo>
                    <a:pt x="3377819" y="46677"/>
                  </a:lnTo>
                  <a:lnTo>
                    <a:pt x="3290953" y="57999"/>
                  </a:lnTo>
                  <a:lnTo>
                    <a:pt x="3210041" y="70641"/>
                  </a:lnTo>
                  <a:lnTo>
                    <a:pt x="3135410" y="84723"/>
                  </a:lnTo>
                  <a:lnTo>
                    <a:pt x="3066832" y="100418"/>
                  </a:lnTo>
                  <a:lnTo>
                    <a:pt x="3003712" y="117949"/>
                  </a:lnTo>
                  <a:lnTo>
                    <a:pt x="2945248" y="137581"/>
                  </a:lnTo>
                  <a:lnTo>
                    <a:pt x="2890535" y="159597"/>
                  </a:lnTo>
                  <a:lnTo>
                    <a:pt x="2838658" y="184271"/>
                  </a:lnTo>
                  <a:lnTo>
                    <a:pt x="2788762" y="211804"/>
                  </a:lnTo>
                  <a:lnTo>
                    <a:pt x="2770117" y="223063"/>
                  </a:lnTo>
                  <a:lnTo>
                    <a:pt x="2723184" y="253676"/>
                  </a:lnTo>
                  <a:lnTo>
                    <a:pt x="2676708" y="287103"/>
                  </a:lnTo>
                  <a:lnTo>
                    <a:pt x="2630285" y="323394"/>
                  </a:lnTo>
                  <a:lnTo>
                    <a:pt x="2583621" y="362521"/>
                  </a:lnTo>
                  <a:lnTo>
                    <a:pt x="2536523" y="404374"/>
                  </a:lnTo>
                  <a:lnTo>
                    <a:pt x="2488888" y="448748"/>
                  </a:lnTo>
                  <a:lnTo>
                    <a:pt x="2440693" y="495346"/>
                  </a:lnTo>
                  <a:lnTo>
                    <a:pt x="2391985" y="543784"/>
                  </a:lnTo>
                  <a:lnTo>
                    <a:pt x="2342866" y="593596"/>
                  </a:lnTo>
                  <a:lnTo>
                    <a:pt x="2293483" y="644257"/>
                  </a:lnTo>
                  <a:lnTo>
                    <a:pt x="2244011" y="695201"/>
                  </a:lnTo>
                  <a:lnTo>
                    <a:pt x="2194632" y="745849"/>
                  </a:lnTo>
                  <a:lnTo>
                    <a:pt x="2145520" y="795637"/>
                  </a:lnTo>
                  <a:lnTo>
                    <a:pt x="2096822" y="844041"/>
                  </a:lnTo>
                  <a:lnTo>
                    <a:pt x="2048639" y="890596"/>
                  </a:lnTo>
                  <a:lnTo>
                    <a:pt x="2001016" y="934919"/>
                  </a:lnTo>
                  <a:lnTo>
                    <a:pt x="1953929" y="976716"/>
                  </a:lnTo>
                  <a:lnTo>
                    <a:pt x="1907272" y="1015784"/>
                  </a:lnTo>
                  <a:lnTo>
                    <a:pt x="1860850" y="1052013"/>
                  </a:lnTo>
                  <a:lnTo>
                    <a:pt x="1814370" y="1085380"/>
                  </a:lnTo>
                  <a:lnTo>
                    <a:pt x="1768425" y="1115316"/>
                  </a:lnTo>
                  <a:lnTo>
                    <a:pt x="1719087" y="1143961"/>
                  </a:lnTo>
                  <a:lnTo>
                    <a:pt x="1668059" y="1169707"/>
                  </a:lnTo>
                  <a:lnTo>
                    <a:pt x="1614533" y="1192706"/>
                  </a:lnTo>
                  <a:lnTo>
                    <a:pt x="1557607" y="1213212"/>
                  </a:lnTo>
                  <a:lnTo>
                    <a:pt x="1496364" y="1231511"/>
                  </a:lnTo>
                  <a:lnTo>
                    <a:pt x="1429949" y="1247877"/>
                  </a:lnTo>
                  <a:lnTo>
                    <a:pt x="1357675" y="1262550"/>
                  </a:lnTo>
                  <a:lnTo>
                    <a:pt x="1279153" y="1275724"/>
                  </a:lnTo>
                  <a:lnTo>
                    <a:pt x="1194473" y="1287538"/>
                  </a:lnTo>
                  <a:lnTo>
                    <a:pt x="1104412" y="1298079"/>
                  </a:lnTo>
                  <a:lnTo>
                    <a:pt x="1010641" y="1307379"/>
                  </a:lnTo>
                  <a:lnTo>
                    <a:pt x="915859" y="1315433"/>
                  </a:lnTo>
                  <a:lnTo>
                    <a:pt x="823739" y="1322212"/>
                  </a:lnTo>
                  <a:lnTo>
                    <a:pt x="738607" y="1327691"/>
                  </a:lnTo>
                  <a:lnTo>
                    <a:pt x="664800" y="1331882"/>
                  </a:lnTo>
                  <a:lnTo>
                    <a:pt x="605822" y="1334860"/>
                  </a:lnTo>
                  <a:lnTo>
                    <a:pt x="563520" y="1336770"/>
                  </a:lnTo>
                  <a:lnTo>
                    <a:pt x="537558" y="1337824"/>
                  </a:lnTo>
                  <a:lnTo>
                    <a:pt x="525329" y="1338273"/>
                  </a:lnTo>
                  <a:lnTo>
                    <a:pt x="522204" y="1338377"/>
                  </a:lnTo>
                  <a:lnTo>
                    <a:pt x="522133" y="1338379"/>
                  </a:lnTo>
                  <a:lnTo>
                    <a:pt x="0" y="1338379"/>
                  </a:lnTo>
                  <a:lnTo>
                    <a:pt x="0" y="1338379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844" name="pg1844"/>
            <p:cNvSpPr/>
            <p:nvPr/>
          </p:nvSpPr>
          <p:spPr>
            <a:xfrm>
              <a:off x="386606" y="1671202"/>
              <a:ext cx="8554953" cy="3958666"/>
            </a:xfrm>
            <a:custGeom>
              <a:avLst/>
              <a:pathLst>
                <a:path w="8554953" h="3958666">
                  <a:moveTo>
                    <a:pt x="0" y="3958666"/>
                  </a:moveTo>
                  <a:lnTo>
                    <a:pt x="522133" y="3958666"/>
                  </a:lnTo>
                  <a:lnTo>
                    <a:pt x="523060" y="3958579"/>
                  </a:lnTo>
                  <a:lnTo>
                    <a:pt x="529160" y="3957952"/>
                  </a:lnTo>
                  <a:lnTo>
                    <a:pt x="544568" y="3956221"/>
                  </a:lnTo>
                  <a:lnTo>
                    <a:pt x="572181" y="3952811"/>
                  </a:lnTo>
                  <a:lnTo>
                    <a:pt x="613462" y="3947191"/>
                  </a:lnTo>
                  <a:lnTo>
                    <a:pt x="668329" y="3938920"/>
                  </a:lnTo>
                  <a:lnTo>
                    <a:pt x="735255" y="3927692"/>
                  </a:lnTo>
                  <a:lnTo>
                    <a:pt x="811619" y="3913348"/>
                  </a:lnTo>
                  <a:lnTo>
                    <a:pt x="894214" y="3895853"/>
                  </a:lnTo>
                  <a:lnTo>
                    <a:pt x="979770" y="3875249"/>
                  </a:lnTo>
                  <a:lnTo>
                    <a:pt x="1065385" y="3851607"/>
                  </a:lnTo>
                  <a:lnTo>
                    <a:pt x="1148769" y="3824966"/>
                  </a:lnTo>
                  <a:lnTo>
                    <a:pt x="1228332" y="3795298"/>
                  </a:lnTo>
                  <a:lnTo>
                    <a:pt x="1303144" y="3762481"/>
                  </a:lnTo>
                  <a:lnTo>
                    <a:pt x="1372825" y="3726287"/>
                  </a:lnTo>
                  <a:lnTo>
                    <a:pt x="1437415" y="3686378"/>
                  </a:lnTo>
                  <a:lnTo>
                    <a:pt x="1497248" y="3642313"/>
                  </a:lnTo>
                  <a:lnTo>
                    <a:pt x="1552847" y="3593558"/>
                  </a:lnTo>
                  <a:lnTo>
                    <a:pt x="1604846" y="3539512"/>
                  </a:lnTo>
                  <a:lnTo>
                    <a:pt x="1653924" y="3479546"/>
                  </a:lnTo>
                  <a:lnTo>
                    <a:pt x="1700760" y="3413075"/>
                  </a:lnTo>
                  <a:lnTo>
                    <a:pt x="1745983" y="3339665"/>
                  </a:lnTo>
                  <a:lnTo>
                    <a:pt x="1768425" y="3299830"/>
                  </a:lnTo>
                  <a:lnTo>
                    <a:pt x="1800871" y="3238336"/>
                  </a:lnTo>
                  <a:lnTo>
                    <a:pt x="1833029" y="3172925"/>
                  </a:lnTo>
                  <a:lnTo>
                    <a:pt x="1865052" y="3103518"/>
                  </a:lnTo>
                  <a:lnTo>
                    <a:pt x="1897064" y="3030080"/>
                  </a:lnTo>
                  <a:lnTo>
                    <a:pt x="1929164" y="2952632"/>
                  </a:lnTo>
                  <a:lnTo>
                    <a:pt x="1961427" y="2871246"/>
                  </a:lnTo>
                  <a:lnTo>
                    <a:pt x="1993908" y="2786057"/>
                  </a:lnTo>
                  <a:lnTo>
                    <a:pt x="2026640" y="2697260"/>
                  </a:lnTo>
                  <a:lnTo>
                    <a:pt x="2059639" y="2605113"/>
                  </a:lnTo>
                  <a:lnTo>
                    <a:pt x="2092904" y="2509938"/>
                  </a:lnTo>
                  <a:lnTo>
                    <a:pt x="2126418" y="2412112"/>
                  </a:lnTo>
                  <a:lnTo>
                    <a:pt x="2160152" y="2312069"/>
                  </a:lnTo>
                  <a:lnTo>
                    <a:pt x="2194065" y="2210289"/>
                  </a:lnTo>
                  <a:lnTo>
                    <a:pt x="2228106" y="2107288"/>
                  </a:lnTo>
                  <a:lnTo>
                    <a:pt x="2262219" y="2003612"/>
                  </a:lnTo>
                  <a:lnTo>
                    <a:pt x="2296344" y="1899820"/>
                  </a:lnTo>
                  <a:lnTo>
                    <a:pt x="2330422" y="1796473"/>
                  </a:lnTo>
                  <a:lnTo>
                    <a:pt x="2364394" y="1694124"/>
                  </a:lnTo>
                  <a:lnTo>
                    <a:pt x="2398207" y="1593303"/>
                  </a:lnTo>
                  <a:lnTo>
                    <a:pt x="2431817" y="1494505"/>
                  </a:lnTo>
                  <a:lnTo>
                    <a:pt x="2465188" y="1398185"/>
                  </a:lnTo>
                  <a:lnTo>
                    <a:pt x="2498298" y="1304745"/>
                  </a:lnTo>
                  <a:lnTo>
                    <a:pt x="2531139" y="1214528"/>
                  </a:lnTo>
                  <a:lnTo>
                    <a:pt x="2563721" y="1127821"/>
                  </a:lnTo>
                  <a:lnTo>
                    <a:pt x="2596068" y="1044844"/>
                  </a:lnTo>
                  <a:lnTo>
                    <a:pt x="2628228" y="965756"/>
                  </a:lnTo>
                  <a:lnTo>
                    <a:pt x="2660266" y="890656"/>
                  </a:lnTo>
                  <a:lnTo>
                    <a:pt x="2692271" y="819584"/>
                  </a:lnTo>
                  <a:lnTo>
                    <a:pt x="2724356" y="752529"/>
                  </a:lnTo>
                  <a:lnTo>
                    <a:pt x="2756663" y="689428"/>
                  </a:lnTo>
                  <a:lnTo>
                    <a:pt x="2770117" y="664483"/>
                  </a:lnTo>
                  <a:lnTo>
                    <a:pt x="2814736" y="587497"/>
                  </a:lnTo>
                  <a:lnTo>
                    <a:pt x="2860682" y="517553"/>
                  </a:lnTo>
                  <a:lnTo>
                    <a:pt x="2908543" y="454363"/>
                  </a:lnTo>
                  <a:lnTo>
                    <a:pt x="2958978" y="397400"/>
                  </a:lnTo>
                  <a:lnTo>
                    <a:pt x="3012672" y="346046"/>
                  </a:lnTo>
                  <a:lnTo>
                    <a:pt x="3070288" y="299680"/>
                  </a:lnTo>
                  <a:lnTo>
                    <a:pt x="3132416" y="257729"/>
                  </a:lnTo>
                  <a:lnTo>
                    <a:pt x="3199495" y="219704"/>
                  </a:lnTo>
                  <a:lnTo>
                    <a:pt x="3271729" y="185214"/>
                  </a:lnTo>
                  <a:lnTo>
                    <a:pt x="3348967" y="153974"/>
                  </a:lnTo>
                  <a:lnTo>
                    <a:pt x="3430573" y="125811"/>
                  </a:lnTo>
                  <a:lnTo>
                    <a:pt x="3515301" y="100650"/>
                  </a:lnTo>
                  <a:lnTo>
                    <a:pt x="3601216" y="78501"/>
                  </a:lnTo>
                  <a:lnTo>
                    <a:pt x="3685703" y="59425"/>
                  </a:lnTo>
                  <a:lnTo>
                    <a:pt x="3765635" y="43484"/>
                  </a:lnTo>
                  <a:lnTo>
                    <a:pt x="3837714" y="30691"/>
                  </a:lnTo>
                  <a:lnTo>
                    <a:pt x="3898952" y="20953"/>
                  </a:lnTo>
                  <a:lnTo>
                    <a:pt x="3947214" y="14039"/>
                  </a:lnTo>
                  <a:lnTo>
                    <a:pt x="3981656" y="9573"/>
                  </a:lnTo>
                  <a:lnTo>
                    <a:pt x="4002962" y="7063"/>
                  </a:lnTo>
                  <a:lnTo>
                    <a:pt x="4013329" y="5949"/>
                  </a:lnTo>
                  <a:lnTo>
                    <a:pt x="4016409" y="5647"/>
                  </a:lnTo>
                  <a:lnTo>
                    <a:pt x="4538543" y="5647"/>
                  </a:lnTo>
                  <a:lnTo>
                    <a:pt x="4539785" y="5686"/>
                  </a:lnTo>
                  <a:lnTo>
                    <a:pt x="4547908" y="5967"/>
                  </a:lnTo>
                  <a:lnTo>
                    <a:pt x="4568231" y="6743"/>
                  </a:lnTo>
                  <a:lnTo>
                    <a:pt x="4604172" y="8268"/>
                  </a:lnTo>
                  <a:lnTo>
                    <a:pt x="4656944" y="10767"/>
                  </a:lnTo>
                  <a:lnTo>
                    <a:pt x="4725488" y="14408"/>
                  </a:lnTo>
                  <a:lnTo>
                    <a:pt x="4806840" y="19291"/>
                  </a:lnTo>
                  <a:lnTo>
                    <a:pt x="4896870" y="25449"/>
                  </a:lnTo>
                  <a:lnTo>
                    <a:pt x="4991154" y="32867"/>
                  </a:lnTo>
                  <a:lnTo>
                    <a:pt x="5085710" y="41515"/>
                  </a:lnTo>
                  <a:lnTo>
                    <a:pt x="5177452" y="51377"/>
                  </a:lnTo>
                  <a:lnTo>
                    <a:pt x="5264326" y="62468"/>
                  </a:lnTo>
                  <a:lnTo>
                    <a:pt x="5345239" y="74853"/>
                  </a:lnTo>
                  <a:lnTo>
                    <a:pt x="5419866" y="88649"/>
                  </a:lnTo>
                  <a:lnTo>
                    <a:pt x="5488440" y="104025"/>
                  </a:lnTo>
                  <a:lnTo>
                    <a:pt x="5551554" y="121202"/>
                  </a:lnTo>
                  <a:lnTo>
                    <a:pt x="5610015" y="140437"/>
                  </a:lnTo>
                  <a:lnTo>
                    <a:pt x="5664727" y="162010"/>
                  </a:lnTo>
                  <a:lnTo>
                    <a:pt x="5716607" y="186188"/>
                  </a:lnTo>
                  <a:lnTo>
                    <a:pt x="5766509" y="213167"/>
                  </a:lnTo>
                  <a:lnTo>
                    <a:pt x="5784835" y="224004"/>
                  </a:lnTo>
                  <a:lnTo>
                    <a:pt x="5831986" y="254118"/>
                  </a:lnTo>
                  <a:lnTo>
                    <a:pt x="5878677" y="287013"/>
                  </a:lnTo>
                  <a:lnTo>
                    <a:pt x="5925319" y="322736"/>
                  </a:lnTo>
                  <a:lnTo>
                    <a:pt x="5972207" y="361262"/>
                  </a:lnTo>
                  <a:lnTo>
                    <a:pt x="6019536" y="402477"/>
                  </a:lnTo>
                  <a:lnTo>
                    <a:pt x="6067407" y="446178"/>
                  </a:lnTo>
                  <a:lnTo>
                    <a:pt x="6115844" y="492067"/>
                  </a:lnTo>
                  <a:lnTo>
                    <a:pt x="6164796" y="539760"/>
                  </a:lnTo>
                  <a:lnTo>
                    <a:pt x="6214159" y="588792"/>
                  </a:lnTo>
                  <a:lnTo>
                    <a:pt x="6263780" y="638640"/>
                  </a:lnTo>
                  <a:lnTo>
                    <a:pt x="6313482" y="688741"/>
                  </a:lnTo>
                  <a:lnTo>
                    <a:pt x="6363082" y="738520"/>
                  </a:lnTo>
                  <a:lnTo>
                    <a:pt x="6412402" y="787420"/>
                  </a:lnTo>
                  <a:lnTo>
                    <a:pt x="6461298" y="834921"/>
                  </a:lnTo>
                  <a:lnTo>
                    <a:pt x="6509669" y="880570"/>
                  </a:lnTo>
                  <a:lnTo>
                    <a:pt x="6557473" y="923989"/>
                  </a:lnTo>
                  <a:lnTo>
                    <a:pt x="6604743" y="964894"/>
                  </a:lnTo>
                  <a:lnTo>
                    <a:pt x="6651590" y="1003091"/>
                  </a:lnTo>
                  <a:lnTo>
                    <a:pt x="6698220" y="1038478"/>
                  </a:lnTo>
                  <a:lnTo>
                    <a:pt x="6744941" y="1071039"/>
                  </a:lnTo>
                  <a:lnTo>
                    <a:pt x="6786527" y="1097433"/>
                  </a:lnTo>
                  <a:lnTo>
                    <a:pt x="6835881" y="1125482"/>
                  </a:lnTo>
                  <a:lnTo>
                    <a:pt x="6886927" y="1150692"/>
                  </a:lnTo>
                  <a:lnTo>
                    <a:pt x="6940473" y="1173211"/>
                  </a:lnTo>
                  <a:lnTo>
                    <a:pt x="6997421" y="1193289"/>
                  </a:lnTo>
                  <a:lnTo>
                    <a:pt x="7058691" y="1211204"/>
                  </a:lnTo>
                  <a:lnTo>
                    <a:pt x="7125137" y="1227227"/>
                  </a:lnTo>
                  <a:lnTo>
                    <a:pt x="7197448" y="1241592"/>
                  </a:lnTo>
                  <a:lnTo>
                    <a:pt x="7276011" y="1254488"/>
                  </a:lnTo>
                  <a:lnTo>
                    <a:pt x="7360735" y="1266054"/>
                  </a:lnTo>
                  <a:lnTo>
                    <a:pt x="7450840" y="1276372"/>
                  </a:lnTo>
                  <a:lnTo>
                    <a:pt x="7544649" y="1285475"/>
                  </a:lnTo>
                  <a:lnTo>
                    <a:pt x="7639459" y="1293357"/>
                  </a:lnTo>
                  <a:lnTo>
                    <a:pt x="7731589" y="1299989"/>
                  </a:lnTo>
                  <a:lnTo>
                    <a:pt x="7816709" y="1305349"/>
                  </a:lnTo>
                  <a:lnTo>
                    <a:pt x="7890477" y="1309448"/>
                  </a:lnTo>
                  <a:lnTo>
                    <a:pt x="7949393" y="1312358"/>
                  </a:lnTo>
                  <a:lnTo>
                    <a:pt x="7991619" y="1314223"/>
                  </a:lnTo>
                  <a:lnTo>
                    <a:pt x="8017502" y="1315251"/>
                  </a:lnTo>
                  <a:lnTo>
                    <a:pt x="8029665" y="1315688"/>
                  </a:lnTo>
                  <a:lnTo>
                    <a:pt x="8032819" y="1315790"/>
                  </a:lnTo>
                  <a:lnTo>
                    <a:pt x="8554953" y="1315790"/>
                  </a:lnTo>
                  <a:lnTo>
                    <a:pt x="8554953" y="1310143"/>
                  </a:lnTo>
                  <a:lnTo>
                    <a:pt x="8032819" y="1310143"/>
                  </a:lnTo>
                  <a:lnTo>
                    <a:pt x="8031577" y="1310104"/>
                  </a:lnTo>
                  <a:lnTo>
                    <a:pt x="8023454" y="1309823"/>
                  </a:lnTo>
                  <a:lnTo>
                    <a:pt x="8003131" y="1309047"/>
                  </a:lnTo>
                  <a:lnTo>
                    <a:pt x="7967190" y="1307522"/>
                  </a:lnTo>
                  <a:lnTo>
                    <a:pt x="7914418" y="1305023"/>
                  </a:lnTo>
                  <a:lnTo>
                    <a:pt x="7845874" y="1301382"/>
                  </a:lnTo>
                  <a:lnTo>
                    <a:pt x="7764522" y="1296498"/>
                  </a:lnTo>
                  <a:lnTo>
                    <a:pt x="7674492" y="1290341"/>
                  </a:lnTo>
                  <a:lnTo>
                    <a:pt x="7580208" y="1282923"/>
                  </a:lnTo>
                  <a:lnTo>
                    <a:pt x="7485652" y="1274275"/>
                  </a:lnTo>
                  <a:lnTo>
                    <a:pt x="7393910" y="1264413"/>
                  </a:lnTo>
                  <a:lnTo>
                    <a:pt x="7307036" y="1253322"/>
                  </a:lnTo>
                  <a:lnTo>
                    <a:pt x="7226123" y="1240937"/>
                  </a:lnTo>
                  <a:lnTo>
                    <a:pt x="7151496" y="1227141"/>
                  </a:lnTo>
                  <a:lnTo>
                    <a:pt x="7082922" y="1211765"/>
                  </a:lnTo>
                  <a:lnTo>
                    <a:pt x="7019808" y="1194588"/>
                  </a:lnTo>
                  <a:lnTo>
                    <a:pt x="6961347" y="1175352"/>
                  </a:lnTo>
                  <a:lnTo>
                    <a:pt x="6906635" y="1153779"/>
                  </a:lnTo>
                  <a:lnTo>
                    <a:pt x="6854755" y="1129602"/>
                  </a:lnTo>
                  <a:lnTo>
                    <a:pt x="6804853" y="1102623"/>
                  </a:lnTo>
                  <a:lnTo>
                    <a:pt x="6786527" y="1091786"/>
                  </a:lnTo>
                  <a:lnTo>
                    <a:pt x="6739376" y="1061672"/>
                  </a:lnTo>
                  <a:lnTo>
                    <a:pt x="6692685" y="1028777"/>
                  </a:lnTo>
                  <a:lnTo>
                    <a:pt x="6646043" y="993054"/>
                  </a:lnTo>
                  <a:lnTo>
                    <a:pt x="6599155" y="954528"/>
                  </a:lnTo>
                  <a:lnTo>
                    <a:pt x="6551826" y="913313"/>
                  </a:lnTo>
                  <a:lnTo>
                    <a:pt x="6503955" y="869612"/>
                  </a:lnTo>
                  <a:lnTo>
                    <a:pt x="6455518" y="823722"/>
                  </a:lnTo>
                  <a:lnTo>
                    <a:pt x="6406565" y="776030"/>
                  </a:lnTo>
                  <a:lnTo>
                    <a:pt x="6357203" y="726998"/>
                  </a:lnTo>
                  <a:lnTo>
                    <a:pt x="6307582" y="677150"/>
                  </a:lnTo>
                  <a:lnTo>
                    <a:pt x="6257879" y="627049"/>
                  </a:lnTo>
                  <a:lnTo>
                    <a:pt x="6208280" y="577269"/>
                  </a:lnTo>
                  <a:lnTo>
                    <a:pt x="6158960" y="528370"/>
                  </a:lnTo>
                  <a:lnTo>
                    <a:pt x="6110064" y="480868"/>
                  </a:lnTo>
                  <a:lnTo>
                    <a:pt x="6061693" y="435220"/>
                  </a:lnTo>
                  <a:lnTo>
                    <a:pt x="6013888" y="391801"/>
                  </a:lnTo>
                  <a:lnTo>
                    <a:pt x="5966619" y="350896"/>
                  </a:lnTo>
                  <a:lnTo>
                    <a:pt x="5919772" y="312699"/>
                  </a:lnTo>
                  <a:lnTo>
                    <a:pt x="5873142" y="277312"/>
                  </a:lnTo>
                  <a:lnTo>
                    <a:pt x="5826421" y="244751"/>
                  </a:lnTo>
                  <a:lnTo>
                    <a:pt x="5784835" y="218357"/>
                  </a:lnTo>
                  <a:lnTo>
                    <a:pt x="5735481" y="190308"/>
                  </a:lnTo>
                  <a:lnTo>
                    <a:pt x="5684435" y="165098"/>
                  </a:lnTo>
                  <a:lnTo>
                    <a:pt x="5630889" y="142579"/>
                  </a:lnTo>
                  <a:lnTo>
                    <a:pt x="5573941" y="122501"/>
                  </a:lnTo>
                  <a:lnTo>
                    <a:pt x="5512670" y="104585"/>
                  </a:lnTo>
                  <a:lnTo>
                    <a:pt x="5446225" y="88563"/>
                  </a:lnTo>
                  <a:lnTo>
                    <a:pt x="5373914" y="74198"/>
                  </a:lnTo>
                  <a:lnTo>
                    <a:pt x="5295351" y="61301"/>
                  </a:lnTo>
                  <a:lnTo>
                    <a:pt x="5210627" y="49736"/>
                  </a:lnTo>
                  <a:lnTo>
                    <a:pt x="5120522" y="39418"/>
                  </a:lnTo>
                  <a:lnTo>
                    <a:pt x="5026713" y="30315"/>
                  </a:lnTo>
                  <a:lnTo>
                    <a:pt x="4931903" y="22433"/>
                  </a:lnTo>
                  <a:lnTo>
                    <a:pt x="4839773" y="15800"/>
                  </a:lnTo>
                  <a:lnTo>
                    <a:pt x="4754653" y="10441"/>
                  </a:lnTo>
                  <a:lnTo>
                    <a:pt x="4680885" y="6342"/>
                  </a:lnTo>
                  <a:lnTo>
                    <a:pt x="4621969" y="3432"/>
                  </a:lnTo>
                  <a:lnTo>
                    <a:pt x="4579743" y="1566"/>
                  </a:lnTo>
                  <a:lnTo>
                    <a:pt x="4553860" y="538"/>
                  </a:lnTo>
                  <a:lnTo>
                    <a:pt x="4541697" y="102"/>
                  </a:lnTo>
                  <a:lnTo>
                    <a:pt x="4538543" y="0"/>
                  </a:lnTo>
                  <a:lnTo>
                    <a:pt x="4016409" y="0"/>
                  </a:lnTo>
                  <a:lnTo>
                    <a:pt x="4015483" y="87"/>
                  </a:lnTo>
                  <a:lnTo>
                    <a:pt x="4009382" y="714"/>
                  </a:lnTo>
                  <a:lnTo>
                    <a:pt x="3993974" y="2445"/>
                  </a:lnTo>
                  <a:lnTo>
                    <a:pt x="3966362" y="5855"/>
                  </a:lnTo>
                  <a:lnTo>
                    <a:pt x="3925080" y="11475"/>
                  </a:lnTo>
                  <a:lnTo>
                    <a:pt x="3870213" y="19746"/>
                  </a:lnTo>
                  <a:lnTo>
                    <a:pt x="3803287" y="30974"/>
                  </a:lnTo>
                  <a:lnTo>
                    <a:pt x="3726923" y="45318"/>
                  </a:lnTo>
                  <a:lnTo>
                    <a:pt x="3644329" y="62813"/>
                  </a:lnTo>
                  <a:lnTo>
                    <a:pt x="3558772" y="83416"/>
                  </a:lnTo>
                  <a:lnTo>
                    <a:pt x="3473157" y="107059"/>
                  </a:lnTo>
                  <a:lnTo>
                    <a:pt x="3389773" y="133700"/>
                  </a:lnTo>
                  <a:lnTo>
                    <a:pt x="3310210" y="163368"/>
                  </a:lnTo>
                  <a:lnTo>
                    <a:pt x="3235398" y="196185"/>
                  </a:lnTo>
                  <a:lnTo>
                    <a:pt x="3165717" y="232379"/>
                  </a:lnTo>
                  <a:lnTo>
                    <a:pt x="3101127" y="272288"/>
                  </a:lnTo>
                  <a:lnTo>
                    <a:pt x="3041294" y="316353"/>
                  </a:lnTo>
                  <a:lnTo>
                    <a:pt x="2985695" y="365108"/>
                  </a:lnTo>
                  <a:lnTo>
                    <a:pt x="2933696" y="419154"/>
                  </a:lnTo>
                  <a:lnTo>
                    <a:pt x="2884618" y="479120"/>
                  </a:lnTo>
                  <a:lnTo>
                    <a:pt x="2837782" y="545591"/>
                  </a:lnTo>
                  <a:lnTo>
                    <a:pt x="2792559" y="619001"/>
                  </a:lnTo>
                  <a:lnTo>
                    <a:pt x="2770117" y="658836"/>
                  </a:lnTo>
                  <a:lnTo>
                    <a:pt x="2737671" y="720330"/>
                  </a:lnTo>
                  <a:lnTo>
                    <a:pt x="2705513" y="785741"/>
                  </a:lnTo>
                  <a:lnTo>
                    <a:pt x="2673490" y="855148"/>
                  </a:lnTo>
                  <a:lnTo>
                    <a:pt x="2641478" y="928586"/>
                  </a:lnTo>
                  <a:lnTo>
                    <a:pt x="2609378" y="1006034"/>
                  </a:lnTo>
                  <a:lnTo>
                    <a:pt x="2577115" y="1087420"/>
                  </a:lnTo>
                  <a:lnTo>
                    <a:pt x="2544634" y="1172609"/>
                  </a:lnTo>
                  <a:lnTo>
                    <a:pt x="2511902" y="1261406"/>
                  </a:lnTo>
                  <a:lnTo>
                    <a:pt x="2478903" y="1353553"/>
                  </a:lnTo>
                  <a:lnTo>
                    <a:pt x="2445638" y="1448728"/>
                  </a:lnTo>
                  <a:lnTo>
                    <a:pt x="2412124" y="1546554"/>
                  </a:lnTo>
                  <a:lnTo>
                    <a:pt x="2378390" y="1646597"/>
                  </a:lnTo>
                  <a:lnTo>
                    <a:pt x="2344477" y="1748377"/>
                  </a:lnTo>
                  <a:lnTo>
                    <a:pt x="2310437" y="1851378"/>
                  </a:lnTo>
                  <a:lnTo>
                    <a:pt x="2276323" y="1955054"/>
                  </a:lnTo>
                  <a:lnTo>
                    <a:pt x="2242198" y="2058846"/>
                  </a:lnTo>
                  <a:lnTo>
                    <a:pt x="2208120" y="2162193"/>
                  </a:lnTo>
                  <a:lnTo>
                    <a:pt x="2174148" y="2264542"/>
                  </a:lnTo>
                  <a:lnTo>
                    <a:pt x="2140335" y="2365363"/>
                  </a:lnTo>
                  <a:lnTo>
                    <a:pt x="2106725" y="2464161"/>
                  </a:lnTo>
                  <a:lnTo>
                    <a:pt x="2073354" y="2560481"/>
                  </a:lnTo>
                  <a:lnTo>
                    <a:pt x="2040244" y="2653921"/>
                  </a:lnTo>
                  <a:lnTo>
                    <a:pt x="2007403" y="2744137"/>
                  </a:lnTo>
                  <a:lnTo>
                    <a:pt x="1974821" y="2830845"/>
                  </a:lnTo>
                  <a:lnTo>
                    <a:pt x="1942474" y="2913822"/>
                  </a:lnTo>
                  <a:lnTo>
                    <a:pt x="1910314" y="2992910"/>
                  </a:lnTo>
                  <a:lnTo>
                    <a:pt x="1878276" y="3068010"/>
                  </a:lnTo>
                  <a:lnTo>
                    <a:pt x="1846271" y="3139082"/>
                  </a:lnTo>
                  <a:lnTo>
                    <a:pt x="1814186" y="3206137"/>
                  </a:lnTo>
                  <a:lnTo>
                    <a:pt x="1781879" y="3269238"/>
                  </a:lnTo>
                  <a:lnTo>
                    <a:pt x="1768425" y="3294183"/>
                  </a:lnTo>
                  <a:lnTo>
                    <a:pt x="1723806" y="3371169"/>
                  </a:lnTo>
                  <a:lnTo>
                    <a:pt x="1677860" y="3441113"/>
                  </a:lnTo>
                  <a:lnTo>
                    <a:pt x="1629999" y="3504303"/>
                  </a:lnTo>
                  <a:lnTo>
                    <a:pt x="1579565" y="3561266"/>
                  </a:lnTo>
                  <a:lnTo>
                    <a:pt x="1525871" y="3612620"/>
                  </a:lnTo>
                  <a:lnTo>
                    <a:pt x="1468254" y="3658986"/>
                  </a:lnTo>
                  <a:lnTo>
                    <a:pt x="1406126" y="3700937"/>
                  </a:lnTo>
                  <a:lnTo>
                    <a:pt x="1339047" y="3738962"/>
                  </a:lnTo>
                  <a:lnTo>
                    <a:pt x="1266813" y="3773452"/>
                  </a:lnTo>
                  <a:lnTo>
                    <a:pt x="1189575" y="3804692"/>
                  </a:lnTo>
                  <a:lnTo>
                    <a:pt x="1107969" y="3832855"/>
                  </a:lnTo>
                  <a:lnTo>
                    <a:pt x="1023241" y="3858016"/>
                  </a:lnTo>
                  <a:lnTo>
                    <a:pt x="937326" y="3880165"/>
                  </a:lnTo>
                  <a:lnTo>
                    <a:pt x="852840" y="3899241"/>
                  </a:lnTo>
                  <a:lnTo>
                    <a:pt x="772907" y="3915182"/>
                  </a:lnTo>
                  <a:lnTo>
                    <a:pt x="700828" y="3927975"/>
                  </a:lnTo>
                  <a:lnTo>
                    <a:pt x="639590" y="3937713"/>
                  </a:lnTo>
                  <a:lnTo>
                    <a:pt x="591328" y="3944627"/>
                  </a:lnTo>
                  <a:lnTo>
                    <a:pt x="556886" y="3949093"/>
                  </a:lnTo>
                  <a:lnTo>
                    <a:pt x="535580" y="3951603"/>
                  </a:lnTo>
                  <a:lnTo>
                    <a:pt x="525214" y="3952717"/>
                  </a:lnTo>
                  <a:lnTo>
                    <a:pt x="522133" y="3953019"/>
                  </a:lnTo>
                  <a:lnTo>
                    <a:pt x="0" y="3953019"/>
                  </a:lnTo>
                  <a:close/>
                </a:path>
              </a:pathLst>
            </a:custGeom>
            <a:solidFill>
              <a:srgbClr val="FFB3B5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1845" name="pl1845"/>
            <p:cNvSpPr/>
            <p:nvPr/>
          </p:nvSpPr>
          <p:spPr>
            <a:xfrm>
              <a:off x="386606" y="1676849"/>
              <a:ext cx="8554953" cy="3953019"/>
            </a:xfrm>
            <a:custGeom>
              <a:avLst/>
              <a:pathLst>
                <a:path w="8554953" h="3953019">
                  <a:moveTo>
                    <a:pt x="0" y="3953019"/>
                  </a:moveTo>
                  <a:lnTo>
                    <a:pt x="522133" y="3953019"/>
                  </a:lnTo>
                  <a:lnTo>
                    <a:pt x="523060" y="3952931"/>
                  </a:lnTo>
                  <a:lnTo>
                    <a:pt x="529160" y="3952305"/>
                  </a:lnTo>
                  <a:lnTo>
                    <a:pt x="544568" y="3950574"/>
                  </a:lnTo>
                  <a:lnTo>
                    <a:pt x="572181" y="3947164"/>
                  </a:lnTo>
                  <a:lnTo>
                    <a:pt x="613462" y="3941544"/>
                  </a:lnTo>
                  <a:lnTo>
                    <a:pt x="668329" y="3933273"/>
                  </a:lnTo>
                  <a:lnTo>
                    <a:pt x="735255" y="3922045"/>
                  </a:lnTo>
                  <a:lnTo>
                    <a:pt x="811619" y="3907701"/>
                  </a:lnTo>
                  <a:lnTo>
                    <a:pt x="894214" y="3890205"/>
                  </a:lnTo>
                  <a:lnTo>
                    <a:pt x="979770" y="3869602"/>
                  </a:lnTo>
                  <a:lnTo>
                    <a:pt x="1065385" y="3845960"/>
                  </a:lnTo>
                  <a:lnTo>
                    <a:pt x="1148769" y="3819319"/>
                  </a:lnTo>
                  <a:lnTo>
                    <a:pt x="1228332" y="3789651"/>
                  </a:lnTo>
                  <a:lnTo>
                    <a:pt x="1303144" y="3756834"/>
                  </a:lnTo>
                  <a:lnTo>
                    <a:pt x="1372825" y="3720640"/>
                  </a:lnTo>
                  <a:lnTo>
                    <a:pt x="1437415" y="3680731"/>
                  </a:lnTo>
                  <a:lnTo>
                    <a:pt x="1497248" y="3636665"/>
                  </a:lnTo>
                  <a:lnTo>
                    <a:pt x="1552847" y="3587911"/>
                  </a:lnTo>
                  <a:lnTo>
                    <a:pt x="1604846" y="3533865"/>
                  </a:lnTo>
                  <a:lnTo>
                    <a:pt x="1653924" y="3473899"/>
                  </a:lnTo>
                  <a:lnTo>
                    <a:pt x="1700760" y="3407427"/>
                  </a:lnTo>
                  <a:lnTo>
                    <a:pt x="1745983" y="3334018"/>
                  </a:lnTo>
                  <a:lnTo>
                    <a:pt x="1768425" y="3294183"/>
                  </a:lnTo>
                  <a:lnTo>
                    <a:pt x="1800871" y="3232689"/>
                  </a:lnTo>
                  <a:lnTo>
                    <a:pt x="1833029" y="3167278"/>
                  </a:lnTo>
                  <a:lnTo>
                    <a:pt x="1865052" y="3097870"/>
                  </a:lnTo>
                  <a:lnTo>
                    <a:pt x="1897064" y="3024433"/>
                  </a:lnTo>
                  <a:lnTo>
                    <a:pt x="1929164" y="2946985"/>
                  </a:lnTo>
                  <a:lnTo>
                    <a:pt x="1961427" y="2865599"/>
                  </a:lnTo>
                  <a:lnTo>
                    <a:pt x="1993908" y="2780410"/>
                  </a:lnTo>
                  <a:lnTo>
                    <a:pt x="2026640" y="2691613"/>
                  </a:lnTo>
                  <a:lnTo>
                    <a:pt x="2059639" y="2599466"/>
                  </a:lnTo>
                  <a:lnTo>
                    <a:pt x="2092904" y="2504290"/>
                  </a:lnTo>
                  <a:lnTo>
                    <a:pt x="2126418" y="2406465"/>
                  </a:lnTo>
                  <a:lnTo>
                    <a:pt x="2160152" y="2306422"/>
                  </a:lnTo>
                  <a:lnTo>
                    <a:pt x="2194065" y="2204642"/>
                  </a:lnTo>
                  <a:lnTo>
                    <a:pt x="2228106" y="2101641"/>
                  </a:lnTo>
                  <a:lnTo>
                    <a:pt x="2262219" y="1997965"/>
                  </a:lnTo>
                  <a:lnTo>
                    <a:pt x="2296344" y="1894173"/>
                  </a:lnTo>
                  <a:lnTo>
                    <a:pt x="2330422" y="1790826"/>
                  </a:lnTo>
                  <a:lnTo>
                    <a:pt x="2364394" y="1688477"/>
                  </a:lnTo>
                  <a:lnTo>
                    <a:pt x="2398207" y="1587656"/>
                  </a:lnTo>
                  <a:lnTo>
                    <a:pt x="2431817" y="1488858"/>
                  </a:lnTo>
                  <a:lnTo>
                    <a:pt x="2465188" y="1392538"/>
                  </a:lnTo>
                  <a:lnTo>
                    <a:pt x="2498298" y="1299098"/>
                  </a:lnTo>
                  <a:lnTo>
                    <a:pt x="2531139" y="1208881"/>
                  </a:lnTo>
                  <a:lnTo>
                    <a:pt x="2563721" y="1122174"/>
                  </a:lnTo>
                  <a:lnTo>
                    <a:pt x="2596068" y="1039196"/>
                  </a:lnTo>
                  <a:lnTo>
                    <a:pt x="2628228" y="960109"/>
                  </a:lnTo>
                  <a:lnTo>
                    <a:pt x="2660266" y="885008"/>
                  </a:lnTo>
                  <a:lnTo>
                    <a:pt x="2692271" y="813937"/>
                  </a:lnTo>
                  <a:lnTo>
                    <a:pt x="2724356" y="746881"/>
                  </a:lnTo>
                  <a:lnTo>
                    <a:pt x="2756663" y="683781"/>
                  </a:lnTo>
                  <a:lnTo>
                    <a:pt x="2770117" y="658836"/>
                  </a:lnTo>
                  <a:lnTo>
                    <a:pt x="2814736" y="581850"/>
                  </a:lnTo>
                  <a:lnTo>
                    <a:pt x="2860682" y="511906"/>
                  </a:lnTo>
                  <a:lnTo>
                    <a:pt x="2908543" y="448716"/>
                  </a:lnTo>
                  <a:lnTo>
                    <a:pt x="2958978" y="391753"/>
                  </a:lnTo>
                  <a:lnTo>
                    <a:pt x="3012672" y="340399"/>
                  </a:lnTo>
                  <a:lnTo>
                    <a:pt x="3070288" y="294032"/>
                  </a:lnTo>
                  <a:lnTo>
                    <a:pt x="3132416" y="252082"/>
                  </a:lnTo>
                  <a:lnTo>
                    <a:pt x="3199495" y="214057"/>
                  </a:lnTo>
                  <a:lnTo>
                    <a:pt x="3271729" y="179567"/>
                  </a:lnTo>
                  <a:lnTo>
                    <a:pt x="3348967" y="148327"/>
                  </a:lnTo>
                  <a:lnTo>
                    <a:pt x="3430573" y="120163"/>
                  </a:lnTo>
                  <a:lnTo>
                    <a:pt x="3515301" y="95002"/>
                  </a:lnTo>
                  <a:lnTo>
                    <a:pt x="3601216" y="72854"/>
                  </a:lnTo>
                  <a:lnTo>
                    <a:pt x="3685703" y="53777"/>
                  </a:lnTo>
                  <a:lnTo>
                    <a:pt x="3765635" y="37837"/>
                  </a:lnTo>
                  <a:lnTo>
                    <a:pt x="3837714" y="25044"/>
                  </a:lnTo>
                  <a:lnTo>
                    <a:pt x="3898952" y="15306"/>
                  </a:lnTo>
                  <a:lnTo>
                    <a:pt x="3947214" y="8392"/>
                  </a:lnTo>
                  <a:lnTo>
                    <a:pt x="3981656" y="3926"/>
                  </a:lnTo>
                  <a:lnTo>
                    <a:pt x="4002962" y="1415"/>
                  </a:lnTo>
                  <a:lnTo>
                    <a:pt x="4013329" y="302"/>
                  </a:lnTo>
                  <a:lnTo>
                    <a:pt x="4016286" y="11"/>
                  </a:lnTo>
                  <a:lnTo>
                    <a:pt x="4016409" y="0"/>
                  </a:lnTo>
                  <a:lnTo>
                    <a:pt x="4538543" y="0"/>
                  </a:lnTo>
                  <a:lnTo>
                    <a:pt x="4539785" y="39"/>
                  </a:lnTo>
                  <a:lnTo>
                    <a:pt x="4547908" y="320"/>
                  </a:lnTo>
                  <a:lnTo>
                    <a:pt x="4568231" y="1096"/>
                  </a:lnTo>
                  <a:lnTo>
                    <a:pt x="4604172" y="2621"/>
                  </a:lnTo>
                  <a:lnTo>
                    <a:pt x="4656944" y="5120"/>
                  </a:lnTo>
                  <a:lnTo>
                    <a:pt x="4725488" y="8761"/>
                  </a:lnTo>
                  <a:lnTo>
                    <a:pt x="4806840" y="13644"/>
                  </a:lnTo>
                  <a:lnTo>
                    <a:pt x="4896870" y="19801"/>
                  </a:lnTo>
                  <a:lnTo>
                    <a:pt x="4991154" y="27219"/>
                  </a:lnTo>
                  <a:lnTo>
                    <a:pt x="5085710" y="35868"/>
                  </a:lnTo>
                  <a:lnTo>
                    <a:pt x="5177452" y="45730"/>
                  </a:lnTo>
                  <a:lnTo>
                    <a:pt x="5264326" y="56821"/>
                  </a:lnTo>
                  <a:lnTo>
                    <a:pt x="5345239" y="69206"/>
                  </a:lnTo>
                  <a:lnTo>
                    <a:pt x="5419866" y="83002"/>
                  </a:lnTo>
                  <a:lnTo>
                    <a:pt x="5488440" y="98378"/>
                  </a:lnTo>
                  <a:lnTo>
                    <a:pt x="5551554" y="115555"/>
                  </a:lnTo>
                  <a:lnTo>
                    <a:pt x="5610015" y="134790"/>
                  </a:lnTo>
                  <a:lnTo>
                    <a:pt x="5664727" y="156363"/>
                  </a:lnTo>
                  <a:lnTo>
                    <a:pt x="5716607" y="180541"/>
                  </a:lnTo>
                  <a:lnTo>
                    <a:pt x="5766509" y="207520"/>
                  </a:lnTo>
                  <a:lnTo>
                    <a:pt x="5784835" y="218357"/>
                  </a:lnTo>
                  <a:lnTo>
                    <a:pt x="5831986" y="248471"/>
                  </a:lnTo>
                  <a:lnTo>
                    <a:pt x="5878677" y="281365"/>
                  </a:lnTo>
                  <a:lnTo>
                    <a:pt x="5925319" y="317089"/>
                  </a:lnTo>
                  <a:lnTo>
                    <a:pt x="5972207" y="355615"/>
                  </a:lnTo>
                  <a:lnTo>
                    <a:pt x="6019536" y="396830"/>
                  </a:lnTo>
                  <a:lnTo>
                    <a:pt x="6067407" y="440531"/>
                  </a:lnTo>
                  <a:lnTo>
                    <a:pt x="6115844" y="486420"/>
                  </a:lnTo>
                  <a:lnTo>
                    <a:pt x="6164796" y="534113"/>
                  </a:lnTo>
                  <a:lnTo>
                    <a:pt x="6214159" y="583145"/>
                  </a:lnTo>
                  <a:lnTo>
                    <a:pt x="6263780" y="632993"/>
                  </a:lnTo>
                  <a:lnTo>
                    <a:pt x="6313482" y="683094"/>
                  </a:lnTo>
                  <a:lnTo>
                    <a:pt x="6363082" y="732873"/>
                  </a:lnTo>
                  <a:lnTo>
                    <a:pt x="6412402" y="781773"/>
                  </a:lnTo>
                  <a:lnTo>
                    <a:pt x="6461298" y="829274"/>
                  </a:lnTo>
                  <a:lnTo>
                    <a:pt x="6509669" y="874922"/>
                  </a:lnTo>
                  <a:lnTo>
                    <a:pt x="6557473" y="918342"/>
                  </a:lnTo>
                  <a:lnTo>
                    <a:pt x="6604743" y="959247"/>
                  </a:lnTo>
                  <a:lnTo>
                    <a:pt x="6651590" y="997444"/>
                  </a:lnTo>
                  <a:lnTo>
                    <a:pt x="6698220" y="1032831"/>
                  </a:lnTo>
                  <a:lnTo>
                    <a:pt x="6744941" y="1065392"/>
                  </a:lnTo>
                  <a:lnTo>
                    <a:pt x="6786527" y="1091786"/>
                  </a:lnTo>
                  <a:lnTo>
                    <a:pt x="6835881" y="1119835"/>
                  </a:lnTo>
                  <a:lnTo>
                    <a:pt x="6886927" y="1145045"/>
                  </a:lnTo>
                  <a:lnTo>
                    <a:pt x="6940473" y="1167564"/>
                  </a:lnTo>
                  <a:lnTo>
                    <a:pt x="6997421" y="1187642"/>
                  </a:lnTo>
                  <a:lnTo>
                    <a:pt x="7058691" y="1205557"/>
                  </a:lnTo>
                  <a:lnTo>
                    <a:pt x="7125137" y="1221580"/>
                  </a:lnTo>
                  <a:lnTo>
                    <a:pt x="7197448" y="1235945"/>
                  </a:lnTo>
                  <a:lnTo>
                    <a:pt x="7276011" y="1248841"/>
                  </a:lnTo>
                  <a:lnTo>
                    <a:pt x="7360735" y="1260407"/>
                  </a:lnTo>
                  <a:lnTo>
                    <a:pt x="7450840" y="1270724"/>
                  </a:lnTo>
                  <a:lnTo>
                    <a:pt x="7544649" y="1279828"/>
                  </a:lnTo>
                  <a:lnTo>
                    <a:pt x="7639459" y="1287710"/>
                  </a:lnTo>
                  <a:lnTo>
                    <a:pt x="7731589" y="1294342"/>
                  </a:lnTo>
                  <a:lnTo>
                    <a:pt x="7816709" y="1299702"/>
                  </a:lnTo>
                  <a:lnTo>
                    <a:pt x="7890477" y="1303800"/>
                  </a:lnTo>
                  <a:lnTo>
                    <a:pt x="7949393" y="1306711"/>
                  </a:lnTo>
                  <a:lnTo>
                    <a:pt x="7991619" y="1308576"/>
                  </a:lnTo>
                  <a:lnTo>
                    <a:pt x="8017502" y="1309604"/>
                  </a:lnTo>
                  <a:lnTo>
                    <a:pt x="8029665" y="1310040"/>
                  </a:lnTo>
                  <a:lnTo>
                    <a:pt x="8032752" y="1310141"/>
                  </a:lnTo>
                  <a:lnTo>
                    <a:pt x="8032819" y="1310143"/>
                  </a:lnTo>
                  <a:lnTo>
                    <a:pt x="8554953" y="1310143"/>
                  </a:lnTo>
                  <a:lnTo>
                    <a:pt x="8554953" y="1310143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846" name="pl1846"/>
            <p:cNvSpPr/>
            <p:nvPr/>
          </p:nvSpPr>
          <p:spPr>
            <a:xfrm>
              <a:off x="386606" y="1671202"/>
              <a:ext cx="8554953" cy="3953019"/>
            </a:xfrm>
            <a:custGeom>
              <a:avLst/>
              <a:pathLst>
                <a:path w="8554953" h="3953019">
                  <a:moveTo>
                    <a:pt x="8554953" y="1310143"/>
                  </a:moveTo>
                  <a:lnTo>
                    <a:pt x="8032819" y="1310143"/>
                  </a:lnTo>
                  <a:lnTo>
                    <a:pt x="8031577" y="1310104"/>
                  </a:lnTo>
                  <a:lnTo>
                    <a:pt x="8023454" y="1309823"/>
                  </a:lnTo>
                  <a:lnTo>
                    <a:pt x="8003131" y="1309047"/>
                  </a:lnTo>
                  <a:lnTo>
                    <a:pt x="7967190" y="1307522"/>
                  </a:lnTo>
                  <a:lnTo>
                    <a:pt x="7914418" y="1305023"/>
                  </a:lnTo>
                  <a:lnTo>
                    <a:pt x="7845874" y="1301382"/>
                  </a:lnTo>
                  <a:lnTo>
                    <a:pt x="7764522" y="1296498"/>
                  </a:lnTo>
                  <a:lnTo>
                    <a:pt x="7674492" y="1290341"/>
                  </a:lnTo>
                  <a:lnTo>
                    <a:pt x="7580208" y="1282923"/>
                  </a:lnTo>
                  <a:lnTo>
                    <a:pt x="7485652" y="1274275"/>
                  </a:lnTo>
                  <a:lnTo>
                    <a:pt x="7393910" y="1264413"/>
                  </a:lnTo>
                  <a:lnTo>
                    <a:pt x="7307036" y="1253322"/>
                  </a:lnTo>
                  <a:lnTo>
                    <a:pt x="7226123" y="1240937"/>
                  </a:lnTo>
                  <a:lnTo>
                    <a:pt x="7151496" y="1227141"/>
                  </a:lnTo>
                  <a:lnTo>
                    <a:pt x="7082922" y="1211765"/>
                  </a:lnTo>
                  <a:lnTo>
                    <a:pt x="7019808" y="1194588"/>
                  </a:lnTo>
                  <a:lnTo>
                    <a:pt x="6961347" y="1175352"/>
                  </a:lnTo>
                  <a:lnTo>
                    <a:pt x="6906635" y="1153779"/>
                  </a:lnTo>
                  <a:lnTo>
                    <a:pt x="6854755" y="1129602"/>
                  </a:lnTo>
                  <a:lnTo>
                    <a:pt x="6804853" y="1102623"/>
                  </a:lnTo>
                  <a:lnTo>
                    <a:pt x="6786527" y="1091786"/>
                  </a:lnTo>
                  <a:lnTo>
                    <a:pt x="6739376" y="1061672"/>
                  </a:lnTo>
                  <a:lnTo>
                    <a:pt x="6692685" y="1028777"/>
                  </a:lnTo>
                  <a:lnTo>
                    <a:pt x="6646043" y="993054"/>
                  </a:lnTo>
                  <a:lnTo>
                    <a:pt x="6599155" y="954528"/>
                  </a:lnTo>
                  <a:lnTo>
                    <a:pt x="6551826" y="913313"/>
                  </a:lnTo>
                  <a:lnTo>
                    <a:pt x="6503955" y="869612"/>
                  </a:lnTo>
                  <a:lnTo>
                    <a:pt x="6455518" y="823722"/>
                  </a:lnTo>
                  <a:lnTo>
                    <a:pt x="6406565" y="776030"/>
                  </a:lnTo>
                  <a:lnTo>
                    <a:pt x="6357203" y="726998"/>
                  </a:lnTo>
                  <a:lnTo>
                    <a:pt x="6307582" y="677150"/>
                  </a:lnTo>
                  <a:lnTo>
                    <a:pt x="6257879" y="627049"/>
                  </a:lnTo>
                  <a:lnTo>
                    <a:pt x="6208280" y="577269"/>
                  </a:lnTo>
                  <a:lnTo>
                    <a:pt x="6158960" y="528370"/>
                  </a:lnTo>
                  <a:lnTo>
                    <a:pt x="6110064" y="480868"/>
                  </a:lnTo>
                  <a:lnTo>
                    <a:pt x="6061693" y="435220"/>
                  </a:lnTo>
                  <a:lnTo>
                    <a:pt x="6013888" y="391801"/>
                  </a:lnTo>
                  <a:lnTo>
                    <a:pt x="5966619" y="350896"/>
                  </a:lnTo>
                  <a:lnTo>
                    <a:pt x="5919772" y="312699"/>
                  </a:lnTo>
                  <a:lnTo>
                    <a:pt x="5873142" y="277312"/>
                  </a:lnTo>
                  <a:lnTo>
                    <a:pt x="5826421" y="244751"/>
                  </a:lnTo>
                  <a:lnTo>
                    <a:pt x="5784835" y="218357"/>
                  </a:lnTo>
                  <a:lnTo>
                    <a:pt x="5735481" y="190308"/>
                  </a:lnTo>
                  <a:lnTo>
                    <a:pt x="5684435" y="165098"/>
                  </a:lnTo>
                  <a:lnTo>
                    <a:pt x="5630889" y="142579"/>
                  </a:lnTo>
                  <a:lnTo>
                    <a:pt x="5573941" y="122501"/>
                  </a:lnTo>
                  <a:lnTo>
                    <a:pt x="5512670" y="104585"/>
                  </a:lnTo>
                  <a:lnTo>
                    <a:pt x="5446225" y="88563"/>
                  </a:lnTo>
                  <a:lnTo>
                    <a:pt x="5373914" y="74198"/>
                  </a:lnTo>
                  <a:lnTo>
                    <a:pt x="5295351" y="61301"/>
                  </a:lnTo>
                  <a:lnTo>
                    <a:pt x="5210627" y="49736"/>
                  </a:lnTo>
                  <a:lnTo>
                    <a:pt x="5120522" y="39418"/>
                  </a:lnTo>
                  <a:lnTo>
                    <a:pt x="5026713" y="30315"/>
                  </a:lnTo>
                  <a:lnTo>
                    <a:pt x="4931903" y="22433"/>
                  </a:lnTo>
                  <a:lnTo>
                    <a:pt x="4839773" y="15800"/>
                  </a:lnTo>
                  <a:lnTo>
                    <a:pt x="4754653" y="10441"/>
                  </a:lnTo>
                  <a:lnTo>
                    <a:pt x="4680885" y="6342"/>
                  </a:lnTo>
                  <a:lnTo>
                    <a:pt x="4621969" y="3432"/>
                  </a:lnTo>
                  <a:lnTo>
                    <a:pt x="4579743" y="1566"/>
                  </a:lnTo>
                  <a:lnTo>
                    <a:pt x="4553860" y="538"/>
                  </a:lnTo>
                  <a:lnTo>
                    <a:pt x="4541697" y="102"/>
                  </a:lnTo>
                  <a:lnTo>
                    <a:pt x="4538610" y="2"/>
                  </a:lnTo>
                  <a:lnTo>
                    <a:pt x="4538543" y="0"/>
                  </a:lnTo>
                  <a:lnTo>
                    <a:pt x="4016409" y="0"/>
                  </a:lnTo>
                  <a:lnTo>
                    <a:pt x="4015483" y="87"/>
                  </a:lnTo>
                  <a:lnTo>
                    <a:pt x="4009382" y="714"/>
                  </a:lnTo>
                  <a:lnTo>
                    <a:pt x="3993974" y="2445"/>
                  </a:lnTo>
                  <a:lnTo>
                    <a:pt x="3966362" y="5855"/>
                  </a:lnTo>
                  <a:lnTo>
                    <a:pt x="3925080" y="11475"/>
                  </a:lnTo>
                  <a:lnTo>
                    <a:pt x="3870213" y="19746"/>
                  </a:lnTo>
                  <a:lnTo>
                    <a:pt x="3803287" y="30974"/>
                  </a:lnTo>
                  <a:lnTo>
                    <a:pt x="3726923" y="45318"/>
                  </a:lnTo>
                  <a:lnTo>
                    <a:pt x="3644329" y="62813"/>
                  </a:lnTo>
                  <a:lnTo>
                    <a:pt x="3558772" y="83416"/>
                  </a:lnTo>
                  <a:lnTo>
                    <a:pt x="3473157" y="107059"/>
                  </a:lnTo>
                  <a:lnTo>
                    <a:pt x="3389773" y="133700"/>
                  </a:lnTo>
                  <a:lnTo>
                    <a:pt x="3310210" y="163368"/>
                  </a:lnTo>
                  <a:lnTo>
                    <a:pt x="3235398" y="196185"/>
                  </a:lnTo>
                  <a:lnTo>
                    <a:pt x="3165717" y="232379"/>
                  </a:lnTo>
                  <a:lnTo>
                    <a:pt x="3101127" y="272288"/>
                  </a:lnTo>
                  <a:lnTo>
                    <a:pt x="3041294" y="316353"/>
                  </a:lnTo>
                  <a:lnTo>
                    <a:pt x="2985695" y="365108"/>
                  </a:lnTo>
                  <a:lnTo>
                    <a:pt x="2933696" y="419154"/>
                  </a:lnTo>
                  <a:lnTo>
                    <a:pt x="2884618" y="479120"/>
                  </a:lnTo>
                  <a:lnTo>
                    <a:pt x="2837782" y="545591"/>
                  </a:lnTo>
                  <a:lnTo>
                    <a:pt x="2792559" y="619001"/>
                  </a:lnTo>
                  <a:lnTo>
                    <a:pt x="2770117" y="658836"/>
                  </a:lnTo>
                  <a:lnTo>
                    <a:pt x="2737671" y="720330"/>
                  </a:lnTo>
                  <a:lnTo>
                    <a:pt x="2705513" y="785741"/>
                  </a:lnTo>
                  <a:lnTo>
                    <a:pt x="2673490" y="855148"/>
                  </a:lnTo>
                  <a:lnTo>
                    <a:pt x="2641478" y="928586"/>
                  </a:lnTo>
                  <a:lnTo>
                    <a:pt x="2609378" y="1006034"/>
                  </a:lnTo>
                  <a:lnTo>
                    <a:pt x="2577115" y="1087420"/>
                  </a:lnTo>
                  <a:lnTo>
                    <a:pt x="2544634" y="1172609"/>
                  </a:lnTo>
                  <a:lnTo>
                    <a:pt x="2511902" y="1261406"/>
                  </a:lnTo>
                  <a:lnTo>
                    <a:pt x="2478903" y="1353553"/>
                  </a:lnTo>
                  <a:lnTo>
                    <a:pt x="2445638" y="1448728"/>
                  </a:lnTo>
                  <a:lnTo>
                    <a:pt x="2412124" y="1546554"/>
                  </a:lnTo>
                  <a:lnTo>
                    <a:pt x="2378390" y="1646597"/>
                  </a:lnTo>
                  <a:lnTo>
                    <a:pt x="2344477" y="1748377"/>
                  </a:lnTo>
                  <a:lnTo>
                    <a:pt x="2310437" y="1851378"/>
                  </a:lnTo>
                  <a:lnTo>
                    <a:pt x="2276323" y="1955054"/>
                  </a:lnTo>
                  <a:lnTo>
                    <a:pt x="2242198" y="2058846"/>
                  </a:lnTo>
                  <a:lnTo>
                    <a:pt x="2208120" y="2162193"/>
                  </a:lnTo>
                  <a:lnTo>
                    <a:pt x="2174148" y="2264542"/>
                  </a:lnTo>
                  <a:lnTo>
                    <a:pt x="2140335" y="2365363"/>
                  </a:lnTo>
                  <a:lnTo>
                    <a:pt x="2106725" y="2464161"/>
                  </a:lnTo>
                  <a:lnTo>
                    <a:pt x="2073354" y="2560481"/>
                  </a:lnTo>
                  <a:lnTo>
                    <a:pt x="2040244" y="2653921"/>
                  </a:lnTo>
                  <a:lnTo>
                    <a:pt x="2007403" y="2744137"/>
                  </a:lnTo>
                  <a:lnTo>
                    <a:pt x="1974821" y="2830845"/>
                  </a:lnTo>
                  <a:lnTo>
                    <a:pt x="1942474" y="2913822"/>
                  </a:lnTo>
                  <a:lnTo>
                    <a:pt x="1910314" y="2992910"/>
                  </a:lnTo>
                  <a:lnTo>
                    <a:pt x="1878276" y="3068010"/>
                  </a:lnTo>
                  <a:lnTo>
                    <a:pt x="1846271" y="3139082"/>
                  </a:lnTo>
                  <a:lnTo>
                    <a:pt x="1814186" y="3206137"/>
                  </a:lnTo>
                  <a:lnTo>
                    <a:pt x="1781879" y="3269238"/>
                  </a:lnTo>
                  <a:lnTo>
                    <a:pt x="1768425" y="3294183"/>
                  </a:lnTo>
                  <a:lnTo>
                    <a:pt x="1723806" y="3371169"/>
                  </a:lnTo>
                  <a:lnTo>
                    <a:pt x="1677860" y="3441113"/>
                  </a:lnTo>
                  <a:lnTo>
                    <a:pt x="1629999" y="3504303"/>
                  </a:lnTo>
                  <a:lnTo>
                    <a:pt x="1579565" y="3561266"/>
                  </a:lnTo>
                  <a:lnTo>
                    <a:pt x="1525871" y="3612620"/>
                  </a:lnTo>
                  <a:lnTo>
                    <a:pt x="1468254" y="3658986"/>
                  </a:lnTo>
                  <a:lnTo>
                    <a:pt x="1406126" y="3700937"/>
                  </a:lnTo>
                  <a:lnTo>
                    <a:pt x="1339047" y="3738962"/>
                  </a:lnTo>
                  <a:lnTo>
                    <a:pt x="1266813" y="3773452"/>
                  </a:lnTo>
                  <a:lnTo>
                    <a:pt x="1189575" y="3804692"/>
                  </a:lnTo>
                  <a:lnTo>
                    <a:pt x="1107969" y="3832855"/>
                  </a:lnTo>
                  <a:lnTo>
                    <a:pt x="1023241" y="3858016"/>
                  </a:lnTo>
                  <a:lnTo>
                    <a:pt x="937326" y="3880165"/>
                  </a:lnTo>
                  <a:lnTo>
                    <a:pt x="852840" y="3899241"/>
                  </a:lnTo>
                  <a:lnTo>
                    <a:pt x="772907" y="3915182"/>
                  </a:lnTo>
                  <a:lnTo>
                    <a:pt x="700828" y="3927975"/>
                  </a:lnTo>
                  <a:lnTo>
                    <a:pt x="639590" y="3937713"/>
                  </a:lnTo>
                  <a:lnTo>
                    <a:pt x="591328" y="3944627"/>
                  </a:lnTo>
                  <a:lnTo>
                    <a:pt x="556886" y="3949093"/>
                  </a:lnTo>
                  <a:lnTo>
                    <a:pt x="535580" y="3951603"/>
                  </a:lnTo>
                  <a:lnTo>
                    <a:pt x="525214" y="3952717"/>
                  </a:lnTo>
                  <a:lnTo>
                    <a:pt x="522256" y="3953008"/>
                  </a:lnTo>
                  <a:lnTo>
                    <a:pt x="522133" y="3953019"/>
                  </a:lnTo>
                  <a:lnTo>
                    <a:pt x="0" y="3953019"/>
                  </a:lnTo>
                  <a:lnTo>
                    <a:pt x="0" y="3953019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847" name="pg1847"/>
            <p:cNvSpPr/>
            <p:nvPr/>
          </p:nvSpPr>
          <p:spPr>
            <a:xfrm>
              <a:off x="386606" y="5691987"/>
              <a:ext cx="8554953" cy="513892"/>
            </a:xfrm>
            <a:custGeom>
              <a:avLst/>
              <a:pathLst>
                <a:path w="8554953" h="513892">
                  <a:moveTo>
                    <a:pt x="0" y="5647"/>
                  </a:moveTo>
                  <a:lnTo>
                    <a:pt x="522133" y="5647"/>
                  </a:lnTo>
                  <a:lnTo>
                    <a:pt x="523399" y="5662"/>
                  </a:lnTo>
                  <a:lnTo>
                    <a:pt x="531672" y="5773"/>
                  </a:lnTo>
                  <a:lnTo>
                    <a:pt x="552359" y="6080"/>
                  </a:lnTo>
                  <a:lnTo>
                    <a:pt x="588908" y="6684"/>
                  </a:lnTo>
                  <a:lnTo>
                    <a:pt x="642503" y="7671"/>
                  </a:lnTo>
                  <a:lnTo>
                    <a:pt x="712002" y="9110"/>
                  </a:lnTo>
                  <a:lnTo>
                    <a:pt x="794328" y="11037"/>
                  </a:lnTo>
                  <a:lnTo>
                    <a:pt x="885242" y="13465"/>
                  </a:lnTo>
                  <a:lnTo>
                    <a:pt x="980240" y="16387"/>
                  </a:lnTo>
                  <a:lnTo>
                    <a:pt x="1075309" y="19793"/>
                  </a:lnTo>
                  <a:lnTo>
                    <a:pt x="1167362" y="23675"/>
                  </a:lnTo>
                  <a:lnTo>
                    <a:pt x="1254377" y="28042"/>
                  </a:lnTo>
                  <a:lnTo>
                    <a:pt x="1335305" y="32919"/>
                  </a:lnTo>
                  <a:lnTo>
                    <a:pt x="1409868" y="38356"/>
                  </a:lnTo>
                  <a:lnTo>
                    <a:pt x="1478341" y="44421"/>
                  </a:lnTo>
                  <a:lnTo>
                    <a:pt x="1541356" y="51203"/>
                  </a:lnTo>
                  <a:lnTo>
                    <a:pt x="1599749" y="58804"/>
                  </a:lnTo>
                  <a:lnTo>
                    <a:pt x="1654447" y="67337"/>
                  </a:lnTo>
                  <a:lnTo>
                    <a:pt x="1706381" y="76903"/>
                  </a:lnTo>
                  <a:lnTo>
                    <a:pt x="1756409" y="87576"/>
                  </a:lnTo>
                  <a:lnTo>
                    <a:pt x="1768425" y="90354"/>
                  </a:lnTo>
                  <a:lnTo>
                    <a:pt x="1821245" y="103523"/>
                  </a:lnTo>
                  <a:lnTo>
                    <a:pt x="1873553" y="118052"/>
                  </a:lnTo>
                  <a:lnTo>
                    <a:pt x="1925899" y="133960"/>
                  </a:lnTo>
                  <a:lnTo>
                    <a:pt x="1978655" y="151218"/>
                  </a:lnTo>
                  <a:lnTo>
                    <a:pt x="2032038" y="169744"/>
                  </a:lnTo>
                  <a:lnTo>
                    <a:pt x="2086130" y="189398"/>
                  </a:lnTo>
                  <a:lnTo>
                    <a:pt x="2140893" y="209987"/>
                  </a:lnTo>
                  <a:lnTo>
                    <a:pt x="2196194" y="231264"/>
                  </a:lnTo>
                  <a:lnTo>
                    <a:pt x="2251826" y="252947"/>
                  </a:lnTo>
                  <a:lnTo>
                    <a:pt x="2307541" y="274728"/>
                  </a:lnTo>
                  <a:lnTo>
                    <a:pt x="2363077" y="296294"/>
                  </a:lnTo>
                  <a:lnTo>
                    <a:pt x="2418197" y="317345"/>
                  </a:lnTo>
                  <a:lnTo>
                    <a:pt x="2472721" y="337610"/>
                  </a:lnTo>
                  <a:lnTo>
                    <a:pt x="2526545" y="356863"/>
                  </a:lnTo>
                  <a:lnTo>
                    <a:pt x="2579678" y="374928"/>
                  </a:lnTo>
                  <a:lnTo>
                    <a:pt x="2632247" y="391688"/>
                  </a:lnTo>
                  <a:lnTo>
                    <a:pt x="2684527" y="407080"/>
                  </a:lnTo>
                  <a:lnTo>
                    <a:pt x="2736951" y="421096"/>
                  </a:lnTo>
                  <a:lnTo>
                    <a:pt x="2770117" y="429185"/>
                  </a:lnTo>
                  <a:lnTo>
                    <a:pt x="2819793" y="440132"/>
                  </a:lnTo>
                  <a:lnTo>
                    <a:pt x="2871187" y="449964"/>
                  </a:lnTo>
                  <a:lnTo>
                    <a:pt x="2925126" y="458740"/>
                  </a:lnTo>
                  <a:lnTo>
                    <a:pt x="2982529" y="466559"/>
                  </a:lnTo>
                  <a:lnTo>
                    <a:pt x="3044332" y="473531"/>
                  </a:lnTo>
                  <a:lnTo>
                    <a:pt x="3111404" y="479762"/>
                  </a:lnTo>
                  <a:lnTo>
                    <a:pt x="3184437" y="485345"/>
                  </a:lnTo>
                  <a:lnTo>
                    <a:pt x="3263810" y="490354"/>
                  </a:lnTo>
                  <a:lnTo>
                    <a:pt x="3349402" y="494842"/>
                  </a:lnTo>
                  <a:lnTo>
                    <a:pt x="3440371" y="498841"/>
                  </a:lnTo>
                  <a:lnTo>
                    <a:pt x="3534947" y="502364"/>
                  </a:lnTo>
                  <a:lnTo>
                    <a:pt x="3630303" y="505405"/>
                  </a:lnTo>
                  <a:lnTo>
                    <a:pt x="3722622" y="507955"/>
                  </a:lnTo>
                  <a:lnTo>
                    <a:pt x="3807462" y="510004"/>
                  </a:lnTo>
                  <a:lnTo>
                    <a:pt x="3880438" y="511560"/>
                  </a:lnTo>
                  <a:lnTo>
                    <a:pt x="3938108" y="512652"/>
                  </a:lnTo>
                  <a:lnTo>
                    <a:pt x="3978804" y="513342"/>
                  </a:lnTo>
                  <a:lnTo>
                    <a:pt x="4003130" y="513712"/>
                  </a:lnTo>
                  <a:lnTo>
                    <a:pt x="4014006" y="513862"/>
                  </a:lnTo>
                  <a:lnTo>
                    <a:pt x="4016409" y="513892"/>
                  </a:lnTo>
                  <a:lnTo>
                    <a:pt x="4538543" y="513892"/>
                  </a:lnTo>
                  <a:lnTo>
                    <a:pt x="4539813" y="513892"/>
                  </a:lnTo>
                  <a:lnTo>
                    <a:pt x="4548114" y="513892"/>
                  </a:lnTo>
                  <a:lnTo>
                    <a:pt x="4568866" y="513892"/>
                  </a:lnTo>
                  <a:lnTo>
                    <a:pt x="4605526" y="513892"/>
                  </a:lnTo>
                  <a:lnTo>
                    <a:pt x="4659270" y="513892"/>
                  </a:lnTo>
                  <a:lnTo>
                    <a:pt x="4728942" y="513892"/>
                  </a:lnTo>
                  <a:lnTo>
                    <a:pt x="4811443" y="513892"/>
                  </a:lnTo>
                  <a:lnTo>
                    <a:pt x="4902516" y="513892"/>
                  </a:lnTo>
                  <a:lnTo>
                    <a:pt x="4997643" y="513892"/>
                  </a:lnTo>
                  <a:lnTo>
                    <a:pt x="5092802" y="513892"/>
                  </a:lnTo>
                  <a:lnTo>
                    <a:pt x="5184910" y="513892"/>
                  </a:lnTo>
                  <a:lnTo>
                    <a:pt x="5271950" y="513892"/>
                  </a:lnTo>
                  <a:lnTo>
                    <a:pt x="5352879" y="513892"/>
                  </a:lnTo>
                  <a:lnTo>
                    <a:pt x="5427430" y="513892"/>
                  </a:lnTo>
                  <a:lnTo>
                    <a:pt x="5495885" y="513892"/>
                  </a:lnTo>
                  <a:lnTo>
                    <a:pt x="5558882" y="513892"/>
                  </a:lnTo>
                  <a:lnTo>
                    <a:pt x="5617263" y="513892"/>
                  </a:lnTo>
                  <a:lnTo>
                    <a:pt x="5671959" y="513892"/>
                  </a:lnTo>
                  <a:lnTo>
                    <a:pt x="5723904" y="513892"/>
                  </a:lnTo>
                  <a:lnTo>
                    <a:pt x="5773956" y="513892"/>
                  </a:lnTo>
                  <a:lnTo>
                    <a:pt x="5784835" y="513892"/>
                  </a:lnTo>
                  <a:lnTo>
                    <a:pt x="5839094" y="513892"/>
                  </a:lnTo>
                  <a:lnTo>
                    <a:pt x="5892832" y="513892"/>
                  </a:lnTo>
                  <a:lnTo>
                    <a:pt x="5946635" y="513892"/>
                  </a:lnTo>
                  <a:lnTo>
                    <a:pt x="6000894" y="513892"/>
                  </a:lnTo>
                  <a:lnTo>
                    <a:pt x="6055831" y="513892"/>
                  </a:lnTo>
                  <a:lnTo>
                    <a:pt x="6111516" y="513892"/>
                  </a:lnTo>
                  <a:lnTo>
                    <a:pt x="6167894" y="513892"/>
                  </a:lnTo>
                  <a:lnTo>
                    <a:pt x="6224802" y="513892"/>
                  </a:lnTo>
                  <a:lnTo>
                    <a:pt x="6282005" y="513892"/>
                  </a:lnTo>
                  <a:lnTo>
                    <a:pt x="6339225" y="513892"/>
                  </a:lnTo>
                  <a:lnTo>
                    <a:pt x="6396186" y="513892"/>
                  </a:lnTo>
                  <a:lnTo>
                    <a:pt x="6452642" y="513892"/>
                  </a:lnTo>
                  <a:lnTo>
                    <a:pt x="6508422" y="513892"/>
                  </a:lnTo>
                  <a:lnTo>
                    <a:pt x="6563454" y="513892"/>
                  </a:lnTo>
                  <a:lnTo>
                    <a:pt x="6617791" y="513892"/>
                  </a:lnTo>
                  <a:lnTo>
                    <a:pt x="6671635" y="513892"/>
                  </a:lnTo>
                  <a:lnTo>
                    <a:pt x="6725352" y="513892"/>
                  </a:lnTo>
                  <a:lnTo>
                    <a:pt x="6779504" y="513892"/>
                  </a:lnTo>
                  <a:lnTo>
                    <a:pt x="6786527" y="513892"/>
                  </a:lnTo>
                  <a:lnTo>
                    <a:pt x="6836261" y="513892"/>
                  </a:lnTo>
                  <a:lnTo>
                    <a:pt x="6887718" y="513892"/>
                  </a:lnTo>
                  <a:lnTo>
                    <a:pt x="6941728" y="513892"/>
                  </a:lnTo>
                  <a:lnTo>
                    <a:pt x="6999213" y="513892"/>
                  </a:lnTo>
                  <a:lnTo>
                    <a:pt x="7061113" y="513892"/>
                  </a:lnTo>
                  <a:lnTo>
                    <a:pt x="7128298" y="513892"/>
                  </a:lnTo>
                  <a:lnTo>
                    <a:pt x="7201462" y="513892"/>
                  </a:lnTo>
                  <a:lnTo>
                    <a:pt x="7280982" y="513892"/>
                  </a:lnTo>
                  <a:lnTo>
                    <a:pt x="7366730" y="513892"/>
                  </a:lnTo>
                  <a:lnTo>
                    <a:pt x="7457855" y="513892"/>
                  </a:lnTo>
                  <a:lnTo>
                    <a:pt x="7552568" y="513892"/>
                  </a:lnTo>
                  <a:lnTo>
                    <a:pt x="7648020" y="513892"/>
                  </a:lnTo>
                  <a:lnTo>
                    <a:pt x="7740370" y="513892"/>
                  </a:lnTo>
                  <a:lnTo>
                    <a:pt x="7825155" y="513892"/>
                  </a:lnTo>
                  <a:lnTo>
                    <a:pt x="7897983" y="513892"/>
                  </a:lnTo>
                  <a:lnTo>
                    <a:pt x="7955424" y="513892"/>
                  </a:lnTo>
                  <a:lnTo>
                    <a:pt x="7995842" y="513892"/>
                  </a:lnTo>
                  <a:lnTo>
                    <a:pt x="8019888" y="513892"/>
                  </a:lnTo>
                  <a:lnTo>
                    <a:pt x="8030538" y="513892"/>
                  </a:lnTo>
                  <a:lnTo>
                    <a:pt x="8032819" y="513892"/>
                  </a:lnTo>
                  <a:lnTo>
                    <a:pt x="8554953" y="513892"/>
                  </a:lnTo>
                  <a:lnTo>
                    <a:pt x="8554953" y="508245"/>
                  </a:lnTo>
                  <a:lnTo>
                    <a:pt x="8032819" y="508245"/>
                  </a:lnTo>
                  <a:lnTo>
                    <a:pt x="8031549" y="508245"/>
                  </a:lnTo>
                  <a:lnTo>
                    <a:pt x="8023248" y="508245"/>
                  </a:lnTo>
                  <a:lnTo>
                    <a:pt x="8002496" y="508245"/>
                  </a:lnTo>
                  <a:lnTo>
                    <a:pt x="7965836" y="508245"/>
                  </a:lnTo>
                  <a:lnTo>
                    <a:pt x="7912092" y="508245"/>
                  </a:lnTo>
                  <a:lnTo>
                    <a:pt x="7842420" y="508245"/>
                  </a:lnTo>
                  <a:lnTo>
                    <a:pt x="7759919" y="508245"/>
                  </a:lnTo>
                  <a:lnTo>
                    <a:pt x="7668846" y="508245"/>
                  </a:lnTo>
                  <a:lnTo>
                    <a:pt x="7573719" y="508245"/>
                  </a:lnTo>
                  <a:lnTo>
                    <a:pt x="7478560" y="508245"/>
                  </a:lnTo>
                  <a:lnTo>
                    <a:pt x="7386452" y="508245"/>
                  </a:lnTo>
                  <a:lnTo>
                    <a:pt x="7299412" y="508245"/>
                  </a:lnTo>
                  <a:lnTo>
                    <a:pt x="7218483" y="508245"/>
                  </a:lnTo>
                  <a:lnTo>
                    <a:pt x="7143932" y="508245"/>
                  </a:lnTo>
                  <a:lnTo>
                    <a:pt x="7075477" y="508245"/>
                  </a:lnTo>
                  <a:lnTo>
                    <a:pt x="7012480" y="508245"/>
                  </a:lnTo>
                  <a:lnTo>
                    <a:pt x="6954099" y="508245"/>
                  </a:lnTo>
                  <a:lnTo>
                    <a:pt x="6899403" y="508245"/>
                  </a:lnTo>
                  <a:lnTo>
                    <a:pt x="6847457" y="508245"/>
                  </a:lnTo>
                  <a:lnTo>
                    <a:pt x="6797406" y="508245"/>
                  </a:lnTo>
                  <a:lnTo>
                    <a:pt x="6786527" y="508245"/>
                  </a:lnTo>
                  <a:lnTo>
                    <a:pt x="6732268" y="508245"/>
                  </a:lnTo>
                  <a:lnTo>
                    <a:pt x="6678530" y="508245"/>
                  </a:lnTo>
                  <a:lnTo>
                    <a:pt x="6624727" y="508245"/>
                  </a:lnTo>
                  <a:lnTo>
                    <a:pt x="6570468" y="508245"/>
                  </a:lnTo>
                  <a:lnTo>
                    <a:pt x="6515531" y="508245"/>
                  </a:lnTo>
                  <a:lnTo>
                    <a:pt x="6459846" y="508245"/>
                  </a:lnTo>
                  <a:lnTo>
                    <a:pt x="6403468" y="508245"/>
                  </a:lnTo>
                  <a:lnTo>
                    <a:pt x="6346560" y="508245"/>
                  </a:lnTo>
                  <a:lnTo>
                    <a:pt x="6289357" y="508245"/>
                  </a:lnTo>
                  <a:lnTo>
                    <a:pt x="6232137" y="508245"/>
                  </a:lnTo>
                  <a:lnTo>
                    <a:pt x="6175176" y="508245"/>
                  </a:lnTo>
                  <a:lnTo>
                    <a:pt x="6118720" y="508245"/>
                  </a:lnTo>
                  <a:lnTo>
                    <a:pt x="6062940" y="508245"/>
                  </a:lnTo>
                  <a:lnTo>
                    <a:pt x="6007908" y="508245"/>
                  </a:lnTo>
                  <a:lnTo>
                    <a:pt x="5953570" y="508245"/>
                  </a:lnTo>
                  <a:lnTo>
                    <a:pt x="5899727" y="508245"/>
                  </a:lnTo>
                  <a:lnTo>
                    <a:pt x="5846010" y="508245"/>
                  </a:lnTo>
                  <a:lnTo>
                    <a:pt x="5791858" y="508245"/>
                  </a:lnTo>
                  <a:lnTo>
                    <a:pt x="5784835" y="508245"/>
                  </a:lnTo>
                  <a:lnTo>
                    <a:pt x="5735101" y="508245"/>
                  </a:lnTo>
                  <a:lnTo>
                    <a:pt x="5683644" y="508245"/>
                  </a:lnTo>
                  <a:lnTo>
                    <a:pt x="5629634" y="508245"/>
                  </a:lnTo>
                  <a:lnTo>
                    <a:pt x="5572149" y="508245"/>
                  </a:lnTo>
                  <a:lnTo>
                    <a:pt x="5510249" y="508245"/>
                  </a:lnTo>
                  <a:lnTo>
                    <a:pt x="5443064" y="508245"/>
                  </a:lnTo>
                  <a:lnTo>
                    <a:pt x="5369900" y="508245"/>
                  </a:lnTo>
                  <a:lnTo>
                    <a:pt x="5290380" y="508245"/>
                  </a:lnTo>
                  <a:lnTo>
                    <a:pt x="5204632" y="508245"/>
                  </a:lnTo>
                  <a:lnTo>
                    <a:pt x="5113507" y="508245"/>
                  </a:lnTo>
                  <a:lnTo>
                    <a:pt x="5018794" y="508245"/>
                  </a:lnTo>
                  <a:lnTo>
                    <a:pt x="4923342" y="508245"/>
                  </a:lnTo>
                  <a:lnTo>
                    <a:pt x="4830992" y="508245"/>
                  </a:lnTo>
                  <a:lnTo>
                    <a:pt x="4746207" y="508245"/>
                  </a:lnTo>
                  <a:lnTo>
                    <a:pt x="4673379" y="508245"/>
                  </a:lnTo>
                  <a:lnTo>
                    <a:pt x="4615938" y="508245"/>
                  </a:lnTo>
                  <a:lnTo>
                    <a:pt x="4575520" y="508245"/>
                  </a:lnTo>
                  <a:lnTo>
                    <a:pt x="4551474" y="508245"/>
                  </a:lnTo>
                  <a:lnTo>
                    <a:pt x="4540824" y="508245"/>
                  </a:lnTo>
                  <a:lnTo>
                    <a:pt x="4538543" y="508245"/>
                  </a:lnTo>
                  <a:lnTo>
                    <a:pt x="4016409" y="508245"/>
                  </a:lnTo>
                  <a:lnTo>
                    <a:pt x="4015144" y="508229"/>
                  </a:lnTo>
                  <a:lnTo>
                    <a:pt x="4006870" y="508118"/>
                  </a:lnTo>
                  <a:lnTo>
                    <a:pt x="3986184" y="507811"/>
                  </a:lnTo>
                  <a:lnTo>
                    <a:pt x="3949634" y="507208"/>
                  </a:lnTo>
                  <a:lnTo>
                    <a:pt x="3896039" y="506220"/>
                  </a:lnTo>
                  <a:lnTo>
                    <a:pt x="3826540" y="504782"/>
                  </a:lnTo>
                  <a:lnTo>
                    <a:pt x="3744214" y="502855"/>
                  </a:lnTo>
                  <a:lnTo>
                    <a:pt x="3653301" y="500427"/>
                  </a:lnTo>
                  <a:lnTo>
                    <a:pt x="3558302" y="497504"/>
                  </a:lnTo>
                  <a:lnTo>
                    <a:pt x="3463233" y="494099"/>
                  </a:lnTo>
                  <a:lnTo>
                    <a:pt x="3371180" y="490216"/>
                  </a:lnTo>
                  <a:lnTo>
                    <a:pt x="3284165" y="485850"/>
                  </a:lnTo>
                  <a:lnTo>
                    <a:pt x="3203237" y="480972"/>
                  </a:lnTo>
                  <a:lnTo>
                    <a:pt x="3128674" y="475535"/>
                  </a:lnTo>
                  <a:lnTo>
                    <a:pt x="3060201" y="469470"/>
                  </a:lnTo>
                  <a:lnTo>
                    <a:pt x="2997186" y="462689"/>
                  </a:lnTo>
                  <a:lnTo>
                    <a:pt x="2938793" y="455087"/>
                  </a:lnTo>
                  <a:lnTo>
                    <a:pt x="2884096" y="446555"/>
                  </a:lnTo>
                  <a:lnTo>
                    <a:pt x="2832161" y="436989"/>
                  </a:lnTo>
                  <a:lnTo>
                    <a:pt x="2782133" y="426315"/>
                  </a:lnTo>
                  <a:lnTo>
                    <a:pt x="2770117" y="423537"/>
                  </a:lnTo>
                  <a:lnTo>
                    <a:pt x="2717298" y="410368"/>
                  </a:lnTo>
                  <a:lnTo>
                    <a:pt x="2664989" y="395839"/>
                  </a:lnTo>
                  <a:lnTo>
                    <a:pt x="2612643" y="379932"/>
                  </a:lnTo>
                  <a:lnTo>
                    <a:pt x="2559887" y="362674"/>
                  </a:lnTo>
                  <a:lnTo>
                    <a:pt x="2506504" y="344148"/>
                  </a:lnTo>
                  <a:lnTo>
                    <a:pt x="2452413" y="324493"/>
                  </a:lnTo>
                  <a:lnTo>
                    <a:pt x="2397649" y="303905"/>
                  </a:lnTo>
                  <a:lnTo>
                    <a:pt x="2342348" y="282628"/>
                  </a:lnTo>
                  <a:lnTo>
                    <a:pt x="2286716" y="260945"/>
                  </a:lnTo>
                  <a:lnTo>
                    <a:pt x="2231002" y="239164"/>
                  </a:lnTo>
                  <a:lnTo>
                    <a:pt x="2175466" y="217598"/>
                  </a:lnTo>
                  <a:lnTo>
                    <a:pt x="2120345" y="196547"/>
                  </a:lnTo>
                  <a:lnTo>
                    <a:pt x="2065822" y="176281"/>
                  </a:lnTo>
                  <a:lnTo>
                    <a:pt x="2011997" y="157029"/>
                  </a:lnTo>
                  <a:lnTo>
                    <a:pt x="1958865" y="138964"/>
                  </a:lnTo>
                  <a:lnTo>
                    <a:pt x="1906295" y="122204"/>
                  </a:lnTo>
                  <a:lnTo>
                    <a:pt x="1854015" y="106811"/>
                  </a:lnTo>
                  <a:lnTo>
                    <a:pt x="1801591" y="92796"/>
                  </a:lnTo>
                  <a:lnTo>
                    <a:pt x="1768425" y="84707"/>
                  </a:lnTo>
                  <a:lnTo>
                    <a:pt x="1718749" y="73760"/>
                  </a:lnTo>
                  <a:lnTo>
                    <a:pt x="1667355" y="63928"/>
                  </a:lnTo>
                  <a:lnTo>
                    <a:pt x="1613417" y="55152"/>
                  </a:lnTo>
                  <a:lnTo>
                    <a:pt x="1556014" y="47333"/>
                  </a:lnTo>
                  <a:lnTo>
                    <a:pt x="1494210" y="40361"/>
                  </a:lnTo>
                  <a:lnTo>
                    <a:pt x="1427139" y="34130"/>
                  </a:lnTo>
                  <a:lnTo>
                    <a:pt x="1354105" y="28547"/>
                  </a:lnTo>
                  <a:lnTo>
                    <a:pt x="1274732" y="23538"/>
                  </a:lnTo>
                  <a:lnTo>
                    <a:pt x="1189140" y="19049"/>
                  </a:lnTo>
                  <a:lnTo>
                    <a:pt x="1098171" y="15050"/>
                  </a:lnTo>
                  <a:lnTo>
                    <a:pt x="1003595" y="11528"/>
                  </a:lnTo>
                  <a:lnTo>
                    <a:pt x="908239" y="8486"/>
                  </a:lnTo>
                  <a:lnTo>
                    <a:pt x="815920" y="5936"/>
                  </a:lnTo>
                  <a:lnTo>
                    <a:pt x="731080" y="3887"/>
                  </a:lnTo>
                  <a:lnTo>
                    <a:pt x="658104" y="2332"/>
                  </a:lnTo>
                  <a:lnTo>
                    <a:pt x="600434" y="1239"/>
                  </a:lnTo>
                  <a:lnTo>
                    <a:pt x="559738" y="550"/>
                  </a:lnTo>
                  <a:lnTo>
                    <a:pt x="535413" y="179"/>
                  </a:lnTo>
                  <a:lnTo>
                    <a:pt x="524536" y="30"/>
                  </a:lnTo>
                  <a:lnTo>
                    <a:pt x="5221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B3B5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1848" name="pl1848"/>
            <p:cNvSpPr/>
            <p:nvPr/>
          </p:nvSpPr>
          <p:spPr>
            <a:xfrm>
              <a:off x="386606" y="5697635"/>
              <a:ext cx="8554953" cy="508245"/>
            </a:xfrm>
            <a:custGeom>
              <a:avLst/>
              <a:pathLst>
                <a:path w="8554953" h="508245">
                  <a:moveTo>
                    <a:pt x="0" y="0"/>
                  </a:moveTo>
                  <a:lnTo>
                    <a:pt x="522133" y="0"/>
                  </a:lnTo>
                  <a:lnTo>
                    <a:pt x="523399" y="15"/>
                  </a:lnTo>
                  <a:lnTo>
                    <a:pt x="531672" y="126"/>
                  </a:lnTo>
                  <a:lnTo>
                    <a:pt x="552359" y="433"/>
                  </a:lnTo>
                  <a:lnTo>
                    <a:pt x="588908" y="1036"/>
                  </a:lnTo>
                  <a:lnTo>
                    <a:pt x="642503" y="2024"/>
                  </a:lnTo>
                  <a:lnTo>
                    <a:pt x="712002" y="3462"/>
                  </a:lnTo>
                  <a:lnTo>
                    <a:pt x="794328" y="5390"/>
                  </a:lnTo>
                  <a:lnTo>
                    <a:pt x="885242" y="7817"/>
                  </a:lnTo>
                  <a:lnTo>
                    <a:pt x="980240" y="10740"/>
                  </a:lnTo>
                  <a:lnTo>
                    <a:pt x="1075309" y="14146"/>
                  </a:lnTo>
                  <a:lnTo>
                    <a:pt x="1167362" y="18028"/>
                  </a:lnTo>
                  <a:lnTo>
                    <a:pt x="1254377" y="22395"/>
                  </a:lnTo>
                  <a:lnTo>
                    <a:pt x="1335305" y="27272"/>
                  </a:lnTo>
                  <a:lnTo>
                    <a:pt x="1409868" y="32709"/>
                  </a:lnTo>
                  <a:lnTo>
                    <a:pt x="1478341" y="38774"/>
                  </a:lnTo>
                  <a:lnTo>
                    <a:pt x="1541356" y="45556"/>
                  </a:lnTo>
                  <a:lnTo>
                    <a:pt x="1599749" y="53157"/>
                  </a:lnTo>
                  <a:lnTo>
                    <a:pt x="1654447" y="61689"/>
                  </a:lnTo>
                  <a:lnTo>
                    <a:pt x="1706381" y="71256"/>
                  </a:lnTo>
                  <a:lnTo>
                    <a:pt x="1756409" y="81929"/>
                  </a:lnTo>
                  <a:lnTo>
                    <a:pt x="1768425" y="84707"/>
                  </a:lnTo>
                  <a:lnTo>
                    <a:pt x="1821245" y="97876"/>
                  </a:lnTo>
                  <a:lnTo>
                    <a:pt x="1873553" y="112405"/>
                  </a:lnTo>
                  <a:lnTo>
                    <a:pt x="1925899" y="128313"/>
                  </a:lnTo>
                  <a:lnTo>
                    <a:pt x="1978655" y="145571"/>
                  </a:lnTo>
                  <a:lnTo>
                    <a:pt x="2032038" y="164097"/>
                  </a:lnTo>
                  <a:lnTo>
                    <a:pt x="2086130" y="183751"/>
                  </a:lnTo>
                  <a:lnTo>
                    <a:pt x="2140893" y="204339"/>
                  </a:lnTo>
                  <a:lnTo>
                    <a:pt x="2196194" y="225617"/>
                  </a:lnTo>
                  <a:lnTo>
                    <a:pt x="2251826" y="247299"/>
                  </a:lnTo>
                  <a:lnTo>
                    <a:pt x="2307541" y="269081"/>
                  </a:lnTo>
                  <a:lnTo>
                    <a:pt x="2363077" y="290647"/>
                  </a:lnTo>
                  <a:lnTo>
                    <a:pt x="2418197" y="311698"/>
                  </a:lnTo>
                  <a:lnTo>
                    <a:pt x="2472721" y="331963"/>
                  </a:lnTo>
                  <a:lnTo>
                    <a:pt x="2526545" y="351216"/>
                  </a:lnTo>
                  <a:lnTo>
                    <a:pt x="2579678" y="369281"/>
                  </a:lnTo>
                  <a:lnTo>
                    <a:pt x="2632247" y="386040"/>
                  </a:lnTo>
                  <a:lnTo>
                    <a:pt x="2684527" y="401433"/>
                  </a:lnTo>
                  <a:lnTo>
                    <a:pt x="2736951" y="415449"/>
                  </a:lnTo>
                  <a:lnTo>
                    <a:pt x="2770117" y="423537"/>
                  </a:lnTo>
                  <a:lnTo>
                    <a:pt x="2819793" y="434485"/>
                  </a:lnTo>
                  <a:lnTo>
                    <a:pt x="2871187" y="444317"/>
                  </a:lnTo>
                  <a:lnTo>
                    <a:pt x="2925126" y="453093"/>
                  </a:lnTo>
                  <a:lnTo>
                    <a:pt x="2982529" y="460911"/>
                  </a:lnTo>
                  <a:lnTo>
                    <a:pt x="3044332" y="467883"/>
                  </a:lnTo>
                  <a:lnTo>
                    <a:pt x="3111404" y="474115"/>
                  </a:lnTo>
                  <a:lnTo>
                    <a:pt x="3184437" y="479698"/>
                  </a:lnTo>
                  <a:lnTo>
                    <a:pt x="3263810" y="484707"/>
                  </a:lnTo>
                  <a:lnTo>
                    <a:pt x="3349402" y="489195"/>
                  </a:lnTo>
                  <a:lnTo>
                    <a:pt x="3440371" y="493194"/>
                  </a:lnTo>
                  <a:lnTo>
                    <a:pt x="3534947" y="496716"/>
                  </a:lnTo>
                  <a:lnTo>
                    <a:pt x="3630303" y="499758"/>
                  </a:lnTo>
                  <a:lnTo>
                    <a:pt x="3722622" y="502308"/>
                  </a:lnTo>
                  <a:lnTo>
                    <a:pt x="3807462" y="504357"/>
                  </a:lnTo>
                  <a:lnTo>
                    <a:pt x="3880438" y="505913"/>
                  </a:lnTo>
                  <a:lnTo>
                    <a:pt x="3938108" y="507005"/>
                  </a:lnTo>
                  <a:lnTo>
                    <a:pt x="3978804" y="507695"/>
                  </a:lnTo>
                  <a:lnTo>
                    <a:pt x="4003130" y="508065"/>
                  </a:lnTo>
                  <a:lnTo>
                    <a:pt x="4014006" y="508215"/>
                  </a:lnTo>
                  <a:lnTo>
                    <a:pt x="4016390" y="508245"/>
                  </a:lnTo>
                  <a:lnTo>
                    <a:pt x="4016409" y="508245"/>
                  </a:lnTo>
                  <a:lnTo>
                    <a:pt x="4538543" y="508245"/>
                  </a:lnTo>
                  <a:lnTo>
                    <a:pt x="4539813" y="508245"/>
                  </a:lnTo>
                  <a:lnTo>
                    <a:pt x="4548114" y="508245"/>
                  </a:lnTo>
                  <a:lnTo>
                    <a:pt x="4568866" y="508245"/>
                  </a:lnTo>
                  <a:lnTo>
                    <a:pt x="4605526" y="508245"/>
                  </a:lnTo>
                  <a:lnTo>
                    <a:pt x="4659270" y="508245"/>
                  </a:lnTo>
                  <a:lnTo>
                    <a:pt x="4728942" y="508245"/>
                  </a:lnTo>
                  <a:lnTo>
                    <a:pt x="4811443" y="508245"/>
                  </a:lnTo>
                  <a:lnTo>
                    <a:pt x="4902516" y="508245"/>
                  </a:lnTo>
                  <a:lnTo>
                    <a:pt x="4997643" y="508245"/>
                  </a:lnTo>
                  <a:lnTo>
                    <a:pt x="5092802" y="508245"/>
                  </a:lnTo>
                  <a:lnTo>
                    <a:pt x="5184910" y="508245"/>
                  </a:lnTo>
                  <a:lnTo>
                    <a:pt x="5271950" y="508245"/>
                  </a:lnTo>
                  <a:lnTo>
                    <a:pt x="5352879" y="508245"/>
                  </a:lnTo>
                  <a:lnTo>
                    <a:pt x="5427430" y="508245"/>
                  </a:lnTo>
                  <a:lnTo>
                    <a:pt x="5495885" y="508245"/>
                  </a:lnTo>
                  <a:lnTo>
                    <a:pt x="5558882" y="508245"/>
                  </a:lnTo>
                  <a:lnTo>
                    <a:pt x="5617263" y="508245"/>
                  </a:lnTo>
                  <a:lnTo>
                    <a:pt x="5671959" y="508245"/>
                  </a:lnTo>
                  <a:lnTo>
                    <a:pt x="5723904" y="508245"/>
                  </a:lnTo>
                  <a:lnTo>
                    <a:pt x="5773956" y="508245"/>
                  </a:lnTo>
                  <a:lnTo>
                    <a:pt x="5784835" y="508245"/>
                  </a:lnTo>
                  <a:lnTo>
                    <a:pt x="5839094" y="508245"/>
                  </a:lnTo>
                  <a:lnTo>
                    <a:pt x="5892832" y="508245"/>
                  </a:lnTo>
                  <a:lnTo>
                    <a:pt x="5946635" y="508245"/>
                  </a:lnTo>
                  <a:lnTo>
                    <a:pt x="6000894" y="508245"/>
                  </a:lnTo>
                  <a:lnTo>
                    <a:pt x="6055831" y="508245"/>
                  </a:lnTo>
                  <a:lnTo>
                    <a:pt x="6111516" y="508245"/>
                  </a:lnTo>
                  <a:lnTo>
                    <a:pt x="6167894" y="508245"/>
                  </a:lnTo>
                  <a:lnTo>
                    <a:pt x="6224802" y="508245"/>
                  </a:lnTo>
                  <a:lnTo>
                    <a:pt x="6282005" y="508245"/>
                  </a:lnTo>
                  <a:lnTo>
                    <a:pt x="6339225" y="508245"/>
                  </a:lnTo>
                  <a:lnTo>
                    <a:pt x="6396186" y="508245"/>
                  </a:lnTo>
                  <a:lnTo>
                    <a:pt x="6452642" y="508245"/>
                  </a:lnTo>
                  <a:lnTo>
                    <a:pt x="6508422" y="508245"/>
                  </a:lnTo>
                  <a:lnTo>
                    <a:pt x="6563454" y="508245"/>
                  </a:lnTo>
                  <a:lnTo>
                    <a:pt x="6617791" y="508245"/>
                  </a:lnTo>
                  <a:lnTo>
                    <a:pt x="6671635" y="508245"/>
                  </a:lnTo>
                  <a:lnTo>
                    <a:pt x="6725352" y="508245"/>
                  </a:lnTo>
                  <a:lnTo>
                    <a:pt x="6779504" y="508245"/>
                  </a:lnTo>
                  <a:lnTo>
                    <a:pt x="6786527" y="508245"/>
                  </a:lnTo>
                  <a:lnTo>
                    <a:pt x="6836261" y="508245"/>
                  </a:lnTo>
                  <a:lnTo>
                    <a:pt x="6887718" y="508245"/>
                  </a:lnTo>
                  <a:lnTo>
                    <a:pt x="6941728" y="508245"/>
                  </a:lnTo>
                  <a:lnTo>
                    <a:pt x="6999213" y="508245"/>
                  </a:lnTo>
                  <a:lnTo>
                    <a:pt x="7061113" y="508245"/>
                  </a:lnTo>
                  <a:lnTo>
                    <a:pt x="7128298" y="508245"/>
                  </a:lnTo>
                  <a:lnTo>
                    <a:pt x="7201462" y="508245"/>
                  </a:lnTo>
                  <a:lnTo>
                    <a:pt x="7280982" y="508245"/>
                  </a:lnTo>
                  <a:lnTo>
                    <a:pt x="7366730" y="508245"/>
                  </a:lnTo>
                  <a:lnTo>
                    <a:pt x="7457855" y="508245"/>
                  </a:lnTo>
                  <a:lnTo>
                    <a:pt x="7552568" y="508245"/>
                  </a:lnTo>
                  <a:lnTo>
                    <a:pt x="7648020" y="508245"/>
                  </a:lnTo>
                  <a:lnTo>
                    <a:pt x="7740370" y="508245"/>
                  </a:lnTo>
                  <a:lnTo>
                    <a:pt x="7825155" y="508245"/>
                  </a:lnTo>
                  <a:lnTo>
                    <a:pt x="7897983" y="508245"/>
                  </a:lnTo>
                  <a:lnTo>
                    <a:pt x="7955424" y="508245"/>
                  </a:lnTo>
                  <a:lnTo>
                    <a:pt x="7995842" y="508245"/>
                  </a:lnTo>
                  <a:lnTo>
                    <a:pt x="8019888" y="508245"/>
                  </a:lnTo>
                  <a:lnTo>
                    <a:pt x="8030538" y="508245"/>
                  </a:lnTo>
                  <a:lnTo>
                    <a:pt x="8032805" y="508245"/>
                  </a:lnTo>
                  <a:lnTo>
                    <a:pt x="8032819" y="508245"/>
                  </a:lnTo>
                  <a:lnTo>
                    <a:pt x="8554953" y="508245"/>
                  </a:lnTo>
                  <a:lnTo>
                    <a:pt x="8554953" y="508245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849" name="pl1849"/>
            <p:cNvSpPr/>
            <p:nvPr/>
          </p:nvSpPr>
          <p:spPr>
            <a:xfrm>
              <a:off x="386606" y="5691987"/>
              <a:ext cx="8554953" cy="508245"/>
            </a:xfrm>
            <a:custGeom>
              <a:avLst/>
              <a:pathLst>
                <a:path w="8554953" h="508245">
                  <a:moveTo>
                    <a:pt x="8554953" y="508245"/>
                  </a:moveTo>
                  <a:lnTo>
                    <a:pt x="8032819" y="508245"/>
                  </a:lnTo>
                  <a:lnTo>
                    <a:pt x="8031549" y="508245"/>
                  </a:lnTo>
                  <a:lnTo>
                    <a:pt x="8023248" y="508245"/>
                  </a:lnTo>
                  <a:lnTo>
                    <a:pt x="8002496" y="508245"/>
                  </a:lnTo>
                  <a:lnTo>
                    <a:pt x="7965836" y="508245"/>
                  </a:lnTo>
                  <a:lnTo>
                    <a:pt x="7912092" y="508245"/>
                  </a:lnTo>
                  <a:lnTo>
                    <a:pt x="7842420" y="508245"/>
                  </a:lnTo>
                  <a:lnTo>
                    <a:pt x="7759919" y="508245"/>
                  </a:lnTo>
                  <a:lnTo>
                    <a:pt x="7668846" y="508245"/>
                  </a:lnTo>
                  <a:lnTo>
                    <a:pt x="7573719" y="508245"/>
                  </a:lnTo>
                  <a:lnTo>
                    <a:pt x="7478560" y="508245"/>
                  </a:lnTo>
                  <a:lnTo>
                    <a:pt x="7386452" y="508245"/>
                  </a:lnTo>
                  <a:lnTo>
                    <a:pt x="7299412" y="508245"/>
                  </a:lnTo>
                  <a:lnTo>
                    <a:pt x="7218483" y="508245"/>
                  </a:lnTo>
                  <a:lnTo>
                    <a:pt x="7143932" y="508245"/>
                  </a:lnTo>
                  <a:lnTo>
                    <a:pt x="7075477" y="508245"/>
                  </a:lnTo>
                  <a:lnTo>
                    <a:pt x="7012480" y="508245"/>
                  </a:lnTo>
                  <a:lnTo>
                    <a:pt x="6954099" y="508245"/>
                  </a:lnTo>
                  <a:lnTo>
                    <a:pt x="6899403" y="508245"/>
                  </a:lnTo>
                  <a:lnTo>
                    <a:pt x="6847457" y="508245"/>
                  </a:lnTo>
                  <a:lnTo>
                    <a:pt x="6797406" y="508245"/>
                  </a:lnTo>
                  <a:lnTo>
                    <a:pt x="6786527" y="508245"/>
                  </a:lnTo>
                  <a:lnTo>
                    <a:pt x="6732268" y="508245"/>
                  </a:lnTo>
                  <a:lnTo>
                    <a:pt x="6678530" y="508245"/>
                  </a:lnTo>
                  <a:lnTo>
                    <a:pt x="6624727" y="508245"/>
                  </a:lnTo>
                  <a:lnTo>
                    <a:pt x="6570468" y="508245"/>
                  </a:lnTo>
                  <a:lnTo>
                    <a:pt x="6515531" y="508245"/>
                  </a:lnTo>
                  <a:lnTo>
                    <a:pt x="6459846" y="508245"/>
                  </a:lnTo>
                  <a:lnTo>
                    <a:pt x="6403468" y="508245"/>
                  </a:lnTo>
                  <a:lnTo>
                    <a:pt x="6346560" y="508245"/>
                  </a:lnTo>
                  <a:lnTo>
                    <a:pt x="6289357" y="508245"/>
                  </a:lnTo>
                  <a:lnTo>
                    <a:pt x="6232137" y="508245"/>
                  </a:lnTo>
                  <a:lnTo>
                    <a:pt x="6175176" y="508245"/>
                  </a:lnTo>
                  <a:lnTo>
                    <a:pt x="6118720" y="508245"/>
                  </a:lnTo>
                  <a:lnTo>
                    <a:pt x="6062940" y="508245"/>
                  </a:lnTo>
                  <a:lnTo>
                    <a:pt x="6007908" y="508245"/>
                  </a:lnTo>
                  <a:lnTo>
                    <a:pt x="5953570" y="508245"/>
                  </a:lnTo>
                  <a:lnTo>
                    <a:pt x="5899727" y="508245"/>
                  </a:lnTo>
                  <a:lnTo>
                    <a:pt x="5846010" y="508245"/>
                  </a:lnTo>
                  <a:lnTo>
                    <a:pt x="5791858" y="508245"/>
                  </a:lnTo>
                  <a:lnTo>
                    <a:pt x="5784835" y="508245"/>
                  </a:lnTo>
                  <a:lnTo>
                    <a:pt x="5735101" y="508245"/>
                  </a:lnTo>
                  <a:lnTo>
                    <a:pt x="5683644" y="508245"/>
                  </a:lnTo>
                  <a:lnTo>
                    <a:pt x="5629634" y="508245"/>
                  </a:lnTo>
                  <a:lnTo>
                    <a:pt x="5572149" y="508245"/>
                  </a:lnTo>
                  <a:lnTo>
                    <a:pt x="5510249" y="508245"/>
                  </a:lnTo>
                  <a:lnTo>
                    <a:pt x="5443064" y="508245"/>
                  </a:lnTo>
                  <a:lnTo>
                    <a:pt x="5369900" y="508245"/>
                  </a:lnTo>
                  <a:lnTo>
                    <a:pt x="5290380" y="508245"/>
                  </a:lnTo>
                  <a:lnTo>
                    <a:pt x="5204632" y="508245"/>
                  </a:lnTo>
                  <a:lnTo>
                    <a:pt x="5113507" y="508245"/>
                  </a:lnTo>
                  <a:lnTo>
                    <a:pt x="5018794" y="508245"/>
                  </a:lnTo>
                  <a:lnTo>
                    <a:pt x="4923342" y="508245"/>
                  </a:lnTo>
                  <a:lnTo>
                    <a:pt x="4830992" y="508245"/>
                  </a:lnTo>
                  <a:lnTo>
                    <a:pt x="4746207" y="508245"/>
                  </a:lnTo>
                  <a:lnTo>
                    <a:pt x="4673379" y="508245"/>
                  </a:lnTo>
                  <a:lnTo>
                    <a:pt x="4615938" y="508245"/>
                  </a:lnTo>
                  <a:lnTo>
                    <a:pt x="4575520" y="508245"/>
                  </a:lnTo>
                  <a:lnTo>
                    <a:pt x="4551474" y="508245"/>
                  </a:lnTo>
                  <a:lnTo>
                    <a:pt x="4540824" y="508245"/>
                  </a:lnTo>
                  <a:lnTo>
                    <a:pt x="4538557" y="508245"/>
                  </a:lnTo>
                  <a:lnTo>
                    <a:pt x="4538543" y="508245"/>
                  </a:lnTo>
                  <a:lnTo>
                    <a:pt x="4016409" y="508245"/>
                  </a:lnTo>
                  <a:lnTo>
                    <a:pt x="4015144" y="508229"/>
                  </a:lnTo>
                  <a:lnTo>
                    <a:pt x="4006870" y="508118"/>
                  </a:lnTo>
                  <a:lnTo>
                    <a:pt x="3986184" y="507811"/>
                  </a:lnTo>
                  <a:lnTo>
                    <a:pt x="3949634" y="507208"/>
                  </a:lnTo>
                  <a:lnTo>
                    <a:pt x="3896039" y="506220"/>
                  </a:lnTo>
                  <a:lnTo>
                    <a:pt x="3826540" y="504782"/>
                  </a:lnTo>
                  <a:lnTo>
                    <a:pt x="3744214" y="502855"/>
                  </a:lnTo>
                  <a:lnTo>
                    <a:pt x="3653301" y="500427"/>
                  </a:lnTo>
                  <a:lnTo>
                    <a:pt x="3558302" y="497504"/>
                  </a:lnTo>
                  <a:lnTo>
                    <a:pt x="3463233" y="494099"/>
                  </a:lnTo>
                  <a:lnTo>
                    <a:pt x="3371180" y="490216"/>
                  </a:lnTo>
                  <a:lnTo>
                    <a:pt x="3284165" y="485850"/>
                  </a:lnTo>
                  <a:lnTo>
                    <a:pt x="3203237" y="480972"/>
                  </a:lnTo>
                  <a:lnTo>
                    <a:pt x="3128674" y="475535"/>
                  </a:lnTo>
                  <a:lnTo>
                    <a:pt x="3060201" y="469470"/>
                  </a:lnTo>
                  <a:lnTo>
                    <a:pt x="2997186" y="462689"/>
                  </a:lnTo>
                  <a:lnTo>
                    <a:pt x="2938793" y="455087"/>
                  </a:lnTo>
                  <a:lnTo>
                    <a:pt x="2884096" y="446555"/>
                  </a:lnTo>
                  <a:lnTo>
                    <a:pt x="2832161" y="436989"/>
                  </a:lnTo>
                  <a:lnTo>
                    <a:pt x="2782133" y="426315"/>
                  </a:lnTo>
                  <a:lnTo>
                    <a:pt x="2770117" y="423537"/>
                  </a:lnTo>
                  <a:lnTo>
                    <a:pt x="2717298" y="410368"/>
                  </a:lnTo>
                  <a:lnTo>
                    <a:pt x="2664989" y="395839"/>
                  </a:lnTo>
                  <a:lnTo>
                    <a:pt x="2612643" y="379932"/>
                  </a:lnTo>
                  <a:lnTo>
                    <a:pt x="2559887" y="362674"/>
                  </a:lnTo>
                  <a:lnTo>
                    <a:pt x="2506504" y="344148"/>
                  </a:lnTo>
                  <a:lnTo>
                    <a:pt x="2452413" y="324493"/>
                  </a:lnTo>
                  <a:lnTo>
                    <a:pt x="2397649" y="303905"/>
                  </a:lnTo>
                  <a:lnTo>
                    <a:pt x="2342348" y="282628"/>
                  </a:lnTo>
                  <a:lnTo>
                    <a:pt x="2286716" y="260945"/>
                  </a:lnTo>
                  <a:lnTo>
                    <a:pt x="2231002" y="239164"/>
                  </a:lnTo>
                  <a:lnTo>
                    <a:pt x="2175466" y="217598"/>
                  </a:lnTo>
                  <a:lnTo>
                    <a:pt x="2120345" y="196547"/>
                  </a:lnTo>
                  <a:lnTo>
                    <a:pt x="2065822" y="176281"/>
                  </a:lnTo>
                  <a:lnTo>
                    <a:pt x="2011997" y="157029"/>
                  </a:lnTo>
                  <a:lnTo>
                    <a:pt x="1958865" y="138964"/>
                  </a:lnTo>
                  <a:lnTo>
                    <a:pt x="1906295" y="122204"/>
                  </a:lnTo>
                  <a:lnTo>
                    <a:pt x="1854015" y="106811"/>
                  </a:lnTo>
                  <a:lnTo>
                    <a:pt x="1801591" y="92796"/>
                  </a:lnTo>
                  <a:lnTo>
                    <a:pt x="1768425" y="84707"/>
                  </a:lnTo>
                  <a:lnTo>
                    <a:pt x="1718749" y="73760"/>
                  </a:lnTo>
                  <a:lnTo>
                    <a:pt x="1667355" y="63928"/>
                  </a:lnTo>
                  <a:lnTo>
                    <a:pt x="1613417" y="55152"/>
                  </a:lnTo>
                  <a:lnTo>
                    <a:pt x="1556014" y="47333"/>
                  </a:lnTo>
                  <a:lnTo>
                    <a:pt x="1494210" y="40361"/>
                  </a:lnTo>
                  <a:lnTo>
                    <a:pt x="1427139" y="34130"/>
                  </a:lnTo>
                  <a:lnTo>
                    <a:pt x="1354105" y="28547"/>
                  </a:lnTo>
                  <a:lnTo>
                    <a:pt x="1274732" y="23538"/>
                  </a:lnTo>
                  <a:lnTo>
                    <a:pt x="1189140" y="19049"/>
                  </a:lnTo>
                  <a:lnTo>
                    <a:pt x="1098171" y="15050"/>
                  </a:lnTo>
                  <a:lnTo>
                    <a:pt x="1003595" y="11528"/>
                  </a:lnTo>
                  <a:lnTo>
                    <a:pt x="908239" y="8486"/>
                  </a:lnTo>
                  <a:lnTo>
                    <a:pt x="815920" y="5936"/>
                  </a:lnTo>
                  <a:lnTo>
                    <a:pt x="731080" y="3887"/>
                  </a:lnTo>
                  <a:lnTo>
                    <a:pt x="658104" y="2332"/>
                  </a:lnTo>
                  <a:lnTo>
                    <a:pt x="600434" y="1239"/>
                  </a:lnTo>
                  <a:lnTo>
                    <a:pt x="559738" y="550"/>
                  </a:lnTo>
                  <a:lnTo>
                    <a:pt x="535413" y="179"/>
                  </a:lnTo>
                  <a:lnTo>
                    <a:pt x="524536" y="30"/>
                  </a:lnTo>
                  <a:lnTo>
                    <a:pt x="522152" y="0"/>
                  </a:lnTo>
                  <a:lnTo>
                    <a:pt x="522133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850" name="pg1850"/>
            <p:cNvSpPr/>
            <p:nvPr/>
          </p:nvSpPr>
          <p:spPr>
            <a:xfrm>
              <a:off x="386606" y="1129073"/>
              <a:ext cx="8554953" cy="4495148"/>
            </a:xfrm>
            <a:custGeom>
              <a:avLst/>
              <a:pathLst>
                <a:path w="8554953" h="4495148">
                  <a:moveTo>
                    <a:pt x="0" y="4495148"/>
                  </a:moveTo>
                  <a:lnTo>
                    <a:pt x="522133" y="4495148"/>
                  </a:lnTo>
                  <a:lnTo>
                    <a:pt x="523020" y="4495052"/>
                  </a:lnTo>
                  <a:lnTo>
                    <a:pt x="528868" y="4494372"/>
                  </a:lnTo>
                  <a:lnTo>
                    <a:pt x="543656" y="4492491"/>
                  </a:lnTo>
                  <a:lnTo>
                    <a:pt x="570204" y="4488787"/>
                  </a:lnTo>
                  <a:lnTo>
                    <a:pt x="609988" y="4482676"/>
                  </a:lnTo>
                  <a:lnTo>
                    <a:pt x="663024" y="4473672"/>
                  </a:lnTo>
                  <a:lnTo>
                    <a:pt x="727951" y="4461430"/>
                  </a:lnTo>
                  <a:lnTo>
                    <a:pt x="802339" y="4445762"/>
                  </a:lnTo>
                  <a:lnTo>
                    <a:pt x="883152" y="4426616"/>
                  </a:lnTo>
                  <a:lnTo>
                    <a:pt x="967245" y="4404034"/>
                  </a:lnTo>
                  <a:lnTo>
                    <a:pt x="1051770" y="4378090"/>
                  </a:lnTo>
                  <a:lnTo>
                    <a:pt x="1134437" y="4348835"/>
                  </a:lnTo>
                  <a:lnTo>
                    <a:pt x="1213615" y="4316255"/>
                  </a:lnTo>
                  <a:lnTo>
                    <a:pt x="1288303" y="4280237"/>
                  </a:lnTo>
                  <a:lnTo>
                    <a:pt x="1358046" y="4240555"/>
                  </a:lnTo>
                  <a:lnTo>
                    <a:pt x="1422807" y="4196868"/>
                  </a:lnTo>
                  <a:lnTo>
                    <a:pt x="1482853" y="4148720"/>
                  </a:lnTo>
                  <a:lnTo>
                    <a:pt x="1538649" y="4095555"/>
                  </a:lnTo>
                  <a:lnTo>
                    <a:pt x="1590780" y="4036733"/>
                  </a:lnTo>
                  <a:lnTo>
                    <a:pt x="1639891" y="3971574"/>
                  </a:lnTo>
                  <a:lnTo>
                    <a:pt x="1686636" y="3899416"/>
                  </a:lnTo>
                  <a:lnTo>
                    <a:pt x="1731636" y="3819724"/>
                  </a:lnTo>
                  <a:lnTo>
                    <a:pt x="1768425" y="3746898"/>
                  </a:lnTo>
                  <a:lnTo>
                    <a:pt x="1799099" y="3681005"/>
                  </a:lnTo>
                  <a:lnTo>
                    <a:pt x="1829509" y="3611143"/>
                  </a:lnTo>
                  <a:lnTo>
                    <a:pt x="1859784" y="3537234"/>
                  </a:lnTo>
                  <a:lnTo>
                    <a:pt x="1890033" y="3459238"/>
                  </a:lnTo>
                  <a:lnTo>
                    <a:pt x="1920343" y="3377163"/>
                  </a:lnTo>
                  <a:lnTo>
                    <a:pt x="1950783" y="3291067"/>
                  </a:lnTo>
                  <a:lnTo>
                    <a:pt x="1981403" y="3201060"/>
                  </a:lnTo>
                  <a:lnTo>
                    <a:pt x="2012238" y="3107309"/>
                  </a:lnTo>
                  <a:lnTo>
                    <a:pt x="2043308" y="3010036"/>
                  </a:lnTo>
                  <a:lnTo>
                    <a:pt x="2074618" y="2909521"/>
                  </a:lnTo>
                  <a:lnTo>
                    <a:pt x="2106160" y="2806100"/>
                  </a:lnTo>
                  <a:lnTo>
                    <a:pt x="2137916" y="2700157"/>
                  </a:lnTo>
                  <a:lnTo>
                    <a:pt x="2169857" y="2592126"/>
                  </a:lnTo>
                  <a:lnTo>
                    <a:pt x="2201945" y="2482479"/>
                  </a:lnTo>
                  <a:lnTo>
                    <a:pt x="2234137" y="2371720"/>
                  </a:lnTo>
                  <a:lnTo>
                    <a:pt x="2266383" y="2260375"/>
                  </a:lnTo>
                  <a:lnTo>
                    <a:pt x="2298635" y="2148982"/>
                  </a:lnTo>
                  <a:lnTo>
                    <a:pt x="2330840" y="2038079"/>
                  </a:lnTo>
                  <a:lnTo>
                    <a:pt x="2362950" y="1928195"/>
                  </a:lnTo>
                  <a:lnTo>
                    <a:pt x="2394920" y="1819839"/>
                  </a:lnTo>
                  <a:lnTo>
                    <a:pt x="2426711" y="1713489"/>
                  </a:lnTo>
                  <a:lnTo>
                    <a:pt x="2458294" y="1609586"/>
                  </a:lnTo>
                  <a:lnTo>
                    <a:pt x="2489646" y="1508525"/>
                  </a:lnTo>
                  <a:lnTo>
                    <a:pt x="2520759" y="1410650"/>
                  </a:lnTo>
                  <a:lnTo>
                    <a:pt x="2551635" y="1316250"/>
                  </a:lnTo>
                  <a:lnTo>
                    <a:pt x="2582291" y="1225559"/>
                  </a:lnTo>
                  <a:lnTo>
                    <a:pt x="2612760" y="1138753"/>
                  </a:lnTo>
                  <a:lnTo>
                    <a:pt x="2643089" y="1055952"/>
                  </a:lnTo>
                  <a:lnTo>
                    <a:pt x="2673343" y="977224"/>
                  </a:lnTo>
                  <a:lnTo>
                    <a:pt x="2703606" y="902585"/>
                  </a:lnTo>
                  <a:lnTo>
                    <a:pt x="2733983" y="832003"/>
                  </a:lnTo>
                  <a:lnTo>
                    <a:pt x="2764599" y="765407"/>
                  </a:lnTo>
                  <a:lnTo>
                    <a:pt x="2770117" y="753897"/>
                  </a:lnTo>
                  <a:lnTo>
                    <a:pt x="2814078" y="667678"/>
                  </a:lnTo>
                  <a:lnTo>
                    <a:pt x="2859320" y="589229"/>
                  </a:lnTo>
                  <a:lnTo>
                    <a:pt x="2906403" y="518243"/>
                  </a:lnTo>
                  <a:lnTo>
                    <a:pt x="2955957" y="454153"/>
                  </a:lnTo>
                  <a:lnTo>
                    <a:pt x="3008637" y="396290"/>
                  </a:lnTo>
                  <a:lnTo>
                    <a:pt x="3065082" y="343976"/>
                  </a:lnTo>
                  <a:lnTo>
                    <a:pt x="3125862" y="296584"/>
                  </a:lnTo>
                  <a:lnTo>
                    <a:pt x="3191416" y="253572"/>
                  </a:lnTo>
                  <a:lnTo>
                    <a:pt x="3261970" y="214502"/>
                  </a:lnTo>
                  <a:lnTo>
                    <a:pt x="3337426" y="179050"/>
                  </a:lnTo>
                  <a:lnTo>
                    <a:pt x="3417250" y="147012"/>
                  </a:lnTo>
                  <a:lnTo>
                    <a:pt x="3500346" y="118291"/>
                  </a:lnTo>
                  <a:lnTo>
                    <a:pt x="3584973" y="92885"/>
                  </a:lnTo>
                  <a:lnTo>
                    <a:pt x="3668741" y="70853"/>
                  </a:lnTo>
                  <a:lnTo>
                    <a:pt x="3748732" y="52268"/>
                  </a:lnTo>
                  <a:lnTo>
                    <a:pt x="3821789" y="37159"/>
                  </a:lnTo>
                  <a:lnTo>
                    <a:pt x="3884937" y="25457"/>
                  </a:lnTo>
                  <a:lnTo>
                    <a:pt x="3935892" y="16947"/>
                  </a:lnTo>
                  <a:lnTo>
                    <a:pt x="3973499" y="11261"/>
                  </a:lnTo>
                  <a:lnTo>
                    <a:pt x="3998011" y="7892"/>
                  </a:lnTo>
                  <a:lnTo>
                    <a:pt x="4011132" y="6248"/>
                  </a:lnTo>
                  <a:lnTo>
                    <a:pt x="4015882" y="5703"/>
                  </a:lnTo>
                  <a:lnTo>
                    <a:pt x="4016409" y="5647"/>
                  </a:lnTo>
                  <a:lnTo>
                    <a:pt x="4538543" y="5647"/>
                  </a:lnTo>
                  <a:lnTo>
                    <a:pt x="4539451" y="5738"/>
                  </a:lnTo>
                  <a:lnTo>
                    <a:pt x="4545433" y="6391"/>
                  </a:lnTo>
                  <a:lnTo>
                    <a:pt x="4560549" y="8196"/>
                  </a:lnTo>
                  <a:lnTo>
                    <a:pt x="4587661" y="11751"/>
                  </a:lnTo>
                  <a:lnTo>
                    <a:pt x="4628240" y="17613"/>
                  </a:lnTo>
                  <a:lnTo>
                    <a:pt x="4682249" y="26244"/>
                  </a:lnTo>
                  <a:lnTo>
                    <a:pt x="4748240" y="37968"/>
                  </a:lnTo>
                  <a:lnTo>
                    <a:pt x="4823682" y="52961"/>
                  </a:lnTo>
                  <a:lnTo>
                    <a:pt x="4905449" y="71263"/>
                  </a:lnTo>
                  <a:lnTo>
                    <a:pt x="4990328" y="92831"/>
                  </a:lnTo>
                  <a:lnTo>
                    <a:pt x="5075441" y="117594"/>
                  </a:lnTo>
                  <a:lnTo>
                    <a:pt x="5158497" y="145507"/>
                  </a:lnTo>
                  <a:lnTo>
                    <a:pt x="5237887" y="176592"/>
                  </a:lnTo>
                  <a:lnTo>
                    <a:pt x="5312646" y="210967"/>
                  </a:lnTo>
                  <a:lnTo>
                    <a:pt x="5382360" y="248859"/>
                  </a:lnTo>
                  <a:lnTo>
                    <a:pt x="5447033" y="290610"/>
                  </a:lnTo>
                  <a:lnTo>
                    <a:pt x="5506965" y="336669"/>
                  </a:lnTo>
                  <a:lnTo>
                    <a:pt x="5562655" y="387583"/>
                  </a:lnTo>
                  <a:lnTo>
                    <a:pt x="5614713" y="443971"/>
                  </a:lnTo>
                  <a:lnTo>
                    <a:pt x="5663802" y="506489"/>
                  </a:lnTo>
                  <a:lnTo>
                    <a:pt x="5710590" y="575760"/>
                  </a:lnTo>
                  <a:lnTo>
                    <a:pt x="5755705" y="652267"/>
                  </a:lnTo>
                  <a:lnTo>
                    <a:pt x="5784835" y="706837"/>
                  </a:lnTo>
                  <a:lnTo>
                    <a:pt x="5816407" y="770459"/>
                  </a:lnTo>
                  <a:lnTo>
                    <a:pt x="5847704" y="838025"/>
                  </a:lnTo>
                  <a:lnTo>
                    <a:pt x="5878865" y="909614"/>
                  </a:lnTo>
                  <a:lnTo>
                    <a:pt x="5910007" y="985263"/>
                  </a:lnTo>
                  <a:lnTo>
                    <a:pt x="5941224" y="1064957"/>
                  </a:lnTo>
                  <a:lnTo>
                    <a:pt x="5972586" y="1148633"/>
                  </a:lnTo>
                  <a:lnTo>
                    <a:pt x="6004148" y="1236166"/>
                  </a:lnTo>
                  <a:lnTo>
                    <a:pt x="6035943" y="1327377"/>
                  </a:lnTo>
                  <a:lnTo>
                    <a:pt x="6067989" y="1422024"/>
                  </a:lnTo>
                  <a:lnTo>
                    <a:pt x="6100289" y="1519808"/>
                  </a:lnTo>
                  <a:lnTo>
                    <a:pt x="6132830" y="1620370"/>
                  </a:lnTo>
                  <a:lnTo>
                    <a:pt x="6165589" y="1723302"/>
                  </a:lnTo>
                  <a:lnTo>
                    <a:pt x="6198530" y="1828145"/>
                  </a:lnTo>
                  <a:lnTo>
                    <a:pt x="6231611" y="1934405"/>
                  </a:lnTo>
                  <a:lnTo>
                    <a:pt x="6264780" y="2041556"/>
                  </a:lnTo>
                  <a:lnTo>
                    <a:pt x="6297985" y="2149054"/>
                  </a:lnTo>
                  <a:lnTo>
                    <a:pt x="6331169" y="2256348"/>
                  </a:lnTo>
                  <a:lnTo>
                    <a:pt x="6364277" y="2362890"/>
                  </a:lnTo>
                  <a:lnTo>
                    <a:pt x="6397259" y="2468149"/>
                  </a:lnTo>
                  <a:lnTo>
                    <a:pt x="6430069" y="2571621"/>
                  </a:lnTo>
                  <a:lnTo>
                    <a:pt x="6462669" y="2672839"/>
                  </a:lnTo>
                  <a:lnTo>
                    <a:pt x="6495033" y="2771378"/>
                  </a:lnTo>
                  <a:lnTo>
                    <a:pt x="6527145" y="2866869"/>
                  </a:lnTo>
                  <a:lnTo>
                    <a:pt x="6559004" y="2958995"/>
                  </a:lnTo>
                  <a:lnTo>
                    <a:pt x="6590624" y="3047501"/>
                  </a:lnTo>
                  <a:lnTo>
                    <a:pt x="6622033" y="3132189"/>
                  </a:lnTo>
                  <a:lnTo>
                    <a:pt x="6653282" y="3212923"/>
                  </a:lnTo>
                  <a:lnTo>
                    <a:pt x="6684435" y="3289622"/>
                  </a:lnTo>
                  <a:lnTo>
                    <a:pt x="6715581" y="3362261"/>
                  </a:lnTo>
                  <a:lnTo>
                    <a:pt x="6746830" y="3430863"/>
                  </a:lnTo>
                  <a:lnTo>
                    <a:pt x="6778316" y="3495496"/>
                  </a:lnTo>
                  <a:lnTo>
                    <a:pt x="6786527" y="3511599"/>
                  </a:lnTo>
                  <a:lnTo>
                    <a:pt x="6830838" y="3593002"/>
                  </a:lnTo>
                  <a:lnTo>
                    <a:pt x="6876455" y="3667010"/>
                  </a:lnTo>
                  <a:lnTo>
                    <a:pt x="6923952" y="3733923"/>
                  </a:lnTo>
                  <a:lnTo>
                    <a:pt x="6973975" y="3794284"/>
                  </a:lnTo>
                  <a:lnTo>
                    <a:pt x="7027194" y="3848739"/>
                  </a:lnTo>
                  <a:lnTo>
                    <a:pt x="7084262" y="3897936"/>
                  </a:lnTo>
                  <a:lnTo>
                    <a:pt x="7145757" y="3942474"/>
                  </a:lnTo>
                  <a:lnTo>
                    <a:pt x="7212122" y="3982868"/>
                  </a:lnTo>
                  <a:lnTo>
                    <a:pt x="7283568" y="4019533"/>
                  </a:lnTo>
                  <a:lnTo>
                    <a:pt x="7359973" y="4052769"/>
                  </a:lnTo>
                  <a:lnTo>
                    <a:pt x="7440748" y="4082768"/>
                  </a:lnTo>
                  <a:lnTo>
                    <a:pt x="7524718" y="4109612"/>
                  </a:lnTo>
                  <a:lnTo>
                    <a:pt x="7610042" y="4133297"/>
                  </a:lnTo>
                  <a:lnTo>
                    <a:pt x="7694209" y="4153763"/>
                  </a:lnTo>
                  <a:lnTo>
                    <a:pt x="7774193" y="4170942"/>
                  </a:lnTo>
                  <a:lnTo>
                    <a:pt x="7846755" y="4184813"/>
                  </a:lnTo>
                  <a:lnTo>
                    <a:pt x="7908912" y="4195460"/>
                  </a:lnTo>
                  <a:lnTo>
                    <a:pt x="7958453" y="4203106"/>
                  </a:lnTo>
                  <a:lnTo>
                    <a:pt x="7994383" y="4208125"/>
                  </a:lnTo>
                  <a:lnTo>
                    <a:pt x="8017180" y="4211020"/>
                  </a:lnTo>
                  <a:lnTo>
                    <a:pt x="8028807" y="4212366"/>
                  </a:lnTo>
                  <a:lnTo>
                    <a:pt x="8032553" y="4212763"/>
                  </a:lnTo>
                  <a:lnTo>
                    <a:pt x="8032819" y="4212789"/>
                  </a:lnTo>
                  <a:lnTo>
                    <a:pt x="8554953" y="4212789"/>
                  </a:lnTo>
                  <a:lnTo>
                    <a:pt x="8554953" y="4207142"/>
                  </a:lnTo>
                  <a:lnTo>
                    <a:pt x="8032819" y="4207142"/>
                  </a:lnTo>
                  <a:lnTo>
                    <a:pt x="8031911" y="4207050"/>
                  </a:lnTo>
                  <a:lnTo>
                    <a:pt x="8025929" y="4206397"/>
                  </a:lnTo>
                  <a:lnTo>
                    <a:pt x="8010813" y="4204592"/>
                  </a:lnTo>
                  <a:lnTo>
                    <a:pt x="7983701" y="4201038"/>
                  </a:lnTo>
                  <a:lnTo>
                    <a:pt x="7943122" y="4195176"/>
                  </a:lnTo>
                  <a:lnTo>
                    <a:pt x="7889113" y="4186545"/>
                  </a:lnTo>
                  <a:lnTo>
                    <a:pt x="7823122" y="4174820"/>
                  </a:lnTo>
                  <a:lnTo>
                    <a:pt x="7747680" y="4159828"/>
                  </a:lnTo>
                  <a:lnTo>
                    <a:pt x="7665913" y="4141526"/>
                  </a:lnTo>
                  <a:lnTo>
                    <a:pt x="7581034" y="4119958"/>
                  </a:lnTo>
                  <a:lnTo>
                    <a:pt x="7495921" y="4095194"/>
                  </a:lnTo>
                  <a:lnTo>
                    <a:pt x="7412865" y="4067281"/>
                  </a:lnTo>
                  <a:lnTo>
                    <a:pt x="7333475" y="4036197"/>
                  </a:lnTo>
                  <a:lnTo>
                    <a:pt x="7258715" y="4001822"/>
                  </a:lnTo>
                  <a:lnTo>
                    <a:pt x="7189002" y="3963929"/>
                  </a:lnTo>
                  <a:lnTo>
                    <a:pt x="7124329" y="3922178"/>
                  </a:lnTo>
                  <a:lnTo>
                    <a:pt x="7064396" y="3876119"/>
                  </a:lnTo>
                  <a:lnTo>
                    <a:pt x="7008707" y="3825206"/>
                  </a:lnTo>
                  <a:lnTo>
                    <a:pt x="6956649" y="3768818"/>
                  </a:lnTo>
                  <a:lnTo>
                    <a:pt x="6907560" y="3706300"/>
                  </a:lnTo>
                  <a:lnTo>
                    <a:pt x="6860772" y="3637028"/>
                  </a:lnTo>
                  <a:lnTo>
                    <a:pt x="6815657" y="3560522"/>
                  </a:lnTo>
                  <a:lnTo>
                    <a:pt x="6786527" y="3505952"/>
                  </a:lnTo>
                  <a:lnTo>
                    <a:pt x="6754954" y="3442329"/>
                  </a:lnTo>
                  <a:lnTo>
                    <a:pt x="6723658" y="3374764"/>
                  </a:lnTo>
                  <a:lnTo>
                    <a:pt x="6692497" y="3303174"/>
                  </a:lnTo>
                  <a:lnTo>
                    <a:pt x="6661355" y="3227526"/>
                  </a:lnTo>
                  <a:lnTo>
                    <a:pt x="6630138" y="3147831"/>
                  </a:lnTo>
                  <a:lnTo>
                    <a:pt x="6598776" y="3064156"/>
                  </a:lnTo>
                  <a:lnTo>
                    <a:pt x="6567214" y="2976623"/>
                  </a:lnTo>
                  <a:lnTo>
                    <a:pt x="6535419" y="2885412"/>
                  </a:lnTo>
                  <a:lnTo>
                    <a:pt x="6503373" y="2790765"/>
                  </a:lnTo>
                  <a:lnTo>
                    <a:pt x="6471073" y="2692981"/>
                  </a:lnTo>
                  <a:lnTo>
                    <a:pt x="6438532" y="2592419"/>
                  </a:lnTo>
                  <a:lnTo>
                    <a:pt x="6405773" y="2489487"/>
                  </a:lnTo>
                  <a:lnTo>
                    <a:pt x="6372832" y="2384643"/>
                  </a:lnTo>
                  <a:lnTo>
                    <a:pt x="6339751" y="2278383"/>
                  </a:lnTo>
                  <a:lnTo>
                    <a:pt x="6306582" y="2171232"/>
                  </a:lnTo>
                  <a:lnTo>
                    <a:pt x="6273377" y="2063734"/>
                  </a:lnTo>
                  <a:lnTo>
                    <a:pt x="6240193" y="1956441"/>
                  </a:lnTo>
                  <a:lnTo>
                    <a:pt x="6207085" y="1849899"/>
                  </a:lnTo>
                  <a:lnTo>
                    <a:pt x="6174103" y="1744639"/>
                  </a:lnTo>
                  <a:lnTo>
                    <a:pt x="6141293" y="1641167"/>
                  </a:lnTo>
                  <a:lnTo>
                    <a:pt x="6108693" y="1539950"/>
                  </a:lnTo>
                  <a:lnTo>
                    <a:pt x="6076329" y="1441410"/>
                  </a:lnTo>
                  <a:lnTo>
                    <a:pt x="6044217" y="1345920"/>
                  </a:lnTo>
                  <a:lnTo>
                    <a:pt x="6012358" y="1253793"/>
                  </a:lnTo>
                  <a:lnTo>
                    <a:pt x="5980738" y="1165288"/>
                  </a:lnTo>
                  <a:lnTo>
                    <a:pt x="5949328" y="1080600"/>
                  </a:lnTo>
                  <a:lnTo>
                    <a:pt x="5918080" y="999866"/>
                  </a:lnTo>
                  <a:lnTo>
                    <a:pt x="5886927" y="923166"/>
                  </a:lnTo>
                  <a:lnTo>
                    <a:pt x="5855780" y="850527"/>
                  </a:lnTo>
                  <a:lnTo>
                    <a:pt x="5824532" y="781926"/>
                  </a:lnTo>
                  <a:lnTo>
                    <a:pt x="5793046" y="717292"/>
                  </a:lnTo>
                  <a:lnTo>
                    <a:pt x="5784835" y="701190"/>
                  </a:lnTo>
                  <a:lnTo>
                    <a:pt x="5740524" y="619787"/>
                  </a:lnTo>
                  <a:lnTo>
                    <a:pt x="5694907" y="545778"/>
                  </a:lnTo>
                  <a:lnTo>
                    <a:pt x="5647410" y="478866"/>
                  </a:lnTo>
                  <a:lnTo>
                    <a:pt x="5597387" y="418505"/>
                  </a:lnTo>
                  <a:lnTo>
                    <a:pt x="5544168" y="364050"/>
                  </a:lnTo>
                  <a:lnTo>
                    <a:pt x="5487100" y="314853"/>
                  </a:lnTo>
                  <a:lnTo>
                    <a:pt x="5425605" y="270315"/>
                  </a:lnTo>
                  <a:lnTo>
                    <a:pt x="5359240" y="229920"/>
                  </a:lnTo>
                  <a:lnTo>
                    <a:pt x="5287793" y="193256"/>
                  </a:lnTo>
                  <a:lnTo>
                    <a:pt x="5211389" y="160019"/>
                  </a:lnTo>
                  <a:lnTo>
                    <a:pt x="5130614" y="130021"/>
                  </a:lnTo>
                  <a:lnTo>
                    <a:pt x="5046643" y="103176"/>
                  </a:lnTo>
                  <a:lnTo>
                    <a:pt x="4961320" y="79491"/>
                  </a:lnTo>
                  <a:lnTo>
                    <a:pt x="4877153" y="59025"/>
                  </a:lnTo>
                  <a:lnTo>
                    <a:pt x="4797169" y="41847"/>
                  </a:lnTo>
                  <a:lnTo>
                    <a:pt x="4724607" y="27976"/>
                  </a:lnTo>
                  <a:lnTo>
                    <a:pt x="4662450" y="17329"/>
                  </a:lnTo>
                  <a:lnTo>
                    <a:pt x="4612909" y="9683"/>
                  </a:lnTo>
                  <a:lnTo>
                    <a:pt x="4576979" y="4663"/>
                  </a:lnTo>
                  <a:lnTo>
                    <a:pt x="4554182" y="1769"/>
                  </a:lnTo>
                  <a:lnTo>
                    <a:pt x="4542555" y="423"/>
                  </a:lnTo>
                  <a:lnTo>
                    <a:pt x="4538809" y="26"/>
                  </a:lnTo>
                  <a:lnTo>
                    <a:pt x="4538543" y="0"/>
                  </a:lnTo>
                  <a:lnTo>
                    <a:pt x="4016409" y="0"/>
                  </a:lnTo>
                  <a:lnTo>
                    <a:pt x="4015522" y="95"/>
                  </a:lnTo>
                  <a:lnTo>
                    <a:pt x="4009674" y="775"/>
                  </a:lnTo>
                  <a:lnTo>
                    <a:pt x="3994886" y="2656"/>
                  </a:lnTo>
                  <a:lnTo>
                    <a:pt x="3968338" y="6360"/>
                  </a:lnTo>
                  <a:lnTo>
                    <a:pt x="3928554" y="12471"/>
                  </a:lnTo>
                  <a:lnTo>
                    <a:pt x="3875519" y="21475"/>
                  </a:lnTo>
                  <a:lnTo>
                    <a:pt x="3810592" y="33717"/>
                  </a:lnTo>
                  <a:lnTo>
                    <a:pt x="3736204" y="49386"/>
                  </a:lnTo>
                  <a:lnTo>
                    <a:pt x="3655390" y="68531"/>
                  </a:lnTo>
                  <a:lnTo>
                    <a:pt x="3571297" y="91113"/>
                  </a:lnTo>
                  <a:lnTo>
                    <a:pt x="3486772" y="117057"/>
                  </a:lnTo>
                  <a:lnTo>
                    <a:pt x="3404105" y="146312"/>
                  </a:lnTo>
                  <a:lnTo>
                    <a:pt x="3324928" y="178892"/>
                  </a:lnTo>
                  <a:lnTo>
                    <a:pt x="3250239" y="214911"/>
                  </a:lnTo>
                  <a:lnTo>
                    <a:pt x="3180496" y="254592"/>
                  </a:lnTo>
                  <a:lnTo>
                    <a:pt x="3115735" y="298279"/>
                  </a:lnTo>
                  <a:lnTo>
                    <a:pt x="3055689" y="346427"/>
                  </a:lnTo>
                  <a:lnTo>
                    <a:pt x="2999893" y="399592"/>
                  </a:lnTo>
                  <a:lnTo>
                    <a:pt x="2947762" y="458414"/>
                  </a:lnTo>
                  <a:lnTo>
                    <a:pt x="2898651" y="523573"/>
                  </a:lnTo>
                  <a:lnTo>
                    <a:pt x="2851906" y="595731"/>
                  </a:lnTo>
                  <a:lnTo>
                    <a:pt x="2806906" y="675423"/>
                  </a:lnTo>
                  <a:lnTo>
                    <a:pt x="2770117" y="748250"/>
                  </a:lnTo>
                  <a:lnTo>
                    <a:pt x="2739443" y="814143"/>
                  </a:lnTo>
                  <a:lnTo>
                    <a:pt x="2709033" y="884004"/>
                  </a:lnTo>
                  <a:lnTo>
                    <a:pt x="2678758" y="957913"/>
                  </a:lnTo>
                  <a:lnTo>
                    <a:pt x="2648509" y="1035909"/>
                  </a:lnTo>
                  <a:lnTo>
                    <a:pt x="2618199" y="1117984"/>
                  </a:lnTo>
                  <a:lnTo>
                    <a:pt x="2587759" y="1204080"/>
                  </a:lnTo>
                  <a:lnTo>
                    <a:pt x="2557139" y="1294087"/>
                  </a:lnTo>
                  <a:lnTo>
                    <a:pt x="2526304" y="1387838"/>
                  </a:lnTo>
                  <a:lnTo>
                    <a:pt x="2495234" y="1485111"/>
                  </a:lnTo>
                  <a:lnTo>
                    <a:pt x="2463924" y="1585626"/>
                  </a:lnTo>
                  <a:lnTo>
                    <a:pt x="2432382" y="1689048"/>
                  </a:lnTo>
                  <a:lnTo>
                    <a:pt x="2400626" y="1794990"/>
                  </a:lnTo>
                  <a:lnTo>
                    <a:pt x="2368685" y="1903021"/>
                  </a:lnTo>
                  <a:lnTo>
                    <a:pt x="2336597" y="2012668"/>
                  </a:lnTo>
                  <a:lnTo>
                    <a:pt x="2304406" y="2123427"/>
                  </a:lnTo>
                  <a:lnTo>
                    <a:pt x="2272159" y="2234772"/>
                  </a:lnTo>
                  <a:lnTo>
                    <a:pt x="2239907" y="2346165"/>
                  </a:lnTo>
                  <a:lnTo>
                    <a:pt x="2207702" y="2457068"/>
                  </a:lnTo>
                  <a:lnTo>
                    <a:pt x="2175592" y="2566952"/>
                  </a:lnTo>
                  <a:lnTo>
                    <a:pt x="2143622" y="2675308"/>
                  </a:lnTo>
                  <a:lnTo>
                    <a:pt x="2111831" y="2781658"/>
                  </a:lnTo>
                  <a:lnTo>
                    <a:pt x="2080249" y="2885561"/>
                  </a:lnTo>
                  <a:lnTo>
                    <a:pt x="2048896" y="2986622"/>
                  </a:lnTo>
                  <a:lnTo>
                    <a:pt x="2017784" y="3084497"/>
                  </a:lnTo>
                  <a:lnTo>
                    <a:pt x="1986907" y="3178897"/>
                  </a:lnTo>
                  <a:lnTo>
                    <a:pt x="1956251" y="3269588"/>
                  </a:lnTo>
                  <a:lnTo>
                    <a:pt x="1925782" y="3356394"/>
                  </a:lnTo>
                  <a:lnTo>
                    <a:pt x="1895453" y="3439195"/>
                  </a:lnTo>
                  <a:lnTo>
                    <a:pt x="1865199" y="3517923"/>
                  </a:lnTo>
                  <a:lnTo>
                    <a:pt x="1834936" y="3592563"/>
                  </a:lnTo>
                  <a:lnTo>
                    <a:pt x="1804559" y="3663144"/>
                  </a:lnTo>
                  <a:lnTo>
                    <a:pt x="1773943" y="3729740"/>
                  </a:lnTo>
                  <a:lnTo>
                    <a:pt x="1768425" y="3741250"/>
                  </a:lnTo>
                  <a:lnTo>
                    <a:pt x="1724464" y="3827469"/>
                  </a:lnTo>
                  <a:lnTo>
                    <a:pt x="1679222" y="3905918"/>
                  </a:lnTo>
                  <a:lnTo>
                    <a:pt x="1632139" y="3976905"/>
                  </a:lnTo>
                  <a:lnTo>
                    <a:pt x="1582585" y="4040994"/>
                  </a:lnTo>
                  <a:lnTo>
                    <a:pt x="1529905" y="4098857"/>
                  </a:lnTo>
                  <a:lnTo>
                    <a:pt x="1473460" y="4151171"/>
                  </a:lnTo>
                  <a:lnTo>
                    <a:pt x="1412680" y="4198563"/>
                  </a:lnTo>
                  <a:lnTo>
                    <a:pt x="1347126" y="4241575"/>
                  </a:lnTo>
                  <a:lnTo>
                    <a:pt x="1276572" y="4280646"/>
                  </a:lnTo>
                  <a:lnTo>
                    <a:pt x="1201116" y="4316097"/>
                  </a:lnTo>
                  <a:lnTo>
                    <a:pt x="1121292" y="4348135"/>
                  </a:lnTo>
                  <a:lnTo>
                    <a:pt x="1038196" y="4376856"/>
                  </a:lnTo>
                  <a:lnTo>
                    <a:pt x="953569" y="4402262"/>
                  </a:lnTo>
                  <a:lnTo>
                    <a:pt x="869802" y="4424294"/>
                  </a:lnTo>
                  <a:lnTo>
                    <a:pt x="789810" y="4442880"/>
                  </a:lnTo>
                  <a:lnTo>
                    <a:pt x="716754" y="4457988"/>
                  </a:lnTo>
                  <a:lnTo>
                    <a:pt x="653605" y="4469690"/>
                  </a:lnTo>
                  <a:lnTo>
                    <a:pt x="602650" y="4478200"/>
                  </a:lnTo>
                  <a:lnTo>
                    <a:pt x="565043" y="4483886"/>
                  </a:lnTo>
                  <a:lnTo>
                    <a:pt x="540531" y="4487255"/>
                  </a:lnTo>
                  <a:lnTo>
                    <a:pt x="527410" y="4488899"/>
                  </a:lnTo>
                  <a:lnTo>
                    <a:pt x="522661" y="4489444"/>
                  </a:lnTo>
                  <a:lnTo>
                    <a:pt x="522133" y="4489501"/>
                  </a:lnTo>
                  <a:lnTo>
                    <a:pt x="0" y="4489501"/>
                  </a:lnTo>
                  <a:close/>
                </a:path>
              </a:pathLst>
            </a:custGeom>
            <a:solidFill>
              <a:srgbClr val="FFB3B5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1851" name="pl1851"/>
            <p:cNvSpPr/>
            <p:nvPr/>
          </p:nvSpPr>
          <p:spPr>
            <a:xfrm>
              <a:off x="386606" y="1134720"/>
              <a:ext cx="8554953" cy="4489501"/>
            </a:xfrm>
            <a:custGeom>
              <a:avLst/>
              <a:pathLst>
                <a:path w="8554953" h="4489501">
                  <a:moveTo>
                    <a:pt x="0" y="4489501"/>
                  </a:moveTo>
                  <a:lnTo>
                    <a:pt x="522133" y="4489501"/>
                  </a:lnTo>
                  <a:lnTo>
                    <a:pt x="523020" y="4489405"/>
                  </a:lnTo>
                  <a:lnTo>
                    <a:pt x="528868" y="4488725"/>
                  </a:lnTo>
                  <a:lnTo>
                    <a:pt x="543656" y="4486844"/>
                  </a:lnTo>
                  <a:lnTo>
                    <a:pt x="570204" y="4483140"/>
                  </a:lnTo>
                  <a:lnTo>
                    <a:pt x="609988" y="4477029"/>
                  </a:lnTo>
                  <a:lnTo>
                    <a:pt x="663024" y="4468025"/>
                  </a:lnTo>
                  <a:lnTo>
                    <a:pt x="727951" y="4455783"/>
                  </a:lnTo>
                  <a:lnTo>
                    <a:pt x="802339" y="4440114"/>
                  </a:lnTo>
                  <a:lnTo>
                    <a:pt x="883152" y="4420969"/>
                  </a:lnTo>
                  <a:lnTo>
                    <a:pt x="967245" y="4398387"/>
                  </a:lnTo>
                  <a:lnTo>
                    <a:pt x="1051770" y="4372443"/>
                  </a:lnTo>
                  <a:lnTo>
                    <a:pt x="1134437" y="4343188"/>
                  </a:lnTo>
                  <a:lnTo>
                    <a:pt x="1213615" y="4310608"/>
                  </a:lnTo>
                  <a:lnTo>
                    <a:pt x="1288303" y="4274590"/>
                  </a:lnTo>
                  <a:lnTo>
                    <a:pt x="1358046" y="4234908"/>
                  </a:lnTo>
                  <a:lnTo>
                    <a:pt x="1422807" y="4191221"/>
                  </a:lnTo>
                  <a:lnTo>
                    <a:pt x="1482853" y="4143073"/>
                  </a:lnTo>
                  <a:lnTo>
                    <a:pt x="1538649" y="4089908"/>
                  </a:lnTo>
                  <a:lnTo>
                    <a:pt x="1590780" y="4031086"/>
                  </a:lnTo>
                  <a:lnTo>
                    <a:pt x="1639891" y="3965927"/>
                  </a:lnTo>
                  <a:lnTo>
                    <a:pt x="1686636" y="3893769"/>
                  </a:lnTo>
                  <a:lnTo>
                    <a:pt x="1731636" y="3814077"/>
                  </a:lnTo>
                  <a:lnTo>
                    <a:pt x="1768425" y="3741250"/>
                  </a:lnTo>
                  <a:lnTo>
                    <a:pt x="1799099" y="3675357"/>
                  </a:lnTo>
                  <a:lnTo>
                    <a:pt x="1829509" y="3605496"/>
                  </a:lnTo>
                  <a:lnTo>
                    <a:pt x="1859784" y="3531587"/>
                  </a:lnTo>
                  <a:lnTo>
                    <a:pt x="1890033" y="3453591"/>
                  </a:lnTo>
                  <a:lnTo>
                    <a:pt x="1920343" y="3371516"/>
                  </a:lnTo>
                  <a:lnTo>
                    <a:pt x="1950783" y="3285420"/>
                  </a:lnTo>
                  <a:lnTo>
                    <a:pt x="1981403" y="3195413"/>
                  </a:lnTo>
                  <a:lnTo>
                    <a:pt x="2012238" y="3101662"/>
                  </a:lnTo>
                  <a:lnTo>
                    <a:pt x="2043308" y="3004389"/>
                  </a:lnTo>
                  <a:lnTo>
                    <a:pt x="2074618" y="2903874"/>
                  </a:lnTo>
                  <a:lnTo>
                    <a:pt x="2106160" y="2800452"/>
                  </a:lnTo>
                  <a:lnTo>
                    <a:pt x="2137916" y="2694510"/>
                  </a:lnTo>
                  <a:lnTo>
                    <a:pt x="2169857" y="2586479"/>
                  </a:lnTo>
                  <a:lnTo>
                    <a:pt x="2201945" y="2476832"/>
                  </a:lnTo>
                  <a:lnTo>
                    <a:pt x="2234137" y="2366073"/>
                  </a:lnTo>
                  <a:lnTo>
                    <a:pt x="2266383" y="2254728"/>
                  </a:lnTo>
                  <a:lnTo>
                    <a:pt x="2298635" y="2143335"/>
                  </a:lnTo>
                  <a:lnTo>
                    <a:pt x="2330840" y="2032432"/>
                  </a:lnTo>
                  <a:lnTo>
                    <a:pt x="2362950" y="1922548"/>
                  </a:lnTo>
                  <a:lnTo>
                    <a:pt x="2394920" y="1814192"/>
                  </a:lnTo>
                  <a:lnTo>
                    <a:pt x="2426711" y="1707842"/>
                  </a:lnTo>
                  <a:lnTo>
                    <a:pt x="2458294" y="1603939"/>
                  </a:lnTo>
                  <a:lnTo>
                    <a:pt x="2489646" y="1502878"/>
                  </a:lnTo>
                  <a:lnTo>
                    <a:pt x="2520759" y="1405003"/>
                  </a:lnTo>
                  <a:lnTo>
                    <a:pt x="2551635" y="1310603"/>
                  </a:lnTo>
                  <a:lnTo>
                    <a:pt x="2582291" y="1219912"/>
                  </a:lnTo>
                  <a:lnTo>
                    <a:pt x="2612760" y="1133106"/>
                  </a:lnTo>
                  <a:lnTo>
                    <a:pt x="2643089" y="1050305"/>
                  </a:lnTo>
                  <a:lnTo>
                    <a:pt x="2673343" y="971577"/>
                  </a:lnTo>
                  <a:lnTo>
                    <a:pt x="2703606" y="896937"/>
                  </a:lnTo>
                  <a:lnTo>
                    <a:pt x="2733983" y="826356"/>
                  </a:lnTo>
                  <a:lnTo>
                    <a:pt x="2764599" y="759760"/>
                  </a:lnTo>
                  <a:lnTo>
                    <a:pt x="2770117" y="748250"/>
                  </a:lnTo>
                  <a:lnTo>
                    <a:pt x="2814078" y="662031"/>
                  </a:lnTo>
                  <a:lnTo>
                    <a:pt x="2859320" y="583582"/>
                  </a:lnTo>
                  <a:lnTo>
                    <a:pt x="2906403" y="512595"/>
                  </a:lnTo>
                  <a:lnTo>
                    <a:pt x="2955957" y="448506"/>
                  </a:lnTo>
                  <a:lnTo>
                    <a:pt x="3008637" y="390643"/>
                  </a:lnTo>
                  <a:lnTo>
                    <a:pt x="3065082" y="338329"/>
                  </a:lnTo>
                  <a:lnTo>
                    <a:pt x="3125862" y="290937"/>
                  </a:lnTo>
                  <a:lnTo>
                    <a:pt x="3191416" y="247925"/>
                  </a:lnTo>
                  <a:lnTo>
                    <a:pt x="3261970" y="208854"/>
                  </a:lnTo>
                  <a:lnTo>
                    <a:pt x="3337426" y="173403"/>
                  </a:lnTo>
                  <a:lnTo>
                    <a:pt x="3417250" y="141365"/>
                  </a:lnTo>
                  <a:lnTo>
                    <a:pt x="3500346" y="112644"/>
                  </a:lnTo>
                  <a:lnTo>
                    <a:pt x="3584973" y="87238"/>
                  </a:lnTo>
                  <a:lnTo>
                    <a:pt x="3668741" y="65206"/>
                  </a:lnTo>
                  <a:lnTo>
                    <a:pt x="3748732" y="46620"/>
                  </a:lnTo>
                  <a:lnTo>
                    <a:pt x="3821789" y="31512"/>
                  </a:lnTo>
                  <a:lnTo>
                    <a:pt x="3884937" y="19810"/>
                  </a:lnTo>
                  <a:lnTo>
                    <a:pt x="3935892" y="11300"/>
                  </a:lnTo>
                  <a:lnTo>
                    <a:pt x="3973499" y="5614"/>
                  </a:lnTo>
                  <a:lnTo>
                    <a:pt x="3998011" y="2245"/>
                  </a:lnTo>
                  <a:lnTo>
                    <a:pt x="4011132" y="601"/>
                  </a:lnTo>
                  <a:lnTo>
                    <a:pt x="4015882" y="56"/>
                  </a:lnTo>
                  <a:lnTo>
                    <a:pt x="4016409" y="0"/>
                  </a:lnTo>
                  <a:lnTo>
                    <a:pt x="4538543" y="0"/>
                  </a:lnTo>
                  <a:lnTo>
                    <a:pt x="4539451" y="91"/>
                  </a:lnTo>
                  <a:lnTo>
                    <a:pt x="4545433" y="744"/>
                  </a:lnTo>
                  <a:lnTo>
                    <a:pt x="4560549" y="2549"/>
                  </a:lnTo>
                  <a:lnTo>
                    <a:pt x="4587661" y="6104"/>
                  </a:lnTo>
                  <a:lnTo>
                    <a:pt x="4628240" y="11965"/>
                  </a:lnTo>
                  <a:lnTo>
                    <a:pt x="4682249" y="20596"/>
                  </a:lnTo>
                  <a:lnTo>
                    <a:pt x="4748240" y="32321"/>
                  </a:lnTo>
                  <a:lnTo>
                    <a:pt x="4823682" y="47314"/>
                  </a:lnTo>
                  <a:lnTo>
                    <a:pt x="4905449" y="65615"/>
                  </a:lnTo>
                  <a:lnTo>
                    <a:pt x="4990328" y="87184"/>
                  </a:lnTo>
                  <a:lnTo>
                    <a:pt x="5075441" y="111947"/>
                  </a:lnTo>
                  <a:lnTo>
                    <a:pt x="5158497" y="139860"/>
                  </a:lnTo>
                  <a:lnTo>
                    <a:pt x="5237887" y="170945"/>
                  </a:lnTo>
                  <a:lnTo>
                    <a:pt x="5312646" y="205320"/>
                  </a:lnTo>
                  <a:lnTo>
                    <a:pt x="5382360" y="243212"/>
                  </a:lnTo>
                  <a:lnTo>
                    <a:pt x="5447033" y="284963"/>
                  </a:lnTo>
                  <a:lnTo>
                    <a:pt x="5506965" y="331022"/>
                  </a:lnTo>
                  <a:lnTo>
                    <a:pt x="5562655" y="381936"/>
                  </a:lnTo>
                  <a:lnTo>
                    <a:pt x="5614713" y="438324"/>
                  </a:lnTo>
                  <a:lnTo>
                    <a:pt x="5663802" y="500842"/>
                  </a:lnTo>
                  <a:lnTo>
                    <a:pt x="5710590" y="570113"/>
                  </a:lnTo>
                  <a:lnTo>
                    <a:pt x="5755705" y="646620"/>
                  </a:lnTo>
                  <a:lnTo>
                    <a:pt x="5784835" y="701190"/>
                  </a:lnTo>
                  <a:lnTo>
                    <a:pt x="5816407" y="764812"/>
                  </a:lnTo>
                  <a:lnTo>
                    <a:pt x="5847704" y="832378"/>
                  </a:lnTo>
                  <a:lnTo>
                    <a:pt x="5878865" y="903967"/>
                  </a:lnTo>
                  <a:lnTo>
                    <a:pt x="5910007" y="979615"/>
                  </a:lnTo>
                  <a:lnTo>
                    <a:pt x="5941224" y="1059310"/>
                  </a:lnTo>
                  <a:lnTo>
                    <a:pt x="5972586" y="1142985"/>
                  </a:lnTo>
                  <a:lnTo>
                    <a:pt x="6004148" y="1230519"/>
                  </a:lnTo>
                  <a:lnTo>
                    <a:pt x="6035943" y="1321730"/>
                  </a:lnTo>
                  <a:lnTo>
                    <a:pt x="6067989" y="1416377"/>
                  </a:lnTo>
                  <a:lnTo>
                    <a:pt x="6100289" y="1514160"/>
                  </a:lnTo>
                  <a:lnTo>
                    <a:pt x="6132830" y="1614723"/>
                  </a:lnTo>
                  <a:lnTo>
                    <a:pt x="6165589" y="1717654"/>
                  </a:lnTo>
                  <a:lnTo>
                    <a:pt x="6198530" y="1822498"/>
                  </a:lnTo>
                  <a:lnTo>
                    <a:pt x="6231611" y="1928758"/>
                  </a:lnTo>
                  <a:lnTo>
                    <a:pt x="6264780" y="2035909"/>
                  </a:lnTo>
                  <a:lnTo>
                    <a:pt x="6297985" y="2143407"/>
                  </a:lnTo>
                  <a:lnTo>
                    <a:pt x="6331169" y="2250701"/>
                  </a:lnTo>
                  <a:lnTo>
                    <a:pt x="6364277" y="2357243"/>
                  </a:lnTo>
                  <a:lnTo>
                    <a:pt x="6397259" y="2462502"/>
                  </a:lnTo>
                  <a:lnTo>
                    <a:pt x="6430069" y="2565974"/>
                  </a:lnTo>
                  <a:lnTo>
                    <a:pt x="6462669" y="2667192"/>
                  </a:lnTo>
                  <a:lnTo>
                    <a:pt x="6495033" y="2765731"/>
                  </a:lnTo>
                  <a:lnTo>
                    <a:pt x="6527145" y="2861222"/>
                  </a:lnTo>
                  <a:lnTo>
                    <a:pt x="6559004" y="2953348"/>
                  </a:lnTo>
                  <a:lnTo>
                    <a:pt x="6590624" y="3041853"/>
                  </a:lnTo>
                  <a:lnTo>
                    <a:pt x="6622033" y="3126542"/>
                  </a:lnTo>
                  <a:lnTo>
                    <a:pt x="6653282" y="3207276"/>
                  </a:lnTo>
                  <a:lnTo>
                    <a:pt x="6684435" y="3283975"/>
                  </a:lnTo>
                  <a:lnTo>
                    <a:pt x="6715581" y="3356614"/>
                  </a:lnTo>
                  <a:lnTo>
                    <a:pt x="6746830" y="3425216"/>
                  </a:lnTo>
                  <a:lnTo>
                    <a:pt x="6778316" y="3489849"/>
                  </a:lnTo>
                  <a:lnTo>
                    <a:pt x="6786527" y="3505952"/>
                  </a:lnTo>
                  <a:lnTo>
                    <a:pt x="6830838" y="3587355"/>
                  </a:lnTo>
                  <a:lnTo>
                    <a:pt x="6876455" y="3661363"/>
                  </a:lnTo>
                  <a:lnTo>
                    <a:pt x="6923952" y="3728275"/>
                  </a:lnTo>
                  <a:lnTo>
                    <a:pt x="6973975" y="3788637"/>
                  </a:lnTo>
                  <a:lnTo>
                    <a:pt x="7027194" y="3843091"/>
                  </a:lnTo>
                  <a:lnTo>
                    <a:pt x="7084262" y="3892288"/>
                  </a:lnTo>
                  <a:lnTo>
                    <a:pt x="7145757" y="3936826"/>
                  </a:lnTo>
                  <a:lnTo>
                    <a:pt x="7212122" y="3977221"/>
                  </a:lnTo>
                  <a:lnTo>
                    <a:pt x="7283568" y="4013885"/>
                  </a:lnTo>
                  <a:lnTo>
                    <a:pt x="7359973" y="4047122"/>
                  </a:lnTo>
                  <a:lnTo>
                    <a:pt x="7440748" y="4077121"/>
                  </a:lnTo>
                  <a:lnTo>
                    <a:pt x="7524718" y="4103965"/>
                  </a:lnTo>
                  <a:lnTo>
                    <a:pt x="7610042" y="4127650"/>
                  </a:lnTo>
                  <a:lnTo>
                    <a:pt x="7694209" y="4148116"/>
                  </a:lnTo>
                  <a:lnTo>
                    <a:pt x="7774193" y="4165295"/>
                  </a:lnTo>
                  <a:lnTo>
                    <a:pt x="7846755" y="4179166"/>
                  </a:lnTo>
                  <a:lnTo>
                    <a:pt x="7908912" y="4189812"/>
                  </a:lnTo>
                  <a:lnTo>
                    <a:pt x="7958453" y="4197458"/>
                  </a:lnTo>
                  <a:lnTo>
                    <a:pt x="7994383" y="4202478"/>
                  </a:lnTo>
                  <a:lnTo>
                    <a:pt x="8017180" y="4205372"/>
                  </a:lnTo>
                  <a:lnTo>
                    <a:pt x="8028807" y="4206718"/>
                  </a:lnTo>
                  <a:lnTo>
                    <a:pt x="8032553" y="4207116"/>
                  </a:lnTo>
                  <a:lnTo>
                    <a:pt x="8032819" y="4207142"/>
                  </a:lnTo>
                  <a:lnTo>
                    <a:pt x="8554953" y="4207142"/>
                  </a:lnTo>
                  <a:lnTo>
                    <a:pt x="8554953" y="4207142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852" name="pl1852"/>
            <p:cNvSpPr/>
            <p:nvPr/>
          </p:nvSpPr>
          <p:spPr>
            <a:xfrm>
              <a:off x="386606" y="1129073"/>
              <a:ext cx="8554953" cy="4489501"/>
            </a:xfrm>
            <a:custGeom>
              <a:avLst/>
              <a:pathLst>
                <a:path w="8554953" h="4489501">
                  <a:moveTo>
                    <a:pt x="8554953" y="4207142"/>
                  </a:moveTo>
                  <a:lnTo>
                    <a:pt x="8032819" y="4207142"/>
                  </a:lnTo>
                  <a:lnTo>
                    <a:pt x="8031911" y="4207050"/>
                  </a:lnTo>
                  <a:lnTo>
                    <a:pt x="8025929" y="4206397"/>
                  </a:lnTo>
                  <a:lnTo>
                    <a:pt x="8010813" y="4204592"/>
                  </a:lnTo>
                  <a:lnTo>
                    <a:pt x="7983701" y="4201038"/>
                  </a:lnTo>
                  <a:lnTo>
                    <a:pt x="7943122" y="4195176"/>
                  </a:lnTo>
                  <a:lnTo>
                    <a:pt x="7889113" y="4186545"/>
                  </a:lnTo>
                  <a:lnTo>
                    <a:pt x="7823122" y="4174820"/>
                  </a:lnTo>
                  <a:lnTo>
                    <a:pt x="7747680" y="4159828"/>
                  </a:lnTo>
                  <a:lnTo>
                    <a:pt x="7665913" y="4141526"/>
                  </a:lnTo>
                  <a:lnTo>
                    <a:pt x="7581034" y="4119958"/>
                  </a:lnTo>
                  <a:lnTo>
                    <a:pt x="7495921" y="4095194"/>
                  </a:lnTo>
                  <a:lnTo>
                    <a:pt x="7412865" y="4067281"/>
                  </a:lnTo>
                  <a:lnTo>
                    <a:pt x="7333475" y="4036197"/>
                  </a:lnTo>
                  <a:lnTo>
                    <a:pt x="7258715" y="4001822"/>
                  </a:lnTo>
                  <a:lnTo>
                    <a:pt x="7189002" y="3963929"/>
                  </a:lnTo>
                  <a:lnTo>
                    <a:pt x="7124329" y="3922178"/>
                  </a:lnTo>
                  <a:lnTo>
                    <a:pt x="7064396" y="3876119"/>
                  </a:lnTo>
                  <a:lnTo>
                    <a:pt x="7008707" y="3825206"/>
                  </a:lnTo>
                  <a:lnTo>
                    <a:pt x="6956649" y="3768818"/>
                  </a:lnTo>
                  <a:lnTo>
                    <a:pt x="6907560" y="3706300"/>
                  </a:lnTo>
                  <a:lnTo>
                    <a:pt x="6860772" y="3637028"/>
                  </a:lnTo>
                  <a:lnTo>
                    <a:pt x="6815657" y="3560522"/>
                  </a:lnTo>
                  <a:lnTo>
                    <a:pt x="6786527" y="3505952"/>
                  </a:lnTo>
                  <a:lnTo>
                    <a:pt x="6754954" y="3442329"/>
                  </a:lnTo>
                  <a:lnTo>
                    <a:pt x="6723658" y="3374764"/>
                  </a:lnTo>
                  <a:lnTo>
                    <a:pt x="6692497" y="3303174"/>
                  </a:lnTo>
                  <a:lnTo>
                    <a:pt x="6661355" y="3227526"/>
                  </a:lnTo>
                  <a:lnTo>
                    <a:pt x="6630138" y="3147831"/>
                  </a:lnTo>
                  <a:lnTo>
                    <a:pt x="6598776" y="3064156"/>
                  </a:lnTo>
                  <a:lnTo>
                    <a:pt x="6567214" y="2976623"/>
                  </a:lnTo>
                  <a:lnTo>
                    <a:pt x="6535419" y="2885412"/>
                  </a:lnTo>
                  <a:lnTo>
                    <a:pt x="6503373" y="2790765"/>
                  </a:lnTo>
                  <a:lnTo>
                    <a:pt x="6471073" y="2692981"/>
                  </a:lnTo>
                  <a:lnTo>
                    <a:pt x="6438532" y="2592419"/>
                  </a:lnTo>
                  <a:lnTo>
                    <a:pt x="6405773" y="2489487"/>
                  </a:lnTo>
                  <a:lnTo>
                    <a:pt x="6372832" y="2384643"/>
                  </a:lnTo>
                  <a:lnTo>
                    <a:pt x="6339751" y="2278383"/>
                  </a:lnTo>
                  <a:lnTo>
                    <a:pt x="6306582" y="2171232"/>
                  </a:lnTo>
                  <a:lnTo>
                    <a:pt x="6273377" y="2063734"/>
                  </a:lnTo>
                  <a:lnTo>
                    <a:pt x="6240193" y="1956441"/>
                  </a:lnTo>
                  <a:lnTo>
                    <a:pt x="6207085" y="1849899"/>
                  </a:lnTo>
                  <a:lnTo>
                    <a:pt x="6174103" y="1744639"/>
                  </a:lnTo>
                  <a:lnTo>
                    <a:pt x="6141293" y="1641167"/>
                  </a:lnTo>
                  <a:lnTo>
                    <a:pt x="6108693" y="1539950"/>
                  </a:lnTo>
                  <a:lnTo>
                    <a:pt x="6076329" y="1441410"/>
                  </a:lnTo>
                  <a:lnTo>
                    <a:pt x="6044217" y="1345920"/>
                  </a:lnTo>
                  <a:lnTo>
                    <a:pt x="6012358" y="1253793"/>
                  </a:lnTo>
                  <a:lnTo>
                    <a:pt x="5980738" y="1165288"/>
                  </a:lnTo>
                  <a:lnTo>
                    <a:pt x="5949328" y="1080600"/>
                  </a:lnTo>
                  <a:lnTo>
                    <a:pt x="5918080" y="999866"/>
                  </a:lnTo>
                  <a:lnTo>
                    <a:pt x="5886927" y="923166"/>
                  </a:lnTo>
                  <a:lnTo>
                    <a:pt x="5855780" y="850527"/>
                  </a:lnTo>
                  <a:lnTo>
                    <a:pt x="5824532" y="781926"/>
                  </a:lnTo>
                  <a:lnTo>
                    <a:pt x="5793046" y="717292"/>
                  </a:lnTo>
                  <a:lnTo>
                    <a:pt x="5784835" y="701190"/>
                  </a:lnTo>
                  <a:lnTo>
                    <a:pt x="5740524" y="619787"/>
                  </a:lnTo>
                  <a:lnTo>
                    <a:pt x="5694907" y="545778"/>
                  </a:lnTo>
                  <a:lnTo>
                    <a:pt x="5647410" y="478866"/>
                  </a:lnTo>
                  <a:lnTo>
                    <a:pt x="5597387" y="418505"/>
                  </a:lnTo>
                  <a:lnTo>
                    <a:pt x="5544168" y="364050"/>
                  </a:lnTo>
                  <a:lnTo>
                    <a:pt x="5487100" y="314853"/>
                  </a:lnTo>
                  <a:lnTo>
                    <a:pt x="5425605" y="270315"/>
                  </a:lnTo>
                  <a:lnTo>
                    <a:pt x="5359240" y="229920"/>
                  </a:lnTo>
                  <a:lnTo>
                    <a:pt x="5287793" y="193256"/>
                  </a:lnTo>
                  <a:lnTo>
                    <a:pt x="5211389" y="160019"/>
                  </a:lnTo>
                  <a:lnTo>
                    <a:pt x="5130614" y="130021"/>
                  </a:lnTo>
                  <a:lnTo>
                    <a:pt x="5046643" y="103176"/>
                  </a:lnTo>
                  <a:lnTo>
                    <a:pt x="4961320" y="79491"/>
                  </a:lnTo>
                  <a:lnTo>
                    <a:pt x="4877153" y="59025"/>
                  </a:lnTo>
                  <a:lnTo>
                    <a:pt x="4797169" y="41847"/>
                  </a:lnTo>
                  <a:lnTo>
                    <a:pt x="4724607" y="27976"/>
                  </a:lnTo>
                  <a:lnTo>
                    <a:pt x="4662450" y="17329"/>
                  </a:lnTo>
                  <a:lnTo>
                    <a:pt x="4612909" y="9683"/>
                  </a:lnTo>
                  <a:lnTo>
                    <a:pt x="4576979" y="4663"/>
                  </a:lnTo>
                  <a:lnTo>
                    <a:pt x="4554182" y="1769"/>
                  </a:lnTo>
                  <a:lnTo>
                    <a:pt x="4542555" y="423"/>
                  </a:lnTo>
                  <a:lnTo>
                    <a:pt x="4538809" y="26"/>
                  </a:lnTo>
                  <a:lnTo>
                    <a:pt x="4538543" y="0"/>
                  </a:lnTo>
                  <a:lnTo>
                    <a:pt x="4016409" y="0"/>
                  </a:lnTo>
                  <a:lnTo>
                    <a:pt x="4015522" y="95"/>
                  </a:lnTo>
                  <a:lnTo>
                    <a:pt x="4009674" y="775"/>
                  </a:lnTo>
                  <a:lnTo>
                    <a:pt x="3994886" y="2656"/>
                  </a:lnTo>
                  <a:lnTo>
                    <a:pt x="3968338" y="6360"/>
                  </a:lnTo>
                  <a:lnTo>
                    <a:pt x="3928554" y="12471"/>
                  </a:lnTo>
                  <a:lnTo>
                    <a:pt x="3875519" y="21475"/>
                  </a:lnTo>
                  <a:lnTo>
                    <a:pt x="3810592" y="33717"/>
                  </a:lnTo>
                  <a:lnTo>
                    <a:pt x="3736204" y="49386"/>
                  </a:lnTo>
                  <a:lnTo>
                    <a:pt x="3655390" y="68531"/>
                  </a:lnTo>
                  <a:lnTo>
                    <a:pt x="3571297" y="91113"/>
                  </a:lnTo>
                  <a:lnTo>
                    <a:pt x="3486772" y="117057"/>
                  </a:lnTo>
                  <a:lnTo>
                    <a:pt x="3404105" y="146312"/>
                  </a:lnTo>
                  <a:lnTo>
                    <a:pt x="3324928" y="178892"/>
                  </a:lnTo>
                  <a:lnTo>
                    <a:pt x="3250239" y="214911"/>
                  </a:lnTo>
                  <a:lnTo>
                    <a:pt x="3180496" y="254592"/>
                  </a:lnTo>
                  <a:lnTo>
                    <a:pt x="3115735" y="298279"/>
                  </a:lnTo>
                  <a:lnTo>
                    <a:pt x="3055689" y="346427"/>
                  </a:lnTo>
                  <a:lnTo>
                    <a:pt x="2999893" y="399592"/>
                  </a:lnTo>
                  <a:lnTo>
                    <a:pt x="2947762" y="458414"/>
                  </a:lnTo>
                  <a:lnTo>
                    <a:pt x="2898651" y="523573"/>
                  </a:lnTo>
                  <a:lnTo>
                    <a:pt x="2851906" y="595731"/>
                  </a:lnTo>
                  <a:lnTo>
                    <a:pt x="2806906" y="675423"/>
                  </a:lnTo>
                  <a:lnTo>
                    <a:pt x="2770117" y="748250"/>
                  </a:lnTo>
                  <a:lnTo>
                    <a:pt x="2739443" y="814143"/>
                  </a:lnTo>
                  <a:lnTo>
                    <a:pt x="2709033" y="884004"/>
                  </a:lnTo>
                  <a:lnTo>
                    <a:pt x="2678758" y="957913"/>
                  </a:lnTo>
                  <a:lnTo>
                    <a:pt x="2648509" y="1035909"/>
                  </a:lnTo>
                  <a:lnTo>
                    <a:pt x="2618199" y="1117984"/>
                  </a:lnTo>
                  <a:lnTo>
                    <a:pt x="2587759" y="1204080"/>
                  </a:lnTo>
                  <a:lnTo>
                    <a:pt x="2557139" y="1294087"/>
                  </a:lnTo>
                  <a:lnTo>
                    <a:pt x="2526304" y="1387838"/>
                  </a:lnTo>
                  <a:lnTo>
                    <a:pt x="2495234" y="1485111"/>
                  </a:lnTo>
                  <a:lnTo>
                    <a:pt x="2463924" y="1585626"/>
                  </a:lnTo>
                  <a:lnTo>
                    <a:pt x="2432382" y="1689048"/>
                  </a:lnTo>
                  <a:lnTo>
                    <a:pt x="2400626" y="1794990"/>
                  </a:lnTo>
                  <a:lnTo>
                    <a:pt x="2368685" y="1903021"/>
                  </a:lnTo>
                  <a:lnTo>
                    <a:pt x="2336597" y="2012668"/>
                  </a:lnTo>
                  <a:lnTo>
                    <a:pt x="2304406" y="2123427"/>
                  </a:lnTo>
                  <a:lnTo>
                    <a:pt x="2272159" y="2234772"/>
                  </a:lnTo>
                  <a:lnTo>
                    <a:pt x="2239907" y="2346165"/>
                  </a:lnTo>
                  <a:lnTo>
                    <a:pt x="2207702" y="2457068"/>
                  </a:lnTo>
                  <a:lnTo>
                    <a:pt x="2175592" y="2566952"/>
                  </a:lnTo>
                  <a:lnTo>
                    <a:pt x="2143622" y="2675308"/>
                  </a:lnTo>
                  <a:lnTo>
                    <a:pt x="2111831" y="2781658"/>
                  </a:lnTo>
                  <a:lnTo>
                    <a:pt x="2080249" y="2885561"/>
                  </a:lnTo>
                  <a:lnTo>
                    <a:pt x="2048896" y="2986622"/>
                  </a:lnTo>
                  <a:lnTo>
                    <a:pt x="2017784" y="3084497"/>
                  </a:lnTo>
                  <a:lnTo>
                    <a:pt x="1986907" y="3178897"/>
                  </a:lnTo>
                  <a:lnTo>
                    <a:pt x="1956251" y="3269588"/>
                  </a:lnTo>
                  <a:lnTo>
                    <a:pt x="1925782" y="3356394"/>
                  </a:lnTo>
                  <a:lnTo>
                    <a:pt x="1895453" y="3439195"/>
                  </a:lnTo>
                  <a:lnTo>
                    <a:pt x="1865199" y="3517923"/>
                  </a:lnTo>
                  <a:lnTo>
                    <a:pt x="1834936" y="3592563"/>
                  </a:lnTo>
                  <a:lnTo>
                    <a:pt x="1804559" y="3663144"/>
                  </a:lnTo>
                  <a:lnTo>
                    <a:pt x="1773943" y="3729740"/>
                  </a:lnTo>
                  <a:lnTo>
                    <a:pt x="1768425" y="3741250"/>
                  </a:lnTo>
                  <a:lnTo>
                    <a:pt x="1724464" y="3827469"/>
                  </a:lnTo>
                  <a:lnTo>
                    <a:pt x="1679222" y="3905918"/>
                  </a:lnTo>
                  <a:lnTo>
                    <a:pt x="1632139" y="3976905"/>
                  </a:lnTo>
                  <a:lnTo>
                    <a:pt x="1582585" y="4040994"/>
                  </a:lnTo>
                  <a:lnTo>
                    <a:pt x="1529905" y="4098857"/>
                  </a:lnTo>
                  <a:lnTo>
                    <a:pt x="1473460" y="4151171"/>
                  </a:lnTo>
                  <a:lnTo>
                    <a:pt x="1412680" y="4198563"/>
                  </a:lnTo>
                  <a:lnTo>
                    <a:pt x="1347126" y="4241575"/>
                  </a:lnTo>
                  <a:lnTo>
                    <a:pt x="1276572" y="4280646"/>
                  </a:lnTo>
                  <a:lnTo>
                    <a:pt x="1201116" y="4316097"/>
                  </a:lnTo>
                  <a:lnTo>
                    <a:pt x="1121292" y="4348135"/>
                  </a:lnTo>
                  <a:lnTo>
                    <a:pt x="1038196" y="4376856"/>
                  </a:lnTo>
                  <a:lnTo>
                    <a:pt x="953569" y="4402262"/>
                  </a:lnTo>
                  <a:lnTo>
                    <a:pt x="869802" y="4424294"/>
                  </a:lnTo>
                  <a:lnTo>
                    <a:pt x="789810" y="4442880"/>
                  </a:lnTo>
                  <a:lnTo>
                    <a:pt x="716754" y="4457988"/>
                  </a:lnTo>
                  <a:lnTo>
                    <a:pt x="653605" y="4469690"/>
                  </a:lnTo>
                  <a:lnTo>
                    <a:pt x="602650" y="4478200"/>
                  </a:lnTo>
                  <a:lnTo>
                    <a:pt x="565043" y="4483886"/>
                  </a:lnTo>
                  <a:lnTo>
                    <a:pt x="540531" y="4487255"/>
                  </a:lnTo>
                  <a:lnTo>
                    <a:pt x="527410" y="4488899"/>
                  </a:lnTo>
                  <a:lnTo>
                    <a:pt x="522661" y="4489444"/>
                  </a:lnTo>
                  <a:lnTo>
                    <a:pt x="522133" y="4489501"/>
                  </a:lnTo>
                  <a:lnTo>
                    <a:pt x="0" y="4489501"/>
                  </a:lnTo>
                  <a:lnTo>
                    <a:pt x="0" y="4489501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853" name="pg1853"/>
            <p:cNvSpPr/>
            <p:nvPr/>
          </p:nvSpPr>
          <p:spPr>
            <a:xfrm>
              <a:off x="386606" y="3122524"/>
              <a:ext cx="8554953" cy="2524285"/>
            </a:xfrm>
            <a:custGeom>
              <a:avLst/>
              <a:pathLst>
                <a:path w="8554953" h="2524285">
                  <a:moveTo>
                    <a:pt x="0" y="2524285"/>
                  </a:moveTo>
                  <a:lnTo>
                    <a:pt x="522133" y="2524285"/>
                  </a:lnTo>
                  <a:lnTo>
                    <a:pt x="523330" y="2524222"/>
                  </a:lnTo>
                  <a:lnTo>
                    <a:pt x="531166" y="2523776"/>
                  </a:lnTo>
                  <a:lnTo>
                    <a:pt x="550796" y="2522542"/>
                  </a:lnTo>
                  <a:lnTo>
                    <a:pt x="585575" y="2520118"/>
                  </a:lnTo>
                  <a:lnTo>
                    <a:pt x="636767" y="2516142"/>
                  </a:lnTo>
                  <a:lnTo>
                    <a:pt x="703470" y="2510339"/>
                  </a:lnTo>
                  <a:lnTo>
                    <a:pt x="782932" y="2502546"/>
                  </a:lnTo>
                  <a:lnTo>
                    <a:pt x="871232" y="2492701"/>
                  </a:lnTo>
                  <a:lnTo>
                    <a:pt x="964100" y="2480823"/>
                  </a:lnTo>
                  <a:lnTo>
                    <a:pt x="1057629" y="2466958"/>
                  </a:lnTo>
                  <a:lnTo>
                    <a:pt x="1148731" y="2451139"/>
                  </a:lnTo>
                  <a:lnTo>
                    <a:pt x="1235300" y="2433348"/>
                  </a:lnTo>
                  <a:lnTo>
                    <a:pt x="1316160" y="2413495"/>
                  </a:lnTo>
                  <a:lnTo>
                    <a:pt x="1390898" y="2391408"/>
                  </a:lnTo>
                  <a:lnTo>
                    <a:pt x="1459661" y="2366829"/>
                  </a:lnTo>
                  <a:lnTo>
                    <a:pt x="1522972" y="2339424"/>
                  </a:lnTo>
                  <a:lnTo>
                    <a:pt x="1581577" y="2308791"/>
                  </a:lnTo>
                  <a:lnTo>
                    <a:pt x="1636335" y="2274490"/>
                  </a:lnTo>
                  <a:lnTo>
                    <a:pt x="1688134" y="2236086"/>
                  </a:lnTo>
                  <a:lnTo>
                    <a:pt x="1737818" y="2193228"/>
                  </a:lnTo>
                  <a:lnTo>
                    <a:pt x="1768425" y="2163807"/>
                  </a:lnTo>
                  <a:lnTo>
                    <a:pt x="1809485" y="2120810"/>
                  </a:lnTo>
                  <a:lnTo>
                    <a:pt x="1850150" y="2074352"/>
                  </a:lnTo>
                  <a:lnTo>
                    <a:pt x="1890709" y="2024363"/>
                  </a:lnTo>
                  <a:lnTo>
                    <a:pt x="1931378" y="1970845"/>
                  </a:lnTo>
                  <a:lnTo>
                    <a:pt x="1972314" y="1913877"/>
                  </a:lnTo>
                  <a:lnTo>
                    <a:pt x="2013620" y="1853622"/>
                  </a:lnTo>
                  <a:lnTo>
                    <a:pt x="2055347" y="1790330"/>
                  </a:lnTo>
                  <a:lnTo>
                    <a:pt x="2097501" y="1724340"/>
                  </a:lnTo>
                  <a:lnTo>
                    <a:pt x="2140049" y="1656073"/>
                  </a:lnTo>
                  <a:lnTo>
                    <a:pt x="2182924" y="1586027"/>
                  </a:lnTo>
                  <a:lnTo>
                    <a:pt x="2226033" y="1514757"/>
                  </a:lnTo>
                  <a:lnTo>
                    <a:pt x="2269263" y="1442865"/>
                  </a:lnTo>
                  <a:lnTo>
                    <a:pt x="2312493" y="1370973"/>
                  </a:lnTo>
                  <a:lnTo>
                    <a:pt x="2355601" y="1299704"/>
                  </a:lnTo>
                  <a:lnTo>
                    <a:pt x="2398477" y="1229657"/>
                  </a:lnTo>
                  <a:lnTo>
                    <a:pt x="2441025" y="1161389"/>
                  </a:lnTo>
                  <a:lnTo>
                    <a:pt x="2483179" y="1095398"/>
                  </a:lnTo>
                  <a:lnTo>
                    <a:pt x="2524906" y="1032105"/>
                  </a:lnTo>
                  <a:lnTo>
                    <a:pt x="2566212" y="971848"/>
                  </a:lnTo>
                  <a:lnTo>
                    <a:pt x="2607149" y="914879"/>
                  </a:lnTo>
                  <a:lnTo>
                    <a:pt x="2647818" y="861360"/>
                  </a:lnTo>
                  <a:lnTo>
                    <a:pt x="2688376" y="811370"/>
                  </a:lnTo>
                  <a:lnTo>
                    <a:pt x="2729042" y="764910"/>
                  </a:lnTo>
                  <a:lnTo>
                    <a:pt x="2770117" y="721896"/>
                  </a:lnTo>
                  <a:lnTo>
                    <a:pt x="2818848" y="676138"/>
                  </a:lnTo>
                  <a:lnTo>
                    <a:pt x="2869219" y="634954"/>
                  </a:lnTo>
                  <a:lnTo>
                    <a:pt x="2922007" y="598110"/>
                  </a:lnTo>
                  <a:lnTo>
                    <a:pt x="2978081" y="565214"/>
                  </a:lnTo>
                  <a:lnTo>
                    <a:pt x="3038325" y="535821"/>
                  </a:lnTo>
                  <a:lnTo>
                    <a:pt x="3103569" y="509501"/>
                  </a:lnTo>
                  <a:lnTo>
                    <a:pt x="3174491" y="485876"/>
                  </a:lnTo>
                  <a:lnTo>
                    <a:pt x="3251494" y="464638"/>
                  </a:lnTo>
                  <a:lnTo>
                    <a:pt x="3334543" y="445562"/>
                  </a:lnTo>
                  <a:lnTo>
                    <a:pt x="3422967" y="428504"/>
                  </a:lnTo>
                  <a:lnTo>
                    <a:pt x="3515262" y="413405"/>
                  </a:lnTo>
                  <a:lnTo>
                    <a:pt x="3608957" y="400267"/>
                  </a:lnTo>
                  <a:lnTo>
                    <a:pt x="3700627" y="389134"/>
                  </a:lnTo>
                  <a:lnTo>
                    <a:pt x="3786164" y="380046"/>
                  </a:lnTo>
                  <a:lnTo>
                    <a:pt x="3861333" y="372999"/>
                  </a:lnTo>
                  <a:lnTo>
                    <a:pt x="3922550" y="367895"/>
                  </a:lnTo>
                  <a:lnTo>
                    <a:pt x="3967683" y="364529"/>
                  </a:lnTo>
                  <a:lnTo>
                    <a:pt x="3996612" y="362589"/>
                  </a:lnTo>
                  <a:lnTo>
                    <a:pt x="4011400" y="361693"/>
                  </a:lnTo>
                  <a:lnTo>
                    <a:pt x="4016102" y="361434"/>
                  </a:lnTo>
                  <a:lnTo>
                    <a:pt x="4016409" y="361418"/>
                  </a:lnTo>
                  <a:lnTo>
                    <a:pt x="4538543" y="361418"/>
                  </a:lnTo>
                  <a:lnTo>
                    <a:pt x="4539811" y="361408"/>
                  </a:lnTo>
                  <a:lnTo>
                    <a:pt x="4548098" y="361330"/>
                  </a:lnTo>
                  <a:lnTo>
                    <a:pt x="4568818" y="361114"/>
                  </a:lnTo>
                  <a:lnTo>
                    <a:pt x="4605424" y="360691"/>
                  </a:lnTo>
                  <a:lnTo>
                    <a:pt x="4659095" y="359999"/>
                  </a:lnTo>
                  <a:lnTo>
                    <a:pt x="4728682" y="358990"/>
                  </a:lnTo>
                  <a:lnTo>
                    <a:pt x="4811097" y="357639"/>
                  </a:lnTo>
                  <a:lnTo>
                    <a:pt x="4902092" y="355937"/>
                  </a:lnTo>
                  <a:lnTo>
                    <a:pt x="4997156" y="353888"/>
                  </a:lnTo>
                  <a:lnTo>
                    <a:pt x="5092270" y="351501"/>
                  </a:lnTo>
                  <a:lnTo>
                    <a:pt x="5184351" y="348780"/>
                  </a:lnTo>
                  <a:lnTo>
                    <a:pt x="5271379" y="345719"/>
                  </a:lnTo>
                  <a:lnTo>
                    <a:pt x="5352308" y="342300"/>
                  </a:lnTo>
                  <a:lnTo>
                    <a:pt x="5426865" y="338489"/>
                  </a:lnTo>
                  <a:lnTo>
                    <a:pt x="5495329" y="334237"/>
                  </a:lnTo>
                  <a:lnTo>
                    <a:pt x="5558335" y="329482"/>
                  </a:lnTo>
                  <a:lnTo>
                    <a:pt x="5616721" y="324152"/>
                  </a:lnTo>
                  <a:lnTo>
                    <a:pt x="5671418" y="318169"/>
                  </a:lnTo>
                  <a:lnTo>
                    <a:pt x="5723358" y="311460"/>
                  </a:lnTo>
                  <a:lnTo>
                    <a:pt x="5773398" y="303975"/>
                  </a:lnTo>
                  <a:lnTo>
                    <a:pt x="5784835" y="302123"/>
                  </a:lnTo>
                  <a:lnTo>
                    <a:pt x="5838365" y="292773"/>
                  </a:lnTo>
                  <a:lnTo>
                    <a:pt x="5891377" y="282446"/>
                  </a:lnTo>
                  <a:lnTo>
                    <a:pt x="5944442" y="271127"/>
                  </a:lnTo>
                  <a:lnTo>
                    <a:pt x="5997938" y="258838"/>
                  </a:lnTo>
                  <a:lnTo>
                    <a:pt x="6052087" y="245643"/>
                  </a:lnTo>
                  <a:lnTo>
                    <a:pt x="6106964" y="231644"/>
                  </a:lnTo>
                  <a:lnTo>
                    <a:pt x="6162523" y="216987"/>
                  </a:lnTo>
                  <a:lnTo>
                    <a:pt x="6218617" y="201853"/>
                  </a:lnTo>
                  <a:lnTo>
                    <a:pt x="6275025" y="186450"/>
                  </a:lnTo>
                  <a:lnTo>
                    <a:pt x="6331484" y="171005"/>
                  </a:lnTo>
                  <a:lnTo>
                    <a:pt x="6387726" y="155743"/>
                  </a:lnTo>
                  <a:lnTo>
                    <a:pt x="6443508" y="140883"/>
                  </a:lnTo>
                  <a:lnTo>
                    <a:pt x="6498654" y="126617"/>
                  </a:lnTo>
                  <a:lnTo>
                    <a:pt x="6553076" y="113104"/>
                  </a:lnTo>
                  <a:lnTo>
                    <a:pt x="6606800" y="100464"/>
                  </a:lnTo>
                  <a:lnTo>
                    <a:pt x="6659992" y="88774"/>
                  </a:lnTo>
                  <a:lnTo>
                    <a:pt x="6712968" y="78072"/>
                  </a:lnTo>
                  <a:lnTo>
                    <a:pt x="6766223" y="68357"/>
                  </a:lnTo>
                  <a:lnTo>
                    <a:pt x="6786527" y="64942"/>
                  </a:lnTo>
                  <a:lnTo>
                    <a:pt x="6836232" y="57274"/>
                  </a:lnTo>
                  <a:lnTo>
                    <a:pt x="6887659" y="50389"/>
                  </a:lnTo>
                  <a:lnTo>
                    <a:pt x="6941633" y="44243"/>
                  </a:lnTo>
                  <a:lnTo>
                    <a:pt x="6999078" y="38768"/>
                  </a:lnTo>
                  <a:lnTo>
                    <a:pt x="7060931" y="33886"/>
                  </a:lnTo>
                  <a:lnTo>
                    <a:pt x="7128060" y="29523"/>
                  </a:lnTo>
                  <a:lnTo>
                    <a:pt x="7201160" y="25614"/>
                  </a:lnTo>
                  <a:lnTo>
                    <a:pt x="7280608" y="22108"/>
                  </a:lnTo>
                  <a:lnTo>
                    <a:pt x="7366280" y="18966"/>
                  </a:lnTo>
                  <a:lnTo>
                    <a:pt x="7457328" y="16167"/>
                  </a:lnTo>
                  <a:lnTo>
                    <a:pt x="7551974" y="13702"/>
                  </a:lnTo>
                  <a:lnTo>
                    <a:pt x="7647379" y="11574"/>
                  </a:lnTo>
                  <a:lnTo>
                    <a:pt x="7739714" y="9790"/>
                  </a:lnTo>
                  <a:lnTo>
                    <a:pt x="7824526" y="8358"/>
                  </a:lnTo>
                  <a:lnTo>
                    <a:pt x="7897427" y="7271"/>
                  </a:lnTo>
                  <a:lnTo>
                    <a:pt x="7954980" y="6509"/>
                  </a:lnTo>
                  <a:lnTo>
                    <a:pt x="7995535" y="6028"/>
                  </a:lnTo>
                  <a:lnTo>
                    <a:pt x="8019718" y="5771"/>
                  </a:lnTo>
                  <a:lnTo>
                    <a:pt x="8030478" y="5667"/>
                  </a:lnTo>
                  <a:lnTo>
                    <a:pt x="8032819" y="5647"/>
                  </a:lnTo>
                  <a:lnTo>
                    <a:pt x="8554953" y="5647"/>
                  </a:lnTo>
                  <a:lnTo>
                    <a:pt x="8554953" y="0"/>
                  </a:lnTo>
                  <a:lnTo>
                    <a:pt x="8032819" y="0"/>
                  </a:lnTo>
                  <a:lnTo>
                    <a:pt x="8031551" y="10"/>
                  </a:lnTo>
                  <a:lnTo>
                    <a:pt x="8023264" y="88"/>
                  </a:lnTo>
                  <a:lnTo>
                    <a:pt x="8002544" y="304"/>
                  </a:lnTo>
                  <a:lnTo>
                    <a:pt x="7965938" y="727"/>
                  </a:lnTo>
                  <a:lnTo>
                    <a:pt x="7912267" y="1419"/>
                  </a:lnTo>
                  <a:lnTo>
                    <a:pt x="7842680" y="2428"/>
                  </a:lnTo>
                  <a:lnTo>
                    <a:pt x="7760265" y="3779"/>
                  </a:lnTo>
                  <a:lnTo>
                    <a:pt x="7669270" y="5481"/>
                  </a:lnTo>
                  <a:lnTo>
                    <a:pt x="7574206" y="7530"/>
                  </a:lnTo>
                  <a:lnTo>
                    <a:pt x="7479092" y="9917"/>
                  </a:lnTo>
                  <a:lnTo>
                    <a:pt x="7387010" y="12638"/>
                  </a:lnTo>
                  <a:lnTo>
                    <a:pt x="7299983" y="15699"/>
                  </a:lnTo>
                  <a:lnTo>
                    <a:pt x="7219054" y="19118"/>
                  </a:lnTo>
                  <a:lnTo>
                    <a:pt x="7144497" y="22929"/>
                  </a:lnTo>
                  <a:lnTo>
                    <a:pt x="7076033" y="27181"/>
                  </a:lnTo>
                  <a:lnTo>
                    <a:pt x="7013027" y="31936"/>
                  </a:lnTo>
                  <a:lnTo>
                    <a:pt x="6954641" y="37266"/>
                  </a:lnTo>
                  <a:lnTo>
                    <a:pt x="6899944" y="43249"/>
                  </a:lnTo>
                  <a:lnTo>
                    <a:pt x="6848004" y="49958"/>
                  </a:lnTo>
                  <a:lnTo>
                    <a:pt x="6797964" y="57443"/>
                  </a:lnTo>
                  <a:lnTo>
                    <a:pt x="6786527" y="59295"/>
                  </a:lnTo>
                  <a:lnTo>
                    <a:pt x="6732997" y="68644"/>
                  </a:lnTo>
                  <a:lnTo>
                    <a:pt x="6679985" y="78972"/>
                  </a:lnTo>
                  <a:lnTo>
                    <a:pt x="6626920" y="90291"/>
                  </a:lnTo>
                  <a:lnTo>
                    <a:pt x="6573424" y="102580"/>
                  </a:lnTo>
                  <a:lnTo>
                    <a:pt x="6519275" y="115775"/>
                  </a:lnTo>
                  <a:lnTo>
                    <a:pt x="6464398" y="129774"/>
                  </a:lnTo>
                  <a:lnTo>
                    <a:pt x="6408839" y="144431"/>
                  </a:lnTo>
                  <a:lnTo>
                    <a:pt x="6352745" y="159565"/>
                  </a:lnTo>
                  <a:lnTo>
                    <a:pt x="6296337" y="174968"/>
                  </a:lnTo>
                  <a:lnTo>
                    <a:pt x="6239878" y="190413"/>
                  </a:lnTo>
                  <a:lnTo>
                    <a:pt x="6183636" y="205675"/>
                  </a:lnTo>
                  <a:lnTo>
                    <a:pt x="6127853" y="220535"/>
                  </a:lnTo>
                  <a:lnTo>
                    <a:pt x="6072708" y="234801"/>
                  </a:lnTo>
                  <a:lnTo>
                    <a:pt x="6018286" y="248314"/>
                  </a:lnTo>
                  <a:lnTo>
                    <a:pt x="5964562" y="260954"/>
                  </a:lnTo>
                  <a:lnTo>
                    <a:pt x="5911370" y="272644"/>
                  </a:lnTo>
                  <a:lnTo>
                    <a:pt x="5858394" y="283346"/>
                  </a:lnTo>
                  <a:lnTo>
                    <a:pt x="5805139" y="293061"/>
                  </a:lnTo>
                  <a:lnTo>
                    <a:pt x="5784835" y="296476"/>
                  </a:lnTo>
                  <a:lnTo>
                    <a:pt x="5735129" y="304143"/>
                  </a:lnTo>
                  <a:lnTo>
                    <a:pt x="5683703" y="311029"/>
                  </a:lnTo>
                  <a:lnTo>
                    <a:pt x="5629729" y="317175"/>
                  </a:lnTo>
                  <a:lnTo>
                    <a:pt x="5572284" y="322650"/>
                  </a:lnTo>
                  <a:lnTo>
                    <a:pt x="5510431" y="327532"/>
                  </a:lnTo>
                  <a:lnTo>
                    <a:pt x="5443302" y="331895"/>
                  </a:lnTo>
                  <a:lnTo>
                    <a:pt x="5370202" y="335804"/>
                  </a:lnTo>
                  <a:lnTo>
                    <a:pt x="5290754" y="339310"/>
                  </a:lnTo>
                  <a:lnTo>
                    <a:pt x="5205082" y="342452"/>
                  </a:lnTo>
                  <a:lnTo>
                    <a:pt x="5114034" y="345251"/>
                  </a:lnTo>
                  <a:lnTo>
                    <a:pt x="5019388" y="347716"/>
                  </a:lnTo>
                  <a:lnTo>
                    <a:pt x="4923983" y="349844"/>
                  </a:lnTo>
                  <a:lnTo>
                    <a:pt x="4831648" y="351628"/>
                  </a:lnTo>
                  <a:lnTo>
                    <a:pt x="4746836" y="353060"/>
                  </a:lnTo>
                  <a:lnTo>
                    <a:pt x="4673935" y="354147"/>
                  </a:lnTo>
                  <a:lnTo>
                    <a:pt x="4616382" y="354909"/>
                  </a:lnTo>
                  <a:lnTo>
                    <a:pt x="4575827" y="355390"/>
                  </a:lnTo>
                  <a:lnTo>
                    <a:pt x="4551644" y="355647"/>
                  </a:lnTo>
                  <a:lnTo>
                    <a:pt x="4540884" y="355751"/>
                  </a:lnTo>
                  <a:lnTo>
                    <a:pt x="4538543" y="355771"/>
                  </a:lnTo>
                  <a:lnTo>
                    <a:pt x="4016409" y="355771"/>
                  </a:lnTo>
                  <a:lnTo>
                    <a:pt x="4015212" y="355834"/>
                  </a:lnTo>
                  <a:lnTo>
                    <a:pt x="4007376" y="356280"/>
                  </a:lnTo>
                  <a:lnTo>
                    <a:pt x="3987746" y="357514"/>
                  </a:lnTo>
                  <a:lnTo>
                    <a:pt x="3952967" y="359939"/>
                  </a:lnTo>
                  <a:lnTo>
                    <a:pt x="3901775" y="363915"/>
                  </a:lnTo>
                  <a:lnTo>
                    <a:pt x="3835072" y="369717"/>
                  </a:lnTo>
                  <a:lnTo>
                    <a:pt x="3755610" y="377511"/>
                  </a:lnTo>
                  <a:lnTo>
                    <a:pt x="3667310" y="387355"/>
                  </a:lnTo>
                  <a:lnTo>
                    <a:pt x="3574442" y="399234"/>
                  </a:lnTo>
                  <a:lnTo>
                    <a:pt x="3480913" y="413098"/>
                  </a:lnTo>
                  <a:lnTo>
                    <a:pt x="3389811" y="428917"/>
                  </a:lnTo>
                  <a:lnTo>
                    <a:pt x="3303242" y="446708"/>
                  </a:lnTo>
                  <a:lnTo>
                    <a:pt x="3222382" y="466561"/>
                  </a:lnTo>
                  <a:lnTo>
                    <a:pt x="3147645" y="488648"/>
                  </a:lnTo>
                  <a:lnTo>
                    <a:pt x="3078881" y="513227"/>
                  </a:lnTo>
                  <a:lnTo>
                    <a:pt x="3015570" y="540633"/>
                  </a:lnTo>
                  <a:lnTo>
                    <a:pt x="2956965" y="571266"/>
                  </a:lnTo>
                  <a:lnTo>
                    <a:pt x="2902207" y="605567"/>
                  </a:lnTo>
                  <a:lnTo>
                    <a:pt x="2850408" y="643971"/>
                  </a:lnTo>
                  <a:lnTo>
                    <a:pt x="2800724" y="686828"/>
                  </a:lnTo>
                  <a:lnTo>
                    <a:pt x="2770117" y="716249"/>
                  </a:lnTo>
                  <a:lnTo>
                    <a:pt x="2729057" y="759246"/>
                  </a:lnTo>
                  <a:lnTo>
                    <a:pt x="2688392" y="805704"/>
                  </a:lnTo>
                  <a:lnTo>
                    <a:pt x="2647834" y="855693"/>
                  </a:lnTo>
                  <a:lnTo>
                    <a:pt x="2607165" y="909211"/>
                  </a:lnTo>
                  <a:lnTo>
                    <a:pt x="2566228" y="966179"/>
                  </a:lnTo>
                  <a:lnTo>
                    <a:pt x="2524922" y="1026434"/>
                  </a:lnTo>
                  <a:lnTo>
                    <a:pt x="2483195" y="1089726"/>
                  </a:lnTo>
                  <a:lnTo>
                    <a:pt x="2441041" y="1155717"/>
                  </a:lnTo>
                  <a:lnTo>
                    <a:pt x="2398493" y="1223983"/>
                  </a:lnTo>
                  <a:lnTo>
                    <a:pt x="2355618" y="1294030"/>
                  </a:lnTo>
                  <a:lnTo>
                    <a:pt x="2312509" y="1365299"/>
                  </a:lnTo>
                  <a:lnTo>
                    <a:pt x="2269279" y="1437191"/>
                  </a:lnTo>
                  <a:lnTo>
                    <a:pt x="2226049" y="1509083"/>
                  </a:lnTo>
                  <a:lnTo>
                    <a:pt x="2182941" y="1580352"/>
                  </a:lnTo>
                  <a:lnTo>
                    <a:pt x="2140065" y="1650400"/>
                  </a:lnTo>
                  <a:lnTo>
                    <a:pt x="2097517" y="1718667"/>
                  </a:lnTo>
                  <a:lnTo>
                    <a:pt x="2055363" y="1784658"/>
                  </a:lnTo>
                  <a:lnTo>
                    <a:pt x="2013636" y="1847951"/>
                  </a:lnTo>
                  <a:lnTo>
                    <a:pt x="1972330" y="1908208"/>
                  </a:lnTo>
                  <a:lnTo>
                    <a:pt x="1931393" y="1965177"/>
                  </a:lnTo>
                  <a:lnTo>
                    <a:pt x="1890724" y="2018696"/>
                  </a:lnTo>
                  <a:lnTo>
                    <a:pt x="1850166" y="2068686"/>
                  </a:lnTo>
                  <a:lnTo>
                    <a:pt x="1809500" y="2115146"/>
                  </a:lnTo>
                  <a:lnTo>
                    <a:pt x="1768425" y="2158160"/>
                  </a:lnTo>
                  <a:lnTo>
                    <a:pt x="1719694" y="2203918"/>
                  </a:lnTo>
                  <a:lnTo>
                    <a:pt x="1669323" y="2245103"/>
                  </a:lnTo>
                  <a:lnTo>
                    <a:pt x="1616535" y="2281946"/>
                  </a:lnTo>
                  <a:lnTo>
                    <a:pt x="1560461" y="2314842"/>
                  </a:lnTo>
                  <a:lnTo>
                    <a:pt x="1500217" y="2344235"/>
                  </a:lnTo>
                  <a:lnTo>
                    <a:pt x="1434973" y="2370555"/>
                  </a:lnTo>
                  <a:lnTo>
                    <a:pt x="1364051" y="2394180"/>
                  </a:lnTo>
                  <a:lnTo>
                    <a:pt x="1287048" y="2415418"/>
                  </a:lnTo>
                  <a:lnTo>
                    <a:pt x="1203999" y="2434495"/>
                  </a:lnTo>
                  <a:lnTo>
                    <a:pt x="1115575" y="2451552"/>
                  </a:lnTo>
                  <a:lnTo>
                    <a:pt x="1023280" y="2466652"/>
                  </a:lnTo>
                  <a:lnTo>
                    <a:pt x="929586" y="2479789"/>
                  </a:lnTo>
                  <a:lnTo>
                    <a:pt x="837915" y="2490923"/>
                  </a:lnTo>
                  <a:lnTo>
                    <a:pt x="752378" y="2500010"/>
                  </a:lnTo>
                  <a:lnTo>
                    <a:pt x="677209" y="2507057"/>
                  </a:lnTo>
                  <a:lnTo>
                    <a:pt x="615992" y="2512161"/>
                  </a:lnTo>
                  <a:lnTo>
                    <a:pt x="570859" y="2515527"/>
                  </a:lnTo>
                  <a:lnTo>
                    <a:pt x="541930" y="2517468"/>
                  </a:lnTo>
                  <a:lnTo>
                    <a:pt x="527142" y="2518363"/>
                  </a:lnTo>
                  <a:lnTo>
                    <a:pt x="522441" y="2518622"/>
                  </a:lnTo>
                  <a:lnTo>
                    <a:pt x="522133" y="2518638"/>
                  </a:lnTo>
                  <a:lnTo>
                    <a:pt x="0" y="2518638"/>
                  </a:lnTo>
                  <a:close/>
                </a:path>
              </a:pathLst>
            </a:custGeom>
            <a:solidFill>
              <a:srgbClr val="FFB3B5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1854" name="pl1854"/>
            <p:cNvSpPr/>
            <p:nvPr/>
          </p:nvSpPr>
          <p:spPr>
            <a:xfrm>
              <a:off x="386606" y="3128172"/>
              <a:ext cx="8554953" cy="2518638"/>
            </a:xfrm>
            <a:custGeom>
              <a:avLst/>
              <a:pathLst>
                <a:path w="8554953" h="2518638">
                  <a:moveTo>
                    <a:pt x="0" y="2518638"/>
                  </a:moveTo>
                  <a:lnTo>
                    <a:pt x="522133" y="2518638"/>
                  </a:lnTo>
                  <a:lnTo>
                    <a:pt x="523330" y="2518575"/>
                  </a:lnTo>
                  <a:lnTo>
                    <a:pt x="531166" y="2518129"/>
                  </a:lnTo>
                  <a:lnTo>
                    <a:pt x="550796" y="2516895"/>
                  </a:lnTo>
                  <a:lnTo>
                    <a:pt x="585575" y="2514470"/>
                  </a:lnTo>
                  <a:lnTo>
                    <a:pt x="636767" y="2510495"/>
                  </a:lnTo>
                  <a:lnTo>
                    <a:pt x="703470" y="2504692"/>
                  </a:lnTo>
                  <a:lnTo>
                    <a:pt x="782932" y="2496898"/>
                  </a:lnTo>
                  <a:lnTo>
                    <a:pt x="871232" y="2487054"/>
                  </a:lnTo>
                  <a:lnTo>
                    <a:pt x="964100" y="2475176"/>
                  </a:lnTo>
                  <a:lnTo>
                    <a:pt x="1057629" y="2461311"/>
                  </a:lnTo>
                  <a:lnTo>
                    <a:pt x="1148731" y="2445492"/>
                  </a:lnTo>
                  <a:lnTo>
                    <a:pt x="1235300" y="2427701"/>
                  </a:lnTo>
                  <a:lnTo>
                    <a:pt x="1316160" y="2407848"/>
                  </a:lnTo>
                  <a:lnTo>
                    <a:pt x="1390898" y="2385761"/>
                  </a:lnTo>
                  <a:lnTo>
                    <a:pt x="1459661" y="2361182"/>
                  </a:lnTo>
                  <a:lnTo>
                    <a:pt x="1522972" y="2333777"/>
                  </a:lnTo>
                  <a:lnTo>
                    <a:pt x="1581577" y="2303144"/>
                  </a:lnTo>
                  <a:lnTo>
                    <a:pt x="1636335" y="2268843"/>
                  </a:lnTo>
                  <a:lnTo>
                    <a:pt x="1688134" y="2230438"/>
                  </a:lnTo>
                  <a:lnTo>
                    <a:pt x="1737818" y="2187581"/>
                  </a:lnTo>
                  <a:lnTo>
                    <a:pt x="1768425" y="2158160"/>
                  </a:lnTo>
                  <a:lnTo>
                    <a:pt x="1809485" y="2115163"/>
                  </a:lnTo>
                  <a:lnTo>
                    <a:pt x="1850150" y="2068705"/>
                  </a:lnTo>
                  <a:lnTo>
                    <a:pt x="1890709" y="2018716"/>
                  </a:lnTo>
                  <a:lnTo>
                    <a:pt x="1931378" y="1965198"/>
                  </a:lnTo>
                  <a:lnTo>
                    <a:pt x="1972314" y="1908230"/>
                  </a:lnTo>
                  <a:lnTo>
                    <a:pt x="2013620" y="1847975"/>
                  </a:lnTo>
                  <a:lnTo>
                    <a:pt x="2055347" y="1784683"/>
                  </a:lnTo>
                  <a:lnTo>
                    <a:pt x="2097501" y="1718693"/>
                  </a:lnTo>
                  <a:lnTo>
                    <a:pt x="2140049" y="1650426"/>
                  </a:lnTo>
                  <a:lnTo>
                    <a:pt x="2182924" y="1580379"/>
                  </a:lnTo>
                  <a:lnTo>
                    <a:pt x="2226033" y="1509110"/>
                  </a:lnTo>
                  <a:lnTo>
                    <a:pt x="2269263" y="1437218"/>
                  </a:lnTo>
                  <a:lnTo>
                    <a:pt x="2312493" y="1365326"/>
                  </a:lnTo>
                  <a:lnTo>
                    <a:pt x="2355601" y="1294057"/>
                  </a:lnTo>
                  <a:lnTo>
                    <a:pt x="2398477" y="1224010"/>
                  </a:lnTo>
                  <a:lnTo>
                    <a:pt x="2441025" y="1155742"/>
                  </a:lnTo>
                  <a:lnTo>
                    <a:pt x="2483179" y="1089751"/>
                  </a:lnTo>
                  <a:lnTo>
                    <a:pt x="2524906" y="1026458"/>
                  </a:lnTo>
                  <a:lnTo>
                    <a:pt x="2566212" y="966201"/>
                  </a:lnTo>
                  <a:lnTo>
                    <a:pt x="2607149" y="909232"/>
                  </a:lnTo>
                  <a:lnTo>
                    <a:pt x="2647818" y="855713"/>
                  </a:lnTo>
                  <a:lnTo>
                    <a:pt x="2688376" y="805723"/>
                  </a:lnTo>
                  <a:lnTo>
                    <a:pt x="2729042" y="759263"/>
                  </a:lnTo>
                  <a:lnTo>
                    <a:pt x="2770102" y="716265"/>
                  </a:lnTo>
                  <a:lnTo>
                    <a:pt x="2770117" y="716249"/>
                  </a:lnTo>
                  <a:lnTo>
                    <a:pt x="2818848" y="670491"/>
                  </a:lnTo>
                  <a:lnTo>
                    <a:pt x="2869219" y="629307"/>
                  </a:lnTo>
                  <a:lnTo>
                    <a:pt x="2922007" y="592463"/>
                  </a:lnTo>
                  <a:lnTo>
                    <a:pt x="2978081" y="559567"/>
                  </a:lnTo>
                  <a:lnTo>
                    <a:pt x="3038325" y="530174"/>
                  </a:lnTo>
                  <a:lnTo>
                    <a:pt x="3103569" y="503854"/>
                  </a:lnTo>
                  <a:lnTo>
                    <a:pt x="3174491" y="480229"/>
                  </a:lnTo>
                  <a:lnTo>
                    <a:pt x="3251494" y="458991"/>
                  </a:lnTo>
                  <a:lnTo>
                    <a:pt x="3334543" y="439914"/>
                  </a:lnTo>
                  <a:lnTo>
                    <a:pt x="3422967" y="422857"/>
                  </a:lnTo>
                  <a:lnTo>
                    <a:pt x="3515262" y="407757"/>
                  </a:lnTo>
                  <a:lnTo>
                    <a:pt x="3608957" y="394620"/>
                  </a:lnTo>
                  <a:lnTo>
                    <a:pt x="3700627" y="383486"/>
                  </a:lnTo>
                  <a:lnTo>
                    <a:pt x="3786164" y="374399"/>
                  </a:lnTo>
                  <a:lnTo>
                    <a:pt x="3861333" y="367352"/>
                  </a:lnTo>
                  <a:lnTo>
                    <a:pt x="3922550" y="362248"/>
                  </a:lnTo>
                  <a:lnTo>
                    <a:pt x="3967683" y="358882"/>
                  </a:lnTo>
                  <a:lnTo>
                    <a:pt x="3996612" y="356941"/>
                  </a:lnTo>
                  <a:lnTo>
                    <a:pt x="4011400" y="356046"/>
                  </a:lnTo>
                  <a:lnTo>
                    <a:pt x="4016102" y="355787"/>
                  </a:lnTo>
                  <a:lnTo>
                    <a:pt x="4016409" y="355771"/>
                  </a:lnTo>
                  <a:lnTo>
                    <a:pt x="4538543" y="355771"/>
                  </a:lnTo>
                  <a:lnTo>
                    <a:pt x="4539811" y="355760"/>
                  </a:lnTo>
                  <a:lnTo>
                    <a:pt x="4548098" y="355682"/>
                  </a:lnTo>
                  <a:lnTo>
                    <a:pt x="4568818" y="355467"/>
                  </a:lnTo>
                  <a:lnTo>
                    <a:pt x="4605424" y="355044"/>
                  </a:lnTo>
                  <a:lnTo>
                    <a:pt x="4659095" y="354352"/>
                  </a:lnTo>
                  <a:lnTo>
                    <a:pt x="4728682" y="353343"/>
                  </a:lnTo>
                  <a:lnTo>
                    <a:pt x="4811097" y="351992"/>
                  </a:lnTo>
                  <a:lnTo>
                    <a:pt x="4902092" y="350290"/>
                  </a:lnTo>
                  <a:lnTo>
                    <a:pt x="4997156" y="348241"/>
                  </a:lnTo>
                  <a:lnTo>
                    <a:pt x="5092270" y="345854"/>
                  </a:lnTo>
                  <a:lnTo>
                    <a:pt x="5184351" y="343133"/>
                  </a:lnTo>
                  <a:lnTo>
                    <a:pt x="5271379" y="340072"/>
                  </a:lnTo>
                  <a:lnTo>
                    <a:pt x="5352308" y="336653"/>
                  </a:lnTo>
                  <a:lnTo>
                    <a:pt x="5426865" y="332842"/>
                  </a:lnTo>
                  <a:lnTo>
                    <a:pt x="5495329" y="328590"/>
                  </a:lnTo>
                  <a:lnTo>
                    <a:pt x="5558335" y="323835"/>
                  </a:lnTo>
                  <a:lnTo>
                    <a:pt x="5616721" y="318505"/>
                  </a:lnTo>
                  <a:lnTo>
                    <a:pt x="5671418" y="312521"/>
                  </a:lnTo>
                  <a:lnTo>
                    <a:pt x="5723358" y="305813"/>
                  </a:lnTo>
                  <a:lnTo>
                    <a:pt x="5773398" y="298328"/>
                  </a:lnTo>
                  <a:lnTo>
                    <a:pt x="5784835" y="296476"/>
                  </a:lnTo>
                  <a:lnTo>
                    <a:pt x="5838365" y="287126"/>
                  </a:lnTo>
                  <a:lnTo>
                    <a:pt x="5891377" y="276799"/>
                  </a:lnTo>
                  <a:lnTo>
                    <a:pt x="5944442" y="265480"/>
                  </a:lnTo>
                  <a:lnTo>
                    <a:pt x="5997938" y="253191"/>
                  </a:lnTo>
                  <a:lnTo>
                    <a:pt x="6052087" y="239996"/>
                  </a:lnTo>
                  <a:lnTo>
                    <a:pt x="6106964" y="225997"/>
                  </a:lnTo>
                  <a:lnTo>
                    <a:pt x="6162523" y="211340"/>
                  </a:lnTo>
                  <a:lnTo>
                    <a:pt x="6218617" y="196206"/>
                  </a:lnTo>
                  <a:lnTo>
                    <a:pt x="6275025" y="180803"/>
                  </a:lnTo>
                  <a:lnTo>
                    <a:pt x="6331484" y="165357"/>
                  </a:lnTo>
                  <a:lnTo>
                    <a:pt x="6387726" y="150096"/>
                  </a:lnTo>
                  <a:lnTo>
                    <a:pt x="6443508" y="135236"/>
                  </a:lnTo>
                  <a:lnTo>
                    <a:pt x="6498654" y="120970"/>
                  </a:lnTo>
                  <a:lnTo>
                    <a:pt x="6553076" y="107457"/>
                  </a:lnTo>
                  <a:lnTo>
                    <a:pt x="6606800" y="94817"/>
                  </a:lnTo>
                  <a:lnTo>
                    <a:pt x="6659992" y="83127"/>
                  </a:lnTo>
                  <a:lnTo>
                    <a:pt x="6712968" y="72425"/>
                  </a:lnTo>
                  <a:lnTo>
                    <a:pt x="6766223" y="62710"/>
                  </a:lnTo>
                  <a:lnTo>
                    <a:pt x="6786527" y="59295"/>
                  </a:lnTo>
                  <a:lnTo>
                    <a:pt x="6836232" y="51627"/>
                  </a:lnTo>
                  <a:lnTo>
                    <a:pt x="6887659" y="44741"/>
                  </a:lnTo>
                  <a:lnTo>
                    <a:pt x="6941633" y="38596"/>
                  </a:lnTo>
                  <a:lnTo>
                    <a:pt x="6999078" y="33121"/>
                  </a:lnTo>
                  <a:lnTo>
                    <a:pt x="7060931" y="28239"/>
                  </a:lnTo>
                  <a:lnTo>
                    <a:pt x="7128060" y="23876"/>
                  </a:lnTo>
                  <a:lnTo>
                    <a:pt x="7201160" y="19967"/>
                  </a:lnTo>
                  <a:lnTo>
                    <a:pt x="7280608" y="16461"/>
                  </a:lnTo>
                  <a:lnTo>
                    <a:pt x="7366280" y="13319"/>
                  </a:lnTo>
                  <a:lnTo>
                    <a:pt x="7457328" y="10520"/>
                  </a:lnTo>
                  <a:lnTo>
                    <a:pt x="7551974" y="8055"/>
                  </a:lnTo>
                  <a:lnTo>
                    <a:pt x="7647379" y="5926"/>
                  </a:lnTo>
                  <a:lnTo>
                    <a:pt x="7739714" y="4143"/>
                  </a:lnTo>
                  <a:lnTo>
                    <a:pt x="7824526" y="2711"/>
                  </a:lnTo>
                  <a:lnTo>
                    <a:pt x="7897427" y="1624"/>
                  </a:lnTo>
                  <a:lnTo>
                    <a:pt x="7954980" y="862"/>
                  </a:lnTo>
                  <a:lnTo>
                    <a:pt x="7995535" y="381"/>
                  </a:lnTo>
                  <a:lnTo>
                    <a:pt x="8019718" y="123"/>
                  </a:lnTo>
                  <a:lnTo>
                    <a:pt x="8030478" y="20"/>
                  </a:lnTo>
                  <a:lnTo>
                    <a:pt x="8032803" y="0"/>
                  </a:lnTo>
                  <a:lnTo>
                    <a:pt x="8032819" y="0"/>
                  </a:lnTo>
                  <a:lnTo>
                    <a:pt x="8554953" y="0"/>
                  </a:lnTo>
                  <a:lnTo>
                    <a:pt x="8554953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855" name="pl1855"/>
            <p:cNvSpPr/>
            <p:nvPr/>
          </p:nvSpPr>
          <p:spPr>
            <a:xfrm>
              <a:off x="386606" y="3122524"/>
              <a:ext cx="8554953" cy="2518638"/>
            </a:xfrm>
            <a:custGeom>
              <a:avLst/>
              <a:pathLst>
                <a:path w="8554953" h="2518638">
                  <a:moveTo>
                    <a:pt x="8554953" y="0"/>
                  </a:moveTo>
                  <a:lnTo>
                    <a:pt x="8032819" y="0"/>
                  </a:lnTo>
                  <a:lnTo>
                    <a:pt x="8031551" y="10"/>
                  </a:lnTo>
                  <a:lnTo>
                    <a:pt x="8023264" y="88"/>
                  </a:lnTo>
                  <a:lnTo>
                    <a:pt x="8002544" y="304"/>
                  </a:lnTo>
                  <a:lnTo>
                    <a:pt x="7965938" y="727"/>
                  </a:lnTo>
                  <a:lnTo>
                    <a:pt x="7912267" y="1419"/>
                  </a:lnTo>
                  <a:lnTo>
                    <a:pt x="7842680" y="2428"/>
                  </a:lnTo>
                  <a:lnTo>
                    <a:pt x="7760265" y="3779"/>
                  </a:lnTo>
                  <a:lnTo>
                    <a:pt x="7669270" y="5481"/>
                  </a:lnTo>
                  <a:lnTo>
                    <a:pt x="7574206" y="7530"/>
                  </a:lnTo>
                  <a:lnTo>
                    <a:pt x="7479092" y="9917"/>
                  </a:lnTo>
                  <a:lnTo>
                    <a:pt x="7387010" y="12638"/>
                  </a:lnTo>
                  <a:lnTo>
                    <a:pt x="7299983" y="15699"/>
                  </a:lnTo>
                  <a:lnTo>
                    <a:pt x="7219054" y="19118"/>
                  </a:lnTo>
                  <a:lnTo>
                    <a:pt x="7144497" y="22929"/>
                  </a:lnTo>
                  <a:lnTo>
                    <a:pt x="7076033" y="27181"/>
                  </a:lnTo>
                  <a:lnTo>
                    <a:pt x="7013027" y="31936"/>
                  </a:lnTo>
                  <a:lnTo>
                    <a:pt x="6954641" y="37266"/>
                  </a:lnTo>
                  <a:lnTo>
                    <a:pt x="6899944" y="43249"/>
                  </a:lnTo>
                  <a:lnTo>
                    <a:pt x="6848004" y="49958"/>
                  </a:lnTo>
                  <a:lnTo>
                    <a:pt x="6797964" y="57443"/>
                  </a:lnTo>
                  <a:lnTo>
                    <a:pt x="6786527" y="59295"/>
                  </a:lnTo>
                  <a:lnTo>
                    <a:pt x="6732997" y="68644"/>
                  </a:lnTo>
                  <a:lnTo>
                    <a:pt x="6679985" y="78972"/>
                  </a:lnTo>
                  <a:lnTo>
                    <a:pt x="6626920" y="90291"/>
                  </a:lnTo>
                  <a:lnTo>
                    <a:pt x="6573424" y="102580"/>
                  </a:lnTo>
                  <a:lnTo>
                    <a:pt x="6519275" y="115775"/>
                  </a:lnTo>
                  <a:lnTo>
                    <a:pt x="6464398" y="129774"/>
                  </a:lnTo>
                  <a:lnTo>
                    <a:pt x="6408839" y="144431"/>
                  </a:lnTo>
                  <a:lnTo>
                    <a:pt x="6352745" y="159565"/>
                  </a:lnTo>
                  <a:lnTo>
                    <a:pt x="6296337" y="174968"/>
                  </a:lnTo>
                  <a:lnTo>
                    <a:pt x="6239878" y="190413"/>
                  </a:lnTo>
                  <a:lnTo>
                    <a:pt x="6183636" y="205675"/>
                  </a:lnTo>
                  <a:lnTo>
                    <a:pt x="6127853" y="220535"/>
                  </a:lnTo>
                  <a:lnTo>
                    <a:pt x="6072708" y="234801"/>
                  </a:lnTo>
                  <a:lnTo>
                    <a:pt x="6018286" y="248314"/>
                  </a:lnTo>
                  <a:lnTo>
                    <a:pt x="5964562" y="260954"/>
                  </a:lnTo>
                  <a:lnTo>
                    <a:pt x="5911370" y="272644"/>
                  </a:lnTo>
                  <a:lnTo>
                    <a:pt x="5858394" y="283346"/>
                  </a:lnTo>
                  <a:lnTo>
                    <a:pt x="5805139" y="293061"/>
                  </a:lnTo>
                  <a:lnTo>
                    <a:pt x="5784835" y="296476"/>
                  </a:lnTo>
                  <a:lnTo>
                    <a:pt x="5735129" y="304143"/>
                  </a:lnTo>
                  <a:lnTo>
                    <a:pt x="5683703" y="311029"/>
                  </a:lnTo>
                  <a:lnTo>
                    <a:pt x="5629729" y="317175"/>
                  </a:lnTo>
                  <a:lnTo>
                    <a:pt x="5572284" y="322650"/>
                  </a:lnTo>
                  <a:lnTo>
                    <a:pt x="5510431" y="327532"/>
                  </a:lnTo>
                  <a:lnTo>
                    <a:pt x="5443302" y="331895"/>
                  </a:lnTo>
                  <a:lnTo>
                    <a:pt x="5370202" y="335804"/>
                  </a:lnTo>
                  <a:lnTo>
                    <a:pt x="5290754" y="339310"/>
                  </a:lnTo>
                  <a:lnTo>
                    <a:pt x="5205082" y="342452"/>
                  </a:lnTo>
                  <a:lnTo>
                    <a:pt x="5114034" y="345251"/>
                  </a:lnTo>
                  <a:lnTo>
                    <a:pt x="5019388" y="347716"/>
                  </a:lnTo>
                  <a:lnTo>
                    <a:pt x="4923983" y="349844"/>
                  </a:lnTo>
                  <a:lnTo>
                    <a:pt x="4831648" y="351628"/>
                  </a:lnTo>
                  <a:lnTo>
                    <a:pt x="4746836" y="353060"/>
                  </a:lnTo>
                  <a:lnTo>
                    <a:pt x="4673935" y="354147"/>
                  </a:lnTo>
                  <a:lnTo>
                    <a:pt x="4616382" y="354909"/>
                  </a:lnTo>
                  <a:lnTo>
                    <a:pt x="4575827" y="355390"/>
                  </a:lnTo>
                  <a:lnTo>
                    <a:pt x="4551644" y="355647"/>
                  </a:lnTo>
                  <a:lnTo>
                    <a:pt x="4540884" y="355751"/>
                  </a:lnTo>
                  <a:lnTo>
                    <a:pt x="4538559" y="355771"/>
                  </a:lnTo>
                  <a:lnTo>
                    <a:pt x="4538543" y="355771"/>
                  </a:lnTo>
                  <a:lnTo>
                    <a:pt x="4016409" y="355771"/>
                  </a:lnTo>
                  <a:lnTo>
                    <a:pt x="4015212" y="355834"/>
                  </a:lnTo>
                  <a:lnTo>
                    <a:pt x="4007376" y="356280"/>
                  </a:lnTo>
                  <a:lnTo>
                    <a:pt x="3987746" y="357514"/>
                  </a:lnTo>
                  <a:lnTo>
                    <a:pt x="3952967" y="359939"/>
                  </a:lnTo>
                  <a:lnTo>
                    <a:pt x="3901775" y="363915"/>
                  </a:lnTo>
                  <a:lnTo>
                    <a:pt x="3835072" y="369717"/>
                  </a:lnTo>
                  <a:lnTo>
                    <a:pt x="3755610" y="377511"/>
                  </a:lnTo>
                  <a:lnTo>
                    <a:pt x="3667310" y="387355"/>
                  </a:lnTo>
                  <a:lnTo>
                    <a:pt x="3574442" y="399234"/>
                  </a:lnTo>
                  <a:lnTo>
                    <a:pt x="3480913" y="413098"/>
                  </a:lnTo>
                  <a:lnTo>
                    <a:pt x="3389811" y="428917"/>
                  </a:lnTo>
                  <a:lnTo>
                    <a:pt x="3303242" y="446708"/>
                  </a:lnTo>
                  <a:lnTo>
                    <a:pt x="3222382" y="466561"/>
                  </a:lnTo>
                  <a:lnTo>
                    <a:pt x="3147645" y="488648"/>
                  </a:lnTo>
                  <a:lnTo>
                    <a:pt x="3078881" y="513227"/>
                  </a:lnTo>
                  <a:lnTo>
                    <a:pt x="3015570" y="540633"/>
                  </a:lnTo>
                  <a:lnTo>
                    <a:pt x="2956965" y="571266"/>
                  </a:lnTo>
                  <a:lnTo>
                    <a:pt x="2902207" y="605567"/>
                  </a:lnTo>
                  <a:lnTo>
                    <a:pt x="2850408" y="643971"/>
                  </a:lnTo>
                  <a:lnTo>
                    <a:pt x="2800724" y="686828"/>
                  </a:lnTo>
                  <a:lnTo>
                    <a:pt x="2770117" y="716249"/>
                  </a:lnTo>
                  <a:lnTo>
                    <a:pt x="2729057" y="759246"/>
                  </a:lnTo>
                  <a:lnTo>
                    <a:pt x="2688392" y="805704"/>
                  </a:lnTo>
                  <a:lnTo>
                    <a:pt x="2647834" y="855693"/>
                  </a:lnTo>
                  <a:lnTo>
                    <a:pt x="2607165" y="909211"/>
                  </a:lnTo>
                  <a:lnTo>
                    <a:pt x="2566228" y="966179"/>
                  </a:lnTo>
                  <a:lnTo>
                    <a:pt x="2524922" y="1026434"/>
                  </a:lnTo>
                  <a:lnTo>
                    <a:pt x="2483195" y="1089726"/>
                  </a:lnTo>
                  <a:lnTo>
                    <a:pt x="2441041" y="1155717"/>
                  </a:lnTo>
                  <a:lnTo>
                    <a:pt x="2398493" y="1223983"/>
                  </a:lnTo>
                  <a:lnTo>
                    <a:pt x="2355618" y="1294030"/>
                  </a:lnTo>
                  <a:lnTo>
                    <a:pt x="2312509" y="1365299"/>
                  </a:lnTo>
                  <a:lnTo>
                    <a:pt x="2269279" y="1437191"/>
                  </a:lnTo>
                  <a:lnTo>
                    <a:pt x="2226049" y="1509083"/>
                  </a:lnTo>
                  <a:lnTo>
                    <a:pt x="2182941" y="1580352"/>
                  </a:lnTo>
                  <a:lnTo>
                    <a:pt x="2140065" y="1650400"/>
                  </a:lnTo>
                  <a:lnTo>
                    <a:pt x="2097517" y="1718667"/>
                  </a:lnTo>
                  <a:lnTo>
                    <a:pt x="2055363" y="1784658"/>
                  </a:lnTo>
                  <a:lnTo>
                    <a:pt x="2013636" y="1847951"/>
                  </a:lnTo>
                  <a:lnTo>
                    <a:pt x="1972330" y="1908208"/>
                  </a:lnTo>
                  <a:lnTo>
                    <a:pt x="1931393" y="1965177"/>
                  </a:lnTo>
                  <a:lnTo>
                    <a:pt x="1890724" y="2018696"/>
                  </a:lnTo>
                  <a:lnTo>
                    <a:pt x="1850166" y="2068686"/>
                  </a:lnTo>
                  <a:lnTo>
                    <a:pt x="1809500" y="2115146"/>
                  </a:lnTo>
                  <a:lnTo>
                    <a:pt x="1768441" y="2158144"/>
                  </a:lnTo>
                  <a:lnTo>
                    <a:pt x="1768425" y="2158160"/>
                  </a:lnTo>
                  <a:lnTo>
                    <a:pt x="1719694" y="2203918"/>
                  </a:lnTo>
                  <a:lnTo>
                    <a:pt x="1669323" y="2245103"/>
                  </a:lnTo>
                  <a:lnTo>
                    <a:pt x="1616535" y="2281946"/>
                  </a:lnTo>
                  <a:lnTo>
                    <a:pt x="1560461" y="2314842"/>
                  </a:lnTo>
                  <a:lnTo>
                    <a:pt x="1500217" y="2344235"/>
                  </a:lnTo>
                  <a:lnTo>
                    <a:pt x="1434973" y="2370555"/>
                  </a:lnTo>
                  <a:lnTo>
                    <a:pt x="1364051" y="2394180"/>
                  </a:lnTo>
                  <a:lnTo>
                    <a:pt x="1287048" y="2415418"/>
                  </a:lnTo>
                  <a:lnTo>
                    <a:pt x="1203999" y="2434495"/>
                  </a:lnTo>
                  <a:lnTo>
                    <a:pt x="1115575" y="2451552"/>
                  </a:lnTo>
                  <a:lnTo>
                    <a:pt x="1023280" y="2466652"/>
                  </a:lnTo>
                  <a:lnTo>
                    <a:pt x="929586" y="2479789"/>
                  </a:lnTo>
                  <a:lnTo>
                    <a:pt x="837915" y="2490923"/>
                  </a:lnTo>
                  <a:lnTo>
                    <a:pt x="752378" y="2500010"/>
                  </a:lnTo>
                  <a:lnTo>
                    <a:pt x="677209" y="2507057"/>
                  </a:lnTo>
                  <a:lnTo>
                    <a:pt x="615992" y="2512161"/>
                  </a:lnTo>
                  <a:lnTo>
                    <a:pt x="570859" y="2515527"/>
                  </a:lnTo>
                  <a:lnTo>
                    <a:pt x="541930" y="2517468"/>
                  </a:lnTo>
                  <a:lnTo>
                    <a:pt x="527142" y="2518363"/>
                  </a:lnTo>
                  <a:lnTo>
                    <a:pt x="522441" y="2518622"/>
                  </a:lnTo>
                  <a:lnTo>
                    <a:pt x="522133" y="2518638"/>
                  </a:lnTo>
                  <a:lnTo>
                    <a:pt x="0" y="2518638"/>
                  </a:lnTo>
                  <a:lnTo>
                    <a:pt x="0" y="2518638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856" name="pg1856"/>
            <p:cNvSpPr/>
            <p:nvPr/>
          </p:nvSpPr>
          <p:spPr>
            <a:xfrm>
              <a:off x="386606" y="626475"/>
              <a:ext cx="8554953" cy="5133278"/>
            </a:xfrm>
            <a:custGeom>
              <a:avLst/>
              <a:pathLst>
                <a:path w="8554953" h="5133278">
                  <a:moveTo>
                    <a:pt x="0" y="5133278"/>
                  </a:moveTo>
                  <a:lnTo>
                    <a:pt x="522133" y="5133278"/>
                  </a:lnTo>
                  <a:lnTo>
                    <a:pt x="523403" y="5133277"/>
                  </a:lnTo>
                  <a:lnTo>
                    <a:pt x="531704" y="5133272"/>
                  </a:lnTo>
                  <a:lnTo>
                    <a:pt x="552456" y="5133259"/>
                  </a:lnTo>
                  <a:lnTo>
                    <a:pt x="589116" y="5133232"/>
                  </a:lnTo>
                  <a:lnTo>
                    <a:pt x="642860" y="5133188"/>
                  </a:lnTo>
                  <a:lnTo>
                    <a:pt x="712531" y="5133124"/>
                  </a:lnTo>
                  <a:lnTo>
                    <a:pt x="795032" y="5133038"/>
                  </a:lnTo>
                  <a:lnTo>
                    <a:pt x="886104" y="5132929"/>
                  </a:lnTo>
                  <a:lnTo>
                    <a:pt x="981231" y="5132799"/>
                  </a:lnTo>
                  <a:lnTo>
                    <a:pt x="1076390" y="5132647"/>
                  </a:lnTo>
                  <a:lnTo>
                    <a:pt x="1168498" y="5132474"/>
                  </a:lnTo>
                  <a:lnTo>
                    <a:pt x="1255537" y="5132280"/>
                  </a:lnTo>
                  <a:lnTo>
                    <a:pt x="1336467" y="5132062"/>
                  </a:lnTo>
                  <a:lnTo>
                    <a:pt x="1411018" y="5131820"/>
                  </a:lnTo>
                  <a:lnTo>
                    <a:pt x="1479473" y="5131550"/>
                  </a:lnTo>
                  <a:lnTo>
                    <a:pt x="1542470" y="5131247"/>
                  </a:lnTo>
                  <a:lnTo>
                    <a:pt x="1600851" y="5130908"/>
                  </a:lnTo>
                  <a:lnTo>
                    <a:pt x="1655547" y="5130528"/>
                  </a:lnTo>
                  <a:lnTo>
                    <a:pt x="1707492" y="5130101"/>
                  </a:lnTo>
                  <a:lnTo>
                    <a:pt x="1757544" y="5129625"/>
                  </a:lnTo>
                  <a:lnTo>
                    <a:pt x="1768425" y="5129513"/>
                  </a:lnTo>
                  <a:lnTo>
                    <a:pt x="1822681" y="5128911"/>
                  </a:lnTo>
                  <a:lnTo>
                    <a:pt x="1876416" y="5128245"/>
                  </a:lnTo>
                  <a:lnTo>
                    <a:pt x="1930216" y="5127514"/>
                  </a:lnTo>
                  <a:lnTo>
                    <a:pt x="1984472" y="5126721"/>
                  </a:lnTo>
                  <a:lnTo>
                    <a:pt x="2039405" y="5125868"/>
                  </a:lnTo>
                  <a:lnTo>
                    <a:pt x="2095087" y="5124963"/>
                  </a:lnTo>
                  <a:lnTo>
                    <a:pt x="2151462" y="5124017"/>
                  </a:lnTo>
                  <a:lnTo>
                    <a:pt x="2208366" y="5123040"/>
                  </a:lnTo>
                  <a:lnTo>
                    <a:pt x="2265566" y="5122048"/>
                  </a:lnTo>
                  <a:lnTo>
                    <a:pt x="2322783" y="5121055"/>
                  </a:lnTo>
                  <a:lnTo>
                    <a:pt x="2379740" y="5120075"/>
                  </a:lnTo>
                  <a:lnTo>
                    <a:pt x="2436194" y="5119124"/>
                  </a:lnTo>
                  <a:lnTo>
                    <a:pt x="2491972" y="5118214"/>
                  </a:lnTo>
                  <a:lnTo>
                    <a:pt x="2547001" y="5117354"/>
                  </a:lnTo>
                  <a:lnTo>
                    <a:pt x="2601336" y="5116552"/>
                  </a:lnTo>
                  <a:lnTo>
                    <a:pt x="2655176" y="5115813"/>
                  </a:lnTo>
                  <a:lnTo>
                    <a:pt x="2708891" y="5115139"/>
                  </a:lnTo>
                  <a:lnTo>
                    <a:pt x="2763039" y="5114529"/>
                  </a:lnTo>
                  <a:lnTo>
                    <a:pt x="2770117" y="5114454"/>
                  </a:lnTo>
                  <a:lnTo>
                    <a:pt x="2819851" y="5113967"/>
                  </a:lnTo>
                  <a:lnTo>
                    <a:pt x="2871308" y="5113530"/>
                  </a:lnTo>
                  <a:lnTo>
                    <a:pt x="2925317" y="5113139"/>
                  </a:lnTo>
                  <a:lnTo>
                    <a:pt x="2982802" y="5112792"/>
                  </a:lnTo>
                  <a:lnTo>
                    <a:pt x="3044702" y="5112482"/>
                  </a:lnTo>
                  <a:lnTo>
                    <a:pt x="3111887" y="5112204"/>
                  </a:lnTo>
                  <a:lnTo>
                    <a:pt x="3185051" y="5111956"/>
                  </a:lnTo>
                  <a:lnTo>
                    <a:pt x="3264570" y="5111734"/>
                  </a:lnTo>
                  <a:lnTo>
                    <a:pt x="3350319" y="5111534"/>
                  </a:lnTo>
                  <a:lnTo>
                    <a:pt x="3441443" y="5111356"/>
                  </a:lnTo>
                  <a:lnTo>
                    <a:pt x="3536156" y="5111200"/>
                  </a:lnTo>
                  <a:lnTo>
                    <a:pt x="3631608" y="5111065"/>
                  </a:lnTo>
                  <a:lnTo>
                    <a:pt x="3723958" y="5110952"/>
                  </a:lnTo>
                  <a:lnTo>
                    <a:pt x="3808743" y="5110861"/>
                  </a:lnTo>
                  <a:lnTo>
                    <a:pt x="3881571" y="5110792"/>
                  </a:lnTo>
                  <a:lnTo>
                    <a:pt x="3939013" y="5110744"/>
                  </a:lnTo>
                  <a:lnTo>
                    <a:pt x="3979431" y="5110713"/>
                  </a:lnTo>
                  <a:lnTo>
                    <a:pt x="4003477" y="5110697"/>
                  </a:lnTo>
                  <a:lnTo>
                    <a:pt x="4014128" y="5110691"/>
                  </a:lnTo>
                  <a:lnTo>
                    <a:pt x="4016409" y="5110689"/>
                  </a:lnTo>
                  <a:lnTo>
                    <a:pt x="4538543" y="5110689"/>
                  </a:lnTo>
                  <a:lnTo>
                    <a:pt x="4539385" y="5110586"/>
                  </a:lnTo>
                  <a:lnTo>
                    <a:pt x="4544938" y="5109854"/>
                  </a:lnTo>
                  <a:lnTo>
                    <a:pt x="4559003" y="5107828"/>
                  </a:lnTo>
                  <a:lnTo>
                    <a:pt x="4584305" y="5103838"/>
                  </a:lnTo>
                  <a:lnTo>
                    <a:pt x="4622328" y="5097249"/>
                  </a:lnTo>
                  <a:lnTo>
                    <a:pt x="4673195" y="5087527"/>
                  </a:lnTo>
                  <a:lnTo>
                    <a:pt x="4735735" y="5074284"/>
                  </a:lnTo>
                  <a:lnTo>
                    <a:pt x="4807737" y="5057299"/>
                  </a:lnTo>
                  <a:lnTo>
                    <a:pt x="4886373" y="5036498"/>
                  </a:lnTo>
                  <a:lnTo>
                    <a:pt x="4968645" y="5011915"/>
                  </a:lnTo>
                  <a:lnTo>
                    <a:pt x="5051785" y="4983629"/>
                  </a:lnTo>
                  <a:lnTo>
                    <a:pt x="5133514" y="4951706"/>
                  </a:lnTo>
                  <a:lnTo>
                    <a:pt x="5212154" y="4916145"/>
                  </a:lnTo>
                  <a:lnTo>
                    <a:pt x="5286634" y="4876851"/>
                  </a:lnTo>
                  <a:lnTo>
                    <a:pt x="5356407" y="4833611"/>
                  </a:lnTo>
                  <a:lnTo>
                    <a:pt x="5421349" y="4786090"/>
                  </a:lnTo>
                  <a:lnTo>
                    <a:pt x="5481644" y="4733828"/>
                  </a:lnTo>
                  <a:lnTo>
                    <a:pt x="5537688" y="4676257"/>
                  </a:lnTo>
                  <a:lnTo>
                    <a:pt x="5590007" y="4612711"/>
                  </a:lnTo>
                  <a:lnTo>
                    <a:pt x="5639198" y="4542465"/>
                  </a:lnTo>
                  <a:lnTo>
                    <a:pt x="5685885" y="4464789"/>
                  </a:lnTo>
                  <a:lnTo>
                    <a:pt x="5730671" y="4379038"/>
                  </a:lnTo>
                  <a:lnTo>
                    <a:pt x="5774107" y="4284802"/>
                  </a:lnTo>
                  <a:lnTo>
                    <a:pt x="5784835" y="4259849"/>
                  </a:lnTo>
                  <a:lnTo>
                    <a:pt x="5813776" y="4189297"/>
                  </a:lnTo>
                  <a:lnTo>
                    <a:pt x="5842474" y="4114736"/>
                  </a:lnTo>
                  <a:lnTo>
                    <a:pt x="5871040" y="4036086"/>
                  </a:lnTo>
                  <a:lnTo>
                    <a:pt x="5899569" y="3953306"/>
                  </a:lnTo>
                  <a:lnTo>
                    <a:pt x="5928135" y="3866393"/>
                  </a:lnTo>
                  <a:lnTo>
                    <a:pt x="5956802" y="3775389"/>
                  </a:lnTo>
                  <a:lnTo>
                    <a:pt x="5985616" y="3680385"/>
                  </a:lnTo>
                  <a:lnTo>
                    <a:pt x="6014610" y="3581518"/>
                  </a:lnTo>
                  <a:lnTo>
                    <a:pt x="6043807" y="3478979"/>
                  </a:lnTo>
                  <a:lnTo>
                    <a:pt x="6073216" y="3373008"/>
                  </a:lnTo>
                  <a:lnTo>
                    <a:pt x="6102838" y="3263896"/>
                  </a:lnTo>
                  <a:lnTo>
                    <a:pt x="6132661" y="3151985"/>
                  </a:lnTo>
                  <a:lnTo>
                    <a:pt x="6162668" y="3037657"/>
                  </a:lnTo>
                  <a:lnTo>
                    <a:pt x="6192830" y="2921337"/>
                  </a:lnTo>
                  <a:lnTo>
                    <a:pt x="6223116" y="2803485"/>
                  </a:lnTo>
                  <a:lnTo>
                    <a:pt x="6253489" y="2684585"/>
                  </a:lnTo>
                  <a:lnTo>
                    <a:pt x="6283906" y="2565142"/>
                  </a:lnTo>
                  <a:lnTo>
                    <a:pt x="6314326" y="2445668"/>
                  </a:lnTo>
                  <a:lnTo>
                    <a:pt x="6344705" y="2326679"/>
                  </a:lnTo>
                  <a:lnTo>
                    <a:pt x="6375004" y="2208679"/>
                  </a:lnTo>
                  <a:lnTo>
                    <a:pt x="6405183" y="2092157"/>
                  </a:lnTo>
                  <a:lnTo>
                    <a:pt x="6435209" y="1977574"/>
                  </a:lnTo>
                  <a:lnTo>
                    <a:pt x="6465054" y="1865359"/>
                  </a:lnTo>
                  <a:lnTo>
                    <a:pt x="6494700" y="1755903"/>
                  </a:lnTo>
                  <a:lnTo>
                    <a:pt x="6524135" y="1649550"/>
                  </a:lnTo>
                  <a:lnTo>
                    <a:pt x="6553356" y="1546597"/>
                  </a:lnTo>
                  <a:lnTo>
                    <a:pt x="6582373" y="1447291"/>
                  </a:lnTo>
                  <a:lnTo>
                    <a:pt x="6611206" y="1351828"/>
                  </a:lnTo>
                  <a:lnTo>
                    <a:pt x="6639888" y="1260352"/>
                  </a:lnTo>
                  <a:lnTo>
                    <a:pt x="6668464" y="1172958"/>
                  </a:lnTo>
                  <a:lnTo>
                    <a:pt x="6696993" y="1089695"/>
                  </a:lnTo>
                  <a:lnTo>
                    <a:pt x="6725551" y="1010565"/>
                  </a:lnTo>
                  <a:lnTo>
                    <a:pt x="6754228" y="935530"/>
                  </a:lnTo>
                  <a:lnTo>
                    <a:pt x="6783134" y="864516"/>
                  </a:lnTo>
                  <a:lnTo>
                    <a:pt x="6786527" y="856487"/>
                  </a:lnTo>
                  <a:lnTo>
                    <a:pt x="6829699" y="760108"/>
                  </a:lnTo>
                  <a:lnTo>
                    <a:pt x="6874098" y="672256"/>
                  </a:lnTo>
                  <a:lnTo>
                    <a:pt x="6920253" y="592611"/>
                  </a:lnTo>
                  <a:lnTo>
                    <a:pt x="6968759" y="520570"/>
                  </a:lnTo>
                  <a:lnTo>
                    <a:pt x="7020236" y="455415"/>
                  </a:lnTo>
                  <a:lnTo>
                    <a:pt x="7075293" y="396411"/>
                  </a:lnTo>
                  <a:lnTo>
                    <a:pt x="7134480" y="342877"/>
                  </a:lnTo>
                  <a:lnTo>
                    <a:pt x="7198230" y="294215"/>
                  </a:lnTo>
                  <a:lnTo>
                    <a:pt x="7266791" y="249939"/>
                  </a:lnTo>
                  <a:lnTo>
                    <a:pt x="7340124" y="209681"/>
                  </a:lnTo>
                  <a:lnTo>
                    <a:pt x="7417800" y="173198"/>
                  </a:lnTo>
                  <a:lnTo>
                    <a:pt x="7498887" y="140366"/>
                  </a:lnTo>
                  <a:lnTo>
                    <a:pt x="7581865" y="111165"/>
                  </a:lnTo>
                  <a:lnTo>
                    <a:pt x="7664599" y="85646"/>
                  </a:lnTo>
                  <a:lnTo>
                    <a:pt x="7744424" y="63892"/>
                  </a:lnTo>
                  <a:lnTo>
                    <a:pt x="7818369" y="45951"/>
                  </a:lnTo>
                  <a:lnTo>
                    <a:pt x="7883520" y="31785"/>
                  </a:lnTo>
                  <a:lnTo>
                    <a:pt x="7937469" y="21211"/>
                  </a:lnTo>
                  <a:lnTo>
                    <a:pt x="7978751" y="13882"/>
                  </a:lnTo>
                  <a:lnTo>
                    <a:pt x="8007154" y="9297"/>
                  </a:lnTo>
                  <a:lnTo>
                    <a:pt x="8023824" y="6842"/>
                  </a:lnTo>
                  <a:lnTo>
                    <a:pt x="8031194" y="5849"/>
                  </a:lnTo>
                  <a:lnTo>
                    <a:pt x="8032819" y="5647"/>
                  </a:lnTo>
                  <a:lnTo>
                    <a:pt x="8554953" y="5647"/>
                  </a:lnTo>
                  <a:lnTo>
                    <a:pt x="8554953" y="0"/>
                  </a:lnTo>
                  <a:lnTo>
                    <a:pt x="8032819" y="0"/>
                  </a:lnTo>
                  <a:lnTo>
                    <a:pt x="8031977" y="102"/>
                  </a:lnTo>
                  <a:lnTo>
                    <a:pt x="8026423" y="835"/>
                  </a:lnTo>
                  <a:lnTo>
                    <a:pt x="8012359" y="2861"/>
                  </a:lnTo>
                  <a:lnTo>
                    <a:pt x="7987057" y="6851"/>
                  </a:lnTo>
                  <a:lnTo>
                    <a:pt x="7949034" y="13440"/>
                  </a:lnTo>
                  <a:lnTo>
                    <a:pt x="7898167" y="23162"/>
                  </a:lnTo>
                  <a:lnTo>
                    <a:pt x="7835627" y="36404"/>
                  </a:lnTo>
                  <a:lnTo>
                    <a:pt x="7763624" y="53390"/>
                  </a:lnTo>
                  <a:lnTo>
                    <a:pt x="7684989" y="74191"/>
                  </a:lnTo>
                  <a:lnTo>
                    <a:pt x="7602717" y="98774"/>
                  </a:lnTo>
                  <a:lnTo>
                    <a:pt x="7519577" y="127060"/>
                  </a:lnTo>
                  <a:lnTo>
                    <a:pt x="7437848" y="158983"/>
                  </a:lnTo>
                  <a:lnTo>
                    <a:pt x="7359208" y="194544"/>
                  </a:lnTo>
                  <a:lnTo>
                    <a:pt x="7284728" y="233838"/>
                  </a:lnTo>
                  <a:lnTo>
                    <a:pt x="7214955" y="277078"/>
                  </a:lnTo>
                  <a:lnTo>
                    <a:pt x="7150013" y="324599"/>
                  </a:lnTo>
                  <a:lnTo>
                    <a:pt x="7089718" y="376860"/>
                  </a:lnTo>
                  <a:lnTo>
                    <a:pt x="7033674" y="434432"/>
                  </a:lnTo>
                  <a:lnTo>
                    <a:pt x="6981355" y="497978"/>
                  </a:lnTo>
                  <a:lnTo>
                    <a:pt x="6932163" y="568224"/>
                  </a:lnTo>
                  <a:lnTo>
                    <a:pt x="6885477" y="645900"/>
                  </a:lnTo>
                  <a:lnTo>
                    <a:pt x="6840691" y="731651"/>
                  </a:lnTo>
                  <a:lnTo>
                    <a:pt x="6797255" y="825887"/>
                  </a:lnTo>
                  <a:lnTo>
                    <a:pt x="6786527" y="850840"/>
                  </a:lnTo>
                  <a:lnTo>
                    <a:pt x="6757586" y="921392"/>
                  </a:lnTo>
                  <a:lnTo>
                    <a:pt x="6728888" y="995953"/>
                  </a:lnTo>
                  <a:lnTo>
                    <a:pt x="6700322" y="1074603"/>
                  </a:lnTo>
                  <a:lnTo>
                    <a:pt x="6671793" y="1157383"/>
                  </a:lnTo>
                  <a:lnTo>
                    <a:pt x="6643226" y="1244296"/>
                  </a:lnTo>
                  <a:lnTo>
                    <a:pt x="6614560" y="1335300"/>
                  </a:lnTo>
                  <a:lnTo>
                    <a:pt x="6585746" y="1430304"/>
                  </a:lnTo>
                  <a:lnTo>
                    <a:pt x="6556752" y="1529171"/>
                  </a:lnTo>
                  <a:lnTo>
                    <a:pt x="6527555" y="1631710"/>
                  </a:lnTo>
                  <a:lnTo>
                    <a:pt x="6498146" y="1737681"/>
                  </a:lnTo>
                  <a:lnTo>
                    <a:pt x="6468524" y="1846792"/>
                  </a:lnTo>
                  <a:lnTo>
                    <a:pt x="6438701" y="1958704"/>
                  </a:lnTo>
                  <a:lnTo>
                    <a:pt x="6408694" y="2073032"/>
                  </a:lnTo>
                  <a:lnTo>
                    <a:pt x="6378532" y="2189352"/>
                  </a:lnTo>
                  <a:lnTo>
                    <a:pt x="6348245" y="2307204"/>
                  </a:lnTo>
                  <a:lnTo>
                    <a:pt x="6317873" y="2426104"/>
                  </a:lnTo>
                  <a:lnTo>
                    <a:pt x="6287456" y="2545547"/>
                  </a:lnTo>
                  <a:lnTo>
                    <a:pt x="6257036" y="2665020"/>
                  </a:lnTo>
                  <a:lnTo>
                    <a:pt x="6226656" y="2784010"/>
                  </a:lnTo>
                  <a:lnTo>
                    <a:pt x="6196358" y="2902010"/>
                  </a:lnTo>
                  <a:lnTo>
                    <a:pt x="6166179" y="3018532"/>
                  </a:lnTo>
                  <a:lnTo>
                    <a:pt x="6136153" y="3133115"/>
                  </a:lnTo>
                  <a:lnTo>
                    <a:pt x="6106307" y="3245329"/>
                  </a:lnTo>
                  <a:lnTo>
                    <a:pt x="6076662" y="3354786"/>
                  </a:lnTo>
                  <a:lnTo>
                    <a:pt x="6047227" y="3461139"/>
                  </a:lnTo>
                  <a:lnTo>
                    <a:pt x="6018006" y="3564092"/>
                  </a:lnTo>
                  <a:lnTo>
                    <a:pt x="5988989" y="3663398"/>
                  </a:lnTo>
                  <a:lnTo>
                    <a:pt x="5960156" y="3758861"/>
                  </a:lnTo>
                  <a:lnTo>
                    <a:pt x="5931474" y="3850337"/>
                  </a:lnTo>
                  <a:lnTo>
                    <a:pt x="5902898" y="3937731"/>
                  </a:lnTo>
                  <a:lnTo>
                    <a:pt x="5874369" y="4020994"/>
                  </a:lnTo>
                  <a:lnTo>
                    <a:pt x="5845811" y="4100124"/>
                  </a:lnTo>
                  <a:lnTo>
                    <a:pt x="5817134" y="4175159"/>
                  </a:lnTo>
                  <a:lnTo>
                    <a:pt x="5788228" y="4246173"/>
                  </a:lnTo>
                  <a:lnTo>
                    <a:pt x="5784835" y="4254202"/>
                  </a:lnTo>
                  <a:lnTo>
                    <a:pt x="5741663" y="4350581"/>
                  </a:lnTo>
                  <a:lnTo>
                    <a:pt x="5697264" y="4438433"/>
                  </a:lnTo>
                  <a:lnTo>
                    <a:pt x="5651109" y="4518078"/>
                  </a:lnTo>
                  <a:lnTo>
                    <a:pt x="5602603" y="4590119"/>
                  </a:lnTo>
                  <a:lnTo>
                    <a:pt x="5551126" y="4655274"/>
                  </a:lnTo>
                  <a:lnTo>
                    <a:pt x="5496069" y="4714278"/>
                  </a:lnTo>
                  <a:lnTo>
                    <a:pt x="5436882" y="4767812"/>
                  </a:lnTo>
                  <a:lnTo>
                    <a:pt x="5373132" y="4816473"/>
                  </a:lnTo>
                  <a:lnTo>
                    <a:pt x="5304571" y="4860750"/>
                  </a:lnTo>
                  <a:lnTo>
                    <a:pt x="5231238" y="4901008"/>
                  </a:lnTo>
                  <a:lnTo>
                    <a:pt x="5153562" y="4937491"/>
                  </a:lnTo>
                  <a:lnTo>
                    <a:pt x="5072475" y="4970323"/>
                  </a:lnTo>
                  <a:lnTo>
                    <a:pt x="4989497" y="4999524"/>
                  </a:lnTo>
                  <a:lnTo>
                    <a:pt x="4906763" y="5025043"/>
                  </a:lnTo>
                  <a:lnTo>
                    <a:pt x="4826938" y="5046797"/>
                  </a:lnTo>
                  <a:lnTo>
                    <a:pt x="4752993" y="5064737"/>
                  </a:lnTo>
                  <a:lnTo>
                    <a:pt x="4687842" y="5078904"/>
                  </a:lnTo>
                  <a:lnTo>
                    <a:pt x="4633893" y="5089478"/>
                  </a:lnTo>
                  <a:lnTo>
                    <a:pt x="4592611" y="5096807"/>
                  </a:lnTo>
                  <a:lnTo>
                    <a:pt x="4564208" y="5101392"/>
                  </a:lnTo>
                  <a:lnTo>
                    <a:pt x="4547537" y="5103847"/>
                  </a:lnTo>
                  <a:lnTo>
                    <a:pt x="4540168" y="5104840"/>
                  </a:lnTo>
                  <a:lnTo>
                    <a:pt x="4538543" y="5105042"/>
                  </a:lnTo>
                  <a:lnTo>
                    <a:pt x="4016409" y="5105042"/>
                  </a:lnTo>
                  <a:lnTo>
                    <a:pt x="4015139" y="5105043"/>
                  </a:lnTo>
                  <a:lnTo>
                    <a:pt x="4006838" y="5105048"/>
                  </a:lnTo>
                  <a:lnTo>
                    <a:pt x="3986086" y="5105062"/>
                  </a:lnTo>
                  <a:lnTo>
                    <a:pt x="3949427" y="5105088"/>
                  </a:lnTo>
                  <a:lnTo>
                    <a:pt x="3895682" y="5105132"/>
                  </a:lnTo>
                  <a:lnTo>
                    <a:pt x="3826011" y="5105197"/>
                  </a:lnTo>
                  <a:lnTo>
                    <a:pt x="3743510" y="5105283"/>
                  </a:lnTo>
                  <a:lnTo>
                    <a:pt x="3652438" y="5105391"/>
                  </a:lnTo>
                  <a:lnTo>
                    <a:pt x="3557311" y="5105521"/>
                  </a:lnTo>
                  <a:lnTo>
                    <a:pt x="3462152" y="5105673"/>
                  </a:lnTo>
                  <a:lnTo>
                    <a:pt x="3370044" y="5105846"/>
                  </a:lnTo>
                  <a:lnTo>
                    <a:pt x="3283005" y="5106040"/>
                  </a:lnTo>
                  <a:lnTo>
                    <a:pt x="3202075" y="5106258"/>
                  </a:lnTo>
                  <a:lnTo>
                    <a:pt x="3127524" y="5106500"/>
                  </a:lnTo>
                  <a:lnTo>
                    <a:pt x="3059070" y="5106770"/>
                  </a:lnTo>
                  <a:lnTo>
                    <a:pt x="2996072" y="5107073"/>
                  </a:lnTo>
                  <a:lnTo>
                    <a:pt x="2937691" y="5107412"/>
                  </a:lnTo>
                  <a:lnTo>
                    <a:pt x="2882995" y="5107792"/>
                  </a:lnTo>
                  <a:lnTo>
                    <a:pt x="2831050" y="5108219"/>
                  </a:lnTo>
                  <a:lnTo>
                    <a:pt x="2780998" y="5108695"/>
                  </a:lnTo>
                  <a:lnTo>
                    <a:pt x="2770117" y="5108807"/>
                  </a:lnTo>
                  <a:lnTo>
                    <a:pt x="2715861" y="5109409"/>
                  </a:lnTo>
                  <a:lnTo>
                    <a:pt x="2662126" y="5110075"/>
                  </a:lnTo>
                  <a:lnTo>
                    <a:pt x="2608326" y="5110806"/>
                  </a:lnTo>
                  <a:lnTo>
                    <a:pt x="2554070" y="5111600"/>
                  </a:lnTo>
                  <a:lnTo>
                    <a:pt x="2499137" y="5112452"/>
                  </a:lnTo>
                  <a:lnTo>
                    <a:pt x="2443455" y="5113357"/>
                  </a:lnTo>
                  <a:lnTo>
                    <a:pt x="2387081" y="5114303"/>
                  </a:lnTo>
                  <a:lnTo>
                    <a:pt x="2330176" y="5115280"/>
                  </a:lnTo>
                  <a:lnTo>
                    <a:pt x="2272977" y="5116272"/>
                  </a:lnTo>
                  <a:lnTo>
                    <a:pt x="2215759" y="5117265"/>
                  </a:lnTo>
                  <a:lnTo>
                    <a:pt x="2158802" y="5118245"/>
                  </a:lnTo>
                  <a:lnTo>
                    <a:pt x="2102348" y="5119196"/>
                  </a:lnTo>
                  <a:lnTo>
                    <a:pt x="2046570" y="5120106"/>
                  </a:lnTo>
                  <a:lnTo>
                    <a:pt x="1991541" y="5120966"/>
                  </a:lnTo>
                  <a:lnTo>
                    <a:pt x="1937206" y="5121768"/>
                  </a:lnTo>
                  <a:lnTo>
                    <a:pt x="1883366" y="5122507"/>
                  </a:lnTo>
                  <a:lnTo>
                    <a:pt x="1829651" y="5123181"/>
                  </a:lnTo>
                  <a:lnTo>
                    <a:pt x="1775503" y="5123792"/>
                  </a:lnTo>
                  <a:lnTo>
                    <a:pt x="1768425" y="5123866"/>
                  </a:lnTo>
                  <a:lnTo>
                    <a:pt x="1718691" y="5124353"/>
                  </a:lnTo>
                  <a:lnTo>
                    <a:pt x="1667234" y="5124791"/>
                  </a:lnTo>
                  <a:lnTo>
                    <a:pt x="1613225" y="5125181"/>
                  </a:lnTo>
                  <a:lnTo>
                    <a:pt x="1555740" y="5125529"/>
                  </a:lnTo>
                  <a:lnTo>
                    <a:pt x="1493840" y="5125839"/>
                  </a:lnTo>
                  <a:lnTo>
                    <a:pt x="1426655" y="5126116"/>
                  </a:lnTo>
                  <a:lnTo>
                    <a:pt x="1353492" y="5126364"/>
                  </a:lnTo>
                  <a:lnTo>
                    <a:pt x="1273972" y="5126587"/>
                  </a:lnTo>
                  <a:lnTo>
                    <a:pt x="1188224" y="5126786"/>
                  </a:lnTo>
                  <a:lnTo>
                    <a:pt x="1097099" y="5126964"/>
                  </a:lnTo>
                  <a:lnTo>
                    <a:pt x="1002386" y="5127120"/>
                  </a:lnTo>
                  <a:lnTo>
                    <a:pt x="906934" y="5127255"/>
                  </a:lnTo>
                  <a:lnTo>
                    <a:pt x="814585" y="5127369"/>
                  </a:lnTo>
                  <a:lnTo>
                    <a:pt x="729799" y="5127459"/>
                  </a:lnTo>
                  <a:lnTo>
                    <a:pt x="656971" y="5127528"/>
                  </a:lnTo>
                  <a:lnTo>
                    <a:pt x="599530" y="5127576"/>
                  </a:lnTo>
                  <a:lnTo>
                    <a:pt x="559111" y="5127607"/>
                  </a:lnTo>
                  <a:lnTo>
                    <a:pt x="535065" y="5127623"/>
                  </a:lnTo>
                  <a:lnTo>
                    <a:pt x="524415" y="5127630"/>
                  </a:lnTo>
                  <a:lnTo>
                    <a:pt x="522133" y="5127631"/>
                  </a:lnTo>
                  <a:lnTo>
                    <a:pt x="0" y="5127631"/>
                  </a:lnTo>
                  <a:close/>
                </a:path>
              </a:pathLst>
            </a:custGeom>
            <a:solidFill>
              <a:srgbClr val="F3BA99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1857" name="pl1857"/>
            <p:cNvSpPr/>
            <p:nvPr/>
          </p:nvSpPr>
          <p:spPr>
            <a:xfrm>
              <a:off x="386606" y="632122"/>
              <a:ext cx="8554953" cy="5127631"/>
            </a:xfrm>
            <a:custGeom>
              <a:avLst/>
              <a:pathLst>
                <a:path w="8554953" h="5127631">
                  <a:moveTo>
                    <a:pt x="0" y="5127631"/>
                  </a:moveTo>
                  <a:lnTo>
                    <a:pt x="522133" y="5127631"/>
                  </a:lnTo>
                  <a:lnTo>
                    <a:pt x="523403" y="5127630"/>
                  </a:lnTo>
                  <a:lnTo>
                    <a:pt x="531704" y="5127625"/>
                  </a:lnTo>
                  <a:lnTo>
                    <a:pt x="552456" y="5127612"/>
                  </a:lnTo>
                  <a:lnTo>
                    <a:pt x="589116" y="5127585"/>
                  </a:lnTo>
                  <a:lnTo>
                    <a:pt x="642860" y="5127541"/>
                  </a:lnTo>
                  <a:lnTo>
                    <a:pt x="712531" y="5127476"/>
                  </a:lnTo>
                  <a:lnTo>
                    <a:pt x="795032" y="5127391"/>
                  </a:lnTo>
                  <a:lnTo>
                    <a:pt x="886104" y="5127282"/>
                  </a:lnTo>
                  <a:lnTo>
                    <a:pt x="981231" y="5127152"/>
                  </a:lnTo>
                  <a:lnTo>
                    <a:pt x="1076390" y="5127000"/>
                  </a:lnTo>
                  <a:lnTo>
                    <a:pt x="1168498" y="5126827"/>
                  </a:lnTo>
                  <a:lnTo>
                    <a:pt x="1255537" y="5126633"/>
                  </a:lnTo>
                  <a:lnTo>
                    <a:pt x="1336467" y="5126415"/>
                  </a:lnTo>
                  <a:lnTo>
                    <a:pt x="1411018" y="5126173"/>
                  </a:lnTo>
                  <a:lnTo>
                    <a:pt x="1479473" y="5125903"/>
                  </a:lnTo>
                  <a:lnTo>
                    <a:pt x="1542470" y="5125600"/>
                  </a:lnTo>
                  <a:lnTo>
                    <a:pt x="1600851" y="5125261"/>
                  </a:lnTo>
                  <a:lnTo>
                    <a:pt x="1655547" y="5124881"/>
                  </a:lnTo>
                  <a:lnTo>
                    <a:pt x="1707492" y="5124454"/>
                  </a:lnTo>
                  <a:lnTo>
                    <a:pt x="1757544" y="5123978"/>
                  </a:lnTo>
                  <a:lnTo>
                    <a:pt x="1768425" y="5123866"/>
                  </a:lnTo>
                  <a:lnTo>
                    <a:pt x="1822681" y="5123264"/>
                  </a:lnTo>
                  <a:lnTo>
                    <a:pt x="1876416" y="5122598"/>
                  </a:lnTo>
                  <a:lnTo>
                    <a:pt x="1930216" y="5121867"/>
                  </a:lnTo>
                  <a:lnTo>
                    <a:pt x="1984472" y="5121073"/>
                  </a:lnTo>
                  <a:lnTo>
                    <a:pt x="2039405" y="5120221"/>
                  </a:lnTo>
                  <a:lnTo>
                    <a:pt x="2095087" y="5119316"/>
                  </a:lnTo>
                  <a:lnTo>
                    <a:pt x="2151462" y="5118370"/>
                  </a:lnTo>
                  <a:lnTo>
                    <a:pt x="2208366" y="5117393"/>
                  </a:lnTo>
                  <a:lnTo>
                    <a:pt x="2265566" y="5116401"/>
                  </a:lnTo>
                  <a:lnTo>
                    <a:pt x="2322783" y="5115408"/>
                  </a:lnTo>
                  <a:lnTo>
                    <a:pt x="2379740" y="5114428"/>
                  </a:lnTo>
                  <a:lnTo>
                    <a:pt x="2436194" y="5113477"/>
                  </a:lnTo>
                  <a:lnTo>
                    <a:pt x="2491972" y="5112567"/>
                  </a:lnTo>
                  <a:lnTo>
                    <a:pt x="2547001" y="5111707"/>
                  </a:lnTo>
                  <a:lnTo>
                    <a:pt x="2601336" y="5110905"/>
                  </a:lnTo>
                  <a:lnTo>
                    <a:pt x="2655176" y="5110166"/>
                  </a:lnTo>
                  <a:lnTo>
                    <a:pt x="2708891" y="5109492"/>
                  </a:lnTo>
                  <a:lnTo>
                    <a:pt x="2763039" y="5108881"/>
                  </a:lnTo>
                  <a:lnTo>
                    <a:pt x="2770117" y="5108807"/>
                  </a:lnTo>
                  <a:lnTo>
                    <a:pt x="2819851" y="5108320"/>
                  </a:lnTo>
                  <a:lnTo>
                    <a:pt x="2871308" y="5107882"/>
                  </a:lnTo>
                  <a:lnTo>
                    <a:pt x="2925317" y="5107492"/>
                  </a:lnTo>
                  <a:lnTo>
                    <a:pt x="2982802" y="5107144"/>
                  </a:lnTo>
                  <a:lnTo>
                    <a:pt x="3044702" y="5106834"/>
                  </a:lnTo>
                  <a:lnTo>
                    <a:pt x="3111887" y="5106557"/>
                  </a:lnTo>
                  <a:lnTo>
                    <a:pt x="3185051" y="5106309"/>
                  </a:lnTo>
                  <a:lnTo>
                    <a:pt x="3264570" y="5106086"/>
                  </a:lnTo>
                  <a:lnTo>
                    <a:pt x="3350319" y="5105887"/>
                  </a:lnTo>
                  <a:lnTo>
                    <a:pt x="3441443" y="5105709"/>
                  </a:lnTo>
                  <a:lnTo>
                    <a:pt x="3536156" y="5105553"/>
                  </a:lnTo>
                  <a:lnTo>
                    <a:pt x="3631608" y="5105418"/>
                  </a:lnTo>
                  <a:lnTo>
                    <a:pt x="3723958" y="5105305"/>
                  </a:lnTo>
                  <a:lnTo>
                    <a:pt x="3808743" y="5105214"/>
                  </a:lnTo>
                  <a:lnTo>
                    <a:pt x="3881571" y="5105145"/>
                  </a:lnTo>
                  <a:lnTo>
                    <a:pt x="3939013" y="5105097"/>
                  </a:lnTo>
                  <a:lnTo>
                    <a:pt x="3979431" y="5105066"/>
                  </a:lnTo>
                  <a:lnTo>
                    <a:pt x="4003477" y="5105050"/>
                  </a:lnTo>
                  <a:lnTo>
                    <a:pt x="4014128" y="5105043"/>
                  </a:lnTo>
                  <a:lnTo>
                    <a:pt x="4016395" y="5105042"/>
                  </a:lnTo>
                  <a:lnTo>
                    <a:pt x="4016409" y="5105042"/>
                  </a:lnTo>
                  <a:lnTo>
                    <a:pt x="4538543" y="5105042"/>
                  </a:lnTo>
                  <a:lnTo>
                    <a:pt x="4539385" y="5104939"/>
                  </a:lnTo>
                  <a:lnTo>
                    <a:pt x="4544938" y="5104206"/>
                  </a:lnTo>
                  <a:lnTo>
                    <a:pt x="4559003" y="5102181"/>
                  </a:lnTo>
                  <a:lnTo>
                    <a:pt x="4584305" y="5098191"/>
                  </a:lnTo>
                  <a:lnTo>
                    <a:pt x="4622328" y="5091602"/>
                  </a:lnTo>
                  <a:lnTo>
                    <a:pt x="4673195" y="5081880"/>
                  </a:lnTo>
                  <a:lnTo>
                    <a:pt x="4735735" y="5068637"/>
                  </a:lnTo>
                  <a:lnTo>
                    <a:pt x="4807737" y="5051652"/>
                  </a:lnTo>
                  <a:lnTo>
                    <a:pt x="4886373" y="5030851"/>
                  </a:lnTo>
                  <a:lnTo>
                    <a:pt x="4968645" y="5006268"/>
                  </a:lnTo>
                  <a:lnTo>
                    <a:pt x="5051785" y="4977982"/>
                  </a:lnTo>
                  <a:lnTo>
                    <a:pt x="5133514" y="4946058"/>
                  </a:lnTo>
                  <a:lnTo>
                    <a:pt x="5212154" y="4910498"/>
                  </a:lnTo>
                  <a:lnTo>
                    <a:pt x="5286634" y="4871203"/>
                  </a:lnTo>
                  <a:lnTo>
                    <a:pt x="5356407" y="4827964"/>
                  </a:lnTo>
                  <a:lnTo>
                    <a:pt x="5421349" y="4780442"/>
                  </a:lnTo>
                  <a:lnTo>
                    <a:pt x="5481644" y="4728181"/>
                  </a:lnTo>
                  <a:lnTo>
                    <a:pt x="5537688" y="4670610"/>
                  </a:lnTo>
                  <a:lnTo>
                    <a:pt x="5590007" y="4607064"/>
                  </a:lnTo>
                  <a:lnTo>
                    <a:pt x="5639198" y="4536818"/>
                  </a:lnTo>
                  <a:lnTo>
                    <a:pt x="5685885" y="4459142"/>
                  </a:lnTo>
                  <a:lnTo>
                    <a:pt x="5730671" y="4373391"/>
                  </a:lnTo>
                  <a:lnTo>
                    <a:pt x="5774107" y="4279155"/>
                  </a:lnTo>
                  <a:lnTo>
                    <a:pt x="5784835" y="4254202"/>
                  </a:lnTo>
                  <a:lnTo>
                    <a:pt x="5813776" y="4183650"/>
                  </a:lnTo>
                  <a:lnTo>
                    <a:pt x="5842474" y="4109089"/>
                  </a:lnTo>
                  <a:lnTo>
                    <a:pt x="5871040" y="4030439"/>
                  </a:lnTo>
                  <a:lnTo>
                    <a:pt x="5899569" y="3947659"/>
                  </a:lnTo>
                  <a:lnTo>
                    <a:pt x="5928135" y="3860745"/>
                  </a:lnTo>
                  <a:lnTo>
                    <a:pt x="5956802" y="3769742"/>
                  </a:lnTo>
                  <a:lnTo>
                    <a:pt x="5985616" y="3674737"/>
                  </a:lnTo>
                  <a:lnTo>
                    <a:pt x="6014610" y="3575871"/>
                  </a:lnTo>
                  <a:lnTo>
                    <a:pt x="6043807" y="3473331"/>
                  </a:lnTo>
                  <a:lnTo>
                    <a:pt x="6073216" y="3367361"/>
                  </a:lnTo>
                  <a:lnTo>
                    <a:pt x="6102838" y="3258249"/>
                  </a:lnTo>
                  <a:lnTo>
                    <a:pt x="6132661" y="3146337"/>
                  </a:lnTo>
                  <a:lnTo>
                    <a:pt x="6162668" y="3032009"/>
                  </a:lnTo>
                  <a:lnTo>
                    <a:pt x="6192830" y="2915690"/>
                  </a:lnTo>
                  <a:lnTo>
                    <a:pt x="6223116" y="2797838"/>
                  </a:lnTo>
                  <a:lnTo>
                    <a:pt x="6253489" y="2678938"/>
                  </a:lnTo>
                  <a:lnTo>
                    <a:pt x="6283906" y="2559495"/>
                  </a:lnTo>
                  <a:lnTo>
                    <a:pt x="6314326" y="2440021"/>
                  </a:lnTo>
                  <a:lnTo>
                    <a:pt x="6344705" y="2321032"/>
                  </a:lnTo>
                  <a:lnTo>
                    <a:pt x="6375004" y="2203032"/>
                  </a:lnTo>
                  <a:lnTo>
                    <a:pt x="6405183" y="2086510"/>
                  </a:lnTo>
                  <a:lnTo>
                    <a:pt x="6435209" y="1971927"/>
                  </a:lnTo>
                  <a:lnTo>
                    <a:pt x="6465054" y="1859712"/>
                  </a:lnTo>
                  <a:lnTo>
                    <a:pt x="6494700" y="1750256"/>
                  </a:lnTo>
                  <a:lnTo>
                    <a:pt x="6524135" y="1643903"/>
                  </a:lnTo>
                  <a:lnTo>
                    <a:pt x="6553356" y="1540950"/>
                  </a:lnTo>
                  <a:lnTo>
                    <a:pt x="6582373" y="1441644"/>
                  </a:lnTo>
                  <a:lnTo>
                    <a:pt x="6611206" y="1346180"/>
                  </a:lnTo>
                  <a:lnTo>
                    <a:pt x="6639888" y="1254705"/>
                  </a:lnTo>
                  <a:lnTo>
                    <a:pt x="6668464" y="1167311"/>
                  </a:lnTo>
                  <a:lnTo>
                    <a:pt x="6696993" y="1084048"/>
                  </a:lnTo>
                  <a:lnTo>
                    <a:pt x="6725551" y="1004918"/>
                  </a:lnTo>
                  <a:lnTo>
                    <a:pt x="6754228" y="929883"/>
                  </a:lnTo>
                  <a:lnTo>
                    <a:pt x="6783134" y="858868"/>
                  </a:lnTo>
                  <a:lnTo>
                    <a:pt x="6786527" y="850840"/>
                  </a:lnTo>
                  <a:lnTo>
                    <a:pt x="6829699" y="754460"/>
                  </a:lnTo>
                  <a:lnTo>
                    <a:pt x="6874098" y="666609"/>
                  </a:lnTo>
                  <a:lnTo>
                    <a:pt x="6920253" y="586964"/>
                  </a:lnTo>
                  <a:lnTo>
                    <a:pt x="6968759" y="514923"/>
                  </a:lnTo>
                  <a:lnTo>
                    <a:pt x="7020236" y="449767"/>
                  </a:lnTo>
                  <a:lnTo>
                    <a:pt x="7075293" y="390764"/>
                  </a:lnTo>
                  <a:lnTo>
                    <a:pt x="7134480" y="337230"/>
                  </a:lnTo>
                  <a:lnTo>
                    <a:pt x="7198230" y="288568"/>
                  </a:lnTo>
                  <a:lnTo>
                    <a:pt x="7266791" y="244292"/>
                  </a:lnTo>
                  <a:lnTo>
                    <a:pt x="7340124" y="204034"/>
                  </a:lnTo>
                  <a:lnTo>
                    <a:pt x="7417800" y="167551"/>
                  </a:lnTo>
                  <a:lnTo>
                    <a:pt x="7498887" y="134719"/>
                  </a:lnTo>
                  <a:lnTo>
                    <a:pt x="7581865" y="105518"/>
                  </a:lnTo>
                  <a:lnTo>
                    <a:pt x="7664599" y="79999"/>
                  </a:lnTo>
                  <a:lnTo>
                    <a:pt x="7744424" y="58244"/>
                  </a:lnTo>
                  <a:lnTo>
                    <a:pt x="7818369" y="40304"/>
                  </a:lnTo>
                  <a:lnTo>
                    <a:pt x="7883520" y="26138"/>
                  </a:lnTo>
                  <a:lnTo>
                    <a:pt x="7937469" y="15564"/>
                  </a:lnTo>
                  <a:lnTo>
                    <a:pt x="7978751" y="8235"/>
                  </a:lnTo>
                  <a:lnTo>
                    <a:pt x="8007154" y="3650"/>
                  </a:lnTo>
                  <a:lnTo>
                    <a:pt x="8023824" y="1195"/>
                  </a:lnTo>
                  <a:lnTo>
                    <a:pt x="8031194" y="202"/>
                  </a:lnTo>
                  <a:lnTo>
                    <a:pt x="8032805" y="1"/>
                  </a:lnTo>
                  <a:lnTo>
                    <a:pt x="8032819" y="0"/>
                  </a:lnTo>
                  <a:lnTo>
                    <a:pt x="8554953" y="0"/>
                  </a:lnTo>
                  <a:lnTo>
                    <a:pt x="8554953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858" name="pl1858"/>
            <p:cNvSpPr/>
            <p:nvPr/>
          </p:nvSpPr>
          <p:spPr>
            <a:xfrm>
              <a:off x="386606" y="626475"/>
              <a:ext cx="8554953" cy="5127631"/>
            </a:xfrm>
            <a:custGeom>
              <a:avLst/>
              <a:pathLst>
                <a:path w="8554953" h="5127631">
                  <a:moveTo>
                    <a:pt x="8554953" y="0"/>
                  </a:moveTo>
                  <a:lnTo>
                    <a:pt x="8032819" y="0"/>
                  </a:lnTo>
                  <a:lnTo>
                    <a:pt x="8031977" y="102"/>
                  </a:lnTo>
                  <a:lnTo>
                    <a:pt x="8026423" y="835"/>
                  </a:lnTo>
                  <a:lnTo>
                    <a:pt x="8012359" y="2861"/>
                  </a:lnTo>
                  <a:lnTo>
                    <a:pt x="7987057" y="6851"/>
                  </a:lnTo>
                  <a:lnTo>
                    <a:pt x="7949034" y="13440"/>
                  </a:lnTo>
                  <a:lnTo>
                    <a:pt x="7898167" y="23162"/>
                  </a:lnTo>
                  <a:lnTo>
                    <a:pt x="7835627" y="36404"/>
                  </a:lnTo>
                  <a:lnTo>
                    <a:pt x="7763624" y="53390"/>
                  </a:lnTo>
                  <a:lnTo>
                    <a:pt x="7684989" y="74191"/>
                  </a:lnTo>
                  <a:lnTo>
                    <a:pt x="7602717" y="98774"/>
                  </a:lnTo>
                  <a:lnTo>
                    <a:pt x="7519577" y="127060"/>
                  </a:lnTo>
                  <a:lnTo>
                    <a:pt x="7437848" y="158983"/>
                  </a:lnTo>
                  <a:lnTo>
                    <a:pt x="7359208" y="194544"/>
                  </a:lnTo>
                  <a:lnTo>
                    <a:pt x="7284728" y="233838"/>
                  </a:lnTo>
                  <a:lnTo>
                    <a:pt x="7214955" y="277078"/>
                  </a:lnTo>
                  <a:lnTo>
                    <a:pt x="7150013" y="324599"/>
                  </a:lnTo>
                  <a:lnTo>
                    <a:pt x="7089718" y="376860"/>
                  </a:lnTo>
                  <a:lnTo>
                    <a:pt x="7033674" y="434432"/>
                  </a:lnTo>
                  <a:lnTo>
                    <a:pt x="6981355" y="497978"/>
                  </a:lnTo>
                  <a:lnTo>
                    <a:pt x="6932163" y="568224"/>
                  </a:lnTo>
                  <a:lnTo>
                    <a:pt x="6885477" y="645900"/>
                  </a:lnTo>
                  <a:lnTo>
                    <a:pt x="6840691" y="731651"/>
                  </a:lnTo>
                  <a:lnTo>
                    <a:pt x="6797255" y="825887"/>
                  </a:lnTo>
                  <a:lnTo>
                    <a:pt x="6786527" y="850840"/>
                  </a:lnTo>
                  <a:lnTo>
                    <a:pt x="6757586" y="921392"/>
                  </a:lnTo>
                  <a:lnTo>
                    <a:pt x="6728888" y="995953"/>
                  </a:lnTo>
                  <a:lnTo>
                    <a:pt x="6700322" y="1074603"/>
                  </a:lnTo>
                  <a:lnTo>
                    <a:pt x="6671793" y="1157383"/>
                  </a:lnTo>
                  <a:lnTo>
                    <a:pt x="6643226" y="1244296"/>
                  </a:lnTo>
                  <a:lnTo>
                    <a:pt x="6614560" y="1335300"/>
                  </a:lnTo>
                  <a:lnTo>
                    <a:pt x="6585746" y="1430304"/>
                  </a:lnTo>
                  <a:lnTo>
                    <a:pt x="6556752" y="1529171"/>
                  </a:lnTo>
                  <a:lnTo>
                    <a:pt x="6527555" y="1631710"/>
                  </a:lnTo>
                  <a:lnTo>
                    <a:pt x="6498146" y="1737681"/>
                  </a:lnTo>
                  <a:lnTo>
                    <a:pt x="6468524" y="1846792"/>
                  </a:lnTo>
                  <a:lnTo>
                    <a:pt x="6438701" y="1958704"/>
                  </a:lnTo>
                  <a:lnTo>
                    <a:pt x="6408694" y="2073032"/>
                  </a:lnTo>
                  <a:lnTo>
                    <a:pt x="6378532" y="2189352"/>
                  </a:lnTo>
                  <a:lnTo>
                    <a:pt x="6348245" y="2307204"/>
                  </a:lnTo>
                  <a:lnTo>
                    <a:pt x="6317873" y="2426104"/>
                  </a:lnTo>
                  <a:lnTo>
                    <a:pt x="6287456" y="2545547"/>
                  </a:lnTo>
                  <a:lnTo>
                    <a:pt x="6257036" y="2665020"/>
                  </a:lnTo>
                  <a:lnTo>
                    <a:pt x="6226656" y="2784010"/>
                  </a:lnTo>
                  <a:lnTo>
                    <a:pt x="6196358" y="2902010"/>
                  </a:lnTo>
                  <a:lnTo>
                    <a:pt x="6166179" y="3018532"/>
                  </a:lnTo>
                  <a:lnTo>
                    <a:pt x="6136153" y="3133115"/>
                  </a:lnTo>
                  <a:lnTo>
                    <a:pt x="6106307" y="3245329"/>
                  </a:lnTo>
                  <a:lnTo>
                    <a:pt x="6076662" y="3354786"/>
                  </a:lnTo>
                  <a:lnTo>
                    <a:pt x="6047227" y="3461139"/>
                  </a:lnTo>
                  <a:lnTo>
                    <a:pt x="6018006" y="3564092"/>
                  </a:lnTo>
                  <a:lnTo>
                    <a:pt x="5988989" y="3663398"/>
                  </a:lnTo>
                  <a:lnTo>
                    <a:pt x="5960156" y="3758861"/>
                  </a:lnTo>
                  <a:lnTo>
                    <a:pt x="5931474" y="3850337"/>
                  </a:lnTo>
                  <a:lnTo>
                    <a:pt x="5902898" y="3937731"/>
                  </a:lnTo>
                  <a:lnTo>
                    <a:pt x="5874369" y="4020994"/>
                  </a:lnTo>
                  <a:lnTo>
                    <a:pt x="5845811" y="4100124"/>
                  </a:lnTo>
                  <a:lnTo>
                    <a:pt x="5817134" y="4175159"/>
                  </a:lnTo>
                  <a:lnTo>
                    <a:pt x="5788228" y="4246173"/>
                  </a:lnTo>
                  <a:lnTo>
                    <a:pt x="5784835" y="4254202"/>
                  </a:lnTo>
                  <a:lnTo>
                    <a:pt x="5741663" y="4350581"/>
                  </a:lnTo>
                  <a:lnTo>
                    <a:pt x="5697264" y="4438433"/>
                  </a:lnTo>
                  <a:lnTo>
                    <a:pt x="5651109" y="4518078"/>
                  </a:lnTo>
                  <a:lnTo>
                    <a:pt x="5602603" y="4590119"/>
                  </a:lnTo>
                  <a:lnTo>
                    <a:pt x="5551126" y="4655274"/>
                  </a:lnTo>
                  <a:lnTo>
                    <a:pt x="5496069" y="4714278"/>
                  </a:lnTo>
                  <a:lnTo>
                    <a:pt x="5436882" y="4767812"/>
                  </a:lnTo>
                  <a:lnTo>
                    <a:pt x="5373132" y="4816473"/>
                  </a:lnTo>
                  <a:lnTo>
                    <a:pt x="5304571" y="4860750"/>
                  </a:lnTo>
                  <a:lnTo>
                    <a:pt x="5231238" y="4901008"/>
                  </a:lnTo>
                  <a:lnTo>
                    <a:pt x="5153562" y="4937491"/>
                  </a:lnTo>
                  <a:lnTo>
                    <a:pt x="5072475" y="4970323"/>
                  </a:lnTo>
                  <a:lnTo>
                    <a:pt x="4989497" y="4999524"/>
                  </a:lnTo>
                  <a:lnTo>
                    <a:pt x="4906763" y="5025043"/>
                  </a:lnTo>
                  <a:lnTo>
                    <a:pt x="4826938" y="5046797"/>
                  </a:lnTo>
                  <a:lnTo>
                    <a:pt x="4752993" y="5064737"/>
                  </a:lnTo>
                  <a:lnTo>
                    <a:pt x="4687842" y="5078904"/>
                  </a:lnTo>
                  <a:lnTo>
                    <a:pt x="4633893" y="5089478"/>
                  </a:lnTo>
                  <a:lnTo>
                    <a:pt x="4592611" y="5096807"/>
                  </a:lnTo>
                  <a:lnTo>
                    <a:pt x="4564208" y="5101392"/>
                  </a:lnTo>
                  <a:lnTo>
                    <a:pt x="4547537" y="5103847"/>
                  </a:lnTo>
                  <a:lnTo>
                    <a:pt x="4540168" y="5104840"/>
                  </a:lnTo>
                  <a:lnTo>
                    <a:pt x="4538556" y="5105041"/>
                  </a:lnTo>
                  <a:lnTo>
                    <a:pt x="4538543" y="5105042"/>
                  </a:lnTo>
                  <a:lnTo>
                    <a:pt x="4016409" y="5105042"/>
                  </a:lnTo>
                  <a:lnTo>
                    <a:pt x="4015139" y="5105043"/>
                  </a:lnTo>
                  <a:lnTo>
                    <a:pt x="4006838" y="5105048"/>
                  </a:lnTo>
                  <a:lnTo>
                    <a:pt x="3986086" y="5105062"/>
                  </a:lnTo>
                  <a:lnTo>
                    <a:pt x="3949427" y="5105088"/>
                  </a:lnTo>
                  <a:lnTo>
                    <a:pt x="3895682" y="5105132"/>
                  </a:lnTo>
                  <a:lnTo>
                    <a:pt x="3826011" y="5105197"/>
                  </a:lnTo>
                  <a:lnTo>
                    <a:pt x="3743510" y="5105283"/>
                  </a:lnTo>
                  <a:lnTo>
                    <a:pt x="3652438" y="5105391"/>
                  </a:lnTo>
                  <a:lnTo>
                    <a:pt x="3557311" y="5105521"/>
                  </a:lnTo>
                  <a:lnTo>
                    <a:pt x="3462152" y="5105673"/>
                  </a:lnTo>
                  <a:lnTo>
                    <a:pt x="3370044" y="5105846"/>
                  </a:lnTo>
                  <a:lnTo>
                    <a:pt x="3283005" y="5106040"/>
                  </a:lnTo>
                  <a:lnTo>
                    <a:pt x="3202075" y="5106258"/>
                  </a:lnTo>
                  <a:lnTo>
                    <a:pt x="3127524" y="5106500"/>
                  </a:lnTo>
                  <a:lnTo>
                    <a:pt x="3059070" y="5106770"/>
                  </a:lnTo>
                  <a:lnTo>
                    <a:pt x="2996072" y="5107073"/>
                  </a:lnTo>
                  <a:lnTo>
                    <a:pt x="2937691" y="5107412"/>
                  </a:lnTo>
                  <a:lnTo>
                    <a:pt x="2882995" y="5107792"/>
                  </a:lnTo>
                  <a:lnTo>
                    <a:pt x="2831050" y="5108219"/>
                  </a:lnTo>
                  <a:lnTo>
                    <a:pt x="2780998" y="5108695"/>
                  </a:lnTo>
                  <a:lnTo>
                    <a:pt x="2770117" y="5108807"/>
                  </a:lnTo>
                  <a:lnTo>
                    <a:pt x="2715861" y="5109409"/>
                  </a:lnTo>
                  <a:lnTo>
                    <a:pt x="2662126" y="5110075"/>
                  </a:lnTo>
                  <a:lnTo>
                    <a:pt x="2608326" y="5110806"/>
                  </a:lnTo>
                  <a:lnTo>
                    <a:pt x="2554070" y="5111600"/>
                  </a:lnTo>
                  <a:lnTo>
                    <a:pt x="2499137" y="5112452"/>
                  </a:lnTo>
                  <a:lnTo>
                    <a:pt x="2443455" y="5113357"/>
                  </a:lnTo>
                  <a:lnTo>
                    <a:pt x="2387081" y="5114303"/>
                  </a:lnTo>
                  <a:lnTo>
                    <a:pt x="2330176" y="5115280"/>
                  </a:lnTo>
                  <a:lnTo>
                    <a:pt x="2272977" y="5116272"/>
                  </a:lnTo>
                  <a:lnTo>
                    <a:pt x="2215759" y="5117265"/>
                  </a:lnTo>
                  <a:lnTo>
                    <a:pt x="2158802" y="5118245"/>
                  </a:lnTo>
                  <a:lnTo>
                    <a:pt x="2102348" y="5119196"/>
                  </a:lnTo>
                  <a:lnTo>
                    <a:pt x="2046570" y="5120106"/>
                  </a:lnTo>
                  <a:lnTo>
                    <a:pt x="1991541" y="5120966"/>
                  </a:lnTo>
                  <a:lnTo>
                    <a:pt x="1937206" y="5121768"/>
                  </a:lnTo>
                  <a:lnTo>
                    <a:pt x="1883366" y="5122507"/>
                  </a:lnTo>
                  <a:lnTo>
                    <a:pt x="1829651" y="5123181"/>
                  </a:lnTo>
                  <a:lnTo>
                    <a:pt x="1775503" y="5123792"/>
                  </a:lnTo>
                  <a:lnTo>
                    <a:pt x="1768425" y="5123866"/>
                  </a:lnTo>
                  <a:lnTo>
                    <a:pt x="1718691" y="5124353"/>
                  </a:lnTo>
                  <a:lnTo>
                    <a:pt x="1667234" y="5124791"/>
                  </a:lnTo>
                  <a:lnTo>
                    <a:pt x="1613225" y="5125181"/>
                  </a:lnTo>
                  <a:lnTo>
                    <a:pt x="1555740" y="5125529"/>
                  </a:lnTo>
                  <a:lnTo>
                    <a:pt x="1493840" y="5125839"/>
                  </a:lnTo>
                  <a:lnTo>
                    <a:pt x="1426655" y="5126116"/>
                  </a:lnTo>
                  <a:lnTo>
                    <a:pt x="1353492" y="5126364"/>
                  </a:lnTo>
                  <a:lnTo>
                    <a:pt x="1273972" y="5126587"/>
                  </a:lnTo>
                  <a:lnTo>
                    <a:pt x="1188224" y="5126786"/>
                  </a:lnTo>
                  <a:lnTo>
                    <a:pt x="1097099" y="5126964"/>
                  </a:lnTo>
                  <a:lnTo>
                    <a:pt x="1002386" y="5127120"/>
                  </a:lnTo>
                  <a:lnTo>
                    <a:pt x="906934" y="5127255"/>
                  </a:lnTo>
                  <a:lnTo>
                    <a:pt x="814585" y="5127369"/>
                  </a:lnTo>
                  <a:lnTo>
                    <a:pt x="729799" y="5127459"/>
                  </a:lnTo>
                  <a:lnTo>
                    <a:pt x="656971" y="5127528"/>
                  </a:lnTo>
                  <a:lnTo>
                    <a:pt x="599530" y="5127576"/>
                  </a:lnTo>
                  <a:lnTo>
                    <a:pt x="559111" y="5127607"/>
                  </a:lnTo>
                  <a:lnTo>
                    <a:pt x="535065" y="5127623"/>
                  </a:lnTo>
                  <a:lnTo>
                    <a:pt x="524415" y="5127630"/>
                  </a:lnTo>
                  <a:lnTo>
                    <a:pt x="522147" y="5127631"/>
                  </a:lnTo>
                  <a:lnTo>
                    <a:pt x="522133" y="5127631"/>
                  </a:lnTo>
                  <a:lnTo>
                    <a:pt x="0" y="5127631"/>
                  </a:lnTo>
                  <a:lnTo>
                    <a:pt x="0" y="5127631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859" name="pg1859"/>
            <p:cNvSpPr/>
            <p:nvPr/>
          </p:nvSpPr>
          <p:spPr>
            <a:xfrm>
              <a:off x="386606" y="632122"/>
              <a:ext cx="8554953" cy="5364812"/>
            </a:xfrm>
            <a:custGeom>
              <a:avLst/>
              <a:pathLst>
                <a:path w="8554953" h="5364812">
                  <a:moveTo>
                    <a:pt x="0" y="5133278"/>
                  </a:moveTo>
                  <a:lnTo>
                    <a:pt x="522133" y="5133278"/>
                  </a:lnTo>
                  <a:lnTo>
                    <a:pt x="523402" y="5133285"/>
                  </a:lnTo>
                  <a:lnTo>
                    <a:pt x="531697" y="5133336"/>
                  </a:lnTo>
                  <a:lnTo>
                    <a:pt x="552436" y="5133476"/>
                  </a:lnTo>
                  <a:lnTo>
                    <a:pt x="589073" y="5133752"/>
                  </a:lnTo>
                  <a:lnTo>
                    <a:pt x="642786" y="5134203"/>
                  </a:lnTo>
                  <a:lnTo>
                    <a:pt x="712422" y="5134860"/>
                  </a:lnTo>
                  <a:lnTo>
                    <a:pt x="794886" y="5135740"/>
                  </a:lnTo>
                  <a:lnTo>
                    <a:pt x="885926" y="5136848"/>
                  </a:lnTo>
                  <a:lnTo>
                    <a:pt x="981026" y="5138183"/>
                  </a:lnTo>
                  <a:lnTo>
                    <a:pt x="1076167" y="5139738"/>
                  </a:lnTo>
                  <a:lnTo>
                    <a:pt x="1168263" y="5141510"/>
                  </a:lnTo>
                  <a:lnTo>
                    <a:pt x="1255298" y="5143503"/>
                  </a:lnTo>
                  <a:lnTo>
                    <a:pt x="1336227" y="5145730"/>
                  </a:lnTo>
                  <a:lnTo>
                    <a:pt x="1410780" y="5148212"/>
                  </a:lnTo>
                  <a:lnTo>
                    <a:pt x="1479239" y="5150982"/>
                  </a:lnTo>
                  <a:lnTo>
                    <a:pt x="1542240" y="5154079"/>
                  </a:lnTo>
                  <a:lnTo>
                    <a:pt x="1600624" y="5157551"/>
                  </a:lnTo>
                  <a:lnTo>
                    <a:pt x="1655320" y="5161449"/>
                  </a:lnTo>
                  <a:lnTo>
                    <a:pt x="1707263" y="5165819"/>
                  </a:lnTo>
                  <a:lnTo>
                    <a:pt x="1757310" y="5170695"/>
                  </a:lnTo>
                  <a:lnTo>
                    <a:pt x="1768425" y="5171867"/>
                  </a:lnTo>
                  <a:lnTo>
                    <a:pt x="1822369" y="5178002"/>
                  </a:lnTo>
                  <a:lnTo>
                    <a:pt x="1875794" y="5184783"/>
                  </a:lnTo>
                  <a:lnTo>
                    <a:pt x="1929278" y="5192219"/>
                  </a:lnTo>
                  <a:lnTo>
                    <a:pt x="1983207" y="5200296"/>
                  </a:lnTo>
                  <a:lnTo>
                    <a:pt x="2037803" y="5208970"/>
                  </a:lnTo>
                  <a:lnTo>
                    <a:pt x="2093140" y="5218172"/>
                  </a:lnTo>
                  <a:lnTo>
                    <a:pt x="2149164" y="5227804"/>
                  </a:lnTo>
                  <a:lnTo>
                    <a:pt x="2205720" y="5237744"/>
                  </a:lnTo>
                  <a:lnTo>
                    <a:pt x="2262580" y="5247853"/>
                  </a:lnTo>
                  <a:lnTo>
                    <a:pt x="2319473" y="5257979"/>
                  </a:lnTo>
                  <a:lnTo>
                    <a:pt x="2376123" y="5267972"/>
                  </a:lnTo>
                  <a:lnTo>
                    <a:pt x="2432290" y="5277688"/>
                  </a:lnTo>
                  <a:lnTo>
                    <a:pt x="2487797" y="5287001"/>
                  </a:lnTo>
                  <a:lnTo>
                    <a:pt x="2542565" y="5295807"/>
                  </a:lnTo>
                  <a:lnTo>
                    <a:pt x="2596637" y="5304029"/>
                  </a:lnTo>
                  <a:lnTo>
                    <a:pt x="2650198" y="5311618"/>
                  </a:lnTo>
                  <a:lnTo>
                    <a:pt x="2703592" y="5318553"/>
                  </a:lnTo>
                  <a:lnTo>
                    <a:pt x="2757351" y="5324838"/>
                  </a:lnTo>
                  <a:lnTo>
                    <a:pt x="2770117" y="5326223"/>
                  </a:lnTo>
                  <a:lnTo>
                    <a:pt x="2819839" y="5331215"/>
                  </a:lnTo>
                  <a:lnTo>
                    <a:pt x="2871283" y="5335697"/>
                  </a:lnTo>
                  <a:lnTo>
                    <a:pt x="2925278" y="5339698"/>
                  </a:lnTo>
                  <a:lnTo>
                    <a:pt x="2982746" y="5343261"/>
                  </a:lnTo>
                  <a:lnTo>
                    <a:pt x="3044626" y="5346439"/>
                  </a:lnTo>
                  <a:lnTo>
                    <a:pt x="3111787" y="5349279"/>
                  </a:lnTo>
                  <a:lnTo>
                    <a:pt x="3184924" y="5351823"/>
                  </a:lnTo>
                  <a:lnTo>
                    <a:pt x="3264414" y="5354105"/>
                  </a:lnTo>
                  <a:lnTo>
                    <a:pt x="3350129" y="5356150"/>
                  </a:lnTo>
                  <a:lnTo>
                    <a:pt x="3441222" y="5357971"/>
                  </a:lnTo>
                  <a:lnTo>
                    <a:pt x="3535906" y="5359575"/>
                  </a:lnTo>
                  <a:lnTo>
                    <a:pt x="3631339" y="5360960"/>
                  </a:lnTo>
                  <a:lnTo>
                    <a:pt x="3723682" y="5362120"/>
                  </a:lnTo>
                  <a:lnTo>
                    <a:pt x="3808479" y="5363051"/>
                  </a:lnTo>
                  <a:lnTo>
                    <a:pt x="3881338" y="5363758"/>
                  </a:lnTo>
                  <a:lnTo>
                    <a:pt x="3938826" y="5364253"/>
                  </a:lnTo>
                  <a:lnTo>
                    <a:pt x="3979302" y="5364565"/>
                  </a:lnTo>
                  <a:lnTo>
                    <a:pt x="4003406" y="5364732"/>
                  </a:lnTo>
                  <a:lnTo>
                    <a:pt x="4014103" y="5364799"/>
                  </a:lnTo>
                  <a:lnTo>
                    <a:pt x="4016409" y="5364812"/>
                  </a:lnTo>
                  <a:lnTo>
                    <a:pt x="4538543" y="5364812"/>
                  </a:lnTo>
                  <a:lnTo>
                    <a:pt x="4539366" y="5364706"/>
                  </a:lnTo>
                  <a:lnTo>
                    <a:pt x="4544799" y="5363955"/>
                  </a:lnTo>
                  <a:lnTo>
                    <a:pt x="4558565" y="5361877"/>
                  </a:lnTo>
                  <a:lnTo>
                    <a:pt x="4583352" y="5357784"/>
                  </a:lnTo>
                  <a:lnTo>
                    <a:pt x="4620642" y="5351023"/>
                  </a:lnTo>
                  <a:lnTo>
                    <a:pt x="4670605" y="5341041"/>
                  </a:lnTo>
                  <a:lnTo>
                    <a:pt x="4732142" y="5327433"/>
                  </a:lnTo>
                  <a:lnTo>
                    <a:pt x="4803134" y="5309964"/>
                  </a:lnTo>
                  <a:lnTo>
                    <a:pt x="4880838" y="5288550"/>
                  </a:lnTo>
                  <a:lnTo>
                    <a:pt x="4962321" y="5263222"/>
                  </a:lnTo>
                  <a:lnTo>
                    <a:pt x="5044852" y="5234060"/>
                  </a:lnTo>
                  <a:lnTo>
                    <a:pt x="5126158" y="5201132"/>
                  </a:lnTo>
                  <a:lnTo>
                    <a:pt x="5204547" y="5164448"/>
                  </a:lnTo>
                  <a:lnTo>
                    <a:pt x="5278917" y="5123920"/>
                  </a:lnTo>
                  <a:lnTo>
                    <a:pt x="5348688" y="5079342"/>
                  </a:lnTo>
                  <a:lnTo>
                    <a:pt x="5413696" y="5030383"/>
                  </a:lnTo>
                  <a:lnTo>
                    <a:pt x="5474094" y="4976589"/>
                  </a:lnTo>
                  <a:lnTo>
                    <a:pt x="5530244" y="4917387"/>
                  </a:lnTo>
                  <a:lnTo>
                    <a:pt x="5582650" y="4852106"/>
                  </a:lnTo>
                  <a:lnTo>
                    <a:pt x="5631889" y="4780010"/>
                  </a:lnTo>
                  <a:lnTo>
                    <a:pt x="5678567" y="4700343"/>
                  </a:lnTo>
                  <a:lnTo>
                    <a:pt x="5723282" y="4612424"/>
                  </a:lnTo>
                  <a:lnTo>
                    <a:pt x="5766581" y="4515777"/>
                  </a:lnTo>
                  <a:lnTo>
                    <a:pt x="5784835" y="4471618"/>
                  </a:lnTo>
                  <a:lnTo>
                    <a:pt x="5813137" y="4399242"/>
                  </a:lnTo>
                  <a:lnTo>
                    <a:pt x="5841204" y="4322845"/>
                  </a:lnTo>
                  <a:lnTo>
                    <a:pt x="5869141" y="4242347"/>
                  </a:lnTo>
                  <a:lnTo>
                    <a:pt x="5897036" y="4157704"/>
                  </a:lnTo>
                  <a:lnTo>
                    <a:pt x="5924962" y="4068911"/>
                  </a:lnTo>
                  <a:lnTo>
                    <a:pt x="5952978" y="3976005"/>
                  </a:lnTo>
                  <a:lnTo>
                    <a:pt x="5981129" y="3879069"/>
                  </a:lnTo>
                  <a:lnTo>
                    <a:pt x="6009449" y="3778231"/>
                  </a:lnTo>
                  <a:lnTo>
                    <a:pt x="6037960" y="3673669"/>
                  </a:lnTo>
                  <a:lnTo>
                    <a:pt x="6066673" y="3565610"/>
                  </a:lnTo>
                  <a:lnTo>
                    <a:pt x="6095589" y="3454330"/>
                  </a:lnTo>
                  <a:lnTo>
                    <a:pt x="6124702" y="3340151"/>
                  </a:lnTo>
                  <a:lnTo>
                    <a:pt x="6153995" y="3223440"/>
                  </a:lnTo>
                  <a:lnTo>
                    <a:pt x="6183446" y="3104603"/>
                  </a:lnTo>
                  <a:lnTo>
                    <a:pt x="6213025" y="2984081"/>
                  </a:lnTo>
                  <a:lnTo>
                    <a:pt x="6242699" y="2862343"/>
                  </a:lnTo>
                  <a:lnTo>
                    <a:pt x="6272430" y="2739879"/>
                  </a:lnTo>
                  <a:lnTo>
                    <a:pt x="6302179" y="2617189"/>
                  </a:lnTo>
                  <a:lnTo>
                    <a:pt x="6331906" y="2494780"/>
                  </a:lnTo>
                  <a:lnTo>
                    <a:pt x="6361571" y="2373151"/>
                  </a:lnTo>
                  <a:lnTo>
                    <a:pt x="6391138" y="2252791"/>
                  </a:lnTo>
                  <a:lnTo>
                    <a:pt x="6420573" y="2134166"/>
                  </a:lnTo>
                  <a:lnTo>
                    <a:pt x="6449848" y="2017712"/>
                  </a:lnTo>
                  <a:lnTo>
                    <a:pt x="6478940" y="1903833"/>
                  </a:lnTo>
                  <a:lnTo>
                    <a:pt x="6507834" y="1792889"/>
                  </a:lnTo>
                  <a:lnTo>
                    <a:pt x="6536525" y="1685200"/>
                  </a:lnTo>
                  <a:lnTo>
                    <a:pt x="6565014" y="1581034"/>
                  </a:lnTo>
                  <a:lnTo>
                    <a:pt x="6593314" y="1480614"/>
                  </a:lnTo>
                  <a:lnTo>
                    <a:pt x="6621448" y="1384113"/>
                  </a:lnTo>
                  <a:lnTo>
                    <a:pt x="6649452" y="1291653"/>
                  </a:lnTo>
                  <a:lnTo>
                    <a:pt x="6677372" y="1203312"/>
                  </a:lnTo>
                  <a:lnTo>
                    <a:pt x="6705268" y="1119122"/>
                  </a:lnTo>
                  <a:lnTo>
                    <a:pt x="6733215" y="1039075"/>
                  </a:lnTo>
                  <a:lnTo>
                    <a:pt x="6761302" y="963121"/>
                  </a:lnTo>
                  <a:lnTo>
                    <a:pt x="6786527" y="898841"/>
                  </a:lnTo>
                  <a:lnTo>
                    <a:pt x="6829366" y="798400"/>
                  </a:lnTo>
                  <a:lnTo>
                    <a:pt x="6873411" y="706777"/>
                  </a:lnTo>
                  <a:lnTo>
                    <a:pt x="6919176" y="623646"/>
                  </a:lnTo>
                  <a:lnTo>
                    <a:pt x="6967242" y="548394"/>
                  </a:lnTo>
                  <a:lnTo>
                    <a:pt x="7018216" y="480283"/>
                  </a:lnTo>
                  <a:lnTo>
                    <a:pt x="7072693" y="418561"/>
                  </a:lnTo>
                  <a:lnTo>
                    <a:pt x="7131215" y="362523"/>
                  </a:lnTo>
                  <a:lnTo>
                    <a:pt x="7194213" y="311554"/>
                  </a:lnTo>
                  <a:lnTo>
                    <a:pt x="7261941" y="265145"/>
                  </a:lnTo>
                  <a:lnTo>
                    <a:pt x="7334382" y="222912"/>
                  </a:lnTo>
                  <a:lnTo>
                    <a:pt x="7411150" y="184597"/>
                  </a:lnTo>
                  <a:lnTo>
                    <a:pt x="7491377" y="150062"/>
                  </a:lnTo>
                  <a:lnTo>
                    <a:pt x="7573628" y="119279"/>
                  </a:lnTo>
                  <a:lnTo>
                    <a:pt x="7655873" y="92296"/>
                  </a:lnTo>
                  <a:lnTo>
                    <a:pt x="7735553" y="69196"/>
                  </a:lnTo>
                  <a:lnTo>
                    <a:pt x="7809781" y="50037"/>
                  </a:lnTo>
                  <a:lnTo>
                    <a:pt x="7875679" y="34792"/>
                  </a:lnTo>
                  <a:lnTo>
                    <a:pt x="7930807" y="23295"/>
                  </a:lnTo>
                  <a:lnTo>
                    <a:pt x="7973589" y="15213"/>
                  </a:lnTo>
                  <a:lnTo>
                    <a:pt x="8003632" y="10050"/>
                  </a:lnTo>
                  <a:lnTo>
                    <a:pt x="8021862" y="7192"/>
                  </a:lnTo>
                  <a:lnTo>
                    <a:pt x="8030470" y="5957"/>
                  </a:lnTo>
                  <a:lnTo>
                    <a:pt x="8032819" y="5647"/>
                  </a:lnTo>
                  <a:lnTo>
                    <a:pt x="8554953" y="5647"/>
                  </a:lnTo>
                  <a:lnTo>
                    <a:pt x="8554953" y="0"/>
                  </a:lnTo>
                  <a:lnTo>
                    <a:pt x="8032819" y="0"/>
                  </a:lnTo>
                  <a:lnTo>
                    <a:pt x="8031996" y="105"/>
                  </a:lnTo>
                  <a:lnTo>
                    <a:pt x="8026563" y="857"/>
                  </a:lnTo>
                  <a:lnTo>
                    <a:pt x="8012797" y="2934"/>
                  </a:lnTo>
                  <a:lnTo>
                    <a:pt x="7988010" y="7028"/>
                  </a:lnTo>
                  <a:lnTo>
                    <a:pt x="7950720" y="13789"/>
                  </a:lnTo>
                  <a:lnTo>
                    <a:pt x="7900757" y="23771"/>
                  </a:lnTo>
                  <a:lnTo>
                    <a:pt x="7839220" y="37378"/>
                  </a:lnTo>
                  <a:lnTo>
                    <a:pt x="7768228" y="54848"/>
                  </a:lnTo>
                  <a:lnTo>
                    <a:pt x="7690524" y="76261"/>
                  </a:lnTo>
                  <a:lnTo>
                    <a:pt x="7609041" y="101589"/>
                  </a:lnTo>
                  <a:lnTo>
                    <a:pt x="7526509" y="130752"/>
                  </a:lnTo>
                  <a:lnTo>
                    <a:pt x="7445204" y="163679"/>
                  </a:lnTo>
                  <a:lnTo>
                    <a:pt x="7366815" y="200363"/>
                  </a:lnTo>
                  <a:lnTo>
                    <a:pt x="7292445" y="240892"/>
                  </a:lnTo>
                  <a:lnTo>
                    <a:pt x="7222674" y="285470"/>
                  </a:lnTo>
                  <a:lnTo>
                    <a:pt x="7157666" y="334428"/>
                  </a:lnTo>
                  <a:lnTo>
                    <a:pt x="7097268" y="388223"/>
                  </a:lnTo>
                  <a:lnTo>
                    <a:pt x="7041118" y="447425"/>
                  </a:lnTo>
                  <a:lnTo>
                    <a:pt x="6988712" y="512705"/>
                  </a:lnTo>
                  <a:lnTo>
                    <a:pt x="6939473" y="584802"/>
                  </a:lnTo>
                  <a:lnTo>
                    <a:pt x="6892795" y="664468"/>
                  </a:lnTo>
                  <a:lnTo>
                    <a:pt x="6848080" y="752387"/>
                  </a:lnTo>
                  <a:lnTo>
                    <a:pt x="6804781" y="849035"/>
                  </a:lnTo>
                  <a:lnTo>
                    <a:pt x="6786527" y="893194"/>
                  </a:lnTo>
                  <a:lnTo>
                    <a:pt x="6758225" y="965569"/>
                  </a:lnTo>
                  <a:lnTo>
                    <a:pt x="6730158" y="1041967"/>
                  </a:lnTo>
                  <a:lnTo>
                    <a:pt x="6702221" y="1122465"/>
                  </a:lnTo>
                  <a:lnTo>
                    <a:pt x="6674326" y="1207108"/>
                  </a:lnTo>
                  <a:lnTo>
                    <a:pt x="6646400" y="1295901"/>
                  </a:lnTo>
                  <a:lnTo>
                    <a:pt x="6618384" y="1388806"/>
                  </a:lnTo>
                  <a:lnTo>
                    <a:pt x="6590233" y="1485743"/>
                  </a:lnTo>
                  <a:lnTo>
                    <a:pt x="6561913" y="1586581"/>
                  </a:lnTo>
                  <a:lnTo>
                    <a:pt x="6533402" y="1691143"/>
                  </a:lnTo>
                  <a:lnTo>
                    <a:pt x="6504689" y="1799202"/>
                  </a:lnTo>
                  <a:lnTo>
                    <a:pt x="6475773" y="1910482"/>
                  </a:lnTo>
                  <a:lnTo>
                    <a:pt x="6446660" y="2024661"/>
                  </a:lnTo>
                  <a:lnTo>
                    <a:pt x="6417367" y="2141372"/>
                  </a:lnTo>
                  <a:lnTo>
                    <a:pt x="6387916" y="2260209"/>
                  </a:lnTo>
                  <a:lnTo>
                    <a:pt x="6358337" y="2380730"/>
                  </a:lnTo>
                  <a:lnTo>
                    <a:pt x="6328663" y="2502468"/>
                  </a:lnTo>
                  <a:lnTo>
                    <a:pt x="6298932" y="2624933"/>
                  </a:lnTo>
                  <a:lnTo>
                    <a:pt x="6269183" y="2747622"/>
                  </a:lnTo>
                  <a:lnTo>
                    <a:pt x="6239456" y="2870032"/>
                  </a:lnTo>
                  <a:lnTo>
                    <a:pt x="6209791" y="2991660"/>
                  </a:lnTo>
                  <a:lnTo>
                    <a:pt x="6180224" y="3112020"/>
                  </a:lnTo>
                  <a:lnTo>
                    <a:pt x="6150789" y="3230646"/>
                  </a:lnTo>
                  <a:lnTo>
                    <a:pt x="6121514" y="3347099"/>
                  </a:lnTo>
                  <a:lnTo>
                    <a:pt x="6092422" y="3460979"/>
                  </a:lnTo>
                  <a:lnTo>
                    <a:pt x="6063528" y="3571922"/>
                  </a:lnTo>
                  <a:lnTo>
                    <a:pt x="6034837" y="3679612"/>
                  </a:lnTo>
                  <a:lnTo>
                    <a:pt x="6006348" y="3783777"/>
                  </a:lnTo>
                  <a:lnTo>
                    <a:pt x="5978048" y="3884197"/>
                  </a:lnTo>
                  <a:lnTo>
                    <a:pt x="5949914" y="3980699"/>
                  </a:lnTo>
                  <a:lnTo>
                    <a:pt x="5921910" y="4073159"/>
                  </a:lnTo>
                  <a:lnTo>
                    <a:pt x="5893990" y="4161500"/>
                  </a:lnTo>
                  <a:lnTo>
                    <a:pt x="5866094" y="4245689"/>
                  </a:lnTo>
                  <a:lnTo>
                    <a:pt x="5838147" y="4325737"/>
                  </a:lnTo>
                  <a:lnTo>
                    <a:pt x="5810060" y="4401691"/>
                  </a:lnTo>
                  <a:lnTo>
                    <a:pt x="5784835" y="4465971"/>
                  </a:lnTo>
                  <a:lnTo>
                    <a:pt x="5741996" y="4566412"/>
                  </a:lnTo>
                  <a:lnTo>
                    <a:pt x="5697951" y="4658035"/>
                  </a:lnTo>
                  <a:lnTo>
                    <a:pt x="5652186" y="4741165"/>
                  </a:lnTo>
                  <a:lnTo>
                    <a:pt x="5604120" y="4816418"/>
                  </a:lnTo>
                  <a:lnTo>
                    <a:pt x="5553146" y="4884529"/>
                  </a:lnTo>
                  <a:lnTo>
                    <a:pt x="5498669" y="4946251"/>
                  </a:lnTo>
                  <a:lnTo>
                    <a:pt x="5440147" y="5002288"/>
                  </a:lnTo>
                  <a:lnTo>
                    <a:pt x="5377149" y="5053258"/>
                  </a:lnTo>
                  <a:lnTo>
                    <a:pt x="5309421" y="5099667"/>
                  </a:lnTo>
                  <a:lnTo>
                    <a:pt x="5236980" y="5141899"/>
                  </a:lnTo>
                  <a:lnTo>
                    <a:pt x="5160212" y="5180215"/>
                  </a:lnTo>
                  <a:lnTo>
                    <a:pt x="5079985" y="5214750"/>
                  </a:lnTo>
                  <a:lnTo>
                    <a:pt x="4997734" y="5245533"/>
                  </a:lnTo>
                  <a:lnTo>
                    <a:pt x="4915489" y="5272516"/>
                  </a:lnTo>
                  <a:lnTo>
                    <a:pt x="4835809" y="5295616"/>
                  </a:lnTo>
                  <a:lnTo>
                    <a:pt x="4761581" y="5314775"/>
                  </a:lnTo>
                  <a:lnTo>
                    <a:pt x="4695683" y="5330019"/>
                  </a:lnTo>
                  <a:lnTo>
                    <a:pt x="4640555" y="5341516"/>
                  </a:lnTo>
                  <a:lnTo>
                    <a:pt x="4597773" y="5349599"/>
                  </a:lnTo>
                  <a:lnTo>
                    <a:pt x="4567730" y="5354761"/>
                  </a:lnTo>
                  <a:lnTo>
                    <a:pt x="4549500" y="5357619"/>
                  </a:lnTo>
                  <a:lnTo>
                    <a:pt x="4540892" y="5358855"/>
                  </a:lnTo>
                  <a:lnTo>
                    <a:pt x="4538543" y="5359165"/>
                  </a:lnTo>
                  <a:lnTo>
                    <a:pt x="4016409" y="5359165"/>
                  </a:lnTo>
                  <a:lnTo>
                    <a:pt x="4015140" y="5359158"/>
                  </a:lnTo>
                  <a:lnTo>
                    <a:pt x="4006845" y="5359107"/>
                  </a:lnTo>
                  <a:lnTo>
                    <a:pt x="3986106" y="5358967"/>
                  </a:lnTo>
                  <a:lnTo>
                    <a:pt x="3949469" y="5358691"/>
                  </a:lnTo>
                  <a:lnTo>
                    <a:pt x="3895756" y="5358240"/>
                  </a:lnTo>
                  <a:lnTo>
                    <a:pt x="3826121" y="5357583"/>
                  </a:lnTo>
                  <a:lnTo>
                    <a:pt x="3743656" y="5356703"/>
                  </a:lnTo>
                  <a:lnTo>
                    <a:pt x="3652616" y="5355594"/>
                  </a:lnTo>
                  <a:lnTo>
                    <a:pt x="3557516" y="5354260"/>
                  </a:lnTo>
                  <a:lnTo>
                    <a:pt x="3462375" y="5352705"/>
                  </a:lnTo>
                  <a:lnTo>
                    <a:pt x="3370279" y="5350933"/>
                  </a:lnTo>
                  <a:lnTo>
                    <a:pt x="3283244" y="5348940"/>
                  </a:lnTo>
                  <a:lnTo>
                    <a:pt x="3202315" y="5346713"/>
                  </a:lnTo>
                  <a:lnTo>
                    <a:pt x="3127762" y="5344230"/>
                  </a:lnTo>
                  <a:lnTo>
                    <a:pt x="3059303" y="5341461"/>
                  </a:lnTo>
                  <a:lnTo>
                    <a:pt x="2996302" y="5338364"/>
                  </a:lnTo>
                  <a:lnTo>
                    <a:pt x="2937919" y="5334892"/>
                  </a:lnTo>
                  <a:lnTo>
                    <a:pt x="2883222" y="5330994"/>
                  </a:lnTo>
                  <a:lnTo>
                    <a:pt x="2831279" y="5326624"/>
                  </a:lnTo>
                  <a:lnTo>
                    <a:pt x="2781233" y="5321748"/>
                  </a:lnTo>
                  <a:lnTo>
                    <a:pt x="2770117" y="5320576"/>
                  </a:lnTo>
                  <a:lnTo>
                    <a:pt x="2716173" y="5314441"/>
                  </a:lnTo>
                  <a:lnTo>
                    <a:pt x="2662748" y="5307660"/>
                  </a:lnTo>
                  <a:lnTo>
                    <a:pt x="2609265" y="5300224"/>
                  </a:lnTo>
                  <a:lnTo>
                    <a:pt x="2555335" y="5292147"/>
                  </a:lnTo>
                  <a:lnTo>
                    <a:pt x="2500739" y="5283473"/>
                  </a:lnTo>
                  <a:lnTo>
                    <a:pt x="2445403" y="5274271"/>
                  </a:lnTo>
                  <a:lnTo>
                    <a:pt x="2389378" y="5264639"/>
                  </a:lnTo>
                  <a:lnTo>
                    <a:pt x="2332822" y="5254699"/>
                  </a:lnTo>
                  <a:lnTo>
                    <a:pt x="2275962" y="5244590"/>
                  </a:lnTo>
                  <a:lnTo>
                    <a:pt x="2219069" y="5234464"/>
                  </a:lnTo>
                  <a:lnTo>
                    <a:pt x="2162419" y="5224471"/>
                  </a:lnTo>
                  <a:lnTo>
                    <a:pt x="2106252" y="5214755"/>
                  </a:lnTo>
                  <a:lnTo>
                    <a:pt x="2050745" y="5205442"/>
                  </a:lnTo>
                  <a:lnTo>
                    <a:pt x="1995977" y="5196636"/>
                  </a:lnTo>
                  <a:lnTo>
                    <a:pt x="1941905" y="5188414"/>
                  </a:lnTo>
                  <a:lnTo>
                    <a:pt x="1888344" y="5180825"/>
                  </a:lnTo>
                  <a:lnTo>
                    <a:pt x="1834950" y="5173890"/>
                  </a:lnTo>
                  <a:lnTo>
                    <a:pt x="1781192" y="5167605"/>
                  </a:lnTo>
                  <a:lnTo>
                    <a:pt x="1768425" y="5166220"/>
                  </a:lnTo>
                  <a:lnTo>
                    <a:pt x="1718703" y="5161228"/>
                  </a:lnTo>
                  <a:lnTo>
                    <a:pt x="1667259" y="5156746"/>
                  </a:lnTo>
                  <a:lnTo>
                    <a:pt x="1613264" y="5152745"/>
                  </a:lnTo>
                  <a:lnTo>
                    <a:pt x="1555796" y="5149182"/>
                  </a:lnTo>
                  <a:lnTo>
                    <a:pt x="1493916" y="5146004"/>
                  </a:lnTo>
                  <a:lnTo>
                    <a:pt x="1426755" y="5143164"/>
                  </a:lnTo>
                  <a:lnTo>
                    <a:pt x="1353618" y="5140620"/>
                  </a:lnTo>
                  <a:lnTo>
                    <a:pt x="1274129" y="5138338"/>
                  </a:lnTo>
                  <a:lnTo>
                    <a:pt x="1188413" y="5136293"/>
                  </a:lnTo>
                  <a:lnTo>
                    <a:pt x="1097320" y="5134472"/>
                  </a:lnTo>
                  <a:lnTo>
                    <a:pt x="1002636" y="5132868"/>
                  </a:lnTo>
                  <a:lnTo>
                    <a:pt x="907204" y="5131483"/>
                  </a:lnTo>
                  <a:lnTo>
                    <a:pt x="814860" y="5130323"/>
                  </a:lnTo>
                  <a:lnTo>
                    <a:pt x="730064" y="5129391"/>
                  </a:lnTo>
                  <a:lnTo>
                    <a:pt x="657205" y="5128685"/>
                  </a:lnTo>
                  <a:lnTo>
                    <a:pt x="599716" y="5128190"/>
                  </a:lnTo>
                  <a:lnTo>
                    <a:pt x="559240" y="5127878"/>
                  </a:lnTo>
                  <a:lnTo>
                    <a:pt x="535136" y="5127711"/>
                  </a:lnTo>
                  <a:lnTo>
                    <a:pt x="524439" y="5127644"/>
                  </a:lnTo>
                  <a:lnTo>
                    <a:pt x="522133" y="5127631"/>
                  </a:lnTo>
                  <a:lnTo>
                    <a:pt x="0" y="5127631"/>
                  </a:lnTo>
                  <a:close/>
                </a:path>
              </a:pathLst>
            </a:custGeom>
            <a:solidFill>
              <a:srgbClr val="F3BA99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1860" name="pl1860"/>
            <p:cNvSpPr/>
            <p:nvPr/>
          </p:nvSpPr>
          <p:spPr>
            <a:xfrm>
              <a:off x="386606" y="637769"/>
              <a:ext cx="8554953" cy="5359165"/>
            </a:xfrm>
            <a:custGeom>
              <a:avLst/>
              <a:pathLst>
                <a:path w="8554953" h="5359165">
                  <a:moveTo>
                    <a:pt x="0" y="5127631"/>
                  </a:moveTo>
                  <a:lnTo>
                    <a:pt x="522133" y="5127631"/>
                  </a:lnTo>
                  <a:lnTo>
                    <a:pt x="523402" y="5127638"/>
                  </a:lnTo>
                  <a:lnTo>
                    <a:pt x="531697" y="5127689"/>
                  </a:lnTo>
                  <a:lnTo>
                    <a:pt x="552436" y="5127829"/>
                  </a:lnTo>
                  <a:lnTo>
                    <a:pt x="589073" y="5128105"/>
                  </a:lnTo>
                  <a:lnTo>
                    <a:pt x="642786" y="5128556"/>
                  </a:lnTo>
                  <a:lnTo>
                    <a:pt x="712422" y="5129213"/>
                  </a:lnTo>
                  <a:lnTo>
                    <a:pt x="794886" y="5130093"/>
                  </a:lnTo>
                  <a:lnTo>
                    <a:pt x="885926" y="5131201"/>
                  </a:lnTo>
                  <a:lnTo>
                    <a:pt x="981026" y="5132536"/>
                  </a:lnTo>
                  <a:lnTo>
                    <a:pt x="1076167" y="5134090"/>
                  </a:lnTo>
                  <a:lnTo>
                    <a:pt x="1168263" y="5135863"/>
                  </a:lnTo>
                  <a:lnTo>
                    <a:pt x="1255298" y="5137856"/>
                  </a:lnTo>
                  <a:lnTo>
                    <a:pt x="1336227" y="5140083"/>
                  </a:lnTo>
                  <a:lnTo>
                    <a:pt x="1410780" y="5142565"/>
                  </a:lnTo>
                  <a:lnTo>
                    <a:pt x="1479239" y="5145335"/>
                  </a:lnTo>
                  <a:lnTo>
                    <a:pt x="1542240" y="5148432"/>
                  </a:lnTo>
                  <a:lnTo>
                    <a:pt x="1600624" y="5151904"/>
                  </a:lnTo>
                  <a:lnTo>
                    <a:pt x="1655320" y="5155802"/>
                  </a:lnTo>
                  <a:lnTo>
                    <a:pt x="1707263" y="5160172"/>
                  </a:lnTo>
                  <a:lnTo>
                    <a:pt x="1757310" y="5165048"/>
                  </a:lnTo>
                  <a:lnTo>
                    <a:pt x="1768425" y="5166220"/>
                  </a:lnTo>
                  <a:lnTo>
                    <a:pt x="1822369" y="5172355"/>
                  </a:lnTo>
                  <a:lnTo>
                    <a:pt x="1875794" y="5179136"/>
                  </a:lnTo>
                  <a:lnTo>
                    <a:pt x="1929278" y="5186572"/>
                  </a:lnTo>
                  <a:lnTo>
                    <a:pt x="1983207" y="5194649"/>
                  </a:lnTo>
                  <a:lnTo>
                    <a:pt x="2037803" y="5203323"/>
                  </a:lnTo>
                  <a:lnTo>
                    <a:pt x="2093140" y="5212525"/>
                  </a:lnTo>
                  <a:lnTo>
                    <a:pt x="2149164" y="5222157"/>
                  </a:lnTo>
                  <a:lnTo>
                    <a:pt x="2205720" y="5232097"/>
                  </a:lnTo>
                  <a:lnTo>
                    <a:pt x="2262580" y="5242206"/>
                  </a:lnTo>
                  <a:lnTo>
                    <a:pt x="2319473" y="5252332"/>
                  </a:lnTo>
                  <a:lnTo>
                    <a:pt x="2376123" y="5262325"/>
                  </a:lnTo>
                  <a:lnTo>
                    <a:pt x="2432290" y="5272041"/>
                  </a:lnTo>
                  <a:lnTo>
                    <a:pt x="2487797" y="5281354"/>
                  </a:lnTo>
                  <a:lnTo>
                    <a:pt x="2542565" y="5290160"/>
                  </a:lnTo>
                  <a:lnTo>
                    <a:pt x="2596637" y="5298381"/>
                  </a:lnTo>
                  <a:lnTo>
                    <a:pt x="2650198" y="5305971"/>
                  </a:lnTo>
                  <a:lnTo>
                    <a:pt x="2703592" y="5312906"/>
                  </a:lnTo>
                  <a:lnTo>
                    <a:pt x="2757351" y="5319191"/>
                  </a:lnTo>
                  <a:lnTo>
                    <a:pt x="2770117" y="5320576"/>
                  </a:lnTo>
                  <a:lnTo>
                    <a:pt x="2819839" y="5325567"/>
                  </a:lnTo>
                  <a:lnTo>
                    <a:pt x="2871283" y="5330050"/>
                  </a:lnTo>
                  <a:lnTo>
                    <a:pt x="2925278" y="5334050"/>
                  </a:lnTo>
                  <a:lnTo>
                    <a:pt x="2982746" y="5337614"/>
                  </a:lnTo>
                  <a:lnTo>
                    <a:pt x="3044626" y="5340792"/>
                  </a:lnTo>
                  <a:lnTo>
                    <a:pt x="3111787" y="5343631"/>
                  </a:lnTo>
                  <a:lnTo>
                    <a:pt x="3184924" y="5346175"/>
                  </a:lnTo>
                  <a:lnTo>
                    <a:pt x="3264414" y="5348458"/>
                  </a:lnTo>
                  <a:lnTo>
                    <a:pt x="3350129" y="5350502"/>
                  </a:lnTo>
                  <a:lnTo>
                    <a:pt x="3441222" y="5352324"/>
                  </a:lnTo>
                  <a:lnTo>
                    <a:pt x="3535906" y="5353928"/>
                  </a:lnTo>
                  <a:lnTo>
                    <a:pt x="3631339" y="5355313"/>
                  </a:lnTo>
                  <a:lnTo>
                    <a:pt x="3723682" y="5356473"/>
                  </a:lnTo>
                  <a:lnTo>
                    <a:pt x="3808479" y="5357404"/>
                  </a:lnTo>
                  <a:lnTo>
                    <a:pt x="3881338" y="5358111"/>
                  </a:lnTo>
                  <a:lnTo>
                    <a:pt x="3938826" y="5358606"/>
                  </a:lnTo>
                  <a:lnTo>
                    <a:pt x="3979302" y="5358918"/>
                  </a:lnTo>
                  <a:lnTo>
                    <a:pt x="4003406" y="5359085"/>
                  </a:lnTo>
                  <a:lnTo>
                    <a:pt x="4014103" y="5359152"/>
                  </a:lnTo>
                  <a:lnTo>
                    <a:pt x="4016394" y="5359165"/>
                  </a:lnTo>
                  <a:lnTo>
                    <a:pt x="4016409" y="5359165"/>
                  </a:lnTo>
                  <a:lnTo>
                    <a:pt x="4538543" y="5359165"/>
                  </a:lnTo>
                  <a:lnTo>
                    <a:pt x="4539366" y="5359059"/>
                  </a:lnTo>
                  <a:lnTo>
                    <a:pt x="4544799" y="5358308"/>
                  </a:lnTo>
                  <a:lnTo>
                    <a:pt x="4558565" y="5356230"/>
                  </a:lnTo>
                  <a:lnTo>
                    <a:pt x="4583352" y="5352137"/>
                  </a:lnTo>
                  <a:lnTo>
                    <a:pt x="4620642" y="5345376"/>
                  </a:lnTo>
                  <a:lnTo>
                    <a:pt x="4670605" y="5335394"/>
                  </a:lnTo>
                  <a:lnTo>
                    <a:pt x="4732142" y="5321786"/>
                  </a:lnTo>
                  <a:lnTo>
                    <a:pt x="4803134" y="5304316"/>
                  </a:lnTo>
                  <a:lnTo>
                    <a:pt x="4880838" y="5282903"/>
                  </a:lnTo>
                  <a:lnTo>
                    <a:pt x="4962321" y="5257575"/>
                  </a:lnTo>
                  <a:lnTo>
                    <a:pt x="5044852" y="5228413"/>
                  </a:lnTo>
                  <a:lnTo>
                    <a:pt x="5126158" y="5195485"/>
                  </a:lnTo>
                  <a:lnTo>
                    <a:pt x="5204547" y="5158801"/>
                  </a:lnTo>
                  <a:lnTo>
                    <a:pt x="5278917" y="5118273"/>
                  </a:lnTo>
                  <a:lnTo>
                    <a:pt x="5348688" y="5073695"/>
                  </a:lnTo>
                  <a:lnTo>
                    <a:pt x="5413696" y="5024736"/>
                  </a:lnTo>
                  <a:lnTo>
                    <a:pt x="5474094" y="4970942"/>
                  </a:lnTo>
                  <a:lnTo>
                    <a:pt x="5530244" y="4911739"/>
                  </a:lnTo>
                  <a:lnTo>
                    <a:pt x="5582650" y="4846459"/>
                  </a:lnTo>
                  <a:lnTo>
                    <a:pt x="5631889" y="4774363"/>
                  </a:lnTo>
                  <a:lnTo>
                    <a:pt x="5678567" y="4694696"/>
                  </a:lnTo>
                  <a:lnTo>
                    <a:pt x="5723282" y="4606777"/>
                  </a:lnTo>
                  <a:lnTo>
                    <a:pt x="5766581" y="4510130"/>
                  </a:lnTo>
                  <a:lnTo>
                    <a:pt x="5784835" y="4465971"/>
                  </a:lnTo>
                  <a:lnTo>
                    <a:pt x="5813137" y="4393595"/>
                  </a:lnTo>
                  <a:lnTo>
                    <a:pt x="5841204" y="4317198"/>
                  </a:lnTo>
                  <a:lnTo>
                    <a:pt x="5869141" y="4236699"/>
                  </a:lnTo>
                  <a:lnTo>
                    <a:pt x="5897036" y="4152056"/>
                  </a:lnTo>
                  <a:lnTo>
                    <a:pt x="5924962" y="4063263"/>
                  </a:lnTo>
                  <a:lnTo>
                    <a:pt x="5952978" y="3970358"/>
                  </a:lnTo>
                  <a:lnTo>
                    <a:pt x="5981129" y="3873422"/>
                  </a:lnTo>
                  <a:lnTo>
                    <a:pt x="6009449" y="3772584"/>
                  </a:lnTo>
                  <a:lnTo>
                    <a:pt x="6037960" y="3668022"/>
                  </a:lnTo>
                  <a:lnTo>
                    <a:pt x="6066673" y="3559963"/>
                  </a:lnTo>
                  <a:lnTo>
                    <a:pt x="6095589" y="3448682"/>
                  </a:lnTo>
                  <a:lnTo>
                    <a:pt x="6124702" y="3334503"/>
                  </a:lnTo>
                  <a:lnTo>
                    <a:pt x="6153995" y="3217792"/>
                  </a:lnTo>
                  <a:lnTo>
                    <a:pt x="6183446" y="3098956"/>
                  </a:lnTo>
                  <a:lnTo>
                    <a:pt x="6213025" y="2978434"/>
                  </a:lnTo>
                  <a:lnTo>
                    <a:pt x="6242699" y="2856696"/>
                  </a:lnTo>
                  <a:lnTo>
                    <a:pt x="6272430" y="2734232"/>
                  </a:lnTo>
                  <a:lnTo>
                    <a:pt x="6302179" y="2611542"/>
                  </a:lnTo>
                  <a:lnTo>
                    <a:pt x="6331906" y="2489133"/>
                  </a:lnTo>
                  <a:lnTo>
                    <a:pt x="6361571" y="2367504"/>
                  </a:lnTo>
                  <a:lnTo>
                    <a:pt x="6391138" y="2247144"/>
                  </a:lnTo>
                  <a:lnTo>
                    <a:pt x="6420573" y="2128519"/>
                  </a:lnTo>
                  <a:lnTo>
                    <a:pt x="6449848" y="2012065"/>
                  </a:lnTo>
                  <a:lnTo>
                    <a:pt x="6478940" y="1898185"/>
                  </a:lnTo>
                  <a:lnTo>
                    <a:pt x="6507834" y="1787242"/>
                  </a:lnTo>
                  <a:lnTo>
                    <a:pt x="6536525" y="1679552"/>
                  </a:lnTo>
                  <a:lnTo>
                    <a:pt x="6565014" y="1575387"/>
                  </a:lnTo>
                  <a:lnTo>
                    <a:pt x="6593314" y="1474967"/>
                  </a:lnTo>
                  <a:lnTo>
                    <a:pt x="6621448" y="1378465"/>
                  </a:lnTo>
                  <a:lnTo>
                    <a:pt x="6649452" y="1286006"/>
                  </a:lnTo>
                  <a:lnTo>
                    <a:pt x="6677372" y="1197665"/>
                  </a:lnTo>
                  <a:lnTo>
                    <a:pt x="6705268" y="1113475"/>
                  </a:lnTo>
                  <a:lnTo>
                    <a:pt x="6733215" y="1033427"/>
                  </a:lnTo>
                  <a:lnTo>
                    <a:pt x="6761302" y="957474"/>
                  </a:lnTo>
                  <a:lnTo>
                    <a:pt x="6786527" y="893194"/>
                  </a:lnTo>
                  <a:lnTo>
                    <a:pt x="6829366" y="792752"/>
                  </a:lnTo>
                  <a:lnTo>
                    <a:pt x="6873411" y="701129"/>
                  </a:lnTo>
                  <a:lnTo>
                    <a:pt x="6919176" y="617999"/>
                  </a:lnTo>
                  <a:lnTo>
                    <a:pt x="6967242" y="542747"/>
                  </a:lnTo>
                  <a:lnTo>
                    <a:pt x="7018216" y="474636"/>
                  </a:lnTo>
                  <a:lnTo>
                    <a:pt x="7072693" y="412914"/>
                  </a:lnTo>
                  <a:lnTo>
                    <a:pt x="7131215" y="356876"/>
                  </a:lnTo>
                  <a:lnTo>
                    <a:pt x="7194213" y="305907"/>
                  </a:lnTo>
                  <a:lnTo>
                    <a:pt x="7261941" y="259498"/>
                  </a:lnTo>
                  <a:lnTo>
                    <a:pt x="7334382" y="217265"/>
                  </a:lnTo>
                  <a:lnTo>
                    <a:pt x="7411150" y="178949"/>
                  </a:lnTo>
                  <a:lnTo>
                    <a:pt x="7491377" y="144415"/>
                  </a:lnTo>
                  <a:lnTo>
                    <a:pt x="7573628" y="113632"/>
                  </a:lnTo>
                  <a:lnTo>
                    <a:pt x="7655873" y="86649"/>
                  </a:lnTo>
                  <a:lnTo>
                    <a:pt x="7735553" y="63548"/>
                  </a:lnTo>
                  <a:lnTo>
                    <a:pt x="7809781" y="44390"/>
                  </a:lnTo>
                  <a:lnTo>
                    <a:pt x="7875679" y="29145"/>
                  </a:lnTo>
                  <a:lnTo>
                    <a:pt x="7930807" y="17648"/>
                  </a:lnTo>
                  <a:lnTo>
                    <a:pt x="7973589" y="9565"/>
                  </a:lnTo>
                  <a:lnTo>
                    <a:pt x="8003632" y="4403"/>
                  </a:lnTo>
                  <a:lnTo>
                    <a:pt x="8021862" y="1545"/>
                  </a:lnTo>
                  <a:lnTo>
                    <a:pt x="8030470" y="309"/>
                  </a:lnTo>
                  <a:lnTo>
                    <a:pt x="8032752" y="8"/>
                  </a:lnTo>
                  <a:lnTo>
                    <a:pt x="8032819" y="0"/>
                  </a:lnTo>
                  <a:lnTo>
                    <a:pt x="8554953" y="0"/>
                  </a:lnTo>
                  <a:lnTo>
                    <a:pt x="8554953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861" name="pl1861"/>
            <p:cNvSpPr/>
            <p:nvPr/>
          </p:nvSpPr>
          <p:spPr>
            <a:xfrm>
              <a:off x="386606" y="632122"/>
              <a:ext cx="8554953" cy="5359165"/>
            </a:xfrm>
            <a:custGeom>
              <a:avLst/>
              <a:pathLst>
                <a:path w="8554953" h="5359165">
                  <a:moveTo>
                    <a:pt x="8554953" y="0"/>
                  </a:moveTo>
                  <a:lnTo>
                    <a:pt x="8032819" y="0"/>
                  </a:lnTo>
                  <a:lnTo>
                    <a:pt x="8031996" y="105"/>
                  </a:lnTo>
                  <a:lnTo>
                    <a:pt x="8026563" y="857"/>
                  </a:lnTo>
                  <a:lnTo>
                    <a:pt x="8012797" y="2934"/>
                  </a:lnTo>
                  <a:lnTo>
                    <a:pt x="7988010" y="7028"/>
                  </a:lnTo>
                  <a:lnTo>
                    <a:pt x="7950720" y="13789"/>
                  </a:lnTo>
                  <a:lnTo>
                    <a:pt x="7900757" y="23771"/>
                  </a:lnTo>
                  <a:lnTo>
                    <a:pt x="7839220" y="37378"/>
                  </a:lnTo>
                  <a:lnTo>
                    <a:pt x="7768228" y="54848"/>
                  </a:lnTo>
                  <a:lnTo>
                    <a:pt x="7690524" y="76261"/>
                  </a:lnTo>
                  <a:lnTo>
                    <a:pt x="7609041" y="101589"/>
                  </a:lnTo>
                  <a:lnTo>
                    <a:pt x="7526509" y="130752"/>
                  </a:lnTo>
                  <a:lnTo>
                    <a:pt x="7445204" y="163679"/>
                  </a:lnTo>
                  <a:lnTo>
                    <a:pt x="7366815" y="200363"/>
                  </a:lnTo>
                  <a:lnTo>
                    <a:pt x="7292445" y="240892"/>
                  </a:lnTo>
                  <a:lnTo>
                    <a:pt x="7222674" y="285470"/>
                  </a:lnTo>
                  <a:lnTo>
                    <a:pt x="7157666" y="334428"/>
                  </a:lnTo>
                  <a:lnTo>
                    <a:pt x="7097268" y="388223"/>
                  </a:lnTo>
                  <a:lnTo>
                    <a:pt x="7041118" y="447425"/>
                  </a:lnTo>
                  <a:lnTo>
                    <a:pt x="6988712" y="512705"/>
                  </a:lnTo>
                  <a:lnTo>
                    <a:pt x="6939473" y="584802"/>
                  </a:lnTo>
                  <a:lnTo>
                    <a:pt x="6892795" y="664468"/>
                  </a:lnTo>
                  <a:lnTo>
                    <a:pt x="6848080" y="752387"/>
                  </a:lnTo>
                  <a:lnTo>
                    <a:pt x="6804781" y="849035"/>
                  </a:lnTo>
                  <a:lnTo>
                    <a:pt x="6786527" y="893194"/>
                  </a:lnTo>
                  <a:lnTo>
                    <a:pt x="6758225" y="965569"/>
                  </a:lnTo>
                  <a:lnTo>
                    <a:pt x="6730158" y="1041967"/>
                  </a:lnTo>
                  <a:lnTo>
                    <a:pt x="6702221" y="1122465"/>
                  </a:lnTo>
                  <a:lnTo>
                    <a:pt x="6674326" y="1207108"/>
                  </a:lnTo>
                  <a:lnTo>
                    <a:pt x="6646400" y="1295901"/>
                  </a:lnTo>
                  <a:lnTo>
                    <a:pt x="6618384" y="1388806"/>
                  </a:lnTo>
                  <a:lnTo>
                    <a:pt x="6590233" y="1485743"/>
                  </a:lnTo>
                  <a:lnTo>
                    <a:pt x="6561913" y="1586581"/>
                  </a:lnTo>
                  <a:lnTo>
                    <a:pt x="6533402" y="1691143"/>
                  </a:lnTo>
                  <a:lnTo>
                    <a:pt x="6504689" y="1799202"/>
                  </a:lnTo>
                  <a:lnTo>
                    <a:pt x="6475773" y="1910482"/>
                  </a:lnTo>
                  <a:lnTo>
                    <a:pt x="6446660" y="2024661"/>
                  </a:lnTo>
                  <a:lnTo>
                    <a:pt x="6417367" y="2141372"/>
                  </a:lnTo>
                  <a:lnTo>
                    <a:pt x="6387916" y="2260209"/>
                  </a:lnTo>
                  <a:lnTo>
                    <a:pt x="6358337" y="2380730"/>
                  </a:lnTo>
                  <a:lnTo>
                    <a:pt x="6328663" y="2502468"/>
                  </a:lnTo>
                  <a:lnTo>
                    <a:pt x="6298932" y="2624933"/>
                  </a:lnTo>
                  <a:lnTo>
                    <a:pt x="6269183" y="2747622"/>
                  </a:lnTo>
                  <a:lnTo>
                    <a:pt x="6239456" y="2870032"/>
                  </a:lnTo>
                  <a:lnTo>
                    <a:pt x="6209791" y="2991660"/>
                  </a:lnTo>
                  <a:lnTo>
                    <a:pt x="6180224" y="3112020"/>
                  </a:lnTo>
                  <a:lnTo>
                    <a:pt x="6150789" y="3230646"/>
                  </a:lnTo>
                  <a:lnTo>
                    <a:pt x="6121514" y="3347099"/>
                  </a:lnTo>
                  <a:lnTo>
                    <a:pt x="6092422" y="3460979"/>
                  </a:lnTo>
                  <a:lnTo>
                    <a:pt x="6063528" y="3571922"/>
                  </a:lnTo>
                  <a:lnTo>
                    <a:pt x="6034837" y="3679612"/>
                  </a:lnTo>
                  <a:lnTo>
                    <a:pt x="6006348" y="3783777"/>
                  </a:lnTo>
                  <a:lnTo>
                    <a:pt x="5978048" y="3884197"/>
                  </a:lnTo>
                  <a:lnTo>
                    <a:pt x="5949914" y="3980699"/>
                  </a:lnTo>
                  <a:lnTo>
                    <a:pt x="5921910" y="4073159"/>
                  </a:lnTo>
                  <a:lnTo>
                    <a:pt x="5893990" y="4161500"/>
                  </a:lnTo>
                  <a:lnTo>
                    <a:pt x="5866094" y="4245689"/>
                  </a:lnTo>
                  <a:lnTo>
                    <a:pt x="5838147" y="4325737"/>
                  </a:lnTo>
                  <a:lnTo>
                    <a:pt x="5810060" y="4401691"/>
                  </a:lnTo>
                  <a:lnTo>
                    <a:pt x="5784835" y="4465971"/>
                  </a:lnTo>
                  <a:lnTo>
                    <a:pt x="5741996" y="4566412"/>
                  </a:lnTo>
                  <a:lnTo>
                    <a:pt x="5697951" y="4658035"/>
                  </a:lnTo>
                  <a:lnTo>
                    <a:pt x="5652186" y="4741165"/>
                  </a:lnTo>
                  <a:lnTo>
                    <a:pt x="5604120" y="4816418"/>
                  </a:lnTo>
                  <a:lnTo>
                    <a:pt x="5553146" y="4884529"/>
                  </a:lnTo>
                  <a:lnTo>
                    <a:pt x="5498669" y="4946251"/>
                  </a:lnTo>
                  <a:lnTo>
                    <a:pt x="5440147" y="5002288"/>
                  </a:lnTo>
                  <a:lnTo>
                    <a:pt x="5377149" y="5053258"/>
                  </a:lnTo>
                  <a:lnTo>
                    <a:pt x="5309421" y="5099667"/>
                  </a:lnTo>
                  <a:lnTo>
                    <a:pt x="5236980" y="5141899"/>
                  </a:lnTo>
                  <a:lnTo>
                    <a:pt x="5160212" y="5180215"/>
                  </a:lnTo>
                  <a:lnTo>
                    <a:pt x="5079985" y="5214750"/>
                  </a:lnTo>
                  <a:lnTo>
                    <a:pt x="4997734" y="5245533"/>
                  </a:lnTo>
                  <a:lnTo>
                    <a:pt x="4915489" y="5272516"/>
                  </a:lnTo>
                  <a:lnTo>
                    <a:pt x="4835809" y="5295616"/>
                  </a:lnTo>
                  <a:lnTo>
                    <a:pt x="4761581" y="5314775"/>
                  </a:lnTo>
                  <a:lnTo>
                    <a:pt x="4695683" y="5330019"/>
                  </a:lnTo>
                  <a:lnTo>
                    <a:pt x="4640555" y="5341516"/>
                  </a:lnTo>
                  <a:lnTo>
                    <a:pt x="4597773" y="5349599"/>
                  </a:lnTo>
                  <a:lnTo>
                    <a:pt x="4567730" y="5354761"/>
                  </a:lnTo>
                  <a:lnTo>
                    <a:pt x="4549500" y="5357619"/>
                  </a:lnTo>
                  <a:lnTo>
                    <a:pt x="4540892" y="5358855"/>
                  </a:lnTo>
                  <a:lnTo>
                    <a:pt x="4538610" y="5359157"/>
                  </a:lnTo>
                  <a:lnTo>
                    <a:pt x="4538543" y="5359165"/>
                  </a:lnTo>
                  <a:lnTo>
                    <a:pt x="4016409" y="5359165"/>
                  </a:lnTo>
                  <a:lnTo>
                    <a:pt x="4015140" y="5359158"/>
                  </a:lnTo>
                  <a:lnTo>
                    <a:pt x="4006845" y="5359107"/>
                  </a:lnTo>
                  <a:lnTo>
                    <a:pt x="3986106" y="5358967"/>
                  </a:lnTo>
                  <a:lnTo>
                    <a:pt x="3949469" y="5358691"/>
                  </a:lnTo>
                  <a:lnTo>
                    <a:pt x="3895756" y="5358240"/>
                  </a:lnTo>
                  <a:lnTo>
                    <a:pt x="3826121" y="5357583"/>
                  </a:lnTo>
                  <a:lnTo>
                    <a:pt x="3743656" y="5356703"/>
                  </a:lnTo>
                  <a:lnTo>
                    <a:pt x="3652616" y="5355594"/>
                  </a:lnTo>
                  <a:lnTo>
                    <a:pt x="3557516" y="5354260"/>
                  </a:lnTo>
                  <a:lnTo>
                    <a:pt x="3462375" y="5352705"/>
                  </a:lnTo>
                  <a:lnTo>
                    <a:pt x="3370279" y="5350933"/>
                  </a:lnTo>
                  <a:lnTo>
                    <a:pt x="3283244" y="5348940"/>
                  </a:lnTo>
                  <a:lnTo>
                    <a:pt x="3202315" y="5346713"/>
                  </a:lnTo>
                  <a:lnTo>
                    <a:pt x="3127762" y="5344230"/>
                  </a:lnTo>
                  <a:lnTo>
                    <a:pt x="3059303" y="5341461"/>
                  </a:lnTo>
                  <a:lnTo>
                    <a:pt x="2996302" y="5338364"/>
                  </a:lnTo>
                  <a:lnTo>
                    <a:pt x="2937919" y="5334892"/>
                  </a:lnTo>
                  <a:lnTo>
                    <a:pt x="2883222" y="5330994"/>
                  </a:lnTo>
                  <a:lnTo>
                    <a:pt x="2831279" y="5326624"/>
                  </a:lnTo>
                  <a:lnTo>
                    <a:pt x="2781233" y="5321748"/>
                  </a:lnTo>
                  <a:lnTo>
                    <a:pt x="2770117" y="5320576"/>
                  </a:lnTo>
                  <a:lnTo>
                    <a:pt x="2716173" y="5314441"/>
                  </a:lnTo>
                  <a:lnTo>
                    <a:pt x="2662748" y="5307660"/>
                  </a:lnTo>
                  <a:lnTo>
                    <a:pt x="2609265" y="5300224"/>
                  </a:lnTo>
                  <a:lnTo>
                    <a:pt x="2555335" y="5292147"/>
                  </a:lnTo>
                  <a:lnTo>
                    <a:pt x="2500739" y="5283473"/>
                  </a:lnTo>
                  <a:lnTo>
                    <a:pt x="2445403" y="5274271"/>
                  </a:lnTo>
                  <a:lnTo>
                    <a:pt x="2389378" y="5264639"/>
                  </a:lnTo>
                  <a:lnTo>
                    <a:pt x="2332822" y="5254699"/>
                  </a:lnTo>
                  <a:lnTo>
                    <a:pt x="2275962" y="5244590"/>
                  </a:lnTo>
                  <a:lnTo>
                    <a:pt x="2219069" y="5234464"/>
                  </a:lnTo>
                  <a:lnTo>
                    <a:pt x="2162419" y="5224471"/>
                  </a:lnTo>
                  <a:lnTo>
                    <a:pt x="2106252" y="5214755"/>
                  </a:lnTo>
                  <a:lnTo>
                    <a:pt x="2050745" y="5205442"/>
                  </a:lnTo>
                  <a:lnTo>
                    <a:pt x="1995977" y="5196636"/>
                  </a:lnTo>
                  <a:lnTo>
                    <a:pt x="1941905" y="5188414"/>
                  </a:lnTo>
                  <a:lnTo>
                    <a:pt x="1888344" y="5180825"/>
                  </a:lnTo>
                  <a:lnTo>
                    <a:pt x="1834950" y="5173890"/>
                  </a:lnTo>
                  <a:lnTo>
                    <a:pt x="1781192" y="5167605"/>
                  </a:lnTo>
                  <a:lnTo>
                    <a:pt x="1768425" y="5166220"/>
                  </a:lnTo>
                  <a:lnTo>
                    <a:pt x="1718703" y="5161228"/>
                  </a:lnTo>
                  <a:lnTo>
                    <a:pt x="1667259" y="5156746"/>
                  </a:lnTo>
                  <a:lnTo>
                    <a:pt x="1613264" y="5152745"/>
                  </a:lnTo>
                  <a:lnTo>
                    <a:pt x="1555796" y="5149182"/>
                  </a:lnTo>
                  <a:lnTo>
                    <a:pt x="1493916" y="5146004"/>
                  </a:lnTo>
                  <a:lnTo>
                    <a:pt x="1426755" y="5143164"/>
                  </a:lnTo>
                  <a:lnTo>
                    <a:pt x="1353618" y="5140620"/>
                  </a:lnTo>
                  <a:lnTo>
                    <a:pt x="1274129" y="5138338"/>
                  </a:lnTo>
                  <a:lnTo>
                    <a:pt x="1188413" y="5136293"/>
                  </a:lnTo>
                  <a:lnTo>
                    <a:pt x="1097320" y="5134472"/>
                  </a:lnTo>
                  <a:lnTo>
                    <a:pt x="1002636" y="5132868"/>
                  </a:lnTo>
                  <a:lnTo>
                    <a:pt x="907204" y="5131483"/>
                  </a:lnTo>
                  <a:lnTo>
                    <a:pt x="814860" y="5130323"/>
                  </a:lnTo>
                  <a:lnTo>
                    <a:pt x="730064" y="5129391"/>
                  </a:lnTo>
                  <a:lnTo>
                    <a:pt x="657205" y="5128685"/>
                  </a:lnTo>
                  <a:lnTo>
                    <a:pt x="599716" y="5128190"/>
                  </a:lnTo>
                  <a:lnTo>
                    <a:pt x="559240" y="5127878"/>
                  </a:lnTo>
                  <a:lnTo>
                    <a:pt x="535136" y="5127711"/>
                  </a:lnTo>
                  <a:lnTo>
                    <a:pt x="524439" y="5127644"/>
                  </a:lnTo>
                  <a:lnTo>
                    <a:pt x="522148" y="5127631"/>
                  </a:lnTo>
                  <a:lnTo>
                    <a:pt x="522133" y="5127631"/>
                  </a:lnTo>
                  <a:lnTo>
                    <a:pt x="0" y="5127631"/>
                  </a:lnTo>
                  <a:lnTo>
                    <a:pt x="0" y="5127631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862" name="pg1862"/>
            <p:cNvSpPr/>
            <p:nvPr/>
          </p:nvSpPr>
          <p:spPr>
            <a:xfrm>
              <a:off x="386606" y="2202036"/>
              <a:ext cx="8554953" cy="3552070"/>
            </a:xfrm>
            <a:custGeom>
              <a:avLst/>
              <a:pathLst>
                <a:path w="8554953" h="3552070">
                  <a:moveTo>
                    <a:pt x="0" y="3552070"/>
                  </a:moveTo>
                  <a:lnTo>
                    <a:pt x="522133" y="3552070"/>
                  </a:lnTo>
                  <a:lnTo>
                    <a:pt x="523403" y="3552068"/>
                  </a:lnTo>
                  <a:lnTo>
                    <a:pt x="531703" y="3552052"/>
                  </a:lnTo>
                  <a:lnTo>
                    <a:pt x="552454" y="3552007"/>
                  </a:lnTo>
                  <a:lnTo>
                    <a:pt x="589112" y="3551920"/>
                  </a:lnTo>
                  <a:lnTo>
                    <a:pt x="642853" y="3551777"/>
                  </a:lnTo>
                  <a:lnTo>
                    <a:pt x="712521" y="3551568"/>
                  </a:lnTo>
                  <a:lnTo>
                    <a:pt x="795018" y="3551289"/>
                  </a:lnTo>
                  <a:lnTo>
                    <a:pt x="886088" y="3550937"/>
                  </a:lnTo>
                  <a:lnTo>
                    <a:pt x="981212" y="3550514"/>
                  </a:lnTo>
                  <a:lnTo>
                    <a:pt x="1076369" y="3550021"/>
                  </a:lnTo>
                  <a:lnTo>
                    <a:pt x="1168476" y="3549459"/>
                  </a:lnTo>
                  <a:lnTo>
                    <a:pt x="1255515" y="3548826"/>
                  </a:lnTo>
                  <a:lnTo>
                    <a:pt x="1336445" y="3548120"/>
                  </a:lnTo>
                  <a:lnTo>
                    <a:pt x="1410996" y="3547332"/>
                  </a:lnTo>
                  <a:lnTo>
                    <a:pt x="1479451" y="3546454"/>
                  </a:lnTo>
                  <a:lnTo>
                    <a:pt x="1542449" y="3545471"/>
                  </a:lnTo>
                  <a:lnTo>
                    <a:pt x="1600830" y="3544369"/>
                  </a:lnTo>
                  <a:lnTo>
                    <a:pt x="1655526" y="3543133"/>
                  </a:lnTo>
                  <a:lnTo>
                    <a:pt x="1707471" y="3541746"/>
                  </a:lnTo>
                  <a:lnTo>
                    <a:pt x="1757522" y="3540199"/>
                  </a:lnTo>
                  <a:lnTo>
                    <a:pt x="1768425" y="3539835"/>
                  </a:lnTo>
                  <a:lnTo>
                    <a:pt x="1822652" y="3537879"/>
                  </a:lnTo>
                  <a:lnTo>
                    <a:pt x="1876358" y="3535715"/>
                  </a:lnTo>
                  <a:lnTo>
                    <a:pt x="1930128" y="3533342"/>
                  </a:lnTo>
                  <a:lnTo>
                    <a:pt x="1984354" y="3530764"/>
                  </a:lnTo>
                  <a:lnTo>
                    <a:pt x="2039256" y="3527995"/>
                  </a:lnTo>
                  <a:lnTo>
                    <a:pt x="2094906" y="3525058"/>
                  </a:lnTo>
                  <a:lnTo>
                    <a:pt x="2151248" y="3521983"/>
                  </a:lnTo>
                  <a:lnTo>
                    <a:pt x="2208120" y="3518812"/>
                  </a:lnTo>
                  <a:lnTo>
                    <a:pt x="2265288" y="3515589"/>
                  </a:lnTo>
                  <a:lnTo>
                    <a:pt x="2322475" y="3512362"/>
                  </a:lnTo>
                  <a:lnTo>
                    <a:pt x="2379404" y="3509180"/>
                  </a:lnTo>
                  <a:lnTo>
                    <a:pt x="2435831" y="3506090"/>
                  </a:lnTo>
                  <a:lnTo>
                    <a:pt x="2491583" y="3503131"/>
                  </a:lnTo>
                  <a:lnTo>
                    <a:pt x="2546588" y="3500337"/>
                  </a:lnTo>
                  <a:lnTo>
                    <a:pt x="2600898" y="3497731"/>
                  </a:lnTo>
                  <a:lnTo>
                    <a:pt x="2654713" y="3495329"/>
                  </a:lnTo>
                  <a:lnTo>
                    <a:pt x="2708397" y="3493137"/>
                  </a:lnTo>
                  <a:lnTo>
                    <a:pt x="2762509" y="3491153"/>
                  </a:lnTo>
                  <a:lnTo>
                    <a:pt x="2770117" y="3490892"/>
                  </a:lnTo>
                  <a:lnTo>
                    <a:pt x="2819850" y="3489309"/>
                  </a:lnTo>
                  <a:lnTo>
                    <a:pt x="2871306" y="3487888"/>
                  </a:lnTo>
                  <a:lnTo>
                    <a:pt x="2925314" y="3486619"/>
                  </a:lnTo>
                  <a:lnTo>
                    <a:pt x="2982797" y="3485489"/>
                  </a:lnTo>
                  <a:lnTo>
                    <a:pt x="3044695" y="3484482"/>
                  </a:lnTo>
                  <a:lnTo>
                    <a:pt x="3111878" y="3483581"/>
                  </a:lnTo>
                  <a:lnTo>
                    <a:pt x="3185039" y="3482774"/>
                  </a:lnTo>
                  <a:lnTo>
                    <a:pt x="3264556" y="3482051"/>
                  </a:lnTo>
                  <a:lnTo>
                    <a:pt x="3350301" y="3481402"/>
                  </a:lnTo>
                  <a:lnTo>
                    <a:pt x="3441423" y="3480825"/>
                  </a:lnTo>
                  <a:lnTo>
                    <a:pt x="3536133" y="3480316"/>
                  </a:lnTo>
                  <a:lnTo>
                    <a:pt x="3631583" y="3479877"/>
                  </a:lnTo>
                  <a:lnTo>
                    <a:pt x="3723932" y="3479510"/>
                  </a:lnTo>
                  <a:lnTo>
                    <a:pt x="3808718" y="3479214"/>
                  </a:lnTo>
                  <a:lnTo>
                    <a:pt x="3881550" y="3478991"/>
                  </a:lnTo>
                  <a:lnTo>
                    <a:pt x="3938995" y="3478834"/>
                  </a:lnTo>
                  <a:lnTo>
                    <a:pt x="3979419" y="3478735"/>
                  </a:lnTo>
                  <a:lnTo>
                    <a:pt x="4003471" y="3478682"/>
                  </a:lnTo>
                  <a:lnTo>
                    <a:pt x="4014125" y="3478661"/>
                  </a:lnTo>
                  <a:lnTo>
                    <a:pt x="4016409" y="3478657"/>
                  </a:lnTo>
                  <a:lnTo>
                    <a:pt x="4538543" y="3478657"/>
                  </a:lnTo>
                  <a:lnTo>
                    <a:pt x="4539643" y="3478565"/>
                  </a:lnTo>
                  <a:lnTo>
                    <a:pt x="4546857" y="3477908"/>
                  </a:lnTo>
                  <a:lnTo>
                    <a:pt x="4564982" y="3476092"/>
                  </a:lnTo>
                  <a:lnTo>
                    <a:pt x="4597222" y="3472522"/>
                  </a:lnTo>
                  <a:lnTo>
                    <a:pt x="4644938" y="3466655"/>
                  </a:lnTo>
                  <a:lnTo>
                    <a:pt x="4707544" y="3458069"/>
                  </a:lnTo>
                  <a:lnTo>
                    <a:pt x="4782743" y="3446492"/>
                  </a:lnTo>
                  <a:lnTo>
                    <a:pt x="4867073" y="3431813"/>
                  </a:lnTo>
                  <a:lnTo>
                    <a:pt x="4956619" y="3414038"/>
                  </a:lnTo>
                  <a:lnTo>
                    <a:pt x="5047666" y="3393233"/>
                  </a:lnTo>
                  <a:lnTo>
                    <a:pt x="5137151" y="3369457"/>
                  </a:lnTo>
                  <a:lnTo>
                    <a:pt x="5222872" y="3342711"/>
                  </a:lnTo>
                  <a:lnTo>
                    <a:pt x="5303487" y="3312900"/>
                  </a:lnTo>
                  <a:lnTo>
                    <a:pt x="5378391" y="3279814"/>
                  </a:lnTo>
                  <a:lnTo>
                    <a:pt x="5447546" y="3243120"/>
                  </a:lnTo>
                  <a:lnTo>
                    <a:pt x="5511309" y="3202371"/>
                  </a:lnTo>
                  <a:lnTo>
                    <a:pt x="5570290" y="3157015"/>
                  </a:lnTo>
                  <a:lnTo>
                    <a:pt x="5625240" y="3106424"/>
                  </a:lnTo>
                  <a:lnTo>
                    <a:pt x="5676970" y="3049942"/>
                  </a:lnTo>
                  <a:lnTo>
                    <a:pt x="5726284" y="2986968"/>
                  </a:lnTo>
                  <a:lnTo>
                    <a:pt x="5773915" y="2917097"/>
                  </a:lnTo>
                  <a:lnTo>
                    <a:pt x="5784835" y="2899822"/>
                  </a:lnTo>
                  <a:lnTo>
                    <a:pt x="5819125" y="2842604"/>
                  </a:lnTo>
                  <a:lnTo>
                    <a:pt x="5853103" y="2781536"/>
                  </a:lnTo>
                  <a:lnTo>
                    <a:pt x="5886948" y="2716538"/>
                  </a:lnTo>
                  <a:lnTo>
                    <a:pt x="5920801" y="2647583"/>
                  </a:lnTo>
                  <a:lnTo>
                    <a:pt x="5954773" y="2574702"/>
                  </a:lnTo>
                  <a:lnTo>
                    <a:pt x="5988947" y="2497987"/>
                  </a:lnTo>
                  <a:lnTo>
                    <a:pt x="6023380" y="2417597"/>
                  </a:lnTo>
                  <a:lnTo>
                    <a:pt x="6058102" y="2333760"/>
                  </a:lnTo>
                  <a:lnTo>
                    <a:pt x="6093125" y="2246771"/>
                  </a:lnTo>
                  <a:lnTo>
                    <a:pt x="6128437" y="2156992"/>
                  </a:lnTo>
                  <a:lnTo>
                    <a:pt x="6164010" y="2064849"/>
                  </a:lnTo>
                  <a:lnTo>
                    <a:pt x="6199801" y="1970821"/>
                  </a:lnTo>
                  <a:lnTo>
                    <a:pt x="6235754" y="1875432"/>
                  </a:lnTo>
                  <a:lnTo>
                    <a:pt x="6271804" y="1779240"/>
                  </a:lnTo>
                  <a:lnTo>
                    <a:pt x="6307882" y="1682824"/>
                  </a:lnTo>
                  <a:lnTo>
                    <a:pt x="6343916" y="1586767"/>
                  </a:lnTo>
                  <a:lnTo>
                    <a:pt x="6379837" y="1491644"/>
                  </a:lnTo>
                  <a:lnTo>
                    <a:pt x="6415582" y="1398005"/>
                  </a:lnTo>
                  <a:lnTo>
                    <a:pt x="6451099" y="1306367"/>
                  </a:lnTo>
                  <a:lnTo>
                    <a:pt x="6486346" y="1217197"/>
                  </a:lnTo>
                  <a:lnTo>
                    <a:pt x="6521299" y="1130905"/>
                  </a:lnTo>
                  <a:lnTo>
                    <a:pt x="6555953" y="1047839"/>
                  </a:lnTo>
                  <a:lnTo>
                    <a:pt x="6590322" y="968280"/>
                  </a:lnTo>
                  <a:lnTo>
                    <a:pt x="6624444" y="892438"/>
                  </a:lnTo>
                  <a:lnTo>
                    <a:pt x="6658381" y="820457"/>
                  </a:lnTo>
                  <a:lnTo>
                    <a:pt x="6692221" y="752415"/>
                  </a:lnTo>
                  <a:lnTo>
                    <a:pt x="6726082" y="688328"/>
                  </a:lnTo>
                  <a:lnTo>
                    <a:pt x="6760116" y="628157"/>
                  </a:lnTo>
                  <a:lnTo>
                    <a:pt x="6786527" y="584482"/>
                  </a:lnTo>
                  <a:lnTo>
                    <a:pt x="6833858" y="512986"/>
                  </a:lnTo>
                  <a:lnTo>
                    <a:pt x="6882718" y="448431"/>
                  </a:lnTo>
                  <a:lnTo>
                    <a:pt x="6933815" y="390486"/>
                  </a:lnTo>
                  <a:lnTo>
                    <a:pt x="6987942" y="338581"/>
                  </a:lnTo>
                  <a:lnTo>
                    <a:pt x="7045913" y="292064"/>
                  </a:lnTo>
                  <a:lnTo>
                    <a:pt x="7108501" y="250294"/>
                  </a:lnTo>
                  <a:lnTo>
                    <a:pt x="7176357" y="212700"/>
                  </a:lnTo>
                  <a:lnTo>
                    <a:pt x="7249908" y="178807"/>
                  </a:lnTo>
                  <a:lnTo>
                    <a:pt x="7329223" y="148256"/>
                  </a:lnTo>
                  <a:lnTo>
                    <a:pt x="7413845" y="120809"/>
                  </a:lnTo>
                  <a:lnTo>
                    <a:pt x="7502617" y="96345"/>
                  </a:lnTo>
                  <a:lnTo>
                    <a:pt x="7593544" y="74844"/>
                  </a:lnTo>
                  <a:lnTo>
                    <a:pt x="7683753" y="56356"/>
                  </a:lnTo>
                  <a:lnTo>
                    <a:pt x="7769651" y="40952"/>
                  </a:lnTo>
                  <a:lnTo>
                    <a:pt x="7847314" y="28658"/>
                  </a:lnTo>
                  <a:lnTo>
                    <a:pt x="7913112" y="19393"/>
                  </a:lnTo>
                  <a:lnTo>
                    <a:pt x="7964418" y="12925"/>
                  </a:lnTo>
                  <a:lnTo>
                    <a:pt x="8000213" y="8865"/>
                  </a:lnTo>
                  <a:lnTo>
                    <a:pt x="8021403" y="6693"/>
                  </a:lnTo>
                  <a:lnTo>
                    <a:pt x="8030785" y="5820"/>
                  </a:lnTo>
                  <a:lnTo>
                    <a:pt x="8032819" y="5647"/>
                  </a:lnTo>
                  <a:lnTo>
                    <a:pt x="8554953" y="5647"/>
                  </a:lnTo>
                  <a:lnTo>
                    <a:pt x="8554953" y="0"/>
                  </a:lnTo>
                  <a:lnTo>
                    <a:pt x="8032819" y="0"/>
                  </a:lnTo>
                  <a:lnTo>
                    <a:pt x="8031719" y="92"/>
                  </a:lnTo>
                  <a:lnTo>
                    <a:pt x="8024505" y="748"/>
                  </a:lnTo>
                  <a:lnTo>
                    <a:pt x="8006380" y="2564"/>
                  </a:lnTo>
                  <a:lnTo>
                    <a:pt x="7974140" y="6135"/>
                  </a:lnTo>
                  <a:lnTo>
                    <a:pt x="7926424" y="12001"/>
                  </a:lnTo>
                  <a:lnTo>
                    <a:pt x="7863818" y="20588"/>
                  </a:lnTo>
                  <a:lnTo>
                    <a:pt x="7788619" y="32164"/>
                  </a:lnTo>
                  <a:lnTo>
                    <a:pt x="7704289" y="46843"/>
                  </a:lnTo>
                  <a:lnTo>
                    <a:pt x="7614743" y="64618"/>
                  </a:lnTo>
                  <a:lnTo>
                    <a:pt x="7523696" y="85424"/>
                  </a:lnTo>
                  <a:lnTo>
                    <a:pt x="7434210" y="109199"/>
                  </a:lnTo>
                  <a:lnTo>
                    <a:pt x="7348489" y="135945"/>
                  </a:lnTo>
                  <a:lnTo>
                    <a:pt x="7267875" y="165756"/>
                  </a:lnTo>
                  <a:lnTo>
                    <a:pt x="7192971" y="198843"/>
                  </a:lnTo>
                  <a:lnTo>
                    <a:pt x="7123816" y="235537"/>
                  </a:lnTo>
                  <a:lnTo>
                    <a:pt x="7060053" y="276286"/>
                  </a:lnTo>
                  <a:lnTo>
                    <a:pt x="7001072" y="321642"/>
                  </a:lnTo>
                  <a:lnTo>
                    <a:pt x="6946122" y="372233"/>
                  </a:lnTo>
                  <a:lnTo>
                    <a:pt x="6894391" y="428715"/>
                  </a:lnTo>
                  <a:lnTo>
                    <a:pt x="6845078" y="491689"/>
                  </a:lnTo>
                  <a:lnTo>
                    <a:pt x="6797447" y="561559"/>
                  </a:lnTo>
                  <a:lnTo>
                    <a:pt x="6786527" y="578835"/>
                  </a:lnTo>
                  <a:lnTo>
                    <a:pt x="6752237" y="636052"/>
                  </a:lnTo>
                  <a:lnTo>
                    <a:pt x="6718259" y="697120"/>
                  </a:lnTo>
                  <a:lnTo>
                    <a:pt x="6684414" y="762118"/>
                  </a:lnTo>
                  <a:lnTo>
                    <a:pt x="6650561" y="831073"/>
                  </a:lnTo>
                  <a:lnTo>
                    <a:pt x="6616589" y="903954"/>
                  </a:lnTo>
                  <a:lnTo>
                    <a:pt x="6582415" y="980669"/>
                  </a:lnTo>
                  <a:lnTo>
                    <a:pt x="6547982" y="1061059"/>
                  </a:lnTo>
                  <a:lnTo>
                    <a:pt x="6513260" y="1144897"/>
                  </a:lnTo>
                  <a:lnTo>
                    <a:pt x="6478237" y="1231886"/>
                  </a:lnTo>
                  <a:lnTo>
                    <a:pt x="6442925" y="1321664"/>
                  </a:lnTo>
                  <a:lnTo>
                    <a:pt x="6407352" y="1413807"/>
                  </a:lnTo>
                  <a:lnTo>
                    <a:pt x="6371561" y="1507836"/>
                  </a:lnTo>
                  <a:lnTo>
                    <a:pt x="6335608" y="1603225"/>
                  </a:lnTo>
                  <a:lnTo>
                    <a:pt x="6299558" y="1699416"/>
                  </a:lnTo>
                  <a:lnTo>
                    <a:pt x="6263480" y="1795832"/>
                  </a:lnTo>
                  <a:lnTo>
                    <a:pt x="6227446" y="1891889"/>
                  </a:lnTo>
                  <a:lnTo>
                    <a:pt x="6191525" y="1987013"/>
                  </a:lnTo>
                  <a:lnTo>
                    <a:pt x="6155780" y="2080651"/>
                  </a:lnTo>
                  <a:lnTo>
                    <a:pt x="6120263" y="2172289"/>
                  </a:lnTo>
                  <a:lnTo>
                    <a:pt x="6085016" y="2261459"/>
                  </a:lnTo>
                  <a:lnTo>
                    <a:pt x="6050063" y="2347751"/>
                  </a:lnTo>
                  <a:lnTo>
                    <a:pt x="6015409" y="2430817"/>
                  </a:lnTo>
                  <a:lnTo>
                    <a:pt x="5981040" y="2510376"/>
                  </a:lnTo>
                  <a:lnTo>
                    <a:pt x="5946918" y="2586218"/>
                  </a:lnTo>
                  <a:lnTo>
                    <a:pt x="5912981" y="2658199"/>
                  </a:lnTo>
                  <a:lnTo>
                    <a:pt x="5879141" y="2726241"/>
                  </a:lnTo>
                  <a:lnTo>
                    <a:pt x="5845280" y="2790328"/>
                  </a:lnTo>
                  <a:lnTo>
                    <a:pt x="5811246" y="2850499"/>
                  </a:lnTo>
                  <a:lnTo>
                    <a:pt x="5784835" y="2894175"/>
                  </a:lnTo>
                  <a:lnTo>
                    <a:pt x="5737504" y="2965670"/>
                  </a:lnTo>
                  <a:lnTo>
                    <a:pt x="5688644" y="3030226"/>
                  </a:lnTo>
                  <a:lnTo>
                    <a:pt x="5637547" y="3088170"/>
                  </a:lnTo>
                  <a:lnTo>
                    <a:pt x="5583420" y="3140075"/>
                  </a:lnTo>
                  <a:lnTo>
                    <a:pt x="5525449" y="3186592"/>
                  </a:lnTo>
                  <a:lnTo>
                    <a:pt x="5462861" y="3228362"/>
                  </a:lnTo>
                  <a:lnTo>
                    <a:pt x="5395005" y="3265956"/>
                  </a:lnTo>
                  <a:lnTo>
                    <a:pt x="5321454" y="3299849"/>
                  </a:lnTo>
                  <a:lnTo>
                    <a:pt x="5242139" y="3330400"/>
                  </a:lnTo>
                  <a:lnTo>
                    <a:pt x="5157517" y="3357847"/>
                  </a:lnTo>
                  <a:lnTo>
                    <a:pt x="5068745" y="3382312"/>
                  </a:lnTo>
                  <a:lnTo>
                    <a:pt x="4977818" y="3403813"/>
                  </a:lnTo>
                  <a:lnTo>
                    <a:pt x="4887609" y="3422300"/>
                  </a:lnTo>
                  <a:lnTo>
                    <a:pt x="4801711" y="3437704"/>
                  </a:lnTo>
                  <a:lnTo>
                    <a:pt x="4724048" y="3449999"/>
                  </a:lnTo>
                  <a:lnTo>
                    <a:pt x="4658250" y="3459264"/>
                  </a:lnTo>
                  <a:lnTo>
                    <a:pt x="4606944" y="3465731"/>
                  </a:lnTo>
                  <a:lnTo>
                    <a:pt x="4571149" y="3469792"/>
                  </a:lnTo>
                  <a:lnTo>
                    <a:pt x="4549959" y="3471964"/>
                  </a:lnTo>
                  <a:lnTo>
                    <a:pt x="4540577" y="3472837"/>
                  </a:lnTo>
                  <a:lnTo>
                    <a:pt x="4538543" y="3473010"/>
                  </a:lnTo>
                  <a:lnTo>
                    <a:pt x="4016409" y="3473010"/>
                  </a:lnTo>
                  <a:lnTo>
                    <a:pt x="4015139" y="3473012"/>
                  </a:lnTo>
                  <a:lnTo>
                    <a:pt x="4006839" y="3473028"/>
                  </a:lnTo>
                  <a:lnTo>
                    <a:pt x="3986088" y="3473073"/>
                  </a:lnTo>
                  <a:lnTo>
                    <a:pt x="3949430" y="3473160"/>
                  </a:lnTo>
                  <a:lnTo>
                    <a:pt x="3895689" y="3473303"/>
                  </a:lnTo>
                  <a:lnTo>
                    <a:pt x="3826021" y="3473512"/>
                  </a:lnTo>
                  <a:lnTo>
                    <a:pt x="3743524" y="3473791"/>
                  </a:lnTo>
                  <a:lnTo>
                    <a:pt x="3652454" y="3474142"/>
                  </a:lnTo>
                  <a:lnTo>
                    <a:pt x="3557330" y="3474566"/>
                  </a:lnTo>
                  <a:lnTo>
                    <a:pt x="3462173" y="3475059"/>
                  </a:lnTo>
                  <a:lnTo>
                    <a:pt x="3370066" y="3475621"/>
                  </a:lnTo>
                  <a:lnTo>
                    <a:pt x="3283027" y="3476254"/>
                  </a:lnTo>
                  <a:lnTo>
                    <a:pt x="3202097" y="3476960"/>
                  </a:lnTo>
                  <a:lnTo>
                    <a:pt x="3127546" y="3477748"/>
                  </a:lnTo>
                  <a:lnTo>
                    <a:pt x="3059091" y="3478626"/>
                  </a:lnTo>
                  <a:lnTo>
                    <a:pt x="2996093" y="3479609"/>
                  </a:lnTo>
                  <a:lnTo>
                    <a:pt x="2937712" y="3480710"/>
                  </a:lnTo>
                  <a:lnTo>
                    <a:pt x="2883016" y="3481947"/>
                  </a:lnTo>
                  <a:lnTo>
                    <a:pt x="2831071" y="3483334"/>
                  </a:lnTo>
                  <a:lnTo>
                    <a:pt x="2781020" y="3484881"/>
                  </a:lnTo>
                  <a:lnTo>
                    <a:pt x="2770117" y="3485245"/>
                  </a:lnTo>
                  <a:lnTo>
                    <a:pt x="2715890" y="3487201"/>
                  </a:lnTo>
                  <a:lnTo>
                    <a:pt x="2662184" y="3489364"/>
                  </a:lnTo>
                  <a:lnTo>
                    <a:pt x="2608414" y="3491737"/>
                  </a:lnTo>
                  <a:lnTo>
                    <a:pt x="2554188" y="3494315"/>
                  </a:lnTo>
                  <a:lnTo>
                    <a:pt x="2499286" y="3497085"/>
                  </a:lnTo>
                  <a:lnTo>
                    <a:pt x="2443636" y="3500022"/>
                  </a:lnTo>
                  <a:lnTo>
                    <a:pt x="2387295" y="3503097"/>
                  </a:lnTo>
                  <a:lnTo>
                    <a:pt x="2330422" y="3506268"/>
                  </a:lnTo>
                  <a:lnTo>
                    <a:pt x="2273255" y="3509491"/>
                  </a:lnTo>
                  <a:lnTo>
                    <a:pt x="2216067" y="3512718"/>
                  </a:lnTo>
                  <a:lnTo>
                    <a:pt x="2159138" y="3515899"/>
                  </a:lnTo>
                  <a:lnTo>
                    <a:pt x="2102711" y="3518990"/>
                  </a:lnTo>
                  <a:lnTo>
                    <a:pt x="2046959" y="3521948"/>
                  </a:lnTo>
                  <a:lnTo>
                    <a:pt x="1991954" y="3524743"/>
                  </a:lnTo>
                  <a:lnTo>
                    <a:pt x="1937644" y="3527348"/>
                  </a:lnTo>
                  <a:lnTo>
                    <a:pt x="1883829" y="3529750"/>
                  </a:lnTo>
                  <a:lnTo>
                    <a:pt x="1830145" y="3531943"/>
                  </a:lnTo>
                  <a:lnTo>
                    <a:pt x="1776033" y="3533927"/>
                  </a:lnTo>
                  <a:lnTo>
                    <a:pt x="1768425" y="3534187"/>
                  </a:lnTo>
                  <a:lnTo>
                    <a:pt x="1718692" y="3535770"/>
                  </a:lnTo>
                  <a:lnTo>
                    <a:pt x="1667236" y="3537192"/>
                  </a:lnTo>
                  <a:lnTo>
                    <a:pt x="1613229" y="3538461"/>
                  </a:lnTo>
                  <a:lnTo>
                    <a:pt x="1555745" y="3539591"/>
                  </a:lnTo>
                  <a:lnTo>
                    <a:pt x="1493847" y="3540598"/>
                  </a:lnTo>
                  <a:lnTo>
                    <a:pt x="1426665" y="3541499"/>
                  </a:lnTo>
                  <a:lnTo>
                    <a:pt x="1353503" y="3542306"/>
                  </a:lnTo>
                  <a:lnTo>
                    <a:pt x="1273986" y="3543029"/>
                  </a:lnTo>
                  <a:lnTo>
                    <a:pt x="1188241" y="3543678"/>
                  </a:lnTo>
                  <a:lnTo>
                    <a:pt x="1097119" y="3544255"/>
                  </a:lnTo>
                  <a:lnTo>
                    <a:pt x="1002409" y="3544764"/>
                  </a:lnTo>
                  <a:lnTo>
                    <a:pt x="906959" y="3545203"/>
                  </a:lnTo>
                  <a:lnTo>
                    <a:pt x="814610" y="3545570"/>
                  </a:lnTo>
                  <a:lnTo>
                    <a:pt x="729824" y="3545865"/>
                  </a:lnTo>
                  <a:lnTo>
                    <a:pt x="656993" y="3546089"/>
                  </a:lnTo>
                  <a:lnTo>
                    <a:pt x="599547" y="3546246"/>
                  </a:lnTo>
                  <a:lnTo>
                    <a:pt x="559123" y="3546345"/>
                  </a:lnTo>
                  <a:lnTo>
                    <a:pt x="535071" y="3546398"/>
                  </a:lnTo>
                  <a:lnTo>
                    <a:pt x="524417" y="3546419"/>
                  </a:lnTo>
                  <a:lnTo>
                    <a:pt x="522133" y="3546423"/>
                  </a:lnTo>
                  <a:lnTo>
                    <a:pt x="0" y="3546423"/>
                  </a:lnTo>
                  <a:close/>
                </a:path>
              </a:pathLst>
            </a:custGeom>
            <a:solidFill>
              <a:srgbClr val="F3BA99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1863" name="pl1863"/>
            <p:cNvSpPr/>
            <p:nvPr/>
          </p:nvSpPr>
          <p:spPr>
            <a:xfrm>
              <a:off x="386606" y="2207683"/>
              <a:ext cx="8554953" cy="3546423"/>
            </a:xfrm>
            <a:custGeom>
              <a:avLst/>
              <a:pathLst>
                <a:path w="8554953" h="3546423">
                  <a:moveTo>
                    <a:pt x="0" y="3546423"/>
                  </a:moveTo>
                  <a:lnTo>
                    <a:pt x="522133" y="3546423"/>
                  </a:lnTo>
                  <a:lnTo>
                    <a:pt x="523403" y="3546421"/>
                  </a:lnTo>
                  <a:lnTo>
                    <a:pt x="531703" y="3546405"/>
                  </a:lnTo>
                  <a:lnTo>
                    <a:pt x="552454" y="3546360"/>
                  </a:lnTo>
                  <a:lnTo>
                    <a:pt x="589112" y="3546273"/>
                  </a:lnTo>
                  <a:lnTo>
                    <a:pt x="642853" y="3546130"/>
                  </a:lnTo>
                  <a:lnTo>
                    <a:pt x="712521" y="3545921"/>
                  </a:lnTo>
                  <a:lnTo>
                    <a:pt x="795018" y="3545642"/>
                  </a:lnTo>
                  <a:lnTo>
                    <a:pt x="886088" y="3545290"/>
                  </a:lnTo>
                  <a:lnTo>
                    <a:pt x="981212" y="3544867"/>
                  </a:lnTo>
                  <a:lnTo>
                    <a:pt x="1076369" y="3544374"/>
                  </a:lnTo>
                  <a:lnTo>
                    <a:pt x="1168476" y="3543811"/>
                  </a:lnTo>
                  <a:lnTo>
                    <a:pt x="1255515" y="3543179"/>
                  </a:lnTo>
                  <a:lnTo>
                    <a:pt x="1336445" y="3542473"/>
                  </a:lnTo>
                  <a:lnTo>
                    <a:pt x="1410996" y="3541685"/>
                  </a:lnTo>
                  <a:lnTo>
                    <a:pt x="1479451" y="3540806"/>
                  </a:lnTo>
                  <a:lnTo>
                    <a:pt x="1542449" y="3539824"/>
                  </a:lnTo>
                  <a:lnTo>
                    <a:pt x="1600830" y="3538722"/>
                  </a:lnTo>
                  <a:lnTo>
                    <a:pt x="1655526" y="3537486"/>
                  </a:lnTo>
                  <a:lnTo>
                    <a:pt x="1707471" y="3536099"/>
                  </a:lnTo>
                  <a:lnTo>
                    <a:pt x="1757522" y="3534552"/>
                  </a:lnTo>
                  <a:lnTo>
                    <a:pt x="1768425" y="3534187"/>
                  </a:lnTo>
                  <a:lnTo>
                    <a:pt x="1822652" y="3532231"/>
                  </a:lnTo>
                  <a:lnTo>
                    <a:pt x="1876358" y="3530068"/>
                  </a:lnTo>
                  <a:lnTo>
                    <a:pt x="1930128" y="3527695"/>
                  </a:lnTo>
                  <a:lnTo>
                    <a:pt x="1984354" y="3525117"/>
                  </a:lnTo>
                  <a:lnTo>
                    <a:pt x="2039256" y="3522348"/>
                  </a:lnTo>
                  <a:lnTo>
                    <a:pt x="2094906" y="3519410"/>
                  </a:lnTo>
                  <a:lnTo>
                    <a:pt x="2151248" y="3516336"/>
                  </a:lnTo>
                  <a:lnTo>
                    <a:pt x="2208120" y="3513165"/>
                  </a:lnTo>
                  <a:lnTo>
                    <a:pt x="2265288" y="3509941"/>
                  </a:lnTo>
                  <a:lnTo>
                    <a:pt x="2322475" y="3506715"/>
                  </a:lnTo>
                  <a:lnTo>
                    <a:pt x="2379404" y="3503533"/>
                  </a:lnTo>
                  <a:lnTo>
                    <a:pt x="2435831" y="3500443"/>
                  </a:lnTo>
                  <a:lnTo>
                    <a:pt x="2491583" y="3497484"/>
                  </a:lnTo>
                  <a:lnTo>
                    <a:pt x="2546588" y="3494690"/>
                  </a:lnTo>
                  <a:lnTo>
                    <a:pt x="2600898" y="3492084"/>
                  </a:lnTo>
                  <a:lnTo>
                    <a:pt x="2654713" y="3489682"/>
                  </a:lnTo>
                  <a:lnTo>
                    <a:pt x="2708397" y="3487490"/>
                  </a:lnTo>
                  <a:lnTo>
                    <a:pt x="2762509" y="3485505"/>
                  </a:lnTo>
                  <a:lnTo>
                    <a:pt x="2770117" y="3485245"/>
                  </a:lnTo>
                  <a:lnTo>
                    <a:pt x="2819850" y="3483662"/>
                  </a:lnTo>
                  <a:lnTo>
                    <a:pt x="2871306" y="3482241"/>
                  </a:lnTo>
                  <a:lnTo>
                    <a:pt x="2925314" y="3480972"/>
                  </a:lnTo>
                  <a:lnTo>
                    <a:pt x="2982797" y="3479842"/>
                  </a:lnTo>
                  <a:lnTo>
                    <a:pt x="3044695" y="3478834"/>
                  </a:lnTo>
                  <a:lnTo>
                    <a:pt x="3111878" y="3477934"/>
                  </a:lnTo>
                  <a:lnTo>
                    <a:pt x="3185039" y="3477127"/>
                  </a:lnTo>
                  <a:lnTo>
                    <a:pt x="3264556" y="3476403"/>
                  </a:lnTo>
                  <a:lnTo>
                    <a:pt x="3350301" y="3475755"/>
                  </a:lnTo>
                  <a:lnTo>
                    <a:pt x="3441423" y="3475178"/>
                  </a:lnTo>
                  <a:lnTo>
                    <a:pt x="3536133" y="3474669"/>
                  </a:lnTo>
                  <a:lnTo>
                    <a:pt x="3631583" y="3474230"/>
                  </a:lnTo>
                  <a:lnTo>
                    <a:pt x="3723932" y="3473862"/>
                  </a:lnTo>
                  <a:lnTo>
                    <a:pt x="3808718" y="3473567"/>
                  </a:lnTo>
                  <a:lnTo>
                    <a:pt x="3881550" y="3473343"/>
                  </a:lnTo>
                  <a:lnTo>
                    <a:pt x="3938995" y="3473187"/>
                  </a:lnTo>
                  <a:lnTo>
                    <a:pt x="3979419" y="3473088"/>
                  </a:lnTo>
                  <a:lnTo>
                    <a:pt x="4003471" y="3473035"/>
                  </a:lnTo>
                  <a:lnTo>
                    <a:pt x="4014125" y="3473014"/>
                  </a:lnTo>
                  <a:lnTo>
                    <a:pt x="4016395" y="3473010"/>
                  </a:lnTo>
                  <a:lnTo>
                    <a:pt x="4016409" y="3473010"/>
                  </a:lnTo>
                  <a:lnTo>
                    <a:pt x="4538543" y="3473010"/>
                  </a:lnTo>
                  <a:lnTo>
                    <a:pt x="4539643" y="3472918"/>
                  </a:lnTo>
                  <a:lnTo>
                    <a:pt x="4546857" y="3472261"/>
                  </a:lnTo>
                  <a:lnTo>
                    <a:pt x="4564982" y="3470445"/>
                  </a:lnTo>
                  <a:lnTo>
                    <a:pt x="4597222" y="3466875"/>
                  </a:lnTo>
                  <a:lnTo>
                    <a:pt x="4644938" y="3461008"/>
                  </a:lnTo>
                  <a:lnTo>
                    <a:pt x="4707544" y="3452422"/>
                  </a:lnTo>
                  <a:lnTo>
                    <a:pt x="4782743" y="3440845"/>
                  </a:lnTo>
                  <a:lnTo>
                    <a:pt x="4867073" y="3426166"/>
                  </a:lnTo>
                  <a:lnTo>
                    <a:pt x="4956619" y="3408391"/>
                  </a:lnTo>
                  <a:lnTo>
                    <a:pt x="5047666" y="3387586"/>
                  </a:lnTo>
                  <a:lnTo>
                    <a:pt x="5137151" y="3363810"/>
                  </a:lnTo>
                  <a:lnTo>
                    <a:pt x="5222872" y="3337064"/>
                  </a:lnTo>
                  <a:lnTo>
                    <a:pt x="5303487" y="3307253"/>
                  </a:lnTo>
                  <a:lnTo>
                    <a:pt x="5378391" y="3274166"/>
                  </a:lnTo>
                  <a:lnTo>
                    <a:pt x="5447546" y="3237473"/>
                  </a:lnTo>
                  <a:lnTo>
                    <a:pt x="5511309" y="3196723"/>
                  </a:lnTo>
                  <a:lnTo>
                    <a:pt x="5570290" y="3151367"/>
                  </a:lnTo>
                  <a:lnTo>
                    <a:pt x="5625240" y="3100777"/>
                  </a:lnTo>
                  <a:lnTo>
                    <a:pt x="5676970" y="3044295"/>
                  </a:lnTo>
                  <a:lnTo>
                    <a:pt x="5726284" y="2981321"/>
                  </a:lnTo>
                  <a:lnTo>
                    <a:pt x="5773915" y="2911450"/>
                  </a:lnTo>
                  <a:lnTo>
                    <a:pt x="5784835" y="2894175"/>
                  </a:lnTo>
                  <a:lnTo>
                    <a:pt x="5819125" y="2836957"/>
                  </a:lnTo>
                  <a:lnTo>
                    <a:pt x="5853103" y="2775889"/>
                  </a:lnTo>
                  <a:lnTo>
                    <a:pt x="5886948" y="2710891"/>
                  </a:lnTo>
                  <a:lnTo>
                    <a:pt x="5920801" y="2641936"/>
                  </a:lnTo>
                  <a:lnTo>
                    <a:pt x="5954773" y="2569055"/>
                  </a:lnTo>
                  <a:lnTo>
                    <a:pt x="5988947" y="2492340"/>
                  </a:lnTo>
                  <a:lnTo>
                    <a:pt x="6023380" y="2411950"/>
                  </a:lnTo>
                  <a:lnTo>
                    <a:pt x="6058102" y="2328113"/>
                  </a:lnTo>
                  <a:lnTo>
                    <a:pt x="6093125" y="2241123"/>
                  </a:lnTo>
                  <a:lnTo>
                    <a:pt x="6128437" y="2151345"/>
                  </a:lnTo>
                  <a:lnTo>
                    <a:pt x="6164010" y="2059202"/>
                  </a:lnTo>
                  <a:lnTo>
                    <a:pt x="6199801" y="1965174"/>
                  </a:lnTo>
                  <a:lnTo>
                    <a:pt x="6235754" y="1869785"/>
                  </a:lnTo>
                  <a:lnTo>
                    <a:pt x="6271804" y="1773593"/>
                  </a:lnTo>
                  <a:lnTo>
                    <a:pt x="6307882" y="1677177"/>
                  </a:lnTo>
                  <a:lnTo>
                    <a:pt x="6343916" y="1581120"/>
                  </a:lnTo>
                  <a:lnTo>
                    <a:pt x="6379837" y="1485996"/>
                  </a:lnTo>
                  <a:lnTo>
                    <a:pt x="6415582" y="1392358"/>
                  </a:lnTo>
                  <a:lnTo>
                    <a:pt x="6451099" y="1300720"/>
                  </a:lnTo>
                  <a:lnTo>
                    <a:pt x="6486346" y="1211550"/>
                  </a:lnTo>
                  <a:lnTo>
                    <a:pt x="6521299" y="1125258"/>
                  </a:lnTo>
                  <a:lnTo>
                    <a:pt x="6555953" y="1042192"/>
                  </a:lnTo>
                  <a:lnTo>
                    <a:pt x="6590322" y="962633"/>
                  </a:lnTo>
                  <a:lnTo>
                    <a:pt x="6624444" y="886791"/>
                  </a:lnTo>
                  <a:lnTo>
                    <a:pt x="6658381" y="814810"/>
                  </a:lnTo>
                  <a:lnTo>
                    <a:pt x="6692221" y="746768"/>
                  </a:lnTo>
                  <a:lnTo>
                    <a:pt x="6726082" y="682681"/>
                  </a:lnTo>
                  <a:lnTo>
                    <a:pt x="6760116" y="622510"/>
                  </a:lnTo>
                  <a:lnTo>
                    <a:pt x="6786527" y="578835"/>
                  </a:lnTo>
                  <a:lnTo>
                    <a:pt x="6833858" y="507339"/>
                  </a:lnTo>
                  <a:lnTo>
                    <a:pt x="6882718" y="442784"/>
                  </a:lnTo>
                  <a:lnTo>
                    <a:pt x="6933815" y="384839"/>
                  </a:lnTo>
                  <a:lnTo>
                    <a:pt x="6987942" y="332934"/>
                  </a:lnTo>
                  <a:lnTo>
                    <a:pt x="7045913" y="286417"/>
                  </a:lnTo>
                  <a:lnTo>
                    <a:pt x="7108501" y="244647"/>
                  </a:lnTo>
                  <a:lnTo>
                    <a:pt x="7176357" y="207053"/>
                  </a:lnTo>
                  <a:lnTo>
                    <a:pt x="7249908" y="173160"/>
                  </a:lnTo>
                  <a:lnTo>
                    <a:pt x="7329223" y="142609"/>
                  </a:lnTo>
                  <a:lnTo>
                    <a:pt x="7413845" y="115162"/>
                  </a:lnTo>
                  <a:lnTo>
                    <a:pt x="7502617" y="90698"/>
                  </a:lnTo>
                  <a:lnTo>
                    <a:pt x="7593544" y="69196"/>
                  </a:lnTo>
                  <a:lnTo>
                    <a:pt x="7683753" y="50709"/>
                  </a:lnTo>
                  <a:lnTo>
                    <a:pt x="7769651" y="35305"/>
                  </a:lnTo>
                  <a:lnTo>
                    <a:pt x="7847314" y="23011"/>
                  </a:lnTo>
                  <a:lnTo>
                    <a:pt x="7913112" y="13746"/>
                  </a:lnTo>
                  <a:lnTo>
                    <a:pt x="7964418" y="7278"/>
                  </a:lnTo>
                  <a:lnTo>
                    <a:pt x="8000213" y="3218"/>
                  </a:lnTo>
                  <a:lnTo>
                    <a:pt x="8021403" y="1045"/>
                  </a:lnTo>
                  <a:lnTo>
                    <a:pt x="8030785" y="173"/>
                  </a:lnTo>
                  <a:lnTo>
                    <a:pt x="8032805" y="1"/>
                  </a:lnTo>
                  <a:lnTo>
                    <a:pt x="8032819" y="0"/>
                  </a:lnTo>
                  <a:lnTo>
                    <a:pt x="8554953" y="0"/>
                  </a:lnTo>
                  <a:lnTo>
                    <a:pt x="8554953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864" name="pl1864"/>
            <p:cNvSpPr/>
            <p:nvPr/>
          </p:nvSpPr>
          <p:spPr>
            <a:xfrm>
              <a:off x="386606" y="2202036"/>
              <a:ext cx="8554953" cy="3546423"/>
            </a:xfrm>
            <a:custGeom>
              <a:avLst/>
              <a:pathLst>
                <a:path w="8554953" h="3546423">
                  <a:moveTo>
                    <a:pt x="8554953" y="0"/>
                  </a:moveTo>
                  <a:lnTo>
                    <a:pt x="8032819" y="0"/>
                  </a:lnTo>
                  <a:lnTo>
                    <a:pt x="8031719" y="92"/>
                  </a:lnTo>
                  <a:lnTo>
                    <a:pt x="8024505" y="748"/>
                  </a:lnTo>
                  <a:lnTo>
                    <a:pt x="8006380" y="2564"/>
                  </a:lnTo>
                  <a:lnTo>
                    <a:pt x="7974140" y="6135"/>
                  </a:lnTo>
                  <a:lnTo>
                    <a:pt x="7926424" y="12001"/>
                  </a:lnTo>
                  <a:lnTo>
                    <a:pt x="7863818" y="20588"/>
                  </a:lnTo>
                  <a:lnTo>
                    <a:pt x="7788619" y="32164"/>
                  </a:lnTo>
                  <a:lnTo>
                    <a:pt x="7704289" y="46843"/>
                  </a:lnTo>
                  <a:lnTo>
                    <a:pt x="7614743" y="64618"/>
                  </a:lnTo>
                  <a:lnTo>
                    <a:pt x="7523696" y="85424"/>
                  </a:lnTo>
                  <a:lnTo>
                    <a:pt x="7434210" y="109199"/>
                  </a:lnTo>
                  <a:lnTo>
                    <a:pt x="7348489" y="135945"/>
                  </a:lnTo>
                  <a:lnTo>
                    <a:pt x="7267875" y="165756"/>
                  </a:lnTo>
                  <a:lnTo>
                    <a:pt x="7192971" y="198843"/>
                  </a:lnTo>
                  <a:lnTo>
                    <a:pt x="7123816" y="235537"/>
                  </a:lnTo>
                  <a:lnTo>
                    <a:pt x="7060053" y="276286"/>
                  </a:lnTo>
                  <a:lnTo>
                    <a:pt x="7001072" y="321642"/>
                  </a:lnTo>
                  <a:lnTo>
                    <a:pt x="6946122" y="372233"/>
                  </a:lnTo>
                  <a:lnTo>
                    <a:pt x="6894391" y="428715"/>
                  </a:lnTo>
                  <a:lnTo>
                    <a:pt x="6845078" y="491689"/>
                  </a:lnTo>
                  <a:lnTo>
                    <a:pt x="6797447" y="561559"/>
                  </a:lnTo>
                  <a:lnTo>
                    <a:pt x="6786527" y="578835"/>
                  </a:lnTo>
                  <a:lnTo>
                    <a:pt x="6752237" y="636052"/>
                  </a:lnTo>
                  <a:lnTo>
                    <a:pt x="6718259" y="697120"/>
                  </a:lnTo>
                  <a:lnTo>
                    <a:pt x="6684414" y="762118"/>
                  </a:lnTo>
                  <a:lnTo>
                    <a:pt x="6650561" y="831073"/>
                  </a:lnTo>
                  <a:lnTo>
                    <a:pt x="6616589" y="903954"/>
                  </a:lnTo>
                  <a:lnTo>
                    <a:pt x="6582415" y="980669"/>
                  </a:lnTo>
                  <a:lnTo>
                    <a:pt x="6547982" y="1061059"/>
                  </a:lnTo>
                  <a:lnTo>
                    <a:pt x="6513260" y="1144897"/>
                  </a:lnTo>
                  <a:lnTo>
                    <a:pt x="6478237" y="1231886"/>
                  </a:lnTo>
                  <a:lnTo>
                    <a:pt x="6442925" y="1321664"/>
                  </a:lnTo>
                  <a:lnTo>
                    <a:pt x="6407352" y="1413807"/>
                  </a:lnTo>
                  <a:lnTo>
                    <a:pt x="6371561" y="1507836"/>
                  </a:lnTo>
                  <a:lnTo>
                    <a:pt x="6335608" y="1603225"/>
                  </a:lnTo>
                  <a:lnTo>
                    <a:pt x="6299558" y="1699416"/>
                  </a:lnTo>
                  <a:lnTo>
                    <a:pt x="6263480" y="1795832"/>
                  </a:lnTo>
                  <a:lnTo>
                    <a:pt x="6227446" y="1891889"/>
                  </a:lnTo>
                  <a:lnTo>
                    <a:pt x="6191525" y="1987013"/>
                  </a:lnTo>
                  <a:lnTo>
                    <a:pt x="6155780" y="2080651"/>
                  </a:lnTo>
                  <a:lnTo>
                    <a:pt x="6120263" y="2172289"/>
                  </a:lnTo>
                  <a:lnTo>
                    <a:pt x="6085016" y="2261459"/>
                  </a:lnTo>
                  <a:lnTo>
                    <a:pt x="6050063" y="2347751"/>
                  </a:lnTo>
                  <a:lnTo>
                    <a:pt x="6015409" y="2430817"/>
                  </a:lnTo>
                  <a:lnTo>
                    <a:pt x="5981040" y="2510376"/>
                  </a:lnTo>
                  <a:lnTo>
                    <a:pt x="5946918" y="2586218"/>
                  </a:lnTo>
                  <a:lnTo>
                    <a:pt x="5912981" y="2658199"/>
                  </a:lnTo>
                  <a:lnTo>
                    <a:pt x="5879141" y="2726241"/>
                  </a:lnTo>
                  <a:lnTo>
                    <a:pt x="5845280" y="2790328"/>
                  </a:lnTo>
                  <a:lnTo>
                    <a:pt x="5811246" y="2850499"/>
                  </a:lnTo>
                  <a:lnTo>
                    <a:pt x="5784835" y="2894175"/>
                  </a:lnTo>
                  <a:lnTo>
                    <a:pt x="5737504" y="2965670"/>
                  </a:lnTo>
                  <a:lnTo>
                    <a:pt x="5688644" y="3030226"/>
                  </a:lnTo>
                  <a:lnTo>
                    <a:pt x="5637547" y="3088170"/>
                  </a:lnTo>
                  <a:lnTo>
                    <a:pt x="5583420" y="3140075"/>
                  </a:lnTo>
                  <a:lnTo>
                    <a:pt x="5525449" y="3186592"/>
                  </a:lnTo>
                  <a:lnTo>
                    <a:pt x="5462861" y="3228362"/>
                  </a:lnTo>
                  <a:lnTo>
                    <a:pt x="5395005" y="3265956"/>
                  </a:lnTo>
                  <a:lnTo>
                    <a:pt x="5321454" y="3299849"/>
                  </a:lnTo>
                  <a:lnTo>
                    <a:pt x="5242139" y="3330400"/>
                  </a:lnTo>
                  <a:lnTo>
                    <a:pt x="5157517" y="3357847"/>
                  </a:lnTo>
                  <a:lnTo>
                    <a:pt x="5068745" y="3382312"/>
                  </a:lnTo>
                  <a:lnTo>
                    <a:pt x="4977818" y="3403813"/>
                  </a:lnTo>
                  <a:lnTo>
                    <a:pt x="4887609" y="3422300"/>
                  </a:lnTo>
                  <a:lnTo>
                    <a:pt x="4801711" y="3437704"/>
                  </a:lnTo>
                  <a:lnTo>
                    <a:pt x="4724048" y="3449999"/>
                  </a:lnTo>
                  <a:lnTo>
                    <a:pt x="4658250" y="3459264"/>
                  </a:lnTo>
                  <a:lnTo>
                    <a:pt x="4606944" y="3465731"/>
                  </a:lnTo>
                  <a:lnTo>
                    <a:pt x="4571149" y="3469792"/>
                  </a:lnTo>
                  <a:lnTo>
                    <a:pt x="4549959" y="3471964"/>
                  </a:lnTo>
                  <a:lnTo>
                    <a:pt x="4540577" y="3472837"/>
                  </a:lnTo>
                  <a:lnTo>
                    <a:pt x="4538557" y="3473009"/>
                  </a:lnTo>
                  <a:lnTo>
                    <a:pt x="4538543" y="3473010"/>
                  </a:lnTo>
                  <a:lnTo>
                    <a:pt x="4016409" y="3473010"/>
                  </a:lnTo>
                  <a:lnTo>
                    <a:pt x="4015139" y="3473012"/>
                  </a:lnTo>
                  <a:lnTo>
                    <a:pt x="4006839" y="3473028"/>
                  </a:lnTo>
                  <a:lnTo>
                    <a:pt x="3986088" y="3473073"/>
                  </a:lnTo>
                  <a:lnTo>
                    <a:pt x="3949430" y="3473160"/>
                  </a:lnTo>
                  <a:lnTo>
                    <a:pt x="3895689" y="3473303"/>
                  </a:lnTo>
                  <a:lnTo>
                    <a:pt x="3826021" y="3473512"/>
                  </a:lnTo>
                  <a:lnTo>
                    <a:pt x="3743524" y="3473791"/>
                  </a:lnTo>
                  <a:lnTo>
                    <a:pt x="3652454" y="3474142"/>
                  </a:lnTo>
                  <a:lnTo>
                    <a:pt x="3557330" y="3474566"/>
                  </a:lnTo>
                  <a:lnTo>
                    <a:pt x="3462173" y="3475059"/>
                  </a:lnTo>
                  <a:lnTo>
                    <a:pt x="3370066" y="3475621"/>
                  </a:lnTo>
                  <a:lnTo>
                    <a:pt x="3283027" y="3476254"/>
                  </a:lnTo>
                  <a:lnTo>
                    <a:pt x="3202097" y="3476960"/>
                  </a:lnTo>
                  <a:lnTo>
                    <a:pt x="3127546" y="3477748"/>
                  </a:lnTo>
                  <a:lnTo>
                    <a:pt x="3059091" y="3478626"/>
                  </a:lnTo>
                  <a:lnTo>
                    <a:pt x="2996093" y="3479609"/>
                  </a:lnTo>
                  <a:lnTo>
                    <a:pt x="2937712" y="3480710"/>
                  </a:lnTo>
                  <a:lnTo>
                    <a:pt x="2883016" y="3481947"/>
                  </a:lnTo>
                  <a:lnTo>
                    <a:pt x="2831071" y="3483334"/>
                  </a:lnTo>
                  <a:lnTo>
                    <a:pt x="2781020" y="3484881"/>
                  </a:lnTo>
                  <a:lnTo>
                    <a:pt x="2770117" y="3485245"/>
                  </a:lnTo>
                  <a:lnTo>
                    <a:pt x="2715890" y="3487201"/>
                  </a:lnTo>
                  <a:lnTo>
                    <a:pt x="2662184" y="3489364"/>
                  </a:lnTo>
                  <a:lnTo>
                    <a:pt x="2608414" y="3491737"/>
                  </a:lnTo>
                  <a:lnTo>
                    <a:pt x="2554188" y="3494315"/>
                  </a:lnTo>
                  <a:lnTo>
                    <a:pt x="2499286" y="3497085"/>
                  </a:lnTo>
                  <a:lnTo>
                    <a:pt x="2443636" y="3500022"/>
                  </a:lnTo>
                  <a:lnTo>
                    <a:pt x="2387295" y="3503097"/>
                  </a:lnTo>
                  <a:lnTo>
                    <a:pt x="2330422" y="3506268"/>
                  </a:lnTo>
                  <a:lnTo>
                    <a:pt x="2273255" y="3509491"/>
                  </a:lnTo>
                  <a:lnTo>
                    <a:pt x="2216067" y="3512718"/>
                  </a:lnTo>
                  <a:lnTo>
                    <a:pt x="2159138" y="3515899"/>
                  </a:lnTo>
                  <a:lnTo>
                    <a:pt x="2102711" y="3518990"/>
                  </a:lnTo>
                  <a:lnTo>
                    <a:pt x="2046959" y="3521948"/>
                  </a:lnTo>
                  <a:lnTo>
                    <a:pt x="1991954" y="3524743"/>
                  </a:lnTo>
                  <a:lnTo>
                    <a:pt x="1937644" y="3527348"/>
                  </a:lnTo>
                  <a:lnTo>
                    <a:pt x="1883829" y="3529750"/>
                  </a:lnTo>
                  <a:lnTo>
                    <a:pt x="1830145" y="3531943"/>
                  </a:lnTo>
                  <a:lnTo>
                    <a:pt x="1776033" y="3533927"/>
                  </a:lnTo>
                  <a:lnTo>
                    <a:pt x="1768425" y="3534187"/>
                  </a:lnTo>
                  <a:lnTo>
                    <a:pt x="1718692" y="3535770"/>
                  </a:lnTo>
                  <a:lnTo>
                    <a:pt x="1667236" y="3537192"/>
                  </a:lnTo>
                  <a:lnTo>
                    <a:pt x="1613229" y="3538461"/>
                  </a:lnTo>
                  <a:lnTo>
                    <a:pt x="1555745" y="3539591"/>
                  </a:lnTo>
                  <a:lnTo>
                    <a:pt x="1493847" y="3540598"/>
                  </a:lnTo>
                  <a:lnTo>
                    <a:pt x="1426665" y="3541499"/>
                  </a:lnTo>
                  <a:lnTo>
                    <a:pt x="1353503" y="3542306"/>
                  </a:lnTo>
                  <a:lnTo>
                    <a:pt x="1273986" y="3543029"/>
                  </a:lnTo>
                  <a:lnTo>
                    <a:pt x="1188241" y="3543678"/>
                  </a:lnTo>
                  <a:lnTo>
                    <a:pt x="1097119" y="3544255"/>
                  </a:lnTo>
                  <a:lnTo>
                    <a:pt x="1002409" y="3544764"/>
                  </a:lnTo>
                  <a:lnTo>
                    <a:pt x="906959" y="3545203"/>
                  </a:lnTo>
                  <a:lnTo>
                    <a:pt x="814610" y="3545570"/>
                  </a:lnTo>
                  <a:lnTo>
                    <a:pt x="729824" y="3545865"/>
                  </a:lnTo>
                  <a:lnTo>
                    <a:pt x="656993" y="3546089"/>
                  </a:lnTo>
                  <a:lnTo>
                    <a:pt x="599547" y="3546246"/>
                  </a:lnTo>
                  <a:lnTo>
                    <a:pt x="559123" y="3546345"/>
                  </a:lnTo>
                  <a:lnTo>
                    <a:pt x="535071" y="3546398"/>
                  </a:lnTo>
                  <a:lnTo>
                    <a:pt x="524417" y="3546419"/>
                  </a:lnTo>
                  <a:lnTo>
                    <a:pt x="522147" y="3546423"/>
                  </a:lnTo>
                  <a:lnTo>
                    <a:pt x="522133" y="3546423"/>
                  </a:lnTo>
                  <a:lnTo>
                    <a:pt x="0" y="3546423"/>
                  </a:lnTo>
                  <a:lnTo>
                    <a:pt x="0" y="3546423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865" name="pg1865"/>
            <p:cNvSpPr/>
            <p:nvPr/>
          </p:nvSpPr>
          <p:spPr>
            <a:xfrm>
              <a:off x="386606" y="3421825"/>
              <a:ext cx="8554953" cy="2315340"/>
            </a:xfrm>
            <a:custGeom>
              <a:avLst/>
              <a:pathLst>
                <a:path w="8554953" h="2315340">
                  <a:moveTo>
                    <a:pt x="0" y="2315340"/>
                  </a:moveTo>
                  <a:lnTo>
                    <a:pt x="522133" y="2315340"/>
                  </a:lnTo>
                  <a:lnTo>
                    <a:pt x="523368" y="2315296"/>
                  </a:lnTo>
                  <a:lnTo>
                    <a:pt x="531447" y="2314983"/>
                  </a:lnTo>
                  <a:lnTo>
                    <a:pt x="551663" y="2314118"/>
                  </a:lnTo>
                  <a:lnTo>
                    <a:pt x="587426" y="2312418"/>
                  </a:lnTo>
                  <a:lnTo>
                    <a:pt x="639956" y="2309634"/>
                  </a:lnTo>
                  <a:lnTo>
                    <a:pt x="708219" y="2305575"/>
                  </a:lnTo>
                  <a:lnTo>
                    <a:pt x="789284" y="2300130"/>
                  </a:lnTo>
                  <a:lnTo>
                    <a:pt x="879052" y="2293263"/>
                  </a:lnTo>
                  <a:lnTo>
                    <a:pt x="973122" y="2284988"/>
                  </a:lnTo>
                  <a:lnTo>
                    <a:pt x="1067525" y="2275339"/>
                  </a:lnTo>
                  <a:lnTo>
                    <a:pt x="1159172" y="2264335"/>
                  </a:lnTo>
                  <a:lnTo>
                    <a:pt x="1246003" y="2251959"/>
                  </a:lnTo>
                  <a:lnTo>
                    <a:pt x="1326909" y="2238141"/>
                  </a:lnTo>
                  <a:lnTo>
                    <a:pt x="1401555" y="2222753"/>
                  </a:lnTo>
                  <a:lnTo>
                    <a:pt x="1470158" y="2205605"/>
                  </a:lnTo>
                  <a:lnTo>
                    <a:pt x="1533302" y="2186454"/>
                  </a:lnTo>
                  <a:lnTo>
                    <a:pt x="1591784" y="2165015"/>
                  </a:lnTo>
                  <a:lnTo>
                    <a:pt x="1646501" y="2140976"/>
                  </a:lnTo>
                  <a:lnTo>
                    <a:pt x="1698367" y="2114039"/>
                  </a:lnTo>
                  <a:lnTo>
                    <a:pt x="1748234" y="2083979"/>
                  </a:lnTo>
                  <a:lnTo>
                    <a:pt x="1768425" y="2070629"/>
                  </a:lnTo>
                  <a:lnTo>
                    <a:pt x="1814364" y="2037792"/>
                  </a:lnTo>
                  <a:lnTo>
                    <a:pt x="1859855" y="2002001"/>
                  </a:lnTo>
                  <a:lnTo>
                    <a:pt x="1905283" y="1963202"/>
                  </a:lnTo>
                  <a:lnTo>
                    <a:pt x="1950927" y="1921416"/>
                  </a:lnTo>
                  <a:lnTo>
                    <a:pt x="1996974" y="1876754"/>
                  </a:lnTo>
                  <a:lnTo>
                    <a:pt x="2043529" y="1829414"/>
                  </a:lnTo>
                  <a:lnTo>
                    <a:pt x="2090621" y="1779691"/>
                  </a:lnTo>
                  <a:lnTo>
                    <a:pt x="2138216" y="1727969"/>
                  </a:lnTo>
                  <a:lnTo>
                    <a:pt x="2186225" y="1674714"/>
                  </a:lnTo>
                  <a:lnTo>
                    <a:pt x="2234516" y="1620457"/>
                  </a:lnTo>
                  <a:lnTo>
                    <a:pt x="2282930" y="1565774"/>
                  </a:lnTo>
                  <a:lnTo>
                    <a:pt x="2331295" y="1511259"/>
                  </a:lnTo>
                  <a:lnTo>
                    <a:pt x="2379445" y="1457499"/>
                  </a:lnTo>
                  <a:lnTo>
                    <a:pt x="2427234" y="1405047"/>
                  </a:lnTo>
                  <a:lnTo>
                    <a:pt x="2474554" y="1354401"/>
                  </a:lnTo>
                  <a:lnTo>
                    <a:pt x="2521343" y="1305980"/>
                  </a:lnTo>
                  <a:lnTo>
                    <a:pt x="2567603" y="1260121"/>
                  </a:lnTo>
                  <a:lnTo>
                    <a:pt x="2613405" y="1217063"/>
                  </a:lnTo>
                  <a:lnTo>
                    <a:pt x="2658898" y="1176954"/>
                  </a:lnTo>
                  <a:lnTo>
                    <a:pt x="2704321" y="1139854"/>
                  </a:lnTo>
                  <a:lnTo>
                    <a:pt x="2750010" y="1105741"/>
                  </a:lnTo>
                  <a:lnTo>
                    <a:pt x="2770117" y="1091786"/>
                  </a:lnTo>
                  <a:lnTo>
                    <a:pt x="2819376" y="1060408"/>
                  </a:lnTo>
                  <a:lnTo>
                    <a:pt x="2870319" y="1032200"/>
                  </a:lnTo>
                  <a:lnTo>
                    <a:pt x="2923749" y="1006998"/>
                  </a:lnTo>
                  <a:lnTo>
                    <a:pt x="2980564" y="984523"/>
                  </a:lnTo>
                  <a:lnTo>
                    <a:pt x="3041677" y="964464"/>
                  </a:lnTo>
                  <a:lnTo>
                    <a:pt x="3107939" y="946521"/>
                  </a:lnTo>
                  <a:lnTo>
                    <a:pt x="3180037" y="930431"/>
                  </a:lnTo>
                  <a:lnTo>
                    <a:pt x="3258362" y="915983"/>
                  </a:lnTo>
                  <a:lnTo>
                    <a:pt x="3342830" y="903024"/>
                  </a:lnTo>
                  <a:lnTo>
                    <a:pt x="3432679" y="891458"/>
                  </a:lnTo>
                  <a:lnTo>
                    <a:pt x="3526260" y="881248"/>
                  </a:lnTo>
                  <a:lnTo>
                    <a:pt x="3620906" y="872402"/>
                  </a:lnTo>
                  <a:lnTo>
                    <a:pt x="3712974" y="864949"/>
                  </a:lnTo>
                  <a:lnTo>
                    <a:pt x="3798167" y="858918"/>
                  </a:lnTo>
                  <a:lnTo>
                    <a:pt x="3872160" y="854295"/>
                  </a:lnTo>
                  <a:lnTo>
                    <a:pt x="3931437" y="851003"/>
                  </a:lnTo>
                  <a:lnTo>
                    <a:pt x="3974111" y="848883"/>
                  </a:lnTo>
                  <a:lnTo>
                    <a:pt x="4000456" y="847706"/>
                  </a:lnTo>
                  <a:lnTo>
                    <a:pt x="4013007" y="847200"/>
                  </a:lnTo>
                  <a:lnTo>
                    <a:pt x="4016409" y="847075"/>
                  </a:lnTo>
                  <a:lnTo>
                    <a:pt x="4538543" y="847075"/>
                  </a:lnTo>
                  <a:lnTo>
                    <a:pt x="4539801" y="847050"/>
                  </a:lnTo>
                  <a:lnTo>
                    <a:pt x="4548028" y="846867"/>
                  </a:lnTo>
                  <a:lnTo>
                    <a:pt x="4568600" y="846361"/>
                  </a:lnTo>
                  <a:lnTo>
                    <a:pt x="4604959" y="845369"/>
                  </a:lnTo>
                  <a:lnTo>
                    <a:pt x="4658297" y="843743"/>
                  </a:lnTo>
                  <a:lnTo>
                    <a:pt x="4727498" y="841375"/>
                  </a:lnTo>
                  <a:lnTo>
                    <a:pt x="4809521" y="838202"/>
                  </a:lnTo>
                  <a:lnTo>
                    <a:pt x="4900159" y="834203"/>
                  </a:lnTo>
                  <a:lnTo>
                    <a:pt x="4994936" y="829387"/>
                  </a:lnTo>
                  <a:lnTo>
                    <a:pt x="5089846" y="823775"/>
                  </a:lnTo>
                  <a:lnTo>
                    <a:pt x="5181804" y="817377"/>
                  </a:lnTo>
                  <a:lnTo>
                    <a:pt x="5268776" y="810181"/>
                  </a:lnTo>
                  <a:lnTo>
                    <a:pt x="5349700" y="802144"/>
                  </a:lnTo>
                  <a:lnTo>
                    <a:pt x="5424284" y="793187"/>
                  </a:lnTo>
                  <a:lnTo>
                    <a:pt x="5492788" y="783198"/>
                  </a:lnTo>
                  <a:lnTo>
                    <a:pt x="5555834" y="772032"/>
                  </a:lnTo>
                  <a:lnTo>
                    <a:pt x="5614248" y="759520"/>
                  </a:lnTo>
                  <a:lnTo>
                    <a:pt x="5668949" y="745479"/>
                  </a:lnTo>
                  <a:lnTo>
                    <a:pt x="5720866" y="729738"/>
                  </a:lnTo>
                  <a:lnTo>
                    <a:pt x="5770854" y="712176"/>
                  </a:lnTo>
                  <a:lnTo>
                    <a:pt x="5784835" y="706837"/>
                  </a:lnTo>
                  <a:lnTo>
                    <a:pt x="5835541" y="685956"/>
                  </a:lnTo>
                  <a:lnTo>
                    <a:pt x="5885754" y="663004"/>
                  </a:lnTo>
                  <a:lnTo>
                    <a:pt x="5935968" y="637948"/>
                  </a:lnTo>
                  <a:lnTo>
                    <a:pt x="5986527" y="610824"/>
                  </a:lnTo>
                  <a:lnTo>
                    <a:pt x="6037641" y="581739"/>
                  </a:lnTo>
                  <a:lnTo>
                    <a:pt x="6089403" y="550883"/>
                  </a:lnTo>
                  <a:lnTo>
                    <a:pt x="6141801" y="518523"/>
                  </a:lnTo>
                  <a:lnTo>
                    <a:pt x="6194738" y="485001"/>
                  </a:lnTo>
                  <a:lnTo>
                    <a:pt x="6248047" y="450715"/>
                  </a:lnTo>
                  <a:lnTo>
                    <a:pt x="6301517" y="416107"/>
                  </a:lnTo>
                  <a:lnTo>
                    <a:pt x="6354919" y="381635"/>
                  </a:lnTo>
                  <a:lnTo>
                    <a:pt x="6408031" y="347749"/>
                  </a:lnTo>
                  <a:lnTo>
                    <a:pt x="6460665" y="314871"/>
                  </a:lnTo>
                  <a:lnTo>
                    <a:pt x="6512693" y="283365"/>
                  </a:lnTo>
                  <a:lnTo>
                    <a:pt x="6564066" y="253531"/>
                  </a:lnTo>
                  <a:lnTo>
                    <a:pt x="6614833" y="225589"/>
                  </a:lnTo>
                  <a:lnTo>
                    <a:pt x="6665154" y="199682"/>
                  </a:lnTo>
                  <a:lnTo>
                    <a:pt x="6715317" y="175872"/>
                  </a:lnTo>
                  <a:lnTo>
                    <a:pt x="6765751" y="154154"/>
                  </a:lnTo>
                  <a:lnTo>
                    <a:pt x="6786527" y="145885"/>
                  </a:lnTo>
                  <a:lnTo>
                    <a:pt x="6836103" y="127795"/>
                  </a:lnTo>
                  <a:lnTo>
                    <a:pt x="6887388" y="111544"/>
                  </a:lnTo>
                  <a:lnTo>
                    <a:pt x="6941204" y="97036"/>
                  </a:lnTo>
                  <a:lnTo>
                    <a:pt x="6998465" y="84107"/>
                  </a:lnTo>
                  <a:lnTo>
                    <a:pt x="7060102" y="72576"/>
                  </a:lnTo>
                  <a:lnTo>
                    <a:pt x="7126978" y="62268"/>
                  </a:lnTo>
                  <a:lnTo>
                    <a:pt x="7199785" y="53030"/>
                  </a:lnTo>
                  <a:lnTo>
                    <a:pt x="7278906" y="44740"/>
                  </a:lnTo>
                  <a:lnTo>
                    <a:pt x="7364227" y="37311"/>
                  </a:lnTo>
                  <a:lnTo>
                    <a:pt x="7454927" y="30688"/>
                  </a:lnTo>
                  <a:lnTo>
                    <a:pt x="7549265" y="24852"/>
                  </a:lnTo>
                  <a:lnTo>
                    <a:pt x="7644453" y="19808"/>
                  </a:lnTo>
                  <a:lnTo>
                    <a:pt x="7736717" y="15575"/>
                  </a:lnTo>
                  <a:lnTo>
                    <a:pt x="7821649" y="12166"/>
                  </a:lnTo>
                  <a:lnTo>
                    <a:pt x="7894877" y="9573"/>
                  </a:lnTo>
                  <a:lnTo>
                    <a:pt x="7952939" y="7746"/>
                  </a:lnTo>
                  <a:lnTo>
                    <a:pt x="7994114" y="6587"/>
                  </a:lnTo>
                  <a:lnTo>
                    <a:pt x="8018924" y="5959"/>
                  </a:lnTo>
                  <a:lnTo>
                    <a:pt x="8030196" y="5701"/>
                  </a:lnTo>
                  <a:lnTo>
                    <a:pt x="8032819" y="5647"/>
                  </a:lnTo>
                  <a:lnTo>
                    <a:pt x="8554953" y="5647"/>
                  </a:lnTo>
                  <a:lnTo>
                    <a:pt x="8554953" y="0"/>
                  </a:lnTo>
                  <a:lnTo>
                    <a:pt x="8032819" y="0"/>
                  </a:lnTo>
                  <a:lnTo>
                    <a:pt x="8031561" y="25"/>
                  </a:lnTo>
                  <a:lnTo>
                    <a:pt x="8023334" y="208"/>
                  </a:lnTo>
                  <a:lnTo>
                    <a:pt x="8002762" y="713"/>
                  </a:lnTo>
                  <a:lnTo>
                    <a:pt x="7966403" y="1706"/>
                  </a:lnTo>
                  <a:lnTo>
                    <a:pt x="7913065" y="3331"/>
                  </a:lnTo>
                  <a:lnTo>
                    <a:pt x="7843864" y="5699"/>
                  </a:lnTo>
                  <a:lnTo>
                    <a:pt x="7761841" y="8873"/>
                  </a:lnTo>
                  <a:lnTo>
                    <a:pt x="7671203" y="12872"/>
                  </a:lnTo>
                  <a:lnTo>
                    <a:pt x="7576426" y="17687"/>
                  </a:lnTo>
                  <a:lnTo>
                    <a:pt x="7481515" y="23299"/>
                  </a:lnTo>
                  <a:lnTo>
                    <a:pt x="7389558" y="29697"/>
                  </a:lnTo>
                  <a:lnTo>
                    <a:pt x="7302586" y="36893"/>
                  </a:lnTo>
                  <a:lnTo>
                    <a:pt x="7221662" y="44931"/>
                  </a:lnTo>
                  <a:lnTo>
                    <a:pt x="7147078" y="53888"/>
                  </a:lnTo>
                  <a:lnTo>
                    <a:pt x="7078574" y="63877"/>
                  </a:lnTo>
                  <a:lnTo>
                    <a:pt x="7015528" y="75043"/>
                  </a:lnTo>
                  <a:lnTo>
                    <a:pt x="6957114" y="87555"/>
                  </a:lnTo>
                  <a:lnTo>
                    <a:pt x="6902413" y="101596"/>
                  </a:lnTo>
                  <a:lnTo>
                    <a:pt x="6850496" y="117336"/>
                  </a:lnTo>
                  <a:lnTo>
                    <a:pt x="6800508" y="134899"/>
                  </a:lnTo>
                  <a:lnTo>
                    <a:pt x="6786527" y="140238"/>
                  </a:lnTo>
                  <a:lnTo>
                    <a:pt x="6735821" y="161119"/>
                  </a:lnTo>
                  <a:lnTo>
                    <a:pt x="6685608" y="184071"/>
                  </a:lnTo>
                  <a:lnTo>
                    <a:pt x="6635394" y="209126"/>
                  </a:lnTo>
                  <a:lnTo>
                    <a:pt x="6584835" y="236251"/>
                  </a:lnTo>
                  <a:lnTo>
                    <a:pt x="6533721" y="265336"/>
                  </a:lnTo>
                  <a:lnTo>
                    <a:pt x="6481959" y="296192"/>
                  </a:lnTo>
                  <a:lnTo>
                    <a:pt x="6429561" y="328551"/>
                  </a:lnTo>
                  <a:lnTo>
                    <a:pt x="6376624" y="362074"/>
                  </a:lnTo>
                  <a:lnTo>
                    <a:pt x="6323315" y="396360"/>
                  </a:lnTo>
                  <a:lnTo>
                    <a:pt x="6269845" y="430968"/>
                  </a:lnTo>
                  <a:lnTo>
                    <a:pt x="6216443" y="465440"/>
                  </a:lnTo>
                  <a:lnTo>
                    <a:pt x="6163331" y="499325"/>
                  </a:lnTo>
                  <a:lnTo>
                    <a:pt x="6110697" y="532204"/>
                  </a:lnTo>
                  <a:lnTo>
                    <a:pt x="6058669" y="563710"/>
                  </a:lnTo>
                  <a:lnTo>
                    <a:pt x="6007296" y="593544"/>
                  </a:lnTo>
                  <a:lnTo>
                    <a:pt x="5956529" y="621485"/>
                  </a:lnTo>
                  <a:lnTo>
                    <a:pt x="5906208" y="647393"/>
                  </a:lnTo>
                  <a:lnTo>
                    <a:pt x="5856045" y="671203"/>
                  </a:lnTo>
                  <a:lnTo>
                    <a:pt x="5805611" y="692920"/>
                  </a:lnTo>
                  <a:lnTo>
                    <a:pt x="5784835" y="701190"/>
                  </a:lnTo>
                  <a:lnTo>
                    <a:pt x="5735259" y="719280"/>
                  </a:lnTo>
                  <a:lnTo>
                    <a:pt x="5683974" y="735530"/>
                  </a:lnTo>
                  <a:lnTo>
                    <a:pt x="5630158" y="750039"/>
                  </a:lnTo>
                  <a:lnTo>
                    <a:pt x="5572897" y="762968"/>
                  </a:lnTo>
                  <a:lnTo>
                    <a:pt x="5511260" y="774499"/>
                  </a:lnTo>
                  <a:lnTo>
                    <a:pt x="5444384" y="784807"/>
                  </a:lnTo>
                  <a:lnTo>
                    <a:pt x="5371576" y="794045"/>
                  </a:lnTo>
                  <a:lnTo>
                    <a:pt x="5292456" y="802334"/>
                  </a:lnTo>
                  <a:lnTo>
                    <a:pt x="5207135" y="809764"/>
                  </a:lnTo>
                  <a:lnTo>
                    <a:pt x="5116435" y="816387"/>
                  </a:lnTo>
                  <a:lnTo>
                    <a:pt x="5022097" y="822223"/>
                  </a:lnTo>
                  <a:lnTo>
                    <a:pt x="4926909" y="827267"/>
                  </a:lnTo>
                  <a:lnTo>
                    <a:pt x="4834645" y="831500"/>
                  </a:lnTo>
                  <a:lnTo>
                    <a:pt x="4749713" y="834908"/>
                  </a:lnTo>
                  <a:lnTo>
                    <a:pt x="4676485" y="837501"/>
                  </a:lnTo>
                  <a:lnTo>
                    <a:pt x="4618423" y="839329"/>
                  </a:lnTo>
                  <a:lnTo>
                    <a:pt x="4577248" y="840488"/>
                  </a:lnTo>
                  <a:lnTo>
                    <a:pt x="4552438" y="841116"/>
                  </a:lnTo>
                  <a:lnTo>
                    <a:pt x="4541166" y="841373"/>
                  </a:lnTo>
                  <a:lnTo>
                    <a:pt x="4538543" y="841428"/>
                  </a:lnTo>
                  <a:lnTo>
                    <a:pt x="4016409" y="841428"/>
                  </a:lnTo>
                  <a:lnTo>
                    <a:pt x="4015174" y="841472"/>
                  </a:lnTo>
                  <a:lnTo>
                    <a:pt x="4007095" y="841785"/>
                  </a:lnTo>
                  <a:lnTo>
                    <a:pt x="3986879" y="842650"/>
                  </a:lnTo>
                  <a:lnTo>
                    <a:pt x="3951116" y="844349"/>
                  </a:lnTo>
                  <a:lnTo>
                    <a:pt x="3898586" y="847134"/>
                  </a:lnTo>
                  <a:lnTo>
                    <a:pt x="3830323" y="851193"/>
                  </a:lnTo>
                  <a:lnTo>
                    <a:pt x="3749258" y="856637"/>
                  </a:lnTo>
                  <a:lnTo>
                    <a:pt x="3659490" y="863505"/>
                  </a:lnTo>
                  <a:lnTo>
                    <a:pt x="3565420" y="871779"/>
                  </a:lnTo>
                  <a:lnTo>
                    <a:pt x="3471017" y="881429"/>
                  </a:lnTo>
                  <a:lnTo>
                    <a:pt x="3379370" y="892433"/>
                  </a:lnTo>
                  <a:lnTo>
                    <a:pt x="3292539" y="904809"/>
                  </a:lnTo>
                  <a:lnTo>
                    <a:pt x="3211633" y="918626"/>
                  </a:lnTo>
                  <a:lnTo>
                    <a:pt x="3136987" y="934015"/>
                  </a:lnTo>
                  <a:lnTo>
                    <a:pt x="3068384" y="951163"/>
                  </a:lnTo>
                  <a:lnTo>
                    <a:pt x="3005240" y="970313"/>
                  </a:lnTo>
                  <a:lnTo>
                    <a:pt x="2946758" y="991752"/>
                  </a:lnTo>
                  <a:lnTo>
                    <a:pt x="2892041" y="1015791"/>
                  </a:lnTo>
                  <a:lnTo>
                    <a:pt x="2840175" y="1042729"/>
                  </a:lnTo>
                  <a:lnTo>
                    <a:pt x="2790309" y="1072789"/>
                  </a:lnTo>
                  <a:lnTo>
                    <a:pt x="2770117" y="1086139"/>
                  </a:lnTo>
                  <a:lnTo>
                    <a:pt x="2724178" y="1118975"/>
                  </a:lnTo>
                  <a:lnTo>
                    <a:pt x="2678687" y="1154767"/>
                  </a:lnTo>
                  <a:lnTo>
                    <a:pt x="2633259" y="1193566"/>
                  </a:lnTo>
                  <a:lnTo>
                    <a:pt x="2587615" y="1235351"/>
                  </a:lnTo>
                  <a:lnTo>
                    <a:pt x="2541568" y="1280014"/>
                  </a:lnTo>
                  <a:lnTo>
                    <a:pt x="2495014" y="1327354"/>
                  </a:lnTo>
                  <a:lnTo>
                    <a:pt x="2447921" y="1377077"/>
                  </a:lnTo>
                  <a:lnTo>
                    <a:pt x="2400326" y="1428799"/>
                  </a:lnTo>
                  <a:lnTo>
                    <a:pt x="2352317" y="1482054"/>
                  </a:lnTo>
                  <a:lnTo>
                    <a:pt x="2304026" y="1536311"/>
                  </a:lnTo>
                  <a:lnTo>
                    <a:pt x="2255612" y="1590994"/>
                  </a:lnTo>
                  <a:lnTo>
                    <a:pt x="2207247" y="1645509"/>
                  </a:lnTo>
                  <a:lnTo>
                    <a:pt x="2159097" y="1699269"/>
                  </a:lnTo>
                  <a:lnTo>
                    <a:pt x="2111308" y="1751720"/>
                  </a:lnTo>
                  <a:lnTo>
                    <a:pt x="2063989" y="1802367"/>
                  </a:lnTo>
                  <a:lnTo>
                    <a:pt x="2017199" y="1850787"/>
                  </a:lnTo>
                  <a:lnTo>
                    <a:pt x="1970939" y="1896647"/>
                  </a:lnTo>
                  <a:lnTo>
                    <a:pt x="1925138" y="1939705"/>
                  </a:lnTo>
                  <a:lnTo>
                    <a:pt x="1879644" y="1979813"/>
                  </a:lnTo>
                  <a:lnTo>
                    <a:pt x="1834222" y="2016913"/>
                  </a:lnTo>
                  <a:lnTo>
                    <a:pt x="1788532" y="2051027"/>
                  </a:lnTo>
                  <a:lnTo>
                    <a:pt x="1768425" y="2064982"/>
                  </a:lnTo>
                  <a:lnTo>
                    <a:pt x="1719166" y="2096360"/>
                  </a:lnTo>
                  <a:lnTo>
                    <a:pt x="1668223" y="2124567"/>
                  </a:lnTo>
                  <a:lnTo>
                    <a:pt x="1614793" y="2149770"/>
                  </a:lnTo>
                  <a:lnTo>
                    <a:pt x="1557978" y="2172245"/>
                  </a:lnTo>
                  <a:lnTo>
                    <a:pt x="1496865" y="2192304"/>
                  </a:lnTo>
                  <a:lnTo>
                    <a:pt x="1430603" y="2210247"/>
                  </a:lnTo>
                  <a:lnTo>
                    <a:pt x="1358505" y="2226336"/>
                  </a:lnTo>
                  <a:lnTo>
                    <a:pt x="1280180" y="2240784"/>
                  </a:lnTo>
                  <a:lnTo>
                    <a:pt x="1195712" y="2253744"/>
                  </a:lnTo>
                  <a:lnTo>
                    <a:pt x="1105863" y="2265310"/>
                  </a:lnTo>
                  <a:lnTo>
                    <a:pt x="1012282" y="2275519"/>
                  </a:lnTo>
                  <a:lnTo>
                    <a:pt x="917637" y="2284366"/>
                  </a:lnTo>
                  <a:lnTo>
                    <a:pt x="825568" y="2291818"/>
                  </a:lnTo>
                  <a:lnTo>
                    <a:pt x="740375" y="2297850"/>
                  </a:lnTo>
                  <a:lnTo>
                    <a:pt x="666382" y="2302472"/>
                  </a:lnTo>
                  <a:lnTo>
                    <a:pt x="607105" y="2305765"/>
                  </a:lnTo>
                  <a:lnTo>
                    <a:pt x="564432" y="2307885"/>
                  </a:lnTo>
                  <a:lnTo>
                    <a:pt x="538086" y="2309062"/>
                  </a:lnTo>
                  <a:lnTo>
                    <a:pt x="525535" y="2309568"/>
                  </a:lnTo>
                  <a:lnTo>
                    <a:pt x="522133" y="2309692"/>
                  </a:lnTo>
                  <a:lnTo>
                    <a:pt x="0" y="2309692"/>
                  </a:lnTo>
                  <a:close/>
                </a:path>
              </a:pathLst>
            </a:custGeom>
            <a:solidFill>
              <a:srgbClr val="F3BA99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1866" name="pl1866"/>
            <p:cNvSpPr/>
            <p:nvPr/>
          </p:nvSpPr>
          <p:spPr>
            <a:xfrm>
              <a:off x="386606" y="3427472"/>
              <a:ext cx="8554953" cy="2309692"/>
            </a:xfrm>
            <a:custGeom>
              <a:avLst/>
              <a:pathLst>
                <a:path w="8554953" h="2309692">
                  <a:moveTo>
                    <a:pt x="0" y="2309692"/>
                  </a:moveTo>
                  <a:lnTo>
                    <a:pt x="522133" y="2309692"/>
                  </a:lnTo>
                  <a:lnTo>
                    <a:pt x="523368" y="2309649"/>
                  </a:lnTo>
                  <a:lnTo>
                    <a:pt x="531447" y="2309336"/>
                  </a:lnTo>
                  <a:lnTo>
                    <a:pt x="551663" y="2308471"/>
                  </a:lnTo>
                  <a:lnTo>
                    <a:pt x="587426" y="2306771"/>
                  </a:lnTo>
                  <a:lnTo>
                    <a:pt x="639956" y="2303987"/>
                  </a:lnTo>
                  <a:lnTo>
                    <a:pt x="708219" y="2299928"/>
                  </a:lnTo>
                  <a:lnTo>
                    <a:pt x="789284" y="2294483"/>
                  </a:lnTo>
                  <a:lnTo>
                    <a:pt x="879052" y="2287616"/>
                  </a:lnTo>
                  <a:lnTo>
                    <a:pt x="973122" y="2279341"/>
                  </a:lnTo>
                  <a:lnTo>
                    <a:pt x="1067525" y="2269692"/>
                  </a:lnTo>
                  <a:lnTo>
                    <a:pt x="1159172" y="2258688"/>
                  </a:lnTo>
                  <a:lnTo>
                    <a:pt x="1246003" y="2246312"/>
                  </a:lnTo>
                  <a:lnTo>
                    <a:pt x="1326909" y="2232494"/>
                  </a:lnTo>
                  <a:lnTo>
                    <a:pt x="1401555" y="2217105"/>
                  </a:lnTo>
                  <a:lnTo>
                    <a:pt x="1470158" y="2199957"/>
                  </a:lnTo>
                  <a:lnTo>
                    <a:pt x="1533302" y="2180807"/>
                  </a:lnTo>
                  <a:lnTo>
                    <a:pt x="1591784" y="2159368"/>
                  </a:lnTo>
                  <a:lnTo>
                    <a:pt x="1646501" y="2135329"/>
                  </a:lnTo>
                  <a:lnTo>
                    <a:pt x="1698367" y="2108392"/>
                  </a:lnTo>
                  <a:lnTo>
                    <a:pt x="1748234" y="2078332"/>
                  </a:lnTo>
                  <a:lnTo>
                    <a:pt x="1768425" y="2064982"/>
                  </a:lnTo>
                  <a:lnTo>
                    <a:pt x="1814364" y="2032145"/>
                  </a:lnTo>
                  <a:lnTo>
                    <a:pt x="1859855" y="1996354"/>
                  </a:lnTo>
                  <a:lnTo>
                    <a:pt x="1905283" y="1957554"/>
                  </a:lnTo>
                  <a:lnTo>
                    <a:pt x="1950927" y="1915769"/>
                  </a:lnTo>
                  <a:lnTo>
                    <a:pt x="1996974" y="1871107"/>
                  </a:lnTo>
                  <a:lnTo>
                    <a:pt x="2043529" y="1823767"/>
                  </a:lnTo>
                  <a:lnTo>
                    <a:pt x="2090621" y="1774043"/>
                  </a:lnTo>
                  <a:lnTo>
                    <a:pt x="2138216" y="1722321"/>
                  </a:lnTo>
                  <a:lnTo>
                    <a:pt x="2186225" y="1669067"/>
                  </a:lnTo>
                  <a:lnTo>
                    <a:pt x="2234516" y="1614810"/>
                  </a:lnTo>
                  <a:lnTo>
                    <a:pt x="2282930" y="1560127"/>
                  </a:lnTo>
                  <a:lnTo>
                    <a:pt x="2331295" y="1505612"/>
                  </a:lnTo>
                  <a:lnTo>
                    <a:pt x="2379445" y="1451852"/>
                  </a:lnTo>
                  <a:lnTo>
                    <a:pt x="2427234" y="1399400"/>
                  </a:lnTo>
                  <a:lnTo>
                    <a:pt x="2474554" y="1348753"/>
                  </a:lnTo>
                  <a:lnTo>
                    <a:pt x="2521343" y="1300333"/>
                  </a:lnTo>
                  <a:lnTo>
                    <a:pt x="2567603" y="1254473"/>
                  </a:lnTo>
                  <a:lnTo>
                    <a:pt x="2613405" y="1211416"/>
                  </a:lnTo>
                  <a:lnTo>
                    <a:pt x="2658898" y="1171307"/>
                  </a:lnTo>
                  <a:lnTo>
                    <a:pt x="2704321" y="1134207"/>
                  </a:lnTo>
                  <a:lnTo>
                    <a:pt x="2750010" y="1100094"/>
                  </a:lnTo>
                  <a:lnTo>
                    <a:pt x="2770117" y="1086139"/>
                  </a:lnTo>
                  <a:lnTo>
                    <a:pt x="2819376" y="1054761"/>
                  </a:lnTo>
                  <a:lnTo>
                    <a:pt x="2870319" y="1026553"/>
                  </a:lnTo>
                  <a:lnTo>
                    <a:pt x="2923749" y="1001351"/>
                  </a:lnTo>
                  <a:lnTo>
                    <a:pt x="2980564" y="978875"/>
                  </a:lnTo>
                  <a:lnTo>
                    <a:pt x="3041677" y="958816"/>
                  </a:lnTo>
                  <a:lnTo>
                    <a:pt x="3107939" y="940874"/>
                  </a:lnTo>
                  <a:lnTo>
                    <a:pt x="3180037" y="924784"/>
                  </a:lnTo>
                  <a:lnTo>
                    <a:pt x="3258362" y="910336"/>
                  </a:lnTo>
                  <a:lnTo>
                    <a:pt x="3342830" y="897377"/>
                  </a:lnTo>
                  <a:lnTo>
                    <a:pt x="3432679" y="885811"/>
                  </a:lnTo>
                  <a:lnTo>
                    <a:pt x="3526260" y="875601"/>
                  </a:lnTo>
                  <a:lnTo>
                    <a:pt x="3620906" y="866754"/>
                  </a:lnTo>
                  <a:lnTo>
                    <a:pt x="3712974" y="859302"/>
                  </a:lnTo>
                  <a:lnTo>
                    <a:pt x="3798167" y="853271"/>
                  </a:lnTo>
                  <a:lnTo>
                    <a:pt x="3872160" y="848648"/>
                  </a:lnTo>
                  <a:lnTo>
                    <a:pt x="3931437" y="845356"/>
                  </a:lnTo>
                  <a:lnTo>
                    <a:pt x="3974111" y="843235"/>
                  </a:lnTo>
                  <a:lnTo>
                    <a:pt x="4000456" y="842059"/>
                  </a:lnTo>
                  <a:lnTo>
                    <a:pt x="4013007" y="841553"/>
                  </a:lnTo>
                  <a:lnTo>
                    <a:pt x="4016319" y="841431"/>
                  </a:lnTo>
                  <a:lnTo>
                    <a:pt x="4016409" y="841428"/>
                  </a:lnTo>
                  <a:lnTo>
                    <a:pt x="4538543" y="841428"/>
                  </a:lnTo>
                  <a:lnTo>
                    <a:pt x="4539801" y="841402"/>
                  </a:lnTo>
                  <a:lnTo>
                    <a:pt x="4548028" y="841220"/>
                  </a:lnTo>
                  <a:lnTo>
                    <a:pt x="4568600" y="840714"/>
                  </a:lnTo>
                  <a:lnTo>
                    <a:pt x="4604959" y="839722"/>
                  </a:lnTo>
                  <a:lnTo>
                    <a:pt x="4658297" y="838096"/>
                  </a:lnTo>
                  <a:lnTo>
                    <a:pt x="4727498" y="835728"/>
                  </a:lnTo>
                  <a:lnTo>
                    <a:pt x="4809521" y="832555"/>
                  </a:lnTo>
                  <a:lnTo>
                    <a:pt x="4900159" y="828555"/>
                  </a:lnTo>
                  <a:lnTo>
                    <a:pt x="4994936" y="823740"/>
                  </a:lnTo>
                  <a:lnTo>
                    <a:pt x="5089846" y="818128"/>
                  </a:lnTo>
                  <a:lnTo>
                    <a:pt x="5181804" y="811730"/>
                  </a:lnTo>
                  <a:lnTo>
                    <a:pt x="5268776" y="804534"/>
                  </a:lnTo>
                  <a:lnTo>
                    <a:pt x="5349700" y="796497"/>
                  </a:lnTo>
                  <a:lnTo>
                    <a:pt x="5424284" y="787540"/>
                  </a:lnTo>
                  <a:lnTo>
                    <a:pt x="5492788" y="777551"/>
                  </a:lnTo>
                  <a:lnTo>
                    <a:pt x="5555834" y="766385"/>
                  </a:lnTo>
                  <a:lnTo>
                    <a:pt x="5614248" y="753872"/>
                  </a:lnTo>
                  <a:lnTo>
                    <a:pt x="5668949" y="739832"/>
                  </a:lnTo>
                  <a:lnTo>
                    <a:pt x="5720866" y="724091"/>
                  </a:lnTo>
                  <a:lnTo>
                    <a:pt x="5770854" y="706528"/>
                  </a:lnTo>
                  <a:lnTo>
                    <a:pt x="5784835" y="701190"/>
                  </a:lnTo>
                  <a:lnTo>
                    <a:pt x="5835541" y="680309"/>
                  </a:lnTo>
                  <a:lnTo>
                    <a:pt x="5885754" y="657357"/>
                  </a:lnTo>
                  <a:lnTo>
                    <a:pt x="5935968" y="632301"/>
                  </a:lnTo>
                  <a:lnTo>
                    <a:pt x="5986527" y="605176"/>
                  </a:lnTo>
                  <a:lnTo>
                    <a:pt x="6037641" y="576092"/>
                  </a:lnTo>
                  <a:lnTo>
                    <a:pt x="6089403" y="545236"/>
                  </a:lnTo>
                  <a:lnTo>
                    <a:pt x="6141801" y="512876"/>
                  </a:lnTo>
                  <a:lnTo>
                    <a:pt x="6194738" y="479354"/>
                  </a:lnTo>
                  <a:lnTo>
                    <a:pt x="6248047" y="445068"/>
                  </a:lnTo>
                  <a:lnTo>
                    <a:pt x="6301517" y="410459"/>
                  </a:lnTo>
                  <a:lnTo>
                    <a:pt x="6354919" y="375987"/>
                  </a:lnTo>
                  <a:lnTo>
                    <a:pt x="6408031" y="342102"/>
                  </a:lnTo>
                  <a:lnTo>
                    <a:pt x="6460665" y="309224"/>
                  </a:lnTo>
                  <a:lnTo>
                    <a:pt x="6512693" y="277718"/>
                  </a:lnTo>
                  <a:lnTo>
                    <a:pt x="6564066" y="247884"/>
                  </a:lnTo>
                  <a:lnTo>
                    <a:pt x="6614833" y="219942"/>
                  </a:lnTo>
                  <a:lnTo>
                    <a:pt x="6665154" y="194035"/>
                  </a:lnTo>
                  <a:lnTo>
                    <a:pt x="6715317" y="170225"/>
                  </a:lnTo>
                  <a:lnTo>
                    <a:pt x="6765751" y="148507"/>
                  </a:lnTo>
                  <a:lnTo>
                    <a:pt x="6786527" y="140238"/>
                  </a:lnTo>
                  <a:lnTo>
                    <a:pt x="6836103" y="122148"/>
                  </a:lnTo>
                  <a:lnTo>
                    <a:pt x="6887388" y="105897"/>
                  </a:lnTo>
                  <a:lnTo>
                    <a:pt x="6941204" y="91389"/>
                  </a:lnTo>
                  <a:lnTo>
                    <a:pt x="6998465" y="78460"/>
                  </a:lnTo>
                  <a:lnTo>
                    <a:pt x="7060102" y="66929"/>
                  </a:lnTo>
                  <a:lnTo>
                    <a:pt x="7126978" y="56621"/>
                  </a:lnTo>
                  <a:lnTo>
                    <a:pt x="7199785" y="47383"/>
                  </a:lnTo>
                  <a:lnTo>
                    <a:pt x="7278906" y="39093"/>
                  </a:lnTo>
                  <a:lnTo>
                    <a:pt x="7364227" y="31664"/>
                  </a:lnTo>
                  <a:lnTo>
                    <a:pt x="7454927" y="25041"/>
                  </a:lnTo>
                  <a:lnTo>
                    <a:pt x="7549265" y="19205"/>
                  </a:lnTo>
                  <a:lnTo>
                    <a:pt x="7644453" y="14161"/>
                  </a:lnTo>
                  <a:lnTo>
                    <a:pt x="7736717" y="9927"/>
                  </a:lnTo>
                  <a:lnTo>
                    <a:pt x="7821649" y="6519"/>
                  </a:lnTo>
                  <a:lnTo>
                    <a:pt x="7894877" y="3926"/>
                  </a:lnTo>
                  <a:lnTo>
                    <a:pt x="7952939" y="2099"/>
                  </a:lnTo>
                  <a:lnTo>
                    <a:pt x="7994114" y="939"/>
                  </a:lnTo>
                  <a:lnTo>
                    <a:pt x="8018924" y="312"/>
                  </a:lnTo>
                  <a:lnTo>
                    <a:pt x="8030196" y="54"/>
                  </a:lnTo>
                  <a:lnTo>
                    <a:pt x="8032789" y="0"/>
                  </a:lnTo>
                  <a:lnTo>
                    <a:pt x="8032819" y="0"/>
                  </a:lnTo>
                  <a:lnTo>
                    <a:pt x="8554953" y="0"/>
                  </a:lnTo>
                  <a:lnTo>
                    <a:pt x="8554953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867" name="pl1867"/>
            <p:cNvSpPr/>
            <p:nvPr/>
          </p:nvSpPr>
          <p:spPr>
            <a:xfrm>
              <a:off x="386606" y="3421825"/>
              <a:ext cx="8554953" cy="2309692"/>
            </a:xfrm>
            <a:custGeom>
              <a:avLst/>
              <a:pathLst>
                <a:path w="8554953" h="2309692">
                  <a:moveTo>
                    <a:pt x="8554953" y="0"/>
                  </a:moveTo>
                  <a:lnTo>
                    <a:pt x="8032819" y="0"/>
                  </a:lnTo>
                  <a:lnTo>
                    <a:pt x="8031561" y="25"/>
                  </a:lnTo>
                  <a:lnTo>
                    <a:pt x="8023334" y="208"/>
                  </a:lnTo>
                  <a:lnTo>
                    <a:pt x="8002762" y="713"/>
                  </a:lnTo>
                  <a:lnTo>
                    <a:pt x="7966403" y="1706"/>
                  </a:lnTo>
                  <a:lnTo>
                    <a:pt x="7913065" y="3331"/>
                  </a:lnTo>
                  <a:lnTo>
                    <a:pt x="7843864" y="5699"/>
                  </a:lnTo>
                  <a:lnTo>
                    <a:pt x="7761841" y="8873"/>
                  </a:lnTo>
                  <a:lnTo>
                    <a:pt x="7671203" y="12872"/>
                  </a:lnTo>
                  <a:lnTo>
                    <a:pt x="7576426" y="17687"/>
                  </a:lnTo>
                  <a:lnTo>
                    <a:pt x="7481515" y="23299"/>
                  </a:lnTo>
                  <a:lnTo>
                    <a:pt x="7389558" y="29697"/>
                  </a:lnTo>
                  <a:lnTo>
                    <a:pt x="7302586" y="36893"/>
                  </a:lnTo>
                  <a:lnTo>
                    <a:pt x="7221662" y="44931"/>
                  </a:lnTo>
                  <a:lnTo>
                    <a:pt x="7147078" y="53888"/>
                  </a:lnTo>
                  <a:lnTo>
                    <a:pt x="7078574" y="63877"/>
                  </a:lnTo>
                  <a:lnTo>
                    <a:pt x="7015528" y="75043"/>
                  </a:lnTo>
                  <a:lnTo>
                    <a:pt x="6957114" y="87555"/>
                  </a:lnTo>
                  <a:lnTo>
                    <a:pt x="6902413" y="101596"/>
                  </a:lnTo>
                  <a:lnTo>
                    <a:pt x="6850496" y="117336"/>
                  </a:lnTo>
                  <a:lnTo>
                    <a:pt x="6800508" y="134899"/>
                  </a:lnTo>
                  <a:lnTo>
                    <a:pt x="6786527" y="140238"/>
                  </a:lnTo>
                  <a:lnTo>
                    <a:pt x="6735821" y="161119"/>
                  </a:lnTo>
                  <a:lnTo>
                    <a:pt x="6685608" y="184071"/>
                  </a:lnTo>
                  <a:lnTo>
                    <a:pt x="6635394" y="209126"/>
                  </a:lnTo>
                  <a:lnTo>
                    <a:pt x="6584835" y="236251"/>
                  </a:lnTo>
                  <a:lnTo>
                    <a:pt x="6533721" y="265336"/>
                  </a:lnTo>
                  <a:lnTo>
                    <a:pt x="6481959" y="296192"/>
                  </a:lnTo>
                  <a:lnTo>
                    <a:pt x="6429561" y="328551"/>
                  </a:lnTo>
                  <a:lnTo>
                    <a:pt x="6376624" y="362074"/>
                  </a:lnTo>
                  <a:lnTo>
                    <a:pt x="6323315" y="396360"/>
                  </a:lnTo>
                  <a:lnTo>
                    <a:pt x="6269845" y="430968"/>
                  </a:lnTo>
                  <a:lnTo>
                    <a:pt x="6216443" y="465440"/>
                  </a:lnTo>
                  <a:lnTo>
                    <a:pt x="6163331" y="499325"/>
                  </a:lnTo>
                  <a:lnTo>
                    <a:pt x="6110697" y="532204"/>
                  </a:lnTo>
                  <a:lnTo>
                    <a:pt x="6058669" y="563710"/>
                  </a:lnTo>
                  <a:lnTo>
                    <a:pt x="6007296" y="593544"/>
                  </a:lnTo>
                  <a:lnTo>
                    <a:pt x="5956529" y="621485"/>
                  </a:lnTo>
                  <a:lnTo>
                    <a:pt x="5906208" y="647393"/>
                  </a:lnTo>
                  <a:lnTo>
                    <a:pt x="5856045" y="671203"/>
                  </a:lnTo>
                  <a:lnTo>
                    <a:pt x="5805611" y="692920"/>
                  </a:lnTo>
                  <a:lnTo>
                    <a:pt x="5784835" y="701190"/>
                  </a:lnTo>
                  <a:lnTo>
                    <a:pt x="5735259" y="719280"/>
                  </a:lnTo>
                  <a:lnTo>
                    <a:pt x="5683974" y="735530"/>
                  </a:lnTo>
                  <a:lnTo>
                    <a:pt x="5630158" y="750039"/>
                  </a:lnTo>
                  <a:lnTo>
                    <a:pt x="5572897" y="762968"/>
                  </a:lnTo>
                  <a:lnTo>
                    <a:pt x="5511260" y="774499"/>
                  </a:lnTo>
                  <a:lnTo>
                    <a:pt x="5444384" y="784807"/>
                  </a:lnTo>
                  <a:lnTo>
                    <a:pt x="5371576" y="794045"/>
                  </a:lnTo>
                  <a:lnTo>
                    <a:pt x="5292456" y="802334"/>
                  </a:lnTo>
                  <a:lnTo>
                    <a:pt x="5207135" y="809764"/>
                  </a:lnTo>
                  <a:lnTo>
                    <a:pt x="5116435" y="816387"/>
                  </a:lnTo>
                  <a:lnTo>
                    <a:pt x="5022097" y="822223"/>
                  </a:lnTo>
                  <a:lnTo>
                    <a:pt x="4926909" y="827267"/>
                  </a:lnTo>
                  <a:lnTo>
                    <a:pt x="4834645" y="831500"/>
                  </a:lnTo>
                  <a:lnTo>
                    <a:pt x="4749713" y="834908"/>
                  </a:lnTo>
                  <a:lnTo>
                    <a:pt x="4676485" y="837501"/>
                  </a:lnTo>
                  <a:lnTo>
                    <a:pt x="4618423" y="839329"/>
                  </a:lnTo>
                  <a:lnTo>
                    <a:pt x="4577248" y="840488"/>
                  </a:lnTo>
                  <a:lnTo>
                    <a:pt x="4552438" y="841116"/>
                  </a:lnTo>
                  <a:lnTo>
                    <a:pt x="4541166" y="841373"/>
                  </a:lnTo>
                  <a:lnTo>
                    <a:pt x="4538573" y="841427"/>
                  </a:lnTo>
                  <a:lnTo>
                    <a:pt x="4538543" y="841428"/>
                  </a:lnTo>
                  <a:lnTo>
                    <a:pt x="4016409" y="841428"/>
                  </a:lnTo>
                  <a:lnTo>
                    <a:pt x="4015174" y="841472"/>
                  </a:lnTo>
                  <a:lnTo>
                    <a:pt x="4007095" y="841785"/>
                  </a:lnTo>
                  <a:lnTo>
                    <a:pt x="3986879" y="842650"/>
                  </a:lnTo>
                  <a:lnTo>
                    <a:pt x="3951116" y="844349"/>
                  </a:lnTo>
                  <a:lnTo>
                    <a:pt x="3898586" y="847134"/>
                  </a:lnTo>
                  <a:lnTo>
                    <a:pt x="3830323" y="851193"/>
                  </a:lnTo>
                  <a:lnTo>
                    <a:pt x="3749258" y="856637"/>
                  </a:lnTo>
                  <a:lnTo>
                    <a:pt x="3659490" y="863505"/>
                  </a:lnTo>
                  <a:lnTo>
                    <a:pt x="3565420" y="871779"/>
                  </a:lnTo>
                  <a:lnTo>
                    <a:pt x="3471017" y="881429"/>
                  </a:lnTo>
                  <a:lnTo>
                    <a:pt x="3379370" y="892433"/>
                  </a:lnTo>
                  <a:lnTo>
                    <a:pt x="3292539" y="904809"/>
                  </a:lnTo>
                  <a:lnTo>
                    <a:pt x="3211633" y="918626"/>
                  </a:lnTo>
                  <a:lnTo>
                    <a:pt x="3136987" y="934015"/>
                  </a:lnTo>
                  <a:lnTo>
                    <a:pt x="3068384" y="951163"/>
                  </a:lnTo>
                  <a:lnTo>
                    <a:pt x="3005240" y="970313"/>
                  </a:lnTo>
                  <a:lnTo>
                    <a:pt x="2946758" y="991752"/>
                  </a:lnTo>
                  <a:lnTo>
                    <a:pt x="2892041" y="1015791"/>
                  </a:lnTo>
                  <a:lnTo>
                    <a:pt x="2840175" y="1042729"/>
                  </a:lnTo>
                  <a:lnTo>
                    <a:pt x="2790309" y="1072789"/>
                  </a:lnTo>
                  <a:lnTo>
                    <a:pt x="2770117" y="1086139"/>
                  </a:lnTo>
                  <a:lnTo>
                    <a:pt x="2724178" y="1118975"/>
                  </a:lnTo>
                  <a:lnTo>
                    <a:pt x="2678687" y="1154767"/>
                  </a:lnTo>
                  <a:lnTo>
                    <a:pt x="2633259" y="1193566"/>
                  </a:lnTo>
                  <a:lnTo>
                    <a:pt x="2587615" y="1235351"/>
                  </a:lnTo>
                  <a:lnTo>
                    <a:pt x="2541568" y="1280014"/>
                  </a:lnTo>
                  <a:lnTo>
                    <a:pt x="2495014" y="1327354"/>
                  </a:lnTo>
                  <a:lnTo>
                    <a:pt x="2447921" y="1377077"/>
                  </a:lnTo>
                  <a:lnTo>
                    <a:pt x="2400326" y="1428799"/>
                  </a:lnTo>
                  <a:lnTo>
                    <a:pt x="2352317" y="1482054"/>
                  </a:lnTo>
                  <a:lnTo>
                    <a:pt x="2304026" y="1536311"/>
                  </a:lnTo>
                  <a:lnTo>
                    <a:pt x="2255612" y="1590994"/>
                  </a:lnTo>
                  <a:lnTo>
                    <a:pt x="2207247" y="1645509"/>
                  </a:lnTo>
                  <a:lnTo>
                    <a:pt x="2159097" y="1699269"/>
                  </a:lnTo>
                  <a:lnTo>
                    <a:pt x="2111308" y="1751720"/>
                  </a:lnTo>
                  <a:lnTo>
                    <a:pt x="2063989" y="1802367"/>
                  </a:lnTo>
                  <a:lnTo>
                    <a:pt x="2017199" y="1850787"/>
                  </a:lnTo>
                  <a:lnTo>
                    <a:pt x="1970939" y="1896647"/>
                  </a:lnTo>
                  <a:lnTo>
                    <a:pt x="1925138" y="1939705"/>
                  </a:lnTo>
                  <a:lnTo>
                    <a:pt x="1879644" y="1979813"/>
                  </a:lnTo>
                  <a:lnTo>
                    <a:pt x="1834222" y="2016913"/>
                  </a:lnTo>
                  <a:lnTo>
                    <a:pt x="1788532" y="2051027"/>
                  </a:lnTo>
                  <a:lnTo>
                    <a:pt x="1768425" y="2064982"/>
                  </a:lnTo>
                  <a:lnTo>
                    <a:pt x="1719166" y="2096360"/>
                  </a:lnTo>
                  <a:lnTo>
                    <a:pt x="1668223" y="2124567"/>
                  </a:lnTo>
                  <a:lnTo>
                    <a:pt x="1614793" y="2149770"/>
                  </a:lnTo>
                  <a:lnTo>
                    <a:pt x="1557978" y="2172245"/>
                  </a:lnTo>
                  <a:lnTo>
                    <a:pt x="1496865" y="2192304"/>
                  </a:lnTo>
                  <a:lnTo>
                    <a:pt x="1430603" y="2210247"/>
                  </a:lnTo>
                  <a:lnTo>
                    <a:pt x="1358505" y="2226336"/>
                  </a:lnTo>
                  <a:lnTo>
                    <a:pt x="1280180" y="2240784"/>
                  </a:lnTo>
                  <a:lnTo>
                    <a:pt x="1195712" y="2253744"/>
                  </a:lnTo>
                  <a:lnTo>
                    <a:pt x="1105863" y="2265310"/>
                  </a:lnTo>
                  <a:lnTo>
                    <a:pt x="1012282" y="2275519"/>
                  </a:lnTo>
                  <a:lnTo>
                    <a:pt x="917637" y="2284366"/>
                  </a:lnTo>
                  <a:lnTo>
                    <a:pt x="825568" y="2291818"/>
                  </a:lnTo>
                  <a:lnTo>
                    <a:pt x="740375" y="2297850"/>
                  </a:lnTo>
                  <a:lnTo>
                    <a:pt x="666382" y="2302472"/>
                  </a:lnTo>
                  <a:lnTo>
                    <a:pt x="607105" y="2305765"/>
                  </a:lnTo>
                  <a:lnTo>
                    <a:pt x="564432" y="2307885"/>
                  </a:lnTo>
                  <a:lnTo>
                    <a:pt x="538086" y="2309062"/>
                  </a:lnTo>
                  <a:lnTo>
                    <a:pt x="525535" y="2309568"/>
                  </a:lnTo>
                  <a:lnTo>
                    <a:pt x="522223" y="2309689"/>
                  </a:lnTo>
                  <a:lnTo>
                    <a:pt x="522133" y="2309692"/>
                  </a:lnTo>
                  <a:lnTo>
                    <a:pt x="0" y="2309692"/>
                  </a:lnTo>
                  <a:lnTo>
                    <a:pt x="0" y="2309692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868" name="pg1868"/>
            <p:cNvSpPr/>
            <p:nvPr/>
          </p:nvSpPr>
          <p:spPr>
            <a:xfrm>
              <a:off x="386606" y="4347961"/>
              <a:ext cx="8554953" cy="1394851"/>
            </a:xfrm>
            <a:custGeom>
              <a:avLst/>
              <a:pathLst>
                <a:path w="8554953" h="1394851">
                  <a:moveTo>
                    <a:pt x="0" y="1394851"/>
                  </a:moveTo>
                  <a:lnTo>
                    <a:pt x="522133" y="1394851"/>
                  </a:lnTo>
                  <a:lnTo>
                    <a:pt x="523372" y="1394809"/>
                  </a:lnTo>
                  <a:lnTo>
                    <a:pt x="531473" y="1394512"/>
                  </a:lnTo>
                  <a:lnTo>
                    <a:pt x="551744" y="1393691"/>
                  </a:lnTo>
                  <a:lnTo>
                    <a:pt x="587599" y="1392079"/>
                  </a:lnTo>
                  <a:lnTo>
                    <a:pt x="640253" y="1389437"/>
                  </a:lnTo>
                  <a:lnTo>
                    <a:pt x="708660" y="1385585"/>
                  </a:lnTo>
                  <a:lnTo>
                    <a:pt x="789872" y="1380420"/>
                  </a:lnTo>
                  <a:lnTo>
                    <a:pt x="879774" y="1373907"/>
                  </a:lnTo>
                  <a:lnTo>
                    <a:pt x="973954" y="1366059"/>
                  </a:lnTo>
                  <a:lnTo>
                    <a:pt x="1068436" y="1356908"/>
                  </a:lnTo>
                  <a:lnTo>
                    <a:pt x="1160132" y="1346474"/>
                  </a:lnTo>
                  <a:lnTo>
                    <a:pt x="1246985" y="1334738"/>
                  </a:lnTo>
                  <a:lnTo>
                    <a:pt x="1327895" y="1321634"/>
                  </a:lnTo>
                  <a:lnTo>
                    <a:pt x="1402531" y="1307039"/>
                  </a:lnTo>
                  <a:lnTo>
                    <a:pt x="1471119" y="1290774"/>
                  </a:lnTo>
                  <a:lnTo>
                    <a:pt x="1534248" y="1272606"/>
                  </a:lnTo>
                  <a:lnTo>
                    <a:pt x="1592719" y="1252265"/>
                  </a:lnTo>
                  <a:lnTo>
                    <a:pt x="1647433" y="1229453"/>
                  </a:lnTo>
                  <a:lnTo>
                    <a:pt x="1699306" y="1203890"/>
                  </a:lnTo>
                  <a:lnTo>
                    <a:pt x="1749191" y="1175363"/>
                  </a:lnTo>
                  <a:lnTo>
                    <a:pt x="1768425" y="1163317"/>
                  </a:lnTo>
                  <a:lnTo>
                    <a:pt x="1814968" y="1131819"/>
                  </a:lnTo>
                  <a:lnTo>
                    <a:pt x="1861056" y="1097450"/>
                  </a:lnTo>
                  <a:lnTo>
                    <a:pt x="1907088" y="1060159"/>
                  </a:lnTo>
                  <a:lnTo>
                    <a:pt x="1953351" y="1019971"/>
                  </a:lnTo>
                  <a:lnTo>
                    <a:pt x="2000036" y="976996"/>
                  </a:lnTo>
                  <a:lnTo>
                    <a:pt x="2047245" y="931436"/>
                  </a:lnTo>
                  <a:lnTo>
                    <a:pt x="2095006" y="883588"/>
                  </a:lnTo>
                  <a:lnTo>
                    <a:pt x="2143277" y="833838"/>
                  </a:lnTo>
                  <a:lnTo>
                    <a:pt x="2191960" y="782650"/>
                  </a:lnTo>
                  <a:lnTo>
                    <a:pt x="2240914" y="730555"/>
                  </a:lnTo>
                  <a:lnTo>
                    <a:pt x="2289972" y="678121"/>
                  </a:lnTo>
                  <a:lnTo>
                    <a:pt x="2338953" y="625934"/>
                  </a:lnTo>
                  <a:lnTo>
                    <a:pt x="2387689" y="574569"/>
                  </a:lnTo>
                  <a:lnTo>
                    <a:pt x="2436032" y="524562"/>
                  </a:lnTo>
                  <a:lnTo>
                    <a:pt x="2483877" y="476389"/>
                  </a:lnTo>
                  <a:lnTo>
                    <a:pt x="2531173" y="430451"/>
                  </a:lnTo>
                  <a:lnTo>
                    <a:pt x="2577934" y="387056"/>
                  </a:lnTo>
                  <a:lnTo>
                    <a:pt x="2624253" y="346423"/>
                  </a:lnTo>
                  <a:lnTo>
                    <a:pt x="2670305" y="308676"/>
                  </a:lnTo>
                  <a:lnTo>
                    <a:pt x="2716361" y="273853"/>
                  </a:lnTo>
                  <a:lnTo>
                    <a:pt x="2762802" y="241913"/>
                  </a:lnTo>
                  <a:lnTo>
                    <a:pt x="2770117" y="237181"/>
                  </a:lnTo>
                  <a:lnTo>
                    <a:pt x="2819425" y="207465"/>
                  </a:lnTo>
                  <a:lnTo>
                    <a:pt x="2870420" y="180754"/>
                  </a:lnTo>
                  <a:lnTo>
                    <a:pt x="2923910" y="156892"/>
                  </a:lnTo>
                  <a:lnTo>
                    <a:pt x="2980794" y="135615"/>
                  </a:lnTo>
                  <a:lnTo>
                    <a:pt x="3041987" y="116627"/>
                  </a:lnTo>
                  <a:lnTo>
                    <a:pt x="3108344" y="99643"/>
                  </a:lnTo>
                  <a:lnTo>
                    <a:pt x="3180551" y="84416"/>
                  </a:lnTo>
                  <a:lnTo>
                    <a:pt x="3258997" y="70744"/>
                  </a:lnTo>
                  <a:lnTo>
                    <a:pt x="3343597" y="58481"/>
                  </a:lnTo>
                  <a:lnTo>
                    <a:pt x="3433577" y="47539"/>
                  </a:lnTo>
                  <a:lnTo>
                    <a:pt x="3527275" y="37883"/>
                  </a:lnTo>
                  <a:lnTo>
                    <a:pt x="3622005" y="29519"/>
                  </a:lnTo>
                  <a:lnTo>
                    <a:pt x="3714106" y="22478"/>
                  </a:lnTo>
                  <a:lnTo>
                    <a:pt x="3799262" y="16783"/>
                  </a:lnTo>
                  <a:lnTo>
                    <a:pt x="3873140" y="12424"/>
                  </a:lnTo>
                  <a:lnTo>
                    <a:pt x="3932232" y="9324"/>
                  </a:lnTo>
                  <a:lnTo>
                    <a:pt x="3974676" y="7332"/>
                  </a:lnTo>
                  <a:lnTo>
                    <a:pt x="4000784" y="6230"/>
                  </a:lnTo>
                  <a:lnTo>
                    <a:pt x="4013136" y="5760"/>
                  </a:lnTo>
                  <a:lnTo>
                    <a:pt x="4016409" y="5647"/>
                  </a:lnTo>
                  <a:lnTo>
                    <a:pt x="4538543" y="5647"/>
                  </a:lnTo>
                  <a:lnTo>
                    <a:pt x="4539810" y="5659"/>
                  </a:lnTo>
                  <a:lnTo>
                    <a:pt x="4548093" y="5750"/>
                  </a:lnTo>
                  <a:lnTo>
                    <a:pt x="4568802" y="5999"/>
                  </a:lnTo>
                  <a:lnTo>
                    <a:pt x="4605389" y="6489"/>
                  </a:lnTo>
                  <a:lnTo>
                    <a:pt x="4659035" y="7291"/>
                  </a:lnTo>
                  <a:lnTo>
                    <a:pt x="4728593" y="8459"/>
                  </a:lnTo>
                  <a:lnTo>
                    <a:pt x="4810979" y="10023"/>
                  </a:lnTo>
                  <a:lnTo>
                    <a:pt x="4901946" y="11995"/>
                  </a:lnTo>
                  <a:lnTo>
                    <a:pt x="4996989" y="14368"/>
                  </a:lnTo>
                  <a:lnTo>
                    <a:pt x="5092089" y="17132"/>
                  </a:lnTo>
                  <a:lnTo>
                    <a:pt x="5184160" y="20284"/>
                  </a:lnTo>
                  <a:lnTo>
                    <a:pt x="5271184" y="23829"/>
                  </a:lnTo>
                  <a:lnTo>
                    <a:pt x="5352112" y="27789"/>
                  </a:lnTo>
                  <a:lnTo>
                    <a:pt x="5426671" y="32203"/>
                  </a:lnTo>
                  <a:lnTo>
                    <a:pt x="5495138" y="37128"/>
                  </a:lnTo>
                  <a:lnTo>
                    <a:pt x="5558147" y="42635"/>
                  </a:lnTo>
                  <a:lnTo>
                    <a:pt x="5616536" y="48807"/>
                  </a:lnTo>
                  <a:lnTo>
                    <a:pt x="5671233" y="55736"/>
                  </a:lnTo>
                  <a:lnTo>
                    <a:pt x="5723171" y="63505"/>
                  </a:lnTo>
                  <a:lnTo>
                    <a:pt x="5773207" y="72172"/>
                  </a:lnTo>
                  <a:lnTo>
                    <a:pt x="5784835" y="74354"/>
                  </a:lnTo>
                  <a:lnTo>
                    <a:pt x="5838125" y="85136"/>
                  </a:lnTo>
                  <a:lnTo>
                    <a:pt x="5890901" y="97042"/>
                  </a:lnTo>
                  <a:lnTo>
                    <a:pt x="5943724" y="110086"/>
                  </a:lnTo>
                  <a:lnTo>
                    <a:pt x="5996971" y="124244"/>
                  </a:lnTo>
                  <a:lnTo>
                    <a:pt x="6050861" y="139445"/>
                  </a:lnTo>
                  <a:lnTo>
                    <a:pt x="6105473" y="155572"/>
                  </a:lnTo>
                  <a:lnTo>
                    <a:pt x="6160765" y="172460"/>
                  </a:lnTo>
                  <a:lnTo>
                    <a:pt x="6216592" y="189902"/>
                  </a:lnTo>
                  <a:lnTo>
                    <a:pt x="6272739" y="207663"/>
                  </a:lnTo>
                  <a:lnTo>
                    <a:pt x="6328948" y="225483"/>
                  </a:lnTo>
                  <a:lnTo>
                    <a:pt x="6384953" y="243103"/>
                  </a:lnTo>
                  <a:lnTo>
                    <a:pt x="6440513" y="260274"/>
                  </a:lnTo>
                  <a:lnTo>
                    <a:pt x="6495450" y="276774"/>
                  </a:lnTo>
                  <a:lnTo>
                    <a:pt x="6549671" y="292419"/>
                  </a:lnTo>
                  <a:lnTo>
                    <a:pt x="6603196" y="307069"/>
                  </a:lnTo>
                  <a:lnTo>
                    <a:pt x="6656177" y="320631"/>
                  </a:lnTo>
                  <a:lnTo>
                    <a:pt x="6708916" y="333061"/>
                  </a:lnTo>
                  <a:lnTo>
                    <a:pt x="6761887" y="344356"/>
                  </a:lnTo>
                  <a:lnTo>
                    <a:pt x="6786527" y="349183"/>
                  </a:lnTo>
                  <a:lnTo>
                    <a:pt x="6836223" y="358066"/>
                  </a:lnTo>
                  <a:lnTo>
                    <a:pt x="6887639" y="366043"/>
                  </a:lnTo>
                  <a:lnTo>
                    <a:pt x="6941601" y="373164"/>
                  </a:lnTo>
                  <a:lnTo>
                    <a:pt x="6999032" y="379507"/>
                  </a:lnTo>
                  <a:lnTo>
                    <a:pt x="7060869" y="385163"/>
                  </a:lnTo>
                  <a:lnTo>
                    <a:pt x="7127979" y="390218"/>
                  </a:lnTo>
                  <a:lnTo>
                    <a:pt x="7201057" y="394747"/>
                  </a:lnTo>
                  <a:lnTo>
                    <a:pt x="7280480" y="398810"/>
                  </a:lnTo>
                  <a:lnTo>
                    <a:pt x="7366125" y="402451"/>
                  </a:lnTo>
                  <a:lnTo>
                    <a:pt x="7457148" y="405694"/>
                  </a:lnTo>
                  <a:lnTo>
                    <a:pt x="7551771" y="408551"/>
                  </a:lnTo>
                  <a:lnTo>
                    <a:pt x="7647159" y="411017"/>
                  </a:lnTo>
                  <a:lnTo>
                    <a:pt x="7739489" y="413084"/>
                  </a:lnTo>
                  <a:lnTo>
                    <a:pt x="7824311" y="414745"/>
                  </a:lnTo>
                  <a:lnTo>
                    <a:pt x="7897236" y="416005"/>
                  </a:lnTo>
                  <a:lnTo>
                    <a:pt x="7954828" y="416889"/>
                  </a:lnTo>
                  <a:lnTo>
                    <a:pt x="7995429" y="417447"/>
                  </a:lnTo>
                  <a:lnTo>
                    <a:pt x="8019659" y="417746"/>
                  </a:lnTo>
                  <a:lnTo>
                    <a:pt x="8030458" y="417866"/>
                  </a:lnTo>
                  <a:lnTo>
                    <a:pt x="8032819" y="417890"/>
                  </a:lnTo>
                  <a:lnTo>
                    <a:pt x="8554953" y="417890"/>
                  </a:lnTo>
                  <a:lnTo>
                    <a:pt x="8554953" y="412243"/>
                  </a:lnTo>
                  <a:lnTo>
                    <a:pt x="8032819" y="412243"/>
                  </a:lnTo>
                  <a:lnTo>
                    <a:pt x="8031552" y="412230"/>
                  </a:lnTo>
                  <a:lnTo>
                    <a:pt x="8023269" y="412140"/>
                  </a:lnTo>
                  <a:lnTo>
                    <a:pt x="8002560" y="411891"/>
                  </a:lnTo>
                  <a:lnTo>
                    <a:pt x="7965973" y="411401"/>
                  </a:lnTo>
                  <a:lnTo>
                    <a:pt x="7912327" y="410599"/>
                  </a:lnTo>
                  <a:lnTo>
                    <a:pt x="7842769" y="409431"/>
                  </a:lnTo>
                  <a:lnTo>
                    <a:pt x="7760383" y="407866"/>
                  </a:lnTo>
                  <a:lnTo>
                    <a:pt x="7669415" y="405895"/>
                  </a:lnTo>
                  <a:lnTo>
                    <a:pt x="7574373" y="403522"/>
                  </a:lnTo>
                  <a:lnTo>
                    <a:pt x="7479273" y="400757"/>
                  </a:lnTo>
                  <a:lnTo>
                    <a:pt x="7387202" y="397605"/>
                  </a:lnTo>
                  <a:lnTo>
                    <a:pt x="7300178" y="394060"/>
                  </a:lnTo>
                  <a:lnTo>
                    <a:pt x="7219250" y="390100"/>
                  </a:lnTo>
                  <a:lnTo>
                    <a:pt x="7144691" y="385686"/>
                  </a:lnTo>
                  <a:lnTo>
                    <a:pt x="7076224" y="380762"/>
                  </a:lnTo>
                  <a:lnTo>
                    <a:pt x="7013215" y="375255"/>
                  </a:lnTo>
                  <a:lnTo>
                    <a:pt x="6954826" y="369082"/>
                  </a:lnTo>
                  <a:lnTo>
                    <a:pt x="6900129" y="362154"/>
                  </a:lnTo>
                  <a:lnTo>
                    <a:pt x="6848191" y="354385"/>
                  </a:lnTo>
                  <a:lnTo>
                    <a:pt x="6798155" y="345717"/>
                  </a:lnTo>
                  <a:lnTo>
                    <a:pt x="6786527" y="343536"/>
                  </a:lnTo>
                  <a:lnTo>
                    <a:pt x="6733236" y="332753"/>
                  </a:lnTo>
                  <a:lnTo>
                    <a:pt x="6680461" y="320848"/>
                  </a:lnTo>
                  <a:lnTo>
                    <a:pt x="6627638" y="307804"/>
                  </a:lnTo>
                  <a:lnTo>
                    <a:pt x="6574391" y="293646"/>
                  </a:lnTo>
                  <a:lnTo>
                    <a:pt x="6520501" y="278445"/>
                  </a:lnTo>
                  <a:lnTo>
                    <a:pt x="6465888" y="262318"/>
                  </a:lnTo>
                  <a:lnTo>
                    <a:pt x="6410597" y="245430"/>
                  </a:lnTo>
                  <a:lnTo>
                    <a:pt x="6354770" y="227987"/>
                  </a:lnTo>
                  <a:lnTo>
                    <a:pt x="6298623" y="210227"/>
                  </a:lnTo>
                  <a:lnTo>
                    <a:pt x="6242414" y="192407"/>
                  </a:lnTo>
                  <a:lnTo>
                    <a:pt x="6186409" y="174787"/>
                  </a:lnTo>
                  <a:lnTo>
                    <a:pt x="6130849" y="157616"/>
                  </a:lnTo>
                  <a:lnTo>
                    <a:pt x="6075912" y="141115"/>
                  </a:lnTo>
                  <a:lnTo>
                    <a:pt x="6021691" y="125471"/>
                  </a:lnTo>
                  <a:lnTo>
                    <a:pt x="5968166" y="110821"/>
                  </a:lnTo>
                  <a:lnTo>
                    <a:pt x="5915185" y="97258"/>
                  </a:lnTo>
                  <a:lnTo>
                    <a:pt x="5862446" y="84829"/>
                  </a:lnTo>
                  <a:lnTo>
                    <a:pt x="5809475" y="73533"/>
                  </a:lnTo>
                  <a:lnTo>
                    <a:pt x="5784835" y="68707"/>
                  </a:lnTo>
                  <a:lnTo>
                    <a:pt x="5735139" y="59824"/>
                  </a:lnTo>
                  <a:lnTo>
                    <a:pt x="5683723" y="51846"/>
                  </a:lnTo>
                  <a:lnTo>
                    <a:pt x="5629761" y="44726"/>
                  </a:lnTo>
                  <a:lnTo>
                    <a:pt x="5572330" y="38383"/>
                  </a:lnTo>
                  <a:lnTo>
                    <a:pt x="5510493" y="32727"/>
                  </a:lnTo>
                  <a:lnTo>
                    <a:pt x="5443383" y="27672"/>
                  </a:lnTo>
                  <a:lnTo>
                    <a:pt x="5370305" y="23143"/>
                  </a:lnTo>
                  <a:lnTo>
                    <a:pt x="5290882" y="19079"/>
                  </a:lnTo>
                  <a:lnTo>
                    <a:pt x="5205237" y="15439"/>
                  </a:lnTo>
                  <a:lnTo>
                    <a:pt x="5114214" y="12195"/>
                  </a:lnTo>
                  <a:lnTo>
                    <a:pt x="5019591" y="9339"/>
                  </a:lnTo>
                  <a:lnTo>
                    <a:pt x="4924203" y="6872"/>
                  </a:lnTo>
                  <a:lnTo>
                    <a:pt x="4831873" y="4806"/>
                  </a:lnTo>
                  <a:lnTo>
                    <a:pt x="4747051" y="3145"/>
                  </a:lnTo>
                  <a:lnTo>
                    <a:pt x="4674126" y="1885"/>
                  </a:lnTo>
                  <a:lnTo>
                    <a:pt x="4616534" y="1001"/>
                  </a:lnTo>
                  <a:lnTo>
                    <a:pt x="4575933" y="443"/>
                  </a:lnTo>
                  <a:lnTo>
                    <a:pt x="4551703" y="144"/>
                  </a:lnTo>
                  <a:lnTo>
                    <a:pt x="4540904" y="23"/>
                  </a:lnTo>
                  <a:lnTo>
                    <a:pt x="4538543" y="0"/>
                  </a:lnTo>
                  <a:lnTo>
                    <a:pt x="4016409" y="0"/>
                  </a:lnTo>
                  <a:lnTo>
                    <a:pt x="4015171" y="41"/>
                  </a:lnTo>
                  <a:lnTo>
                    <a:pt x="4007069" y="338"/>
                  </a:lnTo>
                  <a:lnTo>
                    <a:pt x="3986798" y="1159"/>
                  </a:lnTo>
                  <a:lnTo>
                    <a:pt x="3950944" y="2772"/>
                  </a:lnTo>
                  <a:lnTo>
                    <a:pt x="3898289" y="5414"/>
                  </a:lnTo>
                  <a:lnTo>
                    <a:pt x="3829882" y="9265"/>
                  </a:lnTo>
                  <a:lnTo>
                    <a:pt x="3748670" y="14430"/>
                  </a:lnTo>
                  <a:lnTo>
                    <a:pt x="3658768" y="20943"/>
                  </a:lnTo>
                  <a:lnTo>
                    <a:pt x="3564588" y="28791"/>
                  </a:lnTo>
                  <a:lnTo>
                    <a:pt x="3470106" y="37942"/>
                  </a:lnTo>
                  <a:lnTo>
                    <a:pt x="3378410" y="48376"/>
                  </a:lnTo>
                  <a:lnTo>
                    <a:pt x="3291557" y="60112"/>
                  </a:lnTo>
                  <a:lnTo>
                    <a:pt x="3210648" y="73216"/>
                  </a:lnTo>
                  <a:lnTo>
                    <a:pt x="3136011" y="87811"/>
                  </a:lnTo>
                  <a:lnTo>
                    <a:pt x="3067423" y="104076"/>
                  </a:lnTo>
                  <a:lnTo>
                    <a:pt x="3004294" y="122244"/>
                  </a:lnTo>
                  <a:lnTo>
                    <a:pt x="2945823" y="142586"/>
                  </a:lnTo>
                  <a:lnTo>
                    <a:pt x="2891109" y="165397"/>
                  </a:lnTo>
                  <a:lnTo>
                    <a:pt x="2839236" y="190961"/>
                  </a:lnTo>
                  <a:lnTo>
                    <a:pt x="2789351" y="219487"/>
                  </a:lnTo>
                  <a:lnTo>
                    <a:pt x="2770117" y="231534"/>
                  </a:lnTo>
                  <a:lnTo>
                    <a:pt x="2723574" y="263031"/>
                  </a:lnTo>
                  <a:lnTo>
                    <a:pt x="2677486" y="297400"/>
                  </a:lnTo>
                  <a:lnTo>
                    <a:pt x="2631454" y="334691"/>
                  </a:lnTo>
                  <a:lnTo>
                    <a:pt x="2585191" y="374880"/>
                  </a:lnTo>
                  <a:lnTo>
                    <a:pt x="2538507" y="417855"/>
                  </a:lnTo>
                  <a:lnTo>
                    <a:pt x="2491297" y="463414"/>
                  </a:lnTo>
                  <a:lnTo>
                    <a:pt x="2443536" y="511262"/>
                  </a:lnTo>
                  <a:lnTo>
                    <a:pt x="2395265" y="561013"/>
                  </a:lnTo>
                  <a:lnTo>
                    <a:pt x="2346582" y="612200"/>
                  </a:lnTo>
                  <a:lnTo>
                    <a:pt x="2297628" y="664296"/>
                  </a:lnTo>
                  <a:lnTo>
                    <a:pt x="2248571" y="716729"/>
                  </a:lnTo>
                  <a:lnTo>
                    <a:pt x="2199589" y="768916"/>
                  </a:lnTo>
                  <a:lnTo>
                    <a:pt x="2150853" y="820281"/>
                  </a:lnTo>
                  <a:lnTo>
                    <a:pt x="2102510" y="870288"/>
                  </a:lnTo>
                  <a:lnTo>
                    <a:pt x="2054665" y="918461"/>
                  </a:lnTo>
                  <a:lnTo>
                    <a:pt x="2007369" y="964400"/>
                  </a:lnTo>
                  <a:lnTo>
                    <a:pt x="1960608" y="1007794"/>
                  </a:lnTo>
                  <a:lnTo>
                    <a:pt x="1914289" y="1048427"/>
                  </a:lnTo>
                  <a:lnTo>
                    <a:pt x="1868237" y="1086174"/>
                  </a:lnTo>
                  <a:lnTo>
                    <a:pt x="1822181" y="1120998"/>
                  </a:lnTo>
                  <a:lnTo>
                    <a:pt x="1775740" y="1152937"/>
                  </a:lnTo>
                  <a:lnTo>
                    <a:pt x="1768425" y="1157670"/>
                  </a:lnTo>
                  <a:lnTo>
                    <a:pt x="1719117" y="1187385"/>
                  </a:lnTo>
                  <a:lnTo>
                    <a:pt x="1668122" y="1214096"/>
                  </a:lnTo>
                  <a:lnTo>
                    <a:pt x="1614632" y="1237958"/>
                  </a:lnTo>
                  <a:lnTo>
                    <a:pt x="1557749" y="1259235"/>
                  </a:lnTo>
                  <a:lnTo>
                    <a:pt x="1496555" y="1278223"/>
                  </a:lnTo>
                  <a:lnTo>
                    <a:pt x="1430199" y="1295207"/>
                  </a:lnTo>
                  <a:lnTo>
                    <a:pt x="1357992" y="1310434"/>
                  </a:lnTo>
                  <a:lnTo>
                    <a:pt x="1279545" y="1324107"/>
                  </a:lnTo>
                  <a:lnTo>
                    <a:pt x="1194945" y="1336369"/>
                  </a:lnTo>
                  <a:lnTo>
                    <a:pt x="1104965" y="1347311"/>
                  </a:lnTo>
                  <a:lnTo>
                    <a:pt x="1011267" y="1356967"/>
                  </a:lnTo>
                  <a:lnTo>
                    <a:pt x="916537" y="1365331"/>
                  </a:lnTo>
                  <a:lnTo>
                    <a:pt x="824436" y="1372373"/>
                  </a:lnTo>
                  <a:lnTo>
                    <a:pt x="739280" y="1378067"/>
                  </a:lnTo>
                  <a:lnTo>
                    <a:pt x="665402" y="1382427"/>
                  </a:lnTo>
                  <a:lnTo>
                    <a:pt x="606310" y="1385527"/>
                  </a:lnTo>
                  <a:lnTo>
                    <a:pt x="563866" y="1387519"/>
                  </a:lnTo>
                  <a:lnTo>
                    <a:pt x="537758" y="1388620"/>
                  </a:lnTo>
                  <a:lnTo>
                    <a:pt x="525406" y="1389090"/>
                  </a:lnTo>
                  <a:lnTo>
                    <a:pt x="522133" y="1389204"/>
                  </a:lnTo>
                  <a:lnTo>
                    <a:pt x="0" y="1389204"/>
                  </a:lnTo>
                  <a:close/>
                </a:path>
              </a:pathLst>
            </a:custGeom>
            <a:solidFill>
              <a:srgbClr val="F3BA99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1869" name="pl1869"/>
            <p:cNvSpPr/>
            <p:nvPr/>
          </p:nvSpPr>
          <p:spPr>
            <a:xfrm>
              <a:off x="386606" y="4353608"/>
              <a:ext cx="8554953" cy="1389204"/>
            </a:xfrm>
            <a:custGeom>
              <a:avLst/>
              <a:pathLst>
                <a:path w="8554953" h="1389204">
                  <a:moveTo>
                    <a:pt x="0" y="1389204"/>
                  </a:moveTo>
                  <a:lnTo>
                    <a:pt x="522133" y="1389204"/>
                  </a:lnTo>
                  <a:lnTo>
                    <a:pt x="523372" y="1389162"/>
                  </a:lnTo>
                  <a:lnTo>
                    <a:pt x="531473" y="1388865"/>
                  </a:lnTo>
                  <a:lnTo>
                    <a:pt x="551744" y="1388044"/>
                  </a:lnTo>
                  <a:lnTo>
                    <a:pt x="587599" y="1386431"/>
                  </a:lnTo>
                  <a:lnTo>
                    <a:pt x="640253" y="1383789"/>
                  </a:lnTo>
                  <a:lnTo>
                    <a:pt x="708660" y="1379938"/>
                  </a:lnTo>
                  <a:lnTo>
                    <a:pt x="789872" y="1374773"/>
                  </a:lnTo>
                  <a:lnTo>
                    <a:pt x="879774" y="1368260"/>
                  </a:lnTo>
                  <a:lnTo>
                    <a:pt x="973954" y="1360412"/>
                  </a:lnTo>
                  <a:lnTo>
                    <a:pt x="1068436" y="1351261"/>
                  </a:lnTo>
                  <a:lnTo>
                    <a:pt x="1160132" y="1340827"/>
                  </a:lnTo>
                  <a:lnTo>
                    <a:pt x="1246985" y="1329091"/>
                  </a:lnTo>
                  <a:lnTo>
                    <a:pt x="1327895" y="1315987"/>
                  </a:lnTo>
                  <a:lnTo>
                    <a:pt x="1402531" y="1301392"/>
                  </a:lnTo>
                  <a:lnTo>
                    <a:pt x="1471119" y="1285127"/>
                  </a:lnTo>
                  <a:lnTo>
                    <a:pt x="1534248" y="1266959"/>
                  </a:lnTo>
                  <a:lnTo>
                    <a:pt x="1592719" y="1246618"/>
                  </a:lnTo>
                  <a:lnTo>
                    <a:pt x="1647433" y="1223806"/>
                  </a:lnTo>
                  <a:lnTo>
                    <a:pt x="1699306" y="1198243"/>
                  </a:lnTo>
                  <a:lnTo>
                    <a:pt x="1749191" y="1169716"/>
                  </a:lnTo>
                  <a:lnTo>
                    <a:pt x="1768425" y="1157670"/>
                  </a:lnTo>
                  <a:lnTo>
                    <a:pt x="1814968" y="1126172"/>
                  </a:lnTo>
                  <a:lnTo>
                    <a:pt x="1861056" y="1091803"/>
                  </a:lnTo>
                  <a:lnTo>
                    <a:pt x="1907088" y="1054512"/>
                  </a:lnTo>
                  <a:lnTo>
                    <a:pt x="1953351" y="1014323"/>
                  </a:lnTo>
                  <a:lnTo>
                    <a:pt x="2000036" y="971348"/>
                  </a:lnTo>
                  <a:lnTo>
                    <a:pt x="2047245" y="925789"/>
                  </a:lnTo>
                  <a:lnTo>
                    <a:pt x="2095006" y="877941"/>
                  </a:lnTo>
                  <a:lnTo>
                    <a:pt x="2143277" y="828190"/>
                  </a:lnTo>
                  <a:lnTo>
                    <a:pt x="2191960" y="777003"/>
                  </a:lnTo>
                  <a:lnTo>
                    <a:pt x="2240914" y="724908"/>
                  </a:lnTo>
                  <a:lnTo>
                    <a:pt x="2289972" y="672474"/>
                  </a:lnTo>
                  <a:lnTo>
                    <a:pt x="2338953" y="620287"/>
                  </a:lnTo>
                  <a:lnTo>
                    <a:pt x="2387689" y="568922"/>
                  </a:lnTo>
                  <a:lnTo>
                    <a:pt x="2436032" y="518915"/>
                  </a:lnTo>
                  <a:lnTo>
                    <a:pt x="2483877" y="470742"/>
                  </a:lnTo>
                  <a:lnTo>
                    <a:pt x="2531173" y="424803"/>
                  </a:lnTo>
                  <a:lnTo>
                    <a:pt x="2577934" y="381409"/>
                  </a:lnTo>
                  <a:lnTo>
                    <a:pt x="2624253" y="340776"/>
                  </a:lnTo>
                  <a:lnTo>
                    <a:pt x="2670305" y="303029"/>
                  </a:lnTo>
                  <a:lnTo>
                    <a:pt x="2716361" y="268205"/>
                  </a:lnTo>
                  <a:lnTo>
                    <a:pt x="2762802" y="236266"/>
                  </a:lnTo>
                  <a:lnTo>
                    <a:pt x="2770117" y="231534"/>
                  </a:lnTo>
                  <a:lnTo>
                    <a:pt x="2819425" y="201818"/>
                  </a:lnTo>
                  <a:lnTo>
                    <a:pt x="2870420" y="175107"/>
                  </a:lnTo>
                  <a:lnTo>
                    <a:pt x="2923910" y="151245"/>
                  </a:lnTo>
                  <a:lnTo>
                    <a:pt x="2980794" y="129968"/>
                  </a:lnTo>
                  <a:lnTo>
                    <a:pt x="3041987" y="110980"/>
                  </a:lnTo>
                  <a:lnTo>
                    <a:pt x="3108344" y="93996"/>
                  </a:lnTo>
                  <a:lnTo>
                    <a:pt x="3180551" y="78769"/>
                  </a:lnTo>
                  <a:lnTo>
                    <a:pt x="3258997" y="65096"/>
                  </a:lnTo>
                  <a:lnTo>
                    <a:pt x="3343597" y="52834"/>
                  </a:lnTo>
                  <a:lnTo>
                    <a:pt x="3433577" y="41892"/>
                  </a:lnTo>
                  <a:lnTo>
                    <a:pt x="3527275" y="32236"/>
                  </a:lnTo>
                  <a:lnTo>
                    <a:pt x="3622005" y="23872"/>
                  </a:lnTo>
                  <a:lnTo>
                    <a:pt x="3714106" y="16830"/>
                  </a:lnTo>
                  <a:lnTo>
                    <a:pt x="3799262" y="11136"/>
                  </a:lnTo>
                  <a:lnTo>
                    <a:pt x="3873140" y="6776"/>
                  </a:lnTo>
                  <a:lnTo>
                    <a:pt x="3932232" y="3676"/>
                  </a:lnTo>
                  <a:lnTo>
                    <a:pt x="3974676" y="1685"/>
                  </a:lnTo>
                  <a:lnTo>
                    <a:pt x="4000784" y="583"/>
                  </a:lnTo>
                  <a:lnTo>
                    <a:pt x="4013136" y="113"/>
                  </a:lnTo>
                  <a:lnTo>
                    <a:pt x="4016331" y="2"/>
                  </a:lnTo>
                  <a:lnTo>
                    <a:pt x="4016409" y="0"/>
                  </a:lnTo>
                  <a:lnTo>
                    <a:pt x="4538543" y="0"/>
                  </a:lnTo>
                  <a:lnTo>
                    <a:pt x="4539810" y="12"/>
                  </a:lnTo>
                  <a:lnTo>
                    <a:pt x="4548093" y="102"/>
                  </a:lnTo>
                  <a:lnTo>
                    <a:pt x="4568802" y="352"/>
                  </a:lnTo>
                  <a:lnTo>
                    <a:pt x="4605389" y="842"/>
                  </a:lnTo>
                  <a:lnTo>
                    <a:pt x="4659035" y="1644"/>
                  </a:lnTo>
                  <a:lnTo>
                    <a:pt x="4728593" y="2811"/>
                  </a:lnTo>
                  <a:lnTo>
                    <a:pt x="4810979" y="4376"/>
                  </a:lnTo>
                  <a:lnTo>
                    <a:pt x="4901946" y="6348"/>
                  </a:lnTo>
                  <a:lnTo>
                    <a:pt x="4996989" y="8720"/>
                  </a:lnTo>
                  <a:lnTo>
                    <a:pt x="5092089" y="11485"/>
                  </a:lnTo>
                  <a:lnTo>
                    <a:pt x="5184160" y="14637"/>
                  </a:lnTo>
                  <a:lnTo>
                    <a:pt x="5271184" y="18182"/>
                  </a:lnTo>
                  <a:lnTo>
                    <a:pt x="5352112" y="22142"/>
                  </a:lnTo>
                  <a:lnTo>
                    <a:pt x="5426671" y="26556"/>
                  </a:lnTo>
                  <a:lnTo>
                    <a:pt x="5495138" y="31481"/>
                  </a:lnTo>
                  <a:lnTo>
                    <a:pt x="5558147" y="36987"/>
                  </a:lnTo>
                  <a:lnTo>
                    <a:pt x="5616536" y="43160"/>
                  </a:lnTo>
                  <a:lnTo>
                    <a:pt x="5671233" y="50089"/>
                  </a:lnTo>
                  <a:lnTo>
                    <a:pt x="5723171" y="57858"/>
                  </a:lnTo>
                  <a:lnTo>
                    <a:pt x="5773207" y="66525"/>
                  </a:lnTo>
                  <a:lnTo>
                    <a:pt x="5784835" y="68707"/>
                  </a:lnTo>
                  <a:lnTo>
                    <a:pt x="5838125" y="79489"/>
                  </a:lnTo>
                  <a:lnTo>
                    <a:pt x="5890901" y="91395"/>
                  </a:lnTo>
                  <a:lnTo>
                    <a:pt x="5943724" y="104439"/>
                  </a:lnTo>
                  <a:lnTo>
                    <a:pt x="5996971" y="118596"/>
                  </a:lnTo>
                  <a:lnTo>
                    <a:pt x="6050861" y="133798"/>
                  </a:lnTo>
                  <a:lnTo>
                    <a:pt x="6105473" y="149924"/>
                  </a:lnTo>
                  <a:lnTo>
                    <a:pt x="6160765" y="166812"/>
                  </a:lnTo>
                  <a:lnTo>
                    <a:pt x="6216592" y="184255"/>
                  </a:lnTo>
                  <a:lnTo>
                    <a:pt x="6272739" y="202015"/>
                  </a:lnTo>
                  <a:lnTo>
                    <a:pt x="6328948" y="219836"/>
                  </a:lnTo>
                  <a:lnTo>
                    <a:pt x="6384953" y="237456"/>
                  </a:lnTo>
                  <a:lnTo>
                    <a:pt x="6440513" y="254627"/>
                  </a:lnTo>
                  <a:lnTo>
                    <a:pt x="6495450" y="271127"/>
                  </a:lnTo>
                  <a:lnTo>
                    <a:pt x="6549671" y="286772"/>
                  </a:lnTo>
                  <a:lnTo>
                    <a:pt x="6603196" y="301422"/>
                  </a:lnTo>
                  <a:lnTo>
                    <a:pt x="6656177" y="314984"/>
                  </a:lnTo>
                  <a:lnTo>
                    <a:pt x="6708916" y="327414"/>
                  </a:lnTo>
                  <a:lnTo>
                    <a:pt x="6761887" y="338709"/>
                  </a:lnTo>
                  <a:lnTo>
                    <a:pt x="6786527" y="343536"/>
                  </a:lnTo>
                  <a:lnTo>
                    <a:pt x="6836223" y="352419"/>
                  </a:lnTo>
                  <a:lnTo>
                    <a:pt x="6887639" y="360396"/>
                  </a:lnTo>
                  <a:lnTo>
                    <a:pt x="6941601" y="367516"/>
                  </a:lnTo>
                  <a:lnTo>
                    <a:pt x="6999032" y="373860"/>
                  </a:lnTo>
                  <a:lnTo>
                    <a:pt x="7060869" y="379516"/>
                  </a:lnTo>
                  <a:lnTo>
                    <a:pt x="7127979" y="384571"/>
                  </a:lnTo>
                  <a:lnTo>
                    <a:pt x="7201057" y="389100"/>
                  </a:lnTo>
                  <a:lnTo>
                    <a:pt x="7280480" y="393163"/>
                  </a:lnTo>
                  <a:lnTo>
                    <a:pt x="7366125" y="396804"/>
                  </a:lnTo>
                  <a:lnTo>
                    <a:pt x="7457148" y="400047"/>
                  </a:lnTo>
                  <a:lnTo>
                    <a:pt x="7551771" y="402904"/>
                  </a:lnTo>
                  <a:lnTo>
                    <a:pt x="7647159" y="405370"/>
                  </a:lnTo>
                  <a:lnTo>
                    <a:pt x="7739489" y="407437"/>
                  </a:lnTo>
                  <a:lnTo>
                    <a:pt x="7824311" y="409098"/>
                  </a:lnTo>
                  <a:lnTo>
                    <a:pt x="7897236" y="410358"/>
                  </a:lnTo>
                  <a:lnTo>
                    <a:pt x="7954828" y="411242"/>
                  </a:lnTo>
                  <a:lnTo>
                    <a:pt x="7995429" y="411800"/>
                  </a:lnTo>
                  <a:lnTo>
                    <a:pt x="8019659" y="412099"/>
                  </a:lnTo>
                  <a:lnTo>
                    <a:pt x="8030458" y="412219"/>
                  </a:lnTo>
                  <a:lnTo>
                    <a:pt x="8032802" y="412243"/>
                  </a:lnTo>
                  <a:lnTo>
                    <a:pt x="8032819" y="412243"/>
                  </a:lnTo>
                  <a:lnTo>
                    <a:pt x="8554953" y="412243"/>
                  </a:lnTo>
                  <a:lnTo>
                    <a:pt x="8554953" y="412243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870" name="pl1870"/>
            <p:cNvSpPr/>
            <p:nvPr/>
          </p:nvSpPr>
          <p:spPr>
            <a:xfrm>
              <a:off x="386606" y="4347961"/>
              <a:ext cx="8554953" cy="1389204"/>
            </a:xfrm>
            <a:custGeom>
              <a:avLst/>
              <a:pathLst>
                <a:path w="8554953" h="1389204">
                  <a:moveTo>
                    <a:pt x="8554953" y="412243"/>
                  </a:moveTo>
                  <a:lnTo>
                    <a:pt x="8032819" y="412243"/>
                  </a:lnTo>
                  <a:lnTo>
                    <a:pt x="8031552" y="412230"/>
                  </a:lnTo>
                  <a:lnTo>
                    <a:pt x="8023269" y="412140"/>
                  </a:lnTo>
                  <a:lnTo>
                    <a:pt x="8002560" y="411891"/>
                  </a:lnTo>
                  <a:lnTo>
                    <a:pt x="7965973" y="411401"/>
                  </a:lnTo>
                  <a:lnTo>
                    <a:pt x="7912327" y="410599"/>
                  </a:lnTo>
                  <a:lnTo>
                    <a:pt x="7842769" y="409431"/>
                  </a:lnTo>
                  <a:lnTo>
                    <a:pt x="7760383" y="407866"/>
                  </a:lnTo>
                  <a:lnTo>
                    <a:pt x="7669415" y="405895"/>
                  </a:lnTo>
                  <a:lnTo>
                    <a:pt x="7574373" y="403522"/>
                  </a:lnTo>
                  <a:lnTo>
                    <a:pt x="7479273" y="400757"/>
                  </a:lnTo>
                  <a:lnTo>
                    <a:pt x="7387202" y="397605"/>
                  </a:lnTo>
                  <a:lnTo>
                    <a:pt x="7300178" y="394060"/>
                  </a:lnTo>
                  <a:lnTo>
                    <a:pt x="7219250" y="390100"/>
                  </a:lnTo>
                  <a:lnTo>
                    <a:pt x="7144691" y="385686"/>
                  </a:lnTo>
                  <a:lnTo>
                    <a:pt x="7076224" y="380762"/>
                  </a:lnTo>
                  <a:lnTo>
                    <a:pt x="7013215" y="375255"/>
                  </a:lnTo>
                  <a:lnTo>
                    <a:pt x="6954826" y="369082"/>
                  </a:lnTo>
                  <a:lnTo>
                    <a:pt x="6900129" y="362154"/>
                  </a:lnTo>
                  <a:lnTo>
                    <a:pt x="6848191" y="354385"/>
                  </a:lnTo>
                  <a:lnTo>
                    <a:pt x="6798155" y="345717"/>
                  </a:lnTo>
                  <a:lnTo>
                    <a:pt x="6786527" y="343536"/>
                  </a:lnTo>
                  <a:lnTo>
                    <a:pt x="6733236" y="332753"/>
                  </a:lnTo>
                  <a:lnTo>
                    <a:pt x="6680461" y="320848"/>
                  </a:lnTo>
                  <a:lnTo>
                    <a:pt x="6627638" y="307804"/>
                  </a:lnTo>
                  <a:lnTo>
                    <a:pt x="6574391" y="293646"/>
                  </a:lnTo>
                  <a:lnTo>
                    <a:pt x="6520501" y="278445"/>
                  </a:lnTo>
                  <a:lnTo>
                    <a:pt x="6465888" y="262318"/>
                  </a:lnTo>
                  <a:lnTo>
                    <a:pt x="6410597" y="245430"/>
                  </a:lnTo>
                  <a:lnTo>
                    <a:pt x="6354770" y="227987"/>
                  </a:lnTo>
                  <a:lnTo>
                    <a:pt x="6298623" y="210227"/>
                  </a:lnTo>
                  <a:lnTo>
                    <a:pt x="6242414" y="192407"/>
                  </a:lnTo>
                  <a:lnTo>
                    <a:pt x="6186409" y="174787"/>
                  </a:lnTo>
                  <a:lnTo>
                    <a:pt x="6130849" y="157616"/>
                  </a:lnTo>
                  <a:lnTo>
                    <a:pt x="6075912" y="141115"/>
                  </a:lnTo>
                  <a:lnTo>
                    <a:pt x="6021691" y="125471"/>
                  </a:lnTo>
                  <a:lnTo>
                    <a:pt x="5968166" y="110821"/>
                  </a:lnTo>
                  <a:lnTo>
                    <a:pt x="5915185" y="97258"/>
                  </a:lnTo>
                  <a:lnTo>
                    <a:pt x="5862446" y="84829"/>
                  </a:lnTo>
                  <a:lnTo>
                    <a:pt x="5809475" y="73533"/>
                  </a:lnTo>
                  <a:lnTo>
                    <a:pt x="5784835" y="68707"/>
                  </a:lnTo>
                  <a:lnTo>
                    <a:pt x="5735139" y="59824"/>
                  </a:lnTo>
                  <a:lnTo>
                    <a:pt x="5683723" y="51846"/>
                  </a:lnTo>
                  <a:lnTo>
                    <a:pt x="5629761" y="44726"/>
                  </a:lnTo>
                  <a:lnTo>
                    <a:pt x="5572330" y="38383"/>
                  </a:lnTo>
                  <a:lnTo>
                    <a:pt x="5510493" y="32727"/>
                  </a:lnTo>
                  <a:lnTo>
                    <a:pt x="5443383" y="27672"/>
                  </a:lnTo>
                  <a:lnTo>
                    <a:pt x="5370305" y="23143"/>
                  </a:lnTo>
                  <a:lnTo>
                    <a:pt x="5290882" y="19079"/>
                  </a:lnTo>
                  <a:lnTo>
                    <a:pt x="5205237" y="15439"/>
                  </a:lnTo>
                  <a:lnTo>
                    <a:pt x="5114214" y="12195"/>
                  </a:lnTo>
                  <a:lnTo>
                    <a:pt x="5019591" y="9339"/>
                  </a:lnTo>
                  <a:lnTo>
                    <a:pt x="4924203" y="6872"/>
                  </a:lnTo>
                  <a:lnTo>
                    <a:pt x="4831873" y="4806"/>
                  </a:lnTo>
                  <a:lnTo>
                    <a:pt x="4747051" y="3145"/>
                  </a:lnTo>
                  <a:lnTo>
                    <a:pt x="4674126" y="1885"/>
                  </a:lnTo>
                  <a:lnTo>
                    <a:pt x="4616534" y="1001"/>
                  </a:lnTo>
                  <a:lnTo>
                    <a:pt x="4575933" y="443"/>
                  </a:lnTo>
                  <a:lnTo>
                    <a:pt x="4551703" y="144"/>
                  </a:lnTo>
                  <a:lnTo>
                    <a:pt x="4540904" y="23"/>
                  </a:lnTo>
                  <a:lnTo>
                    <a:pt x="4538560" y="0"/>
                  </a:lnTo>
                  <a:lnTo>
                    <a:pt x="4538543" y="0"/>
                  </a:lnTo>
                  <a:lnTo>
                    <a:pt x="4016409" y="0"/>
                  </a:lnTo>
                  <a:lnTo>
                    <a:pt x="4015171" y="41"/>
                  </a:lnTo>
                  <a:lnTo>
                    <a:pt x="4007069" y="338"/>
                  </a:lnTo>
                  <a:lnTo>
                    <a:pt x="3986798" y="1159"/>
                  </a:lnTo>
                  <a:lnTo>
                    <a:pt x="3950944" y="2772"/>
                  </a:lnTo>
                  <a:lnTo>
                    <a:pt x="3898289" y="5414"/>
                  </a:lnTo>
                  <a:lnTo>
                    <a:pt x="3829882" y="9265"/>
                  </a:lnTo>
                  <a:lnTo>
                    <a:pt x="3748670" y="14430"/>
                  </a:lnTo>
                  <a:lnTo>
                    <a:pt x="3658768" y="20943"/>
                  </a:lnTo>
                  <a:lnTo>
                    <a:pt x="3564588" y="28791"/>
                  </a:lnTo>
                  <a:lnTo>
                    <a:pt x="3470106" y="37942"/>
                  </a:lnTo>
                  <a:lnTo>
                    <a:pt x="3378410" y="48376"/>
                  </a:lnTo>
                  <a:lnTo>
                    <a:pt x="3291557" y="60112"/>
                  </a:lnTo>
                  <a:lnTo>
                    <a:pt x="3210648" y="73216"/>
                  </a:lnTo>
                  <a:lnTo>
                    <a:pt x="3136011" y="87811"/>
                  </a:lnTo>
                  <a:lnTo>
                    <a:pt x="3067423" y="104076"/>
                  </a:lnTo>
                  <a:lnTo>
                    <a:pt x="3004294" y="122244"/>
                  </a:lnTo>
                  <a:lnTo>
                    <a:pt x="2945823" y="142586"/>
                  </a:lnTo>
                  <a:lnTo>
                    <a:pt x="2891109" y="165397"/>
                  </a:lnTo>
                  <a:lnTo>
                    <a:pt x="2839236" y="190961"/>
                  </a:lnTo>
                  <a:lnTo>
                    <a:pt x="2789351" y="219487"/>
                  </a:lnTo>
                  <a:lnTo>
                    <a:pt x="2770117" y="231534"/>
                  </a:lnTo>
                  <a:lnTo>
                    <a:pt x="2723574" y="263031"/>
                  </a:lnTo>
                  <a:lnTo>
                    <a:pt x="2677486" y="297400"/>
                  </a:lnTo>
                  <a:lnTo>
                    <a:pt x="2631454" y="334691"/>
                  </a:lnTo>
                  <a:lnTo>
                    <a:pt x="2585191" y="374880"/>
                  </a:lnTo>
                  <a:lnTo>
                    <a:pt x="2538507" y="417855"/>
                  </a:lnTo>
                  <a:lnTo>
                    <a:pt x="2491297" y="463414"/>
                  </a:lnTo>
                  <a:lnTo>
                    <a:pt x="2443536" y="511262"/>
                  </a:lnTo>
                  <a:lnTo>
                    <a:pt x="2395265" y="561013"/>
                  </a:lnTo>
                  <a:lnTo>
                    <a:pt x="2346582" y="612200"/>
                  </a:lnTo>
                  <a:lnTo>
                    <a:pt x="2297628" y="664296"/>
                  </a:lnTo>
                  <a:lnTo>
                    <a:pt x="2248571" y="716729"/>
                  </a:lnTo>
                  <a:lnTo>
                    <a:pt x="2199589" y="768916"/>
                  </a:lnTo>
                  <a:lnTo>
                    <a:pt x="2150853" y="820281"/>
                  </a:lnTo>
                  <a:lnTo>
                    <a:pt x="2102510" y="870288"/>
                  </a:lnTo>
                  <a:lnTo>
                    <a:pt x="2054665" y="918461"/>
                  </a:lnTo>
                  <a:lnTo>
                    <a:pt x="2007369" y="964400"/>
                  </a:lnTo>
                  <a:lnTo>
                    <a:pt x="1960608" y="1007794"/>
                  </a:lnTo>
                  <a:lnTo>
                    <a:pt x="1914289" y="1048427"/>
                  </a:lnTo>
                  <a:lnTo>
                    <a:pt x="1868237" y="1086174"/>
                  </a:lnTo>
                  <a:lnTo>
                    <a:pt x="1822181" y="1120998"/>
                  </a:lnTo>
                  <a:lnTo>
                    <a:pt x="1775740" y="1152937"/>
                  </a:lnTo>
                  <a:lnTo>
                    <a:pt x="1768425" y="1157670"/>
                  </a:lnTo>
                  <a:lnTo>
                    <a:pt x="1719117" y="1187385"/>
                  </a:lnTo>
                  <a:lnTo>
                    <a:pt x="1668122" y="1214096"/>
                  </a:lnTo>
                  <a:lnTo>
                    <a:pt x="1614632" y="1237958"/>
                  </a:lnTo>
                  <a:lnTo>
                    <a:pt x="1557749" y="1259235"/>
                  </a:lnTo>
                  <a:lnTo>
                    <a:pt x="1496555" y="1278223"/>
                  </a:lnTo>
                  <a:lnTo>
                    <a:pt x="1430199" y="1295207"/>
                  </a:lnTo>
                  <a:lnTo>
                    <a:pt x="1357992" y="1310434"/>
                  </a:lnTo>
                  <a:lnTo>
                    <a:pt x="1279545" y="1324107"/>
                  </a:lnTo>
                  <a:lnTo>
                    <a:pt x="1194945" y="1336369"/>
                  </a:lnTo>
                  <a:lnTo>
                    <a:pt x="1104965" y="1347311"/>
                  </a:lnTo>
                  <a:lnTo>
                    <a:pt x="1011267" y="1356967"/>
                  </a:lnTo>
                  <a:lnTo>
                    <a:pt x="916537" y="1365331"/>
                  </a:lnTo>
                  <a:lnTo>
                    <a:pt x="824436" y="1372373"/>
                  </a:lnTo>
                  <a:lnTo>
                    <a:pt x="739280" y="1378067"/>
                  </a:lnTo>
                  <a:lnTo>
                    <a:pt x="665402" y="1382427"/>
                  </a:lnTo>
                  <a:lnTo>
                    <a:pt x="606310" y="1385527"/>
                  </a:lnTo>
                  <a:lnTo>
                    <a:pt x="563866" y="1387519"/>
                  </a:lnTo>
                  <a:lnTo>
                    <a:pt x="537758" y="1388620"/>
                  </a:lnTo>
                  <a:lnTo>
                    <a:pt x="525406" y="1389090"/>
                  </a:lnTo>
                  <a:lnTo>
                    <a:pt x="522211" y="1389201"/>
                  </a:lnTo>
                  <a:lnTo>
                    <a:pt x="522133" y="1389204"/>
                  </a:lnTo>
                  <a:lnTo>
                    <a:pt x="0" y="1389204"/>
                  </a:lnTo>
                  <a:lnTo>
                    <a:pt x="0" y="1389204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871" name="pg1871"/>
            <p:cNvSpPr/>
            <p:nvPr/>
          </p:nvSpPr>
          <p:spPr>
            <a:xfrm>
              <a:off x="386606" y="4709380"/>
              <a:ext cx="8554953" cy="1039079"/>
            </a:xfrm>
            <a:custGeom>
              <a:avLst/>
              <a:pathLst>
                <a:path w="8554953" h="1039079">
                  <a:moveTo>
                    <a:pt x="0" y="1039079"/>
                  </a:moveTo>
                  <a:lnTo>
                    <a:pt x="522133" y="1039079"/>
                  </a:lnTo>
                  <a:lnTo>
                    <a:pt x="523385" y="1039048"/>
                  </a:lnTo>
                  <a:lnTo>
                    <a:pt x="531574" y="1038824"/>
                  </a:lnTo>
                  <a:lnTo>
                    <a:pt x="552057" y="1038207"/>
                  </a:lnTo>
                  <a:lnTo>
                    <a:pt x="588266" y="1036993"/>
                  </a:lnTo>
                  <a:lnTo>
                    <a:pt x="641400" y="1035006"/>
                  </a:lnTo>
                  <a:lnTo>
                    <a:pt x="710365" y="1032111"/>
                  </a:lnTo>
                  <a:lnTo>
                    <a:pt x="792146" y="1028230"/>
                  </a:lnTo>
                  <a:lnTo>
                    <a:pt x="882567" y="1023338"/>
                  </a:lnTo>
                  <a:lnTo>
                    <a:pt x="977167" y="1017446"/>
                  </a:lnTo>
                  <a:lnTo>
                    <a:pt x="1071950" y="1010579"/>
                  </a:lnTo>
                  <a:lnTo>
                    <a:pt x="1163831" y="1002750"/>
                  </a:lnTo>
                  <a:lnTo>
                    <a:pt x="1250769" y="993944"/>
                  </a:lnTo>
                  <a:lnTo>
                    <a:pt x="1331689" y="984109"/>
                  </a:lnTo>
                  <a:lnTo>
                    <a:pt x="1406288" y="973151"/>
                  </a:lnTo>
                  <a:lnTo>
                    <a:pt x="1474818" y="960933"/>
                  </a:lnTo>
                  <a:lnTo>
                    <a:pt x="1537888" y="947279"/>
                  </a:lnTo>
                  <a:lnTo>
                    <a:pt x="1596319" y="931981"/>
                  </a:lnTo>
                  <a:lnTo>
                    <a:pt x="1651023" y="914819"/>
                  </a:lnTo>
                  <a:lnTo>
                    <a:pt x="1702927" y="895581"/>
                  </a:lnTo>
                  <a:lnTo>
                    <a:pt x="1752883" y="874115"/>
                  </a:lnTo>
                  <a:lnTo>
                    <a:pt x="1768425" y="866840"/>
                  </a:lnTo>
                  <a:lnTo>
                    <a:pt x="1817709" y="841953"/>
                  </a:lnTo>
                  <a:lnTo>
                    <a:pt x="1866512" y="814665"/>
                  </a:lnTo>
                  <a:lnTo>
                    <a:pt x="1915295" y="784938"/>
                  </a:lnTo>
                  <a:lnTo>
                    <a:pt x="1964382" y="752804"/>
                  </a:lnTo>
                  <a:lnTo>
                    <a:pt x="2013977" y="718377"/>
                  </a:lnTo>
                  <a:lnTo>
                    <a:pt x="2064178" y="681860"/>
                  </a:lnTo>
                  <a:lnTo>
                    <a:pt x="2114988" y="643538"/>
                  </a:lnTo>
                  <a:lnTo>
                    <a:pt x="2166331" y="603784"/>
                  </a:lnTo>
                  <a:lnTo>
                    <a:pt x="2218066" y="563034"/>
                  </a:lnTo>
                  <a:lnTo>
                    <a:pt x="2270007" y="521777"/>
                  </a:lnTo>
                  <a:lnTo>
                    <a:pt x="2321945" y="480528"/>
                  </a:lnTo>
                  <a:lnTo>
                    <a:pt x="2373671" y="439800"/>
                  </a:lnTo>
                  <a:lnTo>
                    <a:pt x="2425001" y="400080"/>
                  </a:lnTo>
                  <a:lnTo>
                    <a:pt x="2475795" y="361806"/>
                  </a:lnTo>
                  <a:lnTo>
                    <a:pt x="2525978" y="325343"/>
                  </a:lnTo>
                  <a:lnTo>
                    <a:pt x="2575556" y="290979"/>
                  </a:lnTo>
                  <a:lnTo>
                    <a:pt x="2624631" y="258912"/>
                  </a:lnTo>
                  <a:lnTo>
                    <a:pt x="2673410" y="229254"/>
                  </a:lnTo>
                  <a:lnTo>
                    <a:pt x="2722220" y="202035"/>
                  </a:lnTo>
                  <a:lnTo>
                    <a:pt x="2770117" y="177885"/>
                  </a:lnTo>
                  <a:lnTo>
                    <a:pt x="2819613" y="155701"/>
                  </a:lnTo>
                  <a:lnTo>
                    <a:pt x="2870812" y="135769"/>
                  </a:lnTo>
                  <a:lnTo>
                    <a:pt x="2924531" y="117970"/>
                  </a:lnTo>
                  <a:lnTo>
                    <a:pt x="2981680" y="102106"/>
                  </a:lnTo>
                  <a:lnTo>
                    <a:pt x="3043185" y="87954"/>
                  </a:lnTo>
                  <a:lnTo>
                    <a:pt x="3109906" y="75302"/>
                  </a:lnTo>
                  <a:lnTo>
                    <a:pt x="3182535" y="63961"/>
                  </a:lnTo>
                  <a:lnTo>
                    <a:pt x="3261454" y="53783"/>
                  </a:lnTo>
                  <a:lnTo>
                    <a:pt x="3346561" y="44659"/>
                  </a:lnTo>
                  <a:lnTo>
                    <a:pt x="3437047" y="36523"/>
                  </a:lnTo>
                  <a:lnTo>
                    <a:pt x="3531195" y="29351"/>
                  </a:lnTo>
                  <a:lnTo>
                    <a:pt x="3626248" y="23148"/>
                  </a:lnTo>
                  <a:lnTo>
                    <a:pt x="3718466" y="17937"/>
                  </a:lnTo>
                  <a:lnTo>
                    <a:pt x="3803468" y="13736"/>
                  </a:lnTo>
                  <a:lnTo>
                    <a:pt x="3876893" y="10534"/>
                  </a:lnTo>
                  <a:lnTo>
                    <a:pt x="3935264" y="8271"/>
                  </a:lnTo>
                  <a:lnTo>
                    <a:pt x="3976818" y="6830"/>
                  </a:lnTo>
                  <a:lnTo>
                    <a:pt x="4002013" y="6045"/>
                  </a:lnTo>
                  <a:lnTo>
                    <a:pt x="4013602" y="5719"/>
                  </a:lnTo>
                  <a:lnTo>
                    <a:pt x="4016409" y="5647"/>
                  </a:lnTo>
                  <a:lnTo>
                    <a:pt x="4538543" y="5647"/>
                  </a:lnTo>
                  <a:lnTo>
                    <a:pt x="4539797" y="5676"/>
                  </a:lnTo>
                  <a:lnTo>
                    <a:pt x="4548001" y="5885"/>
                  </a:lnTo>
                  <a:lnTo>
                    <a:pt x="4568517" y="6463"/>
                  </a:lnTo>
                  <a:lnTo>
                    <a:pt x="4604782" y="7599"/>
                  </a:lnTo>
                  <a:lnTo>
                    <a:pt x="4657993" y="9459"/>
                  </a:lnTo>
                  <a:lnTo>
                    <a:pt x="4727046" y="12169"/>
                  </a:lnTo>
                  <a:lnTo>
                    <a:pt x="4808918" y="15802"/>
                  </a:lnTo>
                  <a:lnTo>
                    <a:pt x="4899420" y="20380"/>
                  </a:lnTo>
                  <a:lnTo>
                    <a:pt x="4994087" y="25893"/>
                  </a:lnTo>
                  <a:lnTo>
                    <a:pt x="5088918" y="32319"/>
                  </a:lnTo>
                  <a:lnTo>
                    <a:pt x="5180828" y="39645"/>
                  </a:lnTo>
                  <a:lnTo>
                    <a:pt x="5267778" y="47884"/>
                  </a:lnTo>
                  <a:lnTo>
                    <a:pt x="5348700" y="57087"/>
                  </a:lnTo>
                  <a:lnTo>
                    <a:pt x="5423294" y="67341"/>
                  </a:lnTo>
                  <a:lnTo>
                    <a:pt x="5491814" y="78776"/>
                  </a:lnTo>
                  <a:lnTo>
                    <a:pt x="5554875" y="91556"/>
                  </a:lnTo>
                  <a:lnTo>
                    <a:pt x="5613299" y="105875"/>
                  </a:lnTo>
                  <a:lnTo>
                    <a:pt x="5668003" y="121940"/>
                  </a:lnTo>
                  <a:lnTo>
                    <a:pt x="5719911" y="139950"/>
                  </a:lnTo>
                  <a:lnTo>
                    <a:pt x="5769879" y="160045"/>
                  </a:lnTo>
                  <a:lnTo>
                    <a:pt x="5784835" y="166591"/>
                  </a:lnTo>
                  <a:lnTo>
                    <a:pt x="5834631" y="190101"/>
                  </a:lnTo>
                  <a:lnTo>
                    <a:pt x="5883941" y="215902"/>
                  </a:lnTo>
                  <a:lnTo>
                    <a:pt x="5933238" y="244030"/>
                  </a:lnTo>
                  <a:lnTo>
                    <a:pt x="5982854" y="274452"/>
                  </a:lnTo>
                  <a:lnTo>
                    <a:pt x="6032995" y="307055"/>
                  </a:lnTo>
                  <a:lnTo>
                    <a:pt x="6083757" y="341641"/>
                  </a:lnTo>
                  <a:lnTo>
                    <a:pt x="6135138" y="377927"/>
                  </a:lnTo>
                  <a:lnTo>
                    <a:pt x="6187054" y="415552"/>
                  </a:lnTo>
                  <a:lnTo>
                    <a:pt x="6239356" y="454089"/>
                  </a:lnTo>
                  <a:lnTo>
                    <a:pt x="6291849" y="493064"/>
                  </a:lnTo>
                  <a:lnTo>
                    <a:pt x="6344316" y="531980"/>
                  </a:lnTo>
                  <a:lnTo>
                    <a:pt x="6396544" y="570344"/>
                  </a:lnTo>
                  <a:lnTo>
                    <a:pt x="6448346" y="607691"/>
                  </a:lnTo>
                  <a:lnTo>
                    <a:pt x="6499586" y="643607"/>
                  </a:lnTo>
                  <a:lnTo>
                    <a:pt x="6550199" y="677749"/>
                  </a:lnTo>
                  <a:lnTo>
                    <a:pt x="6600203" y="709855"/>
                  </a:lnTo>
                  <a:lnTo>
                    <a:pt x="6649722" y="739745"/>
                  </a:lnTo>
                  <a:lnTo>
                    <a:pt x="6698988" y="767327"/>
                  </a:lnTo>
                  <a:lnTo>
                    <a:pt x="6748364" y="792584"/>
                  </a:lnTo>
                  <a:lnTo>
                    <a:pt x="6786527" y="810369"/>
                  </a:lnTo>
                  <a:lnTo>
                    <a:pt x="6836053" y="831110"/>
                  </a:lnTo>
                  <a:lnTo>
                    <a:pt x="6887284" y="849745"/>
                  </a:lnTo>
                  <a:lnTo>
                    <a:pt x="6941040" y="866383"/>
                  </a:lnTo>
                  <a:lnTo>
                    <a:pt x="6998231" y="881212"/>
                  </a:lnTo>
                  <a:lnTo>
                    <a:pt x="7059785" y="894440"/>
                  </a:lnTo>
                  <a:lnTo>
                    <a:pt x="7126564" y="906265"/>
                  </a:lnTo>
                  <a:lnTo>
                    <a:pt x="7199260" y="916864"/>
                  </a:lnTo>
                  <a:lnTo>
                    <a:pt x="7278255" y="926376"/>
                  </a:lnTo>
                  <a:lnTo>
                    <a:pt x="7363442" y="934902"/>
                  </a:lnTo>
                  <a:lnTo>
                    <a:pt x="7454008" y="942504"/>
                  </a:lnTo>
                  <a:lnTo>
                    <a:pt x="7548228" y="949204"/>
                  </a:lnTo>
                  <a:lnTo>
                    <a:pt x="7643332" y="954998"/>
                  </a:lnTo>
                  <a:lnTo>
                    <a:pt x="7735567" y="959863"/>
                  </a:lnTo>
                  <a:lnTo>
                    <a:pt x="7820543" y="963783"/>
                  </a:lnTo>
                  <a:lnTo>
                    <a:pt x="7893894" y="966769"/>
                  </a:lnTo>
                  <a:lnTo>
                    <a:pt x="7952150" y="968877"/>
                  </a:lnTo>
                  <a:lnTo>
                    <a:pt x="7993562" y="970217"/>
                  </a:lnTo>
                  <a:lnTo>
                    <a:pt x="8018612" y="970946"/>
                  </a:lnTo>
                  <a:lnTo>
                    <a:pt x="8030082" y="971248"/>
                  </a:lnTo>
                  <a:lnTo>
                    <a:pt x="8032819" y="971313"/>
                  </a:lnTo>
                  <a:lnTo>
                    <a:pt x="8554953" y="971313"/>
                  </a:lnTo>
                  <a:lnTo>
                    <a:pt x="8554953" y="965666"/>
                  </a:lnTo>
                  <a:lnTo>
                    <a:pt x="8032819" y="965666"/>
                  </a:lnTo>
                  <a:lnTo>
                    <a:pt x="8031565" y="965636"/>
                  </a:lnTo>
                  <a:lnTo>
                    <a:pt x="8023361" y="965427"/>
                  </a:lnTo>
                  <a:lnTo>
                    <a:pt x="8002845" y="964849"/>
                  </a:lnTo>
                  <a:lnTo>
                    <a:pt x="7966580" y="963713"/>
                  </a:lnTo>
                  <a:lnTo>
                    <a:pt x="7913369" y="961853"/>
                  </a:lnTo>
                  <a:lnTo>
                    <a:pt x="7844316" y="959143"/>
                  </a:lnTo>
                  <a:lnTo>
                    <a:pt x="7762444" y="955511"/>
                  </a:lnTo>
                  <a:lnTo>
                    <a:pt x="7671941" y="950933"/>
                  </a:lnTo>
                  <a:lnTo>
                    <a:pt x="7577275" y="945420"/>
                  </a:lnTo>
                  <a:lnTo>
                    <a:pt x="7482444" y="938994"/>
                  </a:lnTo>
                  <a:lnTo>
                    <a:pt x="7390534" y="931668"/>
                  </a:lnTo>
                  <a:lnTo>
                    <a:pt x="7303583" y="923428"/>
                  </a:lnTo>
                  <a:lnTo>
                    <a:pt x="7222662" y="914225"/>
                  </a:lnTo>
                  <a:lnTo>
                    <a:pt x="7148068" y="903971"/>
                  </a:lnTo>
                  <a:lnTo>
                    <a:pt x="7079548" y="892536"/>
                  </a:lnTo>
                  <a:lnTo>
                    <a:pt x="7016487" y="879757"/>
                  </a:lnTo>
                  <a:lnTo>
                    <a:pt x="6958063" y="865438"/>
                  </a:lnTo>
                  <a:lnTo>
                    <a:pt x="6903359" y="849372"/>
                  </a:lnTo>
                  <a:lnTo>
                    <a:pt x="6851451" y="831362"/>
                  </a:lnTo>
                  <a:lnTo>
                    <a:pt x="6801483" y="811267"/>
                  </a:lnTo>
                  <a:lnTo>
                    <a:pt x="6786527" y="804721"/>
                  </a:lnTo>
                  <a:lnTo>
                    <a:pt x="6736731" y="781211"/>
                  </a:lnTo>
                  <a:lnTo>
                    <a:pt x="6687421" y="755411"/>
                  </a:lnTo>
                  <a:lnTo>
                    <a:pt x="6638124" y="727282"/>
                  </a:lnTo>
                  <a:lnTo>
                    <a:pt x="6588508" y="696860"/>
                  </a:lnTo>
                  <a:lnTo>
                    <a:pt x="6538367" y="664257"/>
                  </a:lnTo>
                  <a:lnTo>
                    <a:pt x="6487605" y="629671"/>
                  </a:lnTo>
                  <a:lnTo>
                    <a:pt x="6436224" y="593385"/>
                  </a:lnTo>
                  <a:lnTo>
                    <a:pt x="6384308" y="555760"/>
                  </a:lnTo>
                  <a:lnTo>
                    <a:pt x="6332006" y="517224"/>
                  </a:lnTo>
                  <a:lnTo>
                    <a:pt x="6279513" y="478248"/>
                  </a:lnTo>
                  <a:lnTo>
                    <a:pt x="6227046" y="439332"/>
                  </a:lnTo>
                  <a:lnTo>
                    <a:pt x="6174818" y="400968"/>
                  </a:lnTo>
                  <a:lnTo>
                    <a:pt x="6123016" y="363622"/>
                  </a:lnTo>
                  <a:lnTo>
                    <a:pt x="6071776" y="327705"/>
                  </a:lnTo>
                  <a:lnTo>
                    <a:pt x="6021163" y="293563"/>
                  </a:lnTo>
                  <a:lnTo>
                    <a:pt x="5971158" y="261458"/>
                  </a:lnTo>
                  <a:lnTo>
                    <a:pt x="5921640" y="231567"/>
                  </a:lnTo>
                  <a:lnTo>
                    <a:pt x="5872374" y="203985"/>
                  </a:lnTo>
                  <a:lnTo>
                    <a:pt x="5822998" y="178728"/>
                  </a:lnTo>
                  <a:lnTo>
                    <a:pt x="5784835" y="160944"/>
                  </a:lnTo>
                  <a:lnTo>
                    <a:pt x="5735309" y="140202"/>
                  </a:lnTo>
                  <a:lnTo>
                    <a:pt x="5684077" y="121568"/>
                  </a:lnTo>
                  <a:lnTo>
                    <a:pt x="5630322" y="104929"/>
                  </a:lnTo>
                  <a:lnTo>
                    <a:pt x="5573131" y="90100"/>
                  </a:lnTo>
                  <a:lnTo>
                    <a:pt x="5511577" y="76873"/>
                  </a:lnTo>
                  <a:lnTo>
                    <a:pt x="5444798" y="65047"/>
                  </a:lnTo>
                  <a:lnTo>
                    <a:pt x="5372102" y="54449"/>
                  </a:lnTo>
                  <a:lnTo>
                    <a:pt x="5293107" y="44937"/>
                  </a:lnTo>
                  <a:lnTo>
                    <a:pt x="5207920" y="36410"/>
                  </a:lnTo>
                  <a:lnTo>
                    <a:pt x="5117354" y="28809"/>
                  </a:lnTo>
                  <a:lnTo>
                    <a:pt x="5023134" y="22108"/>
                  </a:lnTo>
                  <a:lnTo>
                    <a:pt x="4928030" y="16315"/>
                  </a:lnTo>
                  <a:lnTo>
                    <a:pt x="4835795" y="11450"/>
                  </a:lnTo>
                  <a:lnTo>
                    <a:pt x="4750819" y="7529"/>
                  </a:lnTo>
                  <a:lnTo>
                    <a:pt x="4677467" y="4544"/>
                  </a:lnTo>
                  <a:lnTo>
                    <a:pt x="4619212" y="2435"/>
                  </a:lnTo>
                  <a:lnTo>
                    <a:pt x="4577800" y="1095"/>
                  </a:lnTo>
                  <a:lnTo>
                    <a:pt x="4552750" y="366"/>
                  </a:lnTo>
                  <a:lnTo>
                    <a:pt x="4541280" y="65"/>
                  </a:lnTo>
                  <a:lnTo>
                    <a:pt x="4538543" y="0"/>
                  </a:lnTo>
                  <a:lnTo>
                    <a:pt x="4016409" y="0"/>
                  </a:lnTo>
                  <a:lnTo>
                    <a:pt x="4015157" y="31"/>
                  </a:lnTo>
                  <a:lnTo>
                    <a:pt x="4006968" y="254"/>
                  </a:lnTo>
                  <a:lnTo>
                    <a:pt x="3986485" y="872"/>
                  </a:lnTo>
                  <a:lnTo>
                    <a:pt x="3950276" y="2085"/>
                  </a:lnTo>
                  <a:lnTo>
                    <a:pt x="3897142" y="4072"/>
                  </a:lnTo>
                  <a:lnTo>
                    <a:pt x="3828178" y="6968"/>
                  </a:lnTo>
                  <a:lnTo>
                    <a:pt x="3746396" y="10849"/>
                  </a:lnTo>
                  <a:lnTo>
                    <a:pt x="3655976" y="15741"/>
                  </a:lnTo>
                  <a:lnTo>
                    <a:pt x="3561376" y="21632"/>
                  </a:lnTo>
                  <a:lnTo>
                    <a:pt x="3466592" y="28499"/>
                  </a:lnTo>
                  <a:lnTo>
                    <a:pt x="3374711" y="36329"/>
                  </a:lnTo>
                  <a:lnTo>
                    <a:pt x="3287774" y="45135"/>
                  </a:lnTo>
                  <a:lnTo>
                    <a:pt x="3206853" y="54969"/>
                  </a:lnTo>
                  <a:lnTo>
                    <a:pt x="3132254" y="65927"/>
                  </a:lnTo>
                  <a:lnTo>
                    <a:pt x="3063724" y="78145"/>
                  </a:lnTo>
                  <a:lnTo>
                    <a:pt x="3000654" y="91800"/>
                  </a:lnTo>
                  <a:lnTo>
                    <a:pt x="2942224" y="107097"/>
                  </a:lnTo>
                  <a:lnTo>
                    <a:pt x="2887519" y="124259"/>
                  </a:lnTo>
                  <a:lnTo>
                    <a:pt x="2835616" y="143498"/>
                  </a:lnTo>
                  <a:lnTo>
                    <a:pt x="2785659" y="164964"/>
                  </a:lnTo>
                  <a:lnTo>
                    <a:pt x="2770117" y="172238"/>
                  </a:lnTo>
                  <a:lnTo>
                    <a:pt x="2720833" y="197126"/>
                  </a:lnTo>
                  <a:lnTo>
                    <a:pt x="2672030" y="224413"/>
                  </a:lnTo>
                  <a:lnTo>
                    <a:pt x="2623247" y="254140"/>
                  </a:lnTo>
                  <a:lnTo>
                    <a:pt x="2574160" y="286274"/>
                  </a:lnTo>
                  <a:lnTo>
                    <a:pt x="2524565" y="320701"/>
                  </a:lnTo>
                  <a:lnTo>
                    <a:pt x="2474364" y="357219"/>
                  </a:lnTo>
                  <a:lnTo>
                    <a:pt x="2423554" y="395540"/>
                  </a:lnTo>
                  <a:lnTo>
                    <a:pt x="2372211" y="435295"/>
                  </a:lnTo>
                  <a:lnTo>
                    <a:pt x="2320476" y="476044"/>
                  </a:lnTo>
                  <a:lnTo>
                    <a:pt x="2268535" y="517301"/>
                  </a:lnTo>
                  <a:lnTo>
                    <a:pt x="2216597" y="558550"/>
                  </a:lnTo>
                  <a:lnTo>
                    <a:pt x="2164871" y="599279"/>
                  </a:lnTo>
                  <a:lnTo>
                    <a:pt x="2113541" y="638998"/>
                  </a:lnTo>
                  <a:lnTo>
                    <a:pt x="2062748" y="677273"/>
                  </a:lnTo>
                  <a:lnTo>
                    <a:pt x="2012565" y="713735"/>
                  </a:lnTo>
                  <a:lnTo>
                    <a:pt x="1962986" y="748099"/>
                  </a:lnTo>
                  <a:lnTo>
                    <a:pt x="1913911" y="780166"/>
                  </a:lnTo>
                  <a:lnTo>
                    <a:pt x="1865132" y="809825"/>
                  </a:lnTo>
                  <a:lnTo>
                    <a:pt x="1816323" y="837043"/>
                  </a:lnTo>
                  <a:lnTo>
                    <a:pt x="1768425" y="861193"/>
                  </a:lnTo>
                  <a:lnTo>
                    <a:pt x="1718929" y="883378"/>
                  </a:lnTo>
                  <a:lnTo>
                    <a:pt x="1667730" y="903310"/>
                  </a:lnTo>
                  <a:lnTo>
                    <a:pt x="1614011" y="921109"/>
                  </a:lnTo>
                  <a:lnTo>
                    <a:pt x="1556862" y="936973"/>
                  </a:lnTo>
                  <a:lnTo>
                    <a:pt x="1495357" y="951124"/>
                  </a:lnTo>
                  <a:lnTo>
                    <a:pt x="1428636" y="963777"/>
                  </a:lnTo>
                  <a:lnTo>
                    <a:pt x="1356008" y="975117"/>
                  </a:lnTo>
                  <a:lnTo>
                    <a:pt x="1277088" y="985295"/>
                  </a:lnTo>
                  <a:lnTo>
                    <a:pt x="1191982" y="994420"/>
                  </a:lnTo>
                  <a:lnTo>
                    <a:pt x="1101495" y="1002555"/>
                  </a:lnTo>
                  <a:lnTo>
                    <a:pt x="1007347" y="1009728"/>
                  </a:lnTo>
                  <a:lnTo>
                    <a:pt x="912294" y="1015931"/>
                  </a:lnTo>
                  <a:lnTo>
                    <a:pt x="820076" y="1021142"/>
                  </a:lnTo>
                  <a:lnTo>
                    <a:pt x="735074" y="1025343"/>
                  </a:lnTo>
                  <a:lnTo>
                    <a:pt x="661649" y="1028545"/>
                  </a:lnTo>
                  <a:lnTo>
                    <a:pt x="603278" y="1030808"/>
                  </a:lnTo>
                  <a:lnTo>
                    <a:pt x="561724" y="1032249"/>
                  </a:lnTo>
                  <a:lnTo>
                    <a:pt x="536529" y="1033034"/>
                  </a:lnTo>
                  <a:lnTo>
                    <a:pt x="524940" y="1033360"/>
                  </a:lnTo>
                  <a:lnTo>
                    <a:pt x="522133" y="1033432"/>
                  </a:lnTo>
                  <a:lnTo>
                    <a:pt x="0" y="1033432"/>
                  </a:lnTo>
                  <a:close/>
                </a:path>
              </a:pathLst>
            </a:custGeom>
            <a:solidFill>
              <a:srgbClr val="F3BA99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1872" name="pl1872"/>
            <p:cNvSpPr/>
            <p:nvPr/>
          </p:nvSpPr>
          <p:spPr>
            <a:xfrm>
              <a:off x="386606" y="4715027"/>
              <a:ext cx="8554953" cy="1033432"/>
            </a:xfrm>
            <a:custGeom>
              <a:avLst/>
              <a:pathLst>
                <a:path w="8554953" h="1033432">
                  <a:moveTo>
                    <a:pt x="0" y="1033432"/>
                  </a:moveTo>
                  <a:lnTo>
                    <a:pt x="522133" y="1033432"/>
                  </a:lnTo>
                  <a:lnTo>
                    <a:pt x="523385" y="1033401"/>
                  </a:lnTo>
                  <a:lnTo>
                    <a:pt x="531574" y="1033177"/>
                  </a:lnTo>
                  <a:lnTo>
                    <a:pt x="552057" y="1032559"/>
                  </a:lnTo>
                  <a:lnTo>
                    <a:pt x="588266" y="1031346"/>
                  </a:lnTo>
                  <a:lnTo>
                    <a:pt x="641400" y="1029359"/>
                  </a:lnTo>
                  <a:lnTo>
                    <a:pt x="710365" y="1026464"/>
                  </a:lnTo>
                  <a:lnTo>
                    <a:pt x="792146" y="1022582"/>
                  </a:lnTo>
                  <a:lnTo>
                    <a:pt x="882567" y="1017690"/>
                  </a:lnTo>
                  <a:lnTo>
                    <a:pt x="977167" y="1011799"/>
                  </a:lnTo>
                  <a:lnTo>
                    <a:pt x="1071950" y="1004932"/>
                  </a:lnTo>
                  <a:lnTo>
                    <a:pt x="1163831" y="997102"/>
                  </a:lnTo>
                  <a:lnTo>
                    <a:pt x="1250769" y="988297"/>
                  </a:lnTo>
                  <a:lnTo>
                    <a:pt x="1331689" y="978462"/>
                  </a:lnTo>
                  <a:lnTo>
                    <a:pt x="1406288" y="967504"/>
                  </a:lnTo>
                  <a:lnTo>
                    <a:pt x="1474818" y="955286"/>
                  </a:lnTo>
                  <a:lnTo>
                    <a:pt x="1537888" y="941631"/>
                  </a:lnTo>
                  <a:lnTo>
                    <a:pt x="1596319" y="926334"/>
                  </a:lnTo>
                  <a:lnTo>
                    <a:pt x="1651023" y="909172"/>
                  </a:lnTo>
                  <a:lnTo>
                    <a:pt x="1702927" y="889934"/>
                  </a:lnTo>
                  <a:lnTo>
                    <a:pt x="1752883" y="868468"/>
                  </a:lnTo>
                  <a:lnTo>
                    <a:pt x="1768425" y="861193"/>
                  </a:lnTo>
                  <a:lnTo>
                    <a:pt x="1817709" y="836306"/>
                  </a:lnTo>
                  <a:lnTo>
                    <a:pt x="1866512" y="809018"/>
                  </a:lnTo>
                  <a:lnTo>
                    <a:pt x="1915295" y="779291"/>
                  </a:lnTo>
                  <a:lnTo>
                    <a:pt x="1964382" y="747157"/>
                  </a:lnTo>
                  <a:lnTo>
                    <a:pt x="2013977" y="712730"/>
                  </a:lnTo>
                  <a:lnTo>
                    <a:pt x="2064178" y="676212"/>
                  </a:lnTo>
                  <a:lnTo>
                    <a:pt x="2114988" y="637891"/>
                  </a:lnTo>
                  <a:lnTo>
                    <a:pt x="2166331" y="598137"/>
                  </a:lnTo>
                  <a:lnTo>
                    <a:pt x="2218066" y="557387"/>
                  </a:lnTo>
                  <a:lnTo>
                    <a:pt x="2270007" y="516130"/>
                  </a:lnTo>
                  <a:lnTo>
                    <a:pt x="2321945" y="474881"/>
                  </a:lnTo>
                  <a:lnTo>
                    <a:pt x="2373671" y="434153"/>
                  </a:lnTo>
                  <a:lnTo>
                    <a:pt x="2425001" y="394433"/>
                  </a:lnTo>
                  <a:lnTo>
                    <a:pt x="2475795" y="356158"/>
                  </a:lnTo>
                  <a:lnTo>
                    <a:pt x="2525978" y="319696"/>
                  </a:lnTo>
                  <a:lnTo>
                    <a:pt x="2575556" y="285332"/>
                  </a:lnTo>
                  <a:lnTo>
                    <a:pt x="2624631" y="253265"/>
                  </a:lnTo>
                  <a:lnTo>
                    <a:pt x="2673410" y="223607"/>
                  </a:lnTo>
                  <a:lnTo>
                    <a:pt x="2722220" y="196388"/>
                  </a:lnTo>
                  <a:lnTo>
                    <a:pt x="2770117" y="172238"/>
                  </a:lnTo>
                  <a:lnTo>
                    <a:pt x="2819613" y="150054"/>
                  </a:lnTo>
                  <a:lnTo>
                    <a:pt x="2870812" y="130121"/>
                  </a:lnTo>
                  <a:lnTo>
                    <a:pt x="2924531" y="112323"/>
                  </a:lnTo>
                  <a:lnTo>
                    <a:pt x="2981680" y="96459"/>
                  </a:lnTo>
                  <a:lnTo>
                    <a:pt x="3043185" y="82307"/>
                  </a:lnTo>
                  <a:lnTo>
                    <a:pt x="3109906" y="69655"/>
                  </a:lnTo>
                  <a:lnTo>
                    <a:pt x="3182535" y="58314"/>
                  </a:lnTo>
                  <a:lnTo>
                    <a:pt x="3261454" y="48136"/>
                  </a:lnTo>
                  <a:lnTo>
                    <a:pt x="3346561" y="39012"/>
                  </a:lnTo>
                  <a:lnTo>
                    <a:pt x="3437047" y="30876"/>
                  </a:lnTo>
                  <a:lnTo>
                    <a:pt x="3531195" y="23704"/>
                  </a:lnTo>
                  <a:lnTo>
                    <a:pt x="3626248" y="17501"/>
                  </a:lnTo>
                  <a:lnTo>
                    <a:pt x="3718466" y="12290"/>
                  </a:lnTo>
                  <a:lnTo>
                    <a:pt x="3803468" y="8089"/>
                  </a:lnTo>
                  <a:lnTo>
                    <a:pt x="3876893" y="4887"/>
                  </a:lnTo>
                  <a:lnTo>
                    <a:pt x="3935264" y="2624"/>
                  </a:lnTo>
                  <a:lnTo>
                    <a:pt x="3976818" y="1183"/>
                  </a:lnTo>
                  <a:lnTo>
                    <a:pt x="4002013" y="398"/>
                  </a:lnTo>
                  <a:lnTo>
                    <a:pt x="4013602" y="71"/>
                  </a:lnTo>
                  <a:lnTo>
                    <a:pt x="4016368" y="0"/>
                  </a:lnTo>
                  <a:lnTo>
                    <a:pt x="4016409" y="0"/>
                  </a:lnTo>
                  <a:lnTo>
                    <a:pt x="4538543" y="0"/>
                  </a:lnTo>
                  <a:lnTo>
                    <a:pt x="4539797" y="29"/>
                  </a:lnTo>
                  <a:lnTo>
                    <a:pt x="4548001" y="238"/>
                  </a:lnTo>
                  <a:lnTo>
                    <a:pt x="4568517" y="816"/>
                  </a:lnTo>
                  <a:lnTo>
                    <a:pt x="4604782" y="1952"/>
                  </a:lnTo>
                  <a:lnTo>
                    <a:pt x="4657993" y="3812"/>
                  </a:lnTo>
                  <a:lnTo>
                    <a:pt x="4727046" y="6522"/>
                  </a:lnTo>
                  <a:lnTo>
                    <a:pt x="4808918" y="10155"/>
                  </a:lnTo>
                  <a:lnTo>
                    <a:pt x="4899420" y="14733"/>
                  </a:lnTo>
                  <a:lnTo>
                    <a:pt x="4994087" y="20246"/>
                  </a:lnTo>
                  <a:lnTo>
                    <a:pt x="5088918" y="26672"/>
                  </a:lnTo>
                  <a:lnTo>
                    <a:pt x="5180828" y="33998"/>
                  </a:lnTo>
                  <a:lnTo>
                    <a:pt x="5267778" y="42237"/>
                  </a:lnTo>
                  <a:lnTo>
                    <a:pt x="5348700" y="51440"/>
                  </a:lnTo>
                  <a:lnTo>
                    <a:pt x="5423294" y="61694"/>
                  </a:lnTo>
                  <a:lnTo>
                    <a:pt x="5491814" y="73129"/>
                  </a:lnTo>
                  <a:lnTo>
                    <a:pt x="5554875" y="85909"/>
                  </a:lnTo>
                  <a:lnTo>
                    <a:pt x="5613299" y="100227"/>
                  </a:lnTo>
                  <a:lnTo>
                    <a:pt x="5668003" y="116293"/>
                  </a:lnTo>
                  <a:lnTo>
                    <a:pt x="5719911" y="134303"/>
                  </a:lnTo>
                  <a:lnTo>
                    <a:pt x="5769879" y="154398"/>
                  </a:lnTo>
                  <a:lnTo>
                    <a:pt x="5784835" y="160944"/>
                  </a:lnTo>
                  <a:lnTo>
                    <a:pt x="5834631" y="184454"/>
                  </a:lnTo>
                  <a:lnTo>
                    <a:pt x="5883941" y="210255"/>
                  </a:lnTo>
                  <a:lnTo>
                    <a:pt x="5933238" y="238383"/>
                  </a:lnTo>
                  <a:lnTo>
                    <a:pt x="5982854" y="268805"/>
                  </a:lnTo>
                  <a:lnTo>
                    <a:pt x="6032995" y="301408"/>
                  </a:lnTo>
                  <a:lnTo>
                    <a:pt x="6083757" y="335994"/>
                  </a:lnTo>
                  <a:lnTo>
                    <a:pt x="6135138" y="372280"/>
                  </a:lnTo>
                  <a:lnTo>
                    <a:pt x="6187054" y="409905"/>
                  </a:lnTo>
                  <a:lnTo>
                    <a:pt x="6239356" y="448442"/>
                  </a:lnTo>
                  <a:lnTo>
                    <a:pt x="6291849" y="487417"/>
                  </a:lnTo>
                  <a:lnTo>
                    <a:pt x="6344316" y="526333"/>
                  </a:lnTo>
                  <a:lnTo>
                    <a:pt x="6396544" y="564697"/>
                  </a:lnTo>
                  <a:lnTo>
                    <a:pt x="6448346" y="602044"/>
                  </a:lnTo>
                  <a:lnTo>
                    <a:pt x="6499586" y="637960"/>
                  </a:lnTo>
                  <a:lnTo>
                    <a:pt x="6550199" y="672102"/>
                  </a:lnTo>
                  <a:lnTo>
                    <a:pt x="6600203" y="704207"/>
                  </a:lnTo>
                  <a:lnTo>
                    <a:pt x="6649722" y="734098"/>
                  </a:lnTo>
                  <a:lnTo>
                    <a:pt x="6698988" y="761680"/>
                  </a:lnTo>
                  <a:lnTo>
                    <a:pt x="6748364" y="786937"/>
                  </a:lnTo>
                  <a:lnTo>
                    <a:pt x="6786527" y="804721"/>
                  </a:lnTo>
                  <a:lnTo>
                    <a:pt x="6836053" y="825463"/>
                  </a:lnTo>
                  <a:lnTo>
                    <a:pt x="6887284" y="844097"/>
                  </a:lnTo>
                  <a:lnTo>
                    <a:pt x="6941040" y="860736"/>
                  </a:lnTo>
                  <a:lnTo>
                    <a:pt x="6998231" y="875565"/>
                  </a:lnTo>
                  <a:lnTo>
                    <a:pt x="7059785" y="888792"/>
                  </a:lnTo>
                  <a:lnTo>
                    <a:pt x="7126564" y="900618"/>
                  </a:lnTo>
                  <a:lnTo>
                    <a:pt x="7199260" y="911217"/>
                  </a:lnTo>
                  <a:lnTo>
                    <a:pt x="7278255" y="920729"/>
                  </a:lnTo>
                  <a:lnTo>
                    <a:pt x="7363442" y="929255"/>
                  </a:lnTo>
                  <a:lnTo>
                    <a:pt x="7454008" y="936856"/>
                  </a:lnTo>
                  <a:lnTo>
                    <a:pt x="7548228" y="943557"/>
                  </a:lnTo>
                  <a:lnTo>
                    <a:pt x="7643332" y="949350"/>
                  </a:lnTo>
                  <a:lnTo>
                    <a:pt x="7735567" y="954216"/>
                  </a:lnTo>
                  <a:lnTo>
                    <a:pt x="7820543" y="958136"/>
                  </a:lnTo>
                  <a:lnTo>
                    <a:pt x="7893894" y="961122"/>
                  </a:lnTo>
                  <a:lnTo>
                    <a:pt x="7952150" y="963230"/>
                  </a:lnTo>
                  <a:lnTo>
                    <a:pt x="7993562" y="964570"/>
                  </a:lnTo>
                  <a:lnTo>
                    <a:pt x="8018612" y="965299"/>
                  </a:lnTo>
                  <a:lnTo>
                    <a:pt x="8030082" y="965600"/>
                  </a:lnTo>
                  <a:lnTo>
                    <a:pt x="8032782" y="965665"/>
                  </a:lnTo>
                  <a:lnTo>
                    <a:pt x="8032819" y="965666"/>
                  </a:lnTo>
                  <a:lnTo>
                    <a:pt x="8554953" y="965666"/>
                  </a:lnTo>
                  <a:lnTo>
                    <a:pt x="8554953" y="965666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873" name="pl1873"/>
            <p:cNvSpPr/>
            <p:nvPr/>
          </p:nvSpPr>
          <p:spPr>
            <a:xfrm>
              <a:off x="386606" y="4709380"/>
              <a:ext cx="8554953" cy="1033432"/>
            </a:xfrm>
            <a:custGeom>
              <a:avLst/>
              <a:pathLst>
                <a:path w="8554953" h="1033432">
                  <a:moveTo>
                    <a:pt x="8554953" y="965666"/>
                  </a:moveTo>
                  <a:lnTo>
                    <a:pt x="8032819" y="965666"/>
                  </a:lnTo>
                  <a:lnTo>
                    <a:pt x="8031565" y="965636"/>
                  </a:lnTo>
                  <a:lnTo>
                    <a:pt x="8023361" y="965427"/>
                  </a:lnTo>
                  <a:lnTo>
                    <a:pt x="8002845" y="964849"/>
                  </a:lnTo>
                  <a:lnTo>
                    <a:pt x="7966580" y="963713"/>
                  </a:lnTo>
                  <a:lnTo>
                    <a:pt x="7913369" y="961853"/>
                  </a:lnTo>
                  <a:lnTo>
                    <a:pt x="7844316" y="959143"/>
                  </a:lnTo>
                  <a:lnTo>
                    <a:pt x="7762444" y="955511"/>
                  </a:lnTo>
                  <a:lnTo>
                    <a:pt x="7671941" y="950933"/>
                  </a:lnTo>
                  <a:lnTo>
                    <a:pt x="7577275" y="945420"/>
                  </a:lnTo>
                  <a:lnTo>
                    <a:pt x="7482444" y="938994"/>
                  </a:lnTo>
                  <a:lnTo>
                    <a:pt x="7390534" y="931668"/>
                  </a:lnTo>
                  <a:lnTo>
                    <a:pt x="7303583" y="923428"/>
                  </a:lnTo>
                  <a:lnTo>
                    <a:pt x="7222662" y="914225"/>
                  </a:lnTo>
                  <a:lnTo>
                    <a:pt x="7148068" y="903971"/>
                  </a:lnTo>
                  <a:lnTo>
                    <a:pt x="7079548" y="892536"/>
                  </a:lnTo>
                  <a:lnTo>
                    <a:pt x="7016487" y="879757"/>
                  </a:lnTo>
                  <a:lnTo>
                    <a:pt x="6958063" y="865438"/>
                  </a:lnTo>
                  <a:lnTo>
                    <a:pt x="6903359" y="849372"/>
                  </a:lnTo>
                  <a:lnTo>
                    <a:pt x="6851451" y="831362"/>
                  </a:lnTo>
                  <a:lnTo>
                    <a:pt x="6801483" y="811267"/>
                  </a:lnTo>
                  <a:lnTo>
                    <a:pt x="6786527" y="804721"/>
                  </a:lnTo>
                  <a:lnTo>
                    <a:pt x="6736731" y="781211"/>
                  </a:lnTo>
                  <a:lnTo>
                    <a:pt x="6687421" y="755411"/>
                  </a:lnTo>
                  <a:lnTo>
                    <a:pt x="6638124" y="727282"/>
                  </a:lnTo>
                  <a:lnTo>
                    <a:pt x="6588508" y="696860"/>
                  </a:lnTo>
                  <a:lnTo>
                    <a:pt x="6538367" y="664257"/>
                  </a:lnTo>
                  <a:lnTo>
                    <a:pt x="6487605" y="629671"/>
                  </a:lnTo>
                  <a:lnTo>
                    <a:pt x="6436224" y="593385"/>
                  </a:lnTo>
                  <a:lnTo>
                    <a:pt x="6384308" y="555760"/>
                  </a:lnTo>
                  <a:lnTo>
                    <a:pt x="6332006" y="517224"/>
                  </a:lnTo>
                  <a:lnTo>
                    <a:pt x="6279513" y="478248"/>
                  </a:lnTo>
                  <a:lnTo>
                    <a:pt x="6227046" y="439332"/>
                  </a:lnTo>
                  <a:lnTo>
                    <a:pt x="6174818" y="400968"/>
                  </a:lnTo>
                  <a:lnTo>
                    <a:pt x="6123016" y="363622"/>
                  </a:lnTo>
                  <a:lnTo>
                    <a:pt x="6071776" y="327705"/>
                  </a:lnTo>
                  <a:lnTo>
                    <a:pt x="6021163" y="293563"/>
                  </a:lnTo>
                  <a:lnTo>
                    <a:pt x="5971158" y="261458"/>
                  </a:lnTo>
                  <a:lnTo>
                    <a:pt x="5921640" y="231567"/>
                  </a:lnTo>
                  <a:lnTo>
                    <a:pt x="5872374" y="203985"/>
                  </a:lnTo>
                  <a:lnTo>
                    <a:pt x="5822998" y="178728"/>
                  </a:lnTo>
                  <a:lnTo>
                    <a:pt x="5784835" y="160944"/>
                  </a:lnTo>
                  <a:lnTo>
                    <a:pt x="5735309" y="140202"/>
                  </a:lnTo>
                  <a:lnTo>
                    <a:pt x="5684077" y="121568"/>
                  </a:lnTo>
                  <a:lnTo>
                    <a:pt x="5630322" y="104929"/>
                  </a:lnTo>
                  <a:lnTo>
                    <a:pt x="5573131" y="90100"/>
                  </a:lnTo>
                  <a:lnTo>
                    <a:pt x="5511577" y="76873"/>
                  </a:lnTo>
                  <a:lnTo>
                    <a:pt x="5444798" y="65047"/>
                  </a:lnTo>
                  <a:lnTo>
                    <a:pt x="5372102" y="54449"/>
                  </a:lnTo>
                  <a:lnTo>
                    <a:pt x="5293107" y="44937"/>
                  </a:lnTo>
                  <a:lnTo>
                    <a:pt x="5207920" y="36410"/>
                  </a:lnTo>
                  <a:lnTo>
                    <a:pt x="5117354" y="28809"/>
                  </a:lnTo>
                  <a:lnTo>
                    <a:pt x="5023134" y="22108"/>
                  </a:lnTo>
                  <a:lnTo>
                    <a:pt x="4928030" y="16315"/>
                  </a:lnTo>
                  <a:lnTo>
                    <a:pt x="4835795" y="11450"/>
                  </a:lnTo>
                  <a:lnTo>
                    <a:pt x="4750819" y="7529"/>
                  </a:lnTo>
                  <a:lnTo>
                    <a:pt x="4677467" y="4544"/>
                  </a:lnTo>
                  <a:lnTo>
                    <a:pt x="4619212" y="2435"/>
                  </a:lnTo>
                  <a:lnTo>
                    <a:pt x="4577800" y="1095"/>
                  </a:lnTo>
                  <a:lnTo>
                    <a:pt x="4552750" y="366"/>
                  </a:lnTo>
                  <a:lnTo>
                    <a:pt x="4541280" y="65"/>
                  </a:lnTo>
                  <a:lnTo>
                    <a:pt x="4538580" y="0"/>
                  </a:lnTo>
                  <a:lnTo>
                    <a:pt x="4538543" y="0"/>
                  </a:lnTo>
                  <a:lnTo>
                    <a:pt x="4016409" y="0"/>
                  </a:lnTo>
                  <a:lnTo>
                    <a:pt x="4015157" y="31"/>
                  </a:lnTo>
                  <a:lnTo>
                    <a:pt x="4006968" y="254"/>
                  </a:lnTo>
                  <a:lnTo>
                    <a:pt x="3986485" y="872"/>
                  </a:lnTo>
                  <a:lnTo>
                    <a:pt x="3950276" y="2085"/>
                  </a:lnTo>
                  <a:lnTo>
                    <a:pt x="3897142" y="4072"/>
                  </a:lnTo>
                  <a:lnTo>
                    <a:pt x="3828178" y="6968"/>
                  </a:lnTo>
                  <a:lnTo>
                    <a:pt x="3746396" y="10849"/>
                  </a:lnTo>
                  <a:lnTo>
                    <a:pt x="3655976" y="15741"/>
                  </a:lnTo>
                  <a:lnTo>
                    <a:pt x="3561376" y="21632"/>
                  </a:lnTo>
                  <a:lnTo>
                    <a:pt x="3466592" y="28499"/>
                  </a:lnTo>
                  <a:lnTo>
                    <a:pt x="3374711" y="36329"/>
                  </a:lnTo>
                  <a:lnTo>
                    <a:pt x="3287774" y="45135"/>
                  </a:lnTo>
                  <a:lnTo>
                    <a:pt x="3206853" y="54969"/>
                  </a:lnTo>
                  <a:lnTo>
                    <a:pt x="3132254" y="65927"/>
                  </a:lnTo>
                  <a:lnTo>
                    <a:pt x="3063724" y="78145"/>
                  </a:lnTo>
                  <a:lnTo>
                    <a:pt x="3000654" y="91800"/>
                  </a:lnTo>
                  <a:lnTo>
                    <a:pt x="2942224" y="107097"/>
                  </a:lnTo>
                  <a:lnTo>
                    <a:pt x="2887519" y="124259"/>
                  </a:lnTo>
                  <a:lnTo>
                    <a:pt x="2835616" y="143498"/>
                  </a:lnTo>
                  <a:lnTo>
                    <a:pt x="2785659" y="164964"/>
                  </a:lnTo>
                  <a:lnTo>
                    <a:pt x="2770117" y="172238"/>
                  </a:lnTo>
                  <a:lnTo>
                    <a:pt x="2720833" y="197126"/>
                  </a:lnTo>
                  <a:lnTo>
                    <a:pt x="2672030" y="224413"/>
                  </a:lnTo>
                  <a:lnTo>
                    <a:pt x="2623247" y="254140"/>
                  </a:lnTo>
                  <a:lnTo>
                    <a:pt x="2574160" y="286274"/>
                  </a:lnTo>
                  <a:lnTo>
                    <a:pt x="2524565" y="320701"/>
                  </a:lnTo>
                  <a:lnTo>
                    <a:pt x="2474364" y="357219"/>
                  </a:lnTo>
                  <a:lnTo>
                    <a:pt x="2423554" y="395540"/>
                  </a:lnTo>
                  <a:lnTo>
                    <a:pt x="2372211" y="435295"/>
                  </a:lnTo>
                  <a:lnTo>
                    <a:pt x="2320476" y="476044"/>
                  </a:lnTo>
                  <a:lnTo>
                    <a:pt x="2268535" y="517301"/>
                  </a:lnTo>
                  <a:lnTo>
                    <a:pt x="2216597" y="558550"/>
                  </a:lnTo>
                  <a:lnTo>
                    <a:pt x="2164871" y="599279"/>
                  </a:lnTo>
                  <a:lnTo>
                    <a:pt x="2113541" y="638998"/>
                  </a:lnTo>
                  <a:lnTo>
                    <a:pt x="2062748" y="677273"/>
                  </a:lnTo>
                  <a:lnTo>
                    <a:pt x="2012565" y="713735"/>
                  </a:lnTo>
                  <a:lnTo>
                    <a:pt x="1962986" y="748099"/>
                  </a:lnTo>
                  <a:lnTo>
                    <a:pt x="1913911" y="780166"/>
                  </a:lnTo>
                  <a:lnTo>
                    <a:pt x="1865132" y="809825"/>
                  </a:lnTo>
                  <a:lnTo>
                    <a:pt x="1816323" y="837043"/>
                  </a:lnTo>
                  <a:lnTo>
                    <a:pt x="1768425" y="861193"/>
                  </a:lnTo>
                  <a:lnTo>
                    <a:pt x="1718929" y="883378"/>
                  </a:lnTo>
                  <a:lnTo>
                    <a:pt x="1667730" y="903310"/>
                  </a:lnTo>
                  <a:lnTo>
                    <a:pt x="1614011" y="921109"/>
                  </a:lnTo>
                  <a:lnTo>
                    <a:pt x="1556862" y="936973"/>
                  </a:lnTo>
                  <a:lnTo>
                    <a:pt x="1495357" y="951124"/>
                  </a:lnTo>
                  <a:lnTo>
                    <a:pt x="1428636" y="963777"/>
                  </a:lnTo>
                  <a:lnTo>
                    <a:pt x="1356008" y="975117"/>
                  </a:lnTo>
                  <a:lnTo>
                    <a:pt x="1277088" y="985295"/>
                  </a:lnTo>
                  <a:lnTo>
                    <a:pt x="1191982" y="994420"/>
                  </a:lnTo>
                  <a:lnTo>
                    <a:pt x="1101495" y="1002555"/>
                  </a:lnTo>
                  <a:lnTo>
                    <a:pt x="1007347" y="1009728"/>
                  </a:lnTo>
                  <a:lnTo>
                    <a:pt x="912294" y="1015931"/>
                  </a:lnTo>
                  <a:lnTo>
                    <a:pt x="820076" y="1021142"/>
                  </a:lnTo>
                  <a:lnTo>
                    <a:pt x="735074" y="1025343"/>
                  </a:lnTo>
                  <a:lnTo>
                    <a:pt x="661649" y="1028545"/>
                  </a:lnTo>
                  <a:lnTo>
                    <a:pt x="603278" y="1030808"/>
                  </a:lnTo>
                  <a:lnTo>
                    <a:pt x="561724" y="1032249"/>
                  </a:lnTo>
                  <a:lnTo>
                    <a:pt x="536529" y="1033034"/>
                  </a:lnTo>
                  <a:lnTo>
                    <a:pt x="524940" y="1033360"/>
                  </a:lnTo>
                  <a:lnTo>
                    <a:pt x="522174" y="1033431"/>
                  </a:lnTo>
                  <a:lnTo>
                    <a:pt x="522133" y="1033432"/>
                  </a:lnTo>
                  <a:lnTo>
                    <a:pt x="0" y="1033432"/>
                  </a:lnTo>
                  <a:lnTo>
                    <a:pt x="0" y="1033432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874" name="pg1874"/>
            <p:cNvSpPr/>
            <p:nvPr/>
          </p:nvSpPr>
          <p:spPr>
            <a:xfrm>
              <a:off x="386606" y="1642966"/>
              <a:ext cx="8554953" cy="4082904"/>
            </a:xfrm>
            <a:custGeom>
              <a:avLst/>
              <a:pathLst>
                <a:path w="8554953" h="4082904">
                  <a:moveTo>
                    <a:pt x="0" y="4082904"/>
                  </a:moveTo>
                  <a:lnTo>
                    <a:pt x="522133" y="4082904"/>
                  </a:lnTo>
                  <a:lnTo>
                    <a:pt x="523051" y="4082815"/>
                  </a:lnTo>
                  <a:lnTo>
                    <a:pt x="529096" y="4082175"/>
                  </a:lnTo>
                  <a:lnTo>
                    <a:pt x="544369" y="4080409"/>
                  </a:lnTo>
                  <a:lnTo>
                    <a:pt x="571749" y="4076931"/>
                  </a:lnTo>
                  <a:lnTo>
                    <a:pt x="612704" y="4071196"/>
                  </a:lnTo>
                  <a:lnTo>
                    <a:pt x="667173" y="4062754"/>
                  </a:lnTo>
                  <a:lnTo>
                    <a:pt x="733666" y="4051290"/>
                  </a:lnTo>
                  <a:lnTo>
                    <a:pt x="809603" y="4036639"/>
                  </a:lnTo>
                  <a:lnTo>
                    <a:pt x="891815" y="4018762"/>
                  </a:lnTo>
                  <a:lnTo>
                    <a:pt x="977059" y="3997702"/>
                  </a:lnTo>
                  <a:lnTo>
                    <a:pt x="1062443" y="3973529"/>
                  </a:lnTo>
                  <a:lnTo>
                    <a:pt x="1145677" y="3946287"/>
                  </a:lnTo>
                  <a:lnTo>
                    <a:pt x="1225161" y="3915950"/>
                  </a:lnTo>
                  <a:lnTo>
                    <a:pt x="1299950" y="3882396"/>
                  </a:lnTo>
                  <a:lnTo>
                    <a:pt x="1369647" y="3845399"/>
                  </a:lnTo>
                  <a:lnTo>
                    <a:pt x="1434276" y="3804618"/>
                  </a:lnTo>
                  <a:lnTo>
                    <a:pt x="1494155" y="3759609"/>
                  </a:lnTo>
                  <a:lnTo>
                    <a:pt x="1549796" y="3709831"/>
                  </a:lnTo>
                  <a:lnTo>
                    <a:pt x="1601821" y="3654674"/>
                  </a:lnTo>
                  <a:lnTo>
                    <a:pt x="1650903" y="3593496"/>
                  </a:lnTo>
                  <a:lnTo>
                    <a:pt x="1697716" y="3525694"/>
                  </a:lnTo>
                  <a:lnTo>
                    <a:pt x="1742888" y="3450812"/>
                  </a:lnTo>
                  <a:lnTo>
                    <a:pt x="1768425" y="3404302"/>
                  </a:lnTo>
                  <a:lnTo>
                    <a:pt x="1800455" y="3341805"/>
                  </a:lnTo>
                  <a:lnTo>
                    <a:pt x="1832203" y="3275377"/>
                  </a:lnTo>
                  <a:lnTo>
                    <a:pt x="1863816" y="3204940"/>
                  </a:lnTo>
                  <a:lnTo>
                    <a:pt x="1895414" y="3130458"/>
                  </a:lnTo>
                  <a:lnTo>
                    <a:pt x="1927093" y="3051948"/>
                  </a:lnTo>
                  <a:lnTo>
                    <a:pt x="1958927" y="2969480"/>
                  </a:lnTo>
                  <a:lnTo>
                    <a:pt x="1990970" y="2883182"/>
                  </a:lnTo>
                  <a:lnTo>
                    <a:pt x="2023255" y="2793242"/>
                  </a:lnTo>
                  <a:lnTo>
                    <a:pt x="2055801" y="2699911"/>
                  </a:lnTo>
                  <a:lnTo>
                    <a:pt x="2088606" y="2603499"/>
                  </a:lnTo>
                  <a:lnTo>
                    <a:pt x="2121657" y="2504376"/>
                  </a:lnTo>
                  <a:lnTo>
                    <a:pt x="2154927" y="2402962"/>
                  </a:lnTo>
                  <a:lnTo>
                    <a:pt x="2188377" y="2299728"/>
                  </a:lnTo>
                  <a:lnTo>
                    <a:pt x="2221961" y="2195179"/>
                  </a:lnTo>
                  <a:lnTo>
                    <a:pt x="2255626" y="2089853"/>
                  </a:lnTo>
                  <a:lnTo>
                    <a:pt x="2289315" y="1984301"/>
                  </a:lnTo>
                  <a:lnTo>
                    <a:pt x="2322969" y="1879080"/>
                  </a:lnTo>
                  <a:lnTo>
                    <a:pt x="2356532" y="1774741"/>
                  </a:lnTo>
                  <a:lnTo>
                    <a:pt x="2389951" y="1671814"/>
                  </a:lnTo>
                  <a:lnTo>
                    <a:pt x="2423182" y="1570801"/>
                  </a:lnTo>
                  <a:lnTo>
                    <a:pt x="2456188" y="1472162"/>
                  </a:lnTo>
                  <a:lnTo>
                    <a:pt x="2488945" y="1376308"/>
                  </a:lnTo>
                  <a:lnTo>
                    <a:pt x="2521440" y="1283600"/>
                  </a:lnTo>
                  <a:lnTo>
                    <a:pt x="2553678" y="1194334"/>
                  </a:lnTo>
                  <a:lnTo>
                    <a:pt x="2585678" y="1108751"/>
                  </a:lnTo>
                  <a:lnTo>
                    <a:pt x="2617478" y="1027027"/>
                  </a:lnTo>
                  <a:lnTo>
                    <a:pt x="2649135" y="949279"/>
                  </a:lnTo>
                  <a:lnTo>
                    <a:pt x="2680728" y="875566"/>
                  </a:lnTo>
                  <a:lnTo>
                    <a:pt x="2712356" y="805894"/>
                  </a:lnTo>
                  <a:lnTo>
                    <a:pt x="2744145" y="740221"/>
                  </a:lnTo>
                  <a:lnTo>
                    <a:pt x="2770117" y="689896"/>
                  </a:lnTo>
                  <a:lnTo>
                    <a:pt x="2814593" y="610838"/>
                  </a:lnTo>
                  <a:lnTo>
                    <a:pt x="2860387" y="538990"/>
                  </a:lnTo>
                  <a:lnTo>
                    <a:pt x="2908079" y="474056"/>
                  </a:lnTo>
                  <a:lnTo>
                    <a:pt x="2958323" y="415502"/>
                  </a:lnTo>
                  <a:lnTo>
                    <a:pt x="3011797" y="362697"/>
                  </a:lnTo>
                  <a:lnTo>
                    <a:pt x="3069159" y="315007"/>
                  </a:lnTo>
                  <a:lnTo>
                    <a:pt x="3130993" y="271847"/>
                  </a:lnTo>
                  <a:lnTo>
                    <a:pt x="3197741" y="232714"/>
                  </a:lnTo>
                  <a:lnTo>
                    <a:pt x="3269609" y="197209"/>
                  </a:lnTo>
                  <a:lnTo>
                    <a:pt x="3346461" y="165036"/>
                  </a:lnTo>
                  <a:lnTo>
                    <a:pt x="3427682" y="136017"/>
                  </a:lnTo>
                  <a:lnTo>
                    <a:pt x="3512061" y="110071"/>
                  </a:lnTo>
                  <a:lnTo>
                    <a:pt x="3597704" y="87207"/>
                  </a:lnTo>
                  <a:lnTo>
                    <a:pt x="3682046" y="67484"/>
                  </a:lnTo>
                  <a:lnTo>
                    <a:pt x="3762007" y="50969"/>
                  </a:lnTo>
                  <a:lnTo>
                    <a:pt x="3834316" y="37678"/>
                  </a:lnTo>
                  <a:lnTo>
                    <a:pt x="3895986" y="27521"/>
                  </a:lnTo>
                  <a:lnTo>
                    <a:pt x="3944845" y="20270"/>
                  </a:lnTo>
                  <a:lnTo>
                    <a:pt x="3979978" y="15551"/>
                  </a:lnTo>
                  <a:lnTo>
                    <a:pt x="4001973" y="12867"/>
                  </a:lnTo>
                  <a:lnTo>
                    <a:pt x="4012917" y="11649"/>
                  </a:lnTo>
                  <a:lnTo>
                    <a:pt x="4016229" y="11311"/>
                  </a:lnTo>
                  <a:lnTo>
                    <a:pt x="4016409" y="11294"/>
                  </a:lnTo>
                  <a:lnTo>
                    <a:pt x="4538543" y="11294"/>
                  </a:lnTo>
                  <a:lnTo>
                    <a:pt x="4539793" y="11327"/>
                  </a:lnTo>
                  <a:lnTo>
                    <a:pt x="4547966" y="11566"/>
                  </a:lnTo>
                  <a:lnTo>
                    <a:pt x="4568409" y="12226"/>
                  </a:lnTo>
                  <a:lnTo>
                    <a:pt x="4604553" y="13523"/>
                  </a:lnTo>
                  <a:lnTo>
                    <a:pt x="4657599" y="15647"/>
                  </a:lnTo>
                  <a:lnTo>
                    <a:pt x="4726461" y="18742"/>
                  </a:lnTo>
                  <a:lnTo>
                    <a:pt x="4808138" y="22891"/>
                  </a:lnTo>
                  <a:lnTo>
                    <a:pt x="4898463" y="28122"/>
                  </a:lnTo>
                  <a:lnTo>
                    <a:pt x="4992986" y="34421"/>
                  </a:lnTo>
                  <a:lnTo>
                    <a:pt x="5087715" y="41764"/>
                  </a:lnTo>
                  <a:lnTo>
                    <a:pt x="5179562" y="50137"/>
                  </a:lnTo>
                  <a:lnTo>
                    <a:pt x="5266484" y="59553"/>
                  </a:lnTo>
                  <a:lnTo>
                    <a:pt x="5347403" y="70069"/>
                  </a:lnTo>
                  <a:lnTo>
                    <a:pt x="5422009" y="81786"/>
                  </a:lnTo>
                  <a:lnTo>
                    <a:pt x="5490550" y="94849"/>
                  </a:lnTo>
                  <a:lnTo>
                    <a:pt x="5553631" y="109445"/>
                  </a:lnTo>
                  <a:lnTo>
                    <a:pt x="5612068" y="125797"/>
                  </a:lnTo>
                  <a:lnTo>
                    <a:pt x="5666775" y="144140"/>
                  </a:lnTo>
                  <a:lnTo>
                    <a:pt x="5718672" y="164701"/>
                  </a:lnTo>
                  <a:lnTo>
                    <a:pt x="5768615" y="187644"/>
                  </a:lnTo>
                  <a:lnTo>
                    <a:pt x="5784835" y="195768"/>
                  </a:lnTo>
                  <a:lnTo>
                    <a:pt x="5833557" y="222103"/>
                  </a:lnTo>
                  <a:lnTo>
                    <a:pt x="5881804" y="250949"/>
                  </a:lnTo>
                  <a:lnTo>
                    <a:pt x="5930022" y="282349"/>
                  </a:lnTo>
                  <a:lnTo>
                    <a:pt x="5978529" y="316271"/>
                  </a:lnTo>
                  <a:lnTo>
                    <a:pt x="6027526" y="352599"/>
                  </a:lnTo>
                  <a:lnTo>
                    <a:pt x="6077112" y="391131"/>
                  </a:lnTo>
                  <a:lnTo>
                    <a:pt x="6127296" y="431574"/>
                  </a:lnTo>
                  <a:lnTo>
                    <a:pt x="6178009" y="473551"/>
                  </a:lnTo>
                  <a:lnTo>
                    <a:pt x="6229120" y="516614"/>
                  </a:lnTo>
                  <a:lnTo>
                    <a:pt x="6280453" y="560263"/>
                  </a:lnTo>
                  <a:lnTo>
                    <a:pt x="6331807" y="603966"/>
                  </a:lnTo>
                  <a:lnTo>
                    <a:pt x="6382978" y="647191"/>
                  </a:lnTo>
                  <a:lnTo>
                    <a:pt x="6433785" y="689428"/>
                  </a:lnTo>
                  <a:lnTo>
                    <a:pt x="6484085" y="730216"/>
                  </a:lnTo>
                  <a:lnTo>
                    <a:pt x="6533794" y="769163"/>
                  </a:lnTo>
                  <a:lnTo>
                    <a:pt x="6582906" y="805959"/>
                  </a:lnTo>
                  <a:lnTo>
                    <a:pt x="6631499" y="840383"/>
                  </a:lnTo>
                  <a:lnTo>
                    <a:pt x="6679755" y="872301"/>
                  </a:lnTo>
                  <a:lnTo>
                    <a:pt x="6727964" y="901665"/>
                  </a:lnTo>
                  <a:lnTo>
                    <a:pt x="6776546" y="928505"/>
                  </a:lnTo>
                  <a:lnTo>
                    <a:pt x="6786527" y="933665"/>
                  </a:lnTo>
                  <a:lnTo>
                    <a:pt x="6835988" y="957410"/>
                  </a:lnTo>
                  <a:lnTo>
                    <a:pt x="6887150" y="978746"/>
                  </a:lnTo>
                  <a:lnTo>
                    <a:pt x="6940827" y="997800"/>
                  </a:lnTo>
                  <a:lnTo>
                    <a:pt x="6997927" y="1014784"/>
                  </a:lnTo>
                  <a:lnTo>
                    <a:pt x="7059375" y="1029935"/>
                  </a:lnTo>
                  <a:lnTo>
                    <a:pt x="7126029" y="1043483"/>
                  </a:lnTo>
                  <a:lnTo>
                    <a:pt x="7198580" y="1055627"/>
                  </a:lnTo>
                  <a:lnTo>
                    <a:pt x="7277412" y="1066526"/>
                  </a:lnTo>
                  <a:lnTo>
                    <a:pt x="7362426" y="1076299"/>
                  </a:lnTo>
                  <a:lnTo>
                    <a:pt x="7452819" y="1085013"/>
                  </a:lnTo>
                  <a:lnTo>
                    <a:pt x="7546885" y="1092697"/>
                  </a:lnTo>
                  <a:lnTo>
                    <a:pt x="7641879" y="1099345"/>
                  </a:lnTo>
                  <a:lnTo>
                    <a:pt x="7734076" y="1104931"/>
                  </a:lnTo>
                  <a:lnTo>
                    <a:pt x="7819108" y="1109437"/>
                  </a:lnTo>
                  <a:lnTo>
                    <a:pt x="7892617" y="1112875"/>
                  </a:lnTo>
                  <a:lnTo>
                    <a:pt x="7951122" y="1115307"/>
                  </a:lnTo>
                  <a:lnTo>
                    <a:pt x="7992839" y="1116858"/>
                  </a:lnTo>
                  <a:lnTo>
                    <a:pt x="8018202" y="1117706"/>
                  </a:lnTo>
                  <a:lnTo>
                    <a:pt x="8029930" y="1118060"/>
                  </a:lnTo>
                  <a:lnTo>
                    <a:pt x="8032819" y="1118139"/>
                  </a:lnTo>
                  <a:lnTo>
                    <a:pt x="8554953" y="1118139"/>
                  </a:lnTo>
                  <a:lnTo>
                    <a:pt x="8554953" y="1106845"/>
                  </a:lnTo>
                  <a:lnTo>
                    <a:pt x="8032819" y="1106845"/>
                  </a:lnTo>
                  <a:lnTo>
                    <a:pt x="8031569" y="1106812"/>
                  </a:lnTo>
                  <a:lnTo>
                    <a:pt x="8023396" y="1106573"/>
                  </a:lnTo>
                  <a:lnTo>
                    <a:pt x="8002953" y="1105913"/>
                  </a:lnTo>
                  <a:lnTo>
                    <a:pt x="7966809" y="1104616"/>
                  </a:lnTo>
                  <a:lnTo>
                    <a:pt x="7913763" y="1102492"/>
                  </a:lnTo>
                  <a:lnTo>
                    <a:pt x="7844901" y="1099397"/>
                  </a:lnTo>
                  <a:lnTo>
                    <a:pt x="7763224" y="1095248"/>
                  </a:lnTo>
                  <a:lnTo>
                    <a:pt x="7672899" y="1090017"/>
                  </a:lnTo>
                  <a:lnTo>
                    <a:pt x="7578376" y="1083718"/>
                  </a:lnTo>
                  <a:lnTo>
                    <a:pt x="7483647" y="1076375"/>
                  </a:lnTo>
                  <a:lnTo>
                    <a:pt x="7391800" y="1068002"/>
                  </a:lnTo>
                  <a:lnTo>
                    <a:pt x="7304878" y="1058586"/>
                  </a:lnTo>
                  <a:lnTo>
                    <a:pt x="7223959" y="1048070"/>
                  </a:lnTo>
                  <a:lnTo>
                    <a:pt x="7149353" y="1036353"/>
                  </a:lnTo>
                  <a:lnTo>
                    <a:pt x="7080812" y="1023290"/>
                  </a:lnTo>
                  <a:lnTo>
                    <a:pt x="7017731" y="1008694"/>
                  </a:lnTo>
                  <a:lnTo>
                    <a:pt x="6959294" y="992342"/>
                  </a:lnTo>
                  <a:lnTo>
                    <a:pt x="6904587" y="973999"/>
                  </a:lnTo>
                  <a:lnTo>
                    <a:pt x="6852690" y="953438"/>
                  </a:lnTo>
                  <a:lnTo>
                    <a:pt x="6802747" y="930495"/>
                  </a:lnTo>
                  <a:lnTo>
                    <a:pt x="6786527" y="922371"/>
                  </a:lnTo>
                  <a:lnTo>
                    <a:pt x="6737805" y="896036"/>
                  </a:lnTo>
                  <a:lnTo>
                    <a:pt x="6689558" y="867189"/>
                  </a:lnTo>
                  <a:lnTo>
                    <a:pt x="6641339" y="835790"/>
                  </a:lnTo>
                  <a:lnTo>
                    <a:pt x="6592833" y="801868"/>
                  </a:lnTo>
                  <a:lnTo>
                    <a:pt x="6543836" y="765540"/>
                  </a:lnTo>
                  <a:lnTo>
                    <a:pt x="6494250" y="727008"/>
                  </a:lnTo>
                  <a:lnTo>
                    <a:pt x="6444066" y="686565"/>
                  </a:lnTo>
                  <a:lnTo>
                    <a:pt x="6393353" y="644588"/>
                  </a:lnTo>
                  <a:lnTo>
                    <a:pt x="6342242" y="601524"/>
                  </a:lnTo>
                  <a:lnTo>
                    <a:pt x="6290909" y="557876"/>
                  </a:lnTo>
                  <a:lnTo>
                    <a:pt x="6239555" y="514173"/>
                  </a:lnTo>
                  <a:lnTo>
                    <a:pt x="6188384" y="470948"/>
                  </a:lnTo>
                  <a:lnTo>
                    <a:pt x="6137577" y="428711"/>
                  </a:lnTo>
                  <a:lnTo>
                    <a:pt x="6087277" y="387923"/>
                  </a:lnTo>
                  <a:lnTo>
                    <a:pt x="6037568" y="348976"/>
                  </a:lnTo>
                  <a:lnTo>
                    <a:pt x="5988456" y="312180"/>
                  </a:lnTo>
                  <a:lnTo>
                    <a:pt x="5939863" y="277756"/>
                  </a:lnTo>
                  <a:lnTo>
                    <a:pt x="5891607" y="245838"/>
                  </a:lnTo>
                  <a:lnTo>
                    <a:pt x="5843398" y="216473"/>
                  </a:lnTo>
                  <a:lnTo>
                    <a:pt x="5794816" y="189634"/>
                  </a:lnTo>
                  <a:lnTo>
                    <a:pt x="5784835" y="184474"/>
                  </a:lnTo>
                  <a:lnTo>
                    <a:pt x="5735374" y="160729"/>
                  </a:lnTo>
                  <a:lnTo>
                    <a:pt x="5684212" y="139393"/>
                  </a:lnTo>
                  <a:lnTo>
                    <a:pt x="5630535" y="120339"/>
                  </a:lnTo>
                  <a:lnTo>
                    <a:pt x="5573435" y="103355"/>
                  </a:lnTo>
                  <a:lnTo>
                    <a:pt x="5511987" y="88203"/>
                  </a:lnTo>
                  <a:lnTo>
                    <a:pt x="5445333" y="74656"/>
                  </a:lnTo>
                  <a:lnTo>
                    <a:pt x="5372782" y="62512"/>
                  </a:lnTo>
                  <a:lnTo>
                    <a:pt x="5293950" y="51612"/>
                  </a:lnTo>
                  <a:lnTo>
                    <a:pt x="5208936" y="41840"/>
                  </a:lnTo>
                  <a:lnTo>
                    <a:pt x="5118543" y="33126"/>
                  </a:lnTo>
                  <a:lnTo>
                    <a:pt x="5024477" y="25442"/>
                  </a:lnTo>
                  <a:lnTo>
                    <a:pt x="4929483" y="18794"/>
                  </a:lnTo>
                  <a:lnTo>
                    <a:pt x="4837286" y="13208"/>
                  </a:lnTo>
                  <a:lnTo>
                    <a:pt x="4752254" y="8701"/>
                  </a:lnTo>
                  <a:lnTo>
                    <a:pt x="4678745" y="5264"/>
                  </a:lnTo>
                  <a:lnTo>
                    <a:pt x="4620240" y="2832"/>
                  </a:lnTo>
                  <a:lnTo>
                    <a:pt x="4578523" y="1280"/>
                  </a:lnTo>
                  <a:lnTo>
                    <a:pt x="4553160" y="433"/>
                  </a:lnTo>
                  <a:lnTo>
                    <a:pt x="4541432" y="79"/>
                  </a:lnTo>
                  <a:lnTo>
                    <a:pt x="4538543" y="0"/>
                  </a:lnTo>
                  <a:lnTo>
                    <a:pt x="4016409" y="0"/>
                  </a:lnTo>
                  <a:lnTo>
                    <a:pt x="4015491" y="89"/>
                  </a:lnTo>
                  <a:lnTo>
                    <a:pt x="4009446" y="728"/>
                  </a:lnTo>
                  <a:lnTo>
                    <a:pt x="3994174" y="2495"/>
                  </a:lnTo>
                  <a:lnTo>
                    <a:pt x="3966793" y="5973"/>
                  </a:lnTo>
                  <a:lnTo>
                    <a:pt x="3925838" y="11708"/>
                  </a:lnTo>
                  <a:lnTo>
                    <a:pt x="3871369" y="20150"/>
                  </a:lnTo>
                  <a:lnTo>
                    <a:pt x="3804876" y="31613"/>
                  </a:lnTo>
                  <a:lnTo>
                    <a:pt x="3728939" y="46265"/>
                  </a:lnTo>
                  <a:lnTo>
                    <a:pt x="3646727" y="64142"/>
                  </a:lnTo>
                  <a:lnTo>
                    <a:pt x="3561483" y="85202"/>
                  </a:lnTo>
                  <a:lnTo>
                    <a:pt x="3476099" y="109374"/>
                  </a:lnTo>
                  <a:lnTo>
                    <a:pt x="3392865" y="136617"/>
                  </a:lnTo>
                  <a:lnTo>
                    <a:pt x="3313381" y="166954"/>
                  </a:lnTo>
                  <a:lnTo>
                    <a:pt x="3238592" y="200508"/>
                  </a:lnTo>
                  <a:lnTo>
                    <a:pt x="3168895" y="237505"/>
                  </a:lnTo>
                  <a:lnTo>
                    <a:pt x="3104266" y="278285"/>
                  </a:lnTo>
                  <a:lnTo>
                    <a:pt x="3044387" y="323295"/>
                  </a:lnTo>
                  <a:lnTo>
                    <a:pt x="2988747" y="373073"/>
                  </a:lnTo>
                  <a:lnTo>
                    <a:pt x="2936721" y="428230"/>
                  </a:lnTo>
                  <a:lnTo>
                    <a:pt x="2887639" y="489407"/>
                  </a:lnTo>
                  <a:lnTo>
                    <a:pt x="2840826" y="557210"/>
                  </a:lnTo>
                  <a:lnTo>
                    <a:pt x="2795654" y="632092"/>
                  </a:lnTo>
                  <a:lnTo>
                    <a:pt x="2770117" y="678601"/>
                  </a:lnTo>
                  <a:lnTo>
                    <a:pt x="2738087" y="741099"/>
                  </a:lnTo>
                  <a:lnTo>
                    <a:pt x="2706339" y="807527"/>
                  </a:lnTo>
                  <a:lnTo>
                    <a:pt x="2674726" y="877964"/>
                  </a:lnTo>
                  <a:lnTo>
                    <a:pt x="2643128" y="952446"/>
                  </a:lnTo>
                  <a:lnTo>
                    <a:pt x="2611449" y="1030955"/>
                  </a:lnTo>
                  <a:lnTo>
                    <a:pt x="2579615" y="1113424"/>
                  </a:lnTo>
                  <a:lnTo>
                    <a:pt x="2547572" y="1199722"/>
                  </a:lnTo>
                  <a:lnTo>
                    <a:pt x="2515287" y="1289662"/>
                  </a:lnTo>
                  <a:lnTo>
                    <a:pt x="2482742" y="1382993"/>
                  </a:lnTo>
                  <a:lnTo>
                    <a:pt x="2449937" y="1479404"/>
                  </a:lnTo>
                  <a:lnTo>
                    <a:pt x="2416885" y="1578528"/>
                  </a:lnTo>
                  <a:lnTo>
                    <a:pt x="2383616" y="1679942"/>
                  </a:lnTo>
                  <a:lnTo>
                    <a:pt x="2350165" y="1783176"/>
                  </a:lnTo>
                  <a:lnTo>
                    <a:pt x="2316581" y="1887724"/>
                  </a:lnTo>
                  <a:lnTo>
                    <a:pt x="2282916" y="1993051"/>
                  </a:lnTo>
                  <a:lnTo>
                    <a:pt x="2249227" y="2098603"/>
                  </a:lnTo>
                  <a:lnTo>
                    <a:pt x="2215573" y="2203824"/>
                  </a:lnTo>
                  <a:lnTo>
                    <a:pt x="2182010" y="2308163"/>
                  </a:lnTo>
                  <a:lnTo>
                    <a:pt x="2148591" y="2411089"/>
                  </a:lnTo>
                  <a:lnTo>
                    <a:pt x="2115360" y="2512103"/>
                  </a:lnTo>
                  <a:lnTo>
                    <a:pt x="2082354" y="2610742"/>
                  </a:lnTo>
                  <a:lnTo>
                    <a:pt x="2049597" y="2706595"/>
                  </a:lnTo>
                  <a:lnTo>
                    <a:pt x="2017102" y="2799304"/>
                  </a:lnTo>
                  <a:lnTo>
                    <a:pt x="1984865" y="2888569"/>
                  </a:lnTo>
                  <a:lnTo>
                    <a:pt x="1952865" y="2974153"/>
                  </a:lnTo>
                  <a:lnTo>
                    <a:pt x="1921065" y="3055877"/>
                  </a:lnTo>
                  <a:lnTo>
                    <a:pt x="1889407" y="3133625"/>
                  </a:lnTo>
                  <a:lnTo>
                    <a:pt x="1857814" y="3207338"/>
                  </a:lnTo>
                  <a:lnTo>
                    <a:pt x="1826186" y="3277009"/>
                  </a:lnTo>
                  <a:lnTo>
                    <a:pt x="1794397" y="3342683"/>
                  </a:lnTo>
                  <a:lnTo>
                    <a:pt x="1768425" y="3393008"/>
                  </a:lnTo>
                  <a:lnTo>
                    <a:pt x="1723949" y="3472065"/>
                  </a:lnTo>
                  <a:lnTo>
                    <a:pt x="1678155" y="3543914"/>
                  </a:lnTo>
                  <a:lnTo>
                    <a:pt x="1630463" y="3608848"/>
                  </a:lnTo>
                  <a:lnTo>
                    <a:pt x="1580219" y="3667402"/>
                  </a:lnTo>
                  <a:lnTo>
                    <a:pt x="1526746" y="3720206"/>
                  </a:lnTo>
                  <a:lnTo>
                    <a:pt x="1469384" y="3767897"/>
                  </a:lnTo>
                  <a:lnTo>
                    <a:pt x="1407549" y="3811057"/>
                  </a:lnTo>
                  <a:lnTo>
                    <a:pt x="1340802" y="3850189"/>
                  </a:lnTo>
                  <a:lnTo>
                    <a:pt x="1268933" y="3885695"/>
                  </a:lnTo>
                  <a:lnTo>
                    <a:pt x="1192081" y="3917867"/>
                  </a:lnTo>
                  <a:lnTo>
                    <a:pt x="1110860" y="3946887"/>
                  </a:lnTo>
                  <a:lnTo>
                    <a:pt x="1026481" y="3972833"/>
                  </a:lnTo>
                  <a:lnTo>
                    <a:pt x="940839" y="3995697"/>
                  </a:lnTo>
                  <a:lnTo>
                    <a:pt x="856496" y="4015419"/>
                  </a:lnTo>
                  <a:lnTo>
                    <a:pt x="776535" y="4031934"/>
                  </a:lnTo>
                  <a:lnTo>
                    <a:pt x="704226" y="4045226"/>
                  </a:lnTo>
                  <a:lnTo>
                    <a:pt x="642556" y="4055383"/>
                  </a:lnTo>
                  <a:lnTo>
                    <a:pt x="593698" y="4062634"/>
                  </a:lnTo>
                  <a:lnTo>
                    <a:pt x="558564" y="4067353"/>
                  </a:lnTo>
                  <a:lnTo>
                    <a:pt x="536570" y="4070037"/>
                  </a:lnTo>
                  <a:lnTo>
                    <a:pt x="525626" y="4071255"/>
                  </a:lnTo>
                  <a:lnTo>
                    <a:pt x="522313" y="4071593"/>
                  </a:lnTo>
                  <a:lnTo>
                    <a:pt x="522133" y="4071610"/>
                  </a:lnTo>
                  <a:lnTo>
                    <a:pt x="0" y="4071610"/>
                  </a:lnTo>
                  <a:close/>
                </a:path>
              </a:pathLst>
            </a:custGeom>
            <a:solidFill>
              <a:srgbClr val="F3BA99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1875" name="pl1875"/>
            <p:cNvSpPr/>
            <p:nvPr/>
          </p:nvSpPr>
          <p:spPr>
            <a:xfrm>
              <a:off x="386606" y="1654260"/>
              <a:ext cx="8554953" cy="4071610"/>
            </a:xfrm>
            <a:custGeom>
              <a:avLst/>
              <a:pathLst>
                <a:path w="8554953" h="4071610">
                  <a:moveTo>
                    <a:pt x="0" y="4071610"/>
                  </a:moveTo>
                  <a:lnTo>
                    <a:pt x="522133" y="4071610"/>
                  </a:lnTo>
                  <a:lnTo>
                    <a:pt x="523051" y="4071520"/>
                  </a:lnTo>
                  <a:lnTo>
                    <a:pt x="529096" y="4070881"/>
                  </a:lnTo>
                  <a:lnTo>
                    <a:pt x="544369" y="4069115"/>
                  </a:lnTo>
                  <a:lnTo>
                    <a:pt x="571749" y="4065636"/>
                  </a:lnTo>
                  <a:lnTo>
                    <a:pt x="612704" y="4059901"/>
                  </a:lnTo>
                  <a:lnTo>
                    <a:pt x="667173" y="4051459"/>
                  </a:lnTo>
                  <a:lnTo>
                    <a:pt x="733666" y="4039996"/>
                  </a:lnTo>
                  <a:lnTo>
                    <a:pt x="809603" y="4025345"/>
                  </a:lnTo>
                  <a:lnTo>
                    <a:pt x="891815" y="4007467"/>
                  </a:lnTo>
                  <a:lnTo>
                    <a:pt x="977059" y="3986407"/>
                  </a:lnTo>
                  <a:lnTo>
                    <a:pt x="1062443" y="3962235"/>
                  </a:lnTo>
                  <a:lnTo>
                    <a:pt x="1145677" y="3934993"/>
                  </a:lnTo>
                  <a:lnTo>
                    <a:pt x="1225161" y="3904655"/>
                  </a:lnTo>
                  <a:lnTo>
                    <a:pt x="1299950" y="3871102"/>
                  </a:lnTo>
                  <a:lnTo>
                    <a:pt x="1369647" y="3834105"/>
                  </a:lnTo>
                  <a:lnTo>
                    <a:pt x="1434276" y="3793324"/>
                  </a:lnTo>
                  <a:lnTo>
                    <a:pt x="1494155" y="3748315"/>
                  </a:lnTo>
                  <a:lnTo>
                    <a:pt x="1549796" y="3698537"/>
                  </a:lnTo>
                  <a:lnTo>
                    <a:pt x="1601821" y="3643380"/>
                  </a:lnTo>
                  <a:lnTo>
                    <a:pt x="1650903" y="3582202"/>
                  </a:lnTo>
                  <a:lnTo>
                    <a:pt x="1697716" y="3514399"/>
                  </a:lnTo>
                  <a:lnTo>
                    <a:pt x="1742888" y="3439517"/>
                  </a:lnTo>
                  <a:lnTo>
                    <a:pt x="1768425" y="3393008"/>
                  </a:lnTo>
                  <a:lnTo>
                    <a:pt x="1800455" y="3330510"/>
                  </a:lnTo>
                  <a:lnTo>
                    <a:pt x="1832203" y="3264083"/>
                  </a:lnTo>
                  <a:lnTo>
                    <a:pt x="1863816" y="3193645"/>
                  </a:lnTo>
                  <a:lnTo>
                    <a:pt x="1895414" y="3119164"/>
                  </a:lnTo>
                  <a:lnTo>
                    <a:pt x="1927093" y="3040654"/>
                  </a:lnTo>
                  <a:lnTo>
                    <a:pt x="1958927" y="2958186"/>
                  </a:lnTo>
                  <a:lnTo>
                    <a:pt x="1990970" y="2871887"/>
                  </a:lnTo>
                  <a:lnTo>
                    <a:pt x="2023255" y="2781948"/>
                  </a:lnTo>
                  <a:lnTo>
                    <a:pt x="2055801" y="2688617"/>
                  </a:lnTo>
                  <a:lnTo>
                    <a:pt x="2088606" y="2592205"/>
                  </a:lnTo>
                  <a:lnTo>
                    <a:pt x="2121657" y="2493081"/>
                  </a:lnTo>
                  <a:lnTo>
                    <a:pt x="2154927" y="2391668"/>
                  </a:lnTo>
                  <a:lnTo>
                    <a:pt x="2188377" y="2288433"/>
                  </a:lnTo>
                  <a:lnTo>
                    <a:pt x="2221961" y="2183885"/>
                  </a:lnTo>
                  <a:lnTo>
                    <a:pt x="2255626" y="2078559"/>
                  </a:lnTo>
                  <a:lnTo>
                    <a:pt x="2289315" y="1973006"/>
                  </a:lnTo>
                  <a:lnTo>
                    <a:pt x="2322969" y="1867786"/>
                  </a:lnTo>
                  <a:lnTo>
                    <a:pt x="2356532" y="1763446"/>
                  </a:lnTo>
                  <a:lnTo>
                    <a:pt x="2389951" y="1660520"/>
                  </a:lnTo>
                  <a:lnTo>
                    <a:pt x="2423182" y="1559507"/>
                  </a:lnTo>
                  <a:lnTo>
                    <a:pt x="2456188" y="1460867"/>
                  </a:lnTo>
                  <a:lnTo>
                    <a:pt x="2488945" y="1365014"/>
                  </a:lnTo>
                  <a:lnTo>
                    <a:pt x="2521440" y="1272305"/>
                  </a:lnTo>
                  <a:lnTo>
                    <a:pt x="2553678" y="1183040"/>
                  </a:lnTo>
                  <a:lnTo>
                    <a:pt x="2585678" y="1097457"/>
                  </a:lnTo>
                  <a:lnTo>
                    <a:pt x="2617478" y="1015732"/>
                  </a:lnTo>
                  <a:lnTo>
                    <a:pt x="2649135" y="937984"/>
                  </a:lnTo>
                  <a:lnTo>
                    <a:pt x="2680728" y="864271"/>
                  </a:lnTo>
                  <a:lnTo>
                    <a:pt x="2712356" y="794600"/>
                  </a:lnTo>
                  <a:lnTo>
                    <a:pt x="2744145" y="728926"/>
                  </a:lnTo>
                  <a:lnTo>
                    <a:pt x="2770117" y="678601"/>
                  </a:lnTo>
                  <a:lnTo>
                    <a:pt x="2814593" y="599544"/>
                  </a:lnTo>
                  <a:lnTo>
                    <a:pt x="2860387" y="527695"/>
                  </a:lnTo>
                  <a:lnTo>
                    <a:pt x="2908079" y="462762"/>
                  </a:lnTo>
                  <a:lnTo>
                    <a:pt x="2958323" y="404208"/>
                  </a:lnTo>
                  <a:lnTo>
                    <a:pt x="3011797" y="351403"/>
                  </a:lnTo>
                  <a:lnTo>
                    <a:pt x="3069159" y="303713"/>
                  </a:lnTo>
                  <a:lnTo>
                    <a:pt x="3130993" y="260552"/>
                  </a:lnTo>
                  <a:lnTo>
                    <a:pt x="3197741" y="221420"/>
                  </a:lnTo>
                  <a:lnTo>
                    <a:pt x="3269609" y="185914"/>
                  </a:lnTo>
                  <a:lnTo>
                    <a:pt x="3346461" y="153742"/>
                  </a:lnTo>
                  <a:lnTo>
                    <a:pt x="3427682" y="124722"/>
                  </a:lnTo>
                  <a:lnTo>
                    <a:pt x="3512061" y="98777"/>
                  </a:lnTo>
                  <a:lnTo>
                    <a:pt x="3597704" y="75913"/>
                  </a:lnTo>
                  <a:lnTo>
                    <a:pt x="3682046" y="56190"/>
                  </a:lnTo>
                  <a:lnTo>
                    <a:pt x="3762007" y="39675"/>
                  </a:lnTo>
                  <a:lnTo>
                    <a:pt x="3834316" y="26383"/>
                  </a:lnTo>
                  <a:lnTo>
                    <a:pt x="3895986" y="16226"/>
                  </a:lnTo>
                  <a:lnTo>
                    <a:pt x="3944845" y="8976"/>
                  </a:lnTo>
                  <a:lnTo>
                    <a:pt x="3979978" y="4257"/>
                  </a:lnTo>
                  <a:lnTo>
                    <a:pt x="4001973" y="1572"/>
                  </a:lnTo>
                  <a:lnTo>
                    <a:pt x="4012917" y="354"/>
                  </a:lnTo>
                  <a:lnTo>
                    <a:pt x="4016229" y="17"/>
                  </a:lnTo>
                  <a:lnTo>
                    <a:pt x="4016409" y="0"/>
                  </a:lnTo>
                  <a:lnTo>
                    <a:pt x="4538543" y="0"/>
                  </a:lnTo>
                  <a:lnTo>
                    <a:pt x="4539793" y="33"/>
                  </a:lnTo>
                  <a:lnTo>
                    <a:pt x="4547966" y="272"/>
                  </a:lnTo>
                  <a:lnTo>
                    <a:pt x="4568409" y="932"/>
                  </a:lnTo>
                  <a:lnTo>
                    <a:pt x="4604553" y="2229"/>
                  </a:lnTo>
                  <a:lnTo>
                    <a:pt x="4657599" y="4353"/>
                  </a:lnTo>
                  <a:lnTo>
                    <a:pt x="4726461" y="7448"/>
                  </a:lnTo>
                  <a:lnTo>
                    <a:pt x="4808138" y="11597"/>
                  </a:lnTo>
                  <a:lnTo>
                    <a:pt x="4898463" y="16827"/>
                  </a:lnTo>
                  <a:lnTo>
                    <a:pt x="4992986" y="23127"/>
                  </a:lnTo>
                  <a:lnTo>
                    <a:pt x="5087715" y="30470"/>
                  </a:lnTo>
                  <a:lnTo>
                    <a:pt x="5179562" y="38842"/>
                  </a:lnTo>
                  <a:lnTo>
                    <a:pt x="5266484" y="48259"/>
                  </a:lnTo>
                  <a:lnTo>
                    <a:pt x="5347403" y="58775"/>
                  </a:lnTo>
                  <a:lnTo>
                    <a:pt x="5422009" y="70491"/>
                  </a:lnTo>
                  <a:lnTo>
                    <a:pt x="5490550" y="83554"/>
                  </a:lnTo>
                  <a:lnTo>
                    <a:pt x="5553631" y="98151"/>
                  </a:lnTo>
                  <a:lnTo>
                    <a:pt x="5612068" y="114502"/>
                  </a:lnTo>
                  <a:lnTo>
                    <a:pt x="5666775" y="132846"/>
                  </a:lnTo>
                  <a:lnTo>
                    <a:pt x="5718672" y="153407"/>
                  </a:lnTo>
                  <a:lnTo>
                    <a:pt x="5768615" y="176349"/>
                  </a:lnTo>
                  <a:lnTo>
                    <a:pt x="5784835" y="184474"/>
                  </a:lnTo>
                  <a:lnTo>
                    <a:pt x="5833557" y="210809"/>
                  </a:lnTo>
                  <a:lnTo>
                    <a:pt x="5881804" y="239655"/>
                  </a:lnTo>
                  <a:lnTo>
                    <a:pt x="5930022" y="271055"/>
                  </a:lnTo>
                  <a:lnTo>
                    <a:pt x="5978529" y="304976"/>
                  </a:lnTo>
                  <a:lnTo>
                    <a:pt x="6027526" y="341305"/>
                  </a:lnTo>
                  <a:lnTo>
                    <a:pt x="6077112" y="379836"/>
                  </a:lnTo>
                  <a:lnTo>
                    <a:pt x="6127296" y="420279"/>
                  </a:lnTo>
                  <a:lnTo>
                    <a:pt x="6178009" y="462257"/>
                  </a:lnTo>
                  <a:lnTo>
                    <a:pt x="6229120" y="505320"/>
                  </a:lnTo>
                  <a:lnTo>
                    <a:pt x="6280453" y="548969"/>
                  </a:lnTo>
                  <a:lnTo>
                    <a:pt x="6331807" y="592672"/>
                  </a:lnTo>
                  <a:lnTo>
                    <a:pt x="6382978" y="635896"/>
                  </a:lnTo>
                  <a:lnTo>
                    <a:pt x="6433785" y="678133"/>
                  </a:lnTo>
                  <a:lnTo>
                    <a:pt x="6484085" y="718921"/>
                  </a:lnTo>
                  <a:lnTo>
                    <a:pt x="6533794" y="757869"/>
                  </a:lnTo>
                  <a:lnTo>
                    <a:pt x="6582906" y="794665"/>
                  </a:lnTo>
                  <a:lnTo>
                    <a:pt x="6631499" y="829088"/>
                  </a:lnTo>
                  <a:lnTo>
                    <a:pt x="6679755" y="861006"/>
                  </a:lnTo>
                  <a:lnTo>
                    <a:pt x="6727964" y="890371"/>
                  </a:lnTo>
                  <a:lnTo>
                    <a:pt x="6776546" y="917211"/>
                  </a:lnTo>
                  <a:lnTo>
                    <a:pt x="6786527" y="922371"/>
                  </a:lnTo>
                  <a:lnTo>
                    <a:pt x="6835988" y="946116"/>
                  </a:lnTo>
                  <a:lnTo>
                    <a:pt x="6887150" y="967452"/>
                  </a:lnTo>
                  <a:lnTo>
                    <a:pt x="6940827" y="986506"/>
                  </a:lnTo>
                  <a:lnTo>
                    <a:pt x="6997927" y="1003489"/>
                  </a:lnTo>
                  <a:lnTo>
                    <a:pt x="7059375" y="1018641"/>
                  </a:lnTo>
                  <a:lnTo>
                    <a:pt x="7126029" y="1032189"/>
                  </a:lnTo>
                  <a:lnTo>
                    <a:pt x="7198580" y="1044332"/>
                  </a:lnTo>
                  <a:lnTo>
                    <a:pt x="7277412" y="1055232"/>
                  </a:lnTo>
                  <a:lnTo>
                    <a:pt x="7362426" y="1065004"/>
                  </a:lnTo>
                  <a:lnTo>
                    <a:pt x="7452819" y="1073719"/>
                  </a:lnTo>
                  <a:lnTo>
                    <a:pt x="7546885" y="1081403"/>
                  </a:lnTo>
                  <a:lnTo>
                    <a:pt x="7641879" y="1088050"/>
                  </a:lnTo>
                  <a:lnTo>
                    <a:pt x="7734076" y="1093637"/>
                  </a:lnTo>
                  <a:lnTo>
                    <a:pt x="7819108" y="1098143"/>
                  </a:lnTo>
                  <a:lnTo>
                    <a:pt x="7892617" y="1101581"/>
                  </a:lnTo>
                  <a:lnTo>
                    <a:pt x="7951122" y="1104013"/>
                  </a:lnTo>
                  <a:lnTo>
                    <a:pt x="7992839" y="1105564"/>
                  </a:lnTo>
                  <a:lnTo>
                    <a:pt x="8018202" y="1106412"/>
                  </a:lnTo>
                  <a:lnTo>
                    <a:pt x="8029930" y="1106766"/>
                  </a:lnTo>
                  <a:lnTo>
                    <a:pt x="8032772" y="1106844"/>
                  </a:lnTo>
                  <a:lnTo>
                    <a:pt x="8032819" y="1106845"/>
                  </a:lnTo>
                  <a:lnTo>
                    <a:pt x="8554953" y="1106845"/>
                  </a:lnTo>
                  <a:lnTo>
                    <a:pt x="8554953" y="1106845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876" name="pl1876"/>
            <p:cNvSpPr/>
            <p:nvPr/>
          </p:nvSpPr>
          <p:spPr>
            <a:xfrm>
              <a:off x="386606" y="1642966"/>
              <a:ext cx="8554953" cy="4071610"/>
            </a:xfrm>
            <a:custGeom>
              <a:avLst/>
              <a:pathLst>
                <a:path w="8554953" h="4071610">
                  <a:moveTo>
                    <a:pt x="8554953" y="1106845"/>
                  </a:moveTo>
                  <a:lnTo>
                    <a:pt x="8032819" y="1106845"/>
                  </a:lnTo>
                  <a:lnTo>
                    <a:pt x="8031569" y="1106812"/>
                  </a:lnTo>
                  <a:lnTo>
                    <a:pt x="8023396" y="1106573"/>
                  </a:lnTo>
                  <a:lnTo>
                    <a:pt x="8002953" y="1105913"/>
                  </a:lnTo>
                  <a:lnTo>
                    <a:pt x="7966809" y="1104616"/>
                  </a:lnTo>
                  <a:lnTo>
                    <a:pt x="7913763" y="1102492"/>
                  </a:lnTo>
                  <a:lnTo>
                    <a:pt x="7844901" y="1099397"/>
                  </a:lnTo>
                  <a:lnTo>
                    <a:pt x="7763224" y="1095248"/>
                  </a:lnTo>
                  <a:lnTo>
                    <a:pt x="7672899" y="1090017"/>
                  </a:lnTo>
                  <a:lnTo>
                    <a:pt x="7578376" y="1083718"/>
                  </a:lnTo>
                  <a:lnTo>
                    <a:pt x="7483647" y="1076375"/>
                  </a:lnTo>
                  <a:lnTo>
                    <a:pt x="7391800" y="1068002"/>
                  </a:lnTo>
                  <a:lnTo>
                    <a:pt x="7304878" y="1058586"/>
                  </a:lnTo>
                  <a:lnTo>
                    <a:pt x="7223959" y="1048070"/>
                  </a:lnTo>
                  <a:lnTo>
                    <a:pt x="7149353" y="1036353"/>
                  </a:lnTo>
                  <a:lnTo>
                    <a:pt x="7080812" y="1023290"/>
                  </a:lnTo>
                  <a:lnTo>
                    <a:pt x="7017731" y="1008694"/>
                  </a:lnTo>
                  <a:lnTo>
                    <a:pt x="6959294" y="992342"/>
                  </a:lnTo>
                  <a:lnTo>
                    <a:pt x="6904587" y="973999"/>
                  </a:lnTo>
                  <a:lnTo>
                    <a:pt x="6852690" y="953438"/>
                  </a:lnTo>
                  <a:lnTo>
                    <a:pt x="6802747" y="930495"/>
                  </a:lnTo>
                  <a:lnTo>
                    <a:pt x="6786527" y="922371"/>
                  </a:lnTo>
                  <a:lnTo>
                    <a:pt x="6737805" y="896036"/>
                  </a:lnTo>
                  <a:lnTo>
                    <a:pt x="6689558" y="867189"/>
                  </a:lnTo>
                  <a:lnTo>
                    <a:pt x="6641339" y="835790"/>
                  </a:lnTo>
                  <a:lnTo>
                    <a:pt x="6592833" y="801868"/>
                  </a:lnTo>
                  <a:lnTo>
                    <a:pt x="6543836" y="765540"/>
                  </a:lnTo>
                  <a:lnTo>
                    <a:pt x="6494250" y="727008"/>
                  </a:lnTo>
                  <a:lnTo>
                    <a:pt x="6444066" y="686565"/>
                  </a:lnTo>
                  <a:lnTo>
                    <a:pt x="6393353" y="644588"/>
                  </a:lnTo>
                  <a:lnTo>
                    <a:pt x="6342242" y="601524"/>
                  </a:lnTo>
                  <a:lnTo>
                    <a:pt x="6290909" y="557876"/>
                  </a:lnTo>
                  <a:lnTo>
                    <a:pt x="6239555" y="514173"/>
                  </a:lnTo>
                  <a:lnTo>
                    <a:pt x="6188384" y="470948"/>
                  </a:lnTo>
                  <a:lnTo>
                    <a:pt x="6137577" y="428711"/>
                  </a:lnTo>
                  <a:lnTo>
                    <a:pt x="6087277" y="387923"/>
                  </a:lnTo>
                  <a:lnTo>
                    <a:pt x="6037568" y="348976"/>
                  </a:lnTo>
                  <a:lnTo>
                    <a:pt x="5988456" y="312180"/>
                  </a:lnTo>
                  <a:lnTo>
                    <a:pt x="5939863" y="277756"/>
                  </a:lnTo>
                  <a:lnTo>
                    <a:pt x="5891607" y="245838"/>
                  </a:lnTo>
                  <a:lnTo>
                    <a:pt x="5843398" y="216473"/>
                  </a:lnTo>
                  <a:lnTo>
                    <a:pt x="5794816" y="189634"/>
                  </a:lnTo>
                  <a:lnTo>
                    <a:pt x="5784835" y="184474"/>
                  </a:lnTo>
                  <a:lnTo>
                    <a:pt x="5735374" y="160729"/>
                  </a:lnTo>
                  <a:lnTo>
                    <a:pt x="5684212" y="139393"/>
                  </a:lnTo>
                  <a:lnTo>
                    <a:pt x="5630535" y="120339"/>
                  </a:lnTo>
                  <a:lnTo>
                    <a:pt x="5573435" y="103355"/>
                  </a:lnTo>
                  <a:lnTo>
                    <a:pt x="5511987" y="88203"/>
                  </a:lnTo>
                  <a:lnTo>
                    <a:pt x="5445333" y="74656"/>
                  </a:lnTo>
                  <a:lnTo>
                    <a:pt x="5372782" y="62512"/>
                  </a:lnTo>
                  <a:lnTo>
                    <a:pt x="5293950" y="51612"/>
                  </a:lnTo>
                  <a:lnTo>
                    <a:pt x="5208936" y="41840"/>
                  </a:lnTo>
                  <a:lnTo>
                    <a:pt x="5118543" y="33126"/>
                  </a:lnTo>
                  <a:lnTo>
                    <a:pt x="5024477" y="25442"/>
                  </a:lnTo>
                  <a:lnTo>
                    <a:pt x="4929483" y="18794"/>
                  </a:lnTo>
                  <a:lnTo>
                    <a:pt x="4837286" y="13208"/>
                  </a:lnTo>
                  <a:lnTo>
                    <a:pt x="4752254" y="8701"/>
                  </a:lnTo>
                  <a:lnTo>
                    <a:pt x="4678745" y="5264"/>
                  </a:lnTo>
                  <a:lnTo>
                    <a:pt x="4620240" y="2832"/>
                  </a:lnTo>
                  <a:lnTo>
                    <a:pt x="4578523" y="1280"/>
                  </a:lnTo>
                  <a:lnTo>
                    <a:pt x="4553160" y="433"/>
                  </a:lnTo>
                  <a:lnTo>
                    <a:pt x="4541432" y="79"/>
                  </a:lnTo>
                  <a:lnTo>
                    <a:pt x="4538590" y="1"/>
                  </a:lnTo>
                  <a:lnTo>
                    <a:pt x="4538543" y="0"/>
                  </a:lnTo>
                  <a:lnTo>
                    <a:pt x="4016409" y="0"/>
                  </a:lnTo>
                  <a:lnTo>
                    <a:pt x="4015491" y="89"/>
                  </a:lnTo>
                  <a:lnTo>
                    <a:pt x="4009446" y="728"/>
                  </a:lnTo>
                  <a:lnTo>
                    <a:pt x="3994174" y="2495"/>
                  </a:lnTo>
                  <a:lnTo>
                    <a:pt x="3966793" y="5973"/>
                  </a:lnTo>
                  <a:lnTo>
                    <a:pt x="3925838" y="11708"/>
                  </a:lnTo>
                  <a:lnTo>
                    <a:pt x="3871369" y="20150"/>
                  </a:lnTo>
                  <a:lnTo>
                    <a:pt x="3804876" y="31613"/>
                  </a:lnTo>
                  <a:lnTo>
                    <a:pt x="3728939" y="46265"/>
                  </a:lnTo>
                  <a:lnTo>
                    <a:pt x="3646727" y="64142"/>
                  </a:lnTo>
                  <a:lnTo>
                    <a:pt x="3561483" y="85202"/>
                  </a:lnTo>
                  <a:lnTo>
                    <a:pt x="3476099" y="109374"/>
                  </a:lnTo>
                  <a:lnTo>
                    <a:pt x="3392865" y="136617"/>
                  </a:lnTo>
                  <a:lnTo>
                    <a:pt x="3313381" y="166954"/>
                  </a:lnTo>
                  <a:lnTo>
                    <a:pt x="3238592" y="200508"/>
                  </a:lnTo>
                  <a:lnTo>
                    <a:pt x="3168895" y="237505"/>
                  </a:lnTo>
                  <a:lnTo>
                    <a:pt x="3104266" y="278285"/>
                  </a:lnTo>
                  <a:lnTo>
                    <a:pt x="3044387" y="323295"/>
                  </a:lnTo>
                  <a:lnTo>
                    <a:pt x="2988747" y="373073"/>
                  </a:lnTo>
                  <a:lnTo>
                    <a:pt x="2936721" y="428230"/>
                  </a:lnTo>
                  <a:lnTo>
                    <a:pt x="2887639" y="489407"/>
                  </a:lnTo>
                  <a:lnTo>
                    <a:pt x="2840826" y="557210"/>
                  </a:lnTo>
                  <a:lnTo>
                    <a:pt x="2795654" y="632092"/>
                  </a:lnTo>
                  <a:lnTo>
                    <a:pt x="2770117" y="678601"/>
                  </a:lnTo>
                  <a:lnTo>
                    <a:pt x="2738087" y="741099"/>
                  </a:lnTo>
                  <a:lnTo>
                    <a:pt x="2706339" y="807527"/>
                  </a:lnTo>
                  <a:lnTo>
                    <a:pt x="2674726" y="877964"/>
                  </a:lnTo>
                  <a:lnTo>
                    <a:pt x="2643128" y="952446"/>
                  </a:lnTo>
                  <a:lnTo>
                    <a:pt x="2611449" y="1030955"/>
                  </a:lnTo>
                  <a:lnTo>
                    <a:pt x="2579615" y="1113424"/>
                  </a:lnTo>
                  <a:lnTo>
                    <a:pt x="2547572" y="1199722"/>
                  </a:lnTo>
                  <a:lnTo>
                    <a:pt x="2515287" y="1289662"/>
                  </a:lnTo>
                  <a:lnTo>
                    <a:pt x="2482742" y="1382993"/>
                  </a:lnTo>
                  <a:lnTo>
                    <a:pt x="2449937" y="1479404"/>
                  </a:lnTo>
                  <a:lnTo>
                    <a:pt x="2416885" y="1578528"/>
                  </a:lnTo>
                  <a:lnTo>
                    <a:pt x="2383616" y="1679942"/>
                  </a:lnTo>
                  <a:lnTo>
                    <a:pt x="2350165" y="1783176"/>
                  </a:lnTo>
                  <a:lnTo>
                    <a:pt x="2316581" y="1887724"/>
                  </a:lnTo>
                  <a:lnTo>
                    <a:pt x="2282916" y="1993051"/>
                  </a:lnTo>
                  <a:lnTo>
                    <a:pt x="2249227" y="2098603"/>
                  </a:lnTo>
                  <a:lnTo>
                    <a:pt x="2215573" y="2203824"/>
                  </a:lnTo>
                  <a:lnTo>
                    <a:pt x="2182010" y="2308163"/>
                  </a:lnTo>
                  <a:lnTo>
                    <a:pt x="2148591" y="2411089"/>
                  </a:lnTo>
                  <a:lnTo>
                    <a:pt x="2115360" y="2512103"/>
                  </a:lnTo>
                  <a:lnTo>
                    <a:pt x="2082354" y="2610742"/>
                  </a:lnTo>
                  <a:lnTo>
                    <a:pt x="2049597" y="2706595"/>
                  </a:lnTo>
                  <a:lnTo>
                    <a:pt x="2017102" y="2799304"/>
                  </a:lnTo>
                  <a:lnTo>
                    <a:pt x="1984865" y="2888569"/>
                  </a:lnTo>
                  <a:lnTo>
                    <a:pt x="1952865" y="2974153"/>
                  </a:lnTo>
                  <a:lnTo>
                    <a:pt x="1921065" y="3055877"/>
                  </a:lnTo>
                  <a:lnTo>
                    <a:pt x="1889407" y="3133625"/>
                  </a:lnTo>
                  <a:lnTo>
                    <a:pt x="1857814" y="3207338"/>
                  </a:lnTo>
                  <a:lnTo>
                    <a:pt x="1826186" y="3277009"/>
                  </a:lnTo>
                  <a:lnTo>
                    <a:pt x="1794397" y="3342683"/>
                  </a:lnTo>
                  <a:lnTo>
                    <a:pt x="1768425" y="3393008"/>
                  </a:lnTo>
                  <a:lnTo>
                    <a:pt x="1723949" y="3472065"/>
                  </a:lnTo>
                  <a:lnTo>
                    <a:pt x="1678155" y="3543914"/>
                  </a:lnTo>
                  <a:lnTo>
                    <a:pt x="1630463" y="3608848"/>
                  </a:lnTo>
                  <a:lnTo>
                    <a:pt x="1580219" y="3667402"/>
                  </a:lnTo>
                  <a:lnTo>
                    <a:pt x="1526746" y="3720206"/>
                  </a:lnTo>
                  <a:lnTo>
                    <a:pt x="1469384" y="3767897"/>
                  </a:lnTo>
                  <a:lnTo>
                    <a:pt x="1407549" y="3811057"/>
                  </a:lnTo>
                  <a:lnTo>
                    <a:pt x="1340802" y="3850189"/>
                  </a:lnTo>
                  <a:lnTo>
                    <a:pt x="1268933" y="3885695"/>
                  </a:lnTo>
                  <a:lnTo>
                    <a:pt x="1192081" y="3917867"/>
                  </a:lnTo>
                  <a:lnTo>
                    <a:pt x="1110860" y="3946887"/>
                  </a:lnTo>
                  <a:lnTo>
                    <a:pt x="1026481" y="3972833"/>
                  </a:lnTo>
                  <a:lnTo>
                    <a:pt x="940839" y="3995697"/>
                  </a:lnTo>
                  <a:lnTo>
                    <a:pt x="856496" y="4015419"/>
                  </a:lnTo>
                  <a:lnTo>
                    <a:pt x="776535" y="4031934"/>
                  </a:lnTo>
                  <a:lnTo>
                    <a:pt x="704226" y="4045226"/>
                  </a:lnTo>
                  <a:lnTo>
                    <a:pt x="642556" y="4055383"/>
                  </a:lnTo>
                  <a:lnTo>
                    <a:pt x="593698" y="4062634"/>
                  </a:lnTo>
                  <a:lnTo>
                    <a:pt x="558564" y="4067353"/>
                  </a:lnTo>
                  <a:lnTo>
                    <a:pt x="536570" y="4070037"/>
                  </a:lnTo>
                  <a:lnTo>
                    <a:pt x="525626" y="4071255"/>
                  </a:lnTo>
                  <a:lnTo>
                    <a:pt x="522313" y="4071593"/>
                  </a:lnTo>
                  <a:lnTo>
                    <a:pt x="522133" y="4071610"/>
                  </a:lnTo>
                  <a:lnTo>
                    <a:pt x="0" y="4071610"/>
                  </a:lnTo>
                  <a:lnTo>
                    <a:pt x="0" y="407161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877" name="pg1877"/>
            <p:cNvSpPr/>
            <p:nvPr/>
          </p:nvSpPr>
          <p:spPr>
            <a:xfrm>
              <a:off x="386606" y="4201134"/>
              <a:ext cx="8554953" cy="1976509"/>
            </a:xfrm>
            <a:custGeom>
              <a:avLst/>
              <a:pathLst>
                <a:path w="8554953" h="1976509">
                  <a:moveTo>
                    <a:pt x="0" y="1569913"/>
                  </a:moveTo>
                  <a:lnTo>
                    <a:pt x="522133" y="1569913"/>
                  </a:lnTo>
                  <a:lnTo>
                    <a:pt x="523400" y="1569926"/>
                  </a:lnTo>
                  <a:lnTo>
                    <a:pt x="531684" y="1570014"/>
                  </a:lnTo>
                  <a:lnTo>
                    <a:pt x="552394" y="1570261"/>
                  </a:lnTo>
                  <a:lnTo>
                    <a:pt x="588983" y="1570744"/>
                  </a:lnTo>
                  <a:lnTo>
                    <a:pt x="642632" y="1571535"/>
                  </a:lnTo>
                  <a:lnTo>
                    <a:pt x="712192" y="1572687"/>
                  </a:lnTo>
                  <a:lnTo>
                    <a:pt x="794581" y="1574230"/>
                  </a:lnTo>
                  <a:lnTo>
                    <a:pt x="885552" y="1576175"/>
                  </a:lnTo>
                  <a:lnTo>
                    <a:pt x="980597" y="1578515"/>
                  </a:lnTo>
                  <a:lnTo>
                    <a:pt x="1075698" y="1581242"/>
                  </a:lnTo>
                  <a:lnTo>
                    <a:pt x="1167771" y="1584351"/>
                  </a:lnTo>
                  <a:lnTo>
                    <a:pt x="1254795" y="1587847"/>
                  </a:lnTo>
                  <a:lnTo>
                    <a:pt x="1335723" y="1591753"/>
                  </a:lnTo>
                  <a:lnTo>
                    <a:pt x="1410282" y="1596107"/>
                  </a:lnTo>
                  <a:lnTo>
                    <a:pt x="1478749" y="1600965"/>
                  </a:lnTo>
                  <a:lnTo>
                    <a:pt x="1541757" y="1606396"/>
                  </a:lnTo>
                  <a:lnTo>
                    <a:pt x="1600146" y="1612485"/>
                  </a:lnTo>
                  <a:lnTo>
                    <a:pt x="1654843" y="1619319"/>
                  </a:lnTo>
                  <a:lnTo>
                    <a:pt x="1706781" y="1626982"/>
                  </a:lnTo>
                  <a:lnTo>
                    <a:pt x="1756818" y="1635531"/>
                  </a:lnTo>
                  <a:lnTo>
                    <a:pt x="1768425" y="1637679"/>
                  </a:lnTo>
                  <a:lnTo>
                    <a:pt x="1821741" y="1648319"/>
                  </a:lnTo>
                  <a:lnTo>
                    <a:pt x="1874542" y="1660068"/>
                  </a:lnTo>
                  <a:lnTo>
                    <a:pt x="1927389" y="1672941"/>
                  </a:lnTo>
                  <a:lnTo>
                    <a:pt x="1980663" y="1686913"/>
                  </a:lnTo>
                  <a:lnTo>
                    <a:pt x="2034581" y="1701915"/>
                  </a:lnTo>
                  <a:lnTo>
                    <a:pt x="2089221" y="1717831"/>
                  </a:lnTo>
                  <a:lnTo>
                    <a:pt x="2144540" y="1734497"/>
                  </a:lnTo>
                  <a:lnTo>
                    <a:pt x="2200396" y="1751711"/>
                  </a:lnTo>
                  <a:lnTo>
                    <a:pt x="2256570" y="1769237"/>
                  </a:lnTo>
                  <a:lnTo>
                    <a:pt x="2312806" y="1786821"/>
                  </a:lnTo>
                  <a:lnTo>
                    <a:pt x="2368835" y="1804207"/>
                  </a:lnTo>
                  <a:lnTo>
                    <a:pt x="2424420" y="1821147"/>
                  </a:lnTo>
                  <a:lnTo>
                    <a:pt x="2479379" y="1837425"/>
                  </a:lnTo>
                  <a:lnTo>
                    <a:pt x="2533621" y="1852857"/>
                  </a:lnTo>
                  <a:lnTo>
                    <a:pt x="2587167" y="1867306"/>
                  </a:lnTo>
                  <a:lnTo>
                    <a:pt x="2640170" y="1880681"/>
                  </a:lnTo>
                  <a:lnTo>
                    <a:pt x="2692934" y="1892937"/>
                  </a:lnTo>
                  <a:lnTo>
                    <a:pt x="2745935" y="1904074"/>
                  </a:lnTo>
                  <a:lnTo>
                    <a:pt x="2770117" y="1908743"/>
                  </a:lnTo>
                  <a:lnTo>
                    <a:pt x="2819814" y="1917505"/>
                  </a:lnTo>
                  <a:lnTo>
                    <a:pt x="2871231" y="1925373"/>
                  </a:lnTo>
                  <a:lnTo>
                    <a:pt x="2925195" y="1932396"/>
                  </a:lnTo>
                  <a:lnTo>
                    <a:pt x="2982627" y="1938652"/>
                  </a:lnTo>
                  <a:lnTo>
                    <a:pt x="3044465" y="1944231"/>
                  </a:lnTo>
                  <a:lnTo>
                    <a:pt x="3111577" y="1949217"/>
                  </a:lnTo>
                  <a:lnTo>
                    <a:pt x="3184658" y="1953684"/>
                  </a:lnTo>
                  <a:lnTo>
                    <a:pt x="3264084" y="1957692"/>
                  </a:lnTo>
                  <a:lnTo>
                    <a:pt x="3349732" y="1961282"/>
                  </a:lnTo>
                  <a:lnTo>
                    <a:pt x="3440757" y="1964481"/>
                  </a:lnTo>
                  <a:lnTo>
                    <a:pt x="3535382" y="1967299"/>
                  </a:lnTo>
                  <a:lnTo>
                    <a:pt x="3630773" y="1969731"/>
                  </a:lnTo>
                  <a:lnTo>
                    <a:pt x="3723103" y="1971770"/>
                  </a:lnTo>
                  <a:lnTo>
                    <a:pt x="3807924" y="1973408"/>
                  </a:lnTo>
                  <a:lnTo>
                    <a:pt x="3880847" y="1974650"/>
                  </a:lnTo>
                  <a:lnTo>
                    <a:pt x="3938434" y="1975522"/>
                  </a:lnTo>
                  <a:lnTo>
                    <a:pt x="3979030" y="1976072"/>
                  </a:lnTo>
                  <a:lnTo>
                    <a:pt x="4003255" y="1976367"/>
                  </a:lnTo>
                  <a:lnTo>
                    <a:pt x="4014050" y="1976486"/>
                  </a:lnTo>
                  <a:lnTo>
                    <a:pt x="4016409" y="1976509"/>
                  </a:lnTo>
                  <a:lnTo>
                    <a:pt x="4538543" y="1976509"/>
                  </a:lnTo>
                  <a:lnTo>
                    <a:pt x="4539751" y="1976452"/>
                  </a:lnTo>
                  <a:lnTo>
                    <a:pt x="4547662" y="1976041"/>
                  </a:lnTo>
                  <a:lnTo>
                    <a:pt x="4567472" y="1974905"/>
                  </a:lnTo>
                  <a:lnTo>
                    <a:pt x="4602554" y="1972674"/>
                  </a:lnTo>
                  <a:lnTo>
                    <a:pt x="4654158" y="1969016"/>
                  </a:lnTo>
                  <a:lnTo>
                    <a:pt x="4721342" y="1963679"/>
                  </a:lnTo>
                  <a:lnTo>
                    <a:pt x="4801299" y="1956514"/>
                  </a:lnTo>
                  <a:lnTo>
                    <a:pt x="4890055" y="1947467"/>
                  </a:lnTo>
                  <a:lnTo>
                    <a:pt x="4983297" y="1936556"/>
                  </a:lnTo>
                  <a:lnTo>
                    <a:pt x="5077100" y="1923824"/>
                  </a:lnTo>
                  <a:lnTo>
                    <a:pt x="5168374" y="1909300"/>
                  </a:lnTo>
                  <a:lnTo>
                    <a:pt x="5255027" y="1892965"/>
                  </a:lnTo>
                  <a:lnTo>
                    <a:pt x="5335904" y="1874734"/>
                  </a:lnTo>
                  <a:lnTo>
                    <a:pt x="5410615" y="1854445"/>
                  </a:lnTo>
                  <a:lnTo>
                    <a:pt x="5479329" y="1831858"/>
                  </a:lnTo>
                  <a:lnTo>
                    <a:pt x="5542588" y="1806661"/>
                  </a:lnTo>
                  <a:lnTo>
                    <a:pt x="5601154" y="1778483"/>
                  </a:lnTo>
                  <a:lnTo>
                    <a:pt x="5655898" y="1746918"/>
                  </a:lnTo>
                  <a:lnTo>
                    <a:pt x="5707715" y="1711566"/>
                  </a:lnTo>
                  <a:lnTo>
                    <a:pt x="5757452" y="1672115"/>
                  </a:lnTo>
                  <a:lnTo>
                    <a:pt x="5784835" y="1648032"/>
                  </a:lnTo>
                  <a:lnTo>
                    <a:pt x="5827153" y="1607594"/>
                  </a:lnTo>
                  <a:lnTo>
                    <a:pt x="5869063" y="1563801"/>
                  </a:lnTo>
                  <a:lnTo>
                    <a:pt x="5910875" y="1516588"/>
                  </a:lnTo>
                  <a:lnTo>
                    <a:pt x="5952822" y="1465962"/>
                  </a:lnTo>
                  <a:lnTo>
                    <a:pt x="5995069" y="1412011"/>
                  </a:lnTo>
                  <a:lnTo>
                    <a:pt x="6037721" y="1354909"/>
                  </a:lnTo>
                  <a:lnTo>
                    <a:pt x="6080824" y="1294921"/>
                  </a:lnTo>
                  <a:lnTo>
                    <a:pt x="6124377" y="1232402"/>
                  </a:lnTo>
                  <a:lnTo>
                    <a:pt x="6168334" y="1167792"/>
                  </a:lnTo>
                  <a:lnTo>
                    <a:pt x="6212613" y="1101603"/>
                  </a:lnTo>
                  <a:lnTo>
                    <a:pt x="6257105" y="1034406"/>
                  </a:lnTo>
                  <a:lnTo>
                    <a:pt x="6301683" y="966809"/>
                  </a:lnTo>
                  <a:lnTo>
                    <a:pt x="6346212" y="899436"/>
                  </a:lnTo>
                  <a:lnTo>
                    <a:pt x="6390563" y="832903"/>
                  </a:lnTo>
                  <a:lnTo>
                    <a:pt x="6434621" y="767793"/>
                  </a:lnTo>
                  <a:lnTo>
                    <a:pt x="6478294" y="704636"/>
                  </a:lnTo>
                  <a:lnTo>
                    <a:pt x="6521526" y="643894"/>
                  </a:lnTo>
                  <a:lnTo>
                    <a:pt x="6564303" y="585947"/>
                  </a:lnTo>
                  <a:lnTo>
                    <a:pt x="6606656" y="531085"/>
                  </a:lnTo>
                  <a:lnTo>
                    <a:pt x="6648674" y="479508"/>
                  </a:lnTo>
                  <a:lnTo>
                    <a:pt x="6690503" y="431328"/>
                  </a:lnTo>
                  <a:lnTo>
                    <a:pt x="6732358" y="386574"/>
                  </a:lnTo>
                  <a:lnTo>
                    <a:pt x="6774524" y="345200"/>
                  </a:lnTo>
                  <a:lnTo>
                    <a:pt x="6786527" y="334124"/>
                  </a:lnTo>
                  <a:lnTo>
                    <a:pt x="6835421" y="292297"/>
                  </a:lnTo>
                  <a:lnTo>
                    <a:pt x="6885969" y="254665"/>
                  </a:lnTo>
                  <a:lnTo>
                    <a:pt x="6938955" y="221013"/>
                  </a:lnTo>
                  <a:lnTo>
                    <a:pt x="6995257" y="190977"/>
                  </a:lnTo>
                  <a:lnTo>
                    <a:pt x="7055769" y="164149"/>
                  </a:lnTo>
                  <a:lnTo>
                    <a:pt x="7121327" y="140134"/>
                  </a:lnTo>
                  <a:lnTo>
                    <a:pt x="7192611" y="118585"/>
                  </a:lnTo>
                  <a:lnTo>
                    <a:pt x="7270021" y="99220"/>
                  </a:lnTo>
                  <a:lnTo>
                    <a:pt x="7353508" y="81832"/>
                  </a:lnTo>
                  <a:lnTo>
                    <a:pt x="7442373" y="66294"/>
                  </a:lnTo>
                  <a:lnTo>
                    <a:pt x="7535068" y="52552"/>
                  </a:lnTo>
                  <a:lnTo>
                    <a:pt x="7629062" y="40609"/>
                  </a:lnTo>
                  <a:lnTo>
                    <a:pt x="7720865" y="30508"/>
                  </a:lnTo>
                  <a:lnTo>
                    <a:pt x="7806308" y="22283"/>
                  </a:lnTo>
                  <a:lnTo>
                    <a:pt x="7881127" y="15928"/>
                  </a:lnTo>
                  <a:lnTo>
                    <a:pt x="7941757" y="11349"/>
                  </a:lnTo>
                  <a:lnTo>
                    <a:pt x="7986136" y="8350"/>
                  </a:lnTo>
                  <a:lnTo>
                    <a:pt x="8014265" y="6641"/>
                  </a:lnTo>
                  <a:lnTo>
                    <a:pt x="8028350" y="5869"/>
                  </a:lnTo>
                  <a:lnTo>
                    <a:pt x="8032597" y="5657"/>
                  </a:lnTo>
                  <a:lnTo>
                    <a:pt x="8032819" y="5647"/>
                  </a:lnTo>
                  <a:lnTo>
                    <a:pt x="8554953" y="5647"/>
                  </a:lnTo>
                  <a:lnTo>
                    <a:pt x="8554953" y="0"/>
                  </a:lnTo>
                  <a:lnTo>
                    <a:pt x="8032819" y="0"/>
                  </a:lnTo>
                  <a:lnTo>
                    <a:pt x="8031610" y="57"/>
                  </a:lnTo>
                  <a:lnTo>
                    <a:pt x="8023700" y="468"/>
                  </a:lnTo>
                  <a:lnTo>
                    <a:pt x="8003890" y="1604"/>
                  </a:lnTo>
                  <a:lnTo>
                    <a:pt x="7968808" y="3835"/>
                  </a:lnTo>
                  <a:lnTo>
                    <a:pt x="7917204" y="7493"/>
                  </a:lnTo>
                  <a:lnTo>
                    <a:pt x="7850020" y="12830"/>
                  </a:lnTo>
                  <a:lnTo>
                    <a:pt x="7770063" y="19995"/>
                  </a:lnTo>
                  <a:lnTo>
                    <a:pt x="7681307" y="29042"/>
                  </a:lnTo>
                  <a:lnTo>
                    <a:pt x="7588065" y="39953"/>
                  </a:lnTo>
                  <a:lnTo>
                    <a:pt x="7494262" y="52685"/>
                  </a:lnTo>
                  <a:lnTo>
                    <a:pt x="7402988" y="67209"/>
                  </a:lnTo>
                  <a:lnTo>
                    <a:pt x="7316335" y="83544"/>
                  </a:lnTo>
                  <a:lnTo>
                    <a:pt x="7235458" y="101775"/>
                  </a:lnTo>
                  <a:lnTo>
                    <a:pt x="7160747" y="122064"/>
                  </a:lnTo>
                  <a:lnTo>
                    <a:pt x="7092033" y="144651"/>
                  </a:lnTo>
                  <a:lnTo>
                    <a:pt x="7028774" y="169848"/>
                  </a:lnTo>
                  <a:lnTo>
                    <a:pt x="6970208" y="198026"/>
                  </a:lnTo>
                  <a:lnTo>
                    <a:pt x="6915464" y="229591"/>
                  </a:lnTo>
                  <a:lnTo>
                    <a:pt x="6863647" y="264943"/>
                  </a:lnTo>
                  <a:lnTo>
                    <a:pt x="6813910" y="304393"/>
                  </a:lnTo>
                  <a:lnTo>
                    <a:pt x="6786527" y="328477"/>
                  </a:lnTo>
                  <a:lnTo>
                    <a:pt x="6744209" y="368915"/>
                  </a:lnTo>
                  <a:lnTo>
                    <a:pt x="6702299" y="412708"/>
                  </a:lnTo>
                  <a:lnTo>
                    <a:pt x="6660487" y="459921"/>
                  </a:lnTo>
                  <a:lnTo>
                    <a:pt x="6618540" y="510547"/>
                  </a:lnTo>
                  <a:lnTo>
                    <a:pt x="6576293" y="564498"/>
                  </a:lnTo>
                  <a:lnTo>
                    <a:pt x="6533641" y="621600"/>
                  </a:lnTo>
                  <a:lnTo>
                    <a:pt x="6490538" y="681588"/>
                  </a:lnTo>
                  <a:lnTo>
                    <a:pt x="6446985" y="744107"/>
                  </a:lnTo>
                  <a:lnTo>
                    <a:pt x="6403028" y="808717"/>
                  </a:lnTo>
                  <a:lnTo>
                    <a:pt x="6358749" y="874906"/>
                  </a:lnTo>
                  <a:lnTo>
                    <a:pt x="6314257" y="942103"/>
                  </a:lnTo>
                  <a:lnTo>
                    <a:pt x="6269679" y="1009700"/>
                  </a:lnTo>
                  <a:lnTo>
                    <a:pt x="6225150" y="1077072"/>
                  </a:lnTo>
                  <a:lnTo>
                    <a:pt x="6180799" y="1143606"/>
                  </a:lnTo>
                  <a:lnTo>
                    <a:pt x="6136741" y="1208716"/>
                  </a:lnTo>
                  <a:lnTo>
                    <a:pt x="6093068" y="1271873"/>
                  </a:lnTo>
                  <a:lnTo>
                    <a:pt x="6049836" y="1332615"/>
                  </a:lnTo>
                  <a:lnTo>
                    <a:pt x="6007059" y="1390562"/>
                  </a:lnTo>
                  <a:lnTo>
                    <a:pt x="5964706" y="1445424"/>
                  </a:lnTo>
                  <a:lnTo>
                    <a:pt x="5922688" y="1497001"/>
                  </a:lnTo>
                  <a:lnTo>
                    <a:pt x="5880859" y="1545180"/>
                  </a:lnTo>
                  <a:lnTo>
                    <a:pt x="5839004" y="1589935"/>
                  </a:lnTo>
                  <a:lnTo>
                    <a:pt x="5796838" y="1631309"/>
                  </a:lnTo>
                  <a:lnTo>
                    <a:pt x="5784835" y="1642385"/>
                  </a:lnTo>
                  <a:lnTo>
                    <a:pt x="5735941" y="1684212"/>
                  </a:lnTo>
                  <a:lnTo>
                    <a:pt x="5685393" y="1721844"/>
                  </a:lnTo>
                  <a:lnTo>
                    <a:pt x="5632407" y="1755496"/>
                  </a:lnTo>
                  <a:lnTo>
                    <a:pt x="5576105" y="1785532"/>
                  </a:lnTo>
                  <a:lnTo>
                    <a:pt x="5515593" y="1812360"/>
                  </a:lnTo>
                  <a:lnTo>
                    <a:pt x="5450035" y="1836374"/>
                  </a:lnTo>
                  <a:lnTo>
                    <a:pt x="5378751" y="1857924"/>
                  </a:lnTo>
                  <a:lnTo>
                    <a:pt x="5301341" y="1877289"/>
                  </a:lnTo>
                  <a:lnTo>
                    <a:pt x="5217854" y="1894677"/>
                  </a:lnTo>
                  <a:lnTo>
                    <a:pt x="5128989" y="1910215"/>
                  </a:lnTo>
                  <a:lnTo>
                    <a:pt x="5036294" y="1923957"/>
                  </a:lnTo>
                  <a:lnTo>
                    <a:pt x="4942300" y="1935900"/>
                  </a:lnTo>
                  <a:lnTo>
                    <a:pt x="4850497" y="1946001"/>
                  </a:lnTo>
                  <a:lnTo>
                    <a:pt x="4765053" y="1954225"/>
                  </a:lnTo>
                  <a:lnTo>
                    <a:pt x="4690234" y="1960581"/>
                  </a:lnTo>
                  <a:lnTo>
                    <a:pt x="4629605" y="1965160"/>
                  </a:lnTo>
                  <a:lnTo>
                    <a:pt x="4585226" y="1968158"/>
                  </a:lnTo>
                  <a:lnTo>
                    <a:pt x="4557097" y="1969867"/>
                  </a:lnTo>
                  <a:lnTo>
                    <a:pt x="4543012" y="1970640"/>
                  </a:lnTo>
                  <a:lnTo>
                    <a:pt x="4538764" y="1970852"/>
                  </a:lnTo>
                  <a:lnTo>
                    <a:pt x="4538543" y="1970862"/>
                  </a:lnTo>
                  <a:lnTo>
                    <a:pt x="4016409" y="1970862"/>
                  </a:lnTo>
                  <a:lnTo>
                    <a:pt x="4015142" y="1970850"/>
                  </a:lnTo>
                  <a:lnTo>
                    <a:pt x="4006859" y="1970761"/>
                  </a:lnTo>
                  <a:lnTo>
                    <a:pt x="3986149" y="1970515"/>
                  </a:lnTo>
                  <a:lnTo>
                    <a:pt x="3949559" y="1970032"/>
                  </a:lnTo>
                  <a:lnTo>
                    <a:pt x="3895911" y="1969241"/>
                  </a:lnTo>
                  <a:lnTo>
                    <a:pt x="3826350" y="1968089"/>
                  </a:lnTo>
                  <a:lnTo>
                    <a:pt x="3743961" y="1966545"/>
                  </a:lnTo>
                  <a:lnTo>
                    <a:pt x="3652990" y="1964601"/>
                  </a:lnTo>
                  <a:lnTo>
                    <a:pt x="3557945" y="1962260"/>
                  </a:lnTo>
                  <a:lnTo>
                    <a:pt x="3462844" y="1959533"/>
                  </a:lnTo>
                  <a:lnTo>
                    <a:pt x="3370771" y="1956424"/>
                  </a:lnTo>
                  <a:lnTo>
                    <a:pt x="3283747" y="1952928"/>
                  </a:lnTo>
                  <a:lnTo>
                    <a:pt x="3202819" y="1949022"/>
                  </a:lnTo>
                  <a:lnTo>
                    <a:pt x="3128260" y="1944668"/>
                  </a:lnTo>
                  <a:lnTo>
                    <a:pt x="3059794" y="1939811"/>
                  </a:lnTo>
                  <a:lnTo>
                    <a:pt x="2996785" y="1934379"/>
                  </a:lnTo>
                  <a:lnTo>
                    <a:pt x="2938396" y="1928291"/>
                  </a:lnTo>
                  <a:lnTo>
                    <a:pt x="2883699" y="1921456"/>
                  </a:lnTo>
                  <a:lnTo>
                    <a:pt x="2831761" y="1913793"/>
                  </a:lnTo>
                  <a:lnTo>
                    <a:pt x="2781724" y="1905244"/>
                  </a:lnTo>
                  <a:lnTo>
                    <a:pt x="2770117" y="1903096"/>
                  </a:lnTo>
                  <a:lnTo>
                    <a:pt x="2716801" y="1892456"/>
                  </a:lnTo>
                  <a:lnTo>
                    <a:pt x="2664001" y="1880707"/>
                  </a:lnTo>
                  <a:lnTo>
                    <a:pt x="2611153" y="1867835"/>
                  </a:lnTo>
                  <a:lnTo>
                    <a:pt x="2557879" y="1853862"/>
                  </a:lnTo>
                  <a:lnTo>
                    <a:pt x="2503962" y="1838860"/>
                  </a:lnTo>
                  <a:lnTo>
                    <a:pt x="2449321" y="1822944"/>
                  </a:lnTo>
                  <a:lnTo>
                    <a:pt x="2394002" y="1806278"/>
                  </a:lnTo>
                  <a:lnTo>
                    <a:pt x="2338147" y="1789064"/>
                  </a:lnTo>
                  <a:lnTo>
                    <a:pt x="2281972" y="1771538"/>
                  </a:lnTo>
                  <a:lnTo>
                    <a:pt x="2225736" y="1753954"/>
                  </a:lnTo>
                  <a:lnTo>
                    <a:pt x="2169707" y="1736569"/>
                  </a:lnTo>
                  <a:lnTo>
                    <a:pt x="2114122" y="1719628"/>
                  </a:lnTo>
                  <a:lnTo>
                    <a:pt x="2059164" y="1703350"/>
                  </a:lnTo>
                  <a:lnTo>
                    <a:pt x="2004922" y="1687918"/>
                  </a:lnTo>
                  <a:lnTo>
                    <a:pt x="1951376" y="1673470"/>
                  </a:lnTo>
                  <a:lnTo>
                    <a:pt x="1898372" y="1660095"/>
                  </a:lnTo>
                  <a:lnTo>
                    <a:pt x="1845608" y="1647838"/>
                  </a:lnTo>
                  <a:lnTo>
                    <a:pt x="1792608" y="1636702"/>
                  </a:lnTo>
                  <a:lnTo>
                    <a:pt x="1768425" y="1632032"/>
                  </a:lnTo>
                  <a:lnTo>
                    <a:pt x="1718728" y="1623271"/>
                  </a:lnTo>
                  <a:lnTo>
                    <a:pt x="1667311" y="1615402"/>
                  </a:lnTo>
                  <a:lnTo>
                    <a:pt x="1613348" y="1608379"/>
                  </a:lnTo>
                  <a:lnTo>
                    <a:pt x="1555915" y="1602123"/>
                  </a:lnTo>
                  <a:lnTo>
                    <a:pt x="1494077" y="1596544"/>
                  </a:lnTo>
                  <a:lnTo>
                    <a:pt x="1426965" y="1591558"/>
                  </a:lnTo>
                  <a:lnTo>
                    <a:pt x="1353884" y="1587091"/>
                  </a:lnTo>
                  <a:lnTo>
                    <a:pt x="1274458" y="1583084"/>
                  </a:lnTo>
                  <a:lnTo>
                    <a:pt x="1188810" y="1579493"/>
                  </a:lnTo>
                  <a:lnTo>
                    <a:pt x="1097785" y="1576294"/>
                  </a:lnTo>
                  <a:lnTo>
                    <a:pt x="1003160" y="1573477"/>
                  </a:lnTo>
                  <a:lnTo>
                    <a:pt x="907769" y="1571044"/>
                  </a:lnTo>
                  <a:lnTo>
                    <a:pt x="815439" y="1569006"/>
                  </a:lnTo>
                  <a:lnTo>
                    <a:pt x="730619" y="1567368"/>
                  </a:lnTo>
                  <a:lnTo>
                    <a:pt x="657696" y="1566125"/>
                  </a:lnTo>
                  <a:lnTo>
                    <a:pt x="600108" y="1565253"/>
                  </a:lnTo>
                  <a:lnTo>
                    <a:pt x="559512" y="1564703"/>
                  </a:lnTo>
                  <a:lnTo>
                    <a:pt x="535287" y="1564408"/>
                  </a:lnTo>
                  <a:lnTo>
                    <a:pt x="524492" y="1564290"/>
                  </a:lnTo>
                  <a:lnTo>
                    <a:pt x="522133" y="1564266"/>
                  </a:lnTo>
                  <a:lnTo>
                    <a:pt x="0" y="1564266"/>
                  </a:lnTo>
                  <a:close/>
                </a:path>
              </a:pathLst>
            </a:custGeom>
            <a:solidFill>
              <a:srgbClr val="F3BA99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1878" name="pl1878"/>
            <p:cNvSpPr/>
            <p:nvPr/>
          </p:nvSpPr>
          <p:spPr>
            <a:xfrm>
              <a:off x="386606" y="4206781"/>
              <a:ext cx="8554953" cy="1970862"/>
            </a:xfrm>
            <a:custGeom>
              <a:avLst/>
              <a:pathLst>
                <a:path w="8554953" h="1970862">
                  <a:moveTo>
                    <a:pt x="0" y="1564266"/>
                  </a:moveTo>
                  <a:lnTo>
                    <a:pt x="522133" y="1564266"/>
                  </a:lnTo>
                  <a:lnTo>
                    <a:pt x="523400" y="1564278"/>
                  </a:lnTo>
                  <a:lnTo>
                    <a:pt x="531684" y="1564367"/>
                  </a:lnTo>
                  <a:lnTo>
                    <a:pt x="552394" y="1564613"/>
                  </a:lnTo>
                  <a:lnTo>
                    <a:pt x="588983" y="1565096"/>
                  </a:lnTo>
                  <a:lnTo>
                    <a:pt x="642632" y="1565887"/>
                  </a:lnTo>
                  <a:lnTo>
                    <a:pt x="712192" y="1567040"/>
                  </a:lnTo>
                  <a:lnTo>
                    <a:pt x="794581" y="1568583"/>
                  </a:lnTo>
                  <a:lnTo>
                    <a:pt x="885552" y="1570527"/>
                  </a:lnTo>
                  <a:lnTo>
                    <a:pt x="980597" y="1572868"/>
                  </a:lnTo>
                  <a:lnTo>
                    <a:pt x="1075698" y="1575595"/>
                  </a:lnTo>
                  <a:lnTo>
                    <a:pt x="1167771" y="1578704"/>
                  </a:lnTo>
                  <a:lnTo>
                    <a:pt x="1254795" y="1582200"/>
                  </a:lnTo>
                  <a:lnTo>
                    <a:pt x="1335723" y="1586106"/>
                  </a:lnTo>
                  <a:lnTo>
                    <a:pt x="1410282" y="1590460"/>
                  </a:lnTo>
                  <a:lnTo>
                    <a:pt x="1478749" y="1595317"/>
                  </a:lnTo>
                  <a:lnTo>
                    <a:pt x="1541757" y="1600749"/>
                  </a:lnTo>
                  <a:lnTo>
                    <a:pt x="1600146" y="1606838"/>
                  </a:lnTo>
                  <a:lnTo>
                    <a:pt x="1654843" y="1613672"/>
                  </a:lnTo>
                  <a:lnTo>
                    <a:pt x="1706781" y="1621335"/>
                  </a:lnTo>
                  <a:lnTo>
                    <a:pt x="1756818" y="1629884"/>
                  </a:lnTo>
                  <a:lnTo>
                    <a:pt x="1768425" y="1632032"/>
                  </a:lnTo>
                  <a:lnTo>
                    <a:pt x="1821741" y="1642672"/>
                  </a:lnTo>
                  <a:lnTo>
                    <a:pt x="1874542" y="1654421"/>
                  </a:lnTo>
                  <a:lnTo>
                    <a:pt x="1927389" y="1667294"/>
                  </a:lnTo>
                  <a:lnTo>
                    <a:pt x="1980663" y="1681266"/>
                  </a:lnTo>
                  <a:lnTo>
                    <a:pt x="2034581" y="1696268"/>
                  </a:lnTo>
                  <a:lnTo>
                    <a:pt x="2089221" y="1712184"/>
                  </a:lnTo>
                  <a:lnTo>
                    <a:pt x="2144540" y="1728850"/>
                  </a:lnTo>
                  <a:lnTo>
                    <a:pt x="2200396" y="1746064"/>
                  </a:lnTo>
                  <a:lnTo>
                    <a:pt x="2256570" y="1763590"/>
                  </a:lnTo>
                  <a:lnTo>
                    <a:pt x="2312806" y="1781174"/>
                  </a:lnTo>
                  <a:lnTo>
                    <a:pt x="2368835" y="1798559"/>
                  </a:lnTo>
                  <a:lnTo>
                    <a:pt x="2424420" y="1815500"/>
                  </a:lnTo>
                  <a:lnTo>
                    <a:pt x="2479379" y="1831778"/>
                  </a:lnTo>
                  <a:lnTo>
                    <a:pt x="2533621" y="1847210"/>
                  </a:lnTo>
                  <a:lnTo>
                    <a:pt x="2587167" y="1861659"/>
                  </a:lnTo>
                  <a:lnTo>
                    <a:pt x="2640170" y="1875033"/>
                  </a:lnTo>
                  <a:lnTo>
                    <a:pt x="2692934" y="1887290"/>
                  </a:lnTo>
                  <a:lnTo>
                    <a:pt x="2745935" y="1898426"/>
                  </a:lnTo>
                  <a:lnTo>
                    <a:pt x="2770117" y="1903096"/>
                  </a:lnTo>
                  <a:lnTo>
                    <a:pt x="2819814" y="1911858"/>
                  </a:lnTo>
                  <a:lnTo>
                    <a:pt x="2871231" y="1919726"/>
                  </a:lnTo>
                  <a:lnTo>
                    <a:pt x="2925195" y="1926749"/>
                  </a:lnTo>
                  <a:lnTo>
                    <a:pt x="2982627" y="1933005"/>
                  </a:lnTo>
                  <a:lnTo>
                    <a:pt x="3044465" y="1938584"/>
                  </a:lnTo>
                  <a:lnTo>
                    <a:pt x="3111577" y="1943570"/>
                  </a:lnTo>
                  <a:lnTo>
                    <a:pt x="3184658" y="1948037"/>
                  </a:lnTo>
                  <a:lnTo>
                    <a:pt x="3264084" y="1952044"/>
                  </a:lnTo>
                  <a:lnTo>
                    <a:pt x="3349732" y="1955635"/>
                  </a:lnTo>
                  <a:lnTo>
                    <a:pt x="3440757" y="1958834"/>
                  </a:lnTo>
                  <a:lnTo>
                    <a:pt x="3535382" y="1961651"/>
                  </a:lnTo>
                  <a:lnTo>
                    <a:pt x="3630773" y="1964084"/>
                  </a:lnTo>
                  <a:lnTo>
                    <a:pt x="3723103" y="1966123"/>
                  </a:lnTo>
                  <a:lnTo>
                    <a:pt x="3807924" y="1967760"/>
                  </a:lnTo>
                  <a:lnTo>
                    <a:pt x="3880847" y="1969003"/>
                  </a:lnTo>
                  <a:lnTo>
                    <a:pt x="3938434" y="1969875"/>
                  </a:lnTo>
                  <a:lnTo>
                    <a:pt x="3979030" y="1970425"/>
                  </a:lnTo>
                  <a:lnTo>
                    <a:pt x="4003255" y="1970720"/>
                  </a:lnTo>
                  <a:lnTo>
                    <a:pt x="4014050" y="1970839"/>
                  </a:lnTo>
                  <a:lnTo>
                    <a:pt x="4016392" y="1970862"/>
                  </a:lnTo>
                  <a:lnTo>
                    <a:pt x="4016409" y="1970862"/>
                  </a:lnTo>
                  <a:lnTo>
                    <a:pt x="4538543" y="1970862"/>
                  </a:lnTo>
                  <a:lnTo>
                    <a:pt x="4539751" y="1970805"/>
                  </a:lnTo>
                  <a:lnTo>
                    <a:pt x="4547662" y="1970394"/>
                  </a:lnTo>
                  <a:lnTo>
                    <a:pt x="4567472" y="1969258"/>
                  </a:lnTo>
                  <a:lnTo>
                    <a:pt x="4602554" y="1967027"/>
                  </a:lnTo>
                  <a:lnTo>
                    <a:pt x="4654158" y="1963369"/>
                  </a:lnTo>
                  <a:lnTo>
                    <a:pt x="4721342" y="1958032"/>
                  </a:lnTo>
                  <a:lnTo>
                    <a:pt x="4801299" y="1950866"/>
                  </a:lnTo>
                  <a:lnTo>
                    <a:pt x="4890055" y="1941820"/>
                  </a:lnTo>
                  <a:lnTo>
                    <a:pt x="4983297" y="1930909"/>
                  </a:lnTo>
                  <a:lnTo>
                    <a:pt x="5077100" y="1918177"/>
                  </a:lnTo>
                  <a:lnTo>
                    <a:pt x="5168374" y="1903653"/>
                  </a:lnTo>
                  <a:lnTo>
                    <a:pt x="5255027" y="1887318"/>
                  </a:lnTo>
                  <a:lnTo>
                    <a:pt x="5335904" y="1869087"/>
                  </a:lnTo>
                  <a:lnTo>
                    <a:pt x="5410615" y="1848798"/>
                  </a:lnTo>
                  <a:lnTo>
                    <a:pt x="5479329" y="1826211"/>
                  </a:lnTo>
                  <a:lnTo>
                    <a:pt x="5542588" y="1801014"/>
                  </a:lnTo>
                  <a:lnTo>
                    <a:pt x="5601154" y="1772836"/>
                  </a:lnTo>
                  <a:lnTo>
                    <a:pt x="5655898" y="1741270"/>
                  </a:lnTo>
                  <a:lnTo>
                    <a:pt x="5707715" y="1705919"/>
                  </a:lnTo>
                  <a:lnTo>
                    <a:pt x="5757452" y="1666468"/>
                  </a:lnTo>
                  <a:lnTo>
                    <a:pt x="5784835" y="1642385"/>
                  </a:lnTo>
                  <a:lnTo>
                    <a:pt x="5827153" y="1601947"/>
                  </a:lnTo>
                  <a:lnTo>
                    <a:pt x="5869063" y="1558154"/>
                  </a:lnTo>
                  <a:lnTo>
                    <a:pt x="5910875" y="1510941"/>
                  </a:lnTo>
                  <a:lnTo>
                    <a:pt x="5952822" y="1460315"/>
                  </a:lnTo>
                  <a:lnTo>
                    <a:pt x="5995069" y="1406364"/>
                  </a:lnTo>
                  <a:lnTo>
                    <a:pt x="6037721" y="1349261"/>
                  </a:lnTo>
                  <a:lnTo>
                    <a:pt x="6080824" y="1289273"/>
                  </a:lnTo>
                  <a:lnTo>
                    <a:pt x="6124377" y="1226755"/>
                  </a:lnTo>
                  <a:lnTo>
                    <a:pt x="6168334" y="1162144"/>
                  </a:lnTo>
                  <a:lnTo>
                    <a:pt x="6212613" y="1095955"/>
                  </a:lnTo>
                  <a:lnTo>
                    <a:pt x="6257105" y="1028758"/>
                  </a:lnTo>
                  <a:lnTo>
                    <a:pt x="6301683" y="961162"/>
                  </a:lnTo>
                  <a:lnTo>
                    <a:pt x="6346212" y="893789"/>
                  </a:lnTo>
                  <a:lnTo>
                    <a:pt x="6390563" y="827256"/>
                  </a:lnTo>
                  <a:lnTo>
                    <a:pt x="6434621" y="762146"/>
                  </a:lnTo>
                  <a:lnTo>
                    <a:pt x="6478294" y="698989"/>
                  </a:lnTo>
                  <a:lnTo>
                    <a:pt x="6521526" y="638247"/>
                  </a:lnTo>
                  <a:lnTo>
                    <a:pt x="6564303" y="580300"/>
                  </a:lnTo>
                  <a:lnTo>
                    <a:pt x="6606656" y="525438"/>
                  </a:lnTo>
                  <a:lnTo>
                    <a:pt x="6648674" y="473861"/>
                  </a:lnTo>
                  <a:lnTo>
                    <a:pt x="6690503" y="425681"/>
                  </a:lnTo>
                  <a:lnTo>
                    <a:pt x="6732358" y="380927"/>
                  </a:lnTo>
                  <a:lnTo>
                    <a:pt x="6774524" y="339553"/>
                  </a:lnTo>
                  <a:lnTo>
                    <a:pt x="6786527" y="328477"/>
                  </a:lnTo>
                  <a:lnTo>
                    <a:pt x="6835421" y="286650"/>
                  </a:lnTo>
                  <a:lnTo>
                    <a:pt x="6885969" y="249018"/>
                  </a:lnTo>
                  <a:lnTo>
                    <a:pt x="6938955" y="215366"/>
                  </a:lnTo>
                  <a:lnTo>
                    <a:pt x="6995257" y="185330"/>
                  </a:lnTo>
                  <a:lnTo>
                    <a:pt x="7055769" y="158502"/>
                  </a:lnTo>
                  <a:lnTo>
                    <a:pt x="7121327" y="134487"/>
                  </a:lnTo>
                  <a:lnTo>
                    <a:pt x="7192611" y="112938"/>
                  </a:lnTo>
                  <a:lnTo>
                    <a:pt x="7270021" y="93573"/>
                  </a:lnTo>
                  <a:lnTo>
                    <a:pt x="7353508" y="76185"/>
                  </a:lnTo>
                  <a:lnTo>
                    <a:pt x="7442373" y="60647"/>
                  </a:lnTo>
                  <a:lnTo>
                    <a:pt x="7535068" y="46904"/>
                  </a:lnTo>
                  <a:lnTo>
                    <a:pt x="7629062" y="34962"/>
                  </a:lnTo>
                  <a:lnTo>
                    <a:pt x="7720865" y="24860"/>
                  </a:lnTo>
                  <a:lnTo>
                    <a:pt x="7806308" y="16636"/>
                  </a:lnTo>
                  <a:lnTo>
                    <a:pt x="7881127" y="10281"/>
                  </a:lnTo>
                  <a:lnTo>
                    <a:pt x="7941757" y="5702"/>
                  </a:lnTo>
                  <a:lnTo>
                    <a:pt x="7986136" y="2703"/>
                  </a:lnTo>
                  <a:lnTo>
                    <a:pt x="8014265" y="994"/>
                  </a:lnTo>
                  <a:lnTo>
                    <a:pt x="8028350" y="221"/>
                  </a:lnTo>
                  <a:lnTo>
                    <a:pt x="8032597" y="10"/>
                  </a:lnTo>
                  <a:lnTo>
                    <a:pt x="8032819" y="0"/>
                  </a:lnTo>
                  <a:lnTo>
                    <a:pt x="8554953" y="0"/>
                  </a:lnTo>
                  <a:lnTo>
                    <a:pt x="8554953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879" name="pl1879"/>
            <p:cNvSpPr/>
            <p:nvPr/>
          </p:nvSpPr>
          <p:spPr>
            <a:xfrm>
              <a:off x="386606" y="4201134"/>
              <a:ext cx="8554953" cy="1970862"/>
            </a:xfrm>
            <a:custGeom>
              <a:avLst/>
              <a:pathLst>
                <a:path w="8554953" h="1970862">
                  <a:moveTo>
                    <a:pt x="8554953" y="0"/>
                  </a:moveTo>
                  <a:lnTo>
                    <a:pt x="8032819" y="0"/>
                  </a:lnTo>
                  <a:lnTo>
                    <a:pt x="8031610" y="57"/>
                  </a:lnTo>
                  <a:lnTo>
                    <a:pt x="8023700" y="468"/>
                  </a:lnTo>
                  <a:lnTo>
                    <a:pt x="8003890" y="1604"/>
                  </a:lnTo>
                  <a:lnTo>
                    <a:pt x="7968808" y="3835"/>
                  </a:lnTo>
                  <a:lnTo>
                    <a:pt x="7917204" y="7493"/>
                  </a:lnTo>
                  <a:lnTo>
                    <a:pt x="7850020" y="12830"/>
                  </a:lnTo>
                  <a:lnTo>
                    <a:pt x="7770063" y="19995"/>
                  </a:lnTo>
                  <a:lnTo>
                    <a:pt x="7681307" y="29042"/>
                  </a:lnTo>
                  <a:lnTo>
                    <a:pt x="7588065" y="39953"/>
                  </a:lnTo>
                  <a:lnTo>
                    <a:pt x="7494262" y="52685"/>
                  </a:lnTo>
                  <a:lnTo>
                    <a:pt x="7402988" y="67209"/>
                  </a:lnTo>
                  <a:lnTo>
                    <a:pt x="7316335" y="83544"/>
                  </a:lnTo>
                  <a:lnTo>
                    <a:pt x="7235458" y="101775"/>
                  </a:lnTo>
                  <a:lnTo>
                    <a:pt x="7160747" y="122064"/>
                  </a:lnTo>
                  <a:lnTo>
                    <a:pt x="7092033" y="144651"/>
                  </a:lnTo>
                  <a:lnTo>
                    <a:pt x="7028774" y="169848"/>
                  </a:lnTo>
                  <a:lnTo>
                    <a:pt x="6970208" y="198026"/>
                  </a:lnTo>
                  <a:lnTo>
                    <a:pt x="6915464" y="229591"/>
                  </a:lnTo>
                  <a:lnTo>
                    <a:pt x="6863647" y="264943"/>
                  </a:lnTo>
                  <a:lnTo>
                    <a:pt x="6813910" y="304393"/>
                  </a:lnTo>
                  <a:lnTo>
                    <a:pt x="6786527" y="328477"/>
                  </a:lnTo>
                  <a:lnTo>
                    <a:pt x="6744209" y="368915"/>
                  </a:lnTo>
                  <a:lnTo>
                    <a:pt x="6702299" y="412708"/>
                  </a:lnTo>
                  <a:lnTo>
                    <a:pt x="6660487" y="459921"/>
                  </a:lnTo>
                  <a:lnTo>
                    <a:pt x="6618540" y="510547"/>
                  </a:lnTo>
                  <a:lnTo>
                    <a:pt x="6576293" y="564498"/>
                  </a:lnTo>
                  <a:lnTo>
                    <a:pt x="6533641" y="621600"/>
                  </a:lnTo>
                  <a:lnTo>
                    <a:pt x="6490538" y="681588"/>
                  </a:lnTo>
                  <a:lnTo>
                    <a:pt x="6446985" y="744107"/>
                  </a:lnTo>
                  <a:lnTo>
                    <a:pt x="6403028" y="808717"/>
                  </a:lnTo>
                  <a:lnTo>
                    <a:pt x="6358749" y="874906"/>
                  </a:lnTo>
                  <a:lnTo>
                    <a:pt x="6314257" y="942103"/>
                  </a:lnTo>
                  <a:lnTo>
                    <a:pt x="6269679" y="1009700"/>
                  </a:lnTo>
                  <a:lnTo>
                    <a:pt x="6225150" y="1077072"/>
                  </a:lnTo>
                  <a:lnTo>
                    <a:pt x="6180799" y="1143606"/>
                  </a:lnTo>
                  <a:lnTo>
                    <a:pt x="6136741" y="1208716"/>
                  </a:lnTo>
                  <a:lnTo>
                    <a:pt x="6093068" y="1271873"/>
                  </a:lnTo>
                  <a:lnTo>
                    <a:pt x="6049836" y="1332615"/>
                  </a:lnTo>
                  <a:lnTo>
                    <a:pt x="6007059" y="1390562"/>
                  </a:lnTo>
                  <a:lnTo>
                    <a:pt x="5964706" y="1445424"/>
                  </a:lnTo>
                  <a:lnTo>
                    <a:pt x="5922688" y="1497001"/>
                  </a:lnTo>
                  <a:lnTo>
                    <a:pt x="5880859" y="1545180"/>
                  </a:lnTo>
                  <a:lnTo>
                    <a:pt x="5839004" y="1589935"/>
                  </a:lnTo>
                  <a:lnTo>
                    <a:pt x="5796838" y="1631309"/>
                  </a:lnTo>
                  <a:lnTo>
                    <a:pt x="5784835" y="1642385"/>
                  </a:lnTo>
                  <a:lnTo>
                    <a:pt x="5735941" y="1684212"/>
                  </a:lnTo>
                  <a:lnTo>
                    <a:pt x="5685393" y="1721844"/>
                  </a:lnTo>
                  <a:lnTo>
                    <a:pt x="5632407" y="1755496"/>
                  </a:lnTo>
                  <a:lnTo>
                    <a:pt x="5576105" y="1785532"/>
                  </a:lnTo>
                  <a:lnTo>
                    <a:pt x="5515593" y="1812360"/>
                  </a:lnTo>
                  <a:lnTo>
                    <a:pt x="5450035" y="1836374"/>
                  </a:lnTo>
                  <a:lnTo>
                    <a:pt x="5378751" y="1857924"/>
                  </a:lnTo>
                  <a:lnTo>
                    <a:pt x="5301341" y="1877289"/>
                  </a:lnTo>
                  <a:lnTo>
                    <a:pt x="5217854" y="1894677"/>
                  </a:lnTo>
                  <a:lnTo>
                    <a:pt x="5128989" y="1910215"/>
                  </a:lnTo>
                  <a:lnTo>
                    <a:pt x="5036294" y="1923957"/>
                  </a:lnTo>
                  <a:lnTo>
                    <a:pt x="4942300" y="1935900"/>
                  </a:lnTo>
                  <a:lnTo>
                    <a:pt x="4850497" y="1946001"/>
                  </a:lnTo>
                  <a:lnTo>
                    <a:pt x="4765053" y="1954225"/>
                  </a:lnTo>
                  <a:lnTo>
                    <a:pt x="4690234" y="1960581"/>
                  </a:lnTo>
                  <a:lnTo>
                    <a:pt x="4629605" y="1965160"/>
                  </a:lnTo>
                  <a:lnTo>
                    <a:pt x="4585226" y="1968158"/>
                  </a:lnTo>
                  <a:lnTo>
                    <a:pt x="4557097" y="1969867"/>
                  </a:lnTo>
                  <a:lnTo>
                    <a:pt x="4543012" y="1970640"/>
                  </a:lnTo>
                  <a:lnTo>
                    <a:pt x="4538764" y="1970852"/>
                  </a:lnTo>
                  <a:lnTo>
                    <a:pt x="4538543" y="1970862"/>
                  </a:lnTo>
                  <a:lnTo>
                    <a:pt x="4016409" y="1970862"/>
                  </a:lnTo>
                  <a:lnTo>
                    <a:pt x="4015142" y="1970850"/>
                  </a:lnTo>
                  <a:lnTo>
                    <a:pt x="4006859" y="1970761"/>
                  </a:lnTo>
                  <a:lnTo>
                    <a:pt x="3986149" y="1970515"/>
                  </a:lnTo>
                  <a:lnTo>
                    <a:pt x="3949559" y="1970032"/>
                  </a:lnTo>
                  <a:lnTo>
                    <a:pt x="3895911" y="1969241"/>
                  </a:lnTo>
                  <a:lnTo>
                    <a:pt x="3826350" y="1968089"/>
                  </a:lnTo>
                  <a:lnTo>
                    <a:pt x="3743961" y="1966545"/>
                  </a:lnTo>
                  <a:lnTo>
                    <a:pt x="3652990" y="1964601"/>
                  </a:lnTo>
                  <a:lnTo>
                    <a:pt x="3557945" y="1962260"/>
                  </a:lnTo>
                  <a:lnTo>
                    <a:pt x="3462844" y="1959533"/>
                  </a:lnTo>
                  <a:lnTo>
                    <a:pt x="3370771" y="1956424"/>
                  </a:lnTo>
                  <a:lnTo>
                    <a:pt x="3283747" y="1952928"/>
                  </a:lnTo>
                  <a:lnTo>
                    <a:pt x="3202819" y="1949022"/>
                  </a:lnTo>
                  <a:lnTo>
                    <a:pt x="3128260" y="1944668"/>
                  </a:lnTo>
                  <a:lnTo>
                    <a:pt x="3059794" y="1939811"/>
                  </a:lnTo>
                  <a:lnTo>
                    <a:pt x="2996785" y="1934379"/>
                  </a:lnTo>
                  <a:lnTo>
                    <a:pt x="2938396" y="1928291"/>
                  </a:lnTo>
                  <a:lnTo>
                    <a:pt x="2883699" y="1921456"/>
                  </a:lnTo>
                  <a:lnTo>
                    <a:pt x="2831761" y="1913793"/>
                  </a:lnTo>
                  <a:lnTo>
                    <a:pt x="2781724" y="1905244"/>
                  </a:lnTo>
                  <a:lnTo>
                    <a:pt x="2770117" y="1903096"/>
                  </a:lnTo>
                  <a:lnTo>
                    <a:pt x="2716801" y="1892456"/>
                  </a:lnTo>
                  <a:lnTo>
                    <a:pt x="2664001" y="1880707"/>
                  </a:lnTo>
                  <a:lnTo>
                    <a:pt x="2611153" y="1867835"/>
                  </a:lnTo>
                  <a:lnTo>
                    <a:pt x="2557879" y="1853862"/>
                  </a:lnTo>
                  <a:lnTo>
                    <a:pt x="2503962" y="1838860"/>
                  </a:lnTo>
                  <a:lnTo>
                    <a:pt x="2449321" y="1822944"/>
                  </a:lnTo>
                  <a:lnTo>
                    <a:pt x="2394002" y="1806278"/>
                  </a:lnTo>
                  <a:lnTo>
                    <a:pt x="2338147" y="1789064"/>
                  </a:lnTo>
                  <a:lnTo>
                    <a:pt x="2281972" y="1771538"/>
                  </a:lnTo>
                  <a:lnTo>
                    <a:pt x="2225736" y="1753954"/>
                  </a:lnTo>
                  <a:lnTo>
                    <a:pt x="2169707" y="1736569"/>
                  </a:lnTo>
                  <a:lnTo>
                    <a:pt x="2114122" y="1719628"/>
                  </a:lnTo>
                  <a:lnTo>
                    <a:pt x="2059164" y="1703350"/>
                  </a:lnTo>
                  <a:lnTo>
                    <a:pt x="2004922" y="1687918"/>
                  </a:lnTo>
                  <a:lnTo>
                    <a:pt x="1951376" y="1673470"/>
                  </a:lnTo>
                  <a:lnTo>
                    <a:pt x="1898372" y="1660095"/>
                  </a:lnTo>
                  <a:lnTo>
                    <a:pt x="1845608" y="1647838"/>
                  </a:lnTo>
                  <a:lnTo>
                    <a:pt x="1792608" y="1636702"/>
                  </a:lnTo>
                  <a:lnTo>
                    <a:pt x="1768425" y="1632032"/>
                  </a:lnTo>
                  <a:lnTo>
                    <a:pt x="1718728" y="1623271"/>
                  </a:lnTo>
                  <a:lnTo>
                    <a:pt x="1667311" y="1615402"/>
                  </a:lnTo>
                  <a:lnTo>
                    <a:pt x="1613348" y="1608379"/>
                  </a:lnTo>
                  <a:lnTo>
                    <a:pt x="1555915" y="1602123"/>
                  </a:lnTo>
                  <a:lnTo>
                    <a:pt x="1494077" y="1596544"/>
                  </a:lnTo>
                  <a:lnTo>
                    <a:pt x="1426965" y="1591558"/>
                  </a:lnTo>
                  <a:lnTo>
                    <a:pt x="1353884" y="1587091"/>
                  </a:lnTo>
                  <a:lnTo>
                    <a:pt x="1274458" y="1583084"/>
                  </a:lnTo>
                  <a:lnTo>
                    <a:pt x="1188810" y="1579493"/>
                  </a:lnTo>
                  <a:lnTo>
                    <a:pt x="1097785" y="1576294"/>
                  </a:lnTo>
                  <a:lnTo>
                    <a:pt x="1003160" y="1573477"/>
                  </a:lnTo>
                  <a:lnTo>
                    <a:pt x="907769" y="1571044"/>
                  </a:lnTo>
                  <a:lnTo>
                    <a:pt x="815439" y="1569006"/>
                  </a:lnTo>
                  <a:lnTo>
                    <a:pt x="730619" y="1567368"/>
                  </a:lnTo>
                  <a:lnTo>
                    <a:pt x="657696" y="1566125"/>
                  </a:lnTo>
                  <a:lnTo>
                    <a:pt x="600108" y="1565253"/>
                  </a:lnTo>
                  <a:lnTo>
                    <a:pt x="559512" y="1564703"/>
                  </a:lnTo>
                  <a:lnTo>
                    <a:pt x="535287" y="1564408"/>
                  </a:lnTo>
                  <a:lnTo>
                    <a:pt x="524492" y="1564290"/>
                  </a:lnTo>
                  <a:lnTo>
                    <a:pt x="522150" y="1564266"/>
                  </a:lnTo>
                  <a:lnTo>
                    <a:pt x="522133" y="1564266"/>
                  </a:lnTo>
                  <a:lnTo>
                    <a:pt x="0" y="1564266"/>
                  </a:lnTo>
                  <a:lnTo>
                    <a:pt x="0" y="1564266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880" name="pg1880"/>
            <p:cNvSpPr/>
            <p:nvPr/>
          </p:nvSpPr>
          <p:spPr>
            <a:xfrm>
              <a:off x="386606" y="558709"/>
              <a:ext cx="8554953" cy="5144572"/>
            </a:xfrm>
            <a:custGeom>
              <a:avLst/>
              <a:pathLst>
                <a:path w="8554953" h="5144572">
                  <a:moveTo>
                    <a:pt x="0" y="5144572"/>
                  </a:moveTo>
                  <a:lnTo>
                    <a:pt x="522133" y="5144572"/>
                  </a:lnTo>
                  <a:lnTo>
                    <a:pt x="522972" y="5144469"/>
                  </a:lnTo>
                  <a:lnTo>
                    <a:pt x="528510" y="5143734"/>
                  </a:lnTo>
                  <a:lnTo>
                    <a:pt x="542535" y="5141701"/>
                  </a:lnTo>
                  <a:lnTo>
                    <a:pt x="567768" y="5137696"/>
                  </a:lnTo>
                  <a:lnTo>
                    <a:pt x="605693" y="5131084"/>
                  </a:lnTo>
                  <a:lnTo>
                    <a:pt x="656440" y="5121326"/>
                  </a:lnTo>
                  <a:lnTo>
                    <a:pt x="718846" y="5108033"/>
                  </a:lnTo>
                  <a:lnTo>
                    <a:pt x="790715" y="5090981"/>
                  </a:lnTo>
                  <a:lnTo>
                    <a:pt x="869227" y="5070096"/>
                  </a:lnTo>
                  <a:lnTo>
                    <a:pt x="951395" y="5045411"/>
                  </a:lnTo>
                  <a:lnTo>
                    <a:pt x="1034456" y="5017006"/>
                  </a:lnTo>
                  <a:lnTo>
                    <a:pt x="1116129" y="4984945"/>
                  </a:lnTo>
                  <a:lnTo>
                    <a:pt x="1194737" y="4949231"/>
                  </a:lnTo>
                  <a:lnTo>
                    <a:pt x="1269202" y="4909768"/>
                  </a:lnTo>
                  <a:lnTo>
                    <a:pt x="1338976" y="4866346"/>
                  </a:lnTo>
                  <a:lnTo>
                    <a:pt x="1403927" y="4818628"/>
                  </a:lnTo>
                  <a:lnTo>
                    <a:pt x="1464236" y="4766157"/>
                  </a:lnTo>
                  <a:lnTo>
                    <a:pt x="1520294" y="4708362"/>
                  </a:lnTo>
                  <a:lnTo>
                    <a:pt x="1572624" y="4644578"/>
                  </a:lnTo>
                  <a:lnTo>
                    <a:pt x="1621821" y="4574077"/>
                  </a:lnTo>
                  <a:lnTo>
                    <a:pt x="1668506" y="4496126"/>
                  </a:lnTo>
                  <a:lnTo>
                    <a:pt x="1713283" y="4410076"/>
                  </a:lnTo>
                  <a:lnTo>
                    <a:pt x="1756699" y="4315506"/>
                  </a:lnTo>
                  <a:lnTo>
                    <a:pt x="1768425" y="4288085"/>
                  </a:lnTo>
                  <a:lnTo>
                    <a:pt x="1797278" y="4217286"/>
                  </a:lnTo>
                  <a:lnTo>
                    <a:pt x="1825890" y="4142477"/>
                  </a:lnTo>
                  <a:lnTo>
                    <a:pt x="1854370" y="4063578"/>
                  </a:lnTo>
                  <a:lnTo>
                    <a:pt x="1882812" y="3980546"/>
                  </a:lnTo>
                  <a:lnTo>
                    <a:pt x="1911291" y="3893378"/>
                  </a:lnTo>
                  <a:lnTo>
                    <a:pt x="1939868" y="3802117"/>
                  </a:lnTo>
                  <a:lnTo>
                    <a:pt x="1968591" y="3706851"/>
                  </a:lnTo>
                  <a:lnTo>
                    <a:pt x="1997492" y="3607717"/>
                  </a:lnTo>
                  <a:lnTo>
                    <a:pt x="2026595" y="3504904"/>
                  </a:lnTo>
                  <a:lnTo>
                    <a:pt x="2055909" y="3398650"/>
                  </a:lnTo>
                  <a:lnTo>
                    <a:pt x="2085434" y="3289244"/>
                  </a:lnTo>
                  <a:lnTo>
                    <a:pt x="2115160" y="3177023"/>
                  </a:lnTo>
                  <a:lnTo>
                    <a:pt x="2145068" y="3062371"/>
                  </a:lnTo>
                  <a:lnTo>
                    <a:pt x="2175134" y="2945709"/>
                  </a:lnTo>
                  <a:lnTo>
                    <a:pt x="2205323" y="2827493"/>
                  </a:lnTo>
                  <a:lnTo>
                    <a:pt x="2235600" y="2708206"/>
                  </a:lnTo>
                  <a:lnTo>
                    <a:pt x="2265923" y="2588351"/>
                  </a:lnTo>
                  <a:lnTo>
                    <a:pt x="2296252" y="2468438"/>
                  </a:lnTo>
                  <a:lnTo>
                    <a:pt x="2326542" y="2348982"/>
                  </a:lnTo>
                  <a:lnTo>
                    <a:pt x="2356754" y="2230488"/>
                  </a:lnTo>
                  <a:lnTo>
                    <a:pt x="2386850" y="2113442"/>
                  </a:lnTo>
                  <a:lnTo>
                    <a:pt x="2416795" y="1998309"/>
                  </a:lnTo>
                  <a:lnTo>
                    <a:pt x="2446563" y="1885517"/>
                  </a:lnTo>
                  <a:lnTo>
                    <a:pt x="2476134" y="1775459"/>
                  </a:lnTo>
                  <a:lnTo>
                    <a:pt x="2505495" y="1668483"/>
                  </a:lnTo>
                  <a:lnTo>
                    <a:pt x="2534644" y="1564887"/>
                  </a:lnTo>
                  <a:lnTo>
                    <a:pt x="2563588" y="1464923"/>
                  </a:lnTo>
                  <a:lnTo>
                    <a:pt x="2592348" y="1368790"/>
                  </a:lnTo>
                  <a:lnTo>
                    <a:pt x="2620954" y="1276636"/>
                  </a:lnTo>
                  <a:lnTo>
                    <a:pt x="2649450" y="1188560"/>
                  </a:lnTo>
                  <a:lnTo>
                    <a:pt x="2677894" y="1104613"/>
                  </a:lnTo>
                  <a:lnTo>
                    <a:pt x="2706358" y="1024804"/>
                  </a:lnTo>
                  <a:lnTo>
                    <a:pt x="2734932" y="949097"/>
                  </a:lnTo>
                  <a:lnTo>
                    <a:pt x="2763721" y="877422"/>
                  </a:lnTo>
                  <a:lnTo>
                    <a:pt x="2770117" y="862134"/>
                  </a:lnTo>
                  <a:lnTo>
                    <a:pt x="2813245" y="765209"/>
                  </a:lnTo>
                  <a:lnTo>
                    <a:pt x="2857597" y="676851"/>
                  </a:lnTo>
                  <a:lnTo>
                    <a:pt x="2903700" y="596738"/>
                  </a:lnTo>
                  <a:lnTo>
                    <a:pt x="2952147" y="524266"/>
                  </a:lnTo>
                  <a:lnTo>
                    <a:pt x="3003558" y="458715"/>
                  </a:lnTo>
                  <a:lnTo>
                    <a:pt x="3058538" y="399348"/>
                  </a:lnTo>
                  <a:lnTo>
                    <a:pt x="3117636" y="345478"/>
                  </a:lnTo>
                  <a:lnTo>
                    <a:pt x="3181286" y="296508"/>
                  </a:lnTo>
                  <a:lnTo>
                    <a:pt x="3249736" y="251947"/>
                  </a:lnTo>
                  <a:lnTo>
                    <a:pt x="3322950" y="211426"/>
                  </a:lnTo>
                  <a:lnTo>
                    <a:pt x="3400505" y="174698"/>
                  </a:lnTo>
                  <a:lnTo>
                    <a:pt x="3481479" y="141639"/>
                  </a:lnTo>
                  <a:lnTo>
                    <a:pt x="3564362" y="112227"/>
                  </a:lnTo>
                  <a:lnTo>
                    <a:pt x="3647033" y="86514"/>
                  </a:lnTo>
                  <a:lnTo>
                    <a:pt x="3726841" y="64581"/>
                  </a:lnTo>
                  <a:lnTo>
                    <a:pt x="3800826" y="46480"/>
                  </a:lnTo>
                  <a:lnTo>
                    <a:pt x="3866079" y="32172"/>
                  </a:lnTo>
                  <a:lnTo>
                    <a:pt x="3920188" y="21478"/>
                  </a:lnTo>
                  <a:lnTo>
                    <a:pt x="3961672" y="14051"/>
                  </a:lnTo>
                  <a:lnTo>
                    <a:pt x="3990292" y="9391"/>
                  </a:lnTo>
                  <a:lnTo>
                    <a:pt x="4007168" y="6885"/>
                  </a:lnTo>
                  <a:lnTo>
                    <a:pt x="4014698" y="5861"/>
                  </a:lnTo>
                  <a:lnTo>
                    <a:pt x="4016409" y="5647"/>
                  </a:lnTo>
                  <a:lnTo>
                    <a:pt x="4538543" y="5647"/>
                  </a:lnTo>
                  <a:lnTo>
                    <a:pt x="4539742" y="5708"/>
                  </a:lnTo>
                  <a:lnTo>
                    <a:pt x="4547592" y="6148"/>
                  </a:lnTo>
                  <a:lnTo>
                    <a:pt x="4567254" y="7365"/>
                  </a:lnTo>
                  <a:lnTo>
                    <a:pt x="4602088" y="9756"/>
                  </a:lnTo>
                  <a:lnTo>
                    <a:pt x="4653356" y="13677"/>
                  </a:lnTo>
                  <a:lnTo>
                    <a:pt x="4720146" y="19398"/>
                  </a:lnTo>
                  <a:lnTo>
                    <a:pt x="4799698" y="27082"/>
                  </a:lnTo>
                  <a:lnTo>
                    <a:pt x="4888081" y="36787"/>
                  </a:lnTo>
                  <a:lnTo>
                    <a:pt x="4981017" y="48497"/>
                  </a:lnTo>
                  <a:lnTo>
                    <a:pt x="5074596" y="62163"/>
                  </a:lnTo>
                  <a:lnTo>
                    <a:pt x="5165730" y="77756"/>
                  </a:lnTo>
                  <a:lnTo>
                    <a:pt x="5252314" y="95292"/>
                  </a:lnTo>
                  <a:lnTo>
                    <a:pt x="5333177" y="114862"/>
                  </a:lnTo>
                  <a:lnTo>
                    <a:pt x="5407910" y="136635"/>
                  </a:lnTo>
                  <a:lnTo>
                    <a:pt x="5476665" y="160866"/>
                  </a:lnTo>
                  <a:lnTo>
                    <a:pt x="5539966" y="187886"/>
                  </a:lnTo>
                  <a:lnTo>
                    <a:pt x="5598564" y="218091"/>
                  </a:lnTo>
                  <a:lnTo>
                    <a:pt x="5653320" y="251915"/>
                  </a:lnTo>
                  <a:lnTo>
                    <a:pt x="5705122" y="289787"/>
                  </a:lnTo>
                  <a:lnTo>
                    <a:pt x="5754815" y="332051"/>
                  </a:lnTo>
                  <a:lnTo>
                    <a:pt x="5784835" y="360477"/>
                  </a:lnTo>
                  <a:lnTo>
                    <a:pt x="5826111" y="403034"/>
                  </a:lnTo>
                  <a:lnTo>
                    <a:pt x="5866991" y="449036"/>
                  </a:lnTo>
                  <a:lnTo>
                    <a:pt x="5907765" y="498549"/>
                  </a:lnTo>
                  <a:lnTo>
                    <a:pt x="5948654" y="551573"/>
                  </a:lnTo>
                  <a:lnTo>
                    <a:pt x="5989816" y="608026"/>
                  </a:lnTo>
                  <a:lnTo>
                    <a:pt x="6031353" y="667744"/>
                  </a:lnTo>
                  <a:lnTo>
                    <a:pt x="6073316" y="730474"/>
                  </a:lnTo>
                  <a:lnTo>
                    <a:pt x="6115711" y="795873"/>
                  </a:lnTo>
                  <a:lnTo>
                    <a:pt x="6158502" y="863518"/>
                  </a:lnTo>
                  <a:lnTo>
                    <a:pt x="6201619" y="932908"/>
                  </a:lnTo>
                  <a:lnTo>
                    <a:pt x="6244966" y="1003483"/>
                  </a:lnTo>
                  <a:lnTo>
                    <a:pt x="6288429" y="1074642"/>
                  </a:lnTo>
                  <a:lnTo>
                    <a:pt x="6331885" y="1145761"/>
                  </a:lnTo>
                  <a:lnTo>
                    <a:pt x="6375209" y="1216220"/>
                  </a:lnTo>
                  <a:lnTo>
                    <a:pt x="6418290" y="1285419"/>
                  </a:lnTo>
                  <a:lnTo>
                    <a:pt x="6461034" y="1352805"/>
                  </a:lnTo>
                  <a:lnTo>
                    <a:pt x="6503375" y="1417889"/>
                  </a:lnTo>
                  <a:lnTo>
                    <a:pt x="6545283" y="1480255"/>
                  </a:lnTo>
                  <a:lnTo>
                    <a:pt x="6586769" y="1539572"/>
                  </a:lnTo>
                  <a:lnTo>
                    <a:pt x="6627890" y="1595599"/>
                  </a:lnTo>
                  <a:lnTo>
                    <a:pt x="6668754" y="1648182"/>
                  </a:lnTo>
                  <a:lnTo>
                    <a:pt x="6709528" y="1697250"/>
                  </a:lnTo>
                  <a:lnTo>
                    <a:pt x="6750440" y="1742811"/>
                  </a:lnTo>
                  <a:lnTo>
                    <a:pt x="6786527" y="1779800"/>
                  </a:lnTo>
                  <a:lnTo>
                    <a:pt x="6835287" y="1824866"/>
                  </a:lnTo>
                  <a:lnTo>
                    <a:pt x="6885691" y="1865426"/>
                  </a:lnTo>
                  <a:lnTo>
                    <a:pt x="6938515" y="1901708"/>
                  </a:lnTo>
                  <a:lnTo>
                    <a:pt x="6994630" y="1934101"/>
                  </a:lnTo>
                  <a:lnTo>
                    <a:pt x="7054923" y="1963042"/>
                  </a:lnTo>
                  <a:lnTo>
                    <a:pt x="7120224" y="1988956"/>
                  </a:lnTo>
                  <a:lnTo>
                    <a:pt x="7191212" y="2012215"/>
                  </a:lnTo>
                  <a:lnTo>
                    <a:pt x="7268289" y="2033123"/>
                  </a:lnTo>
                  <a:lnTo>
                    <a:pt x="7351418" y="2051901"/>
                  </a:lnTo>
                  <a:lnTo>
                    <a:pt x="7439922" y="2068690"/>
                  </a:lnTo>
                  <a:lnTo>
                    <a:pt x="7532290" y="2083550"/>
                  </a:lnTo>
                  <a:lnTo>
                    <a:pt x="7626039" y="2096477"/>
                  </a:lnTo>
                  <a:lnTo>
                    <a:pt x="7717734" y="2107427"/>
                  </a:lnTo>
                  <a:lnTo>
                    <a:pt x="7803255" y="2116361"/>
                  </a:lnTo>
                  <a:lnTo>
                    <a:pt x="7878361" y="2123285"/>
                  </a:lnTo>
                  <a:lnTo>
                    <a:pt x="7939472" y="2128294"/>
                  </a:lnTo>
                  <a:lnTo>
                    <a:pt x="7984468" y="2131594"/>
                  </a:lnTo>
                  <a:lnTo>
                    <a:pt x="8013252" y="2133493"/>
                  </a:lnTo>
                  <a:lnTo>
                    <a:pt x="8027911" y="2134366"/>
                  </a:lnTo>
                  <a:lnTo>
                    <a:pt x="8032529" y="2134616"/>
                  </a:lnTo>
                  <a:lnTo>
                    <a:pt x="8032819" y="2134630"/>
                  </a:lnTo>
                  <a:lnTo>
                    <a:pt x="8554953" y="2134630"/>
                  </a:lnTo>
                  <a:lnTo>
                    <a:pt x="8554953" y="2128983"/>
                  </a:lnTo>
                  <a:lnTo>
                    <a:pt x="8032819" y="2128983"/>
                  </a:lnTo>
                  <a:lnTo>
                    <a:pt x="8031620" y="2128921"/>
                  </a:lnTo>
                  <a:lnTo>
                    <a:pt x="8023770" y="2128481"/>
                  </a:lnTo>
                  <a:lnTo>
                    <a:pt x="8004108" y="2127264"/>
                  </a:lnTo>
                  <a:lnTo>
                    <a:pt x="7969274" y="2124873"/>
                  </a:lnTo>
                  <a:lnTo>
                    <a:pt x="7918006" y="2120953"/>
                  </a:lnTo>
                  <a:lnTo>
                    <a:pt x="7851216" y="2115232"/>
                  </a:lnTo>
                  <a:lnTo>
                    <a:pt x="7771664" y="2107548"/>
                  </a:lnTo>
                  <a:lnTo>
                    <a:pt x="7683281" y="2097842"/>
                  </a:lnTo>
                  <a:lnTo>
                    <a:pt x="7590345" y="2086133"/>
                  </a:lnTo>
                  <a:lnTo>
                    <a:pt x="7496766" y="2072466"/>
                  </a:lnTo>
                  <a:lnTo>
                    <a:pt x="7405632" y="2056874"/>
                  </a:lnTo>
                  <a:lnTo>
                    <a:pt x="7319048" y="2039337"/>
                  </a:lnTo>
                  <a:lnTo>
                    <a:pt x="7238185" y="2019768"/>
                  </a:lnTo>
                  <a:lnTo>
                    <a:pt x="7163452" y="1997995"/>
                  </a:lnTo>
                  <a:lnTo>
                    <a:pt x="7094697" y="1973764"/>
                  </a:lnTo>
                  <a:lnTo>
                    <a:pt x="7031396" y="1946744"/>
                  </a:lnTo>
                  <a:lnTo>
                    <a:pt x="6972798" y="1916539"/>
                  </a:lnTo>
                  <a:lnTo>
                    <a:pt x="6918042" y="1882714"/>
                  </a:lnTo>
                  <a:lnTo>
                    <a:pt x="6866240" y="1844842"/>
                  </a:lnTo>
                  <a:lnTo>
                    <a:pt x="6816547" y="1802578"/>
                  </a:lnTo>
                  <a:lnTo>
                    <a:pt x="6786527" y="1774152"/>
                  </a:lnTo>
                  <a:lnTo>
                    <a:pt x="6745251" y="1731595"/>
                  </a:lnTo>
                  <a:lnTo>
                    <a:pt x="6704371" y="1685594"/>
                  </a:lnTo>
                  <a:lnTo>
                    <a:pt x="6663597" y="1636080"/>
                  </a:lnTo>
                  <a:lnTo>
                    <a:pt x="6622708" y="1583057"/>
                  </a:lnTo>
                  <a:lnTo>
                    <a:pt x="6581546" y="1526604"/>
                  </a:lnTo>
                  <a:lnTo>
                    <a:pt x="6540009" y="1466886"/>
                  </a:lnTo>
                  <a:lnTo>
                    <a:pt x="6498045" y="1404156"/>
                  </a:lnTo>
                  <a:lnTo>
                    <a:pt x="6455651" y="1338756"/>
                  </a:lnTo>
                  <a:lnTo>
                    <a:pt x="6412860" y="1271112"/>
                  </a:lnTo>
                  <a:lnTo>
                    <a:pt x="6369743" y="1201722"/>
                  </a:lnTo>
                  <a:lnTo>
                    <a:pt x="6326395" y="1131147"/>
                  </a:lnTo>
                  <a:lnTo>
                    <a:pt x="6282932" y="1059988"/>
                  </a:lnTo>
                  <a:lnTo>
                    <a:pt x="6239477" y="988868"/>
                  </a:lnTo>
                  <a:lnTo>
                    <a:pt x="6196153" y="918410"/>
                  </a:lnTo>
                  <a:lnTo>
                    <a:pt x="6153072" y="849211"/>
                  </a:lnTo>
                  <a:lnTo>
                    <a:pt x="6110328" y="781824"/>
                  </a:lnTo>
                  <a:lnTo>
                    <a:pt x="6067987" y="716740"/>
                  </a:lnTo>
                  <a:lnTo>
                    <a:pt x="6026079" y="654375"/>
                  </a:lnTo>
                  <a:lnTo>
                    <a:pt x="5984593" y="595057"/>
                  </a:lnTo>
                  <a:lnTo>
                    <a:pt x="5943472" y="539030"/>
                  </a:lnTo>
                  <a:lnTo>
                    <a:pt x="5902608" y="486448"/>
                  </a:lnTo>
                  <a:lnTo>
                    <a:pt x="5861834" y="437380"/>
                  </a:lnTo>
                  <a:lnTo>
                    <a:pt x="5820922" y="391819"/>
                  </a:lnTo>
                  <a:lnTo>
                    <a:pt x="5784835" y="354830"/>
                  </a:lnTo>
                  <a:lnTo>
                    <a:pt x="5736075" y="309763"/>
                  </a:lnTo>
                  <a:lnTo>
                    <a:pt x="5685671" y="269204"/>
                  </a:lnTo>
                  <a:lnTo>
                    <a:pt x="5632847" y="232921"/>
                  </a:lnTo>
                  <a:lnTo>
                    <a:pt x="5576732" y="200529"/>
                  </a:lnTo>
                  <a:lnTo>
                    <a:pt x="5516439" y="171588"/>
                  </a:lnTo>
                  <a:lnTo>
                    <a:pt x="5451138" y="145674"/>
                  </a:lnTo>
                  <a:lnTo>
                    <a:pt x="5380150" y="122415"/>
                  </a:lnTo>
                  <a:lnTo>
                    <a:pt x="5303073" y="101507"/>
                  </a:lnTo>
                  <a:lnTo>
                    <a:pt x="5219944" y="82728"/>
                  </a:lnTo>
                  <a:lnTo>
                    <a:pt x="5131440" y="65939"/>
                  </a:lnTo>
                  <a:lnTo>
                    <a:pt x="5039072" y="51079"/>
                  </a:lnTo>
                  <a:lnTo>
                    <a:pt x="4945323" y="38153"/>
                  </a:lnTo>
                  <a:lnTo>
                    <a:pt x="4853628" y="27203"/>
                  </a:lnTo>
                  <a:lnTo>
                    <a:pt x="4768107" y="18269"/>
                  </a:lnTo>
                  <a:lnTo>
                    <a:pt x="4693001" y="11345"/>
                  </a:lnTo>
                  <a:lnTo>
                    <a:pt x="4631890" y="6335"/>
                  </a:lnTo>
                  <a:lnTo>
                    <a:pt x="4586894" y="3035"/>
                  </a:lnTo>
                  <a:lnTo>
                    <a:pt x="4558110" y="1137"/>
                  </a:lnTo>
                  <a:lnTo>
                    <a:pt x="4543450" y="264"/>
                  </a:lnTo>
                  <a:lnTo>
                    <a:pt x="4538833" y="14"/>
                  </a:lnTo>
                  <a:lnTo>
                    <a:pt x="4538543" y="0"/>
                  </a:lnTo>
                  <a:lnTo>
                    <a:pt x="4016409" y="0"/>
                  </a:lnTo>
                  <a:lnTo>
                    <a:pt x="4015570" y="103"/>
                  </a:lnTo>
                  <a:lnTo>
                    <a:pt x="4010032" y="838"/>
                  </a:lnTo>
                  <a:lnTo>
                    <a:pt x="3996007" y="2871"/>
                  </a:lnTo>
                  <a:lnTo>
                    <a:pt x="3970774" y="6875"/>
                  </a:lnTo>
                  <a:lnTo>
                    <a:pt x="3932849" y="13488"/>
                  </a:lnTo>
                  <a:lnTo>
                    <a:pt x="3882102" y="23246"/>
                  </a:lnTo>
                  <a:lnTo>
                    <a:pt x="3819696" y="36539"/>
                  </a:lnTo>
                  <a:lnTo>
                    <a:pt x="3747827" y="53591"/>
                  </a:lnTo>
                  <a:lnTo>
                    <a:pt x="3669315" y="74476"/>
                  </a:lnTo>
                  <a:lnTo>
                    <a:pt x="3587147" y="99161"/>
                  </a:lnTo>
                  <a:lnTo>
                    <a:pt x="3504087" y="127566"/>
                  </a:lnTo>
                  <a:lnTo>
                    <a:pt x="3422413" y="159627"/>
                  </a:lnTo>
                  <a:lnTo>
                    <a:pt x="3343805" y="195341"/>
                  </a:lnTo>
                  <a:lnTo>
                    <a:pt x="3269340" y="234804"/>
                  </a:lnTo>
                  <a:lnTo>
                    <a:pt x="3199567" y="278226"/>
                  </a:lnTo>
                  <a:lnTo>
                    <a:pt x="3134615" y="325944"/>
                  </a:lnTo>
                  <a:lnTo>
                    <a:pt x="3074306" y="378415"/>
                  </a:lnTo>
                  <a:lnTo>
                    <a:pt x="3018248" y="436210"/>
                  </a:lnTo>
                  <a:lnTo>
                    <a:pt x="2965918" y="499994"/>
                  </a:lnTo>
                  <a:lnTo>
                    <a:pt x="2916721" y="570495"/>
                  </a:lnTo>
                  <a:lnTo>
                    <a:pt x="2870036" y="648446"/>
                  </a:lnTo>
                  <a:lnTo>
                    <a:pt x="2825260" y="734496"/>
                  </a:lnTo>
                  <a:lnTo>
                    <a:pt x="2781843" y="829066"/>
                  </a:lnTo>
                  <a:lnTo>
                    <a:pt x="2770117" y="856487"/>
                  </a:lnTo>
                  <a:lnTo>
                    <a:pt x="2741264" y="927285"/>
                  </a:lnTo>
                  <a:lnTo>
                    <a:pt x="2712653" y="1002095"/>
                  </a:lnTo>
                  <a:lnTo>
                    <a:pt x="2684172" y="1080994"/>
                  </a:lnTo>
                  <a:lnTo>
                    <a:pt x="2655731" y="1164026"/>
                  </a:lnTo>
                  <a:lnTo>
                    <a:pt x="2627252" y="1251194"/>
                  </a:lnTo>
                  <a:lnTo>
                    <a:pt x="2598674" y="1342455"/>
                  </a:lnTo>
                  <a:lnTo>
                    <a:pt x="2569952" y="1437721"/>
                  </a:lnTo>
                  <a:lnTo>
                    <a:pt x="2541050" y="1536855"/>
                  </a:lnTo>
                  <a:lnTo>
                    <a:pt x="2511947" y="1639668"/>
                  </a:lnTo>
                  <a:lnTo>
                    <a:pt x="2482633" y="1745922"/>
                  </a:lnTo>
                  <a:lnTo>
                    <a:pt x="2453108" y="1855328"/>
                  </a:lnTo>
                  <a:lnTo>
                    <a:pt x="2423382" y="1967548"/>
                  </a:lnTo>
                  <a:lnTo>
                    <a:pt x="2393474" y="2082201"/>
                  </a:lnTo>
                  <a:lnTo>
                    <a:pt x="2363409" y="2198863"/>
                  </a:lnTo>
                  <a:lnTo>
                    <a:pt x="2333219" y="2317079"/>
                  </a:lnTo>
                  <a:lnTo>
                    <a:pt x="2302943" y="2436366"/>
                  </a:lnTo>
                  <a:lnTo>
                    <a:pt x="2272619" y="2556221"/>
                  </a:lnTo>
                  <a:lnTo>
                    <a:pt x="2242291" y="2676134"/>
                  </a:lnTo>
                  <a:lnTo>
                    <a:pt x="2212000" y="2795589"/>
                  </a:lnTo>
                  <a:lnTo>
                    <a:pt x="2181788" y="2914084"/>
                  </a:lnTo>
                  <a:lnTo>
                    <a:pt x="2151692" y="3031130"/>
                  </a:lnTo>
                  <a:lnTo>
                    <a:pt x="2121747" y="3146263"/>
                  </a:lnTo>
                  <a:lnTo>
                    <a:pt x="2091979" y="3259055"/>
                  </a:lnTo>
                  <a:lnTo>
                    <a:pt x="2062408" y="3369112"/>
                  </a:lnTo>
                  <a:lnTo>
                    <a:pt x="2033047" y="3476089"/>
                  </a:lnTo>
                  <a:lnTo>
                    <a:pt x="2003899" y="3579684"/>
                  </a:lnTo>
                  <a:lnTo>
                    <a:pt x="1974954" y="3679648"/>
                  </a:lnTo>
                  <a:lnTo>
                    <a:pt x="1946194" y="3775782"/>
                  </a:lnTo>
                  <a:lnTo>
                    <a:pt x="1917588" y="3867936"/>
                  </a:lnTo>
                  <a:lnTo>
                    <a:pt x="1889092" y="3956012"/>
                  </a:lnTo>
                  <a:lnTo>
                    <a:pt x="1860648" y="4039959"/>
                  </a:lnTo>
                  <a:lnTo>
                    <a:pt x="1832184" y="4119768"/>
                  </a:lnTo>
                  <a:lnTo>
                    <a:pt x="1803610" y="4195474"/>
                  </a:lnTo>
                  <a:lnTo>
                    <a:pt x="1774821" y="4267150"/>
                  </a:lnTo>
                  <a:lnTo>
                    <a:pt x="1768425" y="4282438"/>
                  </a:lnTo>
                  <a:lnTo>
                    <a:pt x="1725297" y="4379363"/>
                  </a:lnTo>
                  <a:lnTo>
                    <a:pt x="1680945" y="4467721"/>
                  </a:lnTo>
                  <a:lnTo>
                    <a:pt x="1634842" y="4547834"/>
                  </a:lnTo>
                  <a:lnTo>
                    <a:pt x="1586395" y="4620305"/>
                  </a:lnTo>
                  <a:lnTo>
                    <a:pt x="1534984" y="4685857"/>
                  </a:lnTo>
                  <a:lnTo>
                    <a:pt x="1480004" y="4745224"/>
                  </a:lnTo>
                  <a:lnTo>
                    <a:pt x="1420906" y="4799093"/>
                  </a:lnTo>
                  <a:lnTo>
                    <a:pt x="1357256" y="4848064"/>
                  </a:lnTo>
                  <a:lnTo>
                    <a:pt x="1288807" y="4892625"/>
                  </a:lnTo>
                  <a:lnTo>
                    <a:pt x="1215592" y="4933146"/>
                  </a:lnTo>
                  <a:lnTo>
                    <a:pt x="1138037" y="4969874"/>
                  </a:lnTo>
                  <a:lnTo>
                    <a:pt x="1057063" y="5002933"/>
                  </a:lnTo>
                  <a:lnTo>
                    <a:pt x="974180" y="5032345"/>
                  </a:lnTo>
                  <a:lnTo>
                    <a:pt x="891510" y="5058058"/>
                  </a:lnTo>
                  <a:lnTo>
                    <a:pt x="811701" y="5079990"/>
                  </a:lnTo>
                  <a:lnTo>
                    <a:pt x="737716" y="5098092"/>
                  </a:lnTo>
                  <a:lnTo>
                    <a:pt x="672463" y="5112400"/>
                  </a:lnTo>
                  <a:lnTo>
                    <a:pt x="618354" y="5123094"/>
                  </a:lnTo>
                  <a:lnTo>
                    <a:pt x="576870" y="5130521"/>
                  </a:lnTo>
                  <a:lnTo>
                    <a:pt x="548250" y="5135181"/>
                  </a:lnTo>
                  <a:lnTo>
                    <a:pt x="531374" y="5137687"/>
                  </a:lnTo>
                  <a:lnTo>
                    <a:pt x="523845" y="5138711"/>
                  </a:lnTo>
                  <a:lnTo>
                    <a:pt x="522133" y="5138925"/>
                  </a:lnTo>
                  <a:lnTo>
                    <a:pt x="0" y="5138925"/>
                  </a:lnTo>
                  <a:close/>
                </a:path>
              </a:pathLst>
            </a:custGeom>
            <a:solidFill>
              <a:srgbClr val="F3BA99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1881" name="pl1881"/>
            <p:cNvSpPr/>
            <p:nvPr/>
          </p:nvSpPr>
          <p:spPr>
            <a:xfrm>
              <a:off x="386606" y="564356"/>
              <a:ext cx="8554953" cy="5138925"/>
            </a:xfrm>
            <a:custGeom>
              <a:avLst/>
              <a:pathLst>
                <a:path w="8554953" h="5138925">
                  <a:moveTo>
                    <a:pt x="0" y="5138925"/>
                  </a:moveTo>
                  <a:lnTo>
                    <a:pt x="522133" y="5138925"/>
                  </a:lnTo>
                  <a:lnTo>
                    <a:pt x="522972" y="5138822"/>
                  </a:lnTo>
                  <a:lnTo>
                    <a:pt x="528510" y="5138086"/>
                  </a:lnTo>
                  <a:lnTo>
                    <a:pt x="542535" y="5136054"/>
                  </a:lnTo>
                  <a:lnTo>
                    <a:pt x="567768" y="5132049"/>
                  </a:lnTo>
                  <a:lnTo>
                    <a:pt x="605693" y="5125437"/>
                  </a:lnTo>
                  <a:lnTo>
                    <a:pt x="656440" y="5115679"/>
                  </a:lnTo>
                  <a:lnTo>
                    <a:pt x="718846" y="5102386"/>
                  </a:lnTo>
                  <a:lnTo>
                    <a:pt x="790715" y="5085334"/>
                  </a:lnTo>
                  <a:lnTo>
                    <a:pt x="869227" y="5064449"/>
                  </a:lnTo>
                  <a:lnTo>
                    <a:pt x="951395" y="5039764"/>
                  </a:lnTo>
                  <a:lnTo>
                    <a:pt x="1034456" y="5011359"/>
                  </a:lnTo>
                  <a:lnTo>
                    <a:pt x="1116129" y="4979298"/>
                  </a:lnTo>
                  <a:lnTo>
                    <a:pt x="1194737" y="4943584"/>
                  </a:lnTo>
                  <a:lnTo>
                    <a:pt x="1269202" y="4904121"/>
                  </a:lnTo>
                  <a:lnTo>
                    <a:pt x="1338976" y="4860699"/>
                  </a:lnTo>
                  <a:lnTo>
                    <a:pt x="1403927" y="4812981"/>
                  </a:lnTo>
                  <a:lnTo>
                    <a:pt x="1464236" y="4760510"/>
                  </a:lnTo>
                  <a:lnTo>
                    <a:pt x="1520294" y="4702715"/>
                  </a:lnTo>
                  <a:lnTo>
                    <a:pt x="1572624" y="4638930"/>
                  </a:lnTo>
                  <a:lnTo>
                    <a:pt x="1621821" y="4568430"/>
                  </a:lnTo>
                  <a:lnTo>
                    <a:pt x="1668506" y="4490479"/>
                  </a:lnTo>
                  <a:lnTo>
                    <a:pt x="1713283" y="4404429"/>
                  </a:lnTo>
                  <a:lnTo>
                    <a:pt x="1756699" y="4309859"/>
                  </a:lnTo>
                  <a:lnTo>
                    <a:pt x="1768425" y="4282438"/>
                  </a:lnTo>
                  <a:lnTo>
                    <a:pt x="1797278" y="4211639"/>
                  </a:lnTo>
                  <a:lnTo>
                    <a:pt x="1825890" y="4136830"/>
                  </a:lnTo>
                  <a:lnTo>
                    <a:pt x="1854370" y="4057931"/>
                  </a:lnTo>
                  <a:lnTo>
                    <a:pt x="1882812" y="3974898"/>
                  </a:lnTo>
                  <a:lnTo>
                    <a:pt x="1911291" y="3887731"/>
                  </a:lnTo>
                  <a:lnTo>
                    <a:pt x="1939868" y="3796470"/>
                  </a:lnTo>
                  <a:lnTo>
                    <a:pt x="1968591" y="3701204"/>
                  </a:lnTo>
                  <a:lnTo>
                    <a:pt x="1997492" y="3602070"/>
                  </a:lnTo>
                  <a:lnTo>
                    <a:pt x="2026595" y="3499257"/>
                  </a:lnTo>
                  <a:lnTo>
                    <a:pt x="2055909" y="3393002"/>
                  </a:lnTo>
                  <a:lnTo>
                    <a:pt x="2085434" y="3283596"/>
                  </a:lnTo>
                  <a:lnTo>
                    <a:pt x="2115160" y="3171376"/>
                  </a:lnTo>
                  <a:lnTo>
                    <a:pt x="2145068" y="3056724"/>
                  </a:lnTo>
                  <a:lnTo>
                    <a:pt x="2175134" y="2940062"/>
                  </a:lnTo>
                  <a:lnTo>
                    <a:pt x="2205323" y="2821846"/>
                  </a:lnTo>
                  <a:lnTo>
                    <a:pt x="2235600" y="2702559"/>
                  </a:lnTo>
                  <a:lnTo>
                    <a:pt x="2265923" y="2582703"/>
                  </a:lnTo>
                  <a:lnTo>
                    <a:pt x="2296252" y="2462791"/>
                  </a:lnTo>
                  <a:lnTo>
                    <a:pt x="2326542" y="2343335"/>
                  </a:lnTo>
                  <a:lnTo>
                    <a:pt x="2356754" y="2224841"/>
                  </a:lnTo>
                  <a:lnTo>
                    <a:pt x="2386850" y="2107795"/>
                  </a:lnTo>
                  <a:lnTo>
                    <a:pt x="2416795" y="1992661"/>
                  </a:lnTo>
                  <a:lnTo>
                    <a:pt x="2446563" y="1879870"/>
                  </a:lnTo>
                  <a:lnTo>
                    <a:pt x="2476134" y="1769812"/>
                  </a:lnTo>
                  <a:lnTo>
                    <a:pt x="2505495" y="1662836"/>
                  </a:lnTo>
                  <a:lnTo>
                    <a:pt x="2534644" y="1559240"/>
                  </a:lnTo>
                  <a:lnTo>
                    <a:pt x="2563588" y="1459276"/>
                  </a:lnTo>
                  <a:lnTo>
                    <a:pt x="2592348" y="1363143"/>
                  </a:lnTo>
                  <a:lnTo>
                    <a:pt x="2620954" y="1270989"/>
                  </a:lnTo>
                  <a:lnTo>
                    <a:pt x="2649450" y="1182912"/>
                  </a:lnTo>
                  <a:lnTo>
                    <a:pt x="2677894" y="1098966"/>
                  </a:lnTo>
                  <a:lnTo>
                    <a:pt x="2706358" y="1019157"/>
                  </a:lnTo>
                  <a:lnTo>
                    <a:pt x="2734932" y="943450"/>
                  </a:lnTo>
                  <a:lnTo>
                    <a:pt x="2763721" y="871775"/>
                  </a:lnTo>
                  <a:lnTo>
                    <a:pt x="2770117" y="856487"/>
                  </a:lnTo>
                  <a:lnTo>
                    <a:pt x="2813245" y="759562"/>
                  </a:lnTo>
                  <a:lnTo>
                    <a:pt x="2857597" y="671203"/>
                  </a:lnTo>
                  <a:lnTo>
                    <a:pt x="2903700" y="591091"/>
                  </a:lnTo>
                  <a:lnTo>
                    <a:pt x="2952147" y="518619"/>
                  </a:lnTo>
                  <a:lnTo>
                    <a:pt x="3003558" y="453068"/>
                  </a:lnTo>
                  <a:lnTo>
                    <a:pt x="3058538" y="393700"/>
                  </a:lnTo>
                  <a:lnTo>
                    <a:pt x="3117636" y="339831"/>
                  </a:lnTo>
                  <a:lnTo>
                    <a:pt x="3181286" y="290861"/>
                  </a:lnTo>
                  <a:lnTo>
                    <a:pt x="3249736" y="246300"/>
                  </a:lnTo>
                  <a:lnTo>
                    <a:pt x="3322950" y="205778"/>
                  </a:lnTo>
                  <a:lnTo>
                    <a:pt x="3400505" y="169051"/>
                  </a:lnTo>
                  <a:lnTo>
                    <a:pt x="3481479" y="135992"/>
                  </a:lnTo>
                  <a:lnTo>
                    <a:pt x="3564362" y="106580"/>
                  </a:lnTo>
                  <a:lnTo>
                    <a:pt x="3647033" y="80867"/>
                  </a:lnTo>
                  <a:lnTo>
                    <a:pt x="3726841" y="58934"/>
                  </a:lnTo>
                  <a:lnTo>
                    <a:pt x="3800826" y="40833"/>
                  </a:lnTo>
                  <a:lnTo>
                    <a:pt x="3866079" y="26525"/>
                  </a:lnTo>
                  <a:lnTo>
                    <a:pt x="3920188" y="15830"/>
                  </a:lnTo>
                  <a:lnTo>
                    <a:pt x="3961672" y="8404"/>
                  </a:lnTo>
                  <a:lnTo>
                    <a:pt x="3990292" y="3744"/>
                  </a:lnTo>
                  <a:lnTo>
                    <a:pt x="4007168" y="1238"/>
                  </a:lnTo>
                  <a:lnTo>
                    <a:pt x="4014698" y="214"/>
                  </a:lnTo>
                  <a:lnTo>
                    <a:pt x="4016391" y="2"/>
                  </a:lnTo>
                  <a:lnTo>
                    <a:pt x="4016409" y="0"/>
                  </a:lnTo>
                  <a:lnTo>
                    <a:pt x="4538543" y="0"/>
                  </a:lnTo>
                  <a:lnTo>
                    <a:pt x="4539742" y="61"/>
                  </a:lnTo>
                  <a:lnTo>
                    <a:pt x="4547592" y="501"/>
                  </a:lnTo>
                  <a:lnTo>
                    <a:pt x="4567254" y="1718"/>
                  </a:lnTo>
                  <a:lnTo>
                    <a:pt x="4602088" y="4109"/>
                  </a:lnTo>
                  <a:lnTo>
                    <a:pt x="4653356" y="8030"/>
                  </a:lnTo>
                  <a:lnTo>
                    <a:pt x="4720146" y="13751"/>
                  </a:lnTo>
                  <a:lnTo>
                    <a:pt x="4799698" y="21435"/>
                  </a:lnTo>
                  <a:lnTo>
                    <a:pt x="4888081" y="31140"/>
                  </a:lnTo>
                  <a:lnTo>
                    <a:pt x="4981017" y="42849"/>
                  </a:lnTo>
                  <a:lnTo>
                    <a:pt x="5074596" y="56516"/>
                  </a:lnTo>
                  <a:lnTo>
                    <a:pt x="5165730" y="72109"/>
                  </a:lnTo>
                  <a:lnTo>
                    <a:pt x="5252314" y="89645"/>
                  </a:lnTo>
                  <a:lnTo>
                    <a:pt x="5333177" y="109214"/>
                  </a:lnTo>
                  <a:lnTo>
                    <a:pt x="5407910" y="130988"/>
                  </a:lnTo>
                  <a:lnTo>
                    <a:pt x="5476665" y="155219"/>
                  </a:lnTo>
                  <a:lnTo>
                    <a:pt x="5539966" y="182239"/>
                  </a:lnTo>
                  <a:lnTo>
                    <a:pt x="5598564" y="212444"/>
                  </a:lnTo>
                  <a:lnTo>
                    <a:pt x="5653320" y="246268"/>
                  </a:lnTo>
                  <a:lnTo>
                    <a:pt x="5705122" y="284140"/>
                  </a:lnTo>
                  <a:lnTo>
                    <a:pt x="5754815" y="326404"/>
                  </a:lnTo>
                  <a:lnTo>
                    <a:pt x="5784835" y="354830"/>
                  </a:lnTo>
                  <a:lnTo>
                    <a:pt x="5826111" y="397387"/>
                  </a:lnTo>
                  <a:lnTo>
                    <a:pt x="5866991" y="443389"/>
                  </a:lnTo>
                  <a:lnTo>
                    <a:pt x="5907765" y="492902"/>
                  </a:lnTo>
                  <a:lnTo>
                    <a:pt x="5948654" y="545926"/>
                  </a:lnTo>
                  <a:lnTo>
                    <a:pt x="5989816" y="602379"/>
                  </a:lnTo>
                  <a:lnTo>
                    <a:pt x="6031353" y="662097"/>
                  </a:lnTo>
                  <a:lnTo>
                    <a:pt x="6073316" y="724826"/>
                  </a:lnTo>
                  <a:lnTo>
                    <a:pt x="6115711" y="790226"/>
                  </a:lnTo>
                  <a:lnTo>
                    <a:pt x="6158502" y="857871"/>
                  </a:lnTo>
                  <a:lnTo>
                    <a:pt x="6201619" y="927260"/>
                  </a:lnTo>
                  <a:lnTo>
                    <a:pt x="6244966" y="997836"/>
                  </a:lnTo>
                  <a:lnTo>
                    <a:pt x="6288429" y="1068995"/>
                  </a:lnTo>
                  <a:lnTo>
                    <a:pt x="6331885" y="1140114"/>
                  </a:lnTo>
                  <a:lnTo>
                    <a:pt x="6375209" y="1210572"/>
                  </a:lnTo>
                  <a:lnTo>
                    <a:pt x="6418290" y="1279771"/>
                  </a:lnTo>
                  <a:lnTo>
                    <a:pt x="6461034" y="1347158"/>
                  </a:lnTo>
                  <a:lnTo>
                    <a:pt x="6503375" y="1412242"/>
                  </a:lnTo>
                  <a:lnTo>
                    <a:pt x="6545283" y="1474608"/>
                  </a:lnTo>
                  <a:lnTo>
                    <a:pt x="6586769" y="1533925"/>
                  </a:lnTo>
                  <a:lnTo>
                    <a:pt x="6627890" y="1589952"/>
                  </a:lnTo>
                  <a:lnTo>
                    <a:pt x="6668754" y="1642535"/>
                  </a:lnTo>
                  <a:lnTo>
                    <a:pt x="6709528" y="1691603"/>
                  </a:lnTo>
                  <a:lnTo>
                    <a:pt x="6750440" y="1737164"/>
                  </a:lnTo>
                  <a:lnTo>
                    <a:pt x="6786527" y="1774152"/>
                  </a:lnTo>
                  <a:lnTo>
                    <a:pt x="6835287" y="1819219"/>
                  </a:lnTo>
                  <a:lnTo>
                    <a:pt x="6885691" y="1859779"/>
                  </a:lnTo>
                  <a:lnTo>
                    <a:pt x="6938515" y="1896061"/>
                  </a:lnTo>
                  <a:lnTo>
                    <a:pt x="6994630" y="1928454"/>
                  </a:lnTo>
                  <a:lnTo>
                    <a:pt x="7054923" y="1957395"/>
                  </a:lnTo>
                  <a:lnTo>
                    <a:pt x="7120224" y="1983309"/>
                  </a:lnTo>
                  <a:lnTo>
                    <a:pt x="7191212" y="2006568"/>
                  </a:lnTo>
                  <a:lnTo>
                    <a:pt x="7268289" y="2027475"/>
                  </a:lnTo>
                  <a:lnTo>
                    <a:pt x="7351418" y="2046254"/>
                  </a:lnTo>
                  <a:lnTo>
                    <a:pt x="7439922" y="2063043"/>
                  </a:lnTo>
                  <a:lnTo>
                    <a:pt x="7532290" y="2077903"/>
                  </a:lnTo>
                  <a:lnTo>
                    <a:pt x="7626039" y="2090829"/>
                  </a:lnTo>
                  <a:lnTo>
                    <a:pt x="7717734" y="2101780"/>
                  </a:lnTo>
                  <a:lnTo>
                    <a:pt x="7803255" y="2110714"/>
                  </a:lnTo>
                  <a:lnTo>
                    <a:pt x="7878361" y="2117638"/>
                  </a:lnTo>
                  <a:lnTo>
                    <a:pt x="7939472" y="2122647"/>
                  </a:lnTo>
                  <a:lnTo>
                    <a:pt x="7984468" y="2125947"/>
                  </a:lnTo>
                  <a:lnTo>
                    <a:pt x="8013252" y="2127846"/>
                  </a:lnTo>
                  <a:lnTo>
                    <a:pt x="8027911" y="2128719"/>
                  </a:lnTo>
                  <a:lnTo>
                    <a:pt x="8032529" y="2128968"/>
                  </a:lnTo>
                  <a:lnTo>
                    <a:pt x="8032819" y="2128983"/>
                  </a:lnTo>
                  <a:lnTo>
                    <a:pt x="8554953" y="2128983"/>
                  </a:lnTo>
                  <a:lnTo>
                    <a:pt x="8554953" y="2128983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882" name="pl1882"/>
            <p:cNvSpPr/>
            <p:nvPr/>
          </p:nvSpPr>
          <p:spPr>
            <a:xfrm>
              <a:off x="386606" y="558709"/>
              <a:ext cx="8554953" cy="5138925"/>
            </a:xfrm>
            <a:custGeom>
              <a:avLst/>
              <a:pathLst>
                <a:path w="8554953" h="5138925">
                  <a:moveTo>
                    <a:pt x="8554953" y="2128983"/>
                  </a:moveTo>
                  <a:lnTo>
                    <a:pt x="8032819" y="2128983"/>
                  </a:lnTo>
                  <a:lnTo>
                    <a:pt x="8031620" y="2128921"/>
                  </a:lnTo>
                  <a:lnTo>
                    <a:pt x="8023770" y="2128481"/>
                  </a:lnTo>
                  <a:lnTo>
                    <a:pt x="8004108" y="2127264"/>
                  </a:lnTo>
                  <a:lnTo>
                    <a:pt x="7969274" y="2124873"/>
                  </a:lnTo>
                  <a:lnTo>
                    <a:pt x="7918006" y="2120953"/>
                  </a:lnTo>
                  <a:lnTo>
                    <a:pt x="7851216" y="2115232"/>
                  </a:lnTo>
                  <a:lnTo>
                    <a:pt x="7771664" y="2107548"/>
                  </a:lnTo>
                  <a:lnTo>
                    <a:pt x="7683281" y="2097842"/>
                  </a:lnTo>
                  <a:lnTo>
                    <a:pt x="7590345" y="2086133"/>
                  </a:lnTo>
                  <a:lnTo>
                    <a:pt x="7496766" y="2072466"/>
                  </a:lnTo>
                  <a:lnTo>
                    <a:pt x="7405632" y="2056874"/>
                  </a:lnTo>
                  <a:lnTo>
                    <a:pt x="7319048" y="2039337"/>
                  </a:lnTo>
                  <a:lnTo>
                    <a:pt x="7238185" y="2019768"/>
                  </a:lnTo>
                  <a:lnTo>
                    <a:pt x="7163452" y="1997995"/>
                  </a:lnTo>
                  <a:lnTo>
                    <a:pt x="7094697" y="1973764"/>
                  </a:lnTo>
                  <a:lnTo>
                    <a:pt x="7031396" y="1946744"/>
                  </a:lnTo>
                  <a:lnTo>
                    <a:pt x="6972798" y="1916539"/>
                  </a:lnTo>
                  <a:lnTo>
                    <a:pt x="6918042" y="1882714"/>
                  </a:lnTo>
                  <a:lnTo>
                    <a:pt x="6866240" y="1844842"/>
                  </a:lnTo>
                  <a:lnTo>
                    <a:pt x="6816547" y="1802578"/>
                  </a:lnTo>
                  <a:lnTo>
                    <a:pt x="6786527" y="1774152"/>
                  </a:lnTo>
                  <a:lnTo>
                    <a:pt x="6745251" y="1731595"/>
                  </a:lnTo>
                  <a:lnTo>
                    <a:pt x="6704371" y="1685594"/>
                  </a:lnTo>
                  <a:lnTo>
                    <a:pt x="6663597" y="1636080"/>
                  </a:lnTo>
                  <a:lnTo>
                    <a:pt x="6622708" y="1583057"/>
                  </a:lnTo>
                  <a:lnTo>
                    <a:pt x="6581546" y="1526604"/>
                  </a:lnTo>
                  <a:lnTo>
                    <a:pt x="6540009" y="1466886"/>
                  </a:lnTo>
                  <a:lnTo>
                    <a:pt x="6498045" y="1404156"/>
                  </a:lnTo>
                  <a:lnTo>
                    <a:pt x="6455651" y="1338756"/>
                  </a:lnTo>
                  <a:lnTo>
                    <a:pt x="6412860" y="1271112"/>
                  </a:lnTo>
                  <a:lnTo>
                    <a:pt x="6369743" y="1201722"/>
                  </a:lnTo>
                  <a:lnTo>
                    <a:pt x="6326395" y="1131147"/>
                  </a:lnTo>
                  <a:lnTo>
                    <a:pt x="6282932" y="1059988"/>
                  </a:lnTo>
                  <a:lnTo>
                    <a:pt x="6239477" y="988868"/>
                  </a:lnTo>
                  <a:lnTo>
                    <a:pt x="6196153" y="918410"/>
                  </a:lnTo>
                  <a:lnTo>
                    <a:pt x="6153072" y="849211"/>
                  </a:lnTo>
                  <a:lnTo>
                    <a:pt x="6110328" y="781824"/>
                  </a:lnTo>
                  <a:lnTo>
                    <a:pt x="6067987" y="716740"/>
                  </a:lnTo>
                  <a:lnTo>
                    <a:pt x="6026079" y="654375"/>
                  </a:lnTo>
                  <a:lnTo>
                    <a:pt x="5984593" y="595057"/>
                  </a:lnTo>
                  <a:lnTo>
                    <a:pt x="5943472" y="539030"/>
                  </a:lnTo>
                  <a:lnTo>
                    <a:pt x="5902608" y="486448"/>
                  </a:lnTo>
                  <a:lnTo>
                    <a:pt x="5861834" y="437380"/>
                  </a:lnTo>
                  <a:lnTo>
                    <a:pt x="5820922" y="391819"/>
                  </a:lnTo>
                  <a:lnTo>
                    <a:pt x="5784835" y="354830"/>
                  </a:lnTo>
                  <a:lnTo>
                    <a:pt x="5736075" y="309763"/>
                  </a:lnTo>
                  <a:lnTo>
                    <a:pt x="5685671" y="269204"/>
                  </a:lnTo>
                  <a:lnTo>
                    <a:pt x="5632847" y="232921"/>
                  </a:lnTo>
                  <a:lnTo>
                    <a:pt x="5576732" y="200529"/>
                  </a:lnTo>
                  <a:lnTo>
                    <a:pt x="5516439" y="171588"/>
                  </a:lnTo>
                  <a:lnTo>
                    <a:pt x="5451138" y="145674"/>
                  </a:lnTo>
                  <a:lnTo>
                    <a:pt x="5380150" y="122415"/>
                  </a:lnTo>
                  <a:lnTo>
                    <a:pt x="5303073" y="101507"/>
                  </a:lnTo>
                  <a:lnTo>
                    <a:pt x="5219944" y="82728"/>
                  </a:lnTo>
                  <a:lnTo>
                    <a:pt x="5131440" y="65939"/>
                  </a:lnTo>
                  <a:lnTo>
                    <a:pt x="5039072" y="51079"/>
                  </a:lnTo>
                  <a:lnTo>
                    <a:pt x="4945323" y="38153"/>
                  </a:lnTo>
                  <a:lnTo>
                    <a:pt x="4853628" y="27203"/>
                  </a:lnTo>
                  <a:lnTo>
                    <a:pt x="4768107" y="18269"/>
                  </a:lnTo>
                  <a:lnTo>
                    <a:pt x="4693001" y="11345"/>
                  </a:lnTo>
                  <a:lnTo>
                    <a:pt x="4631890" y="6335"/>
                  </a:lnTo>
                  <a:lnTo>
                    <a:pt x="4586894" y="3035"/>
                  </a:lnTo>
                  <a:lnTo>
                    <a:pt x="4558110" y="1137"/>
                  </a:lnTo>
                  <a:lnTo>
                    <a:pt x="4543450" y="264"/>
                  </a:lnTo>
                  <a:lnTo>
                    <a:pt x="4538833" y="14"/>
                  </a:lnTo>
                  <a:lnTo>
                    <a:pt x="4538543" y="0"/>
                  </a:lnTo>
                  <a:lnTo>
                    <a:pt x="4016409" y="0"/>
                  </a:lnTo>
                  <a:lnTo>
                    <a:pt x="4015570" y="103"/>
                  </a:lnTo>
                  <a:lnTo>
                    <a:pt x="4010032" y="838"/>
                  </a:lnTo>
                  <a:lnTo>
                    <a:pt x="3996007" y="2871"/>
                  </a:lnTo>
                  <a:lnTo>
                    <a:pt x="3970774" y="6875"/>
                  </a:lnTo>
                  <a:lnTo>
                    <a:pt x="3932849" y="13488"/>
                  </a:lnTo>
                  <a:lnTo>
                    <a:pt x="3882102" y="23246"/>
                  </a:lnTo>
                  <a:lnTo>
                    <a:pt x="3819696" y="36539"/>
                  </a:lnTo>
                  <a:lnTo>
                    <a:pt x="3747827" y="53591"/>
                  </a:lnTo>
                  <a:lnTo>
                    <a:pt x="3669315" y="74476"/>
                  </a:lnTo>
                  <a:lnTo>
                    <a:pt x="3587147" y="99161"/>
                  </a:lnTo>
                  <a:lnTo>
                    <a:pt x="3504087" y="127566"/>
                  </a:lnTo>
                  <a:lnTo>
                    <a:pt x="3422413" y="159627"/>
                  </a:lnTo>
                  <a:lnTo>
                    <a:pt x="3343805" y="195341"/>
                  </a:lnTo>
                  <a:lnTo>
                    <a:pt x="3269340" y="234804"/>
                  </a:lnTo>
                  <a:lnTo>
                    <a:pt x="3199567" y="278226"/>
                  </a:lnTo>
                  <a:lnTo>
                    <a:pt x="3134615" y="325944"/>
                  </a:lnTo>
                  <a:lnTo>
                    <a:pt x="3074306" y="378415"/>
                  </a:lnTo>
                  <a:lnTo>
                    <a:pt x="3018248" y="436210"/>
                  </a:lnTo>
                  <a:lnTo>
                    <a:pt x="2965918" y="499994"/>
                  </a:lnTo>
                  <a:lnTo>
                    <a:pt x="2916721" y="570495"/>
                  </a:lnTo>
                  <a:lnTo>
                    <a:pt x="2870036" y="648446"/>
                  </a:lnTo>
                  <a:lnTo>
                    <a:pt x="2825260" y="734496"/>
                  </a:lnTo>
                  <a:lnTo>
                    <a:pt x="2781843" y="829066"/>
                  </a:lnTo>
                  <a:lnTo>
                    <a:pt x="2770117" y="856487"/>
                  </a:lnTo>
                  <a:lnTo>
                    <a:pt x="2741264" y="927285"/>
                  </a:lnTo>
                  <a:lnTo>
                    <a:pt x="2712653" y="1002095"/>
                  </a:lnTo>
                  <a:lnTo>
                    <a:pt x="2684172" y="1080994"/>
                  </a:lnTo>
                  <a:lnTo>
                    <a:pt x="2655731" y="1164026"/>
                  </a:lnTo>
                  <a:lnTo>
                    <a:pt x="2627252" y="1251194"/>
                  </a:lnTo>
                  <a:lnTo>
                    <a:pt x="2598674" y="1342455"/>
                  </a:lnTo>
                  <a:lnTo>
                    <a:pt x="2569952" y="1437721"/>
                  </a:lnTo>
                  <a:lnTo>
                    <a:pt x="2541050" y="1536855"/>
                  </a:lnTo>
                  <a:lnTo>
                    <a:pt x="2511947" y="1639668"/>
                  </a:lnTo>
                  <a:lnTo>
                    <a:pt x="2482633" y="1745922"/>
                  </a:lnTo>
                  <a:lnTo>
                    <a:pt x="2453108" y="1855328"/>
                  </a:lnTo>
                  <a:lnTo>
                    <a:pt x="2423382" y="1967548"/>
                  </a:lnTo>
                  <a:lnTo>
                    <a:pt x="2393474" y="2082201"/>
                  </a:lnTo>
                  <a:lnTo>
                    <a:pt x="2363409" y="2198863"/>
                  </a:lnTo>
                  <a:lnTo>
                    <a:pt x="2333219" y="2317079"/>
                  </a:lnTo>
                  <a:lnTo>
                    <a:pt x="2302943" y="2436366"/>
                  </a:lnTo>
                  <a:lnTo>
                    <a:pt x="2272619" y="2556221"/>
                  </a:lnTo>
                  <a:lnTo>
                    <a:pt x="2242291" y="2676134"/>
                  </a:lnTo>
                  <a:lnTo>
                    <a:pt x="2212000" y="2795589"/>
                  </a:lnTo>
                  <a:lnTo>
                    <a:pt x="2181788" y="2914084"/>
                  </a:lnTo>
                  <a:lnTo>
                    <a:pt x="2151692" y="3031130"/>
                  </a:lnTo>
                  <a:lnTo>
                    <a:pt x="2121747" y="3146263"/>
                  </a:lnTo>
                  <a:lnTo>
                    <a:pt x="2091979" y="3259055"/>
                  </a:lnTo>
                  <a:lnTo>
                    <a:pt x="2062408" y="3369112"/>
                  </a:lnTo>
                  <a:lnTo>
                    <a:pt x="2033047" y="3476089"/>
                  </a:lnTo>
                  <a:lnTo>
                    <a:pt x="2003899" y="3579684"/>
                  </a:lnTo>
                  <a:lnTo>
                    <a:pt x="1974954" y="3679648"/>
                  </a:lnTo>
                  <a:lnTo>
                    <a:pt x="1946194" y="3775782"/>
                  </a:lnTo>
                  <a:lnTo>
                    <a:pt x="1917588" y="3867936"/>
                  </a:lnTo>
                  <a:lnTo>
                    <a:pt x="1889092" y="3956012"/>
                  </a:lnTo>
                  <a:lnTo>
                    <a:pt x="1860648" y="4039959"/>
                  </a:lnTo>
                  <a:lnTo>
                    <a:pt x="1832184" y="4119768"/>
                  </a:lnTo>
                  <a:lnTo>
                    <a:pt x="1803610" y="4195474"/>
                  </a:lnTo>
                  <a:lnTo>
                    <a:pt x="1774821" y="4267150"/>
                  </a:lnTo>
                  <a:lnTo>
                    <a:pt x="1768425" y="4282438"/>
                  </a:lnTo>
                  <a:lnTo>
                    <a:pt x="1725297" y="4379363"/>
                  </a:lnTo>
                  <a:lnTo>
                    <a:pt x="1680945" y="4467721"/>
                  </a:lnTo>
                  <a:lnTo>
                    <a:pt x="1634842" y="4547834"/>
                  </a:lnTo>
                  <a:lnTo>
                    <a:pt x="1586395" y="4620305"/>
                  </a:lnTo>
                  <a:lnTo>
                    <a:pt x="1534984" y="4685857"/>
                  </a:lnTo>
                  <a:lnTo>
                    <a:pt x="1480004" y="4745224"/>
                  </a:lnTo>
                  <a:lnTo>
                    <a:pt x="1420906" y="4799093"/>
                  </a:lnTo>
                  <a:lnTo>
                    <a:pt x="1357256" y="4848064"/>
                  </a:lnTo>
                  <a:lnTo>
                    <a:pt x="1288807" y="4892625"/>
                  </a:lnTo>
                  <a:lnTo>
                    <a:pt x="1215592" y="4933146"/>
                  </a:lnTo>
                  <a:lnTo>
                    <a:pt x="1138037" y="4969874"/>
                  </a:lnTo>
                  <a:lnTo>
                    <a:pt x="1057063" y="5002933"/>
                  </a:lnTo>
                  <a:lnTo>
                    <a:pt x="974180" y="5032345"/>
                  </a:lnTo>
                  <a:lnTo>
                    <a:pt x="891510" y="5058058"/>
                  </a:lnTo>
                  <a:lnTo>
                    <a:pt x="811701" y="5079990"/>
                  </a:lnTo>
                  <a:lnTo>
                    <a:pt x="737716" y="5098092"/>
                  </a:lnTo>
                  <a:lnTo>
                    <a:pt x="672463" y="5112400"/>
                  </a:lnTo>
                  <a:lnTo>
                    <a:pt x="618354" y="5123094"/>
                  </a:lnTo>
                  <a:lnTo>
                    <a:pt x="576870" y="5130521"/>
                  </a:lnTo>
                  <a:lnTo>
                    <a:pt x="548250" y="5135181"/>
                  </a:lnTo>
                  <a:lnTo>
                    <a:pt x="531374" y="5137687"/>
                  </a:lnTo>
                  <a:lnTo>
                    <a:pt x="523845" y="5138711"/>
                  </a:lnTo>
                  <a:lnTo>
                    <a:pt x="522151" y="5138923"/>
                  </a:lnTo>
                  <a:lnTo>
                    <a:pt x="522133" y="5138925"/>
                  </a:lnTo>
                  <a:lnTo>
                    <a:pt x="0" y="5138925"/>
                  </a:lnTo>
                  <a:lnTo>
                    <a:pt x="0" y="5138925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883" name="pg1883"/>
            <p:cNvSpPr/>
            <p:nvPr/>
          </p:nvSpPr>
          <p:spPr>
            <a:xfrm>
              <a:off x="386606" y="767654"/>
              <a:ext cx="8554953" cy="4941274"/>
            </a:xfrm>
            <a:custGeom>
              <a:avLst/>
              <a:pathLst>
                <a:path w="8554953" h="4941274">
                  <a:moveTo>
                    <a:pt x="0" y="4941274"/>
                  </a:moveTo>
                  <a:lnTo>
                    <a:pt x="522133" y="4941274"/>
                  </a:lnTo>
                  <a:lnTo>
                    <a:pt x="522987" y="4941173"/>
                  </a:lnTo>
                  <a:lnTo>
                    <a:pt x="528622" y="4940454"/>
                  </a:lnTo>
                  <a:lnTo>
                    <a:pt x="542886" y="4938466"/>
                  </a:lnTo>
                  <a:lnTo>
                    <a:pt x="568532" y="4934549"/>
                  </a:lnTo>
                  <a:lnTo>
                    <a:pt x="607042" y="4928082"/>
                  </a:lnTo>
                  <a:lnTo>
                    <a:pt x="658510" y="4918546"/>
                  </a:lnTo>
                  <a:lnTo>
                    <a:pt x="721714" y="4905562"/>
                  </a:lnTo>
                  <a:lnTo>
                    <a:pt x="794383" y="4888918"/>
                  </a:lnTo>
                  <a:lnTo>
                    <a:pt x="873630" y="4868548"/>
                  </a:lnTo>
                  <a:lnTo>
                    <a:pt x="956417" y="4844487"/>
                  </a:lnTo>
                  <a:lnTo>
                    <a:pt x="1039951" y="4816815"/>
                  </a:lnTo>
                  <a:lnTo>
                    <a:pt x="1121951" y="4785592"/>
                  </a:lnTo>
                  <a:lnTo>
                    <a:pt x="1200749" y="4750814"/>
                  </a:lnTo>
                  <a:lnTo>
                    <a:pt x="1275293" y="4712381"/>
                  </a:lnTo>
                  <a:lnTo>
                    <a:pt x="1345063" y="4670075"/>
                  </a:lnTo>
                  <a:lnTo>
                    <a:pt x="1409958" y="4623558"/>
                  </a:lnTo>
                  <a:lnTo>
                    <a:pt x="1470185" y="4572371"/>
                  </a:lnTo>
                  <a:lnTo>
                    <a:pt x="1526158" y="4515946"/>
                  </a:lnTo>
                  <a:lnTo>
                    <a:pt x="1578422" y="4453624"/>
                  </a:lnTo>
                  <a:lnTo>
                    <a:pt x="1627587" y="4384690"/>
                  </a:lnTo>
                  <a:lnTo>
                    <a:pt x="1674284" y="4308431"/>
                  </a:lnTo>
                  <a:lnTo>
                    <a:pt x="1719124" y="4224232"/>
                  </a:lnTo>
                  <a:lnTo>
                    <a:pt x="1762655" y="4131724"/>
                  </a:lnTo>
                  <a:lnTo>
                    <a:pt x="1768425" y="4118670"/>
                  </a:lnTo>
                  <a:lnTo>
                    <a:pt x="1797815" y="4049364"/>
                  </a:lnTo>
                  <a:lnTo>
                    <a:pt x="1826957" y="3976059"/>
                  </a:lnTo>
                  <a:lnTo>
                    <a:pt x="1855966" y="3898675"/>
                  </a:lnTo>
                  <a:lnTo>
                    <a:pt x="1884940" y="3817170"/>
                  </a:lnTo>
                  <a:lnTo>
                    <a:pt x="1913958" y="3731546"/>
                  </a:lnTo>
                  <a:lnTo>
                    <a:pt x="1943084" y="3641848"/>
                  </a:lnTo>
                  <a:lnTo>
                    <a:pt x="1972364" y="3548171"/>
                  </a:lnTo>
                  <a:lnTo>
                    <a:pt x="2001834" y="3450661"/>
                  </a:lnTo>
                  <a:lnTo>
                    <a:pt x="2031515" y="3349516"/>
                  </a:lnTo>
                  <a:lnTo>
                    <a:pt x="2061416" y="3244987"/>
                  </a:lnTo>
                  <a:lnTo>
                    <a:pt x="2091534" y="3137376"/>
                  </a:lnTo>
                  <a:lnTo>
                    <a:pt x="2121858" y="3027035"/>
                  </a:lnTo>
                  <a:lnTo>
                    <a:pt x="2152366" y="2914361"/>
                  </a:lnTo>
                  <a:lnTo>
                    <a:pt x="2183029" y="2799792"/>
                  </a:lnTo>
                  <a:lnTo>
                    <a:pt x="2213811" y="2683798"/>
                  </a:lnTo>
                  <a:lnTo>
                    <a:pt x="2244672" y="2566875"/>
                  </a:lnTo>
                  <a:lnTo>
                    <a:pt x="2275569" y="2449538"/>
                  </a:lnTo>
                  <a:lnTo>
                    <a:pt x="2306456" y="2332307"/>
                  </a:lnTo>
                  <a:lnTo>
                    <a:pt x="2337290" y="2215702"/>
                  </a:lnTo>
                  <a:lnTo>
                    <a:pt x="2368028" y="2100230"/>
                  </a:lnTo>
                  <a:lnTo>
                    <a:pt x="2398632" y="1986378"/>
                  </a:lnTo>
                  <a:lnTo>
                    <a:pt x="2429068" y="1874605"/>
                  </a:lnTo>
                  <a:lnTo>
                    <a:pt x="2459310" y="1765331"/>
                  </a:lnTo>
                  <a:lnTo>
                    <a:pt x="2489341" y="1658936"/>
                  </a:lnTo>
                  <a:lnTo>
                    <a:pt x="2519152" y="1555753"/>
                  </a:lnTo>
                  <a:lnTo>
                    <a:pt x="2548745" y="1456062"/>
                  </a:lnTo>
                  <a:lnTo>
                    <a:pt x="2578134" y="1360094"/>
                  </a:lnTo>
                  <a:lnTo>
                    <a:pt x="2607347" y="1268024"/>
                  </a:lnTo>
                  <a:lnTo>
                    <a:pt x="2636422" y="1179978"/>
                  </a:lnTo>
                  <a:lnTo>
                    <a:pt x="2665413" y="1096030"/>
                  </a:lnTo>
                  <a:lnTo>
                    <a:pt x="2694391" y="1016208"/>
                  </a:lnTo>
                  <a:lnTo>
                    <a:pt x="2723442" y="940494"/>
                  </a:lnTo>
                  <a:lnTo>
                    <a:pt x="2752669" y="868830"/>
                  </a:lnTo>
                  <a:lnTo>
                    <a:pt x="2770117" y="828251"/>
                  </a:lnTo>
                  <a:lnTo>
                    <a:pt x="2813509" y="734623"/>
                  </a:lnTo>
                  <a:lnTo>
                    <a:pt x="2858143" y="649321"/>
                  </a:lnTo>
                  <a:lnTo>
                    <a:pt x="2904556" y="572028"/>
                  </a:lnTo>
                  <a:lnTo>
                    <a:pt x="2953353" y="502152"/>
                  </a:lnTo>
                  <a:lnTo>
                    <a:pt x="3005164" y="438984"/>
                  </a:lnTo>
                  <a:lnTo>
                    <a:pt x="3060606" y="381808"/>
                  </a:lnTo>
                  <a:lnTo>
                    <a:pt x="3120234" y="329953"/>
                  </a:lnTo>
                  <a:lnTo>
                    <a:pt x="3184485" y="282838"/>
                  </a:lnTo>
                  <a:lnTo>
                    <a:pt x="3253598" y="239989"/>
                  </a:lnTo>
                  <a:lnTo>
                    <a:pt x="3327522" y="201051"/>
                  </a:lnTo>
                  <a:lnTo>
                    <a:pt x="3405797" y="165790"/>
                  </a:lnTo>
                  <a:lnTo>
                    <a:pt x="3487449" y="134092"/>
                  </a:lnTo>
                  <a:lnTo>
                    <a:pt x="3570898" y="105941"/>
                  </a:lnTo>
                  <a:lnTo>
                    <a:pt x="3653938" y="81391"/>
                  </a:lnTo>
                  <a:lnTo>
                    <a:pt x="3733835" y="60522"/>
                  </a:lnTo>
                  <a:lnTo>
                    <a:pt x="3807563" y="43378"/>
                  </a:lnTo>
                  <a:lnTo>
                    <a:pt x="3872188" y="29912"/>
                  </a:lnTo>
                  <a:lnTo>
                    <a:pt x="3925330" y="19930"/>
                  </a:lnTo>
                  <a:lnTo>
                    <a:pt x="3965604" y="13080"/>
                  </a:lnTo>
                  <a:lnTo>
                    <a:pt x="3992921" y="8855"/>
                  </a:lnTo>
                  <a:lnTo>
                    <a:pt x="4008579" y="6646"/>
                  </a:lnTo>
                  <a:lnTo>
                    <a:pt x="4015171" y="5794"/>
                  </a:lnTo>
                  <a:lnTo>
                    <a:pt x="4016409" y="5647"/>
                  </a:lnTo>
                  <a:lnTo>
                    <a:pt x="4538543" y="5647"/>
                  </a:lnTo>
                  <a:lnTo>
                    <a:pt x="4539426" y="5743"/>
                  </a:lnTo>
                  <a:lnTo>
                    <a:pt x="4545247" y="6429"/>
                  </a:lnTo>
                  <a:lnTo>
                    <a:pt x="4559969" y="8324"/>
                  </a:lnTo>
                  <a:lnTo>
                    <a:pt x="4586403" y="12056"/>
                  </a:lnTo>
                  <a:lnTo>
                    <a:pt x="4626027" y="18215"/>
                  </a:lnTo>
                  <a:lnTo>
                    <a:pt x="4678866" y="27290"/>
                  </a:lnTo>
                  <a:lnTo>
                    <a:pt x="4743577" y="39631"/>
                  </a:lnTo>
                  <a:lnTo>
                    <a:pt x="4817751" y="55429"/>
                  </a:lnTo>
                  <a:lnTo>
                    <a:pt x="4898370" y="74737"/>
                  </a:lnTo>
                  <a:lnTo>
                    <a:pt x="4982301" y="97515"/>
                  </a:lnTo>
                  <a:lnTo>
                    <a:pt x="5066705" y="123687"/>
                  </a:lnTo>
                  <a:lnTo>
                    <a:pt x="5149292" y="153200"/>
                  </a:lnTo>
                  <a:lnTo>
                    <a:pt x="5228424" y="186070"/>
                  </a:lnTo>
                  <a:lnTo>
                    <a:pt x="5303096" y="222406"/>
                  </a:lnTo>
                  <a:lnTo>
                    <a:pt x="5372844" y="262434"/>
                  </a:lnTo>
                  <a:lnTo>
                    <a:pt x="5437623" y="306494"/>
                  </a:lnTo>
                  <a:lnTo>
                    <a:pt x="5497692" y="355044"/>
                  </a:lnTo>
                  <a:lnTo>
                    <a:pt x="5553509" y="408642"/>
                  </a:lnTo>
                  <a:lnTo>
                    <a:pt x="5605656" y="467929"/>
                  </a:lnTo>
                  <a:lnTo>
                    <a:pt x="5654773" y="533593"/>
                  </a:lnTo>
                  <a:lnTo>
                    <a:pt x="5701510" y="606300"/>
                  </a:lnTo>
                  <a:lnTo>
                    <a:pt x="5746488" y="686598"/>
                  </a:lnTo>
                  <a:lnTo>
                    <a:pt x="5784835" y="763309"/>
                  </a:lnTo>
                  <a:lnTo>
                    <a:pt x="5815338" y="829645"/>
                  </a:lnTo>
                  <a:lnTo>
                    <a:pt x="5845578" y="899954"/>
                  </a:lnTo>
                  <a:lnTo>
                    <a:pt x="5875685" y="974316"/>
                  </a:lnTo>
                  <a:lnTo>
                    <a:pt x="5905764" y="1052769"/>
                  </a:lnTo>
                  <a:lnTo>
                    <a:pt x="5935901" y="1135306"/>
                  </a:lnTo>
                  <a:lnTo>
                    <a:pt x="5966165" y="1221873"/>
                  </a:lnTo>
                  <a:lnTo>
                    <a:pt x="5996606" y="1312359"/>
                  </a:lnTo>
                  <a:lnTo>
                    <a:pt x="6027259" y="1406603"/>
                  </a:lnTo>
                  <a:lnTo>
                    <a:pt x="6058143" y="1504383"/>
                  </a:lnTo>
                  <a:lnTo>
                    <a:pt x="6089264" y="1605425"/>
                  </a:lnTo>
                  <a:lnTo>
                    <a:pt x="6120617" y="1709398"/>
                  </a:lnTo>
                  <a:lnTo>
                    <a:pt x="6152181" y="1815920"/>
                  </a:lnTo>
                  <a:lnTo>
                    <a:pt x="6183931" y="1924564"/>
                  </a:lnTo>
                  <a:lnTo>
                    <a:pt x="6215829" y="2034862"/>
                  </a:lnTo>
                  <a:lnTo>
                    <a:pt x="6247834" y="2146313"/>
                  </a:lnTo>
                  <a:lnTo>
                    <a:pt x="6279897" y="2258396"/>
                  </a:lnTo>
                  <a:lnTo>
                    <a:pt x="6311969" y="2370576"/>
                  </a:lnTo>
                  <a:lnTo>
                    <a:pt x="6344000" y="2482317"/>
                  </a:lnTo>
                  <a:lnTo>
                    <a:pt x="6375942" y="2593089"/>
                  </a:lnTo>
                  <a:lnTo>
                    <a:pt x="6407750" y="2702385"/>
                  </a:lnTo>
                  <a:lnTo>
                    <a:pt x="6439385" y="2809725"/>
                  </a:lnTo>
                  <a:lnTo>
                    <a:pt x="6470817" y="2914663"/>
                  </a:lnTo>
                  <a:lnTo>
                    <a:pt x="6502023" y="3016803"/>
                  </a:lnTo>
                  <a:lnTo>
                    <a:pt x="6532992" y="3115795"/>
                  </a:lnTo>
                  <a:lnTo>
                    <a:pt x="6563727" y="3211342"/>
                  </a:lnTo>
                  <a:lnTo>
                    <a:pt x="6594241" y="3303205"/>
                  </a:lnTo>
                  <a:lnTo>
                    <a:pt x="6624564" y="3391201"/>
                  </a:lnTo>
                  <a:lnTo>
                    <a:pt x="6654740" y="3475200"/>
                  </a:lnTo>
                  <a:lnTo>
                    <a:pt x="6684831" y="3555130"/>
                  </a:lnTo>
                  <a:lnTo>
                    <a:pt x="6714917" y="3630965"/>
                  </a:lnTo>
                  <a:lnTo>
                    <a:pt x="6745095" y="3702728"/>
                  </a:lnTo>
                  <a:lnTo>
                    <a:pt x="6775487" y="3770485"/>
                  </a:lnTo>
                  <a:lnTo>
                    <a:pt x="6786527" y="3793957"/>
                  </a:lnTo>
                  <a:lnTo>
                    <a:pt x="6830417" y="3881127"/>
                  </a:lnTo>
                  <a:lnTo>
                    <a:pt x="6875583" y="3960455"/>
                  </a:lnTo>
                  <a:lnTo>
                    <a:pt x="6922582" y="4032248"/>
                  </a:lnTo>
                  <a:lnTo>
                    <a:pt x="6972041" y="4097078"/>
                  </a:lnTo>
                  <a:lnTo>
                    <a:pt x="7024613" y="4155617"/>
                  </a:lnTo>
                  <a:lnTo>
                    <a:pt x="7080931" y="4208551"/>
                  </a:lnTo>
                  <a:lnTo>
                    <a:pt x="7141567" y="4256511"/>
                  </a:lnTo>
                  <a:lnTo>
                    <a:pt x="7206957" y="4300045"/>
                  </a:lnTo>
                  <a:lnTo>
                    <a:pt x="7277330" y="4339595"/>
                  </a:lnTo>
                  <a:lnTo>
                    <a:pt x="7352595" y="4375489"/>
                  </a:lnTo>
                  <a:lnTo>
                    <a:pt x="7432226" y="4407935"/>
                  </a:lnTo>
                  <a:lnTo>
                    <a:pt x="7515143" y="4437032"/>
                  </a:lnTo>
                  <a:lnTo>
                    <a:pt x="7599625" y="4462784"/>
                  </a:lnTo>
                  <a:lnTo>
                    <a:pt x="7683308" y="4485132"/>
                  </a:lnTo>
                  <a:lnTo>
                    <a:pt x="7763295" y="4504003"/>
                  </a:lnTo>
                  <a:lnTo>
                    <a:pt x="7836444" y="4519363"/>
                  </a:lnTo>
                  <a:lnTo>
                    <a:pt x="7899786" y="4531282"/>
                  </a:lnTo>
                  <a:lnTo>
                    <a:pt x="7951021" y="4539971"/>
                  </a:lnTo>
                  <a:lnTo>
                    <a:pt x="7988966" y="4545797"/>
                  </a:lnTo>
                  <a:lnTo>
                    <a:pt x="8013827" y="4549267"/>
                  </a:lnTo>
                  <a:lnTo>
                    <a:pt x="8027258" y="4550976"/>
                  </a:lnTo>
                  <a:lnTo>
                    <a:pt x="8032223" y="4551555"/>
                  </a:lnTo>
                  <a:lnTo>
                    <a:pt x="8032819" y="4551619"/>
                  </a:lnTo>
                  <a:lnTo>
                    <a:pt x="8554953" y="4551619"/>
                  </a:lnTo>
                  <a:lnTo>
                    <a:pt x="8554953" y="4545972"/>
                  </a:lnTo>
                  <a:lnTo>
                    <a:pt x="8032819" y="4545972"/>
                  </a:lnTo>
                  <a:lnTo>
                    <a:pt x="8031936" y="4545876"/>
                  </a:lnTo>
                  <a:lnTo>
                    <a:pt x="8026115" y="4545190"/>
                  </a:lnTo>
                  <a:lnTo>
                    <a:pt x="8011393" y="4543295"/>
                  </a:lnTo>
                  <a:lnTo>
                    <a:pt x="7984959" y="4539562"/>
                  </a:lnTo>
                  <a:lnTo>
                    <a:pt x="7945335" y="4533404"/>
                  </a:lnTo>
                  <a:lnTo>
                    <a:pt x="7892496" y="4524329"/>
                  </a:lnTo>
                  <a:lnTo>
                    <a:pt x="7827785" y="4511988"/>
                  </a:lnTo>
                  <a:lnTo>
                    <a:pt x="7753611" y="4496190"/>
                  </a:lnTo>
                  <a:lnTo>
                    <a:pt x="7672992" y="4476882"/>
                  </a:lnTo>
                  <a:lnTo>
                    <a:pt x="7589061" y="4454104"/>
                  </a:lnTo>
                  <a:lnTo>
                    <a:pt x="7504657" y="4427932"/>
                  </a:lnTo>
                  <a:lnTo>
                    <a:pt x="7422070" y="4398419"/>
                  </a:lnTo>
                  <a:lnTo>
                    <a:pt x="7342938" y="4365549"/>
                  </a:lnTo>
                  <a:lnTo>
                    <a:pt x="7268266" y="4329213"/>
                  </a:lnTo>
                  <a:lnTo>
                    <a:pt x="7198518" y="4289185"/>
                  </a:lnTo>
                  <a:lnTo>
                    <a:pt x="7133739" y="4245125"/>
                  </a:lnTo>
                  <a:lnTo>
                    <a:pt x="7073670" y="4196575"/>
                  </a:lnTo>
                  <a:lnTo>
                    <a:pt x="7017853" y="4142977"/>
                  </a:lnTo>
                  <a:lnTo>
                    <a:pt x="6965706" y="4083689"/>
                  </a:lnTo>
                  <a:lnTo>
                    <a:pt x="6916589" y="4018026"/>
                  </a:lnTo>
                  <a:lnTo>
                    <a:pt x="6869852" y="3945319"/>
                  </a:lnTo>
                  <a:lnTo>
                    <a:pt x="6824874" y="3865021"/>
                  </a:lnTo>
                  <a:lnTo>
                    <a:pt x="6786527" y="3788310"/>
                  </a:lnTo>
                  <a:lnTo>
                    <a:pt x="6756024" y="3721974"/>
                  </a:lnTo>
                  <a:lnTo>
                    <a:pt x="6725784" y="3651665"/>
                  </a:lnTo>
                  <a:lnTo>
                    <a:pt x="6695677" y="3577303"/>
                  </a:lnTo>
                  <a:lnTo>
                    <a:pt x="6665598" y="3498850"/>
                  </a:lnTo>
                  <a:lnTo>
                    <a:pt x="6635461" y="3416313"/>
                  </a:lnTo>
                  <a:lnTo>
                    <a:pt x="6605197" y="3329746"/>
                  </a:lnTo>
                  <a:lnTo>
                    <a:pt x="6574756" y="3239260"/>
                  </a:lnTo>
                  <a:lnTo>
                    <a:pt x="6544103" y="3145016"/>
                  </a:lnTo>
                  <a:lnTo>
                    <a:pt x="6513219" y="3047236"/>
                  </a:lnTo>
                  <a:lnTo>
                    <a:pt x="6482097" y="2946194"/>
                  </a:lnTo>
                  <a:lnTo>
                    <a:pt x="6450745" y="2842221"/>
                  </a:lnTo>
                  <a:lnTo>
                    <a:pt x="6419180" y="2735699"/>
                  </a:lnTo>
                  <a:lnTo>
                    <a:pt x="6387431" y="2627055"/>
                  </a:lnTo>
                  <a:lnTo>
                    <a:pt x="6355532" y="2516757"/>
                  </a:lnTo>
                  <a:lnTo>
                    <a:pt x="6323528" y="2405306"/>
                  </a:lnTo>
                  <a:lnTo>
                    <a:pt x="6291465" y="2293223"/>
                  </a:lnTo>
                  <a:lnTo>
                    <a:pt x="6259393" y="2181042"/>
                  </a:lnTo>
                  <a:lnTo>
                    <a:pt x="6227362" y="2069302"/>
                  </a:lnTo>
                  <a:lnTo>
                    <a:pt x="6195420" y="1958529"/>
                  </a:lnTo>
                  <a:lnTo>
                    <a:pt x="6163612" y="1849233"/>
                  </a:lnTo>
                  <a:lnTo>
                    <a:pt x="6131977" y="1741894"/>
                  </a:lnTo>
                  <a:lnTo>
                    <a:pt x="6100545" y="1636955"/>
                  </a:lnTo>
                  <a:lnTo>
                    <a:pt x="6069339" y="1534816"/>
                  </a:lnTo>
                  <a:lnTo>
                    <a:pt x="6038370" y="1435824"/>
                  </a:lnTo>
                  <a:lnTo>
                    <a:pt x="6007635" y="1340277"/>
                  </a:lnTo>
                  <a:lnTo>
                    <a:pt x="5977121" y="1248414"/>
                  </a:lnTo>
                  <a:lnTo>
                    <a:pt x="5946798" y="1160418"/>
                  </a:lnTo>
                  <a:lnTo>
                    <a:pt x="5916622" y="1076419"/>
                  </a:lnTo>
                  <a:lnTo>
                    <a:pt x="5886531" y="996489"/>
                  </a:lnTo>
                  <a:lnTo>
                    <a:pt x="5856445" y="920654"/>
                  </a:lnTo>
                  <a:lnTo>
                    <a:pt x="5826267" y="848891"/>
                  </a:lnTo>
                  <a:lnTo>
                    <a:pt x="5795875" y="781134"/>
                  </a:lnTo>
                  <a:lnTo>
                    <a:pt x="5784835" y="757662"/>
                  </a:lnTo>
                  <a:lnTo>
                    <a:pt x="5740945" y="670492"/>
                  </a:lnTo>
                  <a:lnTo>
                    <a:pt x="5695779" y="591164"/>
                  </a:lnTo>
                  <a:lnTo>
                    <a:pt x="5648780" y="519370"/>
                  </a:lnTo>
                  <a:lnTo>
                    <a:pt x="5599321" y="454541"/>
                  </a:lnTo>
                  <a:lnTo>
                    <a:pt x="5546749" y="396001"/>
                  </a:lnTo>
                  <a:lnTo>
                    <a:pt x="5490430" y="343068"/>
                  </a:lnTo>
                  <a:lnTo>
                    <a:pt x="5429795" y="295108"/>
                  </a:lnTo>
                  <a:lnTo>
                    <a:pt x="5364404" y="251574"/>
                  </a:lnTo>
                  <a:lnTo>
                    <a:pt x="5294032" y="212023"/>
                  </a:lnTo>
                  <a:lnTo>
                    <a:pt x="5218767" y="176130"/>
                  </a:lnTo>
                  <a:lnTo>
                    <a:pt x="5139136" y="143684"/>
                  </a:lnTo>
                  <a:lnTo>
                    <a:pt x="5056219" y="114587"/>
                  </a:lnTo>
                  <a:lnTo>
                    <a:pt x="4971736" y="88835"/>
                  </a:lnTo>
                  <a:lnTo>
                    <a:pt x="4888054" y="66487"/>
                  </a:lnTo>
                  <a:lnTo>
                    <a:pt x="4808067" y="47616"/>
                  </a:lnTo>
                  <a:lnTo>
                    <a:pt x="4734918" y="32256"/>
                  </a:lnTo>
                  <a:lnTo>
                    <a:pt x="4671576" y="20336"/>
                  </a:lnTo>
                  <a:lnTo>
                    <a:pt x="4620341" y="11648"/>
                  </a:lnTo>
                  <a:lnTo>
                    <a:pt x="4582396" y="5822"/>
                  </a:lnTo>
                  <a:lnTo>
                    <a:pt x="4557535" y="2352"/>
                  </a:lnTo>
                  <a:lnTo>
                    <a:pt x="4544104" y="643"/>
                  </a:lnTo>
                  <a:lnTo>
                    <a:pt x="4539139" y="64"/>
                  </a:lnTo>
                  <a:lnTo>
                    <a:pt x="4538543" y="0"/>
                  </a:lnTo>
                  <a:lnTo>
                    <a:pt x="4016409" y="0"/>
                  </a:lnTo>
                  <a:lnTo>
                    <a:pt x="4015555" y="100"/>
                  </a:lnTo>
                  <a:lnTo>
                    <a:pt x="4009920" y="820"/>
                  </a:lnTo>
                  <a:lnTo>
                    <a:pt x="3995656" y="2808"/>
                  </a:lnTo>
                  <a:lnTo>
                    <a:pt x="3970010" y="6725"/>
                  </a:lnTo>
                  <a:lnTo>
                    <a:pt x="3931501" y="13191"/>
                  </a:lnTo>
                  <a:lnTo>
                    <a:pt x="3880032" y="22728"/>
                  </a:lnTo>
                  <a:lnTo>
                    <a:pt x="3816828" y="35712"/>
                  </a:lnTo>
                  <a:lnTo>
                    <a:pt x="3744159" y="52356"/>
                  </a:lnTo>
                  <a:lnTo>
                    <a:pt x="3664912" y="72726"/>
                  </a:lnTo>
                  <a:lnTo>
                    <a:pt x="3582126" y="96786"/>
                  </a:lnTo>
                  <a:lnTo>
                    <a:pt x="3498591" y="124459"/>
                  </a:lnTo>
                  <a:lnTo>
                    <a:pt x="3416592" y="155682"/>
                  </a:lnTo>
                  <a:lnTo>
                    <a:pt x="3337793" y="190460"/>
                  </a:lnTo>
                  <a:lnTo>
                    <a:pt x="3263249" y="228893"/>
                  </a:lnTo>
                  <a:lnTo>
                    <a:pt x="3193479" y="271199"/>
                  </a:lnTo>
                  <a:lnTo>
                    <a:pt x="3128584" y="317716"/>
                  </a:lnTo>
                  <a:lnTo>
                    <a:pt x="3068357" y="368903"/>
                  </a:lnTo>
                  <a:lnTo>
                    <a:pt x="3012384" y="425328"/>
                  </a:lnTo>
                  <a:lnTo>
                    <a:pt x="2960120" y="487650"/>
                  </a:lnTo>
                  <a:lnTo>
                    <a:pt x="2910955" y="556584"/>
                  </a:lnTo>
                  <a:lnTo>
                    <a:pt x="2864258" y="632842"/>
                  </a:lnTo>
                  <a:lnTo>
                    <a:pt x="2819418" y="717042"/>
                  </a:lnTo>
                  <a:lnTo>
                    <a:pt x="2775887" y="809550"/>
                  </a:lnTo>
                  <a:lnTo>
                    <a:pt x="2770117" y="822604"/>
                  </a:lnTo>
                  <a:lnTo>
                    <a:pt x="2740727" y="891910"/>
                  </a:lnTo>
                  <a:lnTo>
                    <a:pt x="2711585" y="965215"/>
                  </a:lnTo>
                  <a:lnTo>
                    <a:pt x="2682576" y="1042599"/>
                  </a:lnTo>
                  <a:lnTo>
                    <a:pt x="2653602" y="1124104"/>
                  </a:lnTo>
                  <a:lnTo>
                    <a:pt x="2624584" y="1209728"/>
                  </a:lnTo>
                  <a:lnTo>
                    <a:pt x="2595459" y="1299426"/>
                  </a:lnTo>
                  <a:lnTo>
                    <a:pt x="2566178" y="1393102"/>
                  </a:lnTo>
                  <a:lnTo>
                    <a:pt x="2536708" y="1490612"/>
                  </a:lnTo>
                  <a:lnTo>
                    <a:pt x="2507027" y="1591757"/>
                  </a:lnTo>
                  <a:lnTo>
                    <a:pt x="2477126" y="1696287"/>
                  </a:lnTo>
                  <a:lnTo>
                    <a:pt x="2447008" y="1803898"/>
                  </a:lnTo>
                  <a:lnTo>
                    <a:pt x="2416684" y="1914239"/>
                  </a:lnTo>
                  <a:lnTo>
                    <a:pt x="2386176" y="2026912"/>
                  </a:lnTo>
                  <a:lnTo>
                    <a:pt x="2355514" y="2141482"/>
                  </a:lnTo>
                  <a:lnTo>
                    <a:pt x="2324731" y="2257476"/>
                  </a:lnTo>
                  <a:lnTo>
                    <a:pt x="2293870" y="2374398"/>
                  </a:lnTo>
                  <a:lnTo>
                    <a:pt x="2262973" y="2491735"/>
                  </a:lnTo>
                  <a:lnTo>
                    <a:pt x="2232086" y="2608966"/>
                  </a:lnTo>
                  <a:lnTo>
                    <a:pt x="2201252" y="2725572"/>
                  </a:lnTo>
                  <a:lnTo>
                    <a:pt x="2170514" y="2841044"/>
                  </a:lnTo>
                  <a:lnTo>
                    <a:pt x="2139910" y="2954895"/>
                  </a:lnTo>
                  <a:lnTo>
                    <a:pt x="2109474" y="3066669"/>
                  </a:lnTo>
                  <a:lnTo>
                    <a:pt x="2079232" y="3175943"/>
                  </a:lnTo>
                  <a:lnTo>
                    <a:pt x="2049201" y="3282337"/>
                  </a:lnTo>
                  <a:lnTo>
                    <a:pt x="2019391" y="3385521"/>
                  </a:lnTo>
                  <a:lnTo>
                    <a:pt x="1989797" y="3485211"/>
                  </a:lnTo>
                  <a:lnTo>
                    <a:pt x="1960408" y="3581180"/>
                  </a:lnTo>
                  <a:lnTo>
                    <a:pt x="1931195" y="3673249"/>
                  </a:lnTo>
                  <a:lnTo>
                    <a:pt x="1902121" y="3761296"/>
                  </a:lnTo>
                  <a:lnTo>
                    <a:pt x="1873129" y="3845243"/>
                  </a:lnTo>
                  <a:lnTo>
                    <a:pt x="1844151" y="3925066"/>
                  </a:lnTo>
                  <a:lnTo>
                    <a:pt x="1815100" y="4000780"/>
                  </a:lnTo>
                  <a:lnTo>
                    <a:pt x="1785873" y="4072443"/>
                  </a:lnTo>
                  <a:lnTo>
                    <a:pt x="1768425" y="4113022"/>
                  </a:lnTo>
                  <a:lnTo>
                    <a:pt x="1725033" y="4206651"/>
                  </a:lnTo>
                  <a:lnTo>
                    <a:pt x="1680399" y="4291953"/>
                  </a:lnTo>
                  <a:lnTo>
                    <a:pt x="1633986" y="4369245"/>
                  </a:lnTo>
                  <a:lnTo>
                    <a:pt x="1585189" y="4439122"/>
                  </a:lnTo>
                  <a:lnTo>
                    <a:pt x="1533378" y="4502289"/>
                  </a:lnTo>
                  <a:lnTo>
                    <a:pt x="1477936" y="4559466"/>
                  </a:lnTo>
                  <a:lnTo>
                    <a:pt x="1418308" y="4611321"/>
                  </a:lnTo>
                  <a:lnTo>
                    <a:pt x="1354057" y="4658436"/>
                  </a:lnTo>
                  <a:lnTo>
                    <a:pt x="1284944" y="4701285"/>
                  </a:lnTo>
                  <a:lnTo>
                    <a:pt x="1211021" y="4740223"/>
                  </a:lnTo>
                  <a:lnTo>
                    <a:pt x="1132745" y="4775483"/>
                  </a:lnTo>
                  <a:lnTo>
                    <a:pt x="1051093" y="4807182"/>
                  </a:lnTo>
                  <a:lnTo>
                    <a:pt x="967644" y="4835333"/>
                  </a:lnTo>
                  <a:lnTo>
                    <a:pt x="884604" y="4859883"/>
                  </a:lnTo>
                  <a:lnTo>
                    <a:pt x="804707" y="4880752"/>
                  </a:lnTo>
                  <a:lnTo>
                    <a:pt x="730979" y="4897895"/>
                  </a:lnTo>
                  <a:lnTo>
                    <a:pt x="666355" y="4911362"/>
                  </a:lnTo>
                  <a:lnTo>
                    <a:pt x="613213" y="4921343"/>
                  </a:lnTo>
                  <a:lnTo>
                    <a:pt x="572938" y="4928194"/>
                  </a:lnTo>
                  <a:lnTo>
                    <a:pt x="545622" y="4932419"/>
                  </a:lnTo>
                  <a:lnTo>
                    <a:pt x="529963" y="4934628"/>
                  </a:lnTo>
                  <a:lnTo>
                    <a:pt x="523371" y="4935479"/>
                  </a:lnTo>
                  <a:lnTo>
                    <a:pt x="522133" y="4935627"/>
                  </a:lnTo>
                  <a:lnTo>
                    <a:pt x="0" y="4935627"/>
                  </a:lnTo>
                  <a:close/>
                </a:path>
              </a:pathLst>
            </a:custGeom>
            <a:solidFill>
              <a:srgbClr val="F3BA99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1884" name="pl1884"/>
            <p:cNvSpPr/>
            <p:nvPr/>
          </p:nvSpPr>
          <p:spPr>
            <a:xfrm>
              <a:off x="386606" y="773301"/>
              <a:ext cx="8554953" cy="4935627"/>
            </a:xfrm>
            <a:custGeom>
              <a:avLst/>
              <a:pathLst>
                <a:path w="8554953" h="4935627">
                  <a:moveTo>
                    <a:pt x="0" y="4935627"/>
                  </a:moveTo>
                  <a:lnTo>
                    <a:pt x="522133" y="4935627"/>
                  </a:lnTo>
                  <a:lnTo>
                    <a:pt x="522987" y="4935526"/>
                  </a:lnTo>
                  <a:lnTo>
                    <a:pt x="528622" y="4934807"/>
                  </a:lnTo>
                  <a:lnTo>
                    <a:pt x="542886" y="4932818"/>
                  </a:lnTo>
                  <a:lnTo>
                    <a:pt x="568532" y="4928901"/>
                  </a:lnTo>
                  <a:lnTo>
                    <a:pt x="607042" y="4922435"/>
                  </a:lnTo>
                  <a:lnTo>
                    <a:pt x="658510" y="4912898"/>
                  </a:lnTo>
                  <a:lnTo>
                    <a:pt x="721714" y="4899914"/>
                  </a:lnTo>
                  <a:lnTo>
                    <a:pt x="794383" y="4883270"/>
                  </a:lnTo>
                  <a:lnTo>
                    <a:pt x="873630" y="4862900"/>
                  </a:lnTo>
                  <a:lnTo>
                    <a:pt x="956417" y="4838840"/>
                  </a:lnTo>
                  <a:lnTo>
                    <a:pt x="1039951" y="4811168"/>
                  </a:lnTo>
                  <a:lnTo>
                    <a:pt x="1121951" y="4779945"/>
                  </a:lnTo>
                  <a:lnTo>
                    <a:pt x="1200749" y="4745167"/>
                  </a:lnTo>
                  <a:lnTo>
                    <a:pt x="1275293" y="4706733"/>
                  </a:lnTo>
                  <a:lnTo>
                    <a:pt x="1345063" y="4664427"/>
                  </a:lnTo>
                  <a:lnTo>
                    <a:pt x="1409958" y="4617910"/>
                  </a:lnTo>
                  <a:lnTo>
                    <a:pt x="1470185" y="4566724"/>
                  </a:lnTo>
                  <a:lnTo>
                    <a:pt x="1526158" y="4510298"/>
                  </a:lnTo>
                  <a:lnTo>
                    <a:pt x="1578422" y="4447977"/>
                  </a:lnTo>
                  <a:lnTo>
                    <a:pt x="1627587" y="4379043"/>
                  </a:lnTo>
                  <a:lnTo>
                    <a:pt x="1674284" y="4302784"/>
                  </a:lnTo>
                  <a:lnTo>
                    <a:pt x="1719124" y="4218585"/>
                  </a:lnTo>
                  <a:lnTo>
                    <a:pt x="1762655" y="4126077"/>
                  </a:lnTo>
                  <a:lnTo>
                    <a:pt x="1768425" y="4113022"/>
                  </a:lnTo>
                  <a:lnTo>
                    <a:pt x="1797815" y="4043717"/>
                  </a:lnTo>
                  <a:lnTo>
                    <a:pt x="1826957" y="3970412"/>
                  </a:lnTo>
                  <a:lnTo>
                    <a:pt x="1855966" y="3893027"/>
                  </a:lnTo>
                  <a:lnTo>
                    <a:pt x="1884940" y="3811523"/>
                  </a:lnTo>
                  <a:lnTo>
                    <a:pt x="1913958" y="3725899"/>
                  </a:lnTo>
                  <a:lnTo>
                    <a:pt x="1943084" y="3636201"/>
                  </a:lnTo>
                  <a:lnTo>
                    <a:pt x="1972364" y="3542524"/>
                  </a:lnTo>
                  <a:lnTo>
                    <a:pt x="2001834" y="3445014"/>
                  </a:lnTo>
                  <a:lnTo>
                    <a:pt x="2031515" y="3343869"/>
                  </a:lnTo>
                  <a:lnTo>
                    <a:pt x="2061416" y="3239340"/>
                  </a:lnTo>
                  <a:lnTo>
                    <a:pt x="2091534" y="3131729"/>
                  </a:lnTo>
                  <a:lnTo>
                    <a:pt x="2121858" y="3021388"/>
                  </a:lnTo>
                  <a:lnTo>
                    <a:pt x="2152366" y="2908714"/>
                  </a:lnTo>
                  <a:lnTo>
                    <a:pt x="2183029" y="2794145"/>
                  </a:lnTo>
                  <a:lnTo>
                    <a:pt x="2213811" y="2678151"/>
                  </a:lnTo>
                  <a:lnTo>
                    <a:pt x="2244672" y="2561228"/>
                  </a:lnTo>
                  <a:lnTo>
                    <a:pt x="2275569" y="2443891"/>
                  </a:lnTo>
                  <a:lnTo>
                    <a:pt x="2306456" y="2326660"/>
                  </a:lnTo>
                  <a:lnTo>
                    <a:pt x="2337290" y="2210055"/>
                  </a:lnTo>
                  <a:lnTo>
                    <a:pt x="2368028" y="2094583"/>
                  </a:lnTo>
                  <a:lnTo>
                    <a:pt x="2398632" y="1980731"/>
                  </a:lnTo>
                  <a:lnTo>
                    <a:pt x="2429068" y="1868958"/>
                  </a:lnTo>
                  <a:lnTo>
                    <a:pt x="2459310" y="1759684"/>
                  </a:lnTo>
                  <a:lnTo>
                    <a:pt x="2489341" y="1653289"/>
                  </a:lnTo>
                  <a:lnTo>
                    <a:pt x="2519152" y="1550106"/>
                  </a:lnTo>
                  <a:lnTo>
                    <a:pt x="2548745" y="1450415"/>
                  </a:lnTo>
                  <a:lnTo>
                    <a:pt x="2578134" y="1354447"/>
                  </a:lnTo>
                  <a:lnTo>
                    <a:pt x="2607347" y="1262377"/>
                  </a:lnTo>
                  <a:lnTo>
                    <a:pt x="2636422" y="1174331"/>
                  </a:lnTo>
                  <a:lnTo>
                    <a:pt x="2665413" y="1090383"/>
                  </a:lnTo>
                  <a:lnTo>
                    <a:pt x="2694391" y="1010561"/>
                  </a:lnTo>
                  <a:lnTo>
                    <a:pt x="2723442" y="934846"/>
                  </a:lnTo>
                  <a:lnTo>
                    <a:pt x="2752669" y="863183"/>
                  </a:lnTo>
                  <a:lnTo>
                    <a:pt x="2770117" y="822604"/>
                  </a:lnTo>
                  <a:lnTo>
                    <a:pt x="2813509" y="728975"/>
                  </a:lnTo>
                  <a:lnTo>
                    <a:pt x="2858143" y="643674"/>
                  </a:lnTo>
                  <a:lnTo>
                    <a:pt x="2904556" y="566381"/>
                  </a:lnTo>
                  <a:lnTo>
                    <a:pt x="2953353" y="496505"/>
                  </a:lnTo>
                  <a:lnTo>
                    <a:pt x="3005164" y="433337"/>
                  </a:lnTo>
                  <a:lnTo>
                    <a:pt x="3060606" y="376160"/>
                  </a:lnTo>
                  <a:lnTo>
                    <a:pt x="3120234" y="324306"/>
                  </a:lnTo>
                  <a:lnTo>
                    <a:pt x="3184485" y="277191"/>
                  </a:lnTo>
                  <a:lnTo>
                    <a:pt x="3253598" y="234342"/>
                  </a:lnTo>
                  <a:lnTo>
                    <a:pt x="3327522" y="195404"/>
                  </a:lnTo>
                  <a:lnTo>
                    <a:pt x="3405797" y="160143"/>
                  </a:lnTo>
                  <a:lnTo>
                    <a:pt x="3487449" y="128445"/>
                  </a:lnTo>
                  <a:lnTo>
                    <a:pt x="3570898" y="100293"/>
                  </a:lnTo>
                  <a:lnTo>
                    <a:pt x="3653938" y="75744"/>
                  </a:lnTo>
                  <a:lnTo>
                    <a:pt x="3733835" y="54874"/>
                  </a:lnTo>
                  <a:lnTo>
                    <a:pt x="3807563" y="37731"/>
                  </a:lnTo>
                  <a:lnTo>
                    <a:pt x="3872188" y="24265"/>
                  </a:lnTo>
                  <a:lnTo>
                    <a:pt x="3925330" y="14283"/>
                  </a:lnTo>
                  <a:lnTo>
                    <a:pt x="3965604" y="7432"/>
                  </a:lnTo>
                  <a:lnTo>
                    <a:pt x="3992921" y="3208"/>
                  </a:lnTo>
                  <a:lnTo>
                    <a:pt x="4008579" y="999"/>
                  </a:lnTo>
                  <a:lnTo>
                    <a:pt x="4015171" y="147"/>
                  </a:lnTo>
                  <a:lnTo>
                    <a:pt x="4016407" y="0"/>
                  </a:lnTo>
                  <a:lnTo>
                    <a:pt x="4016409" y="0"/>
                  </a:lnTo>
                  <a:lnTo>
                    <a:pt x="4538543" y="0"/>
                  </a:lnTo>
                  <a:lnTo>
                    <a:pt x="4539426" y="96"/>
                  </a:lnTo>
                  <a:lnTo>
                    <a:pt x="4545247" y="781"/>
                  </a:lnTo>
                  <a:lnTo>
                    <a:pt x="4559969" y="2676"/>
                  </a:lnTo>
                  <a:lnTo>
                    <a:pt x="4586403" y="6409"/>
                  </a:lnTo>
                  <a:lnTo>
                    <a:pt x="4626027" y="12568"/>
                  </a:lnTo>
                  <a:lnTo>
                    <a:pt x="4678866" y="21643"/>
                  </a:lnTo>
                  <a:lnTo>
                    <a:pt x="4743577" y="33984"/>
                  </a:lnTo>
                  <a:lnTo>
                    <a:pt x="4817751" y="49782"/>
                  </a:lnTo>
                  <a:lnTo>
                    <a:pt x="4898370" y="69090"/>
                  </a:lnTo>
                  <a:lnTo>
                    <a:pt x="4982301" y="91867"/>
                  </a:lnTo>
                  <a:lnTo>
                    <a:pt x="5066705" y="118039"/>
                  </a:lnTo>
                  <a:lnTo>
                    <a:pt x="5149292" y="147553"/>
                  </a:lnTo>
                  <a:lnTo>
                    <a:pt x="5228424" y="180422"/>
                  </a:lnTo>
                  <a:lnTo>
                    <a:pt x="5303096" y="216759"/>
                  </a:lnTo>
                  <a:lnTo>
                    <a:pt x="5372844" y="256787"/>
                  </a:lnTo>
                  <a:lnTo>
                    <a:pt x="5437623" y="300847"/>
                  </a:lnTo>
                  <a:lnTo>
                    <a:pt x="5497692" y="349397"/>
                  </a:lnTo>
                  <a:lnTo>
                    <a:pt x="5553509" y="402995"/>
                  </a:lnTo>
                  <a:lnTo>
                    <a:pt x="5605656" y="462282"/>
                  </a:lnTo>
                  <a:lnTo>
                    <a:pt x="5654773" y="527946"/>
                  </a:lnTo>
                  <a:lnTo>
                    <a:pt x="5701510" y="600653"/>
                  </a:lnTo>
                  <a:lnTo>
                    <a:pt x="5746488" y="680951"/>
                  </a:lnTo>
                  <a:lnTo>
                    <a:pt x="5784835" y="757662"/>
                  </a:lnTo>
                  <a:lnTo>
                    <a:pt x="5815338" y="823998"/>
                  </a:lnTo>
                  <a:lnTo>
                    <a:pt x="5845578" y="894307"/>
                  </a:lnTo>
                  <a:lnTo>
                    <a:pt x="5875685" y="968669"/>
                  </a:lnTo>
                  <a:lnTo>
                    <a:pt x="5905764" y="1047121"/>
                  </a:lnTo>
                  <a:lnTo>
                    <a:pt x="5935901" y="1129659"/>
                  </a:lnTo>
                  <a:lnTo>
                    <a:pt x="5966165" y="1216225"/>
                  </a:lnTo>
                  <a:lnTo>
                    <a:pt x="5996606" y="1306712"/>
                  </a:lnTo>
                  <a:lnTo>
                    <a:pt x="6027259" y="1400955"/>
                  </a:lnTo>
                  <a:lnTo>
                    <a:pt x="6058143" y="1498736"/>
                  </a:lnTo>
                  <a:lnTo>
                    <a:pt x="6089264" y="1599778"/>
                  </a:lnTo>
                  <a:lnTo>
                    <a:pt x="6120617" y="1703751"/>
                  </a:lnTo>
                  <a:lnTo>
                    <a:pt x="6152181" y="1810273"/>
                  </a:lnTo>
                  <a:lnTo>
                    <a:pt x="6183931" y="1918917"/>
                  </a:lnTo>
                  <a:lnTo>
                    <a:pt x="6215829" y="2029215"/>
                  </a:lnTo>
                  <a:lnTo>
                    <a:pt x="6247834" y="2140666"/>
                  </a:lnTo>
                  <a:lnTo>
                    <a:pt x="6279897" y="2252749"/>
                  </a:lnTo>
                  <a:lnTo>
                    <a:pt x="6311969" y="2364929"/>
                  </a:lnTo>
                  <a:lnTo>
                    <a:pt x="6344000" y="2476670"/>
                  </a:lnTo>
                  <a:lnTo>
                    <a:pt x="6375942" y="2587442"/>
                  </a:lnTo>
                  <a:lnTo>
                    <a:pt x="6407750" y="2696738"/>
                  </a:lnTo>
                  <a:lnTo>
                    <a:pt x="6439385" y="2804077"/>
                  </a:lnTo>
                  <a:lnTo>
                    <a:pt x="6470817" y="2909016"/>
                  </a:lnTo>
                  <a:lnTo>
                    <a:pt x="6502023" y="3011156"/>
                  </a:lnTo>
                  <a:lnTo>
                    <a:pt x="6532992" y="3110148"/>
                  </a:lnTo>
                  <a:lnTo>
                    <a:pt x="6563727" y="3205695"/>
                  </a:lnTo>
                  <a:lnTo>
                    <a:pt x="6594241" y="3297558"/>
                  </a:lnTo>
                  <a:lnTo>
                    <a:pt x="6624564" y="3385553"/>
                  </a:lnTo>
                  <a:lnTo>
                    <a:pt x="6654740" y="3469553"/>
                  </a:lnTo>
                  <a:lnTo>
                    <a:pt x="6684831" y="3549482"/>
                  </a:lnTo>
                  <a:lnTo>
                    <a:pt x="6714917" y="3625317"/>
                  </a:lnTo>
                  <a:lnTo>
                    <a:pt x="6745095" y="3697081"/>
                  </a:lnTo>
                  <a:lnTo>
                    <a:pt x="6775487" y="3764838"/>
                  </a:lnTo>
                  <a:lnTo>
                    <a:pt x="6786527" y="3788310"/>
                  </a:lnTo>
                  <a:lnTo>
                    <a:pt x="6830417" y="3875480"/>
                  </a:lnTo>
                  <a:lnTo>
                    <a:pt x="6875583" y="3954808"/>
                  </a:lnTo>
                  <a:lnTo>
                    <a:pt x="6922582" y="4026601"/>
                  </a:lnTo>
                  <a:lnTo>
                    <a:pt x="6972041" y="4091430"/>
                  </a:lnTo>
                  <a:lnTo>
                    <a:pt x="7024613" y="4149970"/>
                  </a:lnTo>
                  <a:lnTo>
                    <a:pt x="7080931" y="4202904"/>
                  </a:lnTo>
                  <a:lnTo>
                    <a:pt x="7141567" y="4250864"/>
                  </a:lnTo>
                  <a:lnTo>
                    <a:pt x="7206957" y="4294398"/>
                  </a:lnTo>
                  <a:lnTo>
                    <a:pt x="7277330" y="4333948"/>
                  </a:lnTo>
                  <a:lnTo>
                    <a:pt x="7352595" y="4369842"/>
                  </a:lnTo>
                  <a:lnTo>
                    <a:pt x="7432226" y="4402288"/>
                  </a:lnTo>
                  <a:lnTo>
                    <a:pt x="7515143" y="4431385"/>
                  </a:lnTo>
                  <a:lnTo>
                    <a:pt x="7599625" y="4457137"/>
                  </a:lnTo>
                  <a:lnTo>
                    <a:pt x="7683308" y="4479485"/>
                  </a:lnTo>
                  <a:lnTo>
                    <a:pt x="7763295" y="4498355"/>
                  </a:lnTo>
                  <a:lnTo>
                    <a:pt x="7836444" y="4513716"/>
                  </a:lnTo>
                  <a:lnTo>
                    <a:pt x="7899786" y="4525635"/>
                  </a:lnTo>
                  <a:lnTo>
                    <a:pt x="7951021" y="4534324"/>
                  </a:lnTo>
                  <a:lnTo>
                    <a:pt x="7988966" y="4540150"/>
                  </a:lnTo>
                  <a:lnTo>
                    <a:pt x="8013827" y="4543620"/>
                  </a:lnTo>
                  <a:lnTo>
                    <a:pt x="8027258" y="4545329"/>
                  </a:lnTo>
                  <a:lnTo>
                    <a:pt x="8032223" y="4545908"/>
                  </a:lnTo>
                  <a:lnTo>
                    <a:pt x="8032819" y="4545972"/>
                  </a:lnTo>
                  <a:lnTo>
                    <a:pt x="8554953" y="4545972"/>
                  </a:lnTo>
                  <a:lnTo>
                    <a:pt x="8554953" y="4545972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885" name="pl1885"/>
            <p:cNvSpPr/>
            <p:nvPr/>
          </p:nvSpPr>
          <p:spPr>
            <a:xfrm>
              <a:off x="386606" y="767654"/>
              <a:ext cx="8554953" cy="4935627"/>
            </a:xfrm>
            <a:custGeom>
              <a:avLst/>
              <a:pathLst>
                <a:path w="8554953" h="4935627">
                  <a:moveTo>
                    <a:pt x="8554953" y="4545972"/>
                  </a:moveTo>
                  <a:lnTo>
                    <a:pt x="8032819" y="4545972"/>
                  </a:lnTo>
                  <a:lnTo>
                    <a:pt x="8031936" y="4545876"/>
                  </a:lnTo>
                  <a:lnTo>
                    <a:pt x="8026115" y="4545190"/>
                  </a:lnTo>
                  <a:lnTo>
                    <a:pt x="8011393" y="4543295"/>
                  </a:lnTo>
                  <a:lnTo>
                    <a:pt x="7984959" y="4539562"/>
                  </a:lnTo>
                  <a:lnTo>
                    <a:pt x="7945335" y="4533404"/>
                  </a:lnTo>
                  <a:lnTo>
                    <a:pt x="7892496" y="4524329"/>
                  </a:lnTo>
                  <a:lnTo>
                    <a:pt x="7827785" y="4511988"/>
                  </a:lnTo>
                  <a:lnTo>
                    <a:pt x="7753611" y="4496190"/>
                  </a:lnTo>
                  <a:lnTo>
                    <a:pt x="7672992" y="4476882"/>
                  </a:lnTo>
                  <a:lnTo>
                    <a:pt x="7589061" y="4454104"/>
                  </a:lnTo>
                  <a:lnTo>
                    <a:pt x="7504657" y="4427932"/>
                  </a:lnTo>
                  <a:lnTo>
                    <a:pt x="7422070" y="4398419"/>
                  </a:lnTo>
                  <a:lnTo>
                    <a:pt x="7342938" y="4365549"/>
                  </a:lnTo>
                  <a:lnTo>
                    <a:pt x="7268266" y="4329213"/>
                  </a:lnTo>
                  <a:lnTo>
                    <a:pt x="7198518" y="4289185"/>
                  </a:lnTo>
                  <a:lnTo>
                    <a:pt x="7133739" y="4245125"/>
                  </a:lnTo>
                  <a:lnTo>
                    <a:pt x="7073670" y="4196575"/>
                  </a:lnTo>
                  <a:lnTo>
                    <a:pt x="7017853" y="4142977"/>
                  </a:lnTo>
                  <a:lnTo>
                    <a:pt x="6965706" y="4083689"/>
                  </a:lnTo>
                  <a:lnTo>
                    <a:pt x="6916589" y="4018026"/>
                  </a:lnTo>
                  <a:lnTo>
                    <a:pt x="6869852" y="3945319"/>
                  </a:lnTo>
                  <a:lnTo>
                    <a:pt x="6824874" y="3865021"/>
                  </a:lnTo>
                  <a:lnTo>
                    <a:pt x="6786527" y="3788310"/>
                  </a:lnTo>
                  <a:lnTo>
                    <a:pt x="6756024" y="3721974"/>
                  </a:lnTo>
                  <a:lnTo>
                    <a:pt x="6725784" y="3651665"/>
                  </a:lnTo>
                  <a:lnTo>
                    <a:pt x="6695677" y="3577303"/>
                  </a:lnTo>
                  <a:lnTo>
                    <a:pt x="6665598" y="3498850"/>
                  </a:lnTo>
                  <a:lnTo>
                    <a:pt x="6635461" y="3416313"/>
                  </a:lnTo>
                  <a:lnTo>
                    <a:pt x="6605197" y="3329746"/>
                  </a:lnTo>
                  <a:lnTo>
                    <a:pt x="6574756" y="3239260"/>
                  </a:lnTo>
                  <a:lnTo>
                    <a:pt x="6544103" y="3145016"/>
                  </a:lnTo>
                  <a:lnTo>
                    <a:pt x="6513219" y="3047236"/>
                  </a:lnTo>
                  <a:lnTo>
                    <a:pt x="6482097" y="2946194"/>
                  </a:lnTo>
                  <a:lnTo>
                    <a:pt x="6450745" y="2842221"/>
                  </a:lnTo>
                  <a:lnTo>
                    <a:pt x="6419180" y="2735699"/>
                  </a:lnTo>
                  <a:lnTo>
                    <a:pt x="6387431" y="2627055"/>
                  </a:lnTo>
                  <a:lnTo>
                    <a:pt x="6355532" y="2516757"/>
                  </a:lnTo>
                  <a:lnTo>
                    <a:pt x="6323528" y="2405306"/>
                  </a:lnTo>
                  <a:lnTo>
                    <a:pt x="6291465" y="2293223"/>
                  </a:lnTo>
                  <a:lnTo>
                    <a:pt x="6259393" y="2181042"/>
                  </a:lnTo>
                  <a:lnTo>
                    <a:pt x="6227362" y="2069302"/>
                  </a:lnTo>
                  <a:lnTo>
                    <a:pt x="6195420" y="1958529"/>
                  </a:lnTo>
                  <a:lnTo>
                    <a:pt x="6163612" y="1849233"/>
                  </a:lnTo>
                  <a:lnTo>
                    <a:pt x="6131977" y="1741894"/>
                  </a:lnTo>
                  <a:lnTo>
                    <a:pt x="6100545" y="1636955"/>
                  </a:lnTo>
                  <a:lnTo>
                    <a:pt x="6069339" y="1534816"/>
                  </a:lnTo>
                  <a:lnTo>
                    <a:pt x="6038370" y="1435824"/>
                  </a:lnTo>
                  <a:lnTo>
                    <a:pt x="6007635" y="1340277"/>
                  </a:lnTo>
                  <a:lnTo>
                    <a:pt x="5977121" y="1248414"/>
                  </a:lnTo>
                  <a:lnTo>
                    <a:pt x="5946798" y="1160418"/>
                  </a:lnTo>
                  <a:lnTo>
                    <a:pt x="5916622" y="1076419"/>
                  </a:lnTo>
                  <a:lnTo>
                    <a:pt x="5886531" y="996489"/>
                  </a:lnTo>
                  <a:lnTo>
                    <a:pt x="5856445" y="920654"/>
                  </a:lnTo>
                  <a:lnTo>
                    <a:pt x="5826267" y="848891"/>
                  </a:lnTo>
                  <a:lnTo>
                    <a:pt x="5795875" y="781134"/>
                  </a:lnTo>
                  <a:lnTo>
                    <a:pt x="5784835" y="757662"/>
                  </a:lnTo>
                  <a:lnTo>
                    <a:pt x="5740945" y="670492"/>
                  </a:lnTo>
                  <a:lnTo>
                    <a:pt x="5695779" y="591164"/>
                  </a:lnTo>
                  <a:lnTo>
                    <a:pt x="5648780" y="519370"/>
                  </a:lnTo>
                  <a:lnTo>
                    <a:pt x="5599321" y="454541"/>
                  </a:lnTo>
                  <a:lnTo>
                    <a:pt x="5546749" y="396001"/>
                  </a:lnTo>
                  <a:lnTo>
                    <a:pt x="5490430" y="343068"/>
                  </a:lnTo>
                  <a:lnTo>
                    <a:pt x="5429795" y="295108"/>
                  </a:lnTo>
                  <a:lnTo>
                    <a:pt x="5364404" y="251574"/>
                  </a:lnTo>
                  <a:lnTo>
                    <a:pt x="5294032" y="212023"/>
                  </a:lnTo>
                  <a:lnTo>
                    <a:pt x="5218767" y="176130"/>
                  </a:lnTo>
                  <a:lnTo>
                    <a:pt x="5139136" y="143684"/>
                  </a:lnTo>
                  <a:lnTo>
                    <a:pt x="5056219" y="114587"/>
                  </a:lnTo>
                  <a:lnTo>
                    <a:pt x="4971736" y="88835"/>
                  </a:lnTo>
                  <a:lnTo>
                    <a:pt x="4888054" y="66487"/>
                  </a:lnTo>
                  <a:lnTo>
                    <a:pt x="4808067" y="47616"/>
                  </a:lnTo>
                  <a:lnTo>
                    <a:pt x="4734918" y="32256"/>
                  </a:lnTo>
                  <a:lnTo>
                    <a:pt x="4671576" y="20336"/>
                  </a:lnTo>
                  <a:lnTo>
                    <a:pt x="4620341" y="11648"/>
                  </a:lnTo>
                  <a:lnTo>
                    <a:pt x="4582396" y="5822"/>
                  </a:lnTo>
                  <a:lnTo>
                    <a:pt x="4557535" y="2352"/>
                  </a:lnTo>
                  <a:lnTo>
                    <a:pt x="4544104" y="643"/>
                  </a:lnTo>
                  <a:lnTo>
                    <a:pt x="4539139" y="64"/>
                  </a:lnTo>
                  <a:lnTo>
                    <a:pt x="4538543" y="0"/>
                  </a:lnTo>
                  <a:lnTo>
                    <a:pt x="4016409" y="0"/>
                  </a:lnTo>
                  <a:lnTo>
                    <a:pt x="4015555" y="100"/>
                  </a:lnTo>
                  <a:lnTo>
                    <a:pt x="4009920" y="820"/>
                  </a:lnTo>
                  <a:lnTo>
                    <a:pt x="3995656" y="2808"/>
                  </a:lnTo>
                  <a:lnTo>
                    <a:pt x="3970010" y="6725"/>
                  </a:lnTo>
                  <a:lnTo>
                    <a:pt x="3931501" y="13191"/>
                  </a:lnTo>
                  <a:lnTo>
                    <a:pt x="3880032" y="22728"/>
                  </a:lnTo>
                  <a:lnTo>
                    <a:pt x="3816828" y="35712"/>
                  </a:lnTo>
                  <a:lnTo>
                    <a:pt x="3744159" y="52356"/>
                  </a:lnTo>
                  <a:lnTo>
                    <a:pt x="3664912" y="72726"/>
                  </a:lnTo>
                  <a:lnTo>
                    <a:pt x="3582126" y="96786"/>
                  </a:lnTo>
                  <a:lnTo>
                    <a:pt x="3498591" y="124459"/>
                  </a:lnTo>
                  <a:lnTo>
                    <a:pt x="3416592" y="155682"/>
                  </a:lnTo>
                  <a:lnTo>
                    <a:pt x="3337793" y="190460"/>
                  </a:lnTo>
                  <a:lnTo>
                    <a:pt x="3263249" y="228893"/>
                  </a:lnTo>
                  <a:lnTo>
                    <a:pt x="3193479" y="271199"/>
                  </a:lnTo>
                  <a:lnTo>
                    <a:pt x="3128584" y="317716"/>
                  </a:lnTo>
                  <a:lnTo>
                    <a:pt x="3068357" y="368903"/>
                  </a:lnTo>
                  <a:lnTo>
                    <a:pt x="3012384" y="425328"/>
                  </a:lnTo>
                  <a:lnTo>
                    <a:pt x="2960120" y="487650"/>
                  </a:lnTo>
                  <a:lnTo>
                    <a:pt x="2910955" y="556584"/>
                  </a:lnTo>
                  <a:lnTo>
                    <a:pt x="2864258" y="632842"/>
                  </a:lnTo>
                  <a:lnTo>
                    <a:pt x="2819418" y="717042"/>
                  </a:lnTo>
                  <a:lnTo>
                    <a:pt x="2775887" y="809550"/>
                  </a:lnTo>
                  <a:lnTo>
                    <a:pt x="2770117" y="822604"/>
                  </a:lnTo>
                  <a:lnTo>
                    <a:pt x="2740727" y="891910"/>
                  </a:lnTo>
                  <a:lnTo>
                    <a:pt x="2711585" y="965215"/>
                  </a:lnTo>
                  <a:lnTo>
                    <a:pt x="2682576" y="1042599"/>
                  </a:lnTo>
                  <a:lnTo>
                    <a:pt x="2653602" y="1124104"/>
                  </a:lnTo>
                  <a:lnTo>
                    <a:pt x="2624584" y="1209728"/>
                  </a:lnTo>
                  <a:lnTo>
                    <a:pt x="2595459" y="1299426"/>
                  </a:lnTo>
                  <a:lnTo>
                    <a:pt x="2566178" y="1393102"/>
                  </a:lnTo>
                  <a:lnTo>
                    <a:pt x="2536708" y="1490612"/>
                  </a:lnTo>
                  <a:lnTo>
                    <a:pt x="2507027" y="1591757"/>
                  </a:lnTo>
                  <a:lnTo>
                    <a:pt x="2477126" y="1696287"/>
                  </a:lnTo>
                  <a:lnTo>
                    <a:pt x="2447008" y="1803898"/>
                  </a:lnTo>
                  <a:lnTo>
                    <a:pt x="2416684" y="1914239"/>
                  </a:lnTo>
                  <a:lnTo>
                    <a:pt x="2386176" y="2026912"/>
                  </a:lnTo>
                  <a:lnTo>
                    <a:pt x="2355514" y="2141482"/>
                  </a:lnTo>
                  <a:lnTo>
                    <a:pt x="2324731" y="2257476"/>
                  </a:lnTo>
                  <a:lnTo>
                    <a:pt x="2293870" y="2374398"/>
                  </a:lnTo>
                  <a:lnTo>
                    <a:pt x="2262973" y="2491735"/>
                  </a:lnTo>
                  <a:lnTo>
                    <a:pt x="2232086" y="2608966"/>
                  </a:lnTo>
                  <a:lnTo>
                    <a:pt x="2201252" y="2725572"/>
                  </a:lnTo>
                  <a:lnTo>
                    <a:pt x="2170514" y="2841044"/>
                  </a:lnTo>
                  <a:lnTo>
                    <a:pt x="2139910" y="2954895"/>
                  </a:lnTo>
                  <a:lnTo>
                    <a:pt x="2109474" y="3066669"/>
                  </a:lnTo>
                  <a:lnTo>
                    <a:pt x="2079232" y="3175943"/>
                  </a:lnTo>
                  <a:lnTo>
                    <a:pt x="2049201" y="3282337"/>
                  </a:lnTo>
                  <a:lnTo>
                    <a:pt x="2019391" y="3385521"/>
                  </a:lnTo>
                  <a:lnTo>
                    <a:pt x="1989797" y="3485211"/>
                  </a:lnTo>
                  <a:lnTo>
                    <a:pt x="1960408" y="3581180"/>
                  </a:lnTo>
                  <a:lnTo>
                    <a:pt x="1931195" y="3673249"/>
                  </a:lnTo>
                  <a:lnTo>
                    <a:pt x="1902121" y="3761296"/>
                  </a:lnTo>
                  <a:lnTo>
                    <a:pt x="1873129" y="3845243"/>
                  </a:lnTo>
                  <a:lnTo>
                    <a:pt x="1844151" y="3925066"/>
                  </a:lnTo>
                  <a:lnTo>
                    <a:pt x="1815100" y="4000780"/>
                  </a:lnTo>
                  <a:lnTo>
                    <a:pt x="1785873" y="4072443"/>
                  </a:lnTo>
                  <a:lnTo>
                    <a:pt x="1768425" y="4113022"/>
                  </a:lnTo>
                  <a:lnTo>
                    <a:pt x="1725033" y="4206651"/>
                  </a:lnTo>
                  <a:lnTo>
                    <a:pt x="1680399" y="4291953"/>
                  </a:lnTo>
                  <a:lnTo>
                    <a:pt x="1633986" y="4369245"/>
                  </a:lnTo>
                  <a:lnTo>
                    <a:pt x="1585189" y="4439122"/>
                  </a:lnTo>
                  <a:lnTo>
                    <a:pt x="1533378" y="4502289"/>
                  </a:lnTo>
                  <a:lnTo>
                    <a:pt x="1477936" y="4559466"/>
                  </a:lnTo>
                  <a:lnTo>
                    <a:pt x="1418308" y="4611321"/>
                  </a:lnTo>
                  <a:lnTo>
                    <a:pt x="1354057" y="4658436"/>
                  </a:lnTo>
                  <a:lnTo>
                    <a:pt x="1284944" y="4701285"/>
                  </a:lnTo>
                  <a:lnTo>
                    <a:pt x="1211021" y="4740223"/>
                  </a:lnTo>
                  <a:lnTo>
                    <a:pt x="1132745" y="4775483"/>
                  </a:lnTo>
                  <a:lnTo>
                    <a:pt x="1051093" y="4807182"/>
                  </a:lnTo>
                  <a:lnTo>
                    <a:pt x="967644" y="4835333"/>
                  </a:lnTo>
                  <a:lnTo>
                    <a:pt x="884604" y="4859883"/>
                  </a:lnTo>
                  <a:lnTo>
                    <a:pt x="804707" y="4880752"/>
                  </a:lnTo>
                  <a:lnTo>
                    <a:pt x="730979" y="4897895"/>
                  </a:lnTo>
                  <a:lnTo>
                    <a:pt x="666355" y="4911362"/>
                  </a:lnTo>
                  <a:lnTo>
                    <a:pt x="613213" y="4921343"/>
                  </a:lnTo>
                  <a:lnTo>
                    <a:pt x="572938" y="4928194"/>
                  </a:lnTo>
                  <a:lnTo>
                    <a:pt x="545622" y="4932419"/>
                  </a:lnTo>
                  <a:lnTo>
                    <a:pt x="529963" y="4934628"/>
                  </a:lnTo>
                  <a:lnTo>
                    <a:pt x="523371" y="4935479"/>
                  </a:lnTo>
                  <a:lnTo>
                    <a:pt x="522135" y="4935627"/>
                  </a:lnTo>
                  <a:lnTo>
                    <a:pt x="522133" y="4935627"/>
                  </a:lnTo>
                  <a:lnTo>
                    <a:pt x="0" y="4935627"/>
                  </a:lnTo>
                  <a:lnTo>
                    <a:pt x="0" y="4935627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886" name="pg1886"/>
            <p:cNvSpPr/>
            <p:nvPr/>
          </p:nvSpPr>
          <p:spPr>
            <a:xfrm>
              <a:off x="386606" y="1078249"/>
              <a:ext cx="8554953" cy="4636327"/>
            </a:xfrm>
            <a:custGeom>
              <a:avLst/>
              <a:pathLst>
                <a:path w="8554953" h="4636327">
                  <a:moveTo>
                    <a:pt x="0" y="4636327"/>
                  </a:moveTo>
                  <a:lnTo>
                    <a:pt x="522133" y="4636327"/>
                  </a:lnTo>
                  <a:lnTo>
                    <a:pt x="523010" y="4636230"/>
                  </a:lnTo>
                  <a:lnTo>
                    <a:pt x="528791" y="4635536"/>
                  </a:lnTo>
                  <a:lnTo>
                    <a:pt x="543413" y="4633620"/>
                  </a:lnTo>
                  <a:lnTo>
                    <a:pt x="569677" y="4629845"/>
                  </a:lnTo>
                  <a:lnTo>
                    <a:pt x="609059" y="4623617"/>
                  </a:lnTo>
                  <a:lnTo>
                    <a:pt x="661602" y="4614437"/>
                  </a:lnTo>
                  <a:lnTo>
                    <a:pt x="725988" y="4601950"/>
                  </a:lnTo>
                  <a:lnTo>
                    <a:pt x="799839" y="4585961"/>
                  </a:lnTo>
                  <a:lnTo>
                    <a:pt x="880164" y="4566414"/>
                  </a:lnTo>
                  <a:lnTo>
                    <a:pt x="963851" y="4543348"/>
                  </a:lnTo>
                  <a:lnTo>
                    <a:pt x="1048071" y="4516839"/>
                  </a:lnTo>
                  <a:lnTo>
                    <a:pt x="1130534" y="4486942"/>
                  </a:lnTo>
                  <a:lnTo>
                    <a:pt x="1209597" y="4453645"/>
                  </a:lnTo>
                  <a:lnTo>
                    <a:pt x="1284244" y="4416838"/>
                  </a:lnTo>
                  <a:lnTo>
                    <a:pt x="1353998" y="4376299"/>
                  </a:lnTo>
                  <a:lnTo>
                    <a:pt x="1418803" y="4331687"/>
                  </a:lnTo>
                  <a:lnTo>
                    <a:pt x="1478906" y="4282544"/>
                  </a:lnTo>
                  <a:lnTo>
                    <a:pt x="1534757" y="4228308"/>
                  </a:lnTo>
                  <a:lnTo>
                    <a:pt x="1586928" y="4168334"/>
                  </a:lnTo>
                  <a:lnTo>
                    <a:pt x="1636054" y="4101929"/>
                  </a:lnTo>
                  <a:lnTo>
                    <a:pt x="1682780" y="4028414"/>
                  </a:lnTo>
                  <a:lnTo>
                    <a:pt x="1727727" y="3947227"/>
                  </a:lnTo>
                  <a:lnTo>
                    <a:pt x="1768425" y="3864547"/>
                  </a:lnTo>
                  <a:lnTo>
                    <a:pt x="1798676" y="3797552"/>
                  </a:lnTo>
                  <a:lnTo>
                    <a:pt x="1828668" y="3726578"/>
                  </a:lnTo>
                  <a:lnTo>
                    <a:pt x="1858526" y="3651545"/>
                  </a:lnTo>
                  <a:lnTo>
                    <a:pt x="1888354" y="3572414"/>
                  </a:lnTo>
                  <a:lnTo>
                    <a:pt x="1918238" y="3489190"/>
                  </a:lnTo>
                  <a:lnTo>
                    <a:pt x="1948244" y="3401927"/>
                  </a:lnTo>
                  <a:lnTo>
                    <a:pt x="1978422" y="3310729"/>
                  </a:lnTo>
                  <a:lnTo>
                    <a:pt x="2008806" y="3215757"/>
                  </a:lnTo>
                  <a:lnTo>
                    <a:pt x="2039417" y="3117225"/>
                  </a:lnTo>
                  <a:lnTo>
                    <a:pt x="2070262" y="3015403"/>
                  </a:lnTo>
                  <a:lnTo>
                    <a:pt x="2101334" y="2910615"/>
                  </a:lnTo>
                  <a:lnTo>
                    <a:pt x="2132618" y="2803236"/>
                  </a:lnTo>
                  <a:lnTo>
                    <a:pt x="2164087" y="2693687"/>
                  </a:lnTo>
                  <a:lnTo>
                    <a:pt x="2195706" y="2582430"/>
                  </a:lnTo>
                  <a:lnTo>
                    <a:pt x="2227434" y="2469957"/>
                  </a:lnTo>
                  <a:lnTo>
                    <a:pt x="2259226" y="2356784"/>
                  </a:lnTo>
                  <a:lnTo>
                    <a:pt x="2291034" y="2243443"/>
                  </a:lnTo>
                  <a:lnTo>
                    <a:pt x="2322808" y="2130468"/>
                  </a:lnTo>
                  <a:lnTo>
                    <a:pt x="2354501" y="2018383"/>
                  </a:lnTo>
                  <a:lnTo>
                    <a:pt x="2386070" y="1907699"/>
                  </a:lnTo>
                  <a:lnTo>
                    <a:pt x="2417474" y="1798898"/>
                  </a:lnTo>
                  <a:lnTo>
                    <a:pt x="2448682" y="1692428"/>
                  </a:lnTo>
                  <a:lnTo>
                    <a:pt x="2479672" y="1588692"/>
                  </a:lnTo>
                  <a:lnTo>
                    <a:pt x="2510430" y="1488047"/>
                  </a:lnTo>
                  <a:lnTo>
                    <a:pt x="2540957" y="1390798"/>
                  </a:lnTo>
                  <a:lnTo>
                    <a:pt x="2571262" y="1297194"/>
                  </a:lnTo>
                  <a:lnTo>
                    <a:pt x="2601371" y="1207431"/>
                  </a:lnTo>
                  <a:lnTo>
                    <a:pt x="2631326" y="1121646"/>
                  </a:lnTo>
                  <a:lnTo>
                    <a:pt x="2661180" y="1039926"/>
                  </a:lnTo>
                  <a:lnTo>
                    <a:pt x="2691009" y="962307"/>
                  </a:lnTo>
                  <a:lnTo>
                    <a:pt x="2720903" y="888777"/>
                  </a:lnTo>
                  <a:lnTo>
                    <a:pt x="2750974" y="819280"/>
                  </a:lnTo>
                  <a:lnTo>
                    <a:pt x="2770117" y="777427"/>
                  </a:lnTo>
                  <a:lnTo>
                    <a:pt x="2813899" y="688837"/>
                  </a:lnTo>
                  <a:lnTo>
                    <a:pt x="2858951" y="608198"/>
                  </a:lnTo>
                  <a:lnTo>
                    <a:pt x="2905824" y="535198"/>
                  </a:lnTo>
                  <a:lnTo>
                    <a:pt x="2955140" y="469263"/>
                  </a:lnTo>
                  <a:lnTo>
                    <a:pt x="3007548" y="409711"/>
                  </a:lnTo>
                  <a:lnTo>
                    <a:pt x="3063677" y="355850"/>
                  </a:lnTo>
                  <a:lnTo>
                    <a:pt x="3124095" y="307040"/>
                  </a:lnTo>
                  <a:lnTo>
                    <a:pt x="3189239" y="262724"/>
                  </a:lnTo>
                  <a:lnTo>
                    <a:pt x="3259340" y="222455"/>
                  </a:lnTo>
                  <a:lnTo>
                    <a:pt x="3334316" y="185899"/>
                  </a:lnTo>
                  <a:lnTo>
                    <a:pt x="3413655" y="152841"/>
                  </a:lnTo>
                  <a:lnTo>
                    <a:pt x="3496301" y="123179"/>
                  </a:lnTo>
                  <a:lnTo>
                    <a:pt x="3580565" y="96907"/>
                  </a:lnTo>
                  <a:lnTo>
                    <a:pt x="3664115" y="74084"/>
                  </a:lnTo>
                  <a:lnTo>
                    <a:pt x="3744092" y="54784"/>
                  </a:lnTo>
                  <a:lnTo>
                    <a:pt x="3817376" y="39042"/>
                  </a:lnTo>
                  <a:lnTo>
                    <a:pt x="3881004" y="26794"/>
                  </a:lnTo>
                  <a:lnTo>
                    <a:pt x="3932659" y="17833"/>
                  </a:lnTo>
                  <a:lnTo>
                    <a:pt x="3971110" y="11792"/>
                  </a:lnTo>
                  <a:lnTo>
                    <a:pt x="3996499" y="8167"/>
                  </a:lnTo>
                  <a:lnTo>
                    <a:pt x="4010401" y="6357"/>
                  </a:lnTo>
                  <a:lnTo>
                    <a:pt x="4015700" y="5725"/>
                  </a:lnTo>
                  <a:lnTo>
                    <a:pt x="4016409" y="5647"/>
                  </a:lnTo>
                  <a:lnTo>
                    <a:pt x="4538543" y="5647"/>
                  </a:lnTo>
                  <a:lnTo>
                    <a:pt x="4539668" y="5732"/>
                  </a:lnTo>
                  <a:lnTo>
                    <a:pt x="4547044" y="6345"/>
                  </a:lnTo>
                  <a:lnTo>
                    <a:pt x="4565560" y="8037"/>
                  </a:lnTo>
                  <a:lnTo>
                    <a:pt x="4598463" y="11365"/>
                  </a:lnTo>
                  <a:lnTo>
                    <a:pt x="4647090" y="16829"/>
                  </a:lnTo>
                  <a:lnTo>
                    <a:pt x="4710775" y="24821"/>
                  </a:lnTo>
                  <a:lnTo>
                    <a:pt x="4787104" y="35585"/>
                  </a:lnTo>
                  <a:lnTo>
                    <a:pt x="4872497" y="49220"/>
                  </a:lnTo>
                  <a:lnTo>
                    <a:pt x="4962942" y="65715"/>
                  </a:lnTo>
                  <a:lnTo>
                    <a:pt x="5054669" y="85008"/>
                  </a:lnTo>
                  <a:lnTo>
                    <a:pt x="5144608" y="107045"/>
                  </a:lnTo>
                  <a:lnTo>
                    <a:pt x="5230576" y="131832"/>
                  </a:lnTo>
                  <a:lnTo>
                    <a:pt x="5311273" y="159467"/>
                  </a:lnTo>
                  <a:lnTo>
                    <a:pt x="5386145" y="190157"/>
                  </a:lnTo>
                  <a:lnTo>
                    <a:pt x="5455202" y="224222"/>
                  </a:lnTo>
                  <a:lnTo>
                    <a:pt x="5518845" y="262092"/>
                  </a:lnTo>
                  <a:lnTo>
                    <a:pt x="5577720" y="304290"/>
                  </a:lnTo>
                  <a:lnTo>
                    <a:pt x="5632609" y="351409"/>
                  </a:lnTo>
                  <a:lnTo>
                    <a:pt x="5684342" y="404057"/>
                  </a:lnTo>
                  <a:lnTo>
                    <a:pt x="5733737" y="462779"/>
                  </a:lnTo>
                  <a:lnTo>
                    <a:pt x="5781527" y="527907"/>
                  </a:lnTo>
                  <a:lnTo>
                    <a:pt x="5784835" y="532716"/>
                  </a:lnTo>
                  <a:lnTo>
                    <a:pt x="5820475" y="586952"/>
                  </a:lnTo>
                  <a:lnTo>
                    <a:pt x="5855787" y="644981"/>
                  </a:lnTo>
                  <a:lnTo>
                    <a:pt x="5890968" y="706882"/>
                  </a:lnTo>
                  <a:lnTo>
                    <a:pt x="5926173" y="772675"/>
                  </a:lnTo>
                  <a:lnTo>
                    <a:pt x="5961524" y="842322"/>
                  </a:lnTo>
                  <a:lnTo>
                    <a:pt x="5997106" y="915716"/>
                  </a:lnTo>
                  <a:lnTo>
                    <a:pt x="6032978" y="992679"/>
                  </a:lnTo>
                  <a:lnTo>
                    <a:pt x="6069169" y="1072961"/>
                  </a:lnTo>
                  <a:lnTo>
                    <a:pt x="6105682" y="1156238"/>
                  </a:lnTo>
                  <a:lnTo>
                    <a:pt x="6142500" y="1242117"/>
                  </a:lnTo>
                  <a:lnTo>
                    <a:pt x="6179582" y="1330141"/>
                  </a:lnTo>
                  <a:lnTo>
                    <a:pt x="6216876" y="1419801"/>
                  </a:lnTo>
                  <a:lnTo>
                    <a:pt x="6254311" y="1510542"/>
                  </a:lnTo>
                  <a:lnTo>
                    <a:pt x="6291814" y="1601782"/>
                  </a:lnTo>
                  <a:lnTo>
                    <a:pt x="6329303" y="1692923"/>
                  </a:lnTo>
                  <a:lnTo>
                    <a:pt x="6366701" y="1783374"/>
                  </a:lnTo>
                  <a:lnTo>
                    <a:pt x="6403932" y="1872558"/>
                  </a:lnTo>
                  <a:lnTo>
                    <a:pt x="6440933" y="1959935"/>
                  </a:lnTo>
                  <a:lnTo>
                    <a:pt x="6477654" y="2045010"/>
                  </a:lnTo>
                  <a:lnTo>
                    <a:pt x="6514063" y="2127347"/>
                  </a:lnTo>
                  <a:lnTo>
                    <a:pt x="6550148" y="2206576"/>
                  </a:lnTo>
                  <a:lnTo>
                    <a:pt x="6585921" y="2282396"/>
                  </a:lnTo>
                  <a:lnTo>
                    <a:pt x="6621420" y="2354580"/>
                  </a:lnTo>
                  <a:lnTo>
                    <a:pt x="6656712" y="2422976"/>
                  </a:lnTo>
                  <a:lnTo>
                    <a:pt x="6691894" y="2487498"/>
                  </a:lnTo>
                  <a:lnTo>
                    <a:pt x="6727099" y="2548127"/>
                  </a:lnTo>
                  <a:lnTo>
                    <a:pt x="6762494" y="2604905"/>
                  </a:lnTo>
                  <a:lnTo>
                    <a:pt x="6786527" y="2640993"/>
                  </a:lnTo>
                  <a:lnTo>
                    <a:pt x="6834228" y="2706573"/>
                  </a:lnTo>
                  <a:lnTo>
                    <a:pt x="6883488" y="2765737"/>
                  </a:lnTo>
                  <a:lnTo>
                    <a:pt x="6935032" y="2818795"/>
                  </a:lnTo>
                  <a:lnTo>
                    <a:pt x="6989672" y="2866282"/>
                  </a:lnTo>
                  <a:lnTo>
                    <a:pt x="7048241" y="2908806"/>
                  </a:lnTo>
                  <a:lnTo>
                    <a:pt x="7111526" y="2946961"/>
                  </a:lnTo>
                  <a:lnTo>
                    <a:pt x="7180187" y="2981278"/>
                  </a:lnTo>
                  <a:lnTo>
                    <a:pt x="7254645" y="3012193"/>
                  </a:lnTo>
                  <a:lnTo>
                    <a:pt x="7334944" y="3040034"/>
                  </a:lnTo>
                  <a:lnTo>
                    <a:pt x="7420576" y="3065016"/>
                  </a:lnTo>
                  <a:lnTo>
                    <a:pt x="7510296" y="3087245"/>
                  </a:lnTo>
                  <a:lnTo>
                    <a:pt x="7601988" y="3106731"/>
                  </a:lnTo>
                  <a:lnTo>
                    <a:pt x="7692640" y="3123425"/>
                  </a:lnTo>
                  <a:lnTo>
                    <a:pt x="7778518" y="3137262"/>
                  </a:lnTo>
                  <a:lnTo>
                    <a:pt x="7855609" y="3148226"/>
                  </a:lnTo>
                  <a:lnTo>
                    <a:pt x="7920277" y="3156406"/>
                  </a:lnTo>
                  <a:lnTo>
                    <a:pt x="7970004" y="3162036"/>
                  </a:lnTo>
                  <a:lnTo>
                    <a:pt x="8003990" y="3165498"/>
                  </a:lnTo>
                  <a:lnTo>
                    <a:pt x="8023430" y="3167288"/>
                  </a:lnTo>
                  <a:lnTo>
                    <a:pt x="8031446" y="3167957"/>
                  </a:lnTo>
                  <a:lnTo>
                    <a:pt x="8032819" y="3168062"/>
                  </a:lnTo>
                  <a:lnTo>
                    <a:pt x="8554953" y="3168062"/>
                  </a:lnTo>
                  <a:lnTo>
                    <a:pt x="8554953" y="3162415"/>
                  </a:lnTo>
                  <a:lnTo>
                    <a:pt x="8032819" y="3162415"/>
                  </a:lnTo>
                  <a:lnTo>
                    <a:pt x="8031694" y="3162330"/>
                  </a:lnTo>
                  <a:lnTo>
                    <a:pt x="8024318" y="3161717"/>
                  </a:lnTo>
                  <a:lnTo>
                    <a:pt x="8005802" y="3160025"/>
                  </a:lnTo>
                  <a:lnTo>
                    <a:pt x="7972899" y="3156697"/>
                  </a:lnTo>
                  <a:lnTo>
                    <a:pt x="7924272" y="3151233"/>
                  </a:lnTo>
                  <a:lnTo>
                    <a:pt x="7860587" y="3143241"/>
                  </a:lnTo>
                  <a:lnTo>
                    <a:pt x="7784257" y="3132477"/>
                  </a:lnTo>
                  <a:lnTo>
                    <a:pt x="7698865" y="3118842"/>
                  </a:lnTo>
                  <a:lnTo>
                    <a:pt x="7608420" y="3102347"/>
                  </a:lnTo>
                  <a:lnTo>
                    <a:pt x="7516693" y="3083054"/>
                  </a:lnTo>
                  <a:lnTo>
                    <a:pt x="7426754" y="3061017"/>
                  </a:lnTo>
                  <a:lnTo>
                    <a:pt x="7340786" y="3036230"/>
                  </a:lnTo>
                  <a:lnTo>
                    <a:pt x="7260089" y="3008595"/>
                  </a:lnTo>
                  <a:lnTo>
                    <a:pt x="7185217" y="2977905"/>
                  </a:lnTo>
                  <a:lnTo>
                    <a:pt x="7116160" y="2943840"/>
                  </a:lnTo>
                  <a:lnTo>
                    <a:pt x="7052517" y="2905970"/>
                  </a:lnTo>
                  <a:lnTo>
                    <a:pt x="6993642" y="2863772"/>
                  </a:lnTo>
                  <a:lnTo>
                    <a:pt x="6938753" y="2816653"/>
                  </a:lnTo>
                  <a:lnTo>
                    <a:pt x="6887020" y="2764005"/>
                  </a:lnTo>
                  <a:lnTo>
                    <a:pt x="6837625" y="2705283"/>
                  </a:lnTo>
                  <a:lnTo>
                    <a:pt x="6789835" y="2640155"/>
                  </a:lnTo>
                  <a:lnTo>
                    <a:pt x="6786527" y="2635346"/>
                  </a:lnTo>
                  <a:lnTo>
                    <a:pt x="6750887" y="2581110"/>
                  </a:lnTo>
                  <a:lnTo>
                    <a:pt x="6715575" y="2523081"/>
                  </a:lnTo>
                  <a:lnTo>
                    <a:pt x="6680394" y="2461180"/>
                  </a:lnTo>
                  <a:lnTo>
                    <a:pt x="6645189" y="2395387"/>
                  </a:lnTo>
                  <a:lnTo>
                    <a:pt x="6609838" y="2325740"/>
                  </a:lnTo>
                  <a:lnTo>
                    <a:pt x="6574256" y="2252346"/>
                  </a:lnTo>
                  <a:lnTo>
                    <a:pt x="6538384" y="2175383"/>
                  </a:lnTo>
                  <a:lnTo>
                    <a:pt x="6502193" y="2095101"/>
                  </a:lnTo>
                  <a:lnTo>
                    <a:pt x="6465680" y="2011824"/>
                  </a:lnTo>
                  <a:lnTo>
                    <a:pt x="6428862" y="1925945"/>
                  </a:lnTo>
                  <a:lnTo>
                    <a:pt x="6391780" y="1837920"/>
                  </a:lnTo>
                  <a:lnTo>
                    <a:pt x="6354486" y="1748261"/>
                  </a:lnTo>
                  <a:lnTo>
                    <a:pt x="6317051" y="1657520"/>
                  </a:lnTo>
                  <a:lnTo>
                    <a:pt x="6279548" y="1566280"/>
                  </a:lnTo>
                  <a:lnTo>
                    <a:pt x="6242059" y="1475139"/>
                  </a:lnTo>
                  <a:lnTo>
                    <a:pt x="6204661" y="1384688"/>
                  </a:lnTo>
                  <a:lnTo>
                    <a:pt x="6167430" y="1295504"/>
                  </a:lnTo>
                  <a:lnTo>
                    <a:pt x="6130429" y="1208127"/>
                  </a:lnTo>
                  <a:lnTo>
                    <a:pt x="6093707" y="1123052"/>
                  </a:lnTo>
                  <a:lnTo>
                    <a:pt x="6057299" y="1040715"/>
                  </a:lnTo>
                  <a:lnTo>
                    <a:pt x="6021214" y="961486"/>
                  </a:lnTo>
                  <a:lnTo>
                    <a:pt x="5985441" y="885666"/>
                  </a:lnTo>
                  <a:lnTo>
                    <a:pt x="5949942" y="813482"/>
                  </a:lnTo>
                  <a:lnTo>
                    <a:pt x="5914650" y="745086"/>
                  </a:lnTo>
                  <a:lnTo>
                    <a:pt x="5879468" y="680564"/>
                  </a:lnTo>
                  <a:lnTo>
                    <a:pt x="5844263" y="619935"/>
                  </a:lnTo>
                  <a:lnTo>
                    <a:pt x="5808868" y="563157"/>
                  </a:lnTo>
                  <a:lnTo>
                    <a:pt x="5784835" y="527069"/>
                  </a:lnTo>
                  <a:lnTo>
                    <a:pt x="5737134" y="461489"/>
                  </a:lnTo>
                  <a:lnTo>
                    <a:pt x="5687874" y="402325"/>
                  </a:lnTo>
                  <a:lnTo>
                    <a:pt x="5636330" y="349267"/>
                  </a:lnTo>
                  <a:lnTo>
                    <a:pt x="5581690" y="301780"/>
                  </a:lnTo>
                  <a:lnTo>
                    <a:pt x="5523121" y="259256"/>
                  </a:lnTo>
                  <a:lnTo>
                    <a:pt x="5459836" y="221101"/>
                  </a:lnTo>
                  <a:lnTo>
                    <a:pt x="5391175" y="186784"/>
                  </a:lnTo>
                  <a:lnTo>
                    <a:pt x="5316717" y="155869"/>
                  </a:lnTo>
                  <a:lnTo>
                    <a:pt x="5236417" y="128028"/>
                  </a:lnTo>
                  <a:lnTo>
                    <a:pt x="5150786" y="103046"/>
                  </a:lnTo>
                  <a:lnTo>
                    <a:pt x="5061066" y="80817"/>
                  </a:lnTo>
                  <a:lnTo>
                    <a:pt x="4969373" y="61331"/>
                  </a:lnTo>
                  <a:lnTo>
                    <a:pt x="4878722" y="44637"/>
                  </a:lnTo>
                  <a:lnTo>
                    <a:pt x="4792844" y="30800"/>
                  </a:lnTo>
                  <a:lnTo>
                    <a:pt x="4715753" y="19836"/>
                  </a:lnTo>
                  <a:lnTo>
                    <a:pt x="4651085" y="11656"/>
                  </a:lnTo>
                  <a:lnTo>
                    <a:pt x="4601358" y="6026"/>
                  </a:lnTo>
                  <a:lnTo>
                    <a:pt x="4567372" y="2564"/>
                  </a:lnTo>
                  <a:lnTo>
                    <a:pt x="4547932" y="774"/>
                  </a:lnTo>
                  <a:lnTo>
                    <a:pt x="4539916" y="105"/>
                  </a:lnTo>
                  <a:lnTo>
                    <a:pt x="4538543" y="0"/>
                  </a:lnTo>
                  <a:lnTo>
                    <a:pt x="4016409" y="0"/>
                  </a:lnTo>
                  <a:lnTo>
                    <a:pt x="4015532" y="97"/>
                  </a:lnTo>
                  <a:lnTo>
                    <a:pt x="4009752" y="790"/>
                  </a:lnTo>
                  <a:lnTo>
                    <a:pt x="3995129" y="2706"/>
                  </a:lnTo>
                  <a:lnTo>
                    <a:pt x="3968866" y="6481"/>
                  </a:lnTo>
                  <a:lnTo>
                    <a:pt x="3929483" y="12710"/>
                  </a:lnTo>
                  <a:lnTo>
                    <a:pt x="3876940" y="21890"/>
                  </a:lnTo>
                  <a:lnTo>
                    <a:pt x="3812554" y="34376"/>
                  </a:lnTo>
                  <a:lnTo>
                    <a:pt x="3738703" y="50365"/>
                  </a:lnTo>
                  <a:lnTo>
                    <a:pt x="3658378" y="69913"/>
                  </a:lnTo>
                  <a:lnTo>
                    <a:pt x="3574691" y="92979"/>
                  </a:lnTo>
                  <a:lnTo>
                    <a:pt x="3490471" y="119488"/>
                  </a:lnTo>
                  <a:lnTo>
                    <a:pt x="3408008" y="149385"/>
                  </a:lnTo>
                  <a:lnTo>
                    <a:pt x="3328945" y="182682"/>
                  </a:lnTo>
                  <a:lnTo>
                    <a:pt x="3254298" y="219489"/>
                  </a:lnTo>
                  <a:lnTo>
                    <a:pt x="3184544" y="260027"/>
                  </a:lnTo>
                  <a:lnTo>
                    <a:pt x="3119739" y="304640"/>
                  </a:lnTo>
                  <a:lnTo>
                    <a:pt x="3059636" y="353783"/>
                  </a:lnTo>
                  <a:lnTo>
                    <a:pt x="3003785" y="408018"/>
                  </a:lnTo>
                  <a:lnTo>
                    <a:pt x="2951614" y="467992"/>
                  </a:lnTo>
                  <a:lnTo>
                    <a:pt x="2902489" y="534398"/>
                  </a:lnTo>
                  <a:lnTo>
                    <a:pt x="2855762" y="607912"/>
                  </a:lnTo>
                  <a:lnTo>
                    <a:pt x="2810816" y="689099"/>
                  </a:lnTo>
                  <a:lnTo>
                    <a:pt x="2770117" y="771780"/>
                  </a:lnTo>
                  <a:lnTo>
                    <a:pt x="2739866" y="838774"/>
                  </a:lnTo>
                  <a:lnTo>
                    <a:pt x="2709874" y="909748"/>
                  </a:lnTo>
                  <a:lnTo>
                    <a:pt x="2680016" y="984781"/>
                  </a:lnTo>
                  <a:lnTo>
                    <a:pt x="2650188" y="1063912"/>
                  </a:lnTo>
                  <a:lnTo>
                    <a:pt x="2620304" y="1147136"/>
                  </a:lnTo>
                  <a:lnTo>
                    <a:pt x="2590298" y="1234400"/>
                  </a:lnTo>
                  <a:lnTo>
                    <a:pt x="2560120" y="1325597"/>
                  </a:lnTo>
                  <a:lnTo>
                    <a:pt x="2529736" y="1420570"/>
                  </a:lnTo>
                  <a:lnTo>
                    <a:pt x="2499125" y="1519102"/>
                  </a:lnTo>
                  <a:lnTo>
                    <a:pt x="2468280" y="1620924"/>
                  </a:lnTo>
                  <a:lnTo>
                    <a:pt x="2437208" y="1725712"/>
                  </a:lnTo>
                  <a:lnTo>
                    <a:pt x="2405924" y="1833090"/>
                  </a:lnTo>
                  <a:lnTo>
                    <a:pt x="2374456" y="1942639"/>
                  </a:lnTo>
                  <a:lnTo>
                    <a:pt x="2342836" y="2053897"/>
                  </a:lnTo>
                  <a:lnTo>
                    <a:pt x="2311108" y="2166370"/>
                  </a:lnTo>
                  <a:lnTo>
                    <a:pt x="2279316" y="2279542"/>
                  </a:lnTo>
                  <a:lnTo>
                    <a:pt x="2247508" y="2392883"/>
                  </a:lnTo>
                  <a:lnTo>
                    <a:pt x="2215734" y="2505859"/>
                  </a:lnTo>
                  <a:lnTo>
                    <a:pt x="2184041" y="2617943"/>
                  </a:lnTo>
                  <a:lnTo>
                    <a:pt x="2152473" y="2728627"/>
                  </a:lnTo>
                  <a:lnTo>
                    <a:pt x="2121069" y="2837428"/>
                  </a:lnTo>
                  <a:lnTo>
                    <a:pt x="2089860" y="2943899"/>
                  </a:lnTo>
                  <a:lnTo>
                    <a:pt x="2058870" y="3047635"/>
                  </a:lnTo>
                  <a:lnTo>
                    <a:pt x="2028112" y="3148280"/>
                  </a:lnTo>
                  <a:lnTo>
                    <a:pt x="1997586" y="3245529"/>
                  </a:lnTo>
                  <a:lnTo>
                    <a:pt x="1967280" y="3339132"/>
                  </a:lnTo>
                  <a:lnTo>
                    <a:pt x="1937171" y="3428896"/>
                  </a:lnTo>
                  <a:lnTo>
                    <a:pt x="1907217" y="3514681"/>
                  </a:lnTo>
                  <a:lnTo>
                    <a:pt x="1877362" y="3596400"/>
                  </a:lnTo>
                  <a:lnTo>
                    <a:pt x="1847533" y="3674019"/>
                  </a:lnTo>
                  <a:lnTo>
                    <a:pt x="1817639" y="3747550"/>
                  </a:lnTo>
                  <a:lnTo>
                    <a:pt x="1787568" y="3817046"/>
                  </a:lnTo>
                  <a:lnTo>
                    <a:pt x="1768425" y="3858900"/>
                  </a:lnTo>
                  <a:lnTo>
                    <a:pt x="1724643" y="3947490"/>
                  </a:lnTo>
                  <a:lnTo>
                    <a:pt x="1679591" y="4028129"/>
                  </a:lnTo>
                  <a:lnTo>
                    <a:pt x="1632718" y="4101128"/>
                  </a:lnTo>
                  <a:lnTo>
                    <a:pt x="1583402" y="4167063"/>
                  </a:lnTo>
                  <a:lnTo>
                    <a:pt x="1530994" y="4226615"/>
                  </a:lnTo>
                  <a:lnTo>
                    <a:pt x="1474865" y="4280476"/>
                  </a:lnTo>
                  <a:lnTo>
                    <a:pt x="1414447" y="4329287"/>
                  </a:lnTo>
                  <a:lnTo>
                    <a:pt x="1349303" y="4373602"/>
                  </a:lnTo>
                  <a:lnTo>
                    <a:pt x="1279202" y="4413871"/>
                  </a:lnTo>
                  <a:lnTo>
                    <a:pt x="1204227" y="4450428"/>
                  </a:lnTo>
                  <a:lnTo>
                    <a:pt x="1124887" y="4483486"/>
                  </a:lnTo>
                  <a:lnTo>
                    <a:pt x="1042241" y="4513148"/>
                  </a:lnTo>
                  <a:lnTo>
                    <a:pt x="957977" y="4539419"/>
                  </a:lnTo>
                  <a:lnTo>
                    <a:pt x="874427" y="4562243"/>
                  </a:lnTo>
                  <a:lnTo>
                    <a:pt x="794451" y="4581543"/>
                  </a:lnTo>
                  <a:lnTo>
                    <a:pt x="721167" y="4597285"/>
                  </a:lnTo>
                  <a:lnTo>
                    <a:pt x="657538" y="4609533"/>
                  </a:lnTo>
                  <a:lnTo>
                    <a:pt x="605883" y="4618494"/>
                  </a:lnTo>
                  <a:lnTo>
                    <a:pt x="567432" y="4624534"/>
                  </a:lnTo>
                  <a:lnTo>
                    <a:pt x="542043" y="4628159"/>
                  </a:lnTo>
                  <a:lnTo>
                    <a:pt x="528141" y="4629970"/>
                  </a:lnTo>
                  <a:lnTo>
                    <a:pt x="522842" y="4630602"/>
                  </a:lnTo>
                  <a:lnTo>
                    <a:pt x="522133" y="4630680"/>
                  </a:lnTo>
                  <a:lnTo>
                    <a:pt x="0" y="4630680"/>
                  </a:lnTo>
                  <a:close/>
                </a:path>
              </a:pathLst>
            </a:custGeom>
            <a:solidFill>
              <a:srgbClr val="F3BA99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1887" name="pl1887"/>
            <p:cNvSpPr/>
            <p:nvPr/>
          </p:nvSpPr>
          <p:spPr>
            <a:xfrm>
              <a:off x="386606" y="1083896"/>
              <a:ext cx="8554953" cy="4630680"/>
            </a:xfrm>
            <a:custGeom>
              <a:avLst/>
              <a:pathLst>
                <a:path w="8554953" h="4630680">
                  <a:moveTo>
                    <a:pt x="0" y="4630680"/>
                  </a:moveTo>
                  <a:lnTo>
                    <a:pt x="522133" y="4630680"/>
                  </a:lnTo>
                  <a:lnTo>
                    <a:pt x="523010" y="4630582"/>
                  </a:lnTo>
                  <a:lnTo>
                    <a:pt x="528791" y="4629889"/>
                  </a:lnTo>
                  <a:lnTo>
                    <a:pt x="543413" y="4627973"/>
                  </a:lnTo>
                  <a:lnTo>
                    <a:pt x="569677" y="4624198"/>
                  </a:lnTo>
                  <a:lnTo>
                    <a:pt x="609059" y="4617970"/>
                  </a:lnTo>
                  <a:lnTo>
                    <a:pt x="661602" y="4608790"/>
                  </a:lnTo>
                  <a:lnTo>
                    <a:pt x="725988" y="4596303"/>
                  </a:lnTo>
                  <a:lnTo>
                    <a:pt x="799839" y="4580314"/>
                  </a:lnTo>
                  <a:lnTo>
                    <a:pt x="880164" y="4560767"/>
                  </a:lnTo>
                  <a:lnTo>
                    <a:pt x="963851" y="4537701"/>
                  </a:lnTo>
                  <a:lnTo>
                    <a:pt x="1048071" y="4511192"/>
                  </a:lnTo>
                  <a:lnTo>
                    <a:pt x="1130534" y="4481295"/>
                  </a:lnTo>
                  <a:lnTo>
                    <a:pt x="1209597" y="4447997"/>
                  </a:lnTo>
                  <a:lnTo>
                    <a:pt x="1284244" y="4411191"/>
                  </a:lnTo>
                  <a:lnTo>
                    <a:pt x="1353998" y="4370652"/>
                  </a:lnTo>
                  <a:lnTo>
                    <a:pt x="1418803" y="4326040"/>
                  </a:lnTo>
                  <a:lnTo>
                    <a:pt x="1478906" y="4276897"/>
                  </a:lnTo>
                  <a:lnTo>
                    <a:pt x="1534757" y="4222661"/>
                  </a:lnTo>
                  <a:lnTo>
                    <a:pt x="1586928" y="4162687"/>
                  </a:lnTo>
                  <a:lnTo>
                    <a:pt x="1636054" y="4096282"/>
                  </a:lnTo>
                  <a:lnTo>
                    <a:pt x="1682780" y="4022767"/>
                  </a:lnTo>
                  <a:lnTo>
                    <a:pt x="1727727" y="3941580"/>
                  </a:lnTo>
                  <a:lnTo>
                    <a:pt x="1768425" y="3858900"/>
                  </a:lnTo>
                  <a:lnTo>
                    <a:pt x="1798676" y="3791905"/>
                  </a:lnTo>
                  <a:lnTo>
                    <a:pt x="1828668" y="3720931"/>
                  </a:lnTo>
                  <a:lnTo>
                    <a:pt x="1858526" y="3645898"/>
                  </a:lnTo>
                  <a:lnTo>
                    <a:pt x="1888354" y="3566767"/>
                  </a:lnTo>
                  <a:lnTo>
                    <a:pt x="1918238" y="3483543"/>
                  </a:lnTo>
                  <a:lnTo>
                    <a:pt x="1948244" y="3396279"/>
                  </a:lnTo>
                  <a:lnTo>
                    <a:pt x="1978422" y="3305082"/>
                  </a:lnTo>
                  <a:lnTo>
                    <a:pt x="2008806" y="3210110"/>
                  </a:lnTo>
                  <a:lnTo>
                    <a:pt x="2039417" y="3111578"/>
                  </a:lnTo>
                  <a:lnTo>
                    <a:pt x="2070262" y="3009756"/>
                  </a:lnTo>
                  <a:lnTo>
                    <a:pt x="2101334" y="2904968"/>
                  </a:lnTo>
                  <a:lnTo>
                    <a:pt x="2132618" y="2797589"/>
                  </a:lnTo>
                  <a:lnTo>
                    <a:pt x="2164087" y="2688040"/>
                  </a:lnTo>
                  <a:lnTo>
                    <a:pt x="2195706" y="2576783"/>
                  </a:lnTo>
                  <a:lnTo>
                    <a:pt x="2227434" y="2464309"/>
                  </a:lnTo>
                  <a:lnTo>
                    <a:pt x="2259226" y="2351137"/>
                  </a:lnTo>
                  <a:lnTo>
                    <a:pt x="2291034" y="2237796"/>
                  </a:lnTo>
                  <a:lnTo>
                    <a:pt x="2322808" y="2124820"/>
                  </a:lnTo>
                  <a:lnTo>
                    <a:pt x="2354501" y="2012736"/>
                  </a:lnTo>
                  <a:lnTo>
                    <a:pt x="2386070" y="1902052"/>
                  </a:lnTo>
                  <a:lnTo>
                    <a:pt x="2417474" y="1793251"/>
                  </a:lnTo>
                  <a:lnTo>
                    <a:pt x="2448682" y="1686780"/>
                  </a:lnTo>
                  <a:lnTo>
                    <a:pt x="2479672" y="1583044"/>
                  </a:lnTo>
                  <a:lnTo>
                    <a:pt x="2510430" y="1482400"/>
                  </a:lnTo>
                  <a:lnTo>
                    <a:pt x="2540957" y="1385151"/>
                  </a:lnTo>
                  <a:lnTo>
                    <a:pt x="2571262" y="1291547"/>
                  </a:lnTo>
                  <a:lnTo>
                    <a:pt x="2601371" y="1201783"/>
                  </a:lnTo>
                  <a:lnTo>
                    <a:pt x="2631326" y="1115999"/>
                  </a:lnTo>
                  <a:lnTo>
                    <a:pt x="2661180" y="1034279"/>
                  </a:lnTo>
                  <a:lnTo>
                    <a:pt x="2691009" y="956660"/>
                  </a:lnTo>
                  <a:lnTo>
                    <a:pt x="2720903" y="883129"/>
                  </a:lnTo>
                  <a:lnTo>
                    <a:pt x="2750974" y="813633"/>
                  </a:lnTo>
                  <a:lnTo>
                    <a:pt x="2770117" y="771780"/>
                  </a:lnTo>
                  <a:lnTo>
                    <a:pt x="2813899" y="683190"/>
                  </a:lnTo>
                  <a:lnTo>
                    <a:pt x="2858951" y="602550"/>
                  </a:lnTo>
                  <a:lnTo>
                    <a:pt x="2905824" y="529551"/>
                  </a:lnTo>
                  <a:lnTo>
                    <a:pt x="2955140" y="463616"/>
                  </a:lnTo>
                  <a:lnTo>
                    <a:pt x="3007548" y="404064"/>
                  </a:lnTo>
                  <a:lnTo>
                    <a:pt x="3063677" y="350203"/>
                  </a:lnTo>
                  <a:lnTo>
                    <a:pt x="3124095" y="301392"/>
                  </a:lnTo>
                  <a:lnTo>
                    <a:pt x="3189239" y="257077"/>
                  </a:lnTo>
                  <a:lnTo>
                    <a:pt x="3259340" y="216808"/>
                  </a:lnTo>
                  <a:lnTo>
                    <a:pt x="3334316" y="180252"/>
                  </a:lnTo>
                  <a:lnTo>
                    <a:pt x="3413655" y="147194"/>
                  </a:lnTo>
                  <a:lnTo>
                    <a:pt x="3496301" y="117532"/>
                  </a:lnTo>
                  <a:lnTo>
                    <a:pt x="3580565" y="91260"/>
                  </a:lnTo>
                  <a:lnTo>
                    <a:pt x="3664115" y="68437"/>
                  </a:lnTo>
                  <a:lnTo>
                    <a:pt x="3744092" y="49137"/>
                  </a:lnTo>
                  <a:lnTo>
                    <a:pt x="3817376" y="33395"/>
                  </a:lnTo>
                  <a:lnTo>
                    <a:pt x="3881004" y="21146"/>
                  </a:lnTo>
                  <a:lnTo>
                    <a:pt x="3932659" y="12185"/>
                  </a:lnTo>
                  <a:lnTo>
                    <a:pt x="3971110" y="6145"/>
                  </a:lnTo>
                  <a:lnTo>
                    <a:pt x="3996499" y="2520"/>
                  </a:lnTo>
                  <a:lnTo>
                    <a:pt x="4010401" y="710"/>
                  </a:lnTo>
                  <a:lnTo>
                    <a:pt x="4015700" y="78"/>
                  </a:lnTo>
                  <a:lnTo>
                    <a:pt x="4016409" y="0"/>
                  </a:lnTo>
                  <a:lnTo>
                    <a:pt x="4538543" y="0"/>
                  </a:lnTo>
                  <a:lnTo>
                    <a:pt x="4539668" y="85"/>
                  </a:lnTo>
                  <a:lnTo>
                    <a:pt x="4547044" y="697"/>
                  </a:lnTo>
                  <a:lnTo>
                    <a:pt x="4565560" y="2390"/>
                  </a:lnTo>
                  <a:lnTo>
                    <a:pt x="4598463" y="5717"/>
                  </a:lnTo>
                  <a:lnTo>
                    <a:pt x="4647090" y="11182"/>
                  </a:lnTo>
                  <a:lnTo>
                    <a:pt x="4710775" y="19174"/>
                  </a:lnTo>
                  <a:lnTo>
                    <a:pt x="4787104" y="29938"/>
                  </a:lnTo>
                  <a:lnTo>
                    <a:pt x="4872497" y="43573"/>
                  </a:lnTo>
                  <a:lnTo>
                    <a:pt x="4962942" y="60068"/>
                  </a:lnTo>
                  <a:lnTo>
                    <a:pt x="5054669" y="79361"/>
                  </a:lnTo>
                  <a:lnTo>
                    <a:pt x="5144608" y="101398"/>
                  </a:lnTo>
                  <a:lnTo>
                    <a:pt x="5230576" y="126185"/>
                  </a:lnTo>
                  <a:lnTo>
                    <a:pt x="5311273" y="153820"/>
                  </a:lnTo>
                  <a:lnTo>
                    <a:pt x="5386145" y="184509"/>
                  </a:lnTo>
                  <a:lnTo>
                    <a:pt x="5455202" y="218575"/>
                  </a:lnTo>
                  <a:lnTo>
                    <a:pt x="5518845" y="256445"/>
                  </a:lnTo>
                  <a:lnTo>
                    <a:pt x="5577720" y="298643"/>
                  </a:lnTo>
                  <a:lnTo>
                    <a:pt x="5632609" y="345762"/>
                  </a:lnTo>
                  <a:lnTo>
                    <a:pt x="5684342" y="398410"/>
                  </a:lnTo>
                  <a:lnTo>
                    <a:pt x="5733737" y="457132"/>
                  </a:lnTo>
                  <a:lnTo>
                    <a:pt x="5781527" y="522260"/>
                  </a:lnTo>
                  <a:lnTo>
                    <a:pt x="5784835" y="527069"/>
                  </a:lnTo>
                  <a:lnTo>
                    <a:pt x="5820475" y="581305"/>
                  </a:lnTo>
                  <a:lnTo>
                    <a:pt x="5855787" y="639334"/>
                  </a:lnTo>
                  <a:lnTo>
                    <a:pt x="5890968" y="701235"/>
                  </a:lnTo>
                  <a:lnTo>
                    <a:pt x="5926173" y="767028"/>
                  </a:lnTo>
                  <a:lnTo>
                    <a:pt x="5961524" y="836675"/>
                  </a:lnTo>
                  <a:lnTo>
                    <a:pt x="5997106" y="910069"/>
                  </a:lnTo>
                  <a:lnTo>
                    <a:pt x="6032978" y="987032"/>
                  </a:lnTo>
                  <a:lnTo>
                    <a:pt x="6069169" y="1067314"/>
                  </a:lnTo>
                  <a:lnTo>
                    <a:pt x="6105682" y="1150590"/>
                  </a:lnTo>
                  <a:lnTo>
                    <a:pt x="6142500" y="1236469"/>
                  </a:lnTo>
                  <a:lnTo>
                    <a:pt x="6179582" y="1324494"/>
                  </a:lnTo>
                  <a:lnTo>
                    <a:pt x="6216876" y="1414154"/>
                  </a:lnTo>
                  <a:lnTo>
                    <a:pt x="6254311" y="1504895"/>
                  </a:lnTo>
                  <a:lnTo>
                    <a:pt x="6291814" y="1596134"/>
                  </a:lnTo>
                  <a:lnTo>
                    <a:pt x="6329303" y="1687276"/>
                  </a:lnTo>
                  <a:lnTo>
                    <a:pt x="6366701" y="1777726"/>
                  </a:lnTo>
                  <a:lnTo>
                    <a:pt x="6403932" y="1866911"/>
                  </a:lnTo>
                  <a:lnTo>
                    <a:pt x="6440933" y="1954288"/>
                  </a:lnTo>
                  <a:lnTo>
                    <a:pt x="6477654" y="2039363"/>
                  </a:lnTo>
                  <a:lnTo>
                    <a:pt x="6514063" y="2121700"/>
                  </a:lnTo>
                  <a:lnTo>
                    <a:pt x="6550148" y="2200929"/>
                  </a:lnTo>
                  <a:lnTo>
                    <a:pt x="6585921" y="2276749"/>
                  </a:lnTo>
                  <a:lnTo>
                    <a:pt x="6621420" y="2348933"/>
                  </a:lnTo>
                  <a:lnTo>
                    <a:pt x="6656712" y="2417329"/>
                  </a:lnTo>
                  <a:lnTo>
                    <a:pt x="6691894" y="2481850"/>
                  </a:lnTo>
                  <a:lnTo>
                    <a:pt x="6727099" y="2542480"/>
                  </a:lnTo>
                  <a:lnTo>
                    <a:pt x="6762494" y="2599258"/>
                  </a:lnTo>
                  <a:lnTo>
                    <a:pt x="6786527" y="2635346"/>
                  </a:lnTo>
                  <a:lnTo>
                    <a:pt x="6834228" y="2700926"/>
                  </a:lnTo>
                  <a:lnTo>
                    <a:pt x="6883488" y="2760090"/>
                  </a:lnTo>
                  <a:lnTo>
                    <a:pt x="6935032" y="2813148"/>
                  </a:lnTo>
                  <a:lnTo>
                    <a:pt x="6989672" y="2860635"/>
                  </a:lnTo>
                  <a:lnTo>
                    <a:pt x="7048241" y="2903158"/>
                  </a:lnTo>
                  <a:lnTo>
                    <a:pt x="7111526" y="2941314"/>
                  </a:lnTo>
                  <a:lnTo>
                    <a:pt x="7180187" y="2975631"/>
                  </a:lnTo>
                  <a:lnTo>
                    <a:pt x="7254645" y="3006546"/>
                  </a:lnTo>
                  <a:lnTo>
                    <a:pt x="7334944" y="3034387"/>
                  </a:lnTo>
                  <a:lnTo>
                    <a:pt x="7420576" y="3059369"/>
                  </a:lnTo>
                  <a:lnTo>
                    <a:pt x="7510296" y="3081598"/>
                  </a:lnTo>
                  <a:lnTo>
                    <a:pt x="7601988" y="3101084"/>
                  </a:lnTo>
                  <a:lnTo>
                    <a:pt x="7692640" y="3117778"/>
                  </a:lnTo>
                  <a:lnTo>
                    <a:pt x="7778518" y="3131615"/>
                  </a:lnTo>
                  <a:lnTo>
                    <a:pt x="7855609" y="3142578"/>
                  </a:lnTo>
                  <a:lnTo>
                    <a:pt x="7920277" y="3150759"/>
                  </a:lnTo>
                  <a:lnTo>
                    <a:pt x="7970004" y="3156389"/>
                  </a:lnTo>
                  <a:lnTo>
                    <a:pt x="8003990" y="3159851"/>
                  </a:lnTo>
                  <a:lnTo>
                    <a:pt x="8023430" y="3161640"/>
                  </a:lnTo>
                  <a:lnTo>
                    <a:pt x="8031446" y="3162310"/>
                  </a:lnTo>
                  <a:lnTo>
                    <a:pt x="8032819" y="3162415"/>
                  </a:lnTo>
                  <a:lnTo>
                    <a:pt x="8032819" y="3162415"/>
                  </a:lnTo>
                  <a:lnTo>
                    <a:pt x="8554953" y="3162415"/>
                  </a:lnTo>
                  <a:lnTo>
                    <a:pt x="8554953" y="3162415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888" name="pl1888"/>
            <p:cNvSpPr/>
            <p:nvPr/>
          </p:nvSpPr>
          <p:spPr>
            <a:xfrm>
              <a:off x="386606" y="1078249"/>
              <a:ext cx="8554953" cy="4630680"/>
            </a:xfrm>
            <a:custGeom>
              <a:avLst/>
              <a:pathLst>
                <a:path w="8554953" h="4630680">
                  <a:moveTo>
                    <a:pt x="8554953" y="3162415"/>
                  </a:moveTo>
                  <a:lnTo>
                    <a:pt x="8032819" y="3162415"/>
                  </a:lnTo>
                  <a:lnTo>
                    <a:pt x="8031694" y="3162330"/>
                  </a:lnTo>
                  <a:lnTo>
                    <a:pt x="8024318" y="3161717"/>
                  </a:lnTo>
                  <a:lnTo>
                    <a:pt x="8005802" y="3160025"/>
                  </a:lnTo>
                  <a:lnTo>
                    <a:pt x="7972899" y="3156697"/>
                  </a:lnTo>
                  <a:lnTo>
                    <a:pt x="7924272" y="3151233"/>
                  </a:lnTo>
                  <a:lnTo>
                    <a:pt x="7860587" y="3143241"/>
                  </a:lnTo>
                  <a:lnTo>
                    <a:pt x="7784257" y="3132477"/>
                  </a:lnTo>
                  <a:lnTo>
                    <a:pt x="7698865" y="3118842"/>
                  </a:lnTo>
                  <a:lnTo>
                    <a:pt x="7608420" y="3102347"/>
                  </a:lnTo>
                  <a:lnTo>
                    <a:pt x="7516693" y="3083054"/>
                  </a:lnTo>
                  <a:lnTo>
                    <a:pt x="7426754" y="3061017"/>
                  </a:lnTo>
                  <a:lnTo>
                    <a:pt x="7340786" y="3036230"/>
                  </a:lnTo>
                  <a:lnTo>
                    <a:pt x="7260089" y="3008595"/>
                  </a:lnTo>
                  <a:lnTo>
                    <a:pt x="7185217" y="2977905"/>
                  </a:lnTo>
                  <a:lnTo>
                    <a:pt x="7116160" y="2943840"/>
                  </a:lnTo>
                  <a:lnTo>
                    <a:pt x="7052517" y="2905970"/>
                  </a:lnTo>
                  <a:lnTo>
                    <a:pt x="6993642" y="2863772"/>
                  </a:lnTo>
                  <a:lnTo>
                    <a:pt x="6938753" y="2816653"/>
                  </a:lnTo>
                  <a:lnTo>
                    <a:pt x="6887020" y="2764005"/>
                  </a:lnTo>
                  <a:lnTo>
                    <a:pt x="6837625" y="2705283"/>
                  </a:lnTo>
                  <a:lnTo>
                    <a:pt x="6789835" y="2640155"/>
                  </a:lnTo>
                  <a:lnTo>
                    <a:pt x="6786527" y="2635346"/>
                  </a:lnTo>
                  <a:lnTo>
                    <a:pt x="6750887" y="2581110"/>
                  </a:lnTo>
                  <a:lnTo>
                    <a:pt x="6715575" y="2523081"/>
                  </a:lnTo>
                  <a:lnTo>
                    <a:pt x="6680394" y="2461180"/>
                  </a:lnTo>
                  <a:lnTo>
                    <a:pt x="6645189" y="2395387"/>
                  </a:lnTo>
                  <a:lnTo>
                    <a:pt x="6609838" y="2325740"/>
                  </a:lnTo>
                  <a:lnTo>
                    <a:pt x="6574256" y="2252346"/>
                  </a:lnTo>
                  <a:lnTo>
                    <a:pt x="6538384" y="2175383"/>
                  </a:lnTo>
                  <a:lnTo>
                    <a:pt x="6502193" y="2095101"/>
                  </a:lnTo>
                  <a:lnTo>
                    <a:pt x="6465680" y="2011824"/>
                  </a:lnTo>
                  <a:lnTo>
                    <a:pt x="6428862" y="1925945"/>
                  </a:lnTo>
                  <a:lnTo>
                    <a:pt x="6391780" y="1837920"/>
                  </a:lnTo>
                  <a:lnTo>
                    <a:pt x="6354486" y="1748261"/>
                  </a:lnTo>
                  <a:lnTo>
                    <a:pt x="6317051" y="1657520"/>
                  </a:lnTo>
                  <a:lnTo>
                    <a:pt x="6279548" y="1566280"/>
                  </a:lnTo>
                  <a:lnTo>
                    <a:pt x="6242059" y="1475139"/>
                  </a:lnTo>
                  <a:lnTo>
                    <a:pt x="6204661" y="1384688"/>
                  </a:lnTo>
                  <a:lnTo>
                    <a:pt x="6167430" y="1295504"/>
                  </a:lnTo>
                  <a:lnTo>
                    <a:pt x="6130429" y="1208127"/>
                  </a:lnTo>
                  <a:lnTo>
                    <a:pt x="6093707" y="1123052"/>
                  </a:lnTo>
                  <a:lnTo>
                    <a:pt x="6057299" y="1040715"/>
                  </a:lnTo>
                  <a:lnTo>
                    <a:pt x="6021214" y="961486"/>
                  </a:lnTo>
                  <a:lnTo>
                    <a:pt x="5985441" y="885666"/>
                  </a:lnTo>
                  <a:lnTo>
                    <a:pt x="5949942" y="813482"/>
                  </a:lnTo>
                  <a:lnTo>
                    <a:pt x="5914650" y="745086"/>
                  </a:lnTo>
                  <a:lnTo>
                    <a:pt x="5879468" y="680564"/>
                  </a:lnTo>
                  <a:lnTo>
                    <a:pt x="5844263" y="619935"/>
                  </a:lnTo>
                  <a:lnTo>
                    <a:pt x="5808868" y="563157"/>
                  </a:lnTo>
                  <a:lnTo>
                    <a:pt x="5784835" y="527069"/>
                  </a:lnTo>
                  <a:lnTo>
                    <a:pt x="5737134" y="461489"/>
                  </a:lnTo>
                  <a:lnTo>
                    <a:pt x="5687874" y="402325"/>
                  </a:lnTo>
                  <a:lnTo>
                    <a:pt x="5636330" y="349267"/>
                  </a:lnTo>
                  <a:lnTo>
                    <a:pt x="5581690" y="301780"/>
                  </a:lnTo>
                  <a:lnTo>
                    <a:pt x="5523121" y="259256"/>
                  </a:lnTo>
                  <a:lnTo>
                    <a:pt x="5459836" y="221101"/>
                  </a:lnTo>
                  <a:lnTo>
                    <a:pt x="5391175" y="186784"/>
                  </a:lnTo>
                  <a:lnTo>
                    <a:pt x="5316717" y="155869"/>
                  </a:lnTo>
                  <a:lnTo>
                    <a:pt x="5236417" y="128028"/>
                  </a:lnTo>
                  <a:lnTo>
                    <a:pt x="5150786" y="103046"/>
                  </a:lnTo>
                  <a:lnTo>
                    <a:pt x="5061066" y="80817"/>
                  </a:lnTo>
                  <a:lnTo>
                    <a:pt x="4969373" y="61331"/>
                  </a:lnTo>
                  <a:lnTo>
                    <a:pt x="4878722" y="44637"/>
                  </a:lnTo>
                  <a:lnTo>
                    <a:pt x="4792844" y="30800"/>
                  </a:lnTo>
                  <a:lnTo>
                    <a:pt x="4715753" y="19836"/>
                  </a:lnTo>
                  <a:lnTo>
                    <a:pt x="4651085" y="11656"/>
                  </a:lnTo>
                  <a:lnTo>
                    <a:pt x="4601358" y="6026"/>
                  </a:lnTo>
                  <a:lnTo>
                    <a:pt x="4567372" y="2564"/>
                  </a:lnTo>
                  <a:lnTo>
                    <a:pt x="4547932" y="774"/>
                  </a:lnTo>
                  <a:lnTo>
                    <a:pt x="4539916" y="105"/>
                  </a:lnTo>
                  <a:lnTo>
                    <a:pt x="4538543" y="0"/>
                  </a:lnTo>
                  <a:lnTo>
                    <a:pt x="4538543" y="0"/>
                  </a:lnTo>
                  <a:lnTo>
                    <a:pt x="4016409" y="0"/>
                  </a:lnTo>
                  <a:lnTo>
                    <a:pt x="4015532" y="97"/>
                  </a:lnTo>
                  <a:lnTo>
                    <a:pt x="4009752" y="790"/>
                  </a:lnTo>
                  <a:lnTo>
                    <a:pt x="3995129" y="2706"/>
                  </a:lnTo>
                  <a:lnTo>
                    <a:pt x="3968866" y="6481"/>
                  </a:lnTo>
                  <a:lnTo>
                    <a:pt x="3929483" y="12710"/>
                  </a:lnTo>
                  <a:lnTo>
                    <a:pt x="3876940" y="21890"/>
                  </a:lnTo>
                  <a:lnTo>
                    <a:pt x="3812554" y="34376"/>
                  </a:lnTo>
                  <a:lnTo>
                    <a:pt x="3738703" y="50365"/>
                  </a:lnTo>
                  <a:lnTo>
                    <a:pt x="3658378" y="69913"/>
                  </a:lnTo>
                  <a:lnTo>
                    <a:pt x="3574691" y="92979"/>
                  </a:lnTo>
                  <a:lnTo>
                    <a:pt x="3490471" y="119488"/>
                  </a:lnTo>
                  <a:lnTo>
                    <a:pt x="3408008" y="149385"/>
                  </a:lnTo>
                  <a:lnTo>
                    <a:pt x="3328945" y="182682"/>
                  </a:lnTo>
                  <a:lnTo>
                    <a:pt x="3254298" y="219489"/>
                  </a:lnTo>
                  <a:lnTo>
                    <a:pt x="3184544" y="260027"/>
                  </a:lnTo>
                  <a:lnTo>
                    <a:pt x="3119739" y="304640"/>
                  </a:lnTo>
                  <a:lnTo>
                    <a:pt x="3059636" y="353783"/>
                  </a:lnTo>
                  <a:lnTo>
                    <a:pt x="3003785" y="408018"/>
                  </a:lnTo>
                  <a:lnTo>
                    <a:pt x="2951614" y="467992"/>
                  </a:lnTo>
                  <a:lnTo>
                    <a:pt x="2902489" y="534398"/>
                  </a:lnTo>
                  <a:lnTo>
                    <a:pt x="2855762" y="607912"/>
                  </a:lnTo>
                  <a:lnTo>
                    <a:pt x="2810816" y="689099"/>
                  </a:lnTo>
                  <a:lnTo>
                    <a:pt x="2770117" y="771780"/>
                  </a:lnTo>
                  <a:lnTo>
                    <a:pt x="2739866" y="838774"/>
                  </a:lnTo>
                  <a:lnTo>
                    <a:pt x="2709874" y="909748"/>
                  </a:lnTo>
                  <a:lnTo>
                    <a:pt x="2680016" y="984781"/>
                  </a:lnTo>
                  <a:lnTo>
                    <a:pt x="2650188" y="1063912"/>
                  </a:lnTo>
                  <a:lnTo>
                    <a:pt x="2620304" y="1147136"/>
                  </a:lnTo>
                  <a:lnTo>
                    <a:pt x="2590298" y="1234400"/>
                  </a:lnTo>
                  <a:lnTo>
                    <a:pt x="2560120" y="1325597"/>
                  </a:lnTo>
                  <a:lnTo>
                    <a:pt x="2529736" y="1420570"/>
                  </a:lnTo>
                  <a:lnTo>
                    <a:pt x="2499125" y="1519102"/>
                  </a:lnTo>
                  <a:lnTo>
                    <a:pt x="2468280" y="1620924"/>
                  </a:lnTo>
                  <a:lnTo>
                    <a:pt x="2437208" y="1725712"/>
                  </a:lnTo>
                  <a:lnTo>
                    <a:pt x="2405924" y="1833090"/>
                  </a:lnTo>
                  <a:lnTo>
                    <a:pt x="2374456" y="1942639"/>
                  </a:lnTo>
                  <a:lnTo>
                    <a:pt x="2342836" y="2053897"/>
                  </a:lnTo>
                  <a:lnTo>
                    <a:pt x="2311108" y="2166370"/>
                  </a:lnTo>
                  <a:lnTo>
                    <a:pt x="2279316" y="2279542"/>
                  </a:lnTo>
                  <a:lnTo>
                    <a:pt x="2247508" y="2392883"/>
                  </a:lnTo>
                  <a:lnTo>
                    <a:pt x="2215734" y="2505859"/>
                  </a:lnTo>
                  <a:lnTo>
                    <a:pt x="2184041" y="2617943"/>
                  </a:lnTo>
                  <a:lnTo>
                    <a:pt x="2152473" y="2728627"/>
                  </a:lnTo>
                  <a:lnTo>
                    <a:pt x="2121069" y="2837428"/>
                  </a:lnTo>
                  <a:lnTo>
                    <a:pt x="2089860" y="2943899"/>
                  </a:lnTo>
                  <a:lnTo>
                    <a:pt x="2058870" y="3047635"/>
                  </a:lnTo>
                  <a:lnTo>
                    <a:pt x="2028112" y="3148280"/>
                  </a:lnTo>
                  <a:lnTo>
                    <a:pt x="1997586" y="3245529"/>
                  </a:lnTo>
                  <a:lnTo>
                    <a:pt x="1967280" y="3339132"/>
                  </a:lnTo>
                  <a:lnTo>
                    <a:pt x="1937171" y="3428896"/>
                  </a:lnTo>
                  <a:lnTo>
                    <a:pt x="1907217" y="3514681"/>
                  </a:lnTo>
                  <a:lnTo>
                    <a:pt x="1877362" y="3596400"/>
                  </a:lnTo>
                  <a:lnTo>
                    <a:pt x="1847533" y="3674019"/>
                  </a:lnTo>
                  <a:lnTo>
                    <a:pt x="1817639" y="3747550"/>
                  </a:lnTo>
                  <a:lnTo>
                    <a:pt x="1787568" y="3817046"/>
                  </a:lnTo>
                  <a:lnTo>
                    <a:pt x="1768425" y="3858900"/>
                  </a:lnTo>
                  <a:lnTo>
                    <a:pt x="1724643" y="3947490"/>
                  </a:lnTo>
                  <a:lnTo>
                    <a:pt x="1679591" y="4028129"/>
                  </a:lnTo>
                  <a:lnTo>
                    <a:pt x="1632718" y="4101128"/>
                  </a:lnTo>
                  <a:lnTo>
                    <a:pt x="1583402" y="4167063"/>
                  </a:lnTo>
                  <a:lnTo>
                    <a:pt x="1530994" y="4226615"/>
                  </a:lnTo>
                  <a:lnTo>
                    <a:pt x="1474865" y="4280476"/>
                  </a:lnTo>
                  <a:lnTo>
                    <a:pt x="1414447" y="4329287"/>
                  </a:lnTo>
                  <a:lnTo>
                    <a:pt x="1349303" y="4373602"/>
                  </a:lnTo>
                  <a:lnTo>
                    <a:pt x="1279202" y="4413871"/>
                  </a:lnTo>
                  <a:lnTo>
                    <a:pt x="1204227" y="4450428"/>
                  </a:lnTo>
                  <a:lnTo>
                    <a:pt x="1124887" y="4483486"/>
                  </a:lnTo>
                  <a:lnTo>
                    <a:pt x="1042241" y="4513148"/>
                  </a:lnTo>
                  <a:lnTo>
                    <a:pt x="957977" y="4539419"/>
                  </a:lnTo>
                  <a:lnTo>
                    <a:pt x="874427" y="4562243"/>
                  </a:lnTo>
                  <a:lnTo>
                    <a:pt x="794451" y="4581543"/>
                  </a:lnTo>
                  <a:lnTo>
                    <a:pt x="721167" y="4597285"/>
                  </a:lnTo>
                  <a:lnTo>
                    <a:pt x="657538" y="4609533"/>
                  </a:lnTo>
                  <a:lnTo>
                    <a:pt x="605883" y="4618494"/>
                  </a:lnTo>
                  <a:lnTo>
                    <a:pt x="567432" y="4624534"/>
                  </a:lnTo>
                  <a:lnTo>
                    <a:pt x="542043" y="4628159"/>
                  </a:lnTo>
                  <a:lnTo>
                    <a:pt x="528141" y="4629970"/>
                  </a:lnTo>
                  <a:lnTo>
                    <a:pt x="522842" y="4630602"/>
                  </a:lnTo>
                  <a:lnTo>
                    <a:pt x="522133" y="4630680"/>
                  </a:lnTo>
                  <a:lnTo>
                    <a:pt x="0" y="4630680"/>
                  </a:lnTo>
                  <a:lnTo>
                    <a:pt x="0" y="463068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889" name="pg1889"/>
            <p:cNvSpPr/>
            <p:nvPr/>
          </p:nvSpPr>
          <p:spPr>
            <a:xfrm>
              <a:off x="386606" y="592592"/>
              <a:ext cx="8554953" cy="5138925"/>
            </a:xfrm>
            <a:custGeom>
              <a:avLst/>
              <a:pathLst>
                <a:path w="8554953" h="5138925">
                  <a:moveTo>
                    <a:pt x="0" y="5138925"/>
                  </a:moveTo>
                  <a:lnTo>
                    <a:pt x="522133" y="5138925"/>
                  </a:lnTo>
                  <a:lnTo>
                    <a:pt x="523321" y="5138859"/>
                  </a:lnTo>
                  <a:lnTo>
                    <a:pt x="531102" y="5138389"/>
                  </a:lnTo>
                  <a:lnTo>
                    <a:pt x="550597" y="5137087"/>
                  </a:lnTo>
                  <a:lnTo>
                    <a:pt x="585150" y="5134530"/>
                  </a:lnTo>
                  <a:lnTo>
                    <a:pt x="636034" y="5130335"/>
                  </a:lnTo>
                  <a:lnTo>
                    <a:pt x="702376" y="5124213"/>
                  </a:lnTo>
                  <a:lnTo>
                    <a:pt x="781465" y="5115986"/>
                  </a:lnTo>
                  <a:lnTo>
                    <a:pt x="869423" y="5105591"/>
                  </a:lnTo>
                  <a:lnTo>
                    <a:pt x="962007" y="5093044"/>
                  </a:lnTo>
                  <a:lnTo>
                    <a:pt x="1055329" y="5078396"/>
                  </a:lnTo>
                  <a:lnTo>
                    <a:pt x="1146300" y="5061682"/>
                  </a:lnTo>
                  <a:lnTo>
                    <a:pt x="1232803" y="5042883"/>
                  </a:lnTo>
                  <a:lnTo>
                    <a:pt x="1313649" y="5021909"/>
                  </a:lnTo>
                  <a:lnTo>
                    <a:pt x="1388406" y="4998579"/>
                  </a:lnTo>
                  <a:lnTo>
                    <a:pt x="1457206" y="4972626"/>
                  </a:lnTo>
                  <a:lnTo>
                    <a:pt x="1520556" y="4943698"/>
                  </a:lnTo>
                  <a:lnTo>
                    <a:pt x="1579191" y="4911375"/>
                  </a:lnTo>
                  <a:lnTo>
                    <a:pt x="1633961" y="4875193"/>
                  </a:lnTo>
                  <a:lnTo>
                    <a:pt x="1685748" y="4834693"/>
                  </a:lnTo>
                  <a:lnTo>
                    <a:pt x="1735392" y="4789497"/>
                  </a:lnTo>
                  <a:lnTo>
                    <a:pt x="1768425" y="4755859"/>
                  </a:lnTo>
                  <a:lnTo>
                    <a:pt x="1808641" y="4711149"/>
                  </a:lnTo>
                  <a:lnTo>
                    <a:pt x="1848472" y="4662914"/>
                  </a:lnTo>
                  <a:lnTo>
                    <a:pt x="1888191" y="4611082"/>
                  </a:lnTo>
                  <a:lnTo>
                    <a:pt x="1928005" y="4555650"/>
                  </a:lnTo>
                  <a:lnTo>
                    <a:pt x="1968066" y="4496693"/>
                  </a:lnTo>
                  <a:lnTo>
                    <a:pt x="2008473" y="4434363"/>
                  </a:lnTo>
                  <a:lnTo>
                    <a:pt x="2049280" y="4368901"/>
                  </a:lnTo>
                  <a:lnTo>
                    <a:pt x="2090498" y="4300634"/>
                  </a:lnTo>
                  <a:lnTo>
                    <a:pt x="2132103" y="4229970"/>
                  </a:lnTo>
                  <a:lnTo>
                    <a:pt x="2174035" y="4157393"/>
                  </a:lnTo>
                  <a:lnTo>
                    <a:pt x="2216212" y="4083447"/>
                  </a:lnTo>
                  <a:lnTo>
                    <a:pt x="2258530" y="4008725"/>
                  </a:lnTo>
                  <a:lnTo>
                    <a:pt x="2300878" y="3933844"/>
                  </a:lnTo>
                  <a:lnTo>
                    <a:pt x="2343140" y="3859429"/>
                  </a:lnTo>
                  <a:lnTo>
                    <a:pt x="2385208" y="3786086"/>
                  </a:lnTo>
                  <a:lnTo>
                    <a:pt x="2426988" y="3714386"/>
                  </a:lnTo>
                  <a:lnTo>
                    <a:pt x="2468408" y="3644848"/>
                  </a:lnTo>
                  <a:lnTo>
                    <a:pt x="2509424" y="3577917"/>
                  </a:lnTo>
                  <a:lnTo>
                    <a:pt x="2550030" y="3513964"/>
                  </a:lnTo>
                  <a:lnTo>
                    <a:pt x="2590257" y="3453271"/>
                  </a:lnTo>
                  <a:lnTo>
                    <a:pt x="2630181" y="3396037"/>
                  </a:lnTo>
                  <a:lnTo>
                    <a:pt x="2669925" y="3342375"/>
                  </a:lnTo>
                  <a:lnTo>
                    <a:pt x="2709670" y="3292320"/>
                  </a:lnTo>
                  <a:lnTo>
                    <a:pt x="2749653" y="3245835"/>
                  </a:lnTo>
                  <a:lnTo>
                    <a:pt x="2770117" y="3223593"/>
                  </a:lnTo>
                  <a:lnTo>
                    <a:pt x="2818725" y="3175082"/>
                  </a:lnTo>
                  <a:lnTo>
                    <a:pt x="2868964" y="3131408"/>
                  </a:lnTo>
                  <a:lnTo>
                    <a:pt x="2921604" y="3092325"/>
                  </a:lnTo>
                  <a:lnTo>
                    <a:pt x="2977506" y="3057420"/>
                  </a:lnTo>
                  <a:lnTo>
                    <a:pt x="3037549" y="3026224"/>
                  </a:lnTo>
                  <a:lnTo>
                    <a:pt x="3102558" y="2998283"/>
                  </a:lnTo>
                  <a:lnTo>
                    <a:pt x="3173209" y="2973196"/>
                  </a:lnTo>
                  <a:lnTo>
                    <a:pt x="3249907" y="2950639"/>
                  </a:lnTo>
                  <a:lnTo>
                    <a:pt x="3332628" y="2930371"/>
                  </a:lnTo>
                  <a:lnTo>
                    <a:pt x="3420720" y="2912240"/>
                  </a:lnTo>
                  <a:lnTo>
                    <a:pt x="3512713" y="2896180"/>
                  </a:lnTo>
                  <a:lnTo>
                    <a:pt x="3606179" y="2882194"/>
                  </a:lnTo>
                  <a:lnTo>
                    <a:pt x="3697745" y="2870326"/>
                  </a:lnTo>
                  <a:lnTo>
                    <a:pt x="3783345" y="2860620"/>
                  </a:lnTo>
                  <a:lnTo>
                    <a:pt x="3858769" y="2853073"/>
                  </a:lnTo>
                  <a:lnTo>
                    <a:pt x="3920420" y="2847588"/>
                  </a:lnTo>
                  <a:lnTo>
                    <a:pt x="3966114" y="2843950"/>
                  </a:lnTo>
                  <a:lnTo>
                    <a:pt x="3995646" y="2841835"/>
                  </a:lnTo>
                  <a:lnTo>
                    <a:pt x="4010969" y="2840844"/>
                  </a:lnTo>
                  <a:lnTo>
                    <a:pt x="4016024" y="2840547"/>
                  </a:lnTo>
                  <a:lnTo>
                    <a:pt x="4016409" y="2840527"/>
                  </a:lnTo>
                  <a:lnTo>
                    <a:pt x="4538543" y="2840527"/>
                  </a:lnTo>
                  <a:lnTo>
                    <a:pt x="4539693" y="2840448"/>
                  </a:lnTo>
                  <a:lnTo>
                    <a:pt x="4547232" y="2839886"/>
                  </a:lnTo>
                  <a:lnTo>
                    <a:pt x="4566141" y="2838334"/>
                  </a:lnTo>
                  <a:lnTo>
                    <a:pt x="4599707" y="2835282"/>
                  </a:lnTo>
                  <a:lnTo>
                    <a:pt x="4649243" y="2830274"/>
                  </a:lnTo>
                  <a:lnTo>
                    <a:pt x="4714001" y="2822954"/>
                  </a:lnTo>
                  <a:lnTo>
                    <a:pt x="4791449" y="2813104"/>
                  </a:lnTo>
                  <a:lnTo>
                    <a:pt x="4877886" y="2800641"/>
                  </a:lnTo>
                  <a:lnTo>
                    <a:pt x="4969208" y="2785577"/>
                  </a:lnTo>
                  <a:lnTo>
                    <a:pt x="5061593" y="2767971"/>
                  </a:lnTo>
                  <a:lnTo>
                    <a:pt x="5151962" y="2747870"/>
                  </a:lnTo>
                  <a:lnTo>
                    <a:pt x="5238159" y="2725262"/>
                  </a:lnTo>
                  <a:lnTo>
                    <a:pt x="5318925" y="2700048"/>
                  </a:lnTo>
                  <a:lnTo>
                    <a:pt x="5393757" y="2672031"/>
                  </a:lnTo>
                  <a:lnTo>
                    <a:pt x="5462712" y="2640904"/>
                  </a:lnTo>
                  <a:lnTo>
                    <a:pt x="5526236" y="2606264"/>
                  </a:lnTo>
                  <a:lnTo>
                    <a:pt x="5585011" y="2567622"/>
                  </a:lnTo>
                  <a:lnTo>
                    <a:pt x="5639846" y="2524431"/>
                  </a:lnTo>
                  <a:lnTo>
                    <a:pt x="5691593" y="2476133"/>
                  </a:lnTo>
                  <a:lnTo>
                    <a:pt x="5741080" y="2422248"/>
                  </a:lnTo>
                  <a:lnTo>
                    <a:pt x="5784835" y="2368047"/>
                  </a:lnTo>
                  <a:lnTo>
                    <a:pt x="5822056" y="2317180"/>
                  </a:lnTo>
                  <a:lnTo>
                    <a:pt x="5858930" y="2262598"/>
                  </a:lnTo>
                  <a:lnTo>
                    <a:pt x="5895677" y="2204225"/>
                  </a:lnTo>
                  <a:lnTo>
                    <a:pt x="5932470" y="2142046"/>
                  </a:lnTo>
                  <a:lnTo>
                    <a:pt x="5969441" y="2076112"/>
                  </a:lnTo>
                  <a:lnTo>
                    <a:pt x="6006681" y="2006546"/>
                  </a:lnTo>
                  <a:lnTo>
                    <a:pt x="6044249" y="1933548"/>
                  </a:lnTo>
                  <a:lnTo>
                    <a:pt x="6082168" y="1857395"/>
                  </a:lnTo>
                  <a:lnTo>
                    <a:pt x="6120435" y="1778442"/>
                  </a:lnTo>
                  <a:lnTo>
                    <a:pt x="6159019" y="1697116"/>
                  </a:lnTo>
                  <a:lnTo>
                    <a:pt x="6197867" y="1613909"/>
                  </a:lnTo>
                  <a:lnTo>
                    <a:pt x="6236911" y="1529364"/>
                  </a:lnTo>
                  <a:lnTo>
                    <a:pt x="6276066" y="1444065"/>
                  </a:lnTo>
                  <a:lnTo>
                    <a:pt x="6315243" y="1358615"/>
                  </a:lnTo>
                  <a:lnTo>
                    <a:pt x="6354353" y="1273625"/>
                  </a:lnTo>
                  <a:lnTo>
                    <a:pt x="6393306" y="1189691"/>
                  </a:lnTo>
                  <a:lnTo>
                    <a:pt x="6432028" y="1107377"/>
                  </a:lnTo>
                  <a:lnTo>
                    <a:pt x="6470455" y="1027202"/>
                  </a:lnTo>
                  <a:lnTo>
                    <a:pt x="6508547" y="949626"/>
                  </a:lnTo>
                  <a:lnTo>
                    <a:pt x="6546286" y="875040"/>
                  </a:lnTo>
                  <a:lnTo>
                    <a:pt x="6583682" y="803759"/>
                  </a:lnTo>
                  <a:lnTo>
                    <a:pt x="6620776" y="736022"/>
                  </a:lnTo>
                  <a:lnTo>
                    <a:pt x="6657643" y="671990"/>
                  </a:lnTo>
                  <a:lnTo>
                    <a:pt x="6694393" y="611747"/>
                  </a:lnTo>
                  <a:lnTo>
                    <a:pt x="6731180" y="555311"/>
                  </a:lnTo>
                  <a:lnTo>
                    <a:pt x="6768200" y="502634"/>
                  </a:lnTo>
                  <a:lnTo>
                    <a:pt x="6786527" y="478127"/>
                  </a:lnTo>
                  <a:lnTo>
                    <a:pt x="6834596" y="418915"/>
                  </a:lnTo>
                  <a:lnTo>
                    <a:pt x="6884252" y="365541"/>
                  </a:lnTo>
                  <a:lnTo>
                    <a:pt x="6936239" y="317717"/>
                  </a:lnTo>
                  <a:lnTo>
                    <a:pt x="6991388" y="274951"/>
                  </a:lnTo>
                  <a:lnTo>
                    <a:pt x="7050552" y="236685"/>
                  </a:lnTo>
                  <a:lnTo>
                    <a:pt x="7114533" y="202376"/>
                  </a:lnTo>
                  <a:lnTo>
                    <a:pt x="7183995" y="171539"/>
                  </a:lnTo>
                  <a:lnTo>
                    <a:pt x="7259357" y="143781"/>
                  </a:lnTo>
                  <a:lnTo>
                    <a:pt x="7340635" y="118805"/>
                  </a:lnTo>
                  <a:lnTo>
                    <a:pt x="7427265" y="96422"/>
                  </a:lnTo>
                  <a:lnTo>
                    <a:pt x="7517914" y="76541"/>
                  </a:lnTo>
                  <a:lnTo>
                    <a:pt x="7610342" y="59158"/>
                  </a:lnTo>
                  <a:lnTo>
                    <a:pt x="7701393" y="44322"/>
                  </a:lnTo>
                  <a:lnTo>
                    <a:pt x="7787199" y="32091"/>
                  </a:lnTo>
                  <a:lnTo>
                    <a:pt x="7863660" y="22471"/>
                  </a:lnTo>
                  <a:lnTo>
                    <a:pt x="7927149" y="15367"/>
                  </a:lnTo>
                  <a:lnTo>
                    <a:pt x="7975270" y="10548"/>
                  </a:lnTo>
                  <a:lnTo>
                    <a:pt x="8007454" y="7648"/>
                  </a:lnTo>
                  <a:lnTo>
                    <a:pt x="8025196" y="6205"/>
                  </a:lnTo>
                  <a:lnTo>
                    <a:pt x="8031944" y="5706"/>
                  </a:lnTo>
                  <a:lnTo>
                    <a:pt x="8032819" y="5647"/>
                  </a:lnTo>
                  <a:lnTo>
                    <a:pt x="8554953" y="5647"/>
                  </a:lnTo>
                  <a:lnTo>
                    <a:pt x="8554953" y="0"/>
                  </a:lnTo>
                  <a:lnTo>
                    <a:pt x="8032819" y="0"/>
                  </a:lnTo>
                  <a:lnTo>
                    <a:pt x="8031669" y="78"/>
                  </a:lnTo>
                  <a:lnTo>
                    <a:pt x="8024130" y="640"/>
                  </a:lnTo>
                  <a:lnTo>
                    <a:pt x="8005221" y="2192"/>
                  </a:lnTo>
                  <a:lnTo>
                    <a:pt x="7971655" y="5244"/>
                  </a:lnTo>
                  <a:lnTo>
                    <a:pt x="7922119" y="10252"/>
                  </a:lnTo>
                  <a:lnTo>
                    <a:pt x="7857361" y="17572"/>
                  </a:lnTo>
                  <a:lnTo>
                    <a:pt x="7779913" y="27422"/>
                  </a:lnTo>
                  <a:lnTo>
                    <a:pt x="7693476" y="39885"/>
                  </a:lnTo>
                  <a:lnTo>
                    <a:pt x="7602154" y="54949"/>
                  </a:lnTo>
                  <a:lnTo>
                    <a:pt x="7509769" y="72555"/>
                  </a:lnTo>
                  <a:lnTo>
                    <a:pt x="7419400" y="92656"/>
                  </a:lnTo>
                  <a:lnTo>
                    <a:pt x="7333203" y="115264"/>
                  </a:lnTo>
                  <a:lnTo>
                    <a:pt x="7252437" y="140478"/>
                  </a:lnTo>
                  <a:lnTo>
                    <a:pt x="7177605" y="168495"/>
                  </a:lnTo>
                  <a:lnTo>
                    <a:pt x="7108649" y="199622"/>
                  </a:lnTo>
                  <a:lnTo>
                    <a:pt x="7045126" y="234262"/>
                  </a:lnTo>
                  <a:lnTo>
                    <a:pt x="6986351" y="272904"/>
                  </a:lnTo>
                  <a:lnTo>
                    <a:pt x="6931516" y="316096"/>
                  </a:lnTo>
                  <a:lnTo>
                    <a:pt x="6879769" y="364393"/>
                  </a:lnTo>
                  <a:lnTo>
                    <a:pt x="6830282" y="418278"/>
                  </a:lnTo>
                  <a:lnTo>
                    <a:pt x="6786527" y="472479"/>
                  </a:lnTo>
                  <a:lnTo>
                    <a:pt x="6749305" y="523346"/>
                  </a:lnTo>
                  <a:lnTo>
                    <a:pt x="6712432" y="577928"/>
                  </a:lnTo>
                  <a:lnTo>
                    <a:pt x="6675685" y="636301"/>
                  </a:lnTo>
                  <a:lnTo>
                    <a:pt x="6638892" y="698480"/>
                  </a:lnTo>
                  <a:lnTo>
                    <a:pt x="6601921" y="764414"/>
                  </a:lnTo>
                  <a:lnTo>
                    <a:pt x="6564681" y="833980"/>
                  </a:lnTo>
                  <a:lnTo>
                    <a:pt x="6527113" y="906979"/>
                  </a:lnTo>
                  <a:lnTo>
                    <a:pt x="6489194" y="983132"/>
                  </a:lnTo>
                  <a:lnTo>
                    <a:pt x="6450927" y="1062084"/>
                  </a:lnTo>
                  <a:lnTo>
                    <a:pt x="6412343" y="1143410"/>
                  </a:lnTo>
                  <a:lnTo>
                    <a:pt x="6373495" y="1226617"/>
                  </a:lnTo>
                  <a:lnTo>
                    <a:pt x="6334451" y="1311162"/>
                  </a:lnTo>
                  <a:lnTo>
                    <a:pt x="6295296" y="1396462"/>
                  </a:lnTo>
                  <a:lnTo>
                    <a:pt x="6256118" y="1481911"/>
                  </a:lnTo>
                  <a:lnTo>
                    <a:pt x="6217009" y="1566901"/>
                  </a:lnTo>
                  <a:lnTo>
                    <a:pt x="6178056" y="1650835"/>
                  </a:lnTo>
                  <a:lnTo>
                    <a:pt x="6139334" y="1733149"/>
                  </a:lnTo>
                  <a:lnTo>
                    <a:pt x="6100907" y="1813324"/>
                  </a:lnTo>
                  <a:lnTo>
                    <a:pt x="6062815" y="1890900"/>
                  </a:lnTo>
                  <a:lnTo>
                    <a:pt x="6025076" y="1965486"/>
                  </a:lnTo>
                  <a:lnTo>
                    <a:pt x="5987680" y="2036767"/>
                  </a:lnTo>
                  <a:lnTo>
                    <a:pt x="5950586" y="2104504"/>
                  </a:lnTo>
                  <a:lnTo>
                    <a:pt x="5913719" y="2168536"/>
                  </a:lnTo>
                  <a:lnTo>
                    <a:pt x="5876969" y="2228779"/>
                  </a:lnTo>
                  <a:lnTo>
                    <a:pt x="5840182" y="2285215"/>
                  </a:lnTo>
                  <a:lnTo>
                    <a:pt x="5803162" y="2337892"/>
                  </a:lnTo>
                  <a:lnTo>
                    <a:pt x="5784835" y="2362399"/>
                  </a:lnTo>
                  <a:lnTo>
                    <a:pt x="5736766" y="2421611"/>
                  </a:lnTo>
                  <a:lnTo>
                    <a:pt x="5687110" y="2474985"/>
                  </a:lnTo>
                  <a:lnTo>
                    <a:pt x="5635123" y="2522809"/>
                  </a:lnTo>
                  <a:lnTo>
                    <a:pt x="5579974" y="2565575"/>
                  </a:lnTo>
                  <a:lnTo>
                    <a:pt x="5520810" y="2603841"/>
                  </a:lnTo>
                  <a:lnTo>
                    <a:pt x="5456829" y="2638151"/>
                  </a:lnTo>
                  <a:lnTo>
                    <a:pt x="5387367" y="2668987"/>
                  </a:lnTo>
                  <a:lnTo>
                    <a:pt x="5312004" y="2696745"/>
                  </a:lnTo>
                  <a:lnTo>
                    <a:pt x="5230727" y="2721721"/>
                  </a:lnTo>
                  <a:lnTo>
                    <a:pt x="5144097" y="2744105"/>
                  </a:lnTo>
                  <a:lnTo>
                    <a:pt x="5053448" y="2763985"/>
                  </a:lnTo>
                  <a:lnTo>
                    <a:pt x="4961020" y="2781368"/>
                  </a:lnTo>
                  <a:lnTo>
                    <a:pt x="4869969" y="2796204"/>
                  </a:lnTo>
                  <a:lnTo>
                    <a:pt x="4784163" y="2808435"/>
                  </a:lnTo>
                  <a:lnTo>
                    <a:pt x="4707702" y="2818055"/>
                  </a:lnTo>
                  <a:lnTo>
                    <a:pt x="4644213" y="2825159"/>
                  </a:lnTo>
                  <a:lnTo>
                    <a:pt x="4596092" y="2829979"/>
                  </a:lnTo>
                  <a:lnTo>
                    <a:pt x="4563908" y="2832878"/>
                  </a:lnTo>
                  <a:lnTo>
                    <a:pt x="4546166" y="2834321"/>
                  </a:lnTo>
                  <a:lnTo>
                    <a:pt x="4539418" y="2834820"/>
                  </a:lnTo>
                  <a:lnTo>
                    <a:pt x="4538543" y="2834879"/>
                  </a:lnTo>
                  <a:lnTo>
                    <a:pt x="4016409" y="2834879"/>
                  </a:lnTo>
                  <a:lnTo>
                    <a:pt x="4015221" y="2834945"/>
                  </a:lnTo>
                  <a:lnTo>
                    <a:pt x="4007441" y="2835416"/>
                  </a:lnTo>
                  <a:lnTo>
                    <a:pt x="3987945" y="2836717"/>
                  </a:lnTo>
                  <a:lnTo>
                    <a:pt x="3953392" y="2839275"/>
                  </a:lnTo>
                  <a:lnTo>
                    <a:pt x="3902508" y="2843469"/>
                  </a:lnTo>
                  <a:lnTo>
                    <a:pt x="3836166" y="2849592"/>
                  </a:lnTo>
                  <a:lnTo>
                    <a:pt x="3757077" y="2857819"/>
                  </a:lnTo>
                  <a:lnTo>
                    <a:pt x="3669120" y="2868214"/>
                  </a:lnTo>
                  <a:lnTo>
                    <a:pt x="3576535" y="2880760"/>
                  </a:lnTo>
                  <a:lnTo>
                    <a:pt x="3483213" y="2895408"/>
                  </a:lnTo>
                  <a:lnTo>
                    <a:pt x="3392242" y="2912123"/>
                  </a:lnTo>
                  <a:lnTo>
                    <a:pt x="3305739" y="2930921"/>
                  </a:lnTo>
                  <a:lnTo>
                    <a:pt x="3224894" y="2951896"/>
                  </a:lnTo>
                  <a:lnTo>
                    <a:pt x="3150136" y="2975226"/>
                  </a:lnTo>
                  <a:lnTo>
                    <a:pt x="3081337" y="3001179"/>
                  </a:lnTo>
                  <a:lnTo>
                    <a:pt x="3017987" y="3030107"/>
                  </a:lnTo>
                  <a:lnTo>
                    <a:pt x="2959351" y="3062430"/>
                  </a:lnTo>
                  <a:lnTo>
                    <a:pt x="2904581" y="3098611"/>
                  </a:lnTo>
                  <a:lnTo>
                    <a:pt x="2852794" y="3139112"/>
                  </a:lnTo>
                  <a:lnTo>
                    <a:pt x="2803150" y="3184308"/>
                  </a:lnTo>
                  <a:lnTo>
                    <a:pt x="2770117" y="3217946"/>
                  </a:lnTo>
                  <a:lnTo>
                    <a:pt x="2729901" y="3262655"/>
                  </a:lnTo>
                  <a:lnTo>
                    <a:pt x="2690070" y="3310891"/>
                  </a:lnTo>
                  <a:lnTo>
                    <a:pt x="2650351" y="3362723"/>
                  </a:lnTo>
                  <a:lnTo>
                    <a:pt x="2610537" y="3418154"/>
                  </a:lnTo>
                  <a:lnTo>
                    <a:pt x="2570477" y="3477112"/>
                  </a:lnTo>
                  <a:lnTo>
                    <a:pt x="2530070" y="3539442"/>
                  </a:lnTo>
                  <a:lnTo>
                    <a:pt x="2489262" y="3604903"/>
                  </a:lnTo>
                  <a:lnTo>
                    <a:pt x="2448044" y="3673170"/>
                  </a:lnTo>
                  <a:lnTo>
                    <a:pt x="2406439" y="3743834"/>
                  </a:lnTo>
                  <a:lnTo>
                    <a:pt x="2364507" y="3816412"/>
                  </a:lnTo>
                  <a:lnTo>
                    <a:pt x="2322330" y="3890358"/>
                  </a:lnTo>
                  <a:lnTo>
                    <a:pt x="2280012" y="3965080"/>
                  </a:lnTo>
                  <a:lnTo>
                    <a:pt x="2237664" y="4039960"/>
                  </a:lnTo>
                  <a:lnTo>
                    <a:pt x="2195402" y="4114376"/>
                  </a:lnTo>
                  <a:lnTo>
                    <a:pt x="2153334" y="4187719"/>
                  </a:lnTo>
                  <a:lnTo>
                    <a:pt x="2111554" y="4259418"/>
                  </a:lnTo>
                  <a:lnTo>
                    <a:pt x="2070135" y="4328957"/>
                  </a:lnTo>
                  <a:lnTo>
                    <a:pt x="2029118" y="4395887"/>
                  </a:lnTo>
                  <a:lnTo>
                    <a:pt x="1988512" y="4459841"/>
                  </a:lnTo>
                  <a:lnTo>
                    <a:pt x="1948285" y="4520534"/>
                  </a:lnTo>
                  <a:lnTo>
                    <a:pt x="1908362" y="4577768"/>
                  </a:lnTo>
                  <a:lnTo>
                    <a:pt x="1868617" y="4631429"/>
                  </a:lnTo>
                  <a:lnTo>
                    <a:pt x="1828872" y="4681484"/>
                  </a:lnTo>
                  <a:lnTo>
                    <a:pt x="1788890" y="4727970"/>
                  </a:lnTo>
                  <a:lnTo>
                    <a:pt x="1768425" y="4750212"/>
                  </a:lnTo>
                  <a:lnTo>
                    <a:pt x="1719817" y="4798722"/>
                  </a:lnTo>
                  <a:lnTo>
                    <a:pt x="1669578" y="4842397"/>
                  </a:lnTo>
                  <a:lnTo>
                    <a:pt x="1616938" y="4881479"/>
                  </a:lnTo>
                  <a:lnTo>
                    <a:pt x="1561036" y="4916384"/>
                  </a:lnTo>
                  <a:lnTo>
                    <a:pt x="1500993" y="4947581"/>
                  </a:lnTo>
                  <a:lnTo>
                    <a:pt x="1435984" y="4975522"/>
                  </a:lnTo>
                  <a:lnTo>
                    <a:pt x="1365333" y="5000608"/>
                  </a:lnTo>
                  <a:lnTo>
                    <a:pt x="1288635" y="5023165"/>
                  </a:lnTo>
                  <a:lnTo>
                    <a:pt x="1205915" y="5043434"/>
                  </a:lnTo>
                  <a:lnTo>
                    <a:pt x="1117822" y="5061564"/>
                  </a:lnTo>
                  <a:lnTo>
                    <a:pt x="1025829" y="5077624"/>
                  </a:lnTo>
                  <a:lnTo>
                    <a:pt x="932363" y="5091610"/>
                  </a:lnTo>
                  <a:lnTo>
                    <a:pt x="840797" y="5103479"/>
                  </a:lnTo>
                  <a:lnTo>
                    <a:pt x="755197" y="5113184"/>
                  </a:lnTo>
                  <a:lnTo>
                    <a:pt x="679774" y="5120731"/>
                  </a:lnTo>
                  <a:lnTo>
                    <a:pt x="618122" y="5126217"/>
                  </a:lnTo>
                  <a:lnTo>
                    <a:pt x="572428" y="5129855"/>
                  </a:lnTo>
                  <a:lnTo>
                    <a:pt x="542896" y="5131969"/>
                  </a:lnTo>
                  <a:lnTo>
                    <a:pt x="527573" y="5132960"/>
                  </a:lnTo>
                  <a:lnTo>
                    <a:pt x="522518" y="5133257"/>
                  </a:lnTo>
                  <a:lnTo>
                    <a:pt x="522133" y="5133278"/>
                  </a:lnTo>
                  <a:lnTo>
                    <a:pt x="0" y="5133278"/>
                  </a:lnTo>
                  <a:close/>
                </a:path>
              </a:pathLst>
            </a:custGeom>
            <a:solidFill>
              <a:srgbClr val="F3BA99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1890" name="pl1890"/>
            <p:cNvSpPr/>
            <p:nvPr/>
          </p:nvSpPr>
          <p:spPr>
            <a:xfrm>
              <a:off x="386606" y="598239"/>
              <a:ext cx="8554953" cy="5133278"/>
            </a:xfrm>
            <a:custGeom>
              <a:avLst/>
              <a:pathLst>
                <a:path w="8554953" h="5133278">
                  <a:moveTo>
                    <a:pt x="0" y="5133278"/>
                  </a:moveTo>
                  <a:lnTo>
                    <a:pt x="522133" y="5133278"/>
                  </a:lnTo>
                  <a:lnTo>
                    <a:pt x="523321" y="5133212"/>
                  </a:lnTo>
                  <a:lnTo>
                    <a:pt x="531102" y="5132741"/>
                  </a:lnTo>
                  <a:lnTo>
                    <a:pt x="550597" y="5131440"/>
                  </a:lnTo>
                  <a:lnTo>
                    <a:pt x="585150" y="5128883"/>
                  </a:lnTo>
                  <a:lnTo>
                    <a:pt x="636034" y="5124688"/>
                  </a:lnTo>
                  <a:lnTo>
                    <a:pt x="702376" y="5118566"/>
                  </a:lnTo>
                  <a:lnTo>
                    <a:pt x="781465" y="5110339"/>
                  </a:lnTo>
                  <a:lnTo>
                    <a:pt x="869423" y="5099944"/>
                  </a:lnTo>
                  <a:lnTo>
                    <a:pt x="962007" y="5087397"/>
                  </a:lnTo>
                  <a:lnTo>
                    <a:pt x="1055329" y="5072749"/>
                  </a:lnTo>
                  <a:lnTo>
                    <a:pt x="1146300" y="5056034"/>
                  </a:lnTo>
                  <a:lnTo>
                    <a:pt x="1232803" y="5037236"/>
                  </a:lnTo>
                  <a:lnTo>
                    <a:pt x="1313649" y="5016262"/>
                  </a:lnTo>
                  <a:lnTo>
                    <a:pt x="1388406" y="4992932"/>
                  </a:lnTo>
                  <a:lnTo>
                    <a:pt x="1457206" y="4966978"/>
                  </a:lnTo>
                  <a:lnTo>
                    <a:pt x="1520556" y="4938050"/>
                  </a:lnTo>
                  <a:lnTo>
                    <a:pt x="1579191" y="4905728"/>
                  </a:lnTo>
                  <a:lnTo>
                    <a:pt x="1633961" y="4869546"/>
                  </a:lnTo>
                  <a:lnTo>
                    <a:pt x="1685748" y="4829045"/>
                  </a:lnTo>
                  <a:lnTo>
                    <a:pt x="1735392" y="4783850"/>
                  </a:lnTo>
                  <a:lnTo>
                    <a:pt x="1768425" y="4750212"/>
                  </a:lnTo>
                  <a:lnTo>
                    <a:pt x="1808641" y="4705502"/>
                  </a:lnTo>
                  <a:lnTo>
                    <a:pt x="1848472" y="4657267"/>
                  </a:lnTo>
                  <a:lnTo>
                    <a:pt x="1888191" y="4605434"/>
                  </a:lnTo>
                  <a:lnTo>
                    <a:pt x="1928005" y="4550003"/>
                  </a:lnTo>
                  <a:lnTo>
                    <a:pt x="1968066" y="4491045"/>
                  </a:lnTo>
                  <a:lnTo>
                    <a:pt x="2008473" y="4428716"/>
                  </a:lnTo>
                  <a:lnTo>
                    <a:pt x="2049280" y="4363254"/>
                  </a:lnTo>
                  <a:lnTo>
                    <a:pt x="2090498" y="4294987"/>
                  </a:lnTo>
                  <a:lnTo>
                    <a:pt x="2132103" y="4224323"/>
                  </a:lnTo>
                  <a:lnTo>
                    <a:pt x="2174035" y="4151746"/>
                  </a:lnTo>
                  <a:lnTo>
                    <a:pt x="2216212" y="4077800"/>
                  </a:lnTo>
                  <a:lnTo>
                    <a:pt x="2258530" y="4003078"/>
                  </a:lnTo>
                  <a:lnTo>
                    <a:pt x="2300878" y="3928197"/>
                  </a:lnTo>
                  <a:lnTo>
                    <a:pt x="2343140" y="3853781"/>
                  </a:lnTo>
                  <a:lnTo>
                    <a:pt x="2385208" y="3780439"/>
                  </a:lnTo>
                  <a:lnTo>
                    <a:pt x="2426988" y="3708739"/>
                  </a:lnTo>
                  <a:lnTo>
                    <a:pt x="2468408" y="3639200"/>
                  </a:lnTo>
                  <a:lnTo>
                    <a:pt x="2509424" y="3572270"/>
                  </a:lnTo>
                  <a:lnTo>
                    <a:pt x="2550030" y="3508316"/>
                  </a:lnTo>
                  <a:lnTo>
                    <a:pt x="2590257" y="3447624"/>
                  </a:lnTo>
                  <a:lnTo>
                    <a:pt x="2630181" y="3390390"/>
                  </a:lnTo>
                  <a:lnTo>
                    <a:pt x="2669925" y="3336728"/>
                  </a:lnTo>
                  <a:lnTo>
                    <a:pt x="2709670" y="3286673"/>
                  </a:lnTo>
                  <a:lnTo>
                    <a:pt x="2749653" y="3240188"/>
                  </a:lnTo>
                  <a:lnTo>
                    <a:pt x="2770117" y="3217946"/>
                  </a:lnTo>
                  <a:lnTo>
                    <a:pt x="2818725" y="3169435"/>
                  </a:lnTo>
                  <a:lnTo>
                    <a:pt x="2868964" y="3125761"/>
                  </a:lnTo>
                  <a:lnTo>
                    <a:pt x="2921604" y="3086678"/>
                  </a:lnTo>
                  <a:lnTo>
                    <a:pt x="2977506" y="3051773"/>
                  </a:lnTo>
                  <a:lnTo>
                    <a:pt x="3037549" y="3020577"/>
                  </a:lnTo>
                  <a:lnTo>
                    <a:pt x="3102558" y="2992636"/>
                  </a:lnTo>
                  <a:lnTo>
                    <a:pt x="3173209" y="2967549"/>
                  </a:lnTo>
                  <a:lnTo>
                    <a:pt x="3249907" y="2944992"/>
                  </a:lnTo>
                  <a:lnTo>
                    <a:pt x="3332628" y="2924724"/>
                  </a:lnTo>
                  <a:lnTo>
                    <a:pt x="3420720" y="2906593"/>
                  </a:lnTo>
                  <a:lnTo>
                    <a:pt x="3512713" y="2890533"/>
                  </a:lnTo>
                  <a:lnTo>
                    <a:pt x="3606179" y="2876547"/>
                  </a:lnTo>
                  <a:lnTo>
                    <a:pt x="3697745" y="2864679"/>
                  </a:lnTo>
                  <a:lnTo>
                    <a:pt x="3783345" y="2854973"/>
                  </a:lnTo>
                  <a:lnTo>
                    <a:pt x="3858769" y="2847426"/>
                  </a:lnTo>
                  <a:lnTo>
                    <a:pt x="3920420" y="2841940"/>
                  </a:lnTo>
                  <a:lnTo>
                    <a:pt x="3966114" y="2838302"/>
                  </a:lnTo>
                  <a:lnTo>
                    <a:pt x="3995646" y="2836188"/>
                  </a:lnTo>
                  <a:lnTo>
                    <a:pt x="4010969" y="2835197"/>
                  </a:lnTo>
                  <a:lnTo>
                    <a:pt x="4016024" y="2834900"/>
                  </a:lnTo>
                  <a:lnTo>
                    <a:pt x="4016409" y="2834879"/>
                  </a:lnTo>
                  <a:lnTo>
                    <a:pt x="4538543" y="2834879"/>
                  </a:lnTo>
                  <a:lnTo>
                    <a:pt x="4539693" y="2834801"/>
                  </a:lnTo>
                  <a:lnTo>
                    <a:pt x="4547232" y="2834239"/>
                  </a:lnTo>
                  <a:lnTo>
                    <a:pt x="4566141" y="2832687"/>
                  </a:lnTo>
                  <a:lnTo>
                    <a:pt x="4599707" y="2829635"/>
                  </a:lnTo>
                  <a:lnTo>
                    <a:pt x="4649243" y="2824627"/>
                  </a:lnTo>
                  <a:lnTo>
                    <a:pt x="4714001" y="2817307"/>
                  </a:lnTo>
                  <a:lnTo>
                    <a:pt x="4791449" y="2807457"/>
                  </a:lnTo>
                  <a:lnTo>
                    <a:pt x="4877886" y="2794993"/>
                  </a:lnTo>
                  <a:lnTo>
                    <a:pt x="4969208" y="2779930"/>
                  </a:lnTo>
                  <a:lnTo>
                    <a:pt x="5061593" y="2762324"/>
                  </a:lnTo>
                  <a:lnTo>
                    <a:pt x="5151962" y="2742223"/>
                  </a:lnTo>
                  <a:lnTo>
                    <a:pt x="5238159" y="2719614"/>
                  </a:lnTo>
                  <a:lnTo>
                    <a:pt x="5318925" y="2694401"/>
                  </a:lnTo>
                  <a:lnTo>
                    <a:pt x="5393757" y="2666384"/>
                  </a:lnTo>
                  <a:lnTo>
                    <a:pt x="5462712" y="2635257"/>
                  </a:lnTo>
                  <a:lnTo>
                    <a:pt x="5526236" y="2600617"/>
                  </a:lnTo>
                  <a:lnTo>
                    <a:pt x="5585011" y="2561975"/>
                  </a:lnTo>
                  <a:lnTo>
                    <a:pt x="5639846" y="2518783"/>
                  </a:lnTo>
                  <a:lnTo>
                    <a:pt x="5691593" y="2470485"/>
                  </a:lnTo>
                  <a:lnTo>
                    <a:pt x="5741080" y="2416601"/>
                  </a:lnTo>
                  <a:lnTo>
                    <a:pt x="5784835" y="2362399"/>
                  </a:lnTo>
                  <a:lnTo>
                    <a:pt x="5822056" y="2311533"/>
                  </a:lnTo>
                  <a:lnTo>
                    <a:pt x="5858930" y="2256951"/>
                  </a:lnTo>
                  <a:lnTo>
                    <a:pt x="5895677" y="2198578"/>
                  </a:lnTo>
                  <a:lnTo>
                    <a:pt x="5932470" y="2136399"/>
                  </a:lnTo>
                  <a:lnTo>
                    <a:pt x="5969441" y="2070465"/>
                  </a:lnTo>
                  <a:lnTo>
                    <a:pt x="6006681" y="2000899"/>
                  </a:lnTo>
                  <a:lnTo>
                    <a:pt x="6044249" y="1927900"/>
                  </a:lnTo>
                  <a:lnTo>
                    <a:pt x="6082168" y="1851747"/>
                  </a:lnTo>
                  <a:lnTo>
                    <a:pt x="6120435" y="1772795"/>
                  </a:lnTo>
                  <a:lnTo>
                    <a:pt x="6159019" y="1691469"/>
                  </a:lnTo>
                  <a:lnTo>
                    <a:pt x="6197867" y="1608262"/>
                  </a:lnTo>
                  <a:lnTo>
                    <a:pt x="6236911" y="1523717"/>
                  </a:lnTo>
                  <a:lnTo>
                    <a:pt x="6276066" y="1438417"/>
                  </a:lnTo>
                  <a:lnTo>
                    <a:pt x="6315243" y="1352968"/>
                  </a:lnTo>
                  <a:lnTo>
                    <a:pt x="6354353" y="1267978"/>
                  </a:lnTo>
                  <a:lnTo>
                    <a:pt x="6393306" y="1184044"/>
                  </a:lnTo>
                  <a:lnTo>
                    <a:pt x="6432028" y="1101730"/>
                  </a:lnTo>
                  <a:lnTo>
                    <a:pt x="6470455" y="1021555"/>
                  </a:lnTo>
                  <a:lnTo>
                    <a:pt x="6508547" y="943979"/>
                  </a:lnTo>
                  <a:lnTo>
                    <a:pt x="6546286" y="869393"/>
                  </a:lnTo>
                  <a:lnTo>
                    <a:pt x="6583682" y="798112"/>
                  </a:lnTo>
                  <a:lnTo>
                    <a:pt x="6620776" y="730375"/>
                  </a:lnTo>
                  <a:lnTo>
                    <a:pt x="6657643" y="666343"/>
                  </a:lnTo>
                  <a:lnTo>
                    <a:pt x="6694393" y="606100"/>
                  </a:lnTo>
                  <a:lnTo>
                    <a:pt x="6731180" y="549664"/>
                  </a:lnTo>
                  <a:lnTo>
                    <a:pt x="6768200" y="496986"/>
                  </a:lnTo>
                  <a:lnTo>
                    <a:pt x="6786527" y="472479"/>
                  </a:lnTo>
                  <a:lnTo>
                    <a:pt x="6834596" y="413268"/>
                  </a:lnTo>
                  <a:lnTo>
                    <a:pt x="6884252" y="359894"/>
                  </a:lnTo>
                  <a:lnTo>
                    <a:pt x="6936239" y="312070"/>
                  </a:lnTo>
                  <a:lnTo>
                    <a:pt x="6991388" y="269304"/>
                  </a:lnTo>
                  <a:lnTo>
                    <a:pt x="7050552" y="231038"/>
                  </a:lnTo>
                  <a:lnTo>
                    <a:pt x="7114533" y="196728"/>
                  </a:lnTo>
                  <a:lnTo>
                    <a:pt x="7183995" y="165892"/>
                  </a:lnTo>
                  <a:lnTo>
                    <a:pt x="7259357" y="138134"/>
                  </a:lnTo>
                  <a:lnTo>
                    <a:pt x="7340635" y="113158"/>
                  </a:lnTo>
                  <a:lnTo>
                    <a:pt x="7427265" y="90774"/>
                  </a:lnTo>
                  <a:lnTo>
                    <a:pt x="7517914" y="70894"/>
                  </a:lnTo>
                  <a:lnTo>
                    <a:pt x="7610342" y="53511"/>
                  </a:lnTo>
                  <a:lnTo>
                    <a:pt x="7701393" y="38675"/>
                  </a:lnTo>
                  <a:lnTo>
                    <a:pt x="7787199" y="26444"/>
                  </a:lnTo>
                  <a:lnTo>
                    <a:pt x="7863660" y="16824"/>
                  </a:lnTo>
                  <a:lnTo>
                    <a:pt x="7927149" y="9719"/>
                  </a:lnTo>
                  <a:lnTo>
                    <a:pt x="7975270" y="4900"/>
                  </a:lnTo>
                  <a:lnTo>
                    <a:pt x="8007454" y="2001"/>
                  </a:lnTo>
                  <a:lnTo>
                    <a:pt x="8025196" y="557"/>
                  </a:lnTo>
                  <a:lnTo>
                    <a:pt x="8031944" y="59"/>
                  </a:lnTo>
                  <a:lnTo>
                    <a:pt x="8032819" y="0"/>
                  </a:lnTo>
                  <a:lnTo>
                    <a:pt x="8554953" y="0"/>
                  </a:lnTo>
                  <a:lnTo>
                    <a:pt x="8554953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891" name="pl1891"/>
            <p:cNvSpPr/>
            <p:nvPr/>
          </p:nvSpPr>
          <p:spPr>
            <a:xfrm>
              <a:off x="386606" y="592592"/>
              <a:ext cx="8554953" cy="5133278"/>
            </a:xfrm>
            <a:custGeom>
              <a:avLst/>
              <a:pathLst>
                <a:path w="8554953" h="5133278">
                  <a:moveTo>
                    <a:pt x="8554953" y="0"/>
                  </a:moveTo>
                  <a:lnTo>
                    <a:pt x="8032819" y="0"/>
                  </a:lnTo>
                  <a:lnTo>
                    <a:pt x="8031669" y="78"/>
                  </a:lnTo>
                  <a:lnTo>
                    <a:pt x="8024130" y="640"/>
                  </a:lnTo>
                  <a:lnTo>
                    <a:pt x="8005221" y="2192"/>
                  </a:lnTo>
                  <a:lnTo>
                    <a:pt x="7971655" y="5244"/>
                  </a:lnTo>
                  <a:lnTo>
                    <a:pt x="7922119" y="10252"/>
                  </a:lnTo>
                  <a:lnTo>
                    <a:pt x="7857361" y="17572"/>
                  </a:lnTo>
                  <a:lnTo>
                    <a:pt x="7779913" y="27422"/>
                  </a:lnTo>
                  <a:lnTo>
                    <a:pt x="7693476" y="39885"/>
                  </a:lnTo>
                  <a:lnTo>
                    <a:pt x="7602154" y="54949"/>
                  </a:lnTo>
                  <a:lnTo>
                    <a:pt x="7509769" y="72555"/>
                  </a:lnTo>
                  <a:lnTo>
                    <a:pt x="7419400" y="92656"/>
                  </a:lnTo>
                  <a:lnTo>
                    <a:pt x="7333203" y="115264"/>
                  </a:lnTo>
                  <a:lnTo>
                    <a:pt x="7252437" y="140478"/>
                  </a:lnTo>
                  <a:lnTo>
                    <a:pt x="7177605" y="168495"/>
                  </a:lnTo>
                  <a:lnTo>
                    <a:pt x="7108649" y="199622"/>
                  </a:lnTo>
                  <a:lnTo>
                    <a:pt x="7045126" y="234262"/>
                  </a:lnTo>
                  <a:lnTo>
                    <a:pt x="6986351" y="272904"/>
                  </a:lnTo>
                  <a:lnTo>
                    <a:pt x="6931516" y="316096"/>
                  </a:lnTo>
                  <a:lnTo>
                    <a:pt x="6879769" y="364393"/>
                  </a:lnTo>
                  <a:lnTo>
                    <a:pt x="6830282" y="418278"/>
                  </a:lnTo>
                  <a:lnTo>
                    <a:pt x="6786527" y="472479"/>
                  </a:lnTo>
                  <a:lnTo>
                    <a:pt x="6749305" y="523346"/>
                  </a:lnTo>
                  <a:lnTo>
                    <a:pt x="6712432" y="577928"/>
                  </a:lnTo>
                  <a:lnTo>
                    <a:pt x="6675685" y="636301"/>
                  </a:lnTo>
                  <a:lnTo>
                    <a:pt x="6638892" y="698480"/>
                  </a:lnTo>
                  <a:lnTo>
                    <a:pt x="6601921" y="764414"/>
                  </a:lnTo>
                  <a:lnTo>
                    <a:pt x="6564681" y="833980"/>
                  </a:lnTo>
                  <a:lnTo>
                    <a:pt x="6527113" y="906979"/>
                  </a:lnTo>
                  <a:lnTo>
                    <a:pt x="6489194" y="983132"/>
                  </a:lnTo>
                  <a:lnTo>
                    <a:pt x="6450927" y="1062084"/>
                  </a:lnTo>
                  <a:lnTo>
                    <a:pt x="6412343" y="1143410"/>
                  </a:lnTo>
                  <a:lnTo>
                    <a:pt x="6373495" y="1226617"/>
                  </a:lnTo>
                  <a:lnTo>
                    <a:pt x="6334451" y="1311162"/>
                  </a:lnTo>
                  <a:lnTo>
                    <a:pt x="6295296" y="1396462"/>
                  </a:lnTo>
                  <a:lnTo>
                    <a:pt x="6256118" y="1481911"/>
                  </a:lnTo>
                  <a:lnTo>
                    <a:pt x="6217009" y="1566901"/>
                  </a:lnTo>
                  <a:lnTo>
                    <a:pt x="6178056" y="1650835"/>
                  </a:lnTo>
                  <a:lnTo>
                    <a:pt x="6139334" y="1733149"/>
                  </a:lnTo>
                  <a:lnTo>
                    <a:pt x="6100907" y="1813324"/>
                  </a:lnTo>
                  <a:lnTo>
                    <a:pt x="6062815" y="1890900"/>
                  </a:lnTo>
                  <a:lnTo>
                    <a:pt x="6025076" y="1965486"/>
                  </a:lnTo>
                  <a:lnTo>
                    <a:pt x="5987680" y="2036767"/>
                  </a:lnTo>
                  <a:lnTo>
                    <a:pt x="5950586" y="2104504"/>
                  </a:lnTo>
                  <a:lnTo>
                    <a:pt x="5913719" y="2168536"/>
                  </a:lnTo>
                  <a:lnTo>
                    <a:pt x="5876969" y="2228779"/>
                  </a:lnTo>
                  <a:lnTo>
                    <a:pt x="5840182" y="2285215"/>
                  </a:lnTo>
                  <a:lnTo>
                    <a:pt x="5803162" y="2337892"/>
                  </a:lnTo>
                  <a:lnTo>
                    <a:pt x="5784835" y="2362399"/>
                  </a:lnTo>
                  <a:lnTo>
                    <a:pt x="5736766" y="2421611"/>
                  </a:lnTo>
                  <a:lnTo>
                    <a:pt x="5687110" y="2474985"/>
                  </a:lnTo>
                  <a:lnTo>
                    <a:pt x="5635123" y="2522809"/>
                  </a:lnTo>
                  <a:lnTo>
                    <a:pt x="5579974" y="2565575"/>
                  </a:lnTo>
                  <a:lnTo>
                    <a:pt x="5520810" y="2603841"/>
                  </a:lnTo>
                  <a:lnTo>
                    <a:pt x="5456829" y="2638151"/>
                  </a:lnTo>
                  <a:lnTo>
                    <a:pt x="5387367" y="2668987"/>
                  </a:lnTo>
                  <a:lnTo>
                    <a:pt x="5312004" y="2696745"/>
                  </a:lnTo>
                  <a:lnTo>
                    <a:pt x="5230727" y="2721721"/>
                  </a:lnTo>
                  <a:lnTo>
                    <a:pt x="5144097" y="2744105"/>
                  </a:lnTo>
                  <a:lnTo>
                    <a:pt x="5053448" y="2763985"/>
                  </a:lnTo>
                  <a:lnTo>
                    <a:pt x="4961020" y="2781368"/>
                  </a:lnTo>
                  <a:lnTo>
                    <a:pt x="4869969" y="2796204"/>
                  </a:lnTo>
                  <a:lnTo>
                    <a:pt x="4784163" y="2808435"/>
                  </a:lnTo>
                  <a:lnTo>
                    <a:pt x="4707702" y="2818055"/>
                  </a:lnTo>
                  <a:lnTo>
                    <a:pt x="4644213" y="2825159"/>
                  </a:lnTo>
                  <a:lnTo>
                    <a:pt x="4596092" y="2829979"/>
                  </a:lnTo>
                  <a:lnTo>
                    <a:pt x="4563908" y="2832878"/>
                  </a:lnTo>
                  <a:lnTo>
                    <a:pt x="4546166" y="2834321"/>
                  </a:lnTo>
                  <a:lnTo>
                    <a:pt x="4539418" y="2834820"/>
                  </a:lnTo>
                  <a:lnTo>
                    <a:pt x="4538543" y="2834879"/>
                  </a:lnTo>
                  <a:lnTo>
                    <a:pt x="4016409" y="2834879"/>
                  </a:lnTo>
                  <a:lnTo>
                    <a:pt x="4015221" y="2834945"/>
                  </a:lnTo>
                  <a:lnTo>
                    <a:pt x="4007441" y="2835416"/>
                  </a:lnTo>
                  <a:lnTo>
                    <a:pt x="3987945" y="2836717"/>
                  </a:lnTo>
                  <a:lnTo>
                    <a:pt x="3953392" y="2839275"/>
                  </a:lnTo>
                  <a:lnTo>
                    <a:pt x="3902508" y="2843469"/>
                  </a:lnTo>
                  <a:lnTo>
                    <a:pt x="3836166" y="2849592"/>
                  </a:lnTo>
                  <a:lnTo>
                    <a:pt x="3757077" y="2857819"/>
                  </a:lnTo>
                  <a:lnTo>
                    <a:pt x="3669120" y="2868214"/>
                  </a:lnTo>
                  <a:lnTo>
                    <a:pt x="3576535" y="2880760"/>
                  </a:lnTo>
                  <a:lnTo>
                    <a:pt x="3483213" y="2895408"/>
                  </a:lnTo>
                  <a:lnTo>
                    <a:pt x="3392242" y="2912123"/>
                  </a:lnTo>
                  <a:lnTo>
                    <a:pt x="3305739" y="2930921"/>
                  </a:lnTo>
                  <a:lnTo>
                    <a:pt x="3224894" y="2951896"/>
                  </a:lnTo>
                  <a:lnTo>
                    <a:pt x="3150136" y="2975226"/>
                  </a:lnTo>
                  <a:lnTo>
                    <a:pt x="3081337" y="3001179"/>
                  </a:lnTo>
                  <a:lnTo>
                    <a:pt x="3017987" y="3030107"/>
                  </a:lnTo>
                  <a:lnTo>
                    <a:pt x="2959351" y="3062430"/>
                  </a:lnTo>
                  <a:lnTo>
                    <a:pt x="2904581" y="3098611"/>
                  </a:lnTo>
                  <a:lnTo>
                    <a:pt x="2852794" y="3139112"/>
                  </a:lnTo>
                  <a:lnTo>
                    <a:pt x="2803150" y="3184308"/>
                  </a:lnTo>
                  <a:lnTo>
                    <a:pt x="2770117" y="3217946"/>
                  </a:lnTo>
                  <a:lnTo>
                    <a:pt x="2729901" y="3262655"/>
                  </a:lnTo>
                  <a:lnTo>
                    <a:pt x="2690070" y="3310891"/>
                  </a:lnTo>
                  <a:lnTo>
                    <a:pt x="2650351" y="3362723"/>
                  </a:lnTo>
                  <a:lnTo>
                    <a:pt x="2610537" y="3418154"/>
                  </a:lnTo>
                  <a:lnTo>
                    <a:pt x="2570477" y="3477112"/>
                  </a:lnTo>
                  <a:lnTo>
                    <a:pt x="2530070" y="3539442"/>
                  </a:lnTo>
                  <a:lnTo>
                    <a:pt x="2489262" y="3604903"/>
                  </a:lnTo>
                  <a:lnTo>
                    <a:pt x="2448044" y="3673170"/>
                  </a:lnTo>
                  <a:lnTo>
                    <a:pt x="2406439" y="3743834"/>
                  </a:lnTo>
                  <a:lnTo>
                    <a:pt x="2364507" y="3816412"/>
                  </a:lnTo>
                  <a:lnTo>
                    <a:pt x="2322330" y="3890358"/>
                  </a:lnTo>
                  <a:lnTo>
                    <a:pt x="2280012" y="3965080"/>
                  </a:lnTo>
                  <a:lnTo>
                    <a:pt x="2237664" y="4039960"/>
                  </a:lnTo>
                  <a:lnTo>
                    <a:pt x="2195402" y="4114376"/>
                  </a:lnTo>
                  <a:lnTo>
                    <a:pt x="2153334" y="4187719"/>
                  </a:lnTo>
                  <a:lnTo>
                    <a:pt x="2111554" y="4259418"/>
                  </a:lnTo>
                  <a:lnTo>
                    <a:pt x="2070135" y="4328957"/>
                  </a:lnTo>
                  <a:lnTo>
                    <a:pt x="2029118" y="4395887"/>
                  </a:lnTo>
                  <a:lnTo>
                    <a:pt x="1988512" y="4459841"/>
                  </a:lnTo>
                  <a:lnTo>
                    <a:pt x="1948285" y="4520534"/>
                  </a:lnTo>
                  <a:lnTo>
                    <a:pt x="1908362" y="4577768"/>
                  </a:lnTo>
                  <a:lnTo>
                    <a:pt x="1868617" y="4631429"/>
                  </a:lnTo>
                  <a:lnTo>
                    <a:pt x="1828872" y="4681484"/>
                  </a:lnTo>
                  <a:lnTo>
                    <a:pt x="1788890" y="4727970"/>
                  </a:lnTo>
                  <a:lnTo>
                    <a:pt x="1768425" y="4750212"/>
                  </a:lnTo>
                  <a:lnTo>
                    <a:pt x="1719817" y="4798722"/>
                  </a:lnTo>
                  <a:lnTo>
                    <a:pt x="1669578" y="4842397"/>
                  </a:lnTo>
                  <a:lnTo>
                    <a:pt x="1616938" y="4881479"/>
                  </a:lnTo>
                  <a:lnTo>
                    <a:pt x="1561036" y="4916384"/>
                  </a:lnTo>
                  <a:lnTo>
                    <a:pt x="1500993" y="4947581"/>
                  </a:lnTo>
                  <a:lnTo>
                    <a:pt x="1435984" y="4975522"/>
                  </a:lnTo>
                  <a:lnTo>
                    <a:pt x="1365333" y="5000608"/>
                  </a:lnTo>
                  <a:lnTo>
                    <a:pt x="1288635" y="5023165"/>
                  </a:lnTo>
                  <a:lnTo>
                    <a:pt x="1205915" y="5043434"/>
                  </a:lnTo>
                  <a:lnTo>
                    <a:pt x="1117822" y="5061564"/>
                  </a:lnTo>
                  <a:lnTo>
                    <a:pt x="1025829" y="5077624"/>
                  </a:lnTo>
                  <a:lnTo>
                    <a:pt x="932363" y="5091610"/>
                  </a:lnTo>
                  <a:lnTo>
                    <a:pt x="840797" y="5103479"/>
                  </a:lnTo>
                  <a:lnTo>
                    <a:pt x="755197" y="5113184"/>
                  </a:lnTo>
                  <a:lnTo>
                    <a:pt x="679774" y="5120731"/>
                  </a:lnTo>
                  <a:lnTo>
                    <a:pt x="618122" y="5126217"/>
                  </a:lnTo>
                  <a:lnTo>
                    <a:pt x="572428" y="5129855"/>
                  </a:lnTo>
                  <a:lnTo>
                    <a:pt x="542896" y="5131969"/>
                  </a:lnTo>
                  <a:lnTo>
                    <a:pt x="527573" y="5132960"/>
                  </a:lnTo>
                  <a:lnTo>
                    <a:pt x="522518" y="5133257"/>
                  </a:lnTo>
                  <a:lnTo>
                    <a:pt x="522133" y="5133278"/>
                  </a:lnTo>
                  <a:lnTo>
                    <a:pt x="0" y="5133278"/>
                  </a:lnTo>
                  <a:lnTo>
                    <a:pt x="0" y="5133278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892" name="pg1892"/>
            <p:cNvSpPr/>
            <p:nvPr/>
          </p:nvSpPr>
          <p:spPr>
            <a:xfrm>
              <a:off x="386606" y="2529572"/>
              <a:ext cx="8554953" cy="3275359"/>
            </a:xfrm>
            <a:custGeom>
              <a:avLst/>
              <a:pathLst>
                <a:path w="8554953" h="3275359">
                  <a:moveTo>
                    <a:pt x="0" y="3275359"/>
                  </a:moveTo>
                  <a:lnTo>
                    <a:pt x="522133" y="3275359"/>
                  </a:lnTo>
                  <a:lnTo>
                    <a:pt x="523249" y="3275271"/>
                  </a:lnTo>
                  <a:lnTo>
                    <a:pt x="530571" y="3274643"/>
                  </a:lnTo>
                  <a:lnTo>
                    <a:pt x="548953" y="3272907"/>
                  </a:lnTo>
                  <a:lnTo>
                    <a:pt x="581631" y="3269493"/>
                  </a:lnTo>
                  <a:lnTo>
                    <a:pt x="629948" y="3263887"/>
                  </a:lnTo>
                  <a:lnTo>
                    <a:pt x="693266" y="3255684"/>
                  </a:lnTo>
                  <a:lnTo>
                    <a:pt x="769212" y="3244634"/>
                  </a:lnTo>
                  <a:lnTo>
                    <a:pt x="854245" y="3230630"/>
                  </a:lnTo>
                  <a:lnTo>
                    <a:pt x="944387" y="3213684"/>
                  </a:lnTo>
                  <a:lnTo>
                    <a:pt x="1035885" y="3193860"/>
                  </a:lnTo>
                  <a:lnTo>
                    <a:pt x="1125672" y="3171211"/>
                  </a:lnTo>
                  <a:lnTo>
                    <a:pt x="1211558" y="3145736"/>
                  </a:lnTo>
                  <a:lnTo>
                    <a:pt x="1292229" y="3117336"/>
                  </a:lnTo>
                  <a:lnTo>
                    <a:pt x="1367113" y="3085803"/>
                  </a:lnTo>
                  <a:lnTo>
                    <a:pt x="1436204" y="3050812"/>
                  </a:lnTo>
                  <a:lnTo>
                    <a:pt x="1499887" y="3011927"/>
                  </a:lnTo>
                  <a:lnTo>
                    <a:pt x="1558798" y="2968614"/>
                  </a:lnTo>
                  <a:lnTo>
                    <a:pt x="1613707" y="2920269"/>
                  </a:lnTo>
                  <a:lnTo>
                    <a:pt x="1665438" y="2866264"/>
                  </a:lnTo>
                  <a:lnTo>
                    <a:pt x="1714804" y="2806036"/>
                  </a:lnTo>
                  <a:lnTo>
                    <a:pt x="1762538" y="2739228"/>
                  </a:lnTo>
                  <a:lnTo>
                    <a:pt x="1768425" y="2730407"/>
                  </a:lnTo>
                  <a:lnTo>
                    <a:pt x="1803583" y="2675119"/>
                  </a:lnTo>
                  <a:lnTo>
                    <a:pt x="1838419" y="2616017"/>
                  </a:lnTo>
                  <a:lnTo>
                    <a:pt x="1873123" y="2553022"/>
                  </a:lnTo>
                  <a:lnTo>
                    <a:pt x="1907846" y="2486110"/>
                  </a:lnTo>
                  <a:lnTo>
                    <a:pt x="1942703" y="2415317"/>
                  </a:lnTo>
                  <a:lnTo>
                    <a:pt x="1977783" y="2340745"/>
                  </a:lnTo>
                  <a:lnTo>
                    <a:pt x="2013140" y="2262565"/>
                  </a:lnTo>
                  <a:lnTo>
                    <a:pt x="2048806" y="2181019"/>
                  </a:lnTo>
                  <a:lnTo>
                    <a:pt x="2084786" y="2096422"/>
                  </a:lnTo>
                  <a:lnTo>
                    <a:pt x="2121066" y="2009154"/>
                  </a:lnTo>
                  <a:lnTo>
                    <a:pt x="2157610" y="1919662"/>
                  </a:lnTo>
                  <a:lnTo>
                    <a:pt x="2194368" y="1828444"/>
                  </a:lnTo>
                  <a:lnTo>
                    <a:pt x="2231276" y="1736046"/>
                  </a:lnTo>
                  <a:lnTo>
                    <a:pt x="2268262" y="1643041"/>
                  </a:lnTo>
                  <a:lnTo>
                    <a:pt x="2305251" y="1550020"/>
                  </a:lnTo>
                  <a:lnTo>
                    <a:pt x="2342165" y="1457574"/>
                  </a:lnTo>
                  <a:lnTo>
                    <a:pt x="2378933" y="1366278"/>
                  </a:lnTo>
                  <a:lnTo>
                    <a:pt x="2415490" y="1276678"/>
                  </a:lnTo>
                  <a:lnTo>
                    <a:pt x="2451785" y="1189277"/>
                  </a:lnTo>
                  <a:lnTo>
                    <a:pt x="2487783" y="1104523"/>
                  </a:lnTo>
                  <a:lnTo>
                    <a:pt x="2523466" y="1022802"/>
                  </a:lnTo>
                  <a:lnTo>
                    <a:pt x="2558839" y="944432"/>
                  </a:lnTo>
                  <a:lnTo>
                    <a:pt x="2593932" y="869659"/>
                  </a:lnTo>
                  <a:lnTo>
                    <a:pt x="2628800" y="798657"/>
                  </a:lnTo>
                  <a:lnTo>
                    <a:pt x="2663527" y="731531"/>
                  </a:lnTo>
                  <a:lnTo>
                    <a:pt x="2698229" y="668322"/>
                  </a:lnTo>
                  <a:lnTo>
                    <a:pt x="2733053" y="609009"/>
                  </a:lnTo>
                  <a:lnTo>
                    <a:pt x="2768188" y="553517"/>
                  </a:lnTo>
                  <a:lnTo>
                    <a:pt x="2770117" y="550599"/>
                  </a:lnTo>
                  <a:lnTo>
                    <a:pt x="2817693" y="482962"/>
                  </a:lnTo>
                  <a:lnTo>
                    <a:pt x="2866817" y="421924"/>
                  </a:lnTo>
                  <a:lnTo>
                    <a:pt x="2918209" y="367169"/>
                  </a:lnTo>
                  <a:lnTo>
                    <a:pt x="2972675" y="318149"/>
                  </a:lnTo>
                  <a:lnTo>
                    <a:pt x="3031041" y="274241"/>
                  </a:lnTo>
                  <a:lnTo>
                    <a:pt x="3094089" y="234833"/>
                  </a:lnTo>
                  <a:lnTo>
                    <a:pt x="3162476" y="199382"/>
                  </a:lnTo>
                  <a:lnTo>
                    <a:pt x="3236626" y="167436"/>
                  </a:lnTo>
                  <a:lnTo>
                    <a:pt x="3316591" y="138658"/>
                  </a:lnTo>
                  <a:lnTo>
                    <a:pt x="3401880" y="112825"/>
                  </a:lnTo>
                  <a:lnTo>
                    <a:pt x="3491280" y="89825"/>
                  </a:lnTo>
                  <a:lnTo>
                    <a:pt x="3582715" y="69644"/>
                  </a:lnTo>
                  <a:lnTo>
                    <a:pt x="3673221" y="52335"/>
                  </a:lnTo>
                  <a:lnTo>
                    <a:pt x="3759112" y="37961"/>
                  </a:lnTo>
                  <a:lnTo>
                    <a:pt x="3836404" y="26544"/>
                  </a:lnTo>
                  <a:lnTo>
                    <a:pt x="3901462" y="17996"/>
                  </a:lnTo>
                  <a:lnTo>
                    <a:pt x="3951730" y="12084"/>
                  </a:lnTo>
                  <a:lnTo>
                    <a:pt x="3986331" y="8422"/>
                  </a:lnTo>
                  <a:lnTo>
                    <a:pt x="4006361" y="6507"/>
                  </a:lnTo>
                  <a:lnTo>
                    <a:pt x="4014830" y="5772"/>
                  </a:lnTo>
                  <a:lnTo>
                    <a:pt x="4016409" y="5647"/>
                  </a:lnTo>
                  <a:lnTo>
                    <a:pt x="4538543" y="5647"/>
                  </a:lnTo>
                  <a:lnTo>
                    <a:pt x="4539743" y="5708"/>
                  </a:lnTo>
                  <a:lnTo>
                    <a:pt x="4547599" y="6145"/>
                  </a:lnTo>
                  <a:lnTo>
                    <a:pt x="4567278" y="7353"/>
                  </a:lnTo>
                  <a:lnTo>
                    <a:pt x="4602139" y="9727"/>
                  </a:lnTo>
                  <a:lnTo>
                    <a:pt x="4653444" y="13620"/>
                  </a:lnTo>
                  <a:lnTo>
                    <a:pt x="4720277" y="19300"/>
                  </a:lnTo>
                  <a:lnTo>
                    <a:pt x="4799874" y="26929"/>
                  </a:lnTo>
                  <a:lnTo>
                    <a:pt x="4888298" y="36565"/>
                  </a:lnTo>
                  <a:lnTo>
                    <a:pt x="4981268" y="48189"/>
                  </a:lnTo>
                  <a:lnTo>
                    <a:pt x="5074872" y="61757"/>
                  </a:lnTo>
                  <a:lnTo>
                    <a:pt x="5166022" y="77236"/>
                  </a:lnTo>
                  <a:lnTo>
                    <a:pt x="5252614" y="94645"/>
                  </a:lnTo>
                  <a:lnTo>
                    <a:pt x="5333478" y="114072"/>
                  </a:lnTo>
                  <a:lnTo>
                    <a:pt x="5408209" y="135687"/>
                  </a:lnTo>
                  <a:lnTo>
                    <a:pt x="5476959" y="159744"/>
                  </a:lnTo>
                  <a:lnTo>
                    <a:pt x="5540256" y="186571"/>
                  </a:lnTo>
                  <a:lnTo>
                    <a:pt x="5598850" y="216561"/>
                  </a:lnTo>
                  <a:lnTo>
                    <a:pt x="5653604" y="250146"/>
                  </a:lnTo>
                  <a:lnTo>
                    <a:pt x="5705408" y="287751"/>
                  </a:lnTo>
                  <a:lnTo>
                    <a:pt x="5755106" y="329717"/>
                  </a:lnTo>
                  <a:lnTo>
                    <a:pt x="5784835" y="357654"/>
                  </a:lnTo>
                  <a:lnTo>
                    <a:pt x="5826221" y="399989"/>
                  </a:lnTo>
                  <a:lnTo>
                    <a:pt x="5867208" y="445760"/>
                  </a:lnTo>
                  <a:lnTo>
                    <a:pt x="5908091" y="495033"/>
                  </a:lnTo>
                  <a:lnTo>
                    <a:pt x="5949091" y="547807"/>
                  </a:lnTo>
                  <a:lnTo>
                    <a:pt x="5990366" y="604001"/>
                  </a:lnTo>
                  <a:lnTo>
                    <a:pt x="6032020" y="663447"/>
                  </a:lnTo>
                  <a:lnTo>
                    <a:pt x="6074103" y="725892"/>
                  </a:lnTo>
                  <a:lnTo>
                    <a:pt x="6116619" y="790993"/>
                  </a:lnTo>
                  <a:lnTo>
                    <a:pt x="6159532" y="858323"/>
                  </a:lnTo>
                  <a:lnTo>
                    <a:pt x="6202771" y="927381"/>
                  </a:lnTo>
                  <a:lnTo>
                    <a:pt x="6246239" y="997605"/>
                  </a:lnTo>
                  <a:lnTo>
                    <a:pt x="6289819" y="1068394"/>
                  </a:lnTo>
                  <a:lnTo>
                    <a:pt x="6333387" y="1139123"/>
                  </a:lnTo>
                  <a:lnTo>
                    <a:pt x="6376820" y="1209172"/>
                  </a:lnTo>
                  <a:lnTo>
                    <a:pt x="6420004" y="1277943"/>
                  </a:lnTo>
                  <a:lnTo>
                    <a:pt x="6462846" y="1344886"/>
                  </a:lnTo>
                  <a:lnTo>
                    <a:pt x="6505282" y="1409513"/>
                  </a:lnTo>
                  <a:lnTo>
                    <a:pt x="6547281" y="1471413"/>
                  </a:lnTo>
                  <a:lnTo>
                    <a:pt x="6588858" y="1530258"/>
                  </a:lnTo>
                  <a:lnTo>
                    <a:pt x="6630071" y="1585813"/>
                  </a:lnTo>
                  <a:lnTo>
                    <a:pt x="6671035" y="1637926"/>
                  </a:lnTo>
                  <a:lnTo>
                    <a:pt x="6711918" y="1686533"/>
                  </a:lnTo>
                  <a:lnTo>
                    <a:pt x="6752957" y="1731644"/>
                  </a:lnTo>
                  <a:lnTo>
                    <a:pt x="6786527" y="1765682"/>
                  </a:lnTo>
                  <a:lnTo>
                    <a:pt x="6835302" y="1810402"/>
                  </a:lnTo>
                  <a:lnTo>
                    <a:pt x="6885721" y="1850649"/>
                  </a:lnTo>
                  <a:lnTo>
                    <a:pt x="6938564" y="1886650"/>
                  </a:lnTo>
                  <a:lnTo>
                    <a:pt x="6994699" y="1918791"/>
                  </a:lnTo>
                  <a:lnTo>
                    <a:pt x="7055016" y="1947506"/>
                  </a:lnTo>
                  <a:lnTo>
                    <a:pt x="7120345" y="1973217"/>
                  </a:lnTo>
                  <a:lnTo>
                    <a:pt x="7191366" y="1996293"/>
                  </a:lnTo>
                  <a:lnTo>
                    <a:pt x="7268480" y="2017036"/>
                  </a:lnTo>
                  <a:lnTo>
                    <a:pt x="7351648" y="2035665"/>
                  </a:lnTo>
                  <a:lnTo>
                    <a:pt x="7440192" y="2052320"/>
                  </a:lnTo>
                  <a:lnTo>
                    <a:pt x="7532596" y="2067060"/>
                  </a:lnTo>
                  <a:lnTo>
                    <a:pt x="7626372" y="2079881"/>
                  </a:lnTo>
                  <a:lnTo>
                    <a:pt x="7718080" y="2090740"/>
                  </a:lnTo>
                  <a:lnTo>
                    <a:pt x="7803592" y="2099597"/>
                  </a:lnTo>
                  <a:lnTo>
                    <a:pt x="7878667" y="2106460"/>
                  </a:lnTo>
                  <a:lnTo>
                    <a:pt x="7939725" y="2111423"/>
                  </a:lnTo>
                  <a:lnTo>
                    <a:pt x="7984654" y="2114690"/>
                  </a:lnTo>
                  <a:lnTo>
                    <a:pt x="8013365" y="2116567"/>
                  </a:lnTo>
                  <a:lnTo>
                    <a:pt x="8027961" y="2117429"/>
                  </a:lnTo>
                  <a:lnTo>
                    <a:pt x="8032537" y="2117675"/>
                  </a:lnTo>
                  <a:lnTo>
                    <a:pt x="8032819" y="2117689"/>
                  </a:lnTo>
                  <a:lnTo>
                    <a:pt x="8554953" y="2117689"/>
                  </a:lnTo>
                  <a:lnTo>
                    <a:pt x="8554953" y="2112041"/>
                  </a:lnTo>
                  <a:lnTo>
                    <a:pt x="8032819" y="2112041"/>
                  </a:lnTo>
                  <a:lnTo>
                    <a:pt x="8031619" y="2111980"/>
                  </a:lnTo>
                  <a:lnTo>
                    <a:pt x="8023763" y="2111543"/>
                  </a:lnTo>
                  <a:lnTo>
                    <a:pt x="8004084" y="2110335"/>
                  </a:lnTo>
                  <a:lnTo>
                    <a:pt x="7969223" y="2107961"/>
                  </a:lnTo>
                  <a:lnTo>
                    <a:pt x="7917918" y="2104068"/>
                  </a:lnTo>
                  <a:lnTo>
                    <a:pt x="7851085" y="2098388"/>
                  </a:lnTo>
                  <a:lnTo>
                    <a:pt x="7771488" y="2090759"/>
                  </a:lnTo>
                  <a:lnTo>
                    <a:pt x="7683064" y="2081123"/>
                  </a:lnTo>
                  <a:lnTo>
                    <a:pt x="7590094" y="2069499"/>
                  </a:lnTo>
                  <a:lnTo>
                    <a:pt x="7496490" y="2055931"/>
                  </a:lnTo>
                  <a:lnTo>
                    <a:pt x="7405340" y="2040452"/>
                  </a:lnTo>
                  <a:lnTo>
                    <a:pt x="7318748" y="2023044"/>
                  </a:lnTo>
                  <a:lnTo>
                    <a:pt x="7237884" y="2003616"/>
                  </a:lnTo>
                  <a:lnTo>
                    <a:pt x="7163153" y="1982001"/>
                  </a:lnTo>
                  <a:lnTo>
                    <a:pt x="7094403" y="1957944"/>
                  </a:lnTo>
                  <a:lnTo>
                    <a:pt x="7031106" y="1931118"/>
                  </a:lnTo>
                  <a:lnTo>
                    <a:pt x="6972512" y="1901128"/>
                  </a:lnTo>
                  <a:lnTo>
                    <a:pt x="6917758" y="1867543"/>
                  </a:lnTo>
                  <a:lnTo>
                    <a:pt x="6865954" y="1829937"/>
                  </a:lnTo>
                  <a:lnTo>
                    <a:pt x="6816256" y="1787971"/>
                  </a:lnTo>
                  <a:lnTo>
                    <a:pt x="6786527" y="1760034"/>
                  </a:lnTo>
                  <a:lnTo>
                    <a:pt x="6745141" y="1717699"/>
                  </a:lnTo>
                  <a:lnTo>
                    <a:pt x="6704154" y="1671928"/>
                  </a:lnTo>
                  <a:lnTo>
                    <a:pt x="6663271" y="1622655"/>
                  </a:lnTo>
                  <a:lnTo>
                    <a:pt x="6622271" y="1569881"/>
                  </a:lnTo>
                  <a:lnTo>
                    <a:pt x="6580996" y="1513688"/>
                  </a:lnTo>
                  <a:lnTo>
                    <a:pt x="6539342" y="1454241"/>
                  </a:lnTo>
                  <a:lnTo>
                    <a:pt x="6497259" y="1391796"/>
                  </a:lnTo>
                  <a:lnTo>
                    <a:pt x="6454743" y="1326695"/>
                  </a:lnTo>
                  <a:lnTo>
                    <a:pt x="6411830" y="1259365"/>
                  </a:lnTo>
                  <a:lnTo>
                    <a:pt x="6368591" y="1190308"/>
                  </a:lnTo>
                  <a:lnTo>
                    <a:pt x="6325123" y="1120083"/>
                  </a:lnTo>
                  <a:lnTo>
                    <a:pt x="6281543" y="1049294"/>
                  </a:lnTo>
                  <a:lnTo>
                    <a:pt x="6237975" y="978565"/>
                  </a:lnTo>
                  <a:lnTo>
                    <a:pt x="6194542" y="908516"/>
                  </a:lnTo>
                  <a:lnTo>
                    <a:pt x="6151358" y="839745"/>
                  </a:lnTo>
                  <a:lnTo>
                    <a:pt x="6108516" y="772802"/>
                  </a:lnTo>
                  <a:lnTo>
                    <a:pt x="6066080" y="708175"/>
                  </a:lnTo>
                  <a:lnTo>
                    <a:pt x="6024081" y="646275"/>
                  </a:lnTo>
                  <a:lnTo>
                    <a:pt x="5982504" y="587430"/>
                  </a:lnTo>
                  <a:lnTo>
                    <a:pt x="5941291" y="531876"/>
                  </a:lnTo>
                  <a:lnTo>
                    <a:pt x="5900327" y="479762"/>
                  </a:lnTo>
                  <a:lnTo>
                    <a:pt x="5859444" y="431156"/>
                  </a:lnTo>
                  <a:lnTo>
                    <a:pt x="5818405" y="386044"/>
                  </a:lnTo>
                  <a:lnTo>
                    <a:pt x="5784835" y="352006"/>
                  </a:lnTo>
                  <a:lnTo>
                    <a:pt x="5736060" y="307286"/>
                  </a:lnTo>
                  <a:lnTo>
                    <a:pt x="5685641" y="267039"/>
                  </a:lnTo>
                  <a:lnTo>
                    <a:pt x="5632798" y="231038"/>
                  </a:lnTo>
                  <a:lnTo>
                    <a:pt x="5576663" y="198897"/>
                  </a:lnTo>
                  <a:lnTo>
                    <a:pt x="5516346" y="170182"/>
                  </a:lnTo>
                  <a:lnTo>
                    <a:pt x="5451017" y="144471"/>
                  </a:lnTo>
                  <a:lnTo>
                    <a:pt x="5379996" y="121395"/>
                  </a:lnTo>
                  <a:lnTo>
                    <a:pt x="5302882" y="100653"/>
                  </a:lnTo>
                  <a:lnTo>
                    <a:pt x="5219714" y="82023"/>
                  </a:lnTo>
                  <a:lnTo>
                    <a:pt x="5131170" y="65368"/>
                  </a:lnTo>
                  <a:lnTo>
                    <a:pt x="5038766" y="50628"/>
                  </a:lnTo>
                  <a:lnTo>
                    <a:pt x="4944989" y="37807"/>
                  </a:lnTo>
                  <a:lnTo>
                    <a:pt x="4853282" y="26948"/>
                  </a:lnTo>
                  <a:lnTo>
                    <a:pt x="4767769" y="18091"/>
                  </a:lnTo>
                  <a:lnTo>
                    <a:pt x="4692695" y="11228"/>
                  </a:lnTo>
                  <a:lnTo>
                    <a:pt x="4631637" y="6266"/>
                  </a:lnTo>
                  <a:lnTo>
                    <a:pt x="4586708" y="2998"/>
                  </a:lnTo>
                  <a:lnTo>
                    <a:pt x="4557997" y="1121"/>
                  </a:lnTo>
                  <a:lnTo>
                    <a:pt x="4543401" y="259"/>
                  </a:lnTo>
                  <a:lnTo>
                    <a:pt x="4538825" y="13"/>
                  </a:lnTo>
                  <a:lnTo>
                    <a:pt x="4538543" y="0"/>
                  </a:lnTo>
                  <a:lnTo>
                    <a:pt x="4016409" y="0"/>
                  </a:lnTo>
                  <a:lnTo>
                    <a:pt x="4015293" y="87"/>
                  </a:lnTo>
                  <a:lnTo>
                    <a:pt x="4007972" y="715"/>
                  </a:lnTo>
                  <a:lnTo>
                    <a:pt x="3989589" y="2451"/>
                  </a:lnTo>
                  <a:lnTo>
                    <a:pt x="3956911" y="5865"/>
                  </a:lnTo>
                  <a:lnTo>
                    <a:pt x="3908595" y="11472"/>
                  </a:lnTo>
                  <a:lnTo>
                    <a:pt x="3845276" y="19674"/>
                  </a:lnTo>
                  <a:lnTo>
                    <a:pt x="3769330" y="30725"/>
                  </a:lnTo>
                  <a:lnTo>
                    <a:pt x="3684297" y="44728"/>
                  </a:lnTo>
                  <a:lnTo>
                    <a:pt x="3594155" y="61674"/>
                  </a:lnTo>
                  <a:lnTo>
                    <a:pt x="3502657" y="81499"/>
                  </a:lnTo>
                  <a:lnTo>
                    <a:pt x="3412870" y="104147"/>
                  </a:lnTo>
                  <a:lnTo>
                    <a:pt x="3326984" y="129622"/>
                  </a:lnTo>
                  <a:lnTo>
                    <a:pt x="3246313" y="158022"/>
                  </a:lnTo>
                  <a:lnTo>
                    <a:pt x="3171429" y="189555"/>
                  </a:lnTo>
                  <a:lnTo>
                    <a:pt x="3102339" y="224546"/>
                  </a:lnTo>
                  <a:lnTo>
                    <a:pt x="3038655" y="263431"/>
                  </a:lnTo>
                  <a:lnTo>
                    <a:pt x="2979744" y="306744"/>
                  </a:lnTo>
                  <a:lnTo>
                    <a:pt x="2924836" y="355090"/>
                  </a:lnTo>
                  <a:lnTo>
                    <a:pt x="2873104" y="409095"/>
                  </a:lnTo>
                  <a:lnTo>
                    <a:pt x="2823738" y="469323"/>
                  </a:lnTo>
                  <a:lnTo>
                    <a:pt x="2776004" y="536130"/>
                  </a:lnTo>
                  <a:lnTo>
                    <a:pt x="2770117" y="544952"/>
                  </a:lnTo>
                  <a:lnTo>
                    <a:pt x="2734959" y="600239"/>
                  </a:lnTo>
                  <a:lnTo>
                    <a:pt x="2700123" y="659341"/>
                  </a:lnTo>
                  <a:lnTo>
                    <a:pt x="2665419" y="722337"/>
                  </a:lnTo>
                  <a:lnTo>
                    <a:pt x="2630697" y="789249"/>
                  </a:lnTo>
                  <a:lnTo>
                    <a:pt x="2595839" y="860042"/>
                  </a:lnTo>
                  <a:lnTo>
                    <a:pt x="2560760" y="934613"/>
                  </a:lnTo>
                  <a:lnTo>
                    <a:pt x="2525402" y="1012793"/>
                  </a:lnTo>
                  <a:lnTo>
                    <a:pt x="2489736" y="1094339"/>
                  </a:lnTo>
                  <a:lnTo>
                    <a:pt x="2453756" y="1178937"/>
                  </a:lnTo>
                  <a:lnTo>
                    <a:pt x="2417476" y="1266204"/>
                  </a:lnTo>
                  <a:lnTo>
                    <a:pt x="2380932" y="1355697"/>
                  </a:lnTo>
                  <a:lnTo>
                    <a:pt x="2344174" y="1446914"/>
                  </a:lnTo>
                  <a:lnTo>
                    <a:pt x="2307266" y="1539312"/>
                  </a:lnTo>
                  <a:lnTo>
                    <a:pt x="2270280" y="1632317"/>
                  </a:lnTo>
                  <a:lnTo>
                    <a:pt x="2233291" y="1725338"/>
                  </a:lnTo>
                  <a:lnTo>
                    <a:pt x="2196377" y="1817784"/>
                  </a:lnTo>
                  <a:lnTo>
                    <a:pt x="2159609" y="1909080"/>
                  </a:lnTo>
                  <a:lnTo>
                    <a:pt x="2123052" y="1998680"/>
                  </a:lnTo>
                  <a:lnTo>
                    <a:pt x="2086757" y="2086081"/>
                  </a:lnTo>
                  <a:lnTo>
                    <a:pt x="2050760" y="2170835"/>
                  </a:lnTo>
                  <a:lnTo>
                    <a:pt x="2015077" y="2252556"/>
                  </a:lnTo>
                  <a:lnTo>
                    <a:pt x="1979703" y="2330926"/>
                  </a:lnTo>
                  <a:lnTo>
                    <a:pt x="1944610" y="2405700"/>
                  </a:lnTo>
                  <a:lnTo>
                    <a:pt x="1909742" y="2476702"/>
                  </a:lnTo>
                  <a:lnTo>
                    <a:pt x="1875015" y="2543827"/>
                  </a:lnTo>
                  <a:lnTo>
                    <a:pt x="1840314" y="2607036"/>
                  </a:lnTo>
                  <a:lnTo>
                    <a:pt x="1805489" y="2666349"/>
                  </a:lnTo>
                  <a:lnTo>
                    <a:pt x="1770354" y="2721841"/>
                  </a:lnTo>
                  <a:lnTo>
                    <a:pt x="1768425" y="2724760"/>
                  </a:lnTo>
                  <a:lnTo>
                    <a:pt x="1720849" y="2792397"/>
                  </a:lnTo>
                  <a:lnTo>
                    <a:pt x="1671725" y="2853434"/>
                  </a:lnTo>
                  <a:lnTo>
                    <a:pt x="1620333" y="2908189"/>
                  </a:lnTo>
                  <a:lnTo>
                    <a:pt x="1565868" y="2957209"/>
                  </a:lnTo>
                  <a:lnTo>
                    <a:pt x="1507501" y="3001117"/>
                  </a:lnTo>
                  <a:lnTo>
                    <a:pt x="1444453" y="3040525"/>
                  </a:lnTo>
                  <a:lnTo>
                    <a:pt x="1376066" y="3075976"/>
                  </a:lnTo>
                  <a:lnTo>
                    <a:pt x="1301916" y="3107922"/>
                  </a:lnTo>
                  <a:lnTo>
                    <a:pt x="1221951" y="3136700"/>
                  </a:lnTo>
                  <a:lnTo>
                    <a:pt x="1136662" y="3162534"/>
                  </a:lnTo>
                  <a:lnTo>
                    <a:pt x="1047262" y="3185534"/>
                  </a:lnTo>
                  <a:lnTo>
                    <a:pt x="955827" y="3205714"/>
                  </a:lnTo>
                  <a:lnTo>
                    <a:pt x="865321" y="3223024"/>
                  </a:lnTo>
                  <a:lnTo>
                    <a:pt x="779430" y="3237397"/>
                  </a:lnTo>
                  <a:lnTo>
                    <a:pt x="702138" y="3248815"/>
                  </a:lnTo>
                  <a:lnTo>
                    <a:pt x="637080" y="3257362"/>
                  </a:lnTo>
                  <a:lnTo>
                    <a:pt x="586812" y="3263274"/>
                  </a:lnTo>
                  <a:lnTo>
                    <a:pt x="552211" y="3266936"/>
                  </a:lnTo>
                  <a:lnTo>
                    <a:pt x="532181" y="3268851"/>
                  </a:lnTo>
                  <a:lnTo>
                    <a:pt x="523712" y="3269586"/>
                  </a:lnTo>
                  <a:lnTo>
                    <a:pt x="522133" y="3269712"/>
                  </a:lnTo>
                  <a:lnTo>
                    <a:pt x="0" y="3269712"/>
                  </a:lnTo>
                  <a:close/>
                </a:path>
              </a:pathLst>
            </a:custGeom>
            <a:solidFill>
              <a:srgbClr val="F1C40F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1893" name="pl1893"/>
            <p:cNvSpPr/>
            <p:nvPr/>
          </p:nvSpPr>
          <p:spPr>
            <a:xfrm>
              <a:off x="386606" y="2535219"/>
              <a:ext cx="8554953" cy="3269712"/>
            </a:xfrm>
            <a:custGeom>
              <a:avLst/>
              <a:pathLst>
                <a:path w="8554953" h="3269712">
                  <a:moveTo>
                    <a:pt x="0" y="3269712"/>
                  </a:moveTo>
                  <a:lnTo>
                    <a:pt x="522133" y="3269712"/>
                  </a:lnTo>
                  <a:lnTo>
                    <a:pt x="523249" y="3269624"/>
                  </a:lnTo>
                  <a:lnTo>
                    <a:pt x="530571" y="3268996"/>
                  </a:lnTo>
                  <a:lnTo>
                    <a:pt x="548953" y="3267260"/>
                  </a:lnTo>
                  <a:lnTo>
                    <a:pt x="581631" y="3263846"/>
                  </a:lnTo>
                  <a:lnTo>
                    <a:pt x="629948" y="3258239"/>
                  </a:lnTo>
                  <a:lnTo>
                    <a:pt x="693266" y="3250037"/>
                  </a:lnTo>
                  <a:lnTo>
                    <a:pt x="769212" y="3238986"/>
                  </a:lnTo>
                  <a:lnTo>
                    <a:pt x="854245" y="3224983"/>
                  </a:lnTo>
                  <a:lnTo>
                    <a:pt x="944387" y="3208037"/>
                  </a:lnTo>
                  <a:lnTo>
                    <a:pt x="1035885" y="3188212"/>
                  </a:lnTo>
                  <a:lnTo>
                    <a:pt x="1125672" y="3165564"/>
                  </a:lnTo>
                  <a:lnTo>
                    <a:pt x="1211558" y="3140089"/>
                  </a:lnTo>
                  <a:lnTo>
                    <a:pt x="1292229" y="3111689"/>
                  </a:lnTo>
                  <a:lnTo>
                    <a:pt x="1367113" y="3080156"/>
                  </a:lnTo>
                  <a:lnTo>
                    <a:pt x="1436204" y="3045165"/>
                  </a:lnTo>
                  <a:lnTo>
                    <a:pt x="1499887" y="3006280"/>
                  </a:lnTo>
                  <a:lnTo>
                    <a:pt x="1558798" y="2962967"/>
                  </a:lnTo>
                  <a:lnTo>
                    <a:pt x="1613707" y="2914621"/>
                  </a:lnTo>
                  <a:lnTo>
                    <a:pt x="1665438" y="2860616"/>
                  </a:lnTo>
                  <a:lnTo>
                    <a:pt x="1714804" y="2800388"/>
                  </a:lnTo>
                  <a:lnTo>
                    <a:pt x="1762538" y="2733581"/>
                  </a:lnTo>
                  <a:lnTo>
                    <a:pt x="1768425" y="2724760"/>
                  </a:lnTo>
                  <a:lnTo>
                    <a:pt x="1803583" y="2669472"/>
                  </a:lnTo>
                  <a:lnTo>
                    <a:pt x="1838419" y="2610370"/>
                  </a:lnTo>
                  <a:lnTo>
                    <a:pt x="1873123" y="2547375"/>
                  </a:lnTo>
                  <a:lnTo>
                    <a:pt x="1907846" y="2480462"/>
                  </a:lnTo>
                  <a:lnTo>
                    <a:pt x="1942703" y="2409670"/>
                  </a:lnTo>
                  <a:lnTo>
                    <a:pt x="1977783" y="2335098"/>
                  </a:lnTo>
                  <a:lnTo>
                    <a:pt x="2013140" y="2256918"/>
                  </a:lnTo>
                  <a:lnTo>
                    <a:pt x="2048806" y="2175372"/>
                  </a:lnTo>
                  <a:lnTo>
                    <a:pt x="2084786" y="2090775"/>
                  </a:lnTo>
                  <a:lnTo>
                    <a:pt x="2121066" y="2003507"/>
                  </a:lnTo>
                  <a:lnTo>
                    <a:pt x="2157610" y="1914014"/>
                  </a:lnTo>
                  <a:lnTo>
                    <a:pt x="2194368" y="1822797"/>
                  </a:lnTo>
                  <a:lnTo>
                    <a:pt x="2231276" y="1730399"/>
                  </a:lnTo>
                  <a:lnTo>
                    <a:pt x="2268262" y="1637394"/>
                  </a:lnTo>
                  <a:lnTo>
                    <a:pt x="2305251" y="1544373"/>
                  </a:lnTo>
                  <a:lnTo>
                    <a:pt x="2342165" y="1451927"/>
                  </a:lnTo>
                  <a:lnTo>
                    <a:pt x="2378933" y="1360631"/>
                  </a:lnTo>
                  <a:lnTo>
                    <a:pt x="2415490" y="1271031"/>
                  </a:lnTo>
                  <a:lnTo>
                    <a:pt x="2451785" y="1183630"/>
                  </a:lnTo>
                  <a:lnTo>
                    <a:pt x="2487783" y="1098876"/>
                  </a:lnTo>
                  <a:lnTo>
                    <a:pt x="2523466" y="1017155"/>
                  </a:lnTo>
                  <a:lnTo>
                    <a:pt x="2558839" y="938785"/>
                  </a:lnTo>
                  <a:lnTo>
                    <a:pt x="2593932" y="864011"/>
                  </a:lnTo>
                  <a:lnTo>
                    <a:pt x="2628800" y="793009"/>
                  </a:lnTo>
                  <a:lnTo>
                    <a:pt x="2663527" y="725884"/>
                  </a:lnTo>
                  <a:lnTo>
                    <a:pt x="2698229" y="662675"/>
                  </a:lnTo>
                  <a:lnTo>
                    <a:pt x="2733053" y="603362"/>
                  </a:lnTo>
                  <a:lnTo>
                    <a:pt x="2768188" y="547870"/>
                  </a:lnTo>
                  <a:lnTo>
                    <a:pt x="2770117" y="544952"/>
                  </a:lnTo>
                  <a:lnTo>
                    <a:pt x="2817693" y="477314"/>
                  </a:lnTo>
                  <a:lnTo>
                    <a:pt x="2866817" y="416277"/>
                  </a:lnTo>
                  <a:lnTo>
                    <a:pt x="2918209" y="361522"/>
                  </a:lnTo>
                  <a:lnTo>
                    <a:pt x="2972675" y="312502"/>
                  </a:lnTo>
                  <a:lnTo>
                    <a:pt x="3031041" y="268594"/>
                  </a:lnTo>
                  <a:lnTo>
                    <a:pt x="3094089" y="229186"/>
                  </a:lnTo>
                  <a:lnTo>
                    <a:pt x="3162476" y="193735"/>
                  </a:lnTo>
                  <a:lnTo>
                    <a:pt x="3236626" y="161789"/>
                  </a:lnTo>
                  <a:lnTo>
                    <a:pt x="3316591" y="133011"/>
                  </a:lnTo>
                  <a:lnTo>
                    <a:pt x="3401880" y="107177"/>
                  </a:lnTo>
                  <a:lnTo>
                    <a:pt x="3491280" y="84177"/>
                  </a:lnTo>
                  <a:lnTo>
                    <a:pt x="3582715" y="63997"/>
                  </a:lnTo>
                  <a:lnTo>
                    <a:pt x="3673221" y="46687"/>
                  </a:lnTo>
                  <a:lnTo>
                    <a:pt x="3759112" y="32314"/>
                  </a:lnTo>
                  <a:lnTo>
                    <a:pt x="3836404" y="20897"/>
                  </a:lnTo>
                  <a:lnTo>
                    <a:pt x="3901462" y="12349"/>
                  </a:lnTo>
                  <a:lnTo>
                    <a:pt x="3951730" y="6437"/>
                  </a:lnTo>
                  <a:lnTo>
                    <a:pt x="3986331" y="2775"/>
                  </a:lnTo>
                  <a:lnTo>
                    <a:pt x="4006361" y="860"/>
                  </a:lnTo>
                  <a:lnTo>
                    <a:pt x="4014830" y="125"/>
                  </a:lnTo>
                  <a:lnTo>
                    <a:pt x="4016407" y="0"/>
                  </a:lnTo>
                  <a:lnTo>
                    <a:pt x="4016409" y="0"/>
                  </a:lnTo>
                  <a:lnTo>
                    <a:pt x="4538543" y="0"/>
                  </a:lnTo>
                  <a:lnTo>
                    <a:pt x="4539743" y="61"/>
                  </a:lnTo>
                  <a:lnTo>
                    <a:pt x="4547599" y="498"/>
                  </a:lnTo>
                  <a:lnTo>
                    <a:pt x="4567278" y="1706"/>
                  </a:lnTo>
                  <a:lnTo>
                    <a:pt x="4602139" y="4080"/>
                  </a:lnTo>
                  <a:lnTo>
                    <a:pt x="4653444" y="7973"/>
                  </a:lnTo>
                  <a:lnTo>
                    <a:pt x="4720277" y="13653"/>
                  </a:lnTo>
                  <a:lnTo>
                    <a:pt x="4799874" y="21282"/>
                  </a:lnTo>
                  <a:lnTo>
                    <a:pt x="4888298" y="30918"/>
                  </a:lnTo>
                  <a:lnTo>
                    <a:pt x="4981268" y="42542"/>
                  </a:lnTo>
                  <a:lnTo>
                    <a:pt x="5074872" y="56110"/>
                  </a:lnTo>
                  <a:lnTo>
                    <a:pt x="5166022" y="71589"/>
                  </a:lnTo>
                  <a:lnTo>
                    <a:pt x="5252614" y="88997"/>
                  </a:lnTo>
                  <a:lnTo>
                    <a:pt x="5333478" y="108425"/>
                  </a:lnTo>
                  <a:lnTo>
                    <a:pt x="5408209" y="130040"/>
                  </a:lnTo>
                  <a:lnTo>
                    <a:pt x="5476959" y="154097"/>
                  </a:lnTo>
                  <a:lnTo>
                    <a:pt x="5540256" y="180923"/>
                  </a:lnTo>
                  <a:lnTo>
                    <a:pt x="5598850" y="210913"/>
                  </a:lnTo>
                  <a:lnTo>
                    <a:pt x="5653604" y="244498"/>
                  </a:lnTo>
                  <a:lnTo>
                    <a:pt x="5705408" y="282104"/>
                  </a:lnTo>
                  <a:lnTo>
                    <a:pt x="5755106" y="324070"/>
                  </a:lnTo>
                  <a:lnTo>
                    <a:pt x="5784835" y="352006"/>
                  </a:lnTo>
                  <a:lnTo>
                    <a:pt x="5826221" y="394342"/>
                  </a:lnTo>
                  <a:lnTo>
                    <a:pt x="5867208" y="440113"/>
                  </a:lnTo>
                  <a:lnTo>
                    <a:pt x="5908091" y="489386"/>
                  </a:lnTo>
                  <a:lnTo>
                    <a:pt x="5949091" y="542160"/>
                  </a:lnTo>
                  <a:lnTo>
                    <a:pt x="5990366" y="598353"/>
                  </a:lnTo>
                  <a:lnTo>
                    <a:pt x="6032020" y="657800"/>
                  </a:lnTo>
                  <a:lnTo>
                    <a:pt x="6074103" y="720245"/>
                  </a:lnTo>
                  <a:lnTo>
                    <a:pt x="6116619" y="785346"/>
                  </a:lnTo>
                  <a:lnTo>
                    <a:pt x="6159532" y="852676"/>
                  </a:lnTo>
                  <a:lnTo>
                    <a:pt x="6202771" y="921733"/>
                  </a:lnTo>
                  <a:lnTo>
                    <a:pt x="6246239" y="991958"/>
                  </a:lnTo>
                  <a:lnTo>
                    <a:pt x="6289819" y="1062747"/>
                  </a:lnTo>
                  <a:lnTo>
                    <a:pt x="6333387" y="1133476"/>
                  </a:lnTo>
                  <a:lnTo>
                    <a:pt x="6376820" y="1203525"/>
                  </a:lnTo>
                  <a:lnTo>
                    <a:pt x="6420004" y="1272296"/>
                  </a:lnTo>
                  <a:lnTo>
                    <a:pt x="6462846" y="1339239"/>
                  </a:lnTo>
                  <a:lnTo>
                    <a:pt x="6505282" y="1403866"/>
                  </a:lnTo>
                  <a:lnTo>
                    <a:pt x="6547281" y="1465766"/>
                  </a:lnTo>
                  <a:lnTo>
                    <a:pt x="6588858" y="1524611"/>
                  </a:lnTo>
                  <a:lnTo>
                    <a:pt x="6630071" y="1580165"/>
                  </a:lnTo>
                  <a:lnTo>
                    <a:pt x="6671035" y="1632279"/>
                  </a:lnTo>
                  <a:lnTo>
                    <a:pt x="6711918" y="1680885"/>
                  </a:lnTo>
                  <a:lnTo>
                    <a:pt x="6752957" y="1725997"/>
                  </a:lnTo>
                  <a:lnTo>
                    <a:pt x="6786527" y="1760034"/>
                  </a:lnTo>
                  <a:lnTo>
                    <a:pt x="6835302" y="1804755"/>
                  </a:lnTo>
                  <a:lnTo>
                    <a:pt x="6885721" y="1845002"/>
                  </a:lnTo>
                  <a:lnTo>
                    <a:pt x="6938564" y="1881003"/>
                  </a:lnTo>
                  <a:lnTo>
                    <a:pt x="6994699" y="1913144"/>
                  </a:lnTo>
                  <a:lnTo>
                    <a:pt x="7055016" y="1941859"/>
                  </a:lnTo>
                  <a:lnTo>
                    <a:pt x="7120345" y="1967570"/>
                  </a:lnTo>
                  <a:lnTo>
                    <a:pt x="7191366" y="1990646"/>
                  </a:lnTo>
                  <a:lnTo>
                    <a:pt x="7268480" y="2011388"/>
                  </a:lnTo>
                  <a:lnTo>
                    <a:pt x="7351648" y="2030018"/>
                  </a:lnTo>
                  <a:lnTo>
                    <a:pt x="7440192" y="2046673"/>
                  </a:lnTo>
                  <a:lnTo>
                    <a:pt x="7532596" y="2061413"/>
                  </a:lnTo>
                  <a:lnTo>
                    <a:pt x="7626372" y="2074234"/>
                  </a:lnTo>
                  <a:lnTo>
                    <a:pt x="7718080" y="2085093"/>
                  </a:lnTo>
                  <a:lnTo>
                    <a:pt x="7803592" y="2093950"/>
                  </a:lnTo>
                  <a:lnTo>
                    <a:pt x="7878667" y="2100813"/>
                  </a:lnTo>
                  <a:lnTo>
                    <a:pt x="7939725" y="2105775"/>
                  </a:lnTo>
                  <a:lnTo>
                    <a:pt x="7984654" y="2109043"/>
                  </a:lnTo>
                  <a:lnTo>
                    <a:pt x="8013365" y="2110920"/>
                  </a:lnTo>
                  <a:lnTo>
                    <a:pt x="8027961" y="2111782"/>
                  </a:lnTo>
                  <a:lnTo>
                    <a:pt x="8032537" y="2112028"/>
                  </a:lnTo>
                  <a:lnTo>
                    <a:pt x="8032819" y="2112041"/>
                  </a:lnTo>
                  <a:lnTo>
                    <a:pt x="8554953" y="2112041"/>
                  </a:lnTo>
                  <a:lnTo>
                    <a:pt x="8554953" y="2112041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894" name="pl1894"/>
            <p:cNvSpPr/>
            <p:nvPr/>
          </p:nvSpPr>
          <p:spPr>
            <a:xfrm>
              <a:off x="386606" y="2529572"/>
              <a:ext cx="8554953" cy="3269712"/>
            </a:xfrm>
            <a:custGeom>
              <a:avLst/>
              <a:pathLst>
                <a:path w="8554953" h="3269712">
                  <a:moveTo>
                    <a:pt x="8554953" y="2112041"/>
                  </a:moveTo>
                  <a:lnTo>
                    <a:pt x="8032819" y="2112041"/>
                  </a:lnTo>
                  <a:lnTo>
                    <a:pt x="8031619" y="2111980"/>
                  </a:lnTo>
                  <a:lnTo>
                    <a:pt x="8023763" y="2111543"/>
                  </a:lnTo>
                  <a:lnTo>
                    <a:pt x="8004084" y="2110335"/>
                  </a:lnTo>
                  <a:lnTo>
                    <a:pt x="7969223" y="2107961"/>
                  </a:lnTo>
                  <a:lnTo>
                    <a:pt x="7917918" y="2104068"/>
                  </a:lnTo>
                  <a:lnTo>
                    <a:pt x="7851085" y="2098388"/>
                  </a:lnTo>
                  <a:lnTo>
                    <a:pt x="7771488" y="2090759"/>
                  </a:lnTo>
                  <a:lnTo>
                    <a:pt x="7683064" y="2081123"/>
                  </a:lnTo>
                  <a:lnTo>
                    <a:pt x="7590094" y="2069499"/>
                  </a:lnTo>
                  <a:lnTo>
                    <a:pt x="7496490" y="2055931"/>
                  </a:lnTo>
                  <a:lnTo>
                    <a:pt x="7405340" y="2040452"/>
                  </a:lnTo>
                  <a:lnTo>
                    <a:pt x="7318748" y="2023044"/>
                  </a:lnTo>
                  <a:lnTo>
                    <a:pt x="7237884" y="2003616"/>
                  </a:lnTo>
                  <a:lnTo>
                    <a:pt x="7163153" y="1982001"/>
                  </a:lnTo>
                  <a:lnTo>
                    <a:pt x="7094403" y="1957944"/>
                  </a:lnTo>
                  <a:lnTo>
                    <a:pt x="7031106" y="1931118"/>
                  </a:lnTo>
                  <a:lnTo>
                    <a:pt x="6972512" y="1901128"/>
                  </a:lnTo>
                  <a:lnTo>
                    <a:pt x="6917758" y="1867543"/>
                  </a:lnTo>
                  <a:lnTo>
                    <a:pt x="6865954" y="1829937"/>
                  </a:lnTo>
                  <a:lnTo>
                    <a:pt x="6816256" y="1787971"/>
                  </a:lnTo>
                  <a:lnTo>
                    <a:pt x="6786527" y="1760034"/>
                  </a:lnTo>
                  <a:lnTo>
                    <a:pt x="6745141" y="1717699"/>
                  </a:lnTo>
                  <a:lnTo>
                    <a:pt x="6704154" y="1671928"/>
                  </a:lnTo>
                  <a:lnTo>
                    <a:pt x="6663271" y="1622655"/>
                  </a:lnTo>
                  <a:lnTo>
                    <a:pt x="6622271" y="1569881"/>
                  </a:lnTo>
                  <a:lnTo>
                    <a:pt x="6580996" y="1513688"/>
                  </a:lnTo>
                  <a:lnTo>
                    <a:pt x="6539342" y="1454241"/>
                  </a:lnTo>
                  <a:lnTo>
                    <a:pt x="6497259" y="1391796"/>
                  </a:lnTo>
                  <a:lnTo>
                    <a:pt x="6454743" y="1326695"/>
                  </a:lnTo>
                  <a:lnTo>
                    <a:pt x="6411830" y="1259365"/>
                  </a:lnTo>
                  <a:lnTo>
                    <a:pt x="6368591" y="1190308"/>
                  </a:lnTo>
                  <a:lnTo>
                    <a:pt x="6325123" y="1120083"/>
                  </a:lnTo>
                  <a:lnTo>
                    <a:pt x="6281543" y="1049294"/>
                  </a:lnTo>
                  <a:lnTo>
                    <a:pt x="6237975" y="978565"/>
                  </a:lnTo>
                  <a:lnTo>
                    <a:pt x="6194542" y="908516"/>
                  </a:lnTo>
                  <a:lnTo>
                    <a:pt x="6151358" y="839745"/>
                  </a:lnTo>
                  <a:lnTo>
                    <a:pt x="6108516" y="772802"/>
                  </a:lnTo>
                  <a:lnTo>
                    <a:pt x="6066080" y="708175"/>
                  </a:lnTo>
                  <a:lnTo>
                    <a:pt x="6024081" y="646275"/>
                  </a:lnTo>
                  <a:lnTo>
                    <a:pt x="5982504" y="587430"/>
                  </a:lnTo>
                  <a:lnTo>
                    <a:pt x="5941291" y="531876"/>
                  </a:lnTo>
                  <a:lnTo>
                    <a:pt x="5900327" y="479762"/>
                  </a:lnTo>
                  <a:lnTo>
                    <a:pt x="5859444" y="431156"/>
                  </a:lnTo>
                  <a:lnTo>
                    <a:pt x="5818405" y="386044"/>
                  </a:lnTo>
                  <a:lnTo>
                    <a:pt x="5784835" y="352006"/>
                  </a:lnTo>
                  <a:lnTo>
                    <a:pt x="5736060" y="307286"/>
                  </a:lnTo>
                  <a:lnTo>
                    <a:pt x="5685641" y="267039"/>
                  </a:lnTo>
                  <a:lnTo>
                    <a:pt x="5632798" y="231038"/>
                  </a:lnTo>
                  <a:lnTo>
                    <a:pt x="5576663" y="198897"/>
                  </a:lnTo>
                  <a:lnTo>
                    <a:pt x="5516346" y="170182"/>
                  </a:lnTo>
                  <a:lnTo>
                    <a:pt x="5451017" y="144471"/>
                  </a:lnTo>
                  <a:lnTo>
                    <a:pt x="5379996" y="121395"/>
                  </a:lnTo>
                  <a:lnTo>
                    <a:pt x="5302882" y="100653"/>
                  </a:lnTo>
                  <a:lnTo>
                    <a:pt x="5219714" y="82023"/>
                  </a:lnTo>
                  <a:lnTo>
                    <a:pt x="5131170" y="65368"/>
                  </a:lnTo>
                  <a:lnTo>
                    <a:pt x="5038766" y="50628"/>
                  </a:lnTo>
                  <a:lnTo>
                    <a:pt x="4944989" y="37807"/>
                  </a:lnTo>
                  <a:lnTo>
                    <a:pt x="4853282" y="26948"/>
                  </a:lnTo>
                  <a:lnTo>
                    <a:pt x="4767769" y="18091"/>
                  </a:lnTo>
                  <a:lnTo>
                    <a:pt x="4692695" y="11228"/>
                  </a:lnTo>
                  <a:lnTo>
                    <a:pt x="4631637" y="6266"/>
                  </a:lnTo>
                  <a:lnTo>
                    <a:pt x="4586708" y="2998"/>
                  </a:lnTo>
                  <a:lnTo>
                    <a:pt x="4557997" y="1121"/>
                  </a:lnTo>
                  <a:lnTo>
                    <a:pt x="4543401" y="259"/>
                  </a:lnTo>
                  <a:lnTo>
                    <a:pt x="4538825" y="13"/>
                  </a:lnTo>
                  <a:lnTo>
                    <a:pt x="4538543" y="0"/>
                  </a:lnTo>
                  <a:lnTo>
                    <a:pt x="4016409" y="0"/>
                  </a:lnTo>
                  <a:lnTo>
                    <a:pt x="4015293" y="87"/>
                  </a:lnTo>
                  <a:lnTo>
                    <a:pt x="4007972" y="715"/>
                  </a:lnTo>
                  <a:lnTo>
                    <a:pt x="3989589" y="2451"/>
                  </a:lnTo>
                  <a:lnTo>
                    <a:pt x="3956911" y="5865"/>
                  </a:lnTo>
                  <a:lnTo>
                    <a:pt x="3908595" y="11472"/>
                  </a:lnTo>
                  <a:lnTo>
                    <a:pt x="3845276" y="19674"/>
                  </a:lnTo>
                  <a:lnTo>
                    <a:pt x="3769330" y="30725"/>
                  </a:lnTo>
                  <a:lnTo>
                    <a:pt x="3684297" y="44728"/>
                  </a:lnTo>
                  <a:lnTo>
                    <a:pt x="3594155" y="61674"/>
                  </a:lnTo>
                  <a:lnTo>
                    <a:pt x="3502657" y="81499"/>
                  </a:lnTo>
                  <a:lnTo>
                    <a:pt x="3412870" y="104147"/>
                  </a:lnTo>
                  <a:lnTo>
                    <a:pt x="3326984" y="129622"/>
                  </a:lnTo>
                  <a:lnTo>
                    <a:pt x="3246313" y="158022"/>
                  </a:lnTo>
                  <a:lnTo>
                    <a:pt x="3171429" y="189555"/>
                  </a:lnTo>
                  <a:lnTo>
                    <a:pt x="3102339" y="224546"/>
                  </a:lnTo>
                  <a:lnTo>
                    <a:pt x="3038655" y="263431"/>
                  </a:lnTo>
                  <a:lnTo>
                    <a:pt x="2979744" y="306744"/>
                  </a:lnTo>
                  <a:lnTo>
                    <a:pt x="2924836" y="355090"/>
                  </a:lnTo>
                  <a:lnTo>
                    <a:pt x="2873104" y="409095"/>
                  </a:lnTo>
                  <a:lnTo>
                    <a:pt x="2823738" y="469323"/>
                  </a:lnTo>
                  <a:lnTo>
                    <a:pt x="2776004" y="536130"/>
                  </a:lnTo>
                  <a:lnTo>
                    <a:pt x="2770117" y="544952"/>
                  </a:lnTo>
                  <a:lnTo>
                    <a:pt x="2734959" y="600239"/>
                  </a:lnTo>
                  <a:lnTo>
                    <a:pt x="2700123" y="659341"/>
                  </a:lnTo>
                  <a:lnTo>
                    <a:pt x="2665419" y="722337"/>
                  </a:lnTo>
                  <a:lnTo>
                    <a:pt x="2630697" y="789249"/>
                  </a:lnTo>
                  <a:lnTo>
                    <a:pt x="2595839" y="860042"/>
                  </a:lnTo>
                  <a:lnTo>
                    <a:pt x="2560760" y="934613"/>
                  </a:lnTo>
                  <a:lnTo>
                    <a:pt x="2525402" y="1012793"/>
                  </a:lnTo>
                  <a:lnTo>
                    <a:pt x="2489736" y="1094339"/>
                  </a:lnTo>
                  <a:lnTo>
                    <a:pt x="2453756" y="1178937"/>
                  </a:lnTo>
                  <a:lnTo>
                    <a:pt x="2417476" y="1266204"/>
                  </a:lnTo>
                  <a:lnTo>
                    <a:pt x="2380932" y="1355697"/>
                  </a:lnTo>
                  <a:lnTo>
                    <a:pt x="2344174" y="1446914"/>
                  </a:lnTo>
                  <a:lnTo>
                    <a:pt x="2307266" y="1539312"/>
                  </a:lnTo>
                  <a:lnTo>
                    <a:pt x="2270280" y="1632317"/>
                  </a:lnTo>
                  <a:lnTo>
                    <a:pt x="2233291" y="1725338"/>
                  </a:lnTo>
                  <a:lnTo>
                    <a:pt x="2196377" y="1817784"/>
                  </a:lnTo>
                  <a:lnTo>
                    <a:pt x="2159609" y="1909080"/>
                  </a:lnTo>
                  <a:lnTo>
                    <a:pt x="2123052" y="1998680"/>
                  </a:lnTo>
                  <a:lnTo>
                    <a:pt x="2086757" y="2086081"/>
                  </a:lnTo>
                  <a:lnTo>
                    <a:pt x="2050760" y="2170835"/>
                  </a:lnTo>
                  <a:lnTo>
                    <a:pt x="2015077" y="2252556"/>
                  </a:lnTo>
                  <a:lnTo>
                    <a:pt x="1979703" y="2330926"/>
                  </a:lnTo>
                  <a:lnTo>
                    <a:pt x="1944610" y="2405700"/>
                  </a:lnTo>
                  <a:lnTo>
                    <a:pt x="1909742" y="2476702"/>
                  </a:lnTo>
                  <a:lnTo>
                    <a:pt x="1875015" y="2543827"/>
                  </a:lnTo>
                  <a:lnTo>
                    <a:pt x="1840314" y="2607036"/>
                  </a:lnTo>
                  <a:lnTo>
                    <a:pt x="1805489" y="2666349"/>
                  </a:lnTo>
                  <a:lnTo>
                    <a:pt x="1770354" y="2721841"/>
                  </a:lnTo>
                  <a:lnTo>
                    <a:pt x="1768425" y="2724760"/>
                  </a:lnTo>
                  <a:lnTo>
                    <a:pt x="1720849" y="2792397"/>
                  </a:lnTo>
                  <a:lnTo>
                    <a:pt x="1671725" y="2853434"/>
                  </a:lnTo>
                  <a:lnTo>
                    <a:pt x="1620333" y="2908189"/>
                  </a:lnTo>
                  <a:lnTo>
                    <a:pt x="1565868" y="2957209"/>
                  </a:lnTo>
                  <a:lnTo>
                    <a:pt x="1507501" y="3001117"/>
                  </a:lnTo>
                  <a:lnTo>
                    <a:pt x="1444453" y="3040525"/>
                  </a:lnTo>
                  <a:lnTo>
                    <a:pt x="1376066" y="3075976"/>
                  </a:lnTo>
                  <a:lnTo>
                    <a:pt x="1301916" y="3107922"/>
                  </a:lnTo>
                  <a:lnTo>
                    <a:pt x="1221951" y="3136700"/>
                  </a:lnTo>
                  <a:lnTo>
                    <a:pt x="1136662" y="3162534"/>
                  </a:lnTo>
                  <a:lnTo>
                    <a:pt x="1047262" y="3185534"/>
                  </a:lnTo>
                  <a:lnTo>
                    <a:pt x="955827" y="3205714"/>
                  </a:lnTo>
                  <a:lnTo>
                    <a:pt x="865321" y="3223024"/>
                  </a:lnTo>
                  <a:lnTo>
                    <a:pt x="779430" y="3237397"/>
                  </a:lnTo>
                  <a:lnTo>
                    <a:pt x="702138" y="3248815"/>
                  </a:lnTo>
                  <a:lnTo>
                    <a:pt x="637080" y="3257362"/>
                  </a:lnTo>
                  <a:lnTo>
                    <a:pt x="586812" y="3263274"/>
                  </a:lnTo>
                  <a:lnTo>
                    <a:pt x="552211" y="3266936"/>
                  </a:lnTo>
                  <a:lnTo>
                    <a:pt x="532181" y="3268851"/>
                  </a:lnTo>
                  <a:lnTo>
                    <a:pt x="523712" y="3269586"/>
                  </a:lnTo>
                  <a:lnTo>
                    <a:pt x="522135" y="3269711"/>
                  </a:lnTo>
                  <a:lnTo>
                    <a:pt x="522133" y="3269712"/>
                  </a:lnTo>
                  <a:lnTo>
                    <a:pt x="0" y="3269712"/>
                  </a:lnTo>
                  <a:lnTo>
                    <a:pt x="0" y="3269712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895" name="pg1895"/>
            <p:cNvSpPr/>
            <p:nvPr/>
          </p:nvSpPr>
          <p:spPr>
            <a:xfrm>
              <a:off x="386606" y="5776695"/>
              <a:ext cx="8554953" cy="192003"/>
            </a:xfrm>
            <a:custGeom>
              <a:avLst/>
              <a:pathLst>
                <a:path w="8554953" h="192003">
                  <a:moveTo>
                    <a:pt x="0" y="62118"/>
                  </a:moveTo>
                  <a:lnTo>
                    <a:pt x="522133" y="62118"/>
                  </a:lnTo>
                  <a:lnTo>
                    <a:pt x="523403" y="62122"/>
                  </a:lnTo>
                  <a:lnTo>
                    <a:pt x="531702" y="62151"/>
                  </a:lnTo>
                  <a:lnTo>
                    <a:pt x="552450" y="62230"/>
                  </a:lnTo>
                  <a:lnTo>
                    <a:pt x="589102" y="62384"/>
                  </a:lnTo>
                  <a:lnTo>
                    <a:pt x="642837" y="62637"/>
                  </a:lnTo>
                  <a:lnTo>
                    <a:pt x="712497" y="63006"/>
                  </a:lnTo>
                  <a:lnTo>
                    <a:pt x="794987" y="63500"/>
                  </a:lnTo>
                  <a:lnTo>
                    <a:pt x="886049" y="64122"/>
                  </a:lnTo>
                  <a:lnTo>
                    <a:pt x="981168" y="64871"/>
                  </a:lnTo>
                  <a:lnTo>
                    <a:pt x="1076321" y="65744"/>
                  </a:lnTo>
                  <a:lnTo>
                    <a:pt x="1168426" y="66738"/>
                  </a:lnTo>
                  <a:lnTo>
                    <a:pt x="1255464" y="67857"/>
                  </a:lnTo>
                  <a:lnTo>
                    <a:pt x="1336393" y="69107"/>
                  </a:lnTo>
                  <a:lnTo>
                    <a:pt x="1410945" y="70500"/>
                  </a:lnTo>
                  <a:lnTo>
                    <a:pt x="1479401" y="72054"/>
                  </a:lnTo>
                  <a:lnTo>
                    <a:pt x="1542399" y="73792"/>
                  </a:lnTo>
                  <a:lnTo>
                    <a:pt x="1600781" y="75741"/>
                  </a:lnTo>
                  <a:lnTo>
                    <a:pt x="1655477" y="77928"/>
                  </a:lnTo>
                  <a:lnTo>
                    <a:pt x="1707422" y="80381"/>
                  </a:lnTo>
                  <a:lnTo>
                    <a:pt x="1757472" y="83118"/>
                  </a:lnTo>
                  <a:lnTo>
                    <a:pt x="1768425" y="83766"/>
                  </a:lnTo>
                  <a:lnTo>
                    <a:pt x="1822584" y="87222"/>
                  </a:lnTo>
                  <a:lnTo>
                    <a:pt x="1876222" y="91043"/>
                  </a:lnTo>
                  <a:lnTo>
                    <a:pt x="1929924" y="95235"/>
                  </a:lnTo>
                  <a:lnTo>
                    <a:pt x="1984078" y="99789"/>
                  </a:lnTo>
                  <a:lnTo>
                    <a:pt x="2038907" y="104681"/>
                  </a:lnTo>
                  <a:lnTo>
                    <a:pt x="2094481" y="109869"/>
                  </a:lnTo>
                  <a:lnTo>
                    <a:pt x="2150746" y="115300"/>
                  </a:lnTo>
                  <a:lnTo>
                    <a:pt x="2207543" y="120902"/>
                  </a:lnTo>
                  <a:lnTo>
                    <a:pt x="2264636" y="126598"/>
                  </a:lnTo>
                  <a:lnTo>
                    <a:pt x="2321753" y="132300"/>
                  </a:lnTo>
                  <a:lnTo>
                    <a:pt x="2378615" y="137923"/>
                  </a:lnTo>
                  <a:lnTo>
                    <a:pt x="2434980" y="143386"/>
                  </a:lnTo>
                  <a:lnTo>
                    <a:pt x="2490673" y="148618"/>
                  </a:lnTo>
                  <a:lnTo>
                    <a:pt x="2545621" y="153561"/>
                  </a:lnTo>
                  <a:lnTo>
                    <a:pt x="2599874" y="158172"/>
                  </a:lnTo>
                  <a:lnTo>
                    <a:pt x="2653627" y="162424"/>
                  </a:lnTo>
                  <a:lnTo>
                    <a:pt x="2707241" y="166305"/>
                  </a:lnTo>
                  <a:lnTo>
                    <a:pt x="2761267" y="169820"/>
                  </a:lnTo>
                  <a:lnTo>
                    <a:pt x="2770117" y="170356"/>
                  </a:lnTo>
                  <a:lnTo>
                    <a:pt x="2819847" y="173156"/>
                  </a:lnTo>
                  <a:lnTo>
                    <a:pt x="2871301" y="175671"/>
                  </a:lnTo>
                  <a:lnTo>
                    <a:pt x="2925305" y="177916"/>
                  </a:lnTo>
                  <a:lnTo>
                    <a:pt x="2982785" y="179915"/>
                  </a:lnTo>
                  <a:lnTo>
                    <a:pt x="3044679" y="181698"/>
                  </a:lnTo>
                  <a:lnTo>
                    <a:pt x="3111856" y="183291"/>
                  </a:lnTo>
                  <a:lnTo>
                    <a:pt x="3185011" y="184718"/>
                  </a:lnTo>
                  <a:lnTo>
                    <a:pt x="3264522" y="185998"/>
                  </a:lnTo>
                  <a:lnTo>
                    <a:pt x="3350260" y="187146"/>
                  </a:lnTo>
                  <a:lnTo>
                    <a:pt x="3441375" y="188167"/>
                  </a:lnTo>
                  <a:lnTo>
                    <a:pt x="3536079" y="189067"/>
                  </a:lnTo>
                  <a:lnTo>
                    <a:pt x="3631525" y="189844"/>
                  </a:lnTo>
                  <a:lnTo>
                    <a:pt x="3723873" y="190494"/>
                  </a:lnTo>
                  <a:lnTo>
                    <a:pt x="3808661" y="191017"/>
                  </a:lnTo>
                  <a:lnTo>
                    <a:pt x="3881499" y="191413"/>
                  </a:lnTo>
                  <a:lnTo>
                    <a:pt x="3938955" y="191690"/>
                  </a:lnTo>
                  <a:lnTo>
                    <a:pt x="3979391" y="191865"/>
                  </a:lnTo>
                  <a:lnTo>
                    <a:pt x="4003455" y="191959"/>
                  </a:lnTo>
                  <a:lnTo>
                    <a:pt x="4014120" y="191996"/>
                  </a:lnTo>
                  <a:lnTo>
                    <a:pt x="4016409" y="192003"/>
                  </a:lnTo>
                  <a:lnTo>
                    <a:pt x="4538543" y="192003"/>
                  </a:lnTo>
                  <a:lnTo>
                    <a:pt x="4539812" y="191998"/>
                  </a:lnTo>
                  <a:lnTo>
                    <a:pt x="4548110" y="191957"/>
                  </a:lnTo>
                  <a:lnTo>
                    <a:pt x="4568853" y="191844"/>
                  </a:lnTo>
                  <a:lnTo>
                    <a:pt x="4605498" y="191622"/>
                  </a:lnTo>
                  <a:lnTo>
                    <a:pt x="4659222" y="191259"/>
                  </a:lnTo>
                  <a:lnTo>
                    <a:pt x="4728870" y="190730"/>
                  </a:lnTo>
                  <a:lnTo>
                    <a:pt x="4811348" y="190021"/>
                  </a:lnTo>
                  <a:lnTo>
                    <a:pt x="4902399" y="189129"/>
                  </a:lnTo>
                  <a:lnTo>
                    <a:pt x="4997509" y="188055"/>
                  </a:lnTo>
                  <a:lnTo>
                    <a:pt x="5092656" y="186803"/>
                  </a:lnTo>
                  <a:lnTo>
                    <a:pt x="5184757" y="185376"/>
                  </a:lnTo>
                  <a:lnTo>
                    <a:pt x="5271793" y="183772"/>
                  </a:lnTo>
                  <a:lnTo>
                    <a:pt x="5352722" y="181979"/>
                  </a:lnTo>
                  <a:lnTo>
                    <a:pt x="5427275" y="179980"/>
                  </a:lnTo>
                  <a:lnTo>
                    <a:pt x="5495732" y="177751"/>
                  </a:lnTo>
                  <a:lnTo>
                    <a:pt x="5558732" y="175257"/>
                  </a:lnTo>
                  <a:lnTo>
                    <a:pt x="5617114" y="172462"/>
                  </a:lnTo>
                  <a:lnTo>
                    <a:pt x="5671811" y="169324"/>
                  </a:lnTo>
                  <a:lnTo>
                    <a:pt x="5723754" y="165806"/>
                  </a:lnTo>
                  <a:lnTo>
                    <a:pt x="5773803" y="161880"/>
                  </a:lnTo>
                  <a:lnTo>
                    <a:pt x="5784835" y="160944"/>
                  </a:lnTo>
                  <a:lnTo>
                    <a:pt x="5838889" y="155996"/>
                  </a:lnTo>
                  <a:lnTo>
                    <a:pt x="5892423" y="150525"/>
                  </a:lnTo>
                  <a:lnTo>
                    <a:pt x="5946018" y="144524"/>
                  </a:lnTo>
                  <a:lnTo>
                    <a:pt x="6000063" y="138007"/>
                  </a:lnTo>
                  <a:lnTo>
                    <a:pt x="6054777" y="131006"/>
                  </a:lnTo>
                  <a:lnTo>
                    <a:pt x="6110236" y="123580"/>
                  </a:lnTo>
                  <a:lnTo>
                    <a:pt x="6166383" y="115808"/>
                  </a:lnTo>
                  <a:lnTo>
                    <a:pt x="6223062" y="107788"/>
                  </a:lnTo>
                  <a:lnTo>
                    <a:pt x="6280042" y="99634"/>
                  </a:lnTo>
                  <a:lnTo>
                    <a:pt x="6337049" y="91468"/>
                  </a:lnTo>
                  <a:lnTo>
                    <a:pt x="6393808" y="83412"/>
                  </a:lnTo>
                  <a:lnTo>
                    <a:pt x="6450075" y="75582"/>
                  </a:lnTo>
                  <a:lnTo>
                    <a:pt x="6505678" y="68080"/>
                  </a:lnTo>
                  <a:lnTo>
                    <a:pt x="6560538" y="60991"/>
                  </a:lnTo>
                  <a:lnTo>
                    <a:pt x="6614703" y="54374"/>
                  </a:lnTo>
                  <a:lnTo>
                    <a:pt x="6668361" y="48270"/>
                  </a:lnTo>
                  <a:lnTo>
                    <a:pt x="6721868" y="42694"/>
                  </a:lnTo>
                  <a:lnTo>
                    <a:pt x="6775763" y="37644"/>
                  </a:lnTo>
                  <a:lnTo>
                    <a:pt x="6786527" y="36706"/>
                  </a:lnTo>
                  <a:lnTo>
                    <a:pt x="6836253" y="32688"/>
                  </a:lnTo>
                  <a:lnTo>
                    <a:pt x="6887702" y="29080"/>
                  </a:lnTo>
                  <a:lnTo>
                    <a:pt x="6941702" y="25860"/>
                  </a:lnTo>
                  <a:lnTo>
                    <a:pt x="6999176" y="22991"/>
                  </a:lnTo>
                  <a:lnTo>
                    <a:pt x="7061063" y="20434"/>
                  </a:lnTo>
                  <a:lnTo>
                    <a:pt x="7128232" y="18148"/>
                  </a:lnTo>
                  <a:lnTo>
                    <a:pt x="7201379" y="16100"/>
                  </a:lnTo>
                  <a:lnTo>
                    <a:pt x="7280879" y="14263"/>
                  </a:lnTo>
                  <a:lnTo>
                    <a:pt x="7366607" y="12618"/>
                  </a:lnTo>
                  <a:lnTo>
                    <a:pt x="7457710" y="11151"/>
                  </a:lnTo>
                  <a:lnTo>
                    <a:pt x="7552405" y="9861"/>
                  </a:lnTo>
                  <a:lnTo>
                    <a:pt x="7647844" y="8746"/>
                  </a:lnTo>
                  <a:lnTo>
                    <a:pt x="7740190" y="7813"/>
                  </a:lnTo>
                  <a:lnTo>
                    <a:pt x="7824982" y="7063"/>
                  </a:lnTo>
                  <a:lnTo>
                    <a:pt x="7897830" y="6495"/>
                  </a:lnTo>
                  <a:lnTo>
                    <a:pt x="7955302" y="6096"/>
                  </a:lnTo>
                  <a:lnTo>
                    <a:pt x="7995758" y="5845"/>
                  </a:lnTo>
                  <a:lnTo>
                    <a:pt x="8019841" y="5711"/>
                  </a:lnTo>
                  <a:lnTo>
                    <a:pt x="8030521" y="5657"/>
                  </a:lnTo>
                  <a:lnTo>
                    <a:pt x="8032819" y="5647"/>
                  </a:lnTo>
                  <a:lnTo>
                    <a:pt x="8554953" y="5647"/>
                  </a:lnTo>
                  <a:lnTo>
                    <a:pt x="8554953" y="0"/>
                  </a:lnTo>
                  <a:lnTo>
                    <a:pt x="8032819" y="0"/>
                  </a:lnTo>
                  <a:lnTo>
                    <a:pt x="8031550" y="5"/>
                  </a:lnTo>
                  <a:lnTo>
                    <a:pt x="8023252" y="46"/>
                  </a:lnTo>
                  <a:lnTo>
                    <a:pt x="8002509" y="159"/>
                  </a:lnTo>
                  <a:lnTo>
                    <a:pt x="7965864" y="381"/>
                  </a:lnTo>
                  <a:lnTo>
                    <a:pt x="7912140" y="744"/>
                  </a:lnTo>
                  <a:lnTo>
                    <a:pt x="7842492" y="1273"/>
                  </a:lnTo>
                  <a:lnTo>
                    <a:pt x="7760014" y="1981"/>
                  </a:lnTo>
                  <a:lnTo>
                    <a:pt x="7668963" y="2874"/>
                  </a:lnTo>
                  <a:lnTo>
                    <a:pt x="7573853" y="3948"/>
                  </a:lnTo>
                  <a:lnTo>
                    <a:pt x="7478706" y="5200"/>
                  </a:lnTo>
                  <a:lnTo>
                    <a:pt x="7386605" y="6627"/>
                  </a:lnTo>
                  <a:lnTo>
                    <a:pt x="7299569" y="8231"/>
                  </a:lnTo>
                  <a:lnTo>
                    <a:pt x="7218640" y="10024"/>
                  </a:lnTo>
                  <a:lnTo>
                    <a:pt x="7144087" y="12022"/>
                  </a:lnTo>
                  <a:lnTo>
                    <a:pt x="7075630" y="14252"/>
                  </a:lnTo>
                  <a:lnTo>
                    <a:pt x="7012630" y="16745"/>
                  </a:lnTo>
                  <a:lnTo>
                    <a:pt x="6954248" y="19541"/>
                  </a:lnTo>
                  <a:lnTo>
                    <a:pt x="6899551" y="22679"/>
                  </a:lnTo>
                  <a:lnTo>
                    <a:pt x="6847607" y="26197"/>
                  </a:lnTo>
                  <a:lnTo>
                    <a:pt x="6797559" y="30123"/>
                  </a:lnTo>
                  <a:lnTo>
                    <a:pt x="6786527" y="31059"/>
                  </a:lnTo>
                  <a:lnTo>
                    <a:pt x="6732473" y="36007"/>
                  </a:lnTo>
                  <a:lnTo>
                    <a:pt x="6678939" y="41478"/>
                  </a:lnTo>
                  <a:lnTo>
                    <a:pt x="6625344" y="47479"/>
                  </a:lnTo>
                  <a:lnTo>
                    <a:pt x="6571299" y="53996"/>
                  </a:lnTo>
                  <a:lnTo>
                    <a:pt x="6516585" y="60996"/>
                  </a:lnTo>
                  <a:lnTo>
                    <a:pt x="6461126" y="68422"/>
                  </a:lnTo>
                  <a:lnTo>
                    <a:pt x="6404979" y="76195"/>
                  </a:lnTo>
                  <a:lnTo>
                    <a:pt x="6348300" y="84215"/>
                  </a:lnTo>
                  <a:lnTo>
                    <a:pt x="6291320" y="92369"/>
                  </a:lnTo>
                  <a:lnTo>
                    <a:pt x="6234313" y="100535"/>
                  </a:lnTo>
                  <a:lnTo>
                    <a:pt x="6177554" y="108591"/>
                  </a:lnTo>
                  <a:lnTo>
                    <a:pt x="6121287" y="116421"/>
                  </a:lnTo>
                  <a:lnTo>
                    <a:pt x="6065684" y="123922"/>
                  </a:lnTo>
                  <a:lnTo>
                    <a:pt x="6010824" y="131012"/>
                  </a:lnTo>
                  <a:lnTo>
                    <a:pt x="5956659" y="137629"/>
                  </a:lnTo>
                  <a:lnTo>
                    <a:pt x="5903000" y="143733"/>
                  </a:lnTo>
                  <a:lnTo>
                    <a:pt x="5849494" y="149309"/>
                  </a:lnTo>
                  <a:lnTo>
                    <a:pt x="5795599" y="154359"/>
                  </a:lnTo>
                  <a:lnTo>
                    <a:pt x="5784835" y="155297"/>
                  </a:lnTo>
                  <a:lnTo>
                    <a:pt x="5735109" y="159315"/>
                  </a:lnTo>
                  <a:lnTo>
                    <a:pt x="5683660" y="162923"/>
                  </a:lnTo>
                  <a:lnTo>
                    <a:pt x="5629660" y="166143"/>
                  </a:lnTo>
                  <a:lnTo>
                    <a:pt x="5572186" y="169011"/>
                  </a:lnTo>
                  <a:lnTo>
                    <a:pt x="5510299" y="171569"/>
                  </a:lnTo>
                  <a:lnTo>
                    <a:pt x="5443130" y="173855"/>
                  </a:lnTo>
                  <a:lnTo>
                    <a:pt x="5369983" y="175902"/>
                  </a:lnTo>
                  <a:lnTo>
                    <a:pt x="5290483" y="177739"/>
                  </a:lnTo>
                  <a:lnTo>
                    <a:pt x="5204755" y="179385"/>
                  </a:lnTo>
                  <a:lnTo>
                    <a:pt x="5113652" y="180851"/>
                  </a:lnTo>
                  <a:lnTo>
                    <a:pt x="5018957" y="182142"/>
                  </a:lnTo>
                  <a:lnTo>
                    <a:pt x="4923518" y="183257"/>
                  </a:lnTo>
                  <a:lnTo>
                    <a:pt x="4831172" y="184190"/>
                  </a:lnTo>
                  <a:lnTo>
                    <a:pt x="4746380" y="184940"/>
                  </a:lnTo>
                  <a:lnTo>
                    <a:pt x="4673532" y="185508"/>
                  </a:lnTo>
                  <a:lnTo>
                    <a:pt x="4616060" y="185907"/>
                  </a:lnTo>
                  <a:lnTo>
                    <a:pt x="4575604" y="186158"/>
                  </a:lnTo>
                  <a:lnTo>
                    <a:pt x="4551521" y="186292"/>
                  </a:lnTo>
                  <a:lnTo>
                    <a:pt x="4540840" y="186346"/>
                  </a:lnTo>
                  <a:lnTo>
                    <a:pt x="4538543" y="186356"/>
                  </a:lnTo>
                  <a:lnTo>
                    <a:pt x="4016409" y="186356"/>
                  </a:lnTo>
                  <a:lnTo>
                    <a:pt x="4015140" y="186352"/>
                  </a:lnTo>
                  <a:lnTo>
                    <a:pt x="4006840" y="186324"/>
                  </a:lnTo>
                  <a:lnTo>
                    <a:pt x="3986092" y="186245"/>
                  </a:lnTo>
                  <a:lnTo>
                    <a:pt x="3949440" y="186090"/>
                  </a:lnTo>
                  <a:lnTo>
                    <a:pt x="3895705" y="185837"/>
                  </a:lnTo>
                  <a:lnTo>
                    <a:pt x="3826045" y="185468"/>
                  </a:lnTo>
                  <a:lnTo>
                    <a:pt x="3743555" y="184974"/>
                  </a:lnTo>
                  <a:lnTo>
                    <a:pt x="3652493" y="184352"/>
                  </a:lnTo>
                  <a:lnTo>
                    <a:pt x="3557374" y="183603"/>
                  </a:lnTo>
                  <a:lnTo>
                    <a:pt x="3462221" y="182731"/>
                  </a:lnTo>
                  <a:lnTo>
                    <a:pt x="3370117" y="181736"/>
                  </a:lnTo>
                  <a:lnTo>
                    <a:pt x="3283079" y="180618"/>
                  </a:lnTo>
                  <a:lnTo>
                    <a:pt x="3202149" y="179368"/>
                  </a:lnTo>
                  <a:lnTo>
                    <a:pt x="3127598" y="177975"/>
                  </a:lnTo>
                  <a:lnTo>
                    <a:pt x="3059141" y="176421"/>
                  </a:lnTo>
                  <a:lnTo>
                    <a:pt x="2996143" y="174682"/>
                  </a:lnTo>
                  <a:lnTo>
                    <a:pt x="2937761" y="172734"/>
                  </a:lnTo>
                  <a:lnTo>
                    <a:pt x="2883065" y="170546"/>
                  </a:lnTo>
                  <a:lnTo>
                    <a:pt x="2831120" y="168093"/>
                  </a:lnTo>
                  <a:lnTo>
                    <a:pt x="2781071" y="165357"/>
                  </a:lnTo>
                  <a:lnTo>
                    <a:pt x="2770117" y="164709"/>
                  </a:lnTo>
                  <a:lnTo>
                    <a:pt x="2715958" y="161253"/>
                  </a:lnTo>
                  <a:lnTo>
                    <a:pt x="2662320" y="157431"/>
                  </a:lnTo>
                  <a:lnTo>
                    <a:pt x="2608618" y="153239"/>
                  </a:lnTo>
                  <a:lnTo>
                    <a:pt x="2554464" y="148685"/>
                  </a:lnTo>
                  <a:lnTo>
                    <a:pt x="2499636" y="143794"/>
                  </a:lnTo>
                  <a:lnTo>
                    <a:pt x="2444061" y="138605"/>
                  </a:lnTo>
                  <a:lnTo>
                    <a:pt x="2387796" y="133175"/>
                  </a:lnTo>
                  <a:lnTo>
                    <a:pt x="2330999" y="127572"/>
                  </a:lnTo>
                  <a:lnTo>
                    <a:pt x="2273906" y="121877"/>
                  </a:lnTo>
                  <a:lnTo>
                    <a:pt x="2216789" y="116175"/>
                  </a:lnTo>
                  <a:lnTo>
                    <a:pt x="2159927" y="110552"/>
                  </a:lnTo>
                  <a:lnTo>
                    <a:pt x="2103563" y="105088"/>
                  </a:lnTo>
                  <a:lnTo>
                    <a:pt x="2047869" y="99856"/>
                  </a:lnTo>
                  <a:lnTo>
                    <a:pt x="1992921" y="94913"/>
                  </a:lnTo>
                  <a:lnTo>
                    <a:pt x="1938668" y="90303"/>
                  </a:lnTo>
                  <a:lnTo>
                    <a:pt x="1884915" y="86051"/>
                  </a:lnTo>
                  <a:lnTo>
                    <a:pt x="1831301" y="82169"/>
                  </a:lnTo>
                  <a:lnTo>
                    <a:pt x="1777275" y="78655"/>
                  </a:lnTo>
                  <a:lnTo>
                    <a:pt x="1768425" y="78119"/>
                  </a:lnTo>
                  <a:lnTo>
                    <a:pt x="1718695" y="75318"/>
                  </a:lnTo>
                  <a:lnTo>
                    <a:pt x="1667242" y="72803"/>
                  </a:lnTo>
                  <a:lnTo>
                    <a:pt x="1613237" y="70559"/>
                  </a:lnTo>
                  <a:lnTo>
                    <a:pt x="1555757" y="68559"/>
                  </a:lnTo>
                  <a:lnTo>
                    <a:pt x="1493864" y="66777"/>
                  </a:lnTo>
                  <a:lnTo>
                    <a:pt x="1426686" y="65184"/>
                  </a:lnTo>
                  <a:lnTo>
                    <a:pt x="1353531" y="63756"/>
                  </a:lnTo>
                  <a:lnTo>
                    <a:pt x="1274020" y="62476"/>
                  </a:lnTo>
                  <a:lnTo>
                    <a:pt x="1188282" y="61329"/>
                  </a:lnTo>
                  <a:lnTo>
                    <a:pt x="1097167" y="60307"/>
                  </a:lnTo>
                  <a:lnTo>
                    <a:pt x="1002463" y="59407"/>
                  </a:lnTo>
                  <a:lnTo>
                    <a:pt x="907017" y="58631"/>
                  </a:lnTo>
                  <a:lnTo>
                    <a:pt x="814669" y="57980"/>
                  </a:lnTo>
                  <a:lnTo>
                    <a:pt x="729881" y="57458"/>
                  </a:lnTo>
                  <a:lnTo>
                    <a:pt x="657043" y="57062"/>
                  </a:lnTo>
                  <a:lnTo>
                    <a:pt x="599587" y="56784"/>
                  </a:lnTo>
                  <a:lnTo>
                    <a:pt x="559151" y="56609"/>
                  </a:lnTo>
                  <a:lnTo>
                    <a:pt x="535087" y="56516"/>
                  </a:lnTo>
                  <a:lnTo>
                    <a:pt x="524422" y="56479"/>
                  </a:lnTo>
                  <a:lnTo>
                    <a:pt x="522133" y="56471"/>
                  </a:lnTo>
                  <a:lnTo>
                    <a:pt x="0" y="56471"/>
                  </a:lnTo>
                  <a:close/>
                </a:path>
              </a:pathLst>
            </a:custGeom>
            <a:solidFill>
              <a:srgbClr val="F1C40F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1896" name="pl1896"/>
            <p:cNvSpPr/>
            <p:nvPr/>
          </p:nvSpPr>
          <p:spPr>
            <a:xfrm>
              <a:off x="386606" y="5782342"/>
              <a:ext cx="8554953" cy="186356"/>
            </a:xfrm>
            <a:custGeom>
              <a:avLst/>
              <a:pathLst>
                <a:path w="8554953" h="186356">
                  <a:moveTo>
                    <a:pt x="0" y="56471"/>
                  </a:moveTo>
                  <a:lnTo>
                    <a:pt x="522133" y="56471"/>
                  </a:lnTo>
                  <a:lnTo>
                    <a:pt x="523403" y="56475"/>
                  </a:lnTo>
                  <a:lnTo>
                    <a:pt x="531702" y="56504"/>
                  </a:lnTo>
                  <a:lnTo>
                    <a:pt x="552450" y="56582"/>
                  </a:lnTo>
                  <a:lnTo>
                    <a:pt x="589102" y="56737"/>
                  </a:lnTo>
                  <a:lnTo>
                    <a:pt x="642837" y="56990"/>
                  </a:lnTo>
                  <a:lnTo>
                    <a:pt x="712497" y="57359"/>
                  </a:lnTo>
                  <a:lnTo>
                    <a:pt x="794987" y="57853"/>
                  </a:lnTo>
                  <a:lnTo>
                    <a:pt x="886049" y="58475"/>
                  </a:lnTo>
                  <a:lnTo>
                    <a:pt x="981168" y="59224"/>
                  </a:lnTo>
                  <a:lnTo>
                    <a:pt x="1076321" y="60096"/>
                  </a:lnTo>
                  <a:lnTo>
                    <a:pt x="1168426" y="61091"/>
                  </a:lnTo>
                  <a:lnTo>
                    <a:pt x="1255464" y="62210"/>
                  </a:lnTo>
                  <a:lnTo>
                    <a:pt x="1336393" y="63459"/>
                  </a:lnTo>
                  <a:lnTo>
                    <a:pt x="1410945" y="64852"/>
                  </a:lnTo>
                  <a:lnTo>
                    <a:pt x="1479401" y="66407"/>
                  </a:lnTo>
                  <a:lnTo>
                    <a:pt x="1542399" y="68145"/>
                  </a:lnTo>
                  <a:lnTo>
                    <a:pt x="1600781" y="70094"/>
                  </a:lnTo>
                  <a:lnTo>
                    <a:pt x="1655477" y="72281"/>
                  </a:lnTo>
                  <a:lnTo>
                    <a:pt x="1707422" y="74734"/>
                  </a:lnTo>
                  <a:lnTo>
                    <a:pt x="1757472" y="77471"/>
                  </a:lnTo>
                  <a:lnTo>
                    <a:pt x="1768425" y="78119"/>
                  </a:lnTo>
                  <a:lnTo>
                    <a:pt x="1822584" y="81575"/>
                  </a:lnTo>
                  <a:lnTo>
                    <a:pt x="1876222" y="85396"/>
                  </a:lnTo>
                  <a:lnTo>
                    <a:pt x="1929924" y="89588"/>
                  </a:lnTo>
                  <a:lnTo>
                    <a:pt x="1984078" y="94142"/>
                  </a:lnTo>
                  <a:lnTo>
                    <a:pt x="2038907" y="99033"/>
                  </a:lnTo>
                  <a:lnTo>
                    <a:pt x="2094481" y="104222"/>
                  </a:lnTo>
                  <a:lnTo>
                    <a:pt x="2150746" y="109653"/>
                  </a:lnTo>
                  <a:lnTo>
                    <a:pt x="2207543" y="115255"/>
                  </a:lnTo>
                  <a:lnTo>
                    <a:pt x="2264636" y="120950"/>
                  </a:lnTo>
                  <a:lnTo>
                    <a:pt x="2321753" y="126652"/>
                  </a:lnTo>
                  <a:lnTo>
                    <a:pt x="2378615" y="132276"/>
                  </a:lnTo>
                  <a:lnTo>
                    <a:pt x="2434980" y="137739"/>
                  </a:lnTo>
                  <a:lnTo>
                    <a:pt x="2490673" y="142971"/>
                  </a:lnTo>
                  <a:lnTo>
                    <a:pt x="2545621" y="147914"/>
                  </a:lnTo>
                  <a:lnTo>
                    <a:pt x="2599874" y="152525"/>
                  </a:lnTo>
                  <a:lnTo>
                    <a:pt x="2653627" y="156776"/>
                  </a:lnTo>
                  <a:lnTo>
                    <a:pt x="2707241" y="160658"/>
                  </a:lnTo>
                  <a:lnTo>
                    <a:pt x="2761267" y="164172"/>
                  </a:lnTo>
                  <a:lnTo>
                    <a:pt x="2770117" y="164709"/>
                  </a:lnTo>
                  <a:lnTo>
                    <a:pt x="2819847" y="167509"/>
                  </a:lnTo>
                  <a:lnTo>
                    <a:pt x="2871301" y="170024"/>
                  </a:lnTo>
                  <a:lnTo>
                    <a:pt x="2925305" y="172269"/>
                  </a:lnTo>
                  <a:lnTo>
                    <a:pt x="2982785" y="174268"/>
                  </a:lnTo>
                  <a:lnTo>
                    <a:pt x="3044679" y="176051"/>
                  </a:lnTo>
                  <a:lnTo>
                    <a:pt x="3111856" y="177644"/>
                  </a:lnTo>
                  <a:lnTo>
                    <a:pt x="3185011" y="179071"/>
                  </a:lnTo>
                  <a:lnTo>
                    <a:pt x="3264522" y="180351"/>
                  </a:lnTo>
                  <a:lnTo>
                    <a:pt x="3350260" y="181498"/>
                  </a:lnTo>
                  <a:lnTo>
                    <a:pt x="3441375" y="182520"/>
                  </a:lnTo>
                  <a:lnTo>
                    <a:pt x="3536079" y="183420"/>
                  </a:lnTo>
                  <a:lnTo>
                    <a:pt x="3631525" y="184197"/>
                  </a:lnTo>
                  <a:lnTo>
                    <a:pt x="3723873" y="184847"/>
                  </a:lnTo>
                  <a:lnTo>
                    <a:pt x="3808661" y="185370"/>
                  </a:lnTo>
                  <a:lnTo>
                    <a:pt x="3881499" y="185766"/>
                  </a:lnTo>
                  <a:lnTo>
                    <a:pt x="3938955" y="186043"/>
                  </a:lnTo>
                  <a:lnTo>
                    <a:pt x="3979391" y="186218"/>
                  </a:lnTo>
                  <a:lnTo>
                    <a:pt x="4003455" y="186311"/>
                  </a:lnTo>
                  <a:lnTo>
                    <a:pt x="4014120" y="186349"/>
                  </a:lnTo>
                  <a:lnTo>
                    <a:pt x="4016395" y="186356"/>
                  </a:lnTo>
                  <a:lnTo>
                    <a:pt x="4016409" y="186356"/>
                  </a:lnTo>
                  <a:lnTo>
                    <a:pt x="4538543" y="186356"/>
                  </a:lnTo>
                  <a:lnTo>
                    <a:pt x="4539812" y="186350"/>
                  </a:lnTo>
                  <a:lnTo>
                    <a:pt x="4548110" y="186310"/>
                  </a:lnTo>
                  <a:lnTo>
                    <a:pt x="4568853" y="186197"/>
                  </a:lnTo>
                  <a:lnTo>
                    <a:pt x="4605498" y="185975"/>
                  </a:lnTo>
                  <a:lnTo>
                    <a:pt x="4659222" y="185612"/>
                  </a:lnTo>
                  <a:lnTo>
                    <a:pt x="4728870" y="185083"/>
                  </a:lnTo>
                  <a:lnTo>
                    <a:pt x="4811348" y="184374"/>
                  </a:lnTo>
                  <a:lnTo>
                    <a:pt x="4902399" y="183482"/>
                  </a:lnTo>
                  <a:lnTo>
                    <a:pt x="4997509" y="182407"/>
                  </a:lnTo>
                  <a:lnTo>
                    <a:pt x="5092656" y="181156"/>
                  </a:lnTo>
                  <a:lnTo>
                    <a:pt x="5184757" y="179729"/>
                  </a:lnTo>
                  <a:lnTo>
                    <a:pt x="5271793" y="178124"/>
                  </a:lnTo>
                  <a:lnTo>
                    <a:pt x="5352722" y="176332"/>
                  </a:lnTo>
                  <a:lnTo>
                    <a:pt x="5427275" y="174333"/>
                  </a:lnTo>
                  <a:lnTo>
                    <a:pt x="5495732" y="172104"/>
                  </a:lnTo>
                  <a:lnTo>
                    <a:pt x="5558732" y="169610"/>
                  </a:lnTo>
                  <a:lnTo>
                    <a:pt x="5617114" y="166815"/>
                  </a:lnTo>
                  <a:lnTo>
                    <a:pt x="5671811" y="163677"/>
                  </a:lnTo>
                  <a:lnTo>
                    <a:pt x="5723754" y="160158"/>
                  </a:lnTo>
                  <a:lnTo>
                    <a:pt x="5773803" y="156233"/>
                  </a:lnTo>
                  <a:lnTo>
                    <a:pt x="5784835" y="155297"/>
                  </a:lnTo>
                  <a:lnTo>
                    <a:pt x="5838889" y="150348"/>
                  </a:lnTo>
                  <a:lnTo>
                    <a:pt x="5892423" y="144878"/>
                  </a:lnTo>
                  <a:lnTo>
                    <a:pt x="5946018" y="138877"/>
                  </a:lnTo>
                  <a:lnTo>
                    <a:pt x="6000063" y="132360"/>
                  </a:lnTo>
                  <a:lnTo>
                    <a:pt x="6054777" y="125359"/>
                  </a:lnTo>
                  <a:lnTo>
                    <a:pt x="6110236" y="117933"/>
                  </a:lnTo>
                  <a:lnTo>
                    <a:pt x="6166383" y="110161"/>
                  </a:lnTo>
                  <a:lnTo>
                    <a:pt x="6223062" y="102141"/>
                  </a:lnTo>
                  <a:lnTo>
                    <a:pt x="6280042" y="93987"/>
                  </a:lnTo>
                  <a:lnTo>
                    <a:pt x="6337049" y="85820"/>
                  </a:lnTo>
                  <a:lnTo>
                    <a:pt x="6393808" y="77764"/>
                  </a:lnTo>
                  <a:lnTo>
                    <a:pt x="6450075" y="69935"/>
                  </a:lnTo>
                  <a:lnTo>
                    <a:pt x="6505678" y="62433"/>
                  </a:lnTo>
                  <a:lnTo>
                    <a:pt x="6560538" y="55343"/>
                  </a:lnTo>
                  <a:lnTo>
                    <a:pt x="6614703" y="48727"/>
                  </a:lnTo>
                  <a:lnTo>
                    <a:pt x="6668361" y="42623"/>
                  </a:lnTo>
                  <a:lnTo>
                    <a:pt x="6721868" y="37047"/>
                  </a:lnTo>
                  <a:lnTo>
                    <a:pt x="6775763" y="31997"/>
                  </a:lnTo>
                  <a:lnTo>
                    <a:pt x="6786527" y="31059"/>
                  </a:lnTo>
                  <a:lnTo>
                    <a:pt x="6836253" y="27041"/>
                  </a:lnTo>
                  <a:lnTo>
                    <a:pt x="6887702" y="23433"/>
                  </a:lnTo>
                  <a:lnTo>
                    <a:pt x="6941702" y="20213"/>
                  </a:lnTo>
                  <a:lnTo>
                    <a:pt x="6999176" y="17344"/>
                  </a:lnTo>
                  <a:lnTo>
                    <a:pt x="7061063" y="14787"/>
                  </a:lnTo>
                  <a:lnTo>
                    <a:pt x="7128232" y="12501"/>
                  </a:lnTo>
                  <a:lnTo>
                    <a:pt x="7201379" y="10453"/>
                  </a:lnTo>
                  <a:lnTo>
                    <a:pt x="7280879" y="8616"/>
                  </a:lnTo>
                  <a:lnTo>
                    <a:pt x="7366607" y="6970"/>
                  </a:lnTo>
                  <a:lnTo>
                    <a:pt x="7457710" y="5504"/>
                  </a:lnTo>
                  <a:lnTo>
                    <a:pt x="7552405" y="4213"/>
                  </a:lnTo>
                  <a:lnTo>
                    <a:pt x="7647844" y="3099"/>
                  </a:lnTo>
                  <a:lnTo>
                    <a:pt x="7740190" y="2165"/>
                  </a:lnTo>
                  <a:lnTo>
                    <a:pt x="7824982" y="1416"/>
                  </a:lnTo>
                  <a:lnTo>
                    <a:pt x="7897830" y="847"/>
                  </a:lnTo>
                  <a:lnTo>
                    <a:pt x="7955302" y="449"/>
                  </a:lnTo>
                  <a:lnTo>
                    <a:pt x="7995758" y="198"/>
                  </a:lnTo>
                  <a:lnTo>
                    <a:pt x="8019841" y="64"/>
                  </a:lnTo>
                  <a:lnTo>
                    <a:pt x="8030521" y="10"/>
                  </a:lnTo>
                  <a:lnTo>
                    <a:pt x="8032804" y="0"/>
                  </a:lnTo>
                  <a:lnTo>
                    <a:pt x="8032819" y="0"/>
                  </a:lnTo>
                  <a:lnTo>
                    <a:pt x="8554953" y="0"/>
                  </a:lnTo>
                  <a:lnTo>
                    <a:pt x="8554953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897" name="pl1897"/>
            <p:cNvSpPr/>
            <p:nvPr/>
          </p:nvSpPr>
          <p:spPr>
            <a:xfrm>
              <a:off x="386606" y="5776695"/>
              <a:ext cx="8554953" cy="186356"/>
            </a:xfrm>
            <a:custGeom>
              <a:avLst/>
              <a:pathLst>
                <a:path w="8554953" h="186356">
                  <a:moveTo>
                    <a:pt x="8554953" y="0"/>
                  </a:moveTo>
                  <a:lnTo>
                    <a:pt x="8032819" y="0"/>
                  </a:lnTo>
                  <a:lnTo>
                    <a:pt x="8031550" y="5"/>
                  </a:lnTo>
                  <a:lnTo>
                    <a:pt x="8023252" y="46"/>
                  </a:lnTo>
                  <a:lnTo>
                    <a:pt x="8002509" y="159"/>
                  </a:lnTo>
                  <a:lnTo>
                    <a:pt x="7965864" y="381"/>
                  </a:lnTo>
                  <a:lnTo>
                    <a:pt x="7912140" y="744"/>
                  </a:lnTo>
                  <a:lnTo>
                    <a:pt x="7842492" y="1273"/>
                  </a:lnTo>
                  <a:lnTo>
                    <a:pt x="7760014" y="1981"/>
                  </a:lnTo>
                  <a:lnTo>
                    <a:pt x="7668963" y="2874"/>
                  </a:lnTo>
                  <a:lnTo>
                    <a:pt x="7573853" y="3948"/>
                  </a:lnTo>
                  <a:lnTo>
                    <a:pt x="7478706" y="5200"/>
                  </a:lnTo>
                  <a:lnTo>
                    <a:pt x="7386605" y="6627"/>
                  </a:lnTo>
                  <a:lnTo>
                    <a:pt x="7299569" y="8231"/>
                  </a:lnTo>
                  <a:lnTo>
                    <a:pt x="7218640" y="10024"/>
                  </a:lnTo>
                  <a:lnTo>
                    <a:pt x="7144087" y="12022"/>
                  </a:lnTo>
                  <a:lnTo>
                    <a:pt x="7075630" y="14252"/>
                  </a:lnTo>
                  <a:lnTo>
                    <a:pt x="7012630" y="16745"/>
                  </a:lnTo>
                  <a:lnTo>
                    <a:pt x="6954248" y="19541"/>
                  </a:lnTo>
                  <a:lnTo>
                    <a:pt x="6899551" y="22679"/>
                  </a:lnTo>
                  <a:lnTo>
                    <a:pt x="6847607" y="26197"/>
                  </a:lnTo>
                  <a:lnTo>
                    <a:pt x="6797559" y="30123"/>
                  </a:lnTo>
                  <a:lnTo>
                    <a:pt x="6786527" y="31059"/>
                  </a:lnTo>
                  <a:lnTo>
                    <a:pt x="6732473" y="36007"/>
                  </a:lnTo>
                  <a:lnTo>
                    <a:pt x="6678939" y="41478"/>
                  </a:lnTo>
                  <a:lnTo>
                    <a:pt x="6625344" y="47479"/>
                  </a:lnTo>
                  <a:lnTo>
                    <a:pt x="6571299" y="53996"/>
                  </a:lnTo>
                  <a:lnTo>
                    <a:pt x="6516585" y="60996"/>
                  </a:lnTo>
                  <a:lnTo>
                    <a:pt x="6461126" y="68422"/>
                  </a:lnTo>
                  <a:lnTo>
                    <a:pt x="6404979" y="76195"/>
                  </a:lnTo>
                  <a:lnTo>
                    <a:pt x="6348300" y="84215"/>
                  </a:lnTo>
                  <a:lnTo>
                    <a:pt x="6291320" y="92369"/>
                  </a:lnTo>
                  <a:lnTo>
                    <a:pt x="6234313" y="100535"/>
                  </a:lnTo>
                  <a:lnTo>
                    <a:pt x="6177554" y="108591"/>
                  </a:lnTo>
                  <a:lnTo>
                    <a:pt x="6121287" y="116421"/>
                  </a:lnTo>
                  <a:lnTo>
                    <a:pt x="6065684" y="123922"/>
                  </a:lnTo>
                  <a:lnTo>
                    <a:pt x="6010824" y="131012"/>
                  </a:lnTo>
                  <a:lnTo>
                    <a:pt x="5956659" y="137629"/>
                  </a:lnTo>
                  <a:lnTo>
                    <a:pt x="5903000" y="143733"/>
                  </a:lnTo>
                  <a:lnTo>
                    <a:pt x="5849494" y="149309"/>
                  </a:lnTo>
                  <a:lnTo>
                    <a:pt x="5795599" y="154359"/>
                  </a:lnTo>
                  <a:lnTo>
                    <a:pt x="5784835" y="155297"/>
                  </a:lnTo>
                  <a:lnTo>
                    <a:pt x="5735109" y="159315"/>
                  </a:lnTo>
                  <a:lnTo>
                    <a:pt x="5683660" y="162923"/>
                  </a:lnTo>
                  <a:lnTo>
                    <a:pt x="5629660" y="166143"/>
                  </a:lnTo>
                  <a:lnTo>
                    <a:pt x="5572186" y="169011"/>
                  </a:lnTo>
                  <a:lnTo>
                    <a:pt x="5510299" y="171569"/>
                  </a:lnTo>
                  <a:lnTo>
                    <a:pt x="5443130" y="173855"/>
                  </a:lnTo>
                  <a:lnTo>
                    <a:pt x="5369983" y="175902"/>
                  </a:lnTo>
                  <a:lnTo>
                    <a:pt x="5290483" y="177739"/>
                  </a:lnTo>
                  <a:lnTo>
                    <a:pt x="5204755" y="179385"/>
                  </a:lnTo>
                  <a:lnTo>
                    <a:pt x="5113652" y="180851"/>
                  </a:lnTo>
                  <a:lnTo>
                    <a:pt x="5018957" y="182142"/>
                  </a:lnTo>
                  <a:lnTo>
                    <a:pt x="4923518" y="183257"/>
                  </a:lnTo>
                  <a:lnTo>
                    <a:pt x="4831172" y="184190"/>
                  </a:lnTo>
                  <a:lnTo>
                    <a:pt x="4746380" y="184940"/>
                  </a:lnTo>
                  <a:lnTo>
                    <a:pt x="4673532" y="185508"/>
                  </a:lnTo>
                  <a:lnTo>
                    <a:pt x="4616060" y="185907"/>
                  </a:lnTo>
                  <a:lnTo>
                    <a:pt x="4575604" y="186158"/>
                  </a:lnTo>
                  <a:lnTo>
                    <a:pt x="4551521" y="186292"/>
                  </a:lnTo>
                  <a:lnTo>
                    <a:pt x="4540840" y="186346"/>
                  </a:lnTo>
                  <a:lnTo>
                    <a:pt x="4538558" y="186356"/>
                  </a:lnTo>
                  <a:lnTo>
                    <a:pt x="4538543" y="186356"/>
                  </a:lnTo>
                  <a:lnTo>
                    <a:pt x="4016409" y="186356"/>
                  </a:lnTo>
                  <a:lnTo>
                    <a:pt x="4015140" y="186352"/>
                  </a:lnTo>
                  <a:lnTo>
                    <a:pt x="4006840" y="186324"/>
                  </a:lnTo>
                  <a:lnTo>
                    <a:pt x="3986092" y="186245"/>
                  </a:lnTo>
                  <a:lnTo>
                    <a:pt x="3949440" y="186090"/>
                  </a:lnTo>
                  <a:lnTo>
                    <a:pt x="3895705" y="185837"/>
                  </a:lnTo>
                  <a:lnTo>
                    <a:pt x="3826045" y="185468"/>
                  </a:lnTo>
                  <a:lnTo>
                    <a:pt x="3743555" y="184974"/>
                  </a:lnTo>
                  <a:lnTo>
                    <a:pt x="3652493" y="184352"/>
                  </a:lnTo>
                  <a:lnTo>
                    <a:pt x="3557374" y="183603"/>
                  </a:lnTo>
                  <a:lnTo>
                    <a:pt x="3462221" y="182731"/>
                  </a:lnTo>
                  <a:lnTo>
                    <a:pt x="3370117" y="181736"/>
                  </a:lnTo>
                  <a:lnTo>
                    <a:pt x="3283079" y="180618"/>
                  </a:lnTo>
                  <a:lnTo>
                    <a:pt x="3202149" y="179368"/>
                  </a:lnTo>
                  <a:lnTo>
                    <a:pt x="3127598" y="177975"/>
                  </a:lnTo>
                  <a:lnTo>
                    <a:pt x="3059141" y="176421"/>
                  </a:lnTo>
                  <a:lnTo>
                    <a:pt x="2996143" y="174682"/>
                  </a:lnTo>
                  <a:lnTo>
                    <a:pt x="2937761" y="172734"/>
                  </a:lnTo>
                  <a:lnTo>
                    <a:pt x="2883065" y="170546"/>
                  </a:lnTo>
                  <a:lnTo>
                    <a:pt x="2831120" y="168093"/>
                  </a:lnTo>
                  <a:lnTo>
                    <a:pt x="2781071" y="165357"/>
                  </a:lnTo>
                  <a:lnTo>
                    <a:pt x="2770117" y="164709"/>
                  </a:lnTo>
                  <a:lnTo>
                    <a:pt x="2715958" y="161253"/>
                  </a:lnTo>
                  <a:lnTo>
                    <a:pt x="2662320" y="157431"/>
                  </a:lnTo>
                  <a:lnTo>
                    <a:pt x="2608618" y="153239"/>
                  </a:lnTo>
                  <a:lnTo>
                    <a:pt x="2554464" y="148685"/>
                  </a:lnTo>
                  <a:lnTo>
                    <a:pt x="2499636" y="143794"/>
                  </a:lnTo>
                  <a:lnTo>
                    <a:pt x="2444061" y="138605"/>
                  </a:lnTo>
                  <a:lnTo>
                    <a:pt x="2387796" y="133175"/>
                  </a:lnTo>
                  <a:lnTo>
                    <a:pt x="2330999" y="127572"/>
                  </a:lnTo>
                  <a:lnTo>
                    <a:pt x="2273906" y="121877"/>
                  </a:lnTo>
                  <a:lnTo>
                    <a:pt x="2216789" y="116175"/>
                  </a:lnTo>
                  <a:lnTo>
                    <a:pt x="2159927" y="110552"/>
                  </a:lnTo>
                  <a:lnTo>
                    <a:pt x="2103563" y="105088"/>
                  </a:lnTo>
                  <a:lnTo>
                    <a:pt x="2047869" y="99856"/>
                  </a:lnTo>
                  <a:lnTo>
                    <a:pt x="1992921" y="94913"/>
                  </a:lnTo>
                  <a:lnTo>
                    <a:pt x="1938668" y="90303"/>
                  </a:lnTo>
                  <a:lnTo>
                    <a:pt x="1884915" y="86051"/>
                  </a:lnTo>
                  <a:lnTo>
                    <a:pt x="1831301" y="82169"/>
                  </a:lnTo>
                  <a:lnTo>
                    <a:pt x="1777275" y="78655"/>
                  </a:lnTo>
                  <a:lnTo>
                    <a:pt x="1768425" y="78119"/>
                  </a:lnTo>
                  <a:lnTo>
                    <a:pt x="1718695" y="75318"/>
                  </a:lnTo>
                  <a:lnTo>
                    <a:pt x="1667242" y="72803"/>
                  </a:lnTo>
                  <a:lnTo>
                    <a:pt x="1613237" y="70559"/>
                  </a:lnTo>
                  <a:lnTo>
                    <a:pt x="1555757" y="68559"/>
                  </a:lnTo>
                  <a:lnTo>
                    <a:pt x="1493864" y="66777"/>
                  </a:lnTo>
                  <a:lnTo>
                    <a:pt x="1426686" y="65184"/>
                  </a:lnTo>
                  <a:lnTo>
                    <a:pt x="1353531" y="63756"/>
                  </a:lnTo>
                  <a:lnTo>
                    <a:pt x="1274020" y="62476"/>
                  </a:lnTo>
                  <a:lnTo>
                    <a:pt x="1188282" y="61329"/>
                  </a:lnTo>
                  <a:lnTo>
                    <a:pt x="1097167" y="60307"/>
                  </a:lnTo>
                  <a:lnTo>
                    <a:pt x="1002463" y="59407"/>
                  </a:lnTo>
                  <a:lnTo>
                    <a:pt x="907017" y="58631"/>
                  </a:lnTo>
                  <a:lnTo>
                    <a:pt x="814669" y="57980"/>
                  </a:lnTo>
                  <a:lnTo>
                    <a:pt x="729881" y="57458"/>
                  </a:lnTo>
                  <a:lnTo>
                    <a:pt x="657043" y="57062"/>
                  </a:lnTo>
                  <a:lnTo>
                    <a:pt x="599587" y="56784"/>
                  </a:lnTo>
                  <a:lnTo>
                    <a:pt x="559151" y="56609"/>
                  </a:lnTo>
                  <a:lnTo>
                    <a:pt x="535087" y="56516"/>
                  </a:lnTo>
                  <a:lnTo>
                    <a:pt x="524422" y="56479"/>
                  </a:lnTo>
                  <a:lnTo>
                    <a:pt x="522147" y="56471"/>
                  </a:lnTo>
                  <a:lnTo>
                    <a:pt x="522133" y="56471"/>
                  </a:lnTo>
                  <a:lnTo>
                    <a:pt x="0" y="56471"/>
                  </a:lnTo>
                  <a:lnTo>
                    <a:pt x="0" y="56471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898" name="pg1898"/>
            <p:cNvSpPr/>
            <p:nvPr/>
          </p:nvSpPr>
          <p:spPr>
            <a:xfrm>
              <a:off x="386606" y="2789341"/>
              <a:ext cx="8554953" cy="3021236"/>
            </a:xfrm>
            <a:custGeom>
              <a:avLst/>
              <a:pathLst>
                <a:path w="8554953" h="3021236">
                  <a:moveTo>
                    <a:pt x="0" y="3021236"/>
                  </a:moveTo>
                  <a:lnTo>
                    <a:pt x="522133" y="3021236"/>
                  </a:lnTo>
                  <a:lnTo>
                    <a:pt x="523270" y="3021153"/>
                  </a:lnTo>
                  <a:lnTo>
                    <a:pt x="530720" y="3020563"/>
                  </a:lnTo>
                  <a:lnTo>
                    <a:pt x="549415" y="3018933"/>
                  </a:lnTo>
                  <a:lnTo>
                    <a:pt x="582620" y="3015726"/>
                  </a:lnTo>
                  <a:lnTo>
                    <a:pt x="631661" y="3010462"/>
                  </a:lnTo>
                  <a:lnTo>
                    <a:pt x="695836" y="3002766"/>
                  </a:lnTo>
                  <a:lnTo>
                    <a:pt x="772677" y="2992404"/>
                  </a:lnTo>
                  <a:lnTo>
                    <a:pt x="858548" y="2979285"/>
                  </a:lnTo>
                  <a:lnTo>
                    <a:pt x="949395" y="2963422"/>
                  </a:lnTo>
                  <a:lnTo>
                    <a:pt x="1041426" y="2944874"/>
                  </a:lnTo>
                  <a:lnTo>
                    <a:pt x="1131563" y="2923692"/>
                  </a:lnTo>
                  <a:lnTo>
                    <a:pt x="1217637" y="2899867"/>
                  </a:lnTo>
                  <a:lnTo>
                    <a:pt x="1298368" y="2873302"/>
                  </a:lnTo>
                  <a:lnTo>
                    <a:pt x="1373223" y="2843792"/>
                  </a:lnTo>
                  <a:lnTo>
                    <a:pt x="1442234" y="2811023"/>
                  </a:lnTo>
                  <a:lnTo>
                    <a:pt x="1505822" y="2774576"/>
                  </a:lnTo>
                  <a:lnTo>
                    <a:pt x="1564651" y="2733943"/>
                  </a:lnTo>
                  <a:lnTo>
                    <a:pt x="1619514" y="2688552"/>
                  </a:lnTo>
                  <a:lnTo>
                    <a:pt x="1671253" y="2637814"/>
                  </a:lnTo>
                  <a:lnTo>
                    <a:pt x="1720688" y="2581216"/>
                  </a:lnTo>
                  <a:lnTo>
                    <a:pt x="1768425" y="2518638"/>
                  </a:lnTo>
                  <a:lnTo>
                    <a:pt x="1804753" y="2465881"/>
                  </a:lnTo>
                  <a:lnTo>
                    <a:pt x="1840744" y="2409363"/>
                  </a:lnTo>
                  <a:lnTo>
                    <a:pt x="1876606" y="2349008"/>
                  </a:lnTo>
                  <a:lnTo>
                    <a:pt x="1912501" y="2284795"/>
                  </a:lnTo>
                  <a:lnTo>
                    <a:pt x="1948555" y="2216770"/>
                  </a:lnTo>
                  <a:lnTo>
                    <a:pt x="1984857" y="2145046"/>
                  </a:lnTo>
                  <a:lnTo>
                    <a:pt x="2021465" y="2069811"/>
                  </a:lnTo>
                  <a:lnTo>
                    <a:pt x="2058406" y="1991326"/>
                  </a:lnTo>
                  <a:lnTo>
                    <a:pt x="2095681" y="1909930"/>
                  </a:lnTo>
                  <a:lnTo>
                    <a:pt x="2133267" y="1826031"/>
                  </a:lnTo>
                  <a:lnTo>
                    <a:pt x="2171118" y="1740099"/>
                  </a:lnTo>
                  <a:lnTo>
                    <a:pt x="2209173" y="1652661"/>
                  </a:lnTo>
                  <a:lnTo>
                    <a:pt x="2247359" y="1564285"/>
                  </a:lnTo>
                  <a:lnTo>
                    <a:pt x="2285594" y="1475563"/>
                  </a:lnTo>
                  <a:lnTo>
                    <a:pt x="2323792" y="1387099"/>
                  </a:lnTo>
                  <a:lnTo>
                    <a:pt x="2361871" y="1299487"/>
                  </a:lnTo>
                  <a:lnTo>
                    <a:pt x="2399757" y="1213302"/>
                  </a:lnTo>
                  <a:lnTo>
                    <a:pt x="2437384" y="1129074"/>
                  </a:lnTo>
                  <a:lnTo>
                    <a:pt x="2474706" y="1047285"/>
                  </a:lnTo>
                  <a:lnTo>
                    <a:pt x="2511697" y="968352"/>
                  </a:lnTo>
                  <a:lnTo>
                    <a:pt x="2548352" y="892624"/>
                  </a:lnTo>
                  <a:lnTo>
                    <a:pt x="2584697" y="820373"/>
                  </a:lnTo>
                  <a:lnTo>
                    <a:pt x="2620782" y="751798"/>
                  </a:lnTo>
                  <a:lnTo>
                    <a:pt x="2656694" y="687024"/>
                  </a:lnTo>
                  <a:lnTo>
                    <a:pt x="2692551" y="626104"/>
                  </a:lnTo>
                  <a:lnTo>
                    <a:pt x="2728511" y="569028"/>
                  </a:lnTo>
                  <a:lnTo>
                    <a:pt x="2764775" y="515728"/>
                  </a:lnTo>
                  <a:lnTo>
                    <a:pt x="2770117" y="508245"/>
                  </a:lnTo>
                  <a:lnTo>
                    <a:pt x="2817986" y="445504"/>
                  </a:lnTo>
                  <a:lnTo>
                    <a:pt x="2867427" y="388922"/>
                  </a:lnTo>
                  <a:lnTo>
                    <a:pt x="2919173" y="338200"/>
                  </a:lnTo>
                  <a:lnTo>
                    <a:pt x="2974046" y="292822"/>
                  </a:lnTo>
                  <a:lnTo>
                    <a:pt x="3032887" y="252201"/>
                  </a:lnTo>
                  <a:lnTo>
                    <a:pt x="3096489" y="215766"/>
                  </a:lnTo>
                  <a:lnTo>
                    <a:pt x="3165516" y="183006"/>
                  </a:lnTo>
                  <a:lnTo>
                    <a:pt x="3240386" y="153504"/>
                  </a:lnTo>
                  <a:lnTo>
                    <a:pt x="3321133" y="126947"/>
                  </a:lnTo>
                  <a:lnTo>
                    <a:pt x="3407220" y="103129"/>
                  </a:lnTo>
                  <a:lnTo>
                    <a:pt x="3497366" y="81955"/>
                  </a:lnTo>
                  <a:lnTo>
                    <a:pt x="3589398" y="63414"/>
                  </a:lnTo>
                  <a:lnTo>
                    <a:pt x="3680237" y="47558"/>
                  </a:lnTo>
                  <a:lnTo>
                    <a:pt x="3766089" y="34446"/>
                  </a:lnTo>
                  <a:lnTo>
                    <a:pt x="3842900" y="24092"/>
                  </a:lnTo>
                  <a:lnTo>
                    <a:pt x="3907036" y="16403"/>
                  </a:lnTo>
                  <a:lnTo>
                    <a:pt x="3956034" y="11145"/>
                  </a:lnTo>
                  <a:lnTo>
                    <a:pt x="3989197" y="7944"/>
                  </a:lnTo>
                  <a:lnTo>
                    <a:pt x="4007856" y="6316"/>
                  </a:lnTo>
                  <a:lnTo>
                    <a:pt x="4015282" y="5729"/>
                  </a:lnTo>
                  <a:lnTo>
                    <a:pt x="4016409" y="5647"/>
                  </a:lnTo>
                  <a:lnTo>
                    <a:pt x="4538543" y="5647"/>
                  </a:lnTo>
                  <a:lnTo>
                    <a:pt x="4539774" y="5693"/>
                  </a:lnTo>
                  <a:lnTo>
                    <a:pt x="4547825" y="6024"/>
                  </a:lnTo>
                  <a:lnTo>
                    <a:pt x="4567976" y="6939"/>
                  </a:lnTo>
                  <a:lnTo>
                    <a:pt x="4603629" y="8737"/>
                  </a:lnTo>
                  <a:lnTo>
                    <a:pt x="4656010" y="11682"/>
                  </a:lnTo>
                  <a:lnTo>
                    <a:pt x="4724099" y="15977"/>
                  </a:lnTo>
                  <a:lnTo>
                    <a:pt x="4804986" y="21738"/>
                  </a:lnTo>
                  <a:lnTo>
                    <a:pt x="4894592" y="29006"/>
                  </a:lnTo>
                  <a:lnTo>
                    <a:pt x="4988530" y="37765"/>
                  </a:lnTo>
                  <a:lnTo>
                    <a:pt x="5082838" y="47981"/>
                  </a:lnTo>
                  <a:lnTo>
                    <a:pt x="5174426" y="59630"/>
                  </a:lnTo>
                  <a:lnTo>
                    <a:pt x="5261229" y="72732"/>
                  </a:lnTo>
                  <a:lnTo>
                    <a:pt x="5342132" y="87360"/>
                  </a:lnTo>
                  <a:lnTo>
                    <a:pt x="5416788" y="103648"/>
                  </a:lnTo>
                  <a:lnTo>
                    <a:pt x="5485409" y="121797"/>
                  </a:lnTo>
                  <a:lnTo>
                    <a:pt x="5548572" y="142060"/>
                  </a:lnTo>
                  <a:lnTo>
                    <a:pt x="5607066" y="164742"/>
                  </a:lnTo>
                  <a:lnTo>
                    <a:pt x="5661787" y="190170"/>
                  </a:lnTo>
                  <a:lnTo>
                    <a:pt x="5713645" y="218662"/>
                  </a:lnTo>
                  <a:lnTo>
                    <a:pt x="5763490" y="250457"/>
                  </a:lnTo>
                  <a:lnTo>
                    <a:pt x="5784835" y="265417"/>
                  </a:lnTo>
                  <a:lnTo>
                    <a:pt x="5830093" y="299731"/>
                  </a:lnTo>
                  <a:lnTo>
                    <a:pt x="5874910" y="337088"/>
                  </a:lnTo>
                  <a:lnTo>
                    <a:pt x="5919657" y="377543"/>
                  </a:lnTo>
                  <a:lnTo>
                    <a:pt x="5964603" y="421077"/>
                  </a:lnTo>
                  <a:lnTo>
                    <a:pt x="6009932" y="467584"/>
                  </a:lnTo>
                  <a:lnTo>
                    <a:pt x="6055749" y="516869"/>
                  </a:lnTo>
                  <a:lnTo>
                    <a:pt x="6102088" y="568640"/>
                  </a:lnTo>
                  <a:lnTo>
                    <a:pt x="6148922" y="622515"/>
                  </a:lnTo>
                  <a:lnTo>
                    <a:pt x="6196170" y="678031"/>
                  </a:lnTo>
                  <a:lnTo>
                    <a:pt x="6243710" y="734655"/>
                  </a:lnTo>
                  <a:lnTo>
                    <a:pt x="6291393" y="791809"/>
                  </a:lnTo>
                  <a:lnTo>
                    <a:pt x="6339057" y="848890"/>
                  </a:lnTo>
                  <a:lnTo>
                    <a:pt x="6386540" y="905300"/>
                  </a:lnTo>
                  <a:lnTo>
                    <a:pt x="6433698" y="960469"/>
                  </a:lnTo>
                  <a:lnTo>
                    <a:pt x="6480419" y="1013880"/>
                  </a:lnTo>
                  <a:lnTo>
                    <a:pt x="6526633" y="1065087"/>
                  </a:lnTo>
                  <a:lnTo>
                    <a:pt x="6572328" y="1113729"/>
                  </a:lnTo>
                  <a:lnTo>
                    <a:pt x="6617553" y="1159538"/>
                  </a:lnTo>
                  <a:lnTo>
                    <a:pt x="6662432" y="1202341"/>
                  </a:lnTo>
                  <a:lnTo>
                    <a:pt x="6707167" y="1242053"/>
                  </a:lnTo>
                  <a:lnTo>
                    <a:pt x="6752052" y="1278674"/>
                  </a:lnTo>
                  <a:lnTo>
                    <a:pt x="6786527" y="1304496"/>
                  </a:lnTo>
                  <a:lnTo>
                    <a:pt x="6835727" y="1337768"/>
                  </a:lnTo>
                  <a:lnTo>
                    <a:pt x="6886607" y="1367682"/>
                  </a:lnTo>
                  <a:lnTo>
                    <a:pt x="6939966" y="1394413"/>
                  </a:lnTo>
                  <a:lnTo>
                    <a:pt x="6996698" y="1418254"/>
                  </a:lnTo>
                  <a:lnTo>
                    <a:pt x="7057714" y="1439535"/>
                  </a:lnTo>
                  <a:lnTo>
                    <a:pt x="7123863" y="1458574"/>
                  </a:lnTo>
                  <a:lnTo>
                    <a:pt x="7195830" y="1475647"/>
                  </a:lnTo>
                  <a:lnTo>
                    <a:pt x="7274007" y="1490981"/>
                  </a:lnTo>
                  <a:lnTo>
                    <a:pt x="7358317" y="1504737"/>
                  </a:lnTo>
                  <a:lnTo>
                    <a:pt x="7448009" y="1517016"/>
                  </a:lnTo>
                  <a:lnTo>
                    <a:pt x="7541448" y="1527859"/>
                  </a:lnTo>
                  <a:lnTo>
                    <a:pt x="7635991" y="1537259"/>
                  </a:lnTo>
                  <a:lnTo>
                    <a:pt x="7728019" y="1545182"/>
                  </a:lnTo>
                  <a:lnTo>
                    <a:pt x="7813256" y="1551601"/>
                  </a:lnTo>
                  <a:lnTo>
                    <a:pt x="7887386" y="1556528"/>
                  </a:lnTo>
                  <a:lnTo>
                    <a:pt x="7946884" y="1560043"/>
                  </a:lnTo>
                  <a:lnTo>
                    <a:pt x="7989833" y="1562313"/>
                  </a:lnTo>
                  <a:lnTo>
                    <a:pt x="8016464" y="1563578"/>
                  </a:lnTo>
                  <a:lnTo>
                    <a:pt x="8029258" y="1564127"/>
                  </a:lnTo>
                  <a:lnTo>
                    <a:pt x="8032819" y="1564266"/>
                  </a:lnTo>
                  <a:lnTo>
                    <a:pt x="8554953" y="1564266"/>
                  </a:lnTo>
                  <a:lnTo>
                    <a:pt x="8554953" y="1558619"/>
                  </a:lnTo>
                  <a:lnTo>
                    <a:pt x="8032819" y="1558619"/>
                  </a:lnTo>
                  <a:lnTo>
                    <a:pt x="8031588" y="1558572"/>
                  </a:lnTo>
                  <a:lnTo>
                    <a:pt x="8023537" y="1558241"/>
                  </a:lnTo>
                  <a:lnTo>
                    <a:pt x="8003386" y="1557326"/>
                  </a:lnTo>
                  <a:lnTo>
                    <a:pt x="7967733" y="1555529"/>
                  </a:lnTo>
                  <a:lnTo>
                    <a:pt x="7915352" y="1552583"/>
                  </a:lnTo>
                  <a:lnTo>
                    <a:pt x="7847263" y="1548288"/>
                  </a:lnTo>
                  <a:lnTo>
                    <a:pt x="7766376" y="1542527"/>
                  </a:lnTo>
                  <a:lnTo>
                    <a:pt x="7676770" y="1535259"/>
                  </a:lnTo>
                  <a:lnTo>
                    <a:pt x="7582832" y="1526500"/>
                  </a:lnTo>
                  <a:lnTo>
                    <a:pt x="7488524" y="1516285"/>
                  </a:lnTo>
                  <a:lnTo>
                    <a:pt x="7396936" y="1504635"/>
                  </a:lnTo>
                  <a:lnTo>
                    <a:pt x="7310133" y="1491533"/>
                  </a:lnTo>
                  <a:lnTo>
                    <a:pt x="7229230" y="1476906"/>
                  </a:lnTo>
                  <a:lnTo>
                    <a:pt x="7154574" y="1460617"/>
                  </a:lnTo>
                  <a:lnTo>
                    <a:pt x="7085953" y="1442469"/>
                  </a:lnTo>
                  <a:lnTo>
                    <a:pt x="7022790" y="1422205"/>
                  </a:lnTo>
                  <a:lnTo>
                    <a:pt x="6964296" y="1399524"/>
                  </a:lnTo>
                  <a:lnTo>
                    <a:pt x="6909575" y="1374095"/>
                  </a:lnTo>
                  <a:lnTo>
                    <a:pt x="6857717" y="1345604"/>
                  </a:lnTo>
                  <a:lnTo>
                    <a:pt x="6807872" y="1313809"/>
                  </a:lnTo>
                  <a:lnTo>
                    <a:pt x="6786527" y="1298849"/>
                  </a:lnTo>
                  <a:lnTo>
                    <a:pt x="6741269" y="1264534"/>
                  </a:lnTo>
                  <a:lnTo>
                    <a:pt x="6696451" y="1227178"/>
                  </a:lnTo>
                  <a:lnTo>
                    <a:pt x="6651705" y="1186722"/>
                  </a:lnTo>
                  <a:lnTo>
                    <a:pt x="6606759" y="1143188"/>
                  </a:lnTo>
                  <a:lnTo>
                    <a:pt x="6561430" y="1096681"/>
                  </a:lnTo>
                  <a:lnTo>
                    <a:pt x="6515613" y="1047397"/>
                  </a:lnTo>
                  <a:lnTo>
                    <a:pt x="6469273" y="995626"/>
                  </a:lnTo>
                  <a:lnTo>
                    <a:pt x="6422440" y="941751"/>
                  </a:lnTo>
                  <a:lnTo>
                    <a:pt x="6375192" y="886235"/>
                  </a:lnTo>
                  <a:lnTo>
                    <a:pt x="6327652" y="829611"/>
                  </a:lnTo>
                  <a:lnTo>
                    <a:pt x="6279968" y="772457"/>
                  </a:lnTo>
                  <a:lnTo>
                    <a:pt x="6232305" y="715375"/>
                  </a:lnTo>
                  <a:lnTo>
                    <a:pt x="6184822" y="658965"/>
                  </a:lnTo>
                  <a:lnTo>
                    <a:pt x="6137663" y="603796"/>
                  </a:lnTo>
                  <a:lnTo>
                    <a:pt x="6090943" y="550385"/>
                  </a:lnTo>
                  <a:lnTo>
                    <a:pt x="6044729" y="499179"/>
                  </a:lnTo>
                  <a:lnTo>
                    <a:pt x="5999034" y="450537"/>
                  </a:lnTo>
                  <a:lnTo>
                    <a:pt x="5953809" y="404727"/>
                  </a:lnTo>
                  <a:lnTo>
                    <a:pt x="5908930" y="361924"/>
                  </a:lnTo>
                  <a:lnTo>
                    <a:pt x="5864195" y="322212"/>
                  </a:lnTo>
                  <a:lnTo>
                    <a:pt x="5819310" y="285592"/>
                  </a:lnTo>
                  <a:lnTo>
                    <a:pt x="5784835" y="259769"/>
                  </a:lnTo>
                  <a:lnTo>
                    <a:pt x="5735635" y="226498"/>
                  </a:lnTo>
                  <a:lnTo>
                    <a:pt x="5684755" y="196584"/>
                  </a:lnTo>
                  <a:lnTo>
                    <a:pt x="5631396" y="169852"/>
                  </a:lnTo>
                  <a:lnTo>
                    <a:pt x="5574664" y="146011"/>
                  </a:lnTo>
                  <a:lnTo>
                    <a:pt x="5513648" y="124730"/>
                  </a:lnTo>
                  <a:lnTo>
                    <a:pt x="5447499" y="105692"/>
                  </a:lnTo>
                  <a:lnTo>
                    <a:pt x="5375532" y="88618"/>
                  </a:lnTo>
                  <a:lnTo>
                    <a:pt x="5297355" y="73285"/>
                  </a:lnTo>
                  <a:lnTo>
                    <a:pt x="5213044" y="59529"/>
                  </a:lnTo>
                  <a:lnTo>
                    <a:pt x="5123353" y="47249"/>
                  </a:lnTo>
                  <a:lnTo>
                    <a:pt x="5029914" y="36406"/>
                  </a:lnTo>
                  <a:lnTo>
                    <a:pt x="4935371" y="27007"/>
                  </a:lnTo>
                  <a:lnTo>
                    <a:pt x="4843343" y="19083"/>
                  </a:lnTo>
                  <a:lnTo>
                    <a:pt x="4758105" y="12664"/>
                  </a:lnTo>
                  <a:lnTo>
                    <a:pt x="4683976" y="7738"/>
                  </a:lnTo>
                  <a:lnTo>
                    <a:pt x="4624478" y="4222"/>
                  </a:lnTo>
                  <a:lnTo>
                    <a:pt x="4581529" y="1952"/>
                  </a:lnTo>
                  <a:lnTo>
                    <a:pt x="4554898" y="687"/>
                  </a:lnTo>
                  <a:lnTo>
                    <a:pt x="4542104" y="138"/>
                  </a:lnTo>
                  <a:lnTo>
                    <a:pt x="4538543" y="0"/>
                  </a:lnTo>
                  <a:lnTo>
                    <a:pt x="4016409" y="0"/>
                  </a:lnTo>
                  <a:lnTo>
                    <a:pt x="4015273" y="82"/>
                  </a:lnTo>
                  <a:lnTo>
                    <a:pt x="4007823" y="672"/>
                  </a:lnTo>
                  <a:lnTo>
                    <a:pt x="3989127" y="2303"/>
                  </a:lnTo>
                  <a:lnTo>
                    <a:pt x="3955922" y="5509"/>
                  </a:lnTo>
                  <a:lnTo>
                    <a:pt x="3906881" y="10773"/>
                  </a:lnTo>
                  <a:lnTo>
                    <a:pt x="3842706" y="18470"/>
                  </a:lnTo>
                  <a:lnTo>
                    <a:pt x="3765865" y="28831"/>
                  </a:lnTo>
                  <a:lnTo>
                    <a:pt x="3679994" y="41950"/>
                  </a:lnTo>
                  <a:lnTo>
                    <a:pt x="3589147" y="57814"/>
                  </a:lnTo>
                  <a:lnTo>
                    <a:pt x="3497116" y="76362"/>
                  </a:lnTo>
                  <a:lnTo>
                    <a:pt x="3406979" y="97544"/>
                  </a:lnTo>
                  <a:lnTo>
                    <a:pt x="3320905" y="121368"/>
                  </a:lnTo>
                  <a:lnTo>
                    <a:pt x="3240174" y="147933"/>
                  </a:lnTo>
                  <a:lnTo>
                    <a:pt x="3165319" y="177444"/>
                  </a:lnTo>
                  <a:lnTo>
                    <a:pt x="3096308" y="210213"/>
                  </a:lnTo>
                  <a:lnTo>
                    <a:pt x="3032720" y="246659"/>
                  </a:lnTo>
                  <a:lnTo>
                    <a:pt x="2973891" y="287292"/>
                  </a:lnTo>
                  <a:lnTo>
                    <a:pt x="2919028" y="332684"/>
                  </a:lnTo>
                  <a:lnTo>
                    <a:pt x="2867290" y="383421"/>
                  </a:lnTo>
                  <a:lnTo>
                    <a:pt x="2817854" y="440019"/>
                  </a:lnTo>
                  <a:lnTo>
                    <a:pt x="2770117" y="502598"/>
                  </a:lnTo>
                  <a:lnTo>
                    <a:pt x="2733789" y="555355"/>
                  </a:lnTo>
                  <a:lnTo>
                    <a:pt x="2697798" y="611872"/>
                  </a:lnTo>
                  <a:lnTo>
                    <a:pt x="2661937" y="672228"/>
                  </a:lnTo>
                  <a:lnTo>
                    <a:pt x="2626041" y="736441"/>
                  </a:lnTo>
                  <a:lnTo>
                    <a:pt x="2589987" y="804466"/>
                  </a:lnTo>
                  <a:lnTo>
                    <a:pt x="2553685" y="876190"/>
                  </a:lnTo>
                  <a:lnTo>
                    <a:pt x="2517077" y="951425"/>
                  </a:lnTo>
                  <a:lnTo>
                    <a:pt x="2480136" y="1029909"/>
                  </a:lnTo>
                  <a:lnTo>
                    <a:pt x="2442861" y="1111305"/>
                  </a:lnTo>
                  <a:lnTo>
                    <a:pt x="2405276" y="1195205"/>
                  </a:lnTo>
                  <a:lnTo>
                    <a:pt x="2367425" y="1281137"/>
                  </a:lnTo>
                  <a:lnTo>
                    <a:pt x="2329369" y="1368574"/>
                  </a:lnTo>
                  <a:lnTo>
                    <a:pt x="2291183" y="1456951"/>
                  </a:lnTo>
                  <a:lnTo>
                    <a:pt x="2252948" y="1545673"/>
                  </a:lnTo>
                  <a:lnTo>
                    <a:pt x="2214750" y="1634137"/>
                  </a:lnTo>
                  <a:lnTo>
                    <a:pt x="2176671" y="1721748"/>
                  </a:lnTo>
                  <a:lnTo>
                    <a:pt x="2138786" y="1807934"/>
                  </a:lnTo>
                  <a:lnTo>
                    <a:pt x="2101158" y="1892162"/>
                  </a:lnTo>
                  <a:lnTo>
                    <a:pt x="2063836" y="1973951"/>
                  </a:lnTo>
                  <a:lnTo>
                    <a:pt x="2026846" y="2052883"/>
                  </a:lnTo>
                  <a:lnTo>
                    <a:pt x="1990190" y="2128612"/>
                  </a:lnTo>
                  <a:lnTo>
                    <a:pt x="1953846" y="2200863"/>
                  </a:lnTo>
                  <a:lnTo>
                    <a:pt x="1917760" y="2269438"/>
                  </a:lnTo>
                  <a:lnTo>
                    <a:pt x="1881848" y="2334212"/>
                  </a:lnTo>
                  <a:lnTo>
                    <a:pt x="1845991" y="2395132"/>
                  </a:lnTo>
                  <a:lnTo>
                    <a:pt x="1810031" y="2452207"/>
                  </a:lnTo>
                  <a:lnTo>
                    <a:pt x="1773767" y="2505507"/>
                  </a:lnTo>
                  <a:lnTo>
                    <a:pt x="1768425" y="2512991"/>
                  </a:lnTo>
                  <a:lnTo>
                    <a:pt x="1720556" y="2575732"/>
                  </a:lnTo>
                  <a:lnTo>
                    <a:pt x="1671115" y="2632313"/>
                  </a:lnTo>
                  <a:lnTo>
                    <a:pt x="1619369" y="2683035"/>
                  </a:lnTo>
                  <a:lnTo>
                    <a:pt x="1564496" y="2728413"/>
                  </a:lnTo>
                  <a:lnTo>
                    <a:pt x="1505656" y="2769034"/>
                  </a:lnTo>
                  <a:lnTo>
                    <a:pt x="1442053" y="2805470"/>
                  </a:lnTo>
                  <a:lnTo>
                    <a:pt x="1373027" y="2838230"/>
                  </a:lnTo>
                  <a:lnTo>
                    <a:pt x="1298156" y="2867731"/>
                  </a:lnTo>
                  <a:lnTo>
                    <a:pt x="1217409" y="2894289"/>
                  </a:lnTo>
                  <a:lnTo>
                    <a:pt x="1131322" y="2918106"/>
                  </a:lnTo>
                  <a:lnTo>
                    <a:pt x="1041176" y="2939281"/>
                  </a:lnTo>
                  <a:lnTo>
                    <a:pt x="949144" y="2957822"/>
                  </a:lnTo>
                  <a:lnTo>
                    <a:pt x="858305" y="2973678"/>
                  </a:lnTo>
                  <a:lnTo>
                    <a:pt x="772454" y="2986789"/>
                  </a:lnTo>
                  <a:lnTo>
                    <a:pt x="695643" y="2997143"/>
                  </a:lnTo>
                  <a:lnTo>
                    <a:pt x="631506" y="3004833"/>
                  </a:lnTo>
                  <a:lnTo>
                    <a:pt x="582508" y="3010090"/>
                  </a:lnTo>
                  <a:lnTo>
                    <a:pt x="549345" y="3013292"/>
                  </a:lnTo>
                  <a:lnTo>
                    <a:pt x="530686" y="3014919"/>
                  </a:lnTo>
                  <a:lnTo>
                    <a:pt x="523260" y="3015507"/>
                  </a:lnTo>
                  <a:lnTo>
                    <a:pt x="522133" y="3015589"/>
                  </a:lnTo>
                  <a:lnTo>
                    <a:pt x="0" y="3015589"/>
                  </a:lnTo>
                  <a:close/>
                </a:path>
              </a:pathLst>
            </a:custGeom>
            <a:solidFill>
              <a:srgbClr val="F1C40F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1899" name="pl1899"/>
            <p:cNvSpPr/>
            <p:nvPr/>
          </p:nvSpPr>
          <p:spPr>
            <a:xfrm>
              <a:off x="386606" y="2794989"/>
              <a:ext cx="8554953" cy="3015589"/>
            </a:xfrm>
            <a:custGeom>
              <a:avLst/>
              <a:pathLst>
                <a:path w="8554953" h="3015589">
                  <a:moveTo>
                    <a:pt x="0" y="3015589"/>
                  </a:moveTo>
                  <a:lnTo>
                    <a:pt x="522133" y="3015589"/>
                  </a:lnTo>
                  <a:lnTo>
                    <a:pt x="523270" y="3015506"/>
                  </a:lnTo>
                  <a:lnTo>
                    <a:pt x="530720" y="3014916"/>
                  </a:lnTo>
                  <a:lnTo>
                    <a:pt x="549415" y="3013285"/>
                  </a:lnTo>
                  <a:lnTo>
                    <a:pt x="582620" y="3010079"/>
                  </a:lnTo>
                  <a:lnTo>
                    <a:pt x="631661" y="3004815"/>
                  </a:lnTo>
                  <a:lnTo>
                    <a:pt x="695836" y="2997119"/>
                  </a:lnTo>
                  <a:lnTo>
                    <a:pt x="772677" y="2986757"/>
                  </a:lnTo>
                  <a:lnTo>
                    <a:pt x="858548" y="2973638"/>
                  </a:lnTo>
                  <a:lnTo>
                    <a:pt x="949395" y="2957775"/>
                  </a:lnTo>
                  <a:lnTo>
                    <a:pt x="1041426" y="2939227"/>
                  </a:lnTo>
                  <a:lnTo>
                    <a:pt x="1131563" y="2918045"/>
                  </a:lnTo>
                  <a:lnTo>
                    <a:pt x="1217637" y="2894220"/>
                  </a:lnTo>
                  <a:lnTo>
                    <a:pt x="1298368" y="2867655"/>
                  </a:lnTo>
                  <a:lnTo>
                    <a:pt x="1373223" y="2838145"/>
                  </a:lnTo>
                  <a:lnTo>
                    <a:pt x="1442234" y="2805376"/>
                  </a:lnTo>
                  <a:lnTo>
                    <a:pt x="1505822" y="2768929"/>
                  </a:lnTo>
                  <a:lnTo>
                    <a:pt x="1564651" y="2728296"/>
                  </a:lnTo>
                  <a:lnTo>
                    <a:pt x="1619514" y="2682905"/>
                  </a:lnTo>
                  <a:lnTo>
                    <a:pt x="1671253" y="2632167"/>
                  </a:lnTo>
                  <a:lnTo>
                    <a:pt x="1720688" y="2575569"/>
                  </a:lnTo>
                  <a:lnTo>
                    <a:pt x="1768425" y="2512991"/>
                  </a:lnTo>
                  <a:lnTo>
                    <a:pt x="1804753" y="2460234"/>
                  </a:lnTo>
                  <a:lnTo>
                    <a:pt x="1840744" y="2403716"/>
                  </a:lnTo>
                  <a:lnTo>
                    <a:pt x="1876606" y="2343360"/>
                  </a:lnTo>
                  <a:lnTo>
                    <a:pt x="1912501" y="2279148"/>
                  </a:lnTo>
                  <a:lnTo>
                    <a:pt x="1948555" y="2211123"/>
                  </a:lnTo>
                  <a:lnTo>
                    <a:pt x="1984857" y="2139399"/>
                  </a:lnTo>
                  <a:lnTo>
                    <a:pt x="2021465" y="2064163"/>
                  </a:lnTo>
                  <a:lnTo>
                    <a:pt x="2058406" y="1985679"/>
                  </a:lnTo>
                  <a:lnTo>
                    <a:pt x="2095681" y="1904283"/>
                  </a:lnTo>
                  <a:lnTo>
                    <a:pt x="2133267" y="1820383"/>
                  </a:lnTo>
                  <a:lnTo>
                    <a:pt x="2171118" y="1734452"/>
                  </a:lnTo>
                  <a:lnTo>
                    <a:pt x="2209173" y="1647014"/>
                  </a:lnTo>
                  <a:lnTo>
                    <a:pt x="2247359" y="1558638"/>
                  </a:lnTo>
                  <a:lnTo>
                    <a:pt x="2285594" y="1469916"/>
                  </a:lnTo>
                  <a:lnTo>
                    <a:pt x="2323792" y="1381451"/>
                  </a:lnTo>
                  <a:lnTo>
                    <a:pt x="2361871" y="1293840"/>
                  </a:lnTo>
                  <a:lnTo>
                    <a:pt x="2399757" y="1207655"/>
                  </a:lnTo>
                  <a:lnTo>
                    <a:pt x="2437384" y="1123427"/>
                  </a:lnTo>
                  <a:lnTo>
                    <a:pt x="2474706" y="1041638"/>
                  </a:lnTo>
                  <a:lnTo>
                    <a:pt x="2511697" y="962705"/>
                  </a:lnTo>
                  <a:lnTo>
                    <a:pt x="2548352" y="886976"/>
                  </a:lnTo>
                  <a:lnTo>
                    <a:pt x="2584697" y="814726"/>
                  </a:lnTo>
                  <a:lnTo>
                    <a:pt x="2620782" y="746151"/>
                  </a:lnTo>
                  <a:lnTo>
                    <a:pt x="2656694" y="681376"/>
                  </a:lnTo>
                  <a:lnTo>
                    <a:pt x="2692551" y="620457"/>
                  </a:lnTo>
                  <a:lnTo>
                    <a:pt x="2728511" y="563381"/>
                  </a:lnTo>
                  <a:lnTo>
                    <a:pt x="2764775" y="510081"/>
                  </a:lnTo>
                  <a:lnTo>
                    <a:pt x="2770117" y="502598"/>
                  </a:lnTo>
                  <a:lnTo>
                    <a:pt x="2817986" y="439857"/>
                  </a:lnTo>
                  <a:lnTo>
                    <a:pt x="2867427" y="383275"/>
                  </a:lnTo>
                  <a:lnTo>
                    <a:pt x="2919173" y="332553"/>
                  </a:lnTo>
                  <a:lnTo>
                    <a:pt x="2974046" y="287175"/>
                  </a:lnTo>
                  <a:lnTo>
                    <a:pt x="3032887" y="246554"/>
                  </a:lnTo>
                  <a:lnTo>
                    <a:pt x="3096489" y="210118"/>
                  </a:lnTo>
                  <a:lnTo>
                    <a:pt x="3165516" y="177359"/>
                  </a:lnTo>
                  <a:lnTo>
                    <a:pt x="3240386" y="147857"/>
                  </a:lnTo>
                  <a:lnTo>
                    <a:pt x="3321133" y="121299"/>
                  </a:lnTo>
                  <a:lnTo>
                    <a:pt x="3407220" y="97482"/>
                  </a:lnTo>
                  <a:lnTo>
                    <a:pt x="3497366" y="76307"/>
                  </a:lnTo>
                  <a:lnTo>
                    <a:pt x="3589398" y="57767"/>
                  </a:lnTo>
                  <a:lnTo>
                    <a:pt x="3680237" y="41911"/>
                  </a:lnTo>
                  <a:lnTo>
                    <a:pt x="3766089" y="28799"/>
                  </a:lnTo>
                  <a:lnTo>
                    <a:pt x="3842900" y="18445"/>
                  </a:lnTo>
                  <a:lnTo>
                    <a:pt x="3907036" y="10756"/>
                  </a:lnTo>
                  <a:lnTo>
                    <a:pt x="3956034" y="5498"/>
                  </a:lnTo>
                  <a:lnTo>
                    <a:pt x="3989197" y="2297"/>
                  </a:lnTo>
                  <a:lnTo>
                    <a:pt x="4007856" y="669"/>
                  </a:lnTo>
                  <a:lnTo>
                    <a:pt x="4015282" y="81"/>
                  </a:lnTo>
                  <a:lnTo>
                    <a:pt x="4016409" y="0"/>
                  </a:lnTo>
                  <a:lnTo>
                    <a:pt x="4538543" y="0"/>
                  </a:lnTo>
                  <a:lnTo>
                    <a:pt x="4539774" y="46"/>
                  </a:lnTo>
                  <a:lnTo>
                    <a:pt x="4547825" y="377"/>
                  </a:lnTo>
                  <a:lnTo>
                    <a:pt x="4567976" y="1292"/>
                  </a:lnTo>
                  <a:lnTo>
                    <a:pt x="4603629" y="3090"/>
                  </a:lnTo>
                  <a:lnTo>
                    <a:pt x="4656010" y="6035"/>
                  </a:lnTo>
                  <a:lnTo>
                    <a:pt x="4724099" y="10330"/>
                  </a:lnTo>
                  <a:lnTo>
                    <a:pt x="4804986" y="16091"/>
                  </a:lnTo>
                  <a:lnTo>
                    <a:pt x="4894592" y="23359"/>
                  </a:lnTo>
                  <a:lnTo>
                    <a:pt x="4988530" y="32118"/>
                  </a:lnTo>
                  <a:lnTo>
                    <a:pt x="5082838" y="42333"/>
                  </a:lnTo>
                  <a:lnTo>
                    <a:pt x="5174426" y="53983"/>
                  </a:lnTo>
                  <a:lnTo>
                    <a:pt x="5261229" y="67085"/>
                  </a:lnTo>
                  <a:lnTo>
                    <a:pt x="5342132" y="81713"/>
                  </a:lnTo>
                  <a:lnTo>
                    <a:pt x="5416788" y="98001"/>
                  </a:lnTo>
                  <a:lnTo>
                    <a:pt x="5485409" y="116149"/>
                  </a:lnTo>
                  <a:lnTo>
                    <a:pt x="5548572" y="136413"/>
                  </a:lnTo>
                  <a:lnTo>
                    <a:pt x="5607066" y="159095"/>
                  </a:lnTo>
                  <a:lnTo>
                    <a:pt x="5661787" y="184523"/>
                  </a:lnTo>
                  <a:lnTo>
                    <a:pt x="5713645" y="213015"/>
                  </a:lnTo>
                  <a:lnTo>
                    <a:pt x="5763490" y="244810"/>
                  </a:lnTo>
                  <a:lnTo>
                    <a:pt x="5784835" y="259769"/>
                  </a:lnTo>
                  <a:lnTo>
                    <a:pt x="5830093" y="294084"/>
                  </a:lnTo>
                  <a:lnTo>
                    <a:pt x="5874910" y="331441"/>
                  </a:lnTo>
                  <a:lnTo>
                    <a:pt x="5919657" y="371896"/>
                  </a:lnTo>
                  <a:lnTo>
                    <a:pt x="5964603" y="415430"/>
                  </a:lnTo>
                  <a:lnTo>
                    <a:pt x="6009932" y="461937"/>
                  </a:lnTo>
                  <a:lnTo>
                    <a:pt x="6055749" y="511222"/>
                  </a:lnTo>
                  <a:lnTo>
                    <a:pt x="6102088" y="562992"/>
                  </a:lnTo>
                  <a:lnTo>
                    <a:pt x="6148922" y="616868"/>
                  </a:lnTo>
                  <a:lnTo>
                    <a:pt x="6196170" y="672383"/>
                  </a:lnTo>
                  <a:lnTo>
                    <a:pt x="6243710" y="729008"/>
                  </a:lnTo>
                  <a:lnTo>
                    <a:pt x="6291393" y="786162"/>
                  </a:lnTo>
                  <a:lnTo>
                    <a:pt x="6339057" y="843243"/>
                  </a:lnTo>
                  <a:lnTo>
                    <a:pt x="6386540" y="899653"/>
                  </a:lnTo>
                  <a:lnTo>
                    <a:pt x="6433698" y="954822"/>
                  </a:lnTo>
                  <a:lnTo>
                    <a:pt x="6480419" y="1008233"/>
                  </a:lnTo>
                  <a:lnTo>
                    <a:pt x="6526633" y="1059440"/>
                  </a:lnTo>
                  <a:lnTo>
                    <a:pt x="6572328" y="1108082"/>
                  </a:lnTo>
                  <a:lnTo>
                    <a:pt x="6617553" y="1153891"/>
                  </a:lnTo>
                  <a:lnTo>
                    <a:pt x="6662432" y="1196694"/>
                  </a:lnTo>
                  <a:lnTo>
                    <a:pt x="6707167" y="1236406"/>
                  </a:lnTo>
                  <a:lnTo>
                    <a:pt x="6752052" y="1273027"/>
                  </a:lnTo>
                  <a:lnTo>
                    <a:pt x="6786527" y="1298849"/>
                  </a:lnTo>
                  <a:lnTo>
                    <a:pt x="6835727" y="1332121"/>
                  </a:lnTo>
                  <a:lnTo>
                    <a:pt x="6886607" y="1362035"/>
                  </a:lnTo>
                  <a:lnTo>
                    <a:pt x="6939966" y="1388766"/>
                  </a:lnTo>
                  <a:lnTo>
                    <a:pt x="6996698" y="1412607"/>
                  </a:lnTo>
                  <a:lnTo>
                    <a:pt x="7057714" y="1433888"/>
                  </a:lnTo>
                  <a:lnTo>
                    <a:pt x="7123863" y="1452927"/>
                  </a:lnTo>
                  <a:lnTo>
                    <a:pt x="7195830" y="1470000"/>
                  </a:lnTo>
                  <a:lnTo>
                    <a:pt x="7274007" y="1485333"/>
                  </a:lnTo>
                  <a:lnTo>
                    <a:pt x="7358317" y="1499090"/>
                  </a:lnTo>
                  <a:lnTo>
                    <a:pt x="7448009" y="1511369"/>
                  </a:lnTo>
                  <a:lnTo>
                    <a:pt x="7541448" y="1522212"/>
                  </a:lnTo>
                  <a:lnTo>
                    <a:pt x="7635991" y="1531612"/>
                  </a:lnTo>
                  <a:lnTo>
                    <a:pt x="7728019" y="1539535"/>
                  </a:lnTo>
                  <a:lnTo>
                    <a:pt x="7813256" y="1545954"/>
                  </a:lnTo>
                  <a:lnTo>
                    <a:pt x="7887386" y="1550881"/>
                  </a:lnTo>
                  <a:lnTo>
                    <a:pt x="7946884" y="1554396"/>
                  </a:lnTo>
                  <a:lnTo>
                    <a:pt x="7989833" y="1556666"/>
                  </a:lnTo>
                  <a:lnTo>
                    <a:pt x="8016464" y="1557931"/>
                  </a:lnTo>
                  <a:lnTo>
                    <a:pt x="8029258" y="1558480"/>
                  </a:lnTo>
                  <a:lnTo>
                    <a:pt x="8032713" y="1558615"/>
                  </a:lnTo>
                  <a:lnTo>
                    <a:pt x="8032819" y="1558619"/>
                  </a:lnTo>
                  <a:lnTo>
                    <a:pt x="8554953" y="1558619"/>
                  </a:lnTo>
                  <a:lnTo>
                    <a:pt x="8554953" y="1558619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900" name="pl1900"/>
            <p:cNvSpPr/>
            <p:nvPr/>
          </p:nvSpPr>
          <p:spPr>
            <a:xfrm>
              <a:off x="386606" y="2789341"/>
              <a:ext cx="8554953" cy="3015589"/>
            </a:xfrm>
            <a:custGeom>
              <a:avLst/>
              <a:pathLst>
                <a:path w="8554953" h="3015589">
                  <a:moveTo>
                    <a:pt x="8554953" y="1558619"/>
                  </a:moveTo>
                  <a:lnTo>
                    <a:pt x="8032819" y="1558619"/>
                  </a:lnTo>
                  <a:lnTo>
                    <a:pt x="8031588" y="1558572"/>
                  </a:lnTo>
                  <a:lnTo>
                    <a:pt x="8023537" y="1558241"/>
                  </a:lnTo>
                  <a:lnTo>
                    <a:pt x="8003386" y="1557326"/>
                  </a:lnTo>
                  <a:lnTo>
                    <a:pt x="7967733" y="1555529"/>
                  </a:lnTo>
                  <a:lnTo>
                    <a:pt x="7915352" y="1552583"/>
                  </a:lnTo>
                  <a:lnTo>
                    <a:pt x="7847263" y="1548288"/>
                  </a:lnTo>
                  <a:lnTo>
                    <a:pt x="7766376" y="1542527"/>
                  </a:lnTo>
                  <a:lnTo>
                    <a:pt x="7676770" y="1535259"/>
                  </a:lnTo>
                  <a:lnTo>
                    <a:pt x="7582832" y="1526500"/>
                  </a:lnTo>
                  <a:lnTo>
                    <a:pt x="7488524" y="1516285"/>
                  </a:lnTo>
                  <a:lnTo>
                    <a:pt x="7396936" y="1504635"/>
                  </a:lnTo>
                  <a:lnTo>
                    <a:pt x="7310133" y="1491533"/>
                  </a:lnTo>
                  <a:lnTo>
                    <a:pt x="7229230" y="1476906"/>
                  </a:lnTo>
                  <a:lnTo>
                    <a:pt x="7154574" y="1460617"/>
                  </a:lnTo>
                  <a:lnTo>
                    <a:pt x="7085953" y="1442469"/>
                  </a:lnTo>
                  <a:lnTo>
                    <a:pt x="7022790" y="1422205"/>
                  </a:lnTo>
                  <a:lnTo>
                    <a:pt x="6964296" y="1399524"/>
                  </a:lnTo>
                  <a:lnTo>
                    <a:pt x="6909575" y="1374095"/>
                  </a:lnTo>
                  <a:lnTo>
                    <a:pt x="6857717" y="1345604"/>
                  </a:lnTo>
                  <a:lnTo>
                    <a:pt x="6807872" y="1313809"/>
                  </a:lnTo>
                  <a:lnTo>
                    <a:pt x="6786527" y="1298849"/>
                  </a:lnTo>
                  <a:lnTo>
                    <a:pt x="6741269" y="1264534"/>
                  </a:lnTo>
                  <a:lnTo>
                    <a:pt x="6696451" y="1227178"/>
                  </a:lnTo>
                  <a:lnTo>
                    <a:pt x="6651705" y="1186722"/>
                  </a:lnTo>
                  <a:lnTo>
                    <a:pt x="6606759" y="1143188"/>
                  </a:lnTo>
                  <a:lnTo>
                    <a:pt x="6561430" y="1096681"/>
                  </a:lnTo>
                  <a:lnTo>
                    <a:pt x="6515613" y="1047397"/>
                  </a:lnTo>
                  <a:lnTo>
                    <a:pt x="6469273" y="995626"/>
                  </a:lnTo>
                  <a:lnTo>
                    <a:pt x="6422440" y="941751"/>
                  </a:lnTo>
                  <a:lnTo>
                    <a:pt x="6375192" y="886235"/>
                  </a:lnTo>
                  <a:lnTo>
                    <a:pt x="6327652" y="829611"/>
                  </a:lnTo>
                  <a:lnTo>
                    <a:pt x="6279968" y="772457"/>
                  </a:lnTo>
                  <a:lnTo>
                    <a:pt x="6232305" y="715375"/>
                  </a:lnTo>
                  <a:lnTo>
                    <a:pt x="6184822" y="658965"/>
                  </a:lnTo>
                  <a:lnTo>
                    <a:pt x="6137663" y="603796"/>
                  </a:lnTo>
                  <a:lnTo>
                    <a:pt x="6090943" y="550385"/>
                  </a:lnTo>
                  <a:lnTo>
                    <a:pt x="6044729" y="499179"/>
                  </a:lnTo>
                  <a:lnTo>
                    <a:pt x="5999034" y="450537"/>
                  </a:lnTo>
                  <a:lnTo>
                    <a:pt x="5953809" y="404727"/>
                  </a:lnTo>
                  <a:lnTo>
                    <a:pt x="5908930" y="361924"/>
                  </a:lnTo>
                  <a:lnTo>
                    <a:pt x="5864195" y="322212"/>
                  </a:lnTo>
                  <a:lnTo>
                    <a:pt x="5819310" y="285592"/>
                  </a:lnTo>
                  <a:lnTo>
                    <a:pt x="5784835" y="259769"/>
                  </a:lnTo>
                  <a:lnTo>
                    <a:pt x="5735635" y="226498"/>
                  </a:lnTo>
                  <a:lnTo>
                    <a:pt x="5684755" y="196584"/>
                  </a:lnTo>
                  <a:lnTo>
                    <a:pt x="5631396" y="169852"/>
                  </a:lnTo>
                  <a:lnTo>
                    <a:pt x="5574664" y="146011"/>
                  </a:lnTo>
                  <a:lnTo>
                    <a:pt x="5513648" y="124730"/>
                  </a:lnTo>
                  <a:lnTo>
                    <a:pt x="5447499" y="105692"/>
                  </a:lnTo>
                  <a:lnTo>
                    <a:pt x="5375532" y="88618"/>
                  </a:lnTo>
                  <a:lnTo>
                    <a:pt x="5297355" y="73285"/>
                  </a:lnTo>
                  <a:lnTo>
                    <a:pt x="5213044" y="59529"/>
                  </a:lnTo>
                  <a:lnTo>
                    <a:pt x="5123353" y="47249"/>
                  </a:lnTo>
                  <a:lnTo>
                    <a:pt x="5029914" y="36406"/>
                  </a:lnTo>
                  <a:lnTo>
                    <a:pt x="4935371" y="27007"/>
                  </a:lnTo>
                  <a:lnTo>
                    <a:pt x="4843343" y="19083"/>
                  </a:lnTo>
                  <a:lnTo>
                    <a:pt x="4758105" y="12664"/>
                  </a:lnTo>
                  <a:lnTo>
                    <a:pt x="4683976" y="7738"/>
                  </a:lnTo>
                  <a:lnTo>
                    <a:pt x="4624478" y="4222"/>
                  </a:lnTo>
                  <a:lnTo>
                    <a:pt x="4581529" y="1952"/>
                  </a:lnTo>
                  <a:lnTo>
                    <a:pt x="4554898" y="687"/>
                  </a:lnTo>
                  <a:lnTo>
                    <a:pt x="4542104" y="138"/>
                  </a:lnTo>
                  <a:lnTo>
                    <a:pt x="4538649" y="3"/>
                  </a:lnTo>
                  <a:lnTo>
                    <a:pt x="4538543" y="0"/>
                  </a:lnTo>
                  <a:lnTo>
                    <a:pt x="4016409" y="0"/>
                  </a:lnTo>
                  <a:lnTo>
                    <a:pt x="4015273" y="82"/>
                  </a:lnTo>
                  <a:lnTo>
                    <a:pt x="4007823" y="672"/>
                  </a:lnTo>
                  <a:lnTo>
                    <a:pt x="3989127" y="2303"/>
                  </a:lnTo>
                  <a:lnTo>
                    <a:pt x="3955922" y="5509"/>
                  </a:lnTo>
                  <a:lnTo>
                    <a:pt x="3906881" y="10773"/>
                  </a:lnTo>
                  <a:lnTo>
                    <a:pt x="3842706" y="18470"/>
                  </a:lnTo>
                  <a:lnTo>
                    <a:pt x="3765865" y="28831"/>
                  </a:lnTo>
                  <a:lnTo>
                    <a:pt x="3679994" y="41950"/>
                  </a:lnTo>
                  <a:lnTo>
                    <a:pt x="3589147" y="57814"/>
                  </a:lnTo>
                  <a:lnTo>
                    <a:pt x="3497116" y="76362"/>
                  </a:lnTo>
                  <a:lnTo>
                    <a:pt x="3406979" y="97544"/>
                  </a:lnTo>
                  <a:lnTo>
                    <a:pt x="3320905" y="121368"/>
                  </a:lnTo>
                  <a:lnTo>
                    <a:pt x="3240174" y="147933"/>
                  </a:lnTo>
                  <a:lnTo>
                    <a:pt x="3165319" y="177444"/>
                  </a:lnTo>
                  <a:lnTo>
                    <a:pt x="3096308" y="210213"/>
                  </a:lnTo>
                  <a:lnTo>
                    <a:pt x="3032720" y="246659"/>
                  </a:lnTo>
                  <a:lnTo>
                    <a:pt x="2973891" y="287292"/>
                  </a:lnTo>
                  <a:lnTo>
                    <a:pt x="2919028" y="332684"/>
                  </a:lnTo>
                  <a:lnTo>
                    <a:pt x="2867290" y="383421"/>
                  </a:lnTo>
                  <a:lnTo>
                    <a:pt x="2817854" y="440019"/>
                  </a:lnTo>
                  <a:lnTo>
                    <a:pt x="2770117" y="502598"/>
                  </a:lnTo>
                  <a:lnTo>
                    <a:pt x="2733789" y="555355"/>
                  </a:lnTo>
                  <a:lnTo>
                    <a:pt x="2697798" y="611872"/>
                  </a:lnTo>
                  <a:lnTo>
                    <a:pt x="2661937" y="672228"/>
                  </a:lnTo>
                  <a:lnTo>
                    <a:pt x="2626041" y="736441"/>
                  </a:lnTo>
                  <a:lnTo>
                    <a:pt x="2589987" y="804466"/>
                  </a:lnTo>
                  <a:lnTo>
                    <a:pt x="2553685" y="876190"/>
                  </a:lnTo>
                  <a:lnTo>
                    <a:pt x="2517077" y="951425"/>
                  </a:lnTo>
                  <a:lnTo>
                    <a:pt x="2480136" y="1029909"/>
                  </a:lnTo>
                  <a:lnTo>
                    <a:pt x="2442861" y="1111305"/>
                  </a:lnTo>
                  <a:lnTo>
                    <a:pt x="2405276" y="1195205"/>
                  </a:lnTo>
                  <a:lnTo>
                    <a:pt x="2367425" y="1281137"/>
                  </a:lnTo>
                  <a:lnTo>
                    <a:pt x="2329369" y="1368574"/>
                  </a:lnTo>
                  <a:lnTo>
                    <a:pt x="2291183" y="1456951"/>
                  </a:lnTo>
                  <a:lnTo>
                    <a:pt x="2252948" y="1545673"/>
                  </a:lnTo>
                  <a:lnTo>
                    <a:pt x="2214750" y="1634137"/>
                  </a:lnTo>
                  <a:lnTo>
                    <a:pt x="2176671" y="1721748"/>
                  </a:lnTo>
                  <a:lnTo>
                    <a:pt x="2138786" y="1807934"/>
                  </a:lnTo>
                  <a:lnTo>
                    <a:pt x="2101158" y="1892162"/>
                  </a:lnTo>
                  <a:lnTo>
                    <a:pt x="2063836" y="1973951"/>
                  </a:lnTo>
                  <a:lnTo>
                    <a:pt x="2026846" y="2052883"/>
                  </a:lnTo>
                  <a:lnTo>
                    <a:pt x="1990190" y="2128612"/>
                  </a:lnTo>
                  <a:lnTo>
                    <a:pt x="1953846" y="2200863"/>
                  </a:lnTo>
                  <a:lnTo>
                    <a:pt x="1917760" y="2269438"/>
                  </a:lnTo>
                  <a:lnTo>
                    <a:pt x="1881848" y="2334212"/>
                  </a:lnTo>
                  <a:lnTo>
                    <a:pt x="1845991" y="2395132"/>
                  </a:lnTo>
                  <a:lnTo>
                    <a:pt x="1810031" y="2452207"/>
                  </a:lnTo>
                  <a:lnTo>
                    <a:pt x="1773767" y="2505507"/>
                  </a:lnTo>
                  <a:lnTo>
                    <a:pt x="1768425" y="2512991"/>
                  </a:lnTo>
                  <a:lnTo>
                    <a:pt x="1720556" y="2575732"/>
                  </a:lnTo>
                  <a:lnTo>
                    <a:pt x="1671115" y="2632313"/>
                  </a:lnTo>
                  <a:lnTo>
                    <a:pt x="1619369" y="2683035"/>
                  </a:lnTo>
                  <a:lnTo>
                    <a:pt x="1564496" y="2728413"/>
                  </a:lnTo>
                  <a:lnTo>
                    <a:pt x="1505656" y="2769034"/>
                  </a:lnTo>
                  <a:lnTo>
                    <a:pt x="1442053" y="2805470"/>
                  </a:lnTo>
                  <a:lnTo>
                    <a:pt x="1373027" y="2838230"/>
                  </a:lnTo>
                  <a:lnTo>
                    <a:pt x="1298156" y="2867731"/>
                  </a:lnTo>
                  <a:lnTo>
                    <a:pt x="1217409" y="2894289"/>
                  </a:lnTo>
                  <a:lnTo>
                    <a:pt x="1131322" y="2918106"/>
                  </a:lnTo>
                  <a:lnTo>
                    <a:pt x="1041176" y="2939281"/>
                  </a:lnTo>
                  <a:lnTo>
                    <a:pt x="949144" y="2957822"/>
                  </a:lnTo>
                  <a:lnTo>
                    <a:pt x="858305" y="2973678"/>
                  </a:lnTo>
                  <a:lnTo>
                    <a:pt x="772454" y="2986789"/>
                  </a:lnTo>
                  <a:lnTo>
                    <a:pt x="695643" y="2997143"/>
                  </a:lnTo>
                  <a:lnTo>
                    <a:pt x="631506" y="3004833"/>
                  </a:lnTo>
                  <a:lnTo>
                    <a:pt x="582508" y="3010090"/>
                  </a:lnTo>
                  <a:lnTo>
                    <a:pt x="549345" y="3013292"/>
                  </a:lnTo>
                  <a:lnTo>
                    <a:pt x="530686" y="3014919"/>
                  </a:lnTo>
                  <a:lnTo>
                    <a:pt x="523260" y="3015507"/>
                  </a:lnTo>
                  <a:lnTo>
                    <a:pt x="522133" y="3015589"/>
                  </a:lnTo>
                  <a:lnTo>
                    <a:pt x="0" y="3015589"/>
                  </a:lnTo>
                  <a:lnTo>
                    <a:pt x="0" y="3015589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901" name="pg1901"/>
            <p:cNvSpPr/>
            <p:nvPr/>
          </p:nvSpPr>
          <p:spPr>
            <a:xfrm>
              <a:off x="386606" y="2975698"/>
              <a:ext cx="8554953" cy="2840527"/>
            </a:xfrm>
            <a:custGeom>
              <a:avLst/>
              <a:pathLst>
                <a:path w="8554953" h="2840527">
                  <a:moveTo>
                    <a:pt x="0" y="2840527"/>
                  </a:moveTo>
                  <a:lnTo>
                    <a:pt x="522133" y="2840527"/>
                  </a:lnTo>
                  <a:lnTo>
                    <a:pt x="523283" y="2840448"/>
                  </a:lnTo>
                  <a:lnTo>
                    <a:pt x="530822" y="2839886"/>
                  </a:lnTo>
                  <a:lnTo>
                    <a:pt x="549731" y="2838334"/>
                  </a:lnTo>
                  <a:lnTo>
                    <a:pt x="583297" y="2835282"/>
                  </a:lnTo>
                  <a:lnTo>
                    <a:pt x="632833" y="2830274"/>
                  </a:lnTo>
                  <a:lnTo>
                    <a:pt x="697591" y="2822954"/>
                  </a:lnTo>
                  <a:lnTo>
                    <a:pt x="775039" y="2813104"/>
                  </a:lnTo>
                  <a:lnTo>
                    <a:pt x="861477" y="2800641"/>
                  </a:lnTo>
                  <a:lnTo>
                    <a:pt x="952798" y="2785577"/>
                  </a:lnTo>
                  <a:lnTo>
                    <a:pt x="1045183" y="2767971"/>
                  </a:lnTo>
                  <a:lnTo>
                    <a:pt x="1135552" y="2747870"/>
                  </a:lnTo>
                  <a:lnTo>
                    <a:pt x="1221749" y="2725262"/>
                  </a:lnTo>
                  <a:lnTo>
                    <a:pt x="1302515" y="2700048"/>
                  </a:lnTo>
                  <a:lnTo>
                    <a:pt x="1377347" y="2672031"/>
                  </a:lnTo>
                  <a:lnTo>
                    <a:pt x="1446303" y="2640904"/>
                  </a:lnTo>
                  <a:lnTo>
                    <a:pt x="1509826" y="2606264"/>
                  </a:lnTo>
                  <a:lnTo>
                    <a:pt x="1568601" y="2567622"/>
                  </a:lnTo>
                  <a:lnTo>
                    <a:pt x="1623436" y="2524431"/>
                  </a:lnTo>
                  <a:lnTo>
                    <a:pt x="1675183" y="2476133"/>
                  </a:lnTo>
                  <a:lnTo>
                    <a:pt x="1724671" y="2422248"/>
                  </a:lnTo>
                  <a:lnTo>
                    <a:pt x="1768425" y="2368047"/>
                  </a:lnTo>
                  <a:lnTo>
                    <a:pt x="1805647" y="2317180"/>
                  </a:lnTo>
                  <a:lnTo>
                    <a:pt x="1842520" y="2262598"/>
                  </a:lnTo>
                  <a:lnTo>
                    <a:pt x="1879267" y="2204225"/>
                  </a:lnTo>
                  <a:lnTo>
                    <a:pt x="1916060" y="2142046"/>
                  </a:lnTo>
                  <a:lnTo>
                    <a:pt x="1953031" y="2076112"/>
                  </a:lnTo>
                  <a:lnTo>
                    <a:pt x="1990272" y="2006546"/>
                  </a:lnTo>
                  <a:lnTo>
                    <a:pt x="2027839" y="1933548"/>
                  </a:lnTo>
                  <a:lnTo>
                    <a:pt x="2065758" y="1857395"/>
                  </a:lnTo>
                  <a:lnTo>
                    <a:pt x="2104025" y="1778442"/>
                  </a:lnTo>
                  <a:lnTo>
                    <a:pt x="2142609" y="1697116"/>
                  </a:lnTo>
                  <a:lnTo>
                    <a:pt x="2181458" y="1613909"/>
                  </a:lnTo>
                  <a:lnTo>
                    <a:pt x="2220501" y="1529364"/>
                  </a:lnTo>
                  <a:lnTo>
                    <a:pt x="2259656" y="1444065"/>
                  </a:lnTo>
                  <a:lnTo>
                    <a:pt x="2298834" y="1358615"/>
                  </a:lnTo>
                  <a:lnTo>
                    <a:pt x="2337943" y="1273625"/>
                  </a:lnTo>
                  <a:lnTo>
                    <a:pt x="2376896" y="1189691"/>
                  </a:lnTo>
                  <a:lnTo>
                    <a:pt x="2415618" y="1107377"/>
                  </a:lnTo>
                  <a:lnTo>
                    <a:pt x="2454045" y="1027202"/>
                  </a:lnTo>
                  <a:lnTo>
                    <a:pt x="2492137" y="949626"/>
                  </a:lnTo>
                  <a:lnTo>
                    <a:pt x="2529876" y="875040"/>
                  </a:lnTo>
                  <a:lnTo>
                    <a:pt x="2567272" y="803759"/>
                  </a:lnTo>
                  <a:lnTo>
                    <a:pt x="2604366" y="736022"/>
                  </a:lnTo>
                  <a:lnTo>
                    <a:pt x="2641233" y="671990"/>
                  </a:lnTo>
                  <a:lnTo>
                    <a:pt x="2677983" y="611747"/>
                  </a:lnTo>
                  <a:lnTo>
                    <a:pt x="2714770" y="555311"/>
                  </a:lnTo>
                  <a:lnTo>
                    <a:pt x="2751790" y="502634"/>
                  </a:lnTo>
                  <a:lnTo>
                    <a:pt x="2770117" y="478127"/>
                  </a:lnTo>
                  <a:lnTo>
                    <a:pt x="2818186" y="418915"/>
                  </a:lnTo>
                  <a:lnTo>
                    <a:pt x="2867842" y="365541"/>
                  </a:lnTo>
                  <a:lnTo>
                    <a:pt x="2919829" y="317717"/>
                  </a:lnTo>
                  <a:lnTo>
                    <a:pt x="2974978" y="274951"/>
                  </a:lnTo>
                  <a:lnTo>
                    <a:pt x="3034142" y="236685"/>
                  </a:lnTo>
                  <a:lnTo>
                    <a:pt x="3098123" y="202376"/>
                  </a:lnTo>
                  <a:lnTo>
                    <a:pt x="3167586" y="171539"/>
                  </a:lnTo>
                  <a:lnTo>
                    <a:pt x="3242948" y="143781"/>
                  </a:lnTo>
                  <a:lnTo>
                    <a:pt x="3324225" y="118805"/>
                  </a:lnTo>
                  <a:lnTo>
                    <a:pt x="3410855" y="96422"/>
                  </a:lnTo>
                  <a:lnTo>
                    <a:pt x="3501504" y="76541"/>
                  </a:lnTo>
                  <a:lnTo>
                    <a:pt x="3593932" y="59158"/>
                  </a:lnTo>
                  <a:lnTo>
                    <a:pt x="3684983" y="44322"/>
                  </a:lnTo>
                  <a:lnTo>
                    <a:pt x="3770789" y="32091"/>
                  </a:lnTo>
                  <a:lnTo>
                    <a:pt x="3847250" y="22471"/>
                  </a:lnTo>
                  <a:lnTo>
                    <a:pt x="3910739" y="15367"/>
                  </a:lnTo>
                  <a:lnTo>
                    <a:pt x="3958860" y="10548"/>
                  </a:lnTo>
                  <a:lnTo>
                    <a:pt x="3991044" y="7648"/>
                  </a:lnTo>
                  <a:lnTo>
                    <a:pt x="4008786" y="6205"/>
                  </a:lnTo>
                  <a:lnTo>
                    <a:pt x="4015534" y="5706"/>
                  </a:lnTo>
                  <a:lnTo>
                    <a:pt x="4016409" y="5647"/>
                  </a:lnTo>
                  <a:lnTo>
                    <a:pt x="4538543" y="5647"/>
                  </a:lnTo>
                  <a:lnTo>
                    <a:pt x="4539781" y="5688"/>
                  </a:lnTo>
                  <a:lnTo>
                    <a:pt x="4547883" y="5985"/>
                  </a:lnTo>
                  <a:lnTo>
                    <a:pt x="4568154" y="6806"/>
                  </a:lnTo>
                  <a:lnTo>
                    <a:pt x="4604008" y="8419"/>
                  </a:lnTo>
                  <a:lnTo>
                    <a:pt x="4656663" y="11061"/>
                  </a:lnTo>
                  <a:lnTo>
                    <a:pt x="4725070" y="14912"/>
                  </a:lnTo>
                  <a:lnTo>
                    <a:pt x="4806282" y="20077"/>
                  </a:lnTo>
                  <a:lnTo>
                    <a:pt x="4896184" y="26590"/>
                  </a:lnTo>
                  <a:lnTo>
                    <a:pt x="4990364" y="34438"/>
                  </a:lnTo>
                  <a:lnTo>
                    <a:pt x="5084846" y="43589"/>
                  </a:lnTo>
                  <a:lnTo>
                    <a:pt x="5176542" y="54024"/>
                  </a:lnTo>
                  <a:lnTo>
                    <a:pt x="5263395" y="65759"/>
                  </a:lnTo>
                  <a:lnTo>
                    <a:pt x="5344305" y="78863"/>
                  </a:lnTo>
                  <a:lnTo>
                    <a:pt x="5418941" y="93458"/>
                  </a:lnTo>
                  <a:lnTo>
                    <a:pt x="5487529" y="109724"/>
                  </a:lnTo>
                  <a:lnTo>
                    <a:pt x="5550658" y="127891"/>
                  </a:lnTo>
                  <a:lnTo>
                    <a:pt x="5609129" y="148233"/>
                  </a:lnTo>
                  <a:lnTo>
                    <a:pt x="5663843" y="171044"/>
                  </a:lnTo>
                  <a:lnTo>
                    <a:pt x="5715716" y="196608"/>
                  </a:lnTo>
                  <a:lnTo>
                    <a:pt x="5765601" y="225134"/>
                  </a:lnTo>
                  <a:lnTo>
                    <a:pt x="5784835" y="237181"/>
                  </a:lnTo>
                  <a:lnTo>
                    <a:pt x="5831378" y="268678"/>
                  </a:lnTo>
                  <a:lnTo>
                    <a:pt x="5877466" y="303047"/>
                  </a:lnTo>
                  <a:lnTo>
                    <a:pt x="5923498" y="340338"/>
                  </a:lnTo>
                  <a:lnTo>
                    <a:pt x="5969761" y="380527"/>
                  </a:lnTo>
                  <a:lnTo>
                    <a:pt x="6016445" y="423502"/>
                  </a:lnTo>
                  <a:lnTo>
                    <a:pt x="6063655" y="469061"/>
                  </a:lnTo>
                  <a:lnTo>
                    <a:pt x="6111416" y="516909"/>
                  </a:lnTo>
                  <a:lnTo>
                    <a:pt x="6159687" y="566660"/>
                  </a:lnTo>
                  <a:lnTo>
                    <a:pt x="6208370" y="617847"/>
                  </a:lnTo>
                  <a:lnTo>
                    <a:pt x="6257324" y="669943"/>
                  </a:lnTo>
                  <a:lnTo>
                    <a:pt x="6306381" y="722377"/>
                  </a:lnTo>
                  <a:lnTo>
                    <a:pt x="6355363" y="774563"/>
                  </a:lnTo>
                  <a:lnTo>
                    <a:pt x="6404099" y="825928"/>
                  </a:lnTo>
                  <a:lnTo>
                    <a:pt x="6452442" y="875936"/>
                  </a:lnTo>
                  <a:lnTo>
                    <a:pt x="6500287" y="924108"/>
                  </a:lnTo>
                  <a:lnTo>
                    <a:pt x="6547583" y="970047"/>
                  </a:lnTo>
                  <a:lnTo>
                    <a:pt x="6594344" y="1013441"/>
                  </a:lnTo>
                  <a:lnTo>
                    <a:pt x="6640663" y="1054074"/>
                  </a:lnTo>
                  <a:lnTo>
                    <a:pt x="6686715" y="1091821"/>
                  </a:lnTo>
                  <a:lnTo>
                    <a:pt x="6732771" y="1126645"/>
                  </a:lnTo>
                  <a:lnTo>
                    <a:pt x="6779212" y="1158585"/>
                  </a:lnTo>
                  <a:lnTo>
                    <a:pt x="6786527" y="1163317"/>
                  </a:lnTo>
                  <a:lnTo>
                    <a:pt x="6835835" y="1193032"/>
                  </a:lnTo>
                  <a:lnTo>
                    <a:pt x="6886830" y="1219743"/>
                  </a:lnTo>
                  <a:lnTo>
                    <a:pt x="6940320" y="1243605"/>
                  </a:lnTo>
                  <a:lnTo>
                    <a:pt x="6997204" y="1264883"/>
                  </a:lnTo>
                  <a:lnTo>
                    <a:pt x="7058397" y="1283871"/>
                  </a:lnTo>
                  <a:lnTo>
                    <a:pt x="7124753" y="1300854"/>
                  </a:lnTo>
                  <a:lnTo>
                    <a:pt x="7196960" y="1316081"/>
                  </a:lnTo>
                  <a:lnTo>
                    <a:pt x="7275407" y="1329754"/>
                  </a:lnTo>
                  <a:lnTo>
                    <a:pt x="7360007" y="1342016"/>
                  </a:lnTo>
                  <a:lnTo>
                    <a:pt x="7449987" y="1352958"/>
                  </a:lnTo>
                  <a:lnTo>
                    <a:pt x="7543685" y="1362614"/>
                  </a:lnTo>
                  <a:lnTo>
                    <a:pt x="7638415" y="1370978"/>
                  </a:lnTo>
                  <a:lnTo>
                    <a:pt x="7730516" y="1378020"/>
                  </a:lnTo>
                  <a:lnTo>
                    <a:pt x="7815672" y="1383714"/>
                  </a:lnTo>
                  <a:lnTo>
                    <a:pt x="7889550" y="1388074"/>
                  </a:lnTo>
                  <a:lnTo>
                    <a:pt x="7948642" y="1391174"/>
                  </a:lnTo>
                  <a:lnTo>
                    <a:pt x="7991086" y="1393166"/>
                  </a:lnTo>
                  <a:lnTo>
                    <a:pt x="8017194" y="1394267"/>
                  </a:lnTo>
                  <a:lnTo>
                    <a:pt x="8029546" y="1394738"/>
                  </a:lnTo>
                  <a:lnTo>
                    <a:pt x="8032819" y="1394851"/>
                  </a:lnTo>
                  <a:lnTo>
                    <a:pt x="8554953" y="1394851"/>
                  </a:lnTo>
                  <a:lnTo>
                    <a:pt x="8554953" y="1389204"/>
                  </a:lnTo>
                  <a:lnTo>
                    <a:pt x="8032819" y="1389204"/>
                  </a:lnTo>
                  <a:lnTo>
                    <a:pt x="8031581" y="1389162"/>
                  </a:lnTo>
                  <a:lnTo>
                    <a:pt x="8023479" y="1388865"/>
                  </a:lnTo>
                  <a:lnTo>
                    <a:pt x="8003208" y="1388044"/>
                  </a:lnTo>
                  <a:lnTo>
                    <a:pt x="7967354" y="1386431"/>
                  </a:lnTo>
                  <a:lnTo>
                    <a:pt x="7914699" y="1383789"/>
                  </a:lnTo>
                  <a:lnTo>
                    <a:pt x="7846292" y="1379938"/>
                  </a:lnTo>
                  <a:lnTo>
                    <a:pt x="7765080" y="1374773"/>
                  </a:lnTo>
                  <a:lnTo>
                    <a:pt x="7675178" y="1368260"/>
                  </a:lnTo>
                  <a:lnTo>
                    <a:pt x="7580998" y="1360412"/>
                  </a:lnTo>
                  <a:lnTo>
                    <a:pt x="7486516" y="1351261"/>
                  </a:lnTo>
                  <a:lnTo>
                    <a:pt x="7394820" y="1340827"/>
                  </a:lnTo>
                  <a:lnTo>
                    <a:pt x="7307967" y="1329091"/>
                  </a:lnTo>
                  <a:lnTo>
                    <a:pt x="7227057" y="1315987"/>
                  </a:lnTo>
                  <a:lnTo>
                    <a:pt x="7152421" y="1301392"/>
                  </a:lnTo>
                  <a:lnTo>
                    <a:pt x="7083833" y="1285127"/>
                  </a:lnTo>
                  <a:lnTo>
                    <a:pt x="7020704" y="1266959"/>
                  </a:lnTo>
                  <a:lnTo>
                    <a:pt x="6962233" y="1246618"/>
                  </a:lnTo>
                  <a:lnTo>
                    <a:pt x="6907519" y="1223806"/>
                  </a:lnTo>
                  <a:lnTo>
                    <a:pt x="6855646" y="1198243"/>
                  </a:lnTo>
                  <a:lnTo>
                    <a:pt x="6805761" y="1169716"/>
                  </a:lnTo>
                  <a:lnTo>
                    <a:pt x="6786527" y="1157670"/>
                  </a:lnTo>
                  <a:lnTo>
                    <a:pt x="6739984" y="1126172"/>
                  </a:lnTo>
                  <a:lnTo>
                    <a:pt x="6693896" y="1091803"/>
                  </a:lnTo>
                  <a:lnTo>
                    <a:pt x="6647864" y="1054512"/>
                  </a:lnTo>
                  <a:lnTo>
                    <a:pt x="6601601" y="1014323"/>
                  </a:lnTo>
                  <a:lnTo>
                    <a:pt x="6554917" y="971348"/>
                  </a:lnTo>
                  <a:lnTo>
                    <a:pt x="6507707" y="925789"/>
                  </a:lnTo>
                  <a:lnTo>
                    <a:pt x="6459946" y="877941"/>
                  </a:lnTo>
                  <a:lnTo>
                    <a:pt x="6411675" y="828190"/>
                  </a:lnTo>
                  <a:lnTo>
                    <a:pt x="6362992" y="777003"/>
                  </a:lnTo>
                  <a:lnTo>
                    <a:pt x="6314038" y="724908"/>
                  </a:lnTo>
                  <a:lnTo>
                    <a:pt x="6264981" y="672474"/>
                  </a:lnTo>
                  <a:lnTo>
                    <a:pt x="6215999" y="620287"/>
                  </a:lnTo>
                  <a:lnTo>
                    <a:pt x="6167263" y="568922"/>
                  </a:lnTo>
                  <a:lnTo>
                    <a:pt x="6118920" y="518915"/>
                  </a:lnTo>
                  <a:lnTo>
                    <a:pt x="6071075" y="470742"/>
                  </a:lnTo>
                  <a:lnTo>
                    <a:pt x="6023779" y="424803"/>
                  </a:lnTo>
                  <a:lnTo>
                    <a:pt x="5977018" y="381409"/>
                  </a:lnTo>
                  <a:lnTo>
                    <a:pt x="5930699" y="340776"/>
                  </a:lnTo>
                  <a:lnTo>
                    <a:pt x="5884647" y="303029"/>
                  </a:lnTo>
                  <a:lnTo>
                    <a:pt x="5838591" y="268205"/>
                  </a:lnTo>
                  <a:lnTo>
                    <a:pt x="5792150" y="236266"/>
                  </a:lnTo>
                  <a:lnTo>
                    <a:pt x="5784835" y="231534"/>
                  </a:lnTo>
                  <a:lnTo>
                    <a:pt x="5735527" y="201818"/>
                  </a:lnTo>
                  <a:lnTo>
                    <a:pt x="5684532" y="175107"/>
                  </a:lnTo>
                  <a:lnTo>
                    <a:pt x="5631042" y="151245"/>
                  </a:lnTo>
                  <a:lnTo>
                    <a:pt x="5574158" y="129968"/>
                  </a:lnTo>
                  <a:lnTo>
                    <a:pt x="5512965" y="110980"/>
                  </a:lnTo>
                  <a:lnTo>
                    <a:pt x="5446608" y="93996"/>
                  </a:lnTo>
                  <a:lnTo>
                    <a:pt x="5374402" y="78769"/>
                  </a:lnTo>
                  <a:lnTo>
                    <a:pt x="5295955" y="65096"/>
                  </a:lnTo>
                  <a:lnTo>
                    <a:pt x="5211355" y="52834"/>
                  </a:lnTo>
                  <a:lnTo>
                    <a:pt x="5121375" y="41892"/>
                  </a:lnTo>
                  <a:lnTo>
                    <a:pt x="5027677" y="32236"/>
                  </a:lnTo>
                  <a:lnTo>
                    <a:pt x="4932947" y="23872"/>
                  </a:lnTo>
                  <a:lnTo>
                    <a:pt x="4840846" y="16830"/>
                  </a:lnTo>
                  <a:lnTo>
                    <a:pt x="4755690" y="11136"/>
                  </a:lnTo>
                  <a:lnTo>
                    <a:pt x="4681812" y="6776"/>
                  </a:lnTo>
                  <a:lnTo>
                    <a:pt x="4622720" y="3676"/>
                  </a:lnTo>
                  <a:lnTo>
                    <a:pt x="4580276" y="1685"/>
                  </a:lnTo>
                  <a:lnTo>
                    <a:pt x="4554168" y="583"/>
                  </a:lnTo>
                  <a:lnTo>
                    <a:pt x="4541816" y="113"/>
                  </a:lnTo>
                  <a:lnTo>
                    <a:pt x="4538543" y="0"/>
                  </a:lnTo>
                  <a:lnTo>
                    <a:pt x="4016409" y="0"/>
                  </a:lnTo>
                  <a:lnTo>
                    <a:pt x="4015259" y="78"/>
                  </a:lnTo>
                  <a:lnTo>
                    <a:pt x="4007721" y="640"/>
                  </a:lnTo>
                  <a:lnTo>
                    <a:pt x="3988811" y="2192"/>
                  </a:lnTo>
                  <a:lnTo>
                    <a:pt x="3955245" y="5244"/>
                  </a:lnTo>
                  <a:lnTo>
                    <a:pt x="3905709" y="10252"/>
                  </a:lnTo>
                  <a:lnTo>
                    <a:pt x="3840951" y="17572"/>
                  </a:lnTo>
                  <a:lnTo>
                    <a:pt x="3763503" y="27422"/>
                  </a:lnTo>
                  <a:lnTo>
                    <a:pt x="3677066" y="39885"/>
                  </a:lnTo>
                  <a:lnTo>
                    <a:pt x="3585744" y="54949"/>
                  </a:lnTo>
                  <a:lnTo>
                    <a:pt x="3493359" y="72555"/>
                  </a:lnTo>
                  <a:lnTo>
                    <a:pt x="3402990" y="92656"/>
                  </a:lnTo>
                  <a:lnTo>
                    <a:pt x="3316793" y="115264"/>
                  </a:lnTo>
                  <a:lnTo>
                    <a:pt x="3236027" y="140478"/>
                  </a:lnTo>
                  <a:lnTo>
                    <a:pt x="3161195" y="168495"/>
                  </a:lnTo>
                  <a:lnTo>
                    <a:pt x="3092240" y="199622"/>
                  </a:lnTo>
                  <a:lnTo>
                    <a:pt x="3028716" y="234262"/>
                  </a:lnTo>
                  <a:lnTo>
                    <a:pt x="2969941" y="272904"/>
                  </a:lnTo>
                  <a:lnTo>
                    <a:pt x="2915106" y="316096"/>
                  </a:lnTo>
                  <a:lnTo>
                    <a:pt x="2863359" y="364393"/>
                  </a:lnTo>
                  <a:lnTo>
                    <a:pt x="2813872" y="418278"/>
                  </a:lnTo>
                  <a:lnTo>
                    <a:pt x="2770117" y="472479"/>
                  </a:lnTo>
                  <a:lnTo>
                    <a:pt x="2732896" y="523346"/>
                  </a:lnTo>
                  <a:lnTo>
                    <a:pt x="2696022" y="577928"/>
                  </a:lnTo>
                  <a:lnTo>
                    <a:pt x="2659275" y="636301"/>
                  </a:lnTo>
                  <a:lnTo>
                    <a:pt x="2622482" y="698480"/>
                  </a:lnTo>
                  <a:lnTo>
                    <a:pt x="2585511" y="764414"/>
                  </a:lnTo>
                  <a:lnTo>
                    <a:pt x="2548271" y="833980"/>
                  </a:lnTo>
                  <a:lnTo>
                    <a:pt x="2510703" y="906979"/>
                  </a:lnTo>
                  <a:lnTo>
                    <a:pt x="2472784" y="983132"/>
                  </a:lnTo>
                  <a:lnTo>
                    <a:pt x="2434517" y="1062084"/>
                  </a:lnTo>
                  <a:lnTo>
                    <a:pt x="2395933" y="1143410"/>
                  </a:lnTo>
                  <a:lnTo>
                    <a:pt x="2357085" y="1226617"/>
                  </a:lnTo>
                  <a:lnTo>
                    <a:pt x="2318042" y="1311162"/>
                  </a:lnTo>
                  <a:lnTo>
                    <a:pt x="2278886" y="1396462"/>
                  </a:lnTo>
                  <a:lnTo>
                    <a:pt x="2239709" y="1481911"/>
                  </a:lnTo>
                  <a:lnTo>
                    <a:pt x="2200600" y="1566901"/>
                  </a:lnTo>
                  <a:lnTo>
                    <a:pt x="2161646" y="1650835"/>
                  </a:lnTo>
                  <a:lnTo>
                    <a:pt x="2122924" y="1733149"/>
                  </a:lnTo>
                  <a:lnTo>
                    <a:pt x="2084497" y="1813324"/>
                  </a:lnTo>
                  <a:lnTo>
                    <a:pt x="2046405" y="1890900"/>
                  </a:lnTo>
                  <a:lnTo>
                    <a:pt x="2008666" y="1965486"/>
                  </a:lnTo>
                  <a:lnTo>
                    <a:pt x="1971270" y="2036767"/>
                  </a:lnTo>
                  <a:lnTo>
                    <a:pt x="1934176" y="2104504"/>
                  </a:lnTo>
                  <a:lnTo>
                    <a:pt x="1897309" y="2168536"/>
                  </a:lnTo>
                  <a:lnTo>
                    <a:pt x="1860559" y="2228779"/>
                  </a:lnTo>
                  <a:lnTo>
                    <a:pt x="1823772" y="2285215"/>
                  </a:lnTo>
                  <a:lnTo>
                    <a:pt x="1786752" y="2337892"/>
                  </a:lnTo>
                  <a:lnTo>
                    <a:pt x="1768425" y="2362399"/>
                  </a:lnTo>
                  <a:lnTo>
                    <a:pt x="1720356" y="2421611"/>
                  </a:lnTo>
                  <a:lnTo>
                    <a:pt x="1670700" y="2474985"/>
                  </a:lnTo>
                  <a:lnTo>
                    <a:pt x="1618713" y="2522809"/>
                  </a:lnTo>
                  <a:lnTo>
                    <a:pt x="1563564" y="2565575"/>
                  </a:lnTo>
                  <a:lnTo>
                    <a:pt x="1504400" y="2603841"/>
                  </a:lnTo>
                  <a:lnTo>
                    <a:pt x="1440420" y="2638151"/>
                  </a:lnTo>
                  <a:lnTo>
                    <a:pt x="1370957" y="2668987"/>
                  </a:lnTo>
                  <a:lnTo>
                    <a:pt x="1295595" y="2696745"/>
                  </a:lnTo>
                  <a:lnTo>
                    <a:pt x="1214317" y="2721721"/>
                  </a:lnTo>
                  <a:lnTo>
                    <a:pt x="1127687" y="2744105"/>
                  </a:lnTo>
                  <a:lnTo>
                    <a:pt x="1037039" y="2763985"/>
                  </a:lnTo>
                  <a:lnTo>
                    <a:pt x="944610" y="2781368"/>
                  </a:lnTo>
                  <a:lnTo>
                    <a:pt x="853559" y="2796204"/>
                  </a:lnTo>
                  <a:lnTo>
                    <a:pt x="767754" y="2808435"/>
                  </a:lnTo>
                  <a:lnTo>
                    <a:pt x="691292" y="2818055"/>
                  </a:lnTo>
                  <a:lnTo>
                    <a:pt x="627803" y="2825159"/>
                  </a:lnTo>
                  <a:lnTo>
                    <a:pt x="579682" y="2829979"/>
                  </a:lnTo>
                  <a:lnTo>
                    <a:pt x="547498" y="2832878"/>
                  </a:lnTo>
                  <a:lnTo>
                    <a:pt x="529756" y="2834321"/>
                  </a:lnTo>
                  <a:lnTo>
                    <a:pt x="523008" y="2834820"/>
                  </a:lnTo>
                  <a:lnTo>
                    <a:pt x="522133" y="2834879"/>
                  </a:lnTo>
                  <a:lnTo>
                    <a:pt x="0" y="2834879"/>
                  </a:lnTo>
                  <a:close/>
                </a:path>
              </a:pathLst>
            </a:custGeom>
            <a:solidFill>
              <a:srgbClr val="F1C40F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1902" name="pl1902"/>
            <p:cNvSpPr/>
            <p:nvPr/>
          </p:nvSpPr>
          <p:spPr>
            <a:xfrm>
              <a:off x="386606" y="2981345"/>
              <a:ext cx="8554953" cy="2834879"/>
            </a:xfrm>
            <a:custGeom>
              <a:avLst/>
              <a:pathLst>
                <a:path w="8554953" h="2834879">
                  <a:moveTo>
                    <a:pt x="0" y="2834879"/>
                  </a:moveTo>
                  <a:lnTo>
                    <a:pt x="522133" y="2834879"/>
                  </a:lnTo>
                  <a:lnTo>
                    <a:pt x="523283" y="2834801"/>
                  </a:lnTo>
                  <a:lnTo>
                    <a:pt x="530822" y="2834239"/>
                  </a:lnTo>
                  <a:lnTo>
                    <a:pt x="549731" y="2832687"/>
                  </a:lnTo>
                  <a:lnTo>
                    <a:pt x="583297" y="2829635"/>
                  </a:lnTo>
                  <a:lnTo>
                    <a:pt x="632833" y="2824627"/>
                  </a:lnTo>
                  <a:lnTo>
                    <a:pt x="697591" y="2817307"/>
                  </a:lnTo>
                  <a:lnTo>
                    <a:pt x="775039" y="2807457"/>
                  </a:lnTo>
                  <a:lnTo>
                    <a:pt x="861477" y="2794993"/>
                  </a:lnTo>
                  <a:lnTo>
                    <a:pt x="952798" y="2779930"/>
                  </a:lnTo>
                  <a:lnTo>
                    <a:pt x="1045183" y="2762324"/>
                  </a:lnTo>
                  <a:lnTo>
                    <a:pt x="1135552" y="2742223"/>
                  </a:lnTo>
                  <a:lnTo>
                    <a:pt x="1221749" y="2719614"/>
                  </a:lnTo>
                  <a:lnTo>
                    <a:pt x="1302515" y="2694401"/>
                  </a:lnTo>
                  <a:lnTo>
                    <a:pt x="1377347" y="2666384"/>
                  </a:lnTo>
                  <a:lnTo>
                    <a:pt x="1446303" y="2635257"/>
                  </a:lnTo>
                  <a:lnTo>
                    <a:pt x="1509826" y="2600617"/>
                  </a:lnTo>
                  <a:lnTo>
                    <a:pt x="1568601" y="2561975"/>
                  </a:lnTo>
                  <a:lnTo>
                    <a:pt x="1623436" y="2518783"/>
                  </a:lnTo>
                  <a:lnTo>
                    <a:pt x="1675183" y="2470485"/>
                  </a:lnTo>
                  <a:lnTo>
                    <a:pt x="1724671" y="2416601"/>
                  </a:lnTo>
                  <a:lnTo>
                    <a:pt x="1768425" y="2362399"/>
                  </a:lnTo>
                  <a:lnTo>
                    <a:pt x="1805647" y="2311533"/>
                  </a:lnTo>
                  <a:lnTo>
                    <a:pt x="1842520" y="2256951"/>
                  </a:lnTo>
                  <a:lnTo>
                    <a:pt x="1879267" y="2198578"/>
                  </a:lnTo>
                  <a:lnTo>
                    <a:pt x="1916060" y="2136399"/>
                  </a:lnTo>
                  <a:lnTo>
                    <a:pt x="1953031" y="2070465"/>
                  </a:lnTo>
                  <a:lnTo>
                    <a:pt x="1990272" y="2000899"/>
                  </a:lnTo>
                  <a:lnTo>
                    <a:pt x="2027839" y="1927900"/>
                  </a:lnTo>
                  <a:lnTo>
                    <a:pt x="2065758" y="1851747"/>
                  </a:lnTo>
                  <a:lnTo>
                    <a:pt x="2104025" y="1772795"/>
                  </a:lnTo>
                  <a:lnTo>
                    <a:pt x="2142609" y="1691469"/>
                  </a:lnTo>
                  <a:lnTo>
                    <a:pt x="2181458" y="1608262"/>
                  </a:lnTo>
                  <a:lnTo>
                    <a:pt x="2220501" y="1523717"/>
                  </a:lnTo>
                  <a:lnTo>
                    <a:pt x="2259656" y="1438417"/>
                  </a:lnTo>
                  <a:lnTo>
                    <a:pt x="2298834" y="1352968"/>
                  </a:lnTo>
                  <a:lnTo>
                    <a:pt x="2337943" y="1267978"/>
                  </a:lnTo>
                  <a:lnTo>
                    <a:pt x="2376896" y="1184044"/>
                  </a:lnTo>
                  <a:lnTo>
                    <a:pt x="2415618" y="1101730"/>
                  </a:lnTo>
                  <a:lnTo>
                    <a:pt x="2454045" y="1021555"/>
                  </a:lnTo>
                  <a:lnTo>
                    <a:pt x="2492137" y="943979"/>
                  </a:lnTo>
                  <a:lnTo>
                    <a:pt x="2529876" y="869393"/>
                  </a:lnTo>
                  <a:lnTo>
                    <a:pt x="2567272" y="798112"/>
                  </a:lnTo>
                  <a:lnTo>
                    <a:pt x="2604366" y="730375"/>
                  </a:lnTo>
                  <a:lnTo>
                    <a:pt x="2641233" y="666343"/>
                  </a:lnTo>
                  <a:lnTo>
                    <a:pt x="2677983" y="606100"/>
                  </a:lnTo>
                  <a:lnTo>
                    <a:pt x="2714770" y="549664"/>
                  </a:lnTo>
                  <a:lnTo>
                    <a:pt x="2751790" y="496986"/>
                  </a:lnTo>
                  <a:lnTo>
                    <a:pt x="2770117" y="472479"/>
                  </a:lnTo>
                  <a:lnTo>
                    <a:pt x="2818186" y="413268"/>
                  </a:lnTo>
                  <a:lnTo>
                    <a:pt x="2867842" y="359894"/>
                  </a:lnTo>
                  <a:lnTo>
                    <a:pt x="2919829" y="312070"/>
                  </a:lnTo>
                  <a:lnTo>
                    <a:pt x="2974978" y="269304"/>
                  </a:lnTo>
                  <a:lnTo>
                    <a:pt x="3034142" y="231038"/>
                  </a:lnTo>
                  <a:lnTo>
                    <a:pt x="3098123" y="196728"/>
                  </a:lnTo>
                  <a:lnTo>
                    <a:pt x="3167586" y="165892"/>
                  </a:lnTo>
                  <a:lnTo>
                    <a:pt x="3242948" y="138134"/>
                  </a:lnTo>
                  <a:lnTo>
                    <a:pt x="3324225" y="113158"/>
                  </a:lnTo>
                  <a:lnTo>
                    <a:pt x="3410855" y="90774"/>
                  </a:lnTo>
                  <a:lnTo>
                    <a:pt x="3501504" y="70894"/>
                  </a:lnTo>
                  <a:lnTo>
                    <a:pt x="3593932" y="53511"/>
                  </a:lnTo>
                  <a:lnTo>
                    <a:pt x="3684983" y="38675"/>
                  </a:lnTo>
                  <a:lnTo>
                    <a:pt x="3770789" y="26444"/>
                  </a:lnTo>
                  <a:lnTo>
                    <a:pt x="3847250" y="16824"/>
                  </a:lnTo>
                  <a:lnTo>
                    <a:pt x="3910739" y="9719"/>
                  </a:lnTo>
                  <a:lnTo>
                    <a:pt x="3958860" y="4900"/>
                  </a:lnTo>
                  <a:lnTo>
                    <a:pt x="3991044" y="2001"/>
                  </a:lnTo>
                  <a:lnTo>
                    <a:pt x="4008786" y="557"/>
                  </a:lnTo>
                  <a:lnTo>
                    <a:pt x="4015534" y="59"/>
                  </a:lnTo>
                  <a:lnTo>
                    <a:pt x="4016409" y="0"/>
                  </a:lnTo>
                  <a:lnTo>
                    <a:pt x="4538543" y="0"/>
                  </a:lnTo>
                  <a:lnTo>
                    <a:pt x="4539781" y="41"/>
                  </a:lnTo>
                  <a:lnTo>
                    <a:pt x="4547883" y="338"/>
                  </a:lnTo>
                  <a:lnTo>
                    <a:pt x="4568154" y="1159"/>
                  </a:lnTo>
                  <a:lnTo>
                    <a:pt x="4604008" y="2772"/>
                  </a:lnTo>
                  <a:lnTo>
                    <a:pt x="4656663" y="5414"/>
                  </a:lnTo>
                  <a:lnTo>
                    <a:pt x="4725070" y="9265"/>
                  </a:lnTo>
                  <a:lnTo>
                    <a:pt x="4806282" y="14430"/>
                  </a:lnTo>
                  <a:lnTo>
                    <a:pt x="4896184" y="20943"/>
                  </a:lnTo>
                  <a:lnTo>
                    <a:pt x="4990364" y="28791"/>
                  </a:lnTo>
                  <a:lnTo>
                    <a:pt x="5084846" y="37942"/>
                  </a:lnTo>
                  <a:lnTo>
                    <a:pt x="5176542" y="48376"/>
                  </a:lnTo>
                  <a:lnTo>
                    <a:pt x="5263395" y="60112"/>
                  </a:lnTo>
                  <a:lnTo>
                    <a:pt x="5344305" y="73216"/>
                  </a:lnTo>
                  <a:lnTo>
                    <a:pt x="5418941" y="87811"/>
                  </a:lnTo>
                  <a:lnTo>
                    <a:pt x="5487529" y="104076"/>
                  </a:lnTo>
                  <a:lnTo>
                    <a:pt x="5550658" y="122244"/>
                  </a:lnTo>
                  <a:lnTo>
                    <a:pt x="5609129" y="142586"/>
                  </a:lnTo>
                  <a:lnTo>
                    <a:pt x="5663843" y="165397"/>
                  </a:lnTo>
                  <a:lnTo>
                    <a:pt x="5715716" y="190961"/>
                  </a:lnTo>
                  <a:lnTo>
                    <a:pt x="5765601" y="219487"/>
                  </a:lnTo>
                  <a:lnTo>
                    <a:pt x="5784835" y="231534"/>
                  </a:lnTo>
                  <a:lnTo>
                    <a:pt x="5831378" y="263031"/>
                  </a:lnTo>
                  <a:lnTo>
                    <a:pt x="5877466" y="297400"/>
                  </a:lnTo>
                  <a:lnTo>
                    <a:pt x="5923498" y="334691"/>
                  </a:lnTo>
                  <a:lnTo>
                    <a:pt x="5969761" y="374880"/>
                  </a:lnTo>
                  <a:lnTo>
                    <a:pt x="6016445" y="417855"/>
                  </a:lnTo>
                  <a:lnTo>
                    <a:pt x="6063655" y="463414"/>
                  </a:lnTo>
                  <a:lnTo>
                    <a:pt x="6111416" y="511262"/>
                  </a:lnTo>
                  <a:lnTo>
                    <a:pt x="6159687" y="561013"/>
                  </a:lnTo>
                  <a:lnTo>
                    <a:pt x="6208370" y="612200"/>
                  </a:lnTo>
                  <a:lnTo>
                    <a:pt x="6257324" y="664296"/>
                  </a:lnTo>
                  <a:lnTo>
                    <a:pt x="6306381" y="716729"/>
                  </a:lnTo>
                  <a:lnTo>
                    <a:pt x="6355363" y="768916"/>
                  </a:lnTo>
                  <a:lnTo>
                    <a:pt x="6404099" y="820281"/>
                  </a:lnTo>
                  <a:lnTo>
                    <a:pt x="6452442" y="870288"/>
                  </a:lnTo>
                  <a:lnTo>
                    <a:pt x="6500287" y="918461"/>
                  </a:lnTo>
                  <a:lnTo>
                    <a:pt x="6547583" y="964400"/>
                  </a:lnTo>
                  <a:lnTo>
                    <a:pt x="6594344" y="1007794"/>
                  </a:lnTo>
                  <a:lnTo>
                    <a:pt x="6640663" y="1048427"/>
                  </a:lnTo>
                  <a:lnTo>
                    <a:pt x="6686715" y="1086174"/>
                  </a:lnTo>
                  <a:lnTo>
                    <a:pt x="6732771" y="1120998"/>
                  </a:lnTo>
                  <a:lnTo>
                    <a:pt x="6779212" y="1152937"/>
                  </a:lnTo>
                  <a:lnTo>
                    <a:pt x="6786527" y="1157670"/>
                  </a:lnTo>
                  <a:lnTo>
                    <a:pt x="6835835" y="1187385"/>
                  </a:lnTo>
                  <a:lnTo>
                    <a:pt x="6886830" y="1214096"/>
                  </a:lnTo>
                  <a:lnTo>
                    <a:pt x="6940320" y="1237958"/>
                  </a:lnTo>
                  <a:lnTo>
                    <a:pt x="6997204" y="1259235"/>
                  </a:lnTo>
                  <a:lnTo>
                    <a:pt x="7058397" y="1278223"/>
                  </a:lnTo>
                  <a:lnTo>
                    <a:pt x="7124753" y="1295207"/>
                  </a:lnTo>
                  <a:lnTo>
                    <a:pt x="7196960" y="1310434"/>
                  </a:lnTo>
                  <a:lnTo>
                    <a:pt x="7275407" y="1324107"/>
                  </a:lnTo>
                  <a:lnTo>
                    <a:pt x="7360007" y="1336369"/>
                  </a:lnTo>
                  <a:lnTo>
                    <a:pt x="7449987" y="1347311"/>
                  </a:lnTo>
                  <a:lnTo>
                    <a:pt x="7543685" y="1356967"/>
                  </a:lnTo>
                  <a:lnTo>
                    <a:pt x="7638415" y="1365331"/>
                  </a:lnTo>
                  <a:lnTo>
                    <a:pt x="7730516" y="1372373"/>
                  </a:lnTo>
                  <a:lnTo>
                    <a:pt x="7815672" y="1378067"/>
                  </a:lnTo>
                  <a:lnTo>
                    <a:pt x="7889550" y="1382427"/>
                  </a:lnTo>
                  <a:lnTo>
                    <a:pt x="7948642" y="1385527"/>
                  </a:lnTo>
                  <a:lnTo>
                    <a:pt x="7991086" y="1387519"/>
                  </a:lnTo>
                  <a:lnTo>
                    <a:pt x="8017194" y="1388620"/>
                  </a:lnTo>
                  <a:lnTo>
                    <a:pt x="8029546" y="1389090"/>
                  </a:lnTo>
                  <a:lnTo>
                    <a:pt x="8032741" y="1389201"/>
                  </a:lnTo>
                  <a:lnTo>
                    <a:pt x="8032819" y="1389204"/>
                  </a:lnTo>
                  <a:lnTo>
                    <a:pt x="8554953" y="1389204"/>
                  </a:lnTo>
                  <a:lnTo>
                    <a:pt x="8554953" y="1389204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903" name="pl1903"/>
            <p:cNvSpPr/>
            <p:nvPr/>
          </p:nvSpPr>
          <p:spPr>
            <a:xfrm>
              <a:off x="386606" y="2975698"/>
              <a:ext cx="8554953" cy="2834879"/>
            </a:xfrm>
            <a:custGeom>
              <a:avLst/>
              <a:pathLst>
                <a:path w="8554953" h="2834879">
                  <a:moveTo>
                    <a:pt x="8554953" y="1389204"/>
                  </a:moveTo>
                  <a:lnTo>
                    <a:pt x="8032819" y="1389204"/>
                  </a:lnTo>
                  <a:lnTo>
                    <a:pt x="8031581" y="1389162"/>
                  </a:lnTo>
                  <a:lnTo>
                    <a:pt x="8023479" y="1388865"/>
                  </a:lnTo>
                  <a:lnTo>
                    <a:pt x="8003208" y="1388044"/>
                  </a:lnTo>
                  <a:lnTo>
                    <a:pt x="7967354" y="1386431"/>
                  </a:lnTo>
                  <a:lnTo>
                    <a:pt x="7914699" y="1383789"/>
                  </a:lnTo>
                  <a:lnTo>
                    <a:pt x="7846292" y="1379938"/>
                  </a:lnTo>
                  <a:lnTo>
                    <a:pt x="7765080" y="1374773"/>
                  </a:lnTo>
                  <a:lnTo>
                    <a:pt x="7675178" y="1368260"/>
                  </a:lnTo>
                  <a:lnTo>
                    <a:pt x="7580998" y="1360412"/>
                  </a:lnTo>
                  <a:lnTo>
                    <a:pt x="7486516" y="1351261"/>
                  </a:lnTo>
                  <a:lnTo>
                    <a:pt x="7394820" y="1340827"/>
                  </a:lnTo>
                  <a:lnTo>
                    <a:pt x="7307967" y="1329091"/>
                  </a:lnTo>
                  <a:lnTo>
                    <a:pt x="7227057" y="1315987"/>
                  </a:lnTo>
                  <a:lnTo>
                    <a:pt x="7152421" y="1301392"/>
                  </a:lnTo>
                  <a:lnTo>
                    <a:pt x="7083833" y="1285127"/>
                  </a:lnTo>
                  <a:lnTo>
                    <a:pt x="7020704" y="1266959"/>
                  </a:lnTo>
                  <a:lnTo>
                    <a:pt x="6962233" y="1246618"/>
                  </a:lnTo>
                  <a:lnTo>
                    <a:pt x="6907519" y="1223806"/>
                  </a:lnTo>
                  <a:lnTo>
                    <a:pt x="6855646" y="1198243"/>
                  </a:lnTo>
                  <a:lnTo>
                    <a:pt x="6805761" y="1169716"/>
                  </a:lnTo>
                  <a:lnTo>
                    <a:pt x="6786527" y="1157670"/>
                  </a:lnTo>
                  <a:lnTo>
                    <a:pt x="6739984" y="1126172"/>
                  </a:lnTo>
                  <a:lnTo>
                    <a:pt x="6693896" y="1091803"/>
                  </a:lnTo>
                  <a:lnTo>
                    <a:pt x="6647864" y="1054512"/>
                  </a:lnTo>
                  <a:lnTo>
                    <a:pt x="6601601" y="1014323"/>
                  </a:lnTo>
                  <a:lnTo>
                    <a:pt x="6554917" y="971348"/>
                  </a:lnTo>
                  <a:lnTo>
                    <a:pt x="6507707" y="925789"/>
                  </a:lnTo>
                  <a:lnTo>
                    <a:pt x="6459946" y="877941"/>
                  </a:lnTo>
                  <a:lnTo>
                    <a:pt x="6411675" y="828190"/>
                  </a:lnTo>
                  <a:lnTo>
                    <a:pt x="6362992" y="777003"/>
                  </a:lnTo>
                  <a:lnTo>
                    <a:pt x="6314038" y="724908"/>
                  </a:lnTo>
                  <a:lnTo>
                    <a:pt x="6264981" y="672474"/>
                  </a:lnTo>
                  <a:lnTo>
                    <a:pt x="6215999" y="620287"/>
                  </a:lnTo>
                  <a:lnTo>
                    <a:pt x="6167263" y="568922"/>
                  </a:lnTo>
                  <a:lnTo>
                    <a:pt x="6118920" y="518915"/>
                  </a:lnTo>
                  <a:lnTo>
                    <a:pt x="6071075" y="470742"/>
                  </a:lnTo>
                  <a:lnTo>
                    <a:pt x="6023779" y="424803"/>
                  </a:lnTo>
                  <a:lnTo>
                    <a:pt x="5977018" y="381409"/>
                  </a:lnTo>
                  <a:lnTo>
                    <a:pt x="5930699" y="340776"/>
                  </a:lnTo>
                  <a:lnTo>
                    <a:pt x="5884647" y="303029"/>
                  </a:lnTo>
                  <a:lnTo>
                    <a:pt x="5838591" y="268205"/>
                  </a:lnTo>
                  <a:lnTo>
                    <a:pt x="5792150" y="236266"/>
                  </a:lnTo>
                  <a:lnTo>
                    <a:pt x="5784835" y="231534"/>
                  </a:lnTo>
                  <a:lnTo>
                    <a:pt x="5735527" y="201818"/>
                  </a:lnTo>
                  <a:lnTo>
                    <a:pt x="5684532" y="175107"/>
                  </a:lnTo>
                  <a:lnTo>
                    <a:pt x="5631042" y="151245"/>
                  </a:lnTo>
                  <a:lnTo>
                    <a:pt x="5574158" y="129968"/>
                  </a:lnTo>
                  <a:lnTo>
                    <a:pt x="5512965" y="110980"/>
                  </a:lnTo>
                  <a:lnTo>
                    <a:pt x="5446608" y="93996"/>
                  </a:lnTo>
                  <a:lnTo>
                    <a:pt x="5374402" y="78769"/>
                  </a:lnTo>
                  <a:lnTo>
                    <a:pt x="5295955" y="65096"/>
                  </a:lnTo>
                  <a:lnTo>
                    <a:pt x="5211355" y="52834"/>
                  </a:lnTo>
                  <a:lnTo>
                    <a:pt x="5121375" y="41892"/>
                  </a:lnTo>
                  <a:lnTo>
                    <a:pt x="5027677" y="32236"/>
                  </a:lnTo>
                  <a:lnTo>
                    <a:pt x="4932947" y="23872"/>
                  </a:lnTo>
                  <a:lnTo>
                    <a:pt x="4840846" y="16830"/>
                  </a:lnTo>
                  <a:lnTo>
                    <a:pt x="4755690" y="11136"/>
                  </a:lnTo>
                  <a:lnTo>
                    <a:pt x="4681812" y="6776"/>
                  </a:lnTo>
                  <a:lnTo>
                    <a:pt x="4622720" y="3676"/>
                  </a:lnTo>
                  <a:lnTo>
                    <a:pt x="4580276" y="1685"/>
                  </a:lnTo>
                  <a:lnTo>
                    <a:pt x="4554168" y="583"/>
                  </a:lnTo>
                  <a:lnTo>
                    <a:pt x="4541816" y="113"/>
                  </a:lnTo>
                  <a:lnTo>
                    <a:pt x="4538621" y="2"/>
                  </a:lnTo>
                  <a:lnTo>
                    <a:pt x="4538543" y="0"/>
                  </a:lnTo>
                  <a:lnTo>
                    <a:pt x="4016409" y="0"/>
                  </a:lnTo>
                  <a:lnTo>
                    <a:pt x="4015259" y="78"/>
                  </a:lnTo>
                  <a:lnTo>
                    <a:pt x="4007721" y="640"/>
                  </a:lnTo>
                  <a:lnTo>
                    <a:pt x="3988811" y="2192"/>
                  </a:lnTo>
                  <a:lnTo>
                    <a:pt x="3955245" y="5244"/>
                  </a:lnTo>
                  <a:lnTo>
                    <a:pt x="3905709" y="10252"/>
                  </a:lnTo>
                  <a:lnTo>
                    <a:pt x="3840951" y="17572"/>
                  </a:lnTo>
                  <a:lnTo>
                    <a:pt x="3763503" y="27422"/>
                  </a:lnTo>
                  <a:lnTo>
                    <a:pt x="3677066" y="39885"/>
                  </a:lnTo>
                  <a:lnTo>
                    <a:pt x="3585744" y="54949"/>
                  </a:lnTo>
                  <a:lnTo>
                    <a:pt x="3493359" y="72555"/>
                  </a:lnTo>
                  <a:lnTo>
                    <a:pt x="3402990" y="92656"/>
                  </a:lnTo>
                  <a:lnTo>
                    <a:pt x="3316793" y="115264"/>
                  </a:lnTo>
                  <a:lnTo>
                    <a:pt x="3236027" y="140478"/>
                  </a:lnTo>
                  <a:lnTo>
                    <a:pt x="3161195" y="168495"/>
                  </a:lnTo>
                  <a:lnTo>
                    <a:pt x="3092240" y="199622"/>
                  </a:lnTo>
                  <a:lnTo>
                    <a:pt x="3028716" y="234262"/>
                  </a:lnTo>
                  <a:lnTo>
                    <a:pt x="2969941" y="272904"/>
                  </a:lnTo>
                  <a:lnTo>
                    <a:pt x="2915106" y="316096"/>
                  </a:lnTo>
                  <a:lnTo>
                    <a:pt x="2863359" y="364393"/>
                  </a:lnTo>
                  <a:lnTo>
                    <a:pt x="2813872" y="418278"/>
                  </a:lnTo>
                  <a:lnTo>
                    <a:pt x="2770117" y="472479"/>
                  </a:lnTo>
                  <a:lnTo>
                    <a:pt x="2732896" y="523346"/>
                  </a:lnTo>
                  <a:lnTo>
                    <a:pt x="2696022" y="577928"/>
                  </a:lnTo>
                  <a:lnTo>
                    <a:pt x="2659275" y="636301"/>
                  </a:lnTo>
                  <a:lnTo>
                    <a:pt x="2622482" y="698480"/>
                  </a:lnTo>
                  <a:lnTo>
                    <a:pt x="2585511" y="764414"/>
                  </a:lnTo>
                  <a:lnTo>
                    <a:pt x="2548271" y="833980"/>
                  </a:lnTo>
                  <a:lnTo>
                    <a:pt x="2510703" y="906979"/>
                  </a:lnTo>
                  <a:lnTo>
                    <a:pt x="2472784" y="983132"/>
                  </a:lnTo>
                  <a:lnTo>
                    <a:pt x="2434517" y="1062084"/>
                  </a:lnTo>
                  <a:lnTo>
                    <a:pt x="2395933" y="1143410"/>
                  </a:lnTo>
                  <a:lnTo>
                    <a:pt x="2357085" y="1226617"/>
                  </a:lnTo>
                  <a:lnTo>
                    <a:pt x="2318042" y="1311162"/>
                  </a:lnTo>
                  <a:lnTo>
                    <a:pt x="2278886" y="1396462"/>
                  </a:lnTo>
                  <a:lnTo>
                    <a:pt x="2239709" y="1481911"/>
                  </a:lnTo>
                  <a:lnTo>
                    <a:pt x="2200600" y="1566901"/>
                  </a:lnTo>
                  <a:lnTo>
                    <a:pt x="2161646" y="1650835"/>
                  </a:lnTo>
                  <a:lnTo>
                    <a:pt x="2122924" y="1733149"/>
                  </a:lnTo>
                  <a:lnTo>
                    <a:pt x="2084497" y="1813324"/>
                  </a:lnTo>
                  <a:lnTo>
                    <a:pt x="2046405" y="1890900"/>
                  </a:lnTo>
                  <a:lnTo>
                    <a:pt x="2008666" y="1965486"/>
                  </a:lnTo>
                  <a:lnTo>
                    <a:pt x="1971270" y="2036767"/>
                  </a:lnTo>
                  <a:lnTo>
                    <a:pt x="1934176" y="2104504"/>
                  </a:lnTo>
                  <a:lnTo>
                    <a:pt x="1897309" y="2168536"/>
                  </a:lnTo>
                  <a:lnTo>
                    <a:pt x="1860559" y="2228779"/>
                  </a:lnTo>
                  <a:lnTo>
                    <a:pt x="1823772" y="2285215"/>
                  </a:lnTo>
                  <a:lnTo>
                    <a:pt x="1786752" y="2337892"/>
                  </a:lnTo>
                  <a:lnTo>
                    <a:pt x="1768425" y="2362399"/>
                  </a:lnTo>
                  <a:lnTo>
                    <a:pt x="1720356" y="2421611"/>
                  </a:lnTo>
                  <a:lnTo>
                    <a:pt x="1670700" y="2474985"/>
                  </a:lnTo>
                  <a:lnTo>
                    <a:pt x="1618713" y="2522809"/>
                  </a:lnTo>
                  <a:lnTo>
                    <a:pt x="1563564" y="2565575"/>
                  </a:lnTo>
                  <a:lnTo>
                    <a:pt x="1504400" y="2603841"/>
                  </a:lnTo>
                  <a:lnTo>
                    <a:pt x="1440420" y="2638151"/>
                  </a:lnTo>
                  <a:lnTo>
                    <a:pt x="1370957" y="2668987"/>
                  </a:lnTo>
                  <a:lnTo>
                    <a:pt x="1295595" y="2696745"/>
                  </a:lnTo>
                  <a:lnTo>
                    <a:pt x="1214317" y="2721721"/>
                  </a:lnTo>
                  <a:lnTo>
                    <a:pt x="1127687" y="2744105"/>
                  </a:lnTo>
                  <a:lnTo>
                    <a:pt x="1037039" y="2763985"/>
                  </a:lnTo>
                  <a:lnTo>
                    <a:pt x="944610" y="2781368"/>
                  </a:lnTo>
                  <a:lnTo>
                    <a:pt x="853559" y="2796204"/>
                  </a:lnTo>
                  <a:lnTo>
                    <a:pt x="767754" y="2808435"/>
                  </a:lnTo>
                  <a:lnTo>
                    <a:pt x="691292" y="2818055"/>
                  </a:lnTo>
                  <a:lnTo>
                    <a:pt x="627803" y="2825159"/>
                  </a:lnTo>
                  <a:lnTo>
                    <a:pt x="579682" y="2829979"/>
                  </a:lnTo>
                  <a:lnTo>
                    <a:pt x="547498" y="2832878"/>
                  </a:lnTo>
                  <a:lnTo>
                    <a:pt x="529756" y="2834321"/>
                  </a:lnTo>
                  <a:lnTo>
                    <a:pt x="523008" y="2834820"/>
                  </a:lnTo>
                  <a:lnTo>
                    <a:pt x="522133" y="2834879"/>
                  </a:lnTo>
                  <a:lnTo>
                    <a:pt x="0" y="2834879"/>
                  </a:lnTo>
                  <a:lnTo>
                    <a:pt x="0" y="2834879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904" name="pg1904"/>
            <p:cNvSpPr/>
            <p:nvPr/>
          </p:nvSpPr>
          <p:spPr>
            <a:xfrm>
              <a:off x="386606" y="3015228"/>
              <a:ext cx="8554953" cy="2806644"/>
            </a:xfrm>
            <a:custGeom>
              <a:avLst/>
              <a:pathLst>
                <a:path w="8554953" h="2806644">
                  <a:moveTo>
                    <a:pt x="0" y="2806644"/>
                  </a:moveTo>
                  <a:lnTo>
                    <a:pt x="522133" y="2806644"/>
                  </a:lnTo>
                  <a:lnTo>
                    <a:pt x="523286" y="2806566"/>
                  </a:lnTo>
                  <a:lnTo>
                    <a:pt x="530840" y="2806010"/>
                  </a:lnTo>
                  <a:lnTo>
                    <a:pt x="549789" y="2804472"/>
                  </a:lnTo>
                  <a:lnTo>
                    <a:pt x="583421" y="2801450"/>
                  </a:lnTo>
                  <a:lnTo>
                    <a:pt x="633048" y="2796491"/>
                  </a:lnTo>
                  <a:lnTo>
                    <a:pt x="697913" y="2789243"/>
                  </a:lnTo>
                  <a:lnTo>
                    <a:pt x="775472" y="2779491"/>
                  </a:lnTo>
                  <a:lnTo>
                    <a:pt x="862012" y="2767153"/>
                  </a:lnTo>
                  <a:lnTo>
                    <a:pt x="953420" y="2752242"/>
                  </a:lnTo>
                  <a:lnTo>
                    <a:pt x="1045870" y="2734816"/>
                  </a:lnTo>
                  <a:lnTo>
                    <a:pt x="1136281" y="2714921"/>
                  </a:lnTo>
                  <a:lnTo>
                    <a:pt x="1222499" y="2692544"/>
                  </a:lnTo>
                  <a:lnTo>
                    <a:pt x="1303272" y="2667589"/>
                  </a:lnTo>
                  <a:lnTo>
                    <a:pt x="1378099" y="2639856"/>
                  </a:lnTo>
                  <a:lnTo>
                    <a:pt x="1447044" y="2609043"/>
                  </a:lnTo>
                  <a:lnTo>
                    <a:pt x="1510556" y="2574749"/>
                  </a:lnTo>
                  <a:lnTo>
                    <a:pt x="1569321" y="2536488"/>
                  </a:lnTo>
                  <a:lnTo>
                    <a:pt x="1624151" y="2493718"/>
                  </a:lnTo>
                  <a:lnTo>
                    <a:pt x="1675900" y="2445888"/>
                  </a:lnTo>
                  <a:lnTo>
                    <a:pt x="1725398" y="2392525"/>
                  </a:lnTo>
                  <a:lnTo>
                    <a:pt x="1768425" y="2339811"/>
                  </a:lnTo>
                  <a:lnTo>
                    <a:pt x="1805820" y="2289307"/>
                  </a:lnTo>
                  <a:lnTo>
                    <a:pt x="1842865" y="2235098"/>
                  </a:lnTo>
                  <a:lnTo>
                    <a:pt x="1879784" y="2177109"/>
                  </a:lnTo>
                  <a:lnTo>
                    <a:pt x="1916752" y="2115323"/>
                  </a:lnTo>
                  <a:lnTo>
                    <a:pt x="1953901" y="2049794"/>
                  </a:lnTo>
                  <a:lnTo>
                    <a:pt x="1991325" y="1980646"/>
                  </a:lnTo>
                  <a:lnTo>
                    <a:pt x="2029079" y="1908081"/>
                  </a:lnTo>
                  <a:lnTo>
                    <a:pt x="2067189" y="1832381"/>
                  </a:lnTo>
                  <a:lnTo>
                    <a:pt x="2105648" y="1753904"/>
                  </a:lnTo>
                  <a:lnTo>
                    <a:pt x="2144426" y="1673079"/>
                  </a:lnTo>
                  <a:lnTo>
                    <a:pt x="2183469" y="1590403"/>
                  </a:lnTo>
                  <a:lnTo>
                    <a:pt x="2222703" y="1506421"/>
                  </a:lnTo>
                  <a:lnTo>
                    <a:pt x="2262046" y="1421721"/>
                  </a:lnTo>
                  <a:lnTo>
                    <a:pt x="2301406" y="1336907"/>
                  </a:lnTo>
                  <a:lnTo>
                    <a:pt x="2340690" y="1252592"/>
                  </a:lnTo>
                  <a:lnTo>
                    <a:pt x="2379812" y="1169371"/>
                  </a:lnTo>
                  <a:lnTo>
                    <a:pt x="2418694" y="1087806"/>
                  </a:lnTo>
                  <a:lnTo>
                    <a:pt x="2457276" y="1008413"/>
                  </a:lnTo>
                  <a:lnTo>
                    <a:pt x="2495516" y="931648"/>
                  </a:lnTo>
                  <a:lnTo>
                    <a:pt x="2533400" y="857896"/>
                  </a:lnTo>
                  <a:lnTo>
                    <a:pt x="2570940" y="787467"/>
                  </a:lnTo>
                  <a:lnTo>
                    <a:pt x="2608181" y="720591"/>
                  </a:lnTo>
                  <a:lnTo>
                    <a:pt x="2645202" y="657421"/>
                  </a:lnTo>
                  <a:lnTo>
                    <a:pt x="2682121" y="598036"/>
                  </a:lnTo>
                  <a:lnTo>
                    <a:pt x="2719096" y="542445"/>
                  </a:lnTo>
                  <a:lnTo>
                    <a:pt x="2756334" y="490594"/>
                  </a:lnTo>
                  <a:lnTo>
                    <a:pt x="2770117" y="472479"/>
                  </a:lnTo>
                  <a:lnTo>
                    <a:pt x="2818222" y="413934"/>
                  </a:lnTo>
                  <a:lnTo>
                    <a:pt x="2867918" y="361165"/>
                  </a:lnTo>
                  <a:lnTo>
                    <a:pt x="2919949" y="313887"/>
                  </a:lnTo>
                  <a:lnTo>
                    <a:pt x="2975149" y="271613"/>
                  </a:lnTo>
                  <a:lnTo>
                    <a:pt x="3034372" y="233790"/>
                  </a:lnTo>
                  <a:lnTo>
                    <a:pt x="3098422" y="199880"/>
                  </a:lnTo>
                  <a:lnTo>
                    <a:pt x="3167964" y="169405"/>
                  </a:lnTo>
                  <a:lnTo>
                    <a:pt x="3243417" y="141974"/>
                  </a:lnTo>
                  <a:lnTo>
                    <a:pt x="3324792" y="117295"/>
                  </a:lnTo>
                  <a:lnTo>
                    <a:pt x="3411520" y="95181"/>
                  </a:lnTo>
                  <a:lnTo>
                    <a:pt x="3502260" y="75542"/>
                  </a:lnTo>
                  <a:lnTo>
                    <a:pt x="3594761" y="58376"/>
                  </a:lnTo>
                  <a:lnTo>
                    <a:pt x="3685849" y="43730"/>
                  </a:lnTo>
                  <a:lnTo>
                    <a:pt x="3771645" y="31662"/>
                  </a:lnTo>
                  <a:lnTo>
                    <a:pt x="3848040" y="22177"/>
                  </a:lnTo>
                  <a:lnTo>
                    <a:pt x="3911409" y="15181"/>
                  </a:lnTo>
                  <a:lnTo>
                    <a:pt x="3959368" y="10442"/>
                  </a:lnTo>
                  <a:lnTo>
                    <a:pt x="3991373" y="7597"/>
                  </a:lnTo>
                  <a:lnTo>
                    <a:pt x="4008948" y="6186"/>
                  </a:lnTo>
                  <a:lnTo>
                    <a:pt x="4015576" y="5703"/>
                  </a:lnTo>
                  <a:lnTo>
                    <a:pt x="4016409" y="5647"/>
                  </a:lnTo>
                  <a:lnTo>
                    <a:pt x="4538543" y="5647"/>
                  </a:lnTo>
                  <a:lnTo>
                    <a:pt x="4539716" y="5718"/>
                  </a:lnTo>
                  <a:lnTo>
                    <a:pt x="4547401" y="6227"/>
                  </a:lnTo>
                  <a:lnTo>
                    <a:pt x="4566665" y="7635"/>
                  </a:lnTo>
                  <a:lnTo>
                    <a:pt x="4600830" y="10401"/>
                  </a:lnTo>
                  <a:lnTo>
                    <a:pt x="4651184" y="14940"/>
                  </a:lnTo>
                  <a:lnTo>
                    <a:pt x="4716904" y="21568"/>
                  </a:lnTo>
                  <a:lnTo>
                    <a:pt x="4795351" y="30479"/>
                  </a:lnTo>
                  <a:lnTo>
                    <a:pt x="4882715" y="41745"/>
                  </a:lnTo>
                  <a:lnTo>
                    <a:pt x="4974808" y="55350"/>
                  </a:lnTo>
                  <a:lnTo>
                    <a:pt x="5067767" y="71241"/>
                  </a:lnTo>
                  <a:lnTo>
                    <a:pt x="5158507" y="89377"/>
                  </a:lnTo>
                  <a:lnTo>
                    <a:pt x="5244894" y="109775"/>
                  </a:lnTo>
                  <a:lnTo>
                    <a:pt x="5325712" y="132529"/>
                  </a:lnTo>
                  <a:lnTo>
                    <a:pt x="5400500" y="157829"/>
                  </a:lnTo>
                  <a:lnTo>
                    <a:pt x="5469362" y="185959"/>
                  </a:lnTo>
                  <a:lnTo>
                    <a:pt x="5532780" y="217294"/>
                  </a:lnTo>
                  <a:lnTo>
                    <a:pt x="5591468" y="252284"/>
                  </a:lnTo>
                  <a:lnTo>
                    <a:pt x="5646262" y="291428"/>
                  </a:lnTo>
                  <a:lnTo>
                    <a:pt x="5698030" y="335228"/>
                  </a:lnTo>
                  <a:lnTo>
                    <a:pt x="5747610" y="384103"/>
                  </a:lnTo>
                  <a:lnTo>
                    <a:pt x="5784835" y="425420"/>
                  </a:lnTo>
                  <a:lnTo>
                    <a:pt x="5823756" y="472767"/>
                  </a:lnTo>
                  <a:lnTo>
                    <a:pt x="5862309" y="523730"/>
                  </a:lnTo>
                  <a:lnTo>
                    <a:pt x="5900742" y="578380"/>
                  </a:lnTo>
                  <a:lnTo>
                    <a:pt x="5939248" y="636726"/>
                  </a:lnTo>
                  <a:lnTo>
                    <a:pt x="5977969" y="698706"/>
                  </a:lnTo>
                  <a:lnTo>
                    <a:pt x="6017003" y="764177"/>
                  </a:lnTo>
                  <a:lnTo>
                    <a:pt x="6056405" y="832916"/>
                  </a:lnTo>
                  <a:lnTo>
                    <a:pt x="6096194" y="904618"/>
                  </a:lnTo>
                  <a:lnTo>
                    <a:pt x="6136354" y="978897"/>
                  </a:lnTo>
                  <a:lnTo>
                    <a:pt x="6176839" y="1055290"/>
                  </a:lnTo>
                  <a:lnTo>
                    <a:pt x="6217580" y="1133275"/>
                  </a:lnTo>
                  <a:lnTo>
                    <a:pt x="6258490" y="1212277"/>
                  </a:lnTo>
                  <a:lnTo>
                    <a:pt x="6299469" y="1291690"/>
                  </a:lnTo>
                  <a:lnTo>
                    <a:pt x="6340413" y="1370895"/>
                  </a:lnTo>
                  <a:lnTo>
                    <a:pt x="6381219" y="1449277"/>
                  </a:lnTo>
                  <a:lnTo>
                    <a:pt x="6421797" y="1526252"/>
                  </a:lnTo>
                  <a:lnTo>
                    <a:pt x="6462069" y="1601276"/>
                  </a:lnTo>
                  <a:lnTo>
                    <a:pt x="6501982" y="1673868"/>
                  </a:lnTo>
                  <a:lnTo>
                    <a:pt x="6541511" y="1743614"/>
                  </a:lnTo>
                  <a:lnTo>
                    <a:pt x="6580661" y="1810183"/>
                  </a:lnTo>
                  <a:lnTo>
                    <a:pt x="6619476" y="1873324"/>
                  </a:lnTo>
                  <a:lnTo>
                    <a:pt x="6658039" y="1932870"/>
                  </a:lnTo>
                  <a:lnTo>
                    <a:pt x="6696477" y="1988731"/>
                  </a:lnTo>
                  <a:lnTo>
                    <a:pt x="6734966" y="2040895"/>
                  </a:lnTo>
                  <a:lnTo>
                    <a:pt x="6773736" y="2089414"/>
                  </a:lnTo>
                  <a:lnTo>
                    <a:pt x="6786527" y="2104512"/>
                  </a:lnTo>
                  <a:lnTo>
                    <a:pt x="6834924" y="2157455"/>
                  </a:lnTo>
                  <a:lnTo>
                    <a:pt x="6884934" y="2205142"/>
                  </a:lnTo>
                  <a:lnTo>
                    <a:pt x="6937318" y="2247837"/>
                  </a:lnTo>
                  <a:lnTo>
                    <a:pt x="6992924" y="2285988"/>
                  </a:lnTo>
                  <a:lnTo>
                    <a:pt x="7052623" y="2320100"/>
                  </a:lnTo>
                  <a:lnTo>
                    <a:pt x="7117227" y="2350665"/>
                  </a:lnTo>
                  <a:lnTo>
                    <a:pt x="7187411" y="2378119"/>
                  </a:lnTo>
                  <a:lnTo>
                    <a:pt x="7263585" y="2402816"/>
                  </a:lnTo>
                  <a:lnTo>
                    <a:pt x="7345739" y="2425019"/>
                  </a:lnTo>
                  <a:lnTo>
                    <a:pt x="7433259" y="2444894"/>
                  </a:lnTo>
                  <a:lnTo>
                    <a:pt x="7524728" y="2462519"/>
                  </a:lnTo>
                  <a:lnTo>
                    <a:pt x="7617794" y="2477892"/>
                  </a:lnTo>
                  <a:lnTo>
                    <a:pt x="7709169" y="2490967"/>
                  </a:lnTo>
                  <a:lnTo>
                    <a:pt x="7794864" y="2501695"/>
                  </a:lnTo>
                  <a:lnTo>
                    <a:pt x="7870710" y="2510074"/>
                  </a:lnTo>
                  <a:lnTo>
                    <a:pt x="7933095" y="2516203"/>
                  </a:lnTo>
                  <a:lnTo>
                    <a:pt x="7979750" y="2520305"/>
                  </a:lnTo>
                  <a:lnTo>
                    <a:pt x="8010321" y="2522722"/>
                  </a:lnTo>
                  <a:lnTo>
                    <a:pt x="8026579" y="2523883"/>
                  </a:lnTo>
                  <a:lnTo>
                    <a:pt x="8032273" y="2524252"/>
                  </a:lnTo>
                  <a:lnTo>
                    <a:pt x="8032819" y="2524285"/>
                  </a:lnTo>
                  <a:lnTo>
                    <a:pt x="8554953" y="2524285"/>
                  </a:lnTo>
                  <a:lnTo>
                    <a:pt x="8554953" y="2518638"/>
                  </a:lnTo>
                  <a:lnTo>
                    <a:pt x="8032819" y="2518638"/>
                  </a:lnTo>
                  <a:lnTo>
                    <a:pt x="8031646" y="2518566"/>
                  </a:lnTo>
                  <a:lnTo>
                    <a:pt x="8023961" y="2518057"/>
                  </a:lnTo>
                  <a:lnTo>
                    <a:pt x="8004696" y="2516650"/>
                  </a:lnTo>
                  <a:lnTo>
                    <a:pt x="7970532" y="2513883"/>
                  </a:lnTo>
                  <a:lnTo>
                    <a:pt x="7920178" y="2509345"/>
                  </a:lnTo>
                  <a:lnTo>
                    <a:pt x="7854458" y="2502716"/>
                  </a:lnTo>
                  <a:lnTo>
                    <a:pt x="7776011" y="2493805"/>
                  </a:lnTo>
                  <a:lnTo>
                    <a:pt x="7688647" y="2482539"/>
                  </a:lnTo>
                  <a:lnTo>
                    <a:pt x="7596554" y="2468934"/>
                  </a:lnTo>
                  <a:lnTo>
                    <a:pt x="7503595" y="2453044"/>
                  </a:lnTo>
                  <a:lnTo>
                    <a:pt x="7412855" y="2434907"/>
                  </a:lnTo>
                  <a:lnTo>
                    <a:pt x="7326468" y="2414510"/>
                  </a:lnTo>
                  <a:lnTo>
                    <a:pt x="7245650" y="2391755"/>
                  </a:lnTo>
                  <a:lnTo>
                    <a:pt x="7170862" y="2366456"/>
                  </a:lnTo>
                  <a:lnTo>
                    <a:pt x="7102000" y="2338325"/>
                  </a:lnTo>
                  <a:lnTo>
                    <a:pt x="7038582" y="2306991"/>
                  </a:lnTo>
                  <a:lnTo>
                    <a:pt x="6979894" y="2272001"/>
                  </a:lnTo>
                  <a:lnTo>
                    <a:pt x="6925100" y="2232856"/>
                  </a:lnTo>
                  <a:lnTo>
                    <a:pt x="6873331" y="2189056"/>
                  </a:lnTo>
                  <a:lnTo>
                    <a:pt x="6823752" y="2140181"/>
                  </a:lnTo>
                  <a:lnTo>
                    <a:pt x="6786527" y="2098865"/>
                  </a:lnTo>
                  <a:lnTo>
                    <a:pt x="6747606" y="2051517"/>
                  </a:lnTo>
                  <a:lnTo>
                    <a:pt x="6709053" y="2000555"/>
                  </a:lnTo>
                  <a:lnTo>
                    <a:pt x="6670620" y="1945905"/>
                  </a:lnTo>
                  <a:lnTo>
                    <a:pt x="6632114" y="1887558"/>
                  </a:lnTo>
                  <a:lnTo>
                    <a:pt x="6593393" y="1825579"/>
                  </a:lnTo>
                  <a:lnTo>
                    <a:pt x="6554359" y="1760108"/>
                  </a:lnTo>
                  <a:lnTo>
                    <a:pt x="6514956" y="1691368"/>
                  </a:lnTo>
                  <a:lnTo>
                    <a:pt x="6475168" y="1619666"/>
                  </a:lnTo>
                  <a:lnTo>
                    <a:pt x="6435008" y="1545388"/>
                  </a:lnTo>
                  <a:lnTo>
                    <a:pt x="6394523" y="1468994"/>
                  </a:lnTo>
                  <a:lnTo>
                    <a:pt x="6353782" y="1391009"/>
                  </a:lnTo>
                  <a:lnTo>
                    <a:pt x="6312872" y="1312007"/>
                  </a:lnTo>
                  <a:lnTo>
                    <a:pt x="6271893" y="1232594"/>
                  </a:lnTo>
                  <a:lnTo>
                    <a:pt x="6230949" y="1153390"/>
                  </a:lnTo>
                  <a:lnTo>
                    <a:pt x="6190142" y="1075007"/>
                  </a:lnTo>
                  <a:lnTo>
                    <a:pt x="6149565" y="998032"/>
                  </a:lnTo>
                  <a:lnTo>
                    <a:pt x="6109293" y="923008"/>
                  </a:lnTo>
                  <a:lnTo>
                    <a:pt x="6069380" y="850417"/>
                  </a:lnTo>
                  <a:lnTo>
                    <a:pt x="6029851" y="780670"/>
                  </a:lnTo>
                  <a:lnTo>
                    <a:pt x="5990701" y="714102"/>
                  </a:lnTo>
                  <a:lnTo>
                    <a:pt x="5951886" y="650960"/>
                  </a:lnTo>
                  <a:lnTo>
                    <a:pt x="5913323" y="591415"/>
                  </a:lnTo>
                  <a:lnTo>
                    <a:pt x="5874885" y="535553"/>
                  </a:lnTo>
                  <a:lnTo>
                    <a:pt x="5836396" y="483389"/>
                  </a:lnTo>
                  <a:lnTo>
                    <a:pt x="5797626" y="434871"/>
                  </a:lnTo>
                  <a:lnTo>
                    <a:pt x="5784835" y="419773"/>
                  </a:lnTo>
                  <a:lnTo>
                    <a:pt x="5736438" y="366830"/>
                  </a:lnTo>
                  <a:lnTo>
                    <a:pt x="5686428" y="319142"/>
                  </a:lnTo>
                  <a:lnTo>
                    <a:pt x="5634044" y="276447"/>
                  </a:lnTo>
                  <a:lnTo>
                    <a:pt x="5578437" y="238297"/>
                  </a:lnTo>
                  <a:lnTo>
                    <a:pt x="5518739" y="204185"/>
                  </a:lnTo>
                  <a:lnTo>
                    <a:pt x="5454135" y="173619"/>
                  </a:lnTo>
                  <a:lnTo>
                    <a:pt x="5383951" y="146165"/>
                  </a:lnTo>
                  <a:lnTo>
                    <a:pt x="5307777" y="121469"/>
                  </a:lnTo>
                  <a:lnTo>
                    <a:pt x="5225623" y="99266"/>
                  </a:lnTo>
                  <a:lnTo>
                    <a:pt x="5138103" y="79390"/>
                  </a:lnTo>
                  <a:lnTo>
                    <a:pt x="5046634" y="61765"/>
                  </a:lnTo>
                  <a:lnTo>
                    <a:pt x="4953568" y="46392"/>
                  </a:lnTo>
                  <a:lnTo>
                    <a:pt x="4862193" y="33317"/>
                  </a:lnTo>
                  <a:lnTo>
                    <a:pt x="4776498" y="22590"/>
                  </a:lnTo>
                  <a:lnTo>
                    <a:pt x="4700652" y="14211"/>
                  </a:lnTo>
                  <a:lnTo>
                    <a:pt x="4638266" y="8081"/>
                  </a:lnTo>
                  <a:lnTo>
                    <a:pt x="4591612" y="3980"/>
                  </a:lnTo>
                  <a:lnTo>
                    <a:pt x="4561041" y="1563"/>
                  </a:lnTo>
                  <a:lnTo>
                    <a:pt x="4544782" y="401"/>
                  </a:lnTo>
                  <a:lnTo>
                    <a:pt x="4539089" y="32"/>
                  </a:lnTo>
                  <a:lnTo>
                    <a:pt x="4538543" y="0"/>
                  </a:lnTo>
                  <a:lnTo>
                    <a:pt x="4016409" y="0"/>
                  </a:lnTo>
                  <a:lnTo>
                    <a:pt x="4015256" y="77"/>
                  </a:lnTo>
                  <a:lnTo>
                    <a:pt x="4007702" y="633"/>
                  </a:lnTo>
                  <a:lnTo>
                    <a:pt x="3988753" y="2171"/>
                  </a:lnTo>
                  <a:lnTo>
                    <a:pt x="3955121" y="5193"/>
                  </a:lnTo>
                  <a:lnTo>
                    <a:pt x="3905494" y="10152"/>
                  </a:lnTo>
                  <a:lnTo>
                    <a:pt x="3840629" y="17400"/>
                  </a:lnTo>
                  <a:lnTo>
                    <a:pt x="3763070" y="27152"/>
                  </a:lnTo>
                  <a:lnTo>
                    <a:pt x="3676530" y="39490"/>
                  </a:lnTo>
                  <a:lnTo>
                    <a:pt x="3585122" y="54401"/>
                  </a:lnTo>
                  <a:lnTo>
                    <a:pt x="3492672" y="71827"/>
                  </a:lnTo>
                  <a:lnTo>
                    <a:pt x="3402261" y="91722"/>
                  </a:lnTo>
                  <a:lnTo>
                    <a:pt x="3316043" y="114099"/>
                  </a:lnTo>
                  <a:lnTo>
                    <a:pt x="3235270" y="139054"/>
                  </a:lnTo>
                  <a:lnTo>
                    <a:pt x="3160443" y="166787"/>
                  </a:lnTo>
                  <a:lnTo>
                    <a:pt x="3091498" y="197600"/>
                  </a:lnTo>
                  <a:lnTo>
                    <a:pt x="3027986" y="231894"/>
                  </a:lnTo>
                  <a:lnTo>
                    <a:pt x="2969221" y="270155"/>
                  </a:lnTo>
                  <a:lnTo>
                    <a:pt x="2914391" y="312925"/>
                  </a:lnTo>
                  <a:lnTo>
                    <a:pt x="2862642" y="360755"/>
                  </a:lnTo>
                  <a:lnTo>
                    <a:pt x="2813145" y="414118"/>
                  </a:lnTo>
                  <a:lnTo>
                    <a:pt x="2770117" y="466832"/>
                  </a:lnTo>
                  <a:lnTo>
                    <a:pt x="2732722" y="517336"/>
                  </a:lnTo>
                  <a:lnTo>
                    <a:pt x="2695677" y="571545"/>
                  </a:lnTo>
                  <a:lnTo>
                    <a:pt x="2658758" y="629534"/>
                  </a:lnTo>
                  <a:lnTo>
                    <a:pt x="2621790" y="691320"/>
                  </a:lnTo>
                  <a:lnTo>
                    <a:pt x="2584641" y="756849"/>
                  </a:lnTo>
                  <a:lnTo>
                    <a:pt x="2547218" y="825997"/>
                  </a:lnTo>
                  <a:lnTo>
                    <a:pt x="2509463" y="898562"/>
                  </a:lnTo>
                  <a:lnTo>
                    <a:pt x="2471353" y="974262"/>
                  </a:lnTo>
                  <a:lnTo>
                    <a:pt x="2432894" y="1052739"/>
                  </a:lnTo>
                  <a:lnTo>
                    <a:pt x="2394116" y="1133564"/>
                  </a:lnTo>
                  <a:lnTo>
                    <a:pt x="2355074" y="1216240"/>
                  </a:lnTo>
                  <a:lnTo>
                    <a:pt x="2315839" y="1300222"/>
                  </a:lnTo>
                  <a:lnTo>
                    <a:pt x="2276496" y="1384923"/>
                  </a:lnTo>
                  <a:lnTo>
                    <a:pt x="2237136" y="1469736"/>
                  </a:lnTo>
                  <a:lnTo>
                    <a:pt x="2197852" y="1554051"/>
                  </a:lnTo>
                  <a:lnTo>
                    <a:pt x="2158730" y="1637272"/>
                  </a:lnTo>
                  <a:lnTo>
                    <a:pt x="2119848" y="1718837"/>
                  </a:lnTo>
                  <a:lnTo>
                    <a:pt x="2081266" y="1798230"/>
                  </a:lnTo>
                  <a:lnTo>
                    <a:pt x="2043026" y="1874995"/>
                  </a:lnTo>
                  <a:lnTo>
                    <a:pt x="2005142" y="1948747"/>
                  </a:lnTo>
                  <a:lnTo>
                    <a:pt x="1967602" y="2019176"/>
                  </a:lnTo>
                  <a:lnTo>
                    <a:pt x="1930361" y="2086053"/>
                  </a:lnTo>
                  <a:lnTo>
                    <a:pt x="1893340" y="2149222"/>
                  </a:lnTo>
                  <a:lnTo>
                    <a:pt x="1856421" y="2208607"/>
                  </a:lnTo>
                  <a:lnTo>
                    <a:pt x="1819446" y="2264198"/>
                  </a:lnTo>
                  <a:lnTo>
                    <a:pt x="1782208" y="2316049"/>
                  </a:lnTo>
                  <a:lnTo>
                    <a:pt x="1768425" y="2334164"/>
                  </a:lnTo>
                  <a:lnTo>
                    <a:pt x="1720320" y="2392709"/>
                  </a:lnTo>
                  <a:lnTo>
                    <a:pt x="1670625" y="2445478"/>
                  </a:lnTo>
                  <a:lnTo>
                    <a:pt x="1618594" y="2492756"/>
                  </a:lnTo>
                  <a:lnTo>
                    <a:pt x="1563393" y="2535030"/>
                  </a:lnTo>
                  <a:lnTo>
                    <a:pt x="1504170" y="2572853"/>
                  </a:lnTo>
                  <a:lnTo>
                    <a:pt x="1440121" y="2606763"/>
                  </a:lnTo>
                  <a:lnTo>
                    <a:pt x="1370578" y="2637238"/>
                  </a:lnTo>
                  <a:lnTo>
                    <a:pt x="1295126" y="2664669"/>
                  </a:lnTo>
                  <a:lnTo>
                    <a:pt x="1213750" y="2689348"/>
                  </a:lnTo>
                  <a:lnTo>
                    <a:pt x="1127022" y="2711462"/>
                  </a:lnTo>
                  <a:lnTo>
                    <a:pt x="1036282" y="2731101"/>
                  </a:lnTo>
                  <a:lnTo>
                    <a:pt x="943781" y="2748267"/>
                  </a:lnTo>
                  <a:lnTo>
                    <a:pt x="852693" y="2762913"/>
                  </a:lnTo>
                  <a:lnTo>
                    <a:pt x="766898" y="2774981"/>
                  </a:lnTo>
                  <a:lnTo>
                    <a:pt x="690502" y="2784466"/>
                  </a:lnTo>
                  <a:lnTo>
                    <a:pt x="627134" y="2791462"/>
                  </a:lnTo>
                  <a:lnTo>
                    <a:pt x="579174" y="2796202"/>
                  </a:lnTo>
                  <a:lnTo>
                    <a:pt x="547169" y="2799046"/>
                  </a:lnTo>
                  <a:lnTo>
                    <a:pt x="529594" y="2800457"/>
                  </a:lnTo>
                  <a:lnTo>
                    <a:pt x="522967" y="2800940"/>
                  </a:lnTo>
                  <a:lnTo>
                    <a:pt x="522133" y="2800996"/>
                  </a:lnTo>
                  <a:lnTo>
                    <a:pt x="0" y="2800996"/>
                  </a:lnTo>
                  <a:close/>
                </a:path>
              </a:pathLst>
            </a:custGeom>
            <a:solidFill>
              <a:srgbClr val="F1C40F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1905" name="pl1905"/>
            <p:cNvSpPr/>
            <p:nvPr/>
          </p:nvSpPr>
          <p:spPr>
            <a:xfrm>
              <a:off x="386606" y="3020875"/>
              <a:ext cx="8554953" cy="2800996"/>
            </a:xfrm>
            <a:custGeom>
              <a:avLst/>
              <a:pathLst>
                <a:path w="8554953" h="2800996">
                  <a:moveTo>
                    <a:pt x="0" y="2800996"/>
                  </a:moveTo>
                  <a:lnTo>
                    <a:pt x="522133" y="2800996"/>
                  </a:lnTo>
                  <a:lnTo>
                    <a:pt x="523286" y="2800918"/>
                  </a:lnTo>
                  <a:lnTo>
                    <a:pt x="530840" y="2800362"/>
                  </a:lnTo>
                  <a:lnTo>
                    <a:pt x="549789" y="2798825"/>
                  </a:lnTo>
                  <a:lnTo>
                    <a:pt x="583421" y="2795803"/>
                  </a:lnTo>
                  <a:lnTo>
                    <a:pt x="633048" y="2790843"/>
                  </a:lnTo>
                  <a:lnTo>
                    <a:pt x="697913" y="2783596"/>
                  </a:lnTo>
                  <a:lnTo>
                    <a:pt x="775472" y="2773844"/>
                  </a:lnTo>
                  <a:lnTo>
                    <a:pt x="862012" y="2761506"/>
                  </a:lnTo>
                  <a:lnTo>
                    <a:pt x="953420" y="2746595"/>
                  </a:lnTo>
                  <a:lnTo>
                    <a:pt x="1045870" y="2729169"/>
                  </a:lnTo>
                  <a:lnTo>
                    <a:pt x="1136281" y="2709273"/>
                  </a:lnTo>
                  <a:lnTo>
                    <a:pt x="1222499" y="2686897"/>
                  </a:lnTo>
                  <a:lnTo>
                    <a:pt x="1303272" y="2661942"/>
                  </a:lnTo>
                  <a:lnTo>
                    <a:pt x="1378099" y="2634209"/>
                  </a:lnTo>
                  <a:lnTo>
                    <a:pt x="1447044" y="2603396"/>
                  </a:lnTo>
                  <a:lnTo>
                    <a:pt x="1510556" y="2569101"/>
                  </a:lnTo>
                  <a:lnTo>
                    <a:pt x="1569321" y="2530841"/>
                  </a:lnTo>
                  <a:lnTo>
                    <a:pt x="1624151" y="2488071"/>
                  </a:lnTo>
                  <a:lnTo>
                    <a:pt x="1675900" y="2440241"/>
                  </a:lnTo>
                  <a:lnTo>
                    <a:pt x="1725398" y="2386877"/>
                  </a:lnTo>
                  <a:lnTo>
                    <a:pt x="1768425" y="2334164"/>
                  </a:lnTo>
                  <a:lnTo>
                    <a:pt x="1805820" y="2283660"/>
                  </a:lnTo>
                  <a:lnTo>
                    <a:pt x="1842865" y="2229451"/>
                  </a:lnTo>
                  <a:lnTo>
                    <a:pt x="1879784" y="2171461"/>
                  </a:lnTo>
                  <a:lnTo>
                    <a:pt x="1916752" y="2109676"/>
                  </a:lnTo>
                  <a:lnTo>
                    <a:pt x="1953901" y="2044146"/>
                  </a:lnTo>
                  <a:lnTo>
                    <a:pt x="1991325" y="1974998"/>
                  </a:lnTo>
                  <a:lnTo>
                    <a:pt x="2029079" y="1902434"/>
                  </a:lnTo>
                  <a:lnTo>
                    <a:pt x="2067189" y="1826734"/>
                  </a:lnTo>
                  <a:lnTo>
                    <a:pt x="2105648" y="1748257"/>
                  </a:lnTo>
                  <a:lnTo>
                    <a:pt x="2144426" y="1667432"/>
                  </a:lnTo>
                  <a:lnTo>
                    <a:pt x="2183469" y="1584756"/>
                  </a:lnTo>
                  <a:lnTo>
                    <a:pt x="2222703" y="1500774"/>
                  </a:lnTo>
                  <a:lnTo>
                    <a:pt x="2262046" y="1416073"/>
                  </a:lnTo>
                  <a:lnTo>
                    <a:pt x="2301406" y="1331260"/>
                  </a:lnTo>
                  <a:lnTo>
                    <a:pt x="2340690" y="1246945"/>
                  </a:lnTo>
                  <a:lnTo>
                    <a:pt x="2379812" y="1163724"/>
                  </a:lnTo>
                  <a:lnTo>
                    <a:pt x="2418694" y="1082159"/>
                  </a:lnTo>
                  <a:lnTo>
                    <a:pt x="2457276" y="1002766"/>
                  </a:lnTo>
                  <a:lnTo>
                    <a:pt x="2495516" y="926001"/>
                  </a:lnTo>
                  <a:lnTo>
                    <a:pt x="2533400" y="852249"/>
                  </a:lnTo>
                  <a:lnTo>
                    <a:pt x="2570940" y="781820"/>
                  </a:lnTo>
                  <a:lnTo>
                    <a:pt x="2608181" y="714943"/>
                  </a:lnTo>
                  <a:lnTo>
                    <a:pt x="2645202" y="651774"/>
                  </a:lnTo>
                  <a:lnTo>
                    <a:pt x="2682121" y="592389"/>
                  </a:lnTo>
                  <a:lnTo>
                    <a:pt x="2719096" y="536798"/>
                  </a:lnTo>
                  <a:lnTo>
                    <a:pt x="2756334" y="484947"/>
                  </a:lnTo>
                  <a:lnTo>
                    <a:pt x="2770117" y="466832"/>
                  </a:lnTo>
                  <a:lnTo>
                    <a:pt x="2818222" y="408287"/>
                  </a:lnTo>
                  <a:lnTo>
                    <a:pt x="2867918" y="355517"/>
                  </a:lnTo>
                  <a:lnTo>
                    <a:pt x="2919949" y="308239"/>
                  </a:lnTo>
                  <a:lnTo>
                    <a:pt x="2975149" y="265966"/>
                  </a:lnTo>
                  <a:lnTo>
                    <a:pt x="3034372" y="228143"/>
                  </a:lnTo>
                  <a:lnTo>
                    <a:pt x="3098422" y="194233"/>
                  </a:lnTo>
                  <a:lnTo>
                    <a:pt x="3167964" y="163758"/>
                  </a:lnTo>
                  <a:lnTo>
                    <a:pt x="3243417" y="136327"/>
                  </a:lnTo>
                  <a:lnTo>
                    <a:pt x="3324792" y="111648"/>
                  </a:lnTo>
                  <a:lnTo>
                    <a:pt x="3411520" y="89533"/>
                  </a:lnTo>
                  <a:lnTo>
                    <a:pt x="3502260" y="69895"/>
                  </a:lnTo>
                  <a:lnTo>
                    <a:pt x="3594761" y="52728"/>
                  </a:lnTo>
                  <a:lnTo>
                    <a:pt x="3685849" y="38083"/>
                  </a:lnTo>
                  <a:lnTo>
                    <a:pt x="3771645" y="26015"/>
                  </a:lnTo>
                  <a:lnTo>
                    <a:pt x="3848040" y="16530"/>
                  </a:lnTo>
                  <a:lnTo>
                    <a:pt x="3911409" y="9534"/>
                  </a:lnTo>
                  <a:lnTo>
                    <a:pt x="3959368" y="4794"/>
                  </a:lnTo>
                  <a:lnTo>
                    <a:pt x="3991373" y="1950"/>
                  </a:lnTo>
                  <a:lnTo>
                    <a:pt x="4008948" y="538"/>
                  </a:lnTo>
                  <a:lnTo>
                    <a:pt x="4015576" y="55"/>
                  </a:lnTo>
                  <a:lnTo>
                    <a:pt x="4016409" y="0"/>
                  </a:lnTo>
                  <a:lnTo>
                    <a:pt x="4538543" y="0"/>
                  </a:lnTo>
                  <a:lnTo>
                    <a:pt x="4539716" y="71"/>
                  </a:lnTo>
                  <a:lnTo>
                    <a:pt x="4547401" y="580"/>
                  </a:lnTo>
                  <a:lnTo>
                    <a:pt x="4566665" y="1988"/>
                  </a:lnTo>
                  <a:lnTo>
                    <a:pt x="4600830" y="4754"/>
                  </a:lnTo>
                  <a:lnTo>
                    <a:pt x="4651184" y="9293"/>
                  </a:lnTo>
                  <a:lnTo>
                    <a:pt x="4716904" y="15921"/>
                  </a:lnTo>
                  <a:lnTo>
                    <a:pt x="4795351" y="24832"/>
                  </a:lnTo>
                  <a:lnTo>
                    <a:pt x="4882715" y="36098"/>
                  </a:lnTo>
                  <a:lnTo>
                    <a:pt x="4974808" y="49703"/>
                  </a:lnTo>
                  <a:lnTo>
                    <a:pt x="5067767" y="65594"/>
                  </a:lnTo>
                  <a:lnTo>
                    <a:pt x="5158507" y="83730"/>
                  </a:lnTo>
                  <a:lnTo>
                    <a:pt x="5244894" y="104128"/>
                  </a:lnTo>
                  <a:lnTo>
                    <a:pt x="5325712" y="126882"/>
                  </a:lnTo>
                  <a:lnTo>
                    <a:pt x="5400500" y="152182"/>
                  </a:lnTo>
                  <a:lnTo>
                    <a:pt x="5469362" y="180312"/>
                  </a:lnTo>
                  <a:lnTo>
                    <a:pt x="5532780" y="211647"/>
                  </a:lnTo>
                  <a:lnTo>
                    <a:pt x="5591468" y="246636"/>
                  </a:lnTo>
                  <a:lnTo>
                    <a:pt x="5646262" y="285781"/>
                  </a:lnTo>
                  <a:lnTo>
                    <a:pt x="5698030" y="329581"/>
                  </a:lnTo>
                  <a:lnTo>
                    <a:pt x="5747610" y="378456"/>
                  </a:lnTo>
                  <a:lnTo>
                    <a:pt x="5784835" y="419773"/>
                  </a:lnTo>
                  <a:lnTo>
                    <a:pt x="5823756" y="467120"/>
                  </a:lnTo>
                  <a:lnTo>
                    <a:pt x="5862309" y="518082"/>
                  </a:lnTo>
                  <a:lnTo>
                    <a:pt x="5900742" y="572733"/>
                  </a:lnTo>
                  <a:lnTo>
                    <a:pt x="5939248" y="631079"/>
                  </a:lnTo>
                  <a:lnTo>
                    <a:pt x="5977969" y="693058"/>
                  </a:lnTo>
                  <a:lnTo>
                    <a:pt x="6017003" y="758529"/>
                  </a:lnTo>
                  <a:lnTo>
                    <a:pt x="6056405" y="827269"/>
                  </a:lnTo>
                  <a:lnTo>
                    <a:pt x="6096194" y="898971"/>
                  </a:lnTo>
                  <a:lnTo>
                    <a:pt x="6136354" y="973249"/>
                  </a:lnTo>
                  <a:lnTo>
                    <a:pt x="6176839" y="1049643"/>
                  </a:lnTo>
                  <a:lnTo>
                    <a:pt x="6217580" y="1127628"/>
                  </a:lnTo>
                  <a:lnTo>
                    <a:pt x="6258490" y="1206630"/>
                  </a:lnTo>
                  <a:lnTo>
                    <a:pt x="6299469" y="1286043"/>
                  </a:lnTo>
                  <a:lnTo>
                    <a:pt x="6340413" y="1365247"/>
                  </a:lnTo>
                  <a:lnTo>
                    <a:pt x="6381219" y="1443630"/>
                  </a:lnTo>
                  <a:lnTo>
                    <a:pt x="6421797" y="1520605"/>
                  </a:lnTo>
                  <a:lnTo>
                    <a:pt x="6462069" y="1595629"/>
                  </a:lnTo>
                  <a:lnTo>
                    <a:pt x="6501982" y="1668220"/>
                  </a:lnTo>
                  <a:lnTo>
                    <a:pt x="6541511" y="1737967"/>
                  </a:lnTo>
                  <a:lnTo>
                    <a:pt x="6580661" y="1804536"/>
                  </a:lnTo>
                  <a:lnTo>
                    <a:pt x="6619476" y="1867677"/>
                  </a:lnTo>
                  <a:lnTo>
                    <a:pt x="6658039" y="1927222"/>
                  </a:lnTo>
                  <a:lnTo>
                    <a:pt x="6696477" y="1983084"/>
                  </a:lnTo>
                  <a:lnTo>
                    <a:pt x="6734966" y="2035248"/>
                  </a:lnTo>
                  <a:lnTo>
                    <a:pt x="6773736" y="2083766"/>
                  </a:lnTo>
                  <a:lnTo>
                    <a:pt x="6786527" y="2098865"/>
                  </a:lnTo>
                  <a:lnTo>
                    <a:pt x="6834924" y="2151807"/>
                  </a:lnTo>
                  <a:lnTo>
                    <a:pt x="6884934" y="2199495"/>
                  </a:lnTo>
                  <a:lnTo>
                    <a:pt x="6937318" y="2242190"/>
                  </a:lnTo>
                  <a:lnTo>
                    <a:pt x="6992924" y="2280341"/>
                  </a:lnTo>
                  <a:lnTo>
                    <a:pt x="7052623" y="2314453"/>
                  </a:lnTo>
                  <a:lnTo>
                    <a:pt x="7117227" y="2345018"/>
                  </a:lnTo>
                  <a:lnTo>
                    <a:pt x="7187411" y="2372472"/>
                  </a:lnTo>
                  <a:lnTo>
                    <a:pt x="7263585" y="2397169"/>
                  </a:lnTo>
                  <a:lnTo>
                    <a:pt x="7345739" y="2419372"/>
                  </a:lnTo>
                  <a:lnTo>
                    <a:pt x="7433259" y="2439247"/>
                  </a:lnTo>
                  <a:lnTo>
                    <a:pt x="7524728" y="2456872"/>
                  </a:lnTo>
                  <a:lnTo>
                    <a:pt x="7617794" y="2472245"/>
                  </a:lnTo>
                  <a:lnTo>
                    <a:pt x="7709169" y="2485320"/>
                  </a:lnTo>
                  <a:lnTo>
                    <a:pt x="7794864" y="2496047"/>
                  </a:lnTo>
                  <a:lnTo>
                    <a:pt x="7870710" y="2504427"/>
                  </a:lnTo>
                  <a:lnTo>
                    <a:pt x="7933095" y="2510556"/>
                  </a:lnTo>
                  <a:lnTo>
                    <a:pt x="7979750" y="2514658"/>
                  </a:lnTo>
                  <a:lnTo>
                    <a:pt x="8010321" y="2517075"/>
                  </a:lnTo>
                  <a:lnTo>
                    <a:pt x="8026579" y="2518236"/>
                  </a:lnTo>
                  <a:lnTo>
                    <a:pt x="8032273" y="2518605"/>
                  </a:lnTo>
                  <a:lnTo>
                    <a:pt x="8032819" y="2518638"/>
                  </a:lnTo>
                  <a:lnTo>
                    <a:pt x="8554953" y="2518638"/>
                  </a:lnTo>
                  <a:lnTo>
                    <a:pt x="8554953" y="2518638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906" name="pl1906"/>
            <p:cNvSpPr/>
            <p:nvPr/>
          </p:nvSpPr>
          <p:spPr>
            <a:xfrm>
              <a:off x="386606" y="3015228"/>
              <a:ext cx="8554953" cy="2800996"/>
            </a:xfrm>
            <a:custGeom>
              <a:avLst/>
              <a:pathLst>
                <a:path w="8554953" h="2800996">
                  <a:moveTo>
                    <a:pt x="8554953" y="2518638"/>
                  </a:moveTo>
                  <a:lnTo>
                    <a:pt x="8032819" y="2518638"/>
                  </a:lnTo>
                  <a:lnTo>
                    <a:pt x="8031646" y="2518566"/>
                  </a:lnTo>
                  <a:lnTo>
                    <a:pt x="8023961" y="2518057"/>
                  </a:lnTo>
                  <a:lnTo>
                    <a:pt x="8004696" y="2516650"/>
                  </a:lnTo>
                  <a:lnTo>
                    <a:pt x="7970532" y="2513883"/>
                  </a:lnTo>
                  <a:lnTo>
                    <a:pt x="7920178" y="2509345"/>
                  </a:lnTo>
                  <a:lnTo>
                    <a:pt x="7854458" y="2502716"/>
                  </a:lnTo>
                  <a:lnTo>
                    <a:pt x="7776011" y="2493805"/>
                  </a:lnTo>
                  <a:lnTo>
                    <a:pt x="7688647" y="2482539"/>
                  </a:lnTo>
                  <a:lnTo>
                    <a:pt x="7596554" y="2468934"/>
                  </a:lnTo>
                  <a:lnTo>
                    <a:pt x="7503595" y="2453044"/>
                  </a:lnTo>
                  <a:lnTo>
                    <a:pt x="7412855" y="2434907"/>
                  </a:lnTo>
                  <a:lnTo>
                    <a:pt x="7326468" y="2414510"/>
                  </a:lnTo>
                  <a:lnTo>
                    <a:pt x="7245650" y="2391755"/>
                  </a:lnTo>
                  <a:lnTo>
                    <a:pt x="7170862" y="2366456"/>
                  </a:lnTo>
                  <a:lnTo>
                    <a:pt x="7102000" y="2338325"/>
                  </a:lnTo>
                  <a:lnTo>
                    <a:pt x="7038582" y="2306991"/>
                  </a:lnTo>
                  <a:lnTo>
                    <a:pt x="6979894" y="2272001"/>
                  </a:lnTo>
                  <a:lnTo>
                    <a:pt x="6925100" y="2232856"/>
                  </a:lnTo>
                  <a:lnTo>
                    <a:pt x="6873331" y="2189056"/>
                  </a:lnTo>
                  <a:lnTo>
                    <a:pt x="6823752" y="2140181"/>
                  </a:lnTo>
                  <a:lnTo>
                    <a:pt x="6786527" y="2098865"/>
                  </a:lnTo>
                  <a:lnTo>
                    <a:pt x="6747606" y="2051517"/>
                  </a:lnTo>
                  <a:lnTo>
                    <a:pt x="6709053" y="2000555"/>
                  </a:lnTo>
                  <a:lnTo>
                    <a:pt x="6670620" y="1945905"/>
                  </a:lnTo>
                  <a:lnTo>
                    <a:pt x="6632114" y="1887558"/>
                  </a:lnTo>
                  <a:lnTo>
                    <a:pt x="6593393" y="1825579"/>
                  </a:lnTo>
                  <a:lnTo>
                    <a:pt x="6554359" y="1760108"/>
                  </a:lnTo>
                  <a:lnTo>
                    <a:pt x="6514956" y="1691368"/>
                  </a:lnTo>
                  <a:lnTo>
                    <a:pt x="6475168" y="1619666"/>
                  </a:lnTo>
                  <a:lnTo>
                    <a:pt x="6435008" y="1545388"/>
                  </a:lnTo>
                  <a:lnTo>
                    <a:pt x="6394523" y="1468994"/>
                  </a:lnTo>
                  <a:lnTo>
                    <a:pt x="6353782" y="1391009"/>
                  </a:lnTo>
                  <a:lnTo>
                    <a:pt x="6312872" y="1312007"/>
                  </a:lnTo>
                  <a:lnTo>
                    <a:pt x="6271893" y="1232594"/>
                  </a:lnTo>
                  <a:lnTo>
                    <a:pt x="6230949" y="1153390"/>
                  </a:lnTo>
                  <a:lnTo>
                    <a:pt x="6190142" y="1075007"/>
                  </a:lnTo>
                  <a:lnTo>
                    <a:pt x="6149565" y="998032"/>
                  </a:lnTo>
                  <a:lnTo>
                    <a:pt x="6109293" y="923008"/>
                  </a:lnTo>
                  <a:lnTo>
                    <a:pt x="6069380" y="850417"/>
                  </a:lnTo>
                  <a:lnTo>
                    <a:pt x="6029851" y="780670"/>
                  </a:lnTo>
                  <a:lnTo>
                    <a:pt x="5990701" y="714102"/>
                  </a:lnTo>
                  <a:lnTo>
                    <a:pt x="5951886" y="650960"/>
                  </a:lnTo>
                  <a:lnTo>
                    <a:pt x="5913323" y="591415"/>
                  </a:lnTo>
                  <a:lnTo>
                    <a:pt x="5874885" y="535553"/>
                  </a:lnTo>
                  <a:lnTo>
                    <a:pt x="5836396" y="483389"/>
                  </a:lnTo>
                  <a:lnTo>
                    <a:pt x="5797626" y="434871"/>
                  </a:lnTo>
                  <a:lnTo>
                    <a:pt x="5784835" y="419773"/>
                  </a:lnTo>
                  <a:lnTo>
                    <a:pt x="5736438" y="366830"/>
                  </a:lnTo>
                  <a:lnTo>
                    <a:pt x="5686428" y="319142"/>
                  </a:lnTo>
                  <a:lnTo>
                    <a:pt x="5634044" y="276447"/>
                  </a:lnTo>
                  <a:lnTo>
                    <a:pt x="5578437" y="238297"/>
                  </a:lnTo>
                  <a:lnTo>
                    <a:pt x="5518739" y="204185"/>
                  </a:lnTo>
                  <a:lnTo>
                    <a:pt x="5454135" y="173619"/>
                  </a:lnTo>
                  <a:lnTo>
                    <a:pt x="5383951" y="146165"/>
                  </a:lnTo>
                  <a:lnTo>
                    <a:pt x="5307777" y="121469"/>
                  </a:lnTo>
                  <a:lnTo>
                    <a:pt x="5225623" y="99266"/>
                  </a:lnTo>
                  <a:lnTo>
                    <a:pt x="5138103" y="79390"/>
                  </a:lnTo>
                  <a:lnTo>
                    <a:pt x="5046634" y="61765"/>
                  </a:lnTo>
                  <a:lnTo>
                    <a:pt x="4953568" y="46392"/>
                  </a:lnTo>
                  <a:lnTo>
                    <a:pt x="4862193" y="33317"/>
                  </a:lnTo>
                  <a:lnTo>
                    <a:pt x="4776498" y="22590"/>
                  </a:lnTo>
                  <a:lnTo>
                    <a:pt x="4700652" y="14211"/>
                  </a:lnTo>
                  <a:lnTo>
                    <a:pt x="4638266" y="8081"/>
                  </a:lnTo>
                  <a:lnTo>
                    <a:pt x="4591612" y="3980"/>
                  </a:lnTo>
                  <a:lnTo>
                    <a:pt x="4561041" y="1563"/>
                  </a:lnTo>
                  <a:lnTo>
                    <a:pt x="4544782" y="401"/>
                  </a:lnTo>
                  <a:lnTo>
                    <a:pt x="4539089" y="32"/>
                  </a:lnTo>
                  <a:lnTo>
                    <a:pt x="4538543" y="0"/>
                  </a:lnTo>
                  <a:lnTo>
                    <a:pt x="4016409" y="0"/>
                  </a:lnTo>
                  <a:lnTo>
                    <a:pt x="4015256" y="77"/>
                  </a:lnTo>
                  <a:lnTo>
                    <a:pt x="4007702" y="633"/>
                  </a:lnTo>
                  <a:lnTo>
                    <a:pt x="3988753" y="2171"/>
                  </a:lnTo>
                  <a:lnTo>
                    <a:pt x="3955121" y="5193"/>
                  </a:lnTo>
                  <a:lnTo>
                    <a:pt x="3905494" y="10152"/>
                  </a:lnTo>
                  <a:lnTo>
                    <a:pt x="3840629" y="17400"/>
                  </a:lnTo>
                  <a:lnTo>
                    <a:pt x="3763070" y="27152"/>
                  </a:lnTo>
                  <a:lnTo>
                    <a:pt x="3676530" y="39490"/>
                  </a:lnTo>
                  <a:lnTo>
                    <a:pt x="3585122" y="54401"/>
                  </a:lnTo>
                  <a:lnTo>
                    <a:pt x="3492672" y="71827"/>
                  </a:lnTo>
                  <a:lnTo>
                    <a:pt x="3402261" y="91722"/>
                  </a:lnTo>
                  <a:lnTo>
                    <a:pt x="3316043" y="114099"/>
                  </a:lnTo>
                  <a:lnTo>
                    <a:pt x="3235270" y="139054"/>
                  </a:lnTo>
                  <a:lnTo>
                    <a:pt x="3160443" y="166787"/>
                  </a:lnTo>
                  <a:lnTo>
                    <a:pt x="3091498" y="197600"/>
                  </a:lnTo>
                  <a:lnTo>
                    <a:pt x="3027986" y="231894"/>
                  </a:lnTo>
                  <a:lnTo>
                    <a:pt x="2969221" y="270155"/>
                  </a:lnTo>
                  <a:lnTo>
                    <a:pt x="2914391" y="312925"/>
                  </a:lnTo>
                  <a:lnTo>
                    <a:pt x="2862642" y="360755"/>
                  </a:lnTo>
                  <a:lnTo>
                    <a:pt x="2813145" y="414118"/>
                  </a:lnTo>
                  <a:lnTo>
                    <a:pt x="2770117" y="466832"/>
                  </a:lnTo>
                  <a:lnTo>
                    <a:pt x="2732722" y="517336"/>
                  </a:lnTo>
                  <a:lnTo>
                    <a:pt x="2695677" y="571545"/>
                  </a:lnTo>
                  <a:lnTo>
                    <a:pt x="2658758" y="629534"/>
                  </a:lnTo>
                  <a:lnTo>
                    <a:pt x="2621790" y="691320"/>
                  </a:lnTo>
                  <a:lnTo>
                    <a:pt x="2584641" y="756849"/>
                  </a:lnTo>
                  <a:lnTo>
                    <a:pt x="2547218" y="825997"/>
                  </a:lnTo>
                  <a:lnTo>
                    <a:pt x="2509463" y="898562"/>
                  </a:lnTo>
                  <a:lnTo>
                    <a:pt x="2471353" y="974262"/>
                  </a:lnTo>
                  <a:lnTo>
                    <a:pt x="2432894" y="1052739"/>
                  </a:lnTo>
                  <a:lnTo>
                    <a:pt x="2394116" y="1133564"/>
                  </a:lnTo>
                  <a:lnTo>
                    <a:pt x="2355074" y="1216240"/>
                  </a:lnTo>
                  <a:lnTo>
                    <a:pt x="2315839" y="1300222"/>
                  </a:lnTo>
                  <a:lnTo>
                    <a:pt x="2276496" y="1384923"/>
                  </a:lnTo>
                  <a:lnTo>
                    <a:pt x="2237136" y="1469736"/>
                  </a:lnTo>
                  <a:lnTo>
                    <a:pt x="2197852" y="1554051"/>
                  </a:lnTo>
                  <a:lnTo>
                    <a:pt x="2158730" y="1637272"/>
                  </a:lnTo>
                  <a:lnTo>
                    <a:pt x="2119848" y="1718837"/>
                  </a:lnTo>
                  <a:lnTo>
                    <a:pt x="2081266" y="1798230"/>
                  </a:lnTo>
                  <a:lnTo>
                    <a:pt x="2043026" y="1874995"/>
                  </a:lnTo>
                  <a:lnTo>
                    <a:pt x="2005142" y="1948747"/>
                  </a:lnTo>
                  <a:lnTo>
                    <a:pt x="1967602" y="2019176"/>
                  </a:lnTo>
                  <a:lnTo>
                    <a:pt x="1930361" y="2086053"/>
                  </a:lnTo>
                  <a:lnTo>
                    <a:pt x="1893340" y="2149222"/>
                  </a:lnTo>
                  <a:lnTo>
                    <a:pt x="1856421" y="2208607"/>
                  </a:lnTo>
                  <a:lnTo>
                    <a:pt x="1819446" y="2264198"/>
                  </a:lnTo>
                  <a:lnTo>
                    <a:pt x="1782208" y="2316049"/>
                  </a:lnTo>
                  <a:lnTo>
                    <a:pt x="1768425" y="2334164"/>
                  </a:lnTo>
                  <a:lnTo>
                    <a:pt x="1720320" y="2392709"/>
                  </a:lnTo>
                  <a:lnTo>
                    <a:pt x="1670625" y="2445478"/>
                  </a:lnTo>
                  <a:lnTo>
                    <a:pt x="1618594" y="2492756"/>
                  </a:lnTo>
                  <a:lnTo>
                    <a:pt x="1563393" y="2535030"/>
                  </a:lnTo>
                  <a:lnTo>
                    <a:pt x="1504170" y="2572853"/>
                  </a:lnTo>
                  <a:lnTo>
                    <a:pt x="1440121" y="2606763"/>
                  </a:lnTo>
                  <a:lnTo>
                    <a:pt x="1370578" y="2637238"/>
                  </a:lnTo>
                  <a:lnTo>
                    <a:pt x="1295126" y="2664669"/>
                  </a:lnTo>
                  <a:lnTo>
                    <a:pt x="1213750" y="2689348"/>
                  </a:lnTo>
                  <a:lnTo>
                    <a:pt x="1127022" y="2711462"/>
                  </a:lnTo>
                  <a:lnTo>
                    <a:pt x="1036282" y="2731101"/>
                  </a:lnTo>
                  <a:lnTo>
                    <a:pt x="943781" y="2748267"/>
                  </a:lnTo>
                  <a:lnTo>
                    <a:pt x="852693" y="2762913"/>
                  </a:lnTo>
                  <a:lnTo>
                    <a:pt x="766898" y="2774981"/>
                  </a:lnTo>
                  <a:lnTo>
                    <a:pt x="690502" y="2784466"/>
                  </a:lnTo>
                  <a:lnTo>
                    <a:pt x="627134" y="2791462"/>
                  </a:lnTo>
                  <a:lnTo>
                    <a:pt x="579174" y="2796202"/>
                  </a:lnTo>
                  <a:lnTo>
                    <a:pt x="547169" y="2799046"/>
                  </a:lnTo>
                  <a:lnTo>
                    <a:pt x="529594" y="2800457"/>
                  </a:lnTo>
                  <a:lnTo>
                    <a:pt x="522967" y="2800940"/>
                  </a:lnTo>
                  <a:lnTo>
                    <a:pt x="522133" y="2800996"/>
                  </a:lnTo>
                  <a:lnTo>
                    <a:pt x="0" y="2800996"/>
                  </a:lnTo>
                  <a:lnTo>
                    <a:pt x="0" y="2800996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907" name="pg1907"/>
            <p:cNvSpPr/>
            <p:nvPr/>
          </p:nvSpPr>
          <p:spPr>
            <a:xfrm>
              <a:off x="386606" y="2145564"/>
              <a:ext cx="8554953" cy="3653719"/>
            </a:xfrm>
            <a:custGeom>
              <a:avLst/>
              <a:pathLst>
                <a:path w="8554953" h="3653719">
                  <a:moveTo>
                    <a:pt x="0" y="3653719"/>
                  </a:moveTo>
                  <a:lnTo>
                    <a:pt x="522133" y="3653719"/>
                  </a:lnTo>
                  <a:lnTo>
                    <a:pt x="523081" y="3653636"/>
                  </a:lnTo>
                  <a:lnTo>
                    <a:pt x="529322" y="3653044"/>
                  </a:lnTo>
                  <a:lnTo>
                    <a:pt x="545072" y="3651408"/>
                  </a:lnTo>
                  <a:lnTo>
                    <a:pt x="573272" y="3648185"/>
                  </a:lnTo>
                  <a:lnTo>
                    <a:pt x="615377" y="3642876"/>
                  </a:lnTo>
                  <a:lnTo>
                    <a:pt x="671246" y="3635068"/>
                  </a:lnTo>
                  <a:lnTo>
                    <a:pt x="739258" y="3624479"/>
                  </a:lnTo>
                  <a:lnTo>
                    <a:pt x="816688" y="3610963"/>
                  </a:lnTo>
                  <a:lnTo>
                    <a:pt x="900234" y="3594493"/>
                  </a:lnTo>
                  <a:lnTo>
                    <a:pt x="986564" y="3575115"/>
                  </a:lnTo>
                  <a:lnTo>
                    <a:pt x="1072745" y="3552893"/>
                  </a:lnTo>
                  <a:lnTo>
                    <a:pt x="1156492" y="3527859"/>
                  </a:lnTo>
                  <a:lnTo>
                    <a:pt x="1236242" y="3499981"/>
                  </a:lnTo>
                  <a:lnTo>
                    <a:pt x="1311103" y="3469133"/>
                  </a:lnTo>
                  <a:lnTo>
                    <a:pt x="1380738" y="3435089"/>
                  </a:lnTo>
                  <a:lnTo>
                    <a:pt x="1445229" y="3397518"/>
                  </a:lnTo>
                  <a:lnTo>
                    <a:pt x="1504946" y="3355992"/>
                  </a:lnTo>
                  <a:lnTo>
                    <a:pt x="1560443" y="3309997"/>
                  </a:lnTo>
                  <a:lnTo>
                    <a:pt x="1612380" y="3258958"/>
                  </a:lnTo>
                  <a:lnTo>
                    <a:pt x="1661454" y="3202282"/>
                  </a:lnTo>
                  <a:lnTo>
                    <a:pt x="1708356" y="3139430"/>
                  </a:lnTo>
                  <a:lnTo>
                    <a:pt x="1753718" y="3070033"/>
                  </a:lnTo>
                  <a:lnTo>
                    <a:pt x="1768425" y="3045707"/>
                  </a:lnTo>
                  <a:lnTo>
                    <a:pt x="1802010" y="2986887"/>
                  </a:lnTo>
                  <a:lnTo>
                    <a:pt x="1835293" y="2924190"/>
                  </a:lnTo>
                  <a:lnTo>
                    <a:pt x="1868442" y="2857536"/>
                  </a:lnTo>
                  <a:lnTo>
                    <a:pt x="1901591" y="2786895"/>
                  </a:lnTo>
                  <a:lnTo>
                    <a:pt x="1934847" y="2712293"/>
                  </a:lnTo>
                  <a:lnTo>
                    <a:pt x="1968289" y="2633816"/>
                  </a:lnTo>
                  <a:lnTo>
                    <a:pt x="2001974" y="2551613"/>
                  </a:lnTo>
                  <a:lnTo>
                    <a:pt x="2035935" y="2465899"/>
                  </a:lnTo>
                  <a:lnTo>
                    <a:pt x="2070183" y="2376956"/>
                  </a:lnTo>
                  <a:lnTo>
                    <a:pt x="2104711" y="2285129"/>
                  </a:lnTo>
                  <a:lnTo>
                    <a:pt x="2139498" y="2190827"/>
                  </a:lnTo>
                  <a:lnTo>
                    <a:pt x="2174504" y="2094511"/>
                  </a:lnTo>
                  <a:lnTo>
                    <a:pt x="2209679" y="1996690"/>
                  </a:lnTo>
                  <a:lnTo>
                    <a:pt x="2244965" y="1897907"/>
                  </a:lnTo>
                  <a:lnTo>
                    <a:pt x="2280297" y="1798727"/>
                  </a:lnTo>
                  <a:lnTo>
                    <a:pt x="2315608" y="1699728"/>
                  </a:lnTo>
                  <a:lnTo>
                    <a:pt x="2350832" y="1601480"/>
                  </a:lnTo>
                  <a:lnTo>
                    <a:pt x="2385908" y="1504536"/>
                  </a:lnTo>
                  <a:lnTo>
                    <a:pt x="2420782" y="1409420"/>
                  </a:lnTo>
                  <a:lnTo>
                    <a:pt x="2455411" y="1316612"/>
                  </a:lnTo>
                  <a:lnTo>
                    <a:pt x="2489767" y="1226541"/>
                  </a:lnTo>
                  <a:lnTo>
                    <a:pt x="2523835" y="1139576"/>
                  </a:lnTo>
                  <a:lnTo>
                    <a:pt x="2557620" y="1056025"/>
                  </a:lnTo>
                  <a:lnTo>
                    <a:pt x="2591149" y="976126"/>
                  </a:lnTo>
                  <a:lnTo>
                    <a:pt x="2624467" y="900054"/>
                  </a:lnTo>
                  <a:lnTo>
                    <a:pt x="2657645" y="827918"/>
                  </a:lnTo>
                  <a:lnTo>
                    <a:pt x="2690780" y="759766"/>
                  </a:lnTo>
                  <a:lnTo>
                    <a:pt x="2723994" y="695588"/>
                  </a:lnTo>
                  <a:lnTo>
                    <a:pt x="2757444" y="635323"/>
                  </a:lnTo>
                  <a:lnTo>
                    <a:pt x="2770117" y="613659"/>
                  </a:lnTo>
                  <a:lnTo>
                    <a:pt x="2815093" y="542077"/>
                  </a:lnTo>
                  <a:lnTo>
                    <a:pt x="2861422" y="477095"/>
                  </a:lnTo>
                  <a:lnTo>
                    <a:pt x="2909705" y="418438"/>
                  </a:lnTo>
                  <a:lnTo>
                    <a:pt x="2960620" y="365606"/>
                  </a:lnTo>
                  <a:lnTo>
                    <a:pt x="3014868" y="318013"/>
                  </a:lnTo>
                  <a:lnTo>
                    <a:pt x="3073126" y="275074"/>
                  </a:lnTo>
                  <a:lnTo>
                    <a:pt x="3135992" y="236252"/>
                  </a:lnTo>
                  <a:lnTo>
                    <a:pt x="3203906" y="201087"/>
                  </a:lnTo>
                  <a:lnTo>
                    <a:pt x="3277058" y="169216"/>
                  </a:lnTo>
                  <a:lnTo>
                    <a:pt x="3355265" y="140377"/>
                  </a:lnTo>
                  <a:lnTo>
                    <a:pt x="3437833" y="114414"/>
                  </a:lnTo>
                  <a:lnTo>
                    <a:pt x="3523429" y="91264"/>
                  </a:lnTo>
                  <a:lnTo>
                    <a:pt x="3610005" y="70942"/>
                  </a:lnTo>
                  <a:lnTo>
                    <a:pt x="3694825" y="53506"/>
                  </a:lnTo>
                  <a:lnTo>
                    <a:pt x="3774647" y="39016"/>
                  </a:lnTo>
                  <a:lnTo>
                    <a:pt x="3846105" y="27471"/>
                  </a:lnTo>
                  <a:lnTo>
                    <a:pt x="3906219" y="18771"/>
                  </a:lnTo>
                  <a:lnTo>
                    <a:pt x="3952954" y="12677"/>
                  </a:lnTo>
                  <a:lnTo>
                    <a:pt x="3985654" y="8819"/>
                  </a:lnTo>
                  <a:lnTo>
                    <a:pt x="4005251" y="6719"/>
                  </a:lnTo>
                  <a:lnTo>
                    <a:pt x="4014219" y="5843"/>
                  </a:lnTo>
                  <a:lnTo>
                    <a:pt x="4016409" y="5647"/>
                  </a:lnTo>
                  <a:lnTo>
                    <a:pt x="4538543" y="5647"/>
                  </a:lnTo>
                  <a:lnTo>
                    <a:pt x="4539800" y="5673"/>
                  </a:lnTo>
                  <a:lnTo>
                    <a:pt x="4548023" y="5861"/>
                  </a:lnTo>
                  <a:lnTo>
                    <a:pt x="4568586" y="6379"/>
                  </a:lnTo>
                  <a:lnTo>
                    <a:pt x="4604929" y="7398"/>
                  </a:lnTo>
                  <a:lnTo>
                    <a:pt x="4658245" y="9066"/>
                  </a:lnTo>
                  <a:lnTo>
                    <a:pt x="4727420" y="11497"/>
                  </a:lnTo>
                  <a:lnTo>
                    <a:pt x="4809417" y="14754"/>
                  </a:lnTo>
                  <a:lnTo>
                    <a:pt x="4900032" y="18859"/>
                  </a:lnTo>
                  <a:lnTo>
                    <a:pt x="4994790" y="23801"/>
                  </a:lnTo>
                  <a:lnTo>
                    <a:pt x="5089687" y="29562"/>
                  </a:lnTo>
                  <a:lnTo>
                    <a:pt x="5181636" y="36129"/>
                  </a:lnTo>
                  <a:lnTo>
                    <a:pt x="5268605" y="43515"/>
                  </a:lnTo>
                  <a:lnTo>
                    <a:pt x="5349528" y="51765"/>
                  </a:lnTo>
                  <a:lnTo>
                    <a:pt x="5424114" y="60958"/>
                  </a:lnTo>
                  <a:lnTo>
                    <a:pt x="5492621" y="71211"/>
                  </a:lnTo>
                  <a:lnTo>
                    <a:pt x="5555669" y="82671"/>
                  </a:lnTo>
                  <a:lnTo>
                    <a:pt x="5614085" y="95513"/>
                  </a:lnTo>
                  <a:lnTo>
                    <a:pt x="5668786" y="109924"/>
                  </a:lnTo>
                  <a:lnTo>
                    <a:pt x="5720702" y="126078"/>
                  </a:lnTo>
                  <a:lnTo>
                    <a:pt x="5770686" y="144103"/>
                  </a:lnTo>
                  <a:lnTo>
                    <a:pt x="5784835" y="149650"/>
                  </a:lnTo>
                  <a:lnTo>
                    <a:pt x="5835379" y="171019"/>
                  </a:lnTo>
                  <a:lnTo>
                    <a:pt x="5885431" y="194501"/>
                  </a:lnTo>
                  <a:lnTo>
                    <a:pt x="5935482" y="220129"/>
                  </a:lnTo>
                  <a:lnTo>
                    <a:pt x="5985873" y="247869"/>
                  </a:lnTo>
                  <a:lnTo>
                    <a:pt x="6036813" y="277610"/>
                  </a:lnTo>
                  <a:lnTo>
                    <a:pt x="6088396" y="309162"/>
                  </a:lnTo>
                  <a:lnTo>
                    <a:pt x="6140613" y="342255"/>
                  </a:lnTo>
                  <a:lnTo>
                    <a:pt x="6193368" y="376542"/>
                  </a:lnTo>
                  <a:lnTo>
                    <a:pt x="6246498" y="411620"/>
                  </a:lnTo>
                  <a:lnTo>
                    <a:pt x="6299795" y="447040"/>
                  </a:lnTo>
                  <a:lnTo>
                    <a:pt x="6353031" y="482336"/>
                  </a:lnTo>
                  <a:lnTo>
                    <a:pt x="6405986" y="517049"/>
                  </a:lnTo>
                  <a:lnTo>
                    <a:pt x="6458472" y="550750"/>
                  </a:lnTo>
                  <a:lnTo>
                    <a:pt x="6510360" y="583066"/>
                  </a:lnTo>
                  <a:lnTo>
                    <a:pt x="6561598" y="613688"/>
                  </a:lnTo>
                  <a:lnTo>
                    <a:pt x="6612229" y="642388"/>
                  </a:lnTo>
                  <a:lnTo>
                    <a:pt x="6662406" y="669018"/>
                  </a:lnTo>
                  <a:lnTo>
                    <a:pt x="6712406" y="693510"/>
                  </a:lnTo>
                  <a:lnTo>
                    <a:pt x="6762646" y="715865"/>
                  </a:lnTo>
                  <a:lnTo>
                    <a:pt x="6786527" y="725661"/>
                  </a:lnTo>
                  <a:lnTo>
                    <a:pt x="6836094" y="744234"/>
                  </a:lnTo>
                  <a:lnTo>
                    <a:pt x="6887370" y="760918"/>
                  </a:lnTo>
                  <a:lnTo>
                    <a:pt x="6941176" y="775814"/>
                  </a:lnTo>
                  <a:lnTo>
                    <a:pt x="6998425" y="789089"/>
                  </a:lnTo>
                  <a:lnTo>
                    <a:pt x="7060048" y="800928"/>
                  </a:lnTo>
                  <a:lnTo>
                    <a:pt x="7126907" y="811513"/>
                  </a:lnTo>
                  <a:lnTo>
                    <a:pt x="7199695" y="820998"/>
                  </a:lnTo>
                  <a:lnTo>
                    <a:pt x="7278794" y="829510"/>
                  </a:lnTo>
                  <a:lnTo>
                    <a:pt x="7364092" y="837139"/>
                  </a:lnTo>
                  <a:lnTo>
                    <a:pt x="7454769" y="843939"/>
                  </a:lnTo>
                  <a:lnTo>
                    <a:pt x="7549086" y="849933"/>
                  </a:lnTo>
                  <a:lnTo>
                    <a:pt x="7644260" y="855113"/>
                  </a:lnTo>
                  <a:lnTo>
                    <a:pt x="7736519" y="859461"/>
                  </a:lnTo>
                  <a:lnTo>
                    <a:pt x="7821459" y="862962"/>
                  </a:lnTo>
                  <a:lnTo>
                    <a:pt x="7894708" y="865626"/>
                  </a:lnTo>
                  <a:lnTo>
                    <a:pt x="7952804" y="867504"/>
                  </a:lnTo>
                  <a:lnTo>
                    <a:pt x="7994019" y="868696"/>
                  </a:lnTo>
                  <a:lnTo>
                    <a:pt x="8018870" y="869342"/>
                  </a:lnTo>
                  <a:lnTo>
                    <a:pt x="8030177" y="869607"/>
                  </a:lnTo>
                  <a:lnTo>
                    <a:pt x="8032819" y="869664"/>
                  </a:lnTo>
                  <a:lnTo>
                    <a:pt x="8554953" y="869664"/>
                  </a:lnTo>
                  <a:lnTo>
                    <a:pt x="8554953" y="864017"/>
                  </a:lnTo>
                  <a:lnTo>
                    <a:pt x="8032819" y="864017"/>
                  </a:lnTo>
                  <a:lnTo>
                    <a:pt x="8031562" y="863990"/>
                  </a:lnTo>
                  <a:lnTo>
                    <a:pt x="8023339" y="863803"/>
                  </a:lnTo>
                  <a:lnTo>
                    <a:pt x="8002776" y="863284"/>
                  </a:lnTo>
                  <a:lnTo>
                    <a:pt x="7966433" y="862265"/>
                  </a:lnTo>
                  <a:lnTo>
                    <a:pt x="7913117" y="860597"/>
                  </a:lnTo>
                  <a:lnTo>
                    <a:pt x="7843942" y="858167"/>
                  </a:lnTo>
                  <a:lnTo>
                    <a:pt x="7761945" y="854910"/>
                  </a:lnTo>
                  <a:lnTo>
                    <a:pt x="7671330" y="850805"/>
                  </a:lnTo>
                  <a:lnTo>
                    <a:pt x="7576572" y="845862"/>
                  </a:lnTo>
                  <a:lnTo>
                    <a:pt x="7481675" y="840102"/>
                  </a:lnTo>
                  <a:lnTo>
                    <a:pt x="7389726" y="833535"/>
                  </a:lnTo>
                  <a:lnTo>
                    <a:pt x="7302757" y="826148"/>
                  </a:lnTo>
                  <a:lnTo>
                    <a:pt x="7221834" y="817898"/>
                  </a:lnTo>
                  <a:lnTo>
                    <a:pt x="7147248" y="808705"/>
                  </a:lnTo>
                  <a:lnTo>
                    <a:pt x="7078741" y="798452"/>
                  </a:lnTo>
                  <a:lnTo>
                    <a:pt x="7015693" y="786992"/>
                  </a:lnTo>
                  <a:lnTo>
                    <a:pt x="6957277" y="774150"/>
                  </a:lnTo>
                  <a:lnTo>
                    <a:pt x="6902575" y="759740"/>
                  </a:lnTo>
                  <a:lnTo>
                    <a:pt x="6850660" y="743585"/>
                  </a:lnTo>
                  <a:lnTo>
                    <a:pt x="6800676" y="725560"/>
                  </a:lnTo>
                  <a:lnTo>
                    <a:pt x="6786527" y="720014"/>
                  </a:lnTo>
                  <a:lnTo>
                    <a:pt x="6735983" y="698645"/>
                  </a:lnTo>
                  <a:lnTo>
                    <a:pt x="6685931" y="675163"/>
                  </a:lnTo>
                  <a:lnTo>
                    <a:pt x="6635880" y="649535"/>
                  </a:lnTo>
                  <a:lnTo>
                    <a:pt x="6585489" y="621795"/>
                  </a:lnTo>
                  <a:lnTo>
                    <a:pt x="6534549" y="592053"/>
                  </a:lnTo>
                  <a:lnTo>
                    <a:pt x="6482966" y="560501"/>
                  </a:lnTo>
                  <a:lnTo>
                    <a:pt x="6430749" y="527409"/>
                  </a:lnTo>
                  <a:lnTo>
                    <a:pt x="6377994" y="493121"/>
                  </a:lnTo>
                  <a:lnTo>
                    <a:pt x="6324864" y="458043"/>
                  </a:lnTo>
                  <a:lnTo>
                    <a:pt x="6271567" y="422624"/>
                  </a:lnTo>
                  <a:lnTo>
                    <a:pt x="6218331" y="387328"/>
                  </a:lnTo>
                  <a:lnTo>
                    <a:pt x="6165376" y="352615"/>
                  </a:lnTo>
                  <a:lnTo>
                    <a:pt x="6112890" y="318913"/>
                  </a:lnTo>
                  <a:lnTo>
                    <a:pt x="6061002" y="286597"/>
                  </a:lnTo>
                  <a:lnTo>
                    <a:pt x="6009764" y="255975"/>
                  </a:lnTo>
                  <a:lnTo>
                    <a:pt x="5959133" y="227275"/>
                  </a:lnTo>
                  <a:lnTo>
                    <a:pt x="5908956" y="200645"/>
                  </a:lnTo>
                  <a:lnTo>
                    <a:pt x="5858956" y="176153"/>
                  </a:lnTo>
                  <a:lnTo>
                    <a:pt x="5808716" y="153798"/>
                  </a:lnTo>
                  <a:lnTo>
                    <a:pt x="5784835" y="144002"/>
                  </a:lnTo>
                  <a:lnTo>
                    <a:pt x="5735268" y="125430"/>
                  </a:lnTo>
                  <a:lnTo>
                    <a:pt x="5683992" y="108745"/>
                  </a:lnTo>
                  <a:lnTo>
                    <a:pt x="5630186" y="93849"/>
                  </a:lnTo>
                  <a:lnTo>
                    <a:pt x="5572937" y="80575"/>
                  </a:lnTo>
                  <a:lnTo>
                    <a:pt x="5511314" y="68735"/>
                  </a:lnTo>
                  <a:lnTo>
                    <a:pt x="5444455" y="58151"/>
                  </a:lnTo>
                  <a:lnTo>
                    <a:pt x="5371667" y="48666"/>
                  </a:lnTo>
                  <a:lnTo>
                    <a:pt x="5292568" y="40154"/>
                  </a:lnTo>
                  <a:lnTo>
                    <a:pt x="5207270" y="32525"/>
                  </a:lnTo>
                  <a:lnTo>
                    <a:pt x="5116593" y="25724"/>
                  </a:lnTo>
                  <a:lnTo>
                    <a:pt x="5022276" y="19731"/>
                  </a:lnTo>
                  <a:lnTo>
                    <a:pt x="4927102" y="14551"/>
                  </a:lnTo>
                  <a:lnTo>
                    <a:pt x="4834843" y="10203"/>
                  </a:lnTo>
                  <a:lnTo>
                    <a:pt x="4749903" y="6701"/>
                  </a:lnTo>
                  <a:lnTo>
                    <a:pt x="4676654" y="4037"/>
                  </a:lnTo>
                  <a:lnTo>
                    <a:pt x="4618558" y="2159"/>
                  </a:lnTo>
                  <a:lnTo>
                    <a:pt x="4577343" y="967"/>
                  </a:lnTo>
                  <a:lnTo>
                    <a:pt x="4552491" y="321"/>
                  </a:lnTo>
                  <a:lnTo>
                    <a:pt x="4541185" y="56"/>
                  </a:lnTo>
                  <a:lnTo>
                    <a:pt x="4538543" y="0"/>
                  </a:lnTo>
                  <a:lnTo>
                    <a:pt x="4016409" y="0"/>
                  </a:lnTo>
                  <a:lnTo>
                    <a:pt x="4015461" y="83"/>
                  </a:lnTo>
                  <a:lnTo>
                    <a:pt x="4009220" y="675"/>
                  </a:lnTo>
                  <a:lnTo>
                    <a:pt x="3993470" y="2311"/>
                  </a:lnTo>
                  <a:lnTo>
                    <a:pt x="3965270" y="5533"/>
                  </a:lnTo>
                  <a:lnTo>
                    <a:pt x="3923165" y="10843"/>
                  </a:lnTo>
                  <a:lnTo>
                    <a:pt x="3867297" y="18651"/>
                  </a:lnTo>
                  <a:lnTo>
                    <a:pt x="3799284" y="29240"/>
                  </a:lnTo>
                  <a:lnTo>
                    <a:pt x="3721854" y="42756"/>
                  </a:lnTo>
                  <a:lnTo>
                    <a:pt x="3638308" y="59225"/>
                  </a:lnTo>
                  <a:lnTo>
                    <a:pt x="3551978" y="78603"/>
                  </a:lnTo>
                  <a:lnTo>
                    <a:pt x="3465797" y="100826"/>
                  </a:lnTo>
                  <a:lnTo>
                    <a:pt x="3382050" y="125860"/>
                  </a:lnTo>
                  <a:lnTo>
                    <a:pt x="3302300" y="153738"/>
                  </a:lnTo>
                  <a:lnTo>
                    <a:pt x="3227439" y="184586"/>
                  </a:lnTo>
                  <a:lnTo>
                    <a:pt x="3157804" y="218630"/>
                  </a:lnTo>
                  <a:lnTo>
                    <a:pt x="3093313" y="256200"/>
                  </a:lnTo>
                  <a:lnTo>
                    <a:pt x="3033596" y="297727"/>
                  </a:lnTo>
                  <a:lnTo>
                    <a:pt x="2978099" y="343722"/>
                  </a:lnTo>
                  <a:lnTo>
                    <a:pt x="2926163" y="394761"/>
                  </a:lnTo>
                  <a:lnTo>
                    <a:pt x="2877088" y="451436"/>
                  </a:lnTo>
                  <a:lnTo>
                    <a:pt x="2830186" y="514288"/>
                  </a:lnTo>
                  <a:lnTo>
                    <a:pt x="2784824" y="583686"/>
                  </a:lnTo>
                  <a:lnTo>
                    <a:pt x="2770117" y="608012"/>
                  </a:lnTo>
                  <a:lnTo>
                    <a:pt x="2736532" y="666831"/>
                  </a:lnTo>
                  <a:lnTo>
                    <a:pt x="2703249" y="729529"/>
                  </a:lnTo>
                  <a:lnTo>
                    <a:pt x="2670100" y="796183"/>
                  </a:lnTo>
                  <a:lnTo>
                    <a:pt x="2636951" y="866824"/>
                  </a:lnTo>
                  <a:lnTo>
                    <a:pt x="2603695" y="941425"/>
                  </a:lnTo>
                  <a:lnTo>
                    <a:pt x="2570253" y="1019902"/>
                  </a:lnTo>
                  <a:lnTo>
                    <a:pt x="2536568" y="1102105"/>
                  </a:lnTo>
                  <a:lnTo>
                    <a:pt x="2502608" y="1187819"/>
                  </a:lnTo>
                  <a:lnTo>
                    <a:pt x="2468360" y="1276763"/>
                  </a:lnTo>
                  <a:lnTo>
                    <a:pt x="2433831" y="1368589"/>
                  </a:lnTo>
                  <a:lnTo>
                    <a:pt x="2399044" y="1462892"/>
                  </a:lnTo>
                  <a:lnTo>
                    <a:pt x="2364039" y="1559207"/>
                  </a:lnTo>
                  <a:lnTo>
                    <a:pt x="2328863" y="1657028"/>
                  </a:lnTo>
                  <a:lnTo>
                    <a:pt x="2293577" y="1755812"/>
                  </a:lnTo>
                  <a:lnTo>
                    <a:pt x="2258245" y="1854991"/>
                  </a:lnTo>
                  <a:lnTo>
                    <a:pt x="2222934" y="1953991"/>
                  </a:lnTo>
                  <a:lnTo>
                    <a:pt x="2187710" y="2052239"/>
                  </a:lnTo>
                  <a:lnTo>
                    <a:pt x="2152634" y="2149182"/>
                  </a:lnTo>
                  <a:lnTo>
                    <a:pt x="2117760" y="2244298"/>
                  </a:lnTo>
                  <a:lnTo>
                    <a:pt x="2083131" y="2337106"/>
                  </a:lnTo>
                  <a:lnTo>
                    <a:pt x="2048776" y="2427178"/>
                  </a:lnTo>
                  <a:lnTo>
                    <a:pt x="2014707" y="2514142"/>
                  </a:lnTo>
                  <a:lnTo>
                    <a:pt x="1980922" y="2597694"/>
                  </a:lnTo>
                  <a:lnTo>
                    <a:pt x="1947393" y="2677593"/>
                  </a:lnTo>
                  <a:lnTo>
                    <a:pt x="1914075" y="2753664"/>
                  </a:lnTo>
                  <a:lnTo>
                    <a:pt x="1880897" y="2825800"/>
                  </a:lnTo>
                  <a:lnTo>
                    <a:pt x="1847763" y="2893953"/>
                  </a:lnTo>
                  <a:lnTo>
                    <a:pt x="1814548" y="2958131"/>
                  </a:lnTo>
                  <a:lnTo>
                    <a:pt x="1781098" y="3018396"/>
                  </a:lnTo>
                  <a:lnTo>
                    <a:pt x="1768425" y="3040060"/>
                  </a:lnTo>
                  <a:lnTo>
                    <a:pt x="1723449" y="3111642"/>
                  </a:lnTo>
                  <a:lnTo>
                    <a:pt x="1677121" y="3176624"/>
                  </a:lnTo>
                  <a:lnTo>
                    <a:pt x="1628837" y="3235281"/>
                  </a:lnTo>
                  <a:lnTo>
                    <a:pt x="1577922" y="3288113"/>
                  </a:lnTo>
                  <a:lnTo>
                    <a:pt x="1523674" y="3335705"/>
                  </a:lnTo>
                  <a:lnTo>
                    <a:pt x="1465416" y="3378644"/>
                  </a:lnTo>
                  <a:lnTo>
                    <a:pt x="1402550" y="3417467"/>
                  </a:lnTo>
                  <a:lnTo>
                    <a:pt x="1334636" y="3452632"/>
                  </a:lnTo>
                  <a:lnTo>
                    <a:pt x="1261484" y="3484503"/>
                  </a:lnTo>
                  <a:lnTo>
                    <a:pt x="1183277" y="3513341"/>
                  </a:lnTo>
                  <a:lnTo>
                    <a:pt x="1100709" y="3539305"/>
                  </a:lnTo>
                  <a:lnTo>
                    <a:pt x="1015113" y="3562455"/>
                  </a:lnTo>
                  <a:lnTo>
                    <a:pt x="928537" y="3582777"/>
                  </a:lnTo>
                  <a:lnTo>
                    <a:pt x="843718" y="3600212"/>
                  </a:lnTo>
                  <a:lnTo>
                    <a:pt x="763895" y="3614703"/>
                  </a:lnTo>
                  <a:lnTo>
                    <a:pt x="692437" y="3626248"/>
                  </a:lnTo>
                  <a:lnTo>
                    <a:pt x="632323" y="3634948"/>
                  </a:lnTo>
                  <a:lnTo>
                    <a:pt x="585588" y="3641041"/>
                  </a:lnTo>
                  <a:lnTo>
                    <a:pt x="552888" y="3644899"/>
                  </a:lnTo>
                  <a:lnTo>
                    <a:pt x="533291" y="3647000"/>
                  </a:lnTo>
                  <a:lnTo>
                    <a:pt x="524323" y="3647876"/>
                  </a:lnTo>
                  <a:lnTo>
                    <a:pt x="522133" y="3648072"/>
                  </a:lnTo>
                  <a:lnTo>
                    <a:pt x="0" y="3648072"/>
                  </a:lnTo>
                  <a:close/>
                </a:path>
              </a:pathLst>
            </a:custGeom>
            <a:solidFill>
              <a:srgbClr val="F1C40F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1908" name="pl1908"/>
            <p:cNvSpPr/>
            <p:nvPr/>
          </p:nvSpPr>
          <p:spPr>
            <a:xfrm>
              <a:off x="386606" y="2151211"/>
              <a:ext cx="8554953" cy="3648072"/>
            </a:xfrm>
            <a:custGeom>
              <a:avLst/>
              <a:pathLst>
                <a:path w="8554953" h="3648072">
                  <a:moveTo>
                    <a:pt x="0" y="3648072"/>
                  </a:moveTo>
                  <a:lnTo>
                    <a:pt x="522133" y="3648072"/>
                  </a:lnTo>
                  <a:lnTo>
                    <a:pt x="523081" y="3647989"/>
                  </a:lnTo>
                  <a:lnTo>
                    <a:pt x="529322" y="3647397"/>
                  </a:lnTo>
                  <a:lnTo>
                    <a:pt x="545072" y="3645760"/>
                  </a:lnTo>
                  <a:lnTo>
                    <a:pt x="573272" y="3642538"/>
                  </a:lnTo>
                  <a:lnTo>
                    <a:pt x="615377" y="3637229"/>
                  </a:lnTo>
                  <a:lnTo>
                    <a:pt x="671246" y="3629421"/>
                  </a:lnTo>
                  <a:lnTo>
                    <a:pt x="739258" y="3618831"/>
                  </a:lnTo>
                  <a:lnTo>
                    <a:pt x="816688" y="3605316"/>
                  </a:lnTo>
                  <a:lnTo>
                    <a:pt x="900234" y="3588846"/>
                  </a:lnTo>
                  <a:lnTo>
                    <a:pt x="986564" y="3569468"/>
                  </a:lnTo>
                  <a:lnTo>
                    <a:pt x="1072745" y="3547246"/>
                  </a:lnTo>
                  <a:lnTo>
                    <a:pt x="1156492" y="3522212"/>
                  </a:lnTo>
                  <a:lnTo>
                    <a:pt x="1236242" y="3494334"/>
                  </a:lnTo>
                  <a:lnTo>
                    <a:pt x="1311103" y="3463486"/>
                  </a:lnTo>
                  <a:lnTo>
                    <a:pt x="1380738" y="3429442"/>
                  </a:lnTo>
                  <a:lnTo>
                    <a:pt x="1445229" y="3391871"/>
                  </a:lnTo>
                  <a:lnTo>
                    <a:pt x="1504946" y="3350345"/>
                  </a:lnTo>
                  <a:lnTo>
                    <a:pt x="1560443" y="3304350"/>
                  </a:lnTo>
                  <a:lnTo>
                    <a:pt x="1612380" y="3253311"/>
                  </a:lnTo>
                  <a:lnTo>
                    <a:pt x="1661454" y="3196635"/>
                  </a:lnTo>
                  <a:lnTo>
                    <a:pt x="1708356" y="3133783"/>
                  </a:lnTo>
                  <a:lnTo>
                    <a:pt x="1753718" y="3064386"/>
                  </a:lnTo>
                  <a:lnTo>
                    <a:pt x="1768425" y="3040060"/>
                  </a:lnTo>
                  <a:lnTo>
                    <a:pt x="1802010" y="2981240"/>
                  </a:lnTo>
                  <a:lnTo>
                    <a:pt x="1835293" y="2918543"/>
                  </a:lnTo>
                  <a:lnTo>
                    <a:pt x="1868442" y="2851888"/>
                  </a:lnTo>
                  <a:lnTo>
                    <a:pt x="1901591" y="2781248"/>
                  </a:lnTo>
                  <a:lnTo>
                    <a:pt x="1934847" y="2706646"/>
                  </a:lnTo>
                  <a:lnTo>
                    <a:pt x="1968289" y="2628169"/>
                  </a:lnTo>
                  <a:lnTo>
                    <a:pt x="2001974" y="2545966"/>
                  </a:lnTo>
                  <a:lnTo>
                    <a:pt x="2035935" y="2460252"/>
                  </a:lnTo>
                  <a:lnTo>
                    <a:pt x="2070183" y="2371309"/>
                  </a:lnTo>
                  <a:lnTo>
                    <a:pt x="2104711" y="2279482"/>
                  </a:lnTo>
                  <a:lnTo>
                    <a:pt x="2139498" y="2185180"/>
                  </a:lnTo>
                  <a:lnTo>
                    <a:pt x="2174504" y="2088864"/>
                  </a:lnTo>
                  <a:lnTo>
                    <a:pt x="2209679" y="1991043"/>
                  </a:lnTo>
                  <a:lnTo>
                    <a:pt x="2244965" y="1892260"/>
                  </a:lnTo>
                  <a:lnTo>
                    <a:pt x="2280297" y="1793080"/>
                  </a:lnTo>
                  <a:lnTo>
                    <a:pt x="2315608" y="1694081"/>
                  </a:lnTo>
                  <a:lnTo>
                    <a:pt x="2350832" y="1595833"/>
                  </a:lnTo>
                  <a:lnTo>
                    <a:pt x="2385908" y="1498889"/>
                  </a:lnTo>
                  <a:lnTo>
                    <a:pt x="2420782" y="1403773"/>
                  </a:lnTo>
                  <a:lnTo>
                    <a:pt x="2455411" y="1310965"/>
                  </a:lnTo>
                  <a:lnTo>
                    <a:pt x="2489767" y="1220894"/>
                  </a:lnTo>
                  <a:lnTo>
                    <a:pt x="2523835" y="1133929"/>
                  </a:lnTo>
                  <a:lnTo>
                    <a:pt x="2557620" y="1050377"/>
                  </a:lnTo>
                  <a:lnTo>
                    <a:pt x="2591149" y="970479"/>
                  </a:lnTo>
                  <a:lnTo>
                    <a:pt x="2624467" y="894407"/>
                  </a:lnTo>
                  <a:lnTo>
                    <a:pt x="2657645" y="822271"/>
                  </a:lnTo>
                  <a:lnTo>
                    <a:pt x="2690780" y="754119"/>
                  </a:lnTo>
                  <a:lnTo>
                    <a:pt x="2723994" y="689941"/>
                  </a:lnTo>
                  <a:lnTo>
                    <a:pt x="2757444" y="629675"/>
                  </a:lnTo>
                  <a:lnTo>
                    <a:pt x="2770117" y="608012"/>
                  </a:lnTo>
                  <a:lnTo>
                    <a:pt x="2815093" y="536429"/>
                  </a:lnTo>
                  <a:lnTo>
                    <a:pt x="2861422" y="471448"/>
                  </a:lnTo>
                  <a:lnTo>
                    <a:pt x="2909705" y="412791"/>
                  </a:lnTo>
                  <a:lnTo>
                    <a:pt x="2960620" y="359959"/>
                  </a:lnTo>
                  <a:lnTo>
                    <a:pt x="3014868" y="312366"/>
                  </a:lnTo>
                  <a:lnTo>
                    <a:pt x="3073126" y="269427"/>
                  </a:lnTo>
                  <a:lnTo>
                    <a:pt x="3135992" y="230605"/>
                  </a:lnTo>
                  <a:lnTo>
                    <a:pt x="3203906" y="195440"/>
                  </a:lnTo>
                  <a:lnTo>
                    <a:pt x="3277058" y="163569"/>
                  </a:lnTo>
                  <a:lnTo>
                    <a:pt x="3355265" y="134730"/>
                  </a:lnTo>
                  <a:lnTo>
                    <a:pt x="3437833" y="108767"/>
                  </a:lnTo>
                  <a:lnTo>
                    <a:pt x="3523429" y="85617"/>
                  </a:lnTo>
                  <a:lnTo>
                    <a:pt x="3610005" y="65294"/>
                  </a:lnTo>
                  <a:lnTo>
                    <a:pt x="3694825" y="47859"/>
                  </a:lnTo>
                  <a:lnTo>
                    <a:pt x="3774647" y="33368"/>
                  </a:lnTo>
                  <a:lnTo>
                    <a:pt x="3846105" y="21824"/>
                  </a:lnTo>
                  <a:lnTo>
                    <a:pt x="3906219" y="13124"/>
                  </a:lnTo>
                  <a:lnTo>
                    <a:pt x="3952954" y="7030"/>
                  </a:lnTo>
                  <a:lnTo>
                    <a:pt x="3985654" y="3172"/>
                  </a:lnTo>
                  <a:lnTo>
                    <a:pt x="4005251" y="1072"/>
                  </a:lnTo>
                  <a:lnTo>
                    <a:pt x="4014219" y="196"/>
                  </a:lnTo>
                  <a:lnTo>
                    <a:pt x="4016374" y="2"/>
                  </a:lnTo>
                  <a:lnTo>
                    <a:pt x="4016409" y="0"/>
                  </a:lnTo>
                  <a:lnTo>
                    <a:pt x="4538543" y="0"/>
                  </a:lnTo>
                  <a:lnTo>
                    <a:pt x="4539800" y="26"/>
                  </a:lnTo>
                  <a:lnTo>
                    <a:pt x="4548023" y="213"/>
                  </a:lnTo>
                  <a:lnTo>
                    <a:pt x="4568586" y="732"/>
                  </a:lnTo>
                  <a:lnTo>
                    <a:pt x="4604929" y="1751"/>
                  </a:lnTo>
                  <a:lnTo>
                    <a:pt x="4658245" y="3419"/>
                  </a:lnTo>
                  <a:lnTo>
                    <a:pt x="4727420" y="5849"/>
                  </a:lnTo>
                  <a:lnTo>
                    <a:pt x="4809417" y="9107"/>
                  </a:lnTo>
                  <a:lnTo>
                    <a:pt x="4900032" y="13211"/>
                  </a:lnTo>
                  <a:lnTo>
                    <a:pt x="4994790" y="18154"/>
                  </a:lnTo>
                  <a:lnTo>
                    <a:pt x="5089687" y="23914"/>
                  </a:lnTo>
                  <a:lnTo>
                    <a:pt x="5181636" y="30482"/>
                  </a:lnTo>
                  <a:lnTo>
                    <a:pt x="5268605" y="37868"/>
                  </a:lnTo>
                  <a:lnTo>
                    <a:pt x="5349528" y="46118"/>
                  </a:lnTo>
                  <a:lnTo>
                    <a:pt x="5424114" y="55311"/>
                  </a:lnTo>
                  <a:lnTo>
                    <a:pt x="5492621" y="65564"/>
                  </a:lnTo>
                  <a:lnTo>
                    <a:pt x="5555669" y="77024"/>
                  </a:lnTo>
                  <a:lnTo>
                    <a:pt x="5614085" y="89866"/>
                  </a:lnTo>
                  <a:lnTo>
                    <a:pt x="5668786" y="104276"/>
                  </a:lnTo>
                  <a:lnTo>
                    <a:pt x="5720702" y="120431"/>
                  </a:lnTo>
                  <a:lnTo>
                    <a:pt x="5770686" y="138456"/>
                  </a:lnTo>
                  <a:lnTo>
                    <a:pt x="5784835" y="144002"/>
                  </a:lnTo>
                  <a:lnTo>
                    <a:pt x="5835379" y="165372"/>
                  </a:lnTo>
                  <a:lnTo>
                    <a:pt x="5885431" y="188854"/>
                  </a:lnTo>
                  <a:lnTo>
                    <a:pt x="5935482" y="214482"/>
                  </a:lnTo>
                  <a:lnTo>
                    <a:pt x="5985873" y="242221"/>
                  </a:lnTo>
                  <a:lnTo>
                    <a:pt x="6036813" y="271963"/>
                  </a:lnTo>
                  <a:lnTo>
                    <a:pt x="6088396" y="303515"/>
                  </a:lnTo>
                  <a:lnTo>
                    <a:pt x="6140613" y="336607"/>
                  </a:lnTo>
                  <a:lnTo>
                    <a:pt x="6193368" y="370895"/>
                  </a:lnTo>
                  <a:lnTo>
                    <a:pt x="6246498" y="405973"/>
                  </a:lnTo>
                  <a:lnTo>
                    <a:pt x="6299795" y="441393"/>
                  </a:lnTo>
                  <a:lnTo>
                    <a:pt x="6353031" y="476689"/>
                  </a:lnTo>
                  <a:lnTo>
                    <a:pt x="6405986" y="511401"/>
                  </a:lnTo>
                  <a:lnTo>
                    <a:pt x="6458472" y="545103"/>
                  </a:lnTo>
                  <a:lnTo>
                    <a:pt x="6510360" y="577419"/>
                  </a:lnTo>
                  <a:lnTo>
                    <a:pt x="6561598" y="608041"/>
                  </a:lnTo>
                  <a:lnTo>
                    <a:pt x="6612229" y="636741"/>
                  </a:lnTo>
                  <a:lnTo>
                    <a:pt x="6662406" y="663371"/>
                  </a:lnTo>
                  <a:lnTo>
                    <a:pt x="6712406" y="687863"/>
                  </a:lnTo>
                  <a:lnTo>
                    <a:pt x="6762646" y="710218"/>
                  </a:lnTo>
                  <a:lnTo>
                    <a:pt x="6786527" y="720014"/>
                  </a:lnTo>
                  <a:lnTo>
                    <a:pt x="6836094" y="738586"/>
                  </a:lnTo>
                  <a:lnTo>
                    <a:pt x="6887370" y="755271"/>
                  </a:lnTo>
                  <a:lnTo>
                    <a:pt x="6941176" y="770167"/>
                  </a:lnTo>
                  <a:lnTo>
                    <a:pt x="6998425" y="783441"/>
                  </a:lnTo>
                  <a:lnTo>
                    <a:pt x="7060048" y="795281"/>
                  </a:lnTo>
                  <a:lnTo>
                    <a:pt x="7126907" y="805865"/>
                  </a:lnTo>
                  <a:lnTo>
                    <a:pt x="7199695" y="815351"/>
                  </a:lnTo>
                  <a:lnTo>
                    <a:pt x="7278794" y="823863"/>
                  </a:lnTo>
                  <a:lnTo>
                    <a:pt x="7364092" y="831492"/>
                  </a:lnTo>
                  <a:lnTo>
                    <a:pt x="7454769" y="838292"/>
                  </a:lnTo>
                  <a:lnTo>
                    <a:pt x="7549086" y="844285"/>
                  </a:lnTo>
                  <a:lnTo>
                    <a:pt x="7644260" y="849466"/>
                  </a:lnTo>
                  <a:lnTo>
                    <a:pt x="7736519" y="853814"/>
                  </a:lnTo>
                  <a:lnTo>
                    <a:pt x="7821459" y="857315"/>
                  </a:lnTo>
                  <a:lnTo>
                    <a:pt x="7894708" y="859979"/>
                  </a:lnTo>
                  <a:lnTo>
                    <a:pt x="7952804" y="861857"/>
                  </a:lnTo>
                  <a:lnTo>
                    <a:pt x="7994019" y="863049"/>
                  </a:lnTo>
                  <a:lnTo>
                    <a:pt x="8018870" y="863695"/>
                  </a:lnTo>
                  <a:lnTo>
                    <a:pt x="8030177" y="863960"/>
                  </a:lnTo>
                  <a:lnTo>
                    <a:pt x="8032788" y="864016"/>
                  </a:lnTo>
                  <a:lnTo>
                    <a:pt x="8032819" y="864017"/>
                  </a:lnTo>
                  <a:lnTo>
                    <a:pt x="8554953" y="864017"/>
                  </a:lnTo>
                  <a:lnTo>
                    <a:pt x="8554953" y="864017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909" name="pl1909"/>
            <p:cNvSpPr/>
            <p:nvPr/>
          </p:nvSpPr>
          <p:spPr>
            <a:xfrm>
              <a:off x="386606" y="2145564"/>
              <a:ext cx="8554953" cy="3648072"/>
            </a:xfrm>
            <a:custGeom>
              <a:avLst/>
              <a:pathLst>
                <a:path w="8554953" h="3648072">
                  <a:moveTo>
                    <a:pt x="8554953" y="864017"/>
                  </a:moveTo>
                  <a:lnTo>
                    <a:pt x="8032819" y="864017"/>
                  </a:lnTo>
                  <a:lnTo>
                    <a:pt x="8031562" y="863990"/>
                  </a:lnTo>
                  <a:lnTo>
                    <a:pt x="8023339" y="863803"/>
                  </a:lnTo>
                  <a:lnTo>
                    <a:pt x="8002776" y="863284"/>
                  </a:lnTo>
                  <a:lnTo>
                    <a:pt x="7966433" y="862265"/>
                  </a:lnTo>
                  <a:lnTo>
                    <a:pt x="7913117" y="860597"/>
                  </a:lnTo>
                  <a:lnTo>
                    <a:pt x="7843942" y="858167"/>
                  </a:lnTo>
                  <a:lnTo>
                    <a:pt x="7761945" y="854910"/>
                  </a:lnTo>
                  <a:lnTo>
                    <a:pt x="7671330" y="850805"/>
                  </a:lnTo>
                  <a:lnTo>
                    <a:pt x="7576572" y="845862"/>
                  </a:lnTo>
                  <a:lnTo>
                    <a:pt x="7481675" y="840102"/>
                  </a:lnTo>
                  <a:lnTo>
                    <a:pt x="7389726" y="833535"/>
                  </a:lnTo>
                  <a:lnTo>
                    <a:pt x="7302757" y="826148"/>
                  </a:lnTo>
                  <a:lnTo>
                    <a:pt x="7221834" y="817898"/>
                  </a:lnTo>
                  <a:lnTo>
                    <a:pt x="7147248" y="808705"/>
                  </a:lnTo>
                  <a:lnTo>
                    <a:pt x="7078741" y="798452"/>
                  </a:lnTo>
                  <a:lnTo>
                    <a:pt x="7015693" y="786992"/>
                  </a:lnTo>
                  <a:lnTo>
                    <a:pt x="6957277" y="774150"/>
                  </a:lnTo>
                  <a:lnTo>
                    <a:pt x="6902575" y="759740"/>
                  </a:lnTo>
                  <a:lnTo>
                    <a:pt x="6850660" y="743585"/>
                  </a:lnTo>
                  <a:lnTo>
                    <a:pt x="6800676" y="725560"/>
                  </a:lnTo>
                  <a:lnTo>
                    <a:pt x="6786527" y="720014"/>
                  </a:lnTo>
                  <a:lnTo>
                    <a:pt x="6735983" y="698645"/>
                  </a:lnTo>
                  <a:lnTo>
                    <a:pt x="6685931" y="675163"/>
                  </a:lnTo>
                  <a:lnTo>
                    <a:pt x="6635880" y="649535"/>
                  </a:lnTo>
                  <a:lnTo>
                    <a:pt x="6585489" y="621795"/>
                  </a:lnTo>
                  <a:lnTo>
                    <a:pt x="6534549" y="592053"/>
                  </a:lnTo>
                  <a:lnTo>
                    <a:pt x="6482966" y="560501"/>
                  </a:lnTo>
                  <a:lnTo>
                    <a:pt x="6430749" y="527409"/>
                  </a:lnTo>
                  <a:lnTo>
                    <a:pt x="6377994" y="493121"/>
                  </a:lnTo>
                  <a:lnTo>
                    <a:pt x="6324864" y="458043"/>
                  </a:lnTo>
                  <a:lnTo>
                    <a:pt x="6271567" y="422624"/>
                  </a:lnTo>
                  <a:lnTo>
                    <a:pt x="6218331" y="387328"/>
                  </a:lnTo>
                  <a:lnTo>
                    <a:pt x="6165376" y="352615"/>
                  </a:lnTo>
                  <a:lnTo>
                    <a:pt x="6112890" y="318913"/>
                  </a:lnTo>
                  <a:lnTo>
                    <a:pt x="6061002" y="286597"/>
                  </a:lnTo>
                  <a:lnTo>
                    <a:pt x="6009764" y="255975"/>
                  </a:lnTo>
                  <a:lnTo>
                    <a:pt x="5959133" y="227275"/>
                  </a:lnTo>
                  <a:lnTo>
                    <a:pt x="5908956" y="200645"/>
                  </a:lnTo>
                  <a:lnTo>
                    <a:pt x="5858956" y="176153"/>
                  </a:lnTo>
                  <a:lnTo>
                    <a:pt x="5808716" y="153798"/>
                  </a:lnTo>
                  <a:lnTo>
                    <a:pt x="5784835" y="144002"/>
                  </a:lnTo>
                  <a:lnTo>
                    <a:pt x="5735268" y="125430"/>
                  </a:lnTo>
                  <a:lnTo>
                    <a:pt x="5683992" y="108745"/>
                  </a:lnTo>
                  <a:lnTo>
                    <a:pt x="5630186" y="93849"/>
                  </a:lnTo>
                  <a:lnTo>
                    <a:pt x="5572937" y="80575"/>
                  </a:lnTo>
                  <a:lnTo>
                    <a:pt x="5511314" y="68735"/>
                  </a:lnTo>
                  <a:lnTo>
                    <a:pt x="5444455" y="58151"/>
                  </a:lnTo>
                  <a:lnTo>
                    <a:pt x="5371667" y="48666"/>
                  </a:lnTo>
                  <a:lnTo>
                    <a:pt x="5292568" y="40154"/>
                  </a:lnTo>
                  <a:lnTo>
                    <a:pt x="5207270" y="32525"/>
                  </a:lnTo>
                  <a:lnTo>
                    <a:pt x="5116593" y="25724"/>
                  </a:lnTo>
                  <a:lnTo>
                    <a:pt x="5022276" y="19731"/>
                  </a:lnTo>
                  <a:lnTo>
                    <a:pt x="4927102" y="14551"/>
                  </a:lnTo>
                  <a:lnTo>
                    <a:pt x="4834843" y="10203"/>
                  </a:lnTo>
                  <a:lnTo>
                    <a:pt x="4749903" y="6701"/>
                  </a:lnTo>
                  <a:lnTo>
                    <a:pt x="4676654" y="4037"/>
                  </a:lnTo>
                  <a:lnTo>
                    <a:pt x="4618558" y="2159"/>
                  </a:lnTo>
                  <a:lnTo>
                    <a:pt x="4577343" y="967"/>
                  </a:lnTo>
                  <a:lnTo>
                    <a:pt x="4552491" y="321"/>
                  </a:lnTo>
                  <a:lnTo>
                    <a:pt x="4541185" y="56"/>
                  </a:lnTo>
                  <a:lnTo>
                    <a:pt x="4538574" y="0"/>
                  </a:lnTo>
                  <a:lnTo>
                    <a:pt x="4538543" y="0"/>
                  </a:lnTo>
                  <a:lnTo>
                    <a:pt x="4016409" y="0"/>
                  </a:lnTo>
                  <a:lnTo>
                    <a:pt x="4015461" y="83"/>
                  </a:lnTo>
                  <a:lnTo>
                    <a:pt x="4009220" y="675"/>
                  </a:lnTo>
                  <a:lnTo>
                    <a:pt x="3993470" y="2311"/>
                  </a:lnTo>
                  <a:lnTo>
                    <a:pt x="3965270" y="5533"/>
                  </a:lnTo>
                  <a:lnTo>
                    <a:pt x="3923165" y="10843"/>
                  </a:lnTo>
                  <a:lnTo>
                    <a:pt x="3867297" y="18651"/>
                  </a:lnTo>
                  <a:lnTo>
                    <a:pt x="3799284" y="29240"/>
                  </a:lnTo>
                  <a:lnTo>
                    <a:pt x="3721854" y="42756"/>
                  </a:lnTo>
                  <a:lnTo>
                    <a:pt x="3638308" y="59225"/>
                  </a:lnTo>
                  <a:lnTo>
                    <a:pt x="3551978" y="78603"/>
                  </a:lnTo>
                  <a:lnTo>
                    <a:pt x="3465797" y="100826"/>
                  </a:lnTo>
                  <a:lnTo>
                    <a:pt x="3382050" y="125860"/>
                  </a:lnTo>
                  <a:lnTo>
                    <a:pt x="3302300" y="153738"/>
                  </a:lnTo>
                  <a:lnTo>
                    <a:pt x="3227439" y="184586"/>
                  </a:lnTo>
                  <a:lnTo>
                    <a:pt x="3157804" y="218630"/>
                  </a:lnTo>
                  <a:lnTo>
                    <a:pt x="3093313" y="256200"/>
                  </a:lnTo>
                  <a:lnTo>
                    <a:pt x="3033596" y="297727"/>
                  </a:lnTo>
                  <a:lnTo>
                    <a:pt x="2978099" y="343722"/>
                  </a:lnTo>
                  <a:lnTo>
                    <a:pt x="2926163" y="394761"/>
                  </a:lnTo>
                  <a:lnTo>
                    <a:pt x="2877088" y="451436"/>
                  </a:lnTo>
                  <a:lnTo>
                    <a:pt x="2830186" y="514288"/>
                  </a:lnTo>
                  <a:lnTo>
                    <a:pt x="2784824" y="583686"/>
                  </a:lnTo>
                  <a:lnTo>
                    <a:pt x="2770117" y="608012"/>
                  </a:lnTo>
                  <a:lnTo>
                    <a:pt x="2736532" y="666831"/>
                  </a:lnTo>
                  <a:lnTo>
                    <a:pt x="2703249" y="729529"/>
                  </a:lnTo>
                  <a:lnTo>
                    <a:pt x="2670100" y="796183"/>
                  </a:lnTo>
                  <a:lnTo>
                    <a:pt x="2636951" y="866824"/>
                  </a:lnTo>
                  <a:lnTo>
                    <a:pt x="2603695" y="941425"/>
                  </a:lnTo>
                  <a:lnTo>
                    <a:pt x="2570253" y="1019902"/>
                  </a:lnTo>
                  <a:lnTo>
                    <a:pt x="2536568" y="1102105"/>
                  </a:lnTo>
                  <a:lnTo>
                    <a:pt x="2502608" y="1187819"/>
                  </a:lnTo>
                  <a:lnTo>
                    <a:pt x="2468360" y="1276763"/>
                  </a:lnTo>
                  <a:lnTo>
                    <a:pt x="2433831" y="1368589"/>
                  </a:lnTo>
                  <a:lnTo>
                    <a:pt x="2399044" y="1462892"/>
                  </a:lnTo>
                  <a:lnTo>
                    <a:pt x="2364039" y="1559207"/>
                  </a:lnTo>
                  <a:lnTo>
                    <a:pt x="2328863" y="1657028"/>
                  </a:lnTo>
                  <a:lnTo>
                    <a:pt x="2293577" y="1755812"/>
                  </a:lnTo>
                  <a:lnTo>
                    <a:pt x="2258245" y="1854991"/>
                  </a:lnTo>
                  <a:lnTo>
                    <a:pt x="2222934" y="1953991"/>
                  </a:lnTo>
                  <a:lnTo>
                    <a:pt x="2187710" y="2052239"/>
                  </a:lnTo>
                  <a:lnTo>
                    <a:pt x="2152634" y="2149182"/>
                  </a:lnTo>
                  <a:lnTo>
                    <a:pt x="2117760" y="2244298"/>
                  </a:lnTo>
                  <a:lnTo>
                    <a:pt x="2083131" y="2337106"/>
                  </a:lnTo>
                  <a:lnTo>
                    <a:pt x="2048776" y="2427178"/>
                  </a:lnTo>
                  <a:lnTo>
                    <a:pt x="2014707" y="2514142"/>
                  </a:lnTo>
                  <a:lnTo>
                    <a:pt x="1980922" y="2597694"/>
                  </a:lnTo>
                  <a:lnTo>
                    <a:pt x="1947393" y="2677593"/>
                  </a:lnTo>
                  <a:lnTo>
                    <a:pt x="1914075" y="2753664"/>
                  </a:lnTo>
                  <a:lnTo>
                    <a:pt x="1880897" y="2825800"/>
                  </a:lnTo>
                  <a:lnTo>
                    <a:pt x="1847763" y="2893953"/>
                  </a:lnTo>
                  <a:lnTo>
                    <a:pt x="1814548" y="2958131"/>
                  </a:lnTo>
                  <a:lnTo>
                    <a:pt x="1781098" y="3018396"/>
                  </a:lnTo>
                  <a:lnTo>
                    <a:pt x="1768425" y="3040060"/>
                  </a:lnTo>
                  <a:lnTo>
                    <a:pt x="1723449" y="3111642"/>
                  </a:lnTo>
                  <a:lnTo>
                    <a:pt x="1677121" y="3176624"/>
                  </a:lnTo>
                  <a:lnTo>
                    <a:pt x="1628837" y="3235281"/>
                  </a:lnTo>
                  <a:lnTo>
                    <a:pt x="1577922" y="3288113"/>
                  </a:lnTo>
                  <a:lnTo>
                    <a:pt x="1523674" y="3335705"/>
                  </a:lnTo>
                  <a:lnTo>
                    <a:pt x="1465416" y="3378644"/>
                  </a:lnTo>
                  <a:lnTo>
                    <a:pt x="1402550" y="3417467"/>
                  </a:lnTo>
                  <a:lnTo>
                    <a:pt x="1334636" y="3452632"/>
                  </a:lnTo>
                  <a:lnTo>
                    <a:pt x="1261484" y="3484503"/>
                  </a:lnTo>
                  <a:lnTo>
                    <a:pt x="1183277" y="3513341"/>
                  </a:lnTo>
                  <a:lnTo>
                    <a:pt x="1100709" y="3539305"/>
                  </a:lnTo>
                  <a:lnTo>
                    <a:pt x="1015113" y="3562455"/>
                  </a:lnTo>
                  <a:lnTo>
                    <a:pt x="928537" y="3582777"/>
                  </a:lnTo>
                  <a:lnTo>
                    <a:pt x="843718" y="3600212"/>
                  </a:lnTo>
                  <a:lnTo>
                    <a:pt x="763895" y="3614703"/>
                  </a:lnTo>
                  <a:lnTo>
                    <a:pt x="692437" y="3626248"/>
                  </a:lnTo>
                  <a:lnTo>
                    <a:pt x="632323" y="3634948"/>
                  </a:lnTo>
                  <a:lnTo>
                    <a:pt x="585588" y="3641041"/>
                  </a:lnTo>
                  <a:lnTo>
                    <a:pt x="552888" y="3644899"/>
                  </a:lnTo>
                  <a:lnTo>
                    <a:pt x="533291" y="3647000"/>
                  </a:lnTo>
                  <a:lnTo>
                    <a:pt x="524323" y="3647876"/>
                  </a:lnTo>
                  <a:lnTo>
                    <a:pt x="522168" y="3648069"/>
                  </a:lnTo>
                  <a:lnTo>
                    <a:pt x="522133" y="3648072"/>
                  </a:lnTo>
                  <a:lnTo>
                    <a:pt x="0" y="3648072"/>
                  </a:lnTo>
                  <a:lnTo>
                    <a:pt x="0" y="3648072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910" name="pg1910"/>
            <p:cNvSpPr/>
            <p:nvPr/>
          </p:nvSpPr>
          <p:spPr>
            <a:xfrm>
              <a:off x="386606" y="4489140"/>
              <a:ext cx="8554953" cy="1344026"/>
            </a:xfrm>
            <a:custGeom>
              <a:avLst/>
              <a:pathLst>
                <a:path w="8554953" h="1344026">
                  <a:moveTo>
                    <a:pt x="0" y="1344026"/>
                  </a:moveTo>
                  <a:lnTo>
                    <a:pt x="522133" y="1344026"/>
                  </a:lnTo>
                  <a:lnTo>
                    <a:pt x="523391" y="1344001"/>
                  </a:lnTo>
                  <a:lnTo>
                    <a:pt x="531618" y="1343818"/>
                  </a:lnTo>
                  <a:lnTo>
                    <a:pt x="552190" y="1343312"/>
                  </a:lnTo>
                  <a:lnTo>
                    <a:pt x="588550" y="1342320"/>
                  </a:lnTo>
                  <a:lnTo>
                    <a:pt x="641887" y="1340694"/>
                  </a:lnTo>
                  <a:lnTo>
                    <a:pt x="711088" y="1338326"/>
                  </a:lnTo>
                  <a:lnTo>
                    <a:pt x="793111" y="1335153"/>
                  </a:lnTo>
                  <a:lnTo>
                    <a:pt x="883750" y="1331154"/>
                  </a:lnTo>
                  <a:lnTo>
                    <a:pt x="978526" y="1326338"/>
                  </a:lnTo>
                  <a:lnTo>
                    <a:pt x="1073437" y="1320726"/>
                  </a:lnTo>
                  <a:lnTo>
                    <a:pt x="1165394" y="1314328"/>
                  </a:lnTo>
                  <a:lnTo>
                    <a:pt x="1252366" y="1307132"/>
                  </a:lnTo>
                  <a:lnTo>
                    <a:pt x="1333290" y="1299095"/>
                  </a:lnTo>
                  <a:lnTo>
                    <a:pt x="1407874" y="1290138"/>
                  </a:lnTo>
                  <a:lnTo>
                    <a:pt x="1476379" y="1280149"/>
                  </a:lnTo>
                  <a:lnTo>
                    <a:pt x="1539424" y="1268983"/>
                  </a:lnTo>
                  <a:lnTo>
                    <a:pt x="1597838" y="1256471"/>
                  </a:lnTo>
                  <a:lnTo>
                    <a:pt x="1652539" y="1242430"/>
                  </a:lnTo>
                  <a:lnTo>
                    <a:pt x="1704456" y="1226689"/>
                  </a:lnTo>
                  <a:lnTo>
                    <a:pt x="1754444" y="1209127"/>
                  </a:lnTo>
                  <a:lnTo>
                    <a:pt x="1768425" y="1203788"/>
                  </a:lnTo>
                  <a:lnTo>
                    <a:pt x="1819131" y="1182907"/>
                  </a:lnTo>
                  <a:lnTo>
                    <a:pt x="1869344" y="1159955"/>
                  </a:lnTo>
                  <a:lnTo>
                    <a:pt x="1919558" y="1134899"/>
                  </a:lnTo>
                  <a:lnTo>
                    <a:pt x="1970117" y="1107775"/>
                  </a:lnTo>
                  <a:lnTo>
                    <a:pt x="2021231" y="1078690"/>
                  </a:lnTo>
                  <a:lnTo>
                    <a:pt x="2072993" y="1047834"/>
                  </a:lnTo>
                  <a:lnTo>
                    <a:pt x="2125391" y="1015475"/>
                  </a:lnTo>
                  <a:lnTo>
                    <a:pt x="2178328" y="981952"/>
                  </a:lnTo>
                  <a:lnTo>
                    <a:pt x="2231637" y="947666"/>
                  </a:lnTo>
                  <a:lnTo>
                    <a:pt x="2285107" y="913058"/>
                  </a:lnTo>
                  <a:lnTo>
                    <a:pt x="2338510" y="878586"/>
                  </a:lnTo>
                  <a:lnTo>
                    <a:pt x="2391621" y="844701"/>
                  </a:lnTo>
                  <a:lnTo>
                    <a:pt x="2444255" y="811822"/>
                  </a:lnTo>
                  <a:lnTo>
                    <a:pt x="2496283" y="780316"/>
                  </a:lnTo>
                  <a:lnTo>
                    <a:pt x="2547656" y="750482"/>
                  </a:lnTo>
                  <a:lnTo>
                    <a:pt x="2598423" y="722540"/>
                  </a:lnTo>
                  <a:lnTo>
                    <a:pt x="2648744" y="696633"/>
                  </a:lnTo>
                  <a:lnTo>
                    <a:pt x="2698907" y="672823"/>
                  </a:lnTo>
                  <a:lnTo>
                    <a:pt x="2749341" y="651105"/>
                  </a:lnTo>
                  <a:lnTo>
                    <a:pt x="2770117" y="642836"/>
                  </a:lnTo>
                  <a:lnTo>
                    <a:pt x="2819693" y="624746"/>
                  </a:lnTo>
                  <a:lnTo>
                    <a:pt x="2870978" y="608495"/>
                  </a:lnTo>
                  <a:lnTo>
                    <a:pt x="2924794" y="593987"/>
                  </a:lnTo>
                  <a:lnTo>
                    <a:pt x="2982055" y="581058"/>
                  </a:lnTo>
                  <a:lnTo>
                    <a:pt x="3043692" y="569527"/>
                  </a:lnTo>
                  <a:lnTo>
                    <a:pt x="3110568" y="559219"/>
                  </a:lnTo>
                  <a:lnTo>
                    <a:pt x="3183376" y="549981"/>
                  </a:lnTo>
                  <a:lnTo>
                    <a:pt x="3262496" y="541691"/>
                  </a:lnTo>
                  <a:lnTo>
                    <a:pt x="3347817" y="534262"/>
                  </a:lnTo>
                  <a:lnTo>
                    <a:pt x="3438517" y="527639"/>
                  </a:lnTo>
                  <a:lnTo>
                    <a:pt x="3532855" y="521803"/>
                  </a:lnTo>
                  <a:lnTo>
                    <a:pt x="3628043" y="516759"/>
                  </a:lnTo>
                  <a:lnTo>
                    <a:pt x="3720307" y="512526"/>
                  </a:lnTo>
                  <a:lnTo>
                    <a:pt x="3805239" y="509117"/>
                  </a:lnTo>
                  <a:lnTo>
                    <a:pt x="3878467" y="506524"/>
                  </a:lnTo>
                  <a:lnTo>
                    <a:pt x="3936529" y="504697"/>
                  </a:lnTo>
                  <a:lnTo>
                    <a:pt x="3977704" y="503538"/>
                  </a:lnTo>
                  <a:lnTo>
                    <a:pt x="4002514" y="502910"/>
                  </a:lnTo>
                  <a:lnTo>
                    <a:pt x="4013786" y="502652"/>
                  </a:lnTo>
                  <a:lnTo>
                    <a:pt x="4016409" y="502598"/>
                  </a:lnTo>
                  <a:lnTo>
                    <a:pt x="4538543" y="502598"/>
                  </a:lnTo>
                  <a:lnTo>
                    <a:pt x="4539809" y="502583"/>
                  </a:lnTo>
                  <a:lnTo>
                    <a:pt x="4548084" y="502474"/>
                  </a:lnTo>
                  <a:lnTo>
                    <a:pt x="4568773" y="502174"/>
                  </a:lnTo>
                  <a:lnTo>
                    <a:pt x="4605327" y="501584"/>
                  </a:lnTo>
                  <a:lnTo>
                    <a:pt x="4658929" y="500618"/>
                  </a:lnTo>
                  <a:lnTo>
                    <a:pt x="4728435" y="499211"/>
                  </a:lnTo>
                  <a:lnTo>
                    <a:pt x="4810769" y="497327"/>
                  </a:lnTo>
                  <a:lnTo>
                    <a:pt x="4901689" y="494952"/>
                  </a:lnTo>
                  <a:lnTo>
                    <a:pt x="4996694" y="492094"/>
                  </a:lnTo>
                  <a:lnTo>
                    <a:pt x="5091766" y="488764"/>
                  </a:lnTo>
                  <a:lnTo>
                    <a:pt x="5183822" y="484968"/>
                  </a:lnTo>
                  <a:lnTo>
                    <a:pt x="5270838" y="480698"/>
                  </a:lnTo>
                  <a:lnTo>
                    <a:pt x="5351766" y="475928"/>
                  </a:lnTo>
                  <a:lnTo>
                    <a:pt x="5426328" y="470611"/>
                  </a:lnTo>
                  <a:lnTo>
                    <a:pt x="5494801" y="464680"/>
                  </a:lnTo>
                  <a:lnTo>
                    <a:pt x="5557815" y="458048"/>
                  </a:lnTo>
                  <a:lnTo>
                    <a:pt x="5616207" y="450614"/>
                  </a:lnTo>
                  <a:lnTo>
                    <a:pt x="5670905" y="442271"/>
                  </a:lnTo>
                  <a:lnTo>
                    <a:pt x="5722840" y="432915"/>
                  </a:lnTo>
                  <a:lnTo>
                    <a:pt x="5772869" y="422478"/>
                  </a:lnTo>
                  <a:lnTo>
                    <a:pt x="5784835" y="419773"/>
                  </a:lnTo>
                  <a:lnTo>
                    <a:pt x="5837714" y="406881"/>
                  </a:lnTo>
                  <a:lnTo>
                    <a:pt x="5890081" y="392656"/>
                  </a:lnTo>
                  <a:lnTo>
                    <a:pt x="5942487" y="377081"/>
                  </a:lnTo>
                  <a:lnTo>
                    <a:pt x="5995305" y="360182"/>
                  </a:lnTo>
                  <a:lnTo>
                    <a:pt x="6048752" y="342041"/>
                  </a:lnTo>
                  <a:lnTo>
                    <a:pt x="6102909" y="322796"/>
                  </a:lnTo>
                  <a:lnTo>
                    <a:pt x="6157739" y="302636"/>
                  </a:lnTo>
                  <a:lnTo>
                    <a:pt x="6213106" y="281804"/>
                  </a:lnTo>
                  <a:lnTo>
                    <a:pt x="6268804" y="260576"/>
                  </a:lnTo>
                  <a:lnTo>
                    <a:pt x="6324580" y="239256"/>
                  </a:lnTo>
                  <a:lnTo>
                    <a:pt x="6380175" y="218149"/>
                  </a:lnTo>
                  <a:lnTo>
                    <a:pt x="6435352" y="197551"/>
                  </a:lnTo>
                  <a:lnTo>
                    <a:pt x="6489927" y="177727"/>
                  </a:lnTo>
                  <a:lnTo>
                    <a:pt x="6543802" y="158897"/>
                  </a:lnTo>
                  <a:lnTo>
                    <a:pt x="6596984" y="141234"/>
                  </a:lnTo>
                  <a:lnTo>
                    <a:pt x="6649605" y="124851"/>
                  </a:lnTo>
                  <a:lnTo>
                    <a:pt x="6701942" y="109809"/>
                  </a:lnTo>
                  <a:lnTo>
                    <a:pt x="6754434" y="96115"/>
                  </a:lnTo>
                  <a:lnTo>
                    <a:pt x="6786527" y="88472"/>
                  </a:lnTo>
                  <a:lnTo>
                    <a:pt x="6836205" y="77767"/>
                  </a:lnTo>
                  <a:lnTo>
                    <a:pt x="6887603" y="68153"/>
                  </a:lnTo>
                  <a:lnTo>
                    <a:pt x="6941544" y="59572"/>
                  </a:lnTo>
                  <a:lnTo>
                    <a:pt x="6998951" y="51927"/>
                  </a:lnTo>
                  <a:lnTo>
                    <a:pt x="7060758" y="45110"/>
                  </a:lnTo>
                  <a:lnTo>
                    <a:pt x="7127835" y="39017"/>
                  </a:lnTo>
                  <a:lnTo>
                    <a:pt x="7200874" y="33558"/>
                  </a:lnTo>
                  <a:lnTo>
                    <a:pt x="7280254" y="28660"/>
                  </a:lnTo>
                  <a:lnTo>
                    <a:pt x="7365852" y="24271"/>
                  </a:lnTo>
                  <a:lnTo>
                    <a:pt x="7456828" y="20361"/>
                  </a:lnTo>
                  <a:lnTo>
                    <a:pt x="7551410" y="16917"/>
                  </a:lnTo>
                  <a:lnTo>
                    <a:pt x="7646770" y="13943"/>
                  </a:lnTo>
                  <a:lnTo>
                    <a:pt x="7739091" y="11450"/>
                  </a:lnTo>
                  <a:lnTo>
                    <a:pt x="7823928" y="9447"/>
                  </a:lnTo>
                  <a:lnTo>
                    <a:pt x="7896898" y="7926"/>
                  </a:lnTo>
                  <a:lnTo>
                    <a:pt x="7954558" y="6858"/>
                  </a:lnTo>
                  <a:lnTo>
                    <a:pt x="7995242" y="6184"/>
                  </a:lnTo>
                  <a:lnTo>
                    <a:pt x="8019555" y="5822"/>
                  </a:lnTo>
                  <a:lnTo>
                    <a:pt x="8030421" y="5676"/>
                  </a:lnTo>
                  <a:lnTo>
                    <a:pt x="8032819" y="5647"/>
                  </a:lnTo>
                  <a:lnTo>
                    <a:pt x="8554953" y="5647"/>
                  </a:lnTo>
                  <a:lnTo>
                    <a:pt x="8554953" y="0"/>
                  </a:lnTo>
                  <a:lnTo>
                    <a:pt x="8032819" y="0"/>
                  </a:lnTo>
                  <a:lnTo>
                    <a:pt x="8031553" y="15"/>
                  </a:lnTo>
                  <a:lnTo>
                    <a:pt x="8023278" y="123"/>
                  </a:lnTo>
                  <a:lnTo>
                    <a:pt x="8002589" y="424"/>
                  </a:lnTo>
                  <a:lnTo>
                    <a:pt x="7966035" y="1013"/>
                  </a:lnTo>
                  <a:lnTo>
                    <a:pt x="7912433" y="1979"/>
                  </a:lnTo>
                  <a:lnTo>
                    <a:pt x="7842927" y="3386"/>
                  </a:lnTo>
                  <a:lnTo>
                    <a:pt x="7760593" y="5271"/>
                  </a:lnTo>
                  <a:lnTo>
                    <a:pt x="7669673" y="7645"/>
                  </a:lnTo>
                  <a:lnTo>
                    <a:pt x="7574668" y="10503"/>
                  </a:lnTo>
                  <a:lnTo>
                    <a:pt x="7479596" y="13833"/>
                  </a:lnTo>
                  <a:lnTo>
                    <a:pt x="7387540" y="17630"/>
                  </a:lnTo>
                  <a:lnTo>
                    <a:pt x="7300524" y="21900"/>
                  </a:lnTo>
                  <a:lnTo>
                    <a:pt x="7219596" y="26669"/>
                  </a:lnTo>
                  <a:lnTo>
                    <a:pt x="7145034" y="31986"/>
                  </a:lnTo>
                  <a:lnTo>
                    <a:pt x="7076561" y="37917"/>
                  </a:lnTo>
                  <a:lnTo>
                    <a:pt x="7013547" y="44549"/>
                  </a:lnTo>
                  <a:lnTo>
                    <a:pt x="6955155" y="51983"/>
                  </a:lnTo>
                  <a:lnTo>
                    <a:pt x="6900457" y="60327"/>
                  </a:lnTo>
                  <a:lnTo>
                    <a:pt x="6848522" y="69682"/>
                  </a:lnTo>
                  <a:lnTo>
                    <a:pt x="6798493" y="80119"/>
                  </a:lnTo>
                  <a:lnTo>
                    <a:pt x="6786527" y="82825"/>
                  </a:lnTo>
                  <a:lnTo>
                    <a:pt x="6733648" y="95717"/>
                  </a:lnTo>
                  <a:lnTo>
                    <a:pt x="6681281" y="109941"/>
                  </a:lnTo>
                  <a:lnTo>
                    <a:pt x="6628875" y="125516"/>
                  </a:lnTo>
                  <a:lnTo>
                    <a:pt x="6576057" y="142415"/>
                  </a:lnTo>
                  <a:lnTo>
                    <a:pt x="6522610" y="160556"/>
                  </a:lnTo>
                  <a:lnTo>
                    <a:pt x="6468453" y="179802"/>
                  </a:lnTo>
                  <a:lnTo>
                    <a:pt x="6413623" y="199961"/>
                  </a:lnTo>
                  <a:lnTo>
                    <a:pt x="6358256" y="220793"/>
                  </a:lnTo>
                  <a:lnTo>
                    <a:pt x="6302558" y="242021"/>
                  </a:lnTo>
                  <a:lnTo>
                    <a:pt x="6246782" y="263341"/>
                  </a:lnTo>
                  <a:lnTo>
                    <a:pt x="6191187" y="284448"/>
                  </a:lnTo>
                  <a:lnTo>
                    <a:pt x="6136010" y="305046"/>
                  </a:lnTo>
                  <a:lnTo>
                    <a:pt x="6081435" y="324871"/>
                  </a:lnTo>
                  <a:lnTo>
                    <a:pt x="6027560" y="343700"/>
                  </a:lnTo>
                  <a:lnTo>
                    <a:pt x="5974378" y="361363"/>
                  </a:lnTo>
                  <a:lnTo>
                    <a:pt x="5921757" y="377746"/>
                  </a:lnTo>
                  <a:lnTo>
                    <a:pt x="5869420" y="392789"/>
                  </a:lnTo>
                  <a:lnTo>
                    <a:pt x="5816928" y="406482"/>
                  </a:lnTo>
                  <a:lnTo>
                    <a:pt x="5784835" y="414125"/>
                  </a:lnTo>
                  <a:lnTo>
                    <a:pt x="5735157" y="424830"/>
                  </a:lnTo>
                  <a:lnTo>
                    <a:pt x="5683759" y="434444"/>
                  </a:lnTo>
                  <a:lnTo>
                    <a:pt x="5629818" y="443025"/>
                  </a:lnTo>
                  <a:lnTo>
                    <a:pt x="5572411" y="450670"/>
                  </a:lnTo>
                  <a:lnTo>
                    <a:pt x="5510604" y="457488"/>
                  </a:lnTo>
                  <a:lnTo>
                    <a:pt x="5443527" y="463581"/>
                  </a:lnTo>
                  <a:lnTo>
                    <a:pt x="5370488" y="469040"/>
                  </a:lnTo>
                  <a:lnTo>
                    <a:pt x="5291108" y="473937"/>
                  </a:lnTo>
                  <a:lnTo>
                    <a:pt x="5205510" y="478326"/>
                  </a:lnTo>
                  <a:lnTo>
                    <a:pt x="5114534" y="482236"/>
                  </a:lnTo>
                  <a:lnTo>
                    <a:pt x="5019952" y="485680"/>
                  </a:lnTo>
                  <a:lnTo>
                    <a:pt x="4924592" y="488654"/>
                  </a:lnTo>
                  <a:lnTo>
                    <a:pt x="4832271" y="491147"/>
                  </a:lnTo>
                  <a:lnTo>
                    <a:pt x="4747434" y="493151"/>
                  </a:lnTo>
                  <a:lnTo>
                    <a:pt x="4674464" y="494671"/>
                  </a:lnTo>
                  <a:lnTo>
                    <a:pt x="4616804" y="495739"/>
                  </a:lnTo>
                  <a:lnTo>
                    <a:pt x="4576120" y="496413"/>
                  </a:lnTo>
                  <a:lnTo>
                    <a:pt x="4551807" y="496775"/>
                  </a:lnTo>
                  <a:lnTo>
                    <a:pt x="4540941" y="496921"/>
                  </a:lnTo>
                  <a:lnTo>
                    <a:pt x="4538543" y="496951"/>
                  </a:lnTo>
                  <a:lnTo>
                    <a:pt x="4016409" y="496951"/>
                  </a:lnTo>
                  <a:lnTo>
                    <a:pt x="4015151" y="496976"/>
                  </a:lnTo>
                  <a:lnTo>
                    <a:pt x="4006925" y="497159"/>
                  </a:lnTo>
                  <a:lnTo>
                    <a:pt x="3986352" y="497664"/>
                  </a:lnTo>
                  <a:lnTo>
                    <a:pt x="3949993" y="498657"/>
                  </a:lnTo>
                  <a:lnTo>
                    <a:pt x="3896655" y="500282"/>
                  </a:lnTo>
                  <a:lnTo>
                    <a:pt x="3827454" y="502650"/>
                  </a:lnTo>
                  <a:lnTo>
                    <a:pt x="3745431" y="505824"/>
                  </a:lnTo>
                  <a:lnTo>
                    <a:pt x="3654793" y="509823"/>
                  </a:lnTo>
                  <a:lnTo>
                    <a:pt x="3560016" y="514638"/>
                  </a:lnTo>
                  <a:lnTo>
                    <a:pt x="3465106" y="520250"/>
                  </a:lnTo>
                  <a:lnTo>
                    <a:pt x="3373148" y="526648"/>
                  </a:lnTo>
                  <a:lnTo>
                    <a:pt x="3286176" y="533844"/>
                  </a:lnTo>
                  <a:lnTo>
                    <a:pt x="3205252" y="541882"/>
                  </a:lnTo>
                  <a:lnTo>
                    <a:pt x="3130668" y="550839"/>
                  </a:lnTo>
                  <a:lnTo>
                    <a:pt x="3062164" y="560828"/>
                  </a:lnTo>
                  <a:lnTo>
                    <a:pt x="2999118" y="571994"/>
                  </a:lnTo>
                  <a:lnTo>
                    <a:pt x="2940704" y="584506"/>
                  </a:lnTo>
                  <a:lnTo>
                    <a:pt x="2886003" y="598547"/>
                  </a:lnTo>
                  <a:lnTo>
                    <a:pt x="2834086" y="614287"/>
                  </a:lnTo>
                  <a:lnTo>
                    <a:pt x="2784098" y="631850"/>
                  </a:lnTo>
                  <a:lnTo>
                    <a:pt x="2770117" y="637189"/>
                  </a:lnTo>
                  <a:lnTo>
                    <a:pt x="2719411" y="658070"/>
                  </a:lnTo>
                  <a:lnTo>
                    <a:pt x="2669198" y="681022"/>
                  </a:lnTo>
                  <a:lnTo>
                    <a:pt x="2618984" y="706078"/>
                  </a:lnTo>
                  <a:lnTo>
                    <a:pt x="2568425" y="733202"/>
                  </a:lnTo>
                  <a:lnTo>
                    <a:pt x="2517311" y="762287"/>
                  </a:lnTo>
                  <a:lnTo>
                    <a:pt x="2465549" y="793143"/>
                  </a:lnTo>
                  <a:lnTo>
                    <a:pt x="2413151" y="825502"/>
                  </a:lnTo>
                  <a:lnTo>
                    <a:pt x="2360214" y="859025"/>
                  </a:lnTo>
                  <a:lnTo>
                    <a:pt x="2306905" y="893311"/>
                  </a:lnTo>
                  <a:lnTo>
                    <a:pt x="2253435" y="927919"/>
                  </a:lnTo>
                  <a:lnTo>
                    <a:pt x="2200033" y="962391"/>
                  </a:lnTo>
                  <a:lnTo>
                    <a:pt x="2146921" y="996276"/>
                  </a:lnTo>
                  <a:lnTo>
                    <a:pt x="2094287" y="1029155"/>
                  </a:lnTo>
                  <a:lnTo>
                    <a:pt x="2042259" y="1060661"/>
                  </a:lnTo>
                  <a:lnTo>
                    <a:pt x="1990886" y="1090495"/>
                  </a:lnTo>
                  <a:lnTo>
                    <a:pt x="1940119" y="1118437"/>
                  </a:lnTo>
                  <a:lnTo>
                    <a:pt x="1889798" y="1144344"/>
                  </a:lnTo>
                  <a:lnTo>
                    <a:pt x="1839635" y="1168154"/>
                  </a:lnTo>
                  <a:lnTo>
                    <a:pt x="1789201" y="1189871"/>
                  </a:lnTo>
                  <a:lnTo>
                    <a:pt x="1768425" y="1198141"/>
                  </a:lnTo>
                  <a:lnTo>
                    <a:pt x="1718850" y="1216231"/>
                  </a:lnTo>
                  <a:lnTo>
                    <a:pt x="1667564" y="1232481"/>
                  </a:lnTo>
                  <a:lnTo>
                    <a:pt x="1613748" y="1246990"/>
                  </a:lnTo>
                  <a:lnTo>
                    <a:pt x="1556487" y="1259919"/>
                  </a:lnTo>
                  <a:lnTo>
                    <a:pt x="1494850" y="1271450"/>
                  </a:lnTo>
                  <a:lnTo>
                    <a:pt x="1427974" y="1281758"/>
                  </a:lnTo>
                  <a:lnTo>
                    <a:pt x="1355167" y="1290996"/>
                  </a:lnTo>
                  <a:lnTo>
                    <a:pt x="1276046" y="1299285"/>
                  </a:lnTo>
                  <a:lnTo>
                    <a:pt x="1190725" y="1306715"/>
                  </a:lnTo>
                  <a:lnTo>
                    <a:pt x="1100025" y="1313338"/>
                  </a:lnTo>
                  <a:lnTo>
                    <a:pt x="1005687" y="1319174"/>
                  </a:lnTo>
                  <a:lnTo>
                    <a:pt x="910499" y="1324218"/>
                  </a:lnTo>
                  <a:lnTo>
                    <a:pt x="818235" y="1328451"/>
                  </a:lnTo>
                  <a:lnTo>
                    <a:pt x="733303" y="1331859"/>
                  </a:lnTo>
                  <a:lnTo>
                    <a:pt x="660076" y="1334452"/>
                  </a:lnTo>
                  <a:lnTo>
                    <a:pt x="602013" y="1336280"/>
                  </a:lnTo>
                  <a:lnTo>
                    <a:pt x="560838" y="1337439"/>
                  </a:lnTo>
                  <a:lnTo>
                    <a:pt x="536028" y="1338067"/>
                  </a:lnTo>
                  <a:lnTo>
                    <a:pt x="524756" y="1338325"/>
                  </a:lnTo>
                  <a:lnTo>
                    <a:pt x="522133" y="1338379"/>
                  </a:lnTo>
                  <a:lnTo>
                    <a:pt x="0" y="1338379"/>
                  </a:lnTo>
                  <a:close/>
                </a:path>
              </a:pathLst>
            </a:custGeom>
            <a:solidFill>
              <a:srgbClr val="F1C40F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1911" name="pl1911"/>
            <p:cNvSpPr/>
            <p:nvPr/>
          </p:nvSpPr>
          <p:spPr>
            <a:xfrm>
              <a:off x="386606" y="4494787"/>
              <a:ext cx="8554953" cy="1338379"/>
            </a:xfrm>
            <a:custGeom>
              <a:avLst/>
              <a:pathLst>
                <a:path w="8554953" h="1338379">
                  <a:moveTo>
                    <a:pt x="0" y="1338379"/>
                  </a:moveTo>
                  <a:lnTo>
                    <a:pt x="522133" y="1338379"/>
                  </a:lnTo>
                  <a:lnTo>
                    <a:pt x="523391" y="1338353"/>
                  </a:lnTo>
                  <a:lnTo>
                    <a:pt x="531618" y="1338171"/>
                  </a:lnTo>
                  <a:lnTo>
                    <a:pt x="552190" y="1337665"/>
                  </a:lnTo>
                  <a:lnTo>
                    <a:pt x="588550" y="1336673"/>
                  </a:lnTo>
                  <a:lnTo>
                    <a:pt x="641887" y="1335047"/>
                  </a:lnTo>
                  <a:lnTo>
                    <a:pt x="711088" y="1332679"/>
                  </a:lnTo>
                  <a:lnTo>
                    <a:pt x="793111" y="1329506"/>
                  </a:lnTo>
                  <a:lnTo>
                    <a:pt x="883750" y="1325507"/>
                  </a:lnTo>
                  <a:lnTo>
                    <a:pt x="978526" y="1320691"/>
                  </a:lnTo>
                  <a:lnTo>
                    <a:pt x="1073437" y="1315079"/>
                  </a:lnTo>
                  <a:lnTo>
                    <a:pt x="1165394" y="1308681"/>
                  </a:lnTo>
                  <a:lnTo>
                    <a:pt x="1252366" y="1301485"/>
                  </a:lnTo>
                  <a:lnTo>
                    <a:pt x="1333290" y="1293448"/>
                  </a:lnTo>
                  <a:lnTo>
                    <a:pt x="1407874" y="1284491"/>
                  </a:lnTo>
                  <a:lnTo>
                    <a:pt x="1476379" y="1274502"/>
                  </a:lnTo>
                  <a:lnTo>
                    <a:pt x="1539424" y="1263336"/>
                  </a:lnTo>
                  <a:lnTo>
                    <a:pt x="1597838" y="1250824"/>
                  </a:lnTo>
                  <a:lnTo>
                    <a:pt x="1652539" y="1236783"/>
                  </a:lnTo>
                  <a:lnTo>
                    <a:pt x="1704456" y="1221042"/>
                  </a:lnTo>
                  <a:lnTo>
                    <a:pt x="1754444" y="1203480"/>
                  </a:lnTo>
                  <a:lnTo>
                    <a:pt x="1768425" y="1198141"/>
                  </a:lnTo>
                  <a:lnTo>
                    <a:pt x="1819131" y="1177260"/>
                  </a:lnTo>
                  <a:lnTo>
                    <a:pt x="1869344" y="1154308"/>
                  </a:lnTo>
                  <a:lnTo>
                    <a:pt x="1919558" y="1129252"/>
                  </a:lnTo>
                  <a:lnTo>
                    <a:pt x="1970117" y="1102127"/>
                  </a:lnTo>
                  <a:lnTo>
                    <a:pt x="2021231" y="1073043"/>
                  </a:lnTo>
                  <a:lnTo>
                    <a:pt x="2072993" y="1042187"/>
                  </a:lnTo>
                  <a:lnTo>
                    <a:pt x="2125391" y="1009827"/>
                  </a:lnTo>
                  <a:lnTo>
                    <a:pt x="2178328" y="976305"/>
                  </a:lnTo>
                  <a:lnTo>
                    <a:pt x="2231637" y="942019"/>
                  </a:lnTo>
                  <a:lnTo>
                    <a:pt x="2285107" y="907411"/>
                  </a:lnTo>
                  <a:lnTo>
                    <a:pt x="2338510" y="872938"/>
                  </a:lnTo>
                  <a:lnTo>
                    <a:pt x="2391621" y="839053"/>
                  </a:lnTo>
                  <a:lnTo>
                    <a:pt x="2444255" y="806175"/>
                  </a:lnTo>
                  <a:lnTo>
                    <a:pt x="2496283" y="774669"/>
                  </a:lnTo>
                  <a:lnTo>
                    <a:pt x="2547656" y="744835"/>
                  </a:lnTo>
                  <a:lnTo>
                    <a:pt x="2598423" y="716893"/>
                  </a:lnTo>
                  <a:lnTo>
                    <a:pt x="2648744" y="690986"/>
                  </a:lnTo>
                  <a:lnTo>
                    <a:pt x="2698907" y="667176"/>
                  </a:lnTo>
                  <a:lnTo>
                    <a:pt x="2749341" y="645458"/>
                  </a:lnTo>
                  <a:lnTo>
                    <a:pt x="2770117" y="637189"/>
                  </a:lnTo>
                  <a:lnTo>
                    <a:pt x="2819693" y="619099"/>
                  </a:lnTo>
                  <a:lnTo>
                    <a:pt x="2870978" y="602848"/>
                  </a:lnTo>
                  <a:lnTo>
                    <a:pt x="2924794" y="588340"/>
                  </a:lnTo>
                  <a:lnTo>
                    <a:pt x="2982055" y="575411"/>
                  </a:lnTo>
                  <a:lnTo>
                    <a:pt x="3043692" y="563880"/>
                  </a:lnTo>
                  <a:lnTo>
                    <a:pt x="3110568" y="553572"/>
                  </a:lnTo>
                  <a:lnTo>
                    <a:pt x="3183376" y="544334"/>
                  </a:lnTo>
                  <a:lnTo>
                    <a:pt x="3262496" y="536044"/>
                  </a:lnTo>
                  <a:lnTo>
                    <a:pt x="3347817" y="528615"/>
                  </a:lnTo>
                  <a:lnTo>
                    <a:pt x="3438517" y="521992"/>
                  </a:lnTo>
                  <a:lnTo>
                    <a:pt x="3532855" y="516156"/>
                  </a:lnTo>
                  <a:lnTo>
                    <a:pt x="3628043" y="511112"/>
                  </a:lnTo>
                  <a:lnTo>
                    <a:pt x="3720307" y="506878"/>
                  </a:lnTo>
                  <a:lnTo>
                    <a:pt x="3805239" y="503470"/>
                  </a:lnTo>
                  <a:lnTo>
                    <a:pt x="3878467" y="500877"/>
                  </a:lnTo>
                  <a:lnTo>
                    <a:pt x="3936529" y="499050"/>
                  </a:lnTo>
                  <a:lnTo>
                    <a:pt x="3977704" y="497890"/>
                  </a:lnTo>
                  <a:lnTo>
                    <a:pt x="4002514" y="497263"/>
                  </a:lnTo>
                  <a:lnTo>
                    <a:pt x="4013786" y="497005"/>
                  </a:lnTo>
                  <a:lnTo>
                    <a:pt x="4016379" y="496951"/>
                  </a:lnTo>
                  <a:lnTo>
                    <a:pt x="4016409" y="496951"/>
                  </a:lnTo>
                  <a:lnTo>
                    <a:pt x="4538543" y="496951"/>
                  </a:lnTo>
                  <a:lnTo>
                    <a:pt x="4539809" y="496935"/>
                  </a:lnTo>
                  <a:lnTo>
                    <a:pt x="4548084" y="496827"/>
                  </a:lnTo>
                  <a:lnTo>
                    <a:pt x="4568773" y="496526"/>
                  </a:lnTo>
                  <a:lnTo>
                    <a:pt x="4605327" y="495937"/>
                  </a:lnTo>
                  <a:lnTo>
                    <a:pt x="4658929" y="494971"/>
                  </a:lnTo>
                  <a:lnTo>
                    <a:pt x="4728435" y="493564"/>
                  </a:lnTo>
                  <a:lnTo>
                    <a:pt x="4810769" y="491680"/>
                  </a:lnTo>
                  <a:lnTo>
                    <a:pt x="4901689" y="489305"/>
                  </a:lnTo>
                  <a:lnTo>
                    <a:pt x="4996694" y="486447"/>
                  </a:lnTo>
                  <a:lnTo>
                    <a:pt x="5091766" y="483117"/>
                  </a:lnTo>
                  <a:lnTo>
                    <a:pt x="5183822" y="479320"/>
                  </a:lnTo>
                  <a:lnTo>
                    <a:pt x="5270838" y="475050"/>
                  </a:lnTo>
                  <a:lnTo>
                    <a:pt x="5351766" y="470281"/>
                  </a:lnTo>
                  <a:lnTo>
                    <a:pt x="5426328" y="464964"/>
                  </a:lnTo>
                  <a:lnTo>
                    <a:pt x="5494801" y="459033"/>
                  </a:lnTo>
                  <a:lnTo>
                    <a:pt x="5557815" y="452401"/>
                  </a:lnTo>
                  <a:lnTo>
                    <a:pt x="5616207" y="444967"/>
                  </a:lnTo>
                  <a:lnTo>
                    <a:pt x="5670905" y="436623"/>
                  </a:lnTo>
                  <a:lnTo>
                    <a:pt x="5722840" y="427268"/>
                  </a:lnTo>
                  <a:lnTo>
                    <a:pt x="5772869" y="416831"/>
                  </a:lnTo>
                  <a:lnTo>
                    <a:pt x="5784835" y="414125"/>
                  </a:lnTo>
                  <a:lnTo>
                    <a:pt x="5837714" y="401234"/>
                  </a:lnTo>
                  <a:lnTo>
                    <a:pt x="5890081" y="387009"/>
                  </a:lnTo>
                  <a:lnTo>
                    <a:pt x="5942487" y="371434"/>
                  </a:lnTo>
                  <a:lnTo>
                    <a:pt x="5995305" y="354535"/>
                  </a:lnTo>
                  <a:lnTo>
                    <a:pt x="6048752" y="336394"/>
                  </a:lnTo>
                  <a:lnTo>
                    <a:pt x="6102909" y="317148"/>
                  </a:lnTo>
                  <a:lnTo>
                    <a:pt x="6157739" y="296989"/>
                  </a:lnTo>
                  <a:lnTo>
                    <a:pt x="6213106" y="276157"/>
                  </a:lnTo>
                  <a:lnTo>
                    <a:pt x="6268804" y="254929"/>
                  </a:lnTo>
                  <a:lnTo>
                    <a:pt x="6324580" y="233609"/>
                  </a:lnTo>
                  <a:lnTo>
                    <a:pt x="6380175" y="212502"/>
                  </a:lnTo>
                  <a:lnTo>
                    <a:pt x="6435352" y="191904"/>
                  </a:lnTo>
                  <a:lnTo>
                    <a:pt x="6489927" y="172079"/>
                  </a:lnTo>
                  <a:lnTo>
                    <a:pt x="6543802" y="153250"/>
                  </a:lnTo>
                  <a:lnTo>
                    <a:pt x="6596984" y="135587"/>
                  </a:lnTo>
                  <a:lnTo>
                    <a:pt x="6649605" y="119204"/>
                  </a:lnTo>
                  <a:lnTo>
                    <a:pt x="6701942" y="104161"/>
                  </a:lnTo>
                  <a:lnTo>
                    <a:pt x="6754434" y="90468"/>
                  </a:lnTo>
                  <a:lnTo>
                    <a:pt x="6786527" y="82825"/>
                  </a:lnTo>
                  <a:lnTo>
                    <a:pt x="6836205" y="72120"/>
                  </a:lnTo>
                  <a:lnTo>
                    <a:pt x="6887603" y="62506"/>
                  </a:lnTo>
                  <a:lnTo>
                    <a:pt x="6941544" y="53925"/>
                  </a:lnTo>
                  <a:lnTo>
                    <a:pt x="6998951" y="46280"/>
                  </a:lnTo>
                  <a:lnTo>
                    <a:pt x="7060758" y="39462"/>
                  </a:lnTo>
                  <a:lnTo>
                    <a:pt x="7127835" y="33370"/>
                  </a:lnTo>
                  <a:lnTo>
                    <a:pt x="7200874" y="27910"/>
                  </a:lnTo>
                  <a:lnTo>
                    <a:pt x="7280254" y="23013"/>
                  </a:lnTo>
                  <a:lnTo>
                    <a:pt x="7365852" y="18624"/>
                  </a:lnTo>
                  <a:lnTo>
                    <a:pt x="7456828" y="14714"/>
                  </a:lnTo>
                  <a:lnTo>
                    <a:pt x="7551410" y="11270"/>
                  </a:lnTo>
                  <a:lnTo>
                    <a:pt x="7646770" y="8296"/>
                  </a:lnTo>
                  <a:lnTo>
                    <a:pt x="7739091" y="5803"/>
                  </a:lnTo>
                  <a:lnTo>
                    <a:pt x="7823928" y="3800"/>
                  </a:lnTo>
                  <a:lnTo>
                    <a:pt x="7896898" y="2279"/>
                  </a:lnTo>
                  <a:lnTo>
                    <a:pt x="7954558" y="1211"/>
                  </a:lnTo>
                  <a:lnTo>
                    <a:pt x="7995242" y="537"/>
                  </a:lnTo>
                  <a:lnTo>
                    <a:pt x="8019555" y="175"/>
                  </a:lnTo>
                  <a:lnTo>
                    <a:pt x="8030421" y="29"/>
                  </a:lnTo>
                  <a:lnTo>
                    <a:pt x="8032800" y="0"/>
                  </a:lnTo>
                  <a:lnTo>
                    <a:pt x="8032819" y="0"/>
                  </a:lnTo>
                  <a:lnTo>
                    <a:pt x="8554953" y="0"/>
                  </a:lnTo>
                  <a:lnTo>
                    <a:pt x="8554953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912" name="pl1912"/>
            <p:cNvSpPr/>
            <p:nvPr/>
          </p:nvSpPr>
          <p:spPr>
            <a:xfrm>
              <a:off x="386606" y="4489140"/>
              <a:ext cx="8554953" cy="1338379"/>
            </a:xfrm>
            <a:custGeom>
              <a:avLst/>
              <a:pathLst>
                <a:path w="8554953" h="1338379">
                  <a:moveTo>
                    <a:pt x="8554953" y="0"/>
                  </a:moveTo>
                  <a:lnTo>
                    <a:pt x="8032819" y="0"/>
                  </a:lnTo>
                  <a:lnTo>
                    <a:pt x="8031553" y="15"/>
                  </a:lnTo>
                  <a:lnTo>
                    <a:pt x="8023278" y="123"/>
                  </a:lnTo>
                  <a:lnTo>
                    <a:pt x="8002589" y="424"/>
                  </a:lnTo>
                  <a:lnTo>
                    <a:pt x="7966035" y="1013"/>
                  </a:lnTo>
                  <a:lnTo>
                    <a:pt x="7912433" y="1979"/>
                  </a:lnTo>
                  <a:lnTo>
                    <a:pt x="7842927" y="3386"/>
                  </a:lnTo>
                  <a:lnTo>
                    <a:pt x="7760593" y="5271"/>
                  </a:lnTo>
                  <a:lnTo>
                    <a:pt x="7669673" y="7645"/>
                  </a:lnTo>
                  <a:lnTo>
                    <a:pt x="7574668" y="10503"/>
                  </a:lnTo>
                  <a:lnTo>
                    <a:pt x="7479596" y="13833"/>
                  </a:lnTo>
                  <a:lnTo>
                    <a:pt x="7387540" y="17630"/>
                  </a:lnTo>
                  <a:lnTo>
                    <a:pt x="7300524" y="21900"/>
                  </a:lnTo>
                  <a:lnTo>
                    <a:pt x="7219596" y="26669"/>
                  </a:lnTo>
                  <a:lnTo>
                    <a:pt x="7145034" y="31986"/>
                  </a:lnTo>
                  <a:lnTo>
                    <a:pt x="7076561" y="37917"/>
                  </a:lnTo>
                  <a:lnTo>
                    <a:pt x="7013547" y="44549"/>
                  </a:lnTo>
                  <a:lnTo>
                    <a:pt x="6955155" y="51983"/>
                  </a:lnTo>
                  <a:lnTo>
                    <a:pt x="6900457" y="60327"/>
                  </a:lnTo>
                  <a:lnTo>
                    <a:pt x="6848522" y="69682"/>
                  </a:lnTo>
                  <a:lnTo>
                    <a:pt x="6798493" y="80119"/>
                  </a:lnTo>
                  <a:lnTo>
                    <a:pt x="6786527" y="82825"/>
                  </a:lnTo>
                  <a:lnTo>
                    <a:pt x="6733648" y="95717"/>
                  </a:lnTo>
                  <a:lnTo>
                    <a:pt x="6681281" y="109941"/>
                  </a:lnTo>
                  <a:lnTo>
                    <a:pt x="6628875" y="125516"/>
                  </a:lnTo>
                  <a:lnTo>
                    <a:pt x="6576057" y="142415"/>
                  </a:lnTo>
                  <a:lnTo>
                    <a:pt x="6522610" y="160556"/>
                  </a:lnTo>
                  <a:lnTo>
                    <a:pt x="6468453" y="179802"/>
                  </a:lnTo>
                  <a:lnTo>
                    <a:pt x="6413623" y="199961"/>
                  </a:lnTo>
                  <a:lnTo>
                    <a:pt x="6358256" y="220793"/>
                  </a:lnTo>
                  <a:lnTo>
                    <a:pt x="6302558" y="242021"/>
                  </a:lnTo>
                  <a:lnTo>
                    <a:pt x="6246782" y="263341"/>
                  </a:lnTo>
                  <a:lnTo>
                    <a:pt x="6191187" y="284448"/>
                  </a:lnTo>
                  <a:lnTo>
                    <a:pt x="6136010" y="305046"/>
                  </a:lnTo>
                  <a:lnTo>
                    <a:pt x="6081435" y="324871"/>
                  </a:lnTo>
                  <a:lnTo>
                    <a:pt x="6027560" y="343700"/>
                  </a:lnTo>
                  <a:lnTo>
                    <a:pt x="5974378" y="361363"/>
                  </a:lnTo>
                  <a:lnTo>
                    <a:pt x="5921757" y="377746"/>
                  </a:lnTo>
                  <a:lnTo>
                    <a:pt x="5869420" y="392789"/>
                  </a:lnTo>
                  <a:lnTo>
                    <a:pt x="5816928" y="406482"/>
                  </a:lnTo>
                  <a:lnTo>
                    <a:pt x="5784835" y="414125"/>
                  </a:lnTo>
                  <a:lnTo>
                    <a:pt x="5735157" y="424830"/>
                  </a:lnTo>
                  <a:lnTo>
                    <a:pt x="5683759" y="434444"/>
                  </a:lnTo>
                  <a:lnTo>
                    <a:pt x="5629818" y="443025"/>
                  </a:lnTo>
                  <a:lnTo>
                    <a:pt x="5572411" y="450670"/>
                  </a:lnTo>
                  <a:lnTo>
                    <a:pt x="5510604" y="457488"/>
                  </a:lnTo>
                  <a:lnTo>
                    <a:pt x="5443527" y="463581"/>
                  </a:lnTo>
                  <a:lnTo>
                    <a:pt x="5370488" y="469040"/>
                  </a:lnTo>
                  <a:lnTo>
                    <a:pt x="5291108" y="473937"/>
                  </a:lnTo>
                  <a:lnTo>
                    <a:pt x="5205510" y="478326"/>
                  </a:lnTo>
                  <a:lnTo>
                    <a:pt x="5114534" y="482236"/>
                  </a:lnTo>
                  <a:lnTo>
                    <a:pt x="5019952" y="485680"/>
                  </a:lnTo>
                  <a:lnTo>
                    <a:pt x="4924592" y="488654"/>
                  </a:lnTo>
                  <a:lnTo>
                    <a:pt x="4832271" y="491147"/>
                  </a:lnTo>
                  <a:lnTo>
                    <a:pt x="4747434" y="493151"/>
                  </a:lnTo>
                  <a:lnTo>
                    <a:pt x="4674464" y="494671"/>
                  </a:lnTo>
                  <a:lnTo>
                    <a:pt x="4616804" y="495739"/>
                  </a:lnTo>
                  <a:lnTo>
                    <a:pt x="4576120" y="496413"/>
                  </a:lnTo>
                  <a:lnTo>
                    <a:pt x="4551807" y="496775"/>
                  </a:lnTo>
                  <a:lnTo>
                    <a:pt x="4540941" y="496921"/>
                  </a:lnTo>
                  <a:lnTo>
                    <a:pt x="4538562" y="496950"/>
                  </a:lnTo>
                  <a:lnTo>
                    <a:pt x="4538543" y="496951"/>
                  </a:lnTo>
                  <a:lnTo>
                    <a:pt x="4016409" y="496951"/>
                  </a:lnTo>
                  <a:lnTo>
                    <a:pt x="4015151" y="496976"/>
                  </a:lnTo>
                  <a:lnTo>
                    <a:pt x="4006925" y="497159"/>
                  </a:lnTo>
                  <a:lnTo>
                    <a:pt x="3986352" y="497664"/>
                  </a:lnTo>
                  <a:lnTo>
                    <a:pt x="3949993" y="498657"/>
                  </a:lnTo>
                  <a:lnTo>
                    <a:pt x="3896655" y="500282"/>
                  </a:lnTo>
                  <a:lnTo>
                    <a:pt x="3827454" y="502650"/>
                  </a:lnTo>
                  <a:lnTo>
                    <a:pt x="3745431" y="505824"/>
                  </a:lnTo>
                  <a:lnTo>
                    <a:pt x="3654793" y="509823"/>
                  </a:lnTo>
                  <a:lnTo>
                    <a:pt x="3560016" y="514638"/>
                  </a:lnTo>
                  <a:lnTo>
                    <a:pt x="3465106" y="520250"/>
                  </a:lnTo>
                  <a:lnTo>
                    <a:pt x="3373148" y="526648"/>
                  </a:lnTo>
                  <a:lnTo>
                    <a:pt x="3286176" y="533844"/>
                  </a:lnTo>
                  <a:lnTo>
                    <a:pt x="3205252" y="541882"/>
                  </a:lnTo>
                  <a:lnTo>
                    <a:pt x="3130668" y="550839"/>
                  </a:lnTo>
                  <a:lnTo>
                    <a:pt x="3062164" y="560828"/>
                  </a:lnTo>
                  <a:lnTo>
                    <a:pt x="2999118" y="571994"/>
                  </a:lnTo>
                  <a:lnTo>
                    <a:pt x="2940704" y="584506"/>
                  </a:lnTo>
                  <a:lnTo>
                    <a:pt x="2886003" y="598547"/>
                  </a:lnTo>
                  <a:lnTo>
                    <a:pt x="2834086" y="614287"/>
                  </a:lnTo>
                  <a:lnTo>
                    <a:pt x="2784098" y="631850"/>
                  </a:lnTo>
                  <a:lnTo>
                    <a:pt x="2770117" y="637189"/>
                  </a:lnTo>
                  <a:lnTo>
                    <a:pt x="2719411" y="658070"/>
                  </a:lnTo>
                  <a:lnTo>
                    <a:pt x="2669198" y="681022"/>
                  </a:lnTo>
                  <a:lnTo>
                    <a:pt x="2618984" y="706078"/>
                  </a:lnTo>
                  <a:lnTo>
                    <a:pt x="2568425" y="733202"/>
                  </a:lnTo>
                  <a:lnTo>
                    <a:pt x="2517311" y="762287"/>
                  </a:lnTo>
                  <a:lnTo>
                    <a:pt x="2465549" y="793143"/>
                  </a:lnTo>
                  <a:lnTo>
                    <a:pt x="2413151" y="825502"/>
                  </a:lnTo>
                  <a:lnTo>
                    <a:pt x="2360214" y="859025"/>
                  </a:lnTo>
                  <a:lnTo>
                    <a:pt x="2306905" y="893311"/>
                  </a:lnTo>
                  <a:lnTo>
                    <a:pt x="2253435" y="927919"/>
                  </a:lnTo>
                  <a:lnTo>
                    <a:pt x="2200033" y="962391"/>
                  </a:lnTo>
                  <a:lnTo>
                    <a:pt x="2146921" y="996276"/>
                  </a:lnTo>
                  <a:lnTo>
                    <a:pt x="2094287" y="1029155"/>
                  </a:lnTo>
                  <a:lnTo>
                    <a:pt x="2042259" y="1060661"/>
                  </a:lnTo>
                  <a:lnTo>
                    <a:pt x="1990886" y="1090495"/>
                  </a:lnTo>
                  <a:lnTo>
                    <a:pt x="1940119" y="1118437"/>
                  </a:lnTo>
                  <a:lnTo>
                    <a:pt x="1889798" y="1144344"/>
                  </a:lnTo>
                  <a:lnTo>
                    <a:pt x="1839635" y="1168154"/>
                  </a:lnTo>
                  <a:lnTo>
                    <a:pt x="1789201" y="1189871"/>
                  </a:lnTo>
                  <a:lnTo>
                    <a:pt x="1768425" y="1198141"/>
                  </a:lnTo>
                  <a:lnTo>
                    <a:pt x="1718850" y="1216231"/>
                  </a:lnTo>
                  <a:lnTo>
                    <a:pt x="1667564" y="1232481"/>
                  </a:lnTo>
                  <a:lnTo>
                    <a:pt x="1613748" y="1246990"/>
                  </a:lnTo>
                  <a:lnTo>
                    <a:pt x="1556487" y="1259919"/>
                  </a:lnTo>
                  <a:lnTo>
                    <a:pt x="1494850" y="1271450"/>
                  </a:lnTo>
                  <a:lnTo>
                    <a:pt x="1427974" y="1281758"/>
                  </a:lnTo>
                  <a:lnTo>
                    <a:pt x="1355167" y="1290996"/>
                  </a:lnTo>
                  <a:lnTo>
                    <a:pt x="1276046" y="1299285"/>
                  </a:lnTo>
                  <a:lnTo>
                    <a:pt x="1190725" y="1306715"/>
                  </a:lnTo>
                  <a:lnTo>
                    <a:pt x="1100025" y="1313338"/>
                  </a:lnTo>
                  <a:lnTo>
                    <a:pt x="1005687" y="1319174"/>
                  </a:lnTo>
                  <a:lnTo>
                    <a:pt x="910499" y="1324218"/>
                  </a:lnTo>
                  <a:lnTo>
                    <a:pt x="818235" y="1328451"/>
                  </a:lnTo>
                  <a:lnTo>
                    <a:pt x="733303" y="1331859"/>
                  </a:lnTo>
                  <a:lnTo>
                    <a:pt x="660076" y="1334452"/>
                  </a:lnTo>
                  <a:lnTo>
                    <a:pt x="602013" y="1336280"/>
                  </a:lnTo>
                  <a:lnTo>
                    <a:pt x="560838" y="1337439"/>
                  </a:lnTo>
                  <a:lnTo>
                    <a:pt x="536028" y="1338067"/>
                  </a:lnTo>
                  <a:lnTo>
                    <a:pt x="524756" y="1338325"/>
                  </a:lnTo>
                  <a:lnTo>
                    <a:pt x="522163" y="1338378"/>
                  </a:lnTo>
                  <a:lnTo>
                    <a:pt x="522133" y="1338379"/>
                  </a:lnTo>
                  <a:lnTo>
                    <a:pt x="0" y="1338379"/>
                  </a:lnTo>
                  <a:lnTo>
                    <a:pt x="0" y="1338379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913" name="pg1913"/>
            <p:cNvSpPr/>
            <p:nvPr/>
          </p:nvSpPr>
          <p:spPr>
            <a:xfrm>
              <a:off x="386606" y="1134720"/>
              <a:ext cx="8554953" cy="5003393"/>
            </a:xfrm>
            <a:custGeom>
              <a:avLst/>
              <a:pathLst>
                <a:path w="8554953" h="5003393">
                  <a:moveTo>
                    <a:pt x="0" y="4709740"/>
                  </a:moveTo>
                  <a:lnTo>
                    <a:pt x="522133" y="4709740"/>
                  </a:lnTo>
                  <a:lnTo>
                    <a:pt x="523401" y="4709749"/>
                  </a:lnTo>
                  <a:lnTo>
                    <a:pt x="531693" y="4709814"/>
                  </a:lnTo>
                  <a:lnTo>
                    <a:pt x="552424" y="4709991"/>
                  </a:lnTo>
                  <a:lnTo>
                    <a:pt x="589046" y="4710341"/>
                  </a:lnTo>
                  <a:lnTo>
                    <a:pt x="642741" y="4710913"/>
                  </a:lnTo>
                  <a:lnTo>
                    <a:pt x="712355" y="4711745"/>
                  </a:lnTo>
                  <a:lnTo>
                    <a:pt x="794797" y="4712861"/>
                  </a:lnTo>
                  <a:lnTo>
                    <a:pt x="885817" y="4714267"/>
                  </a:lnTo>
                  <a:lnTo>
                    <a:pt x="980901" y="4715959"/>
                  </a:lnTo>
                  <a:lnTo>
                    <a:pt x="1076030" y="4717930"/>
                  </a:lnTo>
                  <a:lnTo>
                    <a:pt x="1168119" y="4720177"/>
                  </a:lnTo>
                  <a:lnTo>
                    <a:pt x="1255151" y="4722704"/>
                  </a:lnTo>
                  <a:lnTo>
                    <a:pt x="1336080" y="4725527"/>
                  </a:lnTo>
                  <a:lnTo>
                    <a:pt x="1410635" y="4728675"/>
                  </a:lnTo>
                  <a:lnTo>
                    <a:pt x="1479096" y="4732186"/>
                  </a:lnTo>
                  <a:lnTo>
                    <a:pt x="1542099" y="4736113"/>
                  </a:lnTo>
                  <a:lnTo>
                    <a:pt x="1600484" y="4740514"/>
                  </a:lnTo>
                  <a:lnTo>
                    <a:pt x="1655181" y="4745455"/>
                  </a:lnTo>
                  <a:lnTo>
                    <a:pt x="1707122" y="4750996"/>
                  </a:lnTo>
                  <a:lnTo>
                    <a:pt x="1757166" y="4757177"/>
                  </a:lnTo>
                  <a:lnTo>
                    <a:pt x="1768425" y="4758682"/>
                  </a:lnTo>
                  <a:lnTo>
                    <a:pt x="1822182" y="4766434"/>
                  </a:lnTo>
                  <a:lnTo>
                    <a:pt x="1875420" y="4775000"/>
                  </a:lnTo>
                  <a:lnTo>
                    <a:pt x="1928715" y="4784392"/>
                  </a:lnTo>
                  <a:lnTo>
                    <a:pt x="1982448" y="4794590"/>
                  </a:lnTo>
                  <a:lnTo>
                    <a:pt x="2036842" y="4805541"/>
                  </a:lnTo>
                  <a:lnTo>
                    <a:pt x="2091971" y="4817160"/>
                  </a:lnTo>
                  <a:lnTo>
                    <a:pt x="2147785" y="4829322"/>
                  </a:lnTo>
                  <a:lnTo>
                    <a:pt x="2204132" y="4841877"/>
                  </a:lnTo>
                  <a:lnTo>
                    <a:pt x="2260788" y="4854649"/>
                  </a:lnTo>
                  <a:lnTo>
                    <a:pt x="2317485" y="4867450"/>
                  </a:lnTo>
                  <a:lnTo>
                    <a:pt x="2373951" y="4880089"/>
                  </a:lnTo>
                  <a:lnTo>
                    <a:pt x="2429944" y="4892387"/>
                  </a:lnTo>
                  <a:lnTo>
                    <a:pt x="2485288" y="4904182"/>
                  </a:lnTo>
                  <a:lnTo>
                    <a:pt x="2539900" y="4915344"/>
                  </a:lnTo>
                  <a:lnTo>
                    <a:pt x="2593815" y="4925774"/>
                  </a:lnTo>
                  <a:lnTo>
                    <a:pt x="2647208" y="4935410"/>
                  </a:lnTo>
                  <a:lnTo>
                    <a:pt x="2700413" y="4944223"/>
                  </a:lnTo>
                  <a:lnTo>
                    <a:pt x="2753942" y="4952216"/>
                  </a:lnTo>
                  <a:lnTo>
                    <a:pt x="2770117" y="4954451"/>
                  </a:lnTo>
                  <a:lnTo>
                    <a:pt x="2819832" y="4960781"/>
                  </a:lnTo>
                  <a:lnTo>
                    <a:pt x="2871268" y="4966465"/>
                  </a:lnTo>
                  <a:lnTo>
                    <a:pt x="2925253" y="4971538"/>
                  </a:lnTo>
                  <a:lnTo>
                    <a:pt x="2982711" y="4976058"/>
                  </a:lnTo>
                  <a:lnTo>
                    <a:pt x="3044579" y="4980088"/>
                  </a:lnTo>
                  <a:lnTo>
                    <a:pt x="3111726" y="4983689"/>
                  </a:lnTo>
                  <a:lnTo>
                    <a:pt x="3184846" y="4986916"/>
                  </a:lnTo>
                  <a:lnTo>
                    <a:pt x="3264317" y="4989810"/>
                  </a:lnTo>
                  <a:lnTo>
                    <a:pt x="3350013" y="4992403"/>
                  </a:lnTo>
                  <a:lnTo>
                    <a:pt x="3441086" y="4994714"/>
                  </a:lnTo>
                  <a:lnTo>
                    <a:pt x="3535753" y="4996748"/>
                  </a:lnTo>
                  <a:lnTo>
                    <a:pt x="3631173" y="4998505"/>
                  </a:lnTo>
                  <a:lnTo>
                    <a:pt x="3723513" y="4999976"/>
                  </a:lnTo>
                  <a:lnTo>
                    <a:pt x="3808316" y="5001158"/>
                  </a:lnTo>
                  <a:lnTo>
                    <a:pt x="3881194" y="5002054"/>
                  </a:lnTo>
                  <a:lnTo>
                    <a:pt x="3938712" y="5002683"/>
                  </a:lnTo>
                  <a:lnTo>
                    <a:pt x="3979223" y="5003079"/>
                  </a:lnTo>
                  <a:lnTo>
                    <a:pt x="4003362" y="5003291"/>
                  </a:lnTo>
                  <a:lnTo>
                    <a:pt x="4014088" y="5003376"/>
                  </a:lnTo>
                  <a:lnTo>
                    <a:pt x="4016409" y="5003393"/>
                  </a:lnTo>
                  <a:lnTo>
                    <a:pt x="4538543" y="5003393"/>
                  </a:lnTo>
                  <a:lnTo>
                    <a:pt x="4539393" y="5003291"/>
                  </a:lnTo>
                  <a:lnTo>
                    <a:pt x="4544998" y="5002567"/>
                  </a:lnTo>
                  <a:lnTo>
                    <a:pt x="4559189" y="5000565"/>
                  </a:lnTo>
                  <a:lnTo>
                    <a:pt x="4584709" y="4996620"/>
                  </a:lnTo>
                  <a:lnTo>
                    <a:pt x="4623039" y="4990109"/>
                  </a:lnTo>
                  <a:lnTo>
                    <a:pt x="4674288" y="4980503"/>
                  </a:lnTo>
                  <a:lnTo>
                    <a:pt x="4737249" y="4967423"/>
                  </a:lnTo>
                  <a:lnTo>
                    <a:pt x="4809674" y="4950651"/>
                  </a:lnTo>
                  <a:lnTo>
                    <a:pt x="4888698" y="4930121"/>
                  </a:lnTo>
                  <a:lnTo>
                    <a:pt x="4971297" y="4905867"/>
                  </a:lnTo>
                  <a:lnTo>
                    <a:pt x="5054688" y="4877967"/>
                  </a:lnTo>
                  <a:lnTo>
                    <a:pt x="5136589" y="4846484"/>
                  </a:lnTo>
                  <a:lnTo>
                    <a:pt x="5215331" y="4811416"/>
                  </a:lnTo>
                  <a:lnTo>
                    <a:pt x="5289852" y="4772663"/>
                  </a:lnTo>
                  <a:lnTo>
                    <a:pt x="5359623" y="4730011"/>
                  </a:lnTo>
                  <a:lnTo>
                    <a:pt x="5424536" y="4683121"/>
                  </a:lnTo>
                  <a:lnTo>
                    <a:pt x="5484788" y="4631536"/>
                  </a:lnTo>
                  <a:lnTo>
                    <a:pt x="5540787" y="4574685"/>
                  </a:lnTo>
                  <a:lnTo>
                    <a:pt x="5593071" y="4511907"/>
                  </a:lnTo>
                  <a:lnTo>
                    <a:pt x="5642245" y="4442485"/>
                  </a:lnTo>
                  <a:lnTo>
                    <a:pt x="5688938" y="4365698"/>
                  </a:lnTo>
                  <a:lnTo>
                    <a:pt x="5733757" y="4280920"/>
                  </a:lnTo>
                  <a:lnTo>
                    <a:pt x="5777253" y="4187767"/>
                  </a:lnTo>
                  <a:lnTo>
                    <a:pt x="5784835" y="4170435"/>
                  </a:lnTo>
                  <a:lnTo>
                    <a:pt x="5814058" y="4100670"/>
                  </a:lnTo>
                  <a:lnTo>
                    <a:pt x="5843035" y="4026901"/>
                  </a:lnTo>
                  <a:lnTo>
                    <a:pt x="5871879" y="3949050"/>
                  </a:lnTo>
                  <a:lnTo>
                    <a:pt x="5900688" y="3867074"/>
                  </a:lnTo>
                  <a:lnTo>
                    <a:pt x="5929538" y="3780974"/>
                  </a:lnTo>
                  <a:lnTo>
                    <a:pt x="5958493" y="3690793"/>
                  </a:lnTo>
                  <a:lnTo>
                    <a:pt x="5987600" y="3596626"/>
                  </a:lnTo>
                  <a:lnTo>
                    <a:pt x="6016893" y="3498614"/>
                  </a:lnTo>
                  <a:lnTo>
                    <a:pt x="6046393" y="3396953"/>
                  </a:lnTo>
                  <a:lnTo>
                    <a:pt x="6076111" y="3291891"/>
                  </a:lnTo>
                  <a:lnTo>
                    <a:pt x="6106045" y="3183724"/>
                  </a:lnTo>
                  <a:lnTo>
                    <a:pt x="6136183" y="3072802"/>
                  </a:lnTo>
                  <a:lnTo>
                    <a:pt x="6166504" y="2959515"/>
                  </a:lnTo>
                  <a:lnTo>
                    <a:pt x="6196981" y="2844297"/>
                  </a:lnTo>
                  <a:lnTo>
                    <a:pt x="6227579" y="2727614"/>
                  </a:lnTo>
                  <a:lnTo>
                    <a:pt x="6258259" y="2609958"/>
                  </a:lnTo>
                  <a:lnTo>
                    <a:pt x="6288978" y="2491839"/>
                  </a:lnTo>
                  <a:lnTo>
                    <a:pt x="6319692" y="2373777"/>
                  </a:lnTo>
                  <a:lnTo>
                    <a:pt x="6350357" y="2256287"/>
                  </a:lnTo>
                  <a:lnTo>
                    <a:pt x="6380932" y="2139878"/>
                  </a:lnTo>
                  <a:lnTo>
                    <a:pt x="6411379" y="2025036"/>
                  </a:lnTo>
                  <a:lnTo>
                    <a:pt x="6441663" y="1912221"/>
                  </a:lnTo>
                  <a:lnTo>
                    <a:pt x="6471758" y="1801858"/>
                  </a:lnTo>
                  <a:lnTo>
                    <a:pt x="6501646" y="1694330"/>
                  </a:lnTo>
                  <a:lnTo>
                    <a:pt x="6531317" y="1589974"/>
                  </a:lnTo>
                  <a:lnTo>
                    <a:pt x="6560772" y="1489078"/>
                  </a:lnTo>
                  <a:lnTo>
                    <a:pt x="6590023" y="1391876"/>
                  </a:lnTo>
                  <a:lnTo>
                    <a:pt x="6619094" y="1298554"/>
                  </a:lnTo>
                  <a:lnTo>
                    <a:pt x="6648022" y="1209243"/>
                  </a:lnTo>
                  <a:lnTo>
                    <a:pt x="6676857" y="1124026"/>
                  </a:lnTo>
                  <a:lnTo>
                    <a:pt x="6705666" y="1042937"/>
                  </a:lnTo>
                  <a:lnTo>
                    <a:pt x="6734531" y="965966"/>
                  </a:lnTo>
                  <a:lnTo>
                    <a:pt x="6763550" y="893065"/>
                  </a:lnTo>
                  <a:lnTo>
                    <a:pt x="6786527" y="838604"/>
                  </a:lnTo>
                  <a:lnTo>
                    <a:pt x="6829838" y="743963"/>
                  </a:lnTo>
                  <a:lnTo>
                    <a:pt x="6874387" y="657723"/>
                  </a:lnTo>
                  <a:lnTo>
                    <a:pt x="6920705" y="579565"/>
                  </a:lnTo>
                  <a:lnTo>
                    <a:pt x="6969396" y="508893"/>
                  </a:lnTo>
                  <a:lnTo>
                    <a:pt x="7021085" y="444995"/>
                  </a:lnTo>
                  <a:lnTo>
                    <a:pt x="7076386" y="387147"/>
                  </a:lnTo>
                  <a:lnTo>
                    <a:pt x="7135852" y="334675"/>
                  </a:lnTo>
                  <a:lnTo>
                    <a:pt x="7199919" y="286993"/>
                  </a:lnTo>
                  <a:lnTo>
                    <a:pt x="7268830" y="243620"/>
                  </a:lnTo>
                  <a:lnTo>
                    <a:pt x="7342537" y="204198"/>
                  </a:lnTo>
                  <a:lnTo>
                    <a:pt x="7420594" y="168489"/>
                  </a:lnTo>
                  <a:lnTo>
                    <a:pt x="7502040" y="136375"/>
                  </a:lnTo>
                  <a:lnTo>
                    <a:pt x="7585317" y="107839"/>
                  </a:lnTo>
                  <a:lnTo>
                    <a:pt x="7668247" y="82935"/>
                  </a:lnTo>
                  <a:lnTo>
                    <a:pt x="7748120" y="61742"/>
                  </a:lnTo>
                  <a:lnTo>
                    <a:pt x="7821930" y="44308"/>
                  </a:lnTo>
                  <a:lnTo>
                    <a:pt x="7886750" y="30587"/>
                  </a:lnTo>
                  <a:lnTo>
                    <a:pt x="7940190" y="20390"/>
                  </a:lnTo>
                  <a:lnTo>
                    <a:pt x="7980834" y="13366"/>
                  </a:lnTo>
                  <a:lnTo>
                    <a:pt x="8008548" y="9012"/>
                  </a:lnTo>
                  <a:lnTo>
                    <a:pt x="8024575" y="6715"/>
                  </a:lnTo>
                  <a:lnTo>
                    <a:pt x="8031447" y="5813"/>
                  </a:lnTo>
                  <a:lnTo>
                    <a:pt x="8032819" y="5647"/>
                  </a:lnTo>
                  <a:lnTo>
                    <a:pt x="8554953" y="5647"/>
                  </a:lnTo>
                  <a:lnTo>
                    <a:pt x="8554953" y="0"/>
                  </a:lnTo>
                  <a:lnTo>
                    <a:pt x="8032819" y="0"/>
                  </a:lnTo>
                  <a:lnTo>
                    <a:pt x="8031969" y="101"/>
                  </a:lnTo>
                  <a:lnTo>
                    <a:pt x="8026364" y="826"/>
                  </a:lnTo>
                  <a:lnTo>
                    <a:pt x="8012173" y="2828"/>
                  </a:lnTo>
                  <a:lnTo>
                    <a:pt x="7986653" y="6772"/>
                  </a:lnTo>
                  <a:lnTo>
                    <a:pt x="7948322" y="13284"/>
                  </a:lnTo>
                  <a:lnTo>
                    <a:pt x="7897074" y="22890"/>
                  </a:lnTo>
                  <a:lnTo>
                    <a:pt x="7834113" y="35970"/>
                  </a:lnTo>
                  <a:lnTo>
                    <a:pt x="7761688" y="52741"/>
                  </a:lnTo>
                  <a:lnTo>
                    <a:pt x="7682664" y="73271"/>
                  </a:lnTo>
                  <a:lnTo>
                    <a:pt x="7600065" y="97526"/>
                  </a:lnTo>
                  <a:lnTo>
                    <a:pt x="7516674" y="125425"/>
                  </a:lnTo>
                  <a:lnTo>
                    <a:pt x="7434773" y="156908"/>
                  </a:lnTo>
                  <a:lnTo>
                    <a:pt x="7356031" y="191977"/>
                  </a:lnTo>
                  <a:lnTo>
                    <a:pt x="7281510" y="230729"/>
                  </a:lnTo>
                  <a:lnTo>
                    <a:pt x="7211739" y="273381"/>
                  </a:lnTo>
                  <a:lnTo>
                    <a:pt x="7146826" y="320271"/>
                  </a:lnTo>
                  <a:lnTo>
                    <a:pt x="7086574" y="371857"/>
                  </a:lnTo>
                  <a:lnTo>
                    <a:pt x="7030575" y="428708"/>
                  </a:lnTo>
                  <a:lnTo>
                    <a:pt x="6978291" y="491485"/>
                  </a:lnTo>
                  <a:lnTo>
                    <a:pt x="6929117" y="560908"/>
                  </a:lnTo>
                  <a:lnTo>
                    <a:pt x="6882424" y="637695"/>
                  </a:lnTo>
                  <a:lnTo>
                    <a:pt x="6837605" y="722473"/>
                  </a:lnTo>
                  <a:lnTo>
                    <a:pt x="6794109" y="815626"/>
                  </a:lnTo>
                  <a:lnTo>
                    <a:pt x="6786527" y="832957"/>
                  </a:lnTo>
                  <a:lnTo>
                    <a:pt x="6757304" y="902723"/>
                  </a:lnTo>
                  <a:lnTo>
                    <a:pt x="6728327" y="976492"/>
                  </a:lnTo>
                  <a:lnTo>
                    <a:pt x="6699483" y="1054343"/>
                  </a:lnTo>
                  <a:lnTo>
                    <a:pt x="6670674" y="1136319"/>
                  </a:lnTo>
                  <a:lnTo>
                    <a:pt x="6641824" y="1222419"/>
                  </a:lnTo>
                  <a:lnTo>
                    <a:pt x="6612869" y="1312599"/>
                  </a:lnTo>
                  <a:lnTo>
                    <a:pt x="6583762" y="1406767"/>
                  </a:lnTo>
                  <a:lnTo>
                    <a:pt x="6554469" y="1504778"/>
                  </a:lnTo>
                  <a:lnTo>
                    <a:pt x="6524968" y="1606439"/>
                  </a:lnTo>
                  <a:lnTo>
                    <a:pt x="6495250" y="1711502"/>
                  </a:lnTo>
                  <a:lnTo>
                    <a:pt x="6465317" y="1819668"/>
                  </a:lnTo>
                  <a:lnTo>
                    <a:pt x="6435179" y="1930591"/>
                  </a:lnTo>
                  <a:lnTo>
                    <a:pt x="6404858" y="2043878"/>
                  </a:lnTo>
                  <a:lnTo>
                    <a:pt x="6374381" y="2159096"/>
                  </a:lnTo>
                  <a:lnTo>
                    <a:pt x="6343783" y="2275779"/>
                  </a:lnTo>
                  <a:lnTo>
                    <a:pt x="6313103" y="2393435"/>
                  </a:lnTo>
                  <a:lnTo>
                    <a:pt x="6282384" y="2511553"/>
                  </a:lnTo>
                  <a:lnTo>
                    <a:pt x="6251670" y="2629616"/>
                  </a:lnTo>
                  <a:lnTo>
                    <a:pt x="6221005" y="2747105"/>
                  </a:lnTo>
                  <a:lnTo>
                    <a:pt x="6190429" y="2863515"/>
                  </a:lnTo>
                  <a:lnTo>
                    <a:pt x="6159983" y="2978357"/>
                  </a:lnTo>
                  <a:lnTo>
                    <a:pt x="6129699" y="3091171"/>
                  </a:lnTo>
                  <a:lnTo>
                    <a:pt x="6099604" y="3201534"/>
                  </a:lnTo>
                  <a:lnTo>
                    <a:pt x="6069716" y="3309062"/>
                  </a:lnTo>
                  <a:lnTo>
                    <a:pt x="6040045" y="3413418"/>
                  </a:lnTo>
                  <a:lnTo>
                    <a:pt x="6010589" y="3514315"/>
                  </a:lnTo>
                  <a:lnTo>
                    <a:pt x="5981339" y="3611516"/>
                  </a:lnTo>
                  <a:lnTo>
                    <a:pt x="5952268" y="3704838"/>
                  </a:lnTo>
                  <a:lnTo>
                    <a:pt x="5923340" y="3794149"/>
                  </a:lnTo>
                  <a:lnTo>
                    <a:pt x="5894505" y="3879367"/>
                  </a:lnTo>
                  <a:lnTo>
                    <a:pt x="5865695" y="3960456"/>
                  </a:lnTo>
                  <a:lnTo>
                    <a:pt x="5836831" y="4037426"/>
                  </a:lnTo>
                  <a:lnTo>
                    <a:pt x="5807812" y="4110328"/>
                  </a:lnTo>
                  <a:lnTo>
                    <a:pt x="5784835" y="4164788"/>
                  </a:lnTo>
                  <a:lnTo>
                    <a:pt x="5741524" y="4259430"/>
                  </a:lnTo>
                  <a:lnTo>
                    <a:pt x="5696975" y="4345670"/>
                  </a:lnTo>
                  <a:lnTo>
                    <a:pt x="5650657" y="4423827"/>
                  </a:lnTo>
                  <a:lnTo>
                    <a:pt x="5601966" y="4494500"/>
                  </a:lnTo>
                  <a:lnTo>
                    <a:pt x="5550277" y="4558398"/>
                  </a:lnTo>
                  <a:lnTo>
                    <a:pt x="5494976" y="4616246"/>
                  </a:lnTo>
                  <a:lnTo>
                    <a:pt x="5435510" y="4668717"/>
                  </a:lnTo>
                  <a:lnTo>
                    <a:pt x="5371442" y="4716400"/>
                  </a:lnTo>
                  <a:lnTo>
                    <a:pt x="5302532" y="4759773"/>
                  </a:lnTo>
                  <a:lnTo>
                    <a:pt x="5228824" y="4799195"/>
                  </a:lnTo>
                  <a:lnTo>
                    <a:pt x="5150768" y="4834904"/>
                  </a:lnTo>
                  <a:lnTo>
                    <a:pt x="5069322" y="4867018"/>
                  </a:lnTo>
                  <a:lnTo>
                    <a:pt x="4986044" y="4895554"/>
                  </a:lnTo>
                  <a:lnTo>
                    <a:pt x="4903115" y="4920458"/>
                  </a:lnTo>
                  <a:lnTo>
                    <a:pt x="4823242" y="4941651"/>
                  </a:lnTo>
                  <a:lnTo>
                    <a:pt x="4749432" y="4959085"/>
                  </a:lnTo>
                  <a:lnTo>
                    <a:pt x="4684612" y="4972806"/>
                  </a:lnTo>
                  <a:lnTo>
                    <a:pt x="4631172" y="4983002"/>
                  </a:lnTo>
                  <a:lnTo>
                    <a:pt x="4590528" y="4990026"/>
                  </a:lnTo>
                  <a:lnTo>
                    <a:pt x="4562814" y="4994381"/>
                  </a:lnTo>
                  <a:lnTo>
                    <a:pt x="4546787" y="4996678"/>
                  </a:lnTo>
                  <a:lnTo>
                    <a:pt x="4539915" y="4997580"/>
                  </a:lnTo>
                  <a:lnTo>
                    <a:pt x="4538543" y="4997746"/>
                  </a:lnTo>
                  <a:lnTo>
                    <a:pt x="4016409" y="4997746"/>
                  </a:lnTo>
                  <a:lnTo>
                    <a:pt x="4015141" y="4997737"/>
                  </a:lnTo>
                  <a:lnTo>
                    <a:pt x="4006849" y="4997673"/>
                  </a:lnTo>
                  <a:lnTo>
                    <a:pt x="3986119" y="4997495"/>
                  </a:lnTo>
                  <a:lnTo>
                    <a:pt x="3949496" y="4997145"/>
                  </a:lnTo>
                  <a:lnTo>
                    <a:pt x="3895801" y="4996574"/>
                  </a:lnTo>
                  <a:lnTo>
                    <a:pt x="3826188" y="4995741"/>
                  </a:lnTo>
                  <a:lnTo>
                    <a:pt x="3743745" y="4994625"/>
                  </a:lnTo>
                  <a:lnTo>
                    <a:pt x="3652725" y="4993219"/>
                  </a:lnTo>
                  <a:lnTo>
                    <a:pt x="3557641" y="4991528"/>
                  </a:lnTo>
                  <a:lnTo>
                    <a:pt x="3462512" y="4989556"/>
                  </a:lnTo>
                  <a:lnTo>
                    <a:pt x="3370423" y="4987309"/>
                  </a:lnTo>
                  <a:lnTo>
                    <a:pt x="3283391" y="4984782"/>
                  </a:lnTo>
                  <a:lnTo>
                    <a:pt x="3202462" y="4981959"/>
                  </a:lnTo>
                  <a:lnTo>
                    <a:pt x="3127907" y="4978811"/>
                  </a:lnTo>
                  <a:lnTo>
                    <a:pt x="3059446" y="4975300"/>
                  </a:lnTo>
                  <a:lnTo>
                    <a:pt x="2996443" y="4971374"/>
                  </a:lnTo>
                  <a:lnTo>
                    <a:pt x="2938058" y="4966972"/>
                  </a:lnTo>
                  <a:lnTo>
                    <a:pt x="2883362" y="4962031"/>
                  </a:lnTo>
                  <a:lnTo>
                    <a:pt x="2831420" y="4956490"/>
                  </a:lnTo>
                  <a:lnTo>
                    <a:pt x="2781376" y="4950309"/>
                  </a:lnTo>
                  <a:lnTo>
                    <a:pt x="2770117" y="4948804"/>
                  </a:lnTo>
                  <a:lnTo>
                    <a:pt x="2716360" y="4941052"/>
                  </a:lnTo>
                  <a:lnTo>
                    <a:pt x="2663122" y="4932486"/>
                  </a:lnTo>
                  <a:lnTo>
                    <a:pt x="2609828" y="4923094"/>
                  </a:lnTo>
                  <a:lnTo>
                    <a:pt x="2556094" y="4912897"/>
                  </a:lnTo>
                  <a:lnTo>
                    <a:pt x="2501700" y="4901945"/>
                  </a:lnTo>
                  <a:lnTo>
                    <a:pt x="2446571" y="4890326"/>
                  </a:lnTo>
                  <a:lnTo>
                    <a:pt x="2390757" y="4878164"/>
                  </a:lnTo>
                  <a:lnTo>
                    <a:pt x="2334410" y="4865609"/>
                  </a:lnTo>
                  <a:lnTo>
                    <a:pt x="2277754" y="4852837"/>
                  </a:lnTo>
                  <a:lnTo>
                    <a:pt x="2221057" y="4840036"/>
                  </a:lnTo>
                  <a:lnTo>
                    <a:pt x="2164591" y="4827397"/>
                  </a:lnTo>
                  <a:lnTo>
                    <a:pt x="2108598" y="4815100"/>
                  </a:lnTo>
                  <a:lnTo>
                    <a:pt x="2053254" y="4803304"/>
                  </a:lnTo>
                  <a:lnTo>
                    <a:pt x="1998642" y="4792142"/>
                  </a:lnTo>
                  <a:lnTo>
                    <a:pt x="1944727" y="4781712"/>
                  </a:lnTo>
                  <a:lnTo>
                    <a:pt x="1891334" y="4772076"/>
                  </a:lnTo>
                  <a:lnTo>
                    <a:pt x="1838130" y="4763263"/>
                  </a:lnTo>
                  <a:lnTo>
                    <a:pt x="1784600" y="4755270"/>
                  </a:lnTo>
                  <a:lnTo>
                    <a:pt x="1768425" y="4753035"/>
                  </a:lnTo>
                  <a:lnTo>
                    <a:pt x="1718710" y="4746705"/>
                  </a:lnTo>
                  <a:lnTo>
                    <a:pt x="1667274" y="4741021"/>
                  </a:lnTo>
                  <a:lnTo>
                    <a:pt x="1613289" y="4735948"/>
                  </a:lnTo>
                  <a:lnTo>
                    <a:pt x="1555831" y="4731428"/>
                  </a:lnTo>
                  <a:lnTo>
                    <a:pt x="1493963" y="4727398"/>
                  </a:lnTo>
                  <a:lnTo>
                    <a:pt x="1426816" y="4723797"/>
                  </a:lnTo>
                  <a:lnTo>
                    <a:pt x="1353696" y="4720570"/>
                  </a:lnTo>
                  <a:lnTo>
                    <a:pt x="1274225" y="4717676"/>
                  </a:lnTo>
                  <a:lnTo>
                    <a:pt x="1188529" y="4715083"/>
                  </a:lnTo>
                  <a:lnTo>
                    <a:pt x="1097456" y="4712772"/>
                  </a:lnTo>
                  <a:lnTo>
                    <a:pt x="1002789" y="4710738"/>
                  </a:lnTo>
                  <a:lnTo>
                    <a:pt x="907369" y="4708982"/>
                  </a:lnTo>
                  <a:lnTo>
                    <a:pt x="815029" y="4707510"/>
                  </a:lnTo>
                  <a:lnTo>
                    <a:pt x="730226" y="4706328"/>
                  </a:lnTo>
                  <a:lnTo>
                    <a:pt x="657348" y="4705432"/>
                  </a:lnTo>
                  <a:lnTo>
                    <a:pt x="599830" y="4704803"/>
                  </a:lnTo>
                  <a:lnTo>
                    <a:pt x="559319" y="4704407"/>
                  </a:lnTo>
                  <a:lnTo>
                    <a:pt x="535180" y="4704195"/>
                  </a:lnTo>
                  <a:lnTo>
                    <a:pt x="524455" y="4704110"/>
                  </a:lnTo>
                  <a:lnTo>
                    <a:pt x="522133" y="4704093"/>
                  </a:lnTo>
                  <a:lnTo>
                    <a:pt x="0" y="4704093"/>
                  </a:lnTo>
                  <a:close/>
                </a:path>
              </a:pathLst>
            </a:custGeom>
            <a:solidFill>
              <a:srgbClr val="F1C40F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1914" name="pl1914"/>
            <p:cNvSpPr/>
            <p:nvPr/>
          </p:nvSpPr>
          <p:spPr>
            <a:xfrm>
              <a:off x="386606" y="1140367"/>
              <a:ext cx="8554953" cy="4997746"/>
            </a:xfrm>
            <a:custGeom>
              <a:avLst/>
              <a:pathLst>
                <a:path w="8554953" h="4997746">
                  <a:moveTo>
                    <a:pt x="0" y="4704093"/>
                  </a:moveTo>
                  <a:lnTo>
                    <a:pt x="522133" y="4704093"/>
                  </a:lnTo>
                  <a:lnTo>
                    <a:pt x="523401" y="4704102"/>
                  </a:lnTo>
                  <a:lnTo>
                    <a:pt x="531693" y="4704166"/>
                  </a:lnTo>
                  <a:lnTo>
                    <a:pt x="552424" y="4704344"/>
                  </a:lnTo>
                  <a:lnTo>
                    <a:pt x="589046" y="4704694"/>
                  </a:lnTo>
                  <a:lnTo>
                    <a:pt x="642741" y="4705265"/>
                  </a:lnTo>
                  <a:lnTo>
                    <a:pt x="712355" y="4706098"/>
                  </a:lnTo>
                  <a:lnTo>
                    <a:pt x="794797" y="4707214"/>
                  </a:lnTo>
                  <a:lnTo>
                    <a:pt x="885817" y="4708620"/>
                  </a:lnTo>
                  <a:lnTo>
                    <a:pt x="980901" y="4710311"/>
                  </a:lnTo>
                  <a:lnTo>
                    <a:pt x="1076030" y="4712283"/>
                  </a:lnTo>
                  <a:lnTo>
                    <a:pt x="1168119" y="4714530"/>
                  </a:lnTo>
                  <a:lnTo>
                    <a:pt x="1255151" y="4717057"/>
                  </a:lnTo>
                  <a:lnTo>
                    <a:pt x="1336080" y="4719880"/>
                  </a:lnTo>
                  <a:lnTo>
                    <a:pt x="1410635" y="4723028"/>
                  </a:lnTo>
                  <a:lnTo>
                    <a:pt x="1479096" y="4726539"/>
                  </a:lnTo>
                  <a:lnTo>
                    <a:pt x="1542099" y="4730465"/>
                  </a:lnTo>
                  <a:lnTo>
                    <a:pt x="1600484" y="4734867"/>
                  </a:lnTo>
                  <a:lnTo>
                    <a:pt x="1655181" y="4739808"/>
                  </a:lnTo>
                  <a:lnTo>
                    <a:pt x="1707122" y="4745349"/>
                  </a:lnTo>
                  <a:lnTo>
                    <a:pt x="1757166" y="4751530"/>
                  </a:lnTo>
                  <a:lnTo>
                    <a:pt x="1768425" y="4753035"/>
                  </a:lnTo>
                  <a:lnTo>
                    <a:pt x="1822182" y="4760787"/>
                  </a:lnTo>
                  <a:lnTo>
                    <a:pt x="1875420" y="4769353"/>
                  </a:lnTo>
                  <a:lnTo>
                    <a:pt x="1928715" y="4778745"/>
                  </a:lnTo>
                  <a:lnTo>
                    <a:pt x="1982448" y="4788942"/>
                  </a:lnTo>
                  <a:lnTo>
                    <a:pt x="2036842" y="4799894"/>
                  </a:lnTo>
                  <a:lnTo>
                    <a:pt x="2091971" y="4811512"/>
                  </a:lnTo>
                  <a:lnTo>
                    <a:pt x="2147785" y="4823675"/>
                  </a:lnTo>
                  <a:lnTo>
                    <a:pt x="2204132" y="4836230"/>
                  </a:lnTo>
                  <a:lnTo>
                    <a:pt x="2260788" y="4849002"/>
                  </a:lnTo>
                  <a:lnTo>
                    <a:pt x="2317485" y="4861803"/>
                  </a:lnTo>
                  <a:lnTo>
                    <a:pt x="2373951" y="4874442"/>
                  </a:lnTo>
                  <a:lnTo>
                    <a:pt x="2429944" y="4886739"/>
                  </a:lnTo>
                  <a:lnTo>
                    <a:pt x="2485288" y="4898535"/>
                  </a:lnTo>
                  <a:lnTo>
                    <a:pt x="2539900" y="4909697"/>
                  </a:lnTo>
                  <a:lnTo>
                    <a:pt x="2593815" y="4920127"/>
                  </a:lnTo>
                  <a:lnTo>
                    <a:pt x="2647208" y="4929763"/>
                  </a:lnTo>
                  <a:lnTo>
                    <a:pt x="2700413" y="4938576"/>
                  </a:lnTo>
                  <a:lnTo>
                    <a:pt x="2753942" y="4946569"/>
                  </a:lnTo>
                  <a:lnTo>
                    <a:pt x="2770117" y="4948804"/>
                  </a:lnTo>
                  <a:lnTo>
                    <a:pt x="2819832" y="4955134"/>
                  </a:lnTo>
                  <a:lnTo>
                    <a:pt x="2871268" y="4960818"/>
                  </a:lnTo>
                  <a:lnTo>
                    <a:pt x="2925253" y="4965891"/>
                  </a:lnTo>
                  <a:lnTo>
                    <a:pt x="2982711" y="4970411"/>
                  </a:lnTo>
                  <a:lnTo>
                    <a:pt x="3044579" y="4974441"/>
                  </a:lnTo>
                  <a:lnTo>
                    <a:pt x="3111726" y="4978042"/>
                  </a:lnTo>
                  <a:lnTo>
                    <a:pt x="3184846" y="4981268"/>
                  </a:lnTo>
                  <a:lnTo>
                    <a:pt x="3264317" y="4984163"/>
                  </a:lnTo>
                  <a:lnTo>
                    <a:pt x="3350013" y="4986756"/>
                  </a:lnTo>
                  <a:lnTo>
                    <a:pt x="3441086" y="4989067"/>
                  </a:lnTo>
                  <a:lnTo>
                    <a:pt x="3535753" y="4991101"/>
                  </a:lnTo>
                  <a:lnTo>
                    <a:pt x="3631173" y="4992857"/>
                  </a:lnTo>
                  <a:lnTo>
                    <a:pt x="3723513" y="4994329"/>
                  </a:lnTo>
                  <a:lnTo>
                    <a:pt x="3808316" y="4995511"/>
                  </a:lnTo>
                  <a:lnTo>
                    <a:pt x="3881194" y="4996407"/>
                  </a:lnTo>
                  <a:lnTo>
                    <a:pt x="3938712" y="4997036"/>
                  </a:lnTo>
                  <a:lnTo>
                    <a:pt x="3979223" y="4997432"/>
                  </a:lnTo>
                  <a:lnTo>
                    <a:pt x="4003362" y="4997644"/>
                  </a:lnTo>
                  <a:lnTo>
                    <a:pt x="4014088" y="4997729"/>
                  </a:lnTo>
                  <a:lnTo>
                    <a:pt x="4016393" y="4997746"/>
                  </a:lnTo>
                  <a:lnTo>
                    <a:pt x="4016409" y="4997746"/>
                  </a:lnTo>
                  <a:lnTo>
                    <a:pt x="4538543" y="4997746"/>
                  </a:lnTo>
                  <a:lnTo>
                    <a:pt x="4539393" y="4997644"/>
                  </a:lnTo>
                  <a:lnTo>
                    <a:pt x="4544998" y="4996920"/>
                  </a:lnTo>
                  <a:lnTo>
                    <a:pt x="4559189" y="4994918"/>
                  </a:lnTo>
                  <a:lnTo>
                    <a:pt x="4584709" y="4990973"/>
                  </a:lnTo>
                  <a:lnTo>
                    <a:pt x="4623039" y="4984461"/>
                  </a:lnTo>
                  <a:lnTo>
                    <a:pt x="4674288" y="4974856"/>
                  </a:lnTo>
                  <a:lnTo>
                    <a:pt x="4737249" y="4961775"/>
                  </a:lnTo>
                  <a:lnTo>
                    <a:pt x="4809674" y="4945004"/>
                  </a:lnTo>
                  <a:lnTo>
                    <a:pt x="4888698" y="4924474"/>
                  </a:lnTo>
                  <a:lnTo>
                    <a:pt x="4971297" y="4900220"/>
                  </a:lnTo>
                  <a:lnTo>
                    <a:pt x="5054688" y="4872320"/>
                  </a:lnTo>
                  <a:lnTo>
                    <a:pt x="5136589" y="4840837"/>
                  </a:lnTo>
                  <a:lnTo>
                    <a:pt x="5215331" y="4805769"/>
                  </a:lnTo>
                  <a:lnTo>
                    <a:pt x="5289852" y="4767016"/>
                  </a:lnTo>
                  <a:lnTo>
                    <a:pt x="5359623" y="4724364"/>
                  </a:lnTo>
                  <a:lnTo>
                    <a:pt x="5424536" y="4677474"/>
                  </a:lnTo>
                  <a:lnTo>
                    <a:pt x="5484788" y="4625889"/>
                  </a:lnTo>
                  <a:lnTo>
                    <a:pt x="5540787" y="4569037"/>
                  </a:lnTo>
                  <a:lnTo>
                    <a:pt x="5593071" y="4506260"/>
                  </a:lnTo>
                  <a:lnTo>
                    <a:pt x="5642245" y="4436838"/>
                  </a:lnTo>
                  <a:lnTo>
                    <a:pt x="5688938" y="4360051"/>
                  </a:lnTo>
                  <a:lnTo>
                    <a:pt x="5733757" y="4275273"/>
                  </a:lnTo>
                  <a:lnTo>
                    <a:pt x="5777253" y="4182119"/>
                  </a:lnTo>
                  <a:lnTo>
                    <a:pt x="5784835" y="4164788"/>
                  </a:lnTo>
                  <a:lnTo>
                    <a:pt x="5814058" y="4095022"/>
                  </a:lnTo>
                  <a:lnTo>
                    <a:pt x="5843035" y="4021254"/>
                  </a:lnTo>
                  <a:lnTo>
                    <a:pt x="5871879" y="3943402"/>
                  </a:lnTo>
                  <a:lnTo>
                    <a:pt x="5900688" y="3861427"/>
                  </a:lnTo>
                  <a:lnTo>
                    <a:pt x="5929538" y="3775326"/>
                  </a:lnTo>
                  <a:lnTo>
                    <a:pt x="5958493" y="3685146"/>
                  </a:lnTo>
                  <a:lnTo>
                    <a:pt x="5987600" y="3590979"/>
                  </a:lnTo>
                  <a:lnTo>
                    <a:pt x="6016893" y="3492967"/>
                  </a:lnTo>
                  <a:lnTo>
                    <a:pt x="6046393" y="3391306"/>
                  </a:lnTo>
                  <a:lnTo>
                    <a:pt x="6076111" y="3286244"/>
                  </a:lnTo>
                  <a:lnTo>
                    <a:pt x="6106045" y="3178077"/>
                  </a:lnTo>
                  <a:lnTo>
                    <a:pt x="6136183" y="3067154"/>
                  </a:lnTo>
                  <a:lnTo>
                    <a:pt x="6166504" y="2953868"/>
                  </a:lnTo>
                  <a:lnTo>
                    <a:pt x="6196981" y="2838650"/>
                  </a:lnTo>
                  <a:lnTo>
                    <a:pt x="6227579" y="2721966"/>
                  </a:lnTo>
                  <a:lnTo>
                    <a:pt x="6258259" y="2604311"/>
                  </a:lnTo>
                  <a:lnTo>
                    <a:pt x="6288978" y="2486192"/>
                  </a:lnTo>
                  <a:lnTo>
                    <a:pt x="6319692" y="2368130"/>
                  </a:lnTo>
                  <a:lnTo>
                    <a:pt x="6350357" y="2250640"/>
                  </a:lnTo>
                  <a:lnTo>
                    <a:pt x="6380932" y="2134231"/>
                  </a:lnTo>
                  <a:lnTo>
                    <a:pt x="6411379" y="2019389"/>
                  </a:lnTo>
                  <a:lnTo>
                    <a:pt x="6441663" y="1906574"/>
                  </a:lnTo>
                  <a:lnTo>
                    <a:pt x="6471758" y="1796211"/>
                  </a:lnTo>
                  <a:lnTo>
                    <a:pt x="6501646" y="1688683"/>
                  </a:lnTo>
                  <a:lnTo>
                    <a:pt x="6531317" y="1584327"/>
                  </a:lnTo>
                  <a:lnTo>
                    <a:pt x="6560772" y="1483430"/>
                  </a:lnTo>
                  <a:lnTo>
                    <a:pt x="6590023" y="1386229"/>
                  </a:lnTo>
                  <a:lnTo>
                    <a:pt x="6619094" y="1292907"/>
                  </a:lnTo>
                  <a:lnTo>
                    <a:pt x="6648022" y="1203596"/>
                  </a:lnTo>
                  <a:lnTo>
                    <a:pt x="6676857" y="1118379"/>
                  </a:lnTo>
                  <a:lnTo>
                    <a:pt x="6705666" y="1037290"/>
                  </a:lnTo>
                  <a:lnTo>
                    <a:pt x="6734531" y="960319"/>
                  </a:lnTo>
                  <a:lnTo>
                    <a:pt x="6763550" y="887418"/>
                  </a:lnTo>
                  <a:lnTo>
                    <a:pt x="6786527" y="832957"/>
                  </a:lnTo>
                  <a:lnTo>
                    <a:pt x="6829838" y="738316"/>
                  </a:lnTo>
                  <a:lnTo>
                    <a:pt x="6874387" y="652076"/>
                  </a:lnTo>
                  <a:lnTo>
                    <a:pt x="6920705" y="573918"/>
                  </a:lnTo>
                  <a:lnTo>
                    <a:pt x="6969396" y="503246"/>
                  </a:lnTo>
                  <a:lnTo>
                    <a:pt x="7021085" y="439348"/>
                  </a:lnTo>
                  <a:lnTo>
                    <a:pt x="7076386" y="381500"/>
                  </a:lnTo>
                  <a:lnTo>
                    <a:pt x="7135852" y="329028"/>
                  </a:lnTo>
                  <a:lnTo>
                    <a:pt x="7199919" y="281346"/>
                  </a:lnTo>
                  <a:lnTo>
                    <a:pt x="7268830" y="237973"/>
                  </a:lnTo>
                  <a:lnTo>
                    <a:pt x="7342537" y="198550"/>
                  </a:lnTo>
                  <a:lnTo>
                    <a:pt x="7420594" y="162842"/>
                  </a:lnTo>
                  <a:lnTo>
                    <a:pt x="7502040" y="130728"/>
                  </a:lnTo>
                  <a:lnTo>
                    <a:pt x="7585317" y="102192"/>
                  </a:lnTo>
                  <a:lnTo>
                    <a:pt x="7668247" y="77287"/>
                  </a:lnTo>
                  <a:lnTo>
                    <a:pt x="7748120" y="56095"/>
                  </a:lnTo>
                  <a:lnTo>
                    <a:pt x="7821930" y="38661"/>
                  </a:lnTo>
                  <a:lnTo>
                    <a:pt x="7886750" y="24940"/>
                  </a:lnTo>
                  <a:lnTo>
                    <a:pt x="7940190" y="14743"/>
                  </a:lnTo>
                  <a:lnTo>
                    <a:pt x="7980834" y="7719"/>
                  </a:lnTo>
                  <a:lnTo>
                    <a:pt x="8008548" y="3365"/>
                  </a:lnTo>
                  <a:lnTo>
                    <a:pt x="8024575" y="1067"/>
                  </a:lnTo>
                  <a:lnTo>
                    <a:pt x="8031447" y="166"/>
                  </a:lnTo>
                  <a:lnTo>
                    <a:pt x="8032814" y="0"/>
                  </a:lnTo>
                  <a:lnTo>
                    <a:pt x="8032819" y="0"/>
                  </a:lnTo>
                  <a:lnTo>
                    <a:pt x="8554953" y="0"/>
                  </a:lnTo>
                  <a:lnTo>
                    <a:pt x="8554953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915" name="pl1915"/>
            <p:cNvSpPr/>
            <p:nvPr/>
          </p:nvSpPr>
          <p:spPr>
            <a:xfrm>
              <a:off x="386606" y="1134720"/>
              <a:ext cx="8554953" cy="4997746"/>
            </a:xfrm>
            <a:custGeom>
              <a:avLst/>
              <a:pathLst>
                <a:path w="8554953" h="4997746">
                  <a:moveTo>
                    <a:pt x="8554953" y="0"/>
                  </a:moveTo>
                  <a:lnTo>
                    <a:pt x="8032819" y="0"/>
                  </a:lnTo>
                  <a:lnTo>
                    <a:pt x="8031969" y="101"/>
                  </a:lnTo>
                  <a:lnTo>
                    <a:pt x="8026364" y="826"/>
                  </a:lnTo>
                  <a:lnTo>
                    <a:pt x="8012173" y="2828"/>
                  </a:lnTo>
                  <a:lnTo>
                    <a:pt x="7986653" y="6772"/>
                  </a:lnTo>
                  <a:lnTo>
                    <a:pt x="7948322" y="13284"/>
                  </a:lnTo>
                  <a:lnTo>
                    <a:pt x="7897074" y="22890"/>
                  </a:lnTo>
                  <a:lnTo>
                    <a:pt x="7834113" y="35970"/>
                  </a:lnTo>
                  <a:lnTo>
                    <a:pt x="7761688" y="52741"/>
                  </a:lnTo>
                  <a:lnTo>
                    <a:pt x="7682664" y="73271"/>
                  </a:lnTo>
                  <a:lnTo>
                    <a:pt x="7600065" y="97526"/>
                  </a:lnTo>
                  <a:lnTo>
                    <a:pt x="7516674" y="125425"/>
                  </a:lnTo>
                  <a:lnTo>
                    <a:pt x="7434773" y="156908"/>
                  </a:lnTo>
                  <a:lnTo>
                    <a:pt x="7356031" y="191977"/>
                  </a:lnTo>
                  <a:lnTo>
                    <a:pt x="7281510" y="230729"/>
                  </a:lnTo>
                  <a:lnTo>
                    <a:pt x="7211739" y="273381"/>
                  </a:lnTo>
                  <a:lnTo>
                    <a:pt x="7146826" y="320271"/>
                  </a:lnTo>
                  <a:lnTo>
                    <a:pt x="7086574" y="371857"/>
                  </a:lnTo>
                  <a:lnTo>
                    <a:pt x="7030575" y="428708"/>
                  </a:lnTo>
                  <a:lnTo>
                    <a:pt x="6978291" y="491485"/>
                  </a:lnTo>
                  <a:lnTo>
                    <a:pt x="6929117" y="560908"/>
                  </a:lnTo>
                  <a:lnTo>
                    <a:pt x="6882424" y="637695"/>
                  </a:lnTo>
                  <a:lnTo>
                    <a:pt x="6837605" y="722473"/>
                  </a:lnTo>
                  <a:lnTo>
                    <a:pt x="6794109" y="815626"/>
                  </a:lnTo>
                  <a:lnTo>
                    <a:pt x="6786527" y="832957"/>
                  </a:lnTo>
                  <a:lnTo>
                    <a:pt x="6757304" y="902723"/>
                  </a:lnTo>
                  <a:lnTo>
                    <a:pt x="6728327" y="976492"/>
                  </a:lnTo>
                  <a:lnTo>
                    <a:pt x="6699483" y="1054343"/>
                  </a:lnTo>
                  <a:lnTo>
                    <a:pt x="6670674" y="1136319"/>
                  </a:lnTo>
                  <a:lnTo>
                    <a:pt x="6641824" y="1222419"/>
                  </a:lnTo>
                  <a:lnTo>
                    <a:pt x="6612869" y="1312599"/>
                  </a:lnTo>
                  <a:lnTo>
                    <a:pt x="6583762" y="1406767"/>
                  </a:lnTo>
                  <a:lnTo>
                    <a:pt x="6554469" y="1504778"/>
                  </a:lnTo>
                  <a:lnTo>
                    <a:pt x="6524968" y="1606439"/>
                  </a:lnTo>
                  <a:lnTo>
                    <a:pt x="6495250" y="1711502"/>
                  </a:lnTo>
                  <a:lnTo>
                    <a:pt x="6465317" y="1819668"/>
                  </a:lnTo>
                  <a:lnTo>
                    <a:pt x="6435179" y="1930591"/>
                  </a:lnTo>
                  <a:lnTo>
                    <a:pt x="6404858" y="2043878"/>
                  </a:lnTo>
                  <a:lnTo>
                    <a:pt x="6374381" y="2159096"/>
                  </a:lnTo>
                  <a:lnTo>
                    <a:pt x="6343783" y="2275779"/>
                  </a:lnTo>
                  <a:lnTo>
                    <a:pt x="6313103" y="2393435"/>
                  </a:lnTo>
                  <a:lnTo>
                    <a:pt x="6282384" y="2511553"/>
                  </a:lnTo>
                  <a:lnTo>
                    <a:pt x="6251670" y="2629616"/>
                  </a:lnTo>
                  <a:lnTo>
                    <a:pt x="6221005" y="2747105"/>
                  </a:lnTo>
                  <a:lnTo>
                    <a:pt x="6190429" y="2863515"/>
                  </a:lnTo>
                  <a:lnTo>
                    <a:pt x="6159983" y="2978357"/>
                  </a:lnTo>
                  <a:lnTo>
                    <a:pt x="6129699" y="3091171"/>
                  </a:lnTo>
                  <a:lnTo>
                    <a:pt x="6099604" y="3201534"/>
                  </a:lnTo>
                  <a:lnTo>
                    <a:pt x="6069716" y="3309062"/>
                  </a:lnTo>
                  <a:lnTo>
                    <a:pt x="6040045" y="3413418"/>
                  </a:lnTo>
                  <a:lnTo>
                    <a:pt x="6010589" y="3514315"/>
                  </a:lnTo>
                  <a:lnTo>
                    <a:pt x="5981339" y="3611516"/>
                  </a:lnTo>
                  <a:lnTo>
                    <a:pt x="5952268" y="3704838"/>
                  </a:lnTo>
                  <a:lnTo>
                    <a:pt x="5923340" y="3794149"/>
                  </a:lnTo>
                  <a:lnTo>
                    <a:pt x="5894505" y="3879367"/>
                  </a:lnTo>
                  <a:lnTo>
                    <a:pt x="5865695" y="3960456"/>
                  </a:lnTo>
                  <a:lnTo>
                    <a:pt x="5836831" y="4037426"/>
                  </a:lnTo>
                  <a:lnTo>
                    <a:pt x="5807812" y="4110328"/>
                  </a:lnTo>
                  <a:lnTo>
                    <a:pt x="5784835" y="4164788"/>
                  </a:lnTo>
                  <a:lnTo>
                    <a:pt x="5741524" y="4259430"/>
                  </a:lnTo>
                  <a:lnTo>
                    <a:pt x="5696975" y="4345670"/>
                  </a:lnTo>
                  <a:lnTo>
                    <a:pt x="5650657" y="4423827"/>
                  </a:lnTo>
                  <a:lnTo>
                    <a:pt x="5601966" y="4494500"/>
                  </a:lnTo>
                  <a:lnTo>
                    <a:pt x="5550277" y="4558398"/>
                  </a:lnTo>
                  <a:lnTo>
                    <a:pt x="5494976" y="4616246"/>
                  </a:lnTo>
                  <a:lnTo>
                    <a:pt x="5435510" y="4668717"/>
                  </a:lnTo>
                  <a:lnTo>
                    <a:pt x="5371442" y="4716400"/>
                  </a:lnTo>
                  <a:lnTo>
                    <a:pt x="5302532" y="4759773"/>
                  </a:lnTo>
                  <a:lnTo>
                    <a:pt x="5228824" y="4799195"/>
                  </a:lnTo>
                  <a:lnTo>
                    <a:pt x="5150768" y="4834904"/>
                  </a:lnTo>
                  <a:lnTo>
                    <a:pt x="5069322" y="4867018"/>
                  </a:lnTo>
                  <a:lnTo>
                    <a:pt x="4986044" y="4895554"/>
                  </a:lnTo>
                  <a:lnTo>
                    <a:pt x="4903115" y="4920458"/>
                  </a:lnTo>
                  <a:lnTo>
                    <a:pt x="4823242" y="4941651"/>
                  </a:lnTo>
                  <a:lnTo>
                    <a:pt x="4749432" y="4959085"/>
                  </a:lnTo>
                  <a:lnTo>
                    <a:pt x="4684612" y="4972806"/>
                  </a:lnTo>
                  <a:lnTo>
                    <a:pt x="4631172" y="4983002"/>
                  </a:lnTo>
                  <a:lnTo>
                    <a:pt x="4590528" y="4990026"/>
                  </a:lnTo>
                  <a:lnTo>
                    <a:pt x="4562814" y="4994381"/>
                  </a:lnTo>
                  <a:lnTo>
                    <a:pt x="4546787" y="4996678"/>
                  </a:lnTo>
                  <a:lnTo>
                    <a:pt x="4539915" y="4997580"/>
                  </a:lnTo>
                  <a:lnTo>
                    <a:pt x="4538548" y="4997745"/>
                  </a:lnTo>
                  <a:lnTo>
                    <a:pt x="4538543" y="4997746"/>
                  </a:lnTo>
                  <a:lnTo>
                    <a:pt x="4016409" y="4997746"/>
                  </a:lnTo>
                  <a:lnTo>
                    <a:pt x="4015141" y="4997737"/>
                  </a:lnTo>
                  <a:lnTo>
                    <a:pt x="4006849" y="4997673"/>
                  </a:lnTo>
                  <a:lnTo>
                    <a:pt x="3986119" y="4997495"/>
                  </a:lnTo>
                  <a:lnTo>
                    <a:pt x="3949496" y="4997145"/>
                  </a:lnTo>
                  <a:lnTo>
                    <a:pt x="3895801" y="4996574"/>
                  </a:lnTo>
                  <a:lnTo>
                    <a:pt x="3826188" y="4995741"/>
                  </a:lnTo>
                  <a:lnTo>
                    <a:pt x="3743745" y="4994625"/>
                  </a:lnTo>
                  <a:lnTo>
                    <a:pt x="3652725" y="4993219"/>
                  </a:lnTo>
                  <a:lnTo>
                    <a:pt x="3557641" y="4991528"/>
                  </a:lnTo>
                  <a:lnTo>
                    <a:pt x="3462512" y="4989556"/>
                  </a:lnTo>
                  <a:lnTo>
                    <a:pt x="3370423" y="4987309"/>
                  </a:lnTo>
                  <a:lnTo>
                    <a:pt x="3283391" y="4984782"/>
                  </a:lnTo>
                  <a:lnTo>
                    <a:pt x="3202462" y="4981959"/>
                  </a:lnTo>
                  <a:lnTo>
                    <a:pt x="3127907" y="4978811"/>
                  </a:lnTo>
                  <a:lnTo>
                    <a:pt x="3059446" y="4975300"/>
                  </a:lnTo>
                  <a:lnTo>
                    <a:pt x="2996443" y="4971374"/>
                  </a:lnTo>
                  <a:lnTo>
                    <a:pt x="2938058" y="4966972"/>
                  </a:lnTo>
                  <a:lnTo>
                    <a:pt x="2883362" y="4962031"/>
                  </a:lnTo>
                  <a:lnTo>
                    <a:pt x="2831420" y="4956490"/>
                  </a:lnTo>
                  <a:lnTo>
                    <a:pt x="2781376" y="4950309"/>
                  </a:lnTo>
                  <a:lnTo>
                    <a:pt x="2770117" y="4948804"/>
                  </a:lnTo>
                  <a:lnTo>
                    <a:pt x="2716360" y="4941052"/>
                  </a:lnTo>
                  <a:lnTo>
                    <a:pt x="2663122" y="4932486"/>
                  </a:lnTo>
                  <a:lnTo>
                    <a:pt x="2609828" y="4923094"/>
                  </a:lnTo>
                  <a:lnTo>
                    <a:pt x="2556094" y="4912897"/>
                  </a:lnTo>
                  <a:lnTo>
                    <a:pt x="2501700" y="4901945"/>
                  </a:lnTo>
                  <a:lnTo>
                    <a:pt x="2446571" y="4890326"/>
                  </a:lnTo>
                  <a:lnTo>
                    <a:pt x="2390757" y="4878164"/>
                  </a:lnTo>
                  <a:lnTo>
                    <a:pt x="2334410" y="4865609"/>
                  </a:lnTo>
                  <a:lnTo>
                    <a:pt x="2277754" y="4852837"/>
                  </a:lnTo>
                  <a:lnTo>
                    <a:pt x="2221057" y="4840036"/>
                  </a:lnTo>
                  <a:lnTo>
                    <a:pt x="2164591" y="4827397"/>
                  </a:lnTo>
                  <a:lnTo>
                    <a:pt x="2108598" y="4815100"/>
                  </a:lnTo>
                  <a:lnTo>
                    <a:pt x="2053254" y="4803304"/>
                  </a:lnTo>
                  <a:lnTo>
                    <a:pt x="1998642" y="4792142"/>
                  </a:lnTo>
                  <a:lnTo>
                    <a:pt x="1944727" y="4781712"/>
                  </a:lnTo>
                  <a:lnTo>
                    <a:pt x="1891334" y="4772076"/>
                  </a:lnTo>
                  <a:lnTo>
                    <a:pt x="1838130" y="4763263"/>
                  </a:lnTo>
                  <a:lnTo>
                    <a:pt x="1784600" y="4755270"/>
                  </a:lnTo>
                  <a:lnTo>
                    <a:pt x="1768425" y="4753035"/>
                  </a:lnTo>
                  <a:lnTo>
                    <a:pt x="1718710" y="4746705"/>
                  </a:lnTo>
                  <a:lnTo>
                    <a:pt x="1667274" y="4741021"/>
                  </a:lnTo>
                  <a:lnTo>
                    <a:pt x="1613289" y="4735948"/>
                  </a:lnTo>
                  <a:lnTo>
                    <a:pt x="1555831" y="4731428"/>
                  </a:lnTo>
                  <a:lnTo>
                    <a:pt x="1493963" y="4727398"/>
                  </a:lnTo>
                  <a:lnTo>
                    <a:pt x="1426816" y="4723797"/>
                  </a:lnTo>
                  <a:lnTo>
                    <a:pt x="1353696" y="4720570"/>
                  </a:lnTo>
                  <a:lnTo>
                    <a:pt x="1274225" y="4717676"/>
                  </a:lnTo>
                  <a:lnTo>
                    <a:pt x="1188529" y="4715083"/>
                  </a:lnTo>
                  <a:lnTo>
                    <a:pt x="1097456" y="4712772"/>
                  </a:lnTo>
                  <a:lnTo>
                    <a:pt x="1002789" y="4710738"/>
                  </a:lnTo>
                  <a:lnTo>
                    <a:pt x="907369" y="4708982"/>
                  </a:lnTo>
                  <a:lnTo>
                    <a:pt x="815029" y="4707510"/>
                  </a:lnTo>
                  <a:lnTo>
                    <a:pt x="730226" y="4706328"/>
                  </a:lnTo>
                  <a:lnTo>
                    <a:pt x="657348" y="4705432"/>
                  </a:lnTo>
                  <a:lnTo>
                    <a:pt x="599830" y="4704803"/>
                  </a:lnTo>
                  <a:lnTo>
                    <a:pt x="559319" y="4704407"/>
                  </a:lnTo>
                  <a:lnTo>
                    <a:pt x="535180" y="4704195"/>
                  </a:lnTo>
                  <a:lnTo>
                    <a:pt x="524455" y="4704110"/>
                  </a:lnTo>
                  <a:lnTo>
                    <a:pt x="522149" y="4704093"/>
                  </a:lnTo>
                  <a:lnTo>
                    <a:pt x="522133" y="4704093"/>
                  </a:lnTo>
                  <a:lnTo>
                    <a:pt x="0" y="4704093"/>
                  </a:lnTo>
                  <a:lnTo>
                    <a:pt x="0" y="4704093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916" name="pg1916"/>
            <p:cNvSpPr/>
            <p:nvPr/>
          </p:nvSpPr>
          <p:spPr>
            <a:xfrm>
              <a:off x="386606" y="1100837"/>
              <a:ext cx="8554953" cy="4726682"/>
            </a:xfrm>
            <a:custGeom>
              <a:avLst/>
              <a:pathLst>
                <a:path w="8554953" h="4726682">
                  <a:moveTo>
                    <a:pt x="0" y="4726682"/>
                  </a:moveTo>
                  <a:lnTo>
                    <a:pt x="522133" y="4726682"/>
                  </a:lnTo>
                  <a:lnTo>
                    <a:pt x="523329" y="4726619"/>
                  </a:lnTo>
                  <a:lnTo>
                    <a:pt x="531161" y="4726171"/>
                  </a:lnTo>
                  <a:lnTo>
                    <a:pt x="550780" y="4724931"/>
                  </a:lnTo>
                  <a:lnTo>
                    <a:pt x="585540" y="4722495"/>
                  </a:lnTo>
                  <a:lnTo>
                    <a:pt x="636708" y="4718501"/>
                  </a:lnTo>
                  <a:lnTo>
                    <a:pt x="703381" y="4712672"/>
                  </a:lnTo>
                  <a:lnTo>
                    <a:pt x="782812" y="4704841"/>
                  </a:lnTo>
                  <a:lnTo>
                    <a:pt x="871085" y="4694950"/>
                  </a:lnTo>
                  <a:lnTo>
                    <a:pt x="963929" y="4683016"/>
                  </a:lnTo>
                  <a:lnTo>
                    <a:pt x="1057442" y="4669085"/>
                  </a:lnTo>
                  <a:lnTo>
                    <a:pt x="1148533" y="4653191"/>
                  </a:lnTo>
                  <a:lnTo>
                    <a:pt x="1235097" y="4635316"/>
                  </a:lnTo>
                  <a:lnTo>
                    <a:pt x="1315955" y="4615369"/>
                  </a:lnTo>
                  <a:lnTo>
                    <a:pt x="1390695" y="4593177"/>
                  </a:lnTo>
                  <a:lnTo>
                    <a:pt x="1459461" y="4568483"/>
                  </a:lnTo>
                  <a:lnTo>
                    <a:pt x="1522775" y="4540949"/>
                  </a:lnTo>
                  <a:lnTo>
                    <a:pt x="1581383" y="4510174"/>
                  </a:lnTo>
                  <a:lnTo>
                    <a:pt x="1636142" y="4475715"/>
                  </a:lnTo>
                  <a:lnTo>
                    <a:pt x="1687940" y="4437134"/>
                  </a:lnTo>
                  <a:lnTo>
                    <a:pt x="1737620" y="4394080"/>
                  </a:lnTo>
                  <a:lnTo>
                    <a:pt x="1768425" y="4364322"/>
                  </a:lnTo>
                  <a:lnTo>
                    <a:pt x="1809413" y="4321179"/>
                  </a:lnTo>
                  <a:lnTo>
                    <a:pt x="1850008" y="4274569"/>
                  </a:lnTo>
                  <a:lnTo>
                    <a:pt x="1890495" y="4224423"/>
                  </a:lnTo>
                  <a:lnTo>
                    <a:pt x="1931091" y="4170742"/>
                  </a:lnTo>
                  <a:lnTo>
                    <a:pt x="1971953" y="4113605"/>
                  </a:lnTo>
                  <a:lnTo>
                    <a:pt x="2013182" y="4053172"/>
                  </a:lnTo>
                  <a:lnTo>
                    <a:pt x="2054831" y="3989694"/>
                  </a:lnTo>
                  <a:lnTo>
                    <a:pt x="2096905" y="3923509"/>
                  </a:lnTo>
                  <a:lnTo>
                    <a:pt x="2139373" y="3855037"/>
                  </a:lnTo>
                  <a:lnTo>
                    <a:pt x="2182168" y="3784774"/>
                  </a:lnTo>
                  <a:lnTo>
                    <a:pt x="2225198" y="3713276"/>
                  </a:lnTo>
                  <a:lnTo>
                    <a:pt x="2268350" y="3641142"/>
                  </a:lnTo>
                  <a:lnTo>
                    <a:pt x="2311506" y="3568995"/>
                  </a:lnTo>
                  <a:lnTo>
                    <a:pt x="2354543" y="3497457"/>
                  </a:lnTo>
                  <a:lnTo>
                    <a:pt x="2397350" y="3427129"/>
                  </a:lnTo>
                  <a:lnTo>
                    <a:pt x="2439833" y="3358570"/>
                  </a:lnTo>
                  <a:lnTo>
                    <a:pt x="2481926" y="3292278"/>
                  </a:lnTo>
                  <a:lnTo>
                    <a:pt x="2523593" y="3228678"/>
                  </a:lnTo>
                  <a:lnTo>
                    <a:pt x="2564839" y="3168109"/>
                  </a:lnTo>
                  <a:lnTo>
                    <a:pt x="2605715" y="3110827"/>
                  </a:lnTo>
                  <a:lnTo>
                    <a:pt x="2646320" y="3056996"/>
                  </a:lnTo>
                  <a:lnTo>
                    <a:pt x="2686808" y="3006699"/>
                  </a:lnTo>
                  <a:lnTo>
                    <a:pt x="2727392" y="2959939"/>
                  </a:lnTo>
                  <a:lnTo>
                    <a:pt x="2768357" y="2916652"/>
                  </a:lnTo>
                  <a:lnTo>
                    <a:pt x="2770117" y="2914881"/>
                  </a:lnTo>
                  <a:lnTo>
                    <a:pt x="2818838" y="2868893"/>
                  </a:lnTo>
                  <a:lnTo>
                    <a:pt x="2869198" y="2827500"/>
                  </a:lnTo>
                  <a:lnTo>
                    <a:pt x="2921975" y="2790470"/>
                  </a:lnTo>
                  <a:lnTo>
                    <a:pt x="2978034" y="2757406"/>
                  </a:lnTo>
                  <a:lnTo>
                    <a:pt x="3038262" y="2727862"/>
                  </a:lnTo>
                  <a:lnTo>
                    <a:pt x="3103486" y="2701407"/>
                  </a:lnTo>
                  <a:lnTo>
                    <a:pt x="3174386" y="2677660"/>
                  </a:lnTo>
                  <a:lnTo>
                    <a:pt x="3251365" y="2656312"/>
                  </a:lnTo>
                  <a:lnTo>
                    <a:pt x="3334387" y="2637136"/>
                  </a:lnTo>
                  <a:lnTo>
                    <a:pt x="3422784" y="2619990"/>
                  </a:lnTo>
                  <a:lnTo>
                    <a:pt x="3515054" y="2604810"/>
                  </a:lnTo>
                  <a:lnTo>
                    <a:pt x="3608730" y="2591602"/>
                  </a:lnTo>
                  <a:lnTo>
                    <a:pt x="3700392" y="2580407"/>
                  </a:lnTo>
                  <a:lnTo>
                    <a:pt x="3785935" y="2571269"/>
                  </a:lnTo>
                  <a:lnTo>
                    <a:pt x="3861125" y="2564180"/>
                  </a:lnTo>
                  <a:lnTo>
                    <a:pt x="3922377" y="2559045"/>
                  </a:lnTo>
                  <a:lnTo>
                    <a:pt x="3967556" y="2555657"/>
                  </a:lnTo>
                  <a:lnTo>
                    <a:pt x="3996535" y="2553702"/>
                  </a:lnTo>
                  <a:lnTo>
                    <a:pt x="4011366" y="2552799"/>
                  </a:lnTo>
                  <a:lnTo>
                    <a:pt x="4016096" y="2552537"/>
                  </a:lnTo>
                  <a:lnTo>
                    <a:pt x="4016409" y="2552521"/>
                  </a:lnTo>
                  <a:lnTo>
                    <a:pt x="4538543" y="2552521"/>
                  </a:lnTo>
                  <a:lnTo>
                    <a:pt x="4539714" y="2552449"/>
                  </a:lnTo>
                  <a:lnTo>
                    <a:pt x="4547386" y="2551935"/>
                  </a:lnTo>
                  <a:lnTo>
                    <a:pt x="4566620" y="2550514"/>
                  </a:lnTo>
                  <a:lnTo>
                    <a:pt x="4600733" y="2547721"/>
                  </a:lnTo>
                  <a:lnTo>
                    <a:pt x="4651017" y="2543140"/>
                  </a:lnTo>
                  <a:lnTo>
                    <a:pt x="4716655" y="2536448"/>
                  </a:lnTo>
                  <a:lnTo>
                    <a:pt x="4795016" y="2527451"/>
                  </a:lnTo>
                  <a:lnTo>
                    <a:pt x="4882300" y="2516075"/>
                  </a:lnTo>
                  <a:lnTo>
                    <a:pt x="4974328" y="2502337"/>
                  </a:lnTo>
                  <a:lnTo>
                    <a:pt x="5067238" y="2486290"/>
                  </a:lnTo>
                  <a:lnTo>
                    <a:pt x="5157946" y="2467974"/>
                  </a:lnTo>
                  <a:lnTo>
                    <a:pt x="5244318" y="2447375"/>
                  </a:lnTo>
                  <a:lnTo>
                    <a:pt x="5325131" y="2424397"/>
                  </a:lnTo>
                  <a:lnTo>
                    <a:pt x="5399923" y="2398849"/>
                  </a:lnTo>
                  <a:lnTo>
                    <a:pt x="5468793" y="2370445"/>
                  </a:lnTo>
                  <a:lnTo>
                    <a:pt x="5532220" y="2338808"/>
                  </a:lnTo>
                  <a:lnTo>
                    <a:pt x="5590916" y="2303483"/>
                  </a:lnTo>
                  <a:lnTo>
                    <a:pt x="5645713" y="2263968"/>
                  </a:lnTo>
                  <a:lnTo>
                    <a:pt x="5697480" y="2219754"/>
                  </a:lnTo>
                  <a:lnTo>
                    <a:pt x="5747051" y="2170419"/>
                  </a:lnTo>
                  <a:lnTo>
                    <a:pt x="5784835" y="2128042"/>
                  </a:lnTo>
                  <a:lnTo>
                    <a:pt x="5823597" y="2080368"/>
                  </a:lnTo>
                  <a:lnTo>
                    <a:pt x="5861993" y="2029069"/>
                  </a:lnTo>
                  <a:lnTo>
                    <a:pt x="5900268" y="1974072"/>
                  </a:lnTo>
                  <a:lnTo>
                    <a:pt x="5938613" y="1915367"/>
                  </a:lnTo>
                  <a:lnTo>
                    <a:pt x="5977170" y="1853018"/>
                  </a:lnTo>
                  <a:lnTo>
                    <a:pt x="6016035" y="1787163"/>
                  </a:lnTo>
                  <a:lnTo>
                    <a:pt x="6055265" y="1718023"/>
                  </a:lnTo>
                  <a:lnTo>
                    <a:pt x="6094878" y="1645901"/>
                  </a:lnTo>
                  <a:lnTo>
                    <a:pt x="6134860" y="1571183"/>
                  </a:lnTo>
                  <a:lnTo>
                    <a:pt x="6175167" y="1494324"/>
                  </a:lnTo>
                  <a:lnTo>
                    <a:pt x="6215732" y="1415847"/>
                  </a:lnTo>
                  <a:lnTo>
                    <a:pt x="6256467" y="1336322"/>
                  </a:lnTo>
                  <a:lnTo>
                    <a:pt x="6297277" y="1256355"/>
                  </a:lnTo>
                  <a:lnTo>
                    <a:pt x="6338057" y="1176564"/>
                  </a:lnTo>
                  <a:lnTo>
                    <a:pt x="6378707" y="1097563"/>
                  </a:lnTo>
                  <a:lnTo>
                    <a:pt x="6419134" y="1019938"/>
                  </a:lnTo>
                  <a:lnTo>
                    <a:pt x="6459263" y="944235"/>
                  </a:lnTo>
                  <a:lnTo>
                    <a:pt x="6499039" y="870941"/>
                  </a:lnTo>
                  <a:lnTo>
                    <a:pt x="6538434" y="800471"/>
                  </a:lnTo>
                  <a:lnTo>
                    <a:pt x="6577453" y="733166"/>
                  </a:lnTo>
                  <a:lnTo>
                    <a:pt x="6616133" y="669281"/>
                  </a:lnTo>
                  <a:lnTo>
                    <a:pt x="6654556" y="608990"/>
                  </a:lnTo>
                  <a:lnTo>
                    <a:pt x="6692841" y="552390"/>
                  </a:lnTo>
                  <a:lnTo>
                    <a:pt x="6731157" y="499499"/>
                  </a:lnTo>
                  <a:lnTo>
                    <a:pt x="6769727" y="450273"/>
                  </a:lnTo>
                  <a:lnTo>
                    <a:pt x="6786527" y="430126"/>
                  </a:lnTo>
                  <a:lnTo>
                    <a:pt x="6834896" y="376619"/>
                  </a:lnTo>
                  <a:lnTo>
                    <a:pt x="6884876" y="328420"/>
                  </a:lnTo>
                  <a:lnTo>
                    <a:pt x="6937225" y="285264"/>
                  </a:lnTo>
                  <a:lnTo>
                    <a:pt x="6992793" y="246699"/>
                  </a:lnTo>
                  <a:lnTo>
                    <a:pt x="7052445" y="212214"/>
                  </a:lnTo>
                  <a:lnTo>
                    <a:pt x="7116996" y="181313"/>
                  </a:lnTo>
                  <a:lnTo>
                    <a:pt x="7187118" y="153557"/>
                  </a:lnTo>
                  <a:lnTo>
                    <a:pt x="7263222" y="128586"/>
                  </a:lnTo>
                  <a:lnTo>
                    <a:pt x="7345301" y="106136"/>
                  </a:lnTo>
                  <a:lnTo>
                    <a:pt x="7432744" y="86036"/>
                  </a:lnTo>
                  <a:lnTo>
                    <a:pt x="7524143" y="68210"/>
                  </a:lnTo>
                  <a:lnTo>
                    <a:pt x="7617155" y="52659"/>
                  </a:lnTo>
                  <a:lnTo>
                    <a:pt x="7708503" y="39428"/>
                  </a:lnTo>
                  <a:lnTo>
                    <a:pt x="7794209" y="28568"/>
                  </a:lnTo>
                  <a:lnTo>
                    <a:pt x="7870110" y="20080"/>
                  </a:lnTo>
                  <a:lnTo>
                    <a:pt x="7932592" y="13866"/>
                  </a:lnTo>
                  <a:lnTo>
                    <a:pt x="7979374" y="9703"/>
                  </a:lnTo>
                  <a:lnTo>
                    <a:pt x="8010083" y="7245"/>
                  </a:lnTo>
                  <a:lnTo>
                    <a:pt x="8026468" y="6061"/>
                  </a:lnTo>
                  <a:lnTo>
                    <a:pt x="8032249" y="5681"/>
                  </a:lnTo>
                  <a:lnTo>
                    <a:pt x="8032819" y="5647"/>
                  </a:lnTo>
                  <a:lnTo>
                    <a:pt x="8554953" y="5647"/>
                  </a:lnTo>
                  <a:lnTo>
                    <a:pt x="8554953" y="0"/>
                  </a:lnTo>
                  <a:lnTo>
                    <a:pt x="8032819" y="0"/>
                  </a:lnTo>
                  <a:lnTo>
                    <a:pt x="8031648" y="71"/>
                  </a:lnTo>
                  <a:lnTo>
                    <a:pt x="8023975" y="585"/>
                  </a:lnTo>
                  <a:lnTo>
                    <a:pt x="8004742" y="2006"/>
                  </a:lnTo>
                  <a:lnTo>
                    <a:pt x="7970629" y="4799"/>
                  </a:lnTo>
                  <a:lnTo>
                    <a:pt x="7920345" y="9381"/>
                  </a:lnTo>
                  <a:lnTo>
                    <a:pt x="7854707" y="16072"/>
                  </a:lnTo>
                  <a:lnTo>
                    <a:pt x="7776346" y="25069"/>
                  </a:lnTo>
                  <a:lnTo>
                    <a:pt x="7689062" y="36445"/>
                  </a:lnTo>
                  <a:lnTo>
                    <a:pt x="7597034" y="50183"/>
                  </a:lnTo>
                  <a:lnTo>
                    <a:pt x="7504124" y="66230"/>
                  </a:lnTo>
                  <a:lnTo>
                    <a:pt x="7413416" y="84546"/>
                  </a:lnTo>
                  <a:lnTo>
                    <a:pt x="7327044" y="105145"/>
                  </a:lnTo>
                  <a:lnTo>
                    <a:pt x="7246231" y="128124"/>
                  </a:lnTo>
                  <a:lnTo>
                    <a:pt x="7171439" y="153671"/>
                  </a:lnTo>
                  <a:lnTo>
                    <a:pt x="7102569" y="182075"/>
                  </a:lnTo>
                  <a:lnTo>
                    <a:pt x="7039142" y="213713"/>
                  </a:lnTo>
                  <a:lnTo>
                    <a:pt x="6980446" y="249037"/>
                  </a:lnTo>
                  <a:lnTo>
                    <a:pt x="6925649" y="288553"/>
                  </a:lnTo>
                  <a:lnTo>
                    <a:pt x="6873882" y="332766"/>
                  </a:lnTo>
                  <a:lnTo>
                    <a:pt x="6824311" y="382102"/>
                  </a:lnTo>
                  <a:lnTo>
                    <a:pt x="6786527" y="424479"/>
                  </a:lnTo>
                  <a:lnTo>
                    <a:pt x="6747765" y="472152"/>
                  </a:lnTo>
                  <a:lnTo>
                    <a:pt x="6709369" y="523451"/>
                  </a:lnTo>
                  <a:lnTo>
                    <a:pt x="6671094" y="578448"/>
                  </a:lnTo>
                  <a:lnTo>
                    <a:pt x="6632749" y="637153"/>
                  </a:lnTo>
                  <a:lnTo>
                    <a:pt x="6594192" y="699503"/>
                  </a:lnTo>
                  <a:lnTo>
                    <a:pt x="6555327" y="765358"/>
                  </a:lnTo>
                  <a:lnTo>
                    <a:pt x="6516097" y="834498"/>
                  </a:lnTo>
                  <a:lnTo>
                    <a:pt x="6476484" y="906619"/>
                  </a:lnTo>
                  <a:lnTo>
                    <a:pt x="6436502" y="981338"/>
                  </a:lnTo>
                  <a:lnTo>
                    <a:pt x="6396195" y="1058196"/>
                  </a:lnTo>
                  <a:lnTo>
                    <a:pt x="6355630" y="1136674"/>
                  </a:lnTo>
                  <a:lnTo>
                    <a:pt x="6314895" y="1216198"/>
                  </a:lnTo>
                  <a:lnTo>
                    <a:pt x="6274085" y="1296165"/>
                  </a:lnTo>
                  <a:lnTo>
                    <a:pt x="6233305" y="1375956"/>
                  </a:lnTo>
                  <a:lnTo>
                    <a:pt x="6192655" y="1454958"/>
                  </a:lnTo>
                  <a:lnTo>
                    <a:pt x="6152228" y="1532583"/>
                  </a:lnTo>
                  <a:lnTo>
                    <a:pt x="6112099" y="1608285"/>
                  </a:lnTo>
                  <a:lnTo>
                    <a:pt x="6072323" y="1681580"/>
                  </a:lnTo>
                  <a:lnTo>
                    <a:pt x="6032927" y="1752049"/>
                  </a:lnTo>
                  <a:lnTo>
                    <a:pt x="5993909" y="1819354"/>
                  </a:lnTo>
                  <a:lnTo>
                    <a:pt x="5955228" y="1883240"/>
                  </a:lnTo>
                  <a:lnTo>
                    <a:pt x="5916806" y="1943530"/>
                  </a:lnTo>
                  <a:lnTo>
                    <a:pt x="5878521" y="2000131"/>
                  </a:lnTo>
                  <a:lnTo>
                    <a:pt x="5840205" y="2053021"/>
                  </a:lnTo>
                  <a:lnTo>
                    <a:pt x="5801635" y="2102248"/>
                  </a:lnTo>
                  <a:lnTo>
                    <a:pt x="5784835" y="2122395"/>
                  </a:lnTo>
                  <a:lnTo>
                    <a:pt x="5736466" y="2175902"/>
                  </a:lnTo>
                  <a:lnTo>
                    <a:pt x="5686486" y="2224101"/>
                  </a:lnTo>
                  <a:lnTo>
                    <a:pt x="5634137" y="2267257"/>
                  </a:lnTo>
                  <a:lnTo>
                    <a:pt x="5578569" y="2305821"/>
                  </a:lnTo>
                  <a:lnTo>
                    <a:pt x="5518917" y="2340306"/>
                  </a:lnTo>
                  <a:lnTo>
                    <a:pt x="5454366" y="2371207"/>
                  </a:lnTo>
                  <a:lnTo>
                    <a:pt x="5384244" y="2398964"/>
                  </a:lnTo>
                  <a:lnTo>
                    <a:pt x="5308140" y="2423934"/>
                  </a:lnTo>
                  <a:lnTo>
                    <a:pt x="5226061" y="2446385"/>
                  </a:lnTo>
                  <a:lnTo>
                    <a:pt x="5138618" y="2466484"/>
                  </a:lnTo>
                  <a:lnTo>
                    <a:pt x="5047219" y="2484310"/>
                  </a:lnTo>
                  <a:lnTo>
                    <a:pt x="4954206" y="2499862"/>
                  </a:lnTo>
                  <a:lnTo>
                    <a:pt x="4862859" y="2513093"/>
                  </a:lnTo>
                  <a:lnTo>
                    <a:pt x="4777153" y="2523952"/>
                  </a:lnTo>
                  <a:lnTo>
                    <a:pt x="4701252" y="2532440"/>
                  </a:lnTo>
                  <a:lnTo>
                    <a:pt x="4638770" y="2538654"/>
                  </a:lnTo>
                  <a:lnTo>
                    <a:pt x="4591988" y="2542817"/>
                  </a:lnTo>
                  <a:lnTo>
                    <a:pt x="4561279" y="2545275"/>
                  </a:lnTo>
                  <a:lnTo>
                    <a:pt x="4544894" y="2546460"/>
                  </a:lnTo>
                  <a:lnTo>
                    <a:pt x="4539113" y="2546839"/>
                  </a:lnTo>
                  <a:lnTo>
                    <a:pt x="4538543" y="2546874"/>
                  </a:lnTo>
                  <a:lnTo>
                    <a:pt x="4016409" y="2546874"/>
                  </a:lnTo>
                  <a:lnTo>
                    <a:pt x="4015213" y="2546936"/>
                  </a:lnTo>
                  <a:lnTo>
                    <a:pt x="4007381" y="2547385"/>
                  </a:lnTo>
                  <a:lnTo>
                    <a:pt x="3987763" y="2548624"/>
                  </a:lnTo>
                  <a:lnTo>
                    <a:pt x="3953002" y="2551060"/>
                  </a:lnTo>
                  <a:lnTo>
                    <a:pt x="3901835" y="2555055"/>
                  </a:lnTo>
                  <a:lnTo>
                    <a:pt x="3835161" y="2560884"/>
                  </a:lnTo>
                  <a:lnTo>
                    <a:pt x="3755730" y="2568714"/>
                  </a:lnTo>
                  <a:lnTo>
                    <a:pt x="3667457" y="2578605"/>
                  </a:lnTo>
                  <a:lnTo>
                    <a:pt x="3574613" y="2590539"/>
                  </a:lnTo>
                  <a:lnTo>
                    <a:pt x="3481100" y="2604470"/>
                  </a:lnTo>
                  <a:lnTo>
                    <a:pt x="3390009" y="2620364"/>
                  </a:lnTo>
                  <a:lnTo>
                    <a:pt x="3303445" y="2638240"/>
                  </a:lnTo>
                  <a:lnTo>
                    <a:pt x="3222587" y="2658186"/>
                  </a:lnTo>
                  <a:lnTo>
                    <a:pt x="3147847" y="2680378"/>
                  </a:lnTo>
                  <a:lnTo>
                    <a:pt x="3079081" y="2705073"/>
                  </a:lnTo>
                  <a:lnTo>
                    <a:pt x="3015767" y="2732606"/>
                  </a:lnTo>
                  <a:lnTo>
                    <a:pt x="2957159" y="2763381"/>
                  </a:lnTo>
                  <a:lnTo>
                    <a:pt x="2902400" y="2797841"/>
                  </a:lnTo>
                  <a:lnTo>
                    <a:pt x="2850602" y="2836421"/>
                  </a:lnTo>
                  <a:lnTo>
                    <a:pt x="2800922" y="2879476"/>
                  </a:lnTo>
                  <a:lnTo>
                    <a:pt x="2770117" y="2909234"/>
                  </a:lnTo>
                  <a:lnTo>
                    <a:pt x="2729129" y="2952376"/>
                  </a:lnTo>
                  <a:lnTo>
                    <a:pt x="2688535" y="2998986"/>
                  </a:lnTo>
                  <a:lnTo>
                    <a:pt x="2648048" y="3049132"/>
                  </a:lnTo>
                  <a:lnTo>
                    <a:pt x="2607451" y="3102813"/>
                  </a:lnTo>
                  <a:lnTo>
                    <a:pt x="2566589" y="3159951"/>
                  </a:lnTo>
                  <a:lnTo>
                    <a:pt x="2525360" y="3220383"/>
                  </a:lnTo>
                  <a:lnTo>
                    <a:pt x="2483711" y="3283861"/>
                  </a:lnTo>
                  <a:lnTo>
                    <a:pt x="2441637" y="3350046"/>
                  </a:lnTo>
                  <a:lnTo>
                    <a:pt x="2399169" y="3418518"/>
                  </a:lnTo>
                  <a:lnTo>
                    <a:pt x="2356374" y="3488781"/>
                  </a:lnTo>
                  <a:lnTo>
                    <a:pt x="2313344" y="3560280"/>
                  </a:lnTo>
                  <a:lnTo>
                    <a:pt x="2270192" y="3632414"/>
                  </a:lnTo>
                  <a:lnTo>
                    <a:pt x="2227036" y="3704561"/>
                  </a:lnTo>
                  <a:lnTo>
                    <a:pt x="2183999" y="3776099"/>
                  </a:lnTo>
                  <a:lnTo>
                    <a:pt x="2141192" y="3846426"/>
                  </a:lnTo>
                  <a:lnTo>
                    <a:pt x="2098709" y="3914985"/>
                  </a:lnTo>
                  <a:lnTo>
                    <a:pt x="2056616" y="3981277"/>
                  </a:lnTo>
                  <a:lnTo>
                    <a:pt x="2014950" y="4044878"/>
                  </a:lnTo>
                  <a:lnTo>
                    <a:pt x="1973703" y="4105446"/>
                  </a:lnTo>
                  <a:lnTo>
                    <a:pt x="1932827" y="4162728"/>
                  </a:lnTo>
                  <a:lnTo>
                    <a:pt x="1892222" y="4216559"/>
                  </a:lnTo>
                  <a:lnTo>
                    <a:pt x="1851735" y="4266856"/>
                  </a:lnTo>
                  <a:lnTo>
                    <a:pt x="1811150" y="4313616"/>
                  </a:lnTo>
                  <a:lnTo>
                    <a:pt x="1770185" y="4356904"/>
                  </a:lnTo>
                  <a:lnTo>
                    <a:pt x="1768425" y="4358674"/>
                  </a:lnTo>
                  <a:lnTo>
                    <a:pt x="1719704" y="4404662"/>
                  </a:lnTo>
                  <a:lnTo>
                    <a:pt x="1669344" y="4446055"/>
                  </a:lnTo>
                  <a:lnTo>
                    <a:pt x="1616568" y="4483086"/>
                  </a:lnTo>
                  <a:lnTo>
                    <a:pt x="1560508" y="4516150"/>
                  </a:lnTo>
                  <a:lnTo>
                    <a:pt x="1500280" y="4545693"/>
                  </a:lnTo>
                  <a:lnTo>
                    <a:pt x="1435056" y="4572148"/>
                  </a:lnTo>
                  <a:lnTo>
                    <a:pt x="1364156" y="4595895"/>
                  </a:lnTo>
                  <a:lnTo>
                    <a:pt x="1287177" y="4617243"/>
                  </a:lnTo>
                  <a:lnTo>
                    <a:pt x="1204155" y="4636419"/>
                  </a:lnTo>
                  <a:lnTo>
                    <a:pt x="1115758" y="4653566"/>
                  </a:lnTo>
                  <a:lnTo>
                    <a:pt x="1023488" y="4668745"/>
                  </a:lnTo>
                  <a:lnTo>
                    <a:pt x="929812" y="4681954"/>
                  </a:lnTo>
                  <a:lnTo>
                    <a:pt x="838150" y="4693148"/>
                  </a:lnTo>
                  <a:lnTo>
                    <a:pt x="752607" y="4702286"/>
                  </a:lnTo>
                  <a:lnTo>
                    <a:pt x="677417" y="4709375"/>
                  </a:lnTo>
                  <a:lnTo>
                    <a:pt x="616165" y="4714510"/>
                  </a:lnTo>
                  <a:lnTo>
                    <a:pt x="570986" y="4717899"/>
                  </a:lnTo>
                  <a:lnTo>
                    <a:pt x="542008" y="4719853"/>
                  </a:lnTo>
                  <a:lnTo>
                    <a:pt x="527176" y="4720757"/>
                  </a:lnTo>
                  <a:lnTo>
                    <a:pt x="522446" y="4721019"/>
                  </a:lnTo>
                  <a:lnTo>
                    <a:pt x="522133" y="4721035"/>
                  </a:lnTo>
                  <a:lnTo>
                    <a:pt x="0" y="4721035"/>
                  </a:lnTo>
                  <a:close/>
                </a:path>
              </a:pathLst>
            </a:custGeom>
            <a:solidFill>
              <a:srgbClr val="F1C40F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1917" name="pl1917"/>
            <p:cNvSpPr/>
            <p:nvPr/>
          </p:nvSpPr>
          <p:spPr>
            <a:xfrm>
              <a:off x="386606" y="1106484"/>
              <a:ext cx="8554953" cy="4721035"/>
            </a:xfrm>
            <a:custGeom>
              <a:avLst/>
              <a:pathLst>
                <a:path w="8554953" h="4721035">
                  <a:moveTo>
                    <a:pt x="0" y="4721035"/>
                  </a:moveTo>
                  <a:lnTo>
                    <a:pt x="522133" y="4721035"/>
                  </a:lnTo>
                  <a:lnTo>
                    <a:pt x="523329" y="4720972"/>
                  </a:lnTo>
                  <a:lnTo>
                    <a:pt x="531161" y="4720523"/>
                  </a:lnTo>
                  <a:lnTo>
                    <a:pt x="550780" y="4719284"/>
                  </a:lnTo>
                  <a:lnTo>
                    <a:pt x="585540" y="4716848"/>
                  </a:lnTo>
                  <a:lnTo>
                    <a:pt x="636708" y="4712854"/>
                  </a:lnTo>
                  <a:lnTo>
                    <a:pt x="703381" y="4707024"/>
                  </a:lnTo>
                  <a:lnTo>
                    <a:pt x="782812" y="4699194"/>
                  </a:lnTo>
                  <a:lnTo>
                    <a:pt x="871085" y="4689303"/>
                  </a:lnTo>
                  <a:lnTo>
                    <a:pt x="963929" y="4677369"/>
                  </a:lnTo>
                  <a:lnTo>
                    <a:pt x="1057442" y="4663438"/>
                  </a:lnTo>
                  <a:lnTo>
                    <a:pt x="1148533" y="4647544"/>
                  </a:lnTo>
                  <a:lnTo>
                    <a:pt x="1235097" y="4629669"/>
                  </a:lnTo>
                  <a:lnTo>
                    <a:pt x="1315955" y="4609722"/>
                  </a:lnTo>
                  <a:lnTo>
                    <a:pt x="1390695" y="4587530"/>
                  </a:lnTo>
                  <a:lnTo>
                    <a:pt x="1459461" y="4562836"/>
                  </a:lnTo>
                  <a:lnTo>
                    <a:pt x="1522775" y="4535302"/>
                  </a:lnTo>
                  <a:lnTo>
                    <a:pt x="1581383" y="4504527"/>
                  </a:lnTo>
                  <a:lnTo>
                    <a:pt x="1636142" y="4470067"/>
                  </a:lnTo>
                  <a:lnTo>
                    <a:pt x="1687940" y="4431487"/>
                  </a:lnTo>
                  <a:lnTo>
                    <a:pt x="1737620" y="4388433"/>
                  </a:lnTo>
                  <a:lnTo>
                    <a:pt x="1768425" y="4358674"/>
                  </a:lnTo>
                  <a:lnTo>
                    <a:pt x="1809413" y="4315532"/>
                  </a:lnTo>
                  <a:lnTo>
                    <a:pt x="1850008" y="4268922"/>
                  </a:lnTo>
                  <a:lnTo>
                    <a:pt x="1890495" y="4218776"/>
                  </a:lnTo>
                  <a:lnTo>
                    <a:pt x="1931091" y="4165095"/>
                  </a:lnTo>
                  <a:lnTo>
                    <a:pt x="1971953" y="4107957"/>
                  </a:lnTo>
                  <a:lnTo>
                    <a:pt x="2013182" y="4047525"/>
                  </a:lnTo>
                  <a:lnTo>
                    <a:pt x="2054831" y="3984047"/>
                  </a:lnTo>
                  <a:lnTo>
                    <a:pt x="2096905" y="3917862"/>
                  </a:lnTo>
                  <a:lnTo>
                    <a:pt x="2139373" y="3849390"/>
                  </a:lnTo>
                  <a:lnTo>
                    <a:pt x="2182168" y="3779127"/>
                  </a:lnTo>
                  <a:lnTo>
                    <a:pt x="2225198" y="3707628"/>
                  </a:lnTo>
                  <a:lnTo>
                    <a:pt x="2268350" y="3635495"/>
                  </a:lnTo>
                  <a:lnTo>
                    <a:pt x="2311506" y="3563347"/>
                  </a:lnTo>
                  <a:lnTo>
                    <a:pt x="2354543" y="3491809"/>
                  </a:lnTo>
                  <a:lnTo>
                    <a:pt x="2397350" y="3421482"/>
                  </a:lnTo>
                  <a:lnTo>
                    <a:pt x="2439833" y="3352923"/>
                  </a:lnTo>
                  <a:lnTo>
                    <a:pt x="2481926" y="3286631"/>
                  </a:lnTo>
                  <a:lnTo>
                    <a:pt x="2523593" y="3223030"/>
                  </a:lnTo>
                  <a:lnTo>
                    <a:pt x="2564839" y="3162462"/>
                  </a:lnTo>
                  <a:lnTo>
                    <a:pt x="2605715" y="3105180"/>
                  </a:lnTo>
                  <a:lnTo>
                    <a:pt x="2646320" y="3051349"/>
                  </a:lnTo>
                  <a:lnTo>
                    <a:pt x="2686808" y="3001052"/>
                  </a:lnTo>
                  <a:lnTo>
                    <a:pt x="2727392" y="2954292"/>
                  </a:lnTo>
                  <a:lnTo>
                    <a:pt x="2768357" y="2911004"/>
                  </a:lnTo>
                  <a:lnTo>
                    <a:pt x="2770117" y="2909234"/>
                  </a:lnTo>
                  <a:lnTo>
                    <a:pt x="2818838" y="2863246"/>
                  </a:lnTo>
                  <a:lnTo>
                    <a:pt x="2869198" y="2821853"/>
                  </a:lnTo>
                  <a:lnTo>
                    <a:pt x="2921975" y="2784823"/>
                  </a:lnTo>
                  <a:lnTo>
                    <a:pt x="2978034" y="2751759"/>
                  </a:lnTo>
                  <a:lnTo>
                    <a:pt x="3038262" y="2722215"/>
                  </a:lnTo>
                  <a:lnTo>
                    <a:pt x="3103486" y="2695760"/>
                  </a:lnTo>
                  <a:lnTo>
                    <a:pt x="3174386" y="2672013"/>
                  </a:lnTo>
                  <a:lnTo>
                    <a:pt x="3251365" y="2650665"/>
                  </a:lnTo>
                  <a:lnTo>
                    <a:pt x="3334387" y="2631489"/>
                  </a:lnTo>
                  <a:lnTo>
                    <a:pt x="3422784" y="2614342"/>
                  </a:lnTo>
                  <a:lnTo>
                    <a:pt x="3515054" y="2599163"/>
                  </a:lnTo>
                  <a:lnTo>
                    <a:pt x="3608730" y="2585954"/>
                  </a:lnTo>
                  <a:lnTo>
                    <a:pt x="3700392" y="2574760"/>
                  </a:lnTo>
                  <a:lnTo>
                    <a:pt x="3785935" y="2565622"/>
                  </a:lnTo>
                  <a:lnTo>
                    <a:pt x="3861125" y="2558533"/>
                  </a:lnTo>
                  <a:lnTo>
                    <a:pt x="3922377" y="2553398"/>
                  </a:lnTo>
                  <a:lnTo>
                    <a:pt x="3967556" y="2550009"/>
                  </a:lnTo>
                  <a:lnTo>
                    <a:pt x="3996535" y="2548055"/>
                  </a:lnTo>
                  <a:lnTo>
                    <a:pt x="4011366" y="2547151"/>
                  </a:lnTo>
                  <a:lnTo>
                    <a:pt x="4016096" y="2546890"/>
                  </a:lnTo>
                  <a:lnTo>
                    <a:pt x="4016409" y="2546874"/>
                  </a:lnTo>
                  <a:lnTo>
                    <a:pt x="4538543" y="2546874"/>
                  </a:lnTo>
                  <a:lnTo>
                    <a:pt x="4539714" y="2546802"/>
                  </a:lnTo>
                  <a:lnTo>
                    <a:pt x="4547386" y="2546288"/>
                  </a:lnTo>
                  <a:lnTo>
                    <a:pt x="4566620" y="2544867"/>
                  </a:lnTo>
                  <a:lnTo>
                    <a:pt x="4600733" y="2542074"/>
                  </a:lnTo>
                  <a:lnTo>
                    <a:pt x="4651017" y="2537492"/>
                  </a:lnTo>
                  <a:lnTo>
                    <a:pt x="4716655" y="2530801"/>
                  </a:lnTo>
                  <a:lnTo>
                    <a:pt x="4795016" y="2521804"/>
                  </a:lnTo>
                  <a:lnTo>
                    <a:pt x="4882300" y="2510428"/>
                  </a:lnTo>
                  <a:lnTo>
                    <a:pt x="4974328" y="2496690"/>
                  </a:lnTo>
                  <a:lnTo>
                    <a:pt x="5067238" y="2480643"/>
                  </a:lnTo>
                  <a:lnTo>
                    <a:pt x="5157946" y="2462327"/>
                  </a:lnTo>
                  <a:lnTo>
                    <a:pt x="5244318" y="2441728"/>
                  </a:lnTo>
                  <a:lnTo>
                    <a:pt x="5325131" y="2418750"/>
                  </a:lnTo>
                  <a:lnTo>
                    <a:pt x="5399923" y="2393202"/>
                  </a:lnTo>
                  <a:lnTo>
                    <a:pt x="5468793" y="2364798"/>
                  </a:lnTo>
                  <a:lnTo>
                    <a:pt x="5532220" y="2333161"/>
                  </a:lnTo>
                  <a:lnTo>
                    <a:pt x="5590916" y="2297836"/>
                  </a:lnTo>
                  <a:lnTo>
                    <a:pt x="5645713" y="2258320"/>
                  </a:lnTo>
                  <a:lnTo>
                    <a:pt x="5697480" y="2214107"/>
                  </a:lnTo>
                  <a:lnTo>
                    <a:pt x="5747051" y="2164771"/>
                  </a:lnTo>
                  <a:lnTo>
                    <a:pt x="5784835" y="2122395"/>
                  </a:lnTo>
                  <a:lnTo>
                    <a:pt x="5823597" y="2074721"/>
                  </a:lnTo>
                  <a:lnTo>
                    <a:pt x="5861993" y="2023422"/>
                  </a:lnTo>
                  <a:lnTo>
                    <a:pt x="5900268" y="1968425"/>
                  </a:lnTo>
                  <a:lnTo>
                    <a:pt x="5938613" y="1909720"/>
                  </a:lnTo>
                  <a:lnTo>
                    <a:pt x="5977170" y="1847371"/>
                  </a:lnTo>
                  <a:lnTo>
                    <a:pt x="6016035" y="1781515"/>
                  </a:lnTo>
                  <a:lnTo>
                    <a:pt x="6055265" y="1712375"/>
                  </a:lnTo>
                  <a:lnTo>
                    <a:pt x="6094878" y="1640254"/>
                  </a:lnTo>
                  <a:lnTo>
                    <a:pt x="6134860" y="1565536"/>
                  </a:lnTo>
                  <a:lnTo>
                    <a:pt x="6175167" y="1488677"/>
                  </a:lnTo>
                  <a:lnTo>
                    <a:pt x="6215732" y="1410200"/>
                  </a:lnTo>
                  <a:lnTo>
                    <a:pt x="6256467" y="1330675"/>
                  </a:lnTo>
                  <a:lnTo>
                    <a:pt x="6297277" y="1250708"/>
                  </a:lnTo>
                  <a:lnTo>
                    <a:pt x="6338057" y="1170917"/>
                  </a:lnTo>
                  <a:lnTo>
                    <a:pt x="6378707" y="1091915"/>
                  </a:lnTo>
                  <a:lnTo>
                    <a:pt x="6419134" y="1014291"/>
                  </a:lnTo>
                  <a:lnTo>
                    <a:pt x="6459263" y="938588"/>
                  </a:lnTo>
                  <a:lnTo>
                    <a:pt x="6499039" y="865293"/>
                  </a:lnTo>
                  <a:lnTo>
                    <a:pt x="6538434" y="794824"/>
                  </a:lnTo>
                  <a:lnTo>
                    <a:pt x="6577453" y="727519"/>
                  </a:lnTo>
                  <a:lnTo>
                    <a:pt x="6616133" y="663634"/>
                  </a:lnTo>
                  <a:lnTo>
                    <a:pt x="6654556" y="603343"/>
                  </a:lnTo>
                  <a:lnTo>
                    <a:pt x="6692841" y="546742"/>
                  </a:lnTo>
                  <a:lnTo>
                    <a:pt x="6731157" y="493852"/>
                  </a:lnTo>
                  <a:lnTo>
                    <a:pt x="6769727" y="444626"/>
                  </a:lnTo>
                  <a:lnTo>
                    <a:pt x="6786527" y="424479"/>
                  </a:lnTo>
                  <a:lnTo>
                    <a:pt x="6834896" y="370971"/>
                  </a:lnTo>
                  <a:lnTo>
                    <a:pt x="6884876" y="322772"/>
                  </a:lnTo>
                  <a:lnTo>
                    <a:pt x="6937225" y="279616"/>
                  </a:lnTo>
                  <a:lnTo>
                    <a:pt x="6992793" y="241052"/>
                  </a:lnTo>
                  <a:lnTo>
                    <a:pt x="7052445" y="206567"/>
                  </a:lnTo>
                  <a:lnTo>
                    <a:pt x="7116996" y="175666"/>
                  </a:lnTo>
                  <a:lnTo>
                    <a:pt x="7187118" y="147910"/>
                  </a:lnTo>
                  <a:lnTo>
                    <a:pt x="7263222" y="122939"/>
                  </a:lnTo>
                  <a:lnTo>
                    <a:pt x="7345301" y="100488"/>
                  </a:lnTo>
                  <a:lnTo>
                    <a:pt x="7432744" y="80389"/>
                  </a:lnTo>
                  <a:lnTo>
                    <a:pt x="7524143" y="62563"/>
                  </a:lnTo>
                  <a:lnTo>
                    <a:pt x="7617155" y="47011"/>
                  </a:lnTo>
                  <a:lnTo>
                    <a:pt x="7708503" y="33781"/>
                  </a:lnTo>
                  <a:lnTo>
                    <a:pt x="7794209" y="22921"/>
                  </a:lnTo>
                  <a:lnTo>
                    <a:pt x="7870110" y="14433"/>
                  </a:lnTo>
                  <a:lnTo>
                    <a:pt x="7932592" y="8219"/>
                  </a:lnTo>
                  <a:lnTo>
                    <a:pt x="7979374" y="4056"/>
                  </a:lnTo>
                  <a:lnTo>
                    <a:pt x="8010083" y="1598"/>
                  </a:lnTo>
                  <a:lnTo>
                    <a:pt x="8026468" y="413"/>
                  </a:lnTo>
                  <a:lnTo>
                    <a:pt x="8032249" y="34"/>
                  </a:lnTo>
                  <a:lnTo>
                    <a:pt x="8032819" y="0"/>
                  </a:lnTo>
                  <a:lnTo>
                    <a:pt x="8554953" y="0"/>
                  </a:lnTo>
                  <a:lnTo>
                    <a:pt x="8554953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918" name="pl1918"/>
            <p:cNvSpPr/>
            <p:nvPr/>
          </p:nvSpPr>
          <p:spPr>
            <a:xfrm>
              <a:off x="386606" y="1100837"/>
              <a:ext cx="8554953" cy="4721035"/>
            </a:xfrm>
            <a:custGeom>
              <a:avLst/>
              <a:pathLst>
                <a:path w="8554953" h="4721035">
                  <a:moveTo>
                    <a:pt x="8554953" y="0"/>
                  </a:moveTo>
                  <a:lnTo>
                    <a:pt x="8032819" y="0"/>
                  </a:lnTo>
                  <a:lnTo>
                    <a:pt x="8031648" y="71"/>
                  </a:lnTo>
                  <a:lnTo>
                    <a:pt x="8023975" y="585"/>
                  </a:lnTo>
                  <a:lnTo>
                    <a:pt x="8004742" y="2006"/>
                  </a:lnTo>
                  <a:lnTo>
                    <a:pt x="7970629" y="4799"/>
                  </a:lnTo>
                  <a:lnTo>
                    <a:pt x="7920345" y="9381"/>
                  </a:lnTo>
                  <a:lnTo>
                    <a:pt x="7854707" y="16072"/>
                  </a:lnTo>
                  <a:lnTo>
                    <a:pt x="7776346" y="25069"/>
                  </a:lnTo>
                  <a:lnTo>
                    <a:pt x="7689062" y="36445"/>
                  </a:lnTo>
                  <a:lnTo>
                    <a:pt x="7597034" y="50183"/>
                  </a:lnTo>
                  <a:lnTo>
                    <a:pt x="7504124" y="66230"/>
                  </a:lnTo>
                  <a:lnTo>
                    <a:pt x="7413416" y="84546"/>
                  </a:lnTo>
                  <a:lnTo>
                    <a:pt x="7327044" y="105145"/>
                  </a:lnTo>
                  <a:lnTo>
                    <a:pt x="7246231" y="128124"/>
                  </a:lnTo>
                  <a:lnTo>
                    <a:pt x="7171439" y="153671"/>
                  </a:lnTo>
                  <a:lnTo>
                    <a:pt x="7102569" y="182075"/>
                  </a:lnTo>
                  <a:lnTo>
                    <a:pt x="7039142" y="213713"/>
                  </a:lnTo>
                  <a:lnTo>
                    <a:pt x="6980446" y="249037"/>
                  </a:lnTo>
                  <a:lnTo>
                    <a:pt x="6925649" y="288553"/>
                  </a:lnTo>
                  <a:lnTo>
                    <a:pt x="6873882" y="332766"/>
                  </a:lnTo>
                  <a:lnTo>
                    <a:pt x="6824311" y="382102"/>
                  </a:lnTo>
                  <a:lnTo>
                    <a:pt x="6786527" y="424479"/>
                  </a:lnTo>
                  <a:lnTo>
                    <a:pt x="6747765" y="472152"/>
                  </a:lnTo>
                  <a:lnTo>
                    <a:pt x="6709369" y="523451"/>
                  </a:lnTo>
                  <a:lnTo>
                    <a:pt x="6671094" y="578448"/>
                  </a:lnTo>
                  <a:lnTo>
                    <a:pt x="6632749" y="637153"/>
                  </a:lnTo>
                  <a:lnTo>
                    <a:pt x="6594192" y="699503"/>
                  </a:lnTo>
                  <a:lnTo>
                    <a:pt x="6555327" y="765358"/>
                  </a:lnTo>
                  <a:lnTo>
                    <a:pt x="6516097" y="834498"/>
                  </a:lnTo>
                  <a:lnTo>
                    <a:pt x="6476484" y="906619"/>
                  </a:lnTo>
                  <a:lnTo>
                    <a:pt x="6436502" y="981338"/>
                  </a:lnTo>
                  <a:lnTo>
                    <a:pt x="6396195" y="1058196"/>
                  </a:lnTo>
                  <a:lnTo>
                    <a:pt x="6355630" y="1136674"/>
                  </a:lnTo>
                  <a:lnTo>
                    <a:pt x="6314895" y="1216198"/>
                  </a:lnTo>
                  <a:lnTo>
                    <a:pt x="6274085" y="1296165"/>
                  </a:lnTo>
                  <a:lnTo>
                    <a:pt x="6233305" y="1375956"/>
                  </a:lnTo>
                  <a:lnTo>
                    <a:pt x="6192655" y="1454958"/>
                  </a:lnTo>
                  <a:lnTo>
                    <a:pt x="6152228" y="1532583"/>
                  </a:lnTo>
                  <a:lnTo>
                    <a:pt x="6112099" y="1608285"/>
                  </a:lnTo>
                  <a:lnTo>
                    <a:pt x="6072323" y="1681580"/>
                  </a:lnTo>
                  <a:lnTo>
                    <a:pt x="6032927" y="1752049"/>
                  </a:lnTo>
                  <a:lnTo>
                    <a:pt x="5993909" y="1819354"/>
                  </a:lnTo>
                  <a:lnTo>
                    <a:pt x="5955228" y="1883240"/>
                  </a:lnTo>
                  <a:lnTo>
                    <a:pt x="5916806" y="1943530"/>
                  </a:lnTo>
                  <a:lnTo>
                    <a:pt x="5878521" y="2000131"/>
                  </a:lnTo>
                  <a:lnTo>
                    <a:pt x="5840205" y="2053021"/>
                  </a:lnTo>
                  <a:lnTo>
                    <a:pt x="5801635" y="2102248"/>
                  </a:lnTo>
                  <a:lnTo>
                    <a:pt x="5784835" y="2122395"/>
                  </a:lnTo>
                  <a:lnTo>
                    <a:pt x="5736466" y="2175902"/>
                  </a:lnTo>
                  <a:lnTo>
                    <a:pt x="5686486" y="2224101"/>
                  </a:lnTo>
                  <a:lnTo>
                    <a:pt x="5634137" y="2267257"/>
                  </a:lnTo>
                  <a:lnTo>
                    <a:pt x="5578569" y="2305821"/>
                  </a:lnTo>
                  <a:lnTo>
                    <a:pt x="5518917" y="2340306"/>
                  </a:lnTo>
                  <a:lnTo>
                    <a:pt x="5454366" y="2371207"/>
                  </a:lnTo>
                  <a:lnTo>
                    <a:pt x="5384244" y="2398964"/>
                  </a:lnTo>
                  <a:lnTo>
                    <a:pt x="5308140" y="2423934"/>
                  </a:lnTo>
                  <a:lnTo>
                    <a:pt x="5226061" y="2446385"/>
                  </a:lnTo>
                  <a:lnTo>
                    <a:pt x="5138618" y="2466484"/>
                  </a:lnTo>
                  <a:lnTo>
                    <a:pt x="5047219" y="2484310"/>
                  </a:lnTo>
                  <a:lnTo>
                    <a:pt x="4954206" y="2499862"/>
                  </a:lnTo>
                  <a:lnTo>
                    <a:pt x="4862859" y="2513093"/>
                  </a:lnTo>
                  <a:lnTo>
                    <a:pt x="4777153" y="2523952"/>
                  </a:lnTo>
                  <a:lnTo>
                    <a:pt x="4701252" y="2532440"/>
                  </a:lnTo>
                  <a:lnTo>
                    <a:pt x="4638770" y="2538654"/>
                  </a:lnTo>
                  <a:lnTo>
                    <a:pt x="4591988" y="2542817"/>
                  </a:lnTo>
                  <a:lnTo>
                    <a:pt x="4561279" y="2545275"/>
                  </a:lnTo>
                  <a:lnTo>
                    <a:pt x="4544894" y="2546460"/>
                  </a:lnTo>
                  <a:lnTo>
                    <a:pt x="4539113" y="2546839"/>
                  </a:lnTo>
                  <a:lnTo>
                    <a:pt x="4538543" y="2546874"/>
                  </a:lnTo>
                  <a:lnTo>
                    <a:pt x="4016409" y="2546874"/>
                  </a:lnTo>
                  <a:lnTo>
                    <a:pt x="4015213" y="2546936"/>
                  </a:lnTo>
                  <a:lnTo>
                    <a:pt x="4007381" y="2547385"/>
                  </a:lnTo>
                  <a:lnTo>
                    <a:pt x="3987763" y="2548624"/>
                  </a:lnTo>
                  <a:lnTo>
                    <a:pt x="3953002" y="2551060"/>
                  </a:lnTo>
                  <a:lnTo>
                    <a:pt x="3901835" y="2555055"/>
                  </a:lnTo>
                  <a:lnTo>
                    <a:pt x="3835161" y="2560884"/>
                  </a:lnTo>
                  <a:lnTo>
                    <a:pt x="3755730" y="2568714"/>
                  </a:lnTo>
                  <a:lnTo>
                    <a:pt x="3667457" y="2578605"/>
                  </a:lnTo>
                  <a:lnTo>
                    <a:pt x="3574613" y="2590539"/>
                  </a:lnTo>
                  <a:lnTo>
                    <a:pt x="3481100" y="2604470"/>
                  </a:lnTo>
                  <a:lnTo>
                    <a:pt x="3390009" y="2620364"/>
                  </a:lnTo>
                  <a:lnTo>
                    <a:pt x="3303445" y="2638240"/>
                  </a:lnTo>
                  <a:lnTo>
                    <a:pt x="3222587" y="2658186"/>
                  </a:lnTo>
                  <a:lnTo>
                    <a:pt x="3147847" y="2680378"/>
                  </a:lnTo>
                  <a:lnTo>
                    <a:pt x="3079081" y="2705073"/>
                  </a:lnTo>
                  <a:lnTo>
                    <a:pt x="3015767" y="2732606"/>
                  </a:lnTo>
                  <a:lnTo>
                    <a:pt x="2957159" y="2763381"/>
                  </a:lnTo>
                  <a:lnTo>
                    <a:pt x="2902400" y="2797841"/>
                  </a:lnTo>
                  <a:lnTo>
                    <a:pt x="2850602" y="2836421"/>
                  </a:lnTo>
                  <a:lnTo>
                    <a:pt x="2800922" y="2879476"/>
                  </a:lnTo>
                  <a:lnTo>
                    <a:pt x="2770117" y="2909234"/>
                  </a:lnTo>
                  <a:lnTo>
                    <a:pt x="2729129" y="2952376"/>
                  </a:lnTo>
                  <a:lnTo>
                    <a:pt x="2688535" y="2998986"/>
                  </a:lnTo>
                  <a:lnTo>
                    <a:pt x="2648048" y="3049132"/>
                  </a:lnTo>
                  <a:lnTo>
                    <a:pt x="2607451" y="3102813"/>
                  </a:lnTo>
                  <a:lnTo>
                    <a:pt x="2566589" y="3159951"/>
                  </a:lnTo>
                  <a:lnTo>
                    <a:pt x="2525360" y="3220383"/>
                  </a:lnTo>
                  <a:lnTo>
                    <a:pt x="2483711" y="3283861"/>
                  </a:lnTo>
                  <a:lnTo>
                    <a:pt x="2441637" y="3350046"/>
                  </a:lnTo>
                  <a:lnTo>
                    <a:pt x="2399169" y="3418518"/>
                  </a:lnTo>
                  <a:lnTo>
                    <a:pt x="2356374" y="3488781"/>
                  </a:lnTo>
                  <a:lnTo>
                    <a:pt x="2313344" y="3560280"/>
                  </a:lnTo>
                  <a:lnTo>
                    <a:pt x="2270192" y="3632414"/>
                  </a:lnTo>
                  <a:lnTo>
                    <a:pt x="2227036" y="3704561"/>
                  </a:lnTo>
                  <a:lnTo>
                    <a:pt x="2183999" y="3776099"/>
                  </a:lnTo>
                  <a:lnTo>
                    <a:pt x="2141192" y="3846426"/>
                  </a:lnTo>
                  <a:lnTo>
                    <a:pt x="2098709" y="3914985"/>
                  </a:lnTo>
                  <a:lnTo>
                    <a:pt x="2056616" y="3981277"/>
                  </a:lnTo>
                  <a:lnTo>
                    <a:pt x="2014950" y="4044878"/>
                  </a:lnTo>
                  <a:lnTo>
                    <a:pt x="1973703" y="4105446"/>
                  </a:lnTo>
                  <a:lnTo>
                    <a:pt x="1932827" y="4162728"/>
                  </a:lnTo>
                  <a:lnTo>
                    <a:pt x="1892222" y="4216559"/>
                  </a:lnTo>
                  <a:lnTo>
                    <a:pt x="1851735" y="4266856"/>
                  </a:lnTo>
                  <a:lnTo>
                    <a:pt x="1811150" y="4313616"/>
                  </a:lnTo>
                  <a:lnTo>
                    <a:pt x="1770185" y="4356904"/>
                  </a:lnTo>
                  <a:lnTo>
                    <a:pt x="1768425" y="4358674"/>
                  </a:lnTo>
                  <a:lnTo>
                    <a:pt x="1719704" y="4404662"/>
                  </a:lnTo>
                  <a:lnTo>
                    <a:pt x="1669344" y="4446055"/>
                  </a:lnTo>
                  <a:lnTo>
                    <a:pt x="1616568" y="4483086"/>
                  </a:lnTo>
                  <a:lnTo>
                    <a:pt x="1560508" y="4516150"/>
                  </a:lnTo>
                  <a:lnTo>
                    <a:pt x="1500280" y="4545693"/>
                  </a:lnTo>
                  <a:lnTo>
                    <a:pt x="1435056" y="4572148"/>
                  </a:lnTo>
                  <a:lnTo>
                    <a:pt x="1364156" y="4595895"/>
                  </a:lnTo>
                  <a:lnTo>
                    <a:pt x="1287177" y="4617243"/>
                  </a:lnTo>
                  <a:lnTo>
                    <a:pt x="1204155" y="4636419"/>
                  </a:lnTo>
                  <a:lnTo>
                    <a:pt x="1115758" y="4653566"/>
                  </a:lnTo>
                  <a:lnTo>
                    <a:pt x="1023488" y="4668745"/>
                  </a:lnTo>
                  <a:lnTo>
                    <a:pt x="929812" y="4681954"/>
                  </a:lnTo>
                  <a:lnTo>
                    <a:pt x="838150" y="4693148"/>
                  </a:lnTo>
                  <a:lnTo>
                    <a:pt x="752607" y="4702286"/>
                  </a:lnTo>
                  <a:lnTo>
                    <a:pt x="677417" y="4709375"/>
                  </a:lnTo>
                  <a:lnTo>
                    <a:pt x="616165" y="4714510"/>
                  </a:lnTo>
                  <a:lnTo>
                    <a:pt x="570986" y="4717899"/>
                  </a:lnTo>
                  <a:lnTo>
                    <a:pt x="542008" y="4719853"/>
                  </a:lnTo>
                  <a:lnTo>
                    <a:pt x="527176" y="4720757"/>
                  </a:lnTo>
                  <a:lnTo>
                    <a:pt x="522446" y="4721019"/>
                  </a:lnTo>
                  <a:lnTo>
                    <a:pt x="522133" y="4721035"/>
                  </a:lnTo>
                  <a:lnTo>
                    <a:pt x="0" y="4721035"/>
                  </a:lnTo>
                  <a:lnTo>
                    <a:pt x="0" y="4721035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919" name="pg1919"/>
            <p:cNvSpPr/>
            <p:nvPr/>
          </p:nvSpPr>
          <p:spPr>
            <a:xfrm>
              <a:off x="386606" y="773301"/>
              <a:ext cx="8554953" cy="5003393"/>
            </a:xfrm>
            <a:custGeom>
              <a:avLst/>
              <a:pathLst>
                <a:path w="8554953" h="5003393">
                  <a:moveTo>
                    <a:pt x="0" y="5003393"/>
                  </a:moveTo>
                  <a:lnTo>
                    <a:pt x="522133" y="5003393"/>
                  </a:lnTo>
                  <a:lnTo>
                    <a:pt x="522983" y="5003291"/>
                  </a:lnTo>
                  <a:lnTo>
                    <a:pt x="528588" y="5002567"/>
                  </a:lnTo>
                  <a:lnTo>
                    <a:pt x="542779" y="5000565"/>
                  </a:lnTo>
                  <a:lnTo>
                    <a:pt x="568299" y="4996620"/>
                  </a:lnTo>
                  <a:lnTo>
                    <a:pt x="606630" y="4990109"/>
                  </a:lnTo>
                  <a:lnTo>
                    <a:pt x="657878" y="4980503"/>
                  </a:lnTo>
                  <a:lnTo>
                    <a:pt x="720839" y="4967423"/>
                  </a:lnTo>
                  <a:lnTo>
                    <a:pt x="793264" y="4950651"/>
                  </a:lnTo>
                  <a:lnTo>
                    <a:pt x="872288" y="4930121"/>
                  </a:lnTo>
                  <a:lnTo>
                    <a:pt x="954887" y="4905867"/>
                  </a:lnTo>
                  <a:lnTo>
                    <a:pt x="1038278" y="4877967"/>
                  </a:lnTo>
                  <a:lnTo>
                    <a:pt x="1120179" y="4846484"/>
                  </a:lnTo>
                  <a:lnTo>
                    <a:pt x="1198921" y="4811416"/>
                  </a:lnTo>
                  <a:lnTo>
                    <a:pt x="1273442" y="4772663"/>
                  </a:lnTo>
                  <a:lnTo>
                    <a:pt x="1343214" y="4730011"/>
                  </a:lnTo>
                  <a:lnTo>
                    <a:pt x="1408126" y="4683121"/>
                  </a:lnTo>
                  <a:lnTo>
                    <a:pt x="1468378" y="4631536"/>
                  </a:lnTo>
                  <a:lnTo>
                    <a:pt x="1524377" y="4574685"/>
                  </a:lnTo>
                  <a:lnTo>
                    <a:pt x="1576661" y="4511907"/>
                  </a:lnTo>
                  <a:lnTo>
                    <a:pt x="1625835" y="4442485"/>
                  </a:lnTo>
                  <a:lnTo>
                    <a:pt x="1672528" y="4365698"/>
                  </a:lnTo>
                  <a:lnTo>
                    <a:pt x="1717347" y="4280920"/>
                  </a:lnTo>
                  <a:lnTo>
                    <a:pt x="1760843" y="4187767"/>
                  </a:lnTo>
                  <a:lnTo>
                    <a:pt x="1768425" y="4170435"/>
                  </a:lnTo>
                  <a:lnTo>
                    <a:pt x="1797648" y="4100670"/>
                  </a:lnTo>
                  <a:lnTo>
                    <a:pt x="1826625" y="4026901"/>
                  </a:lnTo>
                  <a:lnTo>
                    <a:pt x="1855470" y="3949050"/>
                  </a:lnTo>
                  <a:lnTo>
                    <a:pt x="1884278" y="3867074"/>
                  </a:lnTo>
                  <a:lnTo>
                    <a:pt x="1913128" y="3780974"/>
                  </a:lnTo>
                  <a:lnTo>
                    <a:pt x="1942083" y="3690793"/>
                  </a:lnTo>
                  <a:lnTo>
                    <a:pt x="1971190" y="3596626"/>
                  </a:lnTo>
                  <a:lnTo>
                    <a:pt x="2000483" y="3498614"/>
                  </a:lnTo>
                  <a:lnTo>
                    <a:pt x="2029984" y="3396953"/>
                  </a:lnTo>
                  <a:lnTo>
                    <a:pt x="2059702" y="3291891"/>
                  </a:lnTo>
                  <a:lnTo>
                    <a:pt x="2089635" y="3183724"/>
                  </a:lnTo>
                  <a:lnTo>
                    <a:pt x="2119773" y="3072802"/>
                  </a:lnTo>
                  <a:lnTo>
                    <a:pt x="2150094" y="2959515"/>
                  </a:lnTo>
                  <a:lnTo>
                    <a:pt x="2180571" y="2844297"/>
                  </a:lnTo>
                  <a:lnTo>
                    <a:pt x="2211169" y="2727614"/>
                  </a:lnTo>
                  <a:lnTo>
                    <a:pt x="2241849" y="2609958"/>
                  </a:lnTo>
                  <a:lnTo>
                    <a:pt x="2272568" y="2491839"/>
                  </a:lnTo>
                  <a:lnTo>
                    <a:pt x="2303282" y="2373777"/>
                  </a:lnTo>
                  <a:lnTo>
                    <a:pt x="2333947" y="2256287"/>
                  </a:lnTo>
                  <a:lnTo>
                    <a:pt x="2364523" y="2139878"/>
                  </a:lnTo>
                  <a:lnTo>
                    <a:pt x="2394969" y="2025036"/>
                  </a:lnTo>
                  <a:lnTo>
                    <a:pt x="2425253" y="1912221"/>
                  </a:lnTo>
                  <a:lnTo>
                    <a:pt x="2455348" y="1801858"/>
                  </a:lnTo>
                  <a:lnTo>
                    <a:pt x="2485236" y="1694330"/>
                  </a:lnTo>
                  <a:lnTo>
                    <a:pt x="2514908" y="1589974"/>
                  </a:lnTo>
                  <a:lnTo>
                    <a:pt x="2544363" y="1489078"/>
                  </a:lnTo>
                  <a:lnTo>
                    <a:pt x="2573613" y="1391876"/>
                  </a:lnTo>
                  <a:lnTo>
                    <a:pt x="2602684" y="1298554"/>
                  </a:lnTo>
                  <a:lnTo>
                    <a:pt x="2631612" y="1209243"/>
                  </a:lnTo>
                  <a:lnTo>
                    <a:pt x="2660448" y="1124026"/>
                  </a:lnTo>
                  <a:lnTo>
                    <a:pt x="2689257" y="1042937"/>
                  </a:lnTo>
                  <a:lnTo>
                    <a:pt x="2718121" y="965966"/>
                  </a:lnTo>
                  <a:lnTo>
                    <a:pt x="2747140" y="893065"/>
                  </a:lnTo>
                  <a:lnTo>
                    <a:pt x="2770117" y="838604"/>
                  </a:lnTo>
                  <a:lnTo>
                    <a:pt x="2813428" y="743963"/>
                  </a:lnTo>
                  <a:lnTo>
                    <a:pt x="2857977" y="657723"/>
                  </a:lnTo>
                  <a:lnTo>
                    <a:pt x="2904295" y="579565"/>
                  </a:lnTo>
                  <a:lnTo>
                    <a:pt x="2952986" y="508893"/>
                  </a:lnTo>
                  <a:lnTo>
                    <a:pt x="3004675" y="444995"/>
                  </a:lnTo>
                  <a:lnTo>
                    <a:pt x="3059976" y="387147"/>
                  </a:lnTo>
                  <a:lnTo>
                    <a:pt x="3119442" y="334675"/>
                  </a:lnTo>
                  <a:lnTo>
                    <a:pt x="3183510" y="286993"/>
                  </a:lnTo>
                  <a:lnTo>
                    <a:pt x="3252420" y="243620"/>
                  </a:lnTo>
                  <a:lnTo>
                    <a:pt x="3326128" y="204198"/>
                  </a:lnTo>
                  <a:lnTo>
                    <a:pt x="3404184" y="168489"/>
                  </a:lnTo>
                  <a:lnTo>
                    <a:pt x="3485630" y="136375"/>
                  </a:lnTo>
                  <a:lnTo>
                    <a:pt x="3568908" y="107839"/>
                  </a:lnTo>
                  <a:lnTo>
                    <a:pt x="3651837" y="82935"/>
                  </a:lnTo>
                  <a:lnTo>
                    <a:pt x="3731710" y="61742"/>
                  </a:lnTo>
                  <a:lnTo>
                    <a:pt x="3805520" y="44308"/>
                  </a:lnTo>
                  <a:lnTo>
                    <a:pt x="3870340" y="30587"/>
                  </a:lnTo>
                  <a:lnTo>
                    <a:pt x="3923780" y="20390"/>
                  </a:lnTo>
                  <a:lnTo>
                    <a:pt x="3964424" y="13366"/>
                  </a:lnTo>
                  <a:lnTo>
                    <a:pt x="3992138" y="9012"/>
                  </a:lnTo>
                  <a:lnTo>
                    <a:pt x="4008165" y="6715"/>
                  </a:lnTo>
                  <a:lnTo>
                    <a:pt x="4015037" y="5813"/>
                  </a:lnTo>
                  <a:lnTo>
                    <a:pt x="4016409" y="5647"/>
                  </a:lnTo>
                  <a:lnTo>
                    <a:pt x="4538543" y="5647"/>
                  </a:lnTo>
                  <a:lnTo>
                    <a:pt x="4539426" y="5743"/>
                  </a:lnTo>
                  <a:lnTo>
                    <a:pt x="4545247" y="6429"/>
                  </a:lnTo>
                  <a:lnTo>
                    <a:pt x="4559969" y="8324"/>
                  </a:lnTo>
                  <a:lnTo>
                    <a:pt x="4586403" y="12056"/>
                  </a:lnTo>
                  <a:lnTo>
                    <a:pt x="4626027" y="18215"/>
                  </a:lnTo>
                  <a:lnTo>
                    <a:pt x="4678866" y="27290"/>
                  </a:lnTo>
                  <a:lnTo>
                    <a:pt x="4743577" y="39631"/>
                  </a:lnTo>
                  <a:lnTo>
                    <a:pt x="4817751" y="55429"/>
                  </a:lnTo>
                  <a:lnTo>
                    <a:pt x="4898370" y="74737"/>
                  </a:lnTo>
                  <a:lnTo>
                    <a:pt x="4982301" y="97515"/>
                  </a:lnTo>
                  <a:lnTo>
                    <a:pt x="5066705" y="123687"/>
                  </a:lnTo>
                  <a:lnTo>
                    <a:pt x="5149292" y="153200"/>
                  </a:lnTo>
                  <a:lnTo>
                    <a:pt x="5228424" y="186070"/>
                  </a:lnTo>
                  <a:lnTo>
                    <a:pt x="5303096" y="222406"/>
                  </a:lnTo>
                  <a:lnTo>
                    <a:pt x="5372844" y="262434"/>
                  </a:lnTo>
                  <a:lnTo>
                    <a:pt x="5437623" y="306494"/>
                  </a:lnTo>
                  <a:lnTo>
                    <a:pt x="5497692" y="355044"/>
                  </a:lnTo>
                  <a:lnTo>
                    <a:pt x="5553509" y="408642"/>
                  </a:lnTo>
                  <a:lnTo>
                    <a:pt x="5605656" y="467929"/>
                  </a:lnTo>
                  <a:lnTo>
                    <a:pt x="5654773" y="533593"/>
                  </a:lnTo>
                  <a:lnTo>
                    <a:pt x="5701510" y="606300"/>
                  </a:lnTo>
                  <a:lnTo>
                    <a:pt x="5746488" y="686598"/>
                  </a:lnTo>
                  <a:lnTo>
                    <a:pt x="5784835" y="763309"/>
                  </a:lnTo>
                  <a:lnTo>
                    <a:pt x="5815338" y="829645"/>
                  </a:lnTo>
                  <a:lnTo>
                    <a:pt x="5845578" y="899954"/>
                  </a:lnTo>
                  <a:lnTo>
                    <a:pt x="5875685" y="974316"/>
                  </a:lnTo>
                  <a:lnTo>
                    <a:pt x="5905764" y="1052769"/>
                  </a:lnTo>
                  <a:lnTo>
                    <a:pt x="5935901" y="1135306"/>
                  </a:lnTo>
                  <a:lnTo>
                    <a:pt x="5966165" y="1221873"/>
                  </a:lnTo>
                  <a:lnTo>
                    <a:pt x="5996606" y="1312359"/>
                  </a:lnTo>
                  <a:lnTo>
                    <a:pt x="6027259" y="1406603"/>
                  </a:lnTo>
                  <a:lnTo>
                    <a:pt x="6058143" y="1504383"/>
                  </a:lnTo>
                  <a:lnTo>
                    <a:pt x="6089264" y="1605425"/>
                  </a:lnTo>
                  <a:lnTo>
                    <a:pt x="6120617" y="1709398"/>
                  </a:lnTo>
                  <a:lnTo>
                    <a:pt x="6152181" y="1815920"/>
                  </a:lnTo>
                  <a:lnTo>
                    <a:pt x="6183931" y="1924564"/>
                  </a:lnTo>
                  <a:lnTo>
                    <a:pt x="6215829" y="2034862"/>
                  </a:lnTo>
                  <a:lnTo>
                    <a:pt x="6247834" y="2146313"/>
                  </a:lnTo>
                  <a:lnTo>
                    <a:pt x="6279897" y="2258396"/>
                  </a:lnTo>
                  <a:lnTo>
                    <a:pt x="6311969" y="2370576"/>
                  </a:lnTo>
                  <a:lnTo>
                    <a:pt x="6344000" y="2482317"/>
                  </a:lnTo>
                  <a:lnTo>
                    <a:pt x="6375942" y="2593089"/>
                  </a:lnTo>
                  <a:lnTo>
                    <a:pt x="6407750" y="2702385"/>
                  </a:lnTo>
                  <a:lnTo>
                    <a:pt x="6439385" y="2809725"/>
                  </a:lnTo>
                  <a:lnTo>
                    <a:pt x="6470817" y="2914663"/>
                  </a:lnTo>
                  <a:lnTo>
                    <a:pt x="6502023" y="3016803"/>
                  </a:lnTo>
                  <a:lnTo>
                    <a:pt x="6532992" y="3115795"/>
                  </a:lnTo>
                  <a:lnTo>
                    <a:pt x="6563727" y="3211342"/>
                  </a:lnTo>
                  <a:lnTo>
                    <a:pt x="6594241" y="3303205"/>
                  </a:lnTo>
                  <a:lnTo>
                    <a:pt x="6624564" y="3391201"/>
                  </a:lnTo>
                  <a:lnTo>
                    <a:pt x="6654740" y="3475200"/>
                  </a:lnTo>
                  <a:lnTo>
                    <a:pt x="6684831" y="3555130"/>
                  </a:lnTo>
                  <a:lnTo>
                    <a:pt x="6714917" y="3630965"/>
                  </a:lnTo>
                  <a:lnTo>
                    <a:pt x="6745095" y="3702728"/>
                  </a:lnTo>
                  <a:lnTo>
                    <a:pt x="6775487" y="3770485"/>
                  </a:lnTo>
                  <a:lnTo>
                    <a:pt x="6786527" y="3793957"/>
                  </a:lnTo>
                  <a:lnTo>
                    <a:pt x="6830417" y="3881127"/>
                  </a:lnTo>
                  <a:lnTo>
                    <a:pt x="6875583" y="3960455"/>
                  </a:lnTo>
                  <a:lnTo>
                    <a:pt x="6922582" y="4032248"/>
                  </a:lnTo>
                  <a:lnTo>
                    <a:pt x="6972041" y="4097078"/>
                  </a:lnTo>
                  <a:lnTo>
                    <a:pt x="7024613" y="4155617"/>
                  </a:lnTo>
                  <a:lnTo>
                    <a:pt x="7080931" y="4208551"/>
                  </a:lnTo>
                  <a:lnTo>
                    <a:pt x="7141567" y="4256511"/>
                  </a:lnTo>
                  <a:lnTo>
                    <a:pt x="7206957" y="4300045"/>
                  </a:lnTo>
                  <a:lnTo>
                    <a:pt x="7277330" y="4339595"/>
                  </a:lnTo>
                  <a:lnTo>
                    <a:pt x="7352595" y="4375489"/>
                  </a:lnTo>
                  <a:lnTo>
                    <a:pt x="7432226" y="4407935"/>
                  </a:lnTo>
                  <a:lnTo>
                    <a:pt x="7515143" y="4437032"/>
                  </a:lnTo>
                  <a:lnTo>
                    <a:pt x="7599625" y="4462784"/>
                  </a:lnTo>
                  <a:lnTo>
                    <a:pt x="7683308" y="4485132"/>
                  </a:lnTo>
                  <a:lnTo>
                    <a:pt x="7763295" y="4504003"/>
                  </a:lnTo>
                  <a:lnTo>
                    <a:pt x="7836444" y="4519363"/>
                  </a:lnTo>
                  <a:lnTo>
                    <a:pt x="7899786" y="4531282"/>
                  </a:lnTo>
                  <a:lnTo>
                    <a:pt x="7951021" y="4539971"/>
                  </a:lnTo>
                  <a:lnTo>
                    <a:pt x="7988966" y="4545797"/>
                  </a:lnTo>
                  <a:lnTo>
                    <a:pt x="8013827" y="4549267"/>
                  </a:lnTo>
                  <a:lnTo>
                    <a:pt x="8027258" y="4550976"/>
                  </a:lnTo>
                  <a:lnTo>
                    <a:pt x="8032223" y="4551555"/>
                  </a:lnTo>
                  <a:lnTo>
                    <a:pt x="8032819" y="4551619"/>
                  </a:lnTo>
                  <a:lnTo>
                    <a:pt x="8554953" y="4551619"/>
                  </a:lnTo>
                  <a:lnTo>
                    <a:pt x="8554953" y="4545972"/>
                  </a:lnTo>
                  <a:lnTo>
                    <a:pt x="8032819" y="4545972"/>
                  </a:lnTo>
                  <a:lnTo>
                    <a:pt x="8031936" y="4545876"/>
                  </a:lnTo>
                  <a:lnTo>
                    <a:pt x="8026115" y="4545190"/>
                  </a:lnTo>
                  <a:lnTo>
                    <a:pt x="8011393" y="4543295"/>
                  </a:lnTo>
                  <a:lnTo>
                    <a:pt x="7984959" y="4539562"/>
                  </a:lnTo>
                  <a:lnTo>
                    <a:pt x="7945335" y="4533404"/>
                  </a:lnTo>
                  <a:lnTo>
                    <a:pt x="7892496" y="4524329"/>
                  </a:lnTo>
                  <a:lnTo>
                    <a:pt x="7827785" y="4511988"/>
                  </a:lnTo>
                  <a:lnTo>
                    <a:pt x="7753611" y="4496190"/>
                  </a:lnTo>
                  <a:lnTo>
                    <a:pt x="7672992" y="4476882"/>
                  </a:lnTo>
                  <a:lnTo>
                    <a:pt x="7589061" y="4454104"/>
                  </a:lnTo>
                  <a:lnTo>
                    <a:pt x="7504657" y="4427932"/>
                  </a:lnTo>
                  <a:lnTo>
                    <a:pt x="7422070" y="4398419"/>
                  </a:lnTo>
                  <a:lnTo>
                    <a:pt x="7342938" y="4365549"/>
                  </a:lnTo>
                  <a:lnTo>
                    <a:pt x="7268266" y="4329213"/>
                  </a:lnTo>
                  <a:lnTo>
                    <a:pt x="7198518" y="4289185"/>
                  </a:lnTo>
                  <a:lnTo>
                    <a:pt x="7133739" y="4245125"/>
                  </a:lnTo>
                  <a:lnTo>
                    <a:pt x="7073670" y="4196575"/>
                  </a:lnTo>
                  <a:lnTo>
                    <a:pt x="7017853" y="4142977"/>
                  </a:lnTo>
                  <a:lnTo>
                    <a:pt x="6965706" y="4083689"/>
                  </a:lnTo>
                  <a:lnTo>
                    <a:pt x="6916589" y="4018026"/>
                  </a:lnTo>
                  <a:lnTo>
                    <a:pt x="6869852" y="3945319"/>
                  </a:lnTo>
                  <a:lnTo>
                    <a:pt x="6824874" y="3865021"/>
                  </a:lnTo>
                  <a:lnTo>
                    <a:pt x="6786527" y="3788310"/>
                  </a:lnTo>
                  <a:lnTo>
                    <a:pt x="6756024" y="3721974"/>
                  </a:lnTo>
                  <a:lnTo>
                    <a:pt x="6725784" y="3651665"/>
                  </a:lnTo>
                  <a:lnTo>
                    <a:pt x="6695677" y="3577303"/>
                  </a:lnTo>
                  <a:lnTo>
                    <a:pt x="6665598" y="3498850"/>
                  </a:lnTo>
                  <a:lnTo>
                    <a:pt x="6635461" y="3416313"/>
                  </a:lnTo>
                  <a:lnTo>
                    <a:pt x="6605197" y="3329746"/>
                  </a:lnTo>
                  <a:lnTo>
                    <a:pt x="6574756" y="3239260"/>
                  </a:lnTo>
                  <a:lnTo>
                    <a:pt x="6544103" y="3145016"/>
                  </a:lnTo>
                  <a:lnTo>
                    <a:pt x="6513219" y="3047236"/>
                  </a:lnTo>
                  <a:lnTo>
                    <a:pt x="6482097" y="2946194"/>
                  </a:lnTo>
                  <a:lnTo>
                    <a:pt x="6450745" y="2842221"/>
                  </a:lnTo>
                  <a:lnTo>
                    <a:pt x="6419180" y="2735699"/>
                  </a:lnTo>
                  <a:lnTo>
                    <a:pt x="6387431" y="2627055"/>
                  </a:lnTo>
                  <a:lnTo>
                    <a:pt x="6355532" y="2516757"/>
                  </a:lnTo>
                  <a:lnTo>
                    <a:pt x="6323528" y="2405306"/>
                  </a:lnTo>
                  <a:lnTo>
                    <a:pt x="6291465" y="2293223"/>
                  </a:lnTo>
                  <a:lnTo>
                    <a:pt x="6259393" y="2181042"/>
                  </a:lnTo>
                  <a:lnTo>
                    <a:pt x="6227362" y="2069302"/>
                  </a:lnTo>
                  <a:lnTo>
                    <a:pt x="6195420" y="1958529"/>
                  </a:lnTo>
                  <a:lnTo>
                    <a:pt x="6163612" y="1849233"/>
                  </a:lnTo>
                  <a:lnTo>
                    <a:pt x="6131977" y="1741894"/>
                  </a:lnTo>
                  <a:lnTo>
                    <a:pt x="6100545" y="1636955"/>
                  </a:lnTo>
                  <a:lnTo>
                    <a:pt x="6069339" y="1534816"/>
                  </a:lnTo>
                  <a:lnTo>
                    <a:pt x="6038370" y="1435824"/>
                  </a:lnTo>
                  <a:lnTo>
                    <a:pt x="6007635" y="1340277"/>
                  </a:lnTo>
                  <a:lnTo>
                    <a:pt x="5977121" y="1248414"/>
                  </a:lnTo>
                  <a:lnTo>
                    <a:pt x="5946798" y="1160418"/>
                  </a:lnTo>
                  <a:lnTo>
                    <a:pt x="5916622" y="1076419"/>
                  </a:lnTo>
                  <a:lnTo>
                    <a:pt x="5886531" y="996489"/>
                  </a:lnTo>
                  <a:lnTo>
                    <a:pt x="5856445" y="920654"/>
                  </a:lnTo>
                  <a:lnTo>
                    <a:pt x="5826267" y="848891"/>
                  </a:lnTo>
                  <a:lnTo>
                    <a:pt x="5795875" y="781134"/>
                  </a:lnTo>
                  <a:lnTo>
                    <a:pt x="5784835" y="757662"/>
                  </a:lnTo>
                  <a:lnTo>
                    <a:pt x="5740945" y="670492"/>
                  </a:lnTo>
                  <a:lnTo>
                    <a:pt x="5695779" y="591164"/>
                  </a:lnTo>
                  <a:lnTo>
                    <a:pt x="5648780" y="519370"/>
                  </a:lnTo>
                  <a:lnTo>
                    <a:pt x="5599321" y="454541"/>
                  </a:lnTo>
                  <a:lnTo>
                    <a:pt x="5546749" y="396001"/>
                  </a:lnTo>
                  <a:lnTo>
                    <a:pt x="5490430" y="343068"/>
                  </a:lnTo>
                  <a:lnTo>
                    <a:pt x="5429795" y="295108"/>
                  </a:lnTo>
                  <a:lnTo>
                    <a:pt x="5364404" y="251574"/>
                  </a:lnTo>
                  <a:lnTo>
                    <a:pt x="5294032" y="212023"/>
                  </a:lnTo>
                  <a:lnTo>
                    <a:pt x="5218767" y="176130"/>
                  </a:lnTo>
                  <a:lnTo>
                    <a:pt x="5139136" y="143684"/>
                  </a:lnTo>
                  <a:lnTo>
                    <a:pt x="5056219" y="114587"/>
                  </a:lnTo>
                  <a:lnTo>
                    <a:pt x="4971736" y="88835"/>
                  </a:lnTo>
                  <a:lnTo>
                    <a:pt x="4888054" y="66487"/>
                  </a:lnTo>
                  <a:lnTo>
                    <a:pt x="4808067" y="47616"/>
                  </a:lnTo>
                  <a:lnTo>
                    <a:pt x="4734918" y="32256"/>
                  </a:lnTo>
                  <a:lnTo>
                    <a:pt x="4671576" y="20336"/>
                  </a:lnTo>
                  <a:lnTo>
                    <a:pt x="4620341" y="11648"/>
                  </a:lnTo>
                  <a:lnTo>
                    <a:pt x="4582396" y="5822"/>
                  </a:lnTo>
                  <a:lnTo>
                    <a:pt x="4557535" y="2352"/>
                  </a:lnTo>
                  <a:lnTo>
                    <a:pt x="4544104" y="643"/>
                  </a:lnTo>
                  <a:lnTo>
                    <a:pt x="4539139" y="64"/>
                  </a:lnTo>
                  <a:lnTo>
                    <a:pt x="4538543" y="0"/>
                  </a:lnTo>
                  <a:lnTo>
                    <a:pt x="4016409" y="0"/>
                  </a:lnTo>
                  <a:lnTo>
                    <a:pt x="4015559" y="101"/>
                  </a:lnTo>
                  <a:lnTo>
                    <a:pt x="4009954" y="826"/>
                  </a:lnTo>
                  <a:lnTo>
                    <a:pt x="3995763" y="2828"/>
                  </a:lnTo>
                  <a:lnTo>
                    <a:pt x="3970243" y="6772"/>
                  </a:lnTo>
                  <a:lnTo>
                    <a:pt x="3931913" y="13284"/>
                  </a:lnTo>
                  <a:lnTo>
                    <a:pt x="3880664" y="22890"/>
                  </a:lnTo>
                  <a:lnTo>
                    <a:pt x="3817703" y="35970"/>
                  </a:lnTo>
                  <a:lnTo>
                    <a:pt x="3745278" y="52741"/>
                  </a:lnTo>
                  <a:lnTo>
                    <a:pt x="3666254" y="73271"/>
                  </a:lnTo>
                  <a:lnTo>
                    <a:pt x="3583655" y="97526"/>
                  </a:lnTo>
                  <a:lnTo>
                    <a:pt x="3500264" y="125425"/>
                  </a:lnTo>
                  <a:lnTo>
                    <a:pt x="3418363" y="156908"/>
                  </a:lnTo>
                  <a:lnTo>
                    <a:pt x="3339621" y="191977"/>
                  </a:lnTo>
                  <a:lnTo>
                    <a:pt x="3265100" y="230729"/>
                  </a:lnTo>
                  <a:lnTo>
                    <a:pt x="3195329" y="273381"/>
                  </a:lnTo>
                  <a:lnTo>
                    <a:pt x="3130416" y="320271"/>
                  </a:lnTo>
                  <a:lnTo>
                    <a:pt x="3070164" y="371857"/>
                  </a:lnTo>
                  <a:lnTo>
                    <a:pt x="3014165" y="428708"/>
                  </a:lnTo>
                  <a:lnTo>
                    <a:pt x="2961882" y="491485"/>
                  </a:lnTo>
                  <a:lnTo>
                    <a:pt x="2912707" y="560908"/>
                  </a:lnTo>
                  <a:lnTo>
                    <a:pt x="2866015" y="637695"/>
                  </a:lnTo>
                  <a:lnTo>
                    <a:pt x="2821195" y="722473"/>
                  </a:lnTo>
                  <a:lnTo>
                    <a:pt x="2777699" y="815626"/>
                  </a:lnTo>
                  <a:lnTo>
                    <a:pt x="2770117" y="832957"/>
                  </a:lnTo>
                  <a:lnTo>
                    <a:pt x="2740894" y="902723"/>
                  </a:lnTo>
                  <a:lnTo>
                    <a:pt x="2711917" y="976492"/>
                  </a:lnTo>
                  <a:lnTo>
                    <a:pt x="2683073" y="1054343"/>
                  </a:lnTo>
                  <a:lnTo>
                    <a:pt x="2654264" y="1136319"/>
                  </a:lnTo>
                  <a:lnTo>
                    <a:pt x="2625414" y="1222419"/>
                  </a:lnTo>
                  <a:lnTo>
                    <a:pt x="2596459" y="1312599"/>
                  </a:lnTo>
                  <a:lnTo>
                    <a:pt x="2567353" y="1406767"/>
                  </a:lnTo>
                  <a:lnTo>
                    <a:pt x="2538059" y="1504778"/>
                  </a:lnTo>
                  <a:lnTo>
                    <a:pt x="2508559" y="1606439"/>
                  </a:lnTo>
                  <a:lnTo>
                    <a:pt x="2478841" y="1711502"/>
                  </a:lnTo>
                  <a:lnTo>
                    <a:pt x="2448907" y="1819668"/>
                  </a:lnTo>
                  <a:lnTo>
                    <a:pt x="2418769" y="1930591"/>
                  </a:lnTo>
                  <a:lnTo>
                    <a:pt x="2388448" y="2043878"/>
                  </a:lnTo>
                  <a:lnTo>
                    <a:pt x="2357971" y="2159096"/>
                  </a:lnTo>
                  <a:lnTo>
                    <a:pt x="2327373" y="2275779"/>
                  </a:lnTo>
                  <a:lnTo>
                    <a:pt x="2296693" y="2393435"/>
                  </a:lnTo>
                  <a:lnTo>
                    <a:pt x="2265974" y="2511553"/>
                  </a:lnTo>
                  <a:lnTo>
                    <a:pt x="2235260" y="2629616"/>
                  </a:lnTo>
                  <a:lnTo>
                    <a:pt x="2204595" y="2747105"/>
                  </a:lnTo>
                  <a:lnTo>
                    <a:pt x="2174020" y="2863515"/>
                  </a:lnTo>
                  <a:lnTo>
                    <a:pt x="2143573" y="2978357"/>
                  </a:lnTo>
                  <a:lnTo>
                    <a:pt x="2113289" y="3091171"/>
                  </a:lnTo>
                  <a:lnTo>
                    <a:pt x="2083194" y="3201534"/>
                  </a:lnTo>
                  <a:lnTo>
                    <a:pt x="2053306" y="3309062"/>
                  </a:lnTo>
                  <a:lnTo>
                    <a:pt x="2023635" y="3413418"/>
                  </a:lnTo>
                  <a:lnTo>
                    <a:pt x="1994180" y="3514315"/>
                  </a:lnTo>
                  <a:lnTo>
                    <a:pt x="1964929" y="3611516"/>
                  </a:lnTo>
                  <a:lnTo>
                    <a:pt x="1935858" y="3704838"/>
                  </a:lnTo>
                  <a:lnTo>
                    <a:pt x="1906930" y="3794149"/>
                  </a:lnTo>
                  <a:lnTo>
                    <a:pt x="1878095" y="3879367"/>
                  </a:lnTo>
                  <a:lnTo>
                    <a:pt x="1849286" y="3960456"/>
                  </a:lnTo>
                  <a:lnTo>
                    <a:pt x="1820421" y="4037426"/>
                  </a:lnTo>
                  <a:lnTo>
                    <a:pt x="1791402" y="4110328"/>
                  </a:lnTo>
                  <a:lnTo>
                    <a:pt x="1768425" y="4164788"/>
                  </a:lnTo>
                  <a:lnTo>
                    <a:pt x="1725114" y="4259430"/>
                  </a:lnTo>
                  <a:lnTo>
                    <a:pt x="1680565" y="4345670"/>
                  </a:lnTo>
                  <a:lnTo>
                    <a:pt x="1634247" y="4423827"/>
                  </a:lnTo>
                  <a:lnTo>
                    <a:pt x="1585556" y="4494500"/>
                  </a:lnTo>
                  <a:lnTo>
                    <a:pt x="1533867" y="4558398"/>
                  </a:lnTo>
                  <a:lnTo>
                    <a:pt x="1478566" y="4616246"/>
                  </a:lnTo>
                  <a:lnTo>
                    <a:pt x="1419100" y="4668717"/>
                  </a:lnTo>
                  <a:lnTo>
                    <a:pt x="1355033" y="4716400"/>
                  </a:lnTo>
                  <a:lnTo>
                    <a:pt x="1286122" y="4759773"/>
                  </a:lnTo>
                  <a:lnTo>
                    <a:pt x="1212415" y="4799195"/>
                  </a:lnTo>
                  <a:lnTo>
                    <a:pt x="1134358" y="4834904"/>
                  </a:lnTo>
                  <a:lnTo>
                    <a:pt x="1052912" y="4867018"/>
                  </a:lnTo>
                  <a:lnTo>
                    <a:pt x="969635" y="4895554"/>
                  </a:lnTo>
                  <a:lnTo>
                    <a:pt x="886705" y="4920458"/>
                  </a:lnTo>
                  <a:lnTo>
                    <a:pt x="806832" y="4941651"/>
                  </a:lnTo>
                  <a:lnTo>
                    <a:pt x="733022" y="4959085"/>
                  </a:lnTo>
                  <a:lnTo>
                    <a:pt x="668202" y="4972806"/>
                  </a:lnTo>
                  <a:lnTo>
                    <a:pt x="614762" y="4983002"/>
                  </a:lnTo>
                  <a:lnTo>
                    <a:pt x="574118" y="4990026"/>
                  </a:lnTo>
                  <a:lnTo>
                    <a:pt x="546404" y="4994381"/>
                  </a:lnTo>
                  <a:lnTo>
                    <a:pt x="530377" y="4996678"/>
                  </a:lnTo>
                  <a:lnTo>
                    <a:pt x="523505" y="4997580"/>
                  </a:lnTo>
                  <a:lnTo>
                    <a:pt x="522133" y="4997746"/>
                  </a:lnTo>
                  <a:lnTo>
                    <a:pt x="0" y="4997746"/>
                  </a:lnTo>
                  <a:close/>
                </a:path>
              </a:pathLst>
            </a:custGeom>
            <a:solidFill>
              <a:srgbClr val="F1C40F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1920" name="pl1920"/>
            <p:cNvSpPr/>
            <p:nvPr/>
          </p:nvSpPr>
          <p:spPr>
            <a:xfrm>
              <a:off x="386606" y="778948"/>
              <a:ext cx="8554953" cy="4997746"/>
            </a:xfrm>
            <a:custGeom>
              <a:avLst/>
              <a:pathLst>
                <a:path w="8554953" h="4997746">
                  <a:moveTo>
                    <a:pt x="0" y="4997746"/>
                  </a:moveTo>
                  <a:lnTo>
                    <a:pt x="522133" y="4997746"/>
                  </a:lnTo>
                  <a:lnTo>
                    <a:pt x="522983" y="4997644"/>
                  </a:lnTo>
                  <a:lnTo>
                    <a:pt x="528588" y="4996920"/>
                  </a:lnTo>
                  <a:lnTo>
                    <a:pt x="542779" y="4994918"/>
                  </a:lnTo>
                  <a:lnTo>
                    <a:pt x="568299" y="4990973"/>
                  </a:lnTo>
                  <a:lnTo>
                    <a:pt x="606630" y="4984461"/>
                  </a:lnTo>
                  <a:lnTo>
                    <a:pt x="657878" y="4974856"/>
                  </a:lnTo>
                  <a:lnTo>
                    <a:pt x="720839" y="4961775"/>
                  </a:lnTo>
                  <a:lnTo>
                    <a:pt x="793264" y="4945004"/>
                  </a:lnTo>
                  <a:lnTo>
                    <a:pt x="872288" y="4924474"/>
                  </a:lnTo>
                  <a:lnTo>
                    <a:pt x="954887" y="4900220"/>
                  </a:lnTo>
                  <a:lnTo>
                    <a:pt x="1038278" y="4872320"/>
                  </a:lnTo>
                  <a:lnTo>
                    <a:pt x="1120179" y="4840837"/>
                  </a:lnTo>
                  <a:lnTo>
                    <a:pt x="1198921" y="4805769"/>
                  </a:lnTo>
                  <a:lnTo>
                    <a:pt x="1273442" y="4767016"/>
                  </a:lnTo>
                  <a:lnTo>
                    <a:pt x="1343214" y="4724364"/>
                  </a:lnTo>
                  <a:lnTo>
                    <a:pt x="1408126" y="4677474"/>
                  </a:lnTo>
                  <a:lnTo>
                    <a:pt x="1468378" y="4625889"/>
                  </a:lnTo>
                  <a:lnTo>
                    <a:pt x="1524377" y="4569037"/>
                  </a:lnTo>
                  <a:lnTo>
                    <a:pt x="1576661" y="4506260"/>
                  </a:lnTo>
                  <a:lnTo>
                    <a:pt x="1625835" y="4436838"/>
                  </a:lnTo>
                  <a:lnTo>
                    <a:pt x="1672528" y="4360051"/>
                  </a:lnTo>
                  <a:lnTo>
                    <a:pt x="1717347" y="4275273"/>
                  </a:lnTo>
                  <a:lnTo>
                    <a:pt x="1760843" y="4182119"/>
                  </a:lnTo>
                  <a:lnTo>
                    <a:pt x="1768425" y="4164788"/>
                  </a:lnTo>
                  <a:lnTo>
                    <a:pt x="1797648" y="4095022"/>
                  </a:lnTo>
                  <a:lnTo>
                    <a:pt x="1826625" y="4021254"/>
                  </a:lnTo>
                  <a:lnTo>
                    <a:pt x="1855470" y="3943402"/>
                  </a:lnTo>
                  <a:lnTo>
                    <a:pt x="1884278" y="3861427"/>
                  </a:lnTo>
                  <a:lnTo>
                    <a:pt x="1913128" y="3775326"/>
                  </a:lnTo>
                  <a:lnTo>
                    <a:pt x="1942083" y="3685146"/>
                  </a:lnTo>
                  <a:lnTo>
                    <a:pt x="1971190" y="3590979"/>
                  </a:lnTo>
                  <a:lnTo>
                    <a:pt x="2000483" y="3492967"/>
                  </a:lnTo>
                  <a:lnTo>
                    <a:pt x="2029984" y="3391306"/>
                  </a:lnTo>
                  <a:lnTo>
                    <a:pt x="2059702" y="3286244"/>
                  </a:lnTo>
                  <a:lnTo>
                    <a:pt x="2089635" y="3178077"/>
                  </a:lnTo>
                  <a:lnTo>
                    <a:pt x="2119773" y="3067154"/>
                  </a:lnTo>
                  <a:lnTo>
                    <a:pt x="2150094" y="2953868"/>
                  </a:lnTo>
                  <a:lnTo>
                    <a:pt x="2180571" y="2838650"/>
                  </a:lnTo>
                  <a:lnTo>
                    <a:pt x="2211169" y="2721966"/>
                  </a:lnTo>
                  <a:lnTo>
                    <a:pt x="2241849" y="2604311"/>
                  </a:lnTo>
                  <a:lnTo>
                    <a:pt x="2272568" y="2486192"/>
                  </a:lnTo>
                  <a:lnTo>
                    <a:pt x="2303282" y="2368130"/>
                  </a:lnTo>
                  <a:lnTo>
                    <a:pt x="2333947" y="2250640"/>
                  </a:lnTo>
                  <a:lnTo>
                    <a:pt x="2364523" y="2134231"/>
                  </a:lnTo>
                  <a:lnTo>
                    <a:pt x="2394969" y="2019389"/>
                  </a:lnTo>
                  <a:lnTo>
                    <a:pt x="2425253" y="1906574"/>
                  </a:lnTo>
                  <a:lnTo>
                    <a:pt x="2455348" y="1796211"/>
                  </a:lnTo>
                  <a:lnTo>
                    <a:pt x="2485236" y="1688683"/>
                  </a:lnTo>
                  <a:lnTo>
                    <a:pt x="2514908" y="1584327"/>
                  </a:lnTo>
                  <a:lnTo>
                    <a:pt x="2544363" y="1483430"/>
                  </a:lnTo>
                  <a:lnTo>
                    <a:pt x="2573613" y="1386229"/>
                  </a:lnTo>
                  <a:lnTo>
                    <a:pt x="2602684" y="1292907"/>
                  </a:lnTo>
                  <a:lnTo>
                    <a:pt x="2631612" y="1203596"/>
                  </a:lnTo>
                  <a:lnTo>
                    <a:pt x="2660448" y="1118379"/>
                  </a:lnTo>
                  <a:lnTo>
                    <a:pt x="2689257" y="1037290"/>
                  </a:lnTo>
                  <a:lnTo>
                    <a:pt x="2718121" y="960319"/>
                  </a:lnTo>
                  <a:lnTo>
                    <a:pt x="2747140" y="887418"/>
                  </a:lnTo>
                  <a:lnTo>
                    <a:pt x="2770117" y="832957"/>
                  </a:lnTo>
                  <a:lnTo>
                    <a:pt x="2813428" y="738316"/>
                  </a:lnTo>
                  <a:lnTo>
                    <a:pt x="2857977" y="652076"/>
                  </a:lnTo>
                  <a:lnTo>
                    <a:pt x="2904295" y="573918"/>
                  </a:lnTo>
                  <a:lnTo>
                    <a:pt x="2952986" y="503246"/>
                  </a:lnTo>
                  <a:lnTo>
                    <a:pt x="3004675" y="439348"/>
                  </a:lnTo>
                  <a:lnTo>
                    <a:pt x="3059976" y="381500"/>
                  </a:lnTo>
                  <a:lnTo>
                    <a:pt x="3119442" y="329028"/>
                  </a:lnTo>
                  <a:lnTo>
                    <a:pt x="3183510" y="281346"/>
                  </a:lnTo>
                  <a:lnTo>
                    <a:pt x="3252420" y="237973"/>
                  </a:lnTo>
                  <a:lnTo>
                    <a:pt x="3326128" y="198550"/>
                  </a:lnTo>
                  <a:lnTo>
                    <a:pt x="3404184" y="162842"/>
                  </a:lnTo>
                  <a:lnTo>
                    <a:pt x="3485630" y="130728"/>
                  </a:lnTo>
                  <a:lnTo>
                    <a:pt x="3568908" y="102192"/>
                  </a:lnTo>
                  <a:lnTo>
                    <a:pt x="3651837" y="77287"/>
                  </a:lnTo>
                  <a:lnTo>
                    <a:pt x="3731710" y="56095"/>
                  </a:lnTo>
                  <a:lnTo>
                    <a:pt x="3805520" y="38661"/>
                  </a:lnTo>
                  <a:lnTo>
                    <a:pt x="3870340" y="24940"/>
                  </a:lnTo>
                  <a:lnTo>
                    <a:pt x="3923780" y="14743"/>
                  </a:lnTo>
                  <a:lnTo>
                    <a:pt x="3964424" y="7719"/>
                  </a:lnTo>
                  <a:lnTo>
                    <a:pt x="3992138" y="3365"/>
                  </a:lnTo>
                  <a:lnTo>
                    <a:pt x="4008165" y="1067"/>
                  </a:lnTo>
                  <a:lnTo>
                    <a:pt x="4015037" y="166"/>
                  </a:lnTo>
                  <a:lnTo>
                    <a:pt x="4016404" y="0"/>
                  </a:lnTo>
                  <a:lnTo>
                    <a:pt x="4016409" y="0"/>
                  </a:lnTo>
                  <a:lnTo>
                    <a:pt x="4538543" y="0"/>
                  </a:lnTo>
                  <a:lnTo>
                    <a:pt x="4539426" y="96"/>
                  </a:lnTo>
                  <a:lnTo>
                    <a:pt x="4545247" y="781"/>
                  </a:lnTo>
                  <a:lnTo>
                    <a:pt x="4559969" y="2676"/>
                  </a:lnTo>
                  <a:lnTo>
                    <a:pt x="4586403" y="6409"/>
                  </a:lnTo>
                  <a:lnTo>
                    <a:pt x="4626027" y="12568"/>
                  </a:lnTo>
                  <a:lnTo>
                    <a:pt x="4678866" y="21643"/>
                  </a:lnTo>
                  <a:lnTo>
                    <a:pt x="4743577" y="33984"/>
                  </a:lnTo>
                  <a:lnTo>
                    <a:pt x="4817751" y="49782"/>
                  </a:lnTo>
                  <a:lnTo>
                    <a:pt x="4898370" y="69090"/>
                  </a:lnTo>
                  <a:lnTo>
                    <a:pt x="4982301" y="91867"/>
                  </a:lnTo>
                  <a:lnTo>
                    <a:pt x="5066705" y="118039"/>
                  </a:lnTo>
                  <a:lnTo>
                    <a:pt x="5149292" y="147553"/>
                  </a:lnTo>
                  <a:lnTo>
                    <a:pt x="5228424" y="180422"/>
                  </a:lnTo>
                  <a:lnTo>
                    <a:pt x="5303096" y="216759"/>
                  </a:lnTo>
                  <a:lnTo>
                    <a:pt x="5372844" y="256787"/>
                  </a:lnTo>
                  <a:lnTo>
                    <a:pt x="5437623" y="300847"/>
                  </a:lnTo>
                  <a:lnTo>
                    <a:pt x="5497692" y="349397"/>
                  </a:lnTo>
                  <a:lnTo>
                    <a:pt x="5553509" y="402995"/>
                  </a:lnTo>
                  <a:lnTo>
                    <a:pt x="5605656" y="462282"/>
                  </a:lnTo>
                  <a:lnTo>
                    <a:pt x="5654773" y="527946"/>
                  </a:lnTo>
                  <a:lnTo>
                    <a:pt x="5701510" y="600653"/>
                  </a:lnTo>
                  <a:lnTo>
                    <a:pt x="5746488" y="680951"/>
                  </a:lnTo>
                  <a:lnTo>
                    <a:pt x="5784835" y="757662"/>
                  </a:lnTo>
                  <a:lnTo>
                    <a:pt x="5815338" y="823998"/>
                  </a:lnTo>
                  <a:lnTo>
                    <a:pt x="5845578" y="894307"/>
                  </a:lnTo>
                  <a:lnTo>
                    <a:pt x="5875685" y="968669"/>
                  </a:lnTo>
                  <a:lnTo>
                    <a:pt x="5905764" y="1047121"/>
                  </a:lnTo>
                  <a:lnTo>
                    <a:pt x="5935901" y="1129659"/>
                  </a:lnTo>
                  <a:lnTo>
                    <a:pt x="5966165" y="1216225"/>
                  </a:lnTo>
                  <a:lnTo>
                    <a:pt x="5996606" y="1306712"/>
                  </a:lnTo>
                  <a:lnTo>
                    <a:pt x="6027259" y="1400955"/>
                  </a:lnTo>
                  <a:lnTo>
                    <a:pt x="6058143" y="1498736"/>
                  </a:lnTo>
                  <a:lnTo>
                    <a:pt x="6089264" y="1599778"/>
                  </a:lnTo>
                  <a:lnTo>
                    <a:pt x="6120617" y="1703751"/>
                  </a:lnTo>
                  <a:lnTo>
                    <a:pt x="6152181" y="1810273"/>
                  </a:lnTo>
                  <a:lnTo>
                    <a:pt x="6183931" y="1918917"/>
                  </a:lnTo>
                  <a:lnTo>
                    <a:pt x="6215829" y="2029215"/>
                  </a:lnTo>
                  <a:lnTo>
                    <a:pt x="6247834" y="2140666"/>
                  </a:lnTo>
                  <a:lnTo>
                    <a:pt x="6279897" y="2252749"/>
                  </a:lnTo>
                  <a:lnTo>
                    <a:pt x="6311969" y="2364929"/>
                  </a:lnTo>
                  <a:lnTo>
                    <a:pt x="6344000" y="2476670"/>
                  </a:lnTo>
                  <a:lnTo>
                    <a:pt x="6375942" y="2587442"/>
                  </a:lnTo>
                  <a:lnTo>
                    <a:pt x="6407750" y="2696738"/>
                  </a:lnTo>
                  <a:lnTo>
                    <a:pt x="6439385" y="2804077"/>
                  </a:lnTo>
                  <a:lnTo>
                    <a:pt x="6470817" y="2909016"/>
                  </a:lnTo>
                  <a:lnTo>
                    <a:pt x="6502023" y="3011156"/>
                  </a:lnTo>
                  <a:lnTo>
                    <a:pt x="6532992" y="3110148"/>
                  </a:lnTo>
                  <a:lnTo>
                    <a:pt x="6563727" y="3205695"/>
                  </a:lnTo>
                  <a:lnTo>
                    <a:pt x="6594241" y="3297558"/>
                  </a:lnTo>
                  <a:lnTo>
                    <a:pt x="6624564" y="3385553"/>
                  </a:lnTo>
                  <a:lnTo>
                    <a:pt x="6654740" y="3469553"/>
                  </a:lnTo>
                  <a:lnTo>
                    <a:pt x="6684831" y="3549482"/>
                  </a:lnTo>
                  <a:lnTo>
                    <a:pt x="6714917" y="3625317"/>
                  </a:lnTo>
                  <a:lnTo>
                    <a:pt x="6745095" y="3697081"/>
                  </a:lnTo>
                  <a:lnTo>
                    <a:pt x="6775487" y="3764838"/>
                  </a:lnTo>
                  <a:lnTo>
                    <a:pt x="6786527" y="3788310"/>
                  </a:lnTo>
                  <a:lnTo>
                    <a:pt x="6830417" y="3875480"/>
                  </a:lnTo>
                  <a:lnTo>
                    <a:pt x="6875583" y="3954808"/>
                  </a:lnTo>
                  <a:lnTo>
                    <a:pt x="6922582" y="4026601"/>
                  </a:lnTo>
                  <a:lnTo>
                    <a:pt x="6972041" y="4091430"/>
                  </a:lnTo>
                  <a:lnTo>
                    <a:pt x="7024613" y="4149970"/>
                  </a:lnTo>
                  <a:lnTo>
                    <a:pt x="7080931" y="4202904"/>
                  </a:lnTo>
                  <a:lnTo>
                    <a:pt x="7141567" y="4250864"/>
                  </a:lnTo>
                  <a:lnTo>
                    <a:pt x="7206957" y="4294398"/>
                  </a:lnTo>
                  <a:lnTo>
                    <a:pt x="7277330" y="4333948"/>
                  </a:lnTo>
                  <a:lnTo>
                    <a:pt x="7352595" y="4369842"/>
                  </a:lnTo>
                  <a:lnTo>
                    <a:pt x="7432226" y="4402288"/>
                  </a:lnTo>
                  <a:lnTo>
                    <a:pt x="7515143" y="4431385"/>
                  </a:lnTo>
                  <a:lnTo>
                    <a:pt x="7599625" y="4457137"/>
                  </a:lnTo>
                  <a:lnTo>
                    <a:pt x="7683308" y="4479485"/>
                  </a:lnTo>
                  <a:lnTo>
                    <a:pt x="7763295" y="4498355"/>
                  </a:lnTo>
                  <a:lnTo>
                    <a:pt x="7836444" y="4513716"/>
                  </a:lnTo>
                  <a:lnTo>
                    <a:pt x="7899786" y="4525635"/>
                  </a:lnTo>
                  <a:lnTo>
                    <a:pt x="7951021" y="4534324"/>
                  </a:lnTo>
                  <a:lnTo>
                    <a:pt x="7988966" y="4540150"/>
                  </a:lnTo>
                  <a:lnTo>
                    <a:pt x="8013827" y="4543620"/>
                  </a:lnTo>
                  <a:lnTo>
                    <a:pt x="8027258" y="4545329"/>
                  </a:lnTo>
                  <a:lnTo>
                    <a:pt x="8032223" y="4545908"/>
                  </a:lnTo>
                  <a:lnTo>
                    <a:pt x="8032819" y="4545972"/>
                  </a:lnTo>
                  <a:lnTo>
                    <a:pt x="8554953" y="4545972"/>
                  </a:lnTo>
                  <a:lnTo>
                    <a:pt x="8554953" y="4545972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921" name="pl1921"/>
            <p:cNvSpPr/>
            <p:nvPr/>
          </p:nvSpPr>
          <p:spPr>
            <a:xfrm>
              <a:off x="386606" y="773301"/>
              <a:ext cx="8554953" cy="4997746"/>
            </a:xfrm>
            <a:custGeom>
              <a:avLst/>
              <a:pathLst>
                <a:path w="8554953" h="4997746">
                  <a:moveTo>
                    <a:pt x="8554953" y="4545972"/>
                  </a:moveTo>
                  <a:lnTo>
                    <a:pt x="8032819" y="4545972"/>
                  </a:lnTo>
                  <a:lnTo>
                    <a:pt x="8031936" y="4545876"/>
                  </a:lnTo>
                  <a:lnTo>
                    <a:pt x="8026115" y="4545190"/>
                  </a:lnTo>
                  <a:lnTo>
                    <a:pt x="8011393" y="4543295"/>
                  </a:lnTo>
                  <a:lnTo>
                    <a:pt x="7984959" y="4539562"/>
                  </a:lnTo>
                  <a:lnTo>
                    <a:pt x="7945335" y="4533404"/>
                  </a:lnTo>
                  <a:lnTo>
                    <a:pt x="7892496" y="4524329"/>
                  </a:lnTo>
                  <a:lnTo>
                    <a:pt x="7827785" y="4511988"/>
                  </a:lnTo>
                  <a:lnTo>
                    <a:pt x="7753611" y="4496190"/>
                  </a:lnTo>
                  <a:lnTo>
                    <a:pt x="7672992" y="4476882"/>
                  </a:lnTo>
                  <a:lnTo>
                    <a:pt x="7589061" y="4454104"/>
                  </a:lnTo>
                  <a:lnTo>
                    <a:pt x="7504657" y="4427932"/>
                  </a:lnTo>
                  <a:lnTo>
                    <a:pt x="7422070" y="4398419"/>
                  </a:lnTo>
                  <a:lnTo>
                    <a:pt x="7342938" y="4365549"/>
                  </a:lnTo>
                  <a:lnTo>
                    <a:pt x="7268266" y="4329213"/>
                  </a:lnTo>
                  <a:lnTo>
                    <a:pt x="7198518" y="4289185"/>
                  </a:lnTo>
                  <a:lnTo>
                    <a:pt x="7133739" y="4245125"/>
                  </a:lnTo>
                  <a:lnTo>
                    <a:pt x="7073670" y="4196575"/>
                  </a:lnTo>
                  <a:lnTo>
                    <a:pt x="7017853" y="4142977"/>
                  </a:lnTo>
                  <a:lnTo>
                    <a:pt x="6965706" y="4083689"/>
                  </a:lnTo>
                  <a:lnTo>
                    <a:pt x="6916589" y="4018026"/>
                  </a:lnTo>
                  <a:lnTo>
                    <a:pt x="6869852" y="3945319"/>
                  </a:lnTo>
                  <a:lnTo>
                    <a:pt x="6824874" y="3865021"/>
                  </a:lnTo>
                  <a:lnTo>
                    <a:pt x="6786527" y="3788310"/>
                  </a:lnTo>
                  <a:lnTo>
                    <a:pt x="6756024" y="3721974"/>
                  </a:lnTo>
                  <a:lnTo>
                    <a:pt x="6725784" y="3651665"/>
                  </a:lnTo>
                  <a:lnTo>
                    <a:pt x="6695677" y="3577303"/>
                  </a:lnTo>
                  <a:lnTo>
                    <a:pt x="6665598" y="3498850"/>
                  </a:lnTo>
                  <a:lnTo>
                    <a:pt x="6635461" y="3416313"/>
                  </a:lnTo>
                  <a:lnTo>
                    <a:pt x="6605197" y="3329746"/>
                  </a:lnTo>
                  <a:lnTo>
                    <a:pt x="6574756" y="3239260"/>
                  </a:lnTo>
                  <a:lnTo>
                    <a:pt x="6544103" y="3145016"/>
                  </a:lnTo>
                  <a:lnTo>
                    <a:pt x="6513219" y="3047236"/>
                  </a:lnTo>
                  <a:lnTo>
                    <a:pt x="6482097" y="2946194"/>
                  </a:lnTo>
                  <a:lnTo>
                    <a:pt x="6450745" y="2842221"/>
                  </a:lnTo>
                  <a:lnTo>
                    <a:pt x="6419180" y="2735699"/>
                  </a:lnTo>
                  <a:lnTo>
                    <a:pt x="6387431" y="2627055"/>
                  </a:lnTo>
                  <a:lnTo>
                    <a:pt x="6355532" y="2516757"/>
                  </a:lnTo>
                  <a:lnTo>
                    <a:pt x="6323528" y="2405306"/>
                  </a:lnTo>
                  <a:lnTo>
                    <a:pt x="6291465" y="2293223"/>
                  </a:lnTo>
                  <a:lnTo>
                    <a:pt x="6259393" y="2181042"/>
                  </a:lnTo>
                  <a:lnTo>
                    <a:pt x="6227362" y="2069302"/>
                  </a:lnTo>
                  <a:lnTo>
                    <a:pt x="6195420" y="1958529"/>
                  </a:lnTo>
                  <a:lnTo>
                    <a:pt x="6163612" y="1849233"/>
                  </a:lnTo>
                  <a:lnTo>
                    <a:pt x="6131977" y="1741894"/>
                  </a:lnTo>
                  <a:lnTo>
                    <a:pt x="6100545" y="1636955"/>
                  </a:lnTo>
                  <a:lnTo>
                    <a:pt x="6069339" y="1534816"/>
                  </a:lnTo>
                  <a:lnTo>
                    <a:pt x="6038370" y="1435824"/>
                  </a:lnTo>
                  <a:lnTo>
                    <a:pt x="6007635" y="1340277"/>
                  </a:lnTo>
                  <a:lnTo>
                    <a:pt x="5977121" y="1248414"/>
                  </a:lnTo>
                  <a:lnTo>
                    <a:pt x="5946798" y="1160418"/>
                  </a:lnTo>
                  <a:lnTo>
                    <a:pt x="5916622" y="1076419"/>
                  </a:lnTo>
                  <a:lnTo>
                    <a:pt x="5886531" y="996489"/>
                  </a:lnTo>
                  <a:lnTo>
                    <a:pt x="5856445" y="920654"/>
                  </a:lnTo>
                  <a:lnTo>
                    <a:pt x="5826267" y="848891"/>
                  </a:lnTo>
                  <a:lnTo>
                    <a:pt x="5795875" y="781134"/>
                  </a:lnTo>
                  <a:lnTo>
                    <a:pt x="5784835" y="757662"/>
                  </a:lnTo>
                  <a:lnTo>
                    <a:pt x="5740945" y="670492"/>
                  </a:lnTo>
                  <a:lnTo>
                    <a:pt x="5695779" y="591164"/>
                  </a:lnTo>
                  <a:lnTo>
                    <a:pt x="5648780" y="519370"/>
                  </a:lnTo>
                  <a:lnTo>
                    <a:pt x="5599321" y="454541"/>
                  </a:lnTo>
                  <a:lnTo>
                    <a:pt x="5546749" y="396001"/>
                  </a:lnTo>
                  <a:lnTo>
                    <a:pt x="5490430" y="343068"/>
                  </a:lnTo>
                  <a:lnTo>
                    <a:pt x="5429795" y="295108"/>
                  </a:lnTo>
                  <a:lnTo>
                    <a:pt x="5364404" y="251574"/>
                  </a:lnTo>
                  <a:lnTo>
                    <a:pt x="5294032" y="212023"/>
                  </a:lnTo>
                  <a:lnTo>
                    <a:pt x="5218767" y="176130"/>
                  </a:lnTo>
                  <a:lnTo>
                    <a:pt x="5139136" y="143684"/>
                  </a:lnTo>
                  <a:lnTo>
                    <a:pt x="5056219" y="114587"/>
                  </a:lnTo>
                  <a:lnTo>
                    <a:pt x="4971736" y="88835"/>
                  </a:lnTo>
                  <a:lnTo>
                    <a:pt x="4888054" y="66487"/>
                  </a:lnTo>
                  <a:lnTo>
                    <a:pt x="4808067" y="47616"/>
                  </a:lnTo>
                  <a:lnTo>
                    <a:pt x="4734918" y="32256"/>
                  </a:lnTo>
                  <a:lnTo>
                    <a:pt x="4671576" y="20336"/>
                  </a:lnTo>
                  <a:lnTo>
                    <a:pt x="4620341" y="11648"/>
                  </a:lnTo>
                  <a:lnTo>
                    <a:pt x="4582396" y="5822"/>
                  </a:lnTo>
                  <a:lnTo>
                    <a:pt x="4557535" y="2352"/>
                  </a:lnTo>
                  <a:lnTo>
                    <a:pt x="4544104" y="643"/>
                  </a:lnTo>
                  <a:lnTo>
                    <a:pt x="4539139" y="64"/>
                  </a:lnTo>
                  <a:lnTo>
                    <a:pt x="4538543" y="0"/>
                  </a:lnTo>
                  <a:lnTo>
                    <a:pt x="4016409" y="0"/>
                  </a:lnTo>
                  <a:lnTo>
                    <a:pt x="4015559" y="101"/>
                  </a:lnTo>
                  <a:lnTo>
                    <a:pt x="4009954" y="826"/>
                  </a:lnTo>
                  <a:lnTo>
                    <a:pt x="3995763" y="2828"/>
                  </a:lnTo>
                  <a:lnTo>
                    <a:pt x="3970243" y="6772"/>
                  </a:lnTo>
                  <a:lnTo>
                    <a:pt x="3931913" y="13284"/>
                  </a:lnTo>
                  <a:lnTo>
                    <a:pt x="3880664" y="22890"/>
                  </a:lnTo>
                  <a:lnTo>
                    <a:pt x="3817703" y="35970"/>
                  </a:lnTo>
                  <a:lnTo>
                    <a:pt x="3745278" y="52741"/>
                  </a:lnTo>
                  <a:lnTo>
                    <a:pt x="3666254" y="73271"/>
                  </a:lnTo>
                  <a:lnTo>
                    <a:pt x="3583655" y="97526"/>
                  </a:lnTo>
                  <a:lnTo>
                    <a:pt x="3500264" y="125425"/>
                  </a:lnTo>
                  <a:lnTo>
                    <a:pt x="3418363" y="156908"/>
                  </a:lnTo>
                  <a:lnTo>
                    <a:pt x="3339621" y="191977"/>
                  </a:lnTo>
                  <a:lnTo>
                    <a:pt x="3265100" y="230729"/>
                  </a:lnTo>
                  <a:lnTo>
                    <a:pt x="3195329" y="273381"/>
                  </a:lnTo>
                  <a:lnTo>
                    <a:pt x="3130416" y="320271"/>
                  </a:lnTo>
                  <a:lnTo>
                    <a:pt x="3070164" y="371857"/>
                  </a:lnTo>
                  <a:lnTo>
                    <a:pt x="3014165" y="428708"/>
                  </a:lnTo>
                  <a:lnTo>
                    <a:pt x="2961882" y="491485"/>
                  </a:lnTo>
                  <a:lnTo>
                    <a:pt x="2912707" y="560908"/>
                  </a:lnTo>
                  <a:lnTo>
                    <a:pt x="2866015" y="637695"/>
                  </a:lnTo>
                  <a:lnTo>
                    <a:pt x="2821195" y="722473"/>
                  </a:lnTo>
                  <a:lnTo>
                    <a:pt x="2777699" y="815626"/>
                  </a:lnTo>
                  <a:lnTo>
                    <a:pt x="2770117" y="832957"/>
                  </a:lnTo>
                  <a:lnTo>
                    <a:pt x="2740894" y="902723"/>
                  </a:lnTo>
                  <a:lnTo>
                    <a:pt x="2711917" y="976492"/>
                  </a:lnTo>
                  <a:lnTo>
                    <a:pt x="2683073" y="1054343"/>
                  </a:lnTo>
                  <a:lnTo>
                    <a:pt x="2654264" y="1136319"/>
                  </a:lnTo>
                  <a:lnTo>
                    <a:pt x="2625414" y="1222419"/>
                  </a:lnTo>
                  <a:lnTo>
                    <a:pt x="2596459" y="1312599"/>
                  </a:lnTo>
                  <a:lnTo>
                    <a:pt x="2567353" y="1406767"/>
                  </a:lnTo>
                  <a:lnTo>
                    <a:pt x="2538059" y="1504778"/>
                  </a:lnTo>
                  <a:lnTo>
                    <a:pt x="2508559" y="1606439"/>
                  </a:lnTo>
                  <a:lnTo>
                    <a:pt x="2478841" y="1711502"/>
                  </a:lnTo>
                  <a:lnTo>
                    <a:pt x="2448907" y="1819668"/>
                  </a:lnTo>
                  <a:lnTo>
                    <a:pt x="2418769" y="1930591"/>
                  </a:lnTo>
                  <a:lnTo>
                    <a:pt x="2388448" y="2043878"/>
                  </a:lnTo>
                  <a:lnTo>
                    <a:pt x="2357971" y="2159096"/>
                  </a:lnTo>
                  <a:lnTo>
                    <a:pt x="2327373" y="2275779"/>
                  </a:lnTo>
                  <a:lnTo>
                    <a:pt x="2296693" y="2393435"/>
                  </a:lnTo>
                  <a:lnTo>
                    <a:pt x="2265974" y="2511553"/>
                  </a:lnTo>
                  <a:lnTo>
                    <a:pt x="2235260" y="2629616"/>
                  </a:lnTo>
                  <a:lnTo>
                    <a:pt x="2204595" y="2747105"/>
                  </a:lnTo>
                  <a:lnTo>
                    <a:pt x="2174020" y="2863515"/>
                  </a:lnTo>
                  <a:lnTo>
                    <a:pt x="2143573" y="2978357"/>
                  </a:lnTo>
                  <a:lnTo>
                    <a:pt x="2113289" y="3091171"/>
                  </a:lnTo>
                  <a:lnTo>
                    <a:pt x="2083194" y="3201534"/>
                  </a:lnTo>
                  <a:lnTo>
                    <a:pt x="2053306" y="3309062"/>
                  </a:lnTo>
                  <a:lnTo>
                    <a:pt x="2023635" y="3413418"/>
                  </a:lnTo>
                  <a:lnTo>
                    <a:pt x="1994180" y="3514315"/>
                  </a:lnTo>
                  <a:lnTo>
                    <a:pt x="1964929" y="3611516"/>
                  </a:lnTo>
                  <a:lnTo>
                    <a:pt x="1935858" y="3704838"/>
                  </a:lnTo>
                  <a:lnTo>
                    <a:pt x="1906930" y="3794149"/>
                  </a:lnTo>
                  <a:lnTo>
                    <a:pt x="1878095" y="3879367"/>
                  </a:lnTo>
                  <a:lnTo>
                    <a:pt x="1849286" y="3960456"/>
                  </a:lnTo>
                  <a:lnTo>
                    <a:pt x="1820421" y="4037426"/>
                  </a:lnTo>
                  <a:lnTo>
                    <a:pt x="1791402" y="4110328"/>
                  </a:lnTo>
                  <a:lnTo>
                    <a:pt x="1768425" y="4164788"/>
                  </a:lnTo>
                  <a:lnTo>
                    <a:pt x="1725114" y="4259430"/>
                  </a:lnTo>
                  <a:lnTo>
                    <a:pt x="1680565" y="4345670"/>
                  </a:lnTo>
                  <a:lnTo>
                    <a:pt x="1634247" y="4423827"/>
                  </a:lnTo>
                  <a:lnTo>
                    <a:pt x="1585556" y="4494500"/>
                  </a:lnTo>
                  <a:lnTo>
                    <a:pt x="1533867" y="4558398"/>
                  </a:lnTo>
                  <a:lnTo>
                    <a:pt x="1478566" y="4616246"/>
                  </a:lnTo>
                  <a:lnTo>
                    <a:pt x="1419100" y="4668717"/>
                  </a:lnTo>
                  <a:lnTo>
                    <a:pt x="1355033" y="4716400"/>
                  </a:lnTo>
                  <a:lnTo>
                    <a:pt x="1286122" y="4759773"/>
                  </a:lnTo>
                  <a:lnTo>
                    <a:pt x="1212415" y="4799195"/>
                  </a:lnTo>
                  <a:lnTo>
                    <a:pt x="1134358" y="4834904"/>
                  </a:lnTo>
                  <a:lnTo>
                    <a:pt x="1052912" y="4867018"/>
                  </a:lnTo>
                  <a:lnTo>
                    <a:pt x="969635" y="4895554"/>
                  </a:lnTo>
                  <a:lnTo>
                    <a:pt x="886705" y="4920458"/>
                  </a:lnTo>
                  <a:lnTo>
                    <a:pt x="806832" y="4941651"/>
                  </a:lnTo>
                  <a:lnTo>
                    <a:pt x="733022" y="4959085"/>
                  </a:lnTo>
                  <a:lnTo>
                    <a:pt x="668202" y="4972806"/>
                  </a:lnTo>
                  <a:lnTo>
                    <a:pt x="614762" y="4983002"/>
                  </a:lnTo>
                  <a:lnTo>
                    <a:pt x="574118" y="4990026"/>
                  </a:lnTo>
                  <a:lnTo>
                    <a:pt x="546404" y="4994381"/>
                  </a:lnTo>
                  <a:lnTo>
                    <a:pt x="530377" y="4996678"/>
                  </a:lnTo>
                  <a:lnTo>
                    <a:pt x="523505" y="4997580"/>
                  </a:lnTo>
                  <a:lnTo>
                    <a:pt x="522138" y="4997745"/>
                  </a:lnTo>
                  <a:lnTo>
                    <a:pt x="522133" y="4997746"/>
                  </a:lnTo>
                  <a:lnTo>
                    <a:pt x="0" y="4997746"/>
                  </a:lnTo>
                  <a:lnTo>
                    <a:pt x="0" y="4997746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922" name="pg1922"/>
            <p:cNvSpPr/>
            <p:nvPr/>
          </p:nvSpPr>
          <p:spPr>
            <a:xfrm>
              <a:off x="386606" y="807184"/>
              <a:ext cx="8554953" cy="5020335"/>
            </a:xfrm>
            <a:custGeom>
              <a:avLst/>
              <a:pathLst>
                <a:path w="8554953" h="5020335">
                  <a:moveTo>
                    <a:pt x="0" y="4975157"/>
                  </a:moveTo>
                  <a:lnTo>
                    <a:pt x="522133" y="4975157"/>
                  </a:lnTo>
                  <a:lnTo>
                    <a:pt x="522985" y="4975056"/>
                  </a:lnTo>
                  <a:lnTo>
                    <a:pt x="528603" y="4974334"/>
                  </a:lnTo>
                  <a:lnTo>
                    <a:pt x="542828" y="4972338"/>
                  </a:lnTo>
                  <a:lnTo>
                    <a:pt x="568405" y="4968406"/>
                  </a:lnTo>
                  <a:lnTo>
                    <a:pt x="606817" y="4961915"/>
                  </a:lnTo>
                  <a:lnTo>
                    <a:pt x="658165" y="4952340"/>
                  </a:lnTo>
                  <a:lnTo>
                    <a:pt x="721237" y="4939303"/>
                  </a:lnTo>
                  <a:lnTo>
                    <a:pt x="793773" y="4922590"/>
                  </a:lnTo>
                  <a:lnTo>
                    <a:pt x="872898" y="4902132"/>
                  </a:lnTo>
                  <a:lnTo>
                    <a:pt x="955583" y="4877966"/>
                  </a:lnTo>
                  <a:lnTo>
                    <a:pt x="1039040" y="4850169"/>
                  </a:lnTo>
                  <a:lnTo>
                    <a:pt x="1120985" y="4818803"/>
                  </a:lnTo>
                  <a:lnTo>
                    <a:pt x="1199753" y="4783867"/>
                  </a:lnTo>
                  <a:lnTo>
                    <a:pt x="1274285" y="4745259"/>
                  </a:lnTo>
                  <a:lnTo>
                    <a:pt x="1344055" y="4702763"/>
                  </a:lnTo>
                  <a:lnTo>
                    <a:pt x="1408960" y="4656042"/>
                  </a:lnTo>
                  <a:lnTo>
                    <a:pt x="1469200" y="4604637"/>
                  </a:lnTo>
                  <a:lnTo>
                    <a:pt x="1525188" y="4547979"/>
                  </a:lnTo>
                  <a:lnTo>
                    <a:pt x="1577462" y="4485408"/>
                  </a:lnTo>
                  <a:lnTo>
                    <a:pt x="1626632" y="4416207"/>
                  </a:lnTo>
                  <a:lnTo>
                    <a:pt x="1673327" y="4339658"/>
                  </a:lnTo>
                  <a:lnTo>
                    <a:pt x="1718156" y="4255142"/>
                  </a:lnTo>
                  <a:lnTo>
                    <a:pt x="1761667" y="4162280"/>
                  </a:lnTo>
                  <a:lnTo>
                    <a:pt x="1768425" y="4146905"/>
                  </a:lnTo>
                  <a:lnTo>
                    <a:pt x="1797724" y="4077348"/>
                  </a:lnTo>
                  <a:lnTo>
                    <a:pt x="1826775" y="4003790"/>
                  </a:lnTo>
                  <a:lnTo>
                    <a:pt x="1855694" y="3926151"/>
                  </a:lnTo>
                  <a:lnTo>
                    <a:pt x="1884578" y="3844389"/>
                  </a:lnTo>
                  <a:lnTo>
                    <a:pt x="1913504" y="3758504"/>
                  </a:lnTo>
                  <a:lnTo>
                    <a:pt x="1942536" y="3668543"/>
                  </a:lnTo>
                  <a:lnTo>
                    <a:pt x="1971721" y="3574598"/>
                  </a:lnTo>
                  <a:lnTo>
                    <a:pt x="2001094" y="3476813"/>
                  </a:lnTo>
                  <a:lnTo>
                    <a:pt x="2030677" y="3375386"/>
                  </a:lnTo>
                  <a:lnTo>
                    <a:pt x="2060477" y="3270565"/>
                  </a:lnTo>
                  <a:lnTo>
                    <a:pt x="2090495" y="3162651"/>
                  </a:lnTo>
                  <a:lnTo>
                    <a:pt x="2120716" y="3051992"/>
                  </a:lnTo>
                  <a:lnTo>
                    <a:pt x="2151122" y="2938982"/>
                  </a:lnTo>
                  <a:lnTo>
                    <a:pt x="2181683" y="2824058"/>
                  </a:lnTo>
                  <a:lnTo>
                    <a:pt x="2212365" y="2707687"/>
                  </a:lnTo>
                  <a:lnTo>
                    <a:pt x="2243126" y="2590364"/>
                  </a:lnTo>
                  <a:lnTo>
                    <a:pt x="2273926" y="2472599"/>
                  </a:lnTo>
                  <a:lnTo>
                    <a:pt x="2304719" y="2354913"/>
                  </a:lnTo>
                  <a:lnTo>
                    <a:pt x="2335460" y="2237824"/>
                  </a:lnTo>
                  <a:lnTo>
                    <a:pt x="2366109" y="2121839"/>
                  </a:lnTo>
                  <a:lnTo>
                    <a:pt x="2396627" y="2007446"/>
                  </a:lnTo>
                  <a:lnTo>
                    <a:pt x="2426980" y="1895103"/>
                  </a:lnTo>
                  <a:lnTo>
                    <a:pt x="2457142" y="1785233"/>
                  </a:lnTo>
                  <a:lnTo>
                    <a:pt x="2487094" y="1678219"/>
                  </a:lnTo>
                  <a:lnTo>
                    <a:pt x="2516829" y="1574394"/>
                  </a:lnTo>
                  <a:lnTo>
                    <a:pt x="2546346" y="1474044"/>
                  </a:lnTo>
                  <a:lnTo>
                    <a:pt x="2575660" y="1377402"/>
                  </a:lnTo>
                  <a:lnTo>
                    <a:pt x="2604795" y="1284648"/>
                  </a:lnTo>
                  <a:lnTo>
                    <a:pt x="2633789" y="1195911"/>
                  </a:lnTo>
                  <a:lnTo>
                    <a:pt x="2662695" y="1111270"/>
                  </a:lnTo>
                  <a:lnTo>
                    <a:pt x="2691580" y="1030756"/>
                  </a:lnTo>
                  <a:lnTo>
                    <a:pt x="2720528" y="954356"/>
                  </a:lnTo>
                  <a:lnTo>
                    <a:pt x="2749641" y="882017"/>
                  </a:lnTo>
                  <a:lnTo>
                    <a:pt x="2770117" y="833898"/>
                  </a:lnTo>
                  <a:lnTo>
                    <a:pt x="2813465" y="739717"/>
                  </a:lnTo>
                  <a:lnTo>
                    <a:pt x="2858052" y="653903"/>
                  </a:lnTo>
                  <a:lnTo>
                    <a:pt x="2904414" y="576138"/>
                  </a:lnTo>
                  <a:lnTo>
                    <a:pt x="2953153" y="505827"/>
                  </a:lnTo>
                  <a:lnTo>
                    <a:pt x="3004897" y="442261"/>
                  </a:lnTo>
                  <a:lnTo>
                    <a:pt x="3060263" y="384718"/>
                  </a:lnTo>
                  <a:lnTo>
                    <a:pt x="3119802" y="332526"/>
                  </a:lnTo>
                  <a:lnTo>
                    <a:pt x="3183953" y="285102"/>
                  </a:lnTo>
                  <a:lnTo>
                    <a:pt x="3252956" y="241967"/>
                  </a:lnTo>
                  <a:lnTo>
                    <a:pt x="3326762" y="202765"/>
                  </a:lnTo>
                  <a:lnTo>
                    <a:pt x="3404918" y="167260"/>
                  </a:lnTo>
                  <a:lnTo>
                    <a:pt x="3486458" y="135335"/>
                  </a:lnTo>
                  <a:lnTo>
                    <a:pt x="3569813" y="106974"/>
                  </a:lnTo>
                  <a:lnTo>
                    <a:pt x="3652793" y="82231"/>
                  </a:lnTo>
                  <a:lnTo>
                    <a:pt x="3732677" y="61185"/>
                  </a:lnTo>
                  <a:lnTo>
                    <a:pt x="3806450" y="43883"/>
                  </a:lnTo>
                  <a:lnTo>
                    <a:pt x="3871182" y="30278"/>
                  </a:lnTo>
                  <a:lnTo>
                    <a:pt x="3924487" y="20180"/>
                  </a:lnTo>
                  <a:lnTo>
                    <a:pt x="3964963" y="13235"/>
                  </a:lnTo>
                  <a:lnTo>
                    <a:pt x="3992496" y="8940"/>
                  </a:lnTo>
                  <a:lnTo>
                    <a:pt x="4008355" y="6683"/>
                  </a:lnTo>
                  <a:lnTo>
                    <a:pt x="4015099" y="5804"/>
                  </a:lnTo>
                  <a:lnTo>
                    <a:pt x="4016409" y="5647"/>
                  </a:lnTo>
                  <a:lnTo>
                    <a:pt x="4538543" y="5647"/>
                  </a:lnTo>
                  <a:lnTo>
                    <a:pt x="4539391" y="5749"/>
                  </a:lnTo>
                  <a:lnTo>
                    <a:pt x="4544988" y="6474"/>
                  </a:lnTo>
                  <a:lnTo>
                    <a:pt x="4559159" y="8480"/>
                  </a:lnTo>
                  <a:lnTo>
                    <a:pt x="4584645" y="12432"/>
                  </a:lnTo>
                  <a:lnTo>
                    <a:pt x="4622927" y="18956"/>
                  </a:lnTo>
                  <a:lnTo>
                    <a:pt x="4674115" y="28580"/>
                  </a:lnTo>
                  <a:lnTo>
                    <a:pt x="4737010" y="41687"/>
                  </a:lnTo>
                  <a:lnTo>
                    <a:pt x="4809369" y="58492"/>
                  </a:lnTo>
                  <a:lnTo>
                    <a:pt x="4888331" y="79066"/>
                  </a:lnTo>
                  <a:lnTo>
                    <a:pt x="4970879" y="103372"/>
                  </a:lnTo>
                  <a:lnTo>
                    <a:pt x="5054231" y="131334"/>
                  </a:lnTo>
                  <a:lnTo>
                    <a:pt x="5136105" y="162887"/>
                  </a:lnTo>
                  <a:lnTo>
                    <a:pt x="5214831" y="198034"/>
                  </a:lnTo>
                  <a:lnTo>
                    <a:pt x="5289345" y="236873"/>
                  </a:lnTo>
                  <a:lnTo>
                    <a:pt x="5359117" y="279618"/>
                  </a:lnTo>
                  <a:lnTo>
                    <a:pt x="5424035" y="326609"/>
                  </a:lnTo>
                  <a:lnTo>
                    <a:pt x="5484293" y="378302"/>
                  </a:lnTo>
                  <a:lnTo>
                    <a:pt x="5540299" y="435269"/>
                  </a:lnTo>
                  <a:lnTo>
                    <a:pt x="5592589" y="498169"/>
                  </a:lnTo>
                  <a:lnTo>
                    <a:pt x="5641766" y="567723"/>
                  </a:lnTo>
                  <a:lnTo>
                    <a:pt x="5688457" y="644652"/>
                  </a:lnTo>
                  <a:lnTo>
                    <a:pt x="5733272" y="729586"/>
                  </a:lnTo>
                  <a:lnTo>
                    <a:pt x="5776757" y="822913"/>
                  </a:lnTo>
                  <a:lnTo>
                    <a:pt x="5784835" y="841428"/>
                  </a:lnTo>
                  <a:lnTo>
                    <a:pt x="5814013" y="911319"/>
                  </a:lnTo>
                  <a:lnTo>
                    <a:pt x="5842945" y="985213"/>
                  </a:lnTo>
                  <a:lnTo>
                    <a:pt x="5871745" y="1063191"/>
                  </a:lnTo>
                  <a:lnTo>
                    <a:pt x="5900509" y="1145295"/>
                  </a:lnTo>
                  <a:lnTo>
                    <a:pt x="5929314" y="1231524"/>
                  </a:lnTo>
                  <a:lnTo>
                    <a:pt x="5958223" y="1321835"/>
                  </a:lnTo>
                  <a:lnTo>
                    <a:pt x="5987283" y="1416136"/>
                  </a:lnTo>
                  <a:lnTo>
                    <a:pt x="6016528" y="1514283"/>
                  </a:lnTo>
                  <a:lnTo>
                    <a:pt x="6045980" y="1616084"/>
                  </a:lnTo>
                  <a:lnTo>
                    <a:pt x="6075649" y="1721291"/>
                  </a:lnTo>
                  <a:lnTo>
                    <a:pt x="6105533" y="1829608"/>
                  </a:lnTo>
                  <a:lnTo>
                    <a:pt x="6135620" y="1940688"/>
                  </a:lnTo>
                  <a:lnTo>
                    <a:pt x="6165891" y="2054141"/>
                  </a:lnTo>
                  <a:lnTo>
                    <a:pt x="6196318" y="2169534"/>
                  </a:lnTo>
                  <a:lnTo>
                    <a:pt x="6226866" y="2286404"/>
                  </a:lnTo>
                  <a:lnTo>
                    <a:pt x="6257497" y="2404258"/>
                  </a:lnTo>
                  <a:lnTo>
                    <a:pt x="6288168" y="2522587"/>
                  </a:lnTo>
                  <a:lnTo>
                    <a:pt x="6318835" y="2640875"/>
                  </a:lnTo>
                  <a:lnTo>
                    <a:pt x="6349455" y="2758604"/>
                  </a:lnTo>
                  <a:lnTo>
                    <a:pt x="6379986" y="2875267"/>
                  </a:lnTo>
                  <a:lnTo>
                    <a:pt x="6410389" y="2990376"/>
                  </a:lnTo>
                  <a:lnTo>
                    <a:pt x="6440632" y="3103473"/>
                  </a:lnTo>
                  <a:lnTo>
                    <a:pt x="6470688" y="3214130"/>
                  </a:lnTo>
                  <a:lnTo>
                    <a:pt x="6500538" y="3321965"/>
                  </a:lnTo>
                  <a:lnTo>
                    <a:pt x="6530171" y="3426639"/>
                  </a:lnTo>
                  <a:lnTo>
                    <a:pt x="6559589" y="3527863"/>
                  </a:lnTo>
                  <a:lnTo>
                    <a:pt x="6588802" y="3625399"/>
                  </a:lnTo>
                  <a:lnTo>
                    <a:pt x="6617835" y="3719061"/>
                  </a:lnTo>
                  <a:lnTo>
                    <a:pt x="6646723" y="3808715"/>
                  </a:lnTo>
                  <a:lnTo>
                    <a:pt x="6675517" y="3894277"/>
                  </a:lnTo>
                  <a:lnTo>
                    <a:pt x="6704281" y="3975711"/>
                  </a:lnTo>
                  <a:lnTo>
                    <a:pt x="6733096" y="4053023"/>
                  </a:lnTo>
                  <a:lnTo>
                    <a:pt x="6762059" y="4126262"/>
                  </a:lnTo>
                  <a:lnTo>
                    <a:pt x="6786527" y="4184553"/>
                  </a:lnTo>
                  <a:lnTo>
                    <a:pt x="6829816" y="4279470"/>
                  </a:lnTo>
                  <a:lnTo>
                    <a:pt x="6874341" y="4365965"/>
                  </a:lnTo>
                  <a:lnTo>
                    <a:pt x="6920634" y="4444359"/>
                  </a:lnTo>
                  <a:lnTo>
                    <a:pt x="6969295" y="4515247"/>
                  </a:lnTo>
                  <a:lnTo>
                    <a:pt x="7020951" y="4579344"/>
                  </a:lnTo>
                  <a:lnTo>
                    <a:pt x="7076213" y="4637375"/>
                  </a:lnTo>
                  <a:lnTo>
                    <a:pt x="7135636" y="4690015"/>
                  </a:lnTo>
                  <a:lnTo>
                    <a:pt x="7199653" y="4737852"/>
                  </a:lnTo>
                  <a:lnTo>
                    <a:pt x="7268509" y="4781367"/>
                  </a:lnTo>
                  <a:lnTo>
                    <a:pt x="7342157" y="4820922"/>
                  </a:lnTo>
                  <a:lnTo>
                    <a:pt x="7420153" y="4856753"/>
                  </a:lnTo>
                  <a:lnTo>
                    <a:pt x="7501543" y="4888980"/>
                  </a:lnTo>
                  <a:lnTo>
                    <a:pt x="7584774" y="4917621"/>
                  </a:lnTo>
                  <a:lnTo>
                    <a:pt x="7667673" y="4942622"/>
                  </a:lnTo>
                  <a:lnTo>
                    <a:pt x="7747538" y="4963903"/>
                  </a:lnTo>
                  <a:lnTo>
                    <a:pt x="7821370" y="4981417"/>
                  </a:lnTo>
                  <a:lnTo>
                    <a:pt x="7886243" y="4995208"/>
                  </a:lnTo>
                  <a:lnTo>
                    <a:pt x="7939764" y="5005464"/>
                  </a:lnTo>
                  <a:lnTo>
                    <a:pt x="7980509" y="5012535"/>
                  </a:lnTo>
                  <a:lnTo>
                    <a:pt x="8008332" y="5016926"/>
                  </a:lnTo>
                  <a:lnTo>
                    <a:pt x="8024459" y="5019247"/>
                  </a:lnTo>
                  <a:lnTo>
                    <a:pt x="8031409" y="5020163"/>
                  </a:lnTo>
                  <a:lnTo>
                    <a:pt x="8032819" y="5020335"/>
                  </a:lnTo>
                  <a:lnTo>
                    <a:pt x="8554953" y="5020335"/>
                  </a:lnTo>
                  <a:lnTo>
                    <a:pt x="8554953" y="5014687"/>
                  </a:lnTo>
                  <a:lnTo>
                    <a:pt x="8032819" y="5014687"/>
                  </a:lnTo>
                  <a:lnTo>
                    <a:pt x="8031971" y="5014586"/>
                  </a:lnTo>
                  <a:lnTo>
                    <a:pt x="8026374" y="5013860"/>
                  </a:lnTo>
                  <a:lnTo>
                    <a:pt x="8012203" y="5011854"/>
                  </a:lnTo>
                  <a:lnTo>
                    <a:pt x="7986717" y="5007902"/>
                  </a:lnTo>
                  <a:lnTo>
                    <a:pt x="7948435" y="5001378"/>
                  </a:lnTo>
                  <a:lnTo>
                    <a:pt x="7897246" y="4991754"/>
                  </a:lnTo>
                  <a:lnTo>
                    <a:pt x="7834352" y="4978647"/>
                  </a:lnTo>
                  <a:lnTo>
                    <a:pt x="7761993" y="4961842"/>
                  </a:lnTo>
                  <a:lnTo>
                    <a:pt x="7683031" y="4941269"/>
                  </a:lnTo>
                  <a:lnTo>
                    <a:pt x="7600483" y="4916962"/>
                  </a:lnTo>
                  <a:lnTo>
                    <a:pt x="7517131" y="4889000"/>
                  </a:lnTo>
                  <a:lnTo>
                    <a:pt x="7435257" y="4857447"/>
                  </a:lnTo>
                  <a:lnTo>
                    <a:pt x="7356531" y="4822300"/>
                  </a:lnTo>
                  <a:lnTo>
                    <a:pt x="7282017" y="4783462"/>
                  </a:lnTo>
                  <a:lnTo>
                    <a:pt x="7212245" y="4740716"/>
                  </a:lnTo>
                  <a:lnTo>
                    <a:pt x="7147327" y="4693725"/>
                  </a:lnTo>
                  <a:lnTo>
                    <a:pt x="7087069" y="4642032"/>
                  </a:lnTo>
                  <a:lnTo>
                    <a:pt x="7031063" y="4585066"/>
                  </a:lnTo>
                  <a:lnTo>
                    <a:pt x="6978773" y="4522165"/>
                  </a:lnTo>
                  <a:lnTo>
                    <a:pt x="6929596" y="4452611"/>
                  </a:lnTo>
                  <a:lnTo>
                    <a:pt x="6882905" y="4375682"/>
                  </a:lnTo>
                  <a:lnTo>
                    <a:pt x="6838090" y="4290748"/>
                  </a:lnTo>
                  <a:lnTo>
                    <a:pt x="6794605" y="4197421"/>
                  </a:lnTo>
                  <a:lnTo>
                    <a:pt x="6786527" y="4178906"/>
                  </a:lnTo>
                  <a:lnTo>
                    <a:pt x="6757349" y="4109016"/>
                  </a:lnTo>
                  <a:lnTo>
                    <a:pt x="6728417" y="4035121"/>
                  </a:lnTo>
                  <a:lnTo>
                    <a:pt x="6699617" y="3957143"/>
                  </a:lnTo>
                  <a:lnTo>
                    <a:pt x="6670853" y="3875039"/>
                  </a:lnTo>
                  <a:lnTo>
                    <a:pt x="6642048" y="3788810"/>
                  </a:lnTo>
                  <a:lnTo>
                    <a:pt x="6613139" y="3698499"/>
                  </a:lnTo>
                  <a:lnTo>
                    <a:pt x="6584079" y="3604198"/>
                  </a:lnTo>
                  <a:lnTo>
                    <a:pt x="6554834" y="3506051"/>
                  </a:lnTo>
                  <a:lnTo>
                    <a:pt x="6525382" y="3404250"/>
                  </a:lnTo>
                  <a:lnTo>
                    <a:pt x="6495713" y="3299043"/>
                  </a:lnTo>
                  <a:lnTo>
                    <a:pt x="6465829" y="3190726"/>
                  </a:lnTo>
                  <a:lnTo>
                    <a:pt x="6435742" y="3079646"/>
                  </a:lnTo>
                  <a:lnTo>
                    <a:pt x="6405471" y="2966193"/>
                  </a:lnTo>
                  <a:lnTo>
                    <a:pt x="6375044" y="2850800"/>
                  </a:lnTo>
                  <a:lnTo>
                    <a:pt x="6344496" y="2733930"/>
                  </a:lnTo>
                  <a:lnTo>
                    <a:pt x="6313865" y="2616076"/>
                  </a:lnTo>
                  <a:lnTo>
                    <a:pt x="6283194" y="2497747"/>
                  </a:lnTo>
                  <a:lnTo>
                    <a:pt x="6252527" y="2379459"/>
                  </a:lnTo>
                  <a:lnTo>
                    <a:pt x="6221907" y="2261730"/>
                  </a:lnTo>
                  <a:lnTo>
                    <a:pt x="6191376" y="2145067"/>
                  </a:lnTo>
                  <a:lnTo>
                    <a:pt x="6160973" y="2029958"/>
                  </a:lnTo>
                  <a:lnTo>
                    <a:pt x="6130730" y="1916861"/>
                  </a:lnTo>
                  <a:lnTo>
                    <a:pt x="6100674" y="1806204"/>
                  </a:lnTo>
                  <a:lnTo>
                    <a:pt x="6070824" y="1698369"/>
                  </a:lnTo>
                  <a:lnTo>
                    <a:pt x="6041191" y="1593695"/>
                  </a:lnTo>
                  <a:lnTo>
                    <a:pt x="6011773" y="1492471"/>
                  </a:lnTo>
                  <a:lnTo>
                    <a:pt x="5982560" y="1394936"/>
                  </a:lnTo>
                  <a:lnTo>
                    <a:pt x="5953527" y="1301273"/>
                  </a:lnTo>
                  <a:lnTo>
                    <a:pt x="5924639" y="1211619"/>
                  </a:lnTo>
                  <a:lnTo>
                    <a:pt x="5895845" y="1126057"/>
                  </a:lnTo>
                  <a:lnTo>
                    <a:pt x="5867081" y="1044623"/>
                  </a:lnTo>
                  <a:lnTo>
                    <a:pt x="5838266" y="967311"/>
                  </a:lnTo>
                  <a:lnTo>
                    <a:pt x="5809303" y="894072"/>
                  </a:lnTo>
                  <a:lnTo>
                    <a:pt x="5784835" y="835781"/>
                  </a:lnTo>
                  <a:lnTo>
                    <a:pt x="5741546" y="740864"/>
                  </a:lnTo>
                  <a:lnTo>
                    <a:pt x="5697021" y="654369"/>
                  </a:lnTo>
                  <a:lnTo>
                    <a:pt x="5650728" y="575976"/>
                  </a:lnTo>
                  <a:lnTo>
                    <a:pt x="5602067" y="505087"/>
                  </a:lnTo>
                  <a:lnTo>
                    <a:pt x="5550411" y="440990"/>
                  </a:lnTo>
                  <a:lnTo>
                    <a:pt x="5495149" y="382959"/>
                  </a:lnTo>
                  <a:lnTo>
                    <a:pt x="5435726" y="330320"/>
                  </a:lnTo>
                  <a:lnTo>
                    <a:pt x="5371709" y="282482"/>
                  </a:lnTo>
                  <a:lnTo>
                    <a:pt x="5302853" y="238967"/>
                  </a:lnTo>
                  <a:lnTo>
                    <a:pt x="5229205" y="199412"/>
                  </a:lnTo>
                  <a:lnTo>
                    <a:pt x="5151209" y="163581"/>
                  </a:lnTo>
                  <a:lnTo>
                    <a:pt x="5069819" y="131354"/>
                  </a:lnTo>
                  <a:lnTo>
                    <a:pt x="4986588" y="102713"/>
                  </a:lnTo>
                  <a:lnTo>
                    <a:pt x="4903689" y="77712"/>
                  </a:lnTo>
                  <a:lnTo>
                    <a:pt x="4823823" y="56431"/>
                  </a:lnTo>
                  <a:lnTo>
                    <a:pt x="4749992" y="38917"/>
                  </a:lnTo>
                  <a:lnTo>
                    <a:pt x="4685119" y="25126"/>
                  </a:lnTo>
                  <a:lnTo>
                    <a:pt x="4631598" y="14870"/>
                  </a:lnTo>
                  <a:lnTo>
                    <a:pt x="4590853" y="7799"/>
                  </a:lnTo>
                  <a:lnTo>
                    <a:pt x="4563030" y="3408"/>
                  </a:lnTo>
                  <a:lnTo>
                    <a:pt x="4546903" y="1087"/>
                  </a:lnTo>
                  <a:lnTo>
                    <a:pt x="4539953" y="171"/>
                  </a:lnTo>
                  <a:lnTo>
                    <a:pt x="4538543" y="0"/>
                  </a:lnTo>
                  <a:lnTo>
                    <a:pt x="4016409" y="0"/>
                  </a:lnTo>
                  <a:lnTo>
                    <a:pt x="4015557" y="101"/>
                  </a:lnTo>
                  <a:lnTo>
                    <a:pt x="4009939" y="823"/>
                  </a:lnTo>
                  <a:lnTo>
                    <a:pt x="3995715" y="2819"/>
                  </a:lnTo>
                  <a:lnTo>
                    <a:pt x="3970137" y="6751"/>
                  </a:lnTo>
                  <a:lnTo>
                    <a:pt x="3931725" y="13242"/>
                  </a:lnTo>
                  <a:lnTo>
                    <a:pt x="3880377" y="22817"/>
                  </a:lnTo>
                  <a:lnTo>
                    <a:pt x="3817305" y="35853"/>
                  </a:lnTo>
                  <a:lnTo>
                    <a:pt x="3744769" y="52567"/>
                  </a:lnTo>
                  <a:lnTo>
                    <a:pt x="3665644" y="73025"/>
                  </a:lnTo>
                  <a:lnTo>
                    <a:pt x="3582959" y="97191"/>
                  </a:lnTo>
                  <a:lnTo>
                    <a:pt x="3499503" y="124988"/>
                  </a:lnTo>
                  <a:lnTo>
                    <a:pt x="3417557" y="156353"/>
                  </a:lnTo>
                  <a:lnTo>
                    <a:pt x="3338789" y="191290"/>
                  </a:lnTo>
                  <a:lnTo>
                    <a:pt x="3264258" y="229898"/>
                  </a:lnTo>
                  <a:lnTo>
                    <a:pt x="3194487" y="272393"/>
                  </a:lnTo>
                  <a:lnTo>
                    <a:pt x="3129582" y="319114"/>
                  </a:lnTo>
                  <a:lnTo>
                    <a:pt x="3069342" y="370519"/>
                  </a:lnTo>
                  <a:lnTo>
                    <a:pt x="3013354" y="427178"/>
                  </a:lnTo>
                  <a:lnTo>
                    <a:pt x="2961080" y="489749"/>
                  </a:lnTo>
                  <a:lnTo>
                    <a:pt x="2911910" y="558950"/>
                  </a:lnTo>
                  <a:lnTo>
                    <a:pt x="2865215" y="635498"/>
                  </a:lnTo>
                  <a:lnTo>
                    <a:pt x="2820386" y="720015"/>
                  </a:lnTo>
                  <a:lnTo>
                    <a:pt x="2776875" y="812877"/>
                  </a:lnTo>
                  <a:lnTo>
                    <a:pt x="2770117" y="828251"/>
                  </a:lnTo>
                  <a:lnTo>
                    <a:pt x="2740818" y="897808"/>
                  </a:lnTo>
                  <a:lnTo>
                    <a:pt x="2711767" y="971367"/>
                  </a:lnTo>
                  <a:lnTo>
                    <a:pt x="2682848" y="1049006"/>
                  </a:lnTo>
                  <a:lnTo>
                    <a:pt x="2653965" y="1130768"/>
                  </a:lnTo>
                  <a:lnTo>
                    <a:pt x="2625038" y="1216653"/>
                  </a:lnTo>
                  <a:lnTo>
                    <a:pt x="2596006" y="1306614"/>
                  </a:lnTo>
                  <a:lnTo>
                    <a:pt x="2566821" y="1400559"/>
                  </a:lnTo>
                  <a:lnTo>
                    <a:pt x="2537448" y="1498343"/>
                  </a:lnTo>
                  <a:lnTo>
                    <a:pt x="2507866" y="1599770"/>
                  </a:lnTo>
                  <a:lnTo>
                    <a:pt x="2478065" y="1704591"/>
                  </a:lnTo>
                  <a:lnTo>
                    <a:pt x="2448048" y="1812506"/>
                  </a:lnTo>
                  <a:lnTo>
                    <a:pt x="2417826" y="1923165"/>
                  </a:lnTo>
                  <a:lnTo>
                    <a:pt x="2387420" y="2036174"/>
                  </a:lnTo>
                  <a:lnTo>
                    <a:pt x="2356859" y="2151099"/>
                  </a:lnTo>
                  <a:lnTo>
                    <a:pt x="2326178" y="2267470"/>
                  </a:lnTo>
                  <a:lnTo>
                    <a:pt x="2295416" y="2384793"/>
                  </a:lnTo>
                  <a:lnTo>
                    <a:pt x="2264616" y="2502558"/>
                  </a:lnTo>
                  <a:lnTo>
                    <a:pt x="2233824" y="2620244"/>
                  </a:lnTo>
                  <a:lnTo>
                    <a:pt x="2203082" y="2737333"/>
                  </a:lnTo>
                  <a:lnTo>
                    <a:pt x="2172433" y="2853318"/>
                  </a:lnTo>
                  <a:lnTo>
                    <a:pt x="2141915" y="2967711"/>
                  </a:lnTo>
                  <a:lnTo>
                    <a:pt x="2111562" y="3080054"/>
                  </a:lnTo>
                  <a:lnTo>
                    <a:pt x="2081400" y="3189924"/>
                  </a:lnTo>
                  <a:lnTo>
                    <a:pt x="2051448" y="3296938"/>
                  </a:lnTo>
                  <a:lnTo>
                    <a:pt x="2021713" y="3400763"/>
                  </a:lnTo>
                  <a:lnTo>
                    <a:pt x="1992196" y="3501112"/>
                  </a:lnTo>
                  <a:lnTo>
                    <a:pt x="1962882" y="3597755"/>
                  </a:lnTo>
                  <a:lnTo>
                    <a:pt x="1933747" y="3690509"/>
                  </a:lnTo>
                  <a:lnTo>
                    <a:pt x="1904753" y="3779246"/>
                  </a:lnTo>
                  <a:lnTo>
                    <a:pt x="1875847" y="3863887"/>
                  </a:lnTo>
                  <a:lnTo>
                    <a:pt x="1846962" y="3944401"/>
                  </a:lnTo>
                  <a:lnTo>
                    <a:pt x="1818014" y="4020801"/>
                  </a:lnTo>
                  <a:lnTo>
                    <a:pt x="1788901" y="4093140"/>
                  </a:lnTo>
                  <a:lnTo>
                    <a:pt x="1768425" y="4141258"/>
                  </a:lnTo>
                  <a:lnTo>
                    <a:pt x="1725077" y="4235440"/>
                  </a:lnTo>
                  <a:lnTo>
                    <a:pt x="1680490" y="4321254"/>
                  </a:lnTo>
                  <a:lnTo>
                    <a:pt x="1634128" y="4399019"/>
                  </a:lnTo>
                  <a:lnTo>
                    <a:pt x="1585389" y="4469330"/>
                  </a:lnTo>
                  <a:lnTo>
                    <a:pt x="1533645" y="4532896"/>
                  </a:lnTo>
                  <a:lnTo>
                    <a:pt x="1478280" y="4590439"/>
                  </a:lnTo>
                  <a:lnTo>
                    <a:pt x="1418740" y="4642630"/>
                  </a:lnTo>
                  <a:lnTo>
                    <a:pt x="1354589" y="4690055"/>
                  </a:lnTo>
                  <a:lnTo>
                    <a:pt x="1285586" y="4733190"/>
                  </a:lnTo>
                  <a:lnTo>
                    <a:pt x="1211781" y="4772392"/>
                  </a:lnTo>
                  <a:lnTo>
                    <a:pt x="1133624" y="4807897"/>
                  </a:lnTo>
                  <a:lnTo>
                    <a:pt x="1052084" y="4839822"/>
                  </a:lnTo>
                  <a:lnTo>
                    <a:pt x="968729" y="4868183"/>
                  </a:lnTo>
                  <a:lnTo>
                    <a:pt x="885749" y="4892926"/>
                  </a:lnTo>
                  <a:lnTo>
                    <a:pt x="805865" y="4913972"/>
                  </a:lnTo>
                  <a:lnTo>
                    <a:pt x="732092" y="4931273"/>
                  </a:lnTo>
                  <a:lnTo>
                    <a:pt x="667360" y="4944879"/>
                  </a:lnTo>
                  <a:lnTo>
                    <a:pt x="614056" y="4954977"/>
                  </a:lnTo>
                  <a:lnTo>
                    <a:pt x="573579" y="4961922"/>
                  </a:lnTo>
                  <a:lnTo>
                    <a:pt x="546046" y="4966217"/>
                  </a:lnTo>
                  <a:lnTo>
                    <a:pt x="530187" y="4968474"/>
                  </a:lnTo>
                  <a:lnTo>
                    <a:pt x="523443" y="4969353"/>
                  </a:lnTo>
                  <a:lnTo>
                    <a:pt x="522133" y="4969510"/>
                  </a:lnTo>
                  <a:lnTo>
                    <a:pt x="0" y="4969510"/>
                  </a:lnTo>
                  <a:close/>
                </a:path>
              </a:pathLst>
            </a:custGeom>
            <a:solidFill>
              <a:srgbClr val="F1C40F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1923" name="pl1923"/>
            <p:cNvSpPr/>
            <p:nvPr/>
          </p:nvSpPr>
          <p:spPr>
            <a:xfrm>
              <a:off x="386606" y="812832"/>
              <a:ext cx="8554953" cy="5014687"/>
            </a:xfrm>
            <a:custGeom>
              <a:avLst/>
              <a:pathLst>
                <a:path w="8554953" h="5014687">
                  <a:moveTo>
                    <a:pt x="0" y="4969510"/>
                  </a:moveTo>
                  <a:lnTo>
                    <a:pt x="522133" y="4969510"/>
                  </a:lnTo>
                  <a:lnTo>
                    <a:pt x="522985" y="4969409"/>
                  </a:lnTo>
                  <a:lnTo>
                    <a:pt x="528603" y="4968686"/>
                  </a:lnTo>
                  <a:lnTo>
                    <a:pt x="542828" y="4966691"/>
                  </a:lnTo>
                  <a:lnTo>
                    <a:pt x="568405" y="4962759"/>
                  </a:lnTo>
                  <a:lnTo>
                    <a:pt x="606817" y="4956268"/>
                  </a:lnTo>
                  <a:lnTo>
                    <a:pt x="658165" y="4946693"/>
                  </a:lnTo>
                  <a:lnTo>
                    <a:pt x="721237" y="4933656"/>
                  </a:lnTo>
                  <a:lnTo>
                    <a:pt x="793773" y="4916943"/>
                  </a:lnTo>
                  <a:lnTo>
                    <a:pt x="872898" y="4896485"/>
                  </a:lnTo>
                  <a:lnTo>
                    <a:pt x="955583" y="4872318"/>
                  </a:lnTo>
                  <a:lnTo>
                    <a:pt x="1039040" y="4844522"/>
                  </a:lnTo>
                  <a:lnTo>
                    <a:pt x="1120985" y="4813156"/>
                  </a:lnTo>
                  <a:lnTo>
                    <a:pt x="1199753" y="4778220"/>
                  </a:lnTo>
                  <a:lnTo>
                    <a:pt x="1274285" y="4739612"/>
                  </a:lnTo>
                  <a:lnTo>
                    <a:pt x="1344055" y="4697116"/>
                  </a:lnTo>
                  <a:lnTo>
                    <a:pt x="1408960" y="4650395"/>
                  </a:lnTo>
                  <a:lnTo>
                    <a:pt x="1469200" y="4598990"/>
                  </a:lnTo>
                  <a:lnTo>
                    <a:pt x="1525188" y="4542332"/>
                  </a:lnTo>
                  <a:lnTo>
                    <a:pt x="1577462" y="4479761"/>
                  </a:lnTo>
                  <a:lnTo>
                    <a:pt x="1626632" y="4410559"/>
                  </a:lnTo>
                  <a:lnTo>
                    <a:pt x="1673327" y="4334011"/>
                  </a:lnTo>
                  <a:lnTo>
                    <a:pt x="1718156" y="4249494"/>
                  </a:lnTo>
                  <a:lnTo>
                    <a:pt x="1761667" y="4156633"/>
                  </a:lnTo>
                  <a:lnTo>
                    <a:pt x="1768425" y="4141258"/>
                  </a:lnTo>
                  <a:lnTo>
                    <a:pt x="1797724" y="4071701"/>
                  </a:lnTo>
                  <a:lnTo>
                    <a:pt x="1826775" y="3998143"/>
                  </a:lnTo>
                  <a:lnTo>
                    <a:pt x="1855694" y="3920503"/>
                  </a:lnTo>
                  <a:lnTo>
                    <a:pt x="1884578" y="3838741"/>
                  </a:lnTo>
                  <a:lnTo>
                    <a:pt x="1913504" y="3752857"/>
                  </a:lnTo>
                  <a:lnTo>
                    <a:pt x="1942536" y="3662895"/>
                  </a:lnTo>
                  <a:lnTo>
                    <a:pt x="1971721" y="3568950"/>
                  </a:lnTo>
                  <a:lnTo>
                    <a:pt x="2001094" y="3471166"/>
                  </a:lnTo>
                  <a:lnTo>
                    <a:pt x="2030677" y="3369739"/>
                  </a:lnTo>
                  <a:lnTo>
                    <a:pt x="2060477" y="3264918"/>
                  </a:lnTo>
                  <a:lnTo>
                    <a:pt x="2090495" y="3157004"/>
                  </a:lnTo>
                  <a:lnTo>
                    <a:pt x="2120716" y="3046344"/>
                  </a:lnTo>
                  <a:lnTo>
                    <a:pt x="2151122" y="2933335"/>
                  </a:lnTo>
                  <a:lnTo>
                    <a:pt x="2181683" y="2818411"/>
                  </a:lnTo>
                  <a:lnTo>
                    <a:pt x="2212365" y="2702040"/>
                  </a:lnTo>
                  <a:lnTo>
                    <a:pt x="2243126" y="2584716"/>
                  </a:lnTo>
                  <a:lnTo>
                    <a:pt x="2273926" y="2466952"/>
                  </a:lnTo>
                  <a:lnTo>
                    <a:pt x="2304719" y="2349266"/>
                  </a:lnTo>
                  <a:lnTo>
                    <a:pt x="2335460" y="2232177"/>
                  </a:lnTo>
                  <a:lnTo>
                    <a:pt x="2366109" y="2116192"/>
                  </a:lnTo>
                  <a:lnTo>
                    <a:pt x="2396627" y="2001798"/>
                  </a:lnTo>
                  <a:lnTo>
                    <a:pt x="2426980" y="1889455"/>
                  </a:lnTo>
                  <a:lnTo>
                    <a:pt x="2457142" y="1779586"/>
                  </a:lnTo>
                  <a:lnTo>
                    <a:pt x="2487094" y="1672572"/>
                  </a:lnTo>
                  <a:lnTo>
                    <a:pt x="2516829" y="1568747"/>
                  </a:lnTo>
                  <a:lnTo>
                    <a:pt x="2546346" y="1468397"/>
                  </a:lnTo>
                  <a:lnTo>
                    <a:pt x="2575660" y="1371755"/>
                  </a:lnTo>
                  <a:lnTo>
                    <a:pt x="2604795" y="1279001"/>
                  </a:lnTo>
                  <a:lnTo>
                    <a:pt x="2633789" y="1190264"/>
                  </a:lnTo>
                  <a:lnTo>
                    <a:pt x="2662695" y="1105623"/>
                  </a:lnTo>
                  <a:lnTo>
                    <a:pt x="2691580" y="1025109"/>
                  </a:lnTo>
                  <a:lnTo>
                    <a:pt x="2720528" y="948709"/>
                  </a:lnTo>
                  <a:lnTo>
                    <a:pt x="2749641" y="876370"/>
                  </a:lnTo>
                  <a:lnTo>
                    <a:pt x="2770117" y="828251"/>
                  </a:lnTo>
                  <a:lnTo>
                    <a:pt x="2813465" y="734070"/>
                  </a:lnTo>
                  <a:lnTo>
                    <a:pt x="2858052" y="648256"/>
                  </a:lnTo>
                  <a:lnTo>
                    <a:pt x="2904414" y="570491"/>
                  </a:lnTo>
                  <a:lnTo>
                    <a:pt x="2953153" y="500180"/>
                  </a:lnTo>
                  <a:lnTo>
                    <a:pt x="3004897" y="436614"/>
                  </a:lnTo>
                  <a:lnTo>
                    <a:pt x="3060263" y="379071"/>
                  </a:lnTo>
                  <a:lnTo>
                    <a:pt x="3119802" y="326879"/>
                  </a:lnTo>
                  <a:lnTo>
                    <a:pt x="3183953" y="279455"/>
                  </a:lnTo>
                  <a:lnTo>
                    <a:pt x="3252956" y="236320"/>
                  </a:lnTo>
                  <a:lnTo>
                    <a:pt x="3326762" y="197118"/>
                  </a:lnTo>
                  <a:lnTo>
                    <a:pt x="3404918" y="161613"/>
                  </a:lnTo>
                  <a:lnTo>
                    <a:pt x="3486458" y="129688"/>
                  </a:lnTo>
                  <a:lnTo>
                    <a:pt x="3569813" y="101326"/>
                  </a:lnTo>
                  <a:lnTo>
                    <a:pt x="3652793" y="76583"/>
                  </a:lnTo>
                  <a:lnTo>
                    <a:pt x="3732677" y="55538"/>
                  </a:lnTo>
                  <a:lnTo>
                    <a:pt x="3806450" y="38236"/>
                  </a:lnTo>
                  <a:lnTo>
                    <a:pt x="3871182" y="24631"/>
                  </a:lnTo>
                  <a:lnTo>
                    <a:pt x="3924487" y="14533"/>
                  </a:lnTo>
                  <a:lnTo>
                    <a:pt x="3964963" y="7588"/>
                  </a:lnTo>
                  <a:lnTo>
                    <a:pt x="3992496" y="3293"/>
                  </a:lnTo>
                  <a:lnTo>
                    <a:pt x="4008355" y="1036"/>
                  </a:lnTo>
                  <a:lnTo>
                    <a:pt x="4015099" y="157"/>
                  </a:lnTo>
                  <a:lnTo>
                    <a:pt x="4016406" y="0"/>
                  </a:lnTo>
                  <a:lnTo>
                    <a:pt x="4016409" y="0"/>
                  </a:lnTo>
                  <a:lnTo>
                    <a:pt x="4538543" y="0"/>
                  </a:lnTo>
                  <a:lnTo>
                    <a:pt x="4539391" y="101"/>
                  </a:lnTo>
                  <a:lnTo>
                    <a:pt x="4544988" y="827"/>
                  </a:lnTo>
                  <a:lnTo>
                    <a:pt x="4559159" y="2833"/>
                  </a:lnTo>
                  <a:lnTo>
                    <a:pt x="4584645" y="6785"/>
                  </a:lnTo>
                  <a:lnTo>
                    <a:pt x="4622927" y="13309"/>
                  </a:lnTo>
                  <a:lnTo>
                    <a:pt x="4674115" y="22933"/>
                  </a:lnTo>
                  <a:lnTo>
                    <a:pt x="4737010" y="36039"/>
                  </a:lnTo>
                  <a:lnTo>
                    <a:pt x="4809369" y="52845"/>
                  </a:lnTo>
                  <a:lnTo>
                    <a:pt x="4888331" y="73418"/>
                  </a:lnTo>
                  <a:lnTo>
                    <a:pt x="4970879" y="97725"/>
                  </a:lnTo>
                  <a:lnTo>
                    <a:pt x="5054231" y="125686"/>
                  </a:lnTo>
                  <a:lnTo>
                    <a:pt x="5136105" y="157240"/>
                  </a:lnTo>
                  <a:lnTo>
                    <a:pt x="5214831" y="192386"/>
                  </a:lnTo>
                  <a:lnTo>
                    <a:pt x="5289345" y="231225"/>
                  </a:lnTo>
                  <a:lnTo>
                    <a:pt x="5359117" y="273971"/>
                  </a:lnTo>
                  <a:lnTo>
                    <a:pt x="5424035" y="320962"/>
                  </a:lnTo>
                  <a:lnTo>
                    <a:pt x="5484293" y="372655"/>
                  </a:lnTo>
                  <a:lnTo>
                    <a:pt x="5540299" y="429621"/>
                  </a:lnTo>
                  <a:lnTo>
                    <a:pt x="5592589" y="492522"/>
                  </a:lnTo>
                  <a:lnTo>
                    <a:pt x="5641766" y="562076"/>
                  </a:lnTo>
                  <a:lnTo>
                    <a:pt x="5688457" y="639005"/>
                  </a:lnTo>
                  <a:lnTo>
                    <a:pt x="5733272" y="723939"/>
                  </a:lnTo>
                  <a:lnTo>
                    <a:pt x="5776757" y="817266"/>
                  </a:lnTo>
                  <a:lnTo>
                    <a:pt x="5784835" y="835781"/>
                  </a:lnTo>
                  <a:lnTo>
                    <a:pt x="5814013" y="905671"/>
                  </a:lnTo>
                  <a:lnTo>
                    <a:pt x="5842945" y="979566"/>
                  </a:lnTo>
                  <a:lnTo>
                    <a:pt x="5871745" y="1057544"/>
                  </a:lnTo>
                  <a:lnTo>
                    <a:pt x="5900509" y="1139648"/>
                  </a:lnTo>
                  <a:lnTo>
                    <a:pt x="5929314" y="1225877"/>
                  </a:lnTo>
                  <a:lnTo>
                    <a:pt x="5958223" y="1316188"/>
                  </a:lnTo>
                  <a:lnTo>
                    <a:pt x="5987283" y="1410489"/>
                  </a:lnTo>
                  <a:lnTo>
                    <a:pt x="6016528" y="1508636"/>
                  </a:lnTo>
                  <a:lnTo>
                    <a:pt x="6045980" y="1610437"/>
                  </a:lnTo>
                  <a:lnTo>
                    <a:pt x="6075649" y="1715644"/>
                  </a:lnTo>
                  <a:lnTo>
                    <a:pt x="6105533" y="1823961"/>
                  </a:lnTo>
                  <a:lnTo>
                    <a:pt x="6135620" y="1935041"/>
                  </a:lnTo>
                  <a:lnTo>
                    <a:pt x="6165891" y="2048494"/>
                  </a:lnTo>
                  <a:lnTo>
                    <a:pt x="6196318" y="2163887"/>
                  </a:lnTo>
                  <a:lnTo>
                    <a:pt x="6226866" y="2280757"/>
                  </a:lnTo>
                  <a:lnTo>
                    <a:pt x="6257497" y="2398611"/>
                  </a:lnTo>
                  <a:lnTo>
                    <a:pt x="6288168" y="2516940"/>
                  </a:lnTo>
                  <a:lnTo>
                    <a:pt x="6318835" y="2635228"/>
                  </a:lnTo>
                  <a:lnTo>
                    <a:pt x="6349455" y="2752957"/>
                  </a:lnTo>
                  <a:lnTo>
                    <a:pt x="6379986" y="2869620"/>
                  </a:lnTo>
                  <a:lnTo>
                    <a:pt x="6410389" y="2984729"/>
                  </a:lnTo>
                  <a:lnTo>
                    <a:pt x="6440632" y="3097826"/>
                  </a:lnTo>
                  <a:lnTo>
                    <a:pt x="6470688" y="3208483"/>
                  </a:lnTo>
                  <a:lnTo>
                    <a:pt x="6500538" y="3316318"/>
                  </a:lnTo>
                  <a:lnTo>
                    <a:pt x="6530171" y="3420992"/>
                  </a:lnTo>
                  <a:lnTo>
                    <a:pt x="6559589" y="3522216"/>
                  </a:lnTo>
                  <a:lnTo>
                    <a:pt x="6588802" y="3619751"/>
                  </a:lnTo>
                  <a:lnTo>
                    <a:pt x="6617835" y="3713414"/>
                  </a:lnTo>
                  <a:lnTo>
                    <a:pt x="6646723" y="3803068"/>
                  </a:lnTo>
                  <a:lnTo>
                    <a:pt x="6675517" y="3888630"/>
                  </a:lnTo>
                  <a:lnTo>
                    <a:pt x="6704281" y="3970064"/>
                  </a:lnTo>
                  <a:lnTo>
                    <a:pt x="6733096" y="4047376"/>
                  </a:lnTo>
                  <a:lnTo>
                    <a:pt x="6762059" y="4120615"/>
                  </a:lnTo>
                  <a:lnTo>
                    <a:pt x="6786527" y="4178906"/>
                  </a:lnTo>
                  <a:lnTo>
                    <a:pt x="6829816" y="4273823"/>
                  </a:lnTo>
                  <a:lnTo>
                    <a:pt x="6874341" y="4360318"/>
                  </a:lnTo>
                  <a:lnTo>
                    <a:pt x="6920634" y="4438711"/>
                  </a:lnTo>
                  <a:lnTo>
                    <a:pt x="6969295" y="4509600"/>
                  </a:lnTo>
                  <a:lnTo>
                    <a:pt x="7020951" y="4573697"/>
                  </a:lnTo>
                  <a:lnTo>
                    <a:pt x="7076213" y="4631728"/>
                  </a:lnTo>
                  <a:lnTo>
                    <a:pt x="7135636" y="4684367"/>
                  </a:lnTo>
                  <a:lnTo>
                    <a:pt x="7199653" y="4732205"/>
                  </a:lnTo>
                  <a:lnTo>
                    <a:pt x="7268509" y="4775720"/>
                  </a:lnTo>
                  <a:lnTo>
                    <a:pt x="7342157" y="4815275"/>
                  </a:lnTo>
                  <a:lnTo>
                    <a:pt x="7420153" y="4851106"/>
                  </a:lnTo>
                  <a:lnTo>
                    <a:pt x="7501543" y="4883333"/>
                  </a:lnTo>
                  <a:lnTo>
                    <a:pt x="7584774" y="4911974"/>
                  </a:lnTo>
                  <a:lnTo>
                    <a:pt x="7667673" y="4936975"/>
                  </a:lnTo>
                  <a:lnTo>
                    <a:pt x="7747538" y="4958256"/>
                  </a:lnTo>
                  <a:lnTo>
                    <a:pt x="7821370" y="4975770"/>
                  </a:lnTo>
                  <a:lnTo>
                    <a:pt x="7886243" y="4989561"/>
                  </a:lnTo>
                  <a:lnTo>
                    <a:pt x="7939764" y="4999817"/>
                  </a:lnTo>
                  <a:lnTo>
                    <a:pt x="7980509" y="5006888"/>
                  </a:lnTo>
                  <a:lnTo>
                    <a:pt x="8008332" y="5011278"/>
                  </a:lnTo>
                  <a:lnTo>
                    <a:pt x="8024459" y="5013600"/>
                  </a:lnTo>
                  <a:lnTo>
                    <a:pt x="8031409" y="5014516"/>
                  </a:lnTo>
                  <a:lnTo>
                    <a:pt x="8032813" y="5014687"/>
                  </a:lnTo>
                  <a:lnTo>
                    <a:pt x="8032819" y="5014687"/>
                  </a:lnTo>
                  <a:lnTo>
                    <a:pt x="8554953" y="5014687"/>
                  </a:lnTo>
                  <a:lnTo>
                    <a:pt x="8554953" y="5014687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924" name="pl1924"/>
            <p:cNvSpPr/>
            <p:nvPr/>
          </p:nvSpPr>
          <p:spPr>
            <a:xfrm>
              <a:off x="386606" y="807184"/>
              <a:ext cx="8554953" cy="5014687"/>
            </a:xfrm>
            <a:custGeom>
              <a:avLst/>
              <a:pathLst>
                <a:path w="8554953" h="5014687">
                  <a:moveTo>
                    <a:pt x="8554953" y="5014687"/>
                  </a:moveTo>
                  <a:lnTo>
                    <a:pt x="8032819" y="5014687"/>
                  </a:lnTo>
                  <a:lnTo>
                    <a:pt x="8031971" y="5014586"/>
                  </a:lnTo>
                  <a:lnTo>
                    <a:pt x="8026374" y="5013860"/>
                  </a:lnTo>
                  <a:lnTo>
                    <a:pt x="8012203" y="5011854"/>
                  </a:lnTo>
                  <a:lnTo>
                    <a:pt x="7986717" y="5007902"/>
                  </a:lnTo>
                  <a:lnTo>
                    <a:pt x="7948435" y="5001378"/>
                  </a:lnTo>
                  <a:lnTo>
                    <a:pt x="7897246" y="4991754"/>
                  </a:lnTo>
                  <a:lnTo>
                    <a:pt x="7834352" y="4978647"/>
                  </a:lnTo>
                  <a:lnTo>
                    <a:pt x="7761993" y="4961842"/>
                  </a:lnTo>
                  <a:lnTo>
                    <a:pt x="7683031" y="4941269"/>
                  </a:lnTo>
                  <a:lnTo>
                    <a:pt x="7600483" y="4916962"/>
                  </a:lnTo>
                  <a:lnTo>
                    <a:pt x="7517131" y="4889000"/>
                  </a:lnTo>
                  <a:lnTo>
                    <a:pt x="7435257" y="4857447"/>
                  </a:lnTo>
                  <a:lnTo>
                    <a:pt x="7356531" y="4822300"/>
                  </a:lnTo>
                  <a:lnTo>
                    <a:pt x="7282017" y="4783462"/>
                  </a:lnTo>
                  <a:lnTo>
                    <a:pt x="7212245" y="4740716"/>
                  </a:lnTo>
                  <a:lnTo>
                    <a:pt x="7147327" y="4693725"/>
                  </a:lnTo>
                  <a:lnTo>
                    <a:pt x="7087069" y="4642032"/>
                  </a:lnTo>
                  <a:lnTo>
                    <a:pt x="7031063" y="4585066"/>
                  </a:lnTo>
                  <a:lnTo>
                    <a:pt x="6978773" y="4522165"/>
                  </a:lnTo>
                  <a:lnTo>
                    <a:pt x="6929596" y="4452611"/>
                  </a:lnTo>
                  <a:lnTo>
                    <a:pt x="6882905" y="4375682"/>
                  </a:lnTo>
                  <a:lnTo>
                    <a:pt x="6838090" y="4290748"/>
                  </a:lnTo>
                  <a:lnTo>
                    <a:pt x="6794605" y="4197421"/>
                  </a:lnTo>
                  <a:lnTo>
                    <a:pt x="6786527" y="4178906"/>
                  </a:lnTo>
                  <a:lnTo>
                    <a:pt x="6757349" y="4109016"/>
                  </a:lnTo>
                  <a:lnTo>
                    <a:pt x="6728417" y="4035121"/>
                  </a:lnTo>
                  <a:lnTo>
                    <a:pt x="6699617" y="3957143"/>
                  </a:lnTo>
                  <a:lnTo>
                    <a:pt x="6670853" y="3875039"/>
                  </a:lnTo>
                  <a:lnTo>
                    <a:pt x="6642048" y="3788810"/>
                  </a:lnTo>
                  <a:lnTo>
                    <a:pt x="6613139" y="3698499"/>
                  </a:lnTo>
                  <a:lnTo>
                    <a:pt x="6584079" y="3604198"/>
                  </a:lnTo>
                  <a:lnTo>
                    <a:pt x="6554834" y="3506051"/>
                  </a:lnTo>
                  <a:lnTo>
                    <a:pt x="6525382" y="3404250"/>
                  </a:lnTo>
                  <a:lnTo>
                    <a:pt x="6495713" y="3299043"/>
                  </a:lnTo>
                  <a:lnTo>
                    <a:pt x="6465829" y="3190726"/>
                  </a:lnTo>
                  <a:lnTo>
                    <a:pt x="6435742" y="3079646"/>
                  </a:lnTo>
                  <a:lnTo>
                    <a:pt x="6405471" y="2966193"/>
                  </a:lnTo>
                  <a:lnTo>
                    <a:pt x="6375044" y="2850800"/>
                  </a:lnTo>
                  <a:lnTo>
                    <a:pt x="6344496" y="2733930"/>
                  </a:lnTo>
                  <a:lnTo>
                    <a:pt x="6313865" y="2616076"/>
                  </a:lnTo>
                  <a:lnTo>
                    <a:pt x="6283194" y="2497747"/>
                  </a:lnTo>
                  <a:lnTo>
                    <a:pt x="6252527" y="2379459"/>
                  </a:lnTo>
                  <a:lnTo>
                    <a:pt x="6221907" y="2261730"/>
                  </a:lnTo>
                  <a:lnTo>
                    <a:pt x="6191376" y="2145067"/>
                  </a:lnTo>
                  <a:lnTo>
                    <a:pt x="6160973" y="2029958"/>
                  </a:lnTo>
                  <a:lnTo>
                    <a:pt x="6130730" y="1916861"/>
                  </a:lnTo>
                  <a:lnTo>
                    <a:pt x="6100674" y="1806204"/>
                  </a:lnTo>
                  <a:lnTo>
                    <a:pt x="6070824" y="1698369"/>
                  </a:lnTo>
                  <a:lnTo>
                    <a:pt x="6041191" y="1593695"/>
                  </a:lnTo>
                  <a:lnTo>
                    <a:pt x="6011773" y="1492471"/>
                  </a:lnTo>
                  <a:lnTo>
                    <a:pt x="5982560" y="1394936"/>
                  </a:lnTo>
                  <a:lnTo>
                    <a:pt x="5953527" y="1301273"/>
                  </a:lnTo>
                  <a:lnTo>
                    <a:pt x="5924639" y="1211619"/>
                  </a:lnTo>
                  <a:lnTo>
                    <a:pt x="5895845" y="1126057"/>
                  </a:lnTo>
                  <a:lnTo>
                    <a:pt x="5867081" y="1044623"/>
                  </a:lnTo>
                  <a:lnTo>
                    <a:pt x="5838266" y="967311"/>
                  </a:lnTo>
                  <a:lnTo>
                    <a:pt x="5809303" y="894072"/>
                  </a:lnTo>
                  <a:lnTo>
                    <a:pt x="5784835" y="835781"/>
                  </a:lnTo>
                  <a:lnTo>
                    <a:pt x="5741546" y="740864"/>
                  </a:lnTo>
                  <a:lnTo>
                    <a:pt x="5697021" y="654369"/>
                  </a:lnTo>
                  <a:lnTo>
                    <a:pt x="5650728" y="575976"/>
                  </a:lnTo>
                  <a:lnTo>
                    <a:pt x="5602067" y="505087"/>
                  </a:lnTo>
                  <a:lnTo>
                    <a:pt x="5550411" y="440990"/>
                  </a:lnTo>
                  <a:lnTo>
                    <a:pt x="5495149" y="382959"/>
                  </a:lnTo>
                  <a:lnTo>
                    <a:pt x="5435726" y="330320"/>
                  </a:lnTo>
                  <a:lnTo>
                    <a:pt x="5371709" y="282482"/>
                  </a:lnTo>
                  <a:lnTo>
                    <a:pt x="5302853" y="238967"/>
                  </a:lnTo>
                  <a:lnTo>
                    <a:pt x="5229205" y="199412"/>
                  </a:lnTo>
                  <a:lnTo>
                    <a:pt x="5151209" y="163581"/>
                  </a:lnTo>
                  <a:lnTo>
                    <a:pt x="5069819" y="131354"/>
                  </a:lnTo>
                  <a:lnTo>
                    <a:pt x="4986588" y="102713"/>
                  </a:lnTo>
                  <a:lnTo>
                    <a:pt x="4903689" y="77712"/>
                  </a:lnTo>
                  <a:lnTo>
                    <a:pt x="4823823" y="56431"/>
                  </a:lnTo>
                  <a:lnTo>
                    <a:pt x="4749992" y="38917"/>
                  </a:lnTo>
                  <a:lnTo>
                    <a:pt x="4685119" y="25126"/>
                  </a:lnTo>
                  <a:lnTo>
                    <a:pt x="4631598" y="14870"/>
                  </a:lnTo>
                  <a:lnTo>
                    <a:pt x="4590853" y="7799"/>
                  </a:lnTo>
                  <a:lnTo>
                    <a:pt x="4563030" y="3408"/>
                  </a:lnTo>
                  <a:lnTo>
                    <a:pt x="4546903" y="1087"/>
                  </a:lnTo>
                  <a:lnTo>
                    <a:pt x="4539953" y="171"/>
                  </a:lnTo>
                  <a:lnTo>
                    <a:pt x="4538549" y="0"/>
                  </a:lnTo>
                  <a:lnTo>
                    <a:pt x="4538543" y="0"/>
                  </a:lnTo>
                  <a:lnTo>
                    <a:pt x="4016409" y="0"/>
                  </a:lnTo>
                  <a:lnTo>
                    <a:pt x="4015557" y="101"/>
                  </a:lnTo>
                  <a:lnTo>
                    <a:pt x="4009939" y="823"/>
                  </a:lnTo>
                  <a:lnTo>
                    <a:pt x="3995715" y="2819"/>
                  </a:lnTo>
                  <a:lnTo>
                    <a:pt x="3970137" y="6751"/>
                  </a:lnTo>
                  <a:lnTo>
                    <a:pt x="3931725" y="13242"/>
                  </a:lnTo>
                  <a:lnTo>
                    <a:pt x="3880377" y="22817"/>
                  </a:lnTo>
                  <a:lnTo>
                    <a:pt x="3817305" y="35853"/>
                  </a:lnTo>
                  <a:lnTo>
                    <a:pt x="3744769" y="52567"/>
                  </a:lnTo>
                  <a:lnTo>
                    <a:pt x="3665644" y="73025"/>
                  </a:lnTo>
                  <a:lnTo>
                    <a:pt x="3582959" y="97191"/>
                  </a:lnTo>
                  <a:lnTo>
                    <a:pt x="3499503" y="124988"/>
                  </a:lnTo>
                  <a:lnTo>
                    <a:pt x="3417557" y="156353"/>
                  </a:lnTo>
                  <a:lnTo>
                    <a:pt x="3338789" y="191290"/>
                  </a:lnTo>
                  <a:lnTo>
                    <a:pt x="3264258" y="229898"/>
                  </a:lnTo>
                  <a:lnTo>
                    <a:pt x="3194487" y="272393"/>
                  </a:lnTo>
                  <a:lnTo>
                    <a:pt x="3129582" y="319114"/>
                  </a:lnTo>
                  <a:lnTo>
                    <a:pt x="3069342" y="370519"/>
                  </a:lnTo>
                  <a:lnTo>
                    <a:pt x="3013354" y="427178"/>
                  </a:lnTo>
                  <a:lnTo>
                    <a:pt x="2961080" y="489749"/>
                  </a:lnTo>
                  <a:lnTo>
                    <a:pt x="2911910" y="558950"/>
                  </a:lnTo>
                  <a:lnTo>
                    <a:pt x="2865215" y="635498"/>
                  </a:lnTo>
                  <a:lnTo>
                    <a:pt x="2820386" y="720015"/>
                  </a:lnTo>
                  <a:lnTo>
                    <a:pt x="2776875" y="812877"/>
                  </a:lnTo>
                  <a:lnTo>
                    <a:pt x="2770117" y="828251"/>
                  </a:lnTo>
                  <a:lnTo>
                    <a:pt x="2740818" y="897808"/>
                  </a:lnTo>
                  <a:lnTo>
                    <a:pt x="2711767" y="971367"/>
                  </a:lnTo>
                  <a:lnTo>
                    <a:pt x="2682848" y="1049006"/>
                  </a:lnTo>
                  <a:lnTo>
                    <a:pt x="2653965" y="1130768"/>
                  </a:lnTo>
                  <a:lnTo>
                    <a:pt x="2625038" y="1216653"/>
                  </a:lnTo>
                  <a:lnTo>
                    <a:pt x="2596006" y="1306614"/>
                  </a:lnTo>
                  <a:lnTo>
                    <a:pt x="2566821" y="1400559"/>
                  </a:lnTo>
                  <a:lnTo>
                    <a:pt x="2537448" y="1498343"/>
                  </a:lnTo>
                  <a:lnTo>
                    <a:pt x="2507866" y="1599770"/>
                  </a:lnTo>
                  <a:lnTo>
                    <a:pt x="2478065" y="1704591"/>
                  </a:lnTo>
                  <a:lnTo>
                    <a:pt x="2448048" y="1812506"/>
                  </a:lnTo>
                  <a:lnTo>
                    <a:pt x="2417826" y="1923165"/>
                  </a:lnTo>
                  <a:lnTo>
                    <a:pt x="2387420" y="2036174"/>
                  </a:lnTo>
                  <a:lnTo>
                    <a:pt x="2356859" y="2151099"/>
                  </a:lnTo>
                  <a:lnTo>
                    <a:pt x="2326178" y="2267470"/>
                  </a:lnTo>
                  <a:lnTo>
                    <a:pt x="2295416" y="2384793"/>
                  </a:lnTo>
                  <a:lnTo>
                    <a:pt x="2264616" y="2502558"/>
                  </a:lnTo>
                  <a:lnTo>
                    <a:pt x="2233824" y="2620244"/>
                  </a:lnTo>
                  <a:lnTo>
                    <a:pt x="2203082" y="2737333"/>
                  </a:lnTo>
                  <a:lnTo>
                    <a:pt x="2172433" y="2853318"/>
                  </a:lnTo>
                  <a:lnTo>
                    <a:pt x="2141915" y="2967711"/>
                  </a:lnTo>
                  <a:lnTo>
                    <a:pt x="2111562" y="3080054"/>
                  </a:lnTo>
                  <a:lnTo>
                    <a:pt x="2081400" y="3189924"/>
                  </a:lnTo>
                  <a:lnTo>
                    <a:pt x="2051448" y="3296938"/>
                  </a:lnTo>
                  <a:lnTo>
                    <a:pt x="2021713" y="3400763"/>
                  </a:lnTo>
                  <a:lnTo>
                    <a:pt x="1992196" y="3501112"/>
                  </a:lnTo>
                  <a:lnTo>
                    <a:pt x="1962882" y="3597755"/>
                  </a:lnTo>
                  <a:lnTo>
                    <a:pt x="1933747" y="3690509"/>
                  </a:lnTo>
                  <a:lnTo>
                    <a:pt x="1904753" y="3779246"/>
                  </a:lnTo>
                  <a:lnTo>
                    <a:pt x="1875847" y="3863887"/>
                  </a:lnTo>
                  <a:lnTo>
                    <a:pt x="1846962" y="3944401"/>
                  </a:lnTo>
                  <a:lnTo>
                    <a:pt x="1818014" y="4020801"/>
                  </a:lnTo>
                  <a:lnTo>
                    <a:pt x="1788901" y="4093140"/>
                  </a:lnTo>
                  <a:lnTo>
                    <a:pt x="1768425" y="4141258"/>
                  </a:lnTo>
                  <a:lnTo>
                    <a:pt x="1725077" y="4235440"/>
                  </a:lnTo>
                  <a:lnTo>
                    <a:pt x="1680490" y="4321254"/>
                  </a:lnTo>
                  <a:lnTo>
                    <a:pt x="1634128" y="4399019"/>
                  </a:lnTo>
                  <a:lnTo>
                    <a:pt x="1585389" y="4469330"/>
                  </a:lnTo>
                  <a:lnTo>
                    <a:pt x="1533645" y="4532896"/>
                  </a:lnTo>
                  <a:lnTo>
                    <a:pt x="1478280" y="4590439"/>
                  </a:lnTo>
                  <a:lnTo>
                    <a:pt x="1418740" y="4642630"/>
                  </a:lnTo>
                  <a:lnTo>
                    <a:pt x="1354589" y="4690055"/>
                  </a:lnTo>
                  <a:lnTo>
                    <a:pt x="1285586" y="4733190"/>
                  </a:lnTo>
                  <a:lnTo>
                    <a:pt x="1211781" y="4772392"/>
                  </a:lnTo>
                  <a:lnTo>
                    <a:pt x="1133624" y="4807897"/>
                  </a:lnTo>
                  <a:lnTo>
                    <a:pt x="1052084" y="4839822"/>
                  </a:lnTo>
                  <a:lnTo>
                    <a:pt x="968729" y="4868183"/>
                  </a:lnTo>
                  <a:lnTo>
                    <a:pt x="885749" y="4892926"/>
                  </a:lnTo>
                  <a:lnTo>
                    <a:pt x="805865" y="4913972"/>
                  </a:lnTo>
                  <a:lnTo>
                    <a:pt x="732092" y="4931273"/>
                  </a:lnTo>
                  <a:lnTo>
                    <a:pt x="667360" y="4944879"/>
                  </a:lnTo>
                  <a:lnTo>
                    <a:pt x="614056" y="4954977"/>
                  </a:lnTo>
                  <a:lnTo>
                    <a:pt x="573579" y="4961922"/>
                  </a:lnTo>
                  <a:lnTo>
                    <a:pt x="546046" y="4966217"/>
                  </a:lnTo>
                  <a:lnTo>
                    <a:pt x="530187" y="4968474"/>
                  </a:lnTo>
                  <a:lnTo>
                    <a:pt x="523443" y="4969353"/>
                  </a:lnTo>
                  <a:lnTo>
                    <a:pt x="522136" y="4969510"/>
                  </a:lnTo>
                  <a:lnTo>
                    <a:pt x="522133" y="4969510"/>
                  </a:lnTo>
                  <a:lnTo>
                    <a:pt x="0" y="4969510"/>
                  </a:lnTo>
                  <a:lnTo>
                    <a:pt x="0" y="496951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925" name="pg1925"/>
            <p:cNvSpPr/>
            <p:nvPr/>
          </p:nvSpPr>
          <p:spPr>
            <a:xfrm>
              <a:off x="386606" y="959658"/>
              <a:ext cx="8554953" cy="4828331"/>
            </a:xfrm>
            <a:custGeom>
              <a:avLst/>
              <a:pathLst>
                <a:path w="8554953" h="4828331">
                  <a:moveTo>
                    <a:pt x="0" y="4828331"/>
                  </a:moveTo>
                  <a:lnTo>
                    <a:pt x="522133" y="4828331"/>
                  </a:lnTo>
                  <a:lnTo>
                    <a:pt x="522996" y="4828231"/>
                  </a:lnTo>
                  <a:lnTo>
                    <a:pt x="528685" y="4827521"/>
                  </a:lnTo>
                  <a:lnTo>
                    <a:pt x="543081" y="4825559"/>
                  </a:lnTo>
                  <a:lnTo>
                    <a:pt x="568957" y="4821693"/>
                  </a:lnTo>
                  <a:lnTo>
                    <a:pt x="607790" y="4815312"/>
                  </a:lnTo>
                  <a:lnTo>
                    <a:pt x="659658" y="4805904"/>
                  </a:lnTo>
                  <a:lnTo>
                    <a:pt x="723302" y="4793099"/>
                  </a:lnTo>
                  <a:lnTo>
                    <a:pt x="796411" y="4776692"/>
                  </a:lnTo>
                  <a:lnTo>
                    <a:pt x="876061" y="4756619"/>
                  </a:lnTo>
                  <a:lnTo>
                    <a:pt x="959185" y="4732919"/>
                  </a:lnTo>
                  <a:lnTo>
                    <a:pt x="1042978" y="4705669"/>
                  </a:lnTo>
                  <a:lnTo>
                    <a:pt x="1125152" y="4674927"/>
                  </a:lnTo>
                  <a:lnTo>
                    <a:pt x="1204051" y="4640687"/>
                  </a:lnTo>
                  <a:lnTo>
                    <a:pt x="1278636" y="4602844"/>
                  </a:lnTo>
                  <a:lnTo>
                    <a:pt x="1348402" y="4561179"/>
                  </a:lnTo>
                  <a:lnTo>
                    <a:pt x="1413264" y="4515353"/>
                  </a:lnTo>
                  <a:lnTo>
                    <a:pt x="1473445" y="4464906"/>
                  </a:lnTo>
                  <a:lnTo>
                    <a:pt x="1529372" y="4409273"/>
                  </a:lnTo>
                  <a:lnTo>
                    <a:pt x="1581601" y="4347799"/>
                  </a:lnTo>
                  <a:lnTo>
                    <a:pt x="1630750" y="4279776"/>
                  </a:lnTo>
                  <a:lnTo>
                    <a:pt x="1677456" y="4204505"/>
                  </a:lnTo>
                  <a:lnTo>
                    <a:pt x="1722334" y="4121387"/>
                  </a:lnTo>
                  <a:lnTo>
                    <a:pt x="1765930" y="4030086"/>
                  </a:lnTo>
                  <a:lnTo>
                    <a:pt x="1768425" y="4024550"/>
                  </a:lnTo>
                  <a:lnTo>
                    <a:pt x="1798126" y="3956090"/>
                  </a:lnTo>
                  <a:lnTo>
                    <a:pt x="1827574" y="3883637"/>
                  </a:lnTo>
                  <a:lnTo>
                    <a:pt x="1856890" y="3807112"/>
                  </a:lnTo>
                  <a:lnTo>
                    <a:pt x="1886172" y="3726475"/>
                  </a:lnTo>
                  <a:lnTo>
                    <a:pt x="1915503" y="3641727"/>
                  </a:lnTo>
                  <a:lnTo>
                    <a:pt x="1944946" y="3552918"/>
                  </a:lnTo>
                  <a:lnTo>
                    <a:pt x="1974550" y="3460145"/>
                  </a:lnTo>
                  <a:lnTo>
                    <a:pt x="2004349" y="3363560"/>
                  </a:lnTo>
                  <a:lnTo>
                    <a:pt x="2034365" y="3263367"/>
                  </a:lnTo>
                  <a:lnTo>
                    <a:pt x="2064606" y="3159823"/>
                  </a:lnTo>
                  <a:lnTo>
                    <a:pt x="2095069" y="3053238"/>
                  </a:lnTo>
                  <a:lnTo>
                    <a:pt x="2125739" y="2943973"/>
                  </a:lnTo>
                  <a:lnTo>
                    <a:pt x="2156594" y="2832434"/>
                  </a:lnTo>
                  <a:lnTo>
                    <a:pt x="2187602" y="2719065"/>
                  </a:lnTo>
                  <a:lnTo>
                    <a:pt x="2218726" y="2604348"/>
                  </a:lnTo>
                  <a:lnTo>
                    <a:pt x="2249924" y="2488785"/>
                  </a:lnTo>
                  <a:lnTo>
                    <a:pt x="2281151" y="2372895"/>
                  </a:lnTo>
                  <a:lnTo>
                    <a:pt x="2312360" y="2257207"/>
                  </a:lnTo>
                  <a:lnTo>
                    <a:pt x="2343506" y="2142240"/>
                  </a:lnTo>
                  <a:lnTo>
                    <a:pt x="2374546" y="2028505"/>
                  </a:lnTo>
                  <a:lnTo>
                    <a:pt x="2405441" y="1916486"/>
                  </a:lnTo>
                  <a:lnTo>
                    <a:pt x="2436157" y="1806639"/>
                  </a:lnTo>
                  <a:lnTo>
                    <a:pt x="2466671" y="1699378"/>
                  </a:lnTo>
                  <a:lnTo>
                    <a:pt x="2496966" y="1595077"/>
                  </a:lnTo>
                  <a:lnTo>
                    <a:pt x="2527035" y="1494057"/>
                  </a:lnTo>
                  <a:lnTo>
                    <a:pt x="2556885" y="1396588"/>
                  </a:lnTo>
                  <a:lnTo>
                    <a:pt x="2586534" y="1302889"/>
                  </a:lnTo>
                  <a:lnTo>
                    <a:pt x="2616011" y="1213121"/>
                  </a:lnTo>
                  <a:lnTo>
                    <a:pt x="2645363" y="1127395"/>
                  </a:lnTo>
                  <a:lnTo>
                    <a:pt x="2674650" y="1045773"/>
                  </a:lnTo>
                  <a:lnTo>
                    <a:pt x="2703950" y="968267"/>
                  </a:lnTo>
                  <a:lnTo>
                    <a:pt x="2733356" y="894847"/>
                  </a:lnTo>
                  <a:lnTo>
                    <a:pt x="2762985" y="825441"/>
                  </a:lnTo>
                  <a:lnTo>
                    <a:pt x="2770117" y="809427"/>
                  </a:lnTo>
                  <a:lnTo>
                    <a:pt x="2813654" y="717652"/>
                  </a:lnTo>
                  <a:lnTo>
                    <a:pt x="2858444" y="634066"/>
                  </a:lnTo>
                  <a:lnTo>
                    <a:pt x="2905028" y="558355"/>
                  </a:lnTo>
                  <a:lnTo>
                    <a:pt x="2954018" y="489931"/>
                  </a:lnTo>
                  <a:lnTo>
                    <a:pt x="3006051" y="428097"/>
                  </a:lnTo>
                  <a:lnTo>
                    <a:pt x="3061749" y="372144"/>
                  </a:lnTo>
                  <a:lnTo>
                    <a:pt x="3121670" y="321414"/>
                  </a:lnTo>
                  <a:lnTo>
                    <a:pt x="3186253" y="275334"/>
                  </a:lnTo>
                  <a:lnTo>
                    <a:pt x="3255733" y="233439"/>
                  </a:lnTo>
                  <a:lnTo>
                    <a:pt x="3330048" y="195382"/>
                  </a:lnTo>
                  <a:lnTo>
                    <a:pt x="3408720" y="160937"/>
                  </a:lnTo>
                  <a:lnTo>
                    <a:pt x="3490744" y="129993"/>
                  </a:lnTo>
                  <a:lnTo>
                    <a:pt x="3574500" y="102540"/>
                  </a:lnTo>
                  <a:lnTo>
                    <a:pt x="3657735" y="78632"/>
                  </a:lnTo>
                  <a:lnTo>
                    <a:pt x="3737668" y="58348"/>
                  </a:lnTo>
                  <a:lnTo>
                    <a:pt x="3811240" y="41728"/>
                  </a:lnTo>
                  <a:lnTo>
                    <a:pt x="3875503" y="28719"/>
                  </a:lnTo>
                  <a:lnTo>
                    <a:pt x="3928099" y="19123"/>
                  </a:lnTo>
                  <a:lnTo>
                    <a:pt x="3967698" y="12580"/>
                  </a:lnTo>
                  <a:lnTo>
                    <a:pt x="3994296" y="8584"/>
                  </a:lnTo>
                  <a:lnTo>
                    <a:pt x="4009294" y="6530"/>
                  </a:lnTo>
                  <a:lnTo>
                    <a:pt x="4015391" y="5765"/>
                  </a:lnTo>
                  <a:lnTo>
                    <a:pt x="4016409" y="5647"/>
                  </a:lnTo>
                  <a:lnTo>
                    <a:pt x="4538543" y="5647"/>
                  </a:lnTo>
                  <a:lnTo>
                    <a:pt x="4539794" y="5679"/>
                  </a:lnTo>
                  <a:lnTo>
                    <a:pt x="4547973" y="5912"/>
                  </a:lnTo>
                  <a:lnTo>
                    <a:pt x="4568432" y="6556"/>
                  </a:lnTo>
                  <a:lnTo>
                    <a:pt x="4604601" y="7821"/>
                  </a:lnTo>
                  <a:lnTo>
                    <a:pt x="4657682" y="9892"/>
                  </a:lnTo>
                  <a:lnTo>
                    <a:pt x="4726584" y="12911"/>
                  </a:lnTo>
                  <a:lnTo>
                    <a:pt x="4808302" y="16957"/>
                  </a:lnTo>
                  <a:lnTo>
                    <a:pt x="4898665" y="22057"/>
                  </a:lnTo>
                  <a:lnTo>
                    <a:pt x="4993218" y="28200"/>
                  </a:lnTo>
                  <a:lnTo>
                    <a:pt x="5087968" y="35360"/>
                  </a:lnTo>
                  <a:lnTo>
                    <a:pt x="5179828" y="43524"/>
                  </a:lnTo>
                  <a:lnTo>
                    <a:pt x="5266757" y="52706"/>
                  </a:lnTo>
                  <a:lnTo>
                    <a:pt x="5347676" y="62961"/>
                  </a:lnTo>
                  <a:lnTo>
                    <a:pt x="5422280" y="74386"/>
                  </a:lnTo>
                  <a:lnTo>
                    <a:pt x="5490816" y="87124"/>
                  </a:lnTo>
                  <a:lnTo>
                    <a:pt x="5553893" y="101359"/>
                  </a:lnTo>
                  <a:lnTo>
                    <a:pt x="5612327" y="117306"/>
                  </a:lnTo>
                  <a:lnTo>
                    <a:pt x="5667033" y="135196"/>
                  </a:lnTo>
                  <a:lnTo>
                    <a:pt x="5718933" y="155249"/>
                  </a:lnTo>
                  <a:lnTo>
                    <a:pt x="5768881" y="177625"/>
                  </a:lnTo>
                  <a:lnTo>
                    <a:pt x="5784835" y="185415"/>
                  </a:lnTo>
                  <a:lnTo>
                    <a:pt x="5833774" y="211199"/>
                  </a:lnTo>
                  <a:lnTo>
                    <a:pt x="5882235" y="239452"/>
                  </a:lnTo>
                  <a:lnTo>
                    <a:pt x="5930672" y="270215"/>
                  </a:lnTo>
                  <a:lnTo>
                    <a:pt x="5979402" y="303457"/>
                  </a:lnTo>
                  <a:lnTo>
                    <a:pt x="6028630" y="339063"/>
                  </a:lnTo>
                  <a:lnTo>
                    <a:pt x="6078453" y="376830"/>
                  </a:lnTo>
                  <a:lnTo>
                    <a:pt x="6128878" y="416467"/>
                  </a:lnTo>
                  <a:lnTo>
                    <a:pt x="6179835" y="457600"/>
                  </a:lnTo>
                  <a:lnTo>
                    <a:pt x="6231187" y="499784"/>
                  </a:lnTo>
                  <a:lnTo>
                    <a:pt x="6282754" y="542522"/>
                  </a:lnTo>
                  <a:lnTo>
                    <a:pt x="6334334" y="585290"/>
                  </a:lnTo>
                  <a:lnTo>
                    <a:pt x="6385720" y="627563"/>
                  </a:lnTo>
                  <a:lnTo>
                    <a:pt x="6436729" y="668838"/>
                  </a:lnTo>
                  <a:lnTo>
                    <a:pt x="6487220" y="708665"/>
                  </a:lnTo>
                  <a:lnTo>
                    <a:pt x="6537112" y="746660"/>
                  </a:lnTo>
                  <a:lnTo>
                    <a:pt x="6586404" y="782523"/>
                  </a:lnTo>
                  <a:lnTo>
                    <a:pt x="6635183" y="816041"/>
                  </a:lnTo>
                  <a:lnTo>
                    <a:pt x="6683639" y="847089"/>
                  </a:lnTo>
                  <a:lnTo>
                    <a:pt x="6732077" y="875626"/>
                  </a:lnTo>
                  <a:lnTo>
                    <a:pt x="6780935" y="901685"/>
                  </a:lnTo>
                  <a:lnTo>
                    <a:pt x="6786527" y="904488"/>
                  </a:lnTo>
                  <a:lnTo>
                    <a:pt x="6836002" y="927633"/>
                  </a:lnTo>
                  <a:lnTo>
                    <a:pt x="6887178" y="948430"/>
                  </a:lnTo>
                  <a:lnTo>
                    <a:pt x="6940872" y="967001"/>
                  </a:lnTo>
                  <a:lnTo>
                    <a:pt x="6997991" y="983554"/>
                  </a:lnTo>
                  <a:lnTo>
                    <a:pt x="7059461" y="998321"/>
                  </a:lnTo>
                  <a:lnTo>
                    <a:pt x="7126141" y="1011525"/>
                  </a:lnTo>
                  <a:lnTo>
                    <a:pt x="7198723" y="1023360"/>
                  </a:lnTo>
                  <a:lnTo>
                    <a:pt x="7277590" y="1033982"/>
                  </a:lnTo>
                  <a:lnTo>
                    <a:pt x="7362639" y="1043505"/>
                  </a:lnTo>
                  <a:lnTo>
                    <a:pt x="7453069" y="1051996"/>
                  </a:lnTo>
                  <a:lnTo>
                    <a:pt x="7547167" y="1059484"/>
                  </a:lnTo>
                  <a:lnTo>
                    <a:pt x="7642185" y="1065960"/>
                  </a:lnTo>
                  <a:lnTo>
                    <a:pt x="7734390" y="1071402"/>
                  </a:lnTo>
                  <a:lnTo>
                    <a:pt x="7819410" y="1075791"/>
                  </a:lnTo>
                  <a:lnTo>
                    <a:pt x="7892886" y="1079138"/>
                  </a:lnTo>
                  <a:lnTo>
                    <a:pt x="7951339" y="1081505"/>
                  </a:lnTo>
                  <a:lnTo>
                    <a:pt x="7992992" y="1083013"/>
                  </a:lnTo>
                  <a:lnTo>
                    <a:pt x="8018289" y="1083837"/>
                  </a:lnTo>
                  <a:lnTo>
                    <a:pt x="8029962" y="1084180"/>
                  </a:lnTo>
                  <a:lnTo>
                    <a:pt x="8032819" y="1084256"/>
                  </a:lnTo>
                  <a:lnTo>
                    <a:pt x="8554953" y="1084256"/>
                  </a:lnTo>
                  <a:lnTo>
                    <a:pt x="8554953" y="1078609"/>
                  </a:lnTo>
                  <a:lnTo>
                    <a:pt x="8032819" y="1078609"/>
                  </a:lnTo>
                  <a:lnTo>
                    <a:pt x="8031568" y="1078577"/>
                  </a:lnTo>
                  <a:lnTo>
                    <a:pt x="8023389" y="1078344"/>
                  </a:lnTo>
                  <a:lnTo>
                    <a:pt x="8002930" y="1077700"/>
                  </a:lnTo>
                  <a:lnTo>
                    <a:pt x="7966761" y="1076435"/>
                  </a:lnTo>
                  <a:lnTo>
                    <a:pt x="7913680" y="1074364"/>
                  </a:lnTo>
                  <a:lnTo>
                    <a:pt x="7844778" y="1071345"/>
                  </a:lnTo>
                  <a:lnTo>
                    <a:pt x="7763060" y="1067299"/>
                  </a:lnTo>
                  <a:lnTo>
                    <a:pt x="7672697" y="1062199"/>
                  </a:lnTo>
                  <a:lnTo>
                    <a:pt x="7578144" y="1056056"/>
                  </a:lnTo>
                  <a:lnTo>
                    <a:pt x="7483394" y="1048895"/>
                  </a:lnTo>
                  <a:lnTo>
                    <a:pt x="7391534" y="1040732"/>
                  </a:lnTo>
                  <a:lnTo>
                    <a:pt x="7304605" y="1031549"/>
                  </a:lnTo>
                  <a:lnTo>
                    <a:pt x="7223686" y="1021295"/>
                  </a:lnTo>
                  <a:lnTo>
                    <a:pt x="7149082" y="1009870"/>
                  </a:lnTo>
                  <a:lnTo>
                    <a:pt x="7080546" y="997131"/>
                  </a:lnTo>
                  <a:lnTo>
                    <a:pt x="7017469" y="982897"/>
                  </a:lnTo>
                  <a:lnTo>
                    <a:pt x="6959035" y="966950"/>
                  </a:lnTo>
                  <a:lnTo>
                    <a:pt x="6904329" y="949060"/>
                  </a:lnTo>
                  <a:lnTo>
                    <a:pt x="6852429" y="929007"/>
                  </a:lnTo>
                  <a:lnTo>
                    <a:pt x="6802481" y="906631"/>
                  </a:lnTo>
                  <a:lnTo>
                    <a:pt x="6786527" y="898841"/>
                  </a:lnTo>
                  <a:lnTo>
                    <a:pt x="6737588" y="873057"/>
                  </a:lnTo>
                  <a:lnTo>
                    <a:pt x="6689126" y="844804"/>
                  </a:lnTo>
                  <a:lnTo>
                    <a:pt x="6640690" y="814040"/>
                  </a:lnTo>
                  <a:lnTo>
                    <a:pt x="6591960" y="780798"/>
                  </a:lnTo>
                  <a:lnTo>
                    <a:pt x="6542732" y="745193"/>
                  </a:lnTo>
                  <a:lnTo>
                    <a:pt x="6492909" y="707426"/>
                  </a:lnTo>
                  <a:lnTo>
                    <a:pt x="6442484" y="667789"/>
                  </a:lnTo>
                  <a:lnTo>
                    <a:pt x="6391527" y="626656"/>
                  </a:lnTo>
                  <a:lnTo>
                    <a:pt x="6340175" y="584472"/>
                  </a:lnTo>
                  <a:lnTo>
                    <a:pt x="6288608" y="541734"/>
                  </a:lnTo>
                  <a:lnTo>
                    <a:pt x="6237028" y="498965"/>
                  </a:lnTo>
                  <a:lnTo>
                    <a:pt x="6185642" y="456693"/>
                  </a:lnTo>
                  <a:lnTo>
                    <a:pt x="6134633" y="415418"/>
                  </a:lnTo>
                  <a:lnTo>
                    <a:pt x="6084142" y="375591"/>
                  </a:lnTo>
                  <a:lnTo>
                    <a:pt x="6034250" y="337596"/>
                  </a:lnTo>
                  <a:lnTo>
                    <a:pt x="5984958" y="301733"/>
                  </a:lnTo>
                  <a:lnTo>
                    <a:pt x="5936179" y="268215"/>
                  </a:lnTo>
                  <a:lnTo>
                    <a:pt x="5887723" y="237167"/>
                  </a:lnTo>
                  <a:lnTo>
                    <a:pt x="5839285" y="208630"/>
                  </a:lnTo>
                  <a:lnTo>
                    <a:pt x="5790427" y="182571"/>
                  </a:lnTo>
                  <a:lnTo>
                    <a:pt x="5784835" y="179768"/>
                  </a:lnTo>
                  <a:lnTo>
                    <a:pt x="5735360" y="156623"/>
                  </a:lnTo>
                  <a:lnTo>
                    <a:pt x="5684183" y="135826"/>
                  </a:lnTo>
                  <a:lnTo>
                    <a:pt x="5630490" y="117255"/>
                  </a:lnTo>
                  <a:lnTo>
                    <a:pt x="5573371" y="100702"/>
                  </a:lnTo>
                  <a:lnTo>
                    <a:pt x="5511901" y="85935"/>
                  </a:lnTo>
                  <a:lnTo>
                    <a:pt x="5445221" y="72731"/>
                  </a:lnTo>
                  <a:lnTo>
                    <a:pt x="5372639" y="60896"/>
                  </a:lnTo>
                  <a:lnTo>
                    <a:pt x="5293772" y="50274"/>
                  </a:lnTo>
                  <a:lnTo>
                    <a:pt x="5208723" y="40751"/>
                  </a:lnTo>
                  <a:lnTo>
                    <a:pt x="5118293" y="32259"/>
                  </a:lnTo>
                  <a:lnTo>
                    <a:pt x="5024195" y="24772"/>
                  </a:lnTo>
                  <a:lnTo>
                    <a:pt x="4929177" y="18296"/>
                  </a:lnTo>
                  <a:lnTo>
                    <a:pt x="4836972" y="12854"/>
                  </a:lnTo>
                  <a:lnTo>
                    <a:pt x="4751952" y="8465"/>
                  </a:lnTo>
                  <a:lnTo>
                    <a:pt x="4678476" y="5118"/>
                  </a:lnTo>
                  <a:lnTo>
                    <a:pt x="4620023" y="2751"/>
                  </a:lnTo>
                  <a:lnTo>
                    <a:pt x="4578370" y="1243"/>
                  </a:lnTo>
                  <a:lnTo>
                    <a:pt x="4553073" y="419"/>
                  </a:lnTo>
                  <a:lnTo>
                    <a:pt x="4541399" y="76"/>
                  </a:lnTo>
                  <a:lnTo>
                    <a:pt x="4538543" y="0"/>
                  </a:lnTo>
                  <a:lnTo>
                    <a:pt x="4016409" y="0"/>
                  </a:lnTo>
                  <a:lnTo>
                    <a:pt x="4015547" y="99"/>
                  </a:lnTo>
                  <a:lnTo>
                    <a:pt x="4009858" y="809"/>
                  </a:lnTo>
                  <a:lnTo>
                    <a:pt x="3995461" y="2772"/>
                  </a:lnTo>
                  <a:lnTo>
                    <a:pt x="3969586" y="6637"/>
                  </a:lnTo>
                  <a:lnTo>
                    <a:pt x="3930752" y="13018"/>
                  </a:lnTo>
                  <a:lnTo>
                    <a:pt x="3878884" y="22426"/>
                  </a:lnTo>
                  <a:lnTo>
                    <a:pt x="3815240" y="35231"/>
                  </a:lnTo>
                  <a:lnTo>
                    <a:pt x="3742131" y="51638"/>
                  </a:lnTo>
                  <a:lnTo>
                    <a:pt x="3662481" y="71711"/>
                  </a:lnTo>
                  <a:lnTo>
                    <a:pt x="3579357" y="95411"/>
                  </a:lnTo>
                  <a:lnTo>
                    <a:pt x="3495564" y="122661"/>
                  </a:lnTo>
                  <a:lnTo>
                    <a:pt x="3413390" y="153403"/>
                  </a:lnTo>
                  <a:lnTo>
                    <a:pt x="3334491" y="187643"/>
                  </a:lnTo>
                  <a:lnTo>
                    <a:pt x="3259906" y="225486"/>
                  </a:lnTo>
                  <a:lnTo>
                    <a:pt x="3190141" y="267151"/>
                  </a:lnTo>
                  <a:lnTo>
                    <a:pt x="3125278" y="312977"/>
                  </a:lnTo>
                  <a:lnTo>
                    <a:pt x="3065098" y="363424"/>
                  </a:lnTo>
                  <a:lnTo>
                    <a:pt x="3009170" y="419057"/>
                  </a:lnTo>
                  <a:lnTo>
                    <a:pt x="2956942" y="480531"/>
                  </a:lnTo>
                  <a:lnTo>
                    <a:pt x="2907793" y="548554"/>
                  </a:lnTo>
                  <a:lnTo>
                    <a:pt x="2861086" y="623826"/>
                  </a:lnTo>
                  <a:lnTo>
                    <a:pt x="2816208" y="706944"/>
                  </a:lnTo>
                  <a:lnTo>
                    <a:pt x="2772612" y="798244"/>
                  </a:lnTo>
                  <a:lnTo>
                    <a:pt x="2770117" y="803780"/>
                  </a:lnTo>
                  <a:lnTo>
                    <a:pt x="2740416" y="872241"/>
                  </a:lnTo>
                  <a:lnTo>
                    <a:pt x="2710968" y="944693"/>
                  </a:lnTo>
                  <a:lnTo>
                    <a:pt x="2681652" y="1021218"/>
                  </a:lnTo>
                  <a:lnTo>
                    <a:pt x="2652370" y="1101855"/>
                  </a:lnTo>
                  <a:lnTo>
                    <a:pt x="2623039" y="1186603"/>
                  </a:lnTo>
                  <a:lnTo>
                    <a:pt x="2593597" y="1275413"/>
                  </a:lnTo>
                  <a:lnTo>
                    <a:pt x="2563993" y="1368185"/>
                  </a:lnTo>
                  <a:lnTo>
                    <a:pt x="2534193" y="1464770"/>
                  </a:lnTo>
                  <a:lnTo>
                    <a:pt x="2504177" y="1564964"/>
                  </a:lnTo>
                  <a:lnTo>
                    <a:pt x="2473936" y="1668508"/>
                  </a:lnTo>
                  <a:lnTo>
                    <a:pt x="2443473" y="1775092"/>
                  </a:lnTo>
                  <a:lnTo>
                    <a:pt x="2412803" y="1884357"/>
                  </a:lnTo>
                  <a:lnTo>
                    <a:pt x="2381948" y="1995897"/>
                  </a:lnTo>
                  <a:lnTo>
                    <a:pt x="2350940" y="2109265"/>
                  </a:lnTo>
                  <a:lnTo>
                    <a:pt x="2319816" y="2223983"/>
                  </a:lnTo>
                  <a:lnTo>
                    <a:pt x="2288618" y="2339546"/>
                  </a:lnTo>
                  <a:lnTo>
                    <a:pt x="2257391" y="2455435"/>
                  </a:lnTo>
                  <a:lnTo>
                    <a:pt x="2226182" y="2571124"/>
                  </a:lnTo>
                  <a:lnTo>
                    <a:pt x="2195036" y="2686090"/>
                  </a:lnTo>
                  <a:lnTo>
                    <a:pt x="2163996" y="2799826"/>
                  </a:lnTo>
                  <a:lnTo>
                    <a:pt x="2133102" y="2911844"/>
                  </a:lnTo>
                  <a:lnTo>
                    <a:pt x="2102385" y="3021692"/>
                  </a:lnTo>
                  <a:lnTo>
                    <a:pt x="2071871" y="3128952"/>
                  </a:lnTo>
                  <a:lnTo>
                    <a:pt x="2041576" y="3233253"/>
                  </a:lnTo>
                  <a:lnTo>
                    <a:pt x="2011507" y="3334273"/>
                  </a:lnTo>
                  <a:lnTo>
                    <a:pt x="1981657" y="3431742"/>
                  </a:lnTo>
                  <a:lnTo>
                    <a:pt x="1952009" y="3525442"/>
                  </a:lnTo>
                  <a:lnTo>
                    <a:pt x="1922531" y="3615210"/>
                  </a:lnTo>
                  <a:lnTo>
                    <a:pt x="1893179" y="3700935"/>
                  </a:lnTo>
                  <a:lnTo>
                    <a:pt x="1863892" y="3782557"/>
                  </a:lnTo>
                  <a:lnTo>
                    <a:pt x="1834593" y="3860063"/>
                  </a:lnTo>
                  <a:lnTo>
                    <a:pt x="1805186" y="3933484"/>
                  </a:lnTo>
                  <a:lnTo>
                    <a:pt x="1775557" y="4002890"/>
                  </a:lnTo>
                  <a:lnTo>
                    <a:pt x="1768425" y="4018903"/>
                  </a:lnTo>
                  <a:lnTo>
                    <a:pt x="1724888" y="4110679"/>
                  </a:lnTo>
                  <a:lnTo>
                    <a:pt x="1680098" y="4194264"/>
                  </a:lnTo>
                  <a:lnTo>
                    <a:pt x="1633514" y="4269976"/>
                  </a:lnTo>
                  <a:lnTo>
                    <a:pt x="1584524" y="4338399"/>
                  </a:lnTo>
                  <a:lnTo>
                    <a:pt x="1532491" y="4400233"/>
                  </a:lnTo>
                  <a:lnTo>
                    <a:pt x="1476793" y="4456186"/>
                  </a:lnTo>
                  <a:lnTo>
                    <a:pt x="1416872" y="4506917"/>
                  </a:lnTo>
                  <a:lnTo>
                    <a:pt x="1352289" y="4552997"/>
                  </a:lnTo>
                  <a:lnTo>
                    <a:pt x="1282809" y="4594892"/>
                  </a:lnTo>
                  <a:lnTo>
                    <a:pt x="1208494" y="4632949"/>
                  </a:lnTo>
                  <a:lnTo>
                    <a:pt x="1129822" y="4667394"/>
                  </a:lnTo>
                  <a:lnTo>
                    <a:pt x="1047798" y="4698337"/>
                  </a:lnTo>
                  <a:lnTo>
                    <a:pt x="964043" y="4725791"/>
                  </a:lnTo>
                  <a:lnTo>
                    <a:pt x="880807" y="4749698"/>
                  </a:lnTo>
                  <a:lnTo>
                    <a:pt x="800874" y="4769983"/>
                  </a:lnTo>
                  <a:lnTo>
                    <a:pt x="727302" y="4786602"/>
                  </a:lnTo>
                  <a:lnTo>
                    <a:pt x="663039" y="4799611"/>
                  </a:lnTo>
                  <a:lnTo>
                    <a:pt x="610443" y="4809207"/>
                  </a:lnTo>
                  <a:lnTo>
                    <a:pt x="570844" y="4815750"/>
                  </a:lnTo>
                  <a:lnTo>
                    <a:pt x="544246" y="4819746"/>
                  </a:lnTo>
                  <a:lnTo>
                    <a:pt x="529248" y="4821801"/>
                  </a:lnTo>
                  <a:lnTo>
                    <a:pt x="523151" y="4822566"/>
                  </a:lnTo>
                  <a:lnTo>
                    <a:pt x="522133" y="4822684"/>
                  </a:lnTo>
                  <a:lnTo>
                    <a:pt x="0" y="4822684"/>
                  </a:lnTo>
                  <a:close/>
                </a:path>
              </a:pathLst>
            </a:custGeom>
            <a:solidFill>
              <a:srgbClr val="F1C40F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1926" name="pl1926"/>
            <p:cNvSpPr/>
            <p:nvPr/>
          </p:nvSpPr>
          <p:spPr>
            <a:xfrm>
              <a:off x="386606" y="965305"/>
              <a:ext cx="8554953" cy="4822684"/>
            </a:xfrm>
            <a:custGeom>
              <a:avLst/>
              <a:pathLst>
                <a:path w="8554953" h="4822684">
                  <a:moveTo>
                    <a:pt x="0" y="4822684"/>
                  </a:moveTo>
                  <a:lnTo>
                    <a:pt x="522133" y="4822684"/>
                  </a:lnTo>
                  <a:lnTo>
                    <a:pt x="522996" y="4822584"/>
                  </a:lnTo>
                  <a:lnTo>
                    <a:pt x="528685" y="4821874"/>
                  </a:lnTo>
                  <a:lnTo>
                    <a:pt x="543081" y="4819912"/>
                  </a:lnTo>
                  <a:lnTo>
                    <a:pt x="568957" y="4816046"/>
                  </a:lnTo>
                  <a:lnTo>
                    <a:pt x="607790" y="4809665"/>
                  </a:lnTo>
                  <a:lnTo>
                    <a:pt x="659658" y="4800257"/>
                  </a:lnTo>
                  <a:lnTo>
                    <a:pt x="723302" y="4787452"/>
                  </a:lnTo>
                  <a:lnTo>
                    <a:pt x="796411" y="4771045"/>
                  </a:lnTo>
                  <a:lnTo>
                    <a:pt x="876061" y="4750972"/>
                  </a:lnTo>
                  <a:lnTo>
                    <a:pt x="959185" y="4727272"/>
                  </a:lnTo>
                  <a:lnTo>
                    <a:pt x="1042978" y="4700022"/>
                  </a:lnTo>
                  <a:lnTo>
                    <a:pt x="1125152" y="4669280"/>
                  </a:lnTo>
                  <a:lnTo>
                    <a:pt x="1204051" y="4635040"/>
                  </a:lnTo>
                  <a:lnTo>
                    <a:pt x="1278636" y="4597197"/>
                  </a:lnTo>
                  <a:lnTo>
                    <a:pt x="1348402" y="4555532"/>
                  </a:lnTo>
                  <a:lnTo>
                    <a:pt x="1413264" y="4509706"/>
                  </a:lnTo>
                  <a:lnTo>
                    <a:pt x="1473445" y="4459259"/>
                  </a:lnTo>
                  <a:lnTo>
                    <a:pt x="1529372" y="4403626"/>
                  </a:lnTo>
                  <a:lnTo>
                    <a:pt x="1581601" y="4342152"/>
                  </a:lnTo>
                  <a:lnTo>
                    <a:pt x="1630750" y="4274129"/>
                  </a:lnTo>
                  <a:lnTo>
                    <a:pt x="1677456" y="4198857"/>
                  </a:lnTo>
                  <a:lnTo>
                    <a:pt x="1722334" y="4115740"/>
                  </a:lnTo>
                  <a:lnTo>
                    <a:pt x="1765930" y="4024439"/>
                  </a:lnTo>
                  <a:lnTo>
                    <a:pt x="1768425" y="4018903"/>
                  </a:lnTo>
                  <a:lnTo>
                    <a:pt x="1798126" y="3950443"/>
                  </a:lnTo>
                  <a:lnTo>
                    <a:pt x="1827574" y="3877990"/>
                  </a:lnTo>
                  <a:lnTo>
                    <a:pt x="1856890" y="3801465"/>
                  </a:lnTo>
                  <a:lnTo>
                    <a:pt x="1886172" y="3720828"/>
                  </a:lnTo>
                  <a:lnTo>
                    <a:pt x="1915503" y="3636080"/>
                  </a:lnTo>
                  <a:lnTo>
                    <a:pt x="1944946" y="3547271"/>
                  </a:lnTo>
                  <a:lnTo>
                    <a:pt x="1974550" y="3454498"/>
                  </a:lnTo>
                  <a:lnTo>
                    <a:pt x="2004349" y="3357913"/>
                  </a:lnTo>
                  <a:lnTo>
                    <a:pt x="2034365" y="3257720"/>
                  </a:lnTo>
                  <a:lnTo>
                    <a:pt x="2064606" y="3154175"/>
                  </a:lnTo>
                  <a:lnTo>
                    <a:pt x="2095069" y="3047591"/>
                  </a:lnTo>
                  <a:lnTo>
                    <a:pt x="2125739" y="2938326"/>
                  </a:lnTo>
                  <a:lnTo>
                    <a:pt x="2156594" y="2826786"/>
                  </a:lnTo>
                  <a:lnTo>
                    <a:pt x="2187602" y="2713418"/>
                  </a:lnTo>
                  <a:lnTo>
                    <a:pt x="2218726" y="2598701"/>
                  </a:lnTo>
                  <a:lnTo>
                    <a:pt x="2249924" y="2483137"/>
                  </a:lnTo>
                  <a:lnTo>
                    <a:pt x="2281151" y="2367248"/>
                  </a:lnTo>
                  <a:lnTo>
                    <a:pt x="2312360" y="2251559"/>
                  </a:lnTo>
                  <a:lnTo>
                    <a:pt x="2343506" y="2136593"/>
                  </a:lnTo>
                  <a:lnTo>
                    <a:pt x="2374546" y="2022858"/>
                  </a:lnTo>
                  <a:lnTo>
                    <a:pt x="2405441" y="1910839"/>
                  </a:lnTo>
                  <a:lnTo>
                    <a:pt x="2436157" y="1800991"/>
                  </a:lnTo>
                  <a:lnTo>
                    <a:pt x="2466671" y="1693731"/>
                  </a:lnTo>
                  <a:lnTo>
                    <a:pt x="2496966" y="1589430"/>
                  </a:lnTo>
                  <a:lnTo>
                    <a:pt x="2527035" y="1488410"/>
                  </a:lnTo>
                  <a:lnTo>
                    <a:pt x="2556885" y="1390941"/>
                  </a:lnTo>
                  <a:lnTo>
                    <a:pt x="2586534" y="1297241"/>
                  </a:lnTo>
                  <a:lnTo>
                    <a:pt x="2616011" y="1207473"/>
                  </a:lnTo>
                  <a:lnTo>
                    <a:pt x="2645363" y="1121748"/>
                  </a:lnTo>
                  <a:lnTo>
                    <a:pt x="2674650" y="1040126"/>
                  </a:lnTo>
                  <a:lnTo>
                    <a:pt x="2703950" y="962620"/>
                  </a:lnTo>
                  <a:lnTo>
                    <a:pt x="2733356" y="889199"/>
                  </a:lnTo>
                  <a:lnTo>
                    <a:pt x="2762985" y="819793"/>
                  </a:lnTo>
                  <a:lnTo>
                    <a:pt x="2770117" y="803780"/>
                  </a:lnTo>
                  <a:lnTo>
                    <a:pt x="2813654" y="712005"/>
                  </a:lnTo>
                  <a:lnTo>
                    <a:pt x="2858444" y="628419"/>
                  </a:lnTo>
                  <a:lnTo>
                    <a:pt x="2905028" y="552707"/>
                  </a:lnTo>
                  <a:lnTo>
                    <a:pt x="2954018" y="484284"/>
                  </a:lnTo>
                  <a:lnTo>
                    <a:pt x="3006051" y="422450"/>
                  </a:lnTo>
                  <a:lnTo>
                    <a:pt x="3061749" y="366497"/>
                  </a:lnTo>
                  <a:lnTo>
                    <a:pt x="3121670" y="315767"/>
                  </a:lnTo>
                  <a:lnTo>
                    <a:pt x="3186253" y="269686"/>
                  </a:lnTo>
                  <a:lnTo>
                    <a:pt x="3255733" y="227791"/>
                  </a:lnTo>
                  <a:lnTo>
                    <a:pt x="3330048" y="189734"/>
                  </a:lnTo>
                  <a:lnTo>
                    <a:pt x="3408720" y="155290"/>
                  </a:lnTo>
                  <a:lnTo>
                    <a:pt x="3490744" y="124346"/>
                  </a:lnTo>
                  <a:lnTo>
                    <a:pt x="3574500" y="96892"/>
                  </a:lnTo>
                  <a:lnTo>
                    <a:pt x="3657735" y="72985"/>
                  </a:lnTo>
                  <a:lnTo>
                    <a:pt x="3737668" y="52701"/>
                  </a:lnTo>
                  <a:lnTo>
                    <a:pt x="3811240" y="36081"/>
                  </a:lnTo>
                  <a:lnTo>
                    <a:pt x="3875503" y="23072"/>
                  </a:lnTo>
                  <a:lnTo>
                    <a:pt x="3928099" y="13476"/>
                  </a:lnTo>
                  <a:lnTo>
                    <a:pt x="3967698" y="6933"/>
                  </a:lnTo>
                  <a:lnTo>
                    <a:pt x="3994296" y="2937"/>
                  </a:lnTo>
                  <a:lnTo>
                    <a:pt x="4009294" y="882"/>
                  </a:lnTo>
                  <a:lnTo>
                    <a:pt x="4015391" y="118"/>
                  </a:lnTo>
                  <a:lnTo>
                    <a:pt x="4016409" y="0"/>
                  </a:lnTo>
                  <a:lnTo>
                    <a:pt x="4016409" y="0"/>
                  </a:lnTo>
                  <a:lnTo>
                    <a:pt x="4538543" y="0"/>
                  </a:lnTo>
                  <a:lnTo>
                    <a:pt x="4539794" y="32"/>
                  </a:lnTo>
                  <a:lnTo>
                    <a:pt x="4547973" y="265"/>
                  </a:lnTo>
                  <a:lnTo>
                    <a:pt x="4568432" y="909"/>
                  </a:lnTo>
                  <a:lnTo>
                    <a:pt x="4604601" y="2174"/>
                  </a:lnTo>
                  <a:lnTo>
                    <a:pt x="4657682" y="4245"/>
                  </a:lnTo>
                  <a:lnTo>
                    <a:pt x="4726584" y="7263"/>
                  </a:lnTo>
                  <a:lnTo>
                    <a:pt x="4808302" y="11310"/>
                  </a:lnTo>
                  <a:lnTo>
                    <a:pt x="4898665" y="16410"/>
                  </a:lnTo>
                  <a:lnTo>
                    <a:pt x="4993218" y="22553"/>
                  </a:lnTo>
                  <a:lnTo>
                    <a:pt x="5087968" y="29713"/>
                  </a:lnTo>
                  <a:lnTo>
                    <a:pt x="5179828" y="37877"/>
                  </a:lnTo>
                  <a:lnTo>
                    <a:pt x="5266757" y="47059"/>
                  </a:lnTo>
                  <a:lnTo>
                    <a:pt x="5347676" y="57314"/>
                  </a:lnTo>
                  <a:lnTo>
                    <a:pt x="5422280" y="68739"/>
                  </a:lnTo>
                  <a:lnTo>
                    <a:pt x="5490816" y="81477"/>
                  </a:lnTo>
                  <a:lnTo>
                    <a:pt x="5553893" y="95712"/>
                  </a:lnTo>
                  <a:lnTo>
                    <a:pt x="5612327" y="111659"/>
                  </a:lnTo>
                  <a:lnTo>
                    <a:pt x="5667033" y="129549"/>
                  </a:lnTo>
                  <a:lnTo>
                    <a:pt x="5718933" y="149602"/>
                  </a:lnTo>
                  <a:lnTo>
                    <a:pt x="5768881" y="171978"/>
                  </a:lnTo>
                  <a:lnTo>
                    <a:pt x="5784835" y="179768"/>
                  </a:lnTo>
                  <a:lnTo>
                    <a:pt x="5833774" y="205551"/>
                  </a:lnTo>
                  <a:lnTo>
                    <a:pt x="5882235" y="233804"/>
                  </a:lnTo>
                  <a:lnTo>
                    <a:pt x="5930672" y="264568"/>
                  </a:lnTo>
                  <a:lnTo>
                    <a:pt x="5979402" y="297810"/>
                  </a:lnTo>
                  <a:lnTo>
                    <a:pt x="6028630" y="333416"/>
                  </a:lnTo>
                  <a:lnTo>
                    <a:pt x="6078453" y="371183"/>
                  </a:lnTo>
                  <a:lnTo>
                    <a:pt x="6128878" y="410820"/>
                  </a:lnTo>
                  <a:lnTo>
                    <a:pt x="6179835" y="451953"/>
                  </a:lnTo>
                  <a:lnTo>
                    <a:pt x="6231187" y="494136"/>
                  </a:lnTo>
                  <a:lnTo>
                    <a:pt x="6282754" y="536875"/>
                  </a:lnTo>
                  <a:lnTo>
                    <a:pt x="6334334" y="579643"/>
                  </a:lnTo>
                  <a:lnTo>
                    <a:pt x="6385720" y="621916"/>
                  </a:lnTo>
                  <a:lnTo>
                    <a:pt x="6436729" y="663191"/>
                  </a:lnTo>
                  <a:lnTo>
                    <a:pt x="6487220" y="703018"/>
                  </a:lnTo>
                  <a:lnTo>
                    <a:pt x="6537112" y="741013"/>
                  </a:lnTo>
                  <a:lnTo>
                    <a:pt x="6586404" y="776876"/>
                  </a:lnTo>
                  <a:lnTo>
                    <a:pt x="6635183" y="810393"/>
                  </a:lnTo>
                  <a:lnTo>
                    <a:pt x="6683639" y="841441"/>
                  </a:lnTo>
                  <a:lnTo>
                    <a:pt x="6732077" y="869978"/>
                  </a:lnTo>
                  <a:lnTo>
                    <a:pt x="6780935" y="896038"/>
                  </a:lnTo>
                  <a:lnTo>
                    <a:pt x="6786527" y="898841"/>
                  </a:lnTo>
                  <a:lnTo>
                    <a:pt x="6836002" y="921986"/>
                  </a:lnTo>
                  <a:lnTo>
                    <a:pt x="6887178" y="942782"/>
                  </a:lnTo>
                  <a:lnTo>
                    <a:pt x="6940872" y="961354"/>
                  </a:lnTo>
                  <a:lnTo>
                    <a:pt x="6997991" y="977907"/>
                  </a:lnTo>
                  <a:lnTo>
                    <a:pt x="7059461" y="992674"/>
                  </a:lnTo>
                  <a:lnTo>
                    <a:pt x="7126141" y="1005878"/>
                  </a:lnTo>
                  <a:lnTo>
                    <a:pt x="7198723" y="1017712"/>
                  </a:lnTo>
                  <a:lnTo>
                    <a:pt x="7277590" y="1028335"/>
                  </a:lnTo>
                  <a:lnTo>
                    <a:pt x="7362639" y="1037858"/>
                  </a:lnTo>
                  <a:lnTo>
                    <a:pt x="7453069" y="1046349"/>
                  </a:lnTo>
                  <a:lnTo>
                    <a:pt x="7547167" y="1053837"/>
                  </a:lnTo>
                  <a:lnTo>
                    <a:pt x="7642185" y="1060313"/>
                  </a:lnTo>
                  <a:lnTo>
                    <a:pt x="7734390" y="1065755"/>
                  </a:lnTo>
                  <a:lnTo>
                    <a:pt x="7819410" y="1070144"/>
                  </a:lnTo>
                  <a:lnTo>
                    <a:pt x="7892886" y="1073491"/>
                  </a:lnTo>
                  <a:lnTo>
                    <a:pt x="7951339" y="1075858"/>
                  </a:lnTo>
                  <a:lnTo>
                    <a:pt x="7992992" y="1077366"/>
                  </a:lnTo>
                  <a:lnTo>
                    <a:pt x="8018289" y="1078190"/>
                  </a:lnTo>
                  <a:lnTo>
                    <a:pt x="8029962" y="1078533"/>
                  </a:lnTo>
                  <a:lnTo>
                    <a:pt x="8032774" y="1078608"/>
                  </a:lnTo>
                  <a:lnTo>
                    <a:pt x="8032819" y="1078609"/>
                  </a:lnTo>
                  <a:lnTo>
                    <a:pt x="8554953" y="1078609"/>
                  </a:lnTo>
                  <a:lnTo>
                    <a:pt x="8554953" y="1078609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927" name="pl1927"/>
            <p:cNvSpPr/>
            <p:nvPr/>
          </p:nvSpPr>
          <p:spPr>
            <a:xfrm>
              <a:off x="386606" y="959658"/>
              <a:ext cx="8554953" cy="4822684"/>
            </a:xfrm>
            <a:custGeom>
              <a:avLst/>
              <a:pathLst>
                <a:path w="8554953" h="4822684">
                  <a:moveTo>
                    <a:pt x="8554953" y="1078609"/>
                  </a:moveTo>
                  <a:lnTo>
                    <a:pt x="8032819" y="1078609"/>
                  </a:lnTo>
                  <a:lnTo>
                    <a:pt x="8031568" y="1078577"/>
                  </a:lnTo>
                  <a:lnTo>
                    <a:pt x="8023389" y="1078344"/>
                  </a:lnTo>
                  <a:lnTo>
                    <a:pt x="8002930" y="1077700"/>
                  </a:lnTo>
                  <a:lnTo>
                    <a:pt x="7966761" y="1076435"/>
                  </a:lnTo>
                  <a:lnTo>
                    <a:pt x="7913680" y="1074364"/>
                  </a:lnTo>
                  <a:lnTo>
                    <a:pt x="7844778" y="1071345"/>
                  </a:lnTo>
                  <a:lnTo>
                    <a:pt x="7763060" y="1067299"/>
                  </a:lnTo>
                  <a:lnTo>
                    <a:pt x="7672697" y="1062199"/>
                  </a:lnTo>
                  <a:lnTo>
                    <a:pt x="7578144" y="1056056"/>
                  </a:lnTo>
                  <a:lnTo>
                    <a:pt x="7483394" y="1048895"/>
                  </a:lnTo>
                  <a:lnTo>
                    <a:pt x="7391534" y="1040732"/>
                  </a:lnTo>
                  <a:lnTo>
                    <a:pt x="7304605" y="1031549"/>
                  </a:lnTo>
                  <a:lnTo>
                    <a:pt x="7223686" y="1021295"/>
                  </a:lnTo>
                  <a:lnTo>
                    <a:pt x="7149082" y="1009870"/>
                  </a:lnTo>
                  <a:lnTo>
                    <a:pt x="7080546" y="997131"/>
                  </a:lnTo>
                  <a:lnTo>
                    <a:pt x="7017469" y="982897"/>
                  </a:lnTo>
                  <a:lnTo>
                    <a:pt x="6959035" y="966950"/>
                  </a:lnTo>
                  <a:lnTo>
                    <a:pt x="6904329" y="949060"/>
                  </a:lnTo>
                  <a:lnTo>
                    <a:pt x="6852429" y="929007"/>
                  </a:lnTo>
                  <a:lnTo>
                    <a:pt x="6802481" y="906631"/>
                  </a:lnTo>
                  <a:lnTo>
                    <a:pt x="6786527" y="898841"/>
                  </a:lnTo>
                  <a:lnTo>
                    <a:pt x="6737588" y="873057"/>
                  </a:lnTo>
                  <a:lnTo>
                    <a:pt x="6689126" y="844804"/>
                  </a:lnTo>
                  <a:lnTo>
                    <a:pt x="6640690" y="814040"/>
                  </a:lnTo>
                  <a:lnTo>
                    <a:pt x="6591960" y="780798"/>
                  </a:lnTo>
                  <a:lnTo>
                    <a:pt x="6542732" y="745193"/>
                  </a:lnTo>
                  <a:lnTo>
                    <a:pt x="6492909" y="707426"/>
                  </a:lnTo>
                  <a:lnTo>
                    <a:pt x="6442484" y="667789"/>
                  </a:lnTo>
                  <a:lnTo>
                    <a:pt x="6391527" y="626656"/>
                  </a:lnTo>
                  <a:lnTo>
                    <a:pt x="6340175" y="584472"/>
                  </a:lnTo>
                  <a:lnTo>
                    <a:pt x="6288608" y="541734"/>
                  </a:lnTo>
                  <a:lnTo>
                    <a:pt x="6237028" y="498965"/>
                  </a:lnTo>
                  <a:lnTo>
                    <a:pt x="6185642" y="456693"/>
                  </a:lnTo>
                  <a:lnTo>
                    <a:pt x="6134633" y="415418"/>
                  </a:lnTo>
                  <a:lnTo>
                    <a:pt x="6084142" y="375591"/>
                  </a:lnTo>
                  <a:lnTo>
                    <a:pt x="6034250" y="337596"/>
                  </a:lnTo>
                  <a:lnTo>
                    <a:pt x="5984958" y="301733"/>
                  </a:lnTo>
                  <a:lnTo>
                    <a:pt x="5936179" y="268215"/>
                  </a:lnTo>
                  <a:lnTo>
                    <a:pt x="5887723" y="237167"/>
                  </a:lnTo>
                  <a:lnTo>
                    <a:pt x="5839285" y="208630"/>
                  </a:lnTo>
                  <a:lnTo>
                    <a:pt x="5790427" y="182571"/>
                  </a:lnTo>
                  <a:lnTo>
                    <a:pt x="5784835" y="179768"/>
                  </a:lnTo>
                  <a:lnTo>
                    <a:pt x="5735360" y="156623"/>
                  </a:lnTo>
                  <a:lnTo>
                    <a:pt x="5684183" y="135826"/>
                  </a:lnTo>
                  <a:lnTo>
                    <a:pt x="5630490" y="117255"/>
                  </a:lnTo>
                  <a:lnTo>
                    <a:pt x="5573371" y="100702"/>
                  </a:lnTo>
                  <a:lnTo>
                    <a:pt x="5511901" y="85935"/>
                  </a:lnTo>
                  <a:lnTo>
                    <a:pt x="5445221" y="72731"/>
                  </a:lnTo>
                  <a:lnTo>
                    <a:pt x="5372639" y="60896"/>
                  </a:lnTo>
                  <a:lnTo>
                    <a:pt x="5293772" y="50274"/>
                  </a:lnTo>
                  <a:lnTo>
                    <a:pt x="5208723" y="40751"/>
                  </a:lnTo>
                  <a:lnTo>
                    <a:pt x="5118293" y="32259"/>
                  </a:lnTo>
                  <a:lnTo>
                    <a:pt x="5024195" y="24772"/>
                  </a:lnTo>
                  <a:lnTo>
                    <a:pt x="4929177" y="18296"/>
                  </a:lnTo>
                  <a:lnTo>
                    <a:pt x="4836972" y="12854"/>
                  </a:lnTo>
                  <a:lnTo>
                    <a:pt x="4751952" y="8465"/>
                  </a:lnTo>
                  <a:lnTo>
                    <a:pt x="4678476" y="5118"/>
                  </a:lnTo>
                  <a:lnTo>
                    <a:pt x="4620023" y="2751"/>
                  </a:lnTo>
                  <a:lnTo>
                    <a:pt x="4578370" y="1243"/>
                  </a:lnTo>
                  <a:lnTo>
                    <a:pt x="4553073" y="419"/>
                  </a:lnTo>
                  <a:lnTo>
                    <a:pt x="4541399" y="76"/>
                  </a:lnTo>
                  <a:lnTo>
                    <a:pt x="4538588" y="1"/>
                  </a:lnTo>
                  <a:lnTo>
                    <a:pt x="4538543" y="0"/>
                  </a:lnTo>
                  <a:lnTo>
                    <a:pt x="4016409" y="0"/>
                  </a:lnTo>
                  <a:lnTo>
                    <a:pt x="4015547" y="99"/>
                  </a:lnTo>
                  <a:lnTo>
                    <a:pt x="4009858" y="809"/>
                  </a:lnTo>
                  <a:lnTo>
                    <a:pt x="3995461" y="2772"/>
                  </a:lnTo>
                  <a:lnTo>
                    <a:pt x="3969586" y="6637"/>
                  </a:lnTo>
                  <a:lnTo>
                    <a:pt x="3930752" y="13018"/>
                  </a:lnTo>
                  <a:lnTo>
                    <a:pt x="3878884" y="22426"/>
                  </a:lnTo>
                  <a:lnTo>
                    <a:pt x="3815240" y="35231"/>
                  </a:lnTo>
                  <a:lnTo>
                    <a:pt x="3742131" y="51638"/>
                  </a:lnTo>
                  <a:lnTo>
                    <a:pt x="3662481" y="71711"/>
                  </a:lnTo>
                  <a:lnTo>
                    <a:pt x="3579357" y="95411"/>
                  </a:lnTo>
                  <a:lnTo>
                    <a:pt x="3495564" y="122661"/>
                  </a:lnTo>
                  <a:lnTo>
                    <a:pt x="3413390" y="153403"/>
                  </a:lnTo>
                  <a:lnTo>
                    <a:pt x="3334491" y="187643"/>
                  </a:lnTo>
                  <a:lnTo>
                    <a:pt x="3259906" y="225486"/>
                  </a:lnTo>
                  <a:lnTo>
                    <a:pt x="3190141" y="267151"/>
                  </a:lnTo>
                  <a:lnTo>
                    <a:pt x="3125278" y="312977"/>
                  </a:lnTo>
                  <a:lnTo>
                    <a:pt x="3065098" y="363424"/>
                  </a:lnTo>
                  <a:lnTo>
                    <a:pt x="3009170" y="419057"/>
                  </a:lnTo>
                  <a:lnTo>
                    <a:pt x="2956942" y="480531"/>
                  </a:lnTo>
                  <a:lnTo>
                    <a:pt x="2907793" y="548554"/>
                  </a:lnTo>
                  <a:lnTo>
                    <a:pt x="2861086" y="623826"/>
                  </a:lnTo>
                  <a:lnTo>
                    <a:pt x="2816208" y="706944"/>
                  </a:lnTo>
                  <a:lnTo>
                    <a:pt x="2772612" y="798244"/>
                  </a:lnTo>
                  <a:lnTo>
                    <a:pt x="2770117" y="803780"/>
                  </a:lnTo>
                  <a:lnTo>
                    <a:pt x="2740416" y="872241"/>
                  </a:lnTo>
                  <a:lnTo>
                    <a:pt x="2710968" y="944693"/>
                  </a:lnTo>
                  <a:lnTo>
                    <a:pt x="2681652" y="1021218"/>
                  </a:lnTo>
                  <a:lnTo>
                    <a:pt x="2652370" y="1101855"/>
                  </a:lnTo>
                  <a:lnTo>
                    <a:pt x="2623039" y="1186603"/>
                  </a:lnTo>
                  <a:lnTo>
                    <a:pt x="2593597" y="1275413"/>
                  </a:lnTo>
                  <a:lnTo>
                    <a:pt x="2563993" y="1368185"/>
                  </a:lnTo>
                  <a:lnTo>
                    <a:pt x="2534193" y="1464770"/>
                  </a:lnTo>
                  <a:lnTo>
                    <a:pt x="2504177" y="1564964"/>
                  </a:lnTo>
                  <a:lnTo>
                    <a:pt x="2473936" y="1668508"/>
                  </a:lnTo>
                  <a:lnTo>
                    <a:pt x="2443473" y="1775092"/>
                  </a:lnTo>
                  <a:lnTo>
                    <a:pt x="2412803" y="1884357"/>
                  </a:lnTo>
                  <a:lnTo>
                    <a:pt x="2381948" y="1995897"/>
                  </a:lnTo>
                  <a:lnTo>
                    <a:pt x="2350940" y="2109265"/>
                  </a:lnTo>
                  <a:lnTo>
                    <a:pt x="2319816" y="2223983"/>
                  </a:lnTo>
                  <a:lnTo>
                    <a:pt x="2288618" y="2339546"/>
                  </a:lnTo>
                  <a:lnTo>
                    <a:pt x="2257391" y="2455435"/>
                  </a:lnTo>
                  <a:lnTo>
                    <a:pt x="2226182" y="2571124"/>
                  </a:lnTo>
                  <a:lnTo>
                    <a:pt x="2195036" y="2686090"/>
                  </a:lnTo>
                  <a:lnTo>
                    <a:pt x="2163996" y="2799826"/>
                  </a:lnTo>
                  <a:lnTo>
                    <a:pt x="2133102" y="2911844"/>
                  </a:lnTo>
                  <a:lnTo>
                    <a:pt x="2102385" y="3021692"/>
                  </a:lnTo>
                  <a:lnTo>
                    <a:pt x="2071871" y="3128952"/>
                  </a:lnTo>
                  <a:lnTo>
                    <a:pt x="2041576" y="3233253"/>
                  </a:lnTo>
                  <a:lnTo>
                    <a:pt x="2011507" y="3334273"/>
                  </a:lnTo>
                  <a:lnTo>
                    <a:pt x="1981657" y="3431742"/>
                  </a:lnTo>
                  <a:lnTo>
                    <a:pt x="1952009" y="3525442"/>
                  </a:lnTo>
                  <a:lnTo>
                    <a:pt x="1922531" y="3615210"/>
                  </a:lnTo>
                  <a:lnTo>
                    <a:pt x="1893179" y="3700935"/>
                  </a:lnTo>
                  <a:lnTo>
                    <a:pt x="1863892" y="3782557"/>
                  </a:lnTo>
                  <a:lnTo>
                    <a:pt x="1834593" y="3860063"/>
                  </a:lnTo>
                  <a:lnTo>
                    <a:pt x="1805186" y="3933484"/>
                  </a:lnTo>
                  <a:lnTo>
                    <a:pt x="1775557" y="4002890"/>
                  </a:lnTo>
                  <a:lnTo>
                    <a:pt x="1768425" y="4018903"/>
                  </a:lnTo>
                  <a:lnTo>
                    <a:pt x="1724888" y="4110679"/>
                  </a:lnTo>
                  <a:lnTo>
                    <a:pt x="1680098" y="4194264"/>
                  </a:lnTo>
                  <a:lnTo>
                    <a:pt x="1633514" y="4269976"/>
                  </a:lnTo>
                  <a:lnTo>
                    <a:pt x="1584524" y="4338399"/>
                  </a:lnTo>
                  <a:lnTo>
                    <a:pt x="1532491" y="4400233"/>
                  </a:lnTo>
                  <a:lnTo>
                    <a:pt x="1476793" y="4456186"/>
                  </a:lnTo>
                  <a:lnTo>
                    <a:pt x="1416872" y="4506917"/>
                  </a:lnTo>
                  <a:lnTo>
                    <a:pt x="1352289" y="4552997"/>
                  </a:lnTo>
                  <a:lnTo>
                    <a:pt x="1282809" y="4594892"/>
                  </a:lnTo>
                  <a:lnTo>
                    <a:pt x="1208494" y="4632949"/>
                  </a:lnTo>
                  <a:lnTo>
                    <a:pt x="1129822" y="4667394"/>
                  </a:lnTo>
                  <a:lnTo>
                    <a:pt x="1047798" y="4698337"/>
                  </a:lnTo>
                  <a:lnTo>
                    <a:pt x="964043" y="4725791"/>
                  </a:lnTo>
                  <a:lnTo>
                    <a:pt x="880807" y="4749698"/>
                  </a:lnTo>
                  <a:lnTo>
                    <a:pt x="800874" y="4769983"/>
                  </a:lnTo>
                  <a:lnTo>
                    <a:pt x="727302" y="4786602"/>
                  </a:lnTo>
                  <a:lnTo>
                    <a:pt x="663039" y="4799611"/>
                  </a:lnTo>
                  <a:lnTo>
                    <a:pt x="610443" y="4809207"/>
                  </a:lnTo>
                  <a:lnTo>
                    <a:pt x="570844" y="4815750"/>
                  </a:lnTo>
                  <a:lnTo>
                    <a:pt x="544246" y="4819746"/>
                  </a:lnTo>
                  <a:lnTo>
                    <a:pt x="529248" y="4821801"/>
                  </a:lnTo>
                  <a:lnTo>
                    <a:pt x="523151" y="4822566"/>
                  </a:lnTo>
                  <a:lnTo>
                    <a:pt x="522133" y="4822684"/>
                  </a:lnTo>
                  <a:lnTo>
                    <a:pt x="522133" y="4822684"/>
                  </a:lnTo>
                  <a:lnTo>
                    <a:pt x="0" y="4822684"/>
                  </a:lnTo>
                  <a:lnTo>
                    <a:pt x="0" y="4822684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928" name="pg1928"/>
            <p:cNvSpPr/>
            <p:nvPr/>
          </p:nvSpPr>
          <p:spPr>
            <a:xfrm>
              <a:off x="386606" y="1095190"/>
              <a:ext cx="8554953" cy="4698446"/>
            </a:xfrm>
            <a:custGeom>
              <a:avLst/>
              <a:pathLst>
                <a:path w="8554953" h="4698446">
                  <a:moveTo>
                    <a:pt x="0" y="4698446"/>
                  </a:moveTo>
                  <a:lnTo>
                    <a:pt x="522133" y="4698446"/>
                  </a:lnTo>
                  <a:lnTo>
                    <a:pt x="523005" y="4698348"/>
                  </a:lnTo>
                  <a:lnTo>
                    <a:pt x="528756" y="4697649"/>
                  </a:lnTo>
                  <a:lnTo>
                    <a:pt x="543306" y="4695717"/>
                  </a:lnTo>
                  <a:lnTo>
                    <a:pt x="569444" y="4691913"/>
                  </a:lnTo>
                  <a:lnTo>
                    <a:pt x="608649" y="4685634"/>
                  </a:lnTo>
                  <a:lnTo>
                    <a:pt x="660974" y="4676379"/>
                  </a:lnTo>
                  <a:lnTo>
                    <a:pt x="725121" y="4663788"/>
                  </a:lnTo>
                  <a:lnTo>
                    <a:pt x="798733" y="4647661"/>
                  </a:lnTo>
                  <a:lnTo>
                    <a:pt x="878841" y="4627941"/>
                  </a:lnTo>
                  <a:lnTo>
                    <a:pt x="962348" y="4604667"/>
                  </a:lnTo>
                  <a:lnTo>
                    <a:pt x="1046431" y="4577914"/>
                  </a:lnTo>
                  <a:lnTo>
                    <a:pt x="1128802" y="4547740"/>
                  </a:lnTo>
                  <a:lnTo>
                    <a:pt x="1207813" y="4514134"/>
                  </a:lnTo>
                  <a:lnTo>
                    <a:pt x="1282441" y="4476988"/>
                  </a:lnTo>
                  <a:lnTo>
                    <a:pt x="1352199" y="4436080"/>
                  </a:lnTo>
                  <a:lnTo>
                    <a:pt x="1417022" y="4391069"/>
                  </a:lnTo>
                  <a:lnTo>
                    <a:pt x="1477151" y="4341498"/>
                  </a:lnTo>
                  <a:lnTo>
                    <a:pt x="1533026" y="4286803"/>
                  </a:lnTo>
                  <a:lnTo>
                    <a:pt x="1585215" y="4226335"/>
                  </a:lnTo>
                  <a:lnTo>
                    <a:pt x="1634348" y="4159397"/>
                  </a:lnTo>
                  <a:lnTo>
                    <a:pt x="1681067" y="4085303"/>
                  </a:lnTo>
                  <a:lnTo>
                    <a:pt x="1725991" y="4003478"/>
                  </a:lnTo>
                  <a:lnTo>
                    <a:pt x="1768425" y="3916313"/>
                  </a:lnTo>
                  <a:lnTo>
                    <a:pt x="1798495" y="3848840"/>
                  </a:lnTo>
                  <a:lnTo>
                    <a:pt x="1828308" y="3777383"/>
                  </a:lnTo>
                  <a:lnTo>
                    <a:pt x="1857987" y="3701863"/>
                  </a:lnTo>
                  <a:lnTo>
                    <a:pt x="1887636" y="3622240"/>
                  </a:lnTo>
                  <a:lnTo>
                    <a:pt x="1917338" y="3538518"/>
                  </a:lnTo>
                  <a:lnTo>
                    <a:pt x="1947158" y="3450750"/>
                  </a:lnTo>
                  <a:lnTo>
                    <a:pt x="1977147" y="3359037"/>
                  </a:lnTo>
                  <a:lnTo>
                    <a:pt x="2007338" y="3263537"/>
                  </a:lnTo>
                  <a:lnTo>
                    <a:pt x="2037754" y="3164461"/>
                  </a:lnTo>
                  <a:lnTo>
                    <a:pt x="2068399" y="3062075"/>
                  </a:lnTo>
                  <a:lnTo>
                    <a:pt x="2099271" y="2956699"/>
                  </a:lnTo>
                  <a:lnTo>
                    <a:pt x="2130352" y="2848702"/>
                  </a:lnTo>
                  <a:lnTo>
                    <a:pt x="2161619" y="2738500"/>
                  </a:lnTo>
                  <a:lnTo>
                    <a:pt x="2193037" y="2626550"/>
                  </a:lnTo>
                  <a:lnTo>
                    <a:pt x="2224567" y="2513340"/>
                  </a:lnTo>
                  <a:lnTo>
                    <a:pt x="2256164" y="2399382"/>
                  </a:lnTo>
                  <a:lnTo>
                    <a:pt x="2287781" y="2285205"/>
                  </a:lnTo>
                  <a:lnTo>
                    <a:pt x="2319370" y="2171338"/>
                  </a:lnTo>
                  <a:lnTo>
                    <a:pt x="2350883" y="2058308"/>
                  </a:lnTo>
                  <a:lnTo>
                    <a:pt x="2382278" y="1946622"/>
                  </a:lnTo>
                  <a:lnTo>
                    <a:pt x="2413515" y="1836766"/>
                  </a:lnTo>
                  <a:lnTo>
                    <a:pt x="2444563" y="1729189"/>
                  </a:lnTo>
                  <a:lnTo>
                    <a:pt x="2475396" y="1624298"/>
                  </a:lnTo>
                  <a:lnTo>
                    <a:pt x="2506003" y="1522457"/>
                  </a:lnTo>
                  <a:lnTo>
                    <a:pt x="2536379" y="1423975"/>
                  </a:lnTo>
                  <a:lnTo>
                    <a:pt x="2566534" y="1329109"/>
                  </a:lnTo>
                  <a:lnTo>
                    <a:pt x="2596491" y="1238061"/>
                  </a:lnTo>
                  <a:lnTo>
                    <a:pt x="2626287" y="1150978"/>
                  </a:lnTo>
                  <a:lnTo>
                    <a:pt x="2655975" y="1067954"/>
                  </a:lnTo>
                  <a:lnTo>
                    <a:pt x="2685622" y="989033"/>
                  </a:lnTo>
                  <a:lnTo>
                    <a:pt x="2715317" y="914212"/>
                  </a:lnTo>
                  <a:lnTo>
                    <a:pt x="2745164" y="843442"/>
                  </a:lnTo>
                  <a:lnTo>
                    <a:pt x="2770117" y="787780"/>
                  </a:lnTo>
                  <a:lnTo>
                    <a:pt x="2813820" y="698154"/>
                  </a:lnTo>
                  <a:lnTo>
                    <a:pt x="2858788" y="616558"/>
                  </a:lnTo>
                  <a:lnTo>
                    <a:pt x="2905568" y="542678"/>
                  </a:lnTo>
                  <a:lnTo>
                    <a:pt x="2954779" y="475935"/>
                  </a:lnTo>
                  <a:lnTo>
                    <a:pt x="3007065" y="415643"/>
                  </a:lnTo>
                  <a:lnTo>
                    <a:pt x="3063055" y="361103"/>
                  </a:lnTo>
                  <a:lnTo>
                    <a:pt x="3123313" y="311670"/>
                  </a:lnTo>
                  <a:lnTo>
                    <a:pt x="3188276" y="266783"/>
                  </a:lnTo>
                  <a:lnTo>
                    <a:pt x="3258177" y="225988"/>
                  </a:lnTo>
                  <a:lnTo>
                    <a:pt x="3332939" y="188946"/>
                  </a:lnTo>
                  <a:lnTo>
                    <a:pt x="3412064" y="155439"/>
                  </a:lnTo>
                  <a:lnTo>
                    <a:pt x="3494510" y="125362"/>
                  </a:lnTo>
                  <a:lnTo>
                    <a:pt x="3578611" y="98709"/>
                  </a:lnTo>
                  <a:lnTo>
                    <a:pt x="3662062" y="75536"/>
                  </a:lnTo>
                  <a:lnTo>
                    <a:pt x="3742027" y="55919"/>
                  </a:lnTo>
                  <a:lnTo>
                    <a:pt x="3815407" y="39895"/>
                  </a:lnTo>
                  <a:lnTo>
                    <a:pt x="3879243" y="27403"/>
                  </a:lnTo>
                  <a:lnTo>
                    <a:pt x="3931204" y="18239"/>
                  </a:lnTo>
                  <a:lnTo>
                    <a:pt x="3970027" y="12039"/>
                  </a:lnTo>
                  <a:lnTo>
                    <a:pt x="3995805" y="8297"/>
                  </a:lnTo>
                  <a:lnTo>
                    <a:pt x="4010057" y="6410"/>
                  </a:lnTo>
                  <a:lnTo>
                    <a:pt x="4015609" y="5737"/>
                  </a:lnTo>
                  <a:lnTo>
                    <a:pt x="4016409" y="5647"/>
                  </a:lnTo>
                  <a:lnTo>
                    <a:pt x="4538543" y="5647"/>
                  </a:lnTo>
                  <a:lnTo>
                    <a:pt x="4539645" y="5738"/>
                  </a:lnTo>
                  <a:lnTo>
                    <a:pt x="4546871" y="6392"/>
                  </a:lnTo>
                  <a:lnTo>
                    <a:pt x="4565025" y="8199"/>
                  </a:lnTo>
                  <a:lnTo>
                    <a:pt x="4597314" y="11753"/>
                  </a:lnTo>
                  <a:lnTo>
                    <a:pt x="4645098" y="17591"/>
                  </a:lnTo>
                  <a:lnTo>
                    <a:pt x="4707784" y="26136"/>
                  </a:lnTo>
                  <a:lnTo>
                    <a:pt x="4783067" y="37655"/>
                  </a:lnTo>
                  <a:lnTo>
                    <a:pt x="4867477" y="52260"/>
                  </a:lnTo>
                  <a:lnTo>
                    <a:pt x="4957090" y="69945"/>
                  </a:lnTo>
                  <a:lnTo>
                    <a:pt x="5048189" y="90643"/>
                  </a:lnTo>
                  <a:lnTo>
                    <a:pt x="5137708" y="114295"/>
                  </a:lnTo>
                  <a:lnTo>
                    <a:pt x="5223448" y="140902"/>
                  </a:lnTo>
                  <a:lnTo>
                    <a:pt x="5304070" y="170559"/>
                  </a:lnTo>
                  <a:lnTo>
                    <a:pt x="5378972" y="203476"/>
                  </a:lnTo>
                  <a:lnTo>
                    <a:pt x="5448119" y="239984"/>
                  </a:lnTo>
                  <a:lnTo>
                    <a:pt x="5511873" y="280529"/>
                  </a:lnTo>
                  <a:lnTo>
                    <a:pt x="5570846" y="325663"/>
                  </a:lnTo>
                  <a:lnTo>
                    <a:pt x="5625792" y="376009"/>
                  </a:lnTo>
                  <a:lnTo>
                    <a:pt x="5677522" y="432222"/>
                  </a:lnTo>
                  <a:lnTo>
                    <a:pt x="5726841" y="494898"/>
                  </a:lnTo>
                  <a:lnTo>
                    <a:pt x="5774483" y="564436"/>
                  </a:lnTo>
                  <a:lnTo>
                    <a:pt x="5784835" y="580717"/>
                  </a:lnTo>
                  <a:lnTo>
                    <a:pt x="5819218" y="637724"/>
                  </a:lnTo>
                  <a:lnTo>
                    <a:pt x="5853289" y="698578"/>
                  </a:lnTo>
                  <a:lnTo>
                    <a:pt x="5887227" y="763358"/>
                  </a:lnTo>
                  <a:lnTo>
                    <a:pt x="5921173" y="832090"/>
                  </a:lnTo>
                  <a:lnTo>
                    <a:pt x="5955241" y="904744"/>
                  </a:lnTo>
                  <a:lnTo>
                    <a:pt x="5989513" y="981226"/>
                  </a:lnTo>
                  <a:lnTo>
                    <a:pt x="6024045" y="1061376"/>
                  </a:lnTo>
                  <a:lnTo>
                    <a:pt x="6058869" y="1144966"/>
                  </a:lnTo>
                  <a:lnTo>
                    <a:pt x="6093995" y="1231696"/>
                  </a:lnTo>
                  <a:lnTo>
                    <a:pt x="6129411" y="1321203"/>
                  </a:lnTo>
                  <a:lnTo>
                    <a:pt x="6165090" y="1413059"/>
                  </a:lnTo>
                  <a:lnTo>
                    <a:pt x="6200985" y="1506784"/>
                  </a:lnTo>
                  <a:lnTo>
                    <a:pt x="6237041" y="1601849"/>
                  </a:lnTo>
                  <a:lnTo>
                    <a:pt x="6273193" y="1697697"/>
                  </a:lnTo>
                  <a:lnTo>
                    <a:pt x="6309369" y="1793746"/>
                  </a:lnTo>
                  <a:lnTo>
                    <a:pt x="6345499" y="1889412"/>
                  </a:lnTo>
                  <a:lnTo>
                    <a:pt x="6381512" y="1984121"/>
                  </a:lnTo>
                  <a:lnTo>
                    <a:pt x="6417345" y="2077322"/>
                  </a:lnTo>
                  <a:lnTo>
                    <a:pt x="6452947" y="2168500"/>
                  </a:lnTo>
                  <a:lnTo>
                    <a:pt x="6488275" y="2257190"/>
                  </a:lnTo>
                  <a:lnTo>
                    <a:pt x="6523308" y="2342983"/>
                  </a:lnTo>
                  <a:lnTo>
                    <a:pt x="6558040" y="2425536"/>
                  </a:lnTo>
                  <a:lnTo>
                    <a:pt x="6592487" y="2504572"/>
                  </a:lnTo>
                  <a:lnTo>
                    <a:pt x="6626688" y="2579882"/>
                  </a:lnTo>
                  <a:lnTo>
                    <a:pt x="6660708" y="2651329"/>
                  </a:lnTo>
                  <a:lnTo>
                    <a:pt x="6694639" y="2718838"/>
                  </a:lnTo>
                  <a:lnTo>
                    <a:pt x="6728601" y="2782397"/>
                  </a:lnTo>
                  <a:lnTo>
                    <a:pt x="6762748" y="2842049"/>
                  </a:lnTo>
                  <a:lnTo>
                    <a:pt x="6786527" y="2880998"/>
                  </a:lnTo>
                  <a:lnTo>
                    <a:pt x="6833885" y="2952067"/>
                  </a:lnTo>
                  <a:lnTo>
                    <a:pt x="6882775" y="3016234"/>
                  </a:lnTo>
                  <a:lnTo>
                    <a:pt x="6933905" y="3073826"/>
                  </a:lnTo>
                  <a:lnTo>
                    <a:pt x="6988071" y="3125411"/>
                  </a:lnTo>
                  <a:lnTo>
                    <a:pt x="7046087" y="3171640"/>
                  </a:lnTo>
                  <a:lnTo>
                    <a:pt x="7108726" y="3213148"/>
                  </a:lnTo>
                  <a:lnTo>
                    <a:pt x="7176642" y="3250504"/>
                  </a:lnTo>
                  <a:lnTo>
                    <a:pt x="7250260" y="3284181"/>
                  </a:lnTo>
                  <a:lnTo>
                    <a:pt x="7329648" y="3314535"/>
                  </a:lnTo>
                  <a:lnTo>
                    <a:pt x="7414346" y="3341803"/>
                  </a:lnTo>
                  <a:lnTo>
                    <a:pt x="7503189" y="3366105"/>
                  </a:lnTo>
                  <a:lnTo>
                    <a:pt x="7594174" y="3387459"/>
                  </a:lnTo>
                  <a:lnTo>
                    <a:pt x="7684417" y="3405815"/>
                  </a:lnTo>
                  <a:lnTo>
                    <a:pt x="7770315" y="3421103"/>
                  </a:lnTo>
                  <a:lnTo>
                    <a:pt x="7847938" y="3433299"/>
                  </a:lnTo>
                  <a:lnTo>
                    <a:pt x="7913654" y="3442483"/>
                  </a:lnTo>
                  <a:lnTo>
                    <a:pt x="7964843" y="3448887"/>
                  </a:lnTo>
                  <a:lnTo>
                    <a:pt x="8000504" y="3452902"/>
                  </a:lnTo>
                  <a:lnTo>
                    <a:pt x="8021563" y="3455044"/>
                  </a:lnTo>
                  <a:lnTo>
                    <a:pt x="8030840" y="3455901"/>
                  </a:lnTo>
                  <a:lnTo>
                    <a:pt x="8032819" y="3456068"/>
                  </a:lnTo>
                  <a:lnTo>
                    <a:pt x="8554953" y="3456068"/>
                  </a:lnTo>
                  <a:lnTo>
                    <a:pt x="8554953" y="3450421"/>
                  </a:lnTo>
                  <a:lnTo>
                    <a:pt x="8032819" y="3450421"/>
                  </a:lnTo>
                  <a:lnTo>
                    <a:pt x="8031717" y="3450329"/>
                  </a:lnTo>
                  <a:lnTo>
                    <a:pt x="8024491" y="3449676"/>
                  </a:lnTo>
                  <a:lnTo>
                    <a:pt x="8006337" y="3447869"/>
                  </a:lnTo>
                  <a:lnTo>
                    <a:pt x="7974048" y="3444315"/>
                  </a:lnTo>
                  <a:lnTo>
                    <a:pt x="7926264" y="3438477"/>
                  </a:lnTo>
                  <a:lnTo>
                    <a:pt x="7863578" y="3429932"/>
                  </a:lnTo>
                  <a:lnTo>
                    <a:pt x="7788295" y="3418413"/>
                  </a:lnTo>
                  <a:lnTo>
                    <a:pt x="7703885" y="3403808"/>
                  </a:lnTo>
                  <a:lnTo>
                    <a:pt x="7614272" y="3386123"/>
                  </a:lnTo>
                  <a:lnTo>
                    <a:pt x="7523173" y="3365425"/>
                  </a:lnTo>
                  <a:lnTo>
                    <a:pt x="7433654" y="3341772"/>
                  </a:lnTo>
                  <a:lnTo>
                    <a:pt x="7347914" y="3315166"/>
                  </a:lnTo>
                  <a:lnTo>
                    <a:pt x="7267292" y="3285509"/>
                  </a:lnTo>
                  <a:lnTo>
                    <a:pt x="7192390" y="3252592"/>
                  </a:lnTo>
                  <a:lnTo>
                    <a:pt x="7123243" y="3216084"/>
                  </a:lnTo>
                  <a:lnTo>
                    <a:pt x="7059489" y="3175538"/>
                  </a:lnTo>
                  <a:lnTo>
                    <a:pt x="7000516" y="3130405"/>
                  </a:lnTo>
                  <a:lnTo>
                    <a:pt x="6945570" y="3080058"/>
                  </a:lnTo>
                  <a:lnTo>
                    <a:pt x="6893840" y="3023846"/>
                  </a:lnTo>
                  <a:lnTo>
                    <a:pt x="6844521" y="2961170"/>
                  </a:lnTo>
                  <a:lnTo>
                    <a:pt x="6796879" y="2891632"/>
                  </a:lnTo>
                  <a:lnTo>
                    <a:pt x="6786527" y="2875351"/>
                  </a:lnTo>
                  <a:lnTo>
                    <a:pt x="6752144" y="2818344"/>
                  </a:lnTo>
                  <a:lnTo>
                    <a:pt x="6718073" y="2757490"/>
                  </a:lnTo>
                  <a:lnTo>
                    <a:pt x="6684135" y="2692710"/>
                  </a:lnTo>
                  <a:lnTo>
                    <a:pt x="6650189" y="2623978"/>
                  </a:lnTo>
                  <a:lnTo>
                    <a:pt x="6616121" y="2551324"/>
                  </a:lnTo>
                  <a:lnTo>
                    <a:pt x="6581849" y="2474841"/>
                  </a:lnTo>
                  <a:lnTo>
                    <a:pt x="6547317" y="2394691"/>
                  </a:lnTo>
                  <a:lnTo>
                    <a:pt x="6512493" y="2311102"/>
                  </a:lnTo>
                  <a:lnTo>
                    <a:pt x="6477367" y="2224372"/>
                  </a:lnTo>
                  <a:lnTo>
                    <a:pt x="6441950" y="2134865"/>
                  </a:lnTo>
                  <a:lnTo>
                    <a:pt x="6406272" y="2043009"/>
                  </a:lnTo>
                  <a:lnTo>
                    <a:pt x="6370377" y="1949284"/>
                  </a:lnTo>
                  <a:lnTo>
                    <a:pt x="6334321" y="1854218"/>
                  </a:lnTo>
                  <a:lnTo>
                    <a:pt x="6298169" y="1758371"/>
                  </a:lnTo>
                  <a:lnTo>
                    <a:pt x="6261993" y="1662322"/>
                  </a:lnTo>
                  <a:lnTo>
                    <a:pt x="6225863" y="1566656"/>
                  </a:lnTo>
                  <a:lnTo>
                    <a:pt x="6189850" y="1471947"/>
                  </a:lnTo>
                  <a:lnTo>
                    <a:pt x="6154016" y="1378746"/>
                  </a:lnTo>
                  <a:lnTo>
                    <a:pt x="6118415" y="1287568"/>
                  </a:lnTo>
                  <a:lnTo>
                    <a:pt x="6083087" y="1198878"/>
                  </a:lnTo>
                  <a:lnTo>
                    <a:pt x="6048054" y="1113085"/>
                  </a:lnTo>
                  <a:lnTo>
                    <a:pt x="6013322" y="1030532"/>
                  </a:lnTo>
                  <a:lnTo>
                    <a:pt x="5978875" y="951496"/>
                  </a:lnTo>
                  <a:lnTo>
                    <a:pt x="5944674" y="876185"/>
                  </a:lnTo>
                  <a:lnTo>
                    <a:pt x="5910654" y="804739"/>
                  </a:lnTo>
                  <a:lnTo>
                    <a:pt x="5876723" y="737229"/>
                  </a:lnTo>
                  <a:lnTo>
                    <a:pt x="5842761" y="673671"/>
                  </a:lnTo>
                  <a:lnTo>
                    <a:pt x="5808614" y="614018"/>
                  </a:lnTo>
                  <a:lnTo>
                    <a:pt x="5784835" y="575070"/>
                  </a:lnTo>
                  <a:lnTo>
                    <a:pt x="5737477" y="504001"/>
                  </a:lnTo>
                  <a:lnTo>
                    <a:pt x="5688587" y="439834"/>
                  </a:lnTo>
                  <a:lnTo>
                    <a:pt x="5637457" y="382242"/>
                  </a:lnTo>
                  <a:lnTo>
                    <a:pt x="5583291" y="330656"/>
                  </a:lnTo>
                  <a:lnTo>
                    <a:pt x="5525275" y="284428"/>
                  </a:lnTo>
                  <a:lnTo>
                    <a:pt x="5462636" y="242920"/>
                  </a:lnTo>
                  <a:lnTo>
                    <a:pt x="5394720" y="205563"/>
                  </a:lnTo>
                  <a:lnTo>
                    <a:pt x="5321102" y="171887"/>
                  </a:lnTo>
                  <a:lnTo>
                    <a:pt x="5241714" y="141533"/>
                  </a:lnTo>
                  <a:lnTo>
                    <a:pt x="5157016" y="114265"/>
                  </a:lnTo>
                  <a:lnTo>
                    <a:pt x="5068173" y="89963"/>
                  </a:lnTo>
                  <a:lnTo>
                    <a:pt x="4977188" y="68609"/>
                  </a:lnTo>
                  <a:lnTo>
                    <a:pt x="4886945" y="50253"/>
                  </a:lnTo>
                  <a:lnTo>
                    <a:pt x="4801047" y="34964"/>
                  </a:lnTo>
                  <a:lnTo>
                    <a:pt x="4723424" y="22769"/>
                  </a:lnTo>
                  <a:lnTo>
                    <a:pt x="4657708" y="13585"/>
                  </a:lnTo>
                  <a:lnTo>
                    <a:pt x="4606519" y="7180"/>
                  </a:lnTo>
                  <a:lnTo>
                    <a:pt x="4570857" y="3166"/>
                  </a:lnTo>
                  <a:lnTo>
                    <a:pt x="4549799" y="1023"/>
                  </a:lnTo>
                  <a:lnTo>
                    <a:pt x="4540522" y="167"/>
                  </a:lnTo>
                  <a:lnTo>
                    <a:pt x="4538543" y="0"/>
                  </a:lnTo>
                  <a:lnTo>
                    <a:pt x="4016409" y="0"/>
                  </a:lnTo>
                  <a:lnTo>
                    <a:pt x="4015537" y="98"/>
                  </a:lnTo>
                  <a:lnTo>
                    <a:pt x="4009786" y="797"/>
                  </a:lnTo>
                  <a:lnTo>
                    <a:pt x="3995236" y="2728"/>
                  </a:lnTo>
                  <a:lnTo>
                    <a:pt x="3969098" y="6533"/>
                  </a:lnTo>
                  <a:lnTo>
                    <a:pt x="3929893" y="12811"/>
                  </a:lnTo>
                  <a:lnTo>
                    <a:pt x="3877568" y="22067"/>
                  </a:lnTo>
                  <a:lnTo>
                    <a:pt x="3813421" y="34658"/>
                  </a:lnTo>
                  <a:lnTo>
                    <a:pt x="3739809" y="50785"/>
                  </a:lnTo>
                  <a:lnTo>
                    <a:pt x="3659701" y="70504"/>
                  </a:lnTo>
                  <a:lnTo>
                    <a:pt x="3576194" y="93779"/>
                  </a:lnTo>
                  <a:lnTo>
                    <a:pt x="3492111" y="120531"/>
                  </a:lnTo>
                  <a:lnTo>
                    <a:pt x="3409740" y="150705"/>
                  </a:lnTo>
                  <a:lnTo>
                    <a:pt x="3330729" y="184311"/>
                  </a:lnTo>
                  <a:lnTo>
                    <a:pt x="3256102" y="221458"/>
                  </a:lnTo>
                  <a:lnTo>
                    <a:pt x="3186343" y="262365"/>
                  </a:lnTo>
                  <a:lnTo>
                    <a:pt x="3121520" y="307376"/>
                  </a:lnTo>
                  <a:lnTo>
                    <a:pt x="3061391" y="356947"/>
                  </a:lnTo>
                  <a:lnTo>
                    <a:pt x="3005516" y="411642"/>
                  </a:lnTo>
                  <a:lnTo>
                    <a:pt x="2953327" y="472110"/>
                  </a:lnTo>
                  <a:lnTo>
                    <a:pt x="2904194" y="539048"/>
                  </a:lnTo>
                  <a:lnTo>
                    <a:pt x="2857475" y="613142"/>
                  </a:lnTo>
                  <a:lnTo>
                    <a:pt x="2812551" y="694967"/>
                  </a:lnTo>
                  <a:lnTo>
                    <a:pt x="2770117" y="782133"/>
                  </a:lnTo>
                  <a:lnTo>
                    <a:pt x="2740047" y="849606"/>
                  </a:lnTo>
                  <a:lnTo>
                    <a:pt x="2710234" y="921062"/>
                  </a:lnTo>
                  <a:lnTo>
                    <a:pt x="2680555" y="996582"/>
                  </a:lnTo>
                  <a:lnTo>
                    <a:pt x="2650906" y="1076205"/>
                  </a:lnTo>
                  <a:lnTo>
                    <a:pt x="2621205" y="1159927"/>
                  </a:lnTo>
                  <a:lnTo>
                    <a:pt x="2591384" y="1247696"/>
                  </a:lnTo>
                  <a:lnTo>
                    <a:pt x="2561395" y="1339408"/>
                  </a:lnTo>
                  <a:lnTo>
                    <a:pt x="2531204" y="1434908"/>
                  </a:lnTo>
                  <a:lnTo>
                    <a:pt x="2500789" y="1533984"/>
                  </a:lnTo>
                  <a:lnTo>
                    <a:pt x="2470143" y="1636370"/>
                  </a:lnTo>
                  <a:lnTo>
                    <a:pt x="2439271" y="1741747"/>
                  </a:lnTo>
                  <a:lnTo>
                    <a:pt x="2408190" y="1849744"/>
                  </a:lnTo>
                  <a:lnTo>
                    <a:pt x="2376923" y="1959945"/>
                  </a:lnTo>
                  <a:lnTo>
                    <a:pt x="2345505" y="2071896"/>
                  </a:lnTo>
                  <a:lnTo>
                    <a:pt x="2313975" y="2185106"/>
                  </a:lnTo>
                  <a:lnTo>
                    <a:pt x="2282378" y="2299063"/>
                  </a:lnTo>
                  <a:lnTo>
                    <a:pt x="2250761" y="2413241"/>
                  </a:lnTo>
                  <a:lnTo>
                    <a:pt x="2219172" y="2527107"/>
                  </a:lnTo>
                  <a:lnTo>
                    <a:pt x="2187659" y="2640138"/>
                  </a:lnTo>
                  <a:lnTo>
                    <a:pt x="2156264" y="2751823"/>
                  </a:lnTo>
                  <a:lnTo>
                    <a:pt x="2125027" y="2861679"/>
                  </a:lnTo>
                  <a:lnTo>
                    <a:pt x="2093979" y="2969257"/>
                  </a:lnTo>
                  <a:lnTo>
                    <a:pt x="2063146" y="3074147"/>
                  </a:lnTo>
                  <a:lnTo>
                    <a:pt x="2032539" y="3175989"/>
                  </a:lnTo>
                  <a:lnTo>
                    <a:pt x="2002163" y="3274471"/>
                  </a:lnTo>
                  <a:lnTo>
                    <a:pt x="1972008" y="3369337"/>
                  </a:lnTo>
                  <a:lnTo>
                    <a:pt x="1942051" y="3460385"/>
                  </a:lnTo>
                  <a:lnTo>
                    <a:pt x="1912255" y="3547468"/>
                  </a:lnTo>
                  <a:lnTo>
                    <a:pt x="1882567" y="3630492"/>
                  </a:lnTo>
                  <a:lnTo>
                    <a:pt x="1852920" y="3709412"/>
                  </a:lnTo>
                  <a:lnTo>
                    <a:pt x="1823225" y="3784234"/>
                  </a:lnTo>
                  <a:lnTo>
                    <a:pt x="1793378" y="3855003"/>
                  </a:lnTo>
                  <a:lnTo>
                    <a:pt x="1768425" y="3910665"/>
                  </a:lnTo>
                  <a:lnTo>
                    <a:pt x="1724722" y="4000291"/>
                  </a:lnTo>
                  <a:lnTo>
                    <a:pt x="1679754" y="4081888"/>
                  </a:lnTo>
                  <a:lnTo>
                    <a:pt x="1632975" y="4155768"/>
                  </a:lnTo>
                  <a:lnTo>
                    <a:pt x="1583763" y="4222510"/>
                  </a:lnTo>
                  <a:lnTo>
                    <a:pt x="1531477" y="4282803"/>
                  </a:lnTo>
                  <a:lnTo>
                    <a:pt x="1475487" y="4337342"/>
                  </a:lnTo>
                  <a:lnTo>
                    <a:pt x="1415229" y="4386775"/>
                  </a:lnTo>
                  <a:lnTo>
                    <a:pt x="1350266" y="4431662"/>
                  </a:lnTo>
                  <a:lnTo>
                    <a:pt x="1280366" y="4472458"/>
                  </a:lnTo>
                  <a:lnTo>
                    <a:pt x="1205603" y="4509500"/>
                  </a:lnTo>
                  <a:lnTo>
                    <a:pt x="1126478" y="4543007"/>
                  </a:lnTo>
                  <a:lnTo>
                    <a:pt x="1044032" y="4573083"/>
                  </a:lnTo>
                  <a:lnTo>
                    <a:pt x="959931" y="4599736"/>
                  </a:lnTo>
                  <a:lnTo>
                    <a:pt x="876480" y="4622909"/>
                  </a:lnTo>
                  <a:lnTo>
                    <a:pt x="796515" y="4642527"/>
                  </a:lnTo>
                  <a:lnTo>
                    <a:pt x="723135" y="4658551"/>
                  </a:lnTo>
                  <a:lnTo>
                    <a:pt x="659299" y="4671042"/>
                  </a:lnTo>
                  <a:lnTo>
                    <a:pt x="607338" y="4680206"/>
                  </a:lnTo>
                  <a:lnTo>
                    <a:pt x="568515" y="4686406"/>
                  </a:lnTo>
                  <a:lnTo>
                    <a:pt x="542737" y="4690149"/>
                  </a:lnTo>
                  <a:lnTo>
                    <a:pt x="528485" y="4692036"/>
                  </a:lnTo>
                  <a:lnTo>
                    <a:pt x="522933" y="4692709"/>
                  </a:lnTo>
                  <a:lnTo>
                    <a:pt x="522133" y="4692799"/>
                  </a:lnTo>
                  <a:lnTo>
                    <a:pt x="0" y="4692799"/>
                  </a:lnTo>
                  <a:close/>
                </a:path>
              </a:pathLst>
            </a:custGeom>
            <a:solidFill>
              <a:srgbClr val="F1C40F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1929" name="pl1929"/>
            <p:cNvSpPr/>
            <p:nvPr/>
          </p:nvSpPr>
          <p:spPr>
            <a:xfrm>
              <a:off x="386606" y="1100837"/>
              <a:ext cx="8554953" cy="4692799"/>
            </a:xfrm>
            <a:custGeom>
              <a:avLst/>
              <a:pathLst>
                <a:path w="8554953" h="4692799">
                  <a:moveTo>
                    <a:pt x="0" y="4692799"/>
                  </a:moveTo>
                  <a:lnTo>
                    <a:pt x="522133" y="4692799"/>
                  </a:lnTo>
                  <a:lnTo>
                    <a:pt x="523005" y="4692701"/>
                  </a:lnTo>
                  <a:lnTo>
                    <a:pt x="528756" y="4692002"/>
                  </a:lnTo>
                  <a:lnTo>
                    <a:pt x="543306" y="4690070"/>
                  </a:lnTo>
                  <a:lnTo>
                    <a:pt x="569444" y="4686266"/>
                  </a:lnTo>
                  <a:lnTo>
                    <a:pt x="608649" y="4679987"/>
                  </a:lnTo>
                  <a:lnTo>
                    <a:pt x="660974" y="4670732"/>
                  </a:lnTo>
                  <a:lnTo>
                    <a:pt x="725121" y="4658140"/>
                  </a:lnTo>
                  <a:lnTo>
                    <a:pt x="798733" y="4642014"/>
                  </a:lnTo>
                  <a:lnTo>
                    <a:pt x="878841" y="4622294"/>
                  </a:lnTo>
                  <a:lnTo>
                    <a:pt x="962348" y="4599019"/>
                  </a:lnTo>
                  <a:lnTo>
                    <a:pt x="1046431" y="4572267"/>
                  </a:lnTo>
                  <a:lnTo>
                    <a:pt x="1128802" y="4542093"/>
                  </a:lnTo>
                  <a:lnTo>
                    <a:pt x="1207813" y="4508487"/>
                  </a:lnTo>
                  <a:lnTo>
                    <a:pt x="1282441" y="4471341"/>
                  </a:lnTo>
                  <a:lnTo>
                    <a:pt x="1352199" y="4430433"/>
                  </a:lnTo>
                  <a:lnTo>
                    <a:pt x="1417022" y="4385422"/>
                  </a:lnTo>
                  <a:lnTo>
                    <a:pt x="1477151" y="4335851"/>
                  </a:lnTo>
                  <a:lnTo>
                    <a:pt x="1533026" y="4281156"/>
                  </a:lnTo>
                  <a:lnTo>
                    <a:pt x="1585215" y="4220688"/>
                  </a:lnTo>
                  <a:lnTo>
                    <a:pt x="1634348" y="4153750"/>
                  </a:lnTo>
                  <a:lnTo>
                    <a:pt x="1681067" y="4079656"/>
                  </a:lnTo>
                  <a:lnTo>
                    <a:pt x="1725991" y="3997831"/>
                  </a:lnTo>
                  <a:lnTo>
                    <a:pt x="1768425" y="3910665"/>
                  </a:lnTo>
                  <a:lnTo>
                    <a:pt x="1798495" y="3843192"/>
                  </a:lnTo>
                  <a:lnTo>
                    <a:pt x="1828308" y="3771736"/>
                  </a:lnTo>
                  <a:lnTo>
                    <a:pt x="1857987" y="3696216"/>
                  </a:lnTo>
                  <a:lnTo>
                    <a:pt x="1887636" y="3616593"/>
                  </a:lnTo>
                  <a:lnTo>
                    <a:pt x="1917338" y="3532871"/>
                  </a:lnTo>
                  <a:lnTo>
                    <a:pt x="1947158" y="3445102"/>
                  </a:lnTo>
                  <a:lnTo>
                    <a:pt x="1977147" y="3353390"/>
                  </a:lnTo>
                  <a:lnTo>
                    <a:pt x="2007338" y="3257890"/>
                  </a:lnTo>
                  <a:lnTo>
                    <a:pt x="2037754" y="3158814"/>
                  </a:lnTo>
                  <a:lnTo>
                    <a:pt x="2068399" y="3056428"/>
                  </a:lnTo>
                  <a:lnTo>
                    <a:pt x="2099271" y="2951052"/>
                  </a:lnTo>
                  <a:lnTo>
                    <a:pt x="2130352" y="2843054"/>
                  </a:lnTo>
                  <a:lnTo>
                    <a:pt x="2161619" y="2732853"/>
                  </a:lnTo>
                  <a:lnTo>
                    <a:pt x="2193037" y="2620902"/>
                  </a:lnTo>
                  <a:lnTo>
                    <a:pt x="2224567" y="2507692"/>
                  </a:lnTo>
                  <a:lnTo>
                    <a:pt x="2256164" y="2393735"/>
                  </a:lnTo>
                  <a:lnTo>
                    <a:pt x="2287781" y="2279558"/>
                  </a:lnTo>
                  <a:lnTo>
                    <a:pt x="2319370" y="2165691"/>
                  </a:lnTo>
                  <a:lnTo>
                    <a:pt x="2350883" y="2052661"/>
                  </a:lnTo>
                  <a:lnTo>
                    <a:pt x="2382278" y="1940975"/>
                  </a:lnTo>
                  <a:lnTo>
                    <a:pt x="2413515" y="1831119"/>
                  </a:lnTo>
                  <a:lnTo>
                    <a:pt x="2444563" y="1723541"/>
                  </a:lnTo>
                  <a:lnTo>
                    <a:pt x="2475396" y="1618651"/>
                  </a:lnTo>
                  <a:lnTo>
                    <a:pt x="2506003" y="1516810"/>
                  </a:lnTo>
                  <a:lnTo>
                    <a:pt x="2536379" y="1418328"/>
                  </a:lnTo>
                  <a:lnTo>
                    <a:pt x="2566534" y="1323462"/>
                  </a:lnTo>
                  <a:lnTo>
                    <a:pt x="2596491" y="1232413"/>
                  </a:lnTo>
                  <a:lnTo>
                    <a:pt x="2626287" y="1145330"/>
                  </a:lnTo>
                  <a:lnTo>
                    <a:pt x="2655975" y="1062307"/>
                  </a:lnTo>
                  <a:lnTo>
                    <a:pt x="2685622" y="983386"/>
                  </a:lnTo>
                  <a:lnTo>
                    <a:pt x="2715317" y="908564"/>
                  </a:lnTo>
                  <a:lnTo>
                    <a:pt x="2745164" y="837795"/>
                  </a:lnTo>
                  <a:lnTo>
                    <a:pt x="2770117" y="782133"/>
                  </a:lnTo>
                  <a:lnTo>
                    <a:pt x="2813820" y="692507"/>
                  </a:lnTo>
                  <a:lnTo>
                    <a:pt x="2858788" y="610911"/>
                  </a:lnTo>
                  <a:lnTo>
                    <a:pt x="2905568" y="537031"/>
                  </a:lnTo>
                  <a:lnTo>
                    <a:pt x="2954779" y="470288"/>
                  </a:lnTo>
                  <a:lnTo>
                    <a:pt x="3007065" y="409996"/>
                  </a:lnTo>
                  <a:lnTo>
                    <a:pt x="3063055" y="355456"/>
                  </a:lnTo>
                  <a:lnTo>
                    <a:pt x="3123313" y="306023"/>
                  </a:lnTo>
                  <a:lnTo>
                    <a:pt x="3188276" y="261136"/>
                  </a:lnTo>
                  <a:lnTo>
                    <a:pt x="3258177" y="220341"/>
                  </a:lnTo>
                  <a:lnTo>
                    <a:pt x="3332939" y="183298"/>
                  </a:lnTo>
                  <a:lnTo>
                    <a:pt x="3412064" y="149791"/>
                  </a:lnTo>
                  <a:lnTo>
                    <a:pt x="3494510" y="119715"/>
                  </a:lnTo>
                  <a:lnTo>
                    <a:pt x="3578611" y="93062"/>
                  </a:lnTo>
                  <a:lnTo>
                    <a:pt x="3662062" y="69889"/>
                  </a:lnTo>
                  <a:lnTo>
                    <a:pt x="3742027" y="50272"/>
                  </a:lnTo>
                  <a:lnTo>
                    <a:pt x="3815407" y="34248"/>
                  </a:lnTo>
                  <a:lnTo>
                    <a:pt x="3879243" y="21756"/>
                  </a:lnTo>
                  <a:lnTo>
                    <a:pt x="3931204" y="12592"/>
                  </a:lnTo>
                  <a:lnTo>
                    <a:pt x="3970027" y="6392"/>
                  </a:lnTo>
                  <a:lnTo>
                    <a:pt x="3995805" y="2649"/>
                  </a:lnTo>
                  <a:lnTo>
                    <a:pt x="4010057" y="762"/>
                  </a:lnTo>
                  <a:lnTo>
                    <a:pt x="4015609" y="89"/>
                  </a:lnTo>
                  <a:lnTo>
                    <a:pt x="4016409" y="0"/>
                  </a:lnTo>
                  <a:lnTo>
                    <a:pt x="4538543" y="0"/>
                  </a:lnTo>
                  <a:lnTo>
                    <a:pt x="4539645" y="91"/>
                  </a:lnTo>
                  <a:lnTo>
                    <a:pt x="4546871" y="745"/>
                  </a:lnTo>
                  <a:lnTo>
                    <a:pt x="4565025" y="2552"/>
                  </a:lnTo>
                  <a:lnTo>
                    <a:pt x="4597314" y="6105"/>
                  </a:lnTo>
                  <a:lnTo>
                    <a:pt x="4645098" y="11943"/>
                  </a:lnTo>
                  <a:lnTo>
                    <a:pt x="4707784" y="20488"/>
                  </a:lnTo>
                  <a:lnTo>
                    <a:pt x="4783067" y="32008"/>
                  </a:lnTo>
                  <a:lnTo>
                    <a:pt x="4867477" y="46613"/>
                  </a:lnTo>
                  <a:lnTo>
                    <a:pt x="4957090" y="64297"/>
                  </a:lnTo>
                  <a:lnTo>
                    <a:pt x="5048189" y="84996"/>
                  </a:lnTo>
                  <a:lnTo>
                    <a:pt x="5137708" y="108648"/>
                  </a:lnTo>
                  <a:lnTo>
                    <a:pt x="5223448" y="135255"/>
                  </a:lnTo>
                  <a:lnTo>
                    <a:pt x="5304070" y="164912"/>
                  </a:lnTo>
                  <a:lnTo>
                    <a:pt x="5378972" y="197829"/>
                  </a:lnTo>
                  <a:lnTo>
                    <a:pt x="5448119" y="234336"/>
                  </a:lnTo>
                  <a:lnTo>
                    <a:pt x="5511873" y="274882"/>
                  </a:lnTo>
                  <a:lnTo>
                    <a:pt x="5570846" y="320016"/>
                  </a:lnTo>
                  <a:lnTo>
                    <a:pt x="5625792" y="370362"/>
                  </a:lnTo>
                  <a:lnTo>
                    <a:pt x="5677522" y="426575"/>
                  </a:lnTo>
                  <a:lnTo>
                    <a:pt x="5726841" y="489251"/>
                  </a:lnTo>
                  <a:lnTo>
                    <a:pt x="5774483" y="558789"/>
                  </a:lnTo>
                  <a:lnTo>
                    <a:pt x="5784835" y="575070"/>
                  </a:lnTo>
                  <a:lnTo>
                    <a:pt x="5819218" y="632076"/>
                  </a:lnTo>
                  <a:lnTo>
                    <a:pt x="5853289" y="692930"/>
                  </a:lnTo>
                  <a:lnTo>
                    <a:pt x="5887227" y="757710"/>
                  </a:lnTo>
                  <a:lnTo>
                    <a:pt x="5921173" y="826443"/>
                  </a:lnTo>
                  <a:lnTo>
                    <a:pt x="5955241" y="899097"/>
                  </a:lnTo>
                  <a:lnTo>
                    <a:pt x="5989513" y="975579"/>
                  </a:lnTo>
                  <a:lnTo>
                    <a:pt x="6024045" y="1055729"/>
                  </a:lnTo>
                  <a:lnTo>
                    <a:pt x="6058869" y="1139318"/>
                  </a:lnTo>
                  <a:lnTo>
                    <a:pt x="6093995" y="1226049"/>
                  </a:lnTo>
                  <a:lnTo>
                    <a:pt x="6129411" y="1315556"/>
                  </a:lnTo>
                  <a:lnTo>
                    <a:pt x="6165090" y="1407412"/>
                  </a:lnTo>
                  <a:lnTo>
                    <a:pt x="6200985" y="1501136"/>
                  </a:lnTo>
                  <a:lnTo>
                    <a:pt x="6237041" y="1596202"/>
                  </a:lnTo>
                  <a:lnTo>
                    <a:pt x="6273193" y="1692049"/>
                  </a:lnTo>
                  <a:lnTo>
                    <a:pt x="6309369" y="1788098"/>
                  </a:lnTo>
                  <a:lnTo>
                    <a:pt x="6345499" y="1883765"/>
                  </a:lnTo>
                  <a:lnTo>
                    <a:pt x="6381512" y="1978474"/>
                  </a:lnTo>
                  <a:lnTo>
                    <a:pt x="6417345" y="2071674"/>
                  </a:lnTo>
                  <a:lnTo>
                    <a:pt x="6452947" y="2162852"/>
                  </a:lnTo>
                  <a:lnTo>
                    <a:pt x="6488275" y="2251542"/>
                  </a:lnTo>
                  <a:lnTo>
                    <a:pt x="6523308" y="2337336"/>
                  </a:lnTo>
                  <a:lnTo>
                    <a:pt x="6558040" y="2419889"/>
                  </a:lnTo>
                  <a:lnTo>
                    <a:pt x="6592487" y="2498924"/>
                  </a:lnTo>
                  <a:lnTo>
                    <a:pt x="6626688" y="2574235"/>
                  </a:lnTo>
                  <a:lnTo>
                    <a:pt x="6660708" y="2645682"/>
                  </a:lnTo>
                  <a:lnTo>
                    <a:pt x="6694639" y="2713191"/>
                  </a:lnTo>
                  <a:lnTo>
                    <a:pt x="6728601" y="2776750"/>
                  </a:lnTo>
                  <a:lnTo>
                    <a:pt x="6762748" y="2836402"/>
                  </a:lnTo>
                  <a:lnTo>
                    <a:pt x="6786527" y="2875351"/>
                  </a:lnTo>
                  <a:lnTo>
                    <a:pt x="6833885" y="2946420"/>
                  </a:lnTo>
                  <a:lnTo>
                    <a:pt x="6882775" y="3010587"/>
                  </a:lnTo>
                  <a:lnTo>
                    <a:pt x="6933905" y="3068179"/>
                  </a:lnTo>
                  <a:lnTo>
                    <a:pt x="6988071" y="3119764"/>
                  </a:lnTo>
                  <a:lnTo>
                    <a:pt x="7046087" y="3165992"/>
                  </a:lnTo>
                  <a:lnTo>
                    <a:pt x="7108726" y="3207500"/>
                  </a:lnTo>
                  <a:lnTo>
                    <a:pt x="7176642" y="3244857"/>
                  </a:lnTo>
                  <a:lnTo>
                    <a:pt x="7250260" y="3278534"/>
                  </a:lnTo>
                  <a:lnTo>
                    <a:pt x="7329648" y="3308888"/>
                  </a:lnTo>
                  <a:lnTo>
                    <a:pt x="7414346" y="3336156"/>
                  </a:lnTo>
                  <a:lnTo>
                    <a:pt x="7503189" y="3360457"/>
                  </a:lnTo>
                  <a:lnTo>
                    <a:pt x="7594174" y="3381811"/>
                  </a:lnTo>
                  <a:lnTo>
                    <a:pt x="7684417" y="3400168"/>
                  </a:lnTo>
                  <a:lnTo>
                    <a:pt x="7770315" y="3415456"/>
                  </a:lnTo>
                  <a:lnTo>
                    <a:pt x="7847938" y="3427652"/>
                  </a:lnTo>
                  <a:lnTo>
                    <a:pt x="7913654" y="3436836"/>
                  </a:lnTo>
                  <a:lnTo>
                    <a:pt x="7964843" y="3443240"/>
                  </a:lnTo>
                  <a:lnTo>
                    <a:pt x="8000504" y="3447255"/>
                  </a:lnTo>
                  <a:lnTo>
                    <a:pt x="8021563" y="3449397"/>
                  </a:lnTo>
                  <a:lnTo>
                    <a:pt x="8030840" y="3450254"/>
                  </a:lnTo>
                  <a:lnTo>
                    <a:pt x="8032807" y="3450420"/>
                  </a:lnTo>
                  <a:lnTo>
                    <a:pt x="8032819" y="3450421"/>
                  </a:lnTo>
                  <a:lnTo>
                    <a:pt x="8554953" y="3450421"/>
                  </a:lnTo>
                  <a:lnTo>
                    <a:pt x="8554953" y="3450421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930" name="pl1930"/>
            <p:cNvSpPr/>
            <p:nvPr/>
          </p:nvSpPr>
          <p:spPr>
            <a:xfrm>
              <a:off x="386606" y="1095190"/>
              <a:ext cx="8554953" cy="4692799"/>
            </a:xfrm>
            <a:custGeom>
              <a:avLst/>
              <a:pathLst>
                <a:path w="8554953" h="4692799">
                  <a:moveTo>
                    <a:pt x="8554953" y="3450421"/>
                  </a:moveTo>
                  <a:lnTo>
                    <a:pt x="8032819" y="3450421"/>
                  </a:lnTo>
                  <a:lnTo>
                    <a:pt x="8031717" y="3450329"/>
                  </a:lnTo>
                  <a:lnTo>
                    <a:pt x="8024491" y="3449676"/>
                  </a:lnTo>
                  <a:lnTo>
                    <a:pt x="8006337" y="3447869"/>
                  </a:lnTo>
                  <a:lnTo>
                    <a:pt x="7974048" y="3444315"/>
                  </a:lnTo>
                  <a:lnTo>
                    <a:pt x="7926264" y="3438477"/>
                  </a:lnTo>
                  <a:lnTo>
                    <a:pt x="7863578" y="3429932"/>
                  </a:lnTo>
                  <a:lnTo>
                    <a:pt x="7788295" y="3418413"/>
                  </a:lnTo>
                  <a:lnTo>
                    <a:pt x="7703885" y="3403808"/>
                  </a:lnTo>
                  <a:lnTo>
                    <a:pt x="7614272" y="3386123"/>
                  </a:lnTo>
                  <a:lnTo>
                    <a:pt x="7523173" y="3365425"/>
                  </a:lnTo>
                  <a:lnTo>
                    <a:pt x="7433654" y="3341772"/>
                  </a:lnTo>
                  <a:lnTo>
                    <a:pt x="7347914" y="3315166"/>
                  </a:lnTo>
                  <a:lnTo>
                    <a:pt x="7267292" y="3285509"/>
                  </a:lnTo>
                  <a:lnTo>
                    <a:pt x="7192390" y="3252592"/>
                  </a:lnTo>
                  <a:lnTo>
                    <a:pt x="7123243" y="3216084"/>
                  </a:lnTo>
                  <a:lnTo>
                    <a:pt x="7059489" y="3175538"/>
                  </a:lnTo>
                  <a:lnTo>
                    <a:pt x="7000516" y="3130405"/>
                  </a:lnTo>
                  <a:lnTo>
                    <a:pt x="6945570" y="3080058"/>
                  </a:lnTo>
                  <a:lnTo>
                    <a:pt x="6893840" y="3023846"/>
                  </a:lnTo>
                  <a:lnTo>
                    <a:pt x="6844521" y="2961170"/>
                  </a:lnTo>
                  <a:lnTo>
                    <a:pt x="6796879" y="2891632"/>
                  </a:lnTo>
                  <a:lnTo>
                    <a:pt x="6786527" y="2875351"/>
                  </a:lnTo>
                  <a:lnTo>
                    <a:pt x="6752144" y="2818344"/>
                  </a:lnTo>
                  <a:lnTo>
                    <a:pt x="6718073" y="2757490"/>
                  </a:lnTo>
                  <a:lnTo>
                    <a:pt x="6684135" y="2692710"/>
                  </a:lnTo>
                  <a:lnTo>
                    <a:pt x="6650189" y="2623978"/>
                  </a:lnTo>
                  <a:lnTo>
                    <a:pt x="6616121" y="2551324"/>
                  </a:lnTo>
                  <a:lnTo>
                    <a:pt x="6581849" y="2474841"/>
                  </a:lnTo>
                  <a:lnTo>
                    <a:pt x="6547317" y="2394691"/>
                  </a:lnTo>
                  <a:lnTo>
                    <a:pt x="6512493" y="2311102"/>
                  </a:lnTo>
                  <a:lnTo>
                    <a:pt x="6477367" y="2224372"/>
                  </a:lnTo>
                  <a:lnTo>
                    <a:pt x="6441950" y="2134865"/>
                  </a:lnTo>
                  <a:lnTo>
                    <a:pt x="6406272" y="2043009"/>
                  </a:lnTo>
                  <a:lnTo>
                    <a:pt x="6370377" y="1949284"/>
                  </a:lnTo>
                  <a:lnTo>
                    <a:pt x="6334321" y="1854218"/>
                  </a:lnTo>
                  <a:lnTo>
                    <a:pt x="6298169" y="1758371"/>
                  </a:lnTo>
                  <a:lnTo>
                    <a:pt x="6261993" y="1662322"/>
                  </a:lnTo>
                  <a:lnTo>
                    <a:pt x="6225863" y="1566656"/>
                  </a:lnTo>
                  <a:lnTo>
                    <a:pt x="6189850" y="1471947"/>
                  </a:lnTo>
                  <a:lnTo>
                    <a:pt x="6154016" y="1378746"/>
                  </a:lnTo>
                  <a:lnTo>
                    <a:pt x="6118415" y="1287568"/>
                  </a:lnTo>
                  <a:lnTo>
                    <a:pt x="6083087" y="1198878"/>
                  </a:lnTo>
                  <a:lnTo>
                    <a:pt x="6048054" y="1113085"/>
                  </a:lnTo>
                  <a:lnTo>
                    <a:pt x="6013322" y="1030532"/>
                  </a:lnTo>
                  <a:lnTo>
                    <a:pt x="5978875" y="951496"/>
                  </a:lnTo>
                  <a:lnTo>
                    <a:pt x="5944674" y="876185"/>
                  </a:lnTo>
                  <a:lnTo>
                    <a:pt x="5910654" y="804739"/>
                  </a:lnTo>
                  <a:lnTo>
                    <a:pt x="5876723" y="737229"/>
                  </a:lnTo>
                  <a:lnTo>
                    <a:pt x="5842761" y="673671"/>
                  </a:lnTo>
                  <a:lnTo>
                    <a:pt x="5808614" y="614018"/>
                  </a:lnTo>
                  <a:lnTo>
                    <a:pt x="5784835" y="575070"/>
                  </a:lnTo>
                  <a:lnTo>
                    <a:pt x="5737477" y="504001"/>
                  </a:lnTo>
                  <a:lnTo>
                    <a:pt x="5688587" y="439834"/>
                  </a:lnTo>
                  <a:lnTo>
                    <a:pt x="5637457" y="382242"/>
                  </a:lnTo>
                  <a:lnTo>
                    <a:pt x="5583291" y="330656"/>
                  </a:lnTo>
                  <a:lnTo>
                    <a:pt x="5525275" y="284428"/>
                  </a:lnTo>
                  <a:lnTo>
                    <a:pt x="5462636" y="242920"/>
                  </a:lnTo>
                  <a:lnTo>
                    <a:pt x="5394720" y="205563"/>
                  </a:lnTo>
                  <a:lnTo>
                    <a:pt x="5321102" y="171887"/>
                  </a:lnTo>
                  <a:lnTo>
                    <a:pt x="5241714" y="141533"/>
                  </a:lnTo>
                  <a:lnTo>
                    <a:pt x="5157016" y="114265"/>
                  </a:lnTo>
                  <a:lnTo>
                    <a:pt x="5068173" y="89963"/>
                  </a:lnTo>
                  <a:lnTo>
                    <a:pt x="4977188" y="68609"/>
                  </a:lnTo>
                  <a:lnTo>
                    <a:pt x="4886945" y="50253"/>
                  </a:lnTo>
                  <a:lnTo>
                    <a:pt x="4801047" y="34964"/>
                  </a:lnTo>
                  <a:lnTo>
                    <a:pt x="4723424" y="22769"/>
                  </a:lnTo>
                  <a:lnTo>
                    <a:pt x="4657708" y="13585"/>
                  </a:lnTo>
                  <a:lnTo>
                    <a:pt x="4606519" y="7180"/>
                  </a:lnTo>
                  <a:lnTo>
                    <a:pt x="4570857" y="3166"/>
                  </a:lnTo>
                  <a:lnTo>
                    <a:pt x="4549799" y="1023"/>
                  </a:lnTo>
                  <a:lnTo>
                    <a:pt x="4540522" y="167"/>
                  </a:lnTo>
                  <a:lnTo>
                    <a:pt x="4538555" y="0"/>
                  </a:lnTo>
                  <a:lnTo>
                    <a:pt x="4538543" y="0"/>
                  </a:lnTo>
                  <a:lnTo>
                    <a:pt x="4016409" y="0"/>
                  </a:lnTo>
                  <a:lnTo>
                    <a:pt x="4015537" y="98"/>
                  </a:lnTo>
                  <a:lnTo>
                    <a:pt x="4009786" y="797"/>
                  </a:lnTo>
                  <a:lnTo>
                    <a:pt x="3995236" y="2728"/>
                  </a:lnTo>
                  <a:lnTo>
                    <a:pt x="3969098" y="6533"/>
                  </a:lnTo>
                  <a:lnTo>
                    <a:pt x="3929893" y="12811"/>
                  </a:lnTo>
                  <a:lnTo>
                    <a:pt x="3877568" y="22067"/>
                  </a:lnTo>
                  <a:lnTo>
                    <a:pt x="3813421" y="34658"/>
                  </a:lnTo>
                  <a:lnTo>
                    <a:pt x="3739809" y="50785"/>
                  </a:lnTo>
                  <a:lnTo>
                    <a:pt x="3659701" y="70504"/>
                  </a:lnTo>
                  <a:lnTo>
                    <a:pt x="3576194" y="93779"/>
                  </a:lnTo>
                  <a:lnTo>
                    <a:pt x="3492111" y="120531"/>
                  </a:lnTo>
                  <a:lnTo>
                    <a:pt x="3409740" y="150705"/>
                  </a:lnTo>
                  <a:lnTo>
                    <a:pt x="3330729" y="184311"/>
                  </a:lnTo>
                  <a:lnTo>
                    <a:pt x="3256102" y="221458"/>
                  </a:lnTo>
                  <a:lnTo>
                    <a:pt x="3186343" y="262365"/>
                  </a:lnTo>
                  <a:lnTo>
                    <a:pt x="3121520" y="307376"/>
                  </a:lnTo>
                  <a:lnTo>
                    <a:pt x="3061391" y="356947"/>
                  </a:lnTo>
                  <a:lnTo>
                    <a:pt x="3005516" y="411642"/>
                  </a:lnTo>
                  <a:lnTo>
                    <a:pt x="2953327" y="472110"/>
                  </a:lnTo>
                  <a:lnTo>
                    <a:pt x="2904194" y="539048"/>
                  </a:lnTo>
                  <a:lnTo>
                    <a:pt x="2857475" y="613142"/>
                  </a:lnTo>
                  <a:lnTo>
                    <a:pt x="2812551" y="694967"/>
                  </a:lnTo>
                  <a:lnTo>
                    <a:pt x="2770117" y="782133"/>
                  </a:lnTo>
                  <a:lnTo>
                    <a:pt x="2740047" y="849606"/>
                  </a:lnTo>
                  <a:lnTo>
                    <a:pt x="2710234" y="921062"/>
                  </a:lnTo>
                  <a:lnTo>
                    <a:pt x="2680555" y="996582"/>
                  </a:lnTo>
                  <a:lnTo>
                    <a:pt x="2650906" y="1076205"/>
                  </a:lnTo>
                  <a:lnTo>
                    <a:pt x="2621205" y="1159927"/>
                  </a:lnTo>
                  <a:lnTo>
                    <a:pt x="2591384" y="1247696"/>
                  </a:lnTo>
                  <a:lnTo>
                    <a:pt x="2561395" y="1339408"/>
                  </a:lnTo>
                  <a:lnTo>
                    <a:pt x="2531204" y="1434908"/>
                  </a:lnTo>
                  <a:lnTo>
                    <a:pt x="2500789" y="1533984"/>
                  </a:lnTo>
                  <a:lnTo>
                    <a:pt x="2470143" y="1636370"/>
                  </a:lnTo>
                  <a:lnTo>
                    <a:pt x="2439271" y="1741747"/>
                  </a:lnTo>
                  <a:lnTo>
                    <a:pt x="2408190" y="1849744"/>
                  </a:lnTo>
                  <a:lnTo>
                    <a:pt x="2376923" y="1959945"/>
                  </a:lnTo>
                  <a:lnTo>
                    <a:pt x="2345505" y="2071896"/>
                  </a:lnTo>
                  <a:lnTo>
                    <a:pt x="2313975" y="2185106"/>
                  </a:lnTo>
                  <a:lnTo>
                    <a:pt x="2282378" y="2299063"/>
                  </a:lnTo>
                  <a:lnTo>
                    <a:pt x="2250761" y="2413241"/>
                  </a:lnTo>
                  <a:lnTo>
                    <a:pt x="2219172" y="2527107"/>
                  </a:lnTo>
                  <a:lnTo>
                    <a:pt x="2187659" y="2640138"/>
                  </a:lnTo>
                  <a:lnTo>
                    <a:pt x="2156264" y="2751823"/>
                  </a:lnTo>
                  <a:lnTo>
                    <a:pt x="2125027" y="2861679"/>
                  </a:lnTo>
                  <a:lnTo>
                    <a:pt x="2093979" y="2969257"/>
                  </a:lnTo>
                  <a:lnTo>
                    <a:pt x="2063146" y="3074147"/>
                  </a:lnTo>
                  <a:lnTo>
                    <a:pt x="2032539" y="3175989"/>
                  </a:lnTo>
                  <a:lnTo>
                    <a:pt x="2002163" y="3274471"/>
                  </a:lnTo>
                  <a:lnTo>
                    <a:pt x="1972008" y="3369337"/>
                  </a:lnTo>
                  <a:lnTo>
                    <a:pt x="1942051" y="3460385"/>
                  </a:lnTo>
                  <a:lnTo>
                    <a:pt x="1912255" y="3547468"/>
                  </a:lnTo>
                  <a:lnTo>
                    <a:pt x="1882567" y="3630492"/>
                  </a:lnTo>
                  <a:lnTo>
                    <a:pt x="1852920" y="3709412"/>
                  </a:lnTo>
                  <a:lnTo>
                    <a:pt x="1823225" y="3784234"/>
                  </a:lnTo>
                  <a:lnTo>
                    <a:pt x="1793378" y="3855003"/>
                  </a:lnTo>
                  <a:lnTo>
                    <a:pt x="1768425" y="3910665"/>
                  </a:lnTo>
                  <a:lnTo>
                    <a:pt x="1724722" y="4000291"/>
                  </a:lnTo>
                  <a:lnTo>
                    <a:pt x="1679754" y="4081888"/>
                  </a:lnTo>
                  <a:lnTo>
                    <a:pt x="1632975" y="4155768"/>
                  </a:lnTo>
                  <a:lnTo>
                    <a:pt x="1583763" y="4222510"/>
                  </a:lnTo>
                  <a:lnTo>
                    <a:pt x="1531477" y="4282803"/>
                  </a:lnTo>
                  <a:lnTo>
                    <a:pt x="1475487" y="4337342"/>
                  </a:lnTo>
                  <a:lnTo>
                    <a:pt x="1415229" y="4386775"/>
                  </a:lnTo>
                  <a:lnTo>
                    <a:pt x="1350266" y="4431662"/>
                  </a:lnTo>
                  <a:lnTo>
                    <a:pt x="1280366" y="4472458"/>
                  </a:lnTo>
                  <a:lnTo>
                    <a:pt x="1205603" y="4509500"/>
                  </a:lnTo>
                  <a:lnTo>
                    <a:pt x="1126478" y="4543007"/>
                  </a:lnTo>
                  <a:lnTo>
                    <a:pt x="1044032" y="4573083"/>
                  </a:lnTo>
                  <a:lnTo>
                    <a:pt x="959931" y="4599736"/>
                  </a:lnTo>
                  <a:lnTo>
                    <a:pt x="876480" y="4622909"/>
                  </a:lnTo>
                  <a:lnTo>
                    <a:pt x="796515" y="4642527"/>
                  </a:lnTo>
                  <a:lnTo>
                    <a:pt x="723135" y="4658551"/>
                  </a:lnTo>
                  <a:lnTo>
                    <a:pt x="659299" y="4671042"/>
                  </a:lnTo>
                  <a:lnTo>
                    <a:pt x="607338" y="4680206"/>
                  </a:lnTo>
                  <a:lnTo>
                    <a:pt x="568515" y="4686406"/>
                  </a:lnTo>
                  <a:lnTo>
                    <a:pt x="542737" y="4690149"/>
                  </a:lnTo>
                  <a:lnTo>
                    <a:pt x="528485" y="4692036"/>
                  </a:lnTo>
                  <a:lnTo>
                    <a:pt x="522933" y="4692709"/>
                  </a:lnTo>
                  <a:lnTo>
                    <a:pt x="522133" y="4692799"/>
                  </a:lnTo>
                  <a:lnTo>
                    <a:pt x="0" y="4692799"/>
                  </a:lnTo>
                  <a:lnTo>
                    <a:pt x="0" y="4692799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931" name="pg1931"/>
            <p:cNvSpPr/>
            <p:nvPr/>
          </p:nvSpPr>
          <p:spPr>
            <a:xfrm>
              <a:off x="386606" y="2043915"/>
              <a:ext cx="8554953" cy="3834429"/>
            </a:xfrm>
            <a:custGeom>
              <a:avLst/>
              <a:pathLst>
                <a:path w="8554953" h="3834429">
                  <a:moveTo>
                    <a:pt x="0" y="3834429"/>
                  </a:moveTo>
                  <a:lnTo>
                    <a:pt x="522133" y="3834429"/>
                  </a:lnTo>
                  <a:lnTo>
                    <a:pt x="523068" y="3834343"/>
                  </a:lnTo>
                  <a:lnTo>
                    <a:pt x="529227" y="3833730"/>
                  </a:lnTo>
                  <a:lnTo>
                    <a:pt x="544775" y="3832036"/>
                  </a:lnTo>
                  <a:lnTo>
                    <a:pt x="572629" y="3828701"/>
                  </a:lnTo>
                  <a:lnTo>
                    <a:pt x="614249" y="3823205"/>
                  </a:lnTo>
                  <a:lnTo>
                    <a:pt x="669528" y="3815118"/>
                  </a:lnTo>
                  <a:lnTo>
                    <a:pt x="736902" y="3804145"/>
                  </a:lnTo>
                  <a:lnTo>
                    <a:pt x="813706" y="3790132"/>
                  </a:lnTo>
                  <a:lnTo>
                    <a:pt x="896693" y="3773047"/>
                  </a:lnTo>
                  <a:lnTo>
                    <a:pt x="982571" y="3752934"/>
                  </a:lnTo>
                  <a:lnTo>
                    <a:pt x="1068421" y="3729860"/>
                  </a:lnTo>
                  <a:lnTo>
                    <a:pt x="1151957" y="3703863"/>
                  </a:lnTo>
                  <a:lnTo>
                    <a:pt x="1231599" y="3674913"/>
                  </a:lnTo>
                  <a:lnTo>
                    <a:pt x="1306432" y="3642885"/>
                  </a:lnTo>
                  <a:lnTo>
                    <a:pt x="1376096" y="3607552"/>
                  </a:lnTo>
                  <a:lnTo>
                    <a:pt x="1440645" y="3568578"/>
                  </a:lnTo>
                  <a:lnTo>
                    <a:pt x="1500430" y="3525528"/>
                  </a:lnTo>
                  <a:lnTo>
                    <a:pt x="1555987" y="3477875"/>
                  </a:lnTo>
                  <a:lnTo>
                    <a:pt x="1607959" y="3425028"/>
                  </a:lnTo>
                  <a:lnTo>
                    <a:pt x="1657034" y="3366372"/>
                  </a:lnTo>
                  <a:lnTo>
                    <a:pt x="1703896" y="3301341"/>
                  </a:lnTo>
                  <a:lnTo>
                    <a:pt x="1749175" y="3229527"/>
                  </a:lnTo>
                  <a:lnTo>
                    <a:pt x="1768425" y="3196298"/>
                  </a:lnTo>
                  <a:lnTo>
                    <a:pt x="1801322" y="3135877"/>
                  </a:lnTo>
                  <a:lnTo>
                    <a:pt x="1833926" y="3071554"/>
                  </a:lnTo>
                  <a:lnTo>
                    <a:pt x="1866395" y="3003249"/>
                  </a:lnTo>
                  <a:lnTo>
                    <a:pt x="1898857" y="2930931"/>
                  </a:lnTo>
                  <a:lnTo>
                    <a:pt x="1931415" y="2854621"/>
                  </a:lnTo>
                  <a:lnTo>
                    <a:pt x="1964145" y="2774397"/>
                  </a:lnTo>
                  <a:lnTo>
                    <a:pt x="1997102" y="2690400"/>
                  </a:lnTo>
                  <a:lnTo>
                    <a:pt x="2030320" y="2602833"/>
                  </a:lnTo>
                  <a:lnTo>
                    <a:pt x="2063813" y="2511963"/>
                  </a:lnTo>
                  <a:lnTo>
                    <a:pt x="2097578" y="2418120"/>
                  </a:lnTo>
                  <a:lnTo>
                    <a:pt x="2131597" y="2321696"/>
                  </a:lnTo>
                  <a:lnTo>
                    <a:pt x="2165835" y="2223135"/>
                  </a:lnTo>
                  <a:lnTo>
                    <a:pt x="2200248" y="2122928"/>
                  </a:lnTo>
                  <a:lnTo>
                    <a:pt x="2234784" y="2021603"/>
                  </a:lnTo>
                  <a:lnTo>
                    <a:pt x="2269381" y="1919713"/>
                  </a:lnTo>
                  <a:lnTo>
                    <a:pt x="2303979" y="1817825"/>
                  </a:lnTo>
                  <a:lnTo>
                    <a:pt x="2338514" y="1716505"/>
                  </a:lnTo>
                  <a:lnTo>
                    <a:pt x="2372926" y="1616307"/>
                  </a:lnTo>
                  <a:lnTo>
                    <a:pt x="2407163" y="1517757"/>
                  </a:lnTo>
                  <a:lnTo>
                    <a:pt x="2441180" y="1421348"/>
                  </a:lnTo>
                  <a:lnTo>
                    <a:pt x="2474943" y="1327524"/>
                  </a:lnTo>
                  <a:lnTo>
                    <a:pt x="2508435" y="1236674"/>
                  </a:lnTo>
                  <a:lnTo>
                    <a:pt x="2541651" y="1149128"/>
                  </a:lnTo>
                  <a:lnTo>
                    <a:pt x="2574607" y="1065154"/>
                  </a:lnTo>
                  <a:lnTo>
                    <a:pt x="2607335" y="984956"/>
                  </a:lnTo>
                  <a:lnTo>
                    <a:pt x="2639892" y="908671"/>
                  </a:lnTo>
                  <a:lnTo>
                    <a:pt x="2672354" y="836378"/>
                  </a:lnTo>
                  <a:lnTo>
                    <a:pt x="2704823" y="768099"/>
                  </a:lnTo>
                  <a:lnTo>
                    <a:pt x="2737428" y="703801"/>
                  </a:lnTo>
                  <a:lnTo>
                    <a:pt x="2770117" y="643777"/>
                  </a:lnTo>
                  <a:lnTo>
                    <a:pt x="2814883" y="568979"/>
                  </a:lnTo>
                  <a:lnTo>
                    <a:pt x="2860987" y="501046"/>
                  </a:lnTo>
                  <a:lnTo>
                    <a:pt x="2909022" y="439693"/>
                  </a:lnTo>
                  <a:lnTo>
                    <a:pt x="2959654" y="384406"/>
                  </a:lnTo>
                  <a:lnTo>
                    <a:pt x="3013576" y="334580"/>
                  </a:lnTo>
                  <a:lnTo>
                    <a:pt x="3071457" y="289606"/>
                  </a:lnTo>
                  <a:lnTo>
                    <a:pt x="3133888" y="248926"/>
                  </a:lnTo>
                  <a:lnTo>
                    <a:pt x="3201311" y="212065"/>
                  </a:lnTo>
                  <a:lnTo>
                    <a:pt x="3273923" y="178640"/>
                  </a:lnTo>
                  <a:lnTo>
                    <a:pt x="3351560" y="148378"/>
                  </a:lnTo>
                  <a:lnTo>
                    <a:pt x="3433562" y="121111"/>
                  </a:lnTo>
                  <a:lnTo>
                    <a:pt x="3518650" y="96771"/>
                  </a:lnTo>
                  <a:lnTo>
                    <a:pt x="3604841" y="75369"/>
                  </a:lnTo>
                  <a:lnTo>
                    <a:pt x="3689470" y="56964"/>
                  </a:lnTo>
                  <a:lnTo>
                    <a:pt x="3769363" y="41619"/>
                  </a:lnTo>
                  <a:lnTo>
                    <a:pt x="3841194" y="29341"/>
                  </a:lnTo>
                  <a:lnTo>
                    <a:pt x="3901976" y="20033"/>
                  </a:lnTo>
                  <a:lnTo>
                    <a:pt x="3949614" y="13460"/>
                  </a:lnTo>
                  <a:lnTo>
                    <a:pt x="3983340" y="9249"/>
                  </a:lnTo>
                  <a:lnTo>
                    <a:pt x="4003939" y="6913"/>
                  </a:lnTo>
                  <a:lnTo>
                    <a:pt x="4013720" y="5901"/>
                  </a:lnTo>
                  <a:lnTo>
                    <a:pt x="4016409" y="5647"/>
                  </a:lnTo>
                  <a:lnTo>
                    <a:pt x="4538543" y="5647"/>
                  </a:lnTo>
                  <a:lnTo>
                    <a:pt x="4539653" y="5736"/>
                  </a:lnTo>
                  <a:lnTo>
                    <a:pt x="4546936" y="6375"/>
                  </a:lnTo>
                  <a:lnTo>
                    <a:pt x="4565227" y="8140"/>
                  </a:lnTo>
                  <a:lnTo>
                    <a:pt x="4597748" y="11611"/>
                  </a:lnTo>
                  <a:lnTo>
                    <a:pt x="4645850" y="17313"/>
                  </a:lnTo>
                  <a:lnTo>
                    <a:pt x="4708913" y="25656"/>
                  </a:lnTo>
                  <a:lnTo>
                    <a:pt x="4784593" y="36899"/>
                  </a:lnTo>
                  <a:lnTo>
                    <a:pt x="4869375" y="51150"/>
                  </a:lnTo>
                  <a:lnTo>
                    <a:pt x="4959305" y="68399"/>
                  </a:lnTo>
                  <a:lnTo>
                    <a:pt x="5050643" y="88582"/>
                  </a:lnTo>
                  <a:lnTo>
                    <a:pt x="5140323" y="111642"/>
                  </a:lnTo>
                  <a:lnTo>
                    <a:pt x="5226151" y="137582"/>
                  </a:lnTo>
                  <a:lnTo>
                    <a:pt x="5306802" y="166497"/>
                  </a:lnTo>
                  <a:lnTo>
                    <a:pt x="5381694" y="198598"/>
                  </a:lnTo>
                  <a:lnTo>
                    <a:pt x="5450808" y="234211"/>
                  </a:lnTo>
                  <a:lnTo>
                    <a:pt x="5514520" y="273778"/>
                  </a:lnTo>
                  <a:lnTo>
                    <a:pt x="5573455" y="317839"/>
                  </a:lnTo>
                  <a:lnTo>
                    <a:pt x="5628378" y="367008"/>
                  </a:lnTo>
                  <a:lnTo>
                    <a:pt x="5680109" y="421921"/>
                  </a:lnTo>
                  <a:lnTo>
                    <a:pt x="5729455" y="483157"/>
                  </a:lnTo>
                  <a:lnTo>
                    <a:pt x="5777152" y="551089"/>
                  </a:lnTo>
                  <a:lnTo>
                    <a:pt x="5784835" y="562834"/>
                  </a:lnTo>
                  <a:lnTo>
                    <a:pt x="5819673" y="618828"/>
                  </a:lnTo>
                  <a:lnTo>
                    <a:pt x="5854193" y="678650"/>
                  </a:lnTo>
                  <a:lnTo>
                    <a:pt x="5888580" y="742379"/>
                  </a:lnTo>
                  <a:lnTo>
                    <a:pt x="5922981" y="810040"/>
                  </a:lnTo>
                  <a:lnTo>
                    <a:pt x="5957513" y="881598"/>
                  </a:lnTo>
                  <a:lnTo>
                    <a:pt x="5992258" y="956957"/>
                  </a:lnTo>
                  <a:lnTo>
                    <a:pt x="6027274" y="1035949"/>
                  </a:lnTo>
                  <a:lnTo>
                    <a:pt x="6062591" y="1118337"/>
                  </a:lnTo>
                  <a:lnTo>
                    <a:pt x="6098219" y="1203814"/>
                  </a:lnTo>
                  <a:lnTo>
                    <a:pt x="6134141" y="1292006"/>
                  </a:lnTo>
                  <a:lnTo>
                    <a:pt x="6170328" y="1382475"/>
                  </a:lnTo>
                  <a:lnTo>
                    <a:pt x="6206729" y="1474728"/>
                  </a:lnTo>
                  <a:lnTo>
                    <a:pt x="6243286" y="1568228"/>
                  </a:lnTo>
                  <a:lnTo>
                    <a:pt x="6279928" y="1662406"/>
                  </a:lnTo>
                  <a:lnTo>
                    <a:pt x="6316582" y="1756678"/>
                  </a:lnTo>
                  <a:lnTo>
                    <a:pt x="6353173" y="1850453"/>
                  </a:lnTo>
                  <a:lnTo>
                    <a:pt x="6389630" y="1943157"/>
                  </a:lnTo>
                  <a:lnTo>
                    <a:pt x="6425889" y="2034241"/>
                  </a:lnTo>
                  <a:lnTo>
                    <a:pt x="6461899" y="2123197"/>
                  </a:lnTo>
                  <a:lnTo>
                    <a:pt x="6497622" y="2209570"/>
                  </a:lnTo>
                  <a:lnTo>
                    <a:pt x="6533037" y="2292964"/>
                  </a:lnTo>
                  <a:lnTo>
                    <a:pt x="6568145" y="2373051"/>
                  </a:lnTo>
                  <a:lnTo>
                    <a:pt x="6602970" y="2449571"/>
                  </a:lnTo>
                  <a:lnTo>
                    <a:pt x="6637561" y="2522336"/>
                  </a:lnTo>
                  <a:lnTo>
                    <a:pt x="6671992" y="2591227"/>
                  </a:lnTo>
                  <a:lnTo>
                    <a:pt x="6706370" y="2656190"/>
                  </a:lnTo>
                  <a:lnTo>
                    <a:pt x="6740830" y="2717232"/>
                  </a:lnTo>
                  <a:lnTo>
                    <a:pt x="6775546" y="2774416"/>
                  </a:lnTo>
                  <a:lnTo>
                    <a:pt x="6786527" y="2791584"/>
                  </a:lnTo>
                  <a:lnTo>
                    <a:pt x="6834015" y="2860621"/>
                  </a:lnTo>
                  <a:lnTo>
                    <a:pt x="6883045" y="2922934"/>
                  </a:lnTo>
                  <a:lnTo>
                    <a:pt x="6934332" y="2978844"/>
                  </a:lnTo>
                  <a:lnTo>
                    <a:pt x="6988676" y="3028909"/>
                  </a:lnTo>
                  <a:lnTo>
                    <a:pt x="7046901" y="3073761"/>
                  </a:lnTo>
                  <a:lnTo>
                    <a:pt x="7109785" y="3114024"/>
                  </a:lnTo>
                  <a:lnTo>
                    <a:pt x="7177982" y="3150250"/>
                  </a:lnTo>
                  <a:lnTo>
                    <a:pt x="7251918" y="3182899"/>
                  </a:lnTo>
                  <a:lnTo>
                    <a:pt x="7331651" y="3212318"/>
                  </a:lnTo>
                  <a:lnTo>
                    <a:pt x="7416701" y="3238734"/>
                  </a:lnTo>
                  <a:lnTo>
                    <a:pt x="7505878" y="3262263"/>
                  </a:lnTo>
                  <a:lnTo>
                    <a:pt x="7597133" y="3282919"/>
                  </a:lnTo>
                  <a:lnTo>
                    <a:pt x="7687534" y="3300653"/>
                  </a:lnTo>
                  <a:lnTo>
                    <a:pt x="7773430" y="3315396"/>
                  </a:lnTo>
                  <a:lnTo>
                    <a:pt x="7850858" y="3327128"/>
                  </a:lnTo>
                  <a:lnTo>
                    <a:pt x="7916184" y="3335931"/>
                  </a:lnTo>
                  <a:lnTo>
                    <a:pt x="7966824" y="3342041"/>
                  </a:lnTo>
                  <a:lnTo>
                    <a:pt x="8001852" y="3345843"/>
                  </a:lnTo>
                  <a:lnTo>
                    <a:pt x="8022295" y="3347848"/>
                  </a:lnTo>
                  <a:lnTo>
                    <a:pt x="8031086" y="3348631"/>
                  </a:lnTo>
                  <a:lnTo>
                    <a:pt x="8032819" y="3348772"/>
                  </a:lnTo>
                  <a:lnTo>
                    <a:pt x="8554953" y="3348772"/>
                  </a:lnTo>
                  <a:lnTo>
                    <a:pt x="8554953" y="3343125"/>
                  </a:lnTo>
                  <a:lnTo>
                    <a:pt x="8032819" y="3343125"/>
                  </a:lnTo>
                  <a:lnTo>
                    <a:pt x="8031709" y="3343035"/>
                  </a:lnTo>
                  <a:lnTo>
                    <a:pt x="8024426" y="3342397"/>
                  </a:lnTo>
                  <a:lnTo>
                    <a:pt x="8006135" y="3340632"/>
                  </a:lnTo>
                  <a:lnTo>
                    <a:pt x="7973614" y="3337160"/>
                  </a:lnTo>
                  <a:lnTo>
                    <a:pt x="7925512" y="3331459"/>
                  </a:lnTo>
                  <a:lnTo>
                    <a:pt x="7862448" y="3323115"/>
                  </a:lnTo>
                  <a:lnTo>
                    <a:pt x="7786769" y="3311872"/>
                  </a:lnTo>
                  <a:lnTo>
                    <a:pt x="7701987" y="3297622"/>
                  </a:lnTo>
                  <a:lnTo>
                    <a:pt x="7612057" y="3280372"/>
                  </a:lnTo>
                  <a:lnTo>
                    <a:pt x="7520719" y="3260189"/>
                  </a:lnTo>
                  <a:lnTo>
                    <a:pt x="7431039" y="3237129"/>
                  </a:lnTo>
                  <a:lnTo>
                    <a:pt x="7345211" y="3211190"/>
                  </a:lnTo>
                  <a:lnTo>
                    <a:pt x="7264560" y="3182274"/>
                  </a:lnTo>
                  <a:lnTo>
                    <a:pt x="7189668" y="3150174"/>
                  </a:lnTo>
                  <a:lnTo>
                    <a:pt x="7120554" y="3114560"/>
                  </a:lnTo>
                  <a:lnTo>
                    <a:pt x="7056842" y="3074993"/>
                  </a:lnTo>
                  <a:lnTo>
                    <a:pt x="6997907" y="3030932"/>
                  </a:lnTo>
                  <a:lnTo>
                    <a:pt x="6942984" y="2981764"/>
                  </a:lnTo>
                  <a:lnTo>
                    <a:pt x="6891253" y="2926850"/>
                  </a:lnTo>
                  <a:lnTo>
                    <a:pt x="6841907" y="2865615"/>
                  </a:lnTo>
                  <a:lnTo>
                    <a:pt x="6794210" y="2797683"/>
                  </a:lnTo>
                  <a:lnTo>
                    <a:pt x="6786527" y="2785937"/>
                  </a:lnTo>
                  <a:lnTo>
                    <a:pt x="6751689" y="2729944"/>
                  </a:lnTo>
                  <a:lnTo>
                    <a:pt x="6717169" y="2670122"/>
                  </a:lnTo>
                  <a:lnTo>
                    <a:pt x="6682782" y="2606393"/>
                  </a:lnTo>
                  <a:lnTo>
                    <a:pt x="6648380" y="2538732"/>
                  </a:lnTo>
                  <a:lnTo>
                    <a:pt x="6613849" y="2467173"/>
                  </a:lnTo>
                  <a:lnTo>
                    <a:pt x="6579104" y="2391814"/>
                  </a:lnTo>
                  <a:lnTo>
                    <a:pt x="6544088" y="2312823"/>
                  </a:lnTo>
                  <a:lnTo>
                    <a:pt x="6508770" y="2230435"/>
                  </a:lnTo>
                  <a:lnTo>
                    <a:pt x="6473143" y="2144957"/>
                  </a:lnTo>
                  <a:lnTo>
                    <a:pt x="6437221" y="2056765"/>
                  </a:lnTo>
                  <a:lnTo>
                    <a:pt x="6401034" y="1966297"/>
                  </a:lnTo>
                  <a:lnTo>
                    <a:pt x="6364633" y="1874044"/>
                  </a:lnTo>
                  <a:lnTo>
                    <a:pt x="6328076" y="1780544"/>
                  </a:lnTo>
                  <a:lnTo>
                    <a:pt x="6291434" y="1686365"/>
                  </a:lnTo>
                  <a:lnTo>
                    <a:pt x="6254780" y="1592094"/>
                  </a:lnTo>
                  <a:lnTo>
                    <a:pt x="6218189" y="1498319"/>
                  </a:lnTo>
                  <a:lnTo>
                    <a:pt x="6181732" y="1405615"/>
                  </a:lnTo>
                  <a:lnTo>
                    <a:pt x="6145472" y="1314531"/>
                  </a:lnTo>
                  <a:lnTo>
                    <a:pt x="6109463" y="1225575"/>
                  </a:lnTo>
                  <a:lnTo>
                    <a:pt x="6073740" y="1139202"/>
                  </a:lnTo>
                  <a:lnTo>
                    <a:pt x="6038325" y="1055807"/>
                  </a:lnTo>
                  <a:lnTo>
                    <a:pt x="6003217" y="975721"/>
                  </a:lnTo>
                  <a:lnTo>
                    <a:pt x="5968392" y="899201"/>
                  </a:lnTo>
                  <a:lnTo>
                    <a:pt x="5933801" y="826436"/>
                  </a:lnTo>
                  <a:lnTo>
                    <a:pt x="5899370" y="757545"/>
                  </a:lnTo>
                  <a:lnTo>
                    <a:pt x="5864992" y="692582"/>
                  </a:lnTo>
                  <a:lnTo>
                    <a:pt x="5830532" y="631539"/>
                  </a:lnTo>
                  <a:lnTo>
                    <a:pt x="5795816" y="574356"/>
                  </a:lnTo>
                  <a:lnTo>
                    <a:pt x="5784835" y="557187"/>
                  </a:lnTo>
                  <a:lnTo>
                    <a:pt x="5737347" y="488151"/>
                  </a:lnTo>
                  <a:lnTo>
                    <a:pt x="5688317" y="425838"/>
                  </a:lnTo>
                  <a:lnTo>
                    <a:pt x="5637030" y="369927"/>
                  </a:lnTo>
                  <a:lnTo>
                    <a:pt x="5582686" y="319863"/>
                  </a:lnTo>
                  <a:lnTo>
                    <a:pt x="5524461" y="275010"/>
                  </a:lnTo>
                  <a:lnTo>
                    <a:pt x="5461577" y="234748"/>
                  </a:lnTo>
                  <a:lnTo>
                    <a:pt x="5393380" y="198521"/>
                  </a:lnTo>
                  <a:lnTo>
                    <a:pt x="5319444" y="165872"/>
                  </a:lnTo>
                  <a:lnTo>
                    <a:pt x="5239711" y="136453"/>
                  </a:lnTo>
                  <a:lnTo>
                    <a:pt x="5154661" y="110037"/>
                  </a:lnTo>
                  <a:lnTo>
                    <a:pt x="5065484" y="86509"/>
                  </a:lnTo>
                  <a:lnTo>
                    <a:pt x="4974229" y="65852"/>
                  </a:lnTo>
                  <a:lnTo>
                    <a:pt x="4883828" y="48119"/>
                  </a:lnTo>
                  <a:lnTo>
                    <a:pt x="4797932" y="33375"/>
                  </a:lnTo>
                  <a:lnTo>
                    <a:pt x="4720504" y="21644"/>
                  </a:lnTo>
                  <a:lnTo>
                    <a:pt x="4655178" y="12840"/>
                  </a:lnTo>
                  <a:lnTo>
                    <a:pt x="4604538" y="6731"/>
                  </a:lnTo>
                  <a:lnTo>
                    <a:pt x="4569510" y="2929"/>
                  </a:lnTo>
                  <a:lnTo>
                    <a:pt x="4549067" y="923"/>
                  </a:lnTo>
                  <a:lnTo>
                    <a:pt x="4540276" y="141"/>
                  </a:lnTo>
                  <a:lnTo>
                    <a:pt x="4538543" y="0"/>
                  </a:lnTo>
                  <a:lnTo>
                    <a:pt x="4016409" y="0"/>
                  </a:lnTo>
                  <a:lnTo>
                    <a:pt x="4015474" y="85"/>
                  </a:lnTo>
                  <a:lnTo>
                    <a:pt x="4009315" y="698"/>
                  </a:lnTo>
                  <a:lnTo>
                    <a:pt x="3993767" y="2392"/>
                  </a:lnTo>
                  <a:lnTo>
                    <a:pt x="3965913" y="5727"/>
                  </a:lnTo>
                  <a:lnTo>
                    <a:pt x="3924293" y="11223"/>
                  </a:lnTo>
                  <a:lnTo>
                    <a:pt x="3869014" y="19310"/>
                  </a:lnTo>
                  <a:lnTo>
                    <a:pt x="3801640" y="30283"/>
                  </a:lnTo>
                  <a:lnTo>
                    <a:pt x="3724836" y="44296"/>
                  </a:lnTo>
                  <a:lnTo>
                    <a:pt x="3641849" y="61381"/>
                  </a:lnTo>
                  <a:lnTo>
                    <a:pt x="3555972" y="81494"/>
                  </a:lnTo>
                  <a:lnTo>
                    <a:pt x="3470121" y="104568"/>
                  </a:lnTo>
                  <a:lnTo>
                    <a:pt x="3386585" y="130565"/>
                  </a:lnTo>
                  <a:lnTo>
                    <a:pt x="3306944" y="159515"/>
                  </a:lnTo>
                  <a:lnTo>
                    <a:pt x="3232110" y="191543"/>
                  </a:lnTo>
                  <a:lnTo>
                    <a:pt x="3162447" y="226877"/>
                  </a:lnTo>
                  <a:lnTo>
                    <a:pt x="3097897" y="265850"/>
                  </a:lnTo>
                  <a:lnTo>
                    <a:pt x="3038112" y="308900"/>
                  </a:lnTo>
                  <a:lnTo>
                    <a:pt x="2982555" y="356553"/>
                  </a:lnTo>
                  <a:lnTo>
                    <a:pt x="2930583" y="409400"/>
                  </a:lnTo>
                  <a:lnTo>
                    <a:pt x="2881508" y="468056"/>
                  </a:lnTo>
                  <a:lnTo>
                    <a:pt x="2834646" y="533088"/>
                  </a:lnTo>
                  <a:lnTo>
                    <a:pt x="2789367" y="604901"/>
                  </a:lnTo>
                  <a:lnTo>
                    <a:pt x="2770117" y="638130"/>
                  </a:lnTo>
                  <a:lnTo>
                    <a:pt x="2737220" y="698551"/>
                  </a:lnTo>
                  <a:lnTo>
                    <a:pt x="2704616" y="762874"/>
                  </a:lnTo>
                  <a:lnTo>
                    <a:pt x="2672147" y="831179"/>
                  </a:lnTo>
                  <a:lnTo>
                    <a:pt x="2639685" y="903497"/>
                  </a:lnTo>
                  <a:lnTo>
                    <a:pt x="2607127" y="979807"/>
                  </a:lnTo>
                  <a:lnTo>
                    <a:pt x="2574397" y="1060031"/>
                  </a:lnTo>
                  <a:lnTo>
                    <a:pt x="2541440" y="1144028"/>
                  </a:lnTo>
                  <a:lnTo>
                    <a:pt x="2508222" y="1231595"/>
                  </a:lnTo>
                  <a:lnTo>
                    <a:pt x="2474729" y="1322466"/>
                  </a:lnTo>
                  <a:lnTo>
                    <a:pt x="2440964" y="1416308"/>
                  </a:lnTo>
                  <a:lnTo>
                    <a:pt x="2406946" y="1512732"/>
                  </a:lnTo>
                  <a:lnTo>
                    <a:pt x="2372708" y="1611293"/>
                  </a:lnTo>
                  <a:lnTo>
                    <a:pt x="2338294" y="1711500"/>
                  </a:lnTo>
                  <a:lnTo>
                    <a:pt x="2303759" y="1812826"/>
                  </a:lnTo>
                  <a:lnTo>
                    <a:pt x="2269161" y="1914716"/>
                  </a:lnTo>
                  <a:lnTo>
                    <a:pt x="2234563" y="2016604"/>
                  </a:lnTo>
                  <a:lnTo>
                    <a:pt x="2200028" y="2117923"/>
                  </a:lnTo>
                  <a:lnTo>
                    <a:pt x="2165616" y="2218122"/>
                  </a:lnTo>
                  <a:lnTo>
                    <a:pt x="2131379" y="2316671"/>
                  </a:lnTo>
                  <a:lnTo>
                    <a:pt x="2097362" y="2413080"/>
                  </a:lnTo>
                  <a:lnTo>
                    <a:pt x="2063599" y="2506904"/>
                  </a:lnTo>
                  <a:lnTo>
                    <a:pt x="2030107" y="2597755"/>
                  </a:lnTo>
                  <a:lnTo>
                    <a:pt x="1996891" y="2685300"/>
                  </a:lnTo>
                  <a:lnTo>
                    <a:pt x="1963936" y="2769274"/>
                  </a:lnTo>
                  <a:lnTo>
                    <a:pt x="1931207" y="2849473"/>
                  </a:lnTo>
                  <a:lnTo>
                    <a:pt x="1898650" y="2925757"/>
                  </a:lnTo>
                  <a:lnTo>
                    <a:pt x="1866188" y="2998050"/>
                  </a:lnTo>
                  <a:lnTo>
                    <a:pt x="1833719" y="3066329"/>
                  </a:lnTo>
                  <a:lnTo>
                    <a:pt x="1801114" y="3130627"/>
                  </a:lnTo>
                  <a:lnTo>
                    <a:pt x="1768425" y="3190651"/>
                  </a:lnTo>
                  <a:lnTo>
                    <a:pt x="1723659" y="3265449"/>
                  </a:lnTo>
                  <a:lnTo>
                    <a:pt x="1677555" y="3333382"/>
                  </a:lnTo>
                  <a:lnTo>
                    <a:pt x="1629520" y="3394735"/>
                  </a:lnTo>
                  <a:lnTo>
                    <a:pt x="1578888" y="3450022"/>
                  </a:lnTo>
                  <a:lnTo>
                    <a:pt x="1524966" y="3499848"/>
                  </a:lnTo>
                  <a:lnTo>
                    <a:pt x="1467085" y="3544823"/>
                  </a:lnTo>
                  <a:lnTo>
                    <a:pt x="1404654" y="3585502"/>
                  </a:lnTo>
                  <a:lnTo>
                    <a:pt x="1337232" y="3622364"/>
                  </a:lnTo>
                  <a:lnTo>
                    <a:pt x="1264619" y="3655788"/>
                  </a:lnTo>
                  <a:lnTo>
                    <a:pt x="1186982" y="3686050"/>
                  </a:lnTo>
                  <a:lnTo>
                    <a:pt x="1104980" y="3713317"/>
                  </a:lnTo>
                  <a:lnTo>
                    <a:pt x="1019892" y="3737657"/>
                  </a:lnTo>
                  <a:lnTo>
                    <a:pt x="933701" y="3759060"/>
                  </a:lnTo>
                  <a:lnTo>
                    <a:pt x="849073" y="3777464"/>
                  </a:lnTo>
                  <a:lnTo>
                    <a:pt x="769179" y="3792809"/>
                  </a:lnTo>
                  <a:lnTo>
                    <a:pt x="697348" y="3805087"/>
                  </a:lnTo>
                  <a:lnTo>
                    <a:pt x="636566" y="3814395"/>
                  </a:lnTo>
                  <a:lnTo>
                    <a:pt x="588928" y="3820968"/>
                  </a:lnTo>
                  <a:lnTo>
                    <a:pt x="555202" y="3825179"/>
                  </a:lnTo>
                  <a:lnTo>
                    <a:pt x="534604" y="3827515"/>
                  </a:lnTo>
                  <a:lnTo>
                    <a:pt x="524823" y="3828527"/>
                  </a:lnTo>
                  <a:lnTo>
                    <a:pt x="522133" y="3828782"/>
                  </a:lnTo>
                  <a:lnTo>
                    <a:pt x="0" y="3828782"/>
                  </a:lnTo>
                  <a:close/>
                </a:path>
              </a:pathLst>
            </a:custGeom>
            <a:solidFill>
              <a:srgbClr val="DFC486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1932" name="pl1932"/>
            <p:cNvSpPr/>
            <p:nvPr/>
          </p:nvSpPr>
          <p:spPr>
            <a:xfrm>
              <a:off x="386606" y="2049562"/>
              <a:ext cx="8554953" cy="3828782"/>
            </a:xfrm>
            <a:custGeom>
              <a:avLst/>
              <a:pathLst>
                <a:path w="8554953" h="3828782">
                  <a:moveTo>
                    <a:pt x="0" y="3828782"/>
                  </a:moveTo>
                  <a:lnTo>
                    <a:pt x="522133" y="3828782"/>
                  </a:lnTo>
                  <a:lnTo>
                    <a:pt x="523068" y="3828696"/>
                  </a:lnTo>
                  <a:lnTo>
                    <a:pt x="529227" y="3828083"/>
                  </a:lnTo>
                  <a:lnTo>
                    <a:pt x="544775" y="3826389"/>
                  </a:lnTo>
                  <a:lnTo>
                    <a:pt x="572629" y="3823054"/>
                  </a:lnTo>
                  <a:lnTo>
                    <a:pt x="614249" y="3817558"/>
                  </a:lnTo>
                  <a:lnTo>
                    <a:pt x="669528" y="3809471"/>
                  </a:lnTo>
                  <a:lnTo>
                    <a:pt x="736902" y="3798498"/>
                  </a:lnTo>
                  <a:lnTo>
                    <a:pt x="813706" y="3784485"/>
                  </a:lnTo>
                  <a:lnTo>
                    <a:pt x="896693" y="3767400"/>
                  </a:lnTo>
                  <a:lnTo>
                    <a:pt x="982571" y="3747287"/>
                  </a:lnTo>
                  <a:lnTo>
                    <a:pt x="1068421" y="3724213"/>
                  </a:lnTo>
                  <a:lnTo>
                    <a:pt x="1151957" y="3698216"/>
                  </a:lnTo>
                  <a:lnTo>
                    <a:pt x="1231599" y="3669266"/>
                  </a:lnTo>
                  <a:lnTo>
                    <a:pt x="1306432" y="3637238"/>
                  </a:lnTo>
                  <a:lnTo>
                    <a:pt x="1376096" y="3601904"/>
                  </a:lnTo>
                  <a:lnTo>
                    <a:pt x="1440645" y="3562931"/>
                  </a:lnTo>
                  <a:lnTo>
                    <a:pt x="1500430" y="3519881"/>
                  </a:lnTo>
                  <a:lnTo>
                    <a:pt x="1555987" y="3472228"/>
                  </a:lnTo>
                  <a:lnTo>
                    <a:pt x="1607959" y="3419381"/>
                  </a:lnTo>
                  <a:lnTo>
                    <a:pt x="1657034" y="3360725"/>
                  </a:lnTo>
                  <a:lnTo>
                    <a:pt x="1703896" y="3295693"/>
                  </a:lnTo>
                  <a:lnTo>
                    <a:pt x="1749175" y="3223880"/>
                  </a:lnTo>
                  <a:lnTo>
                    <a:pt x="1768425" y="3190651"/>
                  </a:lnTo>
                  <a:lnTo>
                    <a:pt x="1801322" y="3130230"/>
                  </a:lnTo>
                  <a:lnTo>
                    <a:pt x="1833926" y="3065907"/>
                  </a:lnTo>
                  <a:lnTo>
                    <a:pt x="1866395" y="2997602"/>
                  </a:lnTo>
                  <a:lnTo>
                    <a:pt x="1898857" y="2925284"/>
                  </a:lnTo>
                  <a:lnTo>
                    <a:pt x="1931415" y="2848974"/>
                  </a:lnTo>
                  <a:lnTo>
                    <a:pt x="1964145" y="2768750"/>
                  </a:lnTo>
                  <a:lnTo>
                    <a:pt x="1997102" y="2684753"/>
                  </a:lnTo>
                  <a:lnTo>
                    <a:pt x="2030320" y="2597186"/>
                  </a:lnTo>
                  <a:lnTo>
                    <a:pt x="2063813" y="2506315"/>
                  </a:lnTo>
                  <a:lnTo>
                    <a:pt x="2097578" y="2412473"/>
                  </a:lnTo>
                  <a:lnTo>
                    <a:pt x="2131597" y="2316049"/>
                  </a:lnTo>
                  <a:lnTo>
                    <a:pt x="2165835" y="2217488"/>
                  </a:lnTo>
                  <a:lnTo>
                    <a:pt x="2200248" y="2117281"/>
                  </a:lnTo>
                  <a:lnTo>
                    <a:pt x="2234784" y="2015955"/>
                  </a:lnTo>
                  <a:lnTo>
                    <a:pt x="2269381" y="1914066"/>
                  </a:lnTo>
                  <a:lnTo>
                    <a:pt x="2303979" y="1812177"/>
                  </a:lnTo>
                  <a:lnTo>
                    <a:pt x="2338514" y="1710858"/>
                  </a:lnTo>
                  <a:lnTo>
                    <a:pt x="2372926" y="1610659"/>
                  </a:lnTo>
                  <a:lnTo>
                    <a:pt x="2407163" y="1512110"/>
                  </a:lnTo>
                  <a:lnTo>
                    <a:pt x="2441180" y="1415701"/>
                  </a:lnTo>
                  <a:lnTo>
                    <a:pt x="2474943" y="1321877"/>
                  </a:lnTo>
                  <a:lnTo>
                    <a:pt x="2508435" y="1231026"/>
                  </a:lnTo>
                  <a:lnTo>
                    <a:pt x="2541651" y="1143481"/>
                  </a:lnTo>
                  <a:lnTo>
                    <a:pt x="2574607" y="1059507"/>
                  </a:lnTo>
                  <a:lnTo>
                    <a:pt x="2607335" y="979308"/>
                  </a:lnTo>
                  <a:lnTo>
                    <a:pt x="2639892" y="903024"/>
                  </a:lnTo>
                  <a:lnTo>
                    <a:pt x="2672354" y="830731"/>
                  </a:lnTo>
                  <a:lnTo>
                    <a:pt x="2704823" y="762452"/>
                  </a:lnTo>
                  <a:lnTo>
                    <a:pt x="2737428" y="698154"/>
                  </a:lnTo>
                  <a:lnTo>
                    <a:pt x="2770117" y="638130"/>
                  </a:lnTo>
                  <a:lnTo>
                    <a:pt x="2814883" y="563332"/>
                  </a:lnTo>
                  <a:lnTo>
                    <a:pt x="2860987" y="495399"/>
                  </a:lnTo>
                  <a:lnTo>
                    <a:pt x="2909022" y="434046"/>
                  </a:lnTo>
                  <a:lnTo>
                    <a:pt x="2959654" y="378759"/>
                  </a:lnTo>
                  <a:lnTo>
                    <a:pt x="3013576" y="328933"/>
                  </a:lnTo>
                  <a:lnTo>
                    <a:pt x="3071457" y="283959"/>
                  </a:lnTo>
                  <a:lnTo>
                    <a:pt x="3133888" y="243279"/>
                  </a:lnTo>
                  <a:lnTo>
                    <a:pt x="3201311" y="206418"/>
                  </a:lnTo>
                  <a:lnTo>
                    <a:pt x="3273923" y="172993"/>
                  </a:lnTo>
                  <a:lnTo>
                    <a:pt x="3351560" y="142731"/>
                  </a:lnTo>
                  <a:lnTo>
                    <a:pt x="3433562" y="115464"/>
                  </a:lnTo>
                  <a:lnTo>
                    <a:pt x="3518650" y="91124"/>
                  </a:lnTo>
                  <a:lnTo>
                    <a:pt x="3604841" y="69721"/>
                  </a:lnTo>
                  <a:lnTo>
                    <a:pt x="3689470" y="51317"/>
                  </a:lnTo>
                  <a:lnTo>
                    <a:pt x="3769363" y="35972"/>
                  </a:lnTo>
                  <a:lnTo>
                    <a:pt x="3841194" y="23694"/>
                  </a:lnTo>
                  <a:lnTo>
                    <a:pt x="3901976" y="14386"/>
                  </a:lnTo>
                  <a:lnTo>
                    <a:pt x="3949614" y="7813"/>
                  </a:lnTo>
                  <a:lnTo>
                    <a:pt x="3983340" y="3602"/>
                  </a:lnTo>
                  <a:lnTo>
                    <a:pt x="4003939" y="1266"/>
                  </a:lnTo>
                  <a:lnTo>
                    <a:pt x="4013720" y="254"/>
                  </a:lnTo>
                  <a:lnTo>
                    <a:pt x="4016331" y="6"/>
                  </a:lnTo>
                  <a:lnTo>
                    <a:pt x="4016409" y="0"/>
                  </a:lnTo>
                  <a:lnTo>
                    <a:pt x="4538543" y="0"/>
                  </a:lnTo>
                  <a:lnTo>
                    <a:pt x="4539653" y="89"/>
                  </a:lnTo>
                  <a:lnTo>
                    <a:pt x="4546936" y="727"/>
                  </a:lnTo>
                  <a:lnTo>
                    <a:pt x="4565227" y="2493"/>
                  </a:lnTo>
                  <a:lnTo>
                    <a:pt x="4597748" y="5964"/>
                  </a:lnTo>
                  <a:lnTo>
                    <a:pt x="4645850" y="11666"/>
                  </a:lnTo>
                  <a:lnTo>
                    <a:pt x="4708913" y="20009"/>
                  </a:lnTo>
                  <a:lnTo>
                    <a:pt x="4784593" y="31252"/>
                  </a:lnTo>
                  <a:lnTo>
                    <a:pt x="4869375" y="45503"/>
                  </a:lnTo>
                  <a:lnTo>
                    <a:pt x="4959305" y="62752"/>
                  </a:lnTo>
                  <a:lnTo>
                    <a:pt x="5050643" y="82935"/>
                  </a:lnTo>
                  <a:lnTo>
                    <a:pt x="5140323" y="105995"/>
                  </a:lnTo>
                  <a:lnTo>
                    <a:pt x="5226151" y="131935"/>
                  </a:lnTo>
                  <a:lnTo>
                    <a:pt x="5306802" y="160850"/>
                  </a:lnTo>
                  <a:lnTo>
                    <a:pt x="5381694" y="192951"/>
                  </a:lnTo>
                  <a:lnTo>
                    <a:pt x="5450808" y="228564"/>
                  </a:lnTo>
                  <a:lnTo>
                    <a:pt x="5514520" y="268131"/>
                  </a:lnTo>
                  <a:lnTo>
                    <a:pt x="5573455" y="312192"/>
                  </a:lnTo>
                  <a:lnTo>
                    <a:pt x="5628378" y="361360"/>
                  </a:lnTo>
                  <a:lnTo>
                    <a:pt x="5680109" y="416274"/>
                  </a:lnTo>
                  <a:lnTo>
                    <a:pt x="5729455" y="477510"/>
                  </a:lnTo>
                  <a:lnTo>
                    <a:pt x="5777152" y="545441"/>
                  </a:lnTo>
                  <a:lnTo>
                    <a:pt x="5784835" y="557187"/>
                  </a:lnTo>
                  <a:lnTo>
                    <a:pt x="5819673" y="613180"/>
                  </a:lnTo>
                  <a:lnTo>
                    <a:pt x="5854193" y="673002"/>
                  </a:lnTo>
                  <a:lnTo>
                    <a:pt x="5888580" y="736731"/>
                  </a:lnTo>
                  <a:lnTo>
                    <a:pt x="5922981" y="804392"/>
                  </a:lnTo>
                  <a:lnTo>
                    <a:pt x="5957513" y="875951"/>
                  </a:lnTo>
                  <a:lnTo>
                    <a:pt x="5992258" y="951310"/>
                  </a:lnTo>
                  <a:lnTo>
                    <a:pt x="6027274" y="1030302"/>
                  </a:lnTo>
                  <a:lnTo>
                    <a:pt x="6062591" y="1112690"/>
                  </a:lnTo>
                  <a:lnTo>
                    <a:pt x="6098219" y="1198167"/>
                  </a:lnTo>
                  <a:lnTo>
                    <a:pt x="6134141" y="1286359"/>
                  </a:lnTo>
                  <a:lnTo>
                    <a:pt x="6170328" y="1376828"/>
                  </a:lnTo>
                  <a:lnTo>
                    <a:pt x="6206729" y="1469080"/>
                  </a:lnTo>
                  <a:lnTo>
                    <a:pt x="6243286" y="1562580"/>
                  </a:lnTo>
                  <a:lnTo>
                    <a:pt x="6279928" y="1656759"/>
                  </a:lnTo>
                  <a:lnTo>
                    <a:pt x="6316582" y="1751030"/>
                  </a:lnTo>
                  <a:lnTo>
                    <a:pt x="6353173" y="1844806"/>
                  </a:lnTo>
                  <a:lnTo>
                    <a:pt x="6389630" y="1937510"/>
                  </a:lnTo>
                  <a:lnTo>
                    <a:pt x="6425889" y="2028593"/>
                  </a:lnTo>
                  <a:lnTo>
                    <a:pt x="6461899" y="2117550"/>
                  </a:lnTo>
                  <a:lnTo>
                    <a:pt x="6497622" y="2203923"/>
                  </a:lnTo>
                  <a:lnTo>
                    <a:pt x="6533037" y="2287317"/>
                  </a:lnTo>
                  <a:lnTo>
                    <a:pt x="6568145" y="2367403"/>
                  </a:lnTo>
                  <a:lnTo>
                    <a:pt x="6602970" y="2443924"/>
                  </a:lnTo>
                  <a:lnTo>
                    <a:pt x="6637561" y="2516689"/>
                  </a:lnTo>
                  <a:lnTo>
                    <a:pt x="6671992" y="2585580"/>
                  </a:lnTo>
                  <a:lnTo>
                    <a:pt x="6706370" y="2650543"/>
                  </a:lnTo>
                  <a:lnTo>
                    <a:pt x="6740830" y="2711585"/>
                  </a:lnTo>
                  <a:lnTo>
                    <a:pt x="6775546" y="2768769"/>
                  </a:lnTo>
                  <a:lnTo>
                    <a:pt x="6786527" y="2785937"/>
                  </a:lnTo>
                  <a:lnTo>
                    <a:pt x="6834015" y="2854974"/>
                  </a:lnTo>
                  <a:lnTo>
                    <a:pt x="6883045" y="2917286"/>
                  </a:lnTo>
                  <a:lnTo>
                    <a:pt x="6934332" y="2973197"/>
                  </a:lnTo>
                  <a:lnTo>
                    <a:pt x="6988676" y="3023262"/>
                  </a:lnTo>
                  <a:lnTo>
                    <a:pt x="7046901" y="3068114"/>
                  </a:lnTo>
                  <a:lnTo>
                    <a:pt x="7109785" y="3108376"/>
                  </a:lnTo>
                  <a:lnTo>
                    <a:pt x="7177982" y="3144603"/>
                  </a:lnTo>
                  <a:lnTo>
                    <a:pt x="7251918" y="3177252"/>
                  </a:lnTo>
                  <a:lnTo>
                    <a:pt x="7331651" y="3206671"/>
                  </a:lnTo>
                  <a:lnTo>
                    <a:pt x="7416701" y="3233087"/>
                  </a:lnTo>
                  <a:lnTo>
                    <a:pt x="7505878" y="3256616"/>
                  </a:lnTo>
                  <a:lnTo>
                    <a:pt x="7597133" y="3277272"/>
                  </a:lnTo>
                  <a:lnTo>
                    <a:pt x="7687534" y="3295006"/>
                  </a:lnTo>
                  <a:lnTo>
                    <a:pt x="7773430" y="3309749"/>
                  </a:lnTo>
                  <a:lnTo>
                    <a:pt x="7850858" y="3321480"/>
                  </a:lnTo>
                  <a:lnTo>
                    <a:pt x="7916184" y="3330284"/>
                  </a:lnTo>
                  <a:lnTo>
                    <a:pt x="7966824" y="3336393"/>
                  </a:lnTo>
                  <a:lnTo>
                    <a:pt x="8001852" y="3340196"/>
                  </a:lnTo>
                  <a:lnTo>
                    <a:pt x="8022295" y="3342201"/>
                  </a:lnTo>
                  <a:lnTo>
                    <a:pt x="8031086" y="3342983"/>
                  </a:lnTo>
                  <a:lnTo>
                    <a:pt x="8032814" y="3343124"/>
                  </a:lnTo>
                  <a:lnTo>
                    <a:pt x="8032819" y="3343125"/>
                  </a:lnTo>
                  <a:lnTo>
                    <a:pt x="8554953" y="3343125"/>
                  </a:lnTo>
                  <a:lnTo>
                    <a:pt x="8554953" y="3343125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933" name="pl1933"/>
            <p:cNvSpPr/>
            <p:nvPr/>
          </p:nvSpPr>
          <p:spPr>
            <a:xfrm>
              <a:off x="386606" y="2043915"/>
              <a:ext cx="8554953" cy="3828782"/>
            </a:xfrm>
            <a:custGeom>
              <a:avLst/>
              <a:pathLst>
                <a:path w="8554953" h="3828782">
                  <a:moveTo>
                    <a:pt x="8554953" y="3343125"/>
                  </a:moveTo>
                  <a:lnTo>
                    <a:pt x="8032819" y="3343125"/>
                  </a:lnTo>
                  <a:lnTo>
                    <a:pt x="8031709" y="3343035"/>
                  </a:lnTo>
                  <a:lnTo>
                    <a:pt x="8024426" y="3342397"/>
                  </a:lnTo>
                  <a:lnTo>
                    <a:pt x="8006135" y="3340632"/>
                  </a:lnTo>
                  <a:lnTo>
                    <a:pt x="7973614" y="3337160"/>
                  </a:lnTo>
                  <a:lnTo>
                    <a:pt x="7925512" y="3331459"/>
                  </a:lnTo>
                  <a:lnTo>
                    <a:pt x="7862448" y="3323115"/>
                  </a:lnTo>
                  <a:lnTo>
                    <a:pt x="7786769" y="3311872"/>
                  </a:lnTo>
                  <a:lnTo>
                    <a:pt x="7701987" y="3297622"/>
                  </a:lnTo>
                  <a:lnTo>
                    <a:pt x="7612057" y="3280372"/>
                  </a:lnTo>
                  <a:lnTo>
                    <a:pt x="7520719" y="3260189"/>
                  </a:lnTo>
                  <a:lnTo>
                    <a:pt x="7431039" y="3237129"/>
                  </a:lnTo>
                  <a:lnTo>
                    <a:pt x="7345211" y="3211190"/>
                  </a:lnTo>
                  <a:lnTo>
                    <a:pt x="7264560" y="3182274"/>
                  </a:lnTo>
                  <a:lnTo>
                    <a:pt x="7189668" y="3150174"/>
                  </a:lnTo>
                  <a:lnTo>
                    <a:pt x="7120554" y="3114560"/>
                  </a:lnTo>
                  <a:lnTo>
                    <a:pt x="7056842" y="3074993"/>
                  </a:lnTo>
                  <a:lnTo>
                    <a:pt x="6997907" y="3030932"/>
                  </a:lnTo>
                  <a:lnTo>
                    <a:pt x="6942984" y="2981764"/>
                  </a:lnTo>
                  <a:lnTo>
                    <a:pt x="6891253" y="2926850"/>
                  </a:lnTo>
                  <a:lnTo>
                    <a:pt x="6841907" y="2865615"/>
                  </a:lnTo>
                  <a:lnTo>
                    <a:pt x="6794210" y="2797683"/>
                  </a:lnTo>
                  <a:lnTo>
                    <a:pt x="6786527" y="2785937"/>
                  </a:lnTo>
                  <a:lnTo>
                    <a:pt x="6751689" y="2729944"/>
                  </a:lnTo>
                  <a:lnTo>
                    <a:pt x="6717169" y="2670122"/>
                  </a:lnTo>
                  <a:lnTo>
                    <a:pt x="6682782" y="2606393"/>
                  </a:lnTo>
                  <a:lnTo>
                    <a:pt x="6648380" y="2538732"/>
                  </a:lnTo>
                  <a:lnTo>
                    <a:pt x="6613849" y="2467173"/>
                  </a:lnTo>
                  <a:lnTo>
                    <a:pt x="6579104" y="2391814"/>
                  </a:lnTo>
                  <a:lnTo>
                    <a:pt x="6544088" y="2312823"/>
                  </a:lnTo>
                  <a:lnTo>
                    <a:pt x="6508770" y="2230435"/>
                  </a:lnTo>
                  <a:lnTo>
                    <a:pt x="6473143" y="2144957"/>
                  </a:lnTo>
                  <a:lnTo>
                    <a:pt x="6437221" y="2056765"/>
                  </a:lnTo>
                  <a:lnTo>
                    <a:pt x="6401034" y="1966297"/>
                  </a:lnTo>
                  <a:lnTo>
                    <a:pt x="6364633" y="1874044"/>
                  </a:lnTo>
                  <a:lnTo>
                    <a:pt x="6328076" y="1780544"/>
                  </a:lnTo>
                  <a:lnTo>
                    <a:pt x="6291434" y="1686365"/>
                  </a:lnTo>
                  <a:lnTo>
                    <a:pt x="6254780" y="1592094"/>
                  </a:lnTo>
                  <a:lnTo>
                    <a:pt x="6218189" y="1498319"/>
                  </a:lnTo>
                  <a:lnTo>
                    <a:pt x="6181732" y="1405615"/>
                  </a:lnTo>
                  <a:lnTo>
                    <a:pt x="6145472" y="1314531"/>
                  </a:lnTo>
                  <a:lnTo>
                    <a:pt x="6109463" y="1225575"/>
                  </a:lnTo>
                  <a:lnTo>
                    <a:pt x="6073740" y="1139202"/>
                  </a:lnTo>
                  <a:lnTo>
                    <a:pt x="6038325" y="1055807"/>
                  </a:lnTo>
                  <a:lnTo>
                    <a:pt x="6003217" y="975721"/>
                  </a:lnTo>
                  <a:lnTo>
                    <a:pt x="5968392" y="899201"/>
                  </a:lnTo>
                  <a:lnTo>
                    <a:pt x="5933801" y="826436"/>
                  </a:lnTo>
                  <a:lnTo>
                    <a:pt x="5899370" y="757545"/>
                  </a:lnTo>
                  <a:lnTo>
                    <a:pt x="5864992" y="692582"/>
                  </a:lnTo>
                  <a:lnTo>
                    <a:pt x="5830532" y="631539"/>
                  </a:lnTo>
                  <a:lnTo>
                    <a:pt x="5795816" y="574356"/>
                  </a:lnTo>
                  <a:lnTo>
                    <a:pt x="5784835" y="557187"/>
                  </a:lnTo>
                  <a:lnTo>
                    <a:pt x="5737347" y="488151"/>
                  </a:lnTo>
                  <a:lnTo>
                    <a:pt x="5688317" y="425838"/>
                  </a:lnTo>
                  <a:lnTo>
                    <a:pt x="5637030" y="369927"/>
                  </a:lnTo>
                  <a:lnTo>
                    <a:pt x="5582686" y="319863"/>
                  </a:lnTo>
                  <a:lnTo>
                    <a:pt x="5524461" y="275010"/>
                  </a:lnTo>
                  <a:lnTo>
                    <a:pt x="5461577" y="234748"/>
                  </a:lnTo>
                  <a:lnTo>
                    <a:pt x="5393380" y="198521"/>
                  </a:lnTo>
                  <a:lnTo>
                    <a:pt x="5319444" y="165872"/>
                  </a:lnTo>
                  <a:lnTo>
                    <a:pt x="5239711" y="136453"/>
                  </a:lnTo>
                  <a:lnTo>
                    <a:pt x="5154661" y="110037"/>
                  </a:lnTo>
                  <a:lnTo>
                    <a:pt x="5065484" y="86509"/>
                  </a:lnTo>
                  <a:lnTo>
                    <a:pt x="4974229" y="65852"/>
                  </a:lnTo>
                  <a:lnTo>
                    <a:pt x="4883828" y="48119"/>
                  </a:lnTo>
                  <a:lnTo>
                    <a:pt x="4797932" y="33375"/>
                  </a:lnTo>
                  <a:lnTo>
                    <a:pt x="4720504" y="21644"/>
                  </a:lnTo>
                  <a:lnTo>
                    <a:pt x="4655178" y="12840"/>
                  </a:lnTo>
                  <a:lnTo>
                    <a:pt x="4604538" y="6731"/>
                  </a:lnTo>
                  <a:lnTo>
                    <a:pt x="4569510" y="2929"/>
                  </a:lnTo>
                  <a:lnTo>
                    <a:pt x="4549067" y="923"/>
                  </a:lnTo>
                  <a:lnTo>
                    <a:pt x="4540276" y="141"/>
                  </a:lnTo>
                  <a:lnTo>
                    <a:pt x="4538548" y="0"/>
                  </a:lnTo>
                  <a:lnTo>
                    <a:pt x="4538543" y="0"/>
                  </a:lnTo>
                  <a:lnTo>
                    <a:pt x="4016409" y="0"/>
                  </a:lnTo>
                  <a:lnTo>
                    <a:pt x="4015474" y="85"/>
                  </a:lnTo>
                  <a:lnTo>
                    <a:pt x="4009315" y="698"/>
                  </a:lnTo>
                  <a:lnTo>
                    <a:pt x="3993767" y="2392"/>
                  </a:lnTo>
                  <a:lnTo>
                    <a:pt x="3965913" y="5727"/>
                  </a:lnTo>
                  <a:lnTo>
                    <a:pt x="3924293" y="11223"/>
                  </a:lnTo>
                  <a:lnTo>
                    <a:pt x="3869014" y="19310"/>
                  </a:lnTo>
                  <a:lnTo>
                    <a:pt x="3801640" y="30283"/>
                  </a:lnTo>
                  <a:lnTo>
                    <a:pt x="3724836" y="44296"/>
                  </a:lnTo>
                  <a:lnTo>
                    <a:pt x="3641849" y="61381"/>
                  </a:lnTo>
                  <a:lnTo>
                    <a:pt x="3555972" y="81494"/>
                  </a:lnTo>
                  <a:lnTo>
                    <a:pt x="3470121" y="104568"/>
                  </a:lnTo>
                  <a:lnTo>
                    <a:pt x="3386585" y="130565"/>
                  </a:lnTo>
                  <a:lnTo>
                    <a:pt x="3306944" y="159515"/>
                  </a:lnTo>
                  <a:lnTo>
                    <a:pt x="3232110" y="191543"/>
                  </a:lnTo>
                  <a:lnTo>
                    <a:pt x="3162447" y="226877"/>
                  </a:lnTo>
                  <a:lnTo>
                    <a:pt x="3097897" y="265850"/>
                  </a:lnTo>
                  <a:lnTo>
                    <a:pt x="3038112" y="308900"/>
                  </a:lnTo>
                  <a:lnTo>
                    <a:pt x="2982555" y="356553"/>
                  </a:lnTo>
                  <a:lnTo>
                    <a:pt x="2930583" y="409400"/>
                  </a:lnTo>
                  <a:lnTo>
                    <a:pt x="2881508" y="468056"/>
                  </a:lnTo>
                  <a:lnTo>
                    <a:pt x="2834646" y="533088"/>
                  </a:lnTo>
                  <a:lnTo>
                    <a:pt x="2789367" y="604901"/>
                  </a:lnTo>
                  <a:lnTo>
                    <a:pt x="2770117" y="638130"/>
                  </a:lnTo>
                  <a:lnTo>
                    <a:pt x="2737220" y="698551"/>
                  </a:lnTo>
                  <a:lnTo>
                    <a:pt x="2704616" y="762874"/>
                  </a:lnTo>
                  <a:lnTo>
                    <a:pt x="2672147" y="831179"/>
                  </a:lnTo>
                  <a:lnTo>
                    <a:pt x="2639685" y="903497"/>
                  </a:lnTo>
                  <a:lnTo>
                    <a:pt x="2607127" y="979807"/>
                  </a:lnTo>
                  <a:lnTo>
                    <a:pt x="2574397" y="1060031"/>
                  </a:lnTo>
                  <a:lnTo>
                    <a:pt x="2541440" y="1144028"/>
                  </a:lnTo>
                  <a:lnTo>
                    <a:pt x="2508222" y="1231595"/>
                  </a:lnTo>
                  <a:lnTo>
                    <a:pt x="2474729" y="1322466"/>
                  </a:lnTo>
                  <a:lnTo>
                    <a:pt x="2440964" y="1416308"/>
                  </a:lnTo>
                  <a:lnTo>
                    <a:pt x="2406946" y="1512732"/>
                  </a:lnTo>
                  <a:lnTo>
                    <a:pt x="2372708" y="1611293"/>
                  </a:lnTo>
                  <a:lnTo>
                    <a:pt x="2338294" y="1711500"/>
                  </a:lnTo>
                  <a:lnTo>
                    <a:pt x="2303759" y="1812826"/>
                  </a:lnTo>
                  <a:lnTo>
                    <a:pt x="2269161" y="1914716"/>
                  </a:lnTo>
                  <a:lnTo>
                    <a:pt x="2234563" y="2016604"/>
                  </a:lnTo>
                  <a:lnTo>
                    <a:pt x="2200028" y="2117923"/>
                  </a:lnTo>
                  <a:lnTo>
                    <a:pt x="2165616" y="2218122"/>
                  </a:lnTo>
                  <a:lnTo>
                    <a:pt x="2131379" y="2316671"/>
                  </a:lnTo>
                  <a:lnTo>
                    <a:pt x="2097362" y="2413080"/>
                  </a:lnTo>
                  <a:lnTo>
                    <a:pt x="2063599" y="2506904"/>
                  </a:lnTo>
                  <a:lnTo>
                    <a:pt x="2030107" y="2597755"/>
                  </a:lnTo>
                  <a:lnTo>
                    <a:pt x="1996891" y="2685300"/>
                  </a:lnTo>
                  <a:lnTo>
                    <a:pt x="1963936" y="2769274"/>
                  </a:lnTo>
                  <a:lnTo>
                    <a:pt x="1931207" y="2849473"/>
                  </a:lnTo>
                  <a:lnTo>
                    <a:pt x="1898650" y="2925757"/>
                  </a:lnTo>
                  <a:lnTo>
                    <a:pt x="1866188" y="2998050"/>
                  </a:lnTo>
                  <a:lnTo>
                    <a:pt x="1833719" y="3066329"/>
                  </a:lnTo>
                  <a:lnTo>
                    <a:pt x="1801114" y="3130627"/>
                  </a:lnTo>
                  <a:lnTo>
                    <a:pt x="1768425" y="3190651"/>
                  </a:lnTo>
                  <a:lnTo>
                    <a:pt x="1723659" y="3265449"/>
                  </a:lnTo>
                  <a:lnTo>
                    <a:pt x="1677555" y="3333382"/>
                  </a:lnTo>
                  <a:lnTo>
                    <a:pt x="1629520" y="3394735"/>
                  </a:lnTo>
                  <a:lnTo>
                    <a:pt x="1578888" y="3450022"/>
                  </a:lnTo>
                  <a:lnTo>
                    <a:pt x="1524966" y="3499848"/>
                  </a:lnTo>
                  <a:lnTo>
                    <a:pt x="1467085" y="3544823"/>
                  </a:lnTo>
                  <a:lnTo>
                    <a:pt x="1404654" y="3585502"/>
                  </a:lnTo>
                  <a:lnTo>
                    <a:pt x="1337232" y="3622364"/>
                  </a:lnTo>
                  <a:lnTo>
                    <a:pt x="1264619" y="3655788"/>
                  </a:lnTo>
                  <a:lnTo>
                    <a:pt x="1186982" y="3686050"/>
                  </a:lnTo>
                  <a:lnTo>
                    <a:pt x="1104980" y="3713317"/>
                  </a:lnTo>
                  <a:lnTo>
                    <a:pt x="1019892" y="3737657"/>
                  </a:lnTo>
                  <a:lnTo>
                    <a:pt x="933701" y="3759060"/>
                  </a:lnTo>
                  <a:lnTo>
                    <a:pt x="849073" y="3777464"/>
                  </a:lnTo>
                  <a:lnTo>
                    <a:pt x="769179" y="3792809"/>
                  </a:lnTo>
                  <a:lnTo>
                    <a:pt x="697348" y="3805087"/>
                  </a:lnTo>
                  <a:lnTo>
                    <a:pt x="636566" y="3814395"/>
                  </a:lnTo>
                  <a:lnTo>
                    <a:pt x="588928" y="3820968"/>
                  </a:lnTo>
                  <a:lnTo>
                    <a:pt x="555202" y="3825179"/>
                  </a:lnTo>
                  <a:lnTo>
                    <a:pt x="534604" y="3827515"/>
                  </a:lnTo>
                  <a:lnTo>
                    <a:pt x="524823" y="3828527"/>
                  </a:lnTo>
                  <a:lnTo>
                    <a:pt x="522211" y="3828775"/>
                  </a:lnTo>
                  <a:lnTo>
                    <a:pt x="522133" y="3828782"/>
                  </a:lnTo>
                  <a:lnTo>
                    <a:pt x="0" y="3828782"/>
                  </a:lnTo>
                  <a:lnTo>
                    <a:pt x="0" y="3828782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934" name="pg1934"/>
            <p:cNvSpPr/>
            <p:nvPr/>
          </p:nvSpPr>
          <p:spPr>
            <a:xfrm>
              <a:off x="386606" y="5274097"/>
              <a:ext cx="8554953" cy="779309"/>
            </a:xfrm>
            <a:custGeom>
              <a:avLst/>
              <a:pathLst>
                <a:path w="8554953" h="779309">
                  <a:moveTo>
                    <a:pt x="0" y="632483"/>
                  </a:moveTo>
                  <a:lnTo>
                    <a:pt x="522133" y="632483"/>
                  </a:lnTo>
                  <a:lnTo>
                    <a:pt x="523402" y="632487"/>
                  </a:lnTo>
                  <a:lnTo>
                    <a:pt x="531701" y="632519"/>
                  </a:lnTo>
                  <a:lnTo>
                    <a:pt x="552448" y="632608"/>
                  </a:lnTo>
                  <a:lnTo>
                    <a:pt x="589099" y="632783"/>
                  </a:lnTo>
                  <a:lnTo>
                    <a:pt x="642831" y="633069"/>
                  </a:lnTo>
                  <a:lnTo>
                    <a:pt x="712487" y="633486"/>
                  </a:lnTo>
                  <a:lnTo>
                    <a:pt x="794974" y="634044"/>
                  </a:lnTo>
                  <a:lnTo>
                    <a:pt x="886033" y="634748"/>
                  </a:lnTo>
                  <a:lnTo>
                    <a:pt x="981150" y="635594"/>
                  </a:lnTo>
                  <a:lnTo>
                    <a:pt x="1076301" y="636580"/>
                  </a:lnTo>
                  <a:lnTo>
                    <a:pt x="1168405" y="637705"/>
                  </a:lnTo>
                  <a:lnTo>
                    <a:pt x="1255442" y="638969"/>
                  </a:lnTo>
                  <a:lnTo>
                    <a:pt x="1336372" y="640382"/>
                  </a:lnTo>
                  <a:lnTo>
                    <a:pt x="1410924" y="641957"/>
                  </a:lnTo>
                  <a:lnTo>
                    <a:pt x="1479380" y="643714"/>
                  </a:lnTo>
                  <a:lnTo>
                    <a:pt x="1542379" y="645678"/>
                  </a:lnTo>
                  <a:lnTo>
                    <a:pt x="1600761" y="647881"/>
                  </a:lnTo>
                  <a:lnTo>
                    <a:pt x="1655457" y="650354"/>
                  </a:lnTo>
                  <a:lnTo>
                    <a:pt x="1707401" y="653127"/>
                  </a:lnTo>
                  <a:lnTo>
                    <a:pt x="1757451" y="656220"/>
                  </a:lnTo>
                  <a:lnTo>
                    <a:pt x="1768425" y="656954"/>
                  </a:lnTo>
                  <a:lnTo>
                    <a:pt x="1822557" y="660858"/>
                  </a:lnTo>
                  <a:lnTo>
                    <a:pt x="1876167" y="665176"/>
                  </a:lnTo>
                  <a:lnTo>
                    <a:pt x="1929841" y="669912"/>
                  </a:lnTo>
                  <a:lnTo>
                    <a:pt x="1983966" y="675056"/>
                  </a:lnTo>
                  <a:lnTo>
                    <a:pt x="2038765" y="680582"/>
                  </a:lnTo>
                  <a:lnTo>
                    <a:pt x="2094308" y="686444"/>
                  </a:lnTo>
                  <a:lnTo>
                    <a:pt x="2150543" y="692578"/>
                  </a:lnTo>
                  <a:lnTo>
                    <a:pt x="2207308" y="698908"/>
                  </a:lnTo>
                  <a:lnTo>
                    <a:pt x="2264372" y="705342"/>
                  </a:lnTo>
                  <a:lnTo>
                    <a:pt x="2321459" y="711785"/>
                  </a:lnTo>
                  <a:lnTo>
                    <a:pt x="2378294" y="718139"/>
                  </a:lnTo>
                  <a:lnTo>
                    <a:pt x="2434633" y="724313"/>
                  </a:lnTo>
                  <a:lnTo>
                    <a:pt x="2490303" y="730227"/>
                  </a:lnTo>
                  <a:lnTo>
                    <a:pt x="2545228" y="735814"/>
                  </a:lnTo>
                  <a:lnTo>
                    <a:pt x="2599457" y="741026"/>
                  </a:lnTo>
                  <a:lnTo>
                    <a:pt x="2653186" y="745833"/>
                  </a:lnTo>
                  <a:lnTo>
                    <a:pt x="2706771" y="750223"/>
                  </a:lnTo>
                  <a:lnTo>
                    <a:pt x="2760763" y="754197"/>
                  </a:lnTo>
                  <a:lnTo>
                    <a:pt x="2770117" y="754838"/>
                  </a:lnTo>
                  <a:lnTo>
                    <a:pt x="2819846" y="758004"/>
                  </a:lnTo>
                  <a:lnTo>
                    <a:pt x="2871298" y="760847"/>
                  </a:lnTo>
                  <a:lnTo>
                    <a:pt x="2925302" y="763384"/>
                  </a:lnTo>
                  <a:lnTo>
                    <a:pt x="2982780" y="765644"/>
                  </a:lnTo>
                  <a:lnTo>
                    <a:pt x="3044672" y="767659"/>
                  </a:lnTo>
                  <a:lnTo>
                    <a:pt x="3111847" y="769460"/>
                  </a:lnTo>
                  <a:lnTo>
                    <a:pt x="3185000" y="771073"/>
                  </a:lnTo>
                  <a:lnTo>
                    <a:pt x="3264508" y="772521"/>
                  </a:lnTo>
                  <a:lnTo>
                    <a:pt x="3350244" y="773817"/>
                  </a:lnTo>
                  <a:lnTo>
                    <a:pt x="3441355" y="774973"/>
                  </a:lnTo>
                  <a:lnTo>
                    <a:pt x="3536057" y="775990"/>
                  </a:lnTo>
                  <a:lnTo>
                    <a:pt x="3631501" y="776868"/>
                  </a:lnTo>
                  <a:lnTo>
                    <a:pt x="3723848" y="777603"/>
                  </a:lnTo>
                  <a:lnTo>
                    <a:pt x="3808638" y="778194"/>
                  </a:lnTo>
                  <a:lnTo>
                    <a:pt x="3881478" y="778641"/>
                  </a:lnTo>
                  <a:lnTo>
                    <a:pt x="3938939" y="778955"/>
                  </a:lnTo>
                  <a:lnTo>
                    <a:pt x="3979380" y="779153"/>
                  </a:lnTo>
                  <a:lnTo>
                    <a:pt x="4003449" y="779259"/>
                  </a:lnTo>
                  <a:lnTo>
                    <a:pt x="4014118" y="779301"/>
                  </a:lnTo>
                  <a:lnTo>
                    <a:pt x="4016409" y="779309"/>
                  </a:lnTo>
                  <a:lnTo>
                    <a:pt x="4538543" y="779309"/>
                  </a:lnTo>
                  <a:lnTo>
                    <a:pt x="4539803" y="779286"/>
                  </a:lnTo>
                  <a:lnTo>
                    <a:pt x="4548041" y="779117"/>
                  </a:lnTo>
                  <a:lnTo>
                    <a:pt x="4568641" y="778652"/>
                  </a:lnTo>
                  <a:lnTo>
                    <a:pt x="4605046" y="777738"/>
                  </a:lnTo>
                  <a:lnTo>
                    <a:pt x="4658447" y="776241"/>
                  </a:lnTo>
                  <a:lnTo>
                    <a:pt x="4727720" y="774061"/>
                  </a:lnTo>
                  <a:lnTo>
                    <a:pt x="4809816" y="771139"/>
                  </a:lnTo>
                  <a:lnTo>
                    <a:pt x="4900521" y="767458"/>
                  </a:lnTo>
                  <a:lnTo>
                    <a:pt x="4995352" y="763025"/>
                  </a:lnTo>
                  <a:lnTo>
                    <a:pt x="5090301" y="757859"/>
                  </a:lnTo>
                  <a:lnTo>
                    <a:pt x="5182281" y="751970"/>
                  </a:lnTo>
                  <a:lnTo>
                    <a:pt x="5269264" y="745346"/>
                  </a:lnTo>
                  <a:lnTo>
                    <a:pt x="5350189" y="737947"/>
                  </a:lnTo>
                  <a:lnTo>
                    <a:pt x="5424768" y="729702"/>
                  </a:lnTo>
                  <a:lnTo>
                    <a:pt x="5493265" y="720506"/>
                  </a:lnTo>
                  <a:lnTo>
                    <a:pt x="5556303" y="710226"/>
                  </a:lnTo>
                  <a:lnTo>
                    <a:pt x="5614711" y="698705"/>
                  </a:lnTo>
                  <a:lnTo>
                    <a:pt x="5669412" y="685776"/>
                  </a:lnTo>
                  <a:lnTo>
                    <a:pt x="5721333" y="671282"/>
                  </a:lnTo>
                  <a:lnTo>
                    <a:pt x="5771330" y="655109"/>
                  </a:lnTo>
                  <a:lnTo>
                    <a:pt x="5784835" y="650365"/>
                  </a:lnTo>
                  <a:lnTo>
                    <a:pt x="5836017" y="630976"/>
                  </a:lnTo>
                  <a:lnTo>
                    <a:pt x="5886701" y="609645"/>
                  </a:lnTo>
                  <a:lnTo>
                    <a:pt x="5937395" y="586344"/>
                  </a:lnTo>
                  <a:lnTo>
                    <a:pt x="5988447" y="561106"/>
                  </a:lnTo>
                  <a:lnTo>
                    <a:pt x="6040071" y="534037"/>
                  </a:lnTo>
                  <a:lnTo>
                    <a:pt x="6092356" y="505319"/>
                  </a:lnTo>
                  <a:lnTo>
                    <a:pt x="6145286" y="475209"/>
                  </a:lnTo>
                  <a:lnTo>
                    <a:pt x="6198755" y="444033"/>
                  </a:lnTo>
                  <a:lnTo>
                    <a:pt x="6252589" y="412171"/>
                  </a:lnTo>
                  <a:lnTo>
                    <a:pt x="6306568" y="380044"/>
                  </a:lnTo>
                  <a:lnTo>
                    <a:pt x="6360455" y="348085"/>
                  </a:lnTo>
                  <a:lnTo>
                    <a:pt x="6414024" y="316718"/>
                  </a:lnTo>
                  <a:lnTo>
                    <a:pt x="6467088" y="286336"/>
                  </a:lnTo>
                  <a:lnTo>
                    <a:pt x="6519524" y="257278"/>
                  </a:lnTo>
                  <a:lnTo>
                    <a:pt x="6571293" y="229817"/>
                  </a:lnTo>
                  <a:lnTo>
                    <a:pt x="6622461" y="204154"/>
                  </a:lnTo>
                  <a:lnTo>
                    <a:pt x="6673210" y="180409"/>
                  </a:lnTo>
                  <a:lnTo>
                    <a:pt x="6723858" y="158633"/>
                  </a:lnTo>
                  <a:lnTo>
                    <a:pt x="6774874" y="138810"/>
                  </a:lnTo>
                  <a:lnTo>
                    <a:pt x="6786527" y="134590"/>
                  </a:lnTo>
                  <a:lnTo>
                    <a:pt x="6836127" y="117950"/>
                  </a:lnTo>
                  <a:lnTo>
                    <a:pt x="6887439" y="103002"/>
                  </a:lnTo>
                  <a:lnTo>
                    <a:pt x="6941284" y="89657"/>
                  </a:lnTo>
                  <a:lnTo>
                    <a:pt x="6998580" y="77766"/>
                  </a:lnTo>
                  <a:lnTo>
                    <a:pt x="7060257" y="67161"/>
                  </a:lnTo>
                  <a:lnTo>
                    <a:pt x="7127181" y="57682"/>
                  </a:lnTo>
                  <a:lnTo>
                    <a:pt x="7200043" y="49187"/>
                  </a:lnTo>
                  <a:lnTo>
                    <a:pt x="7279224" y="41564"/>
                  </a:lnTo>
                  <a:lnTo>
                    <a:pt x="7364611" y="34732"/>
                  </a:lnTo>
                  <a:lnTo>
                    <a:pt x="7455376" y="28644"/>
                  </a:lnTo>
                  <a:lnTo>
                    <a:pt x="7549772" y="23279"/>
                  </a:lnTo>
                  <a:lnTo>
                    <a:pt x="7645001" y="18643"/>
                  </a:lnTo>
                  <a:lnTo>
                    <a:pt x="7737278" y="14753"/>
                  </a:lnTo>
                  <a:lnTo>
                    <a:pt x="7822189" y="11623"/>
                  </a:lnTo>
                  <a:lnTo>
                    <a:pt x="7895356" y="9243"/>
                  </a:lnTo>
                  <a:lnTo>
                    <a:pt x="7953324" y="7566"/>
                  </a:lnTo>
                  <a:lnTo>
                    <a:pt x="7994382" y="6504"/>
                  </a:lnTo>
                  <a:lnTo>
                    <a:pt x="8019075" y="5930"/>
                  </a:lnTo>
                  <a:lnTo>
                    <a:pt x="8030250" y="5696"/>
                  </a:lnTo>
                  <a:lnTo>
                    <a:pt x="8032819" y="5647"/>
                  </a:lnTo>
                  <a:lnTo>
                    <a:pt x="8554953" y="5647"/>
                  </a:lnTo>
                  <a:lnTo>
                    <a:pt x="8554953" y="0"/>
                  </a:lnTo>
                  <a:lnTo>
                    <a:pt x="8032819" y="0"/>
                  </a:lnTo>
                  <a:lnTo>
                    <a:pt x="8031559" y="23"/>
                  </a:lnTo>
                  <a:lnTo>
                    <a:pt x="8023321" y="191"/>
                  </a:lnTo>
                  <a:lnTo>
                    <a:pt x="8002721" y="657"/>
                  </a:lnTo>
                  <a:lnTo>
                    <a:pt x="7966316" y="1571"/>
                  </a:lnTo>
                  <a:lnTo>
                    <a:pt x="7912915" y="3067"/>
                  </a:lnTo>
                  <a:lnTo>
                    <a:pt x="7843642" y="5248"/>
                  </a:lnTo>
                  <a:lnTo>
                    <a:pt x="7761546" y="8169"/>
                  </a:lnTo>
                  <a:lnTo>
                    <a:pt x="7670841" y="11851"/>
                  </a:lnTo>
                  <a:lnTo>
                    <a:pt x="7576010" y="16284"/>
                  </a:lnTo>
                  <a:lnTo>
                    <a:pt x="7481061" y="21450"/>
                  </a:lnTo>
                  <a:lnTo>
                    <a:pt x="7389081" y="27339"/>
                  </a:lnTo>
                  <a:lnTo>
                    <a:pt x="7302098" y="33963"/>
                  </a:lnTo>
                  <a:lnTo>
                    <a:pt x="7221173" y="41361"/>
                  </a:lnTo>
                  <a:lnTo>
                    <a:pt x="7146594" y="49606"/>
                  </a:lnTo>
                  <a:lnTo>
                    <a:pt x="7078097" y="58803"/>
                  </a:lnTo>
                  <a:lnTo>
                    <a:pt x="7015059" y="69083"/>
                  </a:lnTo>
                  <a:lnTo>
                    <a:pt x="6956650" y="80604"/>
                  </a:lnTo>
                  <a:lnTo>
                    <a:pt x="6901950" y="93532"/>
                  </a:lnTo>
                  <a:lnTo>
                    <a:pt x="6850029" y="108027"/>
                  </a:lnTo>
                  <a:lnTo>
                    <a:pt x="6800032" y="124199"/>
                  </a:lnTo>
                  <a:lnTo>
                    <a:pt x="6786527" y="128943"/>
                  </a:lnTo>
                  <a:lnTo>
                    <a:pt x="6735345" y="148333"/>
                  </a:lnTo>
                  <a:lnTo>
                    <a:pt x="6684661" y="169664"/>
                  </a:lnTo>
                  <a:lnTo>
                    <a:pt x="6633967" y="192965"/>
                  </a:lnTo>
                  <a:lnTo>
                    <a:pt x="6582915" y="218203"/>
                  </a:lnTo>
                  <a:lnTo>
                    <a:pt x="6531291" y="245271"/>
                  </a:lnTo>
                  <a:lnTo>
                    <a:pt x="6479006" y="273989"/>
                  </a:lnTo>
                  <a:lnTo>
                    <a:pt x="6426076" y="304099"/>
                  </a:lnTo>
                  <a:lnTo>
                    <a:pt x="6372607" y="335276"/>
                  </a:lnTo>
                  <a:lnTo>
                    <a:pt x="6318773" y="367138"/>
                  </a:lnTo>
                  <a:lnTo>
                    <a:pt x="6264794" y="399265"/>
                  </a:lnTo>
                  <a:lnTo>
                    <a:pt x="6210907" y="431224"/>
                  </a:lnTo>
                  <a:lnTo>
                    <a:pt x="6157338" y="462591"/>
                  </a:lnTo>
                  <a:lnTo>
                    <a:pt x="6104274" y="492973"/>
                  </a:lnTo>
                  <a:lnTo>
                    <a:pt x="6051838" y="522031"/>
                  </a:lnTo>
                  <a:lnTo>
                    <a:pt x="6000069" y="549491"/>
                  </a:lnTo>
                  <a:lnTo>
                    <a:pt x="5948901" y="575155"/>
                  </a:lnTo>
                  <a:lnTo>
                    <a:pt x="5898152" y="598900"/>
                  </a:lnTo>
                  <a:lnTo>
                    <a:pt x="5847504" y="620676"/>
                  </a:lnTo>
                  <a:lnTo>
                    <a:pt x="5796488" y="640499"/>
                  </a:lnTo>
                  <a:lnTo>
                    <a:pt x="5784835" y="644718"/>
                  </a:lnTo>
                  <a:lnTo>
                    <a:pt x="5735235" y="661359"/>
                  </a:lnTo>
                  <a:lnTo>
                    <a:pt x="5683923" y="676307"/>
                  </a:lnTo>
                  <a:lnTo>
                    <a:pt x="5630078" y="689651"/>
                  </a:lnTo>
                  <a:lnTo>
                    <a:pt x="5572782" y="701542"/>
                  </a:lnTo>
                  <a:lnTo>
                    <a:pt x="5511105" y="712147"/>
                  </a:lnTo>
                  <a:lnTo>
                    <a:pt x="5444181" y="721627"/>
                  </a:lnTo>
                  <a:lnTo>
                    <a:pt x="5371319" y="730122"/>
                  </a:lnTo>
                  <a:lnTo>
                    <a:pt x="5292138" y="737745"/>
                  </a:lnTo>
                  <a:lnTo>
                    <a:pt x="5206751" y="744576"/>
                  </a:lnTo>
                  <a:lnTo>
                    <a:pt x="5115986" y="750665"/>
                  </a:lnTo>
                  <a:lnTo>
                    <a:pt x="5021590" y="756030"/>
                  </a:lnTo>
                  <a:lnTo>
                    <a:pt x="4926361" y="760666"/>
                  </a:lnTo>
                  <a:lnTo>
                    <a:pt x="4834083" y="764556"/>
                  </a:lnTo>
                  <a:lnTo>
                    <a:pt x="4749173" y="767686"/>
                  </a:lnTo>
                  <a:lnTo>
                    <a:pt x="4676006" y="770066"/>
                  </a:lnTo>
                  <a:lnTo>
                    <a:pt x="4618038" y="771742"/>
                  </a:lnTo>
                  <a:lnTo>
                    <a:pt x="4576980" y="772804"/>
                  </a:lnTo>
                  <a:lnTo>
                    <a:pt x="4552287" y="773378"/>
                  </a:lnTo>
                  <a:lnTo>
                    <a:pt x="4541112" y="773613"/>
                  </a:lnTo>
                  <a:lnTo>
                    <a:pt x="4538543" y="773662"/>
                  </a:lnTo>
                  <a:lnTo>
                    <a:pt x="4016409" y="773662"/>
                  </a:lnTo>
                  <a:lnTo>
                    <a:pt x="4015140" y="773657"/>
                  </a:lnTo>
                  <a:lnTo>
                    <a:pt x="4006841" y="773625"/>
                  </a:lnTo>
                  <a:lnTo>
                    <a:pt x="3986094" y="773536"/>
                  </a:lnTo>
                  <a:lnTo>
                    <a:pt x="3949444" y="773361"/>
                  </a:lnTo>
                  <a:lnTo>
                    <a:pt x="3895712" y="773075"/>
                  </a:lnTo>
                  <a:lnTo>
                    <a:pt x="3826055" y="772658"/>
                  </a:lnTo>
                  <a:lnTo>
                    <a:pt x="3743568" y="772100"/>
                  </a:lnTo>
                  <a:lnTo>
                    <a:pt x="3652509" y="771397"/>
                  </a:lnTo>
                  <a:lnTo>
                    <a:pt x="3557392" y="770550"/>
                  </a:lnTo>
                  <a:lnTo>
                    <a:pt x="3462241" y="769564"/>
                  </a:lnTo>
                  <a:lnTo>
                    <a:pt x="3370137" y="768440"/>
                  </a:lnTo>
                  <a:lnTo>
                    <a:pt x="3283100" y="767175"/>
                  </a:lnTo>
                  <a:lnTo>
                    <a:pt x="3202170" y="765763"/>
                  </a:lnTo>
                  <a:lnTo>
                    <a:pt x="3127619" y="764188"/>
                  </a:lnTo>
                  <a:lnTo>
                    <a:pt x="3059162" y="762431"/>
                  </a:lnTo>
                  <a:lnTo>
                    <a:pt x="2996163" y="760466"/>
                  </a:lnTo>
                  <a:lnTo>
                    <a:pt x="2937781" y="758263"/>
                  </a:lnTo>
                  <a:lnTo>
                    <a:pt x="2883085" y="755791"/>
                  </a:lnTo>
                  <a:lnTo>
                    <a:pt x="2831141" y="753018"/>
                  </a:lnTo>
                  <a:lnTo>
                    <a:pt x="2781091" y="749925"/>
                  </a:lnTo>
                  <a:lnTo>
                    <a:pt x="2770117" y="749191"/>
                  </a:lnTo>
                  <a:lnTo>
                    <a:pt x="2715986" y="745286"/>
                  </a:lnTo>
                  <a:lnTo>
                    <a:pt x="2662375" y="740969"/>
                  </a:lnTo>
                  <a:lnTo>
                    <a:pt x="2608702" y="736233"/>
                  </a:lnTo>
                  <a:lnTo>
                    <a:pt x="2554576" y="731088"/>
                  </a:lnTo>
                  <a:lnTo>
                    <a:pt x="2499778" y="725563"/>
                  </a:lnTo>
                  <a:lnTo>
                    <a:pt x="2444234" y="719701"/>
                  </a:lnTo>
                  <a:lnTo>
                    <a:pt x="2388000" y="713566"/>
                  </a:lnTo>
                  <a:lnTo>
                    <a:pt x="2331234" y="707237"/>
                  </a:lnTo>
                  <a:lnTo>
                    <a:pt x="2274170" y="700802"/>
                  </a:lnTo>
                  <a:lnTo>
                    <a:pt x="2217083" y="694360"/>
                  </a:lnTo>
                  <a:lnTo>
                    <a:pt x="2160248" y="688005"/>
                  </a:lnTo>
                  <a:lnTo>
                    <a:pt x="2103909" y="681831"/>
                  </a:lnTo>
                  <a:lnTo>
                    <a:pt x="2048239" y="675918"/>
                  </a:lnTo>
                  <a:lnTo>
                    <a:pt x="1993314" y="670331"/>
                  </a:lnTo>
                  <a:lnTo>
                    <a:pt x="1939085" y="665119"/>
                  </a:lnTo>
                  <a:lnTo>
                    <a:pt x="1885356" y="660311"/>
                  </a:lnTo>
                  <a:lnTo>
                    <a:pt x="1831771" y="655922"/>
                  </a:lnTo>
                  <a:lnTo>
                    <a:pt x="1777779" y="651948"/>
                  </a:lnTo>
                  <a:lnTo>
                    <a:pt x="1768425" y="651307"/>
                  </a:lnTo>
                  <a:lnTo>
                    <a:pt x="1718696" y="648141"/>
                  </a:lnTo>
                  <a:lnTo>
                    <a:pt x="1667244" y="645298"/>
                  </a:lnTo>
                  <a:lnTo>
                    <a:pt x="1613241" y="642761"/>
                  </a:lnTo>
                  <a:lnTo>
                    <a:pt x="1555762" y="640501"/>
                  </a:lnTo>
                  <a:lnTo>
                    <a:pt x="1493870" y="638485"/>
                  </a:lnTo>
                  <a:lnTo>
                    <a:pt x="1426695" y="636685"/>
                  </a:lnTo>
                  <a:lnTo>
                    <a:pt x="1353542" y="635071"/>
                  </a:lnTo>
                  <a:lnTo>
                    <a:pt x="1274034" y="633624"/>
                  </a:lnTo>
                  <a:lnTo>
                    <a:pt x="1188299" y="632327"/>
                  </a:lnTo>
                  <a:lnTo>
                    <a:pt x="1097187" y="631172"/>
                  </a:lnTo>
                  <a:lnTo>
                    <a:pt x="1002485" y="630155"/>
                  </a:lnTo>
                  <a:lnTo>
                    <a:pt x="907041" y="629277"/>
                  </a:lnTo>
                  <a:lnTo>
                    <a:pt x="814694" y="628542"/>
                  </a:lnTo>
                  <a:lnTo>
                    <a:pt x="729904" y="627951"/>
                  </a:lnTo>
                  <a:lnTo>
                    <a:pt x="657064" y="627503"/>
                  </a:lnTo>
                  <a:lnTo>
                    <a:pt x="599603" y="627189"/>
                  </a:lnTo>
                  <a:lnTo>
                    <a:pt x="559162" y="626992"/>
                  </a:lnTo>
                  <a:lnTo>
                    <a:pt x="535093" y="626886"/>
                  </a:lnTo>
                  <a:lnTo>
                    <a:pt x="524424" y="626844"/>
                  </a:lnTo>
                  <a:lnTo>
                    <a:pt x="522133" y="626835"/>
                  </a:lnTo>
                  <a:lnTo>
                    <a:pt x="0" y="626835"/>
                  </a:lnTo>
                  <a:close/>
                </a:path>
              </a:pathLst>
            </a:custGeom>
            <a:solidFill>
              <a:srgbClr val="DFC486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1935" name="pl1935"/>
            <p:cNvSpPr/>
            <p:nvPr/>
          </p:nvSpPr>
          <p:spPr>
            <a:xfrm>
              <a:off x="386606" y="5279744"/>
              <a:ext cx="8554953" cy="773662"/>
            </a:xfrm>
            <a:custGeom>
              <a:avLst/>
              <a:pathLst>
                <a:path w="8554953" h="773662">
                  <a:moveTo>
                    <a:pt x="0" y="626835"/>
                  </a:moveTo>
                  <a:lnTo>
                    <a:pt x="522133" y="626835"/>
                  </a:lnTo>
                  <a:lnTo>
                    <a:pt x="523402" y="626840"/>
                  </a:lnTo>
                  <a:lnTo>
                    <a:pt x="531701" y="626872"/>
                  </a:lnTo>
                  <a:lnTo>
                    <a:pt x="552448" y="626961"/>
                  </a:lnTo>
                  <a:lnTo>
                    <a:pt x="589099" y="627136"/>
                  </a:lnTo>
                  <a:lnTo>
                    <a:pt x="642831" y="627422"/>
                  </a:lnTo>
                  <a:lnTo>
                    <a:pt x="712487" y="627839"/>
                  </a:lnTo>
                  <a:lnTo>
                    <a:pt x="794974" y="628397"/>
                  </a:lnTo>
                  <a:lnTo>
                    <a:pt x="886033" y="629101"/>
                  </a:lnTo>
                  <a:lnTo>
                    <a:pt x="981150" y="629947"/>
                  </a:lnTo>
                  <a:lnTo>
                    <a:pt x="1076301" y="630933"/>
                  </a:lnTo>
                  <a:lnTo>
                    <a:pt x="1168405" y="632058"/>
                  </a:lnTo>
                  <a:lnTo>
                    <a:pt x="1255442" y="633322"/>
                  </a:lnTo>
                  <a:lnTo>
                    <a:pt x="1336372" y="634735"/>
                  </a:lnTo>
                  <a:lnTo>
                    <a:pt x="1410924" y="636309"/>
                  </a:lnTo>
                  <a:lnTo>
                    <a:pt x="1479380" y="638066"/>
                  </a:lnTo>
                  <a:lnTo>
                    <a:pt x="1542379" y="640031"/>
                  </a:lnTo>
                  <a:lnTo>
                    <a:pt x="1600761" y="642234"/>
                  </a:lnTo>
                  <a:lnTo>
                    <a:pt x="1655457" y="644707"/>
                  </a:lnTo>
                  <a:lnTo>
                    <a:pt x="1707401" y="647479"/>
                  </a:lnTo>
                  <a:lnTo>
                    <a:pt x="1757451" y="650573"/>
                  </a:lnTo>
                  <a:lnTo>
                    <a:pt x="1768425" y="651307"/>
                  </a:lnTo>
                  <a:lnTo>
                    <a:pt x="1822557" y="655211"/>
                  </a:lnTo>
                  <a:lnTo>
                    <a:pt x="1876167" y="659529"/>
                  </a:lnTo>
                  <a:lnTo>
                    <a:pt x="1929841" y="664265"/>
                  </a:lnTo>
                  <a:lnTo>
                    <a:pt x="1983966" y="669409"/>
                  </a:lnTo>
                  <a:lnTo>
                    <a:pt x="2038765" y="674935"/>
                  </a:lnTo>
                  <a:lnTo>
                    <a:pt x="2094308" y="680796"/>
                  </a:lnTo>
                  <a:lnTo>
                    <a:pt x="2150543" y="686931"/>
                  </a:lnTo>
                  <a:lnTo>
                    <a:pt x="2207308" y="693261"/>
                  </a:lnTo>
                  <a:lnTo>
                    <a:pt x="2264372" y="699695"/>
                  </a:lnTo>
                  <a:lnTo>
                    <a:pt x="2321459" y="706138"/>
                  </a:lnTo>
                  <a:lnTo>
                    <a:pt x="2378294" y="712492"/>
                  </a:lnTo>
                  <a:lnTo>
                    <a:pt x="2434633" y="718666"/>
                  </a:lnTo>
                  <a:lnTo>
                    <a:pt x="2490303" y="724580"/>
                  </a:lnTo>
                  <a:lnTo>
                    <a:pt x="2545228" y="730167"/>
                  </a:lnTo>
                  <a:lnTo>
                    <a:pt x="2599457" y="735379"/>
                  </a:lnTo>
                  <a:lnTo>
                    <a:pt x="2653186" y="740186"/>
                  </a:lnTo>
                  <a:lnTo>
                    <a:pt x="2706771" y="744575"/>
                  </a:lnTo>
                  <a:lnTo>
                    <a:pt x="2760763" y="748550"/>
                  </a:lnTo>
                  <a:lnTo>
                    <a:pt x="2770117" y="749191"/>
                  </a:lnTo>
                  <a:lnTo>
                    <a:pt x="2819846" y="752357"/>
                  </a:lnTo>
                  <a:lnTo>
                    <a:pt x="2871298" y="755200"/>
                  </a:lnTo>
                  <a:lnTo>
                    <a:pt x="2925302" y="757737"/>
                  </a:lnTo>
                  <a:lnTo>
                    <a:pt x="2982780" y="759997"/>
                  </a:lnTo>
                  <a:lnTo>
                    <a:pt x="3044672" y="762012"/>
                  </a:lnTo>
                  <a:lnTo>
                    <a:pt x="3111847" y="763813"/>
                  </a:lnTo>
                  <a:lnTo>
                    <a:pt x="3185000" y="765426"/>
                  </a:lnTo>
                  <a:lnTo>
                    <a:pt x="3264508" y="766874"/>
                  </a:lnTo>
                  <a:lnTo>
                    <a:pt x="3350244" y="768170"/>
                  </a:lnTo>
                  <a:lnTo>
                    <a:pt x="3441355" y="769325"/>
                  </a:lnTo>
                  <a:lnTo>
                    <a:pt x="3536057" y="770343"/>
                  </a:lnTo>
                  <a:lnTo>
                    <a:pt x="3631501" y="771220"/>
                  </a:lnTo>
                  <a:lnTo>
                    <a:pt x="3723848" y="771956"/>
                  </a:lnTo>
                  <a:lnTo>
                    <a:pt x="3808638" y="772547"/>
                  </a:lnTo>
                  <a:lnTo>
                    <a:pt x="3881478" y="772994"/>
                  </a:lnTo>
                  <a:lnTo>
                    <a:pt x="3938939" y="773308"/>
                  </a:lnTo>
                  <a:lnTo>
                    <a:pt x="3979380" y="773506"/>
                  </a:lnTo>
                  <a:lnTo>
                    <a:pt x="4003449" y="773611"/>
                  </a:lnTo>
                  <a:lnTo>
                    <a:pt x="4014118" y="773654"/>
                  </a:lnTo>
                  <a:lnTo>
                    <a:pt x="4016395" y="773662"/>
                  </a:lnTo>
                  <a:lnTo>
                    <a:pt x="4016409" y="773662"/>
                  </a:lnTo>
                  <a:lnTo>
                    <a:pt x="4538543" y="773662"/>
                  </a:lnTo>
                  <a:lnTo>
                    <a:pt x="4539803" y="773638"/>
                  </a:lnTo>
                  <a:lnTo>
                    <a:pt x="4548041" y="773470"/>
                  </a:lnTo>
                  <a:lnTo>
                    <a:pt x="4568641" y="773005"/>
                  </a:lnTo>
                  <a:lnTo>
                    <a:pt x="4605046" y="772091"/>
                  </a:lnTo>
                  <a:lnTo>
                    <a:pt x="4658447" y="770594"/>
                  </a:lnTo>
                  <a:lnTo>
                    <a:pt x="4727720" y="768414"/>
                  </a:lnTo>
                  <a:lnTo>
                    <a:pt x="4809816" y="765492"/>
                  </a:lnTo>
                  <a:lnTo>
                    <a:pt x="4900521" y="761810"/>
                  </a:lnTo>
                  <a:lnTo>
                    <a:pt x="4995352" y="757378"/>
                  </a:lnTo>
                  <a:lnTo>
                    <a:pt x="5090301" y="752212"/>
                  </a:lnTo>
                  <a:lnTo>
                    <a:pt x="5182281" y="746323"/>
                  </a:lnTo>
                  <a:lnTo>
                    <a:pt x="5269264" y="739699"/>
                  </a:lnTo>
                  <a:lnTo>
                    <a:pt x="5350189" y="732300"/>
                  </a:lnTo>
                  <a:lnTo>
                    <a:pt x="5424768" y="724055"/>
                  </a:lnTo>
                  <a:lnTo>
                    <a:pt x="5493265" y="714859"/>
                  </a:lnTo>
                  <a:lnTo>
                    <a:pt x="5556303" y="704578"/>
                  </a:lnTo>
                  <a:lnTo>
                    <a:pt x="5614711" y="693058"/>
                  </a:lnTo>
                  <a:lnTo>
                    <a:pt x="5669412" y="680129"/>
                  </a:lnTo>
                  <a:lnTo>
                    <a:pt x="5721333" y="665634"/>
                  </a:lnTo>
                  <a:lnTo>
                    <a:pt x="5771330" y="649462"/>
                  </a:lnTo>
                  <a:lnTo>
                    <a:pt x="5784835" y="644718"/>
                  </a:lnTo>
                  <a:lnTo>
                    <a:pt x="5836017" y="625328"/>
                  </a:lnTo>
                  <a:lnTo>
                    <a:pt x="5886701" y="603998"/>
                  </a:lnTo>
                  <a:lnTo>
                    <a:pt x="5937395" y="580697"/>
                  </a:lnTo>
                  <a:lnTo>
                    <a:pt x="5988447" y="555459"/>
                  </a:lnTo>
                  <a:lnTo>
                    <a:pt x="6040071" y="528390"/>
                  </a:lnTo>
                  <a:lnTo>
                    <a:pt x="6092356" y="499672"/>
                  </a:lnTo>
                  <a:lnTo>
                    <a:pt x="6145286" y="469562"/>
                  </a:lnTo>
                  <a:lnTo>
                    <a:pt x="6198755" y="438385"/>
                  </a:lnTo>
                  <a:lnTo>
                    <a:pt x="6252589" y="406524"/>
                  </a:lnTo>
                  <a:lnTo>
                    <a:pt x="6306568" y="374397"/>
                  </a:lnTo>
                  <a:lnTo>
                    <a:pt x="6360455" y="342437"/>
                  </a:lnTo>
                  <a:lnTo>
                    <a:pt x="6414024" y="311071"/>
                  </a:lnTo>
                  <a:lnTo>
                    <a:pt x="6467088" y="280688"/>
                  </a:lnTo>
                  <a:lnTo>
                    <a:pt x="6519524" y="251631"/>
                  </a:lnTo>
                  <a:lnTo>
                    <a:pt x="6571293" y="224170"/>
                  </a:lnTo>
                  <a:lnTo>
                    <a:pt x="6622461" y="198506"/>
                  </a:lnTo>
                  <a:lnTo>
                    <a:pt x="6673210" y="174762"/>
                  </a:lnTo>
                  <a:lnTo>
                    <a:pt x="6723858" y="152986"/>
                  </a:lnTo>
                  <a:lnTo>
                    <a:pt x="6774874" y="133163"/>
                  </a:lnTo>
                  <a:lnTo>
                    <a:pt x="6786527" y="128943"/>
                  </a:lnTo>
                  <a:lnTo>
                    <a:pt x="6836127" y="112303"/>
                  </a:lnTo>
                  <a:lnTo>
                    <a:pt x="6887439" y="97355"/>
                  </a:lnTo>
                  <a:lnTo>
                    <a:pt x="6941284" y="84010"/>
                  </a:lnTo>
                  <a:lnTo>
                    <a:pt x="6998580" y="72119"/>
                  </a:lnTo>
                  <a:lnTo>
                    <a:pt x="7060257" y="61514"/>
                  </a:lnTo>
                  <a:lnTo>
                    <a:pt x="7127181" y="52034"/>
                  </a:lnTo>
                  <a:lnTo>
                    <a:pt x="7200043" y="43539"/>
                  </a:lnTo>
                  <a:lnTo>
                    <a:pt x="7279224" y="35917"/>
                  </a:lnTo>
                  <a:lnTo>
                    <a:pt x="7364611" y="29085"/>
                  </a:lnTo>
                  <a:lnTo>
                    <a:pt x="7455376" y="22996"/>
                  </a:lnTo>
                  <a:lnTo>
                    <a:pt x="7549772" y="17631"/>
                  </a:lnTo>
                  <a:lnTo>
                    <a:pt x="7645001" y="12995"/>
                  </a:lnTo>
                  <a:lnTo>
                    <a:pt x="7737278" y="9106"/>
                  </a:lnTo>
                  <a:lnTo>
                    <a:pt x="7822189" y="5975"/>
                  </a:lnTo>
                  <a:lnTo>
                    <a:pt x="7895356" y="3595"/>
                  </a:lnTo>
                  <a:lnTo>
                    <a:pt x="7953324" y="1919"/>
                  </a:lnTo>
                  <a:lnTo>
                    <a:pt x="7994382" y="857"/>
                  </a:lnTo>
                  <a:lnTo>
                    <a:pt x="8019075" y="283"/>
                  </a:lnTo>
                  <a:lnTo>
                    <a:pt x="8030250" y="49"/>
                  </a:lnTo>
                  <a:lnTo>
                    <a:pt x="8032792" y="0"/>
                  </a:lnTo>
                  <a:lnTo>
                    <a:pt x="8032819" y="0"/>
                  </a:lnTo>
                  <a:lnTo>
                    <a:pt x="8554953" y="0"/>
                  </a:lnTo>
                  <a:lnTo>
                    <a:pt x="8554953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936" name="pl1936"/>
            <p:cNvSpPr/>
            <p:nvPr/>
          </p:nvSpPr>
          <p:spPr>
            <a:xfrm>
              <a:off x="386606" y="5274097"/>
              <a:ext cx="8554953" cy="773662"/>
            </a:xfrm>
            <a:custGeom>
              <a:avLst/>
              <a:pathLst>
                <a:path w="8554953" h="773662">
                  <a:moveTo>
                    <a:pt x="8554953" y="0"/>
                  </a:moveTo>
                  <a:lnTo>
                    <a:pt x="8032819" y="0"/>
                  </a:lnTo>
                  <a:lnTo>
                    <a:pt x="8031559" y="23"/>
                  </a:lnTo>
                  <a:lnTo>
                    <a:pt x="8023321" y="191"/>
                  </a:lnTo>
                  <a:lnTo>
                    <a:pt x="8002721" y="657"/>
                  </a:lnTo>
                  <a:lnTo>
                    <a:pt x="7966316" y="1571"/>
                  </a:lnTo>
                  <a:lnTo>
                    <a:pt x="7912915" y="3067"/>
                  </a:lnTo>
                  <a:lnTo>
                    <a:pt x="7843642" y="5248"/>
                  </a:lnTo>
                  <a:lnTo>
                    <a:pt x="7761546" y="8169"/>
                  </a:lnTo>
                  <a:lnTo>
                    <a:pt x="7670841" y="11851"/>
                  </a:lnTo>
                  <a:lnTo>
                    <a:pt x="7576010" y="16284"/>
                  </a:lnTo>
                  <a:lnTo>
                    <a:pt x="7481061" y="21450"/>
                  </a:lnTo>
                  <a:lnTo>
                    <a:pt x="7389081" y="27339"/>
                  </a:lnTo>
                  <a:lnTo>
                    <a:pt x="7302098" y="33963"/>
                  </a:lnTo>
                  <a:lnTo>
                    <a:pt x="7221173" y="41361"/>
                  </a:lnTo>
                  <a:lnTo>
                    <a:pt x="7146594" y="49606"/>
                  </a:lnTo>
                  <a:lnTo>
                    <a:pt x="7078097" y="58803"/>
                  </a:lnTo>
                  <a:lnTo>
                    <a:pt x="7015059" y="69083"/>
                  </a:lnTo>
                  <a:lnTo>
                    <a:pt x="6956650" y="80604"/>
                  </a:lnTo>
                  <a:lnTo>
                    <a:pt x="6901950" y="93532"/>
                  </a:lnTo>
                  <a:lnTo>
                    <a:pt x="6850029" y="108027"/>
                  </a:lnTo>
                  <a:lnTo>
                    <a:pt x="6800032" y="124199"/>
                  </a:lnTo>
                  <a:lnTo>
                    <a:pt x="6786527" y="128943"/>
                  </a:lnTo>
                  <a:lnTo>
                    <a:pt x="6735345" y="148333"/>
                  </a:lnTo>
                  <a:lnTo>
                    <a:pt x="6684661" y="169664"/>
                  </a:lnTo>
                  <a:lnTo>
                    <a:pt x="6633967" y="192965"/>
                  </a:lnTo>
                  <a:lnTo>
                    <a:pt x="6582915" y="218203"/>
                  </a:lnTo>
                  <a:lnTo>
                    <a:pt x="6531291" y="245271"/>
                  </a:lnTo>
                  <a:lnTo>
                    <a:pt x="6479006" y="273989"/>
                  </a:lnTo>
                  <a:lnTo>
                    <a:pt x="6426076" y="304099"/>
                  </a:lnTo>
                  <a:lnTo>
                    <a:pt x="6372607" y="335276"/>
                  </a:lnTo>
                  <a:lnTo>
                    <a:pt x="6318773" y="367138"/>
                  </a:lnTo>
                  <a:lnTo>
                    <a:pt x="6264794" y="399265"/>
                  </a:lnTo>
                  <a:lnTo>
                    <a:pt x="6210907" y="431224"/>
                  </a:lnTo>
                  <a:lnTo>
                    <a:pt x="6157338" y="462591"/>
                  </a:lnTo>
                  <a:lnTo>
                    <a:pt x="6104274" y="492973"/>
                  </a:lnTo>
                  <a:lnTo>
                    <a:pt x="6051838" y="522031"/>
                  </a:lnTo>
                  <a:lnTo>
                    <a:pt x="6000069" y="549491"/>
                  </a:lnTo>
                  <a:lnTo>
                    <a:pt x="5948901" y="575155"/>
                  </a:lnTo>
                  <a:lnTo>
                    <a:pt x="5898152" y="598900"/>
                  </a:lnTo>
                  <a:lnTo>
                    <a:pt x="5847504" y="620676"/>
                  </a:lnTo>
                  <a:lnTo>
                    <a:pt x="5796488" y="640499"/>
                  </a:lnTo>
                  <a:lnTo>
                    <a:pt x="5784835" y="644718"/>
                  </a:lnTo>
                  <a:lnTo>
                    <a:pt x="5735235" y="661359"/>
                  </a:lnTo>
                  <a:lnTo>
                    <a:pt x="5683923" y="676307"/>
                  </a:lnTo>
                  <a:lnTo>
                    <a:pt x="5630078" y="689651"/>
                  </a:lnTo>
                  <a:lnTo>
                    <a:pt x="5572782" y="701542"/>
                  </a:lnTo>
                  <a:lnTo>
                    <a:pt x="5511105" y="712147"/>
                  </a:lnTo>
                  <a:lnTo>
                    <a:pt x="5444181" y="721627"/>
                  </a:lnTo>
                  <a:lnTo>
                    <a:pt x="5371319" y="730122"/>
                  </a:lnTo>
                  <a:lnTo>
                    <a:pt x="5292138" y="737745"/>
                  </a:lnTo>
                  <a:lnTo>
                    <a:pt x="5206751" y="744576"/>
                  </a:lnTo>
                  <a:lnTo>
                    <a:pt x="5115986" y="750665"/>
                  </a:lnTo>
                  <a:lnTo>
                    <a:pt x="5021590" y="756030"/>
                  </a:lnTo>
                  <a:lnTo>
                    <a:pt x="4926361" y="760666"/>
                  </a:lnTo>
                  <a:lnTo>
                    <a:pt x="4834083" y="764556"/>
                  </a:lnTo>
                  <a:lnTo>
                    <a:pt x="4749173" y="767686"/>
                  </a:lnTo>
                  <a:lnTo>
                    <a:pt x="4676006" y="770066"/>
                  </a:lnTo>
                  <a:lnTo>
                    <a:pt x="4618038" y="771742"/>
                  </a:lnTo>
                  <a:lnTo>
                    <a:pt x="4576980" y="772804"/>
                  </a:lnTo>
                  <a:lnTo>
                    <a:pt x="4552287" y="773378"/>
                  </a:lnTo>
                  <a:lnTo>
                    <a:pt x="4541112" y="773613"/>
                  </a:lnTo>
                  <a:lnTo>
                    <a:pt x="4538570" y="773661"/>
                  </a:lnTo>
                  <a:lnTo>
                    <a:pt x="4538543" y="773662"/>
                  </a:lnTo>
                  <a:lnTo>
                    <a:pt x="4016409" y="773662"/>
                  </a:lnTo>
                  <a:lnTo>
                    <a:pt x="4015140" y="773657"/>
                  </a:lnTo>
                  <a:lnTo>
                    <a:pt x="4006841" y="773625"/>
                  </a:lnTo>
                  <a:lnTo>
                    <a:pt x="3986094" y="773536"/>
                  </a:lnTo>
                  <a:lnTo>
                    <a:pt x="3949444" y="773361"/>
                  </a:lnTo>
                  <a:lnTo>
                    <a:pt x="3895712" y="773075"/>
                  </a:lnTo>
                  <a:lnTo>
                    <a:pt x="3826055" y="772658"/>
                  </a:lnTo>
                  <a:lnTo>
                    <a:pt x="3743568" y="772100"/>
                  </a:lnTo>
                  <a:lnTo>
                    <a:pt x="3652509" y="771397"/>
                  </a:lnTo>
                  <a:lnTo>
                    <a:pt x="3557392" y="770550"/>
                  </a:lnTo>
                  <a:lnTo>
                    <a:pt x="3462241" y="769564"/>
                  </a:lnTo>
                  <a:lnTo>
                    <a:pt x="3370137" y="768440"/>
                  </a:lnTo>
                  <a:lnTo>
                    <a:pt x="3283100" y="767175"/>
                  </a:lnTo>
                  <a:lnTo>
                    <a:pt x="3202170" y="765763"/>
                  </a:lnTo>
                  <a:lnTo>
                    <a:pt x="3127619" y="764188"/>
                  </a:lnTo>
                  <a:lnTo>
                    <a:pt x="3059162" y="762431"/>
                  </a:lnTo>
                  <a:lnTo>
                    <a:pt x="2996163" y="760466"/>
                  </a:lnTo>
                  <a:lnTo>
                    <a:pt x="2937781" y="758263"/>
                  </a:lnTo>
                  <a:lnTo>
                    <a:pt x="2883085" y="755791"/>
                  </a:lnTo>
                  <a:lnTo>
                    <a:pt x="2831141" y="753018"/>
                  </a:lnTo>
                  <a:lnTo>
                    <a:pt x="2781091" y="749925"/>
                  </a:lnTo>
                  <a:lnTo>
                    <a:pt x="2770117" y="749191"/>
                  </a:lnTo>
                  <a:lnTo>
                    <a:pt x="2715986" y="745286"/>
                  </a:lnTo>
                  <a:lnTo>
                    <a:pt x="2662375" y="740969"/>
                  </a:lnTo>
                  <a:lnTo>
                    <a:pt x="2608702" y="736233"/>
                  </a:lnTo>
                  <a:lnTo>
                    <a:pt x="2554576" y="731088"/>
                  </a:lnTo>
                  <a:lnTo>
                    <a:pt x="2499778" y="725563"/>
                  </a:lnTo>
                  <a:lnTo>
                    <a:pt x="2444234" y="719701"/>
                  </a:lnTo>
                  <a:lnTo>
                    <a:pt x="2388000" y="713566"/>
                  </a:lnTo>
                  <a:lnTo>
                    <a:pt x="2331234" y="707237"/>
                  </a:lnTo>
                  <a:lnTo>
                    <a:pt x="2274170" y="700802"/>
                  </a:lnTo>
                  <a:lnTo>
                    <a:pt x="2217083" y="694360"/>
                  </a:lnTo>
                  <a:lnTo>
                    <a:pt x="2160248" y="688005"/>
                  </a:lnTo>
                  <a:lnTo>
                    <a:pt x="2103909" y="681831"/>
                  </a:lnTo>
                  <a:lnTo>
                    <a:pt x="2048239" y="675918"/>
                  </a:lnTo>
                  <a:lnTo>
                    <a:pt x="1993314" y="670331"/>
                  </a:lnTo>
                  <a:lnTo>
                    <a:pt x="1939085" y="665119"/>
                  </a:lnTo>
                  <a:lnTo>
                    <a:pt x="1885356" y="660311"/>
                  </a:lnTo>
                  <a:lnTo>
                    <a:pt x="1831771" y="655922"/>
                  </a:lnTo>
                  <a:lnTo>
                    <a:pt x="1777779" y="651948"/>
                  </a:lnTo>
                  <a:lnTo>
                    <a:pt x="1768425" y="651307"/>
                  </a:lnTo>
                  <a:lnTo>
                    <a:pt x="1718696" y="648141"/>
                  </a:lnTo>
                  <a:lnTo>
                    <a:pt x="1667244" y="645298"/>
                  </a:lnTo>
                  <a:lnTo>
                    <a:pt x="1613241" y="642761"/>
                  </a:lnTo>
                  <a:lnTo>
                    <a:pt x="1555762" y="640501"/>
                  </a:lnTo>
                  <a:lnTo>
                    <a:pt x="1493870" y="638485"/>
                  </a:lnTo>
                  <a:lnTo>
                    <a:pt x="1426695" y="636685"/>
                  </a:lnTo>
                  <a:lnTo>
                    <a:pt x="1353542" y="635071"/>
                  </a:lnTo>
                  <a:lnTo>
                    <a:pt x="1274034" y="633624"/>
                  </a:lnTo>
                  <a:lnTo>
                    <a:pt x="1188299" y="632327"/>
                  </a:lnTo>
                  <a:lnTo>
                    <a:pt x="1097187" y="631172"/>
                  </a:lnTo>
                  <a:lnTo>
                    <a:pt x="1002485" y="630155"/>
                  </a:lnTo>
                  <a:lnTo>
                    <a:pt x="907041" y="629277"/>
                  </a:lnTo>
                  <a:lnTo>
                    <a:pt x="814694" y="628542"/>
                  </a:lnTo>
                  <a:lnTo>
                    <a:pt x="729904" y="627951"/>
                  </a:lnTo>
                  <a:lnTo>
                    <a:pt x="657064" y="627503"/>
                  </a:lnTo>
                  <a:lnTo>
                    <a:pt x="599603" y="627189"/>
                  </a:lnTo>
                  <a:lnTo>
                    <a:pt x="559162" y="626992"/>
                  </a:lnTo>
                  <a:lnTo>
                    <a:pt x="535093" y="626886"/>
                  </a:lnTo>
                  <a:lnTo>
                    <a:pt x="524424" y="626844"/>
                  </a:lnTo>
                  <a:lnTo>
                    <a:pt x="522148" y="626836"/>
                  </a:lnTo>
                  <a:lnTo>
                    <a:pt x="522133" y="626835"/>
                  </a:lnTo>
                  <a:lnTo>
                    <a:pt x="0" y="626835"/>
                  </a:lnTo>
                  <a:lnTo>
                    <a:pt x="0" y="626835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937" name="pg1937"/>
            <p:cNvSpPr/>
            <p:nvPr/>
          </p:nvSpPr>
          <p:spPr>
            <a:xfrm>
              <a:off x="386606" y="1479198"/>
              <a:ext cx="8554953" cy="4421734"/>
            </a:xfrm>
            <a:custGeom>
              <a:avLst/>
              <a:pathLst>
                <a:path w="8554953" h="4421734">
                  <a:moveTo>
                    <a:pt x="0" y="4387851"/>
                  </a:moveTo>
                  <a:lnTo>
                    <a:pt x="522133" y="4387851"/>
                  </a:lnTo>
                  <a:lnTo>
                    <a:pt x="523028" y="4387757"/>
                  </a:lnTo>
                  <a:lnTo>
                    <a:pt x="528927" y="4387087"/>
                  </a:lnTo>
                  <a:lnTo>
                    <a:pt x="543840" y="4385235"/>
                  </a:lnTo>
                  <a:lnTo>
                    <a:pt x="570604" y="4381586"/>
                  </a:lnTo>
                  <a:lnTo>
                    <a:pt x="610691" y="4375567"/>
                  </a:lnTo>
                  <a:lnTo>
                    <a:pt x="664098" y="4366702"/>
                  </a:lnTo>
                  <a:lnTo>
                    <a:pt x="729433" y="4354652"/>
                  </a:lnTo>
                  <a:lnTo>
                    <a:pt x="804225" y="4339235"/>
                  </a:lnTo>
                  <a:lnTo>
                    <a:pt x="885404" y="4320403"/>
                  </a:lnTo>
                  <a:lnTo>
                    <a:pt x="969799" y="4298199"/>
                  </a:lnTo>
                  <a:lnTo>
                    <a:pt x="1054552" y="4272696"/>
                  </a:lnTo>
                  <a:lnTo>
                    <a:pt x="1137370" y="4243943"/>
                  </a:lnTo>
                  <a:lnTo>
                    <a:pt x="1216631" y="4211921"/>
                  </a:lnTo>
                  <a:lnTo>
                    <a:pt x="1291348" y="4176516"/>
                  </a:lnTo>
                  <a:lnTo>
                    <a:pt x="1361081" y="4137502"/>
                  </a:lnTo>
                  <a:lnTo>
                    <a:pt x="1425809" y="4094538"/>
                  </a:lnTo>
                  <a:lnTo>
                    <a:pt x="1485811" y="4047168"/>
                  </a:lnTo>
                  <a:lnTo>
                    <a:pt x="1541566" y="3994841"/>
                  </a:lnTo>
                  <a:lnTo>
                    <a:pt x="1593669" y="3936923"/>
                  </a:lnTo>
                  <a:lnTo>
                    <a:pt x="1642770" y="3872744"/>
                  </a:lnTo>
                  <a:lnTo>
                    <a:pt x="1689530" y="3801656"/>
                  </a:lnTo>
                  <a:lnTo>
                    <a:pt x="1734572" y="3723143"/>
                  </a:lnTo>
                  <a:lnTo>
                    <a:pt x="1768425" y="3657484"/>
                  </a:lnTo>
                  <a:lnTo>
                    <a:pt x="1799432" y="3592443"/>
                  </a:lnTo>
                  <a:lnTo>
                    <a:pt x="1830170" y="3523443"/>
                  </a:lnTo>
                  <a:lnTo>
                    <a:pt x="1860774" y="3450403"/>
                  </a:lnTo>
                  <a:lnTo>
                    <a:pt x="1891354" y="3373286"/>
                  </a:lnTo>
                  <a:lnTo>
                    <a:pt x="1922000" y="3292103"/>
                  </a:lnTo>
                  <a:lnTo>
                    <a:pt x="1952781" y="3206912"/>
                  </a:lnTo>
                  <a:lnTo>
                    <a:pt x="1983750" y="3117830"/>
                  </a:lnTo>
                  <a:lnTo>
                    <a:pt x="2014940" y="3025028"/>
                  </a:lnTo>
                  <a:lnTo>
                    <a:pt x="2046372" y="2928736"/>
                  </a:lnTo>
                  <a:lnTo>
                    <a:pt x="2078048" y="2829240"/>
                  </a:lnTo>
                  <a:lnTo>
                    <a:pt x="2109960" y="2726884"/>
                  </a:lnTo>
                  <a:lnTo>
                    <a:pt x="2142088" y="2622062"/>
                  </a:lnTo>
                  <a:lnTo>
                    <a:pt x="2174399" y="2515218"/>
                  </a:lnTo>
                  <a:lnTo>
                    <a:pt x="2206856" y="2406831"/>
                  </a:lnTo>
                  <a:lnTo>
                    <a:pt x="2239411" y="2297414"/>
                  </a:lnTo>
                  <a:lnTo>
                    <a:pt x="2272014" y="2187499"/>
                  </a:lnTo>
                  <a:lnTo>
                    <a:pt x="2304612" y="2077630"/>
                  </a:lnTo>
                  <a:lnTo>
                    <a:pt x="2337154" y="1968350"/>
                  </a:lnTo>
                  <a:lnTo>
                    <a:pt x="2369589" y="1860187"/>
                  </a:lnTo>
                  <a:lnTo>
                    <a:pt x="2401872" y="1753650"/>
                  </a:lnTo>
                  <a:lnTo>
                    <a:pt x="2433966" y="1649214"/>
                  </a:lnTo>
                  <a:lnTo>
                    <a:pt x="2465840" y="1547312"/>
                  </a:lnTo>
                  <a:lnTo>
                    <a:pt x="2497475" y="1448333"/>
                  </a:lnTo>
                  <a:lnTo>
                    <a:pt x="2528865" y="1352609"/>
                  </a:lnTo>
                  <a:lnTo>
                    <a:pt x="2560016" y="1260418"/>
                  </a:lnTo>
                  <a:lnTo>
                    <a:pt x="2590950" y="1171980"/>
                  </a:lnTo>
                  <a:lnTo>
                    <a:pt x="2621705" y="1087457"/>
                  </a:lnTo>
                  <a:lnTo>
                    <a:pt x="2652334" y="1006955"/>
                  </a:lnTo>
                  <a:lnTo>
                    <a:pt x="2682912" y="930525"/>
                  </a:lnTo>
                  <a:lnTo>
                    <a:pt x="2713529" y="858168"/>
                  </a:lnTo>
                  <a:lnTo>
                    <a:pt x="2744303" y="789841"/>
                  </a:lnTo>
                  <a:lnTo>
                    <a:pt x="2770117" y="736014"/>
                  </a:lnTo>
                  <a:lnTo>
                    <a:pt x="2814212" y="651614"/>
                  </a:lnTo>
                  <a:lnTo>
                    <a:pt x="2859598" y="574843"/>
                  </a:lnTo>
                  <a:lnTo>
                    <a:pt x="2906839" y="505397"/>
                  </a:lnTo>
                  <a:lnTo>
                    <a:pt x="2956572" y="442718"/>
                  </a:lnTo>
                  <a:lnTo>
                    <a:pt x="3009459" y="386146"/>
                  </a:lnTo>
                  <a:lnTo>
                    <a:pt x="3066141" y="335013"/>
                  </a:lnTo>
                  <a:lnTo>
                    <a:pt x="3127195" y="288703"/>
                  </a:lnTo>
                  <a:lnTo>
                    <a:pt x="3193059" y="246683"/>
                  </a:lnTo>
                  <a:lnTo>
                    <a:pt x="3263954" y="208526"/>
                  </a:lnTo>
                  <a:lnTo>
                    <a:pt x="3339773" y="173915"/>
                  </a:lnTo>
                  <a:lnTo>
                    <a:pt x="3419961" y="142652"/>
                  </a:lnTo>
                  <a:lnTo>
                    <a:pt x="3503393" y="114645"/>
                  </a:lnTo>
                  <a:lnTo>
                    <a:pt x="3588289" y="89895"/>
                  </a:lnTo>
                  <a:lnTo>
                    <a:pt x="3672215" y="68460"/>
                  </a:lnTo>
                  <a:lnTo>
                    <a:pt x="3752209" y="50413"/>
                  </a:lnTo>
                  <a:lnTo>
                    <a:pt x="3825084" y="35780"/>
                  </a:lnTo>
                  <a:lnTo>
                    <a:pt x="3887860" y="24484"/>
                  </a:lnTo>
                  <a:lnTo>
                    <a:pt x="3938279" y="16309"/>
                  </a:lnTo>
                  <a:lnTo>
                    <a:pt x="3975247" y="10883"/>
                  </a:lnTo>
                  <a:lnTo>
                    <a:pt x="3999101" y="7700"/>
                  </a:lnTo>
                  <a:lnTo>
                    <a:pt x="4011643" y="6175"/>
                  </a:lnTo>
                  <a:lnTo>
                    <a:pt x="4015996" y="5689"/>
                  </a:lnTo>
                  <a:lnTo>
                    <a:pt x="4016409" y="5647"/>
                  </a:lnTo>
                  <a:lnTo>
                    <a:pt x="4538543" y="5647"/>
                  </a:lnTo>
                  <a:lnTo>
                    <a:pt x="4539436" y="5741"/>
                  </a:lnTo>
                  <a:lnTo>
                    <a:pt x="4545319" y="6415"/>
                  </a:lnTo>
                  <a:lnTo>
                    <a:pt x="4560192" y="8276"/>
                  </a:lnTo>
                  <a:lnTo>
                    <a:pt x="4586887" y="11943"/>
                  </a:lnTo>
                  <a:lnTo>
                    <a:pt x="4626879" y="17991"/>
                  </a:lnTo>
                  <a:lnTo>
                    <a:pt x="4680169" y="26901"/>
                  </a:lnTo>
                  <a:lnTo>
                    <a:pt x="4745375" y="39012"/>
                  </a:lnTo>
                  <a:lnTo>
                    <a:pt x="4820040" y="54509"/>
                  </a:lnTo>
                  <a:lnTo>
                    <a:pt x="4901105" y="73440"/>
                  </a:lnTo>
                  <a:lnTo>
                    <a:pt x="4985405" y="95765"/>
                  </a:lnTo>
                  <a:lnTo>
                    <a:pt x="5070086" y="121408"/>
                  </a:lnTo>
                  <a:lnTo>
                    <a:pt x="5152857" y="150321"/>
                  </a:lnTo>
                  <a:lnTo>
                    <a:pt x="5232092" y="182520"/>
                  </a:lnTo>
                  <a:lnTo>
                    <a:pt x="5306800" y="218120"/>
                  </a:lnTo>
                  <a:lnTo>
                    <a:pt x="5376536" y="257347"/>
                  </a:lnTo>
                  <a:lnTo>
                    <a:pt x="5441275" y="300541"/>
                  </a:lnTo>
                  <a:lnTo>
                    <a:pt x="5501291" y="348158"/>
                  </a:lnTo>
                  <a:lnTo>
                    <a:pt x="5557059" y="400753"/>
                  </a:lnTo>
                  <a:lnTo>
                    <a:pt x="5609170" y="458958"/>
                  </a:lnTo>
                  <a:lnTo>
                    <a:pt x="5658274" y="523450"/>
                  </a:lnTo>
                  <a:lnTo>
                    <a:pt x="5705029" y="594880"/>
                  </a:lnTo>
                  <a:lnTo>
                    <a:pt x="5750058" y="673769"/>
                  </a:lnTo>
                  <a:lnTo>
                    <a:pt x="5784835" y="741661"/>
                  </a:lnTo>
                  <a:lnTo>
                    <a:pt x="5815736" y="806973"/>
                  </a:lnTo>
                  <a:lnTo>
                    <a:pt x="5846369" y="876246"/>
                  </a:lnTo>
                  <a:lnTo>
                    <a:pt x="5876868" y="949562"/>
                  </a:lnTo>
                  <a:lnTo>
                    <a:pt x="5907342" y="1026958"/>
                  </a:lnTo>
                  <a:lnTo>
                    <a:pt x="5937881" y="1108425"/>
                  </a:lnTo>
                  <a:lnTo>
                    <a:pt x="5968554" y="1193903"/>
                  </a:lnTo>
                  <a:lnTo>
                    <a:pt x="5999411" y="1283279"/>
                  </a:lnTo>
                  <a:lnTo>
                    <a:pt x="6030488" y="1376383"/>
                  </a:lnTo>
                  <a:lnTo>
                    <a:pt x="6061804" y="1472988"/>
                  </a:lnTo>
                  <a:lnTo>
                    <a:pt x="6093363" y="1572807"/>
                  </a:lnTo>
                  <a:lnTo>
                    <a:pt x="6125157" y="1675503"/>
                  </a:lnTo>
                  <a:lnTo>
                    <a:pt x="6157166" y="1780681"/>
                  </a:lnTo>
                  <a:lnTo>
                    <a:pt x="6189360" y="1887904"/>
                  </a:lnTo>
                  <a:lnTo>
                    <a:pt x="6221699" y="1996692"/>
                  </a:lnTo>
                  <a:lnTo>
                    <a:pt x="6254138" y="2106536"/>
                  </a:lnTo>
                  <a:lnTo>
                    <a:pt x="6286627" y="2216907"/>
                  </a:lnTo>
                  <a:lnTo>
                    <a:pt x="6319115" y="2327261"/>
                  </a:lnTo>
                  <a:lnTo>
                    <a:pt x="6351550" y="2437059"/>
                  </a:lnTo>
                  <a:lnTo>
                    <a:pt x="6383881" y="2545770"/>
                  </a:lnTo>
                  <a:lnTo>
                    <a:pt x="6416065" y="2652886"/>
                  </a:lnTo>
                  <a:lnTo>
                    <a:pt x="6448062" y="2757931"/>
                  </a:lnTo>
                  <a:lnTo>
                    <a:pt x="6479843" y="2860469"/>
                  </a:lnTo>
                  <a:lnTo>
                    <a:pt x="6511389" y="2960111"/>
                  </a:lnTo>
                  <a:lnTo>
                    <a:pt x="6542690" y="3056519"/>
                  </a:lnTo>
                  <a:lnTo>
                    <a:pt x="6573754" y="3149411"/>
                  </a:lnTo>
                  <a:lnTo>
                    <a:pt x="6604599" y="3238564"/>
                  </a:lnTo>
                  <a:lnTo>
                    <a:pt x="6635262" y="3323811"/>
                  </a:lnTo>
                  <a:lnTo>
                    <a:pt x="6665795" y="3405042"/>
                  </a:lnTo>
                  <a:lnTo>
                    <a:pt x="6696268" y="3482200"/>
                  </a:lnTo>
                  <a:lnTo>
                    <a:pt x="6726772" y="3555279"/>
                  </a:lnTo>
                  <a:lnTo>
                    <a:pt x="6757417" y="3624320"/>
                  </a:lnTo>
                  <a:lnTo>
                    <a:pt x="6786527" y="3685720"/>
                  </a:lnTo>
                  <a:lnTo>
                    <a:pt x="6830580" y="3770696"/>
                  </a:lnTo>
                  <a:lnTo>
                    <a:pt x="6875920" y="3847998"/>
                  </a:lnTo>
                  <a:lnTo>
                    <a:pt x="6923112" y="3917931"/>
                  </a:lnTo>
                  <a:lnTo>
                    <a:pt x="6972788" y="3981057"/>
                  </a:lnTo>
                  <a:lnTo>
                    <a:pt x="7025610" y="4038037"/>
                  </a:lnTo>
                  <a:lnTo>
                    <a:pt x="7082218" y="4089543"/>
                  </a:lnTo>
                  <a:lnTo>
                    <a:pt x="7143185" y="4136196"/>
                  </a:lnTo>
                  <a:lnTo>
                    <a:pt x="7208951" y="4178529"/>
                  </a:lnTo>
                  <a:lnTo>
                    <a:pt x="7279738" y="4216975"/>
                  </a:lnTo>
                  <a:lnTo>
                    <a:pt x="7355444" y="4251851"/>
                  </a:lnTo>
                  <a:lnTo>
                    <a:pt x="7435517" y="4283359"/>
                  </a:lnTo>
                  <a:lnTo>
                    <a:pt x="7518843" y="4311591"/>
                  </a:lnTo>
                  <a:lnTo>
                    <a:pt x="7603655" y="4336548"/>
                  </a:lnTo>
                  <a:lnTo>
                    <a:pt x="7687532" y="4358171"/>
                  </a:lnTo>
                  <a:lnTo>
                    <a:pt x="7767526" y="4376388"/>
                  </a:lnTo>
                  <a:lnTo>
                    <a:pt x="7840459" y="4391171"/>
                  </a:lnTo>
                  <a:lnTo>
                    <a:pt x="7903353" y="4402594"/>
                  </a:lnTo>
                  <a:lnTo>
                    <a:pt x="7953942" y="4410874"/>
                  </a:lnTo>
                  <a:lnTo>
                    <a:pt x="7991111" y="4416381"/>
                  </a:lnTo>
                  <a:lnTo>
                    <a:pt x="8015172" y="4419622"/>
                  </a:lnTo>
                  <a:lnTo>
                    <a:pt x="8027895" y="4421184"/>
                  </a:lnTo>
                  <a:lnTo>
                    <a:pt x="8032372" y="4421688"/>
                  </a:lnTo>
                  <a:lnTo>
                    <a:pt x="8032819" y="4421734"/>
                  </a:lnTo>
                  <a:lnTo>
                    <a:pt x="8554953" y="4421734"/>
                  </a:lnTo>
                  <a:lnTo>
                    <a:pt x="8554953" y="4416087"/>
                  </a:lnTo>
                  <a:lnTo>
                    <a:pt x="8032819" y="4416087"/>
                  </a:lnTo>
                  <a:lnTo>
                    <a:pt x="8031926" y="4415993"/>
                  </a:lnTo>
                  <a:lnTo>
                    <a:pt x="8026043" y="4415319"/>
                  </a:lnTo>
                  <a:lnTo>
                    <a:pt x="8011170" y="4413458"/>
                  </a:lnTo>
                  <a:lnTo>
                    <a:pt x="7984474" y="4409791"/>
                  </a:lnTo>
                  <a:lnTo>
                    <a:pt x="7944483" y="4403743"/>
                  </a:lnTo>
                  <a:lnTo>
                    <a:pt x="7891192" y="4394833"/>
                  </a:lnTo>
                  <a:lnTo>
                    <a:pt x="7825987" y="4382722"/>
                  </a:lnTo>
                  <a:lnTo>
                    <a:pt x="7751322" y="4367225"/>
                  </a:lnTo>
                  <a:lnTo>
                    <a:pt x="7670257" y="4348294"/>
                  </a:lnTo>
                  <a:lnTo>
                    <a:pt x="7585957" y="4325969"/>
                  </a:lnTo>
                  <a:lnTo>
                    <a:pt x="7501276" y="4300326"/>
                  </a:lnTo>
                  <a:lnTo>
                    <a:pt x="7418505" y="4271413"/>
                  </a:lnTo>
                  <a:lnTo>
                    <a:pt x="7339270" y="4239214"/>
                  </a:lnTo>
                  <a:lnTo>
                    <a:pt x="7264562" y="4203614"/>
                  </a:lnTo>
                  <a:lnTo>
                    <a:pt x="7194826" y="4164387"/>
                  </a:lnTo>
                  <a:lnTo>
                    <a:pt x="7130087" y="4121193"/>
                  </a:lnTo>
                  <a:lnTo>
                    <a:pt x="7070071" y="4073576"/>
                  </a:lnTo>
                  <a:lnTo>
                    <a:pt x="7014303" y="4020981"/>
                  </a:lnTo>
                  <a:lnTo>
                    <a:pt x="6962192" y="3962776"/>
                  </a:lnTo>
                  <a:lnTo>
                    <a:pt x="6913088" y="3898284"/>
                  </a:lnTo>
                  <a:lnTo>
                    <a:pt x="6866333" y="3826854"/>
                  </a:lnTo>
                  <a:lnTo>
                    <a:pt x="6821304" y="3747965"/>
                  </a:lnTo>
                  <a:lnTo>
                    <a:pt x="6786527" y="3680073"/>
                  </a:lnTo>
                  <a:lnTo>
                    <a:pt x="6755626" y="3614761"/>
                  </a:lnTo>
                  <a:lnTo>
                    <a:pt x="6724993" y="3545487"/>
                  </a:lnTo>
                  <a:lnTo>
                    <a:pt x="6694494" y="3472172"/>
                  </a:lnTo>
                  <a:lnTo>
                    <a:pt x="6664020" y="3394776"/>
                  </a:lnTo>
                  <a:lnTo>
                    <a:pt x="6633481" y="3313309"/>
                  </a:lnTo>
                  <a:lnTo>
                    <a:pt x="6602808" y="3227831"/>
                  </a:lnTo>
                  <a:lnTo>
                    <a:pt x="6571951" y="3138455"/>
                  </a:lnTo>
                  <a:lnTo>
                    <a:pt x="6540874" y="3045351"/>
                  </a:lnTo>
                  <a:lnTo>
                    <a:pt x="6509558" y="2948746"/>
                  </a:lnTo>
                  <a:lnTo>
                    <a:pt x="6477999" y="2848926"/>
                  </a:lnTo>
                  <a:lnTo>
                    <a:pt x="6446205" y="2746231"/>
                  </a:lnTo>
                  <a:lnTo>
                    <a:pt x="6414196" y="2641053"/>
                  </a:lnTo>
                  <a:lnTo>
                    <a:pt x="6382002" y="2533830"/>
                  </a:lnTo>
                  <a:lnTo>
                    <a:pt x="6349663" y="2425042"/>
                  </a:lnTo>
                  <a:lnTo>
                    <a:pt x="6317224" y="2315198"/>
                  </a:lnTo>
                  <a:lnTo>
                    <a:pt x="6284735" y="2204827"/>
                  </a:lnTo>
                  <a:lnTo>
                    <a:pt x="6252247" y="2094473"/>
                  </a:lnTo>
                  <a:lnTo>
                    <a:pt x="6219812" y="1984675"/>
                  </a:lnTo>
                  <a:lnTo>
                    <a:pt x="6187480" y="1875964"/>
                  </a:lnTo>
                  <a:lnTo>
                    <a:pt x="6155297" y="1768848"/>
                  </a:lnTo>
                  <a:lnTo>
                    <a:pt x="6123300" y="1663803"/>
                  </a:lnTo>
                  <a:lnTo>
                    <a:pt x="6091519" y="1561265"/>
                  </a:lnTo>
                  <a:lnTo>
                    <a:pt x="6059973" y="1461623"/>
                  </a:lnTo>
                  <a:lnTo>
                    <a:pt x="6028672" y="1365215"/>
                  </a:lnTo>
                  <a:lnTo>
                    <a:pt x="5997608" y="1272323"/>
                  </a:lnTo>
                  <a:lnTo>
                    <a:pt x="5966763" y="1183170"/>
                  </a:lnTo>
                  <a:lnTo>
                    <a:pt x="5936100" y="1097923"/>
                  </a:lnTo>
                  <a:lnTo>
                    <a:pt x="5905567" y="1016692"/>
                  </a:lnTo>
                  <a:lnTo>
                    <a:pt x="5875093" y="939534"/>
                  </a:lnTo>
                  <a:lnTo>
                    <a:pt x="5844590" y="866455"/>
                  </a:lnTo>
                  <a:lnTo>
                    <a:pt x="5813945" y="797414"/>
                  </a:lnTo>
                  <a:lnTo>
                    <a:pt x="5784835" y="736014"/>
                  </a:lnTo>
                  <a:lnTo>
                    <a:pt x="5740782" y="651038"/>
                  </a:lnTo>
                  <a:lnTo>
                    <a:pt x="5695442" y="573736"/>
                  </a:lnTo>
                  <a:lnTo>
                    <a:pt x="5648250" y="503803"/>
                  </a:lnTo>
                  <a:lnTo>
                    <a:pt x="5598573" y="440677"/>
                  </a:lnTo>
                  <a:lnTo>
                    <a:pt x="5545752" y="383697"/>
                  </a:lnTo>
                  <a:lnTo>
                    <a:pt x="5489144" y="332191"/>
                  </a:lnTo>
                  <a:lnTo>
                    <a:pt x="5428177" y="285538"/>
                  </a:lnTo>
                  <a:lnTo>
                    <a:pt x="5362411" y="243205"/>
                  </a:lnTo>
                  <a:lnTo>
                    <a:pt x="5291624" y="204759"/>
                  </a:lnTo>
                  <a:lnTo>
                    <a:pt x="5215918" y="169883"/>
                  </a:lnTo>
                  <a:lnTo>
                    <a:pt x="5135845" y="138375"/>
                  </a:lnTo>
                  <a:lnTo>
                    <a:pt x="5052518" y="110143"/>
                  </a:lnTo>
                  <a:lnTo>
                    <a:pt x="4967707" y="85186"/>
                  </a:lnTo>
                  <a:lnTo>
                    <a:pt x="4883830" y="63563"/>
                  </a:lnTo>
                  <a:lnTo>
                    <a:pt x="4803836" y="45346"/>
                  </a:lnTo>
                  <a:lnTo>
                    <a:pt x="4730903" y="30563"/>
                  </a:lnTo>
                  <a:lnTo>
                    <a:pt x="4668009" y="19140"/>
                  </a:lnTo>
                  <a:lnTo>
                    <a:pt x="4617420" y="10860"/>
                  </a:lnTo>
                  <a:lnTo>
                    <a:pt x="4580251" y="5353"/>
                  </a:lnTo>
                  <a:lnTo>
                    <a:pt x="4556190" y="2112"/>
                  </a:lnTo>
                  <a:lnTo>
                    <a:pt x="4543467" y="550"/>
                  </a:lnTo>
                  <a:lnTo>
                    <a:pt x="4538990" y="46"/>
                  </a:lnTo>
                  <a:lnTo>
                    <a:pt x="4538543" y="0"/>
                  </a:lnTo>
                  <a:lnTo>
                    <a:pt x="4016409" y="0"/>
                  </a:lnTo>
                  <a:lnTo>
                    <a:pt x="4015514" y="94"/>
                  </a:lnTo>
                  <a:lnTo>
                    <a:pt x="4009615" y="764"/>
                  </a:lnTo>
                  <a:lnTo>
                    <a:pt x="3994702" y="2616"/>
                  </a:lnTo>
                  <a:lnTo>
                    <a:pt x="3967939" y="6265"/>
                  </a:lnTo>
                  <a:lnTo>
                    <a:pt x="3927851" y="12284"/>
                  </a:lnTo>
                  <a:lnTo>
                    <a:pt x="3874444" y="21149"/>
                  </a:lnTo>
                  <a:lnTo>
                    <a:pt x="3809110" y="33199"/>
                  </a:lnTo>
                  <a:lnTo>
                    <a:pt x="3734317" y="48616"/>
                  </a:lnTo>
                  <a:lnTo>
                    <a:pt x="3653138" y="67447"/>
                  </a:lnTo>
                  <a:lnTo>
                    <a:pt x="3568743" y="89652"/>
                  </a:lnTo>
                  <a:lnTo>
                    <a:pt x="3483991" y="115155"/>
                  </a:lnTo>
                  <a:lnTo>
                    <a:pt x="3401172" y="143908"/>
                  </a:lnTo>
                  <a:lnTo>
                    <a:pt x="3321912" y="175930"/>
                  </a:lnTo>
                  <a:lnTo>
                    <a:pt x="3247194" y="211335"/>
                  </a:lnTo>
                  <a:lnTo>
                    <a:pt x="3177462" y="250349"/>
                  </a:lnTo>
                  <a:lnTo>
                    <a:pt x="3112734" y="293313"/>
                  </a:lnTo>
                  <a:lnTo>
                    <a:pt x="3052731" y="340683"/>
                  </a:lnTo>
                  <a:lnTo>
                    <a:pt x="2996976" y="393010"/>
                  </a:lnTo>
                  <a:lnTo>
                    <a:pt x="2944874" y="450928"/>
                  </a:lnTo>
                  <a:lnTo>
                    <a:pt x="2895772" y="515107"/>
                  </a:lnTo>
                  <a:lnTo>
                    <a:pt x="2849012" y="586195"/>
                  </a:lnTo>
                  <a:lnTo>
                    <a:pt x="2803970" y="664708"/>
                  </a:lnTo>
                  <a:lnTo>
                    <a:pt x="2770117" y="730367"/>
                  </a:lnTo>
                  <a:lnTo>
                    <a:pt x="2739110" y="795408"/>
                  </a:lnTo>
                  <a:lnTo>
                    <a:pt x="2708372" y="864408"/>
                  </a:lnTo>
                  <a:lnTo>
                    <a:pt x="2677768" y="937448"/>
                  </a:lnTo>
                  <a:lnTo>
                    <a:pt x="2647188" y="1014565"/>
                  </a:lnTo>
                  <a:lnTo>
                    <a:pt x="2616542" y="1095748"/>
                  </a:lnTo>
                  <a:lnTo>
                    <a:pt x="2585761" y="1180939"/>
                  </a:lnTo>
                  <a:lnTo>
                    <a:pt x="2554792" y="1270021"/>
                  </a:lnTo>
                  <a:lnTo>
                    <a:pt x="2523602" y="1362823"/>
                  </a:lnTo>
                  <a:lnTo>
                    <a:pt x="2492171" y="1459115"/>
                  </a:lnTo>
                  <a:lnTo>
                    <a:pt x="2460494" y="1558611"/>
                  </a:lnTo>
                  <a:lnTo>
                    <a:pt x="2428582" y="1660967"/>
                  </a:lnTo>
                  <a:lnTo>
                    <a:pt x="2396455" y="1765789"/>
                  </a:lnTo>
                  <a:lnTo>
                    <a:pt x="2364143" y="1872633"/>
                  </a:lnTo>
                  <a:lnTo>
                    <a:pt x="2331686" y="1981020"/>
                  </a:lnTo>
                  <a:lnTo>
                    <a:pt x="2299132" y="2090437"/>
                  </a:lnTo>
                  <a:lnTo>
                    <a:pt x="2266529" y="2200352"/>
                  </a:lnTo>
                  <a:lnTo>
                    <a:pt x="2233930" y="2310221"/>
                  </a:lnTo>
                  <a:lnTo>
                    <a:pt x="2201388" y="2419501"/>
                  </a:lnTo>
                  <a:lnTo>
                    <a:pt x="2168953" y="2527664"/>
                  </a:lnTo>
                  <a:lnTo>
                    <a:pt x="2136670" y="2634201"/>
                  </a:lnTo>
                  <a:lnTo>
                    <a:pt x="2104576" y="2738637"/>
                  </a:lnTo>
                  <a:lnTo>
                    <a:pt x="2072703" y="2840539"/>
                  </a:lnTo>
                  <a:lnTo>
                    <a:pt x="2041067" y="2939518"/>
                  </a:lnTo>
                  <a:lnTo>
                    <a:pt x="2009677" y="3035242"/>
                  </a:lnTo>
                  <a:lnTo>
                    <a:pt x="1978526" y="3127433"/>
                  </a:lnTo>
                  <a:lnTo>
                    <a:pt x="1947592" y="3215871"/>
                  </a:lnTo>
                  <a:lnTo>
                    <a:pt x="1916837" y="3300394"/>
                  </a:lnTo>
                  <a:lnTo>
                    <a:pt x="1886208" y="3380896"/>
                  </a:lnTo>
                  <a:lnTo>
                    <a:pt x="1855631" y="3457326"/>
                  </a:lnTo>
                  <a:lnTo>
                    <a:pt x="1825013" y="3529683"/>
                  </a:lnTo>
                  <a:lnTo>
                    <a:pt x="1794240" y="3598010"/>
                  </a:lnTo>
                  <a:lnTo>
                    <a:pt x="1768425" y="3651837"/>
                  </a:lnTo>
                  <a:lnTo>
                    <a:pt x="1724330" y="3736237"/>
                  </a:lnTo>
                  <a:lnTo>
                    <a:pt x="1678944" y="3813008"/>
                  </a:lnTo>
                  <a:lnTo>
                    <a:pt x="1631703" y="3882454"/>
                  </a:lnTo>
                  <a:lnTo>
                    <a:pt x="1581970" y="3945133"/>
                  </a:lnTo>
                  <a:lnTo>
                    <a:pt x="1529084" y="4001705"/>
                  </a:lnTo>
                  <a:lnTo>
                    <a:pt x="1472401" y="4052838"/>
                  </a:lnTo>
                  <a:lnTo>
                    <a:pt x="1411347" y="4099148"/>
                  </a:lnTo>
                  <a:lnTo>
                    <a:pt x="1345483" y="4141168"/>
                  </a:lnTo>
                  <a:lnTo>
                    <a:pt x="1274589" y="4179325"/>
                  </a:lnTo>
                  <a:lnTo>
                    <a:pt x="1198769" y="4213936"/>
                  </a:lnTo>
                  <a:lnTo>
                    <a:pt x="1118581" y="4245199"/>
                  </a:lnTo>
                  <a:lnTo>
                    <a:pt x="1035149" y="4273206"/>
                  </a:lnTo>
                  <a:lnTo>
                    <a:pt x="950253" y="4297956"/>
                  </a:lnTo>
                  <a:lnTo>
                    <a:pt x="866327" y="4319391"/>
                  </a:lnTo>
                  <a:lnTo>
                    <a:pt x="786333" y="4337438"/>
                  </a:lnTo>
                  <a:lnTo>
                    <a:pt x="713459" y="4352071"/>
                  </a:lnTo>
                  <a:lnTo>
                    <a:pt x="650682" y="4363367"/>
                  </a:lnTo>
                  <a:lnTo>
                    <a:pt x="600263" y="4371542"/>
                  </a:lnTo>
                  <a:lnTo>
                    <a:pt x="563295" y="4376968"/>
                  </a:lnTo>
                  <a:lnTo>
                    <a:pt x="539442" y="4380151"/>
                  </a:lnTo>
                  <a:lnTo>
                    <a:pt x="526900" y="4381676"/>
                  </a:lnTo>
                  <a:lnTo>
                    <a:pt x="522546" y="4382161"/>
                  </a:lnTo>
                  <a:lnTo>
                    <a:pt x="522133" y="4382204"/>
                  </a:lnTo>
                  <a:lnTo>
                    <a:pt x="0" y="4382204"/>
                  </a:lnTo>
                  <a:close/>
                </a:path>
              </a:pathLst>
            </a:custGeom>
            <a:solidFill>
              <a:srgbClr val="DFC486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1938" name="pl1938"/>
            <p:cNvSpPr/>
            <p:nvPr/>
          </p:nvSpPr>
          <p:spPr>
            <a:xfrm>
              <a:off x="386606" y="1484845"/>
              <a:ext cx="8554953" cy="4416087"/>
            </a:xfrm>
            <a:custGeom>
              <a:avLst/>
              <a:pathLst>
                <a:path w="8554953" h="4416087">
                  <a:moveTo>
                    <a:pt x="0" y="4382204"/>
                  </a:moveTo>
                  <a:lnTo>
                    <a:pt x="522133" y="4382204"/>
                  </a:lnTo>
                  <a:lnTo>
                    <a:pt x="523028" y="4382110"/>
                  </a:lnTo>
                  <a:lnTo>
                    <a:pt x="528927" y="4381440"/>
                  </a:lnTo>
                  <a:lnTo>
                    <a:pt x="543840" y="4379587"/>
                  </a:lnTo>
                  <a:lnTo>
                    <a:pt x="570604" y="4375939"/>
                  </a:lnTo>
                  <a:lnTo>
                    <a:pt x="610691" y="4369920"/>
                  </a:lnTo>
                  <a:lnTo>
                    <a:pt x="664098" y="4361054"/>
                  </a:lnTo>
                  <a:lnTo>
                    <a:pt x="729433" y="4349005"/>
                  </a:lnTo>
                  <a:lnTo>
                    <a:pt x="804225" y="4333588"/>
                  </a:lnTo>
                  <a:lnTo>
                    <a:pt x="885404" y="4314756"/>
                  </a:lnTo>
                  <a:lnTo>
                    <a:pt x="969799" y="4292552"/>
                  </a:lnTo>
                  <a:lnTo>
                    <a:pt x="1054552" y="4267049"/>
                  </a:lnTo>
                  <a:lnTo>
                    <a:pt x="1137370" y="4238295"/>
                  </a:lnTo>
                  <a:lnTo>
                    <a:pt x="1216631" y="4206274"/>
                  </a:lnTo>
                  <a:lnTo>
                    <a:pt x="1291348" y="4170869"/>
                  </a:lnTo>
                  <a:lnTo>
                    <a:pt x="1361081" y="4131855"/>
                  </a:lnTo>
                  <a:lnTo>
                    <a:pt x="1425809" y="4088890"/>
                  </a:lnTo>
                  <a:lnTo>
                    <a:pt x="1485811" y="4041521"/>
                  </a:lnTo>
                  <a:lnTo>
                    <a:pt x="1541566" y="3989194"/>
                  </a:lnTo>
                  <a:lnTo>
                    <a:pt x="1593669" y="3931276"/>
                  </a:lnTo>
                  <a:lnTo>
                    <a:pt x="1642770" y="3867097"/>
                  </a:lnTo>
                  <a:lnTo>
                    <a:pt x="1689530" y="3796009"/>
                  </a:lnTo>
                  <a:lnTo>
                    <a:pt x="1734572" y="3717496"/>
                  </a:lnTo>
                  <a:lnTo>
                    <a:pt x="1768425" y="3651837"/>
                  </a:lnTo>
                  <a:lnTo>
                    <a:pt x="1799432" y="3586796"/>
                  </a:lnTo>
                  <a:lnTo>
                    <a:pt x="1830170" y="3517795"/>
                  </a:lnTo>
                  <a:lnTo>
                    <a:pt x="1860774" y="3444756"/>
                  </a:lnTo>
                  <a:lnTo>
                    <a:pt x="1891354" y="3367639"/>
                  </a:lnTo>
                  <a:lnTo>
                    <a:pt x="1922000" y="3286455"/>
                  </a:lnTo>
                  <a:lnTo>
                    <a:pt x="1952781" y="3201265"/>
                  </a:lnTo>
                  <a:lnTo>
                    <a:pt x="1983750" y="3112183"/>
                  </a:lnTo>
                  <a:lnTo>
                    <a:pt x="2014940" y="3019381"/>
                  </a:lnTo>
                  <a:lnTo>
                    <a:pt x="2046372" y="2923088"/>
                  </a:lnTo>
                  <a:lnTo>
                    <a:pt x="2078048" y="2823593"/>
                  </a:lnTo>
                  <a:lnTo>
                    <a:pt x="2109960" y="2721236"/>
                  </a:lnTo>
                  <a:lnTo>
                    <a:pt x="2142088" y="2616415"/>
                  </a:lnTo>
                  <a:lnTo>
                    <a:pt x="2174399" y="2509571"/>
                  </a:lnTo>
                  <a:lnTo>
                    <a:pt x="2206856" y="2401184"/>
                  </a:lnTo>
                  <a:lnTo>
                    <a:pt x="2239411" y="2291766"/>
                  </a:lnTo>
                  <a:lnTo>
                    <a:pt x="2272014" y="2181852"/>
                  </a:lnTo>
                  <a:lnTo>
                    <a:pt x="2304612" y="2071983"/>
                  </a:lnTo>
                  <a:lnTo>
                    <a:pt x="2337154" y="1962702"/>
                  </a:lnTo>
                  <a:lnTo>
                    <a:pt x="2369589" y="1854540"/>
                  </a:lnTo>
                  <a:lnTo>
                    <a:pt x="2401872" y="1748003"/>
                  </a:lnTo>
                  <a:lnTo>
                    <a:pt x="2433966" y="1643566"/>
                  </a:lnTo>
                  <a:lnTo>
                    <a:pt x="2465840" y="1541665"/>
                  </a:lnTo>
                  <a:lnTo>
                    <a:pt x="2497475" y="1442686"/>
                  </a:lnTo>
                  <a:lnTo>
                    <a:pt x="2528865" y="1346962"/>
                  </a:lnTo>
                  <a:lnTo>
                    <a:pt x="2560016" y="1254771"/>
                  </a:lnTo>
                  <a:lnTo>
                    <a:pt x="2590950" y="1166333"/>
                  </a:lnTo>
                  <a:lnTo>
                    <a:pt x="2621705" y="1081810"/>
                  </a:lnTo>
                  <a:lnTo>
                    <a:pt x="2652334" y="1001308"/>
                  </a:lnTo>
                  <a:lnTo>
                    <a:pt x="2682912" y="924878"/>
                  </a:lnTo>
                  <a:lnTo>
                    <a:pt x="2713529" y="852521"/>
                  </a:lnTo>
                  <a:lnTo>
                    <a:pt x="2744303" y="784193"/>
                  </a:lnTo>
                  <a:lnTo>
                    <a:pt x="2770117" y="730367"/>
                  </a:lnTo>
                  <a:lnTo>
                    <a:pt x="2814212" y="645967"/>
                  </a:lnTo>
                  <a:lnTo>
                    <a:pt x="2859598" y="569196"/>
                  </a:lnTo>
                  <a:lnTo>
                    <a:pt x="2906839" y="499750"/>
                  </a:lnTo>
                  <a:lnTo>
                    <a:pt x="2956572" y="437071"/>
                  </a:lnTo>
                  <a:lnTo>
                    <a:pt x="3009459" y="380499"/>
                  </a:lnTo>
                  <a:lnTo>
                    <a:pt x="3066141" y="329366"/>
                  </a:lnTo>
                  <a:lnTo>
                    <a:pt x="3127195" y="283055"/>
                  </a:lnTo>
                  <a:lnTo>
                    <a:pt x="3193059" y="241036"/>
                  </a:lnTo>
                  <a:lnTo>
                    <a:pt x="3263954" y="202879"/>
                  </a:lnTo>
                  <a:lnTo>
                    <a:pt x="3339773" y="168268"/>
                  </a:lnTo>
                  <a:lnTo>
                    <a:pt x="3419961" y="137005"/>
                  </a:lnTo>
                  <a:lnTo>
                    <a:pt x="3503393" y="108998"/>
                  </a:lnTo>
                  <a:lnTo>
                    <a:pt x="3588289" y="84248"/>
                  </a:lnTo>
                  <a:lnTo>
                    <a:pt x="3672215" y="62813"/>
                  </a:lnTo>
                  <a:lnTo>
                    <a:pt x="3752209" y="44766"/>
                  </a:lnTo>
                  <a:lnTo>
                    <a:pt x="3825084" y="30133"/>
                  </a:lnTo>
                  <a:lnTo>
                    <a:pt x="3887860" y="18837"/>
                  </a:lnTo>
                  <a:lnTo>
                    <a:pt x="3938279" y="10662"/>
                  </a:lnTo>
                  <a:lnTo>
                    <a:pt x="3975247" y="5235"/>
                  </a:lnTo>
                  <a:lnTo>
                    <a:pt x="3999101" y="2053"/>
                  </a:lnTo>
                  <a:lnTo>
                    <a:pt x="4011643" y="527"/>
                  </a:lnTo>
                  <a:lnTo>
                    <a:pt x="4015996" y="42"/>
                  </a:lnTo>
                  <a:lnTo>
                    <a:pt x="4016409" y="0"/>
                  </a:lnTo>
                  <a:lnTo>
                    <a:pt x="4538543" y="0"/>
                  </a:lnTo>
                  <a:lnTo>
                    <a:pt x="4539436" y="94"/>
                  </a:lnTo>
                  <a:lnTo>
                    <a:pt x="4545319" y="768"/>
                  </a:lnTo>
                  <a:lnTo>
                    <a:pt x="4560192" y="2629"/>
                  </a:lnTo>
                  <a:lnTo>
                    <a:pt x="4586887" y="6296"/>
                  </a:lnTo>
                  <a:lnTo>
                    <a:pt x="4626879" y="12344"/>
                  </a:lnTo>
                  <a:lnTo>
                    <a:pt x="4680169" y="21253"/>
                  </a:lnTo>
                  <a:lnTo>
                    <a:pt x="4745375" y="33364"/>
                  </a:lnTo>
                  <a:lnTo>
                    <a:pt x="4820040" y="48861"/>
                  </a:lnTo>
                  <a:lnTo>
                    <a:pt x="4901105" y="67793"/>
                  </a:lnTo>
                  <a:lnTo>
                    <a:pt x="4985405" y="90117"/>
                  </a:lnTo>
                  <a:lnTo>
                    <a:pt x="5070086" y="115761"/>
                  </a:lnTo>
                  <a:lnTo>
                    <a:pt x="5152857" y="144674"/>
                  </a:lnTo>
                  <a:lnTo>
                    <a:pt x="5232092" y="176873"/>
                  </a:lnTo>
                  <a:lnTo>
                    <a:pt x="5306800" y="212473"/>
                  </a:lnTo>
                  <a:lnTo>
                    <a:pt x="5376536" y="251699"/>
                  </a:lnTo>
                  <a:lnTo>
                    <a:pt x="5441275" y="294894"/>
                  </a:lnTo>
                  <a:lnTo>
                    <a:pt x="5501291" y="342511"/>
                  </a:lnTo>
                  <a:lnTo>
                    <a:pt x="5557059" y="395106"/>
                  </a:lnTo>
                  <a:lnTo>
                    <a:pt x="5609170" y="453311"/>
                  </a:lnTo>
                  <a:lnTo>
                    <a:pt x="5658274" y="517803"/>
                  </a:lnTo>
                  <a:lnTo>
                    <a:pt x="5705029" y="589232"/>
                  </a:lnTo>
                  <a:lnTo>
                    <a:pt x="5750058" y="668122"/>
                  </a:lnTo>
                  <a:lnTo>
                    <a:pt x="5784835" y="736014"/>
                  </a:lnTo>
                  <a:lnTo>
                    <a:pt x="5815736" y="801326"/>
                  </a:lnTo>
                  <a:lnTo>
                    <a:pt x="5846369" y="870599"/>
                  </a:lnTo>
                  <a:lnTo>
                    <a:pt x="5876868" y="943915"/>
                  </a:lnTo>
                  <a:lnTo>
                    <a:pt x="5907342" y="1021311"/>
                  </a:lnTo>
                  <a:lnTo>
                    <a:pt x="5937881" y="1102778"/>
                  </a:lnTo>
                  <a:lnTo>
                    <a:pt x="5968554" y="1188256"/>
                  </a:lnTo>
                  <a:lnTo>
                    <a:pt x="5999411" y="1277632"/>
                  </a:lnTo>
                  <a:lnTo>
                    <a:pt x="6030488" y="1370736"/>
                  </a:lnTo>
                  <a:lnTo>
                    <a:pt x="6061804" y="1467340"/>
                  </a:lnTo>
                  <a:lnTo>
                    <a:pt x="6093363" y="1567160"/>
                  </a:lnTo>
                  <a:lnTo>
                    <a:pt x="6125157" y="1669856"/>
                  </a:lnTo>
                  <a:lnTo>
                    <a:pt x="6157166" y="1775034"/>
                  </a:lnTo>
                  <a:lnTo>
                    <a:pt x="6189360" y="1882256"/>
                  </a:lnTo>
                  <a:lnTo>
                    <a:pt x="6221699" y="1991045"/>
                  </a:lnTo>
                  <a:lnTo>
                    <a:pt x="6254138" y="2100889"/>
                  </a:lnTo>
                  <a:lnTo>
                    <a:pt x="6286627" y="2211260"/>
                  </a:lnTo>
                  <a:lnTo>
                    <a:pt x="6319115" y="2321614"/>
                  </a:lnTo>
                  <a:lnTo>
                    <a:pt x="6351550" y="2431412"/>
                  </a:lnTo>
                  <a:lnTo>
                    <a:pt x="6383881" y="2540122"/>
                  </a:lnTo>
                  <a:lnTo>
                    <a:pt x="6416065" y="2647239"/>
                  </a:lnTo>
                  <a:lnTo>
                    <a:pt x="6448062" y="2752284"/>
                  </a:lnTo>
                  <a:lnTo>
                    <a:pt x="6479843" y="2854822"/>
                  </a:lnTo>
                  <a:lnTo>
                    <a:pt x="6511389" y="2954464"/>
                  </a:lnTo>
                  <a:lnTo>
                    <a:pt x="6542690" y="3050871"/>
                  </a:lnTo>
                  <a:lnTo>
                    <a:pt x="6573754" y="3143764"/>
                  </a:lnTo>
                  <a:lnTo>
                    <a:pt x="6604599" y="3232917"/>
                  </a:lnTo>
                  <a:lnTo>
                    <a:pt x="6635262" y="3318164"/>
                  </a:lnTo>
                  <a:lnTo>
                    <a:pt x="6665795" y="3399395"/>
                  </a:lnTo>
                  <a:lnTo>
                    <a:pt x="6696268" y="3476553"/>
                  </a:lnTo>
                  <a:lnTo>
                    <a:pt x="6726772" y="3549632"/>
                  </a:lnTo>
                  <a:lnTo>
                    <a:pt x="6757417" y="3618672"/>
                  </a:lnTo>
                  <a:lnTo>
                    <a:pt x="6786527" y="3680073"/>
                  </a:lnTo>
                  <a:lnTo>
                    <a:pt x="6830580" y="3765049"/>
                  </a:lnTo>
                  <a:lnTo>
                    <a:pt x="6875920" y="3842351"/>
                  </a:lnTo>
                  <a:lnTo>
                    <a:pt x="6923112" y="3912284"/>
                  </a:lnTo>
                  <a:lnTo>
                    <a:pt x="6972788" y="3975409"/>
                  </a:lnTo>
                  <a:lnTo>
                    <a:pt x="7025610" y="4032390"/>
                  </a:lnTo>
                  <a:lnTo>
                    <a:pt x="7082218" y="4083896"/>
                  </a:lnTo>
                  <a:lnTo>
                    <a:pt x="7143185" y="4130548"/>
                  </a:lnTo>
                  <a:lnTo>
                    <a:pt x="7208951" y="4172882"/>
                  </a:lnTo>
                  <a:lnTo>
                    <a:pt x="7279738" y="4211328"/>
                  </a:lnTo>
                  <a:lnTo>
                    <a:pt x="7355444" y="4246204"/>
                  </a:lnTo>
                  <a:lnTo>
                    <a:pt x="7435517" y="4277712"/>
                  </a:lnTo>
                  <a:lnTo>
                    <a:pt x="7518843" y="4305944"/>
                  </a:lnTo>
                  <a:lnTo>
                    <a:pt x="7603655" y="4330901"/>
                  </a:lnTo>
                  <a:lnTo>
                    <a:pt x="7687532" y="4352524"/>
                  </a:lnTo>
                  <a:lnTo>
                    <a:pt x="7767526" y="4370740"/>
                  </a:lnTo>
                  <a:lnTo>
                    <a:pt x="7840459" y="4385523"/>
                  </a:lnTo>
                  <a:lnTo>
                    <a:pt x="7903353" y="4396947"/>
                  </a:lnTo>
                  <a:lnTo>
                    <a:pt x="7953942" y="4405226"/>
                  </a:lnTo>
                  <a:lnTo>
                    <a:pt x="7991111" y="4410734"/>
                  </a:lnTo>
                  <a:lnTo>
                    <a:pt x="8015172" y="4413975"/>
                  </a:lnTo>
                  <a:lnTo>
                    <a:pt x="8027895" y="4415537"/>
                  </a:lnTo>
                  <a:lnTo>
                    <a:pt x="8032372" y="4416041"/>
                  </a:lnTo>
                  <a:lnTo>
                    <a:pt x="8032819" y="4416087"/>
                  </a:lnTo>
                  <a:lnTo>
                    <a:pt x="8554953" y="4416087"/>
                  </a:lnTo>
                  <a:lnTo>
                    <a:pt x="8554953" y="4416087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939" name="pl1939"/>
            <p:cNvSpPr/>
            <p:nvPr/>
          </p:nvSpPr>
          <p:spPr>
            <a:xfrm>
              <a:off x="386606" y="1479198"/>
              <a:ext cx="8554953" cy="4416087"/>
            </a:xfrm>
            <a:custGeom>
              <a:avLst/>
              <a:pathLst>
                <a:path w="8554953" h="4416087">
                  <a:moveTo>
                    <a:pt x="8554953" y="4416087"/>
                  </a:moveTo>
                  <a:lnTo>
                    <a:pt x="8032819" y="4416087"/>
                  </a:lnTo>
                  <a:lnTo>
                    <a:pt x="8031926" y="4415993"/>
                  </a:lnTo>
                  <a:lnTo>
                    <a:pt x="8026043" y="4415319"/>
                  </a:lnTo>
                  <a:lnTo>
                    <a:pt x="8011170" y="4413458"/>
                  </a:lnTo>
                  <a:lnTo>
                    <a:pt x="7984474" y="4409791"/>
                  </a:lnTo>
                  <a:lnTo>
                    <a:pt x="7944483" y="4403743"/>
                  </a:lnTo>
                  <a:lnTo>
                    <a:pt x="7891192" y="4394833"/>
                  </a:lnTo>
                  <a:lnTo>
                    <a:pt x="7825987" y="4382722"/>
                  </a:lnTo>
                  <a:lnTo>
                    <a:pt x="7751322" y="4367225"/>
                  </a:lnTo>
                  <a:lnTo>
                    <a:pt x="7670257" y="4348294"/>
                  </a:lnTo>
                  <a:lnTo>
                    <a:pt x="7585957" y="4325969"/>
                  </a:lnTo>
                  <a:lnTo>
                    <a:pt x="7501276" y="4300326"/>
                  </a:lnTo>
                  <a:lnTo>
                    <a:pt x="7418505" y="4271413"/>
                  </a:lnTo>
                  <a:lnTo>
                    <a:pt x="7339270" y="4239214"/>
                  </a:lnTo>
                  <a:lnTo>
                    <a:pt x="7264562" y="4203614"/>
                  </a:lnTo>
                  <a:lnTo>
                    <a:pt x="7194826" y="4164387"/>
                  </a:lnTo>
                  <a:lnTo>
                    <a:pt x="7130087" y="4121193"/>
                  </a:lnTo>
                  <a:lnTo>
                    <a:pt x="7070071" y="4073576"/>
                  </a:lnTo>
                  <a:lnTo>
                    <a:pt x="7014303" y="4020981"/>
                  </a:lnTo>
                  <a:lnTo>
                    <a:pt x="6962192" y="3962776"/>
                  </a:lnTo>
                  <a:lnTo>
                    <a:pt x="6913088" y="3898284"/>
                  </a:lnTo>
                  <a:lnTo>
                    <a:pt x="6866333" y="3826854"/>
                  </a:lnTo>
                  <a:lnTo>
                    <a:pt x="6821304" y="3747965"/>
                  </a:lnTo>
                  <a:lnTo>
                    <a:pt x="6786527" y="3680073"/>
                  </a:lnTo>
                  <a:lnTo>
                    <a:pt x="6755626" y="3614761"/>
                  </a:lnTo>
                  <a:lnTo>
                    <a:pt x="6724993" y="3545487"/>
                  </a:lnTo>
                  <a:lnTo>
                    <a:pt x="6694494" y="3472172"/>
                  </a:lnTo>
                  <a:lnTo>
                    <a:pt x="6664020" y="3394776"/>
                  </a:lnTo>
                  <a:lnTo>
                    <a:pt x="6633481" y="3313309"/>
                  </a:lnTo>
                  <a:lnTo>
                    <a:pt x="6602808" y="3227831"/>
                  </a:lnTo>
                  <a:lnTo>
                    <a:pt x="6571951" y="3138455"/>
                  </a:lnTo>
                  <a:lnTo>
                    <a:pt x="6540874" y="3045351"/>
                  </a:lnTo>
                  <a:lnTo>
                    <a:pt x="6509558" y="2948746"/>
                  </a:lnTo>
                  <a:lnTo>
                    <a:pt x="6477999" y="2848926"/>
                  </a:lnTo>
                  <a:lnTo>
                    <a:pt x="6446205" y="2746231"/>
                  </a:lnTo>
                  <a:lnTo>
                    <a:pt x="6414196" y="2641053"/>
                  </a:lnTo>
                  <a:lnTo>
                    <a:pt x="6382002" y="2533830"/>
                  </a:lnTo>
                  <a:lnTo>
                    <a:pt x="6349663" y="2425042"/>
                  </a:lnTo>
                  <a:lnTo>
                    <a:pt x="6317224" y="2315198"/>
                  </a:lnTo>
                  <a:lnTo>
                    <a:pt x="6284735" y="2204827"/>
                  </a:lnTo>
                  <a:lnTo>
                    <a:pt x="6252247" y="2094473"/>
                  </a:lnTo>
                  <a:lnTo>
                    <a:pt x="6219812" y="1984675"/>
                  </a:lnTo>
                  <a:lnTo>
                    <a:pt x="6187480" y="1875964"/>
                  </a:lnTo>
                  <a:lnTo>
                    <a:pt x="6155297" y="1768848"/>
                  </a:lnTo>
                  <a:lnTo>
                    <a:pt x="6123300" y="1663803"/>
                  </a:lnTo>
                  <a:lnTo>
                    <a:pt x="6091519" y="1561265"/>
                  </a:lnTo>
                  <a:lnTo>
                    <a:pt x="6059973" y="1461623"/>
                  </a:lnTo>
                  <a:lnTo>
                    <a:pt x="6028672" y="1365215"/>
                  </a:lnTo>
                  <a:lnTo>
                    <a:pt x="5997608" y="1272323"/>
                  </a:lnTo>
                  <a:lnTo>
                    <a:pt x="5966763" y="1183170"/>
                  </a:lnTo>
                  <a:lnTo>
                    <a:pt x="5936100" y="1097923"/>
                  </a:lnTo>
                  <a:lnTo>
                    <a:pt x="5905567" y="1016692"/>
                  </a:lnTo>
                  <a:lnTo>
                    <a:pt x="5875093" y="939534"/>
                  </a:lnTo>
                  <a:lnTo>
                    <a:pt x="5844590" y="866455"/>
                  </a:lnTo>
                  <a:lnTo>
                    <a:pt x="5813945" y="797414"/>
                  </a:lnTo>
                  <a:lnTo>
                    <a:pt x="5784835" y="736014"/>
                  </a:lnTo>
                  <a:lnTo>
                    <a:pt x="5740782" y="651038"/>
                  </a:lnTo>
                  <a:lnTo>
                    <a:pt x="5695442" y="573736"/>
                  </a:lnTo>
                  <a:lnTo>
                    <a:pt x="5648250" y="503803"/>
                  </a:lnTo>
                  <a:lnTo>
                    <a:pt x="5598573" y="440677"/>
                  </a:lnTo>
                  <a:lnTo>
                    <a:pt x="5545752" y="383697"/>
                  </a:lnTo>
                  <a:lnTo>
                    <a:pt x="5489144" y="332191"/>
                  </a:lnTo>
                  <a:lnTo>
                    <a:pt x="5428177" y="285538"/>
                  </a:lnTo>
                  <a:lnTo>
                    <a:pt x="5362411" y="243205"/>
                  </a:lnTo>
                  <a:lnTo>
                    <a:pt x="5291624" y="204759"/>
                  </a:lnTo>
                  <a:lnTo>
                    <a:pt x="5215918" y="169883"/>
                  </a:lnTo>
                  <a:lnTo>
                    <a:pt x="5135845" y="138375"/>
                  </a:lnTo>
                  <a:lnTo>
                    <a:pt x="5052518" y="110143"/>
                  </a:lnTo>
                  <a:lnTo>
                    <a:pt x="4967707" y="85186"/>
                  </a:lnTo>
                  <a:lnTo>
                    <a:pt x="4883830" y="63563"/>
                  </a:lnTo>
                  <a:lnTo>
                    <a:pt x="4803836" y="45346"/>
                  </a:lnTo>
                  <a:lnTo>
                    <a:pt x="4730903" y="30563"/>
                  </a:lnTo>
                  <a:lnTo>
                    <a:pt x="4668009" y="19140"/>
                  </a:lnTo>
                  <a:lnTo>
                    <a:pt x="4617420" y="10860"/>
                  </a:lnTo>
                  <a:lnTo>
                    <a:pt x="4580251" y="5353"/>
                  </a:lnTo>
                  <a:lnTo>
                    <a:pt x="4556190" y="2112"/>
                  </a:lnTo>
                  <a:lnTo>
                    <a:pt x="4543467" y="550"/>
                  </a:lnTo>
                  <a:lnTo>
                    <a:pt x="4538990" y="46"/>
                  </a:lnTo>
                  <a:lnTo>
                    <a:pt x="4538543" y="0"/>
                  </a:lnTo>
                  <a:lnTo>
                    <a:pt x="4016409" y="0"/>
                  </a:lnTo>
                  <a:lnTo>
                    <a:pt x="4015514" y="94"/>
                  </a:lnTo>
                  <a:lnTo>
                    <a:pt x="4009615" y="764"/>
                  </a:lnTo>
                  <a:lnTo>
                    <a:pt x="3994702" y="2616"/>
                  </a:lnTo>
                  <a:lnTo>
                    <a:pt x="3967939" y="6265"/>
                  </a:lnTo>
                  <a:lnTo>
                    <a:pt x="3927851" y="12284"/>
                  </a:lnTo>
                  <a:lnTo>
                    <a:pt x="3874444" y="21149"/>
                  </a:lnTo>
                  <a:lnTo>
                    <a:pt x="3809110" y="33199"/>
                  </a:lnTo>
                  <a:lnTo>
                    <a:pt x="3734317" y="48616"/>
                  </a:lnTo>
                  <a:lnTo>
                    <a:pt x="3653138" y="67447"/>
                  </a:lnTo>
                  <a:lnTo>
                    <a:pt x="3568743" y="89652"/>
                  </a:lnTo>
                  <a:lnTo>
                    <a:pt x="3483991" y="115155"/>
                  </a:lnTo>
                  <a:lnTo>
                    <a:pt x="3401172" y="143908"/>
                  </a:lnTo>
                  <a:lnTo>
                    <a:pt x="3321912" y="175930"/>
                  </a:lnTo>
                  <a:lnTo>
                    <a:pt x="3247194" y="211335"/>
                  </a:lnTo>
                  <a:lnTo>
                    <a:pt x="3177462" y="250349"/>
                  </a:lnTo>
                  <a:lnTo>
                    <a:pt x="3112734" y="293313"/>
                  </a:lnTo>
                  <a:lnTo>
                    <a:pt x="3052731" y="340683"/>
                  </a:lnTo>
                  <a:lnTo>
                    <a:pt x="2996976" y="393010"/>
                  </a:lnTo>
                  <a:lnTo>
                    <a:pt x="2944874" y="450928"/>
                  </a:lnTo>
                  <a:lnTo>
                    <a:pt x="2895772" y="515107"/>
                  </a:lnTo>
                  <a:lnTo>
                    <a:pt x="2849012" y="586195"/>
                  </a:lnTo>
                  <a:lnTo>
                    <a:pt x="2803970" y="664708"/>
                  </a:lnTo>
                  <a:lnTo>
                    <a:pt x="2770117" y="730367"/>
                  </a:lnTo>
                  <a:lnTo>
                    <a:pt x="2739110" y="795408"/>
                  </a:lnTo>
                  <a:lnTo>
                    <a:pt x="2708372" y="864408"/>
                  </a:lnTo>
                  <a:lnTo>
                    <a:pt x="2677768" y="937448"/>
                  </a:lnTo>
                  <a:lnTo>
                    <a:pt x="2647188" y="1014565"/>
                  </a:lnTo>
                  <a:lnTo>
                    <a:pt x="2616542" y="1095748"/>
                  </a:lnTo>
                  <a:lnTo>
                    <a:pt x="2585761" y="1180939"/>
                  </a:lnTo>
                  <a:lnTo>
                    <a:pt x="2554792" y="1270021"/>
                  </a:lnTo>
                  <a:lnTo>
                    <a:pt x="2523602" y="1362823"/>
                  </a:lnTo>
                  <a:lnTo>
                    <a:pt x="2492171" y="1459115"/>
                  </a:lnTo>
                  <a:lnTo>
                    <a:pt x="2460494" y="1558611"/>
                  </a:lnTo>
                  <a:lnTo>
                    <a:pt x="2428582" y="1660967"/>
                  </a:lnTo>
                  <a:lnTo>
                    <a:pt x="2396455" y="1765789"/>
                  </a:lnTo>
                  <a:lnTo>
                    <a:pt x="2364143" y="1872633"/>
                  </a:lnTo>
                  <a:lnTo>
                    <a:pt x="2331686" y="1981020"/>
                  </a:lnTo>
                  <a:lnTo>
                    <a:pt x="2299132" y="2090437"/>
                  </a:lnTo>
                  <a:lnTo>
                    <a:pt x="2266529" y="2200352"/>
                  </a:lnTo>
                  <a:lnTo>
                    <a:pt x="2233930" y="2310221"/>
                  </a:lnTo>
                  <a:lnTo>
                    <a:pt x="2201388" y="2419501"/>
                  </a:lnTo>
                  <a:lnTo>
                    <a:pt x="2168953" y="2527664"/>
                  </a:lnTo>
                  <a:lnTo>
                    <a:pt x="2136670" y="2634201"/>
                  </a:lnTo>
                  <a:lnTo>
                    <a:pt x="2104576" y="2738637"/>
                  </a:lnTo>
                  <a:lnTo>
                    <a:pt x="2072703" y="2840539"/>
                  </a:lnTo>
                  <a:lnTo>
                    <a:pt x="2041067" y="2939518"/>
                  </a:lnTo>
                  <a:lnTo>
                    <a:pt x="2009677" y="3035242"/>
                  </a:lnTo>
                  <a:lnTo>
                    <a:pt x="1978526" y="3127433"/>
                  </a:lnTo>
                  <a:lnTo>
                    <a:pt x="1947592" y="3215871"/>
                  </a:lnTo>
                  <a:lnTo>
                    <a:pt x="1916837" y="3300394"/>
                  </a:lnTo>
                  <a:lnTo>
                    <a:pt x="1886208" y="3380896"/>
                  </a:lnTo>
                  <a:lnTo>
                    <a:pt x="1855631" y="3457326"/>
                  </a:lnTo>
                  <a:lnTo>
                    <a:pt x="1825013" y="3529683"/>
                  </a:lnTo>
                  <a:lnTo>
                    <a:pt x="1794240" y="3598010"/>
                  </a:lnTo>
                  <a:lnTo>
                    <a:pt x="1768425" y="3651837"/>
                  </a:lnTo>
                  <a:lnTo>
                    <a:pt x="1724330" y="3736237"/>
                  </a:lnTo>
                  <a:lnTo>
                    <a:pt x="1678944" y="3813008"/>
                  </a:lnTo>
                  <a:lnTo>
                    <a:pt x="1631703" y="3882454"/>
                  </a:lnTo>
                  <a:lnTo>
                    <a:pt x="1581970" y="3945133"/>
                  </a:lnTo>
                  <a:lnTo>
                    <a:pt x="1529084" y="4001705"/>
                  </a:lnTo>
                  <a:lnTo>
                    <a:pt x="1472401" y="4052838"/>
                  </a:lnTo>
                  <a:lnTo>
                    <a:pt x="1411347" y="4099148"/>
                  </a:lnTo>
                  <a:lnTo>
                    <a:pt x="1345483" y="4141168"/>
                  </a:lnTo>
                  <a:lnTo>
                    <a:pt x="1274589" y="4179325"/>
                  </a:lnTo>
                  <a:lnTo>
                    <a:pt x="1198769" y="4213936"/>
                  </a:lnTo>
                  <a:lnTo>
                    <a:pt x="1118581" y="4245199"/>
                  </a:lnTo>
                  <a:lnTo>
                    <a:pt x="1035149" y="4273206"/>
                  </a:lnTo>
                  <a:lnTo>
                    <a:pt x="950253" y="4297956"/>
                  </a:lnTo>
                  <a:lnTo>
                    <a:pt x="866327" y="4319391"/>
                  </a:lnTo>
                  <a:lnTo>
                    <a:pt x="786333" y="4337438"/>
                  </a:lnTo>
                  <a:lnTo>
                    <a:pt x="713459" y="4352071"/>
                  </a:lnTo>
                  <a:lnTo>
                    <a:pt x="650682" y="4363367"/>
                  </a:lnTo>
                  <a:lnTo>
                    <a:pt x="600263" y="4371542"/>
                  </a:lnTo>
                  <a:lnTo>
                    <a:pt x="563295" y="4376968"/>
                  </a:lnTo>
                  <a:lnTo>
                    <a:pt x="539442" y="4380151"/>
                  </a:lnTo>
                  <a:lnTo>
                    <a:pt x="526900" y="4381676"/>
                  </a:lnTo>
                  <a:lnTo>
                    <a:pt x="522546" y="4382161"/>
                  </a:lnTo>
                  <a:lnTo>
                    <a:pt x="522133" y="4382204"/>
                  </a:lnTo>
                  <a:lnTo>
                    <a:pt x="0" y="4382204"/>
                  </a:lnTo>
                  <a:lnTo>
                    <a:pt x="0" y="4382204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940" name="pg1940"/>
            <p:cNvSpPr/>
            <p:nvPr/>
          </p:nvSpPr>
          <p:spPr>
            <a:xfrm>
              <a:off x="386606" y="3467002"/>
              <a:ext cx="8554953" cy="2428283"/>
            </a:xfrm>
            <a:custGeom>
              <a:avLst/>
              <a:pathLst>
                <a:path w="8554953" h="2428283">
                  <a:moveTo>
                    <a:pt x="0" y="2428283"/>
                  </a:moveTo>
                  <a:lnTo>
                    <a:pt x="522133" y="2428283"/>
                  </a:lnTo>
                  <a:lnTo>
                    <a:pt x="523396" y="2428263"/>
                  </a:lnTo>
                  <a:lnTo>
                    <a:pt x="531652" y="2428122"/>
                  </a:lnTo>
                  <a:lnTo>
                    <a:pt x="552297" y="2427730"/>
                  </a:lnTo>
                  <a:lnTo>
                    <a:pt x="588777" y="2426961"/>
                  </a:lnTo>
                  <a:lnTo>
                    <a:pt x="642279" y="2425702"/>
                  </a:lnTo>
                  <a:lnTo>
                    <a:pt x="711669" y="2423868"/>
                  </a:lnTo>
                  <a:lnTo>
                    <a:pt x="793884" y="2421410"/>
                  </a:lnTo>
                  <a:lnTo>
                    <a:pt x="884697" y="2418313"/>
                  </a:lnTo>
                  <a:lnTo>
                    <a:pt x="979615" y="2414585"/>
                  </a:lnTo>
                  <a:lnTo>
                    <a:pt x="1074626" y="2410241"/>
                  </a:lnTo>
                  <a:lnTo>
                    <a:pt x="1166645" y="2405289"/>
                  </a:lnTo>
                  <a:lnTo>
                    <a:pt x="1253644" y="2399719"/>
                  </a:lnTo>
                  <a:lnTo>
                    <a:pt x="1334571" y="2393497"/>
                  </a:lnTo>
                  <a:lnTo>
                    <a:pt x="1409141" y="2386562"/>
                  </a:lnTo>
                  <a:lnTo>
                    <a:pt x="1477626" y="2378827"/>
                  </a:lnTo>
                  <a:lnTo>
                    <a:pt x="1540652" y="2370179"/>
                  </a:lnTo>
                  <a:lnTo>
                    <a:pt x="1599053" y="2360486"/>
                  </a:lnTo>
                  <a:lnTo>
                    <a:pt x="1653752" y="2349608"/>
                  </a:lnTo>
                  <a:lnTo>
                    <a:pt x="1705680" y="2337411"/>
                  </a:lnTo>
                  <a:lnTo>
                    <a:pt x="1755693" y="2323804"/>
                  </a:lnTo>
                  <a:lnTo>
                    <a:pt x="1768425" y="2320046"/>
                  </a:lnTo>
                  <a:lnTo>
                    <a:pt x="1820426" y="2303494"/>
                  </a:lnTo>
                  <a:lnTo>
                    <a:pt x="1871922" y="2285260"/>
                  </a:lnTo>
                  <a:lnTo>
                    <a:pt x="1923441" y="2265318"/>
                  </a:lnTo>
                  <a:lnTo>
                    <a:pt x="1975344" y="2243701"/>
                  </a:lnTo>
                  <a:lnTo>
                    <a:pt x="2027846" y="2220506"/>
                  </a:lnTo>
                  <a:lnTo>
                    <a:pt x="2081033" y="2195897"/>
                  </a:lnTo>
                  <a:lnTo>
                    <a:pt x="2134879" y="2170106"/>
                  </a:lnTo>
                  <a:lnTo>
                    <a:pt x="2189264" y="2143426"/>
                  </a:lnTo>
                  <a:lnTo>
                    <a:pt x="2243999" y="2116198"/>
                  </a:lnTo>
                  <a:lnTo>
                    <a:pt x="2298848" y="2088794"/>
                  </a:lnTo>
                  <a:lnTo>
                    <a:pt x="2353563" y="2061596"/>
                  </a:lnTo>
                  <a:lnTo>
                    <a:pt x="2407912" y="2034974"/>
                  </a:lnTo>
                  <a:lnTo>
                    <a:pt x="2461710" y="2009266"/>
                  </a:lnTo>
                  <a:lnTo>
                    <a:pt x="2514843" y="1984761"/>
                  </a:lnTo>
                  <a:lnTo>
                    <a:pt x="2567293" y="1961684"/>
                  </a:lnTo>
                  <a:lnTo>
                    <a:pt x="2619156" y="1940196"/>
                  </a:lnTo>
                  <a:lnTo>
                    <a:pt x="2670659" y="1920388"/>
                  </a:lnTo>
                  <a:lnTo>
                    <a:pt x="2722173" y="1902288"/>
                  </a:lnTo>
                  <a:lnTo>
                    <a:pt x="2770117" y="1887096"/>
                  </a:lnTo>
                  <a:lnTo>
                    <a:pt x="2819756" y="1873117"/>
                  </a:lnTo>
                  <a:lnTo>
                    <a:pt x="2871111" y="1860561"/>
                  </a:lnTo>
                  <a:lnTo>
                    <a:pt x="2925005" y="1849354"/>
                  </a:lnTo>
                  <a:lnTo>
                    <a:pt x="2982356" y="1839367"/>
                  </a:lnTo>
                  <a:lnTo>
                    <a:pt x="3044099" y="1830462"/>
                  </a:lnTo>
                  <a:lnTo>
                    <a:pt x="3111099" y="1822502"/>
                  </a:lnTo>
                  <a:lnTo>
                    <a:pt x="3184050" y="1815370"/>
                  </a:lnTo>
                  <a:lnTo>
                    <a:pt x="3263331" y="1808970"/>
                  </a:lnTo>
                  <a:lnTo>
                    <a:pt x="3348824" y="1803235"/>
                  </a:lnTo>
                  <a:lnTo>
                    <a:pt x="3439695" y="1798125"/>
                  </a:lnTo>
                  <a:lnTo>
                    <a:pt x="3534184" y="1793623"/>
                  </a:lnTo>
                  <a:lnTo>
                    <a:pt x="3629479" y="1789734"/>
                  </a:lnTo>
                  <a:lnTo>
                    <a:pt x="3721778" y="1786472"/>
                  </a:lnTo>
                  <a:lnTo>
                    <a:pt x="3806653" y="1783849"/>
                  </a:lnTo>
                  <a:lnTo>
                    <a:pt x="3879721" y="1781857"/>
                  </a:lnTo>
                  <a:lnTo>
                    <a:pt x="3937535" y="1780456"/>
                  </a:lnTo>
                  <a:lnTo>
                    <a:pt x="3978405" y="1779569"/>
                  </a:lnTo>
                  <a:lnTo>
                    <a:pt x="4002907" y="1779092"/>
                  </a:lnTo>
                  <a:lnTo>
                    <a:pt x="4013927" y="1778898"/>
                  </a:lnTo>
                  <a:lnTo>
                    <a:pt x="4016409" y="1778858"/>
                  </a:lnTo>
                  <a:lnTo>
                    <a:pt x="4538543" y="1778858"/>
                  </a:lnTo>
                  <a:lnTo>
                    <a:pt x="4539763" y="1778806"/>
                  </a:lnTo>
                  <a:lnTo>
                    <a:pt x="4547744" y="1778433"/>
                  </a:lnTo>
                  <a:lnTo>
                    <a:pt x="4567726" y="1777402"/>
                  </a:lnTo>
                  <a:lnTo>
                    <a:pt x="4603095" y="1775375"/>
                  </a:lnTo>
                  <a:lnTo>
                    <a:pt x="4655091" y="1772054"/>
                  </a:lnTo>
                  <a:lnTo>
                    <a:pt x="4722731" y="1767210"/>
                  </a:lnTo>
                  <a:lnTo>
                    <a:pt x="4803158" y="1760708"/>
                  </a:lnTo>
                  <a:lnTo>
                    <a:pt x="4892344" y="1752504"/>
                  </a:lnTo>
                  <a:lnTo>
                    <a:pt x="4985938" y="1742612"/>
                  </a:lnTo>
                  <a:lnTo>
                    <a:pt x="5079997" y="1731073"/>
                  </a:lnTo>
                  <a:lnTo>
                    <a:pt x="5171432" y="1717912"/>
                  </a:lnTo>
                  <a:lnTo>
                    <a:pt x="5258162" y="1703110"/>
                  </a:lnTo>
                  <a:lnTo>
                    <a:pt x="5339052" y="1686587"/>
                  </a:lnTo>
                  <a:lnTo>
                    <a:pt x="5413736" y="1668194"/>
                  </a:lnTo>
                  <a:lnTo>
                    <a:pt x="5482404" y="1647708"/>
                  </a:lnTo>
                  <a:lnTo>
                    <a:pt x="5545614" y="1624846"/>
                  </a:lnTo>
                  <a:lnTo>
                    <a:pt x="5604143" y="1599266"/>
                  </a:lnTo>
                  <a:lnTo>
                    <a:pt x="5658875" y="1570600"/>
                  </a:lnTo>
                  <a:lnTo>
                    <a:pt x="5710711" y="1538488"/>
                  </a:lnTo>
                  <a:lnTo>
                    <a:pt x="5760502" y="1502652"/>
                  </a:lnTo>
                  <a:lnTo>
                    <a:pt x="5784835" y="1483323"/>
                  </a:lnTo>
                  <a:lnTo>
                    <a:pt x="5828525" y="1445703"/>
                  </a:lnTo>
                  <a:lnTo>
                    <a:pt x="5871791" y="1404862"/>
                  </a:lnTo>
                  <a:lnTo>
                    <a:pt x="5914970" y="1360739"/>
                  </a:lnTo>
                  <a:lnTo>
                    <a:pt x="5958314" y="1313346"/>
                  </a:lnTo>
                  <a:lnTo>
                    <a:pt x="6001996" y="1262781"/>
                  </a:lnTo>
                  <a:lnTo>
                    <a:pt x="6046120" y="1209229"/>
                  </a:lnTo>
                  <a:lnTo>
                    <a:pt x="6090729" y="1152968"/>
                  </a:lnTo>
                  <a:lnTo>
                    <a:pt x="6135811" y="1094370"/>
                  </a:lnTo>
                  <a:lnTo>
                    <a:pt x="6181303" y="1033888"/>
                  </a:lnTo>
                  <a:lnTo>
                    <a:pt x="6227108" y="972047"/>
                  </a:lnTo>
                  <a:lnTo>
                    <a:pt x="6273096" y="909426"/>
                  </a:lnTo>
                  <a:lnTo>
                    <a:pt x="6319125" y="846637"/>
                  </a:lnTo>
                  <a:lnTo>
                    <a:pt x="6365047" y="784295"/>
                  </a:lnTo>
                  <a:lnTo>
                    <a:pt x="6410724" y="723001"/>
                  </a:lnTo>
                  <a:lnTo>
                    <a:pt x="6456041" y="663312"/>
                  </a:lnTo>
                  <a:lnTo>
                    <a:pt x="6500913" y="605722"/>
                  </a:lnTo>
                  <a:lnTo>
                    <a:pt x="6545301" y="550648"/>
                  </a:lnTo>
                  <a:lnTo>
                    <a:pt x="6589216" y="498421"/>
                  </a:lnTo>
                  <a:lnTo>
                    <a:pt x="6632727" y="449276"/>
                  </a:lnTo>
                  <a:lnTo>
                    <a:pt x="6675971" y="403359"/>
                  </a:lnTo>
                  <a:lnTo>
                    <a:pt x="6719153" y="360726"/>
                  </a:lnTo>
                  <a:lnTo>
                    <a:pt x="6762564" y="321357"/>
                  </a:lnTo>
                  <a:lnTo>
                    <a:pt x="6786527" y="301182"/>
                  </a:lnTo>
                  <a:lnTo>
                    <a:pt x="6835576" y="263439"/>
                  </a:lnTo>
                  <a:lnTo>
                    <a:pt x="6886291" y="229492"/>
                  </a:lnTo>
                  <a:lnTo>
                    <a:pt x="6939465" y="199147"/>
                  </a:lnTo>
                  <a:lnTo>
                    <a:pt x="6995984" y="172073"/>
                  </a:lnTo>
                  <a:lnTo>
                    <a:pt x="7056750" y="147898"/>
                  </a:lnTo>
                  <a:lnTo>
                    <a:pt x="7122606" y="126265"/>
                  </a:lnTo>
                  <a:lnTo>
                    <a:pt x="7194234" y="106858"/>
                  </a:lnTo>
                  <a:lnTo>
                    <a:pt x="7272031" y="89424"/>
                  </a:lnTo>
                  <a:lnTo>
                    <a:pt x="7355934" y="73777"/>
                  </a:lnTo>
                  <a:lnTo>
                    <a:pt x="7445216" y="59802"/>
                  </a:lnTo>
                  <a:lnTo>
                    <a:pt x="7538288" y="47452"/>
                  </a:lnTo>
                  <a:lnTo>
                    <a:pt x="7632561" y="36733"/>
                  </a:lnTo>
                  <a:lnTo>
                    <a:pt x="7724481" y="27681"/>
                  </a:lnTo>
                  <a:lnTo>
                    <a:pt x="7809826" y="20331"/>
                  </a:lnTo>
                  <a:lnTo>
                    <a:pt x="7884302" y="14670"/>
                  </a:lnTo>
                  <a:lnTo>
                    <a:pt x="7944365" y="10611"/>
                  </a:lnTo>
                  <a:lnTo>
                    <a:pt x="7988025" y="7971"/>
                  </a:lnTo>
                  <a:lnTo>
                    <a:pt x="8015397" y="6483"/>
                  </a:lnTo>
                  <a:lnTo>
                    <a:pt x="8028825" y="5824"/>
                  </a:lnTo>
                  <a:lnTo>
                    <a:pt x="8032663" y="5653"/>
                  </a:lnTo>
                  <a:lnTo>
                    <a:pt x="8032819" y="5647"/>
                  </a:lnTo>
                  <a:lnTo>
                    <a:pt x="8554953" y="5647"/>
                  </a:lnTo>
                  <a:lnTo>
                    <a:pt x="8554953" y="0"/>
                  </a:lnTo>
                  <a:lnTo>
                    <a:pt x="8032819" y="0"/>
                  </a:lnTo>
                  <a:lnTo>
                    <a:pt x="8031599" y="52"/>
                  </a:lnTo>
                  <a:lnTo>
                    <a:pt x="8023618" y="425"/>
                  </a:lnTo>
                  <a:lnTo>
                    <a:pt x="8003636" y="1456"/>
                  </a:lnTo>
                  <a:lnTo>
                    <a:pt x="7968267" y="3483"/>
                  </a:lnTo>
                  <a:lnTo>
                    <a:pt x="7916271" y="6804"/>
                  </a:lnTo>
                  <a:lnTo>
                    <a:pt x="7848631" y="11648"/>
                  </a:lnTo>
                  <a:lnTo>
                    <a:pt x="7768204" y="18150"/>
                  </a:lnTo>
                  <a:lnTo>
                    <a:pt x="7679018" y="26354"/>
                  </a:lnTo>
                  <a:lnTo>
                    <a:pt x="7585424" y="36245"/>
                  </a:lnTo>
                  <a:lnTo>
                    <a:pt x="7491364" y="47785"/>
                  </a:lnTo>
                  <a:lnTo>
                    <a:pt x="7399930" y="60946"/>
                  </a:lnTo>
                  <a:lnTo>
                    <a:pt x="7313200" y="75748"/>
                  </a:lnTo>
                  <a:lnTo>
                    <a:pt x="7232310" y="92271"/>
                  </a:lnTo>
                  <a:lnTo>
                    <a:pt x="7157626" y="110664"/>
                  </a:lnTo>
                  <a:lnTo>
                    <a:pt x="7088958" y="131150"/>
                  </a:lnTo>
                  <a:lnTo>
                    <a:pt x="7025748" y="154012"/>
                  </a:lnTo>
                  <a:lnTo>
                    <a:pt x="6967219" y="179592"/>
                  </a:lnTo>
                  <a:lnTo>
                    <a:pt x="6912487" y="208258"/>
                  </a:lnTo>
                  <a:lnTo>
                    <a:pt x="6860650" y="240370"/>
                  </a:lnTo>
                  <a:lnTo>
                    <a:pt x="6810860" y="276206"/>
                  </a:lnTo>
                  <a:lnTo>
                    <a:pt x="6786527" y="295535"/>
                  </a:lnTo>
                  <a:lnTo>
                    <a:pt x="6742837" y="333155"/>
                  </a:lnTo>
                  <a:lnTo>
                    <a:pt x="6699571" y="373996"/>
                  </a:lnTo>
                  <a:lnTo>
                    <a:pt x="6656392" y="418119"/>
                  </a:lnTo>
                  <a:lnTo>
                    <a:pt x="6613048" y="465512"/>
                  </a:lnTo>
                  <a:lnTo>
                    <a:pt x="6569366" y="516077"/>
                  </a:lnTo>
                  <a:lnTo>
                    <a:pt x="6525242" y="569629"/>
                  </a:lnTo>
                  <a:lnTo>
                    <a:pt x="6480632" y="625890"/>
                  </a:lnTo>
                  <a:lnTo>
                    <a:pt x="6435551" y="684488"/>
                  </a:lnTo>
                  <a:lnTo>
                    <a:pt x="6390059" y="744970"/>
                  </a:lnTo>
                  <a:lnTo>
                    <a:pt x="6344254" y="806811"/>
                  </a:lnTo>
                  <a:lnTo>
                    <a:pt x="6298266" y="869432"/>
                  </a:lnTo>
                  <a:lnTo>
                    <a:pt x="6252237" y="932221"/>
                  </a:lnTo>
                  <a:lnTo>
                    <a:pt x="6206315" y="994563"/>
                  </a:lnTo>
                  <a:lnTo>
                    <a:pt x="6160638" y="1055857"/>
                  </a:lnTo>
                  <a:lnTo>
                    <a:pt x="6115321" y="1115546"/>
                  </a:lnTo>
                  <a:lnTo>
                    <a:pt x="6070449" y="1173136"/>
                  </a:lnTo>
                  <a:lnTo>
                    <a:pt x="6026061" y="1228210"/>
                  </a:lnTo>
                  <a:lnTo>
                    <a:pt x="5982146" y="1280437"/>
                  </a:lnTo>
                  <a:lnTo>
                    <a:pt x="5938635" y="1329582"/>
                  </a:lnTo>
                  <a:lnTo>
                    <a:pt x="5895391" y="1375499"/>
                  </a:lnTo>
                  <a:lnTo>
                    <a:pt x="5852208" y="1418132"/>
                  </a:lnTo>
                  <a:lnTo>
                    <a:pt x="5808798" y="1457501"/>
                  </a:lnTo>
                  <a:lnTo>
                    <a:pt x="5784835" y="1477676"/>
                  </a:lnTo>
                  <a:lnTo>
                    <a:pt x="5735786" y="1515419"/>
                  </a:lnTo>
                  <a:lnTo>
                    <a:pt x="5685071" y="1549366"/>
                  </a:lnTo>
                  <a:lnTo>
                    <a:pt x="5631897" y="1579711"/>
                  </a:lnTo>
                  <a:lnTo>
                    <a:pt x="5575378" y="1606785"/>
                  </a:lnTo>
                  <a:lnTo>
                    <a:pt x="5514611" y="1630960"/>
                  </a:lnTo>
                  <a:lnTo>
                    <a:pt x="5448756" y="1652593"/>
                  </a:lnTo>
                  <a:lnTo>
                    <a:pt x="5377128" y="1671999"/>
                  </a:lnTo>
                  <a:lnTo>
                    <a:pt x="5299331" y="1689434"/>
                  </a:lnTo>
                  <a:lnTo>
                    <a:pt x="5215428" y="1705081"/>
                  </a:lnTo>
                  <a:lnTo>
                    <a:pt x="5126146" y="1719055"/>
                  </a:lnTo>
                  <a:lnTo>
                    <a:pt x="5033074" y="1731406"/>
                  </a:lnTo>
                  <a:lnTo>
                    <a:pt x="4938801" y="1742125"/>
                  </a:lnTo>
                  <a:lnTo>
                    <a:pt x="4846881" y="1751176"/>
                  </a:lnTo>
                  <a:lnTo>
                    <a:pt x="4761536" y="1758527"/>
                  </a:lnTo>
                  <a:lnTo>
                    <a:pt x="4687060" y="1764188"/>
                  </a:lnTo>
                  <a:lnTo>
                    <a:pt x="4626997" y="1768247"/>
                  </a:lnTo>
                  <a:lnTo>
                    <a:pt x="4583337" y="1770887"/>
                  </a:lnTo>
                  <a:lnTo>
                    <a:pt x="4555965" y="1772374"/>
                  </a:lnTo>
                  <a:lnTo>
                    <a:pt x="4542537" y="1773034"/>
                  </a:lnTo>
                  <a:lnTo>
                    <a:pt x="4538699" y="1773205"/>
                  </a:lnTo>
                  <a:lnTo>
                    <a:pt x="4538543" y="1773211"/>
                  </a:lnTo>
                  <a:lnTo>
                    <a:pt x="4016409" y="1773211"/>
                  </a:lnTo>
                  <a:lnTo>
                    <a:pt x="4015146" y="1773231"/>
                  </a:lnTo>
                  <a:lnTo>
                    <a:pt x="4006890" y="1773373"/>
                  </a:lnTo>
                  <a:lnTo>
                    <a:pt x="3986245" y="1773764"/>
                  </a:lnTo>
                  <a:lnTo>
                    <a:pt x="3949765" y="1774533"/>
                  </a:lnTo>
                  <a:lnTo>
                    <a:pt x="3896264" y="1775793"/>
                  </a:lnTo>
                  <a:lnTo>
                    <a:pt x="3826874" y="1777627"/>
                  </a:lnTo>
                  <a:lnTo>
                    <a:pt x="3744658" y="1780084"/>
                  </a:lnTo>
                  <a:lnTo>
                    <a:pt x="3653845" y="1783181"/>
                  </a:lnTo>
                  <a:lnTo>
                    <a:pt x="3558927" y="1786909"/>
                  </a:lnTo>
                  <a:lnTo>
                    <a:pt x="3463916" y="1791253"/>
                  </a:lnTo>
                  <a:lnTo>
                    <a:pt x="3371898" y="1796206"/>
                  </a:lnTo>
                  <a:lnTo>
                    <a:pt x="3284898" y="1801776"/>
                  </a:lnTo>
                  <a:lnTo>
                    <a:pt x="3203971" y="1807998"/>
                  </a:lnTo>
                  <a:lnTo>
                    <a:pt x="3129401" y="1814932"/>
                  </a:lnTo>
                  <a:lnTo>
                    <a:pt x="3060916" y="1822667"/>
                  </a:lnTo>
                  <a:lnTo>
                    <a:pt x="2997890" y="1831316"/>
                  </a:lnTo>
                  <a:lnTo>
                    <a:pt x="2939490" y="1841008"/>
                  </a:lnTo>
                  <a:lnTo>
                    <a:pt x="2884791" y="1851886"/>
                  </a:lnTo>
                  <a:lnTo>
                    <a:pt x="2832863" y="1864083"/>
                  </a:lnTo>
                  <a:lnTo>
                    <a:pt x="2782849" y="1877691"/>
                  </a:lnTo>
                  <a:lnTo>
                    <a:pt x="2770117" y="1881449"/>
                  </a:lnTo>
                  <a:lnTo>
                    <a:pt x="2718117" y="1898000"/>
                  </a:lnTo>
                  <a:lnTo>
                    <a:pt x="2666621" y="1916234"/>
                  </a:lnTo>
                  <a:lnTo>
                    <a:pt x="2615101" y="1936176"/>
                  </a:lnTo>
                  <a:lnTo>
                    <a:pt x="2563198" y="1957793"/>
                  </a:lnTo>
                  <a:lnTo>
                    <a:pt x="2510696" y="1980988"/>
                  </a:lnTo>
                  <a:lnTo>
                    <a:pt x="2457509" y="2005598"/>
                  </a:lnTo>
                  <a:lnTo>
                    <a:pt x="2403663" y="2031388"/>
                  </a:lnTo>
                  <a:lnTo>
                    <a:pt x="2349278" y="2058068"/>
                  </a:lnTo>
                  <a:lnTo>
                    <a:pt x="2294543" y="2085296"/>
                  </a:lnTo>
                  <a:lnTo>
                    <a:pt x="2239694" y="2112700"/>
                  </a:lnTo>
                  <a:lnTo>
                    <a:pt x="2184979" y="2139898"/>
                  </a:lnTo>
                  <a:lnTo>
                    <a:pt x="2130630" y="2166520"/>
                  </a:lnTo>
                  <a:lnTo>
                    <a:pt x="2076832" y="2192228"/>
                  </a:lnTo>
                  <a:lnTo>
                    <a:pt x="2023700" y="2216734"/>
                  </a:lnTo>
                  <a:lnTo>
                    <a:pt x="1971249" y="2239810"/>
                  </a:lnTo>
                  <a:lnTo>
                    <a:pt x="1919386" y="2261298"/>
                  </a:lnTo>
                  <a:lnTo>
                    <a:pt x="1867883" y="2281106"/>
                  </a:lnTo>
                  <a:lnTo>
                    <a:pt x="1816369" y="2299207"/>
                  </a:lnTo>
                  <a:lnTo>
                    <a:pt x="1768425" y="2314398"/>
                  </a:lnTo>
                  <a:lnTo>
                    <a:pt x="1718786" y="2328377"/>
                  </a:lnTo>
                  <a:lnTo>
                    <a:pt x="1667431" y="2340933"/>
                  </a:lnTo>
                  <a:lnTo>
                    <a:pt x="1613537" y="2352141"/>
                  </a:lnTo>
                  <a:lnTo>
                    <a:pt x="1556186" y="2362127"/>
                  </a:lnTo>
                  <a:lnTo>
                    <a:pt x="1494443" y="2371032"/>
                  </a:lnTo>
                  <a:lnTo>
                    <a:pt x="1427443" y="2378992"/>
                  </a:lnTo>
                  <a:lnTo>
                    <a:pt x="1354492" y="2386125"/>
                  </a:lnTo>
                  <a:lnTo>
                    <a:pt x="1275211" y="2392524"/>
                  </a:lnTo>
                  <a:lnTo>
                    <a:pt x="1189718" y="2398259"/>
                  </a:lnTo>
                  <a:lnTo>
                    <a:pt x="1098847" y="2403370"/>
                  </a:lnTo>
                  <a:lnTo>
                    <a:pt x="1004358" y="2407872"/>
                  </a:lnTo>
                  <a:lnTo>
                    <a:pt x="909063" y="2411761"/>
                  </a:lnTo>
                  <a:lnTo>
                    <a:pt x="816764" y="2415022"/>
                  </a:lnTo>
                  <a:lnTo>
                    <a:pt x="731890" y="2417645"/>
                  </a:lnTo>
                  <a:lnTo>
                    <a:pt x="658821" y="2419637"/>
                  </a:lnTo>
                  <a:lnTo>
                    <a:pt x="601008" y="2421039"/>
                  </a:lnTo>
                  <a:lnTo>
                    <a:pt x="560137" y="2421925"/>
                  </a:lnTo>
                  <a:lnTo>
                    <a:pt x="535635" y="2422402"/>
                  </a:lnTo>
                  <a:lnTo>
                    <a:pt x="524615" y="2422596"/>
                  </a:lnTo>
                  <a:lnTo>
                    <a:pt x="522133" y="2422636"/>
                  </a:lnTo>
                  <a:lnTo>
                    <a:pt x="0" y="2422636"/>
                  </a:lnTo>
                  <a:close/>
                </a:path>
              </a:pathLst>
            </a:custGeom>
            <a:solidFill>
              <a:srgbClr val="DFC486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1941" name="pl1941"/>
            <p:cNvSpPr/>
            <p:nvPr/>
          </p:nvSpPr>
          <p:spPr>
            <a:xfrm>
              <a:off x="386606" y="3472649"/>
              <a:ext cx="8554953" cy="2422636"/>
            </a:xfrm>
            <a:custGeom>
              <a:avLst/>
              <a:pathLst>
                <a:path w="8554953" h="2422636">
                  <a:moveTo>
                    <a:pt x="0" y="2422636"/>
                  </a:moveTo>
                  <a:lnTo>
                    <a:pt x="522133" y="2422636"/>
                  </a:lnTo>
                  <a:lnTo>
                    <a:pt x="523396" y="2422616"/>
                  </a:lnTo>
                  <a:lnTo>
                    <a:pt x="531652" y="2422474"/>
                  </a:lnTo>
                  <a:lnTo>
                    <a:pt x="552297" y="2422083"/>
                  </a:lnTo>
                  <a:lnTo>
                    <a:pt x="588777" y="2421314"/>
                  </a:lnTo>
                  <a:lnTo>
                    <a:pt x="642279" y="2420055"/>
                  </a:lnTo>
                  <a:lnTo>
                    <a:pt x="711669" y="2418221"/>
                  </a:lnTo>
                  <a:lnTo>
                    <a:pt x="793884" y="2415763"/>
                  </a:lnTo>
                  <a:lnTo>
                    <a:pt x="884697" y="2412666"/>
                  </a:lnTo>
                  <a:lnTo>
                    <a:pt x="979615" y="2408938"/>
                  </a:lnTo>
                  <a:lnTo>
                    <a:pt x="1074626" y="2404594"/>
                  </a:lnTo>
                  <a:lnTo>
                    <a:pt x="1166645" y="2399642"/>
                  </a:lnTo>
                  <a:lnTo>
                    <a:pt x="1253644" y="2394071"/>
                  </a:lnTo>
                  <a:lnTo>
                    <a:pt x="1334571" y="2387849"/>
                  </a:lnTo>
                  <a:lnTo>
                    <a:pt x="1409141" y="2380915"/>
                  </a:lnTo>
                  <a:lnTo>
                    <a:pt x="1477626" y="2373180"/>
                  </a:lnTo>
                  <a:lnTo>
                    <a:pt x="1540652" y="2364532"/>
                  </a:lnTo>
                  <a:lnTo>
                    <a:pt x="1599053" y="2354839"/>
                  </a:lnTo>
                  <a:lnTo>
                    <a:pt x="1653752" y="2343961"/>
                  </a:lnTo>
                  <a:lnTo>
                    <a:pt x="1705680" y="2331764"/>
                  </a:lnTo>
                  <a:lnTo>
                    <a:pt x="1755693" y="2318157"/>
                  </a:lnTo>
                  <a:lnTo>
                    <a:pt x="1768425" y="2314398"/>
                  </a:lnTo>
                  <a:lnTo>
                    <a:pt x="1820426" y="2297847"/>
                  </a:lnTo>
                  <a:lnTo>
                    <a:pt x="1871922" y="2279613"/>
                  </a:lnTo>
                  <a:lnTo>
                    <a:pt x="1923441" y="2259671"/>
                  </a:lnTo>
                  <a:lnTo>
                    <a:pt x="1975344" y="2238054"/>
                  </a:lnTo>
                  <a:lnTo>
                    <a:pt x="2027846" y="2214859"/>
                  </a:lnTo>
                  <a:lnTo>
                    <a:pt x="2081033" y="2190250"/>
                  </a:lnTo>
                  <a:lnTo>
                    <a:pt x="2134879" y="2164459"/>
                  </a:lnTo>
                  <a:lnTo>
                    <a:pt x="2189264" y="2137779"/>
                  </a:lnTo>
                  <a:lnTo>
                    <a:pt x="2243999" y="2110551"/>
                  </a:lnTo>
                  <a:lnTo>
                    <a:pt x="2298848" y="2083147"/>
                  </a:lnTo>
                  <a:lnTo>
                    <a:pt x="2353563" y="2055949"/>
                  </a:lnTo>
                  <a:lnTo>
                    <a:pt x="2407912" y="2029327"/>
                  </a:lnTo>
                  <a:lnTo>
                    <a:pt x="2461710" y="2003619"/>
                  </a:lnTo>
                  <a:lnTo>
                    <a:pt x="2514843" y="1979114"/>
                  </a:lnTo>
                  <a:lnTo>
                    <a:pt x="2567293" y="1956037"/>
                  </a:lnTo>
                  <a:lnTo>
                    <a:pt x="2619156" y="1934549"/>
                  </a:lnTo>
                  <a:lnTo>
                    <a:pt x="2670659" y="1914741"/>
                  </a:lnTo>
                  <a:lnTo>
                    <a:pt x="2722173" y="1896640"/>
                  </a:lnTo>
                  <a:lnTo>
                    <a:pt x="2770117" y="1881449"/>
                  </a:lnTo>
                  <a:lnTo>
                    <a:pt x="2819756" y="1867470"/>
                  </a:lnTo>
                  <a:lnTo>
                    <a:pt x="2871111" y="1854914"/>
                  </a:lnTo>
                  <a:lnTo>
                    <a:pt x="2925005" y="1843706"/>
                  </a:lnTo>
                  <a:lnTo>
                    <a:pt x="2982356" y="1833720"/>
                  </a:lnTo>
                  <a:lnTo>
                    <a:pt x="3044099" y="1824815"/>
                  </a:lnTo>
                  <a:lnTo>
                    <a:pt x="3111099" y="1816855"/>
                  </a:lnTo>
                  <a:lnTo>
                    <a:pt x="3184050" y="1809722"/>
                  </a:lnTo>
                  <a:lnTo>
                    <a:pt x="3263331" y="1803323"/>
                  </a:lnTo>
                  <a:lnTo>
                    <a:pt x="3348824" y="1797588"/>
                  </a:lnTo>
                  <a:lnTo>
                    <a:pt x="3439695" y="1792478"/>
                  </a:lnTo>
                  <a:lnTo>
                    <a:pt x="3534184" y="1787976"/>
                  </a:lnTo>
                  <a:lnTo>
                    <a:pt x="3629479" y="1784087"/>
                  </a:lnTo>
                  <a:lnTo>
                    <a:pt x="3721778" y="1780825"/>
                  </a:lnTo>
                  <a:lnTo>
                    <a:pt x="3806653" y="1778202"/>
                  </a:lnTo>
                  <a:lnTo>
                    <a:pt x="3879721" y="1776210"/>
                  </a:lnTo>
                  <a:lnTo>
                    <a:pt x="3937535" y="1774808"/>
                  </a:lnTo>
                  <a:lnTo>
                    <a:pt x="3978405" y="1773922"/>
                  </a:lnTo>
                  <a:lnTo>
                    <a:pt x="4002907" y="1773445"/>
                  </a:lnTo>
                  <a:lnTo>
                    <a:pt x="4013927" y="1773251"/>
                  </a:lnTo>
                  <a:lnTo>
                    <a:pt x="4016386" y="1773212"/>
                  </a:lnTo>
                  <a:lnTo>
                    <a:pt x="4016409" y="1773211"/>
                  </a:lnTo>
                  <a:lnTo>
                    <a:pt x="4538543" y="1773211"/>
                  </a:lnTo>
                  <a:lnTo>
                    <a:pt x="4539763" y="1773159"/>
                  </a:lnTo>
                  <a:lnTo>
                    <a:pt x="4547744" y="1772786"/>
                  </a:lnTo>
                  <a:lnTo>
                    <a:pt x="4567726" y="1771754"/>
                  </a:lnTo>
                  <a:lnTo>
                    <a:pt x="4603095" y="1769728"/>
                  </a:lnTo>
                  <a:lnTo>
                    <a:pt x="4655091" y="1766406"/>
                  </a:lnTo>
                  <a:lnTo>
                    <a:pt x="4722731" y="1761562"/>
                  </a:lnTo>
                  <a:lnTo>
                    <a:pt x="4803158" y="1755061"/>
                  </a:lnTo>
                  <a:lnTo>
                    <a:pt x="4892344" y="1746857"/>
                  </a:lnTo>
                  <a:lnTo>
                    <a:pt x="4985938" y="1736965"/>
                  </a:lnTo>
                  <a:lnTo>
                    <a:pt x="5079997" y="1725426"/>
                  </a:lnTo>
                  <a:lnTo>
                    <a:pt x="5171432" y="1712265"/>
                  </a:lnTo>
                  <a:lnTo>
                    <a:pt x="5258162" y="1697463"/>
                  </a:lnTo>
                  <a:lnTo>
                    <a:pt x="5339052" y="1680940"/>
                  </a:lnTo>
                  <a:lnTo>
                    <a:pt x="5413736" y="1662546"/>
                  </a:lnTo>
                  <a:lnTo>
                    <a:pt x="5482404" y="1642061"/>
                  </a:lnTo>
                  <a:lnTo>
                    <a:pt x="5545614" y="1619198"/>
                  </a:lnTo>
                  <a:lnTo>
                    <a:pt x="5604143" y="1593619"/>
                  </a:lnTo>
                  <a:lnTo>
                    <a:pt x="5658875" y="1564953"/>
                  </a:lnTo>
                  <a:lnTo>
                    <a:pt x="5710711" y="1532841"/>
                  </a:lnTo>
                  <a:lnTo>
                    <a:pt x="5760502" y="1497005"/>
                  </a:lnTo>
                  <a:lnTo>
                    <a:pt x="5784835" y="1477676"/>
                  </a:lnTo>
                  <a:lnTo>
                    <a:pt x="5828525" y="1440056"/>
                  </a:lnTo>
                  <a:lnTo>
                    <a:pt x="5871791" y="1399215"/>
                  </a:lnTo>
                  <a:lnTo>
                    <a:pt x="5914970" y="1355092"/>
                  </a:lnTo>
                  <a:lnTo>
                    <a:pt x="5958314" y="1307699"/>
                  </a:lnTo>
                  <a:lnTo>
                    <a:pt x="6001996" y="1257134"/>
                  </a:lnTo>
                  <a:lnTo>
                    <a:pt x="6046120" y="1203582"/>
                  </a:lnTo>
                  <a:lnTo>
                    <a:pt x="6090729" y="1147321"/>
                  </a:lnTo>
                  <a:lnTo>
                    <a:pt x="6135811" y="1088723"/>
                  </a:lnTo>
                  <a:lnTo>
                    <a:pt x="6181303" y="1028240"/>
                  </a:lnTo>
                  <a:lnTo>
                    <a:pt x="6227108" y="966400"/>
                  </a:lnTo>
                  <a:lnTo>
                    <a:pt x="6273096" y="903779"/>
                  </a:lnTo>
                  <a:lnTo>
                    <a:pt x="6319125" y="840990"/>
                  </a:lnTo>
                  <a:lnTo>
                    <a:pt x="6365047" y="778648"/>
                  </a:lnTo>
                  <a:lnTo>
                    <a:pt x="6410724" y="717354"/>
                  </a:lnTo>
                  <a:lnTo>
                    <a:pt x="6456041" y="657665"/>
                  </a:lnTo>
                  <a:lnTo>
                    <a:pt x="6500913" y="600075"/>
                  </a:lnTo>
                  <a:lnTo>
                    <a:pt x="6545301" y="545001"/>
                  </a:lnTo>
                  <a:lnTo>
                    <a:pt x="6589216" y="492774"/>
                  </a:lnTo>
                  <a:lnTo>
                    <a:pt x="6632727" y="443629"/>
                  </a:lnTo>
                  <a:lnTo>
                    <a:pt x="6675971" y="397712"/>
                  </a:lnTo>
                  <a:lnTo>
                    <a:pt x="6719153" y="355079"/>
                  </a:lnTo>
                  <a:lnTo>
                    <a:pt x="6762564" y="315710"/>
                  </a:lnTo>
                  <a:lnTo>
                    <a:pt x="6786527" y="295535"/>
                  </a:lnTo>
                  <a:lnTo>
                    <a:pt x="6835576" y="257791"/>
                  </a:lnTo>
                  <a:lnTo>
                    <a:pt x="6886291" y="223845"/>
                  </a:lnTo>
                  <a:lnTo>
                    <a:pt x="6939465" y="193500"/>
                  </a:lnTo>
                  <a:lnTo>
                    <a:pt x="6995984" y="166426"/>
                  </a:lnTo>
                  <a:lnTo>
                    <a:pt x="7056750" y="142251"/>
                  </a:lnTo>
                  <a:lnTo>
                    <a:pt x="7122606" y="120618"/>
                  </a:lnTo>
                  <a:lnTo>
                    <a:pt x="7194234" y="101211"/>
                  </a:lnTo>
                  <a:lnTo>
                    <a:pt x="7272031" y="83777"/>
                  </a:lnTo>
                  <a:lnTo>
                    <a:pt x="7355934" y="68130"/>
                  </a:lnTo>
                  <a:lnTo>
                    <a:pt x="7445216" y="54155"/>
                  </a:lnTo>
                  <a:lnTo>
                    <a:pt x="7538288" y="41805"/>
                  </a:lnTo>
                  <a:lnTo>
                    <a:pt x="7632561" y="31086"/>
                  </a:lnTo>
                  <a:lnTo>
                    <a:pt x="7724481" y="22034"/>
                  </a:lnTo>
                  <a:lnTo>
                    <a:pt x="7809826" y="14683"/>
                  </a:lnTo>
                  <a:lnTo>
                    <a:pt x="7884302" y="9023"/>
                  </a:lnTo>
                  <a:lnTo>
                    <a:pt x="7944365" y="4964"/>
                  </a:lnTo>
                  <a:lnTo>
                    <a:pt x="7988025" y="2324"/>
                  </a:lnTo>
                  <a:lnTo>
                    <a:pt x="8015397" y="836"/>
                  </a:lnTo>
                  <a:lnTo>
                    <a:pt x="8028825" y="177"/>
                  </a:lnTo>
                  <a:lnTo>
                    <a:pt x="8032663" y="6"/>
                  </a:lnTo>
                  <a:lnTo>
                    <a:pt x="8032819" y="0"/>
                  </a:lnTo>
                  <a:lnTo>
                    <a:pt x="8554953" y="0"/>
                  </a:lnTo>
                  <a:lnTo>
                    <a:pt x="8554953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942" name="pl1942"/>
            <p:cNvSpPr/>
            <p:nvPr/>
          </p:nvSpPr>
          <p:spPr>
            <a:xfrm>
              <a:off x="386606" y="3467002"/>
              <a:ext cx="8554953" cy="2422636"/>
            </a:xfrm>
            <a:custGeom>
              <a:avLst/>
              <a:pathLst>
                <a:path w="8554953" h="2422636">
                  <a:moveTo>
                    <a:pt x="8554953" y="0"/>
                  </a:moveTo>
                  <a:lnTo>
                    <a:pt x="8032819" y="0"/>
                  </a:lnTo>
                  <a:lnTo>
                    <a:pt x="8031599" y="52"/>
                  </a:lnTo>
                  <a:lnTo>
                    <a:pt x="8023618" y="425"/>
                  </a:lnTo>
                  <a:lnTo>
                    <a:pt x="8003636" y="1456"/>
                  </a:lnTo>
                  <a:lnTo>
                    <a:pt x="7968267" y="3483"/>
                  </a:lnTo>
                  <a:lnTo>
                    <a:pt x="7916271" y="6804"/>
                  </a:lnTo>
                  <a:lnTo>
                    <a:pt x="7848631" y="11648"/>
                  </a:lnTo>
                  <a:lnTo>
                    <a:pt x="7768204" y="18150"/>
                  </a:lnTo>
                  <a:lnTo>
                    <a:pt x="7679018" y="26354"/>
                  </a:lnTo>
                  <a:lnTo>
                    <a:pt x="7585424" y="36245"/>
                  </a:lnTo>
                  <a:lnTo>
                    <a:pt x="7491364" y="47785"/>
                  </a:lnTo>
                  <a:lnTo>
                    <a:pt x="7399930" y="60946"/>
                  </a:lnTo>
                  <a:lnTo>
                    <a:pt x="7313200" y="75748"/>
                  </a:lnTo>
                  <a:lnTo>
                    <a:pt x="7232310" y="92271"/>
                  </a:lnTo>
                  <a:lnTo>
                    <a:pt x="7157626" y="110664"/>
                  </a:lnTo>
                  <a:lnTo>
                    <a:pt x="7088958" y="131150"/>
                  </a:lnTo>
                  <a:lnTo>
                    <a:pt x="7025748" y="154012"/>
                  </a:lnTo>
                  <a:lnTo>
                    <a:pt x="6967219" y="179592"/>
                  </a:lnTo>
                  <a:lnTo>
                    <a:pt x="6912487" y="208258"/>
                  </a:lnTo>
                  <a:lnTo>
                    <a:pt x="6860650" y="240370"/>
                  </a:lnTo>
                  <a:lnTo>
                    <a:pt x="6810860" y="276206"/>
                  </a:lnTo>
                  <a:lnTo>
                    <a:pt x="6786527" y="295535"/>
                  </a:lnTo>
                  <a:lnTo>
                    <a:pt x="6742837" y="333155"/>
                  </a:lnTo>
                  <a:lnTo>
                    <a:pt x="6699571" y="373996"/>
                  </a:lnTo>
                  <a:lnTo>
                    <a:pt x="6656392" y="418119"/>
                  </a:lnTo>
                  <a:lnTo>
                    <a:pt x="6613048" y="465512"/>
                  </a:lnTo>
                  <a:lnTo>
                    <a:pt x="6569366" y="516077"/>
                  </a:lnTo>
                  <a:lnTo>
                    <a:pt x="6525242" y="569629"/>
                  </a:lnTo>
                  <a:lnTo>
                    <a:pt x="6480632" y="625890"/>
                  </a:lnTo>
                  <a:lnTo>
                    <a:pt x="6435551" y="684488"/>
                  </a:lnTo>
                  <a:lnTo>
                    <a:pt x="6390059" y="744970"/>
                  </a:lnTo>
                  <a:lnTo>
                    <a:pt x="6344254" y="806811"/>
                  </a:lnTo>
                  <a:lnTo>
                    <a:pt x="6298266" y="869432"/>
                  </a:lnTo>
                  <a:lnTo>
                    <a:pt x="6252237" y="932221"/>
                  </a:lnTo>
                  <a:lnTo>
                    <a:pt x="6206315" y="994563"/>
                  </a:lnTo>
                  <a:lnTo>
                    <a:pt x="6160638" y="1055857"/>
                  </a:lnTo>
                  <a:lnTo>
                    <a:pt x="6115321" y="1115546"/>
                  </a:lnTo>
                  <a:lnTo>
                    <a:pt x="6070449" y="1173136"/>
                  </a:lnTo>
                  <a:lnTo>
                    <a:pt x="6026061" y="1228210"/>
                  </a:lnTo>
                  <a:lnTo>
                    <a:pt x="5982146" y="1280437"/>
                  </a:lnTo>
                  <a:lnTo>
                    <a:pt x="5938635" y="1329582"/>
                  </a:lnTo>
                  <a:lnTo>
                    <a:pt x="5895391" y="1375499"/>
                  </a:lnTo>
                  <a:lnTo>
                    <a:pt x="5852208" y="1418132"/>
                  </a:lnTo>
                  <a:lnTo>
                    <a:pt x="5808798" y="1457501"/>
                  </a:lnTo>
                  <a:lnTo>
                    <a:pt x="5784835" y="1477676"/>
                  </a:lnTo>
                  <a:lnTo>
                    <a:pt x="5735786" y="1515419"/>
                  </a:lnTo>
                  <a:lnTo>
                    <a:pt x="5685071" y="1549366"/>
                  </a:lnTo>
                  <a:lnTo>
                    <a:pt x="5631897" y="1579711"/>
                  </a:lnTo>
                  <a:lnTo>
                    <a:pt x="5575378" y="1606785"/>
                  </a:lnTo>
                  <a:lnTo>
                    <a:pt x="5514611" y="1630960"/>
                  </a:lnTo>
                  <a:lnTo>
                    <a:pt x="5448756" y="1652593"/>
                  </a:lnTo>
                  <a:lnTo>
                    <a:pt x="5377128" y="1671999"/>
                  </a:lnTo>
                  <a:lnTo>
                    <a:pt x="5299331" y="1689434"/>
                  </a:lnTo>
                  <a:lnTo>
                    <a:pt x="5215428" y="1705081"/>
                  </a:lnTo>
                  <a:lnTo>
                    <a:pt x="5126146" y="1719055"/>
                  </a:lnTo>
                  <a:lnTo>
                    <a:pt x="5033074" y="1731406"/>
                  </a:lnTo>
                  <a:lnTo>
                    <a:pt x="4938801" y="1742125"/>
                  </a:lnTo>
                  <a:lnTo>
                    <a:pt x="4846881" y="1751176"/>
                  </a:lnTo>
                  <a:lnTo>
                    <a:pt x="4761536" y="1758527"/>
                  </a:lnTo>
                  <a:lnTo>
                    <a:pt x="4687060" y="1764188"/>
                  </a:lnTo>
                  <a:lnTo>
                    <a:pt x="4626997" y="1768247"/>
                  </a:lnTo>
                  <a:lnTo>
                    <a:pt x="4583337" y="1770887"/>
                  </a:lnTo>
                  <a:lnTo>
                    <a:pt x="4555965" y="1772374"/>
                  </a:lnTo>
                  <a:lnTo>
                    <a:pt x="4542537" y="1773034"/>
                  </a:lnTo>
                  <a:lnTo>
                    <a:pt x="4538699" y="1773205"/>
                  </a:lnTo>
                  <a:lnTo>
                    <a:pt x="4538543" y="1773211"/>
                  </a:lnTo>
                  <a:lnTo>
                    <a:pt x="4016409" y="1773211"/>
                  </a:lnTo>
                  <a:lnTo>
                    <a:pt x="4015146" y="1773231"/>
                  </a:lnTo>
                  <a:lnTo>
                    <a:pt x="4006890" y="1773373"/>
                  </a:lnTo>
                  <a:lnTo>
                    <a:pt x="3986245" y="1773764"/>
                  </a:lnTo>
                  <a:lnTo>
                    <a:pt x="3949765" y="1774533"/>
                  </a:lnTo>
                  <a:lnTo>
                    <a:pt x="3896264" y="1775793"/>
                  </a:lnTo>
                  <a:lnTo>
                    <a:pt x="3826874" y="1777627"/>
                  </a:lnTo>
                  <a:lnTo>
                    <a:pt x="3744658" y="1780084"/>
                  </a:lnTo>
                  <a:lnTo>
                    <a:pt x="3653845" y="1783181"/>
                  </a:lnTo>
                  <a:lnTo>
                    <a:pt x="3558927" y="1786909"/>
                  </a:lnTo>
                  <a:lnTo>
                    <a:pt x="3463916" y="1791253"/>
                  </a:lnTo>
                  <a:lnTo>
                    <a:pt x="3371898" y="1796206"/>
                  </a:lnTo>
                  <a:lnTo>
                    <a:pt x="3284898" y="1801776"/>
                  </a:lnTo>
                  <a:lnTo>
                    <a:pt x="3203971" y="1807998"/>
                  </a:lnTo>
                  <a:lnTo>
                    <a:pt x="3129401" y="1814932"/>
                  </a:lnTo>
                  <a:lnTo>
                    <a:pt x="3060916" y="1822667"/>
                  </a:lnTo>
                  <a:lnTo>
                    <a:pt x="2997890" y="1831316"/>
                  </a:lnTo>
                  <a:lnTo>
                    <a:pt x="2939490" y="1841008"/>
                  </a:lnTo>
                  <a:lnTo>
                    <a:pt x="2884791" y="1851886"/>
                  </a:lnTo>
                  <a:lnTo>
                    <a:pt x="2832863" y="1864083"/>
                  </a:lnTo>
                  <a:lnTo>
                    <a:pt x="2782849" y="1877691"/>
                  </a:lnTo>
                  <a:lnTo>
                    <a:pt x="2770117" y="1881449"/>
                  </a:lnTo>
                  <a:lnTo>
                    <a:pt x="2718117" y="1898000"/>
                  </a:lnTo>
                  <a:lnTo>
                    <a:pt x="2666621" y="1916234"/>
                  </a:lnTo>
                  <a:lnTo>
                    <a:pt x="2615101" y="1936176"/>
                  </a:lnTo>
                  <a:lnTo>
                    <a:pt x="2563198" y="1957793"/>
                  </a:lnTo>
                  <a:lnTo>
                    <a:pt x="2510696" y="1980988"/>
                  </a:lnTo>
                  <a:lnTo>
                    <a:pt x="2457509" y="2005598"/>
                  </a:lnTo>
                  <a:lnTo>
                    <a:pt x="2403663" y="2031388"/>
                  </a:lnTo>
                  <a:lnTo>
                    <a:pt x="2349278" y="2058068"/>
                  </a:lnTo>
                  <a:lnTo>
                    <a:pt x="2294543" y="2085296"/>
                  </a:lnTo>
                  <a:lnTo>
                    <a:pt x="2239694" y="2112700"/>
                  </a:lnTo>
                  <a:lnTo>
                    <a:pt x="2184979" y="2139898"/>
                  </a:lnTo>
                  <a:lnTo>
                    <a:pt x="2130630" y="2166520"/>
                  </a:lnTo>
                  <a:lnTo>
                    <a:pt x="2076832" y="2192228"/>
                  </a:lnTo>
                  <a:lnTo>
                    <a:pt x="2023700" y="2216734"/>
                  </a:lnTo>
                  <a:lnTo>
                    <a:pt x="1971249" y="2239810"/>
                  </a:lnTo>
                  <a:lnTo>
                    <a:pt x="1919386" y="2261298"/>
                  </a:lnTo>
                  <a:lnTo>
                    <a:pt x="1867883" y="2281106"/>
                  </a:lnTo>
                  <a:lnTo>
                    <a:pt x="1816369" y="2299207"/>
                  </a:lnTo>
                  <a:lnTo>
                    <a:pt x="1768425" y="2314398"/>
                  </a:lnTo>
                  <a:lnTo>
                    <a:pt x="1718786" y="2328377"/>
                  </a:lnTo>
                  <a:lnTo>
                    <a:pt x="1667431" y="2340933"/>
                  </a:lnTo>
                  <a:lnTo>
                    <a:pt x="1613537" y="2352141"/>
                  </a:lnTo>
                  <a:lnTo>
                    <a:pt x="1556186" y="2362127"/>
                  </a:lnTo>
                  <a:lnTo>
                    <a:pt x="1494443" y="2371032"/>
                  </a:lnTo>
                  <a:lnTo>
                    <a:pt x="1427443" y="2378992"/>
                  </a:lnTo>
                  <a:lnTo>
                    <a:pt x="1354492" y="2386125"/>
                  </a:lnTo>
                  <a:lnTo>
                    <a:pt x="1275211" y="2392524"/>
                  </a:lnTo>
                  <a:lnTo>
                    <a:pt x="1189718" y="2398259"/>
                  </a:lnTo>
                  <a:lnTo>
                    <a:pt x="1098847" y="2403370"/>
                  </a:lnTo>
                  <a:lnTo>
                    <a:pt x="1004358" y="2407872"/>
                  </a:lnTo>
                  <a:lnTo>
                    <a:pt x="909063" y="2411761"/>
                  </a:lnTo>
                  <a:lnTo>
                    <a:pt x="816764" y="2415022"/>
                  </a:lnTo>
                  <a:lnTo>
                    <a:pt x="731890" y="2417645"/>
                  </a:lnTo>
                  <a:lnTo>
                    <a:pt x="658821" y="2419637"/>
                  </a:lnTo>
                  <a:lnTo>
                    <a:pt x="601008" y="2421039"/>
                  </a:lnTo>
                  <a:lnTo>
                    <a:pt x="560137" y="2421925"/>
                  </a:lnTo>
                  <a:lnTo>
                    <a:pt x="535635" y="2422402"/>
                  </a:lnTo>
                  <a:lnTo>
                    <a:pt x="524615" y="2422596"/>
                  </a:lnTo>
                  <a:lnTo>
                    <a:pt x="522156" y="2422636"/>
                  </a:lnTo>
                  <a:lnTo>
                    <a:pt x="522133" y="2422636"/>
                  </a:lnTo>
                  <a:lnTo>
                    <a:pt x="0" y="2422636"/>
                  </a:lnTo>
                  <a:lnTo>
                    <a:pt x="0" y="2422636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943" name="pg1943"/>
            <p:cNvSpPr/>
            <p:nvPr/>
          </p:nvSpPr>
          <p:spPr>
            <a:xfrm>
              <a:off x="386606" y="4715027"/>
              <a:ext cx="8554953" cy="1174611"/>
            </a:xfrm>
            <a:custGeom>
              <a:avLst/>
              <a:pathLst>
                <a:path w="8554953" h="1174611">
                  <a:moveTo>
                    <a:pt x="0" y="1174611"/>
                  </a:moveTo>
                  <a:lnTo>
                    <a:pt x="522133" y="1174611"/>
                  </a:lnTo>
                  <a:lnTo>
                    <a:pt x="523380" y="1174576"/>
                  </a:lnTo>
                  <a:lnTo>
                    <a:pt x="531539" y="1174324"/>
                  </a:lnTo>
                  <a:lnTo>
                    <a:pt x="551948" y="1173628"/>
                  </a:lnTo>
                  <a:lnTo>
                    <a:pt x="588033" y="1172261"/>
                  </a:lnTo>
                  <a:lnTo>
                    <a:pt x="641000" y="1170022"/>
                  </a:lnTo>
                  <a:lnTo>
                    <a:pt x="709770" y="1166759"/>
                  </a:lnTo>
                  <a:lnTo>
                    <a:pt x="791353" y="1162384"/>
                  </a:lnTo>
                  <a:lnTo>
                    <a:pt x="881593" y="1156869"/>
                  </a:lnTo>
                  <a:lnTo>
                    <a:pt x="976047" y="1150226"/>
                  </a:lnTo>
                  <a:lnTo>
                    <a:pt x="1070726" y="1142482"/>
                  </a:lnTo>
                  <a:lnTo>
                    <a:pt x="1162543" y="1133652"/>
                  </a:lnTo>
                  <a:lnTo>
                    <a:pt x="1249452" y="1123721"/>
                  </a:lnTo>
                  <a:lnTo>
                    <a:pt x="1330368" y="1112631"/>
                  </a:lnTo>
                  <a:lnTo>
                    <a:pt x="1404981" y="1100276"/>
                  </a:lnTo>
                  <a:lnTo>
                    <a:pt x="1473531" y="1086502"/>
                  </a:lnTo>
                  <a:lnTo>
                    <a:pt x="1536622" y="1071112"/>
                  </a:lnTo>
                  <a:lnTo>
                    <a:pt x="1595066" y="1053874"/>
                  </a:lnTo>
                  <a:lnTo>
                    <a:pt x="1649774" y="1034537"/>
                  </a:lnTo>
                  <a:lnTo>
                    <a:pt x="1701666" y="1012863"/>
                  </a:lnTo>
                  <a:lnTo>
                    <a:pt x="1751597" y="988679"/>
                  </a:lnTo>
                  <a:lnTo>
                    <a:pt x="1768425" y="979784"/>
                  </a:lnTo>
                  <a:lnTo>
                    <a:pt x="1816668" y="952259"/>
                  </a:lnTo>
                  <a:lnTo>
                    <a:pt x="1864440" y="922135"/>
                  </a:lnTo>
                  <a:lnTo>
                    <a:pt x="1912178" y="889367"/>
                  </a:lnTo>
                  <a:lnTo>
                    <a:pt x="1960190" y="853986"/>
                  </a:lnTo>
                  <a:lnTo>
                    <a:pt x="2008678" y="816107"/>
                  </a:lnTo>
                  <a:lnTo>
                    <a:pt x="2057740" y="775933"/>
                  </a:lnTo>
                  <a:lnTo>
                    <a:pt x="2107390" y="733761"/>
                  </a:lnTo>
                  <a:lnTo>
                    <a:pt x="2157567" y="689970"/>
                  </a:lnTo>
                  <a:lnTo>
                    <a:pt x="2208145" y="645015"/>
                  </a:lnTo>
                  <a:lnTo>
                    <a:pt x="2258958" y="599407"/>
                  </a:lnTo>
                  <a:lnTo>
                    <a:pt x="2309811" y="553687"/>
                  </a:lnTo>
                  <a:lnTo>
                    <a:pt x="2360506" y="508404"/>
                  </a:lnTo>
                  <a:lnTo>
                    <a:pt x="2410864" y="464083"/>
                  </a:lnTo>
                  <a:lnTo>
                    <a:pt x="2460739" y="421203"/>
                  </a:lnTo>
                  <a:lnTo>
                    <a:pt x="2510042" y="380179"/>
                  </a:lnTo>
                  <a:lnTo>
                    <a:pt x="2558756" y="341339"/>
                  </a:lnTo>
                  <a:lnTo>
                    <a:pt x="2606943" y="304927"/>
                  </a:lnTo>
                  <a:lnTo>
                    <a:pt x="2654761" y="271091"/>
                  </a:lnTo>
                  <a:lnTo>
                    <a:pt x="2702474" y="239896"/>
                  </a:lnTo>
                  <a:lnTo>
                    <a:pt x="2750464" y="211327"/>
                  </a:lnTo>
                  <a:lnTo>
                    <a:pt x="2770117" y="200474"/>
                  </a:lnTo>
                  <a:lnTo>
                    <a:pt x="2819547" y="175411"/>
                  </a:lnTo>
                  <a:lnTo>
                    <a:pt x="2870676" y="152889"/>
                  </a:lnTo>
                  <a:lnTo>
                    <a:pt x="2924315" y="132775"/>
                  </a:lnTo>
                  <a:lnTo>
                    <a:pt x="2981371" y="114845"/>
                  </a:lnTo>
                  <a:lnTo>
                    <a:pt x="3042767" y="98848"/>
                  </a:lnTo>
                  <a:lnTo>
                    <a:pt x="3109361" y="84543"/>
                  </a:lnTo>
                  <a:lnTo>
                    <a:pt x="3181843" y="71720"/>
                  </a:lnTo>
                  <a:lnTo>
                    <a:pt x="3260598" y="60210"/>
                  </a:lnTo>
                  <a:lnTo>
                    <a:pt x="3345527" y="49890"/>
                  </a:lnTo>
                  <a:lnTo>
                    <a:pt x="3435837" y="40686"/>
                  </a:lnTo>
                  <a:lnTo>
                    <a:pt x="3529829" y="32568"/>
                  </a:lnTo>
                  <a:lnTo>
                    <a:pt x="3624771" y="25544"/>
                  </a:lnTo>
                  <a:lnTo>
                    <a:pt x="3716949" y="19639"/>
                  </a:lnTo>
                  <a:lnTo>
                    <a:pt x="3802006" y="14873"/>
                  </a:lnTo>
                  <a:lnTo>
                    <a:pt x="3875591" y="11235"/>
                  </a:lnTo>
                  <a:lnTo>
                    <a:pt x="3934215" y="8658"/>
                  </a:lnTo>
                  <a:lnTo>
                    <a:pt x="3976079" y="7012"/>
                  </a:lnTo>
                  <a:lnTo>
                    <a:pt x="4001592" y="6111"/>
                  </a:lnTo>
                  <a:lnTo>
                    <a:pt x="4013445" y="5733"/>
                  </a:lnTo>
                  <a:lnTo>
                    <a:pt x="4016409" y="5647"/>
                  </a:lnTo>
                  <a:lnTo>
                    <a:pt x="4538543" y="5647"/>
                  </a:lnTo>
                  <a:lnTo>
                    <a:pt x="4539797" y="5676"/>
                  </a:lnTo>
                  <a:lnTo>
                    <a:pt x="4548001" y="5885"/>
                  </a:lnTo>
                  <a:lnTo>
                    <a:pt x="4568517" y="6463"/>
                  </a:lnTo>
                  <a:lnTo>
                    <a:pt x="4604782" y="7599"/>
                  </a:lnTo>
                  <a:lnTo>
                    <a:pt x="4657993" y="9459"/>
                  </a:lnTo>
                  <a:lnTo>
                    <a:pt x="4727046" y="12169"/>
                  </a:lnTo>
                  <a:lnTo>
                    <a:pt x="4808918" y="15802"/>
                  </a:lnTo>
                  <a:lnTo>
                    <a:pt x="4899420" y="20380"/>
                  </a:lnTo>
                  <a:lnTo>
                    <a:pt x="4994087" y="25893"/>
                  </a:lnTo>
                  <a:lnTo>
                    <a:pt x="5088918" y="32319"/>
                  </a:lnTo>
                  <a:lnTo>
                    <a:pt x="5180828" y="39645"/>
                  </a:lnTo>
                  <a:lnTo>
                    <a:pt x="5267778" y="47884"/>
                  </a:lnTo>
                  <a:lnTo>
                    <a:pt x="5348700" y="57087"/>
                  </a:lnTo>
                  <a:lnTo>
                    <a:pt x="5423294" y="67341"/>
                  </a:lnTo>
                  <a:lnTo>
                    <a:pt x="5491814" y="78776"/>
                  </a:lnTo>
                  <a:lnTo>
                    <a:pt x="5554875" y="91556"/>
                  </a:lnTo>
                  <a:lnTo>
                    <a:pt x="5613299" y="105875"/>
                  </a:lnTo>
                  <a:lnTo>
                    <a:pt x="5668003" y="121940"/>
                  </a:lnTo>
                  <a:lnTo>
                    <a:pt x="5719911" y="139950"/>
                  </a:lnTo>
                  <a:lnTo>
                    <a:pt x="5769879" y="160045"/>
                  </a:lnTo>
                  <a:lnTo>
                    <a:pt x="5784835" y="166591"/>
                  </a:lnTo>
                  <a:lnTo>
                    <a:pt x="5834631" y="190101"/>
                  </a:lnTo>
                  <a:lnTo>
                    <a:pt x="5883941" y="215902"/>
                  </a:lnTo>
                  <a:lnTo>
                    <a:pt x="5933238" y="244030"/>
                  </a:lnTo>
                  <a:lnTo>
                    <a:pt x="5982854" y="274452"/>
                  </a:lnTo>
                  <a:lnTo>
                    <a:pt x="6032995" y="307055"/>
                  </a:lnTo>
                  <a:lnTo>
                    <a:pt x="6083757" y="341641"/>
                  </a:lnTo>
                  <a:lnTo>
                    <a:pt x="6135138" y="377927"/>
                  </a:lnTo>
                  <a:lnTo>
                    <a:pt x="6187054" y="415552"/>
                  </a:lnTo>
                  <a:lnTo>
                    <a:pt x="6239356" y="454089"/>
                  </a:lnTo>
                  <a:lnTo>
                    <a:pt x="6291849" y="493064"/>
                  </a:lnTo>
                  <a:lnTo>
                    <a:pt x="6344316" y="531980"/>
                  </a:lnTo>
                  <a:lnTo>
                    <a:pt x="6396544" y="570344"/>
                  </a:lnTo>
                  <a:lnTo>
                    <a:pt x="6448346" y="607691"/>
                  </a:lnTo>
                  <a:lnTo>
                    <a:pt x="6499586" y="643607"/>
                  </a:lnTo>
                  <a:lnTo>
                    <a:pt x="6550199" y="677749"/>
                  </a:lnTo>
                  <a:lnTo>
                    <a:pt x="6600203" y="709855"/>
                  </a:lnTo>
                  <a:lnTo>
                    <a:pt x="6649722" y="739745"/>
                  </a:lnTo>
                  <a:lnTo>
                    <a:pt x="6698988" y="767327"/>
                  </a:lnTo>
                  <a:lnTo>
                    <a:pt x="6748364" y="792584"/>
                  </a:lnTo>
                  <a:lnTo>
                    <a:pt x="6786527" y="810369"/>
                  </a:lnTo>
                  <a:lnTo>
                    <a:pt x="6836053" y="831110"/>
                  </a:lnTo>
                  <a:lnTo>
                    <a:pt x="6887284" y="849745"/>
                  </a:lnTo>
                  <a:lnTo>
                    <a:pt x="6941040" y="866383"/>
                  </a:lnTo>
                  <a:lnTo>
                    <a:pt x="6998231" y="881212"/>
                  </a:lnTo>
                  <a:lnTo>
                    <a:pt x="7059785" y="894440"/>
                  </a:lnTo>
                  <a:lnTo>
                    <a:pt x="7126564" y="906265"/>
                  </a:lnTo>
                  <a:lnTo>
                    <a:pt x="7199260" y="916864"/>
                  </a:lnTo>
                  <a:lnTo>
                    <a:pt x="7278255" y="926376"/>
                  </a:lnTo>
                  <a:lnTo>
                    <a:pt x="7363442" y="934902"/>
                  </a:lnTo>
                  <a:lnTo>
                    <a:pt x="7454008" y="942504"/>
                  </a:lnTo>
                  <a:lnTo>
                    <a:pt x="7548228" y="949204"/>
                  </a:lnTo>
                  <a:lnTo>
                    <a:pt x="7643332" y="954998"/>
                  </a:lnTo>
                  <a:lnTo>
                    <a:pt x="7735567" y="959863"/>
                  </a:lnTo>
                  <a:lnTo>
                    <a:pt x="7820543" y="963783"/>
                  </a:lnTo>
                  <a:lnTo>
                    <a:pt x="7893894" y="966769"/>
                  </a:lnTo>
                  <a:lnTo>
                    <a:pt x="7952150" y="968877"/>
                  </a:lnTo>
                  <a:lnTo>
                    <a:pt x="7993562" y="970217"/>
                  </a:lnTo>
                  <a:lnTo>
                    <a:pt x="8018612" y="970946"/>
                  </a:lnTo>
                  <a:lnTo>
                    <a:pt x="8030082" y="971248"/>
                  </a:lnTo>
                  <a:lnTo>
                    <a:pt x="8032819" y="971313"/>
                  </a:lnTo>
                  <a:lnTo>
                    <a:pt x="8554953" y="971313"/>
                  </a:lnTo>
                  <a:lnTo>
                    <a:pt x="8554953" y="965666"/>
                  </a:lnTo>
                  <a:lnTo>
                    <a:pt x="8032819" y="965666"/>
                  </a:lnTo>
                  <a:lnTo>
                    <a:pt x="8031565" y="965636"/>
                  </a:lnTo>
                  <a:lnTo>
                    <a:pt x="8023361" y="965427"/>
                  </a:lnTo>
                  <a:lnTo>
                    <a:pt x="8002845" y="964849"/>
                  </a:lnTo>
                  <a:lnTo>
                    <a:pt x="7966580" y="963713"/>
                  </a:lnTo>
                  <a:lnTo>
                    <a:pt x="7913369" y="961853"/>
                  </a:lnTo>
                  <a:lnTo>
                    <a:pt x="7844316" y="959143"/>
                  </a:lnTo>
                  <a:lnTo>
                    <a:pt x="7762444" y="955511"/>
                  </a:lnTo>
                  <a:lnTo>
                    <a:pt x="7671941" y="950933"/>
                  </a:lnTo>
                  <a:lnTo>
                    <a:pt x="7577275" y="945420"/>
                  </a:lnTo>
                  <a:lnTo>
                    <a:pt x="7482444" y="938994"/>
                  </a:lnTo>
                  <a:lnTo>
                    <a:pt x="7390534" y="931668"/>
                  </a:lnTo>
                  <a:lnTo>
                    <a:pt x="7303583" y="923428"/>
                  </a:lnTo>
                  <a:lnTo>
                    <a:pt x="7222662" y="914225"/>
                  </a:lnTo>
                  <a:lnTo>
                    <a:pt x="7148068" y="903971"/>
                  </a:lnTo>
                  <a:lnTo>
                    <a:pt x="7079548" y="892536"/>
                  </a:lnTo>
                  <a:lnTo>
                    <a:pt x="7016487" y="879757"/>
                  </a:lnTo>
                  <a:lnTo>
                    <a:pt x="6958063" y="865438"/>
                  </a:lnTo>
                  <a:lnTo>
                    <a:pt x="6903359" y="849372"/>
                  </a:lnTo>
                  <a:lnTo>
                    <a:pt x="6851451" y="831362"/>
                  </a:lnTo>
                  <a:lnTo>
                    <a:pt x="6801483" y="811267"/>
                  </a:lnTo>
                  <a:lnTo>
                    <a:pt x="6786527" y="804721"/>
                  </a:lnTo>
                  <a:lnTo>
                    <a:pt x="6736731" y="781211"/>
                  </a:lnTo>
                  <a:lnTo>
                    <a:pt x="6687421" y="755411"/>
                  </a:lnTo>
                  <a:lnTo>
                    <a:pt x="6638124" y="727282"/>
                  </a:lnTo>
                  <a:lnTo>
                    <a:pt x="6588508" y="696860"/>
                  </a:lnTo>
                  <a:lnTo>
                    <a:pt x="6538367" y="664257"/>
                  </a:lnTo>
                  <a:lnTo>
                    <a:pt x="6487605" y="629671"/>
                  </a:lnTo>
                  <a:lnTo>
                    <a:pt x="6436224" y="593385"/>
                  </a:lnTo>
                  <a:lnTo>
                    <a:pt x="6384308" y="555760"/>
                  </a:lnTo>
                  <a:lnTo>
                    <a:pt x="6332006" y="517224"/>
                  </a:lnTo>
                  <a:lnTo>
                    <a:pt x="6279513" y="478248"/>
                  </a:lnTo>
                  <a:lnTo>
                    <a:pt x="6227046" y="439332"/>
                  </a:lnTo>
                  <a:lnTo>
                    <a:pt x="6174818" y="400968"/>
                  </a:lnTo>
                  <a:lnTo>
                    <a:pt x="6123016" y="363622"/>
                  </a:lnTo>
                  <a:lnTo>
                    <a:pt x="6071776" y="327705"/>
                  </a:lnTo>
                  <a:lnTo>
                    <a:pt x="6021163" y="293563"/>
                  </a:lnTo>
                  <a:lnTo>
                    <a:pt x="5971158" y="261458"/>
                  </a:lnTo>
                  <a:lnTo>
                    <a:pt x="5921640" y="231567"/>
                  </a:lnTo>
                  <a:lnTo>
                    <a:pt x="5872374" y="203985"/>
                  </a:lnTo>
                  <a:lnTo>
                    <a:pt x="5822998" y="178728"/>
                  </a:lnTo>
                  <a:lnTo>
                    <a:pt x="5784835" y="160944"/>
                  </a:lnTo>
                  <a:lnTo>
                    <a:pt x="5735309" y="140202"/>
                  </a:lnTo>
                  <a:lnTo>
                    <a:pt x="5684077" y="121568"/>
                  </a:lnTo>
                  <a:lnTo>
                    <a:pt x="5630322" y="104929"/>
                  </a:lnTo>
                  <a:lnTo>
                    <a:pt x="5573131" y="90100"/>
                  </a:lnTo>
                  <a:lnTo>
                    <a:pt x="5511577" y="76873"/>
                  </a:lnTo>
                  <a:lnTo>
                    <a:pt x="5444798" y="65047"/>
                  </a:lnTo>
                  <a:lnTo>
                    <a:pt x="5372102" y="54449"/>
                  </a:lnTo>
                  <a:lnTo>
                    <a:pt x="5293107" y="44937"/>
                  </a:lnTo>
                  <a:lnTo>
                    <a:pt x="5207920" y="36410"/>
                  </a:lnTo>
                  <a:lnTo>
                    <a:pt x="5117354" y="28809"/>
                  </a:lnTo>
                  <a:lnTo>
                    <a:pt x="5023134" y="22108"/>
                  </a:lnTo>
                  <a:lnTo>
                    <a:pt x="4928030" y="16315"/>
                  </a:lnTo>
                  <a:lnTo>
                    <a:pt x="4835795" y="11450"/>
                  </a:lnTo>
                  <a:lnTo>
                    <a:pt x="4750819" y="7529"/>
                  </a:lnTo>
                  <a:lnTo>
                    <a:pt x="4677467" y="4544"/>
                  </a:lnTo>
                  <a:lnTo>
                    <a:pt x="4619212" y="2435"/>
                  </a:lnTo>
                  <a:lnTo>
                    <a:pt x="4577800" y="1095"/>
                  </a:lnTo>
                  <a:lnTo>
                    <a:pt x="4552750" y="366"/>
                  </a:lnTo>
                  <a:lnTo>
                    <a:pt x="4541280" y="65"/>
                  </a:lnTo>
                  <a:lnTo>
                    <a:pt x="4538543" y="0"/>
                  </a:lnTo>
                  <a:lnTo>
                    <a:pt x="4016409" y="0"/>
                  </a:lnTo>
                  <a:lnTo>
                    <a:pt x="4015162" y="35"/>
                  </a:lnTo>
                  <a:lnTo>
                    <a:pt x="4007003" y="286"/>
                  </a:lnTo>
                  <a:lnTo>
                    <a:pt x="3986594" y="982"/>
                  </a:lnTo>
                  <a:lnTo>
                    <a:pt x="3950509" y="2349"/>
                  </a:lnTo>
                  <a:lnTo>
                    <a:pt x="3897542" y="4589"/>
                  </a:lnTo>
                  <a:lnTo>
                    <a:pt x="3828772" y="7852"/>
                  </a:lnTo>
                  <a:lnTo>
                    <a:pt x="3747189" y="12226"/>
                  </a:lnTo>
                  <a:lnTo>
                    <a:pt x="3656949" y="17742"/>
                  </a:lnTo>
                  <a:lnTo>
                    <a:pt x="3562495" y="24385"/>
                  </a:lnTo>
                  <a:lnTo>
                    <a:pt x="3467816" y="32129"/>
                  </a:lnTo>
                  <a:lnTo>
                    <a:pt x="3375999" y="40959"/>
                  </a:lnTo>
                  <a:lnTo>
                    <a:pt x="3289091" y="50889"/>
                  </a:lnTo>
                  <a:lnTo>
                    <a:pt x="3208174" y="61980"/>
                  </a:lnTo>
                  <a:lnTo>
                    <a:pt x="3133561" y="74335"/>
                  </a:lnTo>
                  <a:lnTo>
                    <a:pt x="3065011" y="88109"/>
                  </a:lnTo>
                  <a:lnTo>
                    <a:pt x="3001920" y="103499"/>
                  </a:lnTo>
                  <a:lnTo>
                    <a:pt x="2943476" y="120737"/>
                  </a:lnTo>
                  <a:lnTo>
                    <a:pt x="2888768" y="140073"/>
                  </a:lnTo>
                  <a:lnTo>
                    <a:pt x="2836876" y="161747"/>
                  </a:lnTo>
                  <a:lnTo>
                    <a:pt x="2786945" y="185932"/>
                  </a:lnTo>
                  <a:lnTo>
                    <a:pt x="2770117" y="194827"/>
                  </a:lnTo>
                  <a:lnTo>
                    <a:pt x="2721874" y="222352"/>
                  </a:lnTo>
                  <a:lnTo>
                    <a:pt x="2674102" y="252476"/>
                  </a:lnTo>
                  <a:lnTo>
                    <a:pt x="2626364" y="285244"/>
                  </a:lnTo>
                  <a:lnTo>
                    <a:pt x="2578352" y="320624"/>
                  </a:lnTo>
                  <a:lnTo>
                    <a:pt x="2529865" y="358504"/>
                  </a:lnTo>
                  <a:lnTo>
                    <a:pt x="2480802" y="398677"/>
                  </a:lnTo>
                  <a:lnTo>
                    <a:pt x="2431152" y="440850"/>
                  </a:lnTo>
                  <a:lnTo>
                    <a:pt x="2380975" y="484641"/>
                  </a:lnTo>
                  <a:lnTo>
                    <a:pt x="2330397" y="529595"/>
                  </a:lnTo>
                  <a:lnTo>
                    <a:pt x="2279584" y="575203"/>
                  </a:lnTo>
                  <a:lnTo>
                    <a:pt x="2228732" y="620923"/>
                  </a:lnTo>
                  <a:lnTo>
                    <a:pt x="2178036" y="666207"/>
                  </a:lnTo>
                  <a:lnTo>
                    <a:pt x="2127679" y="710528"/>
                  </a:lnTo>
                  <a:lnTo>
                    <a:pt x="2077804" y="753407"/>
                  </a:lnTo>
                  <a:lnTo>
                    <a:pt x="2028500" y="794432"/>
                  </a:lnTo>
                  <a:lnTo>
                    <a:pt x="1979786" y="833271"/>
                  </a:lnTo>
                  <a:lnTo>
                    <a:pt x="1931600" y="869684"/>
                  </a:lnTo>
                  <a:lnTo>
                    <a:pt x="1883781" y="903519"/>
                  </a:lnTo>
                  <a:lnTo>
                    <a:pt x="1836068" y="934714"/>
                  </a:lnTo>
                  <a:lnTo>
                    <a:pt x="1788078" y="963283"/>
                  </a:lnTo>
                  <a:lnTo>
                    <a:pt x="1768425" y="974137"/>
                  </a:lnTo>
                  <a:lnTo>
                    <a:pt x="1718995" y="999199"/>
                  </a:lnTo>
                  <a:lnTo>
                    <a:pt x="1667866" y="1021721"/>
                  </a:lnTo>
                  <a:lnTo>
                    <a:pt x="1614228" y="1041836"/>
                  </a:lnTo>
                  <a:lnTo>
                    <a:pt x="1557171" y="1059766"/>
                  </a:lnTo>
                  <a:lnTo>
                    <a:pt x="1495775" y="1075763"/>
                  </a:lnTo>
                  <a:lnTo>
                    <a:pt x="1429181" y="1090068"/>
                  </a:lnTo>
                  <a:lnTo>
                    <a:pt x="1356699" y="1102890"/>
                  </a:lnTo>
                  <a:lnTo>
                    <a:pt x="1277945" y="1114401"/>
                  </a:lnTo>
                  <a:lnTo>
                    <a:pt x="1193015" y="1124721"/>
                  </a:lnTo>
                  <a:lnTo>
                    <a:pt x="1102705" y="1133925"/>
                  </a:lnTo>
                  <a:lnTo>
                    <a:pt x="1008713" y="1142042"/>
                  </a:lnTo>
                  <a:lnTo>
                    <a:pt x="913772" y="1149066"/>
                  </a:lnTo>
                  <a:lnTo>
                    <a:pt x="821593" y="1154972"/>
                  </a:lnTo>
                  <a:lnTo>
                    <a:pt x="736536" y="1159737"/>
                  </a:lnTo>
                  <a:lnTo>
                    <a:pt x="662952" y="1163375"/>
                  </a:lnTo>
                  <a:lnTo>
                    <a:pt x="604327" y="1165952"/>
                  </a:lnTo>
                  <a:lnTo>
                    <a:pt x="562463" y="1167598"/>
                  </a:lnTo>
                  <a:lnTo>
                    <a:pt x="536950" y="1168500"/>
                  </a:lnTo>
                  <a:lnTo>
                    <a:pt x="525097" y="1168878"/>
                  </a:lnTo>
                  <a:lnTo>
                    <a:pt x="522133" y="1168964"/>
                  </a:lnTo>
                  <a:lnTo>
                    <a:pt x="0" y="1168964"/>
                  </a:lnTo>
                  <a:close/>
                </a:path>
              </a:pathLst>
            </a:custGeom>
            <a:solidFill>
              <a:srgbClr val="DFC486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1944" name="pl1944"/>
            <p:cNvSpPr/>
            <p:nvPr/>
          </p:nvSpPr>
          <p:spPr>
            <a:xfrm>
              <a:off x="386606" y="4720674"/>
              <a:ext cx="8554953" cy="1168964"/>
            </a:xfrm>
            <a:custGeom>
              <a:avLst/>
              <a:pathLst>
                <a:path w="8554953" h="1168964">
                  <a:moveTo>
                    <a:pt x="0" y="1168964"/>
                  </a:moveTo>
                  <a:lnTo>
                    <a:pt x="522133" y="1168964"/>
                  </a:lnTo>
                  <a:lnTo>
                    <a:pt x="523380" y="1168929"/>
                  </a:lnTo>
                  <a:lnTo>
                    <a:pt x="531539" y="1168677"/>
                  </a:lnTo>
                  <a:lnTo>
                    <a:pt x="551948" y="1167981"/>
                  </a:lnTo>
                  <a:lnTo>
                    <a:pt x="588033" y="1166614"/>
                  </a:lnTo>
                  <a:lnTo>
                    <a:pt x="641000" y="1164375"/>
                  </a:lnTo>
                  <a:lnTo>
                    <a:pt x="709770" y="1161112"/>
                  </a:lnTo>
                  <a:lnTo>
                    <a:pt x="791353" y="1156737"/>
                  </a:lnTo>
                  <a:lnTo>
                    <a:pt x="881593" y="1151222"/>
                  </a:lnTo>
                  <a:lnTo>
                    <a:pt x="976047" y="1144579"/>
                  </a:lnTo>
                  <a:lnTo>
                    <a:pt x="1070726" y="1136835"/>
                  </a:lnTo>
                  <a:lnTo>
                    <a:pt x="1162543" y="1128005"/>
                  </a:lnTo>
                  <a:lnTo>
                    <a:pt x="1249452" y="1118074"/>
                  </a:lnTo>
                  <a:lnTo>
                    <a:pt x="1330368" y="1106984"/>
                  </a:lnTo>
                  <a:lnTo>
                    <a:pt x="1404981" y="1094629"/>
                  </a:lnTo>
                  <a:lnTo>
                    <a:pt x="1473531" y="1080855"/>
                  </a:lnTo>
                  <a:lnTo>
                    <a:pt x="1536622" y="1065465"/>
                  </a:lnTo>
                  <a:lnTo>
                    <a:pt x="1595066" y="1048227"/>
                  </a:lnTo>
                  <a:lnTo>
                    <a:pt x="1649774" y="1028890"/>
                  </a:lnTo>
                  <a:lnTo>
                    <a:pt x="1701666" y="1007216"/>
                  </a:lnTo>
                  <a:lnTo>
                    <a:pt x="1751597" y="983032"/>
                  </a:lnTo>
                  <a:lnTo>
                    <a:pt x="1768425" y="974137"/>
                  </a:lnTo>
                  <a:lnTo>
                    <a:pt x="1816668" y="946612"/>
                  </a:lnTo>
                  <a:lnTo>
                    <a:pt x="1864440" y="916488"/>
                  </a:lnTo>
                  <a:lnTo>
                    <a:pt x="1912178" y="883720"/>
                  </a:lnTo>
                  <a:lnTo>
                    <a:pt x="1960190" y="848339"/>
                  </a:lnTo>
                  <a:lnTo>
                    <a:pt x="2008678" y="810460"/>
                  </a:lnTo>
                  <a:lnTo>
                    <a:pt x="2057740" y="770286"/>
                  </a:lnTo>
                  <a:lnTo>
                    <a:pt x="2107390" y="728114"/>
                  </a:lnTo>
                  <a:lnTo>
                    <a:pt x="2157567" y="684323"/>
                  </a:lnTo>
                  <a:lnTo>
                    <a:pt x="2208145" y="639368"/>
                  </a:lnTo>
                  <a:lnTo>
                    <a:pt x="2258958" y="593760"/>
                  </a:lnTo>
                  <a:lnTo>
                    <a:pt x="2309811" y="548040"/>
                  </a:lnTo>
                  <a:lnTo>
                    <a:pt x="2360506" y="502757"/>
                  </a:lnTo>
                  <a:lnTo>
                    <a:pt x="2410864" y="458435"/>
                  </a:lnTo>
                  <a:lnTo>
                    <a:pt x="2460739" y="415556"/>
                  </a:lnTo>
                  <a:lnTo>
                    <a:pt x="2510042" y="374532"/>
                  </a:lnTo>
                  <a:lnTo>
                    <a:pt x="2558756" y="335692"/>
                  </a:lnTo>
                  <a:lnTo>
                    <a:pt x="2606943" y="299280"/>
                  </a:lnTo>
                  <a:lnTo>
                    <a:pt x="2654761" y="265444"/>
                  </a:lnTo>
                  <a:lnTo>
                    <a:pt x="2702474" y="234249"/>
                  </a:lnTo>
                  <a:lnTo>
                    <a:pt x="2750464" y="205680"/>
                  </a:lnTo>
                  <a:lnTo>
                    <a:pt x="2770117" y="194827"/>
                  </a:lnTo>
                  <a:lnTo>
                    <a:pt x="2819547" y="169764"/>
                  </a:lnTo>
                  <a:lnTo>
                    <a:pt x="2870676" y="147242"/>
                  </a:lnTo>
                  <a:lnTo>
                    <a:pt x="2924315" y="127128"/>
                  </a:lnTo>
                  <a:lnTo>
                    <a:pt x="2981371" y="109197"/>
                  </a:lnTo>
                  <a:lnTo>
                    <a:pt x="3042767" y="93200"/>
                  </a:lnTo>
                  <a:lnTo>
                    <a:pt x="3109361" y="78896"/>
                  </a:lnTo>
                  <a:lnTo>
                    <a:pt x="3181843" y="66073"/>
                  </a:lnTo>
                  <a:lnTo>
                    <a:pt x="3260598" y="54563"/>
                  </a:lnTo>
                  <a:lnTo>
                    <a:pt x="3345527" y="44243"/>
                  </a:lnTo>
                  <a:lnTo>
                    <a:pt x="3435837" y="35039"/>
                  </a:lnTo>
                  <a:lnTo>
                    <a:pt x="3529829" y="26921"/>
                  </a:lnTo>
                  <a:lnTo>
                    <a:pt x="3624771" y="19897"/>
                  </a:lnTo>
                  <a:lnTo>
                    <a:pt x="3716949" y="13992"/>
                  </a:lnTo>
                  <a:lnTo>
                    <a:pt x="3802006" y="9226"/>
                  </a:lnTo>
                  <a:lnTo>
                    <a:pt x="3875591" y="5588"/>
                  </a:lnTo>
                  <a:lnTo>
                    <a:pt x="3934215" y="3011"/>
                  </a:lnTo>
                  <a:lnTo>
                    <a:pt x="3976079" y="1365"/>
                  </a:lnTo>
                  <a:lnTo>
                    <a:pt x="4001592" y="464"/>
                  </a:lnTo>
                  <a:lnTo>
                    <a:pt x="4013445" y="85"/>
                  </a:lnTo>
                  <a:lnTo>
                    <a:pt x="4016357" y="1"/>
                  </a:lnTo>
                  <a:lnTo>
                    <a:pt x="4016409" y="0"/>
                  </a:lnTo>
                  <a:lnTo>
                    <a:pt x="4538543" y="0"/>
                  </a:lnTo>
                  <a:lnTo>
                    <a:pt x="4539797" y="29"/>
                  </a:lnTo>
                  <a:lnTo>
                    <a:pt x="4548001" y="238"/>
                  </a:lnTo>
                  <a:lnTo>
                    <a:pt x="4568517" y="816"/>
                  </a:lnTo>
                  <a:lnTo>
                    <a:pt x="4604782" y="1952"/>
                  </a:lnTo>
                  <a:lnTo>
                    <a:pt x="4657993" y="3812"/>
                  </a:lnTo>
                  <a:lnTo>
                    <a:pt x="4727046" y="6522"/>
                  </a:lnTo>
                  <a:lnTo>
                    <a:pt x="4808918" y="10155"/>
                  </a:lnTo>
                  <a:lnTo>
                    <a:pt x="4899420" y="14733"/>
                  </a:lnTo>
                  <a:lnTo>
                    <a:pt x="4994087" y="20246"/>
                  </a:lnTo>
                  <a:lnTo>
                    <a:pt x="5088918" y="26672"/>
                  </a:lnTo>
                  <a:lnTo>
                    <a:pt x="5180828" y="33998"/>
                  </a:lnTo>
                  <a:lnTo>
                    <a:pt x="5267778" y="42237"/>
                  </a:lnTo>
                  <a:lnTo>
                    <a:pt x="5348700" y="51440"/>
                  </a:lnTo>
                  <a:lnTo>
                    <a:pt x="5423294" y="61694"/>
                  </a:lnTo>
                  <a:lnTo>
                    <a:pt x="5491814" y="73129"/>
                  </a:lnTo>
                  <a:lnTo>
                    <a:pt x="5554875" y="85909"/>
                  </a:lnTo>
                  <a:lnTo>
                    <a:pt x="5613299" y="100227"/>
                  </a:lnTo>
                  <a:lnTo>
                    <a:pt x="5668003" y="116293"/>
                  </a:lnTo>
                  <a:lnTo>
                    <a:pt x="5719911" y="134303"/>
                  </a:lnTo>
                  <a:lnTo>
                    <a:pt x="5769879" y="154398"/>
                  </a:lnTo>
                  <a:lnTo>
                    <a:pt x="5784835" y="160944"/>
                  </a:lnTo>
                  <a:lnTo>
                    <a:pt x="5834631" y="184454"/>
                  </a:lnTo>
                  <a:lnTo>
                    <a:pt x="5883941" y="210255"/>
                  </a:lnTo>
                  <a:lnTo>
                    <a:pt x="5933238" y="238383"/>
                  </a:lnTo>
                  <a:lnTo>
                    <a:pt x="5982854" y="268805"/>
                  </a:lnTo>
                  <a:lnTo>
                    <a:pt x="6032995" y="301408"/>
                  </a:lnTo>
                  <a:lnTo>
                    <a:pt x="6083757" y="335994"/>
                  </a:lnTo>
                  <a:lnTo>
                    <a:pt x="6135138" y="372280"/>
                  </a:lnTo>
                  <a:lnTo>
                    <a:pt x="6187054" y="409905"/>
                  </a:lnTo>
                  <a:lnTo>
                    <a:pt x="6239356" y="448442"/>
                  </a:lnTo>
                  <a:lnTo>
                    <a:pt x="6291849" y="487417"/>
                  </a:lnTo>
                  <a:lnTo>
                    <a:pt x="6344316" y="526333"/>
                  </a:lnTo>
                  <a:lnTo>
                    <a:pt x="6396544" y="564697"/>
                  </a:lnTo>
                  <a:lnTo>
                    <a:pt x="6448346" y="602044"/>
                  </a:lnTo>
                  <a:lnTo>
                    <a:pt x="6499586" y="637960"/>
                  </a:lnTo>
                  <a:lnTo>
                    <a:pt x="6550199" y="672102"/>
                  </a:lnTo>
                  <a:lnTo>
                    <a:pt x="6600203" y="704207"/>
                  </a:lnTo>
                  <a:lnTo>
                    <a:pt x="6649722" y="734098"/>
                  </a:lnTo>
                  <a:lnTo>
                    <a:pt x="6698988" y="761680"/>
                  </a:lnTo>
                  <a:lnTo>
                    <a:pt x="6748364" y="786937"/>
                  </a:lnTo>
                  <a:lnTo>
                    <a:pt x="6786527" y="804721"/>
                  </a:lnTo>
                  <a:lnTo>
                    <a:pt x="6836053" y="825463"/>
                  </a:lnTo>
                  <a:lnTo>
                    <a:pt x="6887284" y="844097"/>
                  </a:lnTo>
                  <a:lnTo>
                    <a:pt x="6941040" y="860736"/>
                  </a:lnTo>
                  <a:lnTo>
                    <a:pt x="6998231" y="875565"/>
                  </a:lnTo>
                  <a:lnTo>
                    <a:pt x="7059785" y="888792"/>
                  </a:lnTo>
                  <a:lnTo>
                    <a:pt x="7126564" y="900618"/>
                  </a:lnTo>
                  <a:lnTo>
                    <a:pt x="7199260" y="911217"/>
                  </a:lnTo>
                  <a:lnTo>
                    <a:pt x="7278255" y="920729"/>
                  </a:lnTo>
                  <a:lnTo>
                    <a:pt x="7363442" y="929255"/>
                  </a:lnTo>
                  <a:lnTo>
                    <a:pt x="7454008" y="936856"/>
                  </a:lnTo>
                  <a:lnTo>
                    <a:pt x="7548228" y="943557"/>
                  </a:lnTo>
                  <a:lnTo>
                    <a:pt x="7643332" y="949350"/>
                  </a:lnTo>
                  <a:lnTo>
                    <a:pt x="7735567" y="954216"/>
                  </a:lnTo>
                  <a:lnTo>
                    <a:pt x="7820543" y="958136"/>
                  </a:lnTo>
                  <a:lnTo>
                    <a:pt x="7893894" y="961122"/>
                  </a:lnTo>
                  <a:lnTo>
                    <a:pt x="7952150" y="963230"/>
                  </a:lnTo>
                  <a:lnTo>
                    <a:pt x="7993562" y="964570"/>
                  </a:lnTo>
                  <a:lnTo>
                    <a:pt x="8018612" y="965299"/>
                  </a:lnTo>
                  <a:lnTo>
                    <a:pt x="8030082" y="965600"/>
                  </a:lnTo>
                  <a:lnTo>
                    <a:pt x="8032782" y="965665"/>
                  </a:lnTo>
                  <a:lnTo>
                    <a:pt x="8032819" y="965666"/>
                  </a:lnTo>
                  <a:lnTo>
                    <a:pt x="8554953" y="965666"/>
                  </a:lnTo>
                  <a:lnTo>
                    <a:pt x="8554953" y="965666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945" name="pl1945"/>
            <p:cNvSpPr/>
            <p:nvPr/>
          </p:nvSpPr>
          <p:spPr>
            <a:xfrm>
              <a:off x="386606" y="4715027"/>
              <a:ext cx="8554953" cy="1168964"/>
            </a:xfrm>
            <a:custGeom>
              <a:avLst/>
              <a:pathLst>
                <a:path w="8554953" h="1168964">
                  <a:moveTo>
                    <a:pt x="8554953" y="965666"/>
                  </a:moveTo>
                  <a:lnTo>
                    <a:pt x="8032819" y="965666"/>
                  </a:lnTo>
                  <a:lnTo>
                    <a:pt x="8031565" y="965636"/>
                  </a:lnTo>
                  <a:lnTo>
                    <a:pt x="8023361" y="965427"/>
                  </a:lnTo>
                  <a:lnTo>
                    <a:pt x="8002845" y="964849"/>
                  </a:lnTo>
                  <a:lnTo>
                    <a:pt x="7966580" y="963713"/>
                  </a:lnTo>
                  <a:lnTo>
                    <a:pt x="7913369" y="961853"/>
                  </a:lnTo>
                  <a:lnTo>
                    <a:pt x="7844316" y="959143"/>
                  </a:lnTo>
                  <a:lnTo>
                    <a:pt x="7762444" y="955511"/>
                  </a:lnTo>
                  <a:lnTo>
                    <a:pt x="7671941" y="950933"/>
                  </a:lnTo>
                  <a:lnTo>
                    <a:pt x="7577275" y="945420"/>
                  </a:lnTo>
                  <a:lnTo>
                    <a:pt x="7482444" y="938994"/>
                  </a:lnTo>
                  <a:lnTo>
                    <a:pt x="7390534" y="931668"/>
                  </a:lnTo>
                  <a:lnTo>
                    <a:pt x="7303583" y="923428"/>
                  </a:lnTo>
                  <a:lnTo>
                    <a:pt x="7222662" y="914225"/>
                  </a:lnTo>
                  <a:lnTo>
                    <a:pt x="7148068" y="903971"/>
                  </a:lnTo>
                  <a:lnTo>
                    <a:pt x="7079548" y="892536"/>
                  </a:lnTo>
                  <a:lnTo>
                    <a:pt x="7016487" y="879757"/>
                  </a:lnTo>
                  <a:lnTo>
                    <a:pt x="6958063" y="865438"/>
                  </a:lnTo>
                  <a:lnTo>
                    <a:pt x="6903359" y="849372"/>
                  </a:lnTo>
                  <a:lnTo>
                    <a:pt x="6851451" y="831362"/>
                  </a:lnTo>
                  <a:lnTo>
                    <a:pt x="6801483" y="811267"/>
                  </a:lnTo>
                  <a:lnTo>
                    <a:pt x="6786527" y="804721"/>
                  </a:lnTo>
                  <a:lnTo>
                    <a:pt x="6736731" y="781211"/>
                  </a:lnTo>
                  <a:lnTo>
                    <a:pt x="6687421" y="755411"/>
                  </a:lnTo>
                  <a:lnTo>
                    <a:pt x="6638124" y="727282"/>
                  </a:lnTo>
                  <a:lnTo>
                    <a:pt x="6588508" y="696860"/>
                  </a:lnTo>
                  <a:lnTo>
                    <a:pt x="6538367" y="664257"/>
                  </a:lnTo>
                  <a:lnTo>
                    <a:pt x="6487605" y="629671"/>
                  </a:lnTo>
                  <a:lnTo>
                    <a:pt x="6436224" y="593385"/>
                  </a:lnTo>
                  <a:lnTo>
                    <a:pt x="6384308" y="555760"/>
                  </a:lnTo>
                  <a:lnTo>
                    <a:pt x="6332006" y="517224"/>
                  </a:lnTo>
                  <a:lnTo>
                    <a:pt x="6279513" y="478248"/>
                  </a:lnTo>
                  <a:lnTo>
                    <a:pt x="6227046" y="439332"/>
                  </a:lnTo>
                  <a:lnTo>
                    <a:pt x="6174818" y="400968"/>
                  </a:lnTo>
                  <a:lnTo>
                    <a:pt x="6123016" y="363622"/>
                  </a:lnTo>
                  <a:lnTo>
                    <a:pt x="6071776" y="327705"/>
                  </a:lnTo>
                  <a:lnTo>
                    <a:pt x="6021163" y="293563"/>
                  </a:lnTo>
                  <a:lnTo>
                    <a:pt x="5971158" y="261458"/>
                  </a:lnTo>
                  <a:lnTo>
                    <a:pt x="5921640" y="231567"/>
                  </a:lnTo>
                  <a:lnTo>
                    <a:pt x="5872374" y="203985"/>
                  </a:lnTo>
                  <a:lnTo>
                    <a:pt x="5822998" y="178728"/>
                  </a:lnTo>
                  <a:lnTo>
                    <a:pt x="5784835" y="160944"/>
                  </a:lnTo>
                  <a:lnTo>
                    <a:pt x="5735309" y="140202"/>
                  </a:lnTo>
                  <a:lnTo>
                    <a:pt x="5684077" y="121568"/>
                  </a:lnTo>
                  <a:lnTo>
                    <a:pt x="5630322" y="104929"/>
                  </a:lnTo>
                  <a:lnTo>
                    <a:pt x="5573131" y="90100"/>
                  </a:lnTo>
                  <a:lnTo>
                    <a:pt x="5511577" y="76873"/>
                  </a:lnTo>
                  <a:lnTo>
                    <a:pt x="5444798" y="65047"/>
                  </a:lnTo>
                  <a:lnTo>
                    <a:pt x="5372102" y="54449"/>
                  </a:lnTo>
                  <a:lnTo>
                    <a:pt x="5293107" y="44937"/>
                  </a:lnTo>
                  <a:lnTo>
                    <a:pt x="5207920" y="36410"/>
                  </a:lnTo>
                  <a:lnTo>
                    <a:pt x="5117354" y="28809"/>
                  </a:lnTo>
                  <a:lnTo>
                    <a:pt x="5023134" y="22108"/>
                  </a:lnTo>
                  <a:lnTo>
                    <a:pt x="4928030" y="16315"/>
                  </a:lnTo>
                  <a:lnTo>
                    <a:pt x="4835795" y="11450"/>
                  </a:lnTo>
                  <a:lnTo>
                    <a:pt x="4750819" y="7529"/>
                  </a:lnTo>
                  <a:lnTo>
                    <a:pt x="4677467" y="4544"/>
                  </a:lnTo>
                  <a:lnTo>
                    <a:pt x="4619212" y="2435"/>
                  </a:lnTo>
                  <a:lnTo>
                    <a:pt x="4577800" y="1095"/>
                  </a:lnTo>
                  <a:lnTo>
                    <a:pt x="4552750" y="366"/>
                  </a:lnTo>
                  <a:lnTo>
                    <a:pt x="4541280" y="65"/>
                  </a:lnTo>
                  <a:lnTo>
                    <a:pt x="4538580" y="0"/>
                  </a:lnTo>
                  <a:lnTo>
                    <a:pt x="4538543" y="0"/>
                  </a:lnTo>
                  <a:lnTo>
                    <a:pt x="4016409" y="0"/>
                  </a:lnTo>
                  <a:lnTo>
                    <a:pt x="4015162" y="35"/>
                  </a:lnTo>
                  <a:lnTo>
                    <a:pt x="4007003" y="286"/>
                  </a:lnTo>
                  <a:lnTo>
                    <a:pt x="3986594" y="982"/>
                  </a:lnTo>
                  <a:lnTo>
                    <a:pt x="3950509" y="2349"/>
                  </a:lnTo>
                  <a:lnTo>
                    <a:pt x="3897542" y="4589"/>
                  </a:lnTo>
                  <a:lnTo>
                    <a:pt x="3828772" y="7852"/>
                  </a:lnTo>
                  <a:lnTo>
                    <a:pt x="3747189" y="12226"/>
                  </a:lnTo>
                  <a:lnTo>
                    <a:pt x="3656949" y="17742"/>
                  </a:lnTo>
                  <a:lnTo>
                    <a:pt x="3562495" y="24385"/>
                  </a:lnTo>
                  <a:lnTo>
                    <a:pt x="3467816" y="32129"/>
                  </a:lnTo>
                  <a:lnTo>
                    <a:pt x="3375999" y="40959"/>
                  </a:lnTo>
                  <a:lnTo>
                    <a:pt x="3289091" y="50889"/>
                  </a:lnTo>
                  <a:lnTo>
                    <a:pt x="3208174" y="61980"/>
                  </a:lnTo>
                  <a:lnTo>
                    <a:pt x="3133561" y="74335"/>
                  </a:lnTo>
                  <a:lnTo>
                    <a:pt x="3065011" y="88109"/>
                  </a:lnTo>
                  <a:lnTo>
                    <a:pt x="3001920" y="103499"/>
                  </a:lnTo>
                  <a:lnTo>
                    <a:pt x="2943476" y="120737"/>
                  </a:lnTo>
                  <a:lnTo>
                    <a:pt x="2888768" y="140073"/>
                  </a:lnTo>
                  <a:lnTo>
                    <a:pt x="2836876" y="161747"/>
                  </a:lnTo>
                  <a:lnTo>
                    <a:pt x="2786945" y="185932"/>
                  </a:lnTo>
                  <a:lnTo>
                    <a:pt x="2770117" y="194827"/>
                  </a:lnTo>
                  <a:lnTo>
                    <a:pt x="2721874" y="222352"/>
                  </a:lnTo>
                  <a:lnTo>
                    <a:pt x="2674102" y="252476"/>
                  </a:lnTo>
                  <a:lnTo>
                    <a:pt x="2626364" y="285244"/>
                  </a:lnTo>
                  <a:lnTo>
                    <a:pt x="2578352" y="320624"/>
                  </a:lnTo>
                  <a:lnTo>
                    <a:pt x="2529865" y="358504"/>
                  </a:lnTo>
                  <a:lnTo>
                    <a:pt x="2480802" y="398677"/>
                  </a:lnTo>
                  <a:lnTo>
                    <a:pt x="2431152" y="440850"/>
                  </a:lnTo>
                  <a:lnTo>
                    <a:pt x="2380975" y="484641"/>
                  </a:lnTo>
                  <a:lnTo>
                    <a:pt x="2330397" y="529595"/>
                  </a:lnTo>
                  <a:lnTo>
                    <a:pt x="2279584" y="575203"/>
                  </a:lnTo>
                  <a:lnTo>
                    <a:pt x="2228732" y="620923"/>
                  </a:lnTo>
                  <a:lnTo>
                    <a:pt x="2178036" y="666207"/>
                  </a:lnTo>
                  <a:lnTo>
                    <a:pt x="2127679" y="710528"/>
                  </a:lnTo>
                  <a:lnTo>
                    <a:pt x="2077804" y="753407"/>
                  </a:lnTo>
                  <a:lnTo>
                    <a:pt x="2028500" y="794432"/>
                  </a:lnTo>
                  <a:lnTo>
                    <a:pt x="1979786" y="833271"/>
                  </a:lnTo>
                  <a:lnTo>
                    <a:pt x="1931600" y="869684"/>
                  </a:lnTo>
                  <a:lnTo>
                    <a:pt x="1883781" y="903519"/>
                  </a:lnTo>
                  <a:lnTo>
                    <a:pt x="1836068" y="934714"/>
                  </a:lnTo>
                  <a:lnTo>
                    <a:pt x="1788078" y="963283"/>
                  </a:lnTo>
                  <a:lnTo>
                    <a:pt x="1768425" y="974137"/>
                  </a:lnTo>
                  <a:lnTo>
                    <a:pt x="1718995" y="999199"/>
                  </a:lnTo>
                  <a:lnTo>
                    <a:pt x="1667866" y="1021721"/>
                  </a:lnTo>
                  <a:lnTo>
                    <a:pt x="1614228" y="1041836"/>
                  </a:lnTo>
                  <a:lnTo>
                    <a:pt x="1557171" y="1059766"/>
                  </a:lnTo>
                  <a:lnTo>
                    <a:pt x="1495775" y="1075763"/>
                  </a:lnTo>
                  <a:lnTo>
                    <a:pt x="1429181" y="1090068"/>
                  </a:lnTo>
                  <a:lnTo>
                    <a:pt x="1356699" y="1102890"/>
                  </a:lnTo>
                  <a:lnTo>
                    <a:pt x="1277945" y="1114401"/>
                  </a:lnTo>
                  <a:lnTo>
                    <a:pt x="1193015" y="1124721"/>
                  </a:lnTo>
                  <a:lnTo>
                    <a:pt x="1102705" y="1133925"/>
                  </a:lnTo>
                  <a:lnTo>
                    <a:pt x="1008713" y="1142042"/>
                  </a:lnTo>
                  <a:lnTo>
                    <a:pt x="913772" y="1149066"/>
                  </a:lnTo>
                  <a:lnTo>
                    <a:pt x="821593" y="1154972"/>
                  </a:lnTo>
                  <a:lnTo>
                    <a:pt x="736536" y="1159737"/>
                  </a:lnTo>
                  <a:lnTo>
                    <a:pt x="662952" y="1163375"/>
                  </a:lnTo>
                  <a:lnTo>
                    <a:pt x="604327" y="1165952"/>
                  </a:lnTo>
                  <a:lnTo>
                    <a:pt x="562463" y="1167598"/>
                  </a:lnTo>
                  <a:lnTo>
                    <a:pt x="536950" y="1168500"/>
                  </a:lnTo>
                  <a:lnTo>
                    <a:pt x="525097" y="1168878"/>
                  </a:lnTo>
                  <a:lnTo>
                    <a:pt x="522185" y="1168963"/>
                  </a:lnTo>
                  <a:lnTo>
                    <a:pt x="522133" y="1168964"/>
                  </a:lnTo>
                  <a:lnTo>
                    <a:pt x="0" y="1168964"/>
                  </a:lnTo>
                  <a:lnTo>
                    <a:pt x="0" y="1168964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946" name="pg1946"/>
            <p:cNvSpPr/>
            <p:nvPr/>
          </p:nvSpPr>
          <p:spPr>
            <a:xfrm>
              <a:off x="386606" y="1767203"/>
              <a:ext cx="8554953" cy="4105493"/>
            </a:xfrm>
            <a:custGeom>
              <a:avLst/>
              <a:pathLst>
                <a:path w="8554953" h="4105493">
                  <a:moveTo>
                    <a:pt x="0" y="4105493"/>
                  </a:moveTo>
                  <a:lnTo>
                    <a:pt x="522133" y="4105493"/>
                  </a:lnTo>
                  <a:lnTo>
                    <a:pt x="523049" y="4105403"/>
                  </a:lnTo>
                  <a:lnTo>
                    <a:pt x="529081" y="4104761"/>
                  </a:lnTo>
                  <a:lnTo>
                    <a:pt x="544321" y="4102986"/>
                  </a:lnTo>
                  <a:lnTo>
                    <a:pt x="571645" y="4099492"/>
                  </a:lnTo>
                  <a:lnTo>
                    <a:pt x="612523" y="4093730"/>
                  </a:lnTo>
                  <a:lnTo>
                    <a:pt x="666896" y="4085248"/>
                  </a:lnTo>
                  <a:lnTo>
                    <a:pt x="733285" y="4073729"/>
                  </a:lnTo>
                  <a:lnTo>
                    <a:pt x="809120" y="4059006"/>
                  </a:lnTo>
                  <a:lnTo>
                    <a:pt x="891239" y="4041039"/>
                  </a:lnTo>
                  <a:lnTo>
                    <a:pt x="976408" y="4019872"/>
                  </a:lnTo>
                  <a:lnTo>
                    <a:pt x="1061736" y="3995576"/>
                  </a:lnTo>
                  <a:lnTo>
                    <a:pt x="1144934" y="3968192"/>
                  </a:lnTo>
                  <a:lnTo>
                    <a:pt x="1224398" y="3937697"/>
                  </a:lnTo>
                  <a:lnTo>
                    <a:pt x="1299182" y="3903971"/>
                  </a:lnTo>
                  <a:lnTo>
                    <a:pt x="1368882" y="3866785"/>
                  </a:lnTo>
                  <a:lnTo>
                    <a:pt x="1433520" y="3825800"/>
                  </a:lnTo>
                  <a:lnTo>
                    <a:pt x="1493410" y="3780570"/>
                  </a:lnTo>
                  <a:lnTo>
                    <a:pt x="1549061" y="3730552"/>
                  </a:lnTo>
                  <a:lnTo>
                    <a:pt x="1601093" y="3675135"/>
                  </a:lnTo>
                  <a:lnTo>
                    <a:pt x="1650177" y="3613674"/>
                  </a:lnTo>
                  <a:lnTo>
                    <a:pt x="1696984" y="3545561"/>
                  </a:lnTo>
                  <a:lnTo>
                    <a:pt x="1742144" y="3470336"/>
                  </a:lnTo>
                  <a:lnTo>
                    <a:pt x="1768425" y="3422185"/>
                  </a:lnTo>
                  <a:lnTo>
                    <a:pt x="1800358" y="3359451"/>
                  </a:lnTo>
                  <a:lnTo>
                    <a:pt x="1832011" y="3292784"/>
                  </a:lnTo>
                  <a:lnTo>
                    <a:pt x="1863528" y="3222105"/>
                  </a:lnTo>
                  <a:lnTo>
                    <a:pt x="1895029" y="3147378"/>
                  </a:lnTo>
                  <a:lnTo>
                    <a:pt x="1926611" y="3068619"/>
                  </a:lnTo>
                  <a:lnTo>
                    <a:pt x="1958345" y="2985897"/>
                  </a:lnTo>
                  <a:lnTo>
                    <a:pt x="1990286" y="2899338"/>
                  </a:lnTo>
                  <a:lnTo>
                    <a:pt x="2022467" y="2809131"/>
                  </a:lnTo>
                  <a:lnTo>
                    <a:pt x="2054907" y="2715522"/>
                  </a:lnTo>
                  <a:lnTo>
                    <a:pt x="2087605" y="2618821"/>
                  </a:lnTo>
                  <a:lnTo>
                    <a:pt x="2120548" y="2519394"/>
                  </a:lnTo>
                  <a:lnTo>
                    <a:pt x="2153710" y="2417660"/>
                  </a:lnTo>
                  <a:lnTo>
                    <a:pt x="2187053" y="2314086"/>
                  </a:lnTo>
                  <a:lnTo>
                    <a:pt x="2220530" y="2209176"/>
                  </a:lnTo>
                  <a:lnTo>
                    <a:pt x="2254091" y="2103464"/>
                  </a:lnTo>
                  <a:lnTo>
                    <a:pt x="2287677" y="1997501"/>
                  </a:lnTo>
                  <a:lnTo>
                    <a:pt x="2321232" y="1891842"/>
                  </a:lnTo>
                  <a:lnTo>
                    <a:pt x="2354699" y="1787038"/>
                  </a:lnTo>
                  <a:lnTo>
                    <a:pt x="2388026" y="1683619"/>
                  </a:lnTo>
                  <a:lnTo>
                    <a:pt x="2421169" y="1582087"/>
                  </a:lnTo>
                  <a:lnTo>
                    <a:pt x="2454089" y="1482905"/>
                  </a:lnTo>
                  <a:lnTo>
                    <a:pt x="2486763" y="1386486"/>
                  </a:lnTo>
                  <a:lnTo>
                    <a:pt x="2519177" y="1293191"/>
                  </a:lnTo>
                  <a:lnTo>
                    <a:pt x="2551335" y="1203325"/>
                  </a:lnTo>
                  <a:lnTo>
                    <a:pt x="2583254" y="1117128"/>
                  </a:lnTo>
                  <a:lnTo>
                    <a:pt x="2614971" y="1034782"/>
                  </a:lnTo>
                  <a:lnTo>
                    <a:pt x="2646541" y="956408"/>
                  </a:lnTo>
                  <a:lnTo>
                    <a:pt x="2678040" y="882070"/>
                  </a:lnTo>
                  <a:lnTo>
                    <a:pt x="2709564" y="811778"/>
                  </a:lnTo>
                  <a:lnTo>
                    <a:pt x="2741237" y="745493"/>
                  </a:lnTo>
                  <a:lnTo>
                    <a:pt x="2770117" y="688954"/>
                  </a:lnTo>
                  <a:lnTo>
                    <a:pt x="2814559" y="609407"/>
                  </a:lnTo>
                  <a:lnTo>
                    <a:pt x="2860316" y="537106"/>
                  </a:lnTo>
                  <a:lnTo>
                    <a:pt x="2907968" y="471759"/>
                  </a:lnTo>
                  <a:lnTo>
                    <a:pt x="2958166" y="412828"/>
                  </a:lnTo>
                  <a:lnTo>
                    <a:pt x="3011587" y="359679"/>
                  </a:lnTo>
                  <a:lnTo>
                    <a:pt x="3068888" y="311674"/>
                  </a:lnTo>
                  <a:lnTo>
                    <a:pt x="3130652" y="268226"/>
                  </a:lnTo>
                  <a:lnTo>
                    <a:pt x="3197320" y="228831"/>
                  </a:lnTo>
                  <a:lnTo>
                    <a:pt x="3269101" y="193083"/>
                  </a:lnTo>
                  <a:lnTo>
                    <a:pt x="3345860" y="160689"/>
                  </a:lnTo>
                  <a:lnTo>
                    <a:pt x="3426989" y="131465"/>
                  </a:lnTo>
                  <a:lnTo>
                    <a:pt x="3511283" y="105333"/>
                  </a:lnTo>
                  <a:lnTo>
                    <a:pt x="3596860" y="82298"/>
                  </a:lnTo>
                  <a:lnTo>
                    <a:pt x="3681167" y="62421"/>
                  </a:lnTo>
                  <a:lnTo>
                    <a:pt x="3761134" y="45768"/>
                  </a:lnTo>
                  <a:lnTo>
                    <a:pt x="3833496" y="32357"/>
                  </a:lnTo>
                  <a:lnTo>
                    <a:pt x="3895268" y="22099"/>
                  </a:lnTo>
                  <a:lnTo>
                    <a:pt x="3944269" y="14767"/>
                  </a:lnTo>
                  <a:lnTo>
                    <a:pt x="3979568" y="9986"/>
                  </a:lnTo>
                  <a:lnTo>
                    <a:pt x="4001728" y="7259"/>
                  </a:lnTo>
                  <a:lnTo>
                    <a:pt x="4012813" y="6015"/>
                  </a:lnTo>
                  <a:lnTo>
                    <a:pt x="4016213" y="5665"/>
                  </a:lnTo>
                  <a:lnTo>
                    <a:pt x="4016409" y="5647"/>
                  </a:lnTo>
                  <a:lnTo>
                    <a:pt x="4538543" y="5647"/>
                  </a:lnTo>
                  <a:lnTo>
                    <a:pt x="4539717" y="5718"/>
                  </a:lnTo>
                  <a:lnTo>
                    <a:pt x="4547404" y="6226"/>
                  </a:lnTo>
                  <a:lnTo>
                    <a:pt x="4566674" y="7631"/>
                  </a:lnTo>
                  <a:lnTo>
                    <a:pt x="4600849" y="10392"/>
                  </a:lnTo>
                  <a:lnTo>
                    <a:pt x="4651217" y="14922"/>
                  </a:lnTo>
                  <a:lnTo>
                    <a:pt x="4716954" y="21538"/>
                  </a:lnTo>
                  <a:lnTo>
                    <a:pt x="4795418" y="30432"/>
                  </a:lnTo>
                  <a:lnTo>
                    <a:pt x="4882798" y="41676"/>
                  </a:lnTo>
                  <a:lnTo>
                    <a:pt x="4974904" y="55254"/>
                  </a:lnTo>
                  <a:lnTo>
                    <a:pt x="5067873" y="71113"/>
                  </a:lnTo>
                  <a:lnTo>
                    <a:pt x="5158618" y="89214"/>
                  </a:lnTo>
                  <a:lnTo>
                    <a:pt x="5245009" y="109571"/>
                  </a:lnTo>
                  <a:lnTo>
                    <a:pt x="5325827" y="132280"/>
                  </a:lnTo>
                  <a:lnTo>
                    <a:pt x="5400615" y="157530"/>
                  </a:lnTo>
                  <a:lnTo>
                    <a:pt x="5469475" y="185605"/>
                  </a:lnTo>
                  <a:lnTo>
                    <a:pt x="5532891" y="216880"/>
                  </a:lnTo>
                  <a:lnTo>
                    <a:pt x="5591578" y="251802"/>
                  </a:lnTo>
                  <a:lnTo>
                    <a:pt x="5646371" y="290872"/>
                  </a:lnTo>
                  <a:lnTo>
                    <a:pt x="5698140" y="334590"/>
                  </a:lnTo>
                  <a:lnTo>
                    <a:pt x="5747721" y="383372"/>
                  </a:lnTo>
                  <a:lnTo>
                    <a:pt x="5784835" y="424479"/>
                  </a:lnTo>
                  <a:lnTo>
                    <a:pt x="5823788" y="471760"/>
                  </a:lnTo>
                  <a:lnTo>
                    <a:pt x="5862373" y="522655"/>
                  </a:lnTo>
                  <a:lnTo>
                    <a:pt x="5900837" y="577236"/>
                  </a:lnTo>
                  <a:lnTo>
                    <a:pt x="5939376" y="635510"/>
                  </a:lnTo>
                  <a:lnTo>
                    <a:pt x="5978130" y="697415"/>
                  </a:lnTo>
                  <a:lnTo>
                    <a:pt x="6017198" y="762809"/>
                  </a:lnTo>
                  <a:lnTo>
                    <a:pt x="6056635" y="831468"/>
                  </a:lnTo>
                  <a:lnTo>
                    <a:pt x="6096459" y="903085"/>
                  </a:lnTo>
                  <a:lnTo>
                    <a:pt x="6136654" y="977275"/>
                  </a:lnTo>
                  <a:lnTo>
                    <a:pt x="6177175" y="1053575"/>
                  </a:lnTo>
                  <a:lnTo>
                    <a:pt x="6217952" y="1131461"/>
                  </a:lnTo>
                  <a:lnTo>
                    <a:pt x="6258897" y="1210358"/>
                  </a:lnTo>
                  <a:lnTo>
                    <a:pt x="6299910" y="1289659"/>
                  </a:lnTo>
                  <a:lnTo>
                    <a:pt x="6340886" y="1368746"/>
                  </a:lnTo>
                  <a:lnTo>
                    <a:pt x="6381725" y="1447004"/>
                  </a:lnTo>
                  <a:lnTo>
                    <a:pt x="6422332" y="1523848"/>
                  </a:lnTo>
                  <a:lnTo>
                    <a:pt x="6462633" y="1598736"/>
                  </a:lnTo>
                  <a:lnTo>
                    <a:pt x="6502574" y="1671186"/>
                  </a:lnTo>
                  <a:lnTo>
                    <a:pt x="6542129" y="1740787"/>
                  </a:lnTo>
                  <a:lnTo>
                    <a:pt x="6581306" y="1807208"/>
                  </a:lnTo>
                  <a:lnTo>
                    <a:pt x="6620148" y="1870200"/>
                  </a:lnTo>
                  <a:lnTo>
                    <a:pt x="6658739" y="1929596"/>
                  </a:lnTo>
                  <a:lnTo>
                    <a:pt x="6697209" y="1985310"/>
                  </a:lnTo>
                  <a:lnTo>
                    <a:pt x="6735733" y="2037329"/>
                  </a:lnTo>
                  <a:lnTo>
                    <a:pt x="6774543" y="2085705"/>
                  </a:lnTo>
                  <a:lnTo>
                    <a:pt x="6786527" y="2099806"/>
                  </a:lnTo>
                  <a:lnTo>
                    <a:pt x="6834929" y="2152636"/>
                  </a:lnTo>
                  <a:lnTo>
                    <a:pt x="6884946" y="2200221"/>
                  </a:lnTo>
                  <a:lnTo>
                    <a:pt x="6937336" y="2242824"/>
                  </a:lnTo>
                  <a:lnTo>
                    <a:pt x="6992951" y="2280891"/>
                  </a:lnTo>
                  <a:lnTo>
                    <a:pt x="7052658" y="2314929"/>
                  </a:lnTo>
                  <a:lnTo>
                    <a:pt x="7117273" y="2345427"/>
                  </a:lnTo>
                  <a:lnTo>
                    <a:pt x="7187470" y="2372820"/>
                  </a:lnTo>
                  <a:lnTo>
                    <a:pt x="7263657" y="2397462"/>
                  </a:lnTo>
                  <a:lnTo>
                    <a:pt x="7345827" y="2419616"/>
                  </a:lnTo>
                  <a:lnTo>
                    <a:pt x="7433362" y="2439447"/>
                  </a:lnTo>
                  <a:lnTo>
                    <a:pt x="7524845" y="2457031"/>
                  </a:lnTo>
                  <a:lnTo>
                    <a:pt x="7617922" y="2472369"/>
                  </a:lnTo>
                  <a:lnTo>
                    <a:pt x="7709301" y="2485412"/>
                  </a:lnTo>
                  <a:lnTo>
                    <a:pt x="7794994" y="2496113"/>
                  </a:lnTo>
                  <a:lnTo>
                    <a:pt x="7870829" y="2504471"/>
                  </a:lnTo>
                  <a:lnTo>
                    <a:pt x="7933195" y="2510583"/>
                  </a:lnTo>
                  <a:lnTo>
                    <a:pt x="7979825" y="2514673"/>
                  </a:lnTo>
                  <a:lnTo>
                    <a:pt x="8010368" y="2517082"/>
                  </a:lnTo>
                  <a:lnTo>
                    <a:pt x="8026602" y="2518238"/>
                  </a:lnTo>
                  <a:lnTo>
                    <a:pt x="8032278" y="2518606"/>
                  </a:lnTo>
                  <a:lnTo>
                    <a:pt x="8032819" y="2518638"/>
                  </a:lnTo>
                  <a:lnTo>
                    <a:pt x="8554953" y="2518638"/>
                  </a:lnTo>
                  <a:lnTo>
                    <a:pt x="8554953" y="2512991"/>
                  </a:lnTo>
                  <a:lnTo>
                    <a:pt x="8032819" y="2512991"/>
                  </a:lnTo>
                  <a:lnTo>
                    <a:pt x="8031645" y="2512919"/>
                  </a:lnTo>
                  <a:lnTo>
                    <a:pt x="8023958" y="2512411"/>
                  </a:lnTo>
                  <a:lnTo>
                    <a:pt x="8004687" y="2511006"/>
                  </a:lnTo>
                  <a:lnTo>
                    <a:pt x="7970513" y="2508245"/>
                  </a:lnTo>
                  <a:lnTo>
                    <a:pt x="7920144" y="2503715"/>
                  </a:lnTo>
                  <a:lnTo>
                    <a:pt x="7854408" y="2497100"/>
                  </a:lnTo>
                  <a:lnTo>
                    <a:pt x="7775944" y="2488206"/>
                  </a:lnTo>
                  <a:lnTo>
                    <a:pt x="7688564" y="2476962"/>
                  </a:lnTo>
                  <a:lnTo>
                    <a:pt x="7596458" y="2463383"/>
                  </a:lnTo>
                  <a:lnTo>
                    <a:pt x="7503489" y="2447524"/>
                  </a:lnTo>
                  <a:lnTo>
                    <a:pt x="7412744" y="2429424"/>
                  </a:lnTo>
                  <a:lnTo>
                    <a:pt x="7326353" y="2409067"/>
                  </a:lnTo>
                  <a:lnTo>
                    <a:pt x="7245535" y="2386357"/>
                  </a:lnTo>
                  <a:lnTo>
                    <a:pt x="7170747" y="2361107"/>
                  </a:lnTo>
                  <a:lnTo>
                    <a:pt x="7101887" y="2333032"/>
                  </a:lnTo>
                  <a:lnTo>
                    <a:pt x="7038471" y="2301758"/>
                  </a:lnTo>
                  <a:lnTo>
                    <a:pt x="6979784" y="2266835"/>
                  </a:lnTo>
                  <a:lnTo>
                    <a:pt x="6924991" y="2227765"/>
                  </a:lnTo>
                  <a:lnTo>
                    <a:pt x="6873222" y="2184048"/>
                  </a:lnTo>
                  <a:lnTo>
                    <a:pt x="6823641" y="2135265"/>
                  </a:lnTo>
                  <a:lnTo>
                    <a:pt x="6786527" y="2094159"/>
                  </a:lnTo>
                  <a:lnTo>
                    <a:pt x="6747574" y="2046877"/>
                  </a:lnTo>
                  <a:lnTo>
                    <a:pt x="6708989" y="1995982"/>
                  </a:lnTo>
                  <a:lnTo>
                    <a:pt x="6670524" y="1941402"/>
                  </a:lnTo>
                  <a:lnTo>
                    <a:pt x="6631986" y="1883127"/>
                  </a:lnTo>
                  <a:lnTo>
                    <a:pt x="6593232" y="1821222"/>
                  </a:lnTo>
                  <a:lnTo>
                    <a:pt x="6554164" y="1755829"/>
                  </a:lnTo>
                  <a:lnTo>
                    <a:pt x="6514727" y="1687170"/>
                  </a:lnTo>
                  <a:lnTo>
                    <a:pt x="6474903" y="1615552"/>
                  </a:lnTo>
                  <a:lnTo>
                    <a:pt x="6434708" y="1541362"/>
                  </a:lnTo>
                  <a:lnTo>
                    <a:pt x="6394187" y="1465062"/>
                  </a:lnTo>
                  <a:lnTo>
                    <a:pt x="6353410" y="1387177"/>
                  </a:lnTo>
                  <a:lnTo>
                    <a:pt x="6312465" y="1308280"/>
                  </a:lnTo>
                  <a:lnTo>
                    <a:pt x="6271452" y="1228978"/>
                  </a:lnTo>
                  <a:lnTo>
                    <a:pt x="6230476" y="1149892"/>
                  </a:lnTo>
                  <a:lnTo>
                    <a:pt x="6189637" y="1071634"/>
                  </a:lnTo>
                  <a:lnTo>
                    <a:pt x="6149030" y="994790"/>
                  </a:lnTo>
                  <a:lnTo>
                    <a:pt x="6108729" y="919902"/>
                  </a:lnTo>
                  <a:lnTo>
                    <a:pt x="6068788" y="847452"/>
                  </a:lnTo>
                  <a:lnTo>
                    <a:pt x="6029233" y="777850"/>
                  </a:lnTo>
                  <a:lnTo>
                    <a:pt x="5990056" y="711429"/>
                  </a:lnTo>
                  <a:lnTo>
                    <a:pt x="5951214" y="648437"/>
                  </a:lnTo>
                  <a:lnTo>
                    <a:pt x="5912622" y="589041"/>
                  </a:lnTo>
                  <a:lnTo>
                    <a:pt x="5874153" y="533327"/>
                  </a:lnTo>
                  <a:lnTo>
                    <a:pt x="5835629" y="481309"/>
                  </a:lnTo>
                  <a:lnTo>
                    <a:pt x="5796819" y="432932"/>
                  </a:lnTo>
                  <a:lnTo>
                    <a:pt x="5784835" y="418831"/>
                  </a:lnTo>
                  <a:lnTo>
                    <a:pt x="5736433" y="366002"/>
                  </a:lnTo>
                  <a:lnTo>
                    <a:pt x="5686416" y="318416"/>
                  </a:lnTo>
                  <a:lnTo>
                    <a:pt x="5634026" y="275813"/>
                  </a:lnTo>
                  <a:lnTo>
                    <a:pt x="5578411" y="237746"/>
                  </a:lnTo>
                  <a:lnTo>
                    <a:pt x="5518704" y="203708"/>
                  </a:lnTo>
                  <a:lnTo>
                    <a:pt x="5454089" y="173210"/>
                  </a:lnTo>
                  <a:lnTo>
                    <a:pt x="5383892" y="145817"/>
                  </a:lnTo>
                  <a:lnTo>
                    <a:pt x="5307705" y="121175"/>
                  </a:lnTo>
                  <a:lnTo>
                    <a:pt x="5225535" y="99022"/>
                  </a:lnTo>
                  <a:lnTo>
                    <a:pt x="5138000" y="79191"/>
                  </a:lnTo>
                  <a:lnTo>
                    <a:pt x="5046517" y="61606"/>
                  </a:lnTo>
                  <a:lnTo>
                    <a:pt x="4953440" y="46269"/>
                  </a:lnTo>
                  <a:lnTo>
                    <a:pt x="4862061" y="33225"/>
                  </a:lnTo>
                  <a:lnTo>
                    <a:pt x="4776368" y="22524"/>
                  </a:lnTo>
                  <a:lnTo>
                    <a:pt x="4700533" y="14166"/>
                  </a:lnTo>
                  <a:lnTo>
                    <a:pt x="4638167" y="8054"/>
                  </a:lnTo>
                  <a:lnTo>
                    <a:pt x="4591537" y="3965"/>
                  </a:lnTo>
                  <a:lnTo>
                    <a:pt x="4560994" y="1556"/>
                  </a:lnTo>
                  <a:lnTo>
                    <a:pt x="4544760" y="399"/>
                  </a:lnTo>
                  <a:lnTo>
                    <a:pt x="4539084" y="32"/>
                  </a:lnTo>
                  <a:lnTo>
                    <a:pt x="4538543" y="0"/>
                  </a:lnTo>
                  <a:lnTo>
                    <a:pt x="4016409" y="0"/>
                  </a:lnTo>
                  <a:lnTo>
                    <a:pt x="4015493" y="90"/>
                  </a:lnTo>
                  <a:lnTo>
                    <a:pt x="4009461" y="732"/>
                  </a:lnTo>
                  <a:lnTo>
                    <a:pt x="3994221" y="2506"/>
                  </a:lnTo>
                  <a:lnTo>
                    <a:pt x="3966897" y="6001"/>
                  </a:lnTo>
                  <a:lnTo>
                    <a:pt x="3926020" y="11762"/>
                  </a:lnTo>
                  <a:lnTo>
                    <a:pt x="3871646" y="20244"/>
                  </a:lnTo>
                  <a:lnTo>
                    <a:pt x="3805257" y="31763"/>
                  </a:lnTo>
                  <a:lnTo>
                    <a:pt x="3729422" y="46486"/>
                  </a:lnTo>
                  <a:lnTo>
                    <a:pt x="3647303" y="64453"/>
                  </a:lnTo>
                  <a:lnTo>
                    <a:pt x="3562134" y="85620"/>
                  </a:lnTo>
                  <a:lnTo>
                    <a:pt x="3476806" y="109917"/>
                  </a:lnTo>
                  <a:lnTo>
                    <a:pt x="3393608" y="137300"/>
                  </a:lnTo>
                  <a:lnTo>
                    <a:pt x="3314144" y="167795"/>
                  </a:lnTo>
                  <a:lnTo>
                    <a:pt x="3239361" y="201521"/>
                  </a:lnTo>
                  <a:lnTo>
                    <a:pt x="3169660" y="238707"/>
                  </a:lnTo>
                  <a:lnTo>
                    <a:pt x="3105022" y="279692"/>
                  </a:lnTo>
                  <a:lnTo>
                    <a:pt x="3045132" y="324923"/>
                  </a:lnTo>
                  <a:lnTo>
                    <a:pt x="2989481" y="374940"/>
                  </a:lnTo>
                  <a:lnTo>
                    <a:pt x="2937449" y="430357"/>
                  </a:lnTo>
                  <a:lnTo>
                    <a:pt x="2888365" y="491818"/>
                  </a:lnTo>
                  <a:lnTo>
                    <a:pt x="2841558" y="559931"/>
                  </a:lnTo>
                  <a:lnTo>
                    <a:pt x="2796398" y="635157"/>
                  </a:lnTo>
                  <a:lnTo>
                    <a:pt x="2770117" y="683307"/>
                  </a:lnTo>
                  <a:lnTo>
                    <a:pt x="2738184" y="746041"/>
                  </a:lnTo>
                  <a:lnTo>
                    <a:pt x="2706532" y="812708"/>
                  </a:lnTo>
                  <a:lnTo>
                    <a:pt x="2675014" y="883388"/>
                  </a:lnTo>
                  <a:lnTo>
                    <a:pt x="2643513" y="958114"/>
                  </a:lnTo>
                  <a:lnTo>
                    <a:pt x="2611932" y="1036874"/>
                  </a:lnTo>
                  <a:lnTo>
                    <a:pt x="2580197" y="1119596"/>
                  </a:lnTo>
                  <a:lnTo>
                    <a:pt x="2548256" y="1206154"/>
                  </a:lnTo>
                  <a:lnTo>
                    <a:pt x="2516075" y="1296362"/>
                  </a:lnTo>
                  <a:lnTo>
                    <a:pt x="2483635" y="1389970"/>
                  </a:lnTo>
                  <a:lnTo>
                    <a:pt x="2450937" y="1486671"/>
                  </a:lnTo>
                  <a:lnTo>
                    <a:pt x="2417994" y="1586098"/>
                  </a:lnTo>
                  <a:lnTo>
                    <a:pt x="2384832" y="1687832"/>
                  </a:lnTo>
                  <a:lnTo>
                    <a:pt x="2351490" y="1791407"/>
                  </a:lnTo>
                  <a:lnTo>
                    <a:pt x="2318012" y="1896316"/>
                  </a:lnTo>
                  <a:lnTo>
                    <a:pt x="2284451" y="2002028"/>
                  </a:lnTo>
                  <a:lnTo>
                    <a:pt x="2250865" y="2107991"/>
                  </a:lnTo>
                  <a:lnTo>
                    <a:pt x="2217310" y="2213650"/>
                  </a:lnTo>
                  <a:lnTo>
                    <a:pt x="2183843" y="2318454"/>
                  </a:lnTo>
                  <a:lnTo>
                    <a:pt x="2150516" y="2421873"/>
                  </a:lnTo>
                  <a:lnTo>
                    <a:pt x="2117374" y="2523405"/>
                  </a:lnTo>
                  <a:lnTo>
                    <a:pt x="2084453" y="2622588"/>
                  </a:lnTo>
                  <a:lnTo>
                    <a:pt x="2051779" y="2719007"/>
                  </a:lnTo>
                  <a:lnTo>
                    <a:pt x="2019365" y="2812301"/>
                  </a:lnTo>
                  <a:lnTo>
                    <a:pt x="1987208" y="2902168"/>
                  </a:lnTo>
                  <a:lnTo>
                    <a:pt x="1955288" y="2988365"/>
                  </a:lnTo>
                  <a:lnTo>
                    <a:pt x="1923571" y="3070711"/>
                  </a:lnTo>
                  <a:lnTo>
                    <a:pt x="1892001" y="3149085"/>
                  </a:lnTo>
                  <a:lnTo>
                    <a:pt x="1860503" y="3223423"/>
                  </a:lnTo>
                  <a:lnTo>
                    <a:pt x="1828978" y="3293715"/>
                  </a:lnTo>
                  <a:lnTo>
                    <a:pt x="1797306" y="3359999"/>
                  </a:lnTo>
                  <a:lnTo>
                    <a:pt x="1768425" y="3416538"/>
                  </a:lnTo>
                  <a:lnTo>
                    <a:pt x="1723983" y="3496086"/>
                  </a:lnTo>
                  <a:lnTo>
                    <a:pt x="1678226" y="3568386"/>
                  </a:lnTo>
                  <a:lnTo>
                    <a:pt x="1630574" y="3633733"/>
                  </a:lnTo>
                  <a:lnTo>
                    <a:pt x="1580376" y="3692664"/>
                  </a:lnTo>
                  <a:lnTo>
                    <a:pt x="1526955" y="3745814"/>
                  </a:lnTo>
                  <a:lnTo>
                    <a:pt x="1469654" y="3793818"/>
                  </a:lnTo>
                  <a:lnTo>
                    <a:pt x="1407890" y="3837266"/>
                  </a:lnTo>
                  <a:lnTo>
                    <a:pt x="1341222" y="3876662"/>
                  </a:lnTo>
                  <a:lnTo>
                    <a:pt x="1269441" y="3912409"/>
                  </a:lnTo>
                  <a:lnTo>
                    <a:pt x="1192682" y="3944803"/>
                  </a:lnTo>
                  <a:lnTo>
                    <a:pt x="1111553" y="3974027"/>
                  </a:lnTo>
                  <a:lnTo>
                    <a:pt x="1027259" y="4000160"/>
                  </a:lnTo>
                  <a:lnTo>
                    <a:pt x="941682" y="4023194"/>
                  </a:lnTo>
                  <a:lnTo>
                    <a:pt x="857375" y="4043071"/>
                  </a:lnTo>
                  <a:lnTo>
                    <a:pt x="777408" y="4059724"/>
                  </a:lnTo>
                  <a:lnTo>
                    <a:pt x="705046" y="4073136"/>
                  </a:lnTo>
                  <a:lnTo>
                    <a:pt x="643274" y="4083394"/>
                  </a:lnTo>
                  <a:lnTo>
                    <a:pt x="594273" y="4090726"/>
                  </a:lnTo>
                  <a:lnTo>
                    <a:pt x="558974" y="4095506"/>
                  </a:lnTo>
                  <a:lnTo>
                    <a:pt x="536814" y="4098234"/>
                  </a:lnTo>
                  <a:lnTo>
                    <a:pt x="525729" y="4099477"/>
                  </a:lnTo>
                  <a:lnTo>
                    <a:pt x="522329" y="4099827"/>
                  </a:lnTo>
                  <a:lnTo>
                    <a:pt x="522133" y="4099846"/>
                  </a:lnTo>
                  <a:lnTo>
                    <a:pt x="0" y="4099846"/>
                  </a:lnTo>
                  <a:close/>
                </a:path>
              </a:pathLst>
            </a:custGeom>
            <a:solidFill>
              <a:srgbClr val="DFC486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1947" name="pl1947"/>
            <p:cNvSpPr/>
            <p:nvPr/>
          </p:nvSpPr>
          <p:spPr>
            <a:xfrm>
              <a:off x="386606" y="1772851"/>
              <a:ext cx="8554953" cy="4099846"/>
            </a:xfrm>
            <a:custGeom>
              <a:avLst/>
              <a:pathLst>
                <a:path w="8554953" h="4099846">
                  <a:moveTo>
                    <a:pt x="0" y="4099846"/>
                  </a:moveTo>
                  <a:lnTo>
                    <a:pt x="522133" y="4099846"/>
                  </a:lnTo>
                  <a:lnTo>
                    <a:pt x="523049" y="4099756"/>
                  </a:lnTo>
                  <a:lnTo>
                    <a:pt x="529081" y="4099114"/>
                  </a:lnTo>
                  <a:lnTo>
                    <a:pt x="544321" y="4097339"/>
                  </a:lnTo>
                  <a:lnTo>
                    <a:pt x="571645" y="4093845"/>
                  </a:lnTo>
                  <a:lnTo>
                    <a:pt x="612523" y="4088083"/>
                  </a:lnTo>
                  <a:lnTo>
                    <a:pt x="666896" y="4079601"/>
                  </a:lnTo>
                  <a:lnTo>
                    <a:pt x="733285" y="4068082"/>
                  </a:lnTo>
                  <a:lnTo>
                    <a:pt x="809120" y="4053359"/>
                  </a:lnTo>
                  <a:lnTo>
                    <a:pt x="891239" y="4035392"/>
                  </a:lnTo>
                  <a:lnTo>
                    <a:pt x="976408" y="4014225"/>
                  </a:lnTo>
                  <a:lnTo>
                    <a:pt x="1061736" y="3989928"/>
                  </a:lnTo>
                  <a:lnTo>
                    <a:pt x="1144934" y="3962545"/>
                  </a:lnTo>
                  <a:lnTo>
                    <a:pt x="1224398" y="3932050"/>
                  </a:lnTo>
                  <a:lnTo>
                    <a:pt x="1299182" y="3898324"/>
                  </a:lnTo>
                  <a:lnTo>
                    <a:pt x="1368882" y="3861138"/>
                  </a:lnTo>
                  <a:lnTo>
                    <a:pt x="1433520" y="3820153"/>
                  </a:lnTo>
                  <a:lnTo>
                    <a:pt x="1493410" y="3774923"/>
                  </a:lnTo>
                  <a:lnTo>
                    <a:pt x="1549061" y="3724905"/>
                  </a:lnTo>
                  <a:lnTo>
                    <a:pt x="1601093" y="3669488"/>
                  </a:lnTo>
                  <a:lnTo>
                    <a:pt x="1650177" y="3608027"/>
                  </a:lnTo>
                  <a:lnTo>
                    <a:pt x="1696984" y="3539914"/>
                  </a:lnTo>
                  <a:lnTo>
                    <a:pt x="1742144" y="3464689"/>
                  </a:lnTo>
                  <a:lnTo>
                    <a:pt x="1768425" y="3416538"/>
                  </a:lnTo>
                  <a:lnTo>
                    <a:pt x="1800358" y="3353804"/>
                  </a:lnTo>
                  <a:lnTo>
                    <a:pt x="1832011" y="3287137"/>
                  </a:lnTo>
                  <a:lnTo>
                    <a:pt x="1863528" y="3216458"/>
                  </a:lnTo>
                  <a:lnTo>
                    <a:pt x="1895029" y="3141731"/>
                  </a:lnTo>
                  <a:lnTo>
                    <a:pt x="1926611" y="3062972"/>
                  </a:lnTo>
                  <a:lnTo>
                    <a:pt x="1958345" y="2980249"/>
                  </a:lnTo>
                  <a:lnTo>
                    <a:pt x="1990286" y="2893691"/>
                  </a:lnTo>
                  <a:lnTo>
                    <a:pt x="2022467" y="2803484"/>
                  </a:lnTo>
                  <a:lnTo>
                    <a:pt x="2054907" y="2709875"/>
                  </a:lnTo>
                  <a:lnTo>
                    <a:pt x="2087605" y="2613174"/>
                  </a:lnTo>
                  <a:lnTo>
                    <a:pt x="2120548" y="2513747"/>
                  </a:lnTo>
                  <a:lnTo>
                    <a:pt x="2153710" y="2412013"/>
                  </a:lnTo>
                  <a:lnTo>
                    <a:pt x="2187053" y="2308439"/>
                  </a:lnTo>
                  <a:lnTo>
                    <a:pt x="2220530" y="2203529"/>
                  </a:lnTo>
                  <a:lnTo>
                    <a:pt x="2254091" y="2097817"/>
                  </a:lnTo>
                  <a:lnTo>
                    <a:pt x="2287677" y="1991854"/>
                  </a:lnTo>
                  <a:lnTo>
                    <a:pt x="2321232" y="1886195"/>
                  </a:lnTo>
                  <a:lnTo>
                    <a:pt x="2354699" y="1781391"/>
                  </a:lnTo>
                  <a:lnTo>
                    <a:pt x="2388026" y="1677972"/>
                  </a:lnTo>
                  <a:lnTo>
                    <a:pt x="2421169" y="1576440"/>
                  </a:lnTo>
                  <a:lnTo>
                    <a:pt x="2454089" y="1477257"/>
                  </a:lnTo>
                  <a:lnTo>
                    <a:pt x="2486763" y="1380838"/>
                  </a:lnTo>
                  <a:lnTo>
                    <a:pt x="2519177" y="1287544"/>
                  </a:lnTo>
                  <a:lnTo>
                    <a:pt x="2551335" y="1197677"/>
                  </a:lnTo>
                  <a:lnTo>
                    <a:pt x="2583254" y="1111480"/>
                  </a:lnTo>
                  <a:lnTo>
                    <a:pt x="2614971" y="1029134"/>
                  </a:lnTo>
                  <a:lnTo>
                    <a:pt x="2646541" y="950760"/>
                  </a:lnTo>
                  <a:lnTo>
                    <a:pt x="2678040" y="876422"/>
                  </a:lnTo>
                  <a:lnTo>
                    <a:pt x="2709564" y="806131"/>
                  </a:lnTo>
                  <a:lnTo>
                    <a:pt x="2741237" y="739846"/>
                  </a:lnTo>
                  <a:lnTo>
                    <a:pt x="2770117" y="683307"/>
                  </a:lnTo>
                  <a:lnTo>
                    <a:pt x="2814559" y="603759"/>
                  </a:lnTo>
                  <a:lnTo>
                    <a:pt x="2860316" y="531459"/>
                  </a:lnTo>
                  <a:lnTo>
                    <a:pt x="2907968" y="466112"/>
                  </a:lnTo>
                  <a:lnTo>
                    <a:pt x="2958166" y="407181"/>
                  </a:lnTo>
                  <a:lnTo>
                    <a:pt x="3011587" y="354032"/>
                  </a:lnTo>
                  <a:lnTo>
                    <a:pt x="3068888" y="306027"/>
                  </a:lnTo>
                  <a:lnTo>
                    <a:pt x="3130652" y="262579"/>
                  </a:lnTo>
                  <a:lnTo>
                    <a:pt x="3197320" y="223183"/>
                  </a:lnTo>
                  <a:lnTo>
                    <a:pt x="3269101" y="187436"/>
                  </a:lnTo>
                  <a:lnTo>
                    <a:pt x="3345860" y="155042"/>
                  </a:lnTo>
                  <a:lnTo>
                    <a:pt x="3426989" y="125818"/>
                  </a:lnTo>
                  <a:lnTo>
                    <a:pt x="3511283" y="99686"/>
                  </a:lnTo>
                  <a:lnTo>
                    <a:pt x="3596860" y="76651"/>
                  </a:lnTo>
                  <a:lnTo>
                    <a:pt x="3681167" y="56774"/>
                  </a:lnTo>
                  <a:lnTo>
                    <a:pt x="3761134" y="40121"/>
                  </a:lnTo>
                  <a:lnTo>
                    <a:pt x="3833496" y="26709"/>
                  </a:lnTo>
                  <a:lnTo>
                    <a:pt x="3895268" y="16451"/>
                  </a:lnTo>
                  <a:lnTo>
                    <a:pt x="3944269" y="9120"/>
                  </a:lnTo>
                  <a:lnTo>
                    <a:pt x="3979568" y="4339"/>
                  </a:lnTo>
                  <a:lnTo>
                    <a:pt x="4001728" y="1612"/>
                  </a:lnTo>
                  <a:lnTo>
                    <a:pt x="4012813" y="368"/>
                  </a:lnTo>
                  <a:lnTo>
                    <a:pt x="4016213" y="18"/>
                  </a:lnTo>
                  <a:lnTo>
                    <a:pt x="4016409" y="0"/>
                  </a:lnTo>
                  <a:lnTo>
                    <a:pt x="4538543" y="0"/>
                  </a:lnTo>
                  <a:lnTo>
                    <a:pt x="4539717" y="71"/>
                  </a:lnTo>
                  <a:lnTo>
                    <a:pt x="4547404" y="579"/>
                  </a:lnTo>
                  <a:lnTo>
                    <a:pt x="4566674" y="1984"/>
                  </a:lnTo>
                  <a:lnTo>
                    <a:pt x="4600849" y="4745"/>
                  </a:lnTo>
                  <a:lnTo>
                    <a:pt x="4651217" y="9275"/>
                  </a:lnTo>
                  <a:lnTo>
                    <a:pt x="4716954" y="15890"/>
                  </a:lnTo>
                  <a:lnTo>
                    <a:pt x="4795418" y="24784"/>
                  </a:lnTo>
                  <a:lnTo>
                    <a:pt x="4882798" y="36029"/>
                  </a:lnTo>
                  <a:lnTo>
                    <a:pt x="4974904" y="49607"/>
                  </a:lnTo>
                  <a:lnTo>
                    <a:pt x="5067873" y="65466"/>
                  </a:lnTo>
                  <a:lnTo>
                    <a:pt x="5158618" y="83567"/>
                  </a:lnTo>
                  <a:lnTo>
                    <a:pt x="5245009" y="103924"/>
                  </a:lnTo>
                  <a:lnTo>
                    <a:pt x="5325827" y="126633"/>
                  </a:lnTo>
                  <a:lnTo>
                    <a:pt x="5400615" y="151883"/>
                  </a:lnTo>
                  <a:lnTo>
                    <a:pt x="5469475" y="179958"/>
                  </a:lnTo>
                  <a:lnTo>
                    <a:pt x="5532891" y="211232"/>
                  </a:lnTo>
                  <a:lnTo>
                    <a:pt x="5591578" y="246155"/>
                  </a:lnTo>
                  <a:lnTo>
                    <a:pt x="5646371" y="285225"/>
                  </a:lnTo>
                  <a:lnTo>
                    <a:pt x="5698140" y="328942"/>
                  </a:lnTo>
                  <a:lnTo>
                    <a:pt x="5747721" y="377725"/>
                  </a:lnTo>
                  <a:lnTo>
                    <a:pt x="5784835" y="418831"/>
                  </a:lnTo>
                  <a:lnTo>
                    <a:pt x="5823788" y="466113"/>
                  </a:lnTo>
                  <a:lnTo>
                    <a:pt x="5862373" y="517008"/>
                  </a:lnTo>
                  <a:lnTo>
                    <a:pt x="5900837" y="571588"/>
                  </a:lnTo>
                  <a:lnTo>
                    <a:pt x="5939376" y="629863"/>
                  </a:lnTo>
                  <a:lnTo>
                    <a:pt x="5978130" y="691768"/>
                  </a:lnTo>
                  <a:lnTo>
                    <a:pt x="6017198" y="757161"/>
                  </a:lnTo>
                  <a:lnTo>
                    <a:pt x="6056635" y="825820"/>
                  </a:lnTo>
                  <a:lnTo>
                    <a:pt x="6096459" y="897438"/>
                  </a:lnTo>
                  <a:lnTo>
                    <a:pt x="6136654" y="971628"/>
                  </a:lnTo>
                  <a:lnTo>
                    <a:pt x="6177175" y="1047928"/>
                  </a:lnTo>
                  <a:lnTo>
                    <a:pt x="6217952" y="1125814"/>
                  </a:lnTo>
                  <a:lnTo>
                    <a:pt x="6258897" y="1204711"/>
                  </a:lnTo>
                  <a:lnTo>
                    <a:pt x="6299910" y="1284012"/>
                  </a:lnTo>
                  <a:lnTo>
                    <a:pt x="6340886" y="1363098"/>
                  </a:lnTo>
                  <a:lnTo>
                    <a:pt x="6381725" y="1441357"/>
                  </a:lnTo>
                  <a:lnTo>
                    <a:pt x="6422332" y="1518200"/>
                  </a:lnTo>
                  <a:lnTo>
                    <a:pt x="6462633" y="1593088"/>
                  </a:lnTo>
                  <a:lnTo>
                    <a:pt x="6502574" y="1665538"/>
                  </a:lnTo>
                  <a:lnTo>
                    <a:pt x="6542129" y="1735140"/>
                  </a:lnTo>
                  <a:lnTo>
                    <a:pt x="6581306" y="1801561"/>
                  </a:lnTo>
                  <a:lnTo>
                    <a:pt x="6620148" y="1864553"/>
                  </a:lnTo>
                  <a:lnTo>
                    <a:pt x="6658739" y="1923949"/>
                  </a:lnTo>
                  <a:lnTo>
                    <a:pt x="6697209" y="1979663"/>
                  </a:lnTo>
                  <a:lnTo>
                    <a:pt x="6735733" y="2031681"/>
                  </a:lnTo>
                  <a:lnTo>
                    <a:pt x="6774543" y="2080058"/>
                  </a:lnTo>
                  <a:lnTo>
                    <a:pt x="6786527" y="2094159"/>
                  </a:lnTo>
                  <a:lnTo>
                    <a:pt x="6834929" y="2146988"/>
                  </a:lnTo>
                  <a:lnTo>
                    <a:pt x="6884946" y="2194574"/>
                  </a:lnTo>
                  <a:lnTo>
                    <a:pt x="6937336" y="2237177"/>
                  </a:lnTo>
                  <a:lnTo>
                    <a:pt x="6992951" y="2275244"/>
                  </a:lnTo>
                  <a:lnTo>
                    <a:pt x="7052658" y="2309282"/>
                  </a:lnTo>
                  <a:lnTo>
                    <a:pt x="7117273" y="2339780"/>
                  </a:lnTo>
                  <a:lnTo>
                    <a:pt x="7187470" y="2367173"/>
                  </a:lnTo>
                  <a:lnTo>
                    <a:pt x="7263657" y="2391815"/>
                  </a:lnTo>
                  <a:lnTo>
                    <a:pt x="7345827" y="2413968"/>
                  </a:lnTo>
                  <a:lnTo>
                    <a:pt x="7433362" y="2433799"/>
                  </a:lnTo>
                  <a:lnTo>
                    <a:pt x="7524845" y="2451384"/>
                  </a:lnTo>
                  <a:lnTo>
                    <a:pt x="7617922" y="2466721"/>
                  </a:lnTo>
                  <a:lnTo>
                    <a:pt x="7709301" y="2479765"/>
                  </a:lnTo>
                  <a:lnTo>
                    <a:pt x="7794994" y="2490466"/>
                  </a:lnTo>
                  <a:lnTo>
                    <a:pt x="7870829" y="2498824"/>
                  </a:lnTo>
                  <a:lnTo>
                    <a:pt x="7933195" y="2504936"/>
                  </a:lnTo>
                  <a:lnTo>
                    <a:pt x="7979825" y="2509026"/>
                  </a:lnTo>
                  <a:lnTo>
                    <a:pt x="8010368" y="2511435"/>
                  </a:lnTo>
                  <a:lnTo>
                    <a:pt x="8026602" y="2512591"/>
                  </a:lnTo>
                  <a:lnTo>
                    <a:pt x="8032278" y="2512958"/>
                  </a:lnTo>
                  <a:lnTo>
                    <a:pt x="8032819" y="2512991"/>
                  </a:lnTo>
                  <a:lnTo>
                    <a:pt x="8554953" y="2512991"/>
                  </a:lnTo>
                  <a:lnTo>
                    <a:pt x="8554953" y="2512991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948" name="pl1948"/>
            <p:cNvSpPr/>
            <p:nvPr/>
          </p:nvSpPr>
          <p:spPr>
            <a:xfrm>
              <a:off x="386606" y="1767203"/>
              <a:ext cx="8554953" cy="4099846"/>
            </a:xfrm>
            <a:custGeom>
              <a:avLst/>
              <a:pathLst>
                <a:path w="8554953" h="4099846">
                  <a:moveTo>
                    <a:pt x="8554953" y="2512991"/>
                  </a:moveTo>
                  <a:lnTo>
                    <a:pt x="8032819" y="2512991"/>
                  </a:lnTo>
                  <a:lnTo>
                    <a:pt x="8031645" y="2512919"/>
                  </a:lnTo>
                  <a:lnTo>
                    <a:pt x="8023958" y="2512411"/>
                  </a:lnTo>
                  <a:lnTo>
                    <a:pt x="8004687" y="2511006"/>
                  </a:lnTo>
                  <a:lnTo>
                    <a:pt x="7970513" y="2508245"/>
                  </a:lnTo>
                  <a:lnTo>
                    <a:pt x="7920144" y="2503715"/>
                  </a:lnTo>
                  <a:lnTo>
                    <a:pt x="7854408" y="2497100"/>
                  </a:lnTo>
                  <a:lnTo>
                    <a:pt x="7775944" y="2488206"/>
                  </a:lnTo>
                  <a:lnTo>
                    <a:pt x="7688564" y="2476962"/>
                  </a:lnTo>
                  <a:lnTo>
                    <a:pt x="7596458" y="2463383"/>
                  </a:lnTo>
                  <a:lnTo>
                    <a:pt x="7503489" y="2447524"/>
                  </a:lnTo>
                  <a:lnTo>
                    <a:pt x="7412744" y="2429424"/>
                  </a:lnTo>
                  <a:lnTo>
                    <a:pt x="7326353" y="2409067"/>
                  </a:lnTo>
                  <a:lnTo>
                    <a:pt x="7245535" y="2386357"/>
                  </a:lnTo>
                  <a:lnTo>
                    <a:pt x="7170747" y="2361107"/>
                  </a:lnTo>
                  <a:lnTo>
                    <a:pt x="7101887" y="2333032"/>
                  </a:lnTo>
                  <a:lnTo>
                    <a:pt x="7038471" y="2301758"/>
                  </a:lnTo>
                  <a:lnTo>
                    <a:pt x="6979784" y="2266835"/>
                  </a:lnTo>
                  <a:lnTo>
                    <a:pt x="6924991" y="2227765"/>
                  </a:lnTo>
                  <a:lnTo>
                    <a:pt x="6873222" y="2184048"/>
                  </a:lnTo>
                  <a:lnTo>
                    <a:pt x="6823641" y="2135265"/>
                  </a:lnTo>
                  <a:lnTo>
                    <a:pt x="6786527" y="2094159"/>
                  </a:lnTo>
                  <a:lnTo>
                    <a:pt x="6747574" y="2046877"/>
                  </a:lnTo>
                  <a:lnTo>
                    <a:pt x="6708989" y="1995982"/>
                  </a:lnTo>
                  <a:lnTo>
                    <a:pt x="6670524" y="1941402"/>
                  </a:lnTo>
                  <a:lnTo>
                    <a:pt x="6631986" y="1883127"/>
                  </a:lnTo>
                  <a:lnTo>
                    <a:pt x="6593232" y="1821222"/>
                  </a:lnTo>
                  <a:lnTo>
                    <a:pt x="6554164" y="1755829"/>
                  </a:lnTo>
                  <a:lnTo>
                    <a:pt x="6514727" y="1687170"/>
                  </a:lnTo>
                  <a:lnTo>
                    <a:pt x="6474903" y="1615552"/>
                  </a:lnTo>
                  <a:lnTo>
                    <a:pt x="6434708" y="1541362"/>
                  </a:lnTo>
                  <a:lnTo>
                    <a:pt x="6394187" y="1465062"/>
                  </a:lnTo>
                  <a:lnTo>
                    <a:pt x="6353410" y="1387177"/>
                  </a:lnTo>
                  <a:lnTo>
                    <a:pt x="6312465" y="1308280"/>
                  </a:lnTo>
                  <a:lnTo>
                    <a:pt x="6271452" y="1228978"/>
                  </a:lnTo>
                  <a:lnTo>
                    <a:pt x="6230476" y="1149892"/>
                  </a:lnTo>
                  <a:lnTo>
                    <a:pt x="6189637" y="1071634"/>
                  </a:lnTo>
                  <a:lnTo>
                    <a:pt x="6149030" y="994790"/>
                  </a:lnTo>
                  <a:lnTo>
                    <a:pt x="6108729" y="919902"/>
                  </a:lnTo>
                  <a:lnTo>
                    <a:pt x="6068788" y="847452"/>
                  </a:lnTo>
                  <a:lnTo>
                    <a:pt x="6029233" y="777850"/>
                  </a:lnTo>
                  <a:lnTo>
                    <a:pt x="5990056" y="711429"/>
                  </a:lnTo>
                  <a:lnTo>
                    <a:pt x="5951214" y="648437"/>
                  </a:lnTo>
                  <a:lnTo>
                    <a:pt x="5912622" y="589041"/>
                  </a:lnTo>
                  <a:lnTo>
                    <a:pt x="5874153" y="533327"/>
                  </a:lnTo>
                  <a:lnTo>
                    <a:pt x="5835629" y="481309"/>
                  </a:lnTo>
                  <a:lnTo>
                    <a:pt x="5796819" y="432932"/>
                  </a:lnTo>
                  <a:lnTo>
                    <a:pt x="5784835" y="418831"/>
                  </a:lnTo>
                  <a:lnTo>
                    <a:pt x="5736433" y="366002"/>
                  </a:lnTo>
                  <a:lnTo>
                    <a:pt x="5686416" y="318416"/>
                  </a:lnTo>
                  <a:lnTo>
                    <a:pt x="5634026" y="275813"/>
                  </a:lnTo>
                  <a:lnTo>
                    <a:pt x="5578411" y="237746"/>
                  </a:lnTo>
                  <a:lnTo>
                    <a:pt x="5518704" y="203708"/>
                  </a:lnTo>
                  <a:lnTo>
                    <a:pt x="5454089" y="173210"/>
                  </a:lnTo>
                  <a:lnTo>
                    <a:pt x="5383892" y="145817"/>
                  </a:lnTo>
                  <a:lnTo>
                    <a:pt x="5307705" y="121175"/>
                  </a:lnTo>
                  <a:lnTo>
                    <a:pt x="5225535" y="99022"/>
                  </a:lnTo>
                  <a:lnTo>
                    <a:pt x="5138000" y="79191"/>
                  </a:lnTo>
                  <a:lnTo>
                    <a:pt x="5046517" y="61606"/>
                  </a:lnTo>
                  <a:lnTo>
                    <a:pt x="4953440" y="46269"/>
                  </a:lnTo>
                  <a:lnTo>
                    <a:pt x="4862061" y="33225"/>
                  </a:lnTo>
                  <a:lnTo>
                    <a:pt x="4776368" y="22524"/>
                  </a:lnTo>
                  <a:lnTo>
                    <a:pt x="4700533" y="14166"/>
                  </a:lnTo>
                  <a:lnTo>
                    <a:pt x="4638167" y="8054"/>
                  </a:lnTo>
                  <a:lnTo>
                    <a:pt x="4591537" y="3965"/>
                  </a:lnTo>
                  <a:lnTo>
                    <a:pt x="4560994" y="1556"/>
                  </a:lnTo>
                  <a:lnTo>
                    <a:pt x="4544760" y="399"/>
                  </a:lnTo>
                  <a:lnTo>
                    <a:pt x="4539084" y="32"/>
                  </a:lnTo>
                  <a:lnTo>
                    <a:pt x="4538543" y="0"/>
                  </a:lnTo>
                  <a:lnTo>
                    <a:pt x="4016409" y="0"/>
                  </a:lnTo>
                  <a:lnTo>
                    <a:pt x="4015493" y="90"/>
                  </a:lnTo>
                  <a:lnTo>
                    <a:pt x="4009461" y="732"/>
                  </a:lnTo>
                  <a:lnTo>
                    <a:pt x="3994221" y="2506"/>
                  </a:lnTo>
                  <a:lnTo>
                    <a:pt x="3966897" y="6001"/>
                  </a:lnTo>
                  <a:lnTo>
                    <a:pt x="3926020" y="11762"/>
                  </a:lnTo>
                  <a:lnTo>
                    <a:pt x="3871646" y="20244"/>
                  </a:lnTo>
                  <a:lnTo>
                    <a:pt x="3805257" y="31763"/>
                  </a:lnTo>
                  <a:lnTo>
                    <a:pt x="3729422" y="46486"/>
                  </a:lnTo>
                  <a:lnTo>
                    <a:pt x="3647303" y="64453"/>
                  </a:lnTo>
                  <a:lnTo>
                    <a:pt x="3562134" y="85620"/>
                  </a:lnTo>
                  <a:lnTo>
                    <a:pt x="3476806" y="109917"/>
                  </a:lnTo>
                  <a:lnTo>
                    <a:pt x="3393608" y="137300"/>
                  </a:lnTo>
                  <a:lnTo>
                    <a:pt x="3314144" y="167795"/>
                  </a:lnTo>
                  <a:lnTo>
                    <a:pt x="3239361" y="201521"/>
                  </a:lnTo>
                  <a:lnTo>
                    <a:pt x="3169660" y="238707"/>
                  </a:lnTo>
                  <a:lnTo>
                    <a:pt x="3105022" y="279692"/>
                  </a:lnTo>
                  <a:lnTo>
                    <a:pt x="3045132" y="324923"/>
                  </a:lnTo>
                  <a:lnTo>
                    <a:pt x="2989481" y="374940"/>
                  </a:lnTo>
                  <a:lnTo>
                    <a:pt x="2937449" y="430357"/>
                  </a:lnTo>
                  <a:lnTo>
                    <a:pt x="2888365" y="491818"/>
                  </a:lnTo>
                  <a:lnTo>
                    <a:pt x="2841558" y="559931"/>
                  </a:lnTo>
                  <a:lnTo>
                    <a:pt x="2796398" y="635157"/>
                  </a:lnTo>
                  <a:lnTo>
                    <a:pt x="2770117" y="683307"/>
                  </a:lnTo>
                  <a:lnTo>
                    <a:pt x="2738184" y="746041"/>
                  </a:lnTo>
                  <a:lnTo>
                    <a:pt x="2706532" y="812708"/>
                  </a:lnTo>
                  <a:lnTo>
                    <a:pt x="2675014" y="883388"/>
                  </a:lnTo>
                  <a:lnTo>
                    <a:pt x="2643513" y="958114"/>
                  </a:lnTo>
                  <a:lnTo>
                    <a:pt x="2611932" y="1036874"/>
                  </a:lnTo>
                  <a:lnTo>
                    <a:pt x="2580197" y="1119596"/>
                  </a:lnTo>
                  <a:lnTo>
                    <a:pt x="2548256" y="1206154"/>
                  </a:lnTo>
                  <a:lnTo>
                    <a:pt x="2516075" y="1296362"/>
                  </a:lnTo>
                  <a:lnTo>
                    <a:pt x="2483635" y="1389970"/>
                  </a:lnTo>
                  <a:lnTo>
                    <a:pt x="2450937" y="1486671"/>
                  </a:lnTo>
                  <a:lnTo>
                    <a:pt x="2417994" y="1586098"/>
                  </a:lnTo>
                  <a:lnTo>
                    <a:pt x="2384832" y="1687832"/>
                  </a:lnTo>
                  <a:lnTo>
                    <a:pt x="2351490" y="1791407"/>
                  </a:lnTo>
                  <a:lnTo>
                    <a:pt x="2318012" y="1896316"/>
                  </a:lnTo>
                  <a:lnTo>
                    <a:pt x="2284451" y="2002028"/>
                  </a:lnTo>
                  <a:lnTo>
                    <a:pt x="2250865" y="2107991"/>
                  </a:lnTo>
                  <a:lnTo>
                    <a:pt x="2217310" y="2213650"/>
                  </a:lnTo>
                  <a:lnTo>
                    <a:pt x="2183843" y="2318454"/>
                  </a:lnTo>
                  <a:lnTo>
                    <a:pt x="2150516" y="2421873"/>
                  </a:lnTo>
                  <a:lnTo>
                    <a:pt x="2117374" y="2523405"/>
                  </a:lnTo>
                  <a:lnTo>
                    <a:pt x="2084453" y="2622588"/>
                  </a:lnTo>
                  <a:lnTo>
                    <a:pt x="2051779" y="2719007"/>
                  </a:lnTo>
                  <a:lnTo>
                    <a:pt x="2019365" y="2812301"/>
                  </a:lnTo>
                  <a:lnTo>
                    <a:pt x="1987208" y="2902168"/>
                  </a:lnTo>
                  <a:lnTo>
                    <a:pt x="1955288" y="2988365"/>
                  </a:lnTo>
                  <a:lnTo>
                    <a:pt x="1923571" y="3070711"/>
                  </a:lnTo>
                  <a:lnTo>
                    <a:pt x="1892001" y="3149085"/>
                  </a:lnTo>
                  <a:lnTo>
                    <a:pt x="1860503" y="3223423"/>
                  </a:lnTo>
                  <a:lnTo>
                    <a:pt x="1828978" y="3293715"/>
                  </a:lnTo>
                  <a:lnTo>
                    <a:pt x="1797306" y="3359999"/>
                  </a:lnTo>
                  <a:lnTo>
                    <a:pt x="1768425" y="3416538"/>
                  </a:lnTo>
                  <a:lnTo>
                    <a:pt x="1723983" y="3496086"/>
                  </a:lnTo>
                  <a:lnTo>
                    <a:pt x="1678226" y="3568386"/>
                  </a:lnTo>
                  <a:lnTo>
                    <a:pt x="1630574" y="3633733"/>
                  </a:lnTo>
                  <a:lnTo>
                    <a:pt x="1580376" y="3692664"/>
                  </a:lnTo>
                  <a:lnTo>
                    <a:pt x="1526955" y="3745814"/>
                  </a:lnTo>
                  <a:lnTo>
                    <a:pt x="1469654" y="3793818"/>
                  </a:lnTo>
                  <a:lnTo>
                    <a:pt x="1407890" y="3837266"/>
                  </a:lnTo>
                  <a:lnTo>
                    <a:pt x="1341222" y="3876662"/>
                  </a:lnTo>
                  <a:lnTo>
                    <a:pt x="1269441" y="3912409"/>
                  </a:lnTo>
                  <a:lnTo>
                    <a:pt x="1192682" y="3944803"/>
                  </a:lnTo>
                  <a:lnTo>
                    <a:pt x="1111553" y="3974027"/>
                  </a:lnTo>
                  <a:lnTo>
                    <a:pt x="1027259" y="4000160"/>
                  </a:lnTo>
                  <a:lnTo>
                    <a:pt x="941682" y="4023194"/>
                  </a:lnTo>
                  <a:lnTo>
                    <a:pt x="857375" y="4043071"/>
                  </a:lnTo>
                  <a:lnTo>
                    <a:pt x="777408" y="4059724"/>
                  </a:lnTo>
                  <a:lnTo>
                    <a:pt x="705046" y="4073136"/>
                  </a:lnTo>
                  <a:lnTo>
                    <a:pt x="643274" y="4083394"/>
                  </a:lnTo>
                  <a:lnTo>
                    <a:pt x="594273" y="4090726"/>
                  </a:lnTo>
                  <a:lnTo>
                    <a:pt x="558974" y="4095506"/>
                  </a:lnTo>
                  <a:lnTo>
                    <a:pt x="536814" y="4098234"/>
                  </a:lnTo>
                  <a:lnTo>
                    <a:pt x="525729" y="4099477"/>
                  </a:lnTo>
                  <a:lnTo>
                    <a:pt x="522329" y="4099827"/>
                  </a:lnTo>
                  <a:lnTo>
                    <a:pt x="522133" y="4099846"/>
                  </a:lnTo>
                  <a:lnTo>
                    <a:pt x="0" y="4099846"/>
                  </a:lnTo>
                  <a:lnTo>
                    <a:pt x="0" y="4099846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949" name="pg1949"/>
            <p:cNvSpPr/>
            <p:nvPr/>
          </p:nvSpPr>
          <p:spPr>
            <a:xfrm>
              <a:off x="386606" y="3393589"/>
              <a:ext cx="8554953" cy="2490402"/>
            </a:xfrm>
            <a:custGeom>
              <a:avLst/>
              <a:pathLst>
                <a:path w="8554953" h="2490402">
                  <a:moveTo>
                    <a:pt x="0" y="2490402"/>
                  </a:moveTo>
                  <a:lnTo>
                    <a:pt x="522133" y="2490402"/>
                  </a:lnTo>
                  <a:lnTo>
                    <a:pt x="523332" y="2490340"/>
                  </a:lnTo>
                  <a:lnTo>
                    <a:pt x="531182" y="2489900"/>
                  </a:lnTo>
                  <a:lnTo>
                    <a:pt x="550844" y="2488683"/>
                  </a:lnTo>
                  <a:lnTo>
                    <a:pt x="585678" y="2486292"/>
                  </a:lnTo>
                  <a:lnTo>
                    <a:pt x="636946" y="2482372"/>
                  </a:lnTo>
                  <a:lnTo>
                    <a:pt x="703736" y="2476651"/>
                  </a:lnTo>
                  <a:lnTo>
                    <a:pt x="783288" y="2468967"/>
                  </a:lnTo>
                  <a:lnTo>
                    <a:pt x="871671" y="2459261"/>
                  </a:lnTo>
                  <a:lnTo>
                    <a:pt x="964607" y="2447552"/>
                  </a:lnTo>
                  <a:lnTo>
                    <a:pt x="1058187" y="2433885"/>
                  </a:lnTo>
                  <a:lnTo>
                    <a:pt x="1149320" y="2418292"/>
                  </a:lnTo>
                  <a:lnTo>
                    <a:pt x="1235904" y="2400756"/>
                  </a:lnTo>
                  <a:lnTo>
                    <a:pt x="1316767" y="2381187"/>
                  </a:lnTo>
                  <a:lnTo>
                    <a:pt x="1391500" y="2359414"/>
                  </a:lnTo>
                  <a:lnTo>
                    <a:pt x="1460255" y="2335183"/>
                  </a:lnTo>
                  <a:lnTo>
                    <a:pt x="1523556" y="2308163"/>
                  </a:lnTo>
                  <a:lnTo>
                    <a:pt x="1582154" y="2277958"/>
                  </a:lnTo>
                  <a:lnTo>
                    <a:pt x="1636910" y="2244133"/>
                  </a:lnTo>
                  <a:lnTo>
                    <a:pt x="1688712" y="2206261"/>
                  </a:lnTo>
                  <a:lnTo>
                    <a:pt x="1738405" y="2163997"/>
                  </a:lnTo>
                  <a:lnTo>
                    <a:pt x="1768425" y="2135571"/>
                  </a:lnTo>
                  <a:lnTo>
                    <a:pt x="1809702" y="2093014"/>
                  </a:lnTo>
                  <a:lnTo>
                    <a:pt x="1850581" y="2047013"/>
                  </a:lnTo>
                  <a:lnTo>
                    <a:pt x="1891355" y="1997499"/>
                  </a:lnTo>
                  <a:lnTo>
                    <a:pt x="1932244" y="1944476"/>
                  </a:lnTo>
                  <a:lnTo>
                    <a:pt x="1973406" y="1888023"/>
                  </a:lnTo>
                  <a:lnTo>
                    <a:pt x="2014943" y="1828305"/>
                  </a:lnTo>
                  <a:lnTo>
                    <a:pt x="2056907" y="1765575"/>
                  </a:lnTo>
                  <a:lnTo>
                    <a:pt x="2099301" y="1700175"/>
                  </a:lnTo>
                  <a:lnTo>
                    <a:pt x="2142092" y="1632531"/>
                  </a:lnTo>
                  <a:lnTo>
                    <a:pt x="2185209" y="1563141"/>
                  </a:lnTo>
                  <a:lnTo>
                    <a:pt x="2228557" y="1492566"/>
                  </a:lnTo>
                  <a:lnTo>
                    <a:pt x="2272020" y="1421407"/>
                  </a:lnTo>
                  <a:lnTo>
                    <a:pt x="2315475" y="1350287"/>
                  </a:lnTo>
                  <a:lnTo>
                    <a:pt x="2358799" y="1279829"/>
                  </a:lnTo>
                  <a:lnTo>
                    <a:pt x="2401880" y="1210630"/>
                  </a:lnTo>
                  <a:lnTo>
                    <a:pt x="2444624" y="1143243"/>
                  </a:lnTo>
                  <a:lnTo>
                    <a:pt x="2486965" y="1078159"/>
                  </a:lnTo>
                  <a:lnTo>
                    <a:pt x="2528873" y="1015794"/>
                  </a:lnTo>
                  <a:lnTo>
                    <a:pt x="2570359" y="956476"/>
                  </a:lnTo>
                  <a:lnTo>
                    <a:pt x="2611480" y="900449"/>
                  </a:lnTo>
                  <a:lnTo>
                    <a:pt x="2652344" y="847867"/>
                  </a:lnTo>
                  <a:lnTo>
                    <a:pt x="2693118" y="798799"/>
                  </a:lnTo>
                  <a:lnTo>
                    <a:pt x="2734030" y="753238"/>
                  </a:lnTo>
                  <a:lnTo>
                    <a:pt x="2770117" y="716249"/>
                  </a:lnTo>
                  <a:lnTo>
                    <a:pt x="2818878" y="671182"/>
                  </a:lnTo>
                  <a:lnTo>
                    <a:pt x="2869281" y="630623"/>
                  </a:lnTo>
                  <a:lnTo>
                    <a:pt x="2922105" y="594340"/>
                  </a:lnTo>
                  <a:lnTo>
                    <a:pt x="2978220" y="561948"/>
                  </a:lnTo>
                  <a:lnTo>
                    <a:pt x="3038513" y="533007"/>
                  </a:lnTo>
                  <a:lnTo>
                    <a:pt x="3103814" y="507093"/>
                  </a:lnTo>
                  <a:lnTo>
                    <a:pt x="3174802" y="483834"/>
                  </a:lnTo>
                  <a:lnTo>
                    <a:pt x="3251879" y="462926"/>
                  </a:lnTo>
                  <a:lnTo>
                    <a:pt x="3335008" y="444147"/>
                  </a:lnTo>
                  <a:lnTo>
                    <a:pt x="3423512" y="427358"/>
                  </a:lnTo>
                  <a:lnTo>
                    <a:pt x="3515880" y="412498"/>
                  </a:lnTo>
                  <a:lnTo>
                    <a:pt x="3609629" y="399572"/>
                  </a:lnTo>
                  <a:lnTo>
                    <a:pt x="3701324" y="388622"/>
                  </a:lnTo>
                  <a:lnTo>
                    <a:pt x="3786845" y="379688"/>
                  </a:lnTo>
                  <a:lnTo>
                    <a:pt x="3861951" y="372764"/>
                  </a:lnTo>
                  <a:lnTo>
                    <a:pt x="3923062" y="367754"/>
                  </a:lnTo>
                  <a:lnTo>
                    <a:pt x="3968058" y="364454"/>
                  </a:lnTo>
                  <a:lnTo>
                    <a:pt x="3996842" y="362556"/>
                  </a:lnTo>
                  <a:lnTo>
                    <a:pt x="4011502" y="361683"/>
                  </a:lnTo>
                  <a:lnTo>
                    <a:pt x="4016119" y="361433"/>
                  </a:lnTo>
                  <a:lnTo>
                    <a:pt x="4016409" y="361418"/>
                  </a:lnTo>
                  <a:lnTo>
                    <a:pt x="4538543" y="361418"/>
                  </a:lnTo>
                  <a:lnTo>
                    <a:pt x="4539811" y="361408"/>
                  </a:lnTo>
                  <a:lnTo>
                    <a:pt x="4548098" y="361330"/>
                  </a:lnTo>
                  <a:lnTo>
                    <a:pt x="4568818" y="361114"/>
                  </a:lnTo>
                  <a:lnTo>
                    <a:pt x="4605424" y="360691"/>
                  </a:lnTo>
                  <a:lnTo>
                    <a:pt x="4659095" y="359999"/>
                  </a:lnTo>
                  <a:lnTo>
                    <a:pt x="4728682" y="358990"/>
                  </a:lnTo>
                  <a:lnTo>
                    <a:pt x="4811097" y="357639"/>
                  </a:lnTo>
                  <a:lnTo>
                    <a:pt x="4902092" y="355937"/>
                  </a:lnTo>
                  <a:lnTo>
                    <a:pt x="4997156" y="353888"/>
                  </a:lnTo>
                  <a:lnTo>
                    <a:pt x="5092270" y="351501"/>
                  </a:lnTo>
                  <a:lnTo>
                    <a:pt x="5184351" y="348780"/>
                  </a:lnTo>
                  <a:lnTo>
                    <a:pt x="5271379" y="345719"/>
                  </a:lnTo>
                  <a:lnTo>
                    <a:pt x="5352308" y="342300"/>
                  </a:lnTo>
                  <a:lnTo>
                    <a:pt x="5426865" y="338489"/>
                  </a:lnTo>
                  <a:lnTo>
                    <a:pt x="5495329" y="334237"/>
                  </a:lnTo>
                  <a:lnTo>
                    <a:pt x="5558335" y="329482"/>
                  </a:lnTo>
                  <a:lnTo>
                    <a:pt x="5616721" y="324152"/>
                  </a:lnTo>
                  <a:lnTo>
                    <a:pt x="5671418" y="318169"/>
                  </a:lnTo>
                  <a:lnTo>
                    <a:pt x="5723358" y="311460"/>
                  </a:lnTo>
                  <a:lnTo>
                    <a:pt x="5773398" y="303975"/>
                  </a:lnTo>
                  <a:lnTo>
                    <a:pt x="5784835" y="302123"/>
                  </a:lnTo>
                  <a:lnTo>
                    <a:pt x="5838365" y="292773"/>
                  </a:lnTo>
                  <a:lnTo>
                    <a:pt x="5891377" y="282446"/>
                  </a:lnTo>
                  <a:lnTo>
                    <a:pt x="5944442" y="271127"/>
                  </a:lnTo>
                  <a:lnTo>
                    <a:pt x="5997938" y="258838"/>
                  </a:lnTo>
                  <a:lnTo>
                    <a:pt x="6052087" y="245643"/>
                  </a:lnTo>
                  <a:lnTo>
                    <a:pt x="6106964" y="231644"/>
                  </a:lnTo>
                  <a:lnTo>
                    <a:pt x="6162523" y="216987"/>
                  </a:lnTo>
                  <a:lnTo>
                    <a:pt x="6218617" y="201853"/>
                  </a:lnTo>
                  <a:lnTo>
                    <a:pt x="6275025" y="186450"/>
                  </a:lnTo>
                  <a:lnTo>
                    <a:pt x="6331484" y="171005"/>
                  </a:lnTo>
                  <a:lnTo>
                    <a:pt x="6387726" y="155743"/>
                  </a:lnTo>
                  <a:lnTo>
                    <a:pt x="6443508" y="140883"/>
                  </a:lnTo>
                  <a:lnTo>
                    <a:pt x="6498654" y="126617"/>
                  </a:lnTo>
                  <a:lnTo>
                    <a:pt x="6553076" y="113104"/>
                  </a:lnTo>
                  <a:lnTo>
                    <a:pt x="6606800" y="100464"/>
                  </a:lnTo>
                  <a:lnTo>
                    <a:pt x="6659992" y="88774"/>
                  </a:lnTo>
                  <a:lnTo>
                    <a:pt x="6712968" y="78072"/>
                  </a:lnTo>
                  <a:lnTo>
                    <a:pt x="6766223" y="68357"/>
                  </a:lnTo>
                  <a:lnTo>
                    <a:pt x="6786527" y="64942"/>
                  </a:lnTo>
                  <a:lnTo>
                    <a:pt x="6836232" y="57274"/>
                  </a:lnTo>
                  <a:lnTo>
                    <a:pt x="6887659" y="50389"/>
                  </a:lnTo>
                  <a:lnTo>
                    <a:pt x="6941633" y="44243"/>
                  </a:lnTo>
                  <a:lnTo>
                    <a:pt x="6999078" y="38768"/>
                  </a:lnTo>
                  <a:lnTo>
                    <a:pt x="7060931" y="33886"/>
                  </a:lnTo>
                  <a:lnTo>
                    <a:pt x="7128060" y="29523"/>
                  </a:lnTo>
                  <a:lnTo>
                    <a:pt x="7201160" y="25614"/>
                  </a:lnTo>
                  <a:lnTo>
                    <a:pt x="7280608" y="22108"/>
                  </a:lnTo>
                  <a:lnTo>
                    <a:pt x="7366280" y="18966"/>
                  </a:lnTo>
                  <a:lnTo>
                    <a:pt x="7457328" y="16167"/>
                  </a:lnTo>
                  <a:lnTo>
                    <a:pt x="7551974" y="13702"/>
                  </a:lnTo>
                  <a:lnTo>
                    <a:pt x="7647379" y="11574"/>
                  </a:lnTo>
                  <a:lnTo>
                    <a:pt x="7739714" y="9790"/>
                  </a:lnTo>
                  <a:lnTo>
                    <a:pt x="7824526" y="8358"/>
                  </a:lnTo>
                  <a:lnTo>
                    <a:pt x="7897427" y="7271"/>
                  </a:lnTo>
                  <a:lnTo>
                    <a:pt x="7954980" y="6509"/>
                  </a:lnTo>
                  <a:lnTo>
                    <a:pt x="7995535" y="6028"/>
                  </a:lnTo>
                  <a:lnTo>
                    <a:pt x="8019718" y="5771"/>
                  </a:lnTo>
                  <a:lnTo>
                    <a:pt x="8030478" y="5667"/>
                  </a:lnTo>
                  <a:lnTo>
                    <a:pt x="8032819" y="5647"/>
                  </a:lnTo>
                  <a:lnTo>
                    <a:pt x="8554953" y="5647"/>
                  </a:lnTo>
                  <a:lnTo>
                    <a:pt x="8554953" y="0"/>
                  </a:lnTo>
                  <a:lnTo>
                    <a:pt x="8032819" y="0"/>
                  </a:lnTo>
                  <a:lnTo>
                    <a:pt x="8031551" y="10"/>
                  </a:lnTo>
                  <a:lnTo>
                    <a:pt x="8023264" y="88"/>
                  </a:lnTo>
                  <a:lnTo>
                    <a:pt x="8002544" y="304"/>
                  </a:lnTo>
                  <a:lnTo>
                    <a:pt x="7965938" y="727"/>
                  </a:lnTo>
                  <a:lnTo>
                    <a:pt x="7912267" y="1419"/>
                  </a:lnTo>
                  <a:lnTo>
                    <a:pt x="7842680" y="2428"/>
                  </a:lnTo>
                  <a:lnTo>
                    <a:pt x="7760265" y="3779"/>
                  </a:lnTo>
                  <a:lnTo>
                    <a:pt x="7669270" y="5481"/>
                  </a:lnTo>
                  <a:lnTo>
                    <a:pt x="7574206" y="7530"/>
                  </a:lnTo>
                  <a:lnTo>
                    <a:pt x="7479092" y="9917"/>
                  </a:lnTo>
                  <a:lnTo>
                    <a:pt x="7387010" y="12638"/>
                  </a:lnTo>
                  <a:lnTo>
                    <a:pt x="7299983" y="15699"/>
                  </a:lnTo>
                  <a:lnTo>
                    <a:pt x="7219054" y="19118"/>
                  </a:lnTo>
                  <a:lnTo>
                    <a:pt x="7144497" y="22929"/>
                  </a:lnTo>
                  <a:lnTo>
                    <a:pt x="7076033" y="27181"/>
                  </a:lnTo>
                  <a:lnTo>
                    <a:pt x="7013027" y="31936"/>
                  </a:lnTo>
                  <a:lnTo>
                    <a:pt x="6954641" y="37266"/>
                  </a:lnTo>
                  <a:lnTo>
                    <a:pt x="6899944" y="43249"/>
                  </a:lnTo>
                  <a:lnTo>
                    <a:pt x="6848004" y="49958"/>
                  </a:lnTo>
                  <a:lnTo>
                    <a:pt x="6797964" y="57443"/>
                  </a:lnTo>
                  <a:lnTo>
                    <a:pt x="6786527" y="59295"/>
                  </a:lnTo>
                  <a:lnTo>
                    <a:pt x="6732997" y="68644"/>
                  </a:lnTo>
                  <a:lnTo>
                    <a:pt x="6679985" y="78972"/>
                  </a:lnTo>
                  <a:lnTo>
                    <a:pt x="6626920" y="90291"/>
                  </a:lnTo>
                  <a:lnTo>
                    <a:pt x="6573424" y="102580"/>
                  </a:lnTo>
                  <a:lnTo>
                    <a:pt x="6519275" y="115775"/>
                  </a:lnTo>
                  <a:lnTo>
                    <a:pt x="6464398" y="129774"/>
                  </a:lnTo>
                  <a:lnTo>
                    <a:pt x="6408839" y="144431"/>
                  </a:lnTo>
                  <a:lnTo>
                    <a:pt x="6352745" y="159565"/>
                  </a:lnTo>
                  <a:lnTo>
                    <a:pt x="6296337" y="174968"/>
                  </a:lnTo>
                  <a:lnTo>
                    <a:pt x="6239878" y="190413"/>
                  </a:lnTo>
                  <a:lnTo>
                    <a:pt x="6183636" y="205675"/>
                  </a:lnTo>
                  <a:lnTo>
                    <a:pt x="6127853" y="220535"/>
                  </a:lnTo>
                  <a:lnTo>
                    <a:pt x="6072708" y="234801"/>
                  </a:lnTo>
                  <a:lnTo>
                    <a:pt x="6018286" y="248314"/>
                  </a:lnTo>
                  <a:lnTo>
                    <a:pt x="5964562" y="260954"/>
                  </a:lnTo>
                  <a:lnTo>
                    <a:pt x="5911370" y="272644"/>
                  </a:lnTo>
                  <a:lnTo>
                    <a:pt x="5858394" y="283346"/>
                  </a:lnTo>
                  <a:lnTo>
                    <a:pt x="5805139" y="293061"/>
                  </a:lnTo>
                  <a:lnTo>
                    <a:pt x="5784835" y="296476"/>
                  </a:lnTo>
                  <a:lnTo>
                    <a:pt x="5735129" y="304143"/>
                  </a:lnTo>
                  <a:lnTo>
                    <a:pt x="5683703" y="311029"/>
                  </a:lnTo>
                  <a:lnTo>
                    <a:pt x="5629729" y="317175"/>
                  </a:lnTo>
                  <a:lnTo>
                    <a:pt x="5572284" y="322650"/>
                  </a:lnTo>
                  <a:lnTo>
                    <a:pt x="5510431" y="327532"/>
                  </a:lnTo>
                  <a:lnTo>
                    <a:pt x="5443302" y="331895"/>
                  </a:lnTo>
                  <a:lnTo>
                    <a:pt x="5370202" y="335804"/>
                  </a:lnTo>
                  <a:lnTo>
                    <a:pt x="5290754" y="339310"/>
                  </a:lnTo>
                  <a:lnTo>
                    <a:pt x="5205082" y="342452"/>
                  </a:lnTo>
                  <a:lnTo>
                    <a:pt x="5114034" y="345251"/>
                  </a:lnTo>
                  <a:lnTo>
                    <a:pt x="5019388" y="347716"/>
                  </a:lnTo>
                  <a:lnTo>
                    <a:pt x="4923983" y="349844"/>
                  </a:lnTo>
                  <a:lnTo>
                    <a:pt x="4831648" y="351628"/>
                  </a:lnTo>
                  <a:lnTo>
                    <a:pt x="4746836" y="353060"/>
                  </a:lnTo>
                  <a:lnTo>
                    <a:pt x="4673935" y="354147"/>
                  </a:lnTo>
                  <a:lnTo>
                    <a:pt x="4616382" y="354909"/>
                  </a:lnTo>
                  <a:lnTo>
                    <a:pt x="4575827" y="355390"/>
                  </a:lnTo>
                  <a:lnTo>
                    <a:pt x="4551644" y="355647"/>
                  </a:lnTo>
                  <a:lnTo>
                    <a:pt x="4540884" y="355751"/>
                  </a:lnTo>
                  <a:lnTo>
                    <a:pt x="4538543" y="355771"/>
                  </a:lnTo>
                  <a:lnTo>
                    <a:pt x="4016409" y="355771"/>
                  </a:lnTo>
                  <a:lnTo>
                    <a:pt x="4015210" y="355833"/>
                  </a:lnTo>
                  <a:lnTo>
                    <a:pt x="4007361" y="356273"/>
                  </a:lnTo>
                  <a:lnTo>
                    <a:pt x="3987698" y="357490"/>
                  </a:lnTo>
                  <a:lnTo>
                    <a:pt x="3952864" y="359881"/>
                  </a:lnTo>
                  <a:lnTo>
                    <a:pt x="3901597" y="363801"/>
                  </a:lnTo>
                  <a:lnTo>
                    <a:pt x="3834806" y="369522"/>
                  </a:lnTo>
                  <a:lnTo>
                    <a:pt x="3755254" y="377207"/>
                  </a:lnTo>
                  <a:lnTo>
                    <a:pt x="3666871" y="386912"/>
                  </a:lnTo>
                  <a:lnTo>
                    <a:pt x="3573935" y="398621"/>
                  </a:lnTo>
                  <a:lnTo>
                    <a:pt x="3480356" y="412288"/>
                  </a:lnTo>
                  <a:lnTo>
                    <a:pt x="3389222" y="427881"/>
                  </a:lnTo>
                  <a:lnTo>
                    <a:pt x="3302638" y="445417"/>
                  </a:lnTo>
                  <a:lnTo>
                    <a:pt x="3221775" y="464986"/>
                  </a:lnTo>
                  <a:lnTo>
                    <a:pt x="3147042" y="486759"/>
                  </a:lnTo>
                  <a:lnTo>
                    <a:pt x="3078287" y="510990"/>
                  </a:lnTo>
                  <a:lnTo>
                    <a:pt x="3014986" y="538011"/>
                  </a:lnTo>
                  <a:lnTo>
                    <a:pt x="2956388" y="568216"/>
                  </a:lnTo>
                  <a:lnTo>
                    <a:pt x="2901632" y="602040"/>
                  </a:lnTo>
                  <a:lnTo>
                    <a:pt x="2849830" y="639912"/>
                  </a:lnTo>
                  <a:lnTo>
                    <a:pt x="2800137" y="682176"/>
                  </a:lnTo>
                  <a:lnTo>
                    <a:pt x="2770117" y="710602"/>
                  </a:lnTo>
                  <a:lnTo>
                    <a:pt x="2728841" y="753159"/>
                  </a:lnTo>
                  <a:lnTo>
                    <a:pt x="2687961" y="799160"/>
                  </a:lnTo>
                  <a:lnTo>
                    <a:pt x="2647187" y="848674"/>
                  </a:lnTo>
                  <a:lnTo>
                    <a:pt x="2606298" y="901697"/>
                  </a:lnTo>
                  <a:lnTo>
                    <a:pt x="2565136" y="958151"/>
                  </a:lnTo>
                  <a:lnTo>
                    <a:pt x="2523599" y="1017869"/>
                  </a:lnTo>
                  <a:lnTo>
                    <a:pt x="2481636" y="1080598"/>
                  </a:lnTo>
                  <a:lnTo>
                    <a:pt x="2439241" y="1145998"/>
                  </a:lnTo>
                  <a:lnTo>
                    <a:pt x="2396450" y="1213642"/>
                  </a:lnTo>
                  <a:lnTo>
                    <a:pt x="2353333" y="1283032"/>
                  </a:lnTo>
                  <a:lnTo>
                    <a:pt x="2309986" y="1353608"/>
                  </a:lnTo>
                  <a:lnTo>
                    <a:pt x="2266523" y="1424767"/>
                  </a:lnTo>
                  <a:lnTo>
                    <a:pt x="2223067" y="1495886"/>
                  </a:lnTo>
                  <a:lnTo>
                    <a:pt x="2179743" y="1566344"/>
                  </a:lnTo>
                  <a:lnTo>
                    <a:pt x="2136662" y="1635543"/>
                  </a:lnTo>
                  <a:lnTo>
                    <a:pt x="2093919" y="1702930"/>
                  </a:lnTo>
                  <a:lnTo>
                    <a:pt x="2051577" y="1768014"/>
                  </a:lnTo>
                  <a:lnTo>
                    <a:pt x="2009669" y="1830380"/>
                  </a:lnTo>
                  <a:lnTo>
                    <a:pt x="1968183" y="1889697"/>
                  </a:lnTo>
                  <a:lnTo>
                    <a:pt x="1927062" y="1945724"/>
                  </a:lnTo>
                  <a:lnTo>
                    <a:pt x="1886198" y="1998307"/>
                  </a:lnTo>
                  <a:lnTo>
                    <a:pt x="1845424" y="2047375"/>
                  </a:lnTo>
                  <a:lnTo>
                    <a:pt x="1804512" y="2092936"/>
                  </a:lnTo>
                  <a:lnTo>
                    <a:pt x="1768425" y="2129924"/>
                  </a:lnTo>
                  <a:lnTo>
                    <a:pt x="1719665" y="2174991"/>
                  </a:lnTo>
                  <a:lnTo>
                    <a:pt x="1669261" y="2215551"/>
                  </a:lnTo>
                  <a:lnTo>
                    <a:pt x="1616437" y="2251833"/>
                  </a:lnTo>
                  <a:lnTo>
                    <a:pt x="1560322" y="2284225"/>
                  </a:lnTo>
                  <a:lnTo>
                    <a:pt x="1500029" y="2313167"/>
                  </a:lnTo>
                  <a:lnTo>
                    <a:pt x="1434728" y="2339080"/>
                  </a:lnTo>
                  <a:lnTo>
                    <a:pt x="1363740" y="2362339"/>
                  </a:lnTo>
                  <a:lnTo>
                    <a:pt x="1286663" y="2383247"/>
                  </a:lnTo>
                  <a:lnTo>
                    <a:pt x="1203534" y="2402026"/>
                  </a:lnTo>
                  <a:lnTo>
                    <a:pt x="1115030" y="2418815"/>
                  </a:lnTo>
                  <a:lnTo>
                    <a:pt x="1022662" y="2433675"/>
                  </a:lnTo>
                  <a:lnTo>
                    <a:pt x="928913" y="2446601"/>
                  </a:lnTo>
                  <a:lnTo>
                    <a:pt x="837218" y="2457552"/>
                  </a:lnTo>
                  <a:lnTo>
                    <a:pt x="751697" y="2466485"/>
                  </a:lnTo>
                  <a:lnTo>
                    <a:pt x="676591" y="2473409"/>
                  </a:lnTo>
                  <a:lnTo>
                    <a:pt x="615480" y="2478419"/>
                  </a:lnTo>
                  <a:lnTo>
                    <a:pt x="570484" y="2481719"/>
                  </a:lnTo>
                  <a:lnTo>
                    <a:pt x="541700" y="2483617"/>
                  </a:lnTo>
                  <a:lnTo>
                    <a:pt x="527041" y="2484490"/>
                  </a:lnTo>
                  <a:lnTo>
                    <a:pt x="522423" y="2484740"/>
                  </a:lnTo>
                  <a:lnTo>
                    <a:pt x="522133" y="2484755"/>
                  </a:lnTo>
                  <a:lnTo>
                    <a:pt x="0" y="2484755"/>
                  </a:lnTo>
                  <a:close/>
                </a:path>
              </a:pathLst>
            </a:custGeom>
            <a:solidFill>
              <a:srgbClr val="DFC486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1950" name="pl1950"/>
            <p:cNvSpPr/>
            <p:nvPr/>
          </p:nvSpPr>
          <p:spPr>
            <a:xfrm>
              <a:off x="386606" y="3399236"/>
              <a:ext cx="8554953" cy="2484755"/>
            </a:xfrm>
            <a:custGeom>
              <a:avLst/>
              <a:pathLst>
                <a:path w="8554953" h="2484755">
                  <a:moveTo>
                    <a:pt x="0" y="2484755"/>
                  </a:moveTo>
                  <a:lnTo>
                    <a:pt x="522133" y="2484755"/>
                  </a:lnTo>
                  <a:lnTo>
                    <a:pt x="523332" y="2484693"/>
                  </a:lnTo>
                  <a:lnTo>
                    <a:pt x="531182" y="2484253"/>
                  </a:lnTo>
                  <a:lnTo>
                    <a:pt x="550844" y="2483036"/>
                  </a:lnTo>
                  <a:lnTo>
                    <a:pt x="585678" y="2480645"/>
                  </a:lnTo>
                  <a:lnTo>
                    <a:pt x="636946" y="2476725"/>
                  </a:lnTo>
                  <a:lnTo>
                    <a:pt x="703736" y="2471004"/>
                  </a:lnTo>
                  <a:lnTo>
                    <a:pt x="783288" y="2463319"/>
                  </a:lnTo>
                  <a:lnTo>
                    <a:pt x="871671" y="2453614"/>
                  </a:lnTo>
                  <a:lnTo>
                    <a:pt x="964607" y="2441905"/>
                  </a:lnTo>
                  <a:lnTo>
                    <a:pt x="1058187" y="2428238"/>
                  </a:lnTo>
                  <a:lnTo>
                    <a:pt x="1149320" y="2412645"/>
                  </a:lnTo>
                  <a:lnTo>
                    <a:pt x="1235904" y="2395109"/>
                  </a:lnTo>
                  <a:lnTo>
                    <a:pt x="1316767" y="2375540"/>
                  </a:lnTo>
                  <a:lnTo>
                    <a:pt x="1391500" y="2353767"/>
                  </a:lnTo>
                  <a:lnTo>
                    <a:pt x="1460255" y="2329536"/>
                  </a:lnTo>
                  <a:lnTo>
                    <a:pt x="1523556" y="2302515"/>
                  </a:lnTo>
                  <a:lnTo>
                    <a:pt x="1582154" y="2272311"/>
                  </a:lnTo>
                  <a:lnTo>
                    <a:pt x="1636910" y="2238486"/>
                  </a:lnTo>
                  <a:lnTo>
                    <a:pt x="1688712" y="2200614"/>
                  </a:lnTo>
                  <a:lnTo>
                    <a:pt x="1738405" y="2158350"/>
                  </a:lnTo>
                  <a:lnTo>
                    <a:pt x="1768425" y="2129924"/>
                  </a:lnTo>
                  <a:lnTo>
                    <a:pt x="1809702" y="2087367"/>
                  </a:lnTo>
                  <a:lnTo>
                    <a:pt x="1850581" y="2041366"/>
                  </a:lnTo>
                  <a:lnTo>
                    <a:pt x="1891355" y="1991852"/>
                  </a:lnTo>
                  <a:lnTo>
                    <a:pt x="1932244" y="1938829"/>
                  </a:lnTo>
                  <a:lnTo>
                    <a:pt x="1973406" y="1882375"/>
                  </a:lnTo>
                  <a:lnTo>
                    <a:pt x="2014943" y="1822657"/>
                  </a:lnTo>
                  <a:lnTo>
                    <a:pt x="2056907" y="1759928"/>
                  </a:lnTo>
                  <a:lnTo>
                    <a:pt x="2099301" y="1694528"/>
                  </a:lnTo>
                  <a:lnTo>
                    <a:pt x="2142092" y="1626884"/>
                  </a:lnTo>
                  <a:lnTo>
                    <a:pt x="2185209" y="1557494"/>
                  </a:lnTo>
                  <a:lnTo>
                    <a:pt x="2228557" y="1486918"/>
                  </a:lnTo>
                  <a:lnTo>
                    <a:pt x="2272020" y="1415759"/>
                  </a:lnTo>
                  <a:lnTo>
                    <a:pt x="2315475" y="1344640"/>
                  </a:lnTo>
                  <a:lnTo>
                    <a:pt x="2358799" y="1274182"/>
                  </a:lnTo>
                  <a:lnTo>
                    <a:pt x="2401880" y="1204983"/>
                  </a:lnTo>
                  <a:lnTo>
                    <a:pt x="2444624" y="1137596"/>
                  </a:lnTo>
                  <a:lnTo>
                    <a:pt x="2486965" y="1072512"/>
                  </a:lnTo>
                  <a:lnTo>
                    <a:pt x="2528873" y="1010146"/>
                  </a:lnTo>
                  <a:lnTo>
                    <a:pt x="2570359" y="950829"/>
                  </a:lnTo>
                  <a:lnTo>
                    <a:pt x="2611480" y="894802"/>
                  </a:lnTo>
                  <a:lnTo>
                    <a:pt x="2652344" y="842219"/>
                  </a:lnTo>
                  <a:lnTo>
                    <a:pt x="2693118" y="793151"/>
                  </a:lnTo>
                  <a:lnTo>
                    <a:pt x="2734030" y="747590"/>
                  </a:lnTo>
                  <a:lnTo>
                    <a:pt x="2770117" y="710602"/>
                  </a:lnTo>
                  <a:lnTo>
                    <a:pt x="2818878" y="665535"/>
                  </a:lnTo>
                  <a:lnTo>
                    <a:pt x="2869281" y="624975"/>
                  </a:lnTo>
                  <a:lnTo>
                    <a:pt x="2922105" y="588693"/>
                  </a:lnTo>
                  <a:lnTo>
                    <a:pt x="2978220" y="556301"/>
                  </a:lnTo>
                  <a:lnTo>
                    <a:pt x="3038513" y="527359"/>
                  </a:lnTo>
                  <a:lnTo>
                    <a:pt x="3103814" y="501446"/>
                  </a:lnTo>
                  <a:lnTo>
                    <a:pt x="3174802" y="478187"/>
                  </a:lnTo>
                  <a:lnTo>
                    <a:pt x="3251879" y="457279"/>
                  </a:lnTo>
                  <a:lnTo>
                    <a:pt x="3335008" y="438500"/>
                  </a:lnTo>
                  <a:lnTo>
                    <a:pt x="3423512" y="421711"/>
                  </a:lnTo>
                  <a:lnTo>
                    <a:pt x="3515880" y="406851"/>
                  </a:lnTo>
                  <a:lnTo>
                    <a:pt x="3609629" y="393925"/>
                  </a:lnTo>
                  <a:lnTo>
                    <a:pt x="3701324" y="382975"/>
                  </a:lnTo>
                  <a:lnTo>
                    <a:pt x="3786845" y="374041"/>
                  </a:lnTo>
                  <a:lnTo>
                    <a:pt x="3861951" y="367117"/>
                  </a:lnTo>
                  <a:lnTo>
                    <a:pt x="3923062" y="362107"/>
                  </a:lnTo>
                  <a:lnTo>
                    <a:pt x="3968058" y="358807"/>
                  </a:lnTo>
                  <a:lnTo>
                    <a:pt x="3996842" y="356909"/>
                  </a:lnTo>
                  <a:lnTo>
                    <a:pt x="4011502" y="356036"/>
                  </a:lnTo>
                  <a:lnTo>
                    <a:pt x="4016119" y="355786"/>
                  </a:lnTo>
                  <a:lnTo>
                    <a:pt x="4016409" y="355771"/>
                  </a:lnTo>
                  <a:lnTo>
                    <a:pt x="4538543" y="355771"/>
                  </a:lnTo>
                  <a:lnTo>
                    <a:pt x="4539811" y="355760"/>
                  </a:lnTo>
                  <a:lnTo>
                    <a:pt x="4548098" y="355682"/>
                  </a:lnTo>
                  <a:lnTo>
                    <a:pt x="4568818" y="355467"/>
                  </a:lnTo>
                  <a:lnTo>
                    <a:pt x="4605424" y="355044"/>
                  </a:lnTo>
                  <a:lnTo>
                    <a:pt x="4659095" y="354352"/>
                  </a:lnTo>
                  <a:lnTo>
                    <a:pt x="4728682" y="353343"/>
                  </a:lnTo>
                  <a:lnTo>
                    <a:pt x="4811097" y="351992"/>
                  </a:lnTo>
                  <a:lnTo>
                    <a:pt x="4902092" y="350290"/>
                  </a:lnTo>
                  <a:lnTo>
                    <a:pt x="4997156" y="348241"/>
                  </a:lnTo>
                  <a:lnTo>
                    <a:pt x="5092270" y="345854"/>
                  </a:lnTo>
                  <a:lnTo>
                    <a:pt x="5184351" y="343133"/>
                  </a:lnTo>
                  <a:lnTo>
                    <a:pt x="5271379" y="340072"/>
                  </a:lnTo>
                  <a:lnTo>
                    <a:pt x="5352308" y="336653"/>
                  </a:lnTo>
                  <a:lnTo>
                    <a:pt x="5426865" y="332842"/>
                  </a:lnTo>
                  <a:lnTo>
                    <a:pt x="5495329" y="328590"/>
                  </a:lnTo>
                  <a:lnTo>
                    <a:pt x="5558335" y="323835"/>
                  </a:lnTo>
                  <a:lnTo>
                    <a:pt x="5616721" y="318505"/>
                  </a:lnTo>
                  <a:lnTo>
                    <a:pt x="5671418" y="312521"/>
                  </a:lnTo>
                  <a:lnTo>
                    <a:pt x="5723358" y="305813"/>
                  </a:lnTo>
                  <a:lnTo>
                    <a:pt x="5773398" y="298328"/>
                  </a:lnTo>
                  <a:lnTo>
                    <a:pt x="5784835" y="296476"/>
                  </a:lnTo>
                  <a:lnTo>
                    <a:pt x="5838365" y="287126"/>
                  </a:lnTo>
                  <a:lnTo>
                    <a:pt x="5891377" y="276799"/>
                  </a:lnTo>
                  <a:lnTo>
                    <a:pt x="5944442" y="265480"/>
                  </a:lnTo>
                  <a:lnTo>
                    <a:pt x="5997938" y="253191"/>
                  </a:lnTo>
                  <a:lnTo>
                    <a:pt x="6052087" y="239996"/>
                  </a:lnTo>
                  <a:lnTo>
                    <a:pt x="6106964" y="225997"/>
                  </a:lnTo>
                  <a:lnTo>
                    <a:pt x="6162523" y="211340"/>
                  </a:lnTo>
                  <a:lnTo>
                    <a:pt x="6218617" y="196206"/>
                  </a:lnTo>
                  <a:lnTo>
                    <a:pt x="6275025" y="180803"/>
                  </a:lnTo>
                  <a:lnTo>
                    <a:pt x="6331484" y="165357"/>
                  </a:lnTo>
                  <a:lnTo>
                    <a:pt x="6387726" y="150096"/>
                  </a:lnTo>
                  <a:lnTo>
                    <a:pt x="6443508" y="135236"/>
                  </a:lnTo>
                  <a:lnTo>
                    <a:pt x="6498654" y="120970"/>
                  </a:lnTo>
                  <a:lnTo>
                    <a:pt x="6553076" y="107457"/>
                  </a:lnTo>
                  <a:lnTo>
                    <a:pt x="6606800" y="94817"/>
                  </a:lnTo>
                  <a:lnTo>
                    <a:pt x="6659992" y="83127"/>
                  </a:lnTo>
                  <a:lnTo>
                    <a:pt x="6712968" y="72425"/>
                  </a:lnTo>
                  <a:lnTo>
                    <a:pt x="6766223" y="62710"/>
                  </a:lnTo>
                  <a:lnTo>
                    <a:pt x="6786527" y="59295"/>
                  </a:lnTo>
                  <a:lnTo>
                    <a:pt x="6836232" y="51627"/>
                  </a:lnTo>
                  <a:lnTo>
                    <a:pt x="6887659" y="44741"/>
                  </a:lnTo>
                  <a:lnTo>
                    <a:pt x="6941633" y="38596"/>
                  </a:lnTo>
                  <a:lnTo>
                    <a:pt x="6999078" y="33121"/>
                  </a:lnTo>
                  <a:lnTo>
                    <a:pt x="7060931" y="28239"/>
                  </a:lnTo>
                  <a:lnTo>
                    <a:pt x="7128060" y="23876"/>
                  </a:lnTo>
                  <a:lnTo>
                    <a:pt x="7201160" y="19967"/>
                  </a:lnTo>
                  <a:lnTo>
                    <a:pt x="7280608" y="16461"/>
                  </a:lnTo>
                  <a:lnTo>
                    <a:pt x="7366280" y="13319"/>
                  </a:lnTo>
                  <a:lnTo>
                    <a:pt x="7457328" y="10520"/>
                  </a:lnTo>
                  <a:lnTo>
                    <a:pt x="7551974" y="8055"/>
                  </a:lnTo>
                  <a:lnTo>
                    <a:pt x="7647379" y="5926"/>
                  </a:lnTo>
                  <a:lnTo>
                    <a:pt x="7739714" y="4143"/>
                  </a:lnTo>
                  <a:lnTo>
                    <a:pt x="7824526" y="2711"/>
                  </a:lnTo>
                  <a:lnTo>
                    <a:pt x="7897427" y="1624"/>
                  </a:lnTo>
                  <a:lnTo>
                    <a:pt x="7954980" y="862"/>
                  </a:lnTo>
                  <a:lnTo>
                    <a:pt x="7995535" y="381"/>
                  </a:lnTo>
                  <a:lnTo>
                    <a:pt x="8019718" y="123"/>
                  </a:lnTo>
                  <a:lnTo>
                    <a:pt x="8030478" y="20"/>
                  </a:lnTo>
                  <a:lnTo>
                    <a:pt x="8032803" y="0"/>
                  </a:lnTo>
                  <a:lnTo>
                    <a:pt x="8032819" y="0"/>
                  </a:lnTo>
                  <a:lnTo>
                    <a:pt x="8554953" y="0"/>
                  </a:lnTo>
                  <a:lnTo>
                    <a:pt x="8554953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951" name="pl1951"/>
            <p:cNvSpPr/>
            <p:nvPr/>
          </p:nvSpPr>
          <p:spPr>
            <a:xfrm>
              <a:off x="386606" y="3393589"/>
              <a:ext cx="8554953" cy="2484755"/>
            </a:xfrm>
            <a:custGeom>
              <a:avLst/>
              <a:pathLst>
                <a:path w="8554953" h="2484755">
                  <a:moveTo>
                    <a:pt x="8554953" y="0"/>
                  </a:moveTo>
                  <a:lnTo>
                    <a:pt x="8032819" y="0"/>
                  </a:lnTo>
                  <a:lnTo>
                    <a:pt x="8031551" y="10"/>
                  </a:lnTo>
                  <a:lnTo>
                    <a:pt x="8023264" y="88"/>
                  </a:lnTo>
                  <a:lnTo>
                    <a:pt x="8002544" y="304"/>
                  </a:lnTo>
                  <a:lnTo>
                    <a:pt x="7965938" y="727"/>
                  </a:lnTo>
                  <a:lnTo>
                    <a:pt x="7912267" y="1419"/>
                  </a:lnTo>
                  <a:lnTo>
                    <a:pt x="7842680" y="2428"/>
                  </a:lnTo>
                  <a:lnTo>
                    <a:pt x="7760265" y="3779"/>
                  </a:lnTo>
                  <a:lnTo>
                    <a:pt x="7669270" y="5481"/>
                  </a:lnTo>
                  <a:lnTo>
                    <a:pt x="7574206" y="7530"/>
                  </a:lnTo>
                  <a:lnTo>
                    <a:pt x="7479092" y="9917"/>
                  </a:lnTo>
                  <a:lnTo>
                    <a:pt x="7387010" y="12638"/>
                  </a:lnTo>
                  <a:lnTo>
                    <a:pt x="7299983" y="15699"/>
                  </a:lnTo>
                  <a:lnTo>
                    <a:pt x="7219054" y="19118"/>
                  </a:lnTo>
                  <a:lnTo>
                    <a:pt x="7144497" y="22929"/>
                  </a:lnTo>
                  <a:lnTo>
                    <a:pt x="7076033" y="27181"/>
                  </a:lnTo>
                  <a:lnTo>
                    <a:pt x="7013027" y="31936"/>
                  </a:lnTo>
                  <a:lnTo>
                    <a:pt x="6954641" y="37266"/>
                  </a:lnTo>
                  <a:lnTo>
                    <a:pt x="6899944" y="43249"/>
                  </a:lnTo>
                  <a:lnTo>
                    <a:pt x="6848004" y="49958"/>
                  </a:lnTo>
                  <a:lnTo>
                    <a:pt x="6797964" y="57443"/>
                  </a:lnTo>
                  <a:lnTo>
                    <a:pt x="6786527" y="59295"/>
                  </a:lnTo>
                  <a:lnTo>
                    <a:pt x="6732997" y="68644"/>
                  </a:lnTo>
                  <a:lnTo>
                    <a:pt x="6679985" y="78972"/>
                  </a:lnTo>
                  <a:lnTo>
                    <a:pt x="6626920" y="90291"/>
                  </a:lnTo>
                  <a:lnTo>
                    <a:pt x="6573424" y="102580"/>
                  </a:lnTo>
                  <a:lnTo>
                    <a:pt x="6519275" y="115775"/>
                  </a:lnTo>
                  <a:lnTo>
                    <a:pt x="6464398" y="129774"/>
                  </a:lnTo>
                  <a:lnTo>
                    <a:pt x="6408839" y="144431"/>
                  </a:lnTo>
                  <a:lnTo>
                    <a:pt x="6352745" y="159565"/>
                  </a:lnTo>
                  <a:lnTo>
                    <a:pt x="6296337" y="174968"/>
                  </a:lnTo>
                  <a:lnTo>
                    <a:pt x="6239878" y="190413"/>
                  </a:lnTo>
                  <a:lnTo>
                    <a:pt x="6183636" y="205675"/>
                  </a:lnTo>
                  <a:lnTo>
                    <a:pt x="6127853" y="220535"/>
                  </a:lnTo>
                  <a:lnTo>
                    <a:pt x="6072708" y="234801"/>
                  </a:lnTo>
                  <a:lnTo>
                    <a:pt x="6018286" y="248314"/>
                  </a:lnTo>
                  <a:lnTo>
                    <a:pt x="5964562" y="260954"/>
                  </a:lnTo>
                  <a:lnTo>
                    <a:pt x="5911370" y="272644"/>
                  </a:lnTo>
                  <a:lnTo>
                    <a:pt x="5858394" y="283346"/>
                  </a:lnTo>
                  <a:lnTo>
                    <a:pt x="5805139" y="293061"/>
                  </a:lnTo>
                  <a:lnTo>
                    <a:pt x="5784835" y="296476"/>
                  </a:lnTo>
                  <a:lnTo>
                    <a:pt x="5735129" y="304143"/>
                  </a:lnTo>
                  <a:lnTo>
                    <a:pt x="5683703" y="311029"/>
                  </a:lnTo>
                  <a:lnTo>
                    <a:pt x="5629729" y="317175"/>
                  </a:lnTo>
                  <a:lnTo>
                    <a:pt x="5572284" y="322650"/>
                  </a:lnTo>
                  <a:lnTo>
                    <a:pt x="5510431" y="327532"/>
                  </a:lnTo>
                  <a:lnTo>
                    <a:pt x="5443302" y="331895"/>
                  </a:lnTo>
                  <a:lnTo>
                    <a:pt x="5370202" y="335804"/>
                  </a:lnTo>
                  <a:lnTo>
                    <a:pt x="5290754" y="339310"/>
                  </a:lnTo>
                  <a:lnTo>
                    <a:pt x="5205082" y="342452"/>
                  </a:lnTo>
                  <a:lnTo>
                    <a:pt x="5114034" y="345251"/>
                  </a:lnTo>
                  <a:lnTo>
                    <a:pt x="5019388" y="347716"/>
                  </a:lnTo>
                  <a:lnTo>
                    <a:pt x="4923983" y="349844"/>
                  </a:lnTo>
                  <a:lnTo>
                    <a:pt x="4831648" y="351628"/>
                  </a:lnTo>
                  <a:lnTo>
                    <a:pt x="4746836" y="353060"/>
                  </a:lnTo>
                  <a:lnTo>
                    <a:pt x="4673935" y="354147"/>
                  </a:lnTo>
                  <a:lnTo>
                    <a:pt x="4616382" y="354909"/>
                  </a:lnTo>
                  <a:lnTo>
                    <a:pt x="4575827" y="355390"/>
                  </a:lnTo>
                  <a:lnTo>
                    <a:pt x="4551644" y="355647"/>
                  </a:lnTo>
                  <a:lnTo>
                    <a:pt x="4540884" y="355751"/>
                  </a:lnTo>
                  <a:lnTo>
                    <a:pt x="4538559" y="355771"/>
                  </a:lnTo>
                  <a:lnTo>
                    <a:pt x="4538543" y="355771"/>
                  </a:lnTo>
                  <a:lnTo>
                    <a:pt x="4016409" y="355771"/>
                  </a:lnTo>
                  <a:lnTo>
                    <a:pt x="4015210" y="355833"/>
                  </a:lnTo>
                  <a:lnTo>
                    <a:pt x="4007361" y="356273"/>
                  </a:lnTo>
                  <a:lnTo>
                    <a:pt x="3987698" y="357490"/>
                  </a:lnTo>
                  <a:lnTo>
                    <a:pt x="3952864" y="359881"/>
                  </a:lnTo>
                  <a:lnTo>
                    <a:pt x="3901597" y="363801"/>
                  </a:lnTo>
                  <a:lnTo>
                    <a:pt x="3834806" y="369522"/>
                  </a:lnTo>
                  <a:lnTo>
                    <a:pt x="3755254" y="377207"/>
                  </a:lnTo>
                  <a:lnTo>
                    <a:pt x="3666871" y="386912"/>
                  </a:lnTo>
                  <a:lnTo>
                    <a:pt x="3573935" y="398621"/>
                  </a:lnTo>
                  <a:lnTo>
                    <a:pt x="3480356" y="412288"/>
                  </a:lnTo>
                  <a:lnTo>
                    <a:pt x="3389222" y="427881"/>
                  </a:lnTo>
                  <a:lnTo>
                    <a:pt x="3302638" y="445417"/>
                  </a:lnTo>
                  <a:lnTo>
                    <a:pt x="3221775" y="464986"/>
                  </a:lnTo>
                  <a:lnTo>
                    <a:pt x="3147042" y="486759"/>
                  </a:lnTo>
                  <a:lnTo>
                    <a:pt x="3078287" y="510990"/>
                  </a:lnTo>
                  <a:lnTo>
                    <a:pt x="3014986" y="538011"/>
                  </a:lnTo>
                  <a:lnTo>
                    <a:pt x="2956388" y="568216"/>
                  </a:lnTo>
                  <a:lnTo>
                    <a:pt x="2901632" y="602040"/>
                  </a:lnTo>
                  <a:lnTo>
                    <a:pt x="2849830" y="639912"/>
                  </a:lnTo>
                  <a:lnTo>
                    <a:pt x="2800137" y="682176"/>
                  </a:lnTo>
                  <a:lnTo>
                    <a:pt x="2770117" y="710602"/>
                  </a:lnTo>
                  <a:lnTo>
                    <a:pt x="2728841" y="753159"/>
                  </a:lnTo>
                  <a:lnTo>
                    <a:pt x="2687961" y="799160"/>
                  </a:lnTo>
                  <a:lnTo>
                    <a:pt x="2647187" y="848674"/>
                  </a:lnTo>
                  <a:lnTo>
                    <a:pt x="2606298" y="901697"/>
                  </a:lnTo>
                  <a:lnTo>
                    <a:pt x="2565136" y="958151"/>
                  </a:lnTo>
                  <a:lnTo>
                    <a:pt x="2523599" y="1017869"/>
                  </a:lnTo>
                  <a:lnTo>
                    <a:pt x="2481636" y="1080598"/>
                  </a:lnTo>
                  <a:lnTo>
                    <a:pt x="2439241" y="1145998"/>
                  </a:lnTo>
                  <a:lnTo>
                    <a:pt x="2396450" y="1213642"/>
                  </a:lnTo>
                  <a:lnTo>
                    <a:pt x="2353333" y="1283032"/>
                  </a:lnTo>
                  <a:lnTo>
                    <a:pt x="2309986" y="1353608"/>
                  </a:lnTo>
                  <a:lnTo>
                    <a:pt x="2266523" y="1424767"/>
                  </a:lnTo>
                  <a:lnTo>
                    <a:pt x="2223067" y="1495886"/>
                  </a:lnTo>
                  <a:lnTo>
                    <a:pt x="2179743" y="1566344"/>
                  </a:lnTo>
                  <a:lnTo>
                    <a:pt x="2136662" y="1635543"/>
                  </a:lnTo>
                  <a:lnTo>
                    <a:pt x="2093919" y="1702930"/>
                  </a:lnTo>
                  <a:lnTo>
                    <a:pt x="2051577" y="1768014"/>
                  </a:lnTo>
                  <a:lnTo>
                    <a:pt x="2009669" y="1830380"/>
                  </a:lnTo>
                  <a:lnTo>
                    <a:pt x="1968183" y="1889697"/>
                  </a:lnTo>
                  <a:lnTo>
                    <a:pt x="1927062" y="1945724"/>
                  </a:lnTo>
                  <a:lnTo>
                    <a:pt x="1886198" y="1998307"/>
                  </a:lnTo>
                  <a:lnTo>
                    <a:pt x="1845424" y="2047375"/>
                  </a:lnTo>
                  <a:lnTo>
                    <a:pt x="1804512" y="2092936"/>
                  </a:lnTo>
                  <a:lnTo>
                    <a:pt x="1768425" y="2129924"/>
                  </a:lnTo>
                  <a:lnTo>
                    <a:pt x="1719665" y="2174991"/>
                  </a:lnTo>
                  <a:lnTo>
                    <a:pt x="1669261" y="2215551"/>
                  </a:lnTo>
                  <a:lnTo>
                    <a:pt x="1616437" y="2251833"/>
                  </a:lnTo>
                  <a:lnTo>
                    <a:pt x="1560322" y="2284225"/>
                  </a:lnTo>
                  <a:lnTo>
                    <a:pt x="1500029" y="2313167"/>
                  </a:lnTo>
                  <a:lnTo>
                    <a:pt x="1434728" y="2339080"/>
                  </a:lnTo>
                  <a:lnTo>
                    <a:pt x="1363740" y="2362339"/>
                  </a:lnTo>
                  <a:lnTo>
                    <a:pt x="1286663" y="2383247"/>
                  </a:lnTo>
                  <a:lnTo>
                    <a:pt x="1203534" y="2402026"/>
                  </a:lnTo>
                  <a:lnTo>
                    <a:pt x="1115030" y="2418815"/>
                  </a:lnTo>
                  <a:lnTo>
                    <a:pt x="1022662" y="2433675"/>
                  </a:lnTo>
                  <a:lnTo>
                    <a:pt x="928913" y="2446601"/>
                  </a:lnTo>
                  <a:lnTo>
                    <a:pt x="837218" y="2457552"/>
                  </a:lnTo>
                  <a:lnTo>
                    <a:pt x="751697" y="2466485"/>
                  </a:lnTo>
                  <a:lnTo>
                    <a:pt x="676591" y="2473409"/>
                  </a:lnTo>
                  <a:lnTo>
                    <a:pt x="615480" y="2478419"/>
                  </a:lnTo>
                  <a:lnTo>
                    <a:pt x="570484" y="2481719"/>
                  </a:lnTo>
                  <a:lnTo>
                    <a:pt x="541700" y="2483617"/>
                  </a:lnTo>
                  <a:lnTo>
                    <a:pt x="527041" y="2484490"/>
                  </a:lnTo>
                  <a:lnTo>
                    <a:pt x="522423" y="2484740"/>
                  </a:lnTo>
                  <a:lnTo>
                    <a:pt x="522133" y="2484755"/>
                  </a:lnTo>
                  <a:lnTo>
                    <a:pt x="0" y="2484755"/>
                  </a:lnTo>
                  <a:lnTo>
                    <a:pt x="0" y="2484755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952" name="pg1952"/>
            <p:cNvSpPr/>
            <p:nvPr/>
          </p:nvSpPr>
          <p:spPr>
            <a:xfrm>
              <a:off x="386606" y="513531"/>
              <a:ext cx="8554953" cy="5387401"/>
            </a:xfrm>
            <a:custGeom>
              <a:avLst/>
              <a:pathLst>
                <a:path w="8554953" h="5387401">
                  <a:moveTo>
                    <a:pt x="0" y="5387401"/>
                  </a:moveTo>
                  <a:lnTo>
                    <a:pt x="522133" y="5387401"/>
                  </a:lnTo>
                  <a:lnTo>
                    <a:pt x="523400" y="5387388"/>
                  </a:lnTo>
                  <a:lnTo>
                    <a:pt x="531684" y="5387301"/>
                  </a:lnTo>
                  <a:lnTo>
                    <a:pt x="552395" y="5387058"/>
                  </a:lnTo>
                  <a:lnTo>
                    <a:pt x="588986" y="5386582"/>
                  </a:lnTo>
                  <a:lnTo>
                    <a:pt x="642638" y="5385802"/>
                  </a:lnTo>
                  <a:lnTo>
                    <a:pt x="712202" y="5384665"/>
                  </a:lnTo>
                  <a:lnTo>
                    <a:pt x="794594" y="5383143"/>
                  </a:lnTo>
                  <a:lnTo>
                    <a:pt x="885567" y="5381226"/>
                  </a:lnTo>
                  <a:lnTo>
                    <a:pt x="980614" y="5378918"/>
                  </a:lnTo>
                  <a:lnTo>
                    <a:pt x="1075717" y="5376228"/>
                  </a:lnTo>
                  <a:lnTo>
                    <a:pt x="1167791" y="5373163"/>
                  </a:lnTo>
                  <a:lnTo>
                    <a:pt x="1254816" y="5369715"/>
                  </a:lnTo>
                  <a:lnTo>
                    <a:pt x="1335744" y="5365863"/>
                  </a:lnTo>
                  <a:lnTo>
                    <a:pt x="1410302" y="5361569"/>
                  </a:lnTo>
                  <a:lnTo>
                    <a:pt x="1478769" y="5356779"/>
                  </a:lnTo>
                  <a:lnTo>
                    <a:pt x="1541777" y="5351423"/>
                  </a:lnTo>
                  <a:lnTo>
                    <a:pt x="1600165" y="5345418"/>
                  </a:lnTo>
                  <a:lnTo>
                    <a:pt x="1654862" y="5338678"/>
                  </a:lnTo>
                  <a:lnTo>
                    <a:pt x="1706801" y="5331121"/>
                  </a:lnTo>
                  <a:lnTo>
                    <a:pt x="1756838" y="5322690"/>
                  </a:lnTo>
                  <a:lnTo>
                    <a:pt x="1768425" y="5320576"/>
                  </a:lnTo>
                  <a:lnTo>
                    <a:pt x="1821766" y="5310078"/>
                  </a:lnTo>
                  <a:lnTo>
                    <a:pt x="1874591" y="5298486"/>
                  </a:lnTo>
                  <a:lnTo>
                    <a:pt x="1927464" y="5285785"/>
                  </a:lnTo>
                  <a:lnTo>
                    <a:pt x="1980764" y="5271999"/>
                  </a:lnTo>
                  <a:lnTo>
                    <a:pt x="2034708" y="5257196"/>
                  </a:lnTo>
                  <a:lnTo>
                    <a:pt x="2089376" y="5241492"/>
                  </a:lnTo>
                  <a:lnTo>
                    <a:pt x="2144724" y="5225047"/>
                  </a:lnTo>
                  <a:lnTo>
                    <a:pt x="2200607" y="5208063"/>
                  </a:lnTo>
                  <a:lnTo>
                    <a:pt x="2256809" y="5190772"/>
                  </a:lnTo>
                  <a:lnTo>
                    <a:pt x="2313070" y="5173424"/>
                  </a:lnTo>
                  <a:lnTo>
                    <a:pt x="2369125" y="5156273"/>
                  </a:lnTo>
                  <a:lnTo>
                    <a:pt x="2424732" y="5139563"/>
                  </a:lnTo>
                  <a:lnTo>
                    <a:pt x="2479713" y="5123508"/>
                  </a:lnTo>
                  <a:lnTo>
                    <a:pt x="2533976" y="5108289"/>
                  </a:lnTo>
                  <a:lnTo>
                    <a:pt x="2587543" y="5094042"/>
                  </a:lnTo>
                  <a:lnTo>
                    <a:pt x="2640568" y="5080854"/>
                  </a:lnTo>
                  <a:lnTo>
                    <a:pt x="2693357" y="5068771"/>
                  </a:lnTo>
                  <a:lnTo>
                    <a:pt x="2746387" y="5057793"/>
                  </a:lnTo>
                  <a:lnTo>
                    <a:pt x="2770117" y="5053276"/>
                  </a:lnTo>
                  <a:lnTo>
                    <a:pt x="2819815" y="5044637"/>
                  </a:lnTo>
                  <a:lnTo>
                    <a:pt x="2871233" y="5036877"/>
                  </a:lnTo>
                  <a:lnTo>
                    <a:pt x="2925198" y="5029952"/>
                  </a:lnTo>
                  <a:lnTo>
                    <a:pt x="2982632" y="5023782"/>
                  </a:lnTo>
                  <a:lnTo>
                    <a:pt x="3044472" y="5018281"/>
                  </a:lnTo>
                  <a:lnTo>
                    <a:pt x="3111586" y="5013364"/>
                  </a:lnTo>
                  <a:lnTo>
                    <a:pt x="3184669" y="5008959"/>
                  </a:lnTo>
                  <a:lnTo>
                    <a:pt x="3264097" y="5005007"/>
                  </a:lnTo>
                  <a:lnTo>
                    <a:pt x="3349748" y="5001467"/>
                  </a:lnTo>
                  <a:lnTo>
                    <a:pt x="3440776" y="4998312"/>
                  </a:lnTo>
                  <a:lnTo>
                    <a:pt x="3535404" y="4995534"/>
                  </a:lnTo>
                  <a:lnTo>
                    <a:pt x="3630796" y="4993135"/>
                  </a:lnTo>
                  <a:lnTo>
                    <a:pt x="3723127" y="4991125"/>
                  </a:lnTo>
                  <a:lnTo>
                    <a:pt x="3807946" y="4989510"/>
                  </a:lnTo>
                  <a:lnTo>
                    <a:pt x="3880867" y="4988285"/>
                  </a:lnTo>
                  <a:lnTo>
                    <a:pt x="3938450" y="4987425"/>
                  </a:lnTo>
                  <a:lnTo>
                    <a:pt x="3979042" y="4986883"/>
                  </a:lnTo>
                  <a:lnTo>
                    <a:pt x="4003262" y="4986592"/>
                  </a:lnTo>
                  <a:lnTo>
                    <a:pt x="4014052" y="4986475"/>
                  </a:lnTo>
                  <a:lnTo>
                    <a:pt x="4016409" y="4986452"/>
                  </a:lnTo>
                  <a:lnTo>
                    <a:pt x="4538543" y="4986452"/>
                  </a:lnTo>
                  <a:lnTo>
                    <a:pt x="4539394" y="4986350"/>
                  </a:lnTo>
                  <a:lnTo>
                    <a:pt x="4545007" y="4985627"/>
                  </a:lnTo>
                  <a:lnTo>
                    <a:pt x="4559218" y="4983629"/>
                  </a:lnTo>
                  <a:lnTo>
                    <a:pt x="4584772" y="4979692"/>
                  </a:lnTo>
                  <a:lnTo>
                    <a:pt x="4623152" y="4973192"/>
                  </a:lnTo>
                  <a:lnTo>
                    <a:pt x="4674460" y="4963605"/>
                  </a:lnTo>
                  <a:lnTo>
                    <a:pt x="4737487" y="4950551"/>
                  </a:lnTo>
                  <a:lnTo>
                    <a:pt x="4809980" y="4933814"/>
                  </a:lnTo>
                  <a:lnTo>
                    <a:pt x="4889064" y="4913327"/>
                  </a:lnTo>
                  <a:lnTo>
                    <a:pt x="4971714" y="4889126"/>
                  </a:lnTo>
                  <a:lnTo>
                    <a:pt x="5055145" y="4861288"/>
                  </a:lnTo>
                  <a:lnTo>
                    <a:pt x="5137073" y="4829875"/>
                  </a:lnTo>
                  <a:lnTo>
                    <a:pt x="5215830" y="4794886"/>
                  </a:lnTo>
                  <a:lnTo>
                    <a:pt x="5290358" y="4756220"/>
                  </a:lnTo>
                  <a:lnTo>
                    <a:pt x="5360129" y="4713662"/>
                  </a:lnTo>
                  <a:lnTo>
                    <a:pt x="5425036" y="4666873"/>
                  </a:lnTo>
                  <a:lnTo>
                    <a:pt x="5485282" y="4615396"/>
                  </a:lnTo>
                  <a:lnTo>
                    <a:pt x="5541274" y="4558660"/>
                  </a:lnTo>
                  <a:lnTo>
                    <a:pt x="5593552" y="4496006"/>
                  </a:lnTo>
                  <a:lnTo>
                    <a:pt x="5642724" y="4426716"/>
                  </a:lnTo>
                  <a:lnTo>
                    <a:pt x="5689417" y="4350072"/>
                  </a:lnTo>
                  <a:lnTo>
                    <a:pt x="5734243" y="4265451"/>
                  </a:lnTo>
                  <a:lnTo>
                    <a:pt x="5777748" y="4172472"/>
                  </a:lnTo>
                  <a:lnTo>
                    <a:pt x="5784835" y="4156317"/>
                  </a:lnTo>
                  <a:lnTo>
                    <a:pt x="5814103" y="4086677"/>
                  </a:lnTo>
                  <a:lnTo>
                    <a:pt x="5843125" y="4013034"/>
                  </a:lnTo>
                  <a:lnTo>
                    <a:pt x="5872014" y="3935310"/>
                  </a:lnTo>
                  <a:lnTo>
                    <a:pt x="5900867" y="3853462"/>
                  </a:lnTo>
                  <a:lnTo>
                    <a:pt x="5929763" y="3767491"/>
                  </a:lnTo>
                  <a:lnTo>
                    <a:pt x="5958764" y="3677442"/>
                  </a:lnTo>
                  <a:lnTo>
                    <a:pt x="5987918" y="3583408"/>
                  </a:lnTo>
                  <a:lnTo>
                    <a:pt x="6017259" y="3485533"/>
                  </a:lnTo>
                  <a:lnTo>
                    <a:pt x="6046809" y="3384012"/>
                  </a:lnTo>
                  <a:lnTo>
                    <a:pt x="6076576" y="3279094"/>
                  </a:lnTo>
                  <a:lnTo>
                    <a:pt x="6106560" y="3171079"/>
                  </a:lnTo>
                  <a:lnTo>
                    <a:pt x="6136748" y="3060314"/>
                  </a:lnTo>
                  <a:lnTo>
                    <a:pt x="6167120" y="2947194"/>
                  </a:lnTo>
                  <a:lnTo>
                    <a:pt x="6197647" y="2832152"/>
                  </a:lnTo>
                  <a:lnTo>
                    <a:pt x="6228295" y="2715656"/>
                  </a:lnTo>
                  <a:lnTo>
                    <a:pt x="6259024" y="2598199"/>
                  </a:lnTo>
                  <a:lnTo>
                    <a:pt x="6289791" y="2480293"/>
                  </a:lnTo>
                  <a:lnTo>
                    <a:pt x="6320553" y="2362456"/>
                  </a:lnTo>
                  <a:lnTo>
                    <a:pt x="6351264" y="2245206"/>
                  </a:lnTo>
                  <a:lnTo>
                    <a:pt x="6381883" y="2129051"/>
                  </a:lnTo>
                  <a:lnTo>
                    <a:pt x="6412372" y="2014478"/>
                  </a:lnTo>
                  <a:lnTo>
                    <a:pt x="6442697" y="1901946"/>
                  </a:lnTo>
                  <a:lnTo>
                    <a:pt x="6472833" y="1791879"/>
                  </a:lnTo>
                  <a:lnTo>
                    <a:pt x="6502760" y="1684659"/>
                  </a:lnTo>
                  <a:lnTo>
                    <a:pt x="6532469" y="1580621"/>
                  </a:lnTo>
                  <a:lnTo>
                    <a:pt x="6561961" y="1480052"/>
                  </a:lnTo>
                  <a:lnTo>
                    <a:pt x="6591250" y="1383186"/>
                  </a:lnTo>
                  <a:lnTo>
                    <a:pt x="6620359" y="1290205"/>
                  </a:lnTo>
                  <a:lnTo>
                    <a:pt x="6649326" y="1201238"/>
                  </a:lnTo>
                  <a:lnTo>
                    <a:pt x="6678204" y="1116366"/>
                  </a:lnTo>
                  <a:lnTo>
                    <a:pt x="6707058" y="1035622"/>
                  </a:lnTo>
                  <a:lnTo>
                    <a:pt x="6735973" y="958994"/>
                  </a:lnTo>
                  <a:lnTo>
                    <a:pt x="6765048" y="886430"/>
                  </a:lnTo>
                  <a:lnTo>
                    <a:pt x="6786527" y="835781"/>
                  </a:lnTo>
                  <a:lnTo>
                    <a:pt x="6829860" y="741415"/>
                  </a:lnTo>
                  <a:lnTo>
                    <a:pt x="6874432" y="655431"/>
                  </a:lnTo>
                  <a:lnTo>
                    <a:pt x="6920777" y="577508"/>
                  </a:lnTo>
                  <a:lnTo>
                    <a:pt x="6969496" y="507053"/>
                  </a:lnTo>
                  <a:lnTo>
                    <a:pt x="7021218" y="443354"/>
                  </a:lnTo>
                  <a:lnTo>
                    <a:pt x="7076558" y="385689"/>
                  </a:lnTo>
                  <a:lnTo>
                    <a:pt x="7136068" y="333386"/>
                  </a:lnTo>
                  <a:lnTo>
                    <a:pt x="7200186" y="285858"/>
                  </a:lnTo>
                  <a:lnTo>
                    <a:pt x="7269152" y="242628"/>
                  </a:lnTo>
                  <a:lnTo>
                    <a:pt x="7342918" y="203337"/>
                  </a:lnTo>
                  <a:lnTo>
                    <a:pt x="7421034" y="167751"/>
                  </a:lnTo>
                  <a:lnTo>
                    <a:pt x="7502537" y="135750"/>
                  </a:lnTo>
                  <a:lnTo>
                    <a:pt x="7585861" y="107319"/>
                  </a:lnTo>
                  <a:lnTo>
                    <a:pt x="7668821" y="82512"/>
                  </a:lnTo>
                  <a:lnTo>
                    <a:pt x="7748700" y="61407"/>
                  </a:lnTo>
                  <a:lnTo>
                    <a:pt x="7822488" y="44053"/>
                  </a:lnTo>
                  <a:lnTo>
                    <a:pt x="7887256" y="30401"/>
                  </a:lnTo>
                  <a:lnTo>
                    <a:pt x="7940614" y="20264"/>
                  </a:lnTo>
                  <a:lnTo>
                    <a:pt x="7981158" y="13287"/>
                  </a:lnTo>
                  <a:lnTo>
                    <a:pt x="8008763" y="8968"/>
                  </a:lnTo>
                  <a:lnTo>
                    <a:pt x="8024689" y="6695"/>
                  </a:lnTo>
                  <a:lnTo>
                    <a:pt x="8031485" y="5808"/>
                  </a:lnTo>
                  <a:lnTo>
                    <a:pt x="8032819" y="5647"/>
                  </a:lnTo>
                  <a:lnTo>
                    <a:pt x="8554953" y="5647"/>
                  </a:lnTo>
                  <a:lnTo>
                    <a:pt x="8554953" y="0"/>
                  </a:lnTo>
                  <a:lnTo>
                    <a:pt x="8032819" y="0"/>
                  </a:lnTo>
                  <a:lnTo>
                    <a:pt x="8031968" y="101"/>
                  </a:lnTo>
                  <a:lnTo>
                    <a:pt x="8026355" y="824"/>
                  </a:lnTo>
                  <a:lnTo>
                    <a:pt x="8012144" y="2822"/>
                  </a:lnTo>
                  <a:lnTo>
                    <a:pt x="7986590" y="6759"/>
                  </a:lnTo>
                  <a:lnTo>
                    <a:pt x="7948210" y="13259"/>
                  </a:lnTo>
                  <a:lnTo>
                    <a:pt x="7896902" y="22846"/>
                  </a:lnTo>
                  <a:lnTo>
                    <a:pt x="7833875" y="35900"/>
                  </a:lnTo>
                  <a:lnTo>
                    <a:pt x="7761382" y="52637"/>
                  </a:lnTo>
                  <a:lnTo>
                    <a:pt x="7682298" y="73124"/>
                  </a:lnTo>
                  <a:lnTo>
                    <a:pt x="7599647" y="97325"/>
                  </a:lnTo>
                  <a:lnTo>
                    <a:pt x="7516217" y="125163"/>
                  </a:lnTo>
                  <a:lnTo>
                    <a:pt x="7434289" y="156576"/>
                  </a:lnTo>
                  <a:lnTo>
                    <a:pt x="7355532" y="191565"/>
                  </a:lnTo>
                  <a:lnTo>
                    <a:pt x="7281004" y="230231"/>
                  </a:lnTo>
                  <a:lnTo>
                    <a:pt x="7211233" y="272789"/>
                  </a:lnTo>
                  <a:lnTo>
                    <a:pt x="7146325" y="319578"/>
                  </a:lnTo>
                  <a:lnTo>
                    <a:pt x="7086080" y="371055"/>
                  </a:lnTo>
                  <a:lnTo>
                    <a:pt x="7030088" y="427791"/>
                  </a:lnTo>
                  <a:lnTo>
                    <a:pt x="6977810" y="490445"/>
                  </a:lnTo>
                  <a:lnTo>
                    <a:pt x="6928638" y="559735"/>
                  </a:lnTo>
                  <a:lnTo>
                    <a:pt x="6881945" y="636379"/>
                  </a:lnTo>
                  <a:lnTo>
                    <a:pt x="6837119" y="721000"/>
                  </a:lnTo>
                  <a:lnTo>
                    <a:pt x="6793614" y="813979"/>
                  </a:lnTo>
                  <a:lnTo>
                    <a:pt x="6786527" y="830134"/>
                  </a:lnTo>
                  <a:lnTo>
                    <a:pt x="6757259" y="899774"/>
                  </a:lnTo>
                  <a:lnTo>
                    <a:pt x="6728237" y="973417"/>
                  </a:lnTo>
                  <a:lnTo>
                    <a:pt x="6699348" y="1051141"/>
                  </a:lnTo>
                  <a:lnTo>
                    <a:pt x="6670495" y="1132989"/>
                  </a:lnTo>
                  <a:lnTo>
                    <a:pt x="6641599" y="1218960"/>
                  </a:lnTo>
                  <a:lnTo>
                    <a:pt x="6612598" y="1309009"/>
                  </a:lnTo>
                  <a:lnTo>
                    <a:pt x="6583444" y="1403043"/>
                  </a:lnTo>
                  <a:lnTo>
                    <a:pt x="6554103" y="1500918"/>
                  </a:lnTo>
                  <a:lnTo>
                    <a:pt x="6524553" y="1602439"/>
                  </a:lnTo>
                  <a:lnTo>
                    <a:pt x="6494786" y="1707357"/>
                  </a:lnTo>
                  <a:lnTo>
                    <a:pt x="6464802" y="1815372"/>
                  </a:lnTo>
                  <a:lnTo>
                    <a:pt x="6434614" y="1926137"/>
                  </a:lnTo>
                  <a:lnTo>
                    <a:pt x="6404242" y="2039257"/>
                  </a:lnTo>
                  <a:lnTo>
                    <a:pt x="6373715" y="2154299"/>
                  </a:lnTo>
                  <a:lnTo>
                    <a:pt x="6343067" y="2270795"/>
                  </a:lnTo>
                  <a:lnTo>
                    <a:pt x="6312338" y="2388252"/>
                  </a:lnTo>
                  <a:lnTo>
                    <a:pt x="6281571" y="2506158"/>
                  </a:lnTo>
                  <a:lnTo>
                    <a:pt x="6250809" y="2623995"/>
                  </a:lnTo>
                  <a:lnTo>
                    <a:pt x="6220098" y="2741245"/>
                  </a:lnTo>
                  <a:lnTo>
                    <a:pt x="6189479" y="2857400"/>
                  </a:lnTo>
                  <a:lnTo>
                    <a:pt x="6158990" y="2971973"/>
                  </a:lnTo>
                  <a:lnTo>
                    <a:pt x="6128664" y="3084505"/>
                  </a:lnTo>
                  <a:lnTo>
                    <a:pt x="6098529" y="3194572"/>
                  </a:lnTo>
                  <a:lnTo>
                    <a:pt x="6068602" y="3301792"/>
                  </a:lnTo>
                  <a:lnTo>
                    <a:pt x="6038893" y="3405830"/>
                  </a:lnTo>
                  <a:lnTo>
                    <a:pt x="6009401" y="3506399"/>
                  </a:lnTo>
                  <a:lnTo>
                    <a:pt x="5980112" y="3603265"/>
                  </a:lnTo>
                  <a:lnTo>
                    <a:pt x="5951003" y="3696246"/>
                  </a:lnTo>
                  <a:lnTo>
                    <a:pt x="5922036" y="3785213"/>
                  </a:lnTo>
                  <a:lnTo>
                    <a:pt x="5893158" y="3870085"/>
                  </a:lnTo>
                  <a:lnTo>
                    <a:pt x="5864304" y="3950829"/>
                  </a:lnTo>
                  <a:lnTo>
                    <a:pt x="5835389" y="4027457"/>
                  </a:lnTo>
                  <a:lnTo>
                    <a:pt x="5806314" y="4100022"/>
                  </a:lnTo>
                  <a:lnTo>
                    <a:pt x="5784835" y="4150670"/>
                  </a:lnTo>
                  <a:lnTo>
                    <a:pt x="5741502" y="4245036"/>
                  </a:lnTo>
                  <a:lnTo>
                    <a:pt x="5696930" y="4331020"/>
                  </a:lnTo>
                  <a:lnTo>
                    <a:pt x="5650585" y="4408943"/>
                  </a:lnTo>
                  <a:lnTo>
                    <a:pt x="5601866" y="4479398"/>
                  </a:lnTo>
                  <a:lnTo>
                    <a:pt x="5550144" y="4543097"/>
                  </a:lnTo>
                  <a:lnTo>
                    <a:pt x="5494804" y="4600762"/>
                  </a:lnTo>
                  <a:lnTo>
                    <a:pt x="5435294" y="4653066"/>
                  </a:lnTo>
                  <a:lnTo>
                    <a:pt x="5371176" y="4700593"/>
                  </a:lnTo>
                  <a:lnTo>
                    <a:pt x="5302210" y="4743823"/>
                  </a:lnTo>
                  <a:lnTo>
                    <a:pt x="5228444" y="4783114"/>
                  </a:lnTo>
                  <a:lnTo>
                    <a:pt x="5150328" y="4818700"/>
                  </a:lnTo>
                  <a:lnTo>
                    <a:pt x="5068825" y="4850701"/>
                  </a:lnTo>
                  <a:lnTo>
                    <a:pt x="4985501" y="4879132"/>
                  </a:lnTo>
                  <a:lnTo>
                    <a:pt x="4902541" y="4903939"/>
                  </a:lnTo>
                  <a:lnTo>
                    <a:pt x="4822661" y="4925044"/>
                  </a:lnTo>
                  <a:lnTo>
                    <a:pt x="4748873" y="4942398"/>
                  </a:lnTo>
                  <a:lnTo>
                    <a:pt x="4684106" y="4956050"/>
                  </a:lnTo>
                  <a:lnTo>
                    <a:pt x="4630748" y="4966187"/>
                  </a:lnTo>
                  <a:lnTo>
                    <a:pt x="4590204" y="4973164"/>
                  </a:lnTo>
                  <a:lnTo>
                    <a:pt x="4562598" y="4977483"/>
                  </a:lnTo>
                  <a:lnTo>
                    <a:pt x="4546673" y="4979756"/>
                  </a:lnTo>
                  <a:lnTo>
                    <a:pt x="4539877" y="4980643"/>
                  </a:lnTo>
                  <a:lnTo>
                    <a:pt x="4538543" y="4980804"/>
                  </a:lnTo>
                  <a:lnTo>
                    <a:pt x="4016409" y="4980804"/>
                  </a:lnTo>
                  <a:lnTo>
                    <a:pt x="4015142" y="4980817"/>
                  </a:lnTo>
                  <a:lnTo>
                    <a:pt x="4006858" y="4980904"/>
                  </a:lnTo>
                  <a:lnTo>
                    <a:pt x="3986147" y="4981147"/>
                  </a:lnTo>
                  <a:lnTo>
                    <a:pt x="3949556" y="4981623"/>
                  </a:lnTo>
                  <a:lnTo>
                    <a:pt x="3895904" y="4982404"/>
                  </a:lnTo>
                  <a:lnTo>
                    <a:pt x="3826341" y="4983540"/>
                  </a:lnTo>
                  <a:lnTo>
                    <a:pt x="3743948" y="4985062"/>
                  </a:lnTo>
                  <a:lnTo>
                    <a:pt x="3652975" y="4986979"/>
                  </a:lnTo>
                  <a:lnTo>
                    <a:pt x="3557928" y="4989287"/>
                  </a:lnTo>
                  <a:lnTo>
                    <a:pt x="3462825" y="4991977"/>
                  </a:lnTo>
                  <a:lnTo>
                    <a:pt x="3370751" y="4995042"/>
                  </a:lnTo>
                  <a:lnTo>
                    <a:pt x="3283727" y="4998491"/>
                  </a:lnTo>
                  <a:lnTo>
                    <a:pt x="3202798" y="5002343"/>
                  </a:lnTo>
                  <a:lnTo>
                    <a:pt x="3128240" y="5006636"/>
                  </a:lnTo>
                  <a:lnTo>
                    <a:pt x="3059774" y="5011426"/>
                  </a:lnTo>
                  <a:lnTo>
                    <a:pt x="2996765" y="5016783"/>
                  </a:lnTo>
                  <a:lnTo>
                    <a:pt x="2938377" y="5022787"/>
                  </a:lnTo>
                  <a:lnTo>
                    <a:pt x="2883680" y="5029527"/>
                  </a:lnTo>
                  <a:lnTo>
                    <a:pt x="2831741" y="5037084"/>
                  </a:lnTo>
                  <a:lnTo>
                    <a:pt x="2781704" y="5045515"/>
                  </a:lnTo>
                  <a:lnTo>
                    <a:pt x="2770117" y="5047629"/>
                  </a:lnTo>
                  <a:lnTo>
                    <a:pt x="2716776" y="5058127"/>
                  </a:lnTo>
                  <a:lnTo>
                    <a:pt x="2663951" y="5069719"/>
                  </a:lnTo>
                  <a:lnTo>
                    <a:pt x="2611078" y="5082420"/>
                  </a:lnTo>
                  <a:lnTo>
                    <a:pt x="2557778" y="5096206"/>
                  </a:lnTo>
                  <a:lnTo>
                    <a:pt x="2503834" y="5111009"/>
                  </a:lnTo>
                  <a:lnTo>
                    <a:pt x="2449166" y="5126713"/>
                  </a:lnTo>
                  <a:lnTo>
                    <a:pt x="2393818" y="5143158"/>
                  </a:lnTo>
                  <a:lnTo>
                    <a:pt x="2337935" y="5160142"/>
                  </a:lnTo>
                  <a:lnTo>
                    <a:pt x="2281733" y="5177434"/>
                  </a:lnTo>
                  <a:lnTo>
                    <a:pt x="2225472" y="5194781"/>
                  </a:lnTo>
                  <a:lnTo>
                    <a:pt x="2169417" y="5211932"/>
                  </a:lnTo>
                  <a:lnTo>
                    <a:pt x="2113810" y="5228642"/>
                  </a:lnTo>
                  <a:lnTo>
                    <a:pt x="2058829" y="5244697"/>
                  </a:lnTo>
                  <a:lnTo>
                    <a:pt x="2004566" y="5259916"/>
                  </a:lnTo>
                  <a:lnTo>
                    <a:pt x="1950999" y="5274164"/>
                  </a:lnTo>
                  <a:lnTo>
                    <a:pt x="1897974" y="5287351"/>
                  </a:lnTo>
                  <a:lnTo>
                    <a:pt x="1845185" y="5299434"/>
                  </a:lnTo>
                  <a:lnTo>
                    <a:pt x="1792155" y="5310412"/>
                  </a:lnTo>
                  <a:lnTo>
                    <a:pt x="1768425" y="5314929"/>
                  </a:lnTo>
                  <a:lnTo>
                    <a:pt x="1718727" y="5323569"/>
                  </a:lnTo>
                  <a:lnTo>
                    <a:pt x="1667309" y="5331328"/>
                  </a:lnTo>
                  <a:lnTo>
                    <a:pt x="1613344" y="5338253"/>
                  </a:lnTo>
                  <a:lnTo>
                    <a:pt x="1555910" y="5344423"/>
                  </a:lnTo>
                  <a:lnTo>
                    <a:pt x="1494070" y="5349924"/>
                  </a:lnTo>
                  <a:lnTo>
                    <a:pt x="1426956" y="5354841"/>
                  </a:lnTo>
                  <a:lnTo>
                    <a:pt x="1353874" y="5359246"/>
                  </a:lnTo>
                  <a:lnTo>
                    <a:pt x="1274445" y="5363198"/>
                  </a:lnTo>
                  <a:lnTo>
                    <a:pt x="1188794" y="5366738"/>
                  </a:lnTo>
                  <a:lnTo>
                    <a:pt x="1097766" y="5369893"/>
                  </a:lnTo>
                  <a:lnTo>
                    <a:pt x="1003139" y="5372671"/>
                  </a:lnTo>
                  <a:lnTo>
                    <a:pt x="907746" y="5375070"/>
                  </a:lnTo>
                  <a:lnTo>
                    <a:pt x="815415" y="5377080"/>
                  </a:lnTo>
                  <a:lnTo>
                    <a:pt x="730596" y="5378695"/>
                  </a:lnTo>
                  <a:lnTo>
                    <a:pt x="657676" y="5379920"/>
                  </a:lnTo>
                  <a:lnTo>
                    <a:pt x="600092" y="5380780"/>
                  </a:lnTo>
                  <a:lnTo>
                    <a:pt x="559501" y="5381323"/>
                  </a:lnTo>
                  <a:lnTo>
                    <a:pt x="535281" y="5381613"/>
                  </a:lnTo>
                  <a:lnTo>
                    <a:pt x="524490" y="5381730"/>
                  </a:lnTo>
                  <a:lnTo>
                    <a:pt x="522133" y="5381754"/>
                  </a:lnTo>
                  <a:lnTo>
                    <a:pt x="0" y="5381754"/>
                  </a:lnTo>
                  <a:close/>
                </a:path>
              </a:pathLst>
            </a:custGeom>
            <a:solidFill>
              <a:srgbClr val="DFC486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1953" name="pl1953"/>
            <p:cNvSpPr/>
            <p:nvPr/>
          </p:nvSpPr>
          <p:spPr>
            <a:xfrm>
              <a:off x="386606" y="519179"/>
              <a:ext cx="8554953" cy="5381754"/>
            </a:xfrm>
            <a:custGeom>
              <a:avLst/>
              <a:pathLst>
                <a:path w="8554953" h="5381754">
                  <a:moveTo>
                    <a:pt x="0" y="5381754"/>
                  </a:moveTo>
                  <a:lnTo>
                    <a:pt x="522133" y="5381754"/>
                  </a:lnTo>
                  <a:lnTo>
                    <a:pt x="523400" y="5381741"/>
                  </a:lnTo>
                  <a:lnTo>
                    <a:pt x="531684" y="5381654"/>
                  </a:lnTo>
                  <a:lnTo>
                    <a:pt x="552395" y="5381411"/>
                  </a:lnTo>
                  <a:lnTo>
                    <a:pt x="588986" y="5380935"/>
                  </a:lnTo>
                  <a:lnTo>
                    <a:pt x="642638" y="5380154"/>
                  </a:lnTo>
                  <a:lnTo>
                    <a:pt x="712202" y="5379018"/>
                  </a:lnTo>
                  <a:lnTo>
                    <a:pt x="794594" y="5377496"/>
                  </a:lnTo>
                  <a:lnTo>
                    <a:pt x="885567" y="5375579"/>
                  </a:lnTo>
                  <a:lnTo>
                    <a:pt x="980614" y="5373271"/>
                  </a:lnTo>
                  <a:lnTo>
                    <a:pt x="1075717" y="5370581"/>
                  </a:lnTo>
                  <a:lnTo>
                    <a:pt x="1167791" y="5367516"/>
                  </a:lnTo>
                  <a:lnTo>
                    <a:pt x="1254816" y="5364067"/>
                  </a:lnTo>
                  <a:lnTo>
                    <a:pt x="1335744" y="5360215"/>
                  </a:lnTo>
                  <a:lnTo>
                    <a:pt x="1410302" y="5355922"/>
                  </a:lnTo>
                  <a:lnTo>
                    <a:pt x="1478769" y="5351132"/>
                  </a:lnTo>
                  <a:lnTo>
                    <a:pt x="1541777" y="5345775"/>
                  </a:lnTo>
                  <a:lnTo>
                    <a:pt x="1600165" y="5339771"/>
                  </a:lnTo>
                  <a:lnTo>
                    <a:pt x="1654862" y="5333031"/>
                  </a:lnTo>
                  <a:lnTo>
                    <a:pt x="1706801" y="5325474"/>
                  </a:lnTo>
                  <a:lnTo>
                    <a:pt x="1756838" y="5317043"/>
                  </a:lnTo>
                  <a:lnTo>
                    <a:pt x="1768425" y="5314929"/>
                  </a:lnTo>
                  <a:lnTo>
                    <a:pt x="1821766" y="5304431"/>
                  </a:lnTo>
                  <a:lnTo>
                    <a:pt x="1874591" y="5292839"/>
                  </a:lnTo>
                  <a:lnTo>
                    <a:pt x="1927464" y="5280138"/>
                  </a:lnTo>
                  <a:lnTo>
                    <a:pt x="1980764" y="5266352"/>
                  </a:lnTo>
                  <a:lnTo>
                    <a:pt x="2034708" y="5251549"/>
                  </a:lnTo>
                  <a:lnTo>
                    <a:pt x="2089376" y="5235845"/>
                  </a:lnTo>
                  <a:lnTo>
                    <a:pt x="2144724" y="5219400"/>
                  </a:lnTo>
                  <a:lnTo>
                    <a:pt x="2200607" y="5202416"/>
                  </a:lnTo>
                  <a:lnTo>
                    <a:pt x="2256809" y="5185124"/>
                  </a:lnTo>
                  <a:lnTo>
                    <a:pt x="2313070" y="5167777"/>
                  </a:lnTo>
                  <a:lnTo>
                    <a:pt x="2369125" y="5150626"/>
                  </a:lnTo>
                  <a:lnTo>
                    <a:pt x="2424732" y="5133916"/>
                  </a:lnTo>
                  <a:lnTo>
                    <a:pt x="2479713" y="5117861"/>
                  </a:lnTo>
                  <a:lnTo>
                    <a:pt x="2533976" y="5102642"/>
                  </a:lnTo>
                  <a:lnTo>
                    <a:pt x="2587543" y="5088394"/>
                  </a:lnTo>
                  <a:lnTo>
                    <a:pt x="2640568" y="5075207"/>
                  </a:lnTo>
                  <a:lnTo>
                    <a:pt x="2693357" y="5063124"/>
                  </a:lnTo>
                  <a:lnTo>
                    <a:pt x="2746387" y="5052146"/>
                  </a:lnTo>
                  <a:lnTo>
                    <a:pt x="2770117" y="5047629"/>
                  </a:lnTo>
                  <a:lnTo>
                    <a:pt x="2819815" y="5038989"/>
                  </a:lnTo>
                  <a:lnTo>
                    <a:pt x="2871233" y="5031230"/>
                  </a:lnTo>
                  <a:lnTo>
                    <a:pt x="2925198" y="5024305"/>
                  </a:lnTo>
                  <a:lnTo>
                    <a:pt x="2982632" y="5018135"/>
                  </a:lnTo>
                  <a:lnTo>
                    <a:pt x="3044472" y="5012634"/>
                  </a:lnTo>
                  <a:lnTo>
                    <a:pt x="3111586" y="5007717"/>
                  </a:lnTo>
                  <a:lnTo>
                    <a:pt x="3184669" y="5003312"/>
                  </a:lnTo>
                  <a:lnTo>
                    <a:pt x="3264097" y="4999360"/>
                  </a:lnTo>
                  <a:lnTo>
                    <a:pt x="3349748" y="4995820"/>
                  </a:lnTo>
                  <a:lnTo>
                    <a:pt x="3440776" y="4992665"/>
                  </a:lnTo>
                  <a:lnTo>
                    <a:pt x="3535404" y="4989887"/>
                  </a:lnTo>
                  <a:lnTo>
                    <a:pt x="3630796" y="4987488"/>
                  </a:lnTo>
                  <a:lnTo>
                    <a:pt x="3723127" y="4985478"/>
                  </a:lnTo>
                  <a:lnTo>
                    <a:pt x="3807946" y="4983863"/>
                  </a:lnTo>
                  <a:lnTo>
                    <a:pt x="3880867" y="4982638"/>
                  </a:lnTo>
                  <a:lnTo>
                    <a:pt x="3938450" y="4981778"/>
                  </a:lnTo>
                  <a:lnTo>
                    <a:pt x="3979042" y="4981235"/>
                  </a:lnTo>
                  <a:lnTo>
                    <a:pt x="4003262" y="4980945"/>
                  </a:lnTo>
                  <a:lnTo>
                    <a:pt x="4014052" y="4980828"/>
                  </a:lnTo>
                  <a:lnTo>
                    <a:pt x="4016392" y="4980805"/>
                  </a:lnTo>
                  <a:lnTo>
                    <a:pt x="4016409" y="4980804"/>
                  </a:lnTo>
                  <a:lnTo>
                    <a:pt x="4538543" y="4980804"/>
                  </a:lnTo>
                  <a:lnTo>
                    <a:pt x="4539394" y="4980703"/>
                  </a:lnTo>
                  <a:lnTo>
                    <a:pt x="4545007" y="4979980"/>
                  </a:lnTo>
                  <a:lnTo>
                    <a:pt x="4559218" y="4977981"/>
                  </a:lnTo>
                  <a:lnTo>
                    <a:pt x="4584772" y="4974045"/>
                  </a:lnTo>
                  <a:lnTo>
                    <a:pt x="4623152" y="4967545"/>
                  </a:lnTo>
                  <a:lnTo>
                    <a:pt x="4674460" y="4957958"/>
                  </a:lnTo>
                  <a:lnTo>
                    <a:pt x="4737487" y="4944904"/>
                  </a:lnTo>
                  <a:lnTo>
                    <a:pt x="4809980" y="4928167"/>
                  </a:lnTo>
                  <a:lnTo>
                    <a:pt x="4889064" y="4907680"/>
                  </a:lnTo>
                  <a:lnTo>
                    <a:pt x="4971714" y="4883479"/>
                  </a:lnTo>
                  <a:lnTo>
                    <a:pt x="5055145" y="4855641"/>
                  </a:lnTo>
                  <a:lnTo>
                    <a:pt x="5137073" y="4824228"/>
                  </a:lnTo>
                  <a:lnTo>
                    <a:pt x="5215830" y="4789239"/>
                  </a:lnTo>
                  <a:lnTo>
                    <a:pt x="5290358" y="4750573"/>
                  </a:lnTo>
                  <a:lnTo>
                    <a:pt x="5360129" y="4708015"/>
                  </a:lnTo>
                  <a:lnTo>
                    <a:pt x="5425036" y="4661226"/>
                  </a:lnTo>
                  <a:lnTo>
                    <a:pt x="5485282" y="4609748"/>
                  </a:lnTo>
                  <a:lnTo>
                    <a:pt x="5541274" y="4553013"/>
                  </a:lnTo>
                  <a:lnTo>
                    <a:pt x="5593552" y="4490359"/>
                  </a:lnTo>
                  <a:lnTo>
                    <a:pt x="5642724" y="4421069"/>
                  </a:lnTo>
                  <a:lnTo>
                    <a:pt x="5689417" y="4344425"/>
                  </a:lnTo>
                  <a:lnTo>
                    <a:pt x="5734243" y="4259804"/>
                  </a:lnTo>
                  <a:lnTo>
                    <a:pt x="5777748" y="4166825"/>
                  </a:lnTo>
                  <a:lnTo>
                    <a:pt x="5784835" y="4150670"/>
                  </a:lnTo>
                  <a:lnTo>
                    <a:pt x="5814103" y="4081030"/>
                  </a:lnTo>
                  <a:lnTo>
                    <a:pt x="5843125" y="4007387"/>
                  </a:lnTo>
                  <a:lnTo>
                    <a:pt x="5872014" y="3929663"/>
                  </a:lnTo>
                  <a:lnTo>
                    <a:pt x="5900867" y="3847815"/>
                  </a:lnTo>
                  <a:lnTo>
                    <a:pt x="5929763" y="3761844"/>
                  </a:lnTo>
                  <a:lnTo>
                    <a:pt x="5958764" y="3671795"/>
                  </a:lnTo>
                  <a:lnTo>
                    <a:pt x="5987918" y="3577761"/>
                  </a:lnTo>
                  <a:lnTo>
                    <a:pt x="6017259" y="3479886"/>
                  </a:lnTo>
                  <a:lnTo>
                    <a:pt x="6046809" y="3378365"/>
                  </a:lnTo>
                  <a:lnTo>
                    <a:pt x="6076576" y="3273447"/>
                  </a:lnTo>
                  <a:lnTo>
                    <a:pt x="6106560" y="3165432"/>
                  </a:lnTo>
                  <a:lnTo>
                    <a:pt x="6136748" y="3054667"/>
                  </a:lnTo>
                  <a:lnTo>
                    <a:pt x="6167120" y="2941547"/>
                  </a:lnTo>
                  <a:lnTo>
                    <a:pt x="6197647" y="2826505"/>
                  </a:lnTo>
                  <a:lnTo>
                    <a:pt x="6228295" y="2710009"/>
                  </a:lnTo>
                  <a:lnTo>
                    <a:pt x="6259024" y="2592552"/>
                  </a:lnTo>
                  <a:lnTo>
                    <a:pt x="6289791" y="2474645"/>
                  </a:lnTo>
                  <a:lnTo>
                    <a:pt x="6320553" y="2356809"/>
                  </a:lnTo>
                  <a:lnTo>
                    <a:pt x="6351264" y="2239559"/>
                  </a:lnTo>
                  <a:lnTo>
                    <a:pt x="6381883" y="2123404"/>
                  </a:lnTo>
                  <a:lnTo>
                    <a:pt x="6412372" y="2008831"/>
                  </a:lnTo>
                  <a:lnTo>
                    <a:pt x="6442697" y="1896299"/>
                  </a:lnTo>
                  <a:lnTo>
                    <a:pt x="6472833" y="1786232"/>
                  </a:lnTo>
                  <a:lnTo>
                    <a:pt x="6502760" y="1679012"/>
                  </a:lnTo>
                  <a:lnTo>
                    <a:pt x="6532469" y="1574974"/>
                  </a:lnTo>
                  <a:lnTo>
                    <a:pt x="6561961" y="1474405"/>
                  </a:lnTo>
                  <a:lnTo>
                    <a:pt x="6591250" y="1377539"/>
                  </a:lnTo>
                  <a:lnTo>
                    <a:pt x="6620359" y="1284558"/>
                  </a:lnTo>
                  <a:lnTo>
                    <a:pt x="6649326" y="1195591"/>
                  </a:lnTo>
                  <a:lnTo>
                    <a:pt x="6678204" y="1110719"/>
                  </a:lnTo>
                  <a:lnTo>
                    <a:pt x="6707058" y="1029975"/>
                  </a:lnTo>
                  <a:lnTo>
                    <a:pt x="6735973" y="953347"/>
                  </a:lnTo>
                  <a:lnTo>
                    <a:pt x="6765048" y="880782"/>
                  </a:lnTo>
                  <a:lnTo>
                    <a:pt x="6786527" y="830134"/>
                  </a:lnTo>
                  <a:lnTo>
                    <a:pt x="6829860" y="735768"/>
                  </a:lnTo>
                  <a:lnTo>
                    <a:pt x="6874432" y="649783"/>
                  </a:lnTo>
                  <a:lnTo>
                    <a:pt x="6920777" y="571861"/>
                  </a:lnTo>
                  <a:lnTo>
                    <a:pt x="6969496" y="501406"/>
                  </a:lnTo>
                  <a:lnTo>
                    <a:pt x="7021218" y="437707"/>
                  </a:lnTo>
                  <a:lnTo>
                    <a:pt x="7076558" y="380042"/>
                  </a:lnTo>
                  <a:lnTo>
                    <a:pt x="7136068" y="327738"/>
                  </a:lnTo>
                  <a:lnTo>
                    <a:pt x="7200186" y="280211"/>
                  </a:lnTo>
                  <a:lnTo>
                    <a:pt x="7269152" y="236981"/>
                  </a:lnTo>
                  <a:lnTo>
                    <a:pt x="7342918" y="197690"/>
                  </a:lnTo>
                  <a:lnTo>
                    <a:pt x="7421034" y="162104"/>
                  </a:lnTo>
                  <a:lnTo>
                    <a:pt x="7502537" y="130103"/>
                  </a:lnTo>
                  <a:lnTo>
                    <a:pt x="7585861" y="101672"/>
                  </a:lnTo>
                  <a:lnTo>
                    <a:pt x="7668821" y="76865"/>
                  </a:lnTo>
                  <a:lnTo>
                    <a:pt x="7748700" y="55760"/>
                  </a:lnTo>
                  <a:lnTo>
                    <a:pt x="7822488" y="38406"/>
                  </a:lnTo>
                  <a:lnTo>
                    <a:pt x="7887256" y="24754"/>
                  </a:lnTo>
                  <a:lnTo>
                    <a:pt x="7940614" y="14617"/>
                  </a:lnTo>
                  <a:lnTo>
                    <a:pt x="7981158" y="7640"/>
                  </a:lnTo>
                  <a:lnTo>
                    <a:pt x="8008763" y="3321"/>
                  </a:lnTo>
                  <a:lnTo>
                    <a:pt x="8024689" y="1048"/>
                  </a:lnTo>
                  <a:lnTo>
                    <a:pt x="8031485" y="160"/>
                  </a:lnTo>
                  <a:lnTo>
                    <a:pt x="8032815" y="0"/>
                  </a:lnTo>
                  <a:lnTo>
                    <a:pt x="8032819" y="0"/>
                  </a:lnTo>
                  <a:lnTo>
                    <a:pt x="8554953" y="0"/>
                  </a:lnTo>
                  <a:lnTo>
                    <a:pt x="8554953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954" name="pl1954"/>
            <p:cNvSpPr/>
            <p:nvPr/>
          </p:nvSpPr>
          <p:spPr>
            <a:xfrm>
              <a:off x="386606" y="513531"/>
              <a:ext cx="8554953" cy="5381754"/>
            </a:xfrm>
            <a:custGeom>
              <a:avLst/>
              <a:pathLst>
                <a:path w="8554953" h="5381754">
                  <a:moveTo>
                    <a:pt x="8554953" y="0"/>
                  </a:moveTo>
                  <a:lnTo>
                    <a:pt x="8032819" y="0"/>
                  </a:lnTo>
                  <a:lnTo>
                    <a:pt x="8031968" y="101"/>
                  </a:lnTo>
                  <a:lnTo>
                    <a:pt x="8026355" y="824"/>
                  </a:lnTo>
                  <a:lnTo>
                    <a:pt x="8012144" y="2822"/>
                  </a:lnTo>
                  <a:lnTo>
                    <a:pt x="7986590" y="6759"/>
                  </a:lnTo>
                  <a:lnTo>
                    <a:pt x="7948210" y="13259"/>
                  </a:lnTo>
                  <a:lnTo>
                    <a:pt x="7896902" y="22846"/>
                  </a:lnTo>
                  <a:lnTo>
                    <a:pt x="7833875" y="35900"/>
                  </a:lnTo>
                  <a:lnTo>
                    <a:pt x="7761382" y="52637"/>
                  </a:lnTo>
                  <a:lnTo>
                    <a:pt x="7682298" y="73124"/>
                  </a:lnTo>
                  <a:lnTo>
                    <a:pt x="7599647" y="97325"/>
                  </a:lnTo>
                  <a:lnTo>
                    <a:pt x="7516217" y="125163"/>
                  </a:lnTo>
                  <a:lnTo>
                    <a:pt x="7434289" y="156576"/>
                  </a:lnTo>
                  <a:lnTo>
                    <a:pt x="7355532" y="191565"/>
                  </a:lnTo>
                  <a:lnTo>
                    <a:pt x="7281004" y="230231"/>
                  </a:lnTo>
                  <a:lnTo>
                    <a:pt x="7211233" y="272789"/>
                  </a:lnTo>
                  <a:lnTo>
                    <a:pt x="7146325" y="319578"/>
                  </a:lnTo>
                  <a:lnTo>
                    <a:pt x="7086080" y="371055"/>
                  </a:lnTo>
                  <a:lnTo>
                    <a:pt x="7030088" y="427791"/>
                  </a:lnTo>
                  <a:lnTo>
                    <a:pt x="6977810" y="490445"/>
                  </a:lnTo>
                  <a:lnTo>
                    <a:pt x="6928638" y="559735"/>
                  </a:lnTo>
                  <a:lnTo>
                    <a:pt x="6881945" y="636379"/>
                  </a:lnTo>
                  <a:lnTo>
                    <a:pt x="6837119" y="721000"/>
                  </a:lnTo>
                  <a:lnTo>
                    <a:pt x="6793614" y="813979"/>
                  </a:lnTo>
                  <a:lnTo>
                    <a:pt x="6786527" y="830134"/>
                  </a:lnTo>
                  <a:lnTo>
                    <a:pt x="6757259" y="899774"/>
                  </a:lnTo>
                  <a:lnTo>
                    <a:pt x="6728237" y="973417"/>
                  </a:lnTo>
                  <a:lnTo>
                    <a:pt x="6699348" y="1051141"/>
                  </a:lnTo>
                  <a:lnTo>
                    <a:pt x="6670495" y="1132989"/>
                  </a:lnTo>
                  <a:lnTo>
                    <a:pt x="6641599" y="1218960"/>
                  </a:lnTo>
                  <a:lnTo>
                    <a:pt x="6612598" y="1309009"/>
                  </a:lnTo>
                  <a:lnTo>
                    <a:pt x="6583444" y="1403043"/>
                  </a:lnTo>
                  <a:lnTo>
                    <a:pt x="6554103" y="1500918"/>
                  </a:lnTo>
                  <a:lnTo>
                    <a:pt x="6524553" y="1602439"/>
                  </a:lnTo>
                  <a:lnTo>
                    <a:pt x="6494786" y="1707357"/>
                  </a:lnTo>
                  <a:lnTo>
                    <a:pt x="6464802" y="1815372"/>
                  </a:lnTo>
                  <a:lnTo>
                    <a:pt x="6434614" y="1926137"/>
                  </a:lnTo>
                  <a:lnTo>
                    <a:pt x="6404242" y="2039257"/>
                  </a:lnTo>
                  <a:lnTo>
                    <a:pt x="6373715" y="2154299"/>
                  </a:lnTo>
                  <a:lnTo>
                    <a:pt x="6343067" y="2270795"/>
                  </a:lnTo>
                  <a:lnTo>
                    <a:pt x="6312338" y="2388252"/>
                  </a:lnTo>
                  <a:lnTo>
                    <a:pt x="6281571" y="2506158"/>
                  </a:lnTo>
                  <a:lnTo>
                    <a:pt x="6250809" y="2623995"/>
                  </a:lnTo>
                  <a:lnTo>
                    <a:pt x="6220098" y="2741245"/>
                  </a:lnTo>
                  <a:lnTo>
                    <a:pt x="6189479" y="2857400"/>
                  </a:lnTo>
                  <a:lnTo>
                    <a:pt x="6158990" y="2971973"/>
                  </a:lnTo>
                  <a:lnTo>
                    <a:pt x="6128664" y="3084505"/>
                  </a:lnTo>
                  <a:lnTo>
                    <a:pt x="6098529" y="3194572"/>
                  </a:lnTo>
                  <a:lnTo>
                    <a:pt x="6068602" y="3301792"/>
                  </a:lnTo>
                  <a:lnTo>
                    <a:pt x="6038893" y="3405830"/>
                  </a:lnTo>
                  <a:lnTo>
                    <a:pt x="6009401" y="3506399"/>
                  </a:lnTo>
                  <a:lnTo>
                    <a:pt x="5980112" y="3603265"/>
                  </a:lnTo>
                  <a:lnTo>
                    <a:pt x="5951003" y="3696246"/>
                  </a:lnTo>
                  <a:lnTo>
                    <a:pt x="5922036" y="3785213"/>
                  </a:lnTo>
                  <a:lnTo>
                    <a:pt x="5893158" y="3870085"/>
                  </a:lnTo>
                  <a:lnTo>
                    <a:pt x="5864304" y="3950829"/>
                  </a:lnTo>
                  <a:lnTo>
                    <a:pt x="5835389" y="4027457"/>
                  </a:lnTo>
                  <a:lnTo>
                    <a:pt x="5806314" y="4100022"/>
                  </a:lnTo>
                  <a:lnTo>
                    <a:pt x="5784835" y="4150670"/>
                  </a:lnTo>
                  <a:lnTo>
                    <a:pt x="5741502" y="4245036"/>
                  </a:lnTo>
                  <a:lnTo>
                    <a:pt x="5696930" y="4331020"/>
                  </a:lnTo>
                  <a:lnTo>
                    <a:pt x="5650585" y="4408943"/>
                  </a:lnTo>
                  <a:lnTo>
                    <a:pt x="5601866" y="4479398"/>
                  </a:lnTo>
                  <a:lnTo>
                    <a:pt x="5550144" y="4543097"/>
                  </a:lnTo>
                  <a:lnTo>
                    <a:pt x="5494804" y="4600762"/>
                  </a:lnTo>
                  <a:lnTo>
                    <a:pt x="5435294" y="4653066"/>
                  </a:lnTo>
                  <a:lnTo>
                    <a:pt x="5371176" y="4700593"/>
                  </a:lnTo>
                  <a:lnTo>
                    <a:pt x="5302210" y="4743823"/>
                  </a:lnTo>
                  <a:lnTo>
                    <a:pt x="5228444" y="4783114"/>
                  </a:lnTo>
                  <a:lnTo>
                    <a:pt x="5150328" y="4818700"/>
                  </a:lnTo>
                  <a:lnTo>
                    <a:pt x="5068825" y="4850701"/>
                  </a:lnTo>
                  <a:lnTo>
                    <a:pt x="4985501" y="4879132"/>
                  </a:lnTo>
                  <a:lnTo>
                    <a:pt x="4902541" y="4903939"/>
                  </a:lnTo>
                  <a:lnTo>
                    <a:pt x="4822661" y="4925044"/>
                  </a:lnTo>
                  <a:lnTo>
                    <a:pt x="4748873" y="4942398"/>
                  </a:lnTo>
                  <a:lnTo>
                    <a:pt x="4684106" y="4956050"/>
                  </a:lnTo>
                  <a:lnTo>
                    <a:pt x="4630748" y="4966187"/>
                  </a:lnTo>
                  <a:lnTo>
                    <a:pt x="4590204" y="4973164"/>
                  </a:lnTo>
                  <a:lnTo>
                    <a:pt x="4562598" y="4977483"/>
                  </a:lnTo>
                  <a:lnTo>
                    <a:pt x="4546673" y="4979756"/>
                  </a:lnTo>
                  <a:lnTo>
                    <a:pt x="4539877" y="4980643"/>
                  </a:lnTo>
                  <a:lnTo>
                    <a:pt x="4538547" y="4980804"/>
                  </a:lnTo>
                  <a:lnTo>
                    <a:pt x="4538543" y="4980804"/>
                  </a:lnTo>
                  <a:lnTo>
                    <a:pt x="4016409" y="4980804"/>
                  </a:lnTo>
                  <a:lnTo>
                    <a:pt x="4015142" y="4980817"/>
                  </a:lnTo>
                  <a:lnTo>
                    <a:pt x="4006858" y="4980904"/>
                  </a:lnTo>
                  <a:lnTo>
                    <a:pt x="3986147" y="4981147"/>
                  </a:lnTo>
                  <a:lnTo>
                    <a:pt x="3949556" y="4981623"/>
                  </a:lnTo>
                  <a:lnTo>
                    <a:pt x="3895904" y="4982404"/>
                  </a:lnTo>
                  <a:lnTo>
                    <a:pt x="3826341" y="4983540"/>
                  </a:lnTo>
                  <a:lnTo>
                    <a:pt x="3743948" y="4985062"/>
                  </a:lnTo>
                  <a:lnTo>
                    <a:pt x="3652975" y="4986979"/>
                  </a:lnTo>
                  <a:lnTo>
                    <a:pt x="3557928" y="4989287"/>
                  </a:lnTo>
                  <a:lnTo>
                    <a:pt x="3462825" y="4991977"/>
                  </a:lnTo>
                  <a:lnTo>
                    <a:pt x="3370751" y="4995042"/>
                  </a:lnTo>
                  <a:lnTo>
                    <a:pt x="3283727" y="4998491"/>
                  </a:lnTo>
                  <a:lnTo>
                    <a:pt x="3202798" y="5002343"/>
                  </a:lnTo>
                  <a:lnTo>
                    <a:pt x="3128240" y="5006636"/>
                  </a:lnTo>
                  <a:lnTo>
                    <a:pt x="3059774" y="5011426"/>
                  </a:lnTo>
                  <a:lnTo>
                    <a:pt x="2996765" y="5016783"/>
                  </a:lnTo>
                  <a:lnTo>
                    <a:pt x="2938377" y="5022787"/>
                  </a:lnTo>
                  <a:lnTo>
                    <a:pt x="2883680" y="5029527"/>
                  </a:lnTo>
                  <a:lnTo>
                    <a:pt x="2831741" y="5037084"/>
                  </a:lnTo>
                  <a:lnTo>
                    <a:pt x="2781704" y="5045515"/>
                  </a:lnTo>
                  <a:lnTo>
                    <a:pt x="2770117" y="5047629"/>
                  </a:lnTo>
                  <a:lnTo>
                    <a:pt x="2716776" y="5058127"/>
                  </a:lnTo>
                  <a:lnTo>
                    <a:pt x="2663951" y="5069719"/>
                  </a:lnTo>
                  <a:lnTo>
                    <a:pt x="2611078" y="5082420"/>
                  </a:lnTo>
                  <a:lnTo>
                    <a:pt x="2557778" y="5096206"/>
                  </a:lnTo>
                  <a:lnTo>
                    <a:pt x="2503834" y="5111009"/>
                  </a:lnTo>
                  <a:lnTo>
                    <a:pt x="2449166" y="5126713"/>
                  </a:lnTo>
                  <a:lnTo>
                    <a:pt x="2393818" y="5143158"/>
                  </a:lnTo>
                  <a:lnTo>
                    <a:pt x="2337935" y="5160142"/>
                  </a:lnTo>
                  <a:lnTo>
                    <a:pt x="2281733" y="5177434"/>
                  </a:lnTo>
                  <a:lnTo>
                    <a:pt x="2225472" y="5194781"/>
                  </a:lnTo>
                  <a:lnTo>
                    <a:pt x="2169417" y="5211932"/>
                  </a:lnTo>
                  <a:lnTo>
                    <a:pt x="2113810" y="5228642"/>
                  </a:lnTo>
                  <a:lnTo>
                    <a:pt x="2058829" y="5244697"/>
                  </a:lnTo>
                  <a:lnTo>
                    <a:pt x="2004566" y="5259916"/>
                  </a:lnTo>
                  <a:lnTo>
                    <a:pt x="1950999" y="5274164"/>
                  </a:lnTo>
                  <a:lnTo>
                    <a:pt x="1897974" y="5287351"/>
                  </a:lnTo>
                  <a:lnTo>
                    <a:pt x="1845185" y="5299434"/>
                  </a:lnTo>
                  <a:lnTo>
                    <a:pt x="1792155" y="5310412"/>
                  </a:lnTo>
                  <a:lnTo>
                    <a:pt x="1768425" y="5314929"/>
                  </a:lnTo>
                  <a:lnTo>
                    <a:pt x="1718727" y="5323569"/>
                  </a:lnTo>
                  <a:lnTo>
                    <a:pt x="1667309" y="5331328"/>
                  </a:lnTo>
                  <a:lnTo>
                    <a:pt x="1613344" y="5338253"/>
                  </a:lnTo>
                  <a:lnTo>
                    <a:pt x="1555910" y="5344423"/>
                  </a:lnTo>
                  <a:lnTo>
                    <a:pt x="1494070" y="5349924"/>
                  </a:lnTo>
                  <a:lnTo>
                    <a:pt x="1426956" y="5354841"/>
                  </a:lnTo>
                  <a:lnTo>
                    <a:pt x="1353874" y="5359246"/>
                  </a:lnTo>
                  <a:lnTo>
                    <a:pt x="1274445" y="5363198"/>
                  </a:lnTo>
                  <a:lnTo>
                    <a:pt x="1188794" y="5366738"/>
                  </a:lnTo>
                  <a:lnTo>
                    <a:pt x="1097766" y="5369893"/>
                  </a:lnTo>
                  <a:lnTo>
                    <a:pt x="1003139" y="5372671"/>
                  </a:lnTo>
                  <a:lnTo>
                    <a:pt x="907746" y="5375070"/>
                  </a:lnTo>
                  <a:lnTo>
                    <a:pt x="815415" y="5377080"/>
                  </a:lnTo>
                  <a:lnTo>
                    <a:pt x="730596" y="5378695"/>
                  </a:lnTo>
                  <a:lnTo>
                    <a:pt x="657676" y="5379920"/>
                  </a:lnTo>
                  <a:lnTo>
                    <a:pt x="600092" y="5380780"/>
                  </a:lnTo>
                  <a:lnTo>
                    <a:pt x="559501" y="5381323"/>
                  </a:lnTo>
                  <a:lnTo>
                    <a:pt x="535281" y="5381613"/>
                  </a:lnTo>
                  <a:lnTo>
                    <a:pt x="524490" y="5381730"/>
                  </a:lnTo>
                  <a:lnTo>
                    <a:pt x="522150" y="5381753"/>
                  </a:lnTo>
                  <a:lnTo>
                    <a:pt x="522133" y="5381754"/>
                  </a:lnTo>
                  <a:lnTo>
                    <a:pt x="0" y="5381754"/>
                  </a:lnTo>
                  <a:lnTo>
                    <a:pt x="0" y="5381754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955" name="pg1955"/>
            <p:cNvSpPr/>
            <p:nvPr/>
          </p:nvSpPr>
          <p:spPr>
            <a:xfrm>
              <a:off x="386606" y="711182"/>
              <a:ext cx="8554953" cy="5138925"/>
            </a:xfrm>
            <a:custGeom>
              <a:avLst/>
              <a:pathLst>
                <a:path w="8554953" h="5138925">
                  <a:moveTo>
                    <a:pt x="0" y="5138925"/>
                  </a:moveTo>
                  <a:lnTo>
                    <a:pt x="522133" y="5138925"/>
                  </a:lnTo>
                  <a:lnTo>
                    <a:pt x="522973" y="5138822"/>
                  </a:lnTo>
                  <a:lnTo>
                    <a:pt x="528513" y="5138087"/>
                  </a:lnTo>
                  <a:lnTo>
                    <a:pt x="542545" y="5136056"/>
                  </a:lnTo>
                  <a:lnTo>
                    <a:pt x="567789" y="5132053"/>
                  </a:lnTo>
                  <a:lnTo>
                    <a:pt x="605730" y="5125445"/>
                  </a:lnTo>
                  <a:lnTo>
                    <a:pt x="656497" y="5115693"/>
                  </a:lnTo>
                  <a:lnTo>
                    <a:pt x="718926" y="5102408"/>
                  </a:lnTo>
                  <a:lnTo>
                    <a:pt x="790817" y="5085367"/>
                  </a:lnTo>
                  <a:lnTo>
                    <a:pt x="869350" y="5064496"/>
                  </a:lnTo>
                  <a:lnTo>
                    <a:pt x="951535" y="5039828"/>
                  </a:lnTo>
                  <a:lnTo>
                    <a:pt x="1034609" y="5011443"/>
                  </a:lnTo>
                  <a:lnTo>
                    <a:pt x="1116292" y="4979405"/>
                  </a:lnTo>
                  <a:lnTo>
                    <a:pt x="1194905" y="4943716"/>
                  </a:lnTo>
                  <a:lnTo>
                    <a:pt x="1269373" y="4904281"/>
                  </a:lnTo>
                  <a:lnTo>
                    <a:pt x="1339146" y="4860889"/>
                  </a:lnTo>
                  <a:lnTo>
                    <a:pt x="1404096" y="4813204"/>
                  </a:lnTo>
                  <a:lnTo>
                    <a:pt x="1464403" y="4760768"/>
                  </a:lnTo>
                  <a:lnTo>
                    <a:pt x="1520458" y="4703010"/>
                  </a:lnTo>
                  <a:lnTo>
                    <a:pt x="1572786" y="4639265"/>
                  </a:lnTo>
                  <a:lnTo>
                    <a:pt x="1621983" y="4568807"/>
                  </a:lnTo>
                  <a:lnTo>
                    <a:pt x="1668668" y="4490902"/>
                  </a:lnTo>
                  <a:lnTo>
                    <a:pt x="1713446" y="4404901"/>
                  </a:lnTo>
                  <a:lnTo>
                    <a:pt x="1756866" y="4310386"/>
                  </a:lnTo>
                  <a:lnTo>
                    <a:pt x="1768425" y="4283379"/>
                  </a:lnTo>
                  <a:lnTo>
                    <a:pt x="1797293" y="4212621"/>
                  </a:lnTo>
                  <a:lnTo>
                    <a:pt x="1825918" y="4137854"/>
                  </a:lnTo>
                  <a:lnTo>
                    <a:pt x="1854413" y="4058996"/>
                  </a:lnTo>
                  <a:lnTo>
                    <a:pt x="1882869" y="3976005"/>
                  </a:lnTo>
                  <a:lnTo>
                    <a:pt x="1911363" y="3888880"/>
                  </a:lnTo>
                  <a:lnTo>
                    <a:pt x="1939955" y="3797662"/>
                  </a:lnTo>
                  <a:lnTo>
                    <a:pt x="1968693" y="3702440"/>
                  </a:lnTo>
                  <a:lnTo>
                    <a:pt x="1997610" y="3603350"/>
                  </a:lnTo>
                  <a:lnTo>
                    <a:pt x="2026728" y="3500582"/>
                  </a:lnTo>
                  <a:lnTo>
                    <a:pt x="2056058" y="3394375"/>
                  </a:lnTo>
                  <a:lnTo>
                    <a:pt x="2085599" y="3285018"/>
                  </a:lnTo>
                  <a:lnTo>
                    <a:pt x="2115341" y="3172849"/>
                  </a:lnTo>
                  <a:lnTo>
                    <a:pt x="2145266" y="3058251"/>
                  </a:lnTo>
                  <a:lnTo>
                    <a:pt x="2175347" y="2941645"/>
                  </a:lnTo>
                  <a:lnTo>
                    <a:pt x="2205553" y="2823490"/>
                  </a:lnTo>
                  <a:lnTo>
                    <a:pt x="2235845" y="2704267"/>
                  </a:lnTo>
                  <a:lnTo>
                    <a:pt x="2266184" y="2584480"/>
                  </a:lnTo>
                  <a:lnTo>
                    <a:pt x="2296528" y="2464641"/>
                  </a:lnTo>
                  <a:lnTo>
                    <a:pt x="2326833" y="2345263"/>
                  </a:lnTo>
                  <a:lnTo>
                    <a:pt x="2357060" y="2226850"/>
                  </a:lnTo>
                  <a:lnTo>
                    <a:pt x="2387169" y="2109892"/>
                  </a:lnTo>
                  <a:lnTo>
                    <a:pt x="2417128" y="1994850"/>
                  </a:lnTo>
                  <a:lnTo>
                    <a:pt x="2446909" y="1882154"/>
                  </a:lnTo>
                  <a:lnTo>
                    <a:pt x="2476492" y="1772196"/>
                  </a:lnTo>
                  <a:lnTo>
                    <a:pt x="2505865" y="1665323"/>
                  </a:lnTo>
                  <a:lnTo>
                    <a:pt x="2535026" y="1561835"/>
                  </a:lnTo>
                  <a:lnTo>
                    <a:pt x="2563983" y="1461980"/>
                  </a:lnTo>
                  <a:lnTo>
                    <a:pt x="2592755" y="1365958"/>
                  </a:lnTo>
                  <a:lnTo>
                    <a:pt x="2621373" y="1273917"/>
                  </a:lnTo>
                  <a:lnTo>
                    <a:pt x="2649882" y="1185954"/>
                  </a:lnTo>
                  <a:lnTo>
                    <a:pt x="2678340" y="1102122"/>
                  </a:lnTo>
                  <a:lnTo>
                    <a:pt x="2706820" y="1022426"/>
                  </a:lnTo>
                  <a:lnTo>
                    <a:pt x="2735411" y="946831"/>
                  </a:lnTo>
                  <a:lnTo>
                    <a:pt x="2764220" y="875266"/>
                  </a:lnTo>
                  <a:lnTo>
                    <a:pt x="2770117" y="861193"/>
                  </a:lnTo>
                  <a:lnTo>
                    <a:pt x="2813252" y="764358"/>
                  </a:lnTo>
                  <a:lnTo>
                    <a:pt x="2857612" y="676085"/>
                  </a:lnTo>
                  <a:lnTo>
                    <a:pt x="2903724" y="596050"/>
                  </a:lnTo>
                  <a:lnTo>
                    <a:pt x="2952181" y="523650"/>
                  </a:lnTo>
                  <a:lnTo>
                    <a:pt x="3003603" y="458165"/>
                  </a:lnTo>
                  <a:lnTo>
                    <a:pt x="3058595" y="398858"/>
                  </a:lnTo>
                  <a:lnTo>
                    <a:pt x="3117708" y="345044"/>
                  </a:lnTo>
                  <a:lnTo>
                    <a:pt x="3181375" y="296126"/>
                  </a:lnTo>
                  <a:lnTo>
                    <a:pt x="3249843" y="251612"/>
                  </a:lnTo>
                  <a:lnTo>
                    <a:pt x="3323077" y="211134"/>
                  </a:lnTo>
                  <a:lnTo>
                    <a:pt x="3400653" y="174448"/>
                  </a:lnTo>
                  <a:lnTo>
                    <a:pt x="3481646" y="141427"/>
                  </a:lnTo>
                  <a:lnTo>
                    <a:pt x="3564544" y="112050"/>
                  </a:lnTo>
                  <a:lnTo>
                    <a:pt x="3647226" y="86369"/>
                  </a:lnTo>
                  <a:lnTo>
                    <a:pt x="3727037" y="64466"/>
                  </a:lnTo>
                  <a:lnTo>
                    <a:pt x="3801015" y="46392"/>
                  </a:lnTo>
                  <a:lnTo>
                    <a:pt x="3866251" y="32108"/>
                  </a:lnTo>
                  <a:lnTo>
                    <a:pt x="3920333" y="21433"/>
                  </a:lnTo>
                  <a:lnTo>
                    <a:pt x="3961784" y="14023"/>
                  </a:lnTo>
                  <a:lnTo>
                    <a:pt x="3990368" y="9376"/>
                  </a:lnTo>
                  <a:lnTo>
                    <a:pt x="4007210" y="6878"/>
                  </a:lnTo>
                  <a:lnTo>
                    <a:pt x="4014712" y="5859"/>
                  </a:lnTo>
                  <a:lnTo>
                    <a:pt x="4016409" y="5647"/>
                  </a:lnTo>
                  <a:lnTo>
                    <a:pt x="4538543" y="5647"/>
                  </a:lnTo>
                  <a:lnTo>
                    <a:pt x="4539640" y="5739"/>
                  </a:lnTo>
                  <a:lnTo>
                    <a:pt x="4546837" y="6401"/>
                  </a:lnTo>
                  <a:lnTo>
                    <a:pt x="4564917" y="8229"/>
                  </a:lnTo>
                  <a:lnTo>
                    <a:pt x="4597084" y="11825"/>
                  </a:lnTo>
                  <a:lnTo>
                    <a:pt x="4644698" y="17734"/>
                  </a:lnTo>
                  <a:lnTo>
                    <a:pt x="4707183" y="26383"/>
                  </a:lnTo>
                  <a:lnTo>
                    <a:pt x="4782254" y="38045"/>
                  </a:lnTo>
                  <a:lnTo>
                    <a:pt x="4866465" y="52834"/>
                  </a:lnTo>
                  <a:lnTo>
                    <a:pt x="4955910" y="70744"/>
                  </a:lnTo>
                  <a:lnTo>
                    <a:pt x="5046879" y="91709"/>
                  </a:lnTo>
                  <a:lnTo>
                    <a:pt x="5136312" y="115669"/>
                  </a:lnTo>
                  <a:lnTo>
                    <a:pt x="5222004" y="142622"/>
                  </a:lnTo>
                  <a:lnTo>
                    <a:pt x="5302609" y="172663"/>
                  </a:lnTo>
                  <a:lnTo>
                    <a:pt x="5377516" y="206003"/>
                  </a:lnTo>
                  <a:lnTo>
                    <a:pt x="5446681" y="242974"/>
                  </a:lnTo>
                  <a:lnTo>
                    <a:pt x="5510458" y="284027"/>
                  </a:lnTo>
                  <a:lnTo>
                    <a:pt x="5569451" y="329715"/>
                  </a:lnTo>
                  <a:lnTo>
                    <a:pt x="5624409" y="380669"/>
                  </a:lnTo>
                  <a:lnTo>
                    <a:pt x="5676139" y="437552"/>
                  </a:lnTo>
                  <a:lnTo>
                    <a:pt x="5725444" y="500970"/>
                  </a:lnTo>
                  <a:lnTo>
                    <a:pt x="5773058" y="571336"/>
                  </a:lnTo>
                  <a:lnTo>
                    <a:pt x="5784835" y="590129"/>
                  </a:lnTo>
                  <a:lnTo>
                    <a:pt x="5818985" y="647660"/>
                  </a:lnTo>
                  <a:lnTo>
                    <a:pt x="5852826" y="709049"/>
                  </a:lnTo>
                  <a:lnTo>
                    <a:pt x="5886533" y="774372"/>
                  </a:lnTo>
                  <a:lnTo>
                    <a:pt x="5920246" y="843658"/>
                  </a:lnTo>
                  <a:lnTo>
                    <a:pt x="5954077" y="916877"/>
                  </a:lnTo>
                  <a:lnTo>
                    <a:pt x="5988106" y="993939"/>
                  </a:lnTo>
                  <a:lnTo>
                    <a:pt x="6022391" y="1074686"/>
                  </a:lnTo>
                  <a:lnTo>
                    <a:pt x="6056962" y="1158894"/>
                  </a:lnTo>
                  <a:lnTo>
                    <a:pt x="6091831" y="1246268"/>
                  </a:lnTo>
                  <a:lnTo>
                    <a:pt x="6126988" y="1336451"/>
                  </a:lnTo>
                  <a:lnTo>
                    <a:pt x="6162406" y="1429020"/>
                  </a:lnTo>
                  <a:lnTo>
                    <a:pt x="6198042" y="1523500"/>
                  </a:lnTo>
                  <a:lnTo>
                    <a:pt x="6233841" y="1619370"/>
                  </a:lnTo>
                  <a:lnTo>
                    <a:pt x="6269740" y="1716074"/>
                  </a:lnTo>
                  <a:lnTo>
                    <a:pt x="6305671" y="1813036"/>
                  </a:lnTo>
                  <a:lnTo>
                    <a:pt x="6341562" y="1909674"/>
                  </a:lnTo>
                  <a:lnTo>
                    <a:pt x="6377346" y="2005414"/>
                  </a:lnTo>
                  <a:lnTo>
                    <a:pt x="6412960" y="2099704"/>
                  </a:lnTo>
                  <a:lnTo>
                    <a:pt x="6448350" y="2192028"/>
                  </a:lnTo>
                  <a:lnTo>
                    <a:pt x="6483475" y="2281914"/>
                  </a:lnTo>
                  <a:lnTo>
                    <a:pt x="6518311" y="2368948"/>
                  </a:lnTo>
                  <a:lnTo>
                    <a:pt x="6552849" y="2452779"/>
                  </a:lnTo>
                  <a:lnTo>
                    <a:pt x="6587103" y="2533121"/>
                  </a:lnTo>
                  <a:lnTo>
                    <a:pt x="6621107" y="2609756"/>
                  </a:lnTo>
                  <a:lnTo>
                    <a:pt x="6654919" y="2682535"/>
                  </a:lnTo>
                  <a:lnTo>
                    <a:pt x="6688626" y="2751375"/>
                  </a:lnTo>
                  <a:lnTo>
                    <a:pt x="6722340" y="2816253"/>
                  </a:lnTo>
                  <a:lnTo>
                    <a:pt x="6756207" y="2877201"/>
                  </a:lnTo>
                  <a:lnTo>
                    <a:pt x="6786527" y="2928058"/>
                  </a:lnTo>
                  <a:lnTo>
                    <a:pt x="6833816" y="3000191"/>
                  </a:lnTo>
                  <a:lnTo>
                    <a:pt x="6882631" y="3065329"/>
                  </a:lnTo>
                  <a:lnTo>
                    <a:pt x="6933678" y="3123802"/>
                  </a:lnTo>
                  <a:lnTo>
                    <a:pt x="6987748" y="3176185"/>
                  </a:lnTo>
                  <a:lnTo>
                    <a:pt x="7045652" y="3223135"/>
                  </a:lnTo>
                  <a:lnTo>
                    <a:pt x="7108162" y="3265297"/>
                  </a:lnTo>
                  <a:lnTo>
                    <a:pt x="7175928" y="3303248"/>
                  </a:lnTo>
                  <a:lnTo>
                    <a:pt x="7249377" y="3337464"/>
                  </a:lnTo>
                  <a:lnTo>
                    <a:pt x="7328582" y="3368310"/>
                  </a:lnTo>
                  <a:lnTo>
                    <a:pt x="7413090" y="3396026"/>
                  </a:lnTo>
                  <a:lnTo>
                    <a:pt x="7501756" y="3420735"/>
                  </a:lnTo>
                  <a:lnTo>
                    <a:pt x="7592595" y="3442457"/>
                  </a:lnTo>
                  <a:lnTo>
                    <a:pt x="7682752" y="3461142"/>
                  </a:lnTo>
                  <a:lnTo>
                    <a:pt x="7768648" y="3476720"/>
                  </a:lnTo>
                  <a:lnTo>
                    <a:pt x="7846372" y="3489163"/>
                  </a:lnTo>
                  <a:lnTo>
                    <a:pt x="7912293" y="3498550"/>
                  </a:lnTo>
                  <a:lnTo>
                    <a:pt x="7963773" y="3505113"/>
                  </a:lnTo>
                  <a:lnTo>
                    <a:pt x="7999771" y="3509242"/>
                  </a:lnTo>
                  <a:lnTo>
                    <a:pt x="8021159" y="3511460"/>
                  </a:lnTo>
                  <a:lnTo>
                    <a:pt x="8030699" y="3512358"/>
                  </a:lnTo>
                  <a:lnTo>
                    <a:pt x="8032819" y="3512540"/>
                  </a:lnTo>
                  <a:lnTo>
                    <a:pt x="8554953" y="3512540"/>
                  </a:lnTo>
                  <a:lnTo>
                    <a:pt x="8554953" y="3506893"/>
                  </a:lnTo>
                  <a:lnTo>
                    <a:pt x="8032819" y="3506893"/>
                  </a:lnTo>
                  <a:lnTo>
                    <a:pt x="8031722" y="3506800"/>
                  </a:lnTo>
                  <a:lnTo>
                    <a:pt x="8024525" y="3506139"/>
                  </a:lnTo>
                  <a:lnTo>
                    <a:pt x="8006445" y="3504310"/>
                  </a:lnTo>
                  <a:lnTo>
                    <a:pt x="7974278" y="3500714"/>
                  </a:lnTo>
                  <a:lnTo>
                    <a:pt x="7926664" y="3494806"/>
                  </a:lnTo>
                  <a:lnTo>
                    <a:pt x="7864179" y="3486156"/>
                  </a:lnTo>
                  <a:lnTo>
                    <a:pt x="7789108" y="3474495"/>
                  </a:lnTo>
                  <a:lnTo>
                    <a:pt x="7704897" y="3459706"/>
                  </a:lnTo>
                  <a:lnTo>
                    <a:pt x="7615452" y="3441796"/>
                  </a:lnTo>
                  <a:lnTo>
                    <a:pt x="7524483" y="3420831"/>
                  </a:lnTo>
                  <a:lnTo>
                    <a:pt x="7435050" y="3396871"/>
                  </a:lnTo>
                  <a:lnTo>
                    <a:pt x="7349358" y="3369918"/>
                  </a:lnTo>
                  <a:lnTo>
                    <a:pt x="7268753" y="3339877"/>
                  </a:lnTo>
                  <a:lnTo>
                    <a:pt x="7193846" y="3306537"/>
                  </a:lnTo>
                  <a:lnTo>
                    <a:pt x="7124680" y="3269565"/>
                  </a:lnTo>
                  <a:lnTo>
                    <a:pt x="7060904" y="3228513"/>
                  </a:lnTo>
                  <a:lnTo>
                    <a:pt x="7001911" y="3182825"/>
                  </a:lnTo>
                  <a:lnTo>
                    <a:pt x="6946953" y="3131870"/>
                  </a:lnTo>
                  <a:lnTo>
                    <a:pt x="6895223" y="3074987"/>
                  </a:lnTo>
                  <a:lnTo>
                    <a:pt x="6845918" y="3011569"/>
                  </a:lnTo>
                  <a:lnTo>
                    <a:pt x="6798304" y="2941204"/>
                  </a:lnTo>
                  <a:lnTo>
                    <a:pt x="6786527" y="2922411"/>
                  </a:lnTo>
                  <a:lnTo>
                    <a:pt x="6752377" y="2864879"/>
                  </a:lnTo>
                  <a:lnTo>
                    <a:pt x="6718536" y="2803491"/>
                  </a:lnTo>
                  <a:lnTo>
                    <a:pt x="6684829" y="2738168"/>
                  </a:lnTo>
                  <a:lnTo>
                    <a:pt x="6651115" y="2668881"/>
                  </a:lnTo>
                  <a:lnTo>
                    <a:pt x="6617285" y="2595662"/>
                  </a:lnTo>
                  <a:lnTo>
                    <a:pt x="6583256" y="2518600"/>
                  </a:lnTo>
                  <a:lnTo>
                    <a:pt x="6548971" y="2437853"/>
                  </a:lnTo>
                  <a:lnTo>
                    <a:pt x="6514400" y="2353646"/>
                  </a:lnTo>
                  <a:lnTo>
                    <a:pt x="6479531" y="2266271"/>
                  </a:lnTo>
                  <a:lnTo>
                    <a:pt x="6444374" y="2176089"/>
                  </a:lnTo>
                  <a:lnTo>
                    <a:pt x="6408956" y="2083519"/>
                  </a:lnTo>
                  <a:lnTo>
                    <a:pt x="6373320" y="1989039"/>
                  </a:lnTo>
                  <a:lnTo>
                    <a:pt x="6337521" y="1893169"/>
                  </a:lnTo>
                  <a:lnTo>
                    <a:pt x="6301622" y="1796466"/>
                  </a:lnTo>
                  <a:lnTo>
                    <a:pt x="6265691" y="1699504"/>
                  </a:lnTo>
                  <a:lnTo>
                    <a:pt x="6229800" y="1602865"/>
                  </a:lnTo>
                  <a:lnTo>
                    <a:pt x="6194016" y="1507125"/>
                  </a:lnTo>
                  <a:lnTo>
                    <a:pt x="6158402" y="1412835"/>
                  </a:lnTo>
                  <a:lnTo>
                    <a:pt x="6123012" y="1320512"/>
                  </a:lnTo>
                  <a:lnTo>
                    <a:pt x="6087886" y="1230626"/>
                  </a:lnTo>
                  <a:lnTo>
                    <a:pt x="6053051" y="1143591"/>
                  </a:lnTo>
                  <a:lnTo>
                    <a:pt x="6018513" y="1059760"/>
                  </a:lnTo>
                  <a:lnTo>
                    <a:pt x="5984259" y="979419"/>
                  </a:lnTo>
                  <a:lnTo>
                    <a:pt x="5950255" y="902784"/>
                  </a:lnTo>
                  <a:lnTo>
                    <a:pt x="5916443" y="830004"/>
                  </a:lnTo>
                  <a:lnTo>
                    <a:pt x="5882736" y="761164"/>
                  </a:lnTo>
                  <a:lnTo>
                    <a:pt x="5849022" y="696287"/>
                  </a:lnTo>
                  <a:lnTo>
                    <a:pt x="5815155" y="635338"/>
                  </a:lnTo>
                  <a:lnTo>
                    <a:pt x="5784835" y="584482"/>
                  </a:lnTo>
                  <a:lnTo>
                    <a:pt x="5737546" y="512348"/>
                  </a:lnTo>
                  <a:lnTo>
                    <a:pt x="5688731" y="447211"/>
                  </a:lnTo>
                  <a:lnTo>
                    <a:pt x="5637684" y="388737"/>
                  </a:lnTo>
                  <a:lnTo>
                    <a:pt x="5583614" y="336354"/>
                  </a:lnTo>
                  <a:lnTo>
                    <a:pt x="5525710" y="289404"/>
                  </a:lnTo>
                  <a:lnTo>
                    <a:pt x="5463200" y="247242"/>
                  </a:lnTo>
                  <a:lnTo>
                    <a:pt x="5395434" y="209292"/>
                  </a:lnTo>
                  <a:lnTo>
                    <a:pt x="5321985" y="175075"/>
                  </a:lnTo>
                  <a:lnTo>
                    <a:pt x="5242780" y="144229"/>
                  </a:lnTo>
                  <a:lnTo>
                    <a:pt x="5158272" y="116513"/>
                  </a:lnTo>
                  <a:lnTo>
                    <a:pt x="5069606" y="91804"/>
                  </a:lnTo>
                  <a:lnTo>
                    <a:pt x="4978767" y="70082"/>
                  </a:lnTo>
                  <a:lnTo>
                    <a:pt x="4888610" y="51397"/>
                  </a:lnTo>
                  <a:lnTo>
                    <a:pt x="4802714" y="35819"/>
                  </a:lnTo>
                  <a:lnTo>
                    <a:pt x="4724990" y="23377"/>
                  </a:lnTo>
                  <a:lnTo>
                    <a:pt x="4659069" y="13989"/>
                  </a:lnTo>
                  <a:lnTo>
                    <a:pt x="4607589" y="7427"/>
                  </a:lnTo>
                  <a:lnTo>
                    <a:pt x="4571591" y="3297"/>
                  </a:lnTo>
                  <a:lnTo>
                    <a:pt x="4550203" y="1080"/>
                  </a:lnTo>
                  <a:lnTo>
                    <a:pt x="4540662" y="182"/>
                  </a:lnTo>
                  <a:lnTo>
                    <a:pt x="4538543" y="0"/>
                  </a:lnTo>
                  <a:lnTo>
                    <a:pt x="4016409" y="0"/>
                  </a:lnTo>
                  <a:lnTo>
                    <a:pt x="4015570" y="103"/>
                  </a:lnTo>
                  <a:lnTo>
                    <a:pt x="4010029" y="838"/>
                  </a:lnTo>
                  <a:lnTo>
                    <a:pt x="3995998" y="2869"/>
                  </a:lnTo>
                  <a:lnTo>
                    <a:pt x="3970753" y="6871"/>
                  </a:lnTo>
                  <a:lnTo>
                    <a:pt x="3932812" y="13480"/>
                  </a:lnTo>
                  <a:lnTo>
                    <a:pt x="3882045" y="23232"/>
                  </a:lnTo>
                  <a:lnTo>
                    <a:pt x="3819616" y="36516"/>
                  </a:lnTo>
                  <a:lnTo>
                    <a:pt x="3747725" y="53558"/>
                  </a:lnTo>
                  <a:lnTo>
                    <a:pt x="3669192" y="74429"/>
                  </a:lnTo>
                  <a:lnTo>
                    <a:pt x="3587007" y="99096"/>
                  </a:lnTo>
                  <a:lnTo>
                    <a:pt x="3503933" y="127482"/>
                  </a:lnTo>
                  <a:lnTo>
                    <a:pt x="3422251" y="159520"/>
                  </a:lnTo>
                  <a:lnTo>
                    <a:pt x="3343637" y="195209"/>
                  </a:lnTo>
                  <a:lnTo>
                    <a:pt x="3269169" y="234643"/>
                  </a:lnTo>
                  <a:lnTo>
                    <a:pt x="3199396" y="278035"/>
                  </a:lnTo>
                  <a:lnTo>
                    <a:pt x="3134446" y="325720"/>
                  </a:lnTo>
                  <a:lnTo>
                    <a:pt x="3074140" y="378157"/>
                  </a:lnTo>
                  <a:lnTo>
                    <a:pt x="3018084" y="435915"/>
                  </a:lnTo>
                  <a:lnTo>
                    <a:pt x="2965756" y="499659"/>
                  </a:lnTo>
                  <a:lnTo>
                    <a:pt x="2916559" y="570118"/>
                  </a:lnTo>
                  <a:lnTo>
                    <a:pt x="2869874" y="648023"/>
                  </a:lnTo>
                  <a:lnTo>
                    <a:pt x="2825096" y="734024"/>
                  </a:lnTo>
                  <a:lnTo>
                    <a:pt x="2781677" y="828538"/>
                  </a:lnTo>
                  <a:lnTo>
                    <a:pt x="2770117" y="855546"/>
                  </a:lnTo>
                  <a:lnTo>
                    <a:pt x="2741250" y="926303"/>
                  </a:lnTo>
                  <a:lnTo>
                    <a:pt x="2712624" y="1001071"/>
                  </a:lnTo>
                  <a:lnTo>
                    <a:pt x="2684129" y="1079929"/>
                  </a:lnTo>
                  <a:lnTo>
                    <a:pt x="2655673" y="1162919"/>
                  </a:lnTo>
                  <a:lnTo>
                    <a:pt x="2627179" y="1250044"/>
                  </a:lnTo>
                  <a:lnTo>
                    <a:pt x="2598587" y="1341263"/>
                  </a:lnTo>
                  <a:lnTo>
                    <a:pt x="2569849" y="1436485"/>
                  </a:lnTo>
                  <a:lnTo>
                    <a:pt x="2540932" y="1535575"/>
                  </a:lnTo>
                  <a:lnTo>
                    <a:pt x="2511814" y="1638342"/>
                  </a:lnTo>
                  <a:lnTo>
                    <a:pt x="2482484" y="1744550"/>
                  </a:lnTo>
                  <a:lnTo>
                    <a:pt x="2452943" y="1853907"/>
                  </a:lnTo>
                  <a:lnTo>
                    <a:pt x="2423201" y="1966076"/>
                  </a:lnTo>
                  <a:lnTo>
                    <a:pt x="2393276" y="2080674"/>
                  </a:lnTo>
                  <a:lnTo>
                    <a:pt x="2363195" y="2197279"/>
                  </a:lnTo>
                  <a:lnTo>
                    <a:pt x="2332989" y="2315435"/>
                  </a:lnTo>
                  <a:lnTo>
                    <a:pt x="2302697" y="2434657"/>
                  </a:lnTo>
                  <a:lnTo>
                    <a:pt x="2272358" y="2554444"/>
                  </a:lnTo>
                  <a:lnTo>
                    <a:pt x="2242014" y="2674284"/>
                  </a:lnTo>
                  <a:lnTo>
                    <a:pt x="2211709" y="2793662"/>
                  </a:lnTo>
                  <a:lnTo>
                    <a:pt x="2181482" y="2912074"/>
                  </a:lnTo>
                  <a:lnTo>
                    <a:pt x="2151373" y="3029033"/>
                  </a:lnTo>
                  <a:lnTo>
                    <a:pt x="2121414" y="3144075"/>
                  </a:lnTo>
                  <a:lnTo>
                    <a:pt x="2091633" y="3256771"/>
                  </a:lnTo>
                  <a:lnTo>
                    <a:pt x="2062050" y="3366728"/>
                  </a:lnTo>
                  <a:lnTo>
                    <a:pt x="2032677" y="3473601"/>
                  </a:lnTo>
                  <a:lnTo>
                    <a:pt x="2003516" y="3577090"/>
                  </a:lnTo>
                  <a:lnTo>
                    <a:pt x="1974559" y="3676944"/>
                  </a:lnTo>
                  <a:lnTo>
                    <a:pt x="1945788" y="3772966"/>
                  </a:lnTo>
                  <a:lnTo>
                    <a:pt x="1917169" y="3865008"/>
                  </a:lnTo>
                  <a:lnTo>
                    <a:pt x="1888660" y="3952970"/>
                  </a:lnTo>
                  <a:lnTo>
                    <a:pt x="1860202" y="4036803"/>
                  </a:lnTo>
                  <a:lnTo>
                    <a:pt x="1831722" y="4116499"/>
                  </a:lnTo>
                  <a:lnTo>
                    <a:pt x="1803131" y="4192094"/>
                  </a:lnTo>
                  <a:lnTo>
                    <a:pt x="1774322" y="4263659"/>
                  </a:lnTo>
                  <a:lnTo>
                    <a:pt x="1768425" y="4277732"/>
                  </a:lnTo>
                  <a:lnTo>
                    <a:pt x="1725290" y="4374566"/>
                  </a:lnTo>
                  <a:lnTo>
                    <a:pt x="1680930" y="4462840"/>
                  </a:lnTo>
                  <a:lnTo>
                    <a:pt x="1634818" y="4542875"/>
                  </a:lnTo>
                  <a:lnTo>
                    <a:pt x="1586361" y="4615275"/>
                  </a:lnTo>
                  <a:lnTo>
                    <a:pt x="1534940" y="4680760"/>
                  </a:lnTo>
                  <a:lnTo>
                    <a:pt x="1479947" y="4740067"/>
                  </a:lnTo>
                  <a:lnTo>
                    <a:pt x="1420834" y="4793880"/>
                  </a:lnTo>
                  <a:lnTo>
                    <a:pt x="1357167" y="4842799"/>
                  </a:lnTo>
                  <a:lnTo>
                    <a:pt x="1288699" y="4887313"/>
                  </a:lnTo>
                  <a:lnTo>
                    <a:pt x="1215465" y="4927790"/>
                  </a:lnTo>
                  <a:lnTo>
                    <a:pt x="1137889" y="4964477"/>
                  </a:lnTo>
                  <a:lnTo>
                    <a:pt x="1056896" y="4997498"/>
                  </a:lnTo>
                  <a:lnTo>
                    <a:pt x="973998" y="5026875"/>
                  </a:lnTo>
                  <a:lnTo>
                    <a:pt x="891317" y="5052555"/>
                  </a:lnTo>
                  <a:lnTo>
                    <a:pt x="811506" y="5074459"/>
                  </a:lnTo>
                  <a:lnTo>
                    <a:pt x="737527" y="5092533"/>
                  </a:lnTo>
                  <a:lnTo>
                    <a:pt x="672291" y="5106817"/>
                  </a:lnTo>
                  <a:lnTo>
                    <a:pt x="618209" y="5117492"/>
                  </a:lnTo>
                  <a:lnTo>
                    <a:pt x="576758" y="5124902"/>
                  </a:lnTo>
                  <a:lnTo>
                    <a:pt x="548174" y="5129549"/>
                  </a:lnTo>
                  <a:lnTo>
                    <a:pt x="531333" y="5132047"/>
                  </a:lnTo>
                  <a:lnTo>
                    <a:pt x="523830" y="5133066"/>
                  </a:lnTo>
                  <a:lnTo>
                    <a:pt x="522133" y="5133278"/>
                  </a:lnTo>
                  <a:lnTo>
                    <a:pt x="0" y="5133278"/>
                  </a:lnTo>
                  <a:close/>
                </a:path>
              </a:pathLst>
            </a:custGeom>
            <a:solidFill>
              <a:srgbClr val="DFC486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1956" name="pl1956"/>
            <p:cNvSpPr/>
            <p:nvPr/>
          </p:nvSpPr>
          <p:spPr>
            <a:xfrm>
              <a:off x="386606" y="716830"/>
              <a:ext cx="8554953" cy="5133278"/>
            </a:xfrm>
            <a:custGeom>
              <a:avLst/>
              <a:pathLst>
                <a:path w="8554953" h="5133278">
                  <a:moveTo>
                    <a:pt x="0" y="5133278"/>
                  </a:moveTo>
                  <a:lnTo>
                    <a:pt x="522133" y="5133278"/>
                  </a:lnTo>
                  <a:lnTo>
                    <a:pt x="522973" y="5133175"/>
                  </a:lnTo>
                  <a:lnTo>
                    <a:pt x="528513" y="5132440"/>
                  </a:lnTo>
                  <a:lnTo>
                    <a:pt x="542545" y="5130408"/>
                  </a:lnTo>
                  <a:lnTo>
                    <a:pt x="567789" y="5126406"/>
                  </a:lnTo>
                  <a:lnTo>
                    <a:pt x="605730" y="5119797"/>
                  </a:lnTo>
                  <a:lnTo>
                    <a:pt x="656497" y="5110046"/>
                  </a:lnTo>
                  <a:lnTo>
                    <a:pt x="718926" y="5096761"/>
                  </a:lnTo>
                  <a:lnTo>
                    <a:pt x="790817" y="5079720"/>
                  </a:lnTo>
                  <a:lnTo>
                    <a:pt x="869350" y="5058849"/>
                  </a:lnTo>
                  <a:lnTo>
                    <a:pt x="951535" y="5034181"/>
                  </a:lnTo>
                  <a:lnTo>
                    <a:pt x="1034609" y="5005795"/>
                  </a:lnTo>
                  <a:lnTo>
                    <a:pt x="1116292" y="4973757"/>
                  </a:lnTo>
                  <a:lnTo>
                    <a:pt x="1194905" y="4938069"/>
                  </a:lnTo>
                  <a:lnTo>
                    <a:pt x="1269373" y="4898634"/>
                  </a:lnTo>
                  <a:lnTo>
                    <a:pt x="1339146" y="4855242"/>
                  </a:lnTo>
                  <a:lnTo>
                    <a:pt x="1404096" y="4807557"/>
                  </a:lnTo>
                  <a:lnTo>
                    <a:pt x="1464403" y="4755121"/>
                  </a:lnTo>
                  <a:lnTo>
                    <a:pt x="1520458" y="4697363"/>
                  </a:lnTo>
                  <a:lnTo>
                    <a:pt x="1572786" y="4633618"/>
                  </a:lnTo>
                  <a:lnTo>
                    <a:pt x="1621983" y="4563160"/>
                  </a:lnTo>
                  <a:lnTo>
                    <a:pt x="1668668" y="4485255"/>
                  </a:lnTo>
                  <a:lnTo>
                    <a:pt x="1713446" y="4399254"/>
                  </a:lnTo>
                  <a:lnTo>
                    <a:pt x="1756866" y="4304739"/>
                  </a:lnTo>
                  <a:lnTo>
                    <a:pt x="1768425" y="4277732"/>
                  </a:lnTo>
                  <a:lnTo>
                    <a:pt x="1797293" y="4206974"/>
                  </a:lnTo>
                  <a:lnTo>
                    <a:pt x="1825918" y="4132206"/>
                  </a:lnTo>
                  <a:lnTo>
                    <a:pt x="1854413" y="4053349"/>
                  </a:lnTo>
                  <a:lnTo>
                    <a:pt x="1882869" y="3970358"/>
                  </a:lnTo>
                  <a:lnTo>
                    <a:pt x="1911363" y="3883233"/>
                  </a:lnTo>
                  <a:lnTo>
                    <a:pt x="1939955" y="3792015"/>
                  </a:lnTo>
                  <a:lnTo>
                    <a:pt x="1968693" y="3696792"/>
                  </a:lnTo>
                  <a:lnTo>
                    <a:pt x="1997610" y="3597703"/>
                  </a:lnTo>
                  <a:lnTo>
                    <a:pt x="2026728" y="3494935"/>
                  </a:lnTo>
                  <a:lnTo>
                    <a:pt x="2056058" y="3388728"/>
                  </a:lnTo>
                  <a:lnTo>
                    <a:pt x="2085599" y="3279371"/>
                  </a:lnTo>
                  <a:lnTo>
                    <a:pt x="2115341" y="3167202"/>
                  </a:lnTo>
                  <a:lnTo>
                    <a:pt x="2145266" y="3052604"/>
                  </a:lnTo>
                  <a:lnTo>
                    <a:pt x="2175347" y="2935998"/>
                  </a:lnTo>
                  <a:lnTo>
                    <a:pt x="2205553" y="2817843"/>
                  </a:lnTo>
                  <a:lnTo>
                    <a:pt x="2235845" y="2698620"/>
                  </a:lnTo>
                  <a:lnTo>
                    <a:pt x="2266184" y="2578833"/>
                  </a:lnTo>
                  <a:lnTo>
                    <a:pt x="2296528" y="2458994"/>
                  </a:lnTo>
                  <a:lnTo>
                    <a:pt x="2326833" y="2339616"/>
                  </a:lnTo>
                  <a:lnTo>
                    <a:pt x="2357060" y="2221203"/>
                  </a:lnTo>
                  <a:lnTo>
                    <a:pt x="2387169" y="2104244"/>
                  </a:lnTo>
                  <a:lnTo>
                    <a:pt x="2417128" y="1989202"/>
                  </a:lnTo>
                  <a:lnTo>
                    <a:pt x="2446909" y="1876507"/>
                  </a:lnTo>
                  <a:lnTo>
                    <a:pt x="2476492" y="1766549"/>
                  </a:lnTo>
                  <a:lnTo>
                    <a:pt x="2505865" y="1659676"/>
                  </a:lnTo>
                  <a:lnTo>
                    <a:pt x="2535026" y="1556188"/>
                  </a:lnTo>
                  <a:lnTo>
                    <a:pt x="2563983" y="1456333"/>
                  </a:lnTo>
                  <a:lnTo>
                    <a:pt x="2592755" y="1360311"/>
                  </a:lnTo>
                  <a:lnTo>
                    <a:pt x="2621373" y="1268270"/>
                  </a:lnTo>
                  <a:lnTo>
                    <a:pt x="2649882" y="1180307"/>
                  </a:lnTo>
                  <a:lnTo>
                    <a:pt x="2678340" y="1096475"/>
                  </a:lnTo>
                  <a:lnTo>
                    <a:pt x="2706820" y="1016778"/>
                  </a:lnTo>
                  <a:lnTo>
                    <a:pt x="2735411" y="941184"/>
                  </a:lnTo>
                  <a:lnTo>
                    <a:pt x="2764220" y="869619"/>
                  </a:lnTo>
                  <a:lnTo>
                    <a:pt x="2770117" y="855546"/>
                  </a:lnTo>
                  <a:lnTo>
                    <a:pt x="2813252" y="758711"/>
                  </a:lnTo>
                  <a:lnTo>
                    <a:pt x="2857612" y="670437"/>
                  </a:lnTo>
                  <a:lnTo>
                    <a:pt x="2903724" y="590402"/>
                  </a:lnTo>
                  <a:lnTo>
                    <a:pt x="2952181" y="518003"/>
                  </a:lnTo>
                  <a:lnTo>
                    <a:pt x="3003603" y="452517"/>
                  </a:lnTo>
                  <a:lnTo>
                    <a:pt x="3058595" y="393211"/>
                  </a:lnTo>
                  <a:lnTo>
                    <a:pt x="3117708" y="339397"/>
                  </a:lnTo>
                  <a:lnTo>
                    <a:pt x="3181375" y="290479"/>
                  </a:lnTo>
                  <a:lnTo>
                    <a:pt x="3249843" y="245965"/>
                  </a:lnTo>
                  <a:lnTo>
                    <a:pt x="3323077" y="205487"/>
                  </a:lnTo>
                  <a:lnTo>
                    <a:pt x="3400653" y="168801"/>
                  </a:lnTo>
                  <a:lnTo>
                    <a:pt x="3481646" y="135780"/>
                  </a:lnTo>
                  <a:lnTo>
                    <a:pt x="3564544" y="106403"/>
                  </a:lnTo>
                  <a:lnTo>
                    <a:pt x="3647226" y="80722"/>
                  </a:lnTo>
                  <a:lnTo>
                    <a:pt x="3727037" y="58819"/>
                  </a:lnTo>
                  <a:lnTo>
                    <a:pt x="3801015" y="40745"/>
                  </a:lnTo>
                  <a:lnTo>
                    <a:pt x="3866251" y="26460"/>
                  </a:lnTo>
                  <a:lnTo>
                    <a:pt x="3920333" y="15786"/>
                  </a:lnTo>
                  <a:lnTo>
                    <a:pt x="3961784" y="8375"/>
                  </a:lnTo>
                  <a:lnTo>
                    <a:pt x="3990368" y="3728"/>
                  </a:lnTo>
                  <a:lnTo>
                    <a:pt x="4007210" y="1231"/>
                  </a:lnTo>
                  <a:lnTo>
                    <a:pt x="4014712" y="212"/>
                  </a:lnTo>
                  <a:lnTo>
                    <a:pt x="4016392" y="2"/>
                  </a:lnTo>
                  <a:lnTo>
                    <a:pt x="4016409" y="0"/>
                  </a:lnTo>
                  <a:lnTo>
                    <a:pt x="4538543" y="0"/>
                  </a:lnTo>
                  <a:lnTo>
                    <a:pt x="4539640" y="92"/>
                  </a:lnTo>
                  <a:lnTo>
                    <a:pt x="4546837" y="754"/>
                  </a:lnTo>
                  <a:lnTo>
                    <a:pt x="4564917" y="2582"/>
                  </a:lnTo>
                  <a:lnTo>
                    <a:pt x="4597084" y="6178"/>
                  </a:lnTo>
                  <a:lnTo>
                    <a:pt x="4644698" y="12087"/>
                  </a:lnTo>
                  <a:lnTo>
                    <a:pt x="4707183" y="20736"/>
                  </a:lnTo>
                  <a:lnTo>
                    <a:pt x="4782254" y="32398"/>
                  </a:lnTo>
                  <a:lnTo>
                    <a:pt x="4866465" y="47186"/>
                  </a:lnTo>
                  <a:lnTo>
                    <a:pt x="4955910" y="65097"/>
                  </a:lnTo>
                  <a:lnTo>
                    <a:pt x="5046879" y="86062"/>
                  </a:lnTo>
                  <a:lnTo>
                    <a:pt x="5136312" y="110021"/>
                  </a:lnTo>
                  <a:lnTo>
                    <a:pt x="5222004" y="136974"/>
                  </a:lnTo>
                  <a:lnTo>
                    <a:pt x="5302609" y="167016"/>
                  </a:lnTo>
                  <a:lnTo>
                    <a:pt x="5377516" y="200356"/>
                  </a:lnTo>
                  <a:lnTo>
                    <a:pt x="5446681" y="237327"/>
                  </a:lnTo>
                  <a:lnTo>
                    <a:pt x="5510458" y="278380"/>
                  </a:lnTo>
                  <a:lnTo>
                    <a:pt x="5569451" y="324067"/>
                  </a:lnTo>
                  <a:lnTo>
                    <a:pt x="5624409" y="375022"/>
                  </a:lnTo>
                  <a:lnTo>
                    <a:pt x="5676139" y="431905"/>
                  </a:lnTo>
                  <a:lnTo>
                    <a:pt x="5725444" y="495323"/>
                  </a:lnTo>
                  <a:lnTo>
                    <a:pt x="5773058" y="565689"/>
                  </a:lnTo>
                  <a:lnTo>
                    <a:pt x="5784835" y="584482"/>
                  </a:lnTo>
                  <a:lnTo>
                    <a:pt x="5818985" y="642013"/>
                  </a:lnTo>
                  <a:lnTo>
                    <a:pt x="5852826" y="703401"/>
                  </a:lnTo>
                  <a:lnTo>
                    <a:pt x="5886533" y="768725"/>
                  </a:lnTo>
                  <a:lnTo>
                    <a:pt x="5920246" y="838011"/>
                  </a:lnTo>
                  <a:lnTo>
                    <a:pt x="5954077" y="911230"/>
                  </a:lnTo>
                  <a:lnTo>
                    <a:pt x="5988106" y="988292"/>
                  </a:lnTo>
                  <a:lnTo>
                    <a:pt x="6022391" y="1069039"/>
                  </a:lnTo>
                  <a:lnTo>
                    <a:pt x="6056962" y="1153246"/>
                  </a:lnTo>
                  <a:lnTo>
                    <a:pt x="6091831" y="1240621"/>
                  </a:lnTo>
                  <a:lnTo>
                    <a:pt x="6126988" y="1330804"/>
                  </a:lnTo>
                  <a:lnTo>
                    <a:pt x="6162406" y="1423373"/>
                  </a:lnTo>
                  <a:lnTo>
                    <a:pt x="6198042" y="1517853"/>
                  </a:lnTo>
                  <a:lnTo>
                    <a:pt x="6233841" y="1613723"/>
                  </a:lnTo>
                  <a:lnTo>
                    <a:pt x="6269740" y="1710427"/>
                  </a:lnTo>
                  <a:lnTo>
                    <a:pt x="6305671" y="1807389"/>
                  </a:lnTo>
                  <a:lnTo>
                    <a:pt x="6341562" y="1904027"/>
                  </a:lnTo>
                  <a:lnTo>
                    <a:pt x="6377346" y="1999767"/>
                  </a:lnTo>
                  <a:lnTo>
                    <a:pt x="6412960" y="2094057"/>
                  </a:lnTo>
                  <a:lnTo>
                    <a:pt x="6448350" y="2186380"/>
                  </a:lnTo>
                  <a:lnTo>
                    <a:pt x="6483475" y="2276267"/>
                  </a:lnTo>
                  <a:lnTo>
                    <a:pt x="6518311" y="2363301"/>
                  </a:lnTo>
                  <a:lnTo>
                    <a:pt x="6552849" y="2447132"/>
                  </a:lnTo>
                  <a:lnTo>
                    <a:pt x="6587103" y="2527474"/>
                  </a:lnTo>
                  <a:lnTo>
                    <a:pt x="6621107" y="2604109"/>
                  </a:lnTo>
                  <a:lnTo>
                    <a:pt x="6654919" y="2676888"/>
                  </a:lnTo>
                  <a:lnTo>
                    <a:pt x="6688626" y="2745728"/>
                  </a:lnTo>
                  <a:lnTo>
                    <a:pt x="6722340" y="2810606"/>
                  </a:lnTo>
                  <a:lnTo>
                    <a:pt x="6756207" y="2871554"/>
                  </a:lnTo>
                  <a:lnTo>
                    <a:pt x="6786527" y="2922411"/>
                  </a:lnTo>
                  <a:lnTo>
                    <a:pt x="6833816" y="2994544"/>
                  </a:lnTo>
                  <a:lnTo>
                    <a:pt x="6882631" y="3059682"/>
                  </a:lnTo>
                  <a:lnTo>
                    <a:pt x="6933678" y="3118155"/>
                  </a:lnTo>
                  <a:lnTo>
                    <a:pt x="6987748" y="3170538"/>
                  </a:lnTo>
                  <a:lnTo>
                    <a:pt x="7045652" y="3217488"/>
                  </a:lnTo>
                  <a:lnTo>
                    <a:pt x="7108162" y="3259650"/>
                  </a:lnTo>
                  <a:lnTo>
                    <a:pt x="7175928" y="3297600"/>
                  </a:lnTo>
                  <a:lnTo>
                    <a:pt x="7249377" y="3331817"/>
                  </a:lnTo>
                  <a:lnTo>
                    <a:pt x="7328582" y="3362663"/>
                  </a:lnTo>
                  <a:lnTo>
                    <a:pt x="7413090" y="3390379"/>
                  </a:lnTo>
                  <a:lnTo>
                    <a:pt x="7501756" y="3415088"/>
                  </a:lnTo>
                  <a:lnTo>
                    <a:pt x="7592595" y="3436810"/>
                  </a:lnTo>
                  <a:lnTo>
                    <a:pt x="7682752" y="3455495"/>
                  </a:lnTo>
                  <a:lnTo>
                    <a:pt x="7768648" y="3471073"/>
                  </a:lnTo>
                  <a:lnTo>
                    <a:pt x="7846372" y="3483516"/>
                  </a:lnTo>
                  <a:lnTo>
                    <a:pt x="7912293" y="3492903"/>
                  </a:lnTo>
                  <a:lnTo>
                    <a:pt x="7963773" y="3499466"/>
                  </a:lnTo>
                  <a:lnTo>
                    <a:pt x="7999771" y="3503595"/>
                  </a:lnTo>
                  <a:lnTo>
                    <a:pt x="8021159" y="3505813"/>
                  </a:lnTo>
                  <a:lnTo>
                    <a:pt x="8030699" y="3506710"/>
                  </a:lnTo>
                  <a:lnTo>
                    <a:pt x="8032801" y="3506891"/>
                  </a:lnTo>
                  <a:lnTo>
                    <a:pt x="8032819" y="3506893"/>
                  </a:lnTo>
                  <a:lnTo>
                    <a:pt x="8554953" y="3506893"/>
                  </a:lnTo>
                  <a:lnTo>
                    <a:pt x="8554953" y="3506893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957" name="pl1957"/>
            <p:cNvSpPr/>
            <p:nvPr/>
          </p:nvSpPr>
          <p:spPr>
            <a:xfrm>
              <a:off x="386606" y="711182"/>
              <a:ext cx="8554953" cy="5133278"/>
            </a:xfrm>
            <a:custGeom>
              <a:avLst/>
              <a:pathLst>
                <a:path w="8554953" h="5133278">
                  <a:moveTo>
                    <a:pt x="8554953" y="3506893"/>
                  </a:moveTo>
                  <a:lnTo>
                    <a:pt x="8032819" y="3506893"/>
                  </a:lnTo>
                  <a:lnTo>
                    <a:pt x="8031722" y="3506800"/>
                  </a:lnTo>
                  <a:lnTo>
                    <a:pt x="8024525" y="3506139"/>
                  </a:lnTo>
                  <a:lnTo>
                    <a:pt x="8006445" y="3504310"/>
                  </a:lnTo>
                  <a:lnTo>
                    <a:pt x="7974278" y="3500714"/>
                  </a:lnTo>
                  <a:lnTo>
                    <a:pt x="7926664" y="3494806"/>
                  </a:lnTo>
                  <a:lnTo>
                    <a:pt x="7864179" y="3486156"/>
                  </a:lnTo>
                  <a:lnTo>
                    <a:pt x="7789108" y="3474495"/>
                  </a:lnTo>
                  <a:lnTo>
                    <a:pt x="7704897" y="3459706"/>
                  </a:lnTo>
                  <a:lnTo>
                    <a:pt x="7615452" y="3441796"/>
                  </a:lnTo>
                  <a:lnTo>
                    <a:pt x="7524483" y="3420831"/>
                  </a:lnTo>
                  <a:lnTo>
                    <a:pt x="7435050" y="3396871"/>
                  </a:lnTo>
                  <a:lnTo>
                    <a:pt x="7349358" y="3369918"/>
                  </a:lnTo>
                  <a:lnTo>
                    <a:pt x="7268753" y="3339877"/>
                  </a:lnTo>
                  <a:lnTo>
                    <a:pt x="7193846" y="3306537"/>
                  </a:lnTo>
                  <a:lnTo>
                    <a:pt x="7124680" y="3269565"/>
                  </a:lnTo>
                  <a:lnTo>
                    <a:pt x="7060904" y="3228513"/>
                  </a:lnTo>
                  <a:lnTo>
                    <a:pt x="7001911" y="3182825"/>
                  </a:lnTo>
                  <a:lnTo>
                    <a:pt x="6946953" y="3131870"/>
                  </a:lnTo>
                  <a:lnTo>
                    <a:pt x="6895223" y="3074987"/>
                  </a:lnTo>
                  <a:lnTo>
                    <a:pt x="6845918" y="3011569"/>
                  </a:lnTo>
                  <a:lnTo>
                    <a:pt x="6798304" y="2941204"/>
                  </a:lnTo>
                  <a:lnTo>
                    <a:pt x="6786527" y="2922411"/>
                  </a:lnTo>
                  <a:lnTo>
                    <a:pt x="6752377" y="2864879"/>
                  </a:lnTo>
                  <a:lnTo>
                    <a:pt x="6718536" y="2803491"/>
                  </a:lnTo>
                  <a:lnTo>
                    <a:pt x="6684829" y="2738168"/>
                  </a:lnTo>
                  <a:lnTo>
                    <a:pt x="6651115" y="2668881"/>
                  </a:lnTo>
                  <a:lnTo>
                    <a:pt x="6617285" y="2595662"/>
                  </a:lnTo>
                  <a:lnTo>
                    <a:pt x="6583256" y="2518600"/>
                  </a:lnTo>
                  <a:lnTo>
                    <a:pt x="6548971" y="2437853"/>
                  </a:lnTo>
                  <a:lnTo>
                    <a:pt x="6514400" y="2353646"/>
                  </a:lnTo>
                  <a:lnTo>
                    <a:pt x="6479531" y="2266271"/>
                  </a:lnTo>
                  <a:lnTo>
                    <a:pt x="6444374" y="2176089"/>
                  </a:lnTo>
                  <a:lnTo>
                    <a:pt x="6408956" y="2083519"/>
                  </a:lnTo>
                  <a:lnTo>
                    <a:pt x="6373320" y="1989039"/>
                  </a:lnTo>
                  <a:lnTo>
                    <a:pt x="6337521" y="1893169"/>
                  </a:lnTo>
                  <a:lnTo>
                    <a:pt x="6301622" y="1796466"/>
                  </a:lnTo>
                  <a:lnTo>
                    <a:pt x="6265691" y="1699504"/>
                  </a:lnTo>
                  <a:lnTo>
                    <a:pt x="6229800" y="1602865"/>
                  </a:lnTo>
                  <a:lnTo>
                    <a:pt x="6194016" y="1507125"/>
                  </a:lnTo>
                  <a:lnTo>
                    <a:pt x="6158402" y="1412835"/>
                  </a:lnTo>
                  <a:lnTo>
                    <a:pt x="6123012" y="1320512"/>
                  </a:lnTo>
                  <a:lnTo>
                    <a:pt x="6087886" y="1230626"/>
                  </a:lnTo>
                  <a:lnTo>
                    <a:pt x="6053051" y="1143591"/>
                  </a:lnTo>
                  <a:lnTo>
                    <a:pt x="6018513" y="1059760"/>
                  </a:lnTo>
                  <a:lnTo>
                    <a:pt x="5984259" y="979419"/>
                  </a:lnTo>
                  <a:lnTo>
                    <a:pt x="5950255" y="902784"/>
                  </a:lnTo>
                  <a:lnTo>
                    <a:pt x="5916443" y="830004"/>
                  </a:lnTo>
                  <a:lnTo>
                    <a:pt x="5882736" y="761164"/>
                  </a:lnTo>
                  <a:lnTo>
                    <a:pt x="5849022" y="696287"/>
                  </a:lnTo>
                  <a:lnTo>
                    <a:pt x="5815155" y="635338"/>
                  </a:lnTo>
                  <a:lnTo>
                    <a:pt x="5784835" y="584482"/>
                  </a:lnTo>
                  <a:lnTo>
                    <a:pt x="5737546" y="512348"/>
                  </a:lnTo>
                  <a:lnTo>
                    <a:pt x="5688731" y="447211"/>
                  </a:lnTo>
                  <a:lnTo>
                    <a:pt x="5637684" y="388737"/>
                  </a:lnTo>
                  <a:lnTo>
                    <a:pt x="5583614" y="336354"/>
                  </a:lnTo>
                  <a:lnTo>
                    <a:pt x="5525710" y="289404"/>
                  </a:lnTo>
                  <a:lnTo>
                    <a:pt x="5463200" y="247242"/>
                  </a:lnTo>
                  <a:lnTo>
                    <a:pt x="5395434" y="209292"/>
                  </a:lnTo>
                  <a:lnTo>
                    <a:pt x="5321985" y="175075"/>
                  </a:lnTo>
                  <a:lnTo>
                    <a:pt x="5242780" y="144229"/>
                  </a:lnTo>
                  <a:lnTo>
                    <a:pt x="5158272" y="116513"/>
                  </a:lnTo>
                  <a:lnTo>
                    <a:pt x="5069606" y="91804"/>
                  </a:lnTo>
                  <a:lnTo>
                    <a:pt x="4978767" y="70082"/>
                  </a:lnTo>
                  <a:lnTo>
                    <a:pt x="4888610" y="51397"/>
                  </a:lnTo>
                  <a:lnTo>
                    <a:pt x="4802714" y="35819"/>
                  </a:lnTo>
                  <a:lnTo>
                    <a:pt x="4724990" y="23377"/>
                  </a:lnTo>
                  <a:lnTo>
                    <a:pt x="4659069" y="13989"/>
                  </a:lnTo>
                  <a:lnTo>
                    <a:pt x="4607589" y="7427"/>
                  </a:lnTo>
                  <a:lnTo>
                    <a:pt x="4571591" y="3297"/>
                  </a:lnTo>
                  <a:lnTo>
                    <a:pt x="4550203" y="1080"/>
                  </a:lnTo>
                  <a:lnTo>
                    <a:pt x="4540662" y="182"/>
                  </a:lnTo>
                  <a:lnTo>
                    <a:pt x="4538561" y="1"/>
                  </a:lnTo>
                  <a:lnTo>
                    <a:pt x="4538543" y="0"/>
                  </a:lnTo>
                  <a:lnTo>
                    <a:pt x="4016409" y="0"/>
                  </a:lnTo>
                  <a:lnTo>
                    <a:pt x="4015570" y="103"/>
                  </a:lnTo>
                  <a:lnTo>
                    <a:pt x="4010029" y="838"/>
                  </a:lnTo>
                  <a:lnTo>
                    <a:pt x="3995998" y="2869"/>
                  </a:lnTo>
                  <a:lnTo>
                    <a:pt x="3970753" y="6871"/>
                  </a:lnTo>
                  <a:lnTo>
                    <a:pt x="3932812" y="13480"/>
                  </a:lnTo>
                  <a:lnTo>
                    <a:pt x="3882045" y="23232"/>
                  </a:lnTo>
                  <a:lnTo>
                    <a:pt x="3819616" y="36516"/>
                  </a:lnTo>
                  <a:lnTo>
                    <a:pt x="3747725" y="53558"/>
                  </a:lnTo>
                  <a:lnTo>
                    <a:pt x="3669192" y="74429"/>
                  </a:lnTo>
                  <a:lnTo>
                    <a:pt x="3587007" y="99096"/>
                  </a:lnTo>
                  <a:lnTo>
                    <a:pt x="3503933" y="127482"/>
                  </a:lnTo>
                  <a:lnTo>
                    <a:pt x="3422251" y="159520"/>
                  </a:lnTo>
                  <a:lnTo>
                    <a:pt x="3343637" y="195209"/>
                  </a:lnTo>
                  <a:lnTo>
                    <a:pt x="3269169" y="234643"/>
                  </a:lnTo>
                  <a:lnTo>
                    <a:pt x="3199396" y="278035"/>
                  </a:lnTo>
                  <a:lnTo>
                    <a:pt x="3134446" y="325720"/>
                  </a:lnTo>
                  <a:lnTo>
                    <a:pt x="3074140" y="378157"/>
                  </a:lnTo>
                  <a:lnTo>
                    <a:pt x="3018084" y="435915"/>
                  </a:lnTo>
                  <a:lnTo>
                    <a:pt x="2965756" y="499659"/>
                  </a:lnTo>
                  <a:lnTo>
                    <a:pt x="2916559" y="570118"/>
                  </a:lnTo>
                  <a:lnTo>
                    <a:pt x="2869874" y="648023"/>
                  </a:lnTo>
                  <a:lnTo>
                    <a:pt x="2825096" y="734024"/>
                  </a:lnTo>
                  <a:lnTo>
                    <a:pt x="2781677" y="828538"/>
                  </a:lnTo>
                  <a:lnTo>
                    <a:pt x="2770117" y="855546"/>
                  </a:lnTo>
                  <a:lnTo>
                    <a:pt x="2741250" y="926303"/>
                  </a:lnTo>
                  <a:lnTo>
                    <a:pt x="2712624" y="1001071"/>
                  </a:lnTo>
                  <a:lnTo>
                    <a:pt x="2684129" y="1079929"/>
                  </a:lnTo>
                  <a:lnTo>
                    <a:pt x="2655673" y="1162919"/>
                  </a:lnTo>
                  <a:lnTo>
                    <a:pt x="2627179" y="1250044"/>
                  </a:lnTo>
                  <a:lnTo>
                    <a:pt x="2598587" y="1341263"/>
                  </a:lnTo>
                  <a:lnTo>
                    <a:pt x="2569849" y="1436485"/>
                  </a:lnTo>
                  <a:lnTo>
                    <a:pt x="2540932" y="1535575"/>
                  </a:lnTo>
                  <a:lnTo>
                    <a:pt x="2511814" y="1638342"/>
                  </a:lnTo>
                  <a:lnTo>
                    <a:pt x="2482484" y="1744550"/>
                  </a:lnTo>
                  <a:lnTo>
                    <a:pt x="2452943" y="1853907"/>
                  </a:lnTo>
                  <a:lnTo>
                    <a:pt x="2423201" y="1966076"/>
                  </a:lnTo>
                  <a:lnTo>
                    <a:pt x="2393276" y="2080674"/>
                  </a:lnTo>
                  <a:lnTo>
                    <a:pt x="2363195" y="2197279"/>
                  </a:lnTo>
                  <a:lnTo>
                    <a:pt x="2332989" y="2315435"/>
                  </a:lnTo>
                  <a:lnTo>
                    <a:pt x="2302697" y="2434657"/>
                  </a:lnTo>
                  <a:lnTo>
                    <a:pt x="2272358" y="2554444"/>
                  </a:lnTo>
                  <a:lnTo>
                    <a:pt x="2242014" y="2674284"/>
                  </a:lnTo>
                  <a:lnTo>
                    <a:pt x="2211709" y="2793662"/>
                  </a:lnTo>
                  <a:lnTo>
                    <a:pt x="2181482" y="2912074"/>
                  </a:lnTo>
                  <a:lnTo>
                    <a:pt x="2151373" y="3029033"/>
                  </a:lnTo>
                  <a:lnTo>
                    <a:pt x="2121414" y="3144075"/>
                  </a:lnTo>
                  <a:lnTo>
                    <a:pt x="2091633" y="3256771"/>
                  </a:lnTo>
                  <a:lnTo>
                    <a:pt x="2062050" y="3366728"/>
                  </a:lnTo>
                  <a:lnTo>
                    <a:pt x="2032677" y="3473601"/>
                  </a:lnTo>
                  <a:lnTo>
                    <a:pt x="2003516" y="3577090"/>
                  </a:lnTo>
                  <a:lnTo>
                    <a:pt x="1974559" y="3676944"/>
                  </a:lnTo>
                  <a:lnTo>
                    <a:pt x="1945788" y="3772966"/>
                  </a:lnTo>
                  <a:lnTo>
                    <a:pt x="1917169" y="3865008"/>
                  </a:lnTo>
                  <a:lnTo>
                    <a:pt x="1888660" y="3952970"/>
                  </a:lnTo>
                  <a:lnTo>
                    <a:pt x="1860202" y="4036803"/>
                  </a:lnTo>
                  <a:lnTo>
                    <a:pt x="1831722" y="4116499"/>
                  </a:lnTo>
                  <a:lnTo>
                    <a:pt x="1803131" y="4192094"/>
                  </a:lnTo>
                  <a:lnTo>
                    <a:pt x="1774322" y="4263659"/>
                  </a:lnTo>
                  <a:lnTo>
                    <a:pt x="1768425" y="4277732"/>
                  </a:lnTo>
                  <a:lnTo>
                    <a:pt x="1725290" y="4374566"/>
                  </a:lnTo>
                  <a:lnTo>
                    <a:pt x="1680930" y="4462840"/>
                  </a:lnTo>
                  <a:lnTo>
                    <a:pt x="1634818" y="4542875"/>
                  </a:lnTo>
                  <a:lnTo>
                    <a:pt x="1586361" y="4615275"/>
                  </a:lnTo>
                  <a:lnTo>
                    <a:pt x="1534940" y="4680760"/>
                  </a:lnTo>
                  <a:lnTo>
                    <a:pt x="1479947" y="4740067"/>
                  </a:lnTo>
                  <a:lnTo>
                    <a:pt x="1420834" y="4793880"/>
                  </a:lnTo>
                  <a:lnTo>
                    <a:pt x="1357167" y="4842799"/>
                  </a:lnTo>
                  <a:lnTo>
                    <a:pt x="1288699" y="4887313"/>
                  </a:lnTo>
                  <a:lnTo>
                    <a:pt x="1215465" y="4927790"/>
                  </a:lnTo>
                  <a:lnTo>
                    <a:pt x="1137889" y="4964477"/>
                  </a:lnTo>
                  <a:lnTo>
                    <a:pt x="1056896" y="4997498"/>
                  </a:lnTo>
                  <a:lnTo>
                    <a:pt x="973998" y="5026875"/>
                  </a:lnTo>
                  <a:lnTo>
                    <a:pt x="891317" y="5052555"/>
                  </a:lnTo>
                  <a:lnTo>
                    <a:pt x="811506" y="5074459"/>
                  </a:lnTo>
                  <a:lnTo>
                    <a:pt x="737527" y="5092533"/>
                  </a:lnTo>
                  <a:lnTo>
                    <a:pt x="672291" y="5106817"/>
                  </a:lnTo>
                  <a:lnTo>
                    <a:pt x="618209" y="5117492"/>
                  </a:lnTo>
                  <a:lnTo>
                    <a:pt x="576758" y="5124902"/>
                  </a:lnTo>
                  <a:lnTo>
                    <a:pt x="548174" y="5129549"/>
                  </a:lnTo>
                  <a:lnTo>
                    <a:pt x="531333" y="5132047"/>
                  </a:lnTo>
                  <a:lnTo>
                    <a:pt x="523830" y="5133066"/>
                  </a:lnTo>
                  <a:lnTo>
                    <a:pt x="522150" y="5133276"/>
                  </a:lnTo>
                  <a:lnTo>
                    <a:pt x="522133" y="5133278"/>
                  </a:lnTo>
                  <a:lnTo>
                    <a:pt x="0" y="5133278"/>
                  </a:lnTo>
                  <a:lnTo>
                    <a:pt x="0" y="5133278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958" name="pg1958"/>
            <p:cNvSpPr/>
            <p:nvPr/>
          </p:nvSpPr>
          <p:spPr>
            <a:xfrm>
              <a:off x="386606" y="903186"/>
              <a:ext cx="8554953" cy="4952569"/>
            </a:xfrm>
            <a:custGeom>
              <a:avLst/>
              <a:pathLst>
                <a:path w="8554953" h="4952569">
                  <a:moveTo>
                    <a:pt x="0" y="4952569"/>
                  </a:moveTo>
                  <a:lnTo>
                    <a:pt x="522133" y="4952569"/>
                  </a:lnTo>
                  <a:lnTo>
                    <a:pt x="522986" y="4952467"/>
                  </a:lnTo>
                  <a:lnTo>
                    <a:pt x="528616" y="4951747"/>
                  </a:lnTo>
                  <a:lnTo>
                    <a:pt x="542867" y="4949756"/>
                  </a:lnTo>
                  <a:lnTo>
                    <a:pt x="568490" y="4945834"/>
                  </a:lnTo>
                  <a:lnTo>
                    <a:pt x="606967" y="4939360"/>
                  </a:lnTo>
                  <a:lnTo>
                    <a:pt x="658395" y="4929810"/>
                  </a:lnTo>
                  <a:lnTo>
                    <a:pt x="721555" y="4916809"/>
                  </a:lnTo>
                  <a:lnTo>
                    <a:pt x="794180" y="4900141"/>
                  </a:lnTo>
                  <a:lnTo>
                    <a:pt x="873386" y="4879742"/>
                  </a:lnTo>
                  <a:lnTo>
                    <a:pt x="956139" y="4855646"/>
                  </a:lnTo>
                  <a:lnTo>
                    <a:pt x="1039648" y="4827932"/>
                  </a:lnTo>
                  <a:lnTo>
                    <a:pt x="1121629" y="4796662"/>
                  </a:lnTo>
                  <a:lnTo>
                    <a:pt x="1200417" y="4761831"/>
                  </a:lnTo>
                  <a:lnTo>
                    <a:pt x="1274957" y="4723339"/>
                  </a:lnTo>
                  <a:lnTo>
                    <a:pt x="1344728" y="4680970"/>
                  </a:lnTo>
                  <a:lnTo>
                    <a:pt x="1409626" y="4634385"/>
                  </a:lnTo>
                  <a:lnTo>
                    <a:pt x="1469857" y="4583125"/>
                  </a:lnTo>
                  <a:lnTo>
                    <a:pt x="1525835" y="4526622"/>
                  </a:lnTo>
                  <a:lnTo>
                    <a:pt x="1578103" y="4464217"/>
                  </a:lnTo>
                  <a:lnTo>
                    <a:pt x="1627269" y="4395193"/>
                  </a:lnTo>
                  <a:lnTo>
                    <a:pt x="1673965" y="4318838"/>
                  </a:lnTo>
                  <a:lnTo>
                    <a:pt x="1718802" y="4234532"/>
                  </a:lnTo>
                  <a:lnTo>
                    <a:pt x="1762326" y="4141906"/>
                  </a:lnTo>
                  <a:lnTo>
                    <a:pt x="1768425" y="4128082"/>
                  </a:lnTo>
                  <a:lnTo>
                    <a:pt x="1797785" y="4058692"/>
                  </a:lnTo>
                  <a:lnTo>
                    <a:pt x="1826896" y="3985302"/>
                  </a:lnTo>
                  <a:lnTo>
                    <a:pt x="1855875" y="3907833"/>
                  </a:lnTo>
                  <a:lnTo>
                    <a:pt x="1884819" y="3826243"/>
                  </a:lnTo>
                  <a:lnTo>
                    <a:pt x="1913806" y="3740531"/>
                  </a:lnTo>
                  <a:lnTo>
                    <a:pt x="1942900" y="3650745"/>
                  </a:lnTo>
                  <a:lnTo>
                    <a:pt x="1972149" y="3556979"/>
                  </a:lnTo>
                  <a:lnTo>
                    <a:pt x="2001587" y="3459378"/>
                  </a:lnTo>
                  <a:lnTo>
                    <a:pt x="2031235" y="3358138"/>
                  </a:lnTo>
                  <a:lnTo>
                    <a:pt x="2061102" y="3253512"/>
                  </a:lnTo>
                  <a:lnTo>
                    <a:pt x="2091187" y="3145799"/>
                  </a:lnTo>
                  <a:lnTo>
                    <a:pt x="2121476" y="3035352"/>
                  </a:lnTo>
                  <a:lnTo>
                    <a:pt x="2151950" y="2922566"/>
                  </a:lnTo>
                  <a:lnTo>
                    <a:pt x="2182579" y="2807878"/>
                  </a:lnTo>
                  <a:lnTo>
                    <a:pt x="2213327" y="2691758"/>
                  </a:lnTo>
                  <a:lnTo>
                    <a:pt x="2244155" y="2574702"/>
                  </a:lnTo>
                  <a:lnTo>
                    <a:pt x="2275019" y="2457222"/>
                  </a:lnTo>
                  <a:lnTo>
                    <a:pt x="2305875" y="2339839"/>
                  </a:lnTo>
                  <a:lnTo>
                    <a:pt x="2336679" y="2223072"/>
                  </a:lnTo>
                  <a:lnTo>
                    <a:pt x="2367387" y="2107428"/>
                  </a:lnTo>
                  <a:lnTo>
                    <a:pt x="2397962" y="1993396"/>
                  </a:lnTo>
                  <a:lnTo>
                    <a:pt x="2428370" y="1881432"/>
                  </a:lnTo>
                  <a:lnTo>
                    <a:pt x="2458585" y="1771959"/>
                  </a:lnTo>
                  <a:lnTo>
                    <a:pt x="2488590" y="1665358"/>
                  </a:lnTo>
                  <a:lnTo>
                    <a:pt x="2518375" y="1561960"/>
                  </a:lnTo>
                  <a:lnTo>
                    <a:pt x="2547943" y="1462049"/>
                  </a:lnTo>
                  <a:lnTo>
                    <a:pt x="2577307" y="1365856"/>
                  </a:lnTo>
                  <a:lnTo>
                    <a:pt x="2606494" y="1273558"/>
                  </a:lnTo>
                  <a:lnTo>
                    <a:pt x="2635541" y="1185281"/>
                  </a:lnTo>
                  <a:lnTo>
                    <a:pt x="2664504" y="1101102"/>
                  </a:lnTo>
                  <a:lnTo>
                    <a:pt x="2693451" y="1021049"/>
                  </a:lnTo>
                  <a:lnTo>
                    <a:pt x="2722467" y="945106"/>
                  </a:lnTo>
                  <a:lnTo>
                    <a:pt x="2751657" y="873217"/>
                  </a:lnTo>
                  <a:lnTo>
                    <a:pt x="2770117" y="830134"/>
                  </a:lnTo>
                  <a:lnTo>
                    <a:pt x="2813494" y="736320"/>
                  </a:lnTo>
                  <a:lnTo>
                    <a:pt x="2858113" y="650848"/>
                  </a:lnTo>
                  <a:lnTo>
                    <a:pt x="2904509" y="573398"/>
                  </a:lnTo>
                  <a:lnTo>
                    <a:pt x="2953286" y="503376"/>
                  </a:lnTo>
                  <a:lnTo>
                    <a:pt x="3005075" y="440076"/>
                  </a:lnTo>
                  <a:lnTo>
                    <a:pt x="3060492" y="382777"/>
                  </a:lnTo>
                  <a:lnTo>
                    <a:pt x="3120090" y="330810"/>
                  </a:lnTo>
                  <a:lnTo>
                    <a:pt x="3184308" y="283592"/>
                  </a:lnTo>
                  <a:lnTo>
                    <a:pt x="3253384" y="240648"/>
                  </a:lnTo>
                  <a:lnTo>
                    <a:pt x="3327268" y="201621"/>
                  </a:lnTo>
                  <a:lnTo>
                    <a:pt x="3405504" y="166280"/>
                  </a:lnTo>
                  <a:lnTo>
                    <a:pt x="3487119" y="134506"/>
                  </a:lnTo>
                  <a:lnTo>
                    <a:pt x="3570536" y="106284"/>
                  </a:lnTo>
                  <a:lnTo>
                    <a:pt x="3653557" y="81670"/>
                  </a:lnTo>
                  <a:lnTo>
                    <a:pt x="3733449" y="60742"/>
                  </a:lnTo>
                  <a:lnTo>
                    <a:pt x="3807192" y="43546"/>
                  </a:lnTo>
                  <a:lnTo>
                    <a:pt x="3871853" y="30033"/>
                  </a:lnTo>
                  <a:lnTo>
                    <a:pt x="3925049" y="20013"/>
                  </a:lnTo>
                  <a:lnTo>
                    <a:pt x="3965391" y="13131"/>
                  </a:lnTo>
                  <a:lnTo>
                    <a:pt x="3992780" y="8883"/>
                  </a:lnTo>
                  <a:lnTo>
                    <a:pt x="4008505" y="6658"/>
                  </a:lnTo>
                  <a:lnTo>
                    <a:pt x="4015148" y="5798"/>
                  </a:lnTo>
                  <a:lnTo>
                    <a:pt x="4016409" y="5647"/>
                  </a:lnTo>
                  <a:lnTo>
                    <a:pt x="4538543" y="5647"/>
                  </a:lnTo>
                  <a:lnTo>
                    <a:pt x="4539803" y="5670"/>
                  </a:lnTo>
                  <a:lnTo>
                    <a:pt x="4548044" y="5834"/>
                  </a:lnTo>
                  <a:lnTo>
                    <a:pt x="4568651" y="6290"/>
                  </a:lnTo>
                  <a:lnTo>
                    <a:pt x="4605067" y="7184"/>
                  </a:lnTo>
                  <a:lnTo>
                    <a:pt x="4658482" y="8648"/>
                  </a:lnTo>
                  <a:lnTo>
                    <a:pt x="4727772" y="10782"/>
                  </a:lnTo>
                  <a:lnTo>
                    <a:pt x="4809886" y="13640"/>
                  </a:lnTo>
                  <a:lnTo>
                    <a:pt x="4900607" y="17242"/>
                  </a:lnTo>
                  <a:lnTo>
                    <a:pt x="4995451" y="21579"/>
                  </a:lnTo>
                  <a:lnTo>
                    <a:pt x="5090408" y="26633"/>
                  </a:lnTo>
                  <a:lnTo>
                    <a:pt x="5182394" y="32395"/>
                  </a:lnTo>
                  <a:lnTo>
                    <a:pt x="5269380" y="38876"/>
                  </a:lnTo>
                  <a:lnTo>
                    <a:pt x="5350305" y="46114"/>
                  </a:lnTo>
                  <a:lnTo>
                    <a:pt x="5424882" y="54181"/>
                  </a:lnTo>
                  <a:lnTo>
                    <a:pt x="5493378" y="63179"/>
                  </a:lnTo>
                  <a:lnTo>
                    <a:pt x="5556414" y="73237"/>
                  </a:lnTo>
                  <a:lnTo>
                    <a:pt x="5614821" y="84509"/>
                  </a:lnTo>
                  <a:lnTo>
                    <a:pt x="5669522" y="97159"/>
                  </a:lnTo>
                  <a:lnTo>
                    <a:pt x="5721444" y="111341"/>
                  </a:lnTo>
                  <a:lnTo>
                    <a:pt x="5771443" y="127165"/>
                  </a:lnTo>
                  <a:lnTo>
                    <a:pt x="5784835" y="131767"/>
                  </a:lnTo>
                  <a:lnTo>
                    <a:pt x="5836133" y="150777"/>
                  </a:lnTo>
                  <a:lnTo>
                    <a:pt x="5886932" y="171695"/>
                  </a:lnTo>
                  <a:lnTo>
                    <a:pt x="5937743" y="194549"/>
                  </a:lnTo>
                  <a:lnTo>
                    <a:pt x="5988916" y="219305"/>
                  </a:lnTo>
                  <a:lnTo>
                    <a:pt x="6040664" y="245859"/>
                  </a:lnTo>
                  <a:lnTo>
                    <a:pt x="6093077" y="274031"/>
                  </a:lnTo>
                  <a:lnTo>
                    <a:pt x="6146136" y="303567"/>
                  </a:lnTo>
                  <a:lnTo>
                    <a:pt x="6199736" y="334146"/>
                  </a:lnTo>
                  <a:lnTo>
                    <a:pt x="6253697" y="365390"/>
                  </a:lnTo>
                  <a:lnTo>
                    <a:pt x="6307800" y="396886"/>
                  </a:lnTo>
                  <a:lnTo>
                    <a:pt x="6361804" y="428207"/>
                  </a:lnTo>
                  <a:lnTo>
                    <a:pt x="6415485" y="458937"/>
                  </a:lnTo>
                  <a:lnTo>
                    <a:pt x="6468653" y="488689"/>
                  </a:lnTo>
                  <a:lnTo>
                    <a:pt x="6521188" y="517130"/>
                  </a:lnTo>
                  <a:lnTo>
                    <a:pt x="6573054" y="543995"/>
                  </a:lnTo>
                  <a:lnTo>
                    <a:pt x="6624320" y="569089"/>
                  </a:lnTo>
                  <a:lnTo>
                    <a:pt x="6675175" y="592295"/>
                  </a:lnTo>
                  <a:lnTo>
                    <a:pt x="6725943" y="613565"/>
                  </a:lnTo>
                  <a:lnTo>
                    <a:pt x="6777104" y="632919"/>
                  </a:lnTo>
                  <a:lnTo>
                    <a:pt x="6786527" y="636247"/>
                  </a:lnTo>
                  <a:lnTo>
                    <a:pt x="6836133" y="652525"/>
                  </a:lnTo>
                  <a:lnTo>
                    <a:pt x="6887451" y="667147"/>
                  </a:lnTo>
                  <a:lnTo>
                    <a:pt x="6941303" y="680201"/>
                  </a:lnTo>
                  <a:lnTo>
                    <a:pt x="6998607" y="691832"/>
                  </a:lnTo>
                  <a:lnTo>
                    <a:pt x="7060294" y="702205"/>
                  </a:lnTo>
                  <a:lnTo>
                    <a:pt x="7127229" y="711478"/>
                  </a:lnTo>
                  <a:lnTo>
                    <a:pt x="7200104" y="719787"/>
                  </a:lnTo>
                  <a:lnTo>
                    <a:pt x="7279300" y="727243"/>
                  </a:lnTo>
                  <a:lnTo>
                    <a:pt x="7364702" y="733925"/>
                  </a:lnTo>
                  <a:lnTo>
                    <a:pt x="7455483" y="739881"/>
                  </a:lnTo>
                  <a:lnTo>
                    <a:pt x="7549892" y="745128"/>
                  </a:lnTo>
                  <a:lnTo>
                    <a:pt x="7645131" y="749662"/>
                  </a:lnTo>
                  <a:lnTo>
                    <a:pt x="7737412" y="753466"/>
                  </a:lnTo>
                  <a:lnTo>
                    <a:pt x="7822317" y="756527"/>
                  </a:lnTo>
                  <a:lnTo>
                    <a:pt x="7895469" y="758854"/>
                  </a:lnTo>
                  <a:lnTo>
                    <a:pt x="7953415" y="760493"/>
                  </a:lnTo>
                  <a:lnTo>
                    <a:pt x="7994446" y="761530"/>
                  </a:lnTo>
                  <a:lnTo>
                    <a:pt x="8019110" y="762091"/>
                  </a:lnTo>
                  <a:lnTo>
                    <a:pt x="8030263" y="762320"/>
                  </a:lnTo>
                  <a:lnTo>
                    <a:pt x="8032819" y="762368"/>
                  </a:lnTo>
                  <a:lnTo>
                    <a:pt x="8554953" y="762368"/>
                  </a:lnTo>
                  <a:lnTo>
                    <a:pt x="8554953" y="756720"/>
                  </a:lnTo>
                  <a:lnTo>
                    <a:pt x="8032819" y="756720"/>
                  </a:lnTo>
                  <a:lnTo>
                    <a:pt x="8031559" y="756697"/>
                  </a:lnTo>
                  <a:lnTo>
                    <a:pt x="8023318" y="756533"/>
                  </a:lnTo>
                  <a:lnTo>
                    <a:pt x="8002711" y="756077"/>
                  </a:lnTo>
                  <a:lnTo>
                    <a:pt x="7966295" y="755183"/>
                  </a:lnTo>
                  <a:lnTo>
                    <a:pt x="7912880" y="753719"/>
                  </a:lnTo>
                  <a:lnTo>
                    <a:pt x="7843590" y="751586"/>
                  </a:lnTo>
                  <a:lnTo>
                    <a:pt x="7761476" y="748727"/>
                  </a:lnTo>
                  <a:lnTo>
                    <a:pt x="7670755" y="745125"/>
                  </a:lnTo>
                  <a:lnTo>
                    <a:pt x="7575911" y="740788"/>
                  </a:lnTo>
                  <a:lnTo>
                    <a:pt x="7480954" y="735734"/>
                  </a:lnTo>
                  <a:lnTo>
                    <a:pt x="7388968" y="729972"/>
                  </a:lnTo>
                  <a:lnTo>
                    <a:pt x="7301982" y="723492"/>
                  </a:lnTo>
                  <a:lnTo>
                    <a:pt x="7221057" y="716253"/>
                  </a:lnTo>
                  <a:lnTo>
                    <a:pt x="7146480" y="708186"/>
                  </a:lnTo>
                  <a:lnTo>
                    <a:pt x="7077984" y="699189"/>
                  </a:lnTo>
                  <a:lnTo>
                    <a:pt x="7014948" y="689130"/>
                  </a:lnTo>
                  <a:lnTo>
                    <a:pt x="6956540" y="677858"/>
                  </a:lnTo>
                  <a:lnTo>
                    <a:pt x="6901840" y="665208"/>
                  </a:lnTo>
                  <a:lnTo>
                    <a:pt x="6849918" y="651026"/>
                  </a:lnTo>
                  <a:lnTo>
                    <a:pt x="6799919" y="635202"/>
                  </a:lnTo>
                  <a:lnTo>
                    <a:pt x="6786527" y="630600"/>
                  </a:lnTo>
                  <a:lnTo>
                    <a:pt x="6735229" y="611590"/>
                  </a:lnTo>
                  <a:lnTo>
                    <a:pt x="6684430" y="590672"/>
                  </a:lnTo>
                  <a:lnTo>
                    <a:pt x="6633619" y="567818"/>
                  </a:lnTo>
                  <a:lnTo>
                    <a:pt x="6582446" y="543062"/>
                  </a:lnTo>
                  <a:lnTo>
                    <a:pt x="6530698" y="516508"/>
                  </a:lnTo>
                  <a:lnTo>
                    <a:pt x="6478285" y="488336"/>
                  </a:lnTo>
                  <a:lnTo>
                    <a:pt x="6425226" y="458800"/>
                  </a:lnTo>
                  <a:lnTo>
                    <a:pt x="6371626" y="428221"/>
                  </a:lnTo>
                  <a:lnTo>
                    <a:pt x="6317665" y="396978"/>
                  </a:lnTo>
                  <a:lnTo>
                    <a:pt x="6263562" y="365481"/>
                  </a:lnTo>
                  <a:lnTo>
                    <a:pt x="6209558" y="334160"/>
                  </a:lnTo>
                  <a:lnTo>
                    <a:pt x="6155877" y="303431"/>
                  </a:lnTo>
                  <a:lnTo>
                    <a:pt x="6102709" y="273679"/>
                  </a:lnTo>
                  <a:lnTo>
                    <a:pt x="6050174" y="245237"/>
                  </a:lnTo>
                  <a:lnTo>
                    <a:pt x="5998308" y="218372"/>
                  </a:lnTo>
                  <a:lnTo>
                    <a:pt x="5947042" y="193278"/>
                  </a:lnTo>
                  <a:lnTo>
                    <a:pt x="5896187" y="170072"/>
                  </a:lnTo>
                  <a:lnTo>
                    <a:pt x="5845419" y="148802"/>
                  </a:lnTo>
                  <a:lnTo>
                    <a:pt x="5794258" y="129448"/>
                  </a:lnTo>
                  <a:lnTo>
                    <a:pt x="5784835" y="126120"/>
                  </a:lnTo>
                  <a:lnTo>
                    <a:pt x="5735229" y="109842"/>
                  </a:lnTo>
                  <a:lnTo>
                    <a:pt x="5683911" y="95220"/>
                  </a:lnTo>
                  <a:lnTo>
                    <a:pt x="5630059" y="82166"/>
                  </a:lnTo>
                  <a:lnTo>
                    <a:pt x="5572755" y="70535"/>
                  </a:lnTo>
                  <a:lnTo>
                    <a:pt x="5511068" y="60162"/>
                  </a:lnTo>
                  <a:lnTo>
                    <a:pt x="5444133" y="50889"/>
                  </a:lnTo>
                  <a:lnTo>
                    <a:pt x="5371258" y="42580"/>
                  </a:lnTo>
                  <a:lnTo>
                    <a:pt x="5292062" y="35124"/>
                  </a:lnTo>
                  <a:lnTo>
                    <a:pt x="5206660" y="28442"/>
                  </a:lnTo>
                  <a:lnTo>
                    <a:pt x="5115879" y="22486"/>
                  </a:lnTo>
                  <a:lnTo>
                    <a:pt x="5021470" y="17239"/>
                  </a:lnTo>
                  <a:lnTo>
                    <a:pt x="4926231" y="12705"/>
                  </a:lnTo>
                  <a:lnTo>
                    <a:pt x="4833950" y="8901"/>
                  </a:lnTo>
                  <a:lnTo>
                    <a:pt x="4749045" y="5840"/>
                  </a:lnTo>
                  <a:lnTo>
                    <a:pt x="4675893" y="3513"/>
                  </a:lnTo>
                  <a:lnTo>
                    <a:pt x="4617947" y="1875"/>
                  </a:lnTo>
                  <a:lnTo>
                    <a:pt x="4576916" y="837"/>
                  </a:lnTo>
                  <a:lnTo>
                    <a:pt x="4552252" y="276"/>
                  </a:lnTo>
                  <a:lnTo>
                    <a:pt x="4541099" y="47"/>
                  </a:lnTo>
                  <a:lnTo>
                    <a:pt x="4538543" y="0"/>
                  </a:lnTo>
                  <a:lnTo>
                    <a:pt x="4016409" y="0"/>
                  </a:lnTo>
                  <a:lnTo>
                    <a:pt x="4015556" y="101"/>
                  </a:lnTo>
                  <a:lnTo>
                    <a:pt x="4009926" y="821"/>
                  </a:lnTo>
                  <a:lnTo>
                    <a:pt x="3995676" y="2812"/>
                  </a:lnTo>
                  <a:lnTo>
                    <a:pt x="3970052" y="6734"/>
                  </a:lnTo>
                  <a:lnTo>
                    <a:pt x="3931576" y="13208"/>
                  </a:lnTo>
                  <a:lnTo>
                    <a:pt x="3880147" y="22758"/>
                  </a:lnTo>
                  <a:lnTo>
                    <a:pt x="3816987" y="35759"/>
                  </a:lnTo>
                  <a:lnTo>
                    <a:pt x="3744362" y="52427"/>
                  </a:lnTo>
                  <a:lnTo>
                    <a:pt x="3665156" y="72826"/>
                  </a:lnTo>
                  <a:lnTo>
                    <a:pt x="3582403" y="96922"/>
                  </a:lnTo>
                  <a:lnTo>
                    <a:pt x="3498894" y="124636"/>
                  </a:lnTo>
                  <a:lnTo>
                    <a:pt x="3416913" y="155906"/>
                  </a:lnTo>
                  <a:lnTo>
                    <a:pt x="3338125" y="190737"/>
                  </a:lnTo>
                  <a:lnTo>
                    <a:pt x="3263585" y="229229"/>
                  </a:lnTo>
                  <a:lnTo>
                    <a:pt x="3193815" y="271598"/>
                  </a:lnTo>
                  <a:lnTo>
                    <a:pt x="3128916" y="318183"/>
                  </a:lnTo>
                  <a:lnTo>
                    <a:pt x="3068685" y="369443"/>
                  </a:lnTo>
                  <a:lnTo>
                    <a:pt x="3012707" y="425946"/>
                  </a:lnTo>
                  <a:lnTo>
                    <a:pt x="2960440" y="488351"/>
                  </a:lnTo>
                  <a:lnTo>
                    <a:pt x="2911273" y="557375"/>
                  </a:lnTo>
                  <a:lnTo>
                    <a:pt x="2864577" y="633730"/>
                  </a:lnTo>
                  <a:lnTo>
                    <a:pt x="2819741" y="718036"/>
                  </a:lnTo>
                  <a:lnTo>
                    <a:pt x="2776216" y="810662"/>
                  </a:lnTo>
                  <a:lnTo>
                    <a:pt x="2770117" y="824486"/>
                  </a:lnTo>
                  <a:lnTo>
                    <a:pt x="2740758" y="893876"/>
                  </a:lnTo>
                  <a:lnTo>
                    <a:pt x="2711646" y="967266"/>
                  </a:lnTo>
                  <a:lnTo>
                    <a:pt x="2682667" y="1044735"/>
                  </a:lnTo>
                  <a:lnTo>
                    <a:pt x="2653723" y="1126326"/>
                  </a:lnTo>
                  <a:lnTo>
                    <a:pt x="2624736" y="1212037"/>
                  </a:lnTo>
                  <a:lnTo>
                    <a:pt x="2595642" y="1301823"/>
                  </a:lnTo>
                  <a:lnTo>
                    <a:pt x="2566393" y="1395589"/>
                  </a:lnTo>
                  <a:lnTo>
                    <a:pt x="2536955" y="1493191"/>
                  </a:lnTo>
                  <a:lnTo>
                    <a:pt x="2507308" y="1594430"/>
                  </a:lnTo>
                  <a:lnTo>
                    <a:pt x="2477440" y="1699056"/>
                  </a:lnTo>
                  <a:lnTo>
                    <a:pt x="2447356" y="1806769"/>
                  </a:lnTo>
                  <a:lnTo>
                    <a:pt x="2417066" y="1917216"/>
                  </a:lnTo>
                  <a:lnTo>
                    <a:pt x="2386592" y="2030002"/>
                  </a:lnTo>
                  <a:lnTo>
                    <a:pt x="2355963" y="2144690"/>
                  </a:lnTo>
                  <a:lnTo>
                    <a:pt x="2325215" y="2260810"/>
                  </a:lnTo>
                  <a:lnTo>
                    <a:pt x="2294387" y="2377866"/>
                  </a:lnTo>
                  <a:lnTo>
                    <a:pt x="2263523" y="2495346"/>
                  </a:lnTo>
                  <a:lnTo>
                    <a:pt x="2232667" y="2612729"/>
                  </a:lnTo>
                  <a:lnTo>
                    <a:pt x="2201863" y="2729496"/>
                  </a:lnTo>
                  <a:lnTo>
                    <a:pt x="2171155" y="2845140"/>
                  </a:lnTo>
                  <a:lnTo>
                    <a:pt x="2140580" y="2959172"/>
                  </a:lnTo>
                  <a:lnTo>
                    <a:pt x="2110172" y="3071136"/>
                  </a:lnTo>
                  <a:lnTo>
                    <a:pt x="2079957" y="3180609"/>
                  </a:lnTo>
                  <a:lnTo>
                    <a:pt x="2049952" y="3287210"/>
                  </a:lnTo>
                  <a:lnTo>
                    <a:pt x="2020167" y="3390608"/>
                  </a:lnTo>
                  <a:lnTo>
                    <a:pt x="1990599" y="3490519"/>
                  </a:lnTo>
                  <a:lnTo>
                    <a:pt x="1961235" y="3586712"/>
                  </a:lnTo>
                  <a:lnTo>
                    <a:pt x="1932049" y="3679010"/>
                  </a:lnTo>
                  <a:lnTo>
                    <a:pt x="1903001" y="3767287"/>
                  </a:lnTo>
                  <a:lnTo>
                    <a:pt x="1874038" y="3851466"/>
                  </a:lnTo>
                  <a:lnTo>
                    <a:pt x="1845091" y="3931519"/>
                  </a:lnTo>
                  <a:lnTo>
                    <a:pt x="1816075" y="4007462"/>
                  </a:lnTo>
                  <a:lnTo>
                    <a:pt x="1786885" y="4079351"/>
                  </a:lnTo>
                  <a:lnTo>
                    <a:pt x="1768425" y="4122434"/>
                  </a:lnTo>
                  <a:lnTo>
                    <a:pt x="1725048" y="4216248"/>
                  </a:lnTo>
                  <a:lnTo>
                    <a:pt x="1680429" y="4301720"/>
                  </a:lnTo>
                  <a:lnTo>
                    <a:pt x="1634033" y="4379170"/>
                  </a:lnTo>
                  <a:lnTo>
                    <a:pt x="1585256" y="4449192"/>
                  </a:lnTo>
                  <a:lnTo>
                    <a:pt x="1533467" y="4512492"/>
                  </a:lnTo>
                  <a:lnTo>
                    <a:pt x="1478050" y="4569791"/>
                  </a:lnTo>
                  <a:lnTo>
                    <a:pt x="1418452" y="4621758"/>
                  </a:lnTo>
                  <a:lnTo>
                    <a:pt x="1354234" y="4668976"/>
                  </a:lnTo>
                  <a:lnTo>
                    <a:pt x="1285158" y="4711920"/>
                  </a:lnTo>
                  <a:lnTo>
                    <a:pt x="1211274" y="4750947"/>
                  </a:lnTo>
                  <a:lnTo>
                    <a:pt x="1133038" y="4786288"/>
                  </a:lnTo>
                  <a:lnTo>
                    <a:pt x="1051423" y="4818062"/>
                  </a:lnTo>
                  <a:lnTo>
                    <a:pt x="968006" y="4846284"/>
                  </a:lnTo>
                  <a:lnTo>
                    <a:pt x="884986" y="4870898"/>
                  </a:lnTo>
                  <a:lnTo>
                    <a:pt x="805093" y="4891826"/>
                  </a:lnTo>
                  <a:lnTo>
                    <a:pt x="731350" y="4909022"/>
                  </a:lnTo>
                  <a:lnTo>
                    <a:pt x="666689" y="4922535"/>
                  </a:lnTo>
                  <a:lnTo>
                    <a:pt x="613493" y="4932555"/>
                  </a:lnTo>
                  <a:lnTo>
                    <a:pt x="573151" y="4939437"/>
                  </a:lnTo>
                  <a:lnTo>
                    <a:pt x="545762" y="4943685"/>
                  </a:lnTo>
                  <a:lnTo>
                    <a:pt x="530037" y="4945910"/>
                  </a:lnTo>
                  <a:lnTo>
                    <a:pt x="523395" y="4946770"/>
                  </a:lnTo>
                  <a:lnTo>
                    <a:pt x="522133" y="4946921"/>
                  </a:lnTo>
                  <a:lnTo>
                    <a:pt x="0" y="4946921"/>
                  </a:lnTo>
                  <a:close/>
                </a:path>
              </a:pathLst>
            </a:custGeom>
            <a:solidFill>
              <a:srgbClr val="DFC486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1959" name="pl1959"/>
            <p:cNvSpPr/>
            <p:nvPr/>
          </p:nvSpPr>
          <p:spPr>
            <a:xfrm>
              <a:off x="386606" y="908833"/>
              <a:ext cx="8554953" cy="4946921"/>
            </a:xfrm>
            <a:custGeom>
              <a:avLst/>
              <a:pathLst>
                <a:path w="8554953" h="4946921">
                  <a:moveTo>
                    <a:pt x="0" y="4946921"/>
                  </a:moveTo>
                  <a:lnTo>
                    <a:pt x="522133" y="4946921"/>
                  </a:lnTo>
                  <a:lnTo>
                    <a:pt x="522986" y="4946820"/>
                  </a:lnTo>
                  <a:lnTo>
                    <a:pt x="528616" y="4946100"/>
                  </a:lnTo>
                  <a:lnTo>
                    <a:pt x="542867" y="4944109"/>
                  </a:lnTo>
                  <a:lnTo>
                    <a:pt x="568490" y="4940187"/>
                  </a:lnTo>
                  <a:lnTo>
                    <a:pt x="606967" y="4933713"/>
                  </a:lnTo>
                  <a:lnTo>
                    <a:pt x="658395" y="4924163"/>
                  </a:lnTo>
                  <a:lnTo>
                    <a:pt x="721555" y="4911162"/>
                  </a:lnTo>
                  <a:lnTo>
                    <a:pt x="794180" y="4894494"/>
                  </a:lnTo>
                  <a:lnTo>
                    <a:pt x="873386" y="4874095"/>
                  </a:lnTo>
                  <a:lnTo>
                    <a:pt x="956139" y="4849999"/>
                  </a:lnTo>
                  <a:lnTo>
                    <a:pt x="1039648" y="4822285"/>
                  </a:lnTo>
                  <a:lnTo>
                    <a:pt x="1121629" y="4791015"/>
                  </a:lnTo>
                  <a:lnTo>
                    <a:pt x="1200417" y="4756184"/>
                  </a:lnTo>
                  <a:lnTo>
                    <a:pt x="1274957" y="4717692"/>
                  </a:lnTo>
                  <a:lnTo>
                    <a:pt x="1344728" y="4675323"/>
                  </a:lnTo>
                  <a:lnTo>
                    <a:pt x="1409626" y="4628737"/>
                  </a:lnTo>
                  <a:lnTo>
                    <a:pt x="1469857" y="4577478"/>
                  </a:lnTo>
                  <a:lnTo>
                    <a:pt x="1525835" y="4520975"/>
                  </a:lnTo>
                  <a:lnTo>
                    <a:pt x="1578103" y="4458569"/>
                  </a:lnTo>
                  <a:lnTo>
                    <a:pt x="1627269" y="4389546"/>
                  </a:lnTo>
                  <a:lnTo>
                    <a:pt x="1673965" y="4313191"/>
                  </a:lnTo>
                  <a:lnTo>
                    <a:pt x="1718802" y="4228885"/>
                  </a:lnTo>
                  <a:lnTo>
                    <a:pt x="1762326" y="4136259"/>
                  </a:lnTo>
                  <a:lnTo>
                    <a:pt x="1768425" y="4122434"/>
                  </a:lnTo>
                  <a:lnTo>
                    <a:pt x="1797785" y="4053045"/>
                  </a:lnTo>
                  <a:lnTo>
                    <a:pt x="1826896" y="3979655"/>
                  </a:lnTo>
                  <a:lnTo>
                    <a:pt x="1855875" y="3902186"/>
                  </a:lnTo>
                  <a:lnTo>
                    <a:pt x="1884819" y="3820595"/>
                  </a:lnTo>
                  <a:lnTo>
                    <a:pt x="1913806" y="3734884"/>
                  </a:lnTo>
                  <a:lnTo>
                    <a:pt x="1942900" y="3645098"/>
                  </a:lnTo>
                  <a:lnTo>
                    <a:pt x="1972149" y="3551332"/>
                  </a:lnTo>
                  <a:lnTo>
                    <a:pt x="2001587" y="3453730"/>
                  </a:lnTo>
                  <a:lnTo>
                    <a:pt x="2031235" y="3352491"/>
                  </a:lnTo>
                  <a:lnTo>
                    <a:pt x="2061102" y="3247865"/>
                  </a:lnTo>
                  <a:lnTo>
                    <a:pt x="2091187" y="3140152"/>
                  </a:lnTo>
                  <a:lnTo>
                    <a:pt x="2121476" y="3029705"/>
                  </a:lnTo>
                  <a:lnTo>
                    <a:pt x="2151950" y="2916919"/>
                  </a:lnTo>
                  <a:lnTo>
                    <a:pt x="2182579" y="2802231"/>
                  </a:lnTo>
                  <a:lnTo>
                    <a:pt x="2213327" y="2686111"/>
                  </a:lnTo>
                  <a:lnTo>
                    <a:pt x="2244155" y="2569055"/>
                  </a:lnTo>
                  <a:lnTo>
                    <a:pt x="2275019" y="2451575"/>
                  </a:lnTo>
                  <a:lnTo>
                    <a:pt x="2305875" y="2334192"/>
                  </a:lnTo>
                  <a:lnTo>
                    <a:pt x="2336679" y="2217425"/>
                  </a:lnTo>
                  <a:lnTo>
                    <a:pt x="2367387" y="2101781"/>
                  </a:lnTo>
                  <a:lnTo>
                    <a:pt x="2397962" y="1987749"/>
                  </a:lnTo>
                  <a:lnTo>
                    <a:pt x="2428370" y="1875785"/>
                  </a:lnTo>
                  <a:lnTo>
                    <a:pt x="2458585" y="1766312"/>
                  </a:lnTo>
                  <a:lnTo>
                    <a:pt x="2488590" y="1659710"/>
                  </a:lnTo>
                  <a:lnTo>
                    <a:pt x="2518375" y="1556313"/>
                  </a:lnTo>
                  <a:lnTo>
                    <a:pt x="2547943" y="1456402"/>
                  </a:lnTo>
                  <a:lnTo>
                    <a:pt x="2577307" y="1360209"/>
                  </a:lnTo>
                  <a:lnTo>
                    <a:pt x="2606494" y="1267911"/>
                  </a:lnTo>
                  <a:lnTo>
                    <a:pt x="2635541" y="1179634"/>
                  </a:lnTo>
                  <a:lnTo>
                    <a:pt x="2664504" y="1095455"/>
                  </a:lnTo>
                  <a:lnTo>
                    <a:pt x="2693451" y="1015402"/>
                  </a:lnTo>
                  <a:lnTo>
                    <a:pt x="2722467" y="939459"/>
                  </a:lnTo>
                  <a:lnTo>
                    <a:pt x="2751657" y="867570"/>
                  </a:lnTo>
                  <a:lnTo>
                    <a:pt x="2770117" y="824486"/>
                  </a:lnTo>
                  <a:lnTo>
                    <a:pt x="2813494" y="730673"/>
                  </a:lnTo>
                  <a:lnTo>
                    <a:pt x="2858113" y="645201"/>
                  </a:lnTo>
                  <a:lnTo>
                    <a:pt x="2904509" y="567751"/>
                  </a:lnTo>
                  <a:lnTo>
                    <a:pt x="2953286" y="497729"/>
                  </a:lnTo>
                  <a:lnTo>
                    <a:pt x="3005075" y="434429"/>
                  </a:lnTo>
                  <a:lnTo>
                    <a:pt x="3060492" y="377130"/>
                  </a:lnTo>
                  <a:lnTo>
                    <a:pt x="3120090" y="325163"/>
                  </a:lnTo>
                  <a:lnTo>
                    <a:pt x="3184308" y="277945"/>
                  </a:lnTo>
                  <a:lnTo>
                    <a:pt x="3253384" y="235000"/>
                  </a:lnTo>
                  <a:lnTo>
                    <a:pt x="3327268" y="195974"/>
                  </a:lnTo>
                  <a:lnTo>
                    <a:pt x="3405504" y="160632"/>
                  </a:lnTo>
                  <a:lnTo>
                    <a:pt x="3487119" y="128859"/>
                  </a:lnTo>
                  <a:lnTo>
                    <a:pt x="3570536" y="100637"/>
                  </a:lnTo>
                  <a:lnTo>
                    <a:pt x="3653557" y="76023"/>
                  </a:lnTo>
                  <a:lnTo>
                    <a:pt x="3733449" y="55095"/>
                  </a:lnTo>
                  <a:lnTo>
                    <a:pt x="3807192" y="37899"/>
                  </a:lnTo>
                  <a:lnTo>
                    <a:pt x="3871853" y="24386"/>
                  </a:lnTo>
                  <a:lnTo>
                    <a:pt x="3925049" y="14366"/>
                  </a:lnTo>
                  <a:lnTo>
                    <a:pt x="3965391" y="7484"/>
                  </a:lnTo>
                  <a:lnTo>
                    <a:pt x="3992780" y="3236"/>
                  </a:lnTo>
                  <a:lnTo>
                    <a:pt x="4008505" y="1011"/>
                  </a:lnTo>
                  <a:lnTo>
                    <a:pt x="4015148" y="150"/>
                  </a:lnTo>
                  <a:lnTo>
                    <a:pt x="4016407" y="0"/>
                  </a:lnTo>
                  <a:lnTo>
                    <a:pt x="4016409" y="0"/>
                  </a:lnTo>
                  <a:lnTo>
                    <a:pt x="4538543" y="0"/>
                  </a:lnTo>
                  <a:lnTo>
                    <a:pt x="4539803" y="23"/>
                  </a:lnTo>
                  <a:lnTo>
                    <a:pt x="4548044" y="187"/>
                  </a:lnTo>
                  <a:lnTo>
                    <a:pt x="4568651" y="643"/>
                  </a:lnTo>
                  <a:lnTo>
                    <a:pt x="4605067" y="1537"/>
                  </a:lnTo>
                  <a:lnTo>
                    <a:pt x="4658482" y="3001"/>
                  </a:lnTo>
                  <a:lnTo>
                    <a:pt x="4727772" y="5134"/>
                  </a:lnTo>
                  <a:lnTo>
                    <a:pt x="4809886" y="7993"/>
                  </a:lnTo>
                  <a:lnTo>
                    <a:pt x="4900607" y="11595"/>
                  </a:lnTo>
                  <a:lnTo>
                    <a:pt x="4995451" y="15932"/>
                  </a:lnTo>
                  <a:lnTo>
                    <a:pt x="5090408" y="20986"/>
                  </a:lnTo>
                  <a:lnTo>
                    <a:pt x="5182394" y="26748"/>
                  </a:lnTo>
                  <a:lnTo>
                    <a:pt x="5269380" y="33228"/>
                  </a:lnTo>
                  <a:lnTo>
                    <a:pt x="5350305" y="40467"/>
                  </a:lnTo>
                  <a:lnTo>
                    <a:pt x="5424882" y="48534"/>
                  </a:lnTo>
                  <a:lnTo>
                    <a:pt x="5493378" y="57531"/>
                  </a:lnTo>
                  <a:lnTo>
                    <a:pt x="5556414" y="67590"/>
                  </a:lnTo>
                  <a:lnTo>
                    <a:pt x="5614821" y="78862"/>
                  </a:lnTo>
                  <a:lnTo>
                    <a:pt x="5669522" y="91512"/>
                  </a:lnTo>
                  <a:lnTo>
                    <a:pt x="5721444" y="105694"/>
                  </a:lnTo>
                  <a:lnTo>
                    <a:pt x="5771443" y="121518"/>
                  </a:lnTo>
                  <a:lnTo>
                    <a:pt x="5784835" y="126120"/>
                  </a:lnTo>
                  <a:lnTo>
                    <a:pt x="5836133" y="145130"/>
                  </a:lnTo>
                  <a:lnTo>
                    <a:pt x="5886932" y="166048"/>
                  </a:lnTo>
                  <a:lnTo>
                    <a:pt x="5937743" y="188902"/>
                  </a:lnTo>
                  <a:lnTo>
                    <a:pt x="5988916" y="213658"/>
                  </a:lnTo>
                  <a:lnTo>
                    <a:pt x="6040664" y="240212"/>
                  </a:lnTo>
                  <a:lnTo>
                    <a:pt x="6093077" y="268384"/>
                  </a:lnTo>
                  <a:lnTo>
                    <a:pt x="6146136" y="297920"/>
                  </a:lnTo>
                  <a:lnTo>
                    <a:pt x="6199736" y="328498"/>
                  </a:lnTo>
                  <a:lnTo>
                    <a:pt x="6253697" y="359742"/>
                  </a:lnTo>
                  <a:lnTo>
                    <a:pt x="6307800" y="391239"/>
                  </a:lnTo>
                  <a:lnTo>
                    <a:pt x="6361804" y="422560"/>
                  </a:lnTo>
                  <a:lnTo>
                    <a:pt x="6415485" y="453289"/>
                  </a:lnTo>
                  <a:lnTo>
                    <a:pt x="6468653" y="483041"/>
                  </a:lnTo>
                  <a:lnTo>
                    <a:pt x="6521188" y="511483"/>
                  </a:lnTo>
                  <a:lnTo>
                    <a:pt x="6573054" y="538348"/>
                  </a:lnTo>
                  <a:lnTo>
                    <a:pt x="6624320" y="563442"/>
                  </a:lnTo>
                  <a:lnTo>
                    <a:pt x="6675175" y="586647"/>
                  </a:lnTo>
                  <a:lnTo>
                    <a:pt x="6725943" y="607918"/>
                  </a:lnTo>
                  <a:lnTo>
                    <a:pt x="6777104" y="627272"/>
                  </a:lnTo>
                  <a:lnTo>
                    <a:pt x="6786527" y="630600"/>
                  </a:lnTo>
                  <a:lnTo>
                    <a:pt x="6836133" y="646878"/>
                  </a:lnTo>
                  <a:lnTo>
                    <a:pt x="6887451" y="661500"/>
                  </a:lnTo>
                  <a:lnTo>
                    <a:pt x="6941303" y="674554"/>
                  </a:lnTo>
                  <a:lnTo>
                    <a:pt x="6998607" y="686185"/>
                  </a:lnTo>
                  <a:lnTo>
                    <a:pt x="7060294" y="696558"/>
                  </a:lnTo>
                  <a:lnTo>
                    <a:pt x="7127229" y="705831"/>
                  </a:lnTo>
                  <a:lnTo>
                    <a:pt x="7200104" y="714140"/>
                  </a:lnTo>
                  <a:lnTo>
                    <a:pt x="7279300" y="721596"/>
                  </a:lnTo>
                  <a:lnTo>
                    <a:pt x="7364702" y="728278"/>
                  </a:lnTo>
                  <a:lnTo>
                    <a:pt x="7455483" y="734234"/>
                  </a:lnTo>
                  <a:lnTo>
                    <a:pt x="7549892" y="739481"/>
                  </a:lnTo>
                  <a:lnTo>
                    <a:pt x="7645131" y="744015"/>
                  </a:lnTo>
                  <a:lnTo>
                    <a:pt x="7737412" y="747819"/>
                  </a:lnTo>
                  <a:lnTo>
                    <a:pt x="7822317" y="750880"/>
                  </a:lnTo>
                  <a:lnTo>
                    <a:pt x="7895469" y="753207"/>
                  </a:lnTo>
                  <a:lnTo>
                    <a:pt x="7953415" y="754845"/>
                  </a:lnTo>
                  <a:lnTo>
                    <a:pt x="7994446" y="755883"/>
                  </a:lnTo>
                  <a:lnTo>
                    <a:pt x="8019110" y="756444"/>
                  </a:lnTo>
                  <a:lnTo>
                    <a:pt x="8030263" y="756673"/>
                  </a:lnTo>
                  <a:lnTo>
                    <a:pt x="8032793" y="756720"/>
                  </a:lnTo>
                  <a:lnTo>
                    <a:pt x="8032819" y="756720"/>
                  </a:lnTo>
                  <a:lnTo>
                    <a:pt x="8554953" y="756720"/>
                  </a:lnTo>
                  <a:lnTo>
                    <a:pt x="8554953" y="75672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960" name="pl1960"/>
            <p:cNvSpPr/>
            <p:nvPr/>
          </p:nvSpPr>
          <p:spPr>
            <a:xfrm>
              <a:off x="386606" y="903186"/>
              <a:ext cx="8554953" cy="4946921"/>
            </a:xfrm>
            <a:custGeom>
              <a:avLst/>
              <a:pathLst>
                <a:path w="8554953" h="4946921">
                  <a:moveTo>
                    <a:pt x="8554953" y="756720"/>
                  </a:moveTo>
                  <a:lnTo>
                    <a:pt x="8032819" y="756720"/>
                  </a:lnTo>
                  <a:lnTo>
                    <a:pt x="8031559" y="756697"/>
                  </a:lnTo>
                  <a:lnTo>
                    <a:pt x="8023318" y="756533"/>
                  </a:lnTo>
                  <a:lnTo>
                    <a:pt x="8002711" y="756077"/>
                  </a:lnTo>
                  <a:lnTo>
                    <a:pt x="7966295" y="755183"/>
                  </a:lnTo>
                  <a:lnTo>
                    <a:pt x="7912880" y="753719"/>
                  </a:lnTo>
                  <a:lnTo>
                    <a:pt x="7843590" y="751586"/>
                  </a:lnTo>
                  <a:lnTo>
                    <a:pt x="7761476" y="748727"/>
                  </a:lnTo>
                  <a:lnTo>
                    <a:pt x="7670755" y="745125"/>
                  </a:lnTo>
                  <a:lnTo>
                    <a:pt x="7575911" y="740788"/>
                  </a:lnTo>
                  <a:lnTo>
                    <a:pt x="7480954" y="735734"/>
                  </a:lnTo>
                  <a:lnTo>
                    <a:pt x="7388968" y="729972"/>
                  </a:lnTo>
                  <a:lnTo>
                    <a:pt x="7301982" y="723492"/>
                  </a:lnTo>
                  <a:lnTo>
                    <a:pt x="7221057" y="716253"/>
                  </a:lnTo>
                  <a:lnTo>
                    <a:pt x="7146480" y="708186"/>
                  </a:lnTo>
                  <a:lnTo>
                    <a:pt x="7077984" y="699189"/>
                  </a:lnTo>
                  <a:lnTo>
                    <a:pt x="7014948" y="689130"/>
                  </a:lnTo>
                  <a:lnTo>
                    <a:pt x="6956540" y="677858"/>
                  </a:lnTo>
                  <a:lnTo>
                    <a:pt x="6901840" y="665208"/>
                  </a:lnTo>
                  <a:lnTo>
                    <a:pt x="6849918" y="651026"/>
                  </a:lnTo>
                  <a:lnTo>
                    <a:pt x="6799919" y="635202"/>
                  </a:lnTo>
                  <a:lnTo>
                    <a:pt x="6786527" y="630600"/>
                  </a:lnTo>
                  <a:lnTo>
                    <a:pt x="6735229" y="611590"/>
                  </a:lnTo>
                  <a:lnTo>
                    <a:pt x="6684430" y="590672"/>
                  </a:lnTo>
                  <a:lnTo>
                    <a:pt x="6633619" y="567818"/>
                  </a:lnTo>
                  <a:lnTo>
                    <a:pt x="6582446" y="543062"/>
                  </a:lnTo>
                  <a:lnTo>
                    <a:pt x="6530698" y="516508"/>
                  </a:lnTo>
                  <a:lnTo>
                    <a:pt x="6478285" y="488336"/>
                  </a:lnTo>
                  <a:lnTo>
                    <a:pt x="6425226" y="458800"/>
                  </a:lnTo>
                  <a:lnTo>
                    <a:pt x="6371626" y="428221"/>
                  </a:lnTo>
                  <a:lnTo>
                    <a:pt x="6317665" y="396978"/>
                  </a:lnTo>
                  <a:lnTo>
                    <a:pt x="6263562" y="365481"/>
                  </a:lnTo>
                  <a:lnTo>
                    <a:pt x="6209558" y="334160"/>
                  </a:lnTo>
                  <a:lnTo>
                    <a:pt x="6155877" y="303431"/>
                  </a:lnTo>
                  <a:lnTo>
                    <a:pt x="6102709" y="273679"/>
                  </a:lnTo>
                  <a:lnTo>
                    <a:pt x="6050174" y="245237"/>
                  </a:lnTo>
                  <a:lnTo>
                    <a:pt x="5998308" y="218372"/>
                  </a:lnTo>
                  <a:lnTo>
                    <a:pt x="5947042" y="193278"/>
                  </a:lnTo>
                  <a:lnTo>
                    <a:pt x="5896187" y="170072"/>
                  </a:lnTo>
                  <a:lnTo>
                    <a:pt x="5845419" y="148802"/>
                  </a:lnTo>
                  <a:lnTo>
                    <a:pt x="5794258" y="129448"/>
                  </a:lnTo>
                  <a:lnTo>
                    <a:pt x="5784835" y="126120"/>
                  </a:lnTo>
                  <a:lnTo>
                    <a:pt x="5735229" y="109842"/>
                  </a:lnTo>
                  <a:lnTo>
                    <a:pt x="5683911" y="95220"/>
                  </a:lnTo>
                  <a:lnTo>
                    <a:pt x="5630059" y="82166"/>
                  </a:lnTo>
                  <a:lnTo>
                    <a:pt x="5572755" y="70535"/>
                  </a:lnTo>
                  <a:lnTo>
                    <a:pt x="5511068" y="60162"/>
                  </a:lnTo>
                  <a:lnTo>
                    <a:pt x="5444133" y="50889"/>
                  </a:lnTo>
                  <a:lnTo>
                    <a:pt x="5371258" y="42580"/>
                  </a:lnTo>
                  <a:lnTo>
                    <a:pt x="5292062" y="35124"/>
                  </a:lnTo>
                  <a:lnTo>
                    <a:pt x="5206660" y="28442"/>
                  </a:lnTo>
                  <a:lnTo>
                    <a:pt x="5115879" y="22486"/>
                  </a:lnTo>
                  <a:lnTo>
                    <a:pt x="5021470" y="17239"/>
                  </a:lnTo>
                  <a:lnTo>
                    <a:pt x="4926231" y="12705"/>
                  </a:lnTo>
                  <a:lnTo>
                    <a:pt x="4833950" y="8901"/>
                  </a:lnTo>
                  <a:lnTo>
                    <a:pt x="4749045" y="5840"/>
                  </a:lnTo>
                  <a:lnTo>
                    <a:pt x="4675893" y="3513"/>
                  </a:lnTo>
                  <a:lnTo>
                    <a:pt x="4617947" y="1875"/>
                  </a:lnTo>
                  <a:lnTo>
                    <a:pt x="4576916" y="837"/>
                  </a:lnTo>
                  <a:lnTo>
                    <a:pt x="4552252" y="276"/>
                  </a:lnTo>
                  <a:lnTo>
                    <a:pt x="4541099" y="47"/>
                  </a:lnTo>
                  <a:lnTo>
                    <a:pt x="4538569" y="0"/>
                  </a:lnTo>
                  <a:lnTo>
                    <a:pt x="4538543" y="0"/>
                  </a:lnTo>
                  <a:lnTo>
                    <a:pt x="4016409" y="0"/>
                  </a:lnTo>
                  <a:lnTo>
                    <a:pt x="4015556" y="101"/>
                  </a:lnTo>
                  <a:lnTo>
                    <a:pt x="4009926" y="821"/>
                  </a:lnTo>
                  <a:lnTo>
                    <a:pt x="3995676" y="2812"/>
                  </a:lnTo>
                  <a:lnTo>
                    <a:pt x="3970052" y="6734"/>
                  </a:lnTo>
                  <a:lnTo>
                    <a:pt x="3931576" y="13208"/>
                  </a:lnTo>
                  <a:lnTo>
                    <a:pt x="3880147" y="22758"/>
                  </a:lnTo>
                  <a:lnTo>
                    <a:pt x="3816987" y="35759"/>
                  </a:lnTo>
                  <a:lnTo>
                    <a:pt x="3744362" y="52427"/>
                  </a:lnTo>
                  <a:lnTo>
                    <a:pt x="3665156" y="72826"/>
                  </a:lnTo>
                  <a:lnTo>
                    <a:pt x="3582403" y="96922"/>
                  </a:lnTo>
                  <a:lnTo>
                    <a:pt x="3498894" y="124636"/>
                  </a:lnTo>
                  <a:lnTo>
                    <a:pt x="3416913" y="155906"/>
                  </a:lnTo>
                  <a:lnTo>
                    <a:pt x="3338125" y="190737"/>
                  </a:lnTo>
                  <a:lnTo>
                    <a:pt x="3263585" y="229229"/>
                  </a:lnTo>
                  <a:lnTo>
                    <a:pt x="3193815" y="271598"/>
                  </a:lnTo>
                  <a:lnTo>
                    <a:pt x="3128916" y="318183"/>
                  </a:lnTo>
                  <a:lnTo>
                    <a:pt x="3068685" y="369443"/>
                  </a:lnTo>
                  <a:lnTo>
                    <a:pt x="3012707" y="425946"/>
                  </a:lnTo>
                  <a:lnTo>
                    <a:pt x="2960440" y="488351"/>
                  </a:lnTo>
                  <a:lnTo>
                    <a:pt x="2911273" y="557375"/>
                  </a:lnTo>
                  <a:lnTo>
                    <a:pt x="2864577" y="633730"/>
                  </a:lnTo>
                  <a:lnTo>
                    <a:pt x="2819741" y="718036"/>
                  </a:lnTo>
                  <a:lnTo>
                    <a:pt x="2776216" y="810662"/>
                  </a:lnTo>
                  <a:lnTo>
                    <a:pt x="2770117" y="824486"/>
                  </a:lnTo>
                  <a:lnTo>
                    <a:pt x="2740758" y="893876"/>
                  </a:lnTo>
                  <a:lnTo>
                    <a:pt x="2711646" y="967266"/>
                  </a:lnTo>
                  <a:lnTo>
                    <a:pt x="2682667" y="1044735"/>
                  </a:lnTo>
                  <a:lnTo>
                    <a:pt x="2653723" y="1126326"/>
                  </a:lnTo>
                  <a:lnTo>
                    <a:pt x="2624736" y="1212037"/>
                  </a:lnTo>
                  <a:lnTo>
                    <a:pt x="2595642" y="1301823"/>
                  </a:lnTo>
                  <a:lnTo>
                    <a:pt x="2566393" y="1395589"/>
                  </a:lnTo>
                  <a:lnTo>
                    <a:pt x="2536955" y="1493191"/>
                  </a:lnTo>
                  <a:lnTo>
                    <a:pt x="2507308" y="1594430"/>
                  </a:lnTo>
                  <a:lnTo>
                    <a:pt x="2477440" y="1699056"/>
                  </a:lnTo>
                  <a:lnTo>
                    <a:pt x="2447356" y="1806769"/>
                  </a:lnTo>
                  <a:lnTo>
                    <a:pt x="2417066" y="1917216"/>
                  </a:lnTo>
                  <a:lnTo>
                    <a:pt x="2386592" y="2030002"/>
                  </a:lnTo>
                  <a:lnTo>
                    <a:pt x="2355963" y="2144690"/>
                  </a:lnTo>
                  <a:lnTo>
                    <a:pt x="2325215" y="2260810"/>
                  </a:lnTo>
                  <a:lnTo>
                    <a:pt x="2294387" y="2377866"/>
                  </a:lnTo>
                  <a:lnTo>
                    <a:pt x="2263523" y="2495346"/>
                  </a:lnTo>
                  <a:lnTo>
                    <a:pt x="2232667" y="2612729"/>
                  </a:lnTo>
                  <a:lnTo>
                    <a:pt x="2201863" y="2729496"/>
                  </a:lnTo>
                  <a:lnTo>
                    <a:pt x="2171155" y="2845140"/>
                  </a:lnTo>
                  <a:lnTo>
                    <a:pt x="2140580" y="2959172"/>
                  </a:lnTo>
                  <a:lnTo>
                    <a:pt x="2110172" y="3071136"/>
                  </a:lnTo>
                  <a:lnTo>
                    <a:pt x="2079957" y="3180609"/>
                  </a:lnTo>
                  <a:lnTo>
                    <a:pt x="2049952" y="3287210"/>
                  </a:lnTo>
                  <a:lnTo>
                    <a:pt x="2020167" y="3390608"/>
                  </a:lnTo>
                  <a:lnTo>
                    <a:pt x="1990599" y="3490519"/>
                  </a:lnTo>
                  <a:lnTo>
                    <a:pt x="1961235" y="3586712"/>
                  </a:lnTo>
                  <a:lnTo>
                    <a:pt x="1932049" y="3679010"/>
                  </a:lnTo>
                  <a:lnTo>
                    <a:pt x="1903001" y="3767287"/>
                  </a:lnTo>
                  <a:lnTo>
                    <a:pt x="1874038" y="3851466"/>
                  </a:lnTo>
                  <a:lnTo>
                    <a:pt x="1845091" y="3931519"/>
                  </a:lnTo>
                  <a:lnTo>
                    <a:pt x="1816075" y="4007462"/>
                  </a:lnTo>
                  <a:lnTo>
                    <a:pt x="1786885" y="4079351"/>
                  </a:lnTo>
                  <a:lnTo>
                    <a:pt x="1768425" y="4122434"/>
                  </a:lnTo>
                  <a:lnTo>
                    <a:pt x="1725048" y="4216248"/>
                  </a:lnTo>
                  <a:lnTo>
                    <a:pt x="1680429" y="4301720"/>
                  </a:lnTo>
                  <a:lnTo>
                    <a:pt x="1634033" y="4379170"/>
                  </a:lnTo>
                  <a:lnTo>
                    <a:pt x="1585256" y="4449192"/>
                  </a:lnTo>
                  <a:lnTo>
                    <a:pt x="1533467" y="4512492"/>
                  </a:lnTo>
                  <a:lnTo>
                    <a:pt x="1478050" y="4569791"/>
                  </a:lnTo>
                  <a:lnTo>
                    <a:pt x="1418452" y="4621758"/>
                  </a:lnTo>
                  <a:lnTo>
                    <a:pt x="1354234" y="4668976"/>
                  </a:lnTo>
                  <a:lnTo>
                    <a:pt x="1285158" y="4711920"/>
                  </a:lnTo>
                  <a:lnTo>
                    <a:pt x="1211274" y="4750947"/>
                  </a:lnTo>
                  <a:lnTo>
                    <a:pt x="1133038" y="4786288"/>
                  </a:lnTo>
                  <a:lnTo>
                    <a:pt x="1051423" y="4818062"/>
                  </a:lnTo>
                  <a:lnTo>
                    <a:pt x="968006" y="4846284"/>
                  </a:lnTo>
                  <a:lnTo>
                    <a:pt x="884986" y="4870898"/>
                  </a:lnTo>
                  <a:lnTo>
                    <a:pt x="805093" y="4891826"/>
                  </a:lnTo>
                  <a:lnTo>
                    <a:pt x="731350" y="4909022"/>
                  </a:lnTo>
                  <a:lnTo>
                    <a:pt x="666689" y="4922535"/>
                  </a:lnTo>
                  <a:lnTo>
                    <a:pt x="613493" y="4932555"/>
                  </a:lnTo>
                  <a:lnTo>
                    <a:pt x="573151" y="4939437"/>
                  </a:lnTo>
                  <a:lnTo>
                    <a:pt x="545762" y="4943685"/>
                  </a:lnTo>
                  <a:lnTo>
                    <a:pt x="530037" y="4945910"/>
                  </a:lnTo>
                  <a:lnTo>
                    <a:pt x="523395" y="4946770"/>
                  </a:lnTo>
                  <a:lnTo>
                    <a:pt x="522135" y="4946921"/>
                  </a:lnTo>
                  <a:lnTo>
                    <a:pt x="522133" y="4946921"/>
                  </a:lnTo>
                  <a:lnTo>
                    <a:pt x="0" y="4946921"/>
                  </a:lnTo>
                  <a:lnTo>
                    <a:pt x="0" y="4946921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961" name="pg1961"/>
            <p:cNvSpPr/>
            <p:nvPr/>
          </p:nvSpPr>
          <p:spPr>
            <a:xfrm>
              <a:off x="386606" y="970952"/>
              <a:ext cx="8554953" cy="4890450"/>
            </a:xfrm>
            <a:custGeom>
              <a:avLst/>
              <a:pathLst>
                <a:path w="8554953" h="4890450">
                  <a:moveTo>
                    <a:pt x="0" y="4890450"/>
                  </a:moveTo>
                  <a:lnTo>
                    <a:pt x="522133" y="4890450"/>
                  </a:lnTo>
                  <a:lnTo>
                    <a:pt x="522991" y="4890349"/>
                  </a:lnTo>
                  <a:lnTo>
                    <a:pt x="528650" y="4889634"/>
                  </a:lnTo>
                  <a:lnTo>
                    <a:pt x="542974" y="4887657"/>
                  </a:lnTo>
                  <a:lnTo>
                    <a:pt x="568723" y="4883763"/>
                  </a:lnTo>
                  <a:lnTo>
                    <a:pt x="607378" y="4877335"/>
                  </a:lnTo>
                  <a:lnTo>
                    <a:pt x="659027" y="4867856"/>
                  </a:lnTo>
                  <a:lnTo>
                    <a:pt x="722429" y="4854952"/>
                  </a:lnTo>
                  <a:lnTo>
                    <a:pt x="795297" y="4838413"/>
                  </a:lnTo>
                  <a:lnTo>
                    <a:pt x="874725" y="4818176"/>
                  </a:lnTo>
                  <a:lnTo>
                    <a:pt x="957664" y="4794277"/>
                  </a:lnTo>
                  <a:lnTo>
                    <a:pt x="1041316" y="4766793"/>
                  </a:lnTo>
                  <a:lnTo>
                    <a:pt x="1123394" y="4735785"/>
                  </a:lnTo>
                  <a:lnTo>
                    <a:pt x="1202239" y="4701247"/>
                  </a:lnTo>
                  <a:lnTo>
                    <a:pt x="1276801" y="4663078"/>
                  </a:lnTo>
                  <a:lnTo>
                    <a:pt x="1346569" y="4621059"/>
                  </a:lnTo>
                  <a:lnTo>
                    <a:pt x="1411450" y="4574851"/>
                  </a:lnTo>
                  <a:lnTo>
                    <a:pt x="1471656" y="4523994"/>
                  </a:lnTo>
                  <a:lnTo>
                    <a:pt x="1527609" y="4467923"/>
                  </a:lnTo>
                  <a:lnTo>
                    <a:pt x="1579856" y="4405979"/>
                  </a:lnTo>
                  <a:lnTo>
                    <a:pt x="1629014" y="4337452"/>
                  </a:lnTo>
                  <a:lnTo>
                    <a:pt x="1675715" y="4261633"/>
                  </a:lnTo>
                  <a:lnTo>
                    <a:pt x="1720572" y="4177915"/>
                  </a:lnTo>
                  <a:lnTo>
                    <a:pt x="1764132" y="4085945"/>
                  </a:lnTo>
                  <a:lnTo>
                    <a:pt x="1768425" y="4076316"/>
                  </a:lnTo>
                  <a:lnTo>
                    <a:pt x="1797954" y="4007389"/>
                  </a:lnTo>
                  <a:lnTo>
                    <a:pt x="1827232" y="3934466"/>
                  </a:lnTo>
                  <a:lnTo>
                    <a:pt x="1856379" y="3857467"/>
                  </a:lnTo>
                  <a:lnTo>
                    <a:pt x="1885490" y="3776351"/>
                  </a:lnTo>
                  <a:lnTo>
                    <a:pt x="1914648" y="3691119"/>
                  </a:lnTo>
                  <a:lnTo>
                    <a:pt x="1943915" y="3601820"/>
                  </a:lnTo>
                  <a:lnTo>
                    <a:pt x="1973339" y="3508548"/>
                  </a:lnTo>
                  <a:lnTo>
                    <a:pt x="2002957" y="3411452"/>
                  </a:lnTo>
                  <a:lnTo>
                    <a:pt x="2032787" y="3310733"/>
                  </a:lnTo>
                  <a:lnTo>
                    <a:pt x="2062840" y="3206644"/>
                  </a:lnTo>
                  <a:lnTo>
                    <a:pt x="2093112" y="3099493"/>
                  </a:lnTo>
                  <a:lnTo>
                    <a:pt x="2123590" y="2989633"/>
                  </a:lnTo>
                  <a:lnTo>
                    <a:pt x="2154253" y="2877466"/>
                  </a:lnTo>
                  <a:lnTo>
                    <a:pt x="2185070" y="2763434"/>
                  </a:lnTo>
                  <a:lnTo>
                    <a:pt x="2216004" y="2648010"/>
                  </a:lnTo>
                  <a:lnTo>
                    <a:pt x="2247016" y="2531695"/>
                  </a:lnTo>
                  <a:lnTo>
                    <a:pt x="2278060" y="2415005"/>
                  </a:lnTo>
                  <a:lnTo>
                    <a:pt x="2309092" y="2298464"/>
                  </a:lnTo>
                  <a:lnTo>
                    <a:pt x="2340065" y="2182591"/>
                  </a:lnTo>
                  <a:lnTo>
                    <a:pt x="2370938" y="2067895"/>
                  </a:lnTo>
                  <a:lnTo>
                    <a:pt x="2401672" y="1954863"/>
                  </a:lnTo>
                  <a:lnTo>
                    <a:pt x="2432233" y="1843951"/>
                  </a:lnTo>
                  <a:lnTo>
                    <a:pt x="2462597" y="1735578"/>
                  </a:lnTo>
                  <a:lnTo>
                    <a:pt x="2492746" y="1630120"/>
                  </a:lnTo>
                  <a:lnTo>
                    <a:pt x="2522672" y="1527905"/>
                  </a:lnTo>
                  <a:lnTo>
                    <a:pt x="2552380" y="1429210"/>
                  </a:lnTo>
                  <a:lnTo>
                    <a:pt x="2581885" y="1334258"/>
                  </a:lnTo>
                  <a:lnTo>
                    <a:pt x="2611215" y="1243220"/>
                  </a:lnTo>
                  <a:lnTo>
                    <a:pt x="2640413" y="1156215"/>
                  </a:lnTo>
                  <a:lnTo>
                    <a:pt x="2669536" y="1073311"/>
                  </a:lnTo>
                  <a:lnTo>
                    <a:pt x="2698656" y="994528"/>
                  </a:lnTo>
                  <a:lnTo>
                    <a:pt x="2727864" y="919845"/>
                  </a:lnTo>
                  <a:lnTo>
                    <a:pt x="2757269" y="849197"/>
                  </a:lnTo>
                  <a:lnTo>
                    <a:pt x="2770117" y="819781"/>
                  </a:lnTo>
                  <a:lnTo>
                    <a:pt x="2813574" y="726984"/>
                  </a:lnTo>
                  <a:lnTo>
                    <a:pt x="2858279" y="642453"/>
                  </a:lnTo>
                  <a:lnTo>
                    <a:pt x="2904769" y="565870"/>
                  </a:lnTo>
                  <a:lnTo>
                    <a:pt x="2953653" y="496647"/>
                  </a:lnTo>
                  <a:lnTo>
                    <a:pt x="3005564" y="434079"/>
                  </a:lnTo>
                  <a:lnTo>
                    <a:pt x="3061121" y="377452"/>
                  </a:lnTo>
                  <a:lnTo>
                    <a:pt x="3120881" y="326103"/>
                  </a:lnTo>
                  <a:lnTo>
                    <a:pt x="3185281" y="279453"/>
                  </a:lnTo>
                  <a:lnTo>
                    <a:pt x="3254560" y="237033"/>
                  </a:lnTo>
                  <a:lnTo>
                    <a:pt x="3328660" y="198491"/>
                  </a:lnTo>
                  <a:lnTo>
                    <a:pt x="3407114" y="163598"/>
                  </a:lnTo>
                  <a:lnTo>
                    <a:pt x="3488934" y="132239"/>
                  </a:lnTo>
                  <a:lnTo>
                    <a:pt x="3572521" y="104402"/>
                  </a:lnTo>
                  <a:lnTo>
                    <a:pt x="3655650" y="80142"/>
                  </a:lnTo>
                  <a:lnTo>
                    <a:pt x="3735565" y="59536"/>
                  </a:lnTo>
                  <a:lnTo>
                    <a:pt x="3809224" y="42629"/>
                  </a:lnTo>
                  <a:lnTo>
                    <a:pt x="3873687" y="29370"/>
                  </a:lnTo>
                  <a:lnTo>
                    <a:pt x="3926584" y="19563"/>
                  </a:lnTo>
                  <a:lnTo>
                    <a:pt x="3966554" y="12851"/>
                  </a:lnTo>
                  <a:lnTo>
                    <a:pt x="3993547" y="8731"/>
                  </a:lnTo>
                  <a:lnTo>
                    <a:pt x="4008907" y="6592"/>
                  </a:lnTo>
                  <a:lnTo>
                    <a:pt x="4015274" y="5780"/>
                  </a:lnTo>
                  <a:lnTo>
                    <a:pt x="4016409" y="5647"/>
                  </a:lnTo>
                  <a:lnTo>
                    <a:pt x="4538543" y="5647"/>
                  </a:lnTo>
                  <a:lnTo>
                    <a:pt x="4539785" y="5686"/>
                  </a:lnTo>
                  <a:lnTo>
                    <a:pt x="4547911" y="5964"/>
                  </a:lnTo>
                  <a:lnTo>
                    <a:pt x="4568241" y="6734"/>
                  </a:lnTo>
                  <a:lnTo>
                    <a:pt x="4604195" y="8247"/>
                  </a:lnTo>
                  <a:lnTo>
                    <a:pt x="4656983" y="10725"/>
                  </a:lnTo>
                  <a:lnTo>
                    <a:pt x="4725546" y="14336"/>
                  </a:lnTo>
                  <a:lnTo>
                    <a:pt x="4806918" y="19179"/>
                  </a:lnTo>
                  <a:lnTo>
                    <a:pt x="4896965" y="25285"/>
                  </a:lnTo>
                  <a:lnTo>
                    <a:pt x="4991263" y="32641"/>
                  </a:lnTo>
                  <a:lnTo>
                    <a:pt x="5085830" y="41218"/>
                  </a:lnTo>
                  <a:lnTo>
                    <a:pt x="5177578" y="50997"/>
                  </a:lnTo>
                  <a:lnTo>
                    <a:pt x="5264455" y="61996"/>
                  </a:lnTo>
                  <a:lnTo>
                    <a:pt x="5345368" y="74278"/>
                  </a:lnTo>
                  <a:lnTo>
                    <a:pt x="5419994" y="87959"/>
                  </a:lnTo>
                  <a:lnTo>
                    <a:pt x="5488566" y="103208"/>
                  </a:lnTo>
                  <a:lnTo>
                    <a:pt x="5551678" y="120243"/>
                  </a:lnTo>
                  <a:lnTo>
                    <a:pt x="5610138" y="139319"/>
                  </a:lnTo>
                  <a:lnTo>
                    <a:pt x="5664849" y="160715"/>
                  </a:lnTo>
                  <a:lnTo>
                    <a:pt x="5716730" y="184693"/>
                  </a:lnTo>
                  <a:lnTo>
                    <a:pt x="5766635" y="211450"/>
                  </a:lnTo>
                  <a:lnTo>
                    <a:pt x="5784835" y="222122"/>
                  </a:lnTo>
                  <a:lnTo>
                    <a:pt x="5832073" y="252034"/>
                  </a:lnTo>
                  <a:lnTo>
                    <a:pt x="5878851" y="284714"/>
                  </a:lnTo>
                  <a:lnTo>
                    <a:pt x="5925580" y="320208"/>
                  </a:lnTo>
                  <a:lnTo>
                    <a:pt x="5972558" y="358491"/>
                  </a:lnTo>
                  <a:lnTo>
                    <a:pt x="6019979" y="399449"/>
                  </a:lnTo>
                  <a:lnTo>
                    <a:pt x="6067945" y="442877"/>
                  </a:lnTo>
                  <a:lnTo>
                    <a:pt x="6116479" y="488480"/>
                  </a:lnTo>
                  <a:lnTo>
                    <a:pt x="6165529" y="535871"/>
                  </a:lnTo>
                  <a:lnTo>
                    <a:pt x="6214989" y="584588"/>
                  </a:lnTo>
                  <a:lnTo>
                    <a:pt x="6264705" y="634108"/>
                  </a:lnTo>
                  <a:lnTo>
                    <a:pt x="6314500" y="683868"/>
                  </a:lnTo>
                  <a:lnTo>
                    <a:pt x="6364188" y="733297"/>
                  </a:lnTo>
                  <a:lnTo>
                    <a:pt x="6413592" y="781839"/>
                  </a:lnTo>
                  <a:lnTo>
                    <a:pt x="6462566" y="828977"/>
                  </a:lnTo>
                  <a:lnTo>
                    <a:pt x="6511012" y="874261"/>
                  </a:lnTo>
                  <a:lnTo>
                    <a:pt x="6558889" y="917318"/>
                  </a:lnTo>
                  <a:lnTo>
                    <a:pt x="6606231" y="957865"/>
                  </a:lnTo>
                  <a:lnTo>
                    <a:pt x="6653155" y="995714"/>
                  </a:lnTo>
                  <a:lnTo>
                    <a:pt x="6699869" y="1030765"/>
                  </a:lnTo>
                  <a:lnTo>
                    <a:pt x="6746688" y="1063003"/>
                  </a:lnTo>
                  <a:lnTo>
                    <a:pt x="6786527" y="1088021"/>
                  </a:lnTo>
                  <a:lnTo>
                    <a:pt x="6835887" y="1115832"/>
                  </a:lnTo>
                  <a:lnTo>
                    <a:pt x="6886940" y="1140827"/>
                  </a:lnTo>
                  <a:lnTo>
                    <a:pt x="6940494" y="1163154"/>
                  </a:lnTo>
                  <a:lnTo>
                    <a:pt x="6997451" y="1183060"/>
                  </a:lnTo>
                  <a:lnTo>
                    <a:pt x="7058732" y="1200822"/>
                  </a:lnTo>
                  <a:lnTo>
                    <a:pt x="7125190" y="1216708"/>
                  </a:lnTo>
                  <a:lnTo>
                    <a:pt x="7197515" y="1230949"/>
                  </a:lnTo>
                  <a:lnTo>
                    <a:pt x="7276094" y="1243735"/>
                  </a:lnTo>
                  <a:lnTo>
                    <a:pt x="7360836" y="1255201"/>
                  </a:lnTo>
                  <a:lnTo>
                    <a:pt x="7450958" y="1265429"/>
                  </a:lnTo>
                  <a:lnTo>
                    <a:pt x="7544782" y="1274454"/>
                  </a:lnTo>
                  <a:lnTo>
                    <a:pt x="7639604" y="1282267"/>
                  </a:lnTo>
                  <a:lnTo>
                    <a:pt x="7731738" y="1288841"/>
                  </a:lnTo>
                  <a:lnTo>
                    <a:pt x="7816852" y="1294153"/>
                  </a:lnTo>
                  <a:lnTo>
                    <a:pt x="7890605" y="1298215"/>
                  </a:lnTo>
                  <a:lnTo>
                    <a:pt x="7949497" y="1301098"/>
                  </a:lnTo>
                  <a:lnTo>
                    <a:pt x="7991692" y="1302946"/>
                  </a:lnTo>
                  <a:lnTo>
                    <a:pt x="8017544" y="1303963"/>
                  </a:lnTo>
                  <a:lnTo>
                    <a:pt x="8029681" y="1304395"/>
                  </a:lnTo>
                  <a:lnTo>
                    <a:pt x="8032819" y="1304496"/>
                  </a:lnTo>
                  <a:lnTo>
                    <a:pt x="8554953" y="1304496"/>
                  </a:lnTo>
                  <a:lnTo>
                    <a:pt x="8554953" y="1298849"/>
                  </a:lnTo>
                  <a:lnTo>
                    <a:pt x="8032819" y="1298849"/>
                  </a:lnTo>
                  <a:lnTo>
                    <a:pt x="8031577" y="1298810"/>
                  </a:lnTo>
                  <a:lnTo>
                    <a:pt x="8023451" y="1298531"/>
                  </a:lnTo>
                  <a:lnTo>
                    <a:pt x="8003121" y="1297761"/>
                  </a:lnTo>
                  <a:lnTo>
                    <a:pt x="7967167" y="1296249"/>
                  </a:lnTo>
                  <a:lnTo>
                    <a:pt x="7914379" y="1293771"/>
                  </a:lnTo>
                  <a:lnTo>
                    <a:pt x="7845816" y="1290160"/>
                  </a:lnTo>
                  <a:lnTo>
                    <a:pt x="7764444" y="1285317"/>
                  </a:lnTo>
                  <a:lnTo>
                    <a:pt x="7674396" y="1279211"/>
                  </a:lnTo>
                  <a:lnTo>
                    <a:pt x="7580099" y="1271854"/>
                  </a:lnTo>
                  <a:lnTo>
                    <a:pt x="7485532" y="1263278"/>
                  </a:lnTo>
                  <a:lnTo>
                    <a:pt x="7393784" y="1253498"/>
                  </a:lnTo>
                  <a:lnTo>
                    <a:pt x="7306907" y="1242499"/>
                  </a:lnTo>
                  <a:lnTo>
                    <a:pt x="7225994" y="1230218"/>
                  </a:lnTo>
                  <a:lnTo>
                    <a:pt x="7151368" y="1216537"/>
                  </a:lnTo>
                  <a:lnTo>
                    <a:pt x="7082796" y="1201287"/>
                  </a:lnTo>
                  <a:lnTo>
                    <a:pt x="7019684" y="1184253"/>
                  </a:lnTo>
                  <a:lnTo>
                    <a:pt x="6961224" y="1165176"/>
                  </a:lnTo>
                  <a:lnTo>
                    <a:pt x="6906513" y="1143781"/>
                  </a:lnTo>
                  <a:lnTo>
                    <a:pt x="6854632" y="1119802"/>
                  </a:lnTo>
                  <a:lnTo>
                    <a:pt x="6804727" y="1093045"/>
                  </a:lnTo>
                  <a:lnTo>
                    <a:pt x="6786527" y="1082374"/>
                  </a:lnTo>
                  <a:lnTo>
                    <a:pt x="6739288" y="1052461"/>
                  </a:lnTo>
                  <a:lnTo>
                    <a:pt x="6692511" y="1019782"/>
                  </a:lnTo>
                  <a:lnTo>
                    <a:pt x="6645782" y="984287"/>
                  </a:lnTo>
                  <a:lnTo>
                    <a:pt x="6598804" y="946005"/>
                  </a:lnTo>
                  <a:lnTo>
                    <a:pt x="6551383" y="905047"/>
                  </a:lnTo>
                  <a:lnTo>
                    <a:pt x="6503417" y="861618"/>
                  </a:lnTo>
                  <a:lnTo>
                    <a:pt x="6454883" y="816016"/>
                  </a:lnTo>
                  <a:lnTo>
                    <a:pt x="6405833" y="768624"/>
                  </a:lnTo>
                  <a:lnTo>
                    <a:pt x="6356373" y="719907"/>
                  </a:lnTo>
                  <a:lnTo>
                    <a:pt x="6306657" y="670388"/>
                  </a:lnTo>
                  <a:lnTo>
                    <a:pt x="6256862" y="620627"/>
                  </a:lnTo>
                  <a:lnTo>
                    <a:pt x="6207174" y="571198"/>
                  </a:lnTo>
                  <a:lnTo>
                    <a:pt x="6157770" y="522657"/>
                  </a:lnTo>
                  <a:lnTo>
                    <a:pt x="6108795" y="475518"/>
                  </a:lnTo>
                  <a:lnTo>
                    <a:pt x="6060350" y="430234"/>
                  </a:lnTo>
                  <a:lnTo>
                    <a:pt x="6012473" y="387178"/>
                  </a:lnTo>
                  <a:lnTo>
                    <a:pt x="5965130" y="346630"/>
                  </a:lnTo>
                  <a:lnTo>
                    <a:pt x="5918207" y="308782"/>
                  </a:lnTo>
                  <a:lnTo>
                    <a:pt x="5871493" y="273731"/>
                  </a:lnTo>
                  <a:lnTo>
                    <a:pt x="5824674" y="241493"/>
                  </a:lnTo>
                  <a:lnTo>
                    <a:pt x="5784835" y="216474"/>
                  </a:lnTo>
                  <a:lnTo>
                    <a:pt x="5735475" y="188664"/>
                  </a:lnTo>
                  <a:lnTo>
                    <a:pt x="5684422" y="163668"/>
                  </a:lnTo>
                  <a:lnTo>
                    <a:pt x="5630868" y="141341"/>
                  </a:lnTo>
                  <a:lnTo>
                    <a:pt x="5573910" y="121435"/>
                  </a:lnTo>
                  <a:lnTo>
                    <a:pt x="5512630" y="103673"/>
                  </a:lnTo>
                  <a:lnTo>
                    <a:pt x="5446171" y="87788"/>
                  </a:lnTo>
                  <a:lnTo>
                    <a:pt x="5373847" y="73546"/>
                  </a:lnTo>
                  <a:lnTo>
                    <a:pt x="5295268" y="60761"/>
                  </a:lnTo>
                  <a:lnTo>
                    <a:pt x="5210526" y="49295"/>
                  </a:lnTo>
                  <a:lnTo>
                    <a:pt x="5120404" y="39066"/>
                  </a:lnTo>
                  <a:lnTo>
                    <a:pt x="5026580" y="30042"/>
                  </a:lnTo>
                  <a:lnTo>
                    <a:pt x="4931758" y="22228"/>
                  </a:lnTo>
                  <a:lnTo>
                    <a:pt x="4839624" y="15654"/>
                  </a:lnTo>
                  <a:lnTo>
                    <a:pt x="4754510" y="10343"/>
                  </a:lnTo>
                  <a:lnTo>
                    <a:pt x="4680757" y="6281"/>
                  </a:lnTo>
                  <a:lnTo>
                    <a:pt x="4621865" y="3398"/>
                  </a:lnTo>
                  <a:lnTo>
                    <a:pt x="4579670" y="1550"/>
                  </a:lnTo>
                  <a:lnTo>
                    <a:pt x="4553818" y="532"/>
                  </a:lnTo>
                  <a:lnTo>
                    <a:pt x="4541681" y="101"/>
                  </a:lnTo>
                  <a:lnTo>
                    <a:pt x="4538543" y="0"/>
                  </a:lnTo>
                  <a:lnTo>
                    <a:pt x="4016409" y="0"/>
                  </a:lnTo>
                  <a:lnTo>
                    <a:pt x="4015551" y="100"/>
                  </a:lnTo>
                  <a:lnTo>
                    <a:pt x="4009892" y="815"/>
                  </a:lnTo>
                  <a:lnTo>
                    <a:pt x="3995568" y="2792"/>
                  </a:lnTo>
                  <a:lnTo>
                    <a:pt x="3969819" y="6686"/>
                  </a:lnTo>
                  <a:lnTo>
                    <a:pt x="3931164" y="13114"/>
                  </a:lnTo>
                  <a:lnTo>
                    <a:pt x="3879515" y="22594"/>
                  </a:lnTo>
                  <a:lnTo>
                    <a:pt x="3816113" y="35497"/>
                  </a:lnTo>
                  <a:lnTo>
                    <a:pt x="3743245" y="52036"/>
                  </a:lnTo>
                  <a:lnTo>
                    <a:pt x="3663817" y="72273"/>
                  </a:lnTo>
                  <a:lnTo>
                    <a:pt x="3580878" y="96172"/>
                  </a:lnTo>
                  <a:lnTo>
                    <a:pt x="3497226" y="123656"/>
                  </a:lnTo>
                  <a:lnTo>
                    <a:pt x="3415148" y="154664"/>
                  </a:lnTo>
                  <a:lnTo>
                    <a:pt x="3336304" y="189202"/>
                  </a:lnTo>
                  <a:lnTo>
                    <a:pt x="3261741" y="227371"/>
                  </a:lnTo>
                  <a:lnTo>
                    <a:pt x="3191973" y="269390"/>
                  </a:lnTo>
                  <a:lnTo>
                    <a:pt x="3127092" y="315599"/>
                  </a:lnTo>
                  <a:lnTo>
                    <a:pt x="3066886" y="366455"/>
                  </a:lnTo>
                  <a:lnTo>
                    <a:pt x="3010933" y="422526"/>
                  </a:lnTo>
                  <a:lnTo>
                    <a:pt x="2958686" y="484470"/>
                  </a:lnTo>
                  <a:lnTo>
                    <a:pt x="2909528" y="552997"/>
                  </a:lnTo>
                  <a:lnTo>
                    <a:pt x="2862827" y="628816"/>
                  </a:lnTo>
                  <a:lnTo>
                    <a:pt x="2817970" y="712534"/>
                  </a:lnTo>
                  <a:lnTo>
                    <a:pt x="2774410" y="804504"/>
                  </a:lnTo>
                  <a:lnTo>
                    <a:pt x="2770117" y="814133"/>
                  </a:lnTo>
                  <a:lnTo>
                    <a:pt x="2740588" y="883060"/>
                  </a:lnTo>
                  <a:lnTo>
                    <a:pt x="2711310" y="955983"/>
                  </a:lnTo>
                  <a:lnTo>
                    <a:pt x="2682164" y="1032982"/>
                  </a:lnTo>
                  <a:lnTo>
                    <a:pt x="2653052" y="1114098"/>
                  </a:lnTo>
                  <a:lnTo>
                    <a:pt x="2623895" y="1199330"/>
                  </a:lnTo>
                  <a:lnTo>
                    <a:pt x="2594628" y="1288630"/>
                  </a:lnTo>
                  <a:lnTo>
                    <a:pt x="2565203" y="1381901"/>
                  </a:lnTo>
                  <a:lnTo>
                    <a:pt x="2535586" y="1478997"/>
                  </a:lnTo>
                  <a:lnTo>
                    <a:pt x="2505755" y="1579716"/>
                  </a:lnTo>
                  <a:lnTo>
                    <a:pt x="2475703" y="1683805"/>
                  </a:lnTo>
                  <a:lnTo>
                    <a:pt x="2445431" y="1790957"/>
                  </a:lnTo>
                  <a:lnTo>
                    <a:pt x="2414952" y="1900816"/>
                  </a:lnTo>
                  <a:lnTo>
                    <a:pt x="2384290" y="2012983"/>
                  </a:lnTo>
                  <a:lnTo>
                    <a:pt x="2353473" y="2127015"/>
                  </a:lnTo>
                  <a:lnTo>
                    <a:pt x="2322538" y="2242439"/>
                  </a:lnTo>
                  <a:lnTo>
                    <a:pt x="2291526" y="2358754"/>
                  </a:lnTo>
                  <a:lnTo>
                    <a:pt x="2260482" y="2475444"/>
                  </a:lnTo>
                  <a:lnTo>
                    <a:pt x="2229450" y="2591985"/>
                  </a:lnTo>
                  <a:lnTo>
                    <a:pt x="2198477" y="2707858"/>
                  </a:lnTo>
                  <a:lnTo>
                    <a:pt x="2167604" y="2822554"/>
                  </a:lnTo>
                  <a:lnTo>
                    <a:pt x="2136870" y="2935586"/>
                  </a:lnTo>
                  <a:lnTo>
                    <a:pt x="2106309" y="3046499"/>
                  </a:lnTo>
                  <a:lnTo>
                    <a:pt x="2075945" y="3154871"/>
                  </a:lnTo>
                  <a:lnTo>
                    <a:pt x="2045796" y="3260329"/>
                  </a:lnTo>
                  <a:lnTo>
                    <a:pt x="2015870" y="3362544"/>
                  </a:lnTo>
                  <a:lnTo>
                    <a:pt x="1986162" y="3461240"/>
                  </a:lnTo>
                  <a:lnTo>
                    <a:pt x="1956657" y="3556192"/>
                  </a:lnTo>
                  <a:lnTo>
                    <a:pt x="1927327" y="3647229"/>
                  </a:lnTo>
                  <a:lnTo>
                    <a:pt x="1898129" y="3734234"/>
                  </a:lnTo>
                  <a:lnTo>
                    <a:pt x="1869006" y="3817138"/>
                  </a:lnTo>
                  <a:lnTo>
                    <a:pt x="1839886" y="3895921"/>
                  </a:lnTo>
                  <a:lnTo>
                    <a:pt x="1810678" y="3970604"/>
                  </a:lnTo>
                  <a:lnTo>
                    <a:pt x="1781274" y="4041253"/>
                  </a:lnTo>
                  <a:lnTo>
                    <a:pt x="1768425" y="4070669"/>
                  </a:lnTo>
                  <a:lnTo>
                    <a:pt x="1724968" y="4163465"/>
                  </a:lnTo>
                  <a:lnTo>
                    <a:pt x="1680264" y="4247997"/>
                  </a:lnTo>
                  <a:lnTo>
                    <a:pt x="1633773" y="4324579"/>
                  </a:lnTo>
                  <a:lnTo>
                    <a:pt x="1584889" y="4393803"/>
                  </a:lnTo>
                  <a:lnTo>
                    <a:pt x="1532978" y="4456371"/>
                  </a:lnTo>
                  <a:lnTo>
                    <a:pt x="1477421" y="4512997"/>
                  </a:lnTo>
                  <a:lnTo>
                    <a:pt x="1417661" y="4564347"/>
                  </a:lnTo>
                  <a:lnTo>
                    <a:pt x="1353261" y="4610996"/>
                  </a:lnTo>
                  <a:lnTo>
                    <a:pt x="1283982" y="4653416"/>
                  </a:lnTo>
                  <a:lnTo>
                    <a:pt x="1209882" y="4691958"/>
                  </a:lnTo>
                  <a:lnTo>
                    <a:pt x="1131428" y="4726851"/>
                  </a:lnTo>
                  <a:lnTo>
                    <a:pt x="1049608" y="4758210"/>
                  </a:lnTo>
                  <a:lnTo>
                    <a:pt x="966021" y="4786047"/>
                  </a:lnTo>
                  <a:lnTo>
                    <a:pt x="882892" y="4810308"/>
                  </a:lnTo>
                  <a:lnTo>
                    <a:pt x="802977" y="4830913"/>
                  </a:lnTo>
                  <a:lnTo>
                    <a:pt x="729319" y="4847820"/>
                  </a:lnTo>
                  <a:lnTo>
                    <a:pt x="664856" y="4861080"/>
                  </a:lnTo>
                  <a:lnTo>
                    <a:pt x="611959" y="4870887"/>
                  </a:lnTo>
                  <a:lnTo>
                    <a:pt x="571988" y="4877598"/>
                  </a:lnTo>
                  <a:lnTo>
                    <a:pt x="544995" y="4881718"/>
                  </a:lnTo>
                  <a:lnTo>
                    <a:pt x="529636" y="4883857"/>
                  </a:lnTo>
                  <a:lnTo>
                    <a:pt x="523268" y="4884669"/>
                  </a:lnTo>
                  <a:lnTo>
                    <a:pt x="522133" y="4884803"/>
                  </a:lnTo>
                  <a:lnTo>
                    <a:pt x="0" y="4884803"/>
                  </a:lnTo>
                  <a:close/>
                </a:path>
              </a:pathLst>
            </a:custGeom>
            <a:solidFill>
              <a:srgbClr val="DFC486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1962" name="pl1962"/>
            <p:cNvSpPr/>
            <p:nvPr/>
          </p:nvSpPr>
          <p:spPr>
            <a:xfrm>
              <a:off x="386606" y="976599"/>
              <a:ext cx="8554953" cy="4884803"/>
            </a:xfrm>
            <a:custGeom>
              <a:avLst/>
              <a:pathLst>
                <a:path w="8554953" h="4884803">
                  <a:moveTo>
                    <a:pt x="0" y="4884803"/>
                  </a:moveTo>
                  <a:lnTo>
                    <a:pt x="522133" y="4884803"/>
                  </a:lnTo>
                  <a:lnTo>
                    <a:pt x="522991" y="4884702"/>
                  </a:lnTo>
                  <a:lnTo>
                    <a:pt x="528650" y="4883987"/>
                  </a:lnTo>
                  <a:lnTo>
                    <a:pt x="542974" y="4882010"/>
                  </a:lnTo>
                  <a:lnTo>
                    <a:pt x="568723" y="4878116"/>
                  </a:lnTo>
                  <a:lnTo>
                    <a:pt x="607378" y="4871688"/>
                  </a:lnTo>
                  <a:lnTo>
                    <a:pt x="659027" y="4862208"/>
                  </a:lnTo>
                  <a:lnTo>
                    <a:pt x="722429" y="4849305"/>
                  </a:lnTo>
                  <a:lnTo>
                    <a:pt x="795297" y="4832766"/>
                  </a:lnTo>
                  <a:lnTo>
                    <a:pt x="874725" y="4812529"/>
                  </a:lnTo>
                  <a:lnTo>
                    <a:pt x="957664" y="4788630"/>
                  </a:lnTo>
                  <a:lnTo>
                    <a:pt x="1041316" y="4761146"/>
                  </a:lnTo>
                  <a:lnTo>
                    <a:pt x="1123394" y="4730138"/>
                  </a:lnTo>
                  <a:lnTo>
                    <a:pt x="1202239" y="4695600"/>
                  </a:lnTo>
                  <a:lnTo>
                    <a:pt x="1276801" y="4657431"/>
                  </a:lnTo>
                  <a:lnTo>
                    <a:pt x="1346569" y="4615412"/>
                  </a:lnTo>
                  <a:lnTo>
                    <a:pt x="1411450" y="4569203"/>
                  </a:lnTo>
                  <a:lnTo>
                    <a:pt x="1471656" y="4518347"/>
                  </a:lnTo>
                  <a:lnTo>
                    <a:pt x="1527609" y="4462276"/>
                  </a:lnTo>
                  <a:lnTo>
                    <a:pt x="1579856" y="4400332"/>
                  </a:lnTo>
                  <a:lnTo>
                    <a:pt x="1629014" y="4331805"/>
                  </a:lnTo>
                  <a:lnTo>
                    <a:pt x="1675715" y="4255986"/>
                  </a:lnTo>
                  <a:lnTo>
                    <a:pt x="1720572" y="4172268"/>
                  </a:lnTo>
                  <a:lnTo>
                    <a:pt x="1764132" y="4080298"/>
                  </a:lnTo>
                  <a:lnTo>
                    <a:pt x="1768425" y="4070669"/>
                  </a:lnTo>
                  <a:lnTo>
                    <a:pt x="1797954" y="4001742"/>
                  </a:lnTo>
                  <a:lnTo>
                    <a:pt x="1827232" y="3928819"/>
                  </a:lnTo>
                  <a:lnTo>
                    <a:pt x="1856379" y="3851820"/>
                  </a:lnTo>
                  <a:lnTo>
                    <a:pt x="1885490" y="3770704"/>
                  </a:lnTo>
                  <a:lnTo>
                    <a:pt x="1914648" y="3685472"/>
                  </a:lnTo>
                  <a:lnTo>
                    <a:pt x="1943915" y="3596172"/>
                  </a:lnTo>
                  <a:lnTo>
                    <a:pt x="1973339" y="3502901"/>
                  </a:lnTo>
                  <a:lnTo>
                    <a:pt x="2002957" y="3405805"/>
                  </a:lnTo>
                  <a:lnTo>
                    <a:pt x="2032787" y="3305086"/>
                  </a:lnTo>
                  <a:lnTo>
                    <a:pt x="2062840" y="3200997"/>
                  </a:lnTo>
                  <a:lnTo>
                    <a:pt x="2093112" y="3093845"/>
                  </a:lnTo>
                  <a:lnTo>
                    <a:pt x="2123590" y="2983986"/>
                  </a:lnTo>
                  <a:lnTo>
                    <a:pt x="2154253" y="2871819"/>
                  </a:lnTo>
                  <a:lnTo>
                    <a:pt x="2185070" y="2757787"/>
                  </a:lnTo>
                  <a:lnTo>
                    <a:pt x="2216004" y="2642363"/>
                  </a:lnTo>
                  <a:lnTo>
                    <a:pt x="2247016" y="2526048"/>
                  </a:lnTo>
                  <a:lnTo>
                    <a:pt x="2278060" y="2409358"/>
                  </a:lnTo>
                  <a:lnTo>
                    <a:pt x="2309092" y="2292817"/>
                  </a:lnTo>
                  <a:lnTo>
                    <a:pt x="2340065" y="2176944"/>
                  </a:lnTo>
                  <a:lnTo>
                    <a:pt x="2370938" y="2062248"/>
                  </a:lnTo>
                  <a:lnTo>
                    <a:pt x="2401672" y="1949216"/>
                  </a:lnTo>
                  <a:lnTo>
                    <a:pt x="2432233" y="1838303"/>
                  </a:lnTo>
                  <a:lnTo>
                    <a:pt x="2462597" y="1729931"/>
                  </a:lnTo>
                  <a:lnTo>
                    <a:pt x="2492746" y="1624473"/>
                  </a:lnTo>
                  <a:lnTo>
                    <a:pt x="2522672" y="1522258"/>
                  </a:lnTo>
                  <a:lnTo>
                    <a:pt x="2552380" y="1423562"/>
                  </a:lnTo>
                  <a:lnTo>
                    <a:pt x="2581885" y="1328610"/>
                  </a:lnTo>
                  <a:lnTo>
                    <a:pt x="2611215" y="1237573"/>
                  </a:lnTo>
                  <a:lnTo>
                    <a:pt x="2640413" y="1150568"/>
                  </a:lnTo>
                  <a:lnTo>
                    <a:pt x="2669536" y="1067664"/>
                  </a:lnTo>
                  <a:lnTo>
                    <a:pt x="2698656" y="988881"/>
                  </a:lnTo>
                  <a:lnTo>
                    <a:pt x="2727864" y="914198"/>
                  </a:lnTo>
                  <a:lnTo>
                    <a:pt x="2757269" y="843549"/>
                  </a:lnTo>
                  <a:lnTo>
                    <a:pt x="2770117" y="814133"/>
                  </a:lnTo>
                  <a:lnTo>
                    <a:pt x="2813574" y="721337"/>
                  </a:lnTo>
                  <a:lnTo>
                    <a:pt x="2858279" y="636805"/>
                  </a:lnTo>
                  <a:lnTo>
                    <a:pt x="2904769" y="560223"/>
                  </a:lnTo>
                  <a:lnTo>
                    <a:pt x="2953653" y="490999"/>
                  </a:lnTo>
                  <a:lnTo>
                    <a:pt x="3005564" y="428431"/>
                  </a:lnTo>
                  <a:lnTo>
                    <a:pt x="3061121" y="371805"/>
                  </a:lnTo>
                  <a:lnTo>
                    <a:pt x="3120881" y="320455"/>
                  </a:lnTo>
                  <a:lnTo>
                    <a:pt x="3185281" y="273806"/>
                  </a:lnTo>
                  <a:lnTo>
                    <a:pt x="3254560" y="231386"/>
                  </a:lnTo>
                  <a:lnTo>
                    <a:pt x="3328660" y="192844"/>
                  </a:lnTo>
                  <a:lnTo>
                    <a:pt x="3407114" y="157951"/>
                  </a:lnTo>
                  <a:lnTo>
                    <a:pt x="3488934" y="126592"/>
                  </a:lnTo>
                  <a:lnTo>
                    <a:pt x="3572521" y="98755"/>
                  </a:lnTo>
                  <a:lnTo>
                    <a:pt x="3655650" y="74494"/>
                  </a:lnTo>
                  <a:lnTo>
                    <a:pt x="3735565" y="53889"/>
                  </a:lnTo>
                  <a:lnTo>
                    <a:pt x="3809224" y="36982"/>
                  </a:lnTo>
                  <a:lnTo>
                    <a:pt x="3873687" y="23722"/>
                  </a:lnTo>
                  <a:lnTo>
                    <a:pt x="3926584" y="13915"/>
                  </a:lnTo>
                  <a:lnTo>
                    <a:pt x="3966554" y="7204"/>
                  </a:lnTo>
                  <a:lnTo>
                    <a:pt x="3993547" y="3084"/>
                  </a:lnTo>
                  <a:lnTo>
                    <a:pt x="4008907" y="945"/>
                  </a:lnTo>
                  <a:lnTo>
                    <a:pt x="4015274" y="133"/>
                  </a:lnTo>
                  <a:lnTo>
                    <a:pt x="4016408" y="0"/>
                  </a:lnTo>
                  <a:lnTo>
                    <a:pt x="4016409" y="0"/>
                  </a:lnTo>
                  <a:lnTo>
                    <a:pt x="4538543" y="0"/>
                  </a:lnTo>
                  <a:lnTo>
                    <a:pt x="4539785" y="38"/>
                  </a:lnTo>
                  <a:lnTo>
                    <a:pt x="4547911" y="317"/>
                  </a:lnTo>
                  <a:lnTo>
                    <a:pt x="4568241" y="1087"/>
                  </a:lnTo>
                  <a:lnTo>
                    <a:pt x="4604195" y="2600"/>
                  </a:lnTo>
                  <a:lnTo>
                    <a:pt x="4656983" y="5077"/>
                  </a:lnTo>
                  <a:lnTo>
                    <a:pt x="4725546" y="8689"/>
                  </a:lnTo>
                  <a:lnTo>
                    <a:pt x="4806918" y="13531"/>
                  </a:lnTo>
                  <a:lnTo>
                    <a:pt x="4896965" y="19638"/>
                  </a:lnTo>
                  <a:lnTo>
                    <a:pt x="4991263" y="26994"/>
                  </a:lnTo>
                  <a:lnTo>
                    <a:pt x="5085830" y="35570"/>
                  </a:lnTo>
                  <a:lnTo>
                    <a:pt x="5177578" y="45350"/>
                  </a:lnTo>
                  <a:lnTo>
                    <a:pt x="5264455" y="56349"/>
                  </a:lnTo>
                  <a:lnTo>
                    <a:pt x="5345368" y="68631"/>
                  </a:lnTo>
                  <a:lnTo>
                    <a:pt x="5419994" y="82312"/>
                  </a:lnTo>
                  <a:lnTo>
                    <a:pt x="5488566" y="97561"/>
                  </a:lnTo>
                  <a:lnTo>
                    <a:pt x="5551678" y="114596"/>
                  </a:lnTo>
                  <a:lnTo>
                    <a:pt x="5610138" y="133672"/>
                  </a:lnTo>
                  <a:lnTo>
                    <a:pt x="5664849" y="155067"/>
                  </a:lnTo>
                  <a:lnTo>
                    <a:pt x="5716730" y="179046"/>
                  </a:lnTo>
                  <a:lnTo>
                    <a:pt x="5766635" y="205803"/>
                  </a:lnTo>
                  <a:lnTo>
                    <a:pt x="5784835" y="216474"/>
                  </a:lnTo>
                  <a:lnTo>
                    <a:pt x="5832073" y="246387"/>
                  </a:lnTo>
                  <a:lnTo>
                    <a:pt x="5878851" y="279066"/>
                  </a:lnTo>
                  <a:lnTo>
                    <a:pt x="5925580" y="314561"/>
                  </a:lnTo>
                  <a:lnTo>
                    <a:pt x="5972558" y="352844"/>
                  </a:lnTo>
                  <a:lnTo>
                    <a:pt x="6019979" y="393801"/>
                  </a:lnTo>
                  <a:lnTo>
                    <a:pt x="6067945" y="437230"/>
                  </a:lnTo>
                  <a:lnTo>
                    <a:pt x="6116479" y="482833"/>
                  </a:lnTo>
                  <a:lnTo>
                    <a:pt x="6165529" y="530224"/>
                  </a:lnTo>
                  <a:lnTo>
                    <a:pt x="6214989" y="578941"/>
                  </a:lnTo>
                  <a:lnTo>
                    <a:pt x="6264705" y="628460"/>
                  </a:lnTo>
                  <a:lnTo>
                    <a:pt x="6314500" y="678221"/>
                  </a:lnTo>
                  <a:lnTo>
                    <a:pt x="6364188" y="727650"/>
                  </a:lnTo>
                  <a:lnTo>
                    <a:pt x="6413592" y="776192"/>
                  </a:lnTo>
                  <a:lnTo>
                    <a:pt x="6462566" y="823330"/>
                  </a:lnTo>
                  <a:lnTo>
                    <a:pt x="6511012" y="868614"/>
                  </a:lnTo>
                  <a:lnTo>
                    <a:pt x="6558889" y="911671"/>
                  </a:lnTo>
                  <a:lnTo>
                    <a:pt x="6606231" y="952218"/>
                  </a:lnTo>
                  <a:lnTo>
                    <a:pt x="6653155" y="990066"/>
                  </a:lnTo>
                  <a:lnTo>
                    <a:pt x="6699869" y="1025117"/>
                  </a:lnTo>
                  <a:lnTo>
                    <a:pt x="6746688" y="1057356"/>
                  </a:lnTo>
                  <a:lnTo>
                    <a:pt x="6786527" y="1082374"/>
                  </a:lnTo>
                  <a:lnTo>
                    <a:pt x="6835887" y="1110185"/>
                  </a:lnTo>
                  <a:lnTo>
                    <a:pt x="6886940" y="1135180"/>
                  </a:lnTo>
                  <a:lnTo>
                    <a:pt x="6940494" y="1157507"/>
                  </a:lnTo>
                  <a:lnTo>
                    <a:pt x="6997451" y="1177413"/>
                  </a:lnTo>
                  <a:lnTo>
                    <a:pt x="7058732" y="1195175"/>
                  </a:lnTo>
                  <a:lnTo>
                    <a:pt x="7125190" y="1211060"/>
                  </a:lnTo>
                  <a:lnTo>
                    <a:pt x="7197515" y="1225302"/>
                  </a:lnTo>
                  <a:lnTo>
                    <a:pt x="7276094" y="1238088"/>
                  </a:lnTo>
                  <a:lnTo>
                    <a:pt x="7360836" y="1249554"/>
                  </a:lnTo>
                  <a:lnTo>
                    <a:pt x="7450958" y="1259782"/>
                  </a:lnTo>
                  <a:lnTo>
                    <a:pt x="7544782" y="1268807"/>
                  </a:lnTo>
                  <a:lnTo>
                    <a:pt x="7639604" y="1276620"/>
                  </a:lnTo>
                  <a:lnTo>
                    <a:pt x="7731738" y="1283194"/>
                  </a:lnTo>
                  <a:lnTo>
                    <a:pt x="7816852" y="1288506"/>
                  </a:lnTo>
                  <a:lnTo>
                    <a:pt x="7890605" y="1292567"/>
                  </a:lnTo>
                  <a:lnTo>
                    <a:pt x="7949497" y="1295451"/>
                  </a:lnTo>
                  <a:lnTo>
                    <a:pt x="7991692" y="1297298"/>
                  </a:lnTo>
                  <a:lnTo>
                    <a:pt x="8017544" y="1298316"/>
                  </a:lnTo>
                  <a:lnTo>
                    <a:pt x="8029681" y="1298748"/>
                  </a:lnTo>
                  <a:lnTo>
                    <a:pt x="8032753" y="1298847"/>
                  </a:lnTo>
                  <a:lnTo>
                    <a:pt x="8032819" y="1298849"/>
                  </a:lnTo>
                  <a:lnTo>
                    <a:pt x="8554953" y="1298849"/>
                  </a:lnTo>
                  <a:lnTo>
                    <a:pt x="8554953" y="1298849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963" name="pl1963"/>
            <p:cNvSpPr/>
            <p:nvPr/>
          </p:nvSpPr>
          <p:spPr>
            <a:xfrm>
              <a:off x="386606" y="970952"/>
              <a:ext cx="8554953" cy="4884803"/>
            </a:xfrm>
            <a:custGeom>
              <a:avLst/>
              <a:pathLst>
                <a:path w="8554953" h="4884803">
                  <a:moveTo>
                    <a:pt x="8554953" y="1298849"/>
                  </a:moveTo>
                  <a:lnTo>
                    <a:pt x="8032819" y="1298849"/>
                  </a:lnTo>
                  <a:lnTo>
                    <a:pt x="8031577" y="1298810"/>
                  </a:lnTo>
                  <a:lnTo>
                    <a:pt x="8023451" y="1298531"/>
                  </a:lnTo>
                  <a:lnTo>
                    <a:pt x="8003121" y="1297761"/>
                  </a:lnTo>
                  <a:lnTo>
                    <a:pt x="7967167" y="1296249"/>
                  </a:lnTo>
                  <a:lnTo>
                    <a:pt x="7914379" y="1293771"/>
                  </a:lnTo>
                  <a:lnTo>
                    <a:pt x="7845816" y="1290160"/>
                  </a:lnTo>
                  <a:lnTo>
                    <a:pt x="7764444" y="1285317"/>
                  </a:lnTo>
                  <a:lnTo>
                    <a:pt x="7674396" y="1279211"/>
                  </a:lnTo>
                  <a:lnTo>
                    <a:pt x="7580099" y="1271854"/>
                  </a:lnTo>
                  <a:lnTo>
                    <a:pt x="7485532" y="1263278"/>
                  </a:lnTo>
                  <a:lnTo>
                    <a:pt x="7393784" y="1253498"/>
                  </a:lnTo>
                  <a:lnTo>
                    <a:pt x="7306907" y="1242499"/>
                  </a:lnTo>
                  <a:lnTo>
                    <a:pt x="7225994" y="1230218"/>
                  </a:lnTo>
                  <a:lnTo>
                    <a:pt x="7151368" y="1216537"/>
                  </a:lnTo>
                  <a:lnTo>
                    <a:pt x="7082796" y="1201287"/>
                  </a:lnTo>
                  <a:lnTo>
                    <a:pt x="7019684" y="1184253"/>
                  </a:lnTo>
                  <a:lnTo>
                    <a:pt x="6961224" y="1165176"/>
                  </a:lnTo>
                  <a:lnTo>
                    <a:pt x="6906513" y="1143781"/>
                  </a:lnTo>
                  <a:lnTo>
                    <a:pt x="6854632" y="1119802"/>
                  </a:lnTo>
                  <a:lnTo>
                    <a:pt x="6804727" y="1093045"/>
                  </a:lnTo>
                  <a:lnTo>
                    <a:pt x="6786527" y="1082374"/>
                  </a:lnTo>
                  <a:lnTo>
                    <a:pt x="6739288" y="1052461"/>
                  </a:lnTo>
                  <a:lnTo>
                    <a:pt x="6692511" y="1019782"/>
                  </a:lnTo>
                  <a:lnTo>
                    <a:pt x="6645782" y="984287"/>
                  </a:lnTo>
                  <a:lnTo>
                    <a:pt x="6598804" y="946005"/>
                  </a:lnTo>
                  <a:lnTo>
                    <a:pt x="6551383" y="905047"/>
                  </a:lnTo>
                  <a:lnTo>
                    <a:pt x="6503417" y="861618"/>
                  </a:lnTo>
                  <a:lnTo>
                    <a:pt x="6454883" y="816016"/>
                  </a:lnTo>
                  <a:lnTo>
                    <a:pt x="6405833" y="768624"/>
                  </a:lnTo>
                  <a:lnTo>
                    <a:pt x="6356373" y="719907"/>
                  </a:lnTo>
                  <a:lnTo>
                    <a:pt x="6306657" y="670388"/>
                  </a:lnTo>
                  <a:lnTo>
                    <a:pt x="6256862" y="620627"/>
                  </a:lnTo>
                  <a:lnTo>
                    <a:pt x="6207174" y="571198"/>
                  </a:lnTo>
                  <a:lnTo>
                    <a:pt x="6157770" y="522657"/>
                  </a:lnTo>
                  <a:lnTo>
                    <a:pt x="6108795" y="475518"/>
                  </a:lnTo>
                  <a:lnTo>
                    <a:pt x="6060350" y="430234"/>
                  </a:lnTo>
                  <a:lnTo>
                    <a:pt x="6012473" y="387178"/>
                  </a:lnTo>
                  <a:lnTo>
                    <a:pt x="5965130" y="346630"/>
                  </a:lnTo>
                  <a:lnTo>
                    <a:pt x="5918207" y="308782"/>
                  </a:lnTo>
                  <a:lnTo>
                    <a:pt x="5871493" y="273731"/>
                  </a:lnTo>
                  <a:lnTo>
                    <a:pt x="5824674" y="241493"/>
                  </a:lnTo>
                  <a:lnTo>
                    <a:pt x="5784835" y="216474"/>
                  </a:lnTo>
                  <a:lnTo>
                    <a:pt x="5735475" y="188664"/>
                  </a:lnTo>
                  <a:lnTo>
                    <a:pt x="5684422" y="163668"/>
                  </a:lnTo>
                  <a:lnTo>
                    <a:pt x="5630868" y="141341"/>
                  </a:lnTo>
                  <a:lnTo>
                    <a:pt x="5573910" y="121435"/>
                  </a:lnTo>
                  <a:lnTo>
                    <a:pt x="5512630" y="103673"/>
                  </a:lnTo>
                  <a:lnTo>
                    <a:pt x="5446171" y="87788"/>
                  </a:lnTo>
                  <a:lnTo>
                    <a:pt x="5373847" y="73546"/>
                  </a:lnTo>
                  <a:lnTo>
                    <a:pt x="5295268" y="60761"/>
                  </a:lnTo>
                  <a:lnTo>
                    <a:pt x="5210526" y="49295"/>
                  </a:lnTo>
                  <a:lnTo>
                    <a:pt x="5120404" y="39066"/>
                  </a:lnTo>
                  <a:lnTo>
                    <a:pt x="5026580" y="30042"/>
                  </a:lnTo>
                  <a:lnTo>
                    <a:pt x="4931758" y="22228"/>
                  </a:lnTo>
                  <a:lnTo>
                    <a:pt x="4839624" y="15654"/>
                  </a:lnTo>
                  <a:lnTo>
                    <a:pt x="4754510" y="10343"/>
                  </a:lnTo>
                  <a:lnTo>
                    <a:pt x="4680757" y="6281"/>
                  </a:lnTo>
                  <a:lnTo>
                    <a:pt x="4621865" y="3398"/>
                  </a:lnTo>
                  <a:lnTo>
                    <a:pt x="4579670" y="1550"/>
                  </a:lnTo>
                  <a:lnTo>
                    <a:pt x="4553818" y="532"/>
                  </a:lnTo>
                  <a:lnTo>
                    <a:pt x="4541681" y="101"/>
                  </a:lnTo>
                  <a:lnTo>
                    <a:pt x="4538609" y="1"/>
                  </a:lnTo>
                  <a:lnTo>
                    <a:pt x="4538543" y="0"/>
                  </a:lnTo>
                  <a:lnTo>
                    <a:pt x="4016409" y="0"/>
                  </a:lnTo>
                  <a:lnTo>
                    <a:pt x="4015551" y="100"/>
                  </a:lnTo>
                  <a:lnTo>
                    <a:pt x="4009892" y="815"/>
                  </a:lnTo>
                  <a:lnTo>
                    <a:pt x="3995568" y="2792"/>
                  </a:lnTo>
                  <a:lnTo>
                    <a:pt x="3969819" y="6686"/>
                  </a:lnTo>
                  <a:lnTo>
                    <a:pt x="3931164" y="13114"/>
                  </a:lnTo>
                  <a:lnTo>
                    <a:pt x="3879515" y="22594"/>
                  </a:lnTo>
                  <a:lnTo>
                    <a:pt x="3816113" y="35497"/>
                  </a:lnTo>
                  <a:lnTo>
                    <a:pt x="3743245" y="52036"/>
                  </a:lnTo>
                  <a:lnTo>
                    <a:pt x="3663817" y="72273"/>
                  </a:lnTo>
                  <a:lnTo>
                    <a:pt x="3580878" y="96172"/>
                  </a:lnTo>
                  <a:lnTo>
                    <a:pt x="3497226" y="123656"/>
                  </a:lnTo>
                  <a:lnTo>
                    <a:pt x="3415148" y="154664"/>
                  </a:lnTo>
                  <a:lnTo>
                    <a:pt x="3336304" y="189202"/>
                  </a:lnTo>
                  <a:lnTo>
                    <a:pt x="3261741" y="227371"/>
                  </a:lnTo>
                  <a:lnTo>
                    <a:pt x="3191973" y="269390"/>
                  </a:lnTo>
                  <a:lnTo>
                    <a:pt x="3127092" y="315599"/>
                  </a:lnTo>
                  <a:lnTo>
                    <a:pt x="3066886" y="366455"/>
                  </a:lnTo>
                  <a:lnTo>
                    <a:pt x="3010933" y="422526"/>
                  </a:lnTo>
                  <a:lnTo>
                    <a:pt x="2958686" y="484470"/>
                  </a:lnTo>
                  <a:lnTo>
                    <a:pt x="2909528" y="552997"/>
                  </a:lnTo>
                  <a:lnTo>
                    <a:pt x="2862827" y="628816"/>
                  </a:lnTo>
                  <a:lnTo>
                    <a:pt x="2817970" y="712534"/>
                  </a:lnTo>
                  <a:lnTo>
                    <a:pt x="2774410" y="804504"/>
                  </a:lnTo>
                  <a:lnTo>
                    <a:pt x="2770117" y="814133"/>
                  </a:lnTo>
                  <a:lnTo>
                    <a:pt x="2740588" y="883060"/>
                  </a:lnTo>
                  <a:lnTo>
                    <a:pt x="2711310" y="955983"/>
                  </a:lnTo>
                  <a:lnTo>
                    <a:pt x="2682164" y="1032982"/>
                  </a:lnTo>
                  <a:lnTo>
                    <a:pt x="2653052" y="1114098"/>
                  </a:lnTo>
                  <a:lnTo>
                    <a:pt x="2623895" y="1199330"/>
                  </a:lnTo>
                  <a:lnTo>
                    <a:pt x="2594628" y="1288630"/>
                  </a:lnTo>
                  <a:lnTo>
                    <a:pt x="2565203" y="1381901"/>
                  </a:lnTo>
                  <a:lnTo>
                    <a:pt x="2535586" y="1478997"/>
                  </a:lnTo>
                  <a:lnTo>
                    <a:pt x="2505755" y="1579716"/>
                  </a:lnTo>
                  <a:lnTo>
                    <a:pt x="2475703" y="1683805"/>
                  </a:lnTo>
                  <a:lnTo>
                    <a:pt x="2445431" y="1790957"/>
                  </a:lnTo>
                  <a:lnTo>
                    <a:pt x="2414952" y="1900816"/>
                  </a:lnTo>
                  <a:lnTo>
                    <a:pt x="2384290" y="2012983"/>
                  </a:lnTo>
                  <a:lnTo>
                    <a:pt x="2353473" y="2127015"/>
                  </a:lnTo>
                  <a:lnTo>
                    <a:pt x="2322538" y="2242439"/>
                  </a:lnTo>
                  <a:lnTo>
                    <a:pt x="2291526" y="2358754"/>
                  </a:lnTo>
                  <a:lnTo>
                    <a:pt x="2260482" y="2475444"/>
                  </a:lnTo>
                  <a:lnTo>
                    <a:pt x="2229450" y="2591985"/>
                  </a:lnTo>
                  <a:lnTo>
                    <a:pt x="2198477" y="2707858"/>
                  </a:lnTo>
                  <a:lnTo>
                    <a:pt x="2167604" y="2822554"/>
                  </a:lnTo>
                  <a:lnTo>
                    <a:pt x="2136870" y="2935586"/>
                  </a:lnTo>
                  <a:lnTo>
                    <a:pt x="2106309" y="3046499"/>
                  </a:lnTo>
                  <a:lnTo>
                    <a:pt x="2075945" y="3154871"/>
                  </a:lnTo>
                  <a:lnTo>
                    <a:pt x="2045796" y="3260329"/>
                  </a:lnTo>
                  <a:lnTo>
                    <a:pt x="2015870" y="3362544"/>
                  </a:lnTo>
                  <a:lnTo>
                    <a:pt x="1986162" y="3461240"/>
                  </a:lnTo>
                  <a:lnTo>
                    <a:pt x="1956657" y="3556192"/>
                  </a:lnTo>
                  <a:lnTo>
                    <a:pt x="1927327" y="3647229"/>
                  </a:lnTo>
                  <a:lnTo>
                    <a:pt x="1898129" y="3734234"/>
                  </a:lnTo>
                  <a:lnTo>
                    <a:pt x="1869006" y="3817138"/>
                  </a:lnTo>
                  <a:lnTo>
                    <a:pt x="1839886" y="3895921"/>
                  </a:lnTo>
                  <a:lnTo>
                    <a:pt x="1810678" y="3970604"/>
                  </a:lnTo>
                  <a:lnTo>
                    <a:pt x="1781274" y="4041253"/>
                  </a:lnTo>
                  <a:lnTo>
                    <a:pt x="1768425" y="4070669"/>
                  </a:lnTo>
                  <a:lnTo>
                    <a:pt x="1724968" y="4163465"/>
                  </a:lnTo>
                  <a:lnTo>
                    <a:pt x="1680264" y="4247997"/>
                  </a:lnTo>
                  <a:lnTo>
                    <a:pt x="1633773" y="4324579"/>
                  </a:lnTo>
                  <a:lnTo>
                    <a:pt x="1584889" y="4393803"/>
                  </a:lnTo>
                  <a:lnTo>
                    <a:pt x="1532978" y="4456371"/>
                  </a:lnTo>
                  <a:lnTo>
                    <a:pt x="1477421" y="4512997"/>
                  </a:lnTo>
                  <a:lnTo>
                    <a:pt x="1417661" y="4564347"/>
                  </a:lnTo>
                  <a:lnTo>
                    <a:pt x="1353261" y="4610996"/>
                  </a:lnTo>
                  <a:lnTo>
                    <a:pt x="1283982" y="4653416"/>
                  </a:lnTo>
                  <a:lnTo>
                    <a:pt x="1209882" y="4691958"/>
                  </a:lnTo>
                  <a:lnTo>
                    <a:pt x="1131428" y="4726851"/>
                  </a:lnTo>
                  <a:lnTo>
                    <a:pt x="1049608" y="4758210"/>
                  </a:lnTo>
                  <a:lnTo>
                    <a:pt x="966021" y="4786047"/>
                  </a:lnTo>
                  <a:lnTo>
                    <a:pt x="882892" y="4810308"/>
                  </a:lnTo>
                  <a:lnTo>
                    <a:pt x="802977" y="4830913"/>
                  </a:lnTo>
                  <a:lnTo>
                    <a:pt x="729319" y="4847820"/>
                  </a:lnTo>
                  <a:lnTo>
                    <a:pt x="664856" y="4861080"/>
                  </a:lnTo>
                  <a:lnTo>
                    <a:pt x="611959" y="4870887"/>
                  </a:lnTo>
                  <a:lnTo>
                    <a:pt x="571988" y="4877598"/>
                  </a:lnTo>
                  <a:lnTo>
                    <a:pt x="544995" y="4881718"/>
                  </a:lnTo>
                  <a:lnTo>
                    <a:pt x="529636" y="4883857"/>
                  </a:lnTo>
                  <a:lnTo>
                    <a:pt x="523268" y="4884669"/>
                  </a:lnTo>
                  <a:lnTo>
                    <a:pt x="522134" y="4884802"/>
                  </a:lnTo>
                  <a:lnTo>
                    <a:pt x="522133" y="4884803"/>
                  </a:lnTo>
                  <a:lnTo>
                    <a:pt x="0" y="4884803"/>
                  </a:lnTo>
                  <a:lnTo>
                    <a:pt x="0" y="4884803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964" name="pg1964"/>
            <p:cNvSpPr/>
            <p:nvPr/>
          </p:nvSpPr>
          <p:spPr>
            <a:xfrm>
              <a:off x="386606" y="1885794"/>
              <a:ext cx="8554953" cy="4043374"/>
            </a:xfrm>
            <a:custGeom>
              <a:avLst/>
              <a:pathLst>
                <a:path w="8554953" h="4043374">
                  <a:moveTo>
                    <a:pt x="0" y="4043374"/>
                  </a:moveTo>
                  <a:lnTo>
                    <a:pt x="522133" y="4043374"/>
                  </a:lnTo>
                  <a:lnTo>
                    <a:pt x="523053" y="4043285"/>
                  </a:lnTo>
                  <a:lnTo>
                    <a:pt x="529115" y="4042649"/>
                  </a:lnTo>
                  <a:lnTo>
                    <a:pt x="544426" y="4040893"/>
                  </a:lnTo>
                  <a:lnTo>
                    <a:pt x="571872" y="4037434"/>
                  </a:lnTo>
                  <a:lnTo>
                    <a:pt x="612921" y="4031731"/>
                  </a:lnTo>
                  <a:lnTo>
                    <a:pt x="667504" y="4023338"/>
                  </a:lnTo>
                  <a:lnTo>
                    <a:pt x="734122" y="4011941"/>
                  </a:lnTo>
                  <a:lnTo>
                    <a:pt x="810182" y="3997377"/>
                  </a:lnTo>
                  <a:lnTo>
                    <a:pt x="892503" y="3979607"/>
                  </a:lnTo>
                  <a:lnTo>
                    <a:pt x="977837" y="3958677"/>
                  </a:lnTo>
                  <a:lnTo>
                    <a:pt x="1063288" y="3934655"/>
                  </a:lnTo>
                  <a:lnTo>
                    <a:pt x="1146565" y="3907583"/>
                  </a:lnTo>
                  <a:lnTo>
                    <a:pt x="1226072" y="3877435"/>
                  </a:lnTo>
                  <a:lnTo>
                    <a:pt x="1300868" y="3844090"/>
                  </a:lnTo>
                  <a:lnTo>
                    <a:pt x="1370561" y="3807321"/>
                  </a:lnTo>
                  <a:lnTo>
                    <a:pt x="1435178" y="3766787"/>
                  </a:lnTo>
                  <a:lnTo>
                    <a:pt x="1495044" y="3722045"/>
                  </a:lnTo>
                  <a:lnTo>
                    <a:pt x="1550673" y="3672556"/>
                  </a:lnTo>
                  <a:lnTo>
                    <a:pt x="1602690" y="3617714"/>
                  </a:lnTo>
                  <a:lnTo>
                    <a:pt x="1651771" y="3556878"/>
                  </a:lnTo>
                  <a:lnTo>
                    <a:pt x="1698590" y="3489452"/>
                  </a:lnTo>
                  <a:lnTo>
                    <a:pt x="1743777" y="3414986"/>
                  </a:lnTo>
                  <a:lnTo>
                    <a:pt x="1768425" y="3370419"/>
                  </a:lnTo>
                  <a:lnTo>
                    <a:pt x="1800572" y="3308207"/>
                  </a:lnTo>
                  <a:lnTo>
                    <a:pt x="1832436" y="3242067"/>
                  </a:lnTo>
                  <a:lnTo>
                    <a:pt x="1864165" y="3171922"/>
                  </a:lnTo>
                  <a:lnTo>
                    <a:pt x="1895879" y="3097737"/>
                  </a:lnTo>
                  <a:lnTo>
                    <a:pt x="1927677" y="3019528"/>
                  </a:lnTo>
                  <a:lnTo>
                    <a:pt x="1959632" y="2937366"/>
                  </a:lnTo>
                  <a:lnTo>
                    <a:pt x="1991799" y="2851382"/>
                  </a:lnTo>
                  <a:lnTo>
                    <a:pt x="2024210" y="2761766"/>
                  </a:lnTo>
                  <a:lnTo>
                    <a:pt x="2056883" y="2668770"/>
                  </a:lnTo>
                  <a:lnTo>
                    <a:pt x="2089818" y="2572708"/>
                  </a:lnTo>
                  <a:lnTo>
                    <a:pt x="2123000" y="2473951"/>
                  </a:lnTo>
                  <a:lnTo>
                    <a:pt x="2156400" y="2372925"/>
                  </a:lnTo>
                  <a:lnTo>
                    <a:pt x="2189981" y="2270101"/>
                  </a:lnTo>
                  <a:lnTo>
                    <a:pt x="2223695" y="2165991"/>
                  </a:lnTo>
                  <a:lnTo>
                    <a:pt x="2257486" y="2061130"/>
                  </a:lnTo>
                  <a:lnTo>
                    <a:pt x="2291298" y="1956075"/>
                  </a:lnTo>
                  <a:lnTo>
                    <a:pt x="2325072" y="1851384"/>
                  </a:lnTo>
                  <a:lnTo>
                    <a:pt x="2358751" y="1747608"/>
                  </a:lnTo>
                  <a:lnTo>
                    <a:pt x="2392282" y="1645276"/>
                  </a:lnTo>
                  <a:lnTo>
                    <a:pt x="2425620" y="1544890"/>
                  </a:lnTo>
                  <a:lnTo>
                    <a:pt x="2458729" y="1446907"/>
                  </a:lnTo>
                  <a:lnTo>
                    <a:pt x="2491586" y="1351737"/>
                  </a:lnTo>
                  <a:lnTo>
                    <a:pt x="2524179" y="1259735"/>
                  </a:lnTo>
                  <a:lnTo>
                    <a:pt x="2556513" y="1171195"/>
                  </a:lnTo>
                  <a:lnTo>
                    <a:pt x="2588611" y="1086352"/>
                  </a:lnTo>
                  <a:lnTo>
                    <a:pt x="2620512" y="1005377"/>
                  </a:lnTo>
                  <a:lnTo>
                    <a:pt x="2652276" y="928382"/>
                  </a:lnTo>
                  <a:lnTo>
                    <a:pt x="2683984" y="855421"/>
                  </a:lnTo>
                  <a:lnTo>
                    <a:pt x="2715739" y="786495"/>
                  </a:lnTo>
                  <a:lnTo>
                    <a:pt x="2747672" y="721556"/>
                  </a:lnTo>
                  <a:lnTo>
                    <a:pt x="2770117" y="678601"/>
                  </a:lnTo>
                  <a:lnTo>
                    <a:pt x="2814634" y="600134"/>
                  </a:lnTo>
                  <a:lnTo>
                    <a:pt x="2860472" y="528828"/>
                  </a:lnTo>
                  <a:lnTo>
                    <a:pt x="2908212" y="464391"/>
                  </a:lnTo>
                  <a:lnTo>
                    <a:pt x="2958511" y="406291"/>
                  </a:lnTo>
                  <a:lnTo>
                    <a:pt x="3012048" y="353900"/>
                  </a:lnTo>
                  <a:lnTo>
                    <a:pt x="3069483" y="306588"/>
                  </a:lnTo>
                  <a:lnTo>
                    <a:pt x="3131401" y="263773"/>
                  </a:lnTo>
                  <a:lnTo>
                    <a:pt x="3198244" y="224956"/>
                  </a:lnTo>
                  <a:lnTo>
                    <a:pt x="3270218" y="189741"/>
                  </a:lnTo>
                  <a:lnTo>
                    <a:pt x="3347180" y="157835"/>
                  </a:lnTo>
                  <a:lnTo>
                    <a:pt x="3428512" y="129060"/>
                  </a:lnTo>
                  <a:lnTo>
                    <a:pt x="3512991" y="103338"/>
                  </a:lnTo>
                  <a:lnTo>
                    <a:pt x="3598712" y="80679"/>
                  </a:lnTo>
                  <a:lnTo>
                    <a:pt x="3683097" y="61141"/>
                  </a:lnTo>
                  <a:lnTo>
                    <a:pt x="3763050" y="44791"/>
                  </a:lnTo>
                  <a:lnTo>
                    <a:pt x="3835294" y="31643"/>
                  </a:lnTo>
                  <a:lnTo>
                    <a:pt x="3896841" y="21606"/>
                  </a:lnTo>
                  <a:lnTo>
                    <a:pt x="3945529" y="14453"/>
                  </a:lnTo>
                  <a:lnTo>
                    <a:pt x="3980465" y="9807"/>
                  </a:lnTo>
                  <a:lnTo>
                    <a:pt x="4002261" y="7173"/>
                  </a:lnTo>
                  <a:lnTo>
                    <a:pt x="4013038" y="5986"/>
                  </a:lnTo>
                  <a:lnTo>
                    <a:pt x="4016247" y="5662"/>
                  </a:lnTo>
                  <a:lnTo>
                    <a:pt x="4016409" y="5647"/>
                  </a:lnTo>
                  <a:lnTo>
                    <a:pt x="4538543" y="5647"/>
                  </a:lnTo>
                  <a:lnTo>
                    <a:pt x="4539792" y="5680"/>
                  </a:lnTo>
                  <a:lnTo>
                    <a:pt x="4547964" y="5920"/>
                  </a:lnTo>
                  <a:lnTo>
                    <a:pt x="4568405" y="6584"/>
                  </a:lnTo>
                  <a:lnTo>
                    <a:pt x="4604543" y="7887"/>
                  </a:lnTo>
                  <a:lnTo>
                    <a:pt x="4657582" y="10021"/>
                  </a:lnTo>
                  <a:lnTo>
                    <a:pt x="4726436" y="13132"/>
                  </a:lnTo>
                  <a:lnTo>
                    <a:pt x="4808105" y="17302"/>
                  </a:lnTo>
                  <a:lnTo>
                    <a:pt x="4898422" y="22558"/>
                  </a:lnTo>
                  <a:lnTo>
                    <a:pt x="4992939" y="28889"/>
                  </a:lnTo>
                  <a:lnTo>
                    <a:pt x="5087664" y="36268"/>
                  </a:lnTo>
                  <a:lnTo>
                    <a:pt x="5179508" y="44682"/>
                  </a:lnTo>
                  <a:lnTo>
                    <a:pt x="5266429" y="54146"/>
                  </a:lnTo>
                  <a:lnTo>
                    <a:pt x="5347347" y="64714"/>
                  </a:lnTo>
                  <a:lnTo>
                    <a:pt x="5421954" y="76489"/>
                  </a:lnTo>
                  <a:lnTo>
                    <a:pt x="5490496" y="89616"/>
                  </a:lnTo>
                  <a:lnTo>
                    <a:pt x="5553578" y="104285"/>
                  </a:lnTo>
                  <a:lnTo>
                    <a:pt x="5612016" y="120717"/>
                  </a:lnTo>
                  <a:lnTo>
                    <a:pt x="5666722" y="139151"/>
                  </a:lnTo>
                  <a:lnTo>
                    <a:pt x="5718619" y="159814"/>
                  </a:lnTo>
                  <a:lnTo>
                    <a:pt x="5768561" y="182870"/>
                  </a:lnTo>
                  <a:lnTo>
                    <a:pt x="5784835" y="191062"/>
                  </a:lnTo>
                  <a:lnTo>
                    <a:pt x="5833514" y="217507"/>
                  </a:lnTo>
                  <a:lnTo>
                    <a:pt x="5881717" y="246471"/>
                  </a:lnTo>
                  <a:lnTo>
                    <a:pt x="5929892" y="277996"/>
                  </a:lnTo>
                  <a:lnTo>
                    <a:pt x="5978354" y="312053"/>
                  </a:lnTo>
                  <a:lnTo>
                    <a:pt x="6027305" y="348524"/>
                  </a:lnTo>
                  <a:lnTo>
                    <a:pt x="6076843" y="387208"/>
                  </a:lnTo>
                  <a:lnTo>
                    <a:pt x="6126979" y="427810"/>
                  </a:lnTo>
                  <a:lnTo>
                    <a:pt x="6177643" y="469955"/>
                  </a:lnTo>
                  <a:lnTo>
                    <a:pt x="6228706" y="513193"/>
                  </a:lnTo>
                  <a:lnTo>
                    <a:pt x="6279992" y="557022"/>
                  </a:lnTo>
                  <a:lnTo>
                    <a:pt x="6331300" y="600911"/>
                  </a:lnTo>
                  <a:lnTo>
                    <a:pt x="6382429" y="644324"/>
                  </a:lnTo>
                  <a:lnTo>
                    <a:pt x="6433195" y="686752"/>
                  </a:lnTo>
                  <a:lnTo>
                    <a:pt x="6483456" y="727732"/>
                  </a:lnTo>
                  <a:lnTo>
                    <a:pt x="6533129" y="766869"/>
                  </a:lnTo>
                  <a:lnTo>
                    <a:pt x="6582204" y="803852"/>
                  </a:lnTo>
                  <a:lnTo>
                    <a:pt x="6630761" y="838456"/>
                  </a:lnTo>
                  <a:lnTo>
                    <a:pt x="6678976" y="870548"/>
                  </a:lnTo>
                  <a:lnTo>
                    <a:pt x="6727140" y="900079"/>
                  </a:lnTo>
                  <a:lnTo>
                    <a:pt x="6775668" y="927075"/>
                  </a:lnTo>
                  <a:lnTo>
                    <a:pt x="6786527" y="932724"/>
                  </a:lnTo>
                  <a:lnTo>
                    <a:pt x="6835986" y="956589"/>
                  </a:lnTo>
                  <a:lnTo>
                    <a:pt x="6887144" y="978033"/>
                  </a:lnTo>
                  <a:lnTo>
                    <a:pt x="6940818" y="997183"/>
                  </a:lnTo>
                  <a:lnTo>
                    <a:pt x="6997914" y="1014253"/>
                  </a:lnTo>
                  <a:lnTo>
                    <a:pt x="7059357" y="1029481"/>
                  </a:lnTo>
                  <a:lnTo>
                    <a:pt x="7126006" y="1043098"/>
                  </a:lnTo>
                  <a:lnTo>
                    <a:pt x="7198551" y="1055303"/>
                  </a:lnTo>
                  <a:lnTo>
                    <a:pt x="7277376" y="1066259"/>
                  </a:lnTo>
                  <a:lnTo>
                    <a:pt x="7362382" y="1076080"/>
                  </a:lnTo>
                  <a:lnTo>
                    <a:pt x="7452768" y="1084839"/>
                  </a:lnTo>
                  <a:lnTo>
                    <a:pt x="7546827" y="1092563"/>
                  </a:lnTo>
                  <a:lnTo>
                    <a:pt x="7641817" y="1099245"/>
                  </a:lnTo>
                  <a:lnTo>
                    <a:pt x="7734013" y="1104860"/>
                  </a:lnTo>
                  <a:lnTo>
                    <a:pt x="7819046" y="1109390"/>
                  </a:lnTo>
                  <a:lnTo>
                    <a:pt x="7892562" y="1112846"/>
                  </a:lnTo>
                  <a:lnTo>
                    <a:pt x="7951078" y="1115291"/>
                  </a:lnTo>
                  <a:lnTo>
                    <a:pt x="7992808" y="1116851"/>
                  </a:lnTo>
                  <a:lnTo>
                    <a:pt x="8018184" y="1117703"/>
                  </a:lnTo>
                  <a:lnTo>
                    <a:pt x="8029923" y="1118060"/>
                  </a:lnTo>
                  <a:lnTo>
                    <a:pt x="8032819" y="1118139"/>
                  </a:lnTo>
                  <a:lnTo>
                    <a:pt x="8554953" y="1118139"/>
                  </a:lnTo>
                  <a:lnTo>
                    <a:pt x="8554953" y="1112492"/>
                  </a:lnTo>
                  <a:lnTo>
                    <a:pt x="8032819" y="1112492"/>
                  </a:lnTo>
                  <a:lnTo>
                    <a:pt x="8031570" y="1112459"/>
                  </a:lnTo>
                  <a:lnTo>
                    <a:pt x="8023398" y="1112219"/>
                  </a:lnTo>
                  <a:lnTo>
                    <a:pt x="8002957" y="1111555"/>
                  </a:lnTo>
                  <a:lnTo>
                    <a:pt x="7966819" y="1110252"/>
                  </a:lnTo>
                  <a:lnTo>
                    <a:pt x="7913780" y="1108117"/>
                  </a:lnTo>
                  <a:lnTo>
                    <a:pt x="7844926" y="1105007"/>
                  </a:lnTo>
                  <a:lnTo>
                    <a:pt x="7763257" y="1100837"/>
                  </a:lnTo>
                  <a:lnTo>
                    <a:pt x="7672940" y="1095581"/>
                  </a:lnTo>
                  <a:lnTo>
                    <a:pt x="7578423" y="1089250"/>
                  </a:lnTo>
                  <a:lnTo>
                    <a:pt x="7483698" y="1081871"/>
                  </a:lnTo>
                  <a:lnTo>
                    <a:pt x="7391854" y="1073457"/>
                  </a:lnTo>
                  <a:lnTo>
                    <a:pt x="7304933" y="1063993"/>
                  </a:lnTo>
                  <a:lnTo>
                    <a:pt x="7224015" y="1053425"/>
                  </a:lnTo>
                  <a:lnTo>
                    <a:pt x="7149407" y="1041650"/>
                  </a:lnTo>
                  <a:lnTo>
                    <a:pt x="7080866" y="1028523"/>
                  </a:lnTo>
                  <a:lnTo>
                    <a:pt x="7017784" y="1013854"/>
                  </a:lnTo>
                  <a:lnTo>
                    <a:pt x="6959346" y="997421"/>
                  </a:lnTo>
                  <a:lnTo>
                    <a:pt x="6904640" y="978988"/>
                  </a:lnTo>
                  <a:lnTo>
                    <a:pt x="6852743" y="958325"/>
                  </a:lnTo>
                  <a:lnTo>
                    <a:pt x="6802801" y="935269"/>
                  </a:lnTo>
                  <a:lnTo>
                    <a:pt x="6786527" y="927077"/>
                  </a:lnTo>
                  <a:lnTo>
                    <a:pt x="6737848" y="900632"/>
                  </a:lnTo>
                  <a:lnTo>
                    <a:pt x="6689644" y="871668"/>
                  </a:lnTo>
                  <a:lnTo>
                    <a:pt x="6641470" y="840142"/>
                  </a:lnTo>
                  <a:lnTo>
                    <a:pt x="6593008" y="806086"/>
                  </a:lnTo>
                  <a:lnTo>
                    <a:pt x="6544057" y="769615"/>
                  </a:lnTo>
                  <a:lnTo>
                    <a:pt x="6494519" y="730931"/>
                  </a:lnTo>
                  <a:lnTo>
                    <a:pt x="6444383" y="690329"/>
                  </a:lnTo>
                  <a:lnTo>
                    <a:pt x="6393719" y="648184"/>
                  </a:lnTo>
                  <a:lnTo>
                    <a:pt x="6342656" y="604946"/>
                  </a:lnTo>
                  <a:lnTo>
                    <a:pt x="6291370" y="561117"/>
                  </a:lnTo>
                  <a:lnTo>
                    <a:pt x="6240062" y="517228"/>
                  </a:lnTo>
                  <a:lnTo>
                    <a:pt x="6188933" y="473814"/>
                  </a:lnTo>
                  <a:lnTo>
                    <a:pt x="6138167" y="431387"/>
                  </a:lnTo>
                  <a:lnTo>
                    <a:pt x="6087906" y="390407"/>
                  </a:lnTo>
                  <a:lnTo>
                    <a:pt x="6038233" y="351270"/>
                  </a:lnTo>
                  <a:lnTo>
                    <a:pt x="5989158" y="314287"/>
                  </a:lnTo>
                  <a:lnTo>
                    <a:pt x="5940601" y="279683"/>
                  </a:lnTo>
                  <a:lnTo>
                    <a:pt x="5892386" y="247590"/>
                  </a:lnTo>
                  <a:lnTo>
                    <a:pt x="5844222" y="218060"/>
                  </a:lnTo>
                  <a:lnTo>
                    <a:pt x="5795694" y="191064"/>
                  </a:lnTo>
                  <a:lnTo>
                    <a:pt x="5784835" y="185415"/>
                  </a:lnTo>
                  <a:lnTo>
                    <a:pt x="5735376" y="161550"/>
                  </a:lnTo>
                  <a:lnTo>
                    <a:pt x="5684217" y="140106"/>
                  </a:lnTo>
                  <a:lnTo>
                    <a:pt x="5630544" y="120956"/>
                  </a:lnTo>
                  <a:lnTo>
                    <a:pt x="5573448" y="103886"/>
                  </a:lnTo>
                  <a:lnTo>
                    <a:pt x="5512005" y="88657"/>
                  </a:lnTo>
                  <a:lnTo>
                    <a:pt x="5445356" y="75041"/>
                  </a:lnTo>
                  <a:lnTo>
                    <a:pt x="5372811" y="62836"/>
                  </a:lnTo>
                  <a:lnTo>
                    <a:pt x="5293986" y="51880"/>
                  </a:lnTo>
                  <a:lnTo>
                    <a:pt x="5208980" y="42058"/>
                  </a:lnTo>
                  <a:lnTo>
                    <a:pt x="5118594" y="33300"/>
                  </a:lnTo>
                  <a:lnTo>
                    <a:pt x="5024535" y="25576"/>
                  </a:lnTo>
                  <a:lnTo>
                    <a:pt x="4929545" y="18894"/>
                  </a:lnTo>
                  <a:lnTo>
                    <a:pt x="4837349" y="13279"/>
                  </a:lnTo>
                  <a:lnTo>
                    <a:pt x="4752316" y="8749"/>
                  </a:lnTo>
                  <a:lnTo>
                    <a:pt x="4678800" y="5293"/>
                  </a:lnTo>
                  <a:lnTo>
                    <a:pt x="4620284" y="2848"/>
                  </a:lnTo>
                  <a:lnTo>
                    <a:pt x="4578554" y="1288"/>
                  </a:lnTo>
                  <a:lnTo>
                    <a:pt x="4553178" y="436"/>
                  </a:lnTo>
                  <a:lnTo>
                    <a:pt x="4541439" y="79"/>
                  </a:lnTo>
                  <a:lnTo>
                    <a:pt x="4538543" y="0"/>
                  </a:lnTo>
                  <a:lnTo>
                    <a:pt x="4016409" y="0"/>
                  </a:lnTo>
                  <a:lnTo>
                    <a:pt x="4015489" y="89"/>
                  </a:lnTo>
                  <a:lnTo>
                    <a:pt x="4009427" y="724"/>
                  </a:lnTo>
                  <a:lnTo>
                    <a:pt x="3994117" y="2481"/>
                  </a:lnTo>
                  <a:lnTo>
                    <a:pt x="3966670" y="5940"/>
                  </a:lnTo>
                  <a:lnTo>
                    <a:pt x="3925621" y="11642"/>
                  </a:lnTo>
                  <a:lnTo>
                    <a:pt x="3871038" y="20036"/>
                  </a:lnTo>
                  <a:lnTo>
                    <a:pt x="3804421" y="31433"/>
                  </a:lnTo>
                  <a:lnTo>
                    <a:pt x="3728361" y="45997"/>
                  </a:lnTo>
                  <a:lnTo>
                    <a:pt x="3646039" y="63766"/>
                  </a:lnTo>
                  <a:lnTo>
                    <a:pt x="3560705" y="84697"/>
                  </a:lnTo>
                  <a:lnTo>
                    <a:pt x="3475254" y="108719"/>
                  </a:lnTo>
                  <a:lnTo>
                    <a:pt x="3391977" y="135791"/>
                  </a:lnTo>
                  <a:lnTo>
                    <a:pt x="3312470" y="165939"/>
                  </a:lnTo>
                  <a:lnTo>
                    <a:pt x="3237674" y="199283"/>
                  </a:lnTo>
                  <a:lnTo>
                    <a:pt x="3167982" y="236053"/>
                  </a:lnTo>
                  <a:lnTo>
                    <a:pt x="3103364" y="276587"/>
                  </a:lnTo>
                  <a:lnTo>
                    <a:pt x="3043498" y="321329"/>
                  </a:lnTo>
                  <a:lnTo>
                    <a:pt x="2987869" y="370817"/>
                  </a:lnTo>
                  <a:lnTo>
                    <a:pt x="2935852" y="425660"/>
                  </a:lnTo>
                  <a:lnTo>
                    <a:pt x="2886771" y="486495"/>
                  </a:lnTo>
                  <a:lnTo>
                    <a:pt x="2839952" y="553922"/>
                  </a:lnTo>
                  <a:lnTo>
                    <a:pt x="2794765" y="628388"/>
                  </a:lnTo>
                  <a:lnTo>
                    <a:pt x="2770117" y="672954"/>
                  </a:lnTo>
                  <a:lnTo>
                    <a:pt x="2737970" y="735167"/>
                  </a:lnTo>
                  <a:lnTo>
                    <a:pt x="2706106" y="801306"/>
                  </a:lnTo>
                  <a:lnTo>
                    <a:pt x="2674378" y="871451"/>
                  </a:lnTo>
                  <a:lnTo>
                    <a:pt x="2642663" y="945637"/>
                  </a:lnTo>
                  <a:lnTo>
                    <a:pt x="2610865" y="1023846"/>
                  </a:lnTo>
                  <a:lnTo>
                    <a:pt x="2578910" y="1106007"/>
                  </a:lnTo>
                  <a:lnTo>
                    <a:pt x="2546744" y="1191992"/>
                  </a:lnTo>
                  <a:lnTo>
                    <a:pt x="2514332" y="1281608"/>
                  </a:lnTo>
                  <a:lnTo>
                    <a:pt x="2481659" y="1374604"/>
                  </a:lnTo>
                  <a:lnTo>
                    <a:pt x="2448724" y="1470666"/>
                  </a:lnTo>
                  <a:lnTo>
                    <a:pt x="2415543" y="1569423"/>
                  </a:lnTo>
                  <a:lnTo>
                    <a:pt x="2382142" y="1670449"/>
                  </a:lnTo>
                  <a:lnTo>
                    <a:pt x="2348561" y="1773272"/>
                  </a:lnTo>
                  <a:lnTo>
                    <a:pt x="2314847" y="1877383"/>
                  </a:lnTo>
                  <a:lnTo>
                    <a:pt x="2281056" y="1982243"/>
                  </a:lnTo>
                  <a:lnTo>
                    <a:pt x="2247244" y="2087298"/>
                  </a:lnTo>
                  <a:lnTo>
                    <a:pt x="2213470" y="2191989"/>
                  </a:lnTo>
                  <a:lnTo>
                    <a:pt x="2179791" y="2295766"/>
                  </a:lnTo>
                  <a:lnTo>
                    <a:pt x="2146260" y="2398097"/>
                  </a:lnTo>
                  <a:lnTo>
                    <a:pt x="2112922" y="2498484"/>
                  </a:lnTo>
                  <a:lnTo>
                    <a:pt x="2079813" y="2596467"/>
                  </a:lnTo>
                  <a:lnTo>
                    <a:pt x="2046956" y="2691636"/>
                  </a:lnTo>
                  <a:lnTo>
                    <a:pt x="2014363" y="2783639"/>
                  </a:lnTo>
                  <a:lnTo>
                    <a:pt x="1982029" y="2872178"/>
                  </a:lnTo>
                  <a:lnTo>
                    <a:pt x="1949931" y="2957022"/>
                  </a:lnTo>
                  <a:lnTo>
                    <a:pt x="1918030" y="3037997"/>
                  </a:lnTo>
                  <a:lnTo>
                    <a:pt x="1886266" y="3114992"/>
                  </a:lnTo>
                  <a:lnTo>
                    <a:pt x="1854558" y="3187952"/>
                  </a:lnTo>
                  <a:lnTo>
                    <a:pt x="1822803" y="3256878"/>
                  </a:lnTo>
                  <a:lnTo>
                    <a:pt x="1790870" y="3321817"/>
                  </a:lnTo>
                  <a:lnTo>
                    <a:pt x="1768425" y="3364772"/>
                  </a:lnTo>
                  <a:lnTo>
                    <a:pt x="1723908" y="3443239"/>
                  </a:lnTo>
                  <a:lnTo>
                    <a:pt x="1678070" y="3514545"/>
                  </a:lnTo>
                  <a:lnTo>
                    <a:pt x="1630330" y="3578982"/>
                  </a:lnTo>
                  <a:lnTo>
                    <a:pt x="1580031" y="3637082"/>
                  </a:lnTo>
                  <a:lnTo>
                    <a:pt x="1526494" y="3689473"/>
                  </a:lnTo>
                  <a:lnTo>
                    <a:pt x="1469059" y="3736786"/>
                  </a:lnTo>
                  <a:lnTo>
                    <a:pt x="1407141" y="3779601"/>
                  </a:lnTo>
                  <a:lnTo>
                    <a:pt x="1340298" y="3818417"/>
                  </a:lnTo>
                  <a:lnTo>
                    <a:pt x="1268325" y="3853633"/>
                  </a:lnTo>
                  <a:lnTo>
                    <a:pt x="1191362" y="3885539"/>
                  </a:lnTo>
                  <a:lnTo>
                    <a:pt x="1110031" y="3914314"/>
                  </a:lnTo>
                  <a:lnTo>
                    <a:pt x="1025551" y="3940035"/>
                  </a:lnTo>
                  <a:lnTo>
                    <a:pt x="939830" y="3962695"/>
                  </a:lnTo>
                  <a:lnTo>
                    <a:pt x="855445" y="3982232"/>
                  </a:lnTo>
                  <a:lnTo>
                    <a:pt x="775492" y="3998582"/>
                  </a:lnTo>
                  <a:lnTo>
                    <a:pt x="703248" y="4011731"/>
                  </a:lnTo>
                  <a:lnTo>
                    <a:pt x="641701" y="4021767"/>
                  </a:lnTo>
                  <a:lnTo>
                    <a:pt x="593013" y="4028921"/>
                  </a:lnTo>
                  <a:lnTo>
                    <a:pt x="558078" y="4033567"/>
                  </a:lnTo>
                  <a:lnTo>
                    <a:pt x="536281" y="4036200"/>
                  </a:lnTo>
                  <a:lnTo>
                    <a:pt x="525504" y="4037388"/>
                  </a:lnTo>
                  <a:lnTo>
                    <a:pt x="522295" y="4037712"/>
                  </a:lnTo>
                  <a:lnTo>
                    <a:pt x="522133" y="4037727"/>
                  </a:lnTo>
                  <a:lnTo>
                    <a:pt x="0" y="4037727"/>
                  </a:lnTo>
                  <a:close/>
                </a:path>
              </a:pathLst>
            </a:custGeom>
            <a:solidFill>
              <a:srgbClr val="C3CD83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1965" name="pl1965"/>
            <p:cNvSpPr/>
            <p:nvPr/>
          </p:nvSpPr>
          <p:spPr>
            <a:xfrm>
              <a:off x="386606" y="1891441"/>
              <a:ext cx="8554953" cy="4037727"/>
            </a:xfrm>
            <a:custGeom>
              <a:avLst/>
              <a:pathLst>
                <a:path w="8554953" h="4037727">
                  <a:moveTo>
                    <a:pt x="0" y="4037727"/>
                  </a:moveTo>
                  <a:lnTo>
                    <a:pt x="522133" y="4037727"/>
                  </a:lnTo>
                  <a:lnTo>
                    <a:pt x="523053" y="4037638"/>
                  </a:lnTo>
                  <a:lnTo>
                    <a:pt x="529115" y="4037002"/>
                  </a:lnTo>
                  <a:lnTo>
                    <a:pt x="544426" y="4035246"/>
                  </a:lnTo>
                  <a:lnTo>
                    <a:pt x="571872" y="4031787"/>
                  </a:lnTo>
                  <a:lnTo>
                    <a:pt x="612921" y="4026084"/>
                  </a:lnTo>
                  <a:lnTo>
                    <a:pt x="667504" y="4017690"/>
                  </a:lnTo>
                  <a:lnTo>
                    <a:pt x="734122" y="4006294"/>
                  </a:lnTo>
                  <a:lnTo>
                    <a:pt x="810182" y="3991729"/>
                  </a:lnTo>
                  <a:lnTo>
                    <a:pt x="892503" y="3973960"/>
                  </a:lnTo>
                  <a:lnTo>
                    <a:pt x="977837" y="3953030"/>
                  </a:lnTo>
                  <a:lnTo>
                    <a:pt x="1063288" y="3929007"/>
                  </a:lnTo>
                  <a:lnTo>
                    <a:pt x="1146565" y="3901936"/>
                  </a:lnTo>
                  <a:lnTo>
                    <a:pt x="1226072" y="3871788"/>
                  </a:lnTo>
                  <a:lnTo>
                    <a:pt x="1300868" y="3838443"/>
                  </a:lnTo>
                  <a:lnTo>
                    <a:pt x="1370561" y="3801673"/>
                  </a:lnTo>
                  <a:lnTo>
                    <a:pt x="1435178" y="3761140"/>
                  </a:lnTo>
                  <a:lnTo>
                    <a:pt x="1495044" y="3716398"/>
                  </a:lnTo>
                  <a:lnTo>
                    <a:pt x="1550673" y="3666909"/>
                  </a:lnTo>
                  <a:lnTo>
                    <a:pt x="1602690" y="3612066"/>
                  </a:lnTo>
                  <a:lnTo>
                    <a:pt x="1651771" y="3551231"/>
                  </a:lnTo>
                  <a:lnTo>
                    <a:pt x="1698590" y="3483805"/>
                  </a:lnTo>
                  <a:lnTo>
                    <a:pt x="1743777" y="3409338"/>
                  </a:lnTo>
                  <a:lnTo>
                    <a:pt x="1768425" y="3364772"/>
                  </a:lnTo>
                  <a:lnTo>
                    <a:pt x="1800572" y="3302559"/>
                  </a:lnTo>
                  <a:lnTo>
                    <a:pt x="1832436" y="3236420"/>
                  </a:lnTo>
                  <a:lnTo>
                    <a:pt x="1864165" y="3166275"/>
                  </a:lnTo>
                  <a:lnTo>
                    <a:pt x="1895879" y="3092089"/>
                  </a:lnTo>
                  <a:lnTo>
                    <a:pt x="1927677" y="3013880"/>
                  </a:lnTo>
                  <a:lnTo>
                    <a:pt x="1959632" y="2931719"/>
                  </a:lnTo>
                  <a:lnTo>
                    <a:pt x="1991799" y="2845735"/>
                  </a:lnTo>
                  <a:lnTo>
                    <a:pt x="2024210" y="2756119"/>
                  </a:lnTo>
                  <a:lnTo>
                    <a:pt x="2056883" y="2663123"/>
                  </a:lnTo>
                  <a:lnTo>
                    <a:pt x="2089818" y="2567061"/>
                  </a:lnTo>
                  <a:lnTo>
                    <a:pt x="2123000" y="2468304"/>
                  </a:lnTo>
                  <a:lnTo>
                    <a:pt x="2156400" y="2367278"/>
                  </a:lnTo>
                  <a:lnTo>
                    <a:pt x="2189981" y="2264454"/>
                  </a:lnTo>
                  <a:lnTo>
                    <a:pt x="2223695" y="2160343"/>
                  </a:lnTo>
                  <a:lnTo>
                    <a:pt x="2257486" y="2055483"/>
                  </a:lnTo>
                  <a:lnTo>
                    <a:pt x="2291298" y="1950428"/>
                  </a:lnTo>
                  <a:lnTo>
                    <a:pt x="2325072" y="1845737"/>
                  </a:lnTo>
                  <a:lnTo>
                    <a:pt x="2358751" y="1741960"/>
                  </a:lnTo>
                  <a:lnTo>
                    <a:pt x="2392282" y="1639629"/>
                  </a:lnTo>
                  <a:lnTo>
                    <a:pt x="2425620" y="1539243"/>
                  </a:lnTo>
                  <a:lnTo>
                    <a:pt x="2458729" y="1441260"/>
                  </a:lnTo>
                  <a:lnTo>
                    <a:pt x="2491586" y="1346090"/>
                  </a:lnTo>
                  <a:lnTo>
                    <a:pt x="2524179" y="1254088"/>
                  </a:lnTo>
                  <a:lnTo>
                    <a:pt x="2556513" y="1165548"/>
                  </a:lnTo>
                  <a:lnTo>
                    <a:pt x="2588611" y="1080705"/>
                  </a:lnTo>
                  <a:lnTo>
                    <a:pt x="2620512" y="999730"/>
                  </a:lnTo>
                  <a:lnTo>
                    <a:pt x="2652276" y="922735"/>
                  </a:lnTo>
                  <a:lnTo>
                    <a:pt x="2683984" y="849774"/>
                  </a:lnTo>
                  <a:lnTo>
                    <a:pt x="2715739" y="780848"/>
                  </a:lnTo>
                  <a:lnTo>
                    <a:pt x="2747672" y="715909"/>
                  </a:lnTo>
                  <a:lnTo>
                    <a:pt x="2770117" y="672954"/>
                  </a:lnTo>
                  <a:lnTo>
                    <a:pt x="2814634" y="594487"/>
                  </a:lnTo>
                  <a:lnTo>
                    <a:pt x="2860472" y="523181"/>
                  </a:lnTo>
                  <a:lnTo>
                    <a:pt x="2908212" y="458744"/>
                  </a:lnTo>
                  <a:lnTo>
                    <a:pt x="2958511" y="400644"/>
                  </a:lnTo>
                  <a:lnTo>
                    <a:pt x="3012048" y="348253"/>
                  </a:lnTo>
                  <a:lnTo>
                    <a:pt x="3069483" y="300940"/>
                  </a:lnTo>
                  <a:lnTo>
                    <a:pt x="3131401" y="258125"/>
                  </a:lnTo>
                  <a:lnTo>
                    <a:pt x="3198244" y="219309"/>
                  </a:lnTo>
                  <a:lnTo>
                    <a:pt x="3270218" y="184093"/>
                  </a:lnTo>
                  <a:lnTo>
                    <a:pt x="3347180" y="152188"/>
                  </a:lnTo>
                  <a:lnTo>
                    <a:pt x="3428512" y="123412"/>
                  </a:lnTo>
                  <a:lnTo>
                    <a:pt x="3512991" y="97691"/>
                  </a:lnTo>
                  <a:lnTo>
                    <a:pt x="3598712" y="75032"/>
                  </a:lnTo>
                  <a:lnTo>
                    <a:pt x="3683097" y="55494"/>
                  </a:lnTo>
                  <a:lnTo>
                    <a:pt x="3763050" y="39144"/>
                  </a:lnTo>
                  <a:lnTo>
                    <a:pt x="3835294" y="25995"/>
                  </a:lnTo>
                  <a:lnTo>
                    <a:pt x="3896841" y="15959"/>
                  </a:lnTo>
                  <a:lnTo>
                    <a:pt x="3945529" y="8806"/>
                  </a:lnTo>
                  <a:lnTo>
                    <a:pt x="3980465" y="4160"/>
                  </a:lnTo>
                  <a:lnTo>
                    <a:pt x="4002261" y="1526"/>
                  </a:lnTo>
                  <a:lnTo>
                    <a:pt x="4013038" y="339"/>
                  </a:lnTo>
                  <a:lnTo>
                    <a:pt x="4016247" y="15"/>
                  </a:lnTo>
                  <a:lnTo>
                    <a:pt x="4016409" y="0"/>
                  </a:lnTo>
                  <a:lnTo>
                    <a:pt x="4538543" y="0"/>
                  </a:lnTo>
                  <a:lnTo>
                    <a:pt x="4539792" y="33"/>
                  </a:lnTo>
                  <a:lnTo>
                    <a:pt x="4547964" y="273"/>
                  </a:lnTo>
                  <a:lnTo>
                    <a:pt x="4568405" y="937"/>
                  </a:lnTo>
                  <a:lnTo>
                    <a:pt x="4604543" y="2240"/>
                  </a:lnTo>
                  <a:lnTo>
                    <a:pt x="4657582" y="4374"/>
                  </a:lnTo>
                  <a:lnTo>
                    <a:pt x="4726436" y="7485"/>
                  </a:lnTo>
                  <a:lnTo>
                    <a:pt x="4808105" y="11654"/>
                  </a:lnTo>
                  <a:lnTo>
                    <a:pt x="4898422" y="16911"/>
                  </a:lnTo>
                  <a:lnTo>
                    <a:pt x="4992939" y="23241"/>
                  </a:lnTo>
                  <a:lnTo>
                    <a:pt x="5087664" y="30621"/>
                  </a:lnTo>
                  <a:lnTo>
                    <a:pt x="5179508" y="39035"/>
                  </a:lnTo>
                  <a:lnTo>
                    <a:pt x="5266429" y="48498"/>
                  </a:lnTo>
                  <a:lnTo>
                    <a:pt x="5347347" y="59067"/>
                  </a:lnTo>
                  <a:lnTo>
                    <a:pt x="5421954" y="70842"/>
                  </a:lnTo>
                  <a:lnTo>
                    <a:pt x="5490496" y="83969"/>
                  </a:lnTo>
                  <a:lnTo>
                    <a:pt x="5553578" y="98638"/>
                  </a:lnTo>
                  <a:lnTo>
                    <a:pt x="5612016" y="115070"/>
                  </a:lnTo>
                  <a:lnTo>
                    <a:pt x="5666722" y="133504"/>
                  </a:lnTo>
                  <a:lnTo>
                    <a:pt x="5718619" y="154167"/>
                  </a:lnTo>
                  <a:lnTo>
                    <a:pt x="5768561" y="177223"/>
                  </a:lnTo>
                  <a:lnTo>
                    <a:pt x="5784835" y="185415"/>
                  </a:lnTo>
                  <a:lnTo>
                    <a:pt x="5833514" y="211859"/>
                  </a:lnTo>
                  <a:lnTo>
                    <a:pt x="5881717" y="240823"/>
                  </a:lnTo>
                  <a:lnTo>
                    <a:pt x="5929892" y="272349"/>
                  </a:lnTo>
                  <a:lnTo>
                    <a:pt x="5978354" y="306405"/>
                  </a:lnTo>
                  <a:lnTo>
                    <a:pt x="6027305" y="342877"/>
                  </a:lnTo>
                  <a:lnTo>
                    <a:pt x="6076843" y="381560"/>
                  </a:lnTo>
                  <a:lnTo>
                    <a:pt x="6126979" y="422163"/>
                  </a:lnTo>
                  <a:lnTo>
                    <a:pt x="6177643" y="464308"/>
                  </a:lnTo>
                  <a:lnTo>
                    <a:pt x="6228706" y="507545"/>
                  </a:lnTo>
                  <a:lnTo>
                    <a:pt x="6279992" y="551375"/>
                  </a:lnTo>
                  <a:lnTo>
                    <a:pt x="6331300" y="595264"/>
                  </a:lnTo>
                  <a:lnTo>
                    <a:pt x="6382429" y="638677"/>
                  </a:lnTo>
                  <a:lnTo>
                    <a:pt x="6433195" y="681105"/>
                  </a:lnTo>
                  <a:lnTo>
                    <a:pt x="6483456" y="722085"/>
                  </a:lnTo>
                  <a:lnTo>
                    <a:pt x="6533129" y="761222"/>
                  </a:lnTo>
                  <a:lnTo>
                    <a:pt x="6582204" y="798205"/>
                  </a:lnTo>
                  <a:lnTo>
                    <a:pt x="6630761" y="832809"/>
                  </a:lnTo>
                  <a:lnTo>
                    <a:pt x="6678976" y="864901"/>
                  </a:lnTo>
                  <a:lnTo>
                    <a:pt x="6727140" y="894432"/>
                  </a:lnTo>
                  <a:lnTo>
                    <a:pt x="6775668" y="921428"/>
                  </a:lnTo>
                  <a:lnTo>
                    <a:pt x="6786527" y="927077"/>
                  </a:lnTo>
                  <a:lnTo>
                    <a:pt x="6835986" y="950942"/>
                  </a:lnTo>
                  <a:lnTo>
                    <a:pt x="6887144" y="972385"/>
                  </a:lnTo>
                  <a:lnTo>
                    <a:pt x="6940818" y="991536"/>
                  </a:lnTo>
                  <a:lnTo>
                    <a:pt x="6997914" y="1008606"/>
                  </a:lnTo>
                  <a:lnTo>
                    <a:pt x="7059357" y="1023834"/>
                  </a:lnTo>
                  <a:lnTo>
                    <a:pt x="7126006" y="1037451"/>
                  </a:lnTo>
                  <a:lnTo>
                    <a:pt x="7198551" y="1049656"/>
                  </a:lnTo>
                  <a:lnTo>
                    <a:pt x="7277376" y="1060611"/>
                  </a:lnTo>
                  <a:lnTo>
                    <a:pt x="7362382" y="1070433"/>
                  </a:lnTo>
                  <a:lnTo>
                    <a:pt x="7452768" y="1079192"/>
                  </a:lnTo>
                  <a:lnTo>
                    <a:pt x="7546827" y="1086916"/>
                  </a:lnTo>
                  <a:lnTo>
                    <a:pt x="7641817" y="1093597"/>
                  </a:lnTo>
                  <a:lnTo>
                    <a:pt x="7734013" y="1099213"/>
                  </a:lnTo>
                  <a:lnTo>
                    <a:pt x="7819046" y="1103743"/>
                  </a:lnTo>
                  <a:lnTo>
                    <a:pt x="7892562" y="1107198"/>
                  </a:lnTo>
                  <a:lnTo>
                    <a:pt x="7951078" y="1109644"/>
                  </a:lnTo>
                  <a:lnTo>
                    <a:pt x="7992808" y="1111204"/>
                  </a:lnTo>
                  <a:lnTo>
                    <a:pt x="8018184" y="1112056"/>
                  </a:lnTo>
                  <a:lnTo>
                    <a:pt x="8029923" y="1112412"/>
                  </a:lnTo>
                  <a:lnTo>
                    <a:pt x="8032772" y="1112491"/>
                  </a:lnTo>
                  <a:lnTo>
                    <a:pt x="8032819" y="1112492"/>
                  </a:lnTo>
                  <a:lnTo>
                    <a:pt x="8554953" y="1112492"/>
                  </a:lnTo>
                  <a:lnTo>
                    <a:pt x="8554953" y="1112492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966" name="pl1966"/>
            <p:cNvSpPr/>
            <p:nvPr/>
          </p:nvSpPr>
          <p:spPr>
            <a:xfrm>
              <a:off x="386606" y="1885794"/>
              <a:ext cx="8554953" cy="4037727"/>
            </a:xfrm>
            <a:custGeom>
              <a:avLst/>
              <a:pathLst>
                <a:path w="8554953" h="4037727">
                  <a:moveTo>
                    <a:pt x="8554953" y="1112492"/>
                  </a:moveTo>
                  <a:lnTo>
                    <a:pt x="8032819" y="1112492"/>
                  </a:lnTo>
                  <a:lnTo>
                    <a:pt x="8031570" y="1112459"/>
                  </a:lnTo>
                  <a:lnTo>
                    <a:pt x="8023398" y="1112219"/>
                  </a:lnTo>
                  <a:lnTo>
                    <a:pt x="8002957" y="1111555"/>
                  </a:lnTo>
                  <a:lnTo>
                    <a:pt x="7966819" y="1110252"/>
                  </a:lnTo>
                  <a:lnTo>
                    <a:pt x="7913780" y="1108117"/>
                  </a:lnTo>
                  <a:lnTo>
                    <a:pt x="7844926" y="1105007"/>
                  </a:lnTo>
                  <a:lnTo>
                    <a:pt x="7763257" y="1100837"/>
                  </a:lnTo>
                  <a:lnTo>
                    <a:pt x="7672940" y="1095581"/>
                  </a:lnTo>
                  <a:lnTo>
                    <a:pt x="7578423" y="1089250"/>
                  </a:lnTo>
                  <a:lnTo>
                    <a:pt x="7483698" y="1081871"/>
                  </a:lnTo>
                  <a:lnTo>
                    <a:pt x="7391854" y="1073457"/>
                  </a:lnTo>
                  <a:lnTo>
                    <a:pt x="7304933" y="1063993"/>
                  </a:lnTo>
                  <a:lnTo>
                    <a:pt x="7224015" y="1053425"/>
                  </a:lnTo>
                  <a:lnTo>
                    <a:pt x="7149407" y="1041650"/>
                  </a:lnTo>
                  <a:lnTo>
                    <a:pt x="7080866" y="1028523"/>
                  </a:lnTo>
                  <a:lnTo>
                    <a:pt x="7017784" y="1013854"/>
                  </a:lnTo>
                  <a:lnTo>
                    <a:pt x="6959346" y="997421"/>
                  </a:lnTo>
                  <a:lnTo>
                    <a:pt x="6904640" y="978988"/>
                  </a:lnTo>
                  <a:lnTo>
                    <a:pt x="6852743" y="958325"/>
                  </a:lnTo>
                  <a:lnTo>
                    <a:pt x="6802801" y="935269"/>
                  </a:lnTo>
                  <a:lnTo>
                    <a:pt x="6786527" y="927077"/>
                  </a:lnTo>
                  <a:lnTo>
                    <a:pt x="6737848" y="900632"/>
                  </a:lnTo>
                  <a:lnTo>
                    <a:pt x="6689644" y="871668"/>
                  </a:lnTo>
                  <a:lnTo>
                    <a:pt x="6641470" y="840142"/>
                  </a:lnTo>
                  <a:lnTo>
                    <a:pt x="6593008" y="806086"/>
                  </a:lnTo>
                  <a:lnTo>
                    <a:pt x="6544057" y="769615"/>
                  </a:lnTo>
                  <a:lnTo>
                    <a:pt x="6494519" y="730931"/>
                  </a:lnTo>
                  <a:lnTo>
                    <a:pt x="6444383" y="690329"/>
                  </a:lnTo>
                  <a:lnTo>
                    <a:pt x="6393719" y="648184"/>
                  </a:lnTo>
                  <a:lnTo>
                    <a:pt x="6342656" y="604946"/>
                  </a:lnTo>
                  <a:lnTo>
                    <a:pt x="6291370" y="561117"/>
                  </a:lnTo>
                  <a:lnTo>
                    <a:pt x="6240062" y="517228"/>
                  </a:lnTo>
                  <a:lnTo>
                    <a:pt x="6188933" y="473814"/>
                  </a:lnTo>
                  <a:lnTo>
                    <a:pt x="6138167" y="431387"/>
                  </a:lnTo>
                  <a:lnTo>
                    <a:pt x="6087906" y="390407"/>
                  </a:lnTo>
                  <a:lnTo>
                    <a:pt x="6038233" y="351270"/>
                  </a:lnTo>
                  <a:lnTo>
                    <a:pt x="5989158" y="314287"/>
                  </a:lnTo>
                  <a:lnTo>
                    <a:pt x="5940601" y="279683"/>
                  </a:lnTo>
                  <a:lnTo>
                    <a:pt x="5892386" y="247590"/>
                  </a:lnTo>
                  <a:lnTo>
                    <a:pt x="5844222" y="218060"/>
                  </a:lnTo>
                  <a:lnTo>
                    <a:pt x="5795694" y="191064"/>
                  </a:lnTo>
                  <a:lnTo>
                    <a:pt x="5784835" y="185415"/>
                  </a:lnTo>
                  <a:lnTo>
                    <a:pt x="5735376" y="161550"/>
                  </a:lnTo>
                  <a:lnTo>
                    <a:pt x="5684217" y="140106"/>
                  </a:lnTo>
                  <a:lnTo>
                    <a:pt x="5630544" y="120956"/>
                  </a:lnTo>
                  <a:lnTo>
                    <a:pt x="5573448" y="103886"/>
                  </a:lnTo>
                  <a:lnTo>
                    <a:pt x="5512005" y="88657"/>
                  </a:lnTo>
                  <a:lnTo>
                    <a:pt x="5445356" y="75041"/>
                  </a:lnTo>
                  <a:lnTo>
                    <a:pt x="5372811" y="62836"/>
                  </a:lnTo>
                  <a:lnTo>
                    <a:pt x="5293986" y="51880"/>
                  </a:lnTo>
                  <a:lnTo>
                    <a:pt x="5208980" y="42058"/>
                  </a:lnTo>
                  <a:lnTo>
                    <a:pt x="5118594" y="33300"/>
                  </a:lnTo>
                  <a:lnTo>
                    <a:pt x="5024535" y="25576"/>
                  </a:lnTo>
                  <a:lnTo>
                    <a:pt x="4929545" y="18894"/>
                  </a:lnTo>
                  <a:lnTo>
                    <a:pt x="4837349" y="13279"/>
                  </a:lnTo>
                  <a:lnTo>
                    <a:pt x="4752316" y="8749"/>
                  </a:lnTo>
                  <a:lnTo>
                    <a:pt x="4678800" y="5293"/>
                  </a:lnTo>
                  <a:lnTo>
                    <a:pt x="4620284" y="2848"/>
                  </a:lnTo>
                  <a:lnTo>
                    <a:pt x="4578554" y="1288"/>
                  </a:lnTo>
                  <a:lnTo>
                    <a:pt x="4553178" y="436"/>
                  </a:lnTo>
                  <a:lnTo>
                    <a:pt x="4541439" y="79"/>
                  </a:lnTo>
                  <a:lnTo>
                    <a:pt x="4538590" y="1"/>
                  </a:lnTo>
                  <a:lnTo>
                    <a:pt x="4538543" y="0"/>
                  </a:lnTo>
                  <a:lnTo>
                    <a:pt x="4016409" y="0"/>
                  </a:lnTo>
                  <a:lnTo>
                    <a:pt x="4015489" y="89"/>
                  </a:lnTo>
                  <a:lnTo>
                    <a:pt x="4009427" y="724"/>
                  </a:lnTo>
                  <a:lnTo>
                    <a:pt x="3994117" y="2481"/>
                  </a:lnTo>
                  <a:lnTo>
                    <a:pt x="3966670" y="5940"/>
                  </a:lnTo>
                  <a:lnTo>
                    <a:pt x="3925621" y="11642"/>
                  </a:lnTo>
                  <a:lnTo>
                    <a:pt x="3871038" y="20036"/>
                  </a:lnTo>
                  <a:lnTo>
                    <a:pt x="3804421" y="31433"/>
                  </a:lnTo>
                  <a:lnTo>
                    <a:pt x="3728361" y="45997"/>
                  </a:lnTo>
                  <a:lnTo>
                    <a:pt x="3646039" y="63766"/>
                  </a:lnTo>
                  <a:lnTo>
                    <a:pt x="3560705" y="84697"/>
                  </a:lnTo>
                  <a:lnTo>
                    <a:pt x="3475254" y="108719"/>
                  </a:lnTo>
                  <a:lnTo>
                    <a:pt x="3391977" y="135791"/>
                  </a:lnTo>
                  <a:lnTo>
                    <a:pt x="3312470" y="165939"/>
                  </a:lnTo>
                  <a:lnTo>
                    <a:pt x="3237674" y="199283"/>
                  </a:lnTo>
                  <a:lnTo>
                    <a:pt x="3167982" y="236053"/>
                  </a:lnTo>
                  <a:lnTo>
                    <a:pt x="3103364" y="276587"/>
                  </a:lnTo>
                  <a:lnTo>
                    <a:pt x="3043498" y="321329"/>
                  </a:lnTo>
                  <a:lnTo>
                    <a:pt x="2987869" y="370817"/>
                  </a:lnTo>
                  <a:lnTo>
                    <a:pt x="2935852" y="425660"/>
                  </a:lnTo>
                  <a:lnTo>
                    <a:pt x="2886771" y="486495"/>
                  </a:lnTo>
                  <a:lnTo>
                    <a:pt x="2839952" y="553922"/>
                  </a:lnTo>
                  <a:lnTo>
                    <a:pt x="2794765" y="628388"/>
                  </a:lnTo>
                  <a:lnTo>
                    <a:pt x="2770117" y="672954"/>
                  </a:lnTo>
                  <a:lnTo>
                    <a:pt x="2737970" y="735167"/>
                  </a:lnTo>
                  <a:lnTo>
                    <a:pt x="2706106" y="801306"/>
                  </a:lnTo>
                  <a:lnTo>
                    <a:pt x="2674378" y="871451"/>
                  </a:lnTo>
                  <a:lnTo>
                    <a:pt x="2642663" y="945637"/>
                  </a:lnTo>
                  <a:lnTo>
                    <a:pt x="2610865" y="1023846"/>
                  </a:lnTo>
                  <a:lnTo>
                    <a:pt x="2578910" y="1106007"/>
                  </a:lnTo>
                  <a:lnTo>
                    <a:pt x="2546744" y="1191992"/>
                  </a:lnTo>
                  <a:lnTo>
                    <a:pt x="2514332" y="1281608"/>
                  </a:lnTo>
                  <a:lnTo>
                    <a:pt x="2481659" y="1374604"/>
                  </a:lnTo>
                  <a:lnTo>
                    <a:pt x="2448724" y="1470666"/>
                  </a:lnTo>
                  <a:lnTo>
                    <a:pt x="2415543" y="1569423"/>
                  </a:lnTo>
                  <a:lnTo>
                    <a:pt x="2382142" y="1670449"/>
                  </a:lnTo>
                  <a:lnTo>
                    <a:pt x="2348561" y="1773272"/>
                  </a:lnTo>
                  <a:lnTo>
                    <a:pt x="2314847" y="1877383"/>
                  </a:lnTo>
                  <a:lnTo>
                    <a:pt x="2281056" y="1982243"/>
                  </a:lnTo>
                  <a:lnTo>
                    <a:pt x="2247244" y="2087298"/>
                  </a:lnTo>
                  <a:lnTo>
                    <a:pt x="2213470" y="2191989"/>
                  </a:lnTo>
                  <a:lnTo>
                    <a:pt x="2179791" y="2295766"/>
                  </a:lnTo>
                  <a:lnTo>
                    <a:pt x="2146260" y="2398097"/>
                  </a:lnTo>
                  <a:lnTo>
                    <a:pt x="2112922" y="2498484"/>
                  </a:lnTo>
                  <a:lnTo>
                    <a:pt x="2079813" y="2596467"/>
                  </a:lnTo>
                  <a:lnTo>
                    <a:pt x="2046956" y="2691636"/>
                  </a:lnTo>
                  <a:lnTo>
                    <a:pt x="2014363" y="2783639"/>
                  </a:lnTo>
                  <a:lnTo>
                    <a:pt x="1982029" y="2872178"/>
                  </a:lnTo>
                  <a:lnTo>
                    <a:pt x="1949931" y="2957022"/>
                  </a:lnTo>
                  <a:lnTo>
                    <a:pt x="1918030" y="3037997"/>
                  </a:lnTo>
                  <a:lnTo>
                    <a:pt x="1886266" y="3114992"/>
                  </a:lnTo>
                  <a:lnTo>
                    <a:pt x="1854558" y="3187952"/>
                  </a:lnTo>
                  <a:lnTo>
                    <a:pt x="1822803" y="3256878"/>
                  </a:lnTo>
                  <a:lnTo>
                    <a:pt x="1790870" y="3321817"/>
                  </a:lnTo>
                  <a:lnTo>
                    <a:pt x="1768425" y="3364772"/>
                  </a:lnTo>
                  <a:lnTo>
                    <a:pt x="1723908" y="3443239"/>
                  </a:lnTo>
                  <a:lnTo>
                    <a:pt x="1678070" y="3514545"/>
                  </a:lnTo>
                  <a:lnTo>
                    <a:pt x="1630330" y="3578982"/>
                  </a:lnTo>
                  <a:lnTo>
                    <a:pt x="1580031" y="3637082"/>
                  </a:lnTo>
                  <a:lnTo>
                    <a:pt x="1526494" y="3689473"/>
                  </a:lnTo>
                  <a:lnTo>
                    <a:pt x="1469059" y="3736786"/>
                  </a:lnTo>
                  <a:lnTo>
                    <a:pt x="1407141" y="3779601"/>
                  </a:lnTo>
                  <a:lnTo>
                    <a:pt x="1340298" y="3818417"/>
                  </a:lnTo>
                  <a:lnTo>
                    <a:pt x="1268325" y="3853633"/>
                  </a:lnTo>
                  <a:lnTo>
                    <a:pt x="1191362" y="3885539"/>
                  </a:lnTo>
                  <a:lnTo>
                    <a:pt x="1110031" y="3914314"/>
                  </a:lnTo>
                  <a:lnTo>
                    <a:pt x="1025551" y="3940035"/>
                  </a:lnTo>
                  <a:lnTo>
                    <a:pt x="939830" y="3962695"/>
                  </a:lnTo>
                  <a:lnTo>
                    <a:pt x="855445" y="3982232"/>
                  </a:lnTo>
                  <a:lnTo>
                    <a:pt x="775492" y="3998582"/>
                  </a:lnTo>
                  <a:lnTo>
                    <a:pt x="703248" y="4011731"/>
                  </a:lnTo>
                  <a:lnTo>
                    <a:pt x="641701" y="4021767"/>
                  </a:lnTo>
                  <a:lnTo>
                    <a:pt x="593013" y="4028921"/>
                  </a:lnTo>
                  <a:lnTo>
                    <a:pt x="558078" y="4033567"/>
                  </a:lnTo>
                  <a:lnTo>
                    <a:pt x="536281" y="4036200"/>
                  </a:lnTo>
                  <a:lnTo>
                    <a:pt x="525504" y="4037388"/>
                  </a:lnTo>
                  <a:lnTo>
                    <a:pt x="522295" y="4037712"/>
                  </a:lnTo>
                  <a:lnTo>
                    <a:pt x="522133" y="4037727"/>
                  </a:lnTo>
                  <a:lnTo>
                    <a:pt x="0" y="4037727"/>
                  </a:lnTo>
                  <a:lnTo>
                    <a:pt x="0" y="4037727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967" name="pg1967"/>
            <p:cNvSpPr/>
            <p:nvPr/>
          </p:nvSpPr>
          <p:spPr>
            <a:xfrm>
              <a:off x="386606" y="2467453"/>
              <a:ext cx="8554953" cy="3501246"/>
            </a:xfrm>
            <a:custGeom>
              <a:avLst/>
              <a:pathLst>
                <a:path w="8554953" h="3501246">
                  <a:moveTo>
                    <a:pt x="0" y="3501246"/>
                  </a:moveTo>
                  <a:lnTo>
                    <a:pt x="522133" y="3501246"/>
                  </a:lnTo>
                  <a:lnTo>
                    <a:pt x="523403" y="3501245"/>
                  </a:lnTo>
                  <a:lnTo>
                    <a:pt x="531704" y="3501239"/>
                  </a:lnTo>
                  <a:lnTo>
                    <a:pt x="552456" y="3501221"/>
                  </a:lnTo>
                  <a:lnTo>
                    <a:pt x="589115" y="3501188"/>
                  </a:lnTo>
                  <a:lnTo>
                    <a:pt x="642859" y="3501133"/>
                  </a:lnTo>
                  <a:lnTo>
                    <a:pt x="712530" y="3501053"/>
                  </a:lnTo>
                  <a:lnTo>
                    <a:pt x="795031" y="3500945"/>
                  </a:lnTo>
                  <a:lnTo>
                    <a:pt x="886103" y="3500810"/>
                  </a:lnTo>
                  <a:lnTo>
                    <a:pt x="981230" y="3500647"/>
                  </a:lnTo>
                  <a:lnTo>
                    <a:pt x="1076389" y="3500457"/>
                  </a:lnTo>
                  <a:lnTo>
                    <a:pt x="1168497" y="3500241"/>
                  </a:lnTo>
                  <a:lnTo>
                    <a:pt x="1255536" y="3499998"/>
                  </a:lnTo>
                  <a:lnTo>
                    <a:pt x="1336466" y="3499726"/>
                  </a:lnTo>
                  <a:lnTo>
                    <a:pt x="1411016" y="3499423"/>
                  </a:lnTo>
                  <a:lnTo>
                    <a:pt x="1479471" y="3499085"/>
                  </a:lnTo>
                  <a:lnTo>
                    <a:pt x="1542469" y="3498707"/>
                  </a:lnTo>
                  <a:lnTo>
                    <a:pt x="1600850" y="3498284"/>
                  </a:lnTo>
                  <a:lnTo>
                    <a:pt x="1655546" y="3497808"/>
                  </a:lnTo>
                  <a:lnTo>
                    <a:pt x="1707491" y="3497275"/>
                  </a:lnTo>
                  <a:lnTo>
                    <a:pt x="1757543" y="3496680"/>
                  </a:lnTo>
                  <a:lnTo>
                    <a:pt x="1768425" y="3496540"/>
                  </a:lnTo>
                  <a:lnTo>
                    <a:pt x="1822680" y="3495787"/>
                  </a:lnTo>
                  <a:lnTo>
                    <a:pt x="1876412" y="3494954"/>
                  </a:lnTo>
                  <a:lnTo>
                    <a:pt x="1930211" y="3494041"/>
                  </a:lnTo>
                  <a:lnTo>
                    <a:pt x="1984465" y="3493049"/>
                  </a:lnTo>
                  <a:lnTo>
                    <a:pt x="2039396" y="3491983"/>
                  </a:lnTo>
                  <a:lnTo>
                    <a:pt x="2095077" y="3490853"/>
                  </a:lnTo>
                  <a:lnTo>
                    <a:pt x="2151449" y="3489669"/>
                  </a:lnTo>
                  <a:lnTo>
                    <a:pt x="2208352" y="3488449"/>
                  </a:lnTo>
                  <a:lnTo>
                    <a:pt x="2265549" y="3487209"/>
                  </a:lnTo>
                  <a:lnTo>
                    <a:pt x="2322765" y="3485967"/>
                  </a:lnTo>
                  <a:lnTo>
                    <a:pt x="2379721" y="3484743"/>
                  </a:lnTo>
                  <a:lnTo>
                    <a:pt x="2436173" y="3483554"/>
                  </a:lnTo>
                  <a:lnTo>
                    <a:pt x="2491949" y="3482416"/>
                  </a:lnTo>
                  <a:lnTo>
                    <a:pt x="2546977" y="3481341"/>
                  </a:lnTo>
                  <a:lnTo>
                    <a:pt x="2601310" y="3480339"/>
                  </a:lnTo>
                  <a:lnTo>
                    <a:pt x="2655149" y="3479415"/>
                  </a:lnTo>
                  <a:lnTo>
                    <a:pt x="2708862" y="3478572"/>
                  </a:lnTo>
                  <a:lnTo>
                    <a:pt x="2763008" y="3477809"/>
                  </a:lnTo>
                  <a:lnTo>
                    <a:pt x="2770117" y="3477716"/>
                  </a:lnTo>
                  <a:lnTo>
                    <a:pt x="2819851" y="3477107"/>
                  </a:lnTo>
                  <a:lnTo>
                    <a:pt x="2871308" y="3476560"/>
                  </a:lnTo>
                  <a:lnTo>
                    <a:pt x="2925317" y="3476072"/>
                  </a:lnTo>
                  <a:lnTo>
                    <a:pt x="2982802" y="3475637"/>
                  </a:lnTo>
                  <a:lnTo>
                    <a:pt x="3044702" y="3475250"/>
                  </a:lnTo>
                  <a:lnTo>
                    <a:pt x="3111886" y="3474904"/>
                  </a:lnTo>
                  <a:lnTo>
                    <a:pt x="3185050" y="3474593"/>
                  </a:lnTo>
                  <a:lnTo>
                    <a:pt x="3264570" y="3474315"/>
                  </a:lnTo>
                  <a:lnTo>
                    <a:pt x="3350318" y="3474066"/>
                  </a:lnTo>
                  <a:lnTo>
                    <a:pt x="3441442" y="3473843"/>
                  </a:lnTo>
                  <a:lnTo>
                    <a:pt x="3536155" y="3473648"/>
                  </a:lnTo>
                  <a:lnTo>
                    <a:pt x="3631606" y="3473479"/>
                  </a:lnTo>
                  <a:lnTo>
                    <a:pt x="3723956" y="3473338"/>
                  </a:lnTo>
                  <a:lnTo>
                    <a:pt x="3808741" y="3473224"/>
                  </a:lnTo>
                  <a:lnTo>
                    <a:pt x="3881570" y="3473138"/>
                  </a:lnTo>
                  <a:lnTo>
                    <a:pt x="3939012" y="3473078"/>
                  </a:lnTo>
                  <a:lnTo>
                    <a:pt x="3979430" y="3473040"/>
                  </a:lnTo>
                  <a:lnTo>
                    <a:pt x="4003477" y="3473019"/>
                  </a:lnTo>
                  <a:lnTo>
                    <a:pt x="4014127" y="3473011"/>
                  </a:lnTo>
                  <a:lnTo>
                    <a:pt x="4016409" y="3473010"/>
                  </a:lnTo>
                  <a:lnTo>
                    <a:pt x="4538543" y="3473010"/>
                  </a:lnTo>
                  <a:lnTo>
                    <a:pt x="4539643" y="3472918"/>
                  </a:lnTo>
                  <a:lnTo>
                    <a:pt x="4546861" y="3472262"/>
                  </a:lnTo>
                  <a:lnTo>
                    <a:pt x="4564992" y="3470448"/>
                  </a:lnTo>
                  <a:lnTo>
                    <a:pt x="4597245" y="3466882"/>
                  </a:lnTo>
                  <a:lnTo>
                    <a:pt x="4644978" y="3461023"/>
                  </a:lnTo>
                  <a:lnTo>
                    <a:pt x="4707604" y="3452446"/>
                  </a:lnTo>
                  <a:lnTo>
                    <a:pt x="4782824" y="3440884"/>
                  </a:lnTo>
                  <a:lnTo>
                    <a:pt x="4867174" y="3426224"/>
                  </a:lnTo>
                  <a:lnTo>
                    <a:pt x="4956737" y="3408471"/>
                  </a:lnTo>
                  <a:lnTo>
                    <a:pt x="5047797" y="3387692"/>
                  </a:lnTo>
                  <a:lnTo>
                    <a:pt x="5137291" y="3363947"/>
                  </a:lnTo>
                  <a:lnTo>
                    <a:pt x="5223017" y="3337236"/>
                  </a:lnTo>
                  <a:lnTo>
                    <a:pt x="5303633" y="3307464"/>
                  </a:lnTo>
                  <a:lnTo>
                    <a:pt x="5378536" y="3274420"/>
                  </a:lnTo>
                  <a:lnTo>
                    <a:pt x="5447690" y="3237772"/>
                  </a:lnTo>
                  <a:lnTo>
                    <a:pt x="5511450" y="3197074"/>
                  </a:lnTo>
                  <a:lnTo>
                    <a:pt x="5570429" y="3151773"/>
                  </a:lnTo>
                  <a:lnTo>
                    <a:pt x="5625378" y="3101243"/>
                  </a:lnTo>
                  <a:lnTo>
                    <a:pt x="5677109" y="3044829"/>
                  </a:lnTo>
                  <a:lnTo>
                    <a:pt x="5726424" y="2981929"/>
                  </a:lnTo>
                  <a:lnTo>
                    <a:pt x="5774057" y="2912142"/>
                  </a:lnTo>
                  <a:lnTo>
                    <a:pt x="5784835" y="2895116"/>
                  </a:lnTo>
                  <a:lnTo>
                    <a:pt x="5819148" y="2837951"/>
                  </a:lnTo>
                  <a:lnTo>
                    <a:pt x="5853149" y="2776936"/>
                  </a:lnTo>
                  <a:lnTo>
                    <a:pt x="5887017" y="2711993"/>
                  </a:lnTo>
                  <a:lnTo>
                    <a:pt x="5920894" y="2643093"/>
                  </a:lnTo>
                  <a:lnTo>
                    <a:pt x="5954890" y="2570269"/>
                  </a:lnTo>
                  <a:lnTo>
                    <a:pt x="5989088" y="2493612"/>
                  </a:lnTo>
                  <a:lnTo>
                    <a:pt x="6023545" y="2413282"/>
                  </a:lnTo>
                  <a:lnTo>
                    <a:pt x="6058293" y="2329506"/>
                  </a:lnTo>
                  <a:lnTo>
                    <a:pt x="6093342" y="2242582"/>
                  </a:lnTo>
                  <a:lnTo>
                    <a:pt x="6128680" y="2152871"/>
                  </a:lnTo>
                  <a:lnTo>
                    <a:pt x="6164279" y="2060799"/>
                  </a:lnTo>
                  <a:lnTo>
                    <a:pt x="6200096" y="1966847"/>
                  </a:lnTo>
                  <a:lnTo>
                    <a:pt x="6236075" y="1871539"/>
                  </a:lnTo>
                  <a:lnTo>
                    <a:pt x="6272150" y="1775433"/>
                  </a:lnTo>
                  <a:lnTo>
                    <a:pt x="6308253" y="1679108"/>
                  </a:lnTo>
                  <a:lnTo>
                    <a:pt x="6344311" y="1583148"/>
                  </a:lnTo>
                  <a:lnTo>
                    <a:pt x="6380254" y="1488128"/>
                  </a:lnTo>
                  <a:lnTo>
                    <a:pt x="6416022" y="1394599"/>
                  </a:lnTo>
                  <a:lnTo>
                    <a:pt x="6451559" y="1303076"/>
                  </a:lnTo>
                  <a:lnTo>
                    <a:pt x="6486827" y="1214026"/>
                  </a:lnTo>
                  <a:lnTo>
                    <a:pt x="6521800" y="1127858"/>
                  </a:lnTo>
                  <a:lnTo>
                    <a:pt x="6556474" y="1044920"/>
                  </a:lnTo>
                  <a:lnTo>
                    <a:pt x="6590862" y="965492"/>
                  </a:lnTo>
                  <a:lnTo>
                    <a:pt x="6625004" y="889782"/>
                  </a:lnTo>
                  <a:lnTo>
                    <a:pt x="6658961" y="817935"/>
                  </a:lnTo>
                  <a:lnTo>
                    <a:pt x="6692824" y="750026"/>
                  </a:lnTo>
                  <a:lnTo>
                    <a:pt x="6726710" y="686071"/>
                  </a:lnTo>
                  <a:lnTo>
                    <a:pt x="6760772" y="626030"/>
                  </a:lnTo>
                  <a:lnTo>
                    <a:pt x="6786527" y="583541"/>
                  </a:lnTo>
                  <a:lnTo>
                    <a:pt x="6833865" y="512152"/>
                  </a:lnTo>
                  <a:lnTo>
                    <a:pt x="6882732" y="447693"/>
                  </a:lnTo>
                  <a:lnTo>
                    <a:pt x="6933837" y="389837"/>
                  </a:lnTo>
                  <a:lnTo>
                    <a:pt x="6987974" y="338012"/>
                  </a:lnTo>
                  <a:lnTo>
                    <a:pt x="7045957" y="291567"/>
                  </a:lnTo>
                  <a:lnTo>
                    <a:pt x="7108558" y="249862"/>
                  </a:lnTo>
                  <a:lnTo>
                    <a:pt x="7176428" y="212327"/>
                  </a:lnTo>
                  <a:lnTo>
                    <a:pt x="7249996" y="178489"/>
                  </a:lnTo>
                  <a:lnTo>
                    <a:pt x="7329329" y="147987"/>
                  </a:lnTo>
                  <a:lnTo>
                    <a:pt x="7413970" y="120585"/>
                  </a:lnTo>
                  <a:lnTo>
                    <a:pt x="7502760" y="96161"/>
                  </a:lnTo>
                  <a:lnTo>
                    <a:pt x="7593702" y="74697"/>
                  </a:lnTo>
                  <a:lnTo>
                    <a:pt x="7683919" y="56242"/>
                  </a:lnTo>
                  <a:lnTo>
                    <a:pt x="7769817" y="40867"/>
                  </a:lnTo>
                  <a:lnTo>
                    <a:pt x="7847470" y="28597"/>
                  </a:lnTo>
                  <a:lnTo>
                    <a:pt x="7913248" y="19352"/>
                  </a:lnTo>
                  <a:lnTo>
                    <a:pt x="7964524" y="12901"/>
                  </a:lnTo>
                  <a:lnTo>
                    <a:pt x="8000286" y="8852"/>
                  </a:lnTo>
                  <a:lnTo>
                    <a:pt x="8021443" y="6687"/>
                  </a:lnTo>
                  <a:lnTo>
                    <a:pt x="8030798" y="5818"/>
                  </a:lnTo>
                  <a:lnTo>
                    <a:pt x="8032819" y="5647"/>
                  </a:lnTo>
                  <a:lnTo>
                    <a:pt x="8554953" y="5647"/>
                  </a:lnTo>
                  <a:lnTo>
                    <a:pt x="8554953" y="0"/>
                  </a:lnTo>
                  <a:lnTo>
                    <a:pt x="8032819" y="0"/>
                  </a:lnTo>
                  <a:lnTo>
                    <a:pt x="8031719" y="91"/>
                  </a:lnTo>
                  <a:lnTo>
                    <a:pt x="8024501" y="747"/>
                  </a:lnTo>
                  <a:lnTo>
                    <a:pt x="8006370" y="2561"/>
                  </a:lnTo>
                  <a:lnTo>
                    <a:pt x="7974117" y="6127"/>
                  </a:lnTo>
                  <a:lnTo>
                    <a:pt x="7926384" y="11987"/>
                  </a:lnTo>
                  <a:lnTo>
                    <a:pt x="7863758" y="20563"/>
                  </a:lnTo>
                  <a:lnTo>
                    <a:pt x="7788538" y="32125"/>
                  </a:lnTo>
                  <a:lnTo>
                    <a:pt x="7704188" y="46786"/>
                  </a:lnTo>
                  <a:lnTo>
                    <a:pt x="7614625" y="64538"/>
                  </a:lnTo>
                  <a:lnTo>
                    <a:pt x="7523565" y="85317"/>
                  </a:lnTo>
                  <a:lnTo>
                    <a:pt x="7434071" y="109062"/>
                  </a:lnTo>
                  <a:lnTo>
                    <a:pt x="7348345" y="135773"/>
                  </a:lnTo>
                  <a:lnTo>
                    <a:pt x="7267729" y="165545"/>
                  </a:lnTo>
                  <a:lnTo>
                    <a:pt x="7192825" y="198590"/>
                  </a:lnTo>
                  <a:lnTo>
                    <a:pt x="7123672" y="235237"/>
                  </a:lnTo>
                  <a:lnTo>
                    <a:pt x="7059912" y="275936"/>
                  </a:lnTo>
                  <a:lnTo>
                    <a:pt x="7000933" y="321236"/>
                  </a:lnTo>
                  <a:lnTo>
                    <a:pt x="6945984" y="371766"/>
                  </a:lnTo>
                  <a:lnTo>
                    <a:pt x="6894253" y="428181"/>
                  </a:lnTo>
                  <a:lnTo>
                    <a:pt x="6844938" y="491080"/>
                  </a:lnTo>
                  <a:lnTo>
                    <a:pt x="6797305" y="560868"/>
                  </a:lnTo>
                  <a:lnTo>
                    <a:pt x="6786527" y="577893"/>
                  </a:lnTo>
                  <a:lnTo>
                    <a:pt x="6752214" y="635058"/>
                  </a:lnTo>
                  <a:lnTo>
                    <a:pt x="6718212" y="696073"/>
                  </a:lnTo>
                  <a:lnTo>
                    <a:pt x="6684345" y="761017"/>
                  </a:lnTo>
                  <a:lnTo>
                    <a:pt x="6650468" y="829916"/>
                  </a:lnTo>
                  <a:lnTo>
                    <a:pt x="6616472" y="902740"/>
                  </a:lnTo>
                  <a:lnTo>
                    <a:pt x="6582274" y="979397"/>
                  </a:lnTo>
                  <a:lnTo>
                    <a:pt x="6547816" y="1059727"/>
                  </a:lnTo>
                  <a:lnTo>
                    <a:pt x="6513069" y="1143503"/>
                  </a:lnTo>
                  <a:lnTo>
                    <a:pt x="6478020" y="1230428"/>
                  </a:lnTo>
                  <a:lnTo>
                    <a:pt x="6442682" y="1320138"/>
                  </a:lnTo>
                  <a:lnTo>
                    <a:pt x="6407083" y="1412210"/>
                  </a:lnTo>
                  <a:lnTo>
                    <a:pt x="6371266" y="1506162"/>
                  </a:lnTo>
                  <a:lnTo>
                    <a:pt x="6335287" y="1601471"/>
                  </a:lnTo>
                  <a:lnTo>
                    <a:pt x="6299212" y="1697576"/>
                  </a:lnTo>
                  <a:lnTo>
                    <a:pt x="6263109" y="1793901"/>
                  </a:lnTo>
                  <a:lnTo>
                    <a:pt x="6227051" y="1889861"/>
                  </a:lnTo>
                  <a:lnTo>
                    <a:pt x="6191107" y="1984881"/>
                  </a:lnTo>
                  <a:lnTo>
                    <a:pt x="6155340" y="2078410"/>
                  </a:lnTo>
                  <a:lnTo>
                    <a:pt x="6119803" y="2169933"/>
                  </a:lnTo>
                  <a:lnTo>
                    <a:pt x="6084535" y="2258984"/>
                  </a:lnTo>
                  <a:lnTo>
                    <a:pt x="6049562" y="2345151"/>
                  </a:lnTo>
                  <a:lnTo>
                    <a:pt x="6014888" y="2428089"/>
                  </a:lnTo>
                  <a:lnTo>
                    <a:pt x="5980500" y="2507518"/>
                  </a:lnTo>
                  <a:lnTo>
                    <a:pt x="5946358" y="2583227"/>
                  </a:lnTo>
                  <a:lnTo>
                    <a:pt x="5912401" y="2655074"/>
                  </a:lnTo>
                  <a:lnTo>
                    <a:pt x="5878538" y="2722983"/>
                  </a:lnTo>
                  <a:lnTo>
                    <a:pt x="5844652" y="2786938"/>
                  </a:lnTo>
                  <a:lnTo>
                    <a:pt x="5810590" y="2846979"/>
                  </a:lnTo>
                  <a:lnTo>
                    <a:pt x="5784835" y="2889469"/>
                  </a:lnTo>
                  <a:lnTo>
                    <a:pt x="5737497" y="2960858"/>
                  </a:lnTo>
                  <a:lnTo>
                    <a:pt x="5688630" y="3025316"/>
                  </a:lnTo>
                  <a:lnTo>
                    <a:pt x="5637525" y="3083173"/>
                  </a:lnTo>
                  <a:lnTo>
                    <a:pt x="5583388" y="3134998"/>
                  </a:lnTo>
                  <a:lnTo>
                    <a:pt x="5525405" y="3181443"/>
                  </a:lnTo>
                  <a:lnTo>
                    <a:pt x="5462804" y="3223147"/>
                  </a:lnTo>
                  <a:lnTo>
                    <a:pt x="5394934" y="3260682"/>
                  </a:lnTo>
                  <a:lnTo>
                    <a:pt x="5321366" y="3294521"/>
                  </a:lnTo>
                  <a:lnTo>
                    <a:pt x="5242033" y="3325022"/>
                  </a:lnTo>
                  <a:lnTo>
                    <a:pt x="5157392" y="3352425"/>
                  </a:lnTo>
                  <a:lnTo>
                    <a:pt x="5068602" y="3376848"/>
                  </a:lnTo>
                  <a:lnTo>
                    <a:pt x="4977660" y="3398313"/>
                  </a:lnTo>
                  <a:lnTo>
                    <a:pt x="4887443" y="3416767"/>
                  </a:lnTo>
                  <a:lnTo>
                    <a:pt x="4801545" y="3432143"/>
                  </a:lnTo>
                  <a:lnTo>
                    <a:pt x="4723892" y="3444412"/>
                  </a:lnTo>
                  <a:lnTo>
                    <a:pt x="4658114" y="3453657"/>
                  </a:lnTo>
                  <a:lnTo>
                    <a:pt x="4606838" y="3460108"/>
                  </a:lnTo>
                  <a:lnTo>
                    <a:pt x="4571076" y="3464157"/>
                  </a:lnTo>
                  <a:lnTo>
                    <a:pt x="4549919" y="3466322"/>
                  </a:lnTo>
                  <a:lnTo>
                    <a:pt x="4540563" y="3467191"/>
                  </a:lnTo>
                  <a:lnTo>
                    <a:pt x="4538543" y="3467363"/>
                  </a:lnTo>
                  <a:lnTo>
                    <a:pt x="4016409" y="3467363"/>
                  </a:lnTo>
                  <a:lnTo>
                    <a:pt x="4015139" y="3467363"/>
                  </a:lnTo>
                  <a:lnTo>
                    <a:pt x="4006838" y="3467370"/>
                  </a:lnTo>
                  <a:lnTo>
                    <a:pt x="3986086" y="3467387"/>
                  </a:lnTo>
                  <a:lnTo>
                    <a:pt x="3949427" y="3467420"/>
                  </a:lnTo>
                  <a:lnTo>
                    <a:pt x="3895683" y="3467475"/>
                  </a:lnTo>
                  <a:lnTo>
                    <a:pt x="3826012" y="3467556"/>
                  </a:lnTo>
                  <a:lnTo>
                    <a:pt x="3743511" y="3467663"/>
                  </a:lnTo>
                  <a:lnTo>
                    <a:pt x="3652439" y="3467798"/>
                  </a:lnTo>
                  <a:lnTo>
                    <a:pt x="3557313" y="3467961"/>
                  </a:lnTo>
                  <a:lnTo>
                    <a:pt x="3462153" y="3468151"/>
                  </a:lnTo>
                  <a:lnTo>
                    <a:pt x="3370046" y="3468367"/>
                  </a:lnTo>
                  <a:lnTo>
                    <a:pt x="3283006" y="3468610"/>
                  </a:lnTo>
                  <a:lnTo>
                    <a:pt x="3202077" y="3468882"/>
                  </a:lnTo>
                  <a:lnTo>
                    <a:pt x="3127526" y="3469185"/>
                  </a:lnTo>
                  <a:lnTo>
                    <a:pt x="3059071" y="3469523"/>
                  </a:lnTo>
                  <a:lnTo>
                    <a:pt x="2996073" y="3469901"/>
                  </a:lnTo>
                  <a:lnTo>
                    <a:pt x="2937692" y="3470325"/>
                  </a:lnTo>
                  <a:lnTo>
                    <a:pt x="2882996" y="3470800"/>
                  </a:lnTo>
                  <a:lnTo>
                    <a:pt x="2831051" y="3471334"/>
                  </a:lnTo>
                  <a:lnTo>
                    <a:pt x="2781000" y="3471929"/>
                  </a:lnTo>
                  <a:lnTo>
                    <a:pt x="2770117" y="3472069"/>
                  </a:lnTo>
                  <a:lnTo>
                    <a:pt x="2715862" y="3472821"/>
                  </a:lnTo>
                  <a:lnTo>
                    <a:pt x="2662130" y="3473654"/>
                  </a:lnTo>
                  <a:lnTo>
                    <a:pt x="2608332" y="3474567"/>
                  </a:lnTo>
                  <a:lnTo>
                    <a:pt x="2554077" y="3475559"/>
                  </a:lnTo>
                  <a:lnTo>
                    <a:pt x="2499146" y="3476625"/>
                  </a:lnTo>
                  <a:lnTo>
                    <a:pt x="2443465" y="3477756"/>
                  </a:lnTo>
                  <a:lnTo>
                    <a:pt x="2387093" y="3478939"/>
                  </a:lnTo>
                  <a:lnTo>
                    <a:pt x="2330190" y="3480159"/>
                  </a:lnTo>
                  <a:lnTo>
                    <a:pt x="2272993" y="3481400"/>
                  </a:lnTo>
                  <a:lnTo>
                    <a:pt x="2215777" y="3482641"/>
                  </a:lnTo>
                  <a:lnTo>
                    <a:pt x="2158822" y="3483865"/>
                  </a:lnTo>
                  <a:lnTo>
                    <a:pt x="2102369" y="3485054"/>
                  </a:lnTo>
                  <a:lnTo>
                    <a:pt x="2046593" y="3486192"/>
                  </a:lnTo>
                  <a:lnTo>
                    <a:pt x="1991565" y="3487267"/>
                  </a:lnTo>
                  <a:lnTo>
                    <a:pt x="1937232" y="3488269"/>
                  </a:lnTo>
                  <a:lnTo>
                    <a:pt x="1883393" y="3489193"/>
                  </a:lnTo>
                  <a:lnTo>
                    <a:pt x="1829681" y="3490036"/>
                  </a:lnTo>
                  <a:lnTo>
                    <a:pt x="1775535" y="3490799"/>
                  </a:lnTo>
                  <a:lnTo>
                    <a:pt x="1768425" y="3490892"/>
                  </a:lnTo>
                  <a:lnTo>
                    <a:pt x="1718691" y="3491501"/>
                  </a:lnTo>
                  <a:lnTo>
                    <a:pt x="1667234" y="3492048"/>
                  </a:lnTo>
                  <a:lnTo>
                    <a:pt x="1613225" y="3492536"/>
                  </a:lnTo>
                  <a:lnTo>
                    <a:pt x="1555740" y="3492971"/>
                  </a:lnTo>
                  <a:lnTo>
                    <a:pt x="1493840" y="3493358"/>
                  </a:lnTo>
                  <a:lnTo>
                    <a:pt x="1426656" y="3493705"/>
                  </a:lnTo>
                  <a:lnTo>
                    <a:pt x="1353492" y="3494015"/>
                  </a:lnTo>
                  <a:lnTo>
                    <a:pt x="1273973" y="3494293"/>
                  </a:lnTo>
                  <a:lnTo>
                    <a:pt x="1188225" y="3494543"/>
                  </a:lnTo>
                  <a:lnTo>
                    <a:pt x="1097100" y="3494765"/>
                  </a:lnTo>
                  <a:lnTo>
                    <a:pt x="1002387" y="3494960"/>
                  </a:lnTo>
                  <a:lnTo>
                    <a:pt x="906936" y="3495129"/>
                  </a:lnTo>
                  <a:lnTo>
                    <a:pt x="814586" y="3495270"/>
                  </a:lnTo>
                  <a:lnTo>
                    <a:pt x="729801" y="3495384"/>
                  </a:lnTo>
                  <a:lnTo>
                    <a:pt x="656972" y="3495470"/>
                  </a:lnTo>
                  <a:lnTo>
                    <a:pt x="599531" y="3495530"/>
                  </a:lnTo>
                  <a:lnTo>
                    <a:pt x="559112" y="3495568"/>
                  </a:lnTo>
                  <a:lnTo>
                    <a:pt x="535065" y="3495589"/>
                  </a:lnTo>
                  <a:lnTo>
                    <a:pt x="524415" y="3495597"/>
                  </a:lnTo>
                  <a:lnTo>
                    <a:pt x="522133" y="3495598"/>
                  </a:lnTo>
                  <a:lnTo>
                    <a:pt x="0" y="3495598"/>
                  </a:lnTo>
                  <a:close/>
                </a:path>
              </a:pathLst>
            </a:custGeom>
            <a:solidFill>
              <a:srgbClr val="C3CD83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1968" name="pl1968"/>
            <p:cNvSpPr/>
            <p:nvPr/>
          </p:nvSpPr>
          <p:spPr>
            <a:xfrm>
              <a:off x="386606" y="2473100"/>
              <a:ext cx="8554953" cy="3495598"/>
            </a:xfrm>
            <a:custGeom>
              <a:avLst/>
              <a:pathLst>
                <a:path w="8554953" h="3495598">
                  <a:moveTo>
                    <a:pt x="0" y="3495598"/>
                  </a:moveTo>
                  <a:lnTo>
                    <a:pt x="522133" y="3495598"/>
                  </a:lnTo>
                  <a:lnTo>
                    <a:pt x="523403" y="3495598"/>
                  </a:lnTo>
                  <a:lnTo>
                    <a:pt x="531704" y="3495591"/>
                  </a:lnTo>
                  <a:lnTo>
                    <a:pt x="552456" y="3495574"/>
                  </a:lnTo>
                  <a:lnTo>
                    <a:pt x="589115" y="3495541"/>
                  </a:lnTo>
                  <a:lnTo>
                    <a:pt x="642859" y="3495486"/>
                  </a:lnTo>
                  <a:lnTo>
                    <a:pt x="712530" y="3495405"/>
                  </a:lnTo>
                  <a:lnTo>
                    <a:pt x="795031" y="3495298"/>
                  </a:lnTo>
                  <a:lnTo>
                    <a:pt x="886103" y="3495163"/>
                  </a:lnTo>
                  <a:lnTo>
                    <a:pt x="981230" y="3495000"/>
                  </a:lnTo>
                  <a:lnTo>
                    <a:pt x="1076389" y="3494810"/>
                  </a:lnTo>
                  <a:lnTo>
                    <a:pt x="1168497" y="3494594"/>
                  </a:lnTo>
                  <a:lnTo>
                    <a:pt x="1255536" y="3494351"/>
                  </a:lnTo>
                  <a:lnTo>
                    <a:pt x="1336466" y="3494079"/>
                  </a:lnTo>
                  <a:lnTo>
                    <a:pt x="1411016" y="3493776"/>
                  </a:lnTo>
                  <a:lnTo>
                    <a:pt x="1479471" y="3493438"/>
                  </a:lnTo>
                  <a:lnTo>
                    <a:pt x="1542469" y="3493060"/>
                  </a:lnTo>
                  <a:lnTo>
                    <a:pt x="1600850" y="3492636"/>
                  </a:lnTo>
                  <a:lnTo>
                    <a:pt x="1655546" y="3492161"/>
                  </a:lnTo>
                  <a:lnTo>
                    <a:pt x="1707491" y="3491627"/>
                  </a:lnTo>
                  <a:lnTo>
                    <a:pt x="1757543" y="3491032"/>
                  </a:lnTo>
                  <a:lnTo>
                    <a:pt x="1768425" y="3490892"/>
                  </a:lnTo>
                  <a:lnTo>
                    <a:pt x="1822680" y="3490140"/>
                  </a:lnTo>
                  <a:lnTo>
                    <a:pt x="1876412" y="3489307"/>
                  </a:lnTo>
                  <a:lnTo>
                    <a:pt x="1930211" y="3488394"/>
                  </a:lnTo>
                  <a:lnTo>
                    <a:pt x="1984465" y="3487402"/>
                  </a:lnTo>
                  <a:lnTo>
                    <a:pt x="2039396" y="3486336"/>
                  </a:lnTo>
                  <a:lnTo>
                    <a:pt x="2095077" y="3485205"/>
                  </a:lnTo>
                  <a:lnTo>
                    <a:pt x="2151449" y="3484022"/>
                  </a:lnTo>
                  <a:lnTo>
                    <a:pt x="2208352" y="3482802"/>
                  </a:lnTo>
                  <a:lnTo>
                    <a:pt x="2265549" y="3481561"/>
                  </a:lnTo>
                  <a:lnTo>
                    <a:pt x="2322765" y="3480320"/>
                  </a:lnTo>
                  <a:lnTo>
                    <a:pt x="2379721" y="3479096"/>
                  </a:lnTo>
                  <a:lnTo>
                    <a:pt x="2436173" y="3477907"/>
                  </a:lnTo>
                  <a:lnTo>
                    <a:pt x="2491949" y="3476769"/>
                  </a:lnTo>
                  <a:lnTo>
                    <a:pt x="2546977" y="3475694"/>
                  </a:lnTo>
                  <a:lnTo>
                    <a:pt x="2601310" y="3474692"/>
                  </a:lnTo>
                  <a:lnTo>
                    <a:pt x="2655149" y="3473768"/>
                  </a:lnTo>
                  <a:lnTo>
                    <a:pt x="2708862" y="3472925"/>
                  </a:lnTo>
                  <a:lnTo>
                    <a:pt x="2763008" y="3472162"/>
                  </a:lnTo>
                  <a:lnTo>
                    <a:pt x="2770117" y="3472069"/>
                  </a:lnTo>
                  <a:lnTo>
                    <a:pt x="2819851" y="3471460"/>
                  </a:lnTo>
                  <a:lnTo>
                    <a:pt x="2871308" y="3470913"/>
                  </a:lnTo>
                  <a:lnTo>
                    <a:pt x="2925317" y="3470425"/>
                  </a:lnTo>
                  <a:lnTo>
                    <a:pt x="2982802" y="3469990"/>
                  </a:lnTo>
                  <a:lnTo>
                    <a:pt x="3044702" y="3469603"/>
                  </a:lnTo>
                  <a:lnTo>
                    <a:pt x="3111886" y="3469256"/>
                  </a:lnTo>
                  <a:lnTo>
                    <a:pt x="3185050" y="3468946"/>
                  </a:lnTo>
                  <a:lnTo>
                    <a:pt x="3264570" y="3468668"/>
                  </a:lnTo>
                  <a:lnTo>
                    <a:pt x="3350318" y="3468418"/>
                  </a:lnTo>
                  <a:lnTo>
                    <a:pt x="3441442" y="3468196"/>
                  </a:lnTo>
                  <a:lnTo>
                    <a:pt x="3536155" y="3468001"/>
                  </a:lnTo>
                  <a:lnTo>
                    <a:pt x="3631606" y="3467832"/>
                  </a:lnTo>
                  <a:lnTo>
                    <a:pt x="3723956" y="3467690"/>
                  </a:lnTo>
                  <a:lnTo>
                    <a:pt x="3808741" y="3467577"/>
                  </a:lnTo>
                  <a:lnTo>
                    <a:pt x="3881570" y="3467491"/>
                  </a:lnTo>
                  <a:lnTo>
                    <a:pt x="3939012" y="3467431"/>
                  </a:lnTo>
                  <a:lnTo>
                    <a:pt x="3979430" y="3467393"/>
                  </a:lnTo>
                  <a:lnTo>
                    <a:pt x="4003477" y="3467372"/>
                  </a:lnTo>
                  <a:lnTo>
                    <a:pt x="4014127" y="3467364"/>
                  </a:lnTo>
                  <a:lnTo>
                    <a:pt x="4016395" y="3467363"/>
                  </a:lnTo>
                  <a:lnTo>
                    <a:pt x="4016409" y="3467363"/>
                  </a:lnTo>
                  <a:lnTo>
                    <a:pt x="4538543" y="3467363"/>
                  </a:lnTo>
                  <a:lnTo>
                    <a:pt x="4539643" y="3467271"/>
                  </a:lnTo>
                  <a:lnTo>
                    <a:pt x="4546861" y="3466615"/>
                  </a:lnTo>
                  <a:lnTo>
                    <a:pt x="4564992" y="3464801"/>
                  </a:lnTo>
                  <a:lnTo>
                    <a:pt x="4597245" y="3461235"/>
                  </a:lnTo>
                  <a:lnTo>
                    <a:pt x="4644978" y="3455375"/>
                  </a:lnTo>
                  <a:lnTo>
                    <a:pt x="4707604" y="3446799"/>
                  </a:lnTo>
                  <a:lnTo>
                    <a:pt x="4782824" y="3435237"/>
                  </a:lnTo>
                  <a:lnTo>
                    <a:pt x="4867174" y="3420576"/>
                  </a:lnTo>
                  <a:lnTo>
                    <a:pt x="4956737" y="3402824"/>
                  </a:lnTo>
                  <a:lnTo>
                    <a:pt x="5047797" y="3382045"/>
                  </a:lnTo>
                  <a:lnTo>
                    <a:pt x="5137291" y="3358300"/>
                  </a:lnTo>
                  <a:lnTo>
                    <a:pt x="5223017" y="3331589"/>
                  </a:lnTo>
                  <a:lnTo>
                    <a:pt x="5303633" y="3301817"/>
                  </a:lnTo>
                  <a:lnTo>
                    <a:pt x="5378536" y="3268772"/>
                  </a:lnTo>
                  <a:lnTo>
                    <a:pt x="5447690" y="3232125"/>
                  </a:lnTo>
                  <a:lnTo>
                    <a:pt x="5511450" y="3191427"/>
                  </a:lnTo>
                  <a:lnTo>
                    <a:pt x="5570429" y="3146126"/>
                  </a:lnTo>
                  <a:lnTo>
                    <a:pt x="5625378" y="3095596"/>
                  </a:lnTo>
                  <a:lnTo>
                    <a:pt x="5677109" y="3039181"/>
                  </a:lnTo>
                  <a:lnTo>
                    <a:pt x="5726424" y="2976282"/>
                  </a:lnTo>
                  <a:lnTo>
                    <a:pt x="5774057" y="2906494"/>
                  </a:lnTo>
                  <a:lnTo>
                    <a:pt x="5784835" y="2889469"/>
                  </a:lnTo>
                  <a:lnTo>
                    <a:pt x="5819148" y="2832304"/>
                  </a:lnTo>
                  <a:lnTo>
                    <a:pt x="5853149" y="2771289"/>
                  </a:lnTo>
                  <a:lnTo>
                    <a:pt x="5887017" y="2706345"/>
                  </a:lnTo>
                  <a:lnTo>
                    <a:pt x="5920894" y="2637446"/>
                  </a:lnTo>
                  <a:lnTo>
                    <a:pt x="5954890" y="2564622"/>
                  </a:lnTo>
                  <a:lnTo>
                    <a:pt x="5989088" y="2487965"/>
                  </a:lnTo>
                  <a:lnTo>
                    <a:pt x="6023545" y="2407635"/>
                  </a:lnTo>
                  <a:lnTo>
                    <a:pt x="6058293" y="2323859"/>
                  </a:lnTo>
                  <a:lnTo>
                    <a:pt x="6093342" y="2236934"/>
                  </a:lnTo>
                  <a:lnTo>
                    <a:pt x="6128680" y="2147224"/>
                  </a:lnTo>
                  <a:lnTo>
                    <a:pt x="6164279" y="2055152"/>
                  </a:lnTo>
                  <a:lnTo>
                    <a:pt x="6200096" y="1961200"/>
                  </a:lnTo>
                  <a:lnTo>
                    <a:pt x="6236075" y="1865891"/>
                  </a:lnTo>
                  <a:lnTo>
                    <a:pt x="6272150" y="1769786"/>
                  </a:lnTo>
                  <a:lnTo>
                    <a:pt x="6308253" y="1673461"/>
                  </a:lnTo>
                  <a:lnTo>
                    <a:pt x="6344311" y="1577501"/>
                  </a:lnTo>
                  <a:lnTo>
                    <a:pt x="6380254" y="1482481"/>
                  </a:lnTo>
                  <a:lnTo>
                    <a:pt x="6416022" y="1388952"/>
                  </a:lnTo>
                  <a:lnTo>
                    <a:pt x="6451559" y="1297429"/>
                  </a:lnTo>
                  <a:lnTo>
                    <a:pt x="6486827" y="1208378"/>
                  </a:lnTo>
                  <a:lnTo>
                    <a:pt x="6521800" y="1122211"/>
                  </a:lnTo>
                  <a:lnTo>
                    <a:pt x="6556474" y="1039273"/>
                  </a:lnTo>
                  <a:lnTo>
                    <a:pt x="6590862" y="959845"/>
                  </a:lnTo>
                  <a:lnTo>
                    <a:pt x="6625004" y="884135"/>
                  </a:lnTo>
                  <a:lnTo>
                    <a:pt x="6658961" y="812288"/>
                  </a:lnTo>
                  <a:lnTo>
                    <a:pt x="6692824" y="744379"/>
                  </a:lnTo>
                  <a:lnTo>
                    <a:pt x="6726710" y="680424"/>
                  </a:lnTo>
                  <a:lnTo>
                    <a:pt x="6760772" y="620383"/>
                  </a:lnTo>
                  <a:lnTo>
                    <a:pt x="6786527" y="577893"/>
                  </a:lnTo>
                  <a:lnTo>
                    <a:pt x="6833865" y="506504"/>
                  </a:lnTo>
                  <a:lnTo>
                    <a:pt x="6882732" y="442046"/>
                  </a:lnTo>
                  <a:lnTo>
                    <a:pt x="6933837" y="384189"/>
                  </a:lnTo>
                  <a:lnTo>
                    <a:pt x="6987974" y="332365"/>
                  </a:lnTo>
                  <a:lnTo>
                    <a:pt x="7045957" y="285920"/>
                  </a:lnTo>
                  <a:lnTo>
                    <a:pt x="7108558" y="244215"/>
                  </a:lnTo>
                  <a:lnTo>
                    <a:pt x="7176428" y="206680"/>
                  </a:lnTo>
                  <a:lnTo>
                    <a:pt x="7249996" y="172841"/>
                  </a:lnTo>
                  <a:lnTo>
                    <a:pt x="7329329" y="142340"/>
                  </a:lnTo>
                  <a:lnTo>
                    <a:pt x="7413970" y="114938"/>
                  </a:lnTo>
                  <a:lnTo>
                    <a:pt x="7502760" y="90514"/>
                  </a:lnTo>
                  <a:lnTo>
                    <a:pt x="7593702" y="69049"/>
                  </a:lnTo>
                  <a:lnTo>
                    <a:pt x="7683919" y="50595"/>
                  </a:lnTo>
                  <a:lnTo>
                    <a:pt x="7769817" y="35220"/>
                  </a:lnTo>
                  <a:lnTo>
                    <a:pt x="7847470" y="22950"/>
                  </a:lnTo>
                  <a:lnTo>
                    <a:pt x="7913248" y="13705"/>
                  </a:lnTo>
                  <a:lnTo>
                    <a:pt x="7964524" y="7254"/>
                  </a:lnTo>
                  <a:lnTo>
                    <a:pt x="8000286" y="3205"/>
                  </a:lnTo>
                  <a:lnTo>
                    <a:pt x="8021443" y="1040"/>
                  </a:lnTo>
                  <a:lnTo>
                    <a:pt x="8030798" y="171"/>
                  </a:lnTo>
                  <a:lnTo>
                    <a:pt x="8032805" y="1"/>
                  </a:lnTo>
                  <a:lnTo>
                    <a:pt x="8032819" y="0"/>
                  </a:lnTo>
                  <a:lnTo>
                    <a:pt x="8554953" y="0"/>
                  </a:lnTo>
                  <a:lnTo>
                    <a:pt x="8554953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969" name="pl1969"/>
            <p:cNvSpPr/>
            <p:nvPr/>
          </p:nvSpPr>
          <p:spPr>
            <a:xfrm>
              <a:off x="386606" y="2467453"/>
              <a:ext cx="8554953" cy="3495598"/>
            </a:xfrm>
            <a:custGeom>
              <a:avLst/>
              <a:pathLst>
                <a:path w="8554953" h="3495598">
                  <a:moveTo>
                    <a:pt x="8554953" y="0"/>
                  </a:moveTo>
                  <a:lnTo>
                    <a:pt x="8032819" y="0"/>
                  </a:lnTo>
                  <a:lnTo>
                    <a:pt x="8031719" y="91"/>
                  </a:lnTo>
                  <a:lnTo>
                    <a:pt x="8024501" y="747"/>
                  </a:lnTo>
                  <a:lnTo>
                    <a:pt x="8006370" y="2561"/>
                  </a:lnTo>
                  <a:lnTo>
                    <a:pt x="7974117" y="6127"/>
                  </a:lnTo>
                  <a:lnTo>
                    <a:pt x="7926384" y="11987"/>
                  </a:lnTo>
                  <a:lnTo>
                    <a:pt x="7863758" y="20563"/>
                  </a:lnTo>
                  <a:lnTo>
                    <a:pt x="7788538" y="32125"/>
                  </a:lnTo>
                  <a:lnTo>
                    <a:pt x="7704188" y="46786"/>
                  </a:lnTo>
                  <a:lnTo>
                    <a:pt x="7614625" y="64538"/>
                  </a:lnTo>
                  <a:lnTo>
                    <a:pt x="7523565" y="85317"/>
                  </a:lnTo>
                  <a:lnTo>
                    <a:pt x="7434071" y="109062"/>
                  </a:lnTo>
                  <a:lnTo>
                    <a:pt x="7348345" y="135773"/>
                  </a:lnTo>
                  <a:lnTo>
                    <a:pt x="7267729" y="165545"/>
                  </a:lnTo>
                  <a:lnTo>
                    <a:pt x="7192825" y="198590"/>
                  </a:lnTo>
                  <a:lnTo>
                    <a:pt x="7123672" y="235237"/>
                  </a:lnTo>
                  <a:lnTo>
                    <a:pt x="7059912" y="275936"/>
                  </a:lnTo>
                  <a:lnTo>
                    <a:pt x="7000933" y="321236"/>
                  </a:lnTo>
                  <a:lnTo>
                    <a:pt x="6945984" y="371766"/>
                  </a:lnTo>
                  <a:lnTo>
                    <a:pt x="6894253" y="428181"/>
                  </a:lnTo>
                  <a:lnTo>
                    <a:pt x="6844938" y="491080"/>
                  </a:lnTo>
                  <a:lnTo>
                    <a:pt x="6797305" y="560868"/>
                  </a:lnTo>
                  <a:lnTo>
                    <a:pt x="6786527" y="577893"/>
                  </a:lnTo>
                  <a:lnTo>
                    <a:pt x="6752214" y="635058"/>
                  </a:lnTo>
                  <a:lnTo>
                    <a:pt x="6718212" y="696073"/>
                  </a:lnTo>
                  <a:lnTo>
                    <a:pt x="6684345" y="761017"/>
                  </a:lnTo>
                  <a:lnTo>
                    <a:pt x="6650468" y="829916"/>
                  </a:lnTo>
                  <a:lnTo>
                    <a:pt x="6616472" y="902740"/>
                  </a:lnTo>
                  <a:lnTo>
                    <a:pt x="6582274" y="979397"/>
                  </a:lnTo>
                  <a:lnTo>
                    <a:pt x="6547816" y="1059727"/>
                  </a:lnTo>
                  <a:lnTo>
                    <a:pt x="6513069" y="1143503"/>
                  </a:lnTo>
                  <a:lnTo>
                    <a:pt x="6478020" y="1230428"/>
                  </a:lnTo>
                  <a:lnTo>
                    <a:pt x="6442682" y="1320138"/>
                  </a:lnTo>
                  <a:lnTo>
                    <a:pt x="6407083" y="1412210"/>
                  </a:lnTo>
                  <a:lnTo>
                    <a:pt x="6371266" y="1506162"/>
                  </a:lnTo>
                  <a:lnTo>
                    <a:pt x="6335287" y="1601471"/>
                  </a:lnTo>
                  <a:lnTo>
                    <a:pt x="6299212" y="1697576"/>
                  </a:lnTo>
                  <a:lnTo>
                    <a:pt x="6263109" y="1793901"/>
                  </a:lnTo>
                  <a:lnTo>
                    <a:pt x="6227051" y="1889861"/>
                  </a:lnTo>
                  <a:lnTo>
                    <a:pt x="6191107" y="1984881"/>
                  </a:lnTo>
                  <a:lnTo>
                    <a:pt x="6155340" y="2078410"/>
                  </a:lnTo>
                  <a:lnTo>
                    <a:pt x="6119803" y="2169933"/>
                  </a:lnTo>
                  <a:lnTo>
                    <a:pt x="6084535" y="2258984"/>
                  </a:lnTo>
                  <a:lnTo>
                    <a:pt x="6049562" y="2345151"/>
                  </a:lnTo>
                  <a:lnTo>
                    <a:pt x="6014888" y="2428089"/>
                  </a:lnTo>
                  <a:lnTo>
                    <a:pt x="5980500" y="2507518"/>
                  </a:lnTo>
                  <a:lnTo>
                    <a:pt x="5946358" y="2583227"/>
                  </a:lnTo>
                  <a:lnTo>
                    <a:pt x="5912401" y="2655074"/>
                  </a:lnTo>
                  <a:lnTo>
                    <a:pt x="5878538" y="2722983"/>
                  </a:lnTo>
                  <a:lnTo>
                    <a:pt x="5844652" y="2786938"/>
                  </a:lnTo>
                  <a:lnTo>
                    <a:pt x="5810590" y="2846979"/>
                  </a:lnTo>
                  <a:lnTo>
                    <a:pt x="5784835" y="2889469"/>
                  </a:lnTo>
                  <a:lnTo>
                    <a:pt x="5737497" y="2960858"/>
                  </a:lnTo>
                  <a:lnTo>
                    <a:pt x="5688630" y="3025316"/>
                  </a:lnTo>
                  <a:lnTo>
                    <a:pt x="5637525" y="3083173"/>
                  </a:lnTo>
                  <a:lnTo>
                    <a:pt x="5583388" y="3134998"/>
                  </a:lnTo>
                  <a:lnTo>
                    <a:pt x="5525405" y="3181443"/>
                  </a:lnTo>
                  <a:lnTo>
                    <a:pt x="5462804" y="3223147"/>
                  </a:lnTo>
                  <a:lnTo>
                    <a:pt x="5394934" y="3260682"/>
                  </a:lnTo>
                  <a:lnTo>
                    <a:pt x="5321366" y="3294521"/>
                  </a:lnTo>
                  <a:lnTo>
                    <a:pt x="5242033" y="3325022"/>
                  </a:lnTo>
                  <a:lnTo>
                    <a:pt x="5157392" y="3352425"/>
                  </a:lnTo>
                  <a:lnTo>
                    <a:pt x="5068602" y="3376848"/>
                  </a:lnTo>
                  <a:lnTo>
                    <a:pt x="4977660" y="3398313"/>
                  </a:lnTo>
                  <a:lnTo>
                    <a:pt x="4887443" y="3416767"/>
                  </a:lnTo>
                  <a:lnTo>
                    <a:pt x="4801545" y="3432143"/>
                  </a:lnTo>
                  <a:lnTo>
                    <a:pt x="4723892" y="3444412"/>
                  </a:lnTo>
                  <a:lnTo>
                    <a:pt x="4658114" y="3453657"/>
                  </a:lnTo>
                  <a:lnTo>
                    <a:pt x="4606838" y="3460108"/>
                  </a:lnTo>
                  <a:lnTo>
                    <a:pt x="4571076" y="3464157"/>
                  </a:lnTo>
                  <a:lnTo>
                    <a:pt x="4549919" y="3466322"/>
                  </a:lnTo>
                  <a:lnTo>
                    <a:pt x="4540563" y="3467191"/>
                  </a:lnTo>
                  <a:lnTo>
                    <a:pt x="4538557" y="3467361"/>
                  </a:lnTo>
                  <a:lnTo>
                    <a:pt x="4538543" y="3467363"/>
                  </a:lnTo>
                  <a:lnTo>
                    <a:pt x="4016409" y="3467363"/>
                  </a:lnTo>
                  <a:lnTo>
                    <a:pt x="4015139" y="3467363"/>
                  </a:lnTo>
                  <a:lnTo>
                    <a:pt x="4006838" y="3467370"/>
                  </a:lnTo>
                  <a:lnTo>
                    <a:pt x="3986086" y="3467387"/>
                  </a:lnTo>
                  <a:lnTo>
                    <a:pt x="3949427" y="3467420"/>
                  </a:lnTo>
                  <a:lnTo>
                    <a:pt x="3895683" y="3467475"/>
                  </a:lnTo>
                  <a:lnTo>
                    <a:pt x="3826012" y="3467556"/>
                  </a:lnTo>
                  <a:lnTo>
                    <a:pt x="3743511" y="3467663"/>
                  </a:lnTo>
                  <a:lnTo>
                    <a:pt x="3652439" y="3467798"/>
                  </a:lnTo>
                  <a:lnTo>
                    <a:pt x="3557313" y="3467961"/>
                  </a:lnTo>
                  <a:lnTo>
                    <a:pt x="3462153" y="3468151"/>
                  </a:lnTo>
                  <a:lnTo>
                    <a:pt x="3370046" y="3468367"/>
                  </a:lnTo>
                  <a:lnTo>
                    <a:pt x="3283006" y="3468610"/>
                  </a:lnTo>
                  <a:lnTo>
                    <a:pt x="3202077" y="3468882"/>
                  </a:lnTo>
                  <a:lnTo>
                    <a:pt x="3127526" y="3469185"/>
                  </a:lnTo>
                  <a:lnTo>
                    <a:pt x="3059071" y="3469523"/>
                  </a:lnTo>
                  <a:lnTo>
                    <a:pt x="2996073" y="3469901"/>
                  </a:lnTo>
                  <a:lnTo>
                    <a:pt x="2937692" y="3470325"/>
                  </a:lnTo>
                  <a:lnTo>
                    <a:pt x="2882996" y="3470800"/>
                  </a:lnTo>
                  <a:lnTo>
                    <a:pt x="2831051" y="3471334"/>
                  </a:lnTo>
                  <a:lnTo>
                    <a:pt x="2781000" y="3471929"/>
                  </a:lnTo>
                  <a:lnTo>
                    <a:pt x="2770117" y="3472069"/>
                  </a:lnTo>
                  <a:lnTo>
                    <a:pt x="2715862" y="3472821"/>
                  </a:lnTo>
                  <a:lnTo>
                    <a:pt x="2662130" y="3473654"/>
                  </a:lnTo>
                  <a:lnTo>
                    <a:pt x="2608332" y="3474567"/>
                  </a:lnTo>
                  <a:lnTo>
                    <a:pt x="2554077" y="3475559"/>
                  </a:lnTo>
                  <a:lnTo>
                    <a:pt x="2499146" y="3476625"/>
                  </a:lnTo>
                  <a:lnTo>
                    <a:pt x="2443465" y="3477756"/>
                  </a:lnTo>
                  <a:lnTo>
                    <a:pt x="2387093" y="3478939"/>
                  </a:lnTo>
                  <a:lnTo>
                    <a:pt x="2330190" y="3480159"/>
                  </a:lnTo>
                  <a:lnTo>
                    <a:pt x="2272993" y="3481400"/>
                  </a:lnTo>
                  <a:lnTo>
                    <a:pt x="2215777" y="3482641"/>
                  </a:lnTo>
                  <a:lnTo>
                    <a:pt x="2158822" y="3483865"/>
                  </a:lnTo>
                  <a:lnTo>
                    <a:pt x="2102369" y="3485054"/>
                  </a:lnTo>
                  <a:lnTo>
                    <a:pt x="2046593" y="3486192"/>
                  </a:lnTo>
                  <a:lnTo>
                    <a:pt x="1991565" y="3487267"/>
                  </a:lnTo>
                  <a:lnTo>
                    <a:pt x="1937232" y="3488269"/>
                  </a:lnTo>
                  <a:lnTo>
                    <a:pt x="1883393" y="3489193"/>
                  </a:lnTo>
                  <a:lnTo>
                    <a:pt x="1829681" y="3490036"/>
                  </a:lnTo>
                  <a:lnTo>
                    <a:pt x="1775535" y="3490799"/>
                  </a:lnTo>
                  <a:lnTo>
                    <a:pt x="1768425" y="3490892"/>
                  </a:lnTo>
                  <a:lnTo>
                    <a:pt x="1718691" y="3491501"/>
                  </a:lnTo>
                  <a:lnTo>
                    <a:pt x="1667234" y="3492048"/>
                  </a:lnTo>
                  <a:lnTo>
                    <a:pt x="1613225" y="3492536"/>
                  </a:lnTo>
                  <a:lnTo>
                    <a:pt x="1555740" y="3492971"/>
                  </a:lnTo>
                  <a:lnTo>
                    <a:pt x="1493840" y="3493358"/>
                  </a:lnTo>
                  <a:lnTo>
                    <a:pt x="1426656" y="3493705"/>
                  </a:lnTo>
                  <a:lnTo>
                    <a:pt x="1353492" y="3494015"/>
                  </a:lnTo>
                  <a:lnTo>
                    <a:pt x="1273973" y="3494293"/>
                  </a:lnTo>
                  <a:lnTo>
                    <a:pt x="1188225" y="3494543"/>
                  </a:lnTo>
                  <a:lnTo>
                    <a:pt x="1097100" y="3494765"/>
                  </a:lnTo>
                  <a:lnTo>
                    <a:pt x="1002387" y="3494960"/>
                  </a:lnTo>
                  <a:lnTo>
                    <a:pt x="906936" y="3495129"/>
                  </a:lnTo>
                  <a:lnTo>
                    <a:pt x="814586" y="3495270"/>
                  </a:lnTo>
                  <a:lnTo>
                    <a:pt x="729801" y="3495384"/>
                  </a:lnTo>
                  <a:lnTo>
                    <a:pt x="656972" y="3495470"/>
                  </a:lnTo>
                  <a:lnTo>
                    <a:pt x="599531" y="3495530"/>
                  </a:lnTo>
                  <a:lnTo>
                    <a:pt x="559112" y="3495568"/>
                  </a:lnTo>
                  <a:lnTo>
                    <a:pt x="535065" y="3495589"/>
                  </a:lnTo>
                  <a:lnTo>
                    <a:pt x="524415" y="3495597"/>
                  </a:lnTo>
                  <a:lnTo>
                    <a:pt x="522147" y="3495598"/>
                  </a:lnTo>
                  <a:lnTo>
                    <a:pt x="522133" y="3495598"/>
                  </a:lnTo>
                  <a:lnTo>
                    <a:pt x="0" y="3495598"/>
                  </a:lnTo>
                  <a:lnTo>
                    <a:pt x="0" y="3495598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970" name="pg1970"/>
            <p:cNvSpPr/>
            <p:nvPr/>
          </p:nvSpPr>
          <p:spPr>
            <a:xfrm>
              <a:off x="386606" y="778948"/>
              <a:ext cx="8554953" cy="5155867"/>
            </a:xfrm>
            <a:custGeom>
              <a:avLst/>
              <a:pathLst>
                <a:path w="8554953" h="5155867">
                  <a:moveTo>
                    <a:pt x="0" y="5155867"/>
                  </a:moveTo>
                  <a:lnTo>
                    <a:pt x="522133" y="5155867"/>
                  </a:lnTo>
                  <a:lnTo>
                    <a:pt x="523251" y="5155779"/>
                  </a:lnTo>
                  <a:lnTo>
                    <a:pt x="530584" y="5155155"/>
                  </a:lnTo>
                  <a:lnTo>
                    <a:pt x="548995" y="5153428"/>
                  </a:lnTo>
                  <a:lnTo>
                    <a:pt x="581720" y="5150032"/>
                  </a:lnTo>
                  <a:lnTo>
                    <a:pt x="630103" y="5144455"/>
                  </a:lnTo>
                  <a:lnTo>
                    <a:pt x="693499" y="5136297"/>
                  </a:lnTo>
                  <a:lnTo>
                    <a:pt x="769527" y="5125306"/>
                  </a:lnTo>
                  <a:lnTo>
                    <a:pt x="854636" y="5111379"/>
                  </a:lnTo>
                  <a:lnTo>
                    <a:pt x="944842" y="5094528"/>
                  </a:lnTo>
                  <a:lnTo>
                    <a:pt x="1036389" y="5074814"/>
                  </a:lnTo>
                  <a:lnTo>
                    <a:pt x="1126208" y="5052293"/>
                  </a:lnTo>
                  <a:lnTo>
                    <a:pt x="1212112" y="5026962"/>
                  </a:lnTo>
                  <a:lnTo>
                    <a:pt x="1292789" y="4998722"/>
                  </a:lnTo>
                  <a:lnTo>
                    <a:pt x="1367670" y="4967365"/>
                  </a:lnTo>
                  <a:lnTo>
                    <a:pt x="1436754" y="4932567"/>
                  </a:lnTo>
                  <a:lnTo>
                    <a:pt x="1500429" y="4893894"/>
                  </a:lnTo>
                  <a:lnTo>
                    <a:pt x="1559332" y="4850814"/>
                  </a:lnTo>
                  <a:lnTo>
                    <a:pt x="1614236" y="4802724"/>
                  </a:lnTo>
                  <a:lnTo>
                    <a:pt x="1665968" y="4749002"/>
                  </a:lnTo>
                  <a:lnTo>
                    <a:pt x="1715340" y="4689088"/>
                  </a:lnTo>
                  <a:lnTo>
                    <a:pt x="1763086" y="4622630"/>
                  </a:lnTo>
                  <a:lnTo>
                    <a:pt x="1768425" y="4614679"/>
                  </a:lnTo>
                  <a:lnTo>
                    <a:pt x="1803683" y="4559612"/>
                  </a:lnTo>
                  <a:lnTo>
                    <a:pt x="1838618" y="4500733"/>
                  </a:lnTo>
                  <a:lnTo>
                    <a:pt x="1873421" y="4437966"/>
                  </a:lnTo>
                  <a:lnTo>
                    <a:pt x="1908244" y="4371287"/>
                  </a:lnTo>
                  <a:lnTo>
                    <a:pt x="1943204" y="4300732"/>
                  </a:lnTo>
                  <a:lnTo>
                    <a:pt x="1978387" y="4226406"/>
                  </a:lnTo>
                  <a:lnTo>
                    <a:pt x="2013851" y="4148479"/>
                  </a:lnTo>
                  <a:lnTo>
                    <a:pt x="2049626" y="4067196"/>
                  </a:lnTo>
                  <a:lnTo>
                    <a:pt x="2085717" y="3982873"/>
                  </a:lnTo>
                  <a:lnTo>
                    <a:pt x="2122109" y="3895894"/>
                  </a:lnTo>
                  <a:lnTo>
                    <a:pt x="2158765" y="3806706"/>
                  </a:lnTo>
                  <a:lnTo>
                    <a:pt x="2195634" y="3715813"/>
                  </a:lnTo>
                  <a:lnTo>
                    <a:pt x="2232651" y="3623758"/>
                  </a:lnTo>
                  <a:lnTo>
                    <a:pt x="2269745" y="3531120"/>
                  </a:lnTo>
                  <a:lnTo>
                    <a:pt x="2306838" y="3438490"/>
                  </a:lnTo>
                  <a:lnTo>
                    <a:pt x="2343853" y="3346458"/>
                  </a:lnTo>
                  <a:lnTo>
                    <a:pt x="2380717" y="3255601"/>
                  </a:lnTo>
                  <a:lnTo>
                    <a:pt x="2417367" y="3166464"/>
                  </a:lnTo>
                  <a:lnTo>
                    <a:pt x="2453751" y="3079548"/>
                  </a:lnTo>
                  <a:lnTo>
                    <a:pt x="2489834" y="2995297"/>
                  </a:lnTo>
                  <a:lnTo>
                    <a:pt x="2525601" y="2914097"/>
                  </a:lnTo>
                  <a:lnTo>
                    <a:pt x="2561057" y="2836259"/>
                  </a:lnTo>
                  <a:lnTo>
                    <a:pt x="2596234" y="2762027"/>
                  </a:lnTo>
                  <a:lnTo>
                    <a:pt x="2631190" y="2691571"/>
                  </a:lnTo>
                  <a:lnTo>
                    <a:pt x="2666010" y="2624992"/>
                  </a:lnTo>
                  <a:lnTo>
                    <a:pt x="2700814" y="2562325"/>
                  </a:lnTo>
                  <a:lnTo>
                    <a:pt x="2735755" y="2503544"/>
                  </a:lnTo>
                  <a:lnTo>
                    <a:pt x="2770117" y="2449931"/>
                  </a:lnTo>
                  <a:lnTo>
                    <a:pt x="2817719" y="2382725"/>
                  </a:lnTo>
                  <a:lnTo>
                    <a:pt x="2866872" y="2322081"/>
                  </a:lnTo>
                  <a:lnTo>
                    <a:pt x="2918296" y="2267683"/>
                  </a:lnTo>
                  <a:lnTo>
                    <a:pt x="2972799" y="2218985"/>
                  </a:lnTo>
                  <a:lnTo>
                    <a:pt x="3031208" y="2175368"/>
                  </a:lnTo>
                  <a:lnTo>
                    <a:pt x="3094307" y="2136224"/>
                  </a:lnTo>
                  <a:lnTo>
                    <a:pt x="3162752" y="2101011"/>
                  </a:lnTo>
                  <a:lnTo>
                    <a:pt x="3236967" y="2069282"/>
                  </a:lnTo>
                  <a:lnTo>
                    <a:pt x="3317003" y="2040701"/>
                  </a:lnTo>
                  <a:lnTo>
                    <a:pt x="3402365" y="2015047"/>
                  </a:lnTo>
                  <a:lnTo>
                    <a:pt x="3491833" y="1992209"/>
                  </a:lnTo>
                  <a:lnTo>
                    <a:pt x="3583323" y="1972175"/>
                  </a:lnTo>
                  <a:lnTo>
                    <a:pt x="3673860" y="1954995"/>
                  </a:lnTo>
                  <a:lnTo>
                    <a:pt x="3759749" y="1940735"/>
                  </a:lnTo>
                  <a:lnTo>
                    <a:pt x="3836999" y="1929414"/>
                  </a:lnTo>
                  <a:lnTo>
                    <a:pt x="3901975" y="1920944"/>
                  </a:lnTo>
                  <a:lnTo>
                    <a:pt x="3952128" y="1915092"/>
                  </a:lnTo>
                  <a:lnTo>
                    <a:pt x="3986599" y="1911473"/>
                  </a:lnTo>
                  <a:lnTo>
                    <a:pt x="4006503" y="1909585"/>
                  </a:lnTo>
                  <a:lnTo>
                    <a:pt x="4014876" y="1908864"/>
                  </a:lnTo>
                  <a:lnTo>
                    <a:pt x="4016409" y="1908743"/>
                  </a:lnTo>
                  <a:lnTo>
                    <a:pt x="4538543" y="1908743"/>
                  </a:lnTo>
                  <a:lnTo>
                    <a:pt x="4539755" y="1908688"/>
                  </a:lnTo>
                  <a:lnTo>
                    <a:pt x="4547691" y="1908290"/>
                  </a:lnTo>
                  <a:lnTo>
                    <a:pt x="4567561" y="1907189"/>
                  </a:lnTo>
                  <a:lnTo>
                    <a:pt x="4602745" y="1905027"/>
                  </a:lnTo>
                  <a:lnTo>
                    <a:pt x="4654487" y="1901484"/>
                  </a:lnTo>
                  <a:lnTo>
                    <a:pt x="4721832" y="1896314"/>
                  </a:lnTo>
                  <a:lnTo>
                    <a:pt x="4801955" y="1889375"/>
                  </a:lnTo>
                  <a:lnTo>
                    <a:pt x="4890862" y="1880615"/>
                  </a:lnTo>
                  <a:lnTo>
                    <a:pt x="4984229" y="1870050"/>
                  </a:lnTo>
                  <a:lnTo>
                    <a:pt x="5078123" y="1857724"/>
                  </a:lnTo>
                  <a:lnTo>
                    <a:pt x="5169454" y="1843664"/>
                  </a:lnTo>
                  <a:lnTo>
                    <a:pt x="5256134" y="1827851"/>
                  </a:lnTo>
                  <a:lnTo>
                    <a:pt x="5337016" y="1810202"/>
                  </a:lnTo>
                  <a:lnTo>
                    <a:pt x="5411718" y="1790558"/>
                  </a:lnTo>
                  <a:lnTo>
                    <a:pt x="5480416" y="1768686"/>
                  </a:lnTo>
                  <a:lnTo>
                    <a:pt x="5543658" y="1744282"/>
                  </a:lnTo>
                  <a:lnTo>
                    <a:pt x="5602210" y="1716987"/>
                  </a:lnTo>
                  <a:lnTo>
                    <a:pt x="5656949" y="1686406"/>
                  </a:lnTo>
                  <a:lnTo>
                    <a:pt x="5708773" y="1652155"/>
                  </a:lnTo>
                  <a:lnTo>
                    <a:pt x="5758530" y="1613931"/>
                  </a:lnTo>
                  <a:lnTo>
                    <a:pt x="5784835" y="1591561"/>
                  </a:lnTo>
                  <a:lnTo>
                    <a:pt x="5827615" y="1552066"/>
                  </a:lnTo>
                  <a:lnTo>
                    <a:pt x="5869981" y="1509260"/>
                  </a:lnTo>
                  <a:lnTo>
                    <a:pt x="5912253" y="1463078"/>
                  </a:lnTo>
                  <a:lnTo>
                    <a:pt x="5954670" y="1413529"/>
                  </a:lnTo>
                  <a:lnTo>
                    <a:pt x="5997400" y="1360704"/>
                  </a:lnTo>
                  <a:lnTo>
                    <a:pt x="6040546" y="1304782"/>
                  </a:lnTo>
                  <a:lnTo>
                    <a:pt x="6084156" y="1246032"/>
                  </a:lnTo>
                  <a:lnTo>
                    <a:pt x="6128223" y="1184815"/>
                  </a:lnTo>
                  <a:lnTo>
                    <a:pt x="6172697" y="1121575"/>
                  </a:lnTo>
                  <a:lnTo>
                    <a:pt x="6217490" y="1056832"/>
                  </a:lnTo>
                  <a:lnTo>
                    <a:pt x="6262487" y="991157"/>
                  </a:lnTo>
                  <a:lnTo>
                    <a:pt x="6307556" y="925163"/>
                  </a:lnTo>
                  <a:lnTo>
                    <a:pt x="6352557" y="859470"/>
                  </a:lnTo>
                  <a:lnTo>
                    <a:pt x="6397358" y="794691"/>
                  </a:lnTo>
                  <a:lnTo>
                    <a:pt x="6441843" y="731400"/>
                  </a:lnTo>
                  <a:lnTo>
                    <a:pt x="6485922" y="670117"/>
                  </a:lnTo>
                  <a:lnTo>
                    <a:pt x="6529546" y="611289"/>
                  </a:lnTo>
                  <a:lnTo>
                    <a:pt x="6572705" y="555280"/>
                  </a:lnTo>
                  <a:lnTo>
                    <a:pt x="6615446" y="502361"/>
                  </a:lnTo>
                  <a:lnTo>
                    <a:pt x="6657870" y="452715"/>
                  </a:lnTo>
                  <a:lnTo>
                    <a:pt x="6700143" y="406434"/>
                  </a:lnTo>
                  <a:lnTo>
                    <a:pt x="6742503" y="363529"/>
                  </a:lnTo>
                  <a:lnTo>
                    <a:pt x="6785266" y="323939"/>
                  </a:lnTo>
                  <a:lnTo>
                    <a:pt x="6786527" y="322829"/>
                  </a:lnTo>
                  <a:lnTo>
                    <a:pt x="6835476" y="282399"/>
                  </a:lnTo>
                  <a:lnTo>
                    <a:pt x="6886082" y="246027"/>
                  </a:lnTo>
                  <a:lnTo>
                    <a:pt x="6939135" y="213506"/>
                  </a:lnTo>
                  <a:lnTo>
                    <a:pt x="6995514" y="184484"/>
                  </a:lnTo>
                  <a:lnTo>
                    <a:pt x="7056115" y="158565"/>
                  </a:lnTo>
                  <a:lnTo>
                    <a:pt x="7121778" y="135365"/>
                  </a:lnTo>
                  <a:lnTo>
                    <a:pt x="7193183" y="114550"/>
                  </a:lnTo>
                  <a:lnTo>
                    <a:pt x="7270730" y="95846"/>
                  </a:lnTo>
                  <a:lnTo>
                    <a:pt x="7354364" y="79055"/>
                  </a:lnTo>
                  <a:lnTo>
                    <a:pt x="7443376" y="64054"/>
                  </a:lnTo>
                  <a:lnTo>
                    <a:pt x="7536204" y="50789"/>
                  </a:lnTo>
                  <a:lnTo>
                    <a:pt x="7630298" y="39267"/>
                  </a:lnTo>
                  <a:lnTo>
                    <a:pt x="7722143" y="29526"/>
                  </a:lnTo>
                  <a:lnTo>
                    <a:pt x="7807552" y="21603"/>
                  </a:lnTo>
                  <a:lnTo>
                    <a:pt x="7882252" y="15488"/>
                  </a:lnTo>
                  <a:lnTo>
                    <a:pt x="7942682" y="11090"/>
                  </a:lnTo>
                  <a:lnTo>
                    <a:pt x="7986808" y="8216"/>
                  </a:lnTo>
                  <a:lnTo>
                    <a:pt x="8014670" y="6585"/>
                  </a:lnTo>
                  <a:lnTo>
                    <a:pt x="8028522" y="5852"/>
                  </a:lnTo>
                  <a:lnTo>
                    <a:pt x="8032622" y="5655"/>
                  </a:lnTo>
                  <a:lnTo>
                    <a:pt x="8032819" y="5647"/>
                  </a:lnTo>
                  <a:lnTo>
                    <a:pt x="8554953" y="5647"/>
                  </a:lnTo>
                  <a:lnTo>
                    <a:pt x="8554953" y="0"/>
                  </a:lnTo>
                  <a:lnTo>
                    <a:pt x="8032819" y="0"/>
                  </a:lnTo>
                  <a:lnTo>
                    <a:pt x="8031607" y="55"/>
                  </a:lnTo>
                  <a:lnTo>
                    <a:pt x="8023671" y="453"/>
                  </a:lnTo>
                  <a:lnTo>
                    <a:pt x="8003800" y="1554"/>
                  </a:lnTo>
                  <a:lnTo>
                    <a:pt x="7968617" y="3715"/>
                  </a:lnTo>
                  <a:lnTo>
                    <a:pt x="7916875" y="7259"/>
                  </a:lnTo>
                  <a:lnTo>
                    <a:pt x="7849530" y="12428"/>
                  </a:lnTo>
                  <a:lnTo>
                    <a:pt x="7769407" y="19368"/>
                  </a:lnTo>
                  <a:lnTo>
                    <a:pt x="7680500" y="28128"/>
                  </a:lnTo>
                  <a:lnTo>
                    <a:pt x="7587133" y="38692"/>
                  </a:lnTo>
                  <a:lnTo>
                    <a:pt x="7493239" y="51018"/>
                  </a:lnTo>
                  <a:lnTo>
                    <a:pt x="7401908" y="65079"/>
                  </a:lnTo>
                  <a:lnTo>
                    <a:pt x="7315227" y="80892"/>
                  </a:lnTo>
                  <a:lnTo>
                    <a:pt x="7234346" y="98541"/>
                  </a:lnTo>
                  <a:lnTo>
                    <a:pt x="7159644" y="118185"/>
                  </a:lnTo>
                  <a:lnTo>
                    <a:pt x="7090946" y="140057"/>
                  </a:lnTo>
                  <a:lnTo>
                    <a:pt x="7027704" y="164461"/>
                  </a:lnTo>
                  <a:lnTo>
                    <a:pt x="6969152" y="191756"/>
                  </a:lnTo>
                  <a:lnTo>
                    <a:pt x="6914412" y="222336"/>
                  </a:lnTo>
                  <a:lnTo>
                    <a:pt x="6862588" y="256588"/>
                  </a:lnTo>
                  <a:lnTo>
                    <a:pt x="6812832" y="294811"/>
                  </a:lnTo>
                  <a:lnTo>
                    <a:pt x="6786527" y="317182"/>
                  </a:lnTo>
                  <a:lnTo>
                    <a:pt x="6743747" y="356677"/>
                  </a:lnTo>
                  <a:lnTo>
                    <a:pt x="6701381" y="399483"/>
                  </a:lnTo>
                  <a:lnTo>
                    <a:pt x="6659109" y="445665"/>
                  </a:lnTo>
                  <a:lnTo>
                    <a:pt x="6616692" y="495214"/>
                  </a:lnTo>
                  <a:lnTo>
                    <a:pt x="6573962" y="548039"/>
                  </a:lnTo>
                  <a:lnTo>
                    <a:pt x="6530815" y="603961"/>
                  </a:lnTo>
                  <a:lnTo>
                    <a:pt x="6487206" y="662711"/>
                  </a:lnTo>
                  <a:lnTo>
                    <a:pt x="6443139" y="723928"/>
                  </a:lnTo>
                  <a:lnTo>
                    <a:pt x="6398665" y="787167"/>
                  </a:lnTo>
                  <a:lnTo>
                    <a:pt x="6353872" y="851911"/>
                  </a:lnTo>
                  <a:lnTo>
                    <a:pt x="6308875" y="917586"/>
                  </a:lnTo>
                  <a:lnTo>
                    <a:pt x="6263806" y="983580"/>
                  </a:lnTo>
                  <a:lnTo>
                    <a:pt x="6218805" y="1049273"/>
                  </a:lnTo>
                  <a:lnTo>
                    <a:pt x="6174004" y="1114052"/>
                  </a:lnTo>
                  <a:lnTo>
                    <a:pt x="6129519" y="1177343"/>
                  </a:lnTo>
                  <a:lnTo>
                    <a:pt x="6085439" y="1238626"/>
                  </a:lnTo>
                  <a:lnTo>
                    <a:pt x="6041816" y="1297454"/>
                  </a:lnTo>
                  <a:lnTo>
                    <a:pt x="5998657" y="1353463"/>
                  </a:lnTo>
                  <a:lnTo>
                    <a:pt x="5955916" y="1406382"/>
                  </a:lnTo>
                  <a:lnTo>
                    <a:pt x="5913492" y="1456028"/>
                  </a:lnTo>
                  <a:lnTo>
                    <a:pt x="5871219" y="1502309"/>
                  </a:lnTo>
                  <a:lnTo>
                    <a:pt x="5828859" y="1545214"/>
                  </a:lnTo>
                  <a:lnTo>
                    <a:pt x="5786096" y="1584803"/>
                  </a:lnTo>
                  <a:lnTo>
                    <a:pt x="5784835" y="1585913"/>
                  </a:lnTo>
                  <a:lnTo>
                    <a:pt x="5735886" y="1626344"/>
                  </a:lnTo>
                  <a:lnTo>
                    <a:pt x="5685280" y="1662716"/>
                  </a:lnTo>
                  <a:lnTo>
                    <a:pt x="5632227" y="1695237"/>
                  </a:lnTo>
                  <a:lnTo>
                    <a:pt x="5575848" y="1724259"/>
                  </a:lnTo>
                  <a:lnTo>
                    <a:pt x="5515247" y="1750178"/>
                  </a:lnTo>
                  <a:lnTo>
                    <a:pt x="5449584" y="1773378"/>
                  </a:lnTo>
                  <a:lnTo>
                    <a:pt x="5378179" y="1794193"/>
                  </a:lnTo>
                  <a:lnTo>
                    <a:pt x="5300632" y="1812896"/>
                  </a:lnTo>
                  <a:lnTo>
                    <a:pt x="5216998" y="1829687"/>
                  </a:lnTo>
                  <a:lnTo>
                    <a:pt x="5127986" y="1844689"/>
                  </a:lnTo>
                  <a:lnTo>
                    <a:pt x="5035157" y="1857954"/>
                  </a:lnTo>
                  <a:lnTo>
                    <a:pt x="4941064" y="1869476"/>
                  </a:lnTo>
                  <a:lnTo>
                    <a:pt x="4849219" y="1879217"/>
                  </a:lnTo>
                  <a:lnTo>
                    <a:pt x="4763810" y="1887140"/>
                  </a:lnTo>
                  <a:lnTo>
                    <a:pt x="4689110" y="1893255"/>
                  </a:lnTo>
                  <a:lnTo>
                    <a:pt x="4628680" y="1897653"/>
                  </a:lnTo>
                  <a:lnTo>
                    <a:pt x="4584554" y="1900527"/>
                  </a:lnTo>
                  <a:lnTo>
                    <a:pt x="4556692" y="1902158"/>
                  </a:lnTo>
                  <a:lnTo>
                    <a:pt x="4542840" y="1902890"/>
                  </a:lnTo>
                  <a:lnTo>
                    <a:pt x="4538740" y="1903087"/>
                  </a:lnTo>
                  <a:lnTo>
                    <a:pt x="4538543" y="1903096"/>
                  </a:lnTo>
                  <a:lnTo>
                    <a:pt x="4016409" y="1903096"/>
                  </a:lnTo>
                  <a:lnTo>
                    <a:pt x="4015291" y="1903184"/>
                  </a:lnTo>
                  <a:lnTo>
                    <a:pt x="4007958" y="1903808"/>
                  </a:lnTo>
                  <a:lnTo>
                    <a:pt x="3989547" y="1905535"/>
                  </a:lnTo>
                  <a:lnTo>
                    <a:pt x="3956822" y="1908931"/>
                  </a:lnTo>
                  <a:lnTo>
                    <a:pt x="3908439" y="1914508"/>
                  </a:lnTo>
                  <a:lnTo>
                    <a:pt x="3845043" y="1922666"/>
                  </a:lnTo>
                  <a:lnTo>
                    <a:pt x="3769016" y="1933657"/>
                  </a:lnTo>
                  <a:lnTo>
                    <a:pt x="3683906" y="1947584"/>
                  </a:lnTo>
                  <a:lnTo>
                    <a:pt x="3593700" y="1964435"/>
                  </a:lnTo>
                  <a:lnTo>
                    <a:pt x="3502153" y="1984149"/>
                  </a:lnTo>
                  <a:lnTo>
                    <a:pt x="3412334" y="2006669"/>
                  </a:lnTo>
                  <a:lnTo>
                    <a:pt x="3326430" y="2032001"/>
                  </a:lnTo>
                  <a:lnTo>
                    <a:pt x="3245754" y="2060241"/>
                  </a:lnTo>
                  <a:lnTo>
                    <a:pt x="3170872" y="2091598"/>
                  </a:lnTo>
                  <a:lnTo>
                    <a:pt x="3101789" y="2126395"/>
                  </a:lnTo>
                  <a:lnTo>
                    <a:pt x="3038114" y="2165068"/>
                  </a:lnTo>
                  <a:lnTo>
                    <a:pt x="2979210" y="2208149"/>
                  </a:lnTo>
                  <a:lnTo>
                    <a:pt x="2924306" y="2256239"/>
                  </a:lnTo>
                  <a:lnTo>
                    <a:pt x="2872574" y="2309961"/>
                  </a:lnTo>
                  <a:lnTo>
                    <a:pt x="2823203" y="2369875"/>
                  </a:lnTo>
                  <a:lnTo>
                    <a:pt x="2775456" y="2436332"/>
                  </a:lnTo>
                  <a:lnTo>
                    <a:pt x="2770117" y="2444283"/>
                  </a:lnTo>
                  <a:lnTo>
                    <a:pt x="2734859" y="2499351"/>
                  </a:lnTo>
                  <a:lnTo>
                    <a:pt x="2699924" y="2558230"/>
                  </a:lnTo>
                  <a:lnTo>
                    <a:pt x="2665121" y="2620997"/>
                  </a:lnTo>
                  <a:lnTo>
                    <a:pt x="2630298" y="2687676"/>
                  </a:lnTo>
                  <a:lnTo>
                    <a:pt x="2595338" y="2758230"/>
                  </a:lnTo>
                  <a:lnTo>
                    <a:pt x="2560155" y="2832557"/>
                  </a:lnTo>
                  <a:lnTo>
                    <a:pt x="2524691" y="2910484"/>
                  </a:lnTo>
                  <a:lnTo>
                    <a:pt x="2488916" y="2991767"/>
                  </a:lnTo>
                  <a:lnTo>
                    <a:pt x="2452825" y="3076090"/>
                  </a:lnTo>
                  <a:lnTo>
                    <a:pt x="2416433" y="3163069"/>
                  </a:lnTo>
                  <a:lnTo>
                    <a:pt x="2379777" y="3252257"/>
                  </a:lnTo>
                  <a:lnTo>
                    <a:pt x="2342909" y="3343150"/>
                  </a:lnTo>
                  <a:lnTo>
                    <a:pt x="2305891" y="3435204"/>
                  </a:lnTo>
                  <a:lnTo>
                    <a:pt x="2268797" y="3527843"/>
                  </a:lnTo>
                  <a:lnTo>
                    <a:pt x="2231704" y="3620473"/>
                  </a:lnTo>
                  <a:lnTo>
                    <a:pt x="2194689" y="3712505"/>
                  </a:lnTo>
                  <a:lnTo>
                    <a:pt x="2157825" y="3803361"/>
                  </a:lnTo>
                  <a:lnTo>
                    <a:pt x="2121175" y="3892499"/>
                  </a:lnTo>
                  <a:lnTo>
                    <a:pt x="2084791" y="3979415"/>
                  </a:lnTo>
                  <a:lnTo>
                    <a:pt x="2048708" y="4063665"/>
                  </a:lnTo>
                  <a:lnTo>
                    <a:pt x="2012942" y="4144866"/>
                  </a:lnTo>
                  <a:lnTo>
                    <a:pt x="1977485" y="4222704"/>
                  </a:lnTo>
                  <a:lnTo>
                    <a:pt x="1942308" y="4296936"/>
                  </a:lnTo>
                  <a:lnTo>
                    <a:pt x="1907353" y="4367392"/>
                  </a:lnTo>
                  <a:lnTo>
                    <a:pt x="1872532" y="4433971"/>
                  </a:lnTo>
                  <a:lnTo>
                    <a:pt x="1837728" y="4496638"/>
                  </a:lnTo>
                  <a:lnTo>
                    <a:pt x="1802787" y="4555418"/>
                  </a:lnTo>
                  <a:lnTo>
                    <a:pt x="1768425" y="4609032"/>
                  </a:lnTo>
                  <a:lnTo>
                    <a:pt x="1720823" y="4676237"/>
                  </a:lnTo>
                  <a:lnTo>
                    <a:pt x="1671670" y="4736882"/>
                  </a:lnTo>
                  <a:lnTo>
                    <a:pt x="1620246" y="4791280"/>
                  </a:lnTo>
                  <a:lnTo>
                    <a:pt x="1565743" y="4839978"/>
                  </a:lnTo>
                  <a:lnTo>
                    <a:pt x="1507334" y="4883595"/>
                  </a:lnTo>
                  <a:lnTo>
                    <a:pt x="1444235" y="4922739"/>
                  </a:lnTo>
                  <a:lnTo>
                    <a:pt x="1375790" y="4957952"/>
                  </a:lnTo>
                  <a:lnTo>
                    <a:pt x="1301575" y="4989681"/>
                  </a:lnTo>
                  <a:lnTo>
                    <a:pt x="1221539" y="5018262"/>
                  </a:lnTo>
                  <a:lnTo>
                    <a:pt x="1136177" y="5043916"/>
                  </a:lnTo>
                  <a:lnTo>
                    <a:pt x="1046709" y="5066754"/>
                  </a:lnTo>
                  <a:lnTo>
                    <a:pt x="955219" y="5086788"/>
                  </a:lnTo>
                  <a:lnTo>
                    <a:pt x="864682" y="5103967"/>
                  </a:lnTo>
                  <a:lnTo>
                    <a:pt x="778794" y="5118228"/>
                  </a:lnTo>
                  <a:lnTo>
                    <a:pt x="701543" y="5129549"/>
                  </a:lnTo>
                  <a:lnTo>
                    <a:pt x="636567" y="5138019"/>
                  </a:lnTo>
                  <a:lnTo>
                    <a:pt x="586414" y="5143871"/>
                  </a:lnTo>
                  <a:lnTo>
                    <a:pt x="551944" y="5147490"/>
                  </a:lnTo>
                  <a:lnTo>
                    <a:pt x="532039" y="5149378"/>
                  </a:lnTo>
                  <a:lnTo>
                    <a:pt x="523667" y="5150099"/>
                  </a:lnTo>
                  <a:lnTo>
                    <a:pt x="522133" y="5150220"/>
                  </a:lnTo>
                  <a:lnTo>
                    <a:pt x="0" y="5150220"/>
                  </a:lnTo>
                  <a:close/>
                </a:path>
              </a:pathLst>
            </a:custGeom>
            <a:solidFill>
              <a:srgbClr val="C3CD83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1971" name="pl1971"/>
            <p:cNvSpPr/>
            <p:nvPr/>
          </p:nvSpPr>
          <p:spPr>
            <a:xfrm>
              <a:off x="386606" y="784596"/>
              <a:ext cx="8554953" cy="5150220"/>
            </a:xfrm>
            <a:custGeom>
              <a:avLst/>
              <a:pathLst>
                <a:path w="8554953" h="5150220">
                  <a:moveTo>
                    <a:pt x="0" y="5150220"/>
                  </a:moveTo>
                  <a:lnTo>
                    <a:pt x="522133" y="5150220"/>
                  </a:lnTo>
                  <a:lnTo>
                    <a:pt x="523251" y="5150132"/>
                  </a:lnTo>
                  <a:lnTo>
                    <a:pt x="530584" y="5149507"/>
                  </a:lnTo>
                  <a:lnTo>
                    <a:pt x="548995" y="5147780"/>
                  </a:lnTo>
                  <a:lnTo>
                    <a:pt x="581720" y="5144385"/>
                  </a:lnTo>
                  <a:lnTo>
                    <a:pt x="630103" y="5138808"/>
                  </a:lnTo>
                  <a:lnTo>
                    <a:pt x="693499" y="5130650"/>
                  </a:lnTo>
                  <a:lnTo>
                    <a:pt x="769527" y="5119658"/>
                  </a:lnTo>
                  <a:lnTo>
                    <a:pt x="854636" y="5105732"/>
                  </a:lnTo>
                  <a:lnTo>
                    <a:pt x="944842" y="5088880"/>
                  </a:lnTo>
                  <a:lnTo>
                    <a:pt x="1036389" y="5069167"/>
                  </a:lnTo>
                  <a:lnTo>
                    <a:pt x="1126208" y="5046646"/>
                  </a:lnTo>
                  <a:lnTo>
                    <a:pt x="1212112" y="5021315"/>
                  </a:lnTo>
                  <a:lnTo>
                    <a:pt x="1292789" y="4993075"/>
                  </a:lnTo>
                  <a:lnTo>
                    <a:pt x="1367670" y="4961718"/>
                  </a:lnTo>
                  <a:lnTo>
                    <a:pt x="1436754" y="4926920"/>
                  </a:lnTo>
                  <a:lnTo>
                    <a:pt x="1500429" y="4888247"/>
                  </a:lnTo>
                  <a:lnTo>
                    <a:pt x="1559332" y="4845167"/>
                  </a:lnTo>
                  <a:lnTo>
                    <a:pt x="1614236" y="4797077"/>
                  </a:lnTo>
                  <a:lnTo>
                    <a:pt x="1665968" y="4743355"/>
                  </a:lnTo>
                  <a:lnTo>
                    <a:pt x="1715340" y="4683441"/>
                  </a:lnTo>
                  <a:lnTo>
                    <a:pt x="1763086" y="4616983"/>
                  </a:lnTo>
                  <a:lnTo>
                    <a:pt x="1768425" y="4609032"/>
                  </a:lnTo>
                  <a:lnTo>
                    <a:pt x="1803683" y="4553964"/>
                  </a:lnTo>
                  <a:lnTo>
                    <a:pt x="1838618" y="4495086"/>
                  </a:lnTo>
                  <a:lnTo>
                    <a:pt x="1873421" y="4432319"/>
                  </a:lnTo>
                  <a:lnTo>
                    <a:pt x="1908244" y="4365640"/>
                  </a:lnTo>
                  <a:lnTo>
                    <a:pt x="1943204" y="4295085"/>
                  </a:lnTo>
                  <a:lnTo>
                    <a:pt x="1978387" y="4220759"/>
                  </a:lnTo>
                  <a:lnTo>
                    <a:pt x="2013851" y="4142832"/>
                  </a:lnTo>
                  <a:lnTo>
                    <a:pt x="2049626" y="4061549"/>
                  </a:lnTo>
                  <a:lnTo>
                    <a:pt x="2085717" y="3977226"/>
                  </a:lnTo>
                  <a:lnTo>
                    <a:pt x="2122109" y="3890247"/>
                  </a:lnTo>
                  <a:lnTo>
                    <a:pt x="2158765" y="3801059"/>
                  </a:lnTo>
                  <a:lnTo>
                    <a:pt x="2195634" y="3710165"/>
                  </a:lnTo>
                  <a:lnTo>
                    <a:pt x="2232651" y="3618111"/>
                  </a:lnTo>
                  <a:lnTo>
                    <a:pt x="2269745" y="3525473"/>
                  </a:lnTo>
                  <a:lnTo>
                    <a:pt x="2306838" y="3432843"/>
                  </a:lnTo>
                  <a:lnTo>
                    <a:pt x="2343853" y="3340811"/>
                  </a:lnTo>
                  <a:lnTo>
                    <a:pt x="2380717" y="3249954"/>
                  </a:lnTo>
                  <a:lnTo>
                    <a:pt x="2417367" y="3160817"/>
                  </a:lnTo>
                  <a:lnTo>
                    <a:pt x="2453751" y="3073900"/>
                  </a:lnTo>
                  <a:lnTo>
                    <a:pt x="2489834" y="2989650"/>
                  </a:lnTo>
                  <a:lnTo>
                    <a:pt x="2525601" y="2908450"/>
                  </a:lnTo>
                  <a:lnTo>
                    <a:pt x="2561057" y="2830612"/>
                  </a:lnTo>
                  <a:lnTo>
                    <a:pt x="2596234" y="2756380"/>
                  </a:lnTo>
                  <a:lnTo>
                    <a:pt x="2631190" y="2685924"/>
                  </a:lnTo>
                  <a:lnTo>
                    <a:pt x="2666010" y="2619345"/>
                  </a:lnTo>
                  <a:lnTo>
                    <a:pt x="2700814" y="2556677"/>
                  </a:lnTo>
                  <a:lnTo>
                    <a:pt x="2735755" y="2497897"/>
                  </a:lnTo>
                  <a:lnTo>
                    <a:pt x="2770117" y="2444283"/>
                  </a:lnTo>
                  <a:lnTo>
                    <a:pt x="2817719" y="2377078"/>
                  </a:lnTo>
                  <a:lnTo>
                    <a:pt x="2866872" y="2316434"/>
                  </a:lnTo>
                  <a:lnTo>
                    <a:pt x="2918296" y="2262036"/>
                  </a:lnTo>
                  <a:lnTo>
                    <a:pt x="2972799" y="2213338"/>
                  </a:lnTo>
                  <a:lnTo>
                    <a:pt x="3031208" y="2169721"/>
                  </a:lnTo>
                  <a:lnTo>
                    <a:pt x="3094307" y="2130577"/>
                  </a:lnTo>
                  <a:lnTo>
                    <a:pt x="3162752" y="2095364"/>
                  </a:lnTo>
                  <a:lnTo>
                    <a:pt x="3236967" y="2063635"/>
                  </a:lnTo>
                  <a:lnTo>
                    <a:pt x="3317003" y="2035054"/>
                  </a:lnTo>
                  <a:lnTo>
                    <a:pt x="3402365" y="2009400"/>
                  </a:lnTo>
                  <a:lnTo>
                    <a:pt x="3491833" y="1986562"/>
                  </a:lnTo>
                  <a:lnTo>
                    <a:pt x="3583323" y="1966528"/>
                  </a:lnTo>
                  <a:lnTo>
                    <a:pt x="3673860" y="1949348"/>
                  </a:lnTo>
                  <a:lnTo>
                    <a:pt x="3759749" y="1935088"/>
                  </a:lnTo>
                  <a:lnTo>
                    <a:pt x="3836999" y="1923767"/>
                  </a:lnTo>
                  <a:lnTo>
                    <a:pt x="3901975" y="1915297"/>
                  </a:lnTo>
                  <a:lnTo>
                    <a:pt x="3952128" y="1909445"/>
                  </a:lnTo>
                  <a:lnTo>
                    <a:pt x="3986599" y="1905826"/>
                  </a:lnTo>
                  <a:lnTo>
                    <a:pt x="4006503" y="1903938"/>
                  </a:lnTo>
                  <a:lnTo>
                    <a:pt x="4014876" y="1903217"/>
                  </a:lnTo>
                  <a:lnTo>
                    <a:pt x="4016408" y="1903096"/>
                  </a:lnTo>
                  <a:lnTo>
                    <a:pt x="4016409" y="1903096"/>
                  </a:lnTo>
                  <a:lnTo>
                    <a:pt x="4538543" y="1903096"/>
                  </a:lnTo>
                  <a:lnTo>
                    <a:pt x="4539755" y="1903040"/>
                  </a:lnTo>
                  <a:lnTo>
                    <a:pt x="4547691" y="1902642"/>
                  </a:lnTo>
                  <a:lnTo>
                    <a:pt x="4567561" y="1901542"/>
                  </a:lnTo>
                  <a:lnTo>
                    <a:pt x="4602745" y="1899380"/>
                  </a:lnTo>
                  <a:lnTo>
                    <a:pt x="4654487" y="1895837"/>
                  </a:lnTo>
                  <a:lnTo>
                    <a:pt x="4721832" y="1890667"/>
                  </a:lnTo>
                  <a:lnTo>
                    <a:pt x="4801955" y="1883728"/>
                  </a:lnTo>
                  <a:lnTo>
                    <a:pt x="4890862" y="1874967"/>
                  </a:lnTo>
                  <a:lnTo>
                    <a:pt x="4984229" y="1864403"/>
                  </a:lnTo>
                  <a:lnTo>
                    <a:pt x="5078123" y="1852077"/>
                  </a:lnTo>
                  <a:lnTo>
                    <a:pt x="5169454" y="1838017"/>
                  </a:lnTo>
                  <a:lnTo>
                    <a:pt x="5256134" y="1822204"/>
                  </a:lnTo>
                  <a:lnTo>
                    <a:pt x="5337016" y="1804555"/>
                  </a:lnTo>
                  <a:lnTo>
                    <a:pt x="5411718" y="1784911"/>
                  </a:lnTo>
                  <a:lnTo>
                    <a:pt x="5480416" y="1763038"/>
                  </a:lnTo>
                  <a:lnTo>
                    <a:pt x="5543658" y="1738635"/>
                  </a:lnTo>
                  <a:lnTo>
                    <a:pt x="5602210" y="1711340"/>
                  </a:lnTo>
                  <a:lnTo>
                    <a:pt x="5656949" y="1680759"/>
                  </a:lnTo>
                  <a:lnTo>
                    <a:pt x="5708773" y="1646508"/>
                  </a:lnTo>
                  <a:lnTo>
                    <a:pt x="5758530" y="1608284"/>
                  </a:lnTo>
                  <a:lnTo>
                    <a:pt x="5784835" y="1585913"/>
                  </a:lnTo>
                  <a:lnTo>
                    <a:pt x="5827615" y="1546419"/>
                  </a:lnTo>
                  <a:lnTo>
                    <a:pt x="5869981" y="1503613"/>
                  </a:lnTo>
                  <a:lnTo>
                    <a:pt x="5912253" y="1457431"/>
                  </a:lnTo>
                  <a:lnTo>
                    <a:pt x="5954670" y="1407882"/>
                  </a:lnTo>
                  <a:lnTo>
                    <a:pt x="5997400" y="1355057"/>
                  </a:lnTo>
                  <a:lnTo>
                    <a:pt x="6040546" y="1299135"/>
                  </a:lnTo>
                  <a:lnTo>
                    <a:pt x="6084156" y="1240385"/>
                  </a:lnTo>
                  <a:lnTo>
                    <a:pt x="6128223" y="1179168"/>
                  </a:lnTo>
                  <a:lnTo>
                    <a:pt x="6172697" y="1115928"/>
                  </a:lnTo>
                  <a:lnTo>
                    <a:pt x="6217490" y="1051184"/>
                  </a:lnTo>
                  <a:lnTo>
                    <a:pt x="6262487" y="985510"/>
                  </a:lnTo>
                  <a:lnTo>
                    <a:pt x="6307556" y="919516"/>
                  </a:lnTo>
                  <a:lnTo>
                    <a:pt x="6352557" y="853823"/>
                  </a:lnTo>
                  <a:lnTo>
                    <a:pt x="6397358" y="789044"/>
                  </a:lnTo>
                  <a:lnTo>
                    <a:pt x="6441843" y="725753"/>
                  </a:lnTo>
                  <a:lnTo>
                    <a:pt x="6485922" y="664470"/>
                  </a:lnTo>
                  <a:lnTo>
                    <a:pt x="6529546" y="605642"/>
                  </a:lnTo>
                  <a:lnTo>
                    <a:pt x="6572705" y="549633"/>
                  </a:lnTo>
                  <a:lnTo>
                    <a:pt x="6615446" y="496714"/>
                  </a:lnTo>
                  <a:lnTo>
                    <a:pt x="6657870" y="447068"/>
                  </a:lnTo>
                  <a:lnTo>
                    <a:pt x="6700143" y="400787"/>
                  </a:lnTo>
                  <a:lnTo>
                    <a:pt x="6742503" y="357882"/>
                  </a:lnTo>
                  <a:lnTo>
                    <a:pt x="6785266" y="318292"/>
                  </a:lnTo>
                  <a:lnTo>
                    <a:pt x="6786527" y="317182"/>
                  </a:lnTo>
                  <a:lnTo>
                    <a:pt x="6835476" y="276752"/>
                  </a:lnTo>
                  <a:lnTo>
                    <a:pt x="6886082" y="240380"/>
                  </a:lnTo>
                  <a:lnTo>
                    <a:pt x="6939135" y="207859"/>
                  </a:lnTo>
                  <a:lnTo>
                    <a:pt x="6995514" y="178837"/>
                  </a:lnTo>
                  <a:lnTo>
                    <a:pt x="7056115" y="152917"/>
                  </a:lnTo>
                  <a:lnTo>
                    <a:pt x="7121778" y="129718"/>
                  </a:lnTo>
                  <a:lnTo>
                    <a:pt x="7193183" y="108903"/>
                  </a:lnTo>
                  <a:lnTo>
                    <a:pt x="7270730" y="90199"/>
                  </a:lnTo>
                  <a:lnTo>
                    <a:pt x="7354364" y="73408"/>
                  </a:lnTo>
                  <a:lnTo>
                    <a:pt x="7443376" y="58406"/>
                  </a:lnTo>
                  <a:lnTo>
                    <a:pt x="7536204" y="45142"/>
                  </a:lnTo>
                  <a:lnTo>
                    <a:pt x="7630298" y="33620"/>
                  </a:lnTo>
                  <a:lnTo>
                    <a:pt x="7722143" y="23879"/>
                  </a:lnTo>
                  <a:lnTo>
                    <a:pt x="7807552" y="15956"/>
                  </a:lnTo>
                  <a:lnTo>
                    <a:pt x="7882252" y="9841"/>
                  </a:lnTo>
                  <a:lnTo>
                    <a:pt x="7942682" y="5442"/>
                  </a:lnTo>
                  <a:lnTo>
                    <a:pt x="7986808" y="2569"/>
                  </a:lnTo>
                  <a:lnTo>
                    <a:pt x="8014670" y="938"/>
                  </a:lnTo>
                  <a:lnTo>
                    <a:pt x="8028522" y="205"/>
                  </a:lnTo>
                  <a:lnTo>
                    <a:pt x="8032622" y="8"/>
                  </a:lnTo>
                  <a:lnTo>
                    <a:pt x="8032819" y="0"/>
                  </a:lnTo>
                  <a:lnTo>
                    <a:pt x="8554953" y="0"/>
                  </a:lnTo>
                  <a:lnTo>
                    <a:pt x="8554953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972" name="pl1972"/>
            <p:cNvSpPr/>
            <p:nvPr/>
          </p:nvSpPr>
          <p:spPr>
            <a:xfrm>
              <a:off x="386606" y="778948"/>
              <a:ext cx="8554953" cy="5150220"/>
            </a:xfrm>
            <a:custGeom>
              <a:avLst/>
              <a:pathLst>
                <a:path w="8554953" h="5150220">
                  <a:moveTo>
                    <a:pt x="8554953" y="0"/>
                  </a:moveTo>
                  <a:lnTo>
                    <a:pt x="8032819" y="0"/>
                  </a:lnTo>
                  <a:lnTo>
                    <a:pt x="8031607" y="55"/>
                  </a:lnTo>
                  <a:lnTo>
                    <a:pt x="8023671" y="453"/>
                  </a:lnTo>
                  <a:lnTo>
                    <a:pt x="8003800" y="1554"/>
                  </a:lnTo>
                  <a:lnTo>
                    <a:pt x="7968617" y="3715"/>
                  </a:lnTo>
                  <a:lnTo>
                    <a:pt x="7916875" y="7259"/>
                  </a:lnTo>
                  <a:lnTo>
                    <a:pt x="7849530" y="12428"/>
                  </a:lnTo>
                  <a:lnTo>
                    <a:pt x="7769407" y="19368"/>
                  </a:lnTo>
                  <a:lnTo>
                    <a:pt x="7680500" y="28128"/>
                  </a:lnTo>
                  <a:lnTo>
                    <a:pt x="7587133" y="38692"/>
                  </a:lnTo>
                  <a:lnTo>
                    <a:pt x="7493239" y="51018"/>
                  </a:lnTo>
                  <a:lnTo>
                    <a:pt x="7401908" y="65079"/>
                  </a:lnTo>
                  <a:lnTo>
                    <a:pt x="7315227" y="80892"/>
                  </a:lnTo>
                  <a:lnTo>
                    <a:pt x="7234346" y="98541"/>
                  </a:lnTo>
                  <a:lnTo>
                    <a:pt x="7159644" y="118185"/>
                  </a:lnTo>
                  <a:lnTo>
                    <a:pt x="7090946" y="140057"/>
                  </a:lnTo>
                  <a:lnTo>
                    <a:pt x="7027704" y="164461"/>
                  </a:lnTo>
                  <a:lnTo>
                    <a:pt x="6969152" y="191756"/>
                  </a:lnTo>
                  <a:lnTo>
                    <a:pt x="6914412" y="222336"/>
                  </a:lnTo>
                  <a:lnTo>
                    <a:pt x="6862588" y="256588"/>
                  </a:lnTo>
                  <a:lnTo>
                    <a:pt x="6812832" y="294811"/>
                  </a:lnTo>
                  <a:lnTo>
                    <a:pt x="6786527" y="317182"/>
                  </a:lnTo>
                  <a:lnTo>
                    <a:pt x="6743747" y="356677"/>
                  </a:lnTo>
                  <a:lnTo>
                    <a:pt x="6701381" y="399483"/>
                  </a:lnTo>
                  <a:lnTo>
                    <a:pt x="6659109" y="445665"/>
                  </a:lnTo>
                  <a:lnTo>
                    <a:pt x="6616692" y="495214"/>
                  </a:lnTo>
                  <a:lnTo>
                    <a:pt x="6573962" y="548039"/>
                  </a:lnTo>
                  <a:lnTo>
                    <a:pt x="6530815" y="603961"/>
                  </a:lnTo>
                  <a:lnTo>
                    <a:pt x="6487206" y="662711"/>
                  </a:lnTo>
                  <a:lnTo>
                    <a:pt x="6443139" y="723928"/>
                  </a:lnTo>
                  <a:lnTo>
                    <a:pt x="6398665" y="787167"/>
                  </a:lnTo>
                  <a:lnTo>
                    <a:pt x="6353872" y="851911"/>
                  </a:lnTo>
                  <a:lnTo>
                    <a:pt x="6308875" y="917586"/>
                  </a:lnTo>
                  <a:lnTo>
                    <a:pt x="6263806" y="983580"/>
                  </a:lnTo>
                  <a:lnTo>
                    <a:pt x="6218805" y="1049273"/>
                  </a:lnTo>
                  <a:lnTo>
                    <a:pt x="6174004" y="1114052"/>
                  </a:lnTo>
                  <a:lnTo>
                    <a:pt x="6129519" y="1177343"/>
                  </a:lnTo>
                  <a:lnTo>
                    <a:pt x="6085439" y="1238626"/>
                  </a:lnTo>
                  <a:lnTo>
                    <a:pt x="6041816" y="1297454"/>
                  </a:lnTo>
                  <a:lnTo>
                    <a:pt x="5998657" y="1353463"/>
                  </a:lnTo>
                  <a:lnTo>
                    <a:pt x="5955916" y="1406382"/>
                  </a:lnTo>
                  <a:lnTo>
                    <a:pt x="5913492" y="1456028"/>
                  </a:lnTo>
                  <a:lnTo>
                    <a:pt x="5871219" y="1502309"/>
                  </a:lnTo>
                  <a:lnTo>
                    <a:pt x="5828859" y="1545214"/>
                  </a:lnTo>
                  <a:lnTo>
                    <a:pt x="5786096" y="1584803"/>
                  </a:lnTo>
                  <a:lnTo>
                    <a:pt x="5784835" y="1585913"/>
                  </a:lnTo>
                  <a:lnTo>
                    <a:pt x="5735886" y="1626344"/>
                  </a:lnTo>
                  <a:lnTo>
                    <a:pt x="5685280" y="1662716"/>
                  </a:lnTo>
                  <a:lnTo>
                    <a:pt x="5632227" y="1695237"/>
                  </a:lnTo>
                  <a:lnTo>
                    <a:pt x="5575848" y="1724259"/>
                  </a:lnTo>
                  <a:lnTo>
                    <a:pt x="5515247" y="1750178"/>
                  </a:lnTo>
                  <a:lnTo>
                    <a:pt x="5449584" y="1773378"/>
                  </a:lnTo>
                  <a:lnTo>
                    <a:pt x="5378179" y="1794193"/>
                  </a:lnTo>
                  <a:lnTo>
                    <a:pt x="5300632" y="1812896"/>
                  </a:lnTo>
                  <a:lnTo>
                    <a:pt x="5216998" y="1829687"/>
                  </a:lnTo>
                  <a:lnTo>
                    <a:pt x="5127986" y="1844689"/>
                  </a:lnTo>
                  <a:lnTo>
                    <a:pt x="5035157" y="1857954"/>
                  </a:lnTo>
                  <a:lnTo>
                    <a:pt x="4941064" y="1869476"/>
                  </a:lnTo>
                  <a:lnTo>
                    <a:pt x="4849219" y="1879217"/>
                  </a:lnTo>
                  <a:lnTo>
                    <a:pt x="4763810" y="1887140"/>
                  </a:lnTo>
                  <a:lnTo>
                    <a:pt x="4689110" y="1893255"/>
                  </a:lnTo>
                  <a:lnTo>
                    <a:pt x="4628680" y="1897653"/>
                  </a:lnTo>
                  <a:lnTo>
                    <a:pt x="4584554" y="1900527"/>
                  </a:lnTo>
                  <a:lnTo>
                    <a:pt x="4556692" y="1902158"/>
                  </a:lnTo>
                  <a:lnTo>
                    <a:pt x="4542840" y="1902890"/>
                  </a:lnTo>
                  <a:lnTo>
                    <a:pt x="4538740" y="1903087"/>
                  </a:lnTo>
                  <a:lnTo>
                    <a:pt x="4538543" y="1903096"/>
                  </a:lnTo>
                  <a:lnTo>
                    <a:pt x="4016409" y="1903096"/>
                  </a:lnTo>
                  <a:lnTo>
                    <a:pt x="4015291" y="1903184"/>
                  </a:lnTo>
                  <a:lnTo>
                    <a:pt x="4007958" y="1903808"/>
                  </a:lnTo>
                  <a:lnTo>
                    <a:pt x="3989547" y="1905535"/>
                  </a:lnTo>
                  <a:lnTo>
                    <a:pt x="3956822" y="1908931"/>
                  </a:lnTo>
                  <a:lnTo>
                    <a:pt x="3908439" y="1914508"/>
                  </a:lnTo>
                  <a:lnTo>
                    <a:pt x="3845043" y="1922666"/>
                  </a:lnTo>
                  <a:lnTo>
                    <a:pt x="3769016" y="1933657"/>
                  </a:lnTo>
                  <a:lnTo>
                    <a:pt x="3683906" y="1947584"/>
                  </a:lnTo>
                  <a:lnTo>
                    <a:pt x="3593700" y="1964435"/>
                  </a:lnTo>
                  <a:lnTo>
                    <a:pt x="3502153" y="1984149"/>
                  </a:lnTo>
                  <a:lnTo>
                    <a:pt x="3412334" y="2006669"/>
                  </a:lnTo>
                  <a:lnTo>
                    <a:pt x="3326430" y="2032001"/>
                  </a:lnTo>
                  <a:lnTo>
                    <a:pt x="3245754" y="2060241"/>
                  </a:lnTo>
                  <a:lnTo>
                    <a:pt x="3170872" y="2091598"/>
                  </a:lnTo>
                  <a:lnTo>
                    <a:pt x="3101789" y="2126395"/>
                  </a:lnTo>
                  <a:lnTo>
                    <a:pt x="3038114" y="2165068"/>
                  </a:lnTo>
                  <a:lnTo>
                    <a:pt x="2979210" y="2208149"/>
                  </a:lnTo>
                  <a:lnTo>
                    <a:pt x="2924306" y="2256239"/>
                  </a:lnTo>
                  <a:lnTo>
                    <a:pt x="2872574" y="2309961"/>
                  </a:lnTo>
                  <a:lnTo>
                    <a:pt x="2823203" y="2369875"/>
                  </a:lnTo>
                  <a:lnTo>
                    <a:pt x="2775456" y="2436332"/>
                  </a:lnTo>
                  <a:lnTo>
                    <a:pt x="2770117" y="2444283"/>
                  </a:lnTo>
                  <a:lnTo>
                    <a:pt x="2734859" y="2499351"/>
                  </a:lnTo>
                  <a:lnTo>
                    <a:pt x="2699924" y="2558230"/>
                  </a:lnTo>
                  <a:lnTo>
                    <a:pt x="2665121" y="2620997"/>
                  </a:lnTo>
                  <a:lnTo>
                    <a:pt x="2630298" y="2687676"/>
                  </a:lnTo>
                  <a:lnTo>
                    <a:pt x="2595338" y="2758230"/>
                  </a:lnTo>
                  <a:lnTo>
                    <a:pt x="2560155" y="2832557"/>
                  </a:lnTo>
                  <a:lnTo>
                    <a:pt x="2524691" y="2910484"/>
                  </a:lnTo>
                  <a:lnTo>
                    <a:pt x="2488916" y="2991767"/>
                  </a:lnTo>
                  <a:lnTo>
                    <a:pt x="2452825" y="3076090"/>
                  </a:lnTo>
                  <a:lnTo>
                    <a:pt x="2416433" y="3163069"/>
                  </a:lnTo>
                  <a:lnTo>
                    <a:pt x="2379777" y="3252257"/>
                  </a:lnTo>
                  <a:lnTo>
                    <a:pt x="2342909" y="3343150"/>
                  </a:lnTo>
                  <a:lnTo>
                    <a:pt x="2305891" y="3435204"/>
                  </a:lnTo>
                  <a:lnTo>
                    <a:pt x="2268797" y="3527843"/>
                  </a:lnTo>
                  <a:lnTo>
                    <a:pt x="2231704" y="3620473"/>
                  </a:lnTo>
                  <a:lnTo>
                    <a:pt x="2194689" y="3712505"/>
                  </a:lnTo>
                  <a:lnTo>
                    <a:pt x="2157825" y="3803361"/>
                  </a:lnTo>
                  <a:lnTo>
                    <a:pt x="2121175" y="3892499"/>
                  </a:lnTo>
                  <a:lnTo>
                    <a:pt x="2084791" y="3979415"/>
                  </a:lnTo>
                  <a:lnTo>
                    <a:pt x="2048708" y="4063665"/>
                  </a:lnTo>
                  <a:lnTo>
                    <a:pt x="2012942" y="4144866"/>
                  </a:lnTo>
                  <a:lnTo>
                    <a:pt x="1977485" y="4222704"/>
                  </a:lnTo>
                  <a:lnTo>
                    <a:pt x="1942308" y="4296936"/>
                  </a:lnTo>
                  <a:lnTo>
                    <a:pt x="1907353" y="4367392"/>
                  </a:lnTo>
                  <a:lnTo>
                    <a:pt x="1872532" y="4433971"/>
                  </a:lnTo>
                  <a:lnTo>
                    <a:pt x="1837728" y="4496638"/>
                  </a:lnTo>
                  <a:lnTo>
                    <a:pt x="1802787" y="4555418"/>
                  </a:lnTo>
                  <a:lnTo>
                    <a:pt x="1768425" y="4609032"/>
                  </a:lnTo>
                  <a:lnTo>
                    <a:pt x="1720823" y="4676237"/>
                  </a:lnTo>
                  <a:lnTo>
                    <a:pt x="1671670" y="4736882"/>
                  </a:lnTo>
                  <a:lnTo>
                    <a:pt x="1620246" y="4791280"/>
                  </a:lnTo>
                  <a:lnTo>
                    <a:pt x="1565743" y="4839978"/>
                  </a:lnTo>
                  <a:lnTo>
                    <a:pt x="1507334" y="4883595"/>
                  </a:lnTo>
                  <a:lnTo>
                    <a:pt x="1444235" y="4922739"/>
                  </a:lnTo>
                  <a:lnTo>
                    <a:pt x="1375790" y="4957952"/>
                  </a:lnTo>
                  <a:lnTo>
                    <a:pt x="1301575" y="4989681"/>
                  </a:lnTo>
                  <a:lnTo>
                    <a:pt x="1221539" y="5018262"/>
                  </a:lnTo>
                  <a:lnTo>
                    <a:pt x="1136177" y="5043916"/>
                  </a:lnTo>
                  <a:lnTo>
                    <a:pt x="1046709" y="5066754"/>
                  </a:lnTo>
                  <a:lnTo>
                    <a:pt x="955219" y="5086788"/>
                  </a:lnTo>
                  <a:lnTo>
                    <a:pt x="864682" y="5103967"/>
                  </a:lnTo>
                  <a:lnTo>
                    <a:pt x="778794" y="5118228"/>
                  </a:lnTo>
                  <a:lnTo>
                    <a:pt x="701543" y="5129549"/>
                  </a:lnTo>
                  <a:lnTo>
                    <a:pt x="636567" y="5138019"/>
                  </a:lnTo>
                  <a:lnTo>
                    <a:pt x="586414" y="5143871"/>
                  </a:lnTo>
                  <a:lnTo>
                    <a:pt x="551944" y="5147490"/>
                  </a:lnTo>
                  <a:lnTo>
                    <a:pt x="532039" y="5149378"/>
                  </a:lnTo>
                  <a:lnTo>
                    <a:pt x="523667" y="5150099"/>
                  </a:lnTo>
                  <a:lnTo>
                    <a:pt x="522135" y="5150219"/>
                  </a:lnTo>
                  <a:lnTo>
                    <a:pt x="522133" y="5150220"/>
                  </a:lnTo>
                  <a:lnTo>
                    <a:pt x="0" y="5150220"/>
                  </a:lnTo>
                  <a:lnTo>
                    <a:pt x="0" y="515022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973" name="pg1973"/>
            <p:cNvSpPr/>
            <p:nvPr/>
          </p:nvSpPr>
          <p:spPr>
            <a:xfrm>
              <a:off x="386606" y="1174250"/>
              <a:ext cx="8554953" cy="4766212"/>
            </a:xfrm>
            <a:custGeom>
              <a:avLst/>
              <a:pathLst>
                <a:path w="8554953" h="4766212">
                  <a:moveTo>
                    <a:pt x="0" y="4766212"/>
                  </a:moveTo>
                  <a:lnTo>
                    <a:pt x="522133" y="4766212"/>
                  </a:lnTo>
                  <a:lnTo>
                    <a:pt x="523253" y="4766125"/>
                  </a:lnTo>
                  <a:lnTo>
                    <a:pt x="530594" y="4765503"/>
                  </a:lnTo>
                  <a:lnTo>
                    <a:pt x="549026" y="4763782"/>
                  </a:lnTo>
                  <a:lnTo>
                    <a:pt x="581787" y="4760400"/>
                  </a:lnTo>
                  <a:lnTo>
                    <a:pt x="630219" y="4754846"/>
                  </a:lnTo>
                  <a:lnTo>
                    <a:pt x="693673" y="4746720"/>
                  </a:lnTo>
                  <a:lnTo>
                    <a:pt x="769761" y="4735774"/>
                  </a:lnTo>
                  <a:lnTo>
                    <a:pt x="854928" y="4721906"/>
                  </a:lnTo>
                  <a:lnTo>
                    <a:pt x="945182" y="4705125"/>
                  </a:lnTo>
                  <a:lnTo>
                    <a:pt x="1036766" y="4685495"/>
                  </a:lnTo>
                  <a:lnTo>
                    <a:pt x="1126609" y="4663071"/>
                  </a:lnTo>
                  <a:lnTo>
                    <a:pt x="1212526" y="4637847"/>
                  </a:lnTo>
                  <a:lnTo>
                    <a:pt x="1293207" y="4609728"/>
                  </a:lnTo>
                  <a:lnTo>
                    <a:pt x="1368086" y="4578503"/>
                  </a:lnTo>
                  <a:lnTo>
                    <a:pt x="1437164" y="4543852"/>
                  </a:lnTo>
                  <a:lnTo>
                    <a:pt x="1500833" y="4505338"/>
                  </a:lnTo>
                  <a:lnTo>
                    <a:pt x="1559730" y="4462433"/>
                  </a:lnTo>
                  <a:lnTo>
                    <a:pt x="1614631" y="4414536"/>
                  </a:lnTo>
                  <a:lnTo>
                    <a:pt x="1666363" y="4361027"/>
                  </a:lnTo>
                  <a:lnTo>
                    <a:pt x="1715740" y="4301349"/>
                  </a:lnTo>
                  <a:lnTo>
                    <a:pt x="1763495" y="4235155"/>
                  </a:lnTo>
                  <a:lnTo>
                    <a:pt x="1768425" y="4227848"/>
                  </a:lnTo>
                  <a:lnTo>
                    <a:pt x="1803759" y="4172946"/>
                  </a:lnTo>
                  <a:lnTo>
                    <a:pt x="1838769" y="4114236"/>
                  </a:lnTo>
                  <a:lnTo>
                    <a:pt x="1873646" y="4051640"/>
                  </a:lnTo>
                  <a:lnTo>
                    <a:pt x="1908544" y="3985137"/>
                  </a:lnTo>
                  <a:lnTo>
                    <a:pt x="1943582" y="3914762"/>
                  </a:lnTo>
                  <a:lnTo>
                    <a:pt x="1978844" y="3840621"/>
                  </a:lnTo>
                  <a:lnTo>
                    <a:pt x="2014389" y="3762885"/>
                  </a:lnTo>
                  <a:lnTo>
                    <a:pt x="2050246" y="3681800"/>
                  </a:lnTo>
                  <a:lnTo>
                    <a:pt x="2086420" y="3597684"/>
                  </a:lnTo>
                  <a:lnTo>
                    <a:pt x="2122896" y="3510923"/>
                  </a:lnTo>
                  <a:lnTo>
                    <a:pt x="2159636" y="3421965"/>
                  </a:lnTo>
                  <a:lnTo>
                    <a:pt x="2196589" y="3331316"/>
                  </a:lnTo>
                  <a:lnTo>
                    <a:pt x="2233690" y="3239521"/>
                  </a:lnTo>
                  <a:lnTo>
                    <a:pt x="2270864" y="3147160"/>
                  </a:lnTo>
                  <a:lnTo>
                    <a:pt x="2308036" y="3054824"/>
                  </a:lnTo>
                  <a:lnTo>
                    <a:pt x="2345126" y="2963105"/>
                  </a:lnTo>
                  <a:lnTo>
                    <a:pt x="2382064" y="2872580"/>
                  </a:lnTo>
                  <a:lnTo>
                    <a:pt x="2418783" y="2783791"/>
                  </a:lnTo>
                  <a:lnTo>
                    <a:pt x="2455234" y="2697240"/>
                  </a:lnTo>
                  <a:lnTo>
                    <a:pt x="2491382" y="2613369"/>
                  </a:lnTo>
                  <a:lnTo>
                    <a:pt x="2527211" y="2532560"/>
                  </a:lnTo>
                  <a:lnTo>
                    <a:pt x="2562730" y="2455124"/>
                  </a:lnTo>
                  <a:lnTo>
                    <a:pt x="2597971" y="2381299"/>
                  </a:lnTo>
                  <a:lnTo>
                    <a:pt x="2632993" y="2311254"/>
                  </a:lnTo>
                  <a:lnTo>
                    <a:pt x="2667884" y="2245084"/>
                  </a:lnTo>
                  <a:lnTo>
                    <a:pt x="2702766" y="2182824"/>
                  </a:lnTo>
                  <a:lnTo>
                    <a:pt x="2737795" y="2124444"/>
                  </a:lnTo>
                  <a:lnTo>
                    <a:pt x="2770117" y="2074394"/>
                  </a:lnTo>
                  <a:lnTo>
                    <a:pt x="2817739" y="2007513"/>
                  </a:lnTo>
                  <a:lnTo>
                    <a:pt x="2866914" y="1947164"/>
                  </a:lnTo>
                  <a:lnTo>
                    <a:pt x="2918362" y="1893033"/>
                  </a:lnTo>
                  <a:lnTo>
                    <a:pt x="2972892" y="1844578"/>
                  </a:lnTo>
                  <a:lnTo>
                    <a:pt x="3031334" y="1801179"/>
                  </a:lnTo>
                  <a:lnTo>
                    <a:pt x="3094470" y="1762232"/>
                  </a:lnTo>
                  <a:lnTo>
                    <a:pt x="3162958" y="1727198"/>
                  </a:lnTo>
                  <a:lnTo>
                    <a:pt x="3237222" y="1695632"/>
                  </a:lnTo>
                  <a:lnTo>
                    <a:pt x="3317311" y="1667199"/>
                  </a:lnTo>
                  <a:lnTo>
                    <a:pt x="3402727" y="1641679"/>
                  </a:lnTo>
                  <a:lnTo>
                    <a:pt x="3492246" y="1618964"/>
                  </a:lnTo>
                  <a:lnTo>
                    <a:pt x="3583777" y="1599039"/>
                  </a:lnTo>
                  <a:lnTo>
                    <a:pt x="3674337" y="1581957"/>
                  </a:lnTo>
                  <a:lnTo>
                    <a:pt x="3760224" y="1567782"/>
                  </a:lnTo>
                  <a:lnTo>
                    <a:pt x="3837443" y="1556532"/>
                  </a:lnTo>
                  <a:lnTo>
                    <a:pt x="3902357" y="1548121"/>
                  </a:lnTo>
                  <a:lnTo>
                    <a:pt x="3952425" y="1542313"/>
                  </a:lnTo>
                  <a:lnTo>
                    <a:pt x="3986798" y="1538726"/>
                  </a:lnTo>
                  <a:lnTo>
                    <a:pt x="4006609" y="1536858"/>
                  </a:lnTo>
                  <a:lnTo>
                    <a:pt x="4014909" y="1536148"/>
                  </a:lnTo>
                  <a:lnTo>
                    <a:pt x="4016409" y="1536030"/>
                  </a:lnTo>
                  <a:lnTo>
                    <a:pt x="4538543" y="1536030"/>
                  </a:lnTo>
                  <a:lnTo>
                    <a:pt x="4539775" y="1535984"/>
                  </a:lnTo>
                  <a:lnTo>
                    <a:pt x="4547835" y="1535659"/>
                  </a:lnTo>
                  <a:lnTo>
                    <a:pt x="4568007" y="1534760"/>
                  </a:lnTo>
                  <a:lnTo>
                    <a:pt x="4603695" y="1532992"/>
                  </a:lnTo>
                  <a:lnTo>
                    <a:pt x="4656123" y="1530097"/>
                  </a:lnTo>
                  <a:lnTo>
                    <a:pt x="4724268" y="1525876"/>
                  </a:lnTo>
                  <a:lnTo>
                    <a:pt x="4805211" y="1520213"/>
                  </a:lnTo>
                  <a:lnTo>
                    <a:pt x="4894869" y="1513070"/>
                  </a:lnTo>
                  <a:lnTo>
                    <a:pt x="4988849" y="1504462"/>
                  </a:lnTo>
                  <a:lnTo>
                    <a:pt x="5083187" y="1494423"/>
                  </a:lnTo>
                  <a:lnTo>
                    <a:pt x="5174794" y="1482975"/>
                  </a:lnTo>
                  <a:lnTo>
                    <a:pt x="5261606" y="1470099"/>
                  </a:lnTo>
                  <a:lnTo>
                    <a:pt x="5342510" y="1455724"/>
                  </a:lnTo>
                  <a:lnTo>
                    <a:pt x="5417163" y="1439715"/>
                  </a:lnTo>
                  <a:lnTo>
                    <a:pt x="5485778" y="1421879"/>
                  </a:lnTo>
                  <a:lnTo>
                    <a:pt x="5548935" y="1401962"/>
                  </a:lnTo>
                  <a:lnTo>
                    <a:pt x="5607425" y="1379667"/>
                  </a:lnTo>
                  <a:lnTo>
                    <a:pt x="5662145" y="1354672"/>
                  </a:lnTo>
                  <a:lnTo>
                    <a:pt x="5714005" y="1326664"/>
                  </a:lnTo>
                  <a:lnTo>
                    <a:pt x="5763857" y="1295409"/>
                  </a:lnTo>
                  <a:lnTo>
                    <a:pt x="5784835" y="1280966"/>
                  </a:lnTo>
                  <a:lnTo>
                    <a:pt x="5830305" y="1247108"/>
                  </a:lnTo>
                  <a:lnTo>
                    <a:pt x="5875332" y="1210233"/>
                  </a:lnTo>
                  <a:lnTo>
                    <a:pt x="5920290" y="1170288"/>
                  </a:lnTo>
                  <a:lnTo>
                    <a:pt x="5965453" y="1127292"/>
                  </a:lnTo>
                  <a:lnTo>
                    <a:pt x="6011005" y="1081352"/>
                  </a:lnTo>
                  <a:lnTo>
                    <a:pt x="6057051" y="1032665"/>
                  </a:lnTo>
                  <a:lnTo>
                    <a:pt x="6103624" y="981524"/>
                  </a:lnTo>
                  <a:lnTo>
                    <a:pt x="6150694" y="928310"/>
                  </a:lnTo>
                  <a:lnTo>
                    <a:pt x="6198179" y="873490"/>
                  </a:lnTo>
                  <a:lnTo>
                    <a:pt x="6245953" y="817594"/>
                  </a:lnTo>
                  <a:lnTo>
                    <a:pt x="6293863" y="761201"/>
                  </a:lnTo>
                  <a:lnTo>
                    <a:pt x="6341746" y="704911"/>
                  </a:lnTo>
                  <a:lnTo>
                    <a:pt x="6389437" y="649319"/>
                  </a:lnTo>
                  <a:lnTo>
                    <a:pt x="6436792" y="594990"/>
                  </a:lnTo>
                  <a:lnTo>
                    <a:pt x="6483699" y="542436"/>
                  </a:lnTo>
                  <a:lnTo>
                    <a:pt x="6530093" y="492094"/>
                  </a:lnTo>
                  <a:lnTo>
                    <a:pt x="6575963" y="444317"/>
                  </a:lnTo>
                  <a:lnTo>
                    <a:pt x="6621367" y="399365"/>
                  </a:lnTo>
                  <a:lnTo>
                    <a:pt x="6666435" y="357403"/>
                  </a:lnTo>
                  <a:lnTo>
                    <a:pt x="6711381" y="318508"/>
                  </a:lnTo>
                  <a:lnTo>
                    <a:pt x="6756511" y="282673"/>
                  </a:lnTo>
                  <a:lnTo>
                    <a:pt x="6786527" y="260711"/>
                  </a:lnTo>
                  <a:lnTo>
                    <a:pt x="6835746" y="228030"/>
                  </a:lnTo>
                  <a:lnTo>
                    <a:pt x="6886646" y="198649"/>
                  </a:lnTo>
                  <a:lnTo>
                    <a:pt x="6940027" y="172395"/>
                  </a:lnTo>
                  <a:lnTo>
                    <a:pt x="6996786" y="148980"/>
                  </a:lnTo>
                  <a:lnTo>
                    <a:pt x="7057833" y="128081"/>
                  </a:lnTo>
                  <a:lnTo>
                    <a:pt x="7124018" y="109384"/>
                  </a:lnTo>
                  <a:lnTo>
                    <a:pt x="7196026" y="92618"/>
                  </a:lnTo>
                  <a:lnTo>
                    <a:pt x="7274250" y="77562"/>
                  </a:lnTo>
                  <a:lnTo>
                    <a:pt x="7358611" y="64054"/>
                  </a:lnTo>
                  <a:lnTo>
                    <a:pt x="7448353" y="51998"/>
                  </a:lnTo>
                  <a:lnTo>
                    <a:pt x="7541837" y="41353"/>
                  </a:lnTo>
                  <a:lnTo>
                    <a:pt x="7636412" y="32126"/>
                  </a:lnTo>
                  <a:lnTo>
                    <a:pt x="7728453" y="24350"/>
                  </a:lnTo>
                  <a:lnTo>
                    <a:pt x="7813677" y="18053"/>
                  </a:lnTo>
                  <a:lnTo>
                    <a:pt x="7887764" y="13222"/>
                  </a:lnTo>
                  <a:lnTo>
                    <a:pt x="7947191" y="9776"/>
                  </a:lnTo>
                  <a:lnTo>
                    <a:pt x="7990053" y="7553"/>
                  </a:lnTo>
                  <a:lnTo>
                    <a:pt x="8016593" y="6316"/>
                  </a:lnTo>
                  <a:lnTo>
                    <a:pt x="8029310" y="5781"/>
                  </a:lnTo>
                  <a:lnTo>
                    <a:pt x="8032819" y="5647"/>
                  </a:lnTo>
                  <a:lnTo>
                    <a:pt x="8554953" y="5647"/>
                  </a:lnTo>
                  <a:lnTo>
                    <a:pt x="8554953" y="0"/>
                  </a:lnTo>
                  <a:lnTo>
                    <a:pt x="8032819" y="0"/>
                  </a:lnTo>
                  <a:lnTo>
                    <a:pt x="8031587" y="45"/>
                  </a:lnTo>
                  <a:lnTo>
                    <a:pt x="8023527" y="370"/>
                  </a:lnTo>
                  <a:lnTo>
                    <a:pt x="8003355" y="1270"/>
                  </a:lnTo>
                  <a:lnTo>
                    <a:pt x="7967667" y="3037"/>
                  </a:lnTo>
                  <a:lnTo>
                    <a:pt x="7915239" y="5933"/>
                  </a:lnTo>
                  <a:lnTo>
                    <a:pt x="7847094" y="10154"/>
                  </a:lnTo>
                  <a:lnTo>
                    <a:pt x="7766151" y="15817"/>
                  </a:lnTo>
                  <a:lnTo>
                    <a:pt x="7676493" y="22960"/>
                  </a:lnTo>
                  <a:lnTo>
                    <a:pt x="7582513" y="31568"/>
                  </a:lnTo>
                  <a:lnTo>
                    <a:pt x="7488175" y="41607"/>
                  </a:lnTo>
                  <a:lnTo>
                    <a:pt x="7396568" y="53055"/>
                  </a:lnTo>
                  <a:lnTo>
                    <a:pt x="7309756" y="65931"/>
                  </a:lnTo>
                  <a:lnTo>
                    <a:pt x="7228852" y="80306"/>
                  </a:lnTo>
                  <a:lnTo>
                    <a:pt x="7154199" y="96314"/>
                  </a:lnTo>
                  <a:lnTo>
                    <a:pt x="7085584" y="114151"/>
                  </a:lnTo>
                  <a:lnTo>
                    <a:pt x="7022427" y="134068"/>
                  </a:lnTo>
                  <a:lnTo>
                    <a:pt x="6963937" y="156362"/>
                  </a:lnTo>
                  <a:lnTo>
                    <a:pt x="6909217" y="181358"/>
                  </a:lnTo>
                  <a:lnTo>
                    <a:pt x="6857357" y="209366"/>
                  </a:lnTo>
                  <a:lnTo>
                    <a:pt x="6807505" y="240621"/>
                  </a:lnTo>
                  <a:lnTo>
                    <a:pt x="6786527" y="255063"/>
                  </a:lnTo>
                  <a:lnTo>
                    <a:pt x="6741057" y="288922"/>
                  </a:lnTo>
                  <a:lnTo>
                    <a:pt x="6696030" y="325796"/>
                  </a:lnTo>
                  <a:lnTo>
                    <a:pt x="6651072" y="365742"/>
                  </a:lnTo>
                  <a:lnTo>
                    <a:pt x="6605909" y="408737"/>
                  </a:lnTo>
                  <a:lnTo>
                    <a:pt x="6560357" y="454677"/>
                  </a:lnTo>
                  <a:lnTo>
                    <a:pt x="6514311" y="503364"/>
                  </a:lnTo>
                  <a:lnTo>
                    <a:pt x="6467738" y="554506"/>
                  </a:lnTo>
                  <a:lnTo>
                    <a:pt x="6420668" y="607719"/>
                  </a:lnTo>
                  <a:lnTo>
                    <a:pt x="6373183" y="662540"/>
                  </a:lnTo>
                  <a:lnTo>
                    <a:pt x="6325409" y="718436"/>
                  </a:lnTo>
                  <a:lnTo>
                    <a:pt x="6277499" y="774829"/>
                  </a:lnTo>
                  <a:lnTo>
                    <a:pt x="6229616" y="831119"/>
                  </a:lnTo>
                  <a:lnTo>
                    <a:pt x="6181925" y="886710"/>
                  </a:lnTo>
                  <a:lnTo>
                    <a:pt x="6134570" y="941039"/>
                  </a:lnTo>
                  <a:lnTo>
                    <a:pt x="6087663" y="993593"/>
                  </a:lnTo>
                  <a:lnTo>
                    <a:pt x="6041269" y="1043935"/>
                  </a:lnTo>
                  <a:lnTo>
                    <a:pt x="5995399" y="1091712"/>
                  </a:lnTo>
                  <a:lnTo>
                    <a:pt x="5949995" y="1136665"/>
                  </a:lnTo>
                  <a:lnTo>
                    <a:pt x="5904927" y="1178626"/>
                  </a:lnTo>
                  <a:lnTo>
                    <a:pt x="5859981" y="1217521"/>
                  </a:lnTo>
                  <a:lnTo>
                    <a:pt x="5814851" y="1253356"/>
                  </a:lnTo>
                  <a:lnTo>
                    <a:pt x="5784835" y="1275319"/>
                  </a:lnTo>
                  <a:lnTo>
                    <a:pt x="5735616" y="1307999"/>
                  </a:lnTo>
                  <a:lnTo>
                    <a:pt x="5684716" y="1337381"/>
                  </a:lnTo>
                  <a:lnTo>
                    <a:pt x="5631335" y="1363635"/>
                  </a:lnTo>
                  <a:lnTo>
                    <a:pt x="5574576" y="1387050"/>
                  </a:lnTo>
                  <a:lnTo>
                    <a:pt x="5513529" y="1407949"/>
                  </a:lnTo>
                  <a:lnTo>
                    <a:pt x="5447344" y="1426645"/>
                  </a:lnTo>
                  <a:lnTo>
                    <a:pt x="5375336" y="1443411"/>
                  </a:lnTo>
                  <a:lnTo>
                    <a:pt x="5297112" y="1458468"/>
                  </a:lnTo>
                  <a:lnTo>
                    <a:pt x="5212751" y="1471975"/>
                  </a:lnTo>
                  <a:lnTo>
                    <a:pt x="5123009" y="1484032"/>
                  </a:lnTo>
                  <a:lnTo>
                    <a:pt x="5029525" y="1494676"/>
                  </a:lnTo>
                  <a:lnTo>
                    <a:pt x="4934950" y="1503903"/>
                  </a:lnTo>
                  <a:lnTo>
                    <a:pt x="4842908" y="1511679"/>
                  </a:lnTo>
                  <a:lnTo>
                    <a:pt x="4757685" y="1517977"/>
                  </a:lnTo>
                  <a:lnTo>
                    <a:pt x="4683598" y="1522808"/>
                  </a:lnTo>
                  <a:lnTo>
                    <a:pt x="4624171" y="1526253"/>
                  </a:lnTo>
                  <a:lnTo>
                    <a:pt x="4581309" y="1528476"/>
                  </a:lnTo>
                  <a:lnTo>
                    <a:pt x="4554769" y="1529713"/>
                  </a:lnTo>
                  <a:lnTo>
                    <a:pt x="4542052" y="1530249"/>
                  </a:lnTo>
                  <a:lnTo>
                    <a:pt x="4538543" y="1530383"/>
                  </a:lnTo>
                  <a:lnTo>
                    <a:pt x="4016409" y="1530383"/>
                  </a:lnTo>
                  <a:lnTo>
                    <a:pt x="4015290" y="1530470"/>
                  </a:lnTo>
                  <a:lnTo>
                    <a:pt x="4007948" y="1531092"/>
                  </a:lnTo>
                  <a:lnTo>
                    <a:pt x="3989516" y="1532812"/>
                  </a:lnTo>
                  <a:lnTo>
                    <a:pt x="3956755" y="1536195"/>
                  </a:lnTo>
                  <a:lnTo>
                    <a:pt x="3908323" y="1541749"/>
                  </a:lnTo>
                  <a:lnTo>
                    <a:pt x="3844869" y="1549874"/>
                  </a:lnTo>
                  <a:lnTo>
                    <a:pt x="3768781" y="1560820"/>
                  </a:lnTo>
                  <a:lnTo>
                    <a:pt x="3683614" y="1574689"/>
                  </a:lnTo>
                  <a:lnTo>
                    <a:pt x="3593360" y="1591470"/>
                  </a:lnTo>
                  <a:lnTo>
                    <a:pt x="3501776" y="1611100"/>
                  </a:lnTo>
                  <a:lnTo>
                    <a:pt x="3411933" y="1633524"/>
                  </a:lnTo>
                  <a:lnTo>
                    <a:pt x="3326017" y="1658747"/>
                  </a:lnTo>
                  <a:lnTo>
                    <a:pt x="3245336" y="1686867"/>
                  </a:lnTo>
                  <a:lnTo>
                    <a:pt x="3170456" y="1718091"/>
                  </a:lnTo>
                  <a:lnTo>
                    <a:pt x="3101378" y="1752743"/>
                  </a:lnTo>
                  <a:lnTo>
                    <a:pt x="3037709" y="1791257"/>
                  </a:lnTo>
                  <a:lnTo>
                    <a:pt x="2978812" y="1834162"/>
                  </a:lnTo>
                  <a:lnTo>
                    <a:pt x="2923911" y="1882059"/>
                  </a:lnTo>
                  <a:lnTo>
                    <a:pt x="2872179" y="1935568"/>
                  </a:lnTo>
                  <a:lnTo>
                    <a:pt x="2822802" y="1995246"/>
                  </a:lnTo>
                  <a:lnTo>
                    <a:pt x="2775047" y="2061439"/>
                  </a:lnTo>
                  <a:lnTo>
                    <a:pt x="2770117" y="2068747"/>
                  </a:lnTo>
                  <a:lnTo>
                    <a:pt x="2734783" y="2123649"/>
                  </a:lnTo>
                  <a:lnTo>
                    <a:pt x="2699774" y="2182359"/>
                  </a:lnTo>
                  <a:lnTo>
                    <a:pt x="2664896" y="2244954"/>
                  </a:lnTo>
                  <a:lnTo>
                    <a:pt x="2629998" y="2311458"/>
                  </a:lnTo>
                  <a:lnTo>
                    <a:pt x="2594961" y="2381832"/>
                  </a:lnTo>
                  <a:lnTo>
                    <a:pt x="2559698" y="2455974"/>
                  </a:lnTo>
                  <a:lnTo>
                    <a:pt x="2524153" y="2533710"/>
                  </a:lnTo>
                  <a:lnTo>
                    <a:pt x="2488297" y="2614794"/>
                  </a:lnTo>
                  <a:lnTo>
                    <a:pt x="2452122" y="2698911"/>
                  </a:lnTo>
                  <a:lnTo>
                    <a:pt x="2415646" y="2785672"/>
                  </a:lnTo>
                  <a:lnTo>
                    <a:pt x="2378906" y="2874630"/>
                  </a:lnTo>
                  <a:lnTo>
                    <a:pt x="2341953" y="2965279"/>
                  </a:lnTo>
                  <a:lnTo>
                    <a:pt x="2304853" y="3057074"/>
                  </a:lnTo>
                  <a:lnTo>
                    <a:pt x="2267678" y="3149435"/>
                  </a:lnTo>
                  <a:lnTo>
                    <a:pt x="2230506" y="3241771"/>
                  </a:lnTo>
                  <a:lnTo>
                    <a:pt x="2193416" y="3333489"/>
                  </a:lnTo>
                  <a:lnTo>
                    <a:pt x="2156479" y="3424015"/>
                  </a:lnTo>
                  <a:lnTo>
                    <a:pt x="2119759" y="3512803"/>
                  </a:lnTo>
                  <a:lnTo>
                    <a:pt x="2083308" y="3599355"/>
                  </a:lnTo>
                  <a:lnTo>
                    <a:pt x="2047160" y="3683225"/>
                  </a:lnTo>
                  <a:lnTo>
                    <a:pt x="2011331" y="3764034"/>
                  </a:lnTo>
                  <a:lnTo>
                    <a:pt x="1975812" y="3841471"/>
                  </a:lnTo>
                  <a:lnTo>
                    <a:pt x="1940571" y="3915296"/>
                  </a:lnTo>
                  <a:lnTo>
                    <a:pt x="1905550" y="3985341"/>
                  </a:lnTo>
                  <a:lnTo>
                    <a:pt x="1870658" y="4051510"/>
                  </a:lnTo>
                  <a:lnTo>
                    <a:pt x="1835776" y="4113771"/>
                  </a:lnTo>
                  <a:lnTo>
                    <a:pt x="1800747" y="4172151"/>
                  </a:lnTo>
                  <a:lnTo>
                    <a:pt x="1768425" y="4222201"/>
                  </a:lnTo>
                  <a:lnTo>
                    <a:pt x="1720803" y="4289082"/>
                  </a:lnTo>
                  <a:lnTo>
                    <a:pt x="1671628" y="4349431"/>
                  </a:lnTo>
                  <a:lnTo>
                    <a:pt x="1620180" y="4403562"/>
                  </a:lnTo>
                  <a:lnTo>
                    <a:pt x="1565650" y="4452017"/>
                  </a:lnTo>
                  <a:lnTo>
                    <a:pt x="1507209" y="4495416"/>
                  </a:lnTo>
                  <a:lnTo>
                    <a:pt x="1444073" y="4534363"/>
                  </a:lnTo>
                  <a:lnTo>
                    <a:pt x="1375584" y="4569397"/>
                  </a:lnTo>
                  <a:lnTo>
                    <a:pt x="1301320" y="4600962"/>
                  </a:lnTo>
                  <a:lnTo>
                    <a:pt x="1221231" y="4629395"/>
                  </a:lnTo>
                  <a:lnTo>
                    <a:pt x="1135815" y="4654916"/>
                  </a:lnTo>
                  <a:lnTo>
                    <a:pt x="1046296" y="4677631"/>
                  </a:lnTo>
                  <a:lnTo>
                    <a:pt x="954765" y="4697556"/>
                  </a:lnTo>
                  <a:lnTo>
                    <a:pt x="864205" y="4714638"/>
                  </a:lnTo>
                  <a:lnTo>
                    <a:pt x="778318" y="4728813"/>
                  </a:lnTo>
                  <a:lnTo>
                    <a:pt x="701100" y="4740063"/>
                  </a:lnTo>
                  <a:lnTo>
                    <a:pt x="636185" y="4748474"/>
                  </a:lnTo>
                  <a:lnTo>
                    <a:pt x="586117" y="4754281"/>
                  </a:lnTo>
                  <a:lnTo>
                    <a:pt x="551744" y="4757869"/>
                  </a:lnTo>
                  <a:lnTo>
                    <a:pt x="531934" y="4759737"/>
                  </a:lnTo>
                  <a:lnTo>
                    <a:pt x="523633" y="4760447"/>
                  </a:lnTo>
                  <a:lnTo>
                    <a:pt x="522133" y="4760565"/>
                  </a:lnTo>
                  <a:lnTo>
                    <a:pt x="0" y="4760565"/>
                  </a:lnTo>
                  <a:close/>
                </a:path>
              </a:pathLst>
            </a:custGeom>
            <a:solidFill>
              <a:srgbClr val="C3CD83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1974" name="pl1974"/>
            <p:cNvSpPr/>
            <p:nvPr/>
          </p:nvSpPr>
          <p:spPr>
            <a:xfrm>
              <a:off x="386606" y="1179898"/>
              <a:ext cx="8554953" cy="4760565"/>
            </a:xfrm>
            <a:custGeom>
              <a:avLst/>
              <a:pathLst>
                <a:path w="8554953" h="4760565">
                  <a:moveTo>
                    <a:pt x="0" y="4760565"/>
                  </a:moveTo>
                  <a:lnTo>
                    <a:pt x="522133" y="4760565"/>
                  </a:lnTo>
                  <a:lnTo>
                    <a:pt x="523253" y="4760478"/>
                  </a:lnTo>
                  <a:lnTo>
                    <a:pt x="530594" y="4759855"/>
                  </a:lnTo>
                  <a:lnTo>
                    <a:pt x="549026" y="4758135"/>
                  </a:lnTo>
                  <a:lnTo>
                    <a:pt x="581787" y="4754753"/>
                  </a:lnTo>
                  <a:lnTo>
                    <a:pt x="630219" y="4749199"/>
                  </a:lnTo>
                  <a:lnTo>
                    <a:pt x="693673" y="4741073"/>
                  </a:lnTo>
                  <a:lnTo>
                    <a:pt x="769761" y="4730127"/>
                  </a:lnTo>
                  <a:lnTo>
                    <a:pt x="854928" y="4716259"/>
                  </a:lnTo>
                  <a:lnTo>
                    <a:pt x="945182" y="4699478"/>
                  </a:lnTo>
                  <a:lnTo>
                    <a:pt x="1036766" y="4679848"/>
                  </a:lnTo>
                  <a:lnTo>
                    <a:pt x="1126609" y="4657424"/>
                  </a:lnTo>
                  <a:lnTo>
                    <a:pt x="1212526" y="4632200"/>
                  </a:lnTo>
                  <a:lnTo>
                    <a:pt x="1293207" y="4604081"/>
                  </a:lnTo>
                  <a:lnTo>
                    <a:pt x="1368086" y="4572856"/>
                  </a:lnTo>
                  <a:lnTo>
                    <a:pt x="1437164" y="4538204"/>
                  </a:lnTo>
                  <a:lnTo>
                    <a:pt x="1500833" y="4499691"/>
                  </a:lnTo>
                  <a:lnTo>
                    <a:pt x="1559730" y="4456786"/>
                  </a:lnTo>
                  <a:lnTo>
                    <a:pt x="1614631" y="4408889"/>
                  </a:lnTo>
                  <a:lnTo>
                    <a:pt x="1666363" y="4355379"/>
                  </a:lnTo>
                  <a:lnTo>
                    <a:pt x="1715740" y="4295702"/>
                  </a:lnTo>
                  <a:lnTo>
                    <a:pt x="1763495" y="4229508"/>
                  </a:lnTo>
                  <a:lnTo>
                    <a:pt x="1768425" y="4222201"/>
                  </a:lnTo>
                  <a:lnTo>
                    <a:pt x="1803759" y="4167298"/>
                  </a:lnTo>
                  <a:lnTo>
                    <a:pt x="1838769" y="4108588"/>
                  </a:lnTo>
                  <a:lnTo>
                    <a:pt x="1873646" y="4045993"/>
                  </a:lnTo>
                  <a:lnTo>
                    <a:pt x="1908544" y="3979490"/>
                  </a:lnTo>
                  <a:lnTo>
                    <a:pt x="1943582" y="3909115"/>
                  </a:lnTo>
                  <a:lnTo>
                    <a:pt x="1978844" y="3834974"/>
                  </a:lnTo>
                  <a:lnTo>
                    <a:pt x="2014389" y="3757238"/>
                  </a:lnTo>
                  <a:lnTo>
                    <a:pt x="2050246" y="3676153"/>
                  </a:lnTo>
                  <a:lnTo>
                    <a:pt x="2086420" y="3592037"/>
                  </a:lnTo>
                  <a:lnTo>
                    <a:pt x="2122896" y="3505276"/>
                  </a:lnTo>
                  <a:lnTo>
                    <a:pt x="2159636" y="3416318"/>
                  </a:lnTo>
                  <a:lnTo>
                    <a:pt x="2196589" y="3325668"/>
                  </a:lnTo>
                  <a:lnTo>
                    <a:pt x="2233690" y="3233874"/>
                  </a:lnTo>
                  <a:lnTo>
                    <a:pt x="2270864" y="3141513"/>
                  </a:lnTo>
                  <a:lnTo>
                    <a:pt x="2308036" y="3049177"/>
                  </a:lnTo>
                  <a:lnTo>
                    <a:pt x="2345126" y="2957458"/>
                  </a:lnTo>
                  <a:lnTo>
                    <a:pt x="2382064" y="2866933"/>
                  </a:lnTo>
                  <a:lnTo>
                    <a:pt x="2418783" y="2778144"/>
                  </a:lnTo>
                  <a:lnTo>
                    <a:pt x="2455234" y="2691593"/>
                  </a:lnTo>
                  <a:lnTo>
                    <a:pt x="2491382" y="2607722"/>
                  </a:lnTo>
                  <a:lnTo>
                    <a:pt x="2527211" y="2526913"/>
                  </a:lnTo>
                  <a:lnTo>
                    <a:pt x="2562730" y="2449477"/>
                  </a:lnTo>
                  <a:lnTo>
                    <a:pt x="2597971" y="2375652"/>
                  </a:lnTo>
                  <a:lnTo>
                    <a:pt x="2632993" y="2305606"/>
                  </a:lnTo>
                  <a:lnTo>
                    <a:pt x="2667884" y="2239437"/>
                  </a:lnTo>
                  <a:lnTo>
                    <a:pt x="2702766" y="2177177"/>
                  </a:lnTo>
                  <a:lnTo>
                    <a:pt x="2737795" y="2118797"/>
                  </a:lnTo>
                  <a:lnTo>
                    <a:pt x="2770117" y="2068747"/>
                  </a:lnTo>
                  <a:lnTo>
                    <a:pt x="2817739" y="2001866"/>
                  </a:lnTo>
                  <a:lnTo>
                    <a:pt x="2866914" y="1941517"/>
                  </a:lnTo>
                  <a:lnTo>
                    <a:pt x="2918362" y="1887386"/>
                  </a:lnTo>
                  <a:lnTo>
                    <a:pt x="2972892" y="1838930"/>
                  </a:lnTo>
                  <a:lnTo>
                    <a:pt x="3031334" y="1795532"/>
                  </a:lnTo>
                  <a:lnTo>
                    <a:pt x="3094470" y="1756585"/>
                  </a:lnTo>
                  <a:lnTo>
                    <a:pt x="3162958" y="1721551"/>
                  </a:lnTo>
                  <a:lnTo>
                    <a:pt x="3237222" y="1689985"/>
                  </a:lnTo>
                  <a:lnTo>
                    <a:pt x="3317311" y="1661552"/>
                  </a:lnTo>
                  <a:lnTo>
                    <a:pt x="3402727" y="1636032"/>
                  </a:lnTo>
                  <a:lnTo>
                    <a:pt x="3492246" y="1613316"/>
                  </a:lnTo>
                  <a:lnTo>
                    <a:pt x="3583777" y="1593392"/>
                  </a:lnTo>
                  <a:lnTo>
                    <a:pt x="3674337" y="1576310"/>
                  </a:lnTo>
                  <a:lnTo>
                    <a:pt x="3760224" y="1562134"/>
                  </a:lnTo>
                  <a:lnTo>
                    <a:pt x="3837443" y="1550885"/>
                  </a:lnTo>
                  <a:lnTo>
                    <a:pt x="3902357" y="1542473"/>
                  </a:lnTo>
                  <a:lnTo>
                    <a:pt x="3952425" y="1536666"/>
                  </a:lnTo>
                  <a:lnTo>
                    <a:pt x="3986798" y="1533079"/>
                  </a:lnTo>
                  <a:lnTo>
                    <a:pt x="4006609" y="1531211"/>
                  </a:lnTo>
                  <a:lnTo>
                    <a:pt x="4014909" y="1530501"/>
                  </a:lnTo>
                  <a:lnTo>
                    <a:pt x="4016408" y="1530383"/>
                  </a:lnTo>
                  <a:lnTo>
                    <a:pt x="4016409" y="1530383"/>
                  </a:lnTo>
                  <a:lnTo>
                    <a:pt x="4538543" y="1530383"/>
                  </a:lnTo>
                  <a:lnTo>
                    <a:pt x="4539775" y="1530337"/>
                  </a:lnTo>
                  <a:lnTo>
                    <a:pt x="4547835" y="1530012"/>
                  </a:lnTo>
                  <a:lnTo>
                    <a:pt x="4568007" y="1529112"/>
                  </a:lnTo>
                  <a:lnTo>
                    <a:pt x="4603695" y="1527345"/>
                  </a:lnTo>
                  <a:lnTo>
                    <a:pt x="4656123" y="1524450"/>
                  </a:lnTo>
                  <a:lnTo>
                    <a:pt x="4724268" y="1520229"/>
                  </a:lnTo>
                  <a:lnTo>
                    <a:pt x="4805211" y="1514566"/>
                  </a:lnTo>
                  <a:lnTo>
                    <a:pt x="4894869" y="1507423"/>
                  </a:lnTo>
                  <a:lnTo>
                    <a:pt x="4988849" y="1498815"/>
                  </a:lnTo>
                  <a:lnTo>
                    <a:pt x="5083187" y="1488776"/>
                  </a:lnTo>
                  <a:lnTo>
                    <a:pt x="5174794" y="1477327"/>
                  </a:lnTo>
                  <a:lnTo>
                    <a:pt x="5261606" y="1464452"/>
                  </a:lnTo>
                  <a:lnTo>
                    <a:pt x="5342510" y="1450076"/>
                  </a:lnTo>
                  <a:lnTo>
                    <a:pt x="5417163" y="1434068"/>
                  </a:lnTo>
                  <a:lnTo>
                    <a:pt x="5485778" y="1416232"/>
                  </a:lnTo>
                  <a:lnTo>
                    <a:pt x="5548935" y="1396315"/>
                  </a:lnTo>
                  <a:lnTo>
                    <a:pt x="5607425" y="1374020"/>
                  </a:lnTo>
                  <a:lnTo>
                    <a:pt x="5662145" y="1349024"/>
                  </a:lnTo>
                  <a:lnTo>
                    <a:pt x="5714005" y="1321016"/>
                  </a:lnTo>
                  <a:lnTo>
                    <a:pt x="5763857" y="1289762"/>
                  </a:lnTo>
                  <a:lnTo>
                    <a:pt x="5784835" y="1275319"/>
                  </a:lnTo>
                  <a:lnTo>
                    <a:pt x="5830305" y="1241461"/>
                  </a:lnTo>
                  <a:lnTo>
                    <a:pt x="5875332" y="1204586"/>
                  </a:lnTo>
                  <a:lnTo>
                    <a:pt x="5920290" y="1164641"/>
                  </a:lnTo>
                  <a:lnTo>
                    <a:pt x="5965453" y="1121645"/>
                  </a:lnTo>
                  <a:lnTo>
                    <a:pt x="6011005" y="1075705"/>
                  </a:lnTo>
                  <a:lnTo>
                    <a:pt x="6057051" y="1027018"/>
                  </a:lnTo>
                  <a:lnTo>
                    <a:pt x="6103624" y="975877"/>
                  </a:lnTo>
                  <a:lnTo>
                    <a:pt x="6150694" y="922663"/>
                  </a:lnTo>
                  <a:lnTo>
                    <a:pt x="6198179" y="867843"/>
                  </a:lnTo>
                  <a:lnTo>
                    <a:pt x="6245953" y="811947"/>
                  </a:lnTo>
                  <a:lnTo>
                    <a:pt x="6293863" y="755554"/>
                  </a:lnTo>
                  <a:lnTo>
                    <a:pt x="6341746" y="699264"/>
                  </a:lnTo>
                  <a:lnTo>
                    <a:pt x="6389437" y="643672"/>
                  </a:lnTo>
                  <a:lnTo>
                    <a:pt x="6436792" y="589343"/>
                  </a:lnTo>
                  <a:lnTo>
                    <a:pt x="6483699" y="536789"/>
                  </a:lnTo>
                  <a:lnTo>
                    <a:pt x="6530093" y="486447"/>
                  </a:lnTo>
                  <a:lnTo>
                    <a:pt x="6575963" y="438670"/>
                  </a:lnTo>
                  <a:lnTo>
                    <a:pt x="6621367" y="393718"/>
                  </a:lnTo>
                  <a:lnTo>
                    <a:pt x="6666435" y="351756"/>
                  </a:lnTo>
                  <a:lnTo>
                    <a:pt x="6711381" y="312861"/>
                  </a:lnTo>
                  <a:lnTo>
                    <a:pt x="6756511" y="277026"/>
                  </a:lnTo>
                  <a:lnTo>
                    <a:pt x="6786527" y="255063"/>
                  </a:lnTo>
                  <a:lnTo>
                    <a:pt x="6835746" y="222383"/>
                  </a:lnTo>
                  <a:lnTo>
                    <a:pt x="6886646" y="193001"/>
                  </a:lnTo>
                  <a:lnTo>
                    <a:pt x="6940027" y="166748"/>
                  </a:lnTo>
                  <a:lnTo>
                    <a:pt x="6996786" y="143333"/>
                  </a:lnTo>
                  <a:lnTo>
                    <a:pt x="7057833" y="122433"/>
                  </a:lnTo>
                  <a:lnTo>
                    <a:pt x="7124018" y="103737"/>
                  </a:lnTo>
                  <a:lnTo>
                    <a:pt x="7196026" y="86971"/>
                  </a:lnTo>
                  <a:lnTo>
                    <a:pt x="7274250" y="71915"/>
                  </a:lnTo>
                  <a:lnTo>
                    <a:pt x="7358611" y="58407"/>
                  </a:lnTo>
                  <a:lnTo>
                    <a:pt x="7448353" y="46351"/>
                  </a:lnTo>
                  <a:lnTo>
                    <a:pt x="7541837" y="35706"/>
                  </a:lnTo>
                  <a:lnTo>
                    <a:pt x="7636412" y="26479"/>
                  </a:lnTo>
                  <a:lnTo>
                    <a:pt x="7728453" y="18703"/>
                  </a:lnTo>
                  <a:lnTo>
                    <a:pt x="7813677" y="12405"/>
                  </a:lnTo>
                  <a:lnTo>
                    <a:pt x="7887764" y="7574"/>
                  </a:lnTo>
                  <a:lnTo>
                    <a:pt x="7947191" y="4129"/>
                  </a:lnTo>
                  <a:lnTo>
                    <a:pt x="7990053" y="1906"/>
                  </a:lnTo>
                  <a:lnTo>
                    <a:pt x="8016593" y="669"/>
                  </a:lnTo>
                  <a:lnTo>
                    <a:pt x="8029310" y="134"/>
                  </a:lnTo>
                  <a:lnTo>
                    <a:pt x="8032718" y="3"/>
                  </a:lnTo>
                  <a:lnTo>
                    <a:pt x="8032819" y="0"/>
                  </a:lnTo>
                  <a:lnTo>
                    <a:pt x="8554953" y="0"/>
                  </a:lnTo>
                  <a:lnTo>
                    <a:pt x="8554953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975" name="pl1975"/>
            <p:cNvSpPr/>
            <p:nvPr/>
          </p:nvSpPr>
          <p:spPr>
            <a:xfrm>
              <a:off x="386606" y="1174250"/>
              <a:ext cx="8554953" cy="4760565"/>
            </a:xfrm>
            <a:custGeom>
              <a:avLst/>
              <a:pathLst>
                <a:path w="8554953" h="4760565">
                  <a:moveTo>
                    <a:pt x="8554953" y="0"/>
                  </a:moveTo>
                  <a:lnTo>
                    <a:pt x="8032819" y="0"/>
                  </a:lnTo>
                  <a:lnTo>
                    <a:pt x="8031587" y="45"/>
                  </a:lnTo>
                  <a:lnTo>
                    <a:pt x="8023527" y="370"/>
                  </a:lnTo>
                  <a:lnTo>
                    <a:pt x="8003355" y="1270"/>
                  </a:lnTo>
                  <a:lnTo>
                    <a:pt x="7967667" y="3037"/>
                  </a:lnTo>
                  <a:lnTo>
                    <a:pt x="7915239" y="5933"/>
                  </a:lnTo>
                  <a:lnTo>
                    <a:pt x="7847094" y="10154"/>
                  </a:lnTo>
                  <a:lnTo>
                    <a:pt x="7766151" y="15817"/>
                  </a:lnTo>
                  <a:lnTo>
                    <a:pt x="7676493" y="22960"/>
                  </a:lnTo>
                  <a:lnTo>
                    <a:pt x="7582513" y="31568"/>
                  </a:lnTo>
                  <a:lnTo>
                    <a:pt x="7488175" y="41607"/>
                  </a:lnTo>
                  <a:lnTo>
                    <a:pt x="7396568" y="53055"/>
                  </a:lnTo>
                  <a:lnTo>
                    <a:pt x="7309756" y="65931"/>
                  </a:lnTo>
                  <a:lnTo>
                    <a:pt x="7228852" y="80306"/>
                  </a:lnTo>
                  <a:lnTo>
                    <a:pt x="7154199" y="96314"/>
                  </a:lnTo>
                  <a:lnTo>
                    <a:pt x="7085584" y="114151"/>
                  </a:lnTo>
                  <a:lnTo>
                    <a:pt x="7022427" y="134068"/>
                  </a:lnTo>
                  <a:lnTo>
                    <a:pt x="6963937" y="156362"/>
                  </a:lnTo>
                  <a:lnTo>
                    <a:pt x="6909217" y="181358"/>
                  </a:lnTo>
                  <a:lnTo>
                    <a:pt x="6857357" y="209366"/>
                  </a:lnTo>
                  <a:lnTo>
                    <a:pt x="6807505" y="240621"/>
                  </a:lnTo>
                  <a:lnTo>
                    <a:pt x="6786527" y="255063"/>
                  </a:lnTo>
                  <a:lnTo>
                    <a:pt x="6741057" y="288922"/>
                  </a:lnTo>
                  <a:lnTo>
                    <a:pt x="6696030" y="325796"/>
                  </a:lnTo>
                  <a:lnTo>
                    <a:pt x="6651072" y="365742"/>
                  </a:lnTo>
                  <a:lnTo>
                    <a:pt x="6605909" y="408737"/>
                  </a:lnTo>
                  <a:lnTo>
                    <a:pt x="6560357" y="454677"/>
                  </a:lnTo>
                  <a:lnTo>
                    <a:pt x="6514311" y="503364"/>
                  </a:lnTo>
                  <a:lnTo>
                    <a:pt x="6467738" y="554506"/>
                  </a:lnTo>
                  <a:lnTo>
                    <a:pt x="6420668" y="607719"/>
                  </a:lnTo>
                  <a:lnTo>
                    <a:pt x="6373183" y="662540"/>
                  </a:lnTo>
                  <a:lnTo>
                    <a:pt x="6325409" y="718436"/>
                  </a:lnTo>
                  <a:lnTo>
                    <a:pt x="6277499" y="774829"/>
                  </a:lnTo>
                  <a:lnTo>
                    <a:pt x="6229616" y="831119"/>
                  </a:lnTo>
                  <a:lnTo>
                    <a:pt x="6181925" y="886710"/>
                  </a:lnTo>
                  <a:lnTo>
                    <a:pt x="6134570" y="941039"/>
                  </a:lnTo>
                  <a:lnTo>
                    <a:pt x="6087663" y="993593"/>
                  </a:lnTo>
                  <a:lnTo>
                    <a:pt x="6041269" y="1043935"/>
                  </a:lnTo>
                  <a:lnTo>
                    <a:pt x="5995399" y="1091712"/>
                  </a:lnTo>
                  <a:lnTo>
                    <a:pt x="5949995" y="1136665"/>
                  </a:lnTo>
                  <a:lnTo>
                    <a:pt x="5904927" y="1178626"/>
                  </a:lnTo>
                  <a:lnTo>
                    <a:pt x="5859981" y="1217521"/>
                  </a:lnTo>
                  <a:lnTo>
                    <a:pt x="5814851" y="1253356"/>
                  </a:lnTo>
                  <a:lnTo>
                    <a:pt x="5784835" y="1275319"/>
                  </a:lnTo>
                  <a:lnTo>
                    <a:pt x="5735616" y="1307999"/>
                  </a:lnTo>
                  <a:lnTo>
                    <a:pt x="5684716" y="1337381"/>
                  </a:lnTo>
                  <a:lnTo>
                    <a:pt x="5631335" y="1363635"/>
                  </a:lnTo>
                  <a:lnTo>
                    <a:pt x="5574576" y="1387050"/>
                  </a:lnTo>
                  <a:lnTo>
                    <a:pt x="5513529" y="1407949"/>
                  </a:lnTo>
                  <a:lnTo>
                    <a:pt x="5447344" y="1426645"/>
                  </a:lnTo>
                  <a:lnTo>
                    <a:pt x="5375336" y="1443411"/>
                  </a:lnTo>
                  <a:lnTo>
                    <a:pt x="5297112" y="1458468"/>
                  </a:lnTo>
                  <a:lnTo>
                    <a:pt x="5212751" y="1471975"/>
                  </a:lnTo>
                  <a:lnTo>
                    <a:pt x="5123009" y="1484032"/>
                  </a:lnTo>
                  <a:lnTo>
                    <a:pt x="5029525" y="1494676"/>
                  </a:lnTo>
                  <a:lnTo>
                    <a:pt x="4934950" y="1503903"/>
                  </a:lnTo>
                  <a:lnTo>
                    <a:pt x="4842908" y="1511679"/>
                  </a:lnTo>
                  <a:lnTo>
                    <a:pt x="4757685" y="1517977"/>
                  </a:lnTo>
                  <a:lnTo>
                    <a:pt x="4683598" y="1522808"/>
                  </a:lnTo>
                  <a:lnTo>
                    <a:pt x="4624171" y="1526253"/>
                  </a:lnTo>
                  <a:lnTo>
                    <a:pt x="4581309" y="1528476"/>
                  </a:lnTo>
                  <a:lnTo>
                    <a:pt x="4554769" y="1529713"/>
                  </a:lnTo>
                  <a:lnTo>
                    <a:pt x="4542052" y="1530249"/>
                  </a:lnTo>
                  <a:lnTo>
                    <a:pt x="4538644" y="1530379"/>
                  </a:lnTo>
                  <a:lnTo>
                    <a:pt x="4538543" y="1530383"/>
                  </a:lnTo>
                  <a:lnTo>
                    <a:pt x="4016409" y="1530383"/>
                  </a:lnTo>
                  <a:lnTo>
                    <a:pt x="4015290" y="1530470"/>
                  </a:lnTo>
                  <a:lnTo>
                    <a:pt x="4007948" y="1531092"/>
                  </a:lnTo>
                  <a:lnTo>
                    <a:pt x="3989516" y="1532812"/>
                  </a:lnTo>
                  <a:lnTo>
                    <a:pt x="3956755" y="1536195"/>
                  </a:lnTo>
                  <a:lnTo>
                    <a:pt x="3908323" y="1541749"/>
                  </a:lnTo>
                  <a:lnTo>
                    <a:pt x="3844869" y="1549874"/>
                  </a:lnTo>
                  <a:lnTo>
                    <a:pt x="3768781" y="1560820"/>
                  </a:lnTo>
                  <a:lnTo>
                    <a:pt x="3683614" y="1574689"/>
                  </a:lnTo>
                  <a:lnTo>
                    <a:pt x="3593360" y="1591470"/>
                  </a:lnTo>
                  <a:lnTo>
                    <a:pt x="3501776" y="1611100"/>
                  </a:lnTo>
                  <a:lnTo>
                    <a:pt x="3411933" y="1633524"/>
                  </a:lnTo>
                  <a:lnTo>
                    <a:pt x="3326017" y="1658747"/>
                  </a:lnTo>
                  <a:lnTo>
                    <a:pt x="3245336" y="1686867"/>
                  </a:lnTo>
                  <a:lnTo>
                    <a:pt x="3170456" y="1718091"/>
                  </a:lnTo>
                  <a:lnTo>
                    <a:pt x="3101378" y="1752743"/>
                  </a:lnTo>
                  <a:lnTo>
                    <a:pt x="3037709" y="1791257"/>
                  </a:lnTo>
                  <a:lnTo>
                    <a:pt x="2978812" y="1834162"/>
                  </a:lnTo>
                  <a:lnTo>
                    <a:pt x="2923911" y="1882059"/>
                  </a:lnTo>
                  <a:lnTo>
                    <a:pt x="2872179" y="1935568"/>
                  </a:lnTo>
                  <a:lnTo>
                    <a:pt x="2822802" y="1995246"/>
                  </a:lnTo>
                  <a:lnTo>
                    <a:pt x="2775047" y="2061439"/>
                  </a:lnTo>
                  <a:lnTo>
                    <a:pt x="2770117" y="2068747"/>
                  </a:lnTo>
                  <a:lnTo>
                    <a:pt x="2734783" y="2123649"/>
                  </a:lnTo>
                  <a:lnTo>
                    <a:pt x="2699774" y="2182359"/>
                  </a:lnTo>
                  <a:lnTo>
                    <a:pt x="2664896" y="2244954"/>
                  </a:lnTo>
                  <a:lnTo>
                    <a:pt x="2629998" y="2311458"/>
                  </a:lnTo>
                  <a:lnTo>
                    <a:pt x="2594961" y="2381832"/>
                  </a:lnTo>
                  <a:lnTo>
                    <a:pt x="2559698" y="2455974"/>
                  </a:lnTo>
                  <a:lnTo>
                    <a:pt x="2524153" y="2533710"/>
                  </a:lnTo>
                  <a:lnTo>
                    <a:pt x="2488297" y="2614794"/>
                  </a:lnTo>
                  <a:lnTo>
                    <a:pt x="2452122" y="2698911"/>
                  </a:lnTo>
                  <a:lnTo>
                    <a:pt x="2415646" y="2785672"/>
                  </a:lnTo>
                  <a:lnTo>
                    <a:pt x="2378906" y="2874630"/>
                  </a:lnTo>
                  <a:lnTo>
                    <a:pt x="2341953" y="2965279"/>
                  </a:lnTo>
                  <a:lnTo>
                    <a:pt x="2304853" y="3057074"/>
                  </a:lnTo>
                  <a:lnTo>
                    <a:pt x="2267678" y="3149435"/>
                  </a:lnTo>
                  <a:lnTo>
                    <a:pt x="2230506" y="3241771"/>
                  </a:lnTo>
                  <a:lnTo>
                    <a:pt x="2193416" y="3333489"/>
                  </a:lnTo>
                  <a:lnTo>
                    <a:pt x="2156479" y="3424015"/>
                  </a:lnTo>
                  <a:lnTo>
                    <a:pt x="2119759" y="3512803"/>
                  </a:lnTo>
                  <a:lnTo>
                    <a:pt x="2083308" y="3599355"/>
                  </a:lnTo>
                  <a:lnTo>
                    <a:pt x="2047160" y="3683225"/>
                  </a:lnTo>
                  <a:lnTo>
                    <a:pt x="2011331" y="3764034"/>
                  </a:lnTo>
                  <a:lnTo>
                    <a:pt x="1975812" y="3841471"/>
                  </a:lnTo>
                  <a:lnTo>
                    <a:pt x="1940571" y="3915296"/>
                  </a:lnTo>
                  <a:lnTo>
                    <a:pt x="1905550" y="3985341"/>
                  </a:lnTo>
                  <a:lnTo>
                    <a:pt x="1870658" y="4051510"/>
                  </a:lnTo>
                  <a:lnTo>
                    <a:pt x="1835776" y="4113771"/>
                  </a:lnTo>
                  <a:lnTo>
                    <a:pt x="1800747" y="4172151"/>
                  </a:lnTo>
                  <a:lnTo>
                    <a:pt x="1768425" y="4222201"/>
                  </a:lnTo>
                  <a:lnTo>
                    <a:pt x="1720803" y="4289082"/>
                  </a:lnTo>
                  <a:lnTo>
                    <a:pt x="1671628" y="4349431"/>
                  </a:lnTo>
                  <a:lnTo>
                    <a:pt x="1620180" y="4403562"/>
                  </a:lnTo>
                  <a:lnTo>
                    <a:pt x="1565650" y="4452017"/>
                  </a:lnTo>
                  <a:lnTo>
                    <a:pt x="1507209" y="4495416"/>
                  </a:lnTo>
                  <a:lnTo>
                    <a:pt x="1444073" y="4534363"/>
                  </a:lnTo>
                  <a:lnTo>
                    <a:pt x="1375584" y="4569397"/>
                  </a:lnTo>
                  <a:lnTo>
                    <a:pt x="1301320" y="4600962"/>
                  </a:lnTo>
                  <a:lnTo>
                    <a:pt x="1221231" y="4629395"/>
                  </a:lnTo>
                  <a:lnTo>
                    <a:pt x="1135815" y="4654916"/>
                  </a:lnTo>
                  <a:lnTo>
                    <a:pt x="1046296" y="4677631"/>
                  </a:lnTo>
                  <a:lnTo>
                    <a:pt x="954765" y="4697556"/>
                  </a:lnTo>
                  <a:lnTo>
                    <a:pt x="864205" y="4714638"/>
                  </a:lnTo>
                  <a:lnTo>
                    <a:pt x="778318" y="4728813"/>
                  </a:lnTo>
                  <a:lnTo>
                    <a:pt x="701100" y="4740063"/>
                  </a:lnTo>
                  <a:lnTo>
                    <a:pt x="636185" y="4748474"/>
                  </a:lnTo>
                  <a:lnTo>
                    <a:pt x="586117" y="4754281"/>
                  </a:lnTo>
                  <a:lnTo>
                    <a:pt x="551744" y="4757869"/>
                  </a:lnTo>
                  <a:lnTo>
                    <a:pt x="531934" y="4759737"/>
                  </a:lnTo>
                  <a:lnTo>
                    <a:pt x="523633" y="4760447"/>
                  </a:lnTo>
                  <a:lnTo>
                    <a:pt x="522134" y="4760565"/>
                  </a:lnTo>
                  <a:lnTo>
                    <a:pt x="522133" y="4760565"/>
                  </a:lnTo>
                  <a:lnTo>
                    <a:pt x="0" y="4760565"/>
                  </a:lnTo>
                  <a:lnTo>
                    <a:pt x="0" y="4760565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976" name="pg1976"/>
            <p:cNvSpPr/>
            <p:nvPr/>
          </p:nvSpPr>
          <p:spPr>
            <a:xfrm>
              <a:off x="386606" y="1298488"/>
              <a:ext cx="8554953" cy="4625033"/>
            </a:xfrm>
            <a:custGeom>
              <a:avLst/>
              <a:pathLst>
                <a:path w="8554953" h="4625033">
                  <a:moveTo>
                    <a:pt x="0" y="4625033"/>
                  </a:moveTo>
                  <a:lnTo>
                    <a:pt x="522133" y="4625033"/>
                  </a:lnTo>
                  <a:lnTo>
                    <a:pt x="523011" y="4624935"/>
                  </a:lnTo>
                  <a:lnTo>
                    <a:pt x="528797" y="4624243"/>
                  </a:lnTo>
                  <a:lnTo>
                    <a:pt x="543432" y="4622330"/>
                  </a:lnTo>
                  <a:lnTo>
                    <a:pt x="569719" y="4618560"/>
                  </a:lnTo>
                  <a:lnTo>
                    <a:pt x="609133" y="4612341"/>
                  </a:lnTo>
                  <a:lnTo>
                    <a:pt x="661716" y="4603175"/>
                  </a:lnTo>
                  <a:lnTo>
                    <a:pt x="726146" y="4590708"/>
                  </a:lnTo>
                  <a:lnTo>
                    <a:pt x="800039" y="4574744"/>
                  </a:lnTo>
                  <a:lnTo>
                    <a:pt x="880404" y="4555228"/>
                  </a:lnTo>
                  <a:lnTo>
                    <a:pt x="964124" y="4532200"/>
                  </a:lnTo>
                  <a:lnTo>
                    <a:pt x="1048368" y="4505736"/>
                  </a:lnTo>
                  <a:lnTo>
                    <a:pt x="1130848" y="4475890"/>
                  </a:lnTo>
                  <a:lnTo>
                    <a:pt x="1209921" y="4442649"/>
                  </a:lnTo>
                  <a:lnTo>
                    <a:pt x="1284571" y="4405905"/>
                  </a:lnTo>
                  <a:lnTo>
                    <a:pt x="1354324" y="4365434"/>
                  </a:lnTo>
                  <a:lnTo>
                    <a:pt x="1419126" y="4320894"/>
                  </a:lnTo>
                  <a:lnTo>
                    <a:pt x="1479224" y="4271829"/>
                  </a:lnTo>
                  <a:lnTo>
                    <a:pt x="1535071" y="4217678"/>
                  </a:lnTo>
                  <a:lnTo>
                    <a:pt x="1587239" y="4157795"/>
                  </a:lnTo>
                  <a:lnTo>
                    <a:pt x="1636363" y="4091488"/>
                  </a:lnTo>
                  <a:lnTo>
                    <a:pt x="1683090" y="4018079"/>
                  </a:lnTo>
                  <a:lnTo>
                    <a:pt x="1728041" y="3937009"/>
                  </a:lnTo>
                  <a:lnTo>
                    <a:pt x="1768425" y="3855135"/>
                  </a:lnTo>
                  <a:lnTo>
                    <a:pt x="1798709" y="3788228"/>
                  </a:lnTo>
                  <a:lnTo>
                    <a:pt x="1828734" y="3717342"/>
                  </a:lnTo>
                  <a:lnTo>
                    <a:pt x="1858625" y="3642398"/>
                  </a:lnTo>
                  <a:lnTo>
                    <a:pt x="1888486" y="3563357"/>
                  </a:lnTo>
                  <a:lnTo>
                    <a:pt x="1918404" y="3480224"/>
                  </a:lnTo>
                  <a:lnTo>
                    <a:pt x="1948444" y="3393053"/>
                  </a:lnTo>
                  <a:lnTo>
                    <a:pt x="1978656" y="3301949"/>
                  </a:lnTo>
                  <a:lnTo>
                    <a:pt x="2009076" y="3207074"/>
                  </a:lnTo>
                  <a:lnTo>
                    <a:pt x="2039723" y="3108641"/>
                  </a:lnTo>
                  <a:lnTo>
                    <a:pt x="2070604" y="3006922"/>
                  </a:lnTo>
                  <a:lnTo>
                    <a:pt x="2101713" y="2902242"/>
                  </a:lnTo>
                  <a:lnTo>
                    <a:pt x="2133034" y="2794977"/>
                  </a:lnTo>
                  <a:lnTo>
                    <a:pt x="2164540" y="2685548"/>
                  </a:lnTo>
                  <a:lnTo>
                    <a:pt x="2196196" y="2574417"/>
                  </a:lnTo>
                  <a:lnTo>
                    <a:pt x="2227961" y="2462079"/>
                  </a:lnTo>
                  <a:lnTo>
                    <a:pt x="2259789" y="2349051"/>
                  </a:lnTo>
                  <a:lnTo>
                    <a:pt x="2291631" y="2235863"/>
                  </a:lnTo>
                  <a:lnTo>
                    <a:pt x="2323440" y="2123051"/>
                  </a:lnTo>
                  <a:lnTo>
                    <a:pt x="2355166" y="2011140"/>
                  </a:lnTo>
                  <a:lnTo>
                    <a:pt x="2386765" y="1900639"/>
                  </a:lnTo>
                  <a:lnTo>
                    <a:pt x="2418200" y="1792032"/>
                  </a:lnTo>
                  <a:lnTo>
                    <a:pt x="2449438" y="1685764"/>
                  </a:lnTo>
                  <a:lnTo>
                    <a:pt x="2480457" y="1582239"/>
                  </a:lnTo>
                  <a:lnTo>
                    <a:pt x="2511243" y="1481813"/>
                  </a:lnTo>
                  <a:lnTo>
                    <a:pt x="2541797" y="1384790"/>
                  </a:lnTo>
                  <a:lnTo>
                    <a:pt x="2572129" y="1291417"/>
                  </a:lnTo>
                  <a:lnTo>
                    <a:pt x="2602267" y="1201888"/>
                  </a:lnTo>
                  <a:lnTo>
                    <a:pt x="2632250" y="1116341"/>
                  </a:lnTo>
                  <a:lnTo>
                    <a:pt x="2662136" y="1034859"/>
                  </a:lnTo>
                  <a:lnTo>
                    <a:pt x="2691998" y="957477"/>
                  </a:lnTo>
                  <a:lnTo>
                    <a:pt x="2721929" y="884182"/>
                  </a:lnTo>
                  <a:lnTo>
                    <a:pt x="2752043" y="814917"/>
                  </a:lnTo>
                  <a:lnTo>
                    <a:pt x="2770117" y="775544"/>
                  </a:lnTo>
                  <a:lnTo>
                    <a:pt x="2813914" y="687143"/>
                  </a:lnTo>
                  <a:lnTo>
                    <a:pt x="2858981" y="606679"/>
                  </a:lnTo>
                  <a:lnTo>
                    <a:pt x="2905871" y="533839"/>
                  </a:lnTo>
                  <a:lnTo>
                    <a:pt x="2955206" y="468052"/>
                  </a:lnTo>
                  <a:lnTo>
                    <a:pt x="3007635" y="408634"/>
                  </a:lnTo>
                  <a:lnTo>
                    <a:pt x="3063790" y="354897"/>
                  </a:lnTo>
                  <a:lnTo>
                    <a:pt x="3124237" y="306200"/>
                  </a:lnTo>
                  <a:lnTo>
                    <a:pt x="3189414" y="261988"/>
                  </a:lnTo>
                  <a:lnTo>
                    <a:pt x="3259551" y="221815"/>
                  </a:lnTo>
                  <a:lnTo>
                    <a:pt x="3334565" y="185347"/>
                  </a:lnTo>
                  <a:lnTo>
                    <a:pt x="3413944" y="152371"/>
                  </a:lnTo>
                  <a:lnTo>
                    <a:pt x="3496626" y="122784"/>
                  </a:lnTo>
                  <a:lnTo>
                    <a:pt x="3580920" y="96582"/>
                  </a:lnTo>
                  <a:lnTo>
                    <a:pt x="3664487" y="73822"/>
                  </a:lnTo>
                  <a:lnTo>
                    <a:pt x="3744465" y="54579"/>
                  </a:lnTo>
                  <a:lnTo>
                    <a:pt x="3817732" y="38888"/>
                  </a:lnTo>
                  <a:lnTo>
                    <a:pt x="3881323" y="26684"/>
                  </a:lnTo>
                  <a:lnTo>
                    <a:pt x="3932922" y="17760"/>
                  </a:lnTo>
                  <a:lnTo>
                    <a:pt x="3971305" y="11748"/>
                  </a:lnTo>
                  <a:lnTo>
                    <a:pt x="3996623" y="8144"/>
                  </a:lnTo>
                  <a:lnTo>
                    <a:pt x="4010462" y="6348"/>
                  </a:lnTo>
                  <a:lnTo>
                    <a:pt x="4015716" y="5723"/>
                  </a:lnTo>
                  <a:lnTo>
                    <a:pt x="4016409" y="5647"/>
                  </a:lnTo>
                  <a:lnTo>
                    <a:pt x="4538543" y="5647"/>
                  </a:lnTo>
                  <a:lnTo>
                    <a:pt x="4539750" y="5705"/>
                  </a:lnTo>
                  <a:lnTo>
                    <a:pt x="4547652" y="6120"/>
                  </a:lnTo>
                  <a:lnTo>
                    <a:pt x="4567442" y="7267"/>
                  </a:lnTo>
                  <a:lnTo>
                    <a:pt x="4602489" y="9522"/>
                  </a:lnTo>
                  <a:lnTo>
                    <a:pt x="4654046" y="13218"/>
                  </a:lnTo>
                  <a:lnTo>
                    <a:pt x="4721175" y="18610"/>
                  </a:lnTo>
                  <a:lnTo>
                    <a:pt x="4801077" y="25850"/>
                  </a:lnTo>
                  <a:lnTo>
                    <a:pt x="4889780" y="34992"/>
                  </a:lnTo>
                  <a:lnTo>
                    <a:pt x="4982980" y="46018"/>
                  </a:lnTo>
                  <a:lnTo>
                    <a:pt x="5076752" y="58885"/>
                  </a:lnTo>
                  <a:lnTo>
                    <a:pt x="5168007" y="73563"/>
                  </a:lnTo>
                  <a:lnTo>
                    <a:pt x="5254651" y="90070"/>
                  </a:lnTo>
                  <a:lnTo>
                    <a:pt x="5335525" y="108494"/>
                  </a:lnTo>
                  <a:lnTo>
                    <a:pt x="5410239" y="128997"/>
                  </a:lnTo>
                  <a:lnTo>
                    <a:pt x="5478960" y="151821"/>
                  </a:lnTo>
                  <a:lnTo>
                    <a:pt x="5542224" y="177280"/>
                  </a:lnTo>
                  <a:lnTo>
                    <a:pt x="5600794" y="205751"/>
                  </a:lnTo>
                  <a:lnTo>
                    <a:pt x="5655540" y="237643"/>
                  </a:lnTo>
                  <a:lnTo>
                    <a:pt x="5707355" y="273358"/>
                  </a:lnTo>
                  <a:lnTo>
                    <a:pt x="5757086" y="313215"/>
                  </a:lnTo>
                  <a:lnTo>
                    <a:pt x="5784835" y="337889"/>
                  </a:lnTo>
                  <a:lnTo>
                    <a:pt x="5827001" y="378636"/>
                  </a:lnTo>
                  <a:lnTo>
                    <a:pt x="5868761" y="422753"/>
                  </a:lnTo>
                  <a:lnTo>
                    <a:pt x="5910421" y="470303"/>
                  </a:lnTo>
                  <a:lnTo>
                    <a:pt x="5952214" y="521281"/>
                  </a:lnTo>
                  <a:lnTo>
                    <a:pt x="5994303" y="575601"/>
                  </a:lnTo>
                  <a:lnTo>
                    <a:pt x="6036792" y="633088"/>
                  </a:lnTo>
                  <a:lnTo>
                    <a:pt x="6079729" y="693480"/>
                  </a:lnTo>
                  <a:lnTo>
                    <a:pt x="6123112" y="756423"/>
                  </a:lnTo>
                  <a:lnTo>
                    <a:pt x="6166899" y="821481"/>
                  </a:lnTo>
                  <a:lnTo>
                    <a:pt x="6211009" y="888141"/>
                  </a:lnTo>
                  <a:lnTo>
                    <a:pt x="6255335" y="955836"/>
                  </a:lnTo>
                  <a:lnTo>
                    <a:pt x="6299750" y="1023956"/>
                  </a:lnTo>
                  <a:lnTo>
                    <a:pt x="6344124" y="1091879"/>
                  </a:lnTo>
                  <a:lnTo>
                    <a:pt x="6388327" y="1158987"/>
                  </a:lnTo>
                  <a:lnTo>
                    <a:pt x="6432243" y="1224695"/>
                  </a:lnTo>
                  <a:lnTo>
                    <a:pt x="6475782" y="1288468"/>
                  </a:lnTo>
                  <a:lnTo>
                    <a:pt x="6518885" y="1349841"/>
                  </a:lnTo>
                  <a:lnTo>
                    <a:pt x="6561535" y="1408428"/>
                  </a:lnTo>
                  <a:lnTo>
                    <a:pt x="6603761" y="1463934"/>
                  </a:lnTo>
                  <a:lnTo>
                    <a:pt x="6645647" y="1516151"/>
                  </a:lnTo>
                  <a:lnTo>
                    <a:pt x="6687333" y="1564962"/>
                  </a:lnTo>
                  <a:lnTo>
                    <a:pt x="6729024" y="1610334"/>
                  </a:lnTo>
                  <a:lnTo>
                    <a:pt x="6771001" y="1652304"/>
                  </a:lnTo>
                  <a:lnTo>
                    <a:pt x="6786527" y="1666856"/>
                  </a:lnTo>
                  <a:lnTo>
                    <a:pt x="6835402" y="1709147"/>
                  </a:lnTo>
                  <a:lnTo>
                    <a:pt x="6885930" y="1747199"/>
                  </a:lnTo>
                  <a:lnTo>
                    <a:pt x="6938894" y="1781228"/>
                  </a:lnTo>
                  <a:lnTo>
                    <a:pt x="6995170" y="1811601"/>
                  </a:lnTo>
                  <a:lnTo>
                    <a:pt x="7055652" y="1838731"/>
                  </a:lnTo>
                  <a:lnTo>
                    <a:pt x="7121173" y="1863017"/>
                  </a:lnTo>
                  <a:lnTo>
                    <a:pt x="7192416" y="1884811"/>
                  </a:lnTo>
                  <a:lnTo>
                    <a:pt x="7269780" y="1904397"/>
                  </a:lnTo>
                  <a:lnTo>
                    <a:pt x="7353218" y="1921983"/>
                  </a:lnTo>
                  <a:lnTo>
                    <a:pt x="7442032" y="1937700"/>
                  </a:lnTo>
                  <a:lnTo>
                    <a:pt x="7534682" y="1951602"/>
                  </a:lnTo>
                  <a:lnTo>
                    <a:pt x="7628642" y="1963685"/>
                  </a:lnTo>
                  <a:lnTo>
                    <a:pt x="7720430" y="1973907"/>
                  </a:lnTo>
                  <a:lnTo>
                    <a:pt x="7805885" y="1982232"/>
                  </a:lnTo>
                  <a:lnTo>
                    <a:pt x="7880745" y="1988668"/>
                  </a:lnTo>
                  <a:lnTo>
                    <a:pt x="7941441" y="1993308"/>
                  </a:lnTo>
                  <a:lnTo>
                    <a:pt x="7985906" y="1996349"/>
                  </a:lnTo>
                  <a:lnTo>
                    <a:pt x="8014126" y="1998084"/>
                  </a:lnTo>
                  <a:lnTo>
                    <a:pt x="8028291" y="1998870"/>
                  </a:lnTo>
                  <a:lnTo>
                    <a:pt x="8032589" y="1999087"/>
                  </a:lnTo>
                  <a:lnTo>
                    <a:pt x="8032819" y="1999098"/>
                  </a:lnTo>
                  <a:lnTo>
                    <a:pt x="8554953" y="1999098"/>
                  </a:lnTo>
                  <a:lnTo>
                    <a:pt x="8554953" y="1993451"/>
                  </a:lnTo>
                  <a:lnTo>
                    <a:pt x="8032819" y="1993451"/>
                  </a:lnTo>
                  <a:lnTo>
                    <a:pt x="8031612" y="1993393"/>
                  </a:lnTo>
                  <a:lnTo>
                    <a:pt x="8023710" y="1992978"/>
                  </a:lnTo>
                  <a:lnTo>
                    <a:pt x="8003920" y="1991830"/>
                  </a:lnTo>
                  <a:lnTo>
                    <a:pt x="7968873" y="1989576"/>
                  </a:lnTo>
                  <a:lnTo>
                    <a:pt x="7917316" y="1985880"/>
                  </a:lnTo>
                  <a:lnTo>
                    <a:pt x="7850187" y="1980488"/>
                  </a:lnTo>
                  <a:lnTo>
                    <a:pt x="7770285" y="1973247"/>
                  </a:lnTo>
                  <a:lnTo>
                    <a:pt x="7681581" y="1964106"/>
                  </a:lnTo>
                  <a:lnTo>
                    <a:pt x="7588382" y="1953080"/>
                  </a:lnTo>
                  <a:lnTo>
                    <a:pt x="7494610" y="1940213"/>
                  </a:lnTo>
                  <a:lnTo>
                    <a:pt x="7403355" y="1925535"/>
                  </a:lnTo>
                  <a:lnTo>
                    <a:pt x="7316711" y="1909027"/>
                  </a:lnTo>
                  <a:lnTo>
                    <a:pt x="7235836" y="1890604"/>
                  </a:lnTo>
                  <a:lnTo>
                    <a:pt x="7161122" y="1870101"/>
                  </a:lnTo>
                  <a:lnTo>
                    <a:pt x="7092402" y="1847277"/>
                  </a:lnTo>
                  <a:lnTo>
                    <a:pt x="7029138" y="1821817"/>
                  </a:lnTo>
                  <a:lnTo>
                    <a:pt x="6970567" y="1793347"/>
                  </a:lnTo>
                  <a:lnTo>
                    <a:pt x="6915822" y="1761455"/>
                  </a:lnTo>
                  <a:lnTo>
                    <a:pt x="6864007" y="1725740"/>
                  </a:lnTo>
                  <a:lnTo>
                    <a:pt x="6814276" y="1685883"/>
                  </a:lnTo>
                  <a:lnTo>
                    <a:pt x="6786527" y="1661209"/>
                  </a:lnTo>
                  <a:lnTo>
                    <a:pt x="6744360" y="1620461"/>
                  </a:lnTo>
                  <a:lnTo>
                    <a:pt x="6702601" y="1576345"/>
                  </a:lnTo>
                  <a:lnTo>
                    <a:pt x="6660941" y="1528794"/>
                  </a:lnTo>
                  <a:lnTo>
                    <a:pt x="6619148" y="1477816"/>
                  </a:lnTo>
                  <a:lnTo>
                    <a:pt x="6577059" y="1423497"/>
                  </a:lnTo>
                  <a:lnTo>
                    <a:pt x="6534570" y="1366010"/>
                  </a:lnTo>
                  <a:lnTo>
                    <a:pt x="6491633" y="1305618"/>
                  </a:lnTo>
                  <a:lnTo>
                    <a:pt x="6448250" y="1242674"/>
                  </a:lnTo>
                  <a:lnTo>
                    <a:pt x="6404463" y="1177617"/>
                  </a:lnTo>
                  <a:lnTo>
                    <a:pt x="6360353" y="1110956"/>
                  </a:lnTo>
                  <a:lnTo>
                    <a:pt x="6316027" y="1043262"/>
                  </a:lnTo>
                  <a:lnTo>
                    <a:pt x="6271612" y="975141"/>
                  </a:lnTo>
                  <a:lnTo>
                    <a:pt x="6227238" y="907219"/>
                  </a:lnTo>
                  <a:lnTo>
                    <a:pt x="6183035" y="840111"/>
                  </a:lnTo>
                  <a:lnTo>
                    <a:pt x="6139119" y="774403"/>
                  </a:lnTo>
                  <a:lnTo>
                    <a:pt x="6095580" y="710630"/>
                  </a:lnTo>
                  <a:lnTo>
                    <a:pt x="6052477" y="649257"/>
                  </a:lnTo>
                  <a:lnTo>
                    <a:pt x="6009827" y="590669"/>
                  </a:lnTo>
                  <a:lnTo>
                    <a:pt x="5967601" y="535164"/>
                  </a:lnTo>
                  <a:lnTo>
                    <a:pt x="5925715" y="482947"/>
                  </a:lnTo>
                  <a:lnTo>
                    <a:pt x="5884029" y="434135"/>
                  </a:lnTo>
                  <a:lnTo>
                    <a:pt x="5842338" y="388764"/>
                  </a:lnTo>
                  <a:lnTo>
                    <a:pt x="5800361" y="346793"/>
                  </a:lnTo>
                  <a:lnTo>
                    <a:pt x="5784835" y="332241"/>
                  </a:lnTo>
                  <a:lnTo>
                    <a:pt x="5735960" y="289950"/>
                  </a:lnTo>
                  <a:lnTo>
                    <a:pt x="5685432" y="251899"/>
                  </a:lnTo>
                  <a:lnTo>
                    <a:pt x="5632468" y="217870"/>
                  </a:lnTo>
                  <a:lnTo>
                    <a:pt x="5576192" y="187497"/>
                  </a:lnTo>
                  <a:lnTo>
                    <a:pt x="5515710" y="160367"/>
                  </a:lnTo>
                  <a:lnTo>
                    <a:pt x="5450189" y="136080"/>
                  </a:lnTo>
                  <a:lnTo>
                    <a:pt x="5378946" y="114286"/>
                  </a:lnTo>
                  <a:lnTo>
                    <a:pt x="5301581" y="94701"/>
                  </a:lnTo>
                  <a:lnTo>
                    <a:pt x="5218144" y="77114"/>
                  </a:lnTo>
                  <a:lnTo>
                    <a:pt x="5129330" y="61398"/>
                  </a:lnTo>
                  <a:lnTo>
                    <a:pt x="5036680" y="47495"/>
                  </a:lnTo>
                  <a:lnTo>
                    <a:pt x="4942719" y="35413"/>
                  </a:lnTo>
                  <a:lnTo>
                    <a:pt x="4850931" y="25190"/>
                  </a:lnTo>
                  <a:lnTo>
                    <a:pt x="4765477" y="16866"/>
                  </a:lnTo>
                  <a:lnTo>
                    <a:pt x="4690617" y="10430"/>
                  </a:lnTo>
                  <a:lnTo>
                    <a:pt x="4629921" y="5790"/>
                  </a:lnTo>
                  <a:lnTo>
                    <a:pt x="4585455" y="2749"/>
                  </a:lnTo>
                  <a:lnTo>
                    <a:pt x="4557235" y="1014"/>
                  </a:lnTo>
                  <a:lnTo>
                    <a:pt x="4543071" y="227"/>
                  </a:lnTo>
                  <a:lnTo>
                    <a:pt x="4538773" y="10"/>
                  </a:lnTo>
                  <a:lnTo>
                    <a:pt x="4538543" y="0"/>
                  </a:lnTo>
                  <a:lnTo>
                    <a:pt x="4016409" y="0"/>
                  </a:lnTo>
                  <a:lnTo>
                    <a:pt x="4015531" y="97"/>
                  </a:lnTo>
                  <a:lnTo>
                    <a:pt x="4009745" y="789"/>
                  </a:lnTo>
                  <a:lnTo>
                    <a:pt x="3995110" y="2702"/>
                  </a:lnTo>
                  <a:lnTo>
                    <a:pt x="3968823" y="6472"/>
                  </a:lnTo>
                  <a:lnTo>
                    <a:pt x="3929409" y="12691"/>
                  </a:lnTo>
                  <a:lnTo>
                    <a:pt x="3876826" y="21857"/>
                  </a:lnTo>
                  <a:lnTo>
                    <a:pt x="3812396" y="34324"/>
                  </a:lnTo>
                  <a:lnTo>
                    <a:pt x="3738503" y="50288"/>
                  </a:lnTo>
                  <a:lnTo>
                    <a:pt x="3658138" y="69804"/>
                  </a:lnTo>
                  <a:lnTo>
                    <a:pt x="3574418" y="92832"/>
                  </a:lnTo>
                  <a:lnTo>
                    <a:pt x="3490174" y="119296"/>
                  </a:lnTo>
                  <a:lnTo>
                    <a:pt x="3407694" y="149143"/>
                  </a:lnTo>
                  <a:lnTo>
                    <a:pt x="3328622" y="182383"/>
                  </a:lnTo>
                  <a:lnTo>
                    <a:pt x="3253971" y="219128"/>
                  </a:lnTo>
                  <a:lnTo>
                    <a:pt x="3184218" y="259599"/>
                  </a:lnTo>
                  <a:lnTo>
                    <a:pt x="3119416" y="304138"/>
                  </a:lnTo>
                  <a:lnTo>
                    <a:pt x="3059318" y="353203"/>
                  </a:lnTo>
                  <a:lnTo>
                    <a:pt x="3003472" y="407354"/>
                  </a:lnTo>
                  <a:lnTo>
                    <a:pt x="2951304" y="467237"/>
                  </a:lnTo>
                  <a:lnTo>
                    <a:pt x="2902180" y="533545"/>
                  </a:lnTo>
                  <a:lnTo>
                    <a:pt x="2855452" y="606953"/>
                  </a:lnTo>
                  <a:lnTo>
                    <a:pt x="2810501" y="688023"/>
                  </a:lnTo>
                  <a:lnTo>
                    <a:pt x="2770117" y="769897"/>
                  </a:lnTo>
                  <a:lnTo>
                    <a:pt x="2739833" y="836805"/>
                  </a:lnTo>
                  <a:lnTo>
                    <a:pt x="2709808" y="907690"/>
                  </a:lnTo>
                  <a:lnTo>
                    <a:pt x="2679918" y="982634"/>
                  </a:lnTo>
                  <a:lnTo>
                    <a:pt x="2650056" y="1061675"/>
                  </a:lnTo>
                  <a:lnTo>
                    <a:pt x="2620139" y="1144808"/>
                  </a:lnTo>
                  <a:lnTo>
                    <a:pt x="2590099" y="1231980"/>
                  </a:lnTo>
                  <a:lnTo>
                    <a:pt x="2559886" y="1323083"/>
                  </a:lnTo>
                  <a:lnTo>
                    <a:pt x="2529466" y="1417959"/>
                  </a:lnTo>
                  <a:lnTo>
                    <a:pt x="2498819" y="1516391"/>
                  </a:lnTo>
                  <a:lnTo>
                    <a:pt x="2467938" y="1618110"/>
                  </a:lnTo>
                  <a:lnTo>
                    <a:pt x="2436829" y="1722790"/>
                  </a:lnTo>
                  <a:lnTo>
                    <a:pt x="2405508" y="1830055"/>
                  </a:lnTo>
                  <a:lnTo>
                    <a:pt x="2374002" y="1939484"/>
                  </a:lnTo>
                  <a:lnTo>
                    <a:pt x="2342346" y="2050615"/>
                  </a:lnTo>
                  <a:lnTo>
                    <a:pt x="2310581" y="2162953"/>
                  </a:lnTo>
                  <a:lnTo>
                    <a:pt x="2278753" y="2275981"/>
                  </a:lnTo>
                  <a:lnTo>
                    <a:pt x="2246911" y="2389169"/>
                  </a:lnTo>
                  <a:lnTo>
                    <a:pt x="2215103" y="2501981"/>
                  </a:lnTo>
                  <a:lnTo>
                    <a:pt x="2183377" y="2613892"/>
                  </a:lnTo>
                  <a:lnTo>
                    <a:pt x="2151777" y="2724393"/>
                  </a:lnTo>
                  <a:lnTo>
                    <a:pt x="2120342" y="2833000"/>
                  </a:lnTo>
                  <a:lnTo>
                    <a:pt x="2089104" y="2939268"/>
                  </a:lnTo>
                  <a:lnTo>
                    <a:pt x="2058086" y="3042793"/>
                  </a:lnTo>
                  <a:lnTo>
                    <a:pt x="2027299" y="3143219"/>
                  </a:lnTo>
                  <a:lnTo>
                    <a:pt x="1996746" y="3240242"/>
                  </a:lnTo>
                  <a:lnTo>
                    <a:pt x="1966413" y="3333615"/>
                  </a:lnTo>
                  <a:lnTo>
                    <a:pt x="1936275" y="3423144"/>
                  </a:lnTo>
                  <a:lnTo>
                    <a:pt x="1906292" y="3508692"/>
                  </a:lnTo>
                  <a:lnTo>
                    <a:pt x="1876406" y="3590173"/>
                  </a:lnTo>
                  <a:lnTo>
                    <a:pt x="1846544" y="3667555"/>
                  </a:lnTo>
                  <a:lnTo>
                    <a:pt x="1816613" y="3740851"/>
                  </a:lnTo>
                  <a:lnTo>
                    <a:pt x="1786500" y="3810116"/>
                  </a:lnTo>
                  <a:lnTo>
                    <a:pt x="1768425" y="3849488"/>
                  </a:lnTo>
                  <a:lnTo>
                    <a:pt x="1724628" y="3937889"/>
                  </a:lnTo>
                  <a:lnTo>
                    <a:pt x="1679561" y="4018354"/>
                  </a:lnTo>
                  <a:lnTo>
                    <a:pt x="1632672" y="4091193"/>
                  </a:lnTo>
                  <a:lnTo>
                    <a:pt x="1583336" y="4156980"/>
                  </a:lnTo>
                  <a:lnTo>
                    <a:pt x="1530907" y="4216398"/>
                  </a:lnTo>
                  <a:lnTo>
                    <a:pt x="1474752" y="4270135"/>
                  </a:lnTo>
                  <a:lnTo>
                    <a:pt x="1414305" y="4318833"/>
                  </a:lnTo>
                  <a:lnTo>
                    <a:pt x="1349128" y="4363044"/>
                  </a:lnTo>
                  <a:lnTo>
                    <a:pt x="1278991" y="4403217"/>
                  </a:lnTo>
                  <a:lnTo>
                    <a:pt x="1203977" y="4439685"/>
                  </a:lnTo>
                  <a:lnTo>
                    <a:pt x="1124598" y="4472662"/>
                  </a:lnTo>
                  <a:lnTo>
                    <a:pt x="1041916" y="4502248"/>
                  </a:lnTo>
                  <a:lnTo>
                    <a:pt x="957623" y="4528450"/>
                  </a:lnTo>
                  <a:lnTo>
                    <a:pt x="874055" y="4551210"/>
                  </a:lnTo>
                  <a:lnTo>
                    <a:pt x="794077" y="4570453"/>
                  </a:lnTo>
                  <a:lnTo>
                    <a:pt x="720810" y="4586144"/>
                  </a:lnTo>
                  <a:lnTo>
                    <a:pt x="657220" y="4598348"/>
                  </a:lnTo>
                  <a:lnTo>
                    <a:pt x="605621" y="4607272"/>
                  </a:lnTo>
                  <a:lnTo>
                    <a:pt x="567237" y="4613284"/>
                  </a:lnTo>
                  <a:lnTo>
                    <a:pt x="541919" y="4616888"/>
                  </a:lnTo>
                  <a:lnTo>
                    <a:pt x="528080" y="4618684"/>
                  </a:lnTo>
                  <a:lnTo>
                    <a:pt x="522826" y="4619309"/>
                  </a:lnTo>
                  <a:lnTo>
                    <a:pt x="522133" y="4619385"/>
                  </a:lnTo>
                  <a:lnTo>
                    <a:pt x="0" y="4619385"/>
                  </a:lnTo>
                  <a:close/>
                </a:path>
              </a:pathLst>
            </a:custGeom>
            <a:solidFill>
              <a:srgbClr val="C3CD83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1977" name="pl1977"/>
            <p:cNvSpPr/>
            <p:nvPr/>
          </p:nvSpPr>
          <p:spPr>
            <a:xfrm>
              <a:off x="386606" y="1304135"/>
              <a:ext cx="8554953" cy="4619385"/>
            </a:xfrm>
            <a:custGeom>
              <a:avLst/>
              <a:pathLst>
                <a:path w="8554953" h="4619385">
                  <a:moveTo>
                    <a:pt x="0" y="4619385"/>
                  </a:moveTo>
                  <a:lnTo>
                    <a:pt x="522133" y="4619385"/>
                  </a:lnTo>
                  <a:lnTo>
                    <a:pt x="523011" y="4619288"/>
                  </a:lnTo>
                  <a:lnTo>
                    <a:pt x="528797" y="4618596"/>
                  </a:lnTo>
                  <a:lnTo>
                    <a:pt x="543432" y="4616682"/>
                  </a:lnTo>
                  <a:lnTo>
                    <a:pt x="569719" y="4612913"/>
                  </a:lnTo>
                  <a:lnTo>
                    <a:pt x="609133" y="4606694"/>
                  </a:lnTo>
                  <a:lnTo>
                    <a:pt x="661716" y="4597528"/>
                  </a:lnTo>
                  <a:lnTo>
                    <a:pt x="726146" y="4585061"/>
                  </a:lnTo>
                  <a:lnTo>
                    <a:pt x="800039" y="4569097"/>
                  </a:lnTo>
                  <a:lnTo>
                    <a:pt x="880404" y="4549581"/>
                  </a:lnTo>
                  <a:lnTo>
                    <a:pt x="964124" y="4526553"/>
                  </a:lnTo>
                  <a:lnTo>
                    <a:pt x="1048368" y="4500089"/>
                  </a:lnTo>
                  <a:lnTo>
                    <a:pt x="1130848" y="4470242"/>
                  </a:lnTo>
                  <a:lnTo>
                    <a:pt x="1209921" y="4437002"/>
                  </a:lnTo>
                  <a:lnTo>
                    <a:pt x="1284571" y="4400257"/>
                  </a:lnTo>
                  <a:lnTo>
                    <a:pt x="1354324" y="4359786"/>
                  </a:lnTo>
                  <a:lnTo>
                    <a:pt x="1419126" y="4315247"/>
                  </a:lnTo>
                  <a:lnTo>
                    <a:pt x="1479224" y="4266182"/>
                  </a:lnTo>
                  <a:lnTo>
                    <a:pt x="1535071" y="4212031"/>
                  </a:lnTo>
                  <a:lnTo>
                    <a:pt x="1587239" y="4152148"/>
                  </a:lnTo>
                  <a:lnTo>
                    <a:pt x="1636363" y="4085840"/>
                  </a:lnTo>
                  <a:lnTo>
                    <a:pt x="1683090" y="4012432"/>
                  </a:lnTo>
                  <a:lnTo>
                    <a:pt x="1728041" y="3931362"/>
                  </a:lnTo>
                  <a:lnTo>
                    <a:pt x="1768425" y="3849488"/>
                  </a:lnTo>
                  <a:lnTo>
                    <a:pt x="1798709" y="3782580"/>
                  </a:lnTo>
                  <a:lnTo>
                    <a:pt x="1828734" y="3711695"/>
                  </a:lnTo>
                  <a:lnTo>
                    <a:pt x="1858625" y="3636751"/>
                  </a:lnTo>
                  <a:lnTo>
                    <a:pt x="1888486" y="3557710"/>
                  </a:lnTo>
                  <a:lnTo>
                    <a:pt x="1918404" y="3474577"/>
                  </a:lnTo>
                  <a:lnTo>
                    <a:pt x="1948444" y="3387405"/>
                  </a:lnTo>
                  <a:lnTo>
                    <a:pt x="1978656" y="3296302"/>
                  </a:lnTo>
                  <a:lnTo>
                    <a:pt x="2009076" y="3201426"/>
                  </a:lnTo>
                  <a:lnTo>
                    <a:pt x="2039723" y="3102994"/>
                  </a:lnTo>
                  <a:lnTo>
                    <a:pt x="2070604" y="3001275"/>
                  </a:lnTo>
                  <a:lnTo>
                    <a:pt x="2101713" y="2896595"/>
                  </a:lnTo>
                  <a:lnTo>
                    <a:pt x="2133034" y="2789330"/>
                  </a:lnTo>
                  <a:lnTo>
                    <a:pt x="2164540" y="2679901"/>
                  </a:lnTo>
                  <a:lnTo>
                    <a:pt x="2196196" y="2568770"/>
                  </a:lnTo>
                  <a:lnTo>
                    <a:pt x="2227961" y="2456432"/>
                  </a:lnTo>
                  <a:lnTo>
                    <a:pt x="2259789" y="2343403"/>
                  </a:lnTo>
                  <a:lnTo>
                    <a:pt x="2291631" y="2230216"/>
                  </a:lnTo>
                  <a:lnTo>
                    <a:pt x="2323440" y="2117404"/>
                  </a:lnTo>
                  <a:lnTo>
                    <a:pt x="2355166" y="2005493"/>
                  </a:lnTo>
                  <a:lnTo>
                    <a:pt x="2386765" y="1894992"/>
                  </a:lnTo>
                  <a:lnTo>
                    <a:pt x="2418200" y="1786385"/>
                  </a:lnTo>
                  <a:lnTo>
                    <a:pt x="2449438" y="1680117"/>
                  </a:lnTo>
                  <a:lnTo>
                    <a:pt x="2480457" y="1576592"/>
                  </a:lnTo>
                  <a:lnTo>
                    <a:pt x="2511243" y="1476166"/>
                  </a:lnTo>
                  <a:lnTo>
                    <a:pt x="2541797" y="1379143"/>
                  </a:lnTo>
                  <a:lnTo>
                    <a:pt x="2572129" y="1285770"/>
                  </a:lnTo>
                  <a:lnTo>
                    <a:pt x="2602267" y="1196241"/>
                  </a:lnTo>
                  <a:lnTo>
                    <a:pt x="2632250" y="1110693"/>
                  </a:lnTo>
                  <a:lnTo>
                    <a:pt x="2662136" y="1029212"/>
                  </a:lnTo>
                  <a:lnTo>
                    <a:pt x="2691998" y="951830"/>
                  </a:lnTo>
                  <a:lnTo>
                    <a:pt x="2721929" y="878534"/>
                  </a:lnTo>
                  <a:lnTo>
                    <a:pt x="2752043" y="809269"/>
                  </a:lnTo>
                  <a:lnTo>
                    <a:pt x="2770117" y="769897"/>
                  </a:lnTo>
                  <a:lnTo>
                    <a:pt x="2813914" y="681496"/>
                  </a:lnTo>
                  <a:lnTo>
                    <a:pt x="2858981" y="601031"/>
                  </a:lnTo>
                  <a:lnTo>
                    <a:pt x="2905871" y="528192"/>
                  </a:lnTo>
                  <a:lnTo>
                    <a:pt x="2955206" y="462405"/>
                  </a:lnTo>
                  <a:lnTo>
                    <a:pt x="3007635" y="402987"/>
                  </a:lnTo>
                  <a:lnTo>
                    <a:pt x="3063790" y="349250"/>
                  </a:lnTo>
                  <a:lnTo>
                    <a:pt x="3124237" y="300552"/>
                  </a:lnTo>
                  <a:lnTo>
                    <a:pt x="3189414" y="256341"/>
                  </a:lnTo>
                  <a:lnTo>
                    <a:pt x="3259551" y="216168"/>
                  </a:lnTo>
                  <a:lnTo>
                    <a:pt x="3334565" y="179700"/>
                  </a:lnTo>
                  <a:lnTo>
                    <a:pt x="3413944" y="146723"/>
                  </a:lnTo>
                  <a:lnTo>
                    <a:pt x="3496626" y="117137"/>
                  </a:lnTo>
                  <a:lnTo>
                    <a:pt x="3580920" y="90935"/>
                  </a:lnTo>
                  <a:lnTo>
                    <a:pt x="3664487" y="68175"/>
                  </a:lnTo>
                  <a:lnTo>
                    <a:pt x="3744465" y="48932"/>
                  </a:lnTo>
                  <a:lnTo>
                    <a:pt x="3817732" y="33241"/>
                  </a:lnTo>
                  <a:lnTo>
                    <a:pt x="3881323" y="21037"/>
                  </a:lnTo>
                  <a:lnTo>
                    <a:pt x="3932922" y="12113"/>
                  </a:lnTo>
                  <a:lnTo>
                    <a:pt x="3971305" y="6101"/>
                  </a:lnTo>
                  <a:lnTo>
                    <a:pt x="3996623" y="2497"/>
                  </a:lnTo>
                  <a:lnTo>
                    <a:pt x="4010462" y="700"/>
                  </a:lnTo>
                  <a:lnTo>
                    <a:pt x="4015716" y="76"/>
                  </a:lnTo>
                  <a:lnTo>
                    <a:pt x="4016409" y="0"/>
                  </a:lnTo>
                  <a:lnTo>
                    <a:pt x="4538543" y="0"/>
                  </a:lnTo>
                  <a:lnTo>
                    <a:pt x="4539750" y="58"/>
                  </a:lnTo>
                  <a:lnTo>
                    <a:pt x="4547652" y="473"/>
                  </a:lnTo>
                  <a:lnTo>
                    <a:pt x="4567442" y="1620"/>
                  </a:lnTo>
                  <a:lnTo>
                    <a:pt x="4602489" y="3875"/>
                  </a:lnTo>
                  <a:lnTo>
                    <a:pt x="4654046" y="7571"/>
                  </a:lnTo>
                  <a:lnTo>
                    <a:pt x="4721175" y="12963"/>
                  </a:lnTo>
                  <a:lnTo>
                    <a:pt x="4801077" y="20203"/>
                  </a:lnTo>
                  <a:lnTo>
                    <a:pt x="4889780" y="29345"/>
                  </a:lnTo>
                  <a:lnTo>
                    <a:pt x="4982980" y="40371"/>
                  </a:lnTo>
                  <a:lnTo>
                    <a:pt x="5076752" y="53237"/>
                  </a:lnTo>
                  <a:lnTo>
                    <a:pt x="5168007" y="67915"/>
                  </a:lnTo>
                  <a:lnTo>
                    <a:pt x="5254651" y="84423"/>
                  </a:lnTo>
                  <a:lnTo>
                    <a:pt x="5335525" y="102847"/>
                  </a:lnTo>
                  <a:lnTo>
                    <a:pt x="5410239" y="123349"/>
                  </a:lnTo>
                  <a:lnTo>
                    <a:pt x="5478960" y="146173"/>
                  </a:lnTo>
                  <a:lnTo>
                    <a:pt x="5542224" y="171633"/>
                  </a:lnTo>
                  <a:lnTo>
                    <a:pt x="5600794" y="200104"/>
                  </a:lnTo>
                  <a:lnTo>
                    <a:pt x="5655540" y="231995"/>
                  </a:lnTo>
                  <a:lnTo>
                    <a:pt x="5707355" y="267711"/>
                  </a:lnTo>
                  <a:lnTo>
                    <a:pt x="5757086" y="307568"/>
                  </a:lnTo>
                  <a:lnTo>
                    <a:pt x="5784835" y="332241"/>
                  </a:lnTo>
                  <a:lnTo>
                    <a:pt x="5827001" y="372989"/>
                  </a:lnTo>
                  <a:lnTo>
                    <a:pt x="5868761" y="417106"/>
                  </a:lnTo>
                  <a:lnTo>
                    <a:pt x="5910421" y="464656"/>
                  </a:lnTo>
                  <a:lnTo>
                    <a:pt x="5952214" y="515634"/>
                  </a:lnTo>
                  <a:lnTo>
                    <a:pt x="5994303" y="569953"/>
                  </a:lnTo>
                  <a:lnTo>
                    <a:pt x="6036792" y="627441"/>
                  </a:lnTo>
                  <a:lnTo>
                    <a:pt x="6079729" y="687833"/>
                  </a:lnTo>
                  <a:lnTo>
                    <a:pt x="6123112" y="750776"/>
                  </a:lnTo>
                  <a:lnTo>
                    <a:pt x="6166899" y="815834"/>
                  </a:lnTo>
                  <a:lnTo>
                    <a:pt x="6211009" y="882494"/>
                  </a:lnTo>
                  <a:lnTo>
                    <a:pt x="6255335" y="950189"/>
                  </a:lnTo>
                  <a:lnTo>
                    <a:pt x="6299750" y="1018309"/>
                  </a:lnTo>
                  <a:lnTo>
                    <a:pt x="6344124" y="1086231"/>
                  </a:lnTo>
                  <a:lnTo>
                    <a:pt x="6388327" y="1153339"/>
                  </a:lnTo>
                  <a:lnTo>
                    <a:pt x="6432243" y="1219047"/>
                  </a:lnTo>
                  <a:lnTo>
                    <a:pt x="6475782" y="1282821"/>
                  </a:lnTo>
                  <a:lnTo>
                    <a:pt x="6518885" y="1344193"/>
                  </a:lnTo>
                  <a:lnTo>
                    <a:pt x="6561535" y="1402781"/>
                  </a:lnTo>
                  <a:lnTo>
                    <a:pt x="6603761" y="1458286"/>
                  </a:lnTo>
                  <a:lnTo>
                    <a:pt x="6645647" y="1510504"/>
                  </a:lnTo>
                  <a:lnTo>
                    <a:pt x="6687333" y="1559315"/>
                  </a:lnTo>
                  <a:lnTo>
                    <a:pt x="6729024" y="1604686"/>
                  </a:lnTo>
                  <a:lnTo>
                    <a:pt x="6771001" y="1646657"/>
                  </a:lnTo>
                  <a:lnTo>
                    <a:pt x="6786527" y="1661209"/>
                  </a:lnTo>
                  <a:lnTo>
                    <a:pt x="6835402" y="1703500"/>
                  </a:lnTo>
                  <a:lnTo>
                    <a:pt x="6885930" y="1741551"/>
                  </a:lnTo>
                  <a:lnTo>
                    <a:pt x="6938894" y="1775580"/>
                  </a:lnTo>
                  <a:lnTo>
                    <a:pt x="6995170" y="1805954"/>
                  </a:lnTo>
                  <a:lnTo>
                    <a:pt x="7055652" y="1833084"/>
                  </a:lnTo>
                  <a:lnTo>
                    <a:pt x="7121173" y="1857370"/>
                  </a:lnTo>
                  <a:lnTo>
                    <a:pt x="7192416" y="1879164"/>
                  </a:lnTo>
                  <a:lnTo>
                    <a:pt x="7269780" y="1898750"/>
                  </a:lnTo>
                  <a:lnTo>
                    <a:pt x="7353218" y="1916336"/>
                  </a:lnTo>
                  <a:lnTo>
                    <a:pt x="7442032" y="1932053"/>
                  </a:lnTo>
                  <a:lnTo>
                    <a:pt x="7534682" y="1945955"/>
                  </a:lnTo>
                  <a:lnTo>
                    <a:pt x="7628642" y="1958037"/>
                  </a:lnTo>
                  <a:lnTo>
                    <a:pt x="7720430" y="1968260"/>
                  </a:lnTo>
                  <a:lnTo>
                    <a:pt x="7805885" y="1976585"/>
                  </a:lnTo>
                  <a:lnTo>
                    <a:pt x="7880745" y="1983021"/>
                  </a:lnTo>
                  <a:lnTo>
                    <a:pt x="7941441" y="1987660"/>
                  </a:lnTo>
                  <a:lnTo>
                    <a:pt x="7985906" y="1990701"/>
                  </a:lnTo>
                  <a:lnTo>
                    <a:pt x="8014126" y="1992437"/>
                  </a:lnTo>
                  <a:lnTo>
                    <a:pt x="8028291" y="1993223"/>
                  </a:lnTo>
                  <a:lnTo>
                    <a:pt x="8032589" y="1993440"/>
                  </a:lnTo>
                  <a:lnTo>
                    <a:pt x="8032819" y="1993451"/>
                  </a:lnTo>
                  <a:lnTo>
                    <a:pt x="8554953" y="1993451"/>
                  </a:lnTo>
                  <a:lnTo>
                    <a:pt x="8554953" y="1993451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978" name="pl1978"/>
            <p:cNvSpPr/>
            <p:nvPr/>
          </p:nvSpPr>
          <p:spPr>
            <a:xfrm>
              <a:off x="386606" y="1298488"/>
              <a:ext cx="8554953" cy="4619385"/>
            </a:xfrm>
            <a:custGeom>
              <a:avLst/>
              <a:pathLst>
                <a:path w="8554953" h="4619385">
                  <a:moveTo>
                    <a:pt x="8554953" y="1993451"/>
                  </a:moveTo>
                  <a:lnTo>
                    <a:pt x="8032819" y="1993451"/>
                  </a:lnTo>
                  <a:lnTo>
                    <a:pt x="8031612" y="1993393"/>
                  </a:lnTo>
                  <a:lnTo>
                    <a:pt x="8023710" y="1992978"/>
                  </a:lnTo>
                  <a:lnTo>
                    <a:pt x="8003920" y="1991830"/>
                  </a:lnTo>
                  <a:lnTo>
                    <a:pt x="7968873" y="1989576"/>
                  </a:lnTo>
                  <a:lnTo>
                    <a:pt x="7917316" y="1985880"/>
                  </a:lnTo>
                  <a:lnTo>
                    <a:pt x="7850187" y="1980488"/>
                  </a:lnTo>
                  <a:lnTo>
                    <a:pt x="7770285" y="1973247"/>
                  </a:lnTo>
                  <a:lnTo>
                    <a:pt x="7681581" y="1964106"/>
                  </a:lnTo>
                  <a:lnTo>
                    <a:pt x="7588382" y="1953080"/>
                  </a:lnTo>
                  <a:lnTo>
                    <a:pt x="7494610" y="1940213"/>
                  </a:lnTo>
                  <a:lnTo>
                    <a:pt x="7403355" y="1925535"/>
                  </a:lnTo>
                  <a:lnTo>
                    <a:pt x="7316711" y="1909027"/>
                  </a:lnTo>
                  <a:lnTo>
                    <a:pt x="7235836" y="1890604"/>
                  </a:lnTo>
                  <a:lnTo>
                    <a:pt x="7161122" y="1870101"/>
                  </a:lnTo>
                  <a:lnTo>
                    <a:pt x="7092402" y="1847277"/>
                  </a:lnTo>
                  <a:lnTo>
                    <a:pt x="7029138" y="1821817"/>
                  </a:lnTo>
                  <a:lnTo>
                    <a:pt x="6970567" y="1793347"/>
                  </a:lnTo>
                  <a:lnTo>
                    <a:pt x="6915822" y="1761455"/>
                  </a:lnTo>
                  <a:lnTo>
                    <a:pt x="6864007" y="1725740"/>
                  </a:lnTo>
                  <a:lnTo>
                    <a:pt x="6814276" y="1685883"/>
                  </a:lnTo>
                  <a:lnTo>
                    <a:pt x="6786527" y="1661209"/>
                  </a:lnTo>
                  <a:lnTo>
                    <a:pt x="6744360" y="1620461"/>
                  </a:lnTo>
                  <a:lnTo>
                    <a:pt x="6702601" y="1576345"/>
                  </a:lnTo>
                  <a:lnTo>
                    <a:pt x="6660941" y="1528794"/>
                  </a:lnTo>
                  <a:lnTo>
                    <a:pt x="6619148" y="1477816"/>
                  </a:lnTo>
                  <a:lnTo>
                    <a:pt x="6577059" y="1423497"/>
                  </a:lnTo>
                  <a:lnTo>
                    <a:pt x="6534570" y="1366010"/>
                  </a:lnTo>
                  <a:lnTo>
                    <a:pt x="6491633" y="1305618"/>
                  </a:lnTo>
                  <a:lnTo>
                    <a:pt x="6448250" y="1242674"/>
                  </a:lnTo>
                  <a:lnTo>
                    <a:pt x="6404463" y="1177617"/>
                  </a:lnTo>
                  <a:lnTo>
                    <a:pt x="6360353" y="1110956"/>
                  </a:lnTo>
                  <a:lnTo>
                    <a:pt x="6316027" y="1043262"/>
                  </a:lnTo>
                  <a:lnTo>
                    <a:pt x="6271612" y="975141"/>
                  </a:lnTo>
                  <a:lnTo>
                    <a:pt x="6227238" y="907219"/>
                  </a:lnTo>
                  <a:lnTo>
                    <a:pt x="6183035" y="840111"/>
                  </a:lnTo>
                  <a:lnTo>
                    <a:pt x="6139119" y="774403"/>
                  </a:lnTo>
                  <a:lnTo>
                    <a:pt x="6095580" y="710630"/>
                  </a:lnTo>
                  <a:lnTo>
                    <a:pt x="6052477" y="649257"/>
                  </a:lnTo>
                  <a:lnTo>
                    <a:pt x="6009827" y="590669"/>
                  </a:lnTo>
                  <a:lnTo>
                    <a:pt x="5967601" y="535164"/>
                  </a:lnTo>
                  <a:lnTo>
                    <a:pt x="5925715" y="482947"/>
                  </a:lnTo>
                  <a:lnTo>
                    <a:pt x="5884029" y="434135"/>
                  </a:lnTo>
                  <a:lnTo>
                    <a:pt x="5842338" y="388764"/>
                  </a:lnTo>
                  <a:lnTo>
                    <a:pt x="5800361" y="346793"/>
                  </a:lnTo>
                  <a:lnTo>
                    <a:pt x="5784835" y="332241"/>
                  </a:lnTo>
                  <a:lnTo>
                    <a:pt x="5735960" y="289950"/>
                  </a:lnTo>
                  <a:lnTo>
                    <a:pt x="5685432" y="251899"/>
                  </a:lnTo>
                  <a:lnTo>
                    <a:pt x="5632468" y="217870"/>
                  </a:lnTo>
                  <a:lnTo>
                    <a:pt x="5576192" y="187497"/>
                  </a:lnTo>
                  <a:lnTo>
                    <a:pt x="5515710" y="160367"/>
                  </a:lnTo>
                  <a:lnTo>
                    <a:pt x="5450189" y="136080"/>
                  </a:lnTo>
                  <a:lnTo>
                    <a:pt x="5378946" y="114286"/>
                  </a:lnTo>
                  <a:lnTo>
                    <a:pt x="5301581" y="94701"/>
                  </a:lnTo>
                  <a:lnTo>
                    <a:pt x="5218144" y="77114"/>
                  </a:lnTo>
                  <a:lnTo>
                    <a:pt x="5129330" y="61398"/>
                  </a:lnTo>
                  <a:lnTo>
                    <a:pt x="5036680" y="47495"/>
                  </a:lnTo>
                  <a:lnTo>
                    <a:pt x="4942719" y="35413"/>
                  </a:lnTo>
                  <a:lnTo>
                    <a:pt x="4850931" y="25190"/>
                  </a:lnTo>
                  <a:lnTo>
                    <a:pt x="4765477" y="16866"/>
                  </a:lnTo>
                  <a:lnTo>
                    <a:pt x="4690617" y="10430"/>
                  </a:lnTo>
                  <a:lnTo>
                    <a:pt x="4629921" y="5790"/>
                  </a:lnTo>
                  <a:lnTo>
                    <a:pt x="4585455" y="2749"/>
                  </a:lnTo>
                  <a:lnTo>
                    <a:pt x="4557235" y="1014"/>
                  </a:lnTo>
                  <a:lnTo>
                    <a:pt x="4543071" y="227"/>
                  </a:lnTo>
                  <a:lnTo>
                    <a:pt x="4538773" y="10"/>
                  </a:lnTo>
                  <a:lnTo>
                    <a:pt x="4538543" y="0"/>
                  </a:lnTo>
                  <a:lnTo>
                    <a:pt x="4016409" y="0"/>
                  </a:lnTo>
                  <a:lnTo>
                    <a:pt x="4015531" y="97"/>
                  </a:lnTo>
                  <a:lnTo>
                    <a:pt x="4009745" y="789"/>
                  </a:lnTo>
                  <a:lnTo>
                    <a:pt x="3995110" y="2702"/>
                  </a:lnTo>
                  <a:lnTo>
                    <a:pt x="3968823" y="6472"/>
                  </a:lnTo>
                  <a:lnTo>
                    <a:pt x="3929409" y="12691"/>
                  </a:lnTo>
                  <a:lnTo>
                    <a:pt x="3876826" y="21857"/>
                  </a:lnTo>
                  <a:lnTo>
                    <a:pt x="3812396" y="34324"/>
                  </a:lnTo>
                  <a:lnTo>
                    <a:pt x="3738503" y="50288"/>
                  </a:lnTo>
                  <a:lnTo>
                    <a:pt x="3658138" y="69804"/>
                  </a:lnTo>
                  <a:lnTo>
                    <a:pt x="3574418" y="92832"/>
                  </a:lnTo>
                  <a:lnTo>
                    <a:pt x="3490174" y="119296"/>
                  </a:lnTo>
                  <a:lnTo>
                    <a:pt x="3407694" y="149143"/>
                  </a:lnTo>
                  <a:lnTo>
                    <a:pt x="3328622" y="182383"/>
                  </a:lnTo>
                  <a:lnTo>
                    <a:pt x="3253971" y="219128"/>
                  </a:lnTo>
                  <a:lnTo>
                    <a:pt x="3184218" y="259599"/>
                  </a:lnTo>
                  <a:lnTo>
                    <a:pt x="3119416" y="304138"/>
                  </a:lnTo>
                  <a:lnTo>
                    <a:pt x="3059318" y="353203"/>
                  </a:lnTo>
                  <a:lnTo>
                    <a:pt x="3003472" y="407354"/>
                  </a:lnTo>
                  <a:lnTo>
                    <a:pt x="2951304" y="467237"/>
                  </a:lnTo>
                  <a:lnTo>
                    <a:pt x="2902180" y="533545"/>
                  </a:lnTo>
                  <a:lnTo>
                    <a:pt x="2855452" y="606953"/>
                  </a:lnTo>
                  <a:lnTo>
                    <a:pt x="2810501" y="688023"/>
                  </a:lnTo>
                  <a:lnTo>
                    <a:pt x="2770117" y="769897"/>
                  </a:lnTo>
                  <a:lnTo>
                    <a:pt x="2739833" y="836805"/>
                  </a:lnTo>
                  <a:lnTo>
                    <a:pt x="2709808" y="907690"/>
                  </a:lnTo>
                  <a:lnTo>
                    <a:pt x="2679918" y="982634"/>
                  </a:lnTo>
                  <a:lnTo>
                    <a:pt x="2650056" y="1061675"/>
                  </a:lnTo>
                  <a:lnTo>
                    <a:pt x="2620139" y="1144808"/>
                  </a:lnTo>
                  <a:lnTo>
                    <a:pt x="2590099" y="1231980"/>
                  </a:lnTo>
                  <a:lnTo>
                    <a:pt x="2559886" y="1323083"/>
                  </a:lnTo>
                  <a:lnTo>
                    <a:pt x="2529466" y="1417959"/>
                  </a:lnTo>
                  <a:lnTo>
                    <a:pt x="2498819" y="1516391"/>
                  </a:lnTo>
                  <a:lnTo>
                    <a:pt x="2467938" y="1618110"/>
                  </a:lnTo>
                  <a:lnTo>
                    <a:pt x="2436829" y="1722790"/>
                  </a:lnTo>
                  <a:lnTo>
                    <a:pt x="2405508" y="1830055"/>
                  </a:lnTo>
                  <a:lnTo>
                    <a:pt x="2374002" y="1939484"/>
                  </a:lnTo>
                  <a:lnTo>
                    <a:pt x="2342346" y="2050615"/>
                  </a:lnTo>
                  <a:lnTo>
                    <a:pt x="2310581" y="2162953"/>
                  </a:lnTo>
                  <a:lnTo>
                    <a:pt x="2278753" y="2275981"/>
                  </a:lnTo>
                  <a:lnTo>
                    <a:pt x="2246911" y="2389169"/>
                  </a:lnTo>
                  <a:lnTo>
                    <a:pt x="2215103" y="2501981"/>
                  </a:lnTo>
                  <a:lnTo>
                    <a:pt x="2183377" y="2613892"/>
                  </a:lnTo>
                  <a:lnTo>
                    <a:pt x="2151777" y="2724393"/>
                  </a:lnTo>
                  <a:lnTo>
                    <a:pt x="2120342" y="2833000"/>
                  </a:lnTo>
                  <a:lnTo>
                    <a:pt x="2089104" y="2939268"/>
                  </a:lnTo>
                  <a:lnTo>
                    <a:pt x="2058086" y="3042793"/>
                  </a:lnTo>
                  <a:lnTo>
                    <a:pt x="2027299" y="3143219"/>
                  </a:lnTo>
                  <a:lnTo>
                    <a:pt x="1996746" y="3240242"/>
                  </a:lnTo>
                  <a:lnTo>
                    <a:pt x="1966413" y="3333615"/>
                  </a:lnTo>
                  <a:lnTo>
                    <a:pt x="1936275" y="3423144"/>
                  </a:lnTo>
                  <a:lnTo>
                    <a:pt x="1906292" y="3508692"/>
                  </a:lnTo>
                  <a:lnTo>
                    <a:pt x="1876406" y="3590173"/>
                  </a:lnTo>
                  <a:lnTo>
                    <a:pt x="1846544" y="3667555"/>
                  </a:lnTo>
                  <a:lnTo>
                    <a:pt x="1816613" y="3740851"/>
                  </a:lnTo>
                  <a:lnTo>
                    <a:pt x="1786500" y="3810116"/>
                  </a:lnTo>
                  <a:lnTo>
                    <a:pt x="1768425" y="3849488"/>
                  </a:lnTo>
                  <a:lnTo>
                    <a:pt x="1724628" y="3937889"/>
                  </a:lnTo>
                  <a:lnTo>
                    <a:pt x="1679561" y="4018354"/>
                  </a:lnTo>
                  <a:lnTo>
                    <a:pt x="1632672" y="4091193"/>
                  </a:lnTo>
                  <a:lnTo>
                    <a:pt x="1583336" y="4156980"/>
                  </a:lnTo>
                  <a:lnTo>
                    <a:pt x="1530907" y="4216398"/>
                  </a:lnTo>
                  <a:lnTo>
                    <a:pt x="1474752" y="4270135"/>
                  </a:lnTo>
                  <a:lnTo>
                    <a:pt x="1414305" y="4318833"/>
                  </a:lnTo>
                  <a:lnTo>
                    <a:pt x="1349128" y="4363044"/>
                  </a:lnTo>
                  <a:lnTo>
                    <a:pt x="1278991" y="4403217"/>
                  </a:lnTo>
                  <a:lnTo>
                    <a:pt x="1203977" y="4439685"/>
                  </a:lnTo>
                  <a:lnTo>
                    <a:pt x="1124598" y="4472662"/>
                  </a:lnTo>
                  <a:lnTo>
                    <a:pt x="1041916" y="4502248"/>
                  </a:lnTo>
                  <a:lnTo>
                    <a:pt x="957623" y="4528450"/>
                  </a:lnTo>
                  <a:lnTo>
                    <a:pt x="874055" y="4551210"/>
                  </a:lnTo>
                  <a:lnTo>
                    <a:pt x="794077" y="4570453"/>
                  </a:lnTo>
                  <a:lnTo>
                    <a:pt x="720810" y="4586144"/>
                  </a:lnTo>
                  <a:lnTo>
                    <a:pt x="657220" y="4598348"/>
                  </a:lnTo>
                  <a:lnTo>
                    <a:pt x="605621" y="4607272"/>
                  </a:lnTo>
                  <a:lnTo>
                    <a:pt x="567237" y="4613284"/>
                  </a:lnTo>
                  <a:lnTo>
                    <a:pt x="541919" y="4616888"/>
                  </a:lnTo>
                  <a:lnTo>
                    <a:pt x="528080" y="4618684"/>
                  </a:lnTo>
                  <a:lnTo>
                    <a:pt x="522826" y="4619309"/>
                  </a:lnTo>
                  <a:lnTo>
                    <a:pt x="522133" y="4619385"/>
                  </a:lnTo>
                  <a:lnTo>
                    <a:pt x="0" y="4619385"/>
                  </a:lnTo>
                  <a:lnTo>
                    <a:pt x="0" y="4619385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979" name="pg1979"/>
            <p:cNvSpPr/>
            <p:nvPr/>
          </p:nvSpPr>
          <p:spPr>
            <a:xfrm>
              <a:off x="386606" y="2636868"/>
              <a:ext cx="8554953" cy="3320536"/>
            </a:xfrm>
            <a:custGeom>
              <a:avLst/>
              <a:pathLst>
                <a:path w="8554953" h="3320536">
                  <a:moveTo>
                    <a:pt x="0" y="3320536"/>
                  </a:moveTo>
                  <a:lnTo>
                    <a:pt x="522133" y="3320536"/>
                  </a:lnTo>
                  <a:lnTo>
                    <a:pt x="523373" y="3320496"/>
                  </a:lnTo>
                  <a:lnTo>
                    <a:pt x="531486" y="3320207"/>
                  </a:lnTo>
                  <a:lnTo>
                    <a:pt x="551783" y="3319408"/>
                  </a:lnTo>
                  <a:lnTo>
                    <a:pt x="587681" y="3317839"/>
                  </a:lnTo>
                  <a:lnTo>
                    <a:pt x="640395" y="3315269"/>
                  </a:lnTo>
                  <a:lnTo>
                    <a:pt x="708872" y="3311522"/>
                  </a:lnTo>
                  <a:lnTo>
                    <a:pt x="790155" y="3306498"/>
                  </a:lnTo>
                  <a:lnTo>
                    <a:pt x="880122" y="3300162"/>
                  </a:lnTo>
                  <a:lnTo>
                    <a:pt x="974354" y="3292529"/>
                  </a:lnTo>
                  <a:lnTo>
                    <a:pt x="1068874" y="3283629"/>
                  </a:lnTo>
                  <a:lnTo>
                    <a:pt x="1160593" y="3273480"/>
                  </a:lnTo>
                  <a:lnTo>
                    <a:pt x="1247457" y="3262066"/>
                  </a:lnTo>
                  <a:lnTo>
                    <a:pt x="1328368" y="3249321"/>
                  </a:lnTo>
                  <a:lnTo>
                    <a:pt x="1403000" y="3235125"/>
                  </a:lnTo>
                  <a:lnTo>
                    <a:pt x="1471581" y="3219303"/>
                  </a:lnTo>
                  <a:lnTo>
                    <a:pt x="1534702" y="3201630"/>
                  </a:lnTo>
                  <a:lnTo>
                    <a:pt x="1593168" y="3181841"/>
                  </a:lnTo>
                  <a:lnTo>
                    <a:pt x="1647881" y="3159647"/>
                  </a:lnTo>
                  <a:lnTo>
                    <a:pt x="1699758" y="3134775"/>
                  </a:lnTo>
                  <a:lnTo>
                    <a:pt x="1749651" y="3107021"/>
                  </a:lnTo>
                  <a:lnTo>
                    <a:pt x="1768425" y="3095590"/>
                  </a:lnTo>
                  <a:lnTo>
                    <a:pt x="1815272" y="3064779"/>
                  </a:lnTo>
                  <a:lnTo>
                    <a:pt x="1861661" y="3031140"/>
                  </a:lnTo>
                  <a:lnTo>
                    <a:pt x="1907997" y="2994626"/>
                  </a:lnTo>
                  <a:lnTo>
                    <a:pt x="1954572" y="2955260"/>
                  </a:lnTo>
                  <a:lnTo>
                    <a:pt x="2001578" y="2913155"/>
                  </a:lnTo>
                  <a:lnTo>
                    <a:pt x="2049118" y="2868515"/>
                  </a:lnTo>
                  <a:lnTo>
                    <a:pt x="2097216" y="2821636"/>
                  </a:lnTo>
                  <a:lnTo>
                    <a:pt x="2145827" y="2772903"/>
                  </a:lnTo>
                  <a:lnTo>
                    <a:pt x="2194849" y="2722782"/>
                  </a:lnTo>
                  <a:lnTo>
                    <a:pt x="2244136" y="2671800"/>
                  </a:lnTo>
                  <a:lnTo>
                    <a:pt x="2293516" y="2620522"/>
                  </a:lnTo>
                  <a:lnTo>
                    <a:pt x="2342807" y="2569529"/>
                  </a:lnTo>
                  <a:lnTo>
                    <a:pt x="2391835" y="2519387"/>
                  </a:lnTo>
                  <a:lnTo>
                    <a:pt x="2440455" y="2470626"/>
                  </a:lnTo>
                  <a:lnTo>
                    <a:pt x="2488563" y="2423709"/>
                  </a:lnTo>
                  <a:lnTo>
                    <a:pt x="2536113" y="2379026"/>
                  </a:lnTo>
                  <a:lnTo>
                    <a:pt x="2583127" y="2336873"/>
                  </a:lnTo>
                  <a:lnTo>
                    <a:pt x="2629709" y="2297457"/>
                  </a:lnTo>
                  <a:lnTo>
                    <a:pt x="2676047" y="2260890"/>
                  </a:lnTo>
                  <a:lnTo>
                    <a:pt x="2722432" y="2227200"/>
                  </a:lnTo>
                  <a:lnTo>
                    <a:pt x="2769266" y="2196339"/>
                  </a:lnTo>
                  <a:lnTo>
                    <a:pt x="2770117" y="2195808"/>
                  </a:lnTo>
                  <a:lnTo>
                    <a:pt x="2819448" y="2166925"/>
                  </a:lnTo>
                  <a:lnTo>
                    <a:pt x="2870469" y="2140964"/>
                  </a:lnTo>
                  <a:lnTo>
                    <a:pt x="2923987" y="2117773"/>
                  </a:lnTo>
                  <a:lnTo>
                    <a:pt x="2980904" y="2097096"/>
                  </a:lnTo>
                  <a:lnTo>
                    <a:pt x="3042136" y="2078644"/>
                  </a:lnTo>
                  <a:lnTo>
                    <a:pt x="3108538" y="2062140"/>
                  </a:lnTo>
                  <a:lnTo>
                    <a:pt x="3180797" y="2047344"/>
                  </a:lnTo>
                  <a:lnTo>
                    <a:pt x="3259303" y="2034060"/>
                  </a:lnTo>
                  <a:lnTo>
                    <a:pt x="3343966" y="2022146"/>
                  </a:lnTo>
                  <a:lnTo>
                    <a:pt x="3434009" y="2011516"/>
                  </a:lnTo>
                  <a:lnTo>
                    <a:pt x="3527764" y="2002136"/>
                  </a:lnTo>
                  <a:lnTo>
                    <a:pt x="3622534" y="1994013"/>
                  </a:lnTo>
                  <a:lnTo>
                    <a:pt x="3714650" y="1987176"/>
                  </a:lnTo>
                  <a:lnTo>
                    <a:pt x="3799788" y="1981650"/>
                  </a:lnTo>
                  <a:lnTo>
                    <a:pt x="3873610" y="1977421"/>
                  </a:lnTo>
                  <a:lnTo>
                    <a:pt x="3932613" y="1974416"/>
                  </a:lnTo>
                  <a:lnTo>
                    <a:pt x="3974947" y="1972488"/>
                  </a:lnTo>
                  <a:lnTo>
                    <a:pt x="4000941" y="1971423"/>
                  </a:lnTo>
                  <a:lnTo>
                    <a:pt x="4013197" y="1970970"/>
                  </a:lnTo>
                  <a:lnTo>
                    <a:pt x="4016409" y="1970862"/>
                  </a:lnTo>
                  <a:lnTo>
                    <a:pt x="4538543" y="1970862"/>
                  </a:lnTo>
                  <a:lnTo>
                    <a:pt x="4539752" y="1970805"/>
                  </a:lnTo>
                  <a:lnTo>
                    <a:pt x="4547665" y="1970395"/>
                  </a:lnTo>
                  <a:lnTo>
                    <a:pt x="4567480" y="1969262"/>
                  </a:lnTo>
                  <a:lnTo>
                    <a:pt x="4602570" y="1967037"/>
                  </a:lnTo>
                  <a:lnTo>
                    <a:pt x="4654186" y="1963388"/>
                  </a:lnTo>
                  <a:lnTo>
                    <a:pt x="4721383" y="1958065"/>
                  </a:lnTo>
                  <a:lnTo>
                    <a:pt x="4801355" y="1950918"/>
                  </a:lnTo>
                  <a:lnTo>
                    <a:pt x="4890123" y="1941896"/>
                  </a:lnTo>
                  <a:lnTo>
                    <a:pt x="4983376" y="1931013"/>
                  </a:lnTo>
                  <a:lnTo>
                    <a:pt x="5077186" y="1918315"/>
                  </a:lnTo>
                  <a:lnTo>
                    <a:pt x="5168466" y="1903829"/>
                  </a:lnTo>
                  <a:lnTo>
                    <a:pt x="5255121" y="1887538"/>
                  </a:lnTo>
                  <a:lnTo>
                    <a:pt x="5335998" y="1869356"/>
                  </a:lnTo>
                  <a:lnTo>
                    <a:pt x="5410708" y="1849120"/>
                  </a:lnTo>
                  <a:lnTo>
                    <a:pt x="5479421" y="1826592"/>
                  </a:lnTo>
                  <a:lnTo>
                    <a:pt x="5542679" y="1801461"/>
                  </a:lnTo>
                  <a:lnTo>
                    <a:pt x="5601243" y="1773356"/>
                  </a:lnTo>
                  <a:lnTo>
                    <a:pt x="5655986" y="1741873"/>
                  </a:lnTo>
                  <a:lnTo>
                    <a:pt x="5707804" y="1706613"/>
                  </a:lnTo>
                  <a:lnTo>
                    <a:pt x="5757543" y="1667263"/>
                  </a:lnTo>
                  <a:lnTo>
                    <a:pt x="5784835" y="1643326"/>
                  </a:lnTo>
                  <a:lnTo>
                    <a:pt x="5827192" y="1602966"/>
                  </a:lnTo>
                  <a:lnTo>
                    <a:pt x="5869139" y="1559254"/>
                  </a:lnTo>
                  <a:lnTo>
                    <a:pt x="5910989" y="1512126"/>
                  </a:lnTo>
                  <a:lnTo>
                    <a:pt x="5952975" y="1461589"/>
                  </a:lnTo>
                  <a:lnTo>
                    <a:pt x="5995262" y="1407730"/>
                  </a:lnTo>
                  <a:lnTo>
                    <a:pt x="6037954" y="1350725"/>
                  </a:lnTo>
                  <a:lnTo>
                    <a:pt x="6081099" y="1290838"/>
                  </a:lnTo>
                  <a:lnTo>
                    <a:pt x="6124694" y="1228426"/>
                  </a:lnTo>
                  <a:lnTo>
                    <a:pt x="6168694" y="1163929"/>
                  </a:lnTo>
                  <a:lnTo>
                    <a:pt x="6213016" y="1097858"/>
                  </a:lnTo>
                  <a:lnTo>
                    <a:pt x="6257549" y="1030786"/>
                  </a:lnTo>
                  <a:lnTo>
                    <a:pt x="6302168" y="963322"/>
                  </a:lnTo>
                  <a:lnTo>
                    <a:pt x="6346736" y="896087"/>
                  </a:lnTo>
                  <a:lnTo>
                    <a:pt x="6391125" y="829699"/>
                  </a:lnTo>
                  <a:lnTo>
                    <a:pt x="6435218" y="764738"/>
                  </a:lnTo>
                  <a:lnTo>
                    <a:pt x="6478925" y="701736"/>
                  </a:lnTo>
                  <a:lnTo>
                    <a:pt x="6522189" y="641153"/>
                  </a:lnTo>
                  <a:lnTo>
                    <a:pt x="6564997" y="583366"/>
                  </a:lnTo>
                  <a:lnTo>
                    <a:pt x="6607383" y="528665"/>
                  </a:lnTo>
                  <a:lnTo>
                    <a:pt x="6649434" y="477249"/>
                  </a:lnTo>
                  <a:lnTo>
                    <a:pt x="6691299" y="429227"/>
                  </a:lnTo>
                  <a:lnTo>
                    <a:pt x="6733195" y="384627"/>
                  </a:lnTo>
                  <a:lnTo>
                    <a:pt x="6775410" y="343402"/>
                  </a:lnTo>
                  <a:lnTo>
                    <a:pt x="6786527" y="333183"/>
                  </a:lnTo>
                  <a:lnTo>
                    <a:pt x="6835426" y="291472"/>
                  </a:lnTo>
                  <a:lnTo>
                    <a:pt x="6885978" y="253945"/>
                  </a:lnTo>
                  <a:lnTo>
                    <a:pt x="6938970" y="220387"/>
                  </a:lnTo>
                  <a:lnTo>
                    <a:pt x="6995279" y="190435"/>
                  </a:lnTo>
                  <a:lnTo>
                    <a:pt x="7055798" y="163683"/>
                  </a:lnTo>
                  <a:lnTo>
                    <a:pt x="7121365" y="139736"/>
                  </a:lnTo>
                  <a:lnTo>
                    <a:pt x="7192659" y="118248"/>
                  </a:lnTo>
                  <a:lnTo>
                    <a:pt x="7270081" y="98938"/>
                  </a:lnTo>
                  <a:lnTo>
                    <a:pt x="7353581" y="81600"/>
                  </a:lnTo>
                  <a:lnTo>
                    <a:pt x="7442458" y="66107"/>
                  </a:lnTo>
                  <a:lnTo>
                    <a:pt x="7535164" y="52404"/>
                  </a:lnTo>
                  <a:lnTo>
                    <a:pt x="7629167" y="40497"/>
                  </a:lnTo>
                  <a:lnTo>
                    <a:pt x="7720973" y="30425"/>
                  </a:lnTo>
                  <a:lnTo>
                    <a:pt x="7806414" y="22226"/>
                  </a:lnTo>
                  <a:lnTo>
                    <a:pt x="7881223" y="15891"/>
                  </a:lnTo>
                  <a:lnTo>
                    <a:pt x="7941835" y="11327"/>
                  </a:lnTo>
                  <a:lnTo>
                    <a:pt x="7986193" y="8339"/>
                  </a:lnTo>
                  <a:lnTo>
                    <a:pt x="8014300" y="6637"/>
                  </a:lnTo>
                  <a:lnTo>
                    <a:pt x="8028365" y="5867"/>
                  </a:lnTo>
                  <a:lnTo>
                    <a:pt x="8032600" y="5657"/>
                  </a:lnTo>
                  <a:lnTo>
                    <a:pt x="8032819" y="5647"/>
                  </a:lnTo>
                  <a:lnTo>
                    <a:pt x="8554953" y="5647"/>
                  </a:lnTo>
                  <a:lnTo>
                    <a:pt x="8554953" y="0"/>
                  </a:lnTo>
                  <a:lnTo>
                    <a:pt x="8032819" y="0"/>
                  </a:lnTo>
                  <a:lnTo>
                    <a:pt x="8031610" y="57"/>
                  </a:lnTo>
                  <a:lnTo>
                    <a:pt x="8023697" y="467"/>
                  </a:lnTo>
                  <a:lnTo>
                    <a:pt x="8003882" y="1599"/>
                  </a:lnTo>
                  <a:lnTo>
                    <a:pt x="7968792" y="3825"/>
                  </a:lnTo>
                  <a:lnTo>
                    <a:pt x="7917176" y="7474"/>
                  </a:lnTo>
                  <a:lnTo>
                    <a:pt x="7849979" y="12797"/>
                  </a:lnTo>
                  <a:lnTo>
                    <a:pt x="7770007" y="19943"/>
                  </a:lnTo>
                  <a:lnTo>
                    <a:pt x="7681239" y="28966"/>
                  </a:lnTo>
                  <a:lnTo>
                    <a:pt x="7587986" y="39848"/>
                  </a:lnTo>
                  <a:lnTo>
                    <a:pt x="7494175" y="52547"/>
                  </a:lnTo>
                  <a:lnTo>
                    <a:pt x="7402896" y="67032"/>
                  </a:lnTo>
                  <a:lnTo>
                    <a:pt x="7316241" y="83324"/>
                  </a:lnTo>
                  <a:lnTo>
                    <a:pt x="7235364" y="101506"/>
                  </a:lnTo>
                  <a:lnTo>
                    <a:pt x="7160654" y="121742"/>
                  </a:lnTo>
                  <a:lnTo>
                    <a:pt x="7091941" y="144269"/>
                  </a:lnTo>
                  <a:lnTo>
                    <a:pt x="7028683" y="169400"/>
                  </a:lnTo>
                  <a:lnTo>
                    <a:pt x="6970119" y="197505"/>
                  </a:lnTo>
                  <a:lnTo>
                    <a:pt x="6915376" y="228989"/>
                  </a:lnTo>
                  <a:lnTo>
                    <a:pt x="6863558" y="264249"/>
                  </a:lnTo>
                  <a:lnTo>
                    <a:pt x="6813819" y="303598"/>
                  </a:lnTo>
                  <a:lnTo>
                    <a:pt x="6786527" y="327535"/>
                  </a:lnTo>
                  <a:lnTo>
                    <a:pt x="6744170" y="367896"/>
                  </a:lnTo>
                  <a:lnTo>
                    <a:pt x="6702223" y="411608"/>
                  </a:lnTo>
                  <a:lnTo>
                    <a:pt x="6660373" y="458736"/>
                  </a:lnTo>
                  <a:lnTo>
                    <a:pt x="6618387" y="509273"/>
                  </a:lnTo>
                  <a:lnTo>
                    <a:pt x="6576100" y="563132"/>
                  </a:lnTo>
                  <a:lnTo>
                    <a:pt x="6533408" y="620137"/>
                  </a:lnTo>
                  <a:lnTo>
                    <a:pt x="6490263" y="680024"/>
                  </a:lnTo>
                  <a:lnTo>
                    <a:pt x="6446668" y="742435"/>
                  </a:lnTo>
                  <a:lnTo>
                    <a:pt x="6402668" y="806933"/>
                  </a:lnTo>
                  <a:lnTo>
                    <a:pt x="6358346" y="873003"/>
                  </a:lnTo>
                  <a:lnTo>
                    <a:pt x="6313813" y="940075"/>
                  </a:lnTo>
                  <a:lnTo>
                    <a:pt x="6269194" y="1007540"/>
                  </a:lnTo>
                  <a:lnTo>
                    <a:pt x="6224626" y="1074774"/>
                  </a:lnTo>
                  <a:lnTo>
                    <a:pt x="6180237" y="1141163"/>
                  </a:lnTo>
                  <a:lnTo>
                    <a:pt x="6136144" y="1206123"/>
                  </a:lnTo>
                  <a:lnTo>
                    <a:pt x="6092437" y="1269125"/>
                  </a:lnTo>
                  <a:lnTo>
                    <a:pt x="6049173" y="1329709"/>
                  </a:lnTo>
                  <a:lnTo>
                    <a:pt x="6006365" y="1387496"/>
                  </a:lnTo>
                  <a:lnTo>
                    <a:pt x="5963979" y="1442196"/>
                  </a:lnTo>
                  <a:lnTo>
                    <a:pt x="5921928" y="1493613"/>
                  </a:lnTo>
                  <a:lnTo>
                    <a:pt x="5880063" y="1541635"/>
                  </a:lnTo>
                  <a:lnTo>
                    <a:pt x="5838167" y="1586235"/>
                  </a:lnTo>
                  <a:lnTo>
                    <a:pt x="5795952" y="1627460"/>
                  </a:lnTo>
                  <a:lnTo>
                    <a:pt x="5784835" y="1637679"/>
                  </a:lnTo>
                  <a:lnTo>
                    <a:pt x="5735936" y="1679390"/>
                  </a:lnTo>
                  <a:lnTo>
                    <a:pt x="5685384" y="1716917"/>
                  </a:lnTo>
                  <a:lnTo>
                    <a:pt x="5632392" y="1750475"/>
                  </a:lnTo>
                  <a:lnTo>
                    <a:pt x="5576083" y="1780426"/>
                  </a:lnTo>
                  <a:lnTo>
                    <a:pt x="5515563" y="1807178"/>
                  </a:lnTo>
                  <a:lnTo>
                    <a:pt x="5449997" y="1831125"/>
                  </a:lnTo>
                  <a:lnTo>
                    <a:pt x="5378703" y="1852614"/>
                  </a:lnTo>
                  <a:lnTo>
                    <a:pt x="5301281" y="1871924"/>
                  </a:lnTo>
                  <a:lnTo>
                    <a:pt x="5217781" y="1889262"/>
                  </a:lnTo>
                  <a:lnTo>
                    <a:pt x="5128904" y="1904755"/>
                  </a:lnTo>
                  <a:lnTo>
                    <a:pt x="5036198" y="1918458"/>
                  </a:lnTo>
                  <a:lnTo>
                    <a:pt x="4942195" y="1930365"/>
                  </a:lnTo>
                  <a:lnTo>
                    <a:pt x="4850389" y="1940436"/>
                  </a:lnTo>
                  <a:lnTo>
                    <a:pt x="4764948" y="1948635"/>
                  </a:lnTo>
                  <a:lnTo>
                    <a:pt x="4690139" y="1954971"/>
                  </a:lnTo>
                  <a:lnTo>
                    <a:pt x="4629527" y="1959534"/>
                  </a:lnTo>
                  <a:lnTo>
                    <a:pt x="4585169" y="1962523"/>
                  </a:lnTo>
                  <a:lnTo>
                    <a:pt x="4557062" y="1964225"/>
                  </a:lnTo>
                  <a:lnTo>
                    <a:pt x="4542997" y="1964994"/>
                  </a:lnTo>
                  <a:lnTo>
                    <a:pt x="4538762" y="1965205"/>
                  </a:lnTo>
                  <a:lnTo>
                    <a:pt x="4538543" y="1965215"/>
                  </a:lnTo>
                  <a:lnTo>
                    <a:pt x="4016409" y="1965215"/>
                  </a:lnTo>
                  <a:lnTo>
                    <a:pt x="4015169" y="1965255"/>
                  </a:lnTo>
                  <a:lnTo>
                    <a:pt x="4007057" y="1965544"/>
                  </a:lnTo>
                  <a:lnTo>
                    <a:pt x="3986759" y="1966343"/>
                  </a:lnTo>
                  <a:lnTo>
                    <a:pt x="3950861" y="1967912"/>
                  </a:lnTo>
                  <a:lnTo>
                    <a:pt x="3898147" y="1970483"/>
                  </a:lnTo>
                  <a:lnTo>
                    <a:pt x="3829670" y="1974229"/>
                  </a:lnTo>
                  <a:lnTo>
                    <a:pt x="3748387" y="1979253"/>
                  </a:lnTo>
                  <a:lnTo>
                    <a:pt x="3658420" y="1985589"/>
                  </a:lnTo>
                  <a:lnTo>
                    <a:pt x="3564188" y="1993222"/>
                  </a:lnTo>
                  <a:lnTo>
                    <a:pt x="3469668" y="2002122"/>
                  </a:lnTo>
                  <a:lnTo>
                    <a:pt x="3377949" y="2012271"/>
                  </a:lnTo>
                  <a:lnTo>
                    <a:pt x="3291085" y="2023685"/>
                  </a:lnTo>
                  <a:lnTo>
                    <a:pt x="3210174" y="2036430"/>
                  </a:lnTo>
                  <a:lnTo>
                    <a:pt x="3135542" y="2050626"/>
                  </a:lnTo>
                  <a:lnTo>
                    <a:pt x="3066961" y="2066448"/>
                  </a:lnTo>
                  <a:lnTo>
                    <a:pt x="3003840" y="2084121"/>
                  </a:lnTo>
                  <a:lnTo>
                    <a:pt x="2945374" y="2103910"/>
                  </a:lnTo>
                  <a:lnTo>
                    <a:pt x="2890661" y="2126104"/>
                  </a:lnTo>
                  <a:lnTo>
                    <a:pt x="2838784" y="2150976"/>
                  </a:lnTo>
                  <a:lnTo>
                    <a:pt x="2788891" y="2178730"/>
                  </a:lnTo>
                  <a:lnTo>
                    <a:pt x="2770117" y="2190161"/>
                  </a:lnTo>
                  <a:lnTo>
                    <a:pt x="2723271" y="2220972"/>
                  </a:lnTo>
                  <a:lnTo>
                    <a:pt x="2676882" y="2254611"/>
                  </a:lnTo>
                  <a:lnTo>
                    <a:pt x="2630545" y="2291126"/>
                  </a:lnTo>
                  <a:lnTo>
                    <a:pt x="2583970" y="2330491"/>
                  </a:lnTo>
                  <a:lnTo>
                    <a:pt x="2536964" y="2372596"/>
                  </a:lnTo>
                  <a:lnTo>
                    <a:pt x="2489424" y="2417236"/>
                  </a:lnTo>
                  <a:lnTo>
                    <a:pt x="2441326" y="2464115"/>
                  </a:lnTo>
                  <a:lnTo>
                    <a:pt x="2392715" y="2512848"/>
                  </a:lnTo>
                  <a:lnTo>
                    <a:pt x="2343693" y="2562969"/>
                  </a:lnTo>
                  <a:lnTo>
                    <a:pt x="2294406" y="2613951"/>
                  </a:lnTo>
                  <a:lnTo>
                    <a:pt x="2245026" y="2665229"/>
                  </a:lnTo>
                  <a:lnTo>
                    <a:pt x="2195735" y="2716222"/>
                  </a:lnTo>
                  <a:lnTo>
                    <a:pt x="2146707" y="2766364"/>
                  </a:lnTo>
                  <a:lnTo>
                    <a:pt x="2098087" y="2815126"/>
                  </a:lnTo>
                  <a:lnTo>
                    <a:pt x="2049979" y="2862042"/>
                  </a:lnTo>
                  <a:lnTo>
                    <a:pt x="2002429" y="2906726"/>
                  </a:lnTo>
                  <a:lnTo>
                    <a:pt x="1955415" y="2948878"/>
                  </a:lnTo>
                  <a:lnTo>
                    <a:pt x="1908833" y="2988294"/>
                  </a:lnTo>
                  <a:lnTo>
                    <a:pt x="1862495" y="3024861"/>
                  </a:lnTo>
                  <a:lnTo>
                    <a:pt x="1816110" y="3058551"/>
                  </a:lnTo>
                  <a:lnTo>
                    <a:pt x="1769276" y="3089413"/>
                  </a:lnTo>
                  <a:lnTo>
                    <a:pt x="1768425" y="3089943"/>
                  </a:lnTo>
                  <a:lnTo>
                    <a:pt x="1719094" y="3118826"/>
                  </a:lnTo>
                  <a:lnTo>
                    <a:pt x="1668073" y="3144787"/>
                  </a:lnTo>
                  <a:lnTo>
                    <a:pt x="1614555" y="3167978"/>
                  </a:lnTo>
                  <a:lnTo>
                    <a:pt x="1557638" y="3188656"/>
                  </a:lnTo>
                  <a:lnTo>
                    <a:pt x="1496406" y="3207108"/>
                  </a:lnTo>
                  <a:lnTo>
                    <a:pt x="1430004" y="3223611"/>
                  </a:lnTo>
                  <a:lnTo>
                    <a:pt x="1357745" y="3238407"/>
                  </a:lnTo>
                  <a:lnTo>
                    <a:pt x="1279239" y="3251691"/>
                  </a:lnTo>
                  <a:lnTo>
                    <a:pt x="1194576" y="3263606"/>
                  </a:lnTo>
                  <a:lnTo>
                    <a:pt x="1104533" y="3274235"/>
                  </a:lnTo>
                  <a:lnTo>
                    <a:pt x="1010779" y="3283615"/>
                  </a:lnTo>
                  <a:lnTo>
                    <a:pt x="916008" y="3291738"/>
                  </a:lnTo>
                  <a:lnTo>
                    <a:pt x="823892" y="3298575"/>
                  </a:lnTo>
                  <a:lnTo>
                    <a:pt x="738754" y="3304101"/>
                  </a:lnTo>
                  <a:lnTo>
                    <a:pt x="664932" y="3308330"/>
                  </a:lnTo>
                  <a:lnTo>
                    <a:pt x="605929" y="3311335"/>
                  </a:lnTo>
                  <a:lnTo>
                    <a:pt x="563595" y="3313263"/>
                  </a:lnTo>
                  <a:lnTo>
                    <a:pt x="537601" y="3314328"/>
                  </a:lnTo>
                  <a:lnTo>
                    <a:pt x="525346" y="3314781"/>
                  </a:lnTo>
                  <a:lnTo>
                    <a:pt x="522133" y="3314889"/>
                  </a:lnTo>
                  <a:lnTo>
                    <a:pt x="0" y="3314889"/>
                  </a:lnTo>
                  <a:close/>
                </a:path>
              </a:pathLst>
            </a:custGeom>
            <a:solidFill>
              <a:srgbClr val="C3CD83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1980" name="pl1980"/>
            <p:cNvSpPr/>
            <p:nvPr/>
          </p:nvSpPr>
          <p:spPr>
            <a:xfrm>
              <a:off x="386606" y="2642515"/>
              <a:ext cx="8554953" cy="3314889"/>
            </a:xfrm>
            <a:custGeom>
              <a:avLst/>
              <a:pathLst>
                <a:path w="8554953" h="3314889">
                  <a:moveTo>
                    <a:pt x="0" y="3314889"/>
                  </a:moveTo>
                  <a:lnTo>
                    <a:pt x="522133" y="3314889"/>
                  </a:lnTo>
                  <a:lnTo>
                    <a:pt x="523373" y="3314848"/>
                  </a:lnTo>
                  <a:lnTo>
                    <a:pt x="531486" y="3314560"/>
                  </a:lnTo>
                  <a:lnTo>
                    <a:pt x="551783" y="3313761"/>
                  </a:lnTo>
                  <a:lnTo>
                    <a:pt x="587681" y="3312192"/>
                  </a:lnTo>
                  <a:lnTo>
                    <a:pt x="640395" y="3309621"/>
                  </a:lnTo>
                  <a:lnTo>
                    <a:pt x="708872" y="3305875"/>
                  </a:lnTo>
                  <a:lnTo>
                    <a:pt x="790155" y="3300851"/>
                  </a:lnTo>
                  <a:lnTo>
                    <a:pt x="880122" y="3294515"/>
                  </a:lnTo>
                  <a:lnTo>
                    <a:pt x="974354" y="3286882"/>
                  </a:lnTo>
                  <a:lnTo>
                    <a:pt x="1068874" y="3277982"/>
                  </a:lnTo>
                  <a:lnTo>
                    <a:pt x="1160593" y="3267833"/>
                  </a:lnTo>
                  <a:lnTo>
                    <a:pt x="1247457" y="3256419"/>
                  </a:lnTo>
                  <a:lnTo>
                    <a:pt x="1328368" y="3243674"/>
                  </a:lnTo>
                  <a:lnTo>
                    <a:pt x="1403000" y="3229478"/>
                  </a:lnTo>
                  <a:lnTo>
                    <a:pt x="1471581" y="3213656"/>
                  </a:lnTo>
                  <a:lnTo>
                    <a:pt x="1534702" y="3195983"/>
                  </a:lnTo>
                  <a:lnTo>
                    <a:pt x="1593168" y="3176194"/>
                  </a:lnTo>
                  <a:lnTo>
                    <a:pt x="1647881" y="3154000"/>
                  </a:lnTo>
                  <a:lnTo>
                    <a:pt x="1699758" y="3129128"/>
                  </a:lnTo>
                  <a:lnTo>
                    <a:pt x="1749651" y="3101374"/>
                  </a:lnTo>
                  <a:lnTo>
                    <a:pt x="1768425" y="3089943"/>
                  </a:lnTo>
                  <a:lnTo>
                    <a:pt x="1815272" y="3059132"/>
                  </a:lnTo>
                  <a:lnTo>
                    <a:pt x="1861661" y="3025493"/>
                  </a:lnTo>
                  <a:lnTo>
                    <a:pt x="1907997" y="2988978"/>
                  </a:lnTo>
                  <a:lnTo>
                    <a:pt x="1954572" y="2949613"/>
                  </a:lnTo>
                  <a:lnTo>
                    <a:pt x="2001578" y="2907508"/>
                  </a:lnTo>
                  <a:lnTo>
                    <a:pt x="2049118" y="2862868"/>
                  </a:lnTo>
                  <a:lnTo>
                    <a:pt x="2097216" y="2815989"/>
                  </a:lnTo>
                  <a:lnTo>
                    <a:pt x="2145827" y="2767256"/>
                  </a:lnTo>
                  <a:lnTo>
                    <a:pt x="2194849" y="2717135"/>
                  </a:lnTo>
                  <a:lnTo>
                    <a:pt x="2244136" y="2666153"/>
                  </a:lnTo>
                  <a:lnTo>
                    <a:pt x="2293516" y="2614875"/>
                  </a:lnTo>
                  <a:lnTo>
                    <a:pt x="2342807" y="2563882"/>
                  </a:lnTo>
                  <a:lnTo>
                    <a:pt x="2391835" y="2513740"/>
                  </a:lnTo>
                  <a:lnTo>
                    <a:pt x="2440455" y="2464978"/>
                  </a:lnTo>
                  <a:lnTo>
                    <a:pt x="2488563" y="2418062"/>
                  </a:lnTo>
                  <a:lnTo>
                    <a:pt x="2536113" y="2373378"/>
                  </a:lnTo>
                  <a:lnTo>
                    <a:pt x="2583127" y="2331226"/>
                  </a:lnTo>
                  <a:lnTo>
                    <a:pt x="2629709" y="2291810"/>
                  </a:lnTo>
                  <a:lnTo>
                    <a:pt x="2676047" y="2255243"/>
                  </a:lnTo>
                  <a:lnTo>
                    <a:pt x="2722432" y="2221553"/>
                  </a:lnTo>
                  <a:lnTo>
                    <a:pt x="2769266" y="2190691"/>
                  </a:lnTo>
                  <a:lnTo>
                    <a:pt x="2770117" y="2190161"/>
                  </a:lnTo>
                  <a:lnTo>
                    <a:pt x="2819448" y="2161278"/>
                  </a:lnTo>
                  <a:lnTo>
                    <a:pt x="2870469" y="2135317"/>
                  </a:lnTo>
                  <a:lnTo>
                    <a:pt x="2923987" y="2112126"/>
                  </a:lnTo>
                  <a:lnTo>
                    <a:pt x="2980904" y="2091448"/>
                  </a:lnTo>
                  <a:lnTo>
                    <a:pt x="3042136" y="2072996"/>
                  </a:lnTo>
                  <a:lnTo>
                    <a:pt x="3108538" y="2056493"/>
                  </a:lnTo>
                  <a:lnTo>
                    <a:pt x="3180797" y="2041697"/>
                  </a:lnTo>
                  <a:lnTo>
                    <a:pt x="3259303" y="2028412"/>
                  </a:lnTo>
                  <a:lnTo>
                    <a:pt x="3343966" y="2016498"/>
                  </a:lnTo>
                  <a:lnTo>
                    <a:pt x="3434009" y="2005869"/>
                  </a:lnTo>
                  <a:lnTo>
                    <a:pt x="3527764" y="1996489"/>
                  </a:lnTo>
                  <a:lnTo>
                    <a:pt x="3622534" y="1988366"/>
                  </a:lnTo>
                  <a:lnTo>
                    <a:pt x="3714650" y="1981529"/>
                  </a:lnTo>
                  <a:lnTo>
                    <a:pt x="3799788" y="1976003"/>
                  </a:lnTo>
                  <a:lnTo>
                    <a:pt x="3873610" y="1971774"/>
                  </a:lnTo>
                  <a:lnTo>
                    <a:pt x="3932613" y="1968769"/>
                  </a:lnTo>
                  <a:lnTo>
                    <a:pt x="3974947" y="1966841"/>
                  </a:lnTo>
                  <a:lnTo>
                    <a:pt x="4000941" y="1965776"/>
                  </a:lnTo>
                  <a:lnTo>
                    <a:pt x="4013197" y="1965323"/>
                  </a:lnTo>
                  <a:lnTo>
                    <a:pt x="4016337" y="1965217"/>
                  </a:lnTo>
                  <a:lnTo>
                    <a:pt x="4016409" y="1965215"/>
                  </a:lnTo>
                  <a:lnTo>
                    <a:pt x="4538543" y="1965215"/>
                  </a:lnTo>
                  <a:lnTo>
                    <a:pt x="4539752" y="1965158"/>
                  </a:lnTo>
                  <a:lnTo>
                    <a:pt x="4547665" y="1964748"/>
                  </a:lnTo>
                  <a:lnTo>
                    <a:pt x="4567480" y="1963615"/>
                  </a:lnTo>
                  <a:lnTo>
                    <a:pt x="4602570" y="1961390"/>
                  </a:lnTo>
                  <a:lnTo>
                    <a:pt x="4654186" y="1957741"/>
                  </a:lnTo>
                  <a:lnTo>
                    <a:pt x="4721383" y="1952418"/>
                  </a:lnTo>
                  <a:lnTo>
                    <a:pt x="4801355" y="1945271"/>
                  </a:lnTo>
                  <a:lnTo>
                    <a:pt x="4890123" y="1936248"/>
                  </a:lnTo>
                  <a:lnTo>
                    <a:pt x="4983376" y="1925366"/>
                  </a:lnTo>
                  <a:lnTo>
                    <a:pt x="5077186" y="1912668"/>
                  </a:lnTo>
                  <a:lnTo>
                    <a:pt x="5168466" y="1898182"/>
                  </a:lnTo>
                  <a:lnTo>
                    <a:pt x="5255121" y="1881891"/>
                  </a:lnTo>
                  <a:lnTo>
                    <a:pt x="5335998" y="1863708"/>
                  </a:lnTo>
                  <a:lnTo>
                    <a:pt x="5410708" y="1843473"/>
                  </a:lnTo>
                  <a:lnTo>
                    <a:pt x="5479421" y="1820945"/>
                  </a:lnTo>
                  <a:lnTo>
                    <a:pt x="5542679" y="1795814"/>
                  </a:lnTo>
                  <a:lnTo>
                    <a:pt x="5601243" y="1767709"/>
                  </a:lnTo>
                  <a:lnTo>
                    <a:pt x="5655986" y="1736225"/>
                  </a:lnTo>
                  <a:lnTo>
                    <a:pt x="5707804" y="1700965"/>
                  </a:lnTo>
                  <a:lnTo>
                    <a:pt x="5757543" y="1661616"/>
                  </a:lnTo>
                  <a:lnTo>
                    <a:pt x="5784835" y="1637679"/>
                  </a:lnTo>
                  <a:lnTo>
                    <a:pt x="5827192" y="1597319"/>
                  </a:lnTo>
                  <a:lnTo>
                    <a:pt x="5869139" y="1553607"/>
                  </a:lnTo>
                  <a:lnTo>
                    <a:pt x="5910989" y="1506479"/>
                  </a:lnTo>
                  <a:lnTo>
                    <a:pt x="5952975" y="1455942"/>
                  </a:lnTo>
                  <a:lnTo>
                    <a:pt x="5995262" y="1402083"/>
                  </a:lnTo>
                  <a:lnTo>
                    <a:pt x="6037954" y="1345077"/>
                  </a:lnTo>
                  <a:lnTo>
                    <a:pt x="6081099" y="1285191"/>
                  </a:lnTo>
                  <a:lnTo>
                    <a:pt x="6124694" y="1222779"/>
                  </a:lnTo>
                  <a:lnTo>
                    <a:pt x="6168694" y="1158281"/>
                  </a:lnTo>
                  <a:lnTo>
                    <a:pt x="6213016" y="1092211"/>
                  </a:lnTo>
                  <a:lnTo>
                    <a:pt x="6257549" y="1025139"/>
                  </a:lnTo>
                  <a:lnTo>
                    <a:pt x="6302168" y="957674"/>
                  </a:lnTo>
                  <a:lnTo>
                    <a:pt x="6346736" y="890440"/>
                  </a:lnTo>
                  <a:lnTo>
                    <a:pt x="6391125" y="824051"/>
                  </a:lnTo>
                  <a:lnTo>
                    <a:pt x="6435218" y="759091"/>
                  </a:lnTo>
                  <a:lnTo>
                    <a:pt x="6478925" y="696089"/>
                  </a:lnTo>
                  <a:lnTo>
                    <a:pt x="6522189" y="635506"/>
                  </a:lnTo>
                  <a:lnTo>
                    <a:pt x="6564997" y="577719"/>
                  </a:lnTo>
                  <a:lnTo>
                    <a:pt x="6607383" y="523018"/>
                  </a:lnTo>
                  <a:lnTo>
                    <a:pt x="6649434" y="471602"/>
                  </a:lnTo>
                  <a:lnTo>
                    <a:pt x="6691299" y="423580"/>
                  </a:lnTo>
                  <a:lnTo>
                    <a:pt x="6733195" y="378980"/>
                  </a:lnTo>
                  <a:lnTo>
                    <a:pt x="6775410" y="337754"/>
                  </a:lnTo>
                  <a:lnTo>
                    <a:pt x="6786527" y="327535"/>
                  </a:lnTo>
                  <a:lnTo>
                    <a:pt x="6835426" y="285825"/>
                  </a:lnTo>
                  <a:lnTo>
                    <a:pt x="6885978" y="248298"/>
                  </a:lnTo>
                  <a:lnTo>
                    <a:pt x="6938970" y="214740"/>
                  </a:lnTo>
                  <a:lnTo>
                    <a:pt x="6995279" y="184788"/>
                  </a:lnTo>
                  <a:lnTo>
                    <a:pt x="7055798" y="158036"/>
                  </a:lnTo>
                  <a:lnTo>
                    <a:pt x="7121365" y="134089"/>
                  </a:lnTo>
                  <a:lnTo>
                    <a:pt x="7192659" y="112601"/>
                  </a:lnTo>
                  <a:lnTo>
                    <a:pt x="7270081" y="93291"/>
                  </a:lnTo>
                  <a:lnTo>
                    <a:pt x="7353581" y="75953"/>
                  </a:lnTo>
                  <a:lnTo>
                    <a:pt x="7442458" y="60460"/>
                  </a:lnTo>
                  <a:lnTo>
                    <a:pt x="7535164" y="46757"/>
                  </a:lnTo>
                  <a:lnTo>
                    <a:pt x="7629167" y="34850"/>
                  </a:lnTo>
                  <a:lnTo>
                    <a:pt x="7720973" y="24778"/>
                  </a:lnTo>
                  <a:lnTo>
                    <a:pt x="7806414" y="16579"/>
                  </a:lnTo>
                  <a:lnTo>
                    <a:pt x="7881223" y="10244"/>
                  </a:lnTo>
                  <a:lnTo>
                    <a:pt x="7941835" y="5680"/>
                  </a:lnTo>
                  <a:lnTo>
                    <a:pt x="7986193" y="2692"/>
                  </a:lnTo>
                  <a:lnTo>
                    <a:pt x="8014300" y="989"/>
                  </a:lnTo>
                  <a:lnTo>
                    <a:pt x="8028365" y="220"/>
                  </a:lnTo>
                  <a:lnTo>
                    <a:pt x="8032600" y="10"/>
                  </a:lnTo>
                  <a:lnTo>
                    <a:pt x="8032819" y="0"/>
                  </a:lnTo>
                  <a:lnTo>
                    <a:pt x="8554953" y="0"/>
                  </a:lnTo>
                  <a:lnTo>
                    <a:pt x="8554953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981" name="pl1981"/>
            <p:cNvSpPr/>
            <p:nvPr/>
          </p:nvSpPr>
          <p:spPr>
            <a:xfrm>
              <a:off x="386606" y="2636868"/>
              <a:ext cx="8554953" cy="3314889"/>
            </a:xfrm>
            <a:custGeom>
              <a:avLst/>
              <a:pathLst>
                <a:path w="8554953" h="3314889">
                  <a:moveTo>
                    <a:pt x="8554953" y="0"/>
                  </a:moveTo>
                  <a:lnTo>
                    <a:pt x="8032819" y="0"/>
                  </a:lnTo>
                  <a:lnTo>
                    <a:pt x="8031610" y="57"/>
                  </a:lnTo>
                  <a:lnTo>
                    <a:pt x="8023697" y="467"/>
                  </a:lnTo>
                  <a:lnTo>
                    <a:pt x="8003882" y="1599"/>
                  </a:lnTo>
                  <a:lnTo>
                    <a:pt x="7968792" y="3825"/>
                  </a:lnTo>
                  <a:lnTo>
                    <a:pt x="7917176" y="7474"/>
                  </a:lnTo>
                  <a:lnTo>
                    <a:pt x="7849979" y="12797"/>
                  </a:lnTo>
                  <a:lnTo>
                    <a:pt x="7770007" y="19943"/>
                  </a:lnTo>
                  <a:lnTo>
                    <a:pt x="7681239" y="28966"/>
                  </a:lnTo>
                  <a:lnTo>
                    <a:pt x="7587986" y="39848"/>
                  </a:lnTo>
                  <a:lnTo>
                    <a:pt x="7494175" y="52547"/>
                  </a:lnTo>
                  <a:lnTo>
                    <a:pt x="7402896" y="67032"/>
                  </a:lnTo>
                  <a:lnTo>
                    <a:pt x="7316241" y="83324"/>
                  </a:lnTo>
                  <a:lnTo>
                    <a:pt x="7235364" y="101506"/>
                  </a:lnTo>
                  <a:lnTo>
                    <a:pt x="7160654" y="121742"/>
                  </a:lnTo>
                  <a:lnTo>
                    <a:pt x="7091941" y="144269"/>
                  </a:lnTo>
                  <a:lnTo>
                    <a:pt x="7028683" y="169400"/>
                  </a:lnTo>
                  <a:lnTo>
                    <a:pt x="6970119" y="197505"/>
                  </a:lnTo>
                  <a:lnTo>
                    <a:pt x="6915376" y="228989"/>
                  </a:lnTo>
                  <a:lnTo>
                    <a:pt x="6863558" y="264249"/>
                  </a:lnTo>
                  <a:lnTo>
                    <a:pt x="6813819" y="303598"/>
                  </a:lnTo>
                  <a:lnTo>
                    <a:pt x="6786527" y="327535"/>
                  </a:lnTo>
                  <a:lnTo>
                    <a:pt x="6744170" y="367896"/>
                  </a:lnTo>
                  <a:lnTo>
                    <a:pt x="6702223" y="411608"/>
                  </a:lnTo>
                  <a:lnTo>
                    <a:pt x="6660373" y="458736"/>
                  </a:lnTo>
                  <a:lnTo>
                    <a:pt x="6618387" y="509273"/>
                  </a:lnTo>
                  <a:lnTo>
                    <a:pt x="6576100" y="563132"/>
                  </a:lnTo>
                  <a:lnTo>
                    <a:pt x="6533408" y="620137"/>
                  </a:lnTo>
                  <a:lnTo>
                    <a:pt x="6490263" y="680024"/>
                  </a:lnTo>
                  <a:lnTo>
                    <a:pt x="6446668" y="742435"/>
                  </a:lnTo>
                  <a:lnTo>
                    <a:pt x="6402668" y="806933"/>
                  </a:lnTo>
                  <a:lnTo>
                    <a:pt x="6358346" y="873003"/>
                  </a:lnTo>
                  <a:lnTo>
                    <a:pt x="6313813" y="940075"/>
                  </a:lnTo>
                  <a:lnTo>
                    <a:pt x="6269194" y="1007540"/>
                  </a:lnTo>
                  <a:lnTo>
                    <a:pt x="6224626" y="1074774"/>
                  </a:lnTo>
                  <a:lnTo>
                    <a:pt x="6180237" y="1141163"/>
                  </a:lnTo>
                  <a:lnTo>
                    <a:pt x="6136144" y="1206123"/>
                  </a:lnTo>
                  <a:lnTo>
                    <a:pt x="6092437" y="1269125"/>
                  </a:lnTo>
                  <a:lnTo>
                    <a:pt x="6049173" y="1329709"/>
                  </a:lnTo>
                  <a:lnTo>
                    <a:pt x="6006365" y="1387496"/>
                  </a:lnTo>
                  <a:lnTo>
                    <a:pt x="5963979" y="1442196"/>
                  </a:lnTo>
                  <a:lnTo>
                    <a:pt x="5921928" y="1493613"/>
                  </a:lnTo>
                  <a:lnTo>
                    <a:pt x="5880063" y="1541635"/>
                  </a:lnTo>
                  <a:lnTo>
                    <a:pt x="5838167" y="1586235"/>
                  </a:lnTo>
                  <a:lnTo>
                    <a:pt x="5795952" y="1627460"/>
                  </a:lnTo>
                  <a:lnTo>
                    <a:pt x="5784835" y="1637679"/>
                  </a:lnTo>
                  <a:lnTo>
                    <a:pt x="5735936" y="1679390"/>
                  </a:lnTo>
                  <a:lnTo>
                    <a:pt x="5685384" y="1716917"/>
                  </a:lnTo>
                  <a:lnTo>
                    <a:pt x="5632392" y="1750475"/>
                  </a:lnTo>
                  <a:lnTo>
                    <a:pt x="5576083" y="1780426"/>
                  </a:lnTo>
                  <a:lnTo>
                    <a:pt x="5515563" y="1807178"/>
                  </a:lnTo>
                  <a:lnTo>
                    <a:pt x="5449997" y="1831125"/>
                  </a:lnTo>
                  <a:lnTo>
                    <a:pt x="5378703" y="1852614"/>
                  </a:lnTo>
                  <a:lnTo>
                    <a:pt x="5301281" y="1871924"/>
                  </a:lnTo>
                  <a:lnTo>
                    <a:pt x="5217781" y="1889262"/>
                  </a:lnTo>
                  <a:lnTo>
                    <a:pt x="5128904" y="1904755"/>
                  </a:lnTo>
                  <a:lnTo>
                    <a:pt x="5036198" y="1918458"/>
                  </a:lnTo>
                  <a:lnTo>
                    <a:pt x="4942195" y="1930365"/>
                  </a:lnTo>
                  <a:lnTo>
                    <a:pt x="4850389" y="1940436"/>
                  </a:lnTo>
                  <a:lnTo>
                    <a:pt x="4764948" y="1948635"/>
                  </a:lnTo>
                  <a:lnTo>
                    <a:pt x="4690139" y="1954971"/>
                  </a:lnTo>
                  <a:lnTo>
                    <a:pt x="4629527" y="1959534"/>
                  </a:lnTo>
                  <a:lnTo>
                    <a:pt x="4585169" y="1962523"/>
                  </a:lnTo>
                  <a:lnTo>
                    <a:pt x="4557062" y="1964225"/>
                  </a:lnTo>
                  <a:lnTo>
                    <a:pt x="4542997" y="1964994"/>
                  </a:lnTo>
                  <a:lnTo>
                    <a:pt x="4538762" y="1965205"/>
                  </a:lnTo>
                  <a:lnTo>
                    <a:pt x="4538543" y="1965215"/>
                  </a:lnTo>
                  <a:lnTo>
                    <a:pt x="4016409" y="1965215"/>
                  </a:lnTo>
                  <a:lnTo>
                    <a:pt x="4015169" y="1965255"/>
                  </a:lnTo>
                  <a:lnTo>
                    <a:pt x="4007057" y="1965544"/>
                  </a:lnTo>
                  <a:lnTo>
                    <a:pt x="3986759" y="1966343"/>
                  </a:lnTo>
                  <a:lnTo>
                    <a:pt x="3950861" y="1967912"/>
                  </a:lnTo>
                  <a:lnTo>
                    <a:pt x="3898147" y="1970483"/>
                  </a:lnTo>
                  <a:lnTo>
                    <a:pt x="3829670" y="1974229"/>
                  </a:lnTo>
                  <a:lnTo>
                    <a:pt x="3748387" y="1979253"/>
                  </a:lnTo>
                  <a:lnTo>
                    <a:pt x="3658420" y="1985589"/>
                  </a:lnTo>
                  <a:lnTo>
                    <a:pt x="3564188" y="1993222"/>
                  </a:lnTo>
                  <a:lnTo>
                    <a:pt x="3469668" y="2002122"/>
                  </a:lnTo>
                  <a:lnTo>
                    <a:pt x="3377949" y="2012271"/>
                  </a:lnTo>
                  <a:lnTo>
                    <a:pt x="3291085" y="2023685"/>
                  </a:lnTo>
                  <a:lnTo>
                    <a:pt x="3210174" y="2036430"/>
                  </a:lnTo>
                  <a:lnTo>
                    <a:pt x="3135542" y="2050626"/>
                  </a:lnTo>
                  <a:lnTo>
                    <a:pt x="3066961" y="2066448"/>
                  </a:lnTo>
                  <a:lnTo>
                    <a:pt x="3003840" y="2084121"/>
                  </a:lnTo>
                  <a:lnTo>
                    <a:pt x="2945374" y="2103910"/>
                  </a:lnTo>
                  <a:lnTo>
                    <a:pt x="2890661" y="2126104"/>
                  </a:lnTo>
                  <a:lnTo>
                    <a:pt x="2838784" y="2150976"/>
                  </a:lnTo>
                  <a:lnTo>
                    <a:pt x="2788891" y="2178730"/>
                  </a:lnTo>
                  <a:lnTo>
                    <a:pt x="2770117" y="2190161"/>
                  </a:lnTo>
                  <a:lnTo>
                    <a:pt x="2723271" y="2220972"/>
                  </a:lnTo>
                  <a:lnTo>
                    <a:pt x="2676882" y="2254611"/>
                  </a:lnTo>
                  <a:lnTo>
                    <a:pt x="2630545" y="2291126"/>
                  </a:lnTo>
                  <a:lnTo>
                    <a:pt x="2583970" y="2330491"/>
                  </a:lnTo>
                  <a:lnTo>
                    <a:pt x="2536964" y="2372596"/>
                  </a:lnTo>
                  <a:lnTo>
                    <a:pt x="2489424" y="2417236"/>
                  </a:lnTo>
                  <a:lnTo>
                    <a:pt x="2441326" y="2464115"/>
                  </a:lnTo>
                  <a:lnTo>
                    <a:pt x="2392715" y="2512848"/>
                  </a:lnTo>
                  <a:lnTo>
                    <a:pt x="2343693" y="2562969"/>
                  </a:lnTo>
                  <a:lnTo>
                    <a:pt x="2294406" y="2613951"/>
                  </a:lnTo>
                  <a:lnTo>
                    <a:pt x="2245026" y="2665229"/>
                  </a:lnTo>
                  <a:lnTo>
                    <a:pt x="2195735" y="2716222"/>
                  </a:lnTo>
                  <a:lnTo>
                    <a:pt x="2146707" y="2766364"/>
                  </a:lnTo>
                  <a:lnTo>
                    <a:pt x="2098087" y="2815126"/>
                  </a:lnTo>
                  <a:lnTo>
                    <a:pt x="2049979" y="2862042"/>
                  </a:lnTo>
                  <a:lnTo>
                    <a:pt x="2002429" y="2906726"/>
                  </a:lnTo>
                  <a:lnTo>
                    <a:pt x="1955415" y="2948878"/>
                  </a:lnTo>
                  <a:lnTo>
                    <a:pt x="1908833" y="2988294"/>
                  </a:lnTo>
                  <a:lnTo>
                    <a:pt x="1862495" y="3024861"/>
                  </a:lnTo>
                  <a:lnTo>
                    <a:pt x="1816110" y="3058551"/>
                  </a:lnTo>
                  <a:lnTo>
                    <a:pt x="1769276" y="3089413"/>
                  </a:lnTo>
                  <a:lnTo>
                    <a:pt x="1768425" y="3089943"/>
                  </a:lnTo>
                  <a:lnTo>
                    <a:pt x="1719094" y="3118826"/>
                  </a:lnTo>
                  <a:lnTo>
                    <a:pt x="1668073" y="3144787"/>
                  </a:lnTo>
                  <a:lnTo>
                    <a:pt x="1614555" y="3167978"/>
                  </a:lnTo>
                  <a:lnTo>
                    <a:pt x="1557638" y="3188656"/>
                  </a:lnTo>
                  <a:lnTo>
                    <a:pt x="1496406" y="3207108"/>
                  </a:lnTo>
                  <a:lnTo>
                    <a:pt x="1430004" y="3223611"/>
                  </a:lnTo>
                  <a:lnTo>
                    <a:pt x="1357745" y="3238407"/>
                  </a:lnTo>
                  <a:lnTo>
                    <a:pt x="1279239" y="3251691"/>
                  </a:lnTo>
                  <a:lnTo>
                    <a:pt x="1194576" y="3263606"/>
                  </a:lnTo>
                  <a:lnTo>
                    <a:pt x="1104533" y="3274235"/>
                  </a:lnTo>
                  <a:lnTo>
                    <a:pt x="1010779" y="3283615"/>
                  </a:lnTo>
                  <a:lnTo>
                    <a:pt x="916008" y="3291738"/>
                  </a:lnTo>
                  <a:lnTo>
                    <a:pt x="823892" y="3298575"/>
                  </a:lnTo>
                  <a:lnTo>
                    <a:pt x="738754" y="3304101"/>
                  </a:lnTo>
                  <a:lnTo>
                    <a:pt x="664932" y="3308330"/>
                  </a:lnTo>
                  <a:lnTo>
                    <a:pt x="605929" y="3311335"/>
                  </a:lnTo>
                  <a:lnTo>
                    <a:pt x="563595" y="3313263"/>
                  </a:lnTo>
                  <a:lnTo>
                    <a:pt x="537601" y="3314328"/>
                  </a:lnTo>
                  <a:lnTo>
                    <a:pt x="525346" y="3314781"/>
                  </a:lnTo>
                  <a:lnTo>
                    <a:pt x="522205" y="3314887"/>
                  </a:lnTo>
                  <a:lnTo>
                    <a:pt x="522133" y="3314889"/>
                  </a:lnTo>
                  <a:lnTo>
                    <a:pt x="0" y="3314889"/>
                  </a:lnTo>
                  <a:lnTo>
                    <a:pt x="0" y="3314889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982" name="pg1982"/>
            <p:cNvSpPr/>
            <p:nvPr/>
          </p:nvSpPr>
          <p:spPr>
            <a:xfrm>
              <a:off x="386606" y="3224174"/>
              <a:ext cx="8554953" cy="2738877"/>
            </a:xfrm>
            <a:custGeom>
              <a:avLst/>
              <a:pathLst>
                <a:path w="8554953" h="2738877">
                  <a:moveTo>
                    <a:pt x="0" y="2738877"/>
                  </a:moveTo>
                  <a:lnTo>
                    <a:pt x="522133" y="2738877"/>
                  </a:lnTo>
                  <a:lnTo>
                    <a:pt x="523386" y="2738847"/>
                  </a:lnTo>
                  <a:lnTo>
                    <a:pt x="531581" y="2738630"/>
                  </a:lnTo>
                  <a:lnTo>
                    <a:pt x="552078" y="2738028"/>
                  </a:lnTo>
                  <a:lnTo>
                    <a:pt x="588311" y="2736847"/>
                  </a:lnTo>
                  <a:lnTo>
                    <a:pt x="641478" y="2734913"/>
                  </a:lnTo>
                  <a:lnTo>
                    <a:pt x="710480" y="2732095"/>
                  </a:lnTo>
                  <a:lnTo>
                    <a:pt x="792300" y="2728317"/>
                  </a:lnTo>
                  <a:lnTo>
                    <a:pt x="882755" y="2723556"/>
                  </a:lnTo>
                  <a:lnTo>
                    <a:pt x="977383" y="2717822"/>
                  </a:lnTo>
                  <a:lnTo>
                    <a:pt x="1072187" y="2711138"/>
                  </a:lnTo>
                  <a:lnTo>
                    <a:pt x="1164080" y="2703518"/>
                  </a:lnTo>
                  <a:lnTo>
                    <a:pt x="1251023" y="2694948"/>
                  </a:lnTo>
                  <a:lnTo>
                    <a:pt x="1331944" y="2685376"/>
                  </a:lnTo>
                  <a:lnTo>
                    <a:pt x="1406541" y="2674711"/>
                  </a:lnTo>
                  <a:lnTo>
                    <a:pt x="1475067" y="2662819"/>
                  </a:lnTo>
                  <a:lnTo>
                    <a:pt x="1538133" y="2649529"/>
                  </a:lnTo>
                  <a:lnTo>
                    <a:pt x="1596561" y="2634638"/>
                  </a:lnTo>
                  <a:lnTo>
                    <a:pt x="1651265" y="2617932"/>
                  </a:lnTo>
                  <a:lnTo>
                    <a:pt x="1703170" y="2599205"/>
                  </a:lnTo>
                  <a:lnTo>
                    <a:pt x="1753132" y="2578309"/>
                  </a:lnTo>
                  <a:lnTo>
                    <a:pt x="1768425" y="2571345"/>
                  </a:lnTo>
                  <a:lnTo>
                    <a:pt x="1817923" y="2547026"/>
                  </a:lnTo>
                  <a:lnTo>
                    <a:pt x="1866939" y="2520353"/>
                  </a:lnTo>
                  <a:lnTo>
                    <a:pt x="1915937" y="2491285"/>
                  </a:lnTo>
                  <a:lnTo>
                    <a:pt x="1965245" y="2459857"/>
                  </a:lnTo>
                  <a:lnTo>
                    <a:pt x="2015069" y="2426182"/>
                  </a:lnTo>
                  <a:lnTo>
                    <a:pt x="2065504" y="2390461"/>
                  </a:lnTo>
                  <a:lnTo>
                    <a:pt x="2116553" y="2352979"/>
                  </a:lnTo>
                  <a:lnTo>
                    <a:pt x="2168136" y="2314102"/>
                  </a:lnTo>
                  <a:lnTo>
                    <a:pt x="2220109" y="2274265"/>
                  </a:lnTo>
                  <a:lnTo>
                    <a:pt x="2272281" y="2233951"/>
                  </a:lnTo>
                  <a:lnTo>
                    <a:pt x="2324441" y="2193666"/>
                  </a:lnTo>
                  <a:lnTo>
                    <a:pt x="2376377" y="2153916"/>
                  </a:lnTo>
                  <a:lnTo>
                    <a:pt x="2427905" y="2115179"/>
                  </a:lnTo>
                  <a:lnTo>
                    <a:pt x="2478886" y="2077883"/>
                  </a:lnTo>
                  <a:lnTo>
                    <a:pt x="2529249" y="2042384"/>
                  </a:lnTo>
                  <a:lnTo>
                    <a:pt x="2579006" y="2008960"/>
                  </a:lnTo>
                  <a:lnTo>
                    <a:pt x="2628266" y="1977800"/>
                  </a:lnTo>
                  <a:lnTo>
                    <a:pt x="2677247" y="1949008"/>
                  </a:lnTo>
                  <a:lnTo>
                    <a:pt x="2726291" y="1922609"/>
                  </a:lnTo>
                  <a:lnTo>
                    <a:pt x="2770117" y="1901214"/>
                  </a:lnTo>
                  <a:lnTo>
                    <a:pt x="2819626" y="1879630"/>
                  </a:lnTo>
                  <a:lnTo>
                    <a:pt x="2870839" y="1860238"/>
                  </a:lnTo>
                  <a:lnTo>
                    <a:pt x="2924573" y="1842923"/>
                  </a:lnTo>
                  <a:lnTo>
                    <a:pt x="2981740" y="1827490"/>
                  </a:lnTo>
                  <a:lnTo>
                    <a:pt x="3043266" y="1813723"/>
                  </a:lnTo>
                  <a:lnTo>
                    <a:pt x="3110011" y="1801415"/>
                  </a:lnTo>
                  <a:lnTo>
                    <a:pt x="3182669" y="1790384"/>
                  </a:lnTo>
                  <a:lnTo>
                    <a:pt x="3261620" y="1780483"/>
                  </a:lnTo>
                  <a:lnTo>
                    <a:pt x="3346761" y="1771608"/>
                  </a:lnTo>
                  <a:lnTo>
                    <a:pt x="3437281" y="1763695"/>
                  </a:lnTo>
                  <a:lnTo>
                    <a:pt x="3531460" y="1756719"/>
                  </a:lnTo>
                  <a:lnTo>
                    <a:pt x="3626534" y="1750687"/>
                  </a:lnTo>
                  <a:lnTo>
                    <a:pt x="3718760" y="1745620"/>
                  </a:lnTo>
                  <a:lnTo>
                    <a:pt x="3803751" y="1741536"/>
                  </a:lnTo>
                  <a:lnTo>
                    <a:pt x="3877144" y="1738425"/>
                  </a:lnTo>
                  <a:lnTo>
                    <a:pt x="3935467" y="1736226"/>
                  </a:lnTo>
                  <a:lnTo>
                    <a:pt x="3976960" y="1734827"/>
                  </a:lnTo>
                  <a:lnTo>
                    <a:pt x="4002093" y="1734066"/>
                  </a:lnTo>
                  <a:lnTo>
                    <a:pt x="4013632" y="1733750"/>
                  </a:lnTo>
                  <a:lnTo>
                    <a:pt x="4016409" y="1733681"/>
                  </a:lnTo>
                  <a:lnTo>
                    <a:pt x="4538543" y="1733681"/>
                  </a:lnTo>
                  <a:lnTo>
                    <a:pt x="4539765" y="1733630"/>
                  </a:lnTo>
                  <a:lnTo>
                    <a:pt x="4547762" y="1733266"/>
                  </a:lnTo>
                  <a:lnTo>
                    <a:pt x="4567781" y="1732258"/>
                  </a:lnTo>
                  <a:lnTo>
                    <a:pt x="4603212" y="1730280"/>
                  </a:lnTo>
                  <a:lnTo>
                    <a:pt x="4655293" y="1727036"/>
                  </a:lnTo>
                  <a:lnTo>
                    <a:pt x="4723032" y="1722307"/>
                  </a:lnTo>
                  <a:lnTo>
                    <a:pt x="4803560" y="1715960"/>
                  </a:lnTo>
                  <a:lnTo>
                    <a:pt x="4892838" y="1707951"/>
                  </a:lnTo>
                  <a:lnTo>
                    <a:pt x="4986508" y="1698295"/>
                  </a:lnTo>
                  <a:lnTo>
                    <a:pt x="5080622" y="1687033"/>
                  </a:lnTo>
                  <a:lnTo>
                    <a:pt x="5172091" y="1674187"/>
                  </a:lnTo>
                  <a:lnTo>
                    <a:pt x="5258837" y="1659740"/>
                  </a:lnTo>
                  <a:lnTo>
                    <a:pt x="5339730" y="1643613"/>
                  </a:lnTo>
                  <a:lnTo>
                    <a:pt x="5414408" y="1625658"/>
                  </a:lnTo>
                  <a:lnTo>
                    <a:pt x="5483066" y="1605660"/>
                  </a:lnTo>
                  <a:lnTo>
                    <a:pt x="5546265" y="1583339"/>
                  </a:lnTo>
                  <a:lnTo>
                    <a:pt x="5604787" y="1558363"/>
                  </a:lnTo>
                  <a:lnTo>
                    <a:pt x="5659516" y="1530371"/>
                  </a:lnTo>
                  <a:lnTo>
                    <a:pt x="5711357" y="1499013"/>
                  </a:lnTo>
                  <a:lnTo>
                    <a:pt x="5761160" y="1464018"/>
                  </a:lnTo>
                  <a:lnTo>
                    <a:pt x="5784835" y="1445675"/>
                  </a:lnTo>
                  <a:lnTo>
                    <a:pt x="5828849" y="1408729"/>
                  </a:lnTo>
                  <a:lnTo>
                    <a:pt x="5872435" y="1368596"/>
                  </a:lnTo>
                  <a:lnTo>
                    <a:pt x="5915937" y="1325216"/>
                  </a:lnTo>
                  <a:lnTo>
                    <a:pt x="5959612" y="1278603"/>
                  </a:lnTo>
                  <a:lnTo>
                    <a:pt x="6003633" y="1228857"/>
                  </a:lnTo>
                  <a:lnTo>
                    <a:pt x="6048106" y="1176165"/>
                  </a:lnTo>
                  <a:lnTo>
                    <a:pt x="6093071" y="1120809"/>
                  </a:lnTo>
                  <a:lnTo>
                    <a:pt x="6138514" y="1063162"/>
                  </a:lnTo>
                  <a:lnTo>
                    <a:pt x="6184369" y="1003681"/>
                  </a:lnTo>
                  <a:lnTo>
                    <a:pt x="6230532" y="942893"/>
                  </a:lnTo>
                  <a:lnTo>
                    <a:pt x="6276872" y="881379"/>
                  </a:lnTo>
                  <a:lnTo>
                    <a:pt x="6323241" y="819747"/>
                  </a:lnTo>
                  <a:lnTo>
                    <a:pt x="6369488" y="758613"/>
                  </a:lnTo>
                  <a:lnTo>
                    <a:pt x="6415474" y="698570"/>
                  </a:lnTo>
                  <a:lnTo>
                    <a:pt x="6461083" y="640168"/>
                  </a:lnTo>
                  <a:lnTo>
                    <a:pt x="6506235" y="583893"/>
                  </a:lnTo>
                  <a:lnTo>
                    <a:pt x="6550894" y="530151"/>
                  </a:lnTo>
                  <a:lnTo>
                    <a:pt x="6595078" y="479259"/>
                  </a:lnTo>
                  <a:lnTo>
                    <a:pt x="6638867" y="431440"/>
                  </a:lnTo>
                  <a:lnTo>
                    <a:pt x="6682409" y="386826"/>
                  </a:lnTo>
                  <a:lnTo>
                    <a:pt x="6725928" y="345463"/>
                  </a:lnTo>
                  <a:lnTo>
                    <a:pt x="6769733" y="307317"/>
                  </a:lnTo>
                  <a:lnTo>
                    <a:pt x="6786527" y="293652"/>
                  </a:lnTo>
                  <a:lnTo>
                    <a:pt x="6835609" y="256847"/>
                  </a:lnTo>
                  <a:lnTo>
                    <a:pt x="6886360" y="223747"/>
                  </a:lnTo>
                  <a:lnTo>
                    <a:pt x="6939575" y="194161"/>
                  </a:lnTo>
                  <a:lnTo>
                    <a:pt x="6996141" y="167766"/>
                  </a:lnTo>
                  <a:lnTo>
                    <a:pt x="7056962" y="144199"/>
                  </a:lnTo>
                  <a:lnTo>
                    <a:pt x="7122882" y="123112"/>
                  </a:lnTo>
                  <a:lnTo>
                    <a:pt x="7194585" y="104196"/>
                  </a:lnTo>
                  <a:lnTo>
                    <a:pt x="7272465" y="87204"/>
                  </a:lnTo>
                  <a:lnTo>
                    <a:pt x="7356458" y="71954"/>
                  </a:lnTo>
                  <a:lnTo>
                    <a:pt x="7445830" y="58337"/>
                  </a:lnTo>
                  <a:lnTo>
                    <a:pt x="7538983" y="46304"/>
                  </a:lnTo>
                  <a:lnTo>
                    <a:pt x="7633315" y="35863"/>
                  </a:lnTo>
                  <a:lnTo>
                    <a:pt x="7725260" y="27050"/>
                  </a:lnTo>
                  <a:lnTo>
                    <a:pt x="7810582" y="19897"/>
                  </a:lnTo>
                  <a:lnTo>
                    <a:pt x="7884983" y="14393"/>
                  </a:lnTo>
                  <a:lnTo>
                    <a:pt x="7944922" y="10450"/>
                  </a:lnTo>
                  <a:lnTo>
                    <a:pt x="7988426" y="7890"/>
                  </a:lnTo>
                  <a:lnTo>
                    <a:pt x="8015635" y="6450"/>
                  </a:lnTo>
                  <a:lnTo>
                    <a:pt x="8028923" y="5815"/>
                  </a:lnTo>
                  <a:lnTo>
                    <a:pt x="8032675" y="5652"/>
                  </a:lnTo>
                  <a:lnTo>
                    <a:pt x="8032819" y="5647"/>
                  </a:lnTo>
                  <a:lnTo>
                    <a:pt x="8554953" y="5647"/>
                  </a:lnTo>
                  <a:lnTo>
                    <a:pt x="8554953" y="0"/>
                  </a:lnTo>
                  <a:lnTo>
                    <a:pt x="8032819" y="0"/>
                  </a:lnTo>
                  <a:lnTo>
                    <a:pt x="8031597" y="51"/>
                  </a:lnTo>
                  <a:lnTo>
                    <a:pt x="8023600" y="415"/>
                  </a:lnTo>
                  <a:lnTo>
                    <a:pt x="8003581" y="1422"/>
                  </a:lnTo>
                  <a:lnTo>
                    <a:pt x="7968150" y="3401"/>
                  </a:lnTo>
                  <a:lnTo>
                    <a:pt x="7916069" y="6644"/>
                  </a:lnTo>
                  <a:lnTo>
                    <a:pt x="7848330" y="11374"/>
                  </a:lnTo>
                  <a:lnTo>
                    <a:pt x="7767802" y="17721"/>
                  </a:lnTo>
                  <a:lnTo>
                    <a:pt x="7678524" y="25730"/>
                  </a:lnTo>
                  <a:lnTo>
                    <a:pt x="7584854" y="35385"/>
                  </a:lnTo>
                  <a:lnTo>
                    <a:pt x="7490740" y="46648"/>
                  </a:lnTo>
                  <a:lnTo>
                    <a:pt x="7399271" y="59494"/>
                  </a:lnTo>
                  <a:lnTo>
                    <a:pt x="7312525" y="73941"/>
                  </a:lnTo>
                  <a:lnTo>
                    <a:pt x="7231632" y="90068"/>
                  </a:lnTo>
                  <a:lnTo>
                    <a:pt x="7156953" y="108022"/>
                  </a:lnTo>
                  <a:lnTo>
                    <a:pt x="7088296" y="128020"/>
                  </a:lnTo>
                  <a:lnTo>
                    <a:pt x="7025097" y="150341"/>
                  </a:lnTo>
                  <a:lnTo>
                    <a:pt x="6966575" y="175317"/>
                  </a:lnTo>
                  <a:lnTo>
                    <a:pt x="6911846" y="203309"/>
                  </a:lnTo>
                  <a:lnTo>
                    <a:pt x="6860005" y="234668"/>
                  </a:lnTo>
                  <a:lnTo>
                    <a:pt x="6810202" y="269663"/>
                  </a:lnTo>
                  <a:lnTo>
                    <a:pt x="6786527" y="288005"/>
                  </a:lnTo>
                  <a:lnTo>
                    <a:pt x="6742513" y="324952"/>
                  </a:lnTo>
                  <a:lnTo>
                    <a:pt x="6698927" y="365085"/>
                  </a:lnTo>
                  <a:lnTo>
                    <a:pt x="6655425" y="408465"/>
                  </a:lnTo>
                  <a:lnTo>
                    <a:pt x="6611750" y="455077"/>
                  </a:lnTo>
                  <a:lnTo>
                    <a:pt x="6567729" y="504824"/>
                  </a:lnTo>
                  <a:lnTo>
                    <a:pt x="6523256" y="557516"/>
                  </a:lnTo>
                  <a:lnTo>
                    <a:pt x="6478291" y="612871"/>
                  </a:lnTo>
                  <a:lnTo>
                    <a:pt x="6432848" y="670518"/>
                  </a:lnTo>
                  <a:lnTo>
                    <a:pt x="6386993" y="729999"/>
                  </a:lnTo>
                  <a:lnTo>
                    <a:pt x="6340829" y="790787"/>
                  </a:lnTo>
                  <a:lnTo>
                    <a:pt x="6294490" y="852302"/>
                  </a:lnTo>
                  <a:lnTo>
                    <a:pt x="6248121" y="913934"/>
                  </a:lnTo>
                  <a:lnTo>
                    <a:pt x="6201874" y="975068"/>
                  </a:lnTo>
                  <a:lnTo>
                    <a:pt x="6155888" y="1035111"/>
                  </a:lnTo>
                  <a:lnTo>
                    <a:pt x="6110279" y="1093512"/>
                  </a:lnTo>
                  <a:lnTo>
                    <a:pt x="6065127" y="1149787"/>
                  </a:lnTo>
                  <a:lnTo>
                    <a:pt x="6020468" y="1203529"/>
                  </a:lnTo>
                  <a:lnTo>
                    <a:pt x="5976284" y="1254422"/>
                  </a:lnTo>
                  <a:lnTo>
                    <a:pt x="5932495" y="1302241"/>
                  </a:lnTo>
                  <a:lnTo>
                    <a:pt x="5888953" y="1346855"/>
                  </a:lnTo>
                  <a:lnTo>
                    <a:pt x="5845434" y="1388218"/>
                  </a:lnTo>
                  <a:lnTo>
                    <a:pt x="5801629" y="1426363"/>
                  </a:lnTo>
                  <a:lnTo>
                    <a:pt x="5784835" y="1440028"/>
                  </a:lnTo>
                  <a:lnTo>
                    <a:pt x="5735753" y="1476833"/>
                  </a:lnTo>
                  <a:lnTo>
                    <a:pt x="5685002" y="1509933"/>
                  </a:lnTo>
                  <a:lnTo>
                    <a:pt x="5631787" y="1539520"/>
                  </a:lnTo>
                  <a:lnTo>
                    <a:pt x="5575221" y="1565915"/>
                  </a:lnTo>
                  <a:lnTo>
                    <a:pt x="5514400" y="1589481"/>
                  </a:lnTo>
                  <a:lnTo>
                    <a:pt x="5448480" y="1610569"/>
                  </a:lnTo>
                  <a:lnTo>
                    <a:pt x="5376777" y="1629485"/>
                  </a:lnTo>
                  <a:lnTo>
                    <a:pt x="5298897" y="1646477"/>
                  </a:lnTo>
                  <a:lnTo>
                    <a:pt x="5214904" y="1661726"/>
                  </a:lnTo>
                  <a:lnTo>
                    <a:pt x="5125532" y="1675344"/>
                  </a:lnTo>
                  <a:lnTo>
                    <a:pt x="5032379" y="1687376"/>
                  </a:lnTo>
                  <a:lnTo>
                    <a:pt x="4938046" y="1697817"/>
                  </a:lnTo>
                  <a:lnTo>
                    <a:pt x="4846102" y="1706630"/>
                  </a:lnTo>
                  <a:lnTo>
                    <a:pt x="4760780" y="1713783"/>
                  </a:lnTo>
                  <a:lnTo>
                    <a:pt x="4686379" y="1719288"/>
                  </a:lnTo>
                  <a:lnTo>
                    <a:pt x="4626440" y="1723231"/>
                  </a:lnTo>
                  <a:lnTo>
                    <a:pt x="4582936" y="1725791"/>
                  </a:lnTo>
                  <a:lnTo>
                    <a:pt x="4555727" y="1727230"/>
                  </a:lnTo>
                  <a:lnTo>
                    <a:pt x="4542439" y="1727865"/>
                  </a:lnTo>
                  <a:lnTo>
                    <a:pt x="4538687" y="1728028"/>
                  </a:lnTo>
                  <a:lnTo>
                    <a:pt x="4538543" y="1728034"/>
                  </a:lnTo>
                  <a:lnTo>
                    <a:pt x="4016409" y="1728034"/>
                  </a:lnTo>
                  <a:lnTo>
                    <a:pt x="4015156" y="1728064"/>
                  </a:lnTo>
                  <a:lnTo>
                    <a:pt x="4006961" y="1728282"/>
                  </a:lnTo>
                  <a:lnTo>
                    <a:pt x="3986464" y="1728883"/>
                  </a:lnTo>
                  <a:lnTo>
                    <a:pt x="3950231" y="1730064"/>
                  </a:lnTo>
                  <a:lnTo>
                    <a:pt x="3897064" y="1731998"/>
                  </a:lnTo>
                  <a:lnTo>
                    <a:pt x="3828062" y="1734817"/>
                  </a:lnTo>
                  <a:lnTo>
                    <a:pt x="3746242" y="1738594"/>
                  </a:lnTo>
                  <a:lnTo>
                    <a:pt x="3655787" y="1743356"/>
                  </a:lnTo>
                  <a:lnTo>
                    <a:pt x="3561159" y="1749090"/>
                  </a:lnTo>
                  <a:lnTo>
                    <a:pt x="3466355" y="1755773"/>
                  </a:lnTo>
                  <a:lnTo>
                    <a:pt x="3374462" y="1763393"/>
                  </a:lnTo>
                  <a:lnTo>
                    <a:pt x="3287519" y="1771963"/>
                  </a:lnTo>
                  <a:lnTo>
                    <a:pt x="3206598" y="1781535"/>
                  </a:lnTo>
                  <a:lnTo>
                    <a:pt x="3132001" y="1792200"/>
                  </a:lnTo>
                  <a:lnTo>
                    <a:pt x="3063475" y="1804092"/>
                  </a:lnTo>
                  <a:lnTo>
                    <a:pt x="3000409" y="1817383"/>
                  </a:lnTo>
                  <a:lnTo>
                    <a:pt x="2941981" y="1832273"/>
                  </a:lnTo>
                  <a:lnTo>
                    <a:pt x="2887277" y="1848979"/>
                  </a:lnTo>
                  <a:lnTo>
                    <a:pt x="2835372" y="1867706"/>
                  </a:lnTo>
                  <a:lnTo>
                    <a:pt x="2785410" y="1888602"/>
                  </a:lnTo>
                  <a:lnTo>
                    <a:pt x="2770117" y="1895567"/>
                  </a:lnTo>
                  <a:lnTo>
                    <a:pt x="2720619" y="1919885"/>
                  </a:lnTo>
                  <a:lnTo>
                    <a:pt x="2671603" y="1946559"/>
                  </a:lnTo>
                  <a:lnTo>
                    <a:pt x="2622605" y="1975626"/>
                  </a:lnTo>
                  <a:lnTo>
                    <a:pt x="2573297" y="2007054"/>
                  </a:lnTo>
                  <a:lnTo>
                    <a:pt x="2523474" y="2040729"/>
                  </a:lnTo>
                  <a:lnTo>
                    <a:pt x="2473038" y="2076451"/>
                  </a:lnTo>
                  <a:lnTo>
                    <a:pt x="2421989" y="2113933"/>
                  </a:lnTo>
                  <a:lnTo>
                    <a:pt x="2370406" y="2152809"/>
                  </a:lnTo>
                  <a:lnTo>
                    <a:pt x="2318434" y="2192646"/>
                  </a:lnTo>
                  <a:lnTo>
                    <a:pt x="2266261" y="2232961"/>
                  </a:lnTo>
                  <a:lnTo>
                    <a:pt x="2214102" y="2273246"/>
                  </a:lnTo>
                  <a:lnTo>
                    <a:pt x="2162165" y="2312996"/>
                  </a:lnTo>
                  <a:lnTo>
                    <a:pt x="2110637" y="2351732"/>
                  </a:lnTo>
                  <a:lnTo>
                    <a:pt x="2059656" y="2389029"/>
                  </a:lnTo>
                  <a:lnTo>
                    <a:pt x="2009293" y="2424527"/>
                  </a:lnTo>
                  <a:lnTo>
                    <a:pt x="1959536" y="2457951"/>
                  </a:lnTo>
                  <a:lnTo>
                    <a:pt x="1910276" y="2489111"/>
                  </a:lnTo>
                  <a:lnTo>
                    <a:pt x="1861295" y="2517903"/>
                  </a:lnTo>
                  <a:lnTo>
                    <a:pt x="1812251" y="2544302"/>
                  </a:lnTo>
                  <a:lnTo>
                    <a:pt x="1768425" y="2565698"/>
                  </a:lnTo>
                  <a:lnTo>
                    <a:pt x="1718916" y="2587281"/>
                  </a:lnTo>
                  <a:lnTo>
                    <a:pt x="1667703" y="2606673"/>
                  </a:lnTo>
                  <a:lnTo>
                    <a:pt x="1613969" y="2623989"/>
                  </a:lnTo>
                  <a:lnTo>
                    <a:pt x="1556803" y="2639421"/>
                  </a:lnTo>
                  <a:lnTo>
                    <a:pt x="1495277" y="2653188"/>
                  </a:lnTo>
                  <a:lnTo>
                    <a:pt x="1428531" y="2665496"/>
                  </a:lnTo>
                  <a:lnTo>
                    <a:pt x="1355874" y="2676527"/>
                  </a:lnTo>
                  <a:lnTo>
                    <a:pt x="1276922" y="2686428"/>
                  </a:lnTo>
                  <a:lnTo>
                    <a:pt x="1191781" y="2695303"/>
                  </a:lnTo>
                  <a:lnTo>
                    <a:pt x="1101261" y="2703216"/>
                  </a:lnTo>
                  <a:lnTo>
                    <a:pt x="1007083" y="2710192"/>
                  </a:lnTo>
                  <a:lnTo>
                    <a:pt x="912008" y="2716224"/>
                  </a:lnTo>
                  <a:lnTo>
                    <a:pt x="819782" y="2721291"/>
                  </a:lnTo>
                  <a:lnTo>
                    <a:pt x="734792" y="2725375"/>
                  </a:lnTo>
                  <a:lnTo>
                    <a:pt x="661398" y="2728487"/>
                  </a:lnTo>
                  <a:lnTo>
                    <a:pt x="603076" y="2730685"/>
                  </a:lnTo>
                  <a:lnTo>
                    <a:pt x="561582" y="2732084"/>
                  </a:lnTo>
                  <a:lnTo>
                    <a:pt x="536449" y="2732845"/>
                  </a:lnTo>
                  <a:lnTo>
                    <a:pt x="524910" y="2733161"/>
                  </a:lnTo>
                  <a:lnTo>
                    <a:pt x="522133" y="2733230"/>
                  </a:lnTo>
                  <a:lnTo>
                    <a:pt x="0" y="2733230"/>
                  </a:lnTo>
                  <a:close/>
                </a:path>
              </a:pathLst>
            </a:custGeom>
            <a:solidFill>
              <a:srgbClr val="C3CD83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1983" name="pl1983"/>
            <p:cNvSpPr/>
            <p:nvPr/>
          </p:nvSpPr>
          <p:spPr>
            <a:xfrm>
              <a:off x="386606" y="3229821"/>
              <a:ext cx="8554953" cy="2733230"/>
            </a:xfrm>
            <a:custGeom>
              <a:avLst/>
              <a:pathLst>
                <a:path w="8554953" h="2733230">
                  <a:moveTo>
                    <a:pt x="0" y="2733230"/>
                  </a:moveTo>
                  <a:lnTo>
                    <a:pt x="522133" y="2733230"/>
                  </a:lnTo>
                  <a:lnTo>
                    <a:pt x="523386" y="2733200"/>
                  </a:lnTo>
                  <a:lnTo>
                    <a:pt x="531581" y="2732982"/>
                  </a:lnTo>
                  <a:lnTo>
                    <a:pt x="552078" y="2732381"/>
                  </a:lnTo>
                  <a:lnTo>
                    <a:pt x="588311" y="2731200"/>
                  </a:lnTo>
                  <a:lnTo>
                    <a:pt x="641478" y="2729266"/>
                  </a:lnTo>
                  <a:lnTo>
                    <a:pt x="710480" y="2726448"/>
                  </a:lnTo>
                  <a:lnTo>
                    <a:pt x="792300" y="2722670"/>
                  </a:lnTo>
                  <a:lnTo>
                    <a:pt x="882755" y="2717908"/>
                  </a:lnTo>
                  <a:lnTo>
                    <a:pt x="977383" y="2712174"/>
                  </a:lnTo>
                  <a:lnTo>
                    <a:pt x="1072187" y="2705491"/>
                  </a:lnTo>
                  <a:lnTo>
                    <a:pt x="1164080" y="2697871"/>
                  </a:lnTo>
                  <a:lnTo>
                    <a:pt x="1251023" y="2689301"/>
                  </a:lnTo>
                  <a:lnTo>
                    <a:pt x="1331944" y="2679729"/>
                  </a:lnTo>
                  <a:lnTo>
                    <a:pt x="1406541" y="2669064"/>
                  </a:lnTo>
                  <a:lnTo>
                    <a:pt x="1475067" y="2657172"/>
                  </a:lnTo>
                  <a:lnTo>
                    <a:pt x="1538133" y="2643881"/>
                  </a:lnTo>
                  <a:lnTo>
                    <a:pt x="1596561" y="2628991"/>
                  </a:lnTo>
                  <a:lnTo>
                    <a:pt x="1651265" y="2612285"/>
                  </a:lnTo>
                  <a:lnTo>
                    <a:pt x="1703170" y="2593558"/>
                  </a:lnTo>
                  <a:lnTo>
                    <a:pt x="1753132" y="2572662"/>
                  </a:lnTo>
                  <a:lnTo>
                    <a:pt x="1768425" y="2565698"/>
                  </a:lnTo>
                  <a:lnTo>
                    <a:pt x="1817923" y="2541379"/>
                  </a:lnTo>
                  <a:lnTo>
                    <a:pt x="1866939" y="2514706"/>
                  </a:lnTo>
                  <a:lnTo>
                    <a:pt x="1915937" y="2485638"/>
                  </a:lnTo>
                  <a:lnTo>
                    <a:pt x="1965245" y="2454210"/>
                  </a:lnTo>
                  <a:lnTo>
                    <a:pt x="2015069" y="2420535"/>
                  </a:lnTo>
                  <a:lnTo>
                    <a:pt x="2065504" y="2384814"/>
                  </a:lnTo>
                  <a:lnTo>
                    <a:pt x="2116553" y="2347331"/>
                  </a:lnTo>
                  <a:lnTo>
                    <a:pt x="2168136" y="2308455"/>
                  </a:lnTo>
                  <a:lnTo>
                    <a:pt x="2220109" y="2268618"/>
                  </a:lnTo>
                  <a:lnTo>
                    <a:pt x="2272281" y="2228304"/>
                  </a:lnTo>
                  <a:lnTo>
                    <a:pt x="2324441" y="2188018"/>
                  </a:lnTo>
                  <a:lnTo>
                    <a:pt x="2376377" y="2148269"/>
                  </a:lnTo>
                  <a:lnTo>
                    <a:pt x="2427905" y="2109532"/>
                  </a:lnTo>
                  <a:lnTo>
                    <a:pt x="2478886" y="2072236"/>
                  </a:lnTo>
                  <a:lnTo>
                    <a:pt x="2529249" y="2036737"/>
                  </a:lnTo>
                  <a:lnTo>
                    <a:pt x="2579006" y="2003313"/>
                  </a:lnTo>
                  <a:lnTo>
                    <a:pt x="2628266" y="1972153"/>
                  </a:lnTo>
                  <a:lnTo>
                    <a:pt x="2677247" y="1943361"/>
                  </a:lnTo>
                  <a:lnTo>
                    <a:pt x="2726291" y="1916962"/>
                  </a:lnTo>
                  <a:lnTo>
                    <a:pt x="2770117" y="1895567"/>
                  </a:lnTo>
                  <a:lnTo>
                    <a:pt x="2819626" y="1873983"/>
                  </a:lnTo>
                  <a:lnTo>
                    <a:pt x="2870839" y="1854591"/>
                  </a:lnTo>
                  <a:lnTo>
                    <a:pt x="2924573" y="1837276"/>
                  </a:lnTo>
                  <a:lnTo>
                    <a:pt x="2981740" y="1821843"/>
                  </a:lnTo>
                  <a:lnTo>
                    <a:pt x="3043266" y="1808076"/>
                  </a:lnTo>
                  <a:lnTo>
                    <a:pt x="3110011" y="1795768"/>
                  </a:lnTo>
                  <a:lnTo>
                    <a:pt x="3182669" y="1784737"/>
                  </a:lnTo>
                  <a:lnTo>
                    <a:pt x="3261620" y="1774836"/>
                  </a:lnTo>
                  <a:lnTo>
                    <a:pt x="3346761" y="1765961"/>
                  </a:lnTo>
                  <a:lnTo>
                    <a:pt x="3437281" y="1758048"/>
                  </a:lnTo>
                  <a:lnTo>
                    <a:pt x="3531460" y="1751072"/>
                  </a:lnTo>
                  <a:lnTo>
                    <a:pt x="3626534" y="1745040"/>
                  </a:lnTo>
                  <a:lnTo>
                    <a:pt x="3718760" y="1739973"/>
                  </a:lnTo>
                  <a:lnTo>
                    <a:pt x="3803751" y="1735889"/>
                  </a:lnTo>
                  <a:lnTo>
                    <a:pt x="3877144" y="1732777"/>
                  </a:lnTo>
                  <a:lnTo>
                    <a:pt x="3935467" y="1730579"/>
                  </a:lnTo>
                  <a:lnTo>
                    <a:pt x="3976960" y="1729180"/>
                  </a:lnTo>
                  <a:lnTo>
                    <a:pt x="4002093" y="1728419"/>
                  </a:lnTo>
                  <a:lnTo>
                    <a:pt x="4013632" y="1728103"/>
                  </a:lnTo>
                  <a:lnTo>
                    <a:pt x="4016370" y="1728035"/>
                  </a:lnTo>
                  <a:lnTo>
                    <a:pt x="4016409" y="1728034"/>
                  </a:lnTo>
                  <a:lnTo>
                    <a:pt x="4538543" y="1728034"/>
                  </a:lnTo>
                  <a:lnTo>
                    <a:pt x="4539765" y="1727983"/>
                  </a:lnTo>
                  <a:lnTo>
                    <a:pt x="4547762" y="1727619"/>
                  </a:lnTo>
                  <a:lnTo>
                    <a:pt x="4567781" y="1726611"/>
                  </a:lnTo>
                  <a:lnTo>
                    <a:pt x="4603212" y="1724632"/>
                  </a:lnTo>
                  <a:lnTo>
                    <a:pt x="4655293" y="1721389"/>
                  </a:lnTo>
                  <a:lnTo>
                    <a:pt x="4723032" y="1716660"/>
                  </a:lnTo>
                  <a:lnTo>
                    <a:pt x="4803560" y="1710313"/>
                  </a:lnTo>
                  <a:lnTo>
                    <a:pt x="4892838" y="1702304"/>
                  </a:lnTo>
                  <a:lnTo>
                    <a:pt x="4986508" y="1692648"/>
                  </a:lnTo>
                  <a:lnTo>
                    <a:pt x="5080622" y="1681386"/>
                  </a:lnTo>
                  <a:lnTo>
                    <a:pt x="5172091" y="1668540"/>
                  </a:lnTo>
                  <a:lnTo>
                    <a:pt x="5258837" y="1654093"/>
                  </a:lnTo>
                  <a:lnTo>
                    <a:pt x="5339730" y="1637966"/>
                  </a:lnTo>
                  <a:lnTo>
                    <a:pt x="5414408" y="1620011"/>
                  </a:lnTo>
                  <a:lnTo>
                    <a:pt x="5483066" y="1600013"/>
                  </a:lnTo>
                  <a:lnTo>
                    <a:pt x="5546265" y="1577692"/>
                  </a:lnTo>
                  <a:lnTo>
                    <a:pt x="5604787" y="1552716"/>
                  </a:lnTo>
                  <a:lnTo>
                    <a:pt x="5659516" y="1524724"/>
                  </a:lnTo>
                  <a:lnTo>
                    <a:pt x="5711357" y="1493366"/>
                  </a:lnTo>
                  <a:lnTo>
                    <a:pt x="5761160" y="1458371"/>
                  </a:lnTo>
                  <a:lnTo>
                    <a:pt x="5784835" y="1440028"/>
                  </a:lnTo>
                  <a:lnTo>
                    <a:pt x="5828849" y="1403082"/>
                  </a:lnTo>
                  <a:lnTo>
                    <a:pt x="5872435" y="1362948"/>
                  </a:lnTo>
                  <a:lnTo>
                    <a:pt x="5915937" y="1319568"/>
                  </a:lnTo>
                  <a:lnTo>
                    <a:pt x="5959612" y="1272956"/>
                  </a:lnTo>
                  <a:lnTo>
                    <a:pt x="6003633" y="1223210"/>
                  </a:lnTo>
                  <a:lnTo>
                    <a:pt x="6048106" y="1170518"/>
                  </a:lnTo>
                  <a:lnTo>
                    <a:pt x="6093071" y="1115162"/>
                  </a:lnTo>
                  <a:lnTo>
                    <a:pt x="6138514" y="1057515"/>
                  </a:lnTo>
                  <a:lnTo>
                    <a:pt x="6184369" y="998034"/>
                  </a:lnTo>
                  <a:lnTo>
                    <a:pt x="6230532" y="937246"/>
                  </a:lnTo>
                  <a:lnTo>
                    <a:pt x="6276872" y="875731"/>
                  </a:lnTo>
                  <a:lnTo>
                    <a:pt x="6323241" y="814100"/>
                  </a:lnTo>
                  <a:lnTo>
                    <a:pt x="6369488" y="752965"/>
                  </a:lnTo>
                  <a:lnTo>
                    <a:pt x="6415474" y="692923"/>
                  </a:lnTo>
                  <a:lnTo>
                    <a:pt x="6461083" y="634521"/>
                  </a:lnTo>
                  <a:lnTo>
                    <a:pt x="6506235" y="578246"/>
                  </a:lnTo>
                  <a:lnTo>
                    <a:pt x="6550894" y="524504"/>
                  </a:lnTo>
                  <a:lnTo>
                    <a:pt x="6595078" y="473612"/>
                  </a:lnTo>
                  <a:lnTo>
                    <a:pt x="6638867" y="425793"/>
                  </a:lnTo>
                  <a:lnTo>
                    <a:pt x="6682409" y="381179"/>
                  </a:lnTo>
                  <a:lnTo>
                    <a:pt x="6725928" y="339816"/>
                  </a:lnTo>
                  <a:lnTo>
                    <a:pt x="6769733" y="301670"/>
                  </a:lnTo>
                  <a:lnTo>
                    <a:pt x="6786527" y="288005"/>
                  </a:lnTo>
                  <a:lnTo>
                    <a:pt x="6835609" y="251200"/>
                  </a:lnTo>
                  <a:lnTo>
                    <a:pt x="6886360" y="218100"/>
                  </a:lnTo>
                  <a:lnTo>
                    <a:pt x="6939575" y="188514"/>
                  </a:lnTo>
                  <a:lnTo>
                    <a:pt x="6996141" y="162119"/>
                  </a:lnTo>
                  <a:lnTo>
                    <a:pt x="7056962" y="138552"/>
                  </a:lnTo>
                  <a:lnTo>
                    <a:pt x="7122882" y="117464"/>
                  </a:lnTo>
                  <a:lnTo>
                    <a:pt x="7194585" y="98549"/>
                  </a:lnTo>
                  <a:lnTo>
                    <a:pt x="7272465" y="81556"/>
                  </a:lnTo>
                  <a:lnTo>
                    <a:pt x="7356458" y="66307"/>
                  </a:lnTo>
                  <a:lnTo>
                    <a:pt x="7445830" y="52690"/>
                  </a:lnTo>
                  <a:lnTo>
                    <a:pt x="7538983" y="40657"/>
                  </a:lnTo>
                  <a:lnTo>
                    <a:pt x="7633315" y="30216"/>
                  </a:lnTo>
                  <a:lnTo>
                    <a:pt x="7725260" y="21403"/>
                  </a:lnTo>
                  <a:lnTo>
                    <a:pt x="7810582" y="14250"/>
                  </a:lnTo>
                  <a:lnTo>
                    <a:pt x="7884983" y="8745"/>
                  </a:lnTo>
                  <a:lnTo>
                    <a:pt x="7944922" y="4803"/>
                  </a:lnTo>
                  <a:lnTo>
                    <a:pt x="7988426" y="2243"/>
                  </a:lnTo>
                  <a:lnTo>
                    <a:pt x="8015635" y="803"/>
                  </a:lnTo>
                  <a:lnTo>
                    <a:pt x="8028923" y="168"/>
                  </a:lnTo>
                  <a:lnTo>
                    <a:pt x="8032675" y="5"/>
                  </a:lnTo>
                  <a:lnTo>
                    <a:pt x="8032819" y="0"/>
                  </a:lnTo>
                  <a:lnTo>
                    <a:pt x="8554953" y="0"/>
                  </a:lnTo>
                  <a:lnTo>
                    <a:pt x="8554953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984" name="pl1984"/>
            <p:cNvSpPr/>
            <p:nvPr/>
          </p:nvSpPr>
          <p:spPr>
            <a:xfrm>
              <a:off x="386606" y="3224174"/>
              <a:ext cx="8554953" cy="2733230"/>
            </a:xfrm>
            <a:custGeom>
              <a:avLst/>
              <a:pathLst>
                <a:path w="8554953" h="2733230">
                  <a:moveTo>
                    <a:pt x="8554953" y="0"/>
                  </a:moveTo>
                  <a:lnTo>
                    <a:pt x="8032819" y="0"/>
                  </a:lnTo>
                  <a:lnTo>
                    <a:pt x="8031597" y="51"/>
                  </a:lnTo>
                  <a:lnTo>
                    <a:pt x="8023600" y="415"/>
                  </a:lnTo>
                  <a:lnTo>
                    <a:pt x="8003581" y="1422"/>
                  </a:lnTo>
                  <a:lnTo>
                    <a:pt x="7968150" y="3401"/>
                  </a:lnTo>
                  <a:lnTo>
                    <a:pt x="7916069" y="6644"/>
                  </a:lnTo>
                  <a:lnTo>
                    <a:pt x="7848330" y="11374"/>
                  </a:lnTo>
                  <a:lnTo>
                    <a:pt x="7767802" y="17721"/>
                  </a:lnTo>
                  <a:lnTo>
                    <a:pt x="7678524" y="25730"/>
                  </a:lnTo>
                  <a:lnTo>
                    <a:pt x="7584854" y="35385"/>
                  </a:lnTo>
                  <a:lnTo>
                    <a:pt x="7490740" y="46648"/>
                  </a:lnTo>
                  <a:lnTo>
                    <a:pt x="7399271" y="59494"/>
                  </a:lnTo>
                  <a:lnTo>
                    <a:pt x="7312525" y="73941"/>
                  </a:lnTo>
                  <a:lnTo>
                    <a:pt x="7231632" y="90068"/>
                  </a:lnTo>
                  <a:lnTo>
                    <a:pt x="7156953" y="108022"/>
                  </a:lnTo>
                  <a:lnTo>
                    <a:pt x="7088296" y="128020"/>
                  </a:lnTo>
                  <a:lnTo>
                    <a:pt x="7025097" y="150341"/>
                  </a:lnTo>
                  <a:lnTo>
                    <a:pt x="6966575" y="175317"/>
                  </a:lnTo>
                  <a:lnTo>
                    <a:pt x="6911846" y="203309"/>
                  </a:lnTo>
                  <a:lnTo>
                    <a:pt x="6860005" y="234668"/>
                  </a:lnTo>
                  <a:lnTo>
                    <a:pt x="6810202" y="269663"/>
                  </a:lnTo>
                  <a:lnTo>
                    <a:pt x="6786527" y="288005"/>
                  </a:lnTo>
                  <a:lnTo>
                    <a:pt x="6742513" y="324952"/>
                  </a:lnTo>
                  <a:lnTo>
                    <a:pt x="6698927" y="365085"/>
                  </a:lnTo>
                  <a:lnTo>
                    <a:pt x="6655425" y="408465"/>
                  </a:lnTo>
                  <a:lnTo>
                    <a:pt x="6611750" y="455077"/>
                  </a:lnTo>
                  <a:lnTo>
                    <a:pt x="6567729" y="504824"/>
                  </a:lnTo>
                  <a:lnTo>
                    <a:pt x="6523256" y="557516"/>
                  </a:lnTo>
                  <a:lnTo>
                    <a:pt x="6478291" y="612871"/>
                  </a:lnTo>
                  <a:lnTo>
                    <a:pt x="6432848" y="670518"/>
                  </a:lnTo>
                  <a:lnTo>
                    <a:pt x="6386993" y="729999"/>
                  </a:lnTo>
                  <a:lnTo>
                    <a:pt x="6340829" y="790787"/>
                  </a:lnTo>
                  <a:lnTo>
                    <a:pt x="6294490" y="852302"/>
                  </a:lnTo>
                  <a:lnTo>
                    <a:pt x="6248121" y="913934"/>
                  </a:lnTo>
                  <a:lnTo>
                    <a:pt x="6201874" y="975068"/>
                  </a:lnTo>
                  <a:lnTo>
                    <a:pt x="6155888" y="1035111"/>
                  </a:lnTo>
                  <a:lnTo>
                    <a:pt x="6110279" y="1093512"/>
                  </a:lnTo>
                  <a:lnTo>
                    <a:pt x="6065127" y="1149787"/>
                  </a:lnTo>
                  <a:lnTo>
                    <a:pt x="6020468" y="1203529"/>
                  </a:lnTo>
                  <a:lnTo>
                    <a:pt x="5976284" y="1254422"/>
                  </a:lnTo>
                  <a:lnTo>
                    <a:pt x="5932495" y="1302241"/>
                  </a:lnTo>
                  <a:lnTo>
                    <a:pt x="5888953" y="1346855"/>
                  </a:lnTo>
                  <a:lnTo>
                    <a:pt x="5845434" y="1388218"/>
                  </a:lnTo>
                  <a:lnTo>
                    <a:pt x="5801629" y="1426363"/>
                  </a:lnTo>
                  <a:lnTo>
                    <a:pt x="5784835" y="1440028"/>
                  </a:lnTo>
                  <a:lnTo>
                    <a:pt x="5735753" y="1476833"/>
                  </a:lnTo>
                  <a:lnTo>
                    <a:pt x="5685002" y="1509933"/>
                  </a:lnTo>
                  <a:lnTo>
                    <a:pt x="5631787" y="1539520"/>
                  </a:lnTo>
                  <a:lnTo>
                    <a:pt x="5575221" y="1565915"/>
                  </a:lnTo>
                  <a:lnTo>
                    <a:pt x="5514400" y="1589481"/>
                  </a:lnTo>
                  <a:lnTo>
                    <a:pt x="5448480" y="1610569"/>
                  </a:lnTo>
                  <a:lnTo>
                    <a:pt x="5376777" y="1629485"/>
                  </a:lnTo>
                  <a:lnTo>
                    <a:pt x="5298897" y="1646477"/>
                  </a:lnTo>
                  <a:lnTo>
                    <a:pt x="5214904" y="1661726"/>
                  </a:lnTo>
                  <a:lnTo>
                    <a:pt x="5125532" y="1675344"/>
                  </a:lnTo>
                  <a:lnTo>
                    <a:pt x="5032379" y="1687376"/>
                  </a:lnTo>
                  <a:lnTo>
                    <a:pt x="4938046" y="1697817"/>
                  </a:lnTo>
                  <a:lnTo>
                    <a:pt x="4846102" y="1706630"/>
                  </a:lnTo>
                  <a:lnTo>
                    <a:pt x="4760780" y="1713783"/>
                  </a:lnTo>
                  <a:lnTo>
                    <a:pt x="4686379" y="1719288"/>
                  </a:lnTo>
                  <a:lnTo>
                    <a:pt x="4626440" y="1723231"/>
                  </a:lnTo>
                  <a:lnTo>
                    <a:pt x="4582936" y="1725791"/>
                  </a:lnTo>
                  <a:lnTo>
                    <a:pt x="4555727" y="1727230"/>
                  </a:lnTo>
                  <a:lnTo>
                    <a:pt x="4542439" y="1727865"/>
                  </a:lnTo>
                  <a:lnTo>
                    <a:pt x="4538687" y="1728028"/>
                  </a:lnTo>
                  <a:lnTo>
                    <a:pt x="4538543" y="1728034"/>
                  </a:lnTo>
                  <a:lnTo>
                    <a:pt x="4016409" y="1728034"/>
                  </a:lnTo>
                  <a:lnTo>
                    <a:pt x="4015156" y="1728064"/>
                  </a:lnTo>
                  <a:lnTo>
                    <a:pt x="4006961" y="1728282"/>
                  </a:lnTo>
                  <a:lnTo>
                    <a:pt x="3986464" y="1728883"/>
                  </a:lnTo>
                  <a:lnTo>
                    <a:pt x="3950231" y="1730064"/>
                  </a:lnTo>
                  <a:lnTo>
                    <a:pt x="3897064" y="1731998"/>
                  </a:lnTo>
                  <a:lnTo>
                    <a:pt x="3828062" y="1734817"/>
                  </a:lnTo>
                  <a:lnTo>
                    <a:pt x="3746242" y="1738594"/>
                  </a:lnTo>
                  <a:lnTo>
                    <a:pt x="3655787" y="1743356"/>
                  </a:lnTo>
                  <a:lnTo>
                    <a:pt x="3561159" y="1749090"/>
                  </a:lnTo>
                  <a:lnTo>
                    <a:pt x="3466355" y="1755773"/>
                  </a:lnTo>
                  <a:lnTo>
                    <a:pt x="3374462" y="1763393"/>
                  </a:lnTo>
                  <a:lnTo>
                    <a:pt x="3287519" y="1771963"/>
                  </a:lnTo>
                  <a:lnTo>
                    <a:pt x="3206598" y="1781535"/>
                  </a:lnTo>
                  <a:lnTo>
                    <a:pt x="3132001" y="1792200"/>
                  </a:lnTo>
                  <a:lnTo>
                    <a:pt x="3063475" y="1804092"/>
                  </a:lnTo>
                  <a:lnTo>
                    <a:pt x="3000409" y="1817383"/>
                  </a:lnTo>
                  <a:lnTo>
                    <a:pt x="2941981" y="1832273"/>
                  </a:lnTo>
                  <a:lnTo>
                    <a:pt x="2887277" y="1848979"/>
                  </a:lnTo>
                  <a:lnTo>
                    <a:pt x="2835372" y="1867706"/>
                  </a:lnTo>
                  <a:lnTo>
                    <a:pt x="2785410" y="1888602"/>
                  </a:lnTo>
                  <a:lnTo>
                    <a:pt x="2770117" y="1895567"/>
                  </a:lnTo>
                  <a:lnTo>
                    <a:pt x="2720619" y="1919885"/>
                  </a:lnTo>
                  <a:lnTo>
                    <a:pt x="2671603" y="1946559"/>
                  </a:lnTo>
                  <a:lnTo>
                    <a:pt x="2622605" y="1975626"/>
                  </a:lnTo>
                  <a:lnTo>
                    <a:pt x="2573297" y="2007054"/>
                  </a:lnTo>
                  <a:lnTo>
                    <a:pt x="2523474" y="2040729"/>
                  </a:lnTo>
                  <a:lnTo>
                    <a:pt x="2473038" y="2076451"/>
                  </a:lnTo>
                  <a:lnTo>
                    <a:pt x="2421989" y="2113933"/>
                  </a:lnTo>
                  <a:lnTo>
                    <a:pt x="2370406" y="2152809"/>
                  </a:lnTo>
                  <a:lnTo>
                    <a:pt x="2318434" y="2192646"/>
                  </a:lnTo>
                  <a:lnTo>
                    <a:pt x="2266261" y="2232961"/>
                  </a:lnTo>
                  <a:lnTo>
                    <a:pt x="2214102" y="2273246"/>
                  </a:lnTo>
                  <a:lnTo>
                    <a:pt x="2162165" y="2312996"/>
                  </a:lnTo>
                  <a:lnTo>
                    <a:pt x="2110637" y="2351732"/>
                  </a:lnTo>
                  <a:lnTo>
                    <a:pt x="2059656" y="2389029"/>
                  </a:lnTo>
                  <a:lnTo>
                    <a:pt x="2009293" y="2424527"/>
                  </a:lnTo>
                  <a:lnTo>
                    <a:pt x="1959536" y="2457951"/>
                  </a:lnTo>
                  <a:lnTo>
                    <a:pt x="1910276" y="2489111"/>
                  </a:lnTo>
                  <a:lnTo>
                    <a:pt x="1861295" y="2517903"/>
                  </a:lnTo>
                  <a:lnTo>
                    <a:pt x="1812251" y="2544302"/>
                  </a:lnTo>
                  <a:lnTo>
                    <a:pt x="1768425" y="2565698"/>
                  </a:lnTo>
                  <a:lnTo>
                    <a:pt x="1718916" y="2587281"/>
                  </a:lnTo>
                  <a:lnTo>
                    <a:pt x="1667703" y="2606673"/>
                  </a:lnTo>
                  <a:lnTo>
                    <a:pt x="1613969" y="2623989"/>
                  </a:lnTo>
                  <a:lnTo>
                    <a:pt x="1556803" y="2639421"/>
                  </a:lnTo>
                  <a:lnTo>
                    <a:pt x="1495277" y="2653188"/>
                  </a:lnTo>
                  <a:lnTo>
                    <a:pt x="1428531" y="2665496"/>
                  </a:lnTo>
                  <a:lnTo>
                    <a:pt x="1355874" y="2676527"/>
                  </a:lnTo>
                  <a:lnTo>
                    <a:pt x="1276922" y="2686428"/>
                  </a:lnTo>
                  <a:lnTo>
                    <a:pt x="1191781" y="2695303"/>
                  </a:lnTo>
                  <a:lnTo>
                    <a:pt x="1101261" y="2703216"/>
                  </a:lnTo>
                  <a:lnTo>
                    <a:pt x="1007083" y="2710192"/>
                  </a:lnTo>
                  <a:lnTo>
                    <a:pt x="912008" y="2716224"/>
                  </a:lnTo>
                  <a:lnTo>
                    <a:pt x="819782" y="2721291"/>
                  </a:lnTo>
                  <a:lnTo>
                    <a:pt x="734792" y="2725375"/>
                  </a:lnTo>
                  <a:lnTo>
                    <a:pt x="661398" y="2728487"/>
                  </a:lnTo>
                  <a:lnTo>
                    <a:pt x="603076" y="2730685"/>
                  </a:lnTo>
                  <a:lnTo>
                    <a:pt x="561582" y="2732084"/>
                  </a:lnTo>
                  <a:lnTo>
                    <a:pt x="536449" y="2732845"/>
                  </a:lnTo>
                  <a:lnTo>
                    <a:pt x="524910" y="2733161"/>
                  </a:lnTo>
                  <a:lnTo>
                    <a:pt x="522172" y="2733229"/>
                  </a:lnTo>
                  <a:lnTo>
                    <a:pt x="522133" y="2733230"/>
                  </a:lnTo>
                  <a:lnTo>
                    <a:pt x="0" y="2733230"/>
                  </a:lnTo>
                  <a:lnTo>
                    <a:pt x="0" y="273323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985" name="pg1985"/>
            <p:cNvSpPr/>
            <p:nvPr/>
          </p:nvSpPr>
          <p:spPr>
            <a:xfrm>
              <a:off x="386606" y="3783244"/>
              <a:ext cx="8554953" cy="2168513"/>
            </a:xfrm>
            <a:custGeom>
              <a:avLst/>
              <a:pathLst>
                <a:path w="8554953" h="2168513">
                  <a:moveTo>
                    <a:pt x="0" y="2168513"/>
                  </a:moveTo>
                  <a:lnTo>
                    <a:pt x="522133" y="2168513"/>
                  </a:lnTo>
                  <a:lnTo>
                    <a:pt x="523330" y="2168451"/>
                  </a:lnTo>
                  <a:lnTo>
                    <a:pt x="531166" y="2168004"/>
                  </a:lnTo>
                  <a:lnTo>
                    <a:pt x="550796" y="2166770"/>
                  </a:lnTo>
                  <a:lnTo>
                    <a:pt x="585575" y="2164346"/>
                  </a:lnTo>
                  <a:lnTo>
                    <a:pt x="636767" y="2160370"/>
                  </a:lnTo>
                  <a:lnTo>
                    <a:pt x="703470" y="2154568"/>
                  </a:lnTo>
                  <a:lnTo>
                    <a:pt x="782932" y="2146774"/>
                  </a:lnTo>
                  <a:lnTo>
                    <a:pt x="871232" y="2136929"/>
                  </a:lnTo>
                  <a:lnTo>
                    <a:pt x="964100" y="2125051"/>
                  </a:lnTo>
                  <a:lnTo>
                    <a:pt x="1057629" y="2111186"/>
                  </a:lnTo>
                  <a:lnTo>
                    <a:pt x="1148731" y="2095367"/>
                  </a:lnTo>
                  <a:lnTo>
                    <a:pt x="1235300" y="2077576"/>
                  </a:lnTo>
                  <a:lnTo>
                    <a:pt x="1316160" y="2057724"/>
                  </a:lnTo>
                  <a:lnTo>
                    <a:pt x="1390898" y="2035636"/>
                  </a:lnTo>
                  <a:lnTo>
                    <a:pt x="1459661" y="2011058"/>
                  </a:lnTo>
                  <a:lnTo>
                    <a:pt x="1522972" y="1983652"/>
                  </a:lnTo>
                  <a:lnTo>
                    <a:pt x="1581577" y="1953019"/>
                  </a:lnTo>
                  <a:lnTo>
                    <a:pt x="1636335" y="1918718"/>
                  </a:lnTo>
                  <a:lnTo>
                    <a:pt x="1688134" y="1880314"/>
                  </a:lnTo>
                  <a:lnTo>
                    <a:pt x="1737818" y="1837457"/>
                  </a:lnTo>
                  <a:lnTo>
                    <a:pt x="1768425" y="1808035"/>
                  </a:lnTo>
                  <a:lnTo>
                    <a:pt x="1809485" y="1765039"/>
                  </a:lnTo>
                  <a:lnTo>
                    <a:pt x="1850150" y="1718580"/>
                  </a:lnTo>
                  <a:lnTo>
                    <a:pt x="1890709" y="1668591"/>
                  </a:lnTo>
                  <a:lnTo>
                    <a:pt x="1931378" y="1615073"/>
                  </a:lnTo>
                  <a:lnTo>
                    <a:pt x="1972314" y="1558106"/>
                  </a:lnTo>
                  <a:lnTo>
                    <a:pt x="2013620" y="1497850"/>
                  </a:lnTo>
                  <a:lnTo>
                    <a:pt x="2055347" y="1434558"/>
                  </a:lnTo>
                  <a:lnTo>
                    <a:pt x="2097501" y="1368568"/>
                  </a:lnTo>
                  <a:lnTo>
                    <a:pt x="2140049" y="1300301"/>
                  </a:lnTo>
                  <a:lnTo>
                    <a:pt x="2182924" y="1230255"/>
                  </a:lnTo>
                  <a:lnTo>
                    <a:pt x="2226033" y="1158986"/>
                  </a:lnTo>
                  <a:lnTo>
                    <a:pt x="2269263" y="1087094"/>
                  </a:lnTo>
                  <a:lnTo>
                    <a:pt x="2312493" y="1015202"/>
                  </a:lnTo>
                  <a:lnTo>
                    <a:pt x="2355601" y="943932"/>
                  </a:lnTo>
                  <a:lnTo>
                    <a:pt x="2398477" y="873885"/>
                  </a:lnTo>
                  <a:lnTo>
                    <a:pt x="2441025" y="805618"/>
                  </a:lnTo>
                  <a:lnTo>
                    <a:pt x="2483179" y="739626"/>
                  </a:lnTo>
                  <a:lnTo>
                    <a:pt x="2524906" y="676333"/>
                  </a:lnTo>
                  <a:lnTo>
                    <a:pt x="2566212" y="616077"/>
                  </a:lnTo>
                  <a:lnTo>
                    <a:pt x="2607149" y="559107"/>
                  </a:lnTo>
                  <a:lnTo>
                    <a:pt x="2647818" y="505588"/>
                  </a:lnTo>
                  <a:lnTo>
                    <a:pt x="2688376" y="455598"/>
                  </a:lnTo>
                  <a:lnTo>
                    <a:pt x="2729042" y="409138"/>
                  </a:lnTo>
                  <a:lnTo>
                    <a:pt x="2770117" y="366124"/>
                  </a:lnTo>
                  <a:lnTo>
                    <a:pt x="2818848" y="320367"/>
                  </a:lnTo>
                  <a:lnTo>
                    <a:pt x="2869219" y="279182"/>
                  </a:lnTo>
                  <a:lnTo>
                    <a:pt x="2922007" y="242338"/>
                  </a:lnTo>
                  <a:lnTo>
                    <a:pt x="2978081" y="209442"/>
                  </a:lnTo>
                  <a:lnTo>
                    <a:pt x="3038325" y="180049"/>
                  </a:lnTo>
                  <a:lnTo>
                    <a:pt x="3103569" y="153729"/>
                  </a:lnTo>
                  <a:lnTo>
                    <a:pt x="3174491" y="130104"/>
                  </a:lnTo>
                  <a:lnTo>
                    <a:pt x="3251494" y="108867"/>
                  </a:lnTo>
                  <a:lnTo>
                    <a:pt x="3334543" y="89790"/>
                  </a:lnTo>
                  <a:lnTo>
                    <a:pt x="3422967" y="72732"/>
                  </a:lnTo>
                  <a:lnTo>
                    <a:pt x="3515262" y="57633"/>
                  </a:lnTo>
                  <a:lnTo>
                    <a:pt x="3608957" y="44495"/>
                  </a:lnTo>
                  <a:lnTo>
                    <a:pt x="3700627" y="33362"/>
                  </a:lnTo>
                  <a:lnTo>
                    <a:pt x="3786164" y="24275"/>
                  </a:lnTo>
                  <a:lnTo>
                    <a:pt x="3861333" y="17227"/>
                  </a:lnTo>
                  <a:lnTo>
                    <a:pt x="3922550" y="12124"/>
                  </a:lnTo>
                  <a:lnTo>
                    <a:pt x="3967683" y="8757"/>
                  </a:lnTo>
                  <a:lnTo>
                    <a:pt x="3996612" y="6817"/>
                  </a:lnTo>
                  <a:lnTo>
                    <a:pt x="4011400" y="5921"/>
                  </a:lnTo>
                  <a:lnTo>
                    <a:pt x="4016102" y="5662"/>
                  </a:lnTo>
                  <a:lnTo>
                    <a:pt x="4016409" y="5647"/>
                  </a:lnTo>
                  <a:lnTo>
                    <a:pt x="4538543" y="5647"/>
                  </a:lnTo>
                  <a:lnTo>
                    <a:pt x="4539798" y="5675"/>
                  </a:lnTo>
                  <a:lnTo>
                    <a:pt x="4548006" y="5880"/>
                  </a:lnTo>
                  <a:lnTo>
                    <a:pt x="4568533" y="6445"/>
                  </a:lnTo>
                  <a:lnTo>
                    <a:pt x="4604816" y="7555"/>
                  </a:lnTo>
                  <a:lnTo>
                    <a:pt x="4658051" y="9372"/>
                  </a:lnTo>
                  <a:lnTo>
                    <a:pt x="4727133" y="12020"/>
                  </a:lnTo>
                  <a:lnTo>
                    <a:pt x="4809033" y="15569"/>
                  </a:lnTo>
                  <a:lnTo>
                    <a:pt x="4899562" y="20043"/>
                  </a:lnTo>
                  <a:lnTo>
                    <a:pt x="4994250" y="25429"/>
                  </a:lnTo>
                  <a:lnTo>
                    <a:pt x="5089096" y="31708"/>
                  </a:lnTo>
                  <a:lnTo>
                    <a:pt x="5181015" y="38865"/>
                  </a:lnTo>
                  <a:lnTo>
                    <a:pt x="5267970" y="46916"/>
                  </a:lnTo>
                  <a:lnTo>
                    <a:pt x="5348892" y="55907"/>
                  </a:lnTo>
                  <a:lnTo>
                    <a:pt x="5423484" y="65926"/>
                  </a:lnTo>
                  <a:lnTo>
                    <a:pt x="5492001" y="77099"/>
                  </a:lnTo>
                  <a:lnTo>
                    <a:pt x="5555059" y="89586"/>
                  </a:lnTo>
                  <a:lnTo>
                    <a:pt x="5613481" y="103578"/>
                  </a:lnTo>
                  <a:lnTo>
                    <a:pt x="5668184" y="119277"/>
                  </a:lnTo>
                  <a:lnTo>
                    <a:pt x="5720094" y="136875"/>
                  </a:lnTo>
                  <a:lnTo>
                    <a:pt x="5770066" y="156512"/>
                  </a:lnTo>
                  <a:lnTo>
                    <a:pt x="5784835" y="162826"/>
                  </a:lnTo>
                  <a:lnTo>
                    <a:pt x="5834799" y="185868"/>
                  </a:lnTo>
                  <a:lnTo>
                    <a:pt x="5884276" y="211163"/>
                  </a:lnTo>
                  <a:lnTo>
                    <a:pt x="5933744" y="238747"/>
                  </a:lnTo>
                  <a:lnTo>
                    <a:pt x="5983534" y="268585"/>
                  </a:lnTo>
                  <a:lnTo>
                    <a:pt x="6033855" y="300565"/>
                  </a:lnTo>
                  <a:lnTo>
                    <a:pt x="6084801" y="334491"/>
                  </a:lnTo>
                  <a:lnTo>
                    <a:pt x="6136370" y="370082"/>
                  </a:lnTo>
                  <a:lnTo>
                    <a:pt x="6188476" y="406980"/>
                  </a:lnTo>
                  <a:lnTo>
                    <a:pt x="6240964" y="444762"/>
                  </a:lnTo>
                  <a:lnTo>
                    <a:pt x="6293639" y="482961"/>
                  </a:lnTo>
                  <a:lnTo>
                    <a:pt x="6346279" y="521085"/>
                  </a:lnTo>
                  <a:lnTo>
                    <a:pt x="6398672" y="558649"/>
                  </a:lnTo>
                  <a:lnTo>
                    <a:pt x="6450629" y="595194"/>
                  </a:lnTo>
                  <a:lnTo>
                    <a:pt x="6502015" y="630316"/>
                  </a:lnTo>
                  <a:lnTo>
                    <a:pt x="6552769" y="663680"/>
                  </a:lnTo>
                  <a:lnTo>
                    <a:pt x="6602914" y="695030"/>
                  </a:lnTo>
                  <a:lnTo>
                    <a:pt x="6652580" y="724196"/>
                  </a:lnTo>
                  <a:lnTo>
                    <a:pt x="6702009" y="751088"/>
                  </a:lnTo>
                  <a:lnTo>
                    <a:pt x="6751575" y="775696"/>
                  </a:lnTo>
                  <a:lnTo>
                    <a:pt x="6786527" y="791545"/>
                  </a:lnTo>
                  <a:lnTo>
                    <a:pt x="6836062" y="811805"/>
                  </a:lnTo>
                  <a:lnTo>
                    <a:pt x="6887304" y="830006"/>
                  </a:lnTo>
                  <a:lnTo>
                    <a:pt x="6941071" y="846258"/>
                  </a:lnTo>
                  <a:lnTo>
                    <a:pt x="6998276" y="860742"/>
                  </a:lnTo>
                  <a:lnTo>
                    <a:pt x="7059846" y="873661"/>
                  </a:lnTo>
                  <a:lnTo>
                    <a:pt x="7126644" y="885211"/>
                  </a:lnTo>
                  <a:lnTo>
                    <a:pt x="7199361" y="895562"/>
                  </a:lnTo>
                  <a:lnTo>
                    <a:pt x="7278380" y="904852"/>
                  </a:lnTo>
                  <a:lnTo>
                    <a:pt x="7363592" y="913178"/>
                  </a:lnTo>
                  <a:lnTo>
                    <a:pt x="7454184" y="920602"/>
                  </a:lnTo>
                  <a:lnTo>
                    <a:pt x="7548427" y="927145"/>
                  </a:lnTo>
                  <a:lnTo>
                    <a:pt x="7643547" y="932802"/>
                  </a:lnTo>
                  <a:lnTo>
                    <a:pt x="7735788" y="937553"/>
                  </a:lnTo>
                  <a:lnTo>
                    <a:pt x="7820755" y="941379"/>
                  </a:lnTo>
                  <a:lnTo>
                    <a:pt x="7894083" y="944294"/>
                  </a:lnTo>
                  <a:lnTo>
                    <a:pt x="7952302" y="946350"/>
                  </a:lnTo>
                  <a:lnTo>
                    <a:pt x="7993668" y="947658"/>
                  </a:lnTo>
                  <a:lnTo>
                    <a:pt x="8018672" y="948368"/>
                  </a:lnTo>
                  <a:lnTo>
                    <a:pt x="8030104" y="948661"/>
                  </a:lnTo>
                  <a:lnTo>
                    <a:pt x="8032819" y="948724"/>
                  </a:lnTo>
                  <a:lnTo>
                    <a:pt x="8554953" y="948724"/>
                  </a:lnTo>
                  <a:lnTo>
                    <a:pt x="8554953" y="943077"/>
                  </a:lnTo>
                  <a:lnTo>
                    <a:pt x="8032819" y="943077"/>
                  </a:lnTo>
                  <a:lnTo>
                    <a:pt x="8031564" y="943048"/>
                  </a:lnTo>
                  <a:lnTo>
                    <a:pt x="8023356" y="942844"/>
                  </a:lnTo>
                  <a:lnTo>
                    <a:pt x="8002829" y="942279"/>
                  </a:lnTo>
                  <a:lnTo>
                    <a:pt x="7966546" y="941169"/>
                  </a:lnTo>
                  <a:lnTo>
                    <a:pt x="7913311" y="939352"/>
                  </a:lnTo>
                  <a:lnTo>
                    <a:pt x="7844229" y="936704"/>
                  </a:lnTo>
                  <a:lnTo>
                    <a:pt x="7762328" y="933154"/>
                  </a:lnTo>
                  <a:lnTo>
                    <a:pt x="7671800" y="928681"/>
                  </a:lnTo>
                  <a:lnTo>
                    <a:pt x="7577112" y="923294"/>
                  </a:lnTo>
                  <a:lnTo>
                    <a:pt x="7482266" y="917016"/>
                  </a:lnTo>
                  <a:lnTo>
                    <a:pt x="7390347" y="909858"/>
                  </a:lnTo>
                  <a:lnTo>
                    <a:pt x="7303392" y="901808"/>
                  </a:lnTo>
                  <a:lnTo>
                    <a:pt x="7222470" y="892817"/>
                  </a:lnTo>
                  <a:lnTo>
                    <a:pt x="7147878" y="882797"/>
                  </a:lnTo>
                  <a:lnTo>
                    <a:pt x="7079361" y="871625"/>
                  </a:lnTo>
                  <a:lnTo>
                    <a:pt x="7016303" y="859137"/>
                  </a:lnTo>
                  <a:lnTo>
                    <a:pt x="6957881" y="845146"/>
                  </a:lnTo>
                  <a:lnTo>
                    <a:pt x="6903178" y="829447"/>
                  </a:lnTo>
                  <a:lnTo>
                    <a:pt x="6851268" y="811848"/>
                  </a:lnTo>
                  <a:lnTo>
                    <a:pt x="6801296" y="792212"/>
                  </a:lnTo>
                  <a:lnTo>
                    <a:pt x="6786527" y="785897"/>
                  </a:lnTo>
                  <a:lnTo>
                    <a:pt x="6736563" y="762855"/>
                  </a:lnTo>
                  <a:lnTo>
                    <a:pt x="6687086" y="737561"/>
                  </a:lnTo>
                  <a:lnTo>
                    <a:pt x="6637618" y="709977"/>
                  </a:lnTo>
                  <a:lnTo>
                    <a:pt x="6587828" y="680139"/>
                  </a:lnTo>
                  <a:lnTo>
                    <a:pt x="6537507" y="648159"/>
                  </a:lnTo>
                  <a:lnTo>
                    <a:pt x="6486561" y="614233"/>
                  </a:lnTo>
                  <a:lnTo>
                    <a:pt x="6434992" y="578642"/>
                  </a:lnTo>
                  <a:lnTo>
                    <a:pt x="6382886" y="541744"/>
                  </a:lnTo>
                  <a:lnTo>
                    <a:pt x="6330398" y="503961"/>
                  </a:lnTo>
                  <a:lnTo>
                    <a:pt x="6277723" y="465763"/>
                  </a:lnTo>
                  <a:lnTo>
                    <a:pt x="6225082" y="427638"/>
                  </a:lnTo>
                  <a:lnTo>
                    <a:pt x="6172690" y="390075"/>
                  </a:lnTo>
                  <a:lnTo>
                    <a:pt x="6120733" y="353530"/>
                  </a:lnTo>
                  <a:lnTo>
                    <a:pt x="6069347" y="318407"/>
                  </a:lnTo>
                  <a:lnTo>
                    <a:pt x="6018593" y="285043"/>
                  </a:lnTo>
                  <a:lnTo>
                    <a:pt x="5968448" y="253693"/>
                  </a:lnTo>
                  <a:lnTo>
                    <a:pt x="5918782" y="224528"/>
                  </a:lnTo>
                  <a:lnTo>
                    <a:pt x="5869353" y="197636"/>
                  </a:lnTo>
                  <a:lnTo>
                    <a:pt x="5819787" y="173028"/>
                  </a:lnTo>
                  <a:lnTo>
                    <a:pt x="5784835" y="157179"/>
                  </a:lnTo>
                  <a:lnTo>
                    <a:pt x="5735300" y="136919"/>
                  </a:lnTo>
                  <a:lnTo>
                    <a:pt x="5684058" y="118718"/>
                  </a:lnTo>
                  <a:lnTo>
                    <a:pt x="5630291" y="102466"/>
                  </a:lnTo>
                  <a:lnTo>
                    <a:pt x="5573086" y="87982"/>
                  </a:lnTo>
                  <a:lnTo>
                    <a:pt x="5511516" y="75063"/>
                  </a:lnTo>
                  <a:lnTo>
                    <a:pt x="5444718" y="63513"/>
                  </a:lnTo>
                  <a:lnTo>
                    <a:pt x="5372001" y="53162"/>
                  </a:lnTo>
                  <a:lnTo>
                    <a:pt x="5292982" y="43872"/>
                  </a:lnTo>
                  <a:lnTo>
                    <a:pt x="5207770" y="35545"/>
                  </a:lnTo>
                  <a:lnTo>
                    <a:pt x="5117178" y="28122"/>
                  </a:lnTo>
                  <a:lnTo>
                    <a:pt x="5022935" y="21578"/>
                  </a:lnTo>
                  <a:lnTo>
                    <a:pt x="4927815" y="15921"/>
                  </a:lnTo>
                  <a:lnTo>
                    <a:pt x="4835574" y="11171"/>
                  </a:lnTo>
                  <a:lnTo>
                    <a:pt x="4750607" y="7344"/>
                  </a:lnTo>
                  <a:lnTo>
                    <a:pt x="4677279" y="4430"/>
                  </a:lnTo>
                  <a:lnTo>
                    <a:pt x="4619060" y="2373"/>
                  </a:lnTo>
                  <a:lnTo>
                    <a:pt x="4577694" y="1066"/>
                  </a:lnTo>
                  <a:lnTo>
                    <a:pt x="4552690" y="356"/>
                  </a:lnTo>
                  <a:lnTo>
                    <a:pt x="4541258" y="63"/>
                  </a:lnTo>
                  <a:lnTo>
                    <a:pt x="4538543" y="0"/>
                  </a:lnTo>
                  <a:lnTo>
                    <a:pt x="4016409" y="0"/>
                  </a:lnTo>
                  <a:lnTo>
                    <a:pt x="4015212" y="62"/>
                  </a:lnTo>
                  <a:lnTo>
                    <a:pt x="4007376" y="508"/>
                  </a:lnTo>
                  <a:lnTo>
                    <a:pt x="3987746" y="1742"/>
                  </a:lnTo>
                  <a:lnTo>
                    <a:pt x="3952967" y="4167"/>
                  </a:lnTo>
                  <a:lnTo>
                    <a:pt x="3901775" y="8143"/>
                  </a:lnTo>
                  <a:lnTo>
                    <a:pt x="3835072" y="13945"/>
                  </a:lnTo>
                  <a:lnTo>
                    <a:pt x="3755610" y="21739"/>
                  </a:lnTo>
                  <a:lnTo>
                    <a:pt x="3667310" y="31583"/>
                  </a:lnTo>
                  <a:lnTo>
                    <a:pt x="3574442" y="43462"/>
                  </a:lnTo>
                  <a:lnTo>
                    <a:pt x="3480913" y="57327"/>
                  </a:lnTo>
                  <a:lnTo>
                    <a:pt x="3389811" y="73146"/>
                  </a:lnTo>
                  <a:lnTo>
                    <a:pt x="3303242" y="90936"/>
                  </a:lnTo>
                  <a:lnTo>
                    <a:pt x="3222382" y="110789"/>
                  </a:lnTo>
                  <a:lnTo>
                    <a:pt x="3147645" y="132876"/>
                  </a:lnTo>
                  <a:lnTo>
                    <a:pt x="3078881" y="157455"/>
                  </a:lnTo>
                  <a:lnTo>
                    <a:pt x="3015570" y="184861"/>
                  </a:lnTo>
                  <a:lnTo>
                    <a:pt x="2956965" y="215494"/>
                  </a:lnTo>
                  <a:lnTo>
                    <a:pt x="2902207" y="249795"/>
                  </a:lnTo>
                  <a:lnTo>
                    <a:pt x="2850408" y="288199"/>
                  </a:lnTo>
                  <a:lnTo>
                    <a:pt x="2800724" y="331056"/>
                  </a:lnTo>
                  <a:lnTo>
                    <a:pt x="2770117" y="360477"/>
                  </a:lnTo>
                  <a:lnTo>
                    <a:pt x="2729057" y="403474"/>
                  </a:lnTo>
                  <a:lnTo>
                    <a:pt x="2688392" y="449933"/>
                  </a:lnTo>
                  <a:lnTo>
                    <a:pt x="2647834" y="499922"/>
                  </a:lnTo>
                  <a:lnTo>
                    <a:pt x="2607165" y="553439"/>
                  </a:lnTo>
                  <a:lnTo>
                    <a:pt x="2566228" y="610407"/>
                  </a:lnTo>
                  <a:lnTo>
                    <a:pt x="2524922" y="670662"/>
                  </a:lnTo>
                  <a:lnTo>
                    <a:pt x="2483195" y="733955"/>
                  </a:lnTo>
                  <a:lnTo>
                    <a:pt x="2441041" y="799945"/>
                  </a:lnTo>
                  <a:lnTo>
                    <a:pt x="2398493" y="868211"/>
                  </a:lnTo>
                  <a:lnTo>
                    <a:pt x="2355618" y="938258"/>
                  </a:lnTo>
                  <a:lnTo>
                    <a:pt x="2312509" y="1009527"/>
                  </a:lnTo>
                  <a:lnTo>
                    <a:pt x="2269279" y="1081419"/>
                  </a:lnTo>
                  <a:lnTo>
                    <a:pt x="2226049" y="1153311"/>
                  </a:lnTo>
                  <a:lnTo>
                    <a:pt x="2182941" y="1224581"/>
                  </a:lnTo>
                  <a:lnTo>
                    <a:pt x="2140065" y="1294628"/>
                  </a:lnTo>
                  <a:lnTo>
                    <a:pt x="2097517" y="1362895"/>
                  </a:lnTo>
                  <a:lnTo>
                    <a:pt x="2055363" y="1428886"/>
                  </a:lnTo>
                  <a:lnTo>
                    <a:pt x="2013636" y="1492180"/>
                  </a:lnTo>
                  <a:lnTo>
                    <a:pt x="1972330" y="1552436"/>
                  </a:lnTo>
                  <a:lnTo>
                    <a:pt x="1931393" y="1609405"/>
                  </a:lnTo>
                  <a:lnTo>
                    <a:pt x="1890724" y="1662924"/>
                  </a:lnTo>
                  <a:lnTo>
                    <a:pt x="1850166" y="1712914"/>
                  </a:lnTo>
                  <a:lnTo>
                    <a:pt x="1809500" y="1759374"/>
                  </a:lnTo>
                  <a:lnTo>
                    <a:pt x="1768425" y="1802388"/>
                  </a:lnTo>
                  <a:lnTo>
                    <a:pt x="1719694" y="1848146"/>
                  </a:lnTo>
                  <a:lnTo>
                    <a:pt x="1669323" y="1889331"/>
                  </a:lnTo>
                  <a:lnTo>
                    <a:pt x="1616535" y="1926174"/>
                  </a:lnTo>
                  <a:lnTo>
                    <a:pt x="1560461" y="1959071"/>
                  </a:lnTo>
                  <a:lnTo>
                    <a:pt x="1500217" y="1988464"/>
                  </a:lnTo>
                  <a:lnTo>
                    <a:pt x="1434973" y="2014783"/>
                  </a:lnTo>
                  <a:lnTo>
                    <a:pt x="1364051" y="2038408"/>
                  </a:lnTo>
                  <a:lnTo>
                    <a:pt x="1287048" y="2059646"/>
                  </a:lnTo>
                  <a:lnTo>
                    <a:pt x="1203999" y="2078723"/>
                  </a:lnTo>
                  <a:lnTo>
                    <a:pt x="1115575" y="2095780"/>
                  </a:lnTo>
                  <a:lnTo>
                    <a:pt x="1023280" y="2110880"/>
                  </a:lnTo>
                  <a:lnTo>
                    <a:pt x="929586" y="2124018"/>
                  </a:lnTo>
                  <a:lnTo>
                    <a:pt x="837915" y="2135151"/>
                  </a:lnTo>
                  <a:lnTo>
                    <a:pt x="752378" y="2144238"/>
                  </a:lnTo>
                  <a:lnTo>
                    <a:pt x="677209" y="2151286"/>
                  </a:lnTo>
                  <a:lnTo>
                    <a:pt x="615992" y="2156389"/>
                  </a:lnTo>
                  <a:lnTo>
                    <a:pt x="570859" y="2159756"/>
                  </a:lnTo>
                  <a:lnTo>
                    <a:pt x="541930" y="2161696"/>
                  </a:lnTo>
                  <a:lnTo>
                    <a:pt x="527142" y="2162592"/>
                  </a:lnTo>
                  <a:lnTo>
                    <a:pt x="522441" y="2162850"/>
                  </a:lnTo>
                  <a:lnTo>
                    <a:pt x="522133" y="2162866"/>
                  </a:lnTo>
                  <a:lnTo>
                    <a:pt x="0" y="2162866"/>
                  </a:lnTo>
                  <a:close/>
                </a:path>
              </a:pathLst>
            </a:custGeom>
            <a:solidFill>
              <a:srgbClr val="C3CD83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1986" name="pl1986"/>
            <p:cNvSpPr/>
            <p:nvPr/>
          </p:nvSpPr>
          <p:spPr>
            <a:xfrm>
              <a:off x="386606" y="3788891"/>
              <a:ext cx="8554953" cy="2162866"/>
            </a:xfrm>
            <a:custGeom>
              <a:avLst/>
              <a:pathLst>
                <a:path w="8554953" h="2162866">
                  <a:moveTo>
                    <a:pt x="0" y="2162866"/>
                  </a:moveTo>
                  <a:lnTo>
                    <a:pt x="522133" y="2162866"/>
                  </a:lnTo>
                  <a:lnTo>
                    <a:pt x="523330" y="2162804"/>
                  </a:lnTo>
                  <a:lnTo>
                    <a:pt x="531166" y="2162357"/>
                  </a:lnTo>
                  <a:lnTo>
                    <a:pt x="550796" y="2161123"/>
                  </a:lnTo>
                  <a:lnTo>
                    <a:pt x="585575" y="2158699"/>
                  </a:lnTo>
                  <a:lnTo>
                    <a:pt x="636767" y="2154723"/>
                  </a:lnTo>
                  <a:lnTo>
                    <a:pt x="703470" y="2148920"/>
                  </a:lnTo>
                  <a:lnTo>
                    <a:pt x="782932" y="2141127"/>
                  </a:lnTo>
                  <a:lnTo>
                    <a:pt x="871232" y="2131282"/>
                  </a:lnTo>
                  <a:lnTo>
                    <a:pt x="964100" y="2119404"/>
                  </a:lnTo>
                  <a:lnTo>
                    <a:pt x="1057629" y="2105539"/>
                  </a:lnTo>
                  <a:lnTo>
                    <a:pt x="1148731" y="2089720"/>
                  </a:lnTo>
                  <a:lnTo>
                    <a:pt x="1235300" y="2071929"/>
                  </a:lnTo>
                  <a:lnTo>
                    <a:pt x="1316160" y="2052077"/>
                  </a:lnTo>
                  <a:lnTo>
                    <a:pt x="1390898" y="2029989"/>
                  </a:lnTo>
                  <a:lnTo>
                    <a:pt x="1459661" y="2005410"/>
                  </a:lnTo>
                  <a:lnTo>
                    <a:pt x="1522972" y="1978005"/>
                  </a:lnTo>
                  <a:lnTo>
                    <a:pt x="1581577" y="1947372"/>
                  </a:lnTo>
                  <a:lnTo>
                    <a:pt x="1636335" y="1913071"/>
                  </a:lnTo>
                  <a:lnTo>
                    <a:pt x="1688134" y="1874667"/>
                  </a:lnTo>
                  <a:lnTo>
                    <a:pt x="1737818" y="1831810"/>
                  </a:lnTo>
                  <a:lnTo>
                    <a:pt x="1768425" y="1802388"/>
                  </a:lnTo>
                  <a:lnTo>
                    <a:pt x="1809485" y="1759392"/>
                  </a:lnTo>
                  <a:lnTo>
                    <a:pt x="1850150" y="1712933"/>
                  </a:lnTo>
                  <a:lnTo>
                    <a:pt x="1890709" y="1662944"/>
                  </a:lnTo>
                  <a:lnTo>
                    <a:pt x="1931378" y="1609426"/>
                  </a:lnTo>
                  <a:lnTo>
                    <a:pt x="1972314" y="1552458"/>
                  </a:lnTo>
                  <a:lnTo>
                    <a:pt x="2013620" y="1492203"/>
                  </a:lnTo>
                  <a:lnTo>
                    <a:pt x="2055347" y="1428911"/>
                  </a:lnTo>
                  <a:lnTo>
                    <a:pt x="2097501" y="1362921"/>
                  </a:lnTo>
                  <a:lnTo>
                    <a:pt x="2140049" y="1294654"/>
                  </a:lnTo>
                  <a:lnTo>
                    <a:pt x="2182924" y="1224608"/>
                  </a:lnTo>
                  <a:lnTo>
                    <a:pt x="2226033" y="1153338"/>
                  </a:lnTo>
                  <a:lnTo>
                    <a:pt x="2269263" y="1081446"/>
                  </a:lnTo>
                  <a:lnTo>
                    <a:pt x="2312493" y="1009554"/>
                  </a:lnTo>
                  <a:lnTo>
                    <a:pt x="2355601" y="938285"/>
                  </a:lnTo>
                  <a:lnTo>
                    <a:pt x="2398477" y="868238"/>
                  </a:lnTo>
                  <a:lnTo>
                    <a:pt x="2441025" y="799970"/>
                  </a:lnTo>
                  <a:lnTo>
                    <a:pt x="2483179" y="733979"/>
                  </a:lnTo>
                  <a:lnTo>
                    <a:pt x="2524906" y="670686"/>
                  </a:lnTo>
                  <a:lnTo>
                    <a:pt x="2566212" y="610430"/>
                  </a:lnTo>
                  <a:lnTo>
                    <a:pt x="2607149" y="553460"/>
                  </a:lnTo>
                  <a:lnTo>
                    <a:pt x="2647818" y="499941"/>
                  </a:lnTo>
                  <a:lnTo>
                    <a:pt x="2688376" y="449951"/>
                  </a:lnTo>
                  <a:lnTo>
                    <a:pt x="2729042" y="403491"/>
                  </a:lnTo>
                  <a:lnTo>
                    <a:pt x="2770102" y="360493"/>
                  </a:lnTo>
                  <a:lnTo>
                    <a:pt x="2770117" y="360477"/>
                  </a:lnTo>
                  <a:lnTo>
                    <a:pt x="2818848" y="314719"/>
                  </a:lnTo>
                  <a:lnTo>
                    <a:pt x="2869219" y="273535"/>
                  </a:lnTo>
                  <a:lnTo>
                    <a:pt x="2922007" y="236691"/>
                  </a:lnTo>
                  <a:lnTo>
                    <a:pt x="2978081" y="203795"/>
                  </a:lnTo>
                  <a:lnTo>
                    <a:pt x="3038325" y="174402"/>
                  </a:lnTo>
                  <a:lnTo>
                    <a:pt x="3103569" y="148082"/>
                  </a:lnTo>
                  <a:lnTo>
                    <a:pt x="3174491" y="124457"/>
                  </a:lnTo>
                  <a:lnTo>
                    <a:pt x="3251494" y="103219"/>
                  </a:lnTo>
                  <a:lnTo>
                    <a:pt x="3334543" y="84143"/>
                  </a:lnTo>
                  <a:lnTo>
                    <a:pt x="3422967" y="67085"/>
                  </a:lnTo>
                  <a:lnTo>
                    <a:pt x="3515262" y="51986"/>
                  </a:lnTo>
                  <a:lnTo>
                    <a:pt x="3608957" y="38848"/>
                  </a:lnTo>
                  <a:lnTo>
                    <a:pt x="3700627" y="27715"/>
                  </a:lnTo>
                  <a:lnTo>
                    <a:pt x="3786164" y="18627"/>
                  </a:lnTo>
                  <a:lnTo>
                    <a:pt x="3861333" y="11580"/>
                  </a:lnTo>
                  <a:lnTo>
                    <a:pt x="3922550" y="6476"/>
                  </a:lnTo>
                  <a:lnTo>
                    <a:pt x="3967683" y="3110"/>
                  </a:lnTo>
                  <a:lnTo>
                    <a:pt x="3996612" y="1170"/>
                  </a:lnTo>
                  <a:lnTo>
                    <a:pt x="4011400" y="274"/>
                  </a:lnTo>
                  <a:lnTo>
                    <a:pt x="4016102" y="15"/>
                  </a:lnTo>
                  <a:lnTo>
                    <a:pt x="4016409" y="0"/>
                  </a:lnTo>
                  <a:lnTo>
                    <a:pt x="4538543" y="0"/>
                  </a:lnTo>
                  <a:lnTo>
                    <a:pt x="4539798" y="28"/>
                  </a:lnTo>
                  <a:lnTo>
                    <a:pt x="4548006" y="232"/>
                  </a:lnTo>
                  <a:lnTo>
                    <a:pt x="4568533" y="798"/>
                  </a:lnTo>
                  <a:lnTo>
                    <a:pt x="4604816" y="1907"/>
                  </a:lnTo>
                  <a:lnTo>
                    <a:pt x="4658051" y="3725"/>
                  </a:lnTo>
                  <a:lnTo>
                    <a:pt x="4727133" y="6373"/>
                  </a:lnTo>
                  <a:lnTo>
                    <a:pt x="4809033" y="9922"/>
                  </a:lnTo>
                  <a:lnTo>
                    <a:pt x="4899562" y="14395"/>
                  </a:lnTo>
                  <a:lnTo>
                    <a:pt x="4994250" y="19782"/>
                  </a:lnTo>
                  <a:lnTo>
                    <a:pt x="5089096" y="26060"/>
                  </a:lnTo>
                  <a:lnTo>
                    <a:pt x="5181015" y="33218"/>
                  </a:lnTo>
                  <a:lnTo>
                    <a:pt x="5267970" y="41269"/>
                  </a:lnTo>
                  <a:lnTo>
                    <a:pt x="5348892" y="50260"/>
                  </a:lnTo>
                  <a:lnTo>
                    <a:pt x="5423484" y="60279"/>
                  </a:lnTo>
                  <a:lnTo>
                    <a:pt x="5492001" y="71452"/>
                  </a:lnTo>
                  <a:lnTo>
                    <a:pt x="5555059" y="83939"/>
                  </a:lnTo>
                  <a:lnTo>
                    <a:pt x="5613481" y="97931"/>
                  </a:lnTo>
                  <a:lnTo>
                    <a:pt x="5668184" y="113629"/>
                  </a:lnTo>
                  <a:lnTo>
                    <a:pt x="5720094" y="131228"/>
                  </a:lnTo>
                  <a:lnTo>
                    <a:pt x="5770066" y="150865"/>
                  </a:lnTo>
                  <a:lnTo>
                    <a:pt x="5784835" y="157179"/>
                  </a:lnTo>
                  <a:lnTo>
                    <a:pt x="5834799" y="180221"/>
                  </a:lnTo>
                  <a:lnTo>
                    <a:pt x="5884276" y="205516"/>
                  </a:lnTo>
                  <a:lnTo>
                    <a:pt x="5933744" y="233099"/>
                  </a:lnTo>
                  <a:lnTo>
                    <a:pt x="5983534" y="262937"/>
                  </a:lnTo>
                  <a:lnTo>
                    <a:pt x="6033855" y="294918"/>
                  </a:lnTo>
                  <a:lnTo>
                    <a:pt x="6084801" y="328843"/>
                  </a:lnTo>
                  <a:lnTo>
                    <a:pt x="6136370" y="364434"/>
                  </a:lnTo>
                  <a:lnTo>
                    <a:pt x="6188476" y="401333"/>
                  </a:lnTo>
                  <a:lnTo>
                    <a:pt x="6240964" y="439115"/>
                  </a:lnTo>
                  <a:lnTo>
                    <a:pt x="6293639" y="477314"/>
                  </a:lnTo>
                  <a:lnTo>
                    <a:pt x="6346279" y="515438"/>
                  </a:lnTo>
                  <a:lnTo>
                    <a:pt x="6398672" y="553002"/>
                  </a:lnTo>
                  <a:lnTo>
                    <a:pt x="6450629" y="589547"/>
                  </a:lnTo>
                  <a:lnTo>
                    <a:pt x="6502015" y="624669"/>
                  </a:lnTo>
                  <a:lnTo>
                    <a:pt x="6552769" y="658033"/>
                  </a:lnTo>
                  <a:lnTo>
                    <a:pt x="6602914" y="689383"/>
                  </a:lnTo>
                  <a:lnTo>
                    <a:pt x="6652580" y="718549"/>
                  </a:lnTo>
                  <a:lnTo>
                    <a:pt x="6702009" y="745441"/>
                  </a:lnTo>
                  <a:lnTo>
                    <a:pt x="6751575" y="770049"/>
                  </a:lnTo>
                  <a:lnTo>
                    <a:pt x="6786527" y="785897"/>
                  </a:lnTo>
                  <a:lnTo>
                    <a:pt x="6836062" y="806157"/>
                  </a:lnTo>
                  <a:lnTo>
                    <a:pt x="6887304" y="824359"/>
                  </a:lnTo>
                  <a:lnTo>
                    <a:pt x="6941071" y="840611"/>
                  </a:lnTo>
                  <a:lnTo>
                    <a:pt x="6998276" y="855094"/>
                  </a:lnTo>
                  <a:lnTo>
                    <a:pt x="7059846" y="868014"/>
                  </a:lnTo>
                  <a:lnTo>
                    <a:pt x="7126644" y="879563"/>
                  </a:lnTo>
                  <a:lnTo>
                    <a:pt x="7199361" y="889915"/>
                  </a:lnTo>
                  <a:lnTo>
                    <a:pt x="7278380" y="899204"/>
                  </a:lnTo>
                  <a:lnTo>
                    <a:pt x="7363592" y="907531"/>
                  </a:lnTo>
                  <a:lnTo>
                    <a:pt x="7454184" y="914955"/>
                  </a:lnTo>
                  <a:lnTo>
                    <a:pt x="7548427" y="921498"/>
                  </a:lnTo>
                  <a:lnTo>
                    <a:pt x="7643547" y="927155"/>
                  </a:lnTo>
                  <a:lnTo>
                    <a:pt x="7735788" y="931905"/>
                  </a:lnTo>
                  <a:lnTo>
                    <a:pt x="7820755" y="935732"/>
                  </a:lnTo>
                  <a:lnTo>
                    <a:pt x="7894083" y="938646"/>
                  </a:lnTo>
                  <a:lnTo>
                    <a:pt x="7952302" y="940703"/>
                  </a:lnTo>
                  <a:lnTo>
                    <a:pt x="7993668" y="942010"/>
                  </a:lnTo>
                  <a:lnTo>
                    <a:pt x="8018672" y="942721"/>
                  </a:lnTo>
                  <a:lnTo>
                    <a:pt x="8030104" y="943014"/>
                  </a:lnTo>
                  <a:lnTo>
                    <a:pt x="8032784" y="943076"/>
                  </a:lnTo>
                  <a:lnTo>
                    <a:pt x="8032819" y="943077"/>
                  </a:lnTo>
                  <a:lnTo>
                    <a:pt x="8554953" y="943077"/>
                  </a:lnTo>
                  <a:lnTo>
                    <a:pt x="8554953" y="943077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987" name="pl1987"/>
            <p:cNvSpPr/>
            <p:nvPr/>
          </p:nvSpPr>
          <p:spPr>
            <a:xfrm>
              <a:off x="386606" y="3783244"/>
              <a:ext cx="8554953" cy="2162866"/>
            </a:xfrm>
            <a:custGeom>
              <a:avLst/>
              <a:pathLst>
                <a:path w="8554953" h="2162866">
                  <a:moveTo>
                    <a:pt x="8554953" y="943077"/>
                  </a:moveTo>
                  <a:lnTo>
                    <a:pt x="8032819" y="943077"/>
                  </a:lnTo>
                  <a:lnTo>
                    <a:pt x="8031564" y="943048"/>
                  </a:lnTo>
                  <a:lnTo>
                    <a:pt x="8023356" y="942844"/>
                  </a:lnTo>
                  <a:lnTo>
                    <a:pt x="8002829" y="942279"/>
                  </a:lnTo>
                  <a:lnTo>
                    <a:pt x="7966546" y="941169"/>
                  </a:lnTo>
                  <a:lnTo>
                    <a:pt x="7913311" y="939352"/>
                  </a:lnTo>
                  <a:lnTo>
                    <a:pt x="7844229" y="936704"/>
                  </a:lnTo>
                  <a:lnTo>
                    <a:pt x="7762328" y="933154"/>
                  </a:lnTo>
                  <a:lnTo>
                    <a:pt x="7671800" y="928681"/>
                  </a:lnTo>
                  <a:lnTo>
                    <a:pt x="7577112" y="923294"/>
                  </a:lnTo>
                  <a:lnTo>
                    <a:pt x="7482266" y="917016"/>
                  </a:lnTo>
                  <a:lnTo>
                    <a:pt x="7390347" y="909858"/>
                  </a:lnTo>
                  <a:lnTo>
                    <a:pt x="7303392" y="901808"/>
                  </a:lnTo>
                  <a:lnTo>
                    <a:pt x="7222470" y="892817"/>
                  </a:lnTo>
                  <a:lnTo>
                    <a:pt x="7147878" y="882797"/>
                  </a:lnTo>
                  <a:lnTo>
                    <a:pt x="7079361" y="871625"/>
                  </a:lnTo>
                  <a:lnTo>
                    <a:pt x="7016303" y="859137"/>
                  </a:lnTo>
                  <a:lnTo>
                    <a:pt x="6957881" y="845146"/>
                  </a:lnTo>
                  <a:lnTo>
                    <a:pt x="6903178" y="829447"/>
                  </a:lnTo>
                  <a:lnTo>
                    <a:pt x="6851268" y="811848"/>
                  </a:lnTo>
                  <a:lnTo>
                    <a:pt x="6801296" y="792212"/>
                  </a:lnTo>
                  <a:lnTo>
                    <a:pt x="6786527" y="785897"/>
                  </a:lnTo>
                  <a:lnTo>
                    <a:pt x="6736563" y="762855"/>
                  </a:lnTo>
                  <a:lnTo>
                    <a:pt x="6687086" y="737561"/>
                  </a:lnTo>
                  <a:lnTo>
                    <a:pt x="6637618" y="709977"/>
                  </a:lnTo>
                  <a:lnTo>
                    <a:pt x="6587828" y="680139"/>
                  </a:lnTo>
                  <a:lnTo>
                    <a:pt x="6537507" y="648159"/>
                  </a:lnTo>
                  <a:lnTo>
                    <a:pt x="6486561" y="614233"/>
                  </a:lnTo>
                  <a:lnTo>
                    <a:pt x="6434992" y="578642"/>
                  </a:lnTo>
                  <a:lnTo>
                    <a:pt x="6382886" y="541744"/>
                  </a:lnTo>
                  <a:lnTo>
                    <a:pt x="6330398" y="503961"/>
                  </a:lnTo>
                  <a:lnTo>
                    <a:pt x="6277723" y="465763"/>
                  </a:lnTo>
                  <a:lnTo>
                    <a:pt x="6225082" y="427638"/>
                  </a:lnTo>
                  <a:lnTo>
                    <a:pt x="6172690" y="390075"/>
                  </a:lnTo>
                  <a:lnTo>
                    <a:pt x="6120733" y="353530"/>
                  </a:lnTo>
                  <a:lnTo>
                    <a:pt x="6069347" y="318407"/>
                  </a:lnTo>
                  <a:lnTo>
                    <a:pt x="6018593" y="285043"/>
                  </a:lnTo>
                  <a:lnTo>
                    <a:pt x="5968448" y="253693"/>
                  </a:lnTo>
                  <a:lnTo>
                    <a:pt x="5918782" y="224528"/>
                  </a:lnTo>
                  <a:lnTo>
                    <a:pt x="5869353" y="197636"/>
                  </a:lnTo>
                  <a:lnTo>
                    <a:pt x="5819787" y="173028"/>
                  </a:lnTo>
                  <a:lnTo>
                    <a:pt x="5784835" y="157179"/>
                  </a:lnTo>
                  <a:lnTo>
                    <a:pt x="5735300" y="136919"/>
                  </a:lnTo>
                  <a:lnTo>
                    <a:pt x="5684058" y="118718"/>
                  </a:lnTo>
                  <a:lnTo>
                    <a:pt x="5630291" y="102466"/>
                  </a:lnTo>
                  <a:lnTo>
                    <a:pt x="5573086" y="87982"/>
                  </a:lnTo>
                  <a:lnTo>
                    <a:pt x="5511516" y="75063"/>
                  </a:lnTo>
                  <a:lnTo>
                    <a:pt x="5444718" y="63513"/>
                  </a:lnTo>
                  <a:lnTo>
                    <a:pt x="5372001" y="53162"/>
                  </a:lnTo>
                  <a:lnTo>
                    <a:pt x="5292982" y="43872"/>
                  </a:lnTo>
                  <a:lnTo>
                    <a:pt x="5207770" y="35545"/>
                  </a:lnTo>
                  <a:lnTo>
                    <a:pt x="5117178" y="28122"/>
                  </a:lnTo>
                  <a:lnTo>
                    <a:pt x="5022935" y="21578"/>
                  </a:lnTo>
                  <a:lnTo>
                    <a:pt x="4927815" y="15921"/>
                  </a:lnTo>
                  <a:lnTo>
                    <a:pt x="4835574" y="11171"/>
                  </a:lnTo>
                  <a:lnTo>
                    <a:pt x="4750607" y="7344"/>
                  </a:lnTo>
                  <a:lnTo>
                    <a:pt x="4677279" y="4430"/>
                  </a:lnTo>
                  <a:lnTo>
                    <a:pt x="4619060" y="2373"/>
                  </a:lnTo>
                  <a:lnTo>
                    <a:pt x="4577694" y="1066"/>
                  </a:lnTo>
                  <a:lnTo>
                    <a:pt x="4552690" y="356"/>
                  </a:lnTo>
                  <a:lnTo>
                    <a:pt x="4541258" y="63"/>
                  </a:lnTo>
                  <a:lnTo>
                    <a:pt x="4538578" y="0"/>
                  </a:lnTo>
                  <a:lnTo>
                    <a:pt x="4538543" y="0"/>
                  </a:lnTo>
                  <a:lnTo>
                    <a:pt x="4016409" y="0"/>
                  </a:lnTo>
                  <a:lnTo>
                    <a:pt x="4015212" y="62"/>
                  </a:lnTo>
                  <a:lnTo>
                    <a:pt x="4007376" y="508"/>
                  </a:lnTo>
                  <a:lnTo>
                    <a:pt x="3987746" y="1742"/>
                  </a:lnTo>
                  <a:lnTo>
                    <a:pt x="3952967" y="4167"/>
                  </a:lnTo>
                  <a:lnTo>
                    <a:pt x="3901775" y="8143"/>
                  </a:lnTo>
                  <a:lnTo>
                    <a:pt x="3835072" y="13945"/>
                  </a:lnTo>
                  <a:lnTo>
                    <a:pt x="3755610" y="21739"/>
                  </a:lnTo>
                  <a:lnTo>
                    <a:pt x="3667310" y="31583"/>
                  </a:lnTo>
                  <a:lnTo>
                    <a:pt x="3574442" y="43462"/>
                  </a:lnTo>
                  <a:lnTo>
                    <a:pt x="3480913" y="57327"/>
                  </a:lnTo>
                  <a:lnTo>
                    <a:pt x="3389811" y="73146"/>
                  </a:lnTo>
                  <a:lnTo>
                    <a:pt x="3303242" y="90936"/>
                  </a:lnTo>
                  <a:lnTo>
                    <a:pt x="3222382" y="110789"/>
                  </a:lnTo>
                  <a:lnTo>
                    <a:pt x="3147645" y="132876"/>
                  </a:lnTo>
                  <a:lnTo>
                    <a:pt x="3078881" y="157455"/>
                  </a:lnTo>
                  <a:lnTo>
                    <a:pt x="3015570" y="184861"/>
                  </a:lnTo>
                  <a:lnTo>
                    <a:pt x="2956965" y="215494"/>
                  </a:lnTo>
                  <a:lnTo>
                    <a:pt x="2902207" y="249795"/>
                  </a:lnTo>
                  <a:lnTo>
                    <a:pt x="2850408" y="288199"/>
                  </a:lnTo>
                  <a:lnTo>
                    <a:pt x="2800724" y="331056"/>
                  </a:lnTo>
                  <a:lnTo>
                    <a:pt x="2770117" y="360477"/>
                  </a:lnTo>
                  <a:lnTo>
                    <a:pt x="2729057" y="403474"/>
                  </a:lnTo>
                  <a:lnTo>
                    <a:pt x="2688392" y="449933"/>
                  </a:lnTo>
                  <a:lnTo>
                    <a:pt x="2647834" y="499922"/>
                  </a:lnTo>
                  <a:lnTo>
                    <a:pt x="2607165" y="553439"/>
                  </a:lnTo>
                  <a:lnTo>
                    <a:pt x="2566228" y="610407"/>
                  </a:lnTo>
                  <a:lnTo>
                    <a:pt x="2524922" y="670662"/>
                  </a:lnTo>
                  <a:lnTo>
                    <a:pt x="2483195" y="733955"/>
                  </a:lnTo>
                  <a:lnTo>
                    <a:pt x="2441041" y="799945"/>
                  </a:lnTo>
                  <a:lnTo>
                    <a:pt x="2398493" y="868211"/>
                  </a:lnTo>
                  <a:lnTo>
                    <a:pt x="2355618" y="938258"/>
                  </a:lnTo>
                  <a:lnTo>
                    <a:pt x="2312509" y="1009527"/>
                  </a:lnTo>
                  <a:lnTo>
                    <a:pt x="2269279" y="1081419"/>
                  </a:lnTo>
                  <a:lnTo>
                    <a:pt x="2226049" y="1153311"/>
                  </a:lnTo>
                  <a:lnTo>
                    <a:pt x="2182941" y="1224581"/>
                  </a:lnTo>
                  <a:lnTo>
                    <a:pt x="2140065" y="1294628"/>
                  </a:lnTo>
                  <a:lnTo>
                    <a:pt x="2097517" y="1362895"/>
                  </a:lnTo>
                  <a:lnTo>
                    <a:pt x="2055363" y="1428886"/>
                  </a:lnTo>
                  <a:lnTo>
                    <a:pt x="2013636" y="1492180"/>
                  </a:lnTo>
                  <a:lnTo>
                    <a:pt x="1972330" y="1552436"/>
                  </a:lnTo>
                  <a:lnTo>
                    <a:pt x="1931393" y="1609405"/>
                  </a:lnTo>
                  <a:lnTo>
                    <a:pt x="1890724" y="1662924"/>
                  </a:lnTo>
                  <a:lnTo>
                    <a:pt x="1850166" y="1712914"/>
                  </a:lnTo>
                  <a:lnTo>
                    <a:pt x="1809500" y="1759374"/>
                  </a:lnTo>
                  <a:lnTo>
                    <a:pt x="1768441" y="1802373"/>
                  </a:lnTo>
                  <a:lnTo>
                    <a:pt x="1768425" y="1802388"/>
                  </a:lnTo>
                  <a:lnTo>
                    <a:pt x="1719694" y="1848146"/>
                  </a:lnTo>
                  <a:lnTo>
                    <a:pt x="1669323" y="1889331"/>
                  </a:lnTo>
                  <a:lnTo>
                    <a:pt x="1616535" y="1926174"/>
                  </a:lnTo>
                  <a:lnTo>
                    <a:pt x="1560461" y="1959071"/>
                  </a:lnTo>
                  <a:lnTo>
                    <a:pt x="1500217" y="1988464"/>
                  </a:lnTo>
                  <a:lnTo>
                    <a:pt x="1434973" y="2014783"/>
                  </a:lnTo>
                  <a:lnTo>
                    <a:pt x="1364051" y="2038408"/>
                  </a:lnTo>
                  <a:lnTo>
                    <a:pt x="1287048" y="2059646"/>
                  </a:lnTo>
                  <a:lnTo>
                    <a:pt x="1203999" y="2078723"/>
                  </a:lnTo>
                  <a:lnTo>
                    <a:pt x="1115575" y="2095780"/>
                  </a:lnTo>
                  <a:lnTo>
                    <a:pt x="1023280" y="2110880"/>
                  </a:lnTo>
                  <a:lnTo>
                    <a:pt x="929586" y="2124018"/>
                  </a:lnTo>
                  <a:lnTo>
                    <a:pt x="837915" y="2135151"/>
                  </a:lnTo>
                  <a:lnTo>
                    <a:pt x="752378" y="2144238"/>
                  </a:lnTo>
                  <a:lnTo>
                    <a:pt x="677209" y="2151286"/>
                  </a:lnTo>
                  <a:lnTo>
                    <a:pt x="615992" y="2156389"/>
                  </a:lnTo>
                  <a:lnTo>
                    <a:pt x="570859" y="2159756"/>
                  </a:lnTo>
                  <a:lnTo>
                    <a:pt x="541930" y="2161696"/>
                  </a:lnTo>
                  <a:lnTo>
                    <a:pt x="527142" y="2162592"/>
                  </a:lnTo>
                  <a:lnTo>
                    <a:pt x="522441" y="2162850"/>
                  </a:lnTo>
                  <a:lnTo>
                    <a:pt x="522133" y="2162866"/>
                  </a:lnTo>
                  <a:lnTo>
                    <a:pt x="0" y="2162866"/>
                  </a:lnTo>
                  <a:lnTo>
                    <a:pt x="0" y="2162866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988" name="pg1988"/>
            <p:cNvSpPr/>
            <p:nvPr/>
          </p:nvSpPr>
          <p:spPr>
            <a:xfrm>
              <a:off x="386606" y="671652"/>
              <a:ext cx="8554953" cy="5240574"/>
            </a:xfrm>
            <a:custGeom>
              <a:avLst/>
              <a:pathLst>
                <a:path w="8554953" h="5240574">
                  <a:moveTo>
                    <a:pt x="0" y="5240574"/>
                  </a:moveTo>
                  <a:lnTo>
                    <a:pt x="522133" y="5240574"/>
                  </a:lnTo>
                  <a:lnTo>
                    <a:pt x="522965" y="5240470"/>
                  </a:lnTo>
                  <a:lnTo>
                    <a:pt x="528457" y="5239727"/>
                  </a:lnTo>
                  <a:lnTo>
                    <a:pt x="542369" y="5237675"/>
                  </a:lnTo>
                  <a:lnTo>
                    <a:pt x="567408" y="5233631"/>
                  </a:lnTo>
                  <a:lnTo>
                    <a:pt x="605056" y="5226952"/>
                  </a:lnTo>
                  <a:lnTo>
                    <a:pt x="655461" y="5217095"/>
                  </a:lnTo>
                  <a:lnTo>
                    <a:pt x="717489" y="5203662"/>
                  </a:lnTo>
                  <a:lnTo>
                    <a:pt x="788977" y="5186425"/>
                  </a:lnTo>
                  <a:lnTo>
                    <a:pt x="867138" y="5165306"/>
                  </a:lnTo>
                  <a:lnTo>
                    <a:pt x="949010" y="5140336"/>
                  </a:lnTo>
                  <a:lnTo>
                    <a:pt x="1031841" y="5111596"/>
                  </a:lnTo>
                  <a:lnTo>
                    <a:pt x="1113356" y="5079152"/>
                  </a:lnTo>
                  <a:lnTo>
                    <a:pt x="1191870" y="5043010"/>
                  </a:lnTo>
                  <a:lnTo>
                    <a:pt x="1266296" y="5003077"/>
                  </a:lnTo>
                  <a:lnTo>
                    <a:pt x="1336068" y="4959144"/>
                  </a:lnTo>
                  <a:lnTo>
                    <a:pt x="1401045" y="4910878"/>
                  </a:lnTo>
                  <a:lnTo>
                    <a:pt x="1461393" y="4857821"/>
                  </a:lnTo>
                  <a:lnTo>
                    <a:pt x="1517491" y="4799403"/>
                  </a:lnTo>
                  <a:lnTo>
                    <a:pt x="1569854" y="4734956"/>
                  </a:lnTo>
                  <a:lnTo>
                    <a:pt x="1619068" y="4663747"/>
                  </a:lnTo>
                  <a:lnTo>
                    <a:pt x="1665750" y="4585033"/>
                  </a:lnTo>
                  <a:lnTo>
                    <a:pt x="1710498" y="4498151"/>
                  </a:lnTo>
                  <a:lnTo>
                    <a:pt x="1753863" y="4402656"/>
                  </a:lnTo>
                  <a:lnTo>
                    <a:pt x="1768425" y="4368086"/>
                  </a:lnTo>
                  <a:lnTo>
                    <a:pt x="1797034" y="4296596"/>
                  </a:lnTo>
                  <a:lnTo>
                    <a:pt x="1825404" y="4221089"/>
                  </a:lnTo>
                  <a:lnTo>
                    <a:pt x="1853644" y="4141488"/>
                  </a:lnTo>
                  <a:lnTo>
                    <a:pt x="1881844" y="4057748"/>
                  </a:lnTo>
                  <a:lnTo>
                    <a:pt x="1910078" y="3969866"/>
                  </a:lnTo>
                  <a:lnTo>
                    <a:pt x="1938407" y="3877882"/>
                  </a:lnTo>
                  <a:lnTo>
                    <a:pt x="1966877" y="3781882"/>
                  </a:lnTo>
                  <a:lnTo>
                    <a:pt x="1995520" y="3681998"/>
                  </a:lnTo>
                  <a:lnTo>
                    <a:pt x="2024361" y="3578415"/>
                  </a:lnTo>
                  <a:lnTo>
                    <a:pt x="2053409" y="3471367"/>
                  </a:lnTo>
                  <a:lnTo>
                    <a:pt x="2082664" y="3361135"/>
                  </a:lnTo>
                  <a:lnTo>
                    <a:pt x="2112118" y="3248052"/>
                  </a:lnTo>
                  <a:lnTo>
                    <a:pt x="2141755" y="3132492"/>
                  </a:lnTo>
                  <a:lnTo>
                    <a:pt x="2171548" y="3014870"/>
                  </a:lnTo>
                  <a:lnTo>
                    <a:pt x="2201467" y="2895637"/>
                  </a:lnTo>
                  <a:lnTo>
                    <a:pt x="2231478" y="2775268"/>
                  </a:lnTo>
                  <a:lnTo>
                    <a:pt x="2261539" y="2654261"/>
                  </a:lnTo>
                  <a:lnTo>
                    <a:pt x="2291612" y="2533122"/>
                  </a:lnTo>
                  <a:lnTo>
                    <a:pt x="2321654" y="2412362"/>
                  </a:lnTo>
                  <a:lnTo>
                    <a:pt x="2351624" y="2292484"/>
                  </a:lnTo>
                  <a:lnTo>
                    <a:pt x="2381487" y="2173976"/>
                  </a:lnTo>
                  <a:lnTo>
                    <a:pt x="2411207" y="2057302"/>
                  </a:lnTo>
                  <a:lnTo>
                    <a:pt x="2440758" y="1942895"/>
                  </a:lnTo>
                  <a:lnTo>
                    <a:pt x="2470117" y="1831153"/>
                  </a:lnTo>
                  <a:lnTo>
                    <a:pt x="2499272" y="1722430"/>
                  </a:lnTo>
                  <a:lnTo>
                    <a:pt x="2528219" y="1617032"/>
                  </a:lnTo>
                  <a:lnTo>
                    <a:pt x="2556961" y="1515221"/>
                  </a:lnTo>
                  <a:lnTo>
                    <a:pt x="2585517" y="1417204"/>
                  </a:lnTo>
                  <a:lnTo>
                    <a:pt x="2613913" y="1323141"/>
                  </a:lnTo>
                  <a:lnTo>
                    <a:pt x="2642189" y="1233143"/>
                  </a:lnTo>
                  <a:lnTo>
                    <a:pt x="2670399" y="1147271"/>
                  </a:lnTo>
                  <a:lnTo>
                    <a:pt x="2698608" y="1065545"/>
                  </a:lnTo>
                  <a:lnTo>
                    <a:pt x="2726899" y="987940"/>
                  </a:lnTo>
                  <a:lnTo>
                    <a:pt x="2755370" y="914397"/>
                  </a:lnTo>
                  <a:lnTo>
                    <a:pt x="2770117" y="878135"/>
                  </a:lnTo>
                  <a:lnTo>
                    <a:pt x="2813119" y="779669"/>
                  </a:lnTo>
                  <a:lnTo>
                    <a:pt x="2857338" y="689882"/>
                  </a:lnTo>
                  <a:lnTo>
                    <a:pt x="2903294" y="608449"/>
                  </a:lnTo>
                  <a:lnTo>
                    <a:pt x="2951575" y="534762"/>
                  </a:lnTo>
                  <a:lnTo>
                    <a:pt x="3002795" y="468092"/>
                  </a:lnTo>
                  <a:lnTo>
                    <a:pt x="3057557" y="407696"/>
                  </a:lnTo>
                  <a:lnTo>
                    <a:pt x="3116403" y="352880"/>
                  </a:lnTo>
                  <a:lnTo>
                    <a:pt x="3179770" y="303037"/>
                  </a:lnTo>
                  <a:lnTo>
                    <a:pt x="3247905" y="257669"/>
                  </a:lnTo>
                  <a:lnTo>
                    <a:pt x="3320783" y="216401"/>
                  </a:lnTo>
                  <a:lnTo>
                    <a:pt x="3397996" y="178981"/>
                  </a:lnTo>
                  <a:lnTo>
                    <a:pt x="3478645" y="145279"/>
                  </a:lnTo>
                  <a:lnTo>
                    <a:pt x="3561255" y="115270"/>
                  </a:lnTo>
                  <a:lnTo>
                    <a:pt x="3643743" y="89005"/>
                  </a:lnTo>
                  <a:lnTo>
                    <a:pt x="3723500" y="66565"/>
                  </a:lnTo>
                  <a:lnTo>
                    <a:pt x="3797596" y="48005"/>
                  </a:lnTo>
                  <a:lnTo>
                    <a:pt x="3863135" y="33292"/>
                  </a:lnTo>
                  <a:lnTo>
                    <a:pt x="3917691" y="22251"/>
                  </a:lnTo>
                  <a:lnTo>
                    <a:pt x="3959743" y="14543"/>
                  </a:lnTo>
                  <a:lnTo>
                    <a:pt x="3988983" y="9668"/>
                  </a:lnTo>
                  <a:lnTo>
                    <a:pt x="4006445" y="7012"/>
                  </a:lnTo>
                  <a:lnTo>
                    <a:pt x="4014436" y="5900"/>
                  </a:lnTo>
                  <a:lnTo>
                    <a:pt x="4016409" y="5647"/>
                  </a:lnTo>
                  <a:lnTo>
                    <a:pt x="4538543" y="5647"/>
                  </a:lnTo>
                  <a:lnTo>
                    <a:pt x="4539685" y="5728"/>
                  </a:lnTo>
                  <a:lnTo>
                    <a:pt x="4547171" y="6306"/>
                  </a:lnTo>
                  <a:lnTo>
                    <a:pt x="4565954" y="7906"/>
                  </a:lnTo>
                  <a:lnTo>
                    <a:pt x="4599308" y="11050"/>
                  </a:lnTo>
                  <a:lnTo>
                    <a:pt x="4648552" y="16211"/>
                  </a:lnTo>
                  <a:lnTo>
                    <a:pt x="4712967" y="23756"/>
                  </a:lnTo>
                  <a:lnTo>
                    <a:pt x="4790058" y="33912"/>
                  </a:lnTo>
                  <a:lnTo>
                    <a:pt x="4876162" y="46767"/>
                  </a:lnTo>
                  <a:lnTo>
                    <a:pt x="4967204" y="62309"/>
                  </a:lnTo>
                  <a:lnTo>
                    <a:pt x="5059381" y="80478"/>
                  </a:lnTo>
                  <a:lnTo>
                    <a:pt x="5149614" y="101224"/>
                  </a:lnTo>
                  <a:lnTo>
                    <a:pt x="5235740" y="124559"/>
                  </a:lnTo>
                  <a:lnTo>
                    <a:pt x="5316485" y="150580"/>
                  </a:lnTo>
                  <a:lnTo>
                    <a:pt x="5391331" y="179489"/>
                  </a:lnTo>
                  <a:lnTo>
                    <a:pt x="5460319" y="211597"/>
                  </a:lnTo>
                  <a:lnTo>
                    <a:pt x="5523881" y="247317"/>
                  </a:lnTo>
                  <a:lnTo>
                    <a:pt x="5582688" y="287149"/>
                  </a:lnTo>
                  <a:lnTo>
                    <a:pt x="5637539" y="331657"/>
                  </a:lnTo>
                  <a:lnTo>
                    <a:pt x="5689281" y="381415"/>
                  </a:lnTo>
                  <a:lnTo>
                    <a:pt x="5738737" y="436924"/>
                  </a:lnTo>
                  <a:lnTo>
                    <a:pt x="5784835" y="496009"/>
                  </a:lnTo>
                  <a:lnTo>
                    <a:pt x="5821519" y="548008"/>
                  </a:lnTo>
                  <a:lnTo>
                    <a:pt x="5857863" y="603750"/>
                  </a:lnTo>
                  <a:lnTo>
                    <a:pt x="5894077" y="663311"/>
                  </a:lnTo>
                  <a:lnTo>
                    <a:pt x="5930331" y="726710"/>
                  </a:lnTo>
                  <a:lnTo>
                    <a:pt x="5966750" y="793899"/>
                  </a:lnTo>
                  <a:lnTo>
                    <a:pt x="6003427" y="864761"/>
                  </a:lnTo>
                  <a:lnTo>
                    <a:pt x="6040417" y="939103"/>
                  </a:lnTo>
                  <a:lnTo>
                    <a:pt x="6077748" y="1016657"/>
                  </a:lnTo>
                  <a:lnTo>
                    <a:pt x="6115418" y="1097078"/>
                  </a:lnTo>
                  <a:lnTo>
                    <a:pt x="6153402" y="1179951"/>
                  </a:lnTo>
                  <a:lnTo>
                    <a:pt x="6191651" y="1264797"/>
                  </a:lnTo>
                  <a:lnTo>
                    <a:pt x="6230101" y="1351081"/>
                  </a:lnTo>
                  <a:lnTo>
                    <a:pt x="6268675" y="1438231"/>
                  </a:lnTo>
                  <a:lnTo>
                    <a:pt x="6307287" y="1525648"/>
                  </a:lnTo>
                  <a:lnTo>
                    <a:pt x="6345850" y="1612725"/>
                  </a:lnTo>
                  <a:lnTo>
                    <a:pt x="6384280" y="1698868"/>
                  </a:lnTo>
                  <a:lnTo>
                    <a:pt x="6422500" y="1783505"/>
                  </a:lnTo>
                  <a:lnTo>
                    <a:pt x="6460449" y="1866110"/>
                  </a:lnTo>
                  <a:lnTo>
                    <a:pt x="6498080" y="1946211"/>
                  </a:lnTo>
                  <a:lnTo>
                    <a:pt x="6535370" y="2023398"/>
                  </a:lnTo>
                  <a:lnTo>
                    <a:pt x="6572321" y="2097338"/>
                  </a:lnTo>
                  <a:lnTo>
                    <a:pt x="6608963" y="2167771"/>
                  </a:lnTo>
                  <a:lnTo>
                    <a:pt x="6645357" y="2234513"/>
                  </a:lnTo>
                  <a:lnTo>
                    <a:pt x="6681599" y="2297456"/>
                  </a:lnTo>
                  <a:lnTo>
                    <a:pt x="6717819" y="2356560"/>
                  </a:lnTo>
                  <a:lnTo>
                    <a:pt x="6754191" y="2411851"/>
                  </a:lnTo>
                  <a:lnTo>
                    <a:pt x="6786527" y="2457460"/>
                  </a:lnTo>
                  <a:lnTo>
                    <a:pt x="6834478" y="2518772"/>
                  </a:lnTo>
                  <a:lnTo>
                    <a:pt x="6884008" y="2574055"/>
                  </a:lnTo>
                  <a:lnTo>
                    <a:pt x="6935853" y="2623602"/>
                  </a:lnTo>
                  <a:lnTo>
                    <a:pt x="6990839" y="2667921"/>
                  </a:lnTo>
                  <a:lnTo>
                    <a:pt x="7049813" y="2707587"/>
                  </a:lnTo>
                  <a:lnTo>
                    <a:pt x="7113570" y="2743160"/>
                  </a:lnTo>
                  <a:lnTo>
                    <a:pt x="7182776" y="2775139"/>
                  </a:lnTo>
                  <a:lnTo>
                    <a:pt x="7257849" y="2803933"/>
                  </a:lnTo>
                  <a:lnTo>
                    <a:pt x="7338814" y="2829849"/>
                  </a:lnTo>
                  <a:lnTo>
                    <a:pt x="7425124" y="2853083"/>
                  </a:lnTo>
                  <a:lnTo>
                    <a:pt x="7515477" y="2873732"/>
                  </a:lnTo>
                  <a:lnTo>
                    <a:pt x="7607673" y="2891802"/>
                  </a:lnTo>
                  <a:lnTo>
                    <a:pt x="7698600" y="2907242"/>
                  </a:lnTo>
                  <a:lnTo>
                    <a:pt x="7784435" y="2919994"/>
                  </a:lnTo>
                  <a:lnTo>
                    <a:pt x="7861104" y="2930048"/>
                  </a:lnTo>
                  <a:lnTo>
                    <a:pt x="7924977" y="2937497"/>
                  </a:lnTo>
                  <a:lnTo>
                    <a:pt x="7973616" y="2942574"/>
                  </a:lnTo>
                  <a:lnTo>
                    <a:pt x="8006376" y="2945650"/>
                  </a:lnTo>
                  <a:lnTo>
                    <a:pt x="8024657" y="2947201"/>
                  </a:lnTo>
                  <a:lnTo>
                    <a:pt x="8031800" y="2947751"/>
                  </a:lnTo>
                  <a:lnTo>
                    <a:pt x="8032819" y="2947823"/>
                  </a:lnTo>
                  <a:lnTo>
                    <a:pt x="8554953" y="2947823"/>
                  </a:lnTo>
                  <a:lnTo>
                    <a:pt x="8554953" y="2942176"/>
                  </a:lnTo>
                  <a:lnTo>
                    <a:pt x="8032819" y="2942176"/>
                  </a:lnTo>
                  <a:lnTo>
                    <a:pt x="8031677" y="2942095"/>
                  </a:lnTo>
                  <a:lnTo>
                    <a:pt x="8024191" y="2941516"/>
                  </a:lnTo>
                  <a:lnTo>
                    <a:pt x="8005408" y="2939917"/>
                  </a:lnTo>
                  <a:lnTo>
                    <a:pt x="7972054" y="2936772"/>
                  </a:lnTo>
                  <a:lnTo>
                    <a:pt x="7922810" y="2931611"/>
                  </a:lnTo>
                  <a:lnTo>
                    <a:pt x="7858395" y="2924066"/>
                  </a:lnTo>
                  <a:lnTo>
                    <a:pt x="7781304" y="2913910"/>
                  </a:lnTo>
                  <a:lnTo>
                    <a:pt x="7695200" y="2901055"/>
                  </a:lnTo>
                  <a:lnTo>
                    <a:pt x="7604158" y="2885513"/>
                  </a:lnTo>
                  <a:lnTo>
                    <a:pt x="7511981" y="2867345"/>
                  </a:lnTo>
                  <a:lnTo>
                    <a:pt x="7421747" y="2846598"/>
                  </a:lnTo>
                  <a:lnTo>
                    <a:pt x="7335622" y="2823263"/>
                  </a:lnTo>
                  <a:lnTo>
                    <a:pt x="7254876" y="2797243"/>
                  </a:lnTo>
                  <a:lnTo>
                    <a:pt x="7180031" y="2768333"/>
                  </a:lnTo>
                  <a:lnTo>
                    <a:pt x="7111043" y="2736225"/>
                  </a:lnTo>
                  <a:lnTo>
                    <a:pt x="7047481" y="2700506"/>
                  </a:lnTo>
                  <a:lnTo>
                    <a:pt x="6988674" y="2660673"/>
                  </a:lnTo>
                  <a:lnTo>
                    <a:pt x="6933823" y="2616165"/>
                  </a:lnTo>
                  <a:lnTo>
                    <a:pt x="6882081" y="2566407"/>
                  </a:lnTo>
                  <a:lnTo>
                    <a:pt x="6832625" y="2510898"/>
                  </a:lnTo>
                  <a:lnTo>
                    <a:pt x="6786527" y="2451813"/>
                  </a:lnTo>
                  <a:lnTo>
                    <a:pt x="6749843" y="2399814"/>
                  </a:lnTo>
                  <a:lnTo>
                    <a:pt x="6713499" y="2344072"/>
                  </a:lnTo>
                  <a:lnTo>
                    <a:pt x="6677285" y="2284511"/>
                  </a:lnTo>
                  <a:lnTo>
                    <a:pt x="6641031" y="2221112"/>
                  </a:lnTo>
                  <a:lnTo>
                    <a:pt x="6604612" y="2153923"/>
                  </a:lnTo>
                  <a:lnTo>
                    <a:pt x="6567935" y="2083062"/>
                  </a:lnTo>
                  <a:lnTo>
                    <a:pt x="6530945" y="2008719"/>
                  </a:lnTo>
                  <a:lnTo>
                    <a:pt x="6493614" y="1931166"/>
                  </a:lnTo>
                  <a:lnTo>
                    <a:pt x="6455943" y="1850744"/>
                  </a:lnTo>
                  <a:lnTo>
                    <a:pt x="6417960" y="1767871"/>
                  </a:lnTo>
                  <a:lnTo>
                    <a:pt x="6379711" y="1683025"/>
                  </a:lnTo>
                  <a:lnTo>
                    <a:pt x="6341261" y="1596741"/>
                  </a:lnTo>
                  <a:lnTo>
                    <a:pt x="6302687" y="1509591"/>
                  </a:lnTo>
                  <a:lnTo>
                    <a:pt x="6264075" y="1422175"/>
                  </a:lnTo>
                  <a:lnTo>
                    <a:pt x="6225512" y="1335097"/>
                  </a:lnTo>
                  <a:lnTo>
                    <a:pt x="6187082" y="1248955"/>
                  </a:lnTo>
                  <a:lnTo>
                    <a:pt x="6148861" y="1164317"/>
                  </a:lnTo>
                  <a:lnTo>
                    <a:pt x="6110913" y="1081712"/>
                  </a:lnTo>
                  <a:lnTo>
                    <a:pt x="6073282" y="1001612"/>
                  </a:lnTo>
                  <a:lnTo>
                    <a:pt x="6035992" y="924424"/>
                  </a:lnTo>
                  <a:lnTo>
                    <a:pt x="5999041" y="850484"/>
                  </a:lnTo>
                  <a:lnTo>
                    <a:pt x="5962399" y="780051"/>
                  </a:lnTo>
                  <a:lnTo>
                    <a:pt x="5926005" y="713309"/>
                  </a:lnTo>
                  <a:lnTo>
                    <a:pt x="5889763" y="650366"/>
                  </a:lnTo>
                  <a:lnTo>
                    <a:pt x="5853543" y="591262"/>
                  </a:lnTo>
                  <a:lnTo>
                    <a:pt x="5817171" y="535971"/>
                  </a:lnTo>
                  <a:lnTo>
                    <a:pt x="5784835" y="490362"/>
                  </a:lnTo>
                  <a:lnTo>
                    <a:pt x="5736884" y="429050"/>
                  </a:lnTo>
                  <a:lnTo>
                    <a:pt x="5687354" y="373768"/>
                  </a:lnTo>
                  <a:lnTo>
                    <a:pt x="5635509" y="324220"/>
                  </a:lnTo>
                  <a:lnTo>
                    <a:pt x="5580523" y="279901"/>
                  </a:lnTo>
                  <a:lnTo>
                    <a:pt x="5521549" y="240235"/>
                  </a:lnTo>
                  <a:lnTo>
                    <a:pt x="5457792" y="204662"/>
                  </a:lnTo>
                  <a:lnTo>
                    <a:pt x="5388586" y="172683"/>
                  </a:lnTo>
                  <a:lnTo>
                    <a:pt x="5313513" y="143889"/>
                  </a:lnTo>
                  <a:lnTo>
                    <a:pt x="5232548" y="117974"/>
                  </a:lnTo>
                  <a:lnTo>
                    <a:pt x="5146238" y="94739"/>
                  </a:lnTo>
                  <a:lnTo>
                    <a:pt x="5055885" y="74090"/>
                  </a:lnTo>
                  <a:lnTo>
                    <a:pt x="4963689" y="56021"/>
                  </a:lnTo>
                  <a:lnTo>
                    <a:pt x="4872762" y="40580"/>
                  </a:lnTo>
                  <a:lnTo>
                    <a:pt x="4786927" y="27828"/>
                  </a:lnTo>
                  <a:lnTo>
                    <a:pt x="4710258" y="17775"/>
                  </a:lnTo>
                  <a:lnTo>
                    <a:pt x="4646385" y="10325"/>
                  </a:lnTo>
                  <a:lnTo>
                    <a:pt x="4597746" y="5249"/>
                  </a:lnTo>
                  <a:lnTo>
                    <a:pt x="4564986" y="2172"/>
                  </a:lnTo>
                  <a:lnTo>
                    <a:pt x="4546705" y="622"/>
                  </a:lnTo>
                  <a:lnTo>
                    <a:pt x="4539562" y="72"/>
                  </a:lnTo>
                  <a:lnTo>
                    <a:pt x="4538543" y="0"/>
                  </a:lnTo>
                  <a:lnTo>
                    <a:pt x="4016409" y="0"/>
                  </a:lnTo>
                  <a:lnTo>
                    <a:pt x="4015577" y="104"/>
                  </a:lnTo>
                  <a:lnTo>
                    <a:pt x="4010085" y="847"/>
                  </a:lnTo>
                  <a:lnTo>
                    <a:pt x="3996173" y="2899"/>
                  </a:lnTo>
                  <a:lnTo>
                    <a:pt x="3971134" y="6943"/>
                  </a:lnTo>
                  <a:lnTo>
                    <a:pt x="3933486" y="13622"/>
                  </a:lnTo>
                  <a:lnTo>
                    <a:pt x="3883081" y="23479"/>
                  </a:lnTo>
                  <a:lnTo>
                    <a:pt x="3821053" y="36912"/>
                  </a:lnTo>
                  <a:lnTo>
                    <a:pt x="3749565" y="54149"/>
                  </a:lnTo>
                  <a:lnTo>
                    <a:pt x="3671404" y="75268"/>
                  </a:lnTo>
                  <a:lnTo>
                    <a:pt x="3589532" y="100237"/>
                  </a:lnTo>
                  <a:lnTo>
                    <a:pt x="3506701" y="128978"/>
                  </a:lnTo>
                  <a:lnTo>
                    <a:pt x="3425186" y="161421"/>
                  </a:lnTo>
                  <a:lnTo>
                    <a:pt x="3346672" y="197564"/>
                  </a:lnTo>
                  <a:lnTo>
                    <a:pt x="3272247" y="237497"/>
                  </a:lnTo>
                  <a:lnTo>
                    <a:pt x="3202474" y="281430"/>
                  </a:lnTo>
                  <a:lnTo>
                    <a:pt x="3137497" y="329696"/>
                  </a:lnTo>
                  <a:lnTo>
                    <a:pt x="3077149" y="382753"/>
                  </a:lnTo>
                  <a:lnTo>
                    <a:pt x="3021051" y="441171"/>
                  </a:lnTo>
                  <a:lnTo>
                    <a:pt x="2968688" y="505618"/>
                  </a:lnTo>
                  <a:lnTo>
                    <a:pt x="2919474" y="576827"/>
                  </a:lnTo>
                  <a:lnTo>
                    <a:pt x="2872793" y="655541"/>
                  </a:lnTo>
                  <a:lnTo>
                    <a:pt x="2828044" y="742423"/>
                  </a:lnTo>
                  <a:lnTo>
                    <a:pt x="2784680" y="837918"/>
                  </a:lnTo>
                  <a:lnTo>
                    <a:pt x="2770117" y="872487"/>
                  </a:lnTo>
                  <a:lnTo>
                    <a:pt x="2741508" y="943978"/>
                  </a:lnTo>
                  <a:lnTo>
                    <a:pt x="2713138" y="1019485"/>
                  </a:lnTo>
                  <a:lnTo>
                    <a:pt x="2684898" y="1099086"/>
                  </a:lnTo>
                  <a:lnTo>
                    <a:pt x="2656698" y="1182826"/>
                  </a:lnTo>
                  <a:lnTo>
                    <a:pt x="2628464" y="1270708"/>
                  </a:lnTo>
                  <a:lnTo>
                    <a:pt x="2600135" y="1362692"/>
                  </a:lnTo>
                  <a:lnTo>
                    <a:pt x="2571666" y="1458692"/>
                  </a:lnTo>
                  <a:lnTo>
                    <a:pt x="2543022" y="1558575"/>
                  </a:lnTo>
                  <a:lnTo>
                    <a:pt x="2514181" y="1662158"/>
                  </a:lnTo>
                  <a:lnTo>
                    <a:pt x="2485134" y="1769207"/>
                  </a:lnTo>
                  <a:lnTo>
                    <a:pt x="2455878" y="1879439"/>
                  </a:lnTo>
                  <a:lnTo>
                    <a:pt x="2426424" y="1992522"/>
                  </a:lnTo>
                  <a:lnTo>
                    <a:pt x="2396788" y="2108082"/>
                  </a:lnTo>
                  <a:lnTo>
                    <a:pt x="2366994" y="2225704"/>
                  </a:lnTo>
                  <a:lnTo>
                    <a:pt x="2337075" y="2344937"/>
                  </a:lnTo>
                  <a:lnTo>
                    <a:pt x="2307065" y="2465306"/>
                  </a:lnTo>
                  <a:lnTo>
                    <a:pt x="2277003" y="2586313"/>
                  </a:lnTo>
                  <a:lnTo>
                    <a:pt x="2246930" y="2707452"/>
                  </a:lnTo>
                  <a:lnTo>
                    <a:pt x="2216889" y="2828212"/>
                  </a:lnTo>
                  <a:lnTo>
                    <a:pt x="2186918" y="2948090"/>
                  </a:lnTo>
                  <a:lnTo>
                    <a:pt x="2157055" y="3066598"/>
                  </a:lnTo>
                  <a:lnTo>
                    <a:pt x="2127335" y="3183272"/>
                  </a:lnTo>
                  <a:lnTo>
                    <a:pt x="2097784" y="3297678"/>
                  </a:lnTo>
                  <a:lnTo>
                    <a:pt x="2068425" y="3409420"/>
                  </a:lnTo>
                  <a:lnTo>
                    <a:pt x="2039270" y="3518144"/>
                  </a:lnTo>
                  <a:lnTo>
                    <a:pt x="2010324" y="3623541"/>
                  </a:lnTo>
                  <a:lnTo>
                    <a:pt x="1981581" y="3725353"/>
                  </a:lnTo>
                  <a:lnTo>
                    <a:pt x="1953025" y="3823370"/>
                  </a:lnTo>
                  <a:lnTo>
                    <a:pt x="1924629" y="3917432"/>
                  </a:lnTo>
                  <a:lnTo>
                    <a:pt x="1896353" y="4007431"/>
                  </a:lnTo>
                  <a:lnTo>
                    <a:pt x="1868144" y="4093303"/>
                  </a:lnTo>
                  <a:lnTo>
                    <a:pt x="1839935" y="4175029"/>
                  </a:lnTo>
                  <a:lnTo>
                    <a:pt x="1811644" y="4252633"/>
                  </a:lnTo>
                  <a:lnTo>
                    <a:pt x="1783172" y="4326177"/>
                  </a:lnTo>
                  <a:lnTo>
                    <a:pt x="1768425" y="4362439"/>
                  </a:lnTo>
                  <a:lnTo>
                    <a:pt x="1725423" y="4460904"/>
                  </a:lnTo>
                  <a:lnTo>
                    <a:pt x="1681204" y="4550692"/>
                  </a:lnTo>
                  <a:lnTo>
                    <a:pt x="1635248" y="4632125"/>
                  </a:lnTo>
                  <a:lnTo>
                    <a:pt x="1586967" y="4705812"/>
                  </a:lnTo>
                  <a:lnTo>
                    <a:pt x="1535747" y="4772482"/>
                  </a:lnTo>
                  <a:lnTo>
                    <a:pt x="1480986" y="4832878"/>
                  </a:lnTo>
                  <a:lnTo>
                    <a:pt x="1422139" y="4887694"/>
                  </a:lnTo>
                  <a:lnTo>
                    <a:pt x="1358772" y="4937537"/>
                  </a:lnTo>
                  <a:lnTo>
                    <a:pt x="1290637" y="4982905"/>
                  </a:lnTo>
                  <a:lnTo>
                    <a:pt x="1217759" y="5024173"/>
                  </a:lnTo>
                  <a:lnTo>
                    <a:pt x="1140546" y="5061593"/>
                  </a:lnTo>
                  <a:lnTo>
                    <a:pt x="1059897" y="5095295"/>
                  </a:lnTo>
                  <a:lnTo>
                    <a:pt x="977287" y="5125304"/>
                  </a:lnTo>
                  <a:lnTo>
                    <a:pt x="894799" y="5151569"/>
                  </a:lnTo>
                  <a:lnTo>
                    <a:pt x="815042" y="5174009"/>
                  </a:lnTo>
                  <a:lnTo>
                    <a:pt x="740947" y="5192568"/>
                  </a:lnTo>
                  <a:lnTo>
                    <a:pt x="675408" y="5207282"/>
                  </a:lnTo>
                  <a:lnTo>
                    <a:pt x="620851" y="5218322"/>
                  </a:lnTo>
                  <a:lnTo>
                    <a:pt x="578799" y="5226031"/>
                  </a:lnTo>
                  <a:lnTo>
                    <a:pt x="549559" y="5230905"/>
                  </a:lnTo>
                  <a:lnTo>
                    <a:pt x="532098" y="5233561"/>
                  </a:lnTo>
                  <a:lnTo>
                    <a:pt x="524106" y="5234674"/>
                  </a:lnTo>
                  <a:lnTo>
                    <a:pt x="522133" y="5234927"/>
                  </a:lnTo>
                  <a:lnTo>
                    <a:pt x="0" y="5234927"/>
                  </a:lnTo>
                  <a:close/>
                </a:path>
              </a:pathLst>
            </a:custGeom>
            <a:solidFill>
              <a:srgbClr val="C3CD83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1989" name="pl1989"/>
            <p:cNvSpPr/>
            <p:nvPr/>
          </p:nvSpPr>
          <p:spPr>
            <a:xfrm>
              <a:off x="386606" y="677299"/>
              <a:ext cx="8554953" cy="5234927"/>
            </a:xfrm>
            <a:custGeom>
              <a:avLst/>
              <a:pathLst>
                <a:path w="8554953" h="5234927">
                  <a:moveTo>
                    <a:pt x="0" y="5234927"/>
                  </a:moveTo>
                  <a:lnTo>
                    <a:pt x="522133" y="5234927"/>
                  </a:lnTo>
                  <a:lnTo>
                    <a:pt x="522965" y="5234823"/>
                  </a:lnTo>
                  <a:lnTo>
                    <a:pt x="528457" y="5234080"/>
                  </a:lnTo>
                  <a:lnTo>
                    <a:pt x="542369" y="5232028"/>
                  </a:lnTo>
                  <a:lnTo>
                    <a:pt x="567408" y="5227984"/>
                  </a:lnTo>
                  <a:lnTo>
                    <a:pt x="605056" y="5221305"/>
                  </a:lnTo>
                  <a:lnTo>
                    <a:pt x="655461" y="5211448"/>
                  </a:lnTo>
                  <a:lnTo>
                    <a:pt x="717489" y="5198015"/>
                  </a:lnTo>
                  <a:lnTo>
                    <a:pt x="788977" y="5180778"/>
                  </a:lnTo>
                  <a:lnTo>
                    <a:pt x="867138" y="5159659"/>
                  </a:lnTo>
                  <a:lnTo>
                    <a:pt x="949010" y="5134689"/>
                  </a:lnTo>
                  <a:lnTo>
                    <a:pt x="1031841" y="5105949"/>
                  </a:lnTo>
                  <a:lnTo>
                    <a:pt x="1113356" y="5073505"/>
                  </a:lnTo>
                  <a:lnTo>
                    <a:pt x="1191870" y="5037363"/>
                  </a:lnTo>
                  <a:lnTo>
                    <a:pt x="1266296" y="4997429"/>
                  </a:lnTo>
                  <a:lnTo>
                    <a:pt x="1336068" y="4953497"/>
                  </a:lnTo>
                  <a:lnTo>
                    <a:pt x="1401045" y="4905230"/>
                  </a:lnTo>
                  <a:lnTo>
                    <a:pt x="1461393" y="4852174"/>
                  </a:lnTo>
                  <a:lnTo>
                    <a:pt x="1517491" y="4793756"/>
                  </a:lnTo>
                  <a:lnTo>
                    <a:pt x="1569854" y="4729308"/>
                  </a:lnTo>
                  <a:lnTo>
                    <a:pt x="1619068" y="4658099"/>
                  </a:lnTo>
                  <a:lnTo>
                    <a:pt x="1665750" y="4579386"/>
                  </a:lnTo>
                  <a:lnTo>
                    <a:pt x="1710498" y="4492504"/>
                  </a:lnTo>
                  <a:lnTo>
                    <a:pt x="1753863" y="4397009"/>
                  </a:lnTo>
                  <a:lnTo>
                    <a:pt x="1768425" y="4362439"/>
                  </a:lnTo>
                  <a:lnTo>
                    <a:pt x="1797034" y="4290948"/>
                  </a:lnTo>
                  <a:lnTo>
                    <a:pt x="1825404" y="4215442"/>
                  </a:lnTo>
                  <a:lnTo>
                    <a:pt x="1853644" y="4135840"/>
                  </a:lnTo>
                  <a:lnTo>
                    <a:pt x="1881844" y="4052100"/>
                  </a:lnTo>
                  <a:lnTo>
                    <a:pt x="1910078" y="3964219"/>
                  </a:lnTo>
                  <a:lnTo>
                    <a:pt x="1938407" y="3872235"/>
                  </a:lnTo>
                  <a:lnTo>
                    <a:pt x="1966877" y="3776235"/>
                  </a:lnTo>
                  <a:lnTo>
                    <a:pt x="1995520" y="3676351"/>
                  </a:lnTo>
                  <a:lnTo>
                    <a:pt x="2024361" y="3572768"/>
                  </a:lnTo>
                  <a:lnTo>
                    <a:pt x="2053409" y="3465720"/>
                  </a:lnTo>
                  <a:lnTo>
                    <a:pt x="2082664" y="3355488"/>
                  </a:lnTo>
                  <a:lnTo>
                    <a:pt x="2112118" y="3242405"/>
                  </a:lnTo>
                  <a:lnTo>
                    <a:pt x="2141755" y="3126845"/>
                  </a:lnTo>
                  <a:lnTo>
                    <a:pt x="2171548" y="3009223"/>
                  </a:lnTo>
                  <a:lnTo>
                    <a:pt x="2201467" y="2889990"/>
                  </a:lnTo>
                  <a:lnTo>
                    <a:pt x="2231478" y="2769621"/>
                  </a:lnTo>
                  <a:lnTo>
                    <a:pt x="2261539" y="2648614"/>
                  </a:lnTo>
                  <a:lnTo>
                    <a:pt x="2291612" y="2527475"/>
                  </a:lnTo>
                  <a:lnTo>
                    <a:pt x="2321654" y="2406715"/>
                  </a:lnTo>
                  <a:lnTo>
                    <a:pt x="2351624" y="2286837"/>
                  </a:lnTo>
                  <a:lnTo>
                    <a:pt x="2381487" y="2168329"/>
                  </a:lnTo>
                  <a:lnTo>
                    <a:pt x="2411207" y="2051655"/>
                  </a:lnTo>
                  <a:lnTo>
                    <a:pt x="2440758" y="1937248"/>
                  </a:lnTo>
                  <a:lnTo>
                    <a:pt x="2470117" y="1825506"/>
                  </a:lnTo>
                  <a:lnTo>
                    <a:pt x="2499272" y="1716782"/>
                  </a:lnTo>
                  <a:lnTo>
                    <a:pt x="2528219" y="1611385"/>
                  </a:lnTo>
                  <a:lnTo>
                    <a:pt x="2556961" y="1509574"/>
                  </a:lnTo>
                  <a:lnTo>
                    <a:pt x="2585517" y="1411557"/>
                  </a:lnTo>
                  <a:lnTo>
                    <a:pt x="2613913" y="1317494"/>
                  </a:lnTo>
                  <a:lnTo>
                    <a:pt x="2642189" y="1227496"/>
                  </a:lnTo>
                  <a:lnTo>
                    <a:pt x="2670399" y="1141624"/>
                  </a:lnTo>
                  <a:lnTo>
                    <a:pt x="2698608" y="1059898"/>
                  </a:lnTo>
                  <a:lnTo>
                    <a:pt x="2726899" y="982293"/>
                  </a:lnTo>
                  <a:lnTo>
                    <a:pt x="2755370" y="908750"/>
                  </a:lnTo>
                  <a:lnTo>
                    <a:pt x="2770117" y="872487"/>
                  </a:lnTo>
                  <a:lnTo>
                    <a:pt x="2813119" y="774022"/>
                  </a:lnTo>
                  <a:lnTo>
                    <a:pt x="2857338" y="684235"/>
                  </a:lnTo>
                  <a:lnTo>
                    <a:pt x="2903294" y="602802"/>
                  </a:lnTo>
                  <a:lnTo>
                    <a:pt x="2951575" y="529115"/>
                  </a:lnTo>
                  <a:lnTo>
                    <a:pt x="3002795" y="462445"/>
                  </a:lnTo>
                  <a:lnTo>
                    <a:pt x="3057557" y="402048"/>
                  </a:lnTo>
                  <a:lnTo>
                    <a:pt x="3116403" y="347232"/>
                  </a:lnTo>
                  <a:lnTo>
                    <a:pt x="3179770" y="297389"/>
                  </a:lnTo>
                  <a:lnTo>
                    <a:pt x="3247905" y="252022"/>
                  </a:lnTo>
                  <a:lnTo>
                    <a:pt x="3320783" y="210754"/>
                  </a:lnTo>
                  <a:lnTo>
                    <a:pt x="3397996" y="173334"/>
                  </a:lnTo>
                  <a:lnTo>
                    <a:pt x="3478645" y="139632"/>
                  </a:lnTo>
                  <a:lnTo>
                    <a:pt x="3561255" y="109623"/>
                  </a:lnTo>
                  <a:lnTo>
                    <a:pt x="3643743" y="83358"/>
                  </a:lnTo>
                  <a:lnTo>
                    <a:pt x="3723500" y="60918"/>
                  </a:lnTo>
                  <a:lnTo>
                    <a:pt x="3797596" y="42358"/>
                  </a:lnTo>
                  <a:lnTo>
                    <a:pt x="3863135" y="27645"/>
                  </a:lnTo>
                  <a:lnTo>
                    <a:pt x="3917691" y="16604"/>
                  </a:lnTo>
                  <a:lnTo>
                    <a:pt x="3959743" y="8896"/>
                  </a:lnTo>
                  <a:lnTo>
                    <a:pt x="3988983" y="4021"/>
                  </a:lnTo>
                  <a:lnTo>
                    <a:pt x="4006445" y="1365"/>
                  </a:lnTo>
                  <a:lnTo>
                    <a:pt x="4014436" y="252"/>
                  </a:lnTo>
                  <a:lnTo>
                    <a:pt x="4016375" y="4"/>
                  </a:lnTo>
                  <a:lnTo>
                    <a:pt x="4016409" y="0"/>
                  </a:lnTo>
                  <a:lnTo>
                    <a:pt x="4538543" y="0"/>
                  </a:lnTo>
                  <a:lnTo>
                    <a:pt x="4539685" y="81"/>
                  </a:lnTo>
                  <a:lnTo>
                    <a:pt x="4547171" y="659"/>
                  </a:lnTo>
                  <a:lnTo>
                    <a:pt x="4565954" y="2258"/>
                  </a:lnTo>
                  <a:lnTo>
                    <a:pt x="4599308" y="5403"/>
                  </a:lnTo>
                  <a:lnTo>
                    <a:pt x="4648552" y="10564"/>
                  </a:lnTo>
                  <a:lnTo>
                    <a:pt x="4712967" y="18109"/>
                  </a:lnTo>
                  <a:lnTo>
                    <a:pt x="4790058" y="28265"/>
                  </a:lnTo>
                  <a:lnTo>
                    <a:pt x="4876162" y="41120"/>
                  </a:lnTo>
                  <a:lnTo>
                    <a:pt x="4967204" y="56662"/>
                  </a:lnTo>
                  <a:lnTo>
                    <a:pt x="5059381" y="74831"/>
                  </a:lnTo>
                  <a:lnTo>
                    <a:pt x="5149614" y="95577"/>
                  </a:lnTo>
                  <a:lnTo>
                    <a:pt x="5235740" y="118912"/>
                  </a:lnTo>
                  <a:lnTo>
                    <a:pt x="5316485" y="144932"/>
                  </a:lnTo>
                  <a:lnTo>
                    <a:pt x="5391331" y="173842"/>
                  </a:lnTo>
                  <a:lnTo>
                    <a:pt x="5460319" y="205950"/>
                  </a:lnTo>
                  <a:lnTo>
                    <a:pt x="5523881" y="241670"/>
                  </a:lnTo>
                  <a:lnTo>
                    <a:pt x="5582688" y="281502"/>
                  </a:lnTo>
                  <a:lnTo>
                    <a:pt x="5637539" y="326010"/>
                  </a:lnTo>
                  <a:lnTo>
                    <a:pt x="5689281" y="375768"/>
                  </a:lnTo>
                  <a:lnTo>
                    <a:pt x="5738737" y="431277"/>
                  </a:lnTo>
                  <a:lnTo>
                    <a:pt x="5784835" y="490362"/>
                  </a:lnTo>
                  <a:lnTo>
                    <a:pt x="5821519" y="542361"/>
                  </a:lnTo>
                  <a:lnTo>
                    <a:pt x="5857863" y="598103"/>
                  </a:lnTo>
                  <a:lnTo>
                    <a:pt x="5894077" y="657664"/>
                  </a:lnTo>
                  <a:lnTo>
                    <a:pt x="5930331" y="721063"/>
                  </a:lnTo>
                  <a:lnTo>
                    <a:pt x="5966750" y="788252"/>
                  </a:lnTo>
                  <a:lnTo>
                    <a:pt x="6003427" y="859114"/>
                  </a:lnTo>
                  <a:lnTo>
                    <a:pt x="6040417" y="933456"/>
                  </a:lnTo>
                  <a:lnTo>
                    <a:pt x="6077748" y="1011010"/>
                  </a:lnTo>
                  <a:lnTo>
                    <a:pt x="6115418" y="1091431"/>
                  </a:lnTo>
                  <a:lnTo>
                    <a:pt x="6153402" y="1174304"/>
                  </a:lnTo>
                  <a:lnTo>
                    <a:pt x="6191651" y="1259150"/>
                  </a:lnTo>
                  <a:lnTo>
                    <a:pt x="6230101" y="1345434"/>
                  </a:lnTo>
                  <a:lnTo>
                    <a:pt x="6268675" y="1432584"/>
                  </a:lnTo>
                  <a:lnTo>
                    <a:pt x="6307287" y="1520000"/>
                  </a:lnTo>
                  <a:lnTo>
                    <a:pt x="6345850" y="1607078"/>
                  </a:lnTo>
                  <a:lnTo>
                    <a:pt x="6384280" y="1693220"/>
                  </a:lnTo>
                  <a:lnTo>
                    <a:pt x="6422500" y="1777858"/>
                  </a:lnTo>
                  <a:lnTo>
                    <a:pt x="6460449" y="1860463"/>
                  </a:lnTo>
                  <a:lnTo>
                    <a:pt x="6498080" y="1940563"/>
                  </a:lnTo>
                  <a:lnTo>
                    <a:pt x="6535370" y="2017751"/>
                  </a:lnTo>
                  <a:lnTo>
                    <a:pt x="6572321" y="2091691"/>
                  </a:lnTo>
                  <a:lnTo>
                    <a:pt x="6608963" y="2162124"/>
                  </a:lnTo>
                  <a:lnTo>
                    <a:pt x="6645357" y="2228866"/>
                  </a:lnTo>
                  <a:lnTo>
                    <a:pt x="6681599" y="2291809"/>
                  </a:lnTo>
                  <a:lnTo>
                    <a:pt x="6717819" y="2350913"/>
                  </a:lnTo>
                  <a:lnTo>
                    <a:pt x="6754191" y="2406204"/>
                  </a:lnTo>
                  <a:lnTo>
                    <a:pt x="6786527" y="2451813"/>
                  </a:lnTo>
                  <a:lnTo>
                    <a:pt x="6834478" y="2513125"/>
                  </a:lnTo>
                  <a:lnTo>
                    <a:pt x="6884008" y="2568407"/>
                  </a:lnTo>
                  <a:lnTo>
                    <a:pt x="6935853" y="2617955"/>
                  </a:lnTo>
                  <a:lnTo>
                    <a:pt x="6990839" y="2662274"/>
                  </a:lnTo>
                  <a:lnTo>
                    <a:pt x="7049813" y="2701940"/>
                  </a:lnTo>
                  <a:lnTo>
                    <a:pt x="7113570" y="2737513"/>
                  </a:lnTo>
                  <a:lnTo>
                    <a:pt x="7182776" y="2769492"/>
                  </a:lnTo>
                  <a:lnTo>
                    <a:pt x="7257849" y="2798286"/>
                  </a:lnTo>
                  <a:lnTo>
                    <a:pt x="7338814" y="2824202"/>
                  </a:lnTo>
                  <a:lnTo>
                    <a:pt x="7425124" y="2847436"/>
                  </a:lnTo>
                  <a:lnTo>
                    <a:pt x="7515477" y="2868085"/>
                  </a:lnTo>
                  <a:lnTo>
                    <a:pt x="7607673" y="2886154"/>
                  </a:lnTo>
                  <a:lnTo>
                    <a:pt x="7698600" y="2901595"/>
                  </a:lnTo>
                  <a:lnTo>
                    <a:pt x="7784435" y="2914347"/>
                  </a:lnTo>
                  <a:lnTo>
                    <a:pt x="7861104" y="2924401"/>
                  </a:lnTo>
                  <a:lnTo>
                    <a:pt x="7924977" y="2931850"/>
                  </a:lnTo>
                  <a:lnTo>
                    <a:pt x="7973616" y="2936927"/>
                  </a:lnTo>
                  <a:lnTo>
                    <a:pt x="8006376" y="2940003"/>
                  </a:lnTo>
                  <a:lnTo>
                    <a:pt x="8024657" y="2941554"/>
                  </a:lnTo>
                  <a:lnTo>
                    <a:pt x="8031800" y="2942104"/>
                  </a:lnTo>
                  <a:lnTo>
                    <a:pt x="8032819" y="2942176"/>
                  </a:lnTo>
                  <a:lnTo>
                    <a:pt x="8554953" y="2942176"/>
                  </a:lnTo>
                  <a:lnTo>
                    <a:pt x="8554953" y="2942176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990" name="pl1990"/>
            <p:cNvSpPr/>
            <p:nvPr/>
          </p:nvSpPr>
          <p:spPr>
            <a:xfrm>
              <a:off x="386606" y="671652"/>
              <a:ext cx="8554953" cy="5234927"/>
            </a:xfrm>
            <a:custGeom>
              <a:avLst/>
              <a:pathLst>
                <a:path w="8554953" h="5234927">
                  <a:moveTo>
                    <a:pt x="8554953" y="2942176"/>
                  </a:moveTo>
                  <a:lnTo>
                    <a:pt x="8032819" y="2942176"/>
                  </a:lnTo>
                  <a:lnTo>
                    <a:pt x="8031677" y="2942095"/>
                  </a:lnTo>
                  <a:lnTo>
                    <a:pt x="8024191" y="2941516"/>
                  </a:lnTo>
                  <a:lnTo>
                    <a:pt x="8005408" y="2939917"/>
                  </a:lnTo>
                  <a:lnTo>
                    <a:pt x="7972054" y="2936772"/>
                  </a:lnTo>
                  <a:lnTo>
                    <a:pt x="7922810" y="2931611"/>
                  </a:lnTo>
                  <a:lnTo>
                    <a:pt x="7858395" y="2924066"/>
                  </a:lnTo>
                  <a:lnTo>
                    <a:pt x="7781304" y="2913910"/>
                  </a:lnTo>
                  <a:lnTo>
                    <a:pt x="7695200" y="2901055"/>
                  </a:lnTo>
                  <a:lnTo>
                    <a:pt x="7604158" y="2885513"/>
                  </a:lnTo>
                  <a:lnTo>
                    <a:pt x="7511981" y="2867345"/>
                  </a:lnTo>
                  <a:lnTo>
                    <a:pt x="7421747" y="2846598"/>
                  </a:lnTo>
                  <a:lnTo>
                    <a:pt x="7335622" y="2823263"/>
                  </a:lnTo>
                  <a:lnTo>
                    <a:pt x="7254876" y="2797243"/>
                  </a:lnTo>
                  <a:lnTo>
                    <a:pt x="7180031" y="2768333"/>
                  </a:lnTo>
                  <a:lnTo>
                    <a:pt x="7111043" y="2736225"/>
                  </a:lnTo>
                  <a:lnTo>
                    <a:pt x="7047481" y="2700506"/>
                  </a:lnTo>
                  <a:lnTo>
                    <a:pt x="6988674" y="2660673"/>
                  </a:lnTo>
                  <a:lnTo>
                    <a:pt x="6933823" y="2616165"/>
                  </a:lnTo>
                  <a:lnTo>
                    <a:pt x="6882081" y="2566407"/>
                  </a:lnTo>
                  <a:lnTo>
                    <a:pt x="6832625" y="2510898"/>
                  </a:lnTo>
                  <a:lnTo>
                    <a:pt x="6786527" y="2451813"/>
                  </a:lnTo>
                  <a:lnTo>
                    <a:pt x="6749843" y="2399814"/>
                  </a:lnTo>
                  <a:lnTo>
                    <a:pt x="6713499" y="2344072"/>
                  </a:lnTo>
                  <a:lnTo>
                    <a:pt x="6677285" y="2284511"/>
                  </a:lnTo>
                  <a:lnTo>
                    <a:pt x="6641031" y="2221112"/>
                  </a:lnTo>
                  <a:lnTo>
                    <a:pt x="6604612" y="2153923"/>
                  </a:lnTo>
                  <a:lnTo>
                    <a:pt x="6567935" y="2083062"/>
                  </a:lnTo>
                  <a:lnTo>
                    <a:pt x="6530945" y="2008719"/>
                  </a:lnTo>
                  <a:lnTo>
                    <a:pt x="6493614" y="1931166"/>
                  </a:lnTo>
                  <a:lnTo>
                    <a:pt x="6455943" y="1850744"/>
                  </a:lnTo>
                  <a:lnTo>
                    <a:pt x="6417960" y="1767871"/>
                  </a:lnTo>
                  <a:lnTo>
                    <a:pt x="6379711" y="1683025"/>
                  </a:lnTo>
                  <a:lnTo>
                    <a:pt x="6341261" y="1596741"/>
                  </a:lnTo>
                  <a:lnTo>
                    <a:pt x="6302687" y="1509591"/>
                  </a:lnTo>
                  <a:lnTo>
                    <a:pt x="6264075" y="1422175"/>
                  </a:lnTo>
                  <a:lnTo>
                    <a:pt x="6225512" y="1335097"/>
                  </a:lnTo>
                  <a:lnTo>
                    <a:pt x="6187082" y="1248955"/>
                  </a:lnTo>
                  <a:lnTo>
                    <a:pt x="6148861" y="1164317"/>
                  </a:lnTo>
                  <a:lnTo>
                    <a:pt x="6110913" y="1081712"/>
                  </a:lnTo>
                  <a:lnTo>
                    <a:pt x="6073282" y="1001612"/>
                  </a:lnTo>
                  <a:lnTo>
                    <a:pt x="6035992" y="924424"/>
                  </a:lnTo>
                  <a:lnTo>
                    <a:pt x="5999041" y="850484"/>
                  </a:lnTo>
                  <a:lnTo>
                    <a:pt x="5962399" y="780051"/>
                  </a:lnTo>
                  <a:lnTo>
                    <a:pt x="5926005" y="713309"/>
                  </a:lnTo>
                  <a:lnTo>
                    <a:pt x="5889763" y="650366"/>
                  </a:lnTo>
                  <a:lnTo>
                    <a:pt x="5853543" y="591262"/>
                  </a:lnTo>
                  <a:lnTo>
                    <a:pt x="5817171" y="535971"/>
                  </a:lnTo>
                  <a:lnTo>
                    <a:pt x="5784835" y="490362"/>
                  </a:lnTo>
                  <a:lnTo>
                    <a:pt x="5736884" y="429050"/>
                  </a:lnTo>
                  <a:lnTo>
                    <a:pt x="5687354" y="373768"/>
                  </a:lnTo>
                  <a:lnTo>
                    <a:pt x="5635509" y="324220"/>
                  </a:lnTo>
                  <a:lnTo>
                    <a:pt x="5580523" y="279901"/>
                  </a:lnTo>
                  <a:lnTo>
                    <a:pt x="5521549" y="240235"/>
                  </a:lnTo>
                  <a:lnTo>
                    <a:pt x="5457792" y="204662"/>
                  </a:lnTo>
                  <a:lnTo>
                    <a:pt x="5388586" y="172683"/>
                  </a:lnTo>
                  <a:lnTo>
                    <a:pt x="5313513" y="143889"/>
                  </a:lnTo>
                  <a:lnTo>
                    <a:pt x="5232548" y="117974"/>
                  </a:lnTo>
                  <a:lnTo>
                    <a:pt x="5146238" y="94739"/>
                  </a:lnTo>
                  <a:lnTo>
                    <a:pt x="5055885" y="74090"/>
                  </a:lnTo>
                  <a:lnTo>
                    <a:pt x="4963689" y="56021"/>
                  </a:lnTo>
                  <a:lnTo>
                    <a:pt x="4872762" y="40580"/>
                  </a:lnTo>
                  <a:lnTo>
                    <a:pt x="4786927" y="27828"/>
                  </a:lnTo>
                  <a:lnTo>
                    <a:pt x="4710258" y="17775"/>
                  </a:lnTo>
                  <a:lnTo>
                    <a:pt x="4646385" y="10325"/>
                  </a:lnTo>
                  <a:lnTo>
                    <a:pt x="4597746" y="5249"/>
                  </a:lnTo>
                  <a:lnTo>
                    <a:pt x="4564986" y="2172"/>
                  </a:lnTo>
                  <a:lnTo>
                    <a:pt x="4546705" y="622"/>
                  </a:lnTo>
                  <a:lnTo>
                    <a:pt x="4539562" y="72"/>
                  </a:lnTo>
                  <a:lnTo>
                    <a:pt x="4538543" y="0"/>
                  </a:lnTo>
                  <a:lnTo>
                    <a:pt x="4016409" y="0"/>
                  </a:lnTo>
                  <a:lnTo>
                    <a:pt x="4015577" y="104"/>
                  </a:lnTo>
                  <a:lnTo>
                    <a:pt x="4010085" y="847"/>
                  </a:lnTo>
                  <a:lnTo>
                    <a:pt x="3996173" y="2899"/>
                  </a:lnTo>
                  <a:lnTo>
                    <a:pt x="3971134" y="6943"/>
                  </a:lnTo>
                  <a:lnTo>
                    <a:pt x="3933486" y="13622"/>
                  </a:lnTo>
                  <a:lnTo>
                    <a:pt x="3883081" y="23479"/>
                  </a:lnTo>
                  <a:lnTo>
                    <a:pt x="3821053" y="36912"/>
                  </a:lnTo>
                  <a:lnTo>
                    <a:pt x="3749565" y="54149"/>
                  </a:lnTo>
                  <a:lnTo>
                    <a:pt x="3671404" y="75268"/>
                  </a:lnTo>
                  <a:lnTo>
                    <a:pt x="3589532" y="100237"/>
                  </a:lnTo>
                  <a:lnTo>
                    <a:pt x="3506701" y="128978"/>
                  </a:lnTo>
                  <a:lnTo>
                    <a:pt x="3425186" y="161421"/>
                  </a:lnTo>
                  <a:lnTo>
                    <a:pt x="3346672" y="197564"/>
                  </a:lnTo>
                  <a:lnTo>
                    <a:pt x="3272247" y="237497"/>
                  </a:lnTo>
                  <a:lnTo>
                    <a:pt x="3202474" y="281430"/>
                  </a:lnTo>
                  <a:lnTo>
                    <a:pt x="3137497" y="329696"/>
                  </a:lnTo>
                  <a:lnTo>
                    <a:pt x="3077149" y="382753"/>
                  </a:lnTo>
                  <a:lnTo>
                    <a:pt x="3021051" y="441171"/>
                  </a:lnTo>
                  <a:lnTo>
                    <a:pt x="2968688" y="505618"/>
                  </a:lnTo>
                  <a:lnTo>
                    <a:pt x="2919474" y="576827"/>
                  </a:lnTo>
                  <a:lnTo>
                    <a:pt x="2872793" y="655541"/>
                  </a:lnTo>
                  <a:lnTo>
                    <a:pt x="2828044" y="742423"/>
                  </a:lnTo>
                  <a:lnTo>
                    <a:pt x="2784680" y="837918"/>
                  </a:lnTo>
                  <a:lnTo>
                    <a:pt x="2770117" y="872487"/>
                  </a:lnTo>
                  <a:lnTo>
                    <a:pt x="2741508" y="943978"/>
                  </a:lnTo>
                  <a:lnTo>
                    <a:pt x="2713138" y="1019485"/>
                  </a:lnTo>
                  <a:lnTo>
                    <a:pt x="2684898" y="1099086"/>
                  </a:lnTo>
                  <a:lnTo>
                    <a:pt x="2656698" y="1182826"/>
                  </a:lnTo>
                  <a:lnTo>
                    <a:pt x="2628464" y="1270708"/>
                  </a:lnTo>
                  <a:lnTo>
                    <a:pt x="2600135" y="1362692"/>
                  </a:lnTo>
                  <a:lnTo>
                    <a:pt x="2571666" y="1458692"/>
                  </a:lnTo>
                  <a:lnTo>
                    <a:pt x="2543022" y="1558575"/>
                  </a:lnTo>
                  <a:lnTo>
                    <a:pt x="2514181" y="1662158"/>
                  </a:lnTo>
                  <a:lnTo>
                    <a:pt x="2485134" y="1769207"/>
                  </a:lnTo>
                  <a:lnTo>
                    <a:pt x="2455878" y="1879439"/>
                  </a:lnTo>
                  <a:lnTo>
                    <a:pt x="2426424" y="1992522"/>
                  </a:lnTo>
                  <a:lnTo>
                    <a:pt x="2396788" y="2108082"/>
                  </a:lnTo>
                  <a:lnTo>
                    <a:pt x="2366994" y="2225704"/>
                  </a:lnTo>
                  <a:lnTo>
                    <a:pt x="2337075" y="2344937"/>
                  </a:lnTo>
                  <a:lnTo>
                    <a:pt x="2307065" y="2465306"/>
                  </a:lnTo>
                  <a:lnTo>
                    <a:pt x="2277003" y="2586313"/>
                  </a:lnTo>
                  <a:lnTo>
                    <a:pt x="2246930" y="2707452"/>
                  </a:lnTo>
                  <a:lnTo>
                    <a:pt x="2216889" y="2828212"/>
                  </a:lnTo>
                  <a:lnTo>
                    <a:pt x="2186918" y="2948090"/>
                  </a:lnTo>
                  <a:lnTo>
                    <a:pt x="2157055" y="3066598"/>
                  </a:lnTo>
                  <a:lnTo>
                    <a:pt x="2127335" y="3183272"/>
                  </a:lnTo>
                  <a:lnTo>
                    <a:pt x="2097784" y="3297678"/>
                  </a:lnTo>
                  <a:lnTo>
                    <a:pt x="2068425" y="3409420"/>
                  </a:lnTo>
                  <a:lnTo>
                    <a:pt x="2039270" y="3518144"/>
                  </a:lnTo>
                  <a:lnTo>
                    <a:pt x="2010324" y="3623541"/>
                  </a:lnTo>
                  <a:lnTo>
                    <a:pt x="1981581" y="3725353"/>
                  </a:lnTo>
                  <a:lnTo>
                    <a:pt x="1953025" y="3823370"/>
                  </a:lnTo>
                  <a:lnTo>
                    <a:pt x="1924629" y="3917432"/>
                  </a:lnTo>
                  <a:lnTo>
                    <a:pt x="1896353" y="4007431"/>
                  </a:lnTo>
                  <a:lnTo>
                    <a:pt x="1868144" y="4093303"/>
                  </a:lnTo>
                  <a:lnTo>
                    <a:pt x="1839935" y="4175029"/>
                  </a:lnTo>
                  <a:lnTo>
                    <a:pt x="1811644" y="4252633"/>
                  </a:lnTo>
                  <a:lnTo>
                    <a:pt x="1783172" y="4326177"/>
                  </a:lnTo>
                  <a:lnTo>
                    <a:pt x="1768425" y="4362439"/>
                  </a:lnTo>
                  <a:lnTo>
                    <a:pt x="1725423" y="4460904"/>
                  </a:lnTo>
                  <a:lnTo>
                    <a:pt x="1681204" y="4550692"/>
                  </a:lnTo>
                  <a:lnTo>
                    <a:pt x="1635248" y="4632125"/>
                  </a:lnTo>
                  <a:lnTo>
                    <a:pt x="1586967" y="4705812"/>
                  </a:lnTo>
                  <a:lnTo>
                    <a:pt x="1535747" y="4772482"/>
                  </a:lnTo>
                  <a:lnTo>
                    <a:pt x="1480986" y="4832878"/>
                  </a:lnTo>
                  <a:lnTo>
                    <a:pt x="1422139" y="4887694"/>
                  </a:lnTo>
                  <a:lnTo>
                    <a:pt x="1358772" y="4937537"/>
                  </a:lnTo>
                  <a:lnTo>
                    <a:pt x="1290637" y="4982905"/>
                  </a:lnTo>
                  <a:lnTo>
                    <a:pt x="1217759" y="5024173"/>
                  </a:lnTo>
                  <a:lnTo>
                    <a:pt x="1140546" y="5061593"/>
                  </a:lnTo>
                  <a:lnTo>
                    <a:pt x="1059897" y="5095295"/>
                  </a:lnTo>
                  <a:lnTo>
                    <a:pt x="977287" y="5125304"/>
                  </a:lnTo>
                  <a:lnTo>
                    <a:pt x="894799" y="5151569"/>
                  </a:lnTo>
                  <a:lnTo>
                    <a:pt x="815042" y="5174009"/>
                  </a:lnTo>
                  <a:lnTo>
                    <a:pt x="740947" y="5192568"/>
                  </a:lnTo>
                  <a:lnTo>
                    <a:pt x="675408" y="5207282"/>
                  </a:lnTo>
                  <a:lnTo>
                    <a:pt x="620851" y="5218322"/>
                  </a:lnTo>
                  <a:lnTo>
                    <a:pt x="578799" y="5226031"/>
                  </a:lnTo>
                  <a:lnTo>
                    <a:pt x="549559" y="5230905"/>
                  </a:lnTo>
                  <a:lnTo>
                    <a:pt x="532098" y="5233561"/>
                  </a:lnTo>
                  <a:lnTo>
                    <a:pt x="524106" y="5234674"/>
                  </a:lnTo>
                  <a:lnTo>
                    <a:pt x="522167" y="5234923"/>
                  </a:lnTo>
                  <a:lnTo>
                    <a:pt x="522133" y="5234927"/>
                  </a:lnTo>
                  <a:lnTo>
                    <a:pt x="0" y="5234927"/>
                  </a:lnTo>
                  <a:lnTo>
                    <a:pt x="0" y="5234927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991" name="pg1991"/>
            <p:cNvSpPr/>
            <p:nvPr/>
          </p:nvSpPr>
          <p:spPr>
            <a:xfrm>
              <a:off x="386606" y="993541"/>
              <a:ext cx="8554953" cy="4924333"/>
            </a:xfrm>
            <a:custGeom>
              <a:avLst/>
              <a:pathLst>
                <a:path w="8554953" h="4924333">
                  <a:moveTo>
                    <a:pt x="0" y="4924333"/>
                  </a:moveTo>
                  <a:lnTo>
                    <a:pt x="522133" y="4924333"/>
                  </a:lnTo>
                  <a:lnTo>
                    <a:pt x="522989" y="4924232"/>
                  </a:lnTo>
                  <a:lnTo>
                    <a:pt x="528632" y="4923514"/>
                  </a:lnTo>
                  <a:lnTo>
                    <a:pt x="542915" y="4921529"/>
                  </a:lnTo>
                  <a:lnTo>
                    <a:pt x="568596" y="4917620"/>
                  </a:lnTo>
                  <a:lnTo>
                    <a:pt x="607154" y="4911167"/>
                  </a:lnTo>
                  <a:lnTo>
                    <a:pt x="658683" y="4901649"/>
                  </a:lnTo>
                  <a:lnTo>
                    <a:pt x="721952" y="4888691"/>
                  </a:lnTo>
                  <a:lnTo>
                    <a:pt x="794688" y="4872082"/>
                  </a:lnTo>
                  <a:lnTo>
                    <a:pt x="873995" y="4851756"/>
                  </a:lnTo>
                  <a:lnTo>
                    <a:pt x="956833" y="4827750"/>
                  </a:lnTo>
                  <a:lnTo>
                    <a:pt x="1040407" y="4800140"/>
                  </a:lnTo>
                  <a:lnTo>
                    <a:pt x="1122432" y="4768988"/>
                  </a:lnTo>
                  <a:lnTo>
                    <a:pt x="1201246" y="4734290"/>
                  </a:lnTo>
                  <a:lnTo>
                    <a:pt x="1275797" y="4695944"/>
                  </a:lnTo>
                  <a:lnTo>
                    <a:pt x="1345566" y="4653734"/>
                  </a:lnTo>
                  <a:lnTo>
                    <a:pt x="1410456" y="4607319"/>
                  </a:lnTo>
                  <a:lnTo>
                    <a:pt x="1470676" y="4556242"/>
                  </a:lnTo>
                  <a:lnTo>
                    <a:pt x="1526643" y="4499934"/>
                  </a:lnTo>
                  <a:lnTo>
                    <a:pt x="1578901" y="4437738"/>
                  </a:lnTo>
                  <a:lnTo>
                    <a:pt x="1628063" y="4368939"/>
                  </a:lnTo>
                  <a:lnTo>
                    <a:pt x="1674762" y="4292826"/>
                  </a:lnTo>
                  <a:lnTo>
                    <a:pt x="1719607" y="4208786"/>
                  </a:lnTo>
                  <a:lnTo>
                    <a:pt x="1763148" y="4116457"/>
                  </a:lnTo>
                  <a:lnTo>
                    <a:pt x="1768425" y="4104552"/>
                  </a:lnTo>
                  <a:lnTo>
                    <a:pt x="1797861" y="4035372"/>
                  </a:lnTo>
                  <a:lnTo>
                    <a:pt x="1827048" y="3962194"/>
                  </a:lnTo>
                  <a:lnTo>
                    <a:pt x="1856103" y="3884938"/>
                  </a:lnTo>
                  <a:lnTo>
                    <a:pt x="1885123" y="3803563"/>
                  </a:lnTo>
                  <a:lnTo>
                    <a:pt x="1914187" y="3718069"/>
                  </a:lnTo>
                  <a:lnTo>
                    <a:pt x="1943359" y="3628503"/>
                  </a:lnTo>
                  <a:lnTo>
                    <a:pt x="1972688" y="3534961"/>
                  </a:lnTo>
                  <a:lnTo>
                    <a:pt x="2002207" y="3437589"/>
                  </a:lnTo>
                  <a:lnTo>
                    <a:pt x="2031937" y="3336586"/>
                  </a:lnTo>
                  <a:lnTo>
                    <a:pt x="2061888" y="3232203"/>
                  </a:lnTo>
                  <a:lnTo>
                    <a:pt x="2092058" y="3124744"/>
                  </a:lnTo>
                  <a:lnTo>
                    <a:pt x="2122433" y="3014563"/>
                  </a:lnTo>
                  <a:lnTo>
                    <a:pt x="2152992" y="2902058"/>
                  </a:lnTo>
                  <a:lnTo>
                    <a:pt x="2183706" y="2787667"/>
                  </a:lnTo>
                  <a:lnTo>
                    <a:pt x="2214539" y="2671862"/>
                  </a:lnTo>
                  <a:lnTo>
                    <a:pt x="2245450" y="2555142"/>
                  </a:lnTo>
                  <a:lnTo>
                    <a:pt x="2276396" y="2438019"/>
                  </a:lnTo>
                  <a:lnTo>
                    <a:pt x="2307331" y="2321018"/>
                  </a:lnTo>
                  <a:lnTo>
                    <a:pt x="2338211" y="2204656"/>
                  </a:lnTo>
                  <a:lnTo>
                    <a:pt x="2368994" y="2089441"/>
                  </a:lnTo>
                  <a:lnTo>
                    <a:pt x="2399641" y="1975862"/>
                  </a:lnTo>
                  <a:lnTo>
                    <a:pt x="2430119" y="1864374"/>
                  </a:lnTo>
                  <a:lnTo>
                    <a:pt x="2460401" y="1755400"/>
                  </a:lnTo>
                  <a:lnTo>
                    <a:pt x="2490471" y="1649317"/>
                  </a:lnTo>
                  <a:lnTo>
                    <a:pt x="2520320" y="1546455"/>
                  </a:lnTo>
                  <a:lnTo>
                    <a:pt x="2549952" y="1447095"/>
                  </a:lnTo>
                  <a:lnTo>
                    <a:pt x="2579379" y="1351465"/>
                  </a:lnTo>
                  <a:lnTo>
                    <a:pt x="2608631" y="1259739"/>
                  </a:lnTo>
                  <a:lnTo>
                    <a:pt x="2637746" y="1172039"/>
                  </a:lnTo>
                  <a:lnTo>
                    <a:pt x="2666781" y="1088438"/>
                  </a:lnTo>
                  <a:lnTo>
                    <a:pt x="2695806" y="1008962"/>
                  </a:lnTo>
                  <a:lnTo>
                    <a:pt x="2724909" y="933591"/>
                  </a:lnTo>
                  <a:lnTo>
                    <a:pt x="2754195" y="862266"/>
                  </a:lnTo>
                  <a:lnTo>
                    <a:pt x="2770117" y="825428"/>
                  </a:lnTo>
                  <a:lnTo>
                    <a:pt x="2813531" y="732076"/>
                  </a:lnTo>
                  <a:lnTo>
                    <a:pt x="2858188" y="647031"/>
                  </a:lnTo>
                  <a:lnTo>
                    <a:pt x="2904627" y="569975"/>
                  </a:lnTo>
                  <a:lnTo>
                    <a:pt x="2953453" y="500316"/>
                  </a:lnTo>
                  <a:lnTo>
                    <a:pt x="3005298" y="437348"/>
                  </a:lnTo>
                  <a:lnTo>
                    <a:pt x="3060778" y="380354"/>
                  </a:lnTo>
                  <a:lnTo>
                    <a:pt x="3120450" y="328668"/>
                  </a:lnTo>
                  <a:lnTo>
                    <a:pt x="3184751" y="281708"/>
                  </a:lnTo>
                  <a:lnTo>
                    <a:pt x="3253919" y="239002"/>
                  </a:lnTo>
                  <a:lnTo>
                    <a:pt x="3327901" y="200196"/>
                  </a:lnTo>
                  <a:lnTo>
                    <a:pt x="3406236" y="165058"/>
                  </a:lnTo>
                  <a:lnTo>
                    <a:pt x="3487945" y="133473"/>
                  </a:lnTo>
                  <a:lnTo>
                    <a:pt x="3571440" y="105426"/>
                  </a:lnTo>
                  <a:lnTo>
                    <a:pt x="3654509" y="80973"/>
                  </a:lnTo>
                  <a:lnTo>
                    <a:pt x="3734412" y="60192"/>
                  </a:lnTo>
                  <a:lnTo>
                    <a:pt x="3808117" y="43127"/>
                  </a:lnTo>
                  <a:lnTo>
                    <a:pt x="3872689" y="29730"/>
                  </a:lnTo>
                  <a:lnTo>
                    <a:pt x="3925749" y="19807"/>
                  </a:lnTo>
                  <a:lnTo>
                    <a:pt x="3965922" y="13003"/>
                  </a:lnTo>
                  <a:lnTo>
                    <a:pt x="3993131" y="8813"/>
                  </a:lnTo>
                  <a:lnTo>
                    <a:pt x="4008689" y="6628"/>
                  </a:lnTo>
                  <a:lnTo>
                    <a:pt x="4015206" y="5790"/>
                  </a:lnTo>
                  <a:lnTo>
                    <a:pt x="4016409" y="5647"/>
                  </a:lnTo>
                  <a:lnTo>
                    <a:pt x="4538543" y="5647"/>
                  </a:lnTo>
                  <a:lnTo>
                    <a:pt x="4539766" y="5697"/>
                  </a:lnTo>
                  <a:lnTo>
                    <a:pt x="4547771" y="6057"/>
                  </a:lnTo>
                  <a:lnTo>
                    <a:pt x="4567808" y="7052"/>
                  </a:lnTo>
                  <a:lnTo>
                    <a:pt x="4603270" y="9007"/>
                  </a:lnTo>
                  <a:lnTo>
                    <a:pt x="4655392" y="12211"/>
                  </a:lnTo>
                  <a:lnTo>
                    <a:pt x="4723180" y="16883"/>
                  </a:lnTo>
                  <a:lnTo>
                    <a:pt x="4803757" y="23153"/>
                  </a:lnTo>
                  <a:lnTo>
                    <a:pt x="4893081" y="31064"/>
                  </a:lnTo>
                  <a:lnTo>
                    <a:pt x="4986788" y="40600"/>
                  </a:lnTo>
                  <a:lnTo>
                    <a:pt x="5080929" y="51724"/>
                  </a:lnTo>
                  <a:lnTo>
                    <a:pt x="5172415" y="64412"/>
                  </a:lnTo>
                  <a:lnTo>
                    <a:pt x="5259169" y="78681"/>
                  </a:lnTo>
                  <a:lnTo>
                    <a:pt x="5340063" y="94610"/>
                  </a:lnTo>
                  <a:lnTo>
                    <a:pt x="5414739" y="112344"/>
                  </a:lnTo>
                  <a:lnTo>
                    <a:pt x="5483391" y="132097"/>
                  </a:lnTo>
                  <a:lnTo>
                    <a:pt x="5546585" y="154146"/>
                  </a:lnTo>
                  <a:lnTo>
                    <a:pt x="5605103" y="178819"/>
                  </a:lnTo>
                  <a:lnTo>
                    <a:pt x="5659831" y="206472"/>
                  </a:lnTo>
                  <a:lnTo>
                    <a:pt x="5711674" y="237452"/>
                  </a:lnTo>
                  <a:lnTo>
                    <a:pt x="5761483" y="272025"/>
                  </a:lnTo>
                  <a:lnTo>
                    <a:pt x="5784835" y="289888"/>
                  </a:lnTo>
                  <a:lnTo>
                    <a:pt x="5829012" y="326493"/>
                  </a:lnTo>
                  <a:lnTo>
                    <a:pt x="5872759" y="366267"/>
                  </a:lnTo>
                  <a:lnTo>
                    <a:pt x="5916425" y="409270"/>
                  </a:lnTo>
                  <a:lnTo>
                    <a:pt x="5960266" y="455486"/>
                  </a:lnTo>
                  <a:lnTo>
                    <a:pt x="6004458" y="504816"/>
                  </a:lnTo>
                  <a:lnTo>
                    <a:pt x="6049107" y="557071"/>
                  </a:lnTo>
                  <a:lnTo>
                    <a:pt x="6094253" y="611967"/>
                  </a:lnTo>
                  <a:lnTo>
                    <a:pt x="6139878" y="669130"/>
                  </a:lnTo>
                  <a:lnTo>
                    <a:pt x="6185915" y="728101"/>
                  </a:lnTo>
                  <a:lnTo>
                    <a:pt x="6232260" y="788354"/>
                  </a:lnTo>
                  <a:lnTo>
                    <a:pt x="6278776" y="849307"/>
                  </a:lnTo>
                  <a:lnTo>
                    <a:pt x="6325316" y="910351"/>
                  </a:lnTo>
                  <a:lnTo>
                    <a:pt x="6371726" y="970874"/>
                  </a:lnTo>
                  <a:lnTo>
                    <a:pt x="6417868" y="1030283"/>
                  </a:lnTo>
                  <a:lnTo>
                    <a:pt x="6463624" y="1088034"/>
                  </a:lnTo>
                  <a:lnTo>
                    <a:pt x="6508916" y="1143645"/>
                  </a:lnTo>
                  <a:lnTo>
                    <a:pt x="6553711" y="1196717"/>
                  </a:lnTo>
                  <a:lnTo>
                    <a:pt x="6598030" y="1246939"/>
                  </a:lnTo>
                  <a:lnTo>
                    <a:pt x="6641961" y="1294093"/>
                  </a:lnTo>
                  <a:lnTo>
                    <a:pt x="6685655" y="1338054"/>
                  </a:lnTo>
                  <a:lnTo>
                    <a:pt x="6729346" y="1378783"/>
                  </a:lnTo>
                  <a:lnTo>
                    <a:pt x="6773354" y="1416318"/>
                  </a:lnTo>
                  <a:lnTo>
                    <a:pt x="6786527" y="1426851"/>
                  </a:lnTo>
                  <a:lnTo>
                    <a:pt x="6835625" y="1463187"/>
                  </a:lnTo>
                  <a:lnTo>
                    <a:pt x="6886394" y="1495863"/>
                  </a:lnTo>
                  <a:lnTo>
                    <a:pt x="6939629" y="1525070"/>
                  </a:lnTo>
                  <a:lnTo>
                    <a:pt x="6996218" y="1551125"/>
                  </a:lnTo>
                  <a:lnTo>
                    <a:pt x="7057067" y="1574387"/>
                  </a:lnTo>
                  <a:lnTo>
                    <a:pt x="7123018" y="1595202"/>
                  </a:lnTo>
                  <a:lnTo>
                    <a:pt x="7194757" y="1613872"/>
                  </a:lnTo>
                  <a:lnTo>
                    <a:pt x="7272679" y="1630643"/>
                  </a:lnTo>
                  <a:lnTo>
                    <a:pt x="7356715" y="1645694"/>
                  </a:lnTo>
                  <a:lnTo>
                    <a:pt x="7446132" y="1659133"/>
                  </a:lnTo>
                  <a:lnTo>
                    <a:pt x="7539324" y="1671007"/>
                  </a:lnTo>
                  <a:lnTo>
                    <a:pt x="7633686" y="1681308"/>
                  </a:lnTo>
                  <a:lnTo>
                    <a:pt x="7725643" y="1690002"/>
                  </a:lnTo>
                  <a:lnTo>
                    <a:pt x="7810953" y="1697057"/>
                  </a:lnTo>
                  <a:lnTo>
                    <a:pt x="7885317" y="1702484"/>
                  </a:lnTo>
                  <a:lnTo>
                    <a:pt x="7945195" y="1706369"/>
                  </a:lnTo>
                  <a:lnTo>
                    <a:pt x="7988623" y="1708889"/>
                  </a:lnTo>
                  <a:lnTo>
                    <a:pt x="8015752" y="1710305"/>
                  </a:lnTo>
                  <a:lnTo>
                    <a:pt x="8028971" y="1710928"/>
                  </a:lnTo>
                  <a:lnTo>
                    <a:pt x="8032681" y="1711087"/>
                  </a:lnTo>
                  <a:lnTo>
                    <a:pt x="8032819" y="1711092"/>
                  </a:lnTo>
                  <a:lnTo>
                    <a:pt x="8554953" y="1711092"/>
                  </a:lnTo>
                  <a:lnTo>
                    <a:pt x="8554953" y="1705445"/>
                  </a:lnTo>
                  <a:lnTo>
                    <a:pt x="8032819" y="1705445"/>
                  </a:lnTo>
                  <a:lnTo>
                    <a:pt x="8031596" y="1705395"/>
                  </a:lnTo>
                  <a:lnTo>
                    <a:pt x="8023591" y="1705035"/>
                  </a:lnTo>
                  <a:lnTo>
                    <a:pt x="8003554" y="1704040"/>
                  </a:lnTo>
                  <a:lnTo>
                    <a:pt x="7968092" y="1702085"/>
                  </a:lnTo>
                  <a:lnTo>
                    <a:pt x="7915970" y="1698881"/>
                  </a:lnTo>
                  <a:lnTo>
                    <a:pt x="7848182" y="1694209"/>
                  </a:lnTo>
                  <a:lnTo>
                    <a:pt x="7767605" y="1687939"/>
                  </a:lnTo>
                  <a:lnTo>
                    <a:pt x="7678281" y="1680028"/>
                  </a:lnTo>
                  <a:lnTo>
                    <a:pt x="7584574" y="1670491"/>
                  </a:lnTo>
                  <a:lnTo>
                    <a:pt x="7490433" y="1659367"/>
                  </a:lnTo>
                  <a:lnTo>
                    <a:pt x="7398947" y="1646680"/>
                  </a:lnTo>
                  <a:lnTo>
                    <a:pt x="7312193" y="1632411"/>
                  </a:lnTo>
                  <a:lnTo>
                    <a:pt x="7231298" y="1616482"/>
                  </a:lnTo>
                  <a:lnTo>
                    <a:pt x="7156623" y="1598748"/>
                  </a:lnTo>
                  <a:lnTo>
                    <a:pt x="7087971" y="1578995"/>
                  </a:lnTo>
                  <a:lnTo>
                    <a:pt x="7024777" y="1556946"/>
                  </a:lnTo>
                  <a:lnTo>
                    <a:pt x="6966259" y="1532273"/>
                  </a:lnTo>
                  <a:lnTo>
                    <a:pt x="6911531" y="1504620"/>
                  </a:lnTo>
                  <a:lnTo>
                    <a:pt x="6859688" y="1473640"/>
                  </a:lnTo>
                  <a:lnTo>
                    <a:pt x="6809879" y="1439067"/>
                  </a:lnTo>
                  <a:lnTo>
                    <a:pt x="6786527" y="1421204"/>
                  </a:lnTo>
                  <a:lnTo>
                    <a:pt x="6742350" y="1384599"/>
                  </a:lnTo>
                  <a:lnTo>
                    <a:pt x="6698603" y="1344824"/>
                  </a:lnTo>
                  <a:lnTo>
                    <a:pt x="6654937" y="1301822"/>
                  </a:lnTo>
                  <a:lnTo>
                    <a:pt x="6611096" y="1255606"/>
                  </a:lnTo>
                  <a:lnTo>
                    <a:pt x="6566904" y="1206276"/>
                  </a:lnTo>
                  <a:lnTo>
                    <a:pt x="6522255" y="1154021"/>
                  </a:lnTo>
                  <a:lnTo>
                    <a:pt x="6477109" y="1099125"/>
                  </a:lnTo>
                  <a:lnTo>
                    <a:pt x="6431484" y="1041962"/>
                  </a:lnTo>
                  <a:lnTo>
                    <a:pt x="6385447" y="982990"/>
                  </a:lnTo>
                  <a:lnTo>
                    <a:pt x="6339102" y="922738"/>
                  </a:lnTo>
                  <a:lnTo>
                    <a:pt x="6292586" y="861785"/>
                  </a:lnTo>
                  <a:lnTo>
                    <a:pt x="6246046" y="800741"/>
                  </a:lnTo>
                  <a:lnTo>
                    <a:pt x="6199636" y="740218"/>
                  </a:lnTo>
                  <a:lnTo>
                    <a:pt x="6153494" y="680809"/>
                  </a:lnTo>
                  <a:lnTo>
                    <a:pt x="6107738" y="623058"/>
                  </a:lnTo>
                  <a:lnTo>
                    <a:pt x="6062446" y="567446"/>
                  </a:lnTo>
                  <a:lnTo>
                    <a:pt x="6017651" y="514375"/>
                  </a:lnTo>
                  <a:lnTo>
                    <a:pt x="5973331" y="464153"/>
                  </a:lnTo>
                  <a:lnTo>
                    <a:pt x="5929401" y="416999"/>
                  </a:lnTo>
                  <a:lnTo>
                    <a:pt x="5885707" y="373038"/>
                  </a:lnTo>
                  <a:lnTo>
                    <a:pt x="5842015" y="332309"/>
                  </a:lnTo>
                  <a:lnTo>
                    <a:pt x="5798008" y="294774"/>
                  </a:lnTo>
                  <a:lnTo>
                    <a:pt x="5784835" y="284240"/>
                  </a:lnTo>
                  <a:lnTo>
                    <a:pt x="5735737" y="247905"/>
                  </a:lnTo>
                  <a:lnTo>
                    <a:pt x="5684968" y="215229"/>
                  </a:lnTo>
                  <a:lnTo>
                    <a:pt x="5631733" y="186022"/>
                  </a:lnTo>
                  <a:lnTo>
                    <a:pt x="5575144" y="159967"/>
                  </a:lnTo>
                  <a:lnTo>
                    <a:pt x="5514295" y="136705"/>
                  </a:lnTo>
                  <a:lnTo>
                    <a:pt x="5448344" y="115890"/>
                  </a:lnTo>
                  <a:lnTo>
                    <a:pt x="5376605" y="97220"/>
                  </a:lnTo>
                  <a:lnTo>
                    <a:pt x="5298683" y="80448"/>
                  </a:lnTo>
                  <a:lnTo>
                    <a:pt x="5214647" y="65398"/>
                  </a:lnTo>
                  <a:lnTo>
                    <a:pt x="5125230" y="51959"/>
                  </a:lnTo>
                  <a:lnTo>
                    <a:pt x="5032038" y="40085"/>
                  </a:lnTo>
                  <a:lnTo>
                    <a:pt x="4937676" y="29784"/>
                  </a:lnTo>
                  <a:lnTo>
                    <a:pt x="4845719" y="21090"/>
                  </a:lnTo>
                  <a:lnTo>
                    <a:pt x="4760409" y="14035"/>
                  </a:lnTo>
                  <a:lnTo>
                    <a:pt x="4686045" y="8608"/>
                  </a:lnTo>
                  <a:lnTo>
                    <a:pt x="4626167" y="4723"/>
                  </a:lnTo>
                  <a:lnTo>
                    <a:pt x="4582739" y="2202"/>
                  </a:lnTo>
                  <a:lnTo>
                    <a:pt x="4555610" y="787"/>
                  </a:lnTo>
                  <a:lnTo>
                    <a:pt x="4542391" y="164"/>
                  </a:lnTo>
                  <a:lnTo>
                    <a:pt x="4538681" y="5"/>
                  </a:lnTo>
                  <a:lnTo>
                    <a:pt x="4538543" y="0"/>
                  </a:lnTo>
                  <a:lnTo>
                    <a:pt x="4016409" y="0"/>
                  </a:lnTo>
                  <a:lnTo>
                    <a:pt x="4015554" y="100"/>
                  </a:lnTo>
                  <a:lnTo>
                    <a:pt x="4009911" y="818"/>
                  </a:lnTo>
                  <a:lnTo>
                    <a:pt x="3995627" y="2803"/>
                  </a:lnTo>
                  <a:lnTo>
                    <a:pt x="3969946" y="6712"/>
                  </a:lnTo>
                  <a:lnTo>
                    <a:pt x="3931388" y="13166"/>
                  </a:lnTo>
                  <a:lnTo>
                    <a:pt x="3879860" y="22683"/>
                  </a:lnTo>
                  <a:lnTo>
                    <a:pt x="3816590" y="35641"/>
                  </a:lnTo>
                  <a:lnTo>
                    <a:pt x="3743854" y="52250"/>
                  </a:lnTo>
                  <a:lnTo>
                    <a:pt x="3664547" y="72576"/>
                  </a:lnTo>
                  <a:lnTo>
                    <a:pt x="3581709" y="96583"/>
                  </a:lnTo>
                  <a:lnTo>
                    <a:pt x="3498135" y="124192"/>
                  </a:lnTo>
                  <a:lnTo>
                    <a:pt x="3416110" y="155344"/>
                  </a:lnTo>
                  <a:lnTo>
                    <a:pt x="3337296" y="190042"/>
                  </a:lnTo>
                  <a:lnTo>
                    <a:pt x="3262745" y="228388"/>
                  </a:lnTo>
                  <a:lnTo>
                    <a:pt x="3192976" y="270598"/>
                  </a:lnTo>
                  <a:lnTo>
                    <a:pt x="3128086" y="317013"/>
                  </a:lnTo>
                  <a:lnTo>
                    <a:pt x="3067866" y="368090"/>
                  </a:lnTo>
                  <a:lnTo>
                    <a:pt x="3011900" y="424398"/>
                  </a:lnTo>
                  <a:lnTo>
                    <a:pt x="2959641" y="486594"/>
                  </a:lnTo>
                  <a:lnTo>
                    <a:pt x="2910479" y="555393"/>
                  </a:lnTo>
                  <a:lnTo>
                    <a:pt x="2863781" y="631506"/>
                  </a:lnTo>
                  <a:lnTo>
                    <a:pt x="2818935" y="715546"/>
                  </a:lnTo>
                  <a:lnTo>
                    <a:pt x="2775394" y="807876"/>
                  </a:lnTo>
                  <a:lnTo>
                    <a:pt x="2770117" y="819781"/>
                  </a:lnTo>
                  <a:lnTo>
                    <a:pt x="2740681" y="888960"/>
                  </a:lnTo>
                  <a:lnTo>
                    <a:pt x="2711494" y="962138"/>
                  </a:lnTo>
                  <a:lnTo>
                    <a:pt x="2682439" y="1039394"/>
                  </a:lnTo>
                  <a:lnTo>
                    <a:pt x="2653419" y="1120769"/>
                  </a:lnTo>
                  <a:lnTo>
                    <a:pt x="2624355" y="1206263"/>
                  </a:lnTo>
                  <a:lnTo>
                    <a:pt x="2595183" y="1295829"/>
                  </a:lnTo>
                  <a:lnTo>
                    <a:pt x="2565854" y="1389371"/>
                  </a:lnTo>
                  <a:lnTo>
                    <a:pt x="2536336" y="1486743"/>
                  </a:lnTo>
                  <a:lnTo>
                    <a:pt x="2506605" y="1587747"/>
                  </a:lnTo>
                  <a:lnTo>
                    <a:pt x="2476654" y="1692129"/>
                  </a:lnTo>
                  <a:lnTo>
                    <a:pt x="2446485" y="1799588"/>
                  </a:lnTo>
                  <a:lnTo>
                    <a:pt x="2416109" y="1909769"/>
                  </a:lnTo>
                  <a:lnTo>
                    <a:pt x="2385550" y="2022274"/>
                  </a:lnTo>
                  <a:lnTo>
                    <a:pt x="2354836" y="2136665"/>
                  </a:lnTo>
                  <a:lnTo>
                    <a:pt x="2324003" y="2252470"/>
                  </a:lnTo>
                  <a:lnTo>
                    <a:pt x="2293092" y="2369190"/>
                  </a:lnTo>
                  <a:lnTo>
                    <a:pt x="2262147" y="2486313"/>
                  </a:lnTo>
                  <a:lnTo>
                    <a:pt x="2231211" y="2603315"/>
                  </a:lnTo>
                  <a:lnTo>
                    <a:pt x="2200331" y="2719677"/>
                  </a:lnTo>
                  <a:lnTo>
                    <a:pt x="2169548" y="2834891"/>
                  </a:lnTo>
                  <a:lnTo>
                    <a:pt x="2138901" y="2948471"/>
                  </a:lnTo>
                  <a:lnTo>
                    <a:pt x="2108423" y="3059958"/>
                  </a:lnTo>
                  <a:lnTo>
                    <a:pt x="2078141" y="3168932"/>
                  </a:lnTo>
                  <a:lnTo>
                    <a:pt x="2048071" y="3275016"/>
                  </a:lnTo>
                  <a:lnTo>
                    <a:pt x="2018222" y="3377877"/>
                  </a:lnTo>
                  <a:lnTo>
                    <a:pt x="1988591" y="3477237"/>
                  </a:lnTo>
                  <a:lnTo>
                    <a:pt x="1959163" y="3572867"/>
                  </a:lnTo>
                  <a:lnTo>
                    <a:pt x="1929911" y="3664594"/>
                  </a:lnTo>
                  <a:lnTo>
                    <a:pt x="1900796" y="3752293"/>
                  </a:lnTo>
                  <a:lnTo>
                    <a:pt x="1871761" y="3835894"/>
                  </a:lnTo>
                  <a:lnTo>
                    <a:pt x="1842736" y="3915370"/>
                  </a:lnTo>
                  <a:lnTo>
                    <a:pt x="1813633" y="3990741"/>
                  </a:lnTo>
                  <a:lnTo>
                    <a:pt x="1784347" y="4062066"/>
                  </a:lnTo>
                  <a:lnTo>
                    <a:pt x="1768425" y="4098905"/>
                  </a:lnTo>
                  <a:lnTo>
                    <a:pt x="1725011" y="4192256"/>
                  </a:lnTo>
                  <a:lnTo>
                    <a:pt x="1680354" y="4277301"/>
                  </a:lnTo>
                  <a:lnTo>
                    <a:pt x="1633915" y="4354357"/>
                  </a:lnTo>
                  <a:lnTo>
                    <a:pt x="1585089" y="4424017"/>
                  </a:lnTo>
                  <a:lnTo>
                    <a:pt x="1533244" y="4486984"/>
                  </a:lnTo>
                  <a:lnTo>
                    <a:pt x="1477764" y="4543978"/>
                  </a:lnTo>
                  <a:lnTo>
                    <a:pt x="1418092" y="4595664"/>
                  </a:lnTo>
                  <a:lnTo>
                    <a:pt x="1353792" y="4642624"/>
                  </a:lnTo>
                  <a:lnTo>
                    <a:pt x="1284623" y="4685330"/>
                  </a:lnTo>
                  <a:lnTo>
                    <a:pt x="1210641" y="4724136"/>
                  </a:lnTo>
                  <a:lnTo>
                    <a:pt x="1132306" y="4759274"/>
                  </a:lnTo>
                  <a:lnTo>
                    <a:pt x="1050597" y="4790859"/>
                  </a:lnTo>
                  <a:lnTo>
                    <a:pt x="967103" y="4818906"/>
                  </a:lnTo>
                  <a:lnTo>
                    <a:pt x="884033" y="4843359"/>
                  </a:lnTo>
                  <a:lnTo>
                    <a:pt x="804130" y="4864140"/>
                  </a:lnTo>
                  <a:lnTo>
                    <a:pt x="730425" y="4881205"/>
                  </a:lnTo>
                  <a:lnTo>
                    <a:pt x="665854" y="4894602"/>
                  </a:lnTo>
                  <a:lnTo>
                    <a:pt x="612793" y="4904525"/>
                  </a:lnTo>
                  <a:lnTo>
                    <a:pt x="572620" y="4911329"/>
                  </a:lnTo>
                  <a:lnTo>
                    <a:pt x="545411" y="4915519"/>
                  </a:lnTo>
                  <a:lnTo>
                    <a:pt x="529853" y="4917705"/>
                  </a:lnTo>
                  <a:lnTo>
                    <a:pt x="523336" y="4918543"/>
                  </a:lnTo>
                  <a:lnTo>
                    <a:pt x="522133" y="4918686"/>
                  </a:lnTo>
                  <a:lnTo>
                    <a:pt x="0" y="4918686"/>
                  </a:lnTo>
                  <a:close/>
                </a:path>
              </a:pathLst>
            </a:custGeom>
            <a:solidFill>
              <a:srgbClr val="C3CD83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1992" name="pl1992"/>
            <p:cNvSpPr/>
            <p:nvPr/>
          </p:nvSpPr>
          <p:spPr>
            <a:xfrm>
              <a:off x="386606" y="999188"/>
              <a:ext cx="8554953" cy="4918686"/>
            </a:xfrm>
            <a:custGeom>
              <a:avLst/>
              <a:pathLst>
                <a:path w="8554953" h="4918686">
                  <a:moveTo>
                    <a:pt x="0" y="4918686"/>
                  </a:moveTo>
                  <a:lnTo>
                    <a:pt x="522133" y="4918686"/>
                  </a:lnTo>
                  <a:lnTo>
                    <a:pt x="522989" y="4918585"/>
                  </a:lnTo>
                  <a:lnTo>
                    <a:pt x="528632" y="4917867"/>
                  </a:lnTo>
                  <a:lnTo>
                    <a:pt x="542915" y="4915882"/>
                  </a:lnTo>
                  <a:lnTo>
                    <a:pt x="568596" y="4911973"/>
                  </a:lnTo>
                  <a:lnTo>
                    <a:pt x="607154" y="4905519"/>
                  </a:lnTo>
                  <a:lnTo>
                    <a:pt x="658683" y="4896002"/>
                  </a:lnTo>
                  <a:lnTo>
                    <a:pt x="721952" y="4883044"/>
                  </a:lnTo>
                  <a:lnTo>
                    <a:pt x="794688" y="4866435"/>
                  </a:lnTo>
                  <a:lnTo>
                    <a:pt x="873995" y="4846109"/>
                  </a:lnTo>
                  <a:lnTo>
                    <a:pt x="956833" y="4822102"/>
                  </a:lnTo>
                  <a:lnTo>
                    <a:pt x="1040407" y="4794493"/>
                  </a:lnTo>
                  <a:lnTo>
                    <a:pt x="1122432" y="4763341"/>
                  </a:lnTo>
                  <a:lnTo>
                    <a:pt x="1201246" y="4728643"/>
                  </a:lnTo>
                  <a:lnTo>
                    <a:pt x="1275797" y="4690297"/>
                  </a:lnTo>
                  <a:lnTo>
                    <a:pt x="1345566" y="4648087"/>
                  </a:lnTo>
                  <a:lnTo>
                    <a:pt x="1410456" y="4601672"/>
                  </a:lnTo>
                  <a:lnTo>
                    <a:pt x="1470676" y="4550595"/>
                  </a:lnTo>
                  <a:lnTo>
                    <a:pt x="1526643" y="4494287"/>
                  </a:lnTo>
                  <a:lnTo>
                    <a:pt x="1578901" y="4432091"/>
                  </a:lnTo>
                  <a:lnTo>
                    <a:pt x="1628063" y="4363292"/>
                  </a:lnTo>
                  <a:lnTo>
                    <a:pt x="1674762" y="4287179"/>
                  </a:lnTo>
                  <a:lnTo>
                    <a:pt x="1719607" y="4203139"/>
                  </a:lnTo>
                  <a:lnTo>
                    <a:pt x="1763148" y="4110810"/>
                  </a:lnTo>
                  <a:lnTo>
                    <a:pt x="1768425" y="4098905"/>
                  </a:lnTo>
                  <a:lnTo>
                    <a:pt x="1797861" y="4029725"/>
                  </a:lnTo>
                  <a:lnTo>
                    <a:pt x="1827048" y="3956547"/>
                  </a:lnTo>
                  <a:lnTo>
                    <a:pt x="1856103" y="3879291"/>
                  </a:lnTo>
                  <a:lnTo>
                    <a:pt x="1885123" y="3797916"/>
                  </a:lnTo>
                  <a:lnTo>
                    <a:pt x="1914187" y="3712422"/>
                  </a:lnTo>
                  <a:lnTo>
                    <a:pt x="1943359" y="3622856"/>
                  </a:lnTo>
                  <a:lnTo>
                    <a:pt x="1972688" y="3529314"/>
                  </a:lnTo>
                  <a:lnTo>
                    <a:pt x="2002207" y="3431942"/>
                  </a:lnTo>
                  <a:lnTo>
                    <a:pt x="2031937" y="3330938"/>
                  </a:lnTo>
                  <a:lnTo>
                    <a:pt x="2061888" y="3226556"/>
                  </a:lnTo>
                  <a:lnTo>
                    <a:pt x="2092058" y="3119097"/>
                  </a:lnTo>
                  <a:lnTo>
                    <a:pt x="2122433" y="3008916"/>
                  </a:lnTo>
                  <a:lnTo>
                    <a:pt x="2152992" y="2896411"/>
                  </a:lnTo>
                  <a:lnTo>
                    <a:pt x="2183706" y="2782020"/>
                  </a:lnTo>
                  <a:lnTo>
                    <a:pt x="2214539" y="2666215"/>
                  </a:lnTo>
                  <a:lnTo>
                    <a:pt x="2245450" y="2549495"/>
                  </a:lnTo>
                  <a:lnTo>
                    <a:pt x="2276396" y="2432372"/>
                  </a:lnTo>
                  <a:lnTo>
                    <a:pt x="2307331" y="2315370"/>
                  </a:lnTo>
                  <a:lnTo>
                    <a:pt x="2338211" y="2199008"/>
                  </a:lnTo>
                  <a:lnTo>
                    <a:pt x="2368994" y="2083794"/>
                  </a:lnTo>
                  <a:lnTo>
                    <a:pt x="2399641" y="1970214"/>
                  </a:lnTo>
                  <a:lnTo>
                    <a:pt x="2430119" y="1858727"/>
                  </a:lnTo>
                  <a:lnTo>
                    <a:pt x="2460401" y="1749753"/>
                  </a:lnTo>
                  <a:lnTo>
                    <a:pt x="2490471" y="1643669"/>
                  </a:lnTo>
                  <a:lnTo>
                    <a:pt x="2520320" y="1540808"/>
                  </a:lnTo>
                  <a:lnTo>
                    <a:pt x="2549952" y="1441448"/>
                  </a:lnTo>
                  <a:lnTo>
                    <a:pt x="2579379" y="1345818"/>
                  </a:lnTo>
                  <a:lnTo>
                    <a:pt x="2608631" y="1254091"/>
                  </a:lnTo>
                  <a:lnTo>
                    <a:pt x="2637746" y="1166392"/>
                  </a:lnTo>
                  <a:lnTo>
                    <a:pt x="2666781" y="1082791"/>
                  </a:lnTo>
                  <a:lnTo>
                    <a:pt x="2695806" y="1003315"/>
                  </a:lnTo>
                  <a:lnTo>
                    <a:pt x="2724909" y="927944"/>
                  </a:lnTo>
                  <a:lnTo>
                    <a:pt x="2754195" y="856619"/>
                  </a:lnTo>
                  <a:lnTo>
                    <a:pt x="2770117" y="819781"/>
                  </a:lnTo>
                  <a:lnTo>
                    <a:pt x="2813531" y="726429"/>
                  </a:lnTo>
                  <a:lnTo>
                    <a:pt x="2858188" y="641384"/>
                  </a:lnTo>
                  <a:lnTo>
                    <a:pt x="2904627" y="564328"/>
                  </a:lnTo>
                  <a:lnTo>
                    <a:pt x="2953453" y="494668"/>
                  </a:lnTo>
                  <a:lnTo>
                    <a:pt x="3005298" y="431701"/>
                  </a:lnTo>
                  <a:lnTo>
                    <a:pt x="3060778" y="374707"/>
                  </a:lnTo>
                  <a:lnTo>
                    <a:pt x="3120450" y="323021"/>
                  </a:lnTo>
                  <a:lnTo>
                    <a:pt x="3184751" y="276061"/>
                  </a:lnTo>
                  <a:lnTo>
                    <a:pt x="3253919" y="233355"/>
                  </a:lnTo>
                  <a:lnTo>
                    <a:pt x="3327901" y="194549"/>
                  </a:lnTo>
                  <a:lnTo>
                    <a:pt x="3406236" y="159411"/>
                  </a:lnTo>
                  <a:lnTo>
                    <a:pt x="3487945" y="127826"/>
                  </a:lnTo>
                  <a:lnTo>
                    <a:pt x="3571440" y="99779"/>
                  </a:lnTo>
                  <a:lnTo>
                    <a:pt x="3654509" y="75326"/>
                  </a:lnTo>
                  <a:lnTo>
                    <a:pt x="3734412" y="54545"/>
                  </a:lnTo>
                  <a:lnTo>
                    <a:pt x="3808117" y="37480"/>
                  </a:lnTo>
                  <a:lnTo>
                    <a:pt x="3872689" y="24083"/>
                  </a:lnTo>
                  <a:lnTo>
                    <a:pt x="3925749" y="14160"/>
                  </a:lnTo>
                  <a:lnTo>
                    <a:pt x="3965922" y="7356"/>
                  </a:lnTo>
                  <a:lnTo>
                    <a:pt x="3993131" y="3166"/>
                  </a:lnTo>
                  <a:lnTo>
                    <a:pt x="4008689" y="980"/>
                  </a:lnTo>
                  <a:lnTo>
                    <a:pt x="4015206" y="142"/>
                  </a:lnTo>
                  <a:lnTo>
                    <a:pt x="4016408" y="0"/>
                  </a:lnTo>
                  <a:lnTo>
                    <a:pt x="4016409" y="0"/>
                  </a:lnTo>
                  <a:lnTo>
                    <a:pt x="4538543" y="0"/>
                  </a:lnTo>
                  <a:lnTo>
                    <a:pt x="4539766" y="50"/>
                  </a:lnTo>
                  <a:lnTo>
                    <a:pt x="4547771" y="410"/>
                  </a:lnTo>
                  <a:lnTo>
                    <a:pt x="4567808" y="1405"/>
                  </a:lnTo>
                  <a:lnTo>
                    <a:pt x="4603270" y="3360"/>
                  </a:lnTo>
                  <a:lnTo>
                    <a:pt x="4655392" y="6564"/>
                  </a:lnTo>
                  <a:lnTo>
                    <a:pt x="4723180" y="11236"/>
                  </a:lnTo>
                  <a:lnTo>
                    <a:pt x="4803757" y="17505"/>
                  </a:lnTo>
                  <a:lnTo>
                    <a:pt x="4893081" y="25416"/>
                  </a:lnTo>
                  <a:lnTo>
                    <a:pt x="4986788" y="34953"/>
                  </a:lnTo>
                  <a:lnTo>
                    <a:pt x="5080929" y="46077"/>
                  </a:lnTo>
                  <a:lnTo>
                    <a:pt x="5172415" y="58765"/>
                  </a:lnTo>
                  <a:lnTo>
                    <a:pt x="5259169" y="73034"/>
                  </a:lnTo>
                  <a:lnTo>
                    <a:pt x="5340063" y="88962"/>
                  </a:lnTo>
                  <a:lnTo>
                    <a:pt x="5414739" y="106697"/>
                  </a:lnTo>
                  <a:lnTo>
                    <a:pt x="5483391" y="126450"/>
                  </a:lnTo>
                  <a:lnTo>
                    <a:pt x="5546585" y="148499"/>
                  </a:lnTo>
                  <a:lnTo>
                    <a:pt x="5605103" y="173171"/>
                  </a:lnTo>
                  <a:lnTo>
                    <a:pt x="5659831" y="200825"/>
                  </a:lnTo>
                  <a:lnTo>
                    <a:pt x="5711674" y="231805"/>
                  </a:lnTo>
                  <a:lnTo>
                    <a:pt x="5761483" y="266377"/>
                  </a:lnTo>
                  <a:lnTo>
                    <a:pt x="5784835" y="284240"/>
                  </a:lnTo>
                  <a:lnTo>
                    <a:pt x="5829012" y="320846"/>
                  </a:lnTo>
                  <a:lnTo>
                    <a:pt x="5872759" y="360620"/>
                  </a:lnTo>
                  <a:lnTo>
                    <a:pt x="5916425" y="403623"/>
                  </a:lnTo>
                  <a:lnTo>
                    <a:pt x="5960266" y="449839"/>
                  </a:lnTo>
                  <a:lnTo>
                    <a:pt x="6004458" y="499169"/>
                  </a:lnTo>
                  <a:lnTo>
                    <a:pt x="6049107" y="551424"/>
                  </a:lnTo>
                  <a:lnTo>
                    <a:pt x="6094253" y="606319"/>
                  </a:lnTo>
                  <a:lnTo>
                    <a:pt x="6139878" y="663482"/>
                  </a:lnTo>
                  <a:lnTo>
                    <a:pt x="6185915" y="722454"/>
                  </a:lnTo>
                  <a:lnTo>
                    <a:pt x="6232260" y="782707"/>
                  </a:lnTo>
                  <a:lnTo>
                    <a:pt x="6278776" y="843660"/>
                  </a:lnTo>
                  <a:lnTo>
                    <a:pt x="6325316" y="904704"/>
                  </a:lnTo>
                  <a:lnTo>
                    <a:pt x="6371726" y="965227"/>
                  </a:lnTo>
                  <a:lnTo>
                    <a:pt x="6417868" y="1024636"/>
                  </a:lnTo>
                  <a:lnTo>
                    <a:pt x="6463624" y="1082387"/>
                  </a:lnTo>
                  <a:lnTo>
                    <a:pt x="6508916" y="1137998"/>
                  </a:lnTo>
                  <a:lnTo>
                    <a:pt x="6553711" y="1191070"/>
                  </a:lnTo>
                  <a:lnTo>
                    <a:pt x="6598030" y="1241291"/>
                  </a:lnTo>
                  <a:lnTo>
                    <a:pt x="6641961" y="1288445"/>
                  </a:lnTo>
                  <a:lnTo>
                    <a:pt x="6685655" y="1332407"/>
                  </a:lnTo>
                  <a:lnTo>
                    <a:pt x="6729346" y="1373136"/>
                  </a:lnTo>
                  <a:lnTo>
                    <a:pt x="6773354" y="1410671"/>
                  </a:lnTo>
                  <a:lnTo>
                    <a:pt x="6786527" y="1421204"/>
                  </a:lnTo>
                  <a:lnTo>
                    <a:pt x="6835625" y="1457540"/>
                  </a:lnTo>
                  <a:lnTo>
                    <a:pt x="6886394" y="1490216"/>
                  </a:lnTo>
                  <a:lnTo>
                    <a:pt x="6939629" y="1519422"/>
                  </a:lnTo>
                  <a:lnTo>
                    <a:pt x="6996218" y="1545478"/>
                  </a:lnTo>
                  <a:lnTo>
                    <a:pt x="7057067" y="1568740"/>
                  </a:lnTo>
                  <a:lnTo>
                    <a:pt x="7123018" y="1589555"/>
                  </a:lnTo>
                  <a:lnTo>
                    <a:pt x="7194757" y="1608225"/>
                  </a:lnTo>
                  <a:lnTo>
                    <a:pt x="7272679" y="1624996"/>
                  </a:lnTo>
                  <a:lnTo>
                    <a:pt x="7356715" y="1640046"/>
                  </a:lnTo>
                  <a:lnTo>
                    <a:pt x="7446132" y="1653486"/>
                  </a:lnTo>
                  <a:lnTo>
                    <a:pt x="7539324" y="1665359"/>
                  </a:lnTo>
                  <a:lnTo>
                    <a:pt x="7633686" y="1675661"/>
                  </a:lnTo>
                  <a:lnTo>
                    <a:pt x="7725643" y="1684355"/>
                  </a:lnTo>
                  <a:lnTo>
                    <a:pt x="7810953" y="1691410"/>
                  </a:lnTo>
                  <a:lnTo>
                    <a:pt x="7885317" y="1696836"/>
                  </a:lnTo>
                  <a:lnTo>
                    <a:pt x="7945195" y="1700722"/>
                  </a:lnTo>
                  <a:lnTo>
                    <a:pt x="7988623" y="1703242"/>
                  </a:lnTo>
                  <a:lnTo>
                    <a:pt x="8015752" y="1704658"/>
                  </a:lnTo>
                  <a:lnTo>
                    <a:pt x="8028971" y="1705281"/>
                  </a:lnTo>
                  <a:lnTo>
                    <a:pt x="8032681" y="1705440"/>
                  </a:lnTo>
                  <a:lnTo>
                    <a:pt x="8032819" y="1705445"/>
                  </a:lnTo>
                  <a:lnTo>
                    <a:pt x="8554953" y="1705445"/>
                  </a:lnTo>
                  <a:lnTo>
                    <a:pt x="8554953" y="1705445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993" name="pl1993"/>
            <p:cNvSpPr/>
            <p:nvPr/>
          </p:nvSpPr>
          <p:spPr>
            <a:xfrm>
              <a:off x="386606" y="993541"/>
              <a:ext cx="8554953" cy="4918686"/>
            </a:xfrm>
            <a:custGeom>
              <a:avLst/>
              <a:pathLst>
                <a:path w="8554953" h="4918686">
                  <a:moveTo>
                    <a:pt x="8554953" y="1705445"/>
                  </a:moveTo>
                  <a:lnTo>
                    <a:pt x="8032819" y="1705445"/>
                  </a:lnTo>
                  <a:lnTo>
                    <a:pt x="8031596" y="1705395"/>
                  </a:lnTo>
                  <a:lnTo>
                    <a:pt x="8023591" y="1705035"/>
                  </a:lnTo>
                  <a:lnTo>
                    <a:pt x="8003554" y="1704040"/>
                  </a:lnTo>
                  <a:lnTo>
                    <a:pt x="7968092" y="1702085"/>
                  </a:lnTo>
                  <a:lnTo>
                    <a:pt x="7915970" y="1698881"/>
                  </a:lnTo>
                  <a:lnTo>
                    <a:pt x="7848182" y="1694209"/>
                  </a:lnTo>
                  <a:lnTo>
                    <a:pt x="7767605" y="1687939"/>
                  </a:lnTo>
                  <a:lnTo>
                    <a:pt x="7678281" y="1680028"/>
                  </a:lnTo>
                  <a:lnTo>
                    <a:pt x="7584574" y="1670491"/>
                  </a:lnTo>
                  <a:lnTo>
                    <a:pt x="7490433" y="1659367"/>
                  </a:lnTo>
                  <a:lnTo>
                    <a:pt x="7398947" y="1646680"/>
                  </a:lnTo>
                  <a:lnTo>
                    <a:pt x="7312193" y="1632411"/>
                  </a:lnTo>
                  <a:lnTo>
                    <a:pt x="7231298" y="1616482"/>
                  </a:lnTo>
                  <a:lnTo>
                    <a:pt x="7156623" y="1598748"/>
                  </a:lnTo>
                  <a:lnTo>
                    <a:pt x="7087971" y="1578995"/>
                  </a:lnTo>
                  <a:lnTo>
                    <a:pt x="7024777" y="1556946"/>
                  </a:lnTo>
                  <a:lnTo>
                    <a:pt x="6966259" y="1532273"/>
                  </a:lnTo>
                  <a:lnTo>
                    <a:pt x="6911531" y="1504620"/>
                  </a:lnTo>
                  <a:lnTo>
                    <a:pt x="6859688" y="1473640"/>
                  </a:lnTo>
                  <a:lnTo>
                    <a:pt x="6809879" y="1439067"/>
                  </a:lnTo>
                  <a:lnTo>
                    <a:pt x="6786527" y="1421204"/>
                  </a:lnTo>
                  <a:lnTo>
                    <a:pt x="6742350" y="1384599"/>
                  </a:lnTo>
                  <a:lnTo>
                    <a:pt x="6698603" y="1344824"/>
                  </a:lnTo>
                  <a:lnTo>
                    <a:pt x="6654937" y="1301822"/>
                  </a:lnTo>
                  <a:lnTo>
                    <a:pt x="6611096" y="1255606"/>
                  </a:lnTo>
                  <a:lnTo>
                    <a:pt x="6566904" y="1206276"/>
                  </a:lnTo>
                  <a:lnTo>
                    <a:pt x="6522255" y="1154021"/>
                  </a:lnTo>
                  <a:lnTo>
                    <a:pt x="6477109" y="1099125"/>
                  </a:lnTo>
                  <a:lnTo>
                    <a:pt x="6431484" y="1041962"/>
                  </a:lnTo>
                  <a:lnTo>
                    <a:pt x="6385447" y="982990"/>
                  </a:lnTo>
                  <a:lnTo>
                    <a:pt x="6339102" y="922738"/>
                  </a:lnTo>
                  <a:lnTo>
                    <a:pt x="6292586" y="861785"/>
                  </a:lnTo>
                  <a:lnTo>
                    <a:pt x="6246046" y="800741"/>
                  </a:lnTo>
                  <a:lnTo>
                    <a:pt x="6199636" y="740218"/>
                  </a:lnTo>
                  <a:lnTo>
                    <a:pt x="6153494" y="680809"/>
                  </a:lnTo>
                  <a:lnTo>
                    <a:pt x="6107738" y="623058"/>
                  </a:lnTo>
                  <a:lnTo>
                    <a:pt x="6062446" y="567446"/>
                  </a:lnTo>
                  <a:lnTo>
                    <a:pt x="6017651" y="514375"/>
                  </a:lnTo>
                  <a:lnTo>
                    <a:pt x="5973331" y="464153"/>
                  </a:lnTo>
                  <a:lnTo>
                    <a:pt x="5929401" y="416999"/>
                  </a:lnTo>
                  <a:lnTo>
                    <a:pt x="5885707" y="373038"/>
                  </a:lnTo>
                  <a:lnTo>
                    <a:pt x="5842015" y="332309"/>
                  </a:lnTo>
                  <a:lnTo>
                    <a:pt x="5798008" y="294774"/>
                  </a:lnTo>
                  <a:lnTo>
                    <a:pt x="5784835" y="284240"/>
                  </a:lnTo>
                  <a:lnTo>
                    <a:pt x="5735737" y="247905"/>
                  </a:lnTo>
                  <a:lnTo>
                    <a:pt x="5684968" y="215229"/>
                  </a:lnTo>
                  <a:lnTo>
                    <a:pt x="5631733" y="186022"/>
                  </a:lnTo>
                  <a:lnTo>
                    <a:pt x="5575144" y="159967"/>
                  </a:lnTo>
                  <a:lnTo>
                    <a:pt x="5514295" y="136705"/>
                  </a:lnTo>
                  <a:lnTo>
                    <a:pt x="5448344" y="115890"/>
                  </a:lnTo>
                  <a:lnTo>
                    <a:pt x="5376605" y="97220"/>
                  </a:lnTo>
                  <a:lnTo>
                    <a:pt x="5298683" y="80448"/>
                  </a:lnTo>
                  <a:lnTo>
                    <a:pt x="5214647" y="65398"/>
                  </a:lnTo>
                  <a:lnTo>
                    <a:pt x="5125230" y="51959"/>
                  </a:lnTo>
                  <a:lnTo>
                    <a:pt x="5032038" y="40085"/>
                  </a:lnTo>
                  <a:lnTo>
                    <a:pt x="4937676" y="29784"/>
                  </a:lnTo>
                  <a:lnTo>
                    <a:pt x="4845719" y="21090"/>
                  </a:lnTo>
                  <a:lnTo>
                    <a:pt x="4760409" y="14035"/>
                  </a:lnTo>
                  <a:lnTo>
                    <a:pt x="4686045" y="8608"/>
                  </a:lnTo>
                  <a:lnTo>
                    <a:pt x="4626167" y="4723"/>
                  </a:lnTo>
                  <a:lnTo>
                    <a:pt x="4582739" y="2202"/>
                  </a:lnTo>
                  <a:lnTo>
                    <a:pt x="4555610" y="787"/>
                  </a:lnTo>
                  <a:lnTo>
                    <a:pt x="4542391" y="164"/>
                  </a:lnTo>
                  <a:lnTo>
                    <a:pt x="4538681" y="5"/>
                  </a:lnTo>
                  <a:lnTo>
                    <a:pt x="4538543" y="0"/>
                  </a:lnTo>
                  <a:lnTo>
                    <a:pt x="4016409" y="0"/>
                  </a:lnTo>
                  <a:lnTo>
                    <a:pt x="4015554" y="100"/>
                  </a:lnTo>
                  <a:lnTo>
                    <a:pt x="4009911" y="818"/>
                  </a:lnTo>
                  <a:lnTo>
                    <a:pt x="3995627" y="2803"/>
                  </a:lnTo>
                  <a:lnTo>
                    <a:pt x="3969946" y="6712"/>
                  </a:lnTo>
                  <a:lnTo>
                    <a:pt x="3931388" y="13166"/>
                  </a:lnTo>
                  <a:lnTo>
                    <a:pt x="3879860" y="22683"/>
                  </a:lnTo>
                  <a:lnTo>
                    <a:pt x="3816590" y="35641"/>
                  </a:lnTo>
                  <a:lnTo>
                    <a:pt x="3743854" y="52250"/>
                  </a:lnTo>
                  <a:lnTo>
                    <a:pt x="3664547" y="72576"/>
                  </a:lnTo>
                  <a:lnTo>
                    <a:pt x="3581709" y="96583"/>
                  </a:lnTo>
                  <a:lnTo>
                    <a:pt x="3498135" y="124192"/>
                  </a:lnTo>
                  <a:lnTo>
                    <a:pt x="3416110" y="155344"/>
                  </a:lnTo>
                  <a:lnTo>
                    <a:pt x="3337296" y="190042"/>
                  </a:lnTo>
                  <a:lnTo>
                    <a:pt x="3262745" y="228388"/>
                  </a:lnTo>
                  <a:lnTo>
                    <a:pt x="3192976" y="270598"/>
                  </a:lnTo>
                  <a:lnTo>
                    <a:pt x="3128086" y="317013"/>
                  </a:lnTo>
                  <a:lnTo>
                    <a:pt x="3067866" y="368090"/>
                  </a:lnTo>
                  <a:lnTo>
                    <a:pt x="3011900" y="424398"/>
                  </a:lnTo>
                  <a:lnTo>
                    <a:pt x="2959641" y="486594"/>
                  </a:lnTo>
                  <a:lnTo>
                    <a:pt x="2910479" y="555393"/>
                  </a:lnTo>
                  <a:lnTo>
                    <a:pt x="2863781" y="631506"/>
                  </a:lnTo>
                  <a:lnTo>
                    <a:pt x="2818935" y="715546"/>
                  </a:lnTo>
                  <a:lnTo>
                    <a:pt x="2775394" y="807876"/>
                  </a:lnTo>
                  <a:lnTo>
                    <a:pt x="2770117" y="819781"/>
                  </a:lnTo>
                  <a:lnTo>
                    <a:pt x="2740681" y="888960"/>
                  </a:lnTo>
                  <a:lnTo>
                    <a:pt x="2711494" y="962138"/>
                  </a:lnTo>
                  <a:lnTo>
                    <a:pt x="2682439" y="1039394"/>
                  </a:lnTo>
                  <a:lnTo>
                    <a:pt x="2653419" y="1120769"/>
                  </a:lnTo>
                  <a:lnTo>
                    <a:pt x="2624355" y="1206263"/>
                  </a:lnTo>
                  <a:lnTo>
                    <a:pt x="2595183" y="1295829"/>
                  </a:lnTo>
                  <a:lnTo>
                    <a:pt x="2565854" y="1389371"/>
                  </a:lnTo>
                  <a:lnTo>
                    <a:pt x="2536336" y="1486743"/>
                  </a:lnTo>
                  <a:lnTo>
                    <a:pt x="2506605" y="1587747"/>
                  </a:lnTo>
                  <a:lnTo>
                    <a:pt x="2476654" y="1692129"/>
                  </a:lnTo>
                  <a:lnTo>
                    <a:pt x="2446485" y="1799588"/>
                  </a:lnTo>
                  <a:lnTo>
                    <a:pt x="2416109" y="1909769"/>
                  </a:lnTo>
                  <a:lnTo>
                    <a:pt x="2385550" y="2022274"/>
                  </a:lnTo>
                  <a:lnTo>
                    <a:pt x="2354836" y="2136665"/>
                  </a:lnTo>
                  <a:lnTo>
                    <a:pt x="2324003" y="2252470"/>
                  </a:lnTo>
                  <a:lnTo>
                    <a:pt x="2293092" y="2369190"/>
                  </a:lnTo>
                  <a:lnTo>
                    <a:pt x="2262147" y="2486313"/>
                  </a:lnTo>
                  <a:lnTo>
                    <a:pt x="2231211" y="2603315"/>
                  </a:lnTo>
                  <a:lnTo>
                    <a:pt x="2200331" y="2719677"/>
                  </a:lnTo>
                  <a:lnTo>
                    <a:pt x="2169548" y="2834891"/>
                  </a:lnTo>
                  <a:lnTo>
                    <a:pt x="2138901" y="2948471"/>
                  </a:lnTo>
                  <a:lnTo>
                    <a:pt x="2108423" y="3059958"/>
                  </a:lnTo>
                  <a:lnTo>
                    <a:pt x="2078141" y="3168932"/>
                  </a:lnTo>
                  <a:lnTo>
                    <a:pt x="2048071" y="3275016"/>
                  </a:lnTo>
                  <a:lnTo>
                    <a:pt x="2018222" y="3377877"/>
                  </a:lnTo>
                  <a:lnTo>
                    <a:pt x="1988591" y="3477237"/>
                  </a:lnTo>
                  <a:lnTo>
                    <a:pt x="1959163" y="3572867"/>
                  </a:lnTo>
                  <a:lnTo>
                    <a:pt x="1929911" y="3664594"/>
                  </a:lnTo>
                  <a:lnTo>
                    <a:pt x="1900796" y="3752293"/>
                  </a:lnTo>
                  <a:lnTo>
                    <a:pt x="1871761" y="3835894"/>
                  </a:lnTo>
                  <a:lnTo>
                    <a:pt x="1842736" y="3915370"/>
                  </a:lnTo>
                  <a:lnTo>
                    <a:pt x="1813633" y="3990741"/>
                  </a:lnTo>
                  <a:lnTo>
                    <a:pt x="1784347" y="4062066"/>
                  </a:lnTo>
                  <a:lnTo>
                    <a:pt x="1768425" y="4098905"/>
                  </a:lnTo>
                  <a:lnTo>
                    <a:pt x="1725011" y="4192256"/>
                  </a:lnTo>
                  <a:lnTo>
                    <a:pt x="1680354" y="4277301"/>
                  </a:lnTo>
                  <a:lnTo>
                    <a:pt x="1633915" y="4354357"/>
                  </a:lnTo>
                  <a:lnTo>
                    <a:pt x="1585089" y="4424017"/>
                  </a:lnTo>
                  <a:lnTo>
                    <a:pt x="1533244" y="4486984"/>
                  </a:lnTo>
                  <a:lnTo>
                    <a:pt x="1477764" y="4543978"/>
                  </a:lnTo>
                  <a:lnTo>
                    <a:pt x="1418092" y="4595664"/>
                  </a:lnTo>
                  <a:lnTo>
                    <a:pt x="1353792" y="4642624"/>
                  </a:lnTo>
                  <a:lnTo>
                    <a:pt x="1284623" y="4685330"/>
                  </a:lnTo>
                  <a:lnTo>
                    <a:pt x="1210641" y="4724136"/>
                  </a:lnTo>
                  <a:lnTo>
                    <a:pt x="1132306" y="4759274"/>
                  </a:lnTo>
                  <a:lnTo>
                    <a:pt x="1050597" y="4790859"/>
                  </a:lnTo>
                  <a:lnTo>
                    <a:pt x="967103" y="4818906"/>
                  </a:lnTo>
                  <a:lnTo>
                    <a:pt x="884033" y="4843359"/>
                  </a:lnTo>
                  <a:lnTo>
                    <a:pt x="804130" y="4864140"/>
                  </a:lnTo>
                  <a:lnTo>
                    <a:pt x="730425" y="4881205"/>
                  </a:lnTo>
                  <a:lnTo>
                    <a:pt x="665854" y="4894602"/>
                  </a:lnTo>
                  <a:lnTo>
                    <a:pt x="612793" y="4904525"/>
                  </a:lnTo>
                  <a:lnTo>
                    <a:pt x="572620" y="4911329"/>
                  </a:lnTo>
                  <a:lnTo>
                    <a:pt x="545411" y="4915519"/>
                  </a:lnTo>
                  <a:lnTo>
                    <a:pt x="529853" y="4917705"/>
                  </a:lnTo>
                  <a:lnTo>
                    <a:pt x="523336" y="4918543"/>
                  </a:lnTo>
                  <a:lnTo>
                    <a:pt x="522134" y="4918685"/>
                  </a:lnTo>
                  <a:lnTo>
                    <a:pt x="522133" y="4918686"/>
                  </a:lnTo>
                  <a:lnTo>
                    <a:pt x="0" y="4918686"/>
                  </a:lnTo>
                  <a:lnTo>
                    <a:pt x="0" y="4918686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994" name="pg1994"/>
            <p:cNvSpPr/>
            <p:nvPr/>
          </p:nvSpPr>
          <p:spPr>
            <a:xfrm>
              <a:off x="386606" y="3376647"/>
              <a:ext cx="8554953" cy="2569462"/>
            </a:xfrm>
            <a:custGeom>
              <a:avLst/>
              <a:pathLst>
                <a:path w="8554953" h="2569462">
                  <a:moveTo>
                    <a:pt x="0" y="2569462"/>
                  </a:moveTo>
                  <a:lnTo>
                    <a:pt x="522133" y="2569462"/>
                  </a:lnTo>
                  <a:lnTo>
                    <a:pt x="523312" y="2569393"/>
                  </a:lnTo>
                  <a:lnTo>
                    <a:pt x="531032" y="2568897"/>
                  </a:lnTo>
                  <a:lnTo>
                    <a:pt x="550381" y="2567527"/>
                  </a:lnTo>
                  <a:lnTo>
                    <a:pt x="584687" y="2564835"/>
                  </a:lnTo>
                  <a:lnTo>
                    <a:pt x="635236" y="2560419"/>
                  </a:lnTo>
                  <a:lnTo>
                    <a:pt x="701184" y="2553970"/>
                  </a:lnTo>
                  <a:lnTo>
                    <a:pt x="779867" y="2545301"/>
                  </a:lnTo>
                  <a:lnTo>
                    <a:pt x="867449" y="2534344"/>
                  </a:lnTo>
                  <a:lnTo>
                    <a:pt x="959723" y="2521115"/>
                  </a:lnTo>
                  <a:lnTo>
                    <a:pt x="1052816" y="2505666"/>
                  </a:lnTo>
                  <a:lnTo>
                    <a:pt x="1143641" y="2488035"/>
                  </a:lnTo>
                  <a:lnTo>
                    <a:pt x="1230071" y="2468207"/>
                  </a:lnTo>
                  <a:lnTo>
                    <a:pt x="1310899" y="2446085"/>
                  </a:lnTo>
                  <a:lnTo>
                    <a:pt x="1385676" y="2421485"/>
                  </a:lnTo>
                  <a:lnTo>
                    <a:pt x="1454516" y="2394128"/>
                  </a:lnTo>
                  <a:lnTo>
                    <a:pt x="1517909" y="2363648"/>
                  </a:lnTo>
                  <a:lnTo>
                    <a:pt x="1576577" y="2329604"/>
                  </a:lnTo>
                  <a:lnTo>
                    <a:pt x="1631362" y="2291509"/>
                  </a:lnTo>
                  <a:lnTo>
                    <a:pt x="1683137" y="2248878"/>
                  </a:lnTo>
                  <a:lnTo>
                    <a:pt x="1732740" y="2201306"/>
                  </a:lnTo>
                  <a:lnTo>
                    <a:pt x="1768425" y="2162866"/>
                  </a:lnTo>
                  <a:lnTo>
                    <a:pt x="1807800" y="2116446"/>
                  </a:lnTo>
                  <a:lnTo>
                    <a:pt x="1846801" y="2066441"/>
                  </a:lnTo>
                  <a:lnTo>
                    <a:pt x="1885685" y="2012779"/>
                  </a:lnTo>
                  <a:lnTo>
                    <a:pt x="1924649" y="1955454"/>
                  </a:lnTo>
                  <a:lnTo>
                    <a:pt x="1963839" y="1894531"/>
                  </a:lnTo>
                  <a:lnTo>
                    <a:pt x="2003354" y="1830157"/>
                  </a:lnTo>
                  <a:lnTo>
                    <a:pt x="2043248" y="1762562"/>
                  </a:lnTo>
                  <a:lnTo>
                    <a:pt x="2083538" y="1692058"/>
                  </a:lnTo>
                  <a:lnTo>
                    <a:pt x="2124203" y="1619040"/>
                  </a:lnTo>
                  <a:lnTo>
                    <a:pt x="2165196" y="1543976"/>
                  </a:lnTo>
                  <a:lnTo>
                    <a:pt x="2206441" y="1467400"/>
                  </a:lnTo>
                  <a:lnTo>
                    <a:pt x="2247846" y="1389891"/>
                  </a:lnTo>
                  <a:lnTo>
                    <a:pt x="2289307" y="1312061"/>
                  </a:lnTo>
                  <a:lnTo>
                    <a:pt x="2330716" y="1234532"/>
                  </a:lnTo>
                  <a:lnTo>
                    <a:pt x="2371968" y="1157915"/>
                  </a:lnTo>
                  <a:lnTo>
                    <a:pt x="2412971" y="1082792"/>
                  </a:lnTo>
                  <a:lnTo>
                    <a:pt x="2453648" y="1009697"/>
                  </a:lnTo>
                  <a:lnTo>
                    <a:pt x="2493951" y="939102"/>
                  </a:lnTo>
                  <a:lnTo>
                    <a:pt x="2533858" y="871403"/>
                  </a:lnTo>
                  <a:lnTo>
                    <a:pt x="2573385" y="806918"/>
                  </a:lnTo>
                  <a:lnTo>
                    <a:pt x="2612584" y="745877"/>
                  </a:lnTo>
                  <a:lnTo>
                    <a:pt x="2651554" y="688429"/>
                  </a:lnTo>
                  <a:lnTo>
                    <a:pt x="2690438" y="634644"/>
                  </a:lnTo>
                  <a:lnTo>
                    <a:pt x="2729431" y="584517"/>
                  </a:lnTo>
                  <a:lnTo>
                    <a:pt x="2768789" y="537979"/>
                  </a:lnTo>
                  <a:lnTo>
                    <a:pt x="2770117" y="536481"/>
                  </a:lnTo>
                  <a:lnTo>
                    <a:pt x="2818591" y="485123"/>
                  </a:lnTo>
                  <a:lnTo>
                    <a:pt x="2868686" y="438871"/>
                  </a:lnTo>
                  <a:lnTo>
                    <a:pt x="2921163" y="397469"/>
                  </a:lnTo>
                  <a:lnTo>
                    <a:pt x="2976878" y="360481"/>
                  </a:lnTo>
                  <a:lnTo>
                    <a:pt x="3036703" y="327413"/>
                  </a:lnTo>
                  <a:lnTo>
                    <a:pt x="3101456" y="297788"/>
                  </a:lnTo>
                  <a:lnTo>
                    <a:pt x="3171811" y="271183"/>
                  </a:lnTo>
                  <a:lnTo>
                    <a:pt x="3248177" y="247254"/>
                  </a:lnTo>
                  <a:lnTo>
                    <a:pt x="3330539" y="225745"/>
                  </a:lnTo>
                  <a:lnTo>
                    <a:pt x="3418269" y="206496"/>
                  </a:lnTo>
                  <a:lnTo>
                    <a:pt x="3509931" y="189434"/>
                  </a:lnTo>
                  <a:lnTo>
                    <a:pt x="3603145" y="174560"/>
                  </a:lnTo>
                  <a:lnTo>
                    <a:pt x="3694591" y="161920"/>
                  </a:lnTo>
                  <a:lnTo>
                    <a:pt x="3780253" y="151562"/>
                  </a:lnTo>
                  <a:lnTo>
                    <a:pt x="3855946" y="143484"/>
                  </a:lnTo>
                  <a:lnTo>
                    <a:pt x="3918065" y="137589"/>
                  </a:lnTo>
                  <a:lnTo>
                    <a:pt x="3964368" y="133657"/>
                  </a:lnTo>
                  <a:lnTo>
                    <a:pt x="3994557" y="131352"/>
                  </a:lnTo>
                  <a:lnTo>
                    <a:pt x="4010471" y="130254"/>
                  </a:lnTo>
                  <a:lnTo>
                    <a:pt x="4015927" y="129912"/>
                  </a:lnTo>
                  <a:lnTo>
                    <a:pt x="4016409" y="129884"/>
                  </a:lnTo>
                  <a:lnTo>
                    <a:pt x="4538543" y="129884"/>
                  </a:lnTo>
                  <a:lnTo>
                    <a:pt x="4539812" y="129881"/>
                  </a:lnTo>
                  <a:lnTo>
                    <a:pt x="4548112" y="129853"/>
                  </a:lnTo>
                  <a:lnTo>
                    <a:pt x="4568860" y="129778"/>
                  </a:lnTo>
                  <a:lnTo>
                    <a:pt x="4605513" y="129630"/>
                  </a:lnTo>
                  <a:lnTo>
                    <a:pt x="4659249" y="129388"/>
                  </a:lnTo>
                  <a:lnTo>
                    <a:pt x="4728910" y="129035"/>
                  </a:lnTo>
                  <a:lnTo>
                    <a:pt x="4811401" y="128563"/>
                  </a:lnTo>
                  <a:lnTo>
                    <a:pt x="4902464" y="127968"/>
                  </a:lnTo>
                  <a:lnTo>
                    <a:pt x="4997583" y="127251"/>
                  </a:lnTo>
                  <a:lnTo>
                    <a:pt x="5092737" y="126417"/>
                  </a:lnTo>
                  <a:lnTo>
                    <a:pt x="5184842" y="125465"/>
                  </a:lnTo>
                  <a:lnTo>
                    <a:pt x="5271880" y="124395"/>
                  </a:lnTo>
                  <a:lnTo>
                    <a:pt x="5352809" y="123200"/>
                  </a:lnTo>
                  <a:lnTo>
                    <a:pt x="5427361" y="121867"/>
                  </a:lnTo>
                  <a:lnTo>
                    <a:pt x="5495817" y="120381"/>
                  </a:lnTo>
                  <a:lnTo>
                    <a:pt x="5558815" y="118718"/>
                  </a:lnTo>
                  <a:lnTo>
                    <a:pt x="5617197" y="116854"/>
                  </a:lnTo>
                  <a:lnTo>
                    <a:pt x="5671893" y="114762"/>
                  </a:lnTo>
                  <a:lnTo>
                    <a:pt x="5723838" y="112415"/>
                  </a:lnTo>
                  <a:lnTo>
                    <a:pt x="5773888" y="109798"/>
                  </a:lnTo>
                  <a:lnTo>
                    <a:pt x="5784835" y="109178"/>
                  </a:lnTo>
                  <a:lnTo>
                    <a:pt x="5839003" y="105872"/>
                  </a:lnTo>
                  <a:lnTo>
                    <a:pt x="5892649" y="102216"/>
                  </a:lnTo>
                  <a:lnTo>
                    <a:pt x="5946359" y="98205"/>
                  </a:lnTo>
                  <a:lnTo>
                    <a:pt x="6000523" y="93849"/>
                  </a:lnTo>
                  <a:lnTo>
                    <a:pt x="6055360" y="89169"/>
                  </a:lnTo>
                  <a:lnTo>
                    <a:pt x="6110944" y="84205"/>
                  </a:lnTo>
                  <a:lnTo>
                    <a:pt x="6167219" y="79009"/>
                  </a:lnTo>
                  <a:lnTo>
                    <a:pt x="6224025" y="73649"/>
                  </a:lnTo>
                  <a:lnTo>
                    <a:pt x="6281128" y="68201"/>
                  </a:lnTo>
                  <a:lnTo>
                    <a:pt x="6338253" y="62746"/>
                  </a:lnTo>
                  <a:lnTo>
                    <a:pt x="6395123" y="57367"/>
                  </a:lnTo>
                  <a:lnTo>
                    <a:pt x="6451496" y="52140"/>
                  </a:lnTo>
                  <a:lnTo>
                    <a:pt x="6507196" y="47135"/>
                  </a:lnTo>
                  <a:lnTo>
                    <a:pt x="6562152" y="42407"/>
                  </a:lnTo>
                  <a:lnTo>
                    <a:pt x="6616412" y="37997"/>
                  </a:lnTo>
                  <a:lnTo>
                    <a:pt x="6670172" y="33931"/>
                  </a:lnTo>
                  <a:lnTo>
                    <a:pt x="6723795" y="30218"/>
                  </a:lnTo>
                  <a:lnTo>
                    <a:pt x="6777832" y="26857"/>
                  </a:lnTo>
                  <a:lnTo>
                    <a:pt x="6786527" y="26353"/>
                  </a:lnTo>
                  <a:lnTo>
                    <a:pt x="6836258" y="23674"/>
                  </a:lnTo>
                  <a:lnTo>
                    <a:pt x="6887711" y="21269"/>
                  </a:lnTo>
                  <a:lnTo>
                    <a:pt x="6941716" y="19122"/>
                  </a:lnTo>
                  <a:lnTo>
                    <a:pt x="6999196" y="17209"/>
                  </a:lnTo>
                  <a:lnTo>
                    <a:pt x="7061091" y="15504"/>
                  </a:lnTo>
                  <a:lnTo>
                    <a:pt x="7128269" y="13980"/>
                  </a:lnTo>
                  <a:lnTo>
                    <a:pt x="7201425" y="12615"/>
                  </a:lnTo>
                  <a:lnTo>
                    <a:pt x="7280936" y="11390"/>
                  </a:lnTo>
                  <a:lnTo>
                    <a:pt x="7366675" y="10293"/>
                  </a:lnTo>
                  <a:lnTo>
                    <a:pt x="7457791" y="9316"/>
                  </a:lnTo>
                  <a:lnTo>
                    <a:pt x="7552496" y="8455"/>
                  </a:lnTo>
                  <a:lnTo>
                    <a:pt x="7647942" y="7712"/>
                  </a:lnTo>
                  <a:lnTo>
                    <a:pt x="7740290" y="7090"/>
                  </a:lnTo>
                  <a:lnTo>
                    <a:pt x="7825078" y="6590"/>
                  </a:lnTo>
                  <a:lnTo>
                    <a:pt x="7897915" y="6212"/>
                  </a:lnTo>
                  <a:lnTo>
                    <a:pt x="7955370" y="5946"/>
                  </a:lnTo>
                  <a:lnTo>
                    <a:pt x="7995805" y="5779"/>
                  </a:lnTo>
                  <a:lnTo>
                    <a:pt x="8019867" y="5689"/>
                  </a:lnTo>
                  <a:lnTo>
                    <a:pt x="8030530" y="5654"/>
                  </a:lnTo>
                  <a:lnTo>
                    <a:pt x="8032819" y="5647"/>
                  </a:lnTo>
                  <a:lnTo>
                    <a:pt x="8554953" y="5647"/>
                  </a:lnTo>
                  <a:lnTo>
                    <a:pt x="8554953" y="0"/>
                  </a:lnTo>
                  <a:lnTo>
                    <a:pt x="8032819" y="0"/>
                  </a:lnTo>
                  <a:lnTo>
                    <a:pt x="8031550" y="3"/>
                  </a:lnTo>
                  <a:lnTo>
                    <a:pt x="8023250" y="31"/>
                  </a:lnTo>
                  <a:lnTo>
                    <a:pt x="8002502" y="106"/>
                  </a:lnTo>
                  <a:lnTo>
                    <a:pt x="7965848" y="254"/>
                  </a:lnTo>
                  <a:lnTo>
                    <a:pt x="7912113" y="496"/>
                  </a:lnTo>
                  <a:lnTo>
                    <a:pt x="7842452" y="849"/>
                  </a:lnTo>
                  <a:lnTo>
                    <a:pt x="7759961" y="1321"/>
                  </a:lnTo>
                  <a:lnTo>
                    <a:pt x="7668898" y="1916"/>
                  </a:lnTo>
                  <a:lnTo>
                    <a:pt x="7573779" y="2633"/>
                  </a:lnTo>
                  <a:lnTo>
                    <a:pt x="7478625" y="3467"/>
                  </a:lnTo>
                  <a:lnTo>
                    <a:pt x="7386520" y="4418"/>
                  </a:lnTo>
                  <a:lnTo>
                    <a:pt x="7299482" y="5489"/>
                  </a:lnTo>
                  <a:lnTo>
                    <a:pt x="7218553" y="6684"/>
                  </a:lnTo>
                  <a:lnTo>
                    <a:pt x="7144001" y="8016"/>
                  </a:lnTo>
                  <a:lnTo>
                    <a:pt x="7075545" y="9503"/>
                  </a:lnTo>
                  <a:lnTo>
                    <a:pt x="7012547" y="11166"/>
                  </a:lnTo>
                  <a:lnTo>
                    <a:pt x="6954165" y="13030"/>
                  </a:lnTo>
                  <a:lnTo>
                    <a:pt x="6899469" y="15122"/>
                  </a:lnTo>
                  <a:lnTo>
                    <a:pt x="6847524" y="17469"/>
                  </a:lnTo>
                  <a:lnTo>
                    <a:pt x="6797474" y="20086"/>
                  </a:lnTo>
                  <a:lnTo>
                    <a:pt x="6786527" y="20706"/>
                  </a:lnTo>
                  <a:lnTo>
                    <a:pt x="6732359" y="24012"/>
                  </a:lnTo>
                  <a:lnTo>
                    <a:pt x="6678713" y="27668"/>
                  </a:lnTo>
                  <a:lnTo>
                    <a:pt x="6625003" y="31679"/>
                  </a:lnTo>
                  <a:lnTo>
                    <a:pt x="6570839" y="36035"/>
                  </a:lnTo>
                  <a:lnTo>
                    <a:pt x="6516002" y="40715"/>
                  </a:lnTo>
                  <a:lnTo>
                    <a:pt x="6460418" y="45679"/>
                  </a:lnTo>
                  <a:lnTo>
                    <a:pt x="6404143" y="50875"/>
                  </a:lnTo>
                  <a:lnTo>
                    <a:pt x="6347337" y="56235"/>
                  </a:lnTo>
                  <a:lnTo>
                    <a:pt x="6290234" y="61683"/>
                  </a:lnTo>
                  <a:lnTo>
                    <a:pt x="6233109" y="67138"/>
                  </a:lnTo>
                  <a:lnTo>
                    <a:pt x="6176239" y="72517"/>
                  </a:lnTo>
                  <a:lnTo>
                    <a:pt x="6119866" y="77744"/>
                  </a:lnTo>
                  <a:lnTo>
                    <a:pt x="6064166" y="82749"/>
                  </a:lnTo>
                  <a:lnTo>
                    <a:pt x="6009210" y="87477"/>
                  </a:lnTo>
                  <a:lnTo>
                    <a:pt x="5954950" y="91887"/>
                  </a:lnTo>
                  <a:lnTo>
                    <a:pt x="5901190" y="95953"/>
                  </a:lnTo>
                  <a:lnTo>
                    <a:pt x="5847567" y="99666"/>
                  </a:lnTo>
                  <a:lnTo>
                    <a:pt x="5793530" y="103027"/>
                  </a:lnTo>
                  <a:lnTo>
                    <a:pt x="5784835" y="103531"/>
                  </a:lnTo>
                  <a:lnTo>
                    <a:pt x="5735104" y="106210"/>
                  </a:lnTo>
                  <a:lnTo>
                    <a:pt x="5683651" y="108615"/>
                  </a:lnTo>
                  <a:lnTo>
                    <a:pt x="5629646" y="110762"/>
                  </a:lnTo>
                  <a:lnTo>
                    <a:pt x="5572166" y="112675"/>
                  </a:lnTo>
                  <a:lnTo>
                    <a:pt x="5510271" y="114380"/>
                  </a:lnTo>
                  <a:lnTo>
                    <a:pt x="5443093" y="115904"/>
                  </a:lnTo>
                  <a:lnTo>
                    <a:pt x="5369937" y="117269"/>
                  </a:lnTo>
                  <a:lnTo>
                    <a:pt x="5290426" y="118494"/>
                  </a:lnTo>
                  <a:lnTo>
                    <a:pt x="5204687" y="119591"/>
                  </a:lnTo>
                  <a:lnTo>
                    <a:pt x="5113571" y="120568"/>
                  </a:lnTo>
                  <a:lnTo>
                    <a:pt x="5018866" y="121429"/>
                  </a:lnTo>
                  <a:lnTo>
                    <a:pt x="4923420" y="122172"/>
                  </a:lnTo>
                  <a:lnTo>
                    <a:pt x="4831072" y="122794"/>
                  </a:lnTo>
                  <a:lnTo>
                    <a:pt x="4746284" y="123294"/>
                  </a:lnTo>
                  <a:lnTo>
                    <a:pt x="4673447" y="123672"/>
                  </a:lnTo>
                  <a:lnTo>
                    <a:pt x="4615992" y="123938"/>
                  </a:lnTo>
                  <a:lnTo>
                    <a:pt x="4575557" y="124105"/>
                  </a:lnTo>
                  <a:lnTo>
                    <a:pt x="4551495" y="124194"/>
                  </a:lnTo>
                  <a:lnTo>
                    <a:pt x="4540831" y="124230"/>
                  </a:lnTo>
                  <a:lnTo>
                    <a:pt x="4538543" y="124237"/>
                  </a:lnTo>
                  <a:lnTo>
                    <a:pt x="4016409" y="124237"/>
                  </a:lnTo>
                  <a:lnTo>
                    <a:pt x="4015230" y="124307"/>
                  </a:lnTo>
                  <a:lnTo>
                    <a:pt x="4007511" y="124802"/>
                  </a:lnTo>
                  <a:lnTo>
                    <a:pt x="3988162" y="126172"/>
                  </a:lnTo>
                  <a:lnTo>
                    <a:pt x="3953855" y="128865"/>
                  </a:lnTo>
                  <a:lnTo>
                    <a:pt x="3903306" y="133281"/>
                  </a:lnTo>
                  <a:lnTo>
                    <a:pt x="3837358" y="139730"/>
                  </a:lnTo>
                  <a:lnTo>
                    <a:pt x="3758675" y="148398"/>
                  </a:lnTo>
                  <a:lnTo>
                    <a:pt x="3671094" y="159355"/>
                  </a:lnTo>
                  <a:lnTo>
                    <a:pt x="3578819" y="172584"/>
                  </a:lnTo>
                  <a:lnTo>
                    <a:pt x="3485727" y="188033"/>
                  </a:lnTo>
                  <a:lnTo>
                    <a:pt x="3394902" y="205664"/>
                  </a:lnTo>
                  <a:lnTo>
                    <a:pt x="3308471" y="225493"/>
                  </a:lnTo>
                  <a:lnTo>
                    <a:pt x="3227643" y="247615"/>
                  </a:lnTo>
                  <a:lnTo>
                    <a:pt x="3152866" y="272214"/>
                  </a:lnTo>
                  <a:lnTo>
                    <a:pt x="3084027" y="299572"/>
                  </a:lnTo>
                  <a:lnTo>
                    <a:pt x="3020634" y="330052"/>
                  </a:lnTo>
                  <a:lnTo>
                    <a:pt x="2961965" y="364096"/>
                  </a:lnTo>
                  <a:lnTo>
                    <a:pt x="2907180" y="402190"/>
                  </a:lnTo>
                  <a:lnTo>
                    <a:pt x="2855405" y="444821"/>
                  </a:lnTo>
                  <a:lnTo>
                    <a:pt x="2805802" y="492393"/>
                  </a:lnTo>
                  <a:lnTo>
                    <a:pt x="2770117" y="530834"/>
                  </a:lnTo>
                  <a:lnTo>
                    <a:pt x="2730742" y="577253"/>
                  </a:lnTo>
                  <a:lnTo>
                    <a:pt x="2691741" y="627258"/>
                  </a:lnTo>
                  <a:lnTo>
                    <a:pt x="2652857" y="680920"/>
                  </a:lnTo>
                  <a:lnTo>
                    <a:pt x="2613893" y="738246"/>
                  </a:lnTo>
                  <a:lnTo>
                    <a:pt x="2574703" y="799169"/>
                  </a:lnTo>
                  <a:lnTo>
                    <a:pt x="2535188" y="863542"/>
                  </a:lnTo>
                  <a:lnTo>
                    <a:pt x="2495294" y="931138"/>
                  </a:lnTo>
                  <a:lnTo>
                    <a:pt x="2455005" y="1001642"/>
                  </a:lnTo>
                  <a:lnTo>
                    <a:pt x="2414339" y="1074660"/>
                  </a:lnTo>
                  <a:lnTo>
                    <a:pt x="2373346" y="1149723"/>
                  </a:lnTo>
                  <a:lnTo>
                    <a:pt x="2332101" y="1226300"/>
                  </a:lnTo>
                  <a:lnTo>
                    <a:pt x="2290696" y="1303808"/>
                  </a:lnTo>
                  <a:lnTo>
                    <a:pt x="2249235" y="1381638"/>
                  </a:lnTo>
                  <a:lnTo>
                    <a:pt x="2207826" y="1459168"/>
                  </a:lnTo>
                  <a:lnTo>
                    <a:pt x="2166574" y="1535785"/>
                  </a:lnTo>
                  <a:lnTo>
                    <a:pt x="2125572" y="1610908"/>
                  </a:lnTo>
                  <a:lnTo>
                    <a:pt x="2084894" y="1684003"/>
                  </a:lnTo>
                  <a:lnTo>
                    <a:pt x="2044591" y="1754598"/>
                  </a:lnTo>
                  <a:lnTo>
                    <a:pt x="2004684" y="1822296"/>
                  </a:lnTo>
                  <a:lnTo>
                    <a:pt x="1965158" y="1886782"/>
                  </a:lnTo>
                  <a:lnTo>
                    <a:pt x="1925958" y="1947823"/>
                  </a:lnTo>
                  <a:lnTo>
                    <a:pt x="1886988" y="2005271"/>
                  </a:lnTo>
                  <a:lnTo>
                    <a:pt x="1848105" y="2059056"/>
                  </a:lnTo>
                  <a:lnTo>
                    <a:pt x="1809111" y="2109182"/>
                  </a:lnTo>
                  <a:lnTo>
                    <a:pt x="1769753" y="2155721"/>
                  </a:lnTo>
                  <a:lnTo>
                    <a:pt x="1768425" y="2157219"/>
                  </a:lnTo>
                  <a:lnTo>
                    <a:pt x="1719951" y="2208577"/>
                  </a:lnTo>
                  <a:lnTo>
                    <a:pt x="1669857" y="2254828"/>
                  </a:lnTo>
                  <a:lnTo>
                    <a:pt x="1617379" y="2296231"/>
                  </a:lnTo>
                  <a:lnTo>
                    <a:pt x="1561664" y="2333219"/>
                  </a:lnTo>
                  <a:lnTo>
                    <a:pt x="1501839" y="2366286"/>
                  </a:lnTo>
                  <a:lnTo>
                    <a:pt x="1437086" y="2395911"/>
                  </a:lnTo>
                  <a:lnTo>
                    <a:pt x="1366731" y="2422516"/>
                  </a:lnTo>
                  <a:lnTo>
                    <a:pt x="1290365" y="2446446"/>
                  </a:lnTo>
                  <a:lnTo>
                    <a:pt x="1208003" y="2467954"/>
                  </a:lnTo>
                  <a:lnTo>
                    <a:pt x="1120273" y="2487203"/>
                  </a:lnTo>
                  <a:lnTo>
                    <a:pt x="1028611" y="2504266"/>
                  </a:lnTo>
                  <a:lnTo>
                    <a:pt x="935397" y="2519140"/>
                  </a:lnTo>
                  <a:lnTo>
                    <a:pt x="843951" y="2531780"/>
                  </a:lnTo>
                  <a:lnTo>
                    <a:pt x="758289" y="2542138"/>
                  </a:lnTo>
                  <a:lnTo>
                    <a:pt x="682596" y="2550216"/>
                  </a:lnTo>
                  <a:lnTo>
                    <a:pt x="620477" y="2556110"/>
                  </a:lnTo>
                  <a:lnTo>
                    <a:pt x="574174" y="2560042"/>
                  </a:lnTo>
                  <a:lnTo>
                    <a:pt x="543985" y="2562348"/>
                  </a:lnTo>
                  <a:lnTo>
                    <a:pt x="528071" y="2563446"/>
                  </a:lnTo>
                  <a:lnTo>
                    <a:pt x="522616" y="2563787"/>
                  </a:lnTo>
                  <a:lnTo>
                    <a:pt x="522133" y="2563815"/>
                  </a:lnTo>
                  <a:lnTo>
                    <a:pt x="0" y="2563815"/>
                  </a:lnTo>
                  <a:close/>
                </a:path>
              </a:pathLst>
            </a:custGeom>
            <a:solidFill>
              <a:srgbClr val="C3CD83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1995" name="pl1995"/>
            <p:cNvSpPr/>
            <p:nvPr/>
          </p:nvSpPr>
          <p:spPr>
            <a:xfrm>
              <a:off x="386606" y="3382294"/>
              <a:ext cx="8554953" cy="2563815"/>
            </a:xfrm>
            <a:custGeom>
              <a:avLst/>
              <a:pathLst>
                <a:path w="8554953" h="2563815">
                  <a:moveTo>
                    <a:pt x="0" y="2563815"/>
                  </a:moveTo>
                  <a:lnTo>
                    <a:pt x="522133" y="2563815"/>
                  </a:lnTo>
                  <a:lnTo>
                    <a:pt x="523312" y="2563746"/>
                  </a:lnTo>
                  <a:lnTo>
                    <a:pt x="531032" y="2563250"/>
                  </a:lnTo>
                  <a:lnTo>
                    <a:pt x="550381" y="2561880"/>
                  </a:lnTo>
                  <a:lnTo>
                    <a:pt x="584687" y="2559188"/>
                  </a:lnTo>
                  <a:lnTo>
                    <a:pt x="635236" y="2554771"/>
                  </a:lnTo>
                  <a:lnTo>
                    <a:pt x="701184" y="2548322"/>
                  </a:lnTo>
                  <a:lnTo>
                    <a:pt x="779867" y="2539654"/>
                  </a:lnTo>
                  <a:lnTo>
                    <a:pt x="867449" y="2528697"/>
                  </a:lnTo>
                  <a:lnTo>
                    <a:pt x="959723" y="2515468"/>
                  </a:lnTo>
                  <a:lnTo>
                    <a:pt x="1052816" y="2500019"/>
                  </a:lnTo>
                  <a:lnTo>
                    <a:pt x="1143641" y="2482388"/>
                  </a:lnTo>
                  <a:lnTo>
                    <a:pt x="1230071" y="2462559"/>
                  </a:lnTo>
                  <a:lnTo>
                    <a:pt x="1310899" y="2440438"/>
                  </a:lnTo>
                  <a:lnTo>
                    <a:pt x="1385676" y="2415838"/>
                  </a:lnTo>
                  <a:lnTo>
                    <a:pt x="1454516" y="2388481"/>
                  </a:lnTo>
                  <a:lnTo>
                    <a:pt x="1517909" y="2358000"/>
                  </a:lnTo>
                  <a:lnTo>
                    <a:pt x="1576577" y="2323957"/>
                  </a:lnTo>
                  <a:lnTo>
                    <a:pt x="1631362" y="2285862"/>
                  </a:lnTo>
                  <a:lnTo>
                    <a:pt x="1683137" y="2243231"/>
                  </a:lnTo>
                  <a:lnTo>
                    <a:pt x="1732740" y="2195659"/>
                  </a:lnTo>
                  <a:lnTo>
                    <a:pt x="1768425" y="2157219"/>
                  </a:lnTo>
                  <a:lnTo>
                    <a:pt x="1807800" y="2110799"/>
                  </a:lnTo>
                  <a:lnTo>
                    <a:pt x="1846801" y="2060794"/>
                  </a:lnTo>
                  <a:lnTo>
                    <a:pt x="1885685" y="2007132"/>
                  </a:lnTo>
                  <a:lnTo>
                    <a:pt x="1924649" y="1949806"/>
                  </a:lnTo>
                  <a:lnTo>
                    <a:pt x="1963839" y="1888884"/>
                  </a:lnTo>
                  <a:lnTo>
                    <a:pt x="2003354" y="1824510"/>
                  </a:lnTo>
                  <a:lnTo>
                    <a:pt x="2043248" y="1756915"/>
                  </a:lnTo>
                  <a:lnTo>
                    <a:pt x="2083538" y="1686411"/>
                  </a:lnTo>
                  <a:lnTo>
                    <a:pt x="2124203" y="1613392"/>
                  </a:lnTo>
                  <a:lnTo>
                    <a:pt x="2165196" y="1538329"/>
                  </a:lnTo>
                  <a:lnTo>
                    <a:pt x="2206441" y="1461753"/>
                  </a:lnTo>
                  <a:lnTo>
                    <a:pt x="2247846" y="1384244"/>
                  </a:lnTo>
                  <a:lnTo>
                    <a:pt x="2289307" y="1306414"/>
                  </a:lnTo>
                  <a:lnTo>
                    <a:pt x="2330716" y="1228885"/>
                  </a:lnTo>
                  <a:lnTo>
                    <a:pt x="2371968" y="1152267"/>
                  </a:lnTo>
                  <a:lnTo>
                    <a:pt x="2412971" y="1077144"/>
                  </a:lnTo>
                  <a:lnTo>
                    <a:pt x="2453648" y="1004050"/>
                  </a:lnTo>
                  <a:lnTo>
                    <a:pt x="2493951" y="933455"/>
                  </a:lnTo>
                  <a:lnTo>
                    <a:pt x="2533858" y="865756"/>
                  </a:lnTo>
                  <a:lnTo>
                    <a:pt x="2573385" y="801270"/>
                  </a:lnTo>
                  <a:lnTo>
                    <a:pt x="2612584" y="740229"/>
                  </a:lnTo>
                  <a:lnTo>
                    <a:pt x="2651554" y="682782"/>
                  </a:lnTo>
                  <a:lnTo>
                    <a:pt x="2690438" y="628997"/>
                  </a:lnTo>
                  <a:lnTo>
                    <a:pt x="2729431" y="578870"/>
                  </a:lnTo>
                  <a:lnTo>
                    <a:pt x="2768789" y="532332"/>
                  </a:lnTo>
                  <a:lnTo>
                    <a:pt x="2770117" y="530834"/>
                  </a:lnTo>
                  <a:lnTo>
                    <a:pt x="2818591" y="479476"/>
                  </a:lnTo>
                  <a:lnTo>
                    <a:pt x="2868686" y="433224"/>
                  </a:lnTo>
                  <a:lnTo>
                    <a:pt x="2921163" y="391822"/>
                  </a:lnTo>
                  <a:lnTo>
                    <a:pt x="2976878" y="354834"/>
                  </a:lnTo>
                  <a:lnTo>
                    <a:pt x="3036703" y="321766"/>
                  </a:lnTo>
                  <a:lnTo>
                    <a:pt x="3101456" y="292141"/>
                  </a:lnTo>
                  <a:lnTo>
                    <a:pt x="3171811" y="265536"/>
                  </a:lnTo>
                  <a:lnTo>
                    <a:pt x="3248177" y="241607"/>
                  </a:lnTo>
                  <a:lnTo>
                    <a:pt x="3330539" y="220098"/>
                  </a:lnTo>
                  <a:lnTo>
                    <a:pt x="3418269" y="200849"/>
                  </a:lnTo>
                  <a:lnTo>
                    <a:pt x="3509931" y="183787"/>
                  </a:lnTo>
                  <a:lnTo>
                    <a:pt x="3603145" y="168913"/>
                  </a:lnTo>
                  <a:lnTo>
                    <a:pt x="3694591" y="156273"/>
                  </a:lnTo>
                  <a:lnTo>
                    <a:pt x="3780253" y="145915"/>
                  </a:lnTo>
                  <a:lnTo>
                    <a:pt x="3855946" y="137837"/>
                  </a:lnTo>
                  <a:lnTo>
                    <a:pt x="3918065" y="131942"/>
                  </a:lnTo>
                  <a:lnTo>
                    <a:pt x="3964368" y="128010"/>
                  </a:lnTo>
                  <a:lnTo>
                    <a:pt x="3994557" y="125705"/>
                  </a:lnTo>
                  <a:lnTo>
                    <a:pt x="4010471" y="124607"/>
                  </a:lnTo>
                  <a:lnTo>
                    <a:pt x="4015927" y="124265"/>
                  </a:lnTo>
                  <a:lnTo>
                    <a:pt x="4016409" y="124237"/>
                  </a:lnTo>
                  <a:lnTo>
                    <a:pt x="4538543" y="124237"/>
                  </a:lnTo>
                  <a:lnTo>
                    <a:pt x="4539812" y="124233"/>
                  </a:lnTo>
                  <a:lnTo>
                    <a:pt x="4548112" y="124206"/>
                  </a:lnTo>
                  <a:lnTo>
                    <a:pt x="4568860" y="124131"/>
                  </a:lnTo>
                  <a:lnTo>
                    <a:pt x="4605513" y="123983"/>
                  </a:lnTo>
                  <a:lnTo>
                    <a:pt x="4659249" y="123741"/>
                  </a:lnTo>
                  <a:lnTo>
                    <a:pt x="4728910" y="123388"/>
                  </a:lnTo>
                  <a:lnTo>
                    <a:pt x="4811401" y="122916"/>
                  </a:lnTo>
                  <a:lnTo>
                    <a:pt x="4902464" y="122321"/>
                  </a:lnTo>
                  <a:lnTo>
                    <a:pt x="4997583" y="121604"/>
                  </a:lnTo>
                  <a:lnTo>
                    <a:pt x="5092737" y="120770"/>
                  </a:lnTo>
                  <a:lnTo>
                    <a:pt x="5184842" y="119818"/>
                  </a:lnTo>
                  <a:lnTo>
                    <a:pt x="5271880" y="118748"/>
                  </a:lnTo>
                  <a:lnTo>
                    <a:pt x="5352809" y="117553"/>
                  </a:lnTo>
                  <a:lnTo>
                    <a:pt x="5427361" y="116220"/>
                  </a:lnTo>
                  <a:lnTo>
                    <a:pt x="5495817" y="114734"/>
                  </a:lnTo>
                  <a:lnTo>
                    <a:pt x="5558815" y="113071"/>
                  </a:lnTo>
                  <a:lnTo>
                    <a:pt x="5617197" y="111207"/>
                  </a:lnTo>
                  <a:lnTo>
                    <a:pt x="5671893" y="109114"/>
                  </a:lnTo>
                  <a:lnTo>
                    <a:pt x="5723838" y="106768"/>
                  </a:lnTo>
                  <a:lnTo>
                    <a:pt x="5773888" y="104150"/>
                  </a:lnTo>
                  <a:lnTo>
                    <a:pt x="5784835" y="103531"/>
                  </a:lnTo>
                  <a:lnTo>
                    <a:pt x="5839003" y="100225"/>
                  </a:lnTo>
                  <a:lnTo>
                    <a:pt x="5892649" y="96569"/>
                  </a:lnTo>
                  <a:lnTo>
                    <a:pt x="5946359" y="92558"/>
                  </a:lnTo>
                  <a:lnTo>
                    <a:pt x="6000523" y="88201"/>
                  </a:lnTo>
                  <a:lnTo>
                    <a:pt x="6055360" y="83522"/>
                  </a:lnTo>
                  <a:lnTo>
                    <a:pt x="6110944" y="78558"/>
                  </a:lnTo>
                  <a:lnTo>
                    <a:pt x="6167219" y="73362"/>
                  </a:lnTo>
                  <a:lnTo>
                    <a:pt x="6224025" y="68002"/>
                  </a:lnTo>
                  <a:lnTo>
                    <a:pt x="6281128" y="62554"/>
                  </a:lnTo>
                  <a:lnTo>
                    <a:pt x="6338253" y="57099"/>
                  </a:lnTo>
                  <a:lnTo>
                    <a:pt x="6395123" y="51719"/>
                  </a:lnTo>
                  <a:lnTo>
                    <a:pt x="6451496" y="46493"/>
                  </a:lnTo>
                  <a:lnTo>
                    <a:pt x="6507196" y="41488"/>
                  </a:lnTo>
                  <a:lnTo>
                    <a:pt x="6562152" y="36760"/>
                  </a:lnTo>
                  <a:lnTo>
                    <a:pt x="6616412" y="32350"/>
                  </a:lnTo>
                  <a:lnTo>
                    <a:pt x="6670172" y="28283"/>
                  </a:lnTo>
                  <a:lnTo>
                    <a:pt x="6723795" y="24571"/>
                  </a:lnTo>
                  <a:lnTo>
                    <a:pt x="6777832" y="21210"/>
                  </a:lnTo>
                  <a:lnTo>
                    <a:pt x="6786527" y="20706"/>
                  </a:lnTo>
                  <a:lnTo>
                    <a:pt x="6836258" y="18027"/>
                  </a:lnTo>
                  <a:lnTo>
                    <a:pt x="6887711" y="15621"/>
                  </a:lnTo>
                  <a:lnTo>
                    <a:pt x="6941716" y="13475"/>
                  </a:lnTo>
                  <a:lnTo>
                    <a:pt x="6999196" y="11562"/>
                  </a:lnTo>
                  <a:lnTo>
                    <a:pt x="7061091" y="9857"/>
                  </a:lnTo>
                  <a:lnTo>
                    <a:pt x="7128269" y="8333"/>
                  </a:lnTo>
                  <a:lnTo>
                    <a:pt x="7201425" y="6968"/>
                  </a:lnTo>
                  <a:lnTo>
                    <a:pt x="7280936" y="5743"/>
                  </a:lnTo>
                  <a:lnTo>
                    <a:pt x="7366675" y="4646"/>
                  </a:lnTo>
                  <a:lnTo>
                    <a:pt x="7457791" y="3669"/>
                  </a:lnTo>
                  <a:lnTo>
                    <a:pt x="7552496" y="2808"/>
                  </a:lnTo>
                  <a:lnTo>
                    <a:pt x="7647942" y="2065"/>
                  </a:lnTo>
                  <a:lnTo>
                    <a:pt x="7740290" y="1443"/>
                  </a:lnTo>
                  <a:lnTo>
                    <a:pt x="7825078" y="943"/>
                  </a:lnTo>
                  <a:lnTo>
                    <a:pt x="7897915" y="564"/>
                  </a:lnTo>
                  <a:lnTo>
                    <a:pt x="7955370" y="299"/>
                  </a:lnTo>
                  <a:lnTo>
                    <a:pt x="7995805" y="132"/>
                  </a:lnTo>
                  <a:lnTo>
                    <a:pt x="8019867" y="42"/>
                  </a:lnTo>
                  <a:lnTo>
                    <a:pt x="8030530" y="6"/>
                  </a:lnTo>
                  <a:lnTo>
                    <a:pt x="8032805" y="0"/>
                  </a:lnTo>
                  <a:lnTo>
                    <a:pt x="8032819" y="0"/>
                  </a:lnTo>
                  <a:lnTo>
                    <a:pt x="8554953" y="0"/>
                  </a:lnTo>
                  <a:lnTo>
                    <a:pt x="8554953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996" name="pl1996"/>
            <p:cNvSpPr/>
            <p:nvPr/>
          </p:nvSpPr>
          <p:spPr>
            <a:xfrm>
              <a:off x="386606" y="3376647"/>
              <a:ext cx="8554953" cy="2563815"/>
            </a:xfrm>
            <a:custGeom>
              <a:avLst/>
              <a:pathLst>
                <a:path w="8554953" h="2563815">
                  <a:moveTo>
                    <a:pt x="8554953" y="0"/>
                  </a:moveTo>
                  <a:lnTo>
                    <a:pt x="8032819" y="0"/>
                  </a:lnTo>
                  <a:lnTo>
                    <a:pt x="8031550" y="3"/>
                  </a:lnTo>
                  <a:lnTo>
                    <a:pt x="8023250" y="31"/>
                  </a:lnTo>
                  <a:lnTo>
                    <a:pt x="8002502" y="106"/>
                  </a:lnTo>
                  <a:lnTo>
                    <a:pt x="7965848" y="254"/>
                  </a:lnTo>
                  <a:lnTo>
                    <a:pt x="7912113" y="496"/>
                  </a:lnTo>
                  <a:lnTo>
                    <a:pt x="7842452" y="849"/>
                  </a:lnTo>
                  <a:lnTo>
                    <a:pt x="7759961" y="1321"/>
                  </a:lnTo>
                  <a:lnTo>
                    <a:pt x="7668898" y="1916"/>
                  </a:lnTo>
                  <a:lnTo>
                    <a:pt x="7573779" y="2633"/>
                  </a:lnTo>
                  <a:lnTo>
                    <a:pt x="7478625" y="3467"/>
                  </a:lnTo>
                  <a:lnTo>
                    <a:pt x="7386520" y="4418"/>
                  </a:lnTo>
                  <a:lnTo>
                    <a:pt x="7299482" y="5489"/>
                  </a:lnTo>
                  <a:lnTo>
                    <a:pt x="7218553" y="6684"/>
                  </a:lnTo>
                  <a:lnTo>
                    <a:pt x="7144001" y="8016"/>
                  </a:lnTo>
                  <a:lnTo>
                    <a:pt x="7075545" y="9503"/>
                  </a:lnTo>
                  <a:lnTo>
                    <a:pt x="7012547" y="11166"/>
                  </a:lnTo>
                  <a:lnTo>
                    <a:pt x="6954165" y="13030"/>
                  </a:lnTo>
                  <a:lnTo>
                    <a:pt x="6899469" y="15122"/>
                  </a:lnTo>
                  <a:lnTo>
                    <a:pt x="6847524" y="17469"/>
                  </a:lnTo>
                  <a:lnTo>
                    <a:pt x="6797474" y="20086"/>
                  </a:lnTo>
                  <a:lnTo>
                    <a:pt x="6786527" y="20706"/>
                  </a:lnTo>
                  <a:lnTo>
                    <a:pt x="6732359" y="24012"/>
                  </a:lnTo>
                  <a:lnTo>
                    <a:pt x="6678713" y="27668"/>
                  </a:lnTo>
                  <a:lnTo>
                    <a:pt x="6625003" y="31679"/>
                  </a:lnTo>
                  <a:lnTo>
                    <a:pt x="6570839" y="36035"/>
                  </a:lnTo>
                  <a:lnTo>
                    <a:pt x="6516002" y="40715"/>
                  </a:lnTo>
                  <a:lnTo>
                    <a:pt x="6460418" y="45679"/>
                  </a:lnTo>
                  <a:lnTo>
                    <a:pt x="6404143" y="50875"/>
                  </a:lnTo>
                  <a:lnTo>
                    <a:pt x="6347337" y="56235"/>
                  </a:lnTo>
                  <a:lnTo>
                    <a:pt x="6290234" y="61683"/>
                  </a:lnTo>
                  <a:lnTo>
                    <a:pt x="6233109" y="67138"/>
                  </a:lnTo>
                  <a:lnTo>
                    <a:pt x="6176239" y="72517"/>
                  </a:lnTo>
                  <a:lnTo>
                    <a:pt x="6119866" y="77744"/>
                  </a:lnTo>
                  <a:lnTo>
                    <a:pt x="6064166" y="82749"/>
                  </a:lnTo>
                  <a:lnTo>
                    <a:pt x="6009210" y="87477"/>
                  </a:lnTo>
                  <a:lnTo>
                    <a:pt x="5954950" y="91887"/>
                  </a:lnTo>
                  <a:lnTo>
                    <a:pt x="5901190" y="95953"/>
                  </a:lnTo>
                  <a:lnTo>
                    <a:pt x="5847567" y="99666"/>
                  </a:lnTo>
                  <a:lnTo>
                    <a:pt x="5793530" y="103027"/>
                  </a:lnTo>
                  <a:lnTo>
                    <a:pt x="5784835" y="103531"/>
                  </a:lnTo>
                  <a:lnTo>
                    <a:pt x="5735104" y="106210"/>
                  </a:lnTo>
                  <a:lnTo>
                    <a:pt x="5683651" y="108615"/>
                  </a:lnTo>
                  <a:lnTo>
                    <a:pt x="5629646" y="110762"/>
                  </a:lnTo>
                  <a:lnTo>
                    <a:pt x="5572166" y="112675"/>
                  </a:lnTo>
                  <a:lnTo>
                    <a:pt x="5510271" y="114380"/>
                  </a:lnTo>
                  <a:lnTo>
                    <a:pt x="5443093" y="115904"/>
                  </a:lnTo>
                  <a:lnTo>
                    <a:pt x="5369937" y="117269"/>
                  </a:lnTo>
                  <a:lnTo>
                    <a:pt x="5290426" y="118494"/>
                  </a:lnTo>
                  <a:lnTo>
                    <a:pt x="5204687" y="119591"/>
                  </a:lnTo>
                  <a:lnTo>
                    <a:pt x="5113571" y="120568"/>
                  </a:lnTo>
                  <a:lnTo>
                    <a:pt x="5018866" y="121429"/>
                  </a:lnTo>
                  <a:lnTo>
                    <a:pt x="4923420" y="122172"/>
                  </a:lnTo>
                  <a:lnTo>
                    <a:pt x="4831072" y="122794"/>
                  </a:lnTo>
                  <a:lnTo>
                    <a:pt x="4746284" y="123294"/>
                  </a:lnTo>
                  <a:lnTo>
                    <a:pt x="4673447" y="123672"/>
                  </a:lnTo>
                  <a:lnTo>
                    <a:pt x="4615992" y="123938"/>
                  </a:lnTo>
                  <a:lnTo>
                    <a:pt x="4575557" y="124105"/>
                  </a:lnTo>
                  <a:lnTo>
                    <a:pt x="4551495" y="124194"/>
                  </a:lnTo>
                  <a:lnTo>
                    <a:pt x="4540831" y="124230"/>
                  </a:lnTo>
                  <a:lnTo>
                    <a:pt x="4538557" y="124237"/>
                  </a:lnTo>
                  <a:lnTo>
                    <a:pt x="4538543" y="124237"/>
                  </a:lnTo>
                  <a:lnTo>
                    <a:pt x="4016409" y="124237"/>
                  </a:lnTo>
                  <a:lnTo>
                    <a:pt x="4015230" y="124307"/>
                  </a:lnTo>
                  <a:lnTo>
                    <a:pt x="4007511" y="124802"/>
                  </a:lnTo>
                  <a:lnTo>
                    <a:pt x="3988162" y="126172"/>
                  </a:lnTo>
                  <a:lnTo>
                    <a:pt x="3953855" y="128865"/>
                  </a:lnTo>
                  <a:lnTo>
                    <a:pt x="3903306" y="133281"/>
                  </a:lnTo>
                  <a:lnTo>
                    <a:pt x="3837358" y="139730"/>
                  </a:lnTo>
                  <a:lnTo>
                    <a:pt x="3758675" y="148398"/>
                  </a:lnTo>
                  <a:lnTo>
                    <a:pt x="3671094" y="159355"/>
                  </a:lnTo>
                  <a:lnTo>
                    <a:pt x="3578819" y="172584"/>
                  </a:lnTo>
                  <a:lnTo>
                    <a:pt x="3485727" y="188033"/>
                  </a:lnTo>
                  <a:lnTo>
                    <a:pt x="3394902" y="205664"/>
                  </a:lnTo>
                  <a:lnTo>
                    <a:pt x="3308471" y="225493"/>
                  </a:lnTo>
                  <a:lnTo>
                    <a:pt x="3227643" y="247615"/>
                  </a:lnTo>
                  <a:lnTo>
                    <a:pt x="3152866" y="272214"/>
                  </a:lnTo>
                  <a:lnTo>
                    <a:pt x="3084027" y="299572"/>
                  </a:lnTo>
                  <a:lnTo>
                    <a:pt x="3020634" y="330052"/>
                  </a:lnTo>
                  <a:lnTo>
                    <a:pt x="2961965" y="364096"/>
                  </a:lnTo>
                  <a:lnTo>
                    <a:pt x="2907180" y="402190"/>
                  </a:lnTo>
                  <a:lnTo>
                    <a:pt x="2855405" y="444821"/>
                  </a:lnTo>
                  <a:lnTo>
                    <a:pt x="2805802" y="492393"/>
                  </a:lnTo>
                  <a:lnTo>
                    <a:pt x="2770117" y="530834"/>
                  </a:lnTo>
                  <a:lnTo>
                    <a:pt x="2730742" y="577253"/>
                  </a:lnTo>
                  <a:lnTo>
                    <a:pt x="2691741" y="627258"/>
                  </a:lnTo>
                  <a:lnTo>
                    <a:pt x="2652857" y="680920"/>
                  </a:lnTo>
                  <a:lnTo>
                    <a:pt x="2613893" y="738246"/>
                  </a:lnTo>
                  <a:lnTo>
                    <a:pt x="2574703" y="799169"/>
                  </a:lnTo>
                  <a:lnTo>
                    <a:pt x="2535188" y="863542"/>
                  </a:lnTo>
                  <a:lnTo>
                    <a:pt x="2495294" y="931138"/>
                  </a:lnTo>
                  <a:lnTo>
                    <a:pt x="2455005" y="1001642"/>
                  </a:lnTo>
                  <a:lnTo>
                    <a:pt x="2414339" y="1074660"/>
                  </a:lnTo>
                  <a:lnTo>
                    <a:pt x="2373346" y="1149723"/>
                  </a:lnTo>
                  <a:lnTo>
                    <a:pt x="2332101" y="1226300"/>
                  </a:lnTo>
                  <a:lnTo>
                    <a:pt x="2290696" y="1303808"/>
                  </a:lnTo>
                  <a:lnTo>
                    <a:pt x="2249235" y="1381638"/>
                  </a:lnTo>
                  <a:lnTo>
                    <a:pt x="2207826" y="1459168"/>
                  </a:lnTo>
                  <a:lnTo>
                    <a:pt x="2166574" y="1535785"/>
                  </a:lnTo>
                  <a:lnTo>
                    <a:pt x="2125572" y="1610908"/>
                  </a:lnTo>
                  <a:lnTo>
                    <a:pt x="2084894" y="1684003"/>
                  </a:lnTo>
                  <a:lnTo>
                    <a:pt x="2044591" y="1754598"/>
                  </a:lnTo>
                  <a:lnTo>
                    <a:pt x="2004684" y="1822296"/>
                  </a:lnTo>
                  <a:lnTo>
                    <a:pt x="1965158" y="1886782"/>
                  </a:lnTo>
                  <a:lnTo>
                    <a:pt x="1925958" y="1947823"/>
                  </a:lnTo>
                  <a:lnTo>
                    <a:pt x="1886988" y="2005271"/>
                  </a:lnTo>
                  <a:lnTo>
                    <a:pt x="1848105" y="2059056"/>
                  </a:lnTo>
                  <a:lnTo>
                    <a:pt x="1809111" y="2109182"/>
                  </a:lnTo>
                  <a:lnTo>
                    <a:pt x="1769753" y="2155721"/>
                  </a:lnTo>
                  <a:lnTo>
                    <a:pt x="1768425" y="2157219"/>
                  </a:lnTo>
                  <a:lnTo>
                    <a:pt x="1719951" y="2208577"/>
                  </a:lnTo>
                  <a:lnTo>
                    <a:pt x="1669857" y="2254828"/>
                  </a:lnTo>
                  <a:lnTo>
                    <a:pt x="1617379" y="2296231"/>
                  </a:lnTo>
                  <a:lnTo>
                    <a:pt x="1561664" y="2333219"/>
                  </a:lnTo>
                  <a:lnTo>
                    <a:pt x="1501839" y="2366286"/>
                  </a:lnTo>
                  <a:lnTo>
                    <a:pt x="1437086" y="2395911"/>
                  </a:lnTo>
                  <a:lnTo>
                    <a:pt x="1366731" y="2422516"/>
                  </a:lnTo>
                  <a:lnTo>
                    <a:pt x="1290365" y="2446446"/>
                  </a:lnTo>
                  <a:lnTo>
                    <a:pt x="1208003" y="2467954"/>
                  </a:lnTo>
                  <a:lnTo>
                    <a:pt x="1120273" y="2487203"/>
                  </a:lnTo>
                  <a:lnTo>
                    <a:pt x="1028611" y="2504266"/>
                  </a:lnTo>
                  <a:lnTo>
                    <a:pt x="935397" y="2519140"/>
                  </a:lnTo>
                  <a:lnTo>
                    <a:pt x="843951" y="2531780"/>
                  </a:lnTo>
                  <a:lnTo>
                    <a:pt x="758289" y="2542138"/>
                  </a:lnTo>
                  <a:lnTo>
                    <a:pt x="682596" y="2550216"/>
                  </a:lnTo>
                  <a:lnTo>
                    <a:pt x="620477" y="2556110"/>
                  </a:lnTo>
                  <a:lnTo>
                    <a:pt x="574174" y="2560042"/>
                  </a:lnTo>
                  <a:lnTo>
                    <a:pt x="543985" y="2562348"/>
                  </a:lnTo>
                  <a:lnTo>
                    <a:pt x="528071" y="2563446"/>
                  </a:lnTo>
                  <a:lnTo>
                    <a:pt x="522616" y="2563787"/>
                  </a:lnTo>
                  <a:lnTo>
                    <a:pt x="522133" y="2563815"/>
                  </a:lnTo>
                  <a:lnTo>
                    <a:pt x="0" y="2563815"/>
                  </a:lnTo>
                  <a:lnTo>
                    <a:pt x="0" y="2563815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997" name="pg1997"/>
            <p:cNvSpPr/>
            <p:nvPr/>
          </p:nvSpPr>
          <p:spPr>
            <a:xfrm>
              <a:off x="386606" y="2879696"/>
              <a:ext cx="8554953" cy="3145474"/>
            </a:xfrm>
            <a:custGeom>
              <a:avLst/>
              <a:pathLst>
                <a:path w="8554953" h="3145474">
                  <a:moveTo>
                    <a:pt x="0" y="3145474"/>
                  </a:moveTo>
                  <a:lnTo>
                    <a:pt x="522133" y="3145474"/>
                  </a:lnTo>
                  <a:lnTo>
                    <a:pt x="523402" y="3145467"/>
                  </a:lnTo>
                  <a:lnTo>
                    <a:pt x="531698" y="3145420"/>
                  </a:lnTo>
                  <a:lnTo>
                    <a:pt x="552439" y="3145290"/>
                  </a:lnTo>
                  <a:lnTo>
                    <a:pt x="589079" y="3145035"/>
                  </a:lnTo>
                  <a:lnTo>
                    <a:pt x="642797" y="3144617"/>
                  </a:lnTo>
                  <a:lnTo>
                    <a:pt x="712437" y="3144008"/>
                  </a:lnTo>
                  <a:lnTo>
                    <a:pt x="794907" y="3143192"/>
                  </a:lnTo>
                  <a:lnTo>
                    <a:pt x="885951" y="3142164"/>
                  </a:lnTo>
                  <a:lnTo>
                    <a:pt x="981055" y="3140927"/>
                  </a:lnTo>
                  <a:lnTo>
                    <a:pt x="1076199" y="3139486"/>
                  </a:lnTo>
                  <a:lnTo>
                    <a:pt x="1168297" y="3137844"/>
                  </a:lnTo>
                  <a:lnTo>
                    <a:pt x="1255332" y="3135996"/>
                  </a:lnTo>
                  <a:lnTo>
                    <a:pt x="1336261" y="3133932"/>
                  </a:lnTo>
                  <a:lnTo>
                    <a:pt x="1410814" y="3131631"/>
                  </a:lnTo>
                  <a:lnTo>
                    <a:pt x="1479272" y="3129064"/>
                  </a:lnTo>
                  <a:lnTo>
                    <a:pt x="1542273" y="3126193"/>
                  </a:lnTo>
                  <a:lnTo>
                    <a:pt x="1600656" y="3122975"/>
                  </a:lnTo>
                  <a:lnTo>
                    <a:pt x="1655352" y="3119362"/>
                  </a:lnTo>
                  <a:lnTo>
                    <a:pt x="1707296" y="3115311"/>
                  </a:lnTo>
                  <a:lnTo>
                    <a:pt x="1757343" y="3110791"/>
                  </a:lnTo>
                  <a:lnTo>
                    <a:pt x="1768425" y="3109708"/>
                  </a:lnTo>
                  <a:lnTo>
                    <a:pt x="1822413" y="3104018"/>
                  </a:lnTo>
                  <a:lnTo>
                    <a:pt x="1875881" y="3097727"/>
                  </a:lnTo>
                  <a:lnTo>
                    <a:pt x="1929409" y="3090828"/>
                  </a:lnTo>
                  <a:lnTo>
                    <a:pt x="1983385" y="3083334"/>
                  </a:lnTo>
                  <a:lnTo>
                    <a:pt x="2038029" y="3075286"/>
                  </a:lnTo>
                  <a:lnTo>
                    <a:pt x="2093413" y="3066749"/>
                  </a:lnTo>
                  <a:lnTo>
                    <a:pt x="2149487" y="3057812"/>
                  </a:lnTo>
                  <a:lnTo>
                    <a:pt x="2206092" y="3048590"/>
                  </a:lnTo>
                  <a:lnTo>
                    <a:pt x="2263000" y="3039213"/>
                  </a:lnTo>
                  <a:lnTo>
                    <a:pt x="2319938" y="3029821"/>
                  </a:lnTo>
                  <a:lnTo>
                    <a:pt x="2376632" y="3020553"/>
                  </a:lnTo>
                  <a:lnTo>
                    <a:pt x="2432839" y="3011543"/>
                  </a:lnTo>
                  <a:lnTo>
                    <a:pt x="2488384" y="3002909"/>
                  </a:lnTo>
                  <a:lnTo>
                    <a:pt x="2543189" y="2994747"/>
                  </a:lnTo>
                  <a:lnTo>
                    <a:pt x="2597298" y="2987127"/>
                  </a:lnTo>
                  <a:lnTo>
                    <a:pt x="2650898" y="2980095"/>
                  </a:lnTo>
                  <a:lnTo>
                    <a:pt x="2704337" y="2973670"/>
                  </a:lnTo>
                  <a:lnTo>
                    <a:pt x="2758149" y="2967849"/>
                  </a:lnTo>
                  <a:lnTo>
                    <a:pt x="2770117" y="2966647"/>
                  </a:lnTo>
                  <a:lnTo>
                    <a:pt x="2819841" y="2962020"/>
                  </a:lnTo>
                  <a:lnTo>
                    <a:pt x="2871287" y="2957866"/>
                  </a:lnTo>
                  <a:lnTo>
                    <a:pt x="2925283" y="2954158"/>
                  </a:lnTo>
                  <a:lnTo>
                    <a:pt x="2982754" y="2950855"/>
                  </a:lnTo>
                  <a:lnTo>
                    <a:pt x="3044637" y="2947910"/>
                  </a:lnTo>
                  <a:lnTo>
                    <a:pt x="3111801" y="2945278"/>
                  </a:lnTo>
                  <a:lnTo>
                    <a:pt x="3184942" y="2942920"/>
                  </a:lnTo>
                  <a:lnTo>
                    <a:pt x="3264436" y="2940804"/>
                  </a:lnTo>
                  <a:lnTo>
                    <a:pt x="3350156" y="2938909"/>
                  </a:lnTo>
                  <a:lnTo>
                    <a:pt x="3441253" y="2937221"/>
                  </a:lnTo>
                  <a:lnTo>
                    <a:pt x="3535942" y="2935734"/>
                  </a:lnTo>
                  <a:lnTo>
                    <a:pt x="3631377" y="2934451"/>
                  </a:lnTo>
                  <a:lnTo>
                    <a:pt x="3723721" y="2933376"/>
                  </a:lnTo>
                  <a:lnTo>
                    <a:pt x="3808516" y="2932513"/>
                  </a:lnTo>
                  <a:lnTo>
                    <a:pt x="3881371" y="2931858"/>
                  </a:lnTo>
                  <a:lnTo>
                    <a:pt x="3938853" y="2931399"/>
                  </a:lnTo>
                  <a:lnTo>
                    <a:pt x="3979320" y="2931110"/>
                  </a:lnTo>
                  <a:lnTo>
                    <a:pt x="4003416" y="2930955"/>
                  </a:lnTo>
                  <a:lnTo>
                    <a:pt x="4014106" y="2930893"/>
                  </a:lnTo>
                  <a:lnTo>
                    <a:pt x="4016409" y="2930881"/>
                  </a:lnTo>
                  <a:lnTo>
                    <a:pt x="4538543" y="2930881"/>
                  </a:lnTo>
                  <a:lnTo>
                    <a:pt x="4539686" y="2930801"/>
                  </a:lnTo>
                  <a:lnTo>
                    <a:pt x="4547181" y="2930225"/>
                  </a:lnTo>
                  <a:lnTo>
                    <a:pt x="4565984" y="2928633"/>
                  </a:lnTo>
                  <a:lnTo>
                    <a:pt x="4599371" y="2925503"/>
                  </a:lnTo>
                  <a:lnTo>
                    <a:pt x="4648662" y="2920365"/>
                  </a:lnTo>
                  <a:lnTo>
                    <a:pt x="4713132" y="2912856"/>
                  </a:lnTo>
                  <a:lnTo>
                    <a:pt x="4790280" y="2902748"/>
                  </a:lnTo>
                  <a:lnTo>
                    <a:pt x="4876437" y="2889954"/>
                  </a:lnTo>
                  <a:lnTo>
                    <a:pt x="4967524" y="2874487"/>
                  </a:lnTo>
                  <a:lnTo>
                    <a:pt x="5059734" y="2856407"/>
                  </a:lnTo>
                  <a:lnTo>
                    <a:pt x="5149989" y="2835761"/>
                  </a:lnTo>
                  <a:lnTo>
                    <a:pt x="5236126" y="2812540"/>
                  </a:lnTo>
                  <a:lnTo>
                    <a:pt x="5316875" y="2786646"/>
                  </a:lnTo>
                  <a:lnTo>
                    <a:pt x="5391718" y="2757877"/>
                  </a:lnTo>
                  <a:lnTo>
                    <a:pt x="5460702" y="2725922"/>
                  </a:lnTo>
                  <a:lnTo>
                    <a:pt x="5524257" y="2690372"/>
                  </a:lnTo>
                  <a:lnTo>
                    <a:pt x="5583059" y="2650726"/>
                  </a:lnTo>
                  <a:lnTo>
                    <a:pt x="5637907" y="2606423"/>
                  </a:lnTo>
                  <a:lnTo>
                    <a:pt x="5689650" y="2556894"/>
                  </a:lnTo>
                  <a:lnTo>
                    <a:pt x="5739111" y="2501639"/>
                  </a:lnTo>
                  <a:lnTo>
                    <a:pt x="5784835" y="2443342"/>
                  </a:lnTo>
                  <a:lnTo>
                    <a:pt x="5821603" y="2391520"/>
                  </a:lnTo>
                  <a:lnTo>
                    <a:pt x="5858029" y="2335959"/>
                  </a:lnTo>
                  <a:lnTo>
                    <a:pt x="5894326" y="2276584"/>
                  </a:lnTo>
                  <a:lnTo>
                    <a:pt x="5930663" y="2213375"/>
                  </a:lnTo>
                  <a:lnTo>
                    <a:pt x="5967169" y="2146381"/>
                  </a:lnTo>
                  <a:lnTo>
                    <a:pt x="6003933" y="2075721"/>
                  </a:lnTo>
                  <a:lnTo>
                    <a:pt x="6041013" y="2001588"/>
                  </a:lnTo>
                  <a:lnTo>
                    <a:pt x="6078435" y="1924252"/>
                  </a:lnTo>
                  <a:lnTo>
                    <a:pt x="6116198" y="1844059"/>
                  </a:lnTo>
                  <a:lnTo>
                    <a:pt x="6154275" y="1761427"/>
                  </a:lnTo>
                  <a:lnTo>
                    <a:pt x="6192618" y="1676836"/>
                  </a:lnTo>
                  <a:lnTo>
                    <a:pt x="6231160" y="1590822"/>
                  </a:lnTo>
                  <a:lnTo>
                    <a:pt x="6269824" y="1503959"/>
                  </a:lnTo>
                  <a:lnTo>
                    <a:pt x="6308524" y="1416849"/>
                  </a:lnTo>
                  <a:lnTo>
                    <a:pt x="6347173" y="1330096"/>
                  </a:lnTo>
                  <a:lnTo>
                    <a:pt x="6385684" y="1244297"/>
                  </a:lnTo>
                  <a:lnTo>
                    <a:pt x="6423983" y="1160022"/>
                  </a:lnTo>
                  <a:lnTo>
                    <a:pt x="6462006" y="1077795"/>
                  </a:lnTo>
                  <a:lnTo>
                    <a:pt x="6499709" y="998089"/>
                  </a:lnTo>
                  <a:lnTo>
                    <a:pt x="6537069" y="921308"/>
                  </a:lnTo>
                  <a:lnTo>
                    <a:pt x="6574090" y="847785"/>
                  </a:lnTo>
                  <a:lnTo>
                    <a:pt x="6610802" y="777775"/>
                  </a:lnTo>
                  <a:lnTo>
                    <a:pt x="6647269" y="711458"/>
                  </a:lnTo>
                  <a:lnTo>
                    <a:pt x="6683588" y="648940"/>
                  </a:lnTo>
                  <a:lnTo>
                    <a:pt x="6719895" y="590256"/>
                  </a:lnTo>
                  <a:lnTo>
                    <a:pt x="6756365" y="535377"/>
                  </a:lnTo>
                  <a:lnTo>
                    <a:pt x="6786527" y="493186"/>
                  </a:lnTo>
                  <a:lnTo>
                    <a:pt x="6834497" y="432204"/>
                  </a:lnTo>
                  <a:lnTo>
                    <a:pt x="6884047" y="377223"/>
                  </a:lnTo>
                  <a:lnTo>
                    <a:pt x="6935914" y="327947"/>
                  </a:lnTo>
                  <a:lnTo>
                    <a:pt x="6990927" y="283872"/>
                  </a:lnTo>
                  <a:lnTo>
                    <a:pt x="7049931" y="244427"/>
                  </a:lnTo>
                  <a:lnTo>
                    <a:pt x="7113724" y="209053"/>
                  </a:lnTo>
                  <a:lnTo>
                    <a:pt x="7182971" y="177254"/>
                  </a:lnTo>
                  <a:lnTo>
                    <a:pt x="7258089" y="148624"/>
                  </a:lnTo>
                  <a:lnTo>
                    <a:pt x="7339104" y="122857"/>
                  </a:lnTo>
                  <a:lnTo>
                    <a:pt x="7425465" y="99757"/>
                  </a:lnTo>
                  <a:lnTo>
                    <a:pt x="7515866" y="79229"/>
                  </a:lnTo>
                  <a:lnTo>
                    <a:pt x="7608099" y="61268"/>
                  </a:lnTo>
                  <a:lnTo>
                    <a:pt x="7699046" y="45924"/>
                  </a:lnTo>
                  <a:lnTo>
                    <a:pt x="7784877" y="33254"/>
                  </a:lnTo>
                  <a:lnTo>
                    <a:pt x="7861513" y="23269"/>
                  </a:lnTo>
                  <a:lnTo>
                    <a:pt x="7925325" y="15875"/>
                  </a:lnTo>
                  <a:lnTo>
                    <a:pt x="7973881" y="10839"/>
                  </a:lnTo>
                  <a:lnTo>
                    <a:pt x="8006550" y="7792"/>
                  </a:lnTo>
                  <a:lnTo>
                    <a:pt x="8024744" y="6258"/>
                  </a:lnTo>
                  <a:lnTo>
                    <a:pt x="8031824" y="5717"/>
                  </a:lnTo>
                  <a:lnTo>
                    <a:pt x="8032819" y="5647"/>
                  </a:lnTo>
                  <a:lnTo>
                    <a:pt x="8554953" y="5647"/>
                  </a:lnTo>
                  <a:lnTo>
                    <a:pt x="8554953" y="0"/>
                  </a:lnTo>
                  <a:lnTo>
                    <a:pt x="8032819" y="0"/>
                  </a:lnTo>
                  <a:lnTo>
                    <a:pt x="8031676" y="80"/>
                  </a:lnTo>
                  <a:lnTo>
                    <a:pt x="8024181" y="656"/>
                  </a:lnTo>
                  <a:lnTo>
                    <a:pt x="8005378" y="2248"/>
                  </a:lnTo>
                  <a:lnTo>
                    <a:pt x="7971991" y="5378"/>
                  </a:lnTo>
                  <a:lnTo>
                    <a:pt x="7922700" y="10515"/>
                  </a:lnTo>
                  <a:lnTo>
                    <a:pt x="7858230" y="18025"/>
                  </a:lnTo>
                  <a:lnTo>
                    <a:pt x="7781082" y="28133"/>
                  </a:lnTo>
                  <a:lnTo>
                    <a:pt x="7694925" y="40927"/>
                  </a:lnTo>
                  <a:lnTo>
                    <a:pt x="7603838" y="56394"/>
                  </a:lnTo>
                  <a:lnTo>
                    <a:pt x="7511628" y="74474"/>
                  </a:lnTo>
                  <a:lnTo>
                    <a:pt x="7421373" y="95120"/>
                  </a:lnTo>
                  <a:lnTo>
                    <a:pt x="7335236" y="118340"/>
                  </a:lnTo>
                  <a:lnTo>
                    <a:pt x="7254487" y="144234"/>
                  </a:lnTo>
                  <a:lnTo>
                    <a:pt x="7179644" y="173004"/>
                  </a:lnTo>
                  <a:lnTo>
                    <a:pt x="7110660" y="204958"/>
                  </a:lnTo>
                  <a:lnTo>
                    <a:pt x="7047104" y="240509"/>
                  </a:lnTo>
                  <a:lnTo>
                    <a:pt x="6988303" y="280155"/>
                  </a:lnTo>
                  <a:lnTo>
                    <a:pt x="6933455" y="324457"/>
                  </a:lnTo>
                  <a:lnTo>
                    <a:pt x="6881712" y="373987"/>
                  </a:lnTo>
                  <a:lnTo>
                    <a:pt x="6832251" y="429242"/>
                  </a:lnTo>
                  <a:lnTo>
                    <a:pt x="6786527" y="487539"/>
                  </a:lnTo>
                  <a:lnTo>
                    <a:pt x="6749759" y="539361"/>
                  </a:lnTo>
                  <a:lnTo>
                    <a:pt x="6713333" y="594921"/>
                  </a:lnTo>
                  <a:lnTo>
                    <a:pt x="6677036" y="654297"/>
                  </a:lnTo>
                  <a:lnTo>
                    <a:pt x="6640699" y="717506"/>
                  </a:lnTo>
                  <a:lnTo>
                    <a:pt x="6604193" y="784499"/>
                  </a:lnTo>
                  <a:lnTo>
                    <a:pt x="6567429" y="855159"/>
                  </a:lnTo>
                  <a:lnTo>
                    <a:pt x="6530349" y="929292"/>
                  </a:lnTo>
                  <a:lnTo>
                    <a:pt x="6492927" y="1006628"/>
                  </a:lnTo>
                  <a:lnTo>
                    <a:pt x="6455164" y="1086821"/>
                  </a:lnTo>
                  <a:lnTo>
                    <a:pt x="6417087" y="1169454"/>
                  </a:lnTo>
                  <a:lnTo>
                    <a:pt x="6378744" y="1254045"/>
                  </a:lnTo>
                  <a:lnTo>
                    <a:pt x="6340202" y="1340059"/>
                  </a:lnTo>
                  <a:lnTo>
                    <a:pt x="6301538" y="1426921"/>
                  </a:lnTo>
                  <a:lnTo>
                    <a:pt x="6262838" y="1514032"/>
                  </a:lnTo>
                  <a:lnTo>
                    <a:pt x="6224189" y="1600785"/>
                  </a:lnTo>
                  <a:lnTo>
                    <a:pt x="6185678" y="1686584"/>
                  </a:lnTo>
                  <a:lnTo>
                    <a:pt x="6147379" y="1770859"/>
                  </a:lnTo>
                  <a:lnTo>
                    <a:pt x="6109356" y="1853085"/>
                  </a:lnTo>
                  <a:lnTo>
                    <a:pt x="6071653" y="1932791"/>
                  </a:lnTo>
                  <a:lnTo>
                    <a:pt x="6034293" y="2009573"/>
                  </a:lnTo>
                  <a:lnTo>
                    <a:pt x="5997272" y="2083096"/>
                  </a:lnTo>
                  <a:lnTo>
                    <a:pt x="5960560" y="2153106"/>
                  </a:lnTo>
                  <a:lnTo>
                    <a:pt x="5924093" y="2219423"/>
                  </a:lnTo>
                  <a:lnTo>
                    <a:pt x="5887774" y="2281941"/>
                  </a:lnTo>
                  <a:lnTo>
                    <a:pt x="5851467" y="2340625"/>
                  </a:lnTo>
                  <a:lnTo>
                    <a:pt x="5814996" y="2395504"/>
                  </a:lnTo>
                  <a:lnTo>
                    <a:pt x="5784835" y="2437695"/>
                  </a:lnTo>
                  <a:lnTo>
                    <a:pt x="5736865" y="2498676"/>
                  </a:lnTo>
                  <a:lnTo>
                    <a:pt x="5687315" y="2553658"/>
                  </a:lnTo>
                  <a:lnTo>
                    <a:pt x="5635448" y="2602934"/>
                  </a:lnTo>
                  <a:lnTo>
                    <a:pt x="5580435" y="2647008"/>
                  </a:lnTo>
                  <a:lnTo>
                    <a:pt x="5521431" y="2686453"/>
                  </a:lnTo>
                  <a:lnTo>
                    <a:pt x="5457638" y="2721827"/>
                  </a:lnTo>
                  <a:lnTo>
                    <a:pt x="5388391" y="2753626"/>
                  </a:lnTo>
                  <a:lnTo>
                    <a:pt x="5313273" y="2782257"/>
                  </a:lnTo>
                  <a:lnTo>
                    <a:pt x="5232258" y="2808024"/>
                  </a:lnTo>
                  <a:lnTo>
                    <a:pt x="5145897" y="2831124"/>
                  </a:lnTo>
                  <a:lnTo>
                    <a:pt x="5055496" y="2851652"/>
                  </a:lnTo>
                  <a:lnTo>
                    <a:pt x="4963263" y="2869612"/>
                  </a:lnTo>
                  <a:lnTo>
                    <a:pt x="4872316" y="2884957"/>
                  </a:lnTo>
                  <a:lnTo>
                    <a:pt x="4786485" y="2897627"/>
                  </a:lnTo>
                  <a:lnTo>
                    <a:pt x="4709849" y="2907612"/>
                  </a:lnTo>
                  <a:lnTo>
                    <a:pt x="4646037" y="2915006"/>
                  </a:lnTo>
                  <a:lnTo>
                    <a:pt x="4597480" y="2920041"/>
                  </a:lnTo>
                  <a:lnTo>
                    <a:pt x="4564812" y="2923089"/>
                  </a:lnTo>
                  <a:lnTo>
                    <a:pt x="4546618" y="2924623"/>
                  </a:lnTo>
                  <a:lnTo>
                    <a:pt x="4539538" y="2925164"/>
                  </a:lnTo>
                  <a:lnTo>
                    <a:pt x="4538543" y="2925234"/>
                  </a:lnTo>
                  <a:lnTo>
                    <a:pt x="4016409" y="2925234"/>
                  </a:lnTo>
                  <a:lnTo>
                    <a:pt x="4015140" y="2925241"/>
                  </a:lnTo>
                  <a:lnTo>
                    <a:pt x="4006844" y="2925288"/>
                  </a:lnTo>
                  <a:lnTo>
                    <a:pt x="3986103" y="2925418"/>
                  </a:lnTo>
                  <a:lnTo>
                    <a:pt x="3949463" y="2925673"/>
                  </a:lnTo>
                  <a:lnTo>
                    <a:pt x="3895746" y="2926091"/>
                  </a:lnTo>
                  <a:lnTo>
                    <a:pt x="3826105" y="2926700"/>
                  </a:lnTo>
                  <a:lnTo>
                    <a:pt x="3743635" y="2927516"/>
                  </a:lnTo>
                  <a:lnTo>
                    <a:pt x="3652591" y="2928544"/>
                  </a:lnTo>
                  <a:lnTo>
                    <a:pt x="3557487" y="2929780"/>
                  </a:lnTo>
                  <a:lnTo>
                    <a:pt x="3462344" y="2931222"/>
                  </a:lnTo>
                  <a:lnTo>
                    <a:pt x="3370245" y="2932864"/>
                  </a:lnTo>
                  <a:lnTo>
                    <a:pt x="3283210" y="2934712"/>
                  </a:lnTo>
                  <a:lnTo>
                    <a:pt x="3202281" y="2936776"/>
                  </a:lnTo>
                  <a:lnTo>
                    <a:pt x="3127728" y="2939077"/>
                  </a:lnTo>
                  <a:lnTo>
                    <a:pt x="3059270" y="2941644"/>
                  </a:lnTo>
                  <a:lnTo>
                    <a:pt x="2996269" y="2944515"/>
                  </a:lnTo>
                  <a:lnTo>
                    <a:pt x="2937886" y="2947733"/>
                  </a:lnTo>
                  <a:lnTo>
                    <a:pt x="2883190" y="2951346"/>
                  </a:lnTo>
                  <a:lnTo>
                    <a:pt x="2831246" y="2955397"/>
                  </a:lnTo>
                  <a:lnTo>
                    <a:pt x="2781199" y="2959917"/>
                  </a:lnTo>
                  <a:lnTo>
                    <a:pt x="2770117" y="2961000"/>
                  </a:lnTo>
                  <a:lnTo>
                    <a:pt x="2716129" y="2966690"/>
                  </a:lnTo>
                  <a:lnTo>
                    <a:pt x="2662661" y="2972981"/>
                  </a:lnTo>
                  <a:lnTo>
                    <a:pt x="2609133" y="2979880"/>
                  </a:lnTo>
                  <a:lnTo>
                    <a:pt x="2555157" y="2987374"/>
                  </a:lnTo>
                  <a:lnTo>
                    <a:pt x="2500514" y="2995422"/>
                  </a:lnTo>
                  <a:lnTo>
                    <a:pt x="2445129" y="3003959"/>
                  </a:lnTo>
                  <a:lnTo>
                    <a:pt x="2389055" y="3012896"/>
                  </a:lnTo>
                  <a:lnTo>
                    <a:pt x="2332450" y="3022118"/>
                  </a:lnTo>
                  <a:lnTo>
                    <a:pt x="2275542" y="3031495"/>
                  </a:lnTo>
                  <a:lnTo>
                    <a:pt x="2218604" y="3040887"/>
                  </a:lnTo>
                  <a:lnTo>
                    <a:pt x="2161910" y="3050155"/>
                  </a:lnTo>
                  <a:lnTo>
                    <a:pt x="2105703" y="3059165"/>
                  </a:lnTo>
                  <a:lnTo>
                    <a:pt x="2050158" y="3067799"/>
                  </a:lnTo>
                  <a:lnTo>
                    <a:pt x="1995353" y="3075961"/>
                  </a:lnTo>
                  <a:lnTo>
                    <a:pt x="1941244" y="3083581"/>
                  </a:lnTo>
                  <a:lnTo>
                    <a:pt x="1887644" y="3090613"/>
                  </a:lnTo>
                  <a:lnTo>
                    <a:pt x="1834206" y="3097038"/>
                  </a:lnTo>
                  <a:lnTo>
                    <a:pt x="1780393" y="3102859"/>
                  </a:lnTo>
                  <a:lnTo>
                    <a:pt x="1768425" y="3104061"/>
                  </a:lnTo>
                  <a:lnTo>
                    <a:pt x="1718701" y="3108688"/>
                  </a:lnTo>
                  <a:lnTo>
                    <a:pt x="1667255" y="3112842"/>
                  </a:lnTo>
                  <a:lnTo>
                    <a:pt x="1613259" y="3116550"/>
                  </a:lnTo>
                  <a:lnTo>
                    <a:pt x="1555788" y="3119853"/>
                  </a:lnTo>
                  <a:lnTo>
                    <a:pt x="1493906" y="3122798"/>
                  </a:lnTo>
                  <a:lnTo>
                    <a:pt x="1426741" y="3125430"/>
                  </a:lnTo>
                  <a:lnTo>
                    <a:pt x="1353600" y="3127788"/>
                  </a:lnTo>
                  <a:lnTo>
                    <a:pt x="1274106" y="3129904"/>
                  </a:lnTo>
                  <a:lnTo>
                    <a:pt x="1188386" y="3131799"/>
                  </a:lnTo>
                  <a:lnTo>
                    <a:pt x="1097289" y="3133487"/>
                  </a:lnTo>
                  <a:lnTo>
                    <a:pt x="1002600" y="3134974"/>
                  </a:lnTo>
                  <a:lnTo>
                    <a:pt x="907165" y="3136257"/>
                  </a:lnTo>
                  <a:lnTo>
                    <a:pt x="814821" y="3137332"/>
                  </a:lnTo>
                  <a:lnTo>
                    <a:pt x="730026" y="3138195"/>
                  </a:lnTo>
                  <a:lnTo>
                    <a:pt x="657171" y="3138850"/>
                  </a:lnTo>
                  <a:lnTo>
                    <a:pt x="599689" y="3139309"/>
                  </a:lnTo>
                  <a:lnTo>
                    <a:pt x="559222" y="3139598"/>
                  </a:lnTo>
                  <a:lnTo>
                    <a:pt x="535126" y="3139753"/>
                  </a:lnTo>
                  <a:lnTo>
                    <a:pt x="524436" y="3139814"/>
                  </a:lnTo>
                  <a:lnTo>
                    <a:pt x="522133" y="3139827"/>
                  </a:lnTo>
                  <a:lnTo>
                    <a:pt x="0" y="3139827"/>
                  </a:lnTo>
                  <a:close/>
                </a:path>
              </a:pathLst>
            </a:custGeom>
            <a:solidFill>
              <a:srgbClr val="A1D492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1998" name="pl1998"/>
            <p:cNvSpPr/>
            <p:nvPr/>
          </p:nvSpPr>
          <p:spPr>
            <a:xfrm>
              <a:off x="386606" y="2885343"/>
              <a:ext cx="8554953" cy="3139827"/>
            </a:xfrm>
            <a:custGeom>
              <a:avLst/>
              <a:pathLst>
                <a:path w="8554953" h="3139827">
                  <a:moveTo>
                    <a:pt x="0" y="3139827"/>
                  </a:moveTo>
                  <a:lnTo>
                    <a:pt x="522133" y="3139827"/>
                  </a:lnTo>
                  <a:lnTo>
                    <a:pt x="523402" y="3139820"/>
                  </a:lnTo>
                  <a:lnTo>
                    <a:pt x="531698" y="3139773"/>
                  </a:lnTo>
                  <a:lnTo>
                    <a:pt x="552439" y="3139643"/>
                  </a:lnTo>
                  <a:lnTo>
                    <a:pt x="589079" y="3139388"/>
                  </a:lnTo>
                  <a:lnTo>
                    <a:pt x="642797" y="3138969"/>
                  </a:lnTo>
                  <a:lnTo>
                    <a:pt x="712437" y="3138361"/>
                  </a:lnTo>
                  <a:lnTo>
                    <a:pt x="794907" y="3137545"/>
                  </a:lnTo>
                  <a:lnTo>
                    <a:pt x="885951" y="3136517"/>
                  </a:lnTo>
                  <a:lnTo>
                    <a:pt x="981055" y="3135280"/>
                  </a:lnTo>
                  <a:lnTo>
                    <a:pt x="1076199" y="3133839"/>
                  </a:lnTo>
                  <a:lnTo>
                    <a:pt x="1168297" y="3132196"/>
                  </a:lnTo>
                  <a:lnTo>
                    <a:pt x="1255332" y="3130349"/>
                  </a:lnTo>
                  <a:lnTo>
                    <a:pt x="1336261" y="3128285"/>
                  </a:lnTo>
                  <a:lnTo>
                    <a:pt x="1410814" y="3125984"/>
                  </a:lnTo>
                  <a:lnTo>
                    <a:pt x="1479272" y="3123417"/>
                  </a:lnTo>
                  <a:lnTo>
                    <a:pt x="1542273" y="3120546"/>
                  </a:lnTo>
                  <a:lnTo>
                    <a:pt x="1600656" y="3117327"/>
                  </a:lnTo>
                  <a:lnTo>
                    <a:pt x="1655352" y="3113715"/>
                  </a:lnTo>
                  <a:lnTo>
                    <a:pt x="1707296" y="3109664"/>
                  </a:lnTo>
                  <a:lnTo>
                    <a:pt x="1757343" y="3105144"/>
                  </a:lnTo>
                  <a:lnTo>
                    <a:pt x="1768425" y="3104061"/>
                  </a:lnTo>
                  <a:lnTo>
                    <a:pt x="1822413" y="3098371"/>
                  </a:lnTo>
                  <a:lnTo>
                    <a:pt x="1875881" y="3092080"/>
                  </a:lnTo>
                  <a:lnTo>
                    <a:pt x="1929409" y="3085180"/>
                  </a:lnTo>
                  <a:lnTo>
                    <a:pt x="1983385" y="3077687"/>
                  </a:lnTo>
                  <a:lnTo>
                    <a:pt x="2038029" y="3069639"/>
                  </a:lnTo>
                  <a:lnTo>
                    <a:pt x="2093413" y="3061101"/>
                  </a:lnTo>
                  <a:lnTo>
                    <a:pt x="2149487" y="3052165"/>
                  </a:lnTo>
                  <a:lnTo>
                    <a:pt x="2206092" y="3042943"/>
                  </a:lnTo>
                  <a:lnTo>
                    <a:pt x="2263000" y="3033566"/>
                  </a:lnTo>
                  <a:lnTo>
                    <a:pt x="2319938" y="3024173"/>
                  </a:lnTo>
                  <a:lnTo>
                    <a:pt x="2376632" y="3014906"/>
                  </a:lnTo>
                  <a:lnTo>
                    <a:pt x="2432839" y="3005896"/>
                  </a:lnTo>
                  <a:lnTo>
                    <a:pt x="2488384" y="2997262"/>
                  </a:lnTo>
                  <a:lnTo>
                    <a:pt x="2543189" y="2989100"/>
                  </a:lnTo>
                  <a:lnTo>
                    <a:pt x="2597298" y="2981480"/>
                  </a:lnTo>
                  <a:lnTo>
                    <a:pt x="2650898" y="2974448"/>
                  </a:lnTo>
                  <a:lnTo>
                    <a:pt x="2704337" y="2968023"/>
                  </a:lnTo>
                  <a:lnTo>
                    <a:pt x="2758149" y="2962202"/>
                  </a:lnTo>
                  <a:lnTo>
                    <a:pt x="2770117" y="2961000"/>
                  </a:lnTo>
                  <a:lnTo>
                    <a:pt x="2819841" y="2956373"/>
                  </a:lnTo>
                  <a:lnTo>
                    <a:pt x="2871287" y="2952219"/>
                  </a:lnTo>
                  <a:lnTo>
                    <a:pt x="2925283" y="2948511"/>
                  </a:lnTo>
                  <a:lnTo>
                    <a:pt x="2982754" y="2945208"/>
                  </a:lnTo>
                  <a:lnTo>
                    <a:pt x="3044637" y="2942262"/>
                  </a:lnTo>
                  <a:lnTo>
                    <a:pt x="3111801" y="2939631"/>
                  </a:lnTo>
                  <a:lnTo>
                    <a:pt x="3184942" y="2937273"/>
                  </a:lnTo>
                  <a:lnTo>
                    <a:pt x="3264436" y="2935157"/>
                  </a:lnTo>
                  <a:lnTo>
                    <a:pt x="3350156" y="2933262"/>
                  </a:lnTo>
                  <a:lnTo>
                    <a:pt x="3441253" y="2931574"/>
                  </a:lnTo>
                  <a:lnTo>
                    <a:pt x="3535942" y="2930087"/>
                  </a:lnTo>
                  <a:lnTo>
                    <a:pt x="3631377" y="2928804"/>
                  </a:lnTo>
                  <a:lnTo>
                    <a:pt x="3723721" y="2927729"/>
                  </a:lnTo>
                  <a:lnTo>
                    <a:pt x="3808516" y="2926866"/>
                  </a:lnTo>
                  <a:lnTo>
                    <a:pt x="3881371" y="2926211"/>
                  </a:lnTo>
                  <a:lnTo>
                    <a:pt x="3938853" y="2925752"/>
                  </a:lnTo>
                  <a:lnTo>
                    <a:pt x="3979320" y="2925463"/>
                  </a:lnTo>
                  <a:lnTo>
                    <a:pt x="4003416" y="2925308"/>
                  </a:lnTo>
                  <a:lnTo>
                    <a:pt x="4014106" y="2925246"/>
                  </a:lnTo>
                  <a:lnTo>
                    <a:pt x="4016394" y="2925234"/>
                  </a:lnTo>
                  <a:lnTo>
                    <a:pt x="4016409" y="2925234"/>
                  </a:lnTo>
                  <a:lnTo>
                    <a:pt x="4538543" y="2925234"/>
                  </a:lnTo>
                  <a:lnTo>
                    <a:pt x="4539686" y="2925153"/>
                  </a:lnTo>
                  <a:lnTo>
                    <a:pt x="4547181" y="2924578"/>
                  </a:lnTo>
                  <a:lnTo>
                    <a:pt x="4565984" y="2922986"/>
                  </a:lnTo>
                  <a:lnTo>
                    <a:pt x="4599371" y="2919856"/>
                  </a:lnTo>
                  <a:lnTo>
                    <a:pt x="4648662" y="2914718"/>
                  </a:lnTo>
                  <a:lnTo>
                    <a:pt x="4713132" y="2907208"/>
                  </a:lnTo>
                  <a:lnTo>
                    <a:pt x="4790280" y="2897101"/>
                  </a:lnTo>
                  <a:lnTo>
                    <a:pt x="4876437" y="2884307"/>
                  </a:lnTo>
                  <a:lnTo>
                    <a:pt x="4967524" y="2868840"/>
                  </a:lnTo>
                  <a:lnTo>
                    <a:pt x="5059734" y="2850759"/>
                  </a:lnTo>
                  <a:lnTo>
                    <a:pt x="5149989" y="2830114"/>
                  </a:lnTo>
                  <a:lnTo>
                    <a:pt x="5236126" y="2806893"/>
                  </a:lnTo>
                  <a:lnTo>
                    <a:pt x="5316875" y="2780999"/>
                  </a:lnTo>
                  <a:lnTo>
                    <a:pt x="5391718" y="2752230"/>
                  </a:lnTo>
                  <a:lnTo>
                    <a:pt x="5460702" y="2720275"/>
                  </a:lnTo>
                  <a:lnTo>
                    <a:pt x="5524257" y="2684725"/>
                  </a:lnTo>
                  <a:lnTo>
                    <a:pt x="5583059" y="2645078"/>
                  </a:lnTo>
                  <a:lnTo>
                    <a:pt x="5637907" y="2600776"/>
                  </a:lnTo>
                  <a:lnTo>
                    <a:pt x="5689650" y="2551247"/>
                  </a:lnTo>
                  <a:lnTo>
                    <a:pt x="5739111" y="2495992"/>
                  </a:lnTo>
                  <a:lnTo>
                    <a:pt x="5784835" y="2437695"/>
                  </a:lnTo>
                  <a:lnTo>
                    <a:pt x="5821603" y="2385873"/>
                  </a:lnTo>
                  <a:lnTo>
                    <a:pt x="5858029" y="2330312"/>
                  </a:lnTo>
                  <a:lnTo>
                    <a:pt x="5894326" y="2270936"/>
                  </a:lnTo>
                  <a:lnTo>
                    <a:pt x="5930663" y="2207728"/>
                  </a:lnTo>
                  <a:lnTo>
                    <a:pt x="5967169" y="2140734"/>
                  </a:lnTo>
                  <a:lnTo>
                    <a:pt x="6003933" y="2070074"/>
                  </a:lnTo>
                  <a:lnTo>
                    <a:pt x="6041013" y="1995941"/>
                  </a:lnTo>
                  <a:lnTo>
                    <a:pt x="6078435" y="1918605"/>
                  </a:lnTo>
                  <a:lnTo>
                    <a:pt x="6116198" y="1838412"/>
                  </a:lnTo>
                  <a:lnTo>
                    <a:pt x="6154275" y="1755779"/>
                  </a:lnTo>
                  <a:lnTo>
                    <a:pt x="6192618" y="1671188"/>
                  </a:lnTo>
                  <a:lnTo>
                    <a:pt x="6231160" y="1585174"/>
                  </a:lnTo>
                  <a:lnTo>
                    <a:pt x="6269824" y="1498312"/>
                  </a:lnTo>
                  <a:lnTo>
                    <a:pt x="6308524" y="1411202"/>
                  </a:lnTo>
                  <a:lnTo>
                    <a:pt x="6347173" y="1324449"/>
                  </a:lnTo>
                  <a:lnTo>
                    <a:pt x="6385684" y="1238650"/>
                  </a:lnTo>
                  <a:lnTo>
                    <a:pt x="6423983" y="1154374"/>
                  </a:lnTo>
                  <a:lnTo>
                    <a:pt x="6462006" y="1072148"/>
                  </a:lnTo>
                  <a:lnTo>
                    <a:pt x="6499709" y="992442"/>
                  </a:lnTo>
                  <a:lnTo>
                    <a:pt x="6537069" y="915661"/>
                  </a:lnTo>
                  <a:lnTo>
                    <a:pt x="6574090" y="842137"/>
                  </a:lnTo>
                  <a:lnTo>
                    <a:pt x="6610802" y="772127"/>
                  </a:lnTo>
                  <a:lnTo>
                    <a:pt x="6647269" y="705811"/>
                  </a:lnTo>
                  <a:lnTo>
                    <a:pt x="6683588" y="643293"/>
                  </a:lnTo>
                  <a:lnTo>
                    <a:pt x="6719895" y="584609"/>
                  </a:lnTo>
                  <a:lnTo>
                    <a:pt x="6756365" y="529730"/>
                  </a:lnTo>
                  <a:lnTo>
                    <a:pt x="6786527" y="487539"/>
                  </a:lnTo>
                  <a:lnTo>
                    <a:pt x="6834497" y="426557"/>
                  </a:lnTo>
                  <a:lnTo>
                    <a:pt x="6884047" y="371575"/>
                  </a:lnTo>
                  <a:lnTo>
                    <a:pt x="6935914" y="322299"/>
                  </a:lnTo>
                  <a:lnTo>
                    <a:pt x="6990927" y="278225"/>
                  </a:lnTo>
                  <a:lnTo>
                    <a:pt x="7049931" y="238780"/>
                  </a:lnTo>
                  <a:lnTo>
                    <a:pt x="7113724" y="203406"/>
                  </a:lnTo>
                  <a:lnTo>
                    <a:pt x="7182971" y="171607"/>
                  </a:lnTo>
                  <a:lnTo>
                    <a:pt x="7258089" y="142977"/>
                  </a:lnTo>
                  <a:lnTo>
                    <a:pt x="7339104" y="117210"/>
                  </a:lnTo>
                  <a:lnTo>
                    <a:pt x="7425465" y="94109"/>
                  </a:lnTo>
                  <a:lnTo>
                    <a:pt x="7515866" y="73582"/>
                  </a:lnTo>
                  <a:lnTo>
                    <a:pt x="7608099" y="55621"/>
                  </a:lnTo>
                  <a:lnTo>
                    <a:pt x="7699046" y="40277"/>
                  </a:lnTo>
                  <a:lnTo>
                    <a:pt x="7784877" y="27607"/>
                  </a:lnTo>
                  <a:lnTo>
                    <a:pt x="7861513" y="17622"/>
                  </a:lnTo>
                  <a:lnTo>
                    <a:pt x="7925325" y="10228"/>
                  </a:lnTo>
                  <a:lnTo>
                    <a:pt x="7973881" y="5192"/>
                  </a:lnTo>
                  <a:lnTo>
                    <a:pt x="8006550" y="2145"/>
                  </a:lnTo>
                  <a:lnTo>
                    <a:pt x="8024744" y="611"/>
                  </a:lnTo>
                  <a:lnTo>
                    <a:pt x="8031824" y="69"/>
                  </a:lnTo>
                  <a:lnTo>
                    <a:pt x="8032819" y="0"/>
                  </a:lnTo>
                  <a:lnTo>
                    <a:pt x="8554953" y="0"/>
                  </a:lnTo>
                  <a:lnTo>
                    <a:pt x="8554953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999" name="pl1999"/>
            <p:cNvSpPr/>
            <p:nvPr/>
          </p:nvSpPr>
          <p:spPr>
            <a:xfrm>
              <a:off x="386606" y="2879696"/>
              <a:ext cx="8554953" cy="3139827"/>
            </a:xfrm>
            <a:custGeom>
              <a:avLst/>
              <a:pathLst>
                <a:path w="8554953" h="3139827">
                  <a:moveTo>
                    <a:pt x="8554953" y="0"/>
                  </a:moveTo>
                  <a:lnTo>
                    <a:pt x="8032819" y="0"/>
                  </a:lnTo>
                  <a:lnTo>
                    <a:pt x="8031676" y="80"/>
                  </a:lnTo>
                  <a:lnTo>
                    <a:pt x="8024181" y="656"/>
                  </a:lnTo>
                  <a:lnTo>
                    <a:pt x="8005378" y="2248"/>
                  </a:lnTo>
                  <a:lnTo>
                    <a:pt x="7971991" y="5378"/>
                  </a:lnTo>
                  <a:lnTo>
                    <a:pt x="7922700" y="10515"/>
                  </a:lnTo>
                  <a:lnTo>
                    <a:pt x="7858230" y="18025"/>
                  </a:lnTo>
                  <a:lnTo>
                    <a:pt x="7781082" y="28133"/>
                  </a:lnTo>
                  <a:lnTo>
                    <a:pt x="7694925" y="40927"/>
                  </a:lnTo>
                  <a:lnTo>
                    <a:pt x="7603838" y="56394"/>
                  </a:lnTo>
                  <a:lnTo>
                    <a:pt x="7511628" y="74474"/>
                  </a:lnTo>
                  <a:lnTo>
                    <a:pt x="7421373" y="95120"/>
                  </a:lnTo>
                  <a:lnTo>
                    <a:pt x="7335236" y="118340"/>
                  </a:lnTo>
                  <a:lnTo>
                    <a:pt x="7254487" y="144234"/>
                  </a:lnTo>
                  <a:lnTo>
                    <a:pt x="7179644" y="173004"/>
                  </a:lnTo>
                  <a:lnTo>
                    <a:pt x="7110660" y="204958"/>
                  </a:lnTo>
                  <a:lnTo>
                    <a:pt x="7047104" y="240509"/>
                  </a:lnTo>
                  <a:lnTo>
                    <a:pt x="6988303" y="280155"/>
                  </a:lnTo>
                  <a:lnTo>
                    <a:pt x="6933455" y="324457"/>
                  </a:lnTo>
                  <a:lnTo>
                    <a:pt x="6881712" y="373987"/>
                  </a:lnTo>
                  <a:lnTo>
                    <a:pt x="6832251" y="429242"/>
                  </a:lnTo>
                  <a:lnTo>
                    <a:pt x="6786527" y="487539"/>
                  </a:lnTo>
                  <a:lnTo>
                    <a:pt x="6749759" y="539361"/>
                  </a:lnTo>
                  <a:lnTo>
                    <a:pt x="6713333" y="594921"/>
                  </a:lnTo>
                  <a:lnTo>
                    <a:pt x="6677036" y="654297"/>
                  </a:lnTo>
                  <a:lnTo>
                    <a:pt x="6640699" y="717506"/>
                  </a:lnTo>
                  <a:lnTo>
                    <a:pt x="6604193" y="784499"/>
                  </a:lnTo>
                  <a:lnTo>
                    <a:pt x="6567429" y="855159"/>
                  </a:lnTo>
                  <a:lnTo>
                    <a:pt x="6530349" y="929292"/>
                  </a:lnTo>
                  <a:lnTo>
                    <a:pt x="6492927" y="1006628"/>
                  </a:lnTo>
                  <a:lnTo>
                    <a:pt x="6455164" y="1086821"/>
                  </a:lnTo>
                  <a:lnTo>
                    <a:pt x="6417087" y="1169454"/>
                  </a:lnTo>
                  <a:lnTo>
                    <a:pt x="6378744" y="1254045"/>
                  </a:lnTo>
                  <a:lnTo>
                    <a:pt x="6340202" y="1340059"/>
                  </a:lnTo>
                  <a:lnTo>
                    <a:pt x="6301538" y="1426921"/>
                  </a:lnTo>
                  <a:lnTo>
                    <a:pt x="6262838" y="1514032"/>
                  </a:lnTo>
                  <a:lnTo>
                    <a:pt x="6224189" y="1600785"/>
                  </a:lnTo>
                  <a:lnTo>
                    <a:pt x="6185678" y="1686584"/>
                  </a:lnTo>
                  <a:lnTo>
                    <a:pt x="6147379" y="1770859"/>
                  </a:lnTo>
                  <a:lnTo>
                    <a:pt x="6109356" y="1853085"/>
                  </a:lnTo>
                  <a:lnTo>
                    <a:pt x="6071653" y="1932791"/>
                  </a:lnTo>
                  <a:lnTo>
                    <a:pt x="6034293" y="2009573"/>
                  </a:lnTo>
                  <a:lnTo>
                    <a:pt x="5997272" y="2083096"/>
                  </a:lnTo>
                  <a:lnTo>
                    <a:pt x="5960560" y="2153106"/>
                  </a:lnTo>
                  <a:lnTo>
                    <a:pt x="5924093" y="2219423"/>
                  </a:lnTo>
                  <a:lnTo>
                    <a:pt x="5887774" y="2281941"/>
                  </a:lnTo>
                  <a:lnTo>
                    <a:pt x="5851467" y="2340625"/>
                  </a:lnTo>
                  <a:lnTo>
                    <a:pt x="5814996" y="2395504"/>
                  </a:lnTo>
                  <a:lnTo>
                    <a:pt x="5784835" y="2437695"/>
                  </a:lnTo>
                  <a:lnTo>
                    <a:pt x="5736865" y="2498676"/>
                  </a:lnTo>
                  <a:lnTo>
                    <a:pt x="5687315" y="2553658"/>
                  </a:lnTo>
                  <a:lnTo>
                    <a:pt x="5635448" y="2602934"/>
                  </a:lnTo>
                  <a:lnTo>
                    <a:pt x="5580435" y="2647008"/>
                  </a:lnTo>
                  <a:lnTo>
                    <a:pt x="5521431" y="2686453"/>
                  </a:lnTo>
                  <a:lnTo>
                    <a:pt x="5457638" y="2721827"/>
                  </a:lnTo>
                  <a:lnTo>
                    <a:pt x="5388391" y="2753626"/>
                  </a:lnTo>
                  <a:lnTo>
                    <a:pt x="5313273" y="2782257"/>
                  </a:lnTo>
                  <a:lnTo>
                    <a:pt x="5232258" y="2808024"/>
                  </a:lnTo>
                  <a:lnTo>
                    <a:pt x="5145897" y="2831124"/>
                  </a:lnTo>
                  <a:lnTo>
                    <a:pt x="5055496" y="2851652"/>
                  </a:lnTo>
                  <a:lnTo>
                    <a:pt x="4963263" y="2869612"/>
                  </a:lnTo>
                  <a:lnTo>
                    <a:pt x="4872316" y="2884957"/>
                  </a:lnTo>
                  <a:lnTo>
                    <a:pt x="4786485" y="2897627"/>
                  </a:lnTo>
                  <a:lnTo>
                    <a:pt x="4709849" y="2907612"/>
                  </a:lnTo>
                  <a:lnTo>
                    <a:pt x="4646037" y="2915006"/>
                  </a:lnTo>
                  <a:lnTo>
                    <a:pt x="4597480" y="2920041"/>
                  </a:lnTo>
                  <a:lnTo>
                    <a:pt x="4564812" y="2923089"/>
                  </a:lnTo>
                  <a:lnTo>
                    <a:pt x="4546618" y="2924623"/>
                  </a:lnTo>
                  <a:lnTo>
                    <a:pt x="4539538" y="2925164"/>
                  </a:lnTo>
                  <a:lnTo>
                    <a:pt x="4538543" y="2925234"/>
                  </a:lnTo>
                  <a:lnTo>
                    <a:pt x="4016409" y="2925234"/>
                  </a:lnTo>
                  <a:lnTo>
                    <a:pt x="4015140" y="2925241"/>
                  </a:lnTo>
                  <a:lnTo>
                    <a:pt x="4006844" y="2925288"/>
                  </a:lnTo>
                  <a:lnTo>
                    <a:pt x="3986103" y="2925418"/>
                  </a:lnTo>
                  <a:lnTo>
                    <a:pt x="3949463" y="2925673"/>
                  </a:lnTo>
                  <a:lnTo>
                    <a:pt x="3895746" y="2926091"/>
                  </a:lnTo>
                  <a:lnTo>
                    <a:pt x="3826105" y="2926700"/>
                  </a:lnTo>
                  <a:lnTo>
                    <a:pt x="3743635" y="2927516"/>
                  </a:lnTo>
                  <a:lnTo>
                    <a:pt x="3652591" y="2928544"/>
                  </a:lnTo>
                  <a:lnTo>
                    <a:pt x="3557487" y="2929780"/>
                  </a:lnTo>
                  <a:lnTo>
                    <a:pt x="3462344" y="2931222"/>
                  </a:lnTo>
                  <a:lnTo>
                    <a:pt x="3370245" y="2932864"/>
                  </a:lnTo>
                  <a:lnTo>
                    <a:pt x="3283210" y="2934712"/>
                  </a:lnTo>
                  <a:lnTo>
                    <a:pt x="3202281" y="2936776"/>
                  </a:lnTo>
                  <a:lnTo>
                    <a:pt x="3127728" y="2939077"/>
                  </a:lnTo>
                  <a:lnTo>
                    <a:pt x="3059270" y="2941644"/>
                  </a:lnTo>
                  <a:lnTo>
                    <a:pt x="2996269" y="2944515"/>
                  </a:lnTo>
                  <a:lnTo>
                    <a:pt x="2937886" y="2947733"/>
                  </a:lnTo>
                  <a:lnTo>
                    <a:pt x="2883190" y="2951346"/>
                  </a:lnTo>
                  <a:lnTo>
                    <a:pt x="2831246" y="2955397"/>
                  </a:lnTo>
                  <a:lnTo>
                    <a:pt x="2781199" y="2959917"/>
                  </a:lnTo>
                  <a:lnTo>
                    <a:pt x="2770117" y="2961000"/>
                  </a:lnTo>
                  <a:lnTo>
                    <a:pt x="2716129" y="2966690"/>
                  </a:lnTo>
                  <a:lnTo>
                    <a:pt x="2662661" y="2972981"/>
                  </a:lnTo>
                  <a:lnTo>
                    <a:pt x="2609133" y="2979880"/>
                  </a:lnTo>
                  <a:lnTo>
                    <a:pt x="2555157" y="2987374"/>
                  </a:lnTo>
                  <a:lnTo>
                    <a:pt x="2500514" y="2995422"/>
                  </a:lnTo>
                  <a:lnTo>
                    <a:pt x="2445129" y="3003959"/>
                  </a:lnTo>
                  <a:lnTo>
                    <a:pt x="2389055" y="3012896"/>
                  </a:lnTo>
                  <a:lnTo>
                    <a:pt x="2332450" y="3022118"/>
                  </a:lnTo>
                  <a:lnTo>
                    <a:pt x="2275542" y="3031495"/>
                  </a:lnTo>
                  <a:lnTo>
                    <a:pt x="2218604" y="3040887"/>
                  </a:lnTo>
                  <a:lnTo>
                    <a:pt x="2161910" y="3050155"/>
                  </a:lnTo>
                  <a:lnTo>
                    <a:pt x="2105703" y="3059165"/>
                  </a:lnTo>
                  <a:lnTo>
                    <a:pt x="2050158" y="3067799"/>
                  </a:lnTo>
                  <a:lnTo>
                    <a:pt x="1995353" y="3075961"/>
                  </a:lnTo>
                  <a:lnTo>
                    <a:pt x="1941244" y="3083581"/>
                  </a:lnTo>
                  <a:lnTo>
                    <a:pt x="1887644" y="3090613"/>
                  </a:lnTo>
                  <a:lnTo>
                    <a:pt x="1834206" y="3097038"/>
                  </a:lnTo>
                  <a:lnTo>
                    <a:pt x="1780393" y="3102859"/>
                  </a:lnTo>
                  <a:lnTo>
                    <a:pt x="1768425" y="3104061"/>
                  </a:lnTo>
                  <a:lnTo>
                    <a:pt x="1718701" y="3108688"/>
                  </a:lnTo>
                  <a:lnTo>
                    <a:pt x="1667255" y="3112842"/>
                  </a:lnTo>
                  <a:lnTo>
                    <a:pt x="1613259" y="3116550"/>
                  </a:lnTo>
                  <a:lnTo>
                    <a:pt x="1555788" y="3119853"/>
                  </a:lnTo>
                  <a:lnTo>
                    <a:pt x="1493906" y="3122798"/>
                  </a:lnTo>
                  <a:lnTo>
                    <a:pt x="1426741" y="3125430"/>
                  </a:lnTo>
                  <a:lnTo>
                    <a:pt x="1353600" y="3127788"/>
                  </a:lnTo>
                  <a:lnTo>
                    <a:pt x="1274106" y="3129904"/>
                  </a:lnTo>
                  <a:lnTo>
                    <a:pt x="1188386" y="3131799"/>
                  </a:lnTo>
                  <a:lnTo>
                    <a:pt x="1097289" y="3133487"/>
                  </a:lnTo>
                  <a:lnTo>
                    <a:pt x="1002600" y="3134974"/>
                  </a:lnTo>
                  <a:lnTo>
                    <a:pt x="907165" y="3136257"/>
                  </a:lnTo>
                  <a:lnTo>
                    <a:pt x="814821" y="3137332"/>
                  </a:lnTo>
                  <a:lnTo>
                    <a:pt x="730026" y="3138195"/>
                  </a:lnTo>
                  <a:lnTo>
                    <a:pt x="657171" y="3138850"/>
                  </a:lnTo>
                  <a:lnTo>
                    <a:pt x="599689" y="3139309"/>
                  </a:lnTo>
                  <a:lnTo>
                    <a:pt x="559222" y="3139598"/>
                  </a:lnTo>
                  <a:lnTo>
                    <a:pt x="535126" y="3139753"/>
                  </a:lnTo>
                  <a:lnTo>
                    <a:pt x="524436" y="3139814"/>
                  </a:lnTo>
                  <a:lnTo>
                    <a:pt x="522148" y="3139827"/>
                  </a:lnTo>
                  <a:lnTo>
                    <a:pt x="522133" y="3139827"/>
                  </a:lnTo>
                  <a:lnTo>
                    <a:pt x="0" y="3139827"/>
                  </a:lnTo>
                  <a:lnTo>
                    <a:pt x="0" y="3139827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000" name="pg2000"/>
            <p:cNvSpPr/>
            <p:nvPr/>
          </p:nvSpPr>
          <p:spPr>
            <a:xfrm>
              <a:off x="386606" y="3105583"/>
              <a:ext cx="8554953" cy="2880057"/>
            </a:xfrm>
            <a:custGeom>
              <a:avLst/>
              <a:pathLst>
                <a:path w="8554953" h="2880057">
                  <a:moveTo>
                    <a:pt x="0" y="2880057"/>
                  </a:moveTo>
                  <a:lnTo>
                    <a:pt x="522133" y="2880057"/>
                  </a:lnTo>
                  <a:lnTo>
                    <a:pt x="523294" y="2879981"/>
                  </a:lnTo>
                  <a:lnTo>
                    <a:pt x="530902" y="2879444"/>
                  </a:lnTo>
                  <a:lnTo>
                    <a:pt x="549979" y="2877958"/>
                  </a:lnTo>
                  <a:lnTo>
                    <a:pt x="583829" y="2875036"/>
                  </a:lnTo>
                  <a:lnTo>
                    <a:pt x="633753" y="2870242"/>
                  </a:lnTo>
                  <a:lnTo>
                    <a:pt x="698967" y="2863238"/>
                  </a:lnTo>
                  <a:lnTo>
                    <a:pt x="776890" y="2853818"/>
                  </a:lnTo>
                  <a:lnTo>
                    <a:pt x="863767" y="2841902"/>
                  </a:lnTo>
                  <a:lnTo>
                    <a:pt x="955456" y="2827506"/>
                  </a:lnTo>
                  <a:lnTo>
                    <a:pt x="1048116" y="2810687"/>
                  </a:lnTo>
                  <a:lnTo>
                    <a:pt x="1138663" y="2791486"/>
                  </a:lnTo>
                  <a:lnTo>
                    <a:pt x="1224951" y="2769891"/>
                  </a:lnTo>
                  <a:lnTo>
                    <a:pt x="1305743" y="2745805"/>
                  </a:lnTo>
                  <a:lnTo>
                    <a:pt x="1380555" y="2719033"/>
                  </a:lnTo>
                  <a:lnTo>
                    <a:pt x="1449466" y="2689278"/>
                  </a:lnTo>
                  <a:lnTo>
                    <a:pt x="1512940" y="2656151"/>
                  </a:lnTo>
                  <a:lnTo>
                    <a:pt x="1571673" y="2619178"/>
                  </a:lnTo>
                  <a:lnTo>
                    <a:pt x="1626488" y="2577834"/>
                  </a:lnTo>
                  <a:lnTo>
                    <a:pt x="1678244" y="2531589"/>
                  </a:lnTo>
                  <a:lnTo>
                    <a:pt x="1727774" y="2479990"/>
                  </a:lnTo>
                  <a:lnTo>
                    <a:pt x="1768425" y="2432048"/>
                  </a:lnTo>
                  <a:lnTo>
                    <a:pt x="1806413" y="2382779"/>
                  </a:lnTo>
                  <a:lnTo>
                    <a:pt x="1844044" y="2329838"/>
                  </a:lnTo>
                  <a:lnTo>
                    <a:pt x="1881552" y="2273151"/>
                  </a:lnTo>
                  <a:lnTo>
                    <a:pt x="1919117" y="2212704"/>
                  </a:lnTo>
                  <a:lnTo>
                    <a:pt x="1956876" y="2148556"/>
                  </a:lnTo>
                  <a:lnTo>
                    <a:pt x="1994924" y="2080836"/>
                  </a:lnTo>
                  <a:lnTo>
                    <a:pt x="2033318" y="2009756"/>
                  </a:lnTo>
                  <a:lnTo>
                    <a:pt x="2072079" y="1935606"/>
                  </a:lnTo>
                  <a:lnTo>
                    <a:pt x="2111199" y="1858755"/>
                  </a:lnTo>
                  <a:lnTo>
                    <a:pt x="2150640" y="1779646"/>
                  </a:lnTo>
                  <a:lnTo>
                    <a:pt x="2190344" y="1698786"/>
                  </a:lnTo>
                  <a:lnTo>
                    <a:pt x="2230231" y="1616733"/>
                  </a:lnTo>
                  <a:lnTo>
                    <a:pt x="2270213" y="1534082"/>
                  </a:lnTo>
                  <a:lnTo>
                    <a:pt x="2310192" y="1451446"/>
                  </a:lnTo>
                  <a:lnTo>
                    <a:pt x="2350072" y="1369436"/>
                  </a:lnTo>
                  <a:lnTo>
                    <a:pt x="2389765" y="1288646"/>
                  </a:lnTo>
                  <a:lnTo>
                    <a:pt x="2429192" y="1209633"/>
                  </a:lnTo>
                  <a:lnTo>
                    <a:pt x="2468296" y="1132900"/>
                  </a:lnTo>
                  <a:lnTo>
                    <a:pt x="2507040" y="1058887"/>
                  </a:lnTo>
                  <a:lnTo>
                    <a:pt x="2545417" y="987959"/>
                  </a:lnTo>
                  <a:lnTo>
                    <a:pt x="2583450" y="920403"/>
                  </a:lnTo>
                  <a:lnTo>
                    <a:pt x="2621197" y="856426"/>
                  </a:lnTo>
                  <a:lnTo>
                    <a:pt x="2658756" y="796156"/>
                  </a:lnTo>
                  <a:lnTo>
                    <a:pt x="2696265" y="739646"/>
                  </a:lnTo>
                  <a:lnTo>
                    <a:pt x="2733907" y="686880"/>
                  </a:lnTo>
                  <a:lnTo>
                    <a:pt x="2770117" y="640012"/>
                  </a:lnTo>
                  <a:lnTo>
                    <a:pt x="2818342" y="583697"/>
                  </a:lnTo>
                  <a:lnTo>
                    <a:pt x="2868166" y="532951"/>
                  </a:lnTo>
                  <a:lnTo>
                    <a:pt x="2920341" y="487500"/>
                  </a:lnTo>
                  <a:lnTo>
                    <a:pt x="2975707" y="446870"/>
                  </a:lnTo>
                  <a:lnTo>
                    <a:pt x="3035125" y="410528"/>
                  </a:lnTo>
                  <a:lnTo>
                    <a:pt x="3099401" y="377953"/>
                  </a:lnTo>
                  <a:lnTo>
                    <a:pt x="3169206" y="348684"/>
                  </a:lnTo>
                  <a:lnTo>
                    <a:pt x="3244953" y="322346"/>
                  </a:lnTo>
                  <a:lnTo>
                    <a:pt x="3326646" y="298657"/>
                  </a:lnTo>
                  <a:lnTo>
                    <a:pt x="3413699" y="277438"/>
                  </a:lnTo>
                  <a:lnTo>
                    <a:pt x="3504738" y="258606"/>
                  </a:lnTo>
                  <a:lnTo>
                    <a:pt x="3597472" y="242159"/>
                  </a:lnTo>
                  <a:lnTo>
                    <a:pt x="3688680" y="228145"/>
                  </a:lnTo>
                  <a:lnTo>
                    <a:pt x="3774439" y="216617"/>
                  </a:lnTo>
                  <a:lnTo>
                    <a:pt x="3850614" y="207580"/>
                  </a:lnTo>
                  <a:lnTo>
                    <a:pt x="3913585" y="200936"/>
                  </a:lnTo>
                  <a:lnTo>
                    <a:pt x="3961013" y="196458"/>
                  </a:lnTo>
                  <a:lnTo>
                    <a:pt x="3992432" y="193790"/>
                  </a:lnTo>
                  <a:lnTo>
                    <a:pt x="4009465" y="192483"/>
                  </a:lnTo>
                  <a:lnTo>
                    <a:pt x="4015703" y="192049"/>
                  </a:lnTo>
                  <a:lnTo>
                    <a:pt x="4016409" y="192003"/>
                  </a:lnTo>
                  <a:lnTo>
                    <a:pt x="4538543" y="192003"/>
                  </a:lnTo>
                  <a:lnTo>
                    <a:pt x="4539812" y="191998"/>
                  </a:lnTo>
                  <a:lnTo>
                    <a:pt x="4548110" y="191957"/>
                  </a:lnTo>
                  <a:lnTo>
                    <a:pt x="4568853" y="191844"/>
                  </a:lnTo>
                  <a:lnTo>
                    <a:pt x="4605498" y="191622"/>
                  </a:lnTo>
                  <a:lnTo>
                    <a:pt x="4659222" y="191259"/>
                  </a:lnTo>
                  <a:lnTo>
                    <a:pt x="4728870" y="190730"/>
                  </a:lnTo>
                  <a:lnTo>
                    <a:pt x="4811348" y="190021"/>
                  </a:lnTo>
                  <a:lnTo>
                    <a:pt x="4902399" y="189129"/>
                  </a:lnTo>
                  <a:lnTo>
                    <a:pt x="4997509" y="188055"/>
                  </a:lnTo>
                  <a:lnTo>
                    <a:pt x="5092656" y="186803"/>
                  </a:lnTo>
                  <a:lnTo>
                    <a:pt x="5184757" y="185376"/>
                  </a:lnTo>
                  <a:lnTo>
                    <a:pt x="5271793" y="183772"/>
                  </a:lnTo>
                  <a:lnTo>
                    <a:pt x="5352722" y="181979"/>
                  </a:lnTo>
                  <a:lnTo>
                    <a:pt x="5427275" y="179980"/>
                  </a:lnTo>
                  <a:lnTo>
                    <a:pt x="5495732" y="177751"/>
                  </a:lnTo>
                  <a:lnTo>
                    <a:pt x="5558732" y="175257"/>
                  </a:lnTo>
                  <a:lnTo>
                    <a:pt x="5617114" y="172462"/>
                  </a:lnTo>
                  <a:lnTo>
                    <a:pt x="5671811" y="169324"/>
                  </a:lnTo>
                  <a:lnTo>
                    <a:pt x="5723754" y="165806"/>
                  </a:lnTo>
                  <a:lnTo>
                    <a:pt x="5773803" y="161880"/>
                  </a:lnTo>
                  <a:lnTo>
                    <a:pt x="5784835" y="160944"/>
                  </a:lnTo>
                  <a:lnTo>
                    <a:pt x="5838889" y="155996"/>
                  </a:lnTo>
                  <a:lnTo>
                    <a:pt x="5892423" y="150525"/>
                  </a:lnTo>
                  <a:lnTo>
                    <a:pt x="5946018" y="144524"/>
                  </a:lnTo>
                  <a:lnTo>
                    <a:pt x="6000063" y="138007"/>
                  </a:lnTo>
                  <a:lnTo>
                    <a:pt x="6054777" y="131006"/>
                  </a:lnTo>
                  <a:lnTo>
                    <a:pt x="6110236" y="123580"/>
                  </a:lnTo>
                  <a:lnTo>
                    <a:pt x="6166383" y="115808"/>
                  </a:lnTo>
                  <a:lnTo>
                    <a:pt x="6223062" y="107788"/>
                  </a:lnTo>
                  <a:lnTo>
                    <a:pt x="6280042" y="99634"/>
                  </a:lnTo>
                  <a:lnTo>
                    <a:pt x="6337049" y="91468"/>
                  </a:lnTo>
                  <a:lnTo>
                    <a:pt x="6393808" y="83412"/>
                  </a:lnTo>
                  <a:lnTo>
                    <a:pt x="6450075" y="75582"/>
                  </a:lnTo>
                  <a:lnTo>
                    <a:pt x="6505678" y="68080"/>
                  </a:lnTo>
                  <a:lnTo>
                    <a:pt x="6560538" y="60991"/>
                  </a:lnTo>
                  <a:lnTo>
                    <a:pt x="6614703" y="54374"/>
                  </a:lnTo>
                  <a:lnTo>
                    <a:pt x="6668361" y="48270"/>
                  </a:lnTo>
                  <a:lnTo>
                    <a:pt x="6721868" y="42694"/>
                  </a:lnTo>
                  <a:lnTo>
                    <a:pt x="6775763" y="37644"/>
                  </a:lnTo>
                  <a:lnTo>
                    <a:pt x="6786527" y="36706"/>
                  </a:lnTo>
                  <a:lnTo>
                    <a:pt x="6836253" y="32688"/>
                  </a:lnTo>
                  <a:lnTo>
                    <a:pt x="6887702" y="29080"/>
                  </a:lnTo>
                  <a:lnTo>
                    <a:pt x="6941702" y="25860"/>
                  </a:lnTo>
                  <a:lnTo>
                    <a:pt x="6999176" y="22991"/>
                  </a:lnTo>
                  <a:lnTo>
                    <a:pt x="7061063" y="20434"/>
                  </a:lnTo>
                  <a:lnTo>
                    <a:pt x="7128232" y="18148"/>
                  </a:lnTo>
                  <a:lnTo>
                    <a:pt x="7201379" y="16100"/>
                  </a:lnTo>
                  <a:lnTo>
                    <a:pt x="7280879" y="14263"/>
                  </a:lnTo>
                  <a:lnTo>
                    <a:pt x="7366607" y="12618"/>
                  </a:lnTo>
                  <a:lnTo>
                    <a:pt x="7457710" y="11151"/>
                  </a:lnTo>
                  <a:lnTo>
                    <a:pt x="7552405" y="9861"/>
                  </a:lnTo>
                  <a:lnTo>
                    <a:pt x="7647844" y="8746"/>
                  </a:lnTo>
                  <a:lnTo>
                    <a:pt x="7740190" y="7813"/>
                  </a:lnTo>
                  <a:lnTo>
                    <a:pt x="7824982" y="7063"/>
                  </a:lnTo>
                  <a:lnTo>
                    <a:pt x="7897830" y="6495"/>
                  </a:lnTo>
                  <a:lnTo>
                    <a:pt x="7955302" y="6096"/>
                  </a:lnTo>
                  <a:lnTo>
                    <a:pt x="7995758" y="5845"/>
                  </a:lnTo>
                  <a:lnTo>
                    <a:pt x="8019841" y="5711"/>
                  </a:lnTo>
                  <a:lnTo>
                    <a:pt x="8030521" y="5657"/>
                  </a:lnTo>
                  <a:lnTo>
                    <a:pt x="8032819" y="5647"/>
                  </a:lnTo>
                  <a:lnTo>
                    <a:pt x="8554953" y="5647"/>
                  </a:lnTo>
                  <a:lnTo>
                    <a:pt x="8554953" y="0"/>
                  </a:lnTo>
                  <a:lnTo>
                    <a:pt x="8032819" y="0"/>
                  </a:lnTo>
                  <a:lnTo>
                    <a:pt x="8031550" y="5"/>
                  </a:lnTo>
                  <a:lnTo>
                    <a:pt x="8023252" y="46"/>
                  </a:lnTo>
                  <a:lnTo>
                    <a:pt x="8002509" y="159"/>
                  </a:lnTo>
                  <a:lnTo>
                    <a:pt x="7965864" y="381"/>
                  </a:lnTo>
                  <a:lnTo>
                    <a:pt x="7912140" y="744"/>
                  </a:lnTo>
                  <a:lnTo>
                    <a:pt x="7842492" y="1273"/>
                  </a:lnTo>
                  <a:lnTo>
                    <a:pt x="7760014" y="1981"/>
                  </a:lnTo>
                  <a:lnTo>
                    <a:pt x="7668963" y="2874"/>
                  </a:lnTo>
                  <a:lnTo>
                    <a:pt x="7573853" y="3948"/>
                  </a:lnTo>
                  <a:lnTo>
                    <a:pt x="7478706" y="5200"/>
                  </a:lnTo>
                  <a:lnTo>
                    <a:pt x="7386605" y="6627"/>
                  </a:lnTo>
                  <a:lnTo>
                    <a:pt x="7299569" y="8231"/>
                  </a:lnTo>
                  <a:lnTo>
                    <a:pt x="7218640" y="10024"/>
                  </a:lnTo>
                  <a:lnTo>
                    <a:pt x="7144087" y="12022"/>
                  </a:lnTo>
                  <a:lnTo>
                    <a:pt x="7075630" y="14252"/>
                  </a:lnTo>
                  <a:lnTo>
                    <a:pt x="7012630" y="16745"/>
                  </a:lnTo>
                  <a:lnTo>
                    <a:pt x="6954248" y="19541"/>
                  </a:lnTo>
                  <a:lnTo>
                    <a:pt x="6899551" y="22679"/>
                  </a:lnTo>
                  <a:lnTo>
                    <a:pt x="6847607" y="26197"/>
                  </a:lnTo>
                  <a:lnTo>
                    <a:pt x="6797559" y="30123"/>
                  </a:lnTo>
                  <a:lnTo>
                    <a:pt x="6786527" y="31059"/>
                  </a:lnTo>
                  <a:lnTo>
                    <a:pt x="6732473" y="36007"/>
                  </a:lnTo>
                  <a:lnTo>
                    <a:pt x="6678939" y="41478"/>
                  </a:lnTo>
                  <a:lnTo>
                    <a:pt x="6625344" y="47479"/>
                  </a:lnTo>
                  <a:lnTo>
                    <a:pt x="6571299" y="53996"/>
                  </a:lnTo>
                  <a:lnTo>
                    <a:pt x="6516585" y="60996"/>
                  </a:lnTo>
                  <a:lnTo>
                    <a:pt x="6461126" y="68422"/>
                  </a:lnTo>
                  <a:lnTo>
                    <a:pt x="6404979" y="76195"/>
                  </a:lnTo>
                  <a:lnTo>
                    <a:pt x="6348300" y="84215"/>
                  </a:lnTo>
                  <a:lnTo>
                    <a:pt x="6291320" y="92369"/>
                  </a:lnTo>
                  <a:lnTo>
                    <a:pt x="6234313" y="100535"/>
                  </a:lnTo>
                  <a:lnTo>
                    <a:pt x="6177554" y="108591"/>
                  </a:lnTo>
                  <a:lnTo>
                    <a:pt x="6121287" y="116421"/>
                  </a:lnTo>
                  <a:lnTo>
                    <a:pt x="6065684" y="123922"/>
                  </a:lnTo>
                  <a:lnTo>
                    <a:pt x="6010824" y="131012"/>
                  </a:lnTo>
                  <a:lnTo>
                    <a:pt x="5956659" y="137629"/>
                  </a:lnTo>
                  <a:lnTo>
                    <a:pt x="5903000" y="143733"/>
                  </a:lnTo>
                  <a:lnTo>
                    <a:pt x="5849494" y="149309"/>
                  </a:lnTo>
                  <a:lnTo>
                    <a:pt x="5795599" y="154359"/>
                  </a:lnTo>
                  <a:lnTo>
                    <a:pt x="5784835" y="155297"/>
                  </a:lnTo>
                  <a:lnTo>
                    <a:pt x="5735109" y="159315"/>
                  </a:lnTo>
                  <a:lnTo>
                    <a:pt x="5683660" y="162923"/>
                  </a:lnTo>
                  <a:lnTo>
                    <a:pt x="5629660" y="166143"/>
                  </a:lnTo>
                  <a:lnTo>
                    <a:pt x="5572186" y="169011"/>
                  </a:lnTo>
                  <a:lnTo>
                    <a:pt x="5510299" y="171569"/>
                  </a:lnTo>
                  <a:lnTo>
                    <a:pt x="5443130" y="173855"/>
                  </a:lnTo>
                  <a:lnTo>
                    <a:pt x="5369983" y="175902"/>
                  </a:lnTo>
                  <a:lnTo>
                    <a:pt x="5290483" y="177739"/>
                  </a:lnTo>
                  <a:lnTo>
                    <a:pt x="5204755" y="179385"/>
                  </a:lnTo>
                  <a:lnTo>
                    <a:pt x="5113652" y="180851"/>
                  </a:lnTo>
                  <a:lnTo>
                    <a:pt x="5018957" y="182142"/>
                  </a:lnTo>
                  <a:lnTo>
                    <a:pt x="4923518" y="183257"/>
                  </a:lnTo>
                  <a:lnTo>
                    <a:pt x="4831172" y="184190"/>
                  </a:lnTo>
                  <a:lnTo>
                    <a:pt x="4746380" y="184940"/>
                  </a:lnTo>
                  <a:lnTo>
                    <a:pt x="4673532" y="185508"/>
                  </a:lnTo>
                  <a:lnTo>
                    <a:pt x="4616060" y="185907"/>
                  </a:lnTo>
                  <a:lnTo>
                    <a:pt x="4575604" y="186158"/>
                  </a:lnTo>
                  <a:lnTo>
                    <a:pt x="4551521" y="186292"/>
                  </a:lnTo>
                  <a:lnTo>
                    <a:pt x="4540840" y="186346"/>
                  </a:lnTo>
                  <a:lnTo>
                    <a:pt x="4538543" y="186356"/>
                  </a:lnTo>
                  <a:lnTo>
                    <a:pt x="4016409" y="186356"/>
                  </a:lnTo>
                  <a:lnTo>
                    <a:pt x="4015248" y="186431"/>
                  </a:lnTo>
                  <a:lnTo>
                    <a:pt x="4007640" y="186969"/>
                  </a:lnTo>
                  <a:lnTo>
                    <a:pt x="3988563" y="188455"/>
                  </a:lnTo>
                  <a:lnTo>
                    <a:pt x="3954713" y="191377"/>
                  </a:lnTo>
                  <a:lnTo>
                    <a:pt x="3904790" y="196171"/>
                  </a:lnTo>
                  <a:lnTo>
                    <a:pt x="3839575" y="203175"/>
                  </a:lnTo>
                  <a:lnTo>
                    <a:pt x="3761653" y="212595"/>
                  </a:lnTo>
                  <a:lnTo>
                    <a:pt x="3674775" y="224511"/>
                  </a:lnTo>
                  <a:lnTo>
                    <a:pt x="3583086" y="238907"/>
                  </a:lnTo>
                  <a:lnTo>
                    <a:pt x="3490426" y="255726"/>
                  </a:lnTo>
                  <a:lnTo>
                    <a:pt x="3399879" y="274927"/>
                  </a:lnTo>
                  <a:lnTo>
                    <a:pt x="3313591" y="296522"/>
                  </a:lnTo>
                  <a:lnTo>
                    <a:pt x="3232799" y="320607"/>
                  </a:lnTo>
                  <a:lnTo>
                    <a:pt x="3157987" y="347380"/>
                  </a:lnTo>
                  <a:lnTo>
                    <a:pt x="3089076" y="377135"/>
                  </a:lnTo>
                  <a:lnTo>
                    <a:pt x="3025602" y="410262"/>
                  </a:lnTo>
                  <a:lnTo>
                    <a:pt x="2966869" y="447235"/>
                  </a:lnTo>
                  <a:lnTo>
                    <a:pt x="2912055" y="488579"/>
                  </a:lnTo>
                  <a:lnTo>
                    <a:pt x="2860298" y="534824"/>
                  </a:lnTo>
                  <a:lnTo>
                    <a:pt x="2810768" y="586423"/>
                  </a:lnTo>
                  <a:lnTo>
                    <a:pt x="2770117" y="634365"/>
                  </a:lnTo>
                  <a:lnTo>
                    <a:pt x="2732129" y="683634"/>
                  </a:lnTo>
                  <a:lnTo>
                    <a:pt x="2694498" y="736575"/>
                  </a:lnTo>
                  <a:lnTo>
                    <a:pt x="2656991" y="793262"/>
                  </a:lnTo>
                  <a:lnTo>
                    <a:pt x="2619425" y="853708"/>
                  </a:lnTo>
                  <a:lnTo>
                    <a:pt x="2581666" y="917857"/>
                  </a:lnTo>
                  <a:lnTo>
                    <a:pt x="2543618" y="985577"/>
                  </a:lnTo>
                  <a:lnTo>
                    <a:pt x="2505224" y="1056657"/>
                  </a:lnTo>
                  <a:lnTo>
                    <a:pt x="2466463" y="1130807"/>
                  </a:lnTo>
                  <a:lnTo>
                    <a:pt x="2427343" y="1207658"/>
                  </a:lnTo>
                  <a:lnTo>
                    <a:pt x="2387902" y="1286767"/>
                  </a:lnTo>
                  <a:lnTo>
                    <a:pt x="2348198" y="1367627"/>
                  </a:lnTo>
                  <a:lnTo>
                    <a:pt x="2308311" y="1449680"/>
                  </a:lnTo>
                  <a:lnTo>
                    <a:pt x="2268330" y="1532331"/>
                  </a:lnTo>
                  <a:lnTo>
                    <a:pt x="2228350" y="1614967"/>
                  </a:lnTo>
                  <a:lnTo>
                    <a:pt x="2188470" y="1696977"/>
                  </a:lnTo>
                  <a:lnTo>
                    <a:pt x="2148777" y="1777767"/>
                  </a:lnTo>
                  <a:lnTo>
                    <a:pt x="2109350" y="1856780"/>
                  </a:lnTo>
                  <a:lnTo>
                    <a:pt x="2070246" y="1933513"/>
                  </a:lnTo>
                  <a:lnTo>
                    <a:pt x="2031502" y="2007526"/>
                  </a:lnTo>
                  <a:lnTo>
                    <a:pt x="1993126" y="2078454"/>
                  </a:lnTo>
                  <a:lnTo>
                    <a:pt x="1955093" y="2146010"/>
                  </a:lnTo>
                  <a:lnTo>
                    <a:pt x="1917345" y="2209987"/>
                  </a:lnTo>
                  <a:lnTo>
                    <a:pt x="1879786" y="2270257"/>
                  </a:lnTo>
                  <a:lnTo>
                    <a:pt x="1842277" y="2326767"/>
                  </a:lnTo>
                  <a:lnTo>
                    <a:pt x="1804635" y="2379533"/>
                  </a:lnTo>
                  <a:lnTo>
                    <a:pt x="1768425" y="2426401"/>
                  </a:lnTo>
                  <a:lnTo>
                    <a:pt x="1720201" y="2482716"/>
                  </a:lnTo>
                  <a:lnTo>
                    <a:pt x="1670376" y="2533461"/>
                  </a:lnTo>
                  <a:lnTo>
                    <a:pt x="1618201" y="2578913"/>
                  </a:lnTo>
                  <a:lnTo>
                    <a:pt x="1562835" y="2619543"/>
                  </a:lnTo>
                  <a:lnTo>
                    <a:pt x="1503418" y="2655885"/>
                  </a:lnTo>
                  <a:lnTo>
                    <a:pt x="1439141" y="2688460"/>
                  </a:lnTo>
                  <a:lnTo>
                    <a:pt x="1369336" y="2717728"/>
                  </a:lnTo>
                  <a:lnTo>
                    <a:pt x="1293590" y="2744067"/>
                  </a:lnTo>
                  <a:lnTo>
                    <a:pt x="1211896" y="2767756"/>
                  </a:lnTo>
                  <a:lnTo>
                    <a:pt x="1124844" y="2788975"/>
                  </a:lnTo>
                  <a:lnTo>
                    <a:pt x="1033804" y="2807807"/>
                  </a:lnTo>
                  <a:lnTo>
                    <a:pt x="941070" y="2824254"/>
                  </a:lnTo>
                  <a:lnTo>
                    <a:pt x="849862" y="2838268"/>
                  </a:lnTo>
                  <a:lnTo>
                    <a:pt x="764104" y="2849796"/>
                  </a:lnTo>
                  <a:lnTo>
                    <a:pt x="687928" y="2858833"/>
                  </a:lnTo>
                  <a:lnTo>
                    <a:pt x="624957" y="2865477"/>
                  </a:lnTo>
                  <a:lnTo>
                    <a:pt x="577529" y="2869955"/>
                  </a:lnTo>
                  <a:lnTo>
                    <a:pt x="546111" y="2872623"/>
                  </a:lnTo>
                  <a:lnTo>
                    <a:pt x="529077" y="2873930"/>
                  </a:lnTo>
                  <a:lnTo>
                    <a:pt x="522839" y="2874364"/>
                  </a:lnTo>
                  <a:lnTo>
                    <a:pt x="522133" y="2874410"/>
                  </a:lnTo>
                  <a:lnTo>
                    <a:pt x="0" y="2874410"/>
                  </a:lnTo>
                  <a:close/>
                </a:path>
              </a:pathLst>
            </a:custGeom>
            <a:solidFill>
              <a:srgbClr val="A1D492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2001" name="pl2001"/>
            <p:cNvSpPr/>
            <p:nvPr/>
          </p:nvSpPr>
          <p:spPr>
            <a:xfrm>
              <a:off x="386606" y="3111230"/>
              <a:ext cx="8554953" cy="2874410"/>
            </a:xfrm>
            <a:custGeom>
              <a:avLst/>
              <a:pathLst>
                <a:path w="8554953" h="2874410">
                  <a:moveTo>
                    <a:pt x="0" y="2874410"/>
                  </a:moveTo>
                  <a:lnTo>
                    <a:pt x="522133" y="2874410"/>
                  </a:lnTo>
                  <a:lnTo>
                    <a:pt x="523294" y="2874334"/>
                  </a:lnTo>
                  <a:lnTo>
                    <a:pt x="530902" y="2873797"/>
                  </a:lnTo>
                  <a:lnTo>
                    <a:pt x="549979" y="2872310"/>
                  </a:lnTo>
                  <a:lnTo>
                    <a:pt x="583829" y="2869389"/>
                  </a:lnTo>
                  <a:lnTo>
                    <a:pt x="633753" y="2864595"/>
                  </a:lnTo>
                  <a:lnTo>
                    <a:pt x="698967" y="2857591"/>
                  </a:lnTo>
                  <a:lnTo>
                    <a:pt x="776890" y="2848170"/>
                  </a:lnTo>
                  <a:lnTo>
                    <a:pt x="863767" y="2836255"/>
                  </a:lnTo>
                  <a:lnTo>
                    <a:pt x="955456" y="2821859"/>
                  </a:lnTo>
                  <a:lnTo>
                    <a:pt x="1048116" y="2805039"/>
                  </a:lnTo>
                  <a:lnTo>
                    <a:pt x="1138663" y="2785839"/>
                  </a:lnTo>
                  <a:lnTo>
                    <a:pt x="1224951" y="2764244"/>
                  </a:lnTo>
                  <a:lnTo>
                    <a:pt x="1305743" y="2740158"/>
                  </a:lnTo>
                  <a:lnTo>
                    <a:pt x="1380555" y="2713386"/>
                  </a:lnTo>
                  <a:lnTo>
                    <a:pt x="1449466" y="2683631"/>
                  </a:lnTo>
                  <a:lnTo>
                    <a:pt x="1512940" y="2650503"/>
                  </a:lnTo>
                  <a:lnTo>
                    <a:pt x="1571673" y="2613531"/>
                  </a:lnTo>
                  <a:lnTo>
                    <a:pt x="1626488" y="2572187"/>
                  </a:lnTo>
                  <a:lnTo>
                    <a:pt x="1678244" y="2525942"/>
                  </a:lnTo>
                  <a:lnTo>
                    <a:pt x="1727774" y="2474342"/>
                  </a:lnTo>
                  <a:lnTo>
                    <a:pt x="1768425" y="2426401"/>
                  </a:lnTo>
                  <a:lnTo>
                    <a:pt x="1806413" y="2377132"/>
                  </a:lnTo>
                  <a:lnTo>
                    <a:pt x="1844044" y="2324191"/>
                  </a:lnTo>
                  <a:lnTo>
                    <a:pt x="1881552" y="2267504"/>
                  </a:lnTo>
                  <a:lnTo>
                    <a:pt x="1919117" y="2207057"/>
                  </a:lnTo>
                  <a:lnTo>
                    <a:pt x="1956876" y="2142909"/>
                  </a:lnTo>
                  <a:lnTo>
                    <a:pt x="1994924" y="2075189"/>
                  </a:lnTo>
                  <a:lnTo>
                    <a:pt x="2033318" y="2004109"/>
                  </a:lnTo>
                  <a:lnTo>
                    <a:pt x="2072079" y="1929958"/>
                  </a:lnTo>
                  <a:lnTo>
                    <a:pt x="2111199" y="1853108"/>
                  </a:lnTo>
                  <a:lnTo>
                    <a:pt x="2150640" y="1773999"/>
                  </a:lnTo>
                  <a:lnTo>
                    <a:pt x="2190344" y="1693139"/>
                  </a:lnTo>
                  <a:lnTo>
                    <a:pt x="2230231" y="1611086"/>
                  </a:lnTo>
                  <a:lnTo>
                    <a:pt x="2270213" y="1528435"/>
                  </a:lnTo>
                  <a:lnTo>
                    <a:pt x="2310192" y="1445798"/>
                  </a:lnTo>
                  <a:lnTo>
                    <a:pt x="2350072" y="1363789"/>
                  </a:lnTo>
                  <a:lnTo>
                    <a:pt x="2389765" y="1282999"/>
                  </a:lnTo>
                  <a:lnTo>
                    <a:pt x="2429192" y="1203986"/>
                  </a:lnTo>
                  <a:lnTo>
                    <a:pt x="2468296" y="1127253"/>
                  </a:lnTo>
                  <a:lnTo>
                    <a:pt x="2507040" y="1053239"/>
                  </a:lnTo>
                  <a:lnTo>
                    <a:pt x="2545417" y="982311"/>
                  </a:lnTo>
                  <a:lnTo>
                    <a:pt x="2583450" y="914756"/>
                  </a:lnTo>
                  <a:lnTo>
                    <a:pt x="2621197" y="850779"/>
                  </a:lnTo>
                  <a:lnTo>
                    <a:pt x="2658756" y="790509"/>
                  </a:lnTo>
                  <a:lnTo>
                    <a:pt x="2696265" y="733999"/>
                  </a:lnTo>
                  <a:lnTo>
                    <a:pt x="2733907" y="681233"/>
                  </a:lnTo>
                  <a:lnTo>
                    <a:pt x="2770117" y="634365"/>
                  </a:lnTo>
                  <a:lnTo>
                    <a:pt x="2818342" y="578050"/>
                  </a:lnTo>
                  <a:lnTo>
                    <a:pt x="2868166" y="527304"/>
                  </a:lnTo>
                  <a:lnTo>
                    <a:pt x="2920341" y="481853"/>
                  </a:lnTo>
                  <a:lnTo>
                    <a:pt x="2975707" y="441223"/>
                  </a:lnTo>
                  <a:lnTo>
                    <a:pt x="3035125" y="404881"/>
                  </a:lnTo>
                  <a:lnTo>
                    <a:pt x="3099401" y="372306"/>
                  </a:lnTo>
                  <a:lnTo>
                    <a:pt x="3169206" y="343037"/>
                  </a:lnTo>
                  <a:lnTo>
                    <a:pt x="3244953" y="316699"/>
                  </a:lnTo>
                  <a:lnTo>
                    <a:pt x="3326646" y="293010"/>
                  </a:lnTo>
                  <a:lnTo>
                    <a:pt x="3413699" y="271791"/>
                  </a:lnTo>
                  <a:lnTo>
                    <a:pt x="3504738" y="252959"/>
                  </a:lnTo>
                  <a:lnTo>
                    <a:pt x="3597472" y="236512"/>
                  </a:lnTo>
                  <a:lnTo>
                    <a:pt x="3688680" y="222498"/>
                  </a:lnTo>
                  <a:lnTo>
                    <a:pt x="3774439" y="210970"/>
                  </a:lnTo>
                  <a:lnTo>
                    <a:pt x="3850614" y="201933"/>
                  </a:lnTo>
                  <a:lnTo>
                    <a:pt x="3913585" y="195289"/>
                  </a:lnTo>
                  <a:lnTo>
                    <a:pt x="3961013" y="190811"/>
                  </a:lnTo>
                  <a:lnTo>
                    <a:pt x="3992432" y="188143"/>
                  </a:lnTo>
                  <a:lnTo>
                    <a:pt x="4009465" y="186836"/>
                  </a:lnTo>
                  <a:lnTo>
                    <a:pt x="4015703" y="186401"/>
                  </a:lnTo>
                  <a:lnTo>
                    <a:pt x="4016409" y="186356"/>
                  </a:lnTo>
                  <a:lnTo>
                    <a:pt x="4538543" y="186356"/>
                  </a:lnTo>
                  <a:lnTo>
                    <a:pt x="4539812" y="186350"/>
                  </a:lnTo>
                  <a:lnTo>
                    <a:pt x="4548110" y="186310"/>
                  </a:lnTo>
                  <a:lnTo>
                    <a:pt x="4568853" y="186197"/>
                  </a:lnTo>
                  <a:lnTo>
                    <a:pt x="4605498" y="185975"/>
                  </a:lnTo>
                  <a:lnTo>
                    <a:pt x="4659222" y="185612"/>
                  </a:lnTo>
                  <a:lnTo>
                    <a:pt x="4728870" y="185083"/>
                  </a:lnTo>
                  <a:lnTo>
                    <a:pt x="4811348" y="184374"/>
                  </a:lnTo>
                  <a:lnTo>
                    <a:pt x="4902399" y="183482"/>
                  </a:lnTo>
                  <a:lnTo>
                    <a:pt x="4997509" y="182407"/>
                  </a:lnTo>
                  <a:lnTo>
                    <a:pt x="5092656" y="181156"/>
                  </a:lnTo>
                  <a:lnTo>
                    <a:pt x="5184757" y="179729"/>
                  </a:lnTo>
                  <a:lnTo>
                    <a:pt x="5271793" y="178124"/>
                  </a:lnTo>
                  <a:lnTo>
                    <a:pt x="5352722" y="176332"/>
                  </a:lnTo>
                  <a:lnTo>
                    <a:pt x="5427275" y="174333"/>
                  </a:lnTo>
                  <a:lnTo>
                    <a:pt x="5495732" y="172104"/>
                  </a:lnTo>
                  <a:lnTo>
                    <a:pt x="5558732" y="169610"/>
                  </a:lnTo>
                  <a:lnTo>
                    <a:pt x="5617114" y="166815"/>
                  </a:lnTo>
                  <a:lnTo>
                    <a:pt x="5671811" y="163677"/>
                  </a:lnTo>
                  <a:lnTo>
                    <a:pt x="5723754" y="160158"/>
                  </a:lnTo>
                  <a:lnTo>
                    <a:pt x="5773803" y="156233"/>
                  </a:lnTo>
                  <a:lnTo>
                    <a:pt x="5784835" y="155297"/>
                  </a:lnTo>
                  <a:lnTo>
                    <a:pt x="5838889" y="150348"/>
                  </a:lnTo>
                  <a:lnTo>
                    <a:pt x="5892423" y="144878"/>
                  </a:lnTo>
                  <a:lnTo>
                    <a:pt x="5946018" y="138877"/>
                  </a:lnTo>
                  <a:lnTo>
                    <a:pt x="6000063" y="132360"/>
                  </a:lnTo>
                  <a:lnTo>
                    <a:pt x="6054777" y="125359"/>
                  </a:lnTo>
                  <a:lnTo>
                    <a:pt x="6110236" y="117933"/>
                  </a:lnTo>
                  <a:lnTo>
                    <a:pt x="6166383" y="110161"/>
                  </a:lnTo>
                  <a:lnTo>
                    <a:pt x="6223062" y="102141"/>
                  </a:lnTo>
                  <a:lnTo>
                    <a:pt x="6280042" y="93987"/>
                  </a:lnTo>
                  <a:lnTo>
                    <a:pt x="6337049" y="85820"/>
                  </a:lnTo>
                  <a:lnTo>
                    <a:pt x="6393808" y="77764"/>
                  </a:lnTo>
                  <a:lnTo>
                    <a:pt x="6450075" y="69935"/>
                  </a:lnTo>
                  <a:lnTo>
                    <a:pt x="6505678" y="62433"/>
                  </a:lnTo>
                  <a:lnTo>
                    <a:pt x="6560538" y="55343"/>
                  </a:lnTo>
                  <a:lnTo>
                    <a:pt x="6614703" y="48727"/>
                  </a:lnTo>
                  <a:lnTo>
                    <a:pt x="6668361" y="42623"/>
                  </a:lnTo>
                  <a:lnTo>
                    <a:pt x="6721868" y="37047"/>
                  </a:lnTo>
                  <a:lnTo>
                    <a:pt x="6775763" y="31997"/>
                  </a:lnTo>
                  <a:lnTo>
                    <a:pt x="6786527" y="31059"/>
                  </a:lnTo>
                  <a:lnTo>
                    <a:pt x="6836253" y="27041"/>
                  </a:lnTo>
                  <a:lnTo>
                    <a:pt x="6887702" y="23433"/>
                  </a:lnTo>
                  <a:lnTo>
                    <a:pt x="6941702" y="20213"/>
                  </a:lnTo>
                  <a:lnTo>
                    <a:pt x="6999176" y="17344"/>
                  </a:lnTo>
                  <a:lnTo>
                    <a:pt x="7061063" y="14787"/>
                  </a:lnTo>
                  <a:lnTo>
                    <a:pt x="7128232" y="12501"/>
                  </a:lnTo>
                  <a:lnTo>
                    <a:pt x="7201379" y="10453"/>
                  </a:lnTo>
                  <a:lnTo>
                    <a:pt x="7280879" y="8616"/>
                  </a:lnTo>
                  <a:lnTo>
                    <a:pt x="7366607" y="6970"/>
                  </a:lnTo>
                  <a:lnTo>
                    <a:pt x="7457710" y="5504"/>
                  </a:lnTo>
                  <a:lnTo>
                    <a:pt x="7552405" y="4213"/>
                  </a:lnTo>
                  <a:lnTo>
                    <a:pt x="7647844" y="3099"/>
                  </a:lnTo>
                  <a:lnTo>
                    <a:pt x="7740190" y="2165"/>
                  </a:lnTo>
                  <a:lnTo>
                    <a:pt x="7824982" y="1416"/>
                  </a:lnTo>
                  <a:lnTo>
                    <a:pt x="7897830" y="847"/>
                  </a:lnTo>
                  <a:lnTo>
                    <a:pt x="7955302" y="449"/>
                  </a:lnTo>
                  <a:lnTo>
                    <a:pt x="7995758" y="198"/>
                  </a:lnTo>
                  <a:lnTo>
                    <a:pt x="8019841" y="64"/>
                  </a:lnTo>
                  <a:lnTo>
                    <a:pt x="8030521" y="10"/>
                  </a:lnTo>
                  <a:lnTo>
                    <a:pt x="8032804" y="0"/>
                  </a:lnTo>
                  <a:lnTo>
                    <a:pt x="8032819" y="0"/>
                  </a:lnTo>
                  <a:lnTo>
                    <a:pt x="8554953" y="0"/>
                  </a:lnTo>
                  <a:lnTo>
                    <a:pt x="8554953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002" name="pl2002"/>
            <p:cNvSpPr/>
            <p:nvPr/>
          </p:nvSpPr>
          <p:spPr>
            <a:xfrm>
              <a:off x="386606" y="3105583"/>
              <a:ext cx="8554953" cy="2874410"/>
            </a:xfrm>
            <a:custGeom>
              <a:avLst/>
              <a:pathLst>
                <a:path w="8554953" h="2874410">
                  <a:moveTo>
                    <a:pt x="8554953" y="0"/>
                  </a:moveTo>
                  <a:lnTo>
                    <a:pt x="8032819" y="0"/>
                  </a:lnTo>
                  <a:lnTo>
                    <a:pt x="8031550" y="5"/>
                  </a:lnTo>
                  <a:lnTo>
                    <a:pt x="8023252" y="46"/>
                  </a:lnTo>
                  <a:lnTo>
                    <a:pt x="8002509" y="159"/>
                  </a:lnTo>
                  <a:lnTo>
                    <a:pt x="7965864" y="381"/>
                  </a:lnTo>
                  <a:lnTo>
                    <a:pt x="7912140" y="744"/>
                  </a:lnTo>
                  <a:lnTo>
                    <a:pt x="7842492" y="1273"/>
                  </a:lnTo>
                  <a:lnTo>
                    <a:pt x="7760014" y="1981"/>
                  </a:lnTo>
                  <a:lnTo>
                    <a:pt x="7668963" y="2874"/>
                  </a:lnTo>
                  <a:lnTo>
                    <a:pt x="7573853" y="3948"/>
                  </a:lnTo>
                  <a:lnTo>
                    <a:pt x="7478706" y="5200"/>
                  </a:lnTo>
                  <a:lnTo>
                    <a:pt x="7386605" y="6627"/>
                  </a:lnTo>
                  <a:lnTo>
                    <a:pt x="7299569" y="8231"/>
                  </a:lnTo>
                  <a:lnTo>
                    <a:pt x="7218640" y="10024"/>
                  </a:lnTo>
                  <a:lnTo>
                    <a:pt x="7144087" y="12022"/>
                  </a:lnTo>
                  <a:lnTo>
                    <a:pt x="7075630" y="14252"/>
                  </a:lnTo>
                  <a:lnTo>
                    <a:pt x="7012630" y="16745"/>
                  </a:lnTo>
                  <a:lnTo>
                    <a:pt x="6954248" y="19541"/>
                  </a:lnTo>
                  <a:lnTo>
                    <a:pt x="6899551" y="22679"/>
                  </a:lnTo>
                  <a:lnTo>
                    <a:pt x="6847607" y="26197"/>
                  </a:lnTo>
                  <a:lnTo>
                    <a:pt x="6797559" y="30123"/>
                  </a:lnTo>
                  <a:lnTo>
                    <a:pt x="6786527" y="31059"/>
                  </a:lnTo>
                  <a:lnTo>
                    <a:pt x="6732473" y="36007"/>
                  </a:lnTo>
                  <a:lnTo>
                    <a:pt x="6678939" y="41478"/>
                  </a:lnTo>
                  <a:lnTo>
                    <a:pt x="6625344" y="47479"/>
                  </a:lnTo>
                  <a:lnTo>
                    <a:pt x="6571299" y="53996"/>
                  </a:lnTo>
                  <a:lnTo>
                    <a:pt x="6516585" y="60996"/>
                  </a:lnTo>
                  <a:lnTo>
                    <a:pt x="6461126" y="68422"/>
                  </a:lnTo>
                  <a:lnTo>
                    <a:pt x="6404979" y="76195"/>
                  </a:lnTo>
                  <a:lnTo>
                    <a:pt x="6348300" y="84215"/>
                  </a:lnTo>
                  <a:lnTo>
                    <a:pt x="6291320" y="92369"/>
                  </a:lnTo>
                  <a:lnTo>
                    <a:pt x="6234313" y="100535"/>
                  </a:lnTo>
                  <a:lnTo>
                    <a:pt x="6177554" y="108591"/>
                  </a:lnTo>
                  <a:lnTo>
                    <a:pt x="6121287" y="116421"/>
                  </a:lnTo>
                  <a:lnTo>
                    <a:pt x="6065684" y="123922"/>
                  </a:lnTo>
                  <a:lnTo>
                    <a:pt x="6010824" y="131012"/>
                  </a:lnTo>
                  <a:lnTo>
                    <a:pt x="5956659" y="137629"/>
                  </a:lnTo>
                  <a:lnTo>
                    <a:pt x="5903000" y="143733"/>
                  </a:lnTo>
                  <a:lnTo>
                    <a:pt x="5849494" y="149309"/>
                  </a:lnTo>
                  <a:lnTo>
                    <a:pt x="5795599" y="154359"/>
                  </a:lnTo>
                  <a:lnTo>
                    <a:pt x="5784835" y="155297"/>
                  </a:lnTo>
                  <a:lnTo>
                    <a:pt x="5735109" y="159315"/>
                  </a:lnTo>
                  <a:lnTo>
                    <a:pt x="5683660" y="162923"/>
                  </a:lnTo>
                  <a:lnTo>
                    <a:pt x="5629660" y="166143"/>
                  </a:lnTo>
                  <a:lnTo>
                    <a:pt x="5572186" y="169011"/>
                  </a:lnTo>
                  <a:lnTo>
                    <a:pt x="5510299" y="171569"/>
                  </a:lnTo>
                  <a:lnTo>
                    <a:pt x="5443130" y="173855"/>
                  </a:lnTo>
                  <a:lnTo>
                    <a:pt x="5369983" y="175902"/>
                  </a:lnTo>
                  <a:lnTo>
                    <a:pt x="5290483" y="177739"/>
                  </a:lnTo>
                  <a:lnTo>
                    <a:pt x="5204755" y="179385"/>
                  </a:lnTo>
                  <a:lnTo>
                    <a:pt x="5113652" y="180851"/>
                  </a:lnTo>
                  <a:lnTo>
                    <a:pt x="5018957" y="182142"/>
                  </a:lnTo>
                  <a:lnTo>
                    <a:pt x="4923518" y="183257"/>
                  </a:lnTo>
                  <a:lnTo>
                    <a:pt x="4831172" y="184190"/>
                  </a:lnTo>
                  <a:lnTo>
                    <a:pt x="4746380" y="184940"/>
                  </a:lnTo>
                  <a:lnTo>
                    <a:pt x="4673532" y="185508"/>
                  </a:lnTo>
                  <a:lnTo>
                    <a:pt x="4616060" y="185907"/>
                  </a:lnTo>
                  <a:lnTo>
                    <a:pt x="4575604" y="186158"/>
                  </a:lnTo>
                  <a:lnTo>
                    <a:pt x="4551521" y="186292"/>
                  </a:lnTo>
                  <a:lnTo>
                    <a:pt x="4540840" y="186346"/>
                  </a:lnTo>
                  <a:lnTo>
                    <a:pt x="4538558" y="186356"/>
                  </a:lnTo>
                  <a:lnTo>
                    <a:pt x="4538543" y="186356"/>
                  </a:lnTo>
                  <a:lnTo>
                    <a:pt x="4016409" y="186356"/>
                  </a:lnTo>
                  <a:lnTo>
                    <a:pt x="4015248" y="186431"/>
                  </a:lnTo>
                  <a:lnTo>
                    <a:pt x="4007640" y="186969"/>
                  </a:lnTo>
                  <a:lnTo>
                    <a:pt x="3988563" y="188455"/>
                  </a:lnTo>
                  <a:lnTo>
                    <a:pt x="3954713" y="191377"/>
                  </a:lnTo>
                  <a:lnTo>
                    <a:pt x="3904790" y="196171"/>
                  </a:lnTo>
                  <a:lnTo>
                    <a:pt x="3839575" y="203175"/>
                  </a:lnTo>
                  <a:lnTo>
                    <a:pt x="3761653" y="212595"/>
                  </a:lnTo>
                  <a:lnTo>
                    <a:pt x="3674775" y="224511"/>
                  </a:lnTo>
                  <a:lnTo>
                    <a:pt x="3583086" y="238907"/>
                  </a:lnTo>
                  <a:lnTo>
                    <a:pt x="3490426" y="255726"/>
                  </a:lnTo>
                  <a:lnTo>
                    <a:pt x="3399879" y="274927"/>
                  </a:lnTo>
                  <a:lnTo>
                    <a:pt x="3313591" y="296522"/>
                  </a:lnTo>
                  <a:lnTo>
                    <a:pt x="3232799" y="320607"/>
                  </a:lnTo>
                  <a:lnTo>
                    <a:pt x="3157987" y="347380"/>
                  </a:lnTo>
                  <a:lnTo>
                    <a:pt x="3089076" y="377135"/>
                  </a:lnTo>
                  <a:lnTo>
                    <a:pt x="3025602" y="410262"/>
                  </a:lnTo>
                  <a:lnTo>
                    <a:pt x="2966869" y="447235"/>
                  </a:lnTo>
                  <a:lnTo>
                    <a:pt x="2912055" y="488579"/>
                  </a:lnTo>
                  <a:lnTo>
                    <a:pt x="2860298" y="534824"/>
                  </a:lnTo>
                  <a:lnTo>
                    <a:pt x="2810768" y="586423"/>
                  </a:lnTo>
                  <a:lnTo>
                    <a:pt x="2770117" y="634365"/>
                  </a:lnTo>
                  <a:lnTo>
                    <a:pt x="2732129" y="683634"/>
                  </a:lnTo>
                  <a:lnTo>
                    <a:pt x="2694498" y="736575"/>
                  </a:lnTo>
                  <a:lnTo>
                    <a:pt x="2656991" y="793262"/>
                  </a:lnTo>
                  <a:lnTo>
                    <a:pt x="2619425" y="853708"/>
                  </a:lnTo>
                  <a:lnTo>
                    <a:pt x="2581666" y="917857"/>
                  </a:lnTo>
                  <a:lnTo>
                    <a:pt x="2543618" y="985577"/>
                  </a:lnTo>
                  <a:lnTo>
                    <a:pt x="2505224" y="1056657"/>
                  </a:lnTo>
                  <a:lnTo>
                    <a:pt x="2466463" y="1130807"/>
                  </a:lnTo>
                  <a:lnTo>
                    <a:pt x="2427343" y="1207658"/>
                  </a:lnTo>
                  <a:lnTo>
                    <a:pt x="2387902" y="1286767"/>
                  </a:lnTo>
                  <a:lnTo>
                    <a:pt x="2348198" y="1367627"/>
                  </a:lnTo>
                  <a:lnTo>
                    <a:pt x="2308311" y="1449680"/>
                  </a:lnTo>
                  <a:lnTo>
                    <a:pt x="2268330" y="1532331"/>
                  </a:lnTo>
                  <a:lnTo>
                    <a:pt x="2228350" y="1614967"/>
                  </a:lnTo>
                  <a:lnTo>
                    <a:pt x="2188470" y="1696977"/>
                  </a:lnTo>
                  <a:lnTo>
                    <a:pt x="2148777" y="1777767"/>
                  </a:lnTo>
                  <a:lnTo>
                    <a:pt x="2109350" y="1856780"/>
                  </a:lnTo>
                  <a:lnTo>
                    <a:pt x="2070246" y="1933513"/>
                  </a:lnTo>
                  <a:lnTo>
                    <a:pt x="2031502" y="2007526"/>
                  </a:lnTo>
                  <a:lnTo>
                    <a:pt x="1993126" y="2078454"/>
                  </a:lnTo>
                  <a:lnTo>
                    <a:pt x="1955093" y="2146010"/>
                  </a:lnTo>
                  <a:lnTo>
                    <a:pt x="1917345" y="2209987"/>
                  </a:lnTo>
                  <a:lnTo>
                    <a:pt x="1879786" y="2270257"/>
                  </a:lnTo>
                  <a:lnTo>
                    <a:pt x="1842277" y="2326767"/>
                  </a:lnTo>
                  <a:lnTo>
                    <a:pt x="1804635" y="2379533"/>
                  </a:lnTo>
                  <a:lnTo>
                    <a:pt x="1768425" y="2426401"/>
                  </a:lnTo>
                  <a:lnTo>
                    <a:pt x="1720201" y="2482716"/>
                  </a:lnTo>
                  <a:lnTo>
                    <a:pt x="1670376" y="2533461"/>
                  </a:lnTo>
                  <a:lnTo>
                    <a:pt x="1618201" y="2578913"/>
                  </a:lnTo>
                  <a:lnTo>
                    <a:pt x="1562835" y="2619543"/>
                  </a:lnTo>
                  <a:lnTo>
                    <a:pt x="1503418" y="2655885"/>
                  </a:lnTo>
                  <a:lnTo>
                    <a:pt x="1439141" y="2688460"/>
                  </a:lnTo>
                  <a:lnTo>
                    <a:pt x="1369336" y="2717728"/>
                  </a:lnTo>
                  <a:lnTo>
                    <a:pt x="1293590" y="2744067"/>
                  </a:lnTo>
                  <a:lnTo>
                    <a:pt x="1211896" y="2767756"/>
                  </a:lnTo>
                  <a:lnTo>
                    <a:pt x="1124844" y="2788975"/>
                  </a:lnTo>
                  <a:lnTo>
                    <a:pt x="1033804" y="2807807"/>
                  </a:lnTo>
                  <a:lnTo>
                    <a:pt x="941070" y="2824254"/>
                  </a:lnTo>
                  <a:lnTo>
                    <a:pt x="849862" y="2838268"/>
                  </a:lnTo>
                  <a:lnTo>
                    <a:pt x="764104" y="2849796"/>
                  </a:lnTo>
                  <a:lnTo>
                    <a:pt x="687928" y="2858833"/>
                  </a:lnTo>
                  <a:lnTo>
                    <a:pt x="624957" y="2865477"/>
                  </a:lnTo>
                  <a:lnTo>
                    <a:pt x="577529" y="2869955"/>
                  </a:lnTo>
                  <a:lnTo>
                    <a:pt x="546111" y="2872623"/>
                  </a:lnTo>
                  <a:lnTo>
                    <a:pt x="529077" y="2873930"/>
                  </a:lnTo>
                  <a:lnTo>
                    <a:pt x="522839" y="2874364"/>
                  </a:lnTo>
                  <a:lnTo>
                    <a:pt x="522133" y="2874410"/>
                  </a:lnTo>
                  <a:lnTo>
                    <a:pt x="0" y="2874410"/>
                  </a:lnTo>
                  <a:lnTo>
                    <a:pt x="0" y="287441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003" name="pg2003"/>
            <p:cNvSpPr/>
            <p:nvPr/>
          </p:nvSpPr>
          <p:spPr>
            <a:xfrm>
              <a:off x="386606" y="4353608"/>
              <a:ext cx="8554953" cy="1643326"/>
            </a:xfrm>
            <a:custGeom>
              <a:avLst/>
              <a:pathLst>
                <a:path w="8554953" h="1643326">
                  <a:moveTo>
                    <a:pt x="0" y="1643326"/>
                  </a:moveTo>
                  <a:lnTo>
                    <a:pt x="522133" y="1643326"/>
                  </a:lnTo>
                  <a:lnTo>
                    <a:pt x="523360" y="1643278"/>
                  </a:lnTo>
                  <a:lnTo>
                    <a:pt x="531387" y="1642931"/>
                  </a:lnTo>
                  <a:lnTo>
                    <a:pt x="551477" y="1641973"/>
                  </a:lnTo>
                  <a:lnTo>
                    <a:pt x="587029" y="1640090"/>
                  </a:lnTo>
                  <a:lnTo>
                    <a:pt x="639273" y="1637005"/>
                  </a:lnTo>
                  <a:lnTo>
                    <a:pt x="707203" y="1632506"/>
                  </a:lnTo>
                  <a:lnTo>
                    <a:pt x="787926" y="1626470"/>
                  </a:lnTo>
                  <a:lnTo>
                    <a:pt x="877383" y="1618854"/>
                  </a:lnTo>
                  <a:lnTo>
                    <a:pt x="971200" y="1609675"/>
                  </a:lnTo>
                  <a:lnTo>
                    <a:pt x="1065419" y="1598969"/>
                  </a:lnTo>
                  <a:lnTo>
                    <a:pt x="1156953" y="1586759"/>
                  </a:lnTo>
                  <a:lnTo>
                    <a:pt x="1243731" y="1573026"/>
                  </a:lnTo>
                  <a:lnTo>
                    <a:pt x="1324629" y="1557696"/>
                  </a:lnTo>
                  <a:lnTo>
                    <a:pt x="1399296" y="1540626"/>
                  </a:lnTo>
                  <a:lnTo>
                    <a:pt x="1467933" y="1521610"/>
                  </a:lnTo>
                  <a:lnTo>
                    <a:pt x="1531113" y="1500382"/>
                  </a:lnTo>
                  <a:lnTo>
                    <a:pt x="1589619" y="1476624"/>
                  </a:lnTo>
                  <a:lnTo>
                    <a:pt x="1644344" y="1449992"/>
                  </a:lnTo>
                  <a:lnTo>
                    <a:pt x="1696194" y="1420154"/>
                  </a:lnTo>
                  <a:lnTo>
                    <a:pt x="1746019" y="1386857"/>
                  </a:lnTo>
                  <a:lnTo>
                    <a:pt x="1768425" y="1370380"/>
                  </a:lnTo>
                  <a:lnTo>
                    <a:pt x="1813097" y="1334815"/>
                  </a:lnTo>
                  <a:lnTo>
                    <a:pt x="1857334" y="1296138"/>
                  </a:lnTo>
                  <a:lnTo>
                    <a:pt x="1901494" y="1254290"/>
                  </a:lnTo>
                  <a:lnTo>
                    <a:pt x="1945840" y="1209288"/>
                  </a:lnTo>
                  <a:lnTo>
                    <a:pt x="1990552" y="1161235"/>
                  </a:lnTo>
                  <a:lnTo>
                    <a:pt x="2035735" y="1110324"/>
                  </a:lnTo>
                  <a:lnTo>
                    <a:pt x="2081427" y="1056840"/>
                  </a:lnTo>
                  <a:lnTo>
                    <a:pt x="2127604" y="1001164"/>
                  </a:lnTo>
                  <a:lnTo>
                    <a:pt x="2174196" y="943755"/>
                  </a:lnTo>
                  <a:lnTo>
                    <a:pt x="2221088" y="885144"/>
                  </a:lnTo>
                  <a:lnTo>
                    <a:pt x="2268140" y="825912"/>
                  </a:lnTo>
                  <a:lnTo>
                    <a:pt x="2315196" y="766666"/>
                  </a:lnTo>
                  <a:lnTo>
                    <a:pt x="2362099" y="708012"/>
                  </a:lnTo>
                  <a:lnTo>
                    <a:pt x="2408708" y="650532"/>
                  </a:lnTo>
                  <a:lnTo>
                    <a:pt x="2454907" y="594761"/>
                  </a:lnTo>
                  <a:lnTo>
                    <a:pt x="2500623" y="541163"/>
                  </a:lnTo>
                  <a:lnTo>
                    <a:pt x="2545830" y="490121"/>
                  </a:lnTo>
                  <a:lnTo>
                    <a:pt x="2590563" y="441925"/>
                  </a:lnTo>
                  <a:lnTo>
                    <a:pt x="2634923" y="396774"/>
                  </a:lnTo>
                  <a:lnTo>
                    <a:pt x="2679087" y="354773"/>
                  </a:lnTo>
                  <a:lnTo>
                    <a:pt x="2723313" y="315944"/>
                  </a:lnTo>
                  <a:lnTo>
                    <a:pt x="2767954" y="280233"/>
                  </a:lnTo>
                  <a:lnTo>
                    <a:pt x="2770117" y="278593"/>
                  </a:lnTo>
                  <a:lnTo>
                    <a:pt x="2819264" y="243670"/>
                  </a:lnTo>
                  <a:lnTo>
                    <a:pt x="2870085" y="212267"/>
                  </a:lnTo>
                  <a:lnTo>
                    <a:pt x="2923378" y="184201"/>
                  </a:lnTo>
                  <a:lnTo>
                    <a:pt x="2980035" y="159167"/>
                  </a:lnTo>
                  <a:lnTo>
                    <a:pt x="3040962" y="136818"/>
                  </a:lnTo>
                  <a:lnTo>
                    <a:pt x="3107006" y="116823"/>
                  </a:lnTo>
                  <a:lnTo>
                    <a:pt x="3178853" y="98889"/>
                  </a:lnTo>
                  <a:lnTo>
                    <a:pt x="3256895" y="82781"/>
                  </a:lnTo>
                  <a:lnTo>
                    <a:pt x="3341060" y="68328"/>
                  </a:lnTo>
                  <a:lnTo>
                    <a:pt x="3430607" y="55424"/>
                  </a:lnTo>
                  <a:lnTo>
                    <a:pt x="3523916" y="44027"/>
                  </a:lnTo>
                  <a:lnTo>
                    <a:pt x="3618363" y="34142"/>
                  </a:lnTo>
                  <a:lnTo>
                    <a:pt x="3710354" y="25804"/>
                  </a:lnTo>
                  <a:lnTo>
                    <a:pt x="3795630" y="19044"/>
                  </a:lnTo>
                  <a:lnTo>
                    <a:pt x="3869884" y="13849"/>
                  </a:lnTo>
                  <a:lnTo>
                    <a:pt x="3929584" y="10136"/>
                  </a:lnTo>
                  <a:lnTo>
                    <a:pt x="3972786" y="7732"/>
                  </a:lnTo>
                  <a:lnTo>
                    <a:pt x="3999680" y="6387"/>
                  </a:lnTo>
                  <a:lnTo>
                    <a:pt x="4012698" y="5799"/>
                  </a:lnTo>
                  <a:lnTo>
                    <a:pt x="4016409" y="5647"/>
                  </a:lnTo>
                  <a:lnTo>
                    <a:pt x="4538543" y="5647"/>
                  </a:lnTo>
                  <a:lnTo>
                    <a:pt x="4539810" y="5659"/>
                  </a:lnTo>
                  <a:lnTo>
                    <a:pt x="4548093" y="5750"/>
                  </a:lnTo>
                  <a:lnTo>
                    <a:pt x="4568802" y="5999"/>
                  </a:lnTo>
                  <a:lnTo>
                    <a:pt x="4605389" y="6489"/>
                  </a:lnTo>
                  <a:lnTo>
                    <a:pt x="4659035" y="7291"/>
                  </a:lnTo>
                  <a:lnTo>
                    <a:pt x="4728593" y="8459"/>
                  </a:lnTo>
                  <a:lnTo>
                    <a:pt x="4810979" y="10023"/>
                  </a:lnTo>
                  <a:lnTo>
                    <a:pt x="4901946" y="11995"/>
                  </a:lnTo>
                  <a:lnTo>
                    <a:pt x="4996989" y="14368"/>
                  </a:lnTo>
                  <a:lnTo>
                    <a:pt x="5092089" y="17132"/>
                  </a:lnTo>
                  <a:lnTo>
                    <a:pt x="5184160" y="20284"/>
                  </a:lnTo>
                  <a:lnTo>
                    <a:pt x="5271184" y="23829"/>
                  </a:lnTo>
                  <a:lnTo>
                    <a:pt x="5352112" y="27789"/>
                  </a:lnTo>
                  <a:lnTo>
                    <a:pt x="5426671" y="32203"/>
                  </a:lnTo>
                  <a:lnTo>
                    <a:pt x="5495138" y="37128"/>
                  </a:lnTo>
                  <a:lnTo>
                    <a:pt x="5558147" y="42635"/>
                  </a:lnTo>
                  <a:lnTo>
                    <a:pt x="5616536" y="48807"/>
                  </a:lnTo>
                  <a:lnTo>
                    <a:pt x="5671233" y="55736"/>
                  </a:lnTo>
                  <a:lnTo>
                    <a:pt x="5723171" y="63505"/>
                  </a:lnTo>
                  <a:lnTo>
                    <a:pt x="5773207" y="72172"/>
                  </a:lnTo>
                  <a:lnTo>
                    <a:pt x="5784835" y="74354"/>
                  </a:lnTo>
                  <a:lnTo>
                    <a:pt x="5838125" y="85136"/>
                  </a:lnTo>
                  <a:lnTo>
                    <a:pt x="5890901" y="97042"/>
                  </a:lnTo>
                  <a:lnTo>
                    <a:pt x="5943724" y="110086"/>
                  </a:lnTo>
                  <a:lnTo>
                    <a:pt x="5996971" y="124244"/>
                  </a:lnTo>
                  <a:lnTo>
                    <a:pt x="6050861" y="139445"/>
                  </a:lnTo>
                  <a:lnTo>
                    <a:pt x="6105473" y="155572"/>
                  </a:lnTo>
                  <a:lnTo>
                    <a:pt x="6160765" y="172460"/>
                  </a:lnTo>
                  <a:lnTo>
                    <a:pt x="6216592" y="189902"/>
                  </a:lnTo>
                  <a:lnTo>
                    <a:pt x="6272739" y="207663"/>
                  </a:lnTo>
                  <a:lnTo>
                    <a:pt x="6328948" y="225483"/>
                  </a:lnTo>
                  <a:lnTo>
                    <a:pt x="6384953" y="243103"/>
                  </a:lnTo>
                  <a:lnTo>
                    <a:pt x="6440513" y="260274"/>
                  </a:lnTo>
                  <a:lnTo>
                    <a:pt x="6495450" y="276774"/>
                  </a:lnTo>
                  <a:lnTo>
                    <a:pt x="6549671" y="292419"/>
                  </a:lnTo>
                  <a:lnTo>
                    <a:pt x="6603196" y="307069"/>
                  </a:lnTo>
                  <a:lnTo>
                    <a:pt x="6656177" y="320631"/>
                  </a:lnTo>
                  <a:lnTo>
                    <a:pt x="6708916" y="333061"/>
                  </a:lnTo>
                  <a:lnTo>
                    <a:pt x="6761887" y="344356"/>
                  </a:lnTo>
                  <a:lnTo>
                    <a:pt x="6786527" y="349183"/>
                  </a:lnTo>
                  <a:lnTo>
                    <a:pt x="6836223" y="358066"/>
                  </a:lnTo>
                  <a:lnTo>
                    <a:pt x="6887639" y="366043"/>
                  </a:lnTo>
                  <a:lnTo>
                    <a:pt x="6941601" y="373164"/>
                  </a:lnTo>
                  <a:lnTo>
                    <a:pt x="6999032" y="379507"/>
                  </a:lnTo>
                  <a:lnTo>
                    <a:pt x="7060869" y="385163"/>
                  </a:lnTo>
                  <a:lnTo>
                    <a:pt x="7127979" y="390218"/>
                  </a:lnTo>
                  <a:lnTo>
                    <a:pt x="7201057" y="394747"/>
                  </a:lnTo>
                  <a:lnTo>
                    <a:pt x="7280480" y="398810"/>
                  </a:lnTo>
                  <a:lnTo>
                    <a:pt x="7366125" y="402451"/>
                  </a:lnTo>
                  <a:lnTo>
                    <a:pt x="7457148" y="405694"/>
                  </a:lnTo>
                  <a:lnTo>
                    <a:pt x="7551771" y="408551"/>
                  </a:lnTo>
                  <a:lnTo>
                    <a:pt x="7647159" y="411017"/>
                  </a:lnTo>
                  <a:lnTo>
                    <a:pt x="7739489" y="413084"/>
                  </a:lnTo>
                  <a:lnTo>
                    <a:pt x="7824311" y="414745"/>
                  </a:lnTo>
                  <a:lnTo>
                    <a:pt x="7897236" y="416005"/>
                  </a:lnTo>
                  <a:lnTo>
                    <a:pt x="7954828" y="416889"/>
                  </a:lnTo>
                  <a:lnTo>
                    <a:pt x="7995429" y="417447"/>
                  </a:lnTo>
                  <a:lnTo>
                    <a:pt x="8019659" y="417746"/>
                  </a:lnTo>
                  <a:lnTo>
                    <a:pt x="8030458" y="417866"/>
                  </a:lnTo>
                  <a:lnTo>
                    <a:pt x="8032819" y="417890"/>
                  </a:lnTo>
                  <a:lnTo>
                    <a:pt x="8554953" y="417890"/>
                  </a:lnTo>
                  <a:lnTo>
                    <a:pt x="8554953" y="412243"/>
                  </a:lnTo>
                  <a:lnTo>
                    <a:pt x="8032819" y="412243"/>
                  </a:lnTo>
                  <a:lnTo>
                    <a:pt x="8031552" y="412230"/>
                  </a:lnTo>
                  <a:lnTo>
                    <a:pt x="8023269" y="412140"/>
                  </a:lnTo>
                  <a:lnTo>
                    <a:pt x="8002560" y="411891"/>
                  </a:lnTo>
                  <a:lnTo>
                    <a:pt x="7965973" y="411401"/>
                  </a:lnTo>
                  <a:lnTo>
                    <a:pt x="7912327" y="410599"/>
                  </a:lnTo>
                  <a:lnTo>
                    <a:pt x="7842769" y="409431"/>
                  </a:lnTo>
                  <a:lnTo>
                    <a:pt x="7760383" y="407866"/>
                  </a:lnTo>
                  <a:lnTo>
                    <a:pt x="7669415" y="405895"/>
                  </a:lnTo>
                  <a:lnTo>
                    <a:pt x="7574373" y="403522"/>
                  </a:lnTo>
                  <a:lnTo>
                    <a:pt x="7479273" y="400757"/>
                  </a:lnTo>
                  <a:lnTo>
                    <a:pt x="7387202" y="397605"/>
                  </a:lnTo>
                  <a:lnTo>
                    <a:pt x="7300178" y="394060"/>
                  </a:lnTo>
                  <a:lnTo>
                    <a:pt x="7219250" y="390100"/>
                  </a:lnTo>
                  <a:lnTo>
                    <a:pt x="7144691" y="385686"/>
                  </a:lnTo>
                  <a:lnTo>
                    <a:pt x="7076224" y="380762"/>
                  </a:lnTo>
                  <a:lnTo>
                    <a:pt x="7013215" y="375255"/>
                  </a:lnTo>
                  <a:lnTo>
                    <a:pt x="6954826" y="369082"/>
                  </a:lnTo>
                  <a:lnTo>
                    <a:pt x="6900129" y="362154"/>
                  </a:lnTo>
                  <a:lnTo>
                    <a:pt x="6848191" y="354385"/>
                  </a:lnTo>
                  <a:lnTo>
                    <a:pt x="6798155" y="345717"/>
                  </a:lnTo>
                  <a:lnTo>
                    <a:pt x="6786527" y="343536"/>
                  </a:lnTo>
                  <a:lnTo>
                    <a:pt x="6733236" y="332753"/>
                  </a:lnTo>
                  <a:lnTo>
                    <a:pt x="6680461" y="320848"/>
                  </a:lnTo>
                  <a:lnTo>
                    <a:pt x="6627638" y="307804"/>
                  </a:lnTo>
                  <a:lnTo>
                    <a:pt x="6574391" y="293646"/>
                  </a:lnTo>
                  <a:lnTo>
                    <a:pt x="6520501" y="278445"/>
                  </a:lnTo>
                  <a:lnTo>
                    <a:pt x="6465888" y="262318"/>
                  </a:lnTo>
                  <a:lnTo>
                    <a:pt x="6410597" y="245430"/>
                  </a:lnTo>
                  <a:lnTo>
                    <a:pt x="6354770" y="227987"/>
                  </a:lnTo>
                  <a:lnTo>
                    <a:pt x="6298623" y="210227"/>
                  </a:lnTo>
                  <a:lnTo>
                    <a:pt x="6242414" y="192407"/>
                  </a:lnTo>
                  <a:lnTo>
                    <a:pt x="6186409" y="174787"/>
                  </a:lnTo>
                  <a:lnTo>
                    <a:pt x="6130849" y="157616"/>
                  </a:lnTo>
                  <a:lnTo>
                    <a:pt x="6075912" y="141115"/>
                  </a:lnTo>
                  <a:lnTo>
                    <a:pt x="6021691" y="125471"/>
                  </a:lnTo>
                  <a:lnTo>
                    <a:pt x="5968166" y="110821"/>
                  </a:lnTo>
                  <a:lnTo>
                    <a:pt x="5915185" y="97258"/>
                  </a:lnTo>
                  <a:lnTo>
                    <a:pt x="5862446" y="84829"/>
                  </a:lnTo>
                  <a:lnTo>
                    <a:pt x="5809475" y="73533"/>
                  </a:lnTo>
                  <a:lnTo>
                    <a:pt x="5784835" y="68707"/>
                  </a:lnTo>
                  <a:lnTo>
                    <a:pt x="5735139" y="59824"/>
                  </a:lnTo>
                  <a:lnTo>
                    <a:pt x="5683723" y="51846"/>
                  </a:lnTo>
                  <a:lnTo>
                    <a:pt x="5629761" y="44726"/>
                  </a:lnTo>
                  <a:lnTo>
                    <a:pt x="5572330" y="38383"/>
                  </a:lnTo>
                  <a:lnTo>
                    <a:pt x="5510493" y="32727"/>
                  </a:lnTo>
                  <a:lnTo>
                    <a:pt x="5443383" y="27672"/>
                  </a:lnTo>
                  <a:lnTo>
                    <a:pt x="5370305" y="23143"/>
                  </a:lnTo>
                  <a:lnTo>
                    <a:pt x="5290882" y="19079"/>
                  </a:lnTo>
                  <a:lnTo>
                    <a:pt x="5205237" y="15439"/>
                  </a:lnTo>
                  <a:lnTo>
                    <a:pt x="5114214" y="12195"/>
                  </a:lnTo>
                  <a:lnTo>
                    <a:pt x="5019591" y="9339"/>
                  </a:lnTo>
                  <a:lnTo>
                    <a:pt x="4924203" y="6872"/>
                  </a:lnTo>
                  <a:lnTo>
                    <a:pt x="4831873" y="4806"/>
                  </a:lnTo>
                  <a:lnTo>
                    <a:pt x="4747051" y="3145"/>
                  </a:lnTo>
                  <a:lnTo>
                    <a:pt x="4674126" y="1885"/>
                  </a:lnTo>
                  <a:lnTo>
                    <a:pt x="4616534" y="1001"/>
                  </a:lnTo>
                  <a:lnTo>
                    <a:pt x="4575933" y="443"/>
                  </a:lnTo>
                  <a:lnTo>
                    <a:pt x="4551703" y="144"/>
                  </a:lnTo>
                  <a:lnTo>
                    <a:pt x="4540904" y="23"/>
                  </a:lnTo>
                  <a:lnTo>
                    <a:pt x="4538543" y="0"/>
                  </a:lnTo>
                  <a:lnTo>
                    <a:pt x="4016409" y="0"/>
                  </a:lnTo>
                  <a:lnTo>
                    <a:pt x="4015182" y="48"/>
                  </a:lnTo>
                  <a:lnTo>
                    <a:pt x="4007156" y="395"/>
                  </a:lnTo>
                  <a:lnTo>
                    <a:pt x="3987065" y="1353"/>
                  </a:lnTo>
                  <a:lnTo>
                    <a:pt x="3951513" y="3236"/>
                  </a:lnTo>
                  <a:lnTo>
                    <a:pt x="3899269" y="6321"/>
                  </a:lnTo>
                  <a:lnTo>
                    <a:pt x="3831339" y="10820"/>
                  </a:lnTo>
                  <a:lnTo>
                    <a:pt x="3750616" y="16856"/>
                  </a:lnTo>
                  <a:lnTo>
                    <a:pt x="3661159" y="24471"/>
                  </a:lnTo>
                  <a:lnTo>
                    <a:pt x="3567343" y="33651"/>
                  </a:lnTo>
                  <a:lnTo>
                    <a:pt x="3473123" y="44357"/>
                  </a:lnTo>
                  <a:lnTo>
                    <a:pt x="3381589" y="56567"/>
                  </a:lnTo>
                  <a:lnTo>
                    <a:pt x="3294812" y="70299"/>
                  </a:lnTo>
                  <a:lnTo>
                    <a:pt x="3213913" y="85630"/>
                  </a:lnTo>
                  <a:lnTo>
                    <a:pt x="3139247" y="102700"/>
                  </a:lnTo>
                  <a:lnTo>
                    <a:pt x="3070609" y="121715"/>
                  </a:lnTo>
                  <a:lnTo>
                    <a:pt x="3007430" y="142944"/>
                  </a:lnTo>
                  <a:lnTo>
                    <a:pt x="2948923" y="166702"/>
                  </a:lnTo>
                  <a:lnTo>
                    <a:pt x="2894198" y="193334"/>
                  </a:lnTo>
                  <a:lnTo>
                    <a:pt x="2842348" y="223171"/>
                  </a:lnTo>
                  <a:lnTo>
                    <a:pt x="2792523" y="256468"/>
                  </a:lnTo>
                  <a:lnTo>
                    <a:pt x="2770117" y="272946"/>
                  </a:lnTo>
                  <a:lnTo>
                    <a:pt x="2725445" y="308510"/>
                  </a:lnTo>
                  <a:lnTo>
                    <a:pt x="2681208" y="347188"/>
                  </a:lnTo>
                  <a:lnTo>
                    <a:pt x="2637048" y="389036"/>
                  </a:lnTo>
                  <a:lnTo>
                    <a:pt x="2592702" y="434037"/>
                  </a:lnTo>
                  <a:lnTo>
                    <a:pt x="2547990" y="482091"/>
                  </a:lnTo>
                  <a:lnTo>
                    <a:pt x="2502807" y="533002"/>
                  </a:lnTo>
                  <a:lnTo>
                    <a:pt x="2457116" y="586485"/>
                  </a:lnTo>
                  <a:lnTo>
                    <a:pt x="2410938" y="642162"/>
                  </a:lnTo>
                  <a:lnTo>
                    <a:pt x="2364346" y="699571"/>
                  </a:lnTo>
                  <a:lnTo>
                    <a:pt x="2317454" y="758182"/>
                  </a:lnTo>
                  <a:lnTo>
                    <a:pt x="2270402" y="817414"/>
                  </a:lnTo>
                  <a:lnTo>
                    <a:pt x="2223347" y="876660"/>
                  </a:lnTo>
                  <a:lnTo>
                    <a:pt x="2176443" y="935314"/>
                  </a:lnTo>
                  <a:lnTo>
                    <a:pt x="2129835" y="992794"/>
                  </a:lnTo>
                  <a:lnTo>
                    <a:pt x="2083635" y="1048565"/>
                  </a:lnTo>
                  <a:lnTo>
                    <a:pt x="2037919" y="1102163"/>
                  </a:lnTo>
                  <a:lnTo>
                    <a:pt x="1992712" y="1153205"/>
                  </a:lnTo>
                  <a:lnTo>
                    <a:pt x="1947979" y="1201401"/>
                  </a:lnTo>
                  <a:lnTo>
                    <a:pt x="1903619" y="1246552"/>
                  </a:lnTo>
                  <a:lnTo>
                    <a:pt x="1859455" y="1288553"/>
                  </a:lnTo>
                  <a:lnTo>
                    <a:pt x="1815229" y="1327382"/>
                  </a:lnTo>
                  <a:lnTo>
                    <a:pt x="1770588" y="1363093"/>
                  </a:lnTo>
                  <a:lnTo>
                    <a:pt x="1768425" y="1364733"/>
                  </a:lnTo>
                  <a:lnTo>
                    <a:pt x="1719279" y="1399656"/>
                  </a:lnTo>
                  <a:lnTo>
                    <a:pt x="1668458" y="1431059"/>
                  </a:lnTo>
                  <a:lnTo>
                    <a:pt x="1615164" y="1459125"/>
                  </a:lnTo>
                  <a:lnTo>
                    <a:pt x="1558508" y="1484159"/>
                  </a:lnTo>
                  <a:lnTo>
                    <a:pt x="1497580" y="1506508"/>
                  </a:lnTo>
                  <a:lnTo>
                    <a:pt x="1431536" y="1526503"/>
                  </a:lnTo>
                  <a:lnTo>
                    <a:pt x="1359689" y="1544437"/>
                  </a:lnTo>
                  <a:lnTo>
                    <a:pt x="1281647" y="1560545"/>
                  </a:lnTo>
                  <a:lnTo>
                    <a:pt x="1197482" y="1574998"/>
                  </a:lnTo>
                  <a:lnTo>
                    <a:pt x="1107936" y="1587901"/>
                  </a:lnTo>
                  <a:lnTo>
                    <a:pt x="1014627" y="1599299"/>
                  </a:lnTo>
                  <a:lnTo>
                    <a:pt x="920179" y="1609184"/>
                  </a:lnTo>
                  <a:lnTo>
                    <a:pt x="828188" y="1617522"/>
                  </a:lnTo>
                  <a:lnTo>
                    <a:pt x="742912" y="1624282"/>
                  </a:lnTo>
                  <a:lnTo>
                    <a:pt x="668658" y="1629477"/>
                  </a:lnTo>
                  <a:lnTo>
                    <a:pt x="608959" y="1633190"/>
                  </a:lnTo>
                  <a:lnTo>
                    <a:pt x="565756" y="1635594"/>
                  </a:lnTo>
                  <a:lnTo>
                    <a:pt x="538862" y="1636939"/>
                  </a:lnTo>
                  <a:lnTo>
                    <a:pt x="525844" y="1637527"/>
                  </a:lnTo>
                  <a:lnTo>
                    <a:pt x="522133" y="1637679"/>
                  </a:lnTo>
                  <a:lnTo>
                    <a:pt x="0" y="1637679"/>
                  </a:lnTo>
                  <a:close/>
                </a:path>
              </a:pathLst>
            </a:custGeom>
            <a:solidFill>
              <a:srgbClr val="A1D492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2004" name="pl2004"/>
            <p:cNvSpPr/>
            <p:nvPr/>
          </p:nvSpPr>
          <p:spPr>
            <a:xfrm>
              <a:off x="386606" y="4359255"/>
              <a:ext cx="8554953" cy="1637679"/>
            </a:xfrm>
            <a:custGeom>
              <a:avLst/>
              <a:pathLst>
                <a:path w="8554953" h="1637679">
                  <a:moveTo>
                    <a:pt x="0" y="1637679"/>
                  </a:moveTo>
                  <a:lnTo>
                    <a:pt x="522133" y="1637679"/>
                  </a:lnTo>
                  <a:lnTo>
                    <a:pt x="523360" y="1637631"/>
                  </a:lnTo>
                  <a:lnTo>
                    <a:pt x="531387" y="1637284"/>
                  </a:lnTo>
                  <a:lnTo>
                    <a:pt x="551477" y="1636326"/>
                  </a:lnTo>
                  <a:lnTo>
                    <a:pt x="587029" y="1634443"/>
                  </a:lnTo>
                  <a:lnTo>
                    <a:pt x="639273" y="1631358"/>
                  </a:lnTo>
                  <a:lnTo>
                    <a:pt x="707203" y="1626859"/>
                  </a:lnTo>
                  <a:lnTo>
                    <a:pt x="787926" y="1620823"/>
                  </a:lnTo>
                  <a:lnTo>
                    <a:pt x="877383" y="1613207"/>
                  </a:lnTo>
                  <a:lnTo>
                    <a:pt x="971200" y="1604028"/>
                  </a:lnTo>
                  <a:lnTo>
                    <a:pt x="1065419" y="1593322"/>
                  </a:lnTo>
                  <a:lnTo>
                    <a:pt x="1156953" y="1581112"/>
                  </a:lnTo>
                  <a:lnTo>
                    <a:pt x="1243731" y="1567379"/>
                  </a:lnTo>
                  <a:lnTo>
                    <a:pt x="1324629" y="1552049"/>
                  </a:lnTo>
                  <a:lnTo>
                    <a:pt x="1399296" y="1534979"/>
                  </a:lnTo>
                  <a:lnTo>
                    <a:pt x="1467933" y="1515963"/>
                  </a:lnTo>
                  <a:lnTo>
                    <a:pt x="1531113" y="1494735"/>
                  </a:lnTo>
                  <a:lnTo>
                    <a:pt x="1589619" y="1470977"/>
                  </a:lnTo>
                  <a:lnTo>
                    <a:pt x="1644344" y="1444345"/>
                  </a:lnTo>
                  <a:lnTo>
                    <a:pt x="1696194" y="1414507"/>
                  </a:lnTo>
                  <a:lnTo>
                    <a:pt x="1746019" y="1381210"/>
                  </a:lnTo>
                  <a:lnTo>
                    <a:pt x="1768425" y="1364733"/>
                  </a:lnTo>
                  <a:lnTo>
                    <a:pt x="1813097" y="1329168"/>
                  </a:lnTo>
                  <a:lnTo>
                    <a:pt x="1857334" y="1290491"/>
                  </a:lnTo>
                  <a:lnTo>
                    <a:pt x="1901494" y="1248643"/>
                  </a:lnTo>
                  <a:lnTo>
                    <a:pt x="1945840" y="1203641"/>
                  </a:lnTo>
                  <a:lnTo>
                    <a:pt x="1990552" y="1155588"/>
                  </a:lnTo>
                  <a:lnTo>
                    <a:pt x="2035735" y="1104677"/>
                  </a:lnTo>
                  <a:lnTo>
                    <a:pt x="2081427" y="1051193"/>
                  </a:lnTo>
                  <a:lnTo>
                    <a:pt x="2127604" y="995517"/>
                  </a:lnTo>
                  <a:lnTo>
                    <a:pt x="2174196" y="938108"/>
                  </a:lnTo>
                  <a:lnTo>
                    <a:pt x="2221088" y="879497"/>
                  </a:lnTo>
                  <a:lnTo>
                    <a:pt x="2268140" y="820265"/>
                  </a:lnTo>
                  <a:lnTo>
                    <a:pt x="2315196" y="761018"/>
                  </a:lnTo>
                  <a:lnTo>
                    <a:pt x="2362099" y="702364"/>
                  </a:lnTo>
                  <a:lnTo>
                    <a:pt x="2408708" y="644885"/>
                  </a:lnTo>
                  <a:lnTo>
                    <a:pt x="2454907" y="589114"/>
                  </a:lnTo>
                  <a:lnTo>
                    <a:pt x="2500623" y="535516"/>
                  </a:lnTo>
                  <a:lnTo>
                    <a:pt x="2545830" y="484473"/>
                  </a:lnTo>
                  <a:lnTo>
                    <a:pt x="2590563" y="436278"/>
                  </a:lnTo>
                  <a:lnTo>
                    <a:pt x="2634923" y="391127"/>
                  </a:lnTo>
                  <a:lnTo>
                    <a:pt x="2679087" y="349126"/>
                  </a:lnTo>
                  <a:lnTo>
                    <a:pt x="2723313" y="310297"/>
                  </a:lnTo>
                  <a:lnTo>
                    <a:pt x="2767954" y="274585"/>
                  </a:lnTo>
                  <a:lnTo>
                    <a:pt x="2770117" y="272946"/>
                  </a:lnTo>
                  <a:lnTo>
                    <a:pt x="2819264" y="238023"/>
                  </a:lnTo>
                  <a:lnTo>
                    <a:pt x="2870085" y="206619"/>
                  </a:lnTo>
                  <a:lnTo>
                    <a:pt x="2923378" y="178554"/>
                  </a:lnTo>
                  <a:lnTo>
                    <a:pt x="2980035" y="153520"/>
                  </a:lnTo>
                  <a:lnTo>
                    <a:pt x="3040962" y="131171"/>
                  </a:lnTo>
                  <a:lnTo>
                    <a:pt x="3107006" y="111176"/>
                  </a:lnTo>
                  <a:lnTo>
                    <a:pt x="3178853" y="93242"/>
                  </a:lnTo>
                  <a:lnTo>
                    <a:pt x="3256895" y="77134"/>
                  </a:lnTo>
                  <a:lnTo>
                    <a:pt x="3341060" y="62681"/>
                  </a:lnTo>
                  <a:lnTo>
                    <a:pt x="3430607" y="49777"/>
                  </a:lnTo>
                  <a:lnTo>
                    <a:pt x="3523916" y="38380"/>
                  </a:lnTo>
                  <a:lnTo>
                    <a:pt x="3618363" y="28495"/>
                  </a:lnTo>
                  <a:lnTo>
                    <a:pt x="3710354" y="20157"/>
                  </a:lnTo>
                  <a:lnTo>
                    <a:pt x="3795630" y="13396"/>
                  </a:lnTo>
                  <a:lnTo>
                    <a:pt x="3869884" y="8202"/>
                  </a:lnTo>
                  <a:lnTo>
                    <a:pt x="3929584" y="4489"/>
                  </a:lnTo>
                  <a:lnTo>
                    <a:pt x="3972786" y="2085"/>
                  </a:lnTo>
                  <a:lnTo>
                    <a:pt x="3999680" y="740"/>
                  </a:lnTo>
                  <a:lnTo>
                    <a:pt x="4012698" y="152"/>
                  </a:lnTo>
                  <a:lnTo>
                    <a:pt x="4016287" y="4"/>
                  </a:lnTo>
                  <a:lnTo>
                    <a:pt x="4016409" y="0"/>
                  </a:lnTo>
                  <a:lnTo>
                    <a:pt x="4538543" y="0"/>
                  </a:lnTo>
                  <a:lnTo>
                    <a:pt x="4539810" y="12"/>
                  </a:lnTo>
                  <a:lnTo>
                    <a:pt x="4548093" y="102"/>
                  </a:lnTo>
                  <a:lnTo>
                    <a:pt x="4568802" y="352"/>
                  </a:lnTo>
                  <a:lnTo>
                    <a:pt x="4605389" y="842"/>
                  </a:lnTo>
                  <a:lnTo>
                    <a:pt x="4659035" y="1644"/>
                  </a:lnTo>
                  <a:lnTo>
                    <a:pt x="4728593" y="2811"/>
                  </a:lnTo>
                  <a:lnTo>
                    <a:pt x="4810979" y="4376"/>
                  </a:lnTo>
                  <a:lnTo>
                    <a:pt x="4901946" y="6348"/>
                  </a:lnTo>
                  <a:lnTo>
                    <a:pt x="4996989" y="8720"/>
                  </a:lnTo>
                  <a:lnTo>
                    <a:pt x="5092089" y="11485"/>
                  </a:lnTo>
                  <a:lnTo>
                    <a:pt x="5184160" y="14637"/>
                  </a:lnTo>
                  <a:lnTo>
                    <a:pt x="5271184" y="18182"/>
                  </a:lnTo>
                  <a:lnTo>
                    <a:pt x="5352112" y="22142"/>
                  </a:lnTo>
                  <a:lnTo>
                    <a:pt x="5426671" y="26556"/>
                  </a:lnTo>
                  <a:lnTo>
                    <a:pt x="5495138" y="31481"/>
                  </a:lnTo>
                  <a:lnTo>
                    <a:pt x="5558147" y="36987"/>
                  </a:lnTo>
                  <a:lnTo>
                    <a:pt x="5616536" y="43160"/>
                  </a:lnTo>
                  <a:lnTo>
                    <a:pt x="5671233" y="50089"/>
                  </a:lnTo>
                  <a:lnTo>
                    <a:pt x="5723171" y="57858"/>
                  </a:lnTo>
                  <a:lnTo>
                    <a:pt x="5773207" y="66525"/>
                  </a:lnTo>
                  <a:lnTo>
                    <a:pt x="5784835" y="68707"/>
                  </a:lnTo>
                  <a:lnTo>
                    <a:pt x="5838125" y="79489"/>
                  </a:lnTo>
                  <a:lnTo>
                    <a:pt x="5890901" y="91395"/>
                  </a:lnTo>
                  <a:lnTo>
                    <a:pt x="5943724" y="104439"/>
                  </a:lnTo>
                  <a:lnTo>
                    <a:pt x="5996971" y="118596"/>
                  </a:lnTo>
                  <a:lnTo>
                    <a:pt x="6050861" y="133798"/>
                  </a:lnTo>
                  <a:lnTo>
                    <a:pt x="6105473" y="149924"/>
                  </a:lnTo>
                  <a:lnTo>
                    <a:pt x="6160765" y="166812"/>
                  </a:lnTo>
                  <a:lnTo>
                    <a:pt x="6216592" y="184255"/>
                  </a:lnTo>
                  <a:lnTo>
                    <a:pt x="6272739" y="202015"/>
                  </a:lnTo>
                  <a:lnTo>
                    <a:pt x="6328948" y="219836"/>
                  </a:lnTo>
                  <a:lnTo>
                    <a:pt x="6384953" y="237456"/>
                  </a:lnTo>
                  <a:lnTo>
                    <a:pt x="6440513" y="254627"/>
                  </a:lnTo>
                  <a:lnTo>
                    <a:pt x="6495450" y="271127"/>
                  </a:lnTo>
                  <a:lnTo>
                    <a:pt x="6549671" y="286772"/>
                  </a:lnTo>
                  <a:lnTo>
                    <a:pt x="6603196" y="301422"/>
                  </a:lnTo>
                  <a:lnTo>
                    <a:pt x="6656177" y="314984"/>
                  </a:lnTo>
                  <a:lnTo>
                    <a:pt x="6708916" y="327414"/>
                  </a:lnTo>
                  <a:lnTo>
                    <a:pt x="6761887" y="338709"/>
                  </a:lnTo>
                  <a:lnTo>
                    <a:pt x="6786527" y="343536"/>
                  </a:lnTo>
                  <a:lnTo>
                    <a:pt x="6836223" y="352419"/>
                  </a:lnTo>
                  <a:lnTo>
                    <a:pt x="6887639" y="360396"/>
                  </a:lnTo>
                  <a:lnTo>
                    <a:pt x="6941601" y="367516"/>
                  </a:lnTo>
                  <a:lnTo>
                    <a:pt x="6999032" y="373860"/>
                  </a:lnTo>
                  <a:lnTo>
                    <a:pt x="7060869" y="379516"/>
                  </a:lnTo>
                  <a:lnTo>
                    <a:pt x="7127979" y="384571"/>
                  </a:lnTo>
                  <a:lnTo>
                    <a:pt x="7201057" y="389100"/>
                  </a:lnTo>
                  <a:lnTo>
                    <a:pt x="7280480" y="393163"/>
                  </a:lnTo>
                  <a:lnTo>
                    <a:pt x="7366125" y="396804"/>
                  </a:lnTo>
                  <a:lnTo>
                    <a:pt x="7457148" y="400047"/>
                  </a:lnTo>
                  <a:lnTo>
                    <a:pt x="7551771" y="402904"/>
                  </a:lnTo>
                  <a:lnTo>
                    <a:pt x="7647159" y="405370"/>
                  </a:lnTo>
                  <a:lnTo>
                    <a:pt x="7739489" y="407437"/>
                  </a:lnTo>
                  <a:lnTo>
                    <a:pt x="7824311" y="409098"/>
                  </a:lnTo>
                  <a:lnTo>
                    <a:pt x="7897236" y="410358"/>
                  </a:lnTo>
                  <a:lnTo>
                    <a:pt x="7954828" y="411242"/>
                  </a:lnTo>
                  <a:lnTo>
                    <a:pt x="7995429" y="411800"/>
                  </a:lnTo>
                  <a:lnTo>
                    <a:pt x="8019659" y="412099"/>
                  </a:lnTo>
                  <a:lnTo>
                    <a:pt x="8030458" y="412219"/>
                  </a:lnTo>
                  <a:lnTo>
                    <a:pt x="8032802" y="412243"/>
                  </a:lnTo>
                  <a:lnTo>
                    <a:pt x="8032819" y="412243"/>
                  </a:lnTo>
                  <a:lnTo>
                    <a:pt x="8554953" y="412243"/>
                  </a:lnTo>
                  <a:lnTo>
                    <a:pt x="8554953" y="412243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005" name="pl2005"/>
            <p:cNvSpPr/>
            <p:nvPr/>
          </p:nvSpPr>
          <p:spPr>
            <a:xfrm>
              <a:off x="386606" y="4353608"/>
              <a:ext cx="8554953" cy="1637679"/>
            </a:xfrm>
            <a:custGeom>
              <a:avLst/>
              <a:pathLst>
                <a:path w="8554953" h="1637679">
                  <a:moveTo>
                    <a:pt x="8554953" y="412243"/>
                  </a:moveTo>
                  <a:lnTo>
                    <a:pt x="8032819" y="412243"/>
                  </a:lnTo>
                  <a:lnTo>
                    <a:pt x="8031552" y="412230"/>
                  </a:lnTo>
                  <a:lnTo>
                    <a:pt x="8023269" y="412140"/>
                  </a:lnTo>
                  <a:lnTo>
                    <a:pt x="8002560" y="411891"/>
                  </a:lnTo>
                  <a:lnTo>
                    <a:pt x="7965973" y="411401"/>
                  </a:lnTo>
                  <a:lnTo>
                    <a:pt x="7912327" y="410599"/>
                  </a:lnTo>
                  <a:lnTo>
                    <a:pt x="7842769" y="409431"/>
                  </a:lnTo>
                  <a:lnTo>
                    <a:pt x="7760383" y="407866"/>
                  </a:lnTo>
                  <a:lnTo>
                    <a:pt x="7669415" y="405895"/>
                  </a:lnTo>
                  <a:lnTo>
                    <a:pt x="7574373" y="403522"/>
                  </a:lnTo>
                  <a:lnTo>
                    <a:pt x="7479273" y="400757"/>
                  </a:lnTo>
                  <a:lnTo>
                    <a:pt x="7387202" y="397605"/>
                  </a:lnTo>
                  <a:lnTo>
                    <a:pt x="7300178" y="394060"/>
                  </a:lnTo>
                  <a:lnTo>
                    <a:pt x="7219250" y="390100"/>
                  </a:lnTo>
                  <a:lnTo>
                    <a:pt x="7144691" y="385686"/>
                  </a:lnTo>
                  <a:lnTo>
                    <a:pt x="7076224" y="380762"/>
                  </a:lnTo>
                  <a:lnTo>
                    <a:pt x="7013215" y="375255"/>
                  </a:lnTo>
                  <a:lnTo>
                    <a:pt x="6954826" y="369082"/>
                  </a:lnTo>
                  <a:lnTo>
                    <a:pt x="6900129" y="362154"/>
                  </a:lnTo>
                  <a:lnTo>
                    <a:pt x="6848191" y="354385"/>
                  </a:lnTo>
                  <a:lnTo>
                    <a:pt x="6798155" y="345717"/>
                  </a:lnTo>
                  <a:lnTo>
                    <a:pt x="6786527" y="343536"/>
                  </a:lnTo>
                  <a:lnTo>
                    <a:pt x="6733236" y="332753"/>
                  </a:lnTo>
                  <a:lnTo>
                    <a:pt x="6680461" y="320848"/>
                  </a:lnTo>
                  <a:lnTo>
                    <a:pt x="6627638" y="307804"/>
                  </a:lnTo>
                  <a:lnTo>
                    <a:pt x="6574391" y="293646"/>
                  </a:lnTo>
                  <a:lnTo>
                    <a:pt x="6520501" y="278445"/>
                  </a:lnTo>
                  <a:lnTo>
                    <a:pt x="6465888" y="262318"/>
                  </a:lnTo>
                  <a:lnTo>
                    <a:pt x="6410597" y="245430"/>
                  </a:lnTo>
                  <a:lnTo>
                    <a:pt x="6354770" y="227987"/>
                  </a:lnTo>
                  <a:lnTo>
                    <a:pt x="6298623" y="210227"/>
                  </a:lnTo>
                  <a:lnTo>
                    <a:pt x="6242414" y="192407"/>
                  </a:lnTo>
                  <a:lnTo>
                    <a:pt x="6186409" y="174787"/>
                  </a:lnTo>
                  <a:lnTo>
                    <a:pt x="6130849" y="157616"/>
                  </a:lnTo>
                  <a:lnTo>
                    <a:pt x="6075912" y="141115"/>
                  </a:lnTo>
                  <a:lnTo>
                    <a:pt x="6021691" y="125471"/>
                  </a:lnTo>
                  <a:lnTo>
                    <a:pt x="5968166" y="110821"/>
                  </a:lnTo>
                  <a:lnTo>
                    <a:pt x="5915185" y="97258"/>
                  </a:lnTo>
                  <a:lnTo>
                    <a:pt x="5862446" y="84829"/>
                  </a:lnTo>
                  <a:lnTo>
                    <a:pt x="5809475" y="73533"/>
                  </a:lnTo>
                  <a:lnTo>
                    <a:pt x="5784835" y="68707"/>
                  </a:lnTo>
                  <a:lnTo>
                    <a:pt x="5735139" y="59824"/>
                  </a:lnTo>
                  <a:lnTo>
                    <a:pt x="5683723" y="51846"/>
                  </a:lnTo>
                  <a:lnTo>
                    <a:pt x="5629761" y="44726"/>
                  </a:lnTo>
                  <a:lnTo>
                    <a:pt x="5572330" y="38383"/>
                  </a:lnTo>
                  <a:lnTo>
                    <a:pt x="5510493" y="32727"/>
                  </a:lnTo>
                  <a:lnTo>
                    <a:pt x="5443383" y="27672"/>
                  </a:lnTo>
                  <a:lnTo>
                    <a:pt x="5370305" y="23143"/>
                  </a:lnTo>
                  <a:lnTo>
                    <a:pt x="5290882" y="19079"/>
                  </a:lnTo>
                  <a:lnTo>
                    <a:pt x="5205237" y="15439"/>
                  </a:lnTo>
                  <a:lnTo>
                    <a:pt x="5114214" y="12195"/>
                  </a:lnTo>
                  <a:lnTo>
                    <a:pt x="5019591" y="9339"/>
                  </a:lnTo>
                  <a:lnTo>
                    <a:pt x="4924203" y="6872"/>
                  </a:lnTo>
                  <a:lnTo>
                    <a:pt x="4831873" y="4806"/>
                  </a:lnTo>
                  <a:lnTo>
                    <a:pt x="4747051" y="3145"/>
                  </a:lnTo>
                  <a:lnTo>
                    <a:pt x="4674126" y="1885"/>
                  </a:lnTo>
                  <a:lnTo>
                    <a:pt x="4616534" y="1001"/>
                  </a:lnTo>
                  <a:lnTo>
                    <a:pt x="4575933" y="443"/>
                  </a:lnTo>
                  <a:lnTo>
                    <a:pt x="4551703" y="144"/>
                  </a:lnTo>
                  <a:lnTo>
                    <a:pt x="4540904" y="23"/>
                  </a:lnTo>
                  <a:lnTo>
                    <a:pt x="4538560" y="0"/>
                  </a:lnTo>
                  <a:lnTo>
                    <a:pt x="4538543" y="0"/>
                  </a:lnTo>
                  <a:lnTo>
                    <a:pt x="4016409" y="0"/>
                  </a:lnTo>
                  <a:lnTo>
                    <a:pt x="4015182" y="48"/>
                  </a:lnTo>
                  <a:lnTo>
                    <a:pt x="4007156" y="395"/>
                  </a:lnTo>
                  <a:lnTo>
                    <a:pt x="3987065" y="1353"/>
                  </a:lnTo>
                  <a:lnTo>
                    <a:pt x="3951513" y="3236"/>
                  </a:lnTo>
                  <a:lnTo>
                    <a:pt x="3899269" y="6321"/>
                  </a:lnTo>
                  <a:lnTo>
                    <a:pt x="3831339" y="10820"/>
                  </a:lnTo>
                  <a:lnTo>
                    <a:pt x="3750616" y="16856"/>
                  </a:lnTo>
                  <a:lnTo>
                    <a:pt x="3661159" y="24471"/>
                  </a:lnTo>
                  <a:lnTo>
                    <a:pt x="3567343" y="33651"/>
                  </a:lnTo>
                  <a:lnTo>
                    <a:pt x="3473123" y="44357"/>
                  </a:lnTo>
                  <a:lnTo>
                    <a:pt x="3381589" y="56567"/>
                  </a:lnTo>
                  <a:lnTo>
                    <a:pt x="3294812" y="70299"/>
                  </a:lnTo>
                  <a:lnTo>
                    <a:pt x="3213913" y="85630"/>
                  </a:lnTo>
                  <a:lnTo>
                    <a:pt x="3139247" y="102700"/>
                  </a:lnTo>
                  <a:lnTo>
                    <a:pt x="3070609" y="121715"/>
                  </a:lnTo>
                  <a:lnTo>
                    <a:pt x="3007430" y="142944"/>
                  </a:lnTo>
                  <a:lnTo>
                    <a:pt x="2948923" y="166702"/>
                  </a:lnTo>
                  <a:lnTo>
                    <a:pt x="2894198" y="193334"/>
                  </a:lnTo>
                  <a:lnTo>
                    <a:pt x="2842348" y="223171"/>
                  </a:lnTo>
                  <a:lnTo>
                    <a:pt x="2792523" y="256468"/>
                  </a:lnTo>
                  <a:lnTo>
                    <a:pt x="2770117" y="272946"/>
                  </a:lnTo>
                  <a:lnTo>
                    <a:pt x="2725445" y="308510"/>
                  </a:lnTo>
                  <a:lnTo>
                    <a:pt x="2681208" y="347188"/>
                  </a:lnTo>
                  <a:lnTo>
                    <a:pt x="2637048" y="389036"/>
                  </a:lnTo>
                  <a:lnTo>
                    <a:pt x="2592702" y="434037"/>
                  </a:lnTo>
                  <a:lnTo>
                    <a:pt x="2547990" y="482091"/>
                  </a:lnTo>
                  <a:lnTo>
                    <a:pt x="2502807" y="533002"/>
                  </a:lnTo>
                  <a:lnTo>
                    <a:pt x="2457116" y="586485"/>
                  </a:lnTo>
                  <a:lnTo>
                    <a:pt x="2410938" y="642162"/>
                  </a:lnTo>
                  <a:lnTo>
                    <a:pt x="2364346" y="699571"/>
                  </a:lnTo>
                  <a:lnTo>
                    <a:pt x="2317454" y="758182"/>
                  </a:lnTo>
                  <a:lnTo>
                    <a:pt x="2270402" y="817414"/>
                  </a:lnTo>
                  <a:lnTo>
                    <a:pt x="2223347" y="876660"/>
                  </a:lnTo>
                  <a:lnTo>
                    <a:pt x="2176443" y="935314"/>
                  </a:lnTo>
                  <a:lnTo>
                    <a:pt x="2129835" y="992794"/>
                  </a:lnTo>
                  <a:lnTo>
                    <a:pt x="2083635" y="1048565"/>
                  </a:lnTo>
                  <a:lnTo>
                    <a:pt x="2037919" y="1102163"/>
                  </a:lnTo>
                  <a:lnTo>
                    <a:pt x="1992712" y="1153205"/>
                  </a:lnTo>
                  <a:lnTo>
                    <a:pt x="1947979" y="1201401"/>
                  </a:lnTo>
                  <a:lnTo>
                    <a:pt x="1903619" y="1246552"/>
                  </a:lnTo>
                  <a:lnTo>
                    <a:pt x="1859455" y="1288553"/>
                  </a:lnTo>
                  <a:lnTo>
                    <a:pt x="1815229" y="1327382"/>
                  </a:lnTo>
                  <a:lnTo>
                    <a:pt x="1770588" y="1363093"/>
                  </a:lnTo>
                  <a:lnTo>
                    <a:pt x="1768425" y="1364733"/>
                  </a:lnTo>
                  <a:lnTo>
                    <a:pt x="1719279" y="1399656"/>
                  </a:lnTo>
                  <a:lnTo>
                    <a:pt x="1668458" y="1431059"/>
                  </a:lnTo>
                  <a:lnTo>
                    <a:pt x="1615164" y="1459125"/>
                  </a:lnTo>
                  <a:lnTo>
                    <a:pt x="1558508" y="1484159"/>
                  </a:lnTo>
                  <a:lnTo>
                    <a:pt x="1497580" y="1506508"/>
                  </a:lnTo>
                  <a:lnTo>
                    <a:pt x="1431536" y="1526503"/>
                  </a:lnTo>
                  <a:lnTo>
                    <a:pt x="1359689" y="1544437"/>
                  </a:lnTo>
                  <a:lnTo>
                    <a:pt x="1281647" y="1560545"/>
                  </a:lnTo>
                  <a:lnTo>
                    <a:pt x="1197482" y="1574998"/>
                  </a:lnTo>
                  <a:lnTo>
                    <a:pt x="1107936" y="1587901"/>
                  </a:lnTo>
                  <a:lnTo>
                    <a:pt x="1014627" y="1599299"/>
                  </a:lnTo>
                  <a:lnTo>
                    <a:pt x="920179" y="1609184"/>
                  </a:lnTo>
                  <a:lnTo>
                    <a:pt x="828188" y="1617522"/>
                  </a:lnTo>
                  <a:lnTo>
                    <a:pt x="742912" y="1624282"/>
                  </a:lnTo>
                  <a:lnTo>
                    <a:pt x="668658" y="1629477"/>
                  </a:lnTo>
                  <a:lnTo>
                    <a:pt x="608959" y="1633190"/>
                  </a:lnTo>
                  <a:lnTo>
                    <a:pt x="565756" y="1635594"/>
                  </a:lnTo>
                  <a:lnTo>
                    <a:pt x="538862" y="1636939"/>
                  </a:lnTo>
                  <a:lnTo>
                    <a:pt x="525844" y="1637527"/>
                  </a:lnTo>
                  <a:lnTo>
                    <a:pt x="522255" y="1637674"/>
                  </a:lnTo>
                  <a:lnTo>
                    <a:pt x="522133" y="1637679"/>
                  </a:lnTo>
                  <a:lnTo>
                    <a:pt x="0" y="1637679"/>
                  </a:lnTo>
                  <a:lnTo>
                    <a:pt x="0" y="1637679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006" name="pg2006"/>
            <p:cNvSpPr/>
            <p:nvPr/>
          </p:nvSpPr>
          <p:spPr>
            <a:xfrm>
              <a:off x="386606" y="2868402"/>
              <a:ext cx="8554953" cy="3145474"/>
            </a:xfrm>
            <a:custGeom>
              <a:avLst/>
              <a:pathLst>
                <a:path w="8554953" h="3145474">
                  <a:moveTo>
                    <a:pt x="0" y="3145474"/>
                  </a:moveTo>
                  <a:lnTo>
                    <a:pt x="522133" y="3145474"/>
                  </a:lnTo>
                  <a:lnTo>
                    <a:pt x="523393" y="3145450"/>
                  </a:lnTo>
                  <a:lnTo>
                    <a:pt x="531630" y="3145281"/>
                  </a:lnTo>
                  <a:lnTo>
                    <a:pt x="552228" y="3144812"/>
                  </a:lnTo>
                  <a:lnTo>
                    <a:pt x="588629" y="3143891"/>
                  </a:lnTo>
                  <a:lnTo>
                    <a:pt x="642025" y="3142384"/>
                  </a:lnTo>
                  <a:lnTo>
                    <a:pt x="711292" y="3140188"/>
                  </a:lnTo>
                  <a:lnTo>
                    <a:pt x="793382" y="3137245"/>
                  </a:lnTo>
                  <a:lnTo>
                    <a:pt x="884082" y="3133537"/>
                  </a:lnTo>
                  <a:lnTo>
                    <a:pt x="978909" y="3129072"/>
                  </a:lnTo>
                  <a:lnTo>
                    <a:pt x="1073854" y="3123869"/>
                  </a:lnTo>
                  <a:lnTo>
                    <a:pt x="1165833" y="3117938"/>
                  </a:lnTo>
                  <a:lnTo>
                    <a:pt x="1252815" y="3111266"/>
                  </a:lnTo>
                  <a:lnTo>
                    <a:pt x="1333740" y="3103814"/>
                  </a:lnTo>
                  <a:lnTo>
                    <a:pt x="1408319" y="3095509"/>
                  </a:lnTo>
                  <a:lnTo>
                    <a:pt x="1476817" y="3086247"/>
                  </a:lnTo>
                  <a:lnTo>
                    <a:pt x="1539856" y="3075893"/>
                  </a:lnTo>
                  <a:lnTo>
                    <a:pt x="1598264" y="3064289"/>
                  </a:lnTo>
                  <a:lnTo>
                    <a:pt x="1652965" y="3051268"/>
                  </a:lnTo>
                  <a:lnTo>
                    <a:pt x="1704886" y="3036669"/>
                  </a:lnTo>
                  <a:lnTo>
                    <a:pt x="1754882" y="3020381"/>
                  </a:lnTo>
                  <a:lnTo>
                    <a:pt x="1768425" y="3015589"/>
                  </a:lnTo>
                  <a:lnTo>
                    <a:pt x="1819568" y="2996073"/>
                  </a:lnTo>
                  <a:lnTo>
                    <a:pt x="1870214" y="2974606"/>
                  </a:lnTo>
                  <a:lnTo>
                    <a:pt x="1920868" y="2951156"/>
                  </a:lnTo>
                  <a:lnTo>
                    <a:pt x="1971880" y="2925759"/>
                  </a:lnTo>
                  <a:lnTo>
                    <a:pt x="2023462" y="2898520"/>
                  </a:lnTo>
                  <a:lnTo>
                    <a:pt x="2075704" y="2869621"/>
                  </a:lnTo>
                  <a:lnTo>
                    <a:pt x="2128591" y="2839320"/>
                  </a:lnTo>
                  <a:lnTo>
                    <a:pt x="2182016" y="2807945"/>
                  </a:lnTo>
                  <a:lnTo>
                    <a:pt x="2235807" y="2775879"/>
                  </a:lnTo>
                  <a:lnTo>
                    <a:pt x="2289744" y="2743542"/>
                  </a:lnTo>
                  <a:lnTo>
                    <a:pt x="2343592" y="2711371"/>
                  </a:lnTo>
                  <a:lnTo>
                    <a:pt x="2397123" y="2679792"/>
                  </a:lnTo>
                  <a:lnTo>
                    <a:pt x="2450152" y="2649201"/>
                  </a:lnTo>
                  <a:lnTo>
                    <a:pt x="2502555" y="2619938"/>
                  </a:lnTo>
                  <a:lnTo>
                    <a:pt x="2554292" y="2592279"/>
                  </a:lnTo>
                  <a:lnTo>
                    <a:pt x="2605427" y="2566425"/>
                  </a:lnTo>
                  <a:lnTo>
                    <a:pt x="2656141" y="2542501"/>
                  </a:lnTo>
                  <a:lnTo>
                    <a:pt x="2706749" y="2520556"/>
                  </a:lnTo>
                  <a:lnTo>
                    <a:pt x="2757716" y="2500576"/>
                  </a:lnTo>
                  <a:lnTo>
                    <a:pt x="2770117" y="2496049"/>
                  </a:lnTo>
                  <a:lnTo>
                    <a:pt x="2819715" y="2479288"/>
                  </a:lnTo>
                  <a:lnTo>
                    <a:pt x="2871025" y="2464231"/>
                  </a:lnTo>
                  <a:lnTo>
                    <a:pt x="2924868" y="2450790"/>
                  </a:lnTo>
                  <a:lnTo>
                    <a:pt x="2982161" y="2438812"/>
                  </a:lnTo>
                  <a:lnTo>
                    <a:pt x="3043835" y="2428130"/>
                  </a:lnTo>
                  <a:lnTo>
                    <a:pt x="3110754" y="2418581"/>
                  </a:lnTo>
                  <a:lnTo>
                    <a:pt x="3183612" y="2410024"/>
                  </a:lnTo>
                  <a:lnTo>
                    <a:pt x="3262789" y="2402346"/>
                  </a:lnTo>
                  <a:lnTo>
                    <a:pt x="3348170" y="2395465"/>
                  </a:lnTo>
                  <a:lnTo>
                    <a:pt x="3438930" y="2389331"/>
                  </a:lnTo>
                  <a:lnTo>
                    <a:pt x="3533321" y="2383927"/>
                  </a:lnTo>
                  <a:lnTo>
                    <a:pt x="3628547" y="2379257"/>
                  </a:lnTo>
                  <a:lnTo>
                    <a:pt x="3720824" y="2375339"/>
                  </a:lnTo>
                  <a:lnTo>
                    <a:pt x="3805735" y="2372185"/>
                  </a:lnTo>
                  <a:lnTo>
                    <a:pt x="3878908" y="2369787"/>
                  </a:lnTo>
                  <a:lnTo>
                    <a:pt x="3936883" y="2368099"/>
                  </a:lnTo>
                  <a:lnTo>
                    <a:pt x="3977951" y="2367029"/>
                  </a:lnTo>
                  <a:lnTo>
                    <a:pt x="4002653" y="2366450"/>
                  </a:lnTo>
                  <a:lnTo>
                    <a:pt x="4013836" y="2366214"/>
                  </a:lnTo>
                  <a:lnTo>
                    <a:pt x="4016409" y="2366164"/>
                  </a:lnTo>
                  <a:lnTo>
                    <a:pt x="4538543" y="2366164"/>
                  </a:lnTo>
                  <a:lnTo>
                    <a:pt x="4539727" y="2366097"/>
                  </a:lnTo>
                  <a:lnTo>
                    <a:pt x="4547481" y="2365615"/>
                  </a:lnTo>
                  <a:lnTo>
                    <a:pt x="4566913" y="2364283"/>
                  </a:lnTo>
                  <a:lnTo>
                    <a:pt x="4601359" y="2361666"/>
                  </a:lnTo>
                  <a:lnTo>
                    <a:pt x="4652097" y="2357373"/>
                  </a:lnTo>
                  <a:lnTo>
                    <a:pt x="4718268" y="2351106"/>
                  </a:lnTo>
                  <a:lnTo>
                    <a:pt x="4797181" y="2342684"/>
                  </a:lnTo>
                  <a:lnTo>
                    <a:pt x="4884975" y="2332040"/>
                  </a:lnTo>
                  <a:lnTo>
                    <a:pt x="4977425" y="2319191"/>
                  </a:lnTo>
                  <a:lnTo>
                    <a:pt x="5070647" y="2304189"/>
                  </a:lnTo>
                  <a:lnTo>
                    <a:pt x="5161555" y="2287069"/>
                  </a:lnTo>
                  <a:lnTo>
                    <a:pt x="5248027" y="2267815"/>
                  </a:lnTo>
                  <a:lnTo>
                    <a:pt x="5328865" y="2246333"/>
                  </a:lnTo>
                  <a:lnTo>
                    <a:pt x="5403631" y="2222441"/>
                  </a:lnTo>
                  <a:lnTo>
                    <a:pt x="5472448" y="2195867"/>
                  </a:lnTo>
                  <a:lnTo>
                    <a:pt x="5535817" y="2166251"/>
                  </a:lnTo>
                  <a:lnTo>
                    <a:pt x="5594467" y="2133166"/>
                  </a:lnTo>
                  <a:lnTo>
                    <a:pt x="5649243" y="2096137"/>
                  </a:lnTo>
                  <a:lnTo>
                    <a:pt x="5701025" y="2054692"/>
                  </a:lnTo>
                  <a:lnTo>
                    <a:pt x="5750651" y="2008443"/>
                  </a:lnTo>
                  <a:lnTo>
                    <a:pt x="5784835" y="1972745"/>
                  </a:lnTo>
                  <a:lnTo>
                    <a:pt x="5824676" y="1927274"/>
                  </a:lnTo>
                  <a:lnTo>
                    <a:pt x="5864137" y="1878250"/>
                  </a:lnTo>
                  <a:lnTo>
                    <a:pt x="5903484" y="1825602"/>
                  </a:lnTo>
                  <a:lnTo>
                    <a:pt x="5942919" y="1769325"/>
                  </a:lnTo>
                  <a:lnTo>
                    <a:pt x="5982591" y="1709490"/>
                  </a:lnTo>
                  <a:lnTo>
                    <a:pt x="6022600" y="1646247"/>
                  </a:lnTo>
                  <a:lnTo>
                    <a:pt x="6063000" y="1579832"/>
                  </a:lnTo>
                  <a:lnTo>
                    <a:pt x="6103804" y="1510564"/>
                  </a:lnTo>
                  <a:lnTo>
                    <a:pt x="6144990" y="1438847"/>
                  </a:lnTo>
                  <a:lnTo>
                    <a:pt x="6186504" y="1365158"/>
                  </a:lnTo>
                  <a:lnTo>
                    <a:pt x="6228265" y="1290036"/>
                  </a:lnTo>
                  <a:lnTo>
                    <a:pt x="6270177" y="1214068"/>
                  </a:lnTo>
                  <a:lnTo>
                    <a:pt x="6312131" y="1137870"/>
                  </a:lnTo>
                  <a:lnTo>
                    <a:pt x="6354014" y="1062064"/>
                  </a:lnTo>
                  <a:lnTo>
                    <a:pt x="6395720" y="987261"/>
                  </a:lnTo>
                  <a:lnTo>
                    <a:pt x="6437154" y="914037"/>
                  </a:lnTo>
                  <a:lnTo>
                    <a:pt x="6478245" y="842916"/>
                  </a:lnTo>
                  <a:lnTo>
                    <a:pt x="6518944" y="774357"/>
                  </a:lnTo>
                  <a:lnTo>
                    <a:pt x="6559239" y="708742"/>
                  </a:lnTo>
                  <a:lnTo>
                    <a:pt x="6599153" y="646369"/>
                  </a:lnTo>
                  <a:lnTo>
                    <a:pt x="6638752" y="587452"/>
                  </a:lnTo>
                  <a:lnTo>
                    <a:pt x="6678148" y="532119"/>
                  </a:lnTo>
                  <a:lnTo>
                    <a:pt x="6717502" y="480420"/>
                  </a:lnTo>
                  <a:lnTo>
                    <a:pt x="6757034" y="432332"/>
                  </a:lnTo>
                  <a:lnTo>
                    <a:pt x="6786527" y="399066"/>
                  </a:lnTo>
                  <a:lnTo>
                    <a:pt x="6835077" y="349300"/>
                  </a:lnTo>
                  <a:lnTo>
                    <a:pt x="6885253" y="304490"/>
                  </a:lnTo>
                  <a:lnTo>
                    <a:pt x="6937822" y="264385"/>
                  </a:lnTo>
                  <a:lnTo>
                    <a:pt x="6993643" y="228562"/>
                  </a:lnTo>
                  <a:lnTo>
                    <a:pt x="7053591" y="196541"/>
                  </a:lnTo>
                  <a:lnTo>
                    <a:pt x="7118489" y="167859"/>
                  </a:lnTo>
                  <a:lnTo>
                    <a:pt x="7189011" y="142104"/>
                  </a:lnTo>
                  <a:lnTo>
                    <a:pt x="7265565" y="118942"/>
                  </a:lnTo>
                  <a:lnTo>
                    <a:pt x="7348130" y="98128"/>
                  </a:lnTo>
                  <a:lnTo>
                    <a:pt x="7436065" y="79506"/>
                  </a:lnTo>
                  <a:lnTo>
                    <a:pt x="7527914" y="63005"/>
                  </a:lnTo>
                  <a:lnTo>
                    <a:pt x="7621271" y="48629"/>
                  </a:lnTo>
                  <a:lnTo>
                    <a:pt x="7712786" y="36422"/>
                  </a:lnTo>
                  <a:lnTo>
                    <a:pt x="7798414" y="26430"/>
                  </a:lnTo>
                  <a:lnTo>
                    <a:pt x="7873956" y="18651"/>
                  </a:lnTo>
                  <a:lnTo>
                    <a:pt x="7935811" y="12986"/>
                  </a:lnTo>
                  <a:lnTo>
                    <a:pt x="7981770" y="9220"/>
                  </a:lnTo>
                  <a:lnTo>
                    <a:pt x="8011587" y="7023"/>
                  </a:lnTo>
                  <a:lnTo>
                    <a:pt x="8027166" y="5986"/>
                  </a:lnTo>
                  <a:lnTo>
                    <a:pt x="8032394" y="5670"/>
                  </a:lnTo>
                  <a:lnTo>
                    <a:pt x="8032819" y="5647"/>
                  </a:lnTo>
                  <a:lnTo>
                    <a:pt x="8554953" y="5647"/>
                  </a:lnTo>
                  <a:lnTo>
                    <a:pt x="8554953" y="0"/>
                  </a:lnTo>
                  <a:lnTo>
                    <a:pt x="8032819" y="0"/>
                  </a:lnTo>
                  <a:lnTo>
                    <a:pt x="8031635" y="67"/>
                  </a:lnTo>
                  <a:lnTo>
                    <a:pt x="8023881" y="549"/>
                  </a:lnTo>
                  <a:lnTo>
                    <a:pt x="8004449" y="1880"/>
                  </a:lnTo>
                  <a:lnTo>
                    <a:pt x="7970003" y="4498"/>
                  </a:lnTo>
                  <a:lnTo>
                    <a:pt x="7919265" y="8790"/>
                  </a:lnTo>
                  <a:lnTo>
                    <a:pt x="7853094" y="15058"/>
                  </a:lnTo>
                  <a:lnTo>
                    <a:pt x="7774181" y="23480"/>
                  </a:lnTo>
                  <a:lnTo>
                    <a:pt x="7686387" y="34124"/>
                  </a:lnTo>
                  <a:lnTo>
                    <a:pt x="7593937" y="46972"/>
                  </a:lnTo>
                  <a:lnTo>
                    <a:pt x="7500714" y="61975"/>
                  </a:lnTo>
                  <a:lnTo>
                    <a:pt x="7409807" y="79095"/>
                  </a:lnTo>
                  <a:lnTo>
                    <a:pt x="7323335" y="98349"/>
                  </a:lnTo>
                  <a:lnTo>
                    <a:pt x="7242497" y="119831"/>
                  </a:lnTo>
                  <a:lnTo>
                    <a:pt x="7167731" y="143722"/>
                  </a:lnTo>
                  <a:lnTo>
                    <a:pt x="7098914" y="170297"/>
                  </a:lnTo>
                  <a:lnTo>
                    <a:pt x="7035545" y="199912"/>
                  </a:lnTo>
                  <a:lnTo>
                    <a:pt x="6976895" y="232998"/>
                  </a:lnTo>
                  <a:lnTo>
                    <a:pt x="6922119" y="270026"/>
                  </a:lnTo>
                  <a:lnTo>
                    <a:pt x="6870337" y="311471"/>
                  </a:lnTo>
                  <a:lnTo>
                    <a:pt x="6820711" y="357720"/>
                  </a:lnTo>
                  <a:lnTo>
                    <a:pt x="6786527" y="393419"/>
                  </a:lnTo>
                  <a:lnTo>
                    <a:pt x="6746686" y="438890"/>
                  </a:lnTo>
                  <a:lnTo>
                    <a:pt x="6707225" y="487914"/>
                  </a:lnTo>
                  <a:lnTo>
                    <a:pt x="6667878" y="540562"/>
                  </a:lnTo>
                  <a:lnTo>
                    <a:pt x="6628443" y="596838"/>
                  </a:lnTo>
                  <a:lnTo>
                    <a:pt x="6588771" y="656673"/>
                  </a:lnTo>
                  <a:lnTo>
                    <a:pt x="6548762" y="719916"/>
                  </a:lnTo>
                  <a:lnTo>
                    <a:pt x="6508362" y="786332"/>
                  </a:lnTo>
                  <a:lnTo>
                    <a:pt x="6467558" y="855599"/>
                  </a:lnTo>
                  <a:lnTo>
                    <a:pt x="6426372" y="927316"/>
                  </a:lnTo>
                  <a:lnTo>
                    <a:pt x="6384858" y="1001006"/>
                  </a:lnTo>
                  <a:lnTo>
                    <a:pt x="6343097" y="1076128"/>
                  </a:lnTo>
                  <a:lnTo>
                    <a:pt x="6301185" y="1152095"/>
                  </a:lnTo>
                  <a:lnTo>
                    <a:pt x="6259231" y="1228294"/>
                  </a:lnTo>
                  <a:lnTo>
                    <a:pt x="6217348" y="1304099"/>
                  </a:lnTo>
                  <a:lnTo>
                    <a:pt x="6175642" y="1378902"/>
                  </a:lnTo>
                  <a:lnTo>
                    <a:pt x="6134208" y="1452127"/>
                  </a:lnTo>
                  <a:lnTo>
                    <a:pt x="6093117" y="1523248"/>
                  </a:lnTo>
                  <a:lnTo>
                    <a:pt x="6052418" y="1591806"/>
                  </a:lnTo>
                  <a:lnTo>
                    <a:pt x="6012123" y="1657421"/>
                  </a:lnTo>
                  <a:lnTo>
                    <a:pt x="5972209" y="1719794"/>
                  </a:lnTo>
                  <a:lnTo>
                    <a:pt x="5932610" y="1778712"/>
                  </a:lnTo>
                  <a:lnTo>
                    <a:pt x="5893214" y="1834045"/>
                  </a:lnTo>
                  <a:lnTo>
                    <a:pt x="5853860" y="1885744"/>
                  </a:lnTo>
                  <a:lnTo>
                    <a:pt x="5814328" y="1933832"/>
                  </a:lnTo>
                  <a:lnTo>
                    <a:pt x="5784835" y="1967097"/>
                  </a:lnTo>
                  <a:lnTo>
                    <a:pt x="5736285" y="2016864"/>
                  </a:lnTo>
                  <a:lnTo>
                    <a:pt x="5686109" y="2061674"/>
                  </a:lnTo>
                  <a:lnTo>
                    <a:pt x="5633540" y="2101779"/>
                  </a:lnTo>
                  <a:lnTo>
                    <a:pt x="5577719" y="2137602"/>
                  </a:lnTo>
                  <a:lnTo>
                    <a:pt x="5517771" y="2169622"/>
                  </a:lnTo>
                  <a:lnTo>
                    <a:pt x="5452873" y="2198305"/>
                  </a:lnTo>
                  <a:lnTo>
                    <a:pt x="5382351" y="2224060"/>
                  </a:lnTo>
                  <a:lnTo>
                    <a:pt x="5305797" y="2247221"/>
                  </a:lnTo>
                  <a:lnTo>
                    <a:pt x="5223232" y="2268035"/>
                  </a:lnTo>
                  <a:lnTo>
                    <a:pt x="5135297" y="2286658"/>
                  </a:lnTo>
                  <a:lnTo>
                    <a:pt x="5043448" y="2303159"/>
                  </a:lnTo>
                  <a:lnTo>
                    <a:pt x="4950091" y="2317535"/>
                  </a:lnTo>
                  <a:lnTo>
                    <a:pt x="4858576" y="2329742"/>
                  </a:lnTo>
                  <a:lnTo>
                    <a:pt x="4772948" y="2339734"/>
                  </a:lnTo>
                  <a:lnTo>
                    <a:pt x="4697406" y="2347513"/>
                  </a:lnTo>
                  <a:lnTo>
                    <a:pt x="4635551" y="2353177"/>
                  </a:lnTo>
                  <a:lnTo>
                    <a:pt x="4589592" y="2356943"/>
                  </a:lnTo>
                  <a:lnTo>
                    <a:pt x="4559775" y="2359140"/>
                  </a:lnTo>
                  <a:lnTo>
                    <a:pt x="4544196" y="2360177"/>
                  </a:lnTo>
                  <a:lnTo>
                    <a:pt x="4538968" y="2360493"/>
                  </a:lnTo>
                  <a:lnTo>
                    <a:pt x="4538543" y="2360517"/>
                  </a:lnTo>
                  <a:lnTo>
                    <a:pt x="4016409" y="2360517"/>
                  </a:lnTo>
                  <a:lnTo>
                    <a:pt x="4015149" y="2360541"/>
                  </a:lnTo>
                  <a:lnTo>
                    <a:pt x="4006912" y="2360710"/>
                  </a:lnTo>
                  <a:lnTo>
                    <a:pt x="3986314" y="2361179"/>
                  </a:lnTo>
                  <a:lnTo>
                    <a:pt x="3949913" y="2362099"/>
                  </a:lnTo>
                  <a:lnTo>
                    <a:pt x="3896517" y="2363607"/>
                  </a:lnTo>
                  <a:lnTo>
                    <a:pt x="3827250" y="2365803"/>
                  </a:lnTo>
                  <a:lnTo>
                    <a:pt x="3745160" y="2368746"/>
                  </a:lnTo>
                  <a:lnTo>
                    <a:pt x="3654460" y="2372454"/>
                  </a:lnTo>
                  <a:lnTo>
                    <a:pt x="3559633" y="2376918"/>
                  </a:lnTo>
                  <a:lnTo>
                    <a:pt x="3464688" y="2382122"/>
                  </a:lnTo>
                  <a:lnTo>
                    <a:pt x="3372709" y="2388053"/>
                  </a:lnTo>
                  <a:lnTo>
                    <a:pt x="3285727" y="2394725"/>
                  </a:lnTo>
                  <a:lnTo>
                    <a:pt x="3204802" y="2402177"/>
                  </a:lnTo>
                  <a:lnTo>
                    <a:pt x="3130223" y="2410481"/>
                  </a:lnTo>
                  <a:lnTo>
                    <a:pt x="3061726" y="2419744"/>
                  </a:lnTo>
                  <a:lnTo>
                    <a:pt x="2998687" y="2430098"/>
                  </a:lnTo>
                  <a:lnTo>
                    <a:pt x="2940278" y="2441702"/>
                  </a:lnTo>
                  <a:lnTo>
                    <a:pt x="2885577" y="2454723"/>
                  </a:lnTo>
                  <a:lnTo>
                    <a:pt x="2833657" y="2469322"/>
                  </a:lnTo>
                  <a:lnTo>
                    <a:pt x="2783660" y="2485610"/>
                  </a:lnTo>
                  <a:lnTo>
                    <a:pt x="2770117" y="2490402"/>
                  </a:lnTo>
                  <a:lnTo>
                    <a:pt x="2718974" y="2509918"/>
                  </a:lnTo>
                  <a:lnTo>
                    <a:pt x="2668328" y="2531385"/>
                  </a:lnTo>
                  <a:lnTo>
                    <a:pt x="2617674" y="2554835"/>
                  </a:lnTo>
                  <a:lnTo>
                    <a:pt x="2566662" y="2580232"/>
                  </a:lnTo>
                  <a:lnTo>
                    <a:pt x="2515080" y="2607471"/>
                  </a:lnTo>
                  <a:lnTo>
                    <a:pt x="2462838" y="2636370"/>
                  </a:lnTo>
                  <a:lnTo>
                    <a:pt x="2409952" y="2666671"/>
                  </a:lnTo>
                  <a:lnTo>
                    <a:pt x="2356526" y="2698046"/>
                  </a:lnTo>
                  <a:lnTo>
                    <a:pt x="2302735" y="2730112"/>
                  </a:lnTo>
                  <a:lnTo>
                    <a:pt x="2248798" y="2762449"/>
                  </a:lnTo>
                  <a:lnTo>
                    <a:pt x="2194950" y="2794620"/>
                  </a:lnTo>
                  <a:lnTo>
                    <a:pt x="2141419" y="2826198"/>
                  </a:lnTo>
                  <a:lnTo>
                    <a:pt x="2088390" y="2856790"/>
                  </a:lnTo>
                  <a:lnTo>
                    <a:pt x="2035987" y="2886053"/>
                  </a:lnTo>
                  <a:lnTo>
                    <a:pt x="1984250" y="2913712"/>
                  </a:lnTo>
                  <a:lnTo>
                    <a:pt x="1933115" y="2939565"/>
                  </a:lnTo>
                  <a:lnTo>
                    <a:pt x="1882401" y="2963490"/>
                  </a:lnTo>
                  <a:lnTo>
                    <a:pt x="1831794" y="2985435"/>
                  </a:lnTo>
                  <a:lnTo>
                    <a:pt x="1780826" y="3005415"/>
                  </a:lnTo>
                  <a:lnTo>
                    <a:pt x="1768425" y="3009942"/>
                  </a:lnTo>
                  <a:lnTo>
                    <a:pt x="1718827" y="3026703"/>
                  </a:lnTo>
                  <a:lnTo>
                    <a:pt x="1667517" y="3041760"/>
                  </a:lnTo>
                  <a:lnTo>
                    <a:pt x="1613674" y="3055201"/>
                  </a:lnTo>
                  <a:lnTo>
                    <a:pt x="1556381" y="3067179"/>
                  </a:lnTo>
                  <a:lnTo>
                    <a:pt x="1494707" y="3077861"/>
                  </a:lnTo>
                  <a:lnTo>
                    <a:pt x="1427788" y="3087410"/>
                  </a:lnTo>
                  <a:lnTo>
                    <a:pt x="1354930" y="3095967"/>
                  </a:lnTo>
                  <a:lnTo>
                    <a:pt x="1275753" y="3103645"/>
                  </a:lnTo>
                  <a:lnTo>
                    <a:pt x="1190372" y="3110526"/>
                  </a:lnTo>
                  <a:lnTo>
                    <a:pt x="1099612" y="3116660"/>
                  </a:lnTo>
                  <a:lnTo>
                    <a:pt x="1005221" y="3122064"/>
                  </a:lnTo>
                  <a:lnTo>
                    <a:pt x="909995" y="3126734"/>
                  </a:lnTo>
                  <a:lnTo>
                    <a:pt x="817719" y="3130652"/>
                  </a:lnTo>
                  <a:lnTo>
                    <a:pt x="732807" y="3133806"/>
                  </a:lnTo>
                  <a:lnTo>
                    <a:pt x="659635" y="3136203"/>
                  </a:lnTo>
                  <a:lnTo>
                    <a:pt x="601659" y="3137892"/>
                  </a:lnTo>
                  <a:lnTo>
                    <a:pt x="560591" y="3138962"/>
                  </a:lnTo>
                  <a:lnTo>
                    <a:pt x="535889" y="3139541"/>
                  </a:lnTo>
                  <a:lnTo>
                    <a:pt x="524706" y="3139777"/>
                  </a:lnTo>
                  <a:lnTo>
                    <a:pt x="522133" y="3139827"/>
                  </a:lnTo>
                  <a:lnTo>
                    <a:pt x="0" y="3139827"/>
                  </a:lnTo>
                  <a:close/>
                </a:path>
              </a:pathLst>
            </a:custGeom>
            <a:solidFill>
              <a:srgbClr val="A1D492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2007" name="pl2007"/>
            <p:cNvSpPr/>
            <p:nvPr/>
          </p:nvSpPr>
          <p:spPr>
            <a:xfrm>
              <a:off x="386606" y="2874049"/>
              <a:ext cx="8554953" cy="3139827"/>
            </a:xfrm>
            <a:custGeom>
              <a:avLst/>
              <a:pathLst>
                <a:path w="8554953" h="3139827">
                  <a:moveTo>
                    <a:pt x="0" y="3139827"/>
                  </a:moveTo>
                  <a:lnTo>
                    <a:pt x="522133" y="3139827"/>
                  </a:lnTo>
                  <a:lnTo>
                    <a:pt x="523393" y="3139803"/>
                  </a:lnTo>
                  <a:lnTo>
                    <a:pt x="531630" y="3139633"/>
                  </a:lnTo>
                  <a:lnTo>
                    <a:pt x="552228" y="3139165"/>
                  </a:lnTo>
                  <a:lnTo>
                    <a:pt x="588629" y="3138244"/>
                  </a:lnTo>
                  <a:lnTo>
                    <a:pt x="642025" y="3136737"/>
                  </a:lnTo>
                  <a:lnTo>
                    <a:pt x="711292" y="3134541"/>
                  </a:lnTo>
                  <a:lnTo>
                    <a:pt x="793382" y="3131598"/>
                  </a:lnTo>
                  <a:lnTo>
                    <a:pt x="884082" y="3127890"/>
                  </a:lnTo>
                  <a:lnTo>
                    <a:pt x="978909" y="3123425"/>
                  </a:lnTo>
                  <a:lnTo>
                    <a:pt x="1073854" y="3118222"/>
                  </a:lnTo>
                  <a:lnTo>
                    <a:pt x="1165833" y="3112290"/>
                  </a:lnTo>
                  <a:lnTo>
                    <a:pt x="1252815" y="3105619"/>
                  </a:lnTo>
                  <a:lnTo>
                    <a:pt x="1333740" y="3098167"/>
                  </a:lnTo>
                  <a:lnTo>
                    <a:pt x="1408319" y="3089862"/>
                  </a:lnTo>
                  <a:lnTo>
                    <a:pt x="1476817" y="3080600"/>
                  </a:lnTo>
                  <a:lnTo>
                    <a:pt x="1539856" y="3070246"/>
                  </a:lnTo>
                  <a:lnTo>
                    <a:pt x="1598264" y="3058642"/>
                  </a:lnTo>
                  <a:lnTo>
                    <a:pt x="1652965" y="3045621"/>
                  </a:lnTo>
                  <a:lnTo>
                    <a:pt x="1704886" y="3031022"/>
                  </a:lnTo>
                  <a:lnTo>
                    <a:pt x="1754882" y="3014734"/>
                  </a:lnTo>
                  <a:lnTo>
                    <a:pt x="1768425" y="3009942"/>
                  </a:lnTo>
                  <a:lnTo>
                    <a:pt x="1819568" y="2990426"/>
                  </a:lnTo>
                  <a:lnTo>
                    <a:pt x="1870214" y="2968959"/>
                  </a:lnTo>
                  <a:lnTo>
                    <a:pt x="1920868" y="2945509"/>
                  </a:lnTo>
                  <a:lnTo>
                    <a:pt x="1971880" y="2920112"/>
                  </a:lnTo>
                  <a:lnTo>
                    <a:pt x="2023462" y="2892872"/>
                  </a:lnTo>
                  <a:lnTo>
                    <a:pt x="2075704" y="2863973"/>
                  </a:lnTo>
                  <a:lnTo>
                    <a:pt x="2128591" y="2833673"/>
                  </a:lnTo>
                  <a:lnTo>
                    <a:pt x="2182016" y="2802298"/>
                  </a:lnTo>
                  <a:lnTo>
                    <a:pt x="2235807" y="2770231"/>
                  </a:lnTo>
                  <a:lnTo>
                    <a:pt x="2289744" y="2737895"/>
                  </a:lnTo>
                  <a:lnTo>
                    <a:pt x="2343592" y="2705724"/>
                  </a:lnTo>
                  <a:lnTo>
                    <a:pt x="2397123" y="2674145"/>
                  </a:lnTo>
                  <a:lnTo>
                    <a:pt x="2450152" y="2643554"/>
                  </a:lnTo>
                  <a:lnTo>
                    <a:pt x="2502555" y="2614291"/>
                  </a:lnTo>
                  <a:lnTo>
                    <a:pt x="2554292" y="2586632"/>
                  </a:lnTo>
                  <a:lnTo>
                    <a:pt x="2605427" y="2560778"/>
                  </a:lnTo>
                  <a:lnTo>
                    <a:pt x="2656141" y="2536854"/>
                  </a:lnTo>
                  <a:lnTo>
                    <a:pt x="2706749" y="2514909"/>
                  </a:lnTo>
                  <a:lnTo>
                    <a:pt x="2757716" y="2494929"/>
                  </a:lnTo>
                  <a:lnTo>
                    <a:pt x="2770117" y="2490402"/>
                  </a:lnTo>
                  <a:lnTo>
                    <a:pt x="2819715" y="2473640"/>
                  </a:lnTo>
                  <a:lnTo>
                    <a:pt x="2871025" y="2458584"/>
                  </a:lnTo>
                  <a:lnTo>
                    <a:pt x="2924868" y="2445143"/>
                  </a:lnTo>
                  <a:lnTo>
                    <a:pt x="2982161" y="2433165"/>
                  </a:lnTo>
                  <a:lnTo>
                    <a:pt x="3043835" y="2422483"/>
                  </a:lnTo>
                  <a:lnTo>
                    <a:pt x="3110754" y="2412934"/>
                  </a:lnTo>
                  <a:lnTo>
                    <a:pt x="3183612" y="2404377"/>
                  </a:lnTo>
                  <a:lnTo>
                    <a:pt x="3262789" y="2396699"/>
                  </a:lnTo>
                  <a:lnTo>
                    <a:pt x="3348170" y="2389817"/>
                  </a:lnTo>
                  <a:lnTo>
                    <a:pt x="3438930" y="2383684"/>
                  </a:lnTo>
                  <a:lnTo>
                    <a:pt x="3533321" y="2378280"/>
                  </a:lnTo>
                  <a:lnTo>
                    <a:pt x="3628547" y="2373610"/>
                  </a:lnTo>
                  <a:lnTo>
                    <a:pt x="3720824" y="2369691"/>
                  </a:lnTo>
                  <a:lnTo>
                    <a:pt x="3805735" y="2366538"/>
                  </a:lnTo>
                  <a:lnTo>
                    <a:pt x="3878908" y="2364140"/>
                  </a:lnTo>
                  <a:lnTo>
                    <a:pt x="3936883" y="2362451"/>
                  </a:lnTo>
                  <a:lnTo>
                    <a:pt x="3977951" y="2361381"/>
                  </a:lnTo>
                  <a:lnTo>
                    <a:pt x="4002653" y="2360803"/>
                  </a:lnTo>
                  <a:lnTo>
                    <a:pt x="4013836" y="2360567"/>
                  </a:lnTo>
                  <a:lnTo>
                    <a:pt x="4016382" y="2360518"/>
                  </a:lnTo>
                  <a:lnTo>
                    <a:pt x="4016409" y="2360517"/>
                  </a:lnTo>
                  <a:lnTo>
                    <a:pt x="4538543" y="2360517"/>
                  </a:lnTo>
                  <a:lnTo>
                    <a:pt x="4539727" y="2360450"/>
                  </a:lnTo>
                  <a:lnTo>
                    <a:pt x="4547481" y="2359968"/>
                  </a:lnTo>
                  <a:lnTo>
                    <a:pt x="4566913" y="2358636"/>
                  </a:lnTo>
                  <a:lnTo>
                    <a:pt x="4601359" y="2356019"/>
                  </a:lnTo>
                  <a:lnTo>
                    <a:pt x="4652097" y="2351726"/>
                  </a:lnTo>
                  <a:lnTo>
                    <a:pt x="4718268" y="2345459"/>
                  </a:lnTo>
                  <a:lnTo>
                    <a:pt x="4797181" y="2337036"/>
                  </a:lnTo>
                  <a:lnTo>
                    <a:pt x="4884975" y="2326393"/>
                  </a:lnTo>
                  <a:lnTo>
                    <a:pt x="4977425" y="2313544"/>
                  </a:lnTo>
                  <a:lnTo>
                    <a:pt x="5070647" y="2298542"/>
                  </a:lnTo>
                  <a:lnTo>
                    <a:pt x="5161555" y="2281422"/>
                  </a:lnTo>
                  <a:lnTo>
                    <a:pt x="5248027" y="2262168"/>
                  </a:lnTo>
                  <a:lnTo>
                    <a:pt x="5328865" y="2240686"/>
                  </a:lnTo>
                  <a:lnTo>
                    <a:pt x="5403631" y="2216794"/>
                  </a:lnTo>
                  <a:lnTo>
                    <a:pt x="5472448" y="2190219"/>
                  </a:lnTo>
                  <a:lnTo>
                    <a:pt x="5535817" y="2160604"/>
                  </a:lnTo>
                  <a:lnTo>
                    <a:pt x="5594467" y="2127519"/>
                  </a:lnTo>
                  <a:lnTo>
                    <a:pt x="5649243" y="2090490"/>
                  </a:lnTo>
                  <a:lnTo>
                    <a:pt x="5701025" y="2049045"/>
                  </a:lnTo>
                  <a:lnTo>
                    <a:pt x="5750651" y="2002796"/>
                  </a:lnTo>
                  <a:lnTo>
                    <a:pt x="5784835" y="1967097"/>
                  </a:lnTo>
                  <a:lnTo>
                    <a:pt x="5824676" y="1921627"/>
                  </a:lnTo>
                  <a:lnTo>
                    <a:pt x="5864137" y="1872603"/>
                  </a:lnTo>
                  <a:lnTo>
                    <a:pt x="5903484" y="1819955"/>
                  </a:lnTo>
                  <a:lnTo>
                    <a:pt x="5942919" y="1763678"/>
                  </a:lnTo>
                  <a:lnTo>
                    <a:pt x="5982591" y="1703843"/>
                  </a:lnTo>
                  <a:lnTo>
                    <a:pt x="6022600" y="1640600"/>
                  </a:lnTo>
                  <a:lnTo>
                    <a:pt x="6063000" y="1574185"/>
                  </a:lnTo>
                  <a:lnTo>
                    <a:pt x="6103804" y="1504917"/>
                  </a:lnTo>
                  <a:lnTo>
                    <a:pt x="6144990" y="1433200"/>
                  </a:lnTo>
                  <a:lnTo>
                    <a:pt x="6186504" y="1359511"/>
                  </a:lnTo>
                  <a:lnTo>
                    <a:pt x="6228265" y="1284389"/>
                  </a:lnTo>
                  <a:lnTo>
                    <a:pt x="6270177" y="1208421"/>
                  </a:lnTo>
                  <a:lnTo>
                    <a:pt x="6312131" y="1132223"/>
                  </a:lnTo>
                  <a:lnTo>
                    <a:pt x="6354014" y="1056417"/>
                  </a:lnTo>
                  <a:lnTo>
                    <a:pt x="6395720" y="981614"/>
                  </a:lnTo>
                  <a:lnTo>
                    <a:pt x="6437154" y="908390"/>
                  </a:lnTo>
                  <a:lnTo>
                    <a:pt x="6478245" y="837269"/>
                  </a:lnTo>
                  <a:lnTo>
                    <a:pt x="6518944" y="768710"/>
                  </a:lnTo>
                  <a:lnTo>
                    <a:pt x="6559239" y="703095"/>
                  </a:lnTo>
                  <a:lnTo>
                    <a:pt x="6599153" y="640722"/>
                  </a:lnTo>
                  <a:lnTo>
                    <a:pt x="6638752" y="581805"/>
                  </a:lnTo>
                  <a:lnTo>
                    <a:pt x="6678148" y="526471"/>
                  </a:lnTo>
                  <a:lnTo>
                    <a:pt x="6717502" y="474772"/>
                  </a:lnTo>
                  <a:lnTo>
                    <a:pt x="6757034" y="426685"/>
                  </a:lnTo>
                  <a:lnTo>
                    <a:pt x="6786527" y="393419"/>
                  </a:lnTo>
                  <a:lnTo>
                    <a:pt x="6835077" y="343653"/>
                  </a:lnTo>
                  <a:lnTo>
                    <a:pt x="6885253" y="298842"/>
                  </a:lnTo>
                  <a:lnTo>
                    <a:pt x="6937822" y="258738"/>
                  </a:lnTo>
                  <a:lnTo>
                    <a:pt x="6993643" y="222915"/>
                  </a:lnTo>
                  <a:lnTo>
                    <a:pt x="7053591" y="190894"/>
                  </a:lnTo>
                  <a:lnTo>
                    <a:pt x="7118489" y="162212"/>
                  </a:lnTo>
                  <a:lnTo>
                    <a:pt x="7189011" y="136457"/>
                  </a:lnTo>
                  <a:lnTo>
                    <a:pt x="7265565" y="113295"/>
                  </a:lnTo>
                  <a:lnTo>
                    <a:pt x="7348130" y="92481"/>
                  </a:lnTo>
                  <a:lnTo>
                    <a:pt x="7436065" y="73858"/>
                  </a:lnTo>
                  <a:lnTo>
                    <a:pt x="7527914" y="57358"/>
                  </a:lnTo>
                  <a:lnTo>
                    <a:pt x="7621271" y="42981"/>
                  </a:lnTo>
                  <a:lnTo>
                    <a:pt x="7712786" y="30774"/>
                  </a:lnTo>
                  <a:lnTo>
                    <a:pt x="7798414" y="20783"/>
                  </a:lnTo>
                  <a:lnTo>
                    <a:pt x="7873956" y="13003"/>
                  </a:lnTo>
                  <a:lnTo>
                    <a:pt x="7935811" y="7339"/>
                  </a:lnTo>
                  <a:lnTo>
                    <a:pt x="7981770" y="3573"/>
                  </a:lnTo>
                  <a:lnTo>
                    <a:pt x="8011587" y="1376"/>
                  </a:lnTo>
                  <a:lnTo>
                    <a:pt x="8027166" y="339"/>
                  </a:lnTo>
                  <a:lnTo>
                    <a:pt x="8032394" y="23"/>
                  </a:lnTo>
                  <a:lnTo>
                    <a:pt x="8032819" y="0"/>
                  </a:lnTo>
                  <a:lnTo>
                    <a:pt x="8554953" y="0"/>
                  </a:lnTo>
                  <a:lnTo>
                    <a:pt x="8554953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008" name="pl2008"/>
            <p:cNvSpPr/>
            <p:nvPr/>
          </p:nvSpPr>
          <p:spPr>
            <a:xfrm>
              <a:off x="386606" y="2868402"/>
              <a:ext cx="8554953" cy="3139827"/>
            </a:xfrm>
            <a:custGeom>
              <a:avLst/>
              <a:pathLst>
                <a:path w="8554953" h="3139827">
                  <a:moveTo>
                    <a:pt x="8554953" y="0"/>
                  </a:moveTo>
                  <a:lnTo>
                    <a:pt x="8032819" y="0"/>
                  </a:lnTo>
                  <a:lnTo>
                    <a:pt x="8031635" y="67"/>
                  </a:lnTo>
                  <a:lnTo>
                    <a:pt x="8023881" y="549"/>
                  </a:lnTo>
                  <a:lnTo>
                    <a:pt x="8004449" y="1880"/>
                  </a:lnTo>
                  <a:lnTo>
                    <a:pt x="7970003" y="4498"/>
                  </a:lnTo>
                  <a:lnTo>
                    <a:pt x="7919265" y="8790"/>
                  </a:lnTo>
                  <a:lnTo>
                    <a:pt x="7853094" y="15058"/>
                  </a:lnTo>
                  <a:lnTo>
                    <a:pt x="7774181" y="23480"/>
                  </a:lnTo>
                  <a:lnTo>
                    <a:pt x="7686387" y="34124"/>
                  </a:lnTo>
                  <a:lnTo>
                    <a:pt x="7593937" y="46972"/>
                  </a:lnTo>
                  <a:lnTo>
                    <a:pt x="7500714" y="61975"/>
                  </a:lnTo>
                  <a:lnTo>
                    <a:pt x="7409807" y="79095"/>
                  </a:lnTo>
                  <a:lnTo>
                    <a:pt x="7323335" y="98349"/>
                  </a:lnTo>
                  <a:lnTo>
                    <a:pt x="7242497" y="119831"/>
                  </a:lnTo>
                  <a:lnTo>
                    <a:pt x="7167731" y="143722"/>
                  </a:lnTo>
                  <a:lnTo>
                    <a:pt x="7098914" y="170297"/>
                  </a:lnTo>
                  <a:lnTo>
                    <a:pt x="7035545" y="199912"/>
                  </a:lnTo>
                  <a:lnTo>
                    <a:pt x="6976895" y="232998"/>
                  </a:lnTo>
                  <a:lnTo>
                    <a:pt x="6922119" y="270026"/>
                  </a:lnTo>
                  <a:lnTo>
                    <a:pt x="6870337" y="311471"/>
                  </a:lnTo>
                  <a:lnTo>
                    <a:pt x="6820711" y="357720"/>
                  </a:lnTo>
                  <a:lnTo>
                    <a:pt x="6786527" y="393419"/>
                  </a:lnTo>
                  <a:lnTo>
                    <a:pt x="6746686" y="438890"/>
                  </a:lnTo>
                  <a:lnTo>
                    <a:pt x="6707225" y="487914"/>
                  </a:lnTo>
                  <a:lnTo>
                    <a:pt x="6667878" y="540562"/>
                  </a:lnTo>
                  <a:lnTo>
                    <a:pt x="6628443" y="596838"/>
                  </a:lnTo>
                  <a:lnTo>
                    <a:pt x="6588771" y="656673"/>
                  </a:lnTo>
                  <a:lnTo>
                    <a:pt x="6548762" y="719916"/>
                  </a:lnTo>
                  <a:lnTo>
                    <a:pt x="6508362" y="786332"/>
                  </a:lnTo>
                  <a:lnTo>
                    <a:pt x="6467558" y="855599"/>
                  </a:lnTo>
                  <a:lnTo>
                    <a:pt x="6426372" y="927316"/>
                  </a:lnTo>
                  <a:lnTo>
                    <a:pt x="6384858" y="1001006"/>
                  </a:lnTo>
                  <a:lnTo>
                    <a:pt x="6343097" y="1076128"/>
                  </a:lnTo>
                  <a:lnTo>
                    <a:pt x="6301185" y="1152095"/>
                  </a:lnTo>
                  <a:lnTo>
                    <a:pt x="6259231" y="1228294"/>
                  </a:lnTo>
                  <a:lnTo>
                    <a:pt x="6217348" y="1304099"/>
                  </a:lnTo>
                  <a:lnTo>
                    <a:pt x="6175642" y="1378902"/>
                  </a:lnTo>
                  <a:lnTo>
                    <a:pt x="6134208" y="1452127"/>
                  </a:lnTo>
                  <a:lnTo>
                    <a:pt x="6093117" y="1523248"/>
                  </a:lnTo>
                  <a:lnTo>
                    <a:pt x="6052418" y="1591806"/>
                  </a:lnTo>
                  <a:lnTo>
                    <a:pt x="6012123" y="1657421"/>
                  </a:lnTo>
                  <a:lnTo>
                    <a:pt x="5972209" y="1719794"/>
                  </a:lnTo>
                  <a:lnTo>
                    <a:pt x="5932610" y="1778712"/>
                  </a:lnTo>
                  <a:lnTo>
                    <a:pt x="5893214" y="1834045"/>
                  </a:lnTo>
                  <a:lnTo>
                    <a:pt x="5853860" y="1885744"/>
                  </a:lnTo>
                  <a:lnTo>
                    <a:pt x="5814328" y="1933832"/>
                  </a:lnTo>
                  <a:lnTo>
                    <a:pt x="5784835" y="1967097"/>
                  </a:lnTo>
                  <a:lnTo>
                    <a:pt x="5736285" y="2016864"/>
                  </a:lnTo>
                  <a:lnTo>
                    <a:pt x="5686109" y="2061674"/>
                  </a:lnTo>
                  <a:lnTo>
                    <a:pt x="5633540" y="2101779"/>
                  </a:lnTo>
                  <a:lnTo>
                    <a:pt x="5577719" y="2137602"/>
                  </a:lnTo>
                  <a:lnTo>
                    <a:pt x="5517771" y="2169622"/>
                  </a:lnTo>
                  <a:lnTo>
                    <a:pt x="5452873" y="2198305"/>
                  </a:lnTo>
                  <a:lnTo>
                    <a:pt x="5382351" y="2224060"/>
                  </a:lnTo>
                  <a:lnTo>
                    <a:pt x="5305797" y="2247221"/>
                  </a:lnTo>
                  <a:lnTo>
                    <a:pt x="5223232" y="2268035"/>
                  </a:lnTo>
                  <a:lnTo>
                    <a:pt x="5135297" y="2286658"/>
                  </a:lnTo>
                  <a:lnTo>
                    <a:pt x="5043448" y="2303159"/>
                  </a:lnTo>
                  <a:lnTo>
                    <a:pt x="4950091" y="2317535"/>
                  </a:lnTo>
                  <a:lnTo>
                    <a:pt x="4858576" y="2329742"/>
                  </a:lnTo>
                  <a:lnTo>
                    <a:pt x="4772948" y="2339734"/>
                  </a:lnTo>
                  <a:lnTo>
                    <a:pt x="4697406" y="2347513"/>
                  </a:lnTo>
                  <a:lnTo>
                    <a:pt x="4635551" y="2353177"/>
                  </a:lnTo>
                  <a:lnTo>
                    <a:pt x="4589592" y="2356943"/>
                  </a:lnTo>
                  <a:lnTo>
                    <a:pt x="4559775" y="2359140"/>
                  </a:lnTo>
                  <a:lnTo>
                    <a:pt x="4544196" y="2360177"/>
                  </a:lnTo>
                  <a:lnTo>
                    <a:pt x="4538968" y="2360493"/>
                  </a:lnTo>
                  <a:lnTo>
                    <a:pt x="4538543" y="2360517"/>
                  </a:lnTo>
                  <a:lnTo>
                    <a:pt x="4016409" y="2360517"/>
                  </a:lnTo>
                  <a:lnTo>
                    <a:pt x="4015149" y="2360541"/>
                  </a:lnTo>
                  <a:lnTo>
                    <a:pt x="4006912" y="2360710"/>
                  </a:lnTo>
                  <a:lnTo>
                    <a:pt x="3986314" y="2361179"/>
                  </a:lnTo>
                  <a:lnTo>
                    <a:pt x="3949913" y="2362099"/>
                  </a:lnTo>
                  <a:lnTo>
                    <a:pt x="3896517" y="2363607"/>
                  </a:lnTo>
                  <a:lnTo>
                    <a:pt x="3827250" y="2365803"/>
                  </a:lnTo>
                  <a:lnTo>
                    <a:pt x="3745160" y="2368746"/>
                  </a:lnTo>
                  <a:lnTo>
                    <a:pt x="3654460" y="2372454"/>
                  </a:lnTo>
                  <a:lnTo>
                    <a:pt x="3559633" y="2376918"/>
                  </a:lnTo>
                  <a:lnTo>
                    <a:pt x="3464688" y="2382122"/>
                  </a:lnTo>
                  <a:lnTo>
                    <a:pt x="3372709" y="2388053"/>
                  </a:lnTo>
                  <a:lnTo>
                    <a:pt x="3285727" y="2394725"/>
                  </a:lnTo>
                  <a:lnTo>
                    <a:pt x="3204802" y="2402177"/>
                  </a:lnTo>
                  <a:lnTo>
                    <a:pt x="3130223" y="2410481"/>
                  </a:lnTo>
                  <a:lnTo>
                    <a:pt x="3061726" y="2419744"/>
                  </a:lnTo>
                  <a:lnTo>
                    <a:pt x="2998687" y="2430098"/>
                  </a:lnTo>
                  <a:lnTo>
                    <a:pt x="2940278" y="2441702"/>
                  </a:lnTo>
                  <a:lnTo>
                    <a:pt x="2885577" y="2454723"/>
                  </a:lnTo>
                  <a:lnTo>
                    <a:pt x="2833657" y="2469322"/>
                  </a:lnTo>
                  <a:lnTo>
                    <a:pt x="2783660" y="2485610"/>
                  </a:lnTo>
                  <a:lnTo>
                    <a:pt x="2770117" y="2490402"/>
                  </a:lnTo>
                  <a:lnTo>
                    <a:pt x="2718974" y="2509918"/>
                  </a:lnTo>
                  <a:lnTo>
                    <a:pt x="2668328" y="2531385"/>
                  </a:lnTo>
                  <a:lnTo>
                    <a:pt x="2617674" y="2554835"/>
                  </a:lnTo>
                  <a:lnTo>
                    <a:pt x="2566662" y="2580232"/>
                  </a:lnTo>
                  <a:lnTo>
                    <a:pt x="2515080" y="2607471"/>
                  </a:lnTo>
                  <a:lnTo>
                    <a:pt x="2462838" y="2636370"/>
                  </a:lnTo>
                  <a:lnTo>
                    <a:pt x="2409952" y="2666671"/>
                  </a:lnTo>
                  <a:lnTo>
                    <a:pt x="2356526" y="2698046"/>
                  </a:lnTo>
                  <a:lnTo>
                    <a:pt x="2302735" y="2730112"/>
                  </a:lnTo>
                  <a:lnTo>
                    <a:pt x="2248798" y="2762449"/>
                  </a:lnTo>
                  <a:lnTo>
                    <a:pt x="2194950" y="2794620"/>
                  </a:lnTo>
                  <a:lnTo>
                    <a:pt x="2141419" y="2826198"/>
                  </a:lnTo>
                  <a:lnTo>
                    <a:pt x="2088390" y="2856790"/>
                  </a:lnTo>
                  <a:lnTo>
                    <a:pt x="2035987" y="2886053"/>
                  </a:lnTo>
                  <a:lnTo>
                    <a:pt x="1984250" y="2913712"/>
                  </a:lnTo>
                  <a:lnTo>
                    <a:pt x="1933115" y="2939565"/>
                  </a:lnTo>
                  <a:lnTo>
                    <a:pt x="1882401" y="2963490"/>
                  </a:lnTo>
                  <a:lnTo>
                    <a:pt x="1831794" y="2985435"/>
                  </a:lnTo>
                  <a:lnTo>
                    <a:pt x="1780826" y="3005415"/>
                  </a:lnTo>
                  <a:lnTo>
                    <a:pt x="1768425" y="3009942"/>
                  </a:lnTo>
                  <a:lnTo>
                    <a:pt x="1718827" y="3026703"/>
                  </a:lnTo>
                  <a:lnTo>
                    <a:pt x="1667517" y="3041760"/>
                  </a:lnTo>
                  <a:lnTo>
                    <a:pt x="1613674" y="3055201"/>
                  </a:lnTo>
                  <a:lnTo>
                    <a:pt x="1556381" y="3067179"/>
                  </a:lnTo>
                  <a:lnTo>
                    <a:pt x="1494707" y="3077861"/>
                  </a:lnTo>
                  <a:lnTo>
                    <a:pt x="1427788" y="3087410"/>
                  </a:lnTo>
                  <a:lnTo>
                    <a:pt x="1354930" y="3095967"/>
                  </a:lnTo>
                  <a:lnTo>
                    <a:pt x="1275753" y="3103645"/>
                  </a:lnTo>
                  <a:lnTo>
                    <a:pt x="1190372" y="3110526"/>
                  </a:lnTo>
                  <a:lnTo>
                    <a:pt x="1099612" y="3116660"/>
                  </a:lnTo>
                  <a:lnTo>
                    <a:pt x="1005221" y="3122064"/>
                  </a:lnTo>
                  <a:lnTo>
                    <a:pt x="909995" y="3126734"/>
                  </a:lnTo>
                  <a:lnTo>
                    <a:pt x="817719" y="3130652"/>
                  </a:lnTo>
                  <a:lnTo>
                    <a:pt x="732807" y="3133806"/>
                  </a:lnTo>
                  <a:lnTo>
                    <a:pt x="659635" y="3136203"/>
                  </a:lnTo>
                  <a:lnTo>
                    <a:pt x="601659" y="3137892"/>
                  </a:lnTo>
                  <a:lnTo>
                    <a:pt x="560591" y="3138962"/>
                  </a:lnTo>
                  <a:lnTo>
                    <a:pt x="535889" y="3139541"/>
                  </a:lnTo>
                  <a:lnTo>
                    <a:pt x="524706" y="3139777"/>
                  </a:lnTo>
                  <a:lnTo>
                    <a:pt x="522160" y="3139826"/>
                  </a:lnTo>
                  <a:lnTo>
                    <a:pt x="522133" y="3139827"/>
                  </a:lnTo>
                  <a:lnTo>
                    <a:pt x="0" y="3139827"/>
                  </a:lnTo>
                  <a:lnTo>
                    <a:pt x="0" y="3139827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009" name="pg2009"/>
            <p:cNvSpPr/>
            <p:nvPr/>
          </p:nvSpPr>
          <p:spPr>
            <a:xfrm>
              <a:off x="386606" y="2444864"/>
              <a:ext cx="8554953" cy="3557717"/>
            </a:xfrm>
            <a:custGeom>
              <a:avLst/>
              <a:pathLst>
                <a:path w="8554953" h="3557717">
                  <a:moveTo>
                    <a:pt x="0" y="3557717"/>
                  </a:moveTo>
                  <a:lnTo>
                    <a:pt x="522133" y="3557717"/>
                  </a:lnTo>
                  <a:lnTo>
                    <a:pt x="523370" y="3557675"/>
                  </a:lnTo>
                  <a:lnTo>
                    <a:pt x="531464" y="3557372"/>
                  </a:lnTo>
                  <a:lnTo>
                    <a:pt x="551716" y="3556535"/>
                  </a:lnTo>
                  <a:lnTo>
                    <a:pt x="587538" y="3554892"/>
                  </a:lnTo>
                  <a:lnTo>
                    <a:pt x="640149" y="3552199"/>
                  </a:lnTo>
                  <a:lnTo>
                    <a:pt x="708505" y="3548273"/>
                  </a:lnTo>
                  <a:lnTo>
                    <a:pt x="789665" y="3543008"/>
                  </a:lnTo>
                  <a:lnTo>
                    <a:pt x="879520" y="3536368"/>
                  </a:lnTo>
                  <a:lnTo>
                    <a:pt x="973662" y="3528367"/>
                  </a:lnTo>
                  <a:lnTo>
                    <a:pt x="1068116" y="3519038"/>
                  </a:lnTo>
                  <a:lnTo>
                    <a:pt x="1159795" y="3508400"/>
                  </a:lnTo>
                  <a:lnTo>
                    <a:pt x="1246640" y="3496435"/>
                  </a:lnTo>
                  <a:lnTo>
                    <a:pt x="1327549" y="3483075"/>
                  </a:lnTo>
                  <a:lnTo>
                    <a:pt x="1402188" y="3468196"/>
                  </a:lnTo>
                  <a:lnTo>
                    <a:pt x="1470782" y="3451615"/>
                  </a:lnTo>
                  <a:lnTo>
                    <a:pt x="1533916" y="3433096"/>
                  </a:lnTo>
                  <a:lnTo>
                    <a:pt x="1592390" y="3412361"/>
                  </a:lnTo>
                  <a:lnTo>
                    <a:pt x="1647106" y="3389110"/>
                  </a:lnTo>
                  <a:lnTo>
                    <a:pt x="1698976" y="3363054"/>
                  </a:lnTo>
                  <a:lnTo>
                    <a:pt x="1748855" y="3333979"/>
                  </a:lnTo>
                  <a:lnTo>
                    <a:pt x="1768425" y="3321477"/>
                  </a:lnTo>
                  <a:lnTo>
                    <a:pt x="1814752" y="3289496"/>
                  </a:lnTo>
                  <a:lnTo>
                    <a:pt x="1860626" y="3254614"/>
                  </a:lnTo>
                  <a:lnTo>
                    <a:pt x="1906441" y="3216777"/>
                  </a:lnTo>
                  <a:lnTo>
                    <a:pt x="1952482" y="3176011"/>
                  </a:lnTo>
                  <a:lnTo>
                    <a:pt x="1998938" y="3132425"/>
                  </a:lnTo>
                  <a:lnTo>
                    <a:pt x="2045913" y="3086221"/>
                  </a:lnTo>
                  <a:lnTo>
                    <a:pt x="2093435" y="3037694"/>
                  </a:lnTo>
                  <a:lnTo>
                    <a:pt x="2141463" y="2987230"/>
                  </a:lnTo>
                  <a:lnTo>
                    <a:pt x="2189905" y="2935294"/>
                  </a:lnTo>
                  <a:lnTo>
                    <a:pt x="2238622" y="2882417"/>
                  </a:lnTo>
                  <a:lnTo>
                    <a:pt x="2287449" y="2829170"/>
                  </a:lnTo>
                  <a:lnTo>
                    <a:pt x="2336210" y="2776143"/>
                  </a:lnTo>
                  <a:lnTo>
                    <a:pt x="2384736" y="2723915"/>
                  </a:lnTo>
                  <a:lnTo>
                    <a:pt x="2432881" y="2673027"/>
                  </a:lnTo>
                  <a:lnTo>
                    <a:pt x="2480539" y="2623965"/>
                  </a:lnTo>
                  <a:lnTo>
                    <a:pt x="2527653" y="2577136"/>
                  </a:lnTo>
                  <a:lnTo>
                    <a:pt x="2574235" y="2532858"/>
                  </a:lnTo>
                  <a:lnTo>
                    <a:pt x="2620368" y="2491357"/>
                  </a:lnTo>
                  <a:lnTo>
                    <a:pt x="2666218" y="2452767"/>
                  </a:lnTo>
                  <a:lnTo>
                    <a:pt x="2712044" y="2417132"/>
                  </a:lnTo>
                  <a:lnTo>
                    <a:pt x="2758211" y="2384418"/>
                  </a:lnTo>
                  <a:lnTo>
                    <a:pt x="2770117" y="2376517"/>
                  </a:lnTo>
                  <a:lnTo>
                    <a:pt x="2819408" y="2346207"/>
                  </a:lnTo>
                  <a:lnTo>
                    <a:pt x="2870385" y="2318962"/>
                  </a:lnTo>
                  <a:lnTo>
                    <a:pt x="2923854" y="2294621"/>
                  </a:lnTo>
                  <a:lnTo>
                    <a:pt x="2980713" y="2272915"/>
                  </a:lnTo>
                  <a:lnTo>
                    <a:pt x="3041878" y="2253544"/>
                  </a:lnTo>
                  <a:lnTo>
                    <a:pt x="3108202" y="2236218"/>
                  </a:lnTo>
                  <a:lnTo>
                    <a:pt x="3180370" y="2220683"/>
                  </a:lnTo>
                  <a:lnTo>
                    <a:pt x="3258774" y="2206734"/>
                  </a:lnTo>
                  <a:lnTo>
                    <a:pt x="3343327" y="2194222"/>
                  </a:lnTo>
                  <a:lnTo>
                    <a:pt x="3433262" y="2183057"/>
                  </a:lnTo>
                  <a:lnTo>
                    <a:pt x="3526919" y="2173204"/>
                  </a:lnTo>
                  <a:lnTo>
                    <a:pt x="3621619" y="2164667"/>
                  </a:lnTo>
                  <a:lnTo>
                    <a:pt x="3713708" y="2157479"/>
                  </a:lnTo>
                  <a:lnTo>
                    <a:pt x="3798878" y="2151665"/>
                  </a:lnTo>
                  <a:lnTo>
                    <a:pt x="3872796" y="2147211"/>
                  </a:lnTo>
                  <a:lnTo>
                    <a:pt x="3931953" y="2144043"/>
                  </a:lnTo>
                  <a:lnTo>
                    <a:pt x="3974478" y="2142006"/>
                  </a:lnTo>
                  <a:lnTo>
                    <a:pt x="4000669" y="2140878"/>
                  </a:lnTo>
                  <a:lnTo>
                    <a:pt x="4013091" y="2140395"/>
                  </a:lnTo>
                  <a:lnTo>
                    <a:pt x="4016409" y="2140277"/>
                  </a:lnTo>
                  <a:lnTo>
                    <a:pt x="4538543" y="2140277"/>
                  </a:lnTo>
                  <a:lnTo>
                    <a:pt x="4539742" y="2140216"/>
                  </a:lnTo>
                  <a:lnTo>
                    <a:pt x="4547589" y="2139774"/>
                  </a:lnTo>
                  <a:lnTo>
                    <a:pt x="4567246" y="2138555"/>
                  </a:lnTo>
                  <a:lnTo>
                    <a:pt x="4602071" y="2136158"/>
                  </a:lnTo>
                  <a:lnTo>
                    <a:pt x="4653326" y="2132228"/>
                  </a:lnTo>
                  <a:lnTo>
                    <a:pt x="4720102" y="2126494"/>
                  </a:lnTo>
                  <a:lnTo>
                    <a:pt x="4799639" y="2118791"/>
                  </a:lnTo>
                  <a:lnTo>
                    <a:pt x="4888008" y="2109063"/>
                  </a:lnTo>
                  <a:lnTo>
                    <a:pt x="4980933" y="2097325"/>
                  </a:lnTo>
                  <a:lnTo>
                    <a:pt x="5074504" y="2083625"/>
                  </a:lnTo>
                  <a:lnTo>
                    <a:pt x="5165633" y="2067995"/>
                  </a:lnTo>
                  <a:lnTo>
                    <a:pt x="5252214" y="2050416"/>
                  </a:lnTo>
                  <a:lnTo>
                    <a:pt x="5333077" y="2030799"/>
                  </a:lnTo>
                  <a:lnTo>
                    <a:pt x="5407810" y="2008974"/>
                  </a:lnTo>
                  <a:lnTo>
                    <a:pt x="5476566" y="1984685"/>
                  </a:lnTo>
                  <a:lnTo>
                    <a:pt x="5539869" y="1957600"/>
                  </a:lnTo>
                  <a:lnTo>
                    <a:pt x="5598468" y="1927324"/>
                  </a:lnTo>
                  <a:lnTo>
                    <a:pt x="5653224" y="1893420"/>
                  </a:lnTo>
                  <a:lnTo>
                    <a:pt x="5705026" y="1855459"/>
                  </a:lnTo>
                  <a:lnTo>
                    <a:pt x="5754718" y="1813096"/>
                  </a:lnTo>
                  <a:lnTo>
                    <a:pt x="5784835" y="1784506"/>
                  </a:lnTo>
                  <a:lnTo>
                    <a:pt x="5826075" y="1741875"/>
                  </a:lnTo>
                  <a:lnTo>
                    <a:pt x="5866919" y="1695797"/>
                  </a:lnTo>
                  <a:lnTo>
                    <a:pt x="5907657" y="1646204"/>
                  </a:lnTo>
                  <a:lnTo>
                    <a:pt x="5948509" y="1593097"/>
                  </a:lnTo>
                  <a:lnTo>
                    <a:pt x="5989633" y="1536558"/>
                  </a:lnTo>
                  <a:lnTo>
                    <a:pt x="6031132" y="1476750"/>
                  </a:lnTo>
                  <a:lnTo>
                    <a:pt x="6073055" y="1413926"/>
                  </a:lnTo>
                  <a:lnTo>
                    <a:pt x="6115410" y="1348427"/>
                  </a:lnTo>
                  <a:lnTo>
                    <a:pt x="6158160" y="1280678"/>
                  </a:lnTo>
                  <a:lnTo>
                    <a:pt x="6201237" y="1211178"/>
                  </a:lnTo>
                  <a:lnTo>
                    <a:pt x="6244544" y="1140487"/>
                  </a:lnTo>
                  <a:lnTo>
                    <a:pt x="6287968" y="1069205"/>
                  </a:lnTo>
                  <a:lnTo>
                    <a:pt x="6331385" y="997956"/>
                  </a:lnTo>
                  <a:lnTo>
                    <a:pt x="6374674" y="927362"/>
                  </a:lnTo>
                  <a:lnTo>
                    <a:pt x="6417720" y="858021"/>
                  </a:lnTo>
                  <a:lnTo>
                    <a:pt x="6460431" y="790486"/>
                  </a:lnTo>
                  <a:lnTo>
                    <a:pt x="6502741" y="725251"/>
                  </a:lnTo>
                  <a:lnTo>
                    <a:pt x="6544619" y="662730"/>
                  </a:lnTo>
                  <a:lnTo>
                    <a:pt x="6586075" y="603256"/>
                  </a:lnTo>
                  <a:lnTo>
                    <a:pt x="6627165" y="547071"/>
                  </a:lnTo>
                  <a:lnTo>
                    <a:pt x="6667996" y="494332"/>
                  </a:lnTo>
                  <a:lnTo>
                    <a:pt x="6708734" y="445111"/>
                  </a:lnTo>
                  <a:lnTo>
                    <a:pt x="6749605" y="399400"/>
                  </a:lnTo>
                  <a:lnTo>
                    <a:pt x="6786527" y="361418"/>
                  </a:lnTo>
                  <a:lnTo>
                    <a:pt x="6835282" y="316236"/>
                  </a:lnTo>
                  <a:lnTo>
                    <a:pt x="6885681" y="275572"/>
                  </a:lnTo>
                  <a:lnTo>
                    <a:pt x="6938499" y="239197"/>
                  </a:lnTo>
                  <a:lnTo>
                    <a:pt x="6994607" y="206720"/>
                  </a:lnTo>
                  <a:lnTo>
                    <a:pt x="7054892" y="177704"/>
                  </a:lnTo>
                  <a:lnTo>
                    <a:pt x="7120183" y="151722"/>
                  </a:lnTo>
                  <a:lnTo>
                    <a:pt x="7191160" y="128402"/>
                  </a:lnTo>
                  <a:lnTo>
                    <a:pt x="7268225" y="107439"/>
                  </a:lnTo>
                  <a:lnTo>
                    <a:pt x="7351341" y="88611"/>
                  </a:lnTo>
                  <a:lnTo>
                    <a:pt x="7439831" y="71777"/>
                  </a:lnTo>
                  <a:lnTo>
                    <a:pt x="7532187" y="56877"/>
                  </a:lnTo>
                  <a:lnTo>
                    <a:pt x="7625928" y="43916"/>
                  </a:lnTo>
                  <a:lnTo>
                    <a:pt x="7717619" y="32935"/>
                  </a:lnTo>
                  <a:lnTo>
                    <a:pt x="7803142" y="23976"/>
                  </a:lnTo>
                  <a:lnTo>
                    <a:pt x="7878259" y="17031"/>
                  </a:lnTo>
                  <a:lnTo>
                    <a:pt x="7939387" y="12006"/>
                  </a:lnTo>
                  <a:lnTo>
                    <a:pt x="7984406" y="8695"/>
                  </a:lnTo>
                  <a:lnTo>
                    <a:pt x="8013214" y="6790"/>
                  </a:lnTo>
                  <a:lnTo>
                    <a:pt x="8027895" y="5913"/>
                  </a:lnTo>
                  <a:lnTo>
                    <a:pt x="8032526" y="5661"/>
                  </a:lnTo>
                  <a:lnTo>
                    <a:pt x="8032819" y="5647"/>
                  </a:lnTo>
                  <a:lnTo>
                    <a:pt x="8554953" y="5647"/>
                  </a:lnTo>
                  <a:lnTo>
                    <a:pt x="8554953" y="0"/>
                  </a:lnTo>
                  <a:lnTo>
                    <a:pt x="8032819" y="0"/>
                  </a:lnTo>
                  <a:lnTo>
                    <a:pt x="8031620" y="61"/>
                  </a:lnTo>
                  <a:lnTo>
                    <a:pt x="8023773" y="502"/>
                  </a:lnTo>
                  <a:lnTo>
                    <a:pt x="8004116" y="1722"/>
                  </a:lnTo>
                  <a:lnTo>
                    <a:pt x="7969291" y="4119"/>
                  </a:lnTo>
                  <a:lnTo>
                    <a:pt x="7918036" y="8048"/>
                  </a:lnTo>
                  <a:lnTo>
                    <a:pt x="7851260" y="13783"/>
                  </a:lnTo>
                  <a:lnTo>
                    <a:pt x="7771723" y="21486"/>
                  </a:lnTo>
                  <a:lnTo>
                    <a:pt x="7683354" y="31214"/>
                  </a:lnTo>
                  <a:lnTo>
                    <a:pt x="7590429" y="42952"/>
                  </a:lnTo>
                  <a:lnTo>
                    <a:pt x="7496858" y="56652"/>
                  </a:lnTo>
                  <a:lnTo>
                    <a:pt x="7405729" y="72282"/>
                  </a:lnTo>
                  <a:lnTo>
                    <a:pt x="7319148" y="89861"/>
                  </a:lnTo>
                  <a:lnTo>
                    <a:pt x="7238285" y="109477"/>
                  </a:lnTo>
                  <a:lnTo>
                    <a:pt x="7163552" y="131303"/>
                  </a:lnTo>
                  <a:lnTo>
                    <a:pt x="7094796" y="155592"/>
                  </a:lnTo>
                  <a:lnTo>
                    <a:pt x="7031493" y="182677"/>
                  </a:lnTo>
                  <a:lnTo>
                    <a:pt x="6972894" y="212953"/>
                  </a:lnTo>
                  <a:lnTo>
                    <a:pt x="6918138" y="246857"/>
                  </a:lnTo>
                  <a:lnTo>
                    <a:pt x="6866336" y="284818"/>
                  </a:lnTo>
                  <a:lnTo>
                    <a:pt x="6816644" y="327181"/>
                  </a:lnTo>
                  <a:lnTo>
                    <a:pt x="6786527" y="355771"/>
                  </a:lnTo>
                  <a:lnTo>
                    <a:pt x="6745287" y="398402"/>
                  </a:lnTo>
                  <a:lnTo>
                    <a:pt x="6704443" y="444480"/>
                  </a:lnTo>
                  <a:lnTo>
                    <a:pt x="6663705" y="494073"/>
                  </a:lnTo>
                  <a:lnTo>
                    <a:pt x="6622853" y="547180"/>
                  </a:lnTo>
                  <a:lnTo>
                    <a:pt x="6581729" y="603719"/>
                  </a:lnTo>
                  <a:lnTo>
                    <a:pt x="6540230" y="663527"/>
                  </a:lnTo>
                  <a:lnTo>
                    <a:pt x="6498307" y="726351"/>
                  </a:lnTo>
                  <a:lnTo>
                    <a:pt x="6455952" y="791850"/>
                  </a:lnTo>
                  <a:lnTo>
                    <a:pt x="6413202" y="859598"/>
                  </a:lnTo>
                  <a:lnTo>
                    <a:pt x="6370125" y="929098"/>
                  </a:lnTo>
                  <a:lnTo>
                    <a:pt x="6326818" y="999790"/>
                  </a:lnTo>
                  <a:lnTo>
                    <a:pt x="6283394" y="1071072"/>
                  </a:lnTo>
                  <a:lnTo>
                    <a:pt x="6239976" y="1142321"/>
                  </a:lnTo>
                  <a:lnTo>
                    <a:pt x="6196688" y="1212915"/>
                  </a:lnTo>
                  <a:lnTo>
                    <a:pt x="6153642" y="1282256"/>
                  </a:lnTo>
                  <a:lnTo>
                    <a:pt x="6110931" y="1349790"/>
                  </a:lnTo>
                  <a:lnTo>
                    <a:pt x="6068621" y="1415026"/>
                  </a:lnTo>
                  <a:lnTo>
                    <a:pt x="6026743" y="1477547"/>
                  </a:lnTo>
                  <a:lnTo>
                    <a:pt x="5985287" y="1537021"/>
                  </a:lnTo>
                  <a:lnTo>
                    <a:pt x="5944197" y="1593206"/>
                  </a:lnTo>
                  <a:lnTo>
                    <a:pt x="5903365" y="1645944"/>
                  </a:lnTo>
                  <a:lnTo>
                    <a:pt x="5862628" y="1695166"/>
                  </a:lnTo>
                  <a:lnTo>
                    <a:pt x="5821757" y="1740877"/>
                  </a:lnTo>
                  <a:lnTo>
                    <a:pt x="5784835" y="1778858"/>
                  </a:lnTo>
                  <a:lnTo>
                    <a:pt x="5736079" y="1824040"/>
                  </a:lnTo>
                  <a:lnTo>
                    <a:pt x="5685681" y="1864704"/>
                  </a:lnTo>
                  <a:lnTo>
                    <a:pt x="5632863" y="1901080"/>
                  </a:lnTo>
                  <a:lnTo>
                    <a:pt x="5576755" y="1933557"/>
                  </a:lnTo>
                  <a:lnTo>
                    <a:pt x="5516470" y="1962573"/>
                  </a:lnTo>
                  <a:lnTo>
                    <a:pt x="5451179" y="1988555"/>
                  </a:lnTo>
                  <a:lnTo>
                    <a:pt x="5380202" y="2011875"/>
                  </a:lnTo>
                  <a:lnTo>
                    <a:pt x="5303137" y="2032837"/>
                  </a:lnTo>
                  <a:lnTo>
                    <a:pt x="5220021" y="2051666"/>
                  </a:lnTo>
                  <a:lnTo>
                    <a:pt x="5131531" y="2068500"/>
                  </a:lnTo>
                  <a:lnTo>
                    <a:pt x="5039175" y="2083400"/>
                  </a:lnTo>
                  <a:lnTo>
                    <a:pt x="4945434" y="2096361"/>
                  </a:lnTo>
                  <a:lnTo>
                    <a:pt x="4853743" y="2107342"/>
                  </a:lnTo>
                  <a:lnTo>
                    <a:pt x="4768219" y="2116301"/>
                  </a:lnTo>
                  <a:lnTo>
                    <a:pt x="4693103" y="2123246"/>
                  </a:lnTo>
                  <a:lnTo>
                    <a:pt x="4631975" y="2128271"/>
                  </a:lnTo>
                  <a:lnTo>
                    <a:pt x="4586956" y="2131582"/>
                  </a:lnTo>
                  <a:lnTo>
                    <a:pt x="4558148" y="2133487"/>
                  </a:lnTo>
                  <a:lnTo>
                    <a:pt x="4543467" y="2134364"/>
                  </a:lnTo>
                  <a:lnTo>
                    <a:pt x="4538836" y="2134615"/>
                  </a:lnTo>
                  <a:lnTo>
                    <a:pt x="4538543" y="2134630"/>
                  </a:lnTo>
                  <a:lnTo>
                    <a:pt x="4016409" y="2134630"/>
                  </a:lnTo>
                  <a:lnTo>
                    <a:pt x="4015172" y="2134673"/>
                  </a:lnTo>
                  <a:lnTo>
                    <a:pt x="4007078" y="2134975"/>
                  </a:lnTo>
                  <a:lnTo>
                    <a:pt x="3986827" y="2135812"/>
                  </a:lnTo>
                  <a:lnTo>
                    <a:pt x="3951004" y="2137456"/>
                  </a:lnTo>
                  <a:lnTo>
                    <a:pt x="3898394" y="2140149"/>
                  </a:lnTo>
                  <a:lnTo>
                    <a:pt x="3830037" y="2144074"/>
                  </a:lnTo>
                  <a:lnTo>
                    <a:pt x="3748877" y="2149339"/>
                  </a:lnTo>
                  <a:lnTo>
                    <a:pt x="3659022" y="2155980"/>
                  </a:lnTo>
                  <a:lnTo>
                    <a:pt x="3564880" y="2163980"/>
                  </a:lnTo>
                  <a:lnTo>
                    <a:pt x="3470426" y="2173309"/>
                  </a:lnTo>
                  <a:lnTo>
                    <a:pt x="3378747" y="2183948"/>
                  </a:lnTo>
                  <a:lnTo>
                    <a:pt x="3291902" y="2195913"/>
                  </a:lnTo>
                  <a:lnTo>
                    <a:pt x="3210994" y="2209272"/>
                  </a:lnTo>
                  <a:lnTo>
                    <a:pt x="3136354" y="2224151"/>
                  </a:lnTo>
                  <a:lnTo>
                    <a:pt x="3067761" y="2240733"/>
                  </a:lnTo>
                  <a:lnTo>
                    <a:pt x="3004627" y="2259252"/>
                  </a:lnTo>
                  <a:lnTo>
                    <a:pt x="2946152" y="2279987"/>
                  </a:lnTo>
                  <a:lnTo>
                    <a:pt x="2891437" y="2303238"/>
                  </a:lnTo>
                  <a:lnTo>
                    <a:pt x="2839566" y="2329293"/>
                  </a:lnTo>
                  <a:lnTo>
                    <a:pt x="2789688" y="2358369"/>
                  </a:lnTo>
                  <a:lnTo>
                    <a:pt x="2770117" y="2370870"/>
                  </a:lnTo>
                  <a:lnTo>
                    <a:pt x="2723791" y="2402851"/>
                  </a:lnTo>
                  <a:lnTo>
                    <a:pt x="2677916" y="2437734"/>
                  </a:lnTo>
                  <a:lnTo>
                    <a:pt x="2632101" y="2475570"/>
                  </a:lnTo>
                  <a:lnTo>
                    <a:pt x="2586060" y="2516336"/>
                  </a:lnTo>
                  <a:lnTo>
                    <a:pt x="2539604" y="2559922"/>
                  </a:lnTo>
                  <a:lnTo>
                    <a:pt x="2492629" y="2606126"/>
                  </a:lnTo>
                  <a:lnTo>
                    <a:pt x="2445108" y="2654653"/>
                  </a:lnTo>
                  <a:lnTo>
                    <a:pt x="2397079" y="2705118"/>
                  </a:lnTo>
                  <a:lnTo>
                    <a:pt x="2348637" y="2757053"/>
                  </a:lnTo>
                  <a:lnTo>
                    <a:pt x="2299921" y="2809930"/>
                  </a:lnTo>
                  <a:lnTo>
                    <a:pt x="2251094" y="2863177"/>
                  </a:lnTo>
                  <a:lnTo>
                    <a:pt x="2202332" y="2916204"/>
                  </a:lnTo>
                  <a:lnTo>
                    <a:pt x="2153806" y="2968433"/>
                  </a:lnTo>
                  <a:lnTo>
                    <a:pt x="2105661" y="3019320"/>
                  </a:lnTo>
                  <a:lnTo>
                    <a:pt x="2058004" y="3068382"/>
                  </a:lnTo>
                  <a:lnTo>
                    <a:pt x="2010889" y="3115212"/>
                  </a:lnTo>
                  <a:lnTo>
                    <a:pt x="1964307" y="3159489"/>
                  </a:lnTo>
                  <a:lnTo>
                    <a:pt x="1918174" y="3200990"/>
                  </a:lnTo>
                  <a:lnTo>
                    <a:pt x="1872324" y="3239581"/>
                  </a:lnTo>
                  <a:lnTo>
                    <a:pt x="1826498" y="3275216"/>
                  </a:lnTo>
                  <a:lnTo>
                    <a:pt x="1780331" y="3307929"/>
                  </a:lnTo>
                  <a:lnTo>
                    <a:pt x="1768425" y="3315830"/>
                  </a:lnTo>
                  <a:lnTo>
                    <a:pt x="1719134" y="3346140"/>
                  </a:lnTo>
                  <a:lnTo>
                    <a:pt x="1668157" y="3373386"/>
                  </a:lnTo>
                  <a:lnTo>
                    <a:pt x="1614689" y="3397727"/>
                  </a:lnTo>
                  <a:lnTo>
                    <a:pt x="1557829" y="3419432"/>
                  </a:lnTo>
                  <a:lnTo>
                    <a:pt x="1496664" y="3438803"/>
                  </a:lnTo>
                  <a:lnTo>
                    <a:pt x="1430341" y="3456129"/>
                  </a:lnTo>
                  <a:lnTo>
                    <a:pt x="1358172" y="3471665"/>
                  </a:lnTo>
                  <a:lnTo>
                    <a:pt x="1279768" y="3485614"/>
                  </a:lnTo>
                  <a:lnTo>
                    <a:pt x="1195215" y="3498126"/>
                  </a:lnTo>
                  <a:lnTo>
                    <a:pt x="1105280" y="3509290"/>
                  </a:lnTo>
                  <a:lnTo>
                    <a:pt x="1011624" y="3519144"/>
                  </a:lnTo>
                  <a:lnTo>
                    <a:pt x="916923" y="3527680"/>
                  </a:lnTo>
                  <a:lnTo>
                    <a:pt x="824834" y="3534868"/>
                  </a:lnTo>
                  <a:lnTo>
                    <a:pt x="739664" y="3540683"/>
                  </a:lnTo>
                  <a:lnTo>
                    <a:pt x="665746" y="3545136"/>
                  </a:lnTo>
                  <a:lnTo>
                    <a:pt x="606589" y="3548304"/>
                  </a:lnTo>
                  <a:lnTo>
                    <a:pt x="564064" y="3550342"/>
                  </a:lnTo>
                  <a:lnTo>
                    <a:pt x="537873" y="3551470"/>
                  </a:lnTo>
                  <a:lnTo>
                    <a:pt x="525451" y="3551953"/>
                  </a:lnTo>
                  <a:lnTo>
                    <a:pt x="522133" y="3552070"/>
                  </a:lnTo>
                  <a:lnTo>
                    <a:pt x="0" y="3552070"/>
                  </a:lnTo>
                  <a:close/>
                </a:path>
              </a:pathLst>
            </a:custGeom>
            <a:solidFill>
              <a:srgbClr val="A1D492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2010" name="pl2010"/>
            <p:cNvSpPr/>
            <p:nvPr/>
          </p:nvSpPr>
          <p:spPr>
            <a:xfrm>
              <a:off x="386606" y="2450511"/>
              <a:ext cx="8554953" cy="3552070"/>
            </a:xfrm>
            <a:custGeom>
              <a:avLst/>
              <a:pathLst>
                <a:path w="8554953" h="3552070">
                  <a:moveTo>
                    <a:pt x="0" y="3552070"/>
                  </a:moveTo>
                  <a:lnTo>
                    <a:pt x="522133" y="3552070"/>
                  </a:lnTo>
                  <a:lnTo>
                    <a:pt x="523370" y="3552028"/>
                  </a:lnTo>
                  <a:lnTo>
                    <a:pt x="531464" y="3551725"/>
                  </a:lnTo>
                  <a:lnTo>
                    <a:pt x="551716" y="3550888"/>
                  </a:lnTo>
                  <a:lnTo>
                    <a:pt x="587538" y="3549245"/>
                  </a:lnTo>
                  <a:lnTo>
                    <a:pt x="640149" y="3546551"/>
                  </a:lnTo>
                  <a:lnTo>
                    <a:pt x="708505" y="3542626"/>
                  </a:lnTo>
                  <a:lnTo>
                    <a:pt x="789665" y="3537361"/>
                  </a:lnTo>
                  <a:lnTo>
                    <a:pt x="879520" y="3530721"/>
                  </a:lnTo>
                  <a:lnTo>
                    <a:pt x="973662" y="3522720"/>
                  </a:lnTo>
                  <a:lnTo>
                    <a:pt x="1068116" y="3513391"/>
                  </a:lnTo>
                  <a:lnTo>
                    <a:pt x="1159795" y="3502752"/>
                  </a:lnTo>
                  <a:lnTo>
                    <a:pt x="1246640" y="3490788"/>
                  </a:lnTo>
                  <a:lnTo>
                    <a:pt x="1327549" y="3477428"/>
                  </a:lnTo>
                  <a:lnTo>
                    <a:pt x="1402188" y="3462549"/>
                  </a:lnTo>
                  <a:lnTo>
                    <a:pt x="1470782" y="3445968"/>
                  </a:lnTo>
                  <a:lnTo>
                    <a:pt x="1533916" y="3427448"/>
                  </a:lnTo>
                  <a:lnTo>
                    <a:pt x="1592390" y="3406714"/>
                  </a:lnTo>
                  <a:lnTo>
                    <a:pt x="1647106" y="3383463"/>
                  </a:lnTo>
                  <a:lnTo>
                    <a:pt x="1698976" y="3357407"/>
                  </a:lnTo>
                  <a:lnTo>
                    <a:pt x="1748855" y="3328331"/>
                  </a:lnTo>
                  <a:lnTo>
                    <a:pt x="1768425" y="3315830"/>
                  </a:lnTo>
                  <a:lnTo>
                    <a:pt x="1814752" y="3283849"/>
                  </a:lnTo>
                  <a:lnTo>
                    <a:pt x="1860626" y="3248967"/>
                  </a:lnTo>
                  <a:lnTo>
                    <a:pt x="1906441" y="3211130"/>
                  </a:lnTo>
                  <a:lnTo>
                    <a:pt x="1952482" y="3170364"/>
                  </a:lnTo>
                  <a:lnTo>
                    <a:pt x="1998938" y="3126778"/>
                  </a:lnTo>
                  <a:lnTo>
                    <a:pt x="2045913" y="3080574"/>
                  </a:lnTo>
                  <a:lnTo>
                    <a:pt x="2093435" y="3032047"/>
                  </a:lnTo>
                  <a:lnTo>
                    <a:pt x="2141463" y="2981583"/>
                  </a:lnTo>
                  <a:lnTo>
                    <a:pt x="2189905" y="2929647"/>
                  </a:lnTo>
                  <a:lnTo>
                    <a:pt x="2238622" y="2876770"/>
                  </a:lnTo>
                  <a:lnTo>
                    <a:pt x="2287449" y="2823523"/>
                  </a:lnTo>
                  <a:lnTo>
                    <a:pt x="2336210" y="2770496"/>
                  </a:lnTo>
                  <a:lnTo>
                    <a:pt x="2384736" y="2718268"/>
                  </a:lnTo>
                  <a:lnTo>
                    <a:pt x="2432881" y="2667380"/>
                  </a:lnTo>
                  <a:lnTo>
                    <a:pt x="2480539" y="2618318"/>
                  </a:lnTo>
                  <a:lnTo>
                    <a:pt x="2527653" y="2571489"/>
                  </a:lnTo>
                  <a:lnTo>
                    <a:pt x="2574235" y="2527211"/>
                  </a:lnTo>
                  <a:lnTo>
                    <a:pt x="2620368" y="2485710"/>
                  </a:lnTo>
                  <a:lnTo>
                    <a:pt x="2666218" y="2447120"/>
                  </a:lnTo>
                  <a:lnTo>
                    <a:pt x="2712044" y="2411484"/>
                  </a:lnTo>
                  <a:lnTo>
                    <a:pt x="2758211" y="2378771"/>
                  </a:lnTo>
                  <a:lnTo>
                    <a:pt x="2770117" y="2370870"/>
                  </a:lnTo>
                  <a:lnTo>
                    <a:pt x="2819408" y="2340560"/>
                  </a:lnTo>
                  <a:lnTo>
                    <a:pt x="2870385" y="2313315"/>
                  </a:lnTo>
                  <a:lnTo>
                    <a:pt x="2923854" y="2288973"/>
                  </a:lnTo>
                  <a:lnTo>
                    <a:pt x="2980713" y="2267268"/>
                  </a:lnTo>
                  <a:lnTo>
                    <a:pt x="3041878" y="2247897"/>
                  </a:lnTo>
                  <a:lnTo>
                    <a:pt x="3108202" y="2230571"/>
                  </a:lnTo>
                  <a:lnTo>
                    <a:pt x="3180370" y="2215036"/>
                  </a:lnTo>
                  <a:lnTo>
                    <a:pt x="3258774" y="2201086"/>
                  </a:lnTo>
                  <a:lnTo>
                    <a:pt x="3343327" y="2188575"/>
                  </a:lnTo>
                  <a:lnTo>
                    <a:pt x="3433262" y="2177410"/>
                  </a:lnTo>
                  <a:lnTo>
                    <a:pt x="3526919" y="2167556"/>
                  </a:lnTo>
                  <a:lnTo>
                    <a:pt x="3621619" y="2159020"/>
                  </a:lnTo>
                  <a:lnTo>
                    <a:pt x="3713708" y="2151832"/>
                  </a:lnTo>
                  <a:lnTo>
                    <a:pt x="3798878" y="2146017"/>
                  </a:lnTo>
                  <a:lnTo>
                    <a:pt x="3872796" y="2141564"/>
                  </a:lnTo>
                  <a:lnTo>
                    <a:pt x="3931953" y="2138396"/>
                  </a:lnTo>
                  <a:lnTo>
                    <a:pt x="3974478" y="2136358"/>
                  </a:lnTo>
                  <a:lnTo>
                    <a:pt x="4000669" y="2135230"/>
                  </a:lnTo>
                  <a:lnTo>
                    <a:pt x="4013091" y="2134747"/>
                  </a:lnTo>
                  <a:lnTo>
                    <a:pt x="4016327" y="2134633"/>
                  </a:lnTo>
                  <a:lnTo>
                    <a:pt x="4016409" y="2134630"/>
                  </a:lnTo>
                  <a:lnTo>
                    <a:pt x="4538543" y="2134630"/>
                  </a:lnTo>
                  <a:lnTo>
                    <a:pt x="4539742" y="2134568"/>
                  </a:lnTo>
                  <a:lnTo>
                    <a:pt x="4547589" y="2134127"/>
                  </a:lnTo>
                  <a:lnTo>
                    <a:pt x="4567246" y="2132908"/>
                  </a:lnTo>
                  <a:lnTo>
                    <a:pt x="4602071" y="2130511"/>
                  </a:lnTo>
                  <a:lnTo>
                    <a:pt x="4653326" y="2126581"/>
                  </a:lnTo>
                  <a:lnTo>
                    <a:pt x="4720102" y="2120847"/>
                  </a:lnTo>
                  <a:lnTo>
                    <a:pt x="4799639" y="2113144"/>
                  </a:lnTo>
                  <a:lnTo>
                    <a:pt x="4888008" y="2103416"/>
                  </a:lnTo>
                  <a:lnTo>
                    <a:pt x="4980933" y="2091678"/>
                  </a:lnTo>
                  <a:lnTo>
                    <a:pt x="5074504" y="2077978"/>
                  </a:lnTo>
                  <a:lnTo>
                    <a:pt x="5165633" y="2062348"/>
                  </a:lnTo>
                  <a:lnTo>
                    <a:pt x="5252214" y="2044769"/>
                  </a:lnTo>
                  <a:lnTo>
                    <a:pt x="5333077" y="2025152"/>
                  </a:lnTo>
                  <a:lnTo>
                    <a:pt x="5407810" y="2003327"/>
                  </a:lnTo>
                  <a:lnTo>
                    <a:pt x="5476566" y="1979038"/>
                  </a:lnTo>
                  <a:lnTo>
                    <a:pt x="5539869" y="1951953"/>
                  </a:lnTo>
                  <a:lnTo>
                    <a:pt x="5598468" y="1921677"/>
                  </a:lnTo>
                  <a:lnTo>
                    <a:pt x="5653224" y="1887773"/>
                  </a:lnTo>
                  <a:lnTo>
                    <a:pt x="5705026" y="1849812"/>
                  </a:lnTo>
                  <a:lnTo>
                    <a:pt x="5754718" y="1807449"/>
                  </a:lnTo>
                  <a:lnTo>
                    <a:pt x="5784835" y="1778858"/>
                  </a:lnTo>
                  <a:lnTo>
                    <a:pt x="5826075" y="1736228"/>
                  </a:lnTo>
                  <a:lnTo>
                    <a:pt x="5866919" y="1690150"/>
                  </a:lnTo>
                  <a:lnTo>
                    <a:pt x="5907657" y="1640557"/>
                  </a:lnTo>
                  <a:lnTo>
                    <a:pt x="5948509" y="1587450"/>
                  </a:lnTo>
                  <a:lnTo>
                    <a:pt x="5989633" y="1530911"/>
                  </a:lnTo>
                  <a:lnTo>
                    <a:pt x="6031132" y="1471103"/>
                  </a:lnTo>
                  <a:lnTo>
                    <a:pt x="6073055" y="1408279"/>
                  </a:lnTo>
                  <a:lnTo>
                    <a:pt x="6115410" y="1342780"/>
                  </a:lnTo>
                  <a:lnTo>
                    <a:pt x="6158160" y="1275031"/>
                  </a:lnTo>
                  <a:lnTo>
                    <a:pt x="6201237" y="1205531"/>
                  </a:lnTo>
                  <a:lnTo>
                    <a:pt x="6244544" y="1134839"/>
                  </a:lnTo>
                  <a:lnTo>
                    <a:pt x="6287968" y="1063558"/>
                  </a:lnTo>
                  <a:lnTo>
                    <a:pt x="6331385" y="992309"/>
                  </a:lnTo>
                  <a:lnTo>
                    <a:pt x="6374674" y="921714"/>
                  </a:lnTo>
                  <a:lnTo>
                    <a:pt x="6417720" y="852373"/>
                  </a:lnTo>
                  <a:lnTo>
                    <a:pt x="6460431" y="784839"/>
                  </a:lnTo>
                  <a:lnTo>
                    <a:pt x="6502741" y="719604"/>
                  </a:lnTo>
                  <a:lnTo>
                    <a:pt x="6544619" y="657083"/>
                  </a:lnTo>
                  <a:lnTo>
                    <a:pt x="6586075" y="597608"/>
                  </a:lnTo>
                  <a:lnTo>
                    <a:pt x="6627165" y="541424"/>
                  </a:lnTo>
                  <a:lnTo>
                    <a:pt x="6667996" y="488685"/>
                  </a:lnTo>
                  <a:lnTo>
                    <a:pt x="6708734" y="439463"/>
                  </a:lnTo>
                  <a:lnTo>
                    <a:pt x="6749605" y="393753"/>
                  </a:lnTo>
                  <a:lnTo>
                    <a:pt x="6786527" y="355771"/>
                  </a:lnTo>
                  <a:lnTo>
                    <a:pt x="6835282" y="310589"/>
                  </a:lnTo>
                  <a:lnTo>
                    <a:pt x="6885681" y="269925"/>
                  </a:lnTo>
                  <a:lnTo>
                    <a:pt x="6938499" y="233550"/>
                  </a:lnTo>
                  <a:lnTo>
                    <a:pt x="6994607" y="201073"/>
                  </a:lnTo>
                  <a:lnTo>
                    <a:pt x="7054892" y="172056"/>
                  </a:lnTo>
                  <a:lnTo>
                    <a:pt x="7120183" y="146075"/>
                  </a:lnTo>
                  <a:lnTo>
                    <a:pt x="7191160" y="122755"/>
                  </a:lnTo>
                  <a:lnTo>
                    <a:pt x="7268225" y="101792"/>
                  </a:lnTo>
                  <a:lnTo>
                    <a:pt x="7351341" y="82964"/>
                  </a:lnTo>
                  <a:lnTo>
                    <a:pt x="7439831" y="66130"/>
                  </a:lnTo>
                  <a:lnTo>
                    <a:pt x="7532187" y="51230"/>
                  </a:lnTo>
                  <a:lnTo>
                    <a:pt x="7625928" y="38269"/>
                  </a:lnTo>
                  <a:lnTo>
                    <a:pt x="7717619" y="27288"/>
                  </a:lnTo>
                  <a:lnTo>
                    <a:pt x="7803142" y="18328"/>
                  </a:lnTo>
                  <a:lnTo>
                    <a:pt x="7878259" y="11384"/>
                  </a:lnTo>
                  <a:lnTo>
                    <a:pt x="7939387" y="6359"/>
                  </a:lnTo>
                  <a:lnTo>
                    <a:pt x="7984406" y="3048"/>
                  </a:lnTo>
                  <a:lnTo>
                    <a:pt x="8013214" y="1142"/>
                  </a:lnTo>
                  <a:lnTo>
                    <a:pt x="8027895" y="265"/>
                  </a:lnTo>
                  <a:lnTo>
                    <a:pt x="8032526" y="14"/>
                  </a:lnTo>
                  <a:lnTo>
                    <a:pt x="8032819" y="0"/>
                  </a:lnTo>
                  <a:lnTo>
                    <a:pt x="8554953" y="0"/>
                  </a:lnTo>
                  <a:lnTo>
                    <a:pt x="8554953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011" name="pl2011"/>
            <p:cNvSpPr/>
            <p:nvPr/>
          </p:nvSpPr>
          <p:spPr>
            <a:xfrm>
              <a:off x="386606" y="2444864"/>
              <a:ext cx="8554953" cy="3552070"/>
            </a:xfrm>
            <a:custGeom>
              <a:avLst/>
              <a:pathLst>
                <a:path w="8554953" h="3552070">
                  <a:moveTo>
                    <a:pt x="8554953" y="0"/>
                  </a:moveTo>
                  <a:lnTo>
                    <a:pt x="8032819" y="0"/>
                  </a:lnTo>
                  <a:lnTo>
                    <a:pt x="8031620" y="61"/>
                  </a:lnTo>
                  <a:lnTo>
                    <a:pt x="8023773" y="502"/>
                  </a:lnTo>
                  <a:lnTo>
                    <a:pt x="8004116" y="1722"/>
                  </a:lnTo>
                  <a:lnTo>
                    <a:pt x="7969291" y="4119"/>
                  </a:lnTo>
                  <a:lnTo>
                    <a:pt x="7918036" y="8048"/>
                  </a:lnTo>
                  <a:lnTo>
                    <a:pt x="7851260" y="13783"/>
                  </a:lnTo>
                  <a:lnTo>
                    <a:pt x="7771723" y="21486"/>
                  </a:lnTo>
                  <a:lnTo>
                    <a:pt x="7683354" y="31214"/>
                  </a:lnTo>
                  <a:lnTo>
                    <a:pt x="7590429" y="42952"/>
                  </a:lnTo>
                  <a:lnTo>
                    <a:pt x="7496858" y="56652"/>
                  </a:lnTo>
                  <a:lnTo>
                    <a:pt x="7405729" y="72282"/>
                  </a:lnTo>
                  <a:lnTo>
                    <a:pt x="7319148" y="89861"/>
                  </a:lnTo>
                  <a:lnTo>
                    <a:pt x="7238285" y="109477"/>
                  </a:lnTo>
                  <a:lnTo>
                    <a:pt x="7163552" y="131303"/>
                  </a:lnTo>
                  <a:lnTo>
                    <a:pt x="7094796" y="155592"/>
                  </a:lnTo>
                  <a:lnTo>
                    <a:pt x="7031493" y="182677"/>
                  </a:lnTo>
                  <a:lnTo>
                    <a:pt x="6972894" y="212953"/>
                  </a:lnTo>
                  <a:lnTo>
                    <a:pt x="6918138" y="246857"/>
                  </a:lnTo>
                  <a:lnTo>
                    <a:pt x="6866336" y="284818"/>
                  </a:lnTo>
                  <a:lnTo>
                    <a:pt x="6816644" y="327181"/>
                  </a:lnTo>
                  <a:lnTo>
                    <a:pt x="6786527" y="355771"/>
                  </a:lnTo>
                  <a:lnTo>
                    <a:pt x="6745287" y="398402"/>
                  </a:lnTo>
                  <a:lnTo>
                    <a:pt x="6704443" y="444480"/>
                  </a:lnTo>
                  <a:lnTo>
                    <a:pt x="6663705" y="494073"/>
                  </a:lnTo>
                  <a:lnTo>
                    <a:pt x="6622853" y="547180"/>
                  </a:lnTo>
                  <a:lnTo>
                    <a:pt x="6581729" y="603719"/>
                  </a:lnTo>
                  <a:lnTo>
                    <a:pt x="6540230" y="663527"/>
                  </a:lnTo>
                  <a:lnTo>
                    <a:pt x="6498307" y="726351"/>
                  </a:lnTo>
                  <a:lnTo>
                    <a:pt x="6455952" y="791850"/>
                  </a:lnTo>
                  <a:lnTo>
                    <a:pt x="6413202" y="859598"/>
                  </a:lnTo>
                  <a:lnTo>
                    <a:pt x="6370125" y="929098"/>
                  </a:lnTo>
                  <a:lnTo>
                    <a:pt x="6326818" y="999790"/>
                  </a:lnTo>
                  <a:lnTo>
                    <a:pt x="6283394" y="1071072"/>
                  </a:lnTo>
                  <a:lnTo>
                    <a:pt x="6239976" y="1142321"/>
                  </a:lnTo>
                  <a:lnTo>
                    <a:pt x="6196688" y="1212915"/>
                  </a:lnTo>
                  <a:lnTo>
                    <a:pt x="6153642" y="1282256"/>
                  </a:lnTo>
                  <a:lnTo>
                    <a:pt x="6110931" y="1349790"/>
                  </a:lnTo>
                  <a:lnTo>
                    <a:pt x="6068621" y="1415026"/>
                  </a:lnTo>
                  <a:lnTo>
                    <a:pt x="6026743" y="1477547"/>
                  </a:lnTo>
                  <a:lnTo>
                    <a:pt x="5985287" y="1537021"/>
                  </a:lnTo>
                  <a:lnTo>
                    <a:pt x="5944197" y="1593206"/>
                  </a:lnTo>
                  <a:lnTo>
                    <a:pt x="5903365" y="1645944"/>
                  </a:lnTo>
                  <a:lnTo>
                    <a:pt x="5862628" y="1695166"/>
                  </a:lnTo>
                  <a:lnTo>
                    <a:pt x="5821757" y="1740877"/>
                  </a:lnTo>
                  <a:lnTo>
                    <a:pt x="5784835" y="1778858"/>
                  </a:lnTo>
                  <a:lnTo>
                    <a:pt x="5736079" y="1824040"/>
                  </a:lnTo>
                  <a:lnTo>
                    <a:pt x="5685681" y="1864704"/>
                  </a:lnTo>
                  <a:lnTo>
                    <a:pt x="5632863" y="1901080"/>
                  </a:lnTo>
                  <a:lnTo>
                    <a:pt x="5576755" y="1933557"/>
                  </a:lnTo>
                  <a:lnTo>
                    <a:pt x="5516470" y="1962573"/>
                  </a:lnTo>
                  <a:lnTo>
                    <a:pt x="5451179" y="1988555"/>
                  </a:lnTo>
                  <a:lnTo>
                    <a:pt x="5380202" y="2011875"/>
                  </a:lnTo>
                  <a:lnTo>
                    <a:pt x="5303137" y="2032837"/>
                  </a:lnTo>
                  <a:lnTo>
                    <a:pt x="5220021" y="2051666"/>
                  </a:lnTo>
                  <a:lnTo>
                    <a:pt x="5131531" y="2068500"/>
                  </a:lnTo>
                  <a:lnTo>
                    <a:pt x="5039175" y="2083400"/>
                  </a:lnTo>
                  <a:lnTo>
                    <a:pt x="4945434" y="2096361"/>
                  </a:lnTo>
                  <a:lnTo>
                    <a:pt x="4853743" y="2107342"/>
                  </a:lnTo>
                  <a:lnTo>
                    <a:pt x="4768219" y="2116301"/>
                  </a:lnTo>
                  <a:lnTo>
                    <a:pt x="4693103" y="2123246"/>
                  </a:lnTo>
                  <a:lnTo>
                    <a:pt x="4631975" y="2128271"/>
                  </a:lnTo>
                  <a:lnTo>
                    <a:pt x="4586956" y="2131582"/>
                  </a:lnTo>
                  <a:lnTo>
                    <a:pt x="4558148" y="2133487"/>
                  </a:lnTo>
                  <a:lnTo>
                    <a:pt x="4543467" y="2134364"/>
                  </a:lnTo>
                  <a:lnTo>
                    <a:pt x="4538836" y="2134615"/>
                  </a:lnTo>
                  <a:lnTo>
                    <a:pt x="4538543" y="2134630"/>
                  </a:lnTo>
                  <a:lnTo>
                    <a:pt x="4016409" y="2134630"/>
                  </a:lnTo>
                  <a:lnTo>
                    <a:pt x="4015172" y="2134673"/>
                  </a:lnTo>
                  <a:lnTo>
                    <a:pt x="4007078" y="2134975"/>
                  </a:lnTo>
                  <a:lnTo>
                    <a:pt x="3986827" y="2135812"/>
                  </a:lnTo>
                  <a:lnTo>
                    <a:pt x="3951004" y="2137456"/>
                  </a:lnTo>
                  <a:lnTo>
                    <a:pt x="3898394" y="2140149"/>
                  </a:lnTo>
                  <a:lnTo>
                    <a:pt x="3830037" y="2144074"/>
                  </a:lnTo>
                  <a:lnTo>
                    <a:pt x="3748877" y="2149339"/>
                  </a:lnTo>
                  <a:lnTo>
                    <a:pt x="3659022" y="2155980"/>
                  </a:lnTo>
                  <a:lnTo>
                    <a:pt x="3564880" y="2163980"/>
                  </a:lnTo>
                  <a:lnTo>
                    <a:pt x="3470426" y="2173309"/>
                  </a:lnTo>
                  <a:lnTo>
                    <a:pt x="3378747" y="2183948"/>
                  </a:lnTo>
                  <a:lnTo>
                    <a:pt x="3291902" y="2195913"/>
                  </a:lnTo>
                  <a:lnTo>
                    <a:pt x="3210994" y="2209272"/>
                  </a:lnTo>
                  <a:lnTo>
                    <a:pt x="3136354" y="2224151"/>
                  </a:lnTo>
                  <a:lnTo>
                    <a:pt x="3067761" y="2240733"/>
                  </a:lnTo>
                  <a:lnTo>
                    <a:pt x="3004627" y="2259252"/>
                  </a:lnTo>
                  <a:lnTo>
                    <a:pt x="2946152" y="2279987"/>
                  </a:lnTo>
                  <a:lnTo>
                    <a:pt x="2891437" y="2303238"/>
                  </a:lnTo>
                  <a:lnTo>
                    <a:pt x="2839566" y="2329293"/>
                  </a:lnTo>
                  <a:lnTo>
                    <a:pt x="2789688" y="2358369"/>
                  </a:lnTo>
                  <a:lnTo>
                    <a:pt x="2770117" y="2370870"/>
                  </a:lnTo>
                  <a:lnTo>
                    <a:pt x="2723791" y="2402851"/>
                  </a:lnTo>
                  <a:lnTo>
                    <a:pt x="2677916" y="2437734"/>
                  </a:lnTo>
                  <a:lnTo>
                    <a:pt x="2632101" y="2475570"/>
                  </a:lnTo>
                  <a:lnTo>
                    <a:pt x="2586060" y="2516336"/>
                  </a:lnTo>
                  <a:lnTo>
                    <a:pt x="2539604" y="2559922"/>
                  </a:lnTo>
                  <a:lnTo>
                    <a:pt x="2492629" y="2606126"/>
                  </a:lnTo>
                  <a:lnTo>
                    <a:pt x="2445108" y="2654653"/>
                  </a:lnTo>
                  <a:lnTo>
                    <a:pt x="2397079" y="2705118"/>
                  </a:lnTo>
                  <a:lnTo>
                    <a:pt x="2348637" y="2757053"/>
                  </a:lnTo>
                  <a:lnTo>
                    <a:pt x="2299921" y="2809930"/>
                  </a:lnTo>
                  <a:lnTo>
                    <a:pt x="2251094" y="2863177"/>
                  </a:lnTo>
                  <a:lnTo>
                    <a:pt x="2202332" y="2916204"/>
                  </a:lnTo>
                  <a:lnTo>
                    <a:pt x="2153806" y="2968433"/>
                  </a:lnTo>
                  <a:lnTo>
                    <a:pt x="2105661" y="3019320"/>
                  </a:lnTo>
                  <a:lnTo>
                    <a:pt x="2058004" y="3068382"/>
                  </a:lnTo>
                  <a:lnTo>
                    <a:pt x="2010889" y="3115212"/>
                  </a:lnTo>
                  <a:lnTo>
                    <a:pt x="1964307" y="3159489"/>
                  </a:lnTo>
                  <a:lnTo>
                    <a:pt x="1918174" y="3200990"/>
                  </a:lnTo>
                  <a:lnTo>
                    <a:pt x="1872324" y="3239581"/>
                  </a:lnTo>
                  <a:lnTo>
                    <a:pt x="1826498" y="3275216"/>
                  </a:lnTo>
                  <a:lnTo>
                    <a:pt x="1780331" y="3307929"/>
                  </a:lnTo>
                  <a:lnTo>
                    <a:pt x="1768425" y="3315830"/>
                  </a:lnTo>
                  <a:lnTo>
                    <a:pt x="1719134" y="3346140"/>
                  </a:lnTo>
                  <a:lnTo>
                    <a:pt x="1668157" y="3373386"/>
                  </a:lnTo>
                  <a:lnTo>
                    <a:pt x="1614689" y="3397727"/>
                  </a:lnTo>
                  <a:lnTo>
                    <a:pt x="1557829" y="3419432"/>
                  </a:lnTo>
                  <a:lnTo>
                    <a:pt x="1496664" y="3438803"/>
                  </a:lnTo>
                  <a:lnTo>
                    <a:pt x="1430341" y="3456129"/>
                  </a:lnTo>
                  <a:lnTo>
                    <a:pt x="1358172" y="3471665"/>
                  </a:lnTo>
                  <a:lnTo>
                    <a:pt x="1279768" y="3485614"/>
                  </a:lnTo>
                  <a:lnTo>
                    <a:pt x="1195215" y="3498126"/>
                  </a:lnTo>
                  <a:lnTo>
                    <a:pt x="1105280" y="3509290"/>
                  </a:lnTo>
                  <a:lnTo>
                    <a:pt x="1011624" y="3519144"/>
                  </a:lnTo>
                  <a:lnTo>
                    <a:pt x="916923" y="3527680"/>
                  </a:lnTo>
                  <a:lnTo>
                    <a:pt x="824834" y="3534868"/>
                  </a:lnTo>
                  <a:lnTo>
                    <a:pt x="739664" y="3540683"/>
                  </a:lnTo>
                  <a:lnTo>
                    <a:pt x="665746" y="3545136"/>
                  </a:lnTo>
                  <a:lnTo>
                    <a:pt x="606589" y="3548304"/>
                  </a:lnTo>
                  <a:lnTo>
                    <a:pt x="564064" y="3550342"/>
                  </a:lnTo>
                  <a:lnTo>
                    <a:pt x="537873" y="3551470"/>
                  </a:lnTo>
                  <a:lnTo>
                    <a:pt x="525451" y="3551953"/>
                  </a:lnTo>
                  <a:lnTo>
                    <a:pt x="522215" y="3552067"/>
                  </a:lnTo>
                  <a:lnTo>
                    <a:pt x="522133" y="3552070"/>
                  </a:lnTo>
                  <a:lnTo>
                    <a:pt x="0" y="3552070"/>
                  </a:lnTo>
                  <a:lnTo>
                    <a:pt x="0" y="355207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012" name="pg2012"/>
            <p:cNvSpPr/>
            <p:nvPr/>
          </p:nvSpPr>
          <p:spPr>
            <a:xfrm>
              <a:off x="386606" y="1439668"/>
              <a:ext cx="8554953" cy="4540325"/>
            </a:xfrm>
            <a:custGeom>
              <a:avLst/>
              <a:pathLst>
                <a:path w="8554953" h="4540325">
                  <a:moveTo>
                    <a:pt x="0" y="4540325"/>
                  </a:moveTo>
                  <a:lnTo>
                    <a:pt x="522133" y="4540325"/>
                  </a:lnTo>
                  <a:lnTo>
                    <a:pt x="523027" y="4540231"/>
                  </a:lnTo>
                  <a:lnTo>
                    <a:pt x="528915" y="4539558"/>
                  </a:lnTo>
                  <a:lnTo>
                    <a:pt x="543801" y="4537700"/>
                  </a:lnTo>
                  <a:lnTo>
                    <a:pt x="570520" y="4534039"/>
                  </a:lnTo>
                  <a:lnTo>
                    <a:pt x="610543" y="4528001"/>
                  </a:lnTo>
                  <a:lnTo>
                    <a:pt x="663873" y="4519106"/>
                  </a:lnTo>
                  <a:lnTo>
                    <a:pt x="729121" y="4507015"/>
                  </a:lnTo>
                  <a:lnTo>
                    <a:pt x="803829" y="4491545"/>
                  </a:lnTo>
                  <a:lnTo>
                    <a:pt x="884931" y="4472646"/>
                  </a:lnTo>
                  <a:lnTo>
                    <a:pt x="969263" y="4450362"/>
                  </a:lnTo>
                  <a:lnTo>
                    <a:pt x="1053968" y="4424765"/>
                  </a:lnTo>
                  <a:lnTo>
                    <a:pt x="1136755" y="4395905"/>
                  </a:lnTo>
                  <a:lnTo>
                    <a:pt x="1215998" y="4363765"/>
                  </a:lnTo>
                  <a:lnTo>
                    <a:pt x="1290710" y="4328230"/>
                  </a:lnTo>
                  <a:lnTo>
                    <a:pt x="1360445" y="4289074"/>
                  </a:lnTo>
                  <a:lnTo>
                    <a:pt x="1425180" y="4245956"/>
                  </a:lnTo>
                  <a:lnTo>
                    <a:pt x="1485192" y="4198421"/>
                  </a:lnTo>
                  <a:lnTo>
                    <a:pt x="1540955" y="4145916"/>
                  </a:lnTo>
                  <a:lnTo>
                    <a:pt x="1593063" y="4087806"/>
                  </a:lnTo>
                  <a:lnTo>
                    <a:pt x="1642167" y="4023418"/>
                  </a:lnTo>
                  <a:lnTo>
                    <a:pt x="1688923" y="3952102"/>
                  </a:lnTo>
                  <a:lnTo>
                    <a:pt x="1733957" y="3873337"/>
                  </a:lnTo>
                  <a:lnTo>
                    <a:pt x="1768425" y="3806193"/>
                  </a:lnTo>
                  <a:lnTo>
                    <a:pt x="1799361" y="3740971"/>
                  </a:lnTo>
                  <a:lnTo>
                    <a:pt x="1830029" y="3671789"/>
                  </a:lnTo>
                  <a:lnTo>
                    <a:pt x="1860563" y="3598565"/>
                  </a:lnTo>
                  <a:lnTo>
                    <a:pt x="1891073" y="3521262"/>
                  </a:lnTo>
                  <a:lnTo>
                    <a:pt x="1921647" y="3439889"/>
                  </a:lnTo>
                  <a:lnTo>
                    <a:pt x="1952356" y="3354507"/>
                  </a:lnTo>
                  <a:lnTo>
                    <a:pt x="1983250" y="3265228"/>
                  </a:lnTo>
                  <a:lnTo>
                    <a:pt x="2014365" y="3172225"/>
                  </a:lnTo>
                  <a:lnTo>
                    <a:pt x="2045719" y="3075724"/>
                  </a:lnTo>
                  <a:lnTo>
                    <a:pt x="2077317" y="2976012"/>
                  </a:lnTo>
                  <a:lnTo>
                    <a:pt x="2109150" y="2873430"/>
                  </a:lnTo>
                  <a:lnTo>
                    <a:pt x="2141199" y="2768370"/>
                  </a:lnTo>
                  <a:lnTo>
                    <a:pt x="2173431" y="2661273"/>
                  </a:lnTo>
                  <a:lnTo>
                    <a:pt x="2205809" y="2552618"/>
                  </a:lnTo>
                  <a:lnTo>
                    <a:pt x="2238287" y="2442916"/>
                  </a:lnTo>
                  <a:lnTo>
                    <a:pt x="2270814" y="2332697"/>
                  </a:lnTo>
                  <a:lnTo>
                    <a:pt x="2303339" y="2222504"/>
                  </a:lnTo>
                  <a:lnTo>
                    <a:pt x="2335809" y="2112878"/>
                  </a:lnTo>
                  <a:lnTo>
                    <a:pt x="2368175" y="2004350"/>
                  </a:lnTo>
                  <a:lnTo>
                    <a:pt x="2400392" y="1897426"/>
                  </a:lnTo>
                  <a:lnTo>
                    <a:pt x="2432421" y="1792583"/>
                  </a:lnTo>
                  <a:lnTo>
                    <a:pt x="2464233" y="1690257"/>
                  </a:lnTo>
                  <a:lnTo>
                    <a:pt x="2495808" y="1590836"/>
                  </a:lnTo>
                  <a:lnTo>
                    <a:pt x="2527139" y="1494655"/>
                  </a:lnTo>
                  <a:lnTo>
                    <a:pt x="2558232" y="1401996"/>
                  </a:lnTo>
                  <a:lnTo>
                    <a:pt x="2589107" y="1313081"/>
                  </a:lnTo>
                  <a:lnTo>
                    <a:pt x="2619800" y="1228075"/>
                  </a:lnTo>
                  <a:lnTo>
                    <a:pt x="2650365" y="1147087"/>
                  </a:lnTo>
                  <a:lnTo>
                    <a:pt x="2680873" y="1070171"/>
                  </a:lnTo>
                  <a:lnTo>
                    <a:pt x="2711414" y="997333"/>
                  </a:lnTo>
                  <a:lnTo>
                    <a:pt x="2742102" y="928530"/>
                  </a:lnTo>
                  <a:lnTo>
                    <a:pt x="2770117" y="869664"/>
                  </a:lnTo>
                  <a:lnTo>
                    <a:pt x="2814184" y="784880"/>
                  </a:lnTo>
                  <a:lnTo>
                    <a:pt x="2859539" y="707754"/>
                  </a:lnTo>
                  <a:lnTo>
                    <a:pt x="2906748" y="637983"/>
                  </a:lnTo>
                  <a:lnTo>
                    <a:pt x="2956443" y="575007"/>
                  </a:lnTo>
                  <a:lnTo>
                    <a:pt x="3009286" y="518162"/>
                  </a:lnTo>
                  <a:lnTo>
                    <a:pt x="3065919" y="466780"/>
                  </a:lnTo>
                  <a:lnTo>
                    <a:pt x="3126915" y="420242"/>
                  </a:lnTo>
                  <a:lnTo>
                    <a:pt x="3192714" y="378013"/>
                  </a:lnTo>
                  <a:lnTo>
                    <a:pt x="3263537" y="339664"/>
                  </a:lnTo>
                  <a:lnTo>
                    <a:pt x="3339280" y="304876"/>
                  </a:lnTo>
                  <a:lnTo>
                    <a:pt x="3419392" y="273450"/>
                  </a:lnTo>
                  <a:lnTo>
                    <a:pt x="3502754" y="245293"/>
                  </a:lnTo>
                  <a:lnTo>
                    <a:pt x="3587594" y="220404"/>
                  </a:lnTo>
                  <a:lnTo>
                    <a:pt x="3671486" y="198845"/>
                  </a:lnTo>
                  <a:lnTo>
                    <a:pt x="3751481" y="180684"/>
                  </a:lnTo>
                  <a:lnTo>
                    <a:pt x="3824394" y="165951"/>
                  </a:lnTo>
                  <a:lnTo>
                    <a:pt x="3887249" y="154571"/>
                  </a:lnTo>
                  <a:lnTo>
                    <a:pt x="3937782" y="146326"/>
                  </a:lnTo>
                  <a:lnTo>
                    <a:pt x="3974884" y="140845"/>
                  </a:lnTo>
                  <a:lnTo>
                    <a:pt x="3998875" y="137624"/>
                  </a:lnTo>
                  <a:lnTo>
                    <a:pt x="4011538" y="136074"/>
                  </a:lnTo>
                  <a:lnTo>
                    <a:pt x="4015973" y="135577"/>
                  </a:lnTo>
                  <a:lnTo>
                    <a:pt x="4016409" y="135532"/>
                  </a:lnTo>
                  <a:lnTo>
                    <a:pt x="4538543" y="135532"/>
                  </a:lnTo>
                  <a:lnTo>
                    <a:pt x="4539812" y="135528"/>
                  </a:lnTo>
                  <a:lnTo>
                    <a:pt x="4548112" y="135499"/>
                  </a:lnTo>
                  <a:lnTo>
                    <a:pt x="4568860" y="135420"/>
                  </a:lnTo>
                  <a:lnTo>
                    <a:pt x="4605512" y="135266"/>
                  </a:lnTo>
                  <a:lnTo>
                    <a:pt x="4659247" y="135013"/>
                  </a:lnTo>
                  <a:lnTo>
                    <a:pt x="4728907" y="134644"/>
                  </a:lnTo>
                  <a:lnTo>
                    <a:pt x="4811397" y="134150"/>
                  </a:lnTo>
                  <a:lnTo>
                    <a:pt x="4902459" y="133528"/>
                  </a:lnTo>
                  <a:lnTo>
                    <a:pt x="4997578" y="132779"/>
                  </a:lnTo>
                  <a:lnTo>
                    <a:pt x="5092731" y="131906"/>
                  </a:lnTo>
                  <a:lnTo>
                    <a:pt x="5184835" y="130912"/>
                  </a:lnTo>
                  <a:lnTo>
                    <a:pt x="5271874" y="129793"/>
                  </a:lnTo>
                  <a:lnTo>
                    <a:pt x="5352803" y="128543"/>
                  </a:lnTo>
                  <a:lnTo>
                    <a:pt x="5427354" y="127150"/>
                  </a:lnTo>
                  <a:lnTo>
                    <a:pt x="5495811" y="125596"/>
                  </a:lnTo>
                  <a:lnTo>
                    <a:pt x="5558809" y="123858"/>
                  </a:lnTo>
                  <a:lnTo>
                    <a:pt x="5617191" y="121909"/>
                  </a:lnTo>
                  <a:lnTo>
                    <a:pt x="5671887" y="119722"/>
                  </a:lnTo>
                  <a:lnTo>
                    <a:pt x="5723832" y="117269"/>
                  </a:lnTo>
                  <a:lnTo>
                    <a:pt x="5773882" y="114532"/>
                  </a:lnTo>
                  <a:lnTo>
                    <a:pt x="5784835" y="113884"/>
                  </a:lnTo>
                  <a:lnTo>
                    <a:pt x="5838994" y="110428"/>
                  </a:lnTo>
                  <a:lnTo>
                    <a:pt x="5892632" y="106607"/>
                  </a:lnTo>
                  <a:lnTo>
                    <a:pt x="5946334" y="102415"/>
                  </a:lnTo>
                  <a:lnTo>
                    <a:pt x="6000488" y="97861"/>
                  </a:lnTo>
                  <a:lnTo>
                    <a:pt x="6055317" y="92969"/>
                  </a:lnTo>
                  <a:lnTo>
                    <a:pt x="6110891" y="87781"/>
                  </a:lnTo>
                  <a:lnTo>
                    <a:pt x="6167156" y="82350"/>
                  </a:lnTo>
                  <a:lnTo>
                    <a:pt x="6223953" y="76748"/>
                  </a:lnTo>
                  <a:lnTo>
                    <a:pt x="6281046" y="71052"/>
                  </a:lnTo>
                  <a:lnTo>
                    <a:pt x="6338163" y="65350"/>
                  </a:lnTo>
                  <a:lnTo>
                    <a:pt x="6395025" y="59727"/>
                  </a:lnTo>
                  <a:lnTo>
                    <a:pt x="6451389" y="54264"/>
                  </a:lnTo>
                  <a:lnTo>
                    <a:pt x="6507083" y="49032"/>
                  </a:lnTo>
                  <a:lnTo>
                    <a:pt x="6562031" y="44089"/>
                  </a:lnTo>
                  <a:lnTo>
                    <a:pt x="6616284" y="39478"/>
                  </a:lnTo>
                  <a:lnTo>
                    <a:pt x="6670037" y="35226"/>
                  </a:lnTo>
                  <a:lnTo>
                    <a:pt x="6723651" y="31345"/>
                  </a:lnTo>
                  <a:lnTo>
                    <a:pt x="6777677" y="27830"/>
                  </a:lnTo>
                  <a:lnTo>
                    <a:pt x="6786527" y="27294"/>
                  </a:lnTo>
                  <a:lnTo>
                    <a:pt x="6836257" y="24494"/>
                  </a:lnTo>
                  <a:lnTo>
                    <a:pt x="6887710" y="21979"/>
                  </a:lnTo>
                  <a:lnTo>
                    <a:pt x="6941715" y="19734"/>
                  </a:lnTo>
                  <a:lnTo>
                    <a:pt x="6999195" y="17735"/>
                  </a:lnTo>
                  <a:lnTo>
                    <a:pt x="7061088" y="15952"/>
                  </a:lnTo>
                  <a:lnTo>
                    <a:pt x="7128266" y="14359"/>
                  </a:lnTo>
                  <a:lnTo>
                    <a:pt x="7201421" y="12932"/>
                  </a:lnTo>
                  <a:lnTo>
                    <a:pt x="7280932" y="11652"/>
                  </a:lnTo>
                  <a:lnTo>
                    <a:pt x="7366670" y="10504"/>
                  </a:lnTo>
                  <a:lnTo>
                    <a:pt x="7457785" y="9483"/>
                  </a:lnTo>
                  <a:lnTo>
                    <a:pt x="7552489" y="8583"/>
                  </a:lnTo>
                  <a:lnTo>
                    <a:pt x="7647935" y="7806"/>
                  </a:lnTo>
                  <a:lnTo>
                    <a:pt x="7740283" y="7156"/>
                  </a:lnTo>
                  <a:lnTo>
                    <a:pt x="7825071" y="6633"/>
                  </a:lnTo>
                  <a:lnTo>
                    <a:pt x="7897909" y="6237"/>
                  </a:lnTo>
                  <a:lnTo>
                    <a:pt x="7955365" y="5960"/>
                  </a:lnTo>
                  <a:lnTo>
                    <a:pt x="7995801" y="5785"/>
                  </a:lnTo>
                  <a:lnTo>
                    <a:pt x="8019865" y="5691"/>
                  </a:lnTo>
                  <a:lnTo>
                    <a:pt x="8030530" y="5654"/>
                  </a:lnTo>
                  <a:lnTo>
                    <a:pt x="8032819" y="5647"/>
                  </a:lnTo>
                  <a:lnTo>
                    <a:pt x="8554953" y="5647"/>
                  </a:lnTo>
                  <a:lnTo>
                    <a:pt x="8554953" y="0"/>
                  </a:lnTo>
                  <a:lnTo>
                    <a:pt x="8032819" y="0"/>
                  </a:lnTo>
                  <a:lnTo>
                    <a:pt x="8031550" y="3"/>
                  </a:lnTo>
                  <a:lnTo>
                    <a:pt x="8023250" y="32"/>
                  </a:lnTo>
                  <a:lnTo>
                    <a:pt x="8002502" y="111"/>
                  </a:lnTo>
                  <a:lnTo>
                    <a:pt x="7965850" y="265"/>
                  </a:lnTo>
                  <a:lnTo>
                    <a:pt x="7912115" y="519"/>
                  </a:lnTo>
                  <a:lnTo>
                    <a:pt x="7842455" y="887"/>
                  </a:lnTo>
                  <a:lnTo>
                    <a:pt x="7759965" y="1381"/>
                  </a:lnTo>
                  <a:lnTo>
                    <a:pt x="7668903" y="2003"/>
                  </a:lnTo>
                  <a:lnTo>
                    <a:pt x="7573784" y="2752"/>
                  </a:lnTo>
                  <a:lnTo>
                    <a:pt x="7478631" y="3625"/>
                  </a:lnTo>
                  <a:lnTo>
                    <a:pt x="7386527" y="4619"/>
                  </a:lnTo>
                  <a:lnTo>
                    <a:pt x="7299488" y="5738"/>
                  </a:lnTo>
                  <a:lnTo>
                    <a:pt x="7218559" y="6988"/>
                  </a:lnTo>
                  <a:lnTo>
                    <a:pt x="7144007" y="8381"/>
                  </a:lnTo>
                  <a:lnTo>
                    <a:pt x="7075551" y="9935"/>
                  </a:lnTo>
                  <a:lnTo>
                    <a:pt x="7012553" y="11673"/>
                  </a:lnTo>
                  <a:lnTo>
                    <a:pt x="6954171" y="13622"/>
                  </a:lnTo>
                  <a:lnTo>
                    <a:pt x="6899475" y="15810"/>
                  </a:lnTo>
                  <a:lnTo>
                    <a:pt x="6847530" y="18262"/>
                  </a:lnTo>
                  <a:lnTo>
                    <a:pt x="6797480" y="20999"/>
                  </a:lnTo>
                  <a:lnTo>
                    <a:pt x="6786527" y="21647"/>
                  </a:lnTo>
                  <a:lnTo>
                    <a:pt x="6732368" y="25103"/>
                  </a:lnTo>
                  <a:lnTo>
                    <a:pt x="6678730" y="28924"/>
                  </a:lnTo>
                  <a:lnTo>
                    <a:pt x="6625028" y="33117"/>
                  </a:lnTo>
                  <a:lnTo>
                    <a:pt x="6570874" y="37670"/>
                  </a:lnTo>
                  <a:lnTo>
                    <a:pt x="6516045" y="42562"/>
                  </a:lnTo>
                  <a:lnTo>
                    <a:pt x="6460471" y="47751"/>
                  </a:lnTo>
                  <a:lnTo>
                    <a:pt x="6404206" y="53181"/>
                  </a:lnTo>
                  <a:lnTo>
                    <a:pt x="6347409" y="58784"/>
                  </a:lnTo>
                  <a:lnTo>
                    <a:pt x="6290316" y="64479"/>
                  </a:lnTo>
                  <a:lnTo>
                    <a:pt x="6233199" y="70181"/>
                  </a:lnTo>
                  <a:lnTo>
                    <a:pt x="6176337" y="75804"/>
                  </a:lnTo>
                  <a:lnTo>
                    <a:pt x="6119973" y="81267"/>
                  </a:lnTo>
                  <a:lnTo>
                    <a:pt x="6064279" y="86500"/>
                  </a:lnTo>
                  <a:lnTo>
                    <a:pt x="6009331" y="91442"/>
                  </a:lnTo>
                  <a:lnTo>
                    <a:pt x="5955078" y="96053"/>
                  </a:lnTo>
                  <a:lnTo>
                    <a:pt x="5901325" y="100305"/>
                  </a:lnTo>
                  <a:lnTo>
                    <a:pt x="5847711" y="104186"/>
                  </a:lnTo>
                  <a:lnTo>
                    <a:pt x="5793685" y="107701"/>
                  </a:lnTo>
                  <a:lnTo>
                    <a:pt x="5784835" y="108237"/>
                  </a:lnTo>
                  <a:lnTo>
                    <a:pt x="5735105" y="111037"/>
                  </a:lnTo>
                  <a:lnTo>
                    <a:pt x="5683652" y="113552"/>
                  </a:lnTo>
                  <a:lnTo>
                    <a:pt x="5629647" y="115797"/>
                  </a:lnTo>
                  <a:lnTo>
                    <a:pt x="5572167" y="117796"/>
                  </a:lnTo>
                  <a:lnTo>
                    <a:pt x="5510273" y="119579"/>
                  </a:lnTo>
                  <a:lnTo>
                    <a:pt x="5443096" y="121172"/>
                  </a:lnTo>
                  <a:lnTo>
                    <a:pt x="5369941" y="122599"/>
                  </a:lnTo>
                  <a:lnTo>
                    <a:pt x="5290430" y="123880"/>
                  </a:lnTo>
                  <a:lnTo>
                    <a:pt x="5204692" y="125027"/>
                  </a:lnTo>
                  <a:lnTo>
                    <a:pt x="5113577" y="126049"/>
                  </a:lnTo>
                  <a:lnTo>
                    <a:pt x="5018873" y="126948"/>
                  </a:lnTo>
                  <a:lnTo>
                    <a:pt x="4923427" y="127725"/>
                  </a:lnTo>
                  <a:lnTo>
                    <a:pt x="4831079" y="128375"/>
                  </a:lnTo>
                  <a:lnTo>
                    <a:pt x="4746291" y="128898"/>
                  </a:lnTo>
                  <a:lnTo>
                    <a:pt x="4673453" y="129294"/>
                  </a:lnTo>
                  <a:lnTo>
                    <a:pt x="4615997" y="129571"/>
                  </a:lnTo>
                  <a:lnTo>
                    <a:pt x="4575561" y="129746"/>
                  </a:lnTo>
                  <a:lnTo>
                    <a:pt x="4551497" y="129840"/>
                  </a:lnTo>
                  <a:lnTo>
                    <a:pt x="4540832" y="129877"/>
                  </a:lnTo>
                  <a:lnTo>
                    <a:pt x="4538543" y="129884"/>
                  </a:lnTo>
                  <a:lnTo>
                    <a:pt x="4016409" y="129884"/>
                  </a:lnTo>
                  <a:lnTo>
                    <a:pt x="4015516" y="129979"/>
                  </a:lnTo>
                  <a:lnTo>
                    <a:pt x="4009627" y="130651"/>
                  </a:lnTo>
                  <a:lnTo>
                    <a:pt x="3994741" y="132510"/>
                  </a:lnTo>
                  <a:lnTo>
                    <a:pt x="3968023" y="136170"/>
                  </a:lnTo>
                  <a:lnTo>
                    <a:pt x="3927999" y="142209"/>
                  </a:lnTo>
                  <a:lnTo>
                    <a:pt x="3874670" y="151104"/>
                  </a:lnTo>
                  <a:lnTo>
                    <a:pt x="3809421" y="163194"/>
                  </a:lnTo>
                  <a:lnTo>
                    <a:pt x="3734713" y="178665"/>
                  </a:lnTo>
                  <a:lnTo>
                    <a:pt x="3653611" y="197563"/>
                  </a:lnTo>
                  <a:lnTo>
                    <a:pt x="3569279" y="219848"/>
                  </a:lnTo>
                  <a:lnTo>
                    <a:pt x="3484574" y="245445"/>
                  </a:lnTo>
                  <a:lnTo>
                    <a:pt x="3401787" y="274304"/>
                  </a:lnTo>
                  <a:lnTo>
                    <a:pt x="3322544" y="306444"/>
                  </a:lnTo>
                  <a:lnTo>
                    <a:pt x="3247833" y="341979"/>
                  </a:lnTo>
                  <a:lnTo>
                    <a:pt x="3178097" y="381135"/>
                  </a:lnTo>
                  <a:lnTo>
                    <a:pt x="3113362" y="424253"/>
                  </a:lnTo>
                  <a:lnTo>
                    <a:pt x="3053351" y="471788"/>
                  </a:lnTo>
                  <a:lnTo>
                    <a:pt x="2997587" y="524294"/>
                  </a:lnTo>
                  <a:lnTo>
                    <a:pt x="2945479" y="582404"/>
                  </a:lnTo>
                  <a:lnTo>
                    <a:pt x="2896375" y="646792"/>
                  </a:lnTo>
                  <a:lnTo>
                    <a:pt x="2849619" y="718108"/>
                  </a:lnTo>
                  <a:lnTo>
                    <a:pt x="2804586" y="796872"/>
                  </a:lnTo>
                  <a:lnTo>
                    <a:pt x="2770117" y="864017"/>
                  </a:lnTo>
                  <a:lnTo>
                    <a:pt x="2739181" y="929238"/>
                  </a:lnTo>
                  <a:lnTo>
                    <a:pt x="2708513" y="998421"/>
                  </a:lnTo>
                  <a:lnTo>
                    <a:pt x="2677979" y="1071645"/>
                  </a:lnTo>
                  <a:lnTo>
                    <a:pt x="2647470" y="1148948"/>
                  </a:lnTo>
                  <a:lnTo>
                    <a:pt x="2616895" y="1230320"/>
                  </a:lnTo>
                  <a:lnTo>
                    <a:pt x="2586187" y="1315703"/>
                  </a:lnTo>
                  <a:lnTo>
                    <a:pt x="2555292" y="1404981"/>
                  </a:lnTo>
                  <a:lnTo>
                    <a:pt x="2524178" y="1497985"/>
                  </a:lnTo>
                  <a:lnTo>
                    <a:pt x="2492823" y="1594485"/>
                  </a:lnTo>
                  <a:lnTo>
                    <a:pt x="2461225" y="1694197"/>
                  </a:lnTo>
                  <a:lnTo>
                    <a:pt x="2429392" y="1796780"/>
                  </a:lnTo>
                  <a:lnTo>
                    <a:pt x="2397343" y="1901839"/>
                  </a:lnTo>
                  <a:lnTo>
                    <a:pt x="2365111" y="2008936"/>
                  </a:lnTo>
                  <a:lnTo>
                    <a:pt x="2332733" y="2117591"/>
                  </a:lnTo>
                  <a:lnTo>
                    <a:pt x="2300255" y="2227294"/>
                  </a:lnTo>
                  <a:lnTo>
                    <a:pt x="2267728" y="2337513"/>
                  </a:lnTo>
                  <a:lnTo>
                    <a:pt x="2235203" y="2447706"/>
                  </a:lnTo>
                  <a:lnTo>
                    <a:pt x="2202733" y="2557331"/>
                  </a:lnTo>
                  <a:lnTo>
                    <a:pt x="2170367" y="2665860"/>
                  </a:lnTo>
                  <a:lnTo>
                    <a:pt x="2138150" y="2772784"/>
                  </a:lnTo>
                  <a:lnTo>
                    <a:pt x="2106121" y="2877626"/>
                  </a:lnTo>
                  <a:lnTo>
                    <a:pt x="2074309" y="2979953"/>
                  </a:lnTo>
                  <a:lnTo>
                    <a:pt x="2042734" y="3079374"/>
                  </a:lnTo>
                  <a:lnTo>
                    <a:pt x="2011403" y="3175554"/>
                  </a:lnTo>
                  <a:lnTo>
                    <a:pt x="1980310" y="3268213"/>
                  </a:lnTo>
                  <a:lnTo>
                    <a:pt x="1949435" y="3357128"/>
                  </a:lnTo>
                  <a:lnTo>
                    <a:pt x="1918742" y="3442134"/>
                  </a:lnTo>
                  <a:lnTo>
                    <a:pt x="1888177" y="3523123"/>
                  </a:lnTo>
                  <a:lnTo>
                    <a:pt x="1857669" y="3600038"/>
                  </a:lnTo>
                  <a:lnTo>
                    <a:pt x="1827128" y="3672877"/>
                  </a:lnTo>
                  <a:lnTo>
                    <a:pt x="1796441" y="3741680"/>
                  </a:lnTo>
                  <a:lnTo>
                    <a:pt x="1768425" y="3800546"/>
                  </a:lnTo>
                  <a:lnTo>
                    <a:pt x="1724358" y="3885330"/>
                  </a:lnTo>
                  <a:lnTo>
                    <a:pt x="1679003" y="3962455"/>
                  </a:lnTo>
                  <a:lnTo>
                    <a:pt x="1631794" y="4032226"/>
                  </a:lnTo>
                  <a:lnTo>
                    <a:pt x="1582099" y="4095203"/>
                  </a:lnTo>
                  <a:lnTo>
                    <a:pt x="1529256" y="4152047"/>
                  </a:lnTo>
                  <a:lnTo>
                    <a:pt x="1472623" y="4203429"/>
                  </a:lnTo>
                  <a:lnTo>
                    <a:pt x="1411627" y="4249967"/>
                  </a:lnTo>
                  <a:lnTo>
                    <a:pt x="1345828" y="4292196"/>
                  </a:lnTo>
                  <a:lnTo>
                    <a:pt x="1275005" y="4330546"/>
                  </a:lnTo>
                  <a:lnTo>
                    <a:pt x="1199262" y="4365333"/>
                  </a:lnTo>
                  <a:lnTo>
                    <a:pt x="1119150" y="4396760"/>
                  </a:lnTo>
                  <a:lnTo>
                    <a:pt x="1035788" y="4424917"/>
                  </a:lnTo>
                  <a:lnTo>
                    <a:pt x="950948" y="4449805"/>
                  </a:lnTo>
                  <a:lnTo>
                    <a:pt x="867056" y="4471365"/>
                  </a:lnTo>
                  <a:lnTo>
                    <a:pt x="787061" y="4489525"/>
                  </a:lnTo>
                  <a:lnTo>
                    <a:pt x="714148" y="4504258"/>
                  </a:lnTo>
                  <a:lnTo>
                    <a:pt x="651293" y="4515639"/>
                  </a:lnTo>
                  <a:lnTo>
                    <a:pt x="600761" y="4523883"/>
                  </a:lnTo>
                  <a:lnTo>
                    <a:pt x="563658" y="4529364"/>
                  </a:lnTo>
                  <a:lnTo>
                    <a:pt x="539667" y="4532585"/>
                  </a:lnTo>
                  <a:lnTo>
                    <a:pt x="527004" y="4534135"/>
                  </a:lnTo>
                  <a:lnTo>
                    <a:pt x="522569" y="4534633"/>
                  </a:lnTo>
                  <a:lnTo>
                    <a:pt x="522133" y="4534678"/>
                  </a:lnTo>
                  <a:lnTo>
                    <a:pt x="0" y="4534678"/>
                  </a:lnTo>
                  <a:close/>
                </a:path>
              </a:pathLst>
            </a:custGeom>
            <a:solidFill>
              <a:srgbClr val="A1D492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2013" name="pl2013"/>
            <p:cNvSpPr/>
            <p:nvPr/>
          </p:nvSpPr>
          <p:spPr>
            <a:xfrm>
              <a:off x="386606" y="1445315"/>
              <a:ext cx="8554953" cy="4534678"/>
            </a:xfrm>
            <a:custGeom>
              <a:avLst/>
              <a:pathLst>
                <a:path w="8554953" h="4534678">
                  <a:moveTo>
                    <a:pt x="0" y="4534678"/>
                  </a:moveTo>
                  <a:lnTo>
                    <a:pt x="522133" y="4534678"/>
                  </a:lnTo>
                  <a:lnTo>
                    <a:pt x="523027" y="4534584"/>
                  </a:lnTo>
                  <a:lnTo>
                    <a:pt x="528915" y="4533911"/>
                  </a:lnTo>
                  <a:lnTo>
                    <a:pt x="543801" y="4532053"/>
                  </a:lnTo>
                  <a:lnTo>
                    <a:pt x="570520" y="4528392"/>
                  </a:lnTo>
                  <a:lnTo>
                    <a:pt x="610543" y="4522354"/>
                  </a:lnTo>
                  <a:lnTo>
                    <a:pt x="663873" y="4513459"/>
                  </a:lnTo>
                  <a:lnTo>
                    <a:pt x="729121" y="4501368"/>
                  </a:lnTo>
                  <a:lnTo>
                    <a:pt x="803829" y="4485898"/>
                  </a:lnTo>
                  <a:lnTo>
                    <a:pt x="884931" y="4466999"/>
                  </a:lnTo>
                  <a:lnTo>
                    <a:pt x="969263" y="4444715"/>
                  </a:lnTo>
                  <a:lnTo>
                    <a:pt x="1053968" y="4419118"/>
                  </a:lnTo>
                  <a:lnTo>
                    <a:pt x="1136755" y="4390258"/>
                  </a:lnTo>
                  <a:lnTo>
                    <a:pt x="1215998" y="4358118"/>
                  </a:lnTo>
                  <a:lnTo>
                    <a:pt x="1290710" y="4322583"/>
                  </a:lnTo>
                  <a:lnTo>
                    <a:pt x="1360445" y="4283427"/>
                  </a:lnTo>
                  <a:lnTo>
                    <a:pt x="1425180" y="4240309"/>
                  </a:lnTo>
                  <a:lnTo>
                    <a:pt x="1485192" y="4192774"/>
                  </a:lnTo>
                  <a:lnTo>
                    <a:pt x="1540955" y="4140269"/>
                  </a:lnTo>
                  <a:lnTo>
                    <a:pt x="1593063" y="4082159"/>
                  </a:lnTo>
                  <a:lnTo>
                    <a:pt x="1642167" y="4017771"/>
                  </a:lnTo>
                  <a:lnTo>
                    <a:pt x="1688923" y="3946455"/>
                  </a:lnTo>
                  <a:lnTo>
                    <a:pt x="1733957" y="3867690"/>
                  </a:lnTo>
                  <a:lnTo>
                    <a:pt x="1768425" y="3800546"/>
                  </a:lnTo>
                  <a:lnTo>
                    <a:pt x="1799361" y="3735324"/>
                  </a:lnTo>
                  <a:lnTo>
                    <a:pt x="1830029" y="3666141"/>
                  </a:lnTo>
                  <a:lnTo>
                    <a:pt x="1860563" y="3592917"/>
                  </a:lnTo>
                  <a:lnTo>
                    <a:pt x="1891073" y="3515614"/>
                  </a:lnTo>
                  <a:lnTo>
                    <a:pt x="1921647" y="3434242"/>
                  </a:lnTo>
                  <a:lnTo>
                    <a:pt x="1952356" y="3348859"/>
                  </a:lnTo>
                  <a:lnTo>
                    <a:pt x="1983250" y="3259581"/>
                  </a:lnTo>
                  <a:lnTo>
                    <a:pt x="2014365" y="3166578"/>
                  </a:lnTo>
                  <a:lnTo>
                    <a:pt x="2045719" y="3070077"/>
                  </a:lnTo>
                  <a:lnTo>
                    <a:pt x="2077317" y="2970365"/>
                  </a:lnTo>
                  <a:lnTo>
                    <a:pt x="2109150" y="2867782"/>
                  </a:lnTo>
                  <a:lnTo>
                    <a:pt x="2141199" y="2762723"/>
                  </a:lnTo>
                  <a:lnTo>
                    <a:pt x="2173431" y="2655626"/>
                  </a:lnTo>
                  <a:lnTo>
                    <a:pt x="2205809" y="2546971"/>
                  </a:lnTo>
                  <a:lnTo>
                    <a:pt x="2238287" y="2437269"/>
                  </a:lnTo>
                  <a:lnTo>
                    <a:pt x="2270814" y="2327050"/>
                  </a:lnTo>
                  <a:lnTo>
                    <a:pt x="2303339" y="2216857"/>
                  </a:lnTo>
                  <a:lnTo>
                    <a:pt x="2335809" y="2107231"/>
                  </a:lnTo>
                  <a:lnTo>
                    <a:pt x="2368175" y="1998702"/>
                  </a:lnTo>
                  <a:lnTo>
                    <a:pt x="2400392" y="1891779"/>
                  </a:lnTo>
                  <a:lnTo>
                    <a:pt x="2432421" y="1786936"/>
                  </a:lnTo>
                  <a:lnTo>
                    <a:pt x="2464233" y="1684610"/>
                  </a:lnTo>
                  <a:lnTo>
                    <a:pt x="2495808" y="1585188"/>
                  </a:lnTo>
                  <a:lnTo>
                    <a:pt x="2527139" y="1489008"/>
                  </a:lnTo>
                  <a:lnTo>
                    <a:pt x="2558232" y="1396349"/>
                  </a:lnTo>
                  <a:lnTo>
                    <a:pt x="2589107" y="1307434"/>
                  </a:lnTo>
                  <a:lnTo>
                    <a:pt x="2619800" y="1222428"/>
                  </a:lnTo>
                  <a:lnTo>
                    <a:pt x="2650365" y="1141440"/>
                  </a:lnTo>
                  <a:lnTo>
                    <a:pt x="2680873" y="1064524"/>
                  </a:lnTo>
                  <a:lnTo>
                    <a:pt x="2711414" y="991686"/>
                  </a:lnTo>
                  <a:lnTo>
                    <a:pt x="2742102" y="922883"/>
                  </a:lnTo>
                  <a:lnTo>
                    <a:pt x="2770117" y="864017"/>
                  </a:lnTo>
                  <a:lnTo>
                    <a:pt x="2814184" y="779233"/>
                  </a:lnTo>
                  <a:lnTo>
                    <a:pt x="2859539" y="702107"/>
                  </a:lnTo>
                  <a:lnTo>
                    <a:pt x="2906748" y="632336"/>
                  </a:lnTo>
                  <a:lnTo>
                    <a:pt x="2956443" y="569360"/>
                  </a:lnTo>
                  <a:lnTo>
                    <a:pt x="3009286" y="512515"/>
                  </a:lnTo>
                  <a:lnTo>
                    <a:pt x="3065919" y="461133"/>
                  </a:lnTo>
                  <a:lnTo>
                    <a:pt x="3126915" y="414595"/>
                  </a:lnTo>
                  <a:lnTo>
                    <a:pt x="3192714" y="372366"/>
                  </a:lnTo>
                  <a:lnTo>
                    <a:pt x="3263537" y="334017"/>
                  </a:lnTo>
                  <a:lnTo>
                    <a:pt x="3339280" y="299229"/>
                  </a:lnTo>
                  <a:lnTo>
                    <a:pt x="3419392" y="267803"/>
                  </a:lnTo>
                  <a:lnTo>
                    <a:pt x="3502754" y="239646"/>
                  </a:lnTo>
                  <a:lnTo>
                    <a:pt x="3587594" y="214757"/>
                  </a:lnTo>
                  <a:lnTo>
                    <a:pt x="3671486" y="193197"/>
                  </a:lnTo>
                  <a:lnTo>
                    <a:pt x="3751481" y="175037"/>
                  </a:lnTo>
                  <a:lnTo>
                    <a:pt x="3824394" y="160304"/>
                  </a:lnTo>
                  <a:lnTo>
                    <a:pt x="3887249" y="148924"/>
                  </a:lnTo>
                  <a:lnTo>
                    <a:pt x="3937782" y="140679"/>
                  </a:lnTo>
                  <a:lnTo>
                    <a:pt x="3974884" y="135198"/>
                  </a:lnTo>
                  <a:lnTo>
                    <a:pt x="3998875" y="131977"/>
                  </a:lnTo>
                  <a:lnTo>
                    <a:pt x="4011538" y="130427"/>
                  </a:lnTo>
                  <a:lnTo>
                    <a:pt x="4015973" y="129930"/>
                  </a:lnTo>
                  <a:lnTo>
                    <a:pt x="4016409" y="129884"/>
                  </a:lnTo>
                  <a:lnTo>
                    <a:pt x="4538543" y="129884"/>
                  </a:lnTo>
                  <a:lnTo>
                    <a:pt x="4539812" y="129880"/>
                  </a:lnTo>
                  <a:lnTo>
                    <a:pt x="4548112" y="129852"/>
                  </a:lnTo>
                  <a:lnTo>
                    <a:pt x="4568860" y="129773"/>
                  </a:lnTo>
                  <a:lnTo>
                    <a:pt x="4605512" y="129619"/>
                  </a:lnTo>
                  <a:lnTo>
                    <a:pt x="4659247" y="129365"/>
                  </a:lnTo>
                  <a:lnTo>
                    <a:pt x="4728907" y="128997"/>
                  </a:lnTo>
                  <a:lnTo>
                    <a:pt x="4811397" y="128503"/>
                  </a:lnTo>
                  <a:lnTo>
                    <a:pt x="4902459" y="127881"/>
                  </a:lnTo>
                  <a:lnTo>
                    <a:pt x="4997578" y="127132"/>
                  </a:lnTo>
                  <a:lnTo>
                    <a:pt x="5092731" y="126259"/>
                  </a:lnTo>
                  <a:lnTo>
                    <a:pt x="5184835" y="125265"/>
                  </a:lnTo>
                  <a:lnTo>
                    <a:pt x="5271874" y="124146"/>
                  </a:lnTo>
                  <a:lnTo>
                    <a:pt x="5352803" y="122896"/>
                  </a:lnTo>
                  <a:lnTo>
                    <a:pt x="5427354" y="121503"/>
                  </a:lnTo>
                  <a:lnTo>
                    <a:pt x="5495811" y="119949"/>
                  </a:lnTo>
                  <a:lnTo>
                    <a:pt x="5558809" y="118211"/>
                  </a:lnTo>
                  <a:lnTo>
                    <a:pt x="5617191" y="116262"/>
                  </a:lnTo>
                  <a:lnTo>
                    <a:pt x="5671887" y="114074"/>
                  </a:lnTo>
                  <a:lnTo>
                    <a:pt x="5723832" y="111622"/>
                  </a:lnTo>
                  <a:lnTo>
                    <a:pt x="5773882" y="108885"/>
                  </a:lnTo>
                  <a:lnTo>
                    <a:pt x="5784835" y="108237"/>
                  </a:lnTo>
                  <a:lnTo>
                    <a:pt x="5838994" y="104781"/>
                  </a:lnTo>
                  <a:lnTo>
                    <a:pt x="5892632" y="100959"/>
                  </a:lnTo>
                  <a:lnTo>
                    <a:pt x="5946334" y="96767"/>
                  </a:lnTo>
                  <a:lnTo>
                    <a:pt x="6000488" y="92214"/>
                  </a:lnTo>
                  <a:lnTo>
                    <a:pt x="6055317" y="87322"/>
                  </a:lnTo>
                  <a:lnTo>
                    <a:pt x="6110891" y="82133"/>
                  </a:lnTo>
                  <a:lnTo>
                    <a:pt x="6167156" y="76703"/>
                  </a:lnTo>
                  <a:lnTo>
                    <a:pt x="6223953" y="71100"/>
                  </a:lnTo>
                  <a:lnTo>
                    <a:pt x="6281046" y="65405"/>
                  </a:lnTo>
                  <a:lnTo>
                    <a:pt x="6338163" y="59703"/>
                  </a:lnTo>
                  <a:lnTo>
                    <a:pt x="6395025" y="54080"/>
                  </a:lnTo>
                  <a:lnTo>
                    <a:pt x="6451389" y="48617"/>
                  </a:lnTo>
                  <a:lnTo>
                    <a:pt x="6507083" y="43384"/>
                  </a:lnTo>
                  <a:lnTo>
                    <a:pt x="6562031" y="38442"/>
                  </a:lnTo>
                  <a:lnTo>
                    <a:pt x="6616284" y="33831"/>
                  </a:lnTo>
                  <a:lnTo>
                    <a:pt x="6670037" y="29579"/>
                  </a:lnTo>
                  <a:lnTo>
                    <a:pt x="6723651" y="25698"/>
                  </a:lnTo>
                  <a:lnTo>
                    <a:pt x="6777677" y="22183"/>
                  </a:lnTo>
                  <a:lnTo>
                    <a:pt x="6786527" y="21647"/>
                  </a:lnTo>
                  <a:lnTo>
                    <a:pt x="6836257" y="18846"/>
                  </a:lnTo>
                  <a:lnTo>
                    <a:pt x="6887710" y="16332"/>
                  </a:lnTo>
                  <a:lnTo>
                    <a:pt x="6941715" y="14087"/>
                  </a:lnTo>
                  <a:lnTo>
                    <a:pt x="6999195" y="12088"/>
                  </a:lnTo>
                  <a:lnTo>
                    <a:pt x="7061088" y="10305"/>
                  </a:lnTo>
                  <a:lnTo>
                    <a:pt x="7128266" y="8712"/>
                  </a:lnTo>
                  <a:lnTo>
                    <a:pt x="7201421" y="7285"/>
                  </a:lnTo>
                  <a:lnTo>
                    <a:pt x="7280932" y="6004"/>
                  </a:lnTo>
                  <a:lnTo>
                    <a:pt x="7366670" y="4857"/>
                  </a:lnTo>
                  <a:lnTo>
                    <a:pt x="7457785" y="3835"/>
                  </a:lnTo>
                  <a:lnTo>
                    <a:pt x="7552489" y="2936"/>
                  </a:lnTo>
                  <a:lnTo>
                    <a:pt x="7647935" y="2159"/>
                  </a:lnTo>
                  <a:lnTo>
                    <a:pt x="7740283" y="1509"/>
                  </a:lnTo>
                  <a:lnTo>
                    <a:pt x="7825071" y="986"/>
                  </a:lnTo>
                  <a:lnTo>
                    <a:pt x="7897909" y="590"/>
                  </a:lnTo>
                  <a:lnTo>
                    <a:pt x="7955365" y="312"/>
                  </a:lnTo>
                  <a:lnTo>
                    <a:pt x="7995801" y="138"/>
                  </a:lnTo>
                  <a:lnTo>
                    <a:pt x="8019865" y="44"/>
                  </a:lnTo>
                  <a:lnTo>
                    <a:pt x="8030530" y="7"/>
                  </a:lnTo>
                  <a:lnTo>
                    <a:pt x="8032805" y="0"/>
                  </a:lnTo>
                  <a:lnTo>
                    <a:pt x="8032819" y="0"/>
                  </a:lnTo>
                  <a:lnTo>
                    <a:pt x="8554953" y="0"/>
                  </a:lnTo>
                  <a:lnTo>
                    <a:pt x="8554953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014" name="pl2014"/>
            <p:cNvSpPr/>
            <p:nvPr/>
          </p:nvSpPr>
          <p:spPr>
            <a:xfrm>
              <a:off x="386606" y="1439668"/>
              <a:ext cx="8554953" cy="4534678"/>
            </a:xfrm>
            <a:custGeom>
              <a:avLst/>
              <a:pathLst>
                <a:path w="8554953" h="4534678">
                  <a:moveTo>
                    <a:pt x="8554953" y="0"/>
                  </a:moveTo>
                  <a:lnTo>
                    <a:pt x="8032819" y="0"/>
                  </a:lnTo>
                  <a:lnTo>
                    <a:pt x="8031550" y="3"/>
                  </a:lnTo>
                  <a:lnTo>
                    <a:pt x="8023250" y="32"/>
                  </a:lnTo>
                  <a:lnTo>
                    <a:pt x="8002502" y="111"/>
                  </a:lnTo>
                  <a:lnTo>
                    <a:pt x="7965850" y="265"/>
                  </a:lnTo>
                  <a:lnTo>
                    <a:pt x="7912115" y="519"/>
                  </a:lnTo>
                  <a:lnTo>
                    <a:pt x="7842455" y="887"/>
                  </a:lnTo>
                  <a:lnTo>
                    <a:pt x="7759965" y="1381"/>
                  </a:lnTo>
                  <a:lnTo>
                    <a:pt x="7668903" y="2003"/>
                  </a:lnTo>
                  <a:lnTo>
                    <a:pt x="7573784" y="2752"/>
                  </a:lnTo>
                  <a:lnTo>
                    <a:pt x="7478631" y="3625"/>
                  </a:lnTo>
                  <a:lnTo>
                    <a:pt x="7386527" y="4619"/>
                  </a:lnTo>
                  <a:lnTo>
                    <a:pt x="7299488" y="5738"/>
                  </a:lnTo>
                  <a:lnTo>
                    <a:pt x="7218559" y="6988"/>
                  </a:lnTo>
                  <a:lnTo>
                    <a:pt x="7144007" y="8381"/>
                  </a:lnTo>
                  <a:lnTo>
                    <a:pt x="7075551" y="9935"/>
                  </a:lnTo>
                  <a:lnTo>
                    <a:pt x="7012553" y="11673"/>
                  </a:lnTo>
                  <a:lnTo>
                    <a:pt x="6954171" y="13622"/>
                  </a:lnTo>
                  <a:lnTo>
                    <a:pt x="6899475" y="15810"/>
                  </a:lnTo>
                  <a:lnTo>
                    <a:pt x="6847530" y="18262"/>
                  </a:lnTo>
                  <a:lnTo>
                    <a:pt x="6797480" y="20999"/>
                  </a:lnTo>
                  <a:lnTo>
                    <a:pt x="6786527" y="21647"/>
                  </a:lnTo>
                  <a:lnTo>
                    <a:pt x="6732368" y="25103"/>
                  </a:lnTo>
                  <a:lnTo>
                    <a:pt x="6678730" y="28924"/>
                  </a:lnTo>
                  <a:lnTo>
                    <a:pt x="6625028" y="33117"/>
                  </a:lnTo>
                  <a:lnTo>
                    <a:pt x="6570874" y="37670"/>
                  </a:lnTo>
                  <a:lnTo>
                    <a:pt x="6516045" y="42562"/>
                  </a:lnTo>
                  <a:lnTo>
                    <a:pt x="6460471" y="47751"/>
                  </a:lnTo>
                  <a:lnTo>
                    <a:pt x="6404206" y="53181"/>
                  </a:lnTo>
                  <a:lnTo>
                    <a:pt x="6347409" y="58784"/>
                  </a:lnTo>
                  <a:lnTo>
                    <a:pt x="6290316" y="64479"/>
                  </a:lnTo>
                  <a:lnTo>
                    <a:pt x="6233199" y="70181"/>
                  </a:lnTo>
                  <a:lnTo>
                    <a:pt x="6176337" y="75804"/>
                  </a:lnTo>
                  <a:lnTo>
                    <a:pt x="6119973" y="81267"/>
                  </a:lnTo>
                  <a:lnTo>
                    <a:pt x="6064279" y="86500"/>
                  </a:lnTo>
                  <a:lnTo>
                    <a:pt x="6009331" y="91442"/>
                  </a:lnTo>
                  <a:lnTo>
                    <a:pt x="5955078" y="96053"/>
                  </a:lnTo>
                  <a:lnTo>
                    <a:pt x="5901325" y="100305"/>
                  </a:lnTo>
                  <a:lnTo>
                    <a:pt x="5847711" y="104186"/>
                  </a:lnTo>
                  <a:lnTo>
                    <a:pt x="5793685" y="107701"/>
                  </a:lnTo>
                  <a:lnTo>
                    <a:pt x="5784835" y="108237"/>
                  </a:lnTo>
                  <a:lnTo>
                    <a:pt x="5735105" y="111037"/>
                  </a:lnTo>
                  <a:lnTo>
                    <a:pt x="5683652" y="113552"/>
                  </a:lnTo>
                  <a:lnTo>
                    <a:pt x="5629647" y="115797"/>
                  </a:lnTo>
                  <a:lnTo>
                    <a:pt x="5572167" y="117796"/>
                  </a:lnTo>
                  <a:lnTo>
                    <a:pt x="5510273" y="119579"/>
                  </a:lnTo>
                  <a:lnTo>
                    <a:pt x="5443096" y="121172"/>
                  </a:lnTo>
                  <a:lnTo>
                    <a:pt x="5369941" y="122599"/>
                  </a:lnTo>
                  <a:lnTo>
                    <a:pt x="5290430" y="123880"/>
                  </a:lnTo>
                  <a:lnTo>
                    <a:pt x="5204692" y="125027"/>
                  </a:lnTo>
                  <a:lnTo>
                    <a:pt x="5113577" y="126049"/>
                  </a:lnTo>
                  <a:lnTo>
                    <a:pt x="5018873" y="126948"/>
                  </a:lnTo>
                  <a:lnTo>
                    <a:pt x="4923427" y="127725"/>
                  </a:lnTo>
                  <a:lnTo>
                    <a:pt x="4831079" y="128375"/>
                  </a:lnTo>
                  <a:lnTo>
                    <a:pt x="4746291" y="128898"/>
                  </a:lnTo>
                  <a:lnTo>
                    <a:pt x="4673453" y="129294"/>
                  </a:lnTo>
                  <a:lnTo>
                    <a:pt x="4615997" y="129571"/>
                  </a:lnTo>
                  <a:lnTo>
                    <a:pt x="4575561" y="129746"/>
                  </a:lnTo>
                  <a:lnTo>
                    <a:pt x="4551497" y="129840"/>
                  </a:lnTo>
                  <a:lnTo>
                    <a:pt x="4540832" y="129877"/>
                  </a:lnTo>
                  <a:lnTo>
                    <a:pt x="4538557" y="129884"/>
                  </a:lnTo>
                  <a:lnTo>
                    <a:pt x="4538543" y="129884"/>
                  </a:lnTo>
                  <a:lnTo>
                    <a:pt x="4016409" y="129884"/>
                  </a:lnTo>
                  <a:lnTo>
                    <a:pt x="4015516" y="129979"/>
                  </a:lnTo>
                  <a:lnTo>
                    <a:pt x="4009627" y="130651"/>
                  </a:lnTo>
                  <a:lnTo>
                    <a:pt x="3994741" y="132510"/>
                  </a:lnTo>
                  <a:lnTo>
                    <a:pt x="3968023" y="136170"/>
                  </a:lnTo>
                  <a:lnTo>
                    <a:pt x="3927999" y="142209"/>
                  </a:lnTo>
                  <a:lnTo>
                    <a:pt x="3874670" y="151104"/>
                  </a:lnTo>
                  <a:lnTo>
                    <a:pt x="3809421" y="163194"/>
                  </a:lnTo>
                  <a:lnTo>
                    <a:pt x="3734713" y="178665"/>
                  </a:lnTo>
                  <a:lnTo>
                    <a:pt x="3653611" y="197563"/>
                  </a:lnTo>
                  <a:lnTo>
                    <a:pt x="3569279" y="219848"/>
                  </a:lnTo>
                  <a:lnTo>
                    <a:pt x="3484574" y="245445"/>
                  </a:lnTo>
                  <a:lnTo>
                    <a:pt x="3401787" y="274304"/>
                  </a:lnTo>
                  <a:lnTo>
                    <a:pt x="3322544" y="306444"/>
                  </a:lnTo>
                  <a:lnTo>
                    <a:pt x="3247833" y="341979"/>
                  </a:lnTo>
                  <a:lnTo>
                    <a:pt x="3178097" y="381135"/>
                  </a:lnTo>
                  <a:lnTo>
                    <a:pt x="3113362" y="424253"/>
                  </a:lnTo>
                  <a:lnTo>
                    <a:pt x="3053351" y="471788"/>
                  </a:lnTo>
                  <a:lnTo>
                    <a:pt x="2997587" y="524294"/>
                  </a:lnTo>
                  <a:lnTo>
                    <a:pt x="2945479" y="582404"/>
                  </a:lnTo>
                  <a:lnTo>
                    <a:pt x="2896375" y="646792"/>
                  </a:lnTo>
                  <a:lnTo>
                    <a:pt x="2849619" y="718108"/>
                  </a:lnTo>
                  <a:lnTo>
                    <a:pt x="2804586" y="796872"/>
                  </a:lnTo>
                  <a:lnTo>
                    <a:pt x="2770117" y="864017"/>
                  </a:lnTo>
                  <a:lnTo>
                    <a:pt x="2739181" y="929238"/>
                  </a:lnTo>
                  <a:lnTo>
                    <a:pt x="2708513" y="998421"/>
                  </a:lnTo>
                  <a:lnTo>
                    <a:pt x="2677979" y="1071645"/>
                  </a:lnTo>
                  <a:lnTo>
                    <a:pt x="2647470" y="1148948"/>
                  </a:lnTo>
                  <a:lnTo>
                    <a:pt x="2616895" y="1230320"/>
                  </a:lnTo>
                  <a:lnTo>
                    <a:pt x="2586187" y="1315703"/>
                  </a:lnTo>
                  <a:lnTo>
                    <a:pt x="2555292" y="1404981"/>
                  </a:lnTo>
                  <a:lnTo>
                    <a:pt x="2524178" y="1497985"/>
                  </a:lnTo>
                  <a:lnTo>
                    <a:pt x="2492823" y="1594485"/>
                  </a:lnTo>
                  <a:lnTo>
                    <a:pt x="2461225" y="1694197"/>
                  </a:lnTo>
                  <a:lnTo>
                    <a:pt x="2429392" y="1796780"/>
                  </a:lnTo>
                  <a:lnTo>
                    <a:pt x="2397343" y="1901839"/>
                  </a:lnTo>
                  <a:lnTo>
                    <a:pt x="2365111" y="2008936"/>
                  </a:lnTo>
                  <a:lnTo>
                    <a:pt x="2332733" y="2117591"/>
                  </a:lnTo>
                  <a:lnTo>
                    <a:pt x="2300255" y="2227294"/>
                  </a:lnTo>
                  <a:lnTo>
                    <a:pt x="2267728" y="2337513"/>
                  </a:lnTo>
                  <a:lnTo>
                    <a:pt x="2235203" y="2447706"/>
                  </a:lnTo>
                  <a:lnTo>
                    <a:pt x="2202733" y="2557331"/>
                  </a:lnTo>
                  <a:lnTo>
                    <a:pt x="2170367" y="2665860"/>
                  </a:lnTo>
                  <a:lnTo>
                    <a:pt x="2138150" y="2772784"/>
                  </a:lnTo>
                  <a:lnTo>
                    <a:pt x="2106121" y="2877626"/>
                  </a:lnTo>
                  <a:lnTo>
                    <a:pt x="2074309" y="2979953"/>
                  </a:lnTo>
                  <a:lnTo>
                    <a:pt x="2042734" y="3079374"/>
                  </a:lnTo>
                  <a:lnTo>
                    <a:pt x="2011403" y="3175554"/>
                  </a:lnTo>
                  <a:lnTo>
                    <a:pt x="1980310" y="3268213"/>
                  </a:lnTo>
                  <a:lnTo>
                    <a:pt x="1949435" y="3357128"/>
                  </a:lnTo>
                  <a:lnTo>
                    <a:pt x="1918742" y="3442134"/>
                  </a:lnTo>
                  <a:lnTo>
                    <a:pt x="1888177" y="3523123"/>
                  </a:lnTo>
                  <a:lnTo>
                    <a:pt x="1857669" y="3600038"/>
                  </a:lnTo>
                  <a:lnTo>
                    <a:pt x="1827128" y="3672877"/>
                  </a:lnTo>
                  <a:lnTo>
                    <a:pt x="1796441" y="3741680"/>
                  </a:lnTo>
                  <a:lnTo>
                    <a:pt x="1768425" y="3800546"/>
                  </a:lnTo>
                  <a:lnTo>
                    <a:pt x="1724358" y="3885330"/>
                  </a:lnTo>
                  <a:lnTo>
                    <a:pt x="1679003" y="3962455"/>
                  </a:lnTo>
                  <a:lnTo>
                    <a:pt x="1631794" y="4032226"/>
                  </a:lnTo>
                  <a:lnTo>
                    <a:pt x="1582099" y="4095203"/>
                  </a:lnTo>
                  <a:lnTo>
                    <a:pt x="1529256" y="4152047"/>
                  </a:lnTo>
                  <a:lnTo>
                    <a:pt x="1472623" y="4203429"/>
                  </a:lnTo>
                  <a:lnTo>
                    <a:pt x="1411627" y="4249967"/>
                  </a:lnTo>
                  <a:lnTo>
                    <a:pt x="1345828" y="4292196"/>
                  </a:lnTo>
                  <a:lnTo>
                    <a:pt x="1275005" y="4330546"/>
                  </a:lnTo>
                  <a:lnTo>
                    <a:pt x="1199262" y="4365333"/>
                  </a:lnTo>
                  <a:lnTo>
                    <a:pt x="1119150" y="4396760"/>
                  </a:lnTo>
                  <a:lnTo>
                    <a:pt x="1035788" y="4424917"/>
                  </a:lnTo>
                  <a:lnTo>
                    <a:pt x="950948" y="4449805"/>
                  </a:lnTo>
                  <a:lnTo>
                    <a:pt x="867056" y="4471365"/>
                  </a:lnTo>
                  <a:lnTo>
                    <a:pt x="787061" y="4489525"/>
                  </a:lnTo>
                  <a:lnTo>
                    <a:pt x="714148" y="4504258"/>
                  </a:lnTo>
                  <a:lnTo>
                    <a:pt x="651293" y="4515639"/>
                  </a:lnTo>
                  <a:lnTo>
                    <a:pt x="600761" y="4523883"/>
                  </a:lnTo>
                  <a:lnTo>
                    <a:pt x="563658" y="4529364"/>
                  </a:lnTo>
                  <a:lnTo>
                    <a:pt x="539667" y="4532585"/>
                  </a:lnTo>
                  <a:lnTo>
                    <a:pt x="527004" y="4534135"/>
                  </a:lnTo>
                  <a:lnTo>
                    <a:pt x="522569" y="4534633"/>
                  </a:lnTo>
                  <a:lnTo>
                    <a:pt x="522133" y="4534678"/>
                  </a:lnTo>
                  <a:lnTo>
                    <a:pt x="0" y="4534678"/>
                  </a:lnTo>
                  <a:lnTo>
                    <a:pt x="0" y="4534678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015" name="pg2015"/>
            <p:cNvSpPr/>
            <p:nvPr/>
          </p:nvSpPr>
          <p:spPr>
            <a:xfrm>
              <a:off x="386606" y="2862755"/>
              <a:ext cx="8554953" cy="3145474"/>
            </a:xfrm>
            <a:custGeom>
              <a:avLst/>
              <a:pathLst>
                <a:path w="8554953" h="3145474">
                  <a:moveTo>
                    <a:pt x="0" y="3145474"/>
                  </a:moveTo>
                  <a:lnTo>
                    <a:pt x="522133" y="3145474"/>
                  </a:lnTo>
                  <a:lnTo>
                    <a:pt x="523384" y="3145442"/>
                  </a:lnTo>
                  <a:lnTo>
                    <a:pt x="531566" y="3145211"/>
                  </a:lnTo>
                  <a:lnTo>
                    <a:pt x="552031" y="3144574"/>
                  </a:lnTo>
                  <a:lnTo>
                    <a:pt x="588210" y="3143322"/>
                  </a:lnTo>
                  <a:lnTo>
                    <a:pt x="641304" y="3141271"/>
                  </a:lnTo>
                  <a:lnTo>
                    <a:pt x="710222" y="3138284"/>
                  </a:lnTo>
                  <a:lnTo>
                    <a:pt x="791957" y="3134279"/>
                  </a:lnTo>
                  <a:lnTo>
                    <a:pt x="882334" y="3129230"/>
                  </a:lnTo>
                  <a:lnTo>
                    <a:pt x="976899" y="3123150"/>
                  </a:lnTo>
                  <a:lnTo>
                    <a:pt x="1071658" y="3116063"/>
                  </a:lnTo>
                  <a:lnTo>
                    <a:pt x="1163523" y="3107983"/>
                  </a:lnTo>
                  <a:lnTo>
                    <a:pt x="1250454" y="3098895"/>
                  </a:lnTo>
                  <a:lnTo>
                    <a:pt x="1331373" y="3088745"/>
                  </a:lnTo>
                  <a:lnTo>
                    <a:pt x="1405976" y="3077437"/>
                  </a:lnTo>
                  <a:lnTo>
                    <a:pt x="1474511" y="3064828"/>
                  </a:lnTo>
                  <a:lnTo>
                    <a:pt x="1537586" y="3050738"/>
                  </a:lnTo>
                  <a:lnTo>
                    <a:pt x="1596019" y="3034954"/>
                  </a:lnTo>
                  <a:lnTo>
                    <a:pt x="1650725" y="3017245"/>
                  </a:lnTo>
                  <a:lnTo>
                    <a:pt x="1702625" y="2997395"/>
                  </a:lnTo>
                  <a:lnTo>
                    <a:pt x="1752576" y="2975247"/>
                  </a:lnTo>
                  <a:lnTo>
                    <a:pt x="1768425" y="2967588"/>
                  </a:lnTo>
                  <a:lnTo>
                    <a:pt x="1817451" y="2942027"/>
                  </a:lnTo>
                  <a:lnTo>
                    <a:pt x="1865998" y="2914013"/>
                  </a:lnTo>
                  <a:lnTo>
                    <a:pt x="1914521" y="2883506"/>
                  </a:lnTo>
                  <a:lnTo>
                    <a:pt x="1963341" y="2850539"/>
                  </a:lnTo>
                  <a:lnTo>
                    <a:pt x="2012660" y="2815225"/>
                  </a:lnTo>
                  <a:lnTo>
                    <a:pt x="2062578" y="2777768"/>
                  </a:lnTo>
                  <a:lnTo>
                    <a:pt x="2113100" y="2738457"/>
                  </a:lnTo>
                  <a:lnTo>
                    <a:pt x="2164153" y="2697665"/>
                  </a:lnTo>
                  <a:lnTo>
                    <a:pt x="2215601" y="2655837"/>
                  </a:lnTo>
                  <a:lnTo>
                    <a:pt x="2267263" y="2613466"/>
                  </a:lnTo>
                  <a:lnTo>
                    <a:pt x="2318932" y="2571075"/>
                  </a:lnTo>
                  <a:lnTo>
                    <a:pt x="2370404" y="2529186"/>
                  </a:lnTo>
                  <a:lnTo>
                    <a:pt x="2421493" y="2488297"/>
                  </a:lnTo>
                  <a:lnTo>
                    <a:pt x="2472060" y="2448857"/>
                  </a:lnTo>
                  <a:lnTo>
                    <a:pt x="2522026" y="2411244"/>
                  </a:lnTo>
                  <a:lnTo>
                    <a:pt x="2571389" y="2375755"/>
                  </a:lnTo>
                  <a:lnTo>
                    <a:pt x="2620242" y="2342600"/>
                  </a:lnTo>
                  <a:lnTo>
                    <a:pt x="2668778" y="2311900"/>
                  </a:lnTo>
                  <a:lnTo>
                    <a:pt x="2717309" y="2283693"/>
                  </a:lnTo>
                  <a:lnTo>
                    <a:pt x="2766278" y="2257945"/>
                  </a:lnTo>
                  <a:lnTo>
                    <a:pt x="2770117" y="2256044"/>
                  </a:lnTo>
                  <a:lnTo>
                    <a:pt x="2819597" y="2233139"/>
                  </a:lnTo>
                  <a:lnTo>
                    <a:pt x="2870780" y="2212559"/>
                  </a:lnTo>
                  <a:lnTo>
                    <a:pt x="2924479" y="2194180"/>
                  </a:lnTo>
                  <a:lnTo>
                    <a:pt x="2981606" y="2177799"/>
                  </a:lnTo>
                  <a:lnTo>
                    <a:pt x="3043085" y="2163186"/>
                  </a:lnTo>
                  <a:lnTo>
                    <a:pt x="3109776" y="2150121"/>
                  </a:lnTo>
                  <a:lnTo>
                    <a:pt x="3182369" y="2138409"/>
                  </a:lnTo>
                  <a:lnTo>
                    <a:pt x="3261249" y="2127898"/>
                  </a:lnTo>
                  <a:lnTo>
                    <a:pt x="3346313" y="2118475"/>
                  </a:lnTo>
                  <a:lnTo>
                    <a:pt x="3436757" y="2110072"/>
                  </a:lnTo>
                  <a:lnTo>
                    <a:pt x="3530868" y="2102664"/>
                  </a:lnTo>
                  <a:lnTo>
                    <a:pt x="3625895" y="2096255"/>
                  </a:lnTo>
                  <a:lnTo>
                    <a:pt x="3718104" y="2090871"/>
                  </a:lnTo>
                  <a:lnTo>
                    <a:pt x="3803119" y="2086530"/>
                  </a:lnTo>
                  <a:lnTo>
                    <a:pt x="3876582" y="2083219"/>
                  </a:lnTo>
                  <a:lnTo>
                    <a:pt x="3935014" y="2080878"/>
                  </a:lnTo>
                  <a:lnTo>
                    <a:pt x="3976642" y="2079386"/>
                  </a:lnTo>
                  <a:lnTo>
                    <a:pt x="4001913" y="2078573"/>
                  </a:lnTo>
                  <a:lnTo>
                    <a:pt x="4013565" y="2078234"/>
                  </a:lnTo>
                  <a:lnTo>
                    <a:pt x="4016409" y="2078158"/>
                  </a:lnTo>
                  <a:lnTo>
                    <a:pt x="4538543" y="2078158"/>
                  </a:lnTo>
                  <a:lnTo>
                    <a:pt x="4539745" y="2078098"/>
                  </a:lnTo>
                  <a:lnTo>
                    <a:pt x="4547617" y="2077669"/>
                  </a:lnTo>
                  <a:lnTo>
                    <a:pt x="4567333" y="2076480"/>
                  </a:lnTo>
                  <a:lnTo>
                    <a:pt x="4602258" y="2074146"/>
                  </a:lnTo>
                  <a:lnTo>
                    <a:pt x="4653648" y="2070319"/>
                  </a:lnTo>
                  <a:lnTo>
                    <a:pt x="4720581" y="2064734"/>
                  </a:lnTo>
                  <a:lnTo>
                    <a:pt x="4800281" y="2057233"/>
                  </a:lnTo>
                  <a:lnTo>
                    <a:pt x="4888800" y="2047762"/>
                  </a:lnTo>
                  <a:lnTo>
                    <a:pt x="4981848" y="2036336"/>
                  </a:lnTo>
                  <a:lnTo>
                    <a:pt x="5075509" y="2023001"/>
                  </a:lnTo>
                  <a:lnTo>
                    <a:pt x="5166694" y="2007787"/>
                  </a:lnTo>
                  <a:lnTo>
                    <a:pt x="5253304" y="1990678"/>
                  </a:lnTo>
                  <a:lnTo>
                    <a:pt x="5334172" y="1971583"/>
                  </a:lnTo>
                  <a:lnTo>
                    <a:pt x="5408897" y="1950337"/>
                  </a:lnTo>
                  <a:lnTo>
                    <a:pt x="5477637" y="1926689"/>
                  </a:lnTo>
                  <a:lnTo>
                    <a:pt x="5540923" y="1900315"/>
                  </a:lnTo>
                  <a:lnTo>
                    <a:pt x="5599509" y="1870829"/>
                  </a:lnTo>
                  <a:lnTo>
                    <a:pt x="5654260" y="1837805"/>
                  </a:lnTo>
                  <a:lnTo>
                    <a:pt x="5706068" y="1800826"/>
                  </a:lnTo>
                  <a:lnTo>
                    <a:pt x="5755777" y="1759558"/>
                  </a:lnTo>
                  <a:lnTo>
                    <a:pt x="5784835" y="1732740"/>
                  </a:lnTo>
                  <a:lnTo>
                    <a:pt x="5826478" y="1690927"/>
                  </a:lnTo>
                  <a:lnTo>
                    <a:pt x="5867720" y="1645699"/>
                  </a:lnTo>
                  <a:lnTo>
                    <a:pt x="5908858" y="1596991"/>
                  </a:lnTo>
                  <a:lnTo>
                    <a:pt x="5950119" y="1544807"/>
                  </a:lnTo>
                  <a:lnTo>
                    <a:pt x="5991662" y="1489227"/>
                  </a:lnTo>
                  <a:lnTo>
                    <a:pt x="6033591" y="1430423"/>
                  </a:lnTo>
                  <a:lnTo>
                    <a:pt x="6075955" y="1368650"/>
                  </a:lnTo>
                  <a:lnTo>
                    <a:pt x="6118756" y="1304255"/>
                  </a:lnTo>
                  <a:lnTo>
                    <a:pt x="6161957" y="1237669"/>
                  </a:lnTo>
                  <a:lnTo>
                    <a:pt x="6205483" y="1169396"/>
                  </a:lnTo>
                  <a:lnTo>
                    <a:pt x="6249233" y="1100000"/>
                  </a:lnTo>
                  <a:lnTo>
                    <a:pt x="6293090" y="1030086"/>
                  </a:lnTo>
                  <a:lnTo>
                    <a:pt x="6336924" y="960277"/>
                  </a:lnTo>
                  <a:lnTo>
                    <a:pt x="6380611" y="891194"/>
                  </a:lnTo>
                  <a:lnTo>
                    <a:pt x="6424037" y="823431"/>
                  </a:lnTo>
                  <a:lnTo>
                    <a:pt x="6467110" y="757532"/>
                  </a:lnTo>
                  <a:lnTo>
                    <a:pt x="6509766" y="693978"/>
                  </a:lnTo>
                  <a:lnTo>
                    <a:pt x="6551980" y="633174"/>
                  </a:lnTo>
                  <a:lnTo>
                    <a:pt x="6593771" y="575434"/>
                  </a:lnTo>
                  <a:lnTo>
                    <a:pt x="6635204" y="520987"/>
                  </a:lnTo>
                  <a:lnTo>
                    <a:pt x="6676403" y="469971"/>
                  </a:lnTo>
                  <a:lnTo>
                    <a:pt x="6717548" y="422442"/>
                  </a:lnTo>
                  <a:lnTo>
                    <a:pt x="6758888" y="378379"/>
                  </a:lnTo>
                  <a:lnTo>
                    <a:pt x="6786527" y="351065"/>
                  </a:lnTo>
                  <a:lnTo>
                    <a:pt x="6835336" y="307153"/>
                  </a:lnTo>
                  <a:lnTo>
                    <a:pt x="6885792" y="267637"/>
                  </a:lnTo>
                  <a:lnTo>
                    <a:pt x="6938676" y="232292"/>
                  </a:lnTo>
                  <a:lnTo>
                    <a:pt x="6994859" y="200740"/>
                  </a:lnTo>
                  <a:lnTo>
                    <a:pt x="7055231" y="172552"/>
                  </a:lnTo>
                  <a:lnTo>
                    <a:pt x="7120626" y="147316"/>
                  </a:lnTo>
                  <a:lnTo>
                    <a:pt x="7191721" y="124667"/>
                  </a:lnTo>
                  <a:lnTo>
                    <a:pt x="7268920" y="104310"/>
                  </a:lnTo>
                  <a:lnTo>
                    <a:pt x="7352179" y="86028"/>
                  </a:lnTo>
                  <a:lnTo>
                    <a:pt x="7440815" y="69686"/>
                  </a:lnTo>
                  <a:lnTo>
                    <a:pt x="7533302" y="55225"/>
                  </a:lnTo>
                  <a:lnTo>
                    <a:pt x="7627141" y="42651"/>
                  </a:lnTo>
                  <a:lnTo>
                    <a:pt x="7718876" y="32005"/>
                  </a:lnTo>
                  <a:lnTo>
                    <a:pt x="7804370" y="23325"/>
                  </a:lnTo>
                  <a:lnTo>
                    <a:pt x="7879372" y="16606"/>
                  </a:lnTo>
                  <a:lnTo>
                    <a:pt x="7940308" y="11752"/>
                  </a:lnTo>
                  <a:lnTo>
                    <a:pt x="7985080" y="8561"/>
                  </a:lnTo>
                  <a:lnTo>
                    <a:pt x="8013625" y="6731"/>
                  </a:lnTo>
                  <a:lnTo>
                    <a:pt x="8028074" y="5895"/>
                  </a:lnTo>
                  <a:lnTo>
                    <a:pt x="8032555" y="5659"/>
                  </a:lnTo>
                  <a:lnTo>
                    <a:pt x="8032819" y="5647"/>
                  </a:lnTo>
                  <a:lnTo>
                    <a:pt x="8554953" y="5647"/>
                  </a:lnTo>
                  <a:lnTo>
                    <a:pt x="8554953" y="0"/>
                  </a:lnTo>
                  <a:lnTo>
                    <a:pt x="8032819" y="0"/>
                  </a:lnTo>
                  <a:lnTo>
                    <a:pt x="8031617" y="60"/>
                  </a:lnTo>
                  <a:lnTo>
                    <a:pt x="8023745" y="489"/>
                  </a:lnTo>
                  <a:lnTo>
                    <a:pt x="8004029" y="1677"/>
                  </a:lnTo>
                  <a:lnTo>
                    <a:pt x="7969104" y="4012"/>
                  </a:lnTo>
                  <a:lnTo>
                    <a:pt x="7917714" y="7839"/>
                  </a:lnTo>
                  <a:lnTo>
                    <a:pt x="7850781" y="13424"/>
                  </a:lnTo>
                  <a:lnTo>
                    <a:pt x="7771081" y="20925"/>
                  </a:lnTo>
                  <a:lnTo>
                    <a:pt x="7682562" y="30396"/>
                  </a:lnTo>
                  <a:lnTo>
                    <a:pt x="7589514" y="41822"/>
                  </a:lnTo>
                  <a:lnTo>
                    <a:pt x="7495853" y="55157"/>
                  </a:lnTo>
                  <a:lnTo>
                    <a:pt x="7404668" y="70371"/>
                  </a:lnTo>
                  <a:lnTo>
                    <a:pt x="7318058" y="87480"/>
                  </a:lnTo>
                  <a:lnTo>
                    <a:pt x="7237190" y="106575"/>
                  </a:lnTo>
                  <a:lnTo>
                    <a:pt x="7162465" y="127821"/>
                  </a:lnTo>
                  <a:lnTo>
                    <a:pt x="7093725" y="151469"/>
                  </a:lnTo>
                  <a:lnTo>
                    <a:pt x="7030439" y="177843"/>
                  </a:lnTo>
                  <a:lnTo>
                    <a:pt x="6971853" y="207329"/>
                  </a:lnTo>
                  <a:lnTo>
                    <a:pt x="6917102" y="240353"/>
                  </a:lnTo>
                  <a:lnTo>
                    <a:pt x="6865294" y="277332"/>
                  </a:lnTo>
                  <a:lnTo>
                    <a:pt x="6815585" y="318600"/>
                  </a:lnTo>
                  <a:lnTo>
                    <a:pt x="6786527" y="345418"/>
                  </a:lnTo>
                  <a:lnTo>
                    <a:pt x="6744884" y="387231"/>
                  </a:lnTo>
                  <a:lnTo>
                    <a:pt x="6703642" y="432458"/>
                  </a:lnTo>
                  <a:lnTo>
                    <a:pt x="6662503" y="481166"/>
                  </a:lnTo>
                  <a:lnTo>
                    <a:pt x="6621243" y="533351"/>
                  </a:lnTo>
                  <a:lnTo>
                    <a:pt x="6579700" y="588931"/>
                  </a:lnTo>
                  <a:lnTo>
                    <a:pt x="6537771" y="647735"/>
                  </a:lnTo>
                  <a:lnTo>
                    <a:pt x="6495407" y="709508"/>
                  </a:lnTo>
                  <a:lnTo>
                    <a:pt x="6452606" y="773903"/>
                  </a:lnTo>
                  <a:lnTo>
                    <a:pt x="6409405" y="840489"/>
                  </a:lnTo>
                  <a:lnTo>
                    <a:pt x="6365879" y="908762"/>
                  </a:lnTo>
                  <a:lnTo>
                    <a:pt x="6322129" y="978158"/>
                  </a:lnTo>
                  <a:lnTo>
                    <a:pt x="6278272" y="1048072"/>
                  </a:lnTo>
                  <a:lnTo>
                    <a:pt x="6234438" y="1117881"/>
                  </a:lnTo>
                  <a:lnTo>
                    <a:pt x="6190751" y="1186964"/>
                  </a:lnTo>
                  <a:lnTo>
                    <a:pt x="6147324" y="1254727"/>
                  </a:lnTo>
                  <a:lnTo>
                    <a:pt x="6104252" y="1320626"/>
                  </a:lnTo>
                  <a:lnTo>
                    <a:pt x="6061596" y="1384180"/>
                  </a:lnTo>
                  <a:lnTo>
                    <a:pt x="6019382" y="1444984"/>
                  </a:lnTo>
                  <a:lnTo>
                    <a:pt x="5977591" y="1502724"/>
                  </a:lnTo>
                  <a:lnTo>
                    <a:pt x="5936158" y="1557171"/>
                  </a:lnTo>
                  <a:lnTo>
                    <a:pt x="5894959" y="1608187"/>
                  </a:lnTo>
                  <a:lnTo>
                    <a:pt x="5853814" y="1655716"/>
                  </a:lnTo>
                  <a:lnTo>
                    <a:pt x="5812474" y="1699779"/>
                  </a:lnTo>
                  <a:lnTo>
                    <a:pt x="5784835" y="1727093"/>
                  </a:lnTo>
                  <a:lnTo>
                    <a:pt x="5736026" y="1771005"/>
                  </a:lnTo>
                  <a:lnTo>
                    <a:pt x="5685570" y="1810521"/>
                  </a:lnTo>
                  <a:lnTo>
                    <a:pt x="5632686" y="1845866"/>
                  </a:lnTo>
                  <a:lnTo>
                    <a:pt x="5576503" y="1877418"/>
                  </a:lnTo>
                  <a:lnTo>
                    <a:pt x="5516131" y="1905606"/>
                  </a:lnTo>
                  <a:lnTo>
                    <a:pt x="5450736" y="1930842"/>
                  </a:lnTo>
                  <a:lnTo>
                    <a:pt x="5379641" y="1953491"/>
                  </a:lnTo>
                  <a:lnTo>
                    <a:pt x="5302442" y="1973848"/>
                  </a:lnTo>
                  <a:lnTo>
                    <a:pt x="5219183" y="1992130"/>
                  </a:lnTo>
                  <a:lnTo>
                    <a:pt x="5130547" y="2008472"/>
                  </a:lnTo>
                  <a:lnTo>
                    <a:pt x="5038060" y="2022933"/>
                  </a:lnTo>
                  <a:lnTo>
                    <a:pt x="4944221" y="2035507"/>
                  </a:lnTo>
                  <a:lnTo>
                    <a:pt x="4852486" y="2046153"/>
                  </a:lnTo>
                  <a:lnTo>
                    <a:pt x="4766992" y="2054832"/>
                  </a:lnTo>
                  <a:lnTo>
                    <a:pt x="4691990" y="2061552"/>
                  </a:lnTo>
                  <a:lnTo>
                    <a:pt x="4631054" y="2066406"/>
                  </a:lnTo>
                  <a:lnTo>
                    <a:pt x="4586282" y="2069597"/>
                  </a:lnTo>
                  <a:lnTo>
                    <a:pt x="4557737" y="2071427"/>
                  </a:lnTo>
                  <a:lnTo>
                    <a:pt x="4543288" y="2072263"/>
                  </a:lnTo>
                  <a:lnTo>
                    <a:pt x="4538807" y="2072498"/>
                  </a:lnTo>
                  <a:lnTo>
                    <a:pt x="4538543" y="2072511"/>
                  </a:lnTo>
                  <a:lnTo>
                    <a:pt x="4016409" y="2072511"/>
                  </a:lnTo>
                  <a:lnTo>
                    <a:pt x="4015158" y="2072544"/>
                  </a:lnTo>
                  <a:lnTo>
                    <a:pt x="4006976" y="2072774"/>
                  </a:lnTo>
                  <a:lnTo>
                    <a:pt x="3986511" y="2073411"/>
                  </a:lnTo>
                  <a:lnTo>
                    <a:pt x="3950332" y="2074663"/>
                  </a:lnTo>
                  <a:lnTo>
                    <a:pt x="3897238" y="2076714"/>
                  </a:lnTo>
                  <a:lnTo>
                    <a:pt x="3828320" y="2079701"/>
                  </a:lnTo>
                  <a:lnTo>
                    <a:pt x="3746586" y="2083707"/>
                  </a:lnTo>
                  <a:lnTo>
                    <a:pt x="3656208" y="2088755"/>
                  </a:lnTo>
                  <a:lnTo>
                    <a:pt x="3561643" y="2094835"/>
                  </a:lnTo>
                  <a:lnTo>
                    <a:pt x="3466884" y="2101922"/>
                  </a:lnTo>
                  <a:lnTo>
                    <a:pt x="3375019" y="2110002"/>
                  </a:lnTo>
                  <a:lnTo>
                    <a:pt x="3288088" y="2119090"/>
                  </a:lnTo>
                  <a:lnTo>
                    <a:pt x="3207169" y="2129240"/>
                  </a:lnTo>
                  <a:lnTo>
                    <a:pt x="3132566" y="2140548"/>
                  </a:lnTo>
                  <a:lnTo>
                    <a:pt x="3064032" y="2153157"/>
                  </a:lnTo>
                  <a:lnTo>
                    <a:pt x="3000956" y="2167247"/>
                  </a:lnTo>
                  <a:lnTo>
                    <a:pt x="2942523" y="2183031"/>
                  </a:lnTo>
                  <a:lnTo>
                    <a:pt x="2887817" y="2200740"/>
                  </a:lnTo>
                  <a:lnTo>
                    <a:pt x="2835917" y="2220590"/>
                  </a:lnTo>
                  <a:lnTo>
                    <a:pt x="2785966" y="2242738"/>
                  </a:lnTo>
                  <a:lnTo>
                    <a:pt x="2770117" y="2250397"/>
                  </a:lnTo>
                  <a:lnTo>
                    <a:pt x="2721091" y="2275958"/>
                  </a:lnTo>
                  <a:lnTo>
                    <a:pt x="2672544" y="2303972"/>
                  </a:lnTo>
                  <a:lnTo>
                    <a:pt x="2624021" y="2334479"/>
                  </a:lnTo>
                  <a:lnTo>
                    <a:pt x="2575201" y="2367446"/>
                  </a:lnTo>
                  <a:lnTo>
                    <a:pt x="2525882" y="2402760"/>
                  </a:lnTo>
                  <a:lnTo>
                    <a:pt x="2475964" y="2440218"/>
                  </a:lnTo>
                  <a:lnTo>
                    <a:pt x="2425442" y="2479529"/>
                  </a:lnTo>
                  <a:lnTo>
                    <a:pt x="2374389" y="2520320"/>
                  </a:lnTo>
                  <a:lnTo>
                    <a:pt x="2322941" y="2562148"/>
                  </a:lnTo>
                  <a:lnTo>
                    <a:pt x="2271280" y="2604519"/>
                  </a:lnTo>
                  <a:lnTo>
                    <a:pt x="2219610" y="2646911"/>
                  </a:lnTo>
                  <a:lnTo>
                    <a:pt x="2168139" y="2688799"/>
                  </a:lnTo>
                  <a:lnTo>
                    <a:pt x="2117049" y="2729688"/>
                  </a:lnTo>
                  <a:lnTo>
                    <a:pt x="2066482" y="2769128"/>
                  </a:lnTo>
                  <a:lnTo>
                    <a:pt x="2016517" y="2806741"/>
                  </a:lnTo>
                  <a:lnTo>
                    <a:pt x="1967153" y="2842230"/>
                  </a:lnTo>
                  <a:lnTo>
                    <a:pt x="1918300" y="2875385"/>
                  </a:lnTo>
                  <a:lnTo>
                    <a:pt x="1869764" y="2906085"/>
                  </a:lnTo>
                  <a:lnTo>
                    <a:pt x="1821233" y="2934292"/>
                  </a:lnTo>
                  <a:lnTo>
                    <a:pt x="1772264" y="2960041"/>
                  </a:lnTo>
                  <a:lnTo>
                    <a:pt x="1768425" y="2961941"/>
                  </a:lnTo>
                  <a:lnTo>
                    <a:pt x="1718945" y="2984846"/>
                  </a:lnTo>
                  <a:lnTo>
                    <a:pt x="1667763" y="3005426"/>
                  </a:lnTo>
                  <a:lnTo>
                    <a:pt x="1614063" y="3023805"/>
                  </a:lnTo>
                  <a:lnTo>
                    <a:pt x="1556936" y="3040186"/>
                  </a:lnTo>
                  <a:lnTo>
                    <a:pt x="1495457" y="3054799"/>
                  </a:lnTo>
                  <a:lnTo>
                    <a:pt x="1428766" y="3067865"/>
                  </a:lnTo>
                  <a:lnTo>
                    <a:pt x="1356173" y="3079576"/>
                  </a:lnTo>
                  <a:lnTo>
                    <a:pt x="1277293" y="3090087"/>
                  </a:lnTo>
                  <a:lnTo>
                    <a:pt x="1192229" y="3099510"/>
                  </a:lnTo>
                  <a:lnTo>
                    <a:pt x="1101785" y="3107913"/>
                  </a:lnTo>
                  <a:lnTo>
                    <a:pt x="1007674" y="3115322"/>
                  </a:lnTo>
                  <a:lnTo>
                    <a:pt x="912647" y="3121730"/>
                  </a:lnTo>
                  <a:lnTo>
                    <a:pt x="820438" y="3127114"/>
                  </a:lnTo>
                  <a:lnTo>
                    <a:pt x="735423" y="3131456"/>
                  </a:lnTo>
                  <a:lnTo>
                    <a:pt x="661960" y="3134766"/>
                  </a:lnTo>
                  <a:lnTo>
                    <a:pt x="603528" y="3137107"/>
                  </a:lnTo>
                  <a:lnTo>
                    <a:pt x="561900" y="3138599"/>
                  </a:lnTo>
                  <a:lnTo>
                    <a:pt x="536629" y="3139413"/>
                  </a:lnTo>
                  <a:lnTo>
                    <a:pt x="524977" y="3139751"/>
                  </a:lnTo>
                  <a:lnTo>
                    <a:pt x="522133" y="3139827"/>
                  </a:lnTo>
                  <a:lnTo>
                    <a:pt x="0" y="3139827"/>
                  </a:lnTo>
                  <a:close/>
                </a:path>
              </a:pathLst>
            </a:custGeom>
            <a:solidFill>
              <a:srgbClr val="A1D492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2016" name="pl2016"/>
            <p:cNvSpPr/>
            <p:nvPr/>
          </p:nvSpPr>
          <p:spPr>
            <a:xfrm>
              <a:off x="386606" y="2868402"/>
              <a:ext cx="8554953" cy="3139827"/>
            </a:xfrm>
            <a:custGeom>
              <a:avLst/>
              <a:pathLst>
                <a:path w="8554953" h="3139827">
                  <a:moveTo>
                    <a:pt x="0" y="3139827"/>
                  </a:moveTo>
                  <a:lnTo>
                    <a:pt x="522133" y="3139827"/>
                  </a:lnTo>
                  <a:lnTo>
                    <a:pt x="523384" y="3139794"/>
                  </a:lnTo>
                  <a:lnTo>
                    <a:pt x="531566" y="3139564"/>
                  </a:lnTo>
                  <a:lnTo>
                    <a:pt x="552031" y="3138926"/>
                  </a:lnTo>
                  <a:lnTo>
                    <a:pt x="588210" y="3137675"/>
                  </a:lnTo>
                  <a:lnTo>
                    <a:pt x="641304" y="3135624"/>
                  </a:lnTo>
                  <a:lnTo>
                    <a:pt x="710222" y="3132637"/>
                  </a:lnTo>
                  <a:lnTo>
                    <a:pt x="791957" y="3128631"/>
                  </a:lnTo>
                  <a:lnTo>
                    <a:pt x="882334" y="3123583"/>
                  </a:lnTo>
                  <a:lnTo>
                    <a:pt x="976899" y="3117503"/>
                  </a:lnTo>
                  <a:lnTo>
                    <a:pt x="1071658" y="3110416"/>
                  </a:lnTo>
                  <a:lnTo>
                    <a:pt x="1163523" y="3102336"/>
                  </a:lnTo>
                  <a:lnTo>
                    <a:pt x="1250454" y="3093247"/>
                  </a:lnTo>
                  <a:lnTo>
                    <a:pt x="1331373" y="3083098"/>
                  </a:lnTo>
                  <a:lnTo>
                    <a:pt x="1405976" y="3071789"/>
                  </a:lnTo>
                  <a:lnTo>
                    <a:pt x="1474511" y="3059181"/>
                  </a:lnTo>
                  <a:lnTo>
                    <a:pt x="1537586" y="3045091"/>
                  </a:lnTo>
                  <a:lnTo>
                    <a:pt x="1596019" y="3029306"/>
                  </a:lnTo>
                  <a:lnTo>
                    <a:pt x="1650725" y="3011598"/>
                  </a:lnTo>
                  <a:lnTo>
                    <a:pt x="1702625" y="2991748"/>
                  </a:lnTo>
                  <a:lnTo>
                    <a:pt x="1752576" y="2969599"/>
                  </a:lnTo>
                  <a:lnTo>
                    <a:pt x="1768425" y="2961941"/>
                  </a:lnTo>
                  <a:lnTo>
                    <a:pt x="1817451" y="2936380"/>
                  </a:lnTo>
                  <a:lnTo>
                    <a:pt x="1865998" y="2908366"/>
                  </a:lnTo>
                  <a:lnTo>
                    <a:pt x="1914521" y="2877859"/>
                  </a:lnTo>
                  <a:lnTo>
                    <a:pt x="1963341" y="2844892"/>
                  </a:lnTo>
                  <a:lnTo>
                    <a:pt x="2012660" y="2809578"/>
                  </a:lnTo>
                  <a:lnTo>
                    <a:pt x="2062578" y="2772120"/>
                  </a:lnTo>
                  <a:lnTo>
                    <a:pt x="2113100" y="2732809"/>
                  </a:lnTo>
                  <a:lnTo>
                    <a:pt x="2164153" y="2692018"/>
                  </a:lnTo>
                  <a:lnTo>
                    <a:pt x="2215601" y="2650190"/>
                  </a:lnTo>
                  <a:lnTo>
                    <a:pt x="2267263" y="2607819"/>
                  </a:lnTo>
                  <a:lnTo>
                    <a:pt x="2318932" y="2565427"/>
                  </a:lnTo>
                  <a:lnTo>
                    <a:pt x="2370404" y="2523539"/>
                  </a:lnTo>
                  <a:lnTo>
                    <a:pt x="2421493" y="2482650"/>
                  </a:lnTo>
                  <a:lnTo>
                    <a:pt x="2472060" y="2443210"/>
                  </a:lnTo>
                  <a:lnTo>
                    <a:pt x="2522026" y="2405597"/>
                  </a:lnTo>
                  <a:lnTo>
                    <a:pt x="2571389" y="2370108"/>
                  </a:lnTo>
                  <a:lnTo>
                    <a:pt x="2620242" y="2336953"/>
                  </a:lnTo>
                  <a:lnTo>
                    <a:pt x="2668778" y="2306253"/>
                  </a:lnTo>
                  <a:lnTo>
                    <a:pt x="2717309" y="2278046"/>
                  </a:lnTo>
                  <a:lnTo>
                    <a:pt x="2766278" y="2252297"/>
                  </a:lnTo>
                  <a:lnTo>
                    <a:pt x="2770117" y="2250397"/>
                  </a:lnTo>
                  <a:lnTo>
                    <a:pt x="2819597" y="2227492"/>
                  </a:lnTo>
                  <a:lnTo>
                    <a:pt x="2870780" y="2206912"/>
                  </a:lnTo>
                  <a:lnTo>
                    <a:pt x="2924479" y="2188533"/>
                  </a:lnTo>
                  <a:lnTo>
                    <a:pt x="2981606" y="2172152"/>
                  </a:lnTo>
                  <a:lnTo>
                    <a:pt x="3043085" y="2157539"/>
                  </a:lnTo>
                  <a:lnTo>
                    <a:pt x="3109776" y="2144473"/>
                  </a:lnTo>
                  <a:lnTo>
                    <a:pt x="3182369" y="2132762"/>
                  </a:lnTo>
                  <a:lnTo>
                    <a:pt x="3261249" y="2122251"/>
                  </a:lnTo>
                  <a:lnTo>
                    <a:pt x="3346313" y="2112828"/>
                  </a:lnTo>
                  <a:lnTo>
                    <a:pt x="3436757" y="2104425"/>
                  </a:lnTo>
                  <a:lnTo>
                    <a:pt x="3530868" y="2097016"/>
                  </a:lnTo>
                  <a:lnTo>
                    <a:pt x="3625895" y="2090608"/>
                  </a:lnTo>
                  <a:lnTo>
                    <a:pt x="3718104" y="2085224"/>
                  </a:lnTo>
                  <a:lnTo>
                    <a:pt x="3803119" y="2080882"/>
                  </a:lnTo>
                  <a:lnTo>
                    <a:pt x="3876582" y="2077572"/>
                  </a:lnTo>
                  <a:lnTo>
                    <a:pt x="3935014" y="2075231"/>
                  </a:lnTo>
                  <a:lnTo>
                    <a:pt x="3976642" y="2073739"/>
                  </a:lnTo>
                  <a:lnTo>
                    <a:pt x="4001913" y="2072925"/>
                  </a:lnTo>
                  <a:lnTo>
                    <a:pt x="4013565" y="2072587"/>
                  </a:lnTo>
                  <a:lnTo>
                    <a:pt x="4016365" y="2072512"/>
                  </a:lnTo>
                  <a:lnTo>
                    <a:pt x="4016409" y="2072511"/>
                  </a:lnTo>
                  <a:lnTo>
                    <a:pt x="4538543" y="2072511"/>
                  </a:lnTo>
                  <a:lnTo>
                    <a:pt x="4539745" y="2072451"/>
                  </a:lnTo>
                  <a:lnTo>
                    <a:pt x="4547617" y="2072021"/>
                  </a:lnTo>
                  <a:lnTo>
                    <a:pt x="4567333" y="2070833"/>
                  </a:lnTo>
                  <a:lnTo>
                    <a:pt x="4602258" y="2068499"/>
                  </a:lnTo>
                  <a:lnTo>
                    <a:pt x="4653648" y="2064671"/>
                  </a:lnTo>
                  <a:lnTo>
                    <a:pt x="4720581" y="2059086"/>
                  </a:lnTo>
                  <a:lnTo>
                    <a:pt x="4800281" y="2051586"/>
                  </a:lnTo>
                  <a:lnTo>
                    <a:pt x="4888800" y="2042115"/>
                  </a:lnTo>
                  <a:lnTo>
                    <a:pt x="4981848" y="2030688"/>
                  </a:lnTo>
                  <a:lnTo>
                    <a:pt x="5075509" y="2017353"/>
                  </a:lnTo>
                  <a:lnTo>
                    <a:pt x="5166694" y="2002140"/>
                  </a:lnTo>
                  <a:lnTo>
                    <a:pt x="5253304" y="1985030"/>
                  </a:lnTo>
                  <a:lnTo>
                    <a:pt x="5334172" y="1965936"/>
                  </a:lnTo>
                  <a:lnTo>
                    <a:pt x="5408897" y="1944690"/>
                  </a:lnTo>
                  <a:lnTo>
                    <a:pt x="5477637" y="1921042"/>
                  </a:lnTo>
                  <a:lnTo>
                    <a:pt x="5540923" y="1894668"/>
                  </a:lnTo>
                  <a:lnTo>
                    <a:pt x="5599509" y="1865182"/>
                  </a:lnTo>
                  <a:lnTo>
                    <a:pt x="5654260" y="1832158"/>
                  </a:lnTo>
                  <a:lnTo>
                    <a:pt x="5706068" y="1795178"/>
                  </a:lnTo>
                  <a:lnTo>
                    <a:pt x="5755777" y="1753911"/>
                  </a:lnTo>
                  <a:lnTo>
                    <a:pt x="5784835" y="1727093"/>
                  </a:lnTo>
                  <a:lnTo>
                    <a:pt x="5826478" y="1685280"/>
                  </a:lnTo>
                  <a:lnTo>
                    <a:pt x="5867720" y="1640052"/>
                  </a:lnTo>
                  <a:lnTo>
                    <a:pt x="5908858" y="1591344"/>
                  </a:lnTo>
                  <a:lnTo>
                    <a:pt x="5950119" y="1539159"/>
                  </a:lnTo>
                  <a:lnTo>
                    <a:pt x="5991662" y="1483580"/>
                  </a:lnTo>
                  <a:lnTo>
                    <a:pt x="6033591" y="1424775"/>
                  </a:lnTo>
                  <a:lnTo>
                    <a:pt x="6075955" y="1363002"/>
                  </a:lnTo>
                  <a:lnTo>
                    <a:pt x="6118756" y="1298608"/>
                  </a:lnTo>
                  <a:lnTo>
                    <a:pt x="6161957" y="1232022"/>
                  </a:lnTo>
                  <a:lnTo>
                    <a:pt x="6205483" y="1163748"/>
                  </a:lnTo>
                  <a:lnTo>
                    <a:pt x="6249233" y="1094353"/>
                  </a:lnTo>
                  <a:lnTo>
                    <a:pt x="6293090" y="1024438"/>
                  </a:lnTo>
                  <a:lnTo>
                    <a:pt x="6336924" y="954630"/>
                  </a:lnTo>
                  <a:lnTo>
                    <a:pt x="6380611" y="885547"/>
                  </a:lnTo>
                  <a:lnTo>
                    <a:pt x="6424037" y="817784"/>
                  </a:lnTo>
                  <a:lnTo>
                    <a:pt x="6467110" y="751885"/>
                  </a:lnTo>
                  <a:lnTo>
                    <a:pt x="6509766" y="688331"/>
                  </a:lnTo>
                  <a:lnTo>
                    <a:pt x="6551980" y="627526"/>
                  </a:lnTo>
                  <a:lnTo>
                    <a:pt x="6593771" y="569787"/>
                  </a:lnTo>
                  <a:lnTo>
                    <a:pt x="6635204" y="515340"/>
                  </a:lnTo>
                  <a:lnTo>
                    <a:pt x="6676403" y="464324"/>
                  </a:lnTo>
                  <a:lnTo>
                    <a:pt x="6717548" y="416795"/>
                  </a:lnTo>
                  <a:lnTo>
                    <a:pt x="6758888" y="372732"/>
                  </a:lnTo>
                  <a:lnTo>
                    <a:pt x="6786527" y="345418"/>
                  </a:lnTo>
                  <a:lnTo>
                    <a:pt x="6835336" y="301506"/>
                  </a:lnTo>
                  <a:lnTo>
                    <a:pt x="6885792" y="261989"/>
                  </a:lnTo>
                  <a:lnTo>
                    <a:pt x="6938676" y="226645"/>
                  </a:lnTo>
                  <a:lnTo>
                    <a:pt x="6994859" y="195093"/>
                  </a:lnTo>
                  <a:lnTo>
                    <a:pt x="7055231" y="166905"/>
                  </a:lnTo>
                  <a:lnTo>
                    <a:pt x="7120626" y="141669"/>
                  </a:lnTo>
                  <a:lnTo>
                    <a:pt x="7191721" y="119020"/>
                  </a:lnTo>
                  <a:lnTo>
                    <a:pt x="7268920" y="98663"/>
                  </a:lnTo>
                  <a:lnTo>
                    <a:pt x="7352179" y="80381"/>
                  </a:lnTo>
                  <a:lnTo>
                    <a:pt x="7440815" y="64039"/>
                  </a:lnTo>
                  <a:lnTo>
                    <a:pt x="7533302" y="49578"/>
                  </a:lnTo>
                  <a:lnTo>
                    <a:pt x="7627141" y="37004"/>
                  </a:lnTo>
                  <a:lnTo>
                    <a:pt x="7718876" y="26357"/>
                  </a:lnTo>
                  <a:lnTo>
                    <a:pt x="7804370" y="17678"/>
                  </a:lnTo>
                  <a:lnTo>
                    <a:pt x="7879372" y="10959"/>
                  </a:lnTo>
                  <a:lnTo>
                    <a:pt x="7940308" y="6105"/>
                  </a:lnTo>
                  <a:lnTo>
                    <a:pt x="7985080" y="2914"/>
                  </a:lnTo>
                  <a:lnTo>
                    <a:pt x="8013625" y="1084"/>
                  </a:lnTo>
                  <a:lnTo>
                    <a:pt x="8028074" y="248"/>
                  </a:lnTo>
                  <a:lnTo>
                    <a:pt x="8032555" y="12"/>
                  </a:lnTo>
                  <a:lnTo>
                    <a:pt x="8032819" y="0"/>
                  </a:lnTo>
                  <a:lnTo>
                    <a:pt x="8554953" y="0"/>
                  </a:lnTo>
                  <a:lnTo>
                    <a:pt x="8554953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017" name="pl2017"/>
            <p:cNvSpPr/>
            <p:nvPr/>
          </p:nvSpPr>
          <p:spPr>
            <a:xfrm>
              <a:off x="386606" y="2862755"/>
              <a:ext cx="8554953" cy="3139827"/>
            </a:xfrm>
            <a:custGeom>
              <a:avLst/>
              <a:pathLst>
                <a:path w="8554953" h="3139827">
                  <a:moveTo>
                    <a:pt x="8554953" y="0"/>
                  </a:moveTo>
                  <a:lnTo>
                    <a:pt x="8032819" y="0"/>
                  </a:lnTo>
                  <a:lnTo>
                    <a:pt x="8031617" y="60"/>
                  </a:lnTo>
                  <a:lnTo>
                    <a:pt x="8023745" y="489"/>
                  </a:lnTo>
                  <a:lnTo>
                    <a:pt x="8004029" y="1677"/>
                  </a:lnTo>
                  <a:lnTo>
                    <a:pt x="7969104" y="4012"/>
                  </a:lnTo>
                  <a:lnTo>
                    <a:pt x="7917714" y="7839"/>
                  </a:lnTo>
                  <a:lnTo>
                    <a:pt x="7850781" y="13424"/>
                  </a:lnTo>
                  <a:lnTo>
                    <a:pt x="7771081" y="20925"/>
                  </a:lnTo>
                  <a:lnTo>
                    <a:pt x="7682562" y="30396"/>
                  </a:lnTo>
                  <a:lnTo>
                    <a:pt x="7589514" y="41822"/>
                  </a:lnTo>
                  <a:lnTo>
                    <a:pt x="7495853" y="55157"/>
                  </a:lnTo>
                  <a:lnTo>
                    <a:pt x="7404668" y="70371"/>
                  </a:lnTo>
                  <a:lnTo>
                    <a:pt x="7318058" y="87480"/>
                  </a:lnTo>
                  <a:lnTo>
                    <a:pt x="7237190" y="106575"/>
                  </a:lnTo>
                  <a:lnTo>
                    <a:pt x="7162465" y="127821"/>
                  </a:lnTo>
                  <a:lnTo>
                    <a:pt x="7093725" y="151469"/>
                  </a:lnTo>
                  <a:lnTo>
                    <a:pt x="7030439" y="177843"/>
                  </a:lnTo>
                  <a:lnTo>
                    <a:pt x="6971853" y="207329"/>
                  </a:lnTo>
                  <a:lnTo>
                    <a:pt x="6917102" y="240353"/>
                  </a:lnTo>
                  <a:lnTo>
                    <a:pt x="6865294" y="277332"/>
                  </a:lnTo>
                  <a:lnTo>
                    <a:pt x="6815585" y="318600"/>
                  </a:lnTo>
                  <a:lnTo>
                    <a:pt x="6786527" y="345418"/>
                  </a:lnTo>
                  <a:lnTo>
                    <a:pt x="6744884" y="387231"/>
                  </a:lnTo>
                  <a:lnTo>
                    <a:pt x="6703642" y="432458"/>
                  </a:lnTo>
                  <a:lnTo>
                    <a:pt x="6662503" y="481166"/>
                  </a:lnTo>
                  <a:lnTo>
                    <a:pt x="6621243" y="533351"/>
                  </a:lnTo>
                  <a:lnTo>
                    <a:pt x="6579700" y="588931"/>
                  </a:lnTo>
                  <a:lnTo>
                    <a:pt x="6537771" y="647735"/>
                  </a:lnTo>
                  <a:lnTo>
                    <a:pt x="6495407" y="709508"/>
                  </a:lnTo>
                  <a:lnTo>
                    <a:pt x="6452606" y="773903"/>
                  </a:lnTo>
                  <a:lnTo>
                    <a:pt x="6409405" y="840489"/>
                  </a:lnTo>
                  <a:lnTo>
                    <a:pt x="6365879" y="908762"/>
                  </a:lnTo>
                  <a:lnTo>
                    <a:pt x="6322129" y="978158"/>
                  </a:lnTo>
                  <a:lnTo>
                    <a:pt x="6278272" y="1048072"/>
                  </a:lnTo>
                  <a:lnTo>
                    <a:pt x="6234438" y="1117881"/>
                  </a:lnTo>
                  <a:lnTo>
                    <a:pt x="6190751" y="1186964"/>
                  </a:lnTo>
                  <a:lnTo>
                    <a:pt x="6147324" y="1254727"/>
                  </a:lnTo>
                  <a:lnTo>
                    <a:pt x="6104252" y="1320626"/>
                  </a:lnTo>
                  <a:lnTo>
                    <a:pt x="6061596" y="1384180"/>
                  </a:lnTo>
                  <a:lnTo>
                    <a:pt x="6019382" y="1444984"/>
                  </a:lnTo>
                  <a:lnTo>
                    <a:pt x="5977591" y="1502724"/>
                  </a:lnTo>
                  <a:lnTo>
                    <a:pt x="5936158" y="1557171"/>
                  </a:lnTo>
                  <a:lnTo>
                    <a:pt x="5894959" y="1608187"/>
                  </a:lnTo>
                  <a:lnTo>
                    <a:pt x="5853814" y="1655716"/>
                  </a:lnTo>
                  <a:lnTo>
                    <a:pt x="5812474" y="1699779"/>
                  </a:lnTo>
                  <a:lnTo>
                    <a:pt x="5784835" y="1727093"/>
                  </a:lnTo>
                  <a:lnTo>
                    <a:pt x="5736026" y="1771005"/>
                  </a:lnTo>
                  <a:lnTo>
                    <a:pt x="5685570" y="1810521"/>
                  </a:lnTo>
                  <a:lnTo>
                    <a:pt x="5632686" y="1845866"/>
                  </a:lnTo>
                  <a:lnTo>
                    <a:pt x="5576503" y="1877418"/>
                  </a:lnTo>
                  <a:lnTo>
                    <a:pt x="5516131" y="1905606"/>
                  </a:lnTo>
                  <a:lnTo>
                    <a:pt x="5450736" y="1930842"/>
                  </a:lnTo>
                  <a:lnTo>
                    <a:pt x="5379641" y="1953491"/>
                  </a:lnTo>
                  <a:lnTo>
                    <a:pt x="5302442" y="1973848"/>
                  </a:lnTo>
                  <a:lnTo>
                    <a:pt x="5219183" y="1992130"/>
                  </a:lnTo>
                  <a:lnTo>
                    <a:pt x="5130547" y="2008472"/>
                  </a:lnTo>
                  <a:lnTo>
                    <a:pt x="5038060" y="2022933"/>
                  </a:lnTo>
                  <a:lnTo>
                    <a:pt x="4944221" y="2035507"/>
                  </a:lnTo>
                  <a:lnTo>
                    <a:pt x="4852486" y="2046153"/>
                  </a:lnTo>
                  <a:lnTo>
                    <a:pt x="4766992" y="2054832"/>
                  </a:lnTo>
                  <a:lnTo>
                    <a:pt x="4691990" y="2061552"/>
                  </a:lnTo>
                  <a:lnTo>
                    <a:pt x="4631054" y="2066406"/>
                  </a:lnTo>
                  <a:lnTo>
                    <a:pt x="4586282" y="2069597"/>
                  </a:lnTo>
                  <a:lnTo>
                    <a:pt x="4557737" y="2071427"/>
                  </a:lnTo>
                  <a:lnTo>
                    <a:pt x="4543288" y="2072263"/>
                  </a:lnTo>
                  <a:lnTo>
                    <a:pt x="4538807" y="2072498"/>
                  </a:lnTo>
                  <a:lnTo>
                    <a:pt x="4538543" y="2072511"/>
                  </a:lnTo>
                  <a:lnTo>
                    <a:pt x="4016409" y="2072511"/>
                  </a:lnTo>
                  <a:lnTo>
                    <a:pt x="4015158" y="2072544"/>
                  </a:lnTo>
                  <a:lnTo>
                    <a:pt x="4006976" y="2072774"/>
                  </a:lnTo>
                  <a:lnTo>
                    <a:pt x="3986511" y="2073411"/>
                  </a:lnTo>
                  <a:lnTo>
                    <a:pt x="3950332" y="2074663"/>
                  </a:lnTo>
                  <a:lnTo>
                    <a:pt x="3897238" y="2076714"/>
                  </a:lnTo>
                  <a:lnTo>
                    <a:pt x="3828320" y="2079701"/>
                  </a:lnTo>
                  <a:lnTo>
                    <a:pt x="3746586" y="2083707"/>
                  </a:lnTo>
                  <a:lnTo>
                    <a:pt x="3656208" y="2088755"/>
                  </a:lnTo>
                  <a:lnTo>
                    <a:pt x="3561643" y="2094835"/>
                  </a:lnTo>
                  <a:lnTo>
                    <a:pt x="3466884" y="2101922"/>
                  </a:lnTo>
                  <a:lnTo>
                    <a:pt x="3375019" y="2110002"/>
                  </a:lnTo>
                  <a:lnTo>
                    <a:pt x="3288088" y="2119090"/>
                  </a:lnTo>
                  <a:lnTo>
                    <a:pt x="3207169" y="2129240"/>
                  </a:lnTo>
                  <a:lnTo>
                    <a:pt x="3132566" y="2140548"/>
                  </a:lnTo>
                  <a:lnTo>
                    <a:pt x="3064032" y="2153157"/>
                  </a:lnTo>
                  <a:lnTo>
                    <a:pt x="3000956" y="2167247"/>
                  </a:lnTo>
                  <a:lnTo>
                    <a:pt x="2942523" y="2183031"/>
                  </a:lnTo>
                  <a:lnTo>
                    <a:pt x="2887817" y="2200740"/>
                  </a:lnTo>
                  <a:lnTo>
                    <a:pt x="2835917" y="2220590"/>
                  </a:lnTo>
                  <a:lnTo>
                    <a:pt x="2785966" y="2242738"/>
                  </a:lnTo>
                  <a:lnTo>
                    <a:pt x="2770117" y="2250397"/>
                  </a:lnTo>
                  <a:lnTo>
                    <a:pt x="2721091" y="2275958"/>
                  </a:lnTo>
                  <a:lnTo>
                    <a:pt x="2672544" y="2303972"/>
                  </a:lnTo>
                  <a:lnTo>
                    <a:pt x="2624021" y="2334479"/>
                  </a:lnTo>
                  <a:lnTo>
                    <a:pt x="2575201" y="2367446"/>
                  </a:lnTo>
                  <a:lnTo>
                    <a:pt x="2525882" y="2402760"/>
                  </a:lnTo>
                  <a:lnTo>
                    <a:pt x="2475964" y="2440218"/>
                  </a:lnTo>
                  <a:lnTo>
                    <a:pt x="2425442" y="2479529"/>
                  </a:lnTo>
                  <a:lnTo>
                    <a:pt x="2374389" y="2520320"/>
                  </a:lnTo>
                  <a:lnTo>
                    <a:pt x="2322941" y="2562148"/>
                  </a:lnTo>
                  <a:lnTo>
                    <a:pt x="2271280" y="2604519"/>
                  </a:lnTo>
                  <a:lnTo>
                    <a:pt x="2219610" y="2646911"/>
                  </a:lnTo>
                  <a:lnTo>
                    <a:pt x="2168139" y="2688799"/>
                  </a:lnTo>
                  <a:lnTo>
                    <a:pt x="2117049" y="2729688"/>
                  </a:lnTo>
                  <a:lnTo>
                    <a:pt x="2066482" y="2769128"/>
                  </a:lnTo>
                  <a:lnTo>
                    <a:pt x="2016517" y="2806741"/>
                  </a:lnTo>
                  <a:lnTo>
                    <a:pt x="1967153" y="2842230"/>
                  </a:lnTo>
                  <a:lnTo>
                    <a:pt x="1918300" y="2875385"/>
                  </a:lnTo>
                  <a:lnTo>
                    <a:pt x="1869764" y="2906085"/>
                  </a:lnTo>
                  <a:lnTo>
                    <a:pt x="1821233" y="2934292"/>
                  </a:lnTo>
                  <a:lnTo>
                    <a:pt x="1772264" y="2960041"/>
                  </a:lnTo>
                  <a:lnTo>
                    <a:pt x="1768425" y="2961941"/>
                  </a:lnTo>
                  <a:lnTo>
                    <a:pt x="1718945" y="2984846"/>
                  </a:lnTo>
                  <a:lnTo>
                    <a:pt x="1667763" y="3005426"/>
                  </a:lnTo>
                  <a:lnTo>
                    <a:pt x="1614063" y="3023805"/>
                  </a:lnTo>
                  <a:lnTo>
                    <a:pt x="1556936" y="3040186"/>
                  </a:lnTo>
                  <a:lnTo>
                    <a:pt x="1495457" y="3054799"/>
                  </a:lnTo>
                  <a:lnTo>
                    <a:pt x="1428766" y="3067865"/>
                  </a:lnTo>
                  <a:lnTo>
                    <a:pt x="1356173" y="3079576"/>
                  </a:lnTo>
                  <a:lnTo>
                    <a:pt x="1277293" y="3090087"/>
                  </a:lnTo>
                  <a:lnTo>
                    <a:pt x="1192229" y="3099510"/>
                  </a:lnTo>
                  <a:lnTo>
                    <a:pt x="1101785" y="3107913"/>
                  </a:lnTo>
                  <a:lnTo>
                    <a:pt x="1007674" y="3115322"/>
                  </a:lnTo>
                  <a:lnTo>
                    <a:pt x="912647" y="3121730"/>
                  </a:lnTo>
                  <a:lnTo>
                    <a:pt x="820438" y="3127114"/>
                  </a:lnTo>
                  <a:lnTo>
                    <a:pt x="735423" y="3131456"/>
                  </a:lnTo>
                  <a:lnTo>
                    <a:pt x="661960" y="3134766"/>
                  </a:lnTo>
                  <a:lnTo>
                    <a:pt x="603528" y="3137107"/>
                  </a:lnTo>
                  <a:lnTo>
                    <a:pt x="561900" y="3138599"/>
                  </a:lnTo>
                  <a:lnTo>
                    <a:pt x="536629" y="3139413"/>
                  </a:lnTo>
                  <a:lnTo>
                    <a:pt x="524977" y="3139751"/>
                  </a:lnTo>
                  <a:lnTo>
                    <a:pt x="522177" y="3139826"/>
                  </a:lnTo>
                  <a:lnTo>
                    <a:pt x="522133" y="3139827"/>
                  </a:lnTo>
                  <a:lnTo>
                    <a:pt x="0" y="3139827"/>
                  </a:lnTo>
                  <a:lnTo>
                    <a:pt x="0" y="3139827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018" name="pg2018"/>
            <p:cNvSpPr/>
            <p:nvPr/>
          </p:nvSpPr>
          <p:spPr>
            <a:xfrm>
              <a:off x="386606" y="3935717"/>
              <a:ext cx="8554953" cy="2083806"/>
            </a:xfrm>
            <a:custGeom>
              <a:avLst/>
              <a:pathLst>
                <a:path w="8554953" h="2083806">
                  <a:moveTo>
                    <a:pt x="0" y="2083806"/>
                  </a:moveTo>
                  <a:lnTo>
                    <a:pt x="522133" y="2083806"/>
                  </a:lnTo>
                  <a:lnTo>
                    <a:pt x="523398" y="2083789"/>
                  </a:lnTo>
                  <a:lnTo>
                    <a:pt x="531667" y="2083669"/>
                  </a:lnTo>
                  <a:lnTo>
                    <a:pt x="552343" y="2083338"/>
                  </a:lnTo>
                  <a:lnTo>
                    <a:pt x="588875" y="2082689"/>
                  </a:lnTo>
                  <a:lnTo>
                    <a:pt x="642446" y="2081625"/>
                  </a:lnTo>
                  <a:lnTo>
                    <a:pt x="711917" y="2080075"/>
                  </a:lnTo>
                  <a:lnTo>
                    <a:pt x="794214" y="2077999"/>
                  </a:lnTo>
                  <a:lnTo>
                    <a:pt x="885102" y="2075384"/>
                  </a:lnTo>
                  <a:lnTo>
                    <a:pt x="980081" y="2072235"/>
                  </a:lnTo>
                  <a:lnTo>
                    <a:pt x="1075134" y="2068566"/>
                  </a:lnTo>
                  <a:lnTo>
                    <a:pt x="1167178" y="2064384"/>
                  </a:lnTo>
                  <a:lnTo>
                    <a:pt x="1254190" y="2059680"/>
                  </a:lnTo>
                  <a:lnTo>
                    <a:pt x="1335117" y="2054425"/>
                  </a:lnTo>
                  <a:lnTo>
                    <a:pt x="1409682" y="2048568"/>
                  </a:lnTo>
                  <a:lnTo>
                    <a:pt x="1478158" y="2042034"/>
                  </a:lnTo>
                  <a:lnTo>
                    <a:pt x="1541176" y="2034729"/>
                  </a:lnTo>
                  <a:lnTo>
                    <a:pt x="1599571" y="2026541"/>
                  </a:lnTo>
                  <a:lnTo>
                    <a:pt x="1654269" y="2017350"/>
                  </a:lnTo>
                  <a:lnTo>
                    <a:pt x="1706202" y="2007046"/>
                  </a:lnTo>
                  <a:lnTo>
                    <a:pt x="1756226" y="1995549"/>
                  </a:lnTo>
                  <a:lnTo>
                    <a:pt x="1768425" y="1992510"/>
                  </a:lnTo>
                  <a:lnTo>
                    <a:pt x="1821029" y="1978377"/>
                  </a:lnTo>
                  <a:lnTo>
                    <a:pt x="1873124" y="1962792"/>
                  </a:lnTo>
                  <a:lnTo>
                    <a:pt x="1925253" y="1945733"/>
                  </a:lnTo>
                  <a:lnTo>
                    <a:pt x="1977784" y="1927229"/>
                  </a:lnTo>
                  <a:lnTo>
                    <a:pt x="2030935" y="1907368"/>
                  </a:lnTo>
                  <a:lnTo>
                    <a:pt x="2084789" y="1886297"/>
                  </a:lnTo>
                  <a:lnTo>
                    <a:pt x="2139311" y="1864222"/>
                  </a:lnTo>
                  <a:lnTo>
                    <a:pt x="2194371" y="1841402"/>
                  </a:lnTo>
                  <a:lnTo>
                    <a:pt x="2249768" y="1818139"/>
                  </a:lnTo>
                  <a:lnTo>
                    <a:pt x="2305255" y="1794758"/>
                  </a:lnTo>
                  <a:lnTo>
                    <a:pt x="2360576" y="1771593"/>
                  </a:lnTo>
                  <a:lnTo>
                    <a:pt x="2415495" y="1748964"/>
                  </a:lnTo>
                  <a:lnTo>
                    <a:pt x="2469828" y="1727163"/>
                  </a:lnTo>
                  <a:lnTo>
                    <a:pt x="2523471" y="1706432"/>
                  </a:lnTo>
                  <a:lnTo>
                    <a:pt x="2576424" y="1686962"/>
                  </a:lnTo>
                  <a:lnTo>
                    <a:pt x="2628807" y="1668881"/>
                  </a:lnTo>
                  <a:lnTo>
                    <a:pt x="2680879" y="1652259"/>
                  </a:lnTo>
                  <a:lnTo>
                    <a:pt x="2733060" y="1637110"/>
                  </a:lnTo>
                  <a:lnTo>
                    <a:pt x="2770117" y="1627326"/>
                  </a:lnTo>
                  <a:lnTo>
                    <a:pt x="2819784" y="1615529"/>
                  </a:lnTo>
                  <a:lnTo>
                    <a:pt x="2871168" y="1604934"/>
                  </a:lnTo>
                  <a:lnTo>
                    <a:pt x="2925095" y="1595477"/>
                  </a:lnTo>
                  <a:lnTo>
                    <a:pt x="2982484" y="1587051"/>
                  </a:lnTo>
                  <a:lnTo>
                    <a:pt x="3044272" y="1579537"/>
                  </a:lnTo>
                  <a:lnTo>
                    <a:pt x="3111326" y="1572822"/>
                  </a:lnTo>
                  <a:lnTo>
                    <a:pt x="3184338" y="1566805"/>
                  </a:lnTo>
                  <a:lnTo>
                    <a:pt x="3263688" y="1561406"/>
                  </a:lnTo>
                  <a:lnTo>
                    <a:pt x="3349254" y="1556569"/>
                  </a:lnTo>
                  <a:lnTo>
                    <a:pt x="3440198" y="1552259"/>
                  </a:lnTo>
                  <a:lnTo>
                    <a:pt x="3534752" y="1548462"/>
                  </a:lnTo>
                  <a:lnTo>
                    <a:pt x="3630092" y="1545184"/>
                  </a:lnTo>
                  <a:lnTo>
                    <a:pt x="3722406" y="1542435"/>
                  </a:lnTo>
                  <a:lnTo>
                    <a:pt x="3807255" y="1540225"/>
                  </a:lnTo>
                  <a:lnTo>
                    <a:pt x="3880255" y="1538548"/>
                  </a:lnTo>
                  <a:lnTo>
                    <a:pt x="3937962" y="1537369"/>
                  </a:lnTo>
                  <a:lnTo>
                    <a:pt x="3978702" y="1536625"/>
                  </a:lnTo>
                  <a:lnTo>
                    <a:pt x="4003073" y="1536225"/>
                  </a:lnTo>
                  <a:lnTo>
                    <a:pt x="4013986" y="1536063"/>
                  </a:lnTo>
                  <a:lnTo>
                    <a:pt x="4016409" y="1536030"/>
                  </a:lnTo>
                  <a:lnTo>
                    <a:pt x="4538543" y="1536030"/>
                  </a:lnTo>
                  <a:lnTo>
                    <a:pt x="4539775" y="1535984"/>
                  </a:lnTo>
                  <a:lnTo>
                    <a:pt x="4547835" y="1535659"/>
                  </a:lnTo>
                  <a:lnTo>
                    <a:pt x="4568007" y="1534760"/>
                  </a:lnTo>
                  <a:lnTo>
                    <a:pt x="4603695" y="1532992"/>
                  </a:lnTo>
                  <a:lnTo>
                    <a:pt x="4656123" y="1530097"/>
                  </a:lnTo>
                  <a:lnTo>
                    <a:pt x="4724268" y="1525876"/>
                  </a:lnTo>
                  <a:lnTo>
                    <a:pt x="4805211" y="1520213"/>
                  </a:lnTo>
                  <a:lnTo>
                    <a:pt x="4894869" y="1513070"/>
                  </a:lnTo>
                  <a:lnTo>
                    <a:pt x="4988849" y="1504462"/>
                  </a:lnTo>
                  <a:lnTo>
                    <a:pt x="5083187" y="1494423"/>
                  </a:lnTo>
                  <a:lnTo>
                    <a:pt x="5174794" y="1482975"/>
                  </a:lnTo>
                  <a:lnTo>
                    <a:pt x="5261606" y="1470099"/>
                  </a:lnTo>
                  <a:lnTo>
                    <a:pt x="5342510" y="1455724"/>
                  </a:lnTo>
                  <a:lnTo>
                    <a:pt x="5417163" y="1439715"/>
                  </a:lnTo>
                  <a:lnTo>
                    <a:pt x="5485778" y="1421879"/>
                  </a:lnTo>
                  <a:lnTo>
                    <a:pt x="5548935" y="1401962"/>
                  </a:lnTo>
                  <a:lnTo>
                    <a:pt x="5607425" y="1379667"/>
                  </a:lnTo>
                  <a:lnTo>
                    <a:pt x="5662145" y="1354672"/>
                  </a:lnTo>
                  <a:lnTo>
                    <a:pt x="5714005" y="1326664"/>
                  </a:lnTo>
                  <a:lnTo>
                    <a:pt x="5763857" y="1295409"/>
                  </a:lnTo>
                  <a:lnTo>
                    <a:pt x="5784835" y="1280966"/>
                  </a:lnTo>
                  <a:lnTo>
                    <a:pt x="5830305" y="1247108"/>
                  </a:lnTo>
                  <a:lnTo>
                    <a:pt x="5875332" y="1210233"/>
                  </a:lnTo>
                  <a:lnTo>
                    <a:pt x="5920290" y="1170288"/>
                  </a:lnTo>
                  <a:lnTo>
                    <a:pt x="5965453" y="1127292"/>
                  </a:lnTo>
                  <a:lnTo>
                    <a:pt x="6011005" y="1081352"/>
                  </a:lnTo>
                  <a:lnTo>
                    <a:pt x="6057051" y="1032665"/>
                  </a:lnTo>
                  <a:lnTo>
                    <a:pt x="6103624" y="981524"/>
                  </a:lnTo>
                  <a:lnTo>
                    <a:pt x="6150694" y="928310"/>
                  </a:lnTo>
                  <a:lnTo>
                    <a:pt x="6198179" y="873490"/>
                  </a:lnTo>
                  <a:lnTo>
                    <a:pt x="6245953" y="817594"/>
                  </a:lnTo>
                  <a:lnTo>
                    <a:pt x="6293863" y="761201"/>
                  </a:lnTo>
                  <a:lnTo>
                    <a:pt x="6341746" y="704911"/>
                  </a:lnTo>
                  <a:lnTo>
                    <a:pt x="6389437" y="649319"/>
                  </a:lnTo>
                  <a:lnTo>
                    <a:pt x="6436792" y="594990"/>
                  </a:lnTo>
                  <a:lnTo>
                    <a:pt x="6483699" y="542436"/>
                  </a:lnTo>
                  <a:lnTo>
                    <a:pt x="6530093" y="492094"/>
                  </a:lnTo>
                  <a:lnTo>
                    <a:pt x="6575963" y="444317"/>
                  </a:lnTo>
                  <a:lnTo>
                    <a:pt x="6621367" y="399365"/>
                  </a:lnTo>
                  <a:lnTo>
                    <a:pt x="6666435" y="357403"/>
                  </a:lnTo>
                  <a:lnTo>
                    <a:pt x="6711381" y="318508"/>
                  </a:lnTo>
                  <a:lnTo>
                    <a:pt x="6756511" y="282673"/>
                  </a:lnTo>
                  <a:lnTo>
                    <a:pt x="6786527" y="260711"/>
                  </a:lnTo>
                  <a:lnTo>
                    <a:pt x="6835746" y="228030"/>
                  </a:lnTo>
                  <a:lnTo>
                    <a:pt x="6886646" y="198649"/>
                  </a:lnTo>
                  <a:lnTo>
                    <a:pt x="6940027" y="172395"/>
                  </a:lnTo>
                  <a:lnTo>
                    <a:pt x="6996786" y="148980"/>
                  </a:lnTo>
                  <a:lnTo>
                    <a:pt x="7057833" y="128081"/>
                  </a:lnTo>
                  <a:lnTo>
                    <a:pt x="7124018" y="109384"/>
                  </a:lnTo>
                  <a:lnTo>
                    <a:pt x="7196026" y="92618"/>
                  </a:lnTo>
                  <a:lnTo>
                    <a:pt x="7274250" y="77562"/>
                  </a:lnTo>
                  <a:lnTo>
                    <a:pt x="7358611" y="64054"/>
                  </a:lnTo>
                  <a:lnTo>
                    <a:pt x="7448353" y="51998"/>
                  </a:lnTo>
                  <a:lnTo>
                    <a:pt x="7541837" y="41353"/>
                  </a:lnTo>
                  <a:lnTo>
                    <a:pt x="7636412" y="32126"/>
                  </a:lnTo>
                  <a:lnTo>
                    <a:pt x="7728453" y="24350"/>
                  </a:lnTo>
                  <a:lnTo>
                    <a:pt x="7813677" y="18053"/>
                  </a:lnTo>
                  <a:lnTo>
                    <a:pt x="7887764" y="13222"/>
                  </a:lnTo>
                  <a:lnTo>
                    <a:pt x="7947191" y="9776"/>
                  </a:lnTo>
                  <a:lnTo>
                    <a:pt x="7990053" y="7553"/>
                  </a:lnTo>
                  <a:lnTo>
                    <a:pt x="8016593" y="6316"/>
                  </a:lnTo>
                  <a:lnTo>
                    <a:pt x="8029310" y="5781"/>
                  </a:lnTo>
                  <a:lnTo>
                    <a:pt x="8032819" y="5647"/>
                  </a:lnTo>
                  <a:lnTo>
                    <a:pt x="8554953" y="5647"/>
                  </a:lnTo>
                  <a:lnTo>
                    <a:pt x="8554953" y="0"/>
                  </a:lnTo>
                  <a:lnTo>
                    <a:pt x="8032819" y="0"/>
                  </a:lnTo>
                  <a:lnTo>
                    <a:pt x="8031587" y="45"/>
                  </a:lnTo>
                  <a:lnTo>
                    <a:pt x="8023527" y="370"/>
                  </a:lnTo>
                  <a:lnTo>
                    <a:pt x="8003355" y="1270"/>
                  </a:lnTo>
                  <a:lnTo>
                    <a:pt x="7967667" y="3037"/>
                  </a:lnTo>
                  <a:lnTo>
                    <a:pt x="7915239" y="5933"/>
                  </a:lnTo>
                  <a:lnTo>
                    <a:pt x="7847094" y="10154"/>
                  </a:lnTo>
                  <a:lnTo>
                    <a:pt x="7766151" y="15817"/>
                  </a:lnTo>
                  <a:lnTo>
                    <a:pt x="7676493" y="22960"/>
                  </a:lnTo>
                  <a:lnTo>
                    <a:pt x="7582513" y="31568"/>
                  </a:lnTo>
                  <a:lnTo>
                    <a:pt x="7488175" y="41607"/>
                  </a:lnTo>
                  <a:lnTo>
                    <a:pt x="7396568" y="53055"/>
                  </a:lnTo>
                  <a:lnTo>
                    <a:pt x="7309756" y="65931"/>
                  </a:lnTo>
                  <a:lnTo>
                    <a:pt x="7228852" y="80306"/>
                  </a:lnTo>
                  <a:lnTo>
                    <a:pt x="7154199" y="96314"/>
                  </a:lnTo>
                  <a:lnTo>
                    <a:pt x="7085584" y="114151"/>
                  </a:lnTo>
                  <a:lnTo>
                    <a:pt x="7022427" y="134068"/>
                  </a:lnTo>
                  <a:lnTo>
                    <a:pt x="6963937" y="156362"/>
                  </a:lnTo>
                  <a:lnTo>
                    <a:pt x="6909217" y="181358"/>
                  </a:lnTo>
                  <a:lnTo>
                    <a:pt x="6857357" y="209366"/>
                  </a:lnTo>
                  <a:lnTo>
                    <a:pt x="6807505" y="240621"/>
                  </a:lnTo>
                  <a:lnTo>
                    <a:pt x="6786527" y="255063"/>
                  </a:lnTo>
                  <a:lnTo>
                    <a:pt x="6741057" y="288922"/>
                  </a:lnTo>
                  <a:lnTo>
                    <a:pt x="6696030" y="325796"/>
                  </a:lnTo>
                  <a:lnTo>
                    <a:pt x="6651072" y="365742"/>
                  </a:lnTo>
                  <a:lnTo>
                    <a:pt x="6605909" y="408737"/>
                  </a:lnTo>
                  <a:lnTo>
                    <a:pt x="6560357" y="454677"/>
                  </a:lnTo>
                  <a:lnTo>
                    <a:pt x="6514311" y="503364"/>
                  </a:lnTo>
                  <a:lnTo>
                    <a:pt x="6467738" y="554506"/>
                  </a:lnTo>
                  <a:lnTo>
                    <a:pt x="6420668" y="607719"/>
                  </a:lnTo>
                  <a:lnTo>
                    <a:pt x="6373183" y="662540"/>
                  </a:lnTo>
                  <a:lnTo>
                    <a:pt x="6325409" y="718436"/>
                  </a:lnTo>
                  <a:lnTo>
                    <a:pt x="6277499" y="774829"/>
                  </a:lnTo>
                  <a:lnTo>
                    <a:pt x="6229616" y="831119"/>
                  </a:lnTo>
                  <a:lnTo>
                    <a:pt x="6181925" y="886710"/>
                  </a:lnTo>
                  <a:lnTo>
                    <a:pt x="6134570" y="941039"/>
                  </a:lnTo>
                  <a:lnTo>
                    <a:pt x="6087663" y="993593"/>
                  </a:lnTo>
                  <a:lnTo>
                    <a:pt x="6041269" y="1043935"/>
                  </a:lnTo>
                  <a:lnTo>
                    <a:pt x="5995399" y="1091712"/>
                  </a:lnTo>
                  <a:lnTo>
                    <a:pt x="5949995" y="1136665"/>
                  </a:lnTo>
                  <a:lnTo>
                    <a:pt x="5904927" y="1178626"/>
                  </a:lnTo>
                  <a:lnTo>
                    <a:pt x="5859981" y="1217521"/>
                  </a:lnTo>
                  <a:lnTo>
                    <a:pt x="5814851" y="1253356"/>
                  </a:lnTo>
                  <a:lnTo>
                    <a:pt x="5784835" y="1275319"/>
                  </a:lnTo>
                  <a:lnTo>
                    <a:pt x="5735616" y="1307999"/>
                  </a:lnTo>
                  <a:lnTo>
                    <a:pt x="5684716" y="1337381"/>
                  </a:lnTo>
                  <a:lnTo>
                    <a:pt x="5631335" y="1363635"/>
                  </a:lnTo>
                  <a:lnTo>
                    <a:pt x="5574576" y="1387050"/>
                  </a:lnTo>
                  <a:lnTo>
                    <a:pt x="5513529" y="1407949"/>
                  </a:lnTo>
                  <a:lnTo>
                    <a:pt x="5447344" y="1426645"/>
                  </a:lnTo>
                  <a:lnTo>
                    <a:pt x="5375336" y="1443411"/>
                  </a:lnTo>
                  <a:lnTo>
                    <a:pt x="5297112" y="1458468"/>
                  </a:lnTo>
                  <a:lnTo>
                    <a:pt x="5212751" y="1471975"/>
                  </a:lnTo>
                  <a:lnTo>
                    <a:pt x="5123009" y="1484032"/>
                  </a:lnTo>
                  <a:lnTo>
                    <a:pt x="5029525" y="1494676"/>
                  </a:lnTo>
                  <a:lnTo>
                    <a:pt x="4934950" y="1503903"/>
                  </a:lnTo>
                  <a:lnTo>
                    <a:pt x="4842908" y="1511679"/>
                  </a:lnTo>
                  <a:lnTo>
                    <a:pt x="4757685" y="1517977"/>
                  </a:lnTo>
                  <a:lnTo>
                    <a:pt x="4683598" y="1522808"/>
                  </a:lnTo>
                  <a:lnTo>
                    <a:pt x="4624171" y="1526253"/>
                  </a:lnTo>
                  <a:lnTo>
                    <a:pt x="4581309" y="1528476"/>
                  </a:lnTo>
                  <a:lnTo>
                    <a:pt x="4554769" y="1529713"/>
                  </a:lnTo>
                  <a:lnTo>
                    <a:pt x="4542052" y="1530249"/>
                  </a:lnTo>
                  <a:lnTo>
                    <a:pt x="4538543" y="1530383"/>
                  </a:lnTo>
                  <a:lnTo>
                    <a:pt x="4016409" y="1530383"/>
                  </a:lnTo>
                  <a:lnTo>
                    <a:pt x="4015144" y="1530400"/>
                  </a:lnTo>
                  <a:lnTo>
                    <a:pt x="4006875" y="1530519"/>
                  </a:lnTo>
                  <a:lnTo>
                    <a:pt x="3986199" y="1530850"/>
                  </a:lnTo>
                  <a:lnTo>
                    <a:pt x="3949668" y="1531500"/>
                  </a:lnTo>
                  <a:lnTo>
                    <a:pt x="3896096" y="1532564"/>
                  </a:lnTo>
                  <a:lnTo>
                    <a:pt x="3826625" y="1534113"/>
                  </a:lnTo>
                  <a:lnTo>
                    <a:pt x="3744328" y="1536189"/>
                  </a:lnTo>
                  <a:lnTo>
                    <a:pt x="3653440" y="1538805"/>
                  </a:lnTo>
                  <a:lnTo>
                    <a:pt x="3558462" y="1541953"/>
                  </a:lnTo>
                  <a:lnTo>
                    <a:pt x="3463408" y="1545622"/>
                  </a:lnTo>
                  <a:lnTo>
                    <a:pt x="3371364" y="1549804"/>
                  </a:lnTo>
                  <a:lnTo>
                    <a:pt x="3284352" y="1554509"/>
                  </a:lnTo>
                  <a:lnTo>
                    <a:pt x="3203425" y="1559763"/>
                  </a:lnTo>
                  <a:lnTo>
                    <a:pt x="3128860" y="1565620"/>
                  </a:lnTo>
                  <a:lnTo>
                    <a:pt x="3060384" y="1572154"/>
                  </a:lnTo>
                  <a:lnTo>
                    <a:pt x="2997366" y="1579459"/>
                  </a:lnTo>
                  <a:lnTo>
                    <a:pt x="2938971" y="1587648"/>
                  </a:lnTo>
                  <a:lnTo>
                    <a:pt x="2884273" y="1596838"/>
                  </a:lnTo>
                  <a:lnTo>
                    <a:pt x="2832340" y="1607143"/>
                  </a:lnTo>
                  <a:lnTo>
                    <a:pt x="2782316" y="1618640"/>
                  </a:lnTo>
                  <a:lnTo>
                    <a:pt x="2770117" y="1621679"/>
                  </a:lnTo>
                  <a:lnTo>
                    <a:pt x="2717513" y="1635811"/>
                  </a:lnTo>
                  <a:lnTo>
                    <a:pt x="2665418" y="1651396"/>
                  </a:lnTo>
                  <a:lnTo>
                    <a:pt x="2613290" y="1668456"/>
                  </a:lnTo>
                  <a:lnTo>
                    <a:pt x="2560758" y="1686959"/>
                  </a:lnTo>
                  <a:lnTo>
                    <a:pt x="2507607" y="1706820"/>
                  </a:lnTo>
                  <a:lnTo>
                    <a:pt x="2453753" y="1727891"/>
                  </a:lnTo>
                  <a:lnTo>
                    <a:pt x="2399231" y="1749966"/>
                  </a:lnTo>
                  <a:lnTo>
                    <a:pt x="2344171" y="1772786"/>
                  </a:lnTo>
                  <a:lnTo>
                    <a:pt x="2288774" y="1796050"/>
                  </a:lnTo>
                  <a:lnTo>
                    <a:pt x="2233287" y="1819431"/>
                  </a:lnTo>
                  <a:lnTo>
                    <a:pt x="2177966" y="1842596"/>
                  </a:lnTo>
                  <a:lnTo>
                    <a:pt x="2123047" y="1865224"/>
                  </a:lnTo>
                  <a:lnTo>
                    <a:pt x="2068714" y="1887026"/>
                  </a:lnTo>
                  <a:lnTo>
                    <a:pt x="2015071" y="1907756"/>
                  </a:lnTo>
                  <a:lnTo>
                    <a:pt x="1962118" y="1927226"/>
                  </a:lnTo>
                  <a:lnTo>
                    <a:pt x="1909736" y="1945307"/>
                  </a:lnTo>
                  <a:lnTo>
                    <a:pt x="1857663" y="1961930"/>
                  </a:lnTo>
                  <a:lnTo>
                    <a:pt x="1805482" y="1977079"/>
                  </a:lnTo>
                  <a:lnTo>
                    <a:pt x="1768425" y="1986863"/>
                  </a:lnTo>
                  <a:lnTo>
                    <a:pt x="1718759" y="1998659"/>
                  </a:lnTo>
                  <a:lnTo>
                    <a:pt x="1667374" y="2009255"/>
                  </a:lnTo>
                  <a:lnTo>
                    <a:pt x="1613447" y="2018712"/>
                  </a:lnTo>
                  <a:lnTo>
                    <a:pt x="1556058" y="2027138"/>
                  </a:lnTo>
                  <a:lnTo>
                    <a:pt x="1494270" y="2034651"/>
                  </a:lnTo>
                  <a:lnTo>
                    <a:pt x="1427217" y="2041367"/>
                  </a:lnTo>
                  <a:lnTo>
                    <a:pt x="1354204" y="2047384"/>
                  </a:lnTo>
                  <a:lnTo>
                    <a:pt x="1274855" y="2052782"/>
                  </a:lnTo>
                  <a:lnTo>
                    <a:pt x="1189288" y="2057619"/>
                  </a:lnTo>
                  <a:lnTo>
                    <a:pt x="1098344" y="2061930"/>
                  </a:lnTo>
                  <a:lnTo>
                    <a:pt x="1003790" y="2065726"/>
                  </a:lnTo>
                  <a:lnTo>
                    <a:pt x="908450" y="2069005"/>
                  </a:lnTo>
                  <a:lnTo>
                    <a:pt x="816136" y="2071754"/>
                  </a:lnTo>
                  <a:lnTo>
                    <a:pt x="731287" y="2073963"/>
                  </a:lnTo>
                  <a:lnTo>
                    <a:pt x="658287" y="2075641"/>
                  </a:lnTo>
                  <a:lnTo>
                    <a:pt x="600580" y="2076820"/>
                  </a:lnTo>
                  <a:lnTo>
                    <a:pt x="559840" y="2077564"/>
                  </a:lnTo>
                  <a:lnTo>
                    <a:pt x="535469" y="2077964"/>
                  </a:lnTo>
                  <a:lnTo>
                    <a:pt x="524556" y="2078126"/>
                  </a:lnTo>
                  <a:lnTo>
                    <a:pt x="522133" y="2078158"/>
                  </a:lnTo>
                  <a:lnTo>
                    <a:pt x="0" y="2078158"/>
                  </a:lnTo>
                  <a:close/>
                </a:path>
              </a:pathLst>
            </a:custGeom>
            <a:solidFill>
              <a:srgbClr val="A1D492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2019" name="pl2019"/>
            <p:cNvSpPr/>
            <p:nvPr/>
          </p:nvSpPr>
          <p:spPr>
            <a:xfrm>
              <a:off x="386606" y="3941364"/>
              <a:ext cx="8554953" cy="2078158"/>
            </a:xfrm>
            <a:custGeom>
              <a:avLst/>
              <a:pathLst>
                <a:path w="8554953" h="2078158">
                  <a:moveTo>
                    <a:pt x="0" y="2078158"/>
                  </a:moveTo>
                  <a:lnTo>
                    <a:pt x="522133" y="2078158"/>
                  </a:lnTo>
                  <a:lnTo>
                    <a:pt x="523398" y="2078142"/>
                  </a:lnTo>
                  <a:lnTo>
                    <a:pt x="531667" y="2078022"/>
                  </a:lnTo>
                  <a:lnTo>
                    <a:pt x="552343" y="2077691"/>
                  </a:lnTo>
                  <a:lnTo>
                    <a:pt x="588875" y="2077042"/>
                  </a:lnTo>
                  <a:lnTo>
                    <a:pt x="642446" y="2075978"/>
                  </a:lnTo>
                  <a:lnTo>
                    <a:pt x="711917" y="2074428"/>
                  </a:lnTo>
                  <a:lnTo>
                    <a:pt x="794214" y="2072352"/>
                  </a:lnTo>
                  <a:lnTo>
                    <a:pt x="885102" y="2069737"/>
                  </a:lnTo>
                  <a:lnTo>
                    <a:pt x="980081" y="2066588"/>
                  </a:lnTo>
                  <a:lnTo>
                    <a:pt x="1075134" y="2062919"/>
                  </a:lnTo>
                  <a:lnTo>
                    <a:pt x="1167178" y="2058737"/>
                  </a:lnTo>
                  <a:lnTo>
                    <a:pt x="1254190" y="2054033"/>
                  </a:lnTo>
                  <a:lnTo>
                    <a:pt x="1335117" y="2048778"/>
                  </a:lnTo>
                  <a:lnTo>
                    <a:pt x="1409682" y="2042921"/>
                  </a:lnTo>
                  <a:lnTo>
                    <a:pt x="1478158" y="2036387"/>
                  </a:lnTo>
                  <a:lnTo>
                    <a:pt x="1541176" y="2029082"/>
                  </a:lnTo>
                  <a:lnTo>
                    <a:pt x="1599571" y="2020894"/>
                  </a:lnTo>
                  <a:lnTo>
                    <a:pt x="1654269" y="2011703"/>
                  </a:lnTo>
                  <a:lnTo>
                    <a:pt x="1706202" y="2001398"/>
                  </a:lnTo>
                  <a:lnTo>
                    <a:pt x="1756226" y="1989902"/>
                  </a:lnTo>
                  <a:lnTo>
                    <a:pt x="1768425" y="1986863"/>
                  </a:lnTo>
                  <a:lnTo>
                    <a:pt x="1821029" y="1972730"/>
                  </a:lnTo>
                  <a:lnTo>
                    <a:pt x="1873124" y="1957145"/>
                  </a:lnTo>
                  <a:lnTo>
                    <a:pt x="1925253" y="1940085"/>
                  </a:lnTo>
                  <a:lnTo>
                    <a:pt x="1977784" y="1921582"/>
                  </a:lnTo>
                  <a:lnTo>
                    <a:pt x="2030935" y="1901721"/>
                  </a:lnTo>
                  <a:lnTo>
                    <a:pt x="2084789" y="1880650"/>
                  </a:lnTo>
                  <a:lnTo>
                    <a:pt x="2139311" y="1858575"/>
                  </a:lnTo>
                  <a:lnTo>
                    <a:pt x="2194371" y="1835755"/>
                  </a:lnTo>
                  <a:lnTo>
                    <a:pt x="2249768" y="1812492"/>
                  </a:lnTo>
                  <a:lnTo>
                    <a:pt x="2305255" y="1789110"/>
                  </a:lnTo>
                  <a:lnTo>
                    <a:pt x="2360576" y="1765945"/>
                  </a:lnTo>
                  <a:lnTo>
                    <a:pt x="2415495" y="1743317"/>
                  </a:lnTo>
                  <a:lnTo>
                    <a:pt x="2469828" y="1721516"/>
                  </a:lnTo>
                  <a:lnTo>
                    <a:pt x="2523471" y="1700785"/>
                  </a:lnTo>
                  <a:lnTo>
                    <a:pt x="2576424" y="1681315"/>
                  </a:lnTo>
                  <a:lnTo>
                    <a:pt x="2628807" y="1663234"/>
                  </a:lnTo>
                  <a:lnTo>
                    <a:pt x="2680879" y="1646612"/>
                  </a:lnTo>
                  <a:lnTo>
                    <a:pt x="2733060" y="1631462"/>
                  </a:lnTo>
                  <a:lnTo>
                    <a:pt x="2770117" y="1621679"/>
                  </a:lnTo>
                  <a:lnTo>
                    <a:pt x="2819784" y="1609882"/>
                  </a:lnTo>
                  <a:lnTo>
                    <a:pt x="2871168" y="1599287"/>
                  </a:lnTo>
                  <a:lnTo>
                    <a:pt x="2925095" y="1589830"/>
                  </a:lnTo>
                  <a:lnTo>
                    <a:pt x="2982484" y="1581404"/>
                  </a:lnTo>
                  <a:lnTo>
                    <a:pt x="3044272" y="1573890"/>
                  </a:lnTo>
                  <a:lnTo>
                    <a:pt x="3111326" y="1567175"/>
                  </a:lnTo>
                  <a:lnTo>
                    <a:pt x="3184338" y="1561158"/>
                  </a:lnTo>
                  <a:lnTo>
                    <a:pt x="3263688" y="1555759"/>
                  </a:lnTo>
                  <a:lnTo>
                    <a:pt x="3349254" y="1550922"/>
                  </a:lnTo>
                  <a:lnTo>
                    <a:pt x="3440198" y="1546612"/>
                  </a:lnTo>
                  <a:lnTo>
                    <a:pt x="3534752" y="1542815"/>
                  </a:lnTo>
                  <a:lnTo>
                    <a:pt x="3630092" y="1539536"/>
                  </a:lnTo>
                  <a:lnTo>
                    <a:pt x="3722406" y="1536788"/>
                  </a:lnTo>
                  <a:lnTo>
                    <a:pt x="3807255" y="1534578"/>
                  </a:lnTo>
                  <a:lnTo>
                    <a:pt x="3880255" y="1532901"/>
                  </a:lnTo>
                  <a:lnTo>
                    <a:pt x="3937962" y="1531722"/>
                  </a:lnTo>
                  <a:lnTo>
                    <a:pt x="3978702" y="1530978"/>
                  </a:lnTo>
                  <a:lnTo>
                    <a:pt x="4003073" y="1530577"/>
                  </a:lnTo>
                  <a:lnTo>
                    <a:pt x="4013986" y="1530416"/>
                  </a:lnTo>
                  <a:lnTo>
                    <a:pt x="4016389" y="1530383"/>
                  </a:lnTo>
                  <a:lnTo>
                    <a:pt x="4016409" y="1530383"/>
                  </a:lnTo>
                  <a:lnTo>
                    <a:pt x="4538543" y="1530383"/>
                  </a:lnTo>
                  <a:lnTo>
                    <a:pt x="4539775" y="1530337"/>
                  </a:lnTo>
                  <a:lnTo>
                    <a:pt x="4547835" y="1530012"/>
                  </a:lnTo>
                  <a:lnTo>
                    <a:pt x="4568007" y="1529112"/>
                  </a:lnTo>
                  <a:lnTo>
                    <a:pt x="4603695" y="1527345"/>
                  </a:lnTo>
                  <a:lnTo>
                    <a:pt x="4656123" y="1524450"/>
                  </a:lnTo>
                  <a:lnTo>
                    <a:pt x="4724268" y="1520229"/>
                  </a:lnTo>
                  <a:lnTo>
                    <a:pt x="4805211" y="1514566"/>
                  </a:lnTo>
                  <a:lnTo>
                    <a:pt x="4894869" y="1507423"/>
                  </a:lnTo>
                  <a:lnTo>
                    <a:pt x="4988849" y="1498815"/>
                  </a:lnTo>
                  <a:lnTo>
                    <a:pt x="5083187" y="1488776"/>
                  </a:lnTo>
                  <a:lnTo>
                    <a:pt x="5174794" y="1477327"/>
                  </a:lnTo>
                  <a:lnTo>
                    <a:pt x="5261606" y="1464452"/>
                  </a:lnTo>
                  <a:lnTo>
                    <a:pt x="5342510" y="1450076"/>
                  </a:lnTo>
                  <a:lnTo>
                    <a:pt x="5417163" y="1434068"/>
                  </a:lnTo>
                  <a:lnTo>
                    <a:pt x="5485778" y="1416232"/>
                  </a:lnTo>
                  <a:lnTo>
                    <a:pt x="5548935" y="1396315"/>
                  </a:lnTo>
                  <a:lnTo>
                    <a:pt x="5607425" y="1374020"/>
                  </a:lnTo>
                  <a:lnTo>
                    <a:pt x="5662145" y="1349024"/>
                  </a:lnTo>
                  <a:lnTo>
                    <a:pt x="5714005" y="1321016"/>
                  </a:lnTo>
                  <a:lnTo>
                    <a:pt x="5763857" y="1289762"/>
                  </a:lnTo>
                  <a:lnTo>
                    <a:pt x="5784835" y="1275319"/>
                  </a:lnTo>
                  <a:lnTo>
                    <a:pt x="5830305" y="1241461"/>
                  </a:lnTo>
                  <a:lnTo>
                    <a:pt x="5875332" y="1204586"/>
                  </a:lnTo>
                  <a:lnTo>
                    <a:pt x="5920290" y="1164641"/>
                  </a:lnTo>
                  <a:lnTo>
                    <a:pt x="5965453" y="1121645"/>
                  </a:lnTo>
                  <a:lnTo>
                    <a:pt x="6011005" y="1075705"/>
                  </a:lnTo>
                  <a:lnTo>
                    <a:pt x="6057051" y="1027018"/>
                  </a:lnTo>
                  <a:lnTo>
                    <a:pt x="6103624" y="975877"/>
                  </a:lnTo>
                  <a:lnTo>
                    <a:pt x="6150694" y="922663"/>
                  </a:lnTo>
                  <a:lnTo>
                    <a:pt x="6198179" y="867843"/>
                  </a:lnTo>
                  <a:lnTo>
                    <a:pt x="6245953" y="811947"/>
                  </a:lnTo>
                  <a:lnTo>
                    <a:pt x="6293863" y="755554"/>
                  </a:lnTo>
                  <a:lnTo>
                    <a:pt x="6341746" y="699264"/>
                  </a:lnTo>
                  <a:lnTo>
                    <a:pt x="6389437" y="643672"/>
                  </a:lnTo>
                  <a:lnTo>
                    <a:pt x="6436792" y="589343"/>
                  </a:lnTo>
                  <a:lnTo>
                    <a:pt x="6483699" y="536789"/>
                  </a:lnTo>
                  <a:lnTo>
                    <a:pt x="6530093" y="486447"/>
                  </a:lnTo>
                  <a:lnTo>
                    <a:pt x="6575963" y="438670"/>
                  </a:lnTo>
                  <a:lnTo>
                    <a:pt x="6621367" y="393718"/>
                  </a:lnTo>
                  <a:lnTo>
                    <a:pt x="6666435" y="351756"/>
                  </a:lnTo>
                  <a:lnTo>
                    <a:pt x="6711381" y="312861"/>
                  </a:lnTo>
                  <a:lnTo>
                    <a:pt x="6756511" y="277026"/>
                  </a:lnTo>
                  <a:lnTo>
                    <a:pt x="6786527" y="255063"/>
                  </a:lnTo>
                  <a:lnTo>
                    <a:pt x="6835746" y="222383"/>
                  </a:lnTo>
                  <a:lnTo>
                    <a:pt x="6886646" y="193001"/>
                  </a:lnTo>
                  <a:lnTo>
                    <a:pt x="6940027" y="166748"/>
                  </a:lnTo>
                  <a:lnTo>
                    <a:pt x="6996786" y="143333"/>
                  </a:lnTo>
                  <a:lnTo>
                    <a:pt x="7057833" y="122433"/>
                  </a:lnTo>
                  <a:lnTo>
                    <a:pt x="7124018" y="103737"/>
                  </a:lnTo>
                  <a:lnTo>
                    <a:pt x="7196026" y="86971"/>
                  </a:lnTo>
                  <a:lnTo>
                    <a:pt x="7274250" y="71915"/>
                  </a:lnTo>
                  <a:lnTo>
                    <a:pt x="7358611" y="58407"/>
                  </a:lnTo>
                  <a:lnTo>
                    <a:pt x="7448353" y="46351"/>
                  </a:lnTo>
                  <a:lnTo>
                    <a:pt x="7541837" y="35706"/>
                  </a:lnTo>
                  <a:lnTo>
                    <a:pt x="7636412" y="26479"/>
                  </a:lnTo>
                  <a:lnTo>
                    <a:pt x="7728453" y="18703"/>
                  </a:lnTo>
                  <a:lnTo>
                    <a:pt x="7813677" y="12405"/>
                  </a:lnTo>
                  <a:lnTo>
                    <a:pt x="7887764" y="7574"/>
                  </a:lnTo>
                  <a:lnTo>
                    <a:pt x="7947191" y="4129"/>
                  </a:lnTo>
                  <a:lnTo>
                    <a:pt x="7990053" y="1906"/>
                  </a:lnTo>
                  <a:lnTo>
                    <a:pt x="8016593" y="669"/>
                  </a:lnTo>
                  <a:lnTo>
                    <a:pt x="8029310" y="134"/>
                  </a:lnTo>
                  <a:lnTo>
                    <a:pt x="8032718" y="3"/>
                  </a:lnTo>
                  <a:lnTo>
                    <a:pt x="8032819" y="0"/>
                  </a:lnTo>
                  <a:lnTo>
                    <a:pt x="8554953" y="0"/>
                  </a:lnTo>
                  <a:lnTo>
                    <a:pt x="8554953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020" name="pl2020"/>
            <p:cNvSpPr/>
            <p:nvPr/>
          </p:nvSpPr>
          <p:spPr>
            <a:xfrm>
              <a:off x="386606" y="3935717"/>
              <a:ext cx="8554953" cy="2078158"/>
            </a:xfrm>
            <a:custGeom>
              <a:avLst/>
              <a:pathLst>
                <a:path w="8554953" h="2078158">
                  <a:moveTo>
                    <a:pt x="8554953" y="0"/>
                  </a:moveTo>
                  <a:lnTo>
                    <a:pt x="8032819" y="0"/>
                  </a:lnTo>
                  <a:lnTo>
                    <a:pt x="8031587" y="45"/>
                  </a:lnTo>
                  <a:lnTo>
                    <a:pt x="8023527" y="370"/>
                  </a:lnTo>
                  <a:lnTo>
                    <a:pt x="8003355" y="1270"/>
                  </a:lnTo>
                  <a:lnTo>
                    <a:pt x="7967667" y="3037"/>
                  </a:lnTo>
                  <a:lnTo>
                    <a:pt x="7915239" y="5933"/>
                  </a:lnTo>
                  <a:lnTo>
                    <a:pt x="7847094" y="10154"/>
                  </a:lnTo>
                  <a:lnTo>
                    <a:pt x="7766151" y="15817"/>
                  </a:lnTo>
                  <a:lnTo>
                    <a:pt x="7676493" y="22960"/>
                  </a:lnTo>
                  <a:lnTo>
                    <a:pt x="7582513" y="31568"/>
                  </a:lnTo>
                  <a:lnTo>
                    <a:pt x="7488175" y="41607"/>
                  </a:lnTo>
                  <a:lnTo>
                    <a:pt x="7396568" y="53055"/>
                  </a:lnTo>
                  <a:lnTo>
                    <a:pt x="7309756" y="65931"/>
                  </a:lnTo>
                  <a:lnTo>
                    <a:pt x="7228852" y="80306"/>
                  </a:lnTo>
                  <a:lnTo>
                    <a:pt x="7154199" y="96314"/>
                  </a:lnTo>
                  <a:lnTo>
                    <a:pt x="7085584" y="114151"/>
                  </a:lnTo>
                  <a:lnTo>
                    <a:pt x="7022427" y="134068"/>
                  </a:lnTo>
                  <a:lnTo>
                    <a:pt x="6963937" y="156362"/>
                  </a:lnTo>
                  <a:lnTo>
                    <a:pt x="6909217" y="181358"/>
                  </a:lnTo>
                  <a:lnTo>
                    <a:pt x="6857357" y="209366"/>
                  </a:lnTo>
                  <a:lnTo>
                    <a:pt x="6807505" y="240621"/>
                  </a:lnTo>
                  <a:lnTo>
                    <a:pt x="6786527" y="255063"/>
                  </a:lnTo>
                  <a:lnTo>
                    <a:pt x="6741057" y="288922"/>
                  </a:lnTo>
                  <a:lnTo>
                    <a:pt x="6696030" y="325796"/>
                  </a:lnTo>
                  <a:lnTo>
                    <a:pt x="6651072" y="365742"/>
                  </a:lnTo>
                  <a:lnTo>
                    <a:pt x="6605909" y="408737"/>
                  </a:lnTo>
                  <a:lnTo>
                    <a:pt x="6560357" y="454677"/>
                  </a:lnTo>
                  <a:lnTo>
                    <a:pt x="6514311" y="503364"/>
                  </a:lnTo>
                  <a:lnTo>
                    <a:pt x="6467738" y="554506"/>
                  </a:lnTo>
                  <a:lnTo>
                    <a:pt x="6420668" y="607719"/>
                  </a:lnTo>
                  <a:lnTo>
                    <a:pt x="6373183" y="662540"/>
                  </a:lnTo>
                  <a:lnTo>
                    <a:pt x="6325409" y="718436"/>
                  </a:lnTo>
                  <a:lnTo>
                    <a:pt x="6277499" y="774829"/>
                  </a:lnTo>
                  <a:lnTo>
                    <a:pt x="6229616" y="831119"/>
                  </a:lnTo>
                  <a:lnTo>
                    <a:pt x="6181925" y="886710"/>
                  </a:lnTo>
                  <a:lnTo>
                    <a:pt x="6134570" y="941039"/>
                  </a:lnTo>
                  <a:lnTo>
                    <a:pt x="6087663" y="993593"/>
                  </a:lnTo>
                  <a:lnTo>
                    <a:pt x="6041269" y="1043935"/>
                  </a:lnTo>
                  <a:lnTo>
                    <a:pt x="5995399" y="1091712"/>
                  </a:lnTo>
                  <a:lnTo>
                    <a:pt x="5949995" y="1136665"/>
                  </a:lnTo>
                  <a:lnTo>
                    <a:pt x="5904927" y="1178626"/>
                  </a:lnTo>
                  <a:lnTo>
                    <a:pt x="5859981" y="1217521"/>
                  </a:lnTo>
                  <a:lnTo>
                    <a:pt x="5814851" y="1253356"/>
                  </a:lnTo>
                  <a:lnTo>
                    <a:pt x="5784835" y="1275319"/>
                  </a:lnTo>
                  <a:lnTo>
                    <a:pt x="5735616" y="1307999"/>
                  </a:lnTo>
                  <a:lnTo>
                    <a:pt x="5684716" y="1337381"/>
                  </a:lnTo>
                  <a:lnTo>
                    <a:pt x="5631335" y="1363635"/>
                  </a:lnTo>
                  <a:lnTo>
                    <a:pt x="5574576" y="1387050"/>
                  </a:lnTo>
                  <a:lnTo>
                    <a:pt x="5513529" y="1407949"/>
                  </a:lnTo>
                  <a:lnTo>
                    <a:pt x="5447344" y="1426645"/>
                  </a:lnTo>
                  <a:lnTo>
                    <a:pt x="5375336" y="1443411"/>
                  </a:lnTo>
                  <a:lnTo>
                    <a:pt x="5297112" y="1458468"/>
                  </a:lnTo>
                  <a:lnTo>
                    <a:pt x="5212751" y="1471975"/>
                  </a:lnTo>
                  <a:lnTo>
                    <a:pt x="5123009" y="1484032"/>
                  </a:lnTo>
                  <a:lnTo>
                    <a:pt x="5029525" y="1494676"/>
                  </a:lnTo>
                  <a:lnTo>
                    <a:pt x="4934950" y="1503903"/>
                  </a:lnTo>
                  <a:lnTo>
                    <a:pt x="4842908" y="1511679"/>
                  </a:lnTo>
                  <a:lnTo>
                    <a:pt x="4757685" y="1517977"/>
                  </a:lnTo>
                  <a:lnTo>
                    <a:pt x="4683598" y="1522808"/>
                  </a:lnTo>
                  <a:lnTo>
                    <a:pt x="4624171" y="1526253"/>
                  </a:lnTo>
                  <a:lnTo>
                    <a:pt x="4581309" y="1528476"/>
                  </a:lnTo>
                  <a:lnTo>
                    <a:pt x="4554769" y="1529713"/>
                  </a:lnTo>
                  <a:lnTo>
                    <a:pt x="4542052" y="1530249"/>
                  </a:lnTo>
                  <a:lnTo>
                    <a:pt x="4538644" y="1530379"/>
                  </a:lnTo>
                  <a:lnTo>
                    <a:pt x="4538543" y="1530383"/>
                  </a:lnTo>
                  <a:lnTo>
                    <a:pt x="4016409" y="1530383"/>
                  </a:lnTo>
                  <a:lnTo>
                    <a:pt x="4015144" y="1530400"/>
                  </a:lnTo>
                  <a:lnTo>
                    <a:pt x="4006875" y="1530519"/>
                  </a:lnTo>
                  <a:lnTo>
                    <a:pt x="3986199" y="1530850"/>
                  </a:lnTo>
                  <a:lnTo>
                    <a:pt x="3949668" y="1531500"/>
                  </a:lnTo>
                  <a:lnTo>
                    <a:pt x="3896096" y="1532564"/>
                  </a:lnTo>
                  <a:lnTo>
                    <a:pt x="3826625" y="1534113"/>
                  </a:lnTo>
                  <a:lnTo>
                    <a:pt x="3744328" y="1536189"/>
                  </a:lnTo>
                  <a:lnTo>
                    <a:pt x="3653440" y="1538805"/>
                  </a:lnTo>
                  <a:lnTo>
                    <a:pt x="3558462" y="1541953"/>
                  </a:lnTo>
                  <a:lnTo>
                    <a:pt x="3463408" y="1545622"/>
                  </a:lnTo>
                  <a:lnTo>
                    <a:pt x="3371364" y="1549804"/>
                  </a:lnTo>
                  <a:lnTo>
                    <a:pt x="3284352" y="1554509"/>
                  </a:lnTo>
                  <a:lnTo>
                    <a:pt x="3203425" y="1559763"/>
                  </a:lnTo>
                  <a:lnTo>
                    <a:pt x="3128860" y="1565620"/>
                  </a:lnTo>
                  <a:lnTo>
                    <a:pt x="3060384" y="1572154"/>
                  </a:lnTo>
                  <a:lnTo>
                    <a:pt x="2997366" y="1579459"/>
                  </a:lnTo>
                  <a:lnTo>
                    <a:pt x="2938971" y="1587648"/>
                  </a:lnTo>
                  <a:lnTo>
                    <a:pt x="2884273" y="1596838"/>
                  </a:lnTo>
                  <a:lnTo>
                    <a:pt x="2832340" y="1607143"/>
                  </a:lnTo>
                  <a:lnTo>
                    <a:pt x="2782316" y="1618640"/>
                  </a:lnTo>
                  <a:lnTo>
                    <a:pt x="2770117" y="1621679"/>
                  </a:lnTo>
                  <a:lnTo>
                    <a:pt x="2717513" y="1635811"/>
                  </a:lnTo>
                  <a:lnTo>
                    <a:pt x="2665418" y="1651396"/>
                  </a:lnTo>
                  <a:lnTo>
                    <a:pt x="2613290" y="1668456"/>
                  </a:lnTo>
                  <a:lnTo>
                    <a:pt x="2560758" y="1686959"/>
                  </a:lnTo>
                  <a:lnTo>
                    <a:pt x="2507607" y="1706820"/>
                  </a:lnTo>
                  <a:lnTo>
                    <a:pt x="2453753" y="1727891"/>
                  </a:lnTo>
                  <a:lnTo>
                    <a:pt x="2399231" y="1749966"/>
                  </a:lnTo>
                  <a:lnTo>
                    <a:pt x="2344171" y="1772786"/>
                  </a:lnTo>
                  <a:lnTo>
                    <a:pt x="2288774" y="1796050"/>
                  </a:lnTo>
                  <a:lnTo>
                    <a:pt x="2233287" y="1819431"/>
                  </a:lnTo>
                  <a:lnTo>
                    <a:pt x="2177966" y="1842596"/>
                  </a:lnTo>
                  <a:lnTo>
                    <a:pt x="2123047" y="1865224"/>
                  </a:lnTo>
                  <a:lnTo>
                    <a:pt x="2068714" y="1887026"/>
                  </a:lnTo>
                  <a:lnTo>
                    <a:pt x="2015071" y="1907756"/>
                  </a:lnTo>
                  <a:lnTo>
                    <a:pt x="1962118" y="1927226"/>
                  </a:lnTo>
                  <a:lnTo>
                    <a:pt x="1909736" y="1945307"/>
                  </a:lnTo>
                  <a:lnTo>
                    <a:pt x="1857663" y="1961930"/>
                  </a:lnTo>
                  <a:lnTo>
                    <a:pt x="1805482" y="1977079"/>
                  </a:lnTo>
                  <a:lnTo>
                    <a:pt x="1768425" y="1986863"/>
                  </a:lnTo>
                  <a:lnTo>
                    <a:pt x="1718759" y="1998659"/>
                  </a:lnTo>
                  <a:lnTo>
                    <a:pt x="1667374" y="2009255"/>
                  </a:lnTo>
                  <a:lnTo>
                    <a:pt x="1613447" y="2018712"/>
                  </a:lnTo>
                  <a:lnTo>
                    <a:pt x="1556058" y="2027138"/>
                  </a:lnTo>
                  <a:lnTo>
                    <a:pt x="1494270" y="2034651"/>
                  </a:lnTo>
                  <a:lnTo>
                    <a:pt x="1427217" y="2041367"/>
                  </a:lnTo>
                  <a:lnTo>
                    <a:pt x="1354204" y="2047384"/>
                  </a:lnTo>
                  <a:lnTo>
                    <a:pt x="1274855" y="2052782"/>
                  </a:lnTo>
                  <a:lnTo>
                    <a:pt x="1189288" y="2057619"/>
                  </a:lnTo>
                  <a:lnTo>
                    <a:pt x="1098344" y="2061930"/>
                  </a:lnTo>
                  <a:lnTo>
                    <a:pt x="1003790" y="2065726"/>
                  </a:lnTo>
                  <a:lnTo>
                    <a:pt x="908450" y="2069005"/>
                  </a:lnTo>
                  <a:lnTo>
                    <a:pt x="816136" y="2071754"/>
                  </a:lnTo>
                  <a:lnTo>
                    <a:pt x="731287" y="2073963"/>
                  </a:lnTo>
                  <a:lnTo>
                    <a:pt x="658287" y="2075641"/>
                  </a:lnTo>
                  <a:lnTo>
                    <a:pt x="600580" y="2076820"/>
                  </a:lnTo>
                  <a:lnTo>
                    <a:pt x="559840" y="2077564"/>
                  </a:lnTo>
                  <a:lnTo>
                    <a:pt x="535469" y="2077964"/>
                  </a:lnTo>
                  <a:lnTo>
                    <a:pt x="524556" y="2078126"/>
                  </a:lnTo>
                  <a:lnTo>
                    <a:pt x="522153" y="2078158"/>
                  </a:lnTo>
                  <a:lnTo>
                    <a:pt x="522133" y="2078158"/>
                  </a:lnTo>
                  <a:lnTo>
                    <a:pt x="0" y="2078158"/>
                  </a:lnTo>
                  <a:lnTo>
                    <a:pt x="0" y="2078158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021" name="pg2021"/>
            <p:cNvSpPr/>
            <p:nvPr/>
          </p:nvSpPr>
          <p:spPr>
            <a:xfrm>
              <a:off x="386606" y="457060"/>
              <a:ext cx="8554953" cy="5534227"/>
            </a:xfrm>
            <a:custGeom>
              <a:avLst/>
              <a:pathLst>
                <a:path w="8554953" h="5534227">
                  <a:moveTo>
                    <a:pt x="0" y="5534227"/>
                  </a:moveTo>
                  <a:lnTo>
                    <a:pt x="522133" y="5534227"/>
                  </a:lnTo>
                  <a:lnTo>
                    <a:pt x="523330" y="5534165"/>
                  </a:lnTo>
                  <a:lnTo>
                    <a:pt x="531169" y="5533720"/>
                  </a:lnTo>
                  <a:lnTo>
                    <a:pt x="550804" y="5532488"/>
                  </a:lnTo>
                  <a:lnTo>
                    <a:pt x="585592" y="5530069"/>
                  </a:lnTo>
                  <a:lnTo>
                    <a:pt x="636797" y="5526103"/>
                  </a:lnTo>
                  <a:lnTo>
                    <a:pt x="703515" y="5520314"/>
                  </a:lnTo>
                  <a:lnTo>
                    <a:pt x="782992" y="5512538"/>
                  </a:lnTo>
                  <a:lnTo>
                    <a:pt x="871306" y="5502717"/>
                  </a:lnTo>
                  <a:lnTo>
                    <a:pt x="964185" y="5490867"/>
                  </a:lnTo>
                  <a:lnTo>
                    <a:pt x="1057723" y="5477035"/>
                  </a:lnTo>
                  <a:lnTo>
                    <a:pt x="1148830" y="5461254"/>
                  </a:lnTo>
                  <a:lnTo>
                    <a:pt x="1235401" y="5443505"/>
                  </a:lnTo>
                  <a:lnTo>
                    <a:pt x="1316262" y="5423700"/>
                  </a:lnTo>
                  <a:lnTo>
                    <a:pt x="1390999" y="5401665"/>
                  </a:lnTo>
                  <a:lnTo>
                    <a:pt x="1459761" y="5377144"/>
                  </a:lnTo>
                  <a:lnTo>
                    <a:pt x="1523070" y="5349802"/>
                  </a:lnTo>
                  <a:lnTo>
                    <a:pt x="1581674" y="5319240"/>
                  </a:lnTo>
                  <a:lnTo>
                    <a:pt x="1636431" y="5285019"/>
                  </a:lnTo>
                  <a:lnTo>
                    <a:pt x="1688231" y="5246703"/>
                  </a:lnTo>
                  <a:lnTo>
                    <a:pt x="1737916" y="5203944"/>
                  </a:lnTo>
                  <a:lnTo>
                    <a:pt x="1768425" y="5174691"/>
                  </a:lnTo>
                  <a:lnTo>
                    <a:pt x="1809521" y="5131767"/>
                  </a:lnTo>
                  <a:lnTo>
                    <a:pt x="1850222" y="5085384"/>
                  </a:lnTo>
                  <a:lnTo>
                    <a:pt x="1890816" y="5035474"/>
                  </a:lnTo>
                  <a:lnTo>
                    <a:pt x="1931521" y="4982038"/>
                  </a:lnTo>
                  <a:lnTo>
                    <a:pt x="1972495" y="4925155"/>
                  </a:lnTo>
                  <a:lnTo>
                    <a:pt x="2013840" y="4864989"/>
                  </a:lnTo>
                  <a:lnTo>
                    <a:pt x="2055606" y="4801790"/>
                  </a:lnTo>
                  <a:lnTo>
                    <a:pt x="2097800" y="4735898"/>
                  </a:lnTo>
                  <a:lnTo>
                    <a:pt x="2140388" y="4667734"/>
                  </a:lnTo>
                  <a:lnTo>
                    <a:pt x="2183303" y="4597797"/>
                  </a:lnTo>
                  <a:lnTo>
                    <a:pt x="2226452" y="4526642"/>
                  </a:lnTo>
                  <a:lnTo>
                    <a:pt x="2269720" y="4454872"/>
                  </a:lnTo>
                  <a:lnTo>
                    <a:pt x="2312988" y="4383108"/>
                  </a:lnTo>
                  <a:lnTo>
                    <a:pt x="2356132" y="4311973"/>
                  </a:lnTo>
                  <a:lnTo>
                    <a:pt x="2399042" y="4242066"/>
                  </a:lnTo>
                  <a:lnTo>
                    <a:pt x="2441622" y="4173945"/>
                  </a:lnTo>
                  <a:lnTo>
                    <a:pt x="2483808" y="4108104"/>
                  </a:lnTo>
                  <a:lnTo>
                    <a:pt x="2525565" y="4044965"/>
                  </a:lnTo>
                  <a:lnTo>
                    <a:pt x="2566901" y="3984865"/>
                  </a:lnTo>
                  <a:lnTo>
                    <a:pt x="2607868" y="3928053"/>
                  </a:lnTo>
                  <a:lnTo>
                    <a:pt x="2648569" y="3874689"/>
                  </a:lnTo>
                  <a:lnTo>
                    <a:pt x="2689163" y="3824853"/>
                  </a:lnTo>
                  <a:lnTo>
                    <a:pt x="2729869" y="3778543"/>
                  </a:lnTo>
                  <a:lnTo>
                    <a:pt x="2770117" y="3736544"/>
                  </a:lnTo>
                  <a:lnTo>
                    <a:pt x="2818853" y="3690902"/>
                  </a:lnTo>
                  <a:lnTo>
                    <a:pt x="2869229" y="3649821"/>
                  </a:lnTo>
                  <a:lnTo>
                    <a:pt x="2922024" y="3613071"/>
                  </a:lnTo>
                  <a:lnTo>
                    <a:pt x="2978104" y="3580259"/>
                  </a:lnTo>
                  <a:lnTo>
                    <a:pt x="3038357" y="3550941"/>
                  </a:lnTo>
                  <a:lnTo>
                    <a:pt x="3103610" y="3524689"/>
                  </a:lnTo>
                  <a:lnTo>
                    <a:pt x="3174543" y="3501125"/>
                  </a:lnTo>
                  <a:lnTo>
                    <a:pt x="3251559" y="3479942"/>
                  </a:lnTo>
                  <a:lnTo>
                    <a:pt x="3334621" y="3460915"/>
                  </a:lnTo>
                  <a:lnTo>
                    <a:pt x="3423058" y="3443902"/>
                  </a:lnTo>
                  <a:lnTo>
                    <a:pt x="3515366" y="3428843"/>
                  </a:lnTo>
                  <a:lnTo>
                    <a:pt x="3609069" y="3415740"/>
                  </a:lnTo>
                  <a:lnTo>
                    <a:pt x="3700744" y="3404637"/>
                  </a:lnTo>
                  <a:lnTo>
                    <a:pt x="3786278" y="3395576"/>
                  </a:lnTo>
                  <a:lnTo>
                    <a:pt x="3861437" y="3388549"/>
                  </a:lnTo>
                  <a:lnTo>
                    <a:pt x="3922636" y="3383461"/>
                  </a:lnTo>
                  <a:lnTo>
                    <a:pt x="3967746" y="3380106"/>
                  </a:lnTo>
                  <a:lnTo>
                    <a:pt x="3996651" y="3378172"/>
                  </a:lnTo>
                  <a:lnTo>
                    <a:pt x="4011417" y="3377280"/>
                  </a:lnTo>
                  <a:lnTo>
                    <a:pt x="4016105" y="3377023"/>
                  </a:lnTo>
                  <a:lnTo>
                    <a:pt x="4016409" y="3377008"/>
                  </a:lnTo>
                  <a:lnTo>
                    <a:pt x="4538543" y="3377008"/>
                  </a:lnTo>
                  <a:lnTo>
                    <a:pt x="4539651" y="3376918"/>
                  </a:lnTo>
                  <a:lnTo>
                    <a:pt x="4546919" y="3376275"/>
                  </a:lnTo>
                  <a:lnTo>
                    <a:pt x="4565174" y="3374499"/>
                  </a:lnTo>
                  <a:lnTo>
                    <a:pt x="4597634" y="3371006"/>
                  </a:lnTo>
                  <a:lnTo>
                    <a:pt x="4645653" y="3365268"/>
                  </a:lnTo>
                  <a:lnTo>
                    <a:pt x="4708618" y="3356871"/>
                  </a:lnTo>
                  <a:lnTo>
                    <a:pt x="4784193" y="3345555"/>
                  </a:lnTo>
                  <a:lnTo>
                    <a:pt x="4868879" y="3331210"/>
                  </a:lnTo>
                  <a:lnTo>
                    <a:pt x="4958726" y="3313845"/>
                  </a:lnTo>
                  <a:lnTo>
                    <a:pt x="5050001" y="3293526"/>
                  </a:lnTo>
                  <a:lnTo>
                    <a:pt x="5139640" y="3270308"/>
                  </a:lnTo>
                  <a:lnTo>
                    <a:pt x="5225445" y="3244192"/>
                  </a:lnTo>
                  <a:lnTo>
                    <a:pt x="5306089" y="3215080"/>
                  </a:lnTo>
                  <a:lnTo>
                    <a:pt x="5380983" y="3182763"/>
                  </a:lnTo>
                  <a:lnTo>
                    <a:pt x="5450106" y="3146913"/>
                  </a:lnTo>
                  <a:lnTo>
                    <a:pt x="5513829" y="3107086"/>
                  </a:lnTo>
                  <a:lnTo>
                    <a:pt x="5572774" y="3062740"/>
                  </a:lnTo>
                  <a:lnTo>
                    <a:pt x="5627703" y="3013259"/>
                  </a:lnTo>
                  <a:lnTo>
                    <a:pt x="5679433" y="2958000"/>
                  </a:lnTo>
                  <a:lnTo>
                    <a:pt x="5728772" y="2896382"/>
                  </a:lnTo>
                  <a:lnTo>
                    <a:pt x="5776455" y="2828023"/>
                  </a:lnTo>
                  <a:lnTo>
                    <a:pt x="5784835" y="2815114"/>
                  </a:lnTo>
                  <a:lnTo>
                    <a:pt x="5819552" y="2758852"/>
                  </a:lnTo>
                  <a:lnTo>
                    <a:pt x="5853952" y="2698756"/>
                  </a:lnTo>
                  <a:lnTo>
                    <a:pt x="5888219" y="2634748"/>
                  </a:lnTo>
                  <a:lnTo>
                    <a:pt x="5922500" y="2566803"/>
                  </a:lnTo>
                  <a:lnTo>
                    <a:pt x="5956907" y="2494953"/>
                  </a:lnTo>
                  <a:lnTo>
                    <a:pt x="5991526" y="2419296"/>
                  </a:lnTo>
                  <a:lnTo>
                    <a:pt x="6026413" y="2339996"/>
                  </a:lnTo>
                  <a:lnTo>
                    <a:pt x="6061599" y="2257288"/>
                  </a:lnTo>
                  <a:lnTo>
                    <a:pt x="6097093" y="2171477"/>
                  </a:lnTo>
                  <a:lnTo>
                    <a:pt x="6132880" y="2082936"/>
                  </a:lnTo>
                  <a:lnTo>
                    <a:pt x="6168931" y="1992097"/>
                  </a:lnTo>
                  <a:lnTo>
                    <a:pt x="6205198" y="1899453"/>
                  </a:lnTo>
                  <a:lnTo>
                    <a:pt x="6241621" y="1805536"/>
                  </a:lnTo>
                  <a:lnTo>
                    <a:pt x="6278133" y="1710913"/>
                  </a:lnTo>
                  <a:lnTo>
                    <a:pt x="6314660" y="1616168"/>
                  </a:lnTo>
                  <a:lnTo>
                    <a:pt x="6351128" y="1521889"/>
                  </a:lnTo>
                  <a:lnTo>
                    <a:pt x="6387467" y="1428652"/>
                  </a:lnTo>
                  <a:lnTo>
                    <a:pt x="6423614" y="1337005"/>
                  </a:lnTo>
                  <a:lnTo>
                    <a:pt x="6459515" y="1247458"/>
                  </a:lnTo>
                  <a:lnTo>
                    <a:pt x="6495133" y="1160470"/>
                  </a:lnTo>
                  <a:lnTo>
                    <a:pt x="6530446" y="1076439"/>
                  </a:lnTo>
                  <a:lnTo>
                    <a:pt x="6565454" y="995698"/>
                  </a:lnTo>
                  <a:lnTo>
                    <a:pt x="6600178" y="918512"/>
                  </a:lnTo>
                  <a:lnTo>
                    <a:pt x="6634665" y="845073"/>
                  </a:lnTo>
                  <a:lnTo>
                    <a:pt x="6668986" y="775507"/>
                  </a:lnTo>
                  <a:lnTo>
                    <a:pt x="6703243" y="709871"/>
                  </a:lnTo>
                  <a:lnTo>
                    <a:pt x="6737568" y="648166"/>
                  </a:lnTo>
                  <a:lnTo>
                    <a:pt x="6772129" y="590332"/>
                  </a:lnTo>
                  <a:lnTo>
                    <a:pt x="6786527" y="567540"/>
                  </a:lnTo>
                  <a:lnTo>
                    <a:pt x="6833981" y="497967"/>
                  </a:lnTo>
                  <a:lnTo>
                    <a:pt x="6882974" y="435166"/>
                  </a:lnTo>
                  <a:lnTo>
                    <a:pt x="6934220" y="378811"/>
                  </a:lnTo>
                  <a:lnTo>
                    <a:pt x="6988518" y="328346"/>
                  </a:lnTo>
                  <a:lnTo>
                    <a:pt x="7046688" y="283131"/>
                  </a:lnTo>
                  <a:lnTo>
                    <a:pt x="7109508" y="242541"/>
                  </a:lnTo>
                  <a:lnTo>
                    <a:pt x="7177631" y="206016"/>
                  </a:lnTo>
                  <a:lnTo>
                    <a:pt x="7251484" y="173096"/>
                  </a:lnTo>
                  <a:lnTo>
                    <a:pt x="7331127" y="143432"/>
                  </a:lnTo>
                  <a:lnTo>
                    <a:pt x="7416085" y="116791"/>
                  </a:lnTo>
                  <a:lnTo>
                    <a:pt x="7505175" y="93059"/>
                  </a:lnTo>
                  <a:lnTo>
                    <a:pt x="7596359" y="72220"/>
                  </a:lnTo>
                  <a:lnTo>
                    <a:pt x="7686720" y="54323"/>
                  </a:lnTo>
                  <a:lnTo>
                    <a:pt x="7772617" y="39436"/>
                  </a:lnTo>
                  <a:lnTo>
                    <a:pt x="7850097" y="27583"/>
                  </a:lnTo>
                  <a:lnTo>
                    <a:pt x="7915525" y="18680"/>
                  </a:lnTo>
                  <a:lnTo>
                    <a:pt x="7966310" y="12494"/>
                  </a:lnTo>
                  <a:lnTo>
                    <a:pt x="8001503" y="8637"/>
                  </a:lnTo>
                  <a:lnTo>
                    <a:pt x="8022107" y="6596"/>
                  </a:lnTo>
                  <a:lnTo>
                    <a:pt x="8031024" y="5794"/>
                  </a:lnTo>
                  <a:lnTo>
                    <a:pt x="8032819" y="5647"/>
                  </a:lnTo>
                  <a:lnTo>
                    <a:pt x="8554953" y="5647"/>
                  </a:lnTo>
                  <a:lnTo>
                    <a:pt x="8554953" y="0"/>
                  </a:lnTo>
                  <a:lnTo>
                    <a:pt x="8032819" y="0"/>
                  </a:lnTo>
                  <a:lnTo>
                    <a:pt x="8031711" y="90"/>
                  </a:lnTo>
                  <a:lnTo>
                    <a:pt x="8024443" y="732"/>
                  </a:lnTo>
                  <a:lnTo>
                    <a:pt x="8006188" y="2508"/>
                  </a:lnTo>
                  <a:lnTo>
                    <a:pt x="7973728" y="6002"/>
                  </a:lnTo>
                  <a:lnTo>
                    <a:pt x="7925709" y="11740"/>
                  </a:lnTo>
                  <a:lnTo>
                    <a:pt x="7862744" y="20136"/>
                  </a:lnTo>
                  <a:lnTo>
                    <a:pt x="7787169" y="31453"/>
                  </a:lnTo>
                  <a:lnTo>
                    <a:pt x="7702483" y="45797"/>
                  </a:lnTo>
                  <a:lnTo>
                    <a:pt x="7612636" y="63162"/>
                  </a:lnTo>
                  <a:lnTo>
                    <a:pt x="7521361" y="83482"/>
                  </a:lnTo>
                  <a:lnTo>
                    <a:pt x="7431722" y="106699"/>
                  </a:lnTo>
                  <a:lnTo>
                    <a:pt x="7345917" y="132815"/>
                  </a:lnTo>
                  <a:lnTo>
                    <a:pt x="7265273" y="161927"/>
                  </a:lnTo>
                  <a:lnTo>
                    <a:pt x="7190379" y="194244"/>
                  </a:lnTo>
                  <a:lnTo>
                    <a:pt x="7121256" y="230095"/>
                  </a:lnTo>
                  <a:lnTo>
                    <a:pt x="7057533" y="269921"/>
                  </a:lnTo>
                  <a:lnTo>
                    <a:pt x="6998588" y="314267"/>
                  </a:lnTo>
                  <a:lnTo>
                    <a:pt x="6943659" y="363748"/>
                  </a:lnTo>
                  <a:lnTo>
                    <a:pt x="6891929" y="419007"/>
                  </a:lnTo>
                  <a:lnTo>
                    <a:pt x="6842589" y="480625"/>
                  </a:lnTo>
                  <a:lnTo>
                    <a:pt x="6794907" y="548984"/>
                  </a:lnTo>
                  <a:lnTo>
                    <a:pt x="6786527" y="561893"/>
                  </a:lnTo>
                  <a:lnTo>
                    <a:pt x="6751810" y="618155"/>
                  </a:lnTo>
                  <a:lnTo>
                    <a:pt x="6717410" y="678251"/>
                  </a:lnTo>
                  <a:lnTo>
                    <a:pt x="6683143" y="742259"/>
                  </a:lnTo>
                  <a:lnTo>
                    <a:pt x="6648862" y="810204"/>
                  </a:lnTo>
                  <a:lnTo>
                    <a:pt x="6614455" y="882054"/>
                  </a:lnTo>
                  <a:lnTo>
                    <a:pt x="6579836" y="957711"/>
                  </a:lnTo>
                  <a:lnTo>
                    <a:pt x="6544949" y="1037011"/>
                  </a:lnTo>
                  <a:lnTo>
                    <a:pt x="6509763" y="1119719"/>
                  </a:lnTo>
                  <a:lnTo>
                    <a:pt x="6474269" y="1205530"/>
                  </a:lnTo>
                  <a:lnTo>
                    <a:pt x="6438482" y="1294072"/>
                  </a:lnTo>
                  <a:lnTo>
                    <a:pt x="6402431" y="1384910"/>
                  </a:lnTo>
                  <a:lnTo>
                    <a:pt x="6366164" y="1477555"/>
                  </a:lnTo>
                  <a:lnTo>
                    <a:pt x="6329741" y="1571472"/>
                  </a:lnTo>
                  <a:lnTo>
                    <a:pt x="6293229" y="1666095"/>
                  </a:lnTo>
                  <a:lnTo>
                    <a:pt x="6256702" y="1760840"/>
                  </a:lnTo>
                  <a:lnTo>
                    <a:pt x="6220234" y="1855118"/>
                  </a:lnTo>
                  <a:lnTo>
                    <a:pt x="6183895" y="1948356"/>
                  </a:lnTo>
                  <a:lnTo>
                    <a:pt x="6147748" y="2040003"/>
                  </a:lnTo>
                  <a:lnTo>
                    <a:pt x="6111847" y="2129549"/>
                  </a:lnTo>
                  <a:lnTo>
                    <a:pt x="6076229" y="2216538"/>
                  </a:lnTo>
                  <a:lnTo>
                    <a:pt x="6040916" y="2300569"/>
                  </a:lnTo>
                  <a:lnTo>
                    <a:pt x="6005908" y="2381309"/>
                  </a:lnTo>
                  <a:lnTo>
                    <a:pt x="5971183" y="2458496"/>
                  </a:lnTo>
                  <a:lnTo>
                    <a:pt x="5936697" y="2531934"/>
                  </a:lnTo>
                  <a:lnTo>
                    <a:pt x="5902376" y="2601501"/>
                  </a:lnTo>
                  <a:lnTo>
                    <a:pt x="5868119" y="2667136"/>
                  </a:lnTo>
                  <a:lnTo>
                    <a:pt x="5833794" y="2728842"/>
                  </a:lnTo>
                  <a:lnTo>
                    <a:pt x="5799233" y="2786676"/>
                  </a:lnTo>
                  <a:lnTo>
                    <a:pt x="5784835" y="2809467"/>
                  </a:lnTo>
                  <a:lnTo>
                    <a:pt x="5737381" y="2879040"/>
                  </a:lnTo>
                  <a:lnTo>
                    <a:pt x="5688388" y="2941842"/>
                  </a:lnTo>
                  <a:lnTo>
                    <a:pt x="5637142" y="2998196"/>
                  </a:lnTo>
                  <a:lnTo>
                    <a:pt x="5582844" y="3048661"/>
                  </a:lnTo>
                  <a:lnTo>
                    <a:pt x="5524674" y="3093876"/>
                  </a:lnTo>
                  <a:lnTo>
                    <a:pt x="5461854" y="3134467"/>
                  </a:lnTo>
                  <a:lnTo>
                    <a:pt x="5393731" y="3170991"/>
                  </a:lnTo>
                  <a:lnTo>
                    <a:pt x="5319878" y="3203911"/>
                  </a:lnTo>
                  <a:lnTo>
                    <a:pt x="5240235" y="3233576"/>
                  </a:lnTo>
                  <a:lnTo>
                    <a:pt x="5155277" y="3260216"/>
                  </a:lnTo>
                  <a:lnTo>
                    <a:pt x="5066187" y="3283948"/>
                  </a:lnTo>
                  <a:lnTo>
                    <a:pt x="4975003" y="3304788"/>
                  </a:lnTo>
                  <a:lnTo>
                    <a:pt x="4884642" y="3322685"/>
                  </a:lnTo>
                  <a:lnTo>
                    <a:pt x="4798745" y="3337571"/>
                  </a:lnTo>
                  <a:lnTo>
                    <a:pt x="4721265" y="3349424"/>
                  </a:lnTo>
                  <a:lnTo>
                    <a:pt x="4655837" y="3358327"/>
                  </a:lnTo>
                  <a:lnTo>
                    <a:pt x="4605052" y="3364513"/>
                  </a:lnTo>
                  <a:lnTo>
                    <a:pt x="4569859" y="3368371"/>
                  </a:lnTo>
                  <a:lnTo>
                    <a:pt x="4549255" y="3370411"/>
                  </a:lnTo>
                  <a:lnTo>
                    <a:pt x="4540338" y="3371213"/>
                  </a:lnTo>
                  <a:lnTo>
                    <a:pt x="4538543" y="3371361"/>
                  </a:lnTo>
                  <a:lnTo>
                    <a:pt x="4016409" y="3371361"/>
                  </a:lnTo>
                  <a:lnTo>
                    <a:pt x="4015212" y="3371423"/>
                  </a:lnTo>
                  <a:lnTo>
                    <a:pt x="4007374" y="3371868"/>
                  </a:lnTo>
                  <a:lnTo>
                    <a:pt x="3987738" y="3373099"/>
                  </a:lnTo>
                  <a:lnTo>
                    <a:pt x="3952950" y="3375518"/>
                  </a:lnTo>
                  <a:lnTo>
                    <a:pt x="3901745" y="3379485"/>
                  </a:lnTo>
                  <a:lnTo>
                    <a:pt x="3835028" y="3385274"/>
                  </a:lnTo>
                  <a:lnTo>
                    <a:pt x="3755551" y="3393050"/>
                  </a:lnTo>
                  <a:lnTo>
                    <a:pt x="3667236" y="3402871"/>
                  </a:lnTo>
                  <a:lnTo>
                    <a:pt x="3574357" y="3414721"/>
                  </a:lnTo>
                  <a:lnTo>
                    <a:pt x="3480820" y="3428553"/>
                  </a:lnTo>
                  <a:lnTo>
                    <a:pt x="3389712" y="3444334"/>
                  </a:lnTo>
                  <a:lnTo>
                    <a:pt x="3303141" y="3462083"/>
                  </a:lnTo>
                  <a:lnTo>
                    <a:pt x="3222281" y="3481888"/>
                  </a:lnTo>
                  <a:lnTo>
                    <a:pt x="3147544" y="3503923"/>
                  </a:lnTo>
                  <a:lnTo>
                    <a:pt x="3078782" y="3528444"/>
                  </a:lnTo>
                  <a:lnTo>
                    <a:pt x="3015472" y="3555786"/>
                  </a:lnTo>
                  <a:lnTo>
                    <a:pt x="2956869" y="3586348"/>
                  </a:lnTo>
                  <a:lnTo>
                    <a:pt x="2902111" y="3620569"/>
                  </a:lnTo>
                  <a:lnTo>
                    <a:pt x="2850311" y="3658885"/>
                  </a:lnTo>
                  <a:lnTo>
                    <a:pt x="2800626" y="3701643"/>
                  </a:lnTo>
                  <a:lnTo>
                    <a:pt x="2770117" y="3730897"/>
                  </a:lnTo>
                  <a:lnTo>
                    <a:pt x="2729021" y="3773821"/>
                  </a:lnTo>
                  <a:lnTo>
                    <a:pt x="2688320" y="3820204"/>
                  </a:lnTo>
                  <a:lnTo>
                    <a:pt x="2647726" y="3870114"/>
                  </a:lnTo>
                  <a:lnTo>
                    <a:pt x="2607021" y="3923550"/>
                  </a:lnTo>
                  <a:lnTo>
                    <a:pt x="2566047" y="3980432"/>
                  </a:lnTo>
                  <a:lnTo>
                    <a:pt x="2524703" y="4040599"/>
                  </a:lnTo>
                  <a:lnTo>
                    <a:pt x="2482937" y="4103798"/>
                  </a:lnTo>
                  <a:lnTo>
                    <a:pt x="2440743" y="4169690"/>
                  </a:lnTo>
                  <a:lnTo>
                    <a:pt x="2398154" y="4237854"/>
                  </a:lnTo>
                  <a:lnTo>
                    <a:pt x="2355239" y="4307791"/>
                  </a:lnTo>
                  <a:lnTo>
                    <a:pt x="2312091" y="4378946"/>
                  </a:lnTo>
                  <a:lnTo>
                    <a:pt x="2268822" y="4450716"/>
                  </a:lnTo>
                  <a:lnTo>
                    <a:pt x="2225555" y="4522480"/>
                  </a:lnTo>
                  <a:lnTo>
                    <a:pt x="2182410" y="4593615"/>
                  </a:lnTo>
                  <a:lnTo>
                    <a:pt x="2139501" y="4663522"/>
                  </a:lnTo>
                  <a:lnTo>
                    <a:pt x="2096920" y="4731643"/>
                  </a:lnTo>
                  <a:lnTo>
                    <a:pt x="2054734" y="4797483"/>
                  </a:lnTo>
                  <a:lnTo>
                    <a:pt x="2012977" y="4860622"/>
                  </a:lnTo>
                  <a:lnTo>
                    <a:pt x="1971642" y="4920723"/>
                  </a:lnTo>
                  <a:lnTo>
                    <a:pt x="1930674" y="4977535"/>
                  </a:lnTo>
                  <a:lnTo>
                    <a:pt x="1889973" y="5030899"/>
                  </a:lnTo>
                  <a:lnTo>
                    <a:pt x="1849379" y="5080735"/>
                  </a:lnTo>
                  <a:lnTo>
                    <a:pt x="1808673" y="5127045"/>
                  </a:lnTo>
                  <a:lnTo>
                    <a:pt x="1768425" y="5169043"/>
                  </a:lnTo>
                  <a:lnTo>
                    <a:pt x="1719689" y="5214686"/>
                  </a:lnTo>
                  <a:lnTo>
                    <a:pt x="1669313" y="5255767"/>
                  </a:lnTo>
                  <a:lnTo>
                    <a:pt x="1616518" y="5292517"/>
                  </a:lnTo>
                  <a:lnTo>
                    <a:pt x="1560438" y="5325329"/>
                  </a:lnTo>
                  <a:lnTo>
                    <a:pt x="1500186" y="5354647"/>
                  </a:lnTo>
                  <a:lnTo>
                    <a:pt x="1434932" y="5380899"/>
                  </a:lnTo>
                  <a:lnTo>
                    <a:pt x="1363999" y="5404463"/>
                  </a:lnTo>
                  <a:lnTo>
                    <a:pt x="1286984" y="5425646"/>
                  </a:lnTo>
                  <a:lnTo>
                    <a:pt x="1203921" y="5444673"/>
                  </a:lnTo>
                  <a:lnTo>
                    <a:pt x="1115484" y="5461686"/>
                  </a:lnTo>
                  <a:lnTo>
                    <a:pt x="1023177" y="5476745"/>
                  </a:lnTo>
                  <a:lnTo>
                    <a:pt x="929473" y="5489848"/>
                  </a:lnTo>
                  <a:lnTo>
                    <a:pt x="837798" y="5500950"/>
                  </a:lnTo>
                  <a:lnTo>
                    <a:pt x="752264" y="5510012"/>
                  </a:lnTo>
                  <a:lnTo>
                    <a:pt x="677106" y="5517039"/>
                  </a:lnTo>
                  <a:lnTo>
                    <a:pt x="615906" y="5522127"/>
                  </a:lnTo>
                  <a:lnTo>
                    <a:pt x="570796" y="5525482"/>
                  </a:lnTo>
                  <a:lnTo>
                    <a:pt x="541891" y="5527415"/>
                  </a:lnTo>
                  <a:lnTo>
                    <a:pt x="527125" y="5528307"/>
                  </a:lnTo>
                  <a:lnTo>
                    <a:pt x="522438" y="5528565"/>
                  </a:lnTo>
                  <a:lnTo>
                    <a:pt x="522133" y="5528580"/>
                  </a:lnTo>
                  <a:lnTo>
                    <a:pt x="0" y="5528580"/>
                  </a:lnTo>
                  <a:close/>
                </a:path>
              </a:pathLst>
            </a:custGeom>
            <a:solidFill>
              <a:srgbClr val="A1D492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2022" name="pl2022"/>
            <p:cNvSpPr/>
            <p:nvPr/>
          </p:nvSpPr>
          <p:spPr>
            <a:xfrm>
              <a:off x="386606" y="462707"/>
              <a:ext cx="8554953" cy="5528580"/>
            </a:xfrm>
            <a:custGeom>
              <a:avLst/>
              <a:pathLst>
                <a:path w="8554953" h="5528580">
                  <a:moveTo>
                    <a:pt x="0" y="5528580"/>
                  </a:moveTo>
                  <a:lnTo>
                    <a:pt x="522133" y="5528580"/>
                  </a:lnTo>
                  <a:lnTo>
                    <a:pt x="523330" y="5528518"/>
                  </a:lnTo>
                  <a:lnTo>
                    <a:pt x="531169" y="5528072"/>
                  </a:lnTo>
                  <a:lnTo>
                    <a:pt x="550804" y="5526841"/>
                  </a:lnTo>
                  <a:lnTo>
                    <a:pt x="585592" y="5524422"/>
                  </a:lnTo>
                  <a:lnTo>
                    <a:pt x="636797" y="5520456"/>
                  </a:lnTo>
                  <a:lnTo>
                    <a:pt x="703515" y="5514667"/>
                  </a:lnTo>
                  <a:lnTo>
                    <a:pt x="782992" y="5506891"/>
                  </a:lnTo>
                  <a:lnTo>
                    <a:pt x="871306" y="5497070"/>
                  </a:lnTo>
                  <a:lnTo>
                    <a:pt x="964185" y="5485220"/>
                  </a:lnTo>
                  <a:lnTo>
                    <a:pt x="1057723" y="5471388"/>
                  </a:lnTo>
                  <a:lnTo>
                    <a:pt x="1148830" y="5455606"/>
                  </a:lnTo>
                  <a:lnTo>
                    <a:pt x="1235401" y="5437858"/>
                  </a:lnTo>
                  <a:lnTo>
                    <a:pt x="1316262" y="5418052"/>
                  </a:lnTo>
                  <a:lnTo>
                    <a:pt x="1390999" y="5396017"/>
                  </a:lnTo>
                  <a:lnTo>
                    <a:pt x="1459761" y="5371496"/>
                  </a:lnTo>
                  <a:lnTo>
                    <a:pt x="1523070" y="5344155"/>
                  </a:lnTo>
                  <a:lnTo>
                    <a:pt x="1581674" y="5313593"/>
                  </a:lnTo>
                  <a:lnTo>
                    <a:pt x="1636431" y="5279371"/>
                  </a:lnTo>
                  <a:lnTo>
                    <a:pt x="1688231" y="5241056"/>
                  </a:lnTo>
                  <a:lnTo>
                    <a:pt x="1737916" y="5198297"/>
                  </a:lnTo>
                  <a:lnTo>
                    <a:pt x="1768425" y="5169043"/>
                  </a:lnTo>
                  <a:lnTo>
                    <a:pt x="1809521" y="5126120"/>
                  </a:lnTo>
                  <a:lnTo>
                    <a:pt x="1850222" y="5079737"/>
                  </a:lnTo>
                  <a:lnTo>
                    <a:pt x="1890816" y="5029827"/>
                  </a:lnTo>
                  <a:lnTo>
                    <a:pt x="1931521" y="4976391"/>
                  </a:lnTo>
                  <a:lnTo>
                    <a:pt x="1972495" y="4919508"/>
                  </a:lnTo>
                  <a:lnTo>
                    <a:pt x="2013840" y="4859342"/>
                  </a:lnTo>
                  <a:lnTo>
                    <a:pt x="2055606" y="4796143"/>
                  </a:lnTo>
                  <a:lnTo>
                    <a:pt x="2097800" y="4730251"/>
                  </a:lnTo>
                  <a:lnTo>
                    <a:pt x="2140388" y="4662087"/>
                  </a:lnTo>
                  <a:lnTo>
                    <a:pt x="2183303" y="4592149"/>
                  </a:lnTo>
                  <a:lnTo>
                    <a:pt x="2226452" y="4520995"/>
                  </a:lnTo>
                  <a:lnTo>
                    <a:pt x="2269720" y="4449225"/>
                  </a:lnTo>
                  <a:lnTo>
                    <a:pt x="2312988" y="4377461"/>
                  </a:lnTo>
                  <a:lnTo>
                    <a:pt x="2356132" y="4306326"/>
                  </a:lnTo>
                  <a:lnTo>
                    <a:pt x="2399042" y="4236419"/>
                  </a:lnTo>
                  <a:lnTo>
                    <a:pt x="2441622" y="4168298"/>
                  </a:lnTo>
                  <a:lnTo>
                    <a:pt x="2483808" y="4102457"/>
                  </a:lnTo>
                  <a:lnTo>
                    <a:pt x="2525565" y="4039318"/>
                  </a:lnTo>
                  <a:lnTo>
                    <a:pt x="2566901" y="3979218"/>
                  </a:lnTo>
                  <a:lnTo>
                    <a:pt x="2607868" y="3922405"/>
                  </a:lnTo>
                  <a:lnTo>
                    <a:pt x="2648569" y="3869042"/>
                  </a:lnTo>
                  <a:lnTo>
                    <a:pt x="2689163" y="3819206"/>
                  </a:lnTo>
                  <a:lnTo>
                    <a:pt x="2729869" y="3772895"/>
                  </a:lnTo>
                  <a:lnTo>
                    <a:pt x="2770117" y="3730897"/>
                  </a:lnTo>
                  <a:lnTo>
                    <a:pt x="2818853" y="3685254"/>
                  </a:lnTo>
                  <a:lnTo>
                    <a:pt x="2869229" y="3644174"/>
                  </a:lnTo>
                  <a:lnTo>
                    <a:pt x="2922024" y="3607424"/>
                  </a:lnTo>
                  <a:lnTo>
                    <a:pt x="2978104" y="3574612"/>
                  </a:lnTo>
                  <a:lnTo>
                    <a:pt x="3038357" y="3545294"/>
                  </a:lnTo>
                  <a:lnTo>
                    <a:pt x="3103610" y="3519042"/>
                  </a:lnTo>
                  <a:lnTo>
                    <a:pt x="3174543" y="3495478"/>
                  </a:lnTo>
                  <a:lnTo>
                    <a:pt x="3251559" y="3474295"/>
                  </a:lnTo>
                  <a:lnTo>
                    <a:pt x="3334621" y="3455268"/>
                  </a:lnTo>
                  <a:lnTo>
                    <a:pt x="3423058" y="3438255"/>
                  </a:lnTo>
                  <a:lnTo>
                    <a:pt x="3515366" y="3423195"/>
                  </a:lnTo>
                  <a:lnTo>
                    <a:pt x="3609069" y="3410093"/>
                  </a:lnTo>
                  <a:lnTo>
                    <a:pt x="3700744" y="3398990"/>
                  </a:lnTo>
                  <a:lnTo>
                    <a:pt x="3786278" y="3389929"/>
                  </a:lnTo>
                  <a:lnTo>
                    <a:pt x="3861437" y="3382902"/>
                  </a:lnTo>
                  <a:lnTo>
                    <a:pt x="3922636" y="3377814"/>
                  </a:lnTo>
                  <a:lnTo>
                    <a:pt x="3967746" y="3374459"/>
                  </a:lnTo>
                  <a:lnTo>
                    <a:pt x="3996651" y="3372525"/>
                  </a:lnTo>
                  <a:lnTo>
                    <a:pt x="4011417" y="3371633"/>
                  </a:lnTo>
                  <a:lnTo>
                    <a:pt x="4016105" y="3371376"/>
                  </a:lnTo>
                  <a:lnTo>
                    <a:pt x="4016409" y="3371361"/>
                  </a:lnTo>
                  <a:lnTo>
                    <a:pt x="4538543" y="3371361"/>
                  </a:lnTo>
                  <a:lnTo>
                    <a:pt x="4539651" y="3371271"/>
                  </a:lnTo>
                  <a:lnTo>
                    <a:pt x="4546919" y="3370628"/>
                  </a:lnTo>
                  <a:lnTo>
                    <a:pt x="4565174" y="3368852"/>
                  </a:lnTo>
                  <a:lnTo>
                    <a:pt x="4597634" y="3365359"/>
                  </a:lnTo>
                  <a:lnTo>
                    <a:pt x="4645653" y="3359621"/>
                  </a:lnTo>
                  <a:lnTo>
                    <a:pt x="4708618" y="3351224"/>
                  </a:lnTo>
                  <a:lnTo>
                    <a:pt x="4784193" y="3339907"/>
                  </a:lnTo>
                  <a:lnTo>
                    <a:pt x="4868879" y="3325563"/>
                  </a:lnTo>
                  <a:lnTo>
                    <a:pt x="4958726" y="3308198"/>
                  </a:lnTo>
                  <a:lnTo>
                    <a:pt x="5050001" y="3287878"/>
                  </a:lnTo>
                  <a:lnTo>
                    <a:pt x="5139640" y="3264661"/>
                  </a:lnTo>
                  <a:lnTo>
                    <a:pt x="5225445" y="3238545"/>
                  </a:lnTo>
                  <a:lnTo>
                    <a:pt x="5306089" y="3209433"/>
                  </a:lnTo>
                  <a:lnTo>
                    <a:pt x="5380983" y="3177116"/>
                  </a:lnTo>
                  <a:lnTo>
                    <a:pt x="5450106" y="3141266"/>
                  </a:lnTo>
                  <a:lnTo>
                    <a:pt x="5513829" y="3101439"/>
                  </a:lnTo>
                  <a:lnTo>
                    <a:pt x="5572774" y="3057093"/>
                  </a:lnTo>
                  <a:lnTo>
                    <a:pt x="5627703" y="3007612"/>
                  </a:lnTo>
                  <a:lnTo>
                    <a:pt x="5679433" y="2952353"/>
                  </a:lnTo>
                  <a:lnTo>
                    <a:pt x="5728772" y="2890735"/>
                  </a:lnTo>
                  <a:lnTo>
                    <a:pt x="5776455" y="2822376"/>
                  </a:lnTo>
                  <a:lnTo>
                    <a:pt x="5784835" y="2809467"/>
                  </a:lnTo>
                  <a:lnTo>
                    <a:pt x="5819552" y="2753205"/>
                  </a:lnTo>
                  <a:lnTo>
                    <a:pt x="5853952" y="2693109"/>
                  </a:lnTo>
                  <a:lnTo>
                    <a:pt x="5888219" y="2629101"/>
                  </a:lnTo>
                  <a:lnTo>
                    <a:pt x="5922500" y="2561156"/>
                  </a:lnTo>
                  <a:lnTo>
                    <a:pt x="5956907" y="2489306"/>
                  </a:lnTo>
                  <a:lnTo>
                    <a:pt x="5991526" y="2413649"/>
                  </a:lnTo>
                  <a:lnTo>
                    <a:pt x="6026413" y="2334349"/>
                  </a:lnTo>
                  <a:lnTo>
                    <a:pt x="6061599" y="2251641"/>
                  </a:lnTo>
                  <a:lnTo>
                    <a:pt x="6097093" y="2165830"/>
                  </a:lnTo>
                  <a:lnTo>
                    <a:pt x="6132880" y="2077288"/>
                  </a:lnTo>
                  <a:lnTo>
                    <a:pt x="6168931" y="1986450"/>
                  </a:lnTo>
                  <a:lnTo>
                    <a:pt x="6205198" y="1893806"/>
                  </a:lnTo>
                  <a:lnTo>
                    <a:pt x="6241621" y="1799888"/>
                  </a:lnTo>
                  <a:lnTo>
                    <a:pt x="6278133" y="1705265"/>
                  </a:lnTo>
                  <a:lnTo>
                    <a:pt x="6314660" y="1610521"/>
                  </a:lnTo>
                  <a:lnTo>
                    <a:pt x="6351128" y="1516242"/>
                  </a:lnTo>
                  <a:lnTo>
                    <a:pt x="6387467" y="1423004"/>
                  </a:lnTo>
                  <a:lnTo>
                    <a:pt x="6423614" y="1331358"/>
                  </a:lnTo>
                  <a:lnTo>
                    <a:pt x="6459515" y="1241811"/>
                  </a:lnTo>
                  <a:lnTo>
                    <a:pt x="6495133" y="1154822"/>
                  </a:lnTo>
                  <a:lnTo>
                    <a:pt x="6530446" y="1070791"/>
                  </a:lnTo>
                  <a:lnTo>
                    <a:pt x="6565454" y="990051"/>
                  </a:lnTo>
                  <a:lnTo>
                    <a:pt x="6600178" y="912865"/>
                  </a:lnTo>
                  <a:lnTo>
                    <a:pt x="6634665" y="839426"/>
                  </a:lnTo>
                  <a:lnTo>
                    <a:pt x="6668986" y="769859"/>
                  </a:lnTo>
                  <a:lnTo>
                    <a:pt x="6703243" y="704224"/>
                  </a:lnTo>
                  <a:lnTo>
                    <a:pt x="6737568" y="642518"/>
                  </a:lnTo>
                  <a:lnTo>
                    <a:pt x="6772129" y="584685"/>
                  </a:lnTo>
                  <a:lnTo>
                    <a:pt x="6786527" y="561893"/>
                  </a:lnTo>
                  <a:lnTo>
                    <a:pt x="6833981" y="492320"/>
                  </a:lnTo>
                  <a:lnTo>
                    <a:pt x="6882974" y="429518"/>
                  </a:lnTo>
                  <a:lnTo>
                    <a:pt x="6934220" y="373164"/>
                  </a:lnTo>
                  <a:lnTo>
                    <a:pt x="6988518" y="322699"/>
                  </a:lnTo>
                  <a:lnTo>
                    <a:pt x="7046688" y="277484"/>
                  </a:lnTo>
                  <a:lnTo>
                    <a:pt x="7109508" y="236893"/>
                  </a:lnTo>
                  <a:lnTo>
                    <a:pt x="7177631" y="200369"/>
                  </a:lnTo>
                  <a:lnTo>
                    <a:pt x="7251484" y="167449"/>
                  </a:lnTo>
                  <a:lnTo>
                    <a:pt x="7331127" y="137784"/>
                  </a:lnTo>
                  <a:lnTo>
                    <a:pt x="7416085" y="111144"/>
                  </a:lnTo>
                  <a:lnTo>
                    <a:pt x="7505175" y="87412"/>
                  </a:lnTo>
                  <a:lnTo>
                    <a:pt x="7596359" y="66572"/>
                  </a:lnTo>
                  <a:lnTo>
                    <a:pt x="7686720" y="48675"/>
                  </a:lnTo>
                  <a:lnTo>
                    <a:pt x="7772617" y="33789"/>
                  </a:lnTo>
                  <a:lnTo>
                    <a:pt x="7850097" y="21936"/>
                  </a:lnTo>
                  <a:lnTo>
                    <a:pt x="7915525" y="13033"/>
                  </a:lnTo>
                  <a:lnTo>
                    <a:pt x="7966310" y="6847"/>
                  </a:lnTo>
                  <a:lnTo>
                    <a:pt x="8001503" y="2989"/>
                  </a:lnTo>
                  <a:lnTo>
                    <a:pt x="8022107" y="949"/>
                  </a:lnTo>
                  <a:lnTo>
                    <a:pt x="8031024" y="147"/>
                  </a:lnTo>
                  <a:lnTo>
                    <a:pt x="8032813" y="0"/>
                  </a:lnTo>
                  <a:lnTo>
                    <a:pt x="8032819" y="0"/>
                  </a:lnTo>
                  <a:lnTo>
                    <a:pt x="8554953" y="0"/>
                  </a:lnTo>
                  <a:lnTo>
                    <a:pt x="8554953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023" name="pl2023"/>
            <p:cNvSpPr/>
            <p:nvPr/>
          </p:nvSpPr>
          <p:spPr>
            <a:xfrm>
              <a:off x="386606" y="457060"/>
              <a:ext cx="8554953" cy="5528580"/>
            </a:xfrm>
            <a:custGeom>
              <a:avLst/>
              <a:pathLst>
                <a:path w="8554953" h="5528580">
                  <a:moveTo>
                    <a:pt x="8554953" y="0"/>
                  </a:moveTo>
                  <a:lnTo>
                    <a:pt x="8032819" y="0"/>
                  </a:lnTo>
                  <a:lnTo>
                    <a:pt x="8031711" y="90"/>
                  </a:lnTo>
                  <a:lnTo>
                    <a:pt x="8024443" y="732"/>
                  </a:lnTo>
                  <a:lnTo>
                    <a:pt x="8006188" y="2508"/>
                  </a:lnTo>
                  <a:lnTo>
                    <a:pt x="7973728" y="6002"/>
                  </a:lnTo>
                  <a:lnTo>
                    <a:pt x="7925709" y="11740"/>
                  </a:lnTo>
                  <a:lnTo>
                    <a:pt x="7862744" y="20136"/>
                  </a:lnTo>
                  <a:lnTo>
                    <a:pt x="7787169" y="31453"/>
                  </a:lnTo>
                  <a:lnTo>
                    <a:pt x="7702483" y="45797"/>
                  </a:lnTo>
                  <a:lnTo>
                    <a:pt x="7612636" y="63162"/>
                  </a:lnTo>
                  <a:lnTo>
                    <a:pt x="7521361" y="83482"/>
                  </a:lnTo>
                  <a:lnTo>
                    <a:pt x="7431722" y="106699"/>
                  </a:lnTo>
                  <a:lnTo>
                    <a:pt x="7345917" y="132815"/>
                  </a:lnTo>
                  <a:lnTo>
                    <a:pt x="7265273" y="161927"/>
                  </a:lnTo>
                  <a:lnTo>
                    <a:pt x="7190379" y="194244"/>
                  </a:lnTo>
                  <a:lnTo>
                    <a:pt x="7121256" y="230095"/>
                  </a:lnTo>
                  <a:lnTo>
                    <a:pt x="7057533" y="269921"/>
                  </a:lnTo>
                  <a:lnTo>
                    <a:pt x="6998588" y="314267"/>
                  </a:lnTo>
                  <a:lnTo>
                    <a:pt x="6943659" y="363748"/>
                  </a:lnTo>
                  <a:lnTo>
                    <a:pt x="6891929" y="419007"/>
                  </a:lnTo>
                  <a:lnTo>
                    <a:pt x="6842589" y="480625"/>
                  </a:lnTo>
                  <a:lnTo>
                    <a:pt x="6794907" y="548984"/>
                  </a:lnTo>
                  <a:lnTo>
                    <a:pt x="6786527" y="561893"/>
                  </a:lnTo>
                  <a:lnTo>
                    <a:pt x="6751810" y="618155"/>
                  </a:lnTo>
                  <a:lnTo>
                    <a:pt x="6717410" y="678251"/>
                  </a:lnTo>
                  <a:lnTo>
                    <a:pt x="6683143" y="742259"/>
                  </a:lnTo>
                  <a:lnTo>
                    <a:pt x="6648862" y="810204"/>
                  </a:lnTo>
                  <a:lnTo>
                    <a:pt x="6614455" y="882054"/>
                  </a:lnTo>
                  <a:lnTo>
                    <a:pt x="6579836" y="957711"/>
                  </a:lnTo>
                  <a:lnTo>
                    <a:pt x="6544949" y="1037011"/>
                  </a:lnTo>
                  <a:lnTo>
                    <a:pt x="6509763" y="1119719"/>
                  </a:lnTo>
                  <a:lnTo>
                    <a:pt x="6474269" y="1205530"/>
                  </a:lnTo>
                  <a:lnTo>
                    <a:pt x="6438482" y="1294072"/>
                  </a:lnTo>
                  <a:lnTo>
                    <a:pt x="6402431" y="1384910"/>
                  </a:lnTo>
                  <a:lnTo>
                    <a:pt x="6366164" y="1477555"/>
                  </a:lnTo>
                  <a:lnTo>
                    <a:pt x="6329741" y="1571472"/>
                  </a:lnTo>
                  <a:lnTo>
                    <a:pt x="6293229" y="1666095"/>
                  </a:lnTo>
                  <a:lnTo>
                    <a:pt x="6256702" y="1760840"/>
                  </a:lnTo>
                  <a:lnTo>
                    <a:pt x="6220234" y="1855118"/>
                  </a:lnTo>
                  <a:lnTo>
                    <a:pt x="6183895" y="1948356"/>
                  </a:lnTo>
                  <a:lnTo>
                    <a:pt x="6147748" y="2040003"/>
                  </a:lnTo>
                  <a:lnTo>
                    <a:pt x="6111847" y="2129549"/>
                  </a:lnTo>
                  <a:lnTo>
                    <a:pt x="6076229" y="2216538"/>
                  </a:lnTo>
                  <a:lnTo>
                    <a:pt x="6040916" y="2300569"/>
                  </a:lnTo>
                  <a:lnTo>
                    <a:pt x="6005908" y="2381309"/>
                  </a:lnTo>
                  <a:lnTo>
                    <a:pt x="5971183" y="2458496"/>
                  </a:lnTo>
                  <a:lnTo>
                    <a:pt x="5936697" y="2531934"/>
                  </a:lnTo>
                  <a:lnTo>
                    <a:pt x="5902376" y="2601501"/>
                  </a:lnTo>
                  <a:lnTo>
                    <a:pt x="5868119" y="2667136"/>
                  </a:lnTo>
                  <a:lnTo>
                    <a:pt x="5833794" y="2728842"/>
                  </a:lnTo>
                  <a:lnTo>
                    <a:pt x="5799233" y="2786676"/>
                  </a:lnTo>
                  <a:lnTo>
                    <a:pt x="5784835" y="2809467"/>
                  </a:lnTo>
                  <a:lnTo>
                    <a:pt x="5737381" y="2879040"/>
                  </a:lnTo>
                  <a:lnTo>
                    <a:pt x="5688388" y="2941842"/>
                  </a:lnTo>
                  <a:lnTo>
                    <a:pt x="5637142" y="2998196"/>
                  </a:lnTo>
                  <a:lnTo>
                    <a:pt x="5582844" y="3048661"/>
                  </a:lnTo>
                  <a:lnTo>
                    <a:pt x="5524674" y="3093876"/>
                  </a:lnTo>
                  <a:lnTo>
                    <a:pt x="5461854" y="3134467"/>
                  </a:lnTo>
                  <a:lnTo>
                    <a:pt x="5393731" y="3170991"/>
                  </a:lnTo>
                  <a:lnTo>
                    <a:pt x="5319878" y="3203911"/>
                  </a:lnTo>
                  <a:lnTo>
                    <a:pt x="5240235" y="3233576"/>
                  </a:lnTo>
                  <a:lnTo>
                    <a:pt x="5155277" y="3260216"/>
                  </a:lnTo>
                  <a:lnTo>
                    <a:pt x="5066187" y="3283948"/>
                  </a:lnTo>
                  <a:lnTo>
                    <a:pt x="4975003" y="3304788"/>
                  </a:lnTo>
                  <a:lnTo>
                    <a:pt x="4884642" y="3322685"/>
                  </a:lnTo>
                  <a:lnTo>
                    <a:pt x="4798745" y="3337571"/>
                  </a:lnTo>
                  <a:lnTo>
                    <a:pt x="4721265" y="3349424"/>
                  </a:lnTo>
                  <a:lnTo>
                    <a:pt x="4655837" y="3358327"/>
                  </a:lnTo>
                  <a:lnTo>
                    <a:pt x="4605052" y="3364513"/>
                  </a:lnTo>
                  <a:lnTo>
                    <a:pt x="4569859" y="3368371"/>
                  </a:lnTo>
                  <a:lnTo>
                    <a:pt x="4549255" y="3370411"/>
                  </a:lnTo>
                  <a:lnTo>
                    <a:pt x="4540338" y="3371213"/>
                  </a:lnTo>
                  <a:lnTo>
                    <a:pt x="4538549" y="3371360"/>
                  </a:lnTo>
                  <a:lnTo>
                    <a:pt x="4538543" y="3371361"/>
                  </a:lnTo>
                  <a:lnTo>
                    <a:pt x="4016409" y="3371361"/>
                  </a:lnTo>
                  <a:lnTo>
                    <a:pt x="4015212" y="3371423"/>
                  </a:lnTo>
                  <a:lnTo>
                    <a:pt x="4007374" y="3371868"/>
                  </a:lnTo>
                  <a:lnTo>
                    <a:pt x="3987738" y="3373099"/>
                  </a:lnTo>
                  <a:lnTo>
                    <a:pt x="3952950" y="3375518"/>
                  </a:lnTo>
                  <a:lnTo>
                    <a:pt x="3901745" y="3379485"/>
                  </a:lnTo>
                  <a:lnTo>
                    <a:pt x="3835028" y="3385274"/>
                  </a:lnTo>
                  <a:lnTo>
                    <a:pt x="3755551" y="3393050"/>
                  </a:lnTo>
                  <a:lnTo>
                    <a:pt x="3667236" y="3402871"/>
                  </a:lnTo>
                  <a:lnTo>
                    <a:pt x="3574357" y="3414721"/>
                  </a:lnTo>
                  <a:lnTo>
                    <a:pt x="3480820" y="3428553"/>
                  </a:lnTo>
                  <a:lnTo>
                    <a:pt x="3389712" y="3444334"/>
                  </a:lnTo>
                  <a:lnTo>
                    <a:pt x="3303141" y="3462083"/>
                  </a:lnTo>
                  <a:lnTo>
                    <a:pt x="3222281" y="3481888"/>
                  </a:lnTo>
                  <a:lnTo>
                    <a:pt x="3147544" y="3503923"/>
                  </a:lnTo>
                  <a:lnTo>
                    <a:pt x="3078782" y="3528444"/>
                  </a:lnTo>
                  <a:lnTo>
                    <a:pt x="3015472" y="3555786"/>
                  </a:lnTo>
                  <a:lnTo>
                    <a:pt x="2956869" y="3586348"/>
                  </a:lnTo>
                  <a:lnTo>
                    <a:pt x="2902111" y="3620569"/>
                  </a:lnTo>
                  <a:lnTo>
                    <a:pt x="2850311" y="3658885"/>
                  </a:lnTo>
                  <a:lnTo>
                    <a:pt x="2800626" y="3701643"/>
                  </a:lnTo>
                  <a:lnTo>
                    <a:pt x="2770117" y="3730897"/>
                  </a:lnTo>
                  <a:lnTo>
                    <a:pt x="2729021" y="3773821"/>
                  </a:lnTo>
                  <a:lnTo>
                    <a:pt x="2688320" y="3820204"/>
                  </a:lnTo>
                  <a:lnTo>
                    <a:pt x="2647726" y="3870114"/>
                  </a:lnTo>
                  <a:lnTo>
                    <a:pt x="2607021" y="3923550"/>
                  </a:lnTo>
                  <a:lnTo>
                    <a:pt x="2566047" y="3980432"/>
                  </a:lnTo>
                  <a:lnTo>
                    <a:pt x="2524703" y="4040599"/>
                  </a:lnTo>
                  <a:lnTo>
                    <a:pt x="2482937" y="4103798"/>
                  </a:lnTo>
                  <a:lnTo>
                    <a:pt x="2440743" y="4169690"/>
                  </a:lnTo>
                  <a:lnTo>
                    <a:pt x="2398154" y="4237854"/>
                  </a:lnTo>
                  <a:lnTo>
                    <a:pt x="2355239" y="4307791"/>
                  </a:lnTo>
                  <a:lnTo>
                    <a:pt x="2312091" y="4378946"/>
                  </a:lnTo>
                  <a:lnTo>
                    <a:pt x="2268822" y="4450716"/>
                  </a:lnTo>
                  <a:lnTo>
                    <a:pt x="2225555" y="4522480"/>
                  </a:lnTo>
                  <a:lnTo>
                    <a:pt x="2182410" y="4593615"/>
                  </a:lnTo>
                  <a:lnTo>
                    <a:pt x="2139501" y="4663522"/>
                  </a:lnTo>
                  <a:lnTo>
                    <a:pt x="2096920" y="4731643"/>
                  </a:lnTo>
                  <a:lnTo>
                    <a:pt x="2054734" y="4797483"/>
                  </a:lnTo>
                  <a:lnTo>
                    <a:pt x="2012977" y="4860622"/>
                  </a:lnTo>
                  <a:lnTo>
                    <a:pt x="1971642" y="4920723"/>
                  </a:lnTo>
                  <a:lnTo>
                    <a:pt x="1930674" y="4977535"/>
                  </a:lnTo>
                  <a:lnTo>
                    <a:pt x="1889973" y="5030899"/>
                  </a:lnTo>
                  <a:lnTo>
                    <a:pt x="1849379" y="5080735"/>
                  </a:lnTo>
                  <a:lnTo>
                    <a:pt x="1808673" y="5127045"/>
                  </a:lnTo>
                  <a:lnTo>
                    <a:pt x="1768425" y="5169043"/>
                  </a:lnTo>
                  <a:lnTo>
                    <a:pt x="1719689" y="5214686"/>
                  </a:lnTo>
                  <a:lnTo>
                    <a:pt x="1669313" y="5255767"/>
                  </a:lnTo>
                  <a:lnTo>
                    <a:pt x="1616518" y="5292517"/>
                  </a:lnTo>
                  <a:lnTo>
                    <a:pt x="1560438" y="5325329"/>
                  </a:lnTo>
                  <a:lnTo>
                    <a:pt x="1500186" y="5354647"/>
                  </a:lnTo>
                  <a:lnTo>
                    <a:pt x="1434932" y="5380899"/>
                  </a:lnTo>
                  <a:lnTo>
                    <a:pt x="1363999" y="5404463"/>
                  </a:lnTo>
                  <a:lnTo>
                    <a:pt x="1286984" y="5425646"/>
                  </a:lnTo>
                  <a:lnTo>
                    <a:pt x="1203921" y="5444673"/>
                  </a:lnTo>
                  <a:lnTo>
                    <a:pt x="1115484" y="5461686"/>
                  </a:lnTo>
                  <a:lnTo>
                    <a:pt x="1023177" y="5476745"/>
                  </a:lnTo>
                  <a:lnTo>
                    <a:pt x="929473" y="5489848"/>
                  </a:lnTo>
                  <a:lnTo>
                    <a:pt x="837798" y="5500950"/>
                  </a:lnTo>
                  <a:lnTo>
                    <a:pt x="752264" y="5510012"/>
                  </a:lnTo>
                  <a:lnTo>
                    <a:pt x="677106" y="5517039"/>
                  </a:lnTo>
                  <a:lnTo>
                    <a:pt x="615906" y="5522127"/>
                  </a:lnTo>
                  <a:lnTo>
                    <a:pt x="570796" y="5525482"/>
                  </a:lnTo>
                  <a:lnTo>
                    <a:pt x="541891" y="5527415"/>
                  </a:lnTo>
                  <a:lnTo>
                    <a:pt x="527125" y="5528307"/>
                  </a:lnTo>
                  <a:lnTo>
                    <a:pt x="522438" y="5528565"/>
                  </a:lnTo>
                  <a:lnTo>
                    <a:pt x="522133" y="5528580"/>
                  </a:lnTo>
                  <a:lnTo>
                    <a:pt x="0" y="5528580"/>
                  </a:lnTo>
                  <a:lnTo>
                    <a:pt x="0" y="552858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024" name="pg2024"/>
            <p:cNvSpPr/>
            <p:nvPr/>
          </p:nvSpPr>
          <p:spPr>
            <a:xfrm>
              <a:off x="386606" y="1083896"/>
              <a:ext cx="8554953" cy="4890450"/>
            </a:xfrm>
            <a:custGeom>
              <a:avLst/>
              <a:pathLst>
                <a:path w="8554953" h="4890450">
                  <a:moveTo>
                    <a:pt x="0" y="4890450"/>
                  </a:moveTo>
                  <a:lnTo>
                    <a:pt x="522133" y="4890450"/>
                  </a:lnTo>
                  <a:lnTo>
                    <a:pt x="522991" y="4890349"/>
                  </a:lnTo>
                  <a:lnTo>
                    <a:pt x="528650" y="4889634"/>
                  </a:lnTo>
                  <a:lnTo>
                    <a:pt x="542974" y="4887657"/>
                  </a:lnTo>
                  <a:lnTo>
                    <a:pt x="568723" y="4883763"/>
                  </a:lnTo>
                  <a:lnTo>
                    <a:pt x="607378" y="4877335"/>
                  </a:lnTo>
                  <a:lnTo>
                    <a:pt x="659027" y="4867856"/>
                  </a:lnTo>
                  <a:lnTo>
                    <a:pt x="722429" y="4854952"/>
                  </a:lnTo>
                  <a:lnTo>
                    <a:pt x="795297" y="4838413"/>
                  </a:lnTo>
                  <a:lnTo>
                    <a:pt x="874725" y="4818176"/>
                  </a:lnTo>
                  <a:lnTo>
                    <a:pt x="957664" y="4794277"/>
                  </a:lnTo>
                  <a:lnTo>
                    <a:pt x="1041316" y="4766793"/>
                  </a:lnTo>
                  <a:lnTo>
                    <a:pt x="1123394" y="4735785"/>
                  </a:lnTo>
                  <a:lnTo>
                    <a:pt x="1202239" y="4701247"/>
                  </a:lnTo>
                  <a:lnTo>
                    <a:pt x="1276801" y="4663078"/>
                  </a:lnTo>
                  <a:lnTo>
                    <a:pt x="1346569" y="4621059"/>
                  </a:lnTo>
                  <a:lnTo>
                    <a:pt x="1411450" y="4574851"/>
                  </a:lnTo>
                  <a:lnTo>
                    <a:pt x="1471656" y="4523994"/>
                  </a:lnTo>
                  <a:lnTo>
                    <a:pt x="1527609" y="4467923"/>
                  </a:lnTo>
                  <a:lnTo>
                    <a:pt x="1579856" y="4405979"/>
                  </a:lnTo>
                  <a:lnTo>
                    <a:pt x="1629014" y="4337452"/>
                  </a:lnTo>
                  <a:lnTo>
                    <a:pt x="1675715" y="4261633"/>
                  </a:lnTo>
                  <a:lnTo>
                    <a:pt x="1720572" y="4177915"/>
                  </a:lnTo>
                  <a:lnTo>
                    <a:pt x="1764132" y="4085945"/>
                  </a:lnTo>
                  <a:lnTo>
                    <a:pt x="1768425" y="4076316"/>
                  </a:lnTo>
                  <a:lnTo>
                    <a:pt x="1797954" y="4007389"/>
                  </a:lnTo>
                  <a:lnTo>
                    <a:pt x="1827232" y="3934466"/>
                  </a:lnTo>
                  <a:lnTo>
                    <a:pt x="1856379" y="3857467"/>
                  </a:lnTo>
                  <a:lnTo>
                    <a:pt x="1885490" y="3776351"/>
                  </a:lnTo>
                  <a:lnTo>
                    <a:pt x="1914648" y="3691119"/>
                  </a:lnTo>
                  <a:lnTo>
                    <a:pt x="1943915" y="3601820"/>
                  </a:lnTo>
                  <a:lnTo>
                    <a:pt x="1973339" y="3508548"/>
                  </a:lnTo>
                  <a:lnTo>
                    <a:pt x="2002957" y="3411452"/>
                  </a:lnTo>
                  <a:lnTo>
                    <a:pt x="2032787" y="3310733"/>
                  </a:lnTo>
                  <a:lnTo>
                    <a:pt x="2062840" y="3206644"/>
                  </a:lnTo>
                  <a:lnTo>
                    <a:pt x="2093112" y="3099493"/>
                  </a:lnTo>
                  <a:lnTo>
                    <a:pt x="2123590" y="2989633"/>
                  </a:lnTo>
                  <a:lnTo>
                    <a:pt x="2154253" y="2877466"/>
                  </a:lnTo>
                  <a:lnTo>
                    <a:pt x="2185070" y="2763434"/>
                  </a:lnTo>
                  <a:lnTo>
                    <a:pt x="2216004" y="2648010"/>
                  </a:lnTo>
                  <a:lnTo>
                    <a:pt x="2247016" y="2531695"/>
                  </a:lnTo>
                  <a:lnTo>
                    <a:pt x="2278060" y="2415005"/>
                  </a:lnTo>
                  <a:lnTo>
                    <a:pt x="2309092" y="2298464"/>
                  </a:lnTo>
                  <a:lnTo>
                    <a:pt x="2340065" y="2182591"/>
                  </a:lnTo>
                  <a:lnTo>
                    <a:pt x="2370938" y="2067895"/>
                  </a:lnTo>
                  <a:lnTo>
                    <a:pt x="2401672" y="1954863"/>
                  </a:lnTo>
                  <a:lnTo>
                    <a:pt x="2432233" y="1843951"/>
                  </a:lnTo>
                  <a:lnTo>
                    <a:pt x="2462597" y="1735578"/>
                  </a:lnTo>
                  <a:lnTo>
                    <a:pt x="2492746" y="1630120"/>
                  </a:lnTo>
                  <a:lnTo>
                    <a:pt x="2522672" y="1527905"/>
                  </a:lnTo>
                  <a:lnTo>
                    <a:pt x="2552380" y="1429210"/>
                  </a:lnTo>
                  <a:lnTo>
                    <a:pt x="2581885" y="1334258"/>
                  </a:lnTo>
                  <a:lnTo>
                    <a:pt x="2611215" y="1243220"/>
                  </a:lnTo>
                  <a:lnTo>
                    <a:pt x="2640413" y="1156215"/>
                  </a:lnTo>
                  <a:lnTo>
                    <a:pt x="2669536" y="1073311"/>
                  </a:lnTo>
                  <a:lnTo>
                    <a:pt x="2698656" y="994528"/>
                  </a:lnTo>
                  <a:lnTo>
                    <a:pt x="2727864" y="919845"/>
                  </a:lnTo>
                  <a:lnTo>
                    <a:pt x="2757269" y="849197"/>
                  </a:lnTo>
                  <a:lnTo>
                    <a:pt x="2770117" y="819781"/>
                  </a:lnTo>
                  <a:lnTo>
                    <a:pt x="2813574" y="726984"/>
                  </a:lnTo>
                  <a:lnTo>
                    <a:pt x="2858279" y="642453"/>
                  </a:lnTo>
                  <a:lnTo>
                    <a:pt x="2904769" y="565870"/>
                  </a:lnTo>
                  <a:lnTo>
                    <a:pt x="2953653" y="496647"/>
                  </a:lnTo>
                  <a:lnTo>
                    <a:pt x="3005564" y="434079"/>
                  </a:lnTo>
                  <a:lnTo>
                    <a:pt x="3061121" y="377452"/>
                  </a:lnTo>
                  <a:lnTo>
                    <a:pt x="3120881" y="326103"/>
                  </a:lnTo>
                  <a:lnTo>
                    <a:pt x="3185281" y="279453"/>
                  </a:lnTo>
                  <a:lnTo>
                    <a:pt x="3254560" y="237033"/>
                  </a:lnTo>
                  <a:lnTo>
                    <a:pt x="3328660" y="198491"/>
                  </a:lnTo>
                  <a:lnTo>
                    <a:pt x="3407114" y="163598"/>
                  </a:lnTo>
                  <a:lnTo>
                    <a:pt x="3488934" y="132239"/>
                  </a:lnTo>
                  <a:lnTo>
                    <a:pt x="3572521" y="104402"/>
                  </a:lnTo>
                  <a:lnTo>
                    <a:pt x="3655650" y="80142"/>
                  </a:lnTo>
                  <a:lnTo>
                    <a:pt x="3735565" y="59536"/>
                  </a:lnTo>
                  <a:lnTo>
                    <a:pt x="3809224" y="42629"/>
                  </a:lnTo>
                  <a:lnTo>
                    <a:pt x="3873687" y="29370"/>
                  </a:lnTo>
                  <a:lnTo>
                    <a:pt x="3926584" y="19563"/>
                  </a:lnTo>
                  <a:lnTo>
                    <a:pt x="3966554" y="12851"/>
                  </a:lnTo>
                  <a:lnTo>
                    <a:pt x="3993547" y="8731"/>
                  </a:lnTo>
                  <a:lnTo>
                    <a:pt x="4008907" y="6592"/>
                  </a:lnTo>
                  <a:lnTo>
                    <a:pt x="4015274" y="5780"/>
                  </a:lnTo>
                  <a:lnTo>
                    <a:pt x="4016409" y="5647"/>
                  </a:lnTo>
                  <a:lnTo>
                    <a:pt x="4538543" y="5647"/>
                  </a:lnTo>
                  <a:lnTo>
                    <a:pt x="4539668" y="5732"/>
                  </a:lnTo>
                  <a:lnTo>
                    <a:pt x="4547044" y="6345"/>
                  </a:lnTo>
                  <a:lnTo>
                    <a:pt x="4565560" y="8037"/>
                  </a:lnTo>
                  <a:lnTo>
                    <a:pt x="4598463" y="11365"/>
                  </a:lnTo>
                  <a:lnTo>
                    <a:pt x="4647090" y="16829"/>
                  </a:lnTo>
                  <a:lnTo>
                    <a:pt x="4710775" y="24821"/>
                  </a:lnTo>
                  <a:lnTo>
                    <a:pt x="4787104" y="35585"/>
                  </a:lnTo>
                  <a:lnTo>
                    <a:pt x="4872497" y="49220"/>
                  </a:lnTo>
                  <a:lnTo>
                    <a:pt x="4962942" y="65715"/>
                  </a:lnTo>
                  <a:lnTo>
                    <a:pt x="5054669" y="85008"/>
                  </a:lnTo>
                  <a:lnTo>
                    <a:pt x="5144608" y="107045"/>
                  </a:lnTo>
                  <a:lnTo>
                    <a:pt x="5230576" y="131832"/>
                  </a:lnTo>
                  <a:lnTo>
                    <a:pt x="5311273" y="159467"/>
                  </a:lnTo>
                  <a:lnTo>
                    <a:pt x="5386145" y="190157"/>
                  </a:lnTo>
                  <a:lnTo>
                    <a:pt x="5455202" y="224222"/>
                  </a:lnTo>
                  <a:lnTo>
                    <a:pt x="5518845" y="262092"/>
                  </a:lnTo>
                  <a:lnTo>
                    <a:pt x="5577720" y="304290"/>
                  </a:lnTo>
                  <a:lnTo>
                    <a:pt x="5632609" y="351409"/>
                  </a:lnTo>
                  <a:lnTo>
                    <a:pt x="5684342" y="404057"/>
                  </a:lnTo>
                  <a:lnTo>
                    <a:pt x="5733737" y="462779"/>
                  </a:lnTo>
                  <a:lnTo>
                    <a:pt x="5781527" y="527907"/>
                  </a:lnTo>
                  <a:lnTo>
                    <a:pt x="5784835" y="532716"/>
                  </a:lnTo>
                  <a:lnTo>
                    <a:pt x="5820475" y="586952"/>
                  </a:lnTo>
                  <a:lnTo>
                    <a:pt x="5855787" y="644981"/>
                  </a:lnTo>
                  <a:lnTo>
                    <a:pt x="5890968" y="706882"/>
                  </a:lnTo>
                  <a:lnTo>
                    <a:pt x="5926173" y="772675"/>
                  </a:lnTo>
                  <a:lnTo>
                    <a:pt x="5961524" y="842322"/>
                  </a:lnTo>
                  <a:lnTo>
                    <a:pt x="5997106" y="915716"/>
                  </a:lnTo>
                  <a:lnTo>
                    <a:pt x="6032978" y="992679"/>
                  </a:lnTo>
                  <a:lnTo>
                    <a:pt x="6069169" y="1072961"/>
                  </a:lnTo>
                  <a:lnTo>
                    <a:pt x="6105682" y="1156238"/>
                  </a:lnTo>
                  <a:lnTo>
                    <a:pt x="6142500" y="1242117"/>
                  </a:lnTo>
                  <a:lnTo>
                    <a:pt x="6179582" y="1330141"/>
                  </a:lnTo>
                  <a:lnTo>
                    <a:pt x="6216876" y="1419801"/>
                  </a:lnTo>
                  <a:lnTo>
                    <a:pt x="6254311" y="1510542"/>
                  </a:lnTo>
                  <a:lnTo>
                    <a:pt x="6291814" y="1601782"/>
                  </a:lnTo>
                  <a:lnTo>
                    <a:pt x="6329303" y="1692923"/>
                  </a:lnTo>
                  <a:lnTo>
                    <a:pt x="6366701" y="1783374"/>
                  </a:lnTo>
                  <a:lnTo>
                    <a:pt x="6403932" y="1872558"/>
                  </a:lnTo>
                  <a:lnTo>
                    <a:pt x="6440933" y="1959935"/>
                  </a:lnTo>
                  <a:lnTo>
                    <a:pt x="6477654" y="2045010"/>
                  </a:lnTo>
                  <a:lnTo>
                    <a:pt x="6514063" y="2127347"/>
                  </a:lnTo>
                  <a:lnTo>
                    <a:pt x="6550148" y="2206576"/>
                  </a:lnTo>
                  <a:lnTo>
                    <a:pt x="6585921" y="2282396"/>
                  </a:lnTo>
                  <a:lnTo>
                    <a:pt x="6621420" y="2354580"/>
                  </a:lnTo>
                  <a:lnTo>
                    <a:pt x="6656712" y="2422976"/>
                  </a:lnTo>
                  <a:lnTo>
                    <a:pt x="6691894" y="2487498"/>
                  </a:lnTo>
                  <a:lnTo>
                    <a:pt x="6727099" y="2548127"/>
                  </a:lnTo>
                  <a:lnTo>
                    <a:pt x="6762494" y="2604905"/>
                  </a:lnTo>
                  <a:lnTo>
                    <a:pt x="6786527" y="2640993"/>
                  </a:lnTo>
                  <a:lnTo>
                    <a:pt x="6834228" y="2706573"/>
                  </a:lnTo>
                  <a:lnTo>
                    <a:pt x="6883488" y="2765737"/>
                  </a:lnTo>
                  <a:lnTo>
                    <a:pt x="6935032" y="2818795"/>
                  </a:lnTo>
                  <a:lnTo>
                    <a:pt x="6989672" y="2866282"/>
                  </a:lnTo>
                  <a:lnTo>
                    <a:pt x="7048241" y="2908806"/>
                  </a:lnTo>
                  <a:lnTo>
                    <a:pt x="7111526" y="2946961"/>
                  </a:lnTo>
                  <a:lnTo>
                    <a:pt x="7180187" y="2981278"/>
                  </a:lnTo>
                  <a:lnTo>
                    <a:pt x="7254645" y="3012193"/>
                  </a:lnTo>
                  <a:lnTo>
                    <a:pt x="7334944" y="3040034"/>
                  </a:lnTo>
                  <a:lnTo>
                    <a:pt x="7420576" y="3065016"/>
                  </a:lnTo>
                  <a:lnTo>
                    <a:pt x="7510296" y="3087245"/>
                  </a:lnTo>
                  <a:lnTo>
                    <a:pt x="7601988" y="3106731"/>
                  </a:lnTo>
                  <a:lnTo>
                    <a:pt x="7692640" y="3123425"/>
                  </a:lnTo>
                  <a:lnTo>
                    <a:pt x="7778518" y="3137262"/>
                  </a:lnTo>
                  <a:lnTo>
                    <a:pt x="7855609" y="3148226"/>
                  </a:lnTo>
                  <a:lnTo>
                    <a:pt x="7920277" y="3156406"/>
                  </a:lnTo>
                  <a:lnTo>
                    <a:pt x="7970004" y="3162036"/>
                  </a:lnTo>
                  <a:lnTo>
                    <a:pt x="8003990" y="3165498"/>
                  </a:lnTo>
                  <a:lnTo>
                    <a:pt x="8023430" y="3167288"/>
                  </a:lnTo>
                  <a:lnTo>
                    <a:pt x="8031446" y="3167957"/>
                  </a:lnTo>
                  <a:lnTo>
                    <a:pt x="8032819" y="3168062"/>
                  </a:lnTo>
                  <a:lnTo>
                    <a:pt x="8554953" y="3168062"/>
                  </a:lnTo>
                  <a:lnTo>
                    <a:pt x="8554953" y="3162415"/>
                  </a:lnTo>
                  <a:lnTo>
                    <a:pt x="8032819" y="3162415"/>
                  </a:lnTo>
                  <a:lnTo>
                    <a:pt x="8031694" y="3162330"/>
                  </a:lnTo>
                  <a:lnTo>
                    <a:pt x="8024318" y="3161717"/>
                  </a:lnTo>
                  <a:lnTo>
                    <a:pt x="8005802" y="3160025"/>
                  </a:lnTo>
                  <a:lnTo>
                    <a:pt x="7972899" y="3156697"/>
                  </a:lnTo>
                  <a:lnTo>
                    <a:pt x="7924272" y="3151233"/>
                  </a:lnTo>
                  <a:lnTo>
                    <a:pt x="7860587" y="3143241"/>
                  </a:lnTo>
                  <a:lnTo>
                    <a:pt x="7784257" y="3132477"/>
                  </a:lnTo>
                  <a:lnTo>
                    <a:pt x="7698865" y="3118842"/>
                  </a:lnTo>
                  <a:lnTo>
                    <a:pt x="7608420" y="3102347"/>
                  </a:lnTo>
                  <a:lnTo>
                    <a:pt x="7516693" y="3083054"/>
                  </a:lnTo>
                  <a:lnTo>
                    <a:pt x="7426754" y="3061017"/>
                  </a:lnTo>
                  <a:lnTo>
                    <a:pt x="7340786" y="3036230"/>
                  </a:lnTo>
                  <a:lnTo>
                    <a:pt x="7260089" y="3008595"/>
                  </a:lnTo>
                  <a:lnTo>
                    <a:pt x="7185217" y="2977905"/>
                  </a:lnTo>
                  <a:lnTo>
                    <a:pt x="7116160" y="2943840"/>
                  </a:lnTo>
                  <a:lnTo>
                    <a:pt x="7052517" y="2905970"/>
                  </a:lnTo>
                  <a:lnTo>
                    <a:pt x="6993642" y="2863772"/>
                  </a:lnTo>
                  <a:lnTo>
                    <a:pt x="6938753" y="2816653"/>
                  </a:lnTo>
                  <a:lnTo>
                    <a:pt x="6887020" y="2764005"/>
                  </a:lnTo>
                  <a:lnTo>
                    <a:pt x="6837625" y="2705283"/>
                  </a:lnTo>
                  <a:lnTo>
                    <a:pt x="6789835" y="2640155"/>
                  </a:lnTo>
                  <a:lnTo>
                    <a:pt x="6786527" y="2635346"/>
                  </a:lnTo>
                  <a:lnTo>
                    <a:pt x="6750887" y="2581110"/>
                  </a:lnTo>
                  <a:lnTo>
                    <a:pt x="6715575" y="2523081"/>
                  </a:lnTo>
                  <a:lnTo>
                    <a:pt x="6680394" y="2461180"/>
                  </a:lnTo>
                  <a:lnTo>
                    <a:pt x="6645189" y="2395387"/>
                  </a:lnTo>
                  <a:lnTo>
                    <a:pt x="6609838" y="2325740"/>
                  </a:lnTo>
                  <a:lnTo>
                    <a:pt x="6574256" y="2252346"/>
                  </a:lnTo>
                  <a:lnTo>
                    <a:pt x="6538384" y="2175383"/>
                  </a:lnTo>
                  <a:lnTo>
                    <a:pt x="6502193" y="2095101"/>
                  </a:lnTo>
                  <a:lnTo>
                    <a:pt x="6465680" y="2011824"/>
                  </a:lnTo>
                  <a:lnTo>
                    <a:pt x="6428862" y="1925945"/>
                  </a:lnTo>
                  <a:lnTo>
                    <a:pt x="6391780" y="1837920"/>
                  </a:lnTo>
                  <a:lnTo>
                    <a:pt x="6354486" y="1748261"/>
                  </a:lnTo>
                  <a:lnTo>
                    <a:pt x="6317051" y="1657520"/>
                  </a:lnTo>
                  <a:lnTo>
                    <a:pt x="6279548" y="1566280"/>
                  </a:lnTo>
                  <a:lnTo>
                    <a:pt x="6242059" y="1475139"/>
                  </a:lnTo>
                  <a:lnTo>
                    <a:pt x="6204661" y="1384688"/>
                  </a:lnTo>
                  <a:lnTo>
                    <a:pt x="6167430" y="1295504"/>
                  </a:lnTo>
                  <a:lnTo>
                    <a:pt x="6130429" y="1208127"/>
                  </a:lnTo>
                  <a:lnTo>
                    <a:pt x="6093707" y="1123052"/>
                  </a:lnTo>
                  <a:lnTo>
                    <a:pt x="6057299" y="1040715"/>
                  </a:lnTo>
                  <a:lnTo>
                    <a:pt x="6021214" y="961486"/>
                  </a:lnTo>
                  <a:lnTo>
                    <a:pt x="5985441" y="885666"/>
                  </a:lnTo>
                  <a:lnTo>
                    <a:pt x="5949942" y="813482"/>
                  </a:lnTo>
                  <a:lnTo>
                    <a:pt x="5914650" y="745086"/>
                  </a:lnTo>
                  <a:lnTo>
                    <a:pt x="5879468" y="680564"/>
                  </a:lnTo>
                  <a:lnTo>
                    <a:pt x="5844263" y="619935"/>
                  </a:lnTo>
                  <a:lnTo>
                    <a:pt x="5808868" y="563157"/>
                  </a:lnTo>
                  <a:lnTo>
                    <a:pt x="5784835" y="527069"/>
                  </a:lnTo>
                  <a:lnTo>
                    <a:pt x="5737134" y="461489"/>
                  </a:lnTo>
                  <a:lnTo>
                    <a:pt x="5687874" y="402325"/>
                  </a:lnTo>
                  <a:lnTo>
                    <a:pt x="5636330" y="349267"/>
                  </a:lnTo>
                  <a:lnTo>
                    <a:pt x="5581690" y="301780"/>
                  </a:lnTo>
                  <a:lnTo>
                    <a:pt x="5523121" y="259256"/>
                  </a:lnTo>
                  <a:lnTo>
                    <a:pt x="5459836" y="221101"/>
                  </a:lnTo>
                  <a:lnTo>
                    <a:pt x="5391175" y="186784"/>
                  </a:lnTo>
                  <a:lnTo>
                    <a:pt x="5316717" y="155869"/>
                  </a:lnTo>
                  <a:lnTo>
                    <a:pt x="5236417" y="128028"/>
                  </a:lnTo>
                  <a:lnTo>
                    <a:pt x="5150786" y="103046"/>
                  </a:lnTo>
                  <a:lnTo>
                    <a:pt x="5061066" y="80817"/>
                  </a:lnTo>
                  <a:lnTo>
                    <a:pt x="4969373" y="61331"/>
                  </a:lnTo>
                  <a:lnTo>
                    <a:pt x="4878722" y="44637"/>
                  </a:lnTo>
                  <a:lnTo>
                    <a:pt x="4792844" y="30800"/>
                  </a:lnTo>
                  <a:lnTo>
                    <a:pt x="4715753" y="19836"/>
                  </a:lnTo>
                  <a:lnTo>
                    <a:pt x="4651085" y="11656"/>
                  </a:lnTo>
                  <a:lnTo>
                    <a:pt x="4601358" y="6026"/>
                  </a:lnTo>
                  <a:lnTo>
                    <a:pt x="4567372" y="2564"/>
                  </a:lnTo>
                  <a:lnTo>
                    <a:pt x="4547932" y="774"/>
                  </a:lnTo>
                  <a:lnTo>
                    <a:pt x="4539916" y="105"/>
                  </a:lnTo>
                  <a:lnTo>
                    <a:pt x="4538543" y="0"/>
                  </a:lnTo>
                  <a:lnTo>
                    <a:pt x="4016409" y="0"/>
                  </a:lnTo>
                  <a:lnTo>
                    <a:pt x="4015551" y="100"/>
                  </a:lnTo>
                  <a:lnTo>
                    <a:pt x="4009892" y="815"/>
                  </a:lnTo>
                  <a:lnTo>
                    <a:pt x="3995568" y="2792"/>
                  </a:lnTo>
                  <a:lnTo>
                    <a:pt x="3969819" y="6686"/>
                  </a:lnTo>
                  <a:lnTo>
                    <a:pt x="3931164" y="13114"/>
                  </a:lnTo>
                  <a:lnTo>
                    <a:pt x="3879515" y="22594"/>
                  </a:lnTo>
                  <a:lnTo>
                    <a:pt x="3816113" y="35497"/>
                  </a:lnTo>
                  <a:lnTo>
                    <a:pt x="3743245" y="52036"/>
                  </a:lnTo>
                  <a:lnTo>
                    <a:pt x="3663817" y="72273"/>
                  </a:lnTo>
                  <a:lnTo>
                    <a:pt x="3580878" y="96172"/>
                  </a:lnTo>
                  <a:lnTo>
                    <a:pt x="3497226" y="123656"/>
                  </a:lnTo>
                  <a:lnTo>
                    <a:pt x="3415148" y="154664"/>
                  </a:lnTo>
                  <a:lnTo>
                    <a:pt x="3336304" y="189202"/>
                  </a:lnTo>
                  <a:lnTo>
                    <a:pt x="3261741" y="227371"/>
                  </a:lnTo>
                  <a:lnTo>
                    <a:pt x="3191973" y="269390"/>
                  </a:lnTo>
                  <a:lnTo>
                    <a:pt x="3127092" y="315599"/>
                  </a:lnTo>
                  <a:lnTo>
                    <a:pt x="3066886" y="366455"/>
                  </a:lnTo>
                  <a:lnTo>
                    <a:pt x="3010933" y="422526"/>
                  </a:lnTo>
                  <a:lnTo>
                    <a:pt x="2958686" y="484470"/>
                  </a:lnTo>
                  <a:lnTo>
                    <a:pt x="2909528" y="552997"/>
                  </a:lnTo>
                  <a:lnTo>
                    <a:pt x="2862827" y="628816"/>
                  </a:lnTo>
                  <a:lnTo>
                    <a:pt x="2817970" y="712534"/>
                  </a:lnTo>
                  <a:lnTo>
                    <a:pt x="2774410" y="804504"/>
                  </a:lnTo>
                  <a:lnTo>
                    <a:pt x="2770117" y="814133"/>
                  </a:lnTo>
                  <a:lnTo>
                    <a:pt x="2740588" y="883060"/>
                  </a:lnTo>
                  <a:lnTo>
                    <a:pt x="2711310" y="955983"/>
                  </a:lnTo>
                  <a:lnTo>
                    <a:pt x="2682164" y="1032982"/>
                  </a:lnTo>
                  <a:lnTo>
                    <a:pt x="2653052" y="1114098"/>
                  </a:lnTo>
                  <a:lnTo>
                    <a:pt x="2623895" y="1199330"/>
                  </a:lnTo>
                  <a:lnTo>
                    <a:pt x="2594628" y="1288630"/>
                  </a:lnTo>
                  <a:lnTo>
                    <a:pt x="2565203" y="1381901"/>
                  </a:lnTo>
                  <a:lnTo>
                    <a:pt x="2535586" y="1478997"/>
                  </a:lnTo>
                  <a:lnTo>
                    <a:pt x="2505755" y="1579716"/>
                  </a:lnTo>
                  <a:lnTo>
                    <a:pt x="2475703" y="1683805"/>
                  </a:lnTo>
                  <a:lnTo>
                    <a:pt x="2445431" y="1790957"/>
                  </a:lnTo>
                  <a:lnTo>
                    <a:pt x="2414952" y="1900816"/>
                  </a:lnTo>
                  <a:lnTo>
                    <a:pt x="2384290" y="2012983"/>
                  </a:lnTo>
                  <a:lnTo>
                    <a:pt x="2353473" y="2127015"/>
                  </a:lnTo>
                  <a:lnTo>
                    <a:pt x="2322538" y="2242439"/>
                  </a:lnTo>
                  <a:lnTo>
                    <a:pt x="2291526" y="2358754"/>
                  </a:lnTo>
                  <a:lnTo>
                    <a:pt x="2260482" y="2475444"/>
                  </a:lnTo>
                  <a:lnTo>
                    <a:pt x="2229450" y="2591985"/>
                  </a:lnTo>
                  <a:lnTo>
                    <a:pt x="2198477" y="2707858"/>
                  </a:lnTo>
                  <a:lnTo>
                    <a:pt x="2167604" y="2822554"/>
                  </a:lnTo>
                  <a:lnTo>
                    <a:pt x="2136870" y="2935586"/>
                  </a:lnTo>
                  <a:lnTo>
                    <a:pt x="2106309" y="3046499"/>
                  </a:lnTo>
                  <a:lnTo>
                    <a:pt x="2075945" y="3154871"/>
                  </a:lnTo>
                  <a:lnTo>
                    <a:pt x="2045796" y="3260329"/>
                  </a:lnTo>
                  <a:lnTo>
                    <a:pt x="2015870" y="3362544"/>
                  </a:lnTo>
                  <a:lnTo>
                    <a:pt x="1986162" y="3461240"/>
                  </a:lnTo>
                  <a:lnTo>
                    <a:pt x="1956657" y="3556192"/>
                  </a:lnTo>
                  <a:lnTo>
                    <a:pt x="1927327" y="3647229"/>
                  </a:lnTo>
                  <a:lnTo>
                    <a:pt x="1898129" y="3734234"/>
                  </a:lnTo>
                  <a:lnTo>
                    <a:pt x="1869006" y="3817138"/>
                  </a:lnTo>
                  <a:lnTo>
                    <a:pt x="1839886" y="3895921"/>
                  </a:lnTo>
                  <a:lnTo>
                    <a:pt x="1810678" y="3970604"/>
                  </a:lnTo>
                  <a:lnTo>
                    <a:pt x="1781274" y="4041253"/>
                  </a:lnTo>
                  <a:lnTo>
                    <a:pt x="1768425" y="4070669"/>
                  </a:lnTo>
                  <a:lnTo>
                    <a:pt x="1724968" y="4163465"/>
                  </a:lnTo>
                  <a:lnTo>
                    <a:pt x="1680264" y="4247997"/>
                  </a:lnTo>
                  <a:lnTo>
                    <a:pt x="1633773" y="4324579"/>
                  </a:lnTo>
                  <a:lnTo>
                    <a:pt x="1584889" y="4393803"/>
                  </a:lnTo>
                  <a:lnTo>
                    <a:pt x="1532978" y="4456371"/>
                  </a:lnTo>
                  <a:lnTo>
                    <a:pt x="1477421" y="4512997"/>
                  </a:lnTo>
                  <a:lnTo>
                    <a:pt x="1417661" y="4564347"/>
                  </a:lnTo>
                  <a:lnTo>
                    <a:pt x="1353261" y="4610996"/>
                  </a:lnTo>
                  <a:lnTo>
                    <a:pt x="1283982" y="4653416"/>
                  </a:lnTo>
                  <a:lnTo>
                    <a:pt x="1209882" y="4691958"/>
                  </a:lnTo>
                  <a:lnTo>
                    <a:pt x="1131428" y="4726851"/>
                  </a:lnTo>
                  <a:lnTo>
                    <a:pt x="1049608" y="4758210"/>
                  </a:lnTo>
                  <a:lnTo>
                    <a:pt x="966021" y="4786047"/>
                  </a:lnTo>
                  <a:lnTo>
                    <a:pt x="882892" y="4810308"/>
                  </a:lnTo>
                  <a:lnTo>
                    <a:pt x="802977" y="4830913"/>
                  </a:lnTo>
                  <a:lnTo>
                    <a:pt x="729319" y="4847820"/>
                  </a:lnTo>
                  <a:lnTo>
                    <a:pt x="664856" y="4861080"/>
                  </a:lnTo>
                  <a:lnTo>
                    <a:pt x="611959" y="4870887"/>
                  </a:lnTo>
                  <a:lnTo>
                    <a:pt x="571988" y="4877598"/>
                  </a:lnTo>
                  <a:lnTo>
                    <a:pt x="544995" y="4881718"/>
                  </a:lnTo>
                  <a:lnTo>
                    <a:pt x="529636" y="4883857"/>
                  </a:lnTo>
                  <a:lnTo>
                    <a:pt x="523268" y="4884669"/>
                  </a:lnTo>
                  <a:lnTo>
                    <a:pt x="522133" y="4884803"/>
                  </a:lnTo>
                  <a:lnTo>
                    <a:pt x="0" y="4884803"/>
                  </a:lnTo>
                  <a:close/>
                </a:path>
              </a:pathLst>
            </a:custGeom>
            <a:solidFill>
              <a:srgbClr val="A1D492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2025" name="pl2025"/>
            <p:cNvSpPr/>
            <p:nvPr/>
          </p:nvSpPr>
          <p:spPr>
            <a:xfrm>
              <a:off x="386606" y="1089543"/>
              <a:ext cx="8554953" cy="4884803"/>
            </a:xfrm>
            <a:custGeom>
              <a:avLst/>
              <a:pathLst>
                <a:path w="8554953" h="4884803">
                  <a:moveTo>
                    <a:pt x="0" y="4884803"/>
                  </a:moveTo>
                  <a:lnTo>
                    <a:pt x="522133" y="4884803"/>
                  </a:lnTo>
                  <a:lnTo>
                    <a:pt x="522991" y="4884702"/>
                  </a:lnTo>
                  <a:lnTo>
                    <a:pt x="528650" y="4883987"/>
                  </a:lnTo>
                  <a:lnTo>
                    <a:pt x="542974" y="4882010"/>
                  </a:lnTo>
                  <a:lnTo>
                    <a:pt x="568723" y="4878116"/>
                  </a:lnTo>
                  <a:lnTo>
                    <a:pt x="607378" y="4871688"/>
                  </a:lnTo>
                  <a:lnTo>
                    <a:pt x="659027" y="4862208"/>
                  </a:lnTo>
                  <a:lnTo>
                    <a:pt x="722429" y="4849305"/>
                  </a:lnTo>
                  <a:lnTo>
                    <a:pt x="795297" y="4832766"/>
                  </a:lnTo>
                  <a:lnTo>
                    <a:pt x="874725" y="4812529"/>
                  </a:lnTo>
                  <a:lnTo>
                    <a:pt x="957664" y="4788630"/>
                  </a:lnTo>
                  <a:lnTo>
                    <a:pt x="1041316" y="4761146"/>
                  </a:lnTo>
                  <a:lnTo>
                    <a:pt x="1123394" y="4730138"/>
                  </a:lnTo>
                  <a:lnTo>
                    <a:pt x="1202239" y="4695600"/>
                  </a:lnTo>
                  <a:lnTo>
                    <a:pt x="1276801" y="4657431"/>
                  </a:lnTo>
                  <a:lnTo>
                    <a:pt x="1346569" y="4615412"/>
                  </a:lnTo>
                  <a:lnTo>
                    <a:pt x="1411450" y="4569203"/>
                  </a:lnTo>
                  <a:lnTo>
                    <a:pt x="1471656" y="4518347"/>
                  </a:lnTo>
                  <a:lnTo>
                    <a:pt x="1527609" y="4462276"/>
                  </a:lnTo>
                  <a:lnTo>
                    <a:pt x="1579856" y="4400332"/>
                  </a:lnTo>
                  <a:lnTo>
                    <a:pt x="1629014" y="4331805"/>
                  </a:lnTo>
                  <a:lnTo>
                    <a:pt x="1675715" y="4255986"/>
                  </a:lnTo>
                  <a:lnTo>
                    <a:pt x="1720572" y="4172268"/>
                  </a:lnTo>
                  <a:lnTo>
                    <a:pt x="1764132" y="4080298"/>
                  </a:lnTo>
                  <a:lnTo>
                    <a:pt x="1768425" y="4070669"/>
                  </a:lnTo>
                  <a:lnTo>
                    <a:pt x="1797954" y="4001742"/>
                  </a:lnTo>
                  <a:lnTo>
                    <a:pt x="1827232" y="3928819"/>
                  </a:lnTo>
                  <a:lnTo>
                    <a:pt x="1856379" y="3851820"/>
                  </a:lnTo>
                  <a:lnTo>
                    <a:pt x="1885490" y="3770704"/>
                  </a:lnTo>
                  <a:lnTo>
                    <a:pt x="1914648" y="3685472"/>
                  </a:lnTo>
                  <a:lnTo>
                    <a:pt x="1943915" y="3596172"/>
                  </a:lnTo>
                  <a:lnTo>
                    <a:pt x="1973339" y="3502901"/>
                  </a:lnTo>
                  <a:lnTo>
                    <a:pt x="2002957" y="3405805"/>
                  </a:lnTo>
                  <a:lnTo>
                    <a:pt x="2032787" y="3305086"/>
                  </a:lnTo>
                  <a:lnTo>
                    <a:pt x="2062840" y="3200997"/>
                  </a:lnTo>
                  <a:lnTo>
                    <a:pt x="2093112" y="3093845"/>
                  </a:lnTo>
                  <a:lnTo>
                    <a:pt x="2123590" y="2983986"/>
                  </a:lnTo>
                  <a:lnTo>
                    <a:pt x="2154253" y="2871819"/>
                  </a:lnTo>
                  <a:lnTo>
                    <a:pt x="2185070" y="2757787"/>
                  </a:lnTo>
                  <a:lnTo>
                    <a:pt x="2216004" y="2642363"/>
                  </a:lnTo>
                  <a:lnTo>
                    <a:pt x="2247016" y="2526048"/>
                  </a:lnTo>
                  <a:lnTo>
                    <a:pt x="2278060" y="2409358"/>
                  </a:lnTo>
                  <a:lnTo>
                    <a:pt x="2309092" y="2292817"/>
                  </a:lnTo>
                  <a:lnTo>
                    <a:pt x="2340065" y="2176944"/>
                  </a:lnTo>
                  <a:lnTo>
                    <a:pt x="2370938" y="2062248"/>
                  </a:lnTo>
                  <a:lnTo>
                    <a:pt x="2401672" y="1949216"/>
                  </a:lnTo>
                  <a:lnTo>
                    <a:pt x="2432233" y="1838303"/>
                  </a:lnTo>
                  <a:lnTo>
                    <a:pt x="2462597" y="1729931"/>
                  </a:lnTo>
                  <a:lnTo>
                    <a:pt x="2492746" y="1624473"/>
                  </a:lnTo>
                  <a:lnTo>
                    <a:pt x="2522672" y="1522258"/>
                  </a:lnTo>
                  <a:lnTo>
                    <a:pt x="2552380" y="1423562"/>
                  </a:lnTo>
                  <a:lnTo>
                    <a:pt x="2581885" y="1328610"/>
                  </a:lnTo>
                  <a:lnTo>
                    <a:pt x="2611215" y="1237573"/>
                  </a:lnTo>
                  <a:lnTo>
                    <a:pt x="2640413" y="1150568"/>
                  </a:lnTo>
                  <a:lnTo>
                    <a:pt x="2669536" y="1067664"/>
                  </a:lnTo>
                  <a:lnTo>
                    <a:pt x="2698656" y="988881"/>
                  </a:lnTo>
                  <a:lnTo>
                    <a:pt x="2727864" y="914198"/>
                  </a:lnTo>
                  <a:lnTo>
                    <a:pt x="2757269" y="843549"/>
                  </a:lnTo>
                  <a:lnTo>
                    <a:pt x="2770117" y="814133"/>
                  </a:lnTo>
                  <a:lnTo>
                    <a:pt x="2813574" y="721337"/>
                  </a:lnTo>
                  <a:lnTo>
                    <a:pt x="2858279" y="636805"/>
                  </a:lnTo>
                  <a:lnTo>
                    <a:pt x="2904769" y="560223"/>
                  </a:lnTo>
                  <a:lnTo>
                    <a:pt x="2953653" y="490999"/>
                  </a:lnTo>
                  <a:lnTo>
                    <a:pt x="3005564" y="428431"/>
                  </a:lnTo>
                  <a:lnTo>
                    <a:pt x="3061121" y="371805"/>
                  </a:lnTo>
                  <a:lnTo>
                    <a:pt x="3120881" y="320455"/>
                  </a:lnTo>
                  <a:lnTo>
                    <a:pt x="3185281" y="273806"/>
                  </a:lnTo>
                  <a:lnTo>
                    <a:pt x="3254560" y="231386"/>
                  </a:lnTo>
                  <a:lnTo>
                    <a:pt x="3328660" y="192844"/>
                  </a:lnTo>
                  <a:lnTo>
                    <a:pt x="3407114" y="157951"/>
                  </a:lnTo>
                  <a:lnTo>
                    <a:pt x="3488934" y="126592"/>
                  </a:lnTo>
                  <a:lnTo>
                    <a:pt x="3572521" y="98755"/>
                  </a:lnTo>
                  <a:lnTo>
                    <a:pt x="3655650" y="74494"/>
                  </a:lnTo>
                  <a:lnTo>
                    <a:pt x="3735565" y="53889"/>
                  </a:lnTo>
                  <a:lnTo>
                    <a:pt x="3809224" y="36982"/>
                  </a:lnTo>
                  <a:lnTo>
                    <a:pt x="3873687" y="23722"/>
                  </a:lnTo>
                  <a:lnTo>
                    <a:pt x="3926584" y="13915"/>
                  </a:lnTo>
                  <a:lnTo>
                    <a:pt x="3966554" y="7204"/>
                  </a:lnTo>
                  <a:lnTo>
                    <a:pt x="3993547" y="3084"/>
                  </a:lnTo>
                  <a:lnTo>
                    <a:pt x="4008907" y="945"/>
                  </a:lnTo>
                  <a:lnTo>
                    <a:pt x="4015274" y="133"/>
                  </a:lnTo>
                  <a:lnTo>
                    <a:pt x="4016408" y="0"/>
                  </a:lnTo>
                  <a:lnTo>
                    <a:pt x="4016409" y="0"/>
                  </a:lnTo>
                  <a:lnTo>
                    <a:pt x="4538543" y="0"/>
                  </a:lnTo>
                  <a:lnTo>
                    <a:pt x="4539668" y="85"/>
                  </a:lnTo>
                  <a:lnTo>
                    <a:pt x="4547044" y="697"/>
                  </a:lnTo>
                  <a:lnTo>
                    <a:pt x="4565560" y="2390"/>
                  </a:lnTo>
                  <a:lnTo>
                    <a:pt x="4598463" y="5717"/>
                  </a:lnTo>
                  <a:lnTo>
                    <a:pt x="4647090" y="11182"/>
                  </a:lnTo>
                  <a:lnTo>
                    <a:pt x="4710775" y="19174"/>
                  </a:lnTo>
                  <a:lnTo>
                    <a:pt x="4787104" y="29938"/>
                  </a:lnTo>
                  <a:lnTo>
                    <a:pt x="4872497" y="43573"/>
                  </a:lnTo>
                  <a:lnTo>
                    <a:pt x="4962942" y="60068"/>
                  </a:lnTo>
                  <a:lnTo>
                    <a:pt x="5054669" y="79361"/>
                  </a:lnTo>
                  <a:lnTo>
                    <a:pt x="5144608" y="101398"/>
                  </a:lnTo>
                  <a:lnTo>
                    <a:pt x="5230576" y="126185"/>
                  </a:lnTo>
                  <a:lnTo>
                    <a:pt x="5311273" y="153820"/>
                  </a:lnTo>
                  <a:lnTo>
                    <a:pt x="5386145" y="184509"/>
                  </a:lnTo>
                  <a:lnTo>
                    <a:pt x="5455202" y="218575"/>
                  </a:lnTo>
                  <a:lnTo>
                    <a:pt x="5518845" y="256445"/>
                  </a:lnTo>
                  <a:lnTo>
                    <a:pt x="5577720" y="298643"/>
                  </a:lnTo>
                  <a:lnTo>
                    <a:pt x="5632609" y="345762"/>
                  </a:lnTo>
                  <a:lnTo>
                    <a:pt x="5684342" y="398410"/>
                  </a:lnTo>
                  <a:lnTo>
                    <a:pt x="5733737" y="457132"/>
                  </a:lnTo>
                  <a:lnTo>
                    <a:pt x="5781527" y="522260"/>
                  </a:lnTo>
                  <a:lnTo>
                    <a:pt x="5784835" y="527069"/>
                  </a:lnTo>
                  <a:lnTo>
                    <a:pt x="5820475" y="581305"/>
                  </a:lnTo>
                  <a:lnTo>
                    <a:pt x="5855787" y="639334"/>
                  </a:lnTo>
                  <a:lnTo>
                    <a:pt x="5890968" y="701235"/>
                  </a:lnTo>
                  <a:lnTo>
                    <a:pt x="5926173" y="767028"/>
                  </a:lnTo>
                  <a:lnTo>
                    <a:pt x="5961524" y="836675"/>
                  </a:lnTo>
                  <a:lnTo>
                    <a:pt x="5997106" y="910069"/>
                  </a:lnTo>
                  <a:lnTo>
                    <a:pt x="6032978" y="987032"/>
                  </a:lnTo>
                  <a:lnTo>
                    <a:pt x="6069169" y="1067314"/>
                  </a:lnTo>
                  <a:lnTo>
                    <a:pt x="6105682" y="1150590"/>
                  </a:lnTo>
                  <a:lnTo>
                    <a:pt x="6142500" y="1236469"/>
                  </a:lnTo>
                  <a:lnTo>
                    <a:pt x="6179582" y="1324494"/>
                  </a:lnTo>
                  <a:lnTo>
                    <a:pt x="6216876" y="1414154"/>
                  </a:lnTo>
                  <a:lnTo>
                    <a:pt x="6254311" y="1504895"/>
                  </a:lnTo>
                  <a:lnTo>
                    <a:pt x="6291814" y="1596134"/>
                  </a:lnTo>
                  <a:lnTo>
                    <a:pt x="6329303" y="1687276"/>
                  </a:lnTo>
                  <a:lnTo>
                    <a:pt x="6366701" y="1777726"/>
                  </a:lnTo>
                  <a:lnTo>
                    <a:pt x="6403932" y="1866911"/>
                  </a:lnTo>
                  <a:lnTo>
                    <a:pt x="6440933" y="1954288"/>
                  </a:lnTo>
                  <a:lnTo>
                    <a:pt x="6477654" y="2039363"/>
                  </a:lnTo>
                  <a:lnTo>
                    <a:pt x="6514063" y="2121700"/>
                  </a:lnTo>
                  <a:lnTo>
                    <a:pt x="6550148" y="2200929"/>
                  </a:lnTo>
                  <a:lnTo>
                    <a:pt x="6585921" y="2276749"/>
                  </a:lnTo>
                  <a:lnTo>
                    <a:pt x="6621420" y="2348933"/>
                  </a:lnTo>
                  <a:lnTo>
                    <a:pt x="6656712" y="2417329"/>
                  </a:lnTo>
                  <a:lnTo>
                    <a:pt x="6691894" y="2481850"/>
                  </a:lnTo>
                  <a:lnTo>
                    <a:pt x="6727099" y="2542480"/>
                  </a:lnTo>
                  <a:lnTo>
                    <a:pt x="6762494" y="2599258"/>
                  </a:lnTo>
                  <a:lnTo>
                    <a:pt x="6786527" y="2635346"/>
                  </a:lnTo>
                  <a:lnTo>
                    <a:pt x="6834228" y="2700926"/>
                  </a:lnTo>
                  <a:lnTo>
                    <a:pt x="6883488" y="2760090"/>
                  </a:lnTo>
                  <a:lnTo>
                    <a:pt x="6935032" y="2813148"/>
                  </a:lnTo>
                  <a:lnTo>
                    <a:pt x="6989672" y="2860635"/>
                  </a:lnTo>
                  <a:lnTo>
                    <a:pt x="7048241" y="2903158"/>
                  </a:lnTo>
                  <a:lnTo>
                    <a:pt x="7111526" y="2941314"/>
                  </a:lnTo>
                  <a:lnTo>
                    <a:pt x="7180187" y="2975631"/>
                  </a:lnTo>
                  <a:lnTo>
                    <a:pt x="7254645" y="3006546"/>
                  </a:lnTo>
                  <a:lnTo>
                    <a:pt x="7334944" y="3034387"/>
                  </a:lnTo>
                  <a:lnTo>
                    <a:pt x="7420576" y="3059369"/>
                  </a:lnTo>
                  <a:lnTo>
                    <a:pt x="7510296" y="3081598"/>
                  </a:lnTo>
                  <a:lnTo>
                    <a:pt x="7601988" y="3101084"/>
                  </a:lnTo>
                  <a:lnTo>
                    <a:pt x="7692640" y="3117778"/>
                  </a:lnTo>
                  <a:lnTo>
                    <a:pt x="7778518" y="3131615"/>
                  </a:lnTo>
                  <a:lnTo>
                    <a:pt x="7855609" y="3142578"/>
                  </a:lnTo>
                  <a:lnTo>
                    <a:pt x="7920277" y="3150759"/>
                  </a:lnTo>
                  <a:lnTo>
                    <a:pt x="7970004" y="3156389"/>
                  </a:lnTo>
                  <a:lnTo>
                    <a:pt x="8003990" y="3159851"/>
                  </a:lnTo>
                  <a:lnTo>
                    <a:pt x="8023430" y="3161640"/>
                  </a:lnTo>
                  <a:lnTo>
                    <a:pt x="8031446" y="3162310"/>
                  </a:lnTo>
                  <a:lnTo>
                    <a:pt x="8032819" y="3162415"/>
                  </a:lnTo>
                  <a:lnTo>
                    <a:pt x="8032819" y="3162415"/>
                  </a:lnTo>
                  <a:lnTo>
                    <a:pt x="8554953" y="3162415"/>
                  </a:lnTo>
                  <a:lnTo>
                    <a:pt x="8554953" y="3162415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026" name="pl2026"/>
            <p:cNvSpPr/>
            <p:nvPr/>
          </p:nvSpPr>
          <p:spPr>
            <a:xfrm>
              <a:off x="386606" y="1083896"/>
              <a:ext cx="8554953" cy="4884803"/>
            </a:xfrm>
            <a:custGeom>
              <a:avLst/>
              <a:pathLst>
                <a:path w="8554953" h="4884803">
                  <a:moveTo>
                    <a:pt x="8554953" y="3162415"/>
                  </a:moveTo>
                  <a:lnTo>
                    <a:pt x="8032819" y="3162415"/>
                  </a:lnTo>
                  <a:lnTo>
                    <a:pt x="8031694" y="3162330"/>
                  </a:lnTo>
                  <a:lnTo>
                    <a:pt x="8024318" y="3161717"/>
                  </a:lnTo>
                  <a:lnTo>
                    <a:pt x="8005802" y="3160025"/>
                  </a:lnTo>
                  <a:lnTo>
                    <a:pt x="7972899" y="3156697"/>
                  </a:lnTo>
                  <a:lnTo>
                    <a:pt x="7924272" y="3151233"/>
                  </a:lnTo>
                  <a:lnTo>
                    <a:pt x="7860587" y="3143241"/>
                  </a:lnTo>
                  <a:lnTo>
                    <a:pt x="7784257" y="3132477"/>
                  </a:lnTo>
                  <a:lnTo>
                    <a:pt x="7698865" y="3118842"/>
                  </a:lnTo>
                  <a:lnTo>
                    <a:pt x="7608420" y="3102347"/>
                  </a:lnTo>
                  <a:lnTo>
                    <a:pt x="7516693" y="3083054"/>
                  </a:lnTo>
                  <a:lnTo>
                    <a:pt x="7426754" y="3061017"/>
                  </a:lnTo>
                  <a:lnTo>
                    <a:pt x="7340786" y="3036230"/>
                  </a:lnTo>
                  <a:lnTo>
                    <a:pt x="7260089" y="3008595"/>
                  </a:lnTo>
                  <a:lnTo>
                    <a:pt x="7185217" y="2977905"/>
                  </a:lnTo>
                  <a:lnTo>
                    <a:pt x="7116160" y="2943840"/>
                  </a:lnTo>
                  <a:lnTo>
                    <a:pt x="7052517" y="2905970"/>
                  </a:lnTo>
                  <a:lnTo>
                    <a:pt x="6993642" y="2863772"/>
                  </a:lnTo>
                  <a:lnTo>
                    <a:pt x="6938753" y="2816653"/>
                  </a:lnTo>
                  <a:lnTo>
                    <a:pt x="6887020" y="2764005"/>
                  </a:lnTo>
                  <a:lnTo>
                    <a:pt x="6837625" y="2705283"/>
                  </a:lnTo>
                  <a:lnTo>
                    <a:pt x="6789835" y="2640155"/>
                  </a:lnTo>
                  <a:lnTo>
                    <a:pt x="6786527" y="2635346"/>
                  </a:lnTo>
                  <a:lnTo>
                    <a:pt x="6750887" y="2581110"/>
                  </a:lnTo>
                  <a:lnTo>
                    <a:pt x="6715575" y="2523081"/>
                  </a:lnTo>
                  <a:lnTo>
                    <a:pt x="6680394" y="2461180"/>
                  </a:lnTo>
                  <a:lnTo>
                    <a:pt x="6645189" y="2395387"/>
                  </a:lnTo>
                  <a:lnTo>
                    <a:pt x="6609838" y="2325740"/>
                  </a:lnTo>
                  <a:lnTo>
                    <a:pt x="6574256" y="2252346"/>
                  </a:lnTo>
                  <a:lnTo>
                    <a:pt x="6538384" y="2175383"/>
                  </a:lnTo>
                  <a:lnTo>
                    <a:pt x="6502193" y="2095101"/>
                  </a:lnTo>
                  <a:lnTo>
                    <a:pt x="6465680" y="2011824"/>
                  </a:lnTo>
                  <a:lnTo>
                    <a:pt x="6428862" y="1925945"/>
                  </a:lnTo>
                  <a:lnTo>
                    <a:pt x="6391780" y="1837920"/>
                  </a:lnTo>
                  <a:lnTo>
                    <a:pt x="6354486" y="1748261"/>
                  </a:lnTo>
                  <a:lnTo>
                    <a:pt x="6317051" y="1657520"/>
                  </a:lnTo>
                  <a:lnTo>
                    <a:pt x="6279548" y="1566280"/>
                  </a:lnTo>
                  <a:lnTo>
                    <a:pt x="6242059" y="1475139"/>
                  </a:lnTo>
                  <a:lnTo>
                    <a:pt x="6204661" y="1384688"/>
                  </a:lnTo>
                  <a:lnTo>
                    <a:pt x="6167430" y="1295504"/>
                  </a:lnTo>
                  <a:lnTo>
                    <a:pt x="6130429" y="1208127"/>
                  </a:lnTo>
                  <a:lnTo>
                    <a:pt x="6093707" y="1123052"/>
                  </a:lnTo>
                  <a:lnTo>
                    <a:pt x="6057299" y="1040715"/>
                  </a:lnTo>
                  <a:lnTo>
                    <a:pt x="6021214" y="961486"/>
                  </a:lnTo>
                  <a:lnTo>
                    <a:pt x="5985441" y="885666"/>
                  </a:lnTo>
                  <a:lnTo>
                    <a:pt x="5949942" y="813482"/>
                  </a:lnTo>
                  <a:lnTo>
                    <a:pt x="5914650" y="745086"/>
                  </a:lnTo>
                  <a:lnTo>
                    <a:pt x="5879468" y="680564"/>
                  </a:lnTo>
                  <a:lnTo>
                    <a:pt x="5844263" y="619935"/>
                  </a:lnTo>
                  <a:lnTo>
                    <a:pt x="5808868" y="563157"/>
                  </a:lnTo>
                  <a:lnTo>
                    <a:pt x="5784835" y="527069"/>
                  </a:lnTo>
                  <a:lnTo>
                    <a:pt x="5737134" y="461489"/>
                  </a:lnTo>
                  <a:lnTo>
                    <a:pt x="5687874" y="402325"/>
                  </a:lnTo>
                  <a:lnTo>
                    <a:pt x="5636330" y="349267"/>
                  </a:lnTo>
                  <a:lnTo>
                    <a:pt x="5581690" y="301780"/>
                  </a:lnTo>
                  <a:lnTo>
                    <a:pt x="5523121" y="259256"/>
                  </a:lnTo>
                  <a:lnTo>
                    <a:pt x="5459836" y="221101"/>
                  </a:lnTo>
                  <a:lnTo>
                    <a:pt x="5391175" y="186784"/>
                  </a:lnTo>
                  <a:lnTo>
                    <a:pt x="5316717" y="155869"/>
                  </a:lnTo>
                  <a:lnTo>
                    <a:pt x="5236417" y="128028"/>
                  </a:lnTo>
                  <a:lnTo>
                    <a:pt x="5150786" y="103046"/>
                  </a:lnTo>
                  <a:lnTo>
                    <a:pt x="5061066" y="80817"/>
                  </a:lnTo>
                  <a:lnTo>
                    <a:pt x="4969373" y="61331"/>
                  </a:lnTo>
                  <a:lnTo>
                    <a:pt x="4878722" y="44637"/>
                  </a:lnTo>
                  <a:lnTo>
                    <a:pt x="4792844" y="30800"/>
                  </a:lnTo>
                  <a:lnTo>
                    <a:pt x="4715753" y="19836"/>
                  </a:lnTo>
                  <a:lnTo>
                    <a:pt x="4651085" y="11656"/>
                  </a:lnTo>
                  <a:lnTo>
                    <a:pt x="4601358" y="6026"/>
                  </a:lnTo>
                  <a:lnTo>
                    <a:pt x="4567372" y="2564"/>
                  </a:lnTo>
                  <a:lnTo>
                    <a:pt x="4547932" y="774"/>
                  </a:lnTo>
                  <a:lnTo>
                    <a:pt x="4539916" y="105"/>
                  </a:lnTo>
                  <a:lnTo>
                    <a:pt x="4538543" y="0"/>
                  </a:lnTo>
                  <a:lnTo>
                    <a:pt x="4538543" y="0"/>
                  </a:lnTo>
                  <a:lnTo>
                    <a:pt x="4016409" y="0"/>
                  </a:lnTo>
                  <a:lnTo>
                    <a:pt x="4015551" y="100"/>
                  </a:lnTo>
                  <a:lnTo>
                    <a:pt x="4009892" y="815"/>
                  </a:lnTo>
                  <a:lnTo>
                    <a:pt x="3995568" y="2792"/>
                  </a:lnTo>
                  <a:lnTo>
                    <a:pt x="3969819" y="6686"/>
                  </a:lnTo>
                  <a:lnTo>
                    <a:pt x="3931164" y="13114"/>
                  </a:lnTo>
                  <a:lnTo>
                    <a:pt x="3879515" y="22594"/>
                  </a:lnTo>
                  <a:lnTo>
                    <a:pt x="3816113" y="35497"/>
                  </a:lnTo>
                  <a:lnTo>
                    <a:pt x="3743245" y="52036"/>
                  </a:lnTo>
                  <a:lnTo>
                    <a:pt x="3663817" y="72273"/>
                  </a:lnTo>
                  <a:lnTo>
                    <a:pt x="3580878" y="96172"/>
                  </a:lnTo>
                  <a:lnTo>
                    <a:pt x="3497226" y="123656"/>
                  </a:lnTo>
                  <a:lnTo>
                    <a:pt x="3415148" y="154664"/>
                  </a:lnTo>
                  <a:lnTo>
                    <a:pt x="3336304" y="189202"/>
                  </a:lnTo>
                  <a:lnTo>
                    <a:pt x="3261741" y="227371"/>
                  </a:lnTo>
                  <a:lnTo>
                    <a:pt x="3191973" y="269390"/>
                  </a:lnTo>
                  <a:lnTo>
                    <a:pt x="3127092" y="315599"/>
                  </a:lnTo>
                  <a:lnTo>
                    <a:pt x="3066886" y="366455"/>
                  </a:lnTo>
                  <a:lnTo>
                    <a:pt x="3010933" y="422526"/>
                  </a:lnTo>
                  <a:lnTo>
                    <a:pt x="2958686" y="484470"/>
                  </a:lnTo>
                  <a:lnTo>
                    <a:pt x="2909528" y="552997"/>
                  </a:lnTo>
                  <a:lnTo>
                    <a:pt x="2862827" y="628816"/>
                  </a:lnTo>
                  <a:lnTo>
                    <a:pt x="2817970" y="712534"/>
                  </a:lnTo>
                  <a:lnTo>
                    <a:pt x="2774410" y="804504"/>
                  </a:lnTo>
                  <a:lnTo>
                    <a:pt x="2770117" y="814133"/>
                  </a:lnTo>
                  <a:lnTo>
                    <a:pt x="2740588" y="883060"/>
                  </a:lnTo>
                  <a:lnTo>
                    <a:pt x="2711310" y="955983"/>
                  </a:lnTo>
                  <a:lnTo>
                    <a:pt x="2682164" y="1032982"/>
                  </a:lnTo>
                  <a:lnTo>
                    <a:pt x="2653052" y="1114098"/>
                  </a:lnTo>
                  <a:lnTo>
                    <a:pt x="2623895" y="1199330"/>
                  </a:lnTo>
                  <a:lnTo>
                    <a:pt x="2594628" y="1288630"/>
                  </a:lnTo>
                  <a:lnTo>
                    <a:pt x="2565203" y="1381901"/>
                  </a:lnTo>
                  <a:lnTo>
                    <a:pt x="2535586" y="1478997"/>
                  </a:lnTo>
                  <a:lnTo>
                    <a:pt x="2505755" y="1579716"/>
                  </a:lnTo>
                  <a:lnTo>
                    <a:pt x="2475703" y="1683805"/>
                  </a:lnTo>
                  <a:lnTo>
                    <a:pt x="2445431" y="1790957"/>
                  </a:lnTo>
                  <a:lnTo>
                    <a:pt x="2414952" y="1900816"/>
                  </a:lnTo>
                  <a:lnTo>
                    <a:pt x="2384290" y="2012983"/>
                  </a:lnTo>
                  <a:lnTo>
                    <a:pt x="2353473" y="2127015"/>
                  </a:lnTo>
                  <a:lnTo>
                    <a:pt x="2322538" y="2242439"/>
                  </a:lnTo>
                  <a:lnTo>
                    <a:pt x="2291526" y="2358754"/>
                  </a:lnTo>
                  <a:lnTo>
                    <a:pt x="2260482" y="2475444"/>
                  </a:lnTo>
                  <a:lnTo>
                    <a:pt x="2229450" y="2591985"/>
                  </a:lnTo>
                  <a:lnTo>
                    <a:pt x="2198477" y="2707858"/>
                  </a:lnTo>
                  <a:lnTo>
                    <a:pt x="2167604" y="2822554"/>
                  </a:lnTo>
                  <a:lnTo>
                    <a:pt x="2136870" y="2935586"/>
                  </a:lnTo>
                  <a:lnTo>
                    <a:pt x="2106309" y="3046499"/>
                  </a:lnTo>
                  <a:lnTo>
                    <a:pt x="2075945" y="3154871"/>
                  </a:lnTo>
                  <a:lnTo>
                    <a:pt x="2045796" y="3260329"/>
                  </a:lnTo>
                  <a:lnTo>
                    <a:pt x="2015870" y="3362544"/>
                  </a:lnTo>
                  <a:lnTo>
                    <a:pt x="1986162" y="3461240"/>
                  </a:lnTo>
                  <a:lnTo>
                    <a:pt x="1956657" y="3556192"/>
                  </a:lnTo>
                  <a:lnTo>
                    <a:pt x="1927327" y="3647229"/>
                  </a:lnTo>
                  <a:lnTo>
                    <a:pt x="1898129" y="3734234"/>
                  </a:lnTo>
                  <a:lnTo>
                    <a:pt x="1869006" y="3817138"/>
                  </a:lnTo>
                  <a:lnTo>
                    <a:pt x="1839886" y="3895921"/>
                  </a:lnTo>
                  <a:lnTo>
                    <a:pt x="1810678" y="3970604"/>
                  </a:lnTo>
                  <a:lnTo>
                    <a:pt x="1781274" y="4041253"/>
                  </a:lnTo>
                  <a:lnTo>
                    <a:pt x="1768425" y="4070669"/>
                  </a:lnTo>
                  <a:lnTo>
                    <a:pt x="1724968" y="4163465"/>
                  </a:lnTo>
                  <a:lnTo>
                    <a:pt x="1680264" y="4247997"/>
                  </a:lnTo>
                  <a:lnTo>
                    <a:pt x="1633773" y="4324579"/>
                  </a:lnTo>
                  <a:lnTo>
                    <a:pt x="1584889" y="4393803"/>
                  </a:lnTo>
                  <a:lnTo>
                    <a:pt x="1532978" y="4456371"/>
                  </a:lnTo>
                  <a:lnTo>
                    <a:pt x="1477421" y="4512997"/>
                  </a:lnTo>
                  <a:lnTo>
                    <a:pt x="1417661" y="4564347"/>
                  </a:lnTo>
                  <a:lnTo>
                    <a:pt x="1353261" y="4610996"/>
                  </a:lnTo>
                  <a:lnTo>
                    <a:pt x="1283982" y="4653416"/>
                  </a:lnTo>
                  <a:lnTo>
                    <a:pt x="1209882" y="4691958"/>
                  </a:lnTo>
                  <a:lnTo>
                    <a:pt x="1131428" y="4726851"/>
                  </a:lnTo>
                  <a:lnTo>
                    <a:pt x="1049608" y="4758210"/>
                  </a:lnTo>
                  <a:lnTo>
                    <a:pt x="966021" y="4786047"/>
                  </a:lnTo>
                  <a:lnTo>
                    <a:pt x="882892" y="4810308"/>
                  </a:lnTo>
                  <a:lnTo>
                    <a:pt x="802977" y="4830913"/>
                  </a:lnTo>
                  <a:lnTo>
                    <a:pt x="729319" y="4847820"/>
                  </a:lnTo>
                  <a:lnTo>
                    <a:pt x="664856" y="4861080"/>
                  </a:lnTo>
                  <a:lnTo>
                    <a:pt x="611959" y="4870887"/>
                  </a:lnTo>
                  <a:lnTo>
                    <a:pt x="571988" y="4877598"/>
                  </a:lnTo>
                  <a:lnTo>
                    <a:pt x="544995" y="4881718"/>
                  </a:lnTo>
                  <a:lnTo>
                    <a:pt x="529636" y="4883857"/>
                  </a:lnTo>
                  <a:lnTo>
                    <a:pt x="523268" y="4884669"/>
                  </a:lnTo>
                  <a:lnTo>
                    <a:pt x="522134" y="4884802"/>
                  </a:lnTo>
                  <a:lnTo>
                    <a:pt x="522133" y="4884803"/>
                  </a:lnTo>
                  <a:lnTo>
                    <a:pt x="0" y="4884803"/>
                  </a:lnTo>
                  <a:lnTo>
                    <a:pt x="0" y="4884803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027" name="pg2027"/>
            <p:cNvSpPr/>
            <p:nvPr/>
          </p:nvSpPr>
          <p:spPr>
            <a:xfrm>
              <a:off x="386606" y="2518277"/>
              <a:ext cx="8554953" cy="3529481"/>
            </a:xfrm>
            <a:custGeom>
              <a:avLst/>
              <a:pathLst>
                <a:path w="8554953" h="3529481">
                  <a:moveTo>
                    <a:pt x="0" y="3529481"/>
                  </a:moveTo>
                  <a:lnTo>
                    <a:pt x="522133" y="3529481"/>
                  </a:lnTo>
                  <a:lnTo>
                    <a:pt x="523229" y="3529388"/>
                  </a:lnTo>
                  <a:lnTo>
                    <a:pt x="530416" y="3528725"/>
                  </a:lnTo>
                  <a:lnTo>
                    <a:pt x="548475" y="3526890"/>
                  </a:lnTo>
                  <a:lnTo>
                    <a:pt x="580604" y="3523281"/>
                  </a:lnTo>
                  <a:lnTo>
                    <a:pt x="628167" y="3517352"/>
                  </a:lnTo>
                  <a:lnTo>
                    <a:pt x="690592" y="3508672"/>
                  </a:lnTo>
                  <a:lnTo>
                    <a:pt x="765599" y="3496967"/>
                  </a:lnTo>
                  <a:lnTo>
                    <a:pt x="849750" y="3482124"/>
                  </a:lnTo>
                  <a:lnTo>
                    <a:pt x="939143" y="3464147"/>
                  </a:lnTo>
                  <a:lnTo>
                    <a:pt x="1030074" y="3443102"/>
                  </a:lnTo>
                  <a:lnTo>
                    <a:pt x="1119481" y="3419051"/>
                  </a:lnTo>
                  <a:lnTo>
                    <a:pt x="1205159" y="3391994"/>
                  </a:lnTo>
                  <a:lnTo>
                    <a:pt x="1285758" y="3361839"/>
                  </a:lnTo>
                  <a:lnTo>
                    <a:pt x="1360666" y="3328373"/>
                  </a:lnTo>
                  <a:lnTo>
                    <a:pt x="1429837" y="3291263"/>
                  </a:lnTo>
                  <a:lnTo>
                    <a:pt x="1493621" y="3250060"/>
                  </a:lnTo>
                  <a:lnTo>
                    <a:pt x="1552620" y="3204207"/>
                  </a:lnTo>
                  <a:lnTo>
                    <a:pt x="1607581" y="3153071"/>
                  </a:lnTo>
                  <a:lnTo>
                    <a:pt x="1659312" y="3095989"/>
                  </a:lnTo>
                  <a:lnTo>
                    <a:pt x="1708613" y="3032350"/>
                  </a:lnTo>
                  <a:lnTo>
                    <a:pt x="1756218" y="2961739"/>
                  </a:lnTo>
                  <a:lnTo>
                    <a:pt x="1768425" y="2942176"/>
                  </a:lnTo>
                  <a:lnTo>
                    <a:pt x="1802506" y="2884488"/>
                  </a:lnTo>
                  <a:lnTo>
                    <a:pt x="1836279" y="2822941"/>
                  </a:lnTo>
                  <a:lnTo>
                    <a:pt x="1869917" y="2757455"/>
                  </a:lnTo>
                  <a:lnTo>
                    <a:pt x="1903562" y="2688005"/>
                  </a:lnTo>
                  <a:lnTo>
                    <a:pt x="1937322" y="2614617"/>
                  </a:lnTo>
                  <a:lnTo>
                    <a:pt x="1971279" y="2537383"/>
                  </a:lnTo>
                  <a:lnTo>
                    <a:pt x="2005490" y="2456459"/>
                  </a:lnTo>
                  <a:lnTo>
                    <a:pt x="2039987" y="2372067"/>
                  </a:lnTo>
                  <a:lnTo>
                    <a:pt x="2074780" y="2284501"/>
                  </a:lnTo>
                  <a:lnTo>
                    <a:pt x="2109860" y="2194118"/>
                  </a:lnTo>
                  <a:lnTo>
                    <a:pt x="2145200" y="2101337"/>
                  </a:lnTo>
                  <a:lnTo>
                    <a:pt x="2180759" y="2006633"/>
                  </a:lnTo>
                  <a:lnTo>
                    <a:pt x="2216482" y="1910525"/>
                  </a:lnTo>
                  <a:lnTo>
                    <a:pt x="2252307" y="1813567"/>
                  </a:lnTo>
                  <a:lnTo>
                    <a:pt x="2288164" y="1716334"/>
                  </a:lnTo>
                  <a:lnTo>
                    <a:pt x="2323985" y="1619407"/>
                  </a:lnTo>
                  <a:lnTo>
                    <a:pt x="2359701" y="1523361"/>
                  </a:lnTo>
                  <a:lnTo>
                    <a:pt x="2395249" y="1428747"/>
                  </a:lnTo>
                  <a:lnTo>
                    <a:pt x="2430576" y="1336083"/>
                  </a:lnTo>
                  <a:lnTo>
                    <a:pt x="2465641" y="1245841"/>
                  </a:lnTo>
                  <a:lnTo>
                    <a:pt x="2500418" y="1158437"/>
                  </a:lnTo>
                  <a:lnTo>
                    <a:pt x="2534899" y="1074226"/>
                  </a:lnTo>
                  <a:lnTo>
                    <a:pt x="2569095" y="993495"/>
                  </a:lnTo>
                  <a:lnTo>
                    <a:pt x="2603041" y="916465"/>
                  </a:lnTo>
                  <a:lnTo>
                    <a:pt x="2636792" y="843287"/>
                  </a:lnTo>
                  <a:lnTo>
                    <a:pt x="2670433" y="774049"/>
                  </a:lnTo>
                  <a:lnTo>
                    <a:pt x="2704075" y="708777"/>
                  </a:lnTo>
                  <a:lnTo>
                    <a:pt x="2737860" y="647440"/>
                  </a:lnTo>
                  <a:lnTo>
                    <a:pt x="2770117" y="592952"/>
                  </a:lnTo>
                  <a:lnTo>
                    <a:pt x="2817385" y="520501"/>
                  </a:lnTo>
                  <a:lnTo>
                    <a:pt x="2866178" y="455072"/>
                  </a:lnTo>
                  <a:lnTo>
                    <a:pt x="2917200" y="396335"/>
                  </a:lnTo>
                  <a:lnTo>
                    <a:pt x="2971240" y="343713"/>
                  </a:lnTo>
                  <a:lnTo>
                    <a:pt x="3029111" y="296547"/>
                  </a:lnTo>
                  <a:lnTo>
                    <a:pt x="3091582" y="254189"/>
                  </a:lnTo>
                  <a:lnTo>
                    <a:pt x="3159302" y="216061"/>
                  </a:lnTo>
                  <a:lnTo>
                    <a:pt x="3232701" y="181682"/>
                  </a:lnTo>
                  <a:lnTo>
                    <a:pt x="3311850" y="150689"/>
                  </a:lnTo>
                  <a:lnTo>
                    <a:pt x="3396302" y="122838"/>
                  </a:lnTo>
                  <a:lnTo>
                    <a:pt x="3484913" y="98007"/>
                  </a:lnTo>
                  <a:lnTo>
                    <a:pt x="3575709" y="76174"/>
                  </a:lnTo>
                  <a:lnTo>
                    <a:pt x="3665840" y="57390"/>
                  </a:lnTo>
                  <a:lnTo>
                    <a:pt x="3751735" y="41726"/>
                  </a:lnTo>
                  <a:lnTo>
                    <a:pt x="3829488" y="29208"/>
                  </a:lnTo>
                  <a:lnTo>
                    <a:pt x="3895471" y="19760"/>
                  </a:lnTo>
                  <a:lnTo>
                    <a:pt x="3947038" y="13149"/>
                  </a:lnTo>
                  <a:lnTo>
                    <a:pt x="3983138" y="8984"/>
                  </a:lnTo>
                  <a:lnTo>
                    <a:pt x="4004626" y="6744"/>
                  </a:lnTo>
                  <a:lnTo>
                    <a:pt x="4014246" y="5834"/>
                  </a:lnTo>
                  <a:lnTo>
                    <a:pt x="4016409" y="5647"/>
                  </a:lnTo>
                  <a:lnTo>
                    <a:pt x="4538543" y="5647"/>
                  </a:lnTo>
                  <a:lnTo>
                    <a:pt x="4539761" y="5700"/>
                  </a:lnTo>
                  <a:lnTo>
                    <a:pt x="4547731" y="6079"/>
                  </a:lnTo>
                  <a:lnTo>
                    <a:pt x="4567684" y="7129"/>
                  </a:lnTo>
                  <a:lnTo>
                    <a:pt x="4603006" y="9191"/>
                  </a:lnTo>
                  <a:lnTo>
                    <a:pt x="4654937" y="12571"/>
                  </a:lnTo>
                  <a:lnTo>
                    <a:pt x="4722502" y="17500"/>
                  </a:lnTo>
                  <a:lnTo>
                    <a:pt x="4802851" y="24117"/>
                  </a:lnTo>
                  <a:lnTo>
                    <a:pt x="4891966" y="32467"/>
                  </a:lnTo>
                  <a:lnTo>
                    <a:pt x="4985502" y="42535"/>
                  </a:lnTo>
                  <a:lnTo>
                    <a:pt x="5079520" y="54280"/>
                  </a:lnTo>
                  <a:lnTo>
                    <a:pt x="5170928" y="67677"/>
                  </a:lnTo>
                  <a:lnTo>
                    <a:pt x="5257645" y="82744"/>
                  </a:lnTo>
                  <a:lnTo>
                    <a:pt x="5338534" y="99562"/>
                  </a:lnTo>
                  <a:lnTo>
                    <a:pt x="5413222" y="118284"/>
                  </a:lnTo>
                  <a:lnTo>
                    <a:pt x="5481897" y="139133"/>
                  </a:lnTo>
                  <a:lnTo>
                    <a:pt x="5545116" y="162401"/>
                  </a:lnTo>
                  <a:lnTo>
                    <a:pt x="5603651" y="188430"/>
                  </a:lnTo>
                  <a:lnTo>
                    <a:pt x="5658384" y="217599"/>
                  </a:lnTo>
                  <a:lnTo>
                    <a:pt x="5710218" y="250273"/>
                  </a:lnTo>
                  <a:lnTo>
                    <a:pt x="5759999" y="286737"/>
                  </a:lnTo>
                  <a:lnTo>
                    <a:pt x="5784835" y="306829"/>
                  </a:lnTo>
                  <a:lnTo>
                    <a:pt x="5828285" y="344947"/>
                  </a:lnTo>
                  <a:lnTo>
                    <a:pt x="5871313" y="386310"/>
                  </a:lnTo>
                  <a:lnTo>
                    <a:pt x="5914252" y="430982"/>
                  </a:lnTo>
                  <a:lnTo>
                    <a:pt x="5957351" y="478949"/>
                  </a:lnTo>
                  <a:lnTo>
                    <a:pt x="6000781" y="530117"/>
                  </a:lnTo>
                  <a:lnTo>
                    <a:pt x="6044647" y="584302"/>
                  </a:lnTo>
                  <a:lnTo>
                    <a:pt x="6088991" y="641227"/>
                  </a:lnTo>
                  <a:lnTo>
                    <a:pt x="6133805" y="700525"/>
                  </a:lnTo>
                  <a:lnTo>
                    <a:pt x="6179028" y="761744"/>
                  </a:lnTo>
                  <a:lnTo>
                    <a:pt x="6224565" y="824359"/>
                  </a:lnTo>
                  <a:lnTo>
                    <a:pt x="6270292" y="887794"/>
                  </a:lnTo>
                  <a:lnTo>
                    <a:pt x="6316068" y="951437"/>
                  </a:lnTo>
                  <a:lnTo>
                    <a:pt x="6361748" y="1014670"/>
                  </a:lnTo>
                  <a:lnTo>
                    <a:pt x="6407195" y="1076889"/>
                  </a:lnTo>
                  <a:lnTo>
                    <a:pt x="6452293" y="1137532"/>
                  </a:lnTo>
                  <a:lnTo>
                    <a:pt x="6496957" y="1196099"/>
                  </a:lnTo>
                  <a:lnTo>
                    <a:pt x="6541144" y="1252162"/>
                  </a:lnTo>
                  <a:lnTo>
                    <a:pt x="6584859" y="1305384"/>
                  </a:lnTo>
                  <a:lnTo>
                    <a:pt x="6628165" y="1355519"/>
                  </a:lnTo>
                  <a:lnTo>
                    <a:pt x="6671190" y="1402412"/>
                  </a:lnTo>
                  <a:lnTo>
                    <a:pt x="6714127" y="1445997"/>
                  </a:lnTo>
                  <a:lnTo>
                    <a:pt x="6757252" y="1486287"/>
                  </a:lnTo>
                  <a:lnTo>
                    <a:pt x="6786527" y="1511559"/>
                  </a:lnTo>
                  <a:lnTo>
                    <a:pt x="6835550" y="1550005"/>
                  </a:lnTo>
                  <a:lnTo>
                    <a:pt x="6886238" y="1584585"/>
                  </a:lnTo>
                  <a:lnTo>
                    <a:pt x="6939381" y="1615499"/>
                  </a:lnTo>
                  <a:lnTo>
                    <a:pt x="6995864" y="1643082"/>
                  </a:lnTo>
                  <a:lnTo>
                    <a:pt x="7056588" y="1667712"/>
                  </a:lnTo>
                  <a:lnTo>
                    <a:pt x="7122395" y="1689754"/>
                  </a:lnTo>
                  <a:lnTo>
                    <a:pt x="7193966" y="1709528"/>
                  </a:lnTo>
                  <a:lnTo>
                    <a:pt x="7271699" y="1727294"/>
                  </a:lnTo>
                  <a:lnTo>
                    <a:pt x="7355533" y="1743239"/>
                  </a:lnTo>
                  <a:lnTo>
                    <a:pt x="7444747" y="1757482"/>
                  </a:lnTo>
                  <a:lnTo>
                    <a:pt x="7537756" y="1770071"/>
                  </a:lnTo>
                  <a:lnTo>
                    <a:pt x="7631984" y="1780999"/>
                  </a:lnTo>
                  <a:lnTo>
                    <a:pt x="7723885" y="1790230"/>
                  </a:lnTo>
                  <a:lnTo>
                    <a:pt x="7809247" y="1797729"/>
                  </a:lnTo>
                  <a:lnTo>
                    <a:pt x="7883780" y="1803508"/>
                  </a:lnTo>
                  <a:lnTo>
                    <a:pt x="7943937" y="1807655"/>
                  </a:lnTo>
                  <a:lnTo>
                    <a:pt x="7987716" y="1810354"/>
                  </a:lnTo>
                  <a:lnTo>
                    <a:pt x="8015213" y="1811879"/>
                  </a:lnTo>
                  <a:lnTo>
                    <a:pt x="8028749" y="1812557"/>
                  </a:lnTo>
                  <a:lnTo>
                    <a:pt x="8032653" y="1812734"/>
                  </a:lnTo>
                  <a:lnTo>
                    <a:pt x="8032819" y="1812741"/>
                  </a:lnTo>
                  <a:lnTo>
                    <a:pt x="8554953" y="1812741"/>
                  </a:lnTo>
                  <a:lnTo>
                    <a:pt x="8554953" y="1807094"/>
                  </a:lnTo>
                  <a:lnTo>
                    <a:pt x="8032819" y="1807094"/>
                  </a:lnTo>
                  <a:lnTo>
                    <a:pt x="8031601" y="1807041"/>
                  </a:lnTo>
                  <a:lnTo>
                    <a:pt x="8023631" y="1806661"/>
                  </a:lnTo>
                  <a:lnTo>
                    <a:pt x="8003678" y="1805612"/>
                  </a:lnTo>
                  <a:lnTo>
                    <a:pt x="7968356" y="1803550"/>
                  </a:lnTo>
                  <a:lnTo>
                    <a:pt x="7916425" y="1800170"/>
                  </a:lnTo>
                  <a:lnTo>
                    <a:pt x="7848860" y="1795241"/>
                  </a:lnTo>
                  <a:lnTo>
                    <a:pt x="7768511" y="1788624"/>
                  </a:lnTo>
                  <a:lnTo>
                    <a:pt x="7679396" y="1780274"/>
                  </a:lnTo>
                  <a:lnTo>
                    <a:pt x="7585860" y="1770206"/>
                  </a:lnTo>
                  <a:lnTo>
                    <a:pt x="7491842" y="1758461"/>
                  </a:lnTo>
                  <a:lnTo>
                    <a:pt x="7400434" y="1745064"/>
                  </a:lnTo>
                  <a:lnTo>
                    <a:pt x="7313717" y="1729997"/>
                  </a:lnTo>
                  <a:lnTo>
                    <a:pt x="7232828" y="1713178"/>
                  </a:lnTo>
                  <a:lnTo>
                    <a:pt x="7158140" y="1694457"/>
                  </a:lnTo>
                  <a:lnTo>
                    <a:pt x="7089464" y="1673608"/>
                  </a:lnTo>
                  <a:lnTo>
                    <a:pt x="7026246" y="1650340"/>
                  </a:lnTo>
                  <a:lnTo>
                    <a:pt x="6967711" y="1624311"/>
                  </a:lnTo>
                  <a:lnTo>
                    <a:pt x="6912978" y="1595142"/>
                  </a:lnTo>
                  <a:lnTo>
                    <a:pt x="6861144" y="1562467"/>
                  </a:lnTo>
                  <a:lnTo>
                    <a:pt x="6811363" y="1526004"/>
                  </a:lnTo>
                  <a:lnTo>
                    <a:pt x="6786527" y="1505912"/>
                  </a:lnTo>
                  <a:lnTo>
                    <a:pt x="6743077" y="1467794"/>
                  </a:lnTo>
                  <a:lnTo>
                    <a:pt x="6700049" y="1426431"/>
                  </a:lnTo>
                  <a:lnTo>
                    <a:pt x="6657110" y="1381759"/>
                  </a:lnTo>
                  <a:lnTo>
                    <a:pt x="6614011" y="1333792"/>
                  </a:lnTo>
                  <a:lnTo>
                    <a:pt x="6570581" y="1282624"/>
                  </a:lnTo>
                  <a:lnTo>
                    <a:pt x="6526715" y="1228439"/>
                  </a:lnTo>
                  <a:lnTo>
                    <a:pt x="6482370" y="1171514"/>
                  </a:lnTo>
                  <a:lnTo>
                    <a:pt x="6437557" y="1112216"/>
                  </a:lnTo>
                  <a:lnTo>
                    <a:pt x="6392334" y="1050997"/>
                  </a:lnTo>
                  <a:lnTo>
                    <a:pt x="6346797" y="988382"/>
                  </a:lnTo>
                  <a:lnTo>
                    <a:pt x="6301070" y="924947"/>
                  </a:lnTo>
                  <a:lnTo>
                    <a:pt x="6255294" y="861304"/>
                  </a:lnTo>
                  <a:lnTo>
                    <a:pt x="6209614" y="798071"/>
                  </a:lnTo>
                  <a:lnTo>
                    <a:pt x="6164167" y="735852"/>
                  </a:lnTo>
                  <a:lnTo>
                    <a:pt x="6119069" y="675208"/>
                  </a:lnTo>
                  <a:lnTo>
                    <a:pt x="6074405" y="616642"/>
                  </a:lnTo>
                  <a:lnTo>
                    <a:pt x="6030218" y="560579"/>
                  </a:lnTo>
                  <a:lnTo>
                    <a:pt x="5986503" y="507357"/>
                  </a:lnTo>
                  <a:lnTo>
                    <a:pt x="5943196" y="457222"/>
                  </a:lnTo>
                  <a:lnTo>
                    <a:pt x="5900172" y="410329"/>
                  </a:lnTo>
                  <a:lnTo>
                    <a:pt x="5857235" y="366744"/>
                  </a:lnTo>
                  <a:lnTo>
                    <a:pt x="5814110" y="326454"/>
                  </a:lnTo>
                  <a:lnTo>
                    <a:pt x="5784835" y="301182"/>
                  </a:lnTo>
                  <a:lnTo>
                    <a:pt x="5735812" y="262736"/>
                  </a:lnTo>
                  <a:lnTo>
                    <a:pt x="5685124" y="228156"/>
                  </a:lnTo>
                  <a:lnTo>
                    <a:pt x="5631981" y="197242"/>
                  </a:lnTo>
                  <a:lnTo>
                    <a:pt x="5575498" y="169659"/>
                  </a:lnTo>
                  <a:lnTo>
                    <a:pt x="5514773" y="145029"/>
                  </a:lnTo>
                  <a:lnTo>
                    <a:pt x="5448967" y="122987"/>
                  </a:lnTo>
                  <a:lnTo>
                    <a:pt x="5377396" y="103212"/>
                  </a:lnTo>
                  <a:lnTo>
                    <a:pt x="5299663" y="85447"/>
                  </a:lnTo>
                  <a:lnTo>
                    <a:pt x="5215829" y="69502"/>
                  </a:lnTo>
                  <a:lnTo>
                    <a:pt x="5126615" y="55259"/>
                  </a:lnTo>
                  <a:lnTo>
                    <a:pt x="5033605" y="42670"/>
                  </a:lnTo>
                  <a:lnTo>
                    <a:pt x="4939378" y="31742"/>
                  </a:lnTo>
                  <a:lnTo>
                    <a:pt x="4847477" y="22511"/>
                  </a:lnTo>
                  <a:lnTo>
                    <a:pt x="4762115" y="15012"/>
                  </a:lnTo>
                  <a:lnTo>
                    <a:pt x="4687581" y="9233"/>
                  </a:lnTo>
                  <a:lnTo>
                    <a:pt x="4627425" y="5086"/>
                  </a:lnTo>
                  <a:lnTo>
                    <a:pt x="4583646" y="2386"/>
                  </a:lnTo>
                  <a:lnTo>
                    <a:pt x="4556149" y="862"/>
                  </a:lnTo>
                  <a:lnTo>
                    <a:pt x="4542613" y="184"/>
                  </a:lnTo>
                  <a:lnTo>
                    <a:pt x="4538709" y="6"/>
                  </a:lnTo>
                  <a:lnTo>
                    <a:pt x="4538543" y="0"/>
                  </a:lnTo>
                  <a:lnTo>
                    <a:pt x="4016409" y="0"/>
                  </a:lnTo>
                  <a:lnTo>
                    <a:pt x="4015314" y="93"/>
                  </a:lnTo>
                  <a:lnTo>
                    <a:pt x="4008126" y="756"/>
                  </a:lnTo>
                  <a:lnTo>
                    <a:pt x="3990067" y="2591"/>
                  </a:lnTo>
                  <a:lnTo>
                    <a:pt x="3957938" y="6200"/>
                  </a:lnTo>
                  <a:lnTo>
                    <a:pt x="3910375" y="12129"/>
                  </a:lnTo>
                  <a:lnTo>
                    <a:pt x="3847950" y="20809"/>
                  </a:lnTo>
                  <a:lnTo>
                    <a:pt x="3772943" y="32514"/>
                  </a:lnTo>
                  <a:lnTo>
                    <a:pt x="3688792" y="47357"/>
                  </a:lnTo>
                  <a:lnTo>
                    <a:pt x="3599399" y="65334"/>
                  </a:lnTo>
                  <a:lnTo>
                    <a:pt x="3508468" y="86379"/>
                  </a:lnTo>
                  <a:lnTo>
                    <a:pt x="3419061" y="110430"/>
                  </a:lnTo>
                  <a:lnTo>
                    <a:pt x="3333384" y="137486"/>
                  </a:lnTo>
                  <a:lnTo>
                    <a:pt x="3252784" y="167642"/>
                  </a:lnTo>
                  <a:lnTo>
                    <a:pt x="3177876" y="201108"/>
                  </a:lnTo>
                  <a:lnTo>
                    <a:pt x="3108705" y="238218"/>
                  </a:lnTo>
                  <a:lnTo>
                    <a:pt x="3044922" y="279421"/>
                  </a:lnTo>
                  <a:lnTo>
                    <a:pt x="2985923" y="325274"/>
                  </a:lnTo>
                  <a:lnTo>
                    <a:pt x="2930961" y="376410"/>
                  </a:lnTo>
                  <a:lnTo>
                    <a:pt x="2879230" y="433492"/>
                  </a:lnTo>
                  <a:lnTo>
                    <a:pt x="2829929" y="497131"/>
                  </a:lnTo>
                  <a:lnTo>
                    <a:pt x="2782324" y="567742"/>
                  </a:lnTo>
                  <a:lnTo>
                    <a:pt x="2770117" y="587305"/>
                  </a:lnTo>
                  <a:lnTo>
                    <a:pt x="2736036" y="644993"/>
                  </a:lnTo>
                  <a:lnTo>
                    <a:pt x="2702263" y="706540"/>
                  </a:lnTo>
                  <a:lnTo>
                    <a:pt x="2668625" y="772026"/>
                  </a:lnTo>
                  <a:lnTo>
                    <a:pt x="2634980" y="841476"/>
                  </a:lnTo>
                  <a:lnTo>
                    <a:pt x="2601220" y="914864"/>
                  </a:lnTo>
                  <a:lnTo>
                    <a:pt x="2567263" y="992098"/>
                  </a:lnTo>
                  <a:lnTo>
                    <a:pt x="2533052" y="1073022"/>
                  </a:lnTo>
                  <a:lnTo>
                    <a:pt x="2498555" y="1157413"/>
                  </a:lnTo>
                  <a:lnTo>
                    <a:pt x="2463762" y="1244980"/>
                  </a:lnTo>
                  <a:lnTo>
                    <a:pt x="2428682" y="1335363"/>
                  </a:lnTo>
                  <a:lnTo>
                    <a:pt x="2393342" y="1428144"/>
                  </a:lnTo>
                  <a:lnTo>
                    <a:pt x="2357783" y="1522848"/>
                  </a:lnTo>
                  <a:lnTo>
                    <a:pt x="2322060" y="1618956"/>
                  </a:lnTo>
                  <a:lnTo>
                    <a:pt x="2286236" y="1715914"/>
                  </a:lnTo>
                  <a:lnTo>
                    <a:pt x="2250378" y="1813147"/>
                  </a:lnTo>
                  <a:lnTo>
                    <a:pt x="2214557" y="1910074"/>
                  </a:lnTo>
                  <a:lnTo>
                    <a:pt x="2178842" y="2006120"/>
                  </a:lnTo>
                  <a:lnTo>
                    <a:pt x="2143293" y="2100734"/>
                  </a:lnTo>
                  <a:lnTo>
                    <a:pt x="2107966" y="2193398"/>
                  </a:lnTo>
                  <a:lnTo>
                    <a:pt x="2072901" y="2283640"/>
                  </a:lnTo>
                  <a:lnTo>
                    <a:pt x="2038124" y="2371044"/>
                  </a:lnTo>
                  <a:lnTo>
                    <a:pt x="2003643" y="2455255"/>
                  </a:lnTo>
                  <a:lnTo>
                    <a:pt x="1969447" y="2535986"/>
                  </a:lnTo>
                  <a:lnTo>
                    <a:pt x="1935501" y="2613016"/>
                  </a:lnTo>
                  <a:lnTo>
                    <a:pt x="1901750" y="2686194"/>
                  </a:lnTo>
                  <a:lnTo>
                    <a:pt x="1868109" y="2755432"/>
                  </a:lnTo>
                  <a:lnTo>
                    <a:pt x="1834467" y="2820704"/>
                  </a:lnTo>
                  <a:lnTo>
                    <a:pt x="1800682" y="2882041"/>
                  </a:lnTo>
                  <a:lnTo>
                    <a:pt x="1768425" y="2936528"/>
                  </a:lnTo>
                  <a:lnTo>
                    <a:pt x="1721157" y="3008980"/>
                  </a:lnTo>
                  <a:lnTo>
                    <a:pt x="1672364" y="3074408"/>
                  </a:lnTo>
                  <a:lnTo>
                    <a:pt x="1621343" y="3133146"/>
                  </a:lnTo>
                  <a:lnTo>
                    <a:pt x="1567302" y="3185768"/>
                  </a:lnTo>
                  <a:lnTo>
                    <a:pt x="1509431" y="3232934"/>
                  </a:lnTo>
                  <a:lnTo>
                    <a:pt x="1446960" y="3275292"/>
                  </a:lnTo>
                  <a:lnTo>
                    <a:pt x="1379240" y="3313420"/>
                  </a:lnTo>
                  <a:lnTo>
                    <a:pt x="1305841" y="3347799"/>
                  </a:lnTo>
                  <a:lnTo>
                    <a:pt x="1226692" y="3378792"/>
                  </a:lnTo>
                  <a:lnTo>
                    <a:pt x="1142241" y="3406643"/>
                  </a:lnTo>
                  <a:lnTo>
                    <a:pt x="1053629" y="3431474"/>
                  </a:lnTo>
                  <a:lnTo>
                    <a:pt x="962834" y="3453307"/>
                  </a:lnTo>
                  <a:lnTo>
                    <a:pt x="872703" y="3472091"/>
                  </a:lnTo>
                  <a:lnTo>
                    <a:pt x="786807" y="3487755"/>
                  </a:lnTo>
                  <a:lnTo>
                    <a:pt x="709054" y="3500272"/>
                  </a:lnTo>
                  <a:lnTo>
                    <a:pt x="643071" y="3509721"/>
                  </a:lnTo>
                  <a:lnTo>
                    <a:pt x="591504" y="3516332"/>
                  </a:lnTo>
                  <a:lnTo>
                    <a:pt x="555404" y="3520497"/>
                  </a:lnTo>
                  <a:lnTo>
                    <a:pt x="533916" y="3522737"/>
                  </a:lnTo>
                  <a:lnTo>
                    <a:pt x="524296" y="3523647"/>
                  </a:lnTo>
                  <a:lnTo>
                    <a:pt x="522133" y="3523834"/>
                  </a:lnTo>
                  <a:lnTo>
                    <a:pt x="0" y="3523834"/>
                  </a:lnTo>
                  <a:close/>
                </a:path>
              </a:pathLst>
            </a:custGeom>
            <a:solidFill>
              <a:srgbClr val="7DD8AC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2028" name="pl2028"/>
            <p:cNvSpPr/>
            <p:nvPr/>
          </p:nvSpPr>
          <p:spPr>
            <a:xfrm>
              <a:off x="386606" y="2523924"/>
              <a:ext cx="8554953" cy="3523834"/>
            </a:xfrm>
            <a:custGeom>
              <a:avLst/>
              <a:pathLst>
                <a:path w="8554953" h="3523834">
                  <a:moveTo>
                    <a:pt x="0" y="3523834"/>
                  </a:moveTo>
                  <a:lnTo>
                    <a:pt x="522133" y="3523834"/>
                  </a:lnTo>
                  <a:lnTo>
                    <a:pt x="523229" y="3523741"/>
                  </a:lnTo>
                  <a:lnTo>
                    <a:pt x="530416" y="3523078"/>
                  </a:lnTo>
                  <a:lnTo>
                    <a:pt x="548475" y="3521243"/>
                  </a:lnTo>
                  <a:lnTo>
                    <a:pt x="580604" y="3517634"/>
                  </a:lnTo>
                  <a:lnTo>
                    <a:pt x="628167" y="3511704"/>
                  </a:lnTo>
                  <a:lnTo>
                    <a:pt x="690592" y="3503024"/>
                  </a:lnTo>
                  <a:lnTo>
                    <a:pt x="765599" y="3491320"/>
                  </a:lnTo>
                  <a:lnTo>
                    <a:pt x="849750" y="3476477"/>
                  </a:lnTo>
                  <a:lnTo>
                    <a:pt x="939143" y="3458499"/>
                  </a:lnTo>
                  <a:lnTo>
                    <a:pt x="1030074" y="3437455"/>
                  </a:lnTo>
                  <a:lnTo>
                    <a:pt x="1119481" y="3413403"/>
                  </a:lnTo>
                  <a:lnTo>
                    <a:pt x="1205159" y="3386347"/>
                  </a:lnTo>
                  <a:lnTo>
                    <a:pt x="1285758" y="3356191"/>
                  </a:lnTo>
                  <a:lnTo>
                    <a:pt x="1360666" y="3322725"/>
                  </a:lnTo>
                  <a:lnTo>
                    <a:pt x="1429837" y="3285616"/>
                  </a:lnTo>
                  <a:lnTo>
                    <a:pt x="1493621" y="3244413"/>
                  </a:lnTo>
                  <a:lnTo>
                    <a:pt x="1552620" y="3198560"/>
                  </a:lnTo>
                  <a:lnTo>
                    <a:pt x="1607581" y="3147424"/>
                  </a:lnTo>
                  <a:lnTo>
                    <a:pt x="1659312" y="3090342"/>
                  </a:lnTo>
                  <a:lnTo>
                    <a:pt x="1708613" y="3026703"/>
                  </a:lnTo>
                  <a:lnTo>
                    <a:pt x="1756218" y="2956092"/>
                  </a:lnTo>
                  <a:lnTo>
                    <a:pt x="1768425" y="2936528"/>
                  </a:lnTo>
                  <a:lnTo>
                    <a:pt x="1802506" y="2878840"/>
                  </a:lnTo>
                  <a:lnTo>
                    <a:pt x="1836279" y="2817293"/>
                  </a:lnTo>
                  <a:lnTo>
                    <a:pt x="1869917" y="2751808"/>
                  </a:lnTo>
                  <a:lnTo>
                    <a:pt x="1903562" y="2682357"/>
                  </a:lnTo>
                  <a:lnTo>
                    <a:pt x="1937322" y="2608970"/>
                  </a:lnTo>
                  <a:lnTo>
                    <a:pt x="1971279" y="2531736"/>
                  </a:lnTo>
                  <a:lnTo>
                    <a:pt x="2005490" y="2450811"/>
                  </a:lnTo>
                  <a:lnTo>
                    <a:pt x="2039987" y="2366420"/>
                  </a:lnTo>
                  <a:lnTo>
                    <a:pt x="2074780" y="2278854"/>
                  </a:lnTo>
                  <a:lnTo>
                    <a:pt x="2109860" y="2188471"/>
                  </a:lnTo>
                  <a:lnTo>
                    <a:pt x="2145200" y="2095690"/>
                  </a:lnTo>
                  <a:lnTo>
                    <a:pt x="2180759" y="2000985"/>
                  </a:lnTo>
                  <a:lnTo>
                    <a:pt x="2216482" y="1904877"/>
                  </a:lnTo>
                  <a:lnTo>
                    <a:pt x="2252307" y="1807920"/>
                  </a:lnTo>
                  <a:lnTo>
                    <a:pt x="2288164" y="1710686"/>
                  </a:lnTo>
                  <a:lnTo>
                    <a:pt x="2323985" y="1613760"/>
                  </a:lnTo>
                  <a:lnTo>
                    <a:pt x="2359701" y="1517713"/>
                  </a:lnTo>
                  <a:lnTo>
                    <a:pt x="2395249" y="1423100"/>
                  </a:lnTo>
                  <a:lnTo>
                    <a:pt x="2430576" y="1330436"/>
                  </a:lnTo>
                  <a:lnTo>
                    <a:pt x="2465641" y="1240194"/>
                  </a:lnTo>
                  <a:lnTo>
                    <a:pt x="2500418" y="1152790"/>
                  </a:lnTo>
                  <a:lnTo>
                    <a:pt x="2534899" y="1068579"/>
                  </a:lnTo>
                  <a:lnTo>
                    <a:pt x="2569095" y="987848"/>
                  </a:lnTo>
                  <a:lnTo>
                    <a:pt x="2603041" y="910817"/>
                  </a:lnTo>
                  <a:lnTo>
                    <a:pt x="2636792" y="837640"/>
                  </a:lnTo>
                  <a:lnTo>
                    <a:pt x="2670433" y="768402"/>
                  </a:lnTo>
                  <a:lnTo>
                    <a:pt x="2704075" y="703130"/>
                  </a:lnTo>
                  <a:lnTo>
                    <a:pt x="2737860" y="641793"/>
                  </a:lnTo>
                  <a:lnTo>
                    <a:pt x="2770117" y="587305"/>
                  </a:lnTo>
                  <a:lnTo>
                    <a:pt x="2817385" y="514854"/>
                  </a:lnTo>
                  <a:lnTo>
                    <a:pt x="2866178" y="449425"/>
                  </a:lnTo>
                  <a:lnTo>
                    <a:pt x="2917200" y="390688"/>
                  </a:lnTo>
                  <a:lnTo>
                    <a:pt x="2971240" y="338066"/>
                  </a:lnTo>
                  <a:lnTo>
                    <a:pt x="3029111" y="290900"/>
                  </a:lnTo>
                  <a:lnTo>
                    <a:pt x="3091582" y="248542"/>
                  </a:lnTo>
                  <a:lnTo>
                    <a:pt x="3159302" y="210413"/>
                  </a:lnTo>
                  <a:lnTo>
                    <a:pt x="3232701" y="176035"/>
                  </a:lnTo>
                  <a:lnTo>
                    <a:pt x="3311850" y="145041"/>
                  </a:lnTo>
                  <a:lnTo>
                    <a:pt x="3396302" y="117191"/>
                  </a:lnTo>
                  <a:lnTo>
                    <a:pt x="3484913" y="92360"/>
                  </a:lnTo>
                  <a:lnTo>
                    <a:pt x="3575709" y="70527"/>
                  </a:lnTo>
                  <a:lnTo>
                    <a:pt x="3665840" y="51743"/>
                  </a:lnTo>
                  <a:lnTo>
                    <a:pt x="3751735" y="36078"/>
                  </a:lnTo>
                  <a:lnTo>
                    <a:pt x="3829488" y="23561"/>
                  </a:lnTo>
                  <a:lnTo>
                    <a:pt x="3895471" y="14113"/>
                  </a:lnTo>
                  <a:lnTo>
                    <a:pt x="3947038" y="7502"/>
                  </a:lnTo>
                  <a:lnTo>
                    <a:pt x="3983138" y="3337"/>
                  </a:lnTo>
                  <a:lnTo>
                    <a:pt x="4004626" y="1097"/>
                  </a:lnTo>
                  <a:lnTo>
                    <a:pt x="4014246" y="187"/>
                  </a:lnTo>
                  <a:lnTo>
                    <a:pt x="4016389" y="1"/>
                  </a:lnTo>
                  <a:lnTo>
                    <a:pt x="4016409" y="0"/>
                  </a:lnTo>
                  <a:lnTo>
                    <a:pt x="4538543" y="0"/>
                  </a:lnTo>
                  <a:lnTo>
                    <a:pt x="4539761" y="53"/>
                  </a:lnTo>
                  <a:lnTo>
                    <a:pt x="4547731" y="432"/>
                  </a:lnTo>
                  <a:lnTo>
                    <a:pt x="4567684" y="1482"/>
                  </a:lnTo>
                  <a:lnTo>
                    <a:pt x="4603006" y="3544"/>
                  </a:lnTo>
                  <a:lnTo>
                    <a:pt x="4654937" y="6924"/>
                  </a:lnTo>
                  <a:lnTo>
                    <a:pt x="4722502" y="11853"/>
                  </a:lnTo>
                  <a:lnTo>
                    <a:pt x="4802851" y="18469"/>
                  </a:lnTo>
                  <a:lnTo>
                    <a:pt x="4891966" y="26820"/>
                  </a:lnTo>
                  <a:lnTo>
                    <a:pt x="4985502" y="36888"/>
                  </a:lnTo>
                  <a:lnTo>
                    <a:pt x="5079520" y="48633"/>
                  </a:lnTo>
                  <a:lnTo>
                    <a:pt x="5170928" y="62030"/>
                  </a:lnTo>
                  <a:lnTo>
                    <a:pt x="5257645" y="77097"/>
                  </a:lnTo>
                  <a:lnTo>
                    <a:pt x="5338534" y="93915"/>
                  </a:lnTo>
                  <a:lnTo>
                    <a:pt x="5413222" y="112637"/>
                  </a:lnTo>
                  <a:lnTo>
                    <a:pt x="5481897" y="133486"/>
                  </a:lnTo>
                  <a:lnTo>
                    <a:pt x="5545116" y="156753"/>
                  </a:lnTo>
                  <a:lnTo>
                    <a:pt x="5603651" y="182783"/>
                  </a:lnTo>
                  <a:lnTo>
                    <a:pt x="5658384" y="211952"/>
                  </a:lnTo>
                  <a:lnTo>
                    <a:pt x="5710218" y="244626"/>
                  </a:lnTo>
                  <a:lnTo>
                    <a:pt x="5759999" y="281089"/>
                  </a:lnTo>
                  <a:lnTo>
                    <a:pt x="5784835" y="301182"/>
                  </a:lnTo>
                  <a:lnTo>
                    <a:pt x="5828285" y="339299"/>
                  </a:lnTo>
                  <a:lnTo>
                    <a:pt x="5871313" y="380663"/>
                  </a:lnTo>
                  <a:lnTo>
                    <a:pt x="5914252" y="425334"/>
                  </a:lnTo>
                  <a:lnTo>
                    <a:pt x="5957351" y="473301"/>
                  </a:lnTo>
                  <a:lnTo>
                    <a:pt x="6000781" y="524470"/>
                  </a:lnTo>
                  <a:lnTo>
                    <a:pt x="6044647" y="578655"/>
                  </a:lnTo>
                  <a:lnTo>
                    <a:pt x="6088991" y="635580"/>
                  </a:lnTo>
                  <a:lnTo>
                    <a:pt x="6133805" y="694878"/>
                  </a:lnTo>
                  <a:lnTo>
                    <a:pt x="6179028" y="756096"/>
                  </a:lnTo>
                  <a:lnTo>
                    <a:pt x="6224565" y="818712"/>
                  </a:lnTo>
                  <a:lnTo>
                    <a:pt x="6270292" y="882147"/>
                  </a:lnTo>
                  <a:lnTo>
                    <a:pt x="6316068" y="945790"/>
                  </a:lnTo>
                  <a:lnTo>
                    <a:pt x="6361748" y="1009022"/>
                  </a:lnTo>
                  <a:lnTo>
                    <a:pt x="6407195" y="1071242"/>
                  </a:lnTo>
                  <a:lnTo>
                    <a:pt x="6452293" y="1131885"/>
                  </a:lnTo>
                  <a:lnTo>
                    <a:pt x="6496957" y="1190451"/>
                  </a:lnTo>
                  <a:lnTo>
                    <a:pt x="6541144" y="1246515"/>
                  </a:lnTo>
                  <a:lnTo>
                    <a:pt x="6584859" y="1299737"/>
                  </a:lnTo>
                  <a:lnTo>
                    <a:pt x="6628165" y="1349872"/>
                  </a:lnTo>
                  <a:lnTo>
                    <a:pt x="6671190" y="1396765"/>
                  </a:lnTo>
                  <a:lnTo>
                    <a:pt x="6714127" y="1440350"/>
                  </a:lnTo>
                  <a:lnTo>
                    <a:pt x="6757252" y="1480640"/>
                  </a:lnTo>
                  <a:lnTo>
                    <a:pt x="6786527" y="1505912"/>
                  </a:lnTo>
                  <a:lnTo>
                    <a:pt x="6835550" y="1544358"/>
                  </a:lnTo>
                  <a:lnTo>
                    <a:pt x="6886238" y="1578938"/>
                  </a:lnTo>
                  <a:lnTo>
                    <a:pt x="6939381" y="1609851"/>
                  </a:lnTo>
                  <a:lnTo>
                    <a:pt x="6995864" y="1637435"/>
                  </a:lnTo>
                  <a:lnTo>
                    <a:pt x="7056588" y="1662065"/>
                  </a:lnTo>
                  <a:lnTo>
                    <a:pt x="7122395" y="1684107"/>
                  </a:lnTo>
                  <a:lnTo>
                    <a:pt x="7193966" y="1703881"/>
                  </a:lnTo>
                  <a:lnTo>
                    <a:pt x="7271699" y="1721647"/>
                  </a:lnTo>
                  <a:lnTo>
                    <a:pt x="7355533" y="1737592"/>
                  </a:lnTo>
                  <a:lnTo>
                    <a:pt x="7444747" y="1751835"/>
                  </a:lnTo>
                  <a:lnTo>
                    <a:pt x="7537756" y="1764424"/>
                  </a:lnTo>
                  <a:lnTo>
                    <a:pt x="7631984" y="1775352"/>
                  </a:lnTo>
                  <a:lnTo>
                    <a:pt x="7723885" y="1784583"/>
                  </a:lnTo>
                  <a:lnTo>
                    <a:pt x="7809247" y="1792082"/>
                  </a:lnTo>
                  <a:lnTo>
                    <a:pt x="7883780" y="1797861"/>
                  </a:lnTo>
                  <a:lnTo>
                    <a:pt x="7943937" y="1802008"/>
                  </a:lnTo>
                  <a:lnTo>
                    <a:pt x="7987716" y="1804707"/>
                  </a:lnTo>
                  <a:lnTo>
                    <a:pt x="8015213" y="1806232"/>
                  </a:lnTo>
                  <a:lnTo>
                    <a:pt x="8028749" y="1806910"/>
                  </a:lnTo>
                  <a:lnTo>
                    <a:pt x="8032653" y="1807087"/>
                  </a:lnTo>
                  <a:lnTo>
                    <a:pt x="8032819" y="1807094"/>
                  </a:lnTo>
                  <a:lnTo>
                    <a:pt x="8554953" y="1807094"/>
                  </a:lnTo>
                  <a:lnTo>
                    <a:pt x="8554953" y="1807094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029" name="pl2029"/>
            <p:cNvSpPr/>
            <p:nvPr/>
          </p:nvSpPr>
          <p:spPr>
            <a:xfrm>
              <a:off x="386606" y="2518277"/>
              <a:ext cx="8554953" cy="3523834"/>
            </a:xfrm>
            <a:custGeom>
              <a:avLst/>
              <a:pathLst>
                <a:path w="8554953" h="3523834">
                  <a:moveTo>
                    <a:pt x="8554953" y="1807094"/>
                  </a:moveTo>
                  <a:lnTo>
                    <a:pt x="8032819" y="1807094"/>
                  </a:lnTo>
                  <a:lnTo>
                    <a:pt x="8031601" y="1807041"/>
                  </a:lnTo>
                  <a:lnTo>
                    <a:pt x="8023631" y="1806661"/>
                  </a:lnTo>
                  <a:lnTo>
                    <a:pt x="8003678" y="1805612"/>
                  </a:lnTo>
                  <a:lnTo>
                    <a:pt x="7968356" y="1803550"/>
                  </a:lnTo>
                  <a:lnTo>
                    <a:pt x="7916425" y="1800170"/>
                  </a:lnTo>
                  <a:lnTo>
                    <a:pt x="7848860" y="1795241"/>
                  </a:lnTo>
                  <a:lnTo>
                    <a:pt x="7768511" y="1788624"/>
                  </a:lnTo>
                  <a:lnTo>
                    <a:pt x="7679396" y="1780274"/>
                  </a:lnTo>
                  <a:lnTo>
                    <a:pt x="7585860" y="1770206"/>
                  </a:lnTo>
                  <a:lnTo>
                    <a:pt x="7491842" y="1758461"/>
                  </a:lnTo>
                  <a:lnTo>
                    <a:pt x="7400434" y="1745064"/>
                  </a:lnTo>
                  <a:lnTo>
                    <a:pt x="7313717" y="1729997"/>
                  </a:lnTo>
                  <a:lnTo>
                    <a:pt x="7232828" y="1713178"/>
                  </a:lnTo>
                  <a:lnTo>
                    <a:pt x="7158140" y="1694457"/>
                  </a:lnTo>
                  <a:lnTo>
                    <a:pt x="7089464" y="1673608"/>
                  </a:lnTo>
                  <a:lnTo>
                    <a:pt x="7026246" y="1650340"/>
                  </a:lnTo>
                  <a:lnTo>
                    <a:pt x="6967711" y="1624311"/>
                  </a:lnTo>
                  <a:lnTo>
                    <a:pt x="6912978" y="1595142"/>
                  </a:lnTo>
                  <a:lnTo>
                    <a:pt x="6861144" y="1562467"/>
                  </a:lnTo>
                  <a:lnTo>
                    <a:pt x="6811363" y="1526004"/>
                  </a:lnTo>
                  <a:lnTo>
                    <a:pt x="6786527" y="1505912"/>
                  </a:lnTo>
                  <a:lnTo>
                    <a:pt x="6743077" y="1467794"/>
                  </a:lnTo>
                  <a:lnTo>
                    <a:pt x="6700049" y="1426431"/>
                  </a:lnTo>
                  <a:lnTo>
                    <a:pt x="6657110" y="1381759"/>
                  </a:lnTo>
                  <a:lnTo>
                    <a:pt x="6614011" y="1333792"/>
                  </a:lnTo>
                  <a:lnTo>
                    <a:pt x="6570581" y="1282624"/>
                  </a:lnTo>
                  <a:lnTo>
                    <a:pt x="6526715" y="1228439"/>
                  </a:lnTo>
                  <a:lnTo>
                    <a:pt x="6482370" y="1171514"/>
                  </a:lnTo>
                  <a:lnTo>
                    <a:pt x="6437557" y="1112216"/>
                  </a:lnTo>
                  <a:lnTo>
                    <a:pt x="6392334" y="1050997"/>
                  </a:lnTo>
                  <a:lnTo>
                    <a:pt x="6346797" y="988382"/>
                  </a:lnTo>
                  <a:lnTo>
                    <a:pt x="6301070" y="924947"/>
                  </a:lnTo>
                  <a:lnTo>
                    <a:pt x="6255294" y="861304"/>
                  </a:lnTo>
                  <a:lnTo>
                    <a:pt x="6209614" y="798071"/>
                  </a:lnTo>
                  <a:lnTo>
                    <a:pt x="6164167" y="735852"/>
                  </a:lnTo>
                  <a:lnTo>
                    <a:pt x="6119069" y="675208"/>
                  </a:lnTo>
                  <a:lnTo>
                    <a:pt x="6074405" y="616642"/>
                  </a:lnTo>
                  <a:lnTo>
                    <a:pt x="6030218" y="560579"/>
                  </a:lnTo>
                  <a:lnTo>
                    <a:pt x="5986503" y="507357"/>
                  </a:lnTo>
                  <a:lnTo>
                    <a:pt x="5943196" y="457222"/>
                  </a:lnTo>
                  <a:lnTo>
                    <a:pt x="5900172" y="410329"/>
                  </a:lnTo>
                  <a:lnTo>
                    <a:pt x="5857235" y="366744"/>
                  </a:lnTo>
                  <a:lnTo>
                    <a:pt x="5814110" y="326454"/>
                  </a:lnTo>
                  <a:lnTo>
                    <a:pt x="5784835" y="301182"/>
                  </a:lnTo>
                  <a:lnTo>
                    <a:pt x="5735812" y="262736"/>
                  </a:lnTo>
                  <a:lnTo>
                    <a:pt x="5685124" y="228156"/>
                  </a:lnTo>
                  <a:lnTo>
                    <a:pt x="5631981" y="197242"/>
                  </a:lnTo>
                  <a:lnTo>
                    <a:pt x="5575498" y="169659"/>
                  </a:lnTo>
                  <a:lnTo>
                    <a:pt x="5514773" y="145029"/>
                  </a:lnTo>
                  <a:lnTo>
                    <a:pt x="5448967" y="122987"/>
                  </a:lnTo>
                  <a:lnTo>
                    <a:pt x="5377396" y="103212"/>
                  </a:lnTo>
                  <a:lnTo>
                    <a:pt x="5299663" y="85447"/>
                  </a:lnTo>
                  <a:lnTo>
                    <a:pt x="5215829" y="69502"/>
                  </a:lnTo>
                  <a:lnTo>
                    <a:pt x="5126615" y="55259"/>
                  </a:lnTo>
                  <a:lnTo>
                    <a:pt x="5033605" y="42670"/>
                  </a:lnTo>
                  <a:lnTo>
                    <a:pt x="4939378" y="31742"/>
                  </a:lnTo>
                  <a:lnTo>
                    <a:pt x="4847477" y="22511"/>
                  </a:lnTo>
                  <a:lnTo>
                    <a:pt x="4762115" y="15012"/>
                  </a:lnTo>
                  <a:lnTo>
                    <a:pt x="4687581" y="9233"/>
                  </a:lnTo>
                  <a:lnTo>
                    <a:pt x="4627425" y="5086"/>
                  </a:lnTo>
                  <a:lnTo>
                    <a:pt x="4583646" y="2386"/>
                  </a:lnTo>
                  <a:lnTo>
                    <a:pt x="4556149" y="862"/>
                  </a:lnTo>
                  <a:lnTo>
                    <a:pt x="4542613" y="184"/>
                  </a:lnTo>
                  <a:lnTo>
                    <a:pt x="4538709" y="6"/>
                  </a:lnTo>
                  <a:lnTo>
                    <a:pt x="4538543" y="0"/>
                  </a:lnTo>
                  <a:lnTo>
                    <a:pt x="4016409" y="0"/>
                  </a:lnTo>
                  <a:lnTo>
                    <a:pt x="4015314" y="93"/>
                  </a:lnTo>
                  <a:lnTo>
                    <a:pt x="4008126" y="756"/>
                  </a:lnTo>
                  <a:lnTo>
                    <a:pt x="3990067" y="2591"/>
                  </a:lnTo>
                  <a:lnTo>
                    <a:pt x="3957938" y="6200"/>
                  </a:lnTo>
                  <a:lnTo>
                    <a:pt x="3910375" y="12129"/>
                  </a:lnTo>
                  <a:lnTo>
                    <a:pt x="3847950" y="20809"/>
                  </a:lnTo>
                  <a:lnTo>
                    <a:pt x="3772943" y="32514"/>
                  </a:lnTo>
                  <a:lnTo>
                    <a:pt x="3688792" y="47357"/>
                  </a:lnTo>
                  <a:lnTo>
                    <a:pt x="3599399" y="65334"/>
                  </a:lnTo>
                  <a:lnTo>
                    <a:pt x="3508468" y="86379"/>
                  </a:lnTo>
                  <a:lnTo>
                    <a:pt x="3419061" y="110430"/>
                  </a:lnTo>
                  <a:lnTo>
                    <a:pt x="3333384" y="137486"/>
                  </a:lnTo>
                  <a:lnTo>
                    <a:pt x="3252784" y="167642"/>
                  </a:lnTo>
                  <a:lnTo>
                    <a:pt x="3177876" y="201108"/>
                  </a:lnTo>
                  <a:lnTo>
                    <a:pt x="3108705" y="238218"/>
                  </a:lnTo>
                  <a:lnTo>
                    <a:pt x="3044922" y="279421"/>
                  </a:lnTo>
                  <a:lnTo>
                    <a:pt x="2985923" y="325274"/>
                  </a:lnTo>
                  <a:lnTo>
                    <a:pt x="2930961" y="376410"/>
                  </a:lnTo>
                  <a:lnTo>
                    <a:pt x="2879230" y="433492"/>
                  </a:lnTo>
                  <a:lnTo>
                    <a:pt x="2829929" y="497131"/>
                  </a:lnTo>
                  <a:lnTo>
                    <a:pt x="2782324" y="567742"/>
                  </a:lnTo>
                  <a:lnTo>
                    <a:pt x="2770117" y="587305"/>
                  </a:lnTo>
                  <a:lnTo>
                    <a:pt x="2736036" y="644993"/>
                  </a:lnTo>
                  <a:lnTo>
                    <a:pt x="2702263" y="706540"/>
                  </a:lnTo>
                  <a:lnTo>
                    <a:pt x="2668625" y="772026"/>
                  </a:lnTo>
                  <a:lnTo>
                    <a:pt x="2634980" y="841476"/>
                  </a:lnTo>
                  <a:lnTo>
                    <a:pt x="2601220" y="914864"/>
                  </a:lnTo>
                  <a:lnTo>
                    <a:pt x="2567263" y="992098"/>
                  </a:lnTo>
                  <a:lnTo>
                    <a:pt x="2533052" y="1073022"/>
                  </a:lnTo>
                  <a:lnTo>
                    <a:pt x="2498555" y="1157413"/>
                  </a:lnTo>
                  <a:lnTo>
                    <a:pt x="2463762" y="1244980"/>
                  </a:lnTo>
                  <a:lnTo>
                    <a:pt x="2428682" y="1335363"/>
                  </a:lnTo>
                  <a:lnTo>
                    <a:pt x="2393342" y="1428144"/>
                  </a:lnTo>
                  <a:lnTo>
                    <a:pt x="2357783" y="1522848"/>
                  </a:lnTo>
                  <a:lnTo>
                    <a:pt x="2322060" y="1618956"/>
                  </a:lnTo>
                  <a:lnTo>
                    <a:pt x="2286236" y="1715914"/>
                  </a:lnTo>
                  <a:lnTo>
                    <a:pt x="2250378" y="1813147"/>
                  </a:lnTo>
                  <a:lnTo>
                    <a:pt x="2214557" y="1910074"/>
                  </a:lnTo>
                  <a:lnTo>
                    <a:pt x="2178842" y="2006120"/>
                  </a:lnTo>
                  <a:lnTo>
                    <a:pt x="2143293" y="2100734"/>
                  </a:lnTo>
                  <a:lnTo>
                    <a:pt x="2107966" y="2193398"/>
                  </a:lnTo>
                  <a:lnTo>
                    <a:pt x="2072901" y="2283640"/>
                  </a:lnTo>
                  <a:lnTo>
                    <a:pt x="2038124" y="2371044"/>
                  </a:lnTo>
                  <a:lnTo>
                    <a:pt x="2003643" y="2455255"/>
                  </a:lnTo>
                  <a:lnTo>
                    <a:pt x="1969447" y="2535986"/>
                  </a:lnTo>
                  <a:lnTo>
                    <a:pt x="1935501" y="2613016"/>
                  </a:lnTo>
                  <a:lnTo>
                    <a:pt x="1901750" y="2686194"/>
                  </a:lnTo>
                  <a:lnTo>
                    <a:pt x="1868109" y="2755432"/>
                  </a:lnTo>
                  <a:lnTo>
                    <a:pt x="1834467" y="2820704"/>
                  </a:lnTo>
                  <a:lnTo>
                    <a:pt x="1800682" y="2882041"/>
                  </a:lnTo>
                  <a:lnTo>
                    <a:pt x="1768425" y="2936528"/>
                  </a:lnTo>
                  <a:lnTo>
                    <a:pt x="1721157" y="3008980"/>
                  </a:lnTo>
                  <a:lnTo>
                    <a:pt x="1672364" y="3074408"/>
                  </a:lnTo>
                  <a:lnTo>
                    <a:pt x="1621343" y="3133146"/>
                  </a:lnTo>
                  <a:lnTo>
                    <a:pt x="1567302" y="3185768"/>
                  </a:lnTo>
                  <a:lnTo>
                    <a:pt x="1509431" y="3232934"/>
                  </a:lnTo>
                  <a:lnTo>
                    <a:pt x="1446960" y="3275292"/>
                  </a:lnTo>
                  <a:lnTo>
                    <a:pt x="1379240" y="3313420"/>
                  </a:lnTo>
                  <a:lnTo>
                    <a:pt x="1305841" y="3347799"/>
                  </a:lnTo>
                  <a:lnTo>
                    <a:pt x="1226692" y="3378792"/>
                  </a:lnTo>
                  <a:lnTo>
                    <a:pt x="1142241" y="3406643"/>
                  </a:lnTo>
                  <a:lnTo>
                    <a:pt x="1053629" y="3431474"/>
                  </a:lnTo>
                  <a:lnTo>
                    <a:pt x="962834" y="3453307"/>
                  </a:lnTo>
                  <a:lnTo>
                    <a:pt x="872703" y="3472091"/>
                  </a:lnTo>
                  <a:lnTo>
                    <a:pt x="786807" y="3487755"/>
                  </a:lnTo>
                  <a:lnTo>
                    <a:pt x="709054" y="3500272"/>
                  </a:lnTo>
                  <a:lnTo>
                    <a:pt x="643071" y="3509721"/>
                  </a:lnTo>
                  <a:lnTo>
                    <a:pt x="591504" y="3516332"/>
                  </a:lnTo>
                  <a:lnTo>
                    <a:pt x="555404" y="3520497"/>
                  </a:lnTo>
                  <a:lnTo>
                    <a:pt x="533916" y="3522737"/>
                  </a:lnTo>
                  <a:lnTo>
                    <a:pt x="524296" y="3523647"/>
                  </a:lnTo>
                  <a:lnTo>
                    <a:pt x="522153" y="3523833"/>
                  </a:lnTo>
                  <a:lnTo>
                    <a:pt x="522133" y="3523834"/>
                  </a:lnTo>
                  <a:lnTo>
                    <a:pt x="0" y="3523834"/>
                  </a:lnTo>
                  <a:lnTo>
                    <a:pt x="0" y="3523834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030" name="pg2030"/>
            <p:cNvSpPr/>
            <p:nvPr/>
          </p:nvSpPr>
          <p:spPr>
            <a:xfrm>
              <a:off x="386606" y="1281547"/>
              <a:ext cx="8554953" cy="4760565"/>
            </a:xfrm>
            <a:custGeom>
              <a:avLst/>
              <a:pathLst>
                <a:path w="8554953" h="4760565">
                  <a:moveTo>
                    <a:pt x="0" y="4760565"/>
                  </a:moveTo>
                  <a:lnTo>
                    <a:pt x="522133" y="4760565"/>
                  </a:lnTo>
                  <a:lnTo>
                    <a:pt x="523061" y="4760477"/>
                  </a:lnTo>
                  <a:lnTo>
                    <a:pt x="529172" y="4759853"/>
                  </a:lnTo>
                  <a:lnTo>
                    <a:pt x="544606" y="4758129"/>
                  </a:lnTo>
                  <a:lnTo>
                    <a:pt x="572262" y="4754733"/>
                  </a:lnTo>
                  <a:lnTo>
                    <a:pt x="613606" y="4749134"/>
                  </a:lnTo>
                  <a:lnTo>
                    <a:pt x="668548" y="4740896"/>
                  </a:lnTo>
                  <a:lnTo>
                    <a:pt x="735556" y="4729715"/>
                  </a:lnTo>
                  <a:lnTo>
                    <a:pt x="812001" y="4715430"/>
                  </a:lnTo>
                  <a:lnTo>
                    <a:pt x="894667" y="4698008"/>
                  </a:lnTo>
                  <a:lnTo>
                    <a:pt x="980283" y="4677493"/>
                  </a:lnTo>
                  <a:lnTo>
                    <a:pt x="1065941" y="4653954"/>
                  </a:lnTo>
                  <a:lnTo>
                    <a:pt x="1149353" y="4627428"/>
                  </a:lnTo>
                  <a:lnTo>
                    <a:pt x="1228930" y="4597890"/>
                  </a:lnTo>
                  <a:lnTo>
                    <a:pt x="1303746" y="4565215"/>
                  </a:lnTo>
                  <a:lnTo>
                    <a:pt x="1373424" y="4529176"/>
                  </a:lnTo>
                  <a:lnTo>
                    <a:pt x="1438007" y="4489435"/>
                  </a:lnTo>
                  <a:lnTo>
                    <a:pt x="1497831" y="4445552"/>
                  </a:lnTo>
                  <a:lnTo>
                    <a:pt x="1553423" y="4396995"/>
                  </a:lnTo>
                  <a:lnTo>
                    <a:pt x="1605416" y="4343165"/>
                  </a:lnTo>
                  <a:lnTo>
                    <a:pt x="1654494" y="4283434"/>
                  </a:lnTo>
                  <a:lnTo>
                    <a:pt x="1701334" y="4217221"/>
                  </a:lnTo>
                  <a:lnTo>
                    <a:pt x="1746568" y="4144098"/>
                  </a:lnTo>
                  <a:lnTo>
                    <a:pt x="1768425" y="4105493"/>
                  </a:lnTo>
                  <a:lnTo>
                    <a:pt x="1800952" y="4044192"/>
                  </a:lnTo>
                  <a:lnTo>
                    <a:pt x="1833190" y="3978977"/>
                  </a:lnTo>
                  <a:lnTo>
                    <a:pt x="1865292" y="3909769"/>
                  </a:lnTo>
                  <a:lnTo>
                    <a:pt x="1897385" y="3836533"/>
                  </a:lnTo>
                  <a:lnTo>
                    <a:pt x="1929567" y="3759289"/>
                  </a:lnTo>
                  <a:lnTo>
                    <a:pt x="1961914" y="3678113"/>
                  </a:lnTo>
                  <a:lnTo>
                    <a:pt x="1994479" y="3593138"/>
                  </a:lnTo>
                  <a:lnTo>
                    <a:pt x="2027298" y="3504562"/>
                  </a:lnTo>
                  <a:lnTo>
                    <a:pt x="2060386" y="3412645"/>
                  </a:lnTo>
                  <a:lnTo>
                    <a:pt x="2093740" y="3317708"/>
                  </a:lnTo>
                  <a:lnTo>
                    <a:pt x="2127345" y="3220134"/>
                  </a:lnTo>
                  <a:lnTo>
                    <a:pt x="2161169" y="3120357"/>
                  </a:lnTo>
                  <a:lnTo>
                    <a:pt x="2195171" y="3018859"/>
                  </a:lnTo>
                  <a:lnTo>
                    <a:pt x="2229301" y="2916159"/>
                  </a:lnTo>
                  <a:lnTo>
                    <a:pt x="2263501" y="2812803"/>
                  </a:lnTo>
                  <a:lnTo>
                    <a:pt x="2297711" y="2709352"/>
                  </a:lnTo>
                  <a:lnTo>
                    <a:pt x="2331871" y="2606369"/>
                  </a:lnTo>
                  <a:lnTo>
                    <a:pt x="2365923" y="2504406"/>
                  </a:lnTo>
                  <a:lnTo>
                    <a:pt x="2399812" y="2403993"/>
                  </a:lnTo>
                  <a:lnTo>
                    <a:pt x="2433495" y="2305625"/>
                  </a:lnTo>
                  <a:lnTo>
                    <a:pt x="2466936" y="2209753"/>
                  </a:lnTo>
                  <a:lnTo>
                    <a:pt x="2500115" y="2116779"/>
                  </a:lnTo>
                  <a:lnTo>
                    <a:pt x="2533023" y="2027043"/>
                  </a:lnTo>
                  <a:lnTo>
                    <a:pt x="2565672" y="1940829"/>
                  </a:lnTo>
                  <a:lnTo>
                    <a:pt x="2598087" y="1858353"/>
                  </a:lnTo>
                  <a:lnTo>
                    <a:pt x="2630317" y="1779772"/>
                  </a:lnTo>
                  <a:lnTo>
                    <a:pt x="2662430" y="1705180"/>
                  </a:lnTo>
                  <a:lnTo>
                    <a:pt x="2694517" y="1634614"/>
                  </a:lnTo>
                  <a:lnTo>
                    <a:pt x="2726694" y="1568059"/>
                  </a:lnTo>
                  <a:lnTo>
                    <a:pt x="2759104" y="1505449"/>
                  </a:lnTo>
                  <a:lnTo>
                    <a:pt x="2770117" y="1485205"/>
                  </a:lnTo>
                  <a:lnTo>
                    <a:pt x="2814763" y="1408616"/>
                  </a:lnTo>
                  <a:lnTo>
                    <a:pt x="2860738" y="1339036"/>
                  </a:lnTo>
                  <a:lnTo>
                    <a:pt x="2908630" y="1276179"/>
                  </a:lnTo>
                  <a:lnTo>
                    <a:pt x="2959101" y="1219520"/>
                  </a:lnTo>
                  <a:lnTo>
                    <a:pt x="3012837" y="1168444"/>
                  </a:lnTo>
                  <a:lnTo>
                    <a:pt x="3070502" y="1122330"/>
                  </a:lnTo>
                  <a:lnTo>
                    <a:pt x="3132685" y="1080610"/>
                  </a:lnTo>
                  <a:lnTo>
                    <a:pt x="3199827" y="1042797"/>
                  </a:lnTo>
                  <a:lnTo>
                    <a:pt x="3272130" y="1008500"/>
                  </a:lnTo>
                  <a:lnTo>
                    <a:pt x="3349441" y="977438"/>
                  </a:lnTo>
                  <a:lnTo>
                    <a:pt x="3431120" y="949437"/>
                  </a:lnTo>
                  <a:lnTo>
                    <a:pt x="3515914" y="924426"/>
                  </a:lnTo>
                  <a:lnTo>
                    <a:pt x="3601879" y="902413"/>
                  </a:lnTo>
                  <a:lnTo>
                    <a:pt x="3686392" y="883459"/>
                  </a:lnTo>
                  <a:lnTo>
                    <a:pt x="3766319" y="867627"/>
                  </a:lnTo>
                  <a:lnTo>
                    <a:pt x="3838353" y="854929"/>
                  </a:lnTo>
                  <a:lnTo>
                    <a:pt x="3899508" y="845270"/>
                  </a:lnTo>
                  <a:lnTo>
                    <a:pt x="3947657" y="838418"/>
                  </a:lnTo>
                  <a:lnTo>
                    <a:pt x="3981968" y="833999"/>
                  </a:lnTo>
                  <a:lnTo>
                    <a:pt x="4003145" y="831521"/>
                  </a:lnTo>
                  <a:lnTo>
                    <a:pt x="4013403" y="830427"/>
                  </a:lnTo>
                  <a:lnTo>
                    <a:pt x="4016409" y="830134"/>
                  </a:lnTo>
                  <a:lnTo>
                    <a:pt x="4538543" y="830134"/>
                  </a:lnTo>
                  <a:lnTo>
                    <a:pt x="4539801" y="830109"/>
                  </a:lnTo>
                  <a:lnTo>
                    <a:pt x="4548031" y="829929"/>
                  </a:lnTo>
                  <a:lnTo>
                    <a:pt x="4568611" y="829434"/>
                  </a:lnTo>
                  <a:lnTo>
                    <a:pt x="4604982" y="828461"/>
                  </a:lnTo>
                  <a:lnTo>
                    <a:pt x="4658336" y="826868"/>
                  </a:lnTo>
                  <a:lnTo>
                    <a:pt x="4727555" y="824547"/>
                  </a:lnTo>
                  <a:lnTo>
                    <a:pt x="4809597" y="821436"/>
                  </a:lnTo>
                  <a:lnTo>
                    <a:pt x="4900253" y="817516"/>
                  </a:lnTo>
                  <a:lnTo>
                    <a:pt x="4995043" y="812796"/>
                  </a:lnTo>
                  <a:lnTo>
                    <a:pt x="5089963" y="807296"/>
                  </a:lnTo>
                  <a:lnTo>
                    <a:pt x="5181927" y="801025"/>
                  </a:lnTo>
                  <a:lnTo>
                    <a:pt x="5268902" y="793971"/>
                  </a:lnTo>
                  <a:lnTo>
                    <a:pt x="5349826" y="786094"/>
                  </a:lnTo>
                  <a:lnTo>
                    <a:pt x="5424408" y="777314"/>
                  </a:lnTo>
                  <a:lnTo>
                    <a:pt x="5492911" y="767523"/>
                  </a:lnTo>
                  <a:lnTo>
                    <a:pt x="5555955" y="756578"/>
                  </a:lnTo>
                  <a:lnTo>
                    <a:pt x="5614367" y="744313"/>
                  </a:lnTo>
                  <a:lnTo>
                    <a:pt x="5669068" y="730550"/>
                  </a:lnTo>
                  <a:lnTo>
                    <a:pt x="5720986" y="715121"/>
                  </a:lnTo>
                  <a:lnTo>
                    <a:pt x="5770976" y="697905"/>
                  </a:lnTo>
                  <a:lnTo>
                    <a:pt x="5784835" y="692719"/>
                  </a:lnTo>
                  <a:lnTo>
                    <a:pt x="5835662" y="672207"/>
                  </a:lnTo>
                  <a:lnTo>
                    <a:pt x="5885994" y="649656"/>
                  </a:lnTo>
                  <a:lnTo>
                    <a:pt x="5936330" y="625034"/>
                  </a:lnTo>
                  <a:lnTo>
                    <a:pt x="5987014" y="598375"/>
                  </a:lnTo>
                  <a:lnTo>
                    <a:pt x="6038257" y="569788"/>
                  </a:lnTo>
                  <a:lnTo>
                    <a:pt x="6090151" y="539459"/>
                  </a:lnTo>
                  <a:lnTo>
                    <a:pt x="6142684" y="507655"/>
                  </a:lnTo>
                  <a:lnTo>
                    <a:pt x="6195756" y="474712"/>
                  </a:lnTo>
                  <a:lnTo>
                    <a:pt x="6249198" y="441025"/>
                  </a:lnTo>
                  <a:lnTo>
                    <a:pt x="6302797" y="407031"/>
                  </a:lnTo>
                  <a:lnTo>
                    <a:pt x="6356322" y="373181"/>
                  </a:lnTo>
                  <a:lnTo>
                    <a:pt x="6409550" y="339921"/>
                  </a:lnTo>
                  <a:lnTo>
                    <a:pt x="6462293" y="307662"/>
                  </a:lnTo>
                  <a:lnTo>
                    <a:pt x="6514425" y="276766"/>
                  </a:lnTo>
                  <a:lnTo>
                    <a:pt x="6565898" y="247524"/>
                  </a:lnTo>
                  <a:lnTo>
                    <a:pt x="6616767" y="220151"/>
                  </a:lnTo>
                  <a:lnTo>
                    <a:pt x="6667196" y="194785"/>
                  </a:lnTo>
                  <a:lnTo>
                    <a:pt x="6717480" y="171486"/>
                  </a:lnTo>
                  <a:lnTo>
                    <a:pt x="6768060" y="150244"/>
                  </a:lnTo>
                  <a:lnTo>
                    <a:pt x="6786527" y="143061"/>
                  </a:lnTo>
                  <a:lnTo>
                    <a:pt x="6836109" y="125333"/>
                  </a:lnTo>
                  <a:lnTo>
                    <a:pt x="6887401" y="109408"/>
                  </a:lnTo>
                  <a:lnTo>
                    <a:pt x="6941225" y="95191"/>
                  </a:lnTo>
                  <a:lnTo>
                    <a:pt x="6998495" y="82521"/>
                  </a:lnTo>
                  <a:lnTo>
                    <a:pt x="7060142" y="71222"/>
                  </a:lnTo>
                  <a:lnTo>
                    <a:pt x="7127030" y="61121"/>
                  </a:lnTo>
                  <a:lnTo>
                    <a:pt x="7199852" y="52068"/>
                  </a:lnTo>
                  <a:lnTo>
                    <a:pt x="7278988" y="43946"/>
                  </a:lnTo>
                  <a:lnTo>
                    <a:pt x="7364326" y="36665"/>
                  </a:lnTo>
                  <a:lnTo>
                    <a:pt x="7455042" y="30176"/>
                  </a:lnTo>
                  <a:lnTo>
                    <a:pt x="7549395" y="24458"/>
                  </a:lnTo>
                  <a:lnTo>
                    <a:pt x="7644594" y="19516"/>
                  </a:lnTo>
                  <a:lnTo>
                    <a:pt x="7736861" y="15369"/>
                  </a:lnTo>
                  <a:lnTo>
                    <a:pt x="7821788" y="12030"/>
                  </a:lnTo>
                  <a:lnTo>
                    <a:pt x="7895000" y="9490"/>
                  </a:lnTo>
                  <a:lnTo>
                    <a:pt x="7953038" y="7701"/>
                  </a:lnTo>
                  <a:lnTo>
                    <a:pt x="7994183" y="6566"/>
                  </a:lnTo>
                  <a:lnTo>
                    <a:pt x="8018963" y="5952"/>
                  </a:lnTo>
                  <a:lnTo>
                    <a:pt x="8030210" y="5700"/>
                  </a:lnTo>
                  <a:lnTo>
                    <a:pt x="8032819" y="5647"/>
                  </a:lnTo>
                  <a:lnTo>
                    <a:pt x="8554953" y="5647"/>
                  </a:lnTo>
                  <a:lnTo>
                    <a:pt x="8554953" y="0"/>
                  </a:lnTo>
                  <a:lnTo>
                    <a:pt x="8032819" y="0"/>
                  </a:lnTo>
                  <a:lnTo>
                    <a:pt x="8031560" y="25"/>
                  </a:lnTo>
                  <a:lnTo>
                    <a:pt x="8023331" y="204"/>
                  </a:lnTo>
                  <a:lnTo>
                    <a:pt x="8002751" y="699"/>
                  </a:lnTo>
                  <a:lnTo>
                    <a:pt x="7966380" y="1672"/>
                  </a:lnTo>
                  <a:lnTo>
                    <a:pt x="7913026" y="3265"/>
                  </a:lnTo>
                  <a:lnTo>
                    <a:pt x="7843807" y="5587"/>
                  </a:lnTo>
                  <a:lnTo>
                    <a:pt x="7761765" y="8697"/>
                  </a:lnTo>
                  <a:lnTo>
                    <a:pt x="7671109" y="12617"/>
                  </a:lnTo>
                  <a:lnTo>
                    <a:pt x="7576319" y="17337"/>
                  </a:lnTo>
                  <a:lnTo>
                    <a:pt x="7481398" y="22838"/>
                  </a:lnTo>
                  <a:lnTo>
                    <a:pt x="7389435" y="29109"/>
                  </a:lnTo>
                  <a:lnTo>
                    <a:pt x="7302460" y="36162"/>
                  </a:lnTo>
                  <a:lnTo>
                    <a:pt x="7221536" y="44040"/>
                  </a:lnTo>
                  <a:lnTo>
                    <a:pt x="7146954" y="52819"/>
                  </a:lnTo>
                  <a:lnTo>
                    <a:pt x="7078451" y="62610"/>
                  </a:lnTo>
                  <a:lnTo>
                    <a:pt x="7015407" y="73555"/>
                  </a:lnTo>
                  <a:lnTo>
                    <a:pt x="6956995" y="85820"/>
                  </a:lnTo>
                  <a:lnTo>
                    <a:pt x="6902294" y="99583"/>
                  </a:lnTo>
                  <a:lnTo>
                    <a:pt x="6850376" y="115012"/>
                  </a:lnTo>
                  <a:lnTo>
                    <a:pt x="6800385" y="132228"/>
                  </a:lnTo>
                  <a:lnTo>
                    <a:pt x="6786527" y="137414"/>
                  </a:lnTo>
                  <a:lnTo>
                    <a:pt x="6735700" y="157926"/>
                  </a:lnTo>
                  <a:lnTo>
                    <a:pt x="6685368" y="180477"/>
                  </a:lnTo>
                  <a:lnTo>
                    <a:pt x="6635032" y="205100"/>
                  </a:lnTo>
                  <a:lnTo>
                    <a:pt x="6584348" y="231758"/>
                  </a:lnTo>
                  <a:lnTo>
                    <a:pt x="6533105" y="260345"/>
                  </a:lnTo>
                  <a:lnTo>
                    <a:pt x="6481211" y="290674"/>
                  </a:lnTo>
                  <a:lnTo>
                    <a:pt x="6428678" y="322478"/>
                  </a:lnTo>
                  <a:lnTo>
                    <a:pt x="6375606" y="355421"/>
                  </a:lnTo>
                  <a:lnTo>
                    <a:pt x="6322164" y="389108"/>
                  </a:lnTo>
                  <a:lnTo>
                    <a:pt x="6268565" y="423103"/>
                  </a:lnTo>
                  <a:lnTo>
                    <a:pt x="6215040" y="456952"/>
                  </a:lnTo>
                  <a:lnTo>
                    <a:pt x="6161812" y="490213"/>
                  </a:lnTo>
                  <a:lnTo>
                    <a:pt x="6109069" y="522471"/>
                  </a:lnTo>
                  <a:lnTo>
                    <a:pt x="6056937" y="553367"/>
                  </a:lnTo>
                  <a:lnTo>
                    <a:pt x="6005464" y="582609"/>
                  </a:lnTo>
                  <a:lnTo>
                    <a:pt x="5954595" y="609982"/>
                  </a:lnTo>
                  <a:lnTo>
                    <a:pt x="5904166" y="635348"/>
                  </a:lnTo>
                  <a:lnTo>
                    <a:pt x="5853881" y="658647"/>
                  </a:lnTo>
                  <a:lnTo>
                    <a:pt x="5803302" y="679889"/>
                  </a:lnTo>
                  <a:lnTo>
                    <a:pt x="5784835" y="687072"/>
                  </a:lnTo>
                  <a:lnTo>
                    <a:pt x="5735253" y="704800"/>
                  </a:lnTo>
                  <a:lnTo>
                    <a:pt x="5683961" y="720725"/>
                  </a:lnTo>
                  <a:lnTo>
                    <a:pt x="5630137" y="734942"/>
                  </a:lnTo>
                  <a:lnTo>
                    <a:pt x="5572867" y="747612"/>
                  </a:lnTo>
                  <a:lnTo>
                    <a:pt x="5511220" y="758911"/>
                  </a:lnTo>
                  <a:lnTo>
                    <a:pt x="5444332" y="769013"/>
                  </a:lnTo>
                  <a:lnTo>
                    <a:pt x="5371510" y="778065"/>
                  </a:lnTo>
                  <a:lnTo>
                    <a:pt x="5292374" y="786188"/>
                  </a:lnTo>
                  <a:lnTo>
                    <a:pt x="5207036" y="793468"/>
                  </a:lnTo>
                  <a:lnTo>
                    <a:pt x="5116320" y="799957"/>
                  </a:lnTo>
                  <a:lnTo>
                    <a:pt x="5021967" y="805675"/>
                  </a:lnTo>
                  <a:lnTo>
                    <a:pt x="4926768" y="810617"/>
                  </a:lnTo>
                  <a:lnTo>
                    <a:pt x="4834501" y="814765"/>
                  </a:lnTo>
                  <a:lnTo>
                    <a:pt x="4749574" y="818103"/>
                  </a:lnTo>
                  <a:lnTo>
                    <a:pt x="4676362" y="820643"/>
                  </a:lnTo>
                  <a:lnTo>
                    <a:pt x="4618324" y="822433"/>
                  </a:lnTo>
                  <a:lnTo>
                    <a:pt x="4577179" y="823567"/>
                  </a:lnTo>
                  <a:lnTo>
                    <a:pt x="4552399" y="824182"/>
                  </a:lnTo>
                  <a:lnTo>
                    <a:pt x="4541152" y="824433"/>
                  </a:lnTo>
                  <a:lnTo>
                    <a:pt x="4538543" y="824486"/>
                  </a:lnTo>
                  <a:lnTo>
                    <a:pt x="4016409" y="824486"/>
                  </a:lnTo>
                  <a:lnTo>
                    <a:pt x="4015481" y="824574"/>
                  </a:lnTo>
                  <a:lnTo>
                    <a:pt x="4009370" y="825198"/>
                  </a:lnTo>
                  <a:lnTo>
                    <a:pt x="3993937" y="826923"/>
                  </a:lnTo>
                  <a:lnTo>
                    <a:pt x="3966280" y="830319"/>
                  </a:lnTo>
                  <a:lnTo>
                    <a:pt x="3924936" y="835917"/>
                  </a:lnTo>
                  <a:lnTo>
                    <a:pt x="3869994" y="844155"/>
                  </a:lnTo>
                  <a:lnTo>
                    <a:pt x="3802986" y="855337"/>
                  </a:lnTo>
                  <a:lnTo>
                    <a:pt x="3726541" y="869621"/>
                  </a:lnTo>
                  <a:lnTo>
                    <a:pt x="3643875" y="887043"/>
                  </a:lnTo>
                  <a:lnTo>
                    <a:pt x="3558260" y="907558"/>
                  </a:lnTo>
                  <a:lnTo>
                    <a:pt x="3472601" y="931098"/>
                  </a:lnTo>
                  <a:lnTo>
                    <a:pt x="3389190" y="957623"/>
                  </a:lnTo>
                  <a:lnTo>
                    <a:pt x="3309612" y="987162"/>
                  </a:lnTo>
                  <a:lnTo>
                    <a:pt x="3234796" y="1019836"/>
                  </a:lnTo>
                  <a:lnTo>
                    <a:pt x="3165118" y="1055876"/>
                  </a:lnTo>
                  <a:lnTo>
                    <a:pt x="3100535" y="1095616"/>
                  </a:lnTo>
                  <a:lnTo>
                    <a:pt x="3040711" y="1139499"/>
                  </a:lnTo>
                  <a:lnTo>
                    <a:pt x="2985119" y="1188056"/>
                  </a:lnTo>
                  <a:lnTo>
                    <a:pt x="2933126" y="1241886"/>
                  </a:lnTo>
                  <a:lnTo>
                    <a:pt x="2884049" y="1301617"/>
                  </a:lnTo>
                  <a:lnTo>
                    <a:pt x="2837208" y="1367830"/>
                  </a:lnTo>
                  <a:lnTo>
                    <a:pt x="2791974" y="1440953"/>
                  </a:lnTo>
                  <a:lnTo>
                    <a:pt x="2770117" y="1479558"/>
                  </a:lnTo>
                  <a:lnTo>
                    <a:pt x="2737591" y="1540859"/>
                  </a:lnTo>
                  <a:lnTo>
                    <a:pt x="2705353" y="1606074"/>
                  </a:lnTo>
                  <a:lnTo>
                    <a:pt x="2673250" y="1675283"/>
                  </a:lnTo>
                  <a:lnTo>
                    <a:pt x="2641157" y="1748518"/>
                  </a:lnTo>
                  <a:lnTo>
                    <a:pt x="2608975" y="1825762"/>
                  </a:lnTo>
                  <a:lnTo>
                    <a:pt x="2576628" y="1906938"/>
                  </a:lnTo>
                  <a:lnTo>
                    <a:pt x="2544063" y="1991913"/>
                  </a:lnTo>
                  <a:lnTo>
                    <a:pt x="2511244" y="2080489"/>
                  </a:lnTo>
                  <a:lnTo>
                    <a:pt x="2478156" y="2172407"/>
                  </a:lnTo>
                  <a:lnTo>
                    <a:pt x="2444802" y="2267343"/>
                  </a:lnTo>
                  <a:lnTo>
                    <a:pt x="2411197" y="2364917"/>
                  </a:lnTo>
                  <a:lnTo>
                    <a:pt x="2377373" y="2464694"/>
                  </a:lnTo>
                  <a:lnTo>
                    <a:pt x="2343371" y="2566192"/>
                  </a:lnTo>
                  <a:lnTo>
                    <a:pt x="2309241" y="2668892"/>
                  </a:lnTo>
                  <a:lnTo>
                    <a:pt x="2275041" y="2772248"/>
                  </a:lnTo>
                  <a:lnTo>
                    <a:pt x="2240831" y="2875699"/>
                  </a:lnTo>
                  <a:lnTo>
                    <a:pt x="2206671" y="2978682"/>
                  </a:lnTo>
                  <a:lnTo>
                    <a:pt x="2172620" y="3080645"/>
                  </a:lnTo>
                  <a:lnTo>
                    <a:pt x="2138730" y="3181058"/>
                  </a:lnTo>
                  <a:lnTo>
                    <a:pt x="2105047" y="3279427"/>
                  </a:lnTo>
                  <a:lnTo>
                    <a:pt x="2071606" y="3375298"/>
                  </a:lnTo>
                  <a:lnTo>
                    <a:pt x="2038427" y="3468273"/>
                  </a:lnTo>
                  <a:lnTo>
                    <a:pt x="2005519" y="3558008"/>
                  </a:lnTo>
                  <a:lnTo>
                    <a:pt x="1972871" y="3644222"/>
                  </a:lnTo>
                  <a:lnTo>
                    <a:pt x="1940455" y="3726698"/>
                  </a:lnTo>
                  <a:lnTo>
                    <a:pt x="1908225" y="3805280"/>
                  </a:lnTo>
                  <a:lnTo>
                    <a:pt x="1876112" y="3879872"/>
                  </a:lnTo>
                  <a:lnTo>
                    <a:pt x="1844025" y="3950437"/>
                  </a:lnTo>
                  <a:lnTo>
                    <a:pt x="1811848" y="4016993"/>
                  </a:lnTo>
                  <a:lnTo>
                    <a:pt x="1779438" y="4079602"/>
                  </a:lnTo>
                  <a:lnTo>
                    <a:pt x="1768425" y="4099846"/>
                  </a:lnTo>
                  <a:lnTo>
                    <a:pt x="1723780" y="4176435"/>
                  </a:lnTo>
                  <a:lnTo>
                    <a:pt x="1677804" y="4246015"/>
                  </a:lnTo>
                  <a:lnTo>
                    <a:pt x="1629912" y="4308872"/>
                  </a:lnTo>
                  <a:lnTo>
                    <a:pt x="1579441" y="4365531"/>
                  </a:lnTo>
                  <a:lnTo>
                    <a:pt x="1525705" y="4416608"/>
                  </a:lnTo>
                  <a:lnTo>
                    <a:pt x="1468040" y="4462721"/>
                  </a:lnTo>
                  <a:lnTo>
                    <a:pt x="1405857" y="4504441"/>
                  </a:lnTo>
                  <a:lnTo>
                    <a:pt x="1338715" y="4542255"/>
                  </a:lnTo>
                  <a:lnTo>
                    <a:pt x="1266412" y="4576551"/>
                  </a:lnTo>
                  <a:lnTo>
                    <a:pt x="1189101" y="4607613"/>
                  </a:lnTo>
                  <a:lnTo>
                    <a:pt x="1107423" y="4635614"/>
                  </a:lnTo>
                  <a:lnTo>
                    <a:pt x="1022628" y="4660626"/>
                  </a:lnTo>
                  <a:lnTo>
                    <a:pt x="936663" y="4682638"/>
                  </a:lnTo>
                  <a:lnTo>
                    <a:pt x="852150" y="4701592"/>
                  </a:lnTo>
                  <a:lnTo>
                    <a:pt x="772224" y="4717424"/>
                  </a:lnTo>
                  <a:lnTo>
                    <a:pt x="700190" y="4730122"/>
                  </a:lnTo>
                  <a:lnTo>
                    <a:pt x="639034" y="4739782"/>
                  </a:lnTo>
                  <a:lnTo>
                    <a:pt x="590885" y="4746633"/>
                  </a:lnTo>
                  <a:lnTo>
                    <a:pt x="556574" y="4751052"/>
                  </a:lnTo>
                  <a:lnTo>
                    <a:pt x="535398" y="4753530"/>
                  </a:lnTo>
                  <a:lnTo>
                    <a:pt x="525139" y="4754624"/>
                  </a:lnTo>
                  <a:lnTo>
                    <a:pt x="522133" y="4754918"/>
                  </a:lnTo>
                  <a:lnTo>
                    <a:pt x="0" y="4754918"/>
                  </a:lnTo>
                  <a:close/>
                </a:path>
              </a:pathLst>
            </a:custGeom>
            <a:solidFill>
              <a:srgbClr val="7DD8AC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2031" name="pl2031"/>
            <p:cNvSpPr/>
            <p:nvPr/>
          </p:nvSpPr>
          <p:spPr>
            <a:xfrm>
              <a:off x="386606" y="1287194"/>
              <a:ext cx="8554953" cy="4754918"/>
            </a:xfrm>
            <a:custGeom>
              <a:avLst/>
              <a:pathLst>
                <a:path w="8554953" h="4754918">
                  <a:moveTo>
                    <a:pt x="0" y="4754918"/>
                  </a:moveTo>
                  <a:lnTo>
                    <a:pt x="522133" y="4754918"/>
                  </a:lnTo>
                  <a:lnTo>
                    <a:pt x="523061" y="4754830"/>
                  </a:lnTo>
                  <a:lnTo>
                    <a:pt x="529172" y="4754206"/>
                  </a:lnTo>
                  <a:lnTo>
                    <a:pt x="544606" y="4752481"/>
                  </a:lnTo>
                  <a:lnTo>
                    <a:pt x="572262" y="4749085"/>
                  </a:lnTo>
                  <a:lnTo>
                    <a:pt x="613606" y="4743487"/>
                  </a:lnTo>
                  <a:lnTo>
                    <a:pt x="668548" y="4735249"/>
                  </a:lnTo>
                  <a:lnTo>
                    <a:pt x="735556" y="4724067"/>
                  </a:lnTo>
                  <a:lnTo>
                    <a:pt x="812001" y="4709783"/>
                  </a:lnTo>
                  <a:lnTo>
                    <a:pt x="894667" y="4692361"/>
                  </a:lnTo>
                  <a:lnTo>
                    <a:pt x="980283" y="4671846"/>
                  </a:lnTo>
                  <a:lnTo>
                    <a:pt x="1065941" y="4648306"/>
                  </a:lnTo>
                  <a:lnTo>
                    <a:pt x="1149353" y="4621781"/>
                  </a:lnTo>
                  <a:lnTo>
                    <a:pt x="1228930" y="4592242"/>
                  </a:lnTo>
                  <a:lnTo>
                    <a:pt x="1303746" y="4559568"/>
                  </a:lnTo>
                  <a:lnTo>
                    <a:pt x="1373424" y="4523528"/>
                  </a:lnTo>
                  <a:lnTo>
                    <a:pt x="1438007" y="4483788"/>
                  </a:lnTo>
                  <a:lnTo>
                    <a:pt x="1497831" y="4439905"/>
                  </a:lnTo>
                  <a:lnTo>
                    <a:pt x="1553423" y="4391348"/>
                  </a:lnTo>
                  <a:lnTo>
                    <a:pt x="1605416" y="4337518"/>
                  </a:lnTo>
                  <a:lnTo>
                    <a:pt x="1654494" y="4277787"/>
                  </a:lnTo>
                  <a:lnTo>
                    <a:pt x="1701334" y="4211574"/>
                  </a:lnTo>
                  <a:lnTo>
                    <a:pt x="1746568" y="4138451"/>
                  </a:lnTo>
                  <a:lnTo>
                    <a:pt x="1768425" y="4099846"/>
                  </a:lnTo>
                  <a:lnTo>
                    <a:pt x="1800952" y="4038545"/>
                  </a:lnTo>
                  <a:lnTo>
                    <a:pt x="1833190" y="3973330"/>
                  </a:lnTo>
                  <a:lnTo>
                    <a:pt x="1865292" y="3904121"/>
                  </a:lnTo>
                  <a:lnTo>
                    <a:pt x="1897385" y="3830886"/>
                  </a:lnTo>
                  <a:lnTo>
                    <a:pt x="1929567" y="3753642"/>
                  </a:lnTo>
                  <a:lnTo>
                    <a:pt x="1961914" y="3672466"/>
                  </a:lnTo>
                  <a:lnTo>
                    <a:pt x="1994479" y="3587491"/>
                  </a:lnTo>
                  <a:lnTo>
                    <a:pt x="2027298" y="3498915"/>
                  </a:lnTo>
                  <a:lnTo>
                    <a:pt x="2060386" y="3406997"/>
                  </a:lnTo>
                  <a:lnTo>
                    <a:pt x="2093740" y="3312061"/>
                  </a:lnTo>
                  <a:lnTo>
                    <a:pt x="2127345" y="3214487"/>
                  </a:lnTo>
                  <a:lnTo>
                    <a:pt x="2161169" y="3114710"/>
                  </a:lnTo>
                  <a:lnTo>
                    <a:pt x="2195171" y="3013212"/>
                  </a:lnTo>
                  <a:lnTo>
                    <a:pt x="2229301" y="2910512"/>
                  </a:lnTo>
                  <a:lnTo>
                    <a:pt x="2263501" y="2807156"/>
                  </a:lnTo>
                  <a:lnTo>
                    <a:pt x="2297711" y="2703705"/>
                  </a:lnTo>
                  <a:lnTo>
                    <a:pt x="2331871" y="2600722"/>
                  </a:lnTo>
                  <a:lnTo>
                    <a:pt x="2365923" y="2498759"/>
                  </a:lnTo>
                  <a:lnTo>
                    <a:pt x="2399812" y="2398346"/>
                  </a:lnTo>
                  <a:lnTo>
                    <a:pt x="2433495" y="2299977"/>
                  </a:lnTo>
                  <a:lnTo>
                    <a:pt x="2466936" y="2204106"/>
                  </a:lnTo>
                  <a:lnTo>
                    <a:pt x="2500115" y="2111131"/>
                  </a:lnTo>
                  <a:lnTo>
                    <a:pt x="2533023" y="2021396"/>
                  </a:lnTo>
                  <a:lnTo>
                    <a:pt x="2565672" y="1935182"/>
                  </a:lnTo>
                  <a:lnTo>
                    <a:pt x="2598087" y="1852706"/>
                  </a:lnTo>
                  <a:lnTo>
                    <a:pt x="2630317" y="1774125"/>
                  </a:lnTo>
                  <a:lnTo>
                    <a:pt x="2662430" y="1699532"/>
                  </a:lnTo>
                  <a:lnTo>
                    <a:pt x="2694517" y="1628967"/>
                  </a:lnTo>
                  <a:lnTo>
                    <a:pt x="2726694" y="1562411"/>
                  </a:lnTo>
                  <a:lnTo>
                    <a:pt x="2759104" y="1499802"/>
                  </a:lnTo>
                  <a:lnTo>
                    <a:pt x="2770117" y="1479558"/>
                  </a:lnTo>
                  <a:lnTo>
                    <a:pt x="2814763" y="1402969"/>
                  </a:lnTo>
                  <a:lnTo>
                    <a:pt x="2860738" y="1333389"/>
                  </a:lnTo>
                  <a:lnTo>
                    <a:pt x="2908630" y="1270532"/>
                  </a:lnTo>
                  <a:lnTo>
                    <a:pt x="2959101" y="1213873"/>
                  </a:lnTo>
                  <a:lnTo>
                    <a:pt x="3012837" y="1162796"/>
                  </a:lnTo>
                  <a:lnTo>
                    <a:pt x="3070502" y="1116683"/>
                  </a:lnTo>
                  <a:lnTo>
                    <a:pt x="3132685" y="1074963"/>
                  </a:lnTo>
                  <a:lnTo>
                    <a:pt x="3199827" y="1037149"/>
                  </a:lnTo>
                  <a:lnTo>
                    <a:pt x="3272130" y="1002853"/>
                  </a:lnTo>
                  <a:lnTo>
                    <a:pt x="3349441" y="971791"/>
                  </a:lnTo>
                  <a:lnTo>
                    <a:pt x="3431120" y="943790"/>
                  </a:lnTo>
                  <a:lnTo>
                    <a:pt x="3515914" y="918778"/>
                  </a:lnTo>
                  <a:lnTo>
                    <a:pt x="3601879" y="896766"/>
                  </a:lnTo>
                  <a:lnTo>
                    <a:pt x="3686392" y="877812"/>
                  </a:lnTo>
                  <a:lnTo>
                    <a:pt x="3766319" y="861980"/>
                  </a:lnTo>
                  <a:lnTo>
                    <a:pt x="3838353" y="849282"/>
                  </a:lnTo>
                  <a:lnTo>
                    <a:pt x="3899508" y="839623"/>
                  </a:lnTo>
                  <a:lnTo>
                    <a:pt x="3947657" y="832771"/>
                  </a:lnTo>
                  <a:lnTo>
                    <a:pt x="3981968" y="828352"/>
                  </a:lnTo>
                  <a:lnTo>
                    <a:pt x="4003145" y="825874"/>
                  </a:lnTo>
                  <a:lnTo>
                    <a:pt x="4013403" y="824780"/>
                  </a:lnTo>
                  <a:lnTo>
                    <a:pt x="4016295" y="824497"/>
                  </a:lnTo>
                  <a:lnTo>
                    <a:pt x="4016409" y="824486"/>
                  </a:lnTo>
                  <a:lnTo>
                    <a:pt x="4538543" y="824486"/>
                  </a:lnTo>
                  <a:lnTo>
                    <a:pt x="4539801" y="824461"/>
                  </a:lnTo>
                  <a:lnTo>
                    <a:pt x="4548031" y="824282"/>
                  </a:lnTo>
                  <a:lnTo>
                    <a:pt x="4568611" y="823787"/>
                  </a:lnTo>
                  <a:lnTo>
                    <a:pt x="4604982" y="822814"/>
                  </a:lnTo>
                  <a:lnTo>
                    <a:pt x="4658336" y="821220"/>
                  </a:lnTo>
                  <a:lnTo>
                    <a:pt x="4727555" y="818899"/>
                  </a:lnTo>
                  <a:lnTo>
                    <a:pt x="4809597" y="815789"/>
                  </a:lnTo>
                  <a:lnTo>
                    <a:pt x="4900253" y="811869"/>
                  </a:lnTo>
                  <a:lnTo>
                    <a:pt x="4995043" y="807149"/>
                  </a:lnTo>
                  <a:lnTo>
                    <a:pt x="5089963" y="801648"/>
                  </a:lnTo>
                  <a:lnTo>
                    <a:pt x="5181927" y="795377"/>
                  </a:lnTo>
                  <a:lnTo>
                    <a:pt x="5268902" y="788324"/>
                  </a:lnTo>
                  <a:lnTo>
                    <a:pt x="5349826" y="780446"/>
                  </a:lnTo>
                  <a:lnTo>
                    <a:pt x="5424408" y="771667"/>
                  </a:lnTo>
                  <a:lnTo>
                    <a:pt x="5492911" y="761876"/>
                  </a:lnTo>
                  <a:lnTo>
                    <a:pt x="5555955" y="750931"/>
                  </a:lnTo>
                  <a:lnTo>
                    <a:pt x="5614367" y="738666"/>
                  </a:lnTo>
                  <a:lnTo>
                    <a:pt x="5669068" y="724903"/>
                  </a:lnTo>
                  <a:lnTo>
                    <a:pt x="5720986" y="709474"/>
                  </a:lnTo>
                  <a:lnTo>
                    <a:pt x="5770976" y="692258"/>
                  </a:lnTo>
                  <a:lnTo>
                    <a:pt x="5784835" y="687072"/>
                  </a:lnTo>
                  <a:lnTo>
                    <a:pt x="5835662" y="666560"/>
                  </a:lnTo>
                  <a:lnTo>
                    <a:pt x="5885994" y="644009"/>
                  </a:lnTo>
                  <a:lnTo>
                    <a:pt x="5936330" y="619386"/>
                  </a:lnTo>
                  <a:lnTo>
                    <a:pt x="5987014" y="592728"/>
                  </a:lnTo>
                  <a:lnTo>
                    <a:pt x="6038257" y="564141"/>
                  </a:lnTo>
                  <a:lnTo>
                    <a:pt x="6090151" y="533812"/>
                  </a:lnTo>
                  <a:lnTo>
                    <a:pt x="6142684" y="502008"/>
                  </a:lnTo>
                  <a:lnTo>
                    <a:pt x="6195756" y="469065"/>
                  </a:lnTo>
                  <a:lnTo>
                    <a:pt x="6249198" y="435378"/>
                  </a:lnTo>
                  <a:lnTo>
                    <a:pt x="6302797" y="401383"/>
                  </a:lnTo>
                  <a:lnTo>
                    <a:pt x="6356322" y="367534"/>
                  </a:lnTo>
                  <a:lnTo>
                    <a:pt x="6409550" y="334273"/>
                  </a:lnTo>
                  <a:lnTo>
                    <a:pt x="6462293" y="302015"/>
                  </a:lnTo>
                  <a:lnTo>
                    <a:pt x="6514425" y="271119"/>
                  </a:lnTo>
                  <a:lnTo>
                    <a:pt x="6565898" y="241876"/>
                  </a:lnTo>
                  <a:lnTo>
                    <a:pt x="6616767" y="214504"/>
                  </a:lnTo>
                  <a:lnTo>
                    <a:pt x="6667196" y="189138"/>
                  </a:lnTo>
                  <a:lnTo>
                    <a:pt x="6717480" y="165839"/>
                  </a:lnTo>
                  <a:lnTo>
                    <a:pt x="6768060" y="144597"/>
                  </a:lnTo>
                  <a:lnTo>
                    <a:pt x="6786527" y="137414"/>
                  </a:lnTo>
                  <a:lnTo>
                    <a:pt x="6836109" y="119686"/>
                  </a:lnTo>
                  <a:lnTo>
                    <a:pt x="6887401" y="103761"/>
                  </a:lnTo>
                  <a:lnTo>
                    <a:pt x="6941225" y="89544"/>
                  </a:lnTo>
                  <a:lnTo>
                    <a:pt x="6998495" y="76874"/>
                  </a:lnTo>
                  <a:lnTo>
                    <a:pt x="7060142" y="65575"/>
                  </a:lnTo>
                  <a:lnTo>
                    <a:pt x="7127030" y="55473"/>
                  </a:lnTo>
                  <a:lnTo>
                    <a:pt x="7199852" y="46421"/>
                  </a:lnTo>
                  <a:lnTo>
                    <a:pt x="7278988" y="38298"/>
                  </a:lnTo>
                  <a:lnTo>
                    <a:pt x="7364326" y="31018"/>
                  </a:lnTo>
                  <a:lnTo>
                    <a:pt x="7455042" y="24529"/>
                  </a:lnTo>
                  <a:lnTo>
                    <a:pt x="7549395" y="18811"/>
                  </a:lnTo>
                  <a:lnTo>
                    <a:pt x="7644594" y="13869"/>
                  </a:lnTo>
                  <a:lnTo>
                    <a:pt x="7736861" y="9721"/>
                  </a:lnTo>
                  <a:lnTo>
                    <a:pt x="7821788" y="6383"/>
                  </a:lnTo>
                  <a:lnTo>
                    <a:pt x="7895000" y="3843"/>
                  </a:lnTo>
                  <a:lnTo>
                    <a:pt x="7953038" y="2053"/>
                  </a:lnTo>
                  <a:lnTo>
                    <a:pt x="7994183" y="919"/>
                  </a:lnTo>
                  <a:lnTo>
                    <a:pt x="8018963" y="304"/>
                  </a:lnTo>
                  <a:lnTo>
                    <a:pt x="8030210" y="53"/>
                  </a:lnTo>
                  <a:lnTo>
                    <a:pt x="8032790" y="0"/>
                  </a:lnTo>
                  <a:lnTo>
                    <a:pt x="8032819" y="0"/>
                  </a:lnTo>
                  <a:lnTo>
                    <a:pt x="8554953" y="0"/>
                  </a:lnTo>
                  <a:lnTo>
                    <a:pt x="8554953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032" name="pl2032"/>
            <p:cNvSpPr/>
            <p:nvPr/>
          </p:nvSpPr>
          <p:spPr>
            <a:xfrm>
              <a:off x="386606" y="1281547"/>
              <a:ext cx="8554953" cy="4754918"/>
            </a:xfrm>
            <a:custGeom>
              <a:avLst/>
              <a:pathLst>
                <a:path w="8554953" h="4754918">
                  <a:moveTo>
                    <a:pt x="8554953" y="0"/>
                  </a:moveTo>
                  <a:lnTo>
                    <a:pt x="8032819" y="0"/>
                  </a:lnTo>
                  <a:lnTo>
                    <a:pt x="8031560" y="25"/>
                  </a:lnTo>
                  <a:lnTo>
                    <a:pt x="8023331" y="204"/>
                  </a:lnTo>
                  <a:lnTo>
                    <a:pt x="8002751" y="699"/>
                  </a:lnTo>
                  <a:lnTo>
                    <a:pt x="7966380" y="1672"/>
                  </a:lnTo>
                  <a:lnTo>
                    <a:pt x="7913026" y="3265"/>
                  </a:lnTo>
                  <a:lnTo>
                    <a:pt x="7843807" y="5587"/>
                  </a:lnTo>
                  <a:lnTo>
                    <a:pt x="7761765" y="8697"/>
                  </a:lnTo>
                  <a:lnTo>
                    <a:pt x="7671109" y="12617"/>
                  </a:lnTo>
                  <a:lnTo>
                    <a:pt x="7576319" y="17337"/>
                  </a:lnTo>
                  <a:lnTo>
                    <a:pt x="7481398" y="22838"/>
                  </a:lnTo>
                  <a:lnTo>
                    <a:pt x="7389435" y="29109"/>
                  </a:lnTo>
                  <a:lnTo>
                    <a:pt x="7302460" y="36162"/>
                  </a:lnTo>
                  <a:lnTo>
                    <a:pt x="7221536" y="44040"/>
                  </a:lnTo>
                  <a:lnTo>
                    <a:pt x="7146954" y="52819"/>
                  </a:lnTo>
                  <a:lnTo>
                    <a:pt x="7078451" y="62610"/>
                  </a:lnTo>
                  <a:lnTo>
                    <a:pt x="7015407" y="73555"/>
                  </a:lnTo>
                  <a:lnTo>
                    <a:pt x="6956995" y="85820"/>
                  </a:lnTo>
                  <a:lnTo>
                    <a:pt x="6902294" y="99583"/>
                  </a:lnTo>
                  <a:lnTo>
                    <a:pt x="6850376" y="115012"/>
                  </a:lnTo>
                  <a:lnTo>
                    <a:pt x="6800385" y="132228"/>
                  </a:lnTo>
                  <a:lnTo>
                    <a:pt x="6786527" y="137414"/>
                  </a:lnTo>
                  <a:lnTo>
                    <a:pt x="6735700" y="157926"/>
                  </a:lnTo>
                  <a:lnTo>
                    <a:pt x="6685368" y="180477"/>
                  </a:lnTo>
                  <a:lnTo>
                    <a:pt x="6635032" y="205100"/>
                  </a:lnTo>
                  <a:lnTo>
                    <a:pt x="6584348" y="231758"/>
                  </a:lnTo>
                  <a:lnTo>
                    <a:pt x="6533105" y="260345"/>
                  </a:lnTo>
                  <a:lnTo>
                    <a:pt x="6481211" y="290674"/>
                  </a:lnTo>
                  <a:lnTo>
                    <a:pt x="6428678" y="322478"/>
                  </a:lnTo>
                  <a:lnTo>
                    <a:pt x="6375606" y="355421"/>
                  </a:lnTo>
                  <a:lnTo>
                    <a:pt x="6322164" y="389108"/>
                  </a:lnTo>
                  <a:lnTo>
                    <a:pt x="6268565" y="423103"/>
                  </a:lnTo>
                  <a:lnTo>
                    <a:pt x="6215040" y="456952"/>
                  </a:lnTo>
                  <a:lnTo>
                    <a:pt x="6161812" y="490213"/>
                  </a:lnTo>
                  <a:lnTo>
                    <a:pt x="6109069" y="522471"/>
                  </a:lnTo>
                  <a:lnTo>
                    <a:pt x="6056937" y="553367"/>
                  </a:lnTo>
                  <a:lnTo>
                    <a:pt x="6005464" y="582609"/>
                  </a:lnTo>
                  <a:lnTo>
                    <a:pt x="5954595" y="609982"/>
                  </a:lnTo>
                  <a:lnTo>
                    <a:pt x="5904166" y="635348"/>
                  </a:lnTo>
                  <a:lnTo>
                    <a:pt x="5853881" y="658647"/>
                  </a:lnTo>
                  <a:lnTo>
                    <a:pt x="5803302" y="679889"/>
                  </a:lnTo>
                  <a:lnTo>
                    <a:pt x="5784835" y="687072"/>
                  </a:lnTo>
                  <a:lnTo>
                    <a:pt x="5735253" y="704800"/>
                  </a:lnTo>
                  <a:lnTo>
                    <a:pt x="5683961" y="720725"/>
                  </a:lnTo>
                  <a:lnTo>
                    <a:pt x="5630137" y="734942"/>
                  </a:lnTo>
                  <a:lnTo>
                    <a:pt x="5572867" y="747612"/>
                  </a:lnTo>
                  <a:lnTo>
                    <a:pt x="5511220" y="758911"/>
                  </a:lnTo>
                  <a:lnTo>
                    <a:pt x="5444332" y="769013"/>
                  </a:lnTo>
                  <a:lnTo>
                    <a:pt x="5371510" y="778065"/>
                  </a:lnTo>
                  <a:lnTo>
                    <a:pt x="5292374" y="786188"/>
                  </a:lnTo>
                  <a:lnTo>
                    <a:pt x="5207036" y="793468"/>
                  </a:lnTo>
                  <a:lnTo>
                    <a:pt x="5116320" y="799957"/>
                  </a:lnTo>
                  <a:lnTo>
                    <a:pt x="5021967" y="805675"/>
                  </a:lnTo>
                  <a:lnTo>
                    <a:pt x="4926768" y="810617"/>
                  </a:lnTo>
                  <a:lnTo>
                    <a:pt x="4834501" y="814765"/>
                  </a:lnTo>
                  <a:lnTo>
                    <a:pt x="4749574" y="818103"/>
                  </a:lnTo>
                  <a:lnTo>
                    <a:pt x="4676362" y="820643"/>
                  </a:lnTo>
                  <a:lnTo>
                    <a:pt x="4618324" y="822433"/>
                  </a:lnTo>
                  <a:lnTo>
                    <a:pt x="4577179" y="823567"/>
                  </a:lnTo>
                  <a:lnTo>
                    <a:pt x="4552399" y="824182"/>
                  </a:lnTo>
                  <a:lnTo>
                    <a:pt x="4541152" y="824433"/>
                  </a:lnTo>
                  <a:lnTo>
                    <a:pt x="4538572" y="824486"/>
                  </a:lnTo>
                  <a:lnTo>
                    <a:pt x="4538543" y="824486"/>
                  </a:lnTo>
                  <a:lnTo>
                    <a:pt x="4016409" y="824486"/>
                  </a:lnTo>
                  <a:lnTo>
                    <a:pt x="4015481" y="824574"/>
                  </a:lnTo>
                  <a:lnTo>
                    <a:pt x="4009370" y="825198"/>
                  </a:lnTo>
                  <a:lnTo>
                    <a:pt x="3993937" y="826923"/>
                  </a:lnTo>
                  <a:lnTo>
                    <a:pt x="3966280" y="830319"/>
                  </a:lnTo>
                  <a:lnTo>
                    <a:pt x="3924936" y="835917"/>
                  </a:lnTo>
                  <a:lnTo>
                    <a:pt x="3869994" y="844155"/>
                  </a:lnTo>
                  <a:lnTo>
                    <a:pt x="3802986" y="855337"/>
                  </a:lnTo>
                  <a:lnTo>
                    <a:pt x="3726541" y="869621"/>
                  </a:lnTo>
                  <a:lnTo>
                    <a:pt x="3643875" y="887043"/>
                  </a:lnTo>
                  <a:lnTo>
                    <a:pt x="3558260" y="907558"/>
                  </a:lnTo>
                  <a:lnTo>
                    <a:pt x="3472601" y="931098"/>
                  </a:lnTo>
                  <a:lnTo>
                    <a:pt x="3389190" y="957623"/>
                  </a:lnTo>
                  <a:lnTo>
                    <a:pt x="3309612" y="987162"/>
                  </a:lnTo>
                  <a:lnTo>
                    <a:pt x="3234796" y="1019836"/>
                  </a:lnTo>
                  <a:lnTo>
                    <a:pt x="3165118" y="1055876"/>
                  </a:lnTo>
                  <a:lnTo>
                    <a:pt x="3100535" y="1095616"/>
                  </a:lnTo>
                  <a:lnTo>
                    <a:pt x="3040711" y="1139499"/>
                  </a:lnTo>
                  <a:lnTo>
                    <a:pt x="2985119" y="1188056"/>
                  </a:lnTo>
                  <a:lnTo>
                    <a:pt x="2933126" y="1241886"/>
                  </a:lnTo>
                  <a:lnTo>
                    <a:pt x="2884049" y="1301617"/>
                  </a:lnTo>
                  <a:lnTo>
                    <a:pt x="2837208" y="1367830"/>
                  </a:lnTo>
                  <a:lnTo>
                    <a:pt x="2791974" y="1440953"/>
                  </a:lnTo>
                  <a:lnTo>
                    <a:pt x="2770117" y="1479558"/>
                  </a:lnTo>
                  <a:lnTo>
                    <a:pt x="2737591" y="1540859"/>
                  </a:lnTo>
                  <a:lnTo>
                    <a:pt x="2705353" y="1606074"/>
                  </a:lnTo>
                  <a:lnTo>
                    <a:pt x="2673250" y="1675283"/>
                  </a:lnTo>
                  <a:lnTo>
                    <a:pt x="2641157" y="1748518"/>
                  </a:lnTo>
                  <a:lnTo>
                    <a:pt x="2608975" y="1825762"/>
                  </a:lnTo>
                  <a:lnTo>
                    <a:pt x="2576628" y="1906938"/>
                  </a:lnTo>
                  <a:lnTo>
                    <a:pt x="2544063" y="1991913"/>
                  </a:lnTo>
                  <a:lnTo>
                    <a:pt x="2511244" y="2080489"/>
                  </a:lnTo>
                  <a:lnTo>
                    <a:pt x="2478156" y="2172407"/>
                  </a:lnTo>
                  <a:lnTo>
                    <a:pt x="2444802" y="2267343"/>
                  </a:lnTo>
                  <a:lnTo>
                    <a:pt x="2411197" y="2364917"/>
                  </a:lnTo>
                  <a:lnTo>
                    <a:pt x="2377373" y="2464694"/>
                  </a:lnTo>
                  <a:lnTo>
                    <a:pt x="2343371" y="2566192"/>
                  </a:lnTo>
                  <a:lnTo>
                    <a:pt x="2309241" y="2668892"/>
                  </a:lnTo>
                  <a:lnTo>
                    <a:pt x="2275041" y="2772248"/>
                  </a:lnTo>
                  <a:lnTo>
                    <a:pt x="2240831" y="2875699"/>
                  </a:lnTo>
                  <a:lnTo>
                    <a:pt x="2206671" y="2978682"/>
                  </a:lnTo>
                  <a:lnTo>
                    <a:pt x="2172620" y="3080645"/>
                  </a:lnTo>
                  <a:lnTo>
                    <a:pt x="2138730" y="3181058"/>
                  </a:lnTo>
                  <a:lnTo>
                    <a:pt x="2105047" y="3279427"/>
                  </a:lnTo>
                  <a:lnTo>
                    <a:pt x="2071606" y="3375298"/>
                  </a:lnTo>
                  <a:lnTo>
                    <a:pt x="2038427" y="3468273"/>
                  </a:lnTo>
                  <a:lnTo>
                    <a:pt x="2005519" y="3558008"/>
                  </a:lnTo>
                  <a:lnTo>
                    <a:pt x="1972871" y="3644222"/>
                  </a:lnTo>
                  <a:lnTo>
                    <a:pt x="1940455" y="3726698"/>
                  </a:lnTo>
                  <a:lnTo>
                    <a:pt x="1908225" y="3805280"/>
                  </a:lnTo>
                  <a:lnTo>
                    <a:pt x="1876112" y="3879872"/>
                  </a:lnTo>
                  <a:lnTo>
                    <a:pt x="1844025" y="3950437"/>
                  </a:lnTo>
                  <a:lnTo>
                    <a:pt x="1811848" y="4016993"/>
                  </a:lnTo>
                  <a:lnTo>
                    <a:pt x="1779438" y="4079602"/>
                  </a:lnTo>
                  <a:lnTo>
                    <a:pt x="1768425" y="4099846"/>
                  </a:lnTo>
                  <a:lnTo>
                    <a:pt x="1723780" y="4176435"/>
                  </a:lnTo>
                  <a:lnTo>
                    <a:pt x="1677804" y="4246015"/>
                  </a:lnTo>
                  <a:lnTo>
                    <a:pt x="1629912" y="4308872"/>
                  </a:lnTo>
                  <a:lnTo>
                    <a:pt x="1579441" y="4365531"/>
                  </a:lnTo>
                  <a:lnTo>
                    <a:pt x="1525705" y="4416608"/>
                  </a:lnTo>
                  <a:lnTo>
                    <a:pt x="1468040" y="4462721"/>
                  </a:lnTo>
                  <a:lnTo>
                    <a:pt x="1405857" y="4504441"/>
                  </a:lnTo>
                  <a:lnTo>
                    <a:pt x="1338715" y="4542255"/>
                  </a:lnTo>
                  <a:lnTo>
                    <a:pt x="1266412" y="4576551"/>
                  </a:lnTo>
                  <a:lnTo>
                    <a:pt x="1189101" y="4607613"/>
                  </a:lnTo>
                  <a:lnTo>
                    <a:pt x="1107423" y="4635614"/>
                  </a:lnTo>
                  <a:lnTo>
                    <a:pt x="1022628" y="4660626"/>
                  </a:lnTo>
                  <a:lnTo>
                    <a:pt x="936663" y="4682638"/>
                  </a:lnTo>
                  <a:lnTo>
                    <a:pt x="852150" y="4701592"/>
                  </a:lnTo>
                  <a:lnTo>
                    <a:pt x="772224" y="4717424"/>
                  </a:lnTo>
                  <a:lnTo>
                    <a:pt x="700190" y="4730122"/>
                  </a:lnTo>
                  <a:lnTo>
                    <a:pt x="639034" y="4739782"/>
                  </a:lnTo>
                  <a:lnTo>
                    <a:pt x="590885" y="4746633"/>
                  </a:lnTo>
                  <a:lnTo>
                    <a:pt x="556574" y="4751052"/>
                  </a:lnTo>
                  <a:lnTo>
                    <a:pt x="535398" y="4753530"/>
                  </a:lnTo>
                  <a:lnTo>
                    <a:pt x="525139" y="4754624"/>
                  </a:lnTo>
                  <a:lnTo>
                    <a:pt x="522247" y="4754907"/>
                  </a:lnTo>
                  <a:lnTo>
                    <a:pt x="522133" y="4754918"/>
                  </a:lnTo>
                  <a:lnTo>
                    <a:pt x="0" y="4754918"/>
                  </a:lnTo>
                  <a:lnTo>
                    <a:pt x="0" y="4754918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033" name="pg2033"/>
            <p:cNvSpPr/>
            <p:nvPr/>
          </p:nvSpPr>
          <p:spPr>
            <a:xfrm>
              <a:off x="386606" y="1981796"/>
              <a:ext cx="8554953" cy="4094199"/>
            </a:xfrm>
            <a:custGeom>
              <a:avLst/>
              <a:pathLst>
                <a:path w="8554953" h="4094199">
                  <a:moveTo>
                    <a:pt x="0" y="4094199"/>
                  </a:moveTo>
                  <a:lnTo>
                    <a:pt x="522133" y="4094199"/>
                  </a:lnTo>
                  <a:lnTo>
                    <a:pt x="523388" y="4094170"/>
                  </a:lnTo>
                  <a:lnTo>
                    <a:pt x="531597" y="4093967"/>
                  </a:lnTo>
                  <a:lnTo>
                    <a:pt x="552127" y="4093405"/>
                  </a:lnTo>
                  <a:lnTo>
                    <a:pt x="588415" y="4092302"/>
                  </a:lnTo>
                  <a:lnTo>
                    <a:pt x="641656" y="4090495"/>
                  </a:lnTo>
                  <a:lnTo>
                    <a:pt x="710744" y="4087862"/>
                  </a:lnTo>
                  <a:lnTo>
                    <a:pt x="792652" y="4084334"/>
                  </a:lnTo>
                  <a:lnTo>
                    <a:pt x="883187" y="4079887"/>
                  </a:lnTo>
                  <a:lnTo>
                    <a:pt x="977880" y="4074532"/>
                  </a:lnTo>
                  <a:lnTo>
                    <a:pt x="1072730" y="4068291"/>
                  </a:lnTo>
                  <a:lnTo>
                    <a:pt x="1164651" y="4061175"/>
                  </a:lnTo>
                  <a:lnTo>
                    <a:pt x="1251607" y="4053172"/>
                  </a:lnTo>
                  <a:lnTo>
                    <a:pt x="1332529" y="4044233"/>
                  </a:lnTo>
                  <a:lnTo>
                    <a:pt x="1407121" y="4034273"/>
                  </a:lnTo>
                  <a:lnTo>
                    <a:pt x="1475637" y="4023166"/>
                  </a:lnTo>
                  <a:lnTo>
                    <a:pt x="1538695" y="4010752"/>
                  </a:lnTo>
                  <a:lnTo>
                    <a:pt x="1597116" y="3996842"/>
                  </a:lnTo>
                  <a:lnTo>
                    <a:pt x="1651819" y="3981235"/>
                  </a:lnTo>
                  <a:lnTo>
                    <a:pt x="1703729" y="3963739"/>
                  </a:lnTo>
                  <a:lnTo>
                    <a:pt x="1753702" y="3944218"/>
                  </a:lnTo>
                  <a:lnTo>
                    <a:pt x="1768425" y="3937960"/>
                  </a:lnTo>
                  <a:lnTo>
                    <a:pt x="1818431" y="3915036"/>
                  </a:lnTo>
                  <a:lnTo>
                    <a:pt x="1867950" y="3889868"/>
                  </a:lnTo>
                  <a:lnTo>
                    <a:pt x="1917459" y="3862422"/>
                  </a:lnTo>
                  <a:lnTo>
                    <a:pt x="1967293" y="3832731"/>
                  </a:lnTo>
                  <a:lnTo>
                    <a:pt x="2017659" y="3800908"/>
                  </a:lnTo>
                  <a:lnTo>
                    <a:pt x="2068651" y="3767148"/>
                  </a:lnTo>
                  <a:lnTo>
                    <a:pt x="2120267" y="3731732"/>
                  </a:lnTo>
                  <a:lnTo>
                    <a:pt x="2172420" y="3695017"/>
                  </a:lnTo>
                  <a:lnTo>
                    <a:pt x="2224955" y="3657424"/>
                  </a:lnTo>
                  <a:lnTo>
                    <a:pt x="2277674" y="3619421"/>
                  </a:lnTo>
                  <a:lnTo>
                    <a:pt x="2330358" y="3581496"/>
                  </a:lnTo>
                  <a:lnTo>
                    <a:pt x="2382791" y="3544134"/>
                  </a:lnTo>
                  <a:lnTo>
                    <a:pt x="2434787" y="3507789"/>
                  </a:lnTo>
                  <a:lnTo>
                    <a:pt x="2486210" y="3472866"/>
                  </a:lnTo>
                  <a:lnTo>
                    <a:pt x="2536998" y="3439697"/>
                  </a:lnTo>
                  <a:lnTo>
                    <a:pt x="2587179" y="3408536"/>
                  </a:lnTo>
                  <a:lnTo>
                    <a:pt x="2636881" y="3379552"/>
                  </a:lnTo>
                  <a:lnTo>
                    <a:pt x="2686351" y="3352832"/>
                  </a:lnTo>
                  <a:lnTo>
                    <a:pt x="2735966" y="3328386"/>
                  </a:lnTo>
                  <a:lnTo>
                    <a:pt x="2770117" y="3313007"/>
                  </a:lnTo>
                  <a:lnTo>
                    <a:pt x="2819655" y="3292867"/>
                  </a:lnTo>
                  <a:lnTo>
                    <a:pt x="2870899" y="3274774"/>
                  </a:lnTo>
                  <a:lnTo>
                    <a:pt x="2924669" y="3258619"/>
                  </a:lnTo>
                  <a:lnTo>
                    <a:pt x="2981877" y="3244221"/>
                  </a:lnTo>
                  <a:lnTo>
                    <a:pt x="3043451" y="3231379"/>
                  </a:lnTo>
                  <a:lnTo>
                    <a:pt x="3110253" y="3219898"/>
                  </a:lnTo>
                  <a:lnTo>
                    <a:pt x="3182976" y="3209609"/>
                  </a:lnTo>
                  <a:lnTo>
                    <a:pt x="3262001" y="3200375"/>
                  </a:lnTo>
                  <a:lnTo>
                    <a:pt x="3347220" y="3192098"/>
                  </a:lnTo>
                  <a:lnTo>
                    <a:pt x="3437818" y="3184719"/>
                  </a:lnTo>
                  <a:lnTo>
                    <a:pt x="3532066" y="3178215"/>
                  </a:lnTo>
                  <a:lnTo>
                    <a:pt x="3627190" y="3172592"/>
                  </a:lnTo>
                  <a:lnTo>
                    <a:pt x="3719432" y="3167870"/>
                  </a:lnTo>
                  <a:lnTo>
                    <a:pt x="3804398" y="3164067"/>
                  </a:lnTo>
                  <a:lnTo>
                    <a:pt x="3877719" y="3161171"/>
                  </a:lnTo>
                  <a:lnTo>
                    <a:pt x="3935929" y="3159127"/>
                  </a:lnTo>
                  <a:lnTo>
                    <a:pt x="3977284" y="3157828"/>
                  </a:lnTo>
                  <a:lnTo>
                    <a:pt x="4002277" y="3157122"/>
                  </a:lnTo>
                  <a:lnTo>
                    <a:pt x="4013700" y="3156831"/>
                  </a:lnTo>
                  <a:lnTo>
                    <a:pt x="4016409" y="3156768"/>
                  </a:lnTo>
                  <a:lnTo>
                    <a:pt x="4538543" y="3156768"/>
                  </a:lnTo>
                  <a:lnTo>
                    <a:pt x="4539669" y="3156683"/>
                  </a:lnTo>
                  <a:lnTo>
                    <a:pt x="4547051" y="3156072"/>
                  </a:lnTo>
                  <a:lnTo>
                    <a:pt x="4565581" y="3154384"/>
                  </a:lnTo>
                  <a:lnTo>
                    <a:pt x="4598507" y="3151066"/>
                  </a:lnTo>
                  <a:lnTo>
                    <a:pt x="4647166" y="3145617"/>
                  </a:lnTo>
                  <a:lnTo>
                    <a:pt x="4710890" y="3137647"/>
                  </a:lnTo>
                  <a:lnTo>
                    <a:pt x="4787259" y="3126914"/>
                  </a:lnTo>
                  <a:lnTo>
                    <a:pt x="4872689" y="3113318"/>
                  </a:lnTo>
                  <a:lnTo>
                    <a:pt x="4963165" y="3096871"/>
                  </a:lnTo>
                  <a:lnTo>
                    <a:pt x="5054916" y="3077635"/>
                  </a:lnTo>
                  <a:lnTo>
                    <a:pt x="5144870" y="3055663"/>
                  </a:lnTo>
                  <a:lnTo>
                    <a:pt x="5230847" y="3030949"/>
                  </a:lnTo>
                  <a:lnTo>
                    <a:pt x="5311547" y="3003395"/>
                  </a:lnTo>
                  <a:lnTo>
                    <a:pt x="5386418" y="2972795"/>
                  </a:lnTo>
                  <a:lnTo>
                    <a:pt x="5455471" y="2938828"/>
                  </a:lnTo>
                  <a:lnTo>
                    <a:pt x="5519110" y="2901067"/>
                  </a:lnTo>
                  <a:lnTo>
                    <a:pt x="5577981" y="2858987"/>
                  </a:lnTo>
                  <a:lnTo>
                    <a:pt x="5632868" y="2811999"/>
                  </a:lnTo>
                  <a:lnTo>
                    <a:pt x="5684602" y="2759495"/>
                  </a:lnTo>
                  <a:lnTo>
                    <a:pt x="5734000" y="2700934"/>
                  </a:lnTo>
                  <a:lnTo>
                    <a:pt x="5781795" y="2635986"/>
                  </a:lnTo>
                  <a:lnTo>
                    <a:pt x="5784835" y="2631581"/>
                  </a:lnTo>
                  <a:lnTo>
                    <a:pt x="5820527" y="2577457"/>
                  </a:lnTo>
                  <a:lnTo>
                    <a:pt x="5855890" y="2519542"/>
                  </a:lnTo>
                  <a:lnTo>
                    <a:pt x="5891122" y="2457759"/>
                  </a:lnTo>
                  <a:lnTo>
                    <a:pt x="5926379" y="2392085"/>
                  </a:lnTo>
                  <a:lnTo>
                    <a:pt x="5961782" y="2322560"/>
                  </a:lnTo>
                  <a:lnTo>
                    <a:pt x="5997419" y="2249292"/>
                  </a:lnTo>
                  <a:lnTo>
                    <a:pt x="6033346" y="2172460"/>
                  </a:lnTo>
                  <a:lnTo>
                    <a:pt x="6069593" y="2092313"/>
                  </a:lnTo>
                  <a:lnTo>
                    <a:pt x="6106164" y="2009178"/>
                  </a:lnTo>
                  <a:lnTo>
                    <a:pt x="6143039" y="1923448"/>
                  </a:lnTo>
                  <a:lnTo>
                    <a:pt x="6180180" y="1835581"/>
                  </a:lnTo>
                  <a:lnTo>
                    <a:pt x="6217530" y="1746088"/>
                  </a:lnTo>
                  <a:lnTo>
                    <a:pt x="6255023" y="1655525"/>
                  </a:lnTo>
                  <a:lnTo>
                    <a:pt x="6292580" y="1564475"/>
                  </a:lnTo>
                  <a:lnTo>
                    <a:pt x="6330123" y="1473535"/>
                  </a:lnTo>
                  <a:lnTo>
                    <a:pt x="6367572" y="1383298"/>
                  </a:lnTo>
                  <a:lnTo>
                    <a:pt x="6404853" y="1294340"/>
                  </a:lnTo>
                  <a:lnTo>
                    <a:pt x="6441902" y="1207201"/>
                  </a:lnTo>
                  <a:lnTo>
                    <a:pt x="6478668" y="1122374"/>
                  </a:lnTo>
                  <a:lnTo>
                    <a:pt x="6515121" y="1040295"/>
                  </a:lnTo>
                  <a:lnTo>
                    <a:pt x="6551249" y="961332"/>
                  </a:lnTo>
                  <a:lnTo>
                    <a:pt x="6587065" y="885783"/>
                  </a:lnTo>
                  <a:lnTo>
                    <a:pt x="6622608" y="813874"/>
                  </a:lnTo>
                  <a:lnTo>
                    <a:pt x="6657945" y="745755"/>
                  </a:lnTo>
                  <a:lnTo>
                    <a:pt x="6693177" y="681509"/>
                  </a:lnTo>
                  <a:lnTo>
                    <a:pt x="6728437" y="621152"/>
                  </a:lnTo>
                  <a:lnTo>
                    <a:pt x="6763896" y="564641"/>
                  </a:lnTo>
                  <a:lnTo>
                    <a:pt x="6786527" y="530834"/>
                  </a:lnTo>
                  <a:lnTo>
                    <a:pt x="6834241" y="465471"/>
                  </a:lnTo>
                  <a:lnTo>
                    <a:pt x="6883515" y="406505"/>
                  </a:lnTo>
                  <a:lnTo>
                    <a:pt x="6935075" y="353626"/>
                  </a:lnTo>
                  <a:lnTo>
                    <a:pt x="6989733" y="306301"/>
                  </a:lnTo>
                  <a:lnTo>
                    <a:pt x="7048323" y="263923"/>
                  </a:lnTo>
                  <a:lnTo>
                    <a:pt x="7111633" y="225900"/>
                  </a:lnTo>
                  <a:lnTo>
                    <a:pt x="7180322" y="191703"/>
                  </a:lnTo>
                  <a:lnTo>
                    <a:pt x="7254813" y="160896"/>
                  </a:lnTo>
                  <a:lnTo>
                    <a:pt x="7335147" y="133154"/>
                  </a:lnTo>
                  <a:lnTo>
                    <a:pt x="7420814" y="108261"/>
                  </a:lnTo>
                  <a:lnTo>
                    <a:pt x="7510567" y="86114"/>
                  </a:lnTo>
                  <a:lnTo>
                    <a:pt x="7602286" y="66700"/>
                  </a:lnTo>
                  <a:lnTo>
                    <a:pt x="7692953" y="50072"/>
                  </a:lnTo>
                  <a:lnTo>
                    <a:pt x="7778829" y="36291"/>
                  </a:lnTo>
                  <a:lnTo>
                    <a:pt x="7855899" y="25374"/>
                  </a:lnTo>
                  <a:lnTo>
                    <a:pt x="7920526" y="17232"/>
                  </a:lnTo>
                  <a:lnTo>
                    <a:pt x="7970197" y="11631"/>
                  </a:lnTo>
                  <a:lnTo>
                    <a:pt x="8004118" y="8189"/>
                  </a:lnTo>
                  <a:lnTo>
                    <a:pt x="8023497" y="6413"/>
                  </a:lnTo>
                  <a:lnTo>
                    <a:pt x="8031466" y="5750"/>
                  </a:lnTo>
                  <a:lnTo>
                    <a:pt x="8032819" y="5647"/>
                  </a:lnTo>
                  <a:lnTo>
                    <a:pt x="8554953" y="5647"/>
                  </a:lnTo>
                  <a:lnTo>
                    <a:pt x="8554953" y="0"/>
                  </a:lnTo>
                  <a:lnTo>
                    <a:pt x="8032819" y="0"/>
                  </a:lnTo>
                  <a:lnTo>
                    <a:pt x="8031693" y="85"/>
                  </a:lnTo>
                  <a:lnTo>
                    <a:pt x="8024311" y="695"/>
                  </a:lnTo>
                  <a:lnTo>
                    <a:pt x="8005781" y="2383"/>
                  </a:lnTo>
                  <a:lnTo>
                    <a:pt x="7972855" y="5702"/>
                  </a:lnTo>
                  <a:lnTo>
                    <a:pt x="7924196" y="11151"/>
                  </a:lnTo>
                  <a:lnTo>
                    <a:pt x="7860472" y="19120"/>
                  </a:lnTo>
                  <a:lnTo>
                    <a:pt x="7784103" y="29854"/>
                  </a:lnTo>
                  <a:lnTo>
                    <a:pt x="7698673" y="43450"/>
                  </a:lnTo>
                  <a:lnTo>
                    <a:pt x="7608197" y="59897"/>
                  </a:lnTo>
                  <a:lnTo>
                    <a:pt x="7516446" y="79133"/>
                  </a:lnTo>
                  <a:lnTo>
                    <a:pt x="7426492" y="101105"/>
                  </a:lnTo>
                  <a:lnTo>
                    <a:pt x="7340515" y="125819"/>
                  </a:lnTo>
                  <a:lnTo>
                    <a:pt x="7259815" y="153372"/>
                  </a:lnTo>
                  <a:lnTo>
                    <a:pt x="7184944" y="183972"/>
                  </a:lnTo>
                  <a:lnTo>
                    <a:pt x="7115891" y="217939"/>
                  </a:lnTo>
                  <a:lnTo>
                    <a:pt x="7052252" y="255701"/>
                  </a:lnTo>
                  <a:lnTo>
                    <a:pt x="6993381" y="297781"/>
                  </a:lnTo>
                  <a:lnTo>
                    <a:pt x="6938494" y="344768"/>
                  </a:lnTo>
                  <a:lnTo>
                    <a:pt x="6886760" y="397272"/>
                  </a:lnTo>
                  <a:lnTo>
                    <a:pt x="6837362" y="455833"/>
                  </a:lnTo>
                  <a:lnTo>
                    <a:pt x="6789567" y="520782"/>
                  </a:lnTo>
                  <a:lnTo>
                    <a:pt x="6786527" y="525186"/>
                  </a:lnTo>
                  <a:lnTo>
                    <a:pt x="6750835" y="579310"/>
                  </a:lnTo>
                  <a:lnTo>
                    <a:pt x="6715472" y="637225"/>
                  </a:lnTo>
                  <a:lnTo>
                    <a:pt x="6680240" y="699009"/>
                  </a:lnTo>
                  <a:lnTo>
                    <a:pt x="6644983" y="764683"/>
                  </a:lnTo>
                  <a:lnTo>
                    <a:pt x="6609580" y="834207"/>
                  </a:lnTo>
                  <a:lnTo>
                    <a:pt x="6573943" y="907475"/>
                  </a:lnTo>
                  <a:lnTo>
                    <a:pt x="6538016" y="984308"/>
                  </a:lnTo>
                  <a:lnTo>
                    <a:pt x="6501769" y="1064454"/>
                  </a:lnTo>
                  <a:lnTo>
                    <a:pt x="6465198" y="1147589"/>
                  </a:lnTo>
                  <a:lnTo>
                    <a:pt x="6428323" y="1233320"/>
                  </a:lnTo>
                  <a:lnTo>
                    <a:pt x="6391182" y="1321187"/>
                  </a:lnTo>
                  <a:lnTo>
                    <a:pt x="6353832" y="1410680"/>
                  </a:lnTo>
                  <a:lnTo>
                    <a:pt x="6316339" y="1501243"/>
                  </a:lnTo>
                  <a:lnTo>
                    <a:pt x="6278782" y="1592293"/>
                  </a:lnTo>
                  <a:lnTo>
                    <a:pt x="6241239" y="1683233"/>
                  </a:lnTo>
                  <a:lnTo>
                    <a:pt x="6203790" y="1773469"/>
                  </a:lnTo>
                  <a:lnTo>
                    <a:pt x="6166509" y="1862427"/>
                  </a:lnTo>
                  <a:lnTo>
                    <a:pt x="6129460" y="1949566"/>
                  </a:lnTo>
                  <a:lnTo>
                    <a:pt x="6092693" y="2034393"/>
                  </a:lnTo>
                  <a:lnTo>
                    <a:pt x="6056241" y="2116473"/>
                  </a:lnTo>
                  <a:lnTo>
                    <a:pt x="6020113" y="2195436"/>
                  </a:lnTo>
                  <a:lnTo>
                    <a:pt x="5984297" y="2270984"/>
                  </a:lnTo>
                  <a:lnTo>
                    <a:pt x="5948754" y="2342894"/>
                  </a:lnTo>
                  <a:lnTo>
                    <a:pt x="5913417" y="2411013"/>
                  </a:lnTo>
                  <a:lnTo>
                    <a:pt x="5878185" y="2475259"/>
                  </a:lnTo>
                  <a:lnTo>
                    <a:pt x="5842925" y="2535616"/>
                  </a:lnTo>
                  <a:lnTo>
                    <a:pt x="5807466" y="2592127"/>
                  </a:lnTo>
                  <a:lnTo>
                    <a:pt x="5784835" y="2625934"/>
                  </a:lnTo>
                  <a:lnTo>
                    <a:pt x="5737120" y="2691296"/>
                  </a:lnTo>
                  <a:lnTo>
                    <a:pt x="5687847" y="2750262"/>
                  </a:lnTo>
                  <a:lnTo>
                    <a:pt x="5636287" y="2803142"/>
                  </a:lnTo>
                  <a:lnTo>
                    <a:pt x="5581629" y="2850467"/>
                  </a:lnTo>
                  <a:lnTo>
                    <a:pt x="5523039" y="2892844"/>
                  </a:lnTo>
                  <a:lnTo>
                    <a:pt x="5459729" y="2930868"/>
                  </a:lnTo>
                  <a:lnTo>
                    <a:pt x="5391040" y="2965065"/>
                  </a:lnTo>
                  <a:lnTo>
                    <a:pt x="5316549" y="2995871"/>
                  </a:lnTo>
                  <a:lnTo>
                    <a:pt x="5236215" y="3023614"/>
                  </a:lnTo>
                  <a:lnTo>
                    <a:pt x="5150548" y="3048506"/>
                  </a:lnTo>
                  <a:lnTo>
                    <a:pt x="5060795" y="3070654"/>
                  </a:lnTo>
                  <a:lnTo>
                    <a:pt x="4969076" y="3090067"/>
                  </a:lnTo>
                  <a:lnTo>
                    <a:pt x="4878409" y="3106696"/>
                  </a:lnTo>
                  <a:lnTo>
                    <a:pt x="4792533" y="3120477"/>
                  </a:lnTo>
                  <a:lnTo>
                    <a:pt x="4715463" y="3131394"/>
                  </a:lnTo>
                  <a:lnTo>
                    <a:pt x="4650836" y="3139536"/>
                  </a:lnTo>
                  <a:lnTo>
                    <a:pt x="4601165" y="3145137"/>
                  </a:lnTo>
                  <a:lnTo>
                    <a:pt x="4567244" y="3148578"/>
                  </a:lnTo>
                  <a:lnTo>
                    <a:pt x="4547865" y="3150355"/>
                  </a:lnTo>
                  <a:lnTo>
                    <a:pt x="4539896" y="3151018"/>
                  </a:lnTo>
                  <a:lnTo>
                    <a:pt x="4538543" y="3151121"/>
                  </a:lnTo>
                  <a:lnTo>
                    <a:pt x="4016409" y="3151121"/>
                  </a:lnTo>
                  <a:lnTo>
                    <a:pt x="4015154" y="3151149"/>
                  </a:lnTo>
                  <a:lnTo>
                    <a:pt x="4006945" y="3151353"/>
                  </a:lnTo>
                  <a:lnTo>
                    <a:pt x="3986415" y="3151914"/>
                  </a:lnTo>
                  <a:lnTo>
                    <a:pt x="3950128" y="3153018"/>
                  </a:lnTo>
                  <a:lnTo>
                    <a:pt x="3896886" y="3154825"/>
                  </a:lnTo>
                  <a:lnTo>
                    <a:pt x="3827798" y="3157457"/>
                  </a:lnTo>
                  <a:lnTo>
                    <a:pt x="3745890" y="3160986"/>
                  </a:lnTo>
                  <a:lnTo>
                    <a:pt x="3655355" y="3165433"/>
                  </a:lnTo>
                  <a:lnTo>
                    <a:pt x="3560662" y="3170788"/>
                  </a:lnTo>
                  <a:lnTo>
                    <a:pt x="3465812" y="3177029"/>
                  </a:lnTo>
                  <a:lnTo>
                    <a:pt x="3373891" y="3184145"/>
                  </a:lnTo>
                  <a:lnTo>
                    <a:pt x="3286935" y="3192148"/>
                  </a:lnTo>
                  <a:lnTo>
                    <a:pt x="3206013" y="3201086"/>
                  </a:lnTo>
                  <a:lnTo>
                    <a:pt x="3131422" y="3211046"/>
                  </a:lnTo>
                  <a:lnTo>
                    <a:pt x="3062905" y="3222154"/>
                  </a:lnTo>
                  <a:lnTo>
                    <a:pt x="2999848" y="3234568"/>
                  </a:lnTo>
                  <a:lnTo>
                    <a:pt x="2941426" y="3248477"/>
                  </a:lnTo>
                  <a:lnTo>
                    <a:pt x="2886723" y="3264084"/>
                  </a:lnTo>
                  <a:lnTo>
                    <a:pt x="2834813" y="3281580"/>
                  </a:lnTo>
                  <a:lnTo>
                    <a:pt x="2784840" y="3301102"/>
                  </a:lnTo>
                  <a:lnTo>
                    <a:pt x="2770117" y="3307359"/>
                  </a:lnTo>
                  <a:lnTo>
                    <a:pt x="2720111" y="3330284"/>
                  </a:lnTo>
                  <a:lnTo>
                    <a:pt x="2670592" y="3355451"/>
                  </a:lnTo>
                  <a:lnTo>
                    <a:pt x="2621083" y="3382897"/>
                  </a:lnTo>
                  <a:lnTo>
                    <a:pt x="2571249" y="3412588"/>
                  </a:lnTo>
                  <a:lnTo>
                    <a:pt x="2520883" y="3444412"/>
                  </a:lnTo>
                  <a:lnTo>
                    <a:pt x="2469891" y="3478171"/>
                  </a:lnTo>
                  <a:lnTo>
                    <a:pt x="2418275" y="3513587"/>
                  </a:lnTo>
                  <a:lnTo>
                    <a:pt x="2366123" y="3550302"/>
                  </a:lnTo>
                  <a:lnTo>
                    <a:pt x="2313587" y="3587895"/>
                  </a:lnTo>
                  <a:lnTo>
                    <a:pt x="2260868" y="3625899"/>
                  </a:lnTo>
                  <a:lnTo>
                    <a:pt x="2208184" y="3663824"/>
                  </a:lnTo>
                  <a:lnTo>
                    <a:pt x="2155751" y="3701186"/>
                  </a:lnTo>
                  <a:lnTo>
                    <a:pt x="2103756" y="3737530"/>
                  </a:lnTo>
                  <a:lnTo>
                    <a:pt x="2052332" y="3772454"/>
                  </a:lnTo>
                  <a:lnTo>
                    <a:pt x="2001544" y="3805623"/>
                  </a:lnTo>
                  <a:lnTo>
                    <a:pt x="1951363" y="3836784"/>
                  </a:lnTo>
                  <a:lnTo>
                    <a:pt x="1901661" y="3865768"/>
                  </a:lnTo>
                  <a:lnTo>
                    <a:pt x="1852191" y="3892488"/>
                  </a:lnTo>
                  <a:lnTo>
                    <a:pt x="1802577" y="3916934"/>
                  </a:lnTo>
                  <a:lnTo>
                    <a:pt x="1768425" y="3932313"/>
                  </a:lnTo>
                  <a:lnTo>
                    <a:pt x="1718887" y="3952452"/>
                  </a:lnTo>
                  <a:lnTo>
                    <a:pt x="1667643" y="3970546"/>
                  </a:lnTo>
                  <a:lnTo>
                    <a:pt x="1613873" y="3986701"/>
                  </a:lnTo>
                  <a:lnTo>
                    <a:pt x="1556665" y="4001098"/>
                  </a:lnTo>
                  <a:lnTo>
                    <a:pt x="1495091" y="4013940"/>
                  </a:lnTo>
                  <a:lnTo>
                    <a:pt x="1428289" y="4025421"/>
                  </a:lnTo>
                  <a:lnTo>
                    <a:pt x="1355567" y="4035711"/>
                  </a:lnTo>
                  <a:lnTo>
                    <a:pt x="1276542" y="4044945"/>
                  </a:lnTo>
                  <a:lnTo>
                    <a:pt x="1191323" y="4053222"/>
                  </a:lnTo>
                  <a:lnTo>
                    <a:pt x="1100724" y="4060601"/>
                  </a:lnTo>
                  <a:lnTo>
                    <a:pt x="1006476" y="4067105"/>
                  </a:lnTo>
                  <a:lnTo>
                    <a:pt x="911352" y="4072728"/>
                  </a:lnTo>
                  <a:lnTo>
                    <a:pt x="819110" y="4077449"/>
                  </a:lnTo>
                  <a:lnTo>
                    <a:pt x="734145" y="4081253"/>
                  </a:lnTo>
                  <a:lnTo>
                    <a:pt x="660823" y="4084149"/>
                  </a:lnTo>
                  <a:lnTo>
                    <a:pt x="602613" y="4086193"/>
                  </a:lnTo>
                  <a:lnTo>
                    <a:pt x="561258" y="4087492"/>
                  </a:lnTo>
                  <a:lnTo>
                    <a:pt x="536265" y="4088197"/>
                  </a:lnTo>
                  <a:lnTo>
                    <a:pt x="524842" y="4088489"/>
                  </a:lnTo>
                  <a:lnTo>
                    <a:pt x="522133" y="4088551"/>
                  </a:lnTo>
                  <a:lnTo>
                    <a:pt x="0" y="4088551"/>
                  </a:lnTo>
                  <a:close/>
                </a:path>
              </a:pathLst>
            </a:custGeom>
            <a:solidFill>
              <a:srgbClr val="7DD8AC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2034" name="pl2034"/>
            <p:cNvSpPr/>
            <p:nvPr/>
          </p:nvSpPr>
          <p:spPr>
            <a:xfrm>
              <a:off x="386606" y="1987443"/>
              <a:ext cx="8554953" cy="4088551"/>
            </a:xfrm>
            <a:custGeom>
              <a:avLst/>
              <a:pathLst>
                <a:path w="8554953" h="4088551">
                  <a:moveTo>
                    <a:pt x="0" y="4088551"/>
                  </a:moveTo>
                  <a:lnTo>
                    <a:pt x="522133" y="4088551"/>
                  </a:lnTo>
                  <a:lnTo>
                    <a:pt x="523388" y="4088523"/>
                  </a:lnTo>
                  <a:lnTo>
                    <a:pt x="531597" y="4088320"/>
                  </a:lnTo>
                  <a:lnTo>
                    <a:pt x="552127" y="4087758"/>
                  </a:lnTo>
                  <a:lnTo>
                    <a:pt x="588415" y="4086655"/>
                  </a:lnTo>
                  <a:lnTo>
                    <a:pt x="641656" y="4084848"/>
                  </a:lnTo>
                  <a:lnTo>
                    <a:pt x="710744" y="4082215"/>
                  </a:lnTo>
                  <a:lnTo>
                    <a:pt x="792652" y="4078687"/>
                  </a:lnTo>
                  <a:lnTo>
                    <a:pt x="883187" y="4074240"/>
                  </a:lnTo>
                  <a:lnTo>
                    <a:pt x="977880" y="4068885"/>
                  </a:lnTo>
                  <a:lnTo>
                    <a:pt x="1072730" y="4062643"/>
                  </a:lnTo>
                  <a:lnTo>
                    <a:pt x="1164651" y="4055528"/>
                  </a:lnTo>
                  <a:lnTo>
                    <a:pt x="1251607" y="4047525"/>
                  </a:lnTo>
                  <a:lnTo>
                    <a:pt x="1332529" y="4038586"/>
                  </a:lnTo>
                  <a:lnTo>
                    <a:pt x="1407121" y="4028626"/>
                  </a:lnTo>
                  <a:lnTo>
                    <a:pt x="1475637" y="4017519"/>
                  </a:lnTo>
                  <a:lnTo>
                    <a:pt x="1538695" y="4005105"/>
                  </a:lnTo>
                  <a:lnTo>
                    <a:pt x="1597116" y="3991195"/>
                  </a:lnTo>
                  <a:lnTo>
                    <a:pt x="1651819" y="3975588"/>
                  </a:lnTo>
                  <a:lnTo>
                    <a:pt x="1703729" y="3958092"/>
                  </a:lnTo>
                  <a:lnTo>
                    <a:pt x="1753702" y="3938570"/>
                  </a:lnTo>
                  <a:lnTo>
                    <a:pt x="1768425" y="3932313"/>
                  </a:lnTo>
                  <a:lnTo>
                    <a:pt x="1818431" y="3909388"/>
                  </a:lnTo>
                  <a:lnTo>
                    <a:pt x="1867950" y="3884221"/>
                  </a:lnTo>
                  <a:lnTo>
                    <a:pt x="1917459" y="3856775"/>
                  </a:lnTo>
                  <a:lnTo>
                    <a:pt x="1967293" y="3827084"/>
                  </a:lnTo>
                  <a:lnTo>
                    <a:pt x="2017659" y="3795261"/>
                  </a:lnTo>
                  <a:lnTo>
                    <a:pt x="2068651" y="3761501"/>
                  </a:lnTo>
                  <a:lnTo>
                    <a:pt x="2120267" y="3726085"/>
                  </a:lnTo>
                  <a:lnTo>
                    <a:pt x="2172420" y="3689370"/>
                  </a:lnTo>
                  <a:lnTo>
                    <a:pt x="2224955" y="3651777"/>
                  </a:lnTo>
                  <a:lnTo>
                    <a:pt x="2277674" y="3613774"/>
                  </a:lnTo>
                  <a:lnTo>
                    <a:pt x="2330358" y="3575849"/>
                  </a:lnTo>
                  <a:lnTo>
                    <a:pt x="2382791" y="3538486"/>
                  </a:lnTo>
                  <a:lnTo>
                    <a:pt x="2434787" y="3502142"/>
                  </a:lnTo>
                  <a:lnTo>
                    <a:pt x="2486210" y="3467219"/>
                  </a:lnTo>
                  <a:lnTo>
                    <a:pt x="2536998" y="3434050"/>
                  </a:lnTo>
                  <a:lnTo>
                    <a:pt x="2587179" y="3402889"/>
                  </a:lnTo>
                  <a:lnTo>
                    <a:pt x="2636881" y="3373905"/>
                  </a:lnTo>
                  <a:lnTo>
                    <a:pt x="2686351" y="3347185"/>
                  </a:lnTo>
                  <a:lnTo>
                    <a:pt x="2735966" y="3322739"/>
                  </a:lnTo>
                  <a:lnTo>
                    <a:pt x="2770117" y="3307359"/>
                  </a:lnTo>
                  <a:lnTo>
                    <a:pt x="2819655" y="3287220"/>
                  </a:lnTo>
                  <a:lnTo>
                    <a:pt x="2870899" y="3269127"/>
                  </a:lnTo>
                  <a:lnTo>
                    <a:pt x="2924669" y="3252972"/>
                  </a:lnTo>
                  <a:lnTo>
                    <a:pt x="2981877" y="3238574"/>
                  </a:lnTo>
                  <a:lnTo>
                    <a:pt x="3043451" y="3225732"/>
                  </a:lnTo>
                  <a:lnTo>
                    <a:pt x="3110253" y="3214251"/>
                  </a:lnTo>
                  <a:lnTo>
                    <a:pt x="3182976" y="3203962"/>
                  </a:lnTo>
                  <a:lnTo>
                    <a:pt x="3262001" y="3194728"/>
                  </a:lnTo>
                  <a:lnTo>
                    <a:pt x="3347220" y="3186451"/>
                  </a:lnTo>
                  <a:lnTo>
                    <a:pt x="3437818" y="3179072"/>
                  </a:lnTo>
                  <a:lnTo>
                    <a:pt x="3532066" y="3172568"/>
                  </a:lnTo>
                  <a:lnTo>
                    <a:pt x="3627190" y="3166945"/>
                  </a:lnTo>
                  <a:lnTo>
                    <a:pt x="3719432" y="3162223"/>
                  </a:lnTo>
                  <a:lnTo>
                    <a:pt x="3804398" y="3158420"/>
                  </a:lnTo>
                  <a:lnTo>
                    <a:pt x="3877719" y="3155523"/>
                  </a:lnTo>
                  <a:lnTo>
                    <a:pt x="3935929" y="3153479"/>
                  </a:lnTo>
                  <a:lnTo>
                    <a:pt x="3977284" y="3152181"/>
                  </a:lnTo>
                  <a:lnTo>
                    <a:pt x="4002277" y="3151475"/>
                  </a:lnTo>
                  <a:lnTo>
                    <a:pt x="4013700" y="3151184"/>
                  </a:lnTo>
                  <a:lnTo>
                    <a:pt x="4016374" y="3151122"/>
                  </a:lnTo>
                  <a:lnTo>
                    <a:pt x="4016409" y="3151121"/>
                  </a:lnTo>
                  <a:lnTo>
                    <a:pt x="4538543" y="3151121"/>
                  </a:lnTo>
                  <a:lnTo>
                    <a:pt x="4539669" y="3151035"/>
                  </a:lnTo>
                  <a:lnTo>
                    <a:pt x="4547051" y="3150425"/>
                  </a:lnTo>
                  <a:lnTo>
                    <a:pt x="4565581" y="3148737"/>
                  </a:lnTo>
                  <a:lnTo>
                    <a:pt x="4598507" y="3145419"/>
                  </a:lnTo>
                  <a:lnTo>
                    <a:pt x="4647166" y="3139970"/>
                  </a:lnTo>
                  <a:lnTo>
                    <a:pt x="4710890" y="3132000"/>
                  </a:lnTo>
                  <a:lnTo>
                    <a:pt x="4787259" y="3121266"/>
                  </a:lnTo>
                  <a:lnTo>
                    <a:pt x="4872689" y="3107671"/>
                  </a:lnTo>
                  <a:lnTo>
                    <a:pt x="4963165" y="3091223"/>
                  </a:lnTo>
                  <a:lnTo>
                    <a:pt x="5054916" y="3071987"/>
                  </a:lnTo>
                  <a:lnTo>
                    <a:pt x="5144870" y="3050016"/>
                  </a:lnTo>
                  <a:lnTo>
                    <a:pt x="5230847" y="3025302"/>
                  </a:lnTo>
                  <a:lnTo>
                    <a:pt x="5311547" y="2997748"/>
                  </a:lnTo>
                  <a:lnTo>
                    <a:pt x="5386418" y="2967148"/>
                  </a:lnTo>
                  <a:lnTo>
                    <a:pt x="5455471" y="2933181"/>
                  </a:lnTo>
                  <a:lnTo>
                    <a:pt x="5519110" y="2895419"/>
                  </a:lnTo>
                  <a:lnTo>
                    <a:pt x="5577981" y="2853340"/>
                  </a:lnTo>
                  <a:lnTo>
                    <a:pt x="5632868" y="2806352"/>
                  </a:lnTo>
                  <a:lnTo>
                    <a:pt x="5684602" y="2753848"/>
                  </a:lnTo>
                  <a:lnTo>
                    <a:pt x="5734000" y="2695287"/>
                  </a:lnTo>
                  <a:lnTo>
                    <a:pt x="5781795" y="2630339"/>
                  </a:lnTo>
                  <a:lnTo>
                    <a:pt x="5784835" y="2625934"/>
                  </a:lnTo>
                  <a:lnTo>
                    <a:pt x="5820527" y="2571810"/>
                  </a:lnTo>
                  <a:lnTo>
                    <a:pt x="5855890" y="2513895"/>
                  </a:lnTo>
                  <a:lnTo>
                    <a:pt x="5891122" y="2452112"/>
                  </a:lnTo>
                  <a:lnTo>
                    <a:pt x="5926379" y="2386438"/>
                  </a:lnTo>
                  <a:lnTo>
                    <a:pt x="5961782" y="2316913"/>
                  </a:lnTo>
                  <a:lnTo>
                    <a:pt x="5997419" y="2243645"/>
                  </a:lnTo>
                  <a:lnTo>
                    <a:pt x="6033346" y="2166812"/>
                  </a:lnTo>
                  <a:lnTo>
                    <a:pt x="6069593" y="2086666"/>
                  </a:lnTo>
                  <a:lnTo>
                    <a:pt x="6106164" y="2003531"/>
                  </a:lnTo>
                  <a:lnTo>
                    <a:pt x="6143039" y="1917801"/>
                  </a:lnTo>
                  <a:lnTo>
                    <a:pt x="6180180" y="1829934"/>
                  </a:lnTo>
                  <a:lnTo>
                    <a:pt x="6217530" y="1740441"/>
                  </a:lnTo>
                  <a:lnTo>
                    <a:pt x="6255023" y="1649878"/>
                  </a:lnTo>
                  <a:lnTo>
                    <a:pt x="6292580" y="1558828"/>
                  </a:lnTo>
                  <a:lnTo>
                    <a:pt x="6330123" y="1467888"/>
                  </a:lnTo>
                  <a:lnTo>
                    <a:pt x="6367572" y="1377651"/>
                  </a:lnTo>
                  <a:lnTo>
                    <a:pt x="6404853" y="1288693"/>
                  </a:lnTo>
                  <a:lnTo>
                    <a:pt x="6441902" y="1201554"/>
                  </a:lnTo>
                  <a:lnTo>
                    <a:pt x="6478668" y="1116727"/>
                  </a:lnTo>
                  <a:lnTo>
                    <a:pt x="6515121" y="1034648"/>
                  </a:lnTo>
                  <a:lnTo>
                    <a:pt x="6551249" y="955685"/>
                  </a:lnTo>
                  <a:lnTo>
                    <a:pt x="6587065" y="880136"/>
                  </a:lnTo>
                  <a:lnTo>
                    <a:pt x="6622608" y="808227"/>
                  </a:lnTo>
                  <a:lnTo>
                    <a:pt x="6657945" y="740108"/>
                  </a:lnTo>
                  <a:lnTo>
                    <a:pt x="6693177" y="675861"/>
                  </a:lnTo>
                  <a:lnTo>
                    <a:pt x="6728437" y="615504"/>
                  </a:lnTo>
                  <a:lnTo>
                    <a:pt x="6763896" y="558994"/>
                  </a:lnTo>
                  <a:lnTo>
                    <a:pt x="6786527" y="525186"/>
                  </a:lnTo>
                  <a:lnTo>
                    <a:pt x="6834241" y="459824"/>
                  </a:lnTo>
                  <a:lnTo>
                    <a:pt x="6883515" y="400858"/>
                  </a:lnTo>
                  <a:lnTo>
                    <a:pt x="6935075" y="347979"/>
                  </a:lnTo>
                  <a:lnTo>
                    <a:pt x="6989733" y="300654"/>
                  </a:lnTo>
                  <a:lnTo>
                    <a:pt x="7048323" y="258276"/>
                  </a:lnTo>
                  <a:lnTo>
                    <a:pt x="7111633" y="220253"/>
                  </a:lnTo>
                  <a:lnTo>
                    <a:pt x="7180322" y="186056"/>
                  </a:lnTo>
                  <a:lnTo>
                    <a:pt x="7254813" y="155249"/>
                  </a:lnTo>
                  <a:lnTo>
                    <a:pt x="7335147" y="127507"/>
                  </a:lnTo>
                  <a:lnTo>
                    <a:pt x="7420814" y="102614"/>
                  </a:lnTo>
                  <a:lnTo>
                    <a:pt x="7510567" y="80467"/>
                  </a:lnTo>
                  <a:lnTo>
                    <a:pt x="7602286" y="61053"/>
                  </a:lnTo>
                  <a:lnTo>
                    <a:pt x="7692953" y="44424"/>
                  </a:lnTo>
                  <a:lnTo>
                    <a:pt x="7778829" y="30643"/>
                  </a:lnTo>
                  <a:lnTo>
                    <a:pt x="7855899" y="19727"/>
                  </a:lnTo>
                  <a:lnTo>
                    <a:pt x="7920526" y="11585"/>
                  </a:lnTo>
                  <a:lnTo>
                    <a:pt x="7970197" y="5984"/>
                  </a:lnTo>
                  <a:lnTo>
                    <a:pt x="8004118" y="2542"/>
                  </a:lnTo>
                  <a:lnTo>
                    <a:pt x="8023497" y="766"/>
                  </a:lnTo>
                  <a:lnTo>
                    <a:pt x="8031466" y="103"/>
                  </a:lnTo>
                  <a:lnTo>
                    <a:pt x="8032819" y="0"/>
                  </a:lnTo>
                  <a:lnTo>
                    <a:pt x="8032819" y="0"/>
                  </a:lnTo>
                  <a:lnTo>
                    <a:pt x="8554953" y="0"/>
                  </a:lnTo>
                  <a:lnTo>
                    <a:pt x="8554953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035" name="pl2035"/>
            <p:cNvSpPr/>
            <p:nvPr/>
          </p:nvSpPr>
          <p:spPr>
            <a:xfrm>
              <a:off x="386606" y="1981796"/>
              <a:ext cx="8554953" cy="4088551"/>
            </a:xfrm>
            <a:custGeom>
              <a:avLst/>
              <a:pathLst>
                <a:path w="8554953" h="4088551">
                  <a:moveTo>
                    <a:pt x="8554953" y="0"/>
                  </a:moveTo>
                  <a:lnTo>
                    <a:pt x="8032819" y="0"/>
                  </a:lnTo>
                  <a:lnTo>
                    <a:pt x="8031693" y="85"/>
                  </a:lnTo>
                  <a:lnTo>
                    <a:pt x="8024311" y="695"/>
                  </a:lnTo>
                  <a:lnTo>
                    <a:pt x="8005781" y="2383"/>
                  </a:lnTo>
                  <a:lnTo>
                    <a:pt x="7972855" y="5702"/>
                  </a:lnTo>
                  <a:lnTo>
                    <a:pt x="7924196" y="11151"/>
                  </a:lnTo>
                  <a:lnTo>
                    <a:pt x="7860472" y="19120"/>
                  </a:lnTo>
                  <a:lnTo>
                    <a:pt x="7784103" y="29854"/>
                  </a:lnTo>
                  <a:lnTo>
                    <a:pt x="7698673" y="43450"/>
                  </a:lnTo>
                  <a:lnTo>
                    <a:pt x="7608197" y="59897"/>
                  </a:lnTo>
                  <a:lnTo>
                    <a:pt x="7516446" y="79133"/>
                  </a:lnTo>
                  <a:lnTo>
                    <a:pt x="7426492" y="101105"/>
                  </a:lnTo>
                  <a:lnTo>
                    <a:pt x="7340515" y="125819"/>
                  </a:lnTo>
                  <a:lnTo>
                    <a:pt x="7259815" y="153372"/>
                  </a:lnTo>
                  <a:lnTo>
                    <a:pt x="7184944" y="183972"/>
                  </a:lnTo>
                  <a:lnTo>
                    <a:pt x="7115891" y="217939"/>
                  </a:lnTo>
                  <a:lnTo>
                    <a:pt x="7052252" y="255701"/>
                  </a:lnTo>
                  <a:lnTo>
                    <a:pt x="6993381" y="297781"/>
                  </a:lnTo>
                  <a:lnTo>
                    <a:pt x="6938494" y="344768"/>
                  </a:lnTo>
                  <a:lnTo>
                    <a:pt x="6886760" y="397272"/>
                  </a:lnTo>
                  <a:lnTo>
                    <a:pt x="6837362" y="455833"/>
                  </a:lnTo>
                  <a:lnTo>
                    <a:pt x="6789567" y="520782"/>
                  </a:lnTo>
                  <a:lnTo>
                    <a:pt x="6786527" y="525186"/>
                  </a:lnTo>
                  <a:lnTo>
                    <a:pt x="6750835" y="579310"/>
                  </a:lnTo>
                  <a:lnTo>
                    <a:pt x="6715472" y="637225"/>
                  </a:lnTo>
                  <a:lnTo>
                    <a:pt x="6680240" y="699009"/>
                  </a:lnTo>
                  <a:lnTo>
                    <a:pt x="6644983" y="764683"/>
                  </a:lnTo>
                  <a:lnTo>
                    <a:pt x="6609580" y="834207"/>
                  </a:lnTo>
                  <a:lnTo>
                    <a:pt x="6573943" y="907475"/>
                  </a:lnTo>
                  <a:lnTo>
                    <a:pt x="6538016" y="984308"/>
                  </a:lnTo>
                  <a:lnTo>
                    <a:pt x="6501769" y="1064454"/>
                  </a:lnTo>
                  <a:lnTo>
                    <a:pt x="6465198" y="1147589"/>
                  </a:lnTo>
                  <a:lnTo>
                    <a:pt x="6428323" y="1233320"/>
                  </a:lnTo>
                  <a:lnTo>
                    <a:pt x="6391182" y="1321187"/>
                  </a:lnTo>
                  <a:lnTo>
                    <a:pt x="6353832" y="1410680"/>
                  </a:lnTo>
                  <a:lnTo>
                    <a:pt x="6316339" y="1501243"/>
                  </a:lnTo>
                  <a:lnTo>
                    <a:pt x="6278782" y="1592293"/>
                  </a:lnTo>
                  <a:lnTo>
                    <a:pt x="6241239" y="1683233"/>
                  </a:lnTo>
                  <a:lnTo>
                    <a:pt x="6203790" y="1773469"/>
                  </a:lnTo>
                  <a:lnTo>
                    <a:pt x="6166509" y="1862427"/>
                  </a:lnTo>
                  <a:lnTo>
                    <a:pt x="6129460" y="1949566"/>
                  </a:lnTo>
                  <a:lnTo>
                    <a:pt x="6092693" y="2034393"/>
                  </a:lnTo>
                  <a:lnTo>
                    <a:pt x="6056241" y="2116473"/>
                  </a:lnTo>
                  <a:lnTo>
                    <a:pt x="6020113" y="2195436"/>
                  </a:lnTo>
                  <a:lnTo>
                    <a:pt x="5984297" y="2270984"/>
                  </a:lnTo>
                  <a:lnTo>
                    <a:pt x="5948754" y="2342894"/>
                  </a:lnTo>
                  <a:lnTo>
                    <a:pt x="5913417" y="2411013"/>
                  </a:lnTo>
                  <a:lnTo>
                    <a:pt x="5878185" y="2475259"/>
                  </a:lnTo>
                  <a:lnTo>
                    <a:pt x="5842925" y="2535616"/>
                  </a:lnTo>
                  <a:lnTo>
                    <a:pt x="5807466" y="2592127"/>
                  </a:lnTo>
                  <a:lnTo>
                    <a:pt x="5784835" y="2625934"/>
                  </a:lnTo>
                  <a:lnTo>
                    <a:pt x="5737120" y="2691296"/>
                  </a:lnTo>
                  <a:lnTo>
                    <a:pt x="5687847" y="2750262"/>
                  </a:lnTo>
                  <a:lnTo>
                    <a:pt x="5636287" y="2803142"/>
                  </a:lnTo>
                  <a:lnTo>
                    <a:pt x="5581629" y="2850467"/>
                  </a:lnTo>
                  <a:lnTo>
                    <a:pt x="5523039" y="2892844"/>
                  </a:lnTo>
                  <a:lnTo>
                    <a:pt x="5459729" y="2930868"/>
                  </a:lnTo>
                  <a:lnTo>
                    <a:pt x="5391040" y="2965065"/>
                  </a:lnTo>
                  <a:lnTo>
                    <a:pt x="5316549" y="2995871"/>
                  </a:lnTo>
                  <a:lnTo>
                    <a:pt x="5236215" y="3023614"/>
                  </a:lnTo>
                  <a:lnTo>
                    <a:pt x="5150548" y="3048506"/>
                  </a:lnTo>
                  <a:lnTo>
                    <a:pt x="5060795" y="3070654"/>
                  </a:lnTo>
                  <a:lnTo>
                    <a:pt x="4969076" y="3090067"/>
                  </a:lnTo>
                  <a:lnTo>
                    <a:pt x="4878409" y="3106696"/>
                  </a:lnTo>
                  <a:lnTo>
                    <a:pt x="4792533" y="3120477"/>
                  </a:lnTo>
                  <a:lnTo>
                    <a:pt x="4715463" y="3131394"/>
                  </a:lnTo>
                  <a:lnTo>
                    <a:pt x="4650836" y="3139536"/>
                  </a:lnTo>
                  <a:lnTo>
                    <a:pt x="4601165" y="3145137"/>
                  </a:lnTo>
                  <a:lnTo>
                    <a:pt x="4567244" y="3148578"/>
                  </a:lnTo>
                  <a:lnTo>
                    <a:pt x="4547865" y="3150355"/>
                  </a:lnTo>
                  <a:lnTo>
                    <a:pt x="4539896" y="3151018"/>
                  </a:lnTo>
                  <a:lnTo>
                    <a:pt x="4538543" y="3151121"/>
                  </a:lnTo>
                  <a:lnTo>
                    <a:pt x="4538543" y="3151121"/>
                  </a:lnTo>
                  <a:lnTo>
                    <a:pt x="4016409" y="3151121"/>
                  </a:lnTo>
                  <a:lnTo>
                    <a:pt x="4015154" y="3151149"/>
                  </a:lnTo>
                  <a:lnTo>
                    <a:pt x="4006945" y="3151353"/>
                  </a:lnTo>
                  <a:lnTo>
                    <a:pt x="3986415" y="3151914"/>
                  </a:lnTo>
                  <a:lnTo>
                    <a:pt x="3950128" y="3153018"/>
                  </a:lnTo>
                  <a:lnTo>
                    <a:pt x="3896886" y="3154825"/>
                  </a:lnTo>
                  <a:lnTo>
                    <a:pt x="3827798" y="3157457"/>
                  </a:lnTo>
                  <a:lnTo>
                    <a:pt x="3745890" y="3160986"/>
                  </a:lnTo>
                  <a:lnTo>
                    <a:pt x="3655355" y="3165433"/>
                  </a:lnTo>
                  <a:lnTo>
                    <a:pt x="3560662" y="3170788"/>
                  </a:lnTo>
                  <a:lnTo>
                    <a:pt x="3465812" y="3177029"/>
                  </a:lnTo>
                  <a:lnTo>
                    <a:pt x="3373891" y="3184145"/>
                  </a:lnTo>
                  <a:lnTo>
                    <a:pt x="3286935" y="3192148"/>
                  </a:lnTo>
                  <a:lnTo>
                    <a:pt x="3206013" y="3201086"/>
                  </a:lnTo>
                  <a:lnTo>
                    <a:pt x="3131422" y="3211046"/>
                  </a:lnTo>
                  <a:lnTo>
                    <a:pt x="3062905" y="3222154"/>
                  </a:lnTo>
                  <a:lnTo>
                    <a:pt x="2999848" y="3234568"/>
                  </a:lnTo>
                  <a:lnTo>
                    <a:pt x="2941426" y="3248477"/>
                  </a:lnTo>
                  <a:lnTo>
                    <a:pt x="2886723" y="3264084"/>
                  </a:lnTo>
                  <a:lnTo>
                    <a:pt x="2834813" y="3281580"/>
                  </a:lnTo>
                  <a:lnTo>
                    <a:pt x="2784840" y="3301102"/>
                  </a:lnTo>
                  <a:lnTo>
                    <a:pt x="2770117" y="3307359"/>
                  </a:lnTo>
                  <a:lnTo>
                    <a:pt x="2720111" y="3330284"/>
                  </a:lnTo>
                  <a:lnTo>
                    <a:pt x="2670592" y="3355451"/>
                  </a:lnTo>
                  <a:lnTo>
                    <a:pt x="2621083" y="3382897"/>
                  </a:lnTo>
                  <a:lnTo>
                    <a:pt x="2571249" y="3412588"/>
                  </a:lnTo>
                  <a:lnTo>
                    <a:pt x="2520883" y="3444412"/>
                  </a:lnTo>
                  <a:lnTo>
                    <a:pt x="2469891" y="3478171"/>
                  </a:lnTo>
                  <a:lnTo>
                    <a:pt x="2418275" y="3513587"/>
                  </a:lnTo>
                  <a:lnTo>
                    <a:pt x="2366123" y="3550302"/>
                  </a:lnTo>
                  <a:lnTo>
                    <a:pt x="2313587" y="3587895"/>
                  </a:lnTo>
                  <a:lnTo>
                    <a:pt x="2260868" y="3625899"/>
                  </a:lnTo>
                  <a:lnTo>
                    <a:pt x="2208184" y="3663824"/>
                  </a:lnTo>
                  <a:lnTo>
                    <a:pt x="2155751" y="3701186"/>
                  </a:lnTo>
                  <a:lnTo>
                    <a:pt x="2103756" y="3737530"/>
                  </a:lnTo>
                  <a:lnTo>
                    <a:pt x="2052332" y="3772454"/>
                  </a:lnTo>
                  <a:lnTo>
                    <a:pt x="2001544" y="3805623"/>
                  </a:lnTo>
                  <a:lnTo>
                    <a:pt x="1951363" y="3836784"/>
                  </a:lnTo>
                  <a:lnTo>
                    <a:pt x="1901661" y="3865768"/>
                  </a:lnTo>
                  <a:lnTo>
                    <a:pt x="1852191" y="3892488"/>
                  </a:lnTo>
                  <a:lnTo>
                    <a:pt x="1802577" y="3916934"/>
                  </a:lnTo>
                  <a:lnTo>
                    <a:pt x="1768425" y="3932313"/>
                  </a:lnTo>
                  <a:lnTo>
                    <a:pt x="1718887" y="3952452"/>
                  </a:lnTo>
                  <a:lnTo>
                    <a:pt x="1667643" y="3970546"/>
                  </a:lnTo>
                  <a:lnTo>
                    <a:pt x="1613873" y="3986701"/>
                  </a:lnTo>
                  <a:lnTo>
                    <a:pt x="1556665" y="4001098"/>
                  </a:lnTo>
                  <a:lnTo>
                    <a:pt x="1495091" y="4013940"/>
                  </a:lnTo>
                  <a:lnTo>
                    <a:pt x="1428289" y="4025421"/>
                  </a:lnTo>
                  <a:lnTo>
                    <a:pt x="1355567" y="4035711"/>
                  </a:lnTo>
                  <a:lnTo>
                    <a:pt x="1276542" y="4044945"/>
                  </a:lnTo>
                  <a:lnTo>
                    <a:pt x="1191323" y="4053222"/>
                  </a:lnTo>
                  <a:lnTo>
                    <a:pt x="1100724" y="4060601"/>
                  </a:lnTo>
                  <a:lnTo>
                    <a:pt x="1006476" y="4067105"/>
                  </a:lnTo>
                  <a:lnTo>
                    <a:pt x="911352" y="4072728"/>
                  </a:lnTo>
                  <a:lnTo>
                    <a:pt x="819110" y="4077449"/>
                  </a:lnTo>
                  <a:lnTo>
                    <a:pt x="734145" y="4081253"/>
                  </a:lnTo>
                  <a:lnTo>
                    <a:pt x="660823" y="4084149"/>
                  </a:lnTo>
                  <a:lnTo>
                    <a:pt x="602613" y="4086193"/>
                  </a:lnTo>
                  <a:lnTo>
                    <a:pt x="561258" y="4087492"/>
                  </a:lnTo>
                  <a:lnTo>
                    <a:pt x="536265" y="4088197"/>
                  </a:lnTo>
                  <a:lnTo>
                    <a:pt x="524842" y="4088489"/>
                  </a:lnTo>
                  <a:lnTo>
                    <a:pt x="522168" y="4088551"/>
                  </a:lnTo>
                  <a:lnTo>
                    <a:pt x="522133" y="4088551"/>
                  </a:lnTo>
                  <a:lnTo>
                    <a:pt x="0" y="4088551"/>
                  </a:lnTo>
                  <a:lnTo>
                    <a:pt x="0" y="4088551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036" name="pg2036"/>
            <p:cNvSpPr/>
            <p:nvPr/>
          </p:nvSpPr>
          <p:spPr>
            <a:xfrm>
              <a:off x="386606" y="4359255"/>
              <a:ext cx="8554953" cy="1711092"/>
            </a:xfrm>
            <a:custGeom>
              <a:avLst/>
              <a:pathLst>
                <a:path w="8554953" h="1711092">
                  <a:moveTo>
                    <a:pt x="0" y="1711092"/>
                  </a:moveTo>
                  <a:lnTo>
                    <a:pt x="522133" y="1711092"/>
                  </a:lnTo>
                  <a:lnTo>
                    <a:pt x="523356" y="1711042"/>
                  </a:lnTo>
                  <a:lnTo>
                    <a:pt x="531361" y="1710682"/>
                  </a:lnTo>
                  <a:lnTo>
                    <a:pt x="551398" y="1709687"/>
                  </a:lnTo>
                  <a:lnTo>
                    <a:pt x="586860" y="1707732"/>
                  </a:lnTo>
                  <a:lnTo>
                    <a:pt x="638982" y="1704528"/>
                  </a:lnTo>
                  <a:lnTo>
                    <a:pt x="706770" y="1699856"/>
                  </a:lnTo>
                  <a:lnTo>
                    <a:pt x="787347" y="1693586"/>
                  </a:lnTo>
                  <a:lnTo>
                    <a:pt x="876671" y="1685675"/>
                  </a:lnTo>
                  <a:lnTo>
                    <a:pt x="970378" y="1676139"/>
                  </a:lnTo>
                  <a:lnTo>
                    <a:pt x="1064520" y="1665015"/>
                  </a:lnTo>
                  <a:lnTo>
                    <a:pt x="1156005" y="1652327"/>
                  </a:lnTo>
                  <a:lnTo>
                    <a:pt x="1242759" y="1638058"/>
                  </a:lnTo>
                  <a:lnTo>
                    <a:pt x="1323654" y="1622129"/>
                  </a:lnTo>
                  <a:lnTo>
                    <a:pt x="1398329" y="1604395"/>
                  </a:lnTo>
                  <a:lnTo>
                    <a:pt x="1466981" y="1584642"/>
                  </a:lnTo>
                  <a:lnTo>
                    <a:pt x="1530176" y="1562593"/>
                  </a:lnTo>
                  <a:lnTo>
                    <a:pt x="1588693" y="1537920"/>
                  </a:lnTo>
                  <a:lnTo>
                    <a:pt x="1643421" y="1510267"/>
                  </a:lnTo>
                  <a:lnTo>
                    <a:pt x="1695264" y="1479287"/>
                  </a:lnTo>
                  <a:lnTo>
                    <a:pt x="1745073" y="1444714"/>
                  </a:lnTo>
                  <a:lnTo>
                    <a:pt x="1768425" y="1426851"/>
                  </a:lnTo>
                  <a:lnTo>
                    <a:pt x="1812602" y="1390246"/>
                  </a:lnTo>
                  <a:lnTo>
                    <a:pt x="1856349" y="1350472"/>
                  </a:lnTo>
                  <a:lnTo>
                    <a:pt x="1900015" y="1307469"/>
                  </a:lnTo>
                  <a:lnTo>
                    <a:pt x="1943856" y="1261253"/>
                  </a:lnTo>
                  <a:lnTo>
                    <a:pt x="1988048" y="1211923"/>
                  </a:lnTo>
                  <a:lnTo>
                    <a:pt x="2032697" y="1159668"/>
                  </a:lnTo>
                  <a:lnTo>
                    <a:pt x="2077843" y="1104772"/>
                  </a:lnTo>
                  <a:lnTo>
                    <a:pt x="2123468" y="1047609"/>
                  </a:lnTo>
                  <a:lnTo>
                    <a:pt x="2169505" y="988638"/>
                  </a:lnTo>
                  <a:lnTo>
                    <a:pt x="2215850" y="928385"/>
                  </a:lnTo>
                  <a:lnTo>
                    <a:pt x="2262367" y="867432"/>
                  </a:lnTo>
                  <a:lnTo>
                    <a:pt x="2308906" y="806388"/>
                  </a:lnTo>
                  <a:lnTo>
                    <a:pt x="2355316" y="745865"/>
                  </a:lnTo>
                  <a:lnTo>
                    <a:pt x="2401458" y="686456"/>
                  </a:lnTo>
                  <a:lnTo>
                    <a:pt x="2447214" y="628705"/>
                  </a:lnTo>
                  <a:lnTo>
                    <a:pt x="2492506" y="573094"/>
                  </a:lnTo>
                  <a:lnTo>
                    <a:pt x="2537301" y="520022"/>
                  </a:lnTo>
                  <a:lnTo>
                    <a:pt x="2581621" y="469800"/>
                  </a:lnTo>
                  <a:lnTo>
                    <a:pt x="2625551" y="422646"/>
                  </a:lnTo>
                  <a:lnTo>
                    <a:pt x="2669245" y="378685"/>
                  </a:lnTo>
                  <a:lnTo>
                    <a:pt x="2712937" y="337956"/>
                  </a:lnTo>
                  <a:lnTo>
                    <a:pt x="2756944" y="300421"/>
                  </a:lnTo>
                  <a:lnTo>
                    <a:pt x="2770117" y="289888"/>
                  </a:lnTo>
                  <a:lnTo>
                    <a:pt x="2819215" y="253552"/>
                  </a:lnTo>
                  <a:lnTo>
                    <a:pt x="2869984" y="220876"/>
                  </a:lnTo>
                  <a:lnTo>
                    <a:pt x="2923219" y="191669"/>
                  </a:lnTo>
                  <a:lnTo>
                    <a:pt x="2979808" y="165614"/>
                  </a:lnTo>
                  <a:lnTo>
                    <a:pt x="3040657" y="142352"/>
                  </a:lnTo>
                  <a:lnTo>
                    <a:pt x="3106608" y="121537"/>
                  </a:lnTo>
                  <a:lnTo>
                    <a:pt x="3178347" y="102867"/>
                  </a:lnTo>
                  <a:lnTo>
                    <a:pt x="3256269" y="86096"/>
                  </a:lnTo>
                  <a:lnTo>
                    <a:pt x="3340305" y="71045"/>
                  </a:lnTo>
                  <a:lnTo>
                    <a:pt x="3429722" y="57606"/>
                  </a:lnTo>
                  <a:lnTo>
                    <a:pt x="3522914" y="45732"/>
                  </a:lnTo>
                  <a:lnTo>
                    <a:pt x="3617276" y="35431"/>
                  </a:lnTo>
                  <a:lnTo>
                    <a:pt x="3709233" y="26737"/>
                  </a:lnTo>
                  <a:lnTo>
                    <a:pt x="3794543" y="19682"/>
                  </a:lnTo>
                  <a:lnTo>
                    <a:pt x="3868907" y="14255"/>
                  </a:lnTo>
                  <a:lnTo>
                    <a:pt x="3928785" y="10370"/>
                  </a:lnTo>
                  <a:lnTo>
                    <a:pt x="3972213" y="7850"/>
                  </a:lnTo>
                  <a:lnTo>
                    <a:pt x="3999342" y="6434"/>
                  </a:lnTo>
                  <a:lnTo>
                    <a:pt x="4012561" y="5811"/>
                  </a:lnTo>
                  <a:lnTo>
                    <a:pt x="4016271" y="5652"/>
                  </a:lnTo>
                  <a:lnTo>
                    <a:pt x="4016409" y="5647"/>
                  </a:lnTo>
                  <a:lnTo>
                    <a:pt x="4538543" y="5647"/>
                  </a:lnTo>
                  <a:lnTo>
                    <a:pt x="4539802" y="5671"/>
                  </a:lnTo>
                  <a:lnTo>
                    <a:pt x="4548036" y="5844"/>
                  </a:lnTo>
                  <a:lnTo>
                    <a:pt x="4568628" y="6323"/>
                  </a:lnTo>
                  <a:lnTo>
                    <a:pt x="4605018" y="7263"/>
                  </a:lnTo>
                  <a:lnTo>
                    <a:pt x="4658398" y="8803"/>
                  </a:lnTo>
                  <a:lnTo>
                    <a:pt x="4727648" y="11046"/>
                  </a:lnTo>
                  <a:lnTo>
                    <a:pt x="4809720" y="14051"/>
                  </a:lnTo>
                  <a:lnTo>
                    <a:pt x="4900404" y="17839"/>
                  </a:lnTo>
                  <a:lnTo>
                    <a:pt x="4995217" y="22399"/>
                  </a:lnTo>
                  <a:lnTo>
                    <a:pt x="5090153" y="27714"/>
                  </a:lnTo>
                  <a:lnTo>
                    <a:pt x="5182126" y="33773"/>
                  </a:lnTo>
                  <a:lnTo>
                    <a:pt x="5269106" y="40588"/>
                  </a:lnTo>
                  <a:lnTo>
                    <a:pt x="5350030" y="48200"/>
                  </a:lnTo>
                  <a:lnTo>
                    <a:pt x="5424611" y="56682"/>
                  </a:lnTo>
                  <a:lnTo>
                    <a:pt x="5493110" y="66143"/>
                  </a:lnTo>
                  <a:lnTo>
                    <a:pt x="5556151" y="76719"/>
                  </a:lnTo>
                  <a:lnTo>
                    <a:pt x="5614561" y="88571"/>
                  </a:lnTo>
                  <a:lnTo>
                    <a:pt x="5669262" y="101871"/>
                  </a:lnTo>
                  <a:lnTo>
                    <a:pt x="5721181" y="116781"/>
                  </a:lnTo>
                  <a:lnTo>
                    <a:pt x="5771176" y="133418"/>
                  </a:lnTo>
                  <a:lnTo>
                    <a:pt x="5784835" y="138355"/>
                  </a:lnTo>
                  <a:lnTo>
                    <a:pt x="5835860" y="158247"/>
                  </a:lnTo>
                  <a:lnTo>
                    <a:pt x="5886389" y="180123"/>
                  </a:lnTo>
                  <a:lnTo>
                    <a:pt x="5936925" y="204015"/>
                  </a:lnTo>
                  <a:lnTo>
                    <a:pt x="5987815" y="229889"/>
                  </a:lnTo>
                  <a:lnTo>
                    <a:pt x="6039271" y="257637"/>
                  </a:lnTo>
                  <a:lnTo>
                    <a:pt x="6091384" y="287076"/>
                  </a:lnTo>
                  <a:lnTo>
                    <a:pt x="6144139" y="317944"/>
                  </a:lnTo>
                  <a:lnTo>
                    <a:pt x="6197433" y="349911"/>
                  </a:lnTo>
                  <a:lnTo>
                    <a:pt x="6251094" y="382589"/>
                  </a:lnTo>
                  <a:lnTo>
                    <a:pt x="6304905" y="415551"/>
                  </a:lnTo>
                  <a:lnTo>
                    <a:pt x="6358633" y="448355"/>
                  </a:lnTo>
                  <a:lnTo>
                    <a:pt x="6412052" y="480567"/>
                  </a:lnTo>
                  <a:lnTo>
                    <a:pt x="6464975" y="511786"/>
                  </a:lnTo>
                  <a:lnTo>
                    <a:pt x="6517276" y="541662"/>
                  </a:lnTo>
                  <a:lnTo>
                    <a:pt x="6568915" y="569916"/>
                  </a:lnTo>
                  <a:lnTo>
                    <a:pt x="6619951" y="596339"/>
                  </a:lnTo>
                  <a:lnTo>
                    <a:pt x="6670559" y="620804"/>
                  </a:lnTo>
                  <a:lnTo>
                    <a:pt x="6721046" y="643255"/>
                  </a:lnTo>
                  <a:lnTo>
                    <a:pt x="6771868" y="663707"/>
                  </a:lnTo>
                  <a:lnTo>
                    <a:pt x="6786527" y="669189"/>
                  </a:lnTo>
                  <a:lnTo>
                    <a:pt x="6836119" y="686313"/>
                  </a:lnTo>
                  <a:lnTo>
                    <a:pt x="6887422" y="701695"/>
                  </a:lnTo>
                  <a:lnTo>
                    <a:pt x="6941258" y="715428"/>
                  </a:lnTo>
                  <a:lnTo>
                    <a:pt x="6998543" y="727665"/>
                  </a:lnTo>
                  <a:lnTo>
                    <a:pt x="7060207" y="738579"/>
                  </a:lnTo>
                  <a:lnTo>
                    <a:pt x="7127115" y="748335"/>
                  </a:lnTo>
                  <a:lnTo>
                    <a:pt x="7199959" y="757077"/>
                  </a:lnTo>
                  <a:lnTo>
                    <a:pt x="7279121" y="764923"/>
                  </a:lnTo>
                  <a:lnTo>
                    <a:pt x="7364486" y="771953"/>
                  </a:lnTo>
                  <a:lnTo>
                    <a:pt x="7455230" y="778220"/>
                  </a:lnTo>
                  <a:lnTo>
                    <a:pt x="7549607" y="783742"/>
                  </a:lnTo>
                  <a:lnTo>
                    <a:pt x="7644823" y="788514"/>
                  </a:lnTo>
                  <a:lnTo>
                    <a:pt x="7737096" y="792518"/>
                  </a:lnTo>
                  <a:lnTo>
                    <a:pt x="7822014" y="795741"/>
                  </a:lnTo>
                  <a:lnTo>
                    <a:pt x="7895200" y="798192"/>
                  </a:lnTo>
                  <a:lnTo>
                    <a:pt x="7953199" y="799919"/>
                  </a:lnTo>
                  <a:lnTo>
                    <a:pt x="7994295" y="801013"/>
                  </a:lnTo>
                  <a:lnTo>
                    <a:pt x="8019026" y="801605"/>
                  </a:lnTo>
                  <a:lnTo>
                    <a:pt x="8030233" y="801847"/>
                  </a:lnTo>
                  <a:lnTo>
                    <a:pt x="8032819" y="801898"/>
                  </a:lnTo>
                  <a:lnTo>
                    <a:pt x="8554953" y="801898"/>
                  </a:lnTo>
                  <a:lnTo>
                    <a:pt x="8554953" y="796251"/>
                  </a:lnTo>
                  <a:lnTo>
                    <a:pt x="8032819" y="796251"/>
                  </a:lnTo>
                  <a:lnTo>
                    <a:pt x="8031560" y="796226"/>
                  </a:lnTo>
                  <a:lnTo>
                    <a:pt x="8023325" y="796053"/>
                  </a:lnTo>
                  <a:lnTo>
                    <a:pt x="8002734" y="795574"/>
                  </a:lnTo>
                  <a:lnTo>
                    <a:pt x="7966344" y="794634"/>
                  </a:lnTo>
                  <a:lnTo>
                    <a:pt x="7912964" y="793095"/>
                  </a:lnTo>
                  <a:lnTo>
                    <a:pt x="7843714" y="790852"/>
                  </a:lnTo>
                  <a:lnTo>
                    <a:pt x="7761642" y="787846"/>
                  </a:lnTo>
                  <a:lnTo>
                    <a:pt x="7670958" y="784058"/>
                  </a:lnTo>
                  <a:lnTo>
                    <a:pt x="7576145" y="779498"/>
                  </a:lnTo>
                  <a:lnTo>
                    <a:pt x="7481209" y="774183"/>
                  </a:lnTo>
                  <a:lnTo>
                    <a:pt x="7389236" y="768124"/>
                  </a:lnTo>
                  <a:lnTo>
                    <a:pt x="7302256" y="761309"/>
                  </a:lnTo>
                  <a:lnTo>
                    <a:pt x="7221332" y="753698"/>
                  </a:lnTo>
                  <a:lnTo>
                    <a:pt x="7146751" y="745215"/>
                  </a:lnTo>
                  <a:lnTo>
                    <a:pt x="7078252" y="735754"/>
                  </a:lnTo>
                  <a:lnTo>
                    <a:pt x="7015211" y="725178"/>
                  </a:lnTo>
                  <a:lnTo>
                    <a:pt x="6956801" y="713326"/>
                  </a:lnTo>
                  <a:lnTo>
                    <a:pt x="6902100" y="700027"/>
                  </a:lnTo>
                  <a:lnTo>
                    <a:pt x="6850180" y="685116"/>
                  </a:lnTo>
                  <a:lnTo>
                    <a:pt x="6800186" y="668480"/>
                  </a:lnTo>
                  <a:lnTo>
                    <a:pt x="6786527" y="663542"/>
                  </a:lnTo>
                  <a:lnTo>
                    <a:pt x="6735502" y="643651"/>
                  </a:lnTo>
                  <a:lnTo>
                    <a:pt x="6684973" y="621774"/>
                  </a:lnTo>
                  <a:lnTo>
                    <a:pt x="6634437" y="597882"/>
                  </a:lnTo>
                  <a:lnTo>
                    <a:pt x="6583547" y="572008"/>
                  </a:lnTo>
                  <a:lnTo>
                    <a:pt x="6532091" y="544260"/>
                  </a:lnTo>
                  <a:lnTo>
                    <a:pt x="6479978" y="514821"/>
                  </a:lnTo>
                  <a:lnTo>
                    <a:pt x="6427223" y="483953"/>
                  </a:lnTo>
                  <a:lnTo>
                    <a:pt x="6373929" y="451986"/>
                  </a:lnTo>
                  <a:lnTo>
                    <a:pt x="6320268" y="419308"/>
                  </a:lnTo>
                  <a:lnTo>
                    <a:pt x="6266457" y="386346"/>
                  </a:lnTo>
                  <a:lnTo>
                    <a:pt x="6212729" y="353542"/>
                  </a:lnTo>
                  <a:lnTo>
                    <a:pt x="6159310" y="321331"/>
                  </a:lnTo>
                  <a:lnTo>
                    <a:pt x="6106387" y="290112"/>
                  </a:lnTo>
                  <a:lnTo>
                    <a:pt x="6054086" y="260235"/>
                  </a:lnTo>
                  <a:lnTo>
                    <a:pt x="6002447" y="231982"/>
                  </a:lnTo>
                  <a:lnTo>
                    <a:pt x="5951411" y="205558"/>
                  </a:lnTo>
                  <a:lnTo>
                    <a:pt x="5900803" y="181094"/>
                  </a:lnTo>
                  <a:lnTo>
                    <a:pt x="5850316" y="158642"/>
                  </a:lnTo>
                  <a:lnTo>
                    <a:pt x="5799494" y="138190"/>
                  </a:lnTo>
                  <a:lnTo>
                    <a:pt x="5784835" y="132708"/>
                  </a:lnTo>
                  <a:lnTo>
                    <a:pt x="5735243" y="115584"/>
                  </a:lnTo>
                  <a:lnTo>
                    <a:pt x="5683940" y="100202"/>
                  </a:lnTo>
                  <a:lnTo>
                    <a:pt x="5630104" y="86469"/>
                  </a:lnTo>
                  <a:lnTo>
                    <a:pt x="5572819" y="74232"/>
                  </a:lnTo>
                  <a:lnTo>
                    <a:pt x="5511155" y="63318"/>
                  </a:lnTo>
                  <a:lnTo>
                    <a:pt x="5444247" y="53562"/>
                  </a:lnTo>
                  <a:lnTo>
                    <a:pt x="5371403" y="44820"/>
                  </a:lnTo>
                  <a:lnTo>
                    <a:pt x="5292241" y="36975"/>
                  </a:lnTo>
                  <a:lnTo>
                    <a:pt x="5206876" y="29944"/>
                  </a:lnTo>
                  <a:lnTo>
                    <a:pt x="5116132" y="23677"/>
                  </a:lnTo>
                  <a:lnTo>
                    <a:pt x="5021755" y="18155"/>
                  </a:lnTo>
                  <a:lnTo>
                    <a:pt x="4926539" y="13383"/>
                  </a:lnTo>
                  <a:lnTo>
                    <a:pt x="4834266" y="9379"/>
                  </a:lnTo>
                  <a:lnTo>
                    <a:pt x="4749348" y="6156"/>
                  </a:lnTo>
                  <a:lnTo>
                    <a:pt x="4676161" y="3705"/>
                  </a:lnTo>
                  <a:lnTo>
                    <a:pt x="4618163" y="1979"/>
                  </a:lnTo>
                  <a:lnTo>
                    <a:pt x="4577066" y="884"/>
                  </a:lnTo>
                  <a:lnTo>
                    <a:pt x="4552336" y="293"/>
                  </a:lnTo>
                  <a:lnTo>
                    <a:pt x="4541129" y="50"/>
                  </a:lnTo>
                  <a:lnTo>
                    <a:pt x="4538543" y="0"/>
                  </a:lnTo>
                  <a:lnTo>
                    <a:pt x="4016409" y="0"/>
                  </a:lnTo>
                  <a:lnTo>
                    <a:pt x="4015186" y="50"/>
                  </a:lnTo>
                  <a:lnTo>
                    <a:pt x="4007181" y="410"/>
                  </a:lnTo>
                  <a:lnTo>
                    <a:pt x="3987144" y="1405"/>
                  </a:lnTo>
                  <a:lnTo>
                    <a:pt x="3951682" y="3360"/>
                  </a:lnTo>
                  <a:lnTo>
                    <a:pt x="3899560" y="6564"/>
                  </a:lnTo>
                  <a:lnTo>
                    <a:pt x="3831773" y="11236"/>
                  </a:lnTo>
                  <a:lnTo>
                    <a:pt x="3751195" y="17505"/>
                  </a:lnTo>
                  <a:lnTo>
                    <a:pt x="3661871" y="25416"/>
                  </a:lnTo>
                  <a:lnTo>
                    <a:pt x="3568164" y="34953"/>
                  </a:lnTo>
                  <a:lnTo>
                    <a:pt x="3474023" y="46077"/>
                  </a:lnTo>
                  <a:lnTo>
                    <a:pt x="3382537" y="58765"/>
                  </a:lnTo>
                  <a:lnTo>
                    <a:pt x="3295783" y="73034"/>
                  </a:lnTo>
                  <a:lnTo>
                    <a:pt x="3214889" y="88962"/>
                  </a:lnTo>
                  <a:lnTo>
                    <a:pt x="3140213" y="106697"/>
                  </a:lnTo>
                  <a:lnTo>
                    <a:pt x="3071561" y="126450"/>
                  </a:lnTo>
                  <a:lnTo>
                    <a:pt x="3008367" y="148499"/>
                  </a:lnTo>
                  <a:lnTo>
                    <a:pt x="2949849" y="173171"/>
                  </a:lnTo>
                  <a:lnTo>
                    <a:pt x="2895121" y="200825"/>
                  </a:lnTo>
                  <a:lnTo>
                    <a:pt x="2843278" y="231805"/>
                  </a:lnTo>
                  <a:lnTo>
                    <a:pt x="2793469" y="266377"/>
                  </a:lnTo>
                  <a:lnTo>
                    <a:pt x="2770117" y="284240"/>
                  </a:lnTo>
                  <a:lnTo>
                    <a:pt x="2725940" y="320846"/>
                  </a:lnTo>
                  <a:lnTo>
                    <a:pt x="2682193" y="360620"/>
                  </a:lnTo>
                  <a:lnTo>
                    <a:pt x="2638527" y="403623"/>
                  </a:lnTo>
                  <a:lnTo>
                    <a:pt x="2594686" y="449839"/>
                  </a:lnTo>
                  <a:lnTo>
                    <a:pt x="2550494" y="499169"/>
                  </a:lnTo>
                  <a:lnTo>
                    <a:pt x="2505845" y="551424"/>
                  </a:lnTo>
                  <a:lnTo>
                    <a:pt x="2460699" y="606319"/>
                  </a:lnTo>
                  <a:lnTo>
                    <a:pt x="2415074" y="663482"/>
                  </a:lnTo>
                  <a:lnTo>
                    <a:pt x="2369037" y="722454"/>
                  </a:lnTo>
                  <a:lnTo>
                    <a:pt x="2322692" y="782707"/>
                  </a:lnTo>
                  <a:lnTo>
                    <a:pt x="2276176" y="843660"/>
                  </a:lnTo>
                  <a:lnTo>
                    <a:pt x="2229636" y="904704"/>
                  </a:lnTo>
                  <a:lnTo>
                    <a:pt x="2183226" y="965227"/>
                  </a:lnTo>
                  <a:lnTo>
                    <a:pt x="2137085" y="1024636"/>
                  </a:lnTo>
                  <a:lnTo>
                    <a:pt x="2091328" y="1082387"/>
                  </a:lnTo>
                  <a:lnTo>
                    <a:pt x="2046036" y="1137998"/>
                  </a:lnTo>
                  <a:lnTo>
                    <a:pt x="2001242" y="1191070"/>
                  </a:lnTo>
                  <a:lnTo>
                    <a:pt x="1956922" y="1241291"/>
                  </a:lnTo>
                  <a:lnTo>
                    <a:pt x="1912992" y="1288445"/>
                  </a:lnTo>
                  <a:lnTo>
                    <a:pt x="1869297" y="1332407"/>
                  </a:lnTo>
                  <a:lnTo>
                    <a:pt x="1825606" y="1373136"/>
                  </a:lnTo>
                  <a:lnTo>
                    <a:pt x="1781598" y="1410671"/>
                  </a:lnTo>
                  <a:lnTo>
                    <a:pt x="1768425" y="1421204"/>
                  </a:lnTo>
                  <a:lnTo>
                    <a:pt x="1719327" y="1457540"/>
                  </a:lnTo>
                  <a:lnTo>
                    <a:pt x="1668558" y="1490216"/>
                  </a:lnTo>
                  <a:lnTo>
                    <a:pt x="1615323" y="1519422"/>
                  </a:lnTo>
                  <a:lnTo>
                    <a:pt x="1558734" y="1545478"/>
                  </a:lnTo>
                  <a:lnTo>
                    <a:pt x="1497886" y="1568740"/>
                  </a:lnTo>
                  <a:lnTo>
                    <a:pt x="1431934" y="1589555"/>
                  </a:lnTo>
                  <a:lnTo>
                    <a:pt x="1360195" y="1608225"/>
                  </a:lnTo>
                  <a:lnTo>
                    <a:pt x="1282273" y="1624996"/>
                  </a:lnTo>
                  <a:lnTo>
                    <a:pt x="1198237" y="1640046"/>
                  </a:lnTo>
                  <a:lnTo>
                    <a:pt x="1108820" y="1653486"/>
                  </a:lnTo>
                  <a:lnTo>
                    <a:pt x="1015628" y="1665359"/>
                  </a:lnTo>
                  <a:lnTo>
                    <a:pt x="921266" y="1675661"/>
                  </a:lnTo>
                  <a:lnTo>
                    <a:pt x="829309" y="1684355"/>
                  </a:lnTo>
                  <a:lnTo>
                    <a:pt x="743999" y="1691410"/>
                  </a:lnTo>
                  <a:lnTo>
                    <a:pt x="669635" y="1696836"/>
                  </a:lnTo>
                  <a:lnTo>
                    <a:pt x="609757" y="1700722"/>
                  </a:lnTo>
                  <a:lnTo>
                    <a:pt x="566329" y="1703242"/>
                  </a:lnTo>
                  <a:lnTo>
                    <a:pt x="539200" y="1704658"/>
                  </a:lnTo>
                  <a:lnTo>
                    <a:pt x="525981" y="1705281"/>
                  </a:lnTo>
                  <a:lnTo>
                    <a:pt x="522271" y="1705440"/>
                  </a:lnTo>
                  <a:lnTo>
                    <a:pt x="522133" y="1705445"/>
                  </a:lnTo>
                  <a:lnTo>
                    <a:pt x="0" y="1705445"/>
                  </a:lnTo>
                  <a:close/>
                </a:path>
              </a:pathLst>
            </a:custGeom>
            <a:solidFill>
              <a:srgbClr val="7DD8AC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2037" name="pl2037"/>
            <p:cNvSpPr/>
            <p:nvPr/>
          </p:nvSpPr>
          <p:spPr>
            <a:xfrm>
              <a:off x="386606" y="4364902"/>
              <a:ext cx="8554953" cy="1705445"/>
            </a:xfrm>
            <a:custGeom>
              <a:avLst/>
              <a:pathLst>
                <a:path w="8554953" h="1705445">
                  <a:moveTo>
                    <a:pt x="0" y="1705445"/>
                  </a:moveTo>
                  <a:lnTo>
                    <a:pt x="522133" y="1705445"/>
                  </a:lnTo>
                  <a:lnTo>
                    <a:pt x="523356" y="1705395"/>
                  </a:lnTo>
                  <a:lnTo>
                    <a:pt x="531361" y="1705035"/>
                  </a:lnTo>
                  <a:lnTo>
                    <a:pt x="551398" y="1704040"/>
                  </a:lnTo>
                  <a:lnTo>
                    <a:pt x="586860" y="1702085"/>
                  </a:lnTo>
                  <a:lnTo>
                    <a:pt x="638982" y="1698881"/>
                  </a:lnTo>
                  <a:lnTo>
                    <a:pt x="706770" y="1694209"/>
                  </a:lnTo>
                  <a:lnTo>
                    <a:pt x="787347" y="1687939"/>
                  </a:lnTo>
                  <a:lnTo>
                    <a:pt x="876671" y="1680028"/>
                  </a:lnTo>
                  <a:lnTo>
                    <a:pt x="970378" y="1670491"/>
                  </a:lnTo>
                  <a:lnTo>
                    <a:pt x="1064520" y="1659367"/>
                  </a:lnTo>
                  <a:lnTo>
                    <a:pt x="1156005" y="1646680"/>
                  </a:lnTo>
                  <a:lnTo>
                    <a:pt x="1242759" y="1632411"/>
                  </a:lnTo>
                  <a:lnTo>
                    <a:pt x="1323654" y="1616482"/>
                  </a:lnTo>
                  <a:lnTo>
                    <a:pt x="1398329" y="1598748"/>
                  </a:lnTo>
                  <a:lnTo>
                    <a:pt x="1466981" y="1578995"/>
                  </a:lnTo>
                  <a:lnTo>
                    <a:pt x="1530176" y="1556946"/>
                  </a:lnTo>
                  <a:lnTo>
                    <a:pt x="1588693" y="1532273"/>
                  </a:lnTo>
                  <a:lnTo>
                    <a:pt x="1643421" y="1504620"/>
                  </a:lnTo>
                  <a:lnTo>
                    <a:pt x="1695264" y="1473640"/>
                  </a:lnTo>
                  <a:lnTo>
                    <a:pt x="1745073" y="1439067"/>
                  </a:lnTo>
                  <a:lnTo>
                    <a:pt x="1768425" y="1421204"/>
                  </a:lnTo>
                  <a:lnTo>
                    <a:pt x="1812602" y="1384599"/>
                  </a:lnTo>
                  <a:lnTo>
                    <a:pt x="1856349" y="1344824"/>
                  </a:lnTo>
                  <a:lnTo>
                    <a:pt x="1900015" y="1301822"/>
                  </a:lnTo>
                  <a:lnTo>
                    <a:pt x="1943856" y="1255606"/>
                  </a:lnTo>
                  <a:lnTo>
                    <a:pt x="1988048" y="1206276"/>
                  </a:lnTo>
                  <a:lnTo>
                    <a:pt x="2032697" y="1154021"/>
                  </a:lnTo>
                  <a:lnTo>
                    <a:pt x="2077843" y="1099125"/>
                  </a:lnTo>
                  <a:lnTo>
                    <a:pt x="2123468" y="1041962"/>
                  </a:lnTo>
                  <a:lnTo>
                    <a:pt x="2169505" y="982990"/>
                  </a:lnTo>
                  <a:lnTo>
                    <a:pt x="2215850" y="922738"/>
                  </a:lnTo>
                  <a:lnTo>
                    <a:pt x="2262367" y="861785"/>
                  </a:lnTo>
                  <a:lnTo>
                    <a:pt x="2308906" y="800741"/>
                  </a:lnTo>
                  <a:lnTo>
                    <a:pt x="2355316" y="740218"/>
                  </a:lnTo>
                  <a:lnTo>
                    <a:pt x="2401458" y="680809"/>
                  </a:lnTo>
                  <a:lnTo>
                    <a:pt x="2447214" y="623058"/>
                  </a:lnTo>
                  <a:lnTo>
                    <a:pt x="2492506" y="567446"/>
                  </a:lnTo>
                  <a:lnTo>
                    <a:pt x="2537301" y="514375"/>
                  </a:lnTo>
                  <a:lnTo>
                    <a:pt x="2581621" y="464153"/>
                  </a:lnTo>
                  <a:lnTo>
                    <a:pt x="2625551" y="416999"/>
                  </a:lnTo>
                  <a:lnTo>
                    <a:pt x="2669245" y="373038"/>
                  </a:lnTo>
                  <a:lnTo>
                    <a:pt x="2712937" y="332309"/>
                  </a:lnTo>
                  <a:lnTo>
                    <a:pt x="2756944" y="294774"/>
                  </a:lnTo>
                  <a:lnTo>
                    <a:pt x="2770117" y="284240"/>
                  </a:lnTo>
                  <a:lnTo>
                    <a:pt x="2819215" y="247905"/>
                  </a:lnTo>
                  <a:lnTo>
                    <a:pt x="2869984" y="215229"/>
                  </a:lnTo>
                  <a:lnTo>
                    <a:pt x="2923219" y="186022"/>
                  </a:lnTo>
                  <a:lnTo>
                    <a:pt x="2979808" y="159967"/>
                  </a:lnTo>
                  <a:lnTo>
                    <a:pt x="3040657" y="136705"/>
                  </a:lnTo>
                  <a:lnTo>
                    <a:pt x="3106608" y="115890"/>
                  </a:lnTo>
                  <a:lnTo>
                    <a:pt x="3178347" y="97220"/>
                  </a:lnTo>
                  <a:lnTo>
                    <a:pt x="3256269" y="80448"/>
                  </a:lnTo>
                  <a:lnTo>
                    <a:pt x="3340305" y="65398"/>
                  </a:lnTo>
                  <a:lnTo>
                    <a:pt x="3429722" y="51959"/>
                  </a:lnTo>
                  <a:lnTo>
                    <a:pt x="3522914" y="40085"/>
                  </a:lnTo>
                  <a:lnTo>
                    <a:pt x="3617276" y="29784"/>
                  </a:lnTo>
                  <a:lnTo>
                    <a:pt x="3709233" y="21090"/>
                  </a:lnTo>
                  <a:lnTo>
                    <a:pt x="3794543" y="14035"/>
                  </a:lnTo>
                  <a:lnTo>
                    <a:pt x="3868907" y="8608"/>
                  </a:lnTo>
                  <a:lnTo>
                    <a:pt x="3928785" y="4723"/>
                  </a:lnTo>
                  <a:lnTo>
                    <a:pt x="3972213" y="2202"/>
                  </a:lnTo>
                  <a:lnTo>
                    <a:pt x="3999342" y="787"/>
                  </a:lnTo>
                  <a:lnTo>
                    <a:pt x="4012561" y="164"/>
                  </a:lnTo>
                  <a:lnTo>
                    <a:pt x="4016271" y="5"/>
                  </a:lnTo>
                  <a:lnTo>
                    <a:pt x="4016409" y="0"/>
                  </a:lnTo>
                  <a:lnTo>
                    <a:pt x="4538543" y="0"/>
                  </a:lnTo>
                  <a:lnTo>
                    <a:pt x="4539802" y="24"/>
                  </a:lnTo>
                  <a:lnTo>
                    <a:pt x="4548036" y="197"/>
                  </a:lnTo>
                  <a:lnTo>
                    <a:pt x="4568628" y="676"/>
                  </a:lnTo>
                  <a:lnTo>
                    <a:pt x="4605018" y="1616"/>
                  </a:lnTo>
                  <a:lnTo>
                    <a:pt x="4658398" y="3156"/>
                  </a:lnTo>
                  <a:lnTo>
                    <a:pt x="4727648" y="5398"/>
                  </a:lnTo>
                  <a:lnTo>
                    <a:pt x="4809720" y="8404"/>
                  </a:lnTo>
                  <a:lnTo>
                    <a:pt x="4900404" y="12192"/>
                  </a:lnTo>
                  <a:lnTo>
                    <a:pt x="4995217" y="16752"/>
                  </a:lnTo>
                  <a:lnTo>
                    <a:pt x="5090153" y="22067"/>
                  </a:lnTo>
                  <a:lnTo>
                    <a:pt x="5182126" y="28126"/>
                  </a:lnTo>
                  <a:lnTo>
                    <a:pt x="5269106" y="34941"/>
                  </a:lnTo>
                  <a:lnTo>
                    <a:pt x="5350030" y="42552"/>
                  </a:lnTo>
                  <a:lnTo>
                    <a:pt x="5424611" y="51035"/>
                  </a:lnTo>
                  <a:lnTo>
                    <a:pt x="5493110" y="60496"/>
                  </a:lnTo>
                  <a:lnTo>
                    <a:pt x="5556151" y="71072"/>
                  </a:lnTo>
                  <a:lnTo>
                    <a:pt x="5614561" y="82924"/>
                  </a:lnTo>
                  <a:lnTo>
                    <a:pt x="5669262" y="96224"/>
                  </a:lnTo>
                  <a:lnTo>
                    <a:pt x="5721181" y="111134"/>
                  </a:lnTo>
                  <a:lnTo>
                    <a:pt x="5771176" y="127771"/>
                  </a:lnTo>
                  <a:lnTo>
                    <a:pt x="5784835" y="132708"/>
                  </a:lnTo>
                  <a:lnTo>
                    <a:pt x="5835860" y="152599"/>
                  </a:lnTo>
                  <a:lnTo>
                    <a:pt x="5886389" y="174476"/>
                  </a:lnTo>
                  <a:lnTo>
                    <a:pt x="5936925" y="198368"/>
                  </a:lnTo>
                  <a:lnTo>
                    <a:pt x="5987815" y="224242"/>
                  </a:lnTo>
                  <a:lnTo>
                    <a:pt x="6039271" y="251990"/>
                  </a:lnTo>
                  <a:lnTo>
                    <a:pt x="6091384" y="281429"/>
                  </a:lnTo>
                  <a:lnTo>
                    <a:pt x="6144139" y="312297"/>
                  </a:lnTo>
                  <a:lnTo>
                    <a:pt x="6197433" y="344264"/>
                  </a:lnTo>
                  <a:lnTo>
                    <a:pt x="6251094" y="376942"/>
                  </a:lnTo>
                  <a:lnTo>
                    <a:pt x="6304905" y="409904"/>
                  </a:lnTo>
                  <a:lnTo>
                    <a:pt x="6358633" y="442708"/>
                  </a:lnTo>
                  <a:lnTo>
                    <a:pt x="6412052" y="474920"/>
                  </a:lnTo>
                  <a:lnTo>
                    <a:pt x="6464975" y="506138"/>
                  </a:lnTo>
                  <a:lnTo>
                    <a:pt x="6517276" y="536015"/>
                  </a:lnTo>
                  <a:lnTo>
                    <a:pt x="6568915" y="564268"/>
                  </a:lnTo>
                  <a:lnTo>
                    <a:pt x="6619951" y="590692"/>
                  </a:lnTo>
                  <a:lnTo>
                    <a:pt x="6670559" y="615156"/>
                  </a:lnTo>
                  <a:lnTo>
                    <a:pt x="6721046" y="637608"/>
                  </a:lnTo>
                  <a:lnTo>
                    <a:pt x="6771868" y="658060"/>
                  </a:lnTo>
                  <a:lnTo>
                    <a:pt x="6786527" y="663542"/>
                  </a:lnTo>
                  <a:lnTo>
                    <a:pt x="6836119" y="680666"/>
                  </a:lnTo>
                  <a:lnTo>
                    <a:pt x="6887422" y="696048"/>
                  </a:lnTo>
                  <a:lnTo>
                    <a:pt x="6941258" y="709781"/>
                  </a:lnTo>
                  <a:lnTo>
                    <a:pt x="6998543" y="722018"/>
                  </a:lnTo>
                  <a:lnTo>
                    <a:pt x="7060207" y="732932"/>
                  </a:lnTo>
                  <a:lnTo>
                    <a:pt x="7127115" y="742688"/>
                  </a:lnTo>
                  <a:lnTo>
                    <a:pt x="7199959" y="751430"/>
                  </a:lnTo>
                  <a:lnTo>
                    <a:pt x="7279121" y="759275"/>
                  </a:lnTo>
                  <a:lnTo>
                    <a:pt x="7364486" y="766306"/>
                  </a:lnTo>
                  <a:lnTo>
                    <a:pt x="7455230" y="772573"/>
                  </a:lnTo>
                  <a:lnTo>
                    <a:pt x="7549607" y="778095"/>
                  </a:lnTo>
                  <a:lnTo>
                    <a:pt x="7644823" y="782867"/>
                  </a:lnTo>
                  <a:lnTo>
                    <a:pt x="7737096" y="786871"/>
                  </a:lnTo>
                  <a:lnTo>
                    <a:pt x="7822014" y="790094"/>
                  </a:lnTo>
                  <a:lnTo>
                    <a:pt x="7895200" y="792545"/>
                  </a:lnTo>
                  <a:lnTo>
                    <a:pt x="7953199" y="794272"/>
                  </a:lnTo>
                  <a:lnTo>
                    <a:pt x="7994295" y="795366"/>
                  </a:lnTo>
                  <a:lnTo>
                    <a:pt x="8019026" y="795958"/>
                  </a:lnTo>
                  <a:lnTo>
                    <a:pt x="8030233" y="796200"/>
                  </a:lnTo>
                  <a:lnTo>
                    <a:pt x="8032791" y="796250"/>
                  </a:lnTo>
                  <a:lnTo>
                    <a:pt x="8032819" y="796251"/>
                  </a:lnTo>
                  <a:lnTo>
                    <a:pt x="8554953" y="796251"/>
                  </a:lnTo>
                  <a:lnTo>
                    <a:pt x="8554953" y="796251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038" name="pl2038"/>
            <p:cNvSpPr/>
            <p:nvPr/>
          </p:nvSpPr>
          <p:spPr>
            <a:xfrm>
              <a:off x="386606" y="4359255"/>
              <a:ext cx="8554953" cy="1705445"/>
            </a:xfrm>
            <a:custGeom>
              <a:avLst/>
              <a:pathLst>
                <a:path w="8554953" h="1705445">
                  <a:moveTo>
                    <a:pt x="8554953" y="796251"/>
                  </a:moveTo>
                  <a:lnTo>
                    <a:pt x="8032819" y="796251"/>
                  </a:lnTo>
                  <a:lnTo>
                    <a:pt x="8031560" y="796226"/>
                  </a:lnTo>
                  <a:lnTo>
                    <a:pt x="8023325" y="796053"/>
                  </a:lnTo>
                  <a:lnTo>
                    <a:pt x="8002734" y="795574"/>
                  </a:lnTo>
                  <a:lnTo>
                    <a:pt x="7966344" y="794634"/>
                  </a:lnTo>
                  <a:lnTo>
                    <a:pt x="7912964" y="793095"/>
                  </a:lnTo>
                  <a:lnTo>
                    <a:pt x="7843714" y="790852"/>
                  </a:lnTo>
                  <a:lnTo>
                    <a:pt x="7761642" y="787846"/>
                  </a:lnTo>
                  <a:lnTo>
                    <a:pt x="7670958" y="784058"/>
                  </a:lnTo>
                  <a:lnTo>
                    <a:pt x="7576145" y="779498"/>
                  </a:lnTo>
                  <a:lnTo>
                    <a:pt x="7481209" y="774183"/>
                  </a:lnTo>
                  <a:lnTo>
                    <a:pt x="7389236" y="768124"/>
                  </a:lnTo>
                  <a:lnTo>
                    <a:pt x="7302256" y="761309"/>
                  </a:lnTo>
                  <a:lnTo>
                    <a:pt x="7221332" y="753698"/>
                  </a:lnTo>
                  <a:lnTo>
                    <a:pt x="7146751" y="745215"/>
                  </a:lnTo>
                  <a:lnTo>
                    <a:pt x="7078252" y="735754"/>
                  </a:lnTo>
                  <a:lnTo>
                    <a:pt x="7015211" y="725178"/>
                  </a:lnTo>
                  <a:lnTo>
                    <a:pt x="6956801" y="713326"/>
                  </a:lnTo>
                  <a:lnTo>
                    <a:pt x="6902100" y="700027"/>
                  </a:lnTo>
                  <a:lnTo>
                    <a:pt x="6850180" y="685116"/>
                  </a:lnTo>
                  <a:lnTo>
                    <a:pt x="6800186" y="668480"/>
                  </a:lnTo>
                  <a:lnTo>
                    <a:pt x="6786527" y="663542"/>
                  </a:lnTo>
                  <a:lnTo>
                    <a:pt x="6735502" y="643651"/>
                  </a:lnTo>
                  <a:lnTo>
                    <a:pt x="6684973" y="621774"/>
                  </a:lnTo>
                  <a:lnTo>
                    <a:pt x="6634437" y="597882"/>
                  </a:lnTo>
                  <a:lnTo>
                    <a:pt x="6583547" y="572008"/>
                  </a:lnTo>
                  <a:lnTo>
                    <a:pt x="6532091" y="544260"/>
                  </a:lnTo>
                  <a:lnTo>
                    <a:pt x="6479978" y="514821"/>
                  </a:lnTo>
                  <a:lnTo>
                    <a:pt x="6427223" y="483953"/>
                  </a:lnTo>
                  <a:lnTo>
                    <a:pt x="6373929" y="451986"/>
                  </a:lnTo>
                  <a:lnTo>
                    <a:pt x="6320268" y="419308"/>
                  </a:lnTo>
                  <a:lnTo>
                    <a:pt x="6266457" y="386346"/>
                  </a:lnTo>
                  <a:lnTo>
                    <a:pt x="6212729" y="353542"/>
                  </a:lnTo>
                  <a:lnTo>
                    <a:pt x="6159310" y="321331"/>
                  </a:lnTo>
                  <a:lnTo>
                    <a:pt x="6106387" y="290112"/>
                  </a:lnTo>
                  <a:lnTo>
                    <a:pt x="6054086" y="260235"/>
                  </a:lnTo>
                  <a:lnTo>
                    <a:pt x="6002447" y="231982"/>
                  </a:lnTo>
                  <a:lnTo>
                    <a:pt x="5951411" y="205558"/>
                  </a:lnTo>
                  <a:lnTo>
                    <a:pt x="5900803" y="181094"/>
                  </a:lnTo>
                  <a:lnTo>
                    <a:pt x="5850316" y="158642"/>
                  </a:lnTo>
                  <a:lnTo>
                    <a:pt x="5799494" y="138190"/>
                  </a:lnTo>
                  <a:lnTo>
                    <a:pt x="5784835" y="132708"/>
                  </a:lnTo>
                  <a:lnTo>
                    <a:pt x="5735243" y="115584"/>
                  </a:lnTo>
                  <a:lnTo>
                    <a:pt x="5683940" y="100202"/>
                  </a:lnTo>
                  <a:lnTo>
                    <a:pt x="5630104" y="86469"/>
                  </a:lnTo>
                  <a:lnTo>
                    <a:pt x="5572819" y="74232"/>
                  </a:lnTo>
                  <a:lnTo>
                    <a:pt x="5511155" y="63318"/>
                  </a:lnTo>
                  <a:lnTo>
                    <a:pt x="5444247" y="53562"/>
                  </a:lnTo>
                  <a:lnTo>
                    <a:pt x="5371403" y="44820"/>
                  </a:lnTo>
                  <a:lnTo>
                    <a:pt x="5292241" y="36975"/>
                  </a:lnTo>
                  <a:lnTo>
                    <a:pt x="5206876" y="29944"/>
                  </a:lnTo>
                  <a:lnTo>
                    <a:pt x="5116132" y="23677"/>
                  </a:lnTo>
                  <a:lnTo>
                    <a:pt x="5021755" y="18155"/>
                  </a:lnTo>
                  <a:lnTo>
                    <a:pt x="4926539" y="13383"/>
                  </a:lnTo>
                  <a:lnTo>
                    <a:pt x="4834266" y="9379"/>
                  </a:lnTo>
                  <a:lnTo>
                    <a:pt x="4749348" y="6156"/>
                  </a:lnTo>
                  <a:lnTo>
                    <a:pt x="4676161" y="3705"/>
                  </a:lnTo>
                  <a:lnTo>
                    <a:pt x="4618163" y="1979"/>
                  </a:lnTo>
                  <a:lnTo>
                    <a:pt x="4577066" y="884"/>
                  </a:lnTo>
                  <a:lnTo>
                    <a:pt x="4552336" y="293"/>
                  </a:lnTo>
                  <a:lnTo>
                    <a:pt x="4541129" y="50"/>
                  </a:lnTo>
                  <a:lnTo>
                    <a:pt x="4538571" y="0"/>
                  </a:lnTo>
                  <a:lnTo>
                    <a:pt x="4538543" y="0"/>
                  </a:lnTo>
                  <a:lnTo>
                    <a:pt x="4016409" y="0"/>
                  </a:lnTo>
                  <a:lnTo>
                    <a:pt x="4015186" y="50"/>
                  </a:lnTo>
                  <a:lnTo>
                    <a:pt x="4007181" y="410"/>
                  </a:lnTo>
                  <a:lnTo>
                    <a:pt x="3987144" y="1405"/>
                  </a:lnTo>
                  <a:lnTo>
                    <a:pt x="3951682" y="3360"/>
                  </a:lnTo>
                  <a:lnTo>
                    <a:pt x="3899560" y="6564"/>
                  </a:lnTo>
                  <a:lnTo>
                    <a:pt x="3831773" y="11236"/>
                  </a:lnTo>
                  <a:lnTo>
                    <a:pt x="3751195" y="17505"/>
                  </a:lnTo>
                  <a:lnTo>
                    <a:pt x="3661871" y="25416"/>
                  </a:lnTo>
                  <a:lnTo>
                    <a:pt x="3568164" y="34953"/>
                  </a:lnTo>
                  <a:lnTo>
                    <a:pt x="3474023" y="46077"/>
                  </a:lnTo>
                  <a:lnTo>
                    <a:pt x="3382537" y="58765"/>
                  </a:lnTo>
                  <a:lnTo>
                    <a:pt x="3295783" y="73034"/>
                  </a:lnTo>
                  <a:lnTo>
                    <a:pt x="3214889" y="88962"/>
                  </a:lnTo>
                  <a:lnTo>
                    <a:pt x="3140213" y="106697"/>
                  </a:lnTo>
                  <a:lnTo>
                    <a:pt x="3071561" y="126450"/>
                  </a:lnTo>
                  <a:lnTo>
                    <a:pt x="3008367" y="148499"/>
                  </a:lnTo>
                  <a:lnTo>
                    <a:pt x="2949849" y="173171"/>
                  </a:lnTo>
                  <a:lnTo>
                    <a:pt x="2895121" y="200825"/>
                  </a:lnTo>
                  <a:lnTo>
                    <a:pt x="2843278" y="231805"/>
                  </a:lnTo>
                  <a:lnTo>
                    <a:pt x="2793469" y="266377"/>
                  </a:lnTo>
                  <a:lnTo>
                    <a:pt x="2770117" y="284240"/>
                  </a:lnTo>
                  <a:lnTo>
                    <a:pt x="2725940" y="320846"/>
                  </a:lnTo>
                  <a:lnTo>
                    <a:pt x="2682193" y="360620"/>
                  </a:lnTo>
                  <a:lnTo>
                    <a:pt x="2638527" y="403623"/>
                  </a:lnTo>
                  <a:lnTo>
                    <a:pt x="2594686" y="449839"/>
                  </a:lnTo>
                  <a:lnTo>
                    <a:pt x="2550494" y="499169"/>
                  </a:lnTo>
                  <a:lnTo>
                    <a:pt x="2505845" y="551424"/>
                  </a:lnTo>
                  <a:lnTo>
                    <a:pt x="2460699" y="606319"/>
                  </a:lnTo>
                  <a:lnTo>
                    <a:pt x="2415074" y="663482"/>
                  </a:lnTo>
                  <a:lnTo>
                    <a:pt x="2369037" y="722454"/>
                  </a:lnTo>
                  <a:lnTo>
                    <a:pt x="2322692" y="782707"/>
                  </a:lnTo>
                  <a:lnTo>
                    <a:pt x="2276176" y="843660"/>
                  </a:lnTo>
                  <a:lnTo>
                    <a:pt x="2229636" y="904704"/>
                  </a:lnTo>
                  <a:lnTo>
                    <a:pt x="2183226" y="965227"/>
                  </a:lnTo>
                  <a:lnTo>
                    <a:pt x="2137085" y="1024636"/>
                  </a:lnTo>
                  <a:lnTo>
                    <a:pt x="2091328" y="1082387"/>
                  </a:lnTo>
                  <a:lnTo>
                    <a:pt x="2046036" y="1137998"/>
                  </a:lnTo>
                  <a:lnTo>
                    <a:pt x="2001242" y="1191070"/>
                  </a:lnTo>
                  <a:lnTo>
                    <a:pt x="1956922" y="1241291"/>
                  </a:lnTo>
                  <a:lnTo>
                    <a:pt x="1912992" y="1288445"/>
                  </a:lnTo>
                  <a:lnTo>
                    <a:pt x="1869297" y="1332407"/>
                  </a:lnTo>
                  <a:lnTo>
                    <a:pt x="1825606" y="1373136"/>
                  </a:lnTo>
                  <a:lnTo>
                    <a:pt x="1781598" y="1410671"/>
                  </a:lnTo>
                  <a:lnTo>
                    <a:pt x="1768425" y="1421204"/>
                  </a:lnTo>
                  <a:lnTo>
                    <a:pt x="1719327" y="1457540"/>
                  </a:lnTo>
                  <a:lnTo>
                    <a:pt x="1668558" y="1490216"/>
                  </a:lnTo>
                  <a:lnTo>
                    <a:pt x="1615323" y="1519422"/>
                  </a:lnTo>
                  <a:lnTo>
                    <a:pt x="1558734" y="1545478"/>
                  </a:lnTo>
                  <a:lnTo>
                    <a:pt x="1497886" y="1568740"/>
                  </a:lnTo>
                  <a:lnTo>
                    <a:pt x="1431934" y="1589555"/>
                  </a:lnTo>
                  <a:lnTo>
                    <a:pt x="1360195" y="1608225"/>
                  </a:lnTo>
                  <a:lnTo>
                    <a:pt x="1282273" y="1624996"/>
                  </a:lnTo>
                  <a:lnTo>
                    <a:pt x="1198237" y="1640046"/>
                  </a:lnTo>
                  <a:lnTo>
                    <a:pt x="1108820" y="1653486"/>
                  </a:lnTo>
                  <a:lnTo>
                    <a:pt x="1015628" y="1665359"/>
                  </a:lnTo>
                  <a:lnTo>
                    <a:pt x="921266" y="1675661"/>
                  </a:lnTo>
                  <a:lnTo>
                    <a:pt x="829309" y="1684355"/>
                  </a:lnTo>
                  <a:lnTo>
                    <a:pt x="743999" y="1691410"/>
                  </a:lnTo>
                  <a:lnTo>
                    <a:pt x="669635" y="1696836"/>
                  </a:lnTo>
                  <a:lnTo>
                    <a:pt x="609757" y="1700722"/>
                  </a:lnTo>
                  <a:lnTo>
                    <a:pt x="566329" y="1703242"/>
                  </a:lnTo>
                  <a:lnTo>
                    <a:pt x="539200" y="1704658"/>
                  </a:lnTo>
                  <a:lnTo>
                    <a:pt x="525981" y="1705281"/>
                  </a:lnTo>
                  <a:lnTo>
                    <a:pt x="522271" y="1705440"/>
                  </a:lnTo>
                  <a:lnTo>
                    <a:pt x="522133" y="1705445"/>
                  </a:lnTo>
                  <a:lnTo>
                    <a:pt x="0" y="1705445"/>
                  </a:lnTo>
                  <a:lnTo>
                    <a:pt x="0" y="1705445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039" name="pg2039"/>
            <p:cNvSpPr/>
            <p:nvPr/>
          </p:nvSpPr>
          <p:spPr>
            <a:xfrm>
              <a:off x="386606" y="1699437"/>
              <a:ext cx="8554953" cy="4337027"/>
            </a:xfrm>
            <a:custGeom>
              <a:avLst/>
              <a:pathLst>
                <a:path w="8554953" h="4337027">
                  <a:moveTo>
                    <a:pt x="0" y="4337027"/>
                  </a:moveTo>
                  <a:lnTo>
                    <a:pt x="522133" y="4337027"/>
                  </a:lnTo>
                  <a:lnTo>
                    <a:pt x="523032" y="4336934"/>
                  </a:lnTo>
                  <a:lnTo>
                    <a:pt x="528955" y="4336268"/>
                  </a:lnTo>
                  <a:lnTo>
                    <a:pt x="543927" y="4334429"/>
                  </a:lnTo>
                  <a:lnTo>
                    <a:pt x="570792" y="4330807"/>
                  </a:lnTo>
                  <a:lnTo>
                    <a:pt x="611023" y="4324833"/>
                  </a:lnTo>
                  <a:lnTo>
                    <a:pt x="664605" y="4316035"/>
                  </a:lnTo>
                  <a:lnTo>
                    <a:pt x="730131" y="4304078"/>
                  </a:lnTo>
                  <a:lnTo>
                    <a:pt x="805113" y="4288782"/>
                  </a:lnTo>
                  <a:lnTo>
                    <a:pt x="886465" y="4270103"/>
                  </a:lnTo>
                  <a:lnTo>
                    <a:pt x="971002" y="4248081"/>
                  </a:lnTo>
                  <a:lnTo>
                    <a:pt x="1055860" y="4222789"/>
                  </a:lnTo>
                  <a:lnTo>
                    <a:pt x="1138749" y="4194277"/>
                  </a:lnTo>
                  <a:lnTo>
                    <a:pt x="1218047" y="4162524"/>
                  </a:lnTo>
                  <a:lnTo>
                    <a:pt x="1292777" y="4127415"/>
                  </a:lnTo>
                  <a:lnTo>
                    <a:pt x="1362505" y="4088722"/>
                  </a:lnTo>
                  <a:lnTo>
                    <a:pt x="1427217" y="4046105"/>
                  </a:lnTo>
                  <a:lnTo>
                    <a:pt x="1487199" y="3999111"/>
                  </a:lnTo>
                  <a:lnTo>
                    <a:pt x="1542935" y="3947188"/>
                  </a:lnTo>
                  <a:lnTo>
                    <a:pt x="1595024" y="3889708"/>
                  </a:lnTo>
                  <a:lnTo>
                    <a:pt x="1644122" y="3826003"/>
                  </a:lnTo>
                  <a:lnTo>
                    <a:pt x="1690889" y="3755433"/>
                  </a:lnTo>
                  <a:lnTo>
                    <a:pt x="1735952" y="3677492"/>
                  </a:lnTo>
                  <a:lnTo>
                    <a:pt x="1768425" y="3615130"/>
                  </a:lnTo>
                  <a:lnTo>
                    <a:pt x="1799594" y="3550497"/>
                  </a:lnTo>
                  <a:lnTo>
                    <a:pt x="1830491" y="3481910"/>
                  </a:lnTo>
                  <a:lnTo>
                    <a:pt x="1861253" y="3409287"/>
                  </a:lnTo>
                  <a:lnTo>
                    <a:pt x="1891994" y="3332592"/>
                  </a:lnTo>
                  <a:lnTo>
                    <a:pt x="1922802" y="3251836"/>
                  </a:lnTo>
                  <a:lnTo>
                    <a:pt x="1953749" y="3167081"/>
                  </a:lnTo>
                  <a:lnTo>
                    <a:pt x="1984887" y="3078443"/>
                  </a:lnTo>
                  <a:lnTo>
                    <a:pt x="2016250" y="2986097"/>
                  </a:lnTo>
                  <a:lnTo>
                    <a:pt x="2047856" y="2890277"/>
                  </a:lnTo>
                  <a:lnTo>
                    <a:pt x="2079710" y="2791271"/>
                  </a:lnTo>
                  <a:lnTo>
                    <a:pt x="2111801" y="2689429"/>
                  </a:lnTo>
                  <a:lnTo>
                    <a:pt x="2144109" y="2585148"/>
                  </a:lnTo>
                  <a:lnTo>
                    <a:pt x="2176601" y="2478876"/>
                  </a:lnTo>
                  <a:lnTo>
                    <a:pt x="2209235" y="2371097"/>
                  </a:lnTo>
                  <a:lnTo>
                    <a:pt x="2241966" y="2262328"/>
                  </a:lnTo>
                  <a:lnTo>
                    <a:pt x="2274741" y="2153104"/>
                  </a:lnTo>
                  <a:lnTo>
                    <a:pt x="2307507" y="2043971"/>
                  </a:lnTo>
                  <a:lnTo>
                    <a:pt x="2340211" y="1935474"/>
                  </a:lnTo>
                  <a:lnTo>
                    <a:pt x="2372802" y="1828142"/>
                  </a:lnTo>
                  <a:lnTo>
                    <a:pt x="2405237" y="1722482"/>
                  </a:lnTo>
                  <a:lnTo>
                    <a:pt x="2437475" y="1618967"/>
                  </a:lnTo>
                  <a:lnTo>
                    <a:pt x="2469489" y="1518030"/>
                  </a:lnTo>
                  <a:lnTo>
                    <a:pt x="2501261" y="1420051"/>
                  </a:lnTo>
                  <a:lnTo>
                    <a:pt x="2532785" y="1325360"/>
                  </a:lnTo>
                  <a:lnTo>
                    <a:pt x="2564070" y="1234229"/>
                  </a:lnTo>
                  <a:lnTo>
                    <a:pt x="2595139" y="1146871"/>
                  </a:lnTo>
                  <a:lnTo>
                    <a:pt x="2626033" y="1063440"/>
                  </a:lnTo>
                  <a:lnTo>
                    <a:pt x="2656810" y="984035"/>
                  </a:lnTo>
                  <a:lnTo>
                    <a:pt x="2687547" y="908700"/>
                  </a:lnTo>
                  <a:lnTo>
                    <a:pt x="2718341" y="837430"/>
                  </a:lnTo>
                  <a:lnTo>
                    <a:pt x="2749312" y="770173"/>
                  </a:lnTo>
                  <a:lnTo>
                    <a:pt x="2770117" y="727543"/>
                  </a:lnTo>
                  <a:lnTo>
                    <a:pt x="2814275" y="644009"/>
                  </a:lnTo>
                  <a:lnTo>
                    <a:pt x="2859728" y="568037"/>
                  </a:lnTo>
                  <a:lnTo>
                    <a:pt x="2907044" y="499324"/>
                  </a:lnTo>
                  <a:lnTo>
                    <a:pt x="2956862" y="437316"/>
                  </a:lnTo>
                  <a:lnTo>
                    <a:pt x="3009845" y="381357"/>
                  </a:lnTo>
                  <a:lnTo>
                    <a:pt x="3066640" y="330785"/>
                  </a:lnTo>
                  <a:lnTo>
                    <a:pt x="3127823" y="284989"/>
                  </a:lnTo>
                  <a:lnTo>
                    <a:pt x="3193833" y="243440"/>
                  </a:lnTo>
                  <a:lnTo>
                    <a:pt x="3264888" y="205716"/>
                  </a:lnTo>
                  <a:lnTo>
                    <a:pt x="3340878" y="171504"/>
                  </a:lnTo>
                  <a:lnTo>
                    <a:pt x="3421238" y="140608"/>
                  </a:lnTo>
                  <a:lnTo>
                    <a:pt x="3504828" y="112939"/>
                  </a:lnTo>
                  <a:lnTo>
                    <a:pt x="3589850" y="88498"/>
                  </a:lnTo>
                  <a:lnTo>
                    <a:pt x="3673847" y="67346"/>
                  </a:lnTo>
                  <a:lnTo>
                    <a:pt x="3753840" y="49552"/>
                  </a:lnTo>
                  <a:lnTo>
                    <a:pt x="3826626" y="35142"/>
                  </a:lnTo>
                  <a:lnTo>
                    <a:pt x="3889224" y="24037"/>
                  </a:lnTo>
                  <a:lnTo>
                    <a:pt x="3939389" y="16017"/>
                  </a:lnTo>
                  <a:lnTo>
                    <a:pt x="3976054" y="10711"/>
                  </a:lnTo>
                  <a:lnTo>
                    <a:pt x="3999599" y="7614"/>
                  </a:lnTo>
                  <a:lnTo>
                    <a:pt x="4011871" y="6142"/>
                  </a:lnTo>
                  <a:lnTo>
                    <a:pt x="4016043" y="5684"/>
                  </a:lnTo>
                  <a:lnTo>
                    <a:pt x="4016409" y="5647"/>
                  </a:lnTo>
                  <a:lnTo>
                    <a:pt x="4538543" y="5647"/>
                  </a:lnTo>
                  <a:lnTo>
                    <a:pt x="4539771" y="5695"/>
                  </a:lnTo>
                  <a:lnTo>
                    <a:pt x="4547805" y="6037"/>
                  </a:lnTo>
                  <a:lnTo>
                    <a:pt x="4567913" y="6983"/>
                  </a:lnTo>
                  <a:lnTo>
                    <a:pt x="4603494" y="8841"/>
                  </a:lnTo>
                  <a:lnTo>
                    <a:pt x="4655778" y="11887"/>
                  </a:lnTo>
                  <a:lnTo>
                    <a:pt x="4723754" y="16327"/>
                  </a:lnTo>
                  <a:lnTo>
                    <a:pt x="4804525" y="22285"/>
                  </a:lnTo>
                  <a:lnTo>
                    <a:pt x="4894025" y="29802"/>
                  </a:lnTo>
                  <a:lnTo>
                    <a:pt x="4987877" y="38861"/>
                  </a:lnTo>
                  <a:lnTo>
                    <a:pt x="5082122" y="49428"/>
                  </a:lnTo>
                  <a:lnTo>
                    <a:pt x="5173672" y="61478"/>
                  </a:lnTo>
                  <a:lnTo>
                    <a:pt x="5260456" y="75031"/>
                  </a:lnTo>
                  <a:lnTo>
                    <a:pt x="5341356" y="90161"/>
                  </a:lnTo>
                  <a:lnTo>
                    <a:pt x="5416020" y="107008"/>
                  </a:lnTo>
                  <a:lnTo>
                    <a:pt x="5484653" y="125777"/>
                  </a:lnTo>
                  <a:lnTo>
                    <a:pt x="5547827" y="146731"/>
                  </a:lnTo>
                  <a:lnTo>
                    <a:pt x="5606330" y="170182"/>
                  </a:lnTo>
                  <a:lnTo>
                    <a:pt x="5661054" y="196471"/>
                  </a:lnTo>
                  <a:lnTo>
                    <a:pt x="5712906" y="225926"/>
                  </a:lnTo>
                  <a:lnTo>
                    <a:pt x="5762737" y="258795"/>
                  </a:lnTo>
                  <a:lnTo>
                    <a:pt x="5784835" y="274828"/>
                  </a:lnTo>
                  <a:lnTo>
                    <a:pt x="5829673" y="310040"/>
                  </a:lnTo>
                  <a:lnTo>
                    <a:pt x="5874075" y="348344"/>
                  </a:lnTo>
                  <a:lnTo>
                    <a:pt x="5918402" y="389800"/>
                  </a:lnTo>
                  <a:lnTo>
                    <a:pt x="5962918" y="434388"/>
                  </a:lnTo>
                  <a:lnTo>
                    <a:pt x="6007806" y="482005"/>
                  </a:lnTo>
                  <a:lnTo>
                    <a:pt x="6053169" y="532459"/>
                  </a:lnTo>
                  <a:lnTo>
                    <a:pt x="6099044" y="585460"/>
                  </a:lnTo>
                  <a:lnTo>
                    <a:pt x="6145408" y="640630"/>
                  </a:lnTo>
                  <a:lnTo>
                    <a:pt x="6192186" y="697505"/>
                  </a:lnTo>
                  <a:lnTo>
                    <a:pt x="6239262" y="755556"/>
                  </a:lnTo>
                  <a:lnTo>
                    <a:pt x="6286494" y="814202"/>
                  </a:lnTo>
                  <a:lnTo>
                    <a:pt x="6333723" y="872838"/>
                  </a:lnTo>
                  <a:lnTo>
                    <a:pt x="6380791" y="930858"/>
                  </a:lnTo>
                  <a:lnTo>
                    <a:pt x="6427556" y="987684"/>
                  </a:lnTo>
                  <a:lnTo>
                    <a:pt x="6473905" y="1042786"/>
                  </a:lnTo>
                  <a:lnTo>
                    <a:pt x="6519762" y="1095705"/>
                  </a:lnTo>
                  <a:lnTo>
                    <a:pt x="6565108" y="1146065"/>
                  </a:lnTo>
                  <a:lnTo>
                    <a:pt x="6609980" y="1193582"/>
                  </a:lnTo>
                  <a:lnTo>
                    <a:pt x="6654487" y="1238063"/>
                  </a:lnTo>
                  <a:lnTo>
                    <a:pt x="6698811" y="1279410"/>
                  </a:lnTo>
                  <a:lnTo>
                    <a:pt x="6743221" y="1317607"/>
                  </a:lnTo>
                  <a:lnTo>
                    <a:pt x="6786527" y="1351556"/>
                  </a:lnTo>
                  <a:lnTo>
                    <a:pt x="6835689" y="1386008"/>
                  </a:lnTo>
                  <a:lnTo>
                    <a:pt x="6886527" y="1416986"/>
                  </a:lnTo>
                  <a:lnTo>
                    <a:pt x="6939839" y="1444670"/>
                  </a:lnTo>
                  <a:lnTo>
                    <a:pt x="6996518" y="1469364"/>
                  </a:lnTo>
                  <a:lnTo>
                    <a:pt x="7057471" y="1491408"/>
                  </a:lnTo>
                  <a:lnTo>
                    <a:pt x="7123546" y="1511130"/>
                  </a:lnTo>
                  <a:lnTo>
                    <a:pt x="7195427" y="1528818"/>
                  </a:lnTo>
                  <a:lnTo>
                    <a:pt x="7273508" y="1544705"/>
                  </a:lnTo>
                  <a:lnTo>
                    <a:pt x="7357716" y="1558959"/>
                  </a:lnTo>
                  <a:lnTo>
                    <a:pt x="7447304" y="1571684"/>
                  </a:lnTo>
                  <a:lnTo>
                    <a:pt x="7540651" y="1582923"/>
                  </a:lnTo>
                  <a:lnTo>
                    <a:pt x="7635126" y="1592669"/>
                  </a:lnTo>
                  <a:lnTo>
                    <a:pt x="7727128" y="1600889"/>
                  </a:lnTo>
                  <a:lnTo>
                    <a:pt x="7812393" y="1607551"/>
                  </a:lnTo>
                  <a:lnTo>
                    <a:pt x="7886612" y="1612669"/>
                  </a:lnTo>
                  <a:lnTo>
                    <a:pt x="7946252" y="1616325"/>
                  </a:lnTo>
                  <a:lnTo>
                    <a:pt x="7989381" y="1618691"/>
                  </a:lnTo>
                  <a:lnTo>
                    <a:pt x="8016199" y="1620013"/>
                  </a:lnTo>
                  <a:lnTo>
                    <a:pt x="8029152" y="1620590"/>
                  </a:lnTo>
                  <a:lnTo>
                    <a:pt x="8032819" y="1620738"/>
                  </a:lnTo>
                  <a:lnTo>
                    <a:pt x="8554953" y="1620738"/>
                  </a:lnTo>
                  <a:lnTo>
                    <a:pt x="8554953" y="1615090"/>
                  </a:lnTo>
                  <a:lnTo>
                    <a:pt x="8032819" y="1615090"/>
                  </a:lnTo>
                  <a:lnTo>
                    <a:pt x="8031591" y="1615043"/>
                  </a:lnTo>
                  <a:lnTo>
                    <a:pt x="8023557" y="1614700"/>
                  </a:lnTo>
                  <a:lnTo>
                    <a:pt x="8003449" y="1613754"/>
                  </a:lnTo>
                  <a:lnTo>
                    <a:pt x="7967868" y="1611896"/>
                  </a:lnTo>
                  <a:lnTo>
                    <a:pt x="7915584" y="1608850"/>
                  </a:lnTo>
                  <a:lnTo>
                    <a:pt x="7847608" y="1604410"/>
                  </a:lnTo>
                  <a:lnTo>
                    <a:pt x="7766837" y="1598452"/>
                  </a:lnTo>
                  <a:lnTo>
                    <a:pt x="7677337" y="1590935"/>
                  </a:lnTo>
                  <a:lnTo>
                    <a:pt x="7583485" y="1581876"/>
                  </a:lnTo>
                  <a:lnTo>
                    <a:pt x="7489240" y="1571310"/>
                  </a:lnTo>
                  <a:lnTo>
                    <a:pt x="7397690" y="1559259"/>
                  </a:lnTo>
                  <a:lnTo>
                    <a:pt x="7310906" y="1545706"/>
                  </a:lnTo>
                  <a:lnTo>
                    <a:pt x="7230006" y="1530576"/>
                  </a:lnTo>
                  <a:lnTo>
                    <a:pt x="7155342" y="1513729"/>
                  </a:lnTo>
                  <a:lnTo>
                    <a:pt x="7086709" y="1494960"/>
                  </a:lnTo>
                  <a:lnTo>
                    <a:pt x="7023535" y="1474006"/>
                  </a:lnTo>
                  <a:lnTo>
                    <a:pt x="6965032" y="1450555"/>
                  </a:lnTo>
                  <a:lnTo>
                    <a:pt x="6910308" y="1424266"/>
                  </a:lnTo>
                  <a:lnTo>
                    <a:pt x="6858456" y="1394811"/>
                  </a:lnTo>
                  <a:lnTo>
                    <a:pt x="6808625" y="1361942"/>
                  </a:lnTo>
                  <a:lnTo>
                    <a:pt x="6786527" y="1345909"/>
                  </a:lnTo>
                  <a:lnTo>
                    <a:pt x="6741689" y="1310697"/>
                  </a:lnTo>
                  <a:lnTo>
                    <a:pt x="6697287" y="1272393"/>
                  </a:lnTo>
                  <a:lnTo>
                    <a:pt x="6652960" y="1230937"/>
                  </a:lnTo>
                  <a:lnTo>
                    <a:pt x="6608444" y="1186350"/>
                  </a:lnTo>
                  <a:lnTo>
                    <a:pt x="6563556" y="1138732"/>
                  </a:lnTo>
                  <a:lnTo>
                    <a:pt x="6518193" y="1088278"/>
                  </a:lnTo>
                  <a:lnTo>
                    <a:pt x="6472318" y="1035277"/>
                  </a:lnTo>
                  <a:lnTo>
                    <a:pt x="6425954" y="980108"/>
                  </a:lnTo>
                  <a:lnTo>
                    <a:pt x="6379176" y="923232"/>
                  </a:lnTo>
                  <a:lnTo>
                    <a:pt x="6332100" y="865181"/>
                  </a:lnTo>
                  <a:lnTo>
                    <a:pt x="6284868" y="806535"/>
                  </a:lnTo>
                  <a:lnTo>
                    <a:pt x="6237639" y="747899"/>
                  </a:lnTo>
                  <a:lnTo>
                    <a:pt x="6190571" y="689879"/>
                  </a:lnTo>
                  <a:lnTo>
                    <a:pt x="6143806" y="633053"/>
                  </a:lnTo>
                  <a:lnTo>
                    <a:pt x="6097457" y="577951"/>
                  </a:lnTo>
                  <a:lnTo>
                    <a:pt x="6051600" y="525032"/>
                  </a:lnTo>
                  <a:lnTo>
                    <a:pt x="6006254" y="474672"/>
                  </a:lnTo>
                  <a:lnTo>
                    <a:pt x="5961382" y="427155"/>
                  </a:lnTo>
                  <a:lnTo>
                    <a:pt x="5916875" y="382674"/>
                  </a:lnTo>
                  <a:lnTo>
                    <a:pt x="5872551" y="341327"/>
                  </a:lnTo>
                  <a:lnTo>
                    <a:pt x="5828141" y="303130"/>
                  </a:lnTo>
                  <a:lnTo>
                    <a:pt x="5784835" y="269181"/>
                  </a:lnTo>
                  <a:lnTo>
                    <a:pt x="5735673" y="234729"/>
                  </a:lnTo>
                  <a:lnTo>
                    <a:pt x="5684835" y="203751"/>
                  </a:lnTo>
                  <a:lnTo>
                    <a:pt x="5631523" y="176067"/>
                  </a:lnTo>
                  <a:lnTo>
                    <a:pt x="5574844" y="151373"/>
                  </a:lnTo>
                  <a:lnTo>
                    <a:pt x="5513891" y="129329"/>
                  </a:lnTo>
                  <a:lnTo>
                    <a:pt x="5447816" y="109607"/>
                  </a:lnTo>
                  <a:lnTo>
                    <a:pt x="5375935" y="91919"/>
                  </a:lnTo>
                  <a:lnTo>
                    <a:pt x="5297853" y="76032"/>
                  </a:lnTo>
                  <a:lnTo>
                    <a:pt x="5213646" y="61778"/>
                  </a:lnTo>
                  <a:lnTo>
                    <a:pt x="5124058" y="49053"/>
                  </a:lnTo>
                  <a:lnTo>
                    <a:pt x="5030711" y="37814"/>
                  </a:lnTo>
                  <a:lnTo>
                    <a:pt x="4936236" y="28068"/>
                  </a:lnTo>
                  <a:lnTo>
                    <a:pt x="4844234" y="19849"/>
                  </a:lnTo>
                  <a:lnTo>
                    <a:pt x="4758968" y="13186"/>
                  </a:lnTo>
                  <a:lnTo>
                    <a:pt x="4684750" y="8068"/>
                  </a:lnTo>
                  <a:lnTo>
                    <a:pt x="4625110" y="4412"/>
                  </a:lnTo>
                  <a:lnTo>
                    <a:pt x="4581981" y="2046"/>
                  </a:lnTo>
                  <a:lnTo>
                    <a:pt x="4555163" y="724"/>
                  </a:lnTo>
                  <a:lnTo>
                    <a:pt x="4542210" y="148"/>
                  </a:lnTo>
                  <a:lnTo>
                    <a:pt x="4538543" y="0"/>
                  </a:lnTo>
                  <a:lnTo>
                    <a:pt x="4016409" y="0"/>
                  </a:lnTo>
                  <a:lnTo>
                    <a:pt x="4015510" y="93"/>
                  </a:lnTo>
                  <a:lnTo>
                    <a:pt x="4009587" y="758"/>
                  </a:lnTo>
                  <a:lnTo>
                    <a:pt x="3994615" y="2597"/>
                  </a:lnTo>
                  <a:lnTo>
                    <a:pt x="3967750" y="6219"/>
                  </a:lnTo>
                  <a:lnTo>
                    <a:pt x="3927520" y="12193"/>
                  </a:lnTo>
                  <a:lnTo>
                    <a:pt x="3873937" y="20992"/>
                  </a:lnTo>
                  <a:lnTo>
                    <a:pt x="3808411" y="32949"/>
                  </a:lnTo>
                  <a:lnTo>
                    <a:pt x="3733429" y="48244"/>
                  </a:lnTo>
                  <a:lnTo>
                    <a:pt x="3652078" y="66924"/>
                  </a:lnTo>
                  <a:lnTo>
                    <a:pt x="3567541" y="88946"/>
                  </a:lnTo>
                  <a:lnTo>
                    <a:pt x="3482682" y="114237"/>
                  </a:lnTo>
                  <a:lnTo>
                    <a:pt x="3399793" y="142749"/>
                  </a:lnTo>
                  <a:lnTo>
                    <a:pt x="3320495" y="174502"/>
                  </a:lnTo>
                  <a:lnTo>
                    <a:pt x="3245765" y="209612"/>
                  </a:lnTo>
                  <a:lnTo>
                    <a:pt x="3176037" y="248304"/>
                  </a:lnTo>
                  <a:lnTo>
                    <a:pt x="3111325" y="290921"/>
                  </a:lnTo>
                  <a:lnTo>
                    <a:pt x="3051343" y="337915"/>
                  </a:lnTo>
                  <a:lnTo>
                    <a:pt x="2995607" y="389838"/>
                  </a:lnTo>
                  <a:lnTo>
                    <a:pt x="2943518" y="447318"/>
                  </a:lnTo>
                  <a:lnTo>
                    <a:pt x="2894421" y="511023"/>
                  </a:lnTo>
                  <a:lnTo>
                    <a:pt x="2847653" y="581593"/>
                  </a:lnTo>
                  <a:lnTo>
                    <a:pt x="2802590" y="659534"/>
                  </a:lnTo>
                  <a:lnTo>
                    <a:pt x="2770117" y="721896"/>
                  </a:lnTo>
                  <a:lnTo>
                    <a:pt x="2738949" y="786529"/>
                  </a:lnTo>
                  <a:lnTo>
                    <a:pt x="2708051" y="855117"/>
                  </a:lnTo>
                  <a:lnTo>
                    <a:pt x="2677289" y="927740"/>
                  </a:lnTo>
                  <a:lnTo>
                    <a:pt x="2646549" y="1004434"/>
                  </a:lnTo>
                  <a:lnTo>
                    <a:pt x="2615740" y="1085190"/>
                  </a:lnTo>
                  <a:lnTo>
                    <a:pt x="2584793" y="1169946"/>
                  </a:lnTo>
                  <a:lnTo>
                    <a:pt x="2553655" y="1258583"/>
                  </a:lnTo>
                  <a:lnTo>
                    <a:pt x="2522293" y="1350929"/>
                  </a:lnTo>
                  <a:lnTo>
                    <a:pt x="2490686" y="1446750"/>
                  </a:lnTo>
                  <a:lnTo>
                    <a:pt x="2458832" y="1545755"/>
                  </a:lnTo>
                  <a:lnTo>
                    <a:pt x="2426741" y="1647598"/>
                  </a:lnTo>
                  <a:lnTo>
                    <a:pt x="2394433" y="1751878"/>
                  </a:lnTo>
                  <a:lnTo>
                    <a:pt x="2361942" y="1858151"/>
                  </a:lnTo>
                  <a:lnTo>
                    <a:pt x="2329307" y="1965929"/>
                  </a:lnTo>
                  <a:lnTo>
                    <a:pt x="2296577" y="2074699"/>
                  </a:lnTo>
                  <a:lnTo>
                    <a:pt x="2263802" y="2183923"/>
                  </a:lnTo>
                  <a:lnTo>
                    <a:pt x="2231036" y="2293055"/>
                  </a:lnTo>
                  <a:lnTo>
                    <a:pt x="2198332" y="2401553"/>
                  </a:lnTo>
                  <a:lnTo>
                    <a:pt x="2165740" y="2508885"/>
                  </a:lnTo>
                  <a:lnTo>
                    <a:pt x="2133306" y="2614545"/>
                  </a:lnTo>
                  <a:lnTo>
                    <a:pt x="2101067" y="2718059"/>
                  </a:lnTo>
                  <a:lnTo>
                    <a:pt x="2069053" y="2818997"/>
                  </a:lnTo>
                  <a:lnTo>
                    <a:pt x="2037281" y="2916975"/>
                  </a:lnTo>
                  <a:lnTo>
                    <a:pt x="2005757" y="3011666"/>
                  </a:lnTo>
                  <a:lnTo>
                    <a:pt x="1974472" y="3102797"/>
                  </a:lnTo>
                  <a:lnTo>
                    <a:pt x="1943403" y="3190156"/>
                  </a:lnTo>
                  <a:lnTo>
                    <a:pt x="1912509" y="3273587"/>
                  </a:lnTo>
                  <a:lnTo>
                    <a:pt x="1881732" y="3352992"/>
                  </a:lnTo>
                  <a:lnTo>
                    <a:pt x="1850995" y="3428326"/>
                  </a:lnTo>
                  <a:lnTo>
                    <a:pt x="1820201" y="3499596"/>
                  </a:lnTo>
                  <a:lnTo>
                    <a:pt x="1789230" y="3566853"/>
                  </a:lnTo>
                  <a:lnTo>
                    <a:pt x="1768425" y="3609483"/>
                  </a:lnTo>
                  <a:lnTo>
                    <a:pt x="1724267" y="3693017"/>
                  </a:lnTo>
                  <a:lnTo>
                    <a:pt x="1678814" y="3768989"/>
                  </a:lnTo>
                  <a:lnTo>
                    <a:pt x="1631498" y="3837702"/>
                  </a:lnTo>
                  <a:lnTo>
                    <a:pt x="1581680" y="3899710"/>
                  </a:lnTo>
                  <a:lnTo>
                    <a:pt x="1528697" y="3955669"/>
                  </a:lnTo>
                  <a:lnTo>
                    <a:pt x="1471902" y="4006241"/>
                  </a:lnTo>
                  <a:lnTo>
                    <a:pt x="1410720" y="4052038"/>
                  </a:lnTo>
                  <a:lnTo>
                    <a:pt x="1344710" y="4093586"/>
                  </a:lnTo>
                  <a:lnTo>
                    <a:pt x="1273654" y="4131311"/>
                  </a:lnTo>
                  <a:lnTo>
                    <a:pt x="1197664" y="4165522"/>
                  </a:lnTo>
                  <a:lnTo>
                    <a:pt x="1117304" y="4196418"/>
                  </a:lnTo>
                  <a:lnTo>
                    <a:pt x="1033714" y="4224088"/>
                  </a:lnTo>
                  <a:lnTo>
                    <a:pt x="948693" y="4248528"/>
                  </a:lnTo>
                  <a:lnTo>
                    <a:pt x="864695" y="4269680"/>
                  </a:lnTo>
                  <a:lnTo>
                    <a:pt x="784702" y="4287474"/>
                  </a:lnTo>
                  <a:lnTo>
                    <a:pt x="711916" y="4301885"/>
                  </a:lnTo>
                  <a:lnTo>
                    <a:pt x="649318" y="4312990"/>
                  </a:lnTo>
                  <a:lnTo>
                    <a:pt x="599153" y="4321009"/>
                  </a:lnTo>
                  <a:lnTo>
                    <a:pt x="562488" y="4326316"/>
                  </a:lnTo>
                  <a:lnTo>
                    <a:pt x="538943" y="4329412"/>
                  </a:lnTo>
                  <a:lnTo>
                    <a:pt x="526671" y="4330884"/>
                  </a:lnTo>
                  <a:lnTo>
                    <a:pt x="522499" y="4331342"/>
                  </a:lnTo>
                  <a:lnTo>
                    <a:pt x="522133" y="4331380"/>
                  </a:lnTo>
                  <a:lnTo>
                    <a:pt x="0" y="4331380"/>
                  </a:lnTo>
                  <a:close/>
                </a:path>
              </a:pathLst>
            </a:custGeom>
            <a:solidFill>
              <a:srgbClr val="7DD8AC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2040" name="pl2040"/>
            <p:cNvSpPr/>
            <p:nvPr/>
          </p:nvSpPr>
          <p:spPr>
            <a:xfrm>
              <a:off x="386606" y="1705085"/>
              <a:ext cx="8554953" cy="4331380"/>
            </a:xfrm>
            <a:custGeom>
              <a:avLst/>
              <a:pathLst>
                <a:path w="8554953" h="4331380">
                  <a:moveTo>
                    <a:pt x="0" y="4331380"/>
                  </a:moveTo>
                  <a:lnTo>
                    <a:pt x="522133" y="4331380"/>
                  </a:lnTo>
                  <a:lnTo>
                    <a:pt x="523032" y="4331286"/>
                  </a:lnTo>
                  <a:lnTo>
                    <a:pt x="528955" y="4330621"/>
                  </a:lnTo>
                  <a:lnTo>
                    <a:pt x="543927" y="4328782"/>
                  </a:lnTo>
                  <a:lnTo>
                    <a:pt x="570792" y="4325160"/>
                  </a:lnTo>
                  <a:lnTo>
                    <a:pt x="611023" y="4319186"/>
                  </a:lnTo>
                  <a:lnTo>
                    <a:pt x="664605" y="4310388"/>
                  </a:lnTo>
                  <a:lnTo>
                    <a:pt x="730131" y="4298431"/>
                  </a:lnTo>
                  <a:lnTo>
                    <a:pt x="805113" y="4283135"/>
                  </a:lnTo>
                  <a:lnTo>
                    <a:pt x="886465" y="4264455"/>
                  </a:lnTo>
                  <a:lnTo>
                    <a:pt x="971002" y="4242433"/>
                  </a:lnTo>
                  <a:lnTo>
                    <a:pt x="1055860" y="4217142"/>
                  </a:lnTo>
                  <a:lnTo>
                    <a:pt x="1138749" y="4188630"/>
                  </a:lnTo>
                  <a:lnTo>
                    <a:pt x="1218047" y="4156877"/>
                  </a:lnTo>
                  <a:lnTo>
                    <a:pt x="1292777" y="4121768"/>
                  </a:lnTo>
                  <a:lnTo>
                    <a:pt x="1362505" y="4083075"/>
                  </a:lnTo>
                  <a:lnTo>
                    <a:pt x="1427217" y="4040458"/>
                  </a:lnTo>
                  <a:lnTo>
                    <a:pt x="1487199" y="3993464"/>
                  </a:lnTo>
                  <a:lnTo>
                    <a:pt x="1542935" y="3941541"/>
                  </a:lnTo>
                  <a:lnTo>
                    <a:pt x="1595024" y="3884061"/>
                  </a:lnTo>
                  <a:lnTo>
                    <a:pt x="1644122" y="3820356"/>
                  </a:lnTo>
                  <a:lnTo>
                    <a:pt x="1690889" y="3749786"/>
                  </a:lnTo>
                  <a:lnTo>
                    <a:pt x="1735952" y="3671845"/>
                  </a:lnTo>
                  <a:lnTo>
                    <a:pt x="1768425" y="3609483"/>
                  </a:lnTo>
                  <a:lnTo>
                    <a:pt x="1799594" y="3544850"/>
                  </a:lnTo>
                  <a:lnTo>
                    <a:pt x="1830491" y="3476262"/>
                  </a:lnTo>
                  <a:lnTo>
                    <a:pt x="1861253" y="3403640"/>
                  </a:lnTo>
                  <a:lnTo>
                    <a:pt x="1891994" y="3326945"/>
                  </a:lnTo>
                  <a:lnTo>
                    <a:pt x="1922802" y="3246189"/>
                  </a:lnTo>
                  <a:lnTo>
                    <a:pt x="1953749" y="3161434"/>
                  </a:lnTo>
                  <a:lnTo>
                    <a:pt x="1984887" y="3072796"/>
                  </a:lnTo>
                  <a:lnTo>
                    <a:pt x="2016250" y="2980450"/>
                  </a:lnTo>
                  <a:lnTo>
                    <a:pt x="2047856" y="2884629"/>
                  </a:lnTo>
                  <a:lnTo>
                    <a:pt x="2079710" y="2785624"/>
                  </a:lnTo>
                  <a:lnTo>
                    <a:pt x="2111801" y="2683781"/>
                  </a:lnTo>
                  <a:lnTo>
                    <a:pt x="2144109" y="2579501"/>
                  </a:lnTo>
                  <a:lnTo>
                    <a:pt x="2176601" y="2473229"/>
                  </a:lnTo>
                  <a:lnTo>
                    <a:pt x="2209235" y="2365450"/>
                  </a:lnTo>
                  <a:lnTo>
                    <a:pt x="2241966" y="2256681"/>
                  </a:lnTo>
                  <a:lnTo>
                    <a:pt x="2274741" y="2147457"/>
                  </a:lnTo>
                  <a:lnTo>
                    <a:pt x="2307507" y="2038324"/>
                  </a:lnTo>
                  <a:lnTo>
                    <a:pt x="2340211" y="1929827"/>
                  </a:lnTo>
                  <a:lnTo>
                    <a:pt x="2372802" y="1822494"/>
                  </a:lnTo>
                  <a:lnTo>
                    <a:pt x="2405237" y="1716835"/>
                  </a:lnTo>
                  <a:lnTo>
                    <a:pt x="2437475" y="1613320"/>
                  </a:lnTo>
                  <a:lnTo>
                    <a:pt x="2469489" y="1512383"/>
                  </a:lnTo>
                  <a:lnTo>
                    <a:pt x="2501261" y="1414404"/>
                  </a:lnTo>
                  <a:lnTo>
                    <a:pt x="2532785" y="1319713"/>
                  </a:lnTo>
                  <a:lnTo>
                    <a:pt x="2564070" y="1228582"/>
                  </a:lnTo>
                  <a:lnTo>
                    <a:pt x="2595139" y="1141223"/>
                  </a:lnTo>
                  <a:lnTo>
                    <a:pt x="2626033" y="1057793"/>
                  </a:lnTo>
                  <a:lnTo>
                    <a:pt x="2656810" y="978388"/>
                  </a:lnTo>
                  <a:lnTo>
                    <a:pt x="2687547" y="903053"/>
                  </a:lnTo>
                  <a:lnTo>
                    <a:pt x="2718341" y="831783"/>
                  </a:lnTo>
                  <a:lnTo>
                    <a:pt x="2749312" y="764526"/>
                  </a:lnTo>
                  <a:lnTo>
                    <a:pt x="2770117" y="721896"/>
                  </a:lnTo>
                  <a:lnTo>
                    <a:pt x="2814275" y="638362"/>
                  </a:lnTo>
                  <a:lnTo>
                    <a:pt x="2859728" y="562390"/>
                  </a:lnTo>
                  <a:lnTo>
                    <a:pt x="2907044" y="493677"/>
                  </a:lnTo>
                  <a:lnTo>
                    <a:pt x="2956862" y="431669"/>
                  </a:lnTo>
                  <a:lnTo>
                    <a:pt x="3009845" y="375710"/>
                  </a:lnTo>
                  <a:lnTo>
                    <a:pt x="3066640" y="325138"/>
                  </a:lnTo>
                  <a:lnTo>
                    <a:pt x="3127823" y="279341"/>
                  </a:lnTo>
                  <a:lnTo>
                    <a:pt x="3193833" y="237793"/>
                  </a:lnTo>
                  <a:lnTo>
                    <a:pt x="3264888" y="200069"/>
                  </a:lnTo>
                  <a:lnTo>
                    <a:pt x="3340878" y="165857"/>
                  </a:lnTo>
                  <a:lnTo>
                    <a:pt x="3421238" y="134961"/>
                  </a:lnTo>
                  <a:lnTo>
                    <a:pt x="3504828" y="107292"/>
                  </a:lnTo>
                  <a:lnTo>
                    <a:pt x="3589850" y="82851"/>
                  </a:lnTo>
                  <a:lnTo>
                    <a:pt x="3673847" y="61699"/>
                  </a:lnTo>
                  <a:lnTo>
                    <a:pt x="3753840" y="43905"/>
                  </a:lnTo>
                  <a:lnTo>
                    <a:pt x="3826626" y="29495"/>
                  </a:lnTo>
                  <a:lnTo>
                    <a:pt x="3889224" y="18389"/>
                  </a:lnTo>
                  <a:lnTo>
                    <a:pt x="3939389" y="10370"/>
                  </a:lnTo>
                  <a:lnTo>
                    <a:pt x="3976054" y="5064"/>
                  </a:lnTo>
                  <a:lnTo>
                    <a:pt x="3999599" y="1967"/>
                  </a:lnTo>
                  <a:lnTo>
                    <a:pt x="4011871" y="495"/>
                  </a:lnTo>
                  <a:lnTo>
                    <a:pt x="4016043" y="37"/>
                  </a:lnTo>
                  <a:lnTo>
                    <a:pt x="4016409" y="0"/>
                  </a:lnTo>
                  <a:lnTo>
                    <a:pt x="4538543" y="0"/>
                  </a:lnTo>
                  <a:lnTo>
                    <a:pt x="4539771" y="47"/>
                  </a:lnTo>
                  <a:lnTo>
                    <a:pt x="4547805" y="390"/>
                  </a:lnTo>
                  <a:lnTo>
                    <a:pt x="4567913" y="1336"/>
                  </a:lnTo>
                  <a:lnTo>
                    <a:pt x="4603494" y="3194"/>
                  </a:lnTo>
                  <a:lnTo>
                    <a:pt x="4655778" y="6240"/>
                  </a:lnTo>
                  <a:lnTo>
                    <a:pt x="4723754" y="10680"/>
                  </a:lnTo>
                  <a:lnTo>
                    <a:pt x="4804525" y="16638"/>
                  </a:lnTo>
                  <a:lnTo>
                    <a:pt x="4894025" y="24155"/>
                  </a:lnTo>
                  <a:lnTo>
                    <a:pt x="4987877" y="33214"/>
                  </a:lnTo>
                  <a:lnTo>
                    <a:pt x="5082122" y="43780"/>
                  </a:lnTo>
                  <a:lnTo>
                    <a:pt x="5173672" y="55831"/>
                  </a:lnTo>
                  <a:lnTo>
                    <a:pt x="5260456" y="69384"/>
                  </a:lnTo>
                  <a:lnTo>
                    <a:pt x="5341356" y="84514"/>
                  </a:lnTo>
                  <a:lnTo>
                    <a:pt x="5416020" y="101361"/>
                  </a:lnTo>
                  <a:lnTo>
                    <a:pt x="5484653" y="120130"/>
                  </a:lnTo>
                  <a:lnTo>
                    <a:pt x="5547827" y="141083"/>
                  </a:lnTo>
                  <a:lnTo>
                    <a:pt x="5606330" y="164535"/>
                  </a:lnTo>
                  <a:lnTo>
                    <a:pt x="5661054" y="190824"/>
                  </a:lnTo>
                  <a:lnTo>
                    <a:pt x="5712906" y="220279"/>
                  </a:lnTo>
                  <a:lnTo>
                    <a:pt x="5762737" y="253148"/>
                  </a:lnTo>
                  <a:lnTo>
                    <a:pt x="5784835" y="269181"/>
                  </a:lnTo>
                  <a:lnTo>
                    <a:pt x="5829673" y="304393"/>
                  </a:lnTo>
                  <a:lnTo>
                    <a:pt x="5874075" y="342697"/>
                  </a:lnTo>
                  <a:lnTo>
                    <a:pt x="5918402" y="384152"/>
                  </a:lnTo>
                  <a:lnTo>
                    <a:pt x="5962918" y="428740"/>
                  </a:lnTo>
                  <a:lnTo>
                    <a:pt x="6007806" y="476358"/>
                  </a:lnTo>
                  <a:lnTo>
                    <a:pt x="6053169" y="526812"/>
                  </a:lnTo>
                  <a:lnTo>
                    <a:pt x="6099044" y="579813"/>
                  </a:lnTo>
                  <a:lnTo>
                    <a:pt x="6145408" y="634982"/>
                  </a:lnTo>
                  <a:lnTo>
                    <a:pt x="6192186" y="691858"/>
                  </a:lnTo>
                  <a:lnTo>
                    <a:pt x="6239262" y="749909"/>
                  </a:lnTo>
                  <a:lnTo>
                    <a:pt x="6286494" y="808555"/>
                  </a:lnTo>
                  <a:lnTo>
                    <a:pt x="6333723" y="867191"/>
                  </a:lnTo>
                  <a:lnTo>
                    <a:pt x="6380791" y="925211"/>
                  </a:lnTo>
                  <a:lnTo>
                    <a:pt x="6427556" y="982036"/>
                  </a:lnTo>
                  <a:lnTo>
                    <a:pt x="6473905" y="1037139"/>
                  </a:lnTo>
                  <a:lnTo>
                    <a:pt x="6519762" y="1090058"/>
                  </a:lnTo>
                  <a:lnTo>
                    <a:pt x="6565108" y="1140418"/>
                  </a:lnTo>
                  <a:lnTo>
                    <a:pt x="6609980" y="1187934"/>
                  </a:lnTo>
                  <a:lnTo>
                    <a:pt x="6654487" y="1232416"/>
                  </a:lnTo>
                  <a:lnTo>
                    <a:pt x="6698811" y="1273763"/>
                  </a:lnTo>
                  <a:lnTo>
                    <a:pt x="6743221" y="1311959"/>
                  </a:lnTo>
                  <a:lnTo>
                    <a:pt x="6786527" y="1345909"/>
                  </a:lnTo>
                  <a:lnTo>
                    <a:pt x="6835689" y="1380361"/>
                  </a:lnTo>
                  <a:lnTo>
                    <a:pt x="6886527" y="1411339"/>
                  </a:lnTo>
                  <a:lnTo>
                    <a:pt x="6939839" y="1439023"/>
                  </a:lnTo>
                  <a:lnTo>
                    <a:pt x="6996518" y="1463717"/>
                  </a:lnTo>
                  <a:lnTo>
                    <a:pt x="7057471" y="1485761"/>
                  </a:lnTo>
                  <a:lnTo>
                    <a:pt x="7123546" y="1505483"/>
                  </a:lnTo>
                  <a:lnTo>
                    <a:pt x="7195427" y="1523171"/>
                  </a:lnTo>
                  <a:lnTo>
                    <a:pt x="7273508" y="1539058"/>
                  </a:lnTo>
                  <a:lnTo>
                    <a:pt x="7357716" y="1553312"/>
                  </a:lnTo>
                  <a:lnTo>
                    <a:pt x="7447304" y="1566037"/>
                  </a:lnTo>
                  <a:lnTo>
                    <a:pt x="7540651" y="1577276"/>
                  </a:lnTo>
                  <a:lnTo>
                    <a:pt x="7635126" y="1587022"/>
                  </a:lnTo>
                  <a:lnTo>
                    <a:pt x="7727128" y="1595241"/>
                  </a:lnTo>
                  <a:lnTo>
                    <a:pt x="7812393" y="1601904"/>
                  </a:lnTo>
                  <a:lnTo>
                    <a:pt x="7886612" y="1607022"/>
                  </a:lnTo>
                  <a:lnTo>
                    <a:pt x="7946252" y="1610678"/>
                  </a:lnTo>
                  <a:lnTo>
                    <a:pt x="7989381" y="1613043"/>
                  </a:lnTo>
                  <a:lnTo>
                    <a:pt x="8016199" y="1614366"/>
                  </a:lnTo>
                  <a:lnTo>
                    <a:pt x="8029152" y="1614942"/>
                  </a:lnTo>
                  <a:lnTo>
                    <a:pt x="8032701" y="1615086"/>
                  </a:lnTo>
                  <a:lnTo>
                    <a:pt x="8032819" y="1615090"/>
                  </a:lnTo>
                  <a:lnTo>
                    <a:pt x="8554953" y="1615090"/>
                  </a:lnTo>
                  <a:lnTo>
                    <a:pt x="8554953" y="161509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041" name="pl2041"/>
            <p:cNvSpPr/>
            <p:nvPr/>
          </p:nvSpPr>
          <p:spPr>
            <a:xfrm>
              <a:off x="386606" y="1699437"/>
              <a:ext cx="8554953" cy="4331380"/>
            </a:xfrm>
            <a:custGeom>
              <a:avLst/>
              <a:pathLst>
                <a:path w="8554953" h="4331380">
                  <a:moveTo>
                    <a:pt x="8554953" y="1615090"/>
                  </a:moveTo>
                  <a:lnTo>
                    <a:pt x="8032819" y="1615090"/>
                  </a:lnTo>
                  <a:lnTo>
                    <a:pt x="8031591" y="1615043"/>
                  </a:lnTo>
                  <a:lnTo>
                    <a:pt x="8023557" y="1614700"/>
                  </a:lnTo>
                  <a:lnTo>
                    <a:pt x="8003449" y="1613754"/>
                  </a:lnTo>
                  <a:lnTo>
                    <a:pt x="7967868" y="1611896"/>
                  </a:lnTo>
                  <a:lnTo>
                    <a:pt x="7915584" y="1608850"/>
                  </a:lnTo>
                  <a:lnTo>
                    <a:pt x="7847608" y="1604410"/>
                  </a:lnTo>
                  <a:lnTo>
                    <a:pt x="7766837" y="1598452"/>
                  </a:lnTo>
                  <a:lnTo>
                    <a:pt x="7677337" y="1590935"/>
                  </a:lnTo>
                  <a:lnTo>
                    <a:pt x="7583485" y="1581876"/>
                  </a:lnTo>
                  <a:lnTo>
                    <a:pt x="7489240" y="1571310"/>
                  </a:lnTo>
                  <a:lnTo>
                    <a:pt x="7397690" y="1559259"/>
                  </a:lnTo>
                  <a:lnTo>
                    <a:pt x="7310906" y="1545706"/>
                  </a:lnTo>
                  <a:lnTo>
                    <a:pt x="7230006" y="1530576"/>
                  </a:lnTo>
                  <a:lnTo>
                    <a:pt x="7155342" y="1513729"/>
                  </a:lnTo>
                  <a:lnTo>
                    <a:pt x="7086709" y="1494960"/>
                  </a:lnTo>
                  <a:lnTo>
                    <a:pt x="7023535" y="1474006"/>
                  </a:lnTo>
                  <a:lnTo>
                    <a:pt x="6965032" y="1450555"/>
                  </a:lnTo>
                  <a:lnTo>
                    <a:pt x="6910308" y="1424266"/>
                  </a:lnTo>
                  <a:lnTo>
                    <a:pt x="6858456" y="1394811"/>
                  </a:lnTo>
                  <a:lnTo>
                    <a:pt x="6808625" y="1361942"/>
                  </a:lnTo>
                  <a:lnTo>
                    <a:pt x="6786527" y="1345909"/>
                  </a:lnTo>
                  <a:lnTo>
                    <a:pt x="6741689" y="1310697"/>
                  </a:lnTo>
                  <a:lnTo>
                    <a:pt x="6697287" y="1272393"/>
                  </a:lnTo>
                  <a:lnTo>
                    <a:pt x="6652960" y="1230937"/>
                  </a:lnTo>
                  <a:lnTo>
                    <a:pt x="6608444" y="1186350"/>
                  </a:lnTo>
                  <a:lnTo>
                    <a:pt x="6563556" y="1138732"/>
                  </a:lnTo>
                  <a:lnTo>
                    <a:pt x="6518193" y="1088278"/>
                  </a:lnTo>
                  <a:lnTo>
                    <a:pt x="6472318" y="1035277"/>
                  </a:lnTo>
                  <a:lnTo>
                    <a:pt x="6425954" y="980108"/>
                  </a:lnTo>
                  <a:lnTo>
                    <a:pt x="6379176" y="923232"/>
                  </a:lnTo>
                  <a:lnTo>
                    <a:pt x="6332100" y="865181"/>
                  </a:lnTo>
                  <a:lnTo>
                    <a:pt x="6284868" y="806535"/>
                  </a:lnTo>
                  <a:lnTo>
                    <a:pt x="6237639" y="747899"/>
                  </a:lnTo>
                  <a:lnTo>
                    <a:pt x="6190571" y="689879"/>
                  </a:lnTo>
                  <a:lnTo>
                    <a:pt x="6143806" y="633053"/>
                  </a:lnTo>
                  <a:lnTo>
                    <a:pt x="6097457" y="577951"/>
                  </a:lnTo>
                  <a:lnTo>
                    <a:pt x="6051600" y="525032"/>
                  </a:lnTo>
                  <a:lnTo>
                    <a:pt x="6006254" y="474672"/>
                  </a:lnTo>
                  <a:lnTo>
                    <a:pt x="5961382" y="427155"/>
                  </a:lnTo>
                  <a:lnTo>
                    <a:pt x="5916875" y="382674"/>
                  </a:lnTo>
                  <a:lnTo>
                    <a:pt x="5872551" y="341327"/>
                  </a:lnTo>
                  <a:lnTo>
                    <a:pt x="5828141" y="303130"/>
                  </a:lnTo>
                  <a:lnTo>
                    <a:pt x="5784835" y="269181"/>
                  </a:lnTo>
                  <a:lnTo>
                    <a:pt x="5735673" y="234729"/>
                  </a:lnTo>
                  <a:lnTo>
                    <a:pt x="5684835" y="203751"/>
                  </a:lnTo>
                  <a:lnTo>
                    <a:pt x="5631523" y="176067"/>
                  </a:lnTo>
                  <a:lnTo>
                    <a:pt x="5574844" y="151373"/>
                  </a:lnTo>
                  <a:lnTo>
                    <a:pt x="5513891" y="129329"/>
                  </a:lnTo>
                  <a:lnTo>
                    <a:pt x="5447816" y="109607"/>
                  </a:lnTo>
                  <a:lnTo>
                    <a:pt x="5375935" y="91919"/>
                  </a:lnTo>
                  <a:lnTo>
                    <a:pt x="5297853" y="76032"/>
                  </a:lnTo>
                  <a:lnTo>
                    <a:pt x="5213646" y="61778"/>
                  </a:lnTo>
                  <a:lnTo>
                    <a:pt x="5124058" y="49053"/>
                  </a:lnTo>
                  <a:lnTo>
                    <a:pt x="5030711" y="37814"/>
                  </a:lnTo>
                  <a:lnTo>
                    <a:pt x="4936236" y="28068"/>
                  </a:lnTo>
                  <a:lnTo>
                    <a:pt x="4844234" y="19849"/>
                  </a:lnTo>
                  <a:lnTo>
                    <a:pt x="4758968" y="13186"/>
                  </a:lnTo>
                  <a:lnTo>
                    <a:pt x="4684750" y="8068"/>
                  </a:lnTo>
                  <a:lnTo>
                    <a:pt x="4625110" y="4412"/>
                  </a:lnTo>
                  <a:lnTo>
                    <a:pt x="4581981" y="2046"/>
                  </a:lnTo>
                  <a:lnTo>
                    <a:pt x="4555163" y="724"/>
                  </a:lnTo>
                  <a:lnTo>
                    <a:pt x="4542210" y="148"/>
                  </a:lnTo>
                  <a:lnTo>
                    <a:pt x="4538660" y="4"/>
                  </a:lnTo>
                  <a:lnTo>
                    <a:pt x="4538543" y="0"/>
                  </a:lnTo>
                  <a:lnTo>
                    <a:pt x="4016409" y="0"/>
                  </a:lnTo>
                  <a:lnTo>
                    <a:pt x="4015510" y="93"/>
                  </a:lnTo>
                  <a:lnTo>
                    <a:pt x="4009587" y="758"/>
                  </a:lnTo>
                  <a:lnTo>
                    <a:pt x="3994615" y="2597"/>
                  </a:lnTo>
                  <a:lnTo>
                    <a:pt x="3967750" y="6219"/>
                  </a:lnTo>
                  <a:lnTo>
                    <a:pt x="3927520" y="12193"/>
                  </a:lnTo>
                  <a:lnTo>
                    <a:pt x="3873937" y="20992"/>
                  </a:lnTo>
                  <a:lnTo>
                    <a:pt x="3808411" y="32949"/>
                  </a:lnTo>
                  <a:lnTo>
                    <a:pt x="3733429" y="48244"/>
                  </a:lnTo>
                  <a:lnTo>
                    <a:pt x="3652078" y="66924"/>
                  </a:lnTo>
                  <a:lnTo>
                    <a:pt x="3567541" y="88946"/>
                  </a:lnTo>
                  <a:lnTo>
                    <a:pt x="3482682" y="114237"/>
                  </a:lnTo>
                  <a:lnTo>
                    <a:pt x="3399793" y="142749"/>
                  </a:lnTo>
                  <a:lnTo>
                    <a:pt x="3320495" y="174502"/>
                  </a:lnTo>
                  <a:lnTo>
                    <a:pt x="3245765" y="209612"/>
                  </a:lnTo>
                  <a:lnTo>
                    <a:pt x="3176037" y="248304"/>
                  </a:lnTo>
                  <a:lnTo>
                    <a:pt x="3111325" y="290921"/>
                  </a:lnTo>
                  <a:lnTo>
                    <a:pt x="3051343" y="337915"/>
                  </a:lnTo>
                  <a:lnTo>
                    <a:pt x="2995607" y="389838"/>
                  </a:lnTo>
                  <a:lnTo>
                    <a:pt x="2943518" y="447318"/>
                  </a:lnTo>
                  <a:lnTo>
                    <a:pt x="2894421" y="511023"/>
                  </a:lnTo>
                  <a:lnTo>
                    <a:pt x="2847653" y="581593"/>
                  </a:lnTo>
                  <a:lnTo>
                    <a:pt x="2802590" y="659534"/>
                  </a:lnTo>
                  <a:lnTo>
                    <a:pt x="2770117" y="721896"/>
                  </a:lnTo>
                  <a:lnTo>
                    <a:pt x="2738949" y="786529"/>
                  </a:lnTo>
                  <a:lnTo>
                    <a:pt x="2708051" y="855117"/>
                  </a:lnTo>
                  <a:lnTo>
                    <a:pt x="2677289" y="927740"/>
                  </a:lnTo>
                  <a:lnTo>
                    <a:pt x="2646549" y="1004434"/>
                  </a:lnTo>
                  <a:lnTo>
                    <a:pt x="2615740" y="1085190"/>
                  </a:lnTo>
                  <a:lnTo>
                    <a:pt x="2584793" y="1169946"/>
                  </a:lnTo>
                  <a:lnTo>
                    <a:pt x="2553655" y="1258583"/>
                  </a:lnTo>
                  <a:lnTo>
                    <a:pt x="2522293" y="1350929"/>
                  </a:lnTo>
                  <a:lnTo>
                    <a:pt x="2490686" y="1446750"/>
                  </a:lnTo>
                  <a:lnTo>
                    <a:pt x="2458832" y="1545755"/>
                  </a:lnTo>
                  <a:lnTo>
                    <a:pt x="2426741" y="1647598"/>
                  </a:lnTo>
                  <a:lnTo>
                    <a:pt x="2394433" y="1751878"/>
                  </a:lnTo>
                  <a:lnTo>
                    <a:pt x="2361942" y="1858151"/>
                  </a:lnTo>
                  <a:lnTo>
                    <a:pt x="2329307" y="1965929"/>
                  </a:lnTo>
                  <a:lnTo>
                    <a:pt x="2296577" y="2074699"/>
                  </a:lnTo>
                  <a:lnTo>
                    <a:pt x="2263802" y="2183923"/>
                  </a:lnTo>
                  <a:lnTo>
                    <a:pt x="2231036" y="2293055"/>
                  </a:lnTo>
                  <a:lnTo>
                    <a:pt x="2198332" y="2401553"/>
                  </a:lnTo>
                  <a:lnTo>
                    <a:pt x="2165740" y="2508885"/>
                  </a:lnTo>
                  <a:lnTo>
                    <a:pt x="2133306" y="2614545"/>
                  </a:lnTo>
                  <a:lnTo>
                    <a:pt x="2101067" y="2718059"/>
                  </a:lnTo>
                  <a:lnTo>
                    <a:pt x="2069053" y="2818997"/>
                  </a:lnTo>
                  <a:lnTo>
                    <a:pt x="2037281" y="2916975"/>
                  </a:lnTo>
                  <a:lnTo>
                    <a:pt x="2005757" y="3011666"/>
                  </a:lnTo>
                  <a:lnTo>
                    <a:pt x="1974472" y="3102797"/>
                  </a:lnTo>
                  <a:lnTo>
                    <a:pt x="1943403" y="3190156"/>
                  </a:lnTo>
                  <a:lnTo>
                    <a:pt x="1912509" y="3273587"/>
                  </a:lnTo>
                  <a:lnTo>
                    <a:pt x="1881732" y="3352992"/>
                  </a:lnTo>
                  <a:lnTo>
                    <a:pt x="1850995" y="3428326"/>
                  </a:lnTo>
                  <a:lnTo>
                    <a:pt x="1820201" y="3499596"/>
                  </a:lnTo>
                  <a:lnTo>
                    <a:pt x="1789230" y="3566853"/>
                  </a:lnTo>
                  <a:lnTo>
                    <a:pt x="1768425" y="3609483"/>
                  </a:lnTo>
                  <a:lnTo>
                    <a:pt x="1724267" y="3693017"/>
                  </a:lnTo>
                  <a:lnTo>
                    <a:pt x="1678814" y="3768989"/>
                  </a:lnTo>
                  <a:lnTo>
                    <a:pt x="1631498" y="3837702"/>
                  </a:lnTo>
                  <a:lnTo>
                    <a:pt x="1581680" y="3899710"/>
                  </a:lnTo>
                  <a:lnTo>
                    <a:pt x="1528697" y="3955669"/>
                  </a:lnTo>
                  <a:lnTo>
                    <a:pt x="1471902" y="4006241"/>
                  </a:lnTo>
                  <a:lnTo>
                    <a:pt x="1410720" y="4052038"/>
                  </a:lnTo>
                  <a:lnTo>
                    <a:pt x="1344710" y="4093586"/>
                  </a:lnTo>
                  <a:lnTo>
                    <a:pt x="1273654" y="4131311"/>
                  </a:lnTo>
                  <a:lnTo>
                    <a:pt x="1197664" y="4165522"/>
                  </a:lnTo>
                  <a:lnTo>
                    <a:pt x="1117304" y="4196418"/>
                  </a:lnTo>
                  <a:lnTo>
                    <a:pt x="1033714" y="4224088"/>
                  </a:lnTo>
                  <a:lnTo>
                    <a:pt x="948693" y="4248528"/>
                  </a:lnTo>
                  <a:lnTo>
                    <a:pt x="864695" y="4269680"/>
                  </a:lnTo>
                  <a:lnTo>
                    <a:pt x="784702" y="4287474"/>
                  </a:lnTo>
                  <a:lnTo>
                    <a:pt x="711916" y="4301885"/>
                  </a:lnTo>
                  <a:lnTo>
                    <a:pt x="649318" y="4312990"/>
                  </a:lnTo>
                  <a:lnTo>
                    <a:pt x="599153" y="4321009"/>
                  </a:lnTo>
                  <a:lnTo>
                    <a:pt x="562488" y="4326316"/>
                  </a:lnTo>
                  <a:lnTo>
                    <a:pt x="538943" y="4329412"/>
                  </a:lnTo>
                  <a:lnTo>
                    <a:pt x="526671" y="4330884"/>
                  </a:lnTo>
                  <a:lnTo>
                    <a:pt x="522499" y="4331342"/>
                  </a:lnTo>
                  <a:lnTo>
                    <a:pt x="522133" y="4331380"/>
                  </a:lnTo>
                  <a:lnTo>
                    <a:pt x="0" y="4331380"/>
                  </a:lnTo>
                  <a:lnTo>
                    <a:pt x="0" y="433138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042" name="pg2042"/>
            <p:cNvSpPr/>
            <p:nvPr/>
          </p:nvSpPr>
          <p:spPr>
            <a:xfrm>
              <a:off x="386606" y="807184"/>
              <a:ext cx="8554953" cy="5251869"/>
            </a:xfrm>
            <a:custGeom>
              <a:avLst/>
              <a:pathLst>
                <a:path w="8554953" h="5251869">
                  <a:moveTo>
                    <a:pt x="0" y="5251869"/>
                  </a:moveTo>
                  <a:lnTo>
                    <a:pt x="522133" y="5251869"/>
                  </a:lnTo>
                  <a:lnTo>
                    <a:pt x="523313" y="5251800"/>
                  </a:lnTo>
                  <a:lnTo>
                    <a:pt x="531040" y="5251307"/>
                  </a:lnTo>
                  <a:lnTo>
                    <a:pt x="550407" y="5249945"/>
                  </a:lnTo>
                  <a:lnTo>
                    <a:pt x="584744" y="5247269"/>
                  </a:lnTo>
                  <a:lnTo>
                    <a:pt x="635333" y="5242879"/>
                  </a:lnTo>
                  <a:lnTo>
                    <a:pt x="701330" y="5236468"/>
                  </a:lnTo>
                  <a:lnTo>
                    <a:pt x="780062" y="5227852"/>
                  </a:lnTo>
                  <a:lnTo>
                    <a:pt x="867690" y="5216962"/>
                  </a:lnTo>
                  <a:lnTo>
                    <a:pt x="960002" y="5203815"/>
                  </a:lnTo>
                  <a:lnTo>
                    <a:pt x="1053123" y="5188461"/>
                  </a:lnTo>
                  <a:lnTo>
                    <a:pt x="1143966" y="5170939"/>
                  </a:lnTo>
                  <a:lnTo>
                    <a:pt x="1230406" y="5151233"/>
                  </a:lnTo>
                  <a:lnTo>
                    <a:pt x="1311236" y="5129248"/>
                  </a:lnTo>
                  <a:lnTo>
                    <a:pt x="1386011" y="5104799"/>
                  </a:lnTo>
                  <a:lnTo>
                    <a:pt x="1454845" y="5077609"/>
                  </a:lnTo>
                  <a:lnTo>
                    <a:pt x="1518233" y="5047313"/>
                  </a:lnTo>
                  <a:lnTo>
                    <a:pt x="1576898" y="5013473"/>
                  </a:lnTo>
                  <a:lnTo>
                    <a:pt x="1631681" y="4975606"/>
                  </a:lnTo>
                  <a:lnTo>
                    <a:pt x="1683457" y="4933227"/>
                  </a:lnTo>
                  <a:lnTo>
                    <a:pt x="1733065" y="4885938"/>
                  </a:lnTo>
                  <a:lnTo>
                    <a:pt x="1768425" y="4848096"/>
                  </a:lnTo>
                  <a:lnTo>
                    <a:pt x="1807899" y="4801878"/>
                  </a:lnTo>
                  <a:lnTo>
                    <a:pt x="1846998" y="4752081"/>
                  </a:lnTo>
                  <a:lnTo>
                    <a:pt x="1885980" y="4698634"/>
                  </a:lnTo>
                  <a:lnTo>
                    <a:pt x="1925044" y="4641531"/>
                  </a:lnTo>
                  <a:lnTo>
                    <a:pt x="1964336" y="4580838"/>
                  </a:lnTo>
                  <a:lnTo>
                    <a:pt x="2003955" y="4516704"/>
                  </a:lnTo>
                  <a:lnTo>
                    <a:pt x="2043957" y="4449358"/>
                  </a:lnTo>
                  <a:lnTo>
                    <a:pt x="2084355" y="4379116"/>
                  </a:lnTo>
                  <a:lnTo>
                    <a:pt x="2125131" y="4306373"/>
                  </a:lnTo>
                  <a:lnTo>
                    <a:pt x="2166234" y="4231600"/>
                  </a:lnTo>
                  <a:lnTo>
                    <a:pt x="2207589" y="4155332"/>
                  </a:lnTo>
                  <a:lnTo>
                    <a:pt x="2249102" y="4078149"/>
                  </a:lnTo>
                  <a:lnTo>
                    <a:pt x="2290668" y="4000665"/>
                  </a:lnTo>
                  <a:lnTo>
                    <a:pt x="2332177" y="3923500"/>
                  </a:lnTo>
                  <a:lnTo>
                    <a:pt x="2373526" y="3847268"/>
                  </a:lnTo>
                  <a:lnTo>
                    <a:pt x="2414620" y="3772548"/>
                  </a:lnTo>
                  <a:lnTo>
                    <a:pt x="2455386" y="3699872"/>
                  </a:lnTo>
                  <a:lnTo>
                    <a:pt x="2495773" y="3629710"/>
                  </a:lnTo>
                  <a:lnTo>
                    <a:pt x="2535762" y="3562455"/>
                  </a:lnTo>
                  <a:lnTo>
                    <a:pt x="2575371" y="3498420"/>
                  </a:lnTo>
                  <a:lnTo>
                    <a:pt x="2614655" y="3437832"/>
                  </a:lnTo>
                  <a:lnTo>
                    <a:pt x="2653714" y="3380836"/>
                  </a:lnTo>
                  <a:lnTo>
                    <a:pt x="2692696" y="3327497"/>
                  </a:lnTo>
                  <a:lnTo>
                    <a:pt x="2731802" y="3277807"/>
                  </a:lnTo>
                  <a:lnTo>
                    <a:pt x="2770117" y="3233005"/>
                  </a:lnTo>
                  <a:lnTo>
                    <a:pt x="2818608" y="3181988"/>
                  </a:lnTo>
                  <a:lnTo>
                    <a:pt x="2868720" y="3136044"/>
                  </a:lnTo>
                  <a:lnTo>
                    <a:pt x="2921217" y="3094920"/>
                  </a:lnTo>
                  <a:lnTo>
                    <a:pt x="2976955" y="3058181"/>
                  </a:lnTo>
                  <a:lnTo>
                    <a:pt x="3036806" y="3025338"/>
                  </a:lnTo>
                  <a:lnTo>
                    <a:pt x="3101591" y="2995915"/>
                  </a:lnTo>
                  <a:lnTo>
                    <a:pt x="3171982" y="2969492"/>
                  </a:lnTo>
                  <a:lnTo>
                    <a:pt x="3248389" y="2945727"/>
                  </a:lnTo>
                  <a:lnTo>
                    <a:pt x="3330794" y="2924367"/>
                  </a:lnTo>
                  <a:lnTo>
                    <a:pt x="3418569" y="2905252"/>
                  </a:lnTo>
                  <a:lnTo>
                    <a:pt x="3510271" y="2888310"/>
                  </a:lnTo>
                  <a:lnTo>
                    <a:pt x="3603516" y="2873543"/>
                  </a:lnTo>
                  <a:lnTo>
                    <a:pt x="3694977" y="2860996"/>
                  </a:lnTo>
                  <a:lnTo>
                    <a:pt x="3780633" y="2850716"/>
                  </a:lnTo>
                  <a:lnTo>
                    <a:pt x="3856293" y="2842703"/>
                  </a:lnTo>
                  <a:lnTo>
                    <a:pt x="3918355" y="2836858"/>
                  </a:lnTo>
                  <a:lnTo>
                    <a:pt x="3964584" y="2832962"/>
                  </a:lnTo>
                  <a:lnTo>
                    <a:pt x="3994693" y="2830680"/>
                  </a:lnTo>
                  <a:lnTo>
                    <a:pt x="4010534" y="2829595"/>
                  </a:lnTo>
                  <a:lnTo>
                    <a:pt x="4015939" y="2829259"/>
                  </a:lnTo>
                  <a:lnTo>
                    <a:pt x="4016409" y="2829232"/>
                  </a:lnTo>
                  <a:lnTo>
                    <a:pt x="4538543" y="2829232"/>
                  </a:lnTo>
                  <a:lnTo>
                    <a:pt x="4539694" y="2829154"/>
                  </a:lnTo>
                  <a:lnTo>
                    <a:pt x="4547238" y="2828594"/>
                  </a:lnTo>
                  <a:lnTo>
                    <a:pt x="4566160" y="2827047"/>
                  </a:lnTo>
                  <a:lnTo>
                    <a:pt x="4599748" y="2824005"/>
                  </a:lnTo>
                  <a:lnTo>
                    <a:pt x="4649315" y="2819013"/>
                  </a:lnTo>
                  <a:lnTo>
                    <a:pt x="4714108" y="2811717"/>
                  </a:lnTo>
                  <a:lnTo>
                    <a:pt x="4791594" y="2801900"/>
                  </a:lnTo>
                  <a:lnTo>
                    <a:pt x="4878066" y="2789478"/>
                  </a:lnTo>
                  <a:lnTo>
                    <a:pt x="4969416" y="2774465"/>
                  </a:lnTo>
                  <a:lnTo>
                    <a:pt x="5061823" y="2756919"/>
                  </a:lnTo>
                  <a:lnTo>
                    <a:pt x="5152206" y="2736886"/>
                  </a:lnTo>
                  <a:lnTo>
                    <a:pt x="5238410" y="2714355"/>
                  </a:lnTo>
                  <a:lnTo>
                    <a:pt x="5319178" y="2689228"/>
                  </a:lnTo>
                  <a:lnTo>
                    <a:pt x="5394008" y="2661305"/>
                  </a:lnTo>
                  <a:lnTo>
                    <a:pt x="5462960" y="2630282"/>
                  </a:lnTo>
                  <a:lnTo>
                    <a:pt x="5526480" y="2595757"/>
                  </a:lnTo>
                  <a:lnTo>
                    <a:pt x="5585252" y="2557242"/>
                  </a:lnTo>
                  <a:lnTo>
                    <a:pt x="5640085" y="2514191"/>
                  </a:lnTo>
                  <a:lnTo>
                    <a:pt x="5691833" y="2466049"/>
                  </a:lnTo>
                  <a:lnTo>
                    <a:pt x="5741323" y="2412338"/>
                  </a:lnTo>
                  <a:lnTo>
                    <a:pt x="5784835" y="2358635"/>
                  </a:lnTo>
                  <a:lnTo>
                    <a:pt x="5822114" y="2307889"/>
                  </a:lnTo>
                  <a:lnTo>
                    <a:pt x="5859045" y="2253431"/>
                  </a:lnTo>
                  <a:lnTo>
                    <a:pt x="5895849" y="2195185"/>
                  </a:lnTo>
                  <a:lnTo>
                    <a:pt x="5932700" y="2133137"/>
                  </a:lnTo>
                  <a:lnTo>
                    <a:pt x="5969730" y="2067337"/>
                  </a:lnTo>
                  <a:lnTo>
                    <a:pt x="6007031" y="1997910"/>
                  </a:lnTo>
                  <a:lnTo>
                    <a:pt x="6044661" y="1925056"/>
                  </a:lnTo>
                  <a:lnTo>
                    <a:pt x="6082643" y="1849053"/>
                  </a:lnTo>
                  <a:lnTo>
                    <a:pt x="6120974" y="1770258"/>
                  </a:lnTo>
                  <a:lnTo>
                    <a:pt x="6159622" y="1689099"/>
                  </a:lnTo>
                  <a:lnTo>
                    <a:pt x="6198535" y="1606068"/>
                  </a:lnTo>
                  <a:lnTo>
                    <a:pt x="6237642" y="1521710"/>
                  </a:lnTo>
                  <a:lnTo>
                    <a:pt x="6276859" y="1436609"/>
                  </a:lnTo>
                  <a:lnTo>
                    <a:pt x="6316098" y="1351371"/>
                  </a:lnTo>
                  <a:lnTo>
                    <a:pt x="6355265" y="1266605"/>
                  </a:lnTo>
                  <a:lnTo>
                    <a:pt x="6394275" y="1182908"/>
                  </a:lnTo>
                  <a:lnTo>
                    <a:pt x="6433049" y="1100843"/>
                  </a:lnTo>
                  <a:lnTo>
                    <a:pt x="6471528" y="1020928"/>
                  </a:lnTo>
                  <a:lnTo>
                    <a:pt x="6509670" y="943621"/>
                  </a:lnTo>
                  <a:lnTo>
                    <a:pt x="6547457" y="869312"/>
                  </a:lnTo>
                  <a:lnTo>
                    <a:pt x="6584901" y="798315"/>
                  </a:lnTo>
                  <a:lnTo>
                    <a:pt x="6622043" y="730865"/>
                  </a:lnTo>
                  <a:lnTo>
                    <a:pt x="6658961" y="667119"/>
                  </a:lnTo>
                  <a:lnTo>
                    <a:pt x="6695767" y="607162"/>
                  </a:lnTo>
                  <a:lnTo>
                    <a:pt x="6732616" y="551008"/>
                  </a:lnTo>
                  <a:lnTo>
                    <a:pt x="6769708" y="498606"/>
                  </a:lnTo>
                  <a:lnTo>
                    <a:pt x="6786527" y="476244"/>
                  </a:lnTo>
                  <a:lnTo>
                    <a:pt x="6834608" y="417255"/>
                  </a:lnTo>
                  <a:lnTo>
                    <a:pt x="6884277" y="364082"/>
                  </a:lnTo>
                  <a:lnTo>
                    <a:pt x="6936279" y="316440"/>
                  </a:lnTo>
                  <a:lnTo>
                    <a:pt x="6991445" y="273838"/>
                  </a:lnTo>
                  <a:lnTo>
                    <a:pt x="7050629" y="235720"/>
                  </a:lnTo>
                  <a:lnTo>
                    <a:pt x="7114632" y="201543"/>
                  </a:lnTo>
                  <a:lnTo>
                    <a:pt x="7184122" y="170827"/>
                  </a:lnTo>
                  <a:lnTo>
                    <a:pt x="7259514" y="143178"/>
                  </a:lnTo>
                  <a:lnTo>
                    <a:pt x="7340825" y="118301"/>
                  </a:lnTo>
                  <a:lnTo>
                    <a:pt x="7427487" y="96007"/>
                  </a:lnTo>
                  <a:lnTo>
                    <a:pt x="7518166" y="76207"/>
                  </a:lnTo>
                  <a:lnTo>
                    <a:pt x="7610619" y="58897"/>
                  </a:lnTo>
                  <a:lnTo>
                    <a:pt x="7701682" y="44125"/>
                  </a:lnTo>
                  <a:lnTo>
                    <a:pt x="7787485" y="31947"/>
                  </a:lnTo>
                  <a:lnTo>
                    <a:pt x="7863924" y="22373"/>
                  </a:lnTo>
                  <a:lnTo>
                    <a:pt x="7927373" y="15304"/>
                  </a:lnTo>
                  <a:lnTo>
                    <a:pt x="7975440" y="10512"/>
                  </a:lnTo>
                  <a:lnTo>
                    <a:pt x="8007564" y="7631"/>
                  </a:lnTo>
                  <a:lnTo>
                    <a:pt x="8025250" y="6198"/>
                  </a:lnTo>
                  <a:lnTo>
                    <a:pt x="8031958" y="5705"/>
                  </a:lnTo>
                  <a:lnTo>
                    <a:pt x="8032819" y="5647"/>
                  </a:lnTo>
                  <a:lnTo>
                    <a:pt x="8554953" y="5647"/>
                  </a:lnTo>
                  <a:lnTo>
                    <a:pt x="8554953" y="0"/>
                  </a:lnTo>
                  <a:lnTo>
                    <a:pt x="8032819" y="0"/>
                  </a:lnTo>
                  <a:lnTo>
                    <a:pt x="8031668" y="78"/>
                  </a:lnTo>
                  <a:lnTo>
                    <a:pt x="8024124" y="638"/>
                  </a:lnTo>
                  <a:lnTo>
                    <a:pt x="8005202" y="2185"/>
                  </a:lnTo>
                  <a:lnTo>
                    <a:pt x="7971614" y="5227"/>
                  </a:lnTo>
                  <a:lnTo>
                    <a:pt x="7922047" y="10219"/>
                  </a:lnTo>
                  <a:lnTo>
                    <a:pt x="7857253" y="17515"/>
                  </a:lnTo>
                  <a:lnTo>
                    <a:pt x="7779768" y="27332"/>
                  </a:lnTo>
                  <a:lnTo>
                    <a:pt x="7693296" y="39754"/>
                  </a:lnTo>
                  <a:lnTo>
                    <a:pt x="7601946" y="54767"/>
                  </a:lnTo>
                  <a:lnTo>
                    <a:pt x="7509539" y="72313"/>
                  </a:lnTo>
                  <a:lnTo>
                    <a:pt x="7419156" y="92346"/>
                  </a:lnTo>
                  <a:lnTo>
                    <a:pt x="7332952" y="114877"/>
                  </a:lnTo>
                  <a:lnTo>
                    <a:pt x="7252184" y="140004"/>
                  </a:lnTo>
                  <a:lnTo>
                    <a:pt x="7177354" y="167927"/>
                  </a:lnTo>
                  <a:lnTo>
                    <a:pt x="7108402" y="198949"/>
                  </a:lnTo>
                  <a:lnTo>
                    <a:pt x="7044882" y="233474"/>
                  </a:lnTo>
                  <a:lnTo>
                    <a:pt x="6986110" y="271989"/>
                  </a:lnTo>
                  <a:lnTo>
                    <a:pt x="6931277" y="315041"/>
                  </a:lnTo>
                  <a:lnTo>
                    <a:pt x="6879529" y="363183"/>
                  </a:lnTo>
                  <a:lnTo>
                    <a:pt x="6830038" y="416894"/>
                  </a:lnTo>
                  <a:lnTo>
                    <a:pt x="6786527" y="470597"/>
                  </a:lnTo>
                  <a:lnTo>
                    <a:pt x="6749248" y="521343"/>
                  </a:lnTo>
                  <a:lnTo>
                    <a:pt x="6712317" y="575801"/>
                  </a:lnTo>
                  <a:lnTo>
                    <a:pt x="6675513" y="634046"/>
                  </a:lnTo>
                  <a:lnTo>
                    <a:pt x="6638662" y="696095"/>
                  </a:lnTo>
                  <a:lnTo>
                    <a:pt x="6601632" y="761894"/>
                  </a:lnTo>
                  <a:lnTo>
                    <a:pt x="6564331" y="831322"/>
                  </a:lnTo>
                  <a:lnTo>
                    <a:pt x="6526701" y="904176"/>
                  </a:lnTo>
                  <a:lnTo>
                    <a:pt x="6488719" y="980179"/>
                  </a:lnTo>
                  <a:lnTo>
                    <a:pt x="6450388" y="1058973"/>
                  </a:lnTo>
                  <a:lnTo>
                    <a:pt x="6411740" y="1140133"/>
                  </a:lnTo>
                  <a:lnTo>
                    <a:pt x="6372827" y="1223164"/>
                  </a:lnTo>
                  <a:lnTo>
                    <a:pt x="6333720" y="1307522"/>
                  </a:lnTo>
                  <a:lnTo>
                    <a:pt x="6294503" y="1392622"/>
                  </a:lnTo>
                  <a:lnTo>
                    <a:pt x="6255264" y="1477861"/>
                  </a:lnTo>
                  <a:lnTo>
                    <a:pt x="6216097" y="1562626"/>
                  </a:lnTo>
                  <a:lnTo>
                    <a:pt x="6177087" y="1646324"/>
                  </a:lnTo>
                  <a:lnTo>
                    <a:pt x="6138312" y="1728389"/>
                  </a:lnTo>
                  <a:lnTo>
                    <a:pt x="6099834" y="1808304"/>
                  </a:lnTo>
                  <a:lnTo>
                    <a:pt x="6061692" y="1885610"/>
                  </a:lnTo>
                  <a:lnTo>
                    <a:pt x="6023905" y="1959919"/>
                  </a:lnTo>
                  <a:lnTo>
                    <a:pt x="5986461" y="2030917"/>
                  </a:lnTo>
                  <a:lnTo>
                    <a:pt x="5949319" y="2098367"/>
                  </a:lnTo>
                  <a:lnTo>
                    <a:pt x="5912401" y="2162112"/>
                  </a:lnTo>
                  <a:lnTo>
                    <a:pt x="5875595" y="2222069"/>
                  </a:lnTo>
                  <a:lnTo>
                    <a:pt x="5838746" y="2278224"/>
                  </a:lnTo>
                  <a:lnTo>
                    <a:pt x="5801654" y="2330626"/>
                  </a:lnTo>
                  <a:lnTo>
                    <a:pt x="5784835" y="2352987"/>
                  </a:lnTo>
                  <a:lnTo>
                    <a:pt x="5736754" y="2411977"/>
                  </a:lnTo>
                  <a:lnTo>
                    <a:pt x="5687085" y="2465150"/>
                  </a:lnTo>
                  <a:lnTo>
                    <a:pt x="5635083" y="2512792"/>
                  </a:lnTo>
                  <a:lnTo>
                    <a:pt x="5579917" y="2555394"/>
                  </a:lnTo>
                  <a:lnTo>
                    <a:pt x="5520733" y="2593512"/>
                  </a:lnTo>
                  <a:lnTo>
                    <a:pt x="5456729" y="2627689"/>
                  </a:lnTo>
                  <a:lnTo>
                    <a:pt x="5387240" y="2658404"/>
                  </a:lnTo>
                  <a:lnTo>
                    <a:pt x="5311848" y="2686054"/>
                  </a:lnTo>
                  <a:lnTo>
                    <a:pt x="5230537" y="2710931"/>
                  </a:lnTo>
                  <a:lnTo>
                    <a:pt x="5143875" y="2733224"/>
                  </a:lnTo>
                  <a:lnTo>
                    <a:pt x="5053195" y="2753024"/>
                  </a:lnTo>
                  <a:lnTo>
                    <a:pt x="4960743" y="2770335"/>
                  </a:lnTo>
                  <a:lnTo>
                    <a:pt x="4869680" y="2785107"/>
                  </a:lnTo>
                  <a:lnTo>
                    <a:pt x="4783877" y="2797284"/>
                  </a:lnTo>
                  <a:lnTo>
                    <a:pt x="4707438" y="2806859"/>
                  </a:lnTo>
                  <a:lnTo>
                    <a:pt x="4643989" y="2813927"/>
                  </a:lnTo>
                  <a:lnTo>
                    <a:pt x="4595922" y="2818720"/>
                  </a:lnTo>
                  <a:lnTo>
                    <a:pt x="4563798" y="2821601"/>
                  </a:lnTo>
                  <a:lnTo>
                    <a:pt x="4546112" y="2823034"/>
                  </a:lnTo>
                  <a:lnTo>
                    <a:pt x="4539404" y="2823527"/>
                  </a:lnTo>
                  <a:lnTo>
                    <a:pt x="4538543" y="2823585"/>
                  </a:lnTo>
                  <a:lnTo>
                    <a:pt x="4016409" y="2823585"/>
                  </a:lnTo>
                  <a:lnTo>
                    <a:pt x="4015229" y="2823654"/>
                  </a:lnTo>
                  <a:lnTo>
                    <a:pt x="4007502" y="2824147"/>
                  </a:lnTo>
                  <a:lnTo>
                    <a:pt x="3988135" y="2825508"/>
                  </a:lnTo>
                  <a:lnTo>
                    <a:pt x="3953798" y="2828185"/>
                  </a:lnTo>
                  <a:lnTo>
                    <a:pt x="3903209" y="2832575"/>
                  </a:lnTo>
                  <a:lnTo>
                    <a:pt x="3837213" y="2838985"/>
                  </a:lnTo>
                  <a:lnTo>
                    <a:pt x="3758480" y="2847601"/>
                  </a:lnTo>
                  <a:lnTo>
                    <a:pt x="3670852" y="2858491"/>
                  </a:lnTo>
                  <a:lnTo>
                    <a:pt x="3578540" y="2871639"/>
                  </a:lnTo>
                  <a:lnTo>
                    <a:pt x="3485419" y="2886993"/>
                  </a:lnTo>
                  <a:lnTo>
                    <a:pt x="3394576" y="2904515"/>
                  </a:lnTo>
                  <a:lnTo>
                    <a:pt x="3308136" y="2924221"/>
                  </a:lnTo>
                  <a:lnTo>
                    <a:pt x="3227306" y="2946206"/>
                  </a:lnTo>
                  <a:lnTo>
                    <a:pt x="3152531" y="2970655"/>
                  </a:lnTo>
                  <a:lnTo>
                    <a:pt x="3083697" y="2997845"/>
                  </a:lnTo>
                  <a:lnTo>
                    <a:pt x="3020309" y="3028141"/>
                  </a:lnTo>
                  <a:lnTo>
                    <a:pt x="2961645" y="3061980"/>
                  </a:lnTo>
                  <a:lnTo>
                    <a:pt x="2906862" y="3099848"/>
                  </a:lnTo>
                  <a:lnTo>
                    <a:pt x="2855085" y="3142226"/>
                  </a:lnTo>
                  <a:lnTo>
                    <a:pt x="2805477" y="3189516"/>
                  </a:lnTo>
                  <a:lnTo>
                    <a:pt x="2770117" y="3227358"/>
                  </a:lnTo>
                  <a:lnTo>
                    <a:pt x="2730643" y="3273576"/>
                  </a:lnTo>
                  <a:lnTo>
                    <a:pt x="2691544" y="3323373"/>
                  </a:lnTo>
                  <a:lnTo>
                    <a:pt x="2652563" y="3376820"/>
                  </a:lnTo>
                  <a:lnTo>
                    <a:pt x="2613499" y="3433923"/>
                  </a:lnTo>
                  <a:lnTo>
                    <a:pt x="2574206" y="3494615"/>
                  </a:lnTo>
                  <a:lnTo>
                    <a:pt x="2534587" y="3558750"/>
                  </a:lnTo>
                  <a:lnTo>
                    <a:pt x="2494586" y="3626095"/>
                  </a:lnTo>
                  <a:lnTo>
                    <a:pt x="2454187" y="3696338"/>
                  </a:lnTo>
                  <a:lnTo>
                    <a:pt x="2413411" y="3769081"/>
                  </a:lnTo>
                  <a:lnTo>
                    <a:pt x="2372308" y="3843853"/>
                  </a:lnTo>
                  <a:lnTo>
                    <a:pt x="2330953" y="3920122"/>
                  </a:lnTo>
                  <a:lnTo>
                    <a:pt x="2289440" y="3997304"/>
                  </a:lnTo>
                  <a:lnTo>
                    <a:pt x="2247875" y="4074789"/>
                  </a:lnTo>
                  <a:lnTo>
                    <a:pt x="2206365" y="4151953"/>
                  </a:lnTo>
                  <a:lnTo>
                    <a:pt x="2165016" y="4228186"/>
                  </a:lnTo>
                  <a:lnTo>
                    <a:pt x="2123922" y="4302906"/>
                  </a:lnTo>
                  <a:lnTo>
                    <a:pt x="2083156" y="4375581"/>
                  </a:lnTo>
                  <a:lnTo>
                    <a:pt x="2042769" y="4445743"/>
                  </a:lnTo>
                  <a:lnTo>
                    <a:pt x="2002780" y="4512998"/>
                  </a:lnTo>
                  <a:lnTo>
                    <a:pt x="1963171" y="4577034"/>
                  </a:lnTo>
                  <a:lnTo>
                    <a:pt x="1923887" y="4637622"/>
                  </a:lnTo>
                  <a:lnTo>
                    <a:pt x="1884828" y="4694618"/>
                  </a:lnTo>
                  <a:lnTo>
                    <a:pt x="1845846" y="4747957"/>
                  </a:lnTo>
                  <a:lnTo>
                    <a:pt x="1806740" y="4797646"/>
                  </a:lnTo>
                  <a:lnTo>
                    <a:pt x="1768425" y="4842449"/>
                  </a:lnTo>
                  <a:lnTo>
                    <a:pt x="1719934" y="4893466"/>
                  </a:lnTo>
                  <a:lnTo>
                    <a:pt x="1669822" y="4939409"/>
                  </a:lnTo>
                  <a:lnTo>
                    <a:pt x="1617325" y="4980534"/>
                  </a:lnTo>
                  <a:lnTo>
                    <a:pt x="1561587" y="5017273"/>
                  </a:lnTo>
                  <a:lnTo>
                    <a:pt x="1501736" y="5050116"/>
                  </a:lnTo>
                  <a:lnTo>
                    <a:pt x="1436952" y="5079539"/>
                  </a:lnTo>
                  <a:lnTo>
                    <a:pt x="1366560" y="5105962"/>
                  </a:lnTo>
                  <a:lnTo>
                    <a:pt x="1290154" y="5129727"/>
                  </a:lnTo>
                  <a:lnTo>
                    <a:pt x="1207748" y="5151087"/>
                  </a:lnTo>
                  <a:lnTo>
                    <a:pt x="1119973" y="5170202"/>
                  </a:lnTo>
                  <a:lnTo>
                    <a:pt x="1028271" y="5187144"/>
                  </a:lnTo>
                  <a:lnTo>
                    <a:pt x="935026" y="5201911"/>
                  </a:lnTo>
                  <a:lnTo>
                    <a:pt x="843565" y="5214458"/>
                  </a:lnTo>
                  <a:lnTo>
                    <a:pt x="757910" y="5224737"/>
                  </a:lnTo>
                  <a:lnTo>
                    <a:pt x="682249" y="5232751"/>
                  </a:lnTo>
                  <a:lnTo>
                    <a:pt x="620187" y="5238596"/>
                  </a:lnTo>
                  <a:lnTo>
                    <a:pt x="573958" y="5242492"/>
                  </a:lnTo>
                  <a:lnTo>
                    <a:pt x="543850" y="5244774"/>
                  </a:lnTo>
                  <a:lnTo>
                    <a:pt x="528009" y="5245858"/>
                  </a:lnTo>
                  <a:lnTo>
                    <a:pt x="522603" y="5246195"/>
                  </a:lnTo>
                  <a:lnTo>
                    <a:pt x="522133" y="5246221"/>
                  </a:lnTo>
                  <a:lnTo>
                    <a:pt x="0" y="5246221"/>
                  </a:lnTo>
                  <a:close/>
                </a:path>
              </a:pathLst>
            </a:custGeom>
            <a:solidFill>
              <a:srgbClr val="7DD8AC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2043" name="pl2043"/>
            <p:cNvSpPr/>
            <p:nvPr/>
          </p:nvSpPr>
          <p:spPr>
            <a:xfrm>
              <a:off x="386606" y="812832"/>
              <a:ext cx="8554953" cy="5246221"/>
            </a:xfrm>
            <a:custGeom>
              <a:avLst/>
              <a:pathLst>
                <a:path w="8554953" h="5246221">
                  <a:moveTo>
                    <a:pt x="0" y="5246221"/>
                  </a:moveTo>
                  <a:lnTo>
                    <a:pt x="522133" y="5246221"/>
                  </a:lnTo>
                  <a:lnTo>
                    <a:pt x="523313" y="5246152"/>
                  </a:lnTo>
                  <a:lnTo>
                    <a:pt x="531040" y="5245660"/>
                  </a:lnTo>
                  <a:lnTo>
                    <a:pt x="550407" y="5244298"/>
                  </a:lnTo>
                  <a:lnTo>
                    <a:pt x="584744" y="5241622"/>
                  </a:lnTo>
                  <a:lnTo>
                    <a:pt x="635333" y="5237231"/>
                  </a:lnTo>
                  <a:lnTo>
                    <a:pt x="701330" y="5230821"/>
                  </a:lnTo>
                  <a:lnTo>
                    <a:pt x="780062" y="5222205"/>
                  </a:lnTo>
                  <a:lnTo>
                    <a:pt x="867690" y="5211315"/>
                  </a:lnTo>
                  <a:lnTo>
                    <a:pt x="960002" y="5198167"/>
                  </a:lnTo>
                  <a:lnTo>
                    <a:pt x="1053123" y="5182814"/>
                  </a:lnTo>
                  <a:lnTo>
                    <a:pt x="1143966" y="5165292"/>
                  </a:lnTo>
                  <a:lnTo>
                    <a:pt x="1230406" y="5145586"/>
                  </a:lnTo>
                  <a:lnTo>
                    <a:pt x="1311236" y="5123601"/>
                  </a:lnTo>
                  <a:lnTo>
                    <a:pt x="1386011" y="5099152"/>
                  </a:lnTo>
                  <a:lnTo>
                    <a:pt x="1454845" y="5071962"/>
                  </a:lnTo>
                  <a:lnTo>
                    <a:pt x="1518233" y="5041665"/>
                  </a:lnTo>
                  <a:lnTo>
                    <a:pt x="1576898" y="5007826"/>
                  </a:lnTo>
                  <a:lnTo>
                    <a:pt x="1631681" y="4969959"/>
                  </a:lnTo>
                  <a:lnTo>
                    <a:pt x="1683457" y="4927580"/>
                  </a:lnTo>
                  <a:lnTo>
                    <a:pt x="1733065" y="4880290"/>
                  </a:lnTo>
                  <a:lnTo>
                    <a:pt x="1768425" y="4842449"/>
                  </a:lnTo>
                  <a:lnTo>
                    <a:pt x="1807899" y="4796231"/>
                  </a:lnTo>
                  <a:lnTo>
                    <a:pt x="1846998" y="4746434"/>
                  </a:lnTo>
                  <a:lnTo>
                    <a:pt x="1885980" y="4692987"/>
                  </a:lnTo>
                  <a:lnTo>
                    <a:pt x="1925044" y="4635883"/>
                  </a:lnTo>
                  <a:lnTo>
                    <a:pt x="1964336" y="4575191"/>
                  </a:lnTo>
                  <a:lnTo>
                    <a:pt x="2003955" y="4511057"/>
                  </a:lnTo>
                  <a:lnTo>
                    <a:pt x="2043957" y="4443711"/>
                  </a:lnTo>
                  <a:lnTo>
                    <a:pt x="2084355" y="4373469"/>
                  </a:lnTo>
                  <a:lnTo>
                    <a:pt x="2125131" y="4300726"/>
                  </a:lnTo>
                  <a:lnTo>
                    <a:pt x="2166234" y="4225953"/>
                  </a:lnTo>
                  <a:lnTo>
                    <a:pt x="2207589" y="4149685"/>
                  </a:lnTo>
                  <a:lnTo>
                    <a:pt x="2249102" y="4072502"/>
                  </a:lnTo>
                  <a:lnTo>
                    <a:pt x="2290668" y="3995018"/>
                  </a:lnTo>
                  <a:lnTo>
                    <a:pt x="2332177" y="3917853"/>
                  </a:lnTo>
                  <a:lnTo>
                    <a:pt x="2373526" y="3841621"/>
                  </a:lnTo>
                  <a:lnTo>
                    <a:pt x="2414620" y="3766901"/>
                  </a:lnTo>
                  <a:lnTo>
                    <a:pt x="2455386" y="3694225"/>
                  </a:lnTo>
                  <a:lnTo>
                    <a:pt x="2495773" y="3624063"/>
                  </a:lnTo>
                  <a:lnTo>
                    <a:pt x="2535762" y="3556808"/>
                  </a:lnTo>
                  <a:lnTo>
                    <a:pt x="2575371" y="3492773"/>
                  </a:lnTo>
                  <a:lnTo>
                    <a:pt x="2614655" y="3432185"/>
                  </a:lnTo>
                  <a:lnTo>
                    <a:pt x="2653714" y="3375189"/>
                  </a:lnTo>
                  <a:lnTo>
                    <a:pt x="2692696" y="3321850"/>
                  </a:lnTo>
                  <a:lnTo>
                    <a:pt x="2731802" y="3272160"/>
                  </a:lnTo>
                  <a:lnTo>
                    <a:pt x="2770117" y="3227358"/>
                  </a:lnTo>
                  <a:lnTo>
                    <a:pt x="2818608" y="3176341"/>
                  </a:lnTo>
                  <a:lnTo>
                    <a:pt x="2868720" y="3130397"/>
                  </a:lnTo>
                  <a:lnTo>
                    <a:pt x="2921217" y="3089273"/>
                  </a:lnTo>
                  <a:lnTo>
                    <a:pt x="2976955" y="3052534"/>
                  </a:lnTo>
                  <a:lnTo>
                    <a:pt x="3036806" y="3019691"/>
                  </a:lnTo>
                  <a:lnTo>
                    <a:pt x="3101591" y="2990267"/>
                  </a:lnTo>
                  <a:lnTo>
                    <a:pt x="3171982" y="2963844"/>
                  </a:lnTo>
                  <a:lnTo>
                    <a:pt x="3248389" y="2940080"/>
                  </a:lnTo>
                  <a:lnTo>
                    <a:pt x="3330794" y="2918720"/>
                  </a:lnTo>
                  <a:lnTo>
                    <a:pt x="3418569" y="2899605"/>
                  </a:lnTo>
                  <a:lnTo>
                    <a:pt x="3510271" y="2882663"/>
                  </a:lnTo>
                  <a:lnTo>
                    <a:pt x="3603516" y="2867896"/>
                  </a:lnTo>
                  <a:lnTo>
                    <a:pt x="3694977" y="2855349"/>
                  </a:lnTo>
                  <a:lnTo>
                    <a:pt x="3780633" y="2845069"/>
                  </a:lnTo>
                  <a:lnTo>
                    <a:pt x="3856293" y="2837056"/>
                  </a:lnTo>
                  <a:lnTo>
                    <a:pt x="3918355" y="2831211"/>
                  </a:lnTo>
                  <a:lnTo>
                    <a:pt x="3964584" y="2827314"/>
                  </a:lnTo>
                  <a:lnTo>
                    <a:pt x="3994693" y="2825032"/>
                  </a:lnTo>
                  <a:lnTo>
                    <a:pt x="4010534" y="2823948"/>
                  </a:lnTo>
                  <a:lnTo>
                    <a:pt x="4015939" y="2823612"/>
                  </a:lnTo>
                  <a:lnTo>
                    <a:pt x="4016409" y="2823585"/>
                  </a:lnTo>
                  <a:lnTo>
                    <a:pt x="4538543" y="2823585"/>
                  </a:lnTo>
                  <a:lnTo>
                    <a:pt x="4539694" y="2823507"/>
                  </a:lnTo>
                  <a:lnTo>
                    <a:pt x="4547238" y="2822947"/>
                  </a:lnTo>
                  <a:lnTo>
                    <a:pt x="4566160" y="2821400"/>
                  </a:lnTo>
                  <a:lnTo>
                    <a:pt x="4599748" y="2818358"/>
                  </a:lnTo>
                  <a:lnTo>
                    <a:pt x="4649315" y="2813365"/>
                  </a:lnTo>
                  <a:lnTo>
                    <a:pt x="4714108" y="2806070"/>
                  </a:lnTo>
                  <a:lnTo>
                    <a:pt x="4791594" y="2796253"/>
                  </a:lnTo>
                  <a:lnTo>
                    <a:pt x="4878066" y="2783831"/>
                  </a:lnTo>
                  <a:lnTo>
                    <a:pt x="4969416" y="2768817"/>
                  </a:lnTo>
                  <a:lnTo>
                    <a:pt x="5061823" y="2751272"/>
                  </a:lnTo>
                  <a:lnTo>
                    <a:pt x="5152206" y="2731239"/>
                  </a:lnTo>
                  <a:lnTo>
                    <a:pt x="5238410" y="2708708"/>
                  </a:lnTo>
                  <a:lnTo>
                    <a:pt x="5319178" y="2683581"/>
                  </a:lnTo>
                  <a:lnTo>
                    <a:pt x="5394008" y="2655658"/>
                  </a:lnTo>
                  <a:lnTo>
                    <a:pt x="5462960" y="2624635"/>
                  </a:lnTo>
                  <a:lnTo>
                    <a:pt x="5526480" y="2590110"/>
                  </a:lnTo>
                  <a:lnTo>
                    <a:pt x="5585252" y="2551595"/>
                  </a:lnTo>
                  <a:lnTo>
                    <a:pt x="5640085" y="2508544"/>
                  </a:lnTo>
                  <a:lnTo>
                    <a:pt x="5691833" y="2460401"/>
                  </a:lnTo>
                  <a:lnTo>
                    <a:pt x="5741323" y="2406690"/>
                  </a:lnTo>
                  <a:lnTo>
                    <a:pt x="5784835" y="2352987"/>
                  </a:lnTo>
                  <a:lnTo>
                    <a:pt x="5822114" y="2302241"/>
                  </a:lnTo>
                  <a:lnTo>
                    <a:pt x="5859045" y="2247783"/>
                  </a:lnTo>
                  <a:lnTo>
                    <a:pt x="5895849" y="2189538"/>
                  </a:lnTo>
                  <a:lnTo>
                    <a:pt x="5932700" y="2127490"/>
                  </a:lnTo>
                  <a:lnTo>
                    <a:pt x="5969730" y="2061690"/>
                  </a:lnTo>
                  <a:lnTo>
                    <a:pt x="6007031" y="1992263"/>
                  </a:lnTo>
                  <a:lnTo>
                    <a:pt x="6044661" y="1919409"/>
                  </a:lnTo>
                  <a:lnTo>
                    <a:pt x="6082643" y="1843406"/>
                  </a:lnTo>
                  <a:lnTo>
                    <a:pt x="6120974" y="1764611"/>
                  </a:lnTo>
                  <a:lnTo>
                    <a:pt x="6159622" y="1683452"/>
                  </a:lnTo>
                  <a:lnTo>
                    <a:pt x="6198535" y="1600421"/>
                  </a:lnTo>
                  <a:lnTo>
                    <a:pt x="6237642" y="1516063"/>
                  </a:lnTo>
                  <a:lnTo>
                    <a:pt x="6276859" y="1430962"/>
                  </a:lnTo>
                  <a:lnTo>
                    <a:pt x="6316098" y="1345724"/>
                  </a:lnTo>
                  <a:lnTo>
                    <a:pt x="6355265" y="1260958"/>
                  </a:lnTo>
                  <a:lnTo>
                    <a:pt x="6394275" y="1177261"/>
                  </a:lnTo>
                  <a:lnTo>
                    <a:pt x="6433049" y="1095195"/>
                  </a:lnTo>
                  <a:lnTo>
                    <a:pt x="6471528" y="1015281"/>
                  </a:lnTo>
                  <a:lnTo>
                    <a:pt x="6509670" y="937974"/>
                  </a:lnTo>
                  <a:lnTo>
                    <a:pt x="6547457" y="863665"/>
                  </a:lnTo>
                  <a:lnTo>
                    <a:pt x="6584901" y="792668"/>
                  </a:lnTo>
                  <a:lnTo>
                    <a:pt x="6622043" y="725217"/>
                  </a:lnTo>
                  <a:lnTo>
                    <a:pt x="6658961" y="661472"/>
                  </a:lnTo>
                  <a:lnTo>
                    <a:pt x="6695767" y="601515"/>
                  </a:lnTo>
                  <a:lnTo>
                    <a:pt x="6732616" y="545360"/>
                  </a:lnTo>
                  <a:lnTo>
                    <a:pt x="6769708" y="492959"/>
                  </a:lnTo>
                  <a:lnTo>
                    <a:pt x="6786527" y="470597"/>
                  </a:lnTo>
                  <a:lnTo>
                    <a:pt x="6834608" y="411607"/>
                  </a:lnTo>
                  <a:lnTo>
                    <a:pt x="6884277" y="358435"/>
                  </a:lnTo>
                  <a:lnTo>
                    <a:pt x="6936279" y="310792"/>
                  </a:lnTo>
                  <a:lnTo>
                    <a:pt x="6991445" y="268191"/>
                  </a:lnTo>
                  <a:lnTo>
                    <a:pt x="7050629" y="230073"/>
                  </a:lnTo>
                  <a:lnTo>
                    <a:pt x="7114632" y="195896"/>
                  </a:lnTo>
                  <a:lnTo>
                    <a:pt x="7184122" y="165180"/>
                  </a:lnTo>
                  <a:lnTo>
                    <a:pt x="7259514" y="137531"/>
                  </a:lnTo>
                  <a:lnTo>
                    <a:pt x="7340825" y="112654"/>
                  </a:lnTo>
                  <a:lnTo>
                    <a:pt x="7427487" y="90360"/>
                  </a:lnTo>
                  <a:lnTo>
                    <a:pt x="7518166" y="70560"/>
                  </a:lnTo>
                  <a:lnTo>
                    <a:pt x="7610619" y="53249"/>
                  </a:lnTo>
                  <a:lnTo>
                    <a:pt x="7701682" y="38477"/>
                  </a:lnTo>
                  <a:lnTo>
                    <a:pt x="7787485" y="26300"/>
                  </a:lnTo>
                  <a:lnTo>
                    <a:pt x="7863924" y="16725"/>
                  </a:lnTo>
                  <a:lnTo>
                    <a:pt x="7927373" y="9657"/>
                  </a:lnTo>
                  <a:lnTo>
                    <a:pt x="7975440" y="4865"/>
                  </a:lnTo>
                  <a:lnTo>
                    <a:pt x="8007564" y="1984"/>
                  </a:lnTo>
                  <a:lnTo>
                    <a:pt x="8025250" y="551"/>
                  </a:lnTo>
                  <a:lnTo>
                    <a:pt x="8031958" y="58"/>
                  </a:lnTo>
                  <a:lnTo>
                    <a:pt x="8032819" y="0"/>
                  </a:lnTo>
                  <a:lnTo>
                    <a:pt x="8554953" y="0"/>
                  </a:lnTo>
                  <a:lnTo>
                    <a:pt x="8554953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044" name="pl2044"/>
            <p:cNvSpPr/>
            <p:nvPr/>
          </p:nvSpPr>
          <p:spPr>
            <a:xfrm>
              <a:off x="386606" y="807184"/>
              <a:ext cx="8554953" cy="5246221"/>
            </a:xfrm>
            <a:custGeom>
              <a:avLst/>
              <a:pathLst>
                <a:path w="8554953" h="5246221">
                  <a:moveTo>
                    <a:pt x="8554953" y="0"/>
                  </a:moveTo>
                  <a:lnTo>
                    <a:pt x="8032819" y="0"/>
                  </a:lnTo>
                  <a:lnTo>
                    <a:pt x="8031668" y="78"/>
                  </a:lnTo>
                  <a:lnTo>
                    <a:pt x="8024124" y="638"/>
                  </a:lnTo>
                  <a:lnTo>
                    <a:pt x="8005202" y="2185"/>
                  </a:lnTo>
                  <a:lnTo>
                    <a:pt x="7971614" y="5227"/>
                  </a:lnTo>
                  <a:lnTo>
                    <a:pt x="7922047" y="10219"/>
                  </a:lnTo>
                  <a:lnTo>
                    <a:pt x="7857253" y="17515"/>
                  </a:lnTo>
                  <a:lnTo>
                    <a:pt x="7779768" y="27332"/>
                  </a:lnTo>
                  <a:lnTo>
                    <a:pt x="7693296" y="39754"/>
                  </a:lnTo>
                  <a:lnTo>
                    <a:pt x="7601946" y="54767"/>
                  </a:lnTo>
                  <a:lnTo>
                    <a:pt x="7509539" y="72313"/>
                  </a:lnTo>
                  <a:lnTo>
                    <a:pt x="7419156" y="92346"/>
                  </a:lnTo>
                  <a:lnTo>
                    <a:pt x="7332952" y="114877"/>
                  </a:lnTo>
                  <a:lnTo>
                    <a:pt x="7252184" y="140004"/>
                  </a:lnTo>
                  <a:lnTo>
                    <a:pt x="7177354" y="167927"/>
                  </a:lnTo>
                  <a:lnTo>
                    <a:pt x="7108402" y="198949"/>
                  </a:lnTo>
                  <a:lnTo>
                    <a:pt x="7044882" y="233474"/>
                  </a:lnTo>
                  <a:lnTo>
                    <a:pt x="6986110" y="271989"/>
                  </a:lnTo>
                  <a:lnTo>
                    <a:pt x="6931277" y="315041"/>
                  </a:lnTo>
                  <a:lnTo>
                    <a:pt x="6879529" y="363183"/>
                  </a:lnTo>
                  <a:lnTo>
                    <a:pt x="6830038" y="416894"/>
                  </a:lnTo>
                  <a:lnTo>
                    <a:pt x="6786527" y="470597"/>
                  </a:lnTo>
                  <a:lnTo>
                    <a:pt x="6749248" y="521343"/>
                  </a:lnTo>
                  <a:lnTo>
                    <a:pt x="6712317" y="575801"/>
                  </a:lnTo>
                  <a:lnTo>
                    <a:pt x="6675513" y="634046"/>
                  </a:lnTo>
                  <a:lnTo>
                    <a:pt x="6638662" y="696095"/>
                  </a:lnTo>
                  <a:lnTo>
                    <a:pt x="6601632" y="761894"/>
                  </a:lnTo>
                  <a:lnTo>
                    <a:pt x="6564331" y="831322"/>
                  </a:lnTo>
                  <a:lnTo>
                    <a:pt x="6526701" y="904176"/>
                  </a:lnTo>
                  <a:lnTo>
                    <a:pt x="6488719" y="980179"/>
                  </a:lnTo>
                  <a:lnTo>
                    <a:pt x="6450388" y="1058973"/>
                  </a:lnTo>
                  <a:lnTo>
                    <a:pt x="6411740" y="1140133"/>
                  </a:lnTo>
                  <a:lnTo>
                    <a:pt x="6372827" y="1223164"/>
                  </a:lnTo>
                  <a:lnTo>
                    <a:pt x="6333720" y="1307522"/>
                  </a:lnTo>
                  <a:lnTo>
                    <a:pt x="6294503" y="1392622"/>
                  </a:lnTo>
                  <a:lnTo>
                    <a:pt x="6255264" y="1477861"/>
                  </a:lnTo>
                  <a:lnTo>
                    <a:pt x="6216097" y="1562626"/>
                  </a:lnTo>
                  <a:lnTo>
                    <a:pt x="6177087" y="1646324"/>
                  </a:lnTo>
                  <a:lnTo>
                    <a:pt x="6138312" y="1728389"/>
                  </a:lnTo>
                  <a:lnTo>
                    <a:pt x="6099834" y="1808304"/>
                  </a:lnTo>
                  <a:lnTo>
                    <a:pt x="6061692" y="1885610"/>
                  </a:lnTo>
                  <a:lnTo>
                    <a:pt x="6023905" y="1959919"/>
                  </a:lnTo>
                  <a:lnTo>
                    <a:pt x="5986461" y="2030917"/>
                  </a:lnTo>
                  <a:lnTo>
                    <a:pt x="5949319" y="2098367"/>
                  </a:lnTo>
                  <a:lnTo>
                    <a:pt x="5912401" y="2162112"/>
                  </a:lnTo>
                  <a:lnTo>
                    <a:pt x="5875595" y="2222069"/>
                  </a:lnTo>
                  <a:lnTo>
                    <a:pt x="5838746" y="2278224"/>
                  </a:lnTo>
                  <a:lnTo>
                    <a:pt x="5801654" y="2330626"/>
                  </a:lnTo>
                  <a:lnTo>
                    <a:pt x="5784835" y="2352987"/>
                  </a:lnTo>
                  <a:lnTo>
                    <a:pt x="5736754" y="2411977"/>
                  </a:lnTo>
                  <a:lnTo>
                    <a:pt x="5687085" y="2465150"/>
                  </a:lnTo>
                  <a:lnTo>
                    <a:pt x="5635083" y="2512792"/>
                  </a:lnTo>
                  <a:lnTo>
                    <a:pt x="5579917" y="2555394"/>
                  </a:lnTo>
                  <a:lnTo>
                    <a:pt x="5520733" y="2593512"/>
                  </a:lnTo>
                  <a:lnTo>
                    <a:pt x="5456729" y="2627689"/>
                  </a:lnTo>
                  <a:lnTo>
                    <a:pt x="5387240" y="2658404"/>
                  </a:lnTo>
                  <a:lnTo>
                    <a:pt x="5311848" y="2686054"/>
                  </a:lnTo>
                  <a:lnTo>
                    <a:pt x="5230537" y="2710931"/>
                  </a:lnTo>
                  <a:lnTo>
                    <a:pt x="5143875" y="2733224"/>
                  </a:lnTo>
                  <a:lnTo>
                    <a:pt x="5053195" y="2753024"/>
                  </a:lnTo>
                  <a:lnTo>
                    <a:pt x="4960743" y="2770335"/>
                  </a:lnTo>
                  <a:lnTo>
                    <a:pt x="4869680" y="2785107"/>
                  </a:lnTo>
                  <a:lnTo>
                    <a:pt x="4783877" y="2797284"/>
                  </a:lnTo>
                  <a:lnTo>
                    <a:pt x="4707438" y="2806859"/>
                  </a:lnTo>
                  <a:lnTo>
                    <a:pt x="4643989" y="2813927"/>
                  </a:lnTo>
                  <a:lnTo>
                    <a:pt x="4595922" y="2818720"/>
                  </a:lnTo>
                  <a:lnTo>
                    <a:pt x="4563798" y="2821601"/>
                  </a:lnTo>
                  <a:lnTo>
                    <a:pt x="4546112" y="2823034"/>
                  </a:lnTo>
                  <a:lnTo>
                    <a:pt x="4539404" y="2823527"/>
                  </a:lnTo>
                  <a:lnTo>
                    <a:pt x="4538543" y="2823585"/>
                  </a:lnTo>
                  <a:lnTo>
                    <a:pt x="4016409" y="2823585"/>
                  </a:lnTo>
                  <a:lnTo>
                    <a:pt x="4015229" y="2823654"/>
                  </a:lnTo>
                  <a:lnTo>
                    <a:pt x="4007502" y="2824147"/>
                  </a:lnTo>
                  <a:lnTo>
                    <a:pt x="3988135" y="2825508"/>
                  </a:lnTo>
                  <a:lnTo>
                    <a:pt x="3953798" y="2828185"/>
                  </a:lnTo>
                  <a:lnTo>
                    <a:pt x="3903209" y="2832575"/>
                  </a:lnTo>
                  <a:lnTo>
                    <a:pt x="3837213" y="2838985"/>
                  </a:lnTo>
                  <a:lnTo>
                    <a:pt x="3758480" y="2847601"/>
                  </a:lnTo>
                  <a:lnTo>
                    <a:pt x="3670852" y="2858491"/>
                  </a:lnTo>
                  <a:lnTo>
                    <a:pt x="3578540" y="2871639"/>
                  </a:lnTo>
                  <a:lnTo>
                    <a:pt x="3485419" y="2886993"/>
                  </a:lnTo>
                  <a:lnTo>
                    <a:pt x="3394576" y="2904515"/>
                  </a:lnTo>
                  <a:lnTo>
                    <a:pt x="3308136" y="2924221"/>
                  </a:lnTo>
                  <a:lnTo>
                    <a:pt x="3227306" y="2946206"/>
                  </a:lnTo>
                  <a:lnTo>
                    <a:pt x="3152531" y="2970655"/>
                  </a:lnTo>
                  <a:lnTo>
                    <a:pt x="3083697" y="2997845"/>
                  </a:lnTo>
                  <a:lnTo>
                    <a:pt x="3020309" y="3028141"/>
                  </a:lnTo>
                  <a:lnTo>
                    <a:pt x="2961645" y="3061980"/>
                  </a:lnTo>
                  <a:lnTo>
                    <a:pt x="2906862" y="3099848"/>
                  </a:lnTo>
                  <a:lnTo>
                    <a:pt x="2855085" y="3142226"/>
                  </a:lnTo>
                  <a:lnTo>
                    <a:pt x="2805477" y="3189516"/>
                  </a:lnTo>
                  <a:lnTo>
                    <a:pt x="2770117" y="3227358"/>
                  </a:lnTo>
                  <a:lnTo>
                    <a:pt x="2730643" y="3273576"/>
                  </a:lnTo>
                  <a:lnTo>
                    <a:pt x="2691544" y="3323373"/>
                  </a:lnTo>
                  <a:lnTo>
                    <a:pt x="2652563" y="3376820"/>
                  </a:lnTo>
                  <a:lnTo>
                    <a:pt x="2613499" y="3433923"/>
                  </a:lnTo>
                  <a:lnTo>
                    <a:pt x="2574206" y="3494615"/>
                  </a:lnTo>
                  <a:lnTo>
                    <a:pt x="2534587" y="3558750"/>
                  </a:lnTo>
                  <a:lnTo>
                    <a:pt x="2494586" y="3626095"/>
                  </a:lnTo>
                  <a:lnTo>
                    <a:pt x="2454187" y="3696338"/>
                  </a:lnTo>
                  <a:lnTo>
                    <a:pt x="2413411" y="3769081"/>
                  </a:lnTo>
                  <a:lnTo>
                    <a:pt x="2372308" y="3843853"/>
                  </a:lnTo>
                  <a:lnTo>
                    <a:pt x="2330953" y="3920122"/>
                  </a:lnTo>
                  <a:lnTo>
                    <a:pt x="2289440" y="3997304"/>
                  </a:lnTo>
                  <a:lnTo>
                    <a:pt x="2247875" y="4074789"/>
                  </a:lnTo>
                  <a:lnTo>
                    <a:pt x="2206365" y="4151953"/>
                  </a:lnTo>
                  <a:lnTo>
                    <a:pt x="2165016" y="4228186"/>
                  </a:lnTo>
                  <a:lnTo>
                    <a:pt x="2123922" y="4302906"/>
                  </a:lnTo>
                  <a:lnTo>
                    <a:pt x="2083156" y="4375581"/>
                  </a:lnTo>
                  <a:lnTo>
                    <a:pt x="2042769" y="4445743"/>
                  </a:lnTo>
                  <a:lnTo>
                    <a:pt x="2002780" y="4512998"/>
                  </a:lnTo>
                  <a:lnTo>
                    <a:pt x="1963171" y="4577034"/>
                  </a:lnTo>
                  <a:lnTo>
                    <a:pt x="1923887" y="4637622"/>
                  </a:lnTo>
                  <a:lnTo>
                    <a:pt x="1884828" y="4694618"/>
                  </a:lnTo>
                  <a:lnTo>
                    <a:pt x="1845846" y="4747957"/>
                  </a:lnTo>
                  <a:lnTo>
                    <a:pt x="1806740" y="4797646"/>
                  </a:lnTo>
                  <a:lnTo>
                    <a:pt x="1768425" y="4842449"/>
                  </a:lnTo>
                  <a:lnTo>
                    <a:pt x="1719934" y="4893466"/>
                  </a:lnTo>
                  <a:lnTo>
                    <a:pt x="1669822" y="4939409"/>
                  </a:lnTo>
                  <a:lnTo>
                    <a:pt x="1617325" y="4980534"/>
                  </a:lnTo>
                  <a:lnTo>
                    <a:pt x="1561587" y="5017273"/>
                  </a:lnTo>
                  <a:lnTo>
                    <a:pt x="1501736" y="5050116"/>
                  </a:lnTo>
                  <a:lnTo>
                    <a:pt x="1436952" y="5079539"/>
                  </a:lnTo>
                  <a:lnTo>
                    <a:pt x="1366560" y="5105962"/>
                  </a:lnTo>
                  <a:lnTo>
                    <a:pt x="1290154" y="5129727"/>
                  </a:lnTo>
                  <a:lnTo>
                    <a:pt x="1207748" y="5151087"/>
                  </a:lnTo>
                  <a:lnTo>
                    <a:pt x="1119973" y="5170202"/>
                  </a:lnTo>
                  <a:lnTo>
                    <a:pt x="1028271" y="5187144"/>
                  </a:lnTo>
                  <a:lnTo>
                    <a:pt x="935026" y="5201911"/>
                  </a:lnTo>
                  <a:lnTo>
                    <a:pt x="843565" y="5214458"/>
                  </a:lnTo>
                  <a:lnTo>
                    <a:pt x="757910" y="5224737"/>
                  </a:lnTo>
                  <a:lnTo>
                    <a:pt x="682249" y="5232751"/>
                  </a:lnTo>
                  <a:lnTo>
                    <a:pt x="620187" y="5238596"/>
                  </a:lnTo>
                  <a:lnTo>
                    <a:pt x="573958" y="5242492"/>
                  </a:lnTo>
                  <a:lnTo>
                    <a:pt x="543850" y="5244774"/>
                  </a:lnTo>
                  <a:lnTo>
                    <a:pt x="528009" y="5245858"/>
                  </a:lnTo>
                  <a:lnTo>
                    <a:pt x="522603" y="5246195"/>
                  </a:lnTo>
                  <a:lnTo>
                    <a:pt x="522133" y="5246221"/>
                  </a:lnTo>
                  <a:lnTo>
                    <a:pt x="0" y="5246221"/>
                  </a:lnTo>
                  <a:lnTo>
                    <a:pt x="0" y="5246221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045" name="pg2045"/>
            <p:cNvSpPr/>
            <p:nvPr/>
          </p:nvSpPr>
          <p:spPr>
            <a:xfrm>
              <a:off x="386606" y="4003483"/>
              <a:ext cx="8554953" cy="2066864"/>
            </a:xfrm>
            <a:custGeom>
              <a:avLst/>
              <a:pathLst>
                <a:path w="8554953" h="2066864">
                  <a:moveTo>
                    <a:pt x="0" y="2061217"/>
                  </a:moveTo>
                  <a:lnTo>
                    <a:pt x="522133" y="2061217"/>
                  </a:lnTo>
                  <a:lnTo>
                    <a:pt x="523337" y="2061157"/>
                  </a:lnTo>
                  <a:lnTo>
                    <a:pt x="531215" y="2060731"/>
                  </a:lnTo>
                  <a:lnTo>
                    <a:pt x="550947" y="2059551"/>
                  </a:lnTo>
                  <a:lnTo>
                    <a:pt x="585898" y="2057234"/>
                  </a:lnTo>
                  <a:lnTo>
                    <a:pt x="637324" y="2053434"/>
                  </a:lnTo>
                  <a:lnTo>
                    <a:pt x="704300" y="2047891"/>
                  </a:lnTo>
                  <a:lnTo>
                    <a:pt x="784044" y="2040446"/>
                  </a:lnTo>
                  <a:lnTo>
                    <a:pt x="872603" y="2031045"/>
                  </a:lnTo>
                  <a:lnTo>
                    <a:pt x="965684" y="2019704"/>
                  </a:lnTo>
                  <a:lnTo>
                    <a:pt x="1059369" y="2006469"/>
                  </a:lnTo>
                  <a:lnTo>
                    <a:pt x="1150569" y="1991370"/>
                  </a:lnTo>
                  <a:lnTo>
                    <a:pt x="1237186" y="1974389"/>
                  </a:lnTo>
                  <a:lnTo>
                    <a:pt x="1318056" y="1955438"/>
                  </a:lnTo>
                  <a:lnTo>
                    <a:pt x="1392779" y="1934350"/>
                  </a:lnTo>
                  <a:lnTo>
                    <a:pt x="1461514" y="1910878"/>
                  </a:lnTo>
                  <a:lnTo>
                    <a:pt x="1524796" y="1884699"/>
                  </a:lnTo>
                  <a:lnTo>
                    <a:pt x="1583378" y="1855429"/>
                  </a:lnTo>
                  <a:lnTo>
                    <a:pt x="1638128" y="1822647"/>
                  </a:lnTo>
                  <a:lnTo>
                    <a:pt x="1689937" y="1785937"/>
                  </a:lnTo>
                  <a:lnTo>
                    <a:pt x="1739651" y="1744970"/>
                  </a:lnTo>
                  <a:lnTo>
                    <a:pt x="1768425" y="1718622"/>
                  </a:lnTo>
                  <a:lnTo>
                    <a:pt x="1810179" y="1677035"/>
                  </a:lnTo>
                  <a:lnTo>
                    <a:pt x="1851531" y="1632043"/>
                  </a:lnTo>
                  <a:lnTo>
                    <a:pt x="1892780" y="1583580"/>
                  </a:lnTo>
                  <a:lnTo>
                    <a:pt x="1934154" y="1531650"/>
                  </a:lnTo>
                  <a:lnTo>
                    <a:pt x="1975813" y="1476337"/>
                  </a:lnTo>
                  <a:lnTo>
                    <a:pt x="2017860" y="1417811"/>
                  </a:lnTo>
                  <a:lnTo>
                    <a:pt x="2060345" y="1356330"/>
                  </a:lnTo>
                  <a:lnTo>
                    <a:pt x="2103271" y="1292242"/>
                  </a:lnTo>
                  <a:lnTo>
                    <a:pt x="2146596" y="1225978"/>
                  </a:lnTo>
                  <a:lnTo>
                    <a:pt x="2190246" y="1158046"/>
                  </a:lnTo>
                  <a:lnTo>
                    <a:pt x="2234118" y="1089010"/>
                  </a:lnTo>
                  <a:lnTo>
                    <a:pt x="2278094" y="1019475"/>
                  </a:lnTo>
                  <a:lnTo>
                    <a:pt x="2322043" y="950065"/>
                  </a:lnTo>
                  <a:lnTo>
                    <a:pt x="2365840" y="881401"/>
                  </a:lnTo>
                  <a:lnTo>
                    <a:pt x="2409370" y="814073"/>
                  </a:lnTo>
                  <a:lnTo>
                    <a:pt x="2452542" y="748626"/>
                  </a:lnTo>
                  <a:lnTo>
                    <a:pt x="2495294" y="685536"/>
                  </a:lnTo>
                  <a:lnTo>
                    <a:pt x="2537600" y="625203"/>
                  </a:lnTo>
                  <a:lnTo>
                    <a:pt x="2579483" y="567940"/>
                  </a:lnTo>
                  <a:lnTo>
                    <a:pt x="2621012" y="513969"/>
                  </a:lnTo>
                  <a:lnTo>
                    <a:pt x="2662313" y="463424"/>
                  </a:lnTo>
                  <a:lnTo>
                    <a:pt x="2703572" y="416357"/>
                  </a:lnTo>
                  <a:lnTo>
                    <a:pt x="2745045" y="372743"/>
                  </a:lnTo>
                  <a:lnTo>
                    <a:pt x="2770117" y="348242"/>
                  </a:lnTo>
                  <a:lnTo>
                    <a:pt x="2818941" y="304676"/>
                  </a:lnTo>
                  <a:lnTo>
                    <a:pt x="2869412" y="265473"/>
                  </a:lnTo>
                  <a:lnTo>
                    <a:pt x="2922313" y="230410"/>
                  </a:lnTo>
                  <a:lnTo>
                    <a:pt x="2978516" y="199111"/>
                  </a:lnTo>
                  <a:lnTo>
                    <a:pt x="3038913" y="171150"/>
                  </a:lnTo>
                  <a:lnTo>
                    <a:pt x="3104334" y="146117"/>
                  </a:lnTo>
                  <a:lnTo>
                    <a:pt x="3175462" y="123651"/>
                  </a:lnTo>
                  <a:lnTo>
                    <a:pt x="3252697" y="103459"/>
                  </a:lnTo>
                  <a:lnTo>
                    <a:pt x="3335995" y="85326"/>
                  </a:lnTo>
                  <a:lnTo>
                    <a:pt x="3424669" y="69118"/>
                  </a:lnTo>
                  <a:lnTo>
                    <a:pt x="3517192" y="54777"/>
                  </a:lnTo>
                  <a:lnTo>
                    <a:pt x="3611057" y="42308"/>
                  </a:lnTo>
                  <a:lnTo>
                    <a:pt x="3702804" y="31753"/>
                  </a:lnTo>
                  <a:lnTo>
                    <a:pt x="3788289" y="23150"/>
                  </a:lnTo>
                  <a:lnTo>
                    <a:pt x="3863261" y="16492"/>
                  </a:lnTo>
                  <a:lnTo>
                    <a:pt x="3924145" y="11684"/>
                  </a:lnTo>
                  <a:lnTo>
                    <a:pt x="3968850" y="8525"/>
                  </a:lnTo>
                  <a:lnTo>
                    <a:pt x="3997325" y="6716"/>
                  </a:lnTo>
                  <a:lnTo>
                    <a:pt x="4011712" y="5891"/>
                  </a:lnTo>
                  <a:lnTo>
                    <a:pt x="4016153" y="5659"/>
                  </a:lnTo>
                  <a:lnTo>
                    <a:pt x="4016409" y="5647"/>
                  </a:lnTo>
                  <a:lnTo>
                    <a:pt x="4538543" y="5647"/>
                  </a:lnTo>
                  <a:lnTo>
                    <a:pt x="4539746" y="5707"/>
                  </a:lnTo>
                  <a:lnTo>
                    <a:pt x="4547622" y="6134"/>
                  </a:lnTo>
                  <a:lnTo>
                    <a:pt x="4567349" y="7317"/>
                  </a:lnTo>
                  <a:lnTo>
                    <a:pt x="4602291" y="9640"/>
                  </a:lnTo>
                  <a:lnTo>
                    <a:pt x="4653705" y="13448"/>
                  </a:lnTo>
                  <a:lnTo>
                    <a:pt x="4720667" y="19006"/>
                  </a:lnTo>
                  <a:lnTo>
                    <a:pt x="4800396" y="26469"/>
                  </a:lnTo>
                  <a:lnTo>
                    <a:pt x="4888942" y="35894"/>
                  </a:lnTo>
                  <a:lnTo>
                    <a:pt x="4982012" y="47263"/>
                  </a:lnTo>
                  <a:lnTo>
                    <a:pt x="5075689" y="60532"/>
                  </a:lnTo>
                  <a:lnTo>
                    <a:pt x="5166884" y="75669"/>
                  </a:lnTo>
                  <a:lnTo>
                    <a:pt x="5253499" y="92693"/>
                  </a:lnTo>
                  <a:lnTo>
                    <a:pt x="5334368" y="111691"/>
                  </a:lnTo>
                  <a:lnTo>
                    <a:pt x="5409091" y="132832"/>
                  </a:lnTo>
                  <a:lnTo>
                    <a:pt x="5477829" y="156363"/>
                  </a:lnTo>
                  <a:lnTo>
                    <a:pt x="5541111" y="182607"/>
                  </a:lnTo>
                  <a:lnTo>
                    <a:pt x="5599695" y="211949"/>
                  </a:lnTo>
                  <a:lnTo>
                    <a:pt x="5654445" y="244812"/>
                  </a:lnTo>
                  <a:lnTo>
                    <a:pt x="5706254" y="281611"/>
                  </a:lnTo>
                  <a:lnTo>
                    <a:pt x="5755966" y="322679"/>
                  </a:lnTo>
                  <a:lnTo>
                    <a:pt x="5784835" y="349183"/>
                  </a:lnTo>
                  <a:lnTo>
                    <a:pt x="5826552" y="390846"/>
                  </a:lnTo>
                  <a:lnTo>
                    <a:pt x="5867867" y="435916"/>
                  </a:lnTo>
                  <a:lnTo>
                    <a:pt x="5909079" y="484461"/>
                  </a:lnTo>
                  <a:lnTo>
                    <a:pt x="5950415" y="536476"/>
                  </a:lnTo>
                  <a:lnTo>
                    <a:pt x="5992036" y="591878"/>
                  </a:lnTo>
                  <a:lnTo>
                    <a:pt x="6034043" y="650497"/>
                  </a:lnTo>
                  <a:lnTo>
                    <a:pt x="6076488" y="712076"/>
                  </a:lnTo>
                  <a:lnTo>
                    <a:pt x="6119372" y="776266"/>
                  </a:lnTo>
                  <a:lnTo>
                    <a:pt x="6162655" y="842638"/>
                  </a:lnTo>
                  <a:lnTo>
                    <a:pt x="6206264" y="910684"/>
                  </a:lnTo>
                  <a:lnTo>
                    <a:pt x="6250096" y="979840"/>
                  </a:lnTo>
                  <a:lnTo>
                    <a:pt x="6294031" y="1049502"/>
                  </a:lnTo>
                  <a:lnTo>
                    <a:pt x="6337942" y="1119045"/>
                  </a:lnTo>
                  <a:lnTo>
                    <a:pt x="6381703" y="1187849"/>
                  </a:lnTo>
                  <a:lnTo>
                    <a:pt x="6425198" y="1255322"/>
                  </a:lnTo>
                  <a:lnTo>
                    <a:pt x="6468337" y="1320920"/>
                  </a:lnTo>
                  <a:lnTo>
                    <a:pt x="6511057" y="1384165"/>
                  </a:lnTo>
                  <a:lnTo>
                    <a:pt x="6553333" y="1444655"/>
                  </a:lnTo>
                  <a:lnTo>
                    <a:pt x="6595184" y="1502077"/>
                  </a:lnTo>
                  <a:lnTo>
                    <a:pt x="6636681" y="1556207"/>
                  </a:lnTo>
                  <a:lnTo>
                    <a:pt x="6677948" y="1606909"/>
                  </a:lnTo>
                  <a:lnTo>
                    <a:pt x="6719169" y="1654130"/>
                  </a:lnTo>
                  <a:lnTo>
                    <a:pt x="6760597" y="1697894"/>
                  </a:lnTo>
                  <a:lnTo>
                    <a:pt x="6786527" y="1723328"/>
                  </a:lnTo>
                  <a:lnTo>
                    <a:pt x="6835346" y="1767009"/>
                  </a:lnTo>
                  <a:lnTo>
                    <a:pt x="6885812" y="1806316"/>
                  </a:lnTo>
                  <a:lnTo>
                    <a:pt x="6938707" y="1841473"/>
                  </a:lnTo>
                  <a:lnTo>
                    <a:pt x="6994904" y="1872857"/>
                  </a:lnTo>
                  <a:lnTo>
                    <a:pt x="7055292" y="1900894"/>
                  </a:lnTo>
                  <a:lnTo>
                    <a:pt x="7120705" y="1925994"/>
                  </a:lnTo>
                  <a:lnTo>
                    <a:pt x="7191822" y="1948521"/>
                  </a:lnTo>
                  <a:lnTo>
                    <a:pt x="7269045" y="1968768"/>
                  </a:lnTo>
                  <a:lnTo>
                    <a:pt x="7352330" y="1986951"/>
                  </a:lnTo>
                  <a:lnTo>
                    <a:pt x="7440991" y="2003204"/>
                  </a:lnTo>
                  <a:lnTo>
                    <a:pt x="7533502" y="2017584"/>
                  </a:lnTo>
                  <a:lnTo>
                    <a:pt x="7627359" y="2030088"/>
                  </a:lnTo>
                  <a:lnTo>
                    <a:pt x="7719101" y="2040674"/>
                  </a:lnTo>
                  <a:lnTo>
                    <a:pt x="7804589" y="2049302"/>
                  </a:lnTo>
                  <a:lnTo>
                    <a:pt x="7879571" y="2055981"/>
                  </a:lnTo>
                  <a:lnTo>
                    <a:pt x="7940473" y="2060805"/>
                  </a:lnTo>
                  <a:lnTo>
                    <a:pt x="7985200" y="2063974"/>
                  </a:lnTo>
                  <a:lnTo>
                    <a:pt x="8013698" y="2065790"/>
                  </a:lnTo>
                  <a:lnTo>
                    <a:pt x="8028106" y="2066619"/>
                  </a:lnTo>
                  <a:lnTo>
                    <a:pt x="8032560" y="2066852"/>
                  </a:lnTo>
                  <a:lnTo>
                    <a:pt x="8032819" y="2066864"/>
                  </a:lnTo>
                  <a:lnTo>
                    <a:pt x="8554953" y="2066864"/>
                  </a:lnTo>
                  <a:lnTo>
                    <a:pt x="8554953" y="2061217"/>
                  </a:lnTo>
                  <a:lnTo>
                    <a:pt x="8032819" y="2061217"/>
                  </a:lnTo>
                  <a:lnTo>
                    <a:pt x="8031616" y="2061157"/>
                  </a:lnTo>
                  <a:lnTo>
                    <a:pt x="8023740" y="2060729"/>
                  </a:lnTo>
                  <a:lnTo>
                    <a:pt x="8004013" y="2059547"/>
                  </a:lnTo>
                  <a:lnTo>
                    <a:pt x="7969071" y="2057224"/>
                  </a:lnTo>
                  <a:lnTo>
                    <a:pt x="7917657" y="2053415"/>
                  </a:lnTo>
                  <a:lnTo>
                    <a:pt x="7850695" y="2047858"/>
                  </a:lnTo>
                  <a:lnTo>
                    <a:pt x="7770966" y="2040394"/>
                  </a:lnTo>
                  <a:lnTo>
                    <a:pt x="7682420" y="2030970"/>
                  </a:lnTo>
                  <a:lnTo>
                    <a:pt x="7589350" y="2019601"/>
                  </a:lnTo>
                  <a:lnTo>
                    <a:pt x="7495673" y="2006332"/>
                  </a:lnTo>
                  <a:lnTo>
                    <a:pt x="7404477" y="1991195"/>
                  </a:lnTo>
                  <a:lnTo>
                    <a:pt x="7317863" y="1974171"/>
                  </a:lnTo>
                  <a:lnTo>
                    <a:pt x="7236994" y="1955172"/>
                  </a:lnTo>
                  <a:lnTo>
                    <a:pt x="7162270" y="1934031"/>
                  </a:lnTo>
                  <a:lnTo>
                    <a:pt x="7093533" y="1910501"/>
                  </a:lnTo>
                  <a:lnTo>
                    <a:pt x="7030250" y="1884257"/>
                  </a:lnTo>
                  <a:lnTo>
                    <a:pt x="6971667" y="1854915"/>
                  </a:lnTo>
                  <a:lnTo>
                    <a:pt x="6916917" y="1822052"/>
                  </a:lnTo>
                  <a:lnTo>
                    <a:pt x="6865108" y="1785252"/>
                  </a:lnTo>
                  <a:lnTo>
                    <a:pt x="6815396" y="1744185"/>
                  </a:lnTo>
                  <a:lnTo>
                    <a:pt x="6786527" y="1717681"/>
                  </a:lnTo>
                  <a:lnTo>
                    <a:pt x="6744810" y="1676018"/>
                  </a:lnTo>
                  <a:lnTo>
                    <a:pt x="6703495" y="1630948"/>
                  </a:lnTo>
                  <a:lnTo>
                    <a:pt x="6662283" y="1582403"/>
                  </a:lnTo>
                  <a:lnTo>
                    <a:pt x="6620947" y="1530388"/>
                  </a:lnTo>
                  <a:lnTo>
                    <a:pt x="6579326" y="1474986"/>
                  </a:lnTo>
                  <a:lnTo>
                    <a:pt x="6537319" y="1416367"/>
                  </a:lnTo>
                  <a:lnTo>
                    <a:pt x="6494874" y="1354788"/>
                  </a:lnTo>
                  <a:lnTo>
                    <a:pt x="6451990" y="1290597"/>
                  </a:lnTo>
                  <a:lnTo>
                    <a:pt x="6408707" y="1224226"/>
                  </a:lnTo>
                  <a:lnTo>
                    <a:pt x="6365098" y="1156180"/>
                  </a:lnTo>
                  <a:lnTo>
                    <a:pt x="6321266" y="1087023"/>
                  </a:lnTo>
                  <a:lnTo>
                    <a:pt x="6277331" y="1017362"/>
                  </a:lnTo>
                  <a:lnTo>
                    <a:pt x="6233420" y="947819"/>
                  </a:lnTo>
                  <a:lnTo>
                    <a:pt x="6189659" y="879015"/>
                  </a:lnTo>
                  <a:lnTo>
                    <a:pt x="6146164" y="811542"/>
                  </a:lnTo>
                  <a:lnTo>
                    <a:pt x="6103025" y="745943"/>
                  </a:lnTo>
                  <a:lnTo>
                    <a:pt x="6060305" y="682699"/>
                  </a:lnTo>
                  <a:lnTo>
                    <a:pt x="6018029" y="622208"/>
                  </a:lnTo>
                  <a:lnTo>
                    <a:pt x="5976178" y="564786"/>
                  </a:lnTo>
                  <a:lnTo>
                    <a:pt x="5934680" y="510656"/>
                  </a:lnTo>
                  <a:lnTo>
                    <a:pt x="5893414" y="459955"/>
                  </a:lnTo>
                  <a:lnTo>
                    <a:pt x="5852193" y="412734"/>
                  </a:lnTo>
                  <a:lnTo>
                    <a:pt x="5810764" y="368970"/>
                  </a:lnTo>
                  <a:lnTo>
                    <a:pt x="5784835" y="343536"/>
                  </a:lnTo>
                  <a:lnTo>
                    <a:pt x="5736016" y="299855"/>
                  </a:lnTo>
                  <a:lnTo>
                    <a:pt x="5685550" y="260547"/>
                  </a:lnTo>
                  <a:lnTo>
                    <a:pt x="5632655" y="225390"/>
                  </a:lnTo>
                  <a:lnTo>
                    <a:pt x="5576458" y="194006"/>
                  </a:lnTo>
                  <a:lnTo>
                    <a:pt x="5516070" y="165970"/>
                  </a:lnTo>
                  <a:lnTo>
                    <a:pt x="5450657" y="140869"/>
                  </a:lnTo>
                  <a:lnTo>
                    <a:pt x="5379540" y="118342"/>
                  </a:lnTo>
                  <a:lnTo>
                    <a:pt x="5302317" y="98096"/>
                  </a:lnTo>
                  <a:lnTo>
                    <a:pt x="5219032" y="79913"/>
                  </a:lnTo>
                  <a:lnTo>
                    <a:pt x="5130371" y="63660"/>
                  </a:lnTo>
                  <a:lnTo>
                    <a:pt x="5037860" y="49279"/>
                  </a:lnTo>
                  <a:lnTo>
                    <a:pt x="4944003" y="36775"/>
                  </a:lnTo>
                  <a:lnTo>
                    <a:pt x="4852261" y="26190"/>
                  </a:lnTo>
                  <a:lnTo>
                    <a:pt x="4766772" y="17561"/>
                  </a:lnTo>
                  <a:lnTo>
                    <a:pt x="4691791" y="10882"/>
                  </a:lnTo>
                  <a:lnTo>
                    <a:pt x="4630889" y="6059"/>
                  </a:lnTo>
                  <a:lnTo>
                    <a:pt x="4586162" y="2890"/>
                  </a:lnTo>
                  <a:lnTo>
                    <a:pt x="4557664" y="1074"/>
                  </a:lnTo>
                  <a:lnTo>
                    <a:pt x="4543256" y="245"/>
                  </a:lnTo>
                  <a:lnTo>
                    <a:pt x="4538802" y="12"/>
                  </a:lnTo>
                  <a:lnTo>
                    <a:pt x="4538543" y="0"/>
                  </a:lnTo>
                  <a:lnTo>
                    <a:pt x="4016409" y="0"/>
                  </a:lnTo>
                  <a:lnTo>
                    <a:pt x="4015206" y="59"/>
                  </a:lnTo>
                  <a:lnTo>
                    <a:pt x="4007327" y="486"/>
                  </a:lnTo>
                  <a:lnTo>
                    <a:pt x="3987595" y="1665"/>
                  </a:lnTo>
                  <a:lnTo>
                    <a:pt x="3952644" y="3983"/>
                  </a:lnTo>
                  <a:lnTo>
                    <a:pt x="3901218" y="7782"/>
                  </a:lnTo>
                  <a:lnTo>
                    <a:pt x="3834242" y="13326"/>
                  </a:lnTo>
                  <a:lnTo>
                    <a:pt x="3754498" y="20771"/>
                  </a:lnTo>
                  <a:lnTo>
                    <a:pt x="3665939" y="30172"/>
                  </a:lnTo>
                  <a:lnTo>
                    <a:pt x="3572858" y="41513"/>
                  </a:lnTo>
                  <a:lnTo>
                    <a:pt x="3479173" y="54748"/>
                  </a:lnTo>
                  <a:lnTo>
                    <a:pt x="3387973" y="69847"/>
                  </a:lnTo>
                  <a:lnTo>
                    <a:pt x="3301356" y="86828"/>
                  </a:lnTo>
                  <a:lnTo>
                    <a:pt x="3220486" y="105779"/>
                  </a:lnTo>
                  <a:lnTo>
                    <a:pt x="3145764" y="126867"/>
                  </a:lnTo>
                  <a:lnTo>
                    <a:pt x="3077028" y="150339"/>
                  </a:lnTo>
                  <a:lnTo>
                    <a:pt x="3013747" y="176517"/>
                  </a:lnTo>
                  <a:lnTo>
                    <a:pt x="2955164" y="205787"/>
                  </a:lnTo>
                  <a:lnTo>
                    <a:pt x="2900414" y="238570"/>
                  </a:lnTo>
                  <a:lnTo>
                    <a:pt x="2848605" y="275279"/>
                  </a:lnTo>
                  <a:lnTo>
                    <a:pt x="2798891" y="316246"/>
                  </a:lnTo>
                  <a:lnTo>
                    <a:pt x="2770117" y="342595"/>
                  </a:lnTo>
                  <a:lnTo>
                    <a:pt x="2728363" y="384182"/>
                  </a:lnTo>
                  <a:lnTo>
                    <a:pt x="2687011" y="429174"/>
                  </a:lnTo>
                  <a:lnTo>
                    <a:pt x="2645762" y="477637"/>
                  </a:lnTo>
                  <a:lnTo>
                    <a:pt x="2604388" y="529566"/>
                  </a:lnTo>
                  <a:lnTo>
                    <a:pt x="2562729" y="584879"/>
                  </a:lnTo>
                  <a:lnTo>
                    <a:pt x="2520682" y="643405"/>
                  </a:lnTo>
                  <a:lnTo>
                    <a:pt x="2478197" y="704887"/>
                  </a:lnTo>
                  <a:lnTo>
                    <a:pt x="2435272" y="768975"/>
                  </a:lnTo>
                  <a:lnTo>
                    <a:pt x="2391946" y="835238"/>
                  </a:lnTo>
                  <a:lnTo>
                    <a:pt x="2348296" y="903171"/>
                  </a:lnTo>
                  <a:lnTo>
                    <a:pt x="2304424" y="972207"/>
                  </a:lnTo>
                  <a:lnTo>
                    <a:pt x="2260449" y="1041742"/>
                  </a:lnTo>
                  <a:lnTo>
                    <a:pt x="2216499" y="1111151"/>
                  </a:lnTo>
                  <a:lnTo>
                    <a:pt x="2172702" y="1179815"/>
                  </a:lnTo>
                  <a:lnTo>
                    <a:pt x="2129172" y="1247143"/>
                  </a:lnTo>
                  <a:lnTo>
                    <a:pt x="2086000" y="1312591"/>
                  </a:lnTo>
                  <a:lnTo>
                    <a:pt x="2043249" y="1375681"/>
                  </a:lnTo>
                  <a:lnTo>
                    <a:pt x="2000942" y="1436013"/>
                  </a:lnTo>
                  <a:lnTo>
                    <a:pt x="1959059" y="1493277"/>
                  </a:lnTo>
                  <a:lnTo>
                    <a:pt x="1917530" y="1547248"/>
                  </a:lnTo>
                  <a:lnTo>
                    <a:pt x="1876229" y="1597792"/>
                  </a:lnTo>
                  <a:lnTo>
                    <a:pt x="1834970" y="1644859"/>
                  </a:lnTo>
                  <a:lnTo>
                    <a:pt x="1793497" y="1688473"/>
                  </a:lnTo>
                  <a:lnTo>
                    <a:pt x="1768425" y="1712975"/>
                  </a:lnTo>
                  <a:lnTo>
                    <a:pt x="1719602" y="1756540"/>
                  </a:lnTo>
                  <a:lnTo>
                    <a:pt x="1669130" y="1795743"/>
                  </a:lnTo>
                  <a:lnTo>
                    <a:pt x="1616229" y="1830806"/>
                  </a:lnTo>
                  <a:lnTo>
                    <a:pt x="1560026" y="1862106"/>
                  </a:lnTo>
                  <a:lnTo>
                    <a:pt x="1499630" y="1890067"/>
                  </a:lnTo>
                  <a:lnTo>
                    <a:pt x="1434208" y="1915100"/>
                  </a:lnTo>
                  <a:lnTo>
                    <a:pt x="1363080" y="1937565"/>
                  </a:lnTo>
                  <a:lnTo>
                    <a:pt x="1285845" y="1957757"/>
                  </a:lnTo>
                  <a:lnTo>
                    <a:pt x="1202548" y="1975890"/>
                  </a:lnTo>
                  <a:lnTo>
                    <a:pt x="1113873" y="1992098"/>
                  </a:lnTo>
                  <a:lnTo>
                    <a:pt x="1021350" y="2006439"/>
                  </a:lnTo>
                  <a:lnTo>
                    <a:pt x="927485" y="2018908"/>
                  </a:lnTo>
                  <a:lnTo>
                    <a:pt x="835738" y="2029463"/>
                  </a:lnTo>
                  <a:lnTo>
                    <a:pt x="750253" y="2038066"/>
                  </a:lnTo>
                  <a:lnTo>
                    <a:pt x="675282" y="2044725"/>
                  </a:lnTo>
                  <a:lnTo>
                    <a:pt x="614397" y="2049533"/>
                  </a:lnTo>
                  <a:lnTo>
                    <a:pt x="569692" y="2052692"/>
                  </a:lnTo>
                  <a:lnTo>
                    <a:pt x="541217" y="2054501"/>
                  </a:lnTo>
                  <a:lnTo>
                    <a:pt x="526830" y="2055326"/>
                  </a:lnTo>
                  <a:lnTo>
                    <a:pt x="522389" y="2055557"/>
                  </a:lnTo>
                  <a:lnTo>
                    <a:pt x="522133" y="2055570"/>
                  </a:lnTo>
                  <a:lnTo>
                    <a:pt x="0" y="2055570"/>
                  </a:lnTo>
                  <a:close/>
                </a:path>
              </a:pathLst>
            </a:custGeom>
            <a:solidFill>
              <a:srgbClr val="7DD8AC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2046" name="pl2046"/>
            <p:cNvSpPr/>
            <p:nvPr/>
          </p:nvSpPr>
          <p:spPr>
            <a:xfrm>
              <a:off x="386606" y="4009130"/>
              <a:ext cx="8554953" cy="2061217"/>
            </a:xfrm>
            <a:custGeom>
              <a:avLst/>
              <a:pathLst>
                <a:path w="8554953" h="2061217">
                  <a:moveTo>
                    <a:pt x="0" y="2055570"/>
                  </a:moveTo>
                  <a:lnTo>
                    <a:pt x="522133" y="2055570"/>
                  </a:lnTo>
                  <a:lnTo>
                    <a:pt x="523337" y="2055510"/>
                  </a:lnTo>
                  <a:lnTo>
                    <a:pt x="531215" y="2055083"/>
                  </a:lnTo>
                  <a:lnTo>
                    <a:pt x="550947" y="2053904"/>
                  </a:lnTo>
                  <a:lnTo>
                    <a:pt x="585898" y="2051587"/>
                  </a:lnTo>
                  <a:lnTo>
                    <a:pt x="637324" y="2047787"/>
                  </a:lnTo>
                  <a:lnTo>
                    <a:pt x="704300" y="2042243"/>
                  </a:lnTo>
                  <a:lnTo>
                    <a:pt x="784044" y="2034799"/>
                  </a:lnTo>
                  <a:lnTo>
                    <a:pt x="872603" y="2025397"/>
                  </a:lnTo>
                  <a:lnTo>
                    <a:pt x="965684" y="2014057"/>
                  </a:lnTo>
                  <a:lnTo>
                    <a:pt x="1059369" y="2000822"/>
                  </a:lnTo>
                  <a:lnTo>
                    <a:pt x="1150569" y="1985723"/>
                  </a:lnTo>
                  <a:lnTo>
                    <a:pt x="1237186" y="1968741"/>
                  </a:lnTo>
                  <a:lnTo>
                    <a:pt x="1318056" y="1949790"/>
                  </a:lnTo>
                  <a:lnTo>
                    <a:pt x="1392779" y="1928703"/>
                  </a:lnTo>
                  <a:lnTo>
                    <a:pt x="1461514" y="1905231"/>
                  </a:lnTo>
                  <a:lnTo>
                    <a:pt x="1524796" y="1879052"/>
                  </a:lnTo>
                  <a:lnTo>
                    <a:pt x="1583378" y="1849782"/>
                  </a:lnTo>
                  <a:lnTo>
                    <a:pt x="1638128" y="1817000"/>
                  </a:lnTo>
                  <a:lnTo>
                    <a:pt x="1689937" y="1780290"/>
                  </a:lnTo>
                  <a:lnTo>
                    <a:pt x="1739651" y="1739323"/>
                  </a:lnTo>
                  <a:lnTo>
                    <a:pt x="1768425" y="1712975"/>
                  </a:lnTo>
                  <a:lnTo>
                    <a:pt x="1810179" y="1671387"/>
                  </a:lnTo>
                  <a:lnTo>
                    <a:pt x="1851531" y="1626396"/>
                  </a:lnTo>
                  <a:lnTo>
                    <a:pt x="1892780" y="1577933"/>
                  </a:lnTo>
                  <a:lnTo>
                    <a:pt x="1934154" y="1526003"/>
                  </a:lnTo>
                  <a:lnTo>
                    <a:pt x="1975813" y="1470690"/>
                  </a:lnTo>
                  <a:lnTo>
                    <a:pt x="2017860" y="1412164"/>
                  </a:lnTo>
                  <a:lnTo>
                    <a:pt x="2060345" y="1350683"/>
                  </a:lnTo>
                  <a:lnTo>
                    <a:pt x="2103271" y="1286594"/>
                  </a:lnTo>
                  <a:lnTo>
                    <a:pt x="2146596" y="1220331"/>
                  </a:lnTo>
                  <a:lnTo>
                    <a:pt x="2190246" y="1152399"/>
                  </a:lnTo>
                  <a:lnTo>
                    <a:pt x="2234118" y="1083362"/>
                  </a:lnTo>
                  <a:lnTo>
                    <a:pt x="2278094" y="1013828"/>
                  </a:lnTo>
                  <a:lnTo>
                    <a:pt x="2322043" y="944418"/>
                  </a:lnTo>
                  <a:lnTo>
                    <a:pt x="2365840" y="875754"/>
                  </a:lnTo>
                  <a:lnTo>
                    <a:pt x="2409370" y="808426"/>
                  </a:lnTo>
                  <a:lnTo>
                    <a:pt x="2452542" y="742978"/>
                  </a:lnTo>
                  <a:lnTo>
                    <a:pt x="2495294" y="679889"/>
                  </a:lnTo>
                  <a:lnTo>
                    <a:pt x="2537600" y="619556"/>
                  </a:lnTo>
                  <a:lnTo>
                    <a:pt x="2579483" y="562293"/>
                  </a:lnTo>
                  <a:lnTo>
                    <a:pt x="2621012" y="508322"/>
                  </a:lnTo>
                  <a:lnTo>
                    <a:pt x="2662313" y="457777"/>
                  </a:lnTo>
                  <a:lnTo>
                    <a:pt x="2703572" y="410710"/>
                  </a:lnTo>
                  <a:lnTo>
                    <a:pt x="2745045" y="367096"/>
                  </a:lnTo>
                  <a:lnTo>
                    <a:pt x="2770117" y="342595"/>
                  </a:lnTo>
                  <a:lnTo>
                    <a:pt x="2818941" y="299029"/>
                  </a:lnTo>
                  <a:lnTo>
                    <a:pt x="2869412" y="259826"/>
                  </a:lnTo>
                  <a:lnTo>
                    <a:pt x="2922313" y="224763"/>
                  </a:lnTo>
                  <a:lnTo>
                    <a:pt x="2978516" y="193463"/>
                  </a:lnTo>
                  <a:lnTo>
                    <a:pt x="3038913" y="165502"/>
                  </a:lnTo>
                  <a:lnTo>
                    <a:pt x="3104334" y="140470"/>
                  </a:lnTo>
                  <a:lnTo>
                    <a:pt x="3175462" y="118004"/>
                  </a:lnTo>
                  <a:lnTo>
                    <a:pt x="3252697" y="97812"/>
                  </a:lnTo>
                  <a:lnTo>
                    <a:pt x="3335995" y="79679"/>
                  </a:lnTo>
                  <a:lnTo>
                    <a:pt x="3424669" y="63471"/>
                  </a:lnTo>
                  <a:lnTo>
                    <a:pt x="3517192" y="49130"/>
                  </a:lnTo>
                  <a:lnTo>
                    <a:pt x="3611057" y="36661"/>
                  </a:lnTo>
                  <a:lnTo>
                    <a:pt x="3702804" y="26106"/>
                  </a:lnTo>
                  <a:lnTo>
                    <a:pt x="3788289" y="17503"/>
                  </a:lnTo>
                  <a:lnTo>
                    <a:pt x="3863261" y="10844"/>
                  </a:lnTo>
                  <a:lnTo>
                    <a:pt x="3924145" y="6036"/>
                  </a:lnTo>
                  <a:lnTo>
                    <a:pt x="3968850" y="2878"/>
                  </a:lnTo>
                  <a:lnTo>
                    <a:pt x="3997325" y="1069"/>
                  </a:lnTo>
                  <a:lnTo>
                    <a:pt x="4011712" y="243"/>
                  </a:lnTo>
                  <a:lnTo>
                    <a:pt x="4016153" y="12"/>
                  </a:lnTo>
                  <a:lnTo>
                    <a:pt x="4016409" y="0"/>
                  </a:lnTo>
                  <a:lnTo>
                    <a:pt x="4538543" y="0"/>
                  </a:lnTo>
                  <a:lnTo>
                    <a:pt x="4539746" y="59"/>
                  </a:lnTo>
                  <a:lnTo>
                    <a:pt x="4547622" y="487"/>
                  </a:lnTo>
                  <a:lnTo>
                    <a:pt x="4567349" y="1669"/>
                  </a:lnTo>
                  <a:lnTo>
                    <a:pt x="4602291" y="3992"/>
                  </a:lnTo>
                  <a:lnTo>
                    <a:pt x="4653705" y="7801"/>
                  </a:lnTo>
                  <a:lnTo>
                    <a:pt x="4720667" y="13359"/>
                  </a:lnTo>
                  <a:lnTo>
                    <a:pt x="4800396" y="20822"/>
                  </a:lnTo>
                  <a:lnTo>
                    <a:pt x="4888942" y="30247"/>
                  </a:lnTo>
                  <a:lnTo>
                    <a:pt x="4982012" y="41616"/>
                  </a:lnTo>
                  <a:lnTo>
                    <a:pt x="5075689" y="54884"/>
                  </a:lnTo>
                  <a:lnTo>
                    <a:pt x="5166884" y="70022"/>
                  </a:lnTo>
                  <a:lnTo>
                    <a:pt x="5253499" y="87046"/>
                  </a:lnTo>
                  <a:lnTo>
                    <a:pt x="5334368" y="106044"/>
                  </a:lnTo>
                  <a:lnTo>
                    <a:pt x="5409091" y="127185"/>
                  </a:lnTo>
                  <a:lnTo>
                    <a:pt x="5477829" y="150716"/>
                  </a:lnTo>
                  <a:lnTo>
                    <a:pt x="5541111" y="176959"/>
                  </a:lnTo>
                  <a:lnTo>
                    <a:pt x="5599695" y="206301"/>
                  </a:lnTo>
                  <a:lnTo>
                    <a:pt x="5654445" y="239165"/>
                  </a:lnTo>
                  <a:lnTo>
                    <a:pt x="5706254" y="275964"/>
                  </a:lnTo>
                  <a:lnTo>
                    <a:pt x="5755966" y="317031"/>
                  </a:lnTo>
                  <a:lnTo>
                    <a:pt x="5784835" y="343536"/>
                  </a:lnTo>
                  <a:lnTo>
                    <a:pt x="5826552" y="385198"/>
                  </a:lnTo>
                  <a:lnTo>
                    <a:pt x="5867867" y="430269"/>
                  </a:lnTo>
                  <a:lnTo>
                    <a:pt x="5909079" y="478814"/>
                  </a:lnTo>
                  <a:lnTo>
                    <a:pt x="5950415" y="530829"/>
                  </a:lnTo>
                  <a:lnTo>
                    <a:pt x="5992036" y="586230"/>
                  </a:lnTo>
                  <a:lnTo>
                    <a:pt x="6034043" y="644850"/>
                  </a:lnTo>
                  <a:lnTo>
                    <a:pt x="6076488" y="706429"/>
                  </a:lnTo>
                  <a:lnTo>
                    <a:pt x="6119372" y="770619"/>
                  </a:lnTo>
                  <a:lnTo>
                    <a:pt x="6162655" y="836990"/>
                  </a:lnTo>
                  <a:lnTo>
                    <a:pt x="6206264" y="905037"/>
                  </a:lnTo>
                  <a:lnTo>
                    <a:pt x="6250096" y="974193"/>
                  </a:lnTo>
                  <a:lnTo>
                    <a:pt x="6294031" y="1043855"/>
                  </a:lnTo>
                  <a:lnTo>
                    <a:pt x="6337942" y="1113397"/>
                  </a:lnTo>
                  <a:lnTo>
                    <a:pt x="6381703" y="1182202"/>
                  </a:lnTo>
                  <a:lnTo>
                    <a:pt x="6425198" y="1249675"/>
                  </a:lnTo>
                  <a:lnTo>
                    <a:pt x="6468337" y="1315273"/>
                  </a:lnTo>
                  <a:lnTo>
                    <a:pt x="6511057" y="1378518"/>
                  </a:lnTo>
                  <a:lnTo>
                    <a:pt x="6553333" y="1439008"/>
                  </a:lnTo>
                  <a:lnTo>
                    <a:pt x="6595184" y="1496430"/>
                  </a:lnTo>
                  <a:lnTo>
                    <a:pt x="6636681" y="1550560"/>
                  </a:lnTo>
                  <a:lnTo>
                    <a:pt x="6677948" y="1601262"/>
                  </a:lnTo>
                  <a:lnTo>
                    <a:pt x="6719169" y="1648483"/>
                  </a:lnTo>
                  <a:lnTo>
                    <a:pt x="6760597" y="1692247"/>
                  </a:lnTo>
                  <a:lnTo>
                    <a:pt x="6786527" y="1717681"/>
                  </a:lnTo>
                  <a:lnTo>
                    <a:pt x="6835346" y="1761362"/>
                  </a:lnTo>
                  <a:lnTo>
                    <a:pt x="6885812" y="1800669"/>
                  </a:lnTo>
                  <a:lnTo>
                    <a:pt x="6938707" y="1835826"/>
                  </a:lnTo>
                  <a:lnTo>
                    <a:pt x="6994904" y="1867210"/>
                  </a:lnTo>
                  <a:lnTo>
                    <a:pt x="7055292" y="1895246"/>
                  </a:lnTo>
                  <a:lnTo>
                    <a:pt x="7120705" y="1920347"/>
                  </a:lnTo>
                  <a:lnTo>
                    <a:pt x="7191822" y="1942874"/>
                  </a:lnTo>
                  <a:lnTo>
                    <a:pt x="7269045" y="1963121"/>
                  </a:lnTo>
                  <a:lnTo>
                    <a:pt x="7352330" y="1981304"/>
                  </a:lnTo>
                  <a:lnTo>
                    <a:pt x="7440991" y="1997556"/>
                  </a:lnTo>
                  <a:lnTo>
                    <a:pt x="7533502" y="2011937"/>
                  </a:lnTo>
                  <a:lnTo>
                    <a:pt x="7627359" y="2024441"/>
                  </a:lnTo>
                  <a:lnTo>
                    <a:pt x="7719101" y="2035027"/>
                  </a:lnTo>
                  <a:lnTo>
                    <a:pt x="7804589" y="2043655"/>
                  </a:lnTo>
                  <a:lnTo>
                    <a:pt x="7879571" y="2050334"/>
                  </a:lnTo>
                  <a:lnTo>
                    <a:pt x="7940473" y="2055157"/>
                  </a:lnTo>
                  <a:lnTo>
                    <a:pt x="7985200" y="2058327"/>
                  </a:lnTo>
                  <a:lnTo>
                    <a:pt x="8013698" y="2060143"/>
                  </a:lnTo>
                  <a:lnTo>
                    <a:pt x="8028106" y="2060972"/>
                  </a:lnTo>
                  <a:lnTo>
                    <a:pt x="8032560" y="2061204"/>
                  </a:lnTo>
                  <a:lnTo>
                    <a:pt x="8032819" y="2061217"/>
                  </a:lnTo>
                  <a:lnTo>
                    <a:pt x="8554953" y="2061217"/>
                  </a:lnTo>
                  <a:lnTo>
                    <a:pt x="8554953" y="2061217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047" name="pl2047"/>
            <p:cNvSpPr/>
            <p:nvPr/>
          </p:nvSpPr>
          <p:spPr>
            <a:xfrm>
              <a:off x="386606" y="4003483"/>
              <a:ext cx="8554953" cy="2061217"/>
            </a:xfrm>
            <a:custGeom>
              <a:avLst/>
              <a:pathLst>
                <a:path w="8554953" h="2061217">
                  <a:moveTo>
                    <a:pt x="8554953" y="2061217"/>
                  </a:moveTo>
                  <a:lnTo>
                    <a:pt x="8032819" y="2061217"/>
                  </a:lnTo>
                  <a:lnTo>
                    <a:pt x="8031616" y="2061157"/>
                  </a:lnTo>
                  <a:lnTo>
                    <a:pt x="8023740" y="2060729"/>
                  </a:lnTo>
                  <a:lnTo>
                    <a:pt x="8004013" y="2059547"/>
                  </a:lnTo>
                  <a:lnTo>
                    <a:pt x="7969071" y="2057224"/>
                  </a:lnTo>
                  <a:lnTo>
                    <a:pt x="7917657" y="2053415"/>
                  </a:lnTo>
                  <a:lnTo>
                    <a:pt x="7850695" y="2047858"/>
                  </a:lnTo>
                  <a:lnTo>
                    <a:pt x="7770966" y="2040394"/>
                  </a:lnTo>
                  <a:lnTo>
                    <a:pt x="7682420" y="2030970"/>
                  </a:lnTo>
                  <a:lnTo>
                    <a:pt x="7589350" y="2019601"/>
                  </a:lnTo>
                  <a:lnTo>
                    <a:pt x="7495673" y="2006332"/>
                  </a:lnTo>
                  <a:lnTo>
                    <a:pt x="7404477" y="1991195"/>
                  </a:lnTo>
                  <a:lnTo>
                    <a:pt x="7317863" y="1974171"/>
                  </a:lnTo>
                  <a:lnTo>
                    <a:pt x="7236994" y="1955172"/>
                  </a:lnTo>
                  <a:lnTo>
                    <a:pt x="7162270" y="1934031"/>
                  </a:lnTo>
                  <a:lnTo>
                    <a:pt x="7093533" y="1910501"/>
                  </a:lnTo>
                  <a:lnTo>
                    <a:pt x="7030250" y="1884257"/>
                  </a:lnTo>
                  <a:lnTo>
                    <a:pt x="6971667" y="1854915"/>
                  </a:lnTo>
                  <a:lnTo>
                    <a:pt x="6916917" y="1822052"/>
                  </a:lnTo>
                  <a:lnTo>
                    <a:pt x="6865108" y="1785252"/>
                  </a:lnTo>
                  <a:lnTo>
                    <a:pt x="6815396" y="1744185"/>
                  </a:lnTo>
                  <a:lnTo>
                    <a:pt x="6786527" y="1717681"/>
                  </a:lnTo>
                  <a:lnTo>
                    <a:pt x="6744810" y="1676018"/>
                  </a:lnTo>
                  <a:lnTo>
                    <a:pt x="6703495" y="1630948"/>
                  </a:lnTo>
                  <a:lnTo>
                    <a:pt x="6662283" y="1582403"/>
                  </a:lnTo>
                  <a:lnTo>
                    <a:pt x="6620947" y="1530388"/>
                  </a:lnTo>
                  <a:lnTo>
                    <a:pt x="6579326" y="1474986"/>
                  </a:lnTo>
                  <a:lnTo>
                    <a:pt x="6537319" y="1416367"/>
                  </a:lnTo>
                  <a:lnTo>
                    <a:pt x="6494874" y="1354788"/>
                  </a:lnTo>
                  <a:lnTo>
                    <a:pt x="6451990" y="1290597"/>
                  </a:lnTo>
                  <a:lnTo>
                    <a:pt x="6408707" y="1224226"/>
                  </a:lnTo>
                  <a:lnTo>
                    <a:pt x="6365098" y="1156180"/>
                  </a:lnTo>
                  <a:lnTo>
                    <a:pt x="6321266" y="1087023"/>
                  </a:lnTo>
                  <a:lnTo>
                    <a:pt x="6277331" y="1017362"/>
                  </a:lnTo>
                  <a:lnTo>
                    <a:pt x="6233420" y="947819"/>
                  </a:lnTo>
                  <a:lnTo>
                    <a:pt x="6189659" y="879015"/>
                  </a:lnTo>
                  <a:lnTo>
                    <a:pt x="6146164" y="811542"/>
                  </a:lnTo>
                  <a:lnTo>
                    <a:pt x="6103025" y="745943"/>
                  </a:lnTo>
                  <a:lnTo>
                    <a:pt x="6060305" y="682699"/>
                  </a:lnTo>
                  <a:lnTo>
                    <a:pt x="6018029" y="622208"/>
                  </a:lnTo>
                  <a:lnTo>
                    <a:pt x="5976178" y="564786"/>
                  </a:lnTo>
                  <a:lnTo>
                    <a:pt x="5934680" y="510656"/>
                  </a:lnTo>
                  <a:lnTo>
                    <a:pt x="5893414" y="459955"/>
                  </a:lnTo>
                  <a:lnTo>
                    <a:pt x="5852193" y="412734"/>
                  </a:lnTo>
                  <a:lnTo>
                    <a:pt x="5810764" y="368970"/>
                  </a:lnTo>
                  <a:lnTo>
                    <a:pt x="5784835" y="343536"/>
                  </a:lnTo>
                  <a:lnTo>
                    <a:pt x="5736016" y="299855"/>
                  </a:lnTo>
                  <a:lnTo>
                    <a:pt x="5685550" y="260547"/>
                  </a:lnTo>
                  <a:lnTo>
                    <a:pt x="5632655" y="225390"/>
                  </a:lnTo>
                  <a:lnTo>
                    <a:pt x="5576458" y="194006"/>
                  </a:lnTo>
                  <a:lnTo>
                    <a:pt x="5516070" y="165970"/>
                  </a:lnTo>
                  <a:lnTo>
                    <a:pt x="5450657" y="140869"/>
                  </a:lnTo>
                  <a:lnTo>
                    <a:pt x="5379540" y="118342"/>
                  </a:lnTo>
                  <a:lnTo>
                    <a:pt x="5302317" y="98096"/>
                  </a:lnTo>
                  <a:lnTo>
                    <a:pt x="5219032" y="79913"/>
                  </a:lnTo>
                  <a:lnTo>
                    <a:pt x="5130371" y="63660"/>
                  </a:lnTo>
                  <a:lnTo>
                    <a:pt x="5037860" y="49279"/>
                  </a:lnTo>
                  <a:lnTo>
                    <a:pt x="4944003" y="36775"/>
                  </a:lnTo>
                  <a:lnTo>
                    <a:pt x="4852261" y="26190"/>
                  </a:lnTo>
                  <a:lnTo>
                    <a:pt x="4766772" y="17561"/>
                  </a:lnTo>
                  <a:lnTo>
                    <a:pt x="4691791" y="10882"/>
                  </a:lnTo>
                  <a:lnTo>
                    <a:pt x="4630889" y="6059"/>
                  </a:lnTo>
                  <a:lnTo>
                    <a:pt x="4586162" y="2890"/>
                  </a:lnTo>
                  <a:lnTo>
                    <a:pt x="4557664" y="1074"/>
                  </a:lnTo>
                  <a:lnTo>
                    <a:pt x="4543256" y="245"/>
                  </a:lnTo>
                  <a:lnTo>
                    <a:pt x="4538802" y="12"/>
                  </a:lnTo>
                  <a:lnTo>
                    <a:pt x="4538543" y="0"/>
                  </a:lnTo>
                  <a:lnTo>
                    <a:pt x="4016409" y="0"/>
                  </a:lnTo>
                  <a:lnTo>
                    <a:pt x="4015206" y="59"/>
                  </a:lnTo>
                  <a:lnTo>
                    <a:pt x="4007327" y="486"/>
                  </a:lnTo>
                  <a:lnTo>
                    <a:pt x="3987595" y="1665"/>
                  </a:lnTo>
                  <a:lnTo>
                    <a:pt x="3952644" y="3983"/>
                  </a:lnTo>
                  <a:lnTo>
                    <a:pt x="3901218" y="7782"/>
                  </a:lnTo>
                  <a:lnTo>
                    <a:pt x="3834242" y="13326"/>
                  </a:lnTo>
                  <a:lnTo>
                    <a:pt x="3754498" y="20771"/>
                  </a:lnTo>
                  <a:lnTo>
                    <a:pt x="3665939" y="30172"/>
                  </a:lnTo>
                  <a:lnTo>
                    <a:pt x="3572858" y="41513"/>
                  </a:lnTo>
                  <a:lnTo>
                    <a:pt x="3479173" y="54748"/>
                  </a:lnTo>
                  <a:lnTo>
                    <a:pt x="3387973" y="69847"/>
                  </a:lnTo>
                  <a:lnTo>
                    <a:pt x="3301356" y="86828"/>
                  </a:lnTo>
                  <a:lnTo>
                    <a:pt x="3220486" y="105779"/>
                  </a:lnTo>
                  <a:lnTo>
                    <a:pt x="3145764" y="126867"/>
                  </a:lnTo>
                  <a:lnTo>
                    <a:pt x="3077028" y="150339"/>
                  </a:lnTo>
                  <a:lnTo>
                    <a:pt x="3013747" y="176517"/>
                  </a:lnTo>
                  <a:lnTo>
                    <a:pt x="2955164" y="205787"/>
                  </a:lnTo>
                  <a:lnTo>
                    <a:pt x="2900414" y="238570"/>
                  </a:lnTo>
                  <a:lnTo>
                    <a:pt x="2848605" y="275279"/>
                  </a:lnTo>
                  <a:lnTo>
                    <a:pt x="2798891" y="316246"/>
                  </a:lnTo>
                  <a:lnTo>
                    <a:pt x="2770117" y="342595"/>
                  </a:lnTo>
                  <a:lnTo>
                    <a:pt x="2728363" y="384182"/>
                  </a:lnTo>
                  <a:lnTo>
                    <a:pt x="2687011" y="429174"/>
                  </a:lnTo>
                  <a:lnTo>
                    <a:pt x="2645762" y="477637"/>
                  </a:lnTo>
                  <a:lnTo>
                    <a:pt x="2604388" y="529566"/>
                  </a:lnTo>
                  <a:lnTo>
                    <a:pt x="2562729" y="584879"/>
                  </a:lnTo>
                  <a:lnTo>
                    <a:pt x="2520682" y="643405"/>
                  </a:lnTo>
                  <a:lnTo>
                    <a:pt x="2478197" y="704887"/>
                  </a:lnTo>
                  <a:lnTo>
                    <a:pt x="2435272" y="768975"/>
                  </a:lnTo>
                  <a:lnTo>
                    <a:pt x="2391946" y="835238"/>
                  </a:lnTo>
                  <a:lnTo>
                    <a:pt x="2348296" y="903171"/>
                  </a:lnTo>
                  <a:lnTo>
                    <a:pt x="2304424" y="972207"/>
                  </a:lnTo>
                  <a:lnTo>
                    <a:pt x="2260449" y="1041742"/>
                  </a:lnTo>
                  <a:lnTo>
                    <a:pt x="2216499" y="1111151"/>
                  </a:lnTo>
                  <a:lnTo>
                    <a:pt x="2172702" y="1179815"/>
                  </a:lnTo>
                  <a:lnTo>
                    <a:pt x="2129172" y="1247143"/>
                  </a:lnTo>
                  <a:lnTo>
                    <a:pt x="2086000" y="1312591"/>
                  </a:lnTo>
                  <a:lnTo>
                    <a:pt x="2043249" y="1375681"/>
                  </a:lnTo>
                  <a:lnTo>
                    <a:pt x="2000942" y="1436013"/>
                  </a:lnTo>
                  <a:lnTo>
                    <a:pt x="1959059" y="1493277"/>
                  </a:lnTo>
                  <a:lnTo>
                    <a:pt x="1917530" y="1547248"/>
                  </a:lnTo>
                  <a:lnTo>
                    <a:pt x="1876229" y="1597792"/>
                  </a:lnTo>
                  <a:lnTo>
                    <a:pt x="1834970" y="1644859"/>
                  </a:lnTo>
                  <a:lnTo>
                    <a:pt x="1793497" y="1688473"/>
                  </a:lnTo>
                  <a:lnTo>
                    <a:pt x="1768425" y="1712975"/>
                  </a:lnTo>
                  <a:lnTo>
                    <a:pt x="1719602" y="1756540"/>
                  </a:lnTo>
                  <a:lnTo>
                    <a:pt x="1669130" y="1795743"/>
                  </a:lnTo>
                  <a:lnTo>
                    <a:pt x="1616229" y="1830806"/>
                  </a:lnTo>
                  <a:lnTo>
                    <a:pt x="1560026" y="1862106"/>
                  </a:lnTo>
                  <a:lnTo>
                    <a:pt x="1499630" y="1890067"/>
                  </a:lnTo>
                  <a:lnTo>
                    <a:pt x="1434208" y="1915100"/>
                  </a:lnTo>
                  <a:lnTo>
                    <a:pt x="1363080" y="1937565"/>
                  </a:lnTo>
                  <a:lnTo>
                    <a:pt x="1285845" y="1957757"/>
                  </a:lnTo>
                  <a:lnTo>
                    <a:pt x="1202548" y="1975890"/>
                  </a:lnTo>
                  <a:lnTo>
                    <a:pt x="1113873" y="1992098"/>
                  </a:lnTo>
                  <a:lnTo>
                    <a:pt x="1021350" y="2006439"/>
                  </a:lnTo>
                  <a:lnTo>
                    <a:pt x="927485" y="2018908"/>
                  </a:lnTo>
                  <a:lnTo>
                    <a:pt x="835738" y="2029463"/>
                  </a:lnTo>
                  <a:lnTo>
                    <a:pt x="750253" y="2038066"/>
                  </a:lnTo>
                  <a:lnTo>
                    <a:pt x="675282" y="2044725"/>
                  </a:lnTo>
                  <a:lnTo>
                    <a:pt x="614397" y="2049533"/>
                  </a:lnTo>
                  <a:lnTo>
                    <a:pt x="569692" y="2052692"/>
                  </a:lnTo>
                  <a:lnTo>
                    <a:pt x="541217" y="2054501"/>
                  </a:lnTo>
                  <a:lnTo>
                    <a:pt x="526830" y="2055326"/>
                  </a:lnTo>
                  <a:lnTo>
                    <a:pt x="522389" y="2055557"/>
                  </a:lnTo>
                  <a:lnTo>
                    <a:pt x="522133" y="2055570"/>
                  </a:lnTo>
                  <a:lnTo>
                    <a:pt x="0" y="2055570"/>
                  </a:lnTo>
                  <a:lnTo>
                    <a:pt x="0" y="205557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048" name="pg2048"/>
            <p:cNvSpPr/>
            <p:nvPr/>
          </p:nvSpPr>
          <p:spPr>
            <a:xfrm>
              <a:off x="386606" y="1112132"/>
              <a:ext cx="8554953" cy="4918686"/>
            </a:xfrm>
            <a:custGeom>
              <a:avLst/>
              <a:pathLst>
                <a:path w="8554953" h="4918686">
                  <a:moveTo>
                    <a:pt x="0" y="4918686"/>
                  </a:moveTo>
                  <a:lnTo>
                    <a:pt x="522133" y="4918686"/>
                  </a:lnTo>
                  <a:lnTo>
                    <a:pt x="522989" y="4918585"/>
                  </a:lnTo>
                  <a:lnTo>
                    <a:pt x="528635" y="4917867"/>
                  </a:lnTo>
                  <a:lnTo>
                    <a:pt x="542925" y="4915884"/>
                  </a:lnTo>
                  <a:lnTo>
                    <a:pt x="568617" y="4911977"/>
                  </a:lnTo>
                  <a:lnTo>
                    <a:pt x="607191" y="4905528"/>
                  </a:lnTo>
                  <a:lnTo>
                    <a:pt x="658740" y="4896017"/>
                  </a:lnTo>
                  <a:lnTo>
                    <a:pt x="722032" y="4883068"/>
                  </a:lnTo>
                  <a:lnTo>
                    <a:pt x="794789" y="4866471"/>
                  </a:lnTo>
                  <a:lnTo>
                    <a:pt x="874117" y="4846159"/>
                  </a:lnTo>
                  <a:lnTo>
                    <a:pt x="956972" y="4822170"/>
                  </a:lnTo>
                  <a:lnTo>
                    <a:pt x="1040558" y="4794582"/>
                  </a:lnTo>
                  <a:lnTo>
                    <a:pt x="1122593" y="4763454"/>
                  </a:lnTo>
                  <a:lnTo>
                    <a:pt x="1201412" y="4728783"/>
                  </a:lnTo>
                  <a:lnTo>
                    <a:pt x="1275964" y="4690466"/>
                  </a:lnTo>
                  <a:lnTo>
                    <a:pt x="1345733" y="4648287"/>
                  </a:lnTo>
                  <a:lnTo>
                    <a:pt x="1410622" y="4601907"/>
                  </a:lnTo>
                  <a:lnTo>
                    <a:pt x="1470839" y="4550867"/>
                  </a:lnTo>
                  <a:lnTo>
                    <a:pt x="1526804" y="4494598"/>
                  </a:lnTo>
                  <a:lnTo>
                    <a:pt x="1579060" y="4432444"/>
                  </a:lnTo>
                  <a:lnTo>
                    <a:pt x="1628222" y="4363690"/>
                  </a:lnTo>
                  <a:lnTo>
                    <a:pt x="1674921" y="4287626"/>
                  </a:lnTo>
                  <a:lnTo>
                    <a:pt x="1719768" y="4203639"/>
                  </a:lnTo>
                  <a:lnTo>
                    <a:pt x="1763312" y="4111369"/>
                  </a:lnTo>
                  <a:lnTo>
                    <a:pt x="1768425" y="4099846"/>
                  </a:lnTo>
                  <a:lnTo>
                    <a:pt x="1797877" y="4030708"/>
                  </a:lnTo>
                  <a:lnTo>
                    <a:pt x="1827079" y="3957572"/>
                  </a:lnTo>
                  <a:lnTo>
                    <a:pt x="1856149" y="3880359"/>
                  </a:lnTo>
                  <a:lnTo>
                    <a:pt x="1885184" y="3799027"/>
                  </a:lnTo>
                  <a:lnTo>
                    <a:pt x="1914264" y="3713577"/>
                  </a:lnTo>
                  <a:lnTo>
                    <a:pt x="1943451" y="3624056"/>
                  </a:lnTo>
                  <a:lnTo>
                    <a:pt x="1972796" y="3530558"/>
                  </a:lnTo>
                  <a:lnTo>
                    <a:pt x="2002331" y="3433232"/>
                  </a:lnTo>
                  <a:lnTo>
                    <a:pt x="2032078" y="3332276"/>
                  </a:lnTo>
                  <a:lnTo>
                    <a:pt x="2062046" y="3227942"/>
                  </a:lnTo>
                  <a:lnTo>
                    <a:pt x="2092233" y="3120535"/>
                  </a:lnTo>
                  <a:lnTo>
                    <a:pt x="2122625" y="3010407"/>
                  </a:lnTo>
                  <a:lnTo>
                    <a:pt x="2153201" y="2897958"/>
                  </a:lnTo>
                  <a:lnTo>
                    <a:pt x="2183932" y="2783627"/>
                  </a:lnTo>
                  <a:lnTo>
                    <a:pt x="2214782" y="2667885"/>
                  </a:lnTo>
                  <a:lnTo>
                    <a:pt x="2245710" y="2551232"/>
                  </a:lnTo>
                  <a:lnTo>
                    <a:pt x="2276672" y="2434182"/>
                  </a:lnTo>
                  <a:lnTo>
                    <a:pt x="2307623" y="2317256"/>
                  </a:lnTo>
                  <a:lnTo>
                    <a:pt x="2338519" y="2200975"/>
                  </a:lnTo>
                  <a:lnTo>
                    <a:pt x="2369317" y="2085847"/>
                  </a:lnTo>
                  <a:lnTo>
                    <a:pt x="2399978" y="1972359"/>
                  </a:lnTo>
                  <a:lnTo>
                    <a:pt x="2430470" y="1860967"/>
                  </a:lnTo>
                  <a:lnTo>
                    <a:pt x="2460766" y="1752092"/>
                  </a:lnTo>
                  <a:lnTo>
                    <a:pt x="2490849" y="1646113"/>
                  </a:lnTo>
                  <a:lnTo>
                    <a:pt x="2520711" y="1543359"/>
                  </a:lnTo>
                  <a:lnTo>
                    <a:pt x="2550355" y="1444110"/>
                  </a:lnTo>
                  <a:lnTo>
                    <a:pt x="2579795" y="1348592"/>
                  </a:lnTo>
                  <a:lnTo>
                    <a:pt x="2609060" y="1256981"/>
                  </a:lnTo>
                  <a:lnTo>
                    <a:pt x="2638189" y="1169396"/>
                  </a:lnTo>
                  <a:lnTo>
                    <a:pt x="2667239" y="1085912"/>
                  </a:lnTo>
                  <a:lnTo>
                    <a:pt x="2696279" y="1006551"/>
                  </a:lnTo>
                  <a:lnTo>
                    <a:pt x="2725399" y="931295"/>
                  </a:lnTo>
                  <a:lnTo>
                    <a:pt x="2754705" y="860082"/>
                  </a:lnTo>
                  <a:lnTo>
                    <a:pt x="2770117" y="824486"/>
                  </a:lnTo>
                  <a:lnTo>
                    <a:pt x="2813538" y="731227"/>
                  </a:lnTo>
                  <a:lnTo>
                    <a:pt x="2858203" y="646268"/>
                  </a:lnTo>
                  <a:lnTo>
                    <a:pt x="2904651" y="569290"/>
                  </a:lnTo>
                  <a:lnTo>
                    <a:pt x="2953486" y="499704"/>
                  </a:lnTo>
                  <a:lnTo>
                    <a:pt x="3005342" y="436803"/>
                  </a:lnTo>
                  <a:lnTo>
                    <a:pt x="3060835" y="379870"/>
                  </a:lnTo>
                  <a:lnTo>
                    <a:pt x="3120522" y="328240"/>
                  </a:lnTo>
                  <a:lnTo>
                    <a:pt x="3184839" y="281332"/>
                  </a:lnTo>
                  <a:lnTo>
                    <a:pt x="3254026" y="238674"/>
                  </a:lnTo>
                  <a:lnTo>
                    <a:pt x="3328028" y="199912"/>
                  </a:lnTo>
                  <a:lnTo>
                    <a:pt x="3406383" y="164814"/>
                  </a:lnTo>
                  <a:lnTo>
                    <a:pt x="3488110" y="133267"/>
                  </a:lnTo>
                  <a:lnTo>
                    <a:pt x="3571620" y="105255"/>
                  </a:lnTo>
                  <a:lnTo>
                    <a:pt x="3654700" y="80834"/>
                  </a:lnTo>
                  <a:lnTo>
                    <a:pt x="3734605" y="60082"/>
                  </a:lnTo>
                  <a:lnTo>
                    <a:pt x="3808302" y="43044"/>
                  </a:lnTo>
                  <a:lnTo>
                    <a:pt x="3872855" y="29670"/>
                  </a:lnTo>
                  <a:lnTo>
                    <a:pt x="3925888" y="19766"/>
                  </a:lnTo>
                  <a:lnTo>
                    <a:pt x="3966028" y="12977"/>
                  </a:lnTo>
                  <a:lnTo>
                    <a:pt x="3993201" y="8799"/>
                  </a:lnTo>
                  <a:lnTo>
                    <a:pt x="4008726" y="6622"/>
                  </a:lnTo>
                  <a:lnTo>
                    <a:pt x="4015217" y="5788"/>
                  </a:lnTo>
                  <a:lnTo>
                    <a:pt x="4016409" y="5647"/>
                  </a:lnTo>
                  <a:lnTo>
                    <a:pt x="4538543" y="5647"/>
                  </a:lnTo>
                  <a:lnTo>
                    <a:pt x="4539482" y="5732"/>
                  </a:lnTo>
                  <a:lnTo>
                    <a:pt x="4545664" y="6339"/>
                  </a:lnTo>
                  <a:lnTo>
                    <a:pt x="4561269" y="8017"/>
                  </a:lnTo>
                  <a:lnTo>
                    <a:pt x="4589221" y="11320"/>
                  </a:lnTo>
                  <a:lnTo>
                    <a:pt x="4630978" y="16765"/>
                  </a:lnTo>
                  <a:lnTo>
                    <a:pt x="4686424" y="24775"/>
                  </a:lnTo>
                  <a:lnTo>
                    <a:pt x="4753979" y="35641"/>
                  </a:lnTo>
                  <a:lnTo>
                    <a:pt x="4830961" y="49516"/>
                  </a:lnTo>
                  <a:lnTo>
                    <a:pt x="4914107" y="66431"/>
                  </a:lnTo>
                  <a:lnTo>
                    <a:pt x="5000114" y="86340"/>
                  </a:lnTo>
                  <a:lnTo>
                    <a:pt x="5086058" y="109177"/>
                  </a:lnTo>
                  <a:lnTo>
                    <a:pt x="5169655" y="134906"/>
                  </a:lnTo>
                  <a:lnTo>
                    <a:pt x="5249328" y="163559"/>
                  </a:lnTo>
                  <a:lnTo>
                    <a:pt x="5324169" y="195258"/>
                  </a:lnTo>
                  <a:lnTo>
                    <a:pt x="5393825" y="230233"/>
                  </a:lnTo>
                  <a:lnTo>
                    <a:pt x="5458358" y="268817"/>
                  </a:lnTo>
                  <a:lnTo>
                    <a:pt x="5518124" y="311445"/>
                  </a:lnTo>
                  <a:lnTo>
                    <a:pt x="5573664" y="358638"/>
                  </a:lnTo>
                  <a:lnTo>
                    <a:pt x="5625625" y="410985"/>
                  </a:lnTo>
                  <a:lnTo>
                    <a:pt x="5674700" y="469092"/>
                  </a:lnTo>
                  <a:lnTo>
                    <a:pt x="5721573" y="533521"/>
                  </a:lnTo>
                  <a:lnTo>
                    <a:pt x="5766875" y="604667"/>
                  </a:lnTo>
                  <a:lnTo>
                    <a:pt x="5784835" y="635306"/>
                  </a:lnTo>
                  <a:lnTo>
                    <a:pt x="5817922" y="695282"/>
                  </a:lnTo>
                  <a:lnTo>
                    <a:pt x="5850713" y="759154"/>
                  </a:lnTo>
                  <a:lnTo>
                    <a:pt x="5883369" y="827000"/>
                  </a:lnTo>
                  <a:lnTo>
                    <a:pt x="5916021" y="898852"/>
                  </a:lnTo>
                  <a:lnTo>
                    <a:pt x="5948771" y="974688"/>
                  </a:lnTo>
                  <a:lnTo>
                    <a:pt x="5981697" y="1054428"/>
                  </a:lnTo>
                  <a:lnTo>
                    <a:pt x="6014854" y="1137928"/>
                  </a:lnTo>
                  <a:lnTo>
                    <a:pt x="6048277" y="1224982"/>
                  </a:lnTo>
                  <a:lnTo>
                    <a:pt x="6081978" y="1315319"/>
                  </a:lnTo>
                  <a:lnTo>
                    <a:pt x="6115953" y="1408604"/>
                  </a:lnTo>
                  <a:lnTo>
                    <a:pt x="6150183" y="1504441"/>
                  </a:lnTo>
                  <a:lnTo>
                    <a:pt x="6184633" y="1602382"/>
                  </a:lnTo>
                  <a:lnTo>
                    <a:pt x="6219257" y="1701931"/>
                  </a:lnTo>
                  <a:lnTo>
                    <a:pt x="6253999" y="1802554"/>
                  </a:lnTo>
                  <a:lnTo>
                    <a:pt x="6288800" y="1903695"/>
                  </a:lnTo>
                  <a:lnTo>
                    <a:pt x="6323595" y="2004785"/>
                  </a:lnTo>
                  <a:lnTo>
                    <a:pt x="6358321" y="2105257"/>
                  </a:lnTo>
                  <a:lnTo>
                    <a:pt x="6392917" y="2204555"/>
                  </a:lnTo>
                  <a:lnTo>
                    <a:pt x="6427331" y="2302154"/>
                  </a:lnTo>
                  <a:lnTo>
                    <a:pt x="6461517" y="2397566"/>
                  </a:lnTo>
                  <a:lnTo>
                    <a:pt x="6495445" y="2490350"/>
                  </a:lnTo>
                  <a:lnTo>
                    <a:pt x="6529096" y="2580121"/>
                  </a:lnTo>
                  <a:lnTo>
                    <a:pt x="6562469" y="2666557"/>
                  </a:lnTo>
                  <a:lnTo>
                    <a:pt x="6595582" y="2749396"/>
                  </a:lnTo>
                  <a:lnTo>
                    <a:pt x="6628472" y="2828444"/>
                  </a:lnTo>
                  <a:lnTo>
                    <a:pt x="6661198" y="2903570"/>
                  </a:lnTo>
                  <a:lnTo>
                    <a:pt x="6693842" y="2974705"/>
                  </a:lnTo>
                  <a:lnTo>
                    <a:pt x="6726512" y="3041835"/>
                  </a:lnTo>
                  <a:lnTo>
                    <a:pt x="6759343" y="3105001"/>
                  </a:lnTo>
                  <a:lnTo>
                    <a:pt x="6786527" y="3153945"/>
                  </a:lnTo>
                  <a:lnTo>
                    <a:pt x="6831352" y="3227842"/>
                  </a:lnTo>
                  <a:lnTo>
                    <a:pt x="6877520" y="3294948"/>
                  </a:lnTo>
                  <a:lnTo>
                    <a:pt x="6925626" y="3355545"/>
                  </a:lnTo>
                  <a:lnTo>
                    <a:pt x="6976338" y="3410144"/>
                  </a:lnTo>
                  <a:lnTo>
                    <a:pt x="7030352" y="3459344"/>
                  </a:lnTo>
                  <a:lnTo>
                    <a:pt x="7088340" y="3503747"/>
                  </a:lnTo>
                  <a:lnTo>
                    <a:pt x="7150894" y="3543904"/>
                  </a:lnTo>
                  <a:lnTo>
                    <a:pt x="7218456" y="3580290"/>
                  </a:lnTo>
                  <a:lnTo>
                    <a:pt x="7291221" y="3613278"/>
                  </a:lnTo>
                  <a:lnTo>
                    <a:pt x="7369020" y="3643139"/>
                  </a:lnTo>
                  <a:lnTo>
                    <a:pt x="7451183" y="3670040"/>
                  </a:lnTo>
                  <a:lnTo>
                    <a:pt x="7536416" y="3694045"/>
                  </a:lnTo>
                  <a:lnTo>
                    <a:pt x="7622717" y="3715143"/>
                  </a:lnTo>
                  <a:lnTo>
                    <a:pt x="7707401" y="3733273"/>
                  </a:lnTo>
                  <a:lnTo>
                    <a:pt x="7787276" y="3748377"/>
                  </a:lnTo>
                  <a:lnTo>
                    <a:pt x="7859003" y="3760447"/>
                  </a:lnTo>
                  <a:lnTo>
                    <a:pt x="7919598" y="3769582"/>
                  </a:lnTo>
                  <a:lnTo>
                    <a:pt x="7966981" y="3776017"/>
                  </a:lnTo>
                  <a:lnTo>
                    <a:pt x="8000417" y="3780127"/>
                  </a:lnTo>
                  <a:lnTo>
                    <a:pt x="8020730" y="3782395"/>
                  </a:lnTo>
                  <a:lnTo>
                    <a:pt x="8030278" y="3783367"/>
                  </a:lnTo>
                  <a:lnTo>
                    <a:pt x="8032819" y="3783604"/>
                  </a:lnTo>
                  <a:lnTo>
                    <a:pt x="8554953" y="3783604"/>
                  </a:lnTo>
                  <a:lnTo>
                    <a:pt x="8554953" y="3777957"/>
                  </a:lnTo>
                  <a:lnTo>
                    <a:pt x="8032819" y="3777957"/>
                  </a:lnTo>
                  <a:lnTo>
                    <a:pt x="8031880" y="3777872"/>
                  </a:lnTo>
                  <a:lnTo>
                    <a:pt x="8025698" y="3777265"/>
                  </a:lnTo>
                  <a:lnTo>
                    <a:pt x="8010093" y="3775587"/>
                  </a:lnTo>
                  <a:lnTo>
                    <a:pt x="7982141" y="3772283"/>
                  </a:lnTo>
                  <a:lnTo>
                    <a:pt x="7940384" y="3766838"/>
                  </a:lnTo>
                  <a:lnTo>
                    <a:pt x="7884938" y="3758829"/>
                  </a:lnTo>
                  <a:lnTo>
                    <a:pt x="7817383" y="3747962"/>
                  </a:lnTo>
                  <a:lnTo>
                    <a:pt x="7740401" y="3734087"/>
                  </a:lnTo>
                  <a:lnTo>
                    <a:pt x="7657255" y="3717173"/>
                  </a:lnTo>
                  <a:lnTo>
                    <a:pt x="7571248" y="3697264"/>
                  </a:lnTo>
                  <a:lnTo>
                    <a:pt x="7485304" y="3674427"/>
                  </a:lnTo>
                  <a:lnTo>
                    <a:pt x="7401707" y="3648698"/>
                  </a:lnTo>
                  <a:lnTo>
                    <a:pt x="7322034" y="3620045"/>
                  </a:lnTo>
                  <a:lnTo>
                    <a:pt x="7247192" y="3588345"/>
                  </a:lnTo>
                  <a:lnTo>
                    <a:pt x="7177537" y="3553370"/>
                  </a:lnTo>
                  <a:lnTo>
                    <a:pt x="7113004" y="3514786"/>
                  </a:lnTo>
                  <a:lnTo>
                    <a:pt x="7053238" y="3472159"/>
                  </a:lnTo>
                  <a:lnTo>
                    <a:pt x="6997698" y="3424965"/>
                  </a:lnTo>
                  <a:lnTo>
                    <a:pt x="6945737" y="3372619"/>
                  </a:lnTo>
                  <a:lnTo>
                    <a:pt x="6896662" y="3314512"/>
                  </a:lnTo>
                  <a:lnTo>
                    <a:pt x="6849789" y="3250083"/>
                  </a:lnTo>
                  <a:lnTo>
                    <a:pt x="6804487" y="3178937"/>
                  </a:lnTo>
                  <a:lnTo>
                    <a:pt x="6786527" y="3148297"/>
                  </a:lnTo>
                  <a:lnTo>
                    <a:pt x="6753440" y="3088321"/>
                  </a:lnTo>
                  <a:lnTo>
                    <a:pt x="6720649" y="3024450"/>
                  </a:lnTo>
                  <a:lnTo>
                    <a:pt x="6687993" y="2956604"/>
                  </a:lnTo>
                  <a:lnTo>
                    <a:pt x="6655341" y="2884751"/>
                  </a:lnTo>
                  <a:lnTo>
                    <a:pt x="6622591" y="2808915"/>
                  </a:lnTo>
                  <a:lnTo>
                    <a:pt x="6589665" y="2729176"/>
                  </a:lnTo>
                  <a:lnTo>
                    <a:pt x="6556508" y="2645676"/>
                  </a:lnTo>
                  <a:lnTo>
                    <a:pt x="6523085" y="2558622"/>
                  </a:lnTo>
                  <a:lnTo>
                    <a:pt x="6489384" y="2468285"/>
                  </a:lnTo>
                  <a:lnTo>
                    <a:pt x="6455409" y="2375000"/>
                  </a:lnTo>
                  <a:lnTo>
                    <a:pt x="6421179" y="2279162"/>
                  </a:lnTo>
                  <a:lnTo>
                    <a:pt x="6386729" y="2181221"/>
                  </a:lnTo>
                  <a:lnTo>
                    <a:pt x="6352105" y="2081673"/>
                  </a:lnTo>
                  <a:lnTo>
                    <a:pt x="6317362" y="1981050"/>
                  </a:lnTo>
                  <a:lnTo>
                    <a:pt x="6282562" y="1879908"/>
                  </a:lnTo>
                  <a:lnTo>
                    <a:pt x="6247767" y="1778818"/>
                  </a:lnTo>
                  <a:lnTo>
                    <a:pt x="6213041" y="1678347"/>
                  </a:lnTo>
                  <a:lnTo>
                    <a:pt x="6178445" y="1579049"/>
                  </a:lnTo>
                  <a:lnTo>
                    <a:pt x="6144031" y="1481450"/>
                  </a:lnTo>
                  <a:lnTo>
                    <a:pt x="6109845" y="1386038"/>
                  </a:lnTo>
                  <a:lnTo>
                    <a:pt x="6075917" y="1293254"/>
                  </a:lnTo>
                  <a:lnTo>
                    <a:pt x="6042266" y="1203482"/>
                  </a:lnTo>
                  <a:lnTo>
                    <a:pt x="6008893" y="1117047"/>
                  </a:lnTo>
                  <a:lnTo>
                    <a:pt x="5975780" y="1034208"/>
                  </a:lnTo>
                  <a:lnTo>
                    <a:pt x="5942890" y="955159"/>
                  </a:lnTo>
                  <a:lnTo>
                    <a:pt x="5910164" y="880033"/>
                  </a:lnTo>
                  <a:lnTo>
                    <a:pt x="5877520" y="808899"/>
                  </a:lnTo>
                  <a:lnTo>
                    <a:pt x="5844850" y="741769"/>
                  </a:lnTo>
                  <a:lnTo>
                    <a:pt x="5812019" y="678602"/>
                  </a:lnTo>
                  <a:lnTo>
                    <a:pt x="5784835" y="629659"/>
                  </a:lnTo>
                  <a:lnTo>
                    <a:pt x="5740010" y="555762"/>
                  </a:lnTo>
                  <a:lnTo>
                    <a:pt x="5693842" y="488655"/>
                  </a:lnTo>
                  <a:lnTo>
                    <a:pt x="5645736" y="428058"/>
                  </a:lnTo>
                  <a:lnTo>
                    <a:pt x="5595024" y="373460"/>
                  </a:lnTo>
                  <a:lnTo>
                    <a:pt x="5541009" y="324260"/>
                  </a:lnTo>
                  <a:lnTo>
                    <a:pt x="5483022" y="279857"/>
                  </a:lnTo>
                  <a:lnTo>
                    <a:pt x="5420468" y="239699"/>
                  </a:lnTo>
                  <a:lnTo>
                    <a:pt x="5352906" y="203314"/>
                  </a:lnTo>
                  <a:lnTo>
                    <a:pt x="5280141" y="170326"/>
                  </a:lnTo>
                  <a:lnTo>
                    <a:pt x="5202342" y="140464"/>
                  </a:lnTo>
                  <a:lnTo>
                    <a:pt x="5120179" y="113564"/>
                  </a:lnTo>
                  <a:lnTo>
                    <a:pt x="5034946" y="89559"/>
                  </a:lnTo>
                  <a:lnTo>
                    <a:pt x="4948645" y="68461"/>
                  </a:lnTo>
                  <a:lnTo>
                    <a:pt x="4863961" y="50330"/>
                  </a:lnTo>
                  <a:lnTo>
                    <a:pt x="4784086" y="35227"/>
                  </a:lnTo>
                  <a:lnTo>
                    <a:pt x="4712359" y="23157"/>
                  </a:lnTo>
                  <a:lnTo>
                    <a:pt x="4651764" y="14022"/>
                  </a:lnTo>
                  <a:lnTo>
                    <a:pt x="4604380" y="7586"/>
                  </a:lnTo>
                  <a:lnTo>
                    <a:pt x="4570945" y="3476"/>
                  </a:lnTo>
                  <a:lnTo>
                    <a:pt x="4550632" y="1208"/>
                  </a:lnTo>
                  <a:lnTo>
                    <a:pt x="4541084" y="236"/>
                  </a:lnTo>
                  <a:lnTo>
                    <a:pt x="4538543" y="0"/>
                  </a:lnTo>
                  <a:lnTo>
                    <a:pt x="4016409" y="0"/>
                  </a:lnTo>
                  <a:lnTo>
                    <a:pt x="4015553" y="100"/>
                  </a:lnTo>
                  <a:lnTo>
                    <a:pt x="4009908" y="818"/>
                  </a:lnTo>
                  <a:lnTo>
                    <a:pt x="3995617" y="2801"/>
                  </a:lnTo>
                  <a:lnTo>
                    <a:pt x="3969925" y="6708"/>
                  </a:lnTo>
                  <a:lnTo>
                    <a:pt x="3931351" y="13157"/>
                  </a:lnTo>
                  <a:lnTo>
                    <a:pt x="3879802" y="22669"/>
                  </a:lnTo>
                  <a:lnTo>
                    <a:pt x="3816510" y="35617"/>
                  </a:lnTo>
                  <a:lnTo>
                    <a:pt x="3743753" y="52214"/>
                  </a:lnTo>
                  <a:lnTo>
                    <a:pt x="3664425" y="72526"/>
                  </a:lnTo>
                  <a:lnTo>
                    <a:pt x="3581571" y="96515"/>
                  </a:lnTo>
                  <a:lnTo>
                    <a:pt x="3497984" y="124103"/>
                  </a:lnTo>
                  <a:lnTo>
                    <a:pt x="3415949" y="155231"/>
                  </a:lnTo>
                  <a:lnTo>
                    <a:pt x="3337130" y="189902"/>
                  </a:lnTo>
                  <a:lnTo>
                    <a:pt x="3262578" y="228219"/>
                  </a:lnTo>
                  <a:lnTo>
                    <a:pt x="3192809" y="270398"/>
                  </a:lnTo>
                  <a:lnTo>
                    <a:pt x="3127920" y="316778"/>
                  </a:lnTo>
                  <a:lnTo>
                    <a:pt x="3067703" y="367818"/>
                  </a:lnTo>
                  <a:lnTo>
                    <a:pt x="3011738" y="424087"/>
                  </a:lnTo>
                  <a:lnTo>
                    <a:pt x="2959482" y="486241"/>
                  </a:lnTo>
                  <a:lnTo>
                    <a:pt x="2910320" y="554995"/>
                  </a:lnTo>
                  <a:lnTo>
                    <a:pt x="2863621" y="631059"/>
                  </a:lnTo>
                  <a:lnTo>
                    <a:pt x="2818774" y="715046"/>
                  </a:lnTo>
                  <a:lnTo>
                    <a:pt x="2775230" y="807316"/>
                  </a:lnTo>
                  <a:lnTo>
                    <a:pt x="2770117" y="818839"/>
                  </a:lnTo>
                  <a:lnTo>
                    <a:pt x="2740666" y="887977"/>
                  </a:lnTo>
                  <a:lnTo>
                    <a:pt x="2711463" y="961113"/>
                  </a:lnTo>
                  <a:lnTo>
                    <a:pt x="2682393" y="1038326"/>
                  </a:lnTo>
                  <a:lnTo>
                    <a:pt x="2653358" y="1119658"/>
                  </a:lnTo>
                  <a:lnTo>
                    <a:pt x="2624279" y="1205108"/>
                  </a:lnTo>
                  <a:lnTo>
                    <a:pt x="2595091" y="1294629"/>
                  </a:lnTo>
                  <a:lnTo>
                    <a:pt x="2565746" y="1388127"/>
                  </a:lnTo>
                  <a:lnTo>
                    <a:pt x="2536211" y="1485453"/>
                  </a:lnTo>
                  <a:lnTo>
                    <a:pt x="2506464" y="1586409"/>
                  </a:lnTo>
                  <a:lnTo>
                    <a:pt x="2476496" y="1690743"/>
                  </a:lnTo>
                  <a:lnTo>
                    <a:pt x="2446310" y="1798150"/>
                  </a:lnTo>
                  <a:lnTo>
                    <a:pt x="2415917" y="1908278"/>
                  </a:lnTo>
                  <a:lnTo>
                    <a:pt x="2385341" y="2020727"/>
                  </a:lnTo>
                  <a:lnTo>
                    <a:pt x="2354610" y="2135058"/>
                  </a:lnTo>
                  <a:lnTo>
                    <a:pt x="2323760" y="2250800"/>
                  </a:lnTo>
                  <a:lnTo>
                    <a:pt x="2292832" y="2367453"/>
                  </a:lnTo>
                  <a:lnTo>
                    <a:pt x="2261870" y="2484503"/>
                  </a:lnTo>
                  <a:lnTo>
                    <a:pt x="2230919" y="2601429"/>
                  </a:lnTo>
                  <a:lnTo>
                    <a:pt x="2200023" y="2717710"/>
                  </a:lnTo>
                  <a:lnTo>
                    <a:pt x="2169225" y="2832838"/>
                  </a:lnTo>
                  <a:lnTo>
                    <a:pt x="2138564" y="2946326"/>
                  </a:lnTo>
                  <a:lnTo>
                    <a:pt x="2108072" y="3057718"/>
                  </a:lnTo>
                  <a:lnTo>
                    <a:pt x="2077776" y="3166593"/>
                  </a:lnTo>
                  <a:lnTo>
                    <a:pt x="2047693" y="3272572"/>
                  </a:lnTo>
                  <a:lnTo>
                    <a:pt x="2017831" y="3375326"/>
                  </a:lnTo>
                  <a:lnTo>
                    <a:pt x="1988187" y="3474575"/>
                  </a:lnTo>
                  <a:lnTo>
                    <a:pt x="1958747" y="3570093"/>
                  </a:lnTo>
                  <a:lnTo>
                    <a:pt x="1929482" y="3661705"/>
                  </a:lnTo>
                  <a:lnTo>
                    <a:pt x="1900353" y="3749289"/>
                  </a:lnTo>
                  <a:lnTo>
                    <a:pt x="1871303" y="3832773"/>
                  </a:lnTo>
                  <a:lnTo>
                    <a:pt x="1842263" y="3912134"/>
                  </a:lnTo>
                  <a:lnTo>
                    <a:pt x="1813143" y="3987390"/>
                  </a:lnTo>
                  <a:lnTo>
                    <a:pt x="1783837" y="4058603"/>
                  </a:lnTo>
                  <a:lnTo>
                    <a:pt x="1768425" y="4094199"/>
                  </a:lnTo>
                  <a:lnTo>
                    <a:pt x="1725004" y="4187458"/>
                  </a:lnTo>
                  <a:lnTo>
                    <a:pt x="1680339" y="4272417"/>
                  </a:lnTo>
                  <a:lnTo>
                    <a:pt x="1633891" y="4349395"/>
                  </a:lnTo>
                  <a:lnTo>
                    <a:pt x="1585056" y="4418981"/>
                  </a:lnTo>
                  <a:lnTo>
                    <a:pt x="1533200" y="4481882"/>
                  </a:lnTo>
                  <a:lnTo>
                    <a:pt x="1477707" y="4538815"/>
                  </a:lnTo>
                  <a:lnTo>
                    <a:pt x="1418020" y="4590445"/>
                  </a:lnTo>
                  <a:lnTo>
                    <a:pt x="1353703" y="4637353"/>
                  </a:lnTo>
                  <a:lnTo>
                    <a:pt x="1284516" y="4680011"/>
                  </a:lnTo>
                  <a:lnTo>
                    <a:pt x="1210514" y="4718773"/>
                  </a:lnTo>
                  <a:lnTo>
                    <a:pt x="1132159" y="4753871"/>
                  </a:lnTo>
                  <a:lnTo>
                    <a:pt x="1050432" y="4785418"/>
                  </a:lnTo>
                  <a:lnTo>
                    <a:pt x="966922" y="4813430"/>
                  </a:lnTo>
                  <a:lnTo>
                    <a:pt x="883842" y="4837851"/>
                  </a:lnTo>
                  <a:lnTo>
                    <a:pt x="803938" y="4858603"/>
                  </a:lnTo>
                  <a:lnTo>
                    <a:pt x="730240" y="4875641"/>
                  </a:lnTo>
                  <a:lnTo>
                    <a:pt x="665687" y="4889015"/>
                  </a:lnTo>
                  <a:lnTo>
                    <a:pt x="612654" y="4898919"/>
                  </a:lnTo>
                  <a:lnTo>
                    <a:pt x="572514" y="4905708"/>
                  </a:lnTo>
                  <a:lnTo>
                    <a:pt x="545342" y="4909886"/>
                  </a:lnTo>
                  <a:lnTo>
                    <a:pt x="529816" y="4912063"/>
                  </a:lnTo>
                  <a:lnTo>
                    <a:pt x="523325" y="4912897"/>
                  </a:lnTo>
                  <a:lnTo>
                    <a:pt x="522133" y="4913038"/>
                  </a:lnTo>
                  <a:lnTo>
                    <a:pt x="0" y="4913038"/>
                  </a:lnTo>
                  <a:close/>
                </a:path>
              </a:pathLst>
            </a:custGeom>
            <a:solidFill>
              <a:srgbClr val="7DD8AC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2049" name="pl2049"/>
            <p:cNvSpPr/>
            <p:nvPr/>
          </p:nvSpPr>
          <p:spPr>
            <a:xfrm>
              <a:off x="386606" y="1117779"/>
              <a:ext cx="8554953" cy="4913038"/>
            </a:xfrm>
            <a:custGeom>
              <a:avLst/>
              <a:pathLst>
                <a:path w="8554953" h="4913038">
                  <a:moveTo>
                    <a:pt x="0" y="4913038"/>
                  </a:moveTo>
                  <a:lnTo>
                    <a:pt x="522133" y="4913038"/>
                  </a:lnTo>
                  <a:lnTo>
                    <a:pt x="522989" y="4912938"/>
                  </a:lnTo>
                  <a:lnTo>
                    <a:pt x="528635" y="4912220"/>
                  </a:lnTo>
                  <a:lnTo>
                    <a:pt x="542925" y="4910237"/>
                  </a:lnTo>
                  <a:lnTo>
                    <a:pt x="568617" y="4906330"/>
                  </a:lnTo>
                  <a:lnTo>
                    <a:pt x="607191" y="4899881"/>
                  </a:lnTo>
                  <a:lnTo>
                    <a:pt x="658740" y="4890369"/>
                  </a:lnTo>
                  <a:lnTo>
                    <a:pt x="722032" y="4877421"/>
                  </a:lnTo>
                  <a:lnTo>
                    <a:pt x="794789" y="4860823"/>
                  </a:lnTo>
                  <a:lnTo>
                    <a:pt x="874117" y="4840512"/>
                  </a:lnTo>
                  <a:lnTo>
                    <a:pt x="956972" y="4816523"/>
                  </a:lnTo>
                  <a:lnTo>
                    <a:pt x="1040558" y="4788935"/>
                  </a:lnTo>
                  <a:lnTo>
                    <a:pt x="1122593" y="4757807"/>
                  </a:lnTo>
                  <a:lnTo>
                    <a:pt x="1201412" y="4723135"/>
                  </a:lnTo>
                  <a:lnTo>
                    <a:pt x="1275964" y="4684819"/>
                  </a:lnTo>
                  <a:lnTo>
                    <a:pt x="1345733" y="4642640"/>
                  </a:lnTo>
                  <a:lnTo>
                    <a:pt x="1410622" y="4596260"/>
                  </a:lnTo>
                  <a:lnTo>
                    <a:pt x="1470839" y="4545219"/>
                  </a:lnTo>
                  <a:lnTo>
                    <a:pt x="1526804" y="4488951"/>
                  </a:lnTo>
                  <a:lnTo>
                    <a:pt x="1579060" y="4426797"/>
                  </a:lnTo>
                  <a:lnTo>
                    <a:pt x="1628222" y="4358043"/>
                  </a:lnTo>
                  <a:lnTo>
                    <a:pt x="1674921" y="4281979"/>
                  </a:lnTo>
                  <a:lnTo>
                    <a:pt x="1719768" y="4197992"/>
                  </a:lnTo>
                  <a:lnTo>
                    <a:pt x="1763312" y="4105722"/>
                  </a:lnTo>
                  <a:lnTo>
                    <a:pt x="1768425" y="4094199"/>
                  </a:lnTo>
                  <a:lnTo>
                    <a:pt x="1797877" y="4025061"/>
                  </a:lnTo>
                  <a:lnTo>
                    <a:pt x="1827079" y="3951925"/>
                  </a:lnTo>
                  <a:lnTo>
                    <a:pt x="1856149" y="3874712"/>
                  </a:lnTo>
                  <a:lnTo>
                    <a:pt x="1885184" y="3793380"/>
                  </a:lnTo>
                  <a:lnTo>
                    <a:pt x="1914264" y="3707930"/>
                  </a:lnTo>
                  <a:lnTo>
                    <a:pt x="1943451" y="3618408"/>
                  </a:lnTo>
                  <a:lnTo>
                    <a:pt x="1972796" y="3524911"/>
                  </a:lnTo>
                  <a:lnTo>
                    <a:pt x="2002331" y="3427585"/>
                  </a:lnTo>
                  <a:lnTo>
                    <a:pt x="2032078" y="3326629"/>
                  </a:lnTo>
                  <a:lnTo>
                    <a:pt x="2062046" y="3222295"/>
                  </a:lnTo>
                  <a:lnTo>
                    <a:pt x="2092233" y="3114888"/>
                  </a:lnTo>
                  <a:lnTo>
                    <a:pt x="2122625" y="3004760"/>
                  </a:lnTo>
                  <a:lnTo>
                    <a:pt x="2153201" y="2892311"/>
                  </a:lnTo>
                  <a:lnTo>
                    <a:pt x="2183932" y="2777979"/>
                  </a:lnTo>
                  <a:lnTo>
                    <a:pt x="2214782" y="2662238"/>
                  </a:lnTo>
                  <a:lnTo>
                    <a:pt x="2245710" y="2545585"/>
                  </a:lnTo>
                  <a:lnTo>
                    <a:pt x="2276672" y="2428534"/>
                  </a:lnTo>
                  <a:lnTo>
                    <a:pt x="2307623" y="2311609"/>
                  </a:lnTo>
                  <a:lnTo>
                    <a:pt x="2338519" y="2195328"/>
                  </a:lnTo>
                  <a:lnTo>
                    <a:pt x="2369317" y="2080200"/>
                  </a:lnTo>
                  <a:lnTo>
                    <a:pt x="2399978" y="1966711"/>
                  </a:lnTo>
                  <a:lnTo>
                    <a:pt x="2430470" y="1855320"/>
                  </a:lnTo>
                  <a:lnTo>
                    <a:pt x="2460766" y="1746445"/>
                  </a:lnTo>
                  <a:lnTo>
                    <a:pt x="2490849" y="1640466"/>
                  </a:lnTo>
                  <a:lnTo>
                    <a:pt x="2520711" y="1537712"/>
                  </a:lnTo>
                  <a:lnTo>
                    <a:pt x="2550355" y="1438463"/>
                  </a:lnTo>
                  <a:lnTo>
                    <a:pt x="2579795" y="1342945"/>
                  </a:lnTo>
                  <a:lnTo>
                    <a:pt x="2609060" y="1251333"/>
                  </a:lnTo>
                  <a:lnTo>
                    <a:pt x="2638189" y="1163749"/>
                  </a:lnTo>
                  <a:lnTo>
                    <a:pt x="2667239" y="1080265"/>
                  </a:lnTo>
                  <a:lnTo>
                    <a:pt x="2696279" y="1000904"/>
                  </a:lnTo>
                  <a:lnTo>
                    <a:pt x="2725399" y="925648"/>
                  </a:lnTo>
                  <a:lnTo>
                    <a:pt x="2754705" y="854435"/>
                  </a:lnTo>
                  <a:lnTo>
                    <a:pt x="2770117" y="818839"/>
                  </a:lnTo>
                  <a:lnTo>
                    <a:pt x="2813538" y="725580"/>
                  </a:lnTo>
                  <a:lnTo>
                    <a:pt x="2858203" y="640620"/>
                  </a:lnTo>
                  <a:lnTo>
                    <a:pt x="2904651" y="563643"/>
                  </a:lnTo>
                  <a:lnTo>
                    <a:pt x="2953486" y="494057"/>
                  </a:lnTo>
                  <a:lnTo>
                    <a:pt x="3005342" y="431155"/>
                  </a:lnTo>
                  <a:lnTo>
                    <a:pt x="3060835" y="374223"/>
                  </a:lnTo>
                  <a:lnTo>
                    <a:pt x="3120522" y="322593"/>
                  </a:lnTo>
                  <a:lnTo>
                    <a:pt x="3184839" y="275685"/>
                  </a:lnTo>
                  <a:lnTo>
                    <a:pt x="3254026" y="233026"/>
                  </a:lnTo>
                  <a:lnTo>
                    <a:pt x="3328028" y="194264"/>
                  </a:lnTo>
                  <a:lnTo>
                    <a:pt x="3406383" y="159167"/>
                  </a:lnTo>
                  <a:lnTo>
                    <a:pt x="3488110" y="127620"/>
                  </a:lnTo>
                  <a:lnTo>
                    <a:pt x="3571620" y="99608"/>
                  </a:lnTo>
                  <a:lnTo>
                    <a:pt x="3654700" y="75187"/>
                  </a:lnTo>
                  <a:lnTo>
                    <a:pt x="3734605" y="54435"/>
                  </a:lnTo>
                  <a:lnTo>
                    <a:pt x="3808302" y="37397"/>
                  </a:lnTo>
                  <a:lnTo>
                    <a:pt x="3872855" y="24022"/>
                  </a:lnTo>
                  <a:lnTo>
                    <a:pt x="3925888" y="14119"/>
                  </a:lnTo>
                  <a:lnTo>
                    <a:pt x="3966028" y="7330"/>
                  </a:lnTo>
                  <a:lnTo>
                    <a:pt x="3993201" y="3152"/>
                  </a:lnTo>
                  <a:lnTo>
                    <a:pt x="4008726" y="974"/>
                  </a:lnTo>
                  <a:lnTo>
                    <a:pt x="4015217" y="141"/>
                  </a:lnTo>
                  <a:lnTo>
                    <a:pt x="4016408" y="0"/>
                  </a:lnTo>
                  <a:lnTo>
                    <a:pt x="4016409" y="0"/>
                  </a:lnTo>
                  <a:lnTo>
                    <a:pt x="4538543" y="0"/>
                  </a:lnTo>
                  <a:lnTo>
                    <a:pt x="4539482" y="85"/>
                  </a:lnTo>
                  <a:lnTo>
                    <a:pt x="4545664" y="692"/>
                  </a:lnTo>
                  <a:lnTo>
                    <a:pt x="4561269" y="2370"/>
                  </a:lnTo>
                  <a:lnTo>
                    <a:pt x="4589221" y="5673"/>
                  </a:lnTo>
                  <a:lnTo>
                    <a:pt x="4630978" y="11118"/>
                  </a:lnTo>
                  <a:lnTo>
                    <a:pt x="4686424" y="19127"/>
                  </a:lnTo>
                  <a:lnTo>
                    <a:pt x="4753979" y="29994"/>
                  </a:lnTo>
                  <a:lnTo>
                    <a:pt x="4830961" y="43869"/>
                  </a:lnTo>
                  <a:lnTo>
                    <a:pt x="4914107" y="60784"/>
                  </a:lnTo>
                  <a:lnTo>
                    <a:pt x="5000114" y="80693"/>
                  </a:lnTo>
                  <a:lnTo>
                    <a:pt x="5086058" y="103530"/>
                  </a:lnTo>
                  <a:lnTo>
                    <a:pt x="5169655" y="129259"/>
                  </a:lnTo>
                  <a:lnTo>
                    <a:pt x="5249328" y="157911"/>
                  </a:lnTo>
                  <a:lnTo>
                    <a:pt x="5324169" y="189611"/>
                  </a:lnTo>
                  <a:lnTo>
                    <a:pt x="5393825" y="224586"/>
                  </a:lnTo>
                  <a:lnTo>
                    <a:pt x="5458358" y="263170"/>
                  </a:lnTo>
                  <a:lnTo>
                    <a:pt x="5518124" y="305798"/>
                  </a:lnTo>
                  <a:lnTo>
                    <a:pt x="5573664" y="352991"/>
                  </a:lnTo>
                  <a:lnTo>
                    <a:pt x="5625625" y="405337"/>
                  </a:lnTo>
                  <a:lnTo>
                    <a:pt x="5674700" y="463445"/>
                  </a:lnTo>
                  <a:lnTo>
                    <a:pt x="5721573" y="527874"/>
                  </a:lnTo>
                  <a:lnTo>
                    <a:pt x="5766875" y="599020"/>
                  </a:lnTo>
                  <a:lnTo>
                    <a:pt x="5784835" y="629659"/>
                  </a:lnTo>
                  <a:lnTo>
                    <a:pt x="5817922" y="689635"/>
                  </a:lnTo>
                  <a:lnTo>
                    <a:pt x="5850713" y="753507"/>
                  </a:lnTo>
                  <a:lnTo>
                    <a:pt x="5883369" y="821353"/>
                  </a:lnTo>
                  <a:lnTo>
                    <a:pt x="5916021" y="893205"/>
                  </a:lnTo>
                  <a:lnTo>
                    <a:pt x="5948771" y="969041"/>
                  </a:lnTo>
                  <a:lnTo>
                    <a:pt x="5981697" y="1048780"/>
                  </a:lnTo>
                  <a:lnTo>
                    <a:pt x="6014854" y="1132280"/>
                  </a:lnTo>
                  <a:lnTo>
                    <a:pt x="6048277" y="1219335"/>
                  </a:lnTo>
                  <a:lnTo>
                    <a:pt x="6081978" y="1309672"/>
                  </a:lnTo>
                  <a:lnTo>
                    <a:pt x="6115953" y="1402957"/>
                  </a:lnTo>
                  <a:lnTo>
                    <a:pt x="6150183" y="1498794"/>
                  </a:lnTo>
                  <a:lnTo>
                    <a:pt x="6184633" y="1596735"/>
                  </a:lnTo>
                  <a:lnTo>
                    <a:pt x="6219257" y="1696283"/>
                  </a:lnTo>
                  <a:lnTo>
                    <a:pt x="6253999" y="1796907"/>
                  </a:lnTo>
                  <a:lnTo>
                    <a:pt x="6288800" y="1898048"/>
                  </a:lnTo>
                  <a:lnTo>
                    <a:pt x="6323595" y="1999138"/>
                  </a:lnTo>
                  <a:lnTo>
                    <a:pt x="6358321" y="2099609"/>
                  </a:lnTo>
                  <a:lnTo>
                    <a:pt x="6392917" y="2198908"/>
                  </a:lnTo>
                  <a:lnTo>
                    <a:pt x="6427331" y="2296507"/>
                  </a:lnTo>
                  <a:lnTo>
                    <a:pt x="6461517" y="2391919"/>
                  </a:lnTo>
                  <a:lnTo>
                    <a:pt x="6495445" y="2484702"/>
                  </a:lnTo>
                  <a:lnTo>
                    <a:pt x="6529096" y="2574474"/>
                  </a:lnTo>
                  <a:lnTo>
                    <a:pt x="6562469" y="2660909"/>
                  </a:lnTo>
                  <a:lnTo>
                    <a:pt x="6595582" y="2743749"/>
                  </a:lnTo>
                  <a:lnTo>
                    <a:pt x="6628472" y="2822797"/>
                  </a:lnTo>
                  <a:lnTo>
                    <a:pt x="6661198" y="2897923"/>
                  </a:lnTo>
                  <a:lnTo>
                    <a:pt x="6693842" y="2969058"/>
                  </a:lnTo>
                  <a:lnTo>
                    <a:pt x="6726512" y="3036188"/>
                  </a:lnTo>
                  <a:lnTo>
                    <a:pt x="6759343" y="3099354"/>
                  </a:lnTo>
                  <a:lnTo>
                    <a:pt x="6786527" y="3148297"/>
                  </a:lnTo>
                  <a:lnTo>
                    <a:pt x="6831352" y="3222195"/>
                  </a:lnTo>
                  <a:lnTo>
                    <a:pt x="6877520" y="3289301"/>
                  </a:lnTo>
                  <a:lnTo>
                    <a:pt x="6925626" y="3349898"/>
                  </a:lnTo>
                  <a:lnTo>
                    <a:pt x="6976338" y="3404497"/>
                  </a:lnTo>
                  <a:lnTo>
                    <a:pt x="7030352" y="3453697"/>
                  </a:lnTo>
                  <a:lnTo>
                    <a:pt x="7088340" y="3498099"/>
                  </a:lnTo>
                  <a:lnTo>
                    <a:pt x="7150894" y="3538257"/>
                  </a:lnTo>
                  <a:lnTo>
                    <a:pt x="7218456" y="3574642"/>
                  </a:lnTo>
                  <a:lnTo>
                    <a:pt x="7291221" y="3607631"/>
                  </a:lnTo>
                  <a:lnTo>
                    <a:pt x="7369020" y="3637492"/>
                  </a:lnTo>
                  <a:lnTo>
                    <a:pt x="7451183" y="3664392"/>
                  </a:lnTo>
                  <a:lnTo>
                    <a:pt x="7536416" y="3688398"/>
                  </a:lnTo>
                  <a:lnTo>
                    <a:pt x="7622717" y="3709496"/>
                  </a:lnTo>
                  <a:lnTo>
                    <a:pt x="7707401" y="3727626"/>
                  </a:lnTo>
                  <a:lnTo>
                    <a:pt x="7787276" y="3742729"/>
                  </a:lnTo>
                  <a:lnTo>
                    <a:pt x="7859003" y="3754800"/>
                  </a:lnTo>
                  <a:lnTo>
                    <a:pt x="7919598" y="3763935"/>
                  </a:lnTo>
                  <a:lnTo>
                    <a:pt x="7966981" y="3770370"/>
                  </a:lnTo>
                  <a:lnTo>
                    <a:pt x="8000417" y="3774480"/>
                  </a:lnTo>
                  <a:lnTo>
                    <a:pt x="8020730" y="3776748"/>
                  </a:lnTo>
                  <a:lnTo>
                    <a:pt x="8030278" y="3777720"/>
                  </a:lnTo>
                  <a:lnTo>
                    <a:pt x="8032756" y="3777951"/>
                  </a:lnTo>
                  <a:lnTo>
                    <a:pt x="8032819" y="3777957"/>
                  </a:lnTo>
                  <a:lnTo>
                    <a:pt x="8554953" y="3777957"/>
                  </a:lnTo>
                  <a:lnTo>
                    <a:pt x="8554953" y="3777957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050" name="pl2050"/>
            <p:cNvSpPr/>
            <p:nvPr/>
          </p:nvSpPr>
          <p:spPr>
            <a:xfrm>
              <a:off x="386606" y="1112132"/>
              <a:ext cx="8554953" cy="4913038"/>
            </a:xfrm>
            <a:custGeom>
              <a:avLst/>
              <a:pathLst>
                <a:path w="8554953" h="4913038">
                  <a:moveTo>
                    <a:pt x="8554953" y="3777957"/>
                  </a:moveTo>
                  <a:lnTo>
                    <a:pt x="8032819" y="3777957"/>
                  </a:lnTo>
                  <a:lnTo>
                    <a:pt x="8031880" y="3777872"/>
                  </a:lnTo>
                  <a:lnTo>
                    <a:pt x="8025698" y="3777265"/>
                  </a:lnTo>
                  <a:lnTo>
                    <a:pt x="8010093" y="3775587"/>
                  </a:lnTo>
                  <a:lnTo>
                    <a:pt x="7982141" y="3772283"/>
                  </a:lnTo>
                  <a:lnTo>
                    <a:pt x="7940384" y="3766838"/>
                  </a:lnTo>
                  <a:lnTo>
                    <a:pt x="7884938" y="3758829"/>
                  </a:lnTo>
                  <a:lnTo>
                    <a:pt x="7817383" y="3747962"/>
                  </a:lnTo>
                  <a:lnTo>
                    <a:pt x="7740401" y="3734087"/>
                  </a:lnTo>
                  <a:lnTo>
                    <a:pt x="7657255" y="3717173"/>
                  </a:lnTo>
                  <a:lnTo>
                    <a:pt x="7571248" y="3697264"/>
                  </a:lnTo>
                  <a:lnTo>
                    <a:pt x="7485304" y="3674427"/>
                  </a:lnTo>
                  <a:lnTo>
                    <a:pt x="7401707" y="3648698"/>
                  </a:lnTo>
                  <a:lnTo>
                    <a:pt x="7322034" y="3620045"/>
                  </a:lnTo>
                  <a:lnTo>
                    <a:pt x="7247192" y="3588345"/>
                  </a:lnTo>
                  <a:lnTo>
                    <a:pt x="7177537" y="3553370"/>
                  </a:lnTo>
                  <a:lnTo>
                    <a:pt x="7113004" y="3514786"/>
                  </a:lnTo>
                  <a:lnTo>
                    <a:pt x="7053238" y="3472159"/>
                  </a:lnTo>
                  <a:lnTo>
                    <a:pt x="6997698" y="3424965"/>
                  </a:lnTo>
                  <a:lnTo>
                    <a:pt x="6945737" y="3372619"/>
                  </a:lnTo>
                  <a:lnTo>
                    <a:pt x="6896662" y="3314512"/>
                  </a:lnTo>
                  <a:lnTo>
                    <a:pt x="6849789" y="3250083"/>
                  </a:lnTo>
                  <a:lnTo>
                    <a:pt x="6804487" y="3178937"/>
                  </a:lnTo>
                  <a:lnTo>
                    <a:pt x="6786527" y="3148297"/>
                  </a:lnTo>
                  <a:lnTo>
                    <a:pt x="6753440" y="3088321"/>
                  </a:lnTo>
                  <a:lnTo>
                    <a:pt x="6720649" y="3024450"/>
                  </a:lnTo>
                  <a:lnTo>
                    <a:pt x="6687993" y="2956604"/>
                  </a:lnTo>
                  <a:lnTo>
                    <a:pt x="6655341" y="2884751"/>
                  </a:lnTo>
                  <a:lnTo>
                    <a:pt x="6622591" y="2808915"/>
                  </a:lnTo>
                  <a:lnTo>
                    <a:pt x="6589665" y="2729176"/>
                  </a:lnTo>
                  <a:lnTo>
                    <a:pt x="6556508" y="2645676"/>
                  </a:lnTo>
                  <a:lnTo>
                    <a:pt x="6523085" y="2558622"/>
                  </a:lnTo>
                  <a:lnTo>
                    <a:pt x="6489384" y="2468285"/>
                  </a:lnTo>
                  <a:lnTo>
                    <a:pt x="6455409" y="2375000"/>
                  </a:lnTo>
                  <a:lnTo>
                    <a:pt x="6421179" y="2279162"/>
                  </a:lnTo>
                  <a:lnTo>
                    <a:pt x="6386729" y="2181221"/>
                  </a:lnTo>
                  <a:lnTo>
                    <a:pt x="6352105" y="2081673"/>
                  </a:lnTo>
                  <a:lnTo>
                    <a:pt x="6317362" y="1981050"/>
                  </a:lnTo>
                  <a:lnTo>
                    <a:pt x="6282562" y="1879908"/>
                  </a:lnTo>
                  <a:lnTo>
                    <a:pt x="6247767" y="1778818"/>
                  </a:lnTo>
                  <a:lnTo>
                    <a:pt x="6213041" y="1678347"/>
                  </a:lnTo>
                  <a:lnTo>
                    <a:pt x="6178445" y="1579049"/>
                  </a:lnTo>
                  <a:lnTo>
                    <a:pt x="6144031" y="1481450"/>
                  </a:lnTo>
                  <a:lnTo>
                    <a:pt x="6109845" y="1386038"/>
                  </a:lnTo>
                  <a:lnTo>
                    <a:pt x="6075917" y="1293254"/>
                  </a:lnTo>
                  <a:lnTo>
                    <a:pt x="6042266" y="1203482"/>
                  </a:lnTo>
                  <a:lnTo>
                    <a:pt x="6008893" y="1117047"/>
                  </a:lnTo>
                  <a:lnTo>
                    <a:pt x="5975780" y="1034208"/>
                  </a:lnTo>
                  <a:lnTo>
                    <a:pt x="5942890" y="955159"/>
                  </a:lnTo>
                  <a:lnTo>
                    <a:pt x="5910164" y="880033"/>
                  </a:lnTo>
                  <a:lnTo>
                    <a:pt x="5877520" y="808899"/>
                  </a:lnTo>
                  <a:lnTo>
                    <a:pt x="5844850" y="741769"/>
                  </a:lnTo>
                  <a:lnTo>
                    <a:pt x="5812019" y="678602"/>
                  </a:lnTo>
                  <a:lnTo>
                    <a:pt x="5784835" y="629659"/>
                  </a:lnTo>
                  <a:lnTo>
                    <a:pt x="5740010" y="555762"/>
                  </a:lnTo>
                  <a:lnTo>
                    <a:pt x="5693842" y="488655"/>
                  </a:lnTo>
                  <a:lnTo>
                    <a:pt x="5645736" y="428058"/>
                  </a:lnTo>
                  <a:lnTo>
                    <a:pt x="5595024" y="373460"/>
                  </a:lnTo>
                  <a:lnTo>
                    <a:pt x="5541009" y="324260"/>
                  </a:lnTo>
                  <a:lnTo>
                    <a:pt x="5483022" y="279857"/>
                  </a:lnTo>
                  <a:lnTo>
                    <a:pt x="5420468" y="239699"/>
                  </a:lnTo>
                  <a:lnTo>
                    <a:pt x="5352906" y="203314"/>
                  </a:lnTo>
                  <a:lnTo>
                    <a:pt x="5280141" y="170326"/>
                  </a:lnTo>
                  <a:lnTo>
                    <a:pt x="5202342" y="140464"/>
                  </a:lnTo>
                  <a:lnTo>
                    <a:pt x="5120179" y="113564"/>
                  </a:lnTo>
                  <a:lnTo>
                    <a:pt x="5034946" y="89559"/>
                  </a:lnTo>
                  <a:lnTo>
                    <a:pt x="4948645" y="68461"/>
                  </a:lnTo>
                  <a:lnTo>
                    <a:pt x="4863961" y="50330"/>
                  </a:lnTo>
                  <a:lnTo>
                    <a:pt x="4784086" y="35227"/>
                  </a:lnTo>
                  <a:lnTo>
                    <a:pt x="4712359" y="23157"/>
                  </a:lnTo>
                  <a:lnTo>
                    <a:pt x="4651764" y="14022"/>
                  </a:lnTo>
                  <a:lnTo>
                    <a:pt x="4604380" y="7586"/>
                  </a:lnTo>
                  <a:lnTo>
                    <a:pt x="4570945" y="3476"/>
                  </a:lnTo>
                  <a:lnTo>
                    <a:pt x="4550632" y="1208"/>
                  </a:lnTo>
                  <a:lnTo>
                    <a:pt x="4541084" y="236"/>
                  </a:lnTo>
                  <a:lnTo>
                    <a:pt x="4538606" y="5"/>
                  </a:lnTo>
                  <a:lnTo>
                    <a:pt x="4538543" y="0"/>
                  </a:lnTo>
                  <a:lnTo>
                    <a:pt x="4016409" y="0"/>
                  </a:lnTo>
                  <a:lnTo>
                    <a:pt x="4015553" y="100"/>
                  </a:lnTo>
                  <a:lnTo>
                    <a:pt x="4009908" y="818"/>
                  </a:lnTo>
                  <a:lnTo>
                    <a:pt x="3995617" y="2801"/>
                  </a:lnTo>
                  <a:lnTo>
                    <a:pt x="3969925" y="6708"/>
                  </a:lnTo>
                  <a:lnTo>
                    <a:pt x="3931351" y="13157"/>
                  </a:lnTo>
                  <a:lnTo>
                    <a:pt x="3879802" y="22669"/>
                  </a:lnTo>
                  <a:lnTo>
                    <a:pt x="3816510" y="35617"/>
                  </a:lnTo>
                  <a:lnTo>
                    <a:pt x="3743753" y="52214"/>
                  </a:lnTo>
                  <a:lnTo>
                    <a:pt x="3664425" y="72526"/>
                  </a:lnTo>
                  <a:lnTo>
                    <a:pt x="3581571" y="96515"/>
                  </a:lnTo>
                  <a:lnTo>
                    <a:pt x="3497984" y="124103"/>
                  </a:lnTo>
                  <a:lnTo>
                    <a:pt x="3415949" y="155231"/>
                  </a:lnTo>
                  <a:lnTo>
                    <a:pt x="3337130" y="189902"/>
                  </a:lnTo>
                  <a:lnTo>
                    <a:pt x="3262578" y="228219"/>
                  </a:lnTo>
                  <a:lnTo>
                    <a:pt x="3192809" y="270398"/>
                  </a:lnTo>
                  <a:lnTo>
                    <a:pt x="3127920" y="316778"/>
                  </a:lnTo>
                  <a:lnTo>
                    <a:pt x="3067703" y="367818"/>
                  </a:lnTo>
                  <a:lnTo>
                    <a:pt x="3011738" y="424087"/>
                  </a:lnTo>
                  <a:lnTo>
                    <a:pt x="2959482" y="486241"/>
                  </a:lnTo>
                  <a:lnTo>
                    <a:pt x="2910320" y="554995"/>
                  </a:lnTo>
                  <a:lnTo>
                    <a:pt x="2863621" y="631059"/>
                  </a:lnTo>
                  <a:lnTo>
                    <a:pt x="2818774" y="715046"/>
                  </a:lnTo>
                  <a:lnTo>
                    <a:pt x="2775230" y="807316"/>
                  </a:lnTo>
                  <a:lnTo>
                    <a:pt x="2770117" y="818839"/>
                  </a:lnTo>
                  <a:lnTo>
                    <a:pt x="2740666" y="887977"/>
                  </a:lnTo>
                  <a:lnTo>
                    <a:pt x="2711463" y="961113"/>
                  </a:lnTo>
                  <a:lnTo>
                    <a:pt x="2682393" y="1038326"/>
                  </a:lnTo>
                  <a:lnTo>
                    <a:pt x="2653358" y="1119658"/>
                  </a:lnTo>
                  <a:lnTo>
                    <a:pt x="2624279" y="1205108"/>
                  </a:lnTo>
                  <a:lnTo>
                    <a:pt x="2595091" y="1294629"/>
                  </a:lnTo>
                  <a:lnTo>
                    <a:pt x="2565746" y="1388127"/>
                  </a:lnTo>
                  <a:lnTo>
                    <a:pt x="2536211" y="1485453"/>
                  </a:lnTo>
                  <a:lnTo>
                    <a:pt x="2506464" y="1586409"/>
                  </a:lnTo>
                  <a:lnTo>
                    <a:pt x="2476496" y="1690743"/>
                  </a:lnTo>
                  <a:lnTo>
                    <a:pt x="2446310" y="1798150"/>
                  </a:lnTo>
                  <a:lnTo>
                    <a:pt x="2415917" y="1908278"/>
                  </a:lnTo>
                  <a:lnTo>
                    <a:pt x="2385341" y="2020727"/>
                  </a:lnTo>
                  <a:lnTo>
                    <a:pt x="2354610" y="2135058"/>
                  </a:lnTo>
                  <a:lnTo>
                    <a:pt x="2323760" y="2250800"/>
                  </a:lnTo>
                  <a:lnTo>
                    <a:pt x="2292832" y="2367453"/>
                  </a:lnTo>
                  <a:lnTo>
                    <a:pt x="2261870" y="2484503"/>
                  </a:lnTo>
                  <a:lnTo>
                    <a:pt x="2230919" y="2601429"/>
                  </a:lnTo>
                  <a:lnTo>
                    <a:pt x="2200023" y="2717710"/>
                  </a:lnTo>
                  <a:lnTo>
                    <a:pt x="2169225" y="2832838"/>
                  </a:lnTo>
                  <a:lnTo>
                    <a:pt x="2138564" y="2946326"/>
                  </a:lnTo>
                  <a:lnTo>
                    <a:pt x="2108072" y="3057718"/>
                  </a:lnTo>
                  <a:lnTo>
                    <a:pt x="2077776" y="3166593"/>
                  </a:lnTo>
                  <a:lnTo>
                    <a:pt x="2047693" y="3272572"/>
                  </a:lnTo>
                  <a:lnTo>
                    <a:pt x="2017831" y="3375326"/>
                  </a:lnTo>
                  <a:lnTo>
                    <a:pt x="1988187" y="3474575"/>
                  </a:lnTo>
                  <a:lnTo>
                    <a:pt x="1958747" y="3570093"/>
                  </a:lnTo>
                  <a:lnTo>
                    <a:pt x="1929482" y="3661705"/>
                  </a:lnTo>
                  <a:lnTo>
                    <a:pt x="1900353" y="3749289"/>
                  </a:lnTo>
                  <a:lnTo>
                    <a:pt x="1871303" y="3832773"/>
                  </a:lnTo>
                  <a:lnTo>
                    <a:pt x="1842263" y="3912134"/>
                  </a:lnTo>
                  <a:lnTo>
                    <a:pt x="1813143" y="3987390"/>
                  </a:lnTo>
                  <a:lnTo>
                    <a:pt x="1783837" y="4058603"/>
                  </a:lnTo>
                  <a:lnTo>
                    <a:pt x="1768425" y="4094199"/>
                  </a:lnTo>
                  <a:lnTo>
                    <a:pt x="1725004" y="4187458"/>
                  </a:lnTo>
                  <a:lnTo>
                    <a:pt x="1680339" y="4272417"/>
                  </a:lnTo>
                  <a:lnTo>
                    <a:pt x="1633891" y="4349395"/>
                  </a:lnTo>
                  <a:lnTo>
                    <a:pt x="1585056" y="4418981"/>
                  </a:lnTo>
                  <a:lnTo>
                    <a:pt x="1533200" y="4481882"/>
                  </a:lnTo>
                  <a:lnTo>
                    <a:pt x="1477707" y="4538815"/>
                  </a:lnTo>
                  <a:lnTo>
                    <a:pt x="1418020" y="4590445"/>
                  </a:lnTo>
                  <a:lnTo>
                    <a:pt x="1353703" y="4637353"/>
                  </a:lnTo>
                  <a:lnTo>
                    <a:pt x="1284516" y="4680011"/>
                  </a:lnTo>
                  <a:lnTo>
                    <a:pt x="1210514" y="4718773"/>
                  </a:lnTo>
                  <a:lnTo>
                    <a:pt x="1132159" y="4753871"/>
                  </a:lnTo>
                  <a:lnTo>
                    <a:pt x="1050432" y="4785418"/>
                  </a:lnTo>
                  <a:lnTo>
                    <a:pt x="966922" y="4813430"/>
                  </a:lnTo>
                  <a:lnTo>
                    <a:pt x="883842" y="4837851"/>
                  </a:lnTo>
                  <a:lnTo>
                    <a:pt x="803938" y="4858603"/>
                  </a:lnTo>
                  <a:lnTo>
                    <a:pt x="730240" y="4875641"/>
                  </a:lnTo>
                  <a:lnTo>
                    <a:pt x="665687" y="4889015"/>
                  </a:lnTo>
                  <a:lnTo>
                    <a:pt x="612654" y="4898919"/>
                  </a:lnTo>
                  <a:lnTo>
                    <a:pt x="572514" y="4905708"/>
                  </a:lnTo>
                  <a:lnTo>
                    <a:pt x="545342" y="4909886"/>
                  </a:lnTo>
                  <a:lnTo>
                    <a:pt x="529816" y="4912063"/>
                  </a:lnTo>
                  <a:lnTo>
                    <a:pt x="523325" y="4912897"/>
                  </a:lnTo>
                  <a:lnTo>
                    <a:pt x="522134" y="4913038"/>
                  </a:lnTo>
                  <a:lnTo>
                    <a:pt x="522133" y="4913038"/>
                  </a:lnTo>
                  <a:lnTo>
                    <a:pt x="0" y="4913038"/>
                  </a:lnTo>
                  <a:lnTo>
                    <a:pt x="0" y="4913038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051" name="pg2051"/>
            <p:cNvSpPr/>
            <p:nvPr/>
          </p:nvSpPr>
          <p:spPr>
            <a:xfrm>
              <a:off x="386606" y="3619476"/>
              <a:ext cx="8554953" cy="2433930"/>
            </a:xfrm>
            <a:custGeom>
              <a:avLst/>
              <a:pathLst>
                <a:path w="8554953" h="2433930">
                  <a:moveTo>
                    <a:pt x="0" y="2433930"/>
                  </a:moveTo>
                  <a:lnTo>
                    <a:pt x="522133" y="2433930"/>
                  </a:lnTo>
                  <a:lnTo>
                    <a:pt x="523313" y="2433861"/>
                  </a:lnTo>
                  <a:lnTo>
                    <a:pt x="531037" y="2433368"/>
                  </a:lnTo>
                  <a:lnTo>
                    <a:pt x="550398" y="2432003"/>
                  </a:lnTo>
                  <a:lnTo>
                    <a:pt x="584725" y="2429321"/>
                  </a:lnTo>
                  <a:lnTo>
                    <a:pt x="635301" y="2424922"/>
                  </a:lnTo>
                  <a:lnTo>
                    <a:pt x="701281" y="2418499"/>
                  </a:lnTo>
                  <a:lnTo>
                    <a:pt x="779997" y="2409866"/>
                  </a:lnTo>
                  <a:lnTo>
                    <a:pt x="867610" y="2398953"/>
                  </a:lnTo>
                  <a:lnTo>
                    <a:pt x="959909" y="2385778"/>
                  </a:lnTo>
                  <a:lnTo>
                    <a:pt x="1053021" y="2370393"/>
                  </a:lnTo>
                  <a:lnTo>
                    <a:pt x="1143858" y="2352835"/>
                  </a:lnTo>
                  <a:lnTo>
                    <a:pt x="1230294" y="2333088"/>
                  </a:lnTo>
                  <a:lnTo>
                    <a:pt x="1311124" y="2311057"/>
                  </a:lnTo>
                  <a:lnTo>
                    <a:pt x="1385900" y="2286558"/>
                  </a:lnTo>
                  <a:lnTo>
                    <a:pt x="1454736" y="2259312"/>
                  </a:lnTo>
                  <a:lnTo>
                    <a:pt x="1518125" y="2228954"/>
                  </a:lnTo>
                  <a:lnTo>
                    <a:pt x="1576791" y="2195047"/>
                  </a:lnTo>
                  <a:lnTo>
                    <a:pt x="1631575" y="2157104"/>
                  </a:lnTo>
                  <a:lnTo>
                    <a:pt x="1683351" y="2114641"/>
                  </a:lnTo>
                  <a:lnTo>
                    <a:pt x="1732957" y="2067257"/>
                  </a:lnTo>
                  <a:lnTo>
                    <a:pt x="1768425" y="2029216"/>
                  </a:lnTo>
                  <a:lnTo>
                    <a:pt x="1807866" y="1982931"/>
                  </a:lnTo>
                  <a:lnTo>
                    <a:pt x="1846932" y="1933065"/>
                  </a:lnTo>
                  <a:lnTo>
                    <a:pt x="1885881" y="1879546"/>
                  </a:lnTo>
                  <a:lnTo>
                    <a:pt x="1924912" y="1822368"/>
                  </a:lnTo>
                  <a:lnTo>
                    <a:pt x="1964170" y="1761599"/>
                  </a:lnTo>
                  <a:lnTo>
                    <a:pt x="2003754" y="1697385"/>
                  </a:lnTo>
                  <a:lnTo>
                    <a:pt x="2043720" y="1629956"/>
                  </a:lnTo>
                  <a:lnTo>
                    <a:pt x="2084082" y="1559626"/>
                  </a:lnTo>
                  <a:lnTo>
                    <a:pt x="2124821" y="1486791"/>
                  </a:lnTo>
                  <a:lnTo>
                    <a:pt x="2165887" y="1411921"/>
                  </a:lnTo>
                  <a:lnTo>
                    <a:pt x="2207206" y="1335550"/>
                  </a:lnTo>
                  <a:lnTo>
                    <a:pt x="2248683" y="1258258"/>
                  </a:lnTo>
                  <a:lnTo>
                    <a:pt x="2290213" y="1180658"/>
                  </a:lnTo>
                  <a:lnTo>
                    <a:pt x="2331689" y="1103372"/>
                  </a:lnTo>
                  <a:lnTo>
                    <a:pt x="2373006" y="1027011"/>
                  </a:lnTo>
                  <a:lnTo>
                    <a:pt x="2414069" y="952156"/>
                  </a:lnTo>
                  <a:lnTo>
                    <a:pt x="2454806" y="879341"/>
                  </a:lnTo>
                  <a:lnTo>
                    <a:pt x="2495164" y="809034"/>
                  </a:lnTo>
                  <a:lnTo>
                    <a:pt x="2535126" y="741631"/>
                  </a:lnTo>
                  <a:lnTo>
                    <a:pt x="2574708" y="677446"/>
                  </a:lnTo>
                  <a:lnTo>
                    <a:pt x="2613964" y="616706"/>
                  </a:lnTo>
                  <a:lnTo>
                    <a:pt x="2652993" y="559560"/>
                  </a:lnTo>
                  <a:lnTo>
                    <a:pt x="2691942" y="506072"/>
                  </a:lnTo>
                  <a:lnTo>
                    <a:pt x="2731010" y="456237"/>
                  </a:lnTo>
                  <a:lnTo>
                    <a:pt x="2770117" y="410361"/>
                  </a:lnTo>
                  <a:lnTo>
                    <a:pt x="2818602" y="359230"/>
                  </a:lnTo>
                  <a:lnTo>
                    <a:pt x="2868708" y="313184"/>
                  </a:lnTo>
                  <a:lnTo>
                    <a:pt x="2921199" y="271967"/>
                  </a:lnTo>
                  <a:lnTo>
                    <a:pt x="2976929" y="235145"/>
                  </a:lnTo>
                  <a:lnTo>
                    <a:pt x="3036772" y="202227"/>
                  </a:lnTo>
                  <a:lnTo>
                    <a:pt x="3101546" y="172736"/>
                  </a:lnTo>
                  <a:lnTo>
                    <a:pt x="3171925" y="146252"/>
                  </a:lnTo>
                  <a:lnTo>
                    <a:pt x="3248318" y="122433"/>
                  </a:lnTo>
                  <a:lnTo>
                    <a:pt x="3330709" y="101023"/>
                  </a:lnTo>
                  <a:lnTo>
                    <a:pt x="3418469" y="81864"/>
                  </a:lnTo>
                  <a:lnTo>
                    <a:pt x="3510158" y="64882"/>
                  </a:lnTo>
                  <a:lnTo>
                    <a:pt x="3603393" y="50079"/>
                  </a:lnTo>
                  <a:lnTo>
                    <a:pt x="3694849" y="37501"/>
                  </a:lnTo>
                  <a:lnTo>
                    <a:pt x="3780506" y="27195"/>
                  </a:lnTo>
                  <a:lnTo>
                    <a:pt x="3856178" y="19160"/>
                  </a:lnTo>
                  <a:lnTo>
                    <a:pt x="3918258" y="13298"/>
                  </a:lnTo>
                  <a:lnTo>
                    <a:pt x="3964512" y="9390"/>
                  </a:lnTo>
                  <a:lnTo>
                    <a:pt x="3994648" y="7101"/>
                  </a:lnTo>
                  <a:lnTo>
                    <a:pt x="4010513" y="6012"/>
                  </a:lnTo>
                  <a:lnTo>
                    <a:pt x="4015935" y="5674"/>
                  </a:lnTo>
                  <a:lnTo>
                    <a:pt x="4016409" y="5647"/>
                  </a:lnTo>
                  <a:lnTo>
                    <a:pt x="4538543" y="5647"/>
                  </a:lnTo>
                  <a:lnTo>
                    <a:pt x="4539722" y="5716"/>
                  </a:lnTo>
                  <a:lnTo>
                    <a:pt x="4547447" y="6209"/>
                  </a:lnTo>
                  <a:lnTo>
                    <a:pt x="4566808" y="7574"/>
                  </a:lnTo>
                  <a:lnTo>
                    <a:pt x="4601135" y="10256"/>
                  </a:lnTo>
                  <a:lnTo>
                    <a:pt x="4651711" y="14655"/>
                  </a:lnTo>
                  <a:lnTo>
                    <a:pt x="4717691" y="21078"/>
                  </a:lnTo>
                  <a:lnTo>
                    <a:pt x="4796407" y="29711"/>
                  </a:lnTo>
                  <a:lnTo>
                    <a:pt x="4884020" y="40624"/>
                  </a:lnTo>
                  <a:lnTo>
                    <a:pt x="4976319" y="53798"/>
                  </a:lnTo>
                  <a:lnTo>
                    <a:pt x="5069431" y="69184"/>
                  </a:lnTo>
                  <a:lnTo>
                    <a:pt x="5160268" y="86742"/>
                  </a:lnTo>
                  <a:lnTo>
                    <a:pt x="5246704" y="106489"/>
                  </a:lnTo>
                  <a:lnTo>
                    <a:pt x="5327534" y="128520"/>
                  </a:lnTo>
                  <a:lnTo>
                    <a:pt x="5402309" y="153019"/>
                  </a:lnTo>
                  <a:lnTo>
                    <a:pt x="5471145" y="180265"/>
                  </a:lnTo>
                  <a:lnTo>
                    <a:pt x="5534535" y="210623"/>
                  </a:lnTo>
                  <a:lnTo>
                    <a:pt x="5593201" y="244530"/>
                  </a:lnTo>
                  <a:lnTo>
                    <a:pt x="5647984" y="282473"/>
                  </a:lnTo>
                  <a:lnTo>
                    <a:pt x="5699760" y="324936"/>
                  </a:lnTo>
                  <a:lnTo>
                    <a:pt x="5749367" y="372320"/>
                  </a:lnTo>
                  <a:lnTo>
                    <a:pt x="5784835" y="410361"/>
                  </a:lnTo>
                  <a:lnTo>
                    <a:pt x="5824276" y="456646"/>
                  </a:lnTo>
                  <a:lnTo>
                    <a:pt x="5863342" y="506512"/>
                  </a:lnTo>
                  <a:lnTo>
                    <a:pt x="5902291" y="560031"/>
                  </a:lnTo>
                  <a:lnTo>
                    <a:pt x="5941322" y="617209"/>
                  </a:lnTo>
                  <a:lnTo>
                    <a:pt x="5980580" y="677978"/>
                  </a:lnTo>
                  <a:lnTo>
                    <a:pt x="6020164" y="742192"/>
                  </a:lnTo>
                  <a:lnTo>
                    <a:pt x="6060130" y="809621"/>
                  </a:lnTo>
                  <a:lnTo>
                    <a:pt x="6100492" y="879951"/>
                  </a:lnTo>
                  <a:lnTo>
                    <a:pt x="6141231" y="952786"/>
                  </a:lnTo>
                  <a:lnTo>
                    <a:pt x="6182297" y="1027656"/>
                  </a:lnTo>
                  <a:lnTo>
                    <a:pt x="6223616" y="1104027"/>
                  </a:lnTo>
                  <a:lnTo>
                    <a:pt x="6265092" y="1181319"/>
                  </a:lnTo>
                  <a:lnTo>
                    <a:pt x="6306623" y="1258919"/>
                  </a:lnTo>
                  <a:lnTo>
                    <a:pt x="6348099" y="1336205"/>
                  </a:lnTo>
                  <a:lnTo>
                    <a:pt x="6389416" y="1412566"/>
                  </a:lnTo>
                  <a:lnTo>
                    <a:pt x="6430479" y="1487421"/>
                  </a:lnTo>
                  <a:lnTo>
                    <a:pt x="6471215" y="1560236"/>
                  </a:lnTo>
                  <a:lnTo>
                    <a:pt x="6511574" y="1630543"/>
                  </a:lnTo>
                  <a:lnTo>
                    <a:pt x="6551536" y="1697946"/>
                  </a:lnTo>
                  <a:lnTo>
                    <a:pt x="6591118" y="1762131"/>
                  </a:lnTo>
                  <a:lnTo>
                    <a:pt x="6630373" y="1822870"/>
                  </a:lnTo>
                  <a:lnTo>
                    <a:pt x="6669403" y="1880017"/>
                  </a:lnTo>
                  <a:lnTo>
                    <a:pt x="6708352" y="1933505"/>
                  </a:lnTo>
                  <a:lnTo>
                    <a:pt x="6747420" y="1983340"/>
                  </a:lnTo>
                  <a:lnTo>
                    <a:pt x="6786527" y="2029216"/>
                  </a:lnTo>
                  <a:lnTo>
                    <a:pt x="6835012" y="2080347"/>
                  </a:lnTo>
                  <a:lnTo>
                    <a:pt x="6885118" y="2126393"/>
                  </a:lnTo>
                  <a:lnTo>
                    <a:pt x="6937609" y="2167610"/>
                  </a:lnTo>
                  <a:lnTo>
                    <a:pt x="6993339" y="2204432"/>
                  </a:lnTo>
                  <a:lnTo>
                    <a:pt x="7053182" y="2237350"/>
                  </a:lnTo>
                  <a:lnTo>
                    <a:pt x="7117956" y="2266841"/>
                  </a:lnTo>
                  <a:lnTo>
                    <a:pt x="7188335" y="2293324"/>
                  </a:lnTo>
                  <a:lnTo>
                    <a:pt x="7264728" y="2317144"/>
                  </a:lnTo>
                  <a:lnTo>
                    <a:pt x="7347119" y="2338554"/>
                  </a:lnTo>
                  <a:lnTo>
                    <a:pt x="7434879" y="2357713"/>
                  </a:lnTo>
                  <a:lnTo>
                    <a:pt x="7526568" y="2374695"/>
                  </a:lnTo>
                  <a:lnTo>
                    <a:pt x="7619803" y="2389498"/>
                  </a:lnTo>
                  <a:lnTo>
                    <a:pt x="7711259" y="2402076"/>
                  </a:lnTo>
                  <a:lnTo>
                    <a:pt x="7796916" y="2412382"/>
                  </a:lnTo>
                  <a:lnTo>
                    <a:pt x="7872588" y="2420417"/>
                  </a:lnTo>
                  <a:lnTo>
                    <a:pt x="7934668" y="2426278"/>
                  </a:lnTo>
                  <a:lnTo>
                    <a:pt x="7980922" y="2430186"/>
                  </a:lnTo>
                  <a:lnTo>
                    <a:pt x="8011058" y="2432476"/>
                  </a:lnTo>
                  <a:lnTo>
                    <a:pt x="8026923" y="2433565"/>
                  </a:lnTo>
                  <a:lnTo>
                    <a:pt x="8032345" y="2433903"/>
                  </a:lnTo>
                  <a:lnTo>
                    <a:pt x="8032819" y="2433930"/>
                  </a:lnTo>
                  <a:lnTo>
                    <a:pt x="8554953" y="2433930"/>
                  </a:lnTo>
                  <a:lnTo>
                    <a:pt x="8554953" y="2428283"/>
                  </a:lnTo>
                  <a:lnTo>
                    <a:pt x="8032819" y="2428283"/>
                  </a:lnTo>
                  <a:lnTo>
                    <a:pt x="8031640" y="2428214"/>
                  </a:lnTo>
                  <a:lnTo>
                    <a:pt x="8023915" y="2427720"/>
                  </a:lnTo>
                  <a:lnTo>
                    <a:pt x="8004554" y="2426356"/>
                  </a:lnTo>
                  <a:lnTo>
                    <a:pt x="7970227" y="2423674"/>
                  </a:lnTo>
                  <a:lnTo>
                    <a:pt x="7919651" y="2419275"/>
                  </a:lnTo>
                  <a:lnTo>
                    <a:pt x="7853671" y="2412852"/>
                  </a:lnTo>
                  <a:lnTo>
                    <a:pt x="7774955" y="2404219"/>
                  </a:lnTo>
                  <a:lnTo>
                    <a:pt x="7687342" y="2393306"/>
                  </a:lnTo>
                  <a:lnTo>
                    <a:pt x="7595043" y="2380131"/>
                  </a:lnTo>
                  <a:lnTo>
                    <a:pt x="7501931" y="2364746"/>
                  </a:lnTo>
                  <a:lnTo>
                    <a:pt x="7411094" y="2347188"/>
                  </a:lnTo>
                  <a:lnTo>
                    <a:pt x="7324658" y="2327440"/>
                  </a:lnTo>
                  <a:lnTo>
                    <a:pt x="7243828" y="2305410"/>
                  </a:lnTo>
                  <a:lnTo>
                    <a:pt x="7169052" y="2280911"/>
                  </a:lnTo>
                  <a:lnTo>
                    <a:pt x="7100216" y="2253665"/>
                  </a:lnTo>
                  <a:lnTo>
                    <a:pt x="7036827" y="2223307"/>
                  </a:lnTo>
                  <a:lnTo>
                    <a:pt x="6978161" y="2189399"/>
                  </a:lnTo>
                  <a:lnTo>
                    <a:pt x="6923377" y="2151457"/>
                  </a:lnTo>
                  <a:lnTo>
                    <a:pt x="6871601" y="2108994"/>
                  </a:lnTo>
                  <a:lnTo>
                    <a:pt x="6821995" y="2061610"/>
                  </a:lnTo>
                  <a:lnTo>
                    <a:pt x="6786527" y="2023569"/>
                  </a:lnTo>
                  <a:lnTo>
                    <a:pt x="6747086" y="1977284"/>
                  </a:lnTo>
                  <a:lnTo>
                    <a:pt x="6708020" y="1927417"/>
                  </a:lnTo>
                  <a:lnTo>
                    <a:pt x="6669071" y="1873899"/>
                  </a:lnTo>
                  <a:lnTo>
                    <a:pt x="6630040" y="1816721"/>
                  </a:lnTo>
                  <a:lnTo>
                    <a:pt x="6590782" y="1755952"/>
                  </a:lnTo>
                  <a:lnTo>
                    <a:pt x="6551198" y="1691738"/>
                  </a:lnTo>
                  <a:lnTo>
                    <a:pt x="6511232" y="1624308"/>
                  </a:lnTo>
                  <a:lnTo>
                    <a:pt x="6470870" y="1553979"/>
                  </a:lnTo>
                  <a:lnTo>
                    <a:pt x="6430131" y="1481144"/>
                  </a:lnTo>
                  <a:lnTo>
                    <a:pt x="6389065" y="1406274"/>
                  </a:lnTo>
                  <a:lnTo>
                    <a:pt x="6347746" y="1329903"/>
                  </a:lnTo>
                  <a:lnTo>
                    <a:pt x="6306269" y="1252611"/>
                  </a:lnTo>
                  <a:lnTo>
                    <a:pt x="6264739" y="1175011"/>
                  </a:lnTo>
                  <a:lnTo>
                    <a:pt x="6223263" y="1097725"/>
                  </a:lnTo>
                  <a:lnTo>
                    <a:pt x="6181946" y="1021364"/>
                  </a:lnTo>
                  <a:lnTo>
                    <a:pt x="6140883" y="946509"/>
                  </a:lnTo>
                  <a:lnTo>
                    <a:pt x="6100147" y="873694"/>
                  </a:lnTo>
                  <a:lnTo>
                    <a:pt x="6059788" y="803387"/>
                  </a:lnTo>
                  <a:lnTo>
                    <a:pt x="6019826" y="735984"/>
                  </a:lnTo>
                  <a:lnTo>
                    <a:pt x="5980244" y="671798"/>
                  </a:lnTo>
                  <a:lnTo>
                    <a:pt x="5940988" y="611059"/>
                  </a:lnTo>
                  <a:lnTo>
                    <a:pt x="5901959" y="553913"/>
                  </a:lnTo>
                  <a:lnTo>
                    <a:pt x="5863010" y="500425"/>
                  </a:lnTo>
                  <a:lnTo>
                    <a:pt x="5823942" y="450590"/>
                  </a:lnTo>
                  <a:lnTo>
                    <a:pt x="5784835" y="404713"/>
                  </a:lnTo>
                  <a:lnTo>
                    <a:pt x="5736350" y="353583"/>
                  </a:lnTo>
                  <a:lnTo>
                    <a:pt x="5686244" y="307536"/>
                  </a:lnTo>
                  <a:lnTo>
                    <a:pt x="5633753" y="266319"/>
                  </a:lnTo>
                  <a:lnTo>
                    <a:pt x="5578023" y="229497"/>
                  </a:lnTo>
                  <a:lnTo>
                    <a:pt x="5518180" y="196579"/>
                  </a:lnTo>
                  <a:lnTo>
                    <a:pt x="5453406" y="167089"/>
                  </a:lnTo>
                  <a:lnTo>
                    <a:pt x="5383027" y="140605"/>
                  </a:lnTo>
                  <a:lnTo>
                    <a:pt x="5306634" y="116786"/>
                  </a:lnTo>
                  <a:lnTo>
                    <a:pt x="5224243" y="95376"/>
                  </a:lnTo>
                  <a:lnTo>
                    <a:pt x="5136483" y="76216"/>
                  </a:lnTo>
                  <a:lnTo>
                    <a:pt x="5044794" y="59234"/>
                  </a:lnTo>
                  <a:lnTo>
                    <a:pt x="4951559" y="44432"/>
                  </a:lnTo>
                  <a:lnTo>
                    <a:pt x="4860103" y="31853"/>
                  </a:lnTo>
                  <a:lnTo>
                    <a:pt x="4774446" y="21548"/>
                  </a:lnTo>
                  <a:lnTo>
                    <a:pt x="4698774" y="13513"/>
                  </a:lnTo>
                  <a:lnTo>
                    <a:pt x="4636694" y="7651"/>
                  </a:lnTo>
                  <a:lnTo>
                    <a:pt x="4590440" y="3743"/>
                  </a:lnTo>
                  <a:lnTo>
                    <a:pt x="4560304" y="1453"/>
                  </a:lnTo>
                  <a:lnTo>
                    <a:pt x="4544439" y="365"/>
                  </a:lnTo>
                  <a:lnTo>
                    <a:pt x="4539017" y="27"/>
                  </a:lnTo>
                  <a:lnTo>
                    <a:pt x="4538543" y="0"/>
                  </a:lnTo>
                  <a:lnTo>
                    <a:pt x="4016409" y="0"/>
                  </a:lnTo>
                  <a:lnTo>
                    <a:pt x="4015230" y="69"/>
                  </a:lnTo>
                  <a:lnTo>
                    <a:pt x="4007505" y="562"/>
                  </a:lnTo>
                  <a:lnTo>
                    <a:pt x="3988144" y="1927"/>
                  </a:lnTo>
                  <a:lnTo>
                    <a:pt x="3953817" y="4609"/>
                  </a:lnTo>
                  <a:lnTo>
                    <a:pt x="3903241" y="9007"/>
                  </a:lnTo>
                  <a:lnTo>
                    <a:pt x="3837261" y="15431"/>
                  </a:lnTo>
                  <a:lnTo>
                    <a:pt x="3758545" y="24064"/>
                  </a:lnTo>
                  <a:lnTo>
                    <a:pt x="3670932" y="34976"/>
                  </a:lnTo>
                  <a:lnTo>
                    <a:pt x="3578633" y="48151"/>
                  </a:lnTo>
                  <a:lnTo>
                    <a:pt x="3485521" y="63537"/>
                  </a:lnTo>
                  <a:lnTo>
                    <a:pt x="3394684" y="81095"/>
                  </a:lnTo>
                  <a:lnTo>
                    <a:pt x="3308248" y="100842"/>
                  </a:lnTo>
                  <a:lnTo>
                    <a:pt x="3227418" y="122873"/>
                  </a:lnTo>
                  <a:lnTo>
                    <a:pt x="3152643" y="147372"/>
                  </a:lnTo>
                  <a:lnTo>
                    <a:pt x="3083807" y="174618"/>
                  </a:lnTo>
                  <a:lnTo>
                    <a:pt x="3020417" y="204975"/>
                  </a:lnTo>
                  <a:lnTo>
                    <a:pt x="2961751" y="238883"/>
                  </a:lnTo>
                  <a:lnTo>
                    <a:pt x="2906968" y="276826"/>
                  </a:lnTo>
                  <a:lnTo>
                    <a:pt x="2855192" y="319289"/>
                  </a:lnTo>
                  <a:lnTo>
                    <a:pt x="2805585" y="366673"/>
                  </a:lnTo>
                  <a:lnTo>
                    <a:pt x="2770117" y="404713"/>
                  </a:lnTo>
                  <a:lnTo>
                    <a:pt x="2730676" y="450999"/>
                  </a:lnTo>
                  <a:lnTo>
                    <a:pt x="2691610" y="500865"/>
                  </a:lnTo>
                  <a:lnTo>
                    <a:pt x="2652661" y="554384"/>
                  </a:lnTo>
                  <a:lnTo>
                    <a:pt x="2613630" y="611562"/>
                  </a:lnTo>
                  <a:lnTo>
                    <a:pt x="2574372" y="672331"/>
                  </a:lnTo>
                  <a:lnTo>
                    <a:pt x="2534788" y="736545"/>
                  </a:lnTo>
                  <a:lnTo>
                    <a:pt x="2494822" y="803974"/>
                  </a:lnTo>
                  <a:lnTo>
                    <a:pt x="2454460" y="874304"/>
                  </a:lnTo>
                  <a:lnTo>
                    <a:pt x="2413721" y="947139"/>
                  </a:lnTo>
                  <a:lnTo>
                    <a:pt x="2372655" y="1022009"/>
                  </a:lnTo>
                  <a:lnTo>
                    <a:pt x="2331336" y="1098380"/>
                  </a:lnTo>
                  <a:lnTo>
                    <a:pt x="2289860" y="1175672"/>
                  </a:lnTo>
                  <a:lnTo>
                    <a:pt x="2248329" y="1253272"/>
                  </a:lnTo>
                  <a:lnTo>
                    <a:pt x="2206853" y="1330558"/>
                  </a:lnTo>
                  <a:lnTo>
                    <a:pt x="2165537" y="1406919"/>
                  </a:lnTo>
                  <a:lnTo>
                    <a:pt x="2124473" y="1481773"/>
                  </a:lnTo>
                  <a:lnTo>
                    <a:pt x="2083737" y="1554589"/>
                  </a:lnTo>
                  <a:lnTo>
                    <a:pt x="2043378" y="1624895"/>
                  </a:lnTo>
                  <a:lnTo>
                    <a:pt x="2003416" y="1692298"/>
                  </a:lnTo>
                  <a:lnTo>
                    <a:pt x="1963834" y="1756484"/>
                  </a:lnTo>
                  <a:lnTo>
                    <a:pt x="1924579" y="1817223"/>
                  </a:lnTo>
                  <a:lnTo>
                    <a:pt x="1885549" y="1874370"/>
                  </a:lnTo>
                  <a:lnTo>
                    <a:pt x="1846600" y="1927857"/>
                  </a:lnTo>
                  <a:lnTo>
                    <a:pt x="1807532" y="1977693"/>
                  </a:lnTo>
                  <a:lnTo>
                    <a:pt x="1768425" y="2023569"/>
                  </a:lnTo>
                  <a:lnTo>
                    <a:pt x="1719940" y="2074700"/>
                  </a:lnTo>
                  <a:lnTo>
                    <a:pt x="1669834" y="2120746"/>
                  </a:lnTo>
                  <a:lnTo>
                    <a:pt x="1617343" y="2161963"/>
                  </a:lnTo>
                  <a:lnTo>
                    <a:pt x="1561613" y="2198785"/>
                  </a:lnTo>
                  <a:lnTo>
                    <a:pt x="1501770" y="2231703"/>
                  </a:lnTo>
                  <a:lnTo>
                    <a:pt x="1436996" y="2261194"/>
                  </a:lnTo>
                  <a:lnTo>
                    <a:pt x="1366617" y="2287677"/>
                  </a:lnTo>
                  <a:lnTo>
                    <a:pt x="1290224" y="2311497"/>
                  </a:lnTo>
                  <a:lnTo>
                    <a:pt x="1207833" y="2332906"/>
                  </a:lnTo>
                  <a:lnTo>
                    <a:pt x="1120073" y="2352066"/>
                  </a:lnTo>
                  <a:lnTo>
                    <a:pt x="1028384" y="2369048"/>
                  </a:lnTo>
                  <a:lnTo>
                    <a:pt x="935149" y="2383851"/>
                  </a:lnTo>
                  <a:lnTo>
                    <a:pt x="843693" y="2396429"/>
                  </a:lnTo>
                  <a:lnTo>
                    <a:pt x="758036" y="2406735"/>
                  </a:lnTo>
                  <a:lnTo>
                    <a:pt x="682364" y="2414769"/>
                  </a:lnTo>
                  <a:lnTo>
                    <a:pt x="620284" y="2420631"/>
                  </a:lnTo>
                  <a:lnTo>
                    <a:pt x="574030" y="2424539"/>
                  </a:lnTo>
                  <a:lnTo>
                    <a:pt x="543895" y="2426829"/>
                  </a:lnTo>
                  <a:lnTo>
                    <a:pt x="528029" y="2427918"/>
                  </a:lnTo>
                  <a:lnTo>
                    <a:pt x="522607" y="2428256"/>
                  </a:lnTo>
                  <a:lnTo>
                    <a:pt x="522133" y="2428283"/>
                  </a:lnTo>
                  <a:lnTo>
                    <a:pt x="0" y="2428283"/>
                  </a:lnTo>
                  <a:close/>
                </a:path>
              </a:pathLst>
            </a:custGeom>
            <a:solidFill>
              <a:srgbClr val="7DD8AC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2052" name="pl2052"/>
            <p:cNvSpPr/>
            <p:nvPr/>
          </p:nvSpPr>
          <p:spPr>
            <a:xfrm>
              <a:off x="386606" y="3625123"/>
              <a:ext cx="8554953" cy="2428283"/>
            </a:xfrm>
            <a:custGeom>
              <a:avLst/>
              <a:pathLst>
                <a:path w="8554953" h="2428283">
                  <a:moveTo>
                    <a:pt x="0" y="2428283"/>
                  </a:moveTo>
                  <a:lnTo>
                    <a:pt x="522133" y="2428283"/>
                  </a:lnTo>
                  <a:lnTo>
                    <a:pt x="523313" y="2428214"/>
                  </a:lnTo>
                  <a:lnTo>
                    <a:pt x="531037" y="2427720"/>
                  </a:lnTo>
                  <a:lnTo>
                    <a:pt x="550398" y="2426356"/>
                  </a:lnTo>
                  <a:lnTo>
                    <a:pt x="584725" y="2423674"/>
                  </a:lnTo>
                  <a:lnTo>
                    <a:pt x="635301" y="2419275"/>
                  </a:lnTo>
                  <a:lnTo>
                    <a:pt x="701281" y="2412852"/>
                  </a:lnTo>
                  <a:lnTo>
                    <a:pt x="779997" y="2404219"/>
                  </a:lnTo>
                  <a:lnTo>
                    <a:pt x="867610" y="2393306"/>
                  </a:lnTo>
                  <a:lnTo>
                    <a:pt x="959909" y="2380131"/>
                  </a:lnTo>
                  <a:lnTo>
                    <a:pt x="1053021" y="2364746"/>
                  </a:lnTo>
                  <a:lnTo>
                    <a:pt x="1143858" y="2347188"/>
                  </a:lnTo>
                  <a:lnTo>
                    <a:pt x="1230294" y="2327440"/>
                  </a:lnTo>
                  <a:lnTo>
                    <a:pt x="1311124" y="2305410"/>
                  </a:lnTo>
                  <a:lnTo>
                    <a:pt x="1385900" y="2280911"/>
                  </a:lnTo>
                  <a:lnTo>
                    <a:pt x="1454736" y="2253665"/>
                  </a:lnTo>
                  <a:lnTo>
                    <a:pt x="1518125" y="2223307"/>
                  </a:lnTo>
                  <a:lnTo>
                    <a:pt x="1576791" y="2189399"/>
                  </a:lnTo>
                  <a:lnTo>
                    <a:pt x="1631575" y="2151457"/>
                  </a:lnTo>
                  <a:lnTo>
                    <a:pt x="1683351" y="2108994"/>
                  </a:lnTo>
                  <a:lnTo>
                    <a:pt x="1732957" y="2061610"/>
                  </a:lnTo>
                  <a:lnTo>
                    <a:pt x="1768425" y="2023569"/>
                  </a:lnTo>
                  <a:lnTo>
                    <a:pt x="1807866" y="1977284"/>
                  </a:lnTo>
                  <a:lnTo>
                    <a:pt x="1846932" y="1927417"/>
                  </a:lnTo>
                  <a:lnTo>
                    <a:pt x="1885881" y="1873899"/>
                  </a:lnTo>
                  <a:lnTo>
                    <a:pt x="1924912" y="1816721"/>
                  </a:lnTo>
                  <a:lnTo>
                    <a:pt x="1964170" y="1755952"/>
                  </a:lnTo>
                  <a:lnTo>
                    <a:pt x="2003754" y="1691738"/>
                  </a:lnTo>
                  <a:lnTo>
                    <a:pt x="2043720" y="1624308"/>
                  </a:lnTo>
                  <a:lnTo>
                    <a:pt x="2084082" y="1553979"/>
                  </a:lnTo>
                  <a:lnTo>
                    <a:pt x="2124821" y="1481144"/>
                  </a:lnTo>
                  <a:lnTo>
                    <a:pt x="2165887" y="1406274"/>
                  </a:lnTo>
                  <a:lnTo>
                    <a:pt x="2207206" y="1329903"/>
                  </a:lnTo>
                  <a:lnTo>
                    <a:pt x="2248683" y="1252611"/>
                  </a:lnTo>
                  <a:lnTo>
                    <a:pt x="2290213" y="1175011"/>
                  </a:lnTo>
                  <a:lnTo>
                    <a:pt x="2331689" y="1097725"/>
                  </a:lnTo>
                  <a:lnTo>
                    <a:pt x="2373006" y="1021364"/>
                  </a:lnTo>
                  <a:lnTo>
                    <a:pt x="2414069" y="946509"/>
                  </a:lnTo>
                  <a:lnTo>
                    <a:pt x="2454806" y="873694"/>
                  </a:lnTo>
                  <a:lnTo>
                    <a:pt x="2495164" y="803387"/>
                  </a:lnTo>
                  <a:lnTo>
                    <a:pt x="2535126" y="735984"/>
                  </a:lnTo>
                  <a:lnTo>
                    <a:pt x="2574708" y="671798"/>
                  </a:lnTo>
                  <a:lnTo>
                    <a:pt x="2613964" y="611059"/>
                  </a:lnTo>
                  <a:lnTo>
                    <a:pt x="2652993" y="553913"/>
                  </a:lnTo>
                  <a:lnTo>
                    <a:pt x="2691942" y="500425"/>
                  </a:lnTo>
                  <a:lnTo>
                    <a:pt x="2731010" y="450590"/>
                  </a:lnTo>
                  <a:lnTo>
                    <a:pt x="2770117" y="404713"/>
                  </a:lnTo>
                  <a:lnTo>
                    <a:pt x="2818602" y="353583"/>
                  </a:lnTo>
                  <a:lnTo>
                    <a:pt x="2868708" y="307536"/>
                  </a:lnTo>
                  <a:lnTo>
                    <a:pt x="2921199" y="266319"/>
                  </a:lnTo>
                  <a:lnTo>
                    <a:pt x="2976929" y="229497"/>
                  </a:lnTo>
                  <a:lnTo>
                    <a:pt x="3036772" y="196579"/>
                  </a:lnTo>
                  <a:lnTo>
                    <a:pt x="3101546" y="167089"/>
                  </a:lnTo>
                  <a:lnTo>
                    <a:pt x="3171925" y="140605"/>
                  </a:lnTo>
                  <a:lnTo>
                    <a:pt x="3248318" y="116786"/>
                  </a:lnTo>
                  <a:lnTo>
                    <a:pt x="3330709" y="95376"/>
                  </a:lnTo>
                  <a:lnTo>
                    <a:pt x="3418469" y="76216"/>
                  </a:lnTo>
                  <a:lnTo>
                    <a:pt x="3510158" y="59234"/>
                  </a:lnTo>
                  <a:lnTo>
                    <a:pt x="3603393" y="44432"/>
                  </a:lnTo>
                  <a:lnTo>
                    <a:pt x="3694849" y="31853"/>
                  </a:lnTo>
                  <a:lnTo>
                    <a:pt x="3780506" y="21548"/>
                  </a:lnTo>
                  <a:lnTo>
                    <a:pt x="3856178" y="13513"/>
                  </a:lnTo>
                  <a:lnTo>
                    <a:pt x="3918258" y="7651"/>
                  </a:lnTo>
                  <a:lnTo>
                    <a:pt x="3964512" y="3743"/>
                  </a:lnTo>
                  <a:lnTo>
                    <a:pt x="3994648" y="1453"/>
                  </a:lnTo>
                  <a:lnTo>
                    <a:pt x="4010513" y="365"/>
                  </a:lnTo>
                  <a:lnTo>
                    <a:pt x="4015935" y="27"/>
                  </a:lnTo>
                  <a:lnTo>
                    <a:pt x="4016409" y="0"/>
                  </a:lnTo>
                  <a:lnTo>
                    <a:pt x="4538543" y="0"/>
                  </a:lnTo>
                  <a:lnTo>
                    <a:pt x="4539722" y="69"/>
                  </a:lnTo>
                  <a:lnTo>
                    <a:pt x="4547447" y="562"/>
                  </a:lnTo>
                  <a:lnTo>
                    <a:pt x="4566808" y="1927"/>
                  </a:lnTo>
                  <a:lnTo>
                    <a:pt x="4601135" y="4609"/>
                  </a:lnTo>
                  <a:lnTo>
                    <a:pt x="4651711" y="9007"/>
                  </a:lnTo>
                  <a:lnTo>
                    <a:pt x="4717691" y="15431"/>
                  </a:lnTo>
                  <a:lnTo>
                    <a:pt x="4796407" y="24064"/>
                  </a:lnTo>
                  <a:lnTo>
                    <a:pt x="4884020" y="34976"/>
                  </a:lnTo>
                  <a:lnTo>
                    <a:pt x="4976319" y="48151"/>
                  </a:lnTo>
                  <a:lnTo>
                    <a:pt x="5069431" y="63537"/>
                  </a:lnTo>
                  <a:lnTo>
                    <a:pt x="5160268" y="81095"/>
                  </a:lnTo>
                  <a:lnTo>
                    <a:pt x="5246704" y="100842"/>
                  </a:lnTo>
                  <a:lnTo>
                    <a:pt x="5327534" y="122873"/>
                  </a:lnTo>
                  <a:lnTo>
                    <a:pt x="5402309" y="147372"/>
                  </a:lnTo>
                  <a:lnTo>
                    <a:pt x="5471145" y="174618"/>
                  </a:lnTo>
                  <a:lnTo>
                    <a:pt x="5534535" y="204975"/>
                  </a:lnTo>
                  <a:lnTo>
                    <a:pt x="5593201" y="238883"/>
                  </a:lnTo>
                  <a:lnTo>
                    <a:pt x="5647984" y="276826"/>
                  </a:lnTo>
                  <a:lnTo>
                    <a:pt x="5699760" y="319289"/>
                  </a:lnTo>
                  <a:lnTo>
                    <a:pt x="5749367" y="366673"/>
                  </a:lnTo>
                  <a:lnTo>
                    <a:pt x="5784835" y="404713"/>
                  </a:lnTo>
                  <a:lnTo>
                    <a:pt x="5824276" y="450999"/>
                  </a:lnTo>
                  <a:lnTo>
                    <a:pt x="5863342" y="500865"/>
                  </a:lnTo>
                  <a:lnTo>
                    <a:pt x="5902291" y="554384"/>
                  </a:lnTo>
                  <a:lnTo>
                    <a:pt x="5941322" y="611562"/>
                  </a:lnTo>
                  <a:lnTo>
                    <a:pt x="5980580" y="672331"/>
                  </a:lnTo>
                  <a:lnTo>
                    <a:pt x="6020164" y="736545"/>
                  </a:lnTo>
                  <a:lnTo>
                    <a:pt x="6060130" y="803974"/>
                  </a:lnTo>
                  <a:lnTo>
                    <a:pt x="6100492" y="874304"/>
                  </a:lnTo>
                  <a:lnTo>
                    <a:pt x="6141231" y="947139"/>
                  </a:lnTo>
                  <a:lnTo>
                    <a:pt x="6182297" y="1022009"/>
                  </a:lnTo>
                  <a:lnTo>
                    <a:pt x="6223616" y="1098380"/>
                  </a:lnTo>
                  <a:lnTo>
                    <a:pt x="6265092" y="1175672"/>
                  </a:lnTo>
                  <a:lnTo>
                    <a:pt x="6306623" y="1253272"/>
                  </a:lnTo>
                  <a:lnTo>
                    <a:pt x="6348099" y="1330558"/>
                  </a:lnTo>
                  <a:lnTo>
                    <a:pt x="6389416" y="1406919"/>
                  </a:lnTo>
                  <a:lnTo>
                    <a:pt x="6430479" y="1481773"/>
                  </a:lnTo>
                  <a:lnTo>
                    <a:pt x="6471215" y="1554589"/>
                  </a:lnTo>
                  <a:lnTo>
                    <a:pt x="6511574" y="1624895"/>
                  </a:lnTo>
                  <a:lnTo>
                    <a:pt x="6551536" y="1692298"/>
                  </a:lnTo>
                  <a:lnTo>
                    <a:pt x="6591118" y="1756484"/>
                  </a:lnTo>
                  <a:lnTo>
                    <a:pt x="6630373" y="1817223"/>
                  </a:lnTo>
                  <a:lnTo>
                    <a:pt x="6669403" y="1874370"/>
                  </a:lnTo>
                  <a:lnTo>
                    <a:pt x="6708352" y="1927857"/>
                  </a:lnTo>
                  <a:lnTo>
                    <a:pt x="6747420" y="1977693"/>
                  </a:lnTo>
                  <a:lnTo>
                    <a:pt x="6786527" y="2023569"/>
                  </a:lnTo>
                  <a:lnTo>
                    <a:pt x="6835012" y="2074700"/>
                  </a:lnTo>
                  <a:lnTo>
                    <a:pt x="6885118" y="2120746"/>
                  </a:lnTo>
                  <a:lnTo>
                    <a:pt x="6937609" y="2161963"/>
                  </a:lnTo>
                  <a:lnTo>
                    <a:pt x="6993339" y="2198785"/>
                  </a:lnTo>
                  <a:lnTo>
                    <a:pt x="7053182" y="2231703"/>
                  </a:lnTo>
                  <a:lnTo>
                    <a:pt x="7117956" y="2261194"/>
                  </a:lnTo>
                  <a:lnTo>
                    <a:pt x="7188335" y="2287677"/>
                  </a:lnTo>
                  <a:lnTo>
                    <a:pt x="7264728" y="2311497"/>
                  </a:lnTo>
                  <a:lnTo>
                    <a:pt x="7347119" y="2332906"/>
                  </a:lnTo>
                  <a:lnTo>
                    <a:pt x="7434879" y="2352066"/>
                  </a:lnTo>
                  <a:lnTo>
                    <a:pt x="7526568" y="2369048"/>
                  </a:lnTo>
                  <a:lnTo>
                    <a:pt x="7619803" y="2383851"/>
                  </a:lnTo>
                  <a:lnTo>
                    <a:pt x="7711259" y="2396429"/>
                  </a:lnTo>
                  <a:lnTo>
                    <a:pt x="7796916" y="2406735"/>
                  </a:lnTo>
                  <a:lnTo>
                    <a:pt x="7872588" y="2414769"/>
                  </a:lnTo>
                  <a:lnTo>
                    <a:pt x="7934668" y="2420631"/>
                  </a:lnTo>
                  <a:lnTo>
                    <a:pt x="7980922" y="2424539"/>
                  </a:lnTo>
                  <a:lnTo>
                    <a:pt x="8011058" y="2426829"/>
                  </a:lnTo>
                  <a:lnTo>
                    <a:pt x="8026923" y="2427918"/>
                  </a:lnTo>
                  <a:lnTo>
                    <a:pt x="8032345" y="2428256"/>
                  </a:lnTo>
                  <a:lnTo>
                    <a:pt x="8032819" y="2428283"/>
                  </a:lnTo>
                  <a:lnTo>
                    <a:pt x="8554953" y="2428283"/>
                  </a:lnTo>
                  <a:lnTo>
                    <a:pt x="8554953" y="2428283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053" name="pl2053"/>
            <p:cNvSpPr/>
            <p:nvPr/>
          </p:nvSpPr>
          <p:spPr>
            <a:xfrm>
              <a:off x="386606" y="3619476"/>
              <a:ext cx="8554953" cy="2428283"/>
            </a:xfrm>
            <a:custGeom>
              <a:avLst/>
              <a:pathLst>
                <a:path w="8554953" h="2428283">
                  <a:moveTo>
                    <a:pt x="8554953" y="2428283"/>
                  </a:moveTo>
                  <a:lnTo>
                    <a:pt x="8032819" y="2428283"/>
                  </a:lnTo>
                  <a:lnTo>
                    <a:pt x="8031640" y="2428214"/>
                  </a:lnTo>
                  <a:lnTo>
                    <a:pt x="8023915" y="2427720"/>
                  </a:lnTo>
                  <a:lnTo>
                    <a:pt x="8004554" y="2426356"/>
                  </a:lnTo>
                  <a:lnTo>
                    <a:pt x="7970227" y="2423674"/>
                  </a:lnTo>
                  <a:lnTo>
                    <a:pt x="7919651" y="2419275"/>
                  </a:lnTo>
                  <a:lnTo>
                    <a:pt x="7853671" y="2412852"/>
                  </a:lnTo>
                  <a:lnTo>
                    <a:pt x="7774955" y="2404219"/>
                  </a:lnTo>
                  <a:lnTo>
                    <a:pt x="7687342" y="2393306"/>
                  </a:lnTo>
                  <a:lnTo>
                    <a:pt x="7595043" y="2380131"/>
                  </a:lnTo>
                  <a:lnTo>
                    <a:pt x="7501931" y="2364746"/>
                  </a:lnTo>
                  <a:lnTo>
                    <a:pt x="7411094" y="2347188"/>
                  </a:lnTo>
                  <a:lnTo>
                    <a:pt x="7324658" y="2327440"/>
                  </a:lnTo>
                  <a:lnTo>
                    <a:pt x="7243828" y="2305410"/>
                  </a:lnTo>
                  <a:lnTo>
                    <a:pt x="7169052" y="2280911"/>
                  </a:lnTo>
                  <a:lnTo>
                    <a:pt x="7100216" y="2253665"/>
                  </a:lnTo>
                  <a:lnTo>
                    <a:pt x="7036827" y="2223307"/>
                  </a:lnTo>
                  <a:lnTo>
                    <a:pt x="6978161" y="2189399"/>
                  </a:lnTo>
                  <a:lnTo>
                    <a:pt x="6923377" y="2151457"/>
                  </a:lnTo>
                  <a:lnTo>
                    <a:pt x="6871601" y="2108994"/>
                  </a:lnTo>
                  <a:lnTo>
                    <a:pt x="6821995" y="2061610"/>
                  </a:lnTo>
                  <a:lnTo>
                    <a:pt x="6786527" y="2023569"/>
                  </a:lnTo>
                  <a:lnTo>
                    <a:pt x="6747086" y="1977284"/>
                  </a:lnTo>
                  <a:lnTo>
                    <a:pt x="6708020" y="1927417"/>
                  </a:lnTo>
                  <a:lnTo>
                    <a:pt x="6669071" y="1873899"/>
                  </a:lnTo>
                  <a:lnTo>
                    <a:pt x="6630040" y="1816721"/>
                  </a:lnTo>
                  <a:lnTo>
                    <a:pt x="6590782" y="1755952"/>
                  </a:lnTo>
                  <a:lnTo>
                    <a:pt x="6551198" y="1691738"/>
                  </a:lnTo>
                  <a:lnTo>
                    <a:pt x="6511232" y="1624308"/>
                  </a:lnTo>
                  <a:lnTo>
                    <a:pt x="6470870" y="1553979"/>
                  </a:lnTo>
                  <a:lnTo>
                    <a:pt x="6430131" y="1481144"/>
                  </a:lnTo>
                  <a:lnTo>
                    <a:pt x="6389065" y="1406274"/>
                  </a:lnTo>
                  <a:lnTo>
                    <a:pt x="6347746" y="1329903"/>
                  </a:lnTo>
                  <a:lnTo>
                    <a:pt x="6306269" y="1252611"/>
                  </a:lnTo>
                  <a:lnTo>
                    <a:pt x="6264739" y="1175011"/>
                  </a:lnTo>
                  <a:lnTo>
                    <a:pt x="6223263" y="1097725"/>
                  </a:lnTo>
                  <a:lnTo>
                    <a:pt x="6181946" y="1021364"/>
                  </a:lnTo>
                  <a:lnTo>
                    <a:pt x="6140883" y="946509"/>
                  </a:lnTo>
                  <a:lnTo>
                    <a:pt x="6100147" y="873694"/>
                  </a:lnTo>
                  <a:lnTo>
                    <a:pt x="6059788" y="803387"/>
                  </a:lnTo>
                  <a:lnTo>
                    <a:pt x="6019826" y="735984"/>
                  </a:lnTo>
                  <a:lnTo>
                    <a:pt x="5980244" y="671798"/>
                  </a:lnTo>
                  <a:lnTo>
                    <a:pt x="5940988" y="611059"/>
                  </a:lnTo>
                  <a:lnTo>
                    <a:pt x="5901959" y="553913"/>
                  </a:lnTo>
                  <a:lnTo>
                    <a:pt x="5863010" y="500425"/>
                  </a:lnTo>
                  <a:lnTo>
                    <a:pt x="5823942" y="450590"/>
                  </a:lnTo>
                  <a:lnTo>
                    <a:pt x="5784835" y="404713"/>
                  </a:lnTo>
                  <a:lnTo>
                    <a:pt x="5736350" y="353583"/>
                  </a:lnTo>
                  <a:lnTo>
                    <a:pt x="5686244" y="307536"/>
                  </a:lnTo>
                  <a:lnTo>
                    <a:pt x="5633753" y="266319"/>
                  </a:lnTo>
                  <a:lnTo>
                    <a:pt x="5578023" y="229497"/>
                  </a:lnTo>
                  <a:lnTo>
                    <a:pt x="5518180" y="196579"/>
                  </a:lnTo>
                  <a:lnTo>
                    <a:pt x="5453406" y="167089"/>
                  </a:lnTo>
                  <a:lnTo>
                    <a:pt x="5383027" y="140605"/>
                  </a:lnTo>
                  <a:lnTo>
                    <a:pt x="5306634" y="116786"/>
                  </a:lnTo>
                  <a:lnTo>
                    <a:pt x="5224243" y="95376"/>
                  </a:lnTo>
                  <a:lnTo>
                    <a:pt x="5136483" y="76216"/>
                  </a:lnTo>
                  <a:lnTo>
                    <a:pt x="5044794" y="59234"/>
                  </a:lnTo>
                  <a:lnTo>
                    <a:pt x="4951559" y="44432"/>
                  </a:lnTo>
                  <a:lnTo>
                    <a:pt x="4860103" y="31853"/>
                  </a:lnTo>
                  <a:lnTo>
                    <a:pt x="4774446" y="21548"/>
                  </a:lnTo>
                  <a:lnTo>
                    <a:pt x="4698774" y="13513"/>
                  </a:lnTo>
                  <a:lnTo>
                    <a:pt x="4636694" y="7651"/>
                  </a:lnTo>
                  <a:lnTo>
                    <a:pt x="4590440" y="3743"/>
                  </a:lnTo>
                  <a:lnTo>
                    <a:pt x="4560304" y="1453"/>
                  </a:lnTo>
                  <a:lnTo>
                    <a:pt x="4544439" y="365"/>
                  </a:lnTo>
                  <a:lnTo>
                    <a:pt x="4539017" y="27"/>
                  </a:lnTo>
                  <a:lnTo>
                    <a:pt x="4538543" y="0"/>
                  </a:lnTo>
                  <a:lnTo>
                    <a:pt x="4016409" y="0"/>
                  </a:lnTo>
                  <a:lnTo>
                    <a:pt x="4015230" y="69"/>
                  </a:lnTo>
                  <a:lnTo>
                    <a:pt x="4007505" y="562"/>
                  </a:lnTo>
                  <a:lnTo>
                    <a:pt x="3988144" y="1927"/>
                  </a:lnTo>
                  <a:lnTo>
                    <a:pt x="3953817" y="4609"/>
                  </a:lnTo>
                  <a:lnTo>
                    <a:pt x="3903241" y="9007"/>
                  </a:lnTo>
                  <a:lnTo>
                    <a:pt x="3837261" y="15431"/>
                  </a:lnTo>
                  <a:lnTo>
                    <a:pt x="3758545" y="24064"/>
                  </a:lnTo>
                  <a:lnTo>
                    <a:pt x="3670932" y="34976"/>
                  </a:lnTo>
                  <a:lnTo>
                    <a:pt x="3578633" y="48151"/>
                  </a:lnTo>
                  <a:lnTo>
                    <a:pt x="3485521" y="63537"/>
                  </a:lnTo>
                  <a:lnTo>
                    <a:pt x="3394684" y="81095"/>
                  </a:lnTo>
                  <a:lnTo>
                    <a:pt x="3308248" y="100842"/>
                  </a:lnTo>
                  <a:lnTo>
                    <a:pt x="3227418" y="122873"/>
                  </a:lnTo>
                  <a:lnTo>
                    <a:pt x="3152643" y="147372"/>
                  </a:lnTo>
                  <a:lnTo>
                    <a:pt x="3083807" y="174618"/>
                  </a:lnTo>
                  <a:lnTo>
                    <a:pt x="3020417" y="204975"/>
                  </a:lnTo>
                  <a:lnTo>
                    <a:pt x="2961751" y="238883"/>
                  </a:lnTo>
                  <a:lnTo>
                    <a:pt x="2906968" y="276826"/>
                  </a:lnTo>
                  <a:lnTo>
                    <a:pt x="2855192" y="319289"/>
                  </a:lnTo>
                  <a:lnTo>
                    <a:pt x="2805585" y="366673"/>
                  </a:lnTo>
                  <a:lnTo>
                    <a:pt x="2770117" y="404713"/>
                  </a:lnTo>
                  <a:lnTo>
                    <a:pt x="2730676" y="450999"/>
                  </a:lnTo>
                  <a:lnTo>
                    <a:pt x="2691610" y="500865"/>
                  </a:lnTo>
                  <a:lnTo>
                    <a:pt x="2652661" y="554384"/>
                  </a:lnTo>
                  <a:lnTo>
                    <a:pt x="2613630" y="611562"/>
                  </a:lnTo>
                  <a:lnTo>
                    <a:pt x="2574372" y="672331"/>
                  </a:lnTo>
                  <a:lnTo>
                    <a:pt x="2534788" y="736545"/>
                  </a:lnTo>
                  <a:lnTo>
                    <a:pt x="2494822" y="803974"/>
                  </a:lnTo>
                  <a:lnTo>
                    <a:pt x="2454460" y="874304"/>
                  </a:lnTo>
                  <a:lnTo>
                    <a:pt x="2413721" y="947139"/>
                  </a:lnTo>
                  <a:lnTo>
                    <a:pt x="2372655" y="1022009"/>
                  </a:lnTo>
                  <a:lnTo>
                    <a:pt x="2331336" y="1098380"/>
                  </a:lnTo>
                  <a:lnTo>
                    <a:pt x="2289860" y="1175672"/>
                  </a:lnTo>
                  <a:lnTo>
                    <a:pt x="2248329" y="1253272"/>
                  </a:lnTo>
                  <a:lnTo>
                    <a:pt x="2206853" y="1330558"/>
                  </a:lnTo>
                  <a:lnTo>
                    <a:pt x="2165537" y="1406919"/>
                  </a:lnTo>
                  <a:lnTo>
                    <a:pt x="2124473" y="1481773"/>
                  </a:lnTo>
                  <a:lnTo>
                    <a:pt x="2083737" y="1554589"/>
                  </a:lnTo>
                  <a:lnTo>
                    <a:pt x="2043378" y="1624895"/>
                  </a:lnTo>
                  <a:lnTo>
                    <a:pt x="2003416" y="1692298"/>
                  </a:lnTo>
                  <a:lnTo>
                    <a:pt x="1963834" y="1756484"/>
                  </a:lnTo>
                  <a:lnTo>
                    <a:pt x="1924579" y="1817223"/>
                  </a:lnTo>
                  <a:lnTo>
                    <a:pt x="1885549" y="1874370"/>
                  </a:lnTo>
                  <a:lnTo>
                    <a:pt x="1846600" y="1927857"/>
                  </a:lnTo>
                  <a:lnTo>
                    <a:pt x="1807532" y="1977693"/>
                  </a:lnTo>
                  <a:lnTo>
                    <a:pt x="1768425" y="2023569"/>
                  </a:lnTo>
                  <a:lnTo>
                    <a:pt x="1719940" y="2074700"/>
                  </a:lnTo>
                  <a:lnTo>
                    <a:pt x="1669834" y="2120746"/>
                  </a:lnTo>
                  <a:lnTo>
                    <a:pt x="1617343" y="2161963"/>
                  </a:lnTo>
                  <a:lnTo>
                    <a:pt x="1561613" y="2198785"/>
                  </a:lnTo>
                  <a:lnTo>
                    <a:pt x="1501770" y="2231703"/>
                  </a:lnTo>
                  <a:lnTo>
                    <a:pt x="1436996" y="2261194"/>
                  </a:lnTo>
                  <a:lnTo>
                    <a:pt x="1366617" y="2287677"/>
                  </a:lnTo>
                  <a:lnTo>
                    <a:pt x="1290224" y="2311497"/>
                  </a:lnTo>
                  <a:lnTo>
                    <a:pt x="1207833" y="2332906"/>
                  </a:lnTo>
                  <a:lnTo>
                    <a:pt x="1120073" y="2352066"/>
                  </a:lnTo>
                  <a:lnTo>
                    <a:pt x="1028384" y="2369048"/>
                  </a:lnTo>
                  <a:lnTo>
                    <a:pt x="935149" y="2383851"/>
                  </a:lnTo>
                  <a:lnTo>
                    <a:pt x="843693" y="2396429"/>
                  </a:lnTo>
                  <a:lnTo>
                    <a:pt x="758036" y="2406735"/>
                  </a:lnTo>
                  <a:lnTo>
                    <a:pt x="682364" y="2414769"/>
                  </a:lnTo>
                  <a:lnTo>
                    <a:pt x="620284" y="2420631"/>
                  </a:lnTo>
                  <a:lnTo>
                    <a:pt x="574030" y="2424539"/>
                  </a:lnTo>
                  <a:lnTo>
                    <a:pt x="543895" y="2426829"/>
                  </a:lnTo>
                  <a:lnTo>
                    <a:pt x="528029" y="2427918"/>
                  </a:lnTo>
                  <a:lnTo>
                    <a:pt x="522607" y="2428256"/>
                  </a:lnTo>
                  <a:lnTo>
                    <a:pt x="522133" y="2428283"/>
                  </a:lnTo>
                  <a:lnTo>
                    <a:pt x="0" y="2428283"/>
                  </a:lnTo>
                  <a:lnTo>
                    <a:pt x="0" y="2428283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054" name="pg2054"/>
            <p:cNvSpPr/>
            <p:nvPr/>
          </p:nvSpPr>
          <p:spPr>
            <a:xfrm>
              <a:off x="386606" y="1885794"/>
              <a:ext cx="8554953" cy="4201495"/>
            </a:xfrm>
            <a:custGeom>
              <a:avLst/>
              <a:pathLst>
                <a:path w="8554953" h="4201495">
                  <a:moveTo>
                    <a:pt x="0" y="4201495"/>
                  </a:moveTo>
                  <a:lnTo>
                    <a:pt x="522133" y="4201495"/>
                  </a:lnTo>
                  <a:lnTo>
                    <a:pt x="523080" y="4201411"/>
                  </a:lnTo>
                  <a:lnTo>
                    <a:pt x="529313" y="4200817"/>
                  </a:lnTo>
                  <a:lnTo>
                    <a:pt x="545045" y="4199175"/>
                  </a:lnTo>
                  <a:lnTo>
                    <a:pt x="573212" y="4195943"/>
                  </a:lnTo>
                  <a:lnTo>
                    <a:pt x="615272" y="4190615"/>
                  </a:lnTo>
                  <a:lnTo>
                    <a:pt x="671086" y="4182781"/>
                  </a:lnTo>
                  <a:lnTo>
                    <a:pt x="739039" y="4172154"/>
                  </a:lnTo>
                  <a:lnTo>
                    <a:pt x="816412" y="4158591"/>
                  </a:lnTo>
                  <a:lnTo>
                    <a:pt x="899906" y="4142063"/>
                  </a:lnTo>
                  <a:lnTo>
                    <a:pt x="986194" y="4122615"/>
                  </a:lnTo>
                  <a:lnTo>
                    <a:pt x="1072345" y="4100311"/>
                  </a:lnTo>
                  <a:lnTo>
                    <a:pt x="1156072" y="4075186"/>
                  </a:lnTo>
                  <a:lnTo>
                    <a:pt x="1235812" y="4047206"/>
                  </a:lnTo>
                  <a:lnTo>
                    <a:pt x="1310671" y="4016246"/>
                  </a:lnTo>
                  <a:lnTo>
                    <a:pt x="1380309" y="3982079"/>
                  </a:lnTo>
                  <a:lnTo>
                    <a:pt x="1444805" y="3944375"/>
                  </a:lnTo>
                  <a:lnTo>
                    <a:pt x="1504528" y="3902703"/>
                  </a:lnTo>
                  <a:lnTo>
                    <a:pt x="1560031" y="3856550"/>
                  </a:lnTo>
                  <a:lnTo>
                    <a:pt x="1611971" y="3805338"/>
                  </a:lnTo>
                  <a:lnTo>
                    <a:pt x="1661045" y="3748473"/>
                  </a:lnTo>
                  <a:lnTo>
                    <a:pt x="1707943" y="3685412"/>
                  </a:lnTo>
                  <a:lnTo>
                    <a:pt x="1753297" y="3615784"/>
                  </a:lnTo>
                  <a:lnTo>
                    <a:pt x="1768425" y="3590659"/>
                  </a:lnTo>
                  <a:lnTo>
                    <a:pt x="1801944" y="3531687"/>
                  </a:lnTo>
                  <a:lnTo>
                    <a:pt x="1835162" y="3468835"/>
                  </a:lnTo>
                  <a:lnTo>
                    <a:pt x="1868245" y="3402023"/>
                  </a:lnTo>
                  <a:lnTo>
                    <a:pt x="1901328" y="3331223"/>
                  </a:lnTo>
                  <a:lnTo>
                    <a:pt x="1934517" y="3256458"/>
                  </a:lnTo>
                  <a:lnTo>
                    <a:pt x="1967891" y="3177815"/>
                  </a:lnTo>
                  <a:lnTo>
                    <a:pt x="2001506" y="3095440"/>
                  </a:lnTo>
                  <a:lnTo>
                    <a:pt x="2035395" y="3009549"/>
                  </a:lnTo>
                  <a:lnTo>
                    <a:pt x="2069570" y="2920421"/>
                  </a:lnTo>
                  <a:lnTo>
                    <a:pt x="2104025" y="2828401"/>
                  </a:lnTo>
                  <a:lnTo>
                    <a:pt x="2138738" y="2733896"/>
                  </a:lnTo>
                  <a:lnTo>
                    <a:pt x="2173670" y="2637365"/>
                  </a:lnTo>
                  <a:lnTo>
                    <a:pt x="2208772" y="2539315"/>
                  </a:lnTo>
                  <a:lnTo>
                    <a:pt x="2243986" y="2440287"/>
                  </a:lnTo>
                  <a:lnTo>
                    <a:pt x="2279248" y="2340848"/>
                  </a:lnTo>
                  <a:lnTo>
                    <a:pt x="2314490" y="2241572"/>
                  </a:lnTo>
                  <a:lnTo>
                    <a:pt x="2349649" y="2143029"/>
                  </a:lnTo>
                  <a:lnTo>
                    <a:pt x="2384661" y="2045774"/>
                  </a:lnTo>
                  <a:lnTo>
                    <a:pt x="2419474" y="1950329"/>
                  </a:lnTo>
                  <a:lnTo>
                    <a:pt x="2454045" y="1857177"/>
                  </a:lnTo>
                  <a:lnTo>
                    <a:pt x="2488344" y="1766748"/>
                  </a:lnTo>
                  <a:lnTo>
                    <a:pt x="2522357" y="1679413"/>
                  </a:lnTo>
                  <a:lnTo>
                    <a:pt x="2556088" y="1595481"/>
                  </a:lnTo>
                  <a:lnTo>
                    <a:pt x="2589561" y="1515195"/>
                  </a:lnTo>
                  <a:lnTo>
                    <a:pt x="2622822" y="1438733"/>
                  </a:lnTo>
                  <a:lnTo>
                    <a:pt x="2655939" y="1366204"/>
                  </a:lnTo>
                  <a:lnTo>
                    <a:pt x="2689007" y="1297661"/>
                  </a:lnTo>
                  <a:lnTo>
                    <a:pt x="2722148" y="1233097"/>
                  </a:lnTo>
                  <a:lnTo>
                    <a:pt x="2755514" y="1172453"/>
                  </a:lnTo>
                  <a:lnTo>
                    <a:pt x="2770117" y="1147316"/>
                  </a:lnTo>
                  <a:lnTo>
                    <a:pt x="2815073" y="1075431"/>
                  </a:lnTo>
                  <a:lnTo>
                    <a:pt x="2861381" y="1010171"/>
                  </a:lnTo>
                  <a:lnTo>
                    <a:pt x="2909642" y="951261"/>
                  </a:lnTo>
                  <a:lnTo>
                    <a:pt x="2960531" y="898197"/>
                  </a:lnTo>
                  <a:lnTo>
                    <a:pt x="3014748" y="850395"/>
                  </a:lnTo>
                  <a:lnTo>
                    <a:pt x="3072972" y="807265"/>
                  </a:lnTo>
                  <a:lnTo>
                    <a:pt x="3135797" y="768268"/>
                  </a:lnTo>
                  <a:lnTo>
                    <a:pt x="3203665" y="732943"/>
                  </a:lnTo>
                  <a:lnTo>
                    <a:pt x="3276767" y="700927"/>
                  </a:lnTo>
                  <a:lnTo>
                    <a:pt x="3354921" y="671955"/>
                  </a:lnTo>
                  <a:lnTo>
                    <a:pt x="3437437" y="645869"/>
                  </a:lnTo>
                  <a:lnTo>
                    <a:pt x="3522986" y="622607"/>
                  </a:lnTo>
                  <a:lnTo>
                    <a:pt x="3609527" y="602184"/>
                  </a:lnTo>
                  <a:lnTo>
                    <a:pt x="3694329" y="584659"/>
                  </a:lnTo>
                  <a:lnTo>
                    <a:pt x="3774159" y="570088"/>
                  </a:lnTo>
                  <a:lnTo>
                    <a:pt x="3845652" y="558476"/>
                  </a:lnTo>
                  <a:lnTo>
                    <a:pt x="3905829" y="549719"/>
                  </a:lnTo>
                  <a:lnTo>
                    <a:pt x="3952648" y="543582"/>
                  </a:lnTo>
                  <a:lnTo>
                    <a:pt x="3985444" y="539692"/>
                  </a:lnTo>
                  <a:lnTo>
                    <a:pt x="4005134" y="537570"/>
                  </a:lnTo>
                  <a:lnTo>
                    <a:pt x="4014176" y="536682"/>
                  </a:lnTo>
                  <a:lnTo>
                    <a:pt x="4016409" y="536481"/>
                  </a:lnTo>
                  <a:lnTo>
                    <a:pt x="4538543" y="536481"/>
                  </a:lnTo>
                  <a:lnTo>
                    <a:pt x="4539808" y="536465"/>
                  </a:lnTo>
                  <a:lnTo>
                    <a:pt x="4548079" y="536349"/>
                  </a:lnTo>
                  <a:lnTo>
                    <a:pt x="4568760" y="536028"/>
                  </a:lnTo>
                  <a:lnTo>
                    <a:pt x="4605299" y="535398"/>
                  </a:lnTo>
                  <a:lnTo>
                    <a:pt x="4658881" y="534367"/>
                  </a:lnTo>
                  <a:lnTo>
                    <a:pt x="4728364" y="532865"/>
                  </a:lnTo>
                  <a:lnTo>
                    <a:pt x="4810674" y="530853"/>
                  </a:lnTo>
                  <a:lnTo>
                    <a:pt x="4901573" y="528318"/>
                  </a:lnTo>
                  <a:lnTo>
                    <a:pt x="4996560" y="525266"/>
                  </a:lnTo>
                  <a:lnTo>
                    <a:pt x="5091621" y="521710"/>
                  </a:lnTo>
                  <a:lnTo>
                    <a:pt x="5183669" y="517656"/>
                  </a:lnTo>
                  <a:lnTo>
                    <a:pt x="5270682" y="513096"/>
                  </a:lnTo>
                  <a:lnTo>
                    <a:pt x="5351609" y="508003"/>
                  </a:lnTo>
                  <a:lnTo>
                    <a:pt x="5426173" y="502326"/>
                  </a:lnTo>
                  <a:lnTo>
                    <a:pt x="5494648" y="495993"/>
                  </a:lnTo>
                  <a:lnTo>
                    <a:pt x="5557665" y="488912"/>
                  </a:lnTo>
                  <a:lnTo>
                    <a:pt x="5616059" y="480975"/>
                  </a:lnTo>
                  <a:lnTo>
                    <a:pt x="5670757" y="472067"/>
                  </a:lnTo>
                  <a:lnTo>
                    <a:pt x="5722690" y="462078"/>
                  </a:lnTo>
                  <a:lnTo>
                    <a:pt x="5772716" y="450934"/>
                  </a:lnTo>
                  <a:lnTo>
                    <a:pt x="5784835" y="448008"/>
                  </a:lnTo>
                  <a:lnTo>
                    <a:pt x="5837533" y="434287"/>
                  </a:lnTo>
                  <a:lnTo>
                    <a:pt x="5889720" y="419153"/>
                  </a:lnTo>
                  <a:lnTo>
                    <a:pt x="5941944" y="402585"/>
                  </a:lnTo>
                  <a:lnTo>
                    <a:pt x="5994573" y="384613"/>
                  </a:lnTo>
                  <a:lnTo>
                    <a:pt x="6047825" y="365322"/>
                  </a:lnTo>
                  <a:lnTo>
                    <a:pt x="6101782" y="344855"/>
                  </a:lnTo>
                  <a:lnTo>
                    <a:pt x="6156409" y="323415"/>
                  </a:lnTo>
                  <a:lnTo>
                    <a:pt x="6211574" y="301253"/>
                  </a:lnTo>
                  <a:lnTo>
                    <a:pt x="6267074" y="278664"/>
                  </a:lnTo>
                  <a:lnTo>
                    <a:pt x="6322660" y="255967"/>
                  </a:lnTo>
                  <a:lnTo>
                    <a:pt x="6378074" y="233485"/>
                  </a:lnTo>
                  <a:lnTo>
                    <a:pt x="6433081" y="211531"/>
                  </a:lnTo>
                  <a:lnTo>
                    <a:pt x="6487497" y="190387"/>
                  </a:lnTo>
                  <a:lnTo>
                    <a:pt x="6541219" y="170289"/>
                  </a:lnTo>
                  <a:lnTo>
                    <a:pt x="6594250" y="151421"/>
                  </a:lnTo>
                  <a:lnTo>
                    <a:pt x="6646714" y="133907"/>
                  </a:lnTo>
                  <a:lnTo>
                    <a:pt x="6698876" y="117812"/>
                  </a:lnTo>
                  <a:lnTo>
                    <a:pt x="6751163" y="103150"/>
                  </a:lnTo>
                  <a:lnTo>
                    <a:pt x="6786527" y="94119"/>
                  </a:lnTo>
                  <a:lnTo>
                    <a:pt x="6836198" y="82686"/>
                  </a:lnTo>
                  <a:lnTo>
                    <a:pt x="6887586" y="72418"/>
                  </a:lnTo>
                  <a:lnTo>
                    <a:pt x="6941518" y="63253"/>
                  </a:lnTo>
                  <a:lnTo>
                    <a:pt x="6998914" y="55087"/>
                  </a:lnTo>
                  <a:lnTo>
                    <a:pt x="7060708" y="47806"/>
                  </a:lnTo>
                  <a:lnTo>
                    <a:pt x="7127770" y="41298"/>
                  </a:lnTo>
                  <a:lnTo>
                    <a:pt x="7200791" y="35467"/>
                  </a:lnTo>
                  <a:lnTo>
                    <a:pt x="7280151" y="30235"/>
                  </a:lnTo>
                  <a:lnTo>
                    <a:pt x="7365729" y="25547"/>
                  </a:lnTo>
                  <a:lnTo>
                    <a:pt x="7456684" y="21370"/>
                  </a:lnTo>
                  <a:lnTo>
                    <a:pt x="7551247" y="17691"/>
                  </a:lnTo>
                  <a:lnTo>
                    <a:pt x="7646594" y="14514"/>
                  </a:lnTo>
                  <a:lnTo>
                    <a:pt x="7738911" y="11851"/>
                  </a:lnTo>
                  <a:lnTo>
                    <a:pt x="7823756" y="9710"/>
                  </a:lnTo>
                  <a:lnTo>
                    <a:pt x="7896745" y="8085"/>
                  </a:lnTo>
                  <a:lnTo>
                    <a:pt x="7954436" y="6943"/>
                  </a:lnTo>
                  <a:lnTo>
                    <a:pt x="7995157" y="6222"/>
                  </a:lnTo>
                  <a:lnTo>
                    <a:pt x="8019508" y="5835"/>
                  </a:lnTo>
                  <a:lnTo>
                    <a:pt x="8030405" y="5678"/>
                  </a:lnTo>
                  <a:lnTo>
                    <a:pt x="8032819" y="5647"/>
                  </a:lnTo>
                  <a:lnTo>
                    <a:pt x="8554953" y="5647"/>
                  </a:lnTo>
                  <a:lnTo>
                    <a:pt x="8554953" y="0"/>
                  </a:lnTo>
                  <a:lnTo>
                    <a:pt x="8032819" y="0"/>
                  </a:lnTo>
                  <a:lnTo>
                    <a:pt x="8031554" y="16"/>
                  </a:lnTo>
                  <a:lnTo>
                    <a:pt x="8023283" y="132"/>
                  </a:lnTo>
                  <a:lnTo>
                    <a:pt x="8002602" y="452"/>
                  </a:lnTo>
                  <a:lnTo>
                    <a:pt x="7966063" y="1082"/>
                  </a:lnTo>
                  <a:lnTo>
                    <a:pt x="7912481" y="2113"/>
                  </a:lnTo>
                  <a:lnTo>
                    <a:pt x="7842998" y="3615"/>
                  </a:lnTo>
                  <a:lnTo>
                    <a:pt x="7760688" y="5627"/>
                  </a:lnTo>
                  <a:lnTo>
                    <a:pt x="7669789" y="8163"/>
                  </a:lnTo>
                  <a:lnTo>
                    <a:pt x="7574802" y="11214"/>
                  </a:lnTo>
                  <a:lnTo>
                    <a:pt x="7479741" y="14770"/>
                  </a:lnTo>
                  <a:lnTo>
                    <a:pt x="7387693" y="18824"/>
                  </a:lnTo>
                  <a:lnTo>
                    <a:pt x="7300680" y="23384"/>
                  </a:lnTo>
                  <a:lnTo>
                    <a:pt x="7219753" y="28477"/>
                  </a:lnTo>
                  <a:lnTo>
                    <a:pt x="7145189" y="34154"/>
                  </a:lnTo>
                  <a:lnTo>
                    <a:pt x="7076714" y="40487"/>
                  </a:lnTo>
                  <a:lnTo>
                    <a:pt x="7013697" y="47568"/>
                  </a:lnTo>
                  <a:lnTo>
                    <a:pt x="6955303" y="55505"/>
                  </a:lnTo>
                  <a:lnTo>
                    <a:pt x="6900605" y="64413"/>
                  </a:lnTo>
                  <a:lnTo>
                    <a:pt x="6848672" y="74402"/>
                  </a:lnTo>
                  <a:lnTo>
                    <a:pt x="6798646" y="85546"/>
                  </a:lnTo>
                  <a:lnTo>
                    <a:pt x="6786527" y="88472"/>
                  </a:lnTo>
                  <a:lnTo>
                    <a:pt x="6733829" y="102193"/>
                  </a:lnTo>
                  <a:lnTo>
                    <a:pt x="6681641" y="117327"/>
                  </a:lnTo>
                  <a:lnTo>
                    <a:pt x="6629418" y="133895"/>
                  </a:lnTo>
                  <a:lnTo>
                    <a:pt x="6576789" y="151867"/>
                  </a:lnTo>
                  <a:lnTo>
                    <a:pt x="6523537" y="171158"/>
                  </a:lnTo>
                  <a:lnTo>
                    <a:pt x="6469580" y="191625"/>
                  </a:lnTo>
                  <a:lnTo>
                    <a:pt x="6414953" y="213066"/>
                  </a:lnTo>
                  <a:lnTo>
                    <a:pt x="6359788" y="235227"/>
                  </a:lnTo>
                  <a:lnTo>
                    <a:pt x="6304288" y="257816"/>
                  </a:lnTo>
                  <a:lnTo>
                    <a:pt x="6248702" y="280513"/>
                  </a:lnTo>
                  <a:lnTo>
                    <a:pt x="6193288" y="302995"/>
                  </a:lnTo>
                  <a:lnTo>
                    <a:pt x="6138281" y="324949"/>
                  </a:lnTo>
                  <a:lnTo>
                    <a:pt x="6083865" y="346093"/>
                  </a:lnTo>
                  <a:lnTo>
                    <a:pt x="6030143" y="366191"/>
                  </a:lnTo>
                  <a:lnTo>
                    <a:pt x="5977112" y="385059"/>
                  </a:lnTo>
                  <a:lnTo>
                    <a:pt x="5924648" y="402574"/>
                  </a:lnTo>
                  <a:lnTo>
                    <a:pt x="5872485" y="418668"/>
                  </a:lnTo>
                  <a:lnTo>
                    <a:pt x="5820199" y="433331"/>
                  </a:lnTo>
                  <a:lnTo>
                    <a:pt x="5784835" y="442361"/>
                  </a:lnTo>
                  <a:lnTo>
                    <a:pt x="5735164" y="453794"/>
                  </a:lnTo>
                  <a:lnTo>
                    <a:pt x="5683776" y="464062"/>
                  </a:lnTo>
                  <a:lnTo>
                    <a:pt x="5629844" y="473228"/>
                  </a:lnTo>
                  <a:lnTo>
                    <a:pt x="5572448" y="481393"/>
                  </a:lnTo>
                  <a:lnTo>
                    <a:pt x="5510654" y="488675"/>
                  </a:lnTo>
                  <a:lnTo>
                    <a:pt x="5443592" y="495183"/>
                  </a:lnTo>
                  <a:lnTo>
                    <a:pt x="5370571" y="501014"/>
                  </a:lnTo>
                  <a:lnTo>
                    <a:pt x="5291211" y="506245"/>
                  </a:lnTo>
                  <a:lnTo>
                    <a:pt x="5205633" y="510933"/>
                  </a:lnTo>
                  <a:lnTo>
                    <a:pt x="5114678" y="515110"/>
                  </a:lnTo>
                  <a:lnTo>
                    <a:pt x="5020115" y="518789"/>
                  </a:lnTo>
                  <a:lnTo>
                    <a:pt x="4924768" y="521966"/>
                  </a:lnTo>
                  <a:lnTo>
                    <a:pt x="4832451" y="524629"/>
                  </a:lnTo>
                  <a:lnTo>
                    <a:pt x="4747606" y="526770"/>
                  </a:lnTo>
                  <a:lnTo>
                    <a:pt x="4674617" y="528395"/>
                  </a:lnTo>
                  <a:lnTo>
                    <a:pt x="4616926" y="529537"/>
                  </a:lnTo>
                  <a:lnTo>
                    <a:pt x="4576205" y="530258"/>
                  </a:lnTo>
                  <a:lnTo>
                    <a:pt x="4551854" y="530645"/>
                  </a:lnTo>
                  <a:lnTo>
                    <a:pt x="4540957" y="530802"/>
                  </a:lnTo>
                  <a:lnTo>
                    <a:pt x="4538543" y="530834"/>
                  </a:lnTo>
                  <a:lnTo>
                    <a:pt x="4016409" y="530834"/>
                  </a:lnTo>
                  <a:lnTo>
                    <a:pt x="4015462" y="530917"/>
                  </a:lnTo>
                  <a:lnTo>
                    <a:pt x="4009229" y="531511"/>
                  </a:lnTo>
                  <a:lnTo>
                    <a:pt x="3993498" y="533153"/>
                  </a:lnTo>
                  <a:lnTo>
                    <a:pt x="3965330" y="536386"/>
                  </a:lnTo>
                  <a:lnTo>
                    <a:pt x="3923270" y="541713"/>
                  </a:lnTo>
                  <a:lnTo>
                    <a:pt x="3867456" y="549548"/>
                  </a:lnTo>
                  <a:lnTo>
                    <a:pt x="3799503" y="560174"/>
                  </a:lnTo>
                  <a:lnTo>
                    <a:pt x="3722131" y="573737"/>
                  </a:lnTo>
                  <a:lnTo>
                    <a:pt x="3638637" y="590265"/>
                  </a:lnTo>
                  <a:lnTo>
                    <a:pt x="3552348" y="609713"/>
                  </a:lnTo>
                  <a:lnTo>
                    <a:pt x="3466198" y="632017"/>
                  </a:lnTo>
                  <a:lnTo>
                    <a:pt x="3382470" y="657142"/>
                  </a:lnTo>
                  <a:lnTo>
                    <a:pt x="3302730" y="685122"/>
                  </a:lnTo>
                  <a:lnTo>
                    <a:pt x="3227871" y="716082"/>
                  </a:lnTo>
                  <a:lnTo>
                    <a:pt x="3158233" y="750249"/>
                  </a:lnTo>
                  <a:lnTo>
                    <a:pt x="3093737" y="787953"/>
                  </a:lnTo>
                  <a:lnTo>
                    <a:pt x="3034014" y="829625"/>
                  </a:lnTo>
                  <a:lnTo>
                    <a:pt x="2978511" y="875779"/>
                  </a:lnTo>
                  <a:lnTo>
                    <a:pt x="2926571" y="926990"/>
                  </a:lnTo>
                  <a:lnTo>
                    <a:pt x="2877497" y="983855"/>
                  </a:lnTo>
                  <a:lnTo>
                    <a:pt x="2830599" y="1046916"/>
                  </a:lnTo>
                  <a:lnTo>
                    <a:pt x="2785245" y="1116545"/>
                  </a:lnTo>
                  <a:lnTo>
                    <a:pt x="2770117" y="1141669"/>
                  </a:lnTo>
                  <a:lnTo>
                    <a:pt x="2736598" y="1200641"/>
                  </a:lnTo>
                  <a:lnTo>
                    <a:pt x="2703380" y="1263494"/>
                  </a:lnTo>
                  <a:lnTo>
                    <a:pt x="2670297" y="1330305"/>
                  </a:lnTo>
                  <a:lnTo>
                    <a:pt x="2637214" y="1401106"/>
                  </a:lnTo>
                  <a:lnTo>
                    <a:pt x="2604025" y="1475870"/>
                  </a:lnTo>
                  <a:lnTo>
                    <a:pt x="2570651" y="1554514"/>
                  </a:lnTo>
                  <a:lnTo>
                    <a:pt x="2537036" y="1636888"/>
                  </a:lnTo>
                  <a:lnTo>
                    <a:pt x="2503148" y="1722779"/>
                  </a:lnTo>
                  <a:lnTo>
                    <a:pt x="2468972" y="1811907"/>
                  </a:lnTo>
                  <a:lnTo>
                    <a:pt x="2434517" y="1903927"/>
                  </a:lnTo>
                  <a:lnTo>
                    <a:pt x="2399805" y="1998433"/>
                  </a:lnTo>
                  <a:lnTo>
                    <a:pt x="2364872" y="2094964"/>
                  </a:lnTo>
                  <a:lnTo>
                    <a:pt x="2329770" y="2193014"/>
                  </a:lnTo>
                  <a:lnTo>
                    <a:pt x="2294556" y="2292041"/>
                  </a:lnTo>
                  <a:lnTo>
                    <a:pt x="2259295" y="2391480"/>
                  </a:lnTo>
                  <a:lnTo>
                    <a:pt x="2224052" y="2490757"/>
                  </a:lnTo>
                  <a:lnTo>
                    <a:pt x="2188894" y="2589299"/>
                  </a:lnTo>
                  <a:lnTo>
                    <a:pt x="2153881" y="2686555"/>
                  </a:lnTo>
                  <a:lnTo>
                    <a:pt x="2119068" y="2781999"/>
                  </a:lnTo>
                  <a:lnTo>
                    <a:pt x="2084497" y="2875151"/>
                  </a:lnTo>
                  <a:lnTo>
                    <a:pt x="2050198" y="2965581"/>
                  </a:lnTo>
                  <a:lnTo>
                    <a:pt x="2016185" y="3052916"/>
                  </a:lnTo>
                  <a:lnTo>
                    <a:pt x="1982455" y="3136847"/>
                  </a:lnTo>
                  <a:lnTo>
                    <a:pt x="1948981" y="3217133"/>
                  </a:lnTo>
                  <a:lnTo>
                    <a:pt x="1915720" y="3293596"/>
                  </a:lnTo>
                  <a:lnTo>
                    <a:pt x="1882603" y="3366124"/>
                  </a:lnTo>
                  <a:lnTo>
                    <a:pt x="1849535" y="3434667"/>
                  </a:lnTo>
                  <a:lnTo>
                    <a:pt x="1816394" y="3499232"/>
                  </a:lnTo>
                  <a:lnTo>
                    <a:pt x="1783028" y="3559876"/>
                  </a:lnTo>
                  <a:lnTo>
                    <a:pt x="1768425" y="3585012"/>
                  </a:lnTo>
                  <a:lnTo>
                    <a:pt x="1723469" y="3656897"/>
                  </a:lnTo>
                  <a:lnTo>
                    <a:pt x="1677161" y="3722157"/>
                  </a:lnTo>
                  <a:lnTo>
                    <a:pt x="1628900" y="3781068"/>
                  </a:lnTo>
                  <a:lnTo>
                    <a:pt x="1578011" y="3834131"/>
                  </a:lnTo>
                  <a:lnTo>
                    <a:pt x="1523794" y="3881933"/>
                  </a:lnTo>
                  <a:lnTo>
                    <a:pt x="1465571" y="3925064"/>
                  </a:lnTo>
                  <a:lnTo>
                    <a:pt x="1402746" y="3964061"/>
                  </a:lnTo>
                  <a:lnTo>
                    <a:pt x="1334877" y="3999385"/>
                  </a:lnTo>
                  <a:lnTo>
                    <a:pt x="1261775" y="4031402"/>
                  </a:lnTo>
                  <a:lnTo>
                    <a:pt x="1183621" y="4060374"/>
                  </a:lnTo>
                  <a:lnTo>
                    <a:pt x="1101106" y="4086459"/>
                  </a:lnTo>
                  <a:lnTo>
                    <a:pt x="1015556" y="4109721"/>
                  </a:lnTo>
                  <a:lnTo>
                    <a:pt x="929015" y="4130144"/>
                  </a:lnTo>
                  <a:lnTo>
                    <a:pt x="844213" y="4147670"/>
                  </a:lnTo>
                  <a:lnTo>
                    <a:pt x="764383" y="4162240"/>
                  </a:lnTo>
                  <a:lnTo>
                    <a:pt x="692890" y="4173852"/>
                  </a:lnTo>
                  <a:lnTo>
                    <a:pt x="632713" y="4182609"/>
                  </a:lnTo>
                  <a:lnTo>
                    <a:pt x="585894" y="4188746"/>
                  </a:lnTo>
                  <a:lnTo>
                    <a:pt x="553098" y="4192637"/>
                  </a:lnTo>
                  <a:lnTo>
                    <a:pt x="533409" y="4194758"/>
                  </a:lnTo>
                  <a:lnTo>
                    <a:pt x="524366" y="4195646"/>
                  </a:lnTo>
                  <a:lnTo>
                    <a:pt x="522133" y="4195848"/>
                  </a:lnTo>
                  <a:lnTo>
                    <a:pt x="0" y="4195848"/>
                  </a:lnTo>
                  <a:close/>
                </a:path>
              </a:pathLst>
            </a:custGeom>
            <a:solidFill>
              <a:srgbClr val="63D9C8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2055" name="pl2055"/>
            <p:cNvSpPr/>
            <p:nvPr/>
          </p:nvSpPr>
          <p:spPr>
            <a:xfrm>
              <a:off x="386606" y="1891441"/>
              <a:ext cx="8554953" cy="4195848"/>
            </a:xfrm>
            <a:custGeom>
              <a:avLst/>
              <a:pathLst>
                <a:path w="8554953" h="4195848">
                  <a:moveTo>
                    <a:pt x="0" y="4195848"/>
                  </a:moveTo>
                  <a:lnTo>
                    <a:pt x="522133" y="4195848"/>
                  </a:lnTo>
                  <a:lnTo>
                    <a:pt x="523080" y="4195764"/>
                  </a:lnTo>
                  <a:lnTo>
                    <a:pt x="529313" y="4195170"/>
                  </a:lnTo>
                  <a:lnTo>
                    <a:pt x="545045" y="4193528"/>
                  </a:lnTo>
                  <a:lnTo>
                    <a:pt x="573212" y="4190295"/>
                  </a:lnTo>
                  <a:lnTo>
                    <a:pt x="615272" y="4184968"/>
                  </a:lnTo>
                  <a:lnTo>
                    <a:pt x="671086" y="4177133"/>
                  </a:lnTo>
                  <a:lnTo>
                    <a:pt x="739039" y="4166507"/>
                  </a:lnTo>
                  <a:lnTo>
                    <a:pt x="816412" y="4152944"/>
                  </a:lnTo>
                  <a:lnTo>
                    <a:pt x="899906" y="4136416"/>
                  </a:lnTo>
                  <a:lnTo>
                    <a:pt x="986194" y="4116968"/>
                  </a:lnTo>
                  <a:lnTo>
                    <a:pt x="1072345" y="4094664"/>
                  </a:lnTo>
                  <a:lnTo>
                    <a:pt x="1156072" y="4069539"/>
                  </a:lnTo>
                  <a:lnTo>
                    <a:pt x="1235812" y="4041559"/>
                  </a:lnTo>
                  <a:lnTo>
                    <a:pt x="1310671" y="4010599"/>
                  </a:lnTo>
                  <a:lnTo>
                    <a:pt x="1380309" y="3976432"/>
                  </a:lnTo>
                  <a:lnTo>
                    <a:pt x="1444805" y="3938728"/>
                  </a:lnTo>
                  <a:lnTo>
                    <a:pt x="1504528" y="3897056"/>
                  </a:lnTo>
                  <a:lnTo>
                    <a:pt x="1560031" y="3850903"/>
                  </a:lnTo>
                  <a:lnTo>
                    <a:pt x="1611971" y="3799691"/>
                  </a:lnTo>
                  <a:lnTo>
                    <a:pt x="1661045" y="3742826"/>
                  </a:lnTo>
                  <a:lnTo>
                    <a:pt x="1707943" y="3679765"/>
                  </a:lnTo>
                  <a:lnTo>
                    <a:pt x="1753297" y="3610136"/>
                  </a:lnTo>
                  <a:lnTo>
                    <a:pt x="1768425" y="3585012"/>
                  </a:lnTo>
                  <a:lnTo>
                    <a:pt x="1801944" y="3526040"/>
                  </a:lnTo>
                  <a:lnTo>
                    <a:pt x="1835162" y="3463188"/>
                  </a:lnTo>
                  <a:lnTo>
                    <a:pt x="1868245" y="3396376"/>
                  </a:lnTo>
                  <a:lnTo>
                    <a:pt x="1901328" y="3325575"/>
                  </a:lnTo>
                  <a:lnTo>
                    <a:pt x="1934517" y="3250811"/>
                  </a:lnTo>
                  <a:lnTo>
                    <a:pt x="1967891" y="3172167"/>
                  </a:lnTo>
                  <a:lnTo>
                    <a:pt x="2001506" y="3089793"/>
                  </a:lnTo>
                  <a:lnTo>
                    <a:pt x="2035395" y="3003902"/>
                  </a:lnTo>
                  <a:lnTo>
                    <a:pt x="2069570" y="2914774"/>
                  </a:lnTo>
                  <a:lnTo>
                    <a:pt x="2104025" y="2822754"/>
                  </a:lnTo>
                  <a:lnTo>
                    <a:pt x="2138738" y="2728249"/>
                  </a:lnTo>
                  <a:lnTo>
                    <a:pt x="2173670" y="2631718"/>
                  </a:lnTo>
                  <a:lnTo>
                    <a:pt x="2208772" y="2533668"/>
                  </a:lnTo>
                  <a:lnTo>
                    <a:pt x="2243986" y="2434640"/>
                  </a:lnTo>
                  <a:lnTo>
                    <a:pt x="2279248" y="2335201"/>
                  </a:lnTo>
                  <a:lnTo>
                    <a:pt x="2314490" y="2235924"/>
                  </a:lnTo>
                  <a:lnTo>
                    <a:pt x="2349649" y="2137382"/>
                  </a:lnTo>
                  <a:lnTo>
                    <a:pt x="2384661" y="2040127"/>
                  </a:lnTo>
                  <a:lnTo>
                    <a:pt x="2419474" y="1944682"/>
                  </a:lnTo>
                  <a:lnTo>
                    <a:pt x="2454045" y="1851530"/>
                  </a:lnTo>
                  <a:lnTo>
                    <a:pt x="2488344" y="1761100"/>
                  </a:lnTo>
                  <a:lnTo>
                    <a:pt x="2522357" y="1673765"/>
                  </a:lnTo>
                  <a:lnTo>
                    <a:pt x="2556088" y="1589834"/>
                  </a:lnTo>
                  <a:lnTo>
                    <a:pt x="2589561" y="1509548"/>
                  </a:lnTo>
                  <a:lnTo>
                    <a:pt x="2622822" y="1433085"/>
                  </a:lnTo>
                  <a:lnTo>
                    <a:pt x="2655939" y="1360557"/>
                  </a:lnTo>
                  <a:lnTo>
                    <a:pt x="2689007" y="1292014"/>
                  </a:lnTo>
                  <a:lnTo>
                    <a:pt x="2722148" y="1227450"/>
                  </a:lnTo>
                  <a:lnTo>
                    <a:pt x="2755514" y="1166805"/>
                  </a:lnTo>
                  <a:lnTo>
                    <a:pt x="2770117" y="1141669"/>
                  </a:lnTo>
                  <a:lnTo>
                    <a:pt x="2815073" y="1069784"/>
                  </a:lnTo>
                  <a:lnTo>
                    <a:pt x="2861381" y="1004524"/>
                  </a:lnTo>
                  <a:lnTo>
                    <a:pt x="2909642" y="945613"/>
                  </a:lnTo>
                  <a:lnTo>
                    <a:pt x="2960531" y="892550"/>
                  </a:lnTo>
                  <a:lnTo>
                    <a:pt x="3014748" y="844748"/>
                  </a:lnTo>
                  <a:lnTo>
                    <a:pt x="3072972" y="801618"/>
                  </a:lnTo>
                  <a:lnTo>
                    <a:pt x="3135797" y="762621"/>
                  </a:lnTo>
                  <a:lnTo>
                    <a:pt x="3203665" y="727296"/>
                  </a:lnTo>
                  <a:lnTo>
                    <a:pt x="3276767" y="695279"/>
                  </a:lnTo>
                  <a:lnTo>
                    <a:pt x="3354921" y="666307"/>
                  </a:lnTo>
                  <a:lnTo>
                    <a:pt x="3437437" y="640222"/>
                  </a:lnTo>
                  <a:lnTo>
                    <a:pt x="3522986" y="616960"/>
                  </a:lnTo>
                  <a:lnTo>
                    <a:pt x="3609527" y="596537"/>
                  </a:lnTo>
                  <a:lnTo>
                    <a:pt x="3694329" y="579012"/>
                  </a:lnTo>
                  <a:lnTo>
                    <a:pt x="3774159" y="564441"/>
                  </a:lnTo>
                  <a:lnTo>
                    <a:pt x="3845652" y="552829"/>
                  </a:lnTo>
                  <a:lnTo>
                    <a:pt x="3905829" y="544072"/>
                  </a:lnTo>
                  <a:lnTo>
                    <a:pt x="3952648" y="537935"/>
                  </a:lnTo>
                  <a:lnTo>
                    <a:pt x="3985444" y="534045"/>
                  </a:lnTo>
                  <a:lnTo>
                    <a:pt x="4005134" y="531923"/>
                  </a:lnTo>
                  <a:lnTo>
                    <a:pt x="4014176" y="531035"/>
                  </a:lnTo>
                  <a:lnTo>
                    <a:pt x="4016371" y="530837"/>
                  </a:lnTo>
                  <a:lnTo>
                    <a:pt x="4016409" y="530834"/>
                  </a:lnTo>
                  <a:lnTo>
                    <a:pt x="4538543" y="530834"/>
                  </a:lnTo>
                  <a:lnTo>
                    <a:pt x="4539808" y="530817"/>
                  </a:lnTo>
                  <a:lnTo>
                    <a:pt x="4548079" y="530701"/>
                  </a:lnTo>
                  <a:lnTo>
                    <a:pt x="4568760" y="530381"/>
                  </a:lnTo>
                  <a:lnTo>
                    <a:pt x="4605299" y="529751"/>
                  </a:lnTo>
                  <a:lnTo>
                    <a:pt x="4658881" y="528720"/>
                  </a:lnTo>
                  <a:lnTo>
                    <a:pt x="4728364" y="527218"/>
                  </a:lnTo>
                  <a:lnTo>
                    <a:pt x="4810674" y="525206"/>
                  </a:lnTo>
                  <a:lnTo>
                    <a:pt x="4901573" y="522671"/>
                  </a:lnTo>
                  <a:lnTo>
                    <a:pt x="4996560" y="519619"/>
                  </a:lnTo>
                  <a:lnTo>
                    <a:pt x="5091621" y="516063"/>
                  </a:lnTo>
                  <a:lnTo>
                    <a:pt x="5183669" y="512009"/>
                  </a:lnTo>
                  <a:lnTo>
                    <a:pt x="5270682" y="507449"/>
                  </a:lnTo>
                  <a:lnTo>
                    <a:pt x="5351609" y="502356"/>
                  </a:lnTo>
                  <a:lnTo>
                    <a:pt x="5426173" y="496679"/>
                  </a:lnTo>
                  <a:lnTo>
                    <a:pt x="5494648" y="490346"/>
                  </a:lnTo>
                  <a:lnTo>
                    <a:pt x="5557665" y="483265"/>
                  </a:lnTo>
                  <a:lnTo>
                    <a:pt x="5616059" y="475328"/>
                  </a:lnTo>
                  <a:lnTo>
                    <a:pt x="5670757" y="466420"/>
                  </a:lnTo>
                  <a:lnTo>
                    <a:pt x="5722690" y="456431"/>
                  </a:lnTo>
                  <a:lnTo>
                    <a:pt x="5772716" y="445287"/>
                  </a:lnTo>
                  <a:lnTo>
                    <a:pt x="5784835" y="442361"/>
                  </a:lnTo>
                  <a:lnTo>
                    <a:pt x="5837533" y="428640"/>
                  </a:lnTo>
                  <a:lnTo>
                    <a:pt x="5889720" y="413506"/>
                  </a:lnTo>
                  <a:lnTo>
                    <a:pt x="5941944" y="396938"/>
                  </a:lnTo>
                  <a:lnTo>
                    <a:pt x="5994573" y="378966"/>
                  </a:lnTo>
                  <a:lnTo>
                    <a:pt x="6047825" y="359675"/>
                  </a:lnTo>
                  <a:lnTo>
                    <a:pt x="6101782" y="339208"/>
                  </a:lnTo>
                  <a:lnTo>
                    <a:pt x="6156409" y="317767"/>
                  </a:lnTo>
                  <a:lnTo>
                    <a:pt x="6211574" y="295606"/>
                  </a:lnTo>
                  <a:lnTo>
                    <a:pt x="6267074" y="273017"/>
                  </a:lnTo>
                  <a:lnTo>
                    <a:pt x="6322660" y="250320"/>
                  </a:lnTo>
                  <a:lnTo>
                    <a:pt x="6378074" y="227838"/>
                  </a:lnTo>
                  <a:lnTo>
                    <a:pt x="6433081" y="205884"/>
                  </a:lnTo>
                  <a:lnTo>
                    <a:pt x="6487497" y="184740"/>
                  </a:lnTo>
                  <a:lnTo>
                    <a:pt x="6541219" y="164642"/>
                  </a:lnTo>
                  <a:lnTo>
                    <a:pt x="6594250" y="145774"/>
                  </a:lnTo>
                  <a:lnTo>
                    <a:pt x="6646714" y="128259"/>
                  </a:lnTo>
                  <a:lnTo>
                    <a:pt x="6698876" y="112165"/>
                  </a:lnTo>
                  <a:lnTo>
                    <a:pt x="6751163" y="97502"/>
                  </a:lnTo>
                  <a:lnTo>
                    <a:pt x="6786527" y="88472"/>
                  </a:lnTo>
                  <a:lnTo>
                    <a:pt x="6836198" y="77039"/>
                  </a:lnTo>
                  <a:lnTo>
                    <a:pt x="6887586" y="66771"/>
                  </a:lnTo>
                  <a:lnTo>
                    <a:pt x="6941518" y="57606"/>
                  </a:lnTo>
                  <a:lnTo>
                    <a:pt x="6998914" y="49440"/>
                  </a:lnTo>
                  <a:lnTo>
                    <a:pt x="7060708" y="42158"/>
                  </a:lnTo>
                  <a:lnTo>
                    <a:pt x="7127770" y="35650"/>
                  </a:lnTo>
                  <a:lnTo>
                    <a:pt x="7200791" y="29819"/>
                  </a:lnTo>
                  <a:lnTo>
                    <a:pt x="7280151" y="24588"/>
                  </a:lnTo>
                  <a:lnTo>
                    <a:pt x="7365729" y="19900"/>
                  </a:lnTo>
                  <a:lnTo>
                    <a:pt x="7456684" y="15723"/>
                  </a:lnTo>
                  <a:lnTo>
                    <a:pt x="7551247" y="12044"/>
                  </a:lnTo>
                  <a:lnTo>
                    <a:pt x="7646594" y="8867"/>
                  </a:lnTo>
                  <a:lnTo>
                    <a:pt x="7738911" y="6204"/>
                  </a:lnTo>
                  <a:lnTo>
                    <a:pt x="7823756" y="4063"/>
                  </a:lnTo>
                  <a:lnTo>
                    <a:pt x="7896745" y="2438"/>
                  </a:lnTo>
                  <a:lnTo>
                    <a:pt x="7954436" y="1296"/>
                  </a:lnTo>
                  <a:lnTo>
                    <a:pt x="7995157" y="575"/>
                  </a:lnTo>
                  <a:lnTo>
                    <a:pt x="8019508" y="188"/>
                  </a:lnTo>
                  <a:lnTo>
                    <a:pt x="8030405" y="31"/>
                  </a:lnTo>
                  <a:lnTo>
                    <a:pt x="8032799" y="0"/>
                  </a:lnTo>
                  <a:lnTo>
                    <a:pt x="8032819" y="0"/>
                  </a:lnTo>
                  <a:lnTo>
                    <a:pt x="8554953" y="0"/>
                  </a:lnTo>
                  <a:lnTo>
                    <a:pt x="8554953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056" name="pl2056"/>
            <p:cNvSpPr/>
            <p:nvPr/>
          </p:nvSpPr>
          <p:spPr>
            <a:xfrm>
              <a:off x="386606" y="1885794"/>
              <a:ext cx="8554953" cy="4195848"/>
            </a:xfrm>
            <a:custGeom>
              <a:avLst/>
              <a:pathLst>
                <a:path w="8554953" h="4195848">
                  <a:moveTo>
                    <a:pt x="8554953" y="0"/>
                  </a:moveTo>
                  <a:lnTo>
                    <a:pt x="8032819" y="0"/>
                  </a:lnTo>
                  <a:lnTo>
                    <a:pt x="8031554" y="16"/>
                  </a:lnTo>
                  <a:lnTo>
                    <a:pt x="8023283" y="132"/>
                  </a:lnTo>
                  <a:lnTo>
                    <a:pt x="8002602" y="452"/>
                  </a:lnTo>
                  <a:lnTo>
                    <a:pt x="7966063" y="1082"/>
                  </a:lnTo>
                  <a:lnTo>
                    <a:pt x="7912481" y="2113"/>
                  </a:lnTo>
                  <a:lnTo>
                    <a:pt x="7842998" y="3615"/>
                  </a:lnTo>
                  <a:lnTo>
                    <a:pt x="7760688" y="5627"/>
                  </a:lnTo>
                  <a:lnTo>
                    <a:pt x="7669789" y="8163"/>
                  </a:lnTo>
                  <a:lnTo>
                    <a:pt x="7574802" y="11214"/>
                  </a:lnTo>
                  <a:lnTo>
                    <a:pt x="7479741" y="14770"/>
                  </a:lnTo>
                  <a:lnTo>
                    <a:pt x="7387693" y="18824"/>
                  </a:lnTo>
                  <a:lnTo>
                    <a:pt x="7300680" y="23384"/>
                  </a:lnTo>
                  <a:lnTo>
                    <a:pt x="7219753" y="28477"/>
                  </a:lnTo>
                  <a:lnTo>
                    <a:pt x="7145189" y="34154"/>
                  </a:lnTo>
                  <a:lnTo>
                    <a:pt x="7076714" y="40487"/>
                  </a:lnTo>
                  <a:lnTo>
                    <a:pt x="7013697" y="47568"/>
                  </a:lnTo>
                  <a:lnTo>
                    <a:pt x="6955303" y="55505"/>
                  </a:lnTo>
                  <a:lnTo>
                    <a:pt x="6900605" y="64413"/>
                  </a:lnTo>
                  <a:lnTo>
                    <a:pt x="6848672" y="74402"/>
                  </a:lnTo>
                  <a:lnTo>
                    <a:pt x="6798646" y="85546"/>
                  </a:lnTo>
                  <a:lnTo>
                    <a:pt x="6786527" y="88472"/>
                  </a:lnTo>
                  <a:lnTo>
                    <a:pt x="6733829" y="102193"/>
                  </a:lnTo>
                  <a:lnTo>
                    <a:pt x="6681641" y="117327"/>
                  </a:lnTo>
                  <a:lnTo>
                    <a:pt x="6629418" y="133895"/>
                  </a:lnTo>
                  <a:lnTo>
                    <a:pt x="6576789" y="151867"/>
                  </a:lnTo>
                  <a:lnTo>
                    <a:pt x="6523537" y="171158"/>
                  </a:lnTo>
                  <a:lnTo>
                    <a:pt x="6469580" y="191625"/>
                  </a:lnTo>
                  <a:lnTo>
                    <a:pt x="6414953" y="213066"/>
                  </a:lnTo>
                  <a:lnTo>
                    <a:pt x="6359788" y="235227"/>
                  </a:lnTo>
                  <a:lnTo>
                    <a:pt x="6304288" y="257816"/>
                  </a:lnTo>
                  <a:lnTo>
                    <a:pt x="6248702" y="280513"/>
                  </a:lnTo>
                  <a:lnTo>
                    <a:pt x="6193288" y="302995"/>
                  </a:lnTo>
                  <a:lnTo>
                    <a:pt x="6138281" y="324949"/>
                  </a:lnTo>
                  <a:lnTo>
                    <a:pt x="6083865" y="346093"/>
                  </a:lnTo>
                  <a:lnTo>
                    <a:pt x="6030143" y="366191"/>
                  </a:lnTo>
                  <a:lnTo>
                    <a:pt x="5977112" y="385059"/>
                  </a:lnTo>
                  <a:lnTo>
                    <a:pt x="5924648" y="402574"/>
                  </a:lnTo>
                  <a:lnTo>
                    <a:pt x="5872485" y="418668"/>
                  </a:lnTo>
                  <a:lnTo>
                    <a:pt x="5820199" y="433331"/>
                  </a:lnTo>
                  <a:lnTo>
                    <a:pt x="5784835" y="442361"/>
                  </a:lnTo>
                  <a:lnTo>
                    <a:pt x="5735164" y="453794"/>
                  </a:lnTo>
                  <a:lnTo>
                    <a:pt x="5683776" y="464062"/>
                  </a:lnTo>
                  <a:lnTo>
                    <a:pt x="5629844" y="473228"/>
                  </a:lnTo>
                  <a:lnTo>
                    <a:pt x="5572448" y="481393"/>
                  </a:lnTo>
                  <a:lnTo>
                    <a:pt x="5510654" y="488675"/>
                  </a:lnTo>
                  <a:lnTo>
                    <a:pt x="5443592" y="495183"/>
                  </a:lnTo>
                  <a:lnTo>
                    <a:pt x="5370571" y="501014"/>
                  </a:lnTo>
                  <a:lnTo>
                    <a:pt x="5291211" y="506245"/>
                  </a:lnTo>
                  <a:lnTo>
                    <a:pt x="5205633" y="510933"/>
                  </a:lnTo>
                  <a:lnTo>
                    <a:pt x="5114678" y="515110"/>
                  </a:lnTo>
                  <a:lnTo>
                    <a:pt x="5020115" y="518789"/>
                  </a:lnTo>
                  <a:lnTo>
                    <a:pt x="4924768" y="521966"/>
                  </a:lnTo>
                  <a:lnTo>
                    <a:pt x="4832451" y="524629"/>
                  </a:lnTo>
                  <a:lnTo>
                    <a:pt x="4747606" y="526770"/>
                  </a:lnTo>
                  <a:lnTo>
                    <a:pt x="4674617" y="528395"/>
                  </a:lnTo>
                  <a:lnTo>
                    <a:pt x="4616926" y="529537"/>
                  </a:lnTo>
                  <a:lnTo>
                    <a:pt x="4576205" y="530258"/>
                  </a:lnTo>
                  <a:lnTo>
                    <a:pt x="4551854" y="530645"/>
                  </a:lnTo>
                  <a:lnTo>
                    <a:pt x="4540957" y="530802"/>
                  </a:lnTo>
                  <a:lnTo>
                    <a:pt x="4538562" y="530833"/>
                  </a:lnTo>
                  <a:lnTo>
                    <a:pt x="4538543" y="530834"/>
                  </a:lnTo>
                  <a:lnTo>
                    <a:pt x="4016409" y="530834"/>
                  </a:lnTo>
                  <a:lnTo>
                    <a:pt x="4015462" y="530917"/>
                  </a:lnTo>
                  <a:lnTo>
                    <a:pt x="4009229" y="531511"/>
                  </a:lnTo>
                  <a:lnTo>
                    <a:pt x="3993498" y="533153"/>
                  </a:lnTo>
                  <a:lnTo>
                    <a:pt x="3965330" y="536386"/>
                  </a:lnTo>
                  <a:lnTo>
                    <a:pt x="3923270" y="541713"/>
                  </a:lnTo>
                  <a:lnTo>
                    <a:pt x="3867456" y="549548"/>
                  </a:lnTo>
                  <a:lnTo>
                    <a:pt x="3799503" y="560174"/>
                  </a:lnTo>
                  <a:lnTo>
                    <a:pt x="3722131" y="573737"/>
                  </a:lnTo>
                  <a:lnTo>
                    <a:pt x="3638637" y="590265"/>
                  </a:lnTo>
                  <a:lnTo>
                    <a:pt x="3552348" y="609713"/>
                  </a:lnTo>
                  <a:lnTo>
                    <a:pt x="3466198" y="632017"/>
                  </a:lnTo>
                  <a:lnTo>
                    <a:pt x="3382470" y="657142"/>
                  </a:lnTo>
                  <a:lnTo>
                    <a:pt x="3302730" y="685122"/>
                  </a:lnTo>
                  <a:lnTo>
                    <a:pt x="3227871" y="716082"/>
                  </a:lnTo>
                  <a:lnTo>
                    <a:pt x="3158233" y="750249"/>
                  </a:lnTo>
                  <a:lnTo>
                    <a:pt x="3093737" y="787953"/>
                  </a:lnTo>
                  <a:lnTo>
                    <a:pt x="3034014" y="829625"/>
                  </a:lnTo>
                  <a:lnTo>
                    <a:pt x="2978511" y="875779"/>
                  </a:lnTo>
                  <a:lnTo>
                    <a:pt x="2926571" y="926990"/>
                  </a:lnTo>
                  <a:lnTo>
                    <a:pt x="2877497" y="983855"/>
                  </a:lnTo>
                  <a:lnTo>
                    <a:pt x="2830599" y="1046916"/>
                  </a:lnTo>
                  <a:lnTo>
                    <a:pt x="2785245" y="1116545"/>
                  </a:lnTo>
                  <a:lnTo>
                    <a:pt x="2770117" y="1141669"/>
                  </a:lnTo>
                  <a:lnTo>
                    <a:pt x="2736598" y="1200641"/>
                  </a:lnTo>
                  <a:lnTo>
                    <a:pt x="2703380" y="1263494"/>
                  </a:lnTo>
                  <a:lnTo>
                    <a:pt x="2670297" y="1330305"/>
                  </a:lnTo>
                  <a:lnTo>
                    <a:pt x="2637214" y="1401106"/>
                  </a:lnTo>
                  <a:lnTo>
                    <a:pt x="2604025" y="1475870"/>
                  </a:lnTo>
                  <a:lnTo>
                    <a:pt x="2570651" y="1554514"/>
                  </a:lnTo>
                  <a:lnTo>
                    <a:pt x="2537036" y="1636888"/>
                  </a:lnTo>
                  <a:lnTo>
                    <a:pt x="2503148" y="1722779"/>
                  </a:lnTo>
                  <a:lnTo>
                    <a:pt x="2468972" y="1811907"/>
                  </a:lnTo>
                  <a:lnTo>
                    <a:pt x="2434517" y="1903927"/>
                  </a:lnTo>
                  <a:lnTo>
                    <a:pt x="2399805" y="1998433"/>
                  </a:lnTo>
                  <a:lnTo>
                    <a:pt x="2364872" y="2094964"/>
                  </a:lnTo>
                  <a:lnTo>
                    <a:pt x="2329770" y="2193014"/>
                  </a:lnTo>
                  <a:lnTo>
                    <a:pt x="2294556" y="2292041"/>
                  </a:lnTo>
                  <a:lnTo>
                    <a:pt x="2259295" y="2391480"/>
                  </a:lnTo>
                  <a:lnTo>
                    <a:pt x="2224052" y="2490757"/>
                  </a:lnTo>
                  <a:lnTo>
                    <a:pt x="2188894" y="2589299"/>
                  </a:lnTo>
                  <a:lnTo>
                    <a:pt x="2153881" y="2686555"/>
                  </a:lnTo>
                  <a:lnTo>
                    <a:pt x="2119068" y="2781999"/>
                  </a:lnTo>
                  <a:lnTo>
                    <a:pt x="2084497" y="2875151"/>
                  </a:lnTo>
                  <a:lnTo>
                    <a:pt x="2050198" y="2965581"/>
                  </a:lnTo>
                  <a:lnTo>
                    <a:pt x="2016185" y="3052916"/>
                  </a:lnTo>
                  <a:lnTo>
                    <a:pt x="1982455" y="3136847"/>
                  </a:lnTo>
                  <a:lnTo>
                    <a:pt x="1948981" y="3217133"/>
                  </a:lnTo>
                  <a:lnTo>
                    <a:pt x="1915720" y="3293596"/>
                  </a:lnTo>
                  <a:lnTo>
                    <a:pt x="1882603" y="3366124"/>
                  </a:lnTo>
                  <a:lnTo>
                    <a:pt x="1849535" y="3434667"/>
                  </a:lnTo>
                  <a:lnTo>
                    <a:pt x="1816394" y="3499232"/>
                  </a:lnTo>
                  <a:lnTo>
                    <a:pt x="1783028" y="3559876"/>
                  </a:lnTo>
                  <a:lnTo>
                    <a:pt x="1768425" y="3585012"/>
                  </a:lnTo>
                  <a:lnTo>
                    <a:pt x="1723469" y="3656897"/>
                  </a:lnTo>
                  <a:lnTo>
                    <a:pt x="1677161" y="3722157"/>
                  </a:lnTo>
                  <a:lnTo>
                    <a:pt x="1628900" y="3781068"/>
                  </a:lnTo>
                  <a:lnTo>
                    <a:pt x="1578011" y="3834131"/>
                  </a:lnTo>
                  <a:lnTo>
                    <a:pt x="1523794" y="3881933"/>
                  </a:lnTo>
                  <a:lnTo>
                    <a:pt x="1465571" y="3925064"/>
                  </a:lnTo>
                  <a:lnTo>
                    <a:pt x="1402746" y="3964061"/>
                  </a:lnTo>
                  <a:lnTo>
                    <a:pt x="1334877" y="3999385"/>
                  </a:lnTo>
                  <a:lnTo>
                    <a:pt x="1261775" y="4031402"/>
                  </a:lnTo>
                  <a:lnTo>
                    <a:pt x="1183621" y="4060374"/>
                  </a:lnTo>
                  <a:lnTo>
                    <a:pt x="1101106" y="4086459"/>
                  </a:lnTo>
                  <a:lnTo>
                    <a:pt x="1015556" y="4109721"/>
                  </a:lnTo>
                  <a:lnTo>
                    <a:pt x="929015" y="4130144"/>
                  </a:lnTo>
                  <a:lnTo>
                    <a:pt x="844213" y="4147670"/>
                  </a:lnTo>
                  <a:lnTo>
                    <a:pt x="764383" y="4162240"/>
                  </a:lnTo>
                  <a:lnTo>
                    <a:pt x="692890" y="4173852"/>
                  </a:lnTo>
                  <a:lnTo>
                    <a:pt x="632713" y="4182609"/>
                  </a:lnTo>
                  <a:lnTo>
                    <a:pt x="585894" y="4188746"/>
                  </a:lnTo>
                  <a:lnTo>
                    <a:pt x="553098" y="4192637"/>
                  </a:lnTo>
                  <a:lnTo>
                    <a:pt x="533409" y="4194758"/>
                  </a:lnTo>
                  <a:lnTo>
                    <a:pt x="524366" y="4195646"/>
                  </a:lnTo>
                  <a:lnTo>
                    <a:pt x="522171" y="4195844"/>
                  </a:lnTo>
                  <a:lnTo>
                    <a:pt x="522133" y="4195848"/>
                  </a:lnTo>
                  <a:lnTo>
                    <a:pt x="0" y="4195848"/>
                  </a:lnTo>
                  <a:lnTo>
                    <a:pt x="0" y="4195848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057" name="pg2057"/>
            <p:cNvSpPr/>
            <p:nvPr/>
          </p:nvSpPr>
          <p:spPr>
            <a:xfrm>
              <a:off x="386606" y="705535"/>
              <a:ext cx="8554953" cy="5409989"/>
            </a:xfrm>
            <a:custGeom>
              <a:avLst/>
              <a:pathLst>
                <a:path w="8554953" h="5409989">
                  <a:moveTo>
                    <a:pt x="0" y="5409989"/>
                  </a:moveTo>
                  <a:lnTo>
                    <a:pt x="522133" y="5409989"/>
                  </a:lnTo>
                  <a:lnTo>
                    <a:pt x="523402" y="5409981"/>
                  </a:lnTo>
                  <a:lnTo>
                    <a:pt x="531695" y="5409922"/>
                  </a:lnTo>
                  <a:lnTo>
                    <a:pt x="552428" y="5409757"/>
                  </a:lnTo>
                  <a:lnTo>
                    <a:pt x="589057" y="5409435"/>
                  </a:lnTo>
                  <a:lnTo>
                    <a:pt x="642759" y="5408907"/>
                  </a:lnTo>
                  <a:lnTo>
                    <a:pt x="712381" y="5408138"/>
                  </a:lnTo>
                  <a:lnTo>
                    <a:pt x="794832" y="5407108"/>
                  </a:lnTo>
                  <a:lnTo>
                    <a:pt x="885859" y="5405810"/>
                  </a:lnTo>
                  <a:lnTo>
                    <a:pt x="980950" y="5404249"/>
                  </a:lnTo>
                  <a:lnTo>
                    <a:pt x="1076083" y="5402429"/>
                  </a:lnTo>
                  <a:lnTo>
                    <a:pt x="1168176" y="5400354"/>
                  </a:lnTo>
                  <a:lnTo>
                    <a:pt x="1255208" y="5398021"/>
                  </a:lnTo>
                  <a:lnTo>
                    <a:pt x="1336137" y="5395415"/>
                  </a:lnTo>
                  <a:lnTo>
                    <a:pt x="1410692" y="5392509"/>
                  </a:lnTo>
                  <a:lnTo>
                    <a:pt x="1479152" y="5389267"/>
                  </a:lnTo>
                  <a:lnTo>
                    <a:pt x="1542154" y="5385642"/>
                  </a:lnTo>
                  <a:lnTo>
                    <a:pt x="1600539" y="5381578"/>
                  </a:lnTo>
                  <a:lnTo>
                    <a:pt x="1655235" y="5377017"/>
                  </a:lnTo>
                  <a:lnTo>
                    <a:pt x="1707177" y="5371901"/>
                  </a:lnTo>
                  <a:lnTo>
                    <a:pt x="1757222" y="5366195"/>
                  </a:lnTo>
                  <a:lnTo>
                    <a:pt x="1768425" y="5364812"/>
                  </a:lnTo>
                  <a:lnTo>
                    <a:pt x="1822255" y="5357646"/>
                  </a:lnTo>
                  <a:lnTo>
                    <a:pt x="1875566" y="5349727"/>
                  </a:lnTo>
                  <a:lnTo>
                    <a:pt x="1928934" y="5341043"/>
                  </a:lnTo>
                  <a:lnTo>
                    <a:pt x="1982744" y="5331614"/>
                  </a:lnTo>
                  <a:lnTo>
                    <a:pt x="2037216" y="5321486"/>
                  </a:lnTo>
                  <a:lnTo>
                    <a:pt x="2092425" y="5310743"/>
                  </a:lnTo>
                  <a:lnTo>
                    <a:pt x="2148321" y="5299497"/>
                  </a:lnTo>
                  <a:lnTo>
                    <a:pt x="2204750" y="5287889"/>
                  </a:lnTo>
                  <a:lnTo>
                    <a:pt x="2261485" y="5276082"/>
                  </a:lnTo>
                  <a:lnTo>
                    <a:pt x="2318258" y="5264250"/>
                  </a:lnTo>
                  <a:lnTo>
                    <a:pt x="2374796" y="5252571"/>
                  </a:lnTo>
                  <a:lnTo>
                    <a:pt x="2430857" y="5241210"/>
                  </a:lnTo>
                  <a:lnTo>
                    <a:pt x="2486264" y="5230317"/>
                  </a:lnTo>
                  <a:lnTo>
                    <a:pt x="2540937" y="5220011"/>
                  </a:lnTo>
                  <a:lnTo>
                    <a:pt x="2594913" y="5210384"/>
                  </a:lnTo>
                  <a:lnTo>
                    <a:pt x="2648371" y="5201493"/>
                  </a:lnTo>
                  <a:lnTo>
                    <a:pt x="2701649" y="5193364"/>
                  </a:lnTo>
                  <a:lnTo>
                    <a:pt x="2755267" y="5185994"/>
                  </a:lnTo>
                  <a:lnTo>
                    <a:pt x="2770117" y="5184103"/>
                  </a:lnTo>
                  <a:lnTo>
                    <a:pt x="2819835" y="5178259"/>
                  </a:lnTo>
                  <a:lnTo>
                    <a:pt x="2871274" y="5173012"/>
                  </a:lnTo>
                  <a:lnTo>
                    <a:pt x="2925263" y="5168329"/>
                  </a:lnTo>
                  <a:lnTo>
                    <a:pt x="2982725" y="5164157"/>
                  </a:lnTo>
                  <a:lnTo>
                    <a:pt x="3044597" y="5160437"/>
                  </a:lnTo>
                  <a:lnTo>
                    <a:pt x="3111750" y="5157112"/>
                  </a:lnTo>
                  <a:lnTo>
                    <a:pt x="3184876" y="5154134"/>
                  </a:lnTo>
                  <a:lnTo>
                    <a:pt x="3264355" y="5151462"/>
                  </a:lnTo>
                  <a:lnTo>
                    <a:pt x="3350059" y="5149068"/>
                  </a:lnTo>
                  <a:lnTo>
                    <a:pt x="3441139" y="5146936"/>
                  </a:lnTo>
                  <a:lnTo>
                    <a:pt x="3535813" y="5145058"/>
                  </a:lnTo>
                  <a:lnTo>
                    <a:pt x="3631238" y="5143437"/>
                  </a:lnTo>
                  <a:lnTo>
                    <a:pt x="3723579" y="5142078"/>
                  </a:lnTo>
                  <a:lnTo>
                    <a:pt x="3808380" y="5140988"/>
                  </a:lnTo>
                  <a:lnTo>
                    <a:pt x="3881250" y="5140160"/>
                  </a:lnTo>
                  <a:lnTo>
                    <a:pt x="3938757" y="5139580"/>
                  </a:lnTo>
                  <a:lnTo>
                    <a:pt x="3979254" y="5139215"/>
                  </a:lnTo>
                  <a:lnTo>
                    <a:pt x="4003379" y="5139019"/>
                  </a:lnTo>
                  <a:lnTo>
                    <a:pt x="4014093" y="5138941"/>
                  </a:lnTo>
                  <a:lnTo>
                    <a:pt x="4016409" y="5138925"/>
                  </a:lnTo>
                  <a:lnTo>
                    <a:pt x="4538543" y="5138925"/>
                  </a:lnTo>
                  <a:lnTo>
                    <a:pt x="4539383" y="5138822"/>
                  </a:lnTo>
                  <a:lnTo>
                    <a:pt x="4544923" y="5138087"/>
                  </a:lnTo>
                  <a:lnTo>
                    <a:pt x="4558954" y="5136056"/>
                  </a:lnTo>
                  <a:lnTo>
                    <a:pt x="4584199" y="5132053"/>
                  </a:lnTo>
                  <a:lnTo>
                    <a:pt x="4622140" y="5125445"/>
                  </a:lnTo>
                  <a:lnTo>
                    <a:pt x="4672907" y="5115693"/>
                  </a:lnTo>
                  <a:lnTo>
                    <a:pt x="4735336" y="5102408"/>
                  </a:lnTo>
                  <a:lnTo>
                    <a:pt x="4807227" y="5085367"/>
                  </a:lnTo>
                  <a:lnTo>
                    <a:pt x="4885760" y="5064496"/>
                  </a:lnTo>
                  <a:lnTo>
                    <a:pt x="4967945" y="5039828"/>
                  </a:lnTo>
                  <a:lnTo>
                    <a:pt x="5051019" y="5011443"/>
                  </a:lnTo>
                  <a:lnTo>
                    <a:pt x="5132701" y="4979405"/>
                  </a:lnTo>
                  <a:lnTo>
                    <a:pt x="5211315" y="4943716"/>
                  </a:lnTo>
                  <a:lnTo>
                    <a:pt x="5285783" y="4904281"/>
                  </a:lnTo>
                  <a:lnTo>
                    <a:pt x="5355556" y="4860889"/>
                  </a:lnTo>
                  <a:lnTo>
                    <a:pt x="5420506" y="4813204"/>
                  </a:lnTo>
                  <a:lnTo>
                    <a:pt x="5480813" y="4760768"/>
                  </a:lnTo>
                  <a:lnTo>
                    <a:pt x="5536868" y="4703010"/>
                  </a:lnTo>
                  <a:lnTo>
                    <a:pt x="5589196" y="4639265"/>
                  </a:lnTo>
                  <a:lnTo>
                    <a:pt x="5638393" y="4568807"/>
                  </a:lnTo>
                  <a:lnTo>
                    <a:pt x="5685078" y="4490902"/>
                  </a:lnTo>
                  <a:lnTo>
                    <a:pt x="5729856" y="4404901"/>
                  </a:lnTo>
                  <a:lnTo>
                    <a:pt x="5773275" y="4310386"/>
                  </a:lnTo>
                  <a:lnTo>
                    <a:pt x="5784835" y="4283379"/>
                  </a:lnTo>
                  <a:lnTo>
                    <a:pt x="5813703" y="4212621"/>
                  </a:lnTo>
                  <a:lnTo>
                    <a:pt x="5842328" y="4137854"/>
                  </a:lnTo>
                  <a:lnTo>
                    <a:pt x="5870823" y="4058996"/>
                  </a:lnTo>
                  <a:lnTo>
                    <a:pt x="5899279" y="3976005"/>
                  </a:lnTo>
                  <a:lnTo>
                    <a:pt x="5927773" y="3888880"/>
                  </a:lnTo>
                  <a:lnTo>
                    <a:pt x="5956365" y="3797662"/>
                  </a:lnTo>
                  <a:lnTo>
                    <a:pt x="5985103" y="3702440"/>
                  </a:lnTo>
                  <a:lnTo>
                    <a:pt x="6014020" y="3603350"/>
                  </a:lnTo>
                  <a:lnTo>
                    <a:pt x="6043138" y="3500582"/>
                  </a:lnTo>
                  <a:lnTo>
                    <a:pt x="6072468" y="3394375"/>
                  </a:lnTo>
                  <a:lnTo>
                    <a:pt x="6102009" y="3285018"/>
                  </a:lnTo>
                  <a:lnTo>
                    <a:pt x="6131751" y="3172849"/>
                  </a:lnTo>
                  <a:lnTo>
                    <a:pt x="6161676" y="3058251"/>
                  </a:lnTo>
                  <a:lnTo>
                    <a:pt x="6191757" y="2941645"/>
                  </a:lnTo>
                  <a:lnTo>
                    <a:pt x="6221963" y="2823490"/>
                  </a:lnTo>
                  <a:lnTo>
                    <a:pt x="6252255" y="2704267"/>
                  </a:lnTo>
                  <a:lnTo>
                    <a:pt x="6282594" y="2584480"/>
                  </a:lnTo>
                  <a:lnTo>
                    <a:pt x="6312938" y="2464641"/>
                  </a:lnTo>
                  <a:lnTo>
                    <a:pt x="6343243" y="2345263"/>
                  </a:lnTo>
                  <a:lnTo>
                    <a:pt x="6373470" y="2226850"/>
                  </a:lnTo>
                  <a:lnTo>
                    <a:pt x="6403579" y="2109892"/>
                  </a:lnTo>
                  <a:lnTo>
                    <a:pt x="6433538" y="1994850"/>
                  </a:lnTo>
                  <a:lnTo>
                    <a:pt x="6463319" y="1882154"/>
                  </a:lnTo>
                  <a:lnTo>
                    <a:pt x="6492902" y="1772196"/>
                  </a:lnTo>
                  <a:lnTo>
                    <a:pt x="6522275" y="1665323"/>
                  </a:lnTo>
                  <a:lnTo>
                    <a:pt x="6551436" y="1561835"/>
                  </a:lnTo>
                  <a:lnTo>
                    <a:pt x="6580393" y="1461980"/>
                  </a:lnTo>
                  <a:lnTo>
                    <a:pt x="6609165" y="1365958"/>
                  </a:lnTo>
                  <a:lnTo>
                    <a:pt x="6637783" y="1273917"/>
                  </a:lnTo>
                  <a:lnTo>
                    <a:pt x="6666292" y="1185954"/>
                  </a:lnTo>
                  <a:lnTo>
                    <a:pt x="6694750" y="1102122"/>
                  </a:lnTo>
                  <a:lnTo>
                    <a:pt x="6723230" y="1022426"/>
                  </a:lnTo>
                  <a:lnTo>
                    <a:pt x="6751821" y="946831"/>
                  </a:lnTo>
                  <a:lnTo>
                    <a:pt x="6780630" y="875266"/>
                  </a:lnTo>
                  <a:lnTo>
                    <a:pt x="6786527" y="861193"/>
                  </a:lnTo>
                  <a:lnTo>
                    <a:pt x="6829662" y="764358"/>
                  </a:lnTo>
                  <a:lnTo>
                    <a:pt x="6874022" y="676085"/>
                  </a:lnTo>
                  <a:lnTo>
                    <a:pt x="6920134" y="596050"/>
                  </a:lnTo>
                  <a:lnTo>
                    <a:pt x="6968591" y="523650"/>
                  </a:lnTo>
                  <a:lnTo>
                    <a:pt x="7020013" y="458165"/>
                  </a:lnTo>
                  <a:lnTo>
                    <a:pt x="7075005" y="398858"/>
                  </a:lnTo>
                  <a:lnTo>
                    <a:pt x="7134118" y="345044"/>
                  </a:lnTo>
                  <a:lnTo>
                    <a:pt x="7197785" y="296126"/>
                  </a:lnTo>
                  <a:lnTo>
                    <a:pt x="7266253" y="251612"/>
                  </a:lnTo>
                  <a:lnTo>
                    <a:pt x="7339487" y="211134"/>
                  </a:lnTo>
                  <a:lnTo>
                    <a:pt x="7417063" y="174448"/>
                  </a:lnTo>
                  <a:lnTo>
                    <a:pt x="7498056" y="141427"/>
                  </a:lnTo>
                  <a:lnTo>
                    <a:pt x="7580954" y="112050"/>
                  </a:lnTo>
                  <a:lnTo>
                    <a:pt x="7663635" y="86369"/>
                  </a:lnTo>
                  <a:lnTo>
                    <a:pt x="7743446" y="64466"/>
                  </a:lnTo>
                  <a:lnTo>
                    <a:pt x="7817425" y="46392"/>
                  </a:lnTo>
                  <a:lnTo>
                    <a:pt x="7882661" y="32108"/>
                  </a:lnTo>
                  <a:lnTo>
                    <a:pt x="7936743" y="21433"/>
                  </a:lnTo>
                  <a:lnTo>
                    <a:pt x="7978194" y="14023"/>
                  </a:lnTo>
                  <a:lnTo>
                    <a:pt x="8006778" y="9376"/>
                  </a:lnTo>
                  <a:lnTo>
                    <a:pt x="8023619" y="6878"/>
                  </a:lnTo>
                  <a:lnTo>
                    <a:pt x="8031122" y="5859"/>
                  </a:lnTo>
                  <a:lnTo>
                    <a:pt x="8032819" y="5647"/>
                  </a:lnTo>
                  <a:lnTo>
                    <a:pt x="8554953" y="5647"/>
                  </a:lnTo>
                  <a:lnTo>
                    <a:pt x="8554953" y="0"/>
                  </a:lnTo>
                  <a:lnTo>
                    <a:pt x="8032819" y="0"/>
                  </a:lnTo>
                  <a:lnTo>
                    <a:pt x="8031979" y="103"/>
                  </a:lnTo>
                  <a:lnTo>
                    <a:pt x="8026439" y="838"/>
                  </a:lnTo>
                  <a:lnTo>
                    <a:pt x="8012408" y="2869"/>
                  </a:lnTo>
                  <a:lnTo>
                    <a:pt x="7987163" y="6871"/>
                  </a:lnTo>
                  <a:lnTo>
                    <a:pt x="7949222" y="13480"/>
                  </a:lnTo>
                  <a:lnTo>
                    <a:pt x="7898455" y="23232"/>
                  </a:lnTo>
                  <a:lnTo>
                    <a:pt x="7836026" y="36516"/>
                  </a:lnTo>
                  <a:lnTo>
                    <a:pt x="7764135" y="53558"/>
                  </a:lnTo>
                  <a:lnTo>
                    <a:pt x="7685602" y="74429"/>
                  </a:lnTo>
                  <a:lnTo>
                    <a:pt x="7603417" y="99096"/>
                  </a:lnTo>
                  <a:lnTo>
                    <a:pt x="7520343" y="127482"/>
                  </a:lnTo>
                  <a:lnTo>
                    <a:pt x="7438661" y="159520"/>
                  </a:lnTo>
                  <a:lnTo>
                    <a:pt x="7360047" y="195209"/>
                  </a:lnTo>
                  <a:lnTo>
                    <a:pt x="7285579" y="234643"/>
                  </a:lnTo>
                  <a:lnTo>
                    <a:pt x="7215806" y="278035"/>
                  </a:lnTo>
                  <a:lnTo>
                    <a:pt x="7150856" y="325720"/>
                  </a:lnTo>
                  <a:lnTo>
                    <a:pt x="7090549" y="378157"/>
                  </a:lnTo>
                  <a:lnTo>
                    <a:pt x="7034494" y="435915"/>
                  </a:lnTo>
                  <a:lnTo>
                    <a:pt x="6982166" y="499659"/>
                  </a:lnTo>
                  <a:lnTo>
                    <a:pt x="6932969" y="570118"/>
                  </a:lnTo>
                  <a:lnTo>
                    <a:pt x="6886284" y="648023"/>
                  </a:lnTo>
                  <a:lnTo>
                    <a:pt x="6841506" y="734024"/>
                  </a:lnTo>
                  <a:lnTo>
                    <a:pt x="6798087" y="828538"/>
                  </a:lnTo>
                  <a:lnTo>
                    <a:pt x="6786527" y="855546"/>
                  </a:lnTo>
                  <a:lnTo>
                    <a:pt x="6757659" y="926303"/>
                  </a:lnTo>
                  <a:lnTo>
                    <a:pt x="6729034" y="1001071"/>
                  </a:lnTo>
                  <a:lnTo>
                    <a:pt x="6700539" y="1079929"/>
                  </a:lnTo>
                  <a:lnTo>
                    <a:pt x="6672083" y="1162919"/>
                  </a:lnTo>
                  <a:lnTo>
                    <a:pt x="6643589" y="1250044"/>
                  </a:lnTo>
                  <a:lnTo>
                    <a:pt x="6614997" y="1341263"/>
                  </a:lnTo>
                  <a:lnTo>
                    <a:pt x="6586259" y="1436485"/>
                  </a:lnTo>
                  <a:lnTo>
                    <a:pt x="6557342" y="1535575"/>
                  </a:lnTo>
                  <a:lnTo>
                    <a:pt x="6528224" y="1638342"/>
                  </a:lnTo>
                  <a:lnTo>
                    <a:pt x="6498894" y="1744550"/>
                  </a:lnTo>
                  <a:lnTo>
                    <a:pt x="6469353" y="1853907"/>
                  </a:lnTo>
                  <a:lnTo>
                    <a:pt x="6439611" y="1966076"/>
                  </a:lnTo>
                  <a:lnTo>
                    <a:pt x="6409686" y="2080674"/>
                  </a:lnTo>
                  <a:lnTo>
                    <a:pt x="6379605" y="2197279"/>
                  </a:lnTo>
                  <a:lnTo>
                    <a:pt x="6349399" y="2315435"/>
                  </a:lnTo>
                  <a:lnTo>
                    <a:pt x="6319107" y="2434657"/>
                  </a:lnTo>
                  <a:lnTo>
                    <a:pt x="6288768" y="2554444"/>
                  </a:lnTo>
                  <a:lnTo>
                    <a:pt x="6258424" y="2674284"/>
                  </a:lnTo>
                  <a:lnTo>
                    <a:pt x="6228119" y="2793662"/>
                  </a:lnTo>
                  <a:lnTo>
                    <a:pt x="6197892" y="2912074"/>
                  </a:lnTo>
                  <a:lnTo>
                    <a:pt x="6167783" y="3029033"/>
                  </a:lnTo>
                  <a:lnTo>
                    <a:pt x="6137824" y="3144075"/>
                  </a:lnTo>
                  <a:lnTo>
                    <a:pt x="6108043" y="3256771"/>
                  </a:lnTo>
                  <a:lnTo>
                    <a:pt x="6078460" y="3366728"/>
                  </a:lnTo>
                  <a:lnTo>
                    <a:pt x="6049087" y="3473601"/>
                  </a:lnTo>
                  <a:lnTo>
                    <a:pt x="6019926" y="3577090"/>
                  </a:lnTo>
                  <a:lnTo>
                    <a:pt x="5990969" y="3676944"/>
                  </a:lnTo>
                  <a:lnTo>
                    <a:pt x="5962197" y="3772966"/>
                  </a:lnTo>
                  <a:lnTo>
                    <a:pt x="5933579" y="3865008"/>
                  </a:lnTo>
                  <a:lnTo>
                    <a:pt x="5905070" y="3952970"/>
                  </a:lnTo>
                  <a:lnTo>
                    <a:pt x="5876612" y="4036803"/>
                  </a:lnTo>
                  <a:lnTo>
                    <a:pt x="5848132" y="4116499"/>
                  </a:lnTo>
                  <a:lnTo>
                    <a:pt x="5819541" y="4192094"/>
                  </a:lnTo>
                  <a:lnTo>
                    <a:pt x="5790732" y="4263659"/>
                  </a:lnTo>
                  <a:lnTo>
                    <a:pt x="5784835" y="4277732"/>
                  </a:lnTo>
                  <a:lnTo>
                    <a:pt x="5741700" y="4374566"/>
                  </a:lnTo>
                  <a:lnTo>
                    <a:pt x="5697340" y="4462840"/>
                  </a:lnTo>
                  <a:lnTo>
                    <a:pt x="5651228" y="4542875"/>
                  </a:lnTo>
                  <a:lnTo>
                    <a:pt x="5602771" y="4615275"/>
                  </a:lnTo>
                  <a:lnTo>
                    <a:pt x="5551349" y="4680760"/>
                  </a:lnTo>
                  <a:lnTo>
                    <a:pt x="5496357" y="4740067"/>
                  </a:lnTo>
                  <a:lnTo>
                    <a:pt x="5437244" y="4793880"/>
                  </a:lnTo>
                  <a:lnTo>
                    <a:pt x="5373577" y="4842799"/>
                  </a:lnTo>
                  <a:lnTo>
                    <a:pt x="5305109" y="4887313"/>
                  </a:lnTo>
                  <a:lnTo>
                    <a:pt x="5231875" y="4927790"/>
                  </a:lnTo>
                  <a:lnTo>
                    <a:pt x="5154299" y="4964477"/>
                  </a:lnTo>
                  <a:lnTo>
                    <a:pt x="5073306" y="4997498"/>
                  </a:lnTo>
                  <a:lnTo>
                    <a:pt x="4990408" y="5026875"/>
                  </a:lnTo>
                  <a:lnTo>
                    <a:pt x="4907727" y="5052555"/>
                  </a:lnTo>
                  <a:lnTo>
                    <a:pt x="4827916" y="5074459"/>
                  </a:lnTo>
                  <a:lnTo>
                    <a:pt x="4753937" y="5092533"/>
                  </a:lnTo>
                  <a:lnTo>
                    <a:pt x="4688701" y="5106817"/>
                  </a:lnTo>
                  <a:lnTo>
                    <a:pt x="4634619" y="5117492"/>
                  </a:lnTo>
                  <a:lnTo>
                    <a:pt x="4593168" y="5124902"/>
                  </a:lnTo>
                  <a:lnTo>
                    <a:pt x="4564584" y="5129549"/>
                  </a:lnTo>
                  <a:lnTo>
                    <a:pt x="4547743" y="5132047"/>
                  </a:lnTo>
                  <a:lnTo>
                    <a:pt x="4540240" y="5133066"/>
                  </a:lnTo>
                  <a:lnTo>
                    <a:pt x="4538543" y="5133278"/>
                  </a:lnTo>
                  <a:lnTo>
                    <a:pt x="4016409" y="5133278"/>
                  </a:lnTo>
                  <a:lnTo>
                    <a:pt x="4015141" y="5133286"/>
                  </a:lnTo>
                  <a:lnTo>
                    <a:pt x="4006847" y="5133346"/>
                  </a:lnTo>
                  <a:lnTo>
                    <a:pt x="3986114" y="5133510"/>
                  </a:lnTo>
                  <a:lnTo>
                    <a:pt x="3949485" y="5133832"/>
                  </a:lnTo>
                  <a:lnTo>
                    <a:pt x="3895784" y="5134360"/>
                  </a:lnTo>
                  <a:lnTo>
                    <a:pt x="3826161" y="5135129"/>
                  </a:lnTo>
                  <a:lnTo>
                    <a:pt x="3743710" y="5136159"/>
                  </a:lnTo>
                  <a:lnTo>
                    <a:pt x="3652683" y="5137457"/>
                  </a:lnTo>
                  <a:lnTo>
                    <a:pt x="3557592" y="5139019"/>
                  </a:lnTo>
                  <a:lnTo>
                    <a:pt x="3462459" y="5140839"/>
                  </a:lnTo>
                  <a:lnTo>
                    <a:pt x="3370366" y="5142913"/>
                  </a:lnTo>
                  <a:lnTo>
                    <a:pt x="3283334" y="5145246"/>
                  </a:lnTo>
                  <a:lnTo>
                    <a:pt x="3202405" y="5147853"/>
                  </a:lnTo>
                  <a:lnTo>
                    <a:pt x="3127850" y="5150758"/>
                  </a:lnTo>
                  <a:lnTo>
                    <a:pt x="3059390" y="5154000"/>
                  </a:lnTo>
                  <a:lnTo>
                    <a:pt x="2996388" y="5157625"/>
                  </a:lnTo>
                  <a:lnTo>
                    <a:pt x="2938004" y="5161689"/>
                  </a:lnTo>
                  <a:lnTo>
                    <a:pt x="2883307" y="5166251"/>
                  </a:lnTo>
                  <a:lnTo>
                    <a:pt x="2831365" y="5171366"/>
                  </a:lnTo>
                  <a:lnTo>
                    <a:pt x="2781320" y="5177073"/>
                  </a:lnTo>
                  <a:lnTo>
                    <a:pt x="2770117" y="5178455"/>
                  </a:lnTo>
                  <a:lnTo>
                    <a:pt x="2716287" y="5185621"/>
                  </a:lnTo>
                  <a:lnTo>
                    <a:pt x="2662977" y="5193541"/>
                  </a:lnTo>
                  <a:lnTo>
                    <a:pt x="2609609" y="5202224"/>
                  </a:lnTo>
                  <a:lnTo>
                    <a:pt x="2555799" y="5211654"/>
                  </a:lnTo>
                  <a:lnTo>
                    <a:pt x="2501326" y="5221781"/>
                  </a:lnTo>
                  <a:lnTo>
                    <a:pt x="2446117" y="5232525"/>
                  </a:lnTo>
                  <a:lnTo>
                    <a:pt x="2390221" y="5243771"/>
                  </a:lnTo>
                  <a:lnTo>
                    <a:pt x="2333792" y="5255379"/>
                  </a:lnTo>
                  <a:lnTo>
                    <a:pt x="2277057" y="5267186"/>
                  </a:lnTo>
                  <a:lnTo>
                    <a:pt x="2220284" y="5279017"/>
                  </a:lnTo>
                  <a:lnTo>
                    <a:pt x="2163746" y="5290697"/>
                  </a:lnTo>
                  <a:lnTo>
                    <a:pt x="2107685" y="5302057"/>
                  </a:lnTo>
                  <a:lnTo>
                    <a:pt x="2052278" y="5312951"/>
                  </a:lnTo>
                  <a:lnTo>
                    <a:pt x="1997605" y="5323257"/>
                  </a:lnTo>
                  <a:lnTo>
                    <a:pt x="1943629" y="5332884"/>
                  </a:lnTo>
                  <a:lnTo>
                    <a:pt x="1890171" y="5341775"/>
                  </a:lnTo>
                  <a:lnTo>
                    <a:pt x="1836893" y="5349904"/>
                  </a:lnTo>
                  <a:lnTo>
                    <a:pt x="1783275" y="5357274"/>
                  </a:lnTo>
                  <a:lnTo>
                    <a:pt x="1768425" y="5359165"/>
                  </a:lnTo>
                  <a:lnTo>
                    <a:pt x="1718708" y="5365008"/>
                  </a:lnTo>
                  <a:lnTo>
                    <a:pt x="1667268" y="5370255"/>
                  </a:lnTo>
                  <a:lnTo>
                    <a:pt x="1613279" y="5374939"/>
                  </a:lnTo>
                  <a:lnTo>
                    <a:pt x="1555818" y="5379111"/>
                  </a:lnTo>
                  <a:lnTo>
                    <a:pt x="1493945" y="5382831"/>
                  </a:lnTo>
                  <a:lnTo>
                    <a:pt x="1426793" y="5386155"/>
                  </a:lnTo>
                  <a:lnTo>
                    <a:pt x="1353666" y="5389133"/>
                  </a:lnTo>
                  <a:lnTo>
                    <a:pt x="1274187" y="5391805"/>
                  </a:lnTo>
                  <a:lnTo>
                    <a:pt x="1188484" y="5394199"/>
                  </a:lnTo>
                  <a:lnTo>
                    <a:pt x="1097403" y="5396332"/>
                  </a:lnTo>
                  <a:lnTo>
                    <a:pt x="1002729" y="5398210"/>
                  </a:lnTo>
                  <a:lnTo>
                    <a:pt x="907304" y="5399831"/>
                  </a:lnTo>
                  <a:lnTo>
                    <a:pt x="814963" y="5401189"/>
                  </a:lnTo>
                  <a:lnTo>
                    <a:pt x="730162" y="5402280"/>
                  </a:lnTo>
                  <a:lnTo>
                    <a:pt x="657292" y="5403107"/>
                  </a:lnTo>
                  <a:lnTo>
                    <a:pt x="599786" y="5403687"/>
                  </a:lnTo>
                  <a:lnTo>
                    <a:pt x="559288" y="5404053"/>
                  </a:lnTo>
                  <a:lnTo>
                    <a:pt x="535163" y="5404248"/>
                  </a:lnTo>
                  <a:lnTo>
                    <a:pt x="524449" y="5404327"/>
                  </a:lnTo>
                  <a:lnTo>
                    <a:pt x="522133" y="5404342"/>
                  </a:lnTo>
                  <a:lnTo>
                    <a:pt x="0" y="5404342"/>
                  </a:lnTo>
                  <a:close/>
                </a:path>
              </a:pathLst>
            </a:custGeom>
            <a:solidFill>
              <a:srgbClr val="63D9C8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2058" name="pl2058"/>
            <p:cNvSpPr/>
            <p:nvPr/>
          </p:nvSpPr>
          <p:spPr>
            <a:xfrm>
              <a:off x="386606" y="711182"/>
              <a:ext cx="8554953" cy="5404342"/>
            </a:xfrm>
            <a:custGeom>
              <a:avLst/>
              <a:pathLst>
                <a:path w="8554953" h="5404342">
                  <a:moveTo>
                    <a:pt x="0" y="5404342"/>
                  </a:moveTo>
                  <a:lnTo>
                    <a:pt x="522133" y="5404342"/>
                  </a:lnTo>
                  <a:lnTo>
                    <a:pt x="523402" y="5404334"/>
                  </a:lnTo>
                  <a:lnTo>
                    <a:pt x="531695" y="5404275"/>
                  </a:lnTo>
                  <a:lnTo>
                    <a:pt x="552428" y="5404110"/>
                  </a:lnTo>
                  <a:lnTo>
                    <a:pt x="589057" y="5403788"/>
                  </a:lnTo>
                  <a:lnTo>
                    <a:pt x="642759" y="5403260"/>
                  </a:lnTo>
                  <a:lnTo>
                    <a:pt x="712381" y="5402491"/>
                  </a:lnTo>
                  <a:lnTo>
                    <a:pt x="794832" y="5401461"/>
                  </a:lnTo>
                  <a:lnTo>
                    <a:pt x="885859" y="5400163"/>
                  </a:lnTo>
                  <a:lnTo>
                    <a:pt x="980950" y="5398601"/>
                  </a:lnTo>
                  <a:lnTo>
                    <a:pt x="1076083" y="5396782"/>
                  </a:lnTo>
                  <a:lnTo>
                    <a:pt x="1168176" y="5394707"/>
                  </a:lnTo>
                  <a:lnTo>
                    <a:pt x="1255208" y="5392374"/>
                  </a:lnTo>
                  <a:lnTo>
                    <a:pt x="1336137" y="5389767"/>
                  </a:lnTo>
                  <a:lnTo>
                    <a:pt x="1410692" y="5386862"/>
                  </a:lnTo>
                  <a:lnTo>
                    <a:pt x="1479152" y="5383620"/>
                  </a:lnTo>
                  <a:lnTo>
                    <a:pt x="1542154" y="5379995"/>
                  </a:lnTo>
                  <a:lnTo>
                    <a:pt x="1600539" y="5375931"/>
                  </a:lnTo>
                  <a:lnTo>
                    <a:pt x="1655235" y="5371369"/>
                  </a:lnTo>
                  <a:lnTo>
                    <a:pt x="1707177" y="5366254"/>
                  </a:lnTo>
                  <a:lnTo>
                    <a:pt x="1757222" y="5360548"/>
                  </a:lnTo>
                  <a:lnTo>
                    <a:pt x="1768425" y="5359165"/>
                  </a:lnTo>
                  <a:lnTo>
                    <a:pt x="1822255" y="5351999"/>
                  </a:lnTo>
                  <a:lnTo>
                    <a:pt x="1875566" y="5344079"/>
                  </a:lnTo>
                  <a:lnTo>
                    <a:pt x="1928934" y="5335396"/>
                  </a:lnTo>
                  <a:lnTo>
                    <a:pt x="1982744" y="5325966"/>
                  </a:lnTo>
                  <a:lnTo>
                    <a:pt x="2037216" y="5315839"/>
                  </a:lnTo>
                  <a:lnTo>
                    <a:pt x="2092425" y="5305096"/>
                  </a:lnTo>
                  <a:lnTo>
                    <a:pt x="2148321" y="5293849"/>
                  </a:lnTo>
                  <a:lnTo>
                    <a:pt x="2204750" y="5282241"/>
                  </a:lnTo>
                  <a:lnTo>
                    <a:pt x="2261485" y="5270434"/>
                  </a:lnTo>
                  <a:lnTo>
                    <a:pt x="2318258" y="5258603"/>
                  </a:lnTo>
                  <a:lnTo>
                    <a:pt x="2374796" y="5246924"/>
                  </a:lnTo>
                  <a:lnTo>
                    <a:pt x="2430857" y="5235563"/>
                  </a:lnTo>
                  <a:lnTo>
                    <a:pt x="2486264" y="5224669"/>
                  </a:lnTo>
                  <a:lnTo>
                    <a:pt x="2540937" y="5214364"/>
                  </a:lnTo>
                  <a:lnTo>
                    <a:pt x="2594913" y="5204737"/>
                  </a:lnTo>
                  <a:lnTo>
                    <a:pt x="2648371" y="5195846"/>
                  </a:lnTo>
                  <a:lnTo>
                    <a:pt x="2701649" y="5187717"/>
                  </a:lnTo>
                  <a:lnTo>
                    <a:pt x="2755267" y="5180346"/>
                  </a:lnTo>
                  <a:lnTo>
                    <a:pt x="2770117" y="5178455"/>
                  </a:lnTo>
                  <a:lnTo>
                    <a:pt x="2819835" y="5172612"/>
                  </a:lnTo>
                  <a:lnTo>
                    <a:pt x="2871274" y="5167365"/>
                  </a:lnTo>
                  <a:lnTo>
                    <a:pt x="2925263" y="5162682"/>
                  </a:lnTo>
                  <a:lnTo>
                    <a:pt x="2982725" y="5158510"/>
                  </a:lnTo>
                  <a:lnTo>
                    <a:pt x="3044597" y="5154790"/>
                  </a:lnTo>
                  <a:lnTo>
                    <a:pt x="3111750" y="5151465"/>
                  </a:lnTo>
                  <a:lnTo>
                    <a:pt x="3184876" y="5148487"/>
                  </a:lnTo>
                  <a:lnTo>
                    <a:pt x="3264355" y="5145815"/>
                  </a:lnTo>
                  <a:lnTo>
                    <a:pt x="3350059" y="5143421"/>
                  </a:lnTo>
                  <a:lnTo>
                    <a:pt x="3441139" y="5141289"/>
                  </a:lnTo>
                  <a:lnTo>
                    <a:pt x="3535813" y="5139411"/>
                  </a:lnTo>
                  <a:lnTo>
                    <a:pt x="3631238" y="5137790"/>
                  </a:lnTo>
                  <a:lnTo>
                    <a:pt x="3723579" y="5136431"/>
                  </a:lnTo>
                  <a:lnTo>
                    <a:pt x="3808380" y="5135340"/>
                  </a:lnTo>
                  <a:lnTo>
                    <a:pt x="3881250" y="5134513"/>
                  </a:lnTo>
                  <a:lnTo>
                    <a:pt x="3938757" y="5133933"/>
                  </a:lnTo>
                  <a:lnTo>
                    <a:pt x="3979254" y="5133568"/>
                  </a:lnTo>
                  <a:lnTo>
                    <a:pt x="4003379" y="5133372"/>
                  </a:lnTo>
                  <a:lnTo>
                    <a:pt x="4014093" y="5133293"/>
                  </a:lnTo>
                  <a:lnTo>
                    <a:pt x="4016394" y="5133278"/>
                  </a:lnTo>
                  <a:lnTo>
                    <a:pt x="4016409" y="5133278"/>
                  </a:lnTo>
                  <a:lnTo>
                    <a:pt x="4538543" y="5133278"/>
                  </a:lnTo>
                  <a:lnTo>
                    <a:pt x="4539383" y="5133175"/>
                  </a:lnTo>
                  <a:lnTo>
                    <a:pt x="4544923" y="5132440"/>
                  </a:lnTo>
                  <a:lnTo>
                    <a:pt x="4558954" y="5130408"/>
                  </a:lnTo>
                  <a:lnTo>
                    <a:pt x="4584199" y="5126406"/>
                  </a:lnTo>
                  <a:lnTo>
                    <a:pt x="4622140" y="5119797"/>
                  </a:lnTo>
                  <a:lnTo>
                    <a:pt x="4672907" y="5110046"/>
                  </a:lnTo>
                  <a:lnTo>
                    <a:pt x="4735336" y="5096761"/>
                  </a:lnTo>
                  <a:lnTo>
                    <a:pt x="4807227" y="5079720"/>
                  </a:lnTo>
                  <a:lnTo>
                    <a:pt x="4885760" y="5058849"/>
                  </a:lnTo>
                  <a:lnTo>
                    <a:pt x="4967945" y="5034181"/>
                  </a:lnTo>
                  <a:lnTo>
                    <a:pt x="5051019" y="5005795"/>
                  </a:lnTo>
                  <a:lnTo>
                    <a:pt x="5132701" y="4973757"/>
                  </a:lnTo>
                  <a:lnTo>
                    <a:pt x="5211315" y="4938069"/>
                  </a:lnTo>
                  <a:lnTo>
                    <a:pt x="5285783" y="4898634"/>
                  </a:lnTo>
                  <a:lnTo>
                    <a:pt x="5355556" y="4855242"/>
                  </a:lnTo>
                  <a:lnTo>
                    <a:pt x="5420506" y="4807557"/>
                  </a:lnTo>
                  <a:lnTo>
                    <a:pt x="5480813" y="4755121"/>
                  </a:lnTo>
                  <a:lnTo>
                    <a:pt x="5536868" y="4697363"/>
                  </a:lnTo>
                  <a:lnTo>
                    <a:pt x="5589196" y="4633618"/>
                  </a:lnTo>
                  <a:lnTo>
                    <a:pt x="5638393" y="4563160"/>
                  </a:lnTo>
                  <a:lnTo>
                    <a:pt x="5685078" y="4485255"/>
                  </a:lnTo>
                  <a:lnTo>
                    <a:pt x="5729856" y="4399254"/>
                  </a:lnTo>
                  <a:lnTo>
                    <a:pt x="5773275" y="4304739"/>
                  </a:lnTo>
                  <a:lnTo>
                    <a:pt x="5784835" y="4277732"/>
                  </a:lnTo>
                  <a:lnTo>
                    <a:pt x="5813703" y="4206974"/>
                  </a:lnTo>
                  <a:lnTo>
                    <a:pt x="5842328" y="4132206"/>
                  </a:lnTo>
                  <a:lnTo>
                    <a:pt x="5870823" y="4053349"/>
                  </a:lnTo>
                  <a:lnTo>
                    <a:pt x="5899279" y="3970358"/>
                  </a:lnTo>
                  <a:lnTo>
                    <a:pt x="5927773" y="3883233"/>
                  </a:lnTo>
                  <a:lnTo>
                    <a:pt x="5956365" y="3792015"/>
                  </a:lnTo>
                  <a:lnTo>
                    <a:pt x="5985103" y="3696792"/>
                  </a:lnTo>
                  <a:lnTo>
                    <a:pt x="6014020" y="3597703"/>
                  </a:lnTo>
                  <a:lnTo>
                    <a:pt x="6043138" y="3494935"/>
                  </a:lnTo>
                  <a:lnTo>
                    <a:pt x="6072468" y="3388728"/>
                  </a:lnTo>
                  <a:lnTo>
                    <a:pt x="6102009" y="3279371"/>
                  </a:lnTo>
                  <a:lnTo>
                    <a:pt x="6131751" y="3167202"/>
                  </a:lnTo>
                  <a:lnTo>
                    <a:pt x="6161676" y="3052604"/>
                  </a:lnTo>
                  <a:lnTo>
                    <a:pt x="6191757" y="2935998"/>
                  </a:lnTo>
                  <a:lnTo>
                    <a:pt x="6221963" y="2817843"/>
                  </a:lnTo>
                  <a:lnTo>
                    <a:pt x="6252255" y="2698620"/>
                  </a:lnTo>
                  <a:lnTo>
                    <a:pt x="6282594" y="2578833"/>
                  </a:lnTo>
                  <a:lnTo>
                    <a:pt x="6312938" y="2458994"/>
                  </a:lnTo>
                  <a:lnTo>
                    <a:pt x="6343243" y="2339616"/>
                  </a:lnTo>
                  <a:lnTo>
                    <a:pt x="6373470" y="2221203"/>
                  </a:lnTo>
                  <a:lnTo>
                    <a:pt x="6403579" y="2104244"/>
                  </a:lnTo>
                  <a:lnTo>
                    <a:pt x="6433538" y="1989202"/>
                  </a:lnTo>
                  <a:lnTo>
                    <a:pt x="6463319" y="1876507"/>
                  </a:lnTo>
                  <a:lnTo>
                    <a:pt x="6492902" y="1766549"/>
                  </a:lnTo>
                  <a:lnTo>
                    <a:pt x="6522275" y="1659676"/>
                  </a:lnTo>
                  <a:lnTo>
                    <a:pt x="6551436" y="1556188"/>
                  </a:lnTo>
                  <a:lnTo>
                    <a:pt x="6580393" y="1456333"/>
                  </a:lnTo>
                  <a:lnTo>
                    <a:pt x="6609165" y="1360311"/>
                  </a:lnTo>
                  <a:lnTo>
                    <a:pt x="6637783" y="1268270"/>
                  </a:lnTo>
                  <a:lnTo>
                    <a:pt x="6666292" y="1180307"/>
                  </a:lnTo>
                  <a:lnTo>
                    <a:pt x="6694750" y="1096475"/>
                  </a:lnTo>
                  <a:lnTo>
                    <a:pt x="6723230" y="1016778"/>
                  </a:lnTo>
                  <a:lnTo>
                    <a:pt x="6751821" y="941184"/>
                  </a:lnTo>
                  <a:lnTo>
                    <a:pt x="6780630" y="869619"/>
                  </a:lnTo>
                  <a:lnTo>
                    <a:pt x="6786527" y="855546"/>
                  </a:lnTo>
                  <a:lnTo>
                    <a:pt x="6829662" y="758711"/>
                  </a:lnTo>
                  <a:lnTo>
                    <a:pt x="6874022" y="670437"/>
                  </a:lnTo>
                  <a:lnTo>
                    <a:pt x="6920134" y="590402"/>
                  </a:lnTo>
                  <a:lnTo>
                    <a:pt x="6968591" y="518003"/>
                  </a:lnTo>
                  <a:lnTo>
                    <a:pt x="7020013" y="452517"/>
                  </a:lnTo>
                  <a:lnTo>
                    <a:pt x="7075005" y="393211"/>
                  </a:lnTo>
                  <a:lnTo>
                    <a:pt x="7134118" y="339397"/>
                  </a:lnTo>
                  <a:lnTo>
                    <a:pt x="7197785" y="290479"/>
                  </a:lnTo>
                  <a:lnTo>
                    <a:pt x="7266253" y="245965"/>
                  </a:lnTo>
                  <a:lnTo>
                    <a:pt x="7339487" y="205487"/>
                  </a:lnTo>
                  <a:lnTo>
                    <a:pt x="7417063" y="168801"/>
                  </a:lnTo>
                  <a:lnTo>
                    <a:pt x="7498056" y="135780"/>
                  </a:lnTo>
                  <a:lnTo>
                    <a:pt x="7580954" y="106403"/>
                  </a:lnTo>
                  <a:lnTo>
                    <a:pt x="7663635" y="80722"/>
                  </a:lnTo>
                  <a:lnTo>
                    <a:pt x="7743446" y="58819"/>
                  </a:lnTo>
                  <a:lnTo>
                    <a:pt x="7817425" y="40745"/>
                  </a:lnTo>
                  <a:lnTo>
                    <a:pt x="7882661" y="26460"/>
                  </a:lnTo>
                  <a:lnTo>
                    <a:pt x="7936743" y="15786"/>
                  </a:lnTo>
                  <a:lnTo>
                    <a:pt x="7978194" y="8375"/>
                  </a:lnTo>
                  <a:lnTo>
                    <a:pt x="8006778" y="3728"/>
                  </a:lnTo>
                  <a:lnTo>
                    <a:pt x="8023619" y="1231"/>
                  </a:lnTo>
                  <a:lnTo>
                    <a:pt x="8031122" y="212"/>
                  </a:lnTo>
                  <a:lnTo>
                    <a:pt x="8032802" y="2"/>
                  </a:lnTo>
                  <a:lnTo>
                    <a:pt x="8032819" y="0"/>
                  </a:lnTo>
                  <a:lnTo>
                    <a:pt x="8554953" y="0"/>
                  </a:lnTo>
                  <a:lnTo>
                    <a:pt x="8554953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059" name="pl2059"/>
            <p:cNvSpPr/>
            <p:nvPr/>
          </p:nvSpPr>
          <p:spPr>
            <a:xfrm>
              <a:off x="386606" y="705535"/>
              <a:ext cx="8554953" cy="5404342"/>
            </a:xfrm>
            <a:custGeom>
              <a:avLst/>
              <a:pathLst>
                <a:path w="8554953" h="5404342">
                  <a:moveTo>
                    <a:pt x="8554953" y="0"/>
                  </a:moveTo>
                  <a:lnTo>
                    <a:pt x="8032819" y="0"/>
                  </a:lnTo>
                  <a:lnTo>
                    <a:pt x="8031979" y="103"/>
                  </a:lnTo>
                  <a:lnTo>
                    <a:pt x="8026439" y="838"/>
                  </a:lnTo>
                  <a:lnTo>
                    <a:pt x="8012408" y="2869"/>
                  </a:lnTo>
                  <a:lnTo>
                    <a:pt x="7987163" y="6871"/>
                  </a:lnTo>
                  <a:lnTo>
                    <a:pt x="7949222" y="13480"/>
                  </a:lnTo>
                  <a:lnTo>
                    <a:pt x="7898455" y="23232"/>
                  </a:lnTo>
                  <a:lnTo>
                    <a:pt x="7836026" y="36516"/>
                  </a:lnTo>
                  <a:lnTo>
                    <a:pt x="7764135" y="53558"/>
                  </a:lnTo>
                  <a:lnTo>
                    <a:pt x="7685602" y="74429"/>
                  </a:lnTo>
                  <a:lnTo>
                    <a:pt x="7603417" y="99096"/>
                  </a:lnTo>
                  <a:lnTo>
                    <a:pt x="7520343" y="127482"/>
                  </a:lnTo>
                  <a:lnTo>
                    <a:pt x="7438661" y="159520"/>
                  </a:lnTo>
                  <a:lnTo>
                    <a:pt x="7360047" y="195209"/>
                  </a:lnTo>
                  <a:lnTo>
                    <a:pt x="7285579" y="234643"/>
                  </a:lnTo>
                  <a:lnTo>
                    <a:pt x="7215806" y="278035"/>
                  </a:lnTo>
                  <a:lnTo>
                    <a:pt x="7150856" y="325720"/>
                  </a:lnTo>
                  <a:lnTo>
                    <a:pt x="7090549" y="378157"/>
                  </a:lnTo>
                  <a:lnTo>
                    <a:pt x="7034494" y="435915"/>
                  </a:lnTo>
                  <a:lnTo>
                    <a:pt x="6982166" y="499659"/>
                  </a:lnTo>
                  <a:lnTo>
                    <a:pt x="6932969" y="570118"/>
                  </a:lnTo>
                  <a:lnTo>
                    <a:pt x="6886284" y="648023"/>
                  </a:lnTo>
                  <a:lnTo>
                    <a:pt x="6841506" y="734024"/>
                  </a:lnTo>
                  <a:lnTo>
                    <a:pt x="6798087" y="828538"/>
                  </a:lnTo>
                  <a:lnTo>
                    <a:pt x="6786527" y="855546"/>
                  </a:lnTo>
                  <a:lnTo>
                    <a:pt x="6757659" y="926303"/>
                  </a:lnTo>
                  <a:lnTo>
                    <a:pt x="6729034" y="1001071"/>
                  </a:lnTo>
                  <a:lnTo>
                    <a:pt x="6700539" y="1079929"/>
                  </a:lnTo>
                  <a:lnTo>
                    <a:pt x="6672083" y="1162919"/>
                  </a:lnTo>
                  <a:lnTo>
                    <a:pt x="6643589" y="1250044"/>
                  </a:lnTo>
                  <a:lnTo>
                    <a:pt x="6614997" y="1341263"/>
                  </a:lnTo>
                  <a:lnTo>
                    <a:pt x="6586259" y="1436485"/>
                  </a:lnTo>
                  <a:lnTo>
                    <a:pt x="6557342" y="1535575"/>
                  </a:lnTo>
                  <a:lnTo>
                    <a:pt x="6528224" y="1638342"/>
                  </a:lnTo>
                  <a:lnTo>
                    <a:pt x="6498894" y="1744550"/>
                  </a:lnTo>
                  <a:lnTo>
                    <a:pt x="6469353" y="1853907"/>
                  </a:lnTo>
                  <a:lnTo>
                    <a:pt x="6439611" y="1966076"/>
                  </a:lnTo>
                  <a:lnTo>
                    <a:pt x="6409686" y="2080674"/>
                  </a:lnTo>
                  <a:lnTo>
                    <a:pt x="6379605" y="2197279"/>
                  </a:lnTo>
                  <a:lnTo>
                    <a:pt x="6349399" y="2315435"/>
                  </a:lnTo>
                  <a:lnTo>
                    <a:pt x="6319107" y="2434657"/>
                  </a:lnTo>
                  <a:lnTo>
                    <a:pt x="6288768" y="2554444"/>
                  </a:lnTo>
                  <a:lnTo>
                    <a:pt x="6258424" y="2674284"/>
                  </a:lnTo>
                  <a:lnTo>
                    <a:pt x="6228119" y="2793662"/>
                  </a:lnTo>
                  <a:lnTo>
                    <a:pt x="6197892" y="2912074"/>
                  </a:lnTo>
                  <a:lnTo>
                    <a:pt x="6167783" y="3029033"/>
                  </a:lnTo>
                  <a:lnTo>
                    <a:pt x="6137824" y="3144075"/>
                  </a:lnTo>
                  <a:lnTo>
                    <a:pt x="6108043" y="3256771"/>
                  </a:lnTo>
                  <a:lnTo>
                    <a:pt x="6078460" y="3366728"/>
                  </a:lnTo>
                  <a:lnTo>
                    <a:pt x="6049087" y="3473601"/>
                  </a:lnTo>
                  <a:lnTo>
                    <a:pt x="6019926" y="3577090"/>
                  </a:lnTo>
                  <a:lnTo>
                    <a:pt x="5990969" y="3676944"/>
                  </a:lnTo>
                  <a:lnTo>
                    <a:pt x="5962197" y="3772966"/>
                  </a:lnTo>
                  <a:lnTo>
                    <a:pt x="5933579" y="3865008"/>
                  </a:lnTo>
                  <a:lnTo>
                    <a:pt x="5905070" y="3952970"/>
                  </a:lnTo>
                  <a:lnTo>
                    <a:pt x="5876612" y="4036803"/>
                  </a:lnTo>
                  <a:lnTo>
                    <a:pt x="5848132" y="4116499"/>
                  </a:lnTo>
                  <a:lnTo>
                    <a:pt x="5819541" y="4192094"/>
                  </a:lnTo>
                  <a:lnTo>
                    <a:pt x="5790732" y="4263659"/>
                  </a:lnTo>
                  <a:lnTo>
                    <a:pt x="5784835" y="4277732"/>
                  </a:lnTo>
                  <a:lnTo>
                    <a:pt x="5741700" y="4374566"/>
                  </a:lnTo>
                  <a:lnTo>
                    <a:pt x="5697340" y="4462840"/>
                  </a:lnTo>
                  <a:lnTo>
                    <a:pt x="5651228" y="4542875"/>
                  </a:lnTo>
                  <a:lnTo>
                    <a:pt x="5602771" y="4615275"/>
                  </a:lnTo>
                  <a:lnTo>
                    <a:pt x="5551349" y="4680760"/>
                  </a:lnTo>
                  <a:lnTo>
                    <a:pt x="5496357" y="4740067"/>
                  </a:lnTo>
                  <a:lnTo>
                    <a:pt x="5437244" y="4793880"/>
                  </a:lnTo>
                  <a:lnTo>
                    <a:pt x="5373577" y="4842799"/>
                  </a:lnTo>
                  <a:lnTo>
                    <a:pt x="5305109" y="4887313"/>
                  </a:lnTo>
                  <a:lnTo>
                    <a:pt x="5231875" y="4927790"/>
                  </a:lnTo>
                  <a:lnTo>
                    <a:pt x="5154299" y="4964477"/>
                  </a:lnTo>
                  <a:lnTo>
                    <a:pt x="5073306" y="4997498"/>
                  </a:lnTo>
                  <a:lnTo>
                    <a:pt x="4990408" y="5026875"/>
                  </a:lnTo>
                  <a:lnTo>
                    <a:pt x="4907727" y="5052555"/>
                  </a:lnTo>
                  <a:lnTo>
                    <a:pt x="4827916" y="5074459"/>
                  </a:lnTo>
                  <a:lnTo>
                    <a:pt x="4753937" y="5092533"/>
                  </a:lnTo>
                  <a:lnTo>
                    <a:pt x="4688701" y="5106817"/>
                  </a:lnTo>
                  <a:lnTo>
                    <a:pt x="4634619" y="5117492"/>
                  </a:lnTo>
                  <a:lnTo>
                    <a:pt x="4593168" y="5124902"/>
                  </a:lnTo>
                  <a:lnTo>
                    <a:pt x="4564584" y="5129549"/>
                  </a:lnTo>
                  <a:lnTo>
                    <a:pt x="4547743" y="5132047"/>
                  </a:lnTo>
                  <a:lnTo>
                    <a:pt x="4540240" y="5133066"/>
                  </a:lnTo>
                  <a:lnTo>
                    <a:pt x="4538560" y="5133276"/>
                  </a:lnTo>
                  <a:lnTo>
                    <a:pt x="4538543" y="5133278"/>
                  </a:lnTo>
                  <a:lnTo>
                    <a:pt x="4016409" y="5133278"/>
                  </a:lnTo>
                  <a:lnTo>
                    <a:pt x="4015141" y="5133286"/>
                  </a:lnTo>
                  <a:lnTo>
                    <a:pt x="4006847" y="5133346"/>
                  </a:lnTo>
                  <a:lnTo>
                    <a:pt x="3986114" y="5133510"/>
                  </a:lnTo>
                  <a:lnTo>
                    <a:pt x="3949485" y="5133832"/>
                  </a:lnTo>
                  <a:lnTo>
                    <a:pt x="3895784" y="5134360"/>
                  </a:lnTo>
                  <a:lnTo>
                    <a:pt x="3826161" y="5135129"/>
                  </a:lnTo>
                  <a:lnTo>
                    <a:pt x="3743710" y="5136159"/>
                  </a:lnTo>
                  <a:lnTo>
                    <a:pt x="3652683" y="5137457"/>
                  </a:lnTo>
                  <a:lnTo>
                    <a:pt x="3557592" y="5139019"/>
                  </a:lnTo>
                  <a:lnTo>
                    <a:pt x="3462459" y="5140839"/>
                  </a:lnTo>
                  <a:lnTo>
                    <a:pt x="3370366" y="5142913"/>
                  </a:lnTo>
                  <a:lnTo>
                    <a:pt x="3283334" y="5145246"/>
                  </a:lnTo>
                  <a:lnTo>
                    <a:pt x="3202405" y="5147853"/>
                  </a:lnTo>
                  <a:lnTo>
                    <a:pt x="3127850" y="5150758"/>
                  </a:lnTo>
                  <a:lnTo>
                    <a:pt x="3059390" y="5154000"/>
                  </a:lnTo>
                  <a:lnTo>
                    <a:pt x="2996388" y="5157625"/>
                  </a:lnTo>
                  <a:lnTo>
                    <a:pt x="2938004" y="5161689"/>
                  </a:lnTo>
                  <a:lnTo>
                    <a:pt x="2883307" y="5166251"/>
                  </a:lnTo>
                  <a:lnTo>
                    <a:pt x="2831365" y="5171366"/>
                  </a:lnTo>
                  <a:lnTo>
                    <a:pt x="2781320" y="5177073"/>
                  </a:lnTo>
                  <a:lnTo>
                    <a:pt x="2770117" y="5178455"/>
                  </a:lnTo>
                  <a:lnTo>
                    <a:pt x="2716287" y="5185621"/>
                  </a:lnTo>
                  <a:lnTo>
                    <a:pt x="2662977" y="5193541"/>
                  </a:lnTo>
                  <a:lnTo>
                    <a:pt x="2609609" y="5202224"/>
                  </a:lnTo>
                  <a:lnTo>
                    <a:pt x="2555799" y="5211654"/>
                  </a:lnTo>
                  <a:lnTo>
                    <a:pt x="2501326" y="5221781"/>
                  </a:lnTo>
                  <a:lnTo>
                    <a:pt x="2446117" y="5232525"/>
                  </a:lnTo>
                  <a:lnTo>
                    <a:pt x="2390221" y="5243771"/>
                  </a:lnTo>
                  <a:lnTo>
                    <a:pt x="2333792" y="5255379"/>
                  </a:lnTo>
                  <a:lnTo>
                    <a:pt x="2277057" y="5267186"/>
                  </a:lnTo>
                  <a:lnTo>
                    <a:pt x="2220284" y="5279017"/>
                  </a:lnTo>
                  <a:lnTo>
                    <a:pt x="2163746" y="5290697"/>
                  </a:lnTo>
                  <a:lnTo>
                    <a:pt x="2107685" y="5302057"/>
                  </a:lnTo>
                  <a:lnTo>
                    <a:pt x="2052278" y="5312951"/>
                  </a:lnTo>
                  <a:lnTo>
                    <a:pt x="1997605" y="5323257"/>
                  </a:lnTo>
                  <a:lnTo>
                    <a:pt x="1943629" y="5332884"/>
                  </a:lnTo>
                  <a:lnTo>
                    <a:pt x="1890171" y="5341775"/>
                  </a:lnTo>
                  <a:lnTo>
                    <a:pt x="1836893" y="5349904"/>
                  </a:lnTo>
                  <a:lnTo>
                    <a:pt x="1783275" y="5357274"/>
                  </a:lnTo>
                  <a:lnTo>
                    <a:pt x="1768425" y="5359165"/>
                  </a:lnTo>
                  <a:lnTo>
                    <a:pt x="1718708" y="5365008"/>
                  </a:lnTo>
                  <a:lnTo>
                    <a:pt x="1667268" y="5370255"/>
                  </a:lnTo>
                  <a:lnTo>
                    <a:pt x="1613279" y="5374939"/>
                  </a:lnTo>
                  <a:lnTo>
                    <a:pt x="1555818" y="5379111"/>
                  </a:lnTo>
                  <a:lnTo>
                    <a:pt x="1493945" y="5382831"/>
                  </a:lnTo>
                  <a:lnTo>
                    <a:pt x="1426793" y="5386155"/>
                  </a:lnTo>
                  <a:lnTo>
                    <a:pt x="1353666" y="5389133"/>
                  </a:lnTo>
                  <a:lnTo>
                    <a:pt x="1274187" y="5391805"/>
                  </a:lnTo>
                  <a:lnTo>
                    <a:pt x="1188484" y="5394199"/>
                  </a:lnTo>
                  <a:lnTo>
                    <a:pt x="1097403" y="5396332"/>
                  </a:lnTo>
                  <a:lnTo>
                    <a:pt x="1002729" y="5398210"/>
                  </a:lnTo>
                  <a:lnTo>
                    <a:pt x="907304" y="5399831"/>
                  </a:lnTo>
                  <a:lnTo>
                    <a:pt x="814963" y="5401189"/>
                  </a:lnTo>
                  <a:lnTo>
                    <a:pt x="730162" y="5402280"/>
                  </a:lnTo>
                  <a:lnTo>
                    <a:pt x="657292" y="5403107"/>
                  </a:lnTo>
                  <a:lnTo>
                    <a:pt x="599786" y="5403687"/>
                  </a:lnTo>
                  <a:lnTo>
                    <a:pt x="559288" y="5404053"/>
                  </a:lnTo>
                  <a:lnTo>
                    <a:pt x="535163" y="5404248"/>
                  </a:lnTo>
                  <a:lnTo>
                    <a:pt x="524449" y="5404327"/>
                  </a:lnTo>
                  <a:lnTo>
                    <a:pt x="522148" y="5404342"/>
                  </a:lnTo>
                  <a:lnTo>
                    <a:pt x="522133" y="5404342"/>
                  </a:lnTo>
                  <a:lnTo>
                    <a:pt x="0" y="5404342"/>
                  </a:lnTo>
                  <a:lnTo>
                    <a:pt x="0" y="5404342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060" name="pg2060"/>
            <p:cNvSpPr/>
            <p:nvPr/>
          </p:nvSpPr>
          <p:spPr>
            <a:xfrm>
              <a:off x="386606" y="5771048"/>
              <a:ext cx="8554953" cy="350124"/>
            </a:xfrm>
            <a:custGeom>
              <a:avLst/>
              <a:pathLst>
                <a:path w="8554953" h="350124">
                  <a:moveTo>
                    <a:pt x="0" y="350124"/>
                  </a:moveTo>
                  <a:lnTo>
                    <a:pt x="522133" y="350124"/>
                  </a:lnTo>
                  <a:lnTo>
                    <a:pt x="523402" y="350118"/>
                  </a:lnTo>
                  <a:lnTo>
                    <a:pt x="531699" y="350073"/>
                  </a:lnTo>
                  <a:lnTo>
                    <a:pt x="552441" y="349950"/>
                  </a:lnTo>
                  <a:lnTo>
                    <a:pt x="589083" y="349708"/>
                  </a:lnTo>
                  <a:lnTo>
                    <a:pt x="642803" y="349312"/>
                  </a:lnTo>
                  <a:lnTo>
                    <a:pt x="712447" y="348735"/>
                  </a:lnTo>
                  <a:lnTo>
                    <a:pt x="794920" y="347962"/>
                  </a:lnTo>
                  <a:lnTo>
                    <a:pt x="885967" y="346989"/>
                  </a:lnTo>
                  <a:lnTo>
                    <a:pt x="981074" y="345817"/>
                  </a:lnTo>
                  <a:lnTo>
                    <a:pt x="1076218" y="344452"/>
                  </a:lnTo>
                  <a:lnTo>
                    <a:pt x="1168318" y="342895"/>
                  </a:lnTo>
                  <a:lnTo>
                    <a:pt x="1255353" y="341145"/>
                  </a:lnTo>
                  <a:lnTo>
                    <a:pt x="1336283" y="339189"/>
                  </a:lnTo>
                  <a:lnTo>
                    <a:pt x="1410835" y="337009"/>
                  </a:lnTo>
                  <a:lnTo>
                    <a:pt x="1479293" y="334577"/>
                  </a:lnTo>
                  <a:lnTo>
                    <a:pt x="1542293" y="331857"/>
                  </a:lnTo>
                  <a:lnTo>
                    <a:pt x="1600676" y="328808"/>
                  </a:lnTo>
                  <a:lnTo>
                    <a:pt x="1655373" y="325385"/>
                  </a:lnTo>
                  <a:lnTo>
                    <a:pt x="1707316" y="321547"/>
                  </a:lnTo>
                  <a:lnTo>
                    <a:pt x="1757364" y="317265"/>
                  </a:lnTo>
                  <a:lnTo>
                    <a:pt x="1768425" y="316241"/>
                  </a:lnTo>
                  <a:lnTo>
                    <a:pt x="1822441" y="310847"/>
                  </a:lnTo>
                  <a:lnTo>
                    <a:pt x="1875936" y="304884"/>
                  </a:lnTo>
                  <a:lnTo>
                    <a:pt x="1929492" y="298344"/>
                  </a:lnTo>
                  <a:lnTo>
                    <a:pt x="1983496" y="291240"/>
                  </a:lnTo>
                  <a:lnTo>
                    <a:pt x="2038170" y="283610"/>
                  </a:lnTo>
                  <a:lnTo>
                    <a:pt x="2093585" y="275517"/>
                  </a:lnTo>
                  <a:lnTo>
                    <a:pt x="2149689" y="267045"/>
                  </a:lnTo>
                  <a:lnTo>
                    <a:pt x="2206325" y="258304"/>
                  </a:lnTo>
                  <a:lnTo>
                    <a:pt x="2263263" y="249415"/>
                  </a:lnTo>
                  <a:lnTo>
                    <a:pt x="2320230" y="240512"/>
                  </a:lnTo>
                  <a:lnTo>
                    <a:pt x="2376951" y="231729"/>
                  </a:lnTo>
                  <a:lnTo>
                    <a:pt x="2433183" y="223191"/>
                  </a:lnTo>
                  <a:lnTo>
                    <a:pt x="2488752" y="215010"/>
                  </a:lnTo>
                  <a:lnTo>
                    <a:pt x="2543580" y="207276"/>
                  </a:lnTo>
                  <a:lnTo>
                    <a:pt x="2597712" y="200058"/>
                  </a:lnTo>
                  <a:lnTo>
                    <a:pt x="2651336" y="193397"/>
                  </a:lnTo>
                  <a:lnTo>
                    <a:pt x="2704803" y="187312"/>
                  </a:lnTo>
                  <a:lnTo>
                    <a:pt x="2758650" y="181800"/>
                  </a:lnTo>
                  <a:lnTo>
                    <a:pt x="2770117" y="180709"/>
                  </a:lnTo>
                  <a:lnTo>
                    <a:pt x="2819842" y="176326"/>
                  </a:lnTo>
                  <a:lnTo>
                    <a:pt x="2871289" y="172390"/>
                  </a:lnTo>
                  <a:lnTo>
                    <a:pt x="2925287" y="168877"/>
                  </a:lnTo>
                  <a:lnTo>
                    <a:pt x="2982759" y="165748"/>
                  </a:lnTo>
                  <a:lnTo>
                    <a:pt x="3044643" y="162958"/>
                  </a:lnTo>
                  <a:lnTo>
                    <a:pt x="3111810" y="160464"/>
                  </a:lnTo>
                  <a:lnTo>
                    <a:pt x="3184953" y="158230"/>
                  </a:lnTo>
                  <a:lnTo>
                    <a:pt x="3264450" y="156226"/>
                  </a:lnTo>
                  <a:lnTo>
                    <a:pt x="3350173" y="154431"/>
                  </a:lnTo>
                  <a:lnTo>
                    <a:pt x="3441273" y="152832"/>
                  </a:lnTo>
                  <a:lnTo>
                    <a:pt x="3535964" y="151423"/>
                  </a:lnTo>
                  <a:lnTo>
                    <a:pt x="3631401" y="150208"/>
                  </a:lnTo>
                  <a:lnTo>
                    <a:pt x="3723746" y="149189"/>
                  </a:lnTo>
                  <a:lnTo>
                    <a:pt x="3808540" y="148371"/>
                  </a:lnTo>
                  <a:lnTo>
                    <a:pt x="3881392" y="147751"/>
                  </a:lnTo>
                  <a:lnTo>
                    <a:pt x="3938869" y="147316"/>
                  </a:lnTo>
                  <a:lnTo>
                    <a:pt x="3979332" y="147043"/>
                  </a:lnTo>
                  <a:lnTo>
                    <a:pt x="4003423" y="146896"/>
                  </a:lnTo>
                  <a:lnTo>
                    <a:pt x="4014109" y="146837"/>
                  </a:lnTo>
                  <a:lnTo>
                    <a:pt x="4016409" y="146826"/>
                  </a:lnTo>
                  <a:lnTo>
                    <a:pt x="4538543" y="146826"/>
                  </a:lnTo>
                  <a:lnTo>
                    <a:pt x="4539812" y="146822"/>
                  </a:lnTo>
                  <a:lnTo>
                    <a:pt x="4548111" y="146791"/>
                  </a:lnTo>
                  <a:lnTo>
                    <a:pt x="4568859" y="146705"/>
                  </a:lnTo>
                  <a:lnTo>
                    <a:pt x="4605510" y="146537"/>
                  </a:lnTo>
                  <a:lnTo>
                    <a:pt x="4659243" y="146262"/>
                  </a:lnTo>
                  <a:lnTo>
                    <a:pt x="4728901" y="145861"/>
                  </a:lnTo>
                  <a:lnTo>
                    <a:pt x="4811389" y="145324"/>
                  </a:lnTo>
                  <a:lnTo>
                    <a:pt x="4902449" y="144648"/>
                  </a:lnTo>
                  <a:lnTo>
                    <a:pt x="4997566" y="143834"/>
                  </a:lnTo>
                  <a:lnTo>
                    <a:pt x="5092718" y="142886"/>
                  </a:lnTo>
                  <a:lnTo>
                    <a:pt x="5184822" y="141805"/>
                  </a:lnTo>
                  <a:lnTo>
                    <a:pt x="5271860" y="140589"/>
                  </a:lnTo>
                  <a:lnTo>
                    <a:pt x="5352789" y="139230"/>
                  </a:lnTo>
                  <a:lnTo>
                    <a:pt x="5427341" y="137716"/>
                  </a:lnTo>
                  <a:lnTo>
                    <a:pt x="5495797" y="136027"/>
                  </a:lnTo>
                  <a:lnTo>
                    <a:pt x="5558796" y="134137"/>
                  </a:lnTo>
                  <a:lnTo>
                    <a:pt x="5617178" y="132019"/>
                  </a:lnTo>
                  <a:lnTo>
                    <a:pt x="5671874" y="129642"/>
                  </a:lnTo>
                  <a:lnTo>
                    <a:pt x="5723818" y="126976"/>
                  </a:lnTo>
                  <a:lnTo>
                    <a:pt x="5773868" y="124001"/>
                  </a:lnTo>
                  <a:lnTo>
                    <a:pt x="5784835" y="123296"/>
                  </a:lnTo>
                  <a:lnTo>
                    <a:pt x="5838976" y="119541"/>
                  </a:lnTo>
                  <a:lnTo>
                    <a:pt x="5892596" y="115389"/>
                  </a:lnTo>
                  <a:lnTo>
                    <a:pt x="5946279" y="110834"/>
                  </a:lnTo>
                  <a:lnTo>
                    <a:pt x="6000415" y="105886"/>
                  </a:lnTo>
                  <a:lnTo>
                    <a:pt x="6055224" y="100572"/>
                  </a:lnTo>
                  <a:lnTo>
                    <a:pt x="6110778" y="94934"/>
                  </a:lnTo>
                  <a:lnTo>
                    <a:pt x="6167023" y="89034"/>
                  </a:lnTo>
                  <a:lnTo>
                    <a:pt x="6223799" y="82947"/>
                  </a:lnTo>
                  <a:lnTo>
                    <a:pt x="6280873" y="76759"/>
                  </a:lnTo>
                  <a:lnTo>
                    <a:pt x="6337971" y="70563"/>
                  </a:lnTo>
                  <a:lnTo>
                    <a:pt x="6394815" y="64452"/>
                  </a:lnTo>
                  <a:lnTo>
                    <a:pt x="6451163" y="58515"/>
                  </a:lnTo>
                  <a:lnTo>
                    <a:pt x="6506841" y="52828"/>
                  </a:lnTo>
                  <a:lnTo>
                    <a:pt x="6561774" y="47456"/>
                  </a:lnTo>
                  <a:lnTo>
                    <a:pt x="6616012" y="42444"/>
                  </a:lnTo>
                  <a:lnTo>
                    <a:pt x="6669749" y="37822"/>
                  </a:lnTo>
                  <a:lnTo>
                    <a:pt x="6723344" y="33602"/>
                  </a:lnTo>
                  <a:lnTo>
                    <a:pt x="6777347" y="29781"/>
                  </a:lnTo>
                  <a:lnTo>
                    <a:pt x="6786527" y="29177"/>
                  </a:lnTo>
                  <a:lnTo>
                    <a:pt x="6836257" y="26133"/>
                  </a:lnTo>
                  <a:lnTo>
                    <a:pt x="6887709" y="23399"/>
                  </a:lnTo>
                  <a:lnTo>
                    <a:pt x="6941713" y="20959"/>
                  </a:lnTo>
                  <a:lnTo>
                    <a:pt x="6999191" y="18786"/>
                  </a:lnTo>
                  <a:lnTo>
                    <a:pt x="7061084" y="16848"/>
                  </a:lnTo>
                  <a:lnTo>
                    <a:pt x="7128260" y="15117"/>
                  </a:lnTo>
                  <a:lnTo>
                    <a:pt x="7201414" y="13565"/>
                  </a:lnTo>
                  <a:lnTo>
                    <a:pt x="7280923" y="12174"/>
                  </a:lnTo>
                  <a:lnTo>
                    <a:pt x="7366659" y="10927"/>
                  </a:lnTo>
                  <a:lnTo>
                    <a:pt x="7457772" y="9816"/>
                  </a:lnTo>
                  <a:lnTo>
                    <a:pt x="7552475" y="8838"/>
                  </a:lnTo>
                  <a:lnTo>
                    <a:pt x="7647919" y="7994"/>
                  </a:lnTo>
                  <a:lnTo>
                    <a:pt x="7740267" y="7287"/>
                  </a:lnTo>
                  <a:lnTo>
                    <a:pt x="7825056" y="6719"/>
                  </a:lnTo>
                  <a:lnTo>
                    <a:pt x="7897896" y="6289"/>
                  </a:lnTo>
                  <a:lnTo>
                    <a:pt x="7955354" y="5987"/>
                  </a:lnTo>
                  <a:lnTo>
                    <a:pt x="7995794" y="5797"/>
                  </a:lnTo>
                  <a:lnTo>
                    <a:pt x="8019861" y="5695"/>
                  </a:lnTo>
                  <a:lnTo>
                    <a:pt x="8030528" y="5655"/>
                  </a:lnTo>
                  <a:lnTo>
                    <a:pt x="8032819" y="5647"/>
                  </a:lnTo>
                  <a:lnTo>
                    <a:pt x="8554953" y="5647"/>
                  </a:lnTo>
                  <a:lnTo>
                    <a:pt x="8554953" y="0"/>
                  </a:lnTo>
                  <a:lnTo>
                    <a:pt x="8032819" y="0"/>
                  </a:lnTo>
                  <a:lnTo>
                    <a:pt x="8031550" y="4"/>
                  </a:lnTo>
                  <a:lnTo>
                    <a:pt x="8023251" y="35"/>
                  </a:lnTo>
                  <a:lnTo>
                    <a:pt x="8002503" y="120"/>
                  </a:lnTo>
                  <a:lnTo>
                    <a:pt x="7965852" y="288"/>
                  </a:lnTo>
                  <a:lnTo>
                    <a:pt x="7912119" y="564"/>
                  </a:lnTo>
                  <a:lnTo>
                    <a:pt x="7842461" y="964"/>
                  </a:lnTo>
                  <a:lnTo>
                    <a:pt x="7759973" y="1501"/>
                  </a:lnTo>
                  <a:lnTo>
                    <a:pt x="7668913" y="2177"/>
                  </a:lnTo>
                  <a:lnTo>
                    <a:pt x="7573796" y="2991"/>
                  </a:lnTo>
                  <a:lnTo>
                    <a:pt x="7478644" y="3940"/>
                  </a:lnTo>
                  <a:lnTo>
                    <a:pt x="7386540" y="5021"/>
                  </a:lnTo>
                  <a:lnTo>
                    <a:pt x="7299502" y="6237"/>
                  </a:lnTo>
                  <a:lnTo>
                    <a:pt x="7218573" y="7595"/>
                  </a:lnTo>
                  <a:lnTo>
                    <a:pt x="7144021" y="9109"/>
                  </a:lnTo>
                  <a:lnTo>
                    <a:pt x="7075565" y="10799"/>
                  </a:lnTo>
                  <a:lnTo>
                    <a:pt x="7012566" y="12688"/>
                  </a:lnTo>
                  <a:lnTo>
                    <a:pt x="6954184" y="14806"/>
                  </a:lnTo>
                  <a:lnTo>
                    <a:pt x="6899488" y="17184"/>
                  </a:lnTo>
                  <a:lnTo>
                    <a:pt x="6847544" y="19850"/>
                  </a:lnTo>
                  <a:lnTo>
                    <a:pt x="6797494" y="22824"/>
                  </a:lnTo>
                  <a:lnTo>
                    <a:pt x="6786527" y="23529"/>
                  </a:lnTo>
                  <a:lnTo>
                    <a:pt x="6732386" y="27284"/>
                  </a:lnTo>
                  <a:lnTo>
                    <a:pt x="6678766" y="31437"/>
                  </a:lnTo>
                  <a:lnTo>
                    <a:pt x="6625083" y="35992"/>
                  </a:lnTo>
                  <a:lnTo>
                    <a:pt x="6570947" y="40939"/>
                  </a:lnTo>
                  <a:lnTo>
                    <a:pt x="6516138" y="46254"/>
                  </a:lnTo>
                  <a:lnTo>
                    <a:pt x="6460584" y="51891"/>
                  </a:lnTo>
                  <a:lnTo>
                    <a:pt x="6404339" y="57791"/>
                  </a:lnTo>
                  <a:lnTo>
                    <a:pt x="6347563" y="63879"/>
                  </a:lnTo>
                  <a:lnTo>
                    <a:pt x="6290489" y="70067"/>
                  </a:lnTo>
                  <a:lnTo>
                    <a:pt x="6233391" y="76263"/>
                  </a:lnTo>
                  <a:lnTo>
                    <a:pt x="6176547" y="82373"/>
                  </a:lnTo>
                  <a:lnTo>
                    <a:pt x="6120199" y="88311"/>
                  </a:lnTo>
                  <a:lnTo>
                    <a:pt x="6064521" y="93997"/>
                  </a:lnTo>
                  <a:lnTo>
                    <a:pt x="6009588" y="99369"/>
                  </a:lnTo>
                  <a:lnTo>
                    <a:pt x="5955350" y="104381"/>
                  </a:lnTo>
                  <a:lnTo>
                    <a:pt x="5901613" y="109003"/>
                  </a:lnTo>
                  <a:lnTo>
                    <a:pt x="5848018" y="113223"/>
                  </a:lnTo>
                  <a:lnTo>
                    <a:pt x="5794014" y="117044"/>
                  </a:lnTo>
                  <a:lnTo>
                    <a:pt x="5784835" y="117649"/>
                  </a:lnTo>
                  <a:lnTo>
                    <a:pt x="5735105" y="120693"/>
                  </a:lnTo>
                  <a:lnTo>
                    <a:pt x="5683653" y="123426"/>
                  </a:lnTo>
                  <a:lnTo>
                    <a:pt x="5629649" y="125866"/>
                  </a:lnTo>
                  <a:lnTo>
                    <a:pt x="5572170" y="128039"/>
                  </a:lnTo>
                  <a:lnTo>
                    <a:pt x="5510278" y="129977"/>
                  </a:lnTo>
                  <a:lnTo>
                    <a:pt x="5443102" y="131709"/>
                  </a:lnTo>
                  <a:lnTo>
                    <a:pt x="5369948" y="133260"/>
                  </a:lnTo>
                  <a:lnTo>
                    <a:pt x="5290439" y="134652"/>
                  </a:lnTo>
                  <a:lnTo>
                    <a:pt x="5204703" y="135898"/>
                  </a:lnTo>
                  <a:lnTo>
                    <a:pt x="5113590" y="137009"/>
                  </a:lnTo>
                  <a:lnTo>
                    <a:pt x="5018887" y="137987"/>
                  </a:lnTo>
                  <a:lnTo>
                    <a:pt x="4923443" y="138831"/>
                  </a:lnTo>
                  <a:lnTo>
                    <a:pt x="4831095" y="139538"/>
                  </a:lnTo>
                  <a:lnTo>
                    <a:pt x="4746306" y="140106"/>
                  </a:lnTo>
                  <a:lnTo>
                    <a:pt x="4673466" y="140537"/>
                  </a:lnTo>
                  <a:lnTo>
                    <a:pt x="4616008" y="140839"/>
                  </a:lnTo>
                  <a:lnTo>
                    <a:pt x="4575568" y="141029"/>
                  </a:lnTo>
                  <a:lnTo>
                    <a:pt x="4551501" y="141130"/>
                  </a:lnTo>
                  <a:lnTo>
                    <a:pt x="4540834" y="141171"/>
                  </a:lnTo>
                  <a:lnTo>
                    <a:pt x="4538543" y="141179"/>
                  </a:lnTo>
                  <a:lnTo>
                    <a:pt x="4016409" y="141179"/>
                  </a:lnTo>
                  <a:lnTo>
                    <a:pt x="4015140" y="141185"/>
                  </a:lnTo>
                  <a:lnTo>
                    <a:pt x="4006843" y="141230"/>
                  </a:lnTo>
                  <a:lnTo>
                    <a:pt x="3986102" y="141353"/>
                  </a:lnTo>
                  <a:lnTo>
                    <a:pt x="3949459" y="141595"/>
                  </a:lnTo>
                  <a:lnTo>
                    <a:pt x="3895739" y="141991"/>
                  </a:lnTo>
                  <a:lnTo>
                    <a:pt x="3826095" y="142568"/>
                  </a:lnTo>
                  <a:lnTo>
                    <a:pt x="3743622" y="143341"/>
                  </a:lnTo>
                  <a:lnTo>
                    <a:pt x="3652575" y="144314"/>
                  </a:lnTo>
                  <a:lnTo>
                    <a:pt x="3557469" y="145486"/>
                  </a:lnTo>
                  <a:lnTo>
                    <a:pt x="3462324" y="146851"/>
                  </a:lnTo>
                  <a:lnTo>
                    <a:pt x="3370225" y="148408"/>
                  </a:lnTo>
                  <a:lnTo>
                    <a:pt x="3283189" y="150158"/>
                  </a:lnTo>
                  <a:lnTo>
                    <a:pt x="3202260" y="152114"/>
                  </a:lnTo>
                  <a:lnTo>
                    <a:pt x="3127707" y="154294"/>
                  </a:lnTo>
                  <a:lnTo>
                    <a:pt x="3059249" y="156726"/>
                  </a:lnTo>
                  <a:lnTo>
                    <a:pt x="2996249" y="159446"/>
                  </a:lnTo>
                  <a:lnTo>
                    <a:pt x="2937866" y="162495"/>
                  </a:lnTo>
                  <a:lnTo>
                    <a:pt x="2883170" y="165918"/>
                  </a:lnTo>
                  <a:lnTo>
                    <a:pt x="2831226" y="169756"/>
                  </a:lnTo>
                  <a:lnTo>
                    <a:pt x="2781178" y="174038"/>
                  </a:lnTo>
                  <a:lnTo>
                    <a:pt x="2770117" y="175062"/>
                  </a:lnTo>
                  <a:lnTo>
                    <a:pt x="2716101" y="180456"/>
                  </a:lnTo>
                  <a:lnTo>
                    <a:pt x="2662606" y="186419"/>
                  </a:lnTo>
                  <a:lnTo>
                    <a:pt x="2609050" y="192959"/>
                  </a:lnTo>
                  <a:lnTo>
                    <a:pt x="2555046" y="200063"/>
                  </a:lnTo>
                  <a:lnTo>
                    <a:pt x="2500373" y="207692"/>
                  </a:lnTo>
                  <a:lnTo>
                    <a:pt x="2444957" y="215786"/>
                  </a:lnTo>
                  <a:lnTo>
                    <a:pt x="2388853" y="224258"/>
                  </a:lnTo>
                  <a:lnTo>
                    <a:pt x="2332217" y="232999"/>
                  </a:lnTo>
                  <a:lnTo>
                    <a:pt x="2275279" y="241888"/>
                  </a:lnTo>
                  <a:lnTo>
                    <a:pt x="2218312" y="250790"/>
                  </a:lnTo>
                  <a:lnTo>
                    <a:pt x="2161592" y="259574"/>
                  </a:lnTo>
                  <a:lnTo>
                    <a:pt x="2105359" y="268112"/>
                  </a:lnTo>
                  <a:lnTo>
                    <a:pt x="2049790" y="276293"/>
                  </a:lnTo>
                  <a:lnTo>
                    <a:pt x="1994962" y="284026"/>
                  </a:lnTo>
                  <a:lnTo>
                    <a:pt x="1940830" y="291245"/>
                  </a:lnTo>
                  <a:lnTo>
                    <a:pt x="1887206" y="297906"/>
                  </a:lnTo>
                  <a:lnTo>
                    <a:pt x="1833739" y="303991"/>
                  </a:lnTo>
                  <a:lnTo>
                    <a:pt x="1779892" y="309503"/>
                  </a:lnTo>
                  <a:lnTo>
                    <a:pt x="1768425" y="310594"/>
                  </a:lnTo>
                  <a:lnTo>
                    <a:pt x="1718700" y="314977"/>
                  </a:lnTo>
                  <a:lnTo>
                    <a:pt x="1667253" y="318913"/>
                  </a:lnTo>
                  <a:lnTo>
                    <a:pt x="1613255" y="322426"/>
                  </a:lnTo>
                  <a:lnTo>
                    <a:pt x="1555783" y="325555"/>
                  </a:lnTo>
                  <a:lnTo>
                    <a:pt x="1493899" y="328345"/>
                  </a:lnTo>
                  <a:lnTo>
                    <a:pt x="1426732" y="330839"/>
                  </a:lnTo>
                  <a:lnTo>
                    <a:pt x="1353589" y="333072"/>
                  </a:lnTo>
                  <a:lnTo>
                    <a:pt x="1274092" y="335076"/>
                  </a:lnTo>
                  <a:lnTo>
                    <a:pt x="1188369" y="336872"/>
                  </a:lnTo>
                  <a:lnTo>
                    <a:pt x="1097269" y="338471"/>
                  </a:lnTo>
                  <a:lnTo>
                    <a:pt x="1002578" y="339880"/>
                  </a:lnTo>
                  <a:lnTo>
                    <a:pt x="907141" y="341095"/>
                  </a:lnTo>
                  <a:lnTo>
                    <a:pt x="814796" y="342114"/>
                  </a:lnTo>
                  <a:lnTo>
                    <a:pt x="730002" y="342932"/>
                  </a:lnTo>
                  <a:lnTo>
                    <a:pt x="657151" y="343552"/>
                  </a:lnTo>
                  <a:lnTo>
                    <a:pt x="599673" y="343986"/>
                  </a:lnTo>
                  <a:lnTo>
                    <a:pt x="559210" y="344260"/>
                  </a:lnTo>
                  <a:lnTo>
                    <a:pt x="535120" y="344407"/>
                  </a:lnTo>
                  <a:lnTo>
                    <a:pt x="524434" y="344465"/>
                  </a:lnTo>
                  <a:lnTo>
                    <a:pt x="522133" y="344477"/>
                  </a:lnTo>
                  <a:lnTo>
                    <a:pt x="0" y="344477"/>
                  </a:lnTo>
                  <a:close/>
                </a:path>
              </a:pathLst>
            </a:custGeom>
            <a:solidFill>
              <a:srgbClr val="63D9C8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2061" name="pl2061"/>
            <p:cNvSpPr/>
            <p:nvPr/>
          </p:nvSpPr>
          <p:spPr>
            <a:xfrm>
              <a:off x="386606" y="5776695"/>
              <a:ext cx="8554953" cy="344477"/>
            </a:xfrm>
            <a:custGeom>
              <a:avLst/>
              <a:pathLst>
                <a:path w="8554953" h="344477">
                  <a:moveTo>
                    <a:pt x="0" y="344477"/>
                  </a:moveTo>
                  <a:lnTo>
                    <a:pt x="522133" y="344477"/>
                  </a:lnTo>
                  <a:lnTo>
                    <a:pt x="523402" y="344471"/>
                  </a:lnTo>
                  <a:lnTo>
                    <a:pt x="531699" y="344426"/>
                  </a:lnTo>
                  <a:lnTo>
                    <a:pt x="552441" y="344303"/>
                  </a:lnTo>
                  <a:lnTo>
                    <a:pt x="589083" y="344061"/>
                  </a:lnTo>
                  <a:lnTo>
                    <a:pt x="642803" y="343665"/>
                  </a:lnTo>
                  <a:lnTo>
                    <a:pt x="712447" y="343088"/>
                  </a:lnTo>
                  <a:lnTo>
                    <a:pt x="794920" y="342315"/>
                  </a:lnTo>
                  <a:lnTo>
                    <a:pt x="885967" y="341341"/>
                  </a:lnTo>
                  <a:lnTo>
                    <a:pt x="981074" y="340170"/>
                  </a:lnTo>
                  <a:lnTo>
                    <a:pt x="1076218" y="338804"/>
                  </a:lnTo>
                  <a:lnTo>
                    <a:pt x="1168318" y="337248"/>
                  </a:lnTo>
                  <a:lnTo>
                    <a:pt x="1255353" y="335497"/>
                  </a:lnTo>
                  <a:lnTo>
                    <a:pt x="1336283" y="333542"/>
                  </a:lnTo>
                  <a:lnTo>
                    <a:pt x="1410835" y="331362"/>
                  </a:lnTo>
                  <a:lnTo>
                    <a:pt x="1479293" y="328930"/>
                  </a:lnTo>
                  <a:lnTo>
                    <a:pt x="1542293" y="326210"/>
                  </a:lnTo>
                  <a:lnTo>
                    <a:pt x="1600676" y="323161"/>
                  </a:lnTo>
                  <a:lnTo>
                    <a:pt x="1655373" y="319738"/>
                  </a:lnTo>
                  <a:lnTo>
                    <a:pt x="1707316" y="315900"/>
                  </a:lnTo>
                  <a:lnTo>
                    <a:pt x="1757364" y="311618"/>
                  </a:lnTo>
                  <a:lnTo>
                    <a:pt x="1768425" y="310594"/>
                  </a:lnTo>
                  <a:lnTo>
                    <a:pt x="1822441" y="305200"/>
                  </a:lnTo>
                  <a:lnTo>
                    <a:pt x="1875936" y="299237"/>
                  </a:lnTo>
                  <a:lnTo>
                    <a:pt x="1929492" y="292696"/>
                  </a:lnTo>
                  <a:lnTo>
                    <a:pt x="1983496" y="285593"/>
                  </a:lnTo>
                  <a:lnTo>
                    <a:pt x="2038170" y="277963"/>
                  </a:lnTo>
                  <a:lnTo>
                    <a:pt x="2093585" y="269870"/>
                  </a:lnTo>
                  <a:lnTo>
                    <a:pt x="2149689" y="261398"/>
                  </a:lnTo>
                  <a:lnTo>
                    <a:pt x="2206325" y="252656"/>
                  </a:lnTo>
                  <a:lnTo>
                    <a:pt x="2263263" y="243768"/>
                  </a:lnTo>
                  <a:lnTo>
                    <a:pt x="2320230" y="234865"/>
                  </a:lnTo>
                  <a:lnTo>
                    <a:pt x="2376951" y="226082"/>
                  </a:lnTo>
                  <a:lnTo>
                    <a:pt x="2433183" y="217544"/>
                  </a:lnTo>
                  <a:lnTo>
                    <a:pt x="2488752" y="209363"/>
                  </a:lnTo>
                  <a:lnTo>
                    <a:pt x="2543580" y="201629"/>
                  </a:lnTo>
                  <a:lnTo>
                    <a:pt x="2597712" y="194411"/>
                  </a:lnTo>
                  <a:lnTo>
                    <a:pt x="2651336" y="187750"/>
                  </a:lnTo>
                  <a:lnTo>
                    <a:pt x="2704803" y="181665"/>
                  </a:lnTo>
                  <a:lnTo>
                    <a:pt x="2758650" y="176153"/>
                  </a:lnTo>
                  <a:lnTo>
                    <a:pt x="2770117" y="175062"/>
                  </a:lnTo>
                  <a:lnTo>
                    <a:pt x="2819842" y="170679"/>
                  </a:lnTo>
                  <a:lnTo>
                    <a:pt x="2871289" y="166743"/>
                  </a:lnTo>
                  <a:lnTo>
                    <a:pt x="2925287" y="163230"/>
                  </a:lnTo>
                  <a:lnTo>
                    <a:pt x="2982759" y="160101"/>
                  </a:lnTo>
                  <a:lnTo>
                    <a:pt x="3044643" y="157311"/>
                  </a:lnTo>
                  <a:lnTo>
                    <a:pt x="3111810" y="154817"/>
                  </a:lnTo>
                  <a:lnTo>
                    <a:pt x="3184953" y="152583"/>
                  </a:lnTo>
                  <a:lnTo>
                    <a:pt x="3264450" y="150579"/>
                  </a:lnTo>
                  <a:lnTo>
                    <a:pt x="3350173" y="148784"/>
                  </a:lnTo>
                  <a:lnTo>
                    <a:pt x="3441273" y="147184"/>
                  </a:lnTo>
                  <a:lnTo>
                    <a:pt x="3535964" y="145776"/>
                  </a:lnTo>
                  <a:lnTo>
                    <a:pt x="3631401" y="144560"/>
                  </a:lnTo>
                  <a:lnTo>
                    <a:pt x="3723746" y="143542"/>
                  </a:lnTo>
                  <a:lnTo>
                    <a:pt x="3808540" y="142724"/>
                  </a:lnTo>
                  <a:lnTo>
                    <a:pt x="3881392" y="142104"/>
                  </a:lnTo>
                  <a:lnTo>
                    <a:pt x="3938869" y="141669"/>
                  </a:lnTo>
                  <a:lnTo>
                    <a:pt x="3979332" y="141395"/>
                  </a:lnTo>
                  <a:lnTo>
                    <a:pt x="4003423" y="141249"/>
                  </a:lnTo>
                  <a:lnTo>
                    <a:pt x="4014109" y="141190"/>
                  </a:lnTo>
                  <a:lnTo>
                    <a:pt x="4016394" y="141179"/>
                  </a:lnTo>
                  <a:lnTo>
                    <a:pt x="4016409" y="141179"/>
                  </a:lnTo>
                  <a:lnTo>
                    <a:pt x="4538543" y="141179"/>
                  </a:lnTo>
                  <a:lnTo>
                    <a:pt x="4539812" y="141174"/>
                  </a:lnTo>
                  <a:lnTo>
                    <a:pt x="4548111" y="141143"/>
                  </a:lnTo>
                  <a:lnTo>
                    <a:pt x="4568859" y="141058"/>
                  </a:lnTo>
                  <a:lnTo>
                    <a:pt x="4605510" y="140890"/>
                  </a:lnTo>
                  <a:lnTo>
                    <a:pt x="4659243" y="140615"/>
                  </a:lnTo>
                  <a:lnTo>
                    <a:pt x="4728901" y="140214"/>
                  </a:lnTo>
                  <a:lnTo>
                    <a:pt x="4811389" y="139677"/>
                  </a:lnTo>
                  <a:lnTo>
                    <a:pt x="4902449" y="139001"/>
                  </a:lnTo>
                  <a:lnTo>
                    <a:pt x="4997566" y="138187"/>
                  </a:lnTo>
                  <a:lnTo>
                    <a:pt x="5092718" y="137238"/>
                  </a:lnTo>
                  <a:lnTo>
                    <a:pt x="5184822" y="136157"/>
                  </a:lnTo>
                  <a:lnTo>
                    <a:pt x="5271860" y="134942"/>
                  </a:lnTo>
                  <a:lnTo>
                    <a:pt x="5352789" y="133583"/>
                  </a:lnTo>
                  <a:lnTo>
                    <a:pt x="5427341" y="132069"/>
                  </a:lnTo>
                  <a:lnTo>
                    <a:pt x="5495797" y="130380"/>
                  </a:lnTo>
                  <a:lnTo>
                    <a:pt x="5558796" y="128490"/>
                  </a:lnTo>
                  <a:lnTo>
                    <a:pt x="5617178" y="126372"/>
                  </a:lnTo>
                  <a:lnTo>
                    <a:pt x="5671874" y="123995"/>
                  </a:lnTo>
                  <a:lnTo>
                    <a:pt x="5723818" y="121329"/>
                  </a:lnTo>
                  <a:lnTo>
                    <a:pt x="5773868" y="118354"/>
                  </a:lnTo>
                  <a:lnTo>
                    <a:pt x="5784835" y="117649"/>
                  </a:lnTo>
                  <a:lnTo>
                    <a:pt x="5838976" y="113894"/>
                  </a:lnTo>
                  <a:lnTo>
                    <a:pt x="5892596" y="109741"/>
                  </a:lnTo>
                  <a:lnTo>
                    <a:pt x="5946279" y="105187"/>
                  </a:lnTo>
                  <a:lnTo>
                    <a:pt x="6000415" y="100239"/>
                  </a:lnTo>
                  <a:lnTo>
                    <a:pt x="6055224" y="94925"/>
                  </a:lnTo>
                  <a:lnTo>
                    <a:pt x="6110778" y="89287"/>
                  </a:lnTo>
                  <a:lnTo>
                    <a:pt x="6167023" y="83387"/>
                  </a:lnTo>
                  <a:lnTo>
                    <a:pt x="6223799" y="77300"/>
                  </a:lnTo>
                  <a:lnTo>
                    <a:pt x="6280873" y="71112"/>
                  </a:lnTo>
                  <a:lnTo>
                    <a:pt x="6337971" y="64916"/>
                  </a:lnTo>
                  <a:lnTo>
                    <a:pt x="6394815" y="58805"/>
                  </a:lnTo>
                  <a:lnTo>
                    <a:pt x="6451163" y="52868"/>
                  </a:lnTo>
                  <a:lnTo>
                    <a:pt x="6506841" y="47181"/>
                  </a:lnTo>
                  <a:lnTo>
                    <a:pt x="6561774" y="41809"/>
                  </a:lnTo>
                  <a:lnTo>
                    <a:pt x="6616012" y="36797"/>
                  </a:lnTo>
                  <a:lnTo>
                    <a:pt x="6669749" y="32175"/>
                  </a:lnTo>
                  <a:lnTo>
                    <a:pt x="6723344" y="27955"/>
                  </a:lnTo>
                  <a:lnTo>
                    <a:pt x="6777347" y="24134"/>
                  </a:lnTo>
                  <a:lnTo>
                    <a:pt x="6786527" y="23529"/>
                  </a:lnTo>
                  <a:lnTo>
                    <a:pt x="6836257" y="20485"/>
                  </a:lnTo>
                  <a:lnTo>
                    <a:pt x="6887709" y="17752"/>
                  </a:lnTo>
                  <a:lnTo>
                    <a:pt x="6941713" y="15312"/>
                  </a:lnTo>
                  <a:lnTo>
                    <a:pt x="6999191" y="13139"/>
                  </a:lnTo>
                  <a:lnTo>
                    <a:pt x="7061084" y="11201"/>
                  </a:lnTo>
                  <a:lnTo>
                    <a:pt x="7128260" y="9470"/>
                  </a:lnTo>
                  <a:lnTo>
                    <a:pt x="7201414" y="7918"/>
                  </a:lnTo>
                  <a:lnTo>
                    <a:pt x="7280923" y="6527"/>
                  </a:lnTo>
                  <a:lnTo>
                    <a:pt x="7366659" y="5280"/>
                  </a:lnTo>
                  <a:lnTo>
                    <a:pt x="7457772" y="4169"/>
                  </a:lnTo>
                  <a:lnTo>
                    <a:pt x="7552475" y="3191"/>
                  </a:lnTo>
                  <a:lnTo>
                    <a:pt x="7647919" y="2347"/>
                  </a:lnTo>
                  <a:lnTo>
                    <a:pt x="7740267" y="1640"/>
                  </a:lnTo>
                  <a:lnTo>
                    <a:pt x="7825056" y="1072"/>
                  </a:lnTo>
                  <a:lnTo>
                    <a:pt x="7897896" y="642"/>
                  </a:lnTo>
                  <a:lnTo>
                    <a:pt x="7955354" y="340"/>
                  </a:lnTo>
                  <a:lnTo>
                    <a:pt x="7995794" y="150"/>
                  </a:lnTo>
                  <a:lnTo>
                    <a:pt x="8019861" y="48"/>
                  </a:lnTo>
                  <a:lnTo>
                    <a:pt x="8030528" y="7"/>
                  </a:lnTo>
                  <a:lnTo>
                    <a:pt x="8032805" y="0"/>
                  </a:lnTo>
                  <a:lnTo>
                    <a:pt x="8032819" y="0"/>
                  </a:lnTo>
                  <a:lnTo>
                    <a:pt x="8554953" y="0"/>
                  </a:lnTo>
                  <a:lnTo>
                    <a:pt x="8554953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062" name="pl2062"/>
            <p:cNvSpPr/>
            <p:nvPr/>
          </p:nvSpPr>
          <p:spPr>
            <a:xfrm>
              <a:off x="386606" y="5771048"/>
              <a:ext cx="8554953" cy="344477"/>
            </a:xfrm>
            <a:custGeom>
              <a:avLst/>
              <a:pathLst>
                <a:path w="8554953" h="344477">
                  <a:moveTo>
                    <a:pt x="8554953" y="0"/>
                  </a:moveTo>
                  <a:lnTo>
                    <a:pt x="8032819" y="0"/>
                  </a:lnTo>
                  <a:lnTo>
                    <a:pt x="8031550" y="4"/>
                  </a:lnTo>
                  <a:lnTo>
                    <a:pt x="8023251" y="35"/>
                  </a:lnTo>
                  <a:lnTo>
                    <a:pt x="8002503" y="120"/>
                  </a:lnTo>
                  <a:lnTo>
                    <a:pt x="7965852" y="288"/>
                  </a:lnTo>
                  <a:lnTo>
                    <a:pt x="7912119" y="564"/>
                  </a:lnTo>
                  <a:lnTo>
                    <a:pt x="7842461" y="964"/>
                  </a:lnTo>
                  <a:lnTo>
                    <a:pt x="7759973" y="1501"/>
                  </a:lnTo>
                  <a:lnTo>
                    <a:pt x="7668913" y="2177"/>
                  </a:lnTo>
                  <a:lnTo>
                    <a:pt x="7573796" y="2991"/>
                  </a:lnTo>
                  <a:lnTo>
                    <a:pt x="7478644" y="3940"/>
                  </a:lnTo>
                  <a:lnTo>
                    <a:pt x="7386540" y="5021"/>
                  </a:lnTo>
                  <a:lnTo>
                    <a:pt x="7299502" y="6237"/>
                  </a:lnTo>
                  <a:lnTo>
                    <a:pt x="7218573" y="7595"/>
                  </a:lnTo>
                  <a:lnTo>
                    <a:pt x="7144021" y="9109"/>
                  </a:lnTo>
                  <a:lnTo>
                    <a:pt x="7075565" y="10799"/>
                  </a:lnTo>
                  <a:lnTo>
                    <a:pt x="7012566" y="12688"/>
                  </a:lnTo>
                  <a:lnTo>
                    <a:pt x="6954184" y="14806"/>
                  </a:lnTo>
                  <a:lnTo>
                    <a:pt x="6899488" y="17184"/>
                  </a:lnTo>
                  <a:lnTo>
                    <a:pt x="6847544" y="19850"/>
                  </a:lnTo>
                  <a:lnTo>
                    <a:pt x="6797494" y="22824"/>
                  </a:lnTo>
                  <a:lnTo>
                    <a:pt x="6786527" y="23529"/>
                  </a:lnTo>
                  <a:lnTo>
                    <a:pt x="6732386" y="27284"/>
                  </a:lnTo>
                  <a:lnTo>
                    <a:pt x="6678766" y="31437"/>
                  </a:lnTo>
                  <a:lnTo>
                    <a:pt x="6625083" y="35992"/>
                  </a:lnTo>
                  <a:lnTo>
                    <a:pt x="6570947" y="40939"/>
                  </a:lnTo>
                  <a:lnTo>
                    <a:pt x="6516138" y="46254"/>
                  </a:lnTo>
                  <a:lnTo>
                    <a:pt x="6460584" y="51891"/>
                  </a:lnTo>
                  <a:lnTo>
                    <a:pt x="6404339" y="57791"/>
                  </a:lnTo>
                  <a:lnTo>
                    <a:pt x="6347563" y="63879"/>
                  </a:lnTo>
                  <a:lnTo>
                    <a:pt x="6290489" y="70067"/>
                  </a:lnTo>
                  <a:lnTo>
                    <a:pt x="6233391" y="76263"/>
                  </a:lnTo>
                  <a:lnTo>
                    <a:pt x="6176547" y="82373"/>
                  </a:lnTo>
                  <a:lnTo>
                    <a:pt x="6120199" y="88311"/>
                  </a:lnTo>
                  <a:lnTo>
                    <a:pt x="6064521" y="93997"/>
                  </a:lnTo>
                  <a:lnTo>
                    <a:pt x="6009588" y="99369"/>
                  </a:lnTo>
                  <a:lnTo>
                    <a:pt x="5955350" y="104381"/>
                  </a:lnTo>
                  <a:lnTo>
                    <a:pt x="5901613" y="109003"/>
                  </a:lnTo>
                  <a:lnTo>
                    <a:pt x="5848018" y="113223"/>
                  </a:lnTo>
                  <a:lnTo>
                    <a:pt x="5794014" y="117044"/>
                  </a:lnTo>
                  <a:lnTo>
                    <a:pt x="5784835" y="117649"/>
                  </a:lnTo>
                  <a:lnTo>
                    <a:pt x="5735105" y="120693"/>
                  </a:lnTo>
                  <a:lnTo>
                    <a:pt x="5683653" y="123426"/>
                  </a:lnTo>
                  <a:lnTo>
                    <a:pt x="5629649" y="125866"/>
                  </a:lnTo>
                  <a:lnTo>
                    <a:pt x="5572170" y="128039"/>
                  </a:lnTo>
                  <a:lnTo>
                    <a:pt x="5510278" y="129977"/>
                  </a:lnTo>
                  <a:lnTo>
                    <a:pt x="5443102" y="131709"/>
                  </a:lnTo>
                  <a:lnTo>
                    <a:pt x="5369948" y="133260"/>
                  </a:lnTo>
                  <a:lnTo>
                    <a:pt x="5290439" y="134652"/>
                  </a:lnTo>
                  <a:lnTo>
                    <a:pt x="5204703" y="135898"/>
                  </a:lnTo>
                  <a:lnTo>
                    <a:pt x="5113590" y="137009"/>
                  </a:lnTo>
                  <a:lnTo>
                    <a:pt x="5018887" y="137987"/>
                  </a:lnTo>
                  <a:lnTo>
                    <a:pt x="4923443" y="138831"/>
                  </a:lnTo>
                  <a:lnTo>
                    <a:pt x="4831095" y="139538"/>
                  </a:lnTo>
                  <a:lnTo>
                    <a:pt x="4746306" y="140106"/>
                  </a:lnTo>
                  <a:lnTo>
                    <a:pt x="4673466" y="140537"/>
                  </a:lnTo>
                  <a:lnTo>
                    <a:pt x="4616008" y="140839"/>
                  </a:lnTo>
                  <a:lnTo>
                    <a:pt x="4575568" y="141029"/>
                  </a:lnTo>
                  <a:lnTo>
                    <a:pt x="4551501" y="141130"/>
                  </a:lnTo>
                  <a:lnTo>
                    <a:pt x="4540834" y="141171"/>
                  </a:lnTo>
                  <a:lnTo>
                    <a:pt x="4538557" y="141179"/>
                  </a:lnTo>
                  <a:lnTo>
                    <a:pt x="4538543" y="141179"/>
                  </a:lnTo>
                  <a:lnTo>
                    <a:pt x="4016409" y="141179"/>
                  </a:lnTo>
                  <a:lnTo>
                    <a:pt x="4015140" y="141185"/>
                  </a:lnTo>
                  <a:lnTo>
                    <a:pt x="4006843" y="141230"/>
                  </a:lnTo>
                  <a:lnTo>
                    <a:pt x="3986102" y="141353"/>
                  </a:lnTo>
                  <a:lnTo>
                    <a:pt x="3949459" y="141595"/>
                  </a:lnTo>
                  <a:lnTo>
                    <a:pt x="3895739" y="141991"/>
                  </a:lnTo>
                  <a:lnTo>
                    <a:pt x="3826095" y="142568"/>
                  </a:lnTo>
                  <a:lnTo>
                    <a:pt x="3743622" y="143341"/>
                  </a:lnTo>
                  <a:lnTo>
                    <a:pt x="3652575" y="144314"/>
                  </a:lnTo>
                  <a:lnTo>
                    <a:pt x="3557469" y="145486"/>
                  </a:lnTo>
                  <a:lnTo>
                    <a:pt x="3462324" y="146851"/>
                  </a:lnTo>
                  <a:lnTo>
                    <a:pt x="3370225" y="148408"/>
                  </a:lnTo>
                  <a:lnTo>
                    <a:pt x="3283189" y="150158"/>
                  </a:lnTo>
                  <a:lnTo>
                    <a:pt x="3202260" y="152114"/>
                  </a:lnTo>
                  <a:lnTo>
                    <a:pt x="3127707" y="154294"/>
                  </a:lnTo>
                  <a:lnTo>
                    <a:pt x="3059249" y="156726"/>
                  </a:lnTo>
                  <a:lnTo>
                    <a:pt x="2996249" y="159446"/>
                  </a:lnTo>
                  <a:lnTo>
                    <a:pt x="2937866" y="162495"/>
                  </a:lnTo>
                  <a:lnTo>
                    <a:pt x="2883170" y="165918"/>
                  </a:lnTo>
                  <a:lnTo>
                    <a:pt x="2831226" y="169756"/>
                  </a:lnTo>
                  <a:lnTo>
                    <a:pt x="2781178" y="174038"/>
                  </a:lnTo>
                  <a:lnTo>
                    <a:pt x="2770117" y="175062"/>
                  </a:lnTo>
                  <a:lnTo>
                    <a:pt x="2716101" y="180456"/>
                  </a:lnTo>
                  <a:lnTo>
                    <a:pt x="2662606" y="186419"/>
                  </a:lnTo>
                  <a:lnTo>
                    <a:pt x="2609050" y="192959"/>
                  </a:lnTo>
                  <a:lnTo>
                    <a:pt x="2555046" y="200063"/>
                  </a:lnTo>
                  <a:lnTo>
                    <a:pt x="2500373" y="207692"/>
                  </a:lnTo>
                  <a:lnTo>
                    <a:pt x="2444957" y="215786"/>
                  </a:lnTo>
                  <a:lnTo>
                    <a:pt x="2388853" y="224258"/>
                  </a:lnTo>
                  <a:lnTo>
                    <a:pt x="2332217" y="232999"/>
                  </a:lnTo>
                  <a:lnTo>
                    <a:pt x="2275279" y="241888"/>
                  </a:lnTo>
                  <a:lnTo>
                    <a:pt x="2218312" y="250790"/>
                  </a:lnTo>
                  <a:lnTo>
                    <a:pt x="2161592" y="259574"/>
                  </a:lnTo>
                  <a:lnTo>
                    <a:pt x="2105359" y="268112"/>
                  </a:lnTo>
                  <a:lnTo>
                    <a:pt x="2049790" y="276293"/>
                  </a:lnTo>
                  <a:lnTo>
                    <a:pt x="1994962" y="284026"/>
                  </a:lnTo>
                  <a:lnTo>
                    <a:pt x="1940830" y="291245"/>
                  </a:lnTo>
                  <a:lnTo>
                    <a:pt x="1887206" y="297906"/>
                  </a:lnTo>
                  <a:lnTo>
                    <a:pt x="1833739" y="303991"/>
                  </a:lnTo>
                  <a:lnTo>
                    <a:pt x="1779892" y="309503"/>
                  </a:lnTo>
                  <a:lnTo>
                    <a:pt x="1768425" y="310594"/>
                  </a:lnTo>
                  <a:lnTo>
                    <a:pt x="1718700" y="314977"/>
                  </a:lnTo>
                  <a:lnTo>
                    <a:pt x="1667253" y="318913"/>
                  </a:lnTo>
                  <a:lnTo>
                    <a:pt x="1613255" y="322426"/>
                  </a:lnTo>
                  <a:lnTo>
                    <a:pt x="1555783" y="325555"/>
                  </a:lnTo>
                  <a:lnTo>
                    <a:pt x="1493899" y="328345"/>
                  </a:lnTo>
                  <a:lnTo>
                    <a:pt x="1426732" y="330839"/>
                  </a:lnTo>
                  <a:lnTo>
                    <a:pt x="1353589" y="333072"/>
                  </a:lnTo>
                  <a:lnTo>
                    <a:pt x="1274092" y="335076"/>
                  </a:lnTo>
                  <a:lnTo>
                    <a:pt x="1188369" y="336872"/>
                  </a:lnTo>
                  <a:lnTo>
                    <a:pt x="1097269" y="338471"/>
                  </a:lnTo>
                  <a:lnTo>
                    <a:pt x="1002578" y="339880"/>
                  </a:lnTo>
                  <a:lnTo>
                    <a:pt x="907141" y="341095"/>
                  </a:lnTo>
                  <a:lnTo>
                    <a:pt x="814796" y="342114"/>
                  </a:lnTo>
                  <a:lnTo>
                    <a:pt x="730002" y="342932"/>
                  </a:lnTo>
                  <a:lnTo>
                    <a:pt x="657151" y="343552"/>
                  </a:lnTo>
                  <a:lnTo>
                    <a:pt x="599673" y="343986"/>
                  </a:lnTo>
                  <a:lnTo>
                    <a:pt x="559210" y="344260"/>
                  </a:lnTo>
                  <a:lnTo>
                    <a:pt x="535120" y="344407"/>
                  </a:lnTo>
                  <a:lnTo>
                    <a:pt x="524434" y="344465"/>
                  </a:lnTo>
                  <a:lnTo>
                    <a:pt x="522148" y="344477"/>
                  </a:lnTo>
                  <a:lnTo>
                    <a:pt x="522133" y="344477"/>
                  </a:lnTo>
                  <a:lnTo>
                    <a:pt x="0" y="344477"/>
                  </a:lnTo>
                  <a:lnTo>
                    <a:pt x="0" y="344477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063" name="pg2063"/>
            <p:cNvSpPr/>
            <p:nvPr/>
          </p:nvSpPr>
          <p:spPr>
            <a:xfrm>
              <a:off x="386606" y="2473100"/>
              <a:ext cx="8554953" cy="3653719"/>
            </a:xfrm>
            <a:custGeom>
              <a:avLst/>
              <a:pathLst>
                <a:path w="8554953" h="3653719">
                  <a:moveTo>
                    <a:pt x="0" y="3653719"/>
                  </a:moveTo>
                  <a:lnTo>
                    <a:pt x="522133" y="3653719"/>
                  </a:lnTo>
                  <a:lnTo>
                    <a:pt x="523403" y="3653716"/>
                  </a:lnTo>
                  <a:lnTo>
                    <a:pt x="531702" y="3653691"/>
                  </a:lnTo>
                  <a:lnTo>
                    <a:pt x="552451" y="3653622"/>
                  </a:lnTo>
                  <a:lnTo>
                    <a:pt x="589106" y="3653488"/>
                  </a:lnTo>
                  <a:lnTo>
                    <a:pt x="642843" y="3653268"/>
                  </a:lnTo>
                  <a:lnTo>
                    <a:pt x="712506" y="3652947"/>
                  </a:lnTo>
                  <a:lnTo>
                    <a:pt x="794998" y="3652518"/>
                  </a:lnTo>
                  <a:lnTo>
                    <a:pt x="886063" y="3651977"/>
                  </a:lnTo>
                  <a:lnTo>
                    <a:pt x="981184" y="3651325"/>
                  </a:lnTo>
                  <a:lnTo>
                    <a:pt x="1076338" y="3650567"/>
                  </a:lnTo>
                  <a:lnTo>
                    <a:pt x="1168444" y="3649702"/>
                  </a:lnTo>
                  <a:lnTo>
                    <a:pt x="1255482" y="3648729"/>
                  </a:lnTo>
                  <a:lnTo>
                    <a:pt x="1336412" y="3647642"/>
                  </a:lnTo>
                  <a:lnTo>
                    <a:pt x="1410963" y="3646431"/>
                  </a:lnTo>
                  <a:lnTo>
                    <a:pt x="1479419" y="3645079"/>
                  </a:lnTo>
                  <a:lnTo>
                    <a:pt x="1542417" y="3643568"/>
                  </a:lnTo>
                  <a:lnTo>
                    <a:pt x="1600799" y="3641873"/>
                  </a:lnTo>
                  <a:lnTo>
                    <a:pt x="1655495" y="3639971"/>
                  </a:lnTo>
                  <a:lnTo>
                    <a:pt x="1707439" y="3637838"/>
                  </a:lnTo>
                  <a:lnTo>
                    <a:pt x="1757490" y="3635458"/>
                  </a:lnTo>
                  <a:lnTo>
                    <a:pt x="1768425" y="3634895"/>
                  </a:lnTo>
                  <a:lnTo>
                    <a:pt x="1822609" y="3631889"/>
                  </a:lnTo>
                  <a:lnTo>
                    <a:pt x="1876271" y="3628564"/>
                  </a:lnTo>
                  <a:lnTo>
                    <a:pt x="1929997" y="3624917"/>
                  </a:lnTo>
                  <a:lnTo>
                    <a:pt x="1984177" y="3620954"/>
                  </a:lnTo>
                  <a:lnTo>
                    <a:pt x="2039032" y="3616699"/>
                  </a:lnTo>
                  <a:lnTo>
                    <a:pt x="2094633" y="3612184"/>
                  </a:lnTo>
                  <a:lnTo>
                    <a:pt x="2150926" y="3607459"/>
                  </a:lnTo>
                  <a:lnTo>
                    <a:pt x="2207749" y="3602585"/>
                  </a:lnTo>
                  <a:lnTo>
                    <a:pt x="2264869" y="3597630"/>
                  </a:lnTo>
                  <a:lnTo>
                    <a:pt x="2322011" y="3592670"/>
                  </a:lnTo>
                  <a:lnTo>
                    <a:pt x="2378897" y="3587778"/>
                  </a:lnTo>
                  <a:lnTo>
                    <a:pt x="2435284" y="3583026"/>
                  </a:lnTo>
                  <a:lnTo>
                    <a:pt x="2490999" y="3578476"/>
                  </a:lnTo>
                  <a:lnTo>
                    <a:pt x="2545967" y="3574177"/>
                  </a:lnTo>
                  <a:lnTo>
                    <a:pt x="2600240" y="3570168"/>
                  </a:lnTo>
                  <a:lnTo>
                    <a:pt x="2654015" y="3566472"/>
                  </a:lnTo>
                  <a:lnTo>
                    <a:pt x="2707655" y="3563097"/>
                  </a:lnTo>
                  <a:lnTo>
                    <a:pt x="2761711" y="3560042"/>
                  </a:lnTo>
                  <a:lnTo>
                    <a:pt x="2770117" y="3559600"/>
                  </a:lnTo>
                  <a:lnTo>
                    <a:pt x="2819848" y="3557164"/>
                  </a:lnTo>
                  <a:lnTo>
                    <a:pt x="2871302" y="3554977"/>
                  </a:lnTo>
                  <a:lnTo>
                    <a:pt x="2925308" y="3553026"/>
                  </a:lnTo>
                  <a:lnTo>
                    <a:pt x="2982789" y="3551287"/>
                  </a:lnTo>
                  <a:lnTo>
                    <a:pt x="3044685" y="3549737"/>
                  </a:lnTo>
                  <a:lnTo>
                    <a:pt x="3111864" y="3548352"/>
                  </a:lnTo>
                  <a:lnTo>
                    <a:pt x="3185021" y="3547111"/>
                  </a:lnTo>
                  <a:lnTo>
                    <a:pt x="3264534" y="3545997"/>
                  </a:lnTo>
                  <a:lnTo>
                    <a:pt x="3350275" y="3545000"/>
                  </a:lnTo>
                  <a:lnTo>
                    <a:pt x="3441392" y="3544111"/>
                  </a:lnTo>
                  <a:lnTo>
                    <a:pt x="3536098" y="3543329"/>
                  </a:lnTo>
                  <a:lnTo>
                    <a:pt x="3631546" y="3542654"/>
                  </a:lnTo>
                  <a:lnTo>
                    <a:pt x="3723894" y="3542088"/>
                  </a:lnTo>
                  <a:lnTo>
                    <a:pt x="3808682" y="3541634"/>
                  </a:lnTo>
                  <a:lnTo>
                    <a:pt x="3881517" y="3541289"/>
                  </a:lnTo>
                  <a:lnTo>
                    <a:pt x="3938970" y="3541048"/>
                  </a:lnTo>
                  <a:lnTo>
                    <a:pt x="3979401" y="3540896"/>
                  </a:lnTo>
                  <a:lnTo>
                    <a:pt x="4003461" y="3540815"/>
                  </a:lnTo>
                  <a:lnTo>
                    <a:pt x="4014122" y="3540782"/>
                  </a:lnTo>
                  <a:lnTo>
                    <a:pt x="4016409" y="3540776"/>
                  </a:lnTo>
                  <a:lnTo>
                    <a:pt x="4538543" y="3540776"/>
                  </a:lnTo>
                  <a:lnTo>
                    <a:pt x="4539638" y="3540683"/>
                  </a:lnTo>
                  <a:lnTo>
                    <a:pt x="4546819" y="3540017"/>
                  </a:lnTo>
                  <a:lnTo>
                    <a:pt x="4564863" y="3538178"/>
                  </a:lnTo>
                  <a:lnTo>
                    <a:pt x="4596968" y="3534561"/>
                  </a:lnTo>
                  <a:lnTo>
                    <a:pt x="4644497" y="3528618"/>
                  </a:lnTo>
                  <a:lnTo>
                    <a:pt x="4706881" y="3519917"/>
                  </a:lnTo>
                  <a:lnTo>
                    <a:pt x="4781846" y="3508185"/>
                  </a:lnTo>
                  <a:lnTo>
                    <a:pt x="4865956" y="3493305"/>
                  </a:lnTo>
                  <a:lnTo>
                    <a:pt x="4955315" y="3475283"/>
                  </a:lnTo>
                  <a:lnTo>
                    <a:pt x="5046219" y="3454185"/>
                  </a:lnTo>
                  <a:lnTo>
                    <a:pt x="5135609" y="3430073"/>
                  </a:lnTo>
                  <a:lnTo>
                    <a:pt x="5221277" y="3402948"/>
                  </a:lnTo>
                  <a:lnTo>
                    <a:pt x="5301873" y="3372716"/>
                  </a:lnTo>
                  <a:lnTo>
                    <a:pt x="5376782" y="3339166"/>
                  </a:lnTo>
                  <a:lnTo>
                    <a:pt x="5445957" y="3301965"/>
                  </a:lnTo>
                  <a:lnTo>
                    <a:pt x="5509745" y="3260662"/>
                  </a:lnTo>
                  <a:lnTo>
                    <a:pt x="5568748" y="3214699"/>
                  </a:lnTo>
                  <a:lnTo>
                    <a:pt x="5623712" y="3163443"/>
                  </a:lnTo>
                  <a:lnTo>
                    <a:pt x="5675443" y="3106229"/>
                  </a:lnTo>
                  <a:lnTo>
                    <a:pt x="5724741" y="3042444"/>
                  </a:lnTo>
                  <a:lnTo>
                    <a:pt x="5772340" y="2971669"/>
                  </a:lnTo>
                  <a:lnTo>
                    <a:pt x="5784835" y="2951588"/>
                  </a:lnTo>
                  <a:lnTo>
                    <a:pt x="5818870" y="2893796"/>
                  </a:lnTo>
                  <a:lnTo>
                    <a:pt x="5852598" y="2832143"/>
                  </a:lnTo>
                  <a:lnTo>
                    <a:pt x="5886191" y="2766550"/>
                  </a:lnTo>
                  <a:lnTo>
                    <a:pt x="5919789" y="2696990"/>
                  </a:lnTo>
                  <a:lnTo>
                    <a:pt x="5953503" y="2623490"/>
                  </a:lnTo>
                  <a:lnTo>
                    <a:pt x="5987413" y="2546142"/>
                  </a:lnTo>
                  <a:lnTo>
                    <a:pt x="6021575" y="2465100"/>
                  </a:lnTo>
                  <a:lnTo>
                    <a:pt x="6056022" y="2380587"/>
                  </a:lnTo>
                  <a:lnTo>
                    <a:pt x="6090764" y="2292893"/>
                  </a:lnTo>
                  <a:lnTo>
                    <a:pt x="6125793" y="2202377"/>
                  </a:lnTo>
                  <a:lnTo>
                    <a:pt x="6161082" y="2109455"/>
                  </a:lnTo>
                  <a:lnTo>
                    <a:pt x="6196590" y="2014602"/>
                  </a:lnTo>
                  <a:lnTo>
                    <a:pt x="6232262" y="1918336"/>
                  </a:lnTo>
                  <a:lnTo>
                    <a:pt x="6268037" y="1821209"/>
                  </a:lnTo>
                  <a:lnTo>
                    <a:pt x="6303846" y="1723796"/>
                  </a:lnTo>
                  <a:lnTo>
                    <a:pt x="6339620" y="1626678"/>
                  </a:lnTo>
                  <a:lnTo>
                    <a:pt x="6375290" y="1530428"/>
                  </a:lnTo>
                  <a:lnTo>
                    <a:pt x="6410795" y="1435599"/>
                  </a:lnTo>
                  <a:lnTo>
                    <a:pt x="6446081" y="1342710"/>
                  </a:lnTo>
                  <a:lnTo>
                    <a:pt x="6481106" y="1252231"/>
                  </a:lnTo>
                  <a:lnTo>
                    <a:pt x="6515844" y="1164582"/>
                  </a:lnTo>
                  <a:lnTo>
                    <a:pt x="6550287" y="1080117"/>
                  </a:lnTo>
                  <a:lnTo>
                    <a:pt x="6584445" y="999128"/>
                  </a:lnTo>
                  <a:lnTo>
                    <a:pt x="6618351" y="921834"/>
                  </a:lnTo>
                  <a:lnTo>
                    <a:pt x="6652062" y="848392"/>
                  </a:lnTo>
                  <a:lnTo>
                    <a:pt x="6685660" y="778889"/>
                  </a:lnTo>
                  <a:lnTo>
                    <a:pt x="6719254" y="713354"/>
                  </a:lnTo>
                  <a:lnTo>
                    <a:pt x="6752985" y="651758"/>
                  </a:lnTo>
                  <a:lnTo>
                    <a:pt x="6786527" y="594835"/>
                  </a:lnTo>
                  <a:lnTo>
                    <a:pt x="6833781" y="522171"/>
                  </a:lnTo>
                  <a:lnTo>
                    <a:pt x="6882559" y="456549"/>
                  </a:lnTo>
                  <a:lnTo>
                    <a:pt x="6933564" y="397636"/>
                  </a:lnTo>
                  <a:lnTo>
                    <a:pt x="6987585" y="344855"/>
                  </a:lnTo>
                  <a:lnTo>
                    <a:pt x="7045434" y="297545"/>
                  </a:lnTo>
                  <a:lnTo>
                    <a:pt x="7107878" y="255056"/>
                  </a:lnTo>
                  <a:lnTo>
                    <a:pt x="7175569" y="216809"/>
                  </a:lnTo>
                  <a:lnTo>
                    <a:pt x="7248933" y="182322"/>
                  </a:lnTo>
                  <a:lnTo>
                    <a:pt x="7328045" y="151231"/>
                  </a:lnTo>
                  <a:lnTo>
                    <a:pt x="7412459" y="123291"/>
                  </a:lnTo>
                  <a:lnTo>
                    <a:pt x="7501034" y="98378"/>
                  </a:lnTo>
                  <a:lnTo>
                    <a:pt x="7591800" y="76471"/>
                  </a:lnTo>
                  <a:lnTo>
                    <a:pt x="7681914" y="57621"/>
                  </a:lnTo>
                  <a:lnTo>
                    <a:pt x="7767808" y="41899"/>
                  </a:lnTo>
                  <a:lnTo>
                    <a:pt x="7845582" y="29332"/>
                  </a:lnTo>
                  <a:lnTo>
                    <a:pt x="7911605" y="19842"/>
                  </a:lnTo>
                  <a:lnTo>
                    <a:pt x="7963231" y="13200"/>
                  </a:lnTo>
                  <a:lnTo>
                    <a:pt x="7999398" y="9011"/>
                  </a:lnTo>
                  <a:lnTo>
                    <a:pt x="8020953" y="6756"/>
                  </a:lnTo>
                  <a:lnTo>
                    <a:pt x="8030627" y="5837"/>
                  </a:lnTo>
                  <a:lnTo>
                    <a:pt x="8032819" y="5647"/>
                  </a:lnTo>
                  <a:lnTo>
                    <a:pt x="8554953" y="5647"/>
                  </a:lnTo>
                  <a:lnTo>
                    <a:pt x="8554953" y="0"/>
                  </a:lnTo>
                  <a:lnTo>
                    <a:pt x="8032819" y="0"/>
                  </a:lnTo>
                  <a:lnTo>
                    <a:pt x="8031724" y="93"/>
                  </a:lnTo>
                  <a:lnTo>
                    <a:pt x="8024543" y="758"/>
                  </a:lnTo>
                  <a:lnTo>
                    <a:pt x="8006499" y="2597"/>
                  </a:lnTo>
                  <a:lnTo>
                    <a:pt x="7974394" y="6214"/>
                  </a:lnTo>
                  <a:lnTo>
                    <a:pt x="7926865" y="12158"/>
                  </a:lnTo>
                  <a:lnTo>
                    <a:pt x="7864481" y="20858"/>
                  </a:lnTo>
                  <a:lnTo>
                    <a:pt x="7789516" y="32591"/>
                  </a:lnTo>
                  <a:lnTo>
                    <a:pt x="7705406" y="47470"/>
                  </a:lnTo>
                  <a:lnTo>
                    <a:pt x="7616047" y="65492"/>
                  </a:lnTo>
                  <a:lnTo>
                    <a:pt x="7525142" y="86590"/>
                  </a:lnTo>
                  <a:lnTo>
                    <a:pt x="7435753" y="110702"/>
                  </a:lnTo>
                  <a:lnTo>
                    <a:pt x="7350085" y="137827"/>
                  </a:lnTo>
                  <a:lnTo>
                    <a:pt x="7269489" y="168059"/>
                  </a:lnTo>
                  <a:lnTo>
                    <a:pt x="7194580" y="201609"/>
                  </a:lnTo>
                  <a:lnTo>
                    <a:pt x="7125405" y="238810"/>
                  </a:lnTo>
                  <a:lnTo>
                    <a:pt x="7061617" y="280114"/>
                  </a:lnTo>
                  <a:lnTo>
                    <a:pt x="7002614" y="326076"/>
                  </a:lnTo>
                  <a:lnTo>
                    <a:pt x="6947650" y="377332"/>
                  </a:lnTo>
                  <a:lnTo>
                    <a:pt x="6895919" y="434546"/>
                  </a:lnTo>
                  <a:lnTo>
                    <a:pt x="6846621" y="498332"/>
                  </a:lnTo>
                  <a:lnTo>
                    <a:pt x="6799022" y="569106"/>
                  </a:lnTo>
                  <a:lnTo>
                    <a:pt x="6786527" y="589188"/>
                  </a:lnTo>
                  <a:lnTo>
                    <a:pt x="6752492" y="646980"/>
                  </a:lnTo>
                  <a:lnTo>
                    <a:pt x="6718764" y="708632"/>
                  </a:lnTo>
                  <a:lnTo>
                    <a:pt x="6685171" y="774225"/>
                  </a:lnTo>
                  <a:lnTo>
                    <a:pt x="6651573" y="843785"/>
                  </a:lnTo>
                  <a:lnTo>
                    <a:pt x="6617859" y="917285"/>
                  </a:lnTo>
                  <a:lnTo>
                    <a:pt x="6583949" y="994633"/>
                  </a:lnTo>
                  <a:lnTo>
                    <a:pt x="6549787" y="1075676"/>
                  </a:lnTo>
                  <a:lnTo>
                    <a:pt x="6515340" y="1160189"/>
                  </a:lnTo>
                  <a:lnTo>
                    <a:pt x="6480598" y="1247882"/>
                  </a:lnTo>
                  <a:lnTo>
                    <a:pt x="6445569" y="1338398"/>
                  </a:lnTo>
                  <a:lnTo>
                    <a:pt x="6410280" y="1431320"/>
                  </a:lnTo>
                  <a:lnTo>
                    <a:pt x="6374772" y="1526173"/>
                  </a:lnTo>
                  <a:lnTo>
                    <a:pt x="6339100" y="1622440"/>
                  </a:lnTo>
                  <a:lnTo>
                    <a:pt x="6303325" y="1719566"/>
                  </a:lnTo>
                  <a:lnTo>
                    <a:pt x="6267516" y="1816979"/>
                  </a:lnTo>
                  <a:lnTo>
                    <a:pt x="6231742" y="1914097"/>
                  </a:lnTo>
                  <a:lnTo>
                    <a:pt x="6196072" y="2010347"/>
                  </a:lnTo>
                  <a:lnTo>
                    <a:pt x="6160567" y="2105176"/>
                  </a:lnTo>
                  <a:lnTo>
                    <a:pt x="6125281" y="2198066"/>
                  </a:lnTo>
                  <a:lnTo>
                    <a:pt x="6090256" y="2288544"/>
                  </a:lnTo>
                  <a:lnTo>
                    <a:pt x="6055518" y="2376193"/>
                  </a:lnTo>
                  <a:lnTo>
                    <a:pt x="6021075" y="2460658"/>
                  </a:lnTo>
                  <a:lnTo>
                    <a:pt x="5986917" y="2541648"/>
                  </a:lnTo>
                  <a:lnTo>
                    <a:pt x="5953011" y="2618941"/>
                  </a:lnTo>
                  <a:lnTo>
                    <a:pt x="5919300" y="2692384"/>
                  </a:lnTo>
                  <a:lnTo>
                    <a:pt x="5885702" y="2761886"/>
                  </a:lnTo>
                  <a:lnTo>
                    <a:pt x="5852108" y="2827421"/>
                  </a:lnTo>
                  <a:lnTo>
                    <a:pt x="5818377" y="2889017"/>
                  </a:lnTo>
                  <a:lnTo>
                    <a:pt x="5784835" y="2945940"/>
                  </a:lnTo>
                  <a:lnTo>
                    <a:pt x="5737581" y="3018604"/>
                  </a:lnTo>
                  <a:lnTo>
                    <a:pt x="5688803" y="3084226"/>
                  </a:lnTo>
                  <a:lnTo>
                    <a:pt x="5637798" y="3143139"/>
                  </a:lnTo>
                  <a:lnTo>
                    <a:pt x="5583777" y="3195920"/>
                  </a:lnTo>
                  <a:lnTo>
                    <a:pt x="5525928" y="3243231"/>
                  </a:lnTo>
                  <a:lnTo>
                    <a:pt x="5463484" y="3285719"/>
                  </a:lnTo>
                  <a:lnTo>
                    <a:pt x="5395793" y="3323966"/>
                  </a:lnTo>
                  <a:lnTo>
                    <a:pt x="5322429" y="3358453"/>
                  </a:lnTo>
                  <a:lnTo>
                    <a:pt x="5243317" y="3389545"/>
                  </a:lnTo>
                  <a:lnTo>
                    <a:pt x="5158903" y="3417485"/>
                  </a:lnTo>
                  <a:lnTo>
                    <a:pt x="5070328" y="3442397"/>
                  </a:lnTo>
                  <a:lnTo>
                    <a:pt x="4979562" y="3464304"/>
                  </a:lnTo>
                  <a:lnTo>
                    <a:pt x="4889448" y="3483154"/>
                  </a:lnTo>
                  <a:lnTo>
                    <a:pt x="4803554" y="3498876"/>
                  </a:lnTo>
                  <a:lnTo>
                    <a:pt x="4725780" y="3511443"/>
                  </a:lnTo>
                  <a:lnTo>
                    <a:pt x="4659757" y="3520933"/>
                  </a:lnTo>
                  <a:lnTo>
                    <a:pt x="4608131" y="3527576"/>
                  </a:lnTo>
                  <a:lnTo>
                    <a:pt x="4571964" y="3531764"/>
                  </a:lnTo>
                  <a:lnTo>
                    <a:pt x="4550409" y="3534019"/>
                  </a:lnTo>
                  <a:lnTo>
                    <a:pt x="4540735" y="3534938"/>
                  </a:lnTo>
                  <a:lnTo>
                    <a:pt x="4538543" y="3535129"/>
                  </a:lnTo>
                  <a:lnTo>
                    <a:pt x="4016409" y="3535129"/>
                  </a:lnTo>
                  <a:lnTo>
                    <a:pt x="4015140" y="3535132"/>
                  </a:lnTo>
                  <a:lnTo>
                    <a:pt x="4006840" y="3535157"/>
                  </a:lnTo>
                  <a:lnTo>
                    <a:pt x="3986091" y="3535225"/>
                  </a:lnTo>
                  <a:lnTo>
                    <a:pt x="3949436" y="3535360"/>
                  </a:lnTo>
                  <a:lnTo>
                    <a:pt x="3895699" y="3535580"/>
                  </a:lnTo>
                  <a:lnTo>
                    <a:pt x="3826037" y="3535901"/>
                  </a:lnTo>
                  <a:lnTo>
                    <a:pt x="3743544" y="3536330"/>
                  </a:lnTo>
                  <a:lnTo>
                    <a:pt x="3652479" y="3536871"/>
                  </a:lnTo>
                  <a:lnTo>
                    <a:pt x="3557359" y="3537522"/>
                  </a:lnTo>
                  <a:lnTo>
                    <a:pt x="3462204" y="3538281"/>
                  </a:lnTo>
                  <a:lnTo>
                    <a:pt x="3370098" y="3539146"/>
                  </a:lnTo>
                  <a:lnTo>
                    <a:pt x="3283060" y="3540119"/>
                  </a:lnTo>
                  <a:lnTo>
                    <a:pt x="3202131" y="3541206"/>
                  </a:lnTo>
                  <a:lnTo>
                    <a:pt x="3127579" y="3542417"/>
                  </a:lnTo>
                  <a:lnTo>
                    <a:pt x="3059123" y="3543769"/>
                  </a:lnTo>
                  <a:lnTo>
                    <a:pt x="2996125" y="3545280"/>
                  </a:lnTo>
                  <a:lnTo>
                    <a:pt x="2937744" y="3546975"/>
                  </a:lnTo>
                  <a:lnTo>
                    <a:pt x="2883047" y="3548877"/>
                  </a:lnTo>
                  <a:lnTo>
                    <a:pt x="2831103" y="3551010"/>
                  </a:lnTo>
                  <a:lnTo>
                    <a:pt x="2781052" y="3553390"/>
                  </a:lnTo>
                  <a:lnTo>
                    <a:pt x="2770117" y="3553953"/>
                  </a:lnTo>
                  <a:lnTo>
                    <a:pt x="2715933" y="3556959"/>
                  </a:lnTo>
                  <a:lnTo>
                    <a:pt x="2662271" y="3560284"/>
                  </a:lnTo>
                  <a:lnTo>
                    <a:pt x="2608545" y="3563931"/>
                  </a:lnTo>
                  <a:lnTo>
                    <a:pt x="2554365" y="3567893"/>
                  </a:lnTo>
                  <a:lnTo>
                    <a:pt x="2499511" y="3572149"/>
                  </a:lnTo>
                  <a:lnTo>
                    <a:pt x="2443909" y="3576664"/>
                  </a:lnTo>
                  <a:lnTo>
                    <a:pt x="2387617" y="3581389"/>
                  </a:lnTo>
                  <a:lnTo>
                    <a:pt x="2330793" y="3586263"/>
                  </a:lnTo>
                  <a:lnTo>
                    <a:pt x="2273673" y="3591218"/>
                  </a:lnTo>
                  <a:lnTo>
                    <a:pt x="2216531" y="3596178"/>
                  </a:lnTo>
                  <a:lnTo>
                    <a:pt x="2159645" y="3601070"/>
                  </a:lnTo>
                  <a:lnTo>
                    <a:pt x="2103258" y="3605822"/>
                  </a:lnTo>
                  <a:lnTo>
                    <a:pt x="2047544" y="3610372"/>
                  </a:lnTo>
                  <a:lnTo>
                    <a:pt x="1992575" y="3614670"/>
                  </a:lnTo>
                  <a:lnTo>
                    <a:pt x="1938302" y="3618680"/>
                  </a:lnTo>
                  <a:lnTo>
                    <a:pt x="1884527" y="3622376"/>
                  </a:lnTo>
                  <a:lnTo>
                    <a:pt x="1830888" y="3625751"/>
                  </a:lnTo>
                  <a:lnTo>
                    <a:pt x="1776831" y="3628805"/>
                  </a:lnTo>
                  <a:lnTo>
                    <a:pt x="1768425" y="3629248"/>
                  </a:lnTo>
                  <a:lnTo>
                    <a:pt x="1718694" y="3631683"/>
                  </a:lnTo>
                  <a:lnTo>
                    <a:pt x="1667240" y="3633870"/>
                  </a:lnTo>
                  <a:lnTo>
                    <a:pt x="1613234" y="3635822"/>
                  </a:lnTo>
                  <a:lnTo>
                    <a:pt x="1555753" y="3637561"/>
                  </a:lnTo>
                  <a:lnTo>
                    <a:pt x="1493858" y="3639111"/>
                  </a:lnTo>
                  <a:lnTo>
                    <a:pt x="1426679" y="3640496"/>
                  </a:lnTo>
                  <a:lnTo>
                    <a:pt x="1353521" y="3641737"/>
                  </a:lnTo>
                  <a:lnTo>
                    <a:pt x="1274008" y="3642851"/>
                  </a:lnTo>
                  <a:lnTo>
                    <a:pt x="1188267" y="3643848"/>
                  </a:lnTo>
                  <a:lnTo>
                    <a:pt x="1097150" y="3644737"/>
                  </a:lnTo>
                  <a:lnTo>
                    <a:pt x="1002444" y="3645519"/>
                  </a:lnTo>
                  <a:lnTo>
                    <a:pt x="906996" y="3646194"/>
                  </a:lnTo>
                  <a:lnTo>
                    <a:pt x="814648" y="3646760"/>
                  </a:lnTo>
                  <a:lnTo>
                    <a:pt x="729860" y="3647214"/>
                  </a:lnTo>
                  <a:lnTo>
                    <a:pt x="657025" y="3647559"/>
                  </a:lnTo>
                  <a:lnTo>
                    <a:pt x="599573" y="3647800"/>
                  </a:lnTo>
                  <a:lnTo>
                    <a:pt x="559141" y="3647952"/>
                  </a:lnTo>
                  <a:lnTo>
                    <a:pt x="535081" y="3648033"/>
                  </a:lnTo>
                  <a:lnTo>
                    <a:pt x="524420" y="3648066"/>
                  </a:lnTo>
                  <a:lnTo>
                    <a:pt x="522133" y="3648072"/>
                  </a:lnTo>
                  <a:lnTo>
                    <a:pt x="0" y="3648072"/>
                  </a:lnTo>
                  <a:close/>
                </a:path>
              </a:pathLst>
            </a:custGeom>
            <a:solidFill>
              <a:srgbClr val="63D9C8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2064" name="pl2064"/>
            <p:cNvSpPr/>
            <p:nvPr/>
          </p:nvSpPr>
          <p:spPr>
            <a:xfrm>
              <a:off x="386606" y="2478747"/>
              <a:ext cx="8554953" cy="3648072"/>
            </a:xfrm>
            <a:custGeom>
              <a:avLst/>
              <a:pathLst>
                <a:path w="8554953" h="3648072">
                  <a:moveTo>
                    <a:pt x="0" y="3648072"/>
                  </a:moveTo>
                  <a:lnTo>
                    <a:pt x="522133" y="3648072"/>
                  </a:lnTo>
                  <a:lnTo>
                    <a:pt x="523403" y="3648069"/>
                  </a:lnTo>
                  <a:lnTo>
                    <a:pt x="531702" y="3648044"/>
                  </a:lnTo>
                  <a:lnTo>
                    <a:pt x="552451" y="3647975"/>
                  </a:lnTo>
                  <a:lnTo>
                    <a:pt x="589106" y="3647841"/>
                  </a:lnTo>
                  <a:lnTo>
                    <a:pt x="642843" y="3647621"/>
                  </a:lnTo>
                  <a:lnTo>
                    <a:pt x="712506" y="3647300"/>
                  </a:lnTo>
                  <a:lnTo>
                    <a:pt x="794998" y="3646871"/>
                  </a:lnTo>
                  <a:lnTo>
                    <a:pt x="886063" y="3646329"/>
                  </a:lnTo>
                  <a:lnTo>
                    <a:pt x="981184" y="3645678"/>
                  </a:lnTo>
                  <a:lnTo>
                    <a:pt x="1076338" y="3644920"/>
                  </a:lnTo>
                  <a:lnTo>
                    <a:pt x="1168444" y="3644055"/>
                  </a:lnTo>
                  <a:lnTo>
                    <a:pt x="1255482" y="3643082"/>
                  </a:lnTo>
                  <a:lnTo>
                    <a:pt x="1336412" y="3641995"/>
                  </a:lnTo>
                  <a:lnTo>
                    <a:pt x="1410963" y="3640784"/>
                  </a:lnTo>
                  <a:lnTo>
                    <a:pt x="1479419" y="3639432"/>
                  </a:lnTo>
                  <a:lnTo>
                    <a:pt x="1542417" y="3637920"/>
                  </a:lnTo>
                  <a:lnTo>
                    <a:pt x="1600799" y="3636226"/>
                  </a:lnTo>
                  <a:lnTo>
                    <a:pt x="1655495" y="3634324"/>
                  </a:lnTo>
                  <a:lnTo>
                    <a:pt x="1707439" y="3632190"/>
                  </a:lnTo>
                  <a:lnTo>
                    <a:pt x="1757490" y="3629811"/>
                  </a:lnTo>
                  <a:lnTo>
                    <a:pt x="1768425" y="3629248"/>
                  </a:lnTo>
                  <a:lnTo>
                    <a:pt x="1822609" y="3626242"/>
                  </a:lnTo>
                  <a:lnTo>
                    <a:pt x="1876271" y="3622917"/>
                  </a:lnTo>
                  <a:lnTo>
                    <a:pt x="1929997" y="3619269"/>
                  </a:lnTo>
                  <a:lnTo>
                    <a:pt x="1984177" y="3615307"/>
                  </a:lnTo>
                  <a:lnTo>
                    <a:pt x="2039032" y="3611051"/>
                  </a:lnTo>
                  <a:lnTo>
                    <a:pt x="2094633" y="3606537"/>
                  </a:lnTo>
                  <a:lnTo>
                    <a:pt x="2150926" y="3601812"/>
                  </a:lnTo>
                  <a:lnTo>
                    <a:pt x="2207749" y="3596938"/>
                  </a:lnTo>
                  <a:lnTo>
                    <a:pt x="2264869" y="3591983"/>
                  </a:lnTo>
                  <a:lnTo>
                    <a:pt x="2322011" y="3587022"/>
                  </a:lnTo>
                  <a:lnTo>
                    <a:pt x="2378897" y="3582131"/>
                  </a:lnTo>
                  <a:lnTo>
                    <a:pt x="2435284" y="3577379"/>
                  </a:lnTo>
                  <a:lnTo>
                    <a:pt x="2490999" y="3572829"/>
                  </a:lnTo>
                  <a:lnTo>
                    <a:pt x="2545967" y="3568530"/>
                  </a:lnTo>
                  <a:lnTo>
                    <a:pt x="2600240" y="3564521"/>
                  </a:lnTo>
                  <a:lnTo>
                    <a:pt x="2654015" y="3560825"/>
                  </a:lnTo>
                  <a:lnTo>
                    <a:pt x="2707655" y="3557450"/>
                  </a:lnTo>
                  <a:lnTo>
                    <a:pt x="2761711" y="3554395"/>
                  </a:lnTo>
                  <a:lnTo>
                    <a:pt x="2770117" y="3553953"/>
                  </a:lnTo>
                  <a:lnTo>
                    <a:pt x="2819848" y="3551517"/>
                  </a:lnTo>
                  <a:lnTo>
                    <a:pt x="2871302" y="3549330"/>
                  </a:lnTo>
                  <a:lnTo>
                    <a:pt x="2925308" y="3547379"/>
                  </a:lnTo>
                  <a:lnTo>
                    <a:pt x="2982789" y="3545640"/>
                  </a:lnTo>
                  <a:lnTo>
                    <a:pt x="3044685" y="3544090"/>
                  </a:lnTo>
                  <a:lnTo>
                    <a:pt x="3111864" y="3542704"/>
                  </a:lnTo>
                  <a:lnTo>
                    <a:pt x="3185021" y="3541463"/>
                  </a:lnTo>
                  <a:lnTo>
                    <a:pt x="3264534" y="3540350"/>
                  </a:lnTo>
                  <a:lnTo>
                    <a:pt x="3350275" y="3539353"/>
                  </a:lnTo>
                  <a:lnTo>
                    <a:pt x="3441392" y="3538464"/>
                  </a:lnTo>
                  <a:lnTo>
                    <a:pt x="3536098" y="3537682"/>
                  </a:lnTo>
                  <a:lnTo>
                    <a:pt x="3631546" y="3537006"/>
                  </a:lnTo>
                  <a:lnTo>
                    <a:pt x="3723894" y="3536441"/>
                  </a:lnTo>
                  <a:lnTo>
                    <a:pt x="3808682" y="3535986"/>
                  </a:lnTo>
                  <a:lnTo>
                    <a:pt x="3881517" y="3535642"/>
                  </a:lnTo>
                  <a:lnTo>
                    <a:pt x="3938970" y="3535401"/>
                  </a:lnTo>
                  <a:lnTo>
                    <a:pt x="3979401" y="3535249"/>
                  </a:lnTo>
                  <a:lnTo>
                    <a:pt x="4003461" y="3535167"/>
                  </a:lnTo>
                  <a:lnTo>
                    <a:pt x="4014122" y="3535135"/>
                  </a:lnTo>
                  <a:lnTo>
                    <a:pt x="4016395" y="3535129"/>
                  </a:lnTo>
                  <a:lnTo>
                    <a:pt x="4016409" y="3535129"/>
                  </a:lnTo>
                  <a:lnTo>
                    <a:pt x="4538543" y="3535129"/>
                  </a:lnTo>
                  <a:lnTo>
                    <a:pt x="4539638" y="3535035"/>
                  </a:lnTo>
                  <a:lnTo>
                    <a:pt x="4546819" y="3534370"/>
                  </a:lnTo>
                  <a:lnTo>
                    <a:pt x="4564863" y="3532531"/>
                  </a:lnTo>
                  <a:lnTo>
                    <a:pt x="4596968" y="3528914"/>
                  </a:lnTo>
                  <a:lnTo>
                    <a:pt x="4644497" y="3522971"/>
                  </a:lnTo>
                  <a:lnTo>
                    <a:pt x="4706881" y="3514270"/>
                  </a:lnTo>
                  <a:lnTo>
                    <a:pt x="4781846" y="3502538"/>
                  </a:lnTo>
                  <a:lnTo>
                    <a:pt x="4865956" y="3487658"/>
                  </a:lnTo>
                  <a:lnTo>
                    <a:pt x="4955315" y="3469636"/>
                  </a:lnTo>
                  <a:lnTo>
                    <a:pt x="5046219" y="3448538"/>
                  </a:lnTo>
                  <a:lnTo>
                    <a:pt x="5135609" y="3424426"/>
                  </a:lnTo>
                  <a:lnTo>
                    <a:pt x="5221277" y="3397301"/>
                  </a:lnTo>
                  <a:lnTo>
                    <a:pt x="5301873" y="3367069"/>
                  </a:lnTo>
                  <a:lnTo>
                    <a:pt x="5376782" y="3333519"/>
                  </a:lnTo>
                  <a:lnTo>
                    <a:pt x="5445957" y="3296318"/>
                  </a:lnTo>
                  <a:lnTo>
                    <a:pt x="5509745" y="3255015"/>
                  </a:lnTo>
                  <a:lnTo>
                    <a:pt x="5568748" y="3209052"/>
                  </a:lnTo>
                  <a:lnTo>
                    <a:pt x="5623712" y="3157796"/>
                  </a:lnTo>
                  <a:lnTo>
                    <a:pt x="5675443" y="3100582"/>
                  </a:lnTo>
                  <a:lnTo>
                    <a:pt x="5724741" y="3036796"/>
                  </a:lnTo>
                  <a:lnTo>
                    <a:pt x="5772340" y="2966022"/>
                  </a:lnTo>
                  <a:lnTo>
                    <a:pt x="5784835" y="2945940"/>
                  </a:lnTo>
                  <a:lnTo>
                    <a:pt x="5818870" y="2888148"/>
                  </a:lnTo>
                  <a:lnTo>
                    <a:pt x="5852598" y="2826496"/>
                  </a:lnTo>
                  <a:lnTo>
                    <a:pt x="5886191" y="2760903"/>
                  </a:lnTo>
                  <a:lnTo>
                    <a:pt x="5919789" y="2691343"/>
                  </a:lnTo>
                  <a:lnTo>
                    <a:pt x="5953503" y="2617843"/>
                  </a:lnTo>
                  <a:lnTo>
                    <a:pt x="5987413" y="2540495"/>
                  </a:lnTo>
                  <a:lnTo>
                    <a:pt x="6021575" y="2459453"/>
                  </a:lnTo>
                  <a:lnTo>
                    <a:pt x="6056022" y="2374939"/>
                  </a:lnTo>
                  <a:lnTo>
                    <a:pt x="6090764" y="2287246"/>
                  </a:lnTo>
                  <a:lnTo>
                    <a:pt x="6125793" y="2196730"/>
                  </a:lnTo>
                  <a:lnTo>
                    <a:pt x="6161082" y="2103808"/>
                  </a:lnTo>
                  <a:lnTo>
                    <a:pt x="6196590" y="2008955"/>
                  </a:lnTo>
                  <a:lnTo>
                    <a:pt x="6232262" y="1912688"/>
                  </a:lnTo>
                  <a:lnTo>
                    <a:pt x="6268037" y="1815562"/>
                  </a:lnTo>
                  <a:lnTo>
                    <a:pt x="6303846" y="1718149"/>
                  </a:lnTo>
                  <a:lnTo>
                    <a:pt x="6339620" y="1621031"/>
                  </a:lnTo>
                  <a:lnTo>
                    <a:pt x="6375290" y="1524781"/>
                  </a:lnTo>
                  <a:lnTo>
                    <a:pt x="6410795" y="1429952"/>
                  </a:lnTo>
                  <a:lnTo>
                    <a:pt x="6446081" y="1337062"/>
                  </a:lnTo>
                  <a:lnTo>
                    <a:pt x="6481106" y="1246584"/>
                  </a:lnTo>
                  <a:lnTo>
                    <a:pt x="6515844" y="1158935"/>
                  </a:lnTo>
                  <a:lnTo>
                    <a:pt x="6550287" y="1074470"/>
                  </a:lnTo>
                  <a:lnTo>
                    <a:pt x="6584445" y="993480"/>
                  </a:lnTo>
                  <a:lnTo>
                    <a:pt x="6618351" y="916187"/>
                  </a:lnTo>
                  <a:lnTo>
                    <a:pt x="6652062" y="842744"/>
                  </a:lnTo>
                  <a:lnTo>
                    <a:pt x="6685660" y="773242"/>
                  </a:lnTo>
                  <a:lnTo>
                    <a:pt x="6719254" y="707707"/>
                  </a:lnTo>
                  <a:lnTo>
                    <a:pt x="6752985" y="646111"/>
                  </a:lnTo>
                  <a:lnTo>
                    <a:pt x="6786527" y="589188"/>
                  </a:lnTo>
                  <a:lnTo>
                    <a:pt x="6833781" y="516524"/>
                  </a:lnTo>
                  <a:lnTo>
                    <a:pt x="6882559" y="450902"/>
                  </a:lnTo>
                  <a:lnTo>
                    <a:pt x="6933564" y="391989"/>
                  </a:lnTo>
                  <a:lnTo>
                    <a:pt x="6987585" y="339208"/>
                  </a:lnTo>
                  <a:lnTo>
                    <a:pt x="7045434" y="291897"/>
                  </a:lnTo>
                  <a:lnTo>
                    <a:pt x="7107878" y="249409"/>
                  </a:lnTo>
                  <a:lnTo>
                    <a:pt x="7175569" y="211162"/>
                  </a:lnTo>
                  <a:lnTo>
                    <a:pt x="7248933" y="176675"/>
                  </a:lnTo>
                  <a:lnTo>
                    <a:pt x="7328045" y="145584"/>
                  </a:lnTo>
                  <a:lnTo>
                    <a:pt x="7412459" y="117643"/>
                  </a:lnTo>
                  <a:lnTo>
                    <a:pt x="7501034" y="92731"/>
                  </a:lnTo>
                  <a:lnTo>
                    <a:pt x="7591800" y="70824"/>
                  </a:lnTo>
                  <a:lnTo>
                    <a:pt x="7681914" y="51974"/>
                  </a:lnTo>
                  <a:lnTo>
                    <a:pt x="7767808" y="36252"/>
                  </a:lnTo>
                  <a:lnTo>
                    <a:pt x="7845582" y="23685"/>
                  </a:lnTo>
                  <a:lnTo>
                    <a:pt x="7911605" y="14195"/>
                  </a:lnTo>
                  <a:lnTo>
                    <a:pt x="7963231" y="7552"/>
                  </a:lnTo>
                  <a:lnTo>
                    <a:pt x="7999398" y="3364"/>
                  </a:lnTo>
                  <a:lnTo>
                    <a:pt x="8020953" y="1109"/>
                  </a:lnTo>
                  <a:lnTo>
                    <a:pt x="8030627" y="190"/>
                  </a:lnTo>
                  <a:lnTo>
                    <a:pt x="8032798" y="1"/>
                  </a:lnTo>
                  <a:lnTo>
                    <a:pt x="8032819" y="0"/>
                  </a:lnTo>
                  <a:lnTo>
                    <a:pt x="8554953" y="0"/>
                  </a:lnTo>
                  <a:lnTo>
                    <a:pt x="8554953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065" name="pl2065"/>
            <p:cNvSpPr/>
            <p:nvPr/>
          </p:nvSpPr>
          <p:spPr>
            <a:xfrm>
              <a:off x="386606" y="2473100"/>
              <a:ext cx="8554953" cy="3648072"/>
            </a:xfrm>
            <a:custGeom>
              <a:avLst/>
              <a:pathLst>
                <a:path w="8554953" h="3648072">
                  <a:moveTo>
                    <a:pt x="8554953" y="0"/>
                  </a:moveTo>
                  <a:lnTo>
                    <a:pt x="8032819" y="0"/>
                  </a:lnTo>
                  <a:lnTo>
                    <a:pt x="8031724" y="93"/>
                  </a:lnTo>
                  <a:lnTo>
                    <a:pt x="8024543" y="758"/>
                  </a:lnTo>
                  <a:lnTo>
                    <a:pt x="8006499" y="2597"/>
                  </a:lnTo>
                  <a:lnTo>
                    <a:pt x="7974394" y="6214"/>
                  </a:lnTo>
                  <a:lnTo>
                    <a:pt x="7926865" y="12158"/>
                  </a:lnTo>
                  <a:lnTo>
                    <a:pt x="7864481" y="20858"/>
                  </a:lnTo>
                  <a:lnTo>
                    <a:pt x="7789516" y="32591"/>
                  </a:lnTo>
                  <a:lnTo>
                    <a:pt x="7705406" y="47470"/>
                  </a:lnTo>
                  <a:lnTo>
                    <a:pt x="7616047" y="65492"/>
                  </a:lnTo>
                  <a:lnTo>
                    <a:pt x="7525142" y="86590"/>
                  </a:lnTo>
                  <a:lnTo>
                    <a:pt x="7435753" y="110702"/>
                  </a:lnTo>
                  <a:lnTo>
                    <a:pt x="7350085" y="137827"/>
                  </a:lnTo>
                  <a:lnTo>
                    <a:pt x="7269489" y="168059"/>
                  </a:lnTo>
                  <a:lnTo>
                    <a:pt x="7194580" y="201609"/>
                  </a:lnTo>
                  <a:lnTo>
                    <a:pt x="7125405" y="238810"/>
                  </a:lnTo>
                  <a:lnTo>
                    <a:pt x="7061617" y="280114"/>
                  </a:lnTo>
                  <a:lnTo>
                    <a:pt x="7002614" y="326076"/>
                  </a:lnTo>
                  <a:lnTo>
                    <a:pt x="6947650" y="377332"/>
                  </a:lnTo>
                  <a:lnTo>
                    <a:pt x="6895919" y="434546"/>
                  </a:lnTo>
                  <a:lnTo>
                    <a:pt x="6846621" y="498332"/>
                  </a:lnTo>
                  <a:lnTo>
                    <a:pt x="6799022" y="569106"/>
                  </a:lnTo>
                  <a:lnTo>
                    <a:pt x="6786527" y="589188"/>
                  </a:lnTo>
                  <a:lnTo>
                    <a:pt x="6752492" y="646980"/>
                  </a:lnTo>
                  <a:lnTo>
                    <a:pt x="6718764" y="708632"/>
                  </a:lnTo>
                  <a:lnTo>
                    <a:pt x="6685171" y="774225"/>
                  </a:lnTo>
                  <a:lnTo>
                    <a:pt x="6651573" y="843785"/>
                  </a:lnTo>
                  <a:lnTo>
                    <a:pt x="6617859" y="917285"/>
                  </a:lnTo>
                  <a:lnTo>
                    <a:pt x="6583949" y="994633"/>
                  </a:lnTo>
                  <a:lnTo>
                    <a:pt x="6549787" y="1075676"/>
                  </a:lnTo>
                  <a:lnTo>
                    <a:pt x="6515340" y="1160189"/>
                  </a:lnTo>
                  <a:lnTo>
                    <a:pt x="6480598" y="1247882"/>
                  </a:lnTo>
                  <a:lnTo>
                    <a:pt x="6445569" y="1338398"/>
                  </a:lnTo>
                  <a:lnTo>
                    <a:pt x="6410280" y="1431320"/>
                  </a:lnTo>
                  <a:lnTo>
                    <a:pt x="6374772" y="1526173"/>
                  </a:lnTo>
                  <a:lnTo>
                    <a:pt x="6339100" y="1622440"/>
                  </a:lnTo>
                  <a:lnTo>
                    <a:pt x="6303325" y="1719566"/>
                  </a:lnTo>
                  <a:lnTo>
                    <a:pt x="6267516" y="1816979"/>
                  </a:lnTo>
                  <a:lnTo>
                    <a:pt x="6231742" y="1914097"/>
                  </a:lnTo>
                  <a:lnTo>
                    <a:pt x="6196072" y="2010347"/>
                  </a:lnTo>
                  <a:lnTo>
                    <a:pt x="6160567" y="2105176"/>
                  </a:lnTo>
                  <a:lnTo>
                    <a:pt x="6125281" y="2198066"/>
                  </a:lnTo>
                  <a:lnTo>
                    <a:pt x="6090256" y="2288544"/>
                  </a:lnTo>
                  <a:lnTo>
                    <a:pt x="6055518" y="2376193"/>
                  </a:lnTo>
                  <a:lnTo>
                    <a:pt x="6021075" y="2460658"/>
                  </a:lnTo>
                  <a:lnTo>
                    <a:pt x="5986917" y="2541648"/>
                  </a:lnTo>
                  <a:lnTo>
                    <a:pt x="5953011" y="2618941"/>
                  </a:lnTo>
                  <a:lnTo>
                    <a:pt x="5919300" y="2692384"/>
                  </a:lnTo>
                  <a:lnTo>
                    <a:pt x="5885702" y="2761886"/>
                  </a:lnTo>
                  <a:lnTo>
                    <a:pt x="5852108" y="2827421"/>
                  </a:lnTo>
                  <a:lnTo>
                    <a:pt x="5818377" y="2889017"/>
                  </a:lnTo>
                  <a:lnTo>
                    <a:pt x="5784835" y="2945940"/>
                  </a:lnTo>
                  <a:lnTo>
                    <a:pt x="5737581" y="3018604"/>
                  </a:lnTo>
                  <a:lnTo>
                    <a:pt x="5688803" y="3084226"/>
                  </a:lnTo>
                  <a:lnTo>
                    <a:pt x="5637798" y="3143139"/>
                  </a:lnTo>
                  <a:lnTo>
                    <a:pt x="5583777" y="3195920"/>
                  </a:lnTo>
                  <a:lnTo>
                    <a:pt x="5525928" y="3243231"/>
                  </a:lnTo>
                  <a:lnTo>
                    <a:pt x="5463484" y="3285719"/>
                  </a:lnTo>
                  <a:lnTo>
                    <a:pt x="5395793" y="3323966"/>
                  </a:lnTo>
                  <a:lnTo>
                    <a:pt x="5322429" y="3358453"/>
                  </a:lnTo>
                  <a:lnTo>
                    <a:pt x="5243317" y="3389545"/>
                  </a:lnTo>
                  <a:lnTo>
                    <a:pt x="5158903" y="3417485"/>
                  </a:lnTo>
                  <a:lnTo>
                    <a:pt x="5070328" y="3442397"/>
                  </a:lnTo>
                  <a:lnTo>
                    <a:pt x="4979562" y="3464304"/>
                  </a:lnTo>
                  <a:lnTo>
                    <a:pt x="4889448" y="3483154"/>
                  </a:lnTo>
                  <a:lnTo>
                    <a:pt x="4803554" y="3498876"/>
                  </a:lnTo>
                  <a:lnTo>
                    <a:pt x="4725780" y="3511443"/>
                  </a:lnTo>
                  <a:lnTo>
                    <a:pt x="4659757" y="3520933"/>
                  </a:lnTo>
                  <a:lnTo>
                    <a:pt x="4608131" y="3527576"/>
                  </a:lnTo>
                  <a:lnTo>
                    <a:pt x="4571964" y="3531764"/>
                  </a:lnTo>
                  <a:lnTo>
                    <a:pt x="4550409" y="3534019"/>
                  </a:lnTo>
                  <a:lnTo>
                    <a:pt x="4540735" y="3534938"/>
                  </a:lnTo>
                  <a:lnTo>
                    <a:pt x="4538564" y="3535127"/>
                  </a:lnTo>
                  <a:lnTo>
                    <a:pt x="4538543" y="3535129"/>
                  </a:lnTo>
                  <a:lnTo>
                    <a:pt x="4016409" y="3535129"/>
                  </a:lnTo>
                  <a:lnTo>
                    <a:pt x="4015140" y="3535132"/>
                  </a:lnTo>
                  <a:lnTo>
                    <a:pt x="4006840" y="3535157"/>
                  </a:lnTo>
                  <a:lnTo>
                    <a:pt x="3986091" y="3535225"/>
                  </a:lnTo>
                  <a:lnTo>
                    <a:pt x="3949436" y="3535360"/>
                  </a:lnTo>
                  <a:lnTo>
                    <a:pt x="3895699" y="3535580"/>
                  </a:lnTo>
                  <a:lnTo>
                    <a:pt x="3826037" y="3535901"/>
                  </a:lnTo>
                  <a:lnTo>
                    <a:pt x="3743544" y="3536330"/>
                  </a:lnTo>
                  <a:lnTo>
                    <a:pt x="3652479" y="3536871"/>
                  </a:lnTo>
                  <a:lnTo>
                    <a:pt x="3557359" y="3537522"/>
                  </a:lnTo>
                  <a:lnTo>
                    <a:pt x="3462204" y="3538281"/>
                  </a:lnTo>
                  <a:lnTo>
                    <a:pt x="3370098" y="3539146"/>
                  </a:lnTo>
                  <a:lnTo>
                    <a:pt x="3283060" y="3540119"/>
                  </a:lnTo>
                  <a:lnTo>
                    <a:pt x="3202131" y="3541206"/>
                  </a:lnTo>
                  <a:lnTo>
                    <a:pt x="3127579" y="3542417"/>
                  </a:lnTo>
                  <a:lnTo>
                    <a:pt x="3059123" y="3543769"/>
                  </a:lnTo>
                  <a:lnTo>
                    <a:pt x="2996125" y="3545280"/>
                  </a:lnTo>
                  <a:lnTo>
                    <a:pt x="2937744" y="3546975"/>
                  </a:lnTo>
                  <a:lnTo>
                    <a:pt x="2883047" y="3548877"/>
                  </a:lnTo>
                  <a:lnTo>
                    <a:pt x="2831103" y="3551010"/>
                  </a:lnTo>
                  <a:lnTo>
                    <a:pt x="2781052" y="3553390"/>
                  </a:lnTo>
                  <a:lnTo>
                    <a:pt x="2770117" y="3553953"/>
                  </a:lnTo>
                  <a:lnTo>
                    <a:pt x="2715933" y="3556959"/>
                  </a:lnTo>
                  <a:lnTo>
                    <a:pt x="2662271" y="3560284"/>
                  </a:lnTo>
                  <a:lnTo>
                    <a:pt x="2608545" y="3563931"/>
                  </a:lnTo>
                  <a:lnTo>
                    <a:pt x="2554365" y="3567893"/>
                  </a:lnTo>
                  <a:lnTo>
                    <a:pt x="2499511" y="3572149"/>
                  </a:lnTo>
                  <a:lnTo>
                    <a:pt x="2443909" y="3576664"/>
                  </a:lnTo>
                  <a:lnTo>
                    <a:pt x="2387617" y="3581389"/>
                  </a:lnTo>
                  <a:lnTo>
                    <a:pt x="2330793" y="3586263"/>
                  </a:lnTo>
                  <a:lnTo>
                    <a:pt x="2273673" y="3591218"/>
                  </a:lnTo>
                  <a:lnTo>
                    <a:pt x="2216531" y="3596178"/>
                  </a:lnTo>
                  <a:lnTo>
                    <a:pt x="2159645" y="3601070"/>
                  </a:lnTo>
                  <a:lnTo>
                    <a:pt x="2103258" y="3605822"/>
                  </a:lnTo>
                  <a:lnTo>
                    <a:pt x="2047544" y="3610372"/>
                  </a:lnTo>
                  <a:lnTo>
                    <a:pt x="1992575" y="3614670"/>
                  </a:lnTo>
                  <a:lnTo>
                    <a:pt x="1938302" y="3618680"/>
                  </a:lnTo>
                  <a:lnTo>
                    <a:pt x="1884527" y="3622376"/>
                  </a:lnTo>
                  <a:lnTo>
                    <a:pt x="1830888" y="3625751"/>
                  </a:lnTo>
                  <a:lnTo>
                    <a:pt x="1776831" y="3628805"/>
                  </a:lnTo>
                  <a:lnTo>
                    <a:pt x="1768425" y="3629248"/>
                  </a:lnTo>
                  <a:lnTo>
                    <a:pt x="1718694" y="3631683"/>
                  </a:lnTo>
                  <a:lnTo>
                    <a:pt x="1667240" y="3633870"/>
                  </a:lnTo>
                  <a:lnTo>
                    <a:pt x="1613234" y="3635822"/>
                  </a:lnTo>
                  <a:lnTo>
                    <a:pt x="1555753" y="3637561"/>
                  </a:lnTo>
                  <a:lnTo>
                    <a:pt x="1493858" y="3639111"/>
                  </a:lnTo>
                  <a:lnTo>
                    <a:pt x="1426679" y="3640496"/>
                  </a:lnTo>
                  <a:lnTo>
                    <a:pt x="1353521" y="3641737"/>
                  </a:lnTo>
                  <a:lnTo>
                    <a:pt x="1274008" y="3642851"/>
                  </a:lnTo>
                  <a:lnTo>
                    <a:pt x="1188267" y="3643848"/>
                  </a:lnTo>
                  <a:lnTo>
                    <a:pt x="1097150" y="3644737"/>
                  </a:lnTo>
                  <a:lnTo>
                    <a:pt x="1002444" y="3645519"/>
                  </a:lnTo>
                  <a:lnTo>
                    <a:pt x="906996" y="3646194"/>
                  </a:lnTo>
                  <a:lnTo>
                    <a:pt x="814648" y="3646760"/>
                  </a:lnTo>
                  <a:lnTo>
                    <a:pt x="729860" y="3647214"/>
                  </a:lnTo>
                  <a:lnTo>
                    <a:pt x="657025" y="3647559"/>
                  </a:lnTo>
                  <a:lnTo>
                    <a:pt x="599573" y="3647800"/>
                  </a:lnTo>
                  <a:lnTo>
                    <a:pt x="559141" y="3647952"/>
                  </a:lnTo>
                  <a:lnTo>
                    <a:pt x="535081" y="3648033"/>
                  </a:lnTo>
                  <a:lnTo>
                    <a:pt x="524420" y="3648066"/>
                  </a:lnTo>
                  <a:lnTo>
                    <a:pt x="522147" y="3648072"/>
                  </a:lnTo>
                  <a:lnTo>
                    <a:pt x="522133" y="3648072"/>
                  </a:lnTo>
                  <a:lnTo>
                    <a:pt x="0" y="3648072"/>
                  </a:lnTo>
                  <a:lnTo>
                    <a:pt x="0" y="3648072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066" name="pg2066"/>
            <p:cNvSpPr/>
            <p:nvPr/>
          </p:nvSpPr>
          <p:spPr>
            <a:xfrm>
              <a:off x="386606" y="2196388"/>
              <a:ext cx="8554953" cy="3907842"/>
            </a:xfrm>
            <a:custGeom>
              <a:avLst/>
              <a:pathLst>
                <a:path w="8554953" h="3907842">
                  <a:moveTo>
                    <a:pt x="0" y="3907842"/>
                  </a:moveTo>
                  <a:lnTo>
                    <a:pt x="522133" y="3907842"/>
                  </a:lnTo>
                  <a:lnTo>
                    <a:pt x="523395" y="3907821"/>
                  </a:lnTo>
                  <a:lnTo>
                    <a:pt x="531644" y="3907668"/>
                  </a:lnTo>
                  <a:lnTo>
                    <a:pt x="552271" y="3907246"/>
                  </a:lnTo>
                  <a:lnTo>
                    <a:pt x="588722" y="3906418"/>
                  </a:lnTo>
                  <a:lnTo>
                    <a:pt x="642185" y="3905061"/>
                  </a:lnTo>
                  <a:lnTo>
                    <a:pt x="711529" y="3903085"/>
                  </a:lnTo>
                  <a:lnTo>
                    <a:pt x="793698" y="3900437"/>
                  </a:lnTo>
                  <a:lnTo>
                    <a:pt x="884470" y="3897101"/>
                  </a:lnTo>
                  <a:lnTo>
                    <a:pt x="979354" y="3893084"/>
                  </a:lnTo>
                  <a:lnTo>
                    <a:pt x="1074341" y="3888403"/>
                  </a:lnTo>
                  <a:lnTo>
                    <a:pt x="1166344" y="3883067"/>
                  </a:lnTo>
                  <a:lnTo>
                    <a:pt x="1253338" y="3877065"/>
                  </a:lnTo>
                  <a:lnTo>
                    <a:pt x="1334263" y="3870361"/>
                  </a:lnTo>
                  <a:lnTo>
                    <a:pt x="1408837" y="3862889"/>
                  </a:lnTo>
                  <a:lnTo>
                    <a:pt x="1477327" y="3854555"/>
                  </a:lnTo>
                  <a:lnTo>
                    <a:pt x="1540357" y="3845238"/>
                  </a:lnTo>
                  <a:lnTo>
                    <a:pt x="1598761" y="3834796"/>
                  </a:lnTo>
                  <a:lnTo>
                    <a:pt x="1653461" y="3823077"/>
                  </a:lnTo>
                  <a:lnTo>
                    <a:pt x="1705386" y="3809939"/>
                  </a:lnTo>
                  <a:lnTo>
                    <a:pt x="1755393" y="3795280"/>
                  </a:lnTo>
                  <a:lnTo>
                    <a:pt x="1768425" y="3791134"/>
                  </a:lnTo>
                  <a:lnTo>
                    <a:pt x="1820100" y="3773405"/>
                  </a:lnTo>
                  <a:lnTo>
                    <a:pt x="1871273" y="3753885"/>
                  </a:lnTo>
                  <a:lnTo>
                    <a:pt x="1922464" y="3732547"/>
                  </a:lnTo>
                  <a:lnTo>
                    <a:pt x="1974029" y="3709423"/>
                  </a:lnTo>
                  <a:lnTo>
                    <a:pt x="2026182" y="3684616"/>
                  </a:lnTo>
                  <a:lnTo>
                    <a:pt x="2079010" y="3658297"/>
                  </a:lnTo>
                  <a:lnTo>
                    <a:pt x="2132492" y="3630709"/>
                  </a:lnTo>
                  <a:lnTo>
                    <a:pt x="2186513" y="3602159"/>
                  </a:lnTo>
                  <a:lnTo>
                    <a:pt x="2240890" y="3573007"/>
                  </a:lnTo>
                  <a:lnTo>
                    <a:pt x="2295394" y="3543644"/>
                  </a:lnTo>
                  <a:lnTo>
                    <a:pt x="2349781" y="3514474"/>
                  </a:lnTo>
                  <a:lnTo>
                    <a:pt x="2403821" y="3485892"/>
                  </a:lnTo>
                  <a:lnTo>
                    <a:pt x="2457328" y="3458258"/>
                  </a:lnTo>
                  <a:lnTo>
                    <a:pt x="2510184" y="3431881"/>
                  </a:lnTo>
                  <a:lnTo>
                    <a:pt x="2562364" y="3407007"/>
                  </a:lnTo>
                  <a:lnTo>
                    <a:pt x="2613950" y="3383811"/>
                  </a:lnTo>
                  <a:lnTo>
                    <a:pt x="2665150" y="3362398"/>
                  </a:lnTo>
                  <a:lnTo>
                    <a:pt x="2716315" y="3342803"/>
                  </a:lnTo>
                  <a:lnTo>
                    <a:pt x="2767957" y="3325001"/>
                  </a:lnTo>
                  <a:lnTo>
                    <a:pt x="2770117" y="3324301"/>
                  </a:lnTo>
                  <a:lnTo>
                    <a:pt x="2819741" y="3309232"/>
                  </a:lnTo>
                  <a:lnTo>
                    <a:pt x="2871079" y="3295698"/>
                  </a:lnTo>
                  <a:lnTo>
                    <a:pt x="2924954" y="3283615"/>
                  </a:lnTo>
                  <a:lnTo>
                    <a:pt x="2982284" y="3272850"/>
                  </a:lnTo>
                  <a:lnTo>
                    <a:pt x="3044001" y="3263249"/>
                  </a:lnTo>
                  <a:lnTo>
                    <a:pt x="3110971" y="3254667"/>
                  </a:lnTo>
                  <a:lnTo>
                    <a:pt x="3183888" y="3246977"/>
                  </a:lnTo>
                  <a:lnTo>
                    <a:pt x="3263130" y="3240077"/>
                  </a:lnTo>
                  <a:lnTo>
                    <a:pt x="3348582" y="3233893"/>
                  </a:lnTo>
                  <a:lnTo>
                    <a:pt x="3439412" y="3228383"/>
                  </a:lnTo>
                  <a:lnTo>
                    <a:pt x="3533865" y="3223528"/>
                  </a:lnTo>
                  <a:lnTo>
                    <a:pt x="3629134" y="3219333"/>
                  </a:lnTo>
                  <a:lnTo>
                    <a:pt x="3721425" y="3215815"/>
                  </a:lnTo>
                  <a:lnTo>
                    <a:pt x="3806313" y="3212985"/>
                  </a:lnTo>
                  <a:lnTo>
                    <a:pt x="3879420" y="3210834"/>
                  </a:lnTo>
                  <a:lnTo>
                    <a:pt x="3937294" y="3209321"/>
                  </a:lnTo>
                  <a:lnTo>
                    <a:pt x="3978237" y="3208363"/>
                  </a:lnTo>
                  <a:lnTo>
                    <a:pt x="4002813" y="3207846"/>
                  </a:lnTo>
                  <a:lnTo>
                    <a:pt x="4013894" y="3207636"/>
                  </a:lnTo>
                  <a:lnTo>
                    <a:pt x="4016409" y="3207593"/>
                  </a:lnTo>
                  <a:lnTo>
                    <a:pt x="4538543" y="3207593"/>
                  </a:lnTo>
                  <a:lnTo>
                    <a:pt x="4539665" y="3207506"/>
                  </a:lnTo>
                  <a:lnTo>
                    <a:pt x="4547021" y="3206888"/>
                  </a:lnTo>
                  <a:lnTo>
                    <a:pt x="4565488" y="3205179"/>
                  </a:lnTo>
                  <a:lnTo>
                    <a:pt x="4598308" y="3201820"/>
                  </a:lnTo>
                  <a:lnTo>
                    <a:pt x="4646822" y="3196303"/>
                  </a:lnTo>
                  <a:lnTo>
                    <a:pt x="4710372" y="3188233"/>
                  </a:lnTo>
                  <a:lnTo>
                    <a:pt x="4786561" y="3177362"/>
                  </a:lnTo>
                  <a:lnTo>
                    <a:pt x="4871823" y="3163591"/>
                  </a:lnTo>
                  <a:lnTo>
                    <a:pt x="4962156" y="3146928"/>
                  </a:lnTo>
                  <a:lnTo>
                    <a:pt x="5053801" y="3127438"/>
                  </a:lnTo>
                  <a:lnTo>
                    <a:pt x="5143683" y="3105175"/>
                  </a:lnTo>
                  <a:lnTo>
                    <a:pt x="5229622" y="3080133"/>
                  </a:lnTo>
                  <a:lnTo>
                    <a:pt x="5310310" y="3052215"/>
                  </a:lnTo>
                  <a:lnTo>
                    <a:pt x="5385186" y="3021212"/>
                  </a:lnTo>
                  <a:lnTo>
                    <a:pt x="5454256" y="2986804"/>
                  </a:lnTo>
                  <a:lnTo>
                    <a:pt x="5517913" y="2948558"/>
                  </a:lnTo>
                  <a:lnTo>
                    <a:pt x="5576802" y="2905946"/>
                  </a:lnTo>
                  <a:lnTo>
                    <a:pt x="5631697" y="2858371"/>
                  </a:lnTo>
                  <a:lnTo>
                    <a:pt x="5683430" y="2805219"/>
                  </a:lnTo>
                  <a:lnTo>
                    <a:pt x="5732814" y="2745938"/>
                  </a:lnTo>
                  <a:lnTo>
                    <a:pt x="5780583" y="2680186"/>
                  </a:lnTo>
                  <a:lnTo>
                    <a:pt x="5784835" y="2673935"/>
                  </a:lnTo>
                  <a:lnTo>
                    <a:pt x="5820296" y="2619309"/>
                  </a:lnTo>
                  <a:lnTo>
                    <a:pt x="5855430" y="2560881"/>
                  </a:lnTo>
                  <a:lnTo>
                    <a:pt x="5890433" y="2498574"/>
                  </a:lnTo>
                  <a:lnTo>
                    <a:pt x="5925459" y="2432365"/>
                  </a:lnTo>
                  <a:lnTo>
                    <a:pt x="5960626" y="2362292"/>
                  </a:lnTo>
                  <a:lnTo>
                    <a:pt x="5996021" y="2288460"/>
                  </a:lnTo>
                  <a:lnTo>
                    <a:pt x="6031701" y="2211045"/>
                  </a:lnTo>
                  <a:lnTo>
                    <a:pt x="6067696" y="2130293"/>
                  </a:lnTo>
                  <a:lnTo>
                    <a:pt x="6104011" y="2046524"/>
                  </a:lnTo>
                  <a:lnTo>
                    <a:pt x="6140628" y="1960128"/>
                  </a:lnTo>
                  <a:lnTo>
                    <a:pt x="6177510" y="1871557"/>
                  </a:lnTo>
                  <a:lnTo>
                    <a:pt x="6214604" y="1781317"/>
                  </a:lnTo>
                  <a:lnTo>
                    <a:pt x="6251843" y="1689959"/>
                  </a:lnTo>
                  <a:lnTo>
                    <a:pt x="6289154" y="1598062"/>
                  </a:lnTo>
                  <a:lnTo>
                    <a:pt x="6326457" y="1506221"/>
                  </a:lnTo>
                  <a:lnTo>
                    <a:pt x="6363675" y="1415027"/>
                  </a:lnTo>
                  <a:lnTo>
                    <a:pt x="6400734" y="1325057"/>
                  </a:lnTo>
                  <a:lnTo>
                    <a:pt x="6437570" y="1236854"/>
                  </a:lnTo>
                  <a:lnTo>
                    <a:pt x="6474133" y="1150914"/>
                  </a:lnTo>
                  <a:lnTo>
                    <a:pt x="6510389" y="1067680"/>
                  </a:lnTo>
                  <a:lnTo>
                    <a:pt x="6546325" y="987527"/>
                  </a:lnTo>
                  <a:lnTo>
                    <a:pt x="6581949" y="910761"/>
                  </a:lnTo>
                  <a:lnTo>
                    <a:pt x="6617296" y="837618"/>
                  </a:lnTo>
                  <a:lnTo>
                    <a:pt x="6652429" y="768258"/>
                  </a:lnTo>
                  <a:lnTo>
                    <a:pt x="6687440" y="702774"/>
                  </a:lnTo>
                  <a:lnTo>
                    <a:pt x="6722455" y="641193"/>
                  </a:lnTo>
                  <a:lnTo>
                    <a:pt x="6757634" y="583480"/>
                  </a:lnTo>
                  <a:lnTo>
                    <a:pt x="6786527" y="539304"/>
                  </a:lnTo>
                  <a:lnTo>
                    <a:pt x="6834182" y="472965"/>
                  </a:lnTo>
                  <a:lnTo>
                    <a:pt x="6883392" y="413109"/>
                  </a:lnTo>
                  <a:lnTo>
                    <a:pt x="6934881" y="359425"/>
                  </a:lnTo>
                  <a:lnTo>
                    <a:pt x="6989457" y="311373"/>
                  </a:lnTo>
                  <a:lnTo>
                    <a:pt x="7047951" y="268338"/>
                  </a:lnTo>
                  <a:lnTo>
                    <a:pt x="7111150" y="229721"/>
                  </a:lnTo>
                  <a:lnTo>
                    <a:pt x="7179710" y="194986"/>
                  </a:lnTo>
                  <a:lnTo>
                    <a:pt x="7254056" y="163691"/>
                  </a:lnTo>
                  <a:lnTo>
                    <a:pt x="7334233" y="135505"/>
                  </a:lnTo>
                  <a:lnTo>
                    <a:pt x="7419739" y="110209"/>
                  </a:lnTo>
                  <a:lnTo>
                    <a:pt x="7509342" y="87696"/>
                  </a:lnTo>
                  <a:lnTo>
                    <a:pt x="7600940" y="67954"/>
                  </a:lnTo>
                  <a:lnTo>
                    <a:pt x="7691539" y="51034"/>
                  </a:lnTo>
                  <a:lnTo>
                    <a:pt x="7777423" y="37000"/>
                  </a:lnTo>
                  <a:lnTo>
                    <a:pt x="7854588" y="25870"/>
                  </a:lnTo>
                  <a:lnTo>
                    <a:pt x="7919400" y="17555"/>
                  </a:lnTo>
                  <a:lnTo>
                    <a:pt x="7969325" y="11822"/>
                  </a:lnTo>
                  <a:lnTo>
                    <a:pt x="8003536" y="8287"/>
                  </a:lnTo>
                  <a:lnTo>
                    <a:pt x="8023192" y="6452"/>
                  </a:lnTo>
                  <a:lnTo>
                    <a:pt x="8031373" y="5759"/>
                  </a:lnTo>
                  <a:lnTo>
                    <a:pt x="8032819" y="5647"/>
                  </a:lnTo>
                  <a:lnTo>
                    <a:pt x="8554953" y="5647"/>
                  </a:lnTo>
                  <a:lnTo>
                    <a:pt x="8554953" y="0"/>
                  </a:lnTo>
                  <a:lnTo>
                    <a:pt x="8032819" y="0"/>
                  </a:lnTo>
                  <a:lnTo>
                    <a:pt x="8031697" y="86"/>
                  </a:lnTo>
                  <a:lnTo>
                    <a:pt x="8024341" y="704"/>
                  </a:lnTo>
                  <a:lnTo>
                    <a:pt x="8005874" y="2413"/>
                  </a:lnTo>
                  <a:lnTo>
                    <a:pt x="7973054" y="5772"/>
                  </a:lnTo>
                  <a:lnTo>
                    <a:pt x="7924540" y="11289"/>
                  </a:lnTo>
                  <a:lnTo>
                    <a:pt x="7860989" y="19359"/>
                  </a:lnTo>
                  <a:lnTo>
                    <a:pt x="7784800" y="30230"/>
                  </a:lnTo>
                  <a:lnTo>
                    <a:pt x="7699539" y="44002"/>
                  </a:lnTo>
                  <a:lnTo>
                    <a:pt x="7609206" y="60664"/>
                  </a:lnTo>
                  <a:lnTo>
                    <a:pt x="7517561" y="80154"/>
                  </a:lnTo>
                  <a:lnTo>
                    <a:pt x="7427678" y="102417"/>
                  </a:lnTo>
                  <a:lnTo>
                    <a:pt x="7341740" y="127459"/>
                  </a:lnTo>
                  <a:lnTo>
                    <a:pt x="7261052" y="155378"/>
                  </a:lnTo>
                  <a:lnTo>
                    <a:pt x="7186176" y="186380"/>
                  </a:lnTo>
                  <a:lnTo>
                    <a:pt x="7117106" y="220788"/>
                  </a:lnTo>
                  <a:lnTo>
                    <a:pt x="7053449" y="259035"/>
                  </a:lnTo>
                  <a:lnTo>
                    <a:pt x="6994560" y="301647"/>
                  </a:lnTo>
                  <a:lnTo>
                    <a:pt x="6939665" y="349221"/>
                  </a:lnTo>
                  <a:lnTo>
                    <a:pt x="6887932" y="402373"/>
                  </a:lnTo>
                  <a:lnTo>
                    <a:pt x="6838548" y="461654"/>
                  </a:lnTo>
                  <a:lnTo>
                    <a:pt x="6790779" y="527406"/>
                  </a:lnTo>
                  <a:lnTo>
                    <a:pt x="6786527" y="533657"/>
                  </a:lnTo>
                  <a:lnTo>
                    <a:pt x="6751066" y="588283"/>
                  </a:lnTo>
                  <a:lnTo>
                    <a:pt x="6715931" y="646711"/>
                  </a:lnTo>
                  <a:lnTo>
                    <a:pt x="6680929" y="709018"/>
                  </a:lnTo>
                  <a:lnTo>
                    <a:pt x="6645903" y="775227"/>
                  </a:lnTo>
                  <a:lnTo>
                    <a:pt x="6610736" y="845300"/>
                  </a:lnTo>
                  <a:lnTo>
                    <a:pt x="6575341" y="919132"/>
                  </a:lnTo>
                  <a:lnTo>
                    <a:pt x="6539661" y="996548"/>
                  </a:lnTo>
                  <a:lnTo>
                    <a:pt x="6503666" y="1077299"/>
                  </a:lnTo>
                  <a:lnTo>
                    <a:pt x="6467351" y="1161068"/>
                  </a:lnTo>
                  <a:lnTo>
                    <a:pt x="6430734" y="1247464"/>
                  </a:lnTo>
                  <a:lnTo>
                    <a:pt x="6393852" y="1336035"/>
                  </a:lnTo>
                  <a:lnTo>
                    <a:pt x="6356758" y="1426275"/>
                  </a:lnTo>
                  <a:lnTo>
                    <a:pt x="6319519" y="1517633"/>
                  </a:lnTo>
                  <a:lnTo>
                    <a:pt x="6282208" y="1609530"/>
                  </a:lnTo>
                  <a:lnTo>
                    <a:pt x="6244905" y="1701372"/>
                  </a:lnTo>
                  <a:lnTo>
                    <a:pt x="6207687" y="1792565"/>
                  </a:lnTo>
                  <a:lnTo>
                    <a:pt x="6170628" y="1882535"/>
                  </a:lnTo>
                  <a:lnTo>
                    <a:pt x="6133792" y="1970738"/>
                  </a:lnTo>
                  <a:lnTo>
                    <a:pt x="6097229" y="2056678"/>
                  </a:lnTo>
                  <a:lnTo>
                    <a:pt x="6060973" y="2139912"/>
                  </a:lnTo>
                  <a:lnTo>
                    <a:pt x="6025037" y="2220065"/>
                  </a:lnTo>
                  <a:lnTo>
                    <a:pt x="5989413" y="2296831"/>
                  </a:lnTo>
                  <a:lnTo>
                    <a:pt x="5954066" y="2369974"/>
                  </a:lnTo>
                  <a:lnTo>
                    <a:pt x="5918933" y="2439334"/>
                  </a:lnTo>
                  <a:lnTo>
                    <a:pt x="5883922" y="2504818"/>
                  </a:lnTo>
                  <a:lnTo>
                    <a:pt x="5848907" y="2566400"/>
                  </a:lnTo>
                  <a:lnTo>
                    <a:pt x="5813728" y="2624112"/>
                  </a:lnTo>
                  <a:lnTo>
                    <a:pt x="5784835" y="2668288"/>
                  </a:lnTo>
                  <a:lnTo>
                    <a:pt x="5737180" y="2734627"/>
                  </a:lnTo>
                  <a:lnTo>
                    <a:pt x="5687970" y="2794483"/>
                  </a:lnTo>
                  <a:lnTo>
                    <a:pt x="5636481" y="2848167"/>
                  </a:lnTo>
                  <a:lnTo>
                    <a:pt x="5581905" y="2896220"/>
                  </a:lnTo>
                  <a:lnTo>
                    <a:pt x="5523411" y="2939254"/>
                  </a:lnTo>
                  <a:lnTo>
                    <a:pt x="5460212" y="2977871"/>
                  </a:lnTo>
                  <a:lnTo>
                    <a:pt x="5391652" y="3012606"/>
                  </a:lnTo>
                  <a:lnTo>
                    <a:pt x="5317306" y="3043901"/>
                  </a:lnTo>
                  <a:lnTo>
                    <a:pt x="5237129" y="3072088"/>
                  </a:lnTo>
                  <a:lnTo>
                    <a:pt x="5151623" y="3097384"/>
                  </a:lnTo>
                  <a:lnTo>
                    <a:pt x="5062020" y="3119896"/>
                  </a:lnTo>
                  <a:lnTo>
                    <a:pt x="4970422" y="3139638"/>
                  </a:lnTo>
                  <a:lnTo>
                    <a:pt x="4879823" y="3156558"/>
                  </a:lnTo>
                  <a:lnTo>
                    <a:pt x="4793939" y="3170592"/>
                  </a:lnTo>
                  <a:lnTo>
                    <a:pt x="4716774" y="3181722"/>
                  </a:lnTo>
                  <a:lnTo>
                    <a:pt x="4651962" y="3190037"/>
                  </a:lnTo>
                  <a:lnTo>
                    <a:pt x="4602036" y="3195770"/>
                  </a:lnTo>
                  <a:lnTo>
                    <a:pt x="4567825" y="3199305"/>
                  </a:lnTo>
                  <a:lnTo>
                    <a:pt x="4548170" y="3201140"/>
                  </a:lnTo>
                  <a:lnTo>
                    <a:pt x="4539989" y="3201833"/>
                  </a:lnTo>
                  <a:lnTo>
                    <a:pt x="4538543" y="3201946"/>
                  </a:lnTo>
                  <a:lnTo>
                    <a:pt x="4016409" y="3201946"/>
                  </a:lnTo>
                  <a:lnTo>
                    <a:pt x="4015148" y="3201967"/>
                  </a:lnTo>
                  <a:lnTo>
                    <a:pt x="4006898" y="3202119"/>
                  </a:lnTo>
                  <a:lnTo>
                    <a:pt x="3986271" y="3202541"/>
                  </a:lnTo>
                  <a:lnTo>
                    <a:pt x="3949820" y="3203370"/>
                  </a:lnTo>
                  <a:lnTo>
                    <a:pt x="3896358" y="3204726"/>
                  </a:lnTo>
                  <a:lnTo>
                    <a:pt x="3827013" y="3206702"/>
                  </a:lnTo>
                  <a:lnTo>
                    <a:pt x="3744844" y="3209350"/>
                  </a:lnTo>
                  <a:lnTo>
                    <a:pt x="3654072" y="3212687"/>
                  </a:lnTo>
                  <a:lnTo>
                    <a:pt x="3559188" y="3216703"/>
                  </a:lnTo>
                  <a:lnTo>
                    <a:pt x="3464202" y="3221384"/>
                  </a:lnTo>
                  <a:lnTo>
                    <a:pt x="3372198" y="3226720"/>
                  </a:lnTo>
                  <a:lnTo>
                    <a:pt x="3285205" y="3232722"/>
                  </a:lnTo>
                  <a:lnTo>
                    <a:pt x="3204279" y="3239426"/>
                  </a:lnTo>
                  <a:lnTo>
                    <a:pt x="3129705" y="3246898"/>
                  </a:lnTo>
                  <a:lnTo>
                    <a:pt x="3061216" y="3255232"/>
                  </a:lnTo>
                  <a:lnTo>
                    <a:pt x="2998185" y="3264549"/>
                  </a:lnTo>
                  <a:lnTo>
                    <a:pt x="2939781" y="3274991"/>
                  </a:lnTo>
                  <a:lnTo>
                    <a:pt x="2885082" y="3286710"/>
                  </a:lnTo>
                  <a:lnTo>
                    <a:pt x="2833156" y="3299849"/>
                  </a:lnTo>
                  <a:lnTo>
                    <a:pt x="2783149" y="3314508"/>
                  </a:lnTo>
                  <a:lnTo>
                    <a:pt x="2770117" y="3318654"/>
                  </a:lnTo>
                  <a:lnTo>
                    <a:pt x="2718442" y="3336382"/>
                  </a:lnTo>
                  <a:lnTo>
                    <a:pt x="2667269" y="3355902"/>
                  </a:lnTo>
                  <a:lnTo>
                    <a:pt x="2616078" y="3377241"/>
                  </a:lnTo>
                  <a:lnTo>
                    <a:pt x="2564513" y="3400364"/>
                  </a:lnTo>
                  <a:lnTo>
                    <a:pt x="2512360" y="3425171"/>
                  </a:lnTo>
                  <a:lnTo>
                    <a:pt x="2459532" y="3451491"/>
                  </a:lnTo>
                  <a:lnTo>
                    <a:pt x="2406050" y="3479079"/>
                  </a:lnTo>
                  <a:lnTo>
                    <a:pt x="2352029" y="3507628"/>
                  </a:lnTo>
                  <a:lnTo>
                    <a:pt x="2297652" y="3536781"/>
                  </a:lnTo>
                  <a:lnTo>
                    <a:pt x="2243148" y="3566144"/>
                  </a:lnTo>
                  <a:lnTo>
                    <a:pt x="2188762" y="3595313"/>
                  </a:lnTo>
                  <a:lnTo>
                    <a:pt x="2134721" y="3623895"/>
                  </a:lnTo>
                  <a:lnTo>
                    <a:pt x="2081214" y="3651529"/>
                  </a:lnTo>
                  <a:lnTo>
                    <a:pt x="2028358" y="3677907"/>
                  </a:lnTo>
                  <a:lnTo>
                    <a:pt x="1976178" y="3702781"/>
                  </a:lnTo>
                  <a:lnTo>
                    <a:pt x="1924592" y="3725976"/>
                  </a:lnTo>
                  <a:lnTo>
                    <a:pt x="1873392" y="3747390"/>
                  </a:lnTo>
                  <a:lnTo>
                    <a:pt x="1822227" y="3766985"/>
                  </a:lnTo>
                  <a:lnTo>
                    <a:pt x="1770585" y="3784786"/>
                  </a:lnTo>
                  <a:lnTo>
                    <a:pt x="1768425" y="3785487"/>
                  </a:lnTo>
                  <a:lnTo>
                    <a:pt x="1718801" y="3800555"/>
                  </a:lnTo>
                  <a:lnTo>
                    <a:pt x="1667463" y="3814090"/>
                  </a:lnTo>
                  <a:lnTo>
                    <a:pt x="1613588" y="3826172"/>
                  </a:lnTo>
                  <a:lnTo>
                    <a:pt x="1556258" y="3836938"/>
                  </a:lnTo>
                  <a:lnTo>
                    <a:pt x="1494541" y="3846539"/>
                  </a:lnTo>
                  <a:lnTo>
                    <a:pt x="1427571" y="3855121"/>
                  </a:lnTo>
                  <a:lnTo>
                    <a:pt x="1354654" y="3862811"/>
                  </a:lnTo>
                  <a:lnTo>
                    <a:pt x="1275412" y="3869711"/>
                  </a:lnTo>
                  <a:lnTo>
                    <a:pt x="1189960" y="3875894"/>
                  </a:lnTo>
                  <a:lnTo>
                    <a:pt x="1099130" y="3881405"/>
                  </a:lnTo>
                  <a:lnTo>
                    <a:pt x="1004677" y="3886260"/>
                  </a:lnTo>
                  <a:lnTo>
                    <a:pt x="909408" y="3890454"/>
                  </a:lnTo>
                  <a:lnTo>
                    <a:pt x="817117" y="3893972"/>
                  </a:lnTo>
                  <a:lnTo>
                    <a:pt x="732229" y="3896803"/>
                  </a:lnTo>
                  <a:lnTo>
                    <a:pt x="659122" y="3898953"/>
                  </a:lnTo>
                  <a:lnTo>
                    <a:pt x="601248" y="3900467"/>
                  </a:lnTo>
                  <a:lnTo>
                    <a:pt x="560305" y="3901424"/>
                  </a:lnTo>
                  <a:lnTo>
                    <a:pt x="535729" y="3901941"/>
                  </a:lnTo>
                  <a:lnTo>
                    <a:pt x="524648" y="3902151"/>
                  </a:lnTo>
                  <a:lnTo>
                    <a:pt x="522133" y="3902195"/>
                  </a:lnTo>
                  <a:lnTo>
                    <a:pt x="0" y="3902195"/>
                  </a:lnTo>
                  <a:close/>
                </a:path>
              </a:pathLst>
            </a:custGeom>
            <a:solidFill>
              <a:srgbClr val="63D9C8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2067" name="pl2067"/>
            <p:cNvSpPr/>
            <p:nvPr/>
          </p:nvSpPr>
          <p:spPr>
            <a:xfrm>
              <a:off x="386606" y="2202036"/>
              <a:ext cx="8554953" cy="3902195"/>
            </a:xfrm>
            <a:custGeom>
              <a:avLst/>
              <a:pathLst>
                <a:path w="8554953" h="3902195">
                  <a:moveTo>
                    <a:pt x="0" y="3902195"/>
                  </a:moveTo>
                  <a:lnTo>
                    <a:pt x="522133" y="3902195"/>
                  </a:lnTo>
                  <a:lnTo>
                    <a:pt x="523395" y="3902173"/>
                  </a:lnTo>
                  <a:lnTo>
                    <a:pt x="531644" y="3902021"/>
                  </a:lnTo>
                  <a:lnTo>
                    <a:pt x="552271" y="3901599"/>
                  </a:lnTo>
                  <a:lnTo>
                    <a:pt x="588722" y="3900771"/>
                  </a:lnTo>
                  <a:lnTo>
                    <a:pt x="642185" y="3899414"/>
                  </a:lnTo>
                  <a:lnTo>
                    <a:pt x="711529" y="3897438"/>
                  </a:lnTo>
                  <a:lnTo>
                    <a:pt x="793698" y="3894790"/>
                  </a:lnTo>
                  <a:lnTo>
                    <a:pt x="884470" y="3891454"/>
                  </a:lnTo>
                  <a:lnTo>
                    <a:pt x="979354" y="3887437"/>
                  </a:lnTo>
                  <a:lnTo>
                    <a:pt x="1074341" y="3882756"/>
                  </a:lnTo>
                  <a:lnTo>
                    <a:pt x="1166344" y="3877420"/>
                  </a:lnTo>
                  <a:lnTo>
                    <a:pt x="1253338" y="3871418"/>
                  </a:lnTo>
                  <a:lnTo>
                    <a:pt x="1334263" y="3864714"/>
                  </a:lnTo>
                  <a:lnTo>
                    <a:pt x="1408837" y="3857242"/>
                  </a:lnTo>
                  <a:lnTo>
                    <a:pt x="1477327" y="3848908"/>
                  </a:lnTo>
                  <a:lnTo>
                    <a:pt x="1540357" y="3839591"/>
                  </a:lnTo>
                  <a:lnTo>
                    <a:pt x="1598761" y="3829149"/>
                  </a:lnTo>
                  <a:lnTo>
                    <a:pt x="1653461" y="3817430"/>
                  </a:lnTo>
                  <a:lnTo>
                    <a:pt x="1705386" y="3804292"/>
                  </a:lnTo>
                  <a:lnTo>
                    <a:pt x="1755393" y="3789633"/>
                  </a:lnTo>
                  <a:lnTo>
                    <a:pt x="1768425" y="3785487"/>
                  </a:lnTo>
                  <a:lnTo>
                    <a:pt x="1820100" y="3767758"/>
                  </a:lnTo>
                  <a:lnTo>
                    <a:pt x="1871273" y="3748238"/>
                  </a:lnTo>
                  <a:lnTo>
                    <a:pt x="1922464" y="3726900"/>
                  </a:lnTo>
                  <a:lnTo>
                    <a:pt x="1974029" y="3703776"/>
                  </a:lnTo>
                  <a:lnTo>
                    <a:pt x="2026182" y="3678969"/>
                  </a:lnTo>
                  <a:lnTo>
                    <a:pt x="2079010" y="3652650"/>
                  </a:lnTo>
                  <a:lnTo>
                    <a:pt x="2132492" y="3625062"/>
                  </a:lnTo>
                  <a:lnTo>
                    <a:pt x="2186513" y="3596512"/>
                  </a:lnTo>
                  <a:lnTo>
                    <a:pt x="2240890" y="3567359"/>
                  </a:lnTo>
                  <a:lnTo>
                    <a:pt x="2295394" y="3537996"/>
                  </a:lnTo>
                  <a:lnTo>
                    <a:pt x="2349781" y="3508827"/>
                  </a:lnTo>
                  <a:lnTo>
                    <a:pt x="2403821" y="3480245"/>
                  </a:lnTo>
                  <a:lnTo>
                    <a:pt x="2457328" y="3452611"/>
                  </a:lnTo>
                  <a:lnTo>
                    <a:pt x="2510184" y="3426234"/>
                  </a:lnTo>
                  <a:lnTo>
                    <a:pt x="2562364" y="3401360"/>
                  </a:lnTo>
                  <a:lnTo>
                    <a:pt x="2613950" y="3378164"/>
                  </a:lnTo>
                  <a:lnTo>
                    <a:pt x="2665150" y="3356751"/>
                  </a:lnTo>
                  <a:lnTo>
                    <a:pt x="2716315" y="3337155"/>
                  </a:lnTo>
                  <a:lnTo>
                    <a:pt x="2767957" y="3319354"/>
                  </a:lnTo>
                  <a:lnTo>
                    <a:pt x="2770117" y="3318654"/>
                  </a:lnTo>
                  <a:lnTo>
                    <a:pt x="2819741" y="3303585"/>
                  </a:lnTo>
                  <a:lnTo>
                    <a:pt x="2871079" y="3290050"/>
                  </a:lnTo>
                  <a:lnTo>
                    <a:pt x="2924954" y="3277968"/>
                  </a:lnTo>
                  <a:lnTo>
                    <a:pt x="2982284" y="3267202"/>
                  </a:lnTo>
                  <a:lnTo>
                    <a:pt x="3044001" y="3257601"/>
                  </a:lnTo>
                  <a:lnTo>
                    <a:pt x="3110971" y="3249020"/>
                  </a:lnTo>
                  <a:lnTo>
                    <a:pt x="3183888" y="3241330"/>
                  </a:lnTo>
                  <a:lnTo>
                    <a:pt x="3263130" y="3234430"/>
                  </a:lnTo>
                  <a:lnTo>
                    <a:pt x="3348582" y="3228246"/>
                  </a:lnTo>
                  <a:lnTo>
                    <a:pt x="3439412" y="3222735"/>
                  </a:lnTo>
                  <a:lnTo>
                    <a:pt x="3533865" y="3217880"/>
                  </a:lnTo>
                  <a:lnTo>
                    <a:pt x="3629134" y="3213686"/>
                  </a:lnTo>
                  <a:lnTo>
                    <a:pt x="3721425" y="3210168"/>
                  </a:lnTo>
                  <a:lnTo>
                    <a:pt x="3806313" y="3207338"/>
                  </a:lnTo>
                  <a:lnTo>
                    <a:pt x="3879420" y="3205187"/>
                  </a:lnTo>
                  <a:lnTo>
                    <a:pt x="3937294" y="3203674"/>
                  </a:lnTo>
                  <a:lnTo>
                    <a:pt x="3978237" y="3202716"/>
                  </a:lnTo>
                  <a:lnTo>
                    <a:pt x="4002813" y="3202199"/>
                  </a:lnTo>
                  <a:lnTo>
                    <a:pt x="4013894" y="3201989"/>
                  </a:lnTo>
                  <a:lnTo>
                    <a:pt x="4016385" y="3201946"/>
                  </a:lnTo>
                  <a:lnTo>
                    <a:pt x="4016409" y="3201946"/>
                  </a:lnTo>
                  <a:lnTo>
                    <a:pt x="4538543" y="3201946"/>
                  </a:lnTo>
                  <a:lnTo>
                    <a:pt x="4539665" y="3201859"/>
                  </a:lnTo>
                  <a:lnTo>
                    <a:pt x="4547021" y="3201241"/>
                  </a:lnTo>
                  <a:lnTo>
                    <a:pt x="4565488" y="3199532"/>
                  </a:lnTo>
                  <a:lnTo>
                    <a:pt x="4598308" y="3196173"/>
                  </a:lnTo>
                  <a:lnTo>
                    <a:pt x="4646822" y="3190656"/>
                  </a:lnTo>
                  <a:lnTo>
                    <a:pt x="4710372" y="3182586"/>
                  </a:lnTo>
                  <a:lnTo>
                    <a:pt x="4786561" y="3171715"/>
                  </a:lnTo>
                  <a:lnTo>
                    <a:pt x="4871823" y="3157943"/>
                  </a:lnTo>
                  <a:lnTo>
                    <a:pt x="4962156" y="3141281"/>
                  </a:lnTo>
                  <a:lnTo>
                    <a:pt x="5053801" y="3121791"/>
                  </a:lnTo>
                  <a:lnTo>
                    <a:pt x="5143683" y="3099528"/>
                  </a:lnTo>
                  <a:lnTo>
                    <a:pt x="5229622" y="3074486"/>
                  </a:lnTo>
                  <a:lnTo>
                    <a:pt x="5310310" y="3046567"/>
                  </a:lnTo>
                  <a:lnTo>
                    <a:pt x="5385186" y="3015565"/>
                  </a:lnTo>
                  <a:lnTo>
                    <a:pt x="5454256" y="2981157"/>
                  </a:lnTo>
                  <a:lnTo>
                    <a:pt x="5517913" y="2942910"/>
                  </a:lnTo>
                  <a:lnTo>
                    <a:pt x="5576802" y="2900298"/>
                  </a:lnTo>
                  <a:lnTo>
                    <a:pt x="5631697" y="2852724"/>
                  </a:lnTo>
                  <a:lnTo>
                    <a:pt x="5683430" y="2799572"/>
                  </a:lnTo>
                  <a:lnTo>
                    <a:pt x="5732814" y="2740291"/>
                  </a:lnTo>
                  <a:lnTo>
                    <a:pt x="5780583" y="2674539"/>
                  </a:lnTo>
                  <a:lnTo>
                    <a:pt x="5784835" y="2668288"/>
                  </a:lnTo>
                  <a:lnTo>
                    <a:pt x="5820296" y="2613662"/>
                  </a:lnTo>
                  <a:lnTo>
                    <a:pt x="5855430" y="2555234"/>
                  </a:lnTo>
                  <a:lnTo>
                    <a:pt x="5890433" y="2492927"/>
                  </a:lnTo>
                  <a:lnTo>
                    <a:pt x="5925459" y="2426718"/>
                  </a:lnTo>
                  <a:lnTo>
                    <a:pt x="5960626" y="2356645"/>
                  </a:lnTo>
                  <a:lnTo>
                    <a:pt x="5996021" y="2282813"/>
                  </a:lnTo>
                  <a:lnTo>
                    <a:pt x="6031701" y="2205398"/>
                  </a:lnTo>
                  <a:lnTo>
                    <a:pt x="6067696" y="2124646"/>
                  </a:lnTo>
                  <a:lnTo>
                    <a:pt x="6104011" y="2040877"/>
                  </a:lnTo>
                  <a:lnTo>
                    <a:pt x="6140628" y="1954481"/>
                  </a:lnTo>
                  <a:lnTo>
                    <a:pt x="6177510" y="1865910"/>
                  </a:lnTo>
                  <a:lnTo>
                    <a:pt x="6214604" y="1775670"/>
                  </a:lnTo>
                  <a:lnTo>
                    <a:pt x="6251843" y="1684312"/>
                  </a:lnTo>
                  <a:lnTo>
                    <a:pt x="6289154" y="1592415"/>
                  </a:lnTo>
                  <a:lnTo>
                    <a:pt x="6326457" y="1500573"/>
                  </a:lnTo>
                  <a:lnTo>
                    <a:pt x="6363675" y="1409380"/>
                  </a:lnTo>
                  <a:lnTo>
                    <a:pt x="6400734" y="1319410"/>
                  </a:lnTo>
                  <a:lnTo>
                    <a:pt x="6437570" y="1231207"/>
                  </a:lnTo>
                  <a:lnTo>
                    <a:pt x="6474133" y="1145267"/>
                  </a:lnTo>
                  <a:lnTo>
                    <a:pt x="6510389" y="1062033"/>
                  </a:lnTo>
                  <a:lnTo>
                    <a:pt x="6546325" y="981880"/>
                  </a:lnTo>
                  <a:lnTo>
                    <a:pt x="6581949" y="905114"/>
                  </a:lnTo>
                  <a:lnTo>
                    <a:pt x="6617296" y="831971"/>
                  </a:lnTo>
                  <a:lnTo>
                    <a:pt x="6652429" y="762611"/>
                  </a:lnTo>
                  <a:lnTo>
                    <a:pt x="6687440" y="697127"/>
                  </a:lnTo>
                  <a:lnTo>
                    <a:pt x="6722455" y="635545"/>
                  </a:lnTo>
                  <a:lnTo>
                    <a:pt x="6757634" y="577833"/>
                  </a:lnTo>
                  <a:lnTo>
                    <a:pt x="6786527" y="533657"/>
                  </a:lnTo>
                  <a:lnTo>
                    <a:pt x="6834182" y="467318"/>
                  </a:lnTo>
                  <a:lnTo>
                    <a:pt x="6883392" y="407462"/>
                  </a:lnTo>
                  <a:lnTo>
                    <a:pt x="6934881" y="353778"/>
                  </a:lnTo>
                  <a:lnTo>
                    <a:pt x="6989457" y="305725"/>
                  </a:lnTo>
                  <a:lnTo>
                    <a:pt x="7047951" y="262691"/>
                  </a:lnTo>
                  <a:lnTo>
                    <a:pt x="7111150" y="224074"/>
                  </a:lnTo>
                  <a:lnTo>
                    <a:pt x="7179710" y="189339"/>
                  </a:lnTo>
                  <a:lnTo>
                    <a:pt x="7254056" y="158044"/>
                  </a:lnTo>
                  <a:lnTo>
                    <a:pt x="7334233" y="129857"/>
                  </a:lnTo>
                  <a:lnTo>
                    <a:pt x="7419739" y="104561"/>
                  </a:lnTo>
                  <a:lnTo>
                    <a:pt x="7509342" y="82049"/>
                  </a:lnTo>
                  <a:lnTo>
                    <a:pt x="7600940" y="62307"/>
                  </a:lnTo>
                  <a:lnTo>
                    <a:pt x="7691539" y="45387"/>
                  </a:lnTo>
                  <a:lnTo>
                    <a:pt x="7777423" y="31353"/>
                  </a:lnTo>
                  <a:lnTo>
                    <a:pt x="7854588" y="20223"/>
                  </a:lnTo>
                  <a:lnTo>
                    <a:pt x="7919400" y="11908"/>
                  </a:lnTo>
                  <a:lnTo>
                    <a:pt x="7969325" y="6175"/>
                  </a:lnTo>
                  <a:lnTo>
                    <a:pt x="8003536" y="2640"/>
                  </a:lnTo>
                  <a:lnTo>
                    <a:pt x="8023192" y="805"/>
                  </a:lnTo>
                  <a:lnTo>
                    <a:pt x="8031373" y="112"/>
                  </a:lnTo>
                  <a:lnTo>
                    <a:pt x="8032818" y="0"/>
                  </a:lnTo>
                  <a:lnTo>
                    <a:pt x="8032819" y="0"/>
                  </a:lnTo>
                  <a:lnTo>
                    <a:pt x="8554953" y="0"/>
                  </a:lnTo>
                  <a:lnTo>
                    <a:pt x="8554953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068" name="pl2068"/>
            <p:cNvSpPr/>
            <p:nvPr/>
          </p:nvSpPr>
          <p:spPr>
            <a:xfrm>
              <a:off x="386606" y="2196388"/>
              <a:ext cx="8554953" cy="3902195"/>
            </a:xfrm>
            <a:custGeom>
              <a:avLst/>
              <a:pathLst>
                <a:path w="8554953" h="3902195">
                  <a:moveTo>
                    <a:pt x="8554953" y="0"/>
                  </a:moveTo>
                  <a:lnTo>
                    <a:pt x="8032819" y="0"/>
                  </a:lnTo>
                  <a:lnTo>
                    <a:pt x="8031697" y="86"/>
                  </a:lnTo>
                  <a:lnTo>
                    <a:pt x="8024341" y="704"/>
                  </a:lnTo>
                  <a:lnTo>
                    <a:pt x="8005874" y="2413"/>
                  </a:lnTo>
                  <a:lnTo>
                    <a:pt x="7973054" y="5772"/>
                  </a:lnTo>
                  <a:lnTo>
                    <a:pt x="7924540" y="11289"/>
                  </a:lnTo>
                  <a:lnTo>
                    <a:pt x="7860989" y="19359"/>
                  </a:lnTo>
                  <a:lnTo>
                    <a:pt x="7784800" y="30230"/>
                  </a:lnTo>
                  <a:lnTo>
                    <a:pt x="7699539" y="44002"/>
                  </a:lnTo>
                  <a:lnTo>
                    <a:pt x="7609206" y="60664"/>
                  </a:lnTo>
                  <a:lnTo>
                    <a:pt x="7517561" y="80154"/>
                  </a:lnTo>
                  <a:lnTo>
                    <a:pt x="7427678" y="102417"/>
                  </a:lnTo>
                  <a:lnTo>
                    <a:pt x="7341740" y="127459"/>
                  </a:lnTo>
                  <a:lnTo>
                    <a:pt x="7261052" y="155378"/>
                  </a:lnTo>
                  <a:lnTo>
                    <a:pt x="7186176" y="186380"/>
                  </a:lnTo>
                  <a:lnTo>
                    <a:pt x="7117106" y="220788"/>
                  </a:lnTo>
                  <a:lnTo>
                    <a:pt x="7053449" y="259035"/>
                  </a:lnTo>
                  <a:lnTo>
                    <a:pt x="6994560" y="301647"/>
                  </a:lnTo>
                  <a:lnTo>
                    <a:pt x="6939665" y="349221"/>
                  </a:lnTo>
                  <a:lnTo>
                    <a:pt x="6887932" y="402373"/>
                  </a:lnTo>
                  <a:lnTo>
                    <a:pt x="6838548" y="461654"/>
                  </a:lnTo>
                  <a:lnTo>
                    <a:pt x="6790779" y="527406"/>
                  </a:lnTo>
                  <a:lnTo>
                    <a:pt x="6786527" y="533657"/>
                  </a:lnTo>
                  <a:lnTo>
                    <a:pt x="6751066" y="588283"/>
                  </a:lnTo>
                  <a:lnTo>
                    <a:pt x="6715931" y="646711"/>
                  </a:lnTo>
                  <a:lnTo>
                    <a:pt x="6680929" y="709018"/>
                  </a:lnTo>
                  <a:lnTo>
                    <a:pt x="6645903" y="775227"/>
                  </a:lnTo>
                  <a:lnTo>
                    <a:pt x="6610736" y="845300"/>
                  </a:lnTo>
                  <a:lnTo>
                    <a:pt x="6575341" y="919132"/>
                  </a:lnTo>
                  <a:lnTo>
                    <a:pt x="6539661" y="996548"/>
                  </a:lnTo>
                  <a:lnTo>
                    <a:pt x="6503666" y="1077299"/>
                  </a:lnTo>
                  <a:lnTo>
                    <a:pt x="6467351" y="1161068"/>
                  </a:lnTo>
                  <a:lnTo>
                    <a:pt x="6430734" y="1247464"/>
                  </a:lnTo>
                  <a:lnTo>
                    <a:pt x="6393852" y="1336035"/>
                  </a:lnTo>
                  <a:lnTo>
                    <a:pt x="6356758" y="1426275"/>
                  </a:lnTo>
                  <a:lnTo>
                    <a:pt x="6319519" y="1517633"/>
                  </a:lnTo>
                  <a:lnTo>
                    <a:pt x="6282208" y="1609530"/>
                  </a:lnTo>
                  <a:lnTo>
                    <a:pt x="6244905" y="1701372"/>
                  </a:lnTo>
                  <a:lnTo>
                    <a:pt x="6207687" y="1792565"/>
                  </a:lnTo>
                  <a:lnTo>
                    <a:pt x="6170628" y="1882535"/>
                  </a:lnTo>
                  <a:lnTo>
                    <a:pt x="6133792" y="1970738"/>
                  </a:lnTo>
                  <a:lnTo>
                    <a:pt x="6097229" y="2056678"/>
                  </a:lnTo>
                  <a:lnTo>
                    <a:pt x="6060973" y="2139912"/>
                  </a:lnTo>
                  <a:lnTo>
                    <a:pt x="6025037" y="2220065"/>
                  </a:lnTo>
                  <a:lnTo>
                    <a:pt x="5989413" y="2296831"/>
                  </a:lnTo>
                  <a:lnTo>
                    <a:pt x="5954066" y="2369974"/>
                  </a:lnTo>
                  <a:lnTo>
                    <a:pt x="5918933" y="2439334"/>
                  </a:lnTo>
                  <a:lnTo>
                    <a:pt x="5883922" y="2504818"/>
                  </a:lnTo>
                  <a:lnTo>
                    <a:pt x="5848907" y="2566400"/>
                  </a:lnTo>
                  <a:lnTo>
                    <a:pt x="5813728" y="2624112"/>
                  </a:lnTo>
                  <a:lnTo>
                    <a:pt x="5784835" y="2668288"/>
                  </a:lnTo>
                  <a:lnTo>
                    <a:pt x="5737180" y="2734627"/>
                  </a:lnTo>
                  <a:lnTo>
                    <a:pt x="5687970" y="2794483"/>
                  </a:lnTo>
                  <a:lnTo>
                    <a:pt x="5636481" y="2848167"/>
                  </a:lnTo>
                  <a:lnTo>
                    <a:pt x="5581905" y="2896220"/>
                  </a:lnTo>
                  <a:lnTo>
                    <a:pt x="5523411" y="2939254"/>
                  </a:lnTo>
                  <a:lnTo>
                    <a:pt x="5460212" y="2977871"/>
                  </a:lnTo>
                  <a:lnTo>
                    <a:pt x="5391652" y="3012606"/>
                  </a:lnTo>
                  <a:lnTo>
                    <a:pt x="5317306" y="3043901"/>
                  </a:lnTo>
                  <a:lnTo>
                    <a:pt x="5237129" y="3072088"/>
                  </a:lnTo>
                  <a:lnTo>
                    <a:pt x="5151623" y="3097384"/>
                  </a:lnTo>
                  <a:lnTo>
                    <a:pt x="5062020" y="3119896"/>
                  </a:lnTo>
                  <a:lnTo>
                    <a:pt x="4970422" y="3139638"/>
                  </a:lnTo>
                  <a:lnTo>
                    <a:pt x="4879823" y="3156558"/>
                  </a:lnTo>
                  <a:lnTo>
                    <a:pt x="4793939" y="3170592"/>
                  </a:lnTo>
                  <a:lnTo>
                    <a:pt x="4716774" y="3181722"/>
                  </a:lnTo>
                  <a:lnTo>
                    <a:pt x="4651962" y="3190037"/>
                  </a:lnTo>
                  <a:lnTo>
                    <a:pt x="4602036" y="3195770"/>
                  </a:lnTo>
                  <a:lnTo>
                    <a:pt x="4567825" y="3199305"/>
                  </a:lnTo>
                  <a:lnTo>
                    <a:pt x="4548170" y="3201140"/>
                  </a:lnTo>
                  <a:lnTo>
                    <a:pt x="4539989" y="3201833"/>
                  </a:lnTo>
                  <a:lnTo>
                    <a:pt x="4538544" y="3201945"/>
                  </a:lnTo>
                  <a:lnTo>
                    <a:pt x="4538543" y="3201946"/>
                  </a:lnTo>
                  <a:lnTo>
                    <a:pt x="4016409" y="3201946"/>
                  </a:lnTo>
                  <a:lnTo>
                    <a:pt x="4015148" y="3201967"/>
                  </a:lnTo>
                  <a:lnTo>
                    <a:pt x="4006898" y="3202119"/>
                  </a:lnTo>
                  <a:lnTo>
                    <a:pt x="3986271" y="3202541"/>
                  </a:lnTo>
                  <a:lnTo>
                    <a:pt x="3949820" y="3203370"/>
                  </a:lnTo>
                  <a:lnTo>
                    <a:pt x="3896358" y="3204726"/>
                  </a:lnTo>
                  <a:lnTo>
                    <a:pt x="3827013" y="3206702"/>
                  </a:lnTo>
                  <a:lnTo>
                    <a:pt x="3744844" y="3209350"/>
                  </a:lnTo>
                  <a:lnTo>
                    <a:pt x="3654072" y="3212687"/>
                  </a:lnTo>
                  <a:lnTo>
                    <a:pt x="3559188" y="3216703"/>
                  </a:lnTo>
                  <a:lnTo>
                    <a:pt x="3464202" y="3221384"/>
                  </a:lnTo>
                  <a:lnTo>
                    <a:pt x="3372198" y="3226720"/>
                  </a:lnTo>
                  <a:lnTo>
                    <a:pt x="3285205" y="3232722"/>
                  </a:lnTo>
                  <a:lnTo>
                    <a:pt x="3204279" y="3239426"/>
                  </a:lnTo>
                  <a:lnTo>
                    <a:pt x="3129705" y="3246898"/>
                  </a:lnTo>
                  <a:lnTo>
                    <a:pt x="3061216" y="3255232"/>
                  </a:lnTo>
                  <a:lnTo>
                    <a:pt x="2998185" y="3264549"/>
                  </a:lnTo>
                  <a:lnTo>
                    <a:pt x="2939781" y="3274991"/>
                  </a:lnTo>
                  <a:lnTo>
                    <a:pt x="2885082" y="3286710"/>
                  </a:lnTo>
                  <a:lnTo>
                    <a:pt x="2833156" y="3299849"/>
                  </a:lnTo>
                  <a:lnTo>
                    <a:pt x="2783149" y="3314508"/>
                  </a:lnTo>
                  <a:lnTo>
                    <a:pt x="2770117" y="3318654"/>
                  </a:lnTo>
                  <a:lnTo>
                    <a:pt x="2718442" y="3336382"/>
                  </a:lnTo>
                  <a:lnTo>
                    <a:pt x="2667269" y="3355902"/>
                  </a:lnTo>
                  <a:lnTo>
                    <a:pt x="2616078" y="3377241"/>
                  </a:lnTo>
                  <a:lnTo>
                    <a:pt x="2564513" y="3400364"/>
                  </a:lnTo>
                  <a:lnTo>
                    <a:pt x="2512360" y="3425171"/>
                  </a:lnTo>
                  <a:lnTo>
                    <a:pt x="2459532" y="3451491"/>
                  </a:lnTo>
                  <a:lnTo>
                    <a:pt x="2406050" y="3479079"/>
                  </a:lnTo>
                  <a:lnTo>
                    <a:pt x="2352029" y="3507628"/>
                  </a:lnTo>
                  <a:lnTo>
                    <a:pt x="2297652" y="3536781"/>
                  </a:lnTo>
                  <a:lnTo>
                    <a:pt x="2243148" y="3566144"/>
                  </a:lnTo>
                  <a:lnTo>
                    <a:pt x="2188762" y="3595313"/>
                  </a:lnTo>
                  <a:lnTo>
                    <a:pt x="2134721" y="3623895"/>
                  </a:lnTo>
                  <a:lnTo>
                    <a:pt x="2081214" y="3651529"/>
                  </a:lnTo>
                  <a:lnTo>
                    <a:pt x="2028358" y="3677907"/>
                  </a:lnTo>
                  <a:lnTo>
                    <a:pt x="1976178" y="3702781"/>
                  </a:lnTo>
                  <a:lnTo>
                    <a:pt x="1924592" y="3725976"/>
                  </a:lnTo>
                  <a:lnTo>
                    <a:pt x="1873392" y="3747390"/>
                  </a:lnTo>
                  <a:lnTo>
                    <a:pt x="1822227" y="3766985"/>
                  </a:lnTo>
                  <a:lnTo>
                    <a:pt x="1770585" y="3784786"/>
                  </a:lnTo>
                  <a:lnTo>
                    <a:pt x="1768425" y="3785487"/>
                  </a:lnTo>
                  <a:lnTo>
                    <a:pt x="1718801" y="3800555"/>
                  </a:lnTo>
                  <a:lnTo>
                    <a:pt x="1667463" y="3814090"/>
                  </a:lnTo>
                  <a:lnTo>
                    <a:pt x="1613588" y="3826172"/>
                  </a:lnTo>
                  <a:lnTo>
                    <a:pt x="1556258" y="3836938"/>
                  </a:lnTo>
                  <a:lnTo>
                    <a:pt x="1494541" y="3846539"/>
                  </a:lnTo>
                  <a:lnTo>
                    <a:pt x="1427571" y="3855121"/>
                  </a:lnTo>
                  <a:lnTo>
                    <a:pt x="1354654" y="3862811"/>
                  </a:lnTo>
                  <a:lnTo>
                    <a:pt x="1275412" y="3869711"/>
                  </a:lnTo>
                  <a:lnTo>
                    <a:pt x="1189960" y="3875894"/>
                  </a:lnTo>
                  <a:lnTo>
                    <a:pt x="1099130" y="3881405"/>
                  </a:lnTo>
                  <a:lnTo>
                    <a:pt x="1004677" y="3886260"/>
                  </a:lnTo>
                  <a:lnTo>
                    <a:pt x="909408" y="3890454"/>
                  </a:lnTo>
                  <a:lnTo>
                    <a:pt x="817117" y="3893972"/>
                  </a:lnTo>
                  <a:lnTo>
                    <a:pt x="732229" y="3896803"/>
                  </a:lnTo>
                  <a:lnTo>
                    <a:pt x="659122" y="3898953"/>
                  </a:lnTo>
                  <a:lnTo>
                    <a:pt x="601248" y="3900467"/>
                  </a:lnTo>
                  <a:lnTo>
                    <a:pt x="560305" y="3901424"/>
                  </a:lnTo>
                  <a:lnTo>
                    <a:pt x="535729" y="3901941"/>
                  </a:lnTo>
                  <a:lnTo>
                    <a:pt x="524648" y="3902151"/>
                  </a:lnTo>
                  <a:lnTo>
                    <a:pt x="522157" y="3902194"/>
                  </a:lnTo>
                  <a:lnTo>
                    <a:pt x="522133" y="3902195"/>
                  </a:lnTo>
                  <a:lnTo>
                    <a:pt x="0" y="3902195"/>
                  </a:lnTo>
                  <a:lnTo>
                    <a:pt x="0" y="3902195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069" name="pg2069"/>
            <p:cNvSpPr/>
            <p:nvPr/>
          </p:nvSpPr>
          <p:spPr>
            <a:xfrm>
              <a:off x="386606" y="3947011"/>
              <a:ext cx="8554953" cy="2162866"/>
            </a:xfrm>
            <a:custGeom>
              <a:avLst/>
              <a:pathLst>
                <a:path w="8554953" h="2162866">
                  <a:moveTo>
                    <a:pt x="0" y="2162866"/>
                  </a:moveTo>
                  <a:lnTo>
                    <a:pt x="522133" y="2162866"/>
                  </a:lnTo>
                  <a:lnTo>
                    <a:pt x="523398" y="2162850"/>
                  </a:lnTo>
                  <a:lnTo>
                    <a:pt x="531670" y="2162735"/>
                  </a:lnTo>
                  <a:lnTo>
                    <a:pt x="552352" y="2162418"/>
                  </a:lnTo>
                  <a:lnTo>
                    <a:pt x="588894" y="2161795"/>
                  </a:lnTo>
                  <a:lnTo>
                    <a:pt x="642479" y="2160775"/>
                  </a:lnTo>
                  <a:lnTo>
                    <a:pt x="711966" y="2159289"/>
                  </a:lnTo>
                  <a:lnTo>
                    <a:pt x="794280" y="2157298"/>
                  </a:lnTo>
                  <a:lnTo>
                    <a:pt x="885183" y="2154789"/>
                  </a:lnTo>
                  <a:lnTo>
                    <a:pt x="980173" y="2151770"/>
                  </a:lnTo>
                  <a:lnTo>
                    <a:pt x="1075236" y="2148251"/>
                  </a:lnTo>
                  <a:lnTo>
                    <a:pt x="1167285" y="2144240"/>
                  </a:lnTo>
                  <a:lnTo>
                    <a:pt x="1254299" y="2139729"/>
                  </a:lnTo>
                  <a:lnTo>
                    <a:pt x="1335226" y="2134690"/>
                  </a:lnTo>
                  <a:lnTo>
                    <a:pt x="1409790" y="2129073"/>
                  </a:lnTo>
                  <a:lnTo>
                    <a:pt x="1478264" y="2122807"/>
                  </a:lnTo>
                  <a:lnTo>
                    <a:pt x="1541281" y="2115800"/>
                  </a:lnTo>
                  <a:lnTo>
                    <a:pt x="1599674" y="2107947"/>
                  </a:lnTo>
                  <a:lnTo>
                    <a:pt x="1654372" y="2099133"/>
                  </a:lnTo>
                  <a:lnTo>
                    <a:pt x="1706306" y="2089250"/>
                  </a:lnTo>
                  <a:lnTo>
                    <a:pt x="1756332" y="2078224"/>
                  </a:lnTo>
                  <a:lnTo>
                    <a:pt x="1768425" y="2075335"/>
                  </a:lnTo>
                  <a:lnTo>
                    <a:pt x="1821154" y="2061751"/>
                  </a:lnTo>
                  <a:lnTo>
                    <a:pt x="1873372" y="2046768"/>
                  </a:lnTo>
                  <a:lnTo>
                    <a:pt x="1925626" y="2030365"/>
                  </a:lnTo>
                  <a:lnTo>
                    <a:pt x="1978288" y="2012571"/>
                  </a:lnTo>
                  <a:lnTo>
                    <a:pt x="2031573" y="1993470"/>
                  </a:lnTo>
                  <a:lnTo>
                    <a:pt x="2085564" y="1973206"/>
                  </a:lnTo>
                  <a:lnTo>
                    <a:pt x="2140225" y="1951978"/>
                  </a:lnTo>
                  <a:lnTo>
                    <a:pt x="2195425" y="1930037"/>
                  </a:lnTo>
                  <a:lnTo>
                    <a:pt x="2250958" y="1907674"/>
                  </a:lnTo>
                  <a:lnTo>
                    <a:pt x="2306576" y="1885205"/>
                  </a:lnTo>
                  <a:lnTo>
                    <a:pt x="2362022" y="1862951"/>
                  </a:lnTo>
                  <a:lnTo>
                    <a:pt x="2417057" y="1841223"/>
                  </a:lnTo>
                  <a:lnTo>
                    <a:pt x="2471500" y="1820298"/>
                  </a:lnTo>
                  <a:lnTo>
                    <a:pt x="2525249" y="1800411"/>
                  </a:lnTo>
                  <a:lnTo>
                    <a:pt x="2578305" y="1781744"/>
                  </a:lnTo>
                  <a:lnTo>
                    <a:pt x="2630796" y="1764418"/>
                  </a:lnTo>
                  <a:lnTo>
                    <a:pt x="2682988" y="1748499"/>
                  </a:lnTo>
                  <a:lnTo>
                    <a:pt x="2735309" y="1733999"/>
                  </a:lnTo>
                  <a:lnTo>
                    <a:pt x="2770117" y="1725210"/>
                  </a:lnTo>
                  <a:lnTo>
                    <a:pt x="2819789" y="1713899"/>
                  </a:lnTo>
                  <a:lnTo>
                    <a:pt x="2871179" y="1703740"/>
                  </a:lnTo>
                  <a:lnTo>
                    <a:pt x="2925113" y="1694672"/>
                  </a:lnTo>
                  <a:lnTo>
                    <a:pt x="2982510" y="1686593"/>
                  </a:lnTo>
                  <a:lnTo>
                    <a:pt x="3044307" y="1679389"/>
                  </a:lnTo>
                  <a:lnTo>
                    <a:pt x="3111371" y="1672950"/>
                  </a:lnTo>
                  <a:lnTo>
                    <a:pt x="3184395" y="1667181"/>
                  </a:lnTo>
                  <a:lnTo>
                    <a:pt x="3263759" y="1662005"/>
                  </a:lnTo>
                  <a:lnTo>
                    <a:pt x="3349340" y="1657367"/>
                  </a:lnTo>
                  <a:lnTo>
                    <a:pt x="3440298" y="1653234"/>
                  </a:lnTo>
                  <a:lnTo>
                    <a:pt x="3534865" y="1649595"/>
                  </a:lnTo>
                  <a:lnTo>
                    <a:pt x="3630214" y="1646451"/>
                  </a:lnTo>
                  <a:lnTo>
                    <a:pt x="3722532" y="1643816"/>
                  </a:lnTo>
                  <a:lnTo>
                    <a:pt x="3807375" y="1641698"/>
                  </a:lnTo>
                  <a:lnTo>
                    <a:pt x="3880361" y="1640091"/>
                  </a:lnTo>
                  <a:lnTo>
                    <a:pt x="3938047" y="1638961"/>
                  </a:lnTo>
                  <a:lnTo>
                    <a:pt x="3978761" y="1638248"/>
                  </a:lnTo>
                  <a:lnTo>
                    <a:pt x="4003106" y="1637865"/>
                  </a:lnTo>
                  <a:lnTo>
                    <a:pt x="4013998" y="1637710"/>
                  </a:lnTo>
                  <a:lnTo>
                    <a:pt x="4016409" y="1637679"/>
                  </a:lnTo>
                  <a:lnTo>
                    <a:pt x="4538543" y="1637679"/>
                  </a:lnTo>
                  <a:lnTo>
                    <a:pt x="4539770" y="1637631"/>
                  </a:lnTo>
                  <a:lnTo>
                    <a:pt x="4547799" y="1637285"/>
                  </a:lnTo>
                  <a:lnTo>
                    <a:pt x="4567893" y="1636330"/>
                  </a:lnTo>
                  <a:lnTo>
                    <a:pt x="4603453" y="1634453"/>
                  </a:lnTo>
                  <a:lnTo>
                    <a:pt x="4655707" y="1631378"/>
                  </a:lnTo>
                  <a:lnTo>
                    <a:pt x="4723648" y="1626894"/>
                  </a:lnTo>
                  <a:lnTo>
                    <a:pt x="4804384" y="1620877"/>
                  </a:lnTo>
                  <a:lnTo>
                    <a:pt x="4893851" y="1613286"/>
                  </a:lnTo>
                  <a:lnTo>
                    <a:pt x="4987676" y="1604137"/>
                  </a:lnTo>
                  <a:lnTo>
                    <a:pt x="5081903" y="1593466"/>
                  </a:lnTo>
                  <a:lnTo>
                    <a:pt x="5173441" y="1581296"/>
                  </a:lnTo>
                  <a:lnTo>
                    <a:pt x="5260220" y="1567608"/>
                  </a:lnTo>
                  <a:lnTo>
                    <a:pt x="5341119" y="1552327"/>
                  </a:lnTo>
                  <a:lnTo>
                    <a:pt x="5415784" y="1535313"/>
                  </a:lnTo>
                  <a:lnTo>
                    <a:pt x="5484421" y="1516359"/>
                  </a:lnTo>
                  <a:lnTo>
                    <a:pt x="5547599" y="1495199"/>
                  </a:lnTo>
                  <a:lnTo>
                    <a:pt x="5606105" y="1471518"/>
                  </a:lnTo>
                  <a:lnTo>
                    <a:pt x="5660829" y="1444972"/>
                  </a:lnTo>
                  <a:lnTo>
                    <a:pt x="5712679" y="1415230"/>
                  </a:lnTo>
                  <a:lnTo>
                    <a:pt x="5762507" y="1382039"/>
                  </a:lnTo>
                  <a:lnTo>
                    <a:pt x="5784835" y="1365674"/>
                  </a:lnTo>
                  <a:lnTo>
                    <a:pt x="5829548" y="1330197"/>
                  </a:lnTo>
                  <a:lnTo>
                    <a:pt x="5873826" y="1291613"/>
                  </a:lnTo>
                  <a:lnTo>
                    <a:pt x="5918028" y="1249863"/>
                  </a:lnTo>
                  <a:lnTo>
                    <a:pt x="5962417" y="1204964"/>
                  </a:lnTo>
                  <a:lnTo>
                    <a:pt x="6007173" y="1157019"/>
                  </a:lnTo>
                  <a:lnTo>
                    <a:pt x="6052401" y="1106222"/>
                  </a:lnTo>
                  <a:lnTo>
                    <a:pt x="6098138" y="1052859"/>
                  </a:lnTo>
                  <a:lnTo>
                    <a:pt x="6144362" y="997308"/>
                  </a:lnTo>
                  <a:lnTo>
                    <a:pt x="6191000" y="940032"/>
                  </a:lnTo>
                  <a:lnTo>
                    <a:pt x="6237938" y="881560"/>
                  </a:lnTo>
                  <a:lnTo>
                    <a:pt x="6285035" y="822474"/>
                  </a:lnTo>
                  <a:lnTo>
                    <a:pt x="6332134" y="763380"/>
                  </a:lnTo>
                  <a:lnTo>
                    <a:pt x="6379078" y="704884"/>
                  </a:lnTo>
                  <a:lnTo>
                    <a:pt x="6425726" y="647568"/>
                  </a:lnTo>
                  <a:lnTo>
                    <a:pt x="6471963" y="591963"/>
                  </a:lnTo>
                  <a:lnTo>
                    <a:pt x="6517714" y="538534"/>
                  </a:lnTo>
                  <a:lnTo>
                    <a:pt x="6562956" y="487662"/>
                  </a:lnTo>
                  <a:lnTo>
                    <a:pt x="6607723" y="439636"/>
                  </a:lnTo>
                  <a:lnTo>
                    <a:pt x="6652120" y="394653"/>
                  </a:lnTo>
                  <a:lnTo>
                    <a:pt x="6696324" y="352815"/>
                  </a:lnTo>
                  <a:lnTo>
                    <a:pt x="6740596" y="314145"/>
                  </a:lnTo>
                  <a:lnTo>
                    <a:pt x="6785292" y="278584"/>
                  </a:lnTo>
                  <a:lnTo>
                    <a:pt x="6786527" y="277652"/>
                  </a:lnTo>
                  <a:lnTo>
                    <a:pt x="6835677" y="242846"/>
                  </a:lnTo>
                  <a:lnTo>
                    <a:pt x="6886503" y="211549"/>
                  </a:lnTo>
                  <a:lnTo>
                    <a:pt x="6939801" y="183579"/>
                  </a:lnTo>
                  <a:lnTo>
                    <a:pt x="6996463" y="158630"/>
                  </a:lnTo>
                  <a:lnTo>
                    <a:pt x="7057397" y="136358"/>
                  </a:lnTo>
                  <a:lnTo>
                    <a:pt x="7123449" y="116430"/>
                  </a:lnTo>
                  <a:lnTo>
                    <a:pt x="7195304" y="98558"/>
                  </a:lnTo>
                  <a:lnTo>
                    <a:pt x="7273356" y="82506"/>
                  </a:lnTo>
                  <a:lnTo>
                    <a:pt x="7357532" y="68102"/>
                  </a:lnTo>
                  <a:lnTo>
                    <a:pt x="7447089" y="55243"/>
                  </a:lnTo>
                  <a:lnTo>
                    <a:pt x="7540407" y="43885"/>
                  </a:lnTo>
                  <a:lnTo>
                    <a:pt x="7634862" y="34035"/>
                  </a:lnTo>
                  <a:lnTo>
                    <a:pt x="7726855" y="25727"/>
                  </a:lnTo>
                  <a:lnTo>
                    <a:pt x="7812129" y="18991"/>
                  </a:lnTo>
                  <a:lnTo>
                    <a:pt x="7886374" y="13816"/>
                  </a:lnTo>
                  <a:lnTo>
                    <a:pt x="7946058" y="10117"/>
                  </a:lnTo>
                  <a:lnTo>
                    <a:pt x="7989243" y="7722"/>
                  </a:lnTo>
                  <a:lnTo>
                    <a:pt x="8016117" y="6383"/>
                  </a:lnTo>
                  <a:lnTo>
                    <a:pt x="8029119" y="5798"/>
                  </a:lnTo>
                  <a:lnTo>
                    <a:pt x="8032819" y="5647"/>
                  </a:lnTo>
                  <a:lnTo>
                    <a:pt x="8554953" y="5647"/>
                  </a:lnTo>
                  <a:lnTo>
                    <a:pt x="8554953" y="0"/>
                  </a:lnTo>
                  <a:lnTo>
                    <a:pt x="8032819" y="0"/>
                  </a:lnTo>
                  <a:lnTo>
                    <a:pt x="8031592" y="48"/>
                  </a:lnTo>
                  <a:lnTo>
                    <a:pt x="8023563" y="393"/>
                  </a:lnTo>
                  <a:lnTo>
                    <a:pt x="8003468" y="1349"/>
                  </a:lnTo>
                  <a:lnTo>
                    <a:pt x="7967909" y="3225"/>
                  </a:lnTo>
                  <a:lnTo>
                    <a:pt x="7915655" y="6301"/>
                  </a:lnTo>
                  <a:lnTo>
                    <a:pt x="7847714" y="10785"/>
                  </a:lnTo>
                  <a:lnTo>
                    <a:pt x="7766978" y="16801"/>
                  </a:lnTo>
                  <a:lnTo>
                    <a:pt x="7677511" y="24392"/>
                  </a:lnTo>
                  <a:lnTo>
                    <a:pt x="7583685" y="33542"/>
                  </a:lnTo>
                  <a:lnTo>
                    <a:pt x="7489459" y="44213"/>
                  </a:lnTo>
                  <a:lnTo>
                    <a:pt x="7397921" y="56383"/>
                  </a:lnTo>
                  <a:lnTo>
                    <a:pt x="7311142" y="70071"/>
                  </a:lnTo>
                  <a:lnTo>
                    <a:pt x="7230243" y="85351"/>
                  </a:lnTo>
                  <a:lnTo>
                    <a:pt x="7155578" y="102365"/>
                  </a:lnTo>
                  <a:lnTo>
                    <a:pt x="7086941" y="121319"/>
                  </a:lnTo>
                  <a:lnTo>
                    <a:pt x="7023763" y="142479"/>
                  </a:lnTo>
                  <a:lnTo>
                    <a:pt x="6965257" y="166161"/>
                  </a:lnTo>
                  <a:lnTo>
                    <a:pt x="6910533" y="192707"/>
                  </a:lnTo>
                  <a:lnTo>
                    <a:pt x="6858682" y="222449"/>
                  </a:lnTo>
                  <a:lnTo>
                    <a:pt x="6808855" y="255639"/>
                  </a:lnTo>
                  <a:lnTo>
                    <a:pt x="6786527" y="272005"/>
                  </a:lnTo>
                  <a:lnTo>
                    <a:pt x="6741814" y="307481"/>
                  </a:lnTo>
                  <a:lnTo>
                    <a:pt x="6697536" y="346066"/>
                  </a:lnTo>
                  <a:lnTo>
                    <a:pt x="6653334" y="387816"/>
                  </a:lnTo>
                  <a:lnTo>
                    <a:pt x="6608945" y="432715"/>
                  </a:lnTo>
                  <a:lnTo>
                    <a:pt x="6564189" y="480659"/>
                  </a:lnTo>
                  <a:lnTo>
                    <a:pt x="6518961" y="531457"/>
                  </a:lnTo>
                  <a:lnTo>
                    <a:pt x="6473224" y="584820"/>
                  </a:lnTo>
                  <a:lnTo>
                    <a:pt x="6427000" y="640371"/>
                  </a:lnTo>
                  <a:lnTo>
                    <a:pt x="6380362" y="697647"/>
                  </a:lnTo>
                  <a:lnTo>
                    <a:pt x="6333424" y="756118"/>
                  </a:lnTo>
                  <a:lnTo>
                    <a:pt x="6286327" y="815204"/>
                  </a:lnTo>
                  <a:lnTo>
                    <a:pt x="6239228" y="874299"/>
                  </a:lnTo>
                  <a:lnTo>
                    <a:pt x="6192284" y="932795"/>
                  </a:lnTo>
                  <a:lnTo>
                    <a:pt x="6145636" y="990111"/>
                  </a:lnTo>
                  <a:lnTo>
                    <a:pt x="6099399" y="1045715"/>
                  </a:lnTo>
                  <a:lnTo>
                    <a:pt x="6053648" y="1099144"/>
                  </a:lnTo>
                  <a:lnTo>
                    <a:pt x="6008406" y="1150016"/>
                  </a:lnTo>
                  <a:lnTo>
                    <a:pt x="5963638" y="1198042"/>
                  </a:lnTo>
                  <a:lnTo>
                    <a:pt x="5919242" y="1243026"/>
                  </a:lnTo>
                  <a:lnTo>
                    <a:pt x="5875038" y="1284863"/>
                  </a:lnTo>
                  <a:lnTo>
                    <a:pt x="5830766" y="1323534"/>
                  </a:lnTo>
                  <a:lnTo>
                    <a:pt x="5786070" y="1359094"/>
                  </a:lnTo>
                  <a:lnTo>
                    <a:pt x="5784835" y="1360027"/>
                  </a:lnTo>
                  <a:lnTo>
                    <a:pt x="5735685" y="1394832"/>
                  </a:lnTo>
                  <a:lnTo>
                    <a:pt x="5684859" y="1426129"/>
                  </a:lnTo>
                  <a:lnTo>
                    <a:pt x="5631561" y="1454099"/>
                  </a:lnTo>
                  <a:lnTo>
                    <a:pt x="5574899" y="1479049"/>
                  </a:lnTo>
                  <a:lnTo>
                    <a:pt x="5513965" y="1501321"/>
                  </a:lnTo>
                  <a:lnTo>
                    <a:pt x="5447913" y="1521248"/>
                  </a:lnTo>
                  <a:lnTo>
                    <a:pt x="5376058" y="1539121"/>
                  </a:lnTo>
                  <a:lnTo>
                    <a:pt x="5298006" y="1555173"/>
                  </a:lnTo>
                  <a:lnTo>
                    <a:pt x="5213830" y="1569576"/>
                  </a:lnTo>
                  <a:lnTo>
                    <a:pt x="5124273" y="1582435"/>
                  </a:lnTo>
                  <a:lnTo>
                    <a:pt x="5030955" y="1593793"/>
                  </a:lnTo>
                  <a:lnTo>
                    <a:pt x="4936500" y="1603644"/>
                  </a:lnTo>
                  <a:lnTo>
                    <a:pt x="4844507" y="1611952"/>
                  </a:lnTo>
                  <a:lnTo>
                    <a:pt x="4759233" y="1618688"/>
                  </a:lnTo>
                  <a:lnTo>
                    <a:pt x="4684988" y="1623863"/>
                  </a:lnTo>
                  <a:lnTo>
                    <a:pt x="4625303" y="1627562"/>
                  </a:lnTo>
                  <a:lnTo>
                    <a:pt x="4582119" y="1629956"/>
                  </a:lnTo>
                  <a:lnTo>
                    <a:pt x="4555245" y="1631296"/>
                  </a:lnTo>
                  <a:lnTo>
                    <a:pt x="4542243" y="1631881"/>
                  </a:lnTo>
                  <a:lnTo>
                    <a:pt x="4538543" y="1632032"/>
                  </a:lnTo>
                  <a:lnTo>
                    <a:pt x="4016409" y="1632032"/>
                  </a:lnTo>
                  <a:lnTo>
                    <a:pt x="4015144" y="1632048"/>
                  </a:lnTo>
                  <a:lnTo>
                    <a:pt x="4006872" y="1632163"/>
                  </a:lnTo>
                  <a:lnTo>
                    <a:pt x="3986190" y="1632480"/>
                  </a:lnTo>
                  <a:lnTo>
                    <a:pt x="3949648" y="1633103"/>
                  </a:lnTo>
                  <a:lnTo>
                    <a:pt x="3896063" y="1634123"/>
                  </a:lnTo>
                  <a:lnTo>
                    <a:pt x="3826576" y="1635609"/>
                  </a:lnTo>
                  <a:lnTo>
                    <a:pt x="3744262" y="1637600"/>
                  </a:lnTo>
                  <a:lnTo>
                    <a:pt x="3653359" y="1640109"/>
                  </a:lnTo>
                  <a:lnTo>
                    <a:pt x="3558369" y="1643128"/>
                  </a:lnTo>
                  <a:lnTo>
                    <a:pt x="3463307" y="1646647"/>
                  </a:lnTo>
                  <a:lnTo>
                    <a:pt x="3371257" y="1650658"/>
                  </a:lnTo>
                  <a:lnTo>
                    <a:pt x="3284244" y="1655169"/>
                  </a:lnTo>
                  <a:lnTo>
                    <a:pt x="3203316" y="1660208"/>
                  </a:lnTo>
                  <a:lnTo>
                    <a:pt x="3128752" y="1665825"/>
                  </a:lnTo>
                  <a:lnTo>
                    <a:pt x="3060278" y="1672091"/>
                  </a:lnTo>
                  <a:lnTo>
                    <a:pt x="2997262" y="1679098"/>
                  </a:lnTo>
                  <a:lnTo>
                    <a:pt x="2938868" y="1686951"/>
                  </a:lnTo>
                  <a:lnTo>
                    <a:pt x="2884170" y="1695765"/>
                  </a:lnTo>
                  <a:lnTo>
                    <a:pt x="2832236" y="1705648"/>
                  </a:lnTo>
                  <a:lnTo>
                    <a:pt x="2782210" y="1716674"/>
                  </a:lnTo>
                  <a:lnTo>
                    <a:pt x="2770117" y="1719563"/>
                  </a:lnTo>
                  <a:lnTo>
                    <a:pt x="2717388" y="1733146"/>
                  </a:lnTo>
                  <a:lnTo>
                    <a:pt x="2665170" y="1748130"/>
                  </a:lnTo>
                  <a:lnTo>
                    <a:pt x="2612916" y="1764533"/>
                  </a:lnTo>
                  <a:lnTo>
                    <a:pt x="2560254" y="1782327"/>
                  </a:lnTo>
                  <a:lnTo>
                    <a:pt x="2506969" y="1801428"/>
                  </a:lnTo>
                  <a:lnTo>
                    <a:pt x="2452978" y="1821692"/>
                  </a:lnTo>
                  <a:lnTo>
                    <a:pt x="2398317" y="1842920"/>
                  </a:lnTo>
                  <a:lnTo>
                    <a:pt x="2343117" y="1864861"/>
                  </a:lnTo>
                  <a:lnTo>
                    <a:pt x="2287584" y="1887224"/>
                  </a:lnTo>
                  <a:lnTo>
                    <a:pt x="2231966" y="1909693"/>
                  </a:lnTo>
                  <a:lnTo>
                    <a:pt x="2176521" y="1931947"/>
                  </a:lnTo>
                  <a:lnTo>
                    <a:pt x="2121485" y="1953675"/>
                  </a:lnTo>
                  <a:lnTo>
                    <a:pt x="2067042" y="1974600"/>
                  </a:lnTo>
                  <a:lnTo>
                    <a:pt x="2013294" y="1994487"/>
                  </a:lnTo>
                  <a:lnTo>
                    <a:pt x="1960237" y="2013154"/>
                  </a:lnTo>
                  <a:lnTo>
                    <a:pt x="1907747" y="2030480"/>
                  </a:lnTo>
                  <a:lnTo>
                    <a:pt x="1855554" y="2046399"/>
                  </a:lnTo>
                  <a:lnTo>
                    <a:pt x="1803233" y="2060899"/>
                  </a:lnTo>
                  <a:lnTo>
                    <a:pt x="1768425" y="2069688"/>
                  </a:lnTo>
                  <a:lnTo>
                    <a:pt x="1718753" y="2080999"/>
                  </a:lnTo>
                  <a:lnTo>
                    <a:pt x="1667363" y="2091158"/>
                  </a:lnTo>
                  <a:lnTo>
                    <a:pt x="1613430" y="2100226"/>
                  </a:lnTo>
                  <a:lnTo>
                    <a:pt x="1556032" y="2108305"/>
                  </a:lnTo>
                  <a:lnTo>
                    <a:pt x="1494235" y="2115509"/>
                  </a:lnTo>
                  <a:lnTo>
                    <a:pt x="1427171" y="2121948"/>
                  </a:lnTo>
                  <a:lnTo>
                    <a:pt x="1354147" y="2127717"/>
                  </a:lnTo>
                  <a:lnTo>
                    <a:pt x="1274783" y="2132893"/>
                  </a:lnTo>
                  <a:lnTo>
                    <a:pt x="1189202" y="2137531"/>
                  </a:lnTo>
                  <a:lnTo>
                    <a:pt x="1098244" y="2141663"/>
                  </a:lnTo>
                  <a:lnTo>
                    <a:pt x="1003677" y="2145303"/>
                  </a:lnTo>
                  <a:lnTo>
                    <a:pt x="908328" y="2148447"/>
                  </a:lnTo>
                  <a:lnTo>
                    <a:pt x="816011" y="2151082"/>
                  </a:lnTo>
                  <a:lnTo>
                    <a:pt x="731167" y="2153200"/>
                  </a:lnTo>
                  <a:lnTo>
                    <a:pt x="658181" y="2154807"/>
                  </a:lnTo>
                  <a:lnTo>
                    <a:pt x="600495" y="2155937"/>
                  </a:lnTo>
                  <a:lnTo>
                    <a:pt x="559781" y="2156650"/>
                  </a:lnTo>
                  <a:lnTo>
                    <a:pt x="535436" y="2157033"/>
                  </a:lnTo>
                  <a:lnTo>
                    <a:pt x="524545" y="2157188"/>
                  </a:lnTo>
                  <a:lnTo>
                    <a:pt x="522133" y="2157219"/>
                  </a:lnTo>
                  <a:lnTo>
                    <a:pt x="0" y="2157219"/>
                  </a:lnTo>
                  <a:close/>
                </a:path>
              </a:pathLst>
            </a:custGeom>
            <a:solidFill>
              <a:srgbClr val="63D9C8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2070" name="pl2070"/>
            <p:cNvSpPr/>
            <p:nvPr/>
          </p:nvSpPr>
          <p:spPr>
            <a:xfrm>
              <a:off x="386606" y="3952659"/>
              <a:ext cx="8554953" cy="2157219"/>
            </a:xfrm>
            <a:custGeom>
              <a:avLst/>
              <a:pathLst>
                <a:path w="8554953" h="2157219">
                  <a:moveTo>
                    <a:pt x="0" y="2157219"/>
                  </a:moveTo>
                  <a:lnTo>
                    <a:pt x="522133" y="2157219"/>
                  </a:lnTo>
                  <a:lnTo>
                    <a:pt x="523398" y="2157203"/>
                  </a:lnTo>
                  <a:lnTo>
                    <a:pt x="531670" y="2157088"/>
                  </a:lnTo>
                  <a:lnTo>
                    <a:pt x="552352" y="2156771"/>
                  </a:lnTo>
                  <a:lnTo>
                    <a:pt x="588894" y="2156148"/>
                  </a:lnTo>
                  <a:lnTo>
                    <a:pt x="642479" y="2155127"/>
                  </a:lnTo>
                  <a:lnTo>
                    <a:pt x="711966" y="2153641"/>
                  </a:lnTo>
                  <a:lnTo>
                    <a:pt x="794280" y="2151650"/>
                  </a:lnTo>
                  <a:lnTo>
                    <a:pt x="885183" y="2149142"/>
                  </a:lnTo>
                  <a:lnTo>
                    <a:pt x="980173" y="2146123"/>
                  </a:lnTo>
                  <a:lnTo>
                    <a:pt x="1075236" y="2142604"/>
                  </a:lnTo>
                  <a:lnTo>
                    <a:pt x="1167285" y="2138593"/>
                  </a:lnTo>
                  <a:lnTo>
                    <a:pt x="1254299" y="2134082"/>
                  </a:lnTo>
                  <a:lnTo>
                    <a:pt x="1335226" y="2129042"/>
                  </a:lnTo>
                  <a:lnTo>
                    <a:pt x="1409790" y="2123425"/>
                  </a:lnTo>
                  <a:lnTo>
                    <a:pt x="1478264" y="2117159"/>
                  </a:lnTo>
                  <a:lnTo>
                    <a:pt x="1541281" y="2110153"/>
                  </a:lnTo>
                  <a:lnTo>
                    <a:pt x="1599674" y="2102300"/>
                  </a:lnTo>
                  <a:lnTo>
                    <a:pt x="1654372" y="2093486"/>
                  </a:lnTo>
                  <a:lnTo>
                    <a:pt x="1706306" y="2083603"/>
                  </a:lnTo>
                  <a:lnTo>
                    <a:pt x="1756332" y="2072576"/>
                  </a:lnTo>
                  <a:lnTo>
                    <a:pt x="1768425" y="2069688"/>
                  </a:lnTo>
                  <a:lnTo>
                    <a:pt x="1821154" y="2056104"/>
                  </a:lnTo>
                  <a:lnTo>
                    <a:pt x="1873372" y="2041121"/>
                  </a:lnTo>
                  <a:lnTo>
                    <a:pt x="1925626" y="2024718"/>
                  </a:lnTo>
                  <a:lnTo>
                    <a:pt x="1978288" y="2006923"/>
                  </a:lnTo>
                  <a:lnTo>
                    <a:pt x="2031573" y="1987823"/>
                  </a:lnTo>
                  <a:lnTo>
                    <a:pt x="2085564" y="1967559"/>
                  </a:lnTo>
                  <a:lnTo>
                    <a:pt x="2140225" y="1946330"/>
                  </a:lnTo>
                  <a:lnTo>
                    <a:pt x="2195425" y="1924389"/>
                  </a:lnTo>
                  <a:lnTo>
                    <a:pt x="2250958" y="1902026"/>
                  </a:lnTo>
                  <a:lnTo>
                    <a:pt x="2306576" y="1879557"/>
                  </a:lnTo>
                  <a:lnTo>
                    <a:pt x="2362022" y="1857304"/>
                  </a:lnTo>
                  <a:lnTo>
                    <a:pt x="2417057" y="1835575"/>
                  </a:lnTo>
                  <a:lnTo>
                    <a:pt x="2471500" y="1814651"/>
                  </a:lnTo>
                  <a:lnTo>
                    <a:pt x="2525249" y="1794764"/>
                  </a:lnTo>
                  <a:lnTo>
                    <a:pt x="2578305" y="1776097"/>
                  </a:lnTo>
                  <a:lnTo>
                    <a:pt x="2630796" y="1758771"/>
                  </a:lnTo>
                  <a:lnTo>
                    <a:pt x="2682988" y="1742852"/>
                  </a:lnTo>
                  <a:lnTo>
                    <a:pt x="2735309" y="1728351"/>
                  </a:lnTo>
                  <a:lnTo>
                    <a:pt x="2770117" y="1719563"/>
                  </a:lnTo>
                  <a:lnTo>
                    <a:pt x="2819789" y="1708252"/>
                  </a:lnTo>
                  <a:lnTo>
                    <a:pt x="2871179" y="1698092"/>
                  </a:lnTo>
                  <a:lnTo>
                    <a:pt x="2925113" y="1689024"/>
                  </a:lnTo>
                  <a:lnTo>
                    <a:pt x="2982510" y="1680946"/>
                  </a:lnTo>
                  <a:lnTo>
                    <a:pt x="3044307" y="1673741"/>
                  </a:lnTo>
                  <a:lnTo>
                    <a:pt x="3111371" y="1667303"/>
                  </a:lnTo>
                  <a:lnTo>
                    <a:pt x="3184395" y="1661534"/>
                  </a:lnTo>
                  <a:lnTo>
                    <a:pt x="3263759" y="1656358"/>
                  </a:lnTo>
                  <a:lnTo>
                    <a:pt x="3349340" y="1651720"/>
                  </a:lnTo>
                  <a:lnTo>
                    <a:pt x="3440298" y="1647587"/>
                  </a:lnTo>
                  <a:lnTo>
                    <a:pt x="3534865" y="1643948"/>
                  </a:lnTo>
                  <a:lnTo>
                    <a:pt x="3630214" y="1640804"/>
                  </a:lnTo>
                  <a:lnTo>
                    <a:pt x="3722532" y="1638169"/>
                  </a:lnTo>
                  <a:lnTo>
                    <a:pt x="3807375" y="1636051"/>
                  </a:lnTo>
                  <a:lnTo>
                    <a:pt x="3880361" y="1634444"/>
                  </a:lnTo>
                  <a:lnTo>
                    <a:pt x="3938047" y="1633314"/>
                  </a:lnTo>
                  <a:lnTo>
                    <a:pt x="3978761" y="1632601"/>
                  </a:lnTo>
                  <a:lnTo>
                    <a:pt x="4003106" y="1632218"/>
                  </a:lnTo>
                  <a:lnTo>
                    <a:pt x="4013998" y="1632063"/>
                  </a:lnTo>
                  <a:lnTo>
                    <a:pt x="4016390" y="1632032"/>
                  </a:lnTo>
                  <a:lnTo>
                    <a:pt x="4016409" y="1632032"/>
                  </a:lnTo>
                  <a:lnTo>
                    <a:pt x="4538543" y="1632032"/>
                  </a:lnTo>
                  <a:lnTo>
                    <a:pt x="4539770" y="1631984"/>
                  </a:lnTo>
                  <a:lnTo>
                    <a:pt x="4547799" y="1631638"/>
                  </a:lnTo>
                  <a:lnTo>
                    <a:pt x="4567893" y="1630683"/>
                  </a:lnTo>
                  <a:lnTo>
                    <a:pt x="4603453" y="1628806"/>
                  </a:lnTo>
                  <a:lnTo>
                    <a:pt x="4655707" y="1625731"/>
                  </a:lnTo>
                  <a:lnTo>
                    <a:pt x="4723648" y="1621247"/>
                  </a:lnTo>
                  <a:lnTo>
                    <a:pt x="4804384" y="1615230"/>
                  </a:lnTo>
                  <a:lnTo>
                    <a:pt x="4893851" y="1607639"/>
                  </a:lnTo>
                  <a:lnTo>
                    <a:pt x="4987676" y="1598490"/>
                  </a:lnTo>
                  <a:lnTo>
                    <a:pt x="5081903" y="1587819"/>
                  </a:lnTo>
                  <a:lnTo>
                    <a:pt x="5173441" y="1575648"/>
                  </a:lnTo>
                  <a:lnTo>
                    <a:pt x="5260220" y="1561961"/>
                  </a:lnTo>
                  <a:lnTo>
                    <a:pt x="5341119" y="1546680"/>
                  </a:lnTo>
                  <a:lnTo>
                    <a:pt x="5415784" y="1529666"/>
                  </a:lnTo>
                  <a:lnTo>
                    <a:pt x="5484421" y="1510712"/>
                  </a:lnTo>
                  <a:lnTo>
                    <a:pt x="5547599" y="1489552"/>
                  </a:lnTo>
                  <a:lnTo>
                    <a:pt x="5606105" y="1465871"/>
                  </a:lnTo>
                  <a:lnTo>
                    <a:pt x="5660829" y="1439325"/>
                  </a:lnTo>
                  <a:lnTo>
                    <a:pt x="5712679" y="1409583"/>
                  </a:lnTo>
                  <a:lnTo>
                    <a:pt x="5762507" y="1376392"/>
                  </a:lnTo>
                  <a:lnTo>
                    <a:pt x="5784835" y="1360027"/>
                  </a:lnTo>
                  <a:lnTo>
                    <a:pt x="5829548" y="1324550"/>
                  </a:lnTo>
                  <a:lnTo>
                    <a:pt x="5873826" y="1285966"/>
                  </a:lnTo>
                  <a:lnTo>
                    <a:pt x="5918028" y="1244215"/>
                  </a:lnTo>
                  <a:lnTo>
                    <a:pt x="5962417" y="1199317"/>
                  </a:lnTo>
                  <a:lnTo>
                    <a:pt x="6007173" y="1151372"/>
                  </a:lnTo>
                  <a:lnTo>
                    <a:pt x="6052401" y="1100575"/>
                  </a:lnTo>
                  <a:lnTo>
                    <a:pt x="6098138" y="1047211"/>
                  </a:lnTo>
                  <a:lnTo>
                    <a:pt x="6144362" y="991661"/>
                  </a:lnTo>
                  <a:lnTo>
                    <a:pt x="6191000" y="934385"/>
                  </a:lnTo>
                  <a:lnTo>
                    <a:pt x="6237938" y="875913"/>
                  </a:lnTo>
                  <a:lnTo>
                    <a:pt x="6285035" y="816827"/>
                  </a:lnTo>
                  <a:lnTo>
                    <a:pt x="6332134" y="757733"/>
                  </a:lnTo>
                  <a:lnTo>
                    <a:pt x="6379078" y="699237"/>
                  </a:lnTo>
                  <a:lnTo>
                    <a:pt x="6425726" y="641920"/>
                  </a:lnTo>
                  <a:lnTo>
                    <a:pt x="6471963" y="586316"/>
                  </a:lnTo>
                  <a:lnTo>
                    <a:pt x="6517714" y="532887"/>
                  </a:lnTo>
                  <a:lnTo>
                    <a:pt x="6562956" y="482015"/>
                  </a:lnTo>
                  <a:lnTo>
                    <a:pt x="6607723" y="433989"/>
                  </a:lnTo>
                  <a:lnTo>
                    <a:pt x="6652120" y="389005"/>
                  </a:lnTo>
                  <a:lnTo>
                    <a:pt x="6696324" y="347168"/>
                  </a:lnTo>
                  <a:lnTo>
                    <a:pt x="6740596" y="308497"/>
                  </a:lnTo>
                  <a:lnTo>
                    <a:pt x="6785292" y="272937"/>
                  </a:lnTo>
                  <a:lnTo>
                    <a:pt x="6786527" y="272005"/>
                  </a:lnTo>
                  <a:lnTo>
                    <a:pt x="6835677" y="237199"/>
                  </a:lnTo>
                  <a:lnTo>
                    <a:pt x="6886503" y="205902"/>
                  </a:lnTo>
                  <a:lnTo>
                    <a:pt x="6939801" y="177932"/>
                  </a:lnTo>
                  <a:lnTo>
                    <a:pt x="6996463" y="152983"/>
                  </a:lnTo>
                  <a:lnTo>
                    <a:pt x="7057397" y="130710"/>
                  </a:lnTo>
                  <a:lnTo>
                    <a:pt x="7123449" y="110783"/>
                  </a:lnTo>
                  <a:lnTo>
                    <a:pt x="7195304" y="92911"/>
                  </a:lnTo>
                  <a:lnTo>
                    <a:pt x="7273356" y="76859"/>
                  </a:lnTo>
                  <a:lnTo>
                    <a:pt x="7357532" y="62455"/>
                  </a:lnTo>
                  <a:lnTo>
                    <a:pt x="7447089" y="49596"/>
                  </a:lnTo>
                  <a:lnTo>
                    <a:pt x="7540407" y="38238"/>
                  </a:lnTo>
                  <a:lnTo>
                    <a:pt x="7634862" y="28388"/>
                  </a:lnTo>
                  <a:lnTo>
                    <a:pt x="7726855" y="20080"/>
                  </a:lnTo>
                  <a:lnTo>
                    <a:pt x="7812129" y="13344"/>
                  </a:lnTo>
                  <a:lnTo>
                    <a:pt x="7886374" y="8168"/>
                  </a:lnTo>
                  <a:lnTo>
                    <a:pt x="7946058" y="4469"/>
                  </a:lnTo>
                  <a:lnTo>
                    <a:pt x="7989243" y="2075"/>
                  </a:lnTo>
                  <a:lnTo>
                    <a:pt x="8016117" y="736"/>
                  </a:lnTo>
                  <a:lnTo>
                    <a:pt x="8029119" y="151"/>
                  </a:lnTo>
                  <a:lnTo>
                    <a:pt x="8032698" y="4"/>
                  </a:lnTo>
                  <a:lnTo>
                    <a:pt x="8032819" y="0"/>
                  </a:lnTo>
                  <a:lnTo>
                    <a:pt x="8554953" y="0"/>
                  </a:lnTo>
                  <a:lnTo>
                    <a:pt x="8554953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071" name="pl2071"/>
            <p:cNvSpPr/>
            <p:nvPr/>
          </p:nvSpPr>
          <p:spPr>
            <a:xfrm>
              <a:off x="386606" y="3947011"/>
              <a:ext cx="8554953" cy="2157219"/>
            </a:xfrm>
            <a:custGeom>
              <a:avLst/>
              <a:pathLst>
                <a:path w="8554953" h="2157219">
                  <a:moveTo>
                    <a:pt x="8554953" y="0"/>
                  </a:moveTo>
                  <a:lnTo>
                    <a:pt x="8032819" y="0"/>
                  </a:lnTo>
                  <a:lnTo>
                    <a:pt x="8031592" y="48"/>
                  </a:lnTo>
                  <a:lnTo>
                    <a:pt x="8023563" y="393"/>
                  </a:lnTo>
                  <a:lnTo>
                    <a:pt x="8003468" y="1349"/>
                  </a:lnTo>
                  <a:lnTo>
                    <a:pt x="7967909" y="3225"/>
                  </a:lnTo>
                  <a:lnTo>
                    <a:pt x="7915655" y="6301"/>
                  </a:lnTo>
                  <a:lnTo>
                    <a:pt x="7847714" y="10785"/>
                  </a:lnTo>
                  <a:lnTo>
                    <a:pt x="7766978" y="16801"/>
                  </a:lnTo>
                  <a:lnTo>
                    <a:pt x="7677511" y="24392"/>
                  </a:lnTo>
                  <a:lnTo>
                    <a:pt x="7583685" y="33542"/>
                  </a:lnTo>
                  <a:lnTo>
                    <a:pt x="7489459" y="44213"/>
                  </a:lnTo>
                  <a:lnTo>
                    <a:pt x="7397921" y="56383"/>
                  </a:lnTo>
                  <a:lnTo>
                    <a:pt x="7311142" y="70071"/>
                  </a:lnTo>
                  <a:lnTo>
                    <a:pt x="7230243" y="85351"/>
                  </a:lnTo>
                  <a:lnTo>
                    <a:pt x="7155578" y="102365"/>
                  </a:lnTo>
                  <a:lnTo>
                    <a:pt x="7086941" y="121319"/>
                  </a:lnTo>
                  <a:lnTo>
                    <a:pt x="7023763" y="142479"/>
                  </a:lnTo>
                  <a:lnTo>
                    <a:pt x="6965257" y="166161"/>
                  </a:lnTo>
                  <a:lnTo>
                    <a:pt x="6910533" y="192707"/>
                  </a:lnTo>
                  <a:lnTo>
                    <a:pt x="6858682" y="222449"/>
                  </a:lnTo>
                  <a:lnTo>
                    <a:pt x="6808855" y="255639"/>
                  </a:lnTo>
                  <a:lnTo>
                    <a:pt x="6786527" y="272005"/>
                  </a:lnTo>
                  <a:lnTo>
                    <a:pt x="6741814" y="307481"/>
                  </a:lnTo>
                  <a:lnTo>
                    <a:pt x="6697536" y="346066"/>
                  </a:lnTo>
                  <a:lnTo>
                    <a:pt x="6653334" y="387816"/>
                  </a:lnTo>
                  <a:lnTo>
                    <a:pt x="6608945" y="432715"/>
                  </a:lnTo>
                  <a:lnTo>
                    <a:pt x="6564189" y="480659"/>
                  </a:lnTo>
                  <a:lnTo>
                    <a:pt x="6518961" y="531457"/>
                  </a:lnTo>
                  <a:lnTo>
                    <a:pt x="6473224" y="584820"/>
                  </a:lnTo>
                  <a:lnTo>
                    <a:pt x="6427000" y="640371"/>
                  </a:lnTo>
                  <a:lnTo>
                    <a:pt x="6380362" y="697647"/>
                  </a:lnTo>
                  <a:lnTo>
                    <a:pt x="6333424" y="756118"/>
                  </a:lnTo>
                  <a:lnTo>
                    <a:pt x="6286327" y="815204"/>
                  </a:lnTo>
                  <a:lnTo>
                    <a:pt x="6239228" y="874299"/>
                  </a:lnTo>
                  <a:lnTo>
                    <a:pt x="6192284" y="932795"/>
                  </a:lnTo>
                  <a:lnTo>
                    <a:pt x="6145636" y="990111"/>
                  </a:lnTo>
                  <a:lnTo>
                    <a:pt x="6099399" y="1045715"/>
                  </a:lnTo>
                  <a:lnTo>
                    <a:pt x="6053648" y="1099144"/>
                  </a:lnTo>
                  <a:lnTo>
                    <a:pt x="6008406" y="1150016"/>
                  </a:lnTo>
                  <a:lnTo>
                    <a:pt x="5963638" y="1198042"/>
                  </a:lnTo>
                  <a:lnTo>
                    <a:pt x="5919242" y="1243026"/>
                  </a:lnTo>
                  <a:lnTo>
                    <a:pt x="5875038" y="1284863"/>
                  </a:lnTo>
                  <a:lnTo>
                    <a:pt x="5830766" y="1323534"/>
                  </a:lnTo>
                  <a:lnTo>
                    <a:pt x="5786070" y="1359094"/>
                  </a:lnTo>
                  <a:lnTo>
                    <a:pt x="5784835" y="1360027"/>
                  </a:lnTo>
                  <a:lnTo>
                    <a:pt x="5735685" y="1394832"/>
                  </a:lnTo>
                  <a:lnTo>
                    <a:pt x="5684859" y="1426129"/>
                  </a:lnTo>
                  <a:lnTo>
                    <a:pt x="5631561" y="1454099"/>
                  </a:lnTo>
                  <a:lnTo>
                    <a:pt x="5574899" y="1479049"/>
                  </a:lnTo>
                  <a:lnTo>
                    <a:pt x="5513965" y="1501321"/>
                  </a:lnTo>
                  <a:lnTo>
                    <a:pt x="5447913" y="1521248"/>
                  </a:lnTo>
                  <a:lnTo>
                    <a:pt x="5376058" y="1539121"/>
                  </a:lnTo>
                  <a:lnTo>
                    <a:pt x="5298006" y="1555173"/>
                  </a:lnTo>
                  <a:lnTo>
                    <a:pt x="5213830" y="1569576"/>
                  </a:lnTo>
                  <a:lnTo>
                    <a:pt x="5124273" y="1582435"/>
                  </a:lnTo>
                  <a:lnTo>
                    <a:pt x="5030955" y="1593793"/>
                  </a:lnTo>
                  <a:lnTo>
                    <a:pt x="4936500" y="1603644"/>
                  </a:lnTo>
                  <a:lnTo>
                    <a:pt x="4844507" y="1611952"/>
                  </a:lnTo>
                  <a:lnTo>
                    <a:pt x="4759233" y="1618688"/>
                  </a:lnTo>
                  <a:lnTo>
                    <a:pt x="4684988" y="1623863"/>
                  </a:lnTo>
                  <a:lnTo>
                    <a:pt x="4625303" y="1627562"/>
                  </a:lnTo>
                  <a:lnTo>
                    <a:pt x="4582119" y="1629956"/>
                  </a:lnTo>
                  <a:lnTo>
                    <a:pt x="4555245" y="1631296"/>
                  </a:lnTo>
                  <a:lnTo>
                    <a:pt x="4542243" y="1631881"/>
                  </a:lnTo>
                  <a:lnTo>
                    <a:pt x="4538664" y="1632027"/>
                  </a:lnTo>
                  <a:lnTo>
                    <a:pt x="4538543" y="1632032"/>
                  </a:lnTo>
                  <a:lnTo>
                    <a:pt x="4016409" y="1632032"/>
                  </a:lnTo>
                  <a:lnTo>
                    <a:pt x="4015144" y="1632048"/>
                  </a:lnTo>
                  <a:lnTo>
                    <a:pt x="4006872" y="1632163"/>
                  </a:lnTo>
                  <a:lnTo>
                    <a:pt x="3986190" y="1632480"/>
                  </a:lnTo>
                  <a:lnTo>
                    <a:pt x="3949648" y="1633103"/>
                  </a:lnTo>
                  <a:lnTo>
                    <a:pt x="3896063" y="1634123"/>
                  </a:lnTo>
                  <a:lnTo>
                    <a:pt x="3826576" y="1635609"/>
                  </a:lnTo>
                  <a:lnTo>
                    <a:pt x="3744262" y="1637600"/>
                  </a:lnTo>
                  <a:lnTo>
                    <a:pt x="3653359" y="1640109"/>
                  </a:lnTo>
                  <a:lnTo>
                    <a:pt x="3558369" y="1643128"/>
                  </a:lnTo>
                  <a:lnTo>
                    <a:pt x="3463307" y="1646647"/>
                  </a:lnTo>
                  <a:lnTo>
                    <a:pt x="3371257" y="1650658"/>
                  </a:lnTo>
                  <a:lnTo>
                    <a:pt x="3284244" y="1655169"/>
                  </a:lnTo>
                  <a:lnTo>
                    <a:pt x="3203316" y="1660208"/>
                  </a:lnTo>
                  <a:lnTo>
                    <a:pt x="3128752" y="1665825"/>
                  </a:lnTo>
                  <a:lnTo>
                    <a:pt x="3060278" y="1672091"/>
                  </a:lnTo>
                  <a:lnTo>
                    <a:pt x="2997262" y="1679098"/>
                  </a:lnTo>
                  <a:lnTo>
                    <a:pt x="2938868" y="1686951"/>
                  </a:lnTo>
                  <a:lnTo>
                    <a:pt x="2884170" y="1695765"/>
                  </a:lnTo>
                  <a:lnTo>
                    <a:pt x="2832236" y="1705648"/>
                  </a:lnTo>
                  <a:lnTo>
                    <a:pt x="2782210" y="1716674"/>
                  </a:lnTo>
                  <a:lnTo>
                    <a:pt x="2770117" y="1719563"/>
                  </a:lnTo>
                  <a:lnTo>
                    <a:pt x="2717388" y="1733146"/>
                  </a:lnTo>
                  <a:lnTo>
                    <a:pt x="2665170" y="1748130"/>
                  </a:lnTo>
                  <a:lnTo>
                    <a:pt x="2612916" y="1764533"/>
                  </a:lnTo>
                  <a:lnTo>
                    <a:pt x="2560254" y="1782327"/>
                  </a:lnTo>
                  <a:lnTo>
                    <a:pt x="2506969" y="1801428"/>
                  </a:lnTo>
                  <a:lnTo>
                    <a:pt x="2452978" y="1821692"/>
                  </a:lnTo>
                  <a:lnTo>
                    <a:pt x="2398317" y="1842920"/>
                  </a:lnTo>
                  <a:lnTo>
                    <a:pt x="2343117" y="1864861"/>
                  </a:lnTo>
                  <a:lnTo>
                    <a:pt x="2287584" y="1887224"/>
                  </a:lnTo>
                  <a:lnTo>
                    <a:pt x="2231966" y="1909693"/>
                  </a:lnTo>
                  <a:lnTo>
                    <a:pt x="2176521" y="1931947"/>
                  </a:lnTo>
                  <a:lnTo>
                    <a:pt x="2121485" y="1953675"/>
                  </a:lnTo>
                  <a:lnTo>
                    <a:pt x="2067042" y="1974600"/>
                  </a:lnTo>
                  <a:lnTo>
                    <a:pt x="2013294" y="1994487"/>
                  </a:lnTo>
                  <a:lnTo>
                    <a:pt x="1960237" y="2013154"/>
                  </a:lnTo>
                  <a:lnTo>
                    <a:pt x="1907747" y="2030480"/>
                  </a:lnTo>
                  <a:lnTo>
                    <a:pt x="1855554" y="2046399"/>
                  </a:lnTo>
                  <a:lnTo>
                    <a:pt x="1803233" y="2060899"/>
                  </a:lnTo>
                  <a:lnTo>
                    <a:pt x="1768425" y="2069688"/>
                  </a:lnTo>
                  <a:lnTo>
                    <a:pt x="1718753" y="2080999"/>
                  </a:lnTo>
                  <a:lnTo>
                    <a:pt x="1667363" y="2091158"/>
                  </a:lnTo>
                  <a:lnTo>
                    <a:pt x="1613430" y="2100226"/>
                  </a:lnTo>
                  <a:lnTo>
                    <a:pt x="1556032" y="2108305"/>
                  </a:lnTo>
                  <a:lnTo>
                    <a:pt x="1494235" y="2115509"/>
                  </a:lnTo>
                  <a:lnTo>
                    <a:pt x="1427171" y="2121948"/>
                  </a:lnTo>
                  <a:lnTo>
                    <a:pt x="1354147" y="2127717"/>
                  </a:lnTo>
                  <a:lnTo>
                    <a:pt x="1274783" y="2132893"/>
                  </a:lnTo>
                  <a:lnTo>
                    <a:pt x="1189202" y="2137531"/>
                  </a:lnTo>
                  <a:lnTo>
                    <a:pt x="1098244" y="2141663"/>
                  </a:lnTo>
                  <a:lnTo>
                    <a:pt x="1003677" y="2145303"/>
                  </a:lnTo>
                  <a:lnTo>
                    <a:pt x="908328" y="2148447"/>
                  </a:lnTo>
                  <a:lnTo>
                    <a:pt x="816011" y="2151082"/>
                  </a:lnTo>
                  <a:lnTo>
                    <a:pt x="731167" y="2153200"/>
                  </a:lnTo>
                  <a:lnTo>
                    <a:pt x="658181" y="2154807"/>
                  </a:lnTo>
                  <a:lnTo>
                    <a:pt x="600495" y="2155937"/>
                  </a:lnTo>
                  <a:lnTo>
                    <a:pt x="559781" y="2156650"/>
                  </a:lnTo>
                  <a:lnTo>
                    <a:pt x="535436" y="2157033"/>
                  </a:lnTo>
                  <a:lnTo>
                    <a:pt x="524545" y="2157188"/>
                  </a:lnTo>
                  <a:lnTo>
                    <a:pt x="522152" y="2157219"/>
                  </a:lnTo>
                  <a:lnTo>
                    <a:pt x="522133" y="2157219"/>
                  </a:lnTo>
                  <a:lnTo>
                    <a:pt x="0" y="2157219"/>
                  </a:lnTo>
                  <a:lnTo>
                    <a:pt x="0" y="2157219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072" name="pg2072"/>
            <p:cNvSpPr/>
            <p:nvPr/>
          </p:nvSpPr>
          <p:spPr>
            <a:xfrm>
              <a:off x="386606" y="728124"/>
              <a:ext cx="8554953" cy="5353518"/>
            </a:xfrm>
            <a:custGeom>
              <a:avLst/>
              <a:pathLst>
                <a:path w="8554953" h="5353518">
                  <a:moveTo>
                    <a:pt x="0" y="5353518"/>
                  </a:moveTo>
                  <a:lnTo>
                    <a:pt x="522133" y="5353518"/>
                  </a:lnTo>
                  <a:lnTo>
                    <a:pt x="522966" y="5353413"/>
                  </a:lnTo>
                  <a:lnTo>
                    <a:pt x="528460" y="5352671"/>
                  </a:lnTo>
                  <a:lnTo>
                    <a:pt x="542379" y="5350620"/>
                  </a:lnTo>
                  <a:lnTo>
                    <a:pt x="567429" y="5346578"/>
                  </a:lnTo>
                  <a:lnTo>
                    <a:pt x="605093" y="5339903"/>
                  </a:lnTo>
                  <a:lnTo>
                    <a:pt x="655519" y="5330052"/>
                  </a:lnTo>
                  <a:lnTo>
                    <a:pt x="717569" y="5316627"/>
                  </a:lnTo>
                  <a:lnTo>
                    <a:pt x="789079" y="5299401"/>
                  </a:lnTo>
                  <a:lnTo>
                    <a:pt x="867261" y="5278295"/>
                  </a:lnTo>
                  <a:lnTo>
                    <a:pt x="949150" y="5253342"/>
                  </a:lnTo>
                  <a:lnTo>
                    <a:pt x="1031995" y="5224622"/>
                  </a:lnTo>
                  <a:lnTo>
                    <a:pt x="1113520" y="5192200"/>
                  </a:lnTo>
                  <a:lnTo>
                    <a:pt x="1192039" y="5156083"/>
                  </a:lnTo>
                  <a:lnTo>
                    <a:pt x="1266467" y="5116177"/>
                  </a:lnTo>
                  <a:lnTo>
                    <a:pt x="1336240" y="5072274"/>
                  </a:lnTo>
                  <a:lnTo>
                    <a:pt x="1401215" y="5024039"/>
                  </a:lnTo>
                  <a:lnTo>
                    <a:pt x="1461561" y="4971017"/>
                  </a:lnTo>
                  <a:lnTo>
                    <a:pt x="1517657" y="4912635"/>
                  </a:lnTo>
                  <a:lnTo>
                    <a:pt x="1570017" y="4848226"/>
                  </a:lnTo>
                  <a:lnTo>
                    <a:pt x="1619231" y="4777058"/>
                  </a:lnTo>
                  <a:lnTo>
                    <a:pt x="1665912" y="4698389"/>
                  </a:lnTo>
                  <a:lnTo>
                    <a:pt x="1710662" y="4611555"/>
                  </a:lnTo>
                  <a:lnTo>
                    <a:pt x="1754030" y="4516114"/>
                  </a:lnTo>
                  <a:lnTo>
                    <a:pt x="1768425" y="4481971"/>
                  </a:lnTo>
                  <a:lnTo>
                    <a:pt x="1797048" y="4410521"/>
                  </a:lnTo>
                  <a:lnTo>
                    <a:pt x="1825433" y="4335055"/>
                  </a:lnTo>
                  <a:lnTo>
                    <a:pt x="1853687" y="4255495"/>
                  </a:lnTo>
                  <a:lnTo>
                    <a:pt x="1881900" y="4171796"/>
                  </a:lnTo>
                  <a:lnTo>
                    <a:pt x="1910149" y="4083956"/>
                  </a:lnTo>
                  <a:lnTo>
                    <a:pt x="1938492" y="3992015"/>
                  </a:lnTo>
                  <a:lnTo>
                    <a:pt x="1966976" y="3896057"/>
                  </a:lnTo>
                  <a:lnTo>
                    <a:pt x="1995635" y="3796217"/>
                  </a:lnTo>
                  <a:lnTo>
                    <a:pt x="2024491" y="3692680"/>
                  </a:lnTo>
                  <a:lnTo>
                    <a:pt x="2053554" y="3585677"/>
                  </a:lnTo>
                  <a:lnTo>
                    <a:pt x="2082825" y="3475494"/>
                  </a:lnTo>
                  <a:lnTo>
                    <a:pt x="2112295" y="3362461"/>
                  </a:lnTo>
                  <a:lnTo>
                    <a:pt x="2141947" y="3246954"/>
                  </a:lnTo>
                  <a:lnTo>
                    <a:pt x="2171756" y="3129388"/>
                  </a:lnTo>
                  <a:lnTo>
                    <a:pt x="2201692" y="3010214"/>
                  </a:lnTo>
                  <a:lnTo>
                    <a:pt x="2231717" y="2889908"/>
                  </a:lnTo>
                  <a:lnTo>
                    <a:pt x="2261794" y="2768968"/>
                  </a:lnTo>
                  <a:lnTo>
                    <a:pt x="2291882" y="2647901"/>
                  </a:lnTo>
                  <a:lnTo>
                    <a:pt x="2321938" y="2527217"/>
                  </a:lnTo>
                  <a:lnTo>
                    <a:pt x="2351923" y="2407420"/>
                  </a:lnTo>
                  <a:lnTo>
                    <a:pt x="2381799" y="2288997"/>
                  </a:lnTo>
                  <a:lnTo>
                    <a:pt x="2411532" y="2172412"/>
                  </a:lnTo>
                  <a:lnTo>
                    <a:pt x="2441096" y="2058100"/>
                  </a:lnTo>
                  <a:lnTo>
                    <a:pt x="2470467" y="1946456"/>
                  </a:lnTo>
                  <a:lnTo>
                    <a:pt x="2499634" y="1837835"/>
                  </a:lnTo>
                  <a:lnTo>
                    <a:pt x="2528592" y="1732543"/>
                  </a:lnTo>
                  <a:lnTo>
                    <a:pt x="2557347" y="1630839"/>
                  </a:lnTo>
                  <a:lnTo>
                    <a:pt x="2585915" y="1532933"/>
                  </a:lnTo>
                  <a:lnTo>
                    <a:pt x="2614323" y="1438982"/>
                  </a:lnTo>
                  <a:lnTo>
                    <a:pt x="2642612" y="1349096"/>
                  </a:lnTo>
                  <a:lnTo>
                    <a:pt x="2670834" y="1263337"/>
                  </a:lnTo>
                  <a:lnTo>
                    <a:pt x="2699058" y="1181723"/>
                  </a:lnTo>
                  <a:lnTo>
                    <a:pt x="2727365" y="1104230"/>
                  </a:lnTo>
                  <a:lnTo>
                    <a:pt x="2755855" y="1030796"/>
                  </a:lnTo>
                  <a:lnTo>
                    <a:pt x="2770117" y="995784"/>
                  </a:lnTo>
                  <a:lnTo>
                    <a:pt x="2813127" y="897409"/>
                  </a:lnTo>
                  <a:lnTo>
                    <a:pt x="2857353" y="807706"/>
                  </a:lnTo>
                  <a:lnTo>
                    <a:pt x="2903318" y="726350"/>
                  </a:lnTo>
                  <a:lnTo>
                    <a:pt x="2951609" y="652734"/>
                  </a:lnTo>
                  <a:lnTo>
                    <a:pt x="3002840" y="586130"/>
                  </a:lnTo>
                  <a:lnTo>
                    <a:pt x="3057614" y="525794"/>
                  </a:lnTo>
                  <a:lnTo>
                    <a:pt x="3116476" y="471034"/>
                  </a:lnTo>
                  <a:lnTo>
                    <a:pt x="3179859" y="421242"/>
                  </a:lnTo>
                  <a:lnTo>
                    <a:pt x="3248013" y="375922"/>
                  </a:lnTo>
                  <a:lnTo>
                    <a:pt x="3320910" y="334698"/>
                  </a:lnTo>
                  <a:lnTo>
                    <a:pt x="3398144" y="297318"/>
                  </a:lnTo>
                  <a:lnTo>
                    <a:pt x="3478812" y="263654"/>
                  </a:lnTo>
                  <a:lnTo>
                    <a:pt x="3561438" y="233680"/>
                  </a:lnTo>
                  <a:lnTo>
                    <a:pt x="3643937" y="207448"/>
                  </a:lnTo>
                  <a:lnTo>
                    <a:pt x="3723697" y="185038"/>
                  </a:lnTo>
                  <a:lnTo>
                    <a:pt x="3797786" y="166505"/>
                  </a:lnTo>
                  <a:lnTo>
                    <a:pt x="3863309" y="151816"/>
                  </a:lnTo>
                  <a:lnTo>
                    <a:pt x="3917839" y="140796"/>
                  </a:lnTo>
                  <a:lnTo>
                    <a:pt x="3959858" y="133104"/>
                  </a:lnTo>
                  <a:lnTo>
                    <a:pt x="3989061" y="128242"/>
                  </a:lnTo>
                  <a:lnTo>
                    <a:pt x="4006488" y="125595"/>
                  </a:lnTo>
                  <a:lnTo>
                    <a:pt x="4014453" y="124488"/>
                  </a:lnTo>
                  <a:lnTo>
                    <a:pt x="4016409" y="124237"/>
                  </a:lnTo>
                  <a:lnTo>
                    <a:pt x="4538543" y="124237"/>
                  </a:lnTo>
                  <a:lnTo>
                    <a:pt x="4539812" y="124234"/>
                  </a:lnTo>
                  <a:lnTo>
                    <a:pt x="4548112" y="124208"/>
                  </a:lnTo>
                  <a:lnTo>
                    <a:pt x="4568861" y="124136"/>
                  </a:lnTo>
                  <a:lnTo>
                    <a:pt x="4605515" y="123995"/>
                  </a:lnTo>
                  <a:lnTo>
                    <a:pt x="4659251" y="123763"/>
                  </a:lnTo>
                  <a:lnTo>
                    <a:pt x="4728913" y="123427"/>
                  </a:lnTo>
                  <a:lnTo>
                    <a:pt x="4811405" y="122976"/>
                  </a:lnTo>
                  <a:lnTo>
                    <a:pt x="4902468" y="122408"/>
                  </a:lnTo>
                  <a:lnTo>
                    <a:pt x="4997588" y="121724"/>
                  </a:lnTo>
                  <a:lnTo>
                    <a:pt x="5092743" y="120927"/>
                  </a:lnTo>
                  <a:lnTo>
                    <a:pt x="5184848" y="120019"/>
                  </a:lnTo>
                  <a:lnTo>
                    <a:pt x="5271886" y="118998"/>
                  </a:lnTo>
                  <a:lnTo>
                    <a:pt x="5352816" y="117857"/>
                  </a:lnTo>
                  <a:lnTo>
                    <a:pt x="5427367" y="116585"/>
                  </a:lnTo>
                  <a:lnTo>
                    <a:pt x="5495823" y="115165"/>
                  </a:lnTo>
                  <a:lnTo>
                    <a:pt x="5558821" y="113578"/>
                  </a:lnTo>
                  <a:lnTo>
                    <a:pt x="5617203" y="111799"/>
                  </a:lnTo>
                  <a:lnTo>
                    <a:pt x="5671899" y="109802"/>
                  </a:lnTo>
                  <a:lnTo>
                    <a:pt x="5723844" y="107562"/>
                  </a:lnTo>
                  <a:lnTo>
                    <a:pt x="5773894" y="105063"/>
                  </a:lnTo>
                  <a:lnTo>
                    <a:pt x="5784835" y="104472"/>
                  </a:lnTo>
                  <a:lnTo>
                    <a:pt x="5839011" y="101316"/>
                  </a:lnTo>
                  <a:lnTo>
                    <a:pt x="5892665" y="97825"/>
                  </a:lnTo>
                  <a:lnTo>
                    <a:pt x="5946384" y="93996"/>
                  </a:lnTo>
                  <a:lnTo>
                    <a:pt x="6000555" y="89837"/>
                  </a:lnTo>
                  <a:lnTo>
                    <a:pt x="6055402" y="85369"/>
                  </a:lnTo>
                  <a:lnTo>
                    <a:pt x="6110995" y="80629"/>
                  </a:lnTo>
                  <a:lnTo>
                    <a:pt x="6167279" y="75669"/>
                  </a:lnTo>
                  <a:lnTo>
                    <a:pt x="6224093" y="70552"/>
                  </a:lnTo>
                  <a:lnTo>
                    <a:pt x="6281205" y="65350"/>
                  </a:lnTo>
                  <a:lnTo>
                    <a:pt x="6338339" y="60143"/>
                  </a:lnTo>
                  <a:lnTo>
                    <a:pt x="6395217" y="55007"/>
                  </a:lnTo>
                  <a:lnTo>
                    <a:pt x="6451597" y="50018"/>
                  </a:lnTo>
                  <a:lnTo>
                    <a:pt x="6507305" y="45240"/>
                  </a:lnTo>
                  <a:lnTo>
                    <a:pt x="6562267" y="40727"/>
                  </a:lnTo>
                  <a:lnTo>
                    <a:pt x="6616534" y="36518"/>
                  </a:lnTo>
                  <a:lnTo>
                    <a:pt x="6670302" y="32636"/>
                  </a:lnTo>
                  <a:lnTo>
                    <a:pt x="6723933" y="29092"/>
                  </a:lnTo>
                  <a:lnTo>
                    <a:pt x="6777980" y="25884"/>
                  </a:lnTo>
                  <a:lnTo>
                    <a:pt x="6786527" y="25412"/>
                  </a:lnTo>
                  <a:lnTo>
                    <a:pt x="6836258" y="22855"/>
                  </a:lnTo>
                  <a:lnTo>
                    <a:pt x="6887712" y="20558"/>
                  </a:lnTo>
                  <a:lnTo>
                    <a:pt x="6941717" y="18509"/>
                  </a:lnTo>
                  <a:lnTo>
                    <a:pt x="6999198" y="16684"/>
                  </a:lnTo>
                  <a:lnTo>
                    <a:pt x="7061093" y="15056"/>
                  </a:lnTo>
                  <a:lnTo>
                    <a:pt x="7128271" y="13601"/>
                  </a:lnTo>
                  <a:lnTo>
                    <a:pt x="7201428" y="12298"/>
                  </a:lnTo>
                  <a:lnTo>
                    <a:pt x="7280940" y="11129"/>
                  </a:lnTo>
                  <a:lnTo>
                    <a:pt x="7366680" y="10082"/>
                  </a:lnTo>
                  <a:lnTo>
                    <a:pt x="7457796" y="9149"/>
                  </a:lnTo>
                  <a:lnTo>
                    <a:pt x="7552502" y="8327"/>
                  </a:lnTo>
                  <a:lnTo>
                    <a:pt x="7647949" y="7618"/>
                  </a:lnTo>
                  <a:lnTo>
                    <a:pt x="7740297" y="7024"/>
                  </a:lnTo>
                  <a:lnTo>
                    <a:pt x="7825085" y="6547"/>
                  </a:lnTo>
                  <a:lnTo>
                    <a:pt x="7897921" y="6186"/>
                  </a:lnTo>
                  <a:lnTo>
                    <a:pt x="7955375" y="5932"/>
                  </a:lnTo>
                  <a:lnTo>
                    <a:pt x="7995808" y="5773"/>
                  </a:lnTo>
                  <a:lnTo>
                    <a:pt x="8019869" y="5687"/>
                  </a:lnTo>
                  <a:lnTo>
                    <a:pt x="8030531" y="5653"/>
                  </a:lnTo>
                  <a:lnTo>
                    <a:pt x="8032819" y="5647"/>
                  </a:lnTo>
                  <a:lnTo>
                    <a:pt x="8554953" y="5647"/>
                  </a:lnTo>
                  <a:lnTo>
                    <a:pt x="8554953" y="0"/>
                  </a:lnTo>
                  <a:lnTo>
                    <a:pt x="8032819" y="0"/>
                  </a:lnTo>
                  <a:lnTo>
                    <a:pt x="8031549" y="3"/>
                  </a:lnTo>
                  <a:lnTo>
                    <a:pt x="8023250" y="29"/>
                  </a:lnTo>
                  <a:lnTo>
                    <a:pt x="8002501" y="101"/>
                  </a:lnTo>
                  <a:lnTo>
                    <a:pt x="7965847" y="242"/>
                  </a:lnTo>
                  <a:lnTo>
                    <a:pt x="7912111" y="473"/>
                  </a:lnTo>
                  <a:lnTo>
                    <a:pt x="7842449" y="810"/>
                  </a:lnTo>
                  <a:lnTo>
                    <a:pt x="7759957" y="1261"/>
                  </a:lnTo>
                  <a:lnTo>
                    <a:pt x="7668893" y="1829"/>
                  </a:lnTo>
                  <a:lnTo>
                    <a:pt x="7573774" y="2513"/>
                  </a:lnTo>
                  <a:lnTo>
                    <a:pt x="7478619" y="3310"/>
                  </a:lnTo>
                  <a:lnTo>
                    <a:pt x="7386514" y="4218"/>
                  </a:lnTo>
                  <a:lnTo>
                    <a:pt x="7299476" y="5239"/>
                  </a:lnTo>
                  <a:lnTo>
                    <a:pt x="7218546" y="6380"/>
                  </a:lnTo>
                  <a:lnTo>
                    <a:pt x="7143995" y="7652"/>
                  </a:lnTo>
                  <a:lnTo>
                    <a:pt x="7075539" y="9071"/>
                  </a:lnTo>
                  <a:lnTo>
                    <a:pt x="7012541" y="10659"/>
                  </a:lnTo>
                  <a:lnTo>
                    <a:pt x="6954159" y="12438"/>
                  </a:lnTo>
                  <a:lnTo>
                    <a:pt x="6899463" y="14435"/>
                  </a:lnTo>
                  <a:lnTo>
                    <a:pt x="6847518" y="16675"/>
                  </a:lnTo>
                  <a:lnTo>
                    <a:pt x="6797468" y="19174"/>
                  </a:lnTo>
                  <a:lnTo>
                    <a:pt x="6786527" y="19765"/>
                  </a:lnTo>
                  <a:lnTo>
                    <a:pt x="6732351" y="22921"/>
                  </a:lnTo>
                  <a:lnTo>
                    <a:pt x="6678697" y="26412"/>
                  </a:lnTo>
                  <a:lnTo>
                    <a:pt x="6624978" y="30241"/>
                  </a:lnTo>
                  <a:lnTo>
                    <a:pt x="6570807" y="34400"/>
                  </a:lnTo>
                  <a:lnTo>
                    <a:pt x="6515960" y="38868"/>
                  </a:lnTo>
                  <a:lnTo>
                    <a:pt x="6460367" y="43607"/>
                  </a:lnTo>
                  <a:lnTo>
                    <a:pt x="6404083" y="48567"/>
                  </a:lnTo>
                  <a:lnTo>
                    <a:pt x="6347268" y="53685"/>
                  </a:lnTo>
                  <a:lnTo>
                    <a:pt x="6290157" y="58886"/>
                  </a:lnTo>
                  <a:lnTo>
                    <a:pt x="6233023" y="64094"/>
                  </a:lnTo>
                  <a:lnTo>
                    <a:pt x="6176145" y="69230"/>
                  </a:lnTo>
                  <a:lnTo>
                    <a:pt x="6119765" y="74219"/>
                  </a:lnTo>
                  <a:lnTo>
                    <a:pt x="6064057" y="78996"/>
                  </a:lnTo>
                  <a:lnTo>
                    <a:pt x="6009095" y="83510"/>
                  </a:lnTo>
                  <a:lnTo>
                    <a:pt x="5954828" y="87719"/>
                  </a:lnTo>
                  <a:lnTo>
                    <a:pt x="5901060" y="91601"/>
                  </a:lnTo>
                  <a:lnTo>
                    <a:pt x="5847429" y="95144"/>
                  </a:lnTo>
                  <a:lnTo>
                    <a:pt x="5793382" y="98352"/>
                  </a:lnTo>
                  <a:lnTo>
                    <a:pt x="5784835" y="98825"/>
                  </a:lnTo>
                  <a:lnTo>
                    <a:pt x="5735104" y="101382"/>
                  </a:lnTo>
                  <a:lnTo>
                    <a:pt x="5683650" y="103678"/>
                  </a:lnTo>
                  <a:lnTo>
                    <a:pt x="5629645" y="105728"/>
                  </a:lnTo>
                  <a:lnTo>
                    <a:pt x="5572164" y="107553"/>
                  </a:lnTo>
                  <a:lnTo>
                    <a:pt x="5510269" y="109181"/>
                  </a:lnTo>
                  <a:lnTo>
                    <a:pt x="5443091" y="110635"/>
                  </a:lnTo>
                  <a:lnTo>
                    <a:pt x="5369934" y="111939"/>
                  </a:lnTo>
                  <a:lnTo>
                    <a:pt x="5290422" y="113108"/>
                  </a:lnTo>
                  <a:lnTo>
                    <a:pt x="5204682" y="114155"/>
                  </a:lnTo>
                  <a:lnTo>
                    <a:pt x="5113565" y="115088"/>
                  </a:lnTo>
                  <a:lnTo>
                    <a:pt x="5018860" y="115909"/>
                  </a:lnTo>
                  <a:lnTo>
                    <a:pt x="4923413" y="116618"/>
                  </a:lnTo>
                  <a:lnTo>
                    <a:pt x="4831065" y="117212"/>
                  </a:lnTo>
                  <a:lnTo>
                    <a:pt x="4746277" y="117689"/>
                  </a:lnTo>
                  <a:lnTo>
                    <a:pt x="4673441" y="118051"/>
                  </a:lnTo>
                  <a:lnTo>
                    <a:pt x="4615987" y="118304"/>
                  </a:lnTo>
                  <a:lnTo>
                    <a:pt x="4575554" y="118464"/>
                  </a:lnTo>
                  <a:lnTo>
                    <a:pt x="4551493" y="118549"/>
                  </a:lnTo>
                  <a:lnTo>
                    <a:pt x="4540831" y="118583"/>
                  </a:lnTo>
                  <a:lnTo>
                    <a:pt x="4538543" y="118590"/>
                  </a:lnTo>
                  <a:lnTo>
                    <a:pt x="4016409" y="118590"/>
                  </a:lnTo>
                  <a:lnTo>
                    <a:pt x="4015577" y="118694"/>
                  </a:lnTo>
                  <a:lnTo>
                    <a:pt x="4010082" y="119437"/>
                  </a:lnTo>
                  <a:lnTo>
                    <a:pt x="3996163" y="121488"/>
                  </a:lnTo>
                  <a:lnTo>
                    <a:pt x="3971113" y="125530"/>
                  </a:lnTo>
                  <a:lnTo>
                    <a:pt x="3933449" y="132205"/>
                  </a:lnTo>
                  <a:lnTo>
                    <a:pt x="3883023" y="142056"/>
                  </a:lnTo>
                  <a:lnTo>
                    <a:pt x="3820973" y="155481"/>
                  </a:lnTo>
                  <a:lnTo>
                    <a:pt x="3749463" y="172707"/>
                  </a:lnTo>
                  <a:lnTo>
                    <a:pt x="3671281" y="193813"/>
                  </a:lnTo>
                  <a:lnTo>
                    <a:pt x="3589392" y="218765"/>
                  </a:lnTo>
                  <a:lnTo>
                    <a:pt x="3506547" y="247486"/>
                  </a:lnTo>
                  <a:lnTo>
                    <a:pt x="3425022" y="279908"/>
                  </a:lnTo>
                  <a:lnTo>
                    <a:pt x="3346503" y="316025"/>
                  </a:lnTo>
                  <a:lnTo>
                    <a:pt x="3272075" y="355931"/>
                  </a:lnTo>
                  <a:lnTo>
                    <a:pt x="3202302" y="399834"/>
                  </a:lnTo>
                  <a:lnTo>
                    <a:pt x="3137327" y="448068"/>
                  </a:lnTo>
                  <a:lnTo>
                    <a:pt x="3076981" y="501091"/>
                  </a:lnTo>
                  <a:lnTo>
                    <a:pt x="3020886" y="559473"/>
                  </a:lnTo>
                  <a:lnTo>
                    <a:pt x="2968525" y="623882"/>
                  </a:lnTo>
                  <a:lnTo>
                    <a:pt x="2919311" y="695050"/>
                  </a:lnTo>
                  <a:lnTo>
                    <a:pt x="2872630" y="773719"/>
                  </a:lnTo>
                  <a:lnTo>
                    <a:pt x="2827880" y="860553"/>
                  </a:lnTo>
                  <a:lnTo>
                    <a:pt x="2784512" y="955994"/>
                  </a:lnTo>
                  <a:lnTo>
                    <a:pt x="2770117" y="990137"/>
                  </a:lnTo>
                  <a:lnTo>
                    <a:pt x="2741494" y="1061587"/>
                  </a:lnTo>
                  <a:lnTo>
                    <a:pt x="2713109" y="1137053"/>
                  </a:lnTo>
                  <a:lnTo>
                    <a:pt x="2684856" y="1216613"/>
                  </a:lnTo>
                  <a:lnTo>
                    <a:pt x="2656642" y="1300312"/>
                  </a:lnTo>
                  <a:lnTo>
                    <a:pt x="2628393" y="1388152"/>
                  </a:lnTo>
                  <a:lnTo>
                    <a:pt x="2600050" y="1480093"/>
                  </a:lnTo>
                  <a:lnTo>
                    <a:pt x="2571566" y="1576051"/>
                  </a:lnTo>
                  <a:lnTo>
                    <a:pt x="2542907" y="1675890"/>
                  </a:lnTo>
                  <a:lnTo>
                    <a:pt x="2514051" y="1779428"/>
                  </a:lnTo>
                  <a:lnTo>
                    <a:pt x="2484988" y="1886431"/>
                  </a:lnTo>
                  <a:lnTo>
                    <a:pt x="2455717" y="1996614"/>
                  </a:lnTo>
                  <a:lnTo>
                    <a:pt x="2426247" y="2109647"/>
                  </a:lnTo>
                  <a:lnTo>
                    <a:pt x="2396595" y="2225154"/>
                  </a:lnTo>
                  <a:lnTo>
                    <a:pt x="2366786" y="2342720"/>
                  </a:lnTo>
                  <a:lnTo>
                    <a:pt x="2336851" y="2461894"/>
                  </a:lnTo>
                  <a:lnTo>
                    <a:pt x="2306825" y="2582199"/>
                  </a:lnTo>
                  <a:lnTo>
                    <a:pt x="2276748" y="2703140"/>
                  </a:lnTo>
                  <a:lnTo>
                    <a:pt x="2246660" y="2824207"/>
                  </a:lnTo>
                  <a:lnTo>
                    <a:pt x="2216604" y="2944891"/>
                  </a:lnTo>
                  <a:lnTo>
                    <a:pt x="2186619" y="3064688"/>
                  </a:lnTo>
                  <a:lnTo>
                    <a:pt x="2156743" y="3183111"/>
                  </a:lnTo>
                  <a:lnTo>
                    <a:pt x="2127010" y="3299696"/>
                  </a:lnTo>
                  <a:lnTo>
                    <a:pt x="2097447" y="3414008"/>
                  </a:lnTo>
                  <a:lnTo>
                    <a:pt x="2068075" y="3525651"/>
                  </a:lnTo>
                  <a:lnTo>
                    <a:pt x="2038908" y="3634273"/>
                  </a:lnTo>
                  <a:lnTo>
                    <a:pt x="2009950" y="3739565"/>
                  </a:lnTo>
                  <a:lnTo>
                    <a:pt x="1981195" y="3841269"/>
                  </a:lnTo>
                  <a:lnTo>
                    <a:pt x="1952627" y="3939175"/>
                  </a:lnTo>
                  <a:lnTo>
                    <a:pt x="1924219" y="4033126"/>
                  </a:lnTo>
                  <a:lnTo>
                    <a:pt x="1895930" y="4123012"/>
                  </a:lnTo>
                  <a:lnTo>
                    <a:pt x="1867708" y="4208771"/>
                  </a:lnTo>
                  <a:lnTo>
                    <a:pt x="1839484" y="4290385"/>
                  </a:lnTo>
                  <a:lnTo>
                    <a:pt x="1811177" y="4367878"/>
                  </a:lnTo>
                  <a:lnTo>
                    <a:pt x="1782687" y="4441312"/>
                  </a:lnTo>
                  <a:lnTo>
                    <a:pt x="1768425" y="4476324"/>
                  </a:lnTo>
                  <a:lnTo>
                    <a:pt x="1725415" y="4574699"/>
                  </a:lnTo>
                  <a:lnTo>
                    <a:pt x="1681189" y="4664402"/>
                  </a:lnTo>
                  <a:lnTo>
                    <a:pt x="1635224" y="4745758"/>
                  </a:lnTo>
                  <a:lnTo>
                    <a:pt x="1586933" y="4819374"/>
                  </a:lnTo>
                  <a:lnTo>
                    <a:pt x="1535702" y="4885978"/>
                  </a:lnTo>
                  <a:lnTo>
                    <a:pt x="1480928" y="4946314"/>
                  </a:lnTo>
                  <a:lnTo>
                    <a:pt x="1422066" y="5001074"/>
                  </a:lnTo>
                  <a:lnTo>
                    <a:pt x="1358683" y="5050866"/>
                  </a:lnTo>
                  <a:lnTo>
                    <a:pt x="1290530" y="5096186"/>
                  </a:lnTo>
                  <a:lnTo>
                    <a:pt x="1217632" y="5137410"/>
                  </a:lnTo>
                  <a:lnTo>
                    <a:pt x="1140399" y="5174789"/>
                  </a:lnTo>
                  <a:lnTo>
                    <a:pt x="1059730" y="5208453"/>
                  </a:lnTo>
                  <a:lnTo>
                    <a:pt x="977104" y="5238427"/>
                  </a:lnTo>
                  <a:lnTo>
                    <a:pt x="894605" y="5264660"/>
                  </a:lnTo>
                  <a:lnTo>
                    <a:pt x="814845" y="5287070"/>
                  </a:lnTo>
                  <a:lnTo>
                    <a:pt x="740756" y="5305603"/>
                  </a:lnTo>
                  <a:lnTo>
                    <a:pt x="675233" y="5320292"/>
                  </a:lnTo>
                  <a:lnTo>
                    <a:pt x="620703" y="5331312"/>
                  </a:lnTo>
                  <a:lnTo>
                    <a:pt x="578685" y="5339004"/>
                  </a:lnTo>
                  <a:lnTo>
                    <a:pt x="549481" y="5343866"/>
                  </a:lnTo>
                  <a:lnTo>
                    <a:pt x="532054" y="5346513"/>
                  </a:lnTo>
                  <a:lnTo>
                    <a:pt x="524090" y="5347620"/>
                  </a:lnTo>
                  <a:lnTo>
                    <a:pt x="522133" y="5347871"/>
                  </a:lnTo>
                  <a:lnTo>
                    <a:pt x="0" y="5347871"/>
                  </a:lnTo>
                  <a:close/>
                </a:path>
              </a:pathLst>
            </a:custGeom>
            <a:solidFill>
              <a:srgbClr val="63D9C8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2073" name="pl2073"/>
            <p:cNvSpPr/>
            <p:nvPr/>
          </p:nvSpPr>
          <p:spPr>
            <a:xfrm>
              <a:off x="386606" y="733771"/>
              <a:ext cx="8554953" cy="5347871"/>
            </a:xfrm>
            <a:custGeom>
              <a:avLst/>
              <a:pathLst>
                <a:path w="8554953" h="5347871">
                  <a:moveTo>
                    <a:pt x="0" y="5347871"/>
                  </a:moveTo>
                  <a:lnTo>
                    <a:pt x="522133" y="5347871"/>
                  </a:lnTo>
                  <a:lnTo>
                    <a:pt x="522966" y="5347766"/>
                  </a:lnTo>
                  <a:lnTo>
                    <a:pt x="528460" y="5347024"/>
                  </a:lnTo>
                  <a:lnTo>
                    <a:pt x="542379" y="5344973"/>
                  </a:lnTo>
                  <a:lnTo>
                    <a:pt x="567429" y="5340931"/>
                  </a:lnTo>
                  <a:lnTo>
                    <a:pt x="605093" y="5334256"/>
                  </a:lnTo>
                  <a:lnTo>
                    <a:pt x="655519" y="5324405"/>
                  </a:lnTo>
                  <a:lnTo>
                    <a:pt x="717569" y="5310980"/>
                  </a:lnTo>
                  <a:lnTo>
                    <a:pt x="789079" y="5293753"/>
                  </a:lnTo>
                  <a:lnTo>
                    <a:pt x="867261" y="5272648"/>
                  </a:lnTo>
                  <a:lnTo>
                    <a:pt x="949150" y="5247695"/>
                  </a:lnTo>
                  <a:lnTo>
                    <a:pt x="1031995" y="5218974"/>
                  </a:lnTo>
                  <a:lnTo>
                    <a:pt x="1113520" y="5186553"/>
                  </a:lnTo>
                  <a:lnTo>
                    <a:pt x="1192039" y="5150435"/>
                  </a:lnTo>
                  <a:lnTo>
                    <a:pt x="1266467" y="5110530"/>
                  </a:lnTo>
                  <a:lnTo>
                    <a:pt x="1336240" y="5066626"/>
                  </a:lnTo>
                  <a:lnTo>
                    <a:pt x="1401215" y="5018392"/>
                  </a:lnTo>
                  <a:lnTo>
                    <a:pt x="1461561" y="4965370"/>
                  </a:lnTo>
                  <a:lnTo>
                    <a:pt x="1517657" y="4906988"/>
                  </a:lnTo>
                  <a:lnTo>
                    <a:pt x="1570017" y="4842579"/>
                  </a:lnTo>
                  <a:lnTo>
                    <a:pt x="1619231" y="4771411"/>
                  </a:lnTo>
                  <a:lnTo>
                    <a:pt x="1665912" y="4692742"/>
                  </a:lnTo>
                  <a:lnTo>
                    <a:pt x="1710662" y="4605908"/>
                  </a:lnTo>
                  <a:lnTo>
                    <a:pt x="1754030" y="4510467"/>
                  </a:lnTo>
                  <a:lnTo>
                    <a:pt x="1768425" y="4476324"/>
                  </a:lnTo>
                  <a:lnTo>
                    <a:pt x="1797048" y="4404874"/>
                  </a:lnTo>
                  <a:lnTo>
                    <a:pt x="1825433" y="4329408"/>
                  </a:lnTo>
                  <a:lnTo>
                    <a:pt x="1853687" y="4249847"/>
                  </a:lnTo>
                  <a:lnTo>
                    <a:pt x="1881900" y="4166149"/>
                  </a:lnTo>
                  <a:lnTo>
                    <a:pt x="1910149" y="4078309"/>
                  </a:lnTo>
                  <a:lnTo>
                    <a:pt x="1938492" y="3986367"/>
                  </a:lnTo>
                  <a:lnTo>
                    <a:pt x="1966976" y="3890410"/>
                  </a:lnTo>
                  <a:lnTo>
                    <a:pt x="1995635" y="3790570"/>
                  </a:lnTo>
                  <a:lnTo>
                    <a:pt x="2024491" y="3687032"/>
                  </a:lnTo>
                  <a:lnTo>
                    <a:pt x="2053554" y="3580030"/>
                  </a:lnTo>
                  <a:lnTo>
                    <a:pt x="2082825" y="3469847"/>
                  </a:lnTo>
                  <a:lnTo>
                    <a:pt x="2112295" y="3356814"/>
                  </a:lnTo>
                  <a:lnTo>
                    <a:pt x="2141947" y="3241307"/>
                  </a:lnTo>
                  <a:lnTo>
                    <a:pt x="2171756" y="3123741"/>
                  </a:lnTo>
                  <a:lnTo>
                    <a:pt x="2201692" y="3004567"/>
                  </a:lnTo>
                  <a:lnTo>
                    <a:pt x="2231717" y="2884261"/>
                  </a:lnTo>
                  <a:lnTo>
                    <a:pt x="2261794" y="2763321"/>
                  </a:lnTo>
                  <a:lnTo>
                    <a:pt x="2291882" y="2642254"/>
                  </a:lnTo>
                  <a:lnTo>
                    <a:pt x="2321938" y="2521570"/>
                  </a:lnTo>
                  <a:lnTo>
                    <a:pt x="2351923" y="2401772"/>
                  </a:lnTo>
                  <a:lnTo>
                    <a:pt x="2381799" y="2283349"/>
                  </a:lnTo>
                  <a:lnTo>
                    <a:pt x="2411532" y="2166765"/>
                  </a:lnTo>
                  <a:lnTo>
                    <a:pt x="2441096" y="2052453"/>
                  </a:lnTo>
                  <a:lnTo>
                    <a:pt x="2470467" y="1940809"/>
                  </a:lnTo>
                  <a:lnTo>
                    <a:pt x="2499634" y="1832188"/>
                  </a:lnTo>
                  <a:lnTo>
                    <a:pt x="2528592" y="1726896"/>
                  </a:lnTo>
                  <a:lnTo>
                    <a:pt x="2557347" y="1625192"/>
                  </a:lnTo>
                  <a:lnTo>
                    <a:pt x="2585915" y="1527285"/>
                  </a:lnTo>
                  <a:lnTo>
                    <a:pt x="2614323" y="1433334"/>
                  </a:lnTo>
                  <a:lnTo>
                    <a:pt x="2642612" y="1343448"/>
                  </a:lnTo>
                  <a:lnTo>
                    <a:pt x="2670834" y="1257690"/>
                  </a:lnTo>
                  <a:lnTo>
                    <a:pt x="2699058" y="1176076"/>
                  </a:lnTo>
                  <a:lnTo>
                    <a:pt x="2727365" y="1098583"/>
                  </a:lnTo>
                  <a:lnTo>
                    <a:pt x="2755855" y="1025149"/>
                  </a:lnTo>
                  <a:lnTo>
                    <a:pt x="2770117" y="990137"/>
                  </a:lnTo>
                  <a:lnTo>
                    <a:pt x="2813127" y="891762"/>
                  </a:lnTo>
                  <a:lnTo>
                    <a:pt x="2857353" y="802058"/>
                  </a:lnTo>
                  <a:lnTo>
                    <a:pt x="2903318" y="720703"/>
                  </a:lnTo>
                  <a:lnTo>
                    <a:pt x="2951609" y="647087"/>
                  </a:lnTo>
                  <a:lnTo>
                    <a:pt x="3002840" y="580483"/>
                  </a:lnTo>
                  <a:lnTo>
                    <a:pt x="3057614" y="520147"/>
                  </a:lnTo>
                  <a:lnTo>
                    <a:pt x="3116476" y="465386"/>
                  </a:lnTo>
                  <a:lnTo>
                    <a:pt x="3179859" y="415595"/>
                  </a:lnTo>
                  <a:lnTo>
                    <a:pt x="3248013" y="370275"/>
                  </a:lnTo>
                  <a:lnTo>
                    <a:pt x="3320910" y="329050"/>
                  </a:lnTo>
                  <a:lnTo>
                    <a:pt x="3398144" y="291671"/>
                  </a:lnTo>
                  <a:lnTo>
                    <a:pt x="3478812" y="258007"/>
                  </a:lnTo>
                  <a:lnTo>
                    <a:pt x="3561438" y="228033"/>
                  </a:lnTo>
                  <a:lnTo>
                    <a:pt x="3643937" y="201800"/>
                  </a:lnTo>
                  <a:lnTo>
                    <a:pt x="3723697" y="179390"/>
                  </a:lnTo>
                  <a:lnTo>
                    <a:pt x="3797786" y="160858"/>
                  </a:lnTo>
                  <a:lnTo>
                    <a:pt x="3863309" y="146169"/>
                  </a:lnTo>
                  <a:lnTo>
                    <a:pt x="3917839" y="135148"/>
                  </a:lnTo>
                  <a:lnTo>
                    <a:pt x="3959858" y="127457"/>
                  </a:lnTo>
                  <a:lnTo>
                    <a:pt x="3989061" y="122595"/>
                  </a:lnTo>
                  <a:lnTo>
                    <a:pt x="4006488" y="119948"/>
                  </a:lnTo>
                  <a:lnTo>
                    <a:pt x="4014453" y="118841"/>
                  </a:lnTo>
                  <a:lnTo>
                    <a:pt x="4016376" y="118594"/>
                  </a:lnTo>
                  <a:lnTo>
                    <a:pt x="4016409" y="118590"/>
                  </a:lnTo>
                  <a:lnTo>
                    <a:pt x="4538543" y="118590"/>
                  </a:lnTo>
                  <a:lnTo>
                    <a:pt x="4539812" y="118586"/>
                  </a:lnTo>
                  <a:lnTo>
                    <a:pt x="4548112" y="118560"/>
                  </a:lnTo>
                  <a:lnTo>
                    <a:pt x="4568861" y="118489"/>
                  </a:lnTo>
                  <a:lnTo>
                    <a:pt x="4605515" y="118347"/>
                  </a:lnTo>
                  <a:lnTo>
                    <a:pt x="4659251" y="118116"/>
                  </a:lnTo>
                  <a:lnTo>
                    <a:pt x="4728913" y="117780"/>
                  </a:lnTo>
                  <a:lnTo>
                    <a:pt x="4811405" y="117329"/>
                  </a:lnTo>
                  <a:lnTo>
                    <a:pt x="4902468" y="116760"/>
                  </a:lnTo>
                  <a:lnTo>
                    <a:pt x="4997588" y="116077"/>
                  </a:lnTo>
                  <a:lnTo>
                    <a:pt x="5092743" y="115280"/>
                  </a:lnTo>
                  <a:lnTo>
                    <a:pt x="5184848" y="114372"/>
                  </a:lnTo>
                  <a:lnTo>
                    <a:pt x="5271886" y="113350"/>
                  </a:lnTo>
                  <a:lnTo>
                    <a:pt x="5352816" y="112209"/>
                  </a:lnTo>
                  <a:lnTo>
                    <a:pt x="5427367" y="110937"/>
                  </a:lnTo>
                  <a:lnTo>
                    <a:pt x="5495823" y="109518"/>
                  </a:lnTo>
                  <a:lnTo>
                    <a:pt x="5558821" y="107931"/>
                  </a:lnTo>
                  <a:lnTo>
                    <a:pt x="5617203" y="106152"/>
                  </a:lnTo>
                  <a:lnTo>
                    <a:pt x="5671899" y="104154"/>
                  </a:lnTo>
                  <a:lnTo>
                    <a:pt x="5723844" y="101915"/>
                  </a:lnTo>
                  <a:lnTo>
                    <a:pt x="5773894" y="99416"/>
                  </a:lnTo>
                  <a:lnTo>
                    <a:pt x="5784835" y="98825"/>
                  </a:lnTo>
                  <a:lnTo>
                    <a:pt x="5839011" y="95669"/>
                  </a:lnTo>
                  <a:lnTo>
                    <a:pt x="5892665" y="92178"/>
                  </a:lnTo>
                  <a:lnTo>
                    <a:pt x="5946384" y="88349"/>
                  </a:lnTo>
                  <a:lnTo>
                    <a:pt x="6000555" y="84190"/>
                  </a:lnTo>
                  <a:lnTo>
                    <a:pt x="6055402" y="79722"/>
                  </a:lnTo>
                  <a:lnTo>
                    <a:pt x="6110995" y="74982"/>
                  </a:lnTo>
                  <a:lnTo>
                    <a:pt x="6167279" y="70022"/>
                  </a:lnTo>
                  <a:lnTo>
                    <a:pt x="6224093" y="64905"/>
                  </a:lnTo>
                  <a:lnTo>
                    <a:pt x="6281205" y="59703"/>
                  </a:lnTo>
                  <a:lnTo>
                    <a:pt x="6338339" y="54496"/>
                  </a:lnTo>
                  <a:lnTo>
                    <a:pt x="6395217" y="49360"/>
                  </a:lnTo>
                  <a:lnTo>
                    <a:pt x="6451597" y="44371"/>
                  </a:lnTo>
                  <a:lnTo>
                    <a:pt x="6507305" y="39593"/>
                  </a:lnTo>
                  <a:lnTo>
                    <a:pt x="6562267" y="35080"/>
                  </a:lnTo>
                  <a:lnTo>
                    <a:pt x="6616534" y="30870"/>
                  </a:lnTo>
                  <a:lnTo>
                    <a:pt x="6670302" y="26989"/>
                  </a:lnTo>
                  <a:lnTo>
                    <a:pt x="6723933" y="23445"/>
                  </a:lnTo>
                  <a:lnTo>
                    <a:pt x="6777980" y="20237"/>
                  </a:lnTo>
                  <a:lnTo>
                    <a:pt x="6786527" y="19765"/>
                  </a:lnTo>
                  <a:lnTo>
                    <a:pt x="6836258" y="17208"/>
                  </a:lnTo>
                  <a:lnTo>
                    <a:pt x="6887712" y="14911"/>
                  </a:lnTo>
                  <a:lnTo>
                    <a:pt x="6941717" y="12862"/>
                  </a:lnTo>
                  <a:lnTo>
                    <a:pt x="6999198" y="11036"/>
                  </a:lnTo>
                  <a:lnTo>
                    <a:pt x="7061093" y="9409"/>
                  </a:lnTo>
                  <a:lnTo>
                    <a:pt x="7128271" y="7954"/>
                  </a:lnTo>
                  <a:lnTo>
                    <a:pt x="7201428" y="6651"/>
                  </a:lnTo>
                  <a:lnTo>
                    <a:pt x="7280940" y="5482"/>
                  </a:lnTo>
                  <a:lnTo>
                    <a:pt x="7366680" y="4435"/>
                  </a:lnTo>
                  <a:lnTo>
                    <a:pt x="7457796" y="3502"/>
                  </a:lnTo>
                  <a:lnTo>
                    <a:pt x="7552502" y="2680"/>
                  </a:lnTo>
                  <a:lnTo>
                    <a:pt x="7647949" y="1971"/>
                  </a:lnTo>
                  <a:lnTo>
                    <a:pt x="7740297" y="1377"/>
                  </a:lnTo>
                  <a:lnTo>
                    <a:pt x="7825085" y="900"/>
                  </a:lnTo>
                  <a:lnTo>
                    <a:pt x="7897921" y="539"/>
                  </a:lnTo>
                  <a:lnTo>
                    <a:pt x="7955375" y="285"/>
                  </a:lnTo>
                  <a:lnTo>
                    <a:pt x="7995808" y="126"/>
                  </a:lnTo>
                  <a:lnTo>
                    <a:pt x="8019869" y="40"/>
                  </a:lnTo>
                  <a:lnTo>
                    <a:pt x="8030531" y="6"/>
                  </a:lnTo>
                  <a:lnTo>
                    <a:pt x="8032805" y="0"/>
                  </a:lnTo>
                  <a:lnTo>
                    <a:pt x="8032819" y="0"/>
                  </a:lnTo>
                  <a:lnTo>
                    <a:pt x="8554953" y="0"/>
                  </a:lnTo>
                  <a:lnTo>
                    <a:pt x="8554953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074" name="pl2074"/>
            <p:cNvSpPr/>
            <p:nvPr/>
          </p:nvSpPr>
          <p:spPr>
            <a:xfrm>
              <a:off x="386606" y="728124"/>
              <a:ext cx="8554953" cy="5347871"/>
            </a:xfrm>
            <a:custGeom>
              <a:avLst/>
              <a:pathLst>
                <a:path w="8554953" h="5347871">
                  <a:moveTo>
                    <a:pt x="8554953" y="0"/>
                  </a:moveTo>
                  <a:lnTo>
                    <a:pt x="8032819" y="0"/>
                  </a:lnTo>
                  <a:lnTo>
                    <a:pt x="8031549" y="3"/>
                  </a:lnTo>
                  <a:lnTo>
                    <a:pt x="8023250" y="29"/>
                  </a:lnTo>
                  <a:lnTo>
                    <a:pt x="8002501" y="101"/>
                  </a:lnTo>
                  <a:lnTo>
                    <a:pt x="7965847" y="242"/>
                  </a:lnTo>
                  <a:lnTo>
                    <a:pt x="7912111" y="473"/>
                  </a:lnTo>
                  <a:lnTo>
                    <a:pt x="7842449" y="810"/>
                  </a:lnTo>
                  <a:lnTo>
                    <a:pt x="7759957" y="1261"/>
                  </a:lnTo>
                  <a:lnTo>
                    <a:pt x="7668893" y="1829"/>
                  </a:lnTo>
                  <a:lnTo>
                    <a:pt x="7573774" y="2513"/>
                  </a:lnTo>
                  <a:lnTo>
                    <a:pt x="7478619" y="3310"/>
                  </a:lnTo>
                  <a:lnTo>
                    <a:pt x="7386514" y="4218"/>
                  </a:lnTo>
                  <a:lnTo>
                    <a:pt x="7299476" y="5239"/>
                  </a:lnTo>
                  <a:lnTo>
                    <a:pt x="7218546" y="6380"/>
                  </a:lnTo>
                  <a:lnTo>
                    <a:pt x="7143995" y="7652"/>
                  </a:lnTo>
                  <a:lnTo>
                    <a:pt x="7075539" y="9071"/>
                  </a:lnTo>
                  <a:lnTo>
                    <a:pt x="7012541" y="10659"/>
                  </a:lnTo>
                  <a:lnTo>
                    <a:pt x="6954159" y="12438"/>
                  </a:lnTo>
                  <a:lnTo>
                    <a:pt x="6899463" y="14435"/>
                  </a:lnTo>
                  <a:lnTo>
                    <a:pt x="6847518" y="16675"/>
                  </a:lnTo>
                  <a:lnTo>
                    <a:pt x="6797468" y="19174"/>
                  </a:lnTo>
                  <a:lnTo>
                    <a:pt x="6786527" y="19765"/>
                  </a:lnTo>
                  <a:lnTo>
                    <a:pt x="6732351" y="22921"/>
                  </a:lnTo>
                  <a:lnTo>
                    <a:pt x="6678697" y="26412"/>
                  </a:lnTo>
                  <a:lnTo>
                    <a:pt x="6624978" y="30241"/>
                  </a:lnTo>
                  <a:lnTo>
                    <a:pt x="6570807" y="34400"/>
                  </a:lnTo>
                  <a:lnTo>
                    <a:pt x="6515960" y="38868"/>
                  </a:lnTo>
                  <a:lnTo>
                    <a:pt x="6460367" y="43607"/>
                  </a:lnTo>
                  <a:lnTo>
                    <a:pt x="6404083" y="48567"/>
                  </a:lnTo>
                  <a:lnTo>
                    <a:pt x="6347268" y="53685"/>
                  </a:lnTo>
                  <a:lnTo>
                    <a:pt x="6290157" y="58886"/>
                  </a:lnTo>
                  <a:lnTo>
                    <a:pt x="6233023" y="64094"/>
                  </a:lnTo>
                  <a:lnTo>
                    <a:pt x="6176145" y="69230"/>
                  </a:lnTo>
                  <a:lnTo>
                    <a:pt x="6119765" y="74219"/>
                  </a:lnTo>
                  <a:lnTo>
                    <a:pt x="6064057" y="78996"/>
                  </a:lnTo>
                  <a:lnTo>
                    <a:pt x="6009095" y="83510"/>
                  </a:lnTo>
                  <a:lnTo>
                    <a:pt x="5954828" y="87719"/>
                  </a:lnTo>
                  <a:lnTo>
                    <a:pt x="5901060" y="91601"/>
                  </a:lnTo>
                  <a:lnTo>
                    <a:pt x="5847429" y="95144"/>
                  </a:lnTo>
                  <a:lnTo>
                    <a:pt x="5793382" y="98352"/>
                  </a:lnTo>
                  <a:lnTo>
                    <a:pt x="5784835" y="98825"/>
                  </a:lnTo>
                  <a:lnTo>
                    <a:pt x="5735104" y="101382"/>
                  </a:lnTo>
                  <a:lnTo>
                    <a:pt x="5683650" y="103678"/>
                  </a:lnTo>
                  <a:lnTo>
                    <a:pt x="5629645" y="105728"/>
                  </a:lnTo>
                  <a:lnTo>
                    <a:pt x="5572164" y="107553"/>
                  </a:lnTo>
                  <a:lnTo>
                    <a:pt x="5510269" y="109181"/>
                  </a:lnTo>
                  <a:lnTo>
                    <a:pt x="5443091" y="110635"/>
                  </a:lnTo>
                  <a:lnTo>
                    <a:pt x="5369934" y="111939"/>
                  </a:lnTo>
                  <a:lnTo>
                    <a:pt x="5290422" y="113108"/>
                  </a:lnTo>
                  <a:lnTo>
                    <a:pt x="5204682" y="114155"/>
                  </a:lnTo>
                  <a:lnTo>
                    <a:pt x="5113565" y="115088"/>
                  </a:lnTo>
                  <a:lnTo>
                    <a:pt x="5018860" y="115909"/>
                  </a:lnTo>
                  <a:lnTo>
                    <a:pt x="4923413" y="116618"/>
                  </a:lnTo>
                  <a:lnTo>
                    <a:pt x="4831065" y="117212"/>
                  </a:lnTo>
                  <a:lnTo>
                    <a:pt x="4746277" y="117689"/>
                  </a:lnTo>
                  <a:lnTo>
                    <a:pt x="4673441" y="118051"/>
                  </a:lnTo>
                  <a:lnTo>
                    <a:pt x="4615987" y="118304"/>
                  </a:lnTo>
                  <a:lnTo>
                    <a:pt x="4575554" y="118464"/>
                  </a:lnTo>
                  <a:lnTo>
                    <a:pt x="4551493" y="118549"/>
                  </a:lnTo>
                  <a:lnTo>
                    <a:pt x="4540831" y="118583"/>
                  </a:lnTo>
                  <a:lnTo>
                    <a:pt x="4538557" y="118590"/>
                  </a:lnTo>
                  <a:lnTo>
                    <a:pt x="4538543" y="118590"/>
                  </a:lnTo>
                  <a:lnTo>
                    <a:pt x="4016409" y="118590"/>
                  </a:lnTo>
                  <a:lnTo>
                    <a:pt x="4015577" y="118694"/>
                  </a:lnTo>
                  <a:lnTo>
                    <a:pt x="4010082" y="119437"/>
                  </a:lnTo>
                  <a:lnTo>
                    <a:pt x="3996163" y="121488"/>
                  </a:lnTo>
                  <a:lnTo>
                    <a:pt x="3971113" y="125530"/>
                  </a:lnTo>
                  <a:lnTo>
                    <a:pt x="3933449" y="132205"/>
                  </a:lnTo>
                  <a:lnTo>
                    <a:pt x="3883023" y="142056"/>
                  </a:lnTo>
                  <a:lnTo>
                    <a:pt x="3820973" y="155481"/>
                  </a:lnTo>
                  <a:lnTo>
                    <a:pt x="3749463" y="172707"/>
                  </a:lnTo>
                  <a:lnTo>
                    <a:pt x="3671281" y="193813"/>
                  </a:lnTo>
                  <a:lnTo>
                    <a:pt x="3589392" y="218765"/>
                  </a:lnTo>
                  <a:lnTo>
                    <a:pt x="3506547" y="247486"/>
                  </a:lnTo>
                  <a:lnTo>
                    <a:pt x="3425022" y="279908"/>
                  </a:lnTo>
                  <a:lnTo>
                    <a:pt x="3346503" y="316025"/>
                  </a:lnTo>
                  <a:lnTo>
                    <a:pt x="3272075" y="355931"/>
                  </a:lnTo>
                  <a:lnTo>
                    <a:pt x="3202302" y="399834"/>
                  </a:lnTo>
                  <a:lnTo>
                    <a:pt x="3137327" y="448068"/>
                  </a:lnTo>
                  <a:lnTo>
                    <a:pt x="3076981" y="501091"/>
                  </a:lnTo>
                  <a:lnTo>
                    <a:pt x="3020886" y="559473"/>
                  </a:lnTo>
                  <a:lnTo>
                    <a:pt x="2968525" y="623882"/>
                  </a:lnTo>
                  <a:lnTo>
                    <a:pt x="2919311" y="695050"/>
                  </a:lnTo>
                  <a:lnTo>
                    <a:pt x="2872630" y="773719"/>
                  </a:lnTo>
                  <a:lnTo>
                    <a:pt x="2827880" y="860553"/>
                  </a:lnTo>
                  <a:lnTo>
                    <a:pt x="2784512" y="955994"/>
                  </a:lnTo>
                  <a:lnTo>
                    <a:pt x="2770117" y="990137"/>
                  </a:lnTo>
                  <a:lnTo>
                    <a:pt x="2741494" y="1061587"/>
                  </a:lnTo>
                  <a:lnTo>
                    <a:pt x="2713109" y="1137053"/>
                  </a:lnTo>
                  <a:lnTo>
                    <a:pt x="2684856" y="1216613"/>
                  </a:lnTo>
                  <a:lnTo>
                    <a:pt x="2656642" y="1300312"/>
                  </a:lnTo>
                  <a:lnTo>
                    <a:pt x="2628393" y="1388152"/>
                  </a:lnTo>
                  <a:lnTo>
                    <a:pt x="2600050" y="1480093"/>
                  </a:lnTo>
                  <a:lnTo>
                    <a:pt x="2571566" y="1576051"/>
                  </a:lnTo>
                  <a:lnTo>
                    <a:pt x="2542907" y="1675890"/>
                  </a:lnTo>
                  <a:lnTo>
                    <a:pt x="2514051" y="1779428"/>
                  </a:lnTo>
                  <a:lnTo>
                    <a:pt x="2484988" y="1886431"/>
                  </a:lnTo>
                  <a:lnTo>
                    <a:pt x="2455717" y="1996614"/>
                  </a:lnTo>
                  <a:lnTo>
                    <a:pt x="2426247" y="2109647"/>
                  </a:lnTo>
                  <a:lnTo>
                    <a:pt x="2396595" y="2225154"/>
                  </a:lnTo>
                  <a:lnTo>
                    <a:pt x="2366786" y="2342720"/>
                  </a:lnTo>
                  <a:lnTo>
                    <a:pt x="2336851" y="2461894"/>
                  </a:lnTo>
                  <a:lnTo>
                    <a:pt x="2306825" y="2582199"/>
                  </a:lnTo>
                  <a:lnTo>
                    <a:pt x="2276748" y="2703140"/>
                  </a:lnTo>
                  <a:lnTo>
                    <a:pt x="2246660" y="2824207"/>
                  </a:lnTo>
                  <a:lnTo>
                    <a:pt x="2216604" y="2944891"/>
                  </a:lnTo>
                  <a:lnTo>
                    <a:pt x="2186619" y="3064688"/>
                  </a:lnTo>
                  <a:lnTo>
                    <a:pt x="2156743" y="3183111"/>
                  </a:lnTo>
                  <a:lnTo>
                    <a:pt x="2127010" y="3299696"/>
                  </a:lnTo>
                  <a:lnTo>
                    <a:pt x="2097447" y="3414008"/>
                  </a:lnTo>
                  <a:lnTo>
                    <a:pt x="2068075" y="3525651"/>
                  </a:lnTo>
                  <a:lnTo>
                    <a:pt x="2038908" y="3634273"/>
                  </a:lnTo>
                  <a:lnTo>
                    <a:pt x="2009950" y="3739565"/>
                  </a:lnTo>
                  <a:lnTo>
                    <a:pt x="1981195" y="3841269"/>
                  </a:lnTo>
                  <a:lnTo>
                    <a:pt x="1952627" y="3939175"/>
                  </a:lnTo>
                  <a:lnTo>
                    <a:pt x="1924219" y="4033126"/>
                  </a:lnTo>
                  <a:lnTo>
                    <a:pt x="1895930" y="4123012"/>
                  </a:lnTo>
                  <a:lnTo>
                    <a:pt x="1867708" y="4208771"/>
                  </a:lnTo>
                  <a:lnTo>
                    <a:pt x="1839484" y="4290385"/>
                  </a:lnTo>
                  <a:lnTo>
                    <a:pt x="1811177" y="4367878"/>
                  </a:lnTo>
                  <a:lnTo>
                    <a:pt x="1782687" y="4441312"/>
                  </a:lnTo>
                  <a:lnTo>
                    <a:pt x="1768425" y="4476324"/>
                  </a:lnTo>
                  <a:lnTo>
                    <a:pt x="1725415" y="4574699"/>
                  </a:lnTo>
                  <a:lnTo>
                    <a:pt x="1681189" y="4664402"/>
                  </a:lnTo>
                  <a:lnTo>
                    <a:pt x="1635224" y="4745758"/>
                  </a:lnTo>
                  <a:lnTo>
                    <a:pt x="1586933" y="4819374"/>
                  </a:lnTo>
                  <a:lnTo>
                    <a:pt x="1535702" y="4885978"/>
                  </a:lnTo>
                  <a:lnTo>
                    <a:pt x="1480928" y="4946314"/>
                  </a:lnTo>
                  <a:lnTo>
                    <a:pt x="1422066" y="5001074"/>
                  </a:lnTo>
                  <a:lnTo>
                    <a:pt x="1358683" y="5050866"/>
                  </a:lnTo>
                  <a:lnTo>
                    <a:pt x="1290530" y="5096186"/>
                  </a:lnTo>
                  <a:lnTo>
                    <a:pt x="1217632" y="5137410"/>
                  </a:lnTo>
                  <a:lnTo>
                    <a:pt x="1140399" y="5174789"/>
                  </a:lnTo>
                  <a:lnTo>
                    <a:pt x="1059730" y="5208453"/>
                  </a:lnTo>
                  <a:lnTo>
                    <a:pt x="977104" y="5238427"/>
                  </a:lnTo>
                  <a:lnTo>
                    <a:pt x="894605" y="5264660"/>
                  </a:lnTo>
                  <a:lnTo>
                    <a:pt x="814845" y="5287070"/>
                  </a:lnTo>
                  <a:lnTo>
                    <a:pt x="740756" y="5305603"/>
                  </a:lnTo>
                  <a:lnTo>
                    <a:pt x="675233" y="5320292"/>
                  </a:lnTo>
                  <a:lnTo>
                    <a:pt x="620703" y="5331312"/>
                  </a:lnTo>
                  <a:lnTo>
                    <a:pt x="578685" y="5339004"/>
                  </a:lnTo>
                  <a:lnTo>
                    <a:pt x="549481" y="5343866"/>
                  </a:lnTo>
                  <a:lnTo>
                    <a:pt x="532054" y="5346513"/>
                  </a:lnTo>
                  <a:lnTo>
                    <a:pt x="524090" y="5347620"/>
                  </a:lnTo>
                  <a:lnTo>
                    <a:pt x="522166" y="5347867"/>
                  </a:lnTo>
                  <a:lnTo>
                    <a:pt x="522133" y="5347871"/>
                  </a:lnTo>
                  <a:lnTo>
                    <a:pt x="0" y="5347871"/>
                  </a:lnTo>
                  <a:lnTo>
                    <a:pt x="0" y="5347871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075" name="pg2075"/>
            <p:cNvSpPr/>
            <p:nvPr/>
          </p:nvSpPr>
          <p:spPr>
            <a:xfrm>
              <a:off x="386606" y="3523474"/>
              <a:ext cx="8554953" cy="2569462"/>
            </a:xfrm>
            <a:custGeom>
              <a:avLst/>
              <a:pathLst>
                <a:path w="8554953" h="2569462">
                  <a:moveTo>
                    <a:pt x="0" y="2569462"/>
                  </a:moveTo>
                  <a:lnTo>
                    <a:pt x="522133" y="2569462"/>
                  </a:lnTo>
                  <a:lnTo>
                    <a:pt x="523303" y="2569390"/>
                  </a:lnTo>
                  <a:lnTo>
                    <a:pt x="530968" y="2568873"/>
                  </a:lnTo>
                  <a:lnTo>
                    <a:pt x="550183" y="2567444"/>
                  </a:lnTo>
                  <a:lnTo>
                    <a:pt x="584265" y="2564636"/>
                  </a:lnTo>
                  <a:lnTo>
                    <a:pt x="634506" y="2560028"/>
                  </a:lnTo>
                  <a:lnTo>
                    <a:pt x="700094" y="2553299"/>
                  </a:lnTo>
                  <a:lnTo>
                    <a:pt x="778403" y="2544250"/>
                  </a:lnTo>
                  <a:lnTo>
                    <a:pt x="865640" y="2532809"/>
                  </a:lnTo>
                  <a:lnTo>
                    <a:pt x="957627" y="2518991"/>
                  </a:lnTo>
                  <a:lnTo>
                    <a:pt x="1050508" y="2502851"/>
                  </a:lnTo>
                  <a:lnTo>
                    <a:pt x="1141198" y="2484428"/>
                  </a:lnTo>
                  <a:lnTo>
                    <a:pt x="1227559" y="2463709"/>
                  </a:lnTo>
                  <a:lnTo>
                    <a:pt x="1308371" y="2440596"/>
                  </a:lnTo>
                  <a:lnTo>
                    <a:pt x="1383165" y="2414900"/>
                  </a:lnTo>
                  <a:lnTo>
                    <a:pt x="1452040" y="2386332"/>
                  </a:lnTo>
                  <a:lnTo>
                    <a:pt x="1515473" y="2354514"/>
                  </a:lnTo>
                  <a:lnTo>
                    <a:pt x="1574173" y="2318990"/>
                  </a:lnTo>
                  <a:lnTo>
                    <a:pt x="1628972" y="2279252"/>
                  </a:lnTo>
                  <a:lnTo>
                    <a:pt x="1680737" y="2234791"/>
                  </a:lnTo>
                  <a:lnTo>
                    <a:pt x="1730303" y="2185181"/>
                  </a:lnTo>
                  <a:lnTo>
                    <a:pt x="1768425" y="2142160"/>
                  </a:lnTo>
                  <a:lnTo>
                    <a:pt x="1807092" y="2094291"/>
                  </a:lnTo>
                  <a:lnTo>
                    <a:pt x="1845394" y="2042792"/>
                  </a:lnTo>
                  <a:lnTo>
                    <a:pt x="1883575" y="1987588"/>
                  </a:lnTo>
                  <a:lnTo>
                    <a:pt x="1921825" y="1928670"/>
                  </a:lnTo>
                  <a:lnTo>
                    <a:pt x="1960284" y="1866100"/>
                  </a:lnTo>
                  <a:lnTo>
                    <a:pt x="1999049" y="1800016"/>
                  </a:lnTo>
                  <a:lnTo>
                    <a:pt x="2038176" y="1730638"/>
                  </a:lnTo>
                  <a:lnTo>
                    <a:pt x="2077685" y="1658268"/>
                  </a:lnTo>
                  <a:lnTo>
                    <a:pt x="2117561" y="1583287"/>
                  </a:lnTo>
                  <a:lnTo>
                    <a:pt x="2157762" y="1506152"/>
                  </a:lnTo>
                  <a:lnTo>
                    <a:pt x="2198221" y="1427382"/>
                  </a:lnTo>
                  <a:lnTo>
                    <a:pt x="2238853" y="1347547"/>
                  </a:lnTo>
                  <a:lnTo>
                    <a:pt x="2279562" y="1267250"/>
                  </a:lnTo>
                  <a:lnTo>
                    <a:pt x="2320244" y="1187110"/>
                  </a:lnTo>
                  <a:lnTo>
                    <a:pt x="2360800" y="1107740"/>
                  </a:lnTo>
                  <a:lnTo>
                    <a:pt x="2401138" y="1029727"/>
                  </a:lnTo>
                  <a:lnTo>
                    <a:pt x="2441182" y="953620"/>
                  </a:lnTo>
                  <a:lnTo>
                    <a:pt x="2480876" y="879906"/>
                  </a:lnTo>
                  <a:lnTo>
                    <a:pt x="2520192" y="809006"/>
                  </a:lnTo>
                  <a:lnTo>
                    <a:pt x="2559131" y="741260"/>
                  </a:lnTo>
                  <a:lnTo>
                    <a:pt x="2597732" y="676930"/>
                  </a:lnTo>
                  <a:lnTo>
                    <a:pt x="2636071" y="616194"/>
                  </a:lnTo>
                  <a:lnTo>
                    <a:pt x="2674265" y="559151"/>
                  </a:lnTo>
                  <a:lnTo>
                    <a:pt x="2712480" y="505825"/>
                  </a:lnTo>
                  <a:lnTo>
                    <a:pt x="2750933" y="456173"/>
                  </a:lnTo>
                  <a:lnTo>
                    <a:pt x="2770117" y="432949"/>
                  </a:lnTo>
                  <a:lnTo>
                    <a:pt x="2818469" y="379104"/>
                  </a:lnTo>
                  <a:lnTo>
                    <a:pt x="2868430" y="330599"/>
                  </a:lnTo>
                  <a:lnTo>
                    <a:pt x="2920759" y="287166"/>
                  </a:lnTo>
                  <a:lnTo>
                    <a:pt x="2976303" y="248353"/>
                  </a:lnTo>
                  <a:lnTo>
                    <a:pt x="3035927" y="213645"/>
                  </a:lnTo>
                  <a:lnTo>
                    <a:pt x="3100446" y="182543"/>
                  </a:lnTo>
                  <a:lnTo>
                    <a:pt x="3170531" y="154605"/>
                  </a:lnTo>
                  <a:lnTo>
                    <a:pt x="3246592" y="129470"/>
                  </a:lnTo>
                  <a:lnTo>
                    <a:pt x="3328626" y="106871"/>
                  </a:lnTo>
                  <a:lnTo>
                    <a:pt x="3416023" y="86637"/>
                  </a:lnTo>
                  <a:lnTo>
                    <a:pt x="3507380" y="68691"/>
                  </a:lnTo>
                  <a:lnTo>
                    <a:pt x="3600360" y="53032"/>
                  </a:lnTo>
                  <a:lnTo>
                    <a:pt x="3691691" y="39707"/>
                  </a:lnTo>
                  <a:lnTo>
                    <a:pt x="3777404" y="28768"/>
                  </a:lnTo>
                  <a:lnTo>
                    <a:pt x="3853338" y="20214"/>
                  </a:lnTo>
                  <a:lnTo>
                    <a:pt x="3915878" y="13950"/>
                  </a:lnTo>
                  <a:lnTo>
                    <a:pt x="3962736" y="9749"/>
                  </a:lnTo>
                  <a:lnTo>
                    <a:pt x="3993529" y="7267"/>
                  </a:lnTo>
                  <a:lnTo>
                    <a:pt x="4009990" y="6068"/>
                  </a:lnTo>
                  <a:lnTo>
                    <a:pt x="4015824" y="5682"/>
                  </a:lnTo>
                  <a:lnTo>
                    <a:pt x="4016409" y="5647"/>
                  </a:lnTo>
                  <a:lnTo>
                    <a:pt x="4538543" y="5647"/>
                  </a:lnTo>
                  <a:lnTo>
                    <a:pt x="4539812" y="5654"/>
                  </a:lnTo>
                  <a:lnTo>
                    <a:pt x="4548107" y="5707"/>
                  </a:lnTo>
                  <a:lnTo>
                    <a:pt x="4568844" y="5854"/>
                  </a:lnTo>
                  <a:lnTo>
                    <a:pt x="4605478" y="6143"/>
                  </a:lnTo>
                  <a:lnTo>
                    <a:pt x="4659189" y="6616"/>
                  </a:lnTo>
                  <a:lnTo>
                    <a:pt x="4728820" y="7305"/>
                  </a:lnTo>
                  <a:lnTo>
                    <a:pt x="4811282" y="8228"/>
                  </a:lnTo>
                  <a:lnTo>
                    <a:pt x="4902318" y="9391"/>
                  </a:lnTo>
                  <a:lnTo>
                    <a:pt x="4997416" y="10790"/>
                  </a:lnTo>
                  <a:lnTo>
                    <a:pt x="5092554" y="12421"/>
                  </a:lnTo>
                  <a:lnTo>
                    <a:pt x="5184650" y="14280"/>
                  </a:lnTo>
                  <a:lnTo>
                    <a:pt x="5271684" y="16370"/>
                  </a:lnTo>
                  <a:lnTo>
                    <a:pt x="5352613" y="18705"/>
                  </a:lnTo>
                  <a:lnTo>
                    <a:pt x="5427166" y="21309"/>
                  </a:lnTo>
                  <a:lnTo>
                    <a:pt x="5495626" y="24213"/>
                  </a:lnTo>
                  <a:lnTo>
                    <a:pt x="5558627" y="27461"/>
                  </a:lnTo>
                  <a:lnTo>
                    <a:pt x="5617011" y="31102"/>
                  </a:lnTo>
                  <a:lnTo>
                    <a:pt x="5671707" y="35190"/>
                  </a:lnTo>
                  <a:lnTo>
                    <a:pt x="5723650" y="39773"/>
                  </a:lnTo>
                  <a:lnTo>
                    <a:pt x="5773696" y="44886"/>
                  </a:lnTo>
                  <a:lnTo>
                    <a:pt x="5784835" y="46118"/>
                  </a:lnTo>
                  <a:lnTo>
                    <a:pt x="5838748" y="52548"/>
                  </a:lnTo>
                  <a:lnTo>
                    <a:pt x="5892142" y="59655"/>
                  </a:lnTo>
                  <a:lnTo>
                    <a:pt x="5945594" y="67449"/>
                  </a:lnTo>
                  <a:lnTo>
                    <a:pt x="5999492" y="75913"/>
                  </a:lnTo>
                  <a:lnTo>
                    <a:pt x="6054054" y="85004"/>
                  </a:lnTo>
                  <a:lnTo>
                    <a:pt x="6109356" y="94648"/>
                  </a:lnTo>
                  <a:lnTo>
                    <a:pt x="6165345" y="104742"/>
                  </a:lnTo>
                  <a:lnTo>
                    <a:pt x="6221868" y="115160"/>
                  </a:lnTo>
                  <a:lnTo>
                    <a:pt x="6278694" y="125755"/>
                  </a:lnTo>
                  <a:lnTo>
                    <a:pt x="6335554" y="136370"/>
                  </a:lnTo>
                  <a:lnTo>
                    <a:pt x="6392174" y="146845"/>
                  </a:lnTo>
                  <a:lnTo>
                    <a:pt x="6448312" y="157032"/>
                  </a:lnTo>
                  <a:lnTo>
                    <a:pt x="6503792" y="166797"/>
                  </a:lnTo>
                  <a:lnTo>
                    <a:pt x="6558534" y="176031"/>
                  </a:lnTo>
                  <a:lnTo>
                    <a:pt x="6612581" y="184654"/>
                  </a:lnTo>
                  <a:lnTo>
                    <a:pt x="6666113" y="192615"/>
                  </a:lnTo>
                  <a:lnTo>
                    <a:pt x="6719476" y="199891"/>
                  </a:lnTo>
                  <a:lnTo>
                    <a:pt x="6773196" y="206486"/>
                  </a:lnTo>
                  <a:lnTo>
                    <a:pt x="6786527" y="208004"/>
                  </a:lnTo>
                  <a:lnTo>
                    <a:pt x="6836248" y="213239"/>
                  </a:lnTo>
                  <a:lnTo>
                    <a:pt x="6887691" y="217940"/>
                  </a:lnTo>
                  <a:lnTo>
                    <a:pt x="6941684" y="222135"/>
                  </a:lnTo>
                  <a:lnTo>
                    <a:pt x="6999150" y="225873"/>
                  </a:lnTo>
                  <a:lnTo>
                    <a:pt x="7061028" y="229205"/>
                  </a:lnTo>
                  <a:lnTo>
                    <a:pt x="7128187" y="232183"/>
                  </a:lnTo>
                  <a:lnTo>
                    <a:pt x="7201321" y="234852"/>
                  </a:lnTo>
                  <a:lnTo>
                    <a:pt x="7280808" y="237245"/>
                  </a:lnTo>
                  <a:lnTo>
                    <a:pt x="7366520" y="239390"/>
                  </a:lnTo>
                  <a:lnTo>
                    <a:pt x="7457609" y="241300"/>
                  </a:lnTo>
                  <a:lnTo>
                    <a:pt x="7552291" y="242982"/>
                  </a:lnTo>
                  <a:lnTo>
                    <a:pt x="7647721" y="244435"/>
                  </a:lnTo>
                  <a:lnTo>
                    <a:pt x="7740064" y="245651"/>
                  </a:lnTo>
                  <a:lnTo>
                    <a:pt x="7824862" y="246628"/>
                  </a:lnTo>
                  <a:lnTo>
                    <a:pt x="7897724" y="247369"/>
                  </a:lnTo>
                  <a:lnTo>
                    <a:pt x="7955217" y="247889"/>
                  </a:lnTo>
                  <a:lnTo>
                    <a:pt x="7995699" y="248216"/>
                  </a:lnTo>
                  <a:lnTo>
                    <a:pt x="8019809" y="248391"/>
                  </a:lnTo>
                  <a:lnTo>
                    <a:pt x="8030510" y="248461"/>
                  </a:lnTo>
                  <a:lnTo>
                    <a:pt x="8032819" y="248475"/>
                  </a:lnTo>
                  <a:lnTo>
                    <a:pt x="8554953" y="248475"/>
                  </a:lnTo>
                  <a:lnTo>
                    <a:pt x="8554953" y="242828"/>
                  </a:lnTo>
                  <a:lnTo>
                    <a:pt x="8032819" y="242828"/>
                  </a:lnTo>
                  <a:lnTo>
                    <a:pt x="8031550" y="242820"/>
                  </a:lnTo>
                  <a:lnTo>
                    <a:pt x="8023255" y="242767"/>
                  </a:lnTo>
                  <a:lnTo>
                    <a:pt x="8002518" y="242620"/>
                  </a:lnTo>
                  <a:lnTo>
                    <a:pt x="7965884" y="242331"/>
                  </a:lnTo>
                  <a:lnTo>
                    <a:pt x="7912173" y="241858"/>
                  </a:lnTo>
                  <a:lnTo>
                    <a:pt x="7842541" y="241169"/>
                  </a:lnTo>
                  <a:lnTo>
                    <a:pt x="7760080" y="240246"/>
                  </a:lnTo>
                  <a:lnTo>
                    <a:pt x="7669044" y="239084"/>
                  </a:lnTo>
                  <a:lnTo>
                    <a:pt x="7573946" y="237684"/>
                  </a:lnTo>
                  <a:lnTo>
                    <a:pt x="7478808" y="236054"/>
                  </a:lnTo>
                  <a:lnTo>
                    <a:pt x="7386712" y="234195"/>
                  </a:lnTo>
                  <a:lnTo>
                    <a:pt x="7299678" y="232104"/>
                  </a:lnTo>
                  <a:lnTo>
                    <a:pt x="7218749" y="229769"/>
                  </a:lnTo>
                  <a:lnTo>
                    <a:pt x="7144196" y="227166"/>
                  </a:lnTo>
                  <a:lnTo>
                    <a:pt x="7075736" y="224261"/>
                  </a:lnTo>
                  <a:lnTo>
                    <a:pt x="7012735" y="221013"/>
                  </a:lnTo>
                  <a:lnTo>
                    <a:pt x="6954351" y="217372"/>
                  </a:lnTo>
                  <a:lnTo>
                    <a:pt x="6899655" y="213285"/>
                  </a:lnTo>
                  <a:lnTo>
                    <a:pt x="6847712" y="208701"/>
                  </a:lnTo>
                  <a:lnTo>
                    <a:pt x="6797666" y="203588"/>
                  </a:lnTo>
                  <a:lnTo>
                    <a:pt x="6786527" y="202356"/>
                  </a:lnTo>
                  <a:lnTo>
                    <a:pt x="6732614" y="195926"/>
                  </a:lnTo>
                  <a:lnTo>
                    <a:pt x="6679220" y="188819"/>
                  </a:lnTo>
                  <a:lnTo>
                    <a:pt x="6625768" y="181025"/>
                  </a:lnTo>
                  <a:lnTo>
                    <a:pt x="6571870" y="172561"/>
                  </a:lnTo>
                  <a:lnTo>
                    <a:pt x="6517308" y="163471"/>
                  </a:lnTo>
                  <a:lnTo>
                    <a:pt x="6462006" y="153827"/>
                  </a:lnTo>
                  <a:lnTo>
                    <a:pt x="6406017" y="143732"/>
                  </a:lnTo>
                  <a:lnTo>
                    <a:pt x="6349494" y="133314"/>
                  </a:lnTo>
                  <a:lnTo>
                    <a:pt x="6292668" y="122720"/>
                  </a:lnTo>
                  <a:lnTo>
                    <a:pt x="6235808" y="112105"/>
                  </a:lnTo>
                  <a:lnTo>
                    <a:pt x="6179188" y="101629"/>
                  </a:lnTo>
                  <a:lnTo>
                    <a:pt x="6123050" y="91443"/>
                  </a:lnTo>
                  <a:lnTo>
                    <a:pt x="6067570" y="81678"/>
                  </a:lnTo>
                  <a:lnTo>
                    <a:pt x="6012828" y="72443"/>
                  </a:lnTo>
                  <a:lnTo>
                    <a:pt x="5958781" y="63820"/>
                  </a:lnTo>
                  <a:lnTo>
                    <a:pt x="5905249" y="55859"/>
                  </a:lnTo>
                  <a:lnTo>
                    <a:pt x="5851886" y="48583"/>
                  </a:lnTo>
                  <a:lnTo>
                    <a:pt x="5798166" y="41989"/>
                  </a:lnTo>
                  <a:lnTo>
                    <a:pt x="5784835" y="40471"/>
                  </a:lnTo>
                  <a:lnTo>
                    <a:pt x="5735114" y="35236"/>
                  </a:lnTo>
                  <a:lnTo>
                    <a:pt x="5683671" y="30535"/>
                  </a:lnTo>
                  <a:lnTo>
                    <a:pt x="5629678" y="26339"/>
                  </a:lnTo>
                  <a:lnTo>
                    <a:pt x="5572212" y="22602"/>
                  </a:lnTo>
                  <a:lnTo>
                    <a:pt x="5510334" y="19269"/>
                  </a:lnTo>
                  <a:lnTo>
                    <a:pt x="5443175" y="16291"/>
                  </a:lnTo>
                  <a:lnTo>
                    <a:pt x="5370041" y="13623"/>
                  </a:lnTo>
                  <a:lnTo>
                    <a:pt x="5290554" y="11229"/>
                  </a:lnTo>
                  <a:lnTo>
                    <a:pt x="5204842" y="9085"/>
                  </a:lnTo>
                  <a:lnTo>
                    <a:pt x="5113753" y="7174"/>
                  </a:lnTo>
                  <a:lnTo>
                    <a:pt x="5019071" y="5492"/>
                  </a:lnTo>
                  <a:lnTo>
                    <a:pt x="4923641" y="4040"/>
                  </a:lnTo>
                  <a:lnTo>
                    <a:pt x="4831298" y="2823"/>
                  </a:lnTo>
                  <a:lnTo>
                    <a:pt x="4746500" y="1846"/>
                  </a:lnTo>
                  <a:lnTo>
                    <a:pt x="4673638" y="1105"/>
                  </a:lnTo>
                  <a:lnTo>
                    <a:pt x="4616145" y="586"/>
                  </a:lnTo>
                  <a:lnTo>
                    <a:pt x="4575663" y="259"/>
                  </a:lnTo>
                  <a:lnTo>
                    <a:pt x="4551553" y="83"/>
                  </a:lnTo>
                  <a:lnTo>
                    <a:pt x="4540852" y="13"/>
                  </a:lnTo>
                  <a:lnTo>
                    <a:pt x="4538543" y="0"/>
                  </a:lnTo>
                  <a:lnTo>
                    <a:pt x="4016409" y="0"/>
                  </a:lnTo>
                  <a:lnTo>
                    <a:pt x="4015239" y="72"/>
                  </a:lnTo>
                  <a:lnTo>
                    <a:pt x="4007574" y="589"/>
                  </a:lnTo>
                  <a:lnTo>
                    <a:pt x="3988359" y="2018"/>
                  </a:lnTo>
                  <a:lnTo>
                    <a:pt x="3954277" y="4826"/>
                  </a:lnTo>
                  <a:lnTo>
                    <a:pt x="3904036" y="9433"/>
                  </a:lnTo>
                  <a:lnTo>
                    <a:pt x="3838448" y="16163"/>
                  </a:lnTo>
                  <a:lnTo>
                    <a:pt x="3760139" y="25211"/>
                  </a:lnTo>
                  <a:lnTo>
                    <a:pt x="3672902" y="36653"/>
                  </a:lnTo>
                  <a:lnTo>
                    <a:pt x="3580915" y="50470"/>
                  </a:lnTo>
                  <a:lnTo>
                    <a:pt x="3488034" y="66611"/>
                  </a:lnTo>
                  <a:lnTo>
                    <a:pt x="3397344" y="85034"/>
                  </a:lnTo>
                  <a:lnTo>
                    <a:pt x="3310983" y="105753"/>
                  </a:lnTo>
                  <a:lnTo>
                    <a:pt x="3230172" y="128866"/>
                  </a:lnTo>
                  <a:lnTo>
                    <a:pt x="3155377" y="154562"/>
                  </a:lnTo>
                  <a:lnTo>
                    <a:pt x="3086502" y="183130"/>
                  </a:lnTo>
                  <a:lnTo>
                    <a:pt x="3023070" y="214948"/>
                  </a:lnTo>
                  <a:lnTo>
                    <a:pt x="2964369" y="250472"/>
                  </a:lnTo>
                  <a:lnTo>
                    <a:pt x="2909571" y="290210"/>
                  </a:lnTo>
                  <a:lnTo>
                    <a:pt x="2857805" y="334670"/>
                  </a:lnTo>
                  <a:lnTo>
                    <a:pt x="2808239" y="384281"/>
                  </a:lnTo>
                  <a:lnTo>
                    <a:pt x="2770117" y="427302"/>
                  </a:lnTo>
                  <a:lnTo>
                    <a:pt x="2731450" y="475171"/>
                  </a:lnTo>
                  <a:lnTo>
                    <a:pt x="2693148" y="526670"/>
                  </a:lnTo>
                  <a:lnTo>
                    <a:pt x="2654967" y="581874"/>
                  </a:lnTo>
                  <a:lnTo>
                    <a:pt x="2616717" y="640792"/>
                  </a:lnTo>
                  <a:lnTo>
                    <a:pt x="2578258" y="703362"/>
                  </a:lnTo>
                  <a:lnTo>
                    <a:pt x="2539493" y="769446"/>
                  </a:lnTo>
                  <a:lnTo>
                    <a:pt x="2500366" y="838824"/>
                  </a:lnTo>
                  <a:lnTo>
                    <a:pt x="2460857" y="911194"/>
                  </a:lnTo>
                  <a:lnTo>
                    <a:pt x="2420981" y="986175"/>
                  </a:lnTo>
                  <a:lnTo>
                    <a:pt x="2380780" y="1063310"/>
                  </a:lnTo>
                  <a:lnTo>
                    <a:pt x="2340321" y="1142080"/>
                  </a:lnTo>
                  <a:lnTo>
                    <a:pt x="2299689" y="1221915"/>
                  </a:lnTo>
                  <a:lnTo>
                    <a:pt x="2258981" y="1302212"/>
                  </a:lnTo>
                  <a:lnTo>
                    <a:pt x="2218298" y="1382352"/>
                  </a:lnTo>
                  <a:lnTo>
                    <a:pt x="2177742" y="1461722"/>
                  </a:lnTo>
                  <a:lnTo>
                    <a:pt x="2137404" y="1539734"/>
                  </a:lnTo>
                  <a:lnTo>
                    <a:pt x="2097360" y="1615842"/>
                  </a:lnTo>
                  <a:lnTo>
                    <a:pt x="2057666" y="1689555"/>
                  </a:lnTo>
                  <a:lnTo>
                    <a:pt x="2018351" y="1760456"/>
                  </a:lnTo>
                  <a:lnTo>
                    <a:pt x="1979411" y="1828202"/>
                  </a:lnTo>
                  <a:lnTo>
                    <a:pt x="1940810" y="1892532"/>
                  </a:lnTo>
                  <a:lnTo>
                    <a:pt x="1902471" y="1953268"/>
                  </a:lnTo>
                  <a:lnTo>
                    <a:pt x="1864277" y="2010311"/>
                  </a:lnTo>
                  <a:lnTo>
                    <a:pt x="1826062" y="2063637"/>
                  </a:lnTo>
                  <a:lnTo>
                    <a:pt x="1787610" y="2113288"/>
                  </a:lnTo>
                  <a:lnTo>
                    <a:pt x="1768425" y="2136513"/>
                  </a:lnTo>
                  <a:lnTo>
                    <a:pt x="1720073" y="2190358"/>
                  </a:lnTo>
                  <a:lnTo>
                    <a:pt x="1670112" y="2238863"/>
                  </a:lnTo>
                  <a:lnTo>
                    <a:pt x="1617783" y="2282296"/>
                  </a:lnTo>
                  <a:lnTo>
                    <a:pt x="1562239" y="2321109"/>
                  </a:lnTo>
                  <a:lnTo>
                    <a:pt x="1502615" y="2355816"/>
                  </a:lnTo>
                  <a:lnTo>
                    <a:pt x="1438096" y="2386919"/>
                  </a:lnTo>
                  <a:lnTo>
                    <a:pt x="1368012" y="2414857"/>
                  </a:lnTo>
                  <a:lnTo>
                    <a:pt x="1291950" y="2439992"/>
                  </a:lnTo>
                  <a:lnTo>
                    <a:pt x="1209916" y="2462591"/>
                  </a:lnTo>
                  <a:lnTo>
                    <a:pt x="1122519" y="2482825"/>
                  </a:lnTo>
                  <a:lnTo>
                    <a:pt x="1031162" y="2500771"/>
                  </a:lnTo>
                  <a:lnTo>
                    <a:pt x="938183" y="2516430"/>
                  </a:lnTo>
                  <a:lnTo>
                    <a:pt x="846851" y="2529755"/>
                  </a:lnTo>
                  <a:lnTo>
                    <a:pt x="761138" y="2540694"/>
                  </a:lnTo>
                  <a:lnTo>
                    <a:pt x="685204" y="2549247"/>
                  </a:lnTo>
                  <a:lnTo>
                    <a:pt x="622664" y="2555512"/>
                  </a:lnTo>
                  <a:lnTo>
                    <a:pt x="575806" y="2559713"/>
                  </a:lnTo>
                  <a:lnTo>
                    <a:pt x="545013" y="2562195"/>
                  </a:lnTo>
                  <a:lnTo>
                    <a:pt x="528553" y="2563394"/>
                  </a:lnTo>
                  <a:lnTo>
                    <a:pt x="522718" y="2563780"/>
                  </a:lnTo>
                  <a:lnTo>
                    <a:pt x="522133" y="2563815"/>
                  </a:lnTo>
                  <a:lnTo>
                    <a:pt x="0" y="2563815"/>
                  </a:lnTo>
                  <a:close/>
                </a:path>
              </a:pathLst>
            </a:custGeom>
            <a:solidFill>
              <a:srgbClr val="63D9C8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2076" name="pl2076"/>
            <p:cNvSpPr/>
            <p:nvPr/>
          </p:nvSpPr>
          <p:spPr>
            <a:xfrm>
              <a:off x="386606" y="3529121"/>
              <a:ext cx="8554953" cy="2563815"/>
            </a:xfrm>
            <a:custGeom>
              <a:avLst/>
              <a:pathLst>
                <a:path w="8554953" h="2563815">
                  <a:moveTo>
                    <a:pt x="0" y="2563815"/>
                  </a:moveTo>
                  <a:lnTo>
                    <a:pt x="522133" y="2563815"/>
                  </a:lnTo>
                  <a:lnTo>
                    <a:pt x="523303" y="2563743"/>
                  </a:lnTo>
                  <a:lnTo>
                    <a:pt x="530968" y="2563226"/>
                  </a:lnTo>
                  <a:lnTo>
                    <a:pt x="550183" y="2561797"/>
                  </a:lnTo>
                  <a:lnTo>
                    <a:pt x="584265" y="2558989"/>
                  </a:lnTo>
                  <a:lnTo>
                    <a:pt x="634506" y="2554381"/>
                  </a:lnTo>
                  <a:lnTo>
                    <a:pt x="700094" y="2547652"/>
                  </a:lnTo>
                  <a:lnTo>
                    <a:pt x="778403" y="2538603"/>
                  </a:lnTo>
                  <a:lnTo>
                    <a:pt x="865640" y="2527162"/>
                  </a:lnTo>
                  <a:lnTo>
                    <a:pt x="957627" y="2513344"/>
                  </a:lnTo>
                  <a:lnTo>
                    <a:pt x="1050508" y="2497204"/>
                  </a:lnTo>
                  <a:lnTo>
                    <a:pt x="1141198" y="2478781"/>
                  </a:lnTo>
                  <a:lnTo>
                    <a:pt x="1227559" y="2458061"/>
                  </a:lnTo>
                  <a:lnTo>
                    <a:pt x="1308371" y="2434949"/>
                  </a:lnTo>
                  <a:lnTo>
                    <a:pt x="1383165" y="2409252"/>
                  </a:lnTo>
                  <a:lnTo>
                    <a:pt x="1452040" y="2380685"/>
                  </a:lnTo>
                  <a:lnTo>
                    <a:pt x="1515473" y="2348867"/>
                  </a:lnTo>
                  <a:lnTo>
                    <a:pt x="1574173" y="2313342"/>
                  </a:lnTo>
                  <a:lnTo>
                    <a:pt x="1628972" y="2273605"/>
                  </a:lnTo>
                  <a:lnTo>
                    <a:pt x="1680737" y="2229144"/>
                  </a:lnTo>
                  <a:lnTo>
                    <a:pt x="1730303" y="2179534"/>
                  </a:lnTo>
                  <a:lnTo>
                    <a:pt x="1768425" y="2136513"/>
                  </a:lnTo>
                  <a:lnTo>
                    <a:pt x="1807092" y="2088644"/>
                  </a:lnTo>
                  <a:lnTo>
                    <a:pt x="1845394" y="2037145"/>
                  </a:lnTo>
                  <a:lnTo>
                    <a:pt x="1883575" y="1981941"/>
                  </a:lnTo>
                  <a:lnTo>
                    <a:pt x="1921825" y="1923023"/>
                  </a:lnTo>
                  <a:lnTo>
                    <a:pt x="1960284" y="1860453"/>
                  </a:lnTo>
                  <a:lnTo>
                    <a:pt x="1999049" y="1794369"/>
                  </a:lnTo>
                  <a:lnTo>
                    <a:pt x="2038176" y="1724991"/>
                  </a:lnTo>
                  <a:lnTo>
                    <a:pt x="2077685" y="1652621"/>
                  </a:lnTo>
                  <a:lnTo>
                    <a:pt x="2117561" y="1577640"/>
                  </a:lnTo>
                  <a:lnTo>
                    <a:pt x="2157762" y="1500505"/>
                  </a:lnTo>
                  <a:lnTo>
                    <a:pt x="2198221" y="1421735"/>
                  </a:lnTo>
                  <a:lnTo>
                    <a:pt x="2238853" y="1341900"/>
                  </a:lnTo>
                  <a:lnTo>
                    <a:pt x="2279562" y="1261603"/>
                  </a:lnTo>
                  <a:lnTo>
                    <a:pt x="2320244" y="1181463"/>
                  </a:lnTo>
                  <a:lnTo>
                    <a:pt x="2360800" y="1102092"/>
                  </a:lnTo>
                  <a:lnTo>
                    <a:pt x="2401138" y="1024080"/>
                  </a:lnTo>
                  <a:lnTo>
                    <a:pt x="2441182" y="947973"/>
                  </a:lnTo>
                  <a:lnTo>
                    <a:pt x="2480876" y="874259"/>
                  </a:lnTo>
                  <a:lnTo>
                    <a:pt x="2520192" y="803359"/>
                  </a:lnTo>
                  <a:lnTo>
                    <a:pt x="2559131" y="735613"/>
                  </a:lnTo>
                  <a:lnTo>
                    <a:pt x="2597732" y="671283"/>
                  </a:lnTo>
                  <a:lnTo>
                    <a:pt x="2636071" y="610547"/>
                  </a:lnTo>
                  <a:lnTo>
                    <a:pt x="2674265" y="553503"/>
                  </a:lnTo>
                  <a:lnTo>
                    <a:pt x="2712480" y="500178"/>
                  </a:lnTo>
                  <a:lnTo>
                    <a:pt x="2750933" y="450526"/>
                  </a:lnTo>
                  <a:lnTo>
                    <a:pt x="2770117" y="427302"/>
                  </a:lnTo>
                  <a:lnTo>
                    <a:pt x="2818469" y="373457"/>
                  </a:lnTo>
                  <a:lnTo>
                    <a:pt x="2868430" y="324951"/>
                  </a:lnTo>
                  <a:lnTo>
                    <a:pt x="2920759" y="281519"/>
                  </a:lnTo>
                  <a:lnTo>
                    <a:pt x="2976303" y="242706"/>
                  </a:lnTo>
                  <a:lnTo>
                    <a:pt x="3035927" y="207998"/>
                  </a:lnTo>
                  <a:lnTo>
                    <a:pt x="3100446" y="176896"/>
                  </a:lnTo>
                  <a:lnTo>
                    <a:pt x="3170531" y="148958"/>
                  </a:lnTo>
                  <a:lnTo>
                    <a:pt x="3246592" y="123823"/>
                  </a:lnTo>
                  <a:lnTo>
                    <a:pt x="3328626" y="101224"/>
                  </a:lnTo>
                  <a:lnTo>
                    <a:pt x="3416023" y="80990"/>
                  </a:lnTo>
                  <a:lnTo>
                    <a:pt x="3507380" y="63043"/>
                  </a:lnTo>
                  <a:lnTo>
                    <a:pt x="3600360" y="47384"/>
                  </a:lnTo>
                  <a:lnTo>
                    <a:pt x="3691691" y="34060"/>
                  </a:lnTo>
                  <a:lnTo>
                    <a:pt x="3777404" y="23121"/>
                  </a:lnTo>
                  <a:lnTo>
                    <a:pt x="3853338" y="14567"/>
                  </a:lnTo>
                  <a:lnTo>
                    <a:pt x="3915878" y="8302"/>
                  </a:lnTo>
                  <a:lnTo>
                    <a:pt x="3962736" y="4102"/>
                  </a:lnTo>
                  <a:lnTo>
                    <a:pt x="3993529" y="1620"/>
                  </a:lnTo>
                  <a:lnTo>
                    <a:pt x="4009990" y="421"/>
                  </a:lnTo>
                  <a:lnTo>
                    <a:pt x="4015824" y="35"/>
                  </a:lnTo>
                  <a:lnTo>
                    <a:pt x="4016409" y="0"/>
                  </a:lnTo>
                  <a:lnTo>
                    <a:pt x="4538543" y="0"/>
                  </a:lnTo>
                  <a:lnTo>
                    <a:pt x="4539812" y="7"/>
                  </a:lnTo>
                  <a:lnTo>
                    <a:pt x="4548107" y="60"/>
                  </a:lnTo>
                  <a:lnTo>
                    <a:pt x="4568844" y="207"/>
                  </a:lnTo>
                  <a:lnTo>
                    <a:pt x="4605478" y="496"/>
                  </a:lnTo>
                  <a:lnTo>
                    <a:pt x="4659189" y="969"/>
                  </a:lnTo>
                  <a:lnTo>
                    <a:pt x="4728820" y="1658"/>
                  </a:lnTo>
                  <a:lnTo>
                    <a:pt x="4811282" y="2581"/>
                  </a:lnTo>
                  <a:lnTo>
                    <a:pt x="4902318" y="3744"/>
                  </a:lnTo>
                  <a:lnTo>
                    <a:pt x="4997416" y="5143"/>
                  </a:lnTo>
                  <a:lnTo>
                    <a:pt x="5092554" y="6774"/>
                  </a:lnTo>
                  <a:lnTo>
                    <a:pt x="5184650" y="8632"/>
                  </a:lnTo>
                  <a:lnTo>
                    <a:pt x="5271684" y="10723"/>
                  </a:lnTo>
                  <a:lnTo>
                    <a:pt x="5352613" y="13058"/>
                  </a:lnTo>
                  <a:lnTo>
                    <a:pt x="5427166" y="15662"/>
                  </a:lnTo>
                  <a:lnTo>
                    <a:pt x="5495626" y="18566"/>
                  </a:lnTo>
                  <a:lnTo>
                    <a:pt x="5558627" y="21814"/>
                  </a:lnTo>
                  <a:lnTo>
                    <a:pt x="5617011" y="25455"/>
                  </a:lnTo>
                  <a:lnTo>
                    <a:pt x="5671707" y="29543"/>
                  </a:lnTo>
                  <a:lnTo>
                    <a:pt x="5723650" y="34126"/>
                  </a:lnTo>
                  <a:lnTo>
                    <a:pt x="5773696" y="39239"/>
                  </a:lnTo>
                  <a:lnTo>
                    <a:pt x="5784835" y="40471"/>
                  </a:lnTo>
                  <a:lnTo>
                    <a:pt x="5838748" y="46901"/>
                  </a:lnTo>
                  <a:lnTo>
                    <a:pt x="5892142" y="54008"/>
                  </a:lnTo>
                  <a:lnTo>
                    <a:pt x="5945594" y="61802"/>
                  </a:lnTo>
                  <a:lnTo>
                    <a:pt x="5999492" y="70266"/>
                  </a:lnTo>
                  <a:lnTo>
                    <a:pt x="6054054" y="79357"/>
                  </a:lnTo>
                  <a:lnTo>
                    <a:pt x="6109356" y="89000"/>
                  </a:lnTo>
                  <a:lnTo>
                    <a:pt x="6165345" y="99095"/>
                  </a:lnTo>
                  <a:lnTo>
                    <a:pt x="6221868" y="109513"/>
                  </a:lnTo>
                  <a:lnTo>
                    <a:pt x="6278694" y="120108"/>
                  </a:lnTo>
                  <a:lnTo>
                    <a:pt x="6335554" y="130722"/>
                  </a:lnTo>
                  <a:lnTo>
                    <a:pt x="6392174" y="141198"/>
                  </a:lnTo>
                  <a:lnTo>
                    <a:pt x="6448312" y="151385"/>
                  </a:lnTo>
                  <a:lnTo>
                    <a:pt x="6503792" y="161150"/>
                  </a:lnTo>
                  <a:lnTo>
                    <a:pt x="6558534" y="170384"/>
                  </a:lnTo>
                  <a:lnTo>
                    <a:pt x="6612581" y="179007"/>
                  </a:lnTo>
                  <a:lnTo>
                    <a:pt x="6666113" y="186968"/>
                  </a:lnTo>
                  <a:lnTo>
                    <a:pt x="6719476" y="194244"/>
                  </a:lnTo>
                  <a:lnTo>
                    <a:pt x="6773196" y="200838"/>
                  </a:lnTo>
                  <a:lnTo>
                    <a:pt x="6786527" y="202356"/>
                  </a:lnTo>
                  <a:lnTo>
                    <a:pt x="6836248" y="207591"/>
                  </a:lnTo>
                  <a:lnTo>
                    <a:pt x="6887691" y="212292"/>
                  </a:lnTo>
                  <a:lnTo>
                    <a:pt x="6941684" y="216488"/>
                  </a:lnTo>
                  <a:lnTo>
                    <a:pt x="6999150" y="220226"/>
                  </a:lnTo>
                  <a:lnTo>
                    <a:pt x="7061028" y="223558"/>
                  </a:lnTo>
                  <a:lnTo>
                    <a:pt x="7128187" y="226536"/>
                  </a:lnTo>
                  <a:lnTo>
                    <a:pt x="7201321" y="229204"/>
                  </a:lnTo>
                  <a:lnTo>
                    <a:pt x="7280808" y="231598"/>
                  </a:lnTo>
                  <a:lnTo>
                    <a:pt x="7366520" y="233742"/>
                  </a:lnTo>
                  <a:lnTo>
                    <a:pt x="7457609" y="235653"/>
                  </a:lnTo>
                  <a:lnTo>
                    <a:pt x="7552291" y="237335"/>
                  </a:lnTo>
                  <a:lnTo>
                    <a:pt x="7647721" y="238787"/>
                  </a:lnTo>
                  <a:lnTo>
                    <a:pt x="7740064" y="240004"/>
                  </a:lnTo>
                  <a:lnTo>
                    <a:pt x="7824862" y="240981"/>
                  </a:lnTo>
                  <a:lnTo>
                    <a:pt x="7897724" y="241722"/>
                  </a:lnTo>
                  <a:lnTo>
                    <a:pt x="7955217" y="242242"/>
                  </a:lnTo>
                  <a:lnTo>
                    <a:pt x="7995699" y="242569"/>
                  </a:lnTo>
                  <a:lnTo>
                    <a:pt x="8019809" y="242744"/>
                  </a:lnTo>
                  <a:lnTo>
                    <a:pt x="8030510" y="242814"/>
                  </a:lnTo>
                  <a:lnTo>
                    <a:pt x="8032804" y="242828"/>
                  </a:lnTo>
                  <a:lnTo>
                    <a:pt x="8032819" y="242828"/>
                  </a:lnTo>
                  <a:lnTo>
                    <a:pt x="8554953" y="242828"/>
                  </a:lnTo>
                  <a:lnTo>
                    <a:pt x="8554953" y="242828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077" name="pl2077"/>
            <p:cNvSpPr/>
            <p:nvPr/>
          </p:nvSpPr>
          <p:spPr>
            <a:xfrm>
              <a:off x="386606" y="3523474"/>
              <a:ext cx="8554953" cy="2563815"/>
            </a:xfrm>
            <a:custGeom>
              <a:avLst/>
              <a:pathLst>
                <a:path w="8554953" h="2563815">
                  <a:moveTo>
                    <a:pt x="8554953" y="242828"/>
                  </a:moveTo>
                  <a:lnTo>
                    <a:pt x="8032819" y="242828"/>
                  </a:lnTo>
                  <a:lnTo>
                    <a:pt x="8031550" y="242820"/>
                  </a:lnTo>
                  <a:lnTo>
                    <a:pt x="8023255" y="242767"/>
                  </a:lnTo>
                  <a:lnTo>
                    <a:pt x="8002518" y="242620"/>
                  </a:lnTo>
                  <a:lnTo>
                    <a:pt x="7965884" y="242331"/>
                  </a:lnTo>
                  <a:lnTo>
                    <a:pt x="7912173" y="241858"/>
                  </a:lnTo>
                  <a:lnTo>
                    <a:pt x="7842541" y="241169"/>
                  </a:lnTo>
                  <a:lnTo>
                    <a:pt x="7760080" y="240246"/>
                  </a:lnTo>
                  <a:lnTo>
                    <a:pt x="7669044" y="239084"/>
                  </a:lnTo>
                  <a:lnTo>
                    <a:pt x="7573946" y="237684"/>
                  </a:lnTo>
                  <a:lnTo>
                    <a:pt x="7478808" y="236054"/>
                  </a:lnTo>
                  <a:lnTo>
                    <a:pt x="7386712" y="234195"/>
                  </a:lnTo>
                  <a:lnTo>
                    <a:pt x="7299678" y="232104"/>
                  </a:lnTo>
                  <a:lnTo>
                    <a:pt x="7218749" y="229769"/>
                  </a:lnTo>
                  <a:lnTo>
                    <a:pt x="7144196" y="227166"/>
                  </a:lnTo>
                  <a:lnTo>
                    <a:pt x="7075736" y="224261"/>
                  </a:lnTo>
                  <a:lnTo>
                    <a:pt x="7012735" y="221013"/>
                  </a:lnTo>
                  <a:lnTo>
                    <a:pt x="6954351" y="217372"/>
                  </a:lnTo>
                  <a:lnTo>
                    <a:pt x="6899655" y="213285"/>
                  </a:lnTo>
                  <a:lnTo>
                    <a:pt x="6847712" y="208701"/>
                  </a:lnTo>
                  <a:lnTo>
                    <a:pt x="6797666" y="203588"/>
                  </a:lnTo>
                  <a:lnTo>
                    <a:pt x="6786527" y="202356"/>
                  </a:lnTo>
                  <a:lnTo>
                    <a:pt x="6732614" y="195926"/>
                  </a:lnTo>
                  <a:lnTo>
                    <a:pt x="6679220" y="188819"/>
                  </a:lnTo>
                  <a:lnTo>
                    <a:pt x="6625768" y="181025"/>
                  </a:lnTo>
                  <a:lnTo>
                    <a:pt x="6571870" y="172561"/>
                  </a:lnTo>
                  <a:lnTo>
                    <a:pt x="6517308" y="163471"/>
                  </a:lnTo>
                  <a:lnTo>
                    <a:pt x="6462006" y="153827"/>
                  </a:lnTo>
                  <a:lnTo>
                    <a:pt x="6406017" y="143732"/>
                  </a:lnTo>
                  <a:lnTo>
                    <a:pt x="6349494" y="133314"/>
                  </a:lnTo>
                  <a:lnTo>
                    <a:pt x="6292668" y="122720"/>
                  </a:lnTo>
                  <a:lnTo>
                    <a:pt x="6235808" y="112105"/>
                  </a:lnTo>
                  <a:lnTo>
                    <a:pt x="6179188" y="101629"/>
                  </a:lnTo>
                  <a:lnTo>
                    <a:pt x="6123050" y="91443"/>
                  </a:lnTo>
                  <a:lnTo>
                    <a:pt x="6067570" y="81678"/>
                  </a:lnTo>
                  <a:lnTo>
                    <a:pt x="6012828" y="72443"/>
                  </a:lnTo>
                  <a:lnTo>
                    <a:pt x="5958781" y="63820"/>
                  </a:lnTo>
                  <a:lnTo>
                    <a:pt x="5905249" y="55859"/>
                  </a:lnTo>
                  <a:lnTo>
                    <a:pt x="5851886" y="48583"/>
                  </a:lnTo>
                  <a:lnTo>
                    <a:pt x="5798166" y="41989"/>
                  </a:lnTo>
                  <a:lnTo>
                    <a:pt x="5784835" y="40471"/>
                  </a:lnTo>
                  <a:lnTo>
                    <a:pt x="5735114" y="35236"/>
                  </a:lnTo>
                  <a:lnTo>
                    <a:pt x="5683671" y="30535"/>
                  </a:lnTo>
                  <a:lnTo>
                    <a:pt x="5629678" y="26339"/>
                  </a:lnTo>
                  <a:lnTo>
                    <a:pt x="5572212" y="22602"/>
                  </a:lnTo>
                  <a:lnTo>
                    <a:pt x="5510334" y="19269"/>
                  </a:lnTo>
                  <a:lnTo>
                    <a:pt x="5443175" y="16291"/>
                  </a:lnTo>
                  <a:lnTo>
                    <a:pt x="5370041" y="13623"/>
                  </a:lnTo>
                  <a:lnTo>
                    <a:pt x="5290554" y="11229"/>
                  </a:lnTo>
                  <a:lnTo>
                    <a:pt x="5204842" y="9085"/>
                  </a:lnTo>
                  <a:lnTo>
                    <a:pt x="5113753" y="7174"/>
                  </a:lnTo>
                  <a:lnTo>
                    <a:pt x="5019071" y="5492"/>
                  </a:lnTo>
                  <a:lnTo>
                    <a:pt x="4923641" y="4040"/>
                  </a:lnTo>
                  <a:lnTo>
                    <a:pt x="4831298" y="2823"/>
                  </a:lnTo>
                  <a:lnTo>
                    <a:pt x="4746500" y="1846"/>
                  </a:lnTo>
                  <a:lnTo>
                    <a:pt x="4673638" y="1105"/>
                  </a:lnTo>
                  <a:lnTo>
                    <a:pt x="4616145" y="586"/>
                  </a:lnTo>
                  <a:lnTo>
                    <a:pt x="4575663" y="259"/>
                  </a:lnTo>
                  <a:lnTo>
                    <a:pt x="4551553" y="83"/>
                  </a:lnTo>
                  <a:lnTo>
                    <a:pt x="4540852" y="13"/>
                  </a:lnTo>
                  <a:lnTo>
                    <a:pt x="4538558" y="0"/>
                  </a:lnTo>
                  <a:lnTo>
                    <a:pt x="4538543" y="0"/>
                  </a:lnTo>
                  <a:lnTo>
                    <a:pt x="4016409" y="0"/>
                  </a:lnTo>
                  <a:lnTo>
                    <a:pt x="4015239" y="72"/>
                  </a:lnTo>
                  <a:lnTo>
                    <a:pt x="4007574" y="589"/>
                  </a:lnTo>
                  <a:lnTo>
                    <a:pt x="3988359" y="2018"/>
                  </a:lnTo>
                  <a:lnTo>
                    <a:pt x="3954277" y="4826"/>
                  </a:lnTo>
                  <a:lnTo>
                    <a:pt x="3904036" y="9433"/>
                  </a:lnTo>
                  <a:lnTo>
                    <a:pt x="3838448" y="16163"/>
                  </a:lnTo>
                  <a:lnTo>
                    <a:pt x="3760139" y="25211"/>
                  </a:lnTo>
                  <a:lnTo>
                    <a:pt x="3672902" y="36653"/>
                  </a:lnTo>
                  <a:lnTo>
                    <a:pt x="3580915" y="50470"/>
                  </a:lnTo>
                  <a:lnTo>
                    <a:pt x="3488034" y="66611"/>
                  </a:lnTo>
                  <a:lnTo>
                    <a:pt x="3397344" y="85034"/>
                  </a:lnTo>
                  <a:lnTo>
                    <a:pt x="3310983" y="105753"/>
                  </a:lnTo>
                  <a:lnTo>
                    <a:pt x="3230172" y="128866"/>
                  </a:lnTo>
                  <a:lnTo>
                    <a:pt x="3155377" y="154562"/>
                  </a:lnTo>
                  <a:lnTo>
                    <a:pt x="3086502" y="183130"/>
                  </a:lnTo>
                  <a:lnTo>
                    <a:pt x="3023070" y="214948"/>
                  </a:lnTo>
                  <a:lnTo>
                    <a:pt x="2964369" y="250472"/>
                  </a:lnTo>
                  <a:lnTo>
                    <a:pt x="2909571" y="290210"/>
                  </a:lnTo>
                  <a:lnTo>
                    <a:pt x="2857805" y="334670"/>
                  </a:lnTo>
                  <a:lnTo>
                    <a:pt x="2808239" y="384281"/>
                  </a:lnTo>
                  <a:lnTo>
                    <a:pt x="2770117" y="427302"/>
                  </a:lnTo>
                  <a:lnTo>
                    <a:pt x="2731450" y="475171"/>
                  </a:lnTo>
                  <a:lnTo>
                    <a:pt x="2693148" y="526670"/>
                  </a:lnTo>
                  <a:lnTo>
                    <a:pt x="2654967" y="581874"/>
                  </a:lnTo>
                  <a:lnTo>
                    <a:pt x="2616717" y="640792"/>
                  </a:lnTo>
                  <a:lnTo>
                    <a:pt x="2578258" y="703362"/>
                  </a:lnTo>
                  <a:lnTo>
                    <a:pt x="2539493" y="769446"/>
                  </a:lnTo>
                  <a:lnTo>
                    <a:pt x="2500366" y="838824"/>
                  </a:lnTo>
                  <a:lnTo>
                    <a:pt x="2460857" y="911194"/>
                  </a:lnTo>
                  <a:lnTo>
                    <a:pt x="2420981" y="986175"/>
                  </a:lnTo>
                  <a:lnTo>
                    <a:pt x="2380780" y="1063310"/>
                  </a:lnTo>
                  <a:lnTo>
                    <a:pt x="2340321" y="1142080"/>
                  </a:lnTo>
                  <a:lnTo>
                    <a:pt x="2299689" y="1221915"/>
                  </a:lnTo>
                  <a:lnTo>
                    <a:pt x="2258981" y="1302212"/>
                  </a:lnTo>
                  <a:lnTo>
                    <a:pt x="2218298" y="1382352"/>
                  </a:lnTo>
                  <a:lnTo>
                    <a:pt x="2177742" y="1461722"/>
                  </a:lnTo>
                  <a:lnTo>
                    <a:pt x="2137404" y="1539734"/>
                  </a:lnTo>
                  <a:lnTo>
                    <a:pt x="2097360" y="1615842"/>
                  </a:lnTo>
                  <a:lnTo>
                    <a:pt x="2057666" y="1689555"/>
                  </a:lnTo>
                  <a:lnTo>
                    <a:pt x="2018351" y="1760456"/>
                  </a:lnTo>
                  <a:lnTo>
                    <a:pt x="1979411" y="1828202"/>
                  </a:lnTo>
                  <a:lnTo>
                    <a:pt x="1940810" y="1892532"/>
                  </a:lnTo>
                  <a:lnTo>
                    <a:pt x="1902471" y="1953268"/>
                  </a:lnTo>
                  <a:lnTo>
                    <a:pt x="1864277" y="2010311"/>
                  </a:lnTo>
                  <a:lnTo>
                    <a:pt x="1826062" y="2063637"/>
                  </a:lnTo>
                  <a:lnTo>
                    <a:pt x="1787610" y="2113288"/>
                  </a:lnTo>
                  <a:lnTo>
                    <a:pt x="1768425" y="2136513"/>
                  </a:lnTo>
                  <a:lnTo>
                    <a:pt x="1720073" y="2190358"/>
                  </a:lnTo>
                  <a:lnTo>
                    <a:pt x="1670112" y="2238863"/>
                  </a:lnTo>
                  <a:lnTo>
                    <a:pt x="1617783" y="2282296"/>
                  </a:lnTo>
                  <a:lnTo>
                    <a:pt x="1562239" y="2321109"/>
                  </a:lnTo>
                  <a:lnTo>
                    <a:pt x="1502615" y="2355816"/>
                  </a:lnTo>
                  <a:lnTo>
                    <a:pt x="1438096" y="2386919"/>
                  </a:lnTo>
                  <a:lnTo>
                    <a:pt x="1368012" y="2414857"/>
                  </a:lnTo>
                  <a:lnTo>
                    <a:pt x="1291950" y="2439992"/>
                  </a:lnTo>
                  <a:lnTo>
                    <a:pt x="1209916" y="2462591"/>
                  </a:lnTo>
                  <a:lnTo>
                    <a:pt x="1122519" y="2482825"/>
                  </a:lnTo>
                  <a:lnTo>
                    <a:pt x="1031162" y="2500771"/>
                  </a:lnTo>
                  <a:lnTo>
                    <a:pt x="938183" y="2516430"/>
                  </a:lnTo>
                  <a:lnTo>
                    <a:pt x="846851" y="2529755"/>
                  </a:lnTo>
                  <a:lnTo>
                    <a:pt x="761138" y="2540694"/>
                  </a:lnTo>
                  <a:lnTo>
                    <a:pt x="685204" y="2549247"/>
                  </a:lnTo>
                  <a:lnTo>
                    <a:pt x="622664" y="2555512"/>
                  </a:lnTo>
                  <a:lnTo>
                    <a:pt x="575806" y="2559713"/>
                  </a:lnTo>
                  <a:lnTo>
                    <a:pt x="545013" y="2562195"/>
                  </a:lnTo>
                  <a:lnTo>
                    <a:pt x="528553" y="2563394"/>
                  </a:lnTo>
                  <a:lnTo>
                    <a:pt x="522718" y="2563780"/>
                  </a:lnTo>
                  <a:lnTo>
                    <a:pt x="522133" y="2563815"/>
                  </a:lnTo>
                  <a:lnTo>
                    <a:pt x="0" y="2563815"/>
                  </a:lnTo>
                  <a:lnTo>
                    <a:pt x="0" y="2563815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078" name="pg2078"/>
            <p:cNvSpPr/>
            <p:nvPr/>
          </p:nvSpPr>
          <p:spPr>
            <a:xfrm>
              <a:off x="386606" y="3585593"/>
              <a:ext cx="8554953" cy="2512991"/>
            </a:xfrm>
            <a:custGeom>
              <a:avLst/>
              <a:pathLst>
                <a:path w="8554953" h="2512991">
                  <a:moveTo>
                    <a:pt x="0" y="2512991"/>
                  </a:moveTo>
                  <a:lnTo>
                    <a:pt x="522133" y="2512991"/>
                  </a:lnTo>
                  <a:lnTo>
                    <a:pt x="523307" y="2512920"/>
                  </a:lnTo>
                  <a:lnTo>
                    <a:pt x="530997" y="2512412"/>
                  </a:lnTo>
                  <a:lnTo>
                    <a:pt x="550274" y="2511010"/>
                  </a:lnTo>
                  <a:lnTo>
                    <a:pt x="584459" y="2508254"/>
                  </a:lnTo>
                  <a:lnTo>
                    <a:pt x="634841" y="2503733"/>
                  </a:lnTo>
                  <a:lnTo>
                    <a:pt x="700594" y="2497130"/>
                  </a:lnTo>
                  <a:lnTo>
                    <a:pt x="779075" y="2488253"/>
                  </a:lnTo>
                  <a:lnTo>
                    <a:pt x="866470" y="2477031"/>
                  </a:lnTo>
                  <a:lnTo>
                    <a:pt x="958589" y="2463480"/>
                  </a:lnTo>
                  <a:lnTo>
                    <a:pt x="1051568" y="2447652"/>
                  </a:lnTo>
                  <a:lnTo>
                    <a:pt x="1142320" y="2429587"/>
                  </a:lnTo>
                  <a:lnTo>
                    <a:pt x="1228713" y="2409271"/>
                  </a:lnTo>
                  <a:lnTo>
                    <a:pt x="1309532" y="2386606"/>
                  </a:lnTo>
                  <a:lnTo>
                    <a:pt x="1384319" y="2361406"/>
                  </a:lnTo>
                  <a:lnTo>
                    <a:pt x="1453178" y="2333386"/>
                  </a:lnTo>
                  <a:lnTo>
                    <a:pt x="1516592" y="2302172"/>
                  </a:lnTo>
                  <a:lnTo>
                    <a:pt x="1575278" y="2267317"/>
                  </a:lnTo>
                  <a:lnTo>
                    <a:pt x="1630070" y="2228322"/>
                  </a:lnTo>
                  <a:lnTo>
                    <a:pt x="1681840" y="2184687"/>
                  </a:lnTo>
                  <a:lnTo>
                    <a:pt x="1731423" y="2135997"/>
                  </a:lnTo>
                  <a:lnTo>
                    <a:pt x="1768425" y="2095100"/>
                  </a:lnTo>
                  <a:lnTo>
                    <a:pt x="1807411" y="2047884"/>
                  </a:lnTo>
                  <a:lnTo>
                    <a:pt x="1846027" y="1997057"/>
                  </a:lnTo>
                  <a:lnTo>
                    <a:pt x="1884523" y="1942546"/>
                  </a:lnTo>
                  <a:lnTo>
                    <a:pt x="1923094" y="1884344"/>
                  </a:lnTo>
                  <a:lnTo>
                    <a:pt x="1961881" y="1822514"/>
                  </a:lnTo>
                  <a:lnTo>
                    <a:pt x="2000983" y="1757198"/>
                  </a:lnTo>
                  <a:lnTo>
                    <a:pt x="2040455" y="1688619"/>
                  </a:lnTo>
                  <a:lnTo>
                    <a:pt x="2080314" y="1617086"/>
                  </a:lnTo>
                  <a:lnTo>
                    <a:pt x="2120545" y="1542985"/>
                  </a:lnTo>
                  <a:lnTo>
                    <a:pt x="2161102" y="1466779"/>
                  </a:lnTo>
                  <a:lnTo>
                    <a:pt x="2201914" y="1388993"/>
                  </a:lnTo>
                  <a:lnTo>
                    <a:pt x="2242894" y="1310201"/>
                  </a:lnTo>
                  <a:lnTo>
                    <a:pt x="2283942" y="1231011"/>
                  </a:lnTo>
                  <a:lnTo>
                    <a:pt x="2324951" y="1152043"/>
                  </a:lnTo>
                  <a:lnTo>
                    <a:pt x="2365821" y="1073910"/>
                  </a:lnTo>
                  <a:lnTo>
                    <a:pt x="2406459" y="997197"/>
                  </a:lnTo>
                  <a:lnTo>
                    <a:pt x="2446789" y="922446"/>
                  </a:lnTo>
                  <a:lnTo>
                    <a:pt x="2486757" y="850137"/>
                  </a:lnTo>
                  <a:lnTo>
                    <a:pt x="2526339" y="780681"/>
                  </a:lnTo>
                  <a:lnTo>
                    <a:pt x="2565542" y="714408"/>
                  </a:lnTo>
                  <a:lnTo>
                    <a:pt x="2604411" y="651565"/>
                  </a:lnTo>
                  <a:lnTo>
                    <a:pt x="2643031" y="592318"/>
                  </a:lnTo>
                  <a:lnTo>
                    <a:pt x="2681532" y="536753"/>
                  </a:lnTo>
                  <a:lnTo>
                    <a:pt x="2720091" y="484880"/>
                  </a:lnTo>
                  <a:lnTo>
                    <a:pt x="2758942" y="436644"/>
                  </a:lnTo>
                  <a:lnTo>
                    <a:pt x="2770117" y="423537"/>
                  </a:lnTo>
                  <a:lnTo>
                    <a:pt x="2818525" y="370821"/>
                  </a:lnTo>
                  <a:lnTo>
                    <a:pt x="2868548" y="323338"/>
                  </a:lnTo>
                  <a:lnTo>
                    <a:pt x="2920945" y="280827"/>
                  </a:lnTo>
                  <a:lnTo>
                    <a:pt x="2976567" y="242843"/>
                  </a:lnTo>
                  <a:lnTo>
                    <a:pt x="3036283" y="208880"/>
                  </a:lnTo>
                  <a:lnTo>
                    <a:pt x="3100910" y="178448"/>
                  </a:lnTo>
                  <a:lnTo>
                    <a:pt x="3171118" y="151116"/>
                  </a:lnTo>
                  <a:lnTo>
                    <a:pt x="3247320" y="126528"/>
                  </a:lnTo>
                  <a:lnTo>
                    <a:pt x="3329504" y="104425"/>
                  </a:lnTo>
                  <a:lnTo>
                    <a:pt x="3417054" y="84639"/>
                  </a:lnTo>
                  <a:lnTo>
                    <a:pt x="3508551" y="67094"/>
                  </a:lnTo>
                  <a:lnTo>
                    <a:pt x="3601639" y="51793"/>
                  </a:lnTo>
                  <a:lnTo>
                    <a:pt x="3693023" y="38780"/>
                  </a:lnTo>
                  <a:lnTo>
                    <a:pt x="3778714" y="28106"/>
                  </a:lnTo>
                  <a:lnTo>
                    <a:pt x="3854538" y="19769"/>
                  </a:lnTo>
                  <a:lnTo>
                    <a:pt x="3916885" y="13674"/>
                  </a:lnTo>
                  <a:lnTo>
                    <a:pt x="3963489" y="9597"/>
                  </a:lnTo>
                  <a:lnTo>
                    <a:pt x="3994005" y="7196"/>
                  </a:lnTo>
                  <a:lnTo>
                    <a:pt x="4010214" y="6044"/>
                  </a:lnTo>
                  <a:lnTo>
                    <a:pt x="4015873" y="5679"/>
                  </a:lnTo>
                  <a:lnTo>
                    <a:pt x="4016409" y="5647"/>
                  </a:lnTo>
                  <a:lnTo>
                    <a:pt x="4538543" y="5647"/>
                  </a:lnTo>
                  <a:lnTo>
                    <a:pt x="4539792" y="5681"/>
                  </a:lnTo>
                  <a:lnTo>
                    <a:pt x="4547960" y="5924"/>
                  </a:lnTo>
                  <a:lnTo>
                    <a:pt x="4568391" y="6598"/>
                  </a:lnTo>
                  <a:lnTo>
                    <a:pt x="4604514" y="7920"/>
                  </a:lnTo>
                  <a:lnTo>
                    <a:pt x="4657531" y="10086"/>
                  </a:lnTo>
                  <a:lnTo>
                    <a:pt x="4726360" y="13242"/>
                  </a:lnTo>
                  <a:lnTo>
                    <a:pt x="4808004" y="17473"/>
                  </a:lnTo>
                  <a:lnTo>
                    <a:pt x="4898299" y="22807"/>
                  </a:lnTo>
                  <a:lnTo>
                    <a:pt x="4992797" y="29232"/>
                  </a:lnTo>
                  <a:lnTo>
                    <a:pt x="5087508" y="36721"/>
                  </a:lnTo>
                  <a:lnTo>
                    <a:pt x="5179344" y="45260"/>
                  </a:lnTo>
                  <a:lnTo>
                    <a:pt x="5266262" y="54864"/>
                  </a:lnTo>
                  <a:lnTo>
                    <a:pt x="5347179" y="65589"/>
                  </a:lnTo>
                  <a:lnTo>
                    <a:pt x="5421788" y="77538"/>
                  </a:lnTo>
                  <a:lnTo>
                    <a:pt x="5490332" y="90860"/>
                  </a:lnTo>
                  <a:lnTo>
                    <a:pt x="5553417" y="105746"/>
                  </a:lnTo>
                  <a:lnTo>
                    <a:pt x="5611856" y="122420"/>
                  </a:lnTo>
                  <a:lnTo>
                    <a:pt x="5666563" y="141125"/>
                  </a:lnTo>
                  <a:lnTo>
                    <a:pt x="5718459" y="162092"/>
                  </a:lnTo>
                  <a:lnTo>
                    <a:pt x="5768398" y="185487"/>
                  </a:lnTo>
                  <a:lnTo>
                    <a:pt x="5784835" y="193886"/>
                  </a:lnTo>
                  <a:lnTo>
                    <a:pt x="5833383" y="220657"/>
                  </a:lnTo>
                  <a:lnTo>
                    <a:pt x="5881458" y="249972"/>
                  </a:lnTo>
                  <a:lnTo>
                    <a:pt x="5929502" y="281874"/>
                  </a:lnTo>
                  <a:lnTo>
                    <a:pt x="5977829" y="316332"/>
                  </a:lnTo>
                  <a:lnTo>
                    <a:pt x="6026640" y="353230"/>
                  </a:lnTo>
                  <a:lnTo>
                    <a:pt x="6076036" y="392366"/>
                  </a:lnTo>
                  <a:lnTo>
                    <a:pt x="6126026" y="433445"/>
                  </a:lnTo>
                  <a:lnTo>
                    <a:pt x="6176545" y="476088"/>
                  </a:lnTo>
                  <a:lnTo>
                    <a:pt x="6227463" y="519846"/>
                  </a:lnTo>
                  <a:lnTo>
                    <a:pt x="6278607" y="564215"/>
                  </a:lnTo>
                  <a:lnTo>
                    <a:pt x="6329779" y="608657"/>
                  </a:lnTo>
                  <a:lnTo>
                    <a:pt x="6380778" y="652636"/>
                  </a:lnTo>
                  <a:lnTo>
                    <a:pt x="6431422" y="695636"/>
                  </a:lnTo>
                  <a:lnTo>
                    <a:pt x="6481568" y="737188"/>
                  </a:lnTo>
                  <a:lnTo>
                    <a:pt x="6531130" y="776894"/>
                  </a:lnTo>
                  <a:lnTo>
                    <a:pt x="6580097" y="814435"/>
                  </a:lnTo>
                  <a:lnTo>
                    <a:pt x="6628543" y="849582"/>
                  </a:lnTo>
                  <a:lnTo>
                    <a:pt x="6676639" y="882197"/>
                  </a:lnTo>
                  <a:lnTo>
                    <a:pt x="6724666" y="912226"/>
                  </a:lnTo>
                  <a:lnTo>
                    <a:pt x="6773031" y="939692"/>
                  </a:lnTo>
                  <a:lnTo>
                    <a:pt x="6786527" y="946842"/>
                  </a:lnTo>
                  <a:lnTo>
                    <a:pt x="6835977" y="971066"/>
                  </a:lnTo>
                  <a:lnTo>
                    <a:pt x="6887127" y="992834"/>
                  </a:lnTo>
                  <a:lnTo>
                    <a:pt x="6940790" y="1012273"/>
                  </a:lnTo>
                  <a:lnTo>
                    <a:pt x="6997875" y="1029602"/>
                  </a:lnTo>
                  <a:lnTo>
                    <a:pt x="7059304" y="1045061"/>
                  </a:lnTo>
                  <a:lnTo>
                    <a:pt x="7125936" y="1058884"/>
                  </a:lnTo>
                  <a:lnTo>
                    <a:pt x="7198463" y="1071274"/>
                  </a:lnTo>
                  <a:lnTo>
                    <a:pt x="7277268" y="1082396"/>
                  </a:lnTo>
                  <a:lnTo>
                    <a:pt x="7362251" y="1092367"/>
                  </a:lnTo>
                  <a:lnTo>
                    <a:pt x="7452614" y="1101260"/>
                  </a:lnTo>
                  <a:lnTo>
                    <a:pt x="7546654" y="1109102"/>
                  </a:lnTo>
                  <a:lnTo>
                    <a:pt x="7641629" y="1115886"/>
                  </a:lnTo>
                  <a:lnTo>
                    <a:pt x="7733820" y="1121588"/>
                  </a:lnTo>
                  <a:lnTo>
                    <a:pt x="7818860" y="1126189"/>
                  </a:lnTo>
                  <a:lnTo>
                    <a:pt x="7892397" y="1129699"/>
                  </a:lnTo>
                  <a:lnTo>
                    <a:pt x="7950944" y="1132184"/>
                  </a:lnTo>
                  <a:lnTo>
                    <a:pt x="7992714" y="1133769"/>
                  </a:lnTo>
                  <a:lnTo>
                    <a:pt x="8018130" y="1134637"/>
                  </a:lnTo>
                  <a:lnTo>
                    <a:pt x="8029903" y="1134999"/>
                  </a:lnTo>
                  <a:lnTo>
                    <a:pt x="8032819" y="1135081"/>
                  </a:lnTo>
                  <a:lnTo>
                    <a:pt x="8554953" y="1135081"/>
                  </a:lnTo>
                  <a:lnTo>
                    <a:pt x="8554953" y="1129434"/>
                  </a:lnTo>
                  <a:lnTo>
                    <a:pt x="8032819" y="1129434"/>
                  </a:lnTo>
                  <a:lnTo>
                    <a:pt x="8031570" y="1129400"/>
                  </a:lnTo>
                  <a:lnTo>
                    <a:pt x="8023402" y="1129156"/>
                  </a:lnTo>
                  <a:lnTo>
                    <a:pt x="8002971" y="1128483"/>
                  </a:lnTo>
                  <a:lnTo>
                    <a:pt x="7966848" y="1127161"/>
                  </a:lnTo>
                  <a:lnTo>
                    <a:pt x="7913831" y="1124994"/>
                  </a:lnTo>
                  <a:lnTo>
                    <a:pt x="7845002" y="1121838"/>
                  </a:lnTo>
                  <a:lnTo>
                    <a:pt x="7763358" y="1117607"/>
                  </a:lnTo>
                  <a:lnTo>
                    <a:pt x="7673063" y="1112273"/>
                  </a:lnTo>
                  <a:lnTo>
                    <a:pt x="7578565" y="1105848"/>
                  </a:lnTo>
                  <a:lnTo>
                    <a:pt x="7483854" y="1098359"/>
                  </a:lnTo>
                  <a:lnTo>
                    <a:pt x="7392018" y="1089820"/>
                  </a:lnTo>
                  <a:lnTo>
                    <a:pt x="7305100" y="1080216"/>
                  </a:lnTo>
                  <a:lnTo>
                    <a:pt x="7224182" y="1069491"/>
                  </a:lnTo>
                  <a:lnTo>
                    <a:pt x="7149574" y="1057542"/>
                  </a:lnTo>
                  <a:lnTo>
                    <a:pt x="7081030" y="1044220"/>
                  </a:lnTo>
                  <a:lnTo>
                    <a:pt x="7017945" y="1029335"/>
                  </a:lnTo>
                  <a:lnTo>
                    <a:pt x="6959505" y="1012660"/>
                  </a:lnTo>
                  <a:lnTo>
                    <a:pt x="6904799" y="993955"/>
                  </a:lnTo>
                  <a:lnTo>
                    <a:pt x="6852903" y="972989"/>
                  </a:lnTo>
                  <a:lnTo>
                    <a:pt x="6802964" y="949594"/>
                  </a:lnTo>
                  <a:lnTo>
                    <a:pt x="6786527" y="941195"/>
                  </a:lnTo>
                  <a:lnTo>
                    <a:pt x="6737979" y="914423"/>
                  </a:lnTo>
                  <a:lnTo>
                    <a:pt x="6689904" y="885108"/>
                  </a:lnTo>
                  <a:lnTo>
                    <a:pt x="6641860" y="853206"/>
                  </a:lnTo>
                  <a:lnTo>
                    <a:pt x="6593533" y="818748"/>
                  </a:lnTo>
                  <a:lnTo>
                    <a:pt x="6544722" y="781850"/>
                  </a:lnTo>
                  <a:lnTo>
                    <a:pt x="6495326" y="742715"/>
                  </a:lnTo>
                  <a:lnTo>
                    <a:pt x="6445336" y="701636"/>
                  </a:lnTo>
                  <a:lnTo>
                    <a:pt x="6394817" y="658992"/>
                  </a:lnTo>
                  <a:lnTo>
                    <a:pt x="6343899" y="615234"/>
                  </a:lnTo>
                  <a:lnTo>
                    <a:pt x="6292755" y="570866"/>
                  </a:lnTo>
                  <a:lnTo>
                    <a:pt x="6241583" y="526423"/>
                  </a:lnTo>
                  <a:lnTo>
                    <a:pt x="6190584" y="482444"/>
                  </a:lnTo>
                  <a:lnTo>
                    <a:pt x="6139940" y="439445"/>
                  </a:lnTo>
                  <a:lnTo>
                    <a:pt x="6089794" y="397892"/>
                  </a:lnTo>
                  <a:lnTo>
                    <a:pt x="6040232" y="358187"/>
                  </a:lnTo>
                  <a:lnTo>
                    <a:pt x="5991265" y="320646"/>
                  </a:lnTo>
                  <a:lnTo>
                    <a:pt x="5942819" y="285498"/>
                  </a:lnTo>
                  <a:lnTo>
                    <a:pt x="5894723" y="252883"/>
                  </a:lnTo>
                  <a:lnTo>
                    <a:pt x="5846696" y="222854"/>
                  </a:lnTo>
                  <a:lnTo>
                    <a:pt x="5798331" y="195388"/>
                  </a:lnTo>
                  <a:lnTo>
                    <a:pt x="5784835" y="188239"/>
                  </a:lnTo>
                  <a:lnTo>
                    <a:pt x="5735385" y="164014"/>
                  </a:lnTo>
                  <a:lnTo>
                    <a:pt x="5684235" y="142247"/>
                  </a:lnTo>
                  <a:lnTo>
                    <a:pt x="5630572" y="122807"/>
                  </a:lnTo>
                  <a:lnTo>
                    <a:pt x="5573487" y="105479"/>
                  </a:lnTo>
                  <a:lnTo>
                    <a:pt x="5512058" y="90020"/>
                  </a:lnTo>
                  <a:lnTo>
                    <a:pt x="5445425" y="76197"/>
                  </a:lnTo>
                  <a:lnTo>
                    <a:pt x="5372899" y="63806"/>
                  </a:lnTo>
                  <a:lnTo>
                    <a:pt x="5294094" y="52684"/>
                  </a:lnTo>
                  <a:lnTo>
                    <a:pt x="5209111" y="42713"/>
                  </a:lnTo>
                  <a:lnTo>
                    <a:pt x="5118748" y="33821"/>
                  </a:lnTo>
                  <a:lnTo>
                    <a:pt x="5024708" y="25979"/>
                  </a:lnTo>
                  <a:lnTo>
                    <a:pt x="4929733" y="19194"/>
                  </a:lnTo>
                  <a:lnTo>
                    <a:pt x="4837542" y="13492"/>
                  </a:lnTo>
                  <a:lnTo>
                    <a:pt x="4752502" y="8892"/>
                  </a:lnTo>
                  <a:lnTo>
                    <a:pt x="4678965" y="5381"/>
                  </a:lnTo>
                  <a:lnTo>
                    <a:pt x="4620418" y="2897"/>
                  </a:lnTo>
                  <a:lnTo>
                    <a:pt x="4578648" y="1311"/>
                  </a:lnTo>
                  <a:lnTo>
                    <a:pt x="4553232" y="444"/>
                  </a:lnTo>
                  <a:lnTo>
                    <a:pt x="4541459" y="81"/>
                  </a:lnTo>
                  <a:lnTo>
                    <a:pt x="4538543" y="0"/>
                  </a:lnTo>
                  <a:lnTo>
                    <a:pt x="4016409" y="0"/>
                  </a:lnTo>
                  <a:lnTo>
                    <a:pt x="4015235" y="71"/>
                  </a:lnTo>
                  <a:lnTo>
                    <a:pt x="4007545" y="578"/>
                  </a:lnTo>
                  <a:lnTo>
                    <a:pt x="3988269" y="1980"/>
                  </a:lnTo>
                  <a:lnTo>
                    <a:pt x="3954084" y="4736"/>
                  </a:lnTo>
                  <a:lnTo>
                    <a:pt x="3903701" y="9257"/>
                  </a:lnTo>
                  <a:lnTo>
                    <a:pt x="3837948" y="15860"/>
                  </a:lnTo>
                  <a:lnTo>
                    <a:pt x="3759467" y="24737"/>
                  </a:lnTo>
                  <a:lnTo>
                    <a:pt x="3672072" y="35959"/>
                  </a:lnTo>
                  <a:lnTo>
                    <a:pt x="3579953" y="49510"/>
                  </a:lnTo>
                  <a:lnTo>
                    <a:pt x="3486974" y="65338"/>
                  </a:lnTo>
                  <a:lnTo>
                    <a:pt x="3396222" y="83403"/>
                  </a:lnTo>
                  <a:lnTo>
                    <a:pt x="3309829" y="103719"/>
                  </a:lnTo>
                  <a:lnTo>
                    <a:pt x="3229010" y="126384"/>
                  </a:lnTo>
                  <a:lnTo>
                    <a:pt x="3154223" y="151584"/>
                  </a:lnTo>
                  <a:lnTo>
                    <a:pt x="3085365" y="179604"/>
                  </a:lnTo>
                  <a:lnTo>
                    <a:pt x="3021950" y="210818"/>
                  </a:lnTo>
                  <a:lnTo>
                    <a:pt x="2963265" y="245673"/>
                  </a:lnTo>
                  <a:lnTo>
                    <a:pt x="2908472" y="284669"/>
                  </a:lnTo>
                  <a:lnTo>
                    <a:pt x="2856703" y="328303"/>
                  </a:lnTo>
                  <a:lnTo>
                    <a:pt x="2807120" y="376993"/>
                  </a:lnTo>
                  <a:lnTo>
                    <a:pt x="2770117" y="417890"/>
                  </a:lnTo>
                  <a:lnTo>
                    <a:pt x="2731132" y="465106"/>
                  </a:lnTo>
                  <a:lnTo>
                    <a:pt x="2692516" y="515933"/>
                  </a:lnTo>
                  <a:lnTo>
                    <a:pt x="2654019" y="570444"/>
                  </a:lnTo>
                  <a:lnTo>
                    <a:pt x="2615448" y="628646"/>
                  </a:lnTo>
                  <a:lnTo>
                    <a:pt x="2576661" y="690476"/>
                  </a:lnTo>
                  <a:lnTo>
                    <a:pt x="2537559" y="755793"/>
                  </a:lnTo>
                  <a:lnTo>
                    <a:pt x="2498087" y="824371"/>
                  </a:lnTo>
                  <a:lnTo>
                    <a:pt x="2458228" y="895904"/>
                  </a:lnTo>
                  <a:lnTo>
                    <a:pt x="2417997" y="970005"/>
                  </a:lnTo>
                  <a:lnTo>
                    <a:pt x="2377440" y="1046211"/>
                  </a:lnTo>
                  <a:lnTo>
                    <a:pt x="2336628" y="1123997"/>
                  </a:lnTo>
                  <a:lnTo>
                    <a:pt x="2295648" y="1202789"/>
                  </a:lnTo>
                  <a:lnTo>
                    <a:pt x="2254601" y="1281979"/>
                  </a:lnTo>
                  <a:lnTo>
                    <a:pt x="2213591" y="1360947"/>
                  </a:lnTo>
                  <a:lnTo>
                    <a:pt x="2172721" y="1439080"/>
                  </a:lnTo>
                  <a:lnTo>
                    <a:pt x="2132083" y="1515793"/>
                  </a:lnTo>
                  <a:lnTo>
                    <a:pt x="2091754" y="1590544"/>
                  </a:lnTo>
                  <a:lnTo>
                    <a:pt x="2051785" y="1662853"/>
                  </a:lnTo>
                  <a:lnTo>
                    <a:pt x="2012203" y="1732309"/>
                  </a:lnTo>
                  <a:lnTo>
                    <a:pt x="1973000" y="1798582"/>
                  </a:lnTo>
                  <a:lnTo>
                    <a:pt x="1934131" y="1861425"/>
                  </a:lnTo>
                  <a:lnTo>
                    <a:pt x="1895511" y="1920672"/>
                  </a:lnTo>
                  <a:lnTo>
                    <a:pt x="1857010" y="1976238"/>
                  </a:lnTo>
                  <a:lnTo>
                    <a:pt x="1818451" y="2028111"/>
                  </a:lnTo>
                  <a:lnTo>
                    <a:pt x="1779600" y="2076346"/>
                  </a:lnTo>
                  <a:lnTo>
                    <a:pt x="1768425" y="2089453"/>
                  </a:lnTo>
                  <a:lnTo>
                    <a:pt x="1720017" y="2142170"/>
                  </a:lnTo>
                  <a:lnTo>
                    <a:pt x="1669995" y="2189652"/>
                  </a:lnTo>
                  <a:lnTo>
                    <a:pt x="1617597" y="2232163"/>
                  </a:lnTo>
                  <a:lnTo>
                    <a:pt x="1561975" y="2270148"/>
                  </a:lnTo>
                  <a:lnTo>
                    <a:pt x="1502259" y="2304111"/>
                  </a:lnTo>
                  <a:lnTo>
                    <a:pt x="1437633" y="2334542"/>
                  </a:lnTo>
                  <a:lnTo>
                    <a:pt x="1367424" y="2361874"/>
                  </a:lnTo>
                  <a:lnTo>
                    <a:pt x="1291223" y="2386462"/>
                  </a:lnTo>
                  <a:lnTo>
                    <a:pt x="1209038" y="2408565"/>
                  </a:lnTo>
                  <a:lnTo>
                    <a:pt x="1121488" y="2428352"/>
                  </a:lnTo>
                  <a:lnTo>
                    <a:pt x="1029991" y="2445896"/>
                  </a:lnTo>
                  <a:lnTo>
                    <a:pt x="936904" y="2461198"/>
                  </a:lnTo>
                  <a:lnTo>
                    <a:pt x="845519" y="2474210"/>
                  </a:lnTo>
                  <a:lnTo>
                    <a:pt x="759828" y="2484885"/>
                  </a:lnTo>
                  <a:lnTo>
                    <a:pt x="684004" y="2493221"/>
                  </a:lnTo>
                  <a:lnTo>
                    <a:pt x="621657" y="2499316"/>
                  </a:lnTo>
                  <a:lnTo>
                    <a:pt x="575053" y="2503393"/>
                  </a:lnTo>
                  <a:lnTo>
                    <a:pt x="544537" y="2505794"/>
                  </a:lnTo>
                  <a:lnTo>
                    <a:pt x="528328" y="2506946"/>
                  </a:lnTo>
                  <a:lnTo>
                    <a:pt x="522670" y="2507312"/>
                  </a:lnTo>
                  <a:lnTo>
                    <a:pt x="522133" y="2507343"/>
                  </a:lnTo>
                  <a:lnTo>
                    <a:pt x="0" y="2507343"/>
                  </a:lnTo>
                  <a:close/>
                </a:path>
              </a:pathLst>
            </a:custGeom>
            <a:solidFill>
              <a:srgbClr val="63D9C8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2079" name="pl2079"/>
            <p:cNvSpPr/>
            <p:nvPr/>
          </p:nvSpPr>
          <p:spPr>
            <a:xfrm>
              <a:off x="386606" y="3591240"/>
              <a:ext cx="8554953" cy="2507343"/>
            </a:xfrm>
            <a:custGeom>
              <a:avLst/>
              <a:pathLst>
                <a:path w="8554953" h="2507343">
                  <a:moveTo>
                    <a:pt x="0" y="2507343"/>
                  </a:moveTo>
                  <a:lnTo>
                    <a:pt x="522133" y="2507343"/>
                  </a:lnTo>
                  <a:lnTo>
                    <a:pt x="523307" y="2507272"/>
                  </a:lnTo>
                  <a:lnTo>
                    <a:pt x="530997" y="2506765"/>
                  </a:lnTo>
                  <a:lnTo>
                    <a:pt x="550274" y="2505363"/>
                  </a:lnTo>
                  <a:lnTo>
                    <a:pt x="584459" y="2502607"/>
                  </a:lnTo>
                  <a:lnTo>
                    <a:pt x="634841" y="2498086"/>
                  </a:lnTo>
                  <a:lnTo>
                    <a:pt x="700594" y="2491483"/>
                  </a:lnTo>
                  <a:lnTo>
                    <a:pt x="779075" y="2482606"/>
                  </a:lnTo>
                  <a:lnTo>
                    <a:pt x="866470" y="2471384"/>
                  </a:lnTo>
                  <a:lnTo>
                    <a:pt x="958589" y="2457833"/>
                  </a:lnTo>
                  <a:lnTo>
                    <a:pt x="1051568" y="2442005"/>
                  </a:lnTo>
                  <a:lnTo>
                    <a:pt x="1142320" y="2423940"/>
                  </a:lnTo>
                  <a:lnTo>
                    <a:pt x="1228713" y="2403624"/>
                  </a:lnTo>
                  <a:lnTo>
                    <a:pt x="1309532" y="2380959"/>
                  </a:lnTo>
                  <a:lnTo>
                    <a:pt x="1384319" y="2355759"/>
                  </a:lnTo>
                  <a:lnTo>
                    <a:pt x="1453178" y="2327739"/>
                  </a:lnTo>
                  <a:lnTo>
                    <a:pt x="1516592" y="2296525"/>
                  </a:lnTo>
                  <a:lnTo>
                    <a:pt x="1575278" y="2261670"/>
                  </a:lnTo>
                  <a:lnTo>
                    <a:pt x="1630070" y="2222674"/>
                  </a:lnTo>
                  <a:lnTo>
                    <a:pt x="1681840" y="2179040"/>
                  </a:lnTo>
                  <a:lnTo>
                    <a:pt x="1731423" y="2130350"/>
                  </a:lnTo>
                  <a:lnTo>
                    <a:pt x="1768425" y="2089453"/>
                  </a:lnTo>
                  <a:lnTo>
                    <a:pt x="1807411" y="2042237"/>
                  </a:lnTo>
                  <a:lnTo>
                    <a:pt x="1846027" y="1991410"/>
                  </a:lnTo>
                  <a:lnTo>
                    <a:pt x="1884523" y="1936899"/>
                  </a:lnTo>
                  <a:lnTo>
                    <a:pt x="1923094" y="1878697"/>
                  </a:lnTo>
                  <a:lnTo>
                    <a:pt x="1961881" y="1816867"/>
                  </a:lnTo>
                  <a:lnTo>
                    <a:pt x="2000983" y="1751550"/>
                  </a:lnTo>
                  <a:lnTo>
                    <a:pt x="2040455" y="1682972"/>
                  </a:lnTo>
                  <a:lnTo>
                    <a:pt x="2080314" y="1611439"/>
                  </a:lnTo>
                  <a:lnTo>
                    <a:pt x="2120545" y="1537338"/>
                  </a:lnTo>
                  <a:lnTo>
                    <a:pt x="2161102" y="1461132"/>
                  </a:lnTo>
                  <a:lnTo>
                    <a:pt x="2201914" y="1383346"/>
                  </a:lnTo>
                  <a:lnTo>
                    <a:pt x="2242894" y="1304554"/>
                  </a:lnTo>
                  <a:lnTo>
                    <a:pt x="2283942" y="1225364"/>
                  </a:lnTo>
                  <a:lnTo>
                    <a:pt x="2324951" y="1146396"/>
                  </a:lnTo>
                  <a:lnTo>
                    <a:pt x="2365821" y="1068263"/>
                  </a:lnTo>
                  <a:lnTo>
                    <a:pt x="2406459" y="991550"/>
                  </a:lnTo>
                  <a:lnTo>
                    <a:pt x="2446789" y="916799"/>
                  </a:lnTo>
                  <a:lnTo>
                    <a:pt x="2486757" y="844490"/>
                  </a:lnTo>
                  <a:lnTo>
                    <a:pt x="2526339" y="775034"/>
                  </a:lnTo>
                  <a:lnTo>
                    <a:pt x="2565542" y="708761"/>
                  </a:lnTo>
                  <a:lnTo>
                    <a:pt x="2604411" y="645918"/>
                  </a:lnTo>
                  <a:lnTo>
                    <a:pt x="2643031" y="586671"/>
                  </a:lnTo>
                  <a:lnTo>
                    <a:pt x="2681532" y="531105"/>
                  </a:lnTo>
                  <a:lnTo>
                    <a:pt x="2720091" y="479232"/>
                  </a:lnTo>
                  <a:lnTo>
                    <a:pt x="2758942" y="430997"/>
                  </a:lnTo>
                  <a:lnTo>
                    <a:pt x="2770117" y="417890"/>
                  </a:lnTo>
                  <a:lnTo>
                    <a:pt x="2818525" y="365173"/>
                  </a:lnTo>
                  <a:lnTo>
                    <a:pt x="2868548" y="317691"/>
                  </a:lnTo>
                  <a:lnTo>
                    <a:pt x="2920945" y="275180"/>
                  </a:lnTo>
                  <a:lnTo>
                    <a:pt x="2976567" y="237195"/>
                  </a:lnTo>
                  <a:lnTo>
                    <a:pt x="3036283" y="203232"/>
                  </a:lnTo>
                  <a:lnTo>
                    <a:pt x="3100910" y="172801"/>
                  </a:lnTo>
                  <a:lnTo>
                    <a:pt x="3171118" y="145469"/>
                  </a:lnTo>
                  <a:lnTo>
                    <a:pt x="3247320" y="120881"/>
                  </a:lnTo>
                  <a:lnTo>
                    <a:pt x="3329504" y="98778"/>
                  </a:lnTo>
                  <a:lnTo>
                    <a:pt x="3417054" y="78991"/>
                  </a:lnTo>
                  <a:lnTo>
                    <a:pt x="3508551" y="61447"/>
                  </a:lnTo>
                  <a:lnTo>
                    <a:pt x="3601639" y="46145"/>
                  </a:lnTo>
                  <a:lnTo>
                    <a:pt x="3693023" y="33133"/>
                  </a:lnTo>
                  <a:lnTo>
                    <a:pt x="3778714" y="22458"/>
                  </a:lnTo>
                  <a:lnTo>
                    <a:pt x="3854538" y="14122"/>
                  </a:lnTo>
                  <a:lnTo>
                    <a:pt x="3916885" y="8027"/>
                  </a:lnTo>
                  <a:lnTo>
                    <a:pt x="3963489" y="3950"/>
                  </a:lnTo>
                  <a:lnTo>
                    <a:pt x="3994005" y="1549"/>
                  </a:lnTo>
                  <a:lnTo>
                    <a:pt x="4010214" y="397"/>
                  </a:lnTo>
                  <a:lnTo>
                    <a:pt x="4015873" y="31"/>
                  </a:lnTo>
                  <a:lnTo>
                    <a:pt x="4016409" y="0"/>
                  </a:lnTo>
                  <a:lnTo>
                    <a:pt x="4538543" y="0"/>
                  </a:lnTo>
                  <a:lnTo>
                    <a:pt x="4539792" y="34"/>
                  </a:lnTo>
                  <a:lnTo>
                    <a:pt x="4547960" y="277"/>
                  </a:lnTo>
                  <a:lnTo>
                    <a:pt x="4568391" y="950"/>
                  </a:lnTo>
                  <a:lnTo>
                    <a:pt x="4604514" y="2273"/>
                  </a:lnTo>
                  <a:lnTo>
                    <a:pt x="4657531" y="4439"/>
                  </a:lnTo>
                  <a:lnTo>
                    <a:pt x="4726360" y="7595"/>
                  </a:lnTo>
                  <a:lnTo>
                    <a:pt x="4808004" y="11826"/>
                  </a:lnTo>
                  <a:lnTo>
                    <a:pt x="4898299" y="17160"/>
                  </a:lnTo>
                  <a:lnTo>
                    <a:pt x="4992797" y="23585"/>
                  </a:lnTo>
                  <a:lnTo>
                    <a:pt x="5087508" y="31074"/>
                  </a:lnTo>
                  <a:lnTo>
                    <a:pt x="5179344" y="39613"/>
                  </a:lnTo>
                  <a:lnTo>
                    <a:pt x="5266262" y="49217"/>
                  </a:lnTo>
                  <a:lnTo>
                    <a:pt x="5347179" y="59942"/>
                  </a:lnTo>
                  <a:lnTo>
                    <a:pt x="5421788" y="71891"/>
                  </a:lnTo>
                  <a:lnTo>
                    <a:pt x="5490332" y="85213"/>
                  </a:lnTo>
                  <a:lnTo>
                    <a:pt x="5553417" y="100098"/>
                  </a:lnTo>
                  <a:lnTo>
                    <a:pt x="5611856" y="116773"/>
                  </a:lnTo>
                  <a:lnTo>
                    <a:pt x="5666563" y="135478"/>
                  </a:lnTo>
                  <a:lnTo>
                    <a:pt x="5718459" y="156445"/>
                  </a:lnTo>
                  <a:lnTo>
                    <a:pt x="5768398" y="179840"/>
                  </a:lnTo>
                  <a:lnTo>
                    <a:pt x="5784835" y="188239"/>
                  </a:lnTo>
                  <a:lnTo>
                    <a:pt x="5833383" y="215010"/>
                  </a:lnTo>
                  <a:lnTo>
                    <a:pt x="5881458" y="244325"/>
                  </a:lnTo>
                  <a:lnTo>
                    <a:pt x="5929502" y="276227"/>
                  </a:lnTo>
                  <a:lnTo>
                    <a:pt x="5977829" y="310685"/>
                  </a:lnTo>
                  <a:lnTo>
                    <a:pt x="6026640" y="347583"/>
                  </a:lnTo>
                  <a:lnTo>
                    <a:pt x="6076036" y="386719"/>
                  </a:lnTo>
                  <a:lnTo>
                    <a:pt x="6126026" y="427797"/>
                  </a:lnTo>
                  <a:lnTo>
                    <a:pt x="6176545" y="470441"/>
                  </a:lnTo>
                  <a:lnTo>
                    <a:pt x="6227463" y="514199"/>
                  </a:lnTo>
                  <a:lnTo>
                    <a:pt x="6278607" y="558567"/>
                  </a:lnTo>
                  <a:lnTo>
                    <a:pt x="6329779" y="603010"/>
                  </a:lnTo>
                  <a:lnTo>
                    <a:pt x="6380778" y="646989"/>
                  </a:lnTo>
                  <a:lnTo>
                    <a:pt x="6431422" y="689989"/>
                  </a:lnTo>
                  <a:lnTo>
                    <a:pt x="6481568" y="731541"/>
                  </a:lnTo>
                  <a:lnTo>
                    <a:pt x="6531130" y="771247"/>
                  </a:lnTo>
                  <a:lnTo>
                    <a:pt x="6580097" y="808788"/>
                  </a:lnTo>
                  <a:lnTo>
                    <a:pt x="6628543" y="843935"/>
                  </a:lnTo>
                  <a:lnTo>
                    <a:pt x="6676639" y="876550"/>
                  </a:lnTo>
                  <a:lnTo>
                    <a:pt x="6724666" y="906579"/>
                  </a:lnTo>
                  <a:lnTo>
                    <a:pt x="6773031" y="934045"/>
                  </a:lnTo>
                  <a:lnTo>
                    <a:pt x="6786527" y="941195"/>
                  </a:lnTo>
                  <a:lnTo>
                    <a:pt x="6835977" y="965419"/>
                  </a:lnTo>
                  <a:lnTo>
                    <a:pt x="6887127" y="987187"/>
                  </a:lnTo>
                  <a:lnTo>
                    <a:pt x="6940790" y="1006626"/>
                  </a:lnTo>
                  <a:lnTo>
                    <a:pt x="6997875" y="1023954"/>
                  </a:lnTo>
                  <a:lnTo>
                    <a:pt x="7059304" y="1039414"/>
                  </a:lnTo>
                  <a:lnTo>
                    <a:pt x="7125936" y="1053237"/>
                  </a:lnTo>
                  <a:lnTo>
                    <a:pt x="7198463" y="1065627"/>
                  </a:lnTo>
                  <a:lnTo>
                    <a:pt x="7277268" y="1076749"/>
                  </a:lnTo>
                  <a:lnTo>
                    <a:pt x="7362251" y="1086720"/>
                  </a:lnTo>
                  <a:lnTo>
                    <a:pt x="7452614" y="1095613"/>
                  </a:lnTo>
                  <a:lnTo>
                    <a:pt x="7546654" y="1103454"/>
                  </a:lnTo>
                  <a:lnTo>
                    <a:pt x="7641629" y="1110239"/>
                  </a:lnTo>
                  <a:lnTo>
                    <a:pt x="7733820" y="1115941"/>
                  </a:lnTo>
                  <a:lnTo>
                    <a:pt x="7818860" y="1120542"/>
                  </a:lnTo>
                  <a:lnTo>
                    <a:pt x="7892397" y="1124052"/>
                  </a:lnTo>
                  <a:lnTo>
                    <a:pt x="7950944" y="1126537"/>
                  </a:lnTo>
                  <a:lnTo>
                    <a:pt x="7992714" y="1128122"/>
                  </a:lnTo>
                  <a:lnTo>
                    <a:pt x="8018130" y="1128989"/>
                  </a:lnTo>
                  <a:lnTo>
                    <a:pt x="8029903" y="1129352"/>
                  </a:lnTo>
                  <a:lnTo>
                    <a:pt x="8032770" y="1129432"/>
                  </a:lnTo>
                  <a:lnTo>
                    <a:pt x="8032819" y="1129434"/>
                  </a:lnTo>
                  <a:lnTo>
                    <a:pt x="8554953" y="1129434"/>
                  </a:lnTo>
                  <a:lnTo>
                    <a:pt x="8554953" y="1129434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080" name="pl2080"/>
            <p:cNvSpPr/>
            <p:nvPr/>
          </p:nvSpPr>
          <p:spPr>
            <a:xfrm>
              <a:off x="386606" y="3585593"/>
              <a:ext cx="8554953" cy="2507343"/>
            </a:xfrm>
            <a:custGeom>
              <a:avLst/>
              <a:pathLst>
                <a:path w="8554953" h="2507343">
                  <a:moveTo>
                    <a:pt x="8554953" y="1129434"/>
                  </a:moveTo>
                  <a:lnTo>
                    <a:pt x="8032819" y="1129434"/>
                  </a:lnTo>
                  <a:lnTo>
                    <a:pt x="8031570" y="1129400"/>
                  </a:lnTo>
                  <a:lnTo>
                    <a:pt x="8023402" y="1129156"/>
                  </a:lnTo>
                  <a:lnTo>
                    <a:pt x="8002971" y="1128483"/>
                  </a:lnTo>
                  <a:lnTo>
                    <a:pt x="7966848" y="1127161"/>
                  </a:lnTo>
                  <a:lnTo>
                    <a:pt x="7913831" y="1124994"/>
                  </a:lnTo>
                  <a:lnTo>
                    <a:pt x="7845002" y="1121838"/>
                  </a:lnTo>
                  <a:lnTo>
                    <a:pt x="7763358" y="1117607"/>
                  </a:lnTo>
                  <a:lnTo>
                    <a:pt x="7673063" y="1112273"/>
                  </a:lnTo>
                  <a:lnTo>
                    <a:pt x="7578565" y="1105848"/>
                  </a:lnTo>
                  <a:lnTo>
                    <a:pt x="7483854" y="1098359"/>
                  </a:lnTo>
                  <a:lnTo>
                    <a:pt x="7392018" y="1089820"/>
                  </a:lnTo>
                  <a:lnTo>
                    <a:pt x="7305100" y="1080216"/>
                  </a:lnTo>
                  <a:lnTo>
                    <a:pt x="7224182" y="1069491"/>
                  </a:lnTo>
                  <a:lnTo>
                    <a:pt x="7149574" y="1057542"/>
                  </a:lnTo>
                  <a:lnTo>
                    <a:pt x="7081030" y="1044220"/>
                  </a:lnTo>
                  <a:lnTo>
                    <a:pt x="7017945" y="1029335"/>
                  </a:lnTo>
                  <a:lnTo>
                    <a:pt x="6959505" y="1012660"/>
                  </a:lnTo>
                  <a:lnTo>
                    <a:pt x="6904799" y="993955"/>
                  </a:lnTo>
                  <a:lnTo>
                    <a:pt x="6852903" y="972989"/>
                  </a:lnTo>
                  <a:lnTo>
                    <a:pt x="6802964" y="949594"/>
                  </a:lnTo>
                  <a:lnTo>
                    <a:pt x="6786527" y="941195"/>
                  </a:lnTo>
                  <a:lnTo>
                    <a:pt x="6737979" y="914423"/>
                  </a:lnTo>
                  <a:lnTo>
                    <a:pt x="6689904" y="885108"/>
                  </a:lnTo>
                  <a:lnTo>
                    <a:pt x="6641860" y="853206"/>
                  </a:lnTo>
                  <a:lnTo>
                    <a:pt x="6593533" y="818748"/>
                  </a:lnTo>
                  <a:lnTo>
                    <a:pt x="6544722" y="781850"/>
                  </a:lnTo>
                  <a:lnTo>
                    <a:pt x="6495326" y="742715"/>
                  </a:lnTo>
                  <a:lnTo>
                    <a:pt x="6445336" y="701636"/>
                  </a:lnTo>
                  <a:lnTo>
                    <a:pt x="6394817" y="658992"/>
                  </a:lnTo>
                  <a:lnTo>
                    <a:pt x="6343899" y="615234"/>
                  </a:lnTo>
                  <a:lnTo>
                    <a:pt x="6292755" y="570866"/>
                  </a:lnTo>
                  <a:lnTo>
                    <a:pt x="6241583" y="526423"/>
                  </a:lnTo>
                  <a:lnTo>
                    <a:pt x="6190584" y="482444"/>
                  </a:lnTo>
                  <a:lnTo>
                    <a:pt x="6139940" y="439445"/>
                  </a:lnTo>
                  <a:lnTo>
                    <a:pt x="6089794" y="397892"/>
                  </a:lnTo>
                  <a:lnTo>
                    <a:pt x="6040232" y="358187"/>
                  </a:lnTo>
                  <a:lnTo>
                    <a:pt x="5991265" y="320646"/>
                  </a:lnTo>
                  <a:lnTo>
                    <a:pt x="5942819" y="285498"/>
                  </a:lnTo>
                  <a:lnTo>
                    <a:pt x="5894723" y="252883"/>
                  </a:lnTo>
                  <a:lnTo>
                    <a:pt x="5846696" y="222854"/>
                  </a:lnTo>
                  <a:lnTo>
                    <a:pt x="5798331" y="195388"/>
                  </a:lnTo>
                  <a:lnTo>
                    <a:pt x="5784835" y="188239"/>
                  </a:lnTo>
                  <a:lnTo>
                    <a:pt x="5735385" y="164014"/>
                  </a:lnTo>
                  <a:lnTo>
                    <a:pt x="5684235" y="142247"/>
                  </a:lnTo>
                  <a:lnTo>
                    <a:pt x="5630572" y="122807"/>
                  </a:lnTo>
                  <a:lnTo>
                    <a:pt x="5573487" y="105479"/>
                  </a:lnTo>
                  <a:lnTo>
                    <a:pt x="5512058" y="90020"/>
                  </a:lnTo>
                  <a:lnTo>
                    <a:pt x="5445425" y="76197"/>
                  </a:lnTo>
                  <a:lnTo>
                    <a:pt x="5372899" y="63806"/>
                  </a:lnTo>
                  <a:lnTo>
                    <a:pt x="5294094" y="52684"/>
                  </a:lnTo>
                  <a:lnTo>
                    <a:pt x="5209111" y="42713"/>
                  </a:lnTo>
                  <a:lnTo>
                    <a:pt x="5118748" y="33821"/>
                  </a:lnTo>
                  <a:lnTo>
                    <a:pt x="5024708" y="25979"/>
                  </a:lnTo>
                  <a:lnTo>
                    <a:pt x="4929733" y="19194"/>
                  </a:lnTo>
                  <a:lnTo>
                    <a:pt x="4837542" y="13492"/>
                  </a:lnTo>
                  <a:lnTo>
                    <a:pt x="4752502" y="8892"/>
                  </a:lnTo>
                  <a:lnTo>
                    <a:pt x="4678965" y="5381"/>
                  </a:lnTo>
                  <a:lnTo>
                    <a:pt x="4620418" y="2897"/>
                  </a:lnTo>
                  <a:lnTo>
                    <a:pt x="4578648" y="1311"/>
                  </a:lnTo>
                  <a:lnTo>
                    <a:pt x="4553232" y="444"/>
                  </a:lnTo>
                  <a:lnTo>
                    <a:pt x="4541459" y="81"/>
                  </a:lnTo>
                  <a:lnTo>
                    <a:pt x="4538592" y="1"/>
                  </a:lnTo>
                  <a:lnTo>
                    <a:pt x="4538543" y="0"/>
                  </a:lnTo>
                  <a:lnTo>
                    <a:pt x="4016409" y="0"/>
                  </a:lnTo>
                  <a:lnTo>
                    <a:pt x="4015235" y="71"/>
                  </a:lnTo>
                  <a:lnTo>
                    <a:pt x="4007545" y="578"/>
                  </a:lnTo>
                  <a:lnTo>
                    <a:pt x="3988269" y="1980"/>
                  </a:lnTo>
                  <a:lnTo>
                    <a:pt x="3954084" y="4736"/>
                  </a:lnTo>
                  <a:lnTo>
                    <a:pt x="3903701" y="9257"/>
                  </a:lnTo>
                  <a:lnTo>
                    <a:pt x="3837948" y="15860"/>
                  </a:lnTo>
                  <a:lnTo>
                    <a:pt x="3759467" y="24737"/>
                  </a:lnTo>
                  <a:lnTo>
                    <a:pt x="3672072" y="35959"/>
                  </a:lnTo>
                  <a:lnTo>
                    <a:pt x="3579953" y="49510"/>
                  </a:lnTo>
                  <a:lnTo>
                    <a:pt x="3486974" y="65338"/>
                  </a:lnTo>
                  <a:lnTo>
                    <a:pt x="3396222" y="83403"/>
                  </a:lnTo>
                  <a:lnTo>
                    <a:pt x="3309829" y="103719"/>
                  </a:lnTo>
                  <a:lnTo>
                    <a:pt x="3229010" y="126384"/>
                  </a:lnTo>
                  <a:lnTo>
                    <a:pt x="3154223" y="151584"/>
                  </a:lnTo>
                  <a:lnTo>
                    <a:pt x="3085365" y="179604"/>
                  </a:lnTo>
                  <a:lnTo>
                    <a:pt x="3021950" y="210818"/>
                  </a:lnTo>
                  <a:lnTo>
                    <a:pt x="2963265" y="245673"/>
                  </a:lnTo>
                  <a:lnTo>
                    <a:pt x="2908472" y="284669"/>
                  </a:lnTo>
                  <a:lnTo>
                    <a:pt x="2856703" y="328303"/>
                  </a:lnTo>
                  <a:lnTo>
                    <a:pt x="2807120" y="376993"/>
                  </a:lnTo>
                  <a:lnTo>
                    <a:pt x="2770117" y="417890"/>
                  </a:lnTo>
                  <a:lnTo>
                    <a:pt x="2731132" y="465106"/>
                  </a:lnTo>
                  <a:lnTo>
                    <a:pt x="2692516" y="515933"/>
                  </a:lnTo>
                  <a:lnTo>
                    <a:pt x="2654019" y="570444"/>
                  </a:lnTo>
                  <a:lnTo>
                    <a:pt x="2615448" y="628646"/>
                  </a:lnTo>
                  <a:lnTo>
                    <a:pt x="2576661" y="690476"/>
                  </a:lnTo>
                  <a:lnTo>
                    <a:pt x="2537559" y="755793"/>
                  </a:lnTo>
                  <a:lnTo>
                    <a:pt x="2498087" y="824371"/>
                  </a:lnTo>
                  <a:lnTo>
                    <a:pt x="2458228" y="895904"/>
                  </a:lnTo>
                  <a:lnTo>
                    <a:pt x="2417997" y="970005"/>
                  </a:lnTo>
                  <a:lnTo>
                    <a:pt x="2377440" y="1046211"/>
                  </a:lnTo>
                  <a:lnTo>
                    <a:pt x="2336628" y="1123997"/>
                  </a:lnTo>
                  <a:lnTo>
                    <a:pt x="2295648" y="1202789"/>
                  </a:lnTo>
                  <a:lnTo>
                    <a:pt x="2254601" y="1281979"/>
                  </a:lnTo>
                  <a:lnTo>
                    <a:pt x="2213591" y="1360947"/>
                  </a:lnTo>
                  <a:lnTo>
                    <a:pt x="2172721" y="1439080"/>
                  </a:lnTo>
                  <a:lnTo>
                    <a:pt x="2132083" y="1515793"/>
                  </a:lnTo>
                  <a:lnTo>
                    <a:pt x="2091754" y="1590544"/>
                  </a:lnTo>
                  <a:lnTo>
                    <a:pt x="2051785" y="1662853"/>
                  </a:lnTo>
                  <a:lnTo>
                    <a:pt x="2012203" y="1732309"/>
                  </a:lnTo>
                  <a:lnTo>
                    <a:pt x="1973000" y="1798582"/>
                  </a:lnTo>
                  <a:lnTo>
                    <a:pt x="1934131" y="1861425"/>
                  </a:lnTo>
                  <a:lnTo>
                    <a:pt x="1895511" y="1920672"/>
                  </a:lnTo>
                  <a:lnTo>
                    <a:pt x="1857010" y="1976238"/>
                  </a:lnTo>
                  <a:lnTo>
                    <a:pt x="1818451" y="2028111"/>
                  </a:lnTo>
                  <a:lnTo>
                    <a:pt x="1779600" y="2076346"/>
                  </a:lnTo>
                  <a:lnTo>
                    <a:pt x="1768425" y="2089453"/>
                  </a:lnTo>
                  <a:lnTo>
                    <a:pt x="1720017" y="2142170"/>
                  </a:lnTo>
                  <a:lnTo>
                    <a:pt x="1669995" y="2189652"/>
                  </a:lnTo>
                  <a:lnTo>
                    <a:pt x="1617597" y="2232163"/>
                  </a:lnTo>
                  <a:lnTo>
                    <a:pt x="1561975" y="2270148"/>
                  </a:lnTo>
                  <a:lnTo>
                    <a:pt x="1502259" y="2304111"/>
                  </a:lnTo>
                  <a:lnTo>
                    <a:pt x="1437633" y="2334542"/>
                  </a:lnTo>
                  <a:lnTo>
                    <a:pt x="1367424" y="2361874"/>
                  </a:lnTo>
                  <a:lnTo>
                    <a:pt x="1291223" y="2386462"/>
                  </a:lnTo>
                  <a:lnTo>
                    <a:pt x="1209038" y="2408565"/>
                  </a:lnTo>
                  <a:lnTo>
                    <a:pt x="1121488" y="2428352"/>
                  </a:lnTo>
                  <a:lnTo>
                    <a:pt x="1029991" y="2445896"/>
                  </a:lnTo>
                  <a:lnTo>
                    <a:pt x="936904" y="2461198"/>
                  </a:lnTo>
                  <a:lnTo>
                    <a:pt x="845519" y="2474210"/>
                  </a:lnTo>
                  <a:lnTo>
                    <a:pt x="759828" y="2484885"/>
                  </a:lnTo>
                  <a:lnTo>
                    <a:pt x="684004" y="2493221"/>
                  </a:lnTo>
                  <a:lnTo>
                    <a:pt x="621657" y="2499316"/>
                  </a:lnTo>
                  <a:lnTo>
                    <a:pt x="575053" y="2503393"/>
                  </a:lnTo>
                  <a:lnTo>
                    <a:pt x="544537" y="2505794"/>
                  </a:lnTo>
                  <a:lnTo>
                    <a:pt x="528328" y="2506946"/>
                  </a:lnTo>
                  <a:lnTo>
                    <a:pt x="522670" y="2507312"/>
                  </a:lnTo>
                  <a:lnTo>
                    <a:pt x="522133" y="2507343"/>
                  </a:lnTo>
                  <a:lnTo>
                    <a:pt x="0" y="2507343"/>
                  </a:lnTo>
                  <a:lnTo>
                    <a:pt x="0" y="2507343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081" name="pg2081"/>
            <p:cNvSpPr/>
            <p:nvPr/>
          </p:nvSpPr>
          <p:spPr>
            <a:xfrm>
              <a:off x="386606" y="1157309"/>
              <a:ext cx="8554953" cy="4992099"/>
            </a:xfrm>
            <a:custGeom>
              <a:avLst/>
              <a:pathLst>
                <a:path w="8554953" h="4992099">
                  <a:moveTo>
                    <a:pt x="0" y="4992099"/>
                  </a:moveTo>
                  <a:lnTo>
                    <a:pt x="522133" y="4992099"/>
                  </a:lnTo>
                  <a:lnTo>
                    <a:pt x="523033" y="4992006"/>
                  </a:lnTo>
                  <a:lnTo>
                    <a:pt x="528961" y="4991341"/>
                  </a:lnTo>
                  <a:lnTo>
                    <a:pt x="543946" y="4989505"/>
                  </a:lnTo>
                  <a:lnTo>
                    <a:pt x="570834" y="4985889"/>
                  </a:lnTo>
                  <a:lnTo>
                    <a:pt x="611096" y="4979926"/>
                  </a:lnTo>
                  <a:lnTo>
                    <a:pt x="664718" y="4971142"/>
                  </a:lnTo>
                  <a:lnTo>
                    <a:pt x="730286" y="4959206"/>
                  </a:lnTo>
                  <a:lnTo>
                    <a:pt x="805311" y="4943938"/>
                  </a:lnTo>
                  <a:lnTo>
                    <a:pt x="886700" y="4925292"/>
                  </a:lnTo>
                  <a:lnTo>
                    <a:pt x="971268" y="4903311"/>
                  </a:lnTo>
                  <a:lnTo>
                    <a:pt x="1056150" y="4878067"/>
                  </a:lnTo>
                  <a:lnTo>
                    <a:pt x="1139054" y="4849608"/>
                  </a:lnTo>
                  <a:lnTo>
                    <a:pt x="1218361" y="4817915"/>
                  </a:lnTo>
                  <a:lnTo>
                    <a:pt x="1293094" y="4782872"/>
                  </a:lnTo>
                  <a:lnTo>
                    <a:pt x="1362821" y="4744252"/>
                  </a:lnTo>
                  <a:lnTo>
                    <a:pt x="1427529" y="4701712"/>
                  </a:lnTo>
                  <a:lnTo>
                    <a:pt x="1487507" y="4654802"/>
                  </a:lnTo>
                  <a:lnTo>
                    <a:pt x="1543238" y="4602970"/>
                  </a:lnTo>
                  <a:lnTo>
                    <a:pt x="1595324" y="4545587"/>
                  </a:lnTo>
                  <a:lnTo>
                    <a:pt x="1644421" y="4481989"/>
                  </a:lnTo>
                  <a:lnTo>
                    <a:pt x="1691191" y="4411535"/>
                  </a:lnTo>
                  <a:lnTo>
                    <a:pt x="1736258" y="4333722"/>
                  </a:lnTo>
                  <a:lnTo>
                    <a:pt x="1768425" y="4272084"/>
                  </a:lnTo>
                  <a:lnTo>
                    <a:pt x="1799630" y="4207543"/>
                  </a:lnTo>
                  <a:lnTo>
                    <a:pt x="1830563" y="4139047"/>
                  </a:lnTo>
                  <a:lnTo>
                    <a:pt x="1861361" y="4066517"/>
                  </a:lnTo>
                  <a:lnTo>
                    <a:pt x="1892137" y="3989917"/>
                  </a:lnTo>
                  <a:lnTo>
                    <a:pt x="1922982" y="3909256"/>
                  </a:lnTo>
                  <a:lnTo>
                    <a:pt x="1953966" y="3824598"/>
                  </a:lnTo>
                  <a:lnTo>
                    <a:pt x="1985142" y="3736060"/>
                  </a:lnTo>
                  <a:lnTo>
                    <a:pt x="2016543" y="3643816"/>
                  </a:lnTo>
                  <a:lnTo>
                    <a:pt x="2048189" y="3548101"/>
                  </a:lnTo>
                  <a:lnTo>
                    <a:pt x="2080083" y="3449205"/>
                  </a:lnTo>
                  <a:lnTo>
                    <a:pt x="2112214" y="3347478"/>
                  </a:lnTo>
                  <a:lnTo>
                    <a:pt x="2144562" y="3243318"/>
                  </a:lnTo>
                  <a:lnTo>
                    <a:pt x="2177094" y="3137174"/>
                  </a:lnTo>
                  <a:lnTo>
                    <a:pt x="2209769" y="3029531"/>
                  </a:lnTo>
                  <a:lnTo>
                    <a:pt x="2242538" y="2920907"/>
                  </a:lnTo>
                  <a:lnTo>
                    <a:pt x="2275352" y="2811838"/>
                  </a:lnTo>
                  <a:lnTo>
                    <a:pt x="2308155" y="2702870"/>
                  </a:lnTo>
                  <a:lnTo>
                    <a:pt x="2340896" y="2594548"/>
                  </a:lnTo>
                  <a:lnTo>
                    <a:pt x="2373523" y="2487402"/>
                  </a:lnTo>
                  <a:lnTo>
                    <a:pt x="2405991" y="2381938"/>
                  </a:lnTo>
                  <a:lnTo>
                    <a:pt x="2438262" y="2278630"/>
                  </a:lnTo>
                  <a:lnTo>
                    <a:pt x="2470307" y="2177908"/>
                  </a:lnTo>
                  <a:lnTo>
                    <a:pt x="2502109" y="2080153"/>
                  </a:lnTo>
                  <a:lnTo>
                    <a:pt x="2533663" y="1985693"/>
                  </a:lnTo>
                  <a:lnTo>
                    <a:pt x="2564978" y="1894799"/>
                  </a:lnTo>
                  <a:lnTo>
                    <a:pt x="2596078" y="1807681"/>
                  </a:lnTo>
                  <a:lnTo>
                    <a:pt x="2627003" y="1724494"/>
                  </a:lnTo>
                  <a:lnTo>
                    <a:pt x="2657814" y="1645333"/>
                  </a:lnTo>
                  <a:lnTo>
                    <a:pt x="2688586" y="1570243"/>
                  </a:lnTo>
                  <a:lnTo>
                    <a:pt x="2719420" y="1499215"/>
                  </a:lnTo>
                  <a:lnTo>
                    <a:pt x="2750436" y="1432196"/>
                  </a:lnTo>
                  <a:lnTo>
                    <a:pt x="2770117" y="1392027"/>
                  </a:lnTo>
                  <a:lnTo>
                    <a:pt x="2814289" y="1308686"/>
                  </a:lnTo>
                  <a:lnTo>
                    <a:pt x="2859757" y="1232892"/>
                  </a:lnTo>
                  <a:lnTo>
                    <a:pt x="2907090" y="1164342"/>
                  </a:lnTo>
                  <a:lnTo>
                    <a:pt x="2956926" y="1102483"/>
                  </a:lnTo>
                  <a:lnTo>
                    <a:pt x="3009931" y="1046661"/>
                  </a:lnTo>
                  <a:lnTo>
                    <a:pt x="3066751" y="996214"/>
                  </a:lnTo>
                  <a:lnTo>
                    <a:pt x="3127962" y="950531"/>
                  </a:lnTo>
                  <a:lnTo>
                    <a:pt x="3194004" y="909088"/>
                  </a:lnTo>
                  <a:lnTo>
                    <a:pt x="3265096" y="871459"/>
                  </a:lnTo>
                  <a:lnTo>
                    <a:pt x="3341124" y="837336"/>
                  </a:lnTo>
                  <a:lnTo>
                    <a:pt x="3421521" y="806522"/>
                  </a:lnTo>
                  <a:lnTo>
                    <a:pt x="3505146" y="778928"/>
                  </a:lnTo>
                  <a:lnTo>
                    <a:pt x="3590195" y="754556"/>
                  </a:lnTo>
                  <a:lnTo>
                    <a:pt x="3674209" y="733466"/>
                  </a:lnTo>
                  <a:lnTo>
                    <a:pt x="3754201" y="715729"/>
                  </a:lnTo>
                  <a:lnTo>
                    <a:pt x="3826967" y="701367"/>
                  </a:lnTo>
                  <a:lnTo>
                    <a:pt x="3889525" y="690304"/>
                  </a:lnTo>
                  <a:lnTo>
                    <a:pt x="3939633" y="682319"/>
                  </a:lnTo>
                  <a:lnTo>
                    <a:pt x="3976232" y="677039"/>
                  </a:lnTo>
                  <a:lnTo>
                    <a:pt x="3999708" y="673962"/>
                  </a:lnTo>
                  <a:lnTo>
                    <a:pt x="4011921" y="672502"/>
                  </a:lnTo>
                  <a:lnTo>
                    <a:pt x="4016053" y="672049"/>
                  </a:lnTo>
                  <a:lnTo>
                    <a:pt x="4016409" y="672013"/>
                  </a:lnTo>
                  <a:lnTo>
                    <a:pt x="4538543" y="672013"/>
                  </a:lnTo>
                  <a:lnTo>
                    <a:pt x="4539805" y="671993"/>
                  </a:lnTo>
                  <a:lnTo>
                    <a:pt x="4548059" y="671847"/>
                  </a:lnTo>
                  <a:lnTo>
                    <a:pt x="4568699" y="671446"/>
                  </a:lnTo>
                  <a:lnTo>
                    <a:pt x="4605169" y="670657"/>
                  </a:lnTo>
                  <a:lnTo>
                    <a:pt x="4658658" y="669365"/>
                  </a:lnTo>
                  <a:lnTo>
                    <a:pt x="4728033" y="667484"/>
                  </a:lnTo>
                  <a:lnTo>
                    <a:pt x="4810233" y="664962"/>
                  </a:lnTo>
                  <a:lnTo>
                    <a:pt x="4901033" y="661786"/>
                  </a:lnTo>
                  <a:lnTo>
                    <a:pt x="4995940" y="657962"/>
                  </a:lnTo>
                  <a:lnTo>
                    <a:pt x="5090943" y="653505"/>
                  </a:lnTo>
                  <a:lnTo>
                    <a:pt x="5182957" y="648425"/>
                  </a:lnTo>
                  <a:lnTo>
                    <a:pt x="5269955" y="642710"/>
                  </a:lnTo>
                  <a:lnTo>
                    <a:pt x="5350881" y="636328"/>
                  </a:lnTo>
                  <a:lnTo>
                    <a:pt x="5425452" y="629214"/>
                  </a:lnTo>
                  <a:lnTo>
                    <a:pt x="5493939" y="621279"/>
                  </a:lnTo>
                  <a:lnTo>
                    <a:pt x="5556966" y="612408"/>
                  </a:lnTo>
                  <a:lnTo>
                    <a:pt x="5615368" y="602465"/>
                  </a:lnTo>
                  <a:lnTo>
                    <a:pt x="5670067" y="591306"/>
                  </a:lnTo>
                  <a:lnTo>
                    <a:pt x="5721994" y="578795"/>
                  </a:lnTo>
                  <a:lnTo>
                    <a:pt x="5772005" y="564837"/>
                  </a:lnTo>
                  <a:lnTo>
                    <a:pt x="5784835" y="560952"/>
                  </a:lnTo>
                  <a:lnTo>
                    <a:pt x="5836729" y="544006"/>
                  </a:lnTo>
                  <a:lnTo>
                    <a:pt x="5888119" y="525340"/>
                  </a:lnTo>
                  <a:lnTo>
                    <a:pt x="5939530" y="504929"/>
                  </a:lnTo>
                  <a:lnTo>
                    <a:pt x="5991322" y="482806"/>
                  </a:lnTo>
                  <a:lnTo>
                    <a:pt x="6043709" y="459069"/>
                  </a:lnTo>
                  <a:lnTo>
                    <a:pt x="6096778" y="433886"/>
                  </a:lnTo>
                  <a:lnTo>
                    <a:pt x="6150505" y="407491"/>
                  </a:lnTo>
                  <a:lnTo>
                    <a:pt x="6204771" y="380184"/>
                  </a:lnTo>
                  <a:lnTo>
                    <a:pt x="6259388" y="352310"/>
                  </a:lnTo>
                  <a:lnTo>
                    <a:pt x="6314123" y="324249"/>
                  </a:lnTo>
                  <a:lnTo>
                    <a:pt x="6368731" y="296390"/>
                  </a:lnTo>
                  <a:lnTo>
                    <a:pt x="6422979" y="269112"/>
                  </a:lnTo>
                  <a:lnTo>
                    <a:pt x="6476681" y="242760"/>
                  </a:lnTo>
                  <a:lnTo>
                    <a:pt x="6529723" y="217629"/>
                  </a:lnTo>
                  <a:lnTo>
                    <a:pt x="6582084" y="193953"/>
                  </a:lnTo>
                  <a:lnTo>
                    <a:pt x="6633857" y="171896"/>
                  </a:lnTo>
                  <a:lnTo>
                    <a:pt x="6685259" y="151554"/>
                  </a:lnTo>
                  <a:lnTo>
                    <a:pt x="6736658" y="132956"/>
                  </a:lnTo>
                  <a:lnTo>
                    <a:pt x="6786527" y="116708"/>
                  </a:lnTo>
                  <a:lnTo>
                    <a:pt x="6836161" y="102366"/>
                  </a:lnTo>
                  <a:lnTo>
                    <a:pt x="6887511" y="89483"/>
                  </a:lnTo>
                  <a:lnTo>
                    <a:pt x="6941398" y="77984"/>
                  </a:lnTo>
                  <a:lnTo>
                    <a:pt x="6998742" y="67738"/>
                  </a:lnTo>
                  <a:lnTo>
                    <a:pt x="7060477" y="58601"/>
                  </a:lnTo>
                  <a:lnTo>
                    <a:pt x="7127467" y="50433"/>
                  </a:lnTo>
                  <a:lnTo>
                    <a:pt x="7200407" y="43115"/>
                  </a:lnTo>
                  <a:lnTo>
                    <a:pt x="7279676" y="36549"/>
                  </a:lnTo>
                  <a:lnTo>
                    <a:pt x="7365155" y="30664"/>
                  </a:lnTo>
                  <a:lnTo>
                    <a:pt x="7456013" y="25420"/>
                  </a:lnTo>
                  <a:lnTo>
                    <a:pt x="7550490" y="20801"/>
                  </a:lnTo>
                  <a:lnTo>
                    <a:pt x="7645777" y="16810"/>
                  </a:lnTo>
                  <a:lnTo>
                    <a:pt x="7738073" y="13463"/>
                  </a:lnTo>
                  <a:lnTo>
                    <a:pt x="7822952" y="10771"/>
                  </a:lnTo>
                  <a:lnTo>
                    <a:pt x="7896033" y="8726"/>
                  </a:lnTo>
                  <a:lnTo>
                    <a:pt x="7953866" y="7287"/>
                  </a:lnTo>
                  <a:lnTo>
                    <a:pt x="7994761" y="6377"/>
                  </a:lnTo>
                  <a:lnTo>
                    <a:pt x="8019287" y="5887"/>
                  </a:lnTo>
                  <a:lnTo>
                    <a:pt x="8030326" y="5688"/>
                  </a:lnTo>
                  <a:lnTo>
                    <a:pt x="8032819" y="5647"/>
                  </a:lnTo>
                  <a:lnTo>
                    <a:pt x="8554953" y="5647"/>
                  </a:lnTo>
                  <a:lnTo>
                    <a:pt x="8554953" y="0"/>
                  </a:lnTo>
                  <a:lnTo>
                    <a:pt x="8032819" y="0"/>
                  </a:lnTo>
                  <a:lnTo>
                    <a:pt x="8031557" y="20"/>
                  </a:lnTo>
                  <a:lnTo>
                    <a:pt x="8023302" y="165"/>
                  </a:lnTo>
                  <a:lnTo>
                    <a:pt x="8002663" y="567"/>
                  </a:lnTo>
                  <a:lnTo>
                    <a:pt x="7966193" y="1356"/>
                  </a:lnTo>
                  <a:lnTo>
                    <a:pt x="7912704" y="2647"/>
                  </a:lnTo>
                  <a:lnTo>
                    <a:pt x="7843329" y="4529"/>
                  </a:lnTo>
                  <a:lnTo>
                    <a:pt x="7761129" y="7050"/>
                  </a:lnTo>
                  <a:lnTo>
                    <a:pt x="7670329" y="10227"/>
                  </a:lnTo>
                  <a:lnTo>
                    <a:pt x="7575422" y="14051"/>
                  </a:lnTo>
                  <a:lnTo>
                    <a:pt x="7480419" y="18507"/>
                  </a:lnTo>
                  <a:lnTo>
                    <a:pt x="7388405" y="23588"/>
                  </a:lnTo>
                  <a:lnTo>
                    <a:pt x="7301407" y="29302"/>
                  </a:lnTo>
                  <a:lnTo>
                    <a:pt x="7220481" y="35685"/>
                  </a:lnTo>
                  <a:lnTo>
                    <a:pt x="7145910" y="42799"/>
                  </a:lnTo>
                  <a:lnTo>
                    <a:pt x="7077423" y="50733"/>
                  </a:lnTo>
                  <a:lnTo>
                    <a:pt x="7014396" y="59605"/>
                  </a:lnTo>
                  <a:lnTo>
                    <a:pt x="6955994" y="69547"/>
                  </a:lnTo>
                  <a:lnTo>
                    <a:pt x="6901295" y="80706"/>
                  </a:lnTo>
                  <a:lnTo>
                    <a:pt x="6849368" y="93217"/>
                  </a:lnTo>
                  <a:lnTo>
                    <a:pt x="6799357" y="107175"/>
                  </a:lnTo>
                  <a:lnTo>
                    <a:pt x="6786527" y="111061"/>
                  </a:lnTo>
                  <a:lnTo>
                    <a:pt x="6734633" y="128007"/>
                  </a:lnTo>
                  <a:lnTo>
                    <a:pt x="6683243" y="146672"/>
                  </a:lnTo>
                  <a:lnTo>
                    <a:pt x="6631832" y="167083"/>
                  </a:lnTo>
                  <a:lnTo>
                    <a:pt x="6580040" y="189206"/>
                  </a:lnTo>
                  <a:lnTo>
                    <a:pt x="6527653" y="212943"/>
                  </a:lnTo>
                  <a:lnTo>
                    <a:pt x="6474584" y="238127"/>
                  </a:lnTo>
                  <a:lnTo>
                    <a:pt x="6420857" y="264521"/>
                  </a:lnTo>
                  <a:lnTo>
                    <a:pt x="6366591" y="291829"/>
                  </a:lnTo>
                  <a:lnTo>
                    <a:pt x="6311974" y="319703"/>
                  </a:lnTo>
                  <a:lnTo>
                    <a:pt x="6257239" y="347764"/>
                  </a:lnTo>
                  <a:lnTo>
                    <a:pt x="6202631" y="375622"/>
                  </a:lnTo>
                  <a:lnTo>
                    <a:pt x="6148383" y="402900"/>
                  </a:lnTo>
                  <a:lnTo>
                    <a:pt x="6094681" y="429252"/>
                  </a:lnTo>
                  <a:lnTo>
                    <a:pt x="6041639" y="454383"/>
                  </a:lnTo>
                  <a:lnTo>
                    <a:pt x="5989277" y="478059"/>
                  </a:lnTo>
                  <a:lnTo>
                    <a:pt x="5937505" y="500117"/>
                  </a:lnTo>
                  <a:lnTo>
                    <a:pt x="5886102" y="520459"/>
                  </a:lnTo>
                  <a:lnTo>
                    <a:pt x="5834704" y="539056"/>
                  </a:lnTo>
                  <a:lnTo>
                    <a:pt x="5784835" y="555305"/>
                  </a:lnTo>
                  <a:lnTo>
                    <a:pt x="5735201" y="569647"/>
                  </a:lnTo>
                  <a:lnTo>
                    <a:pt x="5683851" y="582529"/>
                  </a:lnTo>
                  <a:lnTo>
                    <a:pt x="5629964" y="594028"/>
                  </a:lnTo>
                  <a:lnTo>
                    <a:pt x="5572620" y="604274"/>
                  </a:lnTo>
                  <a:lnTo>
                    <a:pt x="5510885" y="613412"/>
                  </a:lnTo>
                  <a:lnTo>
                    <a:pt x="5443895" y="621579"/>
                  </a:lnTo>
                  <a:lnTo>
                    <a:pt x="5370955" y="628897"/>
                  </a:lnTo>
                  <a:lnTo>
                    <a:pt x="5291686" y="635464"/>
                  </a:lnTo>
                  <a:lnTo>
                    <a:pt x="5206207" y="641348"/>
                  </a:lnTo>
                  <a:lnTo>
                    <a:pt x="5115349" y="646592"/>
                  </a:lnTo>
                  <a:lnTo>
                    <a:pt x="5020872" y="651212"/>
                  </a:lnTo>
                  <a:lnTo>
                    <a:pt x="4925585" y="655202"/>
                  </a:lnTo>
                  <a:lnTo>
                    <a:pt x="4833288" y="658549"/>
                  </a:lnTo>
                  <a:lnTo>
                    <a:pt x="4748410" y="661241"/>
                  </a:lnTo>
                  <a:lnTo>
                    <a:pt x="4675329" y="663286"/>
                  </a:lnTo>
                  <a:lnTo>
                    <a:pt x="4617496" y="664725"/>
                  </a:lnTo>
                  <a:lnTo>
                    <a:pt x="4576601" y="665635"/>
                  </a:lnTo>
                  <a:lnTo>
                    <a:pt x="4552075" y="666125"/>
                  </a:lnTo>
                  <a:lnTo>
                    <a:pt x="4541036" y="666325"/>
                  </a:lnTo>
                  <a:lnTo>
                    <a:pt x="4538543" y="666366"/>
                  </a:lnTo>
                  <a:lnTo>
                    <a:pt x="4016409" y="666366"/>
                  </a:lnTo>
                  <a:lnTo>
                    <a:pt x="4015509" y="666459"/>
                  </a:lnTo>
                  <a:lnTo>
                    <a:pt x="4009581" y="667123"/>
                  </a:lnTo>
                  <a:lnTo>
                    <a:pt x="3994596" y="668959"/>
                  </a:lnTo>
                  <a:lnTo>
                    <a:pt x="3967708" y="672575"/>
                  </a:lnTo>
                  <a:lnTo>
                    <a:pt x="3927446" y="678539"/>
                  </a:lnTo>
                  <a:lnTo>
                    <a:pt x="3873824" y="687322"/>
                  </a:lnTo>
                  <a:lnTo>
                    <a:pt x="3808256" y="699259"/>
                  </a:lnTo>
                  <a:lnTo>
                    <a:pt x="3733232" y="714527"/>
                  </a:lnTo>
                  <a:lnTo>
                    <a:pt x="3651842" y="733173"/>
                  </a:lnTo>
                  <a:lnTo>
                    <a:pt x="3567274" y="755154"/>
                  </a:lnTo>
                  <a:lnTo>
                    <a:pt x="3482392" y="780398"/>
                  </a:lnTo>
                  <a:lnTo>
                    <a:pt x="3399488" y="808856"/>
                  </a:lnTo>
                  <a:lnTo>
                    <a:pt x="3320181" y="840549"/>
                  </a:lnTo>
                  <a:lnTo>
                    <a:pt x="3245448" y="875592"/>
                  </a:lnTo>
                  <a:lnTo>
                    <a:pt x="3175722" y="914213"/>
                  </a:lnTo>
                  <a:lnTo>
                    <a:pt x="3111013" y="956752"/>
                  </a:lnTo>
                  <a:lnTo>
                    <a:pt x="3051036" y="1003662"/>
                  </a:lnTo>
                  <a:lnTo>
                    <a:pt x="2995304" y="1055495"/>
                  </a:lnTo>
                  <a:lnTo>
                    <a:pt x="2943218" y="1112877"/>
                  </a:lnTo>
                  <a:lnTo>
                    <a:pt x="2894121" y="1176476"/>
                  </a:lnTo>
                  <a:lnTo>
                    <a:pt x="2847352" y="1246930"/>
                  </a:lnTo>
                  <a:lnTo>
                    <a:pt x="2802284" y="1324742"/>
                  </a:lnTo>
                  <a:lnTo>
                    <a:pt x="2770117" y="1386380"/>
                  </a:lnTo>
                  <a:lnTo>
                    <a:pt x="2738913" y="1450922"/>
                  </a:lnTo>
                  <a:lnTo>
                    <a:pt x="2707980" y="1519417"/>
                  </a:lnTo>
                  <a:lnTo>
                    <a:pt x="2677181" y="1591947"/>
                  </a:lnTo>
                  <a:lnTo>
                    <a:pt x="2646405" y="1668548"/>
                  </a:lnTo>
                  <a:lnTo>
                    <a:pt x="2615560" y="1749208"/>
                  </a:lnTo>
                  <a:lnTo>
                    <a:pt x="2584576" y="1833866"/>
                  </a:lnTo>
                  <a:lnTo>
                    <a:pt x="2553400" y="1922404"/>
                  </a:lnTo>
                  <a:lnTo>
                    <a:pt x="2521999" y="2014648"/>
                  </a:lnTo>
                  <a:lnTo>
                    <a:pt x="2490353" y="2110364"/>
                  </a:lnTo>
                  <a:lnTo>
                    <a:pt x="2458460" y="2209259"/>
                  </a:lnTo>
                  <a:lnTo>
                    <a:pt x="2426328" y="2310987"/>
                  </a:lnTo>
                  <a:lnTo>
                    <a:pt x="2393980" y="2415146"/>
                  </a:lnTo>
                  <a:lnTo>
                    <a:pt x="2361448" y="2521290"/>
                  </a:lnTo>
                  <a:lnTo>
                    <a:pt x="2328774" y="2628933"/>
                  </a:lnTo>
                  <a:lnTo>
                    <a:pt x="2296004" y="2737557"/>
                  </a:lnTo>
                  <a:lnTo>
                    <a:pt x="2263190" y="2846627"/>
                  </a:lnTo>
                  <a:lnTo>
                    <a:pt x="2230387" y="2955594"/>
                  </a:lnTo>
                  <a:lnTo>
                    <a:pt x="2197646" y="3063917"/>
                  </a:lnTo>
                  <a:lnTo>
                    <a:pt x="2165020" y="3171063"/>
                  </a:lnTo>
                  <a:lnTo>
                    <a:pt x="2132552" y="3276526"/>
                  </a:lnTo>
                  <a:lnTo>
                    <a:pt x="2100281" y="3379834"/>
                  </a:lnTo>
                  <a:lnTo>
                    <a:pt x="2068235" y="3480556"/>
                  </a:lnTo>
                  <a:lnTo>
                    <a:pt x="2036433" y="3578311"/>
                  </a:lnTo>
                  <a:lnTo>
                    <a:pt x="2004879" y="3672771"/>
                  </a:lnTo>
                  <a:lnTo>
                    <a:pt x="1973564" y="3763666"/>
                  </a:lnTo>
                  <a:lnTo>
                    <a:pt x="1942464" y="3850783"/>
                  </a:lnTo>
                  <a:lnTo>
                    <a:pt x="1911539" y="3933971"/>
                  </a:lnTo>
                  <a:lnTo>
                    <a:pt x="1880728" y="4013131"/>
                  </a:lnTo>
                  <a:lnTo>
                    <a:pt x="1849956" y="4088222"/>
                  </a:lnTo>
                  <a:lnTo>
                    <a:pt x="1819122" y="4159250"/>
                  </a:lnTo>
                  <a:lnTo>
                    <a:pt x="1788106" y="4226269"/>
                  </a:lnTo>
                  <a:lnTo>
                    <a:pt x="1768425" y="4266437"/>
                  </a:lnTo>
                  <a:lnTo>
                    <a:pt x="1724253" y="4349778"/>
                  </a:lnTo>
                  <a:lnTo>
                    <a:pt x="1678785" y="4425573"/>
                  </a:lnTo>
                  <a:lnTo>
                    <a:pt x="1631452" y="4494122"/>
                  </a:lnTo>
                  <a:lnTo>
                    <a:pt x="1581616" y="4555981"/>
                  </a:lnTo>
                  <a:lnTo>
                    <a:pt x="1528611" y="4611804"/>
                  </a:lnTo>
                  <a:lnTo>
                    <a:pt x="1471791" y="4662251"/>
                  </a:lnTo>
                  <a:lnTo>
                    <a:pt x="1410580" y="4707933"/>
                  </a:lnTo>
                  <a:lnTo>
                    <a:pt x="1344538" y="4749377"/>
                  </a:lnTo>
                  <a:lnTo>
                    <a:pt x="1273447" y="4787005"/>
                  </a:lnTo>
                  <a:lnTo>
                    <a:pt x="1197419" y="4821128"/>
                  </a:lnTo>
                  <a:lnTo>
                    <a:pt x="1117021" y="4851943"/>
                  </a:lnTo>
                  <a:lnTo>
                    <a:pt x="1033396" y="4879537"/>
                  </a:lnTo>
                  <a:lnTo>
                    <a:pt x="948347" y="4903908"/>
                  </a:lnTo>
                  <a:lnTo>
                    <a:pt x="864334" y="4924998"/>
                  </a:lnTo>
                  <a:lnTo>
                    <a:pt x="784341" y="4942736"/>
                  </a:lnTo>
                  <a:lnTo>
                    <a:pt x="711575" y="4957097"/>
                  </a:lnTo>
                  <a:lnTo>
                    <a:pt x="649017" y="4968160"/>
                  </a:lnTo>
                  <a:lnTo>
                    <a:pt x="598909" y="4976145"/>
                  </a:lnTo>
                  <a:lnTo>
                    <a:pt x="562310" y="4981425"/>
                  </a:lnTo>
                  <a:lnTo>
                    <a:pt x="538834" y="4984503"/>
                  </a:lnTo>
                  <a:lnTo>
                    <a:pt x="526621" y="4985963"/>
                  </a:lnTo>
                  <a:lnTo>
                    <a:pt x="522489" y="4986415"/>
                  </a:lnTo>
                  <a:lnTo>
                    <a:pt x="522133" y="4986452"/>
                  </a:lnTo>
                  <a:lnTo>
                    <a:pt x="0" y="4986452"/>
                  </a:lnTo>
                  <a:close/>
                </a:path>
              </a:pathLst>
            </a:custGeom>
            <a:solidFill>
              <a:srgbClr val="69D6E2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2082" name="pl2082"/>
            <p:cNvSpPr/>
            <p:nvPr/>
          </p:nvSpPr>
          <p:spPr>
            <a:xfrm>
              <a:off x="386606" y="1162956"/>
              <a:ext cx="8554953" cy="4986452"/>
            </a:xfrm>
            <a:custGeom>
              <a:avLst/>
              <a:pathLst>
                <a:path w="8554953" h="4986452">
                  <a:moveTo>
                    <a:pt x="0" y="4986452"/>
                  </a:moveTo>
                  <a:lnTo>
                    <a:pt x="522133" y="4986452"/>
                  </a:lnTo>
                  <a:lnTo>
                    <a:pt x="523033" y="4986358"/>
                  </a:lnTo>
                  <a:lnTo>
                    <a:pt x="528961" y="4985694"/>
                  </a:lnTo>
                  <a:lnTo>
                    <a:pt x="543946" y="4983858"/>
                  </a:lnTo>
                  <a:lnTo>
                    <a:pt x="570834" y="4980242"/>
                  </a:lnTo>
                  <a:lnTo>
                    <a:pt x="611096" y="4974278"/>
                  </a:lnTo>
                  <a:lnTo>
                    <a:pt x="664718" y="4965495"/>
                  </a:lnTo>
                  <a:lnTo>
                    <a:pt x="730286" y="4953559"/>
                  </a:lnTo>
                  <a:lnTo>
                    <a:pt x="805311" y="4938291"/>
                  </a:lnTo>
                  <a:lnTo>
                    <a:pt x="886700" y="4919645"/>
                  </a:lnTo>
                  <a:lnTo>
                    <a:pt x="971268" y="4897663"/>
                  </a:lnTo>
                  <a:lnTo>
                    <a:pt x="1056150" y="4872419"/>
                  </a:lnTo>
                  <a:lnTo>
                    <a:pt x="1139054" y="4843961"/>
                  </a:lnTo>
                  <a:lnTo>
                    <a:pt x="1218361" y="4812268"/>
                  </a:lnTo>
                  <a:lnTo>
                    <a:pt x="1293094" y="4777225"/>
                  </a:lnTo>
                  <a:lnTo>
                    <a:pt x="1362821" y="4738604"/>
                  </a:lnTo>
                  <a:lnTo>
                    <a:pt x="1427529" y="4696065"/>
                  </a:lnTo>
                  <a:lnTo>
                    <a:pt x="1487507" y="4649155"/>
                  </a:lnTo>
                  <a:lnTo>
                    <a:pt x="1543238" y="4597323"/>
                  </a:lnTo>
                  <a:lnTo>
                    <a:pt x="1595324" y="4539940"/>
                  </a:lnTo>
                  <a:lnTo>
                    <a:pt x="1644421" y="4476342"/>
                  </a:lnTo>
                  <a:lnTo>
                    <a:pt x="1691191" y="4405888"/>
                  </a:lnTo>
                  <a:lnTo>
                    <a:pt x="1736258" y="4328075"/>
                  </a:lnTo>
                  <a:lnTo>
                    <a:pt x="1768425" y="4266437"/>
                  </a:lnTo>
                  <a:lnTo>
                    <a:pt x="1799630" y="4201896"/>
                  </a:lnTo>
                  <a:lnTo>
                    <a:pt x="1830563" y="4133400"/>
                  </a:lnTo>
                  <a:lnTo>
                    <a:pt x="1861361" y="4060870"/>
                  </a:lnTo>
                  <a:lnTo>
                    <a:pt x="1892137" y="3984270"/>
                  </a:lnTo>
                  <a:lnTo>
                    <a:pt x="1922982" y="3903609"/>
                  </a:lnTo>
                  <a:lnTo>
                    <a:pt x="1953966" y="3818951"/>
                  </a:lnTo>
                  <a:lnTo>
                    <a:pt x="1985142" y="3730413"/>
                  </a:lnTo>
                  <a:lnTo>
                    <a:pt x="2016543" y="3638169"/>
                  </a:lnTo>
                  <a:lnTo>
                    <a:pt x="2048189" y="3542454"/>
                  </a:lnTo>
                  <a:lnTo>
                    <a:pt x="2080083" y="3443558"/>
                  </a:lnTo>
                  <a:lnTo>
                    <a:pt x="2112214" y="3341830"/>
                  </a:lnTo>
                  <a:lnTo>
                    <a:pt x="2144562" y="3237671"/>
                  </a:lnTo>
                  <a:lnTo>
                    <a:pt x="2177094" y="3131527"/>
                  </a:lnTo>
                  <a:lnTo>
                    <a:pt x="2209769" y="3023884"/>
                  </a:lnTo>
                  <a:lnTo>
                    <a:pt x="2242538" y="2915260"/>
                  </a:lnTo>
                  <a:lnTo>
                    <a:pt x="2275352" y="2806191"/>
                  </a:lnTo>
                  <a:lnTo>
                    <a:pt x="2308155" y="2697223"/>
                  </a:lnTo>
                  <a:lnTo>
                    <a:pt x="2340896" y="2588901"/>
                  </a:lnTo>
                  <a:lnTo>
                    <a:pt x="2373523" y="2481755"/>
                  </a:lnTo>
                  <a:lnTo>
                    <a:pt x="2405991" y="2376291"/>
                  </a:lnTo>
                  <a:lnTo>
                    <a:pt x="2438262" y="2272983"/>
                  </a:lnTo>
                  <a:lnTo>
                    <a:pt x="2470307" y="2172261"/>
                  </a:lnTo>
                  <a:lnTo>
                    <a:pt x="2502109" y="2074506"/>
                  </a:lnTo>
                  <a:lnTo>
                    <a:pt x="2533663" y="1980046"/>
                  </a:lnTo>
                  <a:lnTo>
                    <a:pt x="2564978" y="1889152"/>
                  </a:lnTo>
                  <a:lnTo>
                    <a:pt x="2596078" y="1802034"/>
                  </a:lnTo>
                  <a:lnTo>
                    <a:pt x="2627003" y="1718846"/>
                  </a:lnTo>
                  <a:lnTo>
                    <a:pt x="2657814" y="1639686"/>
                  </a:lnTo>
                  <a:lnTo>
                    <a:pt x="2688586" y="1564596"/>
                  </a:lnTo>
                  <a:lnTo>
                    <a:pt x="2719420" y="1493567"/>
                  </a:lnTo>
                  <a:lnTo>
                    <a:pt x="2750436" y="1426548"/>
                  </a:lnTo>
                  <a:lnTo>
                    <a:pt x="2770117" y="1386380"/>
                  </a:lnTo>
                  <a:lnTo>
                    <a:pt x="2814289" y="1303039"/>
                  </a:lnTo>
                  <a:lnTo>
                    <a:pt x="2859757" y="1227245"/>
                  </a:lnTo>
                  <a:lnTo>
                    <a:pt x="2907090" y="1158695"/>
                  </a:lnTo>
                  <a:lnTo>
                    <a:pt x="2956926" y="1096836"/>
                  </a:lnTo>
                  <a:lnTo>
                    <a:pt x="3009931" y="1041014"/>
                  </a:lnTo>
                  <a:lnTo>
                    <a:pt x="3066751" y="990566"/>
                  </a:lnTo>
                  <a:lnTo>
                    <a:pt x="3127962" y="944884"/>
                  </a:lnTo>
                  <a:lnTo>
                    <a:pt x="3194004" y="903440"/>
                  </a:lnTo>
                  <a:lnTo>
                    <a:pt x="3265096" y="865812"/>
                  </a:lnTo>
                  <a:lnTo>
                    <a:pt x="3341124" y="831689"/>
                  </a:lnTo>
                  <a:lnTo>
                    <a:pt x="3421521" y="800875"/>
                  </a:lnTo>
                  <a:lnTo>
                    <a:pt x="3505146" y="773281"/>
                  </a:lnTo>
                  <a:lnTo>
                    <a:pt x="3590195" y="748909"/>
                  </a:lnTo>
                  <a:lnTo>
                    <a:pt x="3674209" y="727819"/>
                  </a:lnTo>
                  <a:lnTo>
                    <a:pt x="3754201" y="710081"/>
                  </a:lnTo>
                  <a:lnTo>
                    <a:pt x="3826967" y="695720"/>
                  </a:lnTo>
                  <a:lnTo>
                    <a:pt x="3889525" y="684657"/>
                  </a:lnTo>
                  <a:lnTo>
                    <a:pt x="3939633" y="676672"/>
                  </a:lnTo>
                  <a:lnTo>
                    <a:pt x="3976232" y="671392"/>
                  </a:lnTo>
                  <a:lnTo>
                    <a:pt x="3999708" y="668314"/>
                  </a:lnTo>
                  <a:lnTo>
                    <a:pt x="4011921" y="666854"/>
                  </a:lnTo>
                  <a:lnTo>
                    <a:pt x="4016053" y="666402"/>
                  </a:lnTo>
                  <a:lnTo>
                    <a:pt x="4016409" y="666366"/>
                  </a:lnTo>
                  <a:lnTo>
                    <a:pt x="4538543" y="666366"/>
                  </a:lnTo>
                  <a:lnTo>
                    <a:pt x="4539805" y="666345"/>
                  </a:lnTo>
                  <a:lnTo>
                    <a:pt x="4548059" y="666200"/>
                  </a:lnTo>
                  <a:lnTo>
                    <a:pt x="4568699" y="665798"/>
                  </a:lnTo>
                  <a:lnTo>
                    <a:pt x="4605169" y="665010"/>
                  </a:lnTo>
                  <a:lnTo>
                    <a:pt x="4658658" y="663718"/>
                  </a:lnTo>
                  <a:lnTo>
                    <a:pt x="4728033" y="661836"/>
                  </a:lnTo>
                  <a:lnTo>
                    <a:pt x="4810233" y="659315"/>
                  </a:lnTo>
                  <a:lnTo>
                    <a:pt x="4901033" y="656139"/>
                  </a:lnTo>
                  <a:lnTo>
                    <a:pt x="4995940" y="652314"/>
                  </a:lnTo>
                  <a:lnTo>
                    <a:pt x="5090943" y="647858"/>
                  </a:lnTo>
                  <a:lnTo>
                    <a:pt x="5182957" y="642777"/>
                  </a:lnTo>
                  <a:lnTo>
                    <a:pt x="5269955" y="637063"/>
                  </a:lnTo>
                  <a:lnTo>
                    <a:pt x="5350881" y="630680"/>
                  </a:lnTo>
                  <a:lnTo>
                    <a:pt x="5425452" y="623567"/>
                  </a:lnTo>
                  <a:lnTo>
                    <a:pt x="5493939" y="615632"/>
                  </a:lnTo>
                  <a:lnTo>
                    <a:pt x="5556966" y="606760"/>
                  </a:lnTo>
                  <a:lnTo>
                    <a:pt x="5615368" y="596818"/>
                  </a:lnTo>
                  <a:lnTo>
                    <a:pt x="5670067" y="585659"/>
                  </a:lnTo>
                  <a:lnTo>
                    <a:pt x="5721994" y="573148"/>
                  </a:lnTo>
                  <a:lnTo>
                    <a:pt x="5772005" y="559190"/>
                  </a:lnTo>
                  <a:lnTo>
                    <a:pt x="5784835" y="555305"/>
                  </a:lnTo>
                  <a:lnTo>
                    <a:pt x="5836729" y="538358"/>
                  </a:lnTo>
                  <a:lnTo>
                    <a:pt x="5888119" y="519693"/>
                  </a:lnTo>
                  <a:lnTo>
                    <a:pt x="5939530" y="499282"/>
                  </a:lnTo>
                  <a:lnTo>
                    <a:pt x="5991322" y="477159"/>
                  </a:lnTo>
                  <a:lnTo>
                    <a:pt x="6043709" y="453422"/>
                  </a:lnTo>
                  <a:lnTo>
                    <a:pt x="6096778" y="428239"/>
                  </a:lnTo>
                  <a:lnTo>
                    <a:pt x="6150505" y="401844"/>
                  </a:lnTo>
                  <a:lnTo>
                    <a:pt x="6204771" y="374536"/>
                  </a:lnTo>
                  <a:lnTo>
                    <a:pt x="6259388" y="346663"/>
                  </a:lnTo>
                  <a:lnTo>
                    <a:pt x="6314123" y="318602"/>
                  </a:lnTo>
                  <a:lnTo>
                    <a:pt x="6368731" y="290743"/>
                  </a:lnTo>
                  <a:lnTo>
                    <a:pt x="6422979" y="263465"/>
                  </a:lnTo>
                  <a:lnTo>
                    <a:pt x="6476681" y="237113"/>
                  </a:lnTo>
                  <a:lnTo>
                    <a:pt x="6529723" y="211982"/>
                  </a:lnTo>
                  <a:lnTo>
                    <a:pt x="6582084" y="188306"/>
                  </a:lnTo>
                  <a:lnTo>
                    <a:pt x="6633857" y="166249"/>
                  </a:lnTo>
                  <a:lnTo>
                    <a:pt x="6685259" y="145906"/>
                  </a:lnTo>
                  <a:lnTo>
                    <a:pt x="6736658" y="127309"/>
                  </a:lnTo>
                  <a:lnTo>
                    <a:pt x="6786527" y="111061"/>
                  </a:lnTo>
                  <a:lnTo>
                    <a:pt x="6836161" y="96718"/>
                  </a:lnTo>
                  <a:lnTo>
                    <a:pt x="6887511" y="83836"/>
                  </a:lnTo>
                  <a:lnTo>
                    <a:pt x="6941398" y="72337"/>
                  </a:lnTo>
                  <a:lnTo>
                    <a:pt x="6998742" y="62091"/>
                  </a:lnTo>
                  <a:lnTo>
                    <a:pt x="7060477" y="52954"/>
                  </a:lnTo>
                  <a:lnTo>
                    <a:pt x="7127467" y="44786"/>
                  </a:lnTo>
                  <a:lnTo>
                    <a:pt x="7200407" y="37468"/>
                  </a:lnTo>
                  <a:lnTo>
                    <a:pt x="7279676" y="30901"/>
                  </a:lnTo>
                  <a:lnTo>
                    <a:pt x="7365155" y="25017"/>
                  </a:lnTo>
                  <a:lnTo>
                    <a:pt x="7456013" y="19773"/>
                  </a:lnTo>
                  <a:lnTo>
                    <a:pt x="7550490" y="15154"/>
                  </a:lnTo>
                  <a:lnTo>
                    <a:pt x="7645777" y="11163"/>
                  </a:lnTo>
                  <a:lnTo>
                    <a:pt x="7738073" y="7816"/>
                  </a:lnTo>
                  <a:lnTo>
                    <a:pt x="7822952" y="5124"/>
                  </a:lnTo>
                  <a:lnTo>
                    <a:pt x="7896033" y="3079"/>
                  </a:lnTo>
                  <a:lnTo>
                    <a:pt x="7953866" y="1640"/>
                  </a:lnTo>
                  <a:lnTo>
                    <a:pt x="7994761" y="730"/>
                  </a:lnTo>
                  <a:lnTo>
                    <a:pt x="8019287" y="240"/>
                  </a:lnTo>
                  <a:lnTo>
                    <a:pt x="8030326" y="40"/>
                  </a:lnTo>
                  <a:lnTo>
                    <a:pt x="8032796" y="0"/>
                  </a:lnTo>
                  <a:lnTo>
                    <a:pt x="8032819" y="0"/>
                  </a:lnTo>
                  <a:lnTo>
                    <a:pt x="8554953" y="0"/>
                  </a:lnTo>
                  <a:lnTo>
                    <a:pt x="8554953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083" name="pl2083"/>
            <p:cNvSpPr/>
            <p:nvPr/>
          </p:nvSpPr>
          <p:spPr>
            <a:xfrm>
              <a:off x="386606" y="1157309"/>
              <a:ext cx="8554953" cy="4986452"/>
            </a:xfrm>
            <a:custGeom>
              <a:avLst/>
              <a:pathLst>
                <a:path w="8554953" h="4986452">
                  <a:moveTo>
                    <a:pt x="8554953" y="0"/>
                  </a:moveTo>
                  <a:lnTo>
                    <a:pt x="8032819" y="0"/>
                  </a:lnTo>
                  <a:lnTo>
                    <a:pt x="8031557" y="20"/>
                  </a:lnTo>
                  <a:lnTo>
                    <a:pt x="8023302" y="165"/>
                  </a:lnTo>
                  <a:lnTo>
                    <a:pt x="8002663" y="567"/>
                  </a:lnTo>
                  <a:lnTo>
                    <a:pt x="7966193" y="1356"/>
                  </a:lnTo>
                  <a:lnTo>
                    <a:pt x="7912704" y="2647"/>
                  </a:lnTo>
                  <a:lnTo>
                    <a:pt x="7843329" y="4529"/>
                  </a:lnTo>
                  <a:lnTo>
                    <a:pt x="7761129" y="7050"/>
                  </a:lnTo>
                  <a:lnTo>
                    <a:pt x="7670329" y="10227"/>
                  </a:lnTo>
                  <a:lnTo>
                    <a:pt x="7575422" y="14051"/>
                  </a:lnTo>
                  <a:lnTo>
                    <a:pt x="7480419" y="18507"/>
                  </a:lnTo>
                  <a:lnTo>
                    <a:pt x="7388405" y="23588"/>
                  </a:lnTo>
                  <a:lnTo>
                    <a:pt x="7301407" y="29302"/>
                  </a:lnTo>
                  <a:lnTo>
                    <a:pt x="7220481" y="35685"/>
                  </a:lnTo>
                  <a:lnTo>
                    <a:pt x="7145910" y="42799"/>
                  </a:lnTo>
                  <a:lnTo>
                    <a:pt x="7077423" y="50733"/>
                  </a:lnTo>
                  <a:lnTo>
                    <a:pt x="7014396" y="59605"/>
                  </a:lnTo>
                  <a:lnTo>
                    <a:pt x="6955994" y="69547"/>
                  </a:lnTo>
                  <a:lnTo>
                    <a:pt x="6901295" y="80706"/>
                  </a:lnTo>
                  <a:lnTo>
                    <a:pt x="6849368" y="93217"/>
                  </a:lnTo>
                  <a:lnTo>
                    <a:pt x="6799357" y="107175"/>
                  </a:lnTo>
                  <a:lnTo>
                    <a:pt x="6786527" y="111061"/>
                  </a:lnTo>
                  <a:lnTo>
                    <a:pt x="6734633" y="128007"/>
                  </a:lnTo>
                  <a:lnTo>
                    <a:pt x="6683243" y="146672"/>
                  </a:lnTo>
                  <a:lnTo>
                    <a:pt x="6631832" y="167083"/>
                  </a:lnTo>
                  <a:lnTo>
                    <a:pt x="6580040" y="189206"/>
                  </a:lnTo>
                  <a:lnTo>
                    <a:pt x="6527653" y="212943"/>
                  </a:lnTo>
                  <a:lnTo>
                    <a:pt x="6474584" y="238127"/>
                  </a:lnTo>
                  <a:lnTo>
                    <a:pt x="6420857" y="264521"/>
                  </a:lnTo>
                  <a:lnTo>
                    <a:pt x="6366591" y="291829"/>
                  </a:lnTo>
                  <a:lnTo>
                    <a:pt x="6311974" y="319703"/>
                  </a:lnTo>
                  <a:lnTo>
                    <a:pt x="6257239" y="347764"/>
                  </a:lnTo>
                  <a:lnTo>
                    <a:pt x="6202631" y="375622"/>
                  </a:lnTo>
                  <a:lnTo>
                    <a:pt x="6148383" y="402900"/>
                  </a:lnTo>
                  <a:lnTo>
                    <a:pt x="6094681" y="429252"/>
                  </a:lnTo>
                  <a:lnTo>
                    <a:pt x="6041639" y="454383"/>
                  </a:lnTo>
                  <a:lnTo>
                    <a:pt x="5989277" y="478059"/>
                  </a:lnTo>
                  <a:lnTo>
                    <a:pt x="5937505" y="500117"/>
                  </a:lnTo>
                  <a:lnTo>
                    <a:pt x="5886102" y="520459"/>
                  </a:lnTo>
                  <a:lnTo>
                    <a:pt x="5834704" y="539056"/>
                  </a:lnTo>
                  <a:lnTo>
                    <a:pt x="5784835" y="555305"/>
                  </a:lnTo>
                  <a:lnTo>
                    <a:pt x="5735201" y="569647"/>
                  </a:lnTo>
                  <a:lnTo>
                    <a:pt x="5683851" y="582529"/>
                  </a:lnTo>
                  <a:lnTo>
                    <a:pt x="5629964" y="594028"/>
                  </a:lnTo>
                  <a:lnTo>
                    <a:pt x="5572620" y="604274"/>
                  </a:lnTo>
                  <a:lnTo>
                    <a:pt x="5510885" y="613412"/>
                  </a:lnTo>
                  <a:lnTo>
                    <a:pt x="5443895" y="621579"/>
                  </a:lnTo>
                  <a:lnTo>
                    <a:pt x="5370955" y="628897"/>
                  </a:lnTo>
                  <a:lnTo>
                    <a:pt x="5291686" y="635464"/>
                  </a:lnTo>
                  <a:lnTo>
                    <a:pt x="5206207" y="641348"/>
                  </a:lnTo>
                  <a:lnTo>
                    <a:pt x="5115349" y="646592"/>
                  </a:lnTo>
                  <a:lnTo>
                    <a:pt x="5020872" y="651212"/>
                  </a:lnTo>
                  <a:lnTo>
                    <a:pt x="4925585" y="655202"/>
                  </a:lnTo>
                  <a:lnTo>
                    <a:pt x="4833288" y="658549"/>
                  </a:lnTo>
                  <a:lnTo>
                    <a:pt x="4748410" y="661241"/>
                  </a:lnTo>
                  <a:lnTo>
                    <a:pt x="4675329" y="663286"/>
                  </a:lnTo>
                  <a:lnTo>
                    <a:pt x="4617496" y="664725"/>
                  </a:lnTo>
                  <a:lnTo>
                    <a:pt x="4576601" y="665635"/>
                  </a:lnTo>
                  <a:lnTo>
                    <a:pt x="4552075" y="666125"/>
                  </a:lnTo>
                  <a:lnTo>
                    <a:pt x="4541036" y="666325"/>
                  </a:lnTo>
                  <a:lnTo>
                    <a:pt x="4538566" y="666365"/>
                  </a:lnTo>
                  <a:lnTo>
                    <a:pt x="4538543" y="666366"/>
                  </a:lnTo>
                  <a:lnTo>
                    <a:pt x="4016409" y="666366"/>
                  </a:lnTo>
                  <a:lnTo>
                    <a:pt x="4015509" y="666459"/>
                  </a:lnTo>
                  <a:lnTo>
                    <a:pt x="4009581" y="667123"/>
                  </a:lnTo>
                  <a:lnTo>
                    <a:pt x="3994596" y="668959"/>
                  </a:lnTo>
                  <a:lnTo>
                    <a:pt x="3967708" y="672575"/>
                  </a:lnTo>
                  <a:lnTo>
                    <a:pt x="3927446" y="678539"/>
                  </a:lnTo>
                  <a:lnTo>
                    <a:pt x="3873824" y="687322"/>
                  </a:lnTo>
                  <a:lnTo>
                    <a:pt x="3808256" y="699259"/>
                  </a:lnTo>
                  <a:lnTo>
                    <a:pt x="3733232" y="714527"/>
                  </a:lnTo>
                  <a:lnTo>
                    <a:pt x="3651842" y="733173"/>
                  </a:lnTo>
                  <a:lnTo>
                    <a:pt x="3567274" y="755154"/>
                  </a:lnTo>
                  <a:lnTo>
                    <a:pt x="3482392" y="780398"/>
                  </a:lnTo>
                  <a:lnTo>
                    <a:pt x="3399488" y="808856"/>
                  </a:lnTo>
                  <a:lnTo>
                    <a:pt x="3320181" y="840549"/>
                  </a:lnTo>
                  <a:lnTo>
                    <a:pt x="3245448" y="875592"/>
                  </a:lnTo>
                  <a:lnTo>
                    <a:pt x="3175722" y="914213"/>
                  </a:lnTo>
                  <a:lnTo>
                    <a:pt x="3111013" y="956752"/>
                  </a:lnTo>
                  <a:lnTo>
                    <a:pt x="3051036" y="1003662"/>
                  </a:lnTo>
                  <a:lnTo>
                    <a:pt x="2995304" y="1055495"/>
                  </a:lnTo>
                  <a:lnTo>
                    <a:pt x="2943218" y="1112877"/>
                  </a:lnTo>
                  <a:lnTo>
                    <a:pt x="2894121" y="1176476"/>
                  </a:lnTo>
                  <a:lnTo>
                    <a:pt x="2847352" y="1246930"/>
                  </a:lnTo>
                  <a:lnTo>
                    <a:pt x="2802284" y="1324742"/>
                  </a:lnTo>
                  <a:lnTo>
                    <a:pt x="2770117" y="1386380"/>
                  </a:lnTo>
                  <a:lnTo>
                    <a:pt x="2738913" y="1450922"/>
                  </a:lnTo>
                  <a:lnTo>
                    <a:pt x="2707980" y="1519417"/>
                  </a:lnTo>
                  <a:lnTo>
                    <a:pt x="2677181" y="1591947"/>
                  </a:lnTo>
                  <a:lnTo>
                    <a:pt x="2646405" y="1668548"/>
                  </a:lnTo>
                  <a:lnTo>
                    <a:pt x="2615560" y="1749208"/>
                  </a:lnTo>
                  <a:lnTo>
                    <a:pt x="2584576" y="1833866"/>
                  </a:lnTo>
                  <a:lnTo>
                    <a:pt x="2553400" y="1922404"/>
                  </a:lnTo>
                  <a:lnTo>
                    <a:pt x="2521999" y="2014648"/>
                  </a:lnTo>
                  <a:lnTo>
                    <a:pt x="2490353" y="2110364"/>
                  </a:lnTo>
                  <a:lnTo>
                    <a:pt x="2458460" y="2209259"/>
                  </a:lnTo>
                  <a:lnTo>
                    <a:pt x="2426328" y="2310987"/>
                  </a:lnTo>
                  <a:lnTo>
                    <a:pt x="2393980" y="2415146"/>
                  </a:lnTo>
                  <a:lnTo>
                    <a:pt x="2361448" y="2521290"/>
                  </a:lnTo>
                  <a:lnTo>
                    <a:pt x="2328774" y="2628933"/>
                  </a:lnTo>
                  <a:lnTo>
                    <a:pt x="2296004" y="2737557"/>
                  </a:lnTo>
                  <a:lnTo>
                    <a:pt x="2263190" y="2846627"/>
                  </a:lnTo>
                  <a:lnTo>
                    <a:pt x="2230387" y="2955594"/>
                  </a:lnTo>
                  <a:lnTo>
                    <a:pt x="2197646" y="3063917"/>
                  </a:lnTo>
                  <a:lnTo>
                    <a:pt x="2165020" y="3171063"/>
                  </a:lnTo>
                  <a:lnTo>
                    <a:pt x="2132552" y="3276526"/>
                  </a:lnTo>
                  <a:lnTo>
                    <a:pt x="2100281" y="3379834"/>
                  </a:lnTo>
                  <a:lnTo>
                    <a:pt x="2068235" y="3480556"/>
                  </a:lnTo>
                  <a:lnTo>
                    <a:pt x="2036433" y="3578311"/>
                  </a:lnTo>
                  <a:lnTo>
                    <a:pt x="2004879" y="3672771"/>
                  </a:lnTo>
                  <a:lnTo>
                    <a:pt x="1973564" y="3763666"/>
                  </a:lnTo>
                  <a:lnTo>
                    <a:pt x="1942464" y="3850783"/>
                  </a:lnTo>
                  <a:lnTo>
                    <a:pt x="1911539" y="3933971"/>
                  </a:lnTo>
                  <a:lnTo>
                    <a:pt x="1880728" y="4013131"/>
                  </a:lnTo>
                  <a:lnTo>
                    <a:pt x="1849956" y="4088222"/>
                  </a:lnTo>
                  <a:lnTo>
                    <a:pt x="1819122" y="4159250"/>
                  </a:lnTo>
                  <a:lnTo>
                    <a:pt x="1788106" y="4226269"/>
                  </a:lnTo>
                  <a:lnTo>
                    <a:pt x="1768425" y="4266437"/>
                  </a:lnTo>
                  <a:lnTo>
                    <a:pt x="1724253" y="4349778"/>
                  </a:lnTo>
                  <a:lnTo>
                    <a:pt x="1678785" y="4425573"/>
                  </a:lnTo>
                  <a:lnTo>
                    <a:pt x="1631452" y="4494122"/>
                  </a:lnTo>
                  <a:lnTo>
                    <a:pt x="1581616" y="4555981"/>
                  </a:lnTo>
                  <a:lnTo>
                    <a:pt x="1528611" y="4611804"/>
                  </a:lnTo>
                  <a:lnTo>
                    <a:pt x="1471791" y="4662251"/>
                  </a:lnTo>
                  <a:lnTo>
                    <a:pt x="1410580" y="4707933"/>
                  </a:lnTo>
                  <a:lnTo>
                    <a:pt x="1344538" y="4749377"/>
                  </a:lnTo>
                  <a:lnTo>
                    <a:pt x="1273447" y="4787005"/>
                  </a:lnTo>
                  <a:lnTo>
                    <a:pt x="1197419" y="4821128"/>
                  </a:lnTo>
                  <a:lnTo>
                    <a:pt x="1117021" y="4851943"/>
                  </a:lnTo>
                  <a:lnTo>
                    <a:pt x="1033396" y="4879537"/>
                  </a:lnTo>
                  <a:lnTo>
                    <a:pt x="948347" y="4903908"/>
                  </a:lnTo>
                  <a:lnTo>
                    <a:pt x="864334" y="4924998"/>
                  </a:lnTo>
                  <a:lnTo>
                    <a:pt x="784341" y="4942736"/>
                  </a:lnTo>
                  <a:lnTo>
                    <a:pt x="711575" y="4957097"/>
                  </a:lnTo>
                  <a:lnTo>
                    <a:pt x="649017" y="4968160"/>
                  </a:lnTo>
                  <a:lnTo>
                    <a:pt x="598909" y="4976145"/>
                  </a:lnTo>
                  <a:lnTo>
                    <a:pt x="562310" y="4981425"/>
                  </a:lnTo>
                  <a:lnTo>
                    <a:pt x="538834" y="4984503"/>
                  </a:lnTo>
                  <a:lnTo>
                    <a:pt x="526621" y="4985963"/>
                  </a:lnTo>
                  <a:lnTo>
                    <a:pt x="522489" y="4986415"/>
                  </a:lnTo>
                  <a:lnTo>
                    <a:pt x="522133" y="4986452"/>
                  </a:lnTo>
                  <a:lnTo>
                    <a:pt x="0" y="4986452"/>
                  </a:lnTo>
                  <a:lnTo>
                    <a:pt x="0" y="4986452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084" name="pg2084"/>
            <p:cNvSpPr/>
            <p:nvPr/>
          </p:nvSpPr>
          <p:spPr>
            <a:xfrm>
              <a:off x="386606" y="1959207"/>
              <a:ext cx="8554953" cy="4195848"/>
            </a:xfrm>
            <a:custGeom>
              <a:avLst/>
              <a:pathLst>
                <a:path w="8554953" h="4195848">
                  <a:moveTo>
                    <a:pt x="0" y="4195848"/>
                  </a:moveTo>
                  <a:lnTo>
                    <a:pt x="522133" y="4195848"/>
                  </a:lnTo>
                  <a:lnTo>
                    <a:pt x="523042" y="4195756"/>
                  </a:lnTo>
                  <a:lnTo>
                    <a:pt x="529032" y="4195105"/>
                  </a:lnTo>
                  <a:lnTo>
                    <a:pt x="544168" y="4193305"/>
                  </a:lnTo>
                  <a:lnTo>
                    <a:pt x="571314" y="4189760"/>
                  </a:lnTo>
                  <a:lnTo>
                    <a:pt x="611940" y="4183913"/>
                  </a:lnTo>
                  <a:lnTo>
                    <a:pt x="666006" y="4175306"/>
                  </a:lnTo>
                  <a:lnTo>
                    <a:pt x="732060" y="4163613"/>
                  </a:lnTo>
                  <a:lnTo>
                    <a:pt x="807565" y="4148663"/>
                  </a:lnTo>
                  <a:lnTo>
                    <a:pt x="889388" y="4130413"/>
                  </a:lnTo>
                  <a:lnTo>
                    <a:pt x="974313" y="4108908"/>
                  </a:lnTo>
                  <a:lnTo>
                    <a:pt x="1059460" y="4084217"/>
                  </a:lnTo>
                  <a:lnTo>
                    <a:pt x="1142539" y="4056387"/>
                  </a:lnTo>
                  <a:lnTo>
                    <a:pt x="1221941" y="4025395"/>
                  </a:lnTo>
                  <a:lnTo>
                    <a:pt x="1296704" y="3991121"/>
                  </a:lnTo>
                  <a:lnTo>
                    <a:pt x="1366416" y="3953340"/>
                  </a:lnTo>
                  <a:lnTo>
                    <a:pt x="1431083" y="3911708"/>
                  </a:lnTo>
                  <a:lnTo>
                    <a:pt x="1491009" y="3865779"/>
                  </a:lnTo>
                  <a:lnTo>
                    <a:pt x="1546693" y="3815005"/>
                  </a:lnTo>
                  <a:lnTo>
                    <a:pt x="1598746" y="3758769"/>
                  </a:lnTo>
                  <a:lnTo>
                    <a:pt x="1647834" y="3696416"/>
                  </a:lnTo>
                  <a:lnTo>
                    <a:pt x="1694626" y="3627325"/>
                  </a:lnTo>
                  <a:lnTo>
                    <a:pt x="1739747" y="3551018"/>
                  </a:lnTo>
                  <a:lnTo>
                    <a:pt x="1768425" y="3497481"/>
                  </a:lnTo>
                  <a:lnTo>
                    <a:pt x="1800054" y="3433998"/>
                  </a:lnTo>
                  <a:lnTo>
                    <a:pt x="1831405" y="3366573"/>
                  </a:lnTo>
                  <a:lnTo>
                    <a:pt x="1862622" y="3295126"/>
                  </a:lnTo>
                  <a:lnTo>
                    <a:pt x="1893820" y="3219622"/>
                  </a:lnTo>
                  <a:lnTo>
                    <a:pt x="1925094" y="3140074"/>
                  </a:lnTo>
                  <a:lnTo>
                    <a:pt x="1956514" y="3056548"/>
                  </a:lnTo>
                  <a:lnTo>
                    <a:pt x="1988135" y="2969167"/>
                  </a:lnTo>
                  <a:lnTo>
                    <a:pt x="2019990" y="2878114"/>
                  </a:lnTo>
                  <a:lnTo>
                    <a:pt x="2052098" y="2783629"/>
                  </a:lnTo>
                  <a:lnTo>
                    <a:pt x="2084459" y="2686014"/>
                  </a:lnTo>
                  <a:lnTo>
                    <a:pt x="2117063" y="2585629"/>
                  </a:lnTo>
                  <a:lnTo>
                    <a:pt x="2149885" y="2482885"/>
                  </a:lnTo>
                  <a:lnTo>
                    <a:pt x="2182889" y="2378239"/>
                  </a:lnTo>
                  <a:lnTo>
                    <a:pt x="2216031" y="2272190"/>
                  </a:lnTo>
                  <a:lnTo>
                    <a:pt x="2249262" y="2165264"/>
                  </a:lnTo>
                  <a:lnTo>
                    <a:pt x="2282526" y="2058005"/>
                  </a:lnTo>
                  <a:lnTo>
                    <a:pt x="2315768" y="1950967"/>
                  </a:lnTo>
                  <a:lnTo>
                    <a:pt x="2348932" y="1844696"/>
                  </a:lnTo>
                  <a:lnTo>
                    <a:pt x="2381968" y="1739724"/>
                  </a:lnTo>
                  <a:lnTo>
                    <a:pt x="2414830" y="1636555"/>
                  </a:lnTo>
                  <a:lnTo>
                    <a:pt x="2447480" y="1535656"/>
                  </a:lnTo>
                  <a:lnTo>
                    <a:pt x="2479893" y="1437448"/>
                  </a:lnTo>
                  <a:lnTo>
                    <a:pt x="2512052" y="1342301"/>
                  </a:lnTo>
                  <a:lnTo>
                    <a:pt x="2543957" y="1250529"/>
                  </a:lnTo>
                  <a:lnTo>
                    <a:pt x="2575623" y="1162386"/>
                  </a:lnTo>
                  <a:lnTo>
                    <a:pt x="2607081" y="1078065"/>
                  </a:lnTo>
                  <a:lnTo>
                    <a:pt x="2638379" y="997702"/>
                  </a:lnTo>
                  <a:lnTo>
                    <a:pt x="2669586" y="921374"/>
                  </a:lnTo>
                  <a:lnTo>
                    <a:pt x="2700790" y="849104"/>
                  </a:lnTo>
                  <a:lnTo>
                    <a:pt x="2732104" y="780868"/>
                  </a:lnTo>
                  <a:lnTo>
                    <a:pt x="2763663" y="716593"/>
                  </a:lnTo>
                  <a:lnTo>
                    <a:pt x="2770117" y="704013"/>
                  </a:lnTo>
                  <a:lnTo>
                    <a:pt x="2814449" y="622902"/>
                  </a:lnTo>
                  <a:lnTo>
                    <a:pt x="2860088" y="549163"/>
                  </a:lnTo>
                  <a:lnTo>
                    <a:pt x="2907610" y="482497"/>
                  </a:lnTo>
                  <a:lnTo>
                    <a:pt x="2957660" y="422361"/>
                  </a:lnTo>
                  <a:lnTo>
                    <a:pt x="3010911" y="368112"/>
                  </a:lnTo>
                  <a:lnTo>
                    <a:pt x="3068016" y="319103"/>
                  </a:lnTo>
                  <a:lnTo>
                    <a:pt x="3129554" y="274737"/>
                  </a:lnTo>
                  <a:lnTo>
                    <a:pt x="3195967" y="234500"/>
                  </a:lnTo>
                  <a:lnTo>
                    <a:pt x="3267467" y="197980"/>
                  </a:lnTo>
                  <a:lnTo>
                    <a:pt x="3343927" y="164877"/>
                  </a:lnTo>
                  <a:lnTo>
                    <a:pt x="3424758" y="135000"/>
                  </a:lnTo>
                  <a:lnTo>
                    <a:pt x="3508780" y="108269"/>
                  </a:lnTo>
                  <a:lnTo>
                    <a:pt x="3594144" y="84686"/>
                  </a:lnTo>
                  <a:lnTo>
                    <a:pt x="3678334" y="64314"/>
                  </a:lnTo>
                  <a:lnTo>
                    <a:pt x="3758315" y="47218"/>
                  </a:lnTo>
                  <a:lnTo>
                    <a:pt x="3830846" y="33420"/>
                  </a:lnTo>
                  <a:lnTo>
                    <a:pt x="3892943" y="22835"/>
                  </a:lnTo>
                  <a:lnTo>
                    <a:pt x="3942399" y="15239"/>
                  </a:lnTo>
                  <a:lnTo>
                    <a:pt x="3978229" y="10258"/>
                  </a:lnTo>
                  <a:lnTo>
                    <a:pt x="4000925" y="7391"/>
                  </a:lnTo>
                  <a:lnTo>
                    <a:pt x="4012465" y="6061"/>
                  </a:lnTo>
                  <a:lnTo>
                    <a:pt x="4016155" y="5672"/>
                  </a:lnTo>
                  <a:lnTo>
                    <a:pt x="4016409" y="5647"/>
                  </a:lnTo>
                  <a:lnTo>
                    <a:pt x="4538543" y="5647"/>
                  </a:lnTo>
                  <a:lnTo>
                    <a:pt x="4539729" y="5714"/>
                  </a:lnTo>
                  <a:lnTo>
                    <a:pt x="4547492" y="6191"/>
                  </a:lnTo>
                  <a:lnTo>
                    <a:pt x="4566947" y="7512"/>
                  </a:lnTo>
                  <a:lnTo>
                    <a:pt x="4601432" y="10108"/>
                  </a:lnTo>
                  <a:lnTo>
                    <a:pt x="4652224" y="14365"/>
                  </a:lnTo>
                  <a:lnTo>
                    <a:pt x="4718457" y="20580"/>
                  </a:lnTo>
                  <a:lnTo>
                    <a:pt x="4797435" y="28931"/>
                  </a:lnTo>
                  <a:lnTo>
                    <a:pt x="4885289" y="39485"/>
                  </a:lnTo>
                  <a:lnTo>
                    <a:pt x="4977788" y="52224"/>
                  </a:lnTo>
                  <a:lnTo>
                    <a:pt x="5071047" y="67097"/>
                  </a:lnTo>
                  <a:lnTo>
                    <a:pt x="5161978" y="84070"/>
                  </a:lnTo>
                  <a:lnTo>
                    <a:pt x="5248461" y="103159"/>
                  </a:lnTo>
                  <a:lnTo>
                    <a:pt x="5329302" y="124457"/>
                  </a:lnTo>
                  <a:lnTo>
                    <a:pt x="5404065" y="148145"/>
                  </a:lnTo>
                  <a:lnTo>
                    <a:pt x="5472876" y="174495"/>
                  </a:lnTo>
                  <a:lnTo>
                    <a:pt x="5536238" y="203861"/>
                  </a:lnTo>
                  <a:lnTo>
                    <a:pt x="5594882" y="236670"/>
                  </a:lnTo>
                  <a:lnTo>
                    <a:pt x="5649656" y="273391"/>
                  </a:lnTo>
                  <a:lnTo>
                    <a:pt x="5701440" y="314494"/>
                  </a:lnTo>
                  <a:lnTo>
                    <a:pt x="5751072" y="360361"/>
                  </a:lnTo>
                  <a:lnTo>
                    <a:pt x="5784835" y="395301"/>
                  </a:lnTo>
                  <a:lnTo>
                    <a:pt x="5824811" y="440497"/>
                  </a:lnTo>
                  <a:lnTo>
                    <a:pt x="5864406" y="489236"/>
                  </a:lnTo>
                  <a:lnTo>
                    <a:pt x="5903887" y="541589"/>
                  </a:lnTo>
                  <a:lnTo>
                    <a:pt x="5943459" y="597561"/>
                  </a:lnTo>
                  <a:lnTo>
                    <a:pt x="5983272" y="657079"/>
                  </a:lnTo>
                  <a:lnTo>
                    <a:pt x="6023424" y="719993"/>
                  </a:lnTo>
                  <a:lnTo>
                    <a:pt x="6063971" y="786064"/>
                  </a:lnTo>
                  <a:lnTo>
                    <a:pt x="6104925" y="854971"/>
                  </a:lnTo>
                  <a:lnTo>
                    <a:pt x="6146262" y="926308"/>
                  </a:lnTo>
                  <a:lnTo>
                    <a:pt x="6187927" y="999596"/>
                  </a:lnTo>
                  <a:lnTo>
                    <a:pt x="6229839" y="1074294"/>
                  </a:lnTo>
                  <a:lnTo>
                    <a:pt x="6271898" y="1149813"/>
                  </a:lnTo>
                  <a:lnTo>
                    <a:pt x="6313994" y="1225536"/>
                  </a:lnTo>
                  <a:lnTo>
                    <a:pt x="6356014" y="1300839"/>
                  </a:lnTo>
                  <a:lnTo>
                    <a:pt x="6397851" y="1375115"/>
                  </a:lnTo>
                  <a:lnTo>
                    <a:pt x="6439411" y="1447788"/>
                  </a:lnTo>
                  <a:lnTo>
                    <a:pt x="6480620" y="1518337"/>
                  </a:lnTo>
                  <a:lnTo>
                    <a:pt x="6521435" y="1586307"/>
                  </a:lnTo>
                  <a:lnTo>
                    <a:pt x="6561842" y="1651320"/>
                  </a:lnTo>
                  <a:lnTo>
                    <a:pt x="6601869" y="1713084"/>
                  </a:lnTo>
                  <a:lnTo>
                    <a:pt x="6641585" y="1771391"/>
                  </a:lnTo>
                  <a:lnTo>
                    <a:pt x="6681106" y="1826117"/>
                  </a:lnTo>
                  <a:lnTo>
                    <a:pt x="6720600" y="1877219"/>
                  </a:lnTo>
                  <a:lnTo>
                    <a:pt x="6760293" y="1924723"/>
                  </a:lnTo>
                  <a:lnTo>
                    <a:pt x="6786527" y="1953921"/>
                  </a:lnTo>
                  <a:lnTo>
                    <a:pt x="6835098" y="2003231"/>
                  </a:lnTo>
                  <a:lnTo>
                    <a:pt x="6885297" y="2047629"/>
                  </a:lnTo>
                  <a:lnTo>
                    <a:pt x="6937892" y="2087362"/>
                  </a:lnTo>
                  <a:lnTo>
                    <a:pt x="6993743" y="2122851"/>
                  </a:lnTo>
                  <a:lnTo>
                    <a:pt x="7053726" y="2154572"/>
                  </a:lnTo>
                  <a:lnTo>
                    <a:pt x="7118664" y="2182985"/>
                  </a:lnTo>
                  <a:lnTo>
                    <a:pt x="7189233" y="2208497"/>
                  </a:lnTo>
                  <a:lnTo>
                    <a:pt x="7265840" y="2231439"/>
                  </a:lnTo>
                  <a:lnTo>
                    <a:pt x="7348462" y="2252055"/>
                  </a:lnTo>
                  <a:lnTo>
                    <a:pt x="7436455" y="2270498"/>
                  </a:lnTo>
                  <a:lnTo>
                    <a:pt x="7528357" y="2286839"/>
                  </a:lnTo>
                  <a:lnTo>
                    <a:pt x="7621754" y="2301073"/>
                  </a:lnTo>
                  <a:lnTo>
                    <a:pt x="7713287" y="2313157"/>
                  </a:lnTo>
                  <a:lnTo>
                    <a:pt x="7798905" y="2323044"/>
                  </a:lnTo>
                  <a:lnTo>
                    <a:pt x="7874404" y="2330739"/>
                  </a:lnTo>
                  <a:lnTo>
                    <a:pt x="7936184" y="2336338"/>
                  </a:lnTo>
                  <a:lnTo>
                    <a:pt x="7982047" y="2340057"/>
                  </a:lnTo>
                  <a:lnTo>
                    <a:pt x="8011759" y="2342224"/>
                  </a:lnTo>
                  <a:lnTo>
                    <a:pt x="8027244" y="2343244"/>
                  </a:lnTo>
                  <a:lnTo>
                    <a:pt x="8032409" y="2343553"/>
                  </a:lnTo>
                  <a:lnTo>
                    <a:pt x="8032819" y="2343576"/>
                  </a:lnTo>
                  <a:lnTo>
                    <a:pt x="8554953" y="2343576"/>
                  </a:lnTo>
                  <a:lnTo>
                    <a:pt x="8554953" y="2337928"/>
                  </a:lnTo>
                  <a:lnTo>
                    <a:pt x="8032819" y="2337928"/>
                  </a:lnTo>
                  <a:lnTo>
                    <a:pt x="8031633" y="2337861"/>
                  </a:lnTo>
                  <a:lnTo>
                    <a:pt x="8023870" y="2337384"/>
                  </a:lnTo>
                  <a:lnTo>
                    <a:pt x="8004415" y="2336063"/>
                  </a:lnTo>
                  <a:lnTo>
                    <a:pt x="7969930" y="2333467"/>
                  </a:lnTo>
                  <a:lnTo>
                    <a:pt x="7919138" y="2329210"/>
                  </a:lnTo>
                  <a:lnTo>
                    <a:pt x="7852905" y="2322995"/>
                  </a:lnTo>
                  <a:lnTo>
                    <a:pt x="7773927" y="2314644"/>
                  </a:lnTo>
                  <a:lnTo>
                    <a:pt x="7686073" y="2304090"/>
                  </a:lnTo>
                  <a:lnTo>
                    <a:pt x="7593574" y="2291351"/>
                  </a:lnTo>
                  <a:lnTo>
                    <a:pt x="7500315" y="2276478"/>
                  </a:lnTo>
                  <a:lnTo>
                    <a:pt x="7409384" y="2259505"/>
                  </a:lnTo>
                  <a:lnTo>
                    <a:pt x="7322901" y="2240416"/>
                  </a:lnTo>
                  <a:lnTo>
                    <a:pt x="7242060" y="2219118"/>
                  </a:lnTo>
                  <a:lnTo>
                    <a:pt x="7167297" y="2195430"/>
                  </a:lnTo>
                  <a:lnTo>
                    <a:pt x="7098486" y="2169080"/>
                  </a:lnTo>
                  <a:lnTo>
                    <a:pt x="7035124" y="2139714"/>
                  </a:lnTo>
                  <a:lnTo>
                    <a:pt x="6976480" y="2106905"/>
                  </a:lnTo>
                  <a:lnTo>
                    <a:pt x="6921706" y="2070184"/>
                  </a:lnTo>
                  <a:lnTo>
                    <a:pt x="6869922" y="2029081"/>
                  </a:lnTo>
                  <a:lnTo>
                    <a:pt x="6820290" y="1983214"/>
                  </a:lnTo>
                  <a:lnTo>
                    <a:pt x="6786527" y="1948274"/>
                  </a:lnTo>
                  <a:lnTo>
                    <a:pt x="6746551" y="1903078"/>
                  </a:lnTo>
                  <a:lnTo>
                    <a:pt x="6706956" y="1854339"/>
                  </a:lnTo>
                  <a:lnTo>
                    <a:pt x="6667475" y="1801986"/>
                  </a:lnTo>
                  <a:lnTo>
                    <a:pt x="6627903" y="1746014"/>
                  </a:lnTo>
                  <a:lnTo>
                    <a:pt x="6588090" y="1686496"/>
                  </a:lnTo>
                  <a:lnTo>
                    <a:pt x="6547937" y="1623582"/>
                  </a:lnTo>
                  <a:lnTo>
                    <a:pt x="6507391" y="1557511"/>
                  </a:lnTo>
                  <a:lnTo>
                    <a:pt x="6466437" y="1488604"/>
                  </a:lnTo>
                  <a:lnTo>
                    <a:pt x="6425099" y="1417267"/>
                  </a:lnTo>
                  <a:lnTo>
                    <a:pt x="6383435" y="1343979"/>
                  </a:lnTo>
                  <a:lnTo>
                    <a:pt x="6341523" y="1269281"/>
                  </a:lnTo>
                  <a:lnTo>
                    <a:pt x="6299464" y="1193762"/>
                  </a:lnTo>
                  <a:lnTo>
                    <a:pt x="6257368" y="1118039"/>
                  </a:lnTo>
                  <a:lnTo>
                    <a:pt x="6215348" y="1042736"/>
                  </a:lnTo>
                  <a:lnTo>
                    <a:pt x="6173511" y="968460"/>
                  </a:lnTo>
                  <a:lnTo>
                    <a:pt x="6131951" y="895787"/>
                  </a:lnTo>
                  <a:lnTo>
                    <a:pt x="6090741" y="825238"/>
                  </a:lnTo>
                  <a:lnTo>
                    <a:pt x="6049927" y="757268"/>
                  </a:lnTo>
                  <a:lnTo>
                    <a:pt x="6009520" y="692255"/>
                  </a:lnTo>
                  <a:lnTo>
                    <a:pt x="5969493" y="630491"/>
                  </a:lnTo>
                  <a:lnTo>
                    <a:pt x="5929777" y="572184"/>
                  </a:lnTo>
                  <a:lnTo>
                    <a:pt x="5890256" y="517458"/>
                  </a:lnTo>
                  <a:lnTo>
                    <a:pt x="5850762" y="466356"/>
                  </a:lnTo>
                  <a:lnTo>
                    <a:pt x="5811069" y="418852"/>
                  </a:lnTo>
                  <a:lnTo>
                    <a:pt x="5784835" y="389654"/>
                  </a:lnTo>
                  <a:lnTo>
                    <a:pt x="5736264" y="340344"/>
                  </a:lnTo>
                  <a:lnTo>
                    <a:pt x="5686065" y="295946"/>
                  </a:lnTo>
                  <a:lnTo>
                    <a:pt x="5633470" y="256213"/>
                  </a:lnTo>
                  <a:lnTo>
                    <a:pt x="5577619" y="220724"/>
                  </a:lnTo>
                  <a:lnTo>
                    <a:pt x="5517636" y="189003"/>
                  </a:lnTo>
                  <a:lnTo>
                    <a:pt x="5452698" y="160590"/>
                  </a:lnTo>
                  <a:lnTo>
                    <a:pt x="5382128" y="135078"/>
                  </a:lnTo>
                  <a:lnTo>
                    <a:pt x="5305522" y="112136"/>
                  </a:lnTo>
                  <a:lnTo>
                    <a:pt x="5222900" y="91520"/>
                  </a:lnTo>
                  <a:lnTo>
                    <a:pt x="5134907" y="73077"/>
                  </a:lnTo>
                  <a:lnTo>
                    <a:pt x="5043005" y="56736"/>
                  </a:lnTo>
                  <a:lnTo>
                    <a:pt x="4949608" y="42502"/>
                  </a:lnTo>
                  <a:lnTo>
                    <a:pt x="4858075" y="30418"/>
                  </a:lnTo>
                  <a:lnTo>
                    <a:pt x="4772457" y="20531"/>
                  </a:lnTo>
                  <a:lnTo>
                    <a:pt x="4696958" y="12836"/>
                  </a:lnTo>
                  <a:lnTo>
                    <a:pt x="4635178" y="7237"/>
                  </a:lnTo>
                  <a:lnTo>
                    <a:pt x="4589315" y="3518"/>
                  </a:lnTo>
                  <a:lnTo>
                    <a:pt x="4559603" y="1351"/>
                  </a:lnTo>
                  <a:lnTo>
                    <a:pt x="4544117" y="331"/>
                  </a:lnTo>
                  <a:lnTo>
                    <a:pt x="4538953" y="22"/>
                  </a:lnTo>
                  <a:lnTo>
                    <a:pt x="4538543" y="0"/>
                  </a:lnTo>
                  <a:lnTo>
                    <a:pt x="4016409" y="0"/>
                  </a:lnTo>
                  <a:lnTo>
                    <a:pt x="4015500" y="91"/>
                  </a:lnTo>
                  <a:lnTo>
                    <a:pt x="4009510" y="742"/>
                  </a:lnTo>
                  <a:lnTo>
                    <a:pt x="3994374" y="2542"/>
                  </a:lnTo>
                  <a:lnTo>
                    <a:pt x="3967228" y="6088"/>
                  </a:lnTo>
                  <a:lnTo>
                    <a:pt x="3926603" y="11934"/>
                  </a:lnTo>
                  <a:lnTo>
                    <a:pt x="3872536" y="20542"/>
                  </a:lnTo>
                  <a:lnTo>
                    <a:pt x="3806482" y="32234"/>
                  </a:lnTo>
                  <a:lnTo>
                    <a:pt x="3730977" y="47184"/>
                  </a:lnTo>
                  <a:lnTo>
                    <a:pt x="3649155" y="65434"/>
                  </a:lnTo>
                  <a:lnTo>
                    <a:pt x="3564230" y="86939"/>
                  </a:lnTo>
                  <a:lnTo>
                    <a:pt x="3479082" y="111630"/>
                  </a:lnTo>
                  <a:lnTo>
                    <a:pt x="3396003" y="139460"/>
                  </a:lnTo>
                  <a:lnTo>
                    <a:pt x="3316601" y="170452"/>
                  </a:lnTo>
                  <a:lnTo>
                    <a:pt x="3241838" y="204726"/>
                  </a:lnTo>
                  <a:lnTo>
                    <a:pt x="3172126" y="242508"/>
                  </a:lnTo>
                  <a:lnTo>
                    <a:pt x="3107459" y="284139"/>
                  </a:lnTo>
                  <a:lnTo>
                    <a:pt x="3047533" y="330068"/>
                  </a:lnTo>
                  <a:lnTo>
                    <a:pt x="2991850" y="380842"/>
                  </a:lnTo>
                  <a:lnTo>
                    <a:pt x="2939796" y="437078"/>
                  </a:lnTo>
                  <a:lnTo>
                    <a:pt x="2890708" y="499431"/>
                  </a:lnTo>
                  <a:lnTo>
                    <a:pt x="2843917" y="568522"/>
                  </a:lnTo>
                  <a:lnTo>
                    <a:pt x="2798795" y="644829"/>
                  </a:lnTo>
                  <a:lnTo>
                    <a:pt x="2770117" y="698366"/>
                  </a:lnTo>
                  <a:lnTo>
                    <a:pt x="2738488" y="761849"/>
                  </a:lnTo>
                  <a:lnTo>
                    <a:pt x="2707137" y="829274"/>
                  </a:lnTo>
                  <a:lnTo>
                    <a:pt x="2675920" y="900721"/>
                  </a:lnTo>
                  <a:lnTo>
                    <a:pt x="2644722" y="976225"/>
                  </a:lnTo>
                  <a:lnTo>
                    <a:pt x="2613448" y="1055773"/>
                  </a:lnTo>
                  <a:lnTo>
                    <a:pt x="2582028" y="1139299"/>
                  </a:lnTo>
                  <a:lnTo>
                    <a:pt x="2550407" y="1226680"/>
                  </a:lnTo>
                  <a:lnTo>
                    <a:pt x="2518552" y="1317734"/>
                  </a:lnTo>
                  <a:lnTo>
                    <a:pt x="2486445" y="1412218"/>
                  </a:lnTo>
                  <a:lnTo>
                    <a:pt x="2454083" y="1509833"/>
                  </a:lnTo>
                  <a:lnTo>
                    <a:pt x="2421479" y="1610218"/>
                  </a:lnTo>
                  <a:lnTo>
                    <a:pt x="2388658" y="1712962"/>
                  </a:lnTo>
                  <a:lnTo>
                    <a:pt x="2355654" y="1817608"/>
                  </a:lnTo>
                  <a:lnTo>
                    <a:pt x="2322511" y="1923657"/>
                  </a:lnTo>
                  <a:lnTo>
                    <a:pt x="2289281" y="2030584"/>
                  </a:lnTo>
                  <a:lnTo>
                    <a:pt x="2256016" y="2137842"/>
                  </a:lnTo>
                  <a:lnTo>
                    <a:pt x="2222775" y="2244880"/>
                  </a:lnTo>
                  <a:lnTo>
                    <a:pt x="2189610" y="2351151"/>
                  </a:lnTo>
                  <a:lnTo>
                    <a:pt x="2156574" y="2456123"/>
                  </a:lnTo>
                  <a:lnTo>
                    <a:pt x="2123712" y="2559292"/>
                  </a:lnTo>
                  <a:lnTo>
                    <a:pt x="2091062" y="2660191"/>
                  </a:lnTo>
                  <a:lnTo>
                    <a:pt x="2058650" y="2758399"/>
                  </a:lnTo>
                  <a:lnTo>
                    <a:pt x="2026490" y="2853546"/>
                  </a:lnTo>
                  <a:lnTo>
                    <a:pt x="1994585" y="2945318"/>
                  </a:lnTo>
                  <a:lnTo>
                    <a:pt x="1962919" y="3033462"/>
                  </a:lnTo>
                  <a:lnTo>
                    <a:pt x="1931461" y="3117782"/>
                  </a:lnTo>
                  <a:lnTo>
                    <a:pt x="1900163" y="3198145"/>
                  </a:lnTo>
                  <a:lnTo>
                    <a:pt x="1868956" y="3274474"/>
                  </a:lnTo>
                  <a:lnTo>
                    <a:pt x="1837752" y="3346743"/>
                  </a:lnTo>
                  <a:lnTo>
                    <a:pt x="1806438" y="3414979"/>
                  </a:lnTo>
                  <a:lnTo>
                    <a:pt x="1774879" y="3479254"/>
                  </a:lnTo>
                  <a:lnTo>
                    <a:pt x="1768425" y="3491834"/>
                  </a:lnTo>
                  <a:lnTo>
                    <a:pt x="1724093" y="3572945"/>
                  </a:lnTo>
                  <a:lnTo>
                    <a:pt x="1678454" y="3646684"/>
                  </a:lnTo>
                  <a:lnTo>
                    <a:pt x="1630932" y="3713350"/>
                  </a:lnTo>
                  <a:lnTo>
                    <a:pt x="1580882" y="3773486"/>
                  </a:lnTo>
                  <a:lnTo>
                    <a:pt x="1527631" y="3827735"/>
                  </a:lnTo>
                  <a:lnTo>
                    <a:pt x="1470526" y="3876744"/>
                  </a:lnTo>
                  <a:lnTo>
                    <a:pt x="1408988" y="3921110"/>
                  </a:lnTo>
                  <a:lnTo>
                    <a:pt x="1342575" y="3961347"/>
                  </a:lnTo>
                  <a:lnTo>
                    <a:pt x="1271076" y="3997867"/>
                  </a:lnTo>
                  <a:lnTo>
                    <a:pt x="1194615" y="4030971"/>
                  </a:lnTo>
                  <a:lnTo>
                    <a:pt x="1113784" y="4060847"/>
                  </a:lnTo>
                  <a:lnTo>
                    <a:pt x="1029762" y="4087579"/>
                  </a:lnTo>
                  <a:lnTo>
                    <a:pt x="944398" y="4111161"/>
                  </a:lnTo>
                  <a:lnTo>
                    <a:pt x="860208" y="4131534"/>
                  </a:lnTo>
                  <a:lnTo>
                    <a:pt x="780227" y="4148629"/>
                  </a:lnTo>
                  <a:lnTo>
                    <a:pt x="707696" y="4162427"/>
                  </a:lnTo>
                  <a:lnTo>
                    <a:pt x="645599" y="4173012"/>
                  </a:lnTo>
                  <a:lnTo>
                    <a:pt x="596143" y="4180608"/>
                  </a:lnTo>
                  <a:lnTo>
                    <a:pt x="560313" y="4185589"/>
                  </a:lnTo>
                  <a:lnTo>
                    <a:pt x="537618" y="4188457"/>
                  </a:lnTo>
                  <a:lnTo>
                    <a:pt x="526078" y="4189786"/>
                  </a:lnTo>
                  <a:lnTo>
                    <a:pt x="522387" y="4190176"/>
                  </a:lnTo>
                  <a:lnTo>
                    <a:pt x="522133" y="4190200"/>
                  </a:lnTo>
                  <a:lnTo>
                    <a:pt x="0" y="4190200"/>
                  </a:lnTo>
                  <a:close/>
                </a:path>
              </a:pathLst>
            </a:custGeom>
            <a:solidFill>
              <a:srgbClr val="69D6E2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2085" name="pl2085"/>
            <p:cNvSpPr/>
            <p:nvPr/>
          </p:nvSpPr>
          <p:spPr>
            <a:xfrm>
              <a:off x="386606" y="1964854"/>
              <a:ext cx="8554953" cy="4190200"/>
            </a:xfrm>
            <a:custGeom>
              <a:avLst/>
              <a:pathLst>
                <a:path w="8554953" h="4190200">
                  <a:moveTo>
                    <a:pt x="0" y="4190200"/>
                  </a:moveTo>
                  <a:lnTo>
                    <a:pt x="522133" y="4190200"/>
                  </a:lnTo>
                  <a:lnTo>
                    <a:pt x="523042" y="4190109"/>
                  </a:lnTo>
                  <a:lnTo>
                    <a:pt x="529032" y="4189458"/>
                  </a:lnTo>
                  <a:lnTo>
                    <a:pt x="544168" y="4187658"/>
                  </a:lnTo>
                  <a:lnTo>
                    <a:pt x="571314" y="4184112"/>
                  </a:lnTo>
                  <a:lnTo>
                    <a:pt x="611940" y="4178266"/>
                  </a:lnTo>
                  <a:lnTo>
                    <a:pt x="666006" y="4169658"/>
                  </a:lnTo>
                  <a:lnTo>
                    <a:pt x="732060" y="4157966"/>
                  </a:lnTo>
                  <a:lnTo>
                    <a:pt x="807565" y="4143016"/>
                  </a:lnTo>
                  <a:lnTo>
                    <a:pt x="889388" y="4124766"/>
                  </a:lnTo>
                  <a:lnTo>
                    <a:pt x="974313" y="4103260"/>
                  </a:lnTo>
                  <a:lnTo>
                    <a:pt x="1059460" y="4078570"/>
                  </a:lnTo>
                  <a:lnTo>
                    <a:pt x="1142539" y="4050740"/>
                  </a:lnTo>
                  <a:lnTo>
                    <a:pt x="1221941" y="4019748"/>
                  </a:lnTo>
                  <a:lnTo>
                    <a:pt x="1296704" y="3985474"/>
                  </a:lnTo>
                  <a:lnTo>
                    <a:pt x="1366416" y="3947692"/>
                  </a:lnTo>
                  <a:lnTo>
                    <a:pt x="1431083" y="3906061"/>
                  </a:lnTo>
                  <a:lnTo>
                    <a:pt x="1491009" y="3860132"/>
                  </a:lnTo>
                  <a:lnTo>
                    <a:pt x="1546693" y="3809358"/>
                  </a:lnTo>
                  <a:lnTo>
                    <a:pt x="1598746" y="3753122"/>
                  </a:lnTo>
                  <a:lnTo>
                    <a:pt x="1647834" y="3690769"/>
                  </a:lnTo>
                  <a:lnTo>
                    <a:pt x="1694626" y="3621678"/>
                  </a:lnTo>
                  <a:lnTo>
                    <a:pt x="1739747" y="3545371"/>
                  </a:lnTo>
                  <a:lnTo>
                    <a:pt x="1768425" y="3491834"/>
                  </a:lnTo>
                  <a:lnTo>
                    <a:pt x="1800054" y="3428351"/>
                  </a:lnTo>
                  <a:lnTo>
                    <a:pt x="1831405" y="3360926"/>
                  </a:lnTo>
                  <a:lnTo>
                    <a:pt x="1862622" y="3289479"/>
                  </a:lnTo>
                  <a:lnTo>
                    <a:pt x="1893820" y="3213975"/>
                  </a:lnTo>
                  <a:lnTo>
                    <a:pt x="1925094" y="3134427"/>
                  </a:lnTo>
                  <a:lnTo>
                    <a:pt x="1956514" y="3050901"/>
                  </a:lnTo>
                  <a:lnTo>
                    <a:pt x="1988135" y="2963520"/>
                  </a:lnTo>
                  <a:lnTo>
                    <a:pt x="2019990" y="2872466"/>
                  </a:lnTo>
                  <a:lnTo>
                    <a:pt x="2052098" y="2777982"/>
                  </a:lnTo>
                  <a:lnTo>
                    <a:pt x="2084459" y="2680367"/>
                  </a:lnTo>
                  <a:lnTo>
                    <a:pt x="2117063" y="2579982"/>
                  </a:lnTo>
                  <a:lnTo>
                    <a:pt x="2149885" y="2477237"/>
                  </a:lnTo>
                  <a:lnTo>
                    <a:pt x="2182889" y="2372592"/>
                  </a:lnTo>
                  <a:lnTo>
                    <a:pt x="2216031" y="2266543"/>
                  </a:lnTo>
                  <a:lnTo>
                    <a:pt x="2249262" y="2159616"/>
                  </a:lnTo>
                  <a:lnTo>
                    <a:pt x="2282526" y="2052358"/>
                  </a:lnTo>
                  <a:lnTo>
                    <a:pt x="2315768" y="1945320"/>
                  </a:lnTo>
                  <a:lnTo>
                    <a:pt x="2348932" y="1839049"/>
                  </a:lnTo>
                  <a:lnTo>
                    <a:pt x="2381968" y="1734077"/>
                  </a:lnTo>
                  <a:lnTo>
                    <a:pt x="2414830" y="1630908"/>
                  </a:lnTo>
                  <a:lnTo>
                    <a:pt x="2447480" y="1530009"/>
                  </a:lnTo>
                  <a:lnTo>
                    <a:pt x="2479893" y="1431801"/>
                  </a:lnTo>
                  <a:lnTo>
                    <a:pt x="2512052" y="1336654"/>
                  </a:lnTo>
                  <a:lnTo>
                    <a:pt x="2543957" y="1244882"/>
                  </a:lnTo>
                  <a:lnTo>
                    <a:pt x="2575623" y="1156738"/>
                  </a:lnTo>
                  <a:lnTo>
                    <a:pt x="2607081" y="1072418"/>
                  </a:lnTo>
                  <a:lnTo>
                    <a:pt x="2638379" y="992055"/>
                  </a:lnTo>
                  <a:lnTo>
                    <a:pt x="2669586" y="915726"/>
                  </a:lnTo>
                  <a:lnTo>
                    <a:pt x="2700790" y="843457"/>
                  </a:lnTo>
                  <a:lnTo>
                    <a:pt x="2732104" y="775221"/>
                  </a:lnTo>
                  <a:lnTo>
                    <a:pt x="2763663" y="710945"/>
                  </a:lnTo>
                  <a:lnTo>
                    <a:pt x="2770117" y="698366"/>
                  </a:lnTo>
                  <a:lnTo>
                    <a:pt x="2814449" y="617255"/>
                  </a:lnTo>
                  <a:lnTo>
                    <a:pt x="2860088" y="543516"/>
                  </a:lnTo>
                  <a:lnTo>
                    <a:pt x="2907610" y="476850"/>
                  </a:lnTo>
                  <a:lnTo>
                    <a:pt x="2957660" y="416714"/>
                  </a:lnTo>
                  <a:lnTo>
                    <a:pt x="3010911" y="362465"/>
                  </a:lnTo>
                  <a:lnTo>
                    <a:pt x="3068016" y="313456"/>
                  </a:lnTo>
                  <a:lnTo>
                    <a:pt x="3129554" y="269090"/>
                  </a:lnTo>
                  <a:lnTo>
                    <a:pt x="3195967" y="228853"/>
                  </a:lnTo>
                  <a:lnTo>
                    <a:pt x="3267467" y="192333"/>
                  </a:lnTo>
                  <a:lnTo>
                    <a:pt x="3343927" y="159229"/>
                  </a:lnTo>
                  <a:lnTo>
                    <a:pt x="3424758" y="129353"/>
                  </a:lnTo>
                  <a:lnTo>
                    <a:pt x="3508780" y="102621"/>
                  </a:lnTo>
                  <a:lnTo>
                    <a:pt x="3594144" y="79039"/>
                  </a:lnTo>
                  <a:lnTo>
                    <a:pt x="3678334" y="58666"/>
                  </a:lnTo>
                  <a:lnTo>
                    <a:pt x="3758315" y="41571"/>
                  </a:lnTo>
                  <a:lnTo>
                    <a:pt x="3830846" y="27773"/>
                  </a:lnTo>
                  <a:lnTo>
                    <a:pt x="3892943" y="17188"/>
                  </a:lnTo>
                  <a:lnTo>
                    <a:pt x="3942399" y="9592"/>
                  </a:lnTo>
                  <a:lnTo>
                    <a:pt x="3978229" y="4611"/>
                  </a:lnTo>
                  <a:lnTo>
                    <a:pt x="4000925" y="1743"/>
                  </a:lnTo>
                  <a:lnTo>
                    <a:pt x="4012465" y="414"/>
                  </a:lnTo>
                  <a:lnTo>
                    <a:pt x="4016155" y="24"/>
                  </a:lnTo>
                  <a:lnTo>
                    <a:pt x="4016409" y="0"/>
                  </a:lnTo>
                  <a:lnTo>
                    <a:pt x="4538543" y="0"/>
                  </a:lnTo>
                  <a:lnTo>
                    <a:pt x="4539729" y="66"/>
                  </a:lnTo>
                  <a:lnTo>
                    <a:pt x="4547492" y="544"/>
                  </a:lnTo>
                  <a:lnTo>
                    <a:pt x="4566947" y="1865"/>
                  </a:lnTo>
                  <a:lnTo>
                    <a:pt x="4601432" y="4460"/>
                  </a:lnTo>
                  <a:lnTo>
                    <a:pt x="4652224" y="8718"/>
                  </a:lnTo>
                  <a:lnTo>
                    <a:pt x="4718457" y="14932"/>
                  </a:lnTo>
                  <a:lnTo>
                    <a:pt x="4797435" y="23284"/>
                  </a:lnTo>
                  <a:lnTo>
                    <a:pt x="4885289" y="33838"/>
                  </a:lnTo>
                  <a:lnTo>
                    <a:pt x="4977788" y="46576"/>
                  </a:lnTo>
                  <a:lnTo>
                    <a:pt x="5071047" y="61450"/>
                  </a:lnTo>
                  <a:lnTo>
                    <a:pt x="5161978" y="78423"/>
                  </a:lnTo>
                  <a:lnTo>
                    <a:pt x="5248461" y="97512"/>
                  </a:lnTo>
                  <a:lnTo>
                    <a:pt x="5329302" y="118810"/>
                  </a:lnTo>
                  <a:lnTo>
                    <a:pt x="5404065" y="142498"/>
                  </a:lnTo>
                  <a:lnTo>
                    <a:pt x="5472876" y="168847"/>
                  </a:lnTo>
                  <a:lnTo>
                    <a:pt x="5536238" y="198214"/>
                  </a:lnTo>
                  <a:lnTo>
                    <a:pt x="5594882" y="231022"/>
                  </a:lnTo>
                  <a:lnTo>
                    <a:pt x="5649656" y="267744"/>
                  </a:lnTo>
                  <a:lnTo>
                    <a:pt x="5701440" y="308847"/>
                  </a:lnTo>
                  <a:lnTo>
                    <a:pt x="5751072" y="354714"/>
                  </a:lnTo>
                  <a:lnTo>
                    <a:pt x="5784835" y="389654"/>
                  </a:lnTo>
                  <a:lnTo>
                    <a:pt x="5824811" y="434850"/>
                  </a:lnTo>
                  <a:lnTo>
                    <a:pt x="5864406" y="483589"/>
                  </a:lnTo>
                  <a:lnTo>
                    <a:pt x="5903887" y="535942"/>
                  </a:lnTo>
                  <a:lnTo>
                    <a:pt x="5943459" y="591914"/>
                  </a:lnTo>
                  <a:lnTo>
                    <a:pt x="5983272" y="651432"/>
                  </a:lnTo>
                  <a:lnTo>
                    <a:pt x="6023424" y="714346"/>
                  </a:lnTo>
                  <a:lnTo>
                    <a:pt x="6063971" y="780417"/>
                  </a:lnTo>
                  <a:lnTo>
                    <a:pt x="6104925" y="849324"/>
                  </a:lnTo>
                  <a:lnTo>
                    <a:pt x="6146262" y="920661"/>
                  </a:lnTo>
                  <a:lnTo>
                    <a:pt x="6187927" y="993949"/>
                  </a:lnTo>
                  <a:lnTo>
                    <a:pt x="6229839" y="1068647"/>
                  </a:lnTo>
                  <a:lnTo>
                    <a:pt x="6271898" y="1144166"/>
                  </a:lnTo>
                  <a:lnTo>
                    <a:pt x="6313994" y="1219888"/>
                  </a:lnTo>
                  <a:lnTo>
                    <a:pt x="6356014" y="1295192"/>
                  </a:lnTo>
                  <a:lnTo>
                    <a:pt x="6397851" y="1369468"/>
                  </a:lnTo>
                  <a:lnTo>
                    <a:pt x="6439411" y="1442141"/>
                  </a:lnTo>
                  <a:lnTo>
                    <a:pt x="6480620" y="1512690"/>
                  </a:lnTo>
                  <a:lnTo>
                    <a:pt x="6521435" y="1580659"/>
                  </a:lnTo>
                  <a:lnTo>
                    <a:pt x="6561842" y="1645673"/>
                  </a:lnTo>
                  <a:lnTo>
                    <a:pt x="6601869" y="1707437"/>
                  </a:lnTo>
                  <a:lnTo>
                    <a:pt x="6641585" y="1765743"/>
                  </a:lnTo>
                  <a:lnTo>
                    <a:pt x="6681106" y="1820470"/>
                  </a:lnTo>
                  <a:lnTo>
                    <a:pt x="6720600" y="1871571"/>
                  </a:lnTo>
                  <a:lnTo>
                    <a:pt x="6760293" y="1919076"/>
                  </a:lnTo>
                  <a:lnTo>
                    <a:pt x="6786527" y="1948274"/>
                  </a:lnTo>
                  <a:lnTo>
                    <a:pt x="6835098" y="1997584"/>
                  </a:lnTo>
                  <a:lnTo>
                    <a:pt x="6885297" y="2041981"/>
                  </a:lnTo>
                  <a:lnTo>
                    <a:pt x="6937892" y="2081715"/>
                  </a:lnTo>
                  <a:lnTo>
                    <a:pt x="6993743" y="2117204"/>
                  </a:lnTo>
                  <a:lnTo>
                    <a:pt x="7053726" y="2148925"/>
                  </a:lnTo>
                  <a:lnTo>
                    <a:pt x="7118664" y="2177338"/>
                  </a:lnTo>
                  <a:lnTo>
                    <a:pt x="7189233" y="2202850"/>
                  </a:lnTo>
                  <a:lnTo>
                    <a:pt x="7265840" y="2225792"/>
                  </a:lnTo>
                  <a:lnTo>
                    <a:pt x="7348462" y="2246408"/>
                  </a:lnTo>
                  <a:lnTo>
                    <a:pt x="7436455" y="2264851"/>
                  </a:lnTo>
                  <a:lnTo>
                    <a:pt x="7528357" y="2281192"/>
                  </a:lnTo>
                  <a:lnTo>
                    <a:pt x="7621754" y="2295426"/>
                  </a:lnTo>
                  <a:lnTo>
                    <a:pt x="7713287" y="2307510"/>
                  </a:lnTo>
                  <a:lnTo>
                    <a:pt x="7798905" y="2317397"/>
                  </a:lnTo>
                  <a:lnTo>
                    <a:pt x="7874404" y="2325092"/>
                  </a:lnTo>
                  <a:lnTo>
                    <a:pt x="7936184" y="2330691"/>
                  </a:lnTo>
                  <a:lnTo>
                    <a:pt x="7982047" y="2334410"/>
                  </a:lnTo>
                  <a:lnTo>
                    <a:pt x="8011759" y="2336577"/>
                  </a:lnTo>
                  <a:lnTo>
                    <a:pt x="8027244" y="2337597"/>
                  </a:lnTo>
                  <a:lnTo>
                    <a:pt x="8032409" y="2337906"/>
                  </a:lnTo>
                  <a:lnTo>
                    <a:pt x="8032819" y="2337928"/>
                  </a:lnTo>
                  <a:lnTo>
                    <a:pt x="8554953" y="2337928"/>
                  </a:lnTo>
                  <a:lnTo>
                    <a:pt x="8554953" y="2337928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086" name="pl2086"/>
            <p:cNvSpPr/>
            <p:nvPr/>
          </p:nvSpPr>
          <p:spPr>
            <a:xfrm>
              <a:off x="386606" y="1959207"/>
              <a:ext cx="8554953" cy="4190200"/>
            </a:xfrm>
            <a:custGeom>
              <a:avLst/>
              <a:pathLst>
                <a:path w="8554953" h="4190200">
                  <a:moveTo>
                    <a:pt x="8554953" y="2337928"/>
                  </a:moveTo>
                  <a:lnTo>
                    <a:pt x="8032819" y="2337928"/>
                  </a:lnTo>
                  <a:lnTo>
                    <a:pt x="8031633" y="2337861"/>
                  </a:lnTo>
                  <a:lnTo>
                    <a:pt x="8023870" y="2337384"/>
                  </a:lnTo>
                  <a:lnTo>
                    <a:pt x="8004415" y="2336063"/>
                  </a:lnTo>
                  <a:lnTo>
                    <a:pt x="7969930" y="2333467"/>
                  </a:lnTo>
                  <a:lnTo>
                    <a:pt x="7919138" y="2329210"/>
                  </a:lnTo>
                  <a:lnTo>
                    <a:pt x="7852905" y="2322995"/>
                  </a:lnTo>
                  <a:lnTo>
                    <a:pt x="7773927" y="2314644"/>
                  </a:lnTo>
                  <a:lnTo>
                    <a:pt x="7686073" y="2304090"/>
                  </a:lnTo>
                  <a:lnTo>
                    <a:pt x="7593574" y="2291351"/>
                  </a:lnTo>
                  <a:lnTo>
                    <a:pt x="7500315" y="2276478"/>
                  </a:lnTo>
                  <a:lnTo>
                    <a:pt x="7409384" y="2259505"/>
                  </a:lnTo>
                  <a:lnTo>
                    <a:pt x="7322901" y="2240416"/>
                  </a:lnTo>
                  <a:lnTo>
                    <a:pt x="7242060" y="2219118"/>
                  </a:lnTo>
                  <a:lnTo>
                    <a:pt x="7167297" y="2195430"/>
                  </a:lnTo>
                  <a:lnTo>
                    <a:pt x="7098486" y="2169080"/>
                  </a:lnTo>
                  <a:lnTo>
                    <a:pt x="7035124" y="2139714"/>
                  </a:lnTo>
                  <a:lnTo>
                    <a:pt x="6976480" y="2106905"/>
                  </a:lnTo>
                  <a:lnTo>
                    <a:pt x="6921706" y="2070184"/>
                  </a:lnTo>
                  <a:lnTo>
                    <a:pt x="6869922" y="2029081"/>
                  </a:lnTo>
                  <a:lnTo>
                    <a:pt x="6820290" y="1983214"/>
                  </a:lnTo>
                  <a:lnTo>
                    <a:pt x="6786527" y="1948274"/>
                  </a:lnTo>
                  <a:lnTo>
                    <a:pt x="6746551" y="1903078"/>
                  </a:lnTo>
                  <a:lnTo>
                    <a:pt x="6706956" y="1854339"/>
                  </a:lnTo>
                  <a:lnTo>
                    <a:pt x="6667475" y="1801986"/>
                  </a:lnTo>
                  <a:lnTo>
                    <a:pt x="6627903" y="1746014"/>
                  </a:lnTo>
                  <a:lnTo>
                    <a:pt x="6588090" y="1686496"/>
                  </a:lnTo>
                  <a:lnTo>
                    <a:pt x="6547937" y="1623582"/>
                  </a:lnTo>
                  <a:lnTo>
                    <a:pt x="6507391" y="1557511"/>
                  </a:lnTo>
                  <a:lnTo>
                    <a:pt x="6466437" y="1488604"/>
                  </a:lnTo>
                  <a:lnTo>
                    <a:pt x="6425099" y="1417267"/>
                  </a:lnTo>
                  <a:lnTo>
                    <a:pt x="6383435" y="1343979"/>
                  </a:lnTo>
                  <a:lnTo>
                    <a:pt x="6341523" y="1269281"/>
                  </a:lnTo>
                  <a:lnTo>
                    <a:pt x="6299464" y="1193762"/>
                  </a:lnTo>
                  <a:lnTo>
                    <a:pt x="6257368" y="1118039"/>
                  </a:lnTo>
                  <a:lnTo>
                    <a:pt x="6215348" y="1042736"/>
                  </a:lnTo>
                  <a:lnTo>
                    <a:pt x="6173511" y="968460"/>
                  </a:lnTo>
                  <a:lnTo>
                    <a:pt x="6131951" y="895787"/>
                  </a:lnTo>
                  <a:lnTo>
                    <a:pt x="6090741" y="825238"/>
                  </a:lnTo>
                  <a:lnTo>
                    <a:pt x="6049927" y="757268"/>
                  </a:lnTo>
                  <a:lnTo>
                    <a:pt x="6009520" y="692255"/>
                  </a:lnTo>
                  <a:lnTo>
                    <a:pt x="5969493" y="630491"/>
                  </a:lnTo>
                  <a:lnTo>
                    <a:pt x="5929777" y="572184"/>
                  </a:lnTo>
                  <a:lnTo>
                    <a:pt x="5890256" y="517458"/>
                  </a:lnTo>
                  <a:lnTo>
                    <a:pt x="5850762" y="466356"/>
                  </a:lnTo>
                  <a:lnTo>
                    <a:pt x="5811069" y="418852"/>
                  </a:lnTo>
                  <a:lnTo>
                    <a:pt x="5784835" y="389654"/>
                  </a:lnTo>
                  <a:lnTo>
                    <a:pt x="5736264" y="340344"/>
                  </a:lnTo>
                  <a:lnTo>
                    <a:pt x="5686065" y="295946"/>
                  </a:lnTo>
                  <a:lnTo>
                    <a:pt x="5633470" y="256213"/>
                  </a:lnTo>
                  <a:lnTo>
                    <a:pt x="5577619" y="220724"/>
                  </a:lnTo>
                  <a:lnTo>
                    <a:pt x="5517636" y="189003"/>
                  </a:lnTo>
                  <a:lnTo>
                    <a:pt x="5452698" y="160590"/>
                  </a:lnTo>
                  <a:lnTo>
                    <a:pt x="5382128" y="135078"/>
                  </a:lnTo>
                  <a:lnTo>
                    <a:pt x="5305522" y="112136"/>
                  </a:lnTo>
                  <a:lnTo>
                    <a:pt x="5222900" y="91520"/>
                  </a:lnTo>
                  <a:lnTo>
                    <a:pt x="5134907" y="73077"/>
                  </a:lnTo>
                  <a:lnTo>
                    <a:pt x="5043005" y="56736"/>
                  </a:lnTo>
                  <a:lnTo>
                    <a:pt x="4949608" y="42502"/>
                  </a:lnTo>
                  <a:lnTo>
                    <a:pt x="4858075" y="30418"/>
                  </a:lnTo>
                  <a:lnTo>
                    <a:pt x="4772457" y="20531"/>
                  </a:lnTo>
                  <a:lnTo>
                    <a:pt x="4696958" y="12836"/>
                  </a:lnTo>
                  <a:lnTo>
                    <a:pt x="4635178" y="7237"/>
                  </a:lnTo>
                  <a:lnTo>
                    <a:pt x="4589315" y="3518"/>
                  </a:lnTo>
                  <a:lnTo>
                    <a:pt x="4559603" y="1351"/>
                  </a:lnTo>
                  <a:lnTo>
                    <a:pt x="4544117" y="331"/>
                  </a:lnTo>
                  <a:lnTo>
                    <a:pt x="4538953" y="22"/>
                  </a:lnTo>
                  <a:lnTo>
                    <a:pt x="4538543" y="0"/>
                  </a:lnTo>
                  <a:lnTo>
                    <a:pt x="4016409" y="0"/>
                  </a:lnTo>
                  <a:lnTo>
                    <a:pt x="4015500" y="91"/>
                  </a:lnTo>
                  <a:lnTo>
                    <a:pt x="4009510" y="742"/>
                  </a:lnTo>
                  <a:lnTo>
                    <a:pt x="3994374" y="2542"/>
                  </a:lnTo>
                  <a:lnTo>
                    <a:pt x="3967228" y="6088"/>
                  </a:lnTo>
                  <a:lnTo>
                    <a:pt x="3926603" y="11934"/>
                  </a:lnTo>
                  <a:lnTo>
                    <a:pt x="3872536" y="20542"/>
                  </a:lnTo>
                  <a:lnTo>
                    <a:pt x="3806482" y="32234"/>
                  </a:lnTo>
                  <a:lnTo>
                    <a:pt x="3730977" y="47184"/>
                  </a:lnTo>
                  <a:lnTo>
                    <a:pt x="3649155" y="65434"/>
                  </a:lnTo>
                  <a:lnTo>
                    <a:pt x="3564230" y="86939"/>
                  </a:lnTo>
                  <a:lnTo>
                    <a:pt x="3479082" y="111630"/>
                  </a:lnTo>
                  <a:lnTo>
                    <a:pt x="3396003" y="139460"/>
                  </a:lnTo>
                  <a:lnTo>
                    <a:pt x="3316601" y="170452"/>
                  </a:lnTo>
                  <a:lnTo>
                    <a:pt x="3241838" y="204726"/>
                  </a:lnTo>
                  <a:lnTo>
                    <a:pt x="3172126" y="242508"/>
                  </a:lnTo>
                  <a:lnTo>
                    <a:pt x="3107459" y="284139"/>
                  </a:lnTo>
                  <a:lnTo>
                    <a:pt x="3047533" y="330068"/>
                  </a:lnTo>
                  <a:lnTo>
                    <a:pt x="2991850" y="380842"/>
                  </a:lnTo>
                  <a:lnTo>
                    <a:pt x="2939796" y="437078"/>
                  </a:lnTo>
                  <a:lnTo>
                    <a:pt x="2890708" y="499431"/>
                  </a:lnTo>
                  <a:lnTo>
                    <a:pt x="2843917" y="568522"/>
                  </a:lnTo>
                  <a:lnTo>
                    <a:pt x="2798795" y="644829"/>
                  </a:lnTo>
                  <a:lnTo>
                    <a:pt x="2770117" y="698366"/>
                  </a:lnTo>
                  <a:lnTo>
                    <a:pt x="2738488" y="761849"/>
                  </a:lnTo>
                  <a:lnTo>
                    <a:pt x="2707137" y="829274"/>
                  </a:lnTo>
                  <a:lnTo>
                    <a:pt x="2675920" y="900721"/>
                  </a:lnTo>
                  <a:lnTo>
                    <a:pt x="2644722" y="976225"/>
                  </a:lnTo>
                  <a:lnTo>
                    <a:pt x="2613448" y="1055773"/>
                  </a:lnTo>
                  <a:lnTo>
                    <a:pt x="2582028" y="1139299"/>
                  </a:lnTo>
                  <a:lnTo>
                    <a:pt x="2550407" y="1226680"/>
                  </a:lnTo>
                  <a:lnTo>
                    <a:pt x="2518552" y="1317734"/>
                  </a:lnTo>
                  <a:lnTo>
                    <a:pt x="2486445" y="1412218"/>
                  </a:lnTo>
                  <a:lnTo>
                    <a:pt x="2454083" y="1509833"/>
                  </a:lnTo>
                  <a:lnTo>
                    <a:pt x="2421479" y="1610218"/>
                  </a:lnTo>
                  <a:lnTo>
                    <a:pt x="2388658" y="1712962"/>
                  </a:lnTo>
                  <a:lnTo>
                    <a:pt x="2355654" y="1817608"/>
                  </a:lnTo>
                  <a:lnTo>
                    <a:pt x="2322511" y="1923657"/>
                  </a:lnTo>
                  <a:lnTo>
                    <a:pt x="2289281" y="2030584"/>
                  </a:lnTo>
                  <a:lnTo>
                    <a:pt x="2256016" y="2137842"/>
                  </a:lnTo>
                  <a:lnTo>
                    <a:pt x="2222775" y="2244880"/>
                  </a:lnTo>
                  <a:lnTo>
                    <a:pt x="2189610" y="2351151"/>
                  </a:lnTo>
                  <a:lnTo>
                    <a:pt x="2156574" y="2456123"/>
                  </a:lnTo>
                  <a:lnTo>
                    <a:pt x="2123712" y="2559292"/>
                  </a:lnTo>
                  <a:lnTo>
                    <a:pt x="2091062" y="2660191"/>
                  </a:lnTo>
                  <a:lnTo>
                    <a:pt x="2058650" y="2758399"/>
                  </a:lnTo>
                  <a:lnTo>
                    <a:pt x="2026490" y="2853546"/>
                  </a:lnTo>
                  <a:lnTo>
                    <a:pt x="1994585" y="2945318"/>
                  </a:lnTo>
                  <a:lnTo>
                    <a:pt x="1962919" y="3033462"/>
                  </a:lnTo>
                  <a:lnTo>
                    <a:pt x="1931461" y="3117782"/>
                  </a:lnTo>
                  <a:lnTo>
                    <a:pt x="1900163" y="3198145"/>
                  </a:lnTo>
                  <a:lnTo>
                    <a:pt x="1868956" y="3274474"/>
                  </a:lnTo>
                  <a:lnTo>
                    <a:pt x="1837752" y="3346743"/>
                  </a:lnTo>
                  <a:lnTo>
                    <a:pt x="1806438" y="3414979"/>
                  </a:lnTo>
                  <a:lnTo>
                    <a:pt x="1774879" y="3479254"/>
                  </a:lnTo>
                  <a:lnTo>
                    <a:pt x="1768425" y="3491834"/>
                  </a:lnTo>
                  <a:lnTo>
                    <a:pt x="1724093" y="3572945"/>
                  </a:lnTo>
                  <a:lnTo>
                    <a:pt x="1678454" y="3646684"/>
                  </a:lnTo>
                  <a:lnTo>
                    <a:pt x="1630932" y="3713350"/>
                  </a:lnTo>
                  <a:lnTo>
                    <a:pt x="1580882" y="3773486"/>
                  </a:lnTo>
                  <a:lnTo>
                    <a:pt x="1527631" y="3827735"/>
                  </a:lnTo>
                  <a:lnTo>
                    <a:pt x="1470526" y="3876744"/>
                  </a:lnTo>
                  <a:lnTo>
                    <a:pt x="1408988" y="3921110"/>
                  </a:lnTo>
                  <a:lnTo>
                    <a:pt x="1342575" y="3961347"/>
                  </a:lnTo>
                  <a:lnTo>
                    <a:pt x="1271076" y="3997867"/>
                  </a:lnTo>
                  <a:lnTo>
                    <a:pt x="1194615" y="4030971"/>
                  </a:lnTo>
                  <a:lnTo>
                    <a:pt x="1113784" y="4060847"/>
                  </a:lnTo>
                  <a:lnTo>
                    <a:pt x="1029762" y="4087579"/>
                  </a:lnTo>
                  <a:lnTo>
                    <a:pt x="944398" y="4111161"/>
                  </a:lnTo>
                  <a:lnTo>
                    <a:pt x="860208" y="4131534"/>
                  </a:lnTo>
                  <a:lnTo>
                    <a:pt x="780227" y="4148629"/>
                  </a:lnTo>
                  <a:lnTo>
                    <a:pt x="707696" y="4162427"/>
                  </a:lnTo>
                  <a:lnTo>
                    <a:pt x="645599" y="4173012"/>
                  </a:lnTo>
                  <a:lnTo>
                    <a:pt x="596143" y="4180608"/>
                  </a:lnTo>
                  <a:lnTo>
                    <a:pt x="560313" y="4185589"/>
                  </a:lnTo>
                  <a:lnTo>
                    <a:pt x="537618" y="4188457"/>
                  </a:lnTo>
                  <a:lnTo>
                    <a:pt x="526078" y="4189786"/>
                  </a:lnTo>
                  <a:lnTo>
                    <a:pt x="522387" y="4190176"/>
                  </a:lnTo>
                  <a:lnTo>
                    <a:pt x="522133" y="4190200"/>
                  </a:lnTo>
                  <a:lnTo>
                    <a:pt x="0" y="4190200"/>
                  </a:lnTo>
                  <a:lnTo>
                    <a:pt x="0" y="419020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087" name="pg2087"/>
            <p:cNvSpPr/>
            <p:nvPr/>
          </p:nvSpPr>
          <p:spPr>
            <a:xfrm>
              <a:off x="386606" y="1066954"/>
              <a:ext cx="8554953" cy="5071159"/>
            </a:xfrm>
            <a:custGeom>
              <a:avLst/>
              <a:pathLst>
                <a:path w="8554953" h="5071159">
                  <a:moveTo>
                    <a:pt x="0" y="5071159"/>
                  </a:moveTo>
                  <a:lnTo>
                    <a:pt x="522133" y="5071159"/>
                  </a:lnTo>
                  <a:lnTo>
                    <a:pt x="523013" y="5071062"/>
                  </a:lnTo>
                  <a:lnTo>
                    <a:pt x="528816" y="5070373"/>
                  </a:lnTo>
                  <a:lnTo>
                    <a:pt x="543491" y="5068468"/>
                  </a:lnTo>
                  <a:lnTo>
                    <a:pt x="569846" y="5064716"/>
                  </a:lnTo>
                  <a:lnTo>
                    <a:pt x="609357" y="5058524"/>
                  </a:lnTo>
                  <a:lnTo>
                    <a:pt x="662058" y="5049400"/>
                  </a:lnTo>
                  <a:lnTo>
                    <a:pt x="726618" y="5036991"/>
                  </a:lnTo>
                  <a:lnTo>
                    <a:pt x="800641" y="5021103"/>
                  </a:lnTo>
                  <a:lnTo>
                    <a:pt x="881123" y="5001683"/>
                  </a:lnTo>
                  <a:lnTo>
                    <a:pt x="964941" y="4978770"/>
                  </a:lnTo>
                  <a:lnTo>
                    <a:pt x="1049259" y="4952440"/>
                  </a:lnTo>
                  <a:lnTo>
                    <a:pt x="1131789" y="4922746"/>
                  </a:lnTo>
                  <a:lnTo>
                    <a:pt x="1210889" y="4889676"/>
                  </a:lnTo>
                  <a:lnTo>
                    <a:pt x="1285549" y="4853119"/>
                  </a:lnTo>
                  <a:lnTo>
                    <a:pt x="1355300" y="4812852"/>
                  </a:lnTo>
                  <a:lnTo>
                    <a:pt x="1420091" y="4768533"/>
                  </a:lnTo>
                  <a:lnTo>
                    <a:pt x="1480176" y="4719705"/>
                  </a:lnTo>
                  <a:lnTo>
                    <a:pt x="1536009" y="4665808"/>
                  </a:lnTo>
                  <a:lnTo>
                    <a:pt x="1588167" y="4606198"/>
                  </a:lnTo>
                  <a:lnTo>
                    <a:pt x="1637288" y="4540186"/>
                  </a:lnTo>
                  <a:lnTo>
                    <a:pt x="1684020" y="4467100"/>
                  </a:lnTo>
                  <a:lnTo>
                    <a:pt x="1728983" y="4386384"/>
                  </a:lnTo>
                  <a:lnTo>
                    <a:pt x="1768425" y="4306909"/>
                  </a:lnTo>
                  <a:lnTo>
                    <a:pt x="1798810" y="4240264"/>
                  </a:lnTo>
                  <a:lnTo>
                    <a:pt x="1828933" y="4169644"/>
                  </a:lnTo>
                  <a:lnTo>
                    <a:pt x="1858923" y="4094968"/>
                  </a:lnTo>
                  <a:lnTo>
                    <a:pt x="1888884" y="4016197"/>
                  </a:lnTo>
                  <a:lnTo>
                    <a:pt x="1918903" y="3933338"/>
                  </a:lnTo>
                  <a:lnTo>
                    <a:pt x="1949046" y="3846445"/>
                  </a:lnTo>
                  <a:lnTo>
                    <a:pt x="1979363" y="3755626"/>
                  </a:lnTo>
                  <a:lnTo>
                    <a:pt x="2009890" y="3661041"/>
                  </a:lnTo>
                  <a:lnTo>
                    <a:pt x="2040646" y="3562908"/>
                  </a:lnTo>
                  <a:lnTo>
                    <a:pt x="2071637" y="3461501"/>
                  </a:lnTo>
                  <a:lnTo>
                    <a:pt x="2102858" y="3357146"/>
                  </a:lnTo>
                  <a:lnTo>
                    <a:pt x="2134291" y="3250222"/>
                  </a:lnTo>
                  <a:lnTo>
                    <a:pt x="2165908" y="3141153"/>
                  </a:lnTo>
                  <a:lnTo>
                    <a:pt x="2197676" y="3030406"/>
                  </a:lnTo>
                  <a:lnTo>
                    <a:pt x="2229550" y="2918475"/>
                  </a:lnTo>
                  <a:lnTo>
                    <a:pt x="2261486" y="2805881"/>
                  </a:lnTo>
                  <a:lnTo>
                    <a:pt x="2293434" y="2693156"/>
                  </a:lnTo>
                  <a:lnTo>
                    <a:pt x="2325345" y="2580836"/>
                  </a:lnTo>
                  <a:lnTo>
                    <a:pt x="2357170" y="2469448"/>
                  </a:lnTo>
                  <a:lnTo>
                    <a:pt x="2388866" y="2359501"/>
                  </a:lnTo>
                  <a:lnTo>
                    <a:pt x="2420393" y="2251477"/>
                  </a:lnTo>
                  <a:lnTo>
                    <a:pt x="2451720" y="2145820"/>
                  </a:lnTo>
                  <a:lnTo>
                    <a:pt x="2482824" y="2042932"/>
                  </a:lnTo>
                  <a:lnTo>
                    <a:pt x="2513695" y="1943166"/>
                  </a:lnTo>
                  <a:lnTo>
                    <a:pt x="2544332" y="1846821"/>
                  </a:lnTo>
                  <a:lnTo>
                    <a:pt x="2574748" y="1754143"/>
                  </a:lnTo>
                  <a:lnTo>
                    <a:pt x="2604970" y="1665320"/>
                  </a:lnTo>
                  <a:lnTo>
                    <a:pt x="2635042" y="1580485"/>
                  </a:lnTo>
                  <a:lnTo>
                    <a:pt x="2665021" y="1499719"/>
                  </a:lnTo>
                  <a:lnTo>
                    <a:pt x="2694986" y="1423050"/>
                  </a:lnTo>
                  <a:lnTo>
                    <a:pt x="2725029" y="1350461"/>
                  </a:lnTo>
                  <a:lnTo>
                    <a:pt x="2755270" y="1281892"/>
                  </a:lnTo>
                  <a:lnTo>
                    <a:pt x="2770117" y="1249907"/>
                  </a:lnTo>
                  <a:lnTo>
                    <a:pt x="2813957" y="1162073"/>
                  </a:lnTo>
                  <a:lnTo>
                    <a:pt x="2859070" y="1082132"/>
                  </a:lnTo>
                  <a:lnTo>
                    <a:pt x="2906010" y="1009775"/>
                  </a:lnTo>
                  <a:lnTo>
                    <a:pt x="2955403" y="944430"/>
                  </a:lnTo>
                  <a:lnTo>
                    <a:pt x="3007897" y="885417"/>
                  </a:lnTo>
                  <a:lnTo>
                    <a:pt x="3064128" y="832050"/>
                  </a:lnTo>
                  <a:lnTo>
                    <a:pt x="3124662" y="783693"/>
                  </a:lnTo>
                  <a:lnTo>
                    <a:pt x="3189938" y="739794"/>
                  </a:lnTo>
                  <a:lnTo>
                    <a:pt x="3260184" y="699908"/>
                  </a:lnTo>
                  <a:lnTo>
                    <a:pt x="3335314" y="663705"/>
                  </a:lnTo>
                  <a:lnTo>
                    <a:pt x="3414809" y="630974"/>
                  </a:lnTo>
                  <a:lnTo>
                    <a:pt x="3497600" y="601613"/>
                  </a:lnTo>
                  <a:lnTo>
                    <a:pt x="3581981" y="575619"/>
                  </a:lnTo>
                  <a:lnTo>
                    <a:pt x="3665602" y="553049"/>
                  </a:lnTo>
                  <a:lnTo>
                    <a:pt x="3745584" y="533979"/>
                  </a:lnTo>
                  <a:lnTo>
                    <a:pt x="3818797" y="518440"/>
                  </a:lnTo>
                  <a:lnTo>
                    <a:pt x="3882273" y="506368"/>
                  </a:lnTo>
                  <a:lnTo>
                    <a:pt x="3933705" y="497553"/>
                  </a:lnTo>
                  <a:lnTo>
                    <a:pt x="3971886" y="491628"/>
                  </a:lnTo>
                  <a:lnTo>
                    <a:pt x="3996993" y="488086"/>
                  </a:lnTo>
                  <a:lnTo>
                    <a:pt x="4010642" y="486330"/>
                  </a:lnTo>
                  <a:lnTo>
                    <a:pt x="4015762" y="485727"/>
                  </a:lnTo>
                  <a:lnTo>
                    <a:pt x="4016409" y="485656"/>
                  </a:lnTo>
                  <a:lnTo>
                    <a:pt x="4538543" y="485656"/>
                  </a:lnTo>
                  <a:lnTo>
                    <a:pt x="4539809" y="485642"/>
                  </a:lnTo>
                  <a:lnTo>
                    <a:pt x="4548086" y="485537"/>
                  </a:lnTo>
                  <a:lnTo>
                    <a:pt x="4568779" y="485246"/>
                  </a:lnTo>
                  <a:lnTo>
                    <a:pt x="4605340" y="484677"/>
                  </a:lnTo>
                  <a:lnTo>
                    <a:pt x="4658952" y="483743"/>
                  </a:lnTo>
                  <a:lnTo>
                    <a:pt x="4728469" y="482385"/>
                  </a:lnTo>
                  <a:lnTo>
                    <a:pt x="4810814" y="480564"/>
                  </a:lnTo>
                  <a:lnTo>
                    <a:pt x="4901745" y="478270"/>
                  </a:lnTo>
                  <a:lnTo>
                    <a:pt x="4996757" y="475509"/>
                  </a:lnTo>
                  <a:lnTo>
                    <a:pt x="5091835" y="472292"/>
                  </a:lnTo>
                  <a:lnTo>
                    <a:pt x="5183894" y="468624"/>
                  </a:lnTo>
                  <a:lnTo>
                    <a:pt x="5270912" y="464499"/>
                  </a:lnTo>
                  <a:lnTo>
                    <a:pt x="5351840" y="459891"/>
                  </a:lnTo>
                  <a:lnTo>
                    <a:pt x="5426402" y="454754"/>
                  </a:lnTo>
                  <a:lnTo>
                    <a:pt x="5494873" y="449024"/>
                  </a:lnTo>
                  <a:lnTo>
                    <a:pt x="5557886" y="442617"/>
                  </a:lnTo>
                  <a:lnTo>
                    <a:pt x="5616278" y="435436"/>
                  </a:lnTo>
                  <a:lnTo>
                    <a:pt x="5670975" y="427374"/>
                  </a:lnTo>
                  <a:lnTo>
                    <a:pt x="5722911" y="418336"/>
                  </a:lnTo>
                  <a:lnTo>
                    <a:pt x="5772942" y="408252"/>
                  </a:lnTo>
                  <a:lnTo>
                    <a:pt x="5784835" y="405655"/>
                  </a:lnTo>
                  <a:lnTo>
                    <a:pt x="5837801" y="393181"/>
                  </a:lnTo>
                  <a:lnTo>
                    <a:pt x="5890255" y="379415"/>
                  </a:lnTo>
                  <a:lnTo>
                    <a:pt x="5942749" y="364340"/>
                  </a:lnTo>
                  <a:lnTo>
                    <a:pt x="5995658" y="347983"/>
                  </a:lnTo>
                  <a:lnTo>
                    <a:pt x="6049198" y="330423"/>
                  </a:lnTo>
                  <a:lnTo>
                    <a:pt x="6103452" y="311794"/>
                  </a:lnTo>
                  <a:lnTo>
                    <a:pt x="6158379" y="292281"/>
                  </a:lnTo>
                  <a:lnTo>
                    <a:pt x="6213844" y="272119"/>
                  </a:lnTo>
                  <a:lnTo>
                    <a:pt x="6269636" y="251578"/>
                  </a:lnTo>
                  <a:lnTo>
                    <a:pt x="6325505" y="230951"/>
                  </a:lnTo>
                  <a:lnTo>
                    <a:pt x="6381187" y="210537"/>
                  </a:lnTo>
                  <a:lnTo>
                    <a:pt x="6436445" y="190620"/>
                  </a:lnTo>
                  <a:lnTo>
                    <a:pt x="6491097" y="171457"/>
                  </a:lnTo>
                  <a:lnTo>
                    <a:pt x="6545045" y="153263"/>
                  </a:lnTo>
                  <a:lnTo>
                    <a:pt x="6598299" y="136203"/>
                  </a:lnTo>
                  <a:lnTo>
                    <a:pt x="6650996" y="120385"/>
                  </a:lnTo>
                  <a:lnTo>
                    <a:pt x="6703418" y="105867"/>
                  </a:lnTo>
                  <a:lnTo>
                    <a:pt x="6756010" y="92656"/>
                  </a:lnTo>
                  <a:lnTo>
                    <a:pt x="6786527" y="85648"/>
                  </a:lnTo>
                  <a:lnTo>
                    <a:pt x="6836209" y="75308"/>
                  </a:lnTo>
                  <a:lnTo>
                    <a:pt x="6887610" y="66021"/>
                  </a:lnTo>
                  <a:lnTo>
                    <a:pt x="6941556" y="57732"/>
                  </a:lnTo>
                  <a:lnTo>
                    <a:pt x="6998968" y="50347"/>
                  </a:lnTo>
                  <a:lnTo>
                    <a:pt x="7060782" y="43762"/>
                  </a:lnTo>
                  <a:lnTo>
                    <a:pt x="7127866" y="37877"/>
                  </a:lnTo>
                  <a:lnTo>
                    <a:pt x="7200913" y="32603"/>
                  </a:lnTo>
                  <a:lnTo>
                    <a:pt x="7280302" y="27873"/>
                  </a:lnTo>
                  <a:lnTo>
                    <a:pt x="7365911" y="23634"/>
                  </a:lnTo>
                  <a:lnTo>
                    <a:pt x="7456897" y="19857"/>
                  </a:lnTo>
                  <a:lnTo>
                    <a:pt x="7551487" y="16530"/>
                  </a:lnTo>
                  <a:lnTo>
                    <a:pt x="7646854" y="13658"/>
                  </a:lnTo>
                  <a:lnTo>
                    <a:pt x="7739176" y="11250"/>
                  </a:lnTo>
                  <a:lnTo>
                    <a:pt x="7824010" y="9315"/>
                  </a:lnTo>
                  <a:lnTo>
                    <a:pt x="7896971" y="7847"/>
                  </a:lnTo>
                  <a:lnTo>
                    <a:pt x="7954616" y="6816"/>
                  </a:lnTo>
                  <a:lnTo>
                    <a:pt x="7995282" y="6165"/>
                  </a:lnTo>
                  <a:lnTo>
                    <a:pt x="8019577" y="5816"/>
                  </a:lnTo>
                  <a:lnTo>
                    <a:pt x="8030429" y="5675"/>
                  </a:lnTo>
                  <a:lnTo>
                    <a:pt x="8032819" y="5647"/>
                  </a:lnTo>
                  <a:lnTo>
                    <a:pt x="8554953" y="5647"/>
                  </a:lnTo>
                  <a:lnTo>
                    <a:pt x="8554953" y="0"/>
                  </a:lnTo>
                  <a:lnTo>
                    <a:pt x="8032819" y="0"/>
                  </a:lnTo>
                  <a:lnTo>
                    <a:pt x="8031553" y="14"/>
                  </a:lnTo>
                  <a:lnTo>
                    <a:pt x="8023276" y="119"/>
                  </a:lnTo>
                  <a:lnTo>
                    <a:pt x="8002583" y="409"/>
                  </a:lnTo>
                  <a:lnTo>
                    <a:pt x="7966022" y="979"/>
                  </a:lnTo>
                  <a:lnTo>
                    <a:pt x="7912410" y="1912"/>
                  </a:lnTo>
                  <a:lnTo>
                    <a:pt x="7842893" y="3271"/>
                  </a:lnTo>
                  <a:lnTo>
                    <a:pt x="7760548" y="5092"/>
                  </a:lnTo>
                  <a:lnTo>
                    <a:pt x="7669617" y="7386"/>
                  </a:lnTo>
                  <a:lnTo>
                    <a:pt x="7574605" y="10147"/>
                  </a:lnTo>
                  <a:lnTo>
                    <a:pt x="7479527" y="13364"/>
                  </a:lnTo>
                  <a:lnTo>
                    <a:pt x="7387468" y="17032"/>
                  </a:lnTo>
                  <a:lnTo>
                    <a:pt x="7300450" y="21157"/>
                  </a:lnTo>
                  <a:lnTo>
                    <a:pt x="7219522" y="25765"/>
                  </a:lnTo>
                  <a:lnTo>
                    <a:pt x="7144960" y="30901"/>
                  </a:lnTo>
                  <a:lnTo>
                    <a:pt x="7076489" y="36631"/>
                  </a:lnTo>
                  <a:lnTo>
                    <a:pt x="7013476" y="43038"/>
                  </a:lnTo>
                  <a:lnTo>
                    <a:pt x="6955084" y="50220"/>
                  </a:lnTo>
                  <a:lnTo>
                    <a:pt x="6900387" y="58281"/>
                  </a:lnTo>
                  <a:lnTo>
                    <a:pt x="6848451" y="67320"/>
                  </a:lnTo>
                  <a:lnTo>
                    <a:pt x="6798420" y="77404"/>
                  </a:lnTo>
                  <a:lnTo>
                    <a:pt x="6786527" y="80001"/>
                  </a:lnTo>
                  <a:lnTo>
                    <a:pt x="6733561" y="92475"/>
                  </a:lnTo>
                  <a:lnTo>
                    <a:pt x="6681107" y="106241"/>
                  </a:lnTo>
                  <a:lnTo>
                    <a:pt x="6628613" y="121316"/>
                  </a:lnTo>
                  <a:lnTo>
                    <a:pt x="6575704" y="137672"/>
                  </a:lnTo>
                  <a:lnTo>
                    <a:pt x="6522164" y="155232"/>
                  </a:lnTo>
                  <a:lnTo>
                    <a:pt x="6467910" y="173862"/>
                  </a:lnTo>
                  <a:lnTo>
                    <a:pt x="6412983" y="193374"/>
                  </a:lnTo>
                  <a:lnTo>
                    <a:pt x="6357518" y="213537"/>
                  </a:lnTo>
                  <a:lnTo>
                    <a:pt x="6301726" y="234078"/>
                  </a:lnTo>
                  <a:lnTo>
                    <a:pt x="6245857" y="254704"/>
                  </a:lnTo>
                  <a:lnTo>
                    <a:pt x="6190175" y="275119"/>
                  </a:lnTo>
                  <a:lnTo>
                    <a:pt x="6134917" y="295036"/>
                  </a:lnTo>
                  <a:lnTo>
                    <a:pt x="6080265" y="314199"/>
                  </a:lnTo>
                  <a:lnTo>
                    <a:pt x="6026317" y="332392"/>
                  </a:lnTo>
                  <a:lnTo>
                    <a:pt x="5973063" y="349453"/>
                  </a:lnTo>
                  <a:lnTo>
                    <a:pt x="5920366" y="365271"/>
                  </a:lnTo>
                  <a:lnTo>
                    <a:pt x="5867944" y="379789"/>
                  </a:lnTo>
                  <a:lnTo>
                    <a:pt x="5815352" y="393000"/>
                  </a:lnTo>
                  <a:lnTo>
                    <a:pt x="5784835" y="400007"/>
                  </a:lnTo>
                  <a:lnTo>
                    <a:pt x="5735153" y="410348"/>
                  </a:lnTo>
                  <a:lnTo>
                    <a:pt x="5683752" y="419635"/>
                  </a:lnTo>
                  <a:lnTo>
                    <a:pt x="5629806" y="427924"/>
                  </a:lnTo>
                  <a:lnTo>
                    <a:pt x="5572394" y="435309"/>
                  </a:lnTo>
                  <a:lnTo>
                    <a:pt x="5510580" y="441894"/>
                  </a:lnTo>
                  <a:lnTo>
                    <a:pt x="5443496" y="447779"/>
                  </a:lnTo>
                  <a:lnTo>
                    <a:pt x="5370449" y="453052"/>
                  </a:lnTo>
                  <a:lnTo>
                    <a:pt x="5291060" y="457783"/>
                  </a:lnTo>
                  <a:lnTo>
                    <a:pt x="5205451" y="462022"/>
                  </a:lnTo>
                  <a:lnTo>
                    <a:pt x="5114465" y="465799"/>
                  </a:lnTo>
                  <a:lnTo>
                    <a:pt x="5019875" y="469125"/>
                  </a:lnTo>
                  <a:lnTo>
                    <a:pt x="4924508" y="471998"/>
                  </a:lnTo>
                  <a:lnTo>
                    <a:pt x="4832186" y="474405"/>
                  </a:lnTo>
                  <a:lnTo>
                    <a:pt x="4747351" y="476340"/>
                  </a:lnTo>
                  <a:lnTo>
                    <a:pt x="4674391" y="477809"/>
                  </a:lnTo>
                  <a:lnTo>
                    <a:pt x="4616746" y="478840"/>
                  </a:lnTo>
                  <a:lnTo>
                    <a:pt x="4576080" y="479491"/>
                  </a:lnTo>
                  <a:lnTo>
                    <a:pt x="4551785" y="479840"/>
                  </a:lnTo>
                  <a:lnTo>
                    <a:pt x="4540933" y="479981"/>
                  </a:lnTo>
                  <a:lnTo>
                    <a:pt x="4538543" y="480009"/>
                  </a:lnTo>
                  <a:lnTo>
                    <a:pt x="4016409" y="480009"/>
                  </a:lnTo>
                  <a:lnTo>
                    <a:pt x="4015529" y="480106"/>
                  </a:lnTo>
                  <a:lnTo>
                    <a:pt x="4009727" y="480795"/>
                  </a:lnTo>
                  <a:lnTo>
                    <a:pt x="3995051" y="482700"/>
                  </a:lnTo>
                  <a:lnTo>
                    <a:pt x="3968697" y="486453"/>
                  </a:lnTo>
                  <a:lnTo>
                    <a:pt x="3929185" y="492644"/>
                  </a:lnTo>
                  <a:lnTo>
                    <a:pt x="3876484" y="501768"/>
                  </a:lnTo>
                  <a:lnTo>
                    <a:pt x="3811925" y="514178"/>
                  </a:lnTo>
                  <a:lnTo>
                    <a:pt x="3737901" y="530065"/>
                  </a:lnTo>
                  <a:lnTo>
                    <a:pt x="3657419" y="549486"/>
                  </a:lnTo>
                  <a:lnTo>
                    <a:pt x="3573601" y="572398"/>
                  </a:lnTo>
                  <a:lnTo>
                    <a:pt x="3489283" y="598728"/>
                  </a:lnTo>
                  <a:lnTo>
                    <a:pt x="3406754" y="628422"/>
                  </a:lnTo>
                  <a:lnTo>
                    <a:pt x="3327654" y="661492"/>
                  </a:lnTo>
                  <a:lnTo>
                    <a:pt x="3252993" y="698049"/>
                  </a:lnTo>
                  <a:lnTo>
                    <a:pt x="3183242" y="738316"/>
                  </a:lnTo>
                  <a:lnTo>
                    <a:pt x="3118451" y="782635"/>
                  </a:lnTo>
                  <a:lnTo>
                    <a:pt x="3058366" y="831463"/>
                  </a:lnTo>
                  <a:lnTo>
                    <a:pt x="3002533" y="885360"/>
                  </a:lnTo>
                  <a:lnTo>
                    <a:pt x="2950375" y="944970"/>
                  </a:lnTo>
                  <a:lnTo>
                    <a:pt x="2901255" y="1010982"/>
                  </a:lnTo>
                  <a:lnTo>
                    <a:pt x="2854523" y="1084069"/>
                  </a:lnTo>
                  <a:lnTo>
                    <a:pt x="2809559" y="1164784"/>
                  </a:lnTo>
                  <a:lnTo>
                    <a:pt x="2770117" y="1244260"/>
                  </a:lnTo>
                  <a:lnTo>
                    <a:pt x="2739732" y="1310904"/>
                  </a:lnTo>
                  <a:lnTo>
                    <a:pt x="2709609" y="1381524"/>
                  </a:lnTo>
                  <a:lnTo>
                    <a:pt x="2679619" y="1456200"/>
                  </a:lnTo>
                  <a:lnTo>
                    <a:pt x="2649658" y="1534971"/>
                  </a:lnTo>
                  <a:lnTo>
                    <a:pt x="2619639" y="1617830"/>
                  </a:lnTo>
                  <a:lnTo>
                    <a:pt x="2589496" y="1704723"/>
                  </a:lnTo>
                  <a:lnTo>
                    <a:pt x="2559179" y="1795542"/>
                  </a:lnTo>
                  <a:lnTo>
                    <a:pt x="2528652" y="1890127"/>
                  </a:lnTo>
                  <a:lnTo>
                    <a:pt x="2497897" y="1988260"/>
                  </a:lnTo>
                  <a:lnTo>
                    <a:pt x="2466905" y="2089668"/>
                  </a:lnTo>
                  <a:lnTo>
                    <a:pt x="2435684" y="2194023"/>
                  </a:lnTo>
                  <a:lnTo>
                    <a:pt x="2404252" y="2300947"/>
                  </a:lnTo>
                  <a:lnTo>
                    <a:pt x="2372634" y="2410015"/>
                  </a:lnTo>
                  <a:lnTo>
                    <a:pt x="2340867" y="2520763"/>
                  </a:lnTo>
                  <a:lnTo>
                    <a:pt x="2308992" y="2632693"/>
                  </a:lnTo>
                  <a:lnTo>
                    <a:pt x="2277056" y="2745287"/>
                  </a:lnTo>
                  <a:lnTo>
                    <a:pt x="2245108" y="2858012"/>
                  </a:lnTo>
                  <a:lnTo>
                    <a:pt x="2213197" y="2970332"/>
                  </a:lnTo>
                  <a:lnTo>
                    <a:pt x="2181372" y="3081720"/>
                  </a:lnTo>
                  <a:lnTo>
                    <a:pt x="2149676" y="3191667"/>
                  </a:lnTo>
                  <a:lnTo>
                    <a:pt x="2118149" y="3299692"/>
                  </a:lnTo>
                  <a:lnTo>
                    <a:pt x="2086823" y="3405349"/>
                  </a:lnTo>
                  <a:lnTo>
                    <a:pt x="2055718" y="3508237"/>
                  </a:lnTo>
                  <a:lnTo>
                    <a:pt x="2024847" y="3608003"/>
                  </a:lnTo>
                  <a:lnTo>
                    <a:pt x="1994211" y="3704347"/>
                  </a:lnTo>
                  <a:lnTo>
                    <a:pt x="1963795" y="3797025"/>
                  </a:lnTo>
                  <a:lnTo>
                    <a:pt x="1933572" y="3885848"/>
                  </a:lnTo>
                  <a:lnTo>
                    <a:pt x="1903500" y="3970683"/>
                  </a:lnTo>
                  <a:lnTo>
                    <a:pt x="1873521" y="4051449"/>
                  </a:lnTo>
                  <a:lnTo>
                    <a:pt x="1843557" y="4128118"/>
                  </a:lnTo>
                  <a:lnTo>
                    <a:pt x="1813513" y="4200707"/>
                  </a:lnTo>
                  <a:lnTo>
                    <a:pt x="1783273" y="4269277"/>
                  </a:lnTo>
                  <a:lnTo>
                    <a:pt x="1768425" y="4301261"/>
                  </a:lnTo>
                  <a:lnTo>
                    <a:pt x="1724585" y="4389095"/>
                  </a:lnTo>
                  <a:lnTo>
                    <a:pt x="1679473" y="4469036"/>
                  </a:lnTo>
                  <a:lnTo>
                    <a:pt x="1632532" y="4541393"/>
                  </a:lnTo>
                  <a:lnTo>
                    <a:pt x="1583140" y="4606738"/>
                  </a:lnTo>
                  <a:lnTo>
                    <a:pt x="1530645" y="4665751"/>
                  </a:lnTo>
                  <a:lnTo>
                    <a:pt x="1474414" y="4719118"/>
                  </a:lnTo>
                  <a:lnTo>
                    <a:pt x="1413880" y="4767475"/>
                  </a:lnTo>
                  <a:lnTo>
                    <a:pt x="1348604" y="4811374"/>
                  </a:lnTo>
                  <a:lnTo>
                    <a:pt x="1278358" y="4851260"/>
                  </a:lnTo>
                  <a:lnTo>
                    <a:pt x="1203228" y="4887463"/>
                  </a:lnTo>
                  <a:lnTo>
                    <a:pt x="1123733" y="4920195"/>
                  </a:lnTo>
                  <a:lnTo>
                    <a:pt x="1040942" y="4949555"/>
                  </a:lnTo>
                  <a:lnTo>
                    <a:pt x="956561" y="4975549"/>
                  </a:lnTo>
                  <a:lnTo>
                    <a:pt x="872940" y="4998119"/>
                  </a:lnTo>
                  <a:lnTo>
                    <a:pt x="792958" y="5017190"/>
                  </a:lnTo>
                  <a:lnTo>
                    <a:pt x="719745" y="5032728"/>
                  </a:lnTo>
                  <a:lnTo>
                    <a:pt x="656269" y="5044800"/>
                  </a:lnTo>
                  <a:lnTo>
                    <a:pt x="604837" y="5053615"/>
                  </a:lnTo>
                  <a:lnTo>
                    <a:pt x="566657" y="5059541"/>
                  </a:lnTo>
                  <a:lnTo>
                    <a:pt x="541549" y="5063082"/>
                  </a:lnTo>
                  <a:lnTo>
                    <a:pt x="527900" y="5064838"/>
                  </a:lnTo>
                  <a:lnTo>
                    <a:pt x="522780" y="5065441"/>
                  </a:lnTo>
                  <a:lnTo>
                    <a:pt x="522133" y="5065512"/>
                  </a:lnTo>
                  <a:lnTo>
                    <a:pt x="0" y="5065512"/>
                  </a:lnTo>
                  <a:close/>
                </a:path>
              </a:pathLst>
            </a:custGeom>
            <a:solidFill>
              <a:srgbClr val="69D6E2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2088" name="pl2088"/>
            <p:cNvSpPr/>
            <p:nvPr/>
          </p:nvSpPr>
          <p:spPr>
            <a:xfrm>
              <a:off x="386606" y="1072601"/>
              <a:ext cx="8554953" cy="5065512"/>
            </a:xfrm>
            <a:custGeom>
              <a:avLst/>
              <a:pathLst>
                <a:path w="8554953" h="5065512">
                  <a:moveTo>
                    <a:pt x="0" y="5065512"/>
                  </a:moveTo>
                  <a:lnTo>
                    <a:pt x="522133" y="5065512"/>
                  </a:lnTo>
                  <a:lnTo>
                    <a:pt x="523013" y="5065415"/>
                  </a:lnTo>
                  <a:lnTo>
                    <a:pt x="528816" y="5064726"/>
                  </a:lnTo>
                  <a:lnTo>
                    <a:pt x="543491" y="5062821"/>
                  </a:lnTo>
                  <a:lnTo>
                    <a:pt x="569846" y="5059068"/>
                  </a:lnTo>
                  <a:lnTo>
                    <a:pt x="609357" y="5052877"/>
                  </a:lnTo>
                  <a:lnTo>
                    <a:pt x="662058" y="5043753"/>
                  </a:lnTo>
                  <a:lnTo>
                    <a:pt x="726618" y="5031343"/>
                  </a:lnTo>
                  <a:lnTo>
                    <a:pt x="800641" y="5015456"/>
                  </a:lnTo>
                  <a:lnTo>
                    <a:pt x="881123" y="4996035"/>
                  </a:lnTo>
                  <a:lnTo>
                    <a:pt x="964941" y="4973123"/>
                  </a:lnTo>
                  <a:lnTo>
                    <a:pt x="1049259" y="4946793"/>
                  </a:lnTo>
                  <a:lnTo>
                    <a:pt x="1131789" y="4917099"/>
                  </a:lnTo>
                  <a:lnTo>
                    <a:pt x="1210889" y="4884029"/>
                  </a:lnTo>
                  <a:lnTo>
                    <a:pt x="1285549" y="4847472"/>
                  </a:lnTo>
                  <a:lnTo>
                    <a:pt x="1355300" y="4807205"/>
                  </a:lnTo>
                  <a:lnTo>
                    <a:pt x="1420091" y="4762886"/>
                  </a:lnTo>
                  <a:lnTo>
                    <a:pt x="1480176" y="4714058"/>
                  </a:lnTo>
                  <a:lnTo>
                    <a:pt x="1536009" y="4660161"/>
                  </a:lnTo>
                  <a:lnTo>
                    <a:pt x="1588167" y="4600551"/>
                  </a:lnTo>
                  <a:lnTo>
                    <a:pt x="1637288" y="4534539"/>
                  </a:lnTo>
                  <a:lnTo>
                    <a:pt x="1684020" y="4461452"/>
                  </a:lnTo>
                  <a:lnTo>
                    <a:pt x="1728983" y="4380737"/>
                  </a:lnTo>
                  <a:lnTo>
                    <a:pt x="1768425" y="4301261"/>
                  </a:lnTo>
                  <a:lnTo>
                    <a:pt x="1798810" y="4234617"/>
                  </a:lnTo>
                  <a:lnTo>
                    <a:pt x="1828933" y="4163997"/>
                  </a:lnTo>
                  <a:lnTo>
                    <a:pt x="1858923" y="4089321"/>
                  </a:lnTo>
                  <a:lnTo>
                    <a:pt x="1888884" y="4010550"/>
                  </a:lnTo>
                  <a:lnTo>
                    <a:pt x="1918903" y="3927691"/>
                  </a:lnTo>
                  <a:lnTo>
                    <a:pt x="1949046" y="3840798"/>
                  </a:lnTo>
                  <a:lnTo>
                    <a:pt x="1979363" y="3749979"/>
                  </a:lnTo>
                  <a:lnTo>
                    <a:pt x="2009890" y="3655394"/>
                  </a:lnTo>
                  <a:lnTo>
                    <a:pt x="2040646" y="3557261"/>
                  </a:lnTo>
                  <a:lnTo>
                    <a:pt x="2071637" y="3455853"/>
                  </a:lnTo>
                  <a:lnTo>
                    <a:pt x="2102858" y="3351498"/>
                  </a:lnTo>
                  <a:lnTo>
                    <a:pt x="2134291" y="3244575"/>
                  </a:lnTo>
                  <a:lnTo>
                    <a:pt x="2165908" y="3135506"/>
                  </a:lnTo>
                  <a:lnTo>
                    <a:pt x="2197676" y="3024758"/>
                  </a:lnTo>
                  <a:lnTo>
                    <a:pt x="2229550" y="2912828"/>
                  </a:lnTo>
                  <a:lnTo>
                    <a:pt x="2261486" y="2800234"/>
                  </a:lnTo>
                  <a:lnTo>
                    <a:pt x="2293434" y="2687509"/>
                  </a:lnTo>
                  <a:lnTo>
                    <a:pt x="2325345" y="2575189"/>
                  </a:lnTo>
                  <a:lnTo>
                    <a:pt x="2357170" y="2463801"/>
                  </a:lnTo>
                  <a:lnTo>
                    <a:pt x="2388866" y="2353854"/>
                  </a:lnTo>
                  <a:lnTo>
                    <a:pt x="2420393" y="2245829"/>
                  </a:lnTo>
                  <a:lnTo>
                    <a:pt x="2451720" y="2140172"/>
                  </a:lnTo>
                  <a:lnTo>
                    <a:pt x="2482824" y="2037284"/>
                  </a:lnTo>
                  <a:lnTo>
                    <a:pt x="2513695" y="1937518"/>
                  </a:lnTo>
                  <a:lnTo>
                    <a:pt x="2544332" y="1841174"/>
                  </a:lnTo>
                  <a:lnTo>
                    <a:pt x="2574748" y="1748496"/>
                  </a:lnTo>
                  <a:lnTo>
                    <a:pt x="2604970" y="1659673"/>
                  </a:lnTo>
                  <a:lnTo>
                    <a:pt x="2635042" y="1574838"/>
                  </a:lnTo>
                  <a:lnTo>
                    <a:pt x="2665021" y="1494072"/>
                  </a:lnTo>
                  <a:lnTo>
                    <a:pt x="2694986" y="1417403"/>
                  </a:lnTo>
                  <a:lnTo>
                    <a:pt x="2725029" y="1344814"/>
                  </a:lnTo>
                  <a:lnTo>
                    <a:pt x="2755270" y="1276244"/>
                  </a:lnTo>
                  <a:lnTo>
                    <a:pt x="2770117" y="1244260"/>
                  </a:lnTo>
                  <a:lnTo>
                    <a:pt x="2813957" y="1156426"/>
                  </a:lnTo>
                  <a:lnTo>
                    <a:pt x="2859070" y="1076485"/>
                  </a:lnTo>
                  <a:lnTo>
                    <a:pt x="2906010" y="1004128"/>
                  </a:lnTo>
                  <a:lnTo>
                    <a:pt x="2955403" y="938783"/>
                  </a:lnTo>
                  <a:lnTo>
                    <a:pt x="3007897" y="879770"/>
                  </a:lnTo>
                  <a:lnTo>
                    <a:pt x="3064128" y="826403"/>
                  </a:lnTo>
                  <a:lnTo>
                    <a:pt x="3124662" y="778046"/>
                  </a:lnTo>
                  <a:lnTo>
                    <a:pt x="3189938" y="734147"/>
                  </a:lnTo>
                  <a:lnTo>
                    <a:pt x="3260184" y="694261"/>
                  </a:lnTo>
                  <a:lnTo>
                    <a:pt x="3335314" y="658058"/>
                  </a:lnTo>
                  <a:lnTo>
                    <a:pt x="3414809" y="625326"/>
                  </a:lnTo>
                  <a:lnTo>
                    <a:pt x="3497600" y="595966"/>
                  </a:lnTo>
                  <a:lnTo>
                    <a:pt x="3581981" y="569972"/>
                  </a:lnTo>
                  <a:lnTo>
                    <a:pt x="3665602" y="547402"/>
                  </a:lnTo>
                  <a:lnTo>
                    <a:pt x="3745584" y="528331"/>
                  </a:lnTo>
                  <a:lnTo>
                    <a:pt x="3818797" y="512793"/>
                  </a:lnTo>
                  <a:lnTo>
                    <a:pt x="3882273" y="500721"/>
                  </a:lnTo>
                  <a:lnTo>
                    <a:pt x="3933705" y="491906"/>
                  </a:lnTo>
                  <a:lnTo>
                    <a:pt x="3971886" y="485980"/>
                  </a:lnTo>
                  <a:lnTo>
                    <a:pt x="3996993" y="482439"/>
                  </a:lnTo>
                  <a:lnTo>
                    <a:pt x="4010642" y="480683"/>
                  </a:lnTo>
                  <a:lnTo>
                    <a:pt x="4015762" y="480080"/>
                  </a:lnTo>
                  <a:lnTo>
                    <a:pt x="4016409" y="480009"/>
                  </a:lnTo>
                  <a:lnTo>
                    <a:pt x="4538543" y="480009"/>
                  </a:lnTo>
                  <a:lnTo>
                    <a:pt x="4539809" y="479994"/>
                  </a:lnTo>
                  <a:lnTo>
                    <a:pt x="4548086" y="479889"/>
                  </a:lnTo>
                  <a:lnTo>
                    <a:pt x="4568779" y="479599"/>
                  </a:lnTo>
                  <a:lnTo>
                    <a:pt x="4605340" y="479029"/>
                  </a:lnTo>
                  <a:lnTo>
                    <a:pt x="4658952" y="478096"/>
                  </a:lnTo>
                  <a:lnTo>
                    <a:pt x="4728469" y="476737"/>
                  </a:lnTo>
                  <a:lnTo>
                    <a:pt x="4810814" y="474917"/>
                  </a:lnTo>
                  <a:lnTo>
                    <a:pt x="4901745" y="472623"/>
                  </a:lnTo>
                  <a:lnTo>
                    <a:pt x="4996757" y="469862"/>
                  </a:lnTo>
                  <a:lnTo>
                    <a:pt x="5091835" y="466644"/>
                  </a:lnTo>
                  <a:lnTo>
                    <a:pt x="5183894" y="462977"/>
                  </a:lnTo>
                  <a:lnTo>
                    <a:pt x="5270912" y="458852"/>
                  </a:lnTo>
                  <a:lnTo>
                    <a:pt x="5351840" y="454244"/>
                  </a:lnTo>
                  <a:lnTo>
                    <a:pt x="5426402" y="449107"/>
                  </a:lnTo>
                  <a:lnTo>
                    <a:pt x="5494873" y="443377"/>
                  </a:lnTo>
                  <a:lnTo>
                    <a:pt x="5557886" y="436970"/>
                  </a:lnTo>
                  <a:lnTo>
                    <a:pt x="5616278" y="429788"/>
                  </a:lnTo>
                  <a:lnTo>
                    <a:pt x="5670975" y="421727"/>
                  </a:lnTo>
                  <a:lnTo>
                    <a:pt x="5722911" y="412689"/>
                  </a:lnTo>
                  <a:lnTo>
                    <a:pt x="5772942" y="402605"/>
                  </a:lnTo>
                  <a:lnTo>
                    <a:pt x="5784835" y="400007"/>
                  </a:lnTo>
                  <a:lnTo>
                    <a:pt x="5837801" y="387533"/>
                  </a:lnTo>
                  <a:lnTo>
                    <a:pt x="5890255" y="373768"/>
                  </a:lnTo>
                  <a:lnTo>
                    <a:pt x="5942749" y="358693"/>
                  </a:lnTo>
                  <a:lnTo>
                    <a:pt x="5995658" y="342336"/>
                  </a:lnTo>
                  <a:lnTo>
                    <a:pt x="6049198" y="324776"/>
                  </a:lnTo>
                  <a:lnTo>
                    <a:pt x="6103452" y="306147"/>
                  </a:lnTo>
                  <a:lnTo>
                    <a:pt x="6158379" y="286634"/>
                  </a:lnTo>
                  <a:lnTo>
                    <a:pt x="6213844" y="266472"/>
                  </a:lnTo>
                  <a:lnTo>
                    <a:pt x="6269636" y="245931"/>
                  </a:lnTo>
                  <a:lnTo>
                    <a:pt x="6325505" y="225304"/>
                  </a:lnTo>
                  <a:lnTo>
                    <a:pt x="6381187" y="204890"/>
                  </a:lnTo>
                  <a:lnTo>
                    <a:pt x="6436445" y="184973"/>
                  </a:lnTo>
                  <a:lnTo>
                    <a:pt x="6491097" y="165810"/>
                  </a:lnTo>
                  <a:lnTo>
                    <a:pt x="6545045" y="147616"/>
                  </a:lnTo>
                  <a:lnTo>
                    <a:pt x="6598299" y="130555"/>
                  </a:lnTo>
                  <a:lnTo>
                    <a:pt x="6650996" y="114738"/>
                  </a:lnTo>
                  <a:lnTo>
                    <a:pt x="6703418" y="100220"/>
                  </a:lnTo>
                  <a:lnTo>
                    <a:pt x="6756010" y="87009"/>
                  </a:lnTo>
                  <a:lnTo>
                    <a:pt x="6786527" y="80001"/>
                  </a:lnTo>
                  <a:lnTo>
                    <a:pt x="6836209" y="69661"/>
                  </a:lnTo>
                  <a:lnTo>
                    <a:pt x="6887610" y="60374"/>
                  </a:lnTo>
                  <a:lnTo>
                    <a:pt x="6941556" y="52085"/>
                  </a:lnTo>
                  <a:lnTo>
                    <a:pt x="6998968" y="44700"/>
                  </a:lnTo>
                  <a:lnTo>
                    <a:pt x="7060782" y="38115"/>
                  </a:lnTo>
                  <a:lnTo>
                    <a:pt x="7127866" y="32229"/>
                  </a:lnTo>
                  <a:lnTo>
                    <a:pt x="7200913" y="26956"/>
                  </a:lnTo>
                  <a:lnTo>
                    <a:pt x="7280302" y="22225"/>
                  </a:lnTo>
                  <a:lnTo>
                    <a:pt x="7365911" y="17987"/>
                  </a:lnTo>
                  <a:lnTo>
                    <a:pt x="7456897" y="14210"/>
                  </a:lnTo>
                  <a:lnTo>
                    <a:pt x="7551487" y="10883"/>
                  </a:lnTo>
                  <a:lnTo>
                    <a:pt x="7646854" y="8011"/>
                  </a:lnTo>
                  <a:lnTo>
                    <a:pt x="7739176" y="5603"/>
                  </a:lnTo>
                  <a:lnTo>
                    <a:pt x="7824010" y="3668"/>
                  </a:lnTo>
                  <a:lnTo>
                    <a:pt x="7896971" y="2200"/>
                  </a:lnTo>
                  <a:lnTo>
                    <a:pt x="7954616" y="1169"/>
                  </a:lnTo>
                  <a:lnTo>
                    <a:pt x="7995282" y="518"/>
                  </a:lnTo>
                  <a:lnTo>
                    <a:pt x="8019577" y="169"/>
                  </a:lnTo>
                  <a:lnTo>
                    <a:pt x="8030429" y="28"/>
                  </a:lnTo>
                  <a:lnTo>
                    <a:pt x="8032801" y="0"/>
                  </a:lnTo>
                  <a:lnTo>
                    <a:pt x="8032819" y="0"/>
                  </a:lnTo>
                  <a:lnTo>
                    <a:pt x="8554953" y="0"/>
                  </a:lnTo>
                  <a:lnTo>
                    <a:pt x="8554953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089" name="pl2089"/>
            <p:cNvSpPr/>
            <p:nvPr/>
          </p:nvSpPr>
          <p:spPr>
            <a:xfrm>
              <a:off x="386606" y="1066954"/>
              <a:ext cx="8554953" cy="5065512"/>
            </a:xfrm>
            <a:custGeom>
              <a:avLst/>
              <a:pathLst>
                <a:path w="8554953" h="5065512">
                  <a:moveTo>
                    <a:pt x="8554953" y="0"/>
                  </a:moveTo>
                  <a:lnTo>
                    <a:pt x="8032819" y="0"/>
                  </a:lnTo>
                  <a:lnTo>
                    <a:pt x="8031553" y="14"/>
                  </a:lnTo>
                  <a:lnTo>
                    <a:pt x="8023276" y="119"/>
                  </a:lnTo>
                  <a:lnTo>
                    <a:pt x="8002583" y="409"/>
                  </a:lnTo>
                  <a:lnTo>
                    <a:pt x="7966022" y="979"/>
                  </a:lnTo>
                  <a:lnTo>
                    <a:pt x="7912410" y="1912"/>
                  </a:lnTo>
                  <a:lnTo>
                    <a:pt x="7842893" y="3271"/>
                  </a:lnTo>
                  <a:lnTo>
                    <a:pt x="7760548" y="5092"/>
                  </a:lnTo>
                  <a:lnTo>
                    <a:pt x="7669617" y="7386"/>
                  </a:lnTo>
                  <a:lnTo>
                    <a:pt x="7574605" y="10147"/>
                  </a:lnTo>
                  <a:lnTo>
                    <a:pt x="7479527" y="13364"/>
                  </a:lnTo>
                  <a:lnTo>
                    <a:pt x="7387468" y="17032"/>
                  </a:lnTo>
                  <a:lnTo>
                    <a:pt x="7300450" y="21157"/>
                  </a:lnTo>
                  <a:lnTo>
                    <a:pt x="7219522" y="25765"/>
                  </a:lnTo>
                  <a:lnTo>
                    <a:pt x="7144960" y="30901"/>
                  </a:lnTo>
                  <a:lnTo>
                    <a:pt x="7076489" y="36631"/>
                  </a:lnTo>
                  <a:lnTo>
                    <a:pt x="7013476" y="43038"/>
                  </a:lnTo>
                  <a:lnTo>
                    <a:pt x="6955084" y="50220"/>
                  </a:lnTo>
                  <a:lnTo>
                    <a:pt x="6900387" y="58281"/>
                  </a:lnTo>
                  <a:lnTo>
                    <a:pt x="6848451" y="67320"/>
                  </a:lnTo>
                  <a:lnTo>
                    <a:pt x="6798420" y="77404"/>
                  </a:lnTo>
                  <a:lnTo>
                    <a:pt x="6786527" y="80001"/>
                  </a:lnTo>
                  <a:lnTo>
                    <a:pt x="6733561" y="92475"/>
                  </a:lnTo>
                  <a:lnTo>
                    <a:pt x="6681107" y="106241"/>
                  </a:lnTo>
                  <a:lnTo>
                    <a:pt x="6628613" y="121316"/>
                  </a:lnTo>
                  <a:lnTo>
                    <a:pt x="6575704" y="137672"/>
                  </a:lnTo>
                  <a:lnTo>
                    <a:pt x="6522164" y="155232"/>
                  </a:lnTo>
                  <a:lnTo>
                    <a:pt x="6467910" y="173862"/>
                  </a:lnTo>
                  <a:lnTo>
                    <a:pt x="6412983" y="193374"/>
                  </a:lnTo>
                  <a:lnTo>
                    <a:pt x="6357518" y="213537"/>
                  </a:lnTo>
                  <a:lnTo>
                    <a:pt x="6301726" y="234078"/>
                  </a:lnTo>
                  <a:lnTo>
                    <a:pt x="6245857" y="254704"/>
                  </a:lnTo>
                  <a:lnTo>
                    <a:pt x="6190175" y="275119"/>
                  </a:lnTo>
                  <a:lnTo>
                    <a:pt x="6134917" y="295036"/>
                  </a:lnTo>
                  <a:lnTo>
                    <a:pt x="6080265" y="314199"/>
                  </a:lnTo>
                  <a:lnTo>
                    <a:pt x="6026317" y="332392"/>
                  </a:lnTo>
                  <a:lnTo>
                    <a:pt x="5973063" y="349453"/>
                  </a:lnTo>
                  <a:lnTo>
                    <a:pt x="5920366" y="365271"/>
                  </a:lnTo>
                  <a:lnTo>
                    <a:pt x="5867944" y="379789"/>
                  </a:lnTo>
                  <a:lnTo>
                    <a:pt x="5815352" y="393000"/>
                  </a:lnTo>
                  <a:lnTo>
                    <a:pt x="5784835" y="400007"/>
                  </a:lnTo>
                  <a:lnTo>
                    <a:pt x="5735153" y="410348"/>
                  </a:lnTo>
                  <a:lnTo>
                    <a:pt x="5683752" y="419635"/>
                  </a:lnTo>
                  <a:lnTo>
                    <a:pt x="5629806" y="427924"/>
                  </a:lnTo>
                  <a:lnTo>
                    <a:pt x="5572394" y="435309"/>
                  </a:lnTo>
                  <a:lnTo>
                    <a:pt x="5510580" y="441894"/>
                  </a:lnTo>
                  <a:lnTo>
                    <a:pt x="5443496" y="447779"/>
                  </a:lnTo>
                  <a:lnTo>
                    <a:pt x="5370449" y="453052"/>
                  </a:lnTo>
                  <a:lnTo>
                    <a:pt x="5291060" y="457783"/>
                  </a:lnTo>
                  <a:lnTo>
                    <a:pt x="5205451" y="462022"/>
                  </a:lnTo>
                  <a:lnTo>
                    <a:pt x="5114465" y="465799"/>
                  </a:lnTo>
                  <a:lnTo>
                    <a:pt x="5019875" y="469125"/>
                  </a:lnTo>
                  <a:lnTo>
                    <a:pt x="4924508" y="471998"/>
                  </a:lnTo>
                  <a:lnTo>
                    <a:pt x="4832186" y="474405"/>
                  </a:lnTo>
                  <a:lnTo>
                    <a:pt x="4747351" y="476340"/>
                  </a:lnTo>
                  <a:lnTo>
                    <a:pt x="4674391" y="477809"/>
                  </a:lnTo>
                  <a:lnTo>
                    <a:pt x="4616746" y="478840"/>
                  </a:lnTo>
                  <a:lnTo>
                    <a:pt x="4576080" y="479491"/>
                  </a:lnTo>
                  <a:lnTo>
                    <a:pt x="4551785" y="479840"/>
                  </a:lnTo>
                  <a:lnTo>
                    <a:pt x="4540933" y="479981"/>
                  </a:lnTo>
                  <a:lnTo>
                    <a:pt x="4538561" y="480009"/>
                  </a:lnTo>
                  <a:lnTo>
                    <a:pt x="4538543" y="480009"/>
                  </a:lnTo>
                  <a:lnTo>
                    <a:pt x="4016409" y="480009"/>
                  </a:lnTo>
                  <a:lnTo>
                    <a:pt x="4015529" y="480106"/>
                  </a:lnTo>
                  <a:lnTo>
                    <a:pt x="4009727" y="480795"/>
                  </a:lnTo>
                  <a:lnTo>
                    <a:pt x="3995051" y="482700"/>
                  </a:lnTo>
                  <a:lnTo>
                    <a:pt x="3968697" y="486453"/>
                  </a:lnTo>
                  <a:lnTo>
                    <a:pt x="3929185" y="492644"/>
                  </a:lnTo>
                  <a:lnTo>
                    <a:pt x="3876484" y="501768"/>
                  </a:lnTo>
                  <a:lnTo>
                    <a:pt x="3811925" y="514178"/>
                  </a:lnTo>
                  <a:lnTo>
                    <a:pt x="3737901" y="530065"/>
                  </a:lnTo>
                  <a:lnTo>
                    <a:pt x="3657419" y="549486"/>
                  </a:lnTo>
                  <a:lnTo>
                    <a:pt x="3573601" y="572398"/>
                  </a:lnTo>
                  <a:lnTo>
                    <a:pt x="3489283" y="598728"/>
                  </a:lnTo>
                  <a:lnTo>
                    <a:pt x="3406754" y="628422"/>
                  </a:lnTo>
                  <a:lnTo>
                    <a:pt x="3327654" y="661492"/>
                  </a:lnTo>
                  <a:lnTo>
                    <a:pt x="3252993" y="698049"/>
                  </a:lnTo>
                  <a:lnTo>
                    <a:pt x="3183242" y="738316"/>
                  </a:lnTo>
                  <a:lnTo>
                    <a:pt x="3118451" y="782635"/>
                  </a:lnTo>
                  <a:lnTo>
                    <a:pt x="3058366" y="831463"/>
                  </a:lnTo>
                  <a:lnTo>
                    <a:pt x="3002533" y="885360"/>
                  </a:lnTo>
                  <a:lnTo>
                    <a:pt x="2950375" y="944970"/>
                  </a:lnTo>
                  <a:lnTo>
                    <a:pt x="2901255" y="1010982"/>
                  </a:lnTo>
                  <a:lnTo>
                    <a:pt x="2854523" y="1084069"/>
                  </a:lnTo>
                  <a:lnTo>
                    <a:pt x="2809559" y="1164784"/>
                  </a:lnTo>
                  <a:lnTo>
                    <a:pt x="2770117" y="1244260"/>
                  </a:lnTo>
                  <a:lnTo>
                    <a:pt x="2739732" y="1310904"/>
                  </a:lnTo>
                  <a:lnTo>
                    <a:pt x="2709609" y="1381524"/>
                  </a:lnTo>
                  <a:lnTo>
                    <a:pt x="2679619" y="1456200"/>
                  </a:lnTo>
                  <a:lnTo>
                    <a:pt x="2649658" y="1534971"/>
                  </a:lnTo>
                  <a:lnTo>
                    <a:pt x="2619639" y="1617830"/>
                  </a:lnTo>
                  <a:lnTo>
                    <a:pt x="2589496" y="1704723"/>
                  </a:lnTo>
                  <a:lnTo>
                    <a:pt x="2559179" y="1795542"/>
                  </a:lnTo>
                  <a:lnTo>
                    <a:pt x="2528652" y="1890127"/>
                  </a:lnTo>
                  <a:lnTo>
                    <a:pt x="2497897" y="1988260"/>
                  </a:lnTo>
                  <a:lnTo>
                    <a:pt x="2466905" y="2089668"/>
                  </a:lnTo>
                  <a:lnTo>
                    <a:pt x="2435684" y="2194023"/>
                  </a:lnTo>
                  <a:lnTo>
                    <a:pt x="2404252" y="2300947"/>
                  </a:lnTo>
                  <a:lnTo>
                    <a:pt x="2372634" y="2410015"/>
                  </a:lnTo>
                  <a:lnTo>
                    <a:pt x="2340867" y="2520763"/>
                  </a:lnTo>
                  <a:lnTo>
                    <a:pt x="2308992" y="2632693"/>
                  </a:lnTo>
                  <a:lnTo>
                    <a:pt x="2277056" y="2745287"/>
                  </a:lnTo>
                  <a:lnTo>
                    <a:pt x="2245108" y="2858012"/>
                  </a:lnTo>
                  <a:lnTo>
                    <a:pt x="2213197" y="2970332"/>
                  </a:lnTo>
                  <a:lnTo>
                    <a:pt x="2181372" y="3081720"/>
                  </a:lnTo>
                  <a:lnTo>
                    <a:pt x="2149676" y="3191667"/>
                  </a:lnTo>
                  <a:lnTo>
                    <a:pt x="2118149" y="3299692"/>
                  </a:lnTo>
                  <a:lnTo>
                    <a:pt x="2086823" y="3405349"/>
                  </a:lnTo>
                  <a:lnTo>
                    <a:pt x="2055718" y="3508237"/>
                  </a:lnTo>
                  <a:lnTo>
                    <a:pt x="2024847" y="3608003"/>
                  </a:lnTo>
                  <a:lnTo>
                    <a:pt x="1994211" y="3704347"/>
                  </a:lnTo>
                  <a:lnTo>
                    <a:pt x="1963795" y="3797025"/>
                  </a:lnTo>
                  <a:lnTo>
                    <a:pt x="1933572" y="3885848"/>
                  </a:lnTo>
                  <a:lnTo>
                    <a:pt x="1903500" y="3970683"/>
                  </a:lnTo>
                  <a:lnTo>
                    <a:pt x="1873521" y="4051449"/>
                  </a:lnTo>
                  <a:lnTo>
                    <a:pt x="1843557" y="4128118"/>
                  </a:lnTo>
                  <a:lnTo>
                    <a:pt x="1813513" y="4200707"/>
                  </a:lnTo>
                  <a:lnTo>
                    <a:pt x="1783273" y="4269277"/>
                  </a:lnTo>
                  <a:lnTo>
                    <a:pt x="1768425" y="4301261"/>
                  </a:lnTo>
                  <a:lnTo>
                    <a:pt x="1724585" y="4389095"/>
                  </a:lnTo>
                  <a:lnTo>
                    <a:pt x="1679473" y="4469036"/>
                  </a:lnTo>
                  <a:lnTo>
                    <a:pt x="1632532" y="4541393"/>
                  </a:lnTo>
                  <a:lnTo>
                    <a:pt x="1583140" y="4606738"/>
                  </a:lnTo>
                  <a:lnTo>
                    <a:pt x="1530645" y="4665751"/>
                  </a:lnTo>
                  <a:lnTo>
                    <a:pt x="1474414" y="4719118"/>
                  </a:lnTo>
                  <a:lnTo>
                    <a:pt x="1413880" y="4767475"/>
                  </a:lnTo>
                  <a:lnTo>
                    <a:pt x="1348604" y="4811374"/>
                  </a:lnTo>
                  <a:lnTo>
                    <a:pt x="1278358" y="4851260"/>
                  </a:lnTo>
                  <a:lnTo>
                    <a:pt x="1203228" y="4887463"/>
                  </a:lnTo>
                  <a:lnTo>
                    <a:pt x="1123733" y="4920195"/>
                  </a:lnTo>
                  <a:lnTo>
                    <a:pt x="1040942" y="4949555"/>
                  </a:lnTo>
                  <a:lnTo>
                    <a:pt x="956561" y="4975549"/>
                  </a:lnTo>
                  <a:lnTo>
                    <a:pt x="872940" y="4998119"/>
                  </a:lnTo>
                  <a:lnTo>
                    <a:pt x="792958" y="5017190"/>
                  </a:lnTo>
                  <a:lnTo>
                    <a:pt x="719745" y="5032728"/>
                  </a:lnTo>
                  <a:lnTo>
                    <a:pt x="656269" y="5044800"/>
                  </a:lnTo>
                  <a:lnTo>
                    <a:pt x="604837" y="5053615"/>
                  </a:lnTo>
                  <a:lnTo>
                    <a:pt x="566657" y="5059541"/>
                  </a:lnTo>
                  <a:lnTo>
                    <a:pt x="541549" y="5063082"/>
                  </a:lnTo>
                  <a:lnTo>
                    <a:pt x="527900" y="5064838"/>
                  </a:lnTo>
                  <a:lnTo>
                    <a:pt x="522780" y="5065441"/>
                  </a:lnTo>
                  <a:lnTo>
                    <a:pt x="522133" y="5065512"/>
                  </a:lnTo>
                  <a:lnTo>
                    <a:pt x="0" y="5065512"/>
                  </a:lnTo>
                  <a:lnTo>
                    <a:pt x="0" y="5065512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090" name="pg2090"/>
            <p:cNvSpPr/>
            <p:nvPr/>
          </p:nvSpPr>
          <p:spPr>
            <a:xfrm>
              <a:off x="386606" y="1676849"/>
              <a:ext cx="8554953" cy="4466912"/>
            </a:xfrm>
            <a:custGeom>
              <a:avLst/>
              <a:pathLst>
                <a:path w="8554953" h="4466912">
                  <a:moveTo>
                    <a:pt x="0" y="4466912"/>
                  </a:moveTo>
                  <a:lnTo>
                    <a:pt x="522133" y="4466912"/>
                  </a:lnTo>
                  <a:lnTo>
                    <a:pt x="523022" y="4466817"/>
                  </a:lnTo>
                  <a:lnTo>
                    <a:pt x="528884" y="4466139"/>
                  </a:lnTo>
                  <a:lnTo>
                    <a:pt x="543705" y="4464266"/>
                  </a:lnTo>
                  <a:lnTo>
                    <a:pt x="570309" y="4460576"/>
                  </a:lnTo>
                  <a:lnTo>
                    <a:pt x="610173" y="4454489"/>
                  </a:lnTo>
                  <a:lnTo>
                    <a:pt x="663307" y="4445521"/>
                  </a:lnTo>
                  <a:lnTo>
                    <a:pt x="728341" y="4433329"/>
                  </a:lnTo>
                  <a:lnTo>
                    <a:pt x="802836" y="4417726"/>
                  </a:lnTo>
                  <a:lnTo>
                    <a:pt x="883746" y="4398662"/>
                  </a:lnTo>
                  <a:lnTo>
                    <a:pt x="967919" y="4376179"/>
                  </a:lnTo>
                  <a:lnTo>
                    <a:pt x="1052504" y="4350350"/>
                  </a:lnTo>
                  <a:lnTo>
                    <a:pt x="1135212" y="4321226"/>
                  </a:lnTo>
                  <a:lnTo>
                    <a:pt x="1214411" y="4288792"/>
                  </a:lnTo>
                  <a:lnTo>
                    <a:pt x="1289108" y="4252934"/>
                  </a:lnTo>
                  <a:lnTo>
                    <a:pt x="1358848" y="4213426"/>
                  </a:lnTo>
                  <a:lnTo>
                    <a:pt x="1423601" y="4169928"/>
                  </a:lnTo>
                  <a:lnTo>
                    <a:pt x="1483635" y="4121983"/>
                  </a:lnTo>
                  <a:lnTo>
                    <a:pt x="1539420" y="4069036"/>
                  </a:lnTo>
                  <a:lnTo>
                    <a:pt x="1591544" y="4010450"/>
                  </a:lnTo>
                  <a:lnTo>
                    <a:pt x="1640652" y="3945546"/>
                  </a:lnTo>
                  <a:lnTo>
                    <a:pt x="1687400" y="3873667"/>
                  </a:lnTo>
                  <a:lnTo>
                    <a:pt x="1732411" y="3794281"/>
                  </a:lnTo>
                  <a:lnTo>
                    <a:pt x="1768425" y="3723368"/>
                  </a:lnTo>
                  <a:lnTo>
                    <a:pt x="1799186" y="3657698"/>
                  </a:lnTo>
                  <a:lnTo>
                    <a:pt x="1829681" y="3588062"/>
                  </a:lnTo>
                  <a:lnTo>
                    <a:pt x="1860042" y="3514380"/>
                  </a:lnTo>
                  <a:lnTo>
                    <a:pt x="1890377" y="3436614"/>
                  </a:lnTo>
                  <a:lnTo>
                    <a:pt x="1920774" y="3354772"/>
                  </a:lnTo>
                  <a:lnTo>
                    <a:pt x="1951303" y="3268912"/>
                  </a:lnTo>
                  <a:lnTo>
                    <a:pt x="1982014" y="3179147"/>
                  </a:lnTo>
                  <a:lnTo>
                    <a:pt x="2012941" y="3085644"/>
                  </a:lnTo>
                  <a:lnTo>
                    <a:pt x="2044105" y="2988627"/>
                  </a:lnTo>
                  <a:lnTo>
                    <a:pt x="2075510" y="2888378"/>
                  </a:lnTo>
                  <a:lnTo>
                    <a:pt x="2107149" y="2785235"/>
                  </a:lnTo>
                  <a:lnTo>
                    <a:pt x="2139002" y="2679585"/>
                  </a:lnTo>
                  <a:lnTo>
                    <a:pt x="2171039" y="2571863"/>
                  </a:lnTo>
                  <a:lnTo>
                    <a:pt x="2203223" y="2462545"/>
                  </a:lnTo>
                  <a:lnTo>
                    <a:pt x="2235509" y="2352135"/>
                  </a:lnTo>
                  <a:lnTo>
                    <a:pt x="2267849" y="2241163"/>
                  </a:lnTo>
                  <a:lnTo>
                    <a:pt x="2300191" y="2130167"/>
                  </a:lnTo>
                  <a:lnTo>
                    <a:pt x="2332484" y="2019687"/>
                  </a:lnTo>
                  <a:lnTo>
                    <a:pt x="2364678" y="1910252"/>
                  </a:lnTo>
                  <a:lnTo>
                    <a:pt x="2396730" y="1802370"/>
                  </a:lnTo>
                  <a:lnTo>
                    <a:pt x="2428600" y="1696520"/>
                  </a:lnTo>
                  <a:lnTo>
                    <a:pt x="2460259" y="1593140"/>
                  </a:lnTo>
                  <a:lnTo>
                    <a:pt x="2491685" y="1492622"/>
                  </a:lnTo>
                  <a:lnTo>
                    <a:pt x="2522870" y="1395309"/>
                  </a:lnTo>
                  <a:lnTo>
                    <a:pt x="2553818" y="1301487"/>
                  </a:lnTo>
                  <a:lnTo>
                    <a:pt x="2584546" y="1211385"/>
                  </a:lnTo>
                  <a:lnTo>
                    <a:pt x="2615089" y="1125177"/>
                  </a:lnTo>
                  <a:lnTo>
                    <a:pt x="2645496" y="1042979"/>
                  </a:lnTo>
                  <a:lnTo>
                    <a:pt x="2675833" y="964854"/>
                  </a:lnTo>
                  <a:lnTo>
                    <a:pt x="2706188" y="890813"/>
                  </a:lnTo>
                  <a:lnTo>
                    <a:pt x="2736666" y="820824"/>
                  </a:lnTo>
                  <a:lnTo>
                    <a:pt x="2767398" y="754810"/>
                  </a:lnTo>
                  <a:lnTo>
                    <a:pt x="2770117" y="749191"/>
                  </a:lnTo>
                  <a:lnTo>
                    <a:pt x="2814113" y="663449"/>
                  </a:lnTo>
                  <a:lnTo>
                    <a:pt x="2859393" y="585441"/>
                  </a:lnTo>
                  <a:lnTo>
                    <a:pt x="2906518" y="514859"/>
                  </a:lnTo>
                  <a:lnTo>
                    <a:pt x="2956119" y="451140"/>
                  </a:lnTo>
                  <a:lnTo>
                    <a:pt x="3008854" y="393616"/>
                  </a:lnTo>
                  <a:lnTo>
                    <a:pt x="3065362" y="341612"/>
                  </a:lnTo>
                  <a:lnTo>
                    <a:pt x="3126214" y="294505"/>
                  </a:lnTo>
                  <a:lnTo>
                    <a:pt x="3191850" y="251753"/>
                  </a:lnTo>
                  <a:lnTo>
                    <a:pt x="3262493" y="212923"/>
                  </a:lnTo>
                  <a:lnTo>
                    <a:pt x="3338046" y="177693"/>
                  </a:lnTo>
                  <a:lnTo>
                    <a:pt x="3417966" y="145859"/>
                  </a:lnTo>
                  <a:lnTo>
                    <a:pt x="3501150" y="117326"/>
                  </a:lnTo>
                  <a:lnTo>
                    <a:pt x="3585849" y="92093"/>
                  </a:lnTo>
                  <a:lnTo>
                    <a:pt x="3669658" y="70218"/>
                  </a:lnTo>
                  <a:lnTo>
                    <a:pt x="3749652" y="51775"/>
                  </a:lnTo>
                  <a:lnTo>
                    <a:pt x="3822661" y="36792"/>
                  </a:lnTo>
                  <a:lnTo>
                    <a:pt x="3885712" y="25197"/>
                  </a:lnTo>
                  <a:lnTo>
                    <a:pt x="3936526" y="16777"/>
                  </a:lnTo>
                  <a:lnTo>
                    <a:pt x="3973965" y="11159"/>
                  </a:lnTo>
                  <a:lnTo>
                    <a:pt x="3998303" y="7840"/>
                  </a:lnTo>
                  <a:lnTo>
                    <a:pt x="4011270" y="6228"/>
                  </a:lnTo>
                  <a:lnTo>
                    <a:pt x="4015913" y="5699"/>
                  </a:lnTo>
                  <a:lnTo>
                    <a:pt x="4016409" y="5647"/>
                  </a:lnTo>
                  <a:lnTo>
                    <a:pt x="4538543" y="5647"/>
                  </a:lnTo>
                  <a:lnTo>
                    <a:pt x="4539785" y="5686"/>
                  </a:lnTo>
                  <a:lnTo>
                    <a:pt x="4547908" y="5967"/>
                  </a:lnTo>
                  <a:lnTo>
                    <a:pt x="4568231" y="6743"/>
                  </a:lnTo>
                  <a:lnTo>
                    <a:pt x="4604172" y="8268"/>
                  </a:lnTo>
                  <a:lnTo>
                    <a:pt x="4656944" y="10767"/>
                  </a:lnTo>
                  <a:lnTo>
                    <a:pt x="4725488" y="14408"/>
                  </a:lnTo>
                  <a:lnTo>
                    <a:pt x="4806840" y="19291"/>
                  </a:lnTo>
                  <a:lnTo>
                    <a:pt x="4896870" y="25449"/>
                  </a:lnTo>
                  <a:lnTo>
                    <a:pt x="4991154" y="32867"/>
                  </a:lnTo>
                  <a:lnTo>
                    <a:pt x="5085710" y="41515"/>
                  </a:lnTo>
                  <a:lnTo>
                    <a:pt x="5177452" y="51377"/>
                  </a:lnTo>
                  <a:lnTo>
                    <a:pt x="5264326" y="62468"/>
                  </a:lnTo>
                  <a:lnTo>
                    <a:pt x="5345239" y="74853"/>
                  </a:lnTo>
                  <a:lnTo>
                    <a:pt x="5419866" y="88649"/>
                  </a:lnTo>
                  <a:lnTo>
                    <a:pt x="5488440" y="104025"/>
                  </a:lnTo>
                  <a:lnTo>
                    <a:pt x="5551554" y="121202"/>
                  </a:lnTo>
                  <a:lnTo>
                    <a:pt x="5610015" y="140437"/>
                  </a:lnTo>
                  <a:lnTo>
                    <a:pt x="5664727" y="162010"/>
                  </a:lnTo>
                  <a:lnTo>
                    <a:pt x="5716607" y="186188"/>
                  </a:lnTo>
                  <a:lnTo>
                    <a:pt x="5766509" y="213167"/>
                  </a:lnTo>
                  <a:lnTo>
                    <a:pt x="5784835" y="224004"/>
                  </a:lnTo>
                  <a:lnTo>
                    <a:pt x="5831986" y="254118"/>
                  </a:lnTo>
                  <a:lnTo>
                    <a:pt x="5878677" y="287013"/>
                  </a:lnTo>
                  <a:lnTo>
                    <a:pt x="5925319" y="322736"/>
                  </a:lnTo>
                  <a:lnTo>
                    <a:pt x="5972207" y="361262"/>
                  </a:lnTo>
                  <a:lnTo>
                    <a:pt x="6019536" y="402477"/>
                  </a:lnTo>
                  <a:lnTo>
                    <a:pt x="6067407" y="446178"/>
                  </a:lnTo>
                  <a:lnTo>
                    <a:pt x="6115844" y="492067"/>
                  </a:lnTo>
                  <a:lnTo>
                    <a:pt x="6164796" y="539760"/>
                  </a:lnTo>
                  <a:lnTo>
                    <a:pt x="6214159" y="588792"/>
                  </a:lnTo>
                  <a:lnTo>
                    <a:pt x="6263780" y="638640"/>
                  </a:lnTo>
                  <a:lnTo>
                    <a:pt x="6313482" y="688741"/>
                  </a:lnTo>
                  <a:lnTo>
                    <a:pt x="6363082" y="738520"/>
                  </a:lnTo>
                  <a:lnTo>
                    <a:pt x="6412402" y="787420"/>
                  </a:lnTo>
                  <a:lnTo>
                    <a:pt x="6461298" y="834921"/>
                  </a:lnTo>
                  <a:lnTo>
                    <a:pt x="6509669" y="880570"/>
                  </a:lnTo>
                  <a:lnTo>
                    <a:pt x="6557473" y="923989"/>
                  </a:lnTo>
                  <a:lnTo>
                    <a:pt x="6604743" y="964894"/>
                  </a:lnTo>
                  <a:lnTo>
                    <a:pt x="6651590" y="1003091"/>
                  </a:lnTo>
                  <a:lnTo>
                    <a:pt x="6698220" y="1038478"/>
                  </a:lnTo>
                  <a:lnTo>
                    <a:pt x="6744941" y="1071039"/>
                  </a:lnTo>
                  <a:lnTo>
                    <a:pt x="6786527" y="1097433"/>
                  </a:lnTo>
                  <a:lnTo>
                    <a:pt x="6835881" y="1125482"/>
                  </a:lnTo>
                  <a:lnTo>
                    <a:pt x="6886927" y="1150692"/>
                  </a:lnTo>
                  <a:lnTo>
                    <a:pt x="6940473" y="1173211"/>
                  </a:lnTo>
                  <a:lnTo>
                    <a:pt x="6997421" y="1193289"/>
                  </a:lnTo>
                  <a:lnTo>
                    <a:pt x="7058691" y="1211204"/>
                  </a:lnTo>
                  <a:lnTo>
                    <a:pt x="7125137" y="1227227"/>
                  </a:lnTo>
                  <a:lnTo>
                    <a:pt x="7197448" y="1241592"/>
                  </a:lnTo>
                  <a:lnTo>
                    <a:pt x="7276011" y="1254488"/>
                  </a:lnTo>
                  <a:lnTo>
                    <a:pt x="7360735" y="1266054"/>
                  </a:lnTo>
                  <a:lnTo>
                    <a:pt x="7450840" y="1276372"/>
                  </a:lnTo>
                  <a:lnTo>
                    <a:pt x="7544649" y="1285475"/>
                  </a:lnTo>
                  <a:lnTo>
                    <a:pt x="7639459" y="1293357"/>
                  </a:lnTo>
                  <a:lnTo>
                    <a:pt x="7731589" y="1299989"/>
                  </a:lnTo>
                  <a:lnTo>
                    <a:pt x="7816709" y="1305349"/>
                  </a:lnTo>
                  <a:lnTo>
                    <a:pt x="7890477" y="1309448"/>
                  </a:lnTo>
                  <a:lnTo>
                    <a:pt x="7949393" y="1312358"/>
                  </a:lnTo>
                  <a:lnTo>
                    <a:pt x="7991619" y="1314223"/>
                  </a:lnTo>
                  <a:lnTo>
                    <a:pt x="8017502" y="1315251"/>
                  </a:lnTo>
                  <a:lnTo>
                    <a:pt x="8029665" y="1315688"/>
                  </a:lnTo>
                  <a:lnTo>
                    <a:pt x="8032819" y="1315790"/>
                  </a:lnTo>
                  <a:lnTo>
                    <a:pt x="8554953" y="1315790"/>
                  </a:lnTo>
                  <a:lnTo>
                    <a:pt x="8554953" y="1310143"/>
                  </a:lnTo>
                  <a:lnTo>
                    <a:pt x="8032819" y="1310143"/>
                  </a:lnTo>
                  <a:lnTo>
                    <a:pt x="8031577" y="1310104"/>
                  </a:lnTo>
                  <a:lnTo>
                    <a:pt x="8023454" y="1309823"/>
                  </a:lnTo>
                  <a:lnTo>
                    <a:pt x="8003131" y="1309047"/>
                  </a:lnTo>
                  <a:lnTo>
                    <a:pt x="7967190" y="1307522"/>
                  </a:lnTo>
                  <a:lnTo>
                    <a:pt x="7914418" y="1305023"/>
                  </a:lnTo>
                  <a:lnTo>
                    <a:pt x="7845874" y="1301382"/>
                  </a:lnTo>
                  <a:lnTo>
                    <a:pt x="7764522" y="1296498"/>
                  </a:lnTo>
                  <a:lnTo>
                    <a:pt x="7674492" y="1290341"/>
                  </a:lnTo>
                  <a:lnTo>
                    <a:pt x="7580208" y="1282923"/>
                  </a:lnTo>
                  <a:lnTo>
                    <a:pt x="7485652" y="1274275"/>
                  </a:lnTo>
                  <a:lnTo>
                    <a:pt x="7393910" y="1264413"/>
                  </a:lnTo>
                  <a:lnTo>
                    <a:pt x="7307036" y="1253322"/>
                  </a:lnTo>
                  <a:lnTo>
                    <a:pt x="7226123" y="1240937"/>
                  </a:lnTo>
                  <a:lnTo>
                    <a:pt x="7151496" y="1227141"/>
                  </a:lnTo>
                  <a:lnTo>
                    <a:pt x="7082922" y="1211765"/>
                  </a:lnTo>
                  <a:lnTo>
                    <a:pt x="7019808" y="1194588"/>
                  </a:lnTo>
                  <a:lnTo>
                    <a:pt x="6961347" y="1175352"/>
                  </a:lnTo>
                  <a:lnTo>
                    <a:pt x="6906635" y="1153779"/>
                  </a:lnTo>
                  <a:lnTo>
                    <a:pt x="6854755" y="1129602"/>
                  </a:lnTo>
                  <a:lnTo>
                    <a:pt x="6804853" y="1102623"/>
                  </a:lnTo>
                  <a:lnTo>
                    <a:pt x="6786527" y="1091786"/>
                  </a:lnTo>
                  <a:lnTo>
                    <a:pt x="6739376" y="1061672"/>
                  </a:lnTo>
                  <a:lnTo>
                    <a:pt x="6692685" y="1028777"/>
                  </a:lnTo>
                  <a:lnTo>
                    <a:pt x="6646043" y="993054"/>
                  </a:lnTo>
                  <a:lnTo>
                    <a:pt x="6599155" y="954528"/>
                  </a:lnTo>
                  <a:lnTo>
                    <a:pt x="6551826" y="913313"/>
                  </a:lnTo>
                  <a:lnTo>
                    <a:pt x="6503955" y="869612"/>
                  </a:lnTo>
                  <a:lnTo>
                    <a:pt x="6455518" y="823722"/>
                  </a:lnTo>
                  <a:lnTo>
                    <a:pt x="6406565" y="776030"/>
                  </a:lnTo>
                  <a:lnTo>
                    <a:pt x="6357203" y="726998"/>
                  </a:lnTo>
                  <a:lnTo>
                    <a:pt x="6307582" y="677150"/>
                  </a:lnTo>
                  <a:lnTo>
                    <a:pt x="6257879" y="627049"/>
                  </a:lnTo>
                  <a:lnTo>
                    <a:pt x="6208280" y="577269"/>
                  </a:lnTo>
                  <a:lnTo>
                    <a:pt x="6158960" y="528370"/>
                  </a:lnTo>
                  <a:lnTo>
                    <a:pt x="6110064" y="480868"/>
                  </a:lnTo>
                  <a:lnTo>
                    <a:pt x="6061693" y="435220"/>
                  </a:lnTo>
                  <a:lnTo>
                    <a:pt x="6013888" y="391801"/>
                  </a:lnTo>
                  <a:lnTo>
                    <a:pt x="5966619" y="350896"/>
                  </a:lnTo>
                  <a:lnTo>
                    <a:pt x="5919772" y="312699"/>
                  </a:lnTo>
                  <a:lnTo>
                    <a:pt x="5873142" y="277312"/>
                  </a:lnTo>
                  <a:lnTo>
                    <a:pt x="5826421" y="244751"/>
                  </a:lnTo>
                  <a:lnTo>
                    <a:pt x="5784835" y="218357"/>
                  </a:lnTo>
                  <a:lnTo>
                    <a:pt x="5735481" y="190308"/>
                  </a:lnTo>
                  <a:lnTo>
                    <a:pt x="5684435" y="165098"/>
                  </a:lnTo>
                  <a:lnTo>
                    <a:pt x="5630889" y="142579"/>
                  </a:lnTo>
                  <a:lnTo>
                    <a:pt x="5573941" y="122501"/>
                  </a:lnTo>
                  <a:lnTo>
                    <a:pt x="5512670" y="104585"/>
                  </a:lnTo>
                  <a:lnTo>
                    <a:pt x="5446225" y="88563"/>
                  </a:lnTo>
                  <a:lnTo>
                    <a:pt x="5373914" y="74198"/>
                  </a:lnTo>
                  <a:lnTo>
                    <a:pt x="5295351" y="61301"/>
                  </a:lnTo>
                  <a:lnTo>
                    <a:pt x="5210627" y="49736"/>
                  </a:lnTo>
                  <a:lnTo>
                    <a:pt x="5120522" y="39418"/>
                  </a:lnTo>
                  <a:lnTo>
                    <a:pt x="5026713" y="30315"/>
                  </a:lnTo>
                  <a:lnTo>
                    <a:pt x="4931903" y="22433"/>
                  </a:lnTo>
                  <a:lnTo>
                    <a:pt x="4839773" y="15800"/>
                  </a:lnTo>
                  <a:lnTo>
                    <a:pt x="4754653" y="10441"/>
                  </a:lnTo>
                  <a:lnTo>
                    <a:pt x="4680885" y="6342"/>
                  </a:lnTo>
                  <a:lnTo>
                    <a:pt x="4621969" y="3432"/>
                  </a:lnTo>
                  <a:lnTo>
                    <a:pt x="4579743" y="1566"/>
                  </a:lnTo>
                  <a:lnTo>
                    <a:pt x="4553860" y="538"/>
                  </a:lnTo>
                  <a:lnTo>
                    <a:pt x="4541697" y="102"/>
                  </a:lnTo>
                  <a:lnTo>
                    <a:pt x="4538543" y="0"/>
                  </a:lnTo>
                  <a:lnTo>
                    <a:pt x="4016409" y="0"/>
                  </a:lnTo>
                  <a:lnTo>
                    <a:pt x="4015520" y="95"/>
                  </a:lnTo>
                  <a:lnTo>
                    <a:pt x="4009658" y="772"/>
                  </a:lnTo>
                  <a:lnTo>
                    <a:pt x="3994838" y="2646"/>
                  </a:lnTo>
                  <a:lnTo>
                    <a:pt x="3968233" y="6336"/>
                  </a:lnTo>
                  <a:lnTo>
                    <a:pt x="3928369" y="12423"/>
                  </a:lnTo>
                  <a:lnTo>
                    <a:pt x="3875235" y="21391"/>
                  </a:lnTo>
                  <a:lnTo>
                    <a:pt x="3810201" y="33582"/>
                  </a:lnTo>
                  <a:lnTo>
                    <a:pt x="3735706" y="49185"/>
                  </a:lnTo>
                  <a:lnTo>
                    <a:pt x="3654796" y="68249"/>
                  </a:lnTo>
                  <a:lnTo>
                    <a:pt x="3570623" y="90732"/>
                  </a:lnTo>
                  <a:lnTo>
                    <a:pt x="3486038" y="116561"/>
                  </a:lnTo>
                  <a:lnTo>
                    <a:pt x="3403330" y="145685"/>
                  </a:lnTo>
                  <a:lnTo>
                    <a:pt x="3324131" y="178119"/>
                  </a:lnTo>
                  <a:lnTo>
                    <a:pt x="3249435" y="213978"/>
                  </a:lnTo>
                  <a:lnTo>
                    <a:pt x="3179694" y="253485"/>
                  </a:lnTo>
                  <a:lnTo>
                    <a:pt x="3114941" y="296984"/>
                  </a:lnTo>
                  <a:lnTo>
                    <a:pt x="3054907" y="344928"/>
                  </a:lnTo>
                  <a:lnTo>
                    <a:pt x="2999122" y="397875"/>
                  </a:lnTo>
                  <a:lnTo>
                    <a:pt x="2946998" y="456461"/>
                  </a:lnTo>
                  <a:lnTo>
                    <a:pt x="2897890" y="521365"/>
                  </a:lnTo>
                  <a:lnTo>
                    <a:pt x="2851142" y="593245"/>
                  </a:lnTo>
                  <a:lnTo>
                    <a:pt x="2806131" y="672631"/>
                  </a:lnTo>
                  <a:lnTo>
                    <a:pt x="2770117" y="743544"/>
                  </a:lnTo>
                  <a:lnTo>
                    <a:pt x="2739356" y="809214"/>
                  </a:lnTo>
                  <a:lnTo>
                    <a:pt x="2708861" y="878850"/>
                  </a:lnTo>
                  <a:lnTo>
                    <a:pt x="2678500" y="952532"/>
                  </a:lnTo>
                  <a:lnTo>
                    <a:pt x="2648165" y="1030298"/>
                  </a:lnTo>
                  <a:lnTo>
                    <a:pt x="2617768" y="1112140"/>
                  </a:lnTo>
                  <a:lnTo>
                    <a:pt x="2587239" y="1197999"/>
                  </a:lnTo>
                  <a:lnTo>
                    <a:pt x="2556528" y="1287764"/>
                  </a:lnTo>
                  <a:lnTo>
                    <a:pt x="2525601" y="1381267"/>
                  </a:lnTo>
                  <a:lnTo>
                    <a:pt x="2494437" y="1478284"/>
                  </a:lnTo>
                  <a:lnTo>
                    <a:pt x="2463032" y="1578533"/>
                  </a:lnTo>
                  <a:lnTo>
                    <a:pt x="2431393" y="1681677"/>
                  </a:lnTo>
                  <a:lnTo>
                    <a:pt x="2399541" y="1787327"/>
                  </a:lnTo>
                  <a:lnTo>
                    <a:pt x="2367503" y="1895048"/>
                  </a:lnTo>
                  <a:lnTo>
                    <a:pt x="2335319" y="2004367"/>
                  </a:lnTo>
                  <a:lnTo>
                    <a:pt x="2303033" y="2114776"/>
                  </a:lnTo>
                  <a:lnTo>
                    <a:pt x="2270693" y="2225748"/>
                  </a:lnTo>
                  <a:lnTo>
                    <a:pt x="2238352" y="2336744"/>
                  </a:lnTo>
                  <a:lnTo>
                    <a:pt x="2206059" y="2447224"/>
                  </a:lnTo>
                  <a:lnTo>
                    <a:pt x="2173864" y="2556659"/>
                  </a:lnTo>
                  <a:lnTo>
                    <a:pt x="2141812" y="2664541"/>
                  </a:lnTo>
                  <a:lnTo>
                    <a:pt x="2109942" y="2770391"/>
                  </a:lnTo>
                  <a:lnTo>
                    <a:pt x="2078283" y="2873772"/>
                  </a:lnTo>
                  <a:lnTo>
                    <a:pt x="2046857" y="2974289"/>
                  </a:lnTo>
                  <a:lnTo>
                    <a:pt x="2015672" y="3071602"/>
                  </a:lnTo>
                  <a:lnTo>
                    <a:pt x="1984725" y="3165425"/>
                  </a:lnTo>
                  <a:lnTo>
                    <a:pt x="1953996" y="3255526"/>
                  </a:lnTo>
                  <a:lnTo>
                    <a:pt x="1923453" y="3341734"/>
                  </a:lnTo>
                  <a:lnTo>
                    <a:pt x="1893046" y="3423932"/>
                  </a:lnTo>
                  <a:lnTo>
                    <a:pt x="1862709" y="3502058"/>
                  </a:lnTo>
                  <a:lnTo>
                    <a:pt x="1832355" y="3576098"/>
                  </a:lnTo>
                  <a:lnTo>
                    <a:pt x="1801876" y="3646087"/>
                  </a:lnTo>
                  <a:lnTo>
                    <a:pt x="1771144" y="3712102"/>
                  </a:lnTo>
                  <a:lnTo>
                    <a:pt x="1768425" y="3717720"/>
                  </a:lnTo>
                  <a:lnTo>
                    <a:pt x="1724429" y="3803462"/>
                  </a:lnTo>
                  <a:lnTo>
                    <a:pt x="1679149" y="3881471"/>
                  </a:lnTo>
                  <a:lnTo>
                    <a:pt x="1632024" y="3952053"/>
                  </a:lnTo>
                  <a:lnTo>
                    <a:pt x="1582423" y="4015772"/>
                  </a:lnTo>
                  <a:lnTo>
                    <a:pt x="1529688" y="4073295"/>
                  </a:lnTo>
                  <a:lnTo>
                    <a:pt x="1473181" y="4125299"/>
                  </a:lnTo>
                  <a:lnTo>
                    <a:pt x="1412329" y="4172407"/>
                  </a:lnTo>
                  <a:lnTo>
                    <a:pt x="1346692" y="4215158"/>
                  </a:lnTo>
                  <a:lnTo>
                    <a:pt x="1276049" y="4253988"/>
                  </a:lnTo>
                  <a:lnTo>
                    <a:pt x="1200497" y="4289218"/>
                  </a:lnTo>
                  <a:lnTo>
                    <a:pt x="1120576" y="4321053"/>
                  </a:lnTo>
                  <a:lnTo>
                    <a:pt x="1037392" y="4349586"/>
                  </a:lnTo>
                  <a:lnTo>
                    <a:pt x="952694" y="4374819"/>
                  </a:lnTo>
                  <a:lnTo>
                    <a:pt x="868884" y="4396693"/>
                  </a:lnTo>
                  <a:lnTo>
                    <a:pt x="788891" y="4415137"/>
                  </a:lnTo>
                  <a:lnTo>
                    <a:pt x="715881" y="4430120"/>
                  </a:lnTo>
                  <a:lnTo>
                    <a:pt x="652830" y="4441714"/>
                  </a:lnTo>
                  <a:lnTo>
                    <a:pt x="602016" y="4450135"/>
                  </a:lnTo>
                  <a:lnTo>
                    <a:pt x="564577" y="4455752"/>
                  </a:lnTo>
                  <a:lnTo>
                    <a:pt x="540239" y="4459071"/>
                  </a:lnTo>
                  <a:lnTo>
                    <a:pt x="527272" y="4460683"/>
                  </a:lnTo>
                  <a:lnTo>
                    <a:pt x="522629" y="4461212"/>
                  </a:lnTo>
                  <a:lnTo>
                    <a:pt x="522133" y="4461265"/>
                  </a:lnTo>
                  <a:lnTo>
                    <a:pt x="0" y="4461265"/>
                  </a:lnTo>
                  <a:close/>
                </a:path>
              </a:pathLst>
            </a:custGeom>
            <a:solidFill>
              <a:srgbClr val="69D6E2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2091" name="pl2091"/>
            <p:cNvSpPr/>
            <p:nvPr/>
          </p:nvSpPr>
          <p:spPr>
            <a:xfrm>
              <a:off x="386606" y="1682496"/>
              <a:ext cx="8554953" cy="4461265"/>
            </a:xfrm>
            <a:custGeom>
              <a:avLst/>
              <a:pathLst>
                <a:path w="8554953" h="4461265">
                  <a:moveTo>
                    <a:pt x="0" y="4461265"/>
                  </a:moveTo>
                  <a:lnTo>
                    <a:pt x="522133" y="4461265"/>
                  </a:lnTo>
                  <a:lnTo>
                    <a:pt x="523022" y="4461170"/>
                  </a:lnTo>
                  <a:lnTo>
                    <a:pt x="528884" y="4460492"/>
                  </a:lnTo>
                  <a:lnTo>
                    <a:pt x="543705" y="4458618"/>
                  </a:lnTo>
                  <a:lnTo>
                    <a:pt x="570309" y="4454929"/>
                  </a:lnTo>
                  <a:lnTo>
                    <a:pt x="610173" y="4448842"/>
                  </a:lnTo>
                  <a:lnTo>
                    <a:pt x="663307" y="4439874"/>
                  </a:lnTo>
                  <a:lnTo>
                    <a:pt x="728341" y="4427682"/>
                  </a:lnTo>
                  <a:lnTo>
                    <a:pt x="802836" y="4412079"/>
                  </a:lnTo>
                  <a:lnTo>
                    <a:pt x="883746" y="4393015"/>
                  </a:lnTo>
                  <a:lnTo>
                    <a:pt x="967919" y="4370532"/>
                  </a:lnTo>
                  <a:lnTo>
                    <a:pt x="1052504" y="4344703"/>
                  </a:lnTo>
                  <a:lnTo>
                    <a:pt x="1135212" y="4315579"/>
                  </a:lnTo>
                  <a:lnTo>
                    <a:pt x="1214411" y="4283145"/>
                  </a:lnTo>
                  <a:lnTo>
                    <a:pt x="1289108" y="4247287"/>
                  </a:lnTo>
                  <a:lnTo>
                    <a:pt x="1358848" y="4207779"/>
                  </a:lnTo>
                  <a:lnTo>
                    <a:pt x="1423601" y="4164281"/>
                  </a:lnTo>
                  <a:lnTo>
                    <a:pt x="1483635" y="4116336"/>
                  </a:lnTo>
                  <a:lnTo>
                    <a:pt x="1539420" y="4063389"/>
                  </a:lnTo>
                  <a:lnTo>
                    <a:pt x="1591544" y="4004803"/>
                  </a:lnTo>
                  <a:lnTo>
                    <a:pt x="1640652" y="3939899"/>
                  </a:lnTo>
                  <a:lnTo>
                    <a:pt x="1687400" y="3868019"/>
                  </a:lnTo>
                  <a:lnTo>
                    <a:pt x="1732411" y="3788634"/>
                  </a:lnTo>
                  <a:lnTo>
                    <a:pt x="1768425" y="3717720"/>
                  </a:lnTo>
                  <a:lnTo>
                    <a:pt x="1799186" y="3652050"/>
                  </a:lnTo>
                  <a:lnTo>
                    <a:pt x="1829681" y="3582414"/>
                  </a:lnTo>
                  <a:lnTo>
                    <a:pt x="1860042" y="3508732"/>
                  </a:lnTo>
                  <a:lnTo>
                    <a:pt x="1890377" y="3430966"/>
                  </a:lnTo>
                  <a:lnTo>
                    <a:pt x="1920774" y="3349125"/>
                  </a:lnTo>
                  <a:lnTo>
                    <a:pt x="1951303" y="3263265"/>
                  </a:lnTo>
                  <a:lnTo>
                    <a:pt x="1982014" y="3173500"/>
                  </a:lnTo>
                  <a:lnTo>
                    <a:pt x="2012941" y="3079997"/>
                  </a:lnTo>
                  <a:lnTo>
                    <a:pt x="2044105" y="2982980"/>
                  </a:lnTo>
                  <a:lnTo>
                    <a:pt x="2075510" y="2882731"/>
                  </a:lnTo>
                  <a:lnTo>
                    <a:pt x="2107149" y="2779588"/>
                  </a:lnTo>
                  <a:lnTo>
                    <a:pt x="2139002" y="2673937"/>
                  </a:lnTo>
                  <a:lnTo>
                    <a:pt x="2171039" y="2566216"/>
                  </a:lnTo>
                  <a:lnTo>
                    <a:pt x="2203223" y="2456897"/>
                  </a:lnTo>
                  <a:lnTo>
                    <a:pt x="2235509" y="2346488"/>
                  </a:lnTo>
                  <a:lnTo>
                    <a:pt x="2267849" y="2235516"/>
                  </a:lnTo>
                  <a:lnTo>
                    <a:pt x="2300191" y="2124520"/>
                  </a:lnTo>
                  <a:lnTo>
                    <a:pt x="2332484" y="2014040"/>
                  </a:lnTo>
                  <a:lnTo>
                    <a:pt x="2364678" y="1904605"/>
                  </a:lnTo>
                  <a:lnTo>
                    <a:pt x="2396730" y="1796723"/>
                  </a:lnTo>
                  <a:lnTo>
                    <a:pt x="2428600" y="1690873"/>
                  </a:lnTo>
                  <a:lnTo>
                    <a:pt x="2460259" y="1587492"/>
                  </a:lnTo>
                  <a:lnTo>
                    <a:pt x="2491685" y="1486975"/>
                  </a:lnTo>
                  <a:lnTo>
                    <a:pt x="2522870" y="1389662"/>
                  </a:lnTo>
                  <a:lnTo>
                    <a:pt x="2553818" y="1295840"/>
                  </a:lnTo>
                  <a:lnTo>
                    <a:pt x="2584546" y="1205738"/>
                  </a:lnTo>
                  <a:lnTo>
                    <a:pt x="2615089" y="1119530"/>
                  </a:lnTo>
                  <a:lnTo>
                    <a:pt x="2645496" y="1037332"/>
                  </a:lnTo>
                  <a:lnTo>
                    <a:pt x="2675833" y="959206"/>
                  </a:lnTo>
                  <a:lnTo>
                    <a:pt x="2706188" y="885166"/>
                  </a:lnTo>
                  <a:lnTo>
                    <a:pt x="2736666" y="815177"/>
                  </a:lnTo>
                  <a:lnTo>
                    <a:pt x="2767398" y="749162"/>
                  </a:lnTo>
                  <a:lnTo>
                    <a:pt x="2770117" y="743544"/>
                  </a:lnTo>
                  <a:lnTo>
                    <a:pt x="2814113" y="657802"/>
                  </a:lnTo>
                  <a:lnTo>
                    <a:pt x="2859393" y="579794"/>
                  </a:lnTo>
                  <a:lnTo>
                    <a:pt x="2906518" y="509212"/>
                  </a:lnTo>
                  <a:lnTo>
                    <a:pt x="2956119" y="445493"/>
                  </a:lnTo>
                  <a:lnTo>
                    <a:pt x="3008854" y="387969"/>
                  </a:lnTo>
                  <a:lnTo>
                    <a:pt x="3065362" y="335965"/>
                  </a:lnTo>
                  <a:lnTo>
                    <a:pt x="3126214" y="288858"/>
                  </a:lnTo>
                  <a:lnTo>
                    <a:pt x="3191850" y="246106"/>
                  </a:lnTo>
                  <a:lnTo>
                    <a:pt x="3262493" y="207276"/>
                  </a:lnTo>
                  <a:lnTo>
                    <a:pt x="3338046" y="172046"/>
                  </a:lnTo>
                  <a:lnTo>
                    <a:pt x="3417966" y="140212"/>
                  </a:lnTo>
                  <a:lnTo>
                    <a:pt x="3501150" y="111679"/>
                  </a:lnTo>
                  <a:lnTo>
                    <a:pt x="3585849" y="86445"/>
                  </a:lnTo>
                  <a:lnTo>
                    <a:pt x="3669658" y="64571"/>
                  </a:lnTo>
                  <a:lnTo>
                    <a:pt x="3749652" y="46128"/>
                  </a:lnTo>
                  <a:lnTo>
                    <a:pt x="3822661" y="31145"/>
                  </a:lnTo>
                  <a:lnTo>
                    <a:pt x="3885712" y="19550"/>
                  </a:lnTo>
                  <a:lnTo>
                    <a:pt x="3936526" y="11129"/>
                  </a:lnTo>
                  <a:lnTo>
                    <a:pt x="3973965" y="5512"/>
                  </a:lnTo>
                  <a:lnTo>
                    <a:pt x="3998303" y="2193"/>
                  </a:lnTo>
                  <a:lnTo>
                    <a:pt x="4011270" y="581"/>
                  </a:lnTo>
                  <a:lnTo>
                    <a:pt x="4015913" y="52"/>
                  </a:lnTo>
                  <a:lnTo>
                    <a:pt x="4016409" y="0"/>
                  </a:lnTo>
                  <a:lnTo>
                    <a:pt x="4538543" y="0"/>
                  </a:lnTo>
                  <a:lnTo>
                    <a:pt x="4539785" y="39"/>
                  </a:lnTo>
                  <a:lnTo>
                    <a:pt x="4547908" y="320"/>
                  </a:lnTo>
                  <a:lnTo>
                    <a:pt x="4568231" y="1096"/>
                  </a:lnTo>
                  <a:lnTo>
                    <a:pt x="4604172" y="2621"/>
                  </a:lnTo>
                  <a:lnTo>
                    <a:pt x="4656944" y="5120"/>
                  </a:lnTo>
                  <a:lnTo>
                    <a:pt x="4725488" y="8761"/>
                  </a:lnTo>
                  <a:lnTo>
                    <a:pt x="4806840" y="13644"/>
                  </a:lnTo>
                  <a:lnTo>
                    <a:pt x="4896870" y="19801"/>
                  </a:lnTo>
                  <a:lnTo>
                    <a:pt x="4991154" y="27219"/>
                  </a:lnTo>
                  <a:lnTo>
                    <a:pt x="5085710" y="35868"/>
                  </a:lnTo>
                  <a:lnTo>
                    <a:pt x="5177452" y="45730"/>
                  </a:lnTo>
                  <a:lnTo>
                    <a:pt x="5264326" y="56821"/>
                  </a:lnTo>
                  <a:lnTo>
                    <a:pt x="5345239" y="69206"/>
                  </a:lnTo>
                  <a:lnTo>
                    <a:pt x="5419866" y="83002"/>
                  </a:lnTo>
                  <a:lnTo>
                    <a:pt x="5488440" y="98378"/>
                  </a:lnTo>
                  <a:lnTo>
                    <a:pt x="5551554" y="115555"/>
                  </a:lnTo>
                  <a:lnTo>
                    <a:pt x="5610015" y="134790"/>
                  </a:lnTo>
                  <a:lnTo>
                    <a:pt x="5664727" y="156363"/>
                  </a:lnTo>
                  <a:lnTo>
                    <a:pt x="5716607" y="180541"/>
                  </a:lnTo>
                  <a:lnTo>
                    <a:pt x="5766509" y="207520"/>
                  </a:lnTo>
                  <a:lnTo>
                    <a:pt x="5784835" y="218357"/>
                  </a:lnTo>
                  <a:lnTo>
                    <a:pt x="5831986" y="248471"/>
                  </a:lnTo>
                  <a:lnTo>
                    <a:pt x="5878677" y="281365"/>
                  </a:lnTo>
                  <a:lnTo>
                    <a:pt x="5925319" y="317089"/>
                  </a:lnTo>
                  <a:lnTo>
                    <a:pt x="5972207" y="355615"/>
                  </a:lnTo>
                  <a:lnTo>
                    <a:pt x="6019536" y="396830"/>
                  </a:lnTo>
                  <a:lnTo>
                    <a:pt x="6067407" y="440531"/>
                  </a:lnTo>
                  <a:lnTo>
                    <a:pt x="6115844" y="486420"/>
                  </a:lnTo>
                  <a:lnTo>
                    <a:pt x="6164796" y="534113"/>
                  </a:lnTo>
                  <a:lnTo>
                    <a:pt x="6214159" y="583145"/>
                  </a:lnTo>
                  <a:lnTo>
                    <a:pt x="6263780" y="632993"/>
                  </a:lnTo>
                  <a:lnTo>
                    <a:pt x="6313482" y="683094"/>
                  </a:lnTo>
                  <a:lnTo>
                    <a:pt x="6363082" y="732873"/>
                  </a:lnTo>
                  <a:lnTo>
                    <a:pt x="6412402" y="781773"/>
                  </a:lnTo>
                  <a:lnTo>
                    <a:pt x="6461298" y="829274"/>
                  </a:lnTo>
                  <a:lnTo>
                    <a:pt x="6509669" y="874922"/>
                  </a:lnTo>
                  <a:lnTo>
                    <a:pt x="6557473" y="918342"/>
                  </a:lnTo>
                  <a:lnTo>
                    <a:pt x="6604743" y="959247"/>
                  </a:lnTo>
                  <a:lnTo>
                    <a:pt x="6651590" y="997444"/>
                  </a:lnTo>
                  <a:lnTo>
                    <a:pt x="6698220" y="1032831"/>
                  </a:lnTo>
                  <a:lnTo>
                    <a:pt x="6744941" y="1065392"/>
                  </a:lnTo>
                  <a:lnTo>
                    <a:pt x="6786527" y="1091786"/>
                  </a:lnTo>
                  <a:lnTo>
                    <a:pt x="6835881" y="1119835"/>
                  </a:lnTo>
                  <a:lnTo>
                    <a:pt x="6886927" y="1145045"/>
                  </a:lnTo>
                  <a:lnTo>
                    <a:pt x="6940473" y="1167564"/>
                  </a:lnTo>
                  <a:lnTo>
                    <a:pt x="6997421" y="1187642"/>
                  </a:lnTo>
                  <a:lnTo>
                    <a:pt x="7058691" y="1205557"/>
                  </a:lnTo>
                  <a:lnTo>
                    <a:pt x="7125137" y="1221580"/>
                  </a:lnTo>
                  <a:lnTo>
                    <a:pt x="7197448" y="1235945"/>
                  </a:lnTo>
                  <a:lnTo>
                    <a:pt x="7276011" y="1248841"/>
                  </a:lnTo>
                  <a:lnTo>
                    <a:pt x="7360735" y="1260407"/>
                  </a:lnTo>
                  <a:lnTo>
                    <a:pt x="7450840" y="1270724"/>
                  </a:lnTo>
                  <a:lnTo>
                    <a:pt x="7544649" y="1279828"/>
                  </a:lnTo>
                  <a:lnTo>
                    <a:pt x="7639459" y="1287710"/>
                  </a:lnTo>
                  <a:lnTo>
                    <a:pt x="7731589" y="1294342"/>
                  </a:lnTo>
                  <a:lnTo>
                    <a:pt x="7816709" y="1299702"/>
                  </a:lnTo>
                  <a:lnTo>
                    <a:pt x="7890477" y="1303800"/>
                  </a:lnTo>
                  <a:lnTo>
                    <a:pt x="7949393" y="1306711"/>
                  </a:lnTo>
                  <a:lnTo>
                    <a:pt x="7991619" y="1308576"/>
                  </a:lnTo>
                  <a:lnTo>
                    <a:pt x="8017502" y="1309604"/>
                  </a:lnTo>
                  <a:lnTo>
                    <a:pt x="8029665" y="1310040"/>
                  </a:lnTo>
                  <a:lnTo>
                    <a:pt x="8032752" y="1310141"/>
                  </a:lnTo>
                  <a:lnTo>
                    <a:pt x="8032819" y="1310143"/>
                  </a:lnTo>
                  <a:lnTo>
                    <a:pt x="8554953" y="1310143"/>
                  </a:lnTo>
                  <a:lnTo>
                    <a:pt x="8554953" y="1310143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092" name="pl2092"/>
            <p:cNvSpPr/>
            <p:nvPr/>
          </p:nvSpPr>
          <p:spPr>
            <a:xfrm>
              <a:off x="386606" y="1676849"/>
              <a:ext cx="8554953" cy="4461265"/>
            </a:xfrm>
            <a:custGeom>
              <a:avLst/>
              <a:pathLst>
                <a:path w="8554953" h="4461265">
                  <a:moveTo>
                    <a:pt x="8554953" y="1310143"/>
                  </a:moveTo>
                  <a:lnTo>
                    <a:pt x="8032819" y="1310143"/>
                  </a:lnTo>
                  <a:lnTo>
                    <a:pt x="8031577" y="1310104"/>
                  </a:lnTo>
                  <a:lnTo>
                    <a:pt x="8023454" y="1309823"/>
                  </a:lnTo>
                  <a:lnTo>
                    <a:pt x="8003131" y="1309047"/>
                  </a:lnTo>
                  <a:lnTo>
                    <a:pt x="7967190" y="1307522"/>
                  </a:lnTo>
                  <a:lnTo>
                    <a:pt x="7914418" y="1305023"/>
                  </a:lnTo>
                  <a:lnTo>
                    <a:pt x="7845874" y="1301382"/>
                  </a:lnTo>
                  <a:lnTo>
                    <a:pt x="7764522" y="1296498"/>
                  </a:lnTo>
                  <a:lnTo>
                    <a:pt x="7674492" y="1290341"/>
                  </a:lnTo>
                  <a:lnTo>
                    <a:pt x="7580208" y="1282923"/>
                  </a:lnTo>
                  <a:lnTo>
                    <a:pt x="7485652" y="1274275"/>
                  </a:lnTo>
                  <a:lnTo>
                    <a:pt x="7393910" y="1264413"/>
                  </a:lnTo>
                  <a:lnTo>
                    <a:pt x="7307036" y="1253322"/>
                  </a:lnTo>
                  <a:lnTo>
                    <a:pt x="7226123" y="1240937"/>
                  </a:lnTo>
                  <a:lnTo>
                    <a:pt x="7151496" y="1227141"/>
                  </a:lnTo>
                  <a:lnTo>
                    <a:pt x="7082922" y="1211765"/>
                  </a:lnTo>
                  <a:lnTo>
                    <a:pt x="7019808" y="1194588"/>
                  </a:lnTo>
                  <a:lnTo>
                    <a:pt x="6961347" y="1175352"/>
                  </a:lnTo>
                  <a:lnTo>
                    <a:pt x="6906635" y="1153779"/>
                  </a:lnTo>
                  <a:lnTo>
                    <a:pt x="6854755" y="1129602"/>
                  </a:lnTo>
                  <a:lnTo>
                    <a:pt x="6804853" y="1102623"/>
                  </a:lnTo>
                  <a:lnTo>
                    <a:pt x="6786527" y="1091786"/>
                  </a:lnTo>
                  <a:lnTo>
                    <a:pt x="6739376" y="1061672"/>
                  </a:lnTo>
                  <a:lnTo>
                    <a:pt x="6692685" y="1028777"/>
                  </a:lnTo>
                  <a:lnTo>
                    <a:pt x="6646043" y="993054"/>
                  </a:lnTo>
                  <a:lnTo>
                    <a:pt x="6599155" y="954528"/>
                  </a:lnTo>
                  <a:lnTo>
                    <a:pt x="6551826" y="913313"/>
                  </a:lnTo>
                  <a:lnTo>
                    <a:pt x="6503955" y="869612"/>
                  </a:lnTo>
                  <a:lnTo>
                    <a:pt x="6455518" y="823722"/>
                  </a:lnTo>
                  <a:lnTo>
                    <a:pt x="6406565" y="776030"/>
                  </a:lnTo>
                  <a:lnTo>
                    <a:pt x="6357203" y="726998"/>
                  </a:lnTo>
                  <a:lnTo>
                    <a:pt x="6307582" y="677150"/>
                  </a:lnTo>
                  <a:lnTo>
                    <a:pt x="6257879" y="627049"/>
                  </a:lnTo>
                  <a:lnTo>
                    <a:pt x="6208280" y="577269"/>
                  </a:lnTo>
                  <a:lnTo>
                    <a:pt x="6158960" y="528370"/>
                  </a:lnTo>
                  <a:lnTo>
                    <a:pt x="6110064" y="480868"/>
                  </a:lnTo>
                  <a:lnTo>
                    <a:pt x="6061693" y="435220"/>
                  </a:lnTo>
                  <a:lnTo>
                    <a:pt x="6013888" y="391801"/>
                  </a:lnTo>
                  <a:lnTo>
                    <a:pt x="5966619" y="350896"/>
                  </a:lnTo>
                  <a:lnTo>
                    <a:pt x="5919772" y="312699"/>
                  </a:lnTo>
                  <a:lnTo>
                    <a:pt x="5873142" y="277312"/>
                  </a:lnTo>
                  <a:lnTo>
                    <a:pt x="5826421" y="244751"/>
                  </a:lnTo>
                  <a:lnTo>
                    <a:pt x="5784835" y="218357"/>
                  </a:lnTo>
                  <a:lnTo>
                    <a:pt x="5735481" y="190308"/>
                  </a:lnTo>
                  <a:lnTo>
                    <a:pt x="5684435" y="165098"/>
                  </a:lnTo>
                  <a:lnTo>
                    <a:pt x="5630889" y="142579"/>
                  </a:lnTo>
                  <a:lnTo>
                    <a:pt x="5573941" y="122501"/>
                  </a:lnTo>
                  <a:lnTo>
                    <a:pt x="5512670" y="104585"/>
                  </a:lnTo>
                  <a:lnTo>
                    <a:pt x="5446225" y="88563"/>
                  </a:lnTo>
                  <a:lnTo>
                    <a:pt x="5373914" y="74198"/>
                  </a:lnTo>
                  <a:lnTo>
                    <a:pt x="5295351" y="61301"/>
                  </a:lnTo>
                  <a:lnTo>
                    <a:pt x="5210627" y="49736"/>
                  </a:lnTo>
                  <a:lnTo>
                    <a:pt x="5120522" y="39418"/>
                  </a:lnTo>
                  <a:lnTo>
                    <a:pt x="5026713" y="30315"/>
                  </a:lnTo>
                  <a:lnTo>
                    <a:pt x="4931903" y="22433"/>
                  </a:lnTo>
                  <a:lnTo>
                    <a:pt x="4839773" y="15800"/>
                  </a:lnTo>
                  <a:lnTo>
                    <a:pt x="4754653" y="10441"/>
                  </a:lnTo>
                  <a:lnTo>
                    <a:pt x="4680885" y="6342"/>
                  </a:lnTo>
                  <a:lnTo>
                    <a:pt x="4621969" y="3432"/>
                  </a:lnTo>
                  <a:lnTo>
                    <a:pt x="4579743" y="1566"/>
                  </a:lnTo>
                  <a:lnTo>
                    <a:pt x="4553860" y="538"/>
                  </a:lnTo>
                  <a:lnTo>
                    <a:pt x="4541697" y="102"/>
                  </a:lnTo>
                  <a:lnTo>
                    <a:pt x="4538610" y="2"/>
                  </a:lnTo>
                  <a:lnTo>
                    <a:pt x="4538543" y="0"/>
                  </a:lnTo>
                  <a:lnTo>
                    <a:pt x="4016409" y="0"/>
                  </a:lnTo>
                  <a:lnTo>
                    <a:pt x="4015520" y="95"/>
                  </a:lnTo>
                  <a:lnTo>
                    <a:pt x="4009658" y="772"/>
                  </a:lnTo>
                  <a:lnTo>
                    <a:pt x="3994838" y="2646"/>
                  </a:lnTo>
                  <a:lnTo>
                    <a:pt x="3968233" y="6336"/>
                  </a:lnTo>
                  <a:lnTo>
                    <a:pt x="3928369" y="12423"/>
                  </a:lnTo>
                  <a:lnTo>
                    <a:pt x="3875235" y="21391"/>
                  </a:lnTo>
                  <a:lnTo>
                    <a:pt x="3810201" y="33582"/>
                  </a:lnTo>
                  <a:lnTo>
                    <a:pt x="3735706" y="49185"/>
                  </a:lnTo>
                  <a:lnTo>
                    <a:pt x="3654796" y="68249"/>
                  </a:lnTo>
                  <a:lnTo>
                    <a:pt x="3570623" y="90732"/>
                  </a:lnTo>
                  <a:lnTo>
                    <a:pt x="3486038" y="116561"/>
                  </a:lnTo>
                  <a:lnTo>
                    <a:pt x="3403330" y="145685"/>
                  </a:lnTo>
                  <a:lnTo>
                    <a:pt x="3324131" y="178119"/>
                  </a:lnTo>
                  <a:lnTo>
                    <a:pt x="3249435" y="213978"/>
                  </a:lnTo>
                  <a:lnTo>
                    <a:pt x="3179694" y="253485"/>
                  </a:lnTo>
                  <a:lnTo>
                    <a:pt x="3114941" y="296984"/>
                  </a:lnTo>
                  <a:lnTo>
                    <a:pt x="3054907" y="344928"/>
                  </a:lnTo>
                  <a:lnTo>
                    <a:pt x="2999122" y="397875"/>
                  </a:lnTo>
                  <a:lnTo>
                    <a:pt x="2946998" y="456461"/>
                  </a:lnTo>
                  <a:lnTo>
                    <a:pt x="2897890" y="521365"/>
                  </a:lnTo>
                  <a:lnTo>
                    <a:pt x="2851142" y="593245"/>
                  </a:lnTo>
                  <a:lnTo>
                    <a:pt x="2806131" y="672631"/>
                  </a:lnTo>
                  <a:lnTo>
                    <a:pt x="2770117" y="743544"/>
                  </a:lnTo>
                  <a:lnTo>
                    <a:pt x="2739356" y="809214"/>
                  </a:lnTo>
                  <a:lnTo>
                    <a:pt x="2708861" y="878850"/>
                  </a:lnTo>
                  <a:lnTo>
                    <a:pt x="2678500" y="952532"/>
                  </a:lnTo>
                  <a:lnTo>
                    <a:pt x="2648165" y="1030298"/>
                  </a:lnTo>
                  <a:lnTo>
                    <a:pt x="2617768" y="1112140"/>
                  </a:lnTo>
                  <a:lnTo>
                    <a:pt x="2587239" y="1197999"/>
                  </a:lnTo>
                  <a:lnTo>
                    <a:pt x="2556528" y="1287764"/>
                  </a:lnTo>
                  <a:lnTo>
                    <a:pt x="2525601" y="1381267"/>
                  </a:lnTo>
                  <a:lnTo>
                    <a:pt x="2494437" y="1478284"/>
                  </a:lnTo>
                  <a:lnTo>
                    <a:pt x="2463032" y="1578533"/>
                  </a:lnTo>
                  <a:lnTo>
                    <a:pt x="2431393" y="1681677"/>
                  </a:lnTo>
                  <a:lnTo>
                    <a:pt x="2399541" y="1787327"/>
                  </a:lnTo>
                  <a:lnTo>
                    <a:pt x="2367503" y="1895048"/>
                  </a:lnTo>
                  <a:lnTo>
                    <a:pt x="2335319" y="2004367"/>
                  </a:lnTo>
                  <a:lnTo>
                    <a:pt x="2303033" y="2114776"/>
                  </a:lnTo>
                  <a:lnTo>
                    <a:pt x="2270693" y="2225748"/>
                  </a:lnTo>
                  <a:lnTo>
                    <a:pt x="2238352" y="2336744"/>
                  </a:lnTo>
                  <a:lnTo>
                    <a:pt x="2206059" y="2447224"/>
                  </a:lnTo>
                  <a:lnTo>
                    <a:pt x="2173864" y="2556659"/>
                  </a:lnTo>
                  <a:lnTo>
                    <a:pt x="2141812" y="2664541"/>
                  </a:lnTo>
                  <a:lnTo>
                    <a:pt x="2109942" y="2770391"/>
                  </a:lnTo>
                  <a:lnTo>
                    <a:pt x="2078283" y="2873772"/>
                  </a:lnTo>
                  <a:lnTo>
                    <a:pt x="2046857" y="2974289"/>
                  </a:lnTo>
                  <a:lnTo>
                    <a:pt x="2015672" y="3071602"/>
                  </a:lnTo>
                  <a:lnTo>
                    <a:pt x="1984725" y="3165425"/>
                  </a:lnTo>
                  <a:lnTo>
                    <a:pt x="1953996" y="3255526"/>
                  </a:lnTo>
                  <a:lnTo>
                    <a:pt x="1923453" y="3341734"/>
                  </a:lnTo>
                  <a:lnTo>
                    <a:pt x="1893046" y="3423932"/>
                  </a:lnTo>
                  <a:lnTo>
                    <a:pt x="1862709" y="3502058"/>
                  </a:lnTo>
                  <a:lnTo>
                    <a:pt x="1832355" y="3576098"/>
                  </a:lnTo>
                  <a:lnTo>
                    <a:pt x="1801876" y="3646087"/>
                  </a:lnTo>
                  <a:lnTo>
                    <a:pt x="1771144" y="3712102"/>
                  </a:lnTo>
                  <a:lnTo>
                    <a:pt x="1768425" y="3717720"/>
                  </a:lnTo>
                  <a:lnTo>
                    <a:pt x="1724429" y="3803462"/>
                  </a:lnTo>
                  <a:lnTo>
                    <a:pt x="1679149" y="3881471"/>
                  </a:lnTo>
                  <a:lnTo>
                    <a:pt x="1632024" y="3952053"/>
                  </a:lnTo>
                  <a:lnTo>
                    <a:pt x="1582423" y="4015772"/>
                  </a:lnTo>
                  <a:lnTo>
                    <a:pt x="1529688" y="4073295"/>
                  </a:lnTo>
                  <a:lnTo>
                    <a:pt x="1473181" y="4125299"/>
                  </a:lnTo>
                  <a:lnTo>
                    <a:pt x="1412329" y="4172407"/>
                  </a:lnTo>
                  <a:lnTo>
                    <a:pt x="1346692" y="4215158"/>
                  </a:lnTo>
                  <a:lnTo>
                    <a:pt x="1276049" y="4253988"/>
                  </a:lnTo>
                  <a:lnTo>
                    <a:pt x="1200497" y="4289218"/>
                  </a:lnTo>
                  <a:lnTo>
                    <a:pt x="1120576" y="4321053"/>
                  </a:lnTo>
                  <a:lnTo>
                    <a:pt x="1037392" y="4349586"/>
                  </a:lnTo>
                  <a:lnTo>
                    <a:pt x="952694" y="4374819"/>
                  </a:lnTo>
                  <a:lnTo>
                    <a:pt x="868884" y="4396693"/>
                  </a:lnTo>
                  <a:lnTo>
                    <a:pt x="788891" y="4415137"/>
                  </a:lnTo>
                  <a:lnTo>
                    <a:pt x="715881" y="4430120"/>
                  </a:lnTo>
                  <a:lnTo>
                    <a:pt x="652830" y="4441714"/>
                  </a:lnTo>
                  <a:lnTo>
                    <a:pt x="602016" y="4450135"/>
                  </a:lnTo>
                  <a:lnTo>
                    <a:pt x="564577" y="4455752"/>
                  </a:lnTo>
                  <a:lnTo>
                    <a:pt x="540239" y="4459071"/>
                  </a:lnTo>
                  <a:lnTo>
                    <a:pt x="527272" y="4460683"/>
                  </a:lnTo>
                  <a:lnTo>
                    <a:pt x="522629" y="4461212"/>
                  </a:lnTo>
                  <a:lnTo>
                    <a:pt x="522133" y="4461265"/>
                  </a:lnTo>
                  <a:lnTo>
                    <a:pt x="0" y="4461265"/>
                  </a:lnTo>
                  <a:lnTo>
                    <a:pt x="0" y="4461265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093" name="pg2093"/>
            <p:cNvSpPr/>
            <p:nvPr/>
          </p:nvSpPr>
          <p:spPr>
            <a:xfrm>
              <a:off x="386606" y="490943"/>
              <a:ext cx="8554953" cy="5641523"/>
            </a:xfrm>
            <a:custGeom>
              <a:avLst/>
              <a:pathLst>
                <a:path w="8554953" h="5641523">
                  <a:moveTo>
                    <a:pt x="0" y="5641523"/>
                  </a:moveTo>
                  <a:lnTo>
                    <a:pt x="522133" y="5641523"/>
                  </a:lnTo>
                  <a:lnTo>
                    <a:pt x="522936" y="5641415"/>
                  </a:lnTo>
                  <a:lnTo>
                    <a:pt x="528237" y="5640645"/>
                  </a:lnTo>
                  <a:lnTo>
                    <a:pt x="541681" y="5638515"/>
                  </a:lnTo>
                  <a:lnTo>
                    <a:pt x="565908" y="5634319"/>
                  </a:lnTo>
                  <a:lnTo>
                    <a:pt x="602404" y="5627386"/>
                  </a:lnTo>
                  <a:lnTo>
                    <a:pt x="651380" y="5617144"/>
                  </a:lnTo>
                  <a:lnTo>
                    <a:pt x="711819" y="5603169"/>
                  </a:lnTo>
                  <a:lnTo>
                    <a:pt x="781700" y="5585210"/>
                  </a:lnTo>
                  <a:lnTo>
                    <a:pt x="858372" y="5563175"/>
                  </a:lnTo>
                  <a:lnTo>
                    <a:pt x="938976" y="5537087"/>
                  </a:lnTo>
                  <a:lnTo>
                    <a:pt x="1020821" y="5507027"/>
                  </a:lnTo>
                  <a:lnTo>
                    <a:pt x="1101644" y="5473069"/>
                  </a:lnTo>
                  <a:lnTo>
                    <a:pt x="1179740" y="5435230"/>
                  </a:lnTo>
                  <a:lnTo>
                    <a:pt x="1253975" y="5393432"/>
                  </a:lnTo>
                  <a:lnTo>
                    <a:pt x="1323730" y="5347479"/>
                  </a:lnTo>
                  <a:lnTo>
                    <a:pt x="1388805" y="5297046"/>
                  </a:lnTo>
                  <a:lnTo>
                    <a:pt x="1449311" y="5241684"/>
                  </a:lnTo>
                  <a:lnTo>
                    <a:pt x="1505580" y="5180822"/>
                  </a:lnTo>
                  <a:lnTo>
                    <a:pt x="1558087" y="5113786"/>
                  </a:lnTo>
                  <a:lnTo>
                    <a:pt x="1607385" y="5039827"/>
                  </a:lnTo>
                  <a:lnTo>
                    <a:pt x="1654065" y="4958170"/>
                  </a:lnTo>
                  <a:lnTo>
                    <a:pt x="1698713" y="4868092"/>
                  </a:lnTo>
                  <a:lnTo>
                    <a:pt x="1741875" y="4769056"/>
                  </a:lnTo>
                  <a:lnTo>
                    <a:pt x="1768425" y="4702211"/>
                  </a:lnTo>
                  <a:lnTo>
                    <a:pt x="1796075" y="4627907"/>
                  </a:lnTo>
                  <a:lnTo>
                    <a:pt x="1823498" y="4549571"/>
                  </a:lnTo>
                  <a:lnTo>
                    <a:pt x="1850793" y="4467121"/>
                  </a:lnTo>
                  <a:lnTo>
                    <a:pt x="1878043" y="4380514"/>
                  </a:lnTo>
                  <a:lnTo>
                    <a:pt x="1905317" y="4289741"/>
                  </a:lnTo>
                  <a:lnTo>
                    <a:pt x="1932670" y="4194834"/>
                  </a:lnTo>
                  <a:lnTo>
                    <a:pt x="1960147" y="4095868"/>
                  </a:lnTo>
                  <a:lnTo>
                    <a:pt x="1987781" y="3992962"/>
                  </a:lnTo>
                  <a:lnTo>
                    <a:pt x="2015593" y="3886282"/>
                  </a:lnTo>
                  <a:lnTo>
                    <a:pt x="2043598" y="3776041"/>
                  </a:lnTo>
                  <a:lnTo>
                    <a:pt x="2071797" y="3662499"/>
                  </a:lnTo>
                  <a:lnTo>
                    <a:pt x="2100186" y="3545961"/>
                  </a:lnTo>
                  <a:lnTo>
                    <a:pt x="2128752" y="3426776"/>
                  </a:lnTo>
                  <a:lnTo>
                    <a:pt x="2157476" y="3305331"/>
                  </a:lnTo>
                  <a:lnTo>
                    <a:pt x="2186332" y="3182048"/>
                  </a:lnTo>
                  <a:lnTo>
                    <a:pt x="2215290" y="3057379"/>
                  </a:lnTo>
                  <a:lnTo>
                    <a:pt x="2244316" y="2931796"/>
                  </a:lnTo>
                  <a:lnTo>
                    <a:pt x="2273374" y="2805788"/>
                  </a:lnTo>
                  <a:lnTo>
                    <a:pt x="2302427" y="2679851"/>
                  </a:lnTo>
                  <a:lnTo>
                    <a:pt x="2331437" y="2554477"/>
                  </a:lnTo>
                  <a:lnTo>
                    <a:pt x="2360370" y="2430152"/>
                  </a:lnTo>
                  <a:lnTo>
                    <a:pt x="2389191" y="2307343"/>
                  </a:lnTo>
                  <a:lnTo>
                    <a:pt x="2417873" y="2186495"/>
                  </a:lnTo>
                  <a:lnTo>
                    <a:pt x="2446391" y="2068019"/>
                  </a:lnTo>
                  <a:lnTo>
                    <a:pt x="2474727" y="1952294"/>
                  </a:lnTo>
                  <a:lnTo>
                    <a:pt x="2502871" y="1839655"/>
                  </a:lnTo>
                  <a:lnTo>
                    <a:pt x="2530821" y="1730395"/>
                  </a:lnTo>
                  <a:lnTo>
                    <a:pt x="2558581" y="1624762"/>
                  </a:lnTo>
                  <a:lnTo>
                    <a:pt x="2586168" y="1522953"/>
                  </a:lnTo>
                  <a:lnTo>
                    <a:pt x="2613606" y="1425123"/>
                  </a:lnTo>
                  <a:lnTo>
                    <a:pt x="2640932" y="1331378"/>
                  </a:lnTo>
                  <a:lnTo>
                    <a:pt x="2668193" y="1241780"/>
                  </a:lnTo>
                  <a:lnTo>
                    <a:pt x="2695448" y="1156349"/>
                  </a:lnTo>
                  <a:lnTo>
                    <a:pt x="2722771" y="1075067"/>
                  </a:lnTo>
                  <a:lnTo>
                    <a:pt x="2750247" y="997878"/>
                  </a:lnTo>
                  <a:lnTo>
                    <a:pt x="2770117" y="944959"/>
                  </a:lnTo>
                  <a:lnTo>
                    <a:pt x="2812591" y="840182"/>
                  </a:lnTo>
                  <a:lnTo>
                    <a:pt x="2856247" y="744525"/>
                  </a:lnTo>
                  <a:lnTo>
                    <a:pt x="2901584" y="657658"/>
                  </a:lnTo>
                  <a:lnTo>
                    <a:pt x="2949169" y="578956"/>
                  </a:lnTo>
                  <a:lnTo>
                    <a:pt x="2999594" y="507664"/>
                  </a:lnTo>
                  <a:lnTo>
                    <a:pt x="3053439" y="443010"/>
                  </a:lnTo>
                  <a:lnTo>
                    <a:pt x="3111236" y="384269"/>
                  </a:lnTo>
                  <a:lnTo>
                    <a:pt x="3173414" y="330803"/>
                  </a:lnTo>
                  <a:lnTo>
                    <a:pt x="3240232" y="282083"/>
                  </a:lnTo>
                  <a:lnTo>
                    <a:pt x="3311699" y="237707"/>
                  </a:lnTo>
                  <a:lnTo>
                    <a:pt x="3387469" y="197399"/>
                  </a:lnTo>
                  <a:lnTo>
                    <a:pt x="3466742" y="161009"/>
                  </a:lnTo>
                  <a:lnTo>
                    <a:pt x="3548176" y="128495"/>
                  </a:lnTo>
                  <a:lnTo>
                    <a:pt x="3629850" y="99904"/>
                  </a:lnTo>
                  <a:lnTo>
                    <a:pt x="3709321" y="75316"/>
                  </a:lnTo>
                  <a:lnTo>
                    <a:pt x="3783798" y="54801"/>
                  </a:lnTo>
                  <a:lnTo>
                    <a:pt x="3850449" y="38344"/>
                  </a:lnTo>
                  <a:lnTo>
                    <a:pt x="3906811" y="25797"/>
                  </a:lnTo>
                  <a:lnTo>
                    <a:pt x="3951197" y="16844"/>
                  </a:lnTo>
                  <a:lnTo>
                    <a:pt x="3983033" y="11003"/>
                  </a:lnTo>
                  <a:lnTo>
                    <a:pt x="4003008" y="7658"/>
                  </a:lnTo>
                  <a:lnTo>
                    <a:pt x="4013055" y="6118"/>
                  </a:lnTo>
                  <a:lnTo>
                    <a:pt x="4016207" y="5673"/>
                  </a:lnTo>
                  <a:lnTo>
                    <a:pt x="4016409" y="5647"/>
                  </a:lnTo>
                  <a:lnTo>
                    <a:pt x="4538543" y="5647"/>
                  </a:lnTo>
                  <a:lnTo>
                    <a:pt x="4539763" y="5699"/>
                  </a:lnTo>
                  <a:lnTo>
                    <a:pt x="4547749" y="6069"/>
                  </a:lnTo>
                  <a:lnTo>
                    <a:pt x="4567740" y="7095"/>
                  </a:lnTo>
                  <a:lnTo>
                    <a:pt x="4603125" y="9110"/>
                  </a:lnTo>
                  <a:lnTo>
                    <a:pt x="4655142" y="12412"/>
                  </a:lnTo>
                  <a:lnTo>
                    <a:pt x="4722807" y="17227"/>
                  </a:lnTo>
                  <a:lnTo>
                    <a:pt x="4803259" y="23690"/>
                  </a:lnTo>
                  <a:lnTo>
                    <a:pt x="4892468" y="31845"/>
                  </a:lnTo>
                  <a:lnTo>
                    <a:pt x="4986082" y="41678"/>
                  </a:lnTo>
                  <a:lnTo>
                    <a:pt x="5080155" y="53148"/>
                  </a:lnTo>
                  <a:lnTo>
                    <a:pt x="5171598" y="66231"/>
                  </a:lnTo>
                  <a:lnTo>
                    <a:pt x="5258332" y="80944"/>
                  </a:lnTo>
                  <a:lnTo>
                    <a:pt x="5339223" y="97368"/>
                  </a:lnTo>
                  <a:lnTo>
                    <a:pt x="5413906" y="115652"/>
                  </a:lnTo>
                  <a:lnTo>
                    <a:pt x="5482571" y="136016"/>
                  </a:lnTo>
                  <a:lnTo>
                    <a:pt x="5545778" y="158744"/>
                  </a:lnTo>
                  <a:lnTo>
                    <a:pt x="5604306" y="184172"/>
                  </a:lnTo>
                  <a:lnTo>
                    <a:pt x="5659037" y="212670"/>
                  </a:lnTo>
                  <a:lnTo>
                    <a:pt x="5710874" y="244595"/>
                  </a:lnTo>
                  <a:lnTo>
                    <a:pt x="5760668" y="280221"/>
                  </a:lnTo>
                  <a:lnTo>
                    <a:pt x="5784835" y="299300"/>
                  </a:lnTo>
                  <a:lnTo>
                    <a:pt x="5828605" y="336752"/>
                  </a:lnTo>
                  <a:lnTo>
                    <a:pt x="5871951" y="377417"/>
                  </a:lnTo>
                  <a:lnTo>
                    <a:pt x="5915211" y="421356"/>
                  </a:lnTo>
                  <a:lnTo>
                    <a:pt x="5958637" y="468555"/>
                  </a:lnTo>
                  <a:lnTo>
                    <a:pt x="6002403" y="518918"/>
                  </a:lnTo>
                  <a:lnTo>
                    <a:pt x="6046614" y="572257"/>
                  </a:lnTo>
                  <a:lnTo>
                    <a:pt x="6091312" y="628293"/>
                  </a:lnTo>
                  <a:lnTo>
                    <a:pt x="6136484" y="686655"/>
                  </a:lnTo>
                  <a:lnTo>
                    <a:pt x="6182066" y="746889"/>
                  </a:lnTo>
                  <a:lnTo>
                    <a:pt x="6227960" y="808469"/>
                  </a:lnTo>
                  <a:lnTo>
                    <a:pt x="6274036" y="870815"/>
                  </a:lnTo>
                  <a:lnTo>
                    <a:pt x="6320150" y="933318"/>
                  </a:lnTo>
                  <a:lnTo>
                    <a:pt x="6366153" y="995359"/>
                  </a:lnTo>
                  <a:lnTo>
                    <a:pt x="6411907" y="1056342"/>
                  </a:lnTo>
                  <a:lnTo>
                    <a:pt x="6457297" y="1115712"/>
                  </a:lnTo>
                  <a:lnTo>
                    <a:pt x="6502238" y="1172974"/>
                  </a:lnTo>
                  <a:lnTo>
                    <a:pt x="6546694" y="1227716"/>
                  </a:lnTo>
                  <a:lnTo>
                    <a:pt x="6590676" y="1279611"/>
                  </a:lnTo>
                  <a:lnTo>
                    <a:pt x="6634256" y="1328425"/>
                  </a:lnTo>
                  <a:lnTo>
                    <a:pt x="6677574" y="1374016"/>
                  </a:lnTo>
                  <a:lnTo>
                    <a:pt x="6720839" y="1416332"/>
                  </a:lnTo>
                  <a:lnTo>
                    <a:pt x="6764347" y="1455395"/>
                  </a:lnTo>
                  <a:lnTo>
                    <a:pt x="6786527" y="1473911"/>
                  </a:lnTo>
                  <a:lnTo>
                    <a:pt x="6835584" y="1511420"/>
                  </a:lnTo>
                  <a:lnTo>
                    <a:pt x="6886308" y="1545155"/>
                  </a:lnTo>
                  <a:lnTo>
                    <a:pt x="6939493" y="1575311"/>
                  </a:lnTo>
                  <a:lnTo>
                    <a:pt x="6996024" y="1602215"/>
                  </a:lnTo>
                  <a:lnTo>
                    <a:pt x="7056804" y="1626238"/>
                  </a:lnTo>
                  <a:lnTo>
                    <a:pt x="7122675" y="1647735"/>
                  </a:lnTo>
                  <a:lnTo>
                    <a:pt x="7194322" y="1667019"/>
                  </a:lnTo>
                  <a:lnTo>
                    <a:pt x="7272141" y="1684342"/>
                  </a:lnTo>
                  <a:lnTo>
                    <a:pt x="7356066" y="1699890"/>
                  </a:lnTo>
                  <a:lnTo>
                    <a:pt x="7445371" y="1713775"/>
                  </a:lnTo>
                  <a:lnTo>
                    <a:pt x="7538463" y="1726046"/>
                  </a:lnTo>
                  <a:lnTo>
                    <a:pt x="7632751" y="1736696"/>
                  </a:lnTo>
                  <a:lnTo>
                    <a:pt x="7724678" y="1745688"/>
                  </a:lnTo>
                  <a:lnTo>
                    <a:pt x="7810016" y="1752989"/>
                  </a:lnTo>
                  <a:lnTo>
                    <a:pt x="7884474" y="1758611"/>
                  </a:lnTo>
                  <a:lnTo>
                    <a:pt x="7944505" y="1762640"/>
                  </a:lnTo>
                  <a:lnTo>
                    <a:pt x="7988126" y="1765260"/>
                  </a:lnTo>
                  <a:lnTo>
                    <a:pt x="8015457" y="1766736"/>
                  </a:lnTo>
                  <a:lnTo>
                    <a:pt x="8028850" y="1767389"/>
                  </a:lnTo>
                  <a:lnTo>
                    <a:pt x="8032666" y="1767558"/>
                  </a:lnTo>
                  <a:lnTo>
                    <a:pt x="8032819" y="1767564"/>
                  </a:lnTo>
                  <a:lnTo>
                    <a:pt x="8554953" y="1767564"/>
                  </a:lnTo>
                  <a:lnTo>
                    <a:pt x="8554953" y="1761917"/>
                  </a:lnTo>
                  <a:lnTo>
                    <a:pt x="8032819" y="1761917"/>
                  </a:lnTo>
                  <a:lnTo>
                    <a:pt x="8031599" y="1761865"/>
                  </a:lnTo>
                  <a:lnTo>
                    <a:pt x="8023613" y="1761494"/>
                  </a:lnTo>
                  <a:lnTo>
                    <a:pt x="8003622" y="1760469"/>
                  </a:lnTo>
                  <a:lnTo>
                    <a:pt x="7968237" y="1758454"/>
                  </a:lnTo>
                  <a:lnTo>
                    <a:pt x="7916220" y="1755152"/>
                  </a:lnTo>
                  <a:lnTo>
                    <a:pt x="7848555" y="1750337"/>
                  </a:lnTo>
                  <a:lnTo>
                    <a:pt x="7768103" y="1743874"/>
                  </a:lnTo>
                  <a:lnTo>
                    <a:pt x="7678894" y="1735718"/>
                  </a:lnTo>
                  <a:lnTo>
                    <a:pt x="7585280" y="1725886"/>
                  </a:lnTo>
                  <a:lnTo>
                    <a:pt x="7491207" y="1714415"/>
                  </a:lnTo>
                  <a:lnTo>
                    <a:pt x="7399764" y="1701333"/>
                  </a:lnTo>
                  <a:lnTo>
                    <a:pt x="7313030" y="1686620"/>
                  </a:lnTo>
                  <a:lnTo>
                    <a:pt x="7232139" y="1670196"/>
                  </a:lnTo>
                  <a:lnTo>
                    <a:pt x="7157456" y="1651911"/>
                  </a:lnTo>
                  <a:lnTo>
                    <a:pt x="7088791" y="1631548"/>
                  </a:lnTo>
                  <a:lnTo>
                    <a:pt x="7025584" y="1608820"/>
                  </a:lnTo>
                  <a:lnTo>
                    <a:pt x="6967056" y="1583391"/>
                  </a:lnTo>
                  <a:lnTo>
                    <a:pt x="6912325" y="1554893"/>
                  </a:lnTo>
                  <a:lnTo>
                    <a:pt x="6860488" y="1522969"/>
                  </a:lnTo>
                  <a:lnTo>
                    <a:pt x="6810694" y="1487343"/>
                  </a:lnTo>
                  <a:lnTo>
                    <a:pt x="6786527" y="1468264"/>
                  </a:lnTo>
                  <a:lnTo>
                    <a:pt x="6742756" y="1430811"/>
                  </a:lnTo>
                  <a:lnTo>
                    <a:pt x="6699411" y="1390146"/>
                  </a:lnTo>
                  <a:lnTo>
                    <a:pt x="6656151" y="1346207"/>
                  </a:lnTo>
                  <a:lnTo>
                    <a:pt x="6612725" y="1299008"/>
                  </a:lnTo>
                  <a:lnTo>
                    <a:pt x="6568959" y="1248646"/>
                  </a:lnTo>
                  <a:lnTo>
                    <a:pt x="6524748" y="1195307"/>
                  </a:lnTo>
                  <a:lnTo>
                    <a:pt x="6480050" y="1139271"/>
                  </a:lnTo>
                  <a:lnTo>
                    <a:pt x="6434878" y="1080908"/>
                  </a:lnTo>
                  <a:lnTo>
                    <a:pt x="6389296" y="1020674"/>
                  </a:lnTo>
                  <a:lnTo>
                    <a:pt x="6343402" y="959094"/>
                  </a:lnTo>
                  <a:lnTo>
                    <a:pt x="6297326" y="896748"/>
                  </a:lnTo>
                  <a:lnTo>
                    <a:pt x="6251212" y="834246"/>
                  </a:lnTo>
                  <a:lnTo>
                    <a:pt x="6205209" y="772204"/>
                  </a:lnTo>
                  <a:lnTo>
                    <a:pt x="6159455" y="711221"/>
                  </a:lnTo>
                  <a:lnTo>
                    <a:pt x="6114065" y="651852"/>
                  </a:lnTo>
                  <a:lnTo>
                    <a:pt x="6069123" y="594589"/>
                  </a:lnTo>
                  <a:lnTo>
                    <a:pt x="6024668" y="539847"/>
                  </a:lnTo>
                  <a:lnTo>
                    <a:pt x="5980686" y="487953"/>
                  </a:lnTo>
                  <a:lnTo>
                    <a:pt x="5937106" y="439139"/>
                  </a:lnTo>
                  <a:lnTo>
                    <a:pt x="5893788" y="393547"/>
                  </a:lnTo>
                  <a:lnTo>
                    <a:pt x="5850523" y="351232"/>
                  </a:lnTo>
                  <a:lnTo>
                    <a:pt x="5807015" y="312169"/>
                  </a:lnTo>
                  <a:lnTo>
                    <a:pt x="5784835" y="293652"/>
                  </a:lnTo>
                  <a:lnTo>
                    <a:pt x="5735778" y="256143"/>
                  </a:lnTo>
                  <a:lnTo>
                    <a:pt x="5685054" y="222409"/>
                  </a:lnTo>
                  <a:lnTo>
                    <a:pt x="5631869" y="192253"/>
                  </a:lnTo>
                  <a:lnTo>
                    <a:pt x="5575338" y="165348"/>
                  </a:lnTo>
                  <a:lnTo>
                    <a:pt x="5514558" y="141326"/>
                  </a:lnTo>
                  <a:lnTo>
                    <a:pt x="5448687" y="119829"/>
                  </a:lnTo>
                  <a:lnTo>
                    <a:pt x="5377039" y="100545"/>
                  </a:lnTo>
                  <a:lnTo>
                    <a:pt x="5299221" y="83221"/>
                  </a:lnTo>
                  <a:lnTo>
                    <a:pt x="5215296" y="67674"/>
                  </a:lnTo>
                  <a:lnTo>
                    <a:pt x="5125991" y="53788"/>
                  </a:lnTo>
                  <a:lnTo>
                    <a:pt x="5032899" y="41517"/>
                  </a:lnTo>
                  <a:lnTo>
                    <a:pt x="4938611" y="30868"/>
                  </a:lnTo>
                  <a:lnTo>
                    <a:pt x="4846684" y="21876"/>
                  </a:lnTo>
                  <a:lnTo>
                    <a:pt x="4761346" y="14575"/>
                  </a:lnTo>
                  <a:lnTo>
                    <a:pt x="4686888" y="8953"/>
                  </a:lnTo>
                  <a:lnTo>
                    <a:pt x="4626857" y="4923"/>
                  </a:lnTo>
                  <a:lnTo>
                    <a:pt x="4583236" y="2304"/>
                  </a:lnTo>
                  <a:lnTo>
                    <a:pt x="4555905" y="828"/>
                  </a:lnTo>
                  <a:lnTo>
                    <a:pt x="4542512" y="175"/>
                  </a:lnTo>
                  <a:lnTo>
                    <a:pt x="4538696" y="6"/>
                  </a:lnTo>
                  <a:lnTo>
                    <a:pt x="4538543" y="0"/>
                  </a:lnTo>
                  <a:lnTo>
                    <a:pt x="4016409" y="0"/>
                  </a:lnTo>
                  <a:lnTo>
                    <a:pt x="4015606" y="108"/>
                  </a:lnTo>
                  <a:lnTo>
                    <a:pt x="4010305" y="878"/>
                  </a:lnTo>
                  <a:lnTo>
                    <a:pt x="3996861" y="3007"/>
                  </a:lnTo>
                  <a:lnTo>
                    <a:pt x="3972634" y="7203"/>
                  </a:lnTo>
                  <a:lnTo>
                    <a:pt x="3936138" y="14137"/>
                  </a:lnTo>
                  <a:lnTo>
                    <a:pt x="3887162" y="24379"/>
                  </a:lnTo>
                  <a:lnTo>
                    <a:pt x="3826723" y="38354"/>
                  </a:lnTo>
                  <a:lnTo>
                    <a:pt x="3756842" y="56313"/>
                  </a:lnTo>
                  <a:lnTo>
                    <a:pt x="3680170" y="78348"/>
                  </a:lnTo>
                  <a:lnTo>
                    <a:pt x="3599566" y="104436"/>
                  </a:lnTo>
                  <a:lnTo>
                    <a:pt x="3517721" y="134496"/>
                  </a:lnTo>
                  <a:lnTo>
                    <a:pt x="3436898" y="168454"/>
                  </a:lnTo>
                  <a:lnTo>
                    <a:pt x="3358803" y="206293"/>
                  </a:lnTo>
                  <a:lnTo>
                    <a:pt x="3284567" y="248091"/>
                  </a:lnTo>
                  <a:lnTo>
                    <a:pt x="3214812" y="294044"/>
                  </a:lnTo>
                  <a:lnTo>
                    <a:pt x="3149737" y="344477"/>
                  </a:lnTo>
                  <a:lnTo>
                    <a:pt x="3089231" y="399839"/>
                  </a:lnTo>
                  <a:lnTo>
                    <a:pt x="3032962" y="460701"/>
                  </a:lnTo>
                  <a:lnTo>
                    <a:pt x="2980456" y="527737"/>
                  </a:lnTo>
                  <a:lnTo>
                    <a:pt x="2931157" y="601696"/>
                  </a:lnTo>
                  <a:lnTo>
                    <a:pt x="2884477" y="683353"/>
                  </a:lnTo>
                  <a:lnTo>
                    <a:pt x="2839829" y="773431"/>
                  </a:lnTo>
                  <a:lnTo>
                    <a:pt x="2796667" y="872467"/>
                  </a:lnTo>
                  <a:lnTo>
                    <a:pt x="2770117" y="939312"/>
                  </a:lnTo>
                  <a:lnTo>
                    <a:pt x="2742468" y="1013615"/>
                  </a:lnTo>
                  <a:lnTo>
                    <a:pt x="2715044" y="1091952"/>
                  </a:lnTo>
                  <a:lnTo>
                    <a:pt x="2687749" y="1174402"/>
                  </a:lnTo>
                  <a:lnTo>
                    <a:pt x="2660499" y="1261009"/>
                  </a:lnTo>
                  <a:lnTo>
                    <a:pt x="2633226" y="1351782"/>
                  </a:lnTo>
                  <a:lnTo>
                    <a:pt x="2605872" y="1446689"/>
                  </a:lnTo>
                  <a:lnTo>
                    <a:pt x="2578395" y="1545655"/>
                  </a:lnTo>
                  <a:lnTo>
                    <a:pt x="2550761" y="1648561"/>
                  </a:lnTo>
                  <a:lnTo>
                    <a:pt x="2522949" y="1755241"/>
                  </a:lnTo>
                  <a:lnTo>
                    <a:pt x="2494944" y="1865482"/>
                  </a:lnTo>
                  <a:lnTo>
                    <a:pt x="2466745" y="1979024"/>
                  </a:lnTo>
                  <a:lnTo>
                    <a:pt x="2438356" y="2095561"/>
                  </a:lnTo>
                  <a:lnTo>
                    <a:pt x="2409790" y="2214747"/>
                  </a:lnTo>
                  <a:lnTo>
                    <a:pt x="2381066" y="2336192"/>
                  </a:lnTo>
                  <a:lnTo>
                    <a:pt x="2352210" y="2459475"/>
                  </a:lnTo>
                  <a:lnTo>
                    <a:pt x="2323252" y="2584144"/>
                  </a:lnTo>
                  <a:lnTo>
                    <a:pt x="2294226" y="2709727"/>
                  </a:lnTo>
                  <a:lnTo>
                    <a:pt x="2265168" y="2835735"/>
                  </a:lnTo>
                  <a:lnTo>
                    <a:pt x="2236115" y="2961672"/>
                  </a:lnTo>
                  <a:lnTo>
                    <a:pt x="2207105" y="3087046"/>
                  </a:lnTo>
                  <a:lnTo>
                    <a:pt x="2178173" y="3211371"/>
                  </a:lnTo>
                  <a:lnTo>
                    <a:pt x="2149351" y="3334180"/>
                  </a:lnTo>
                  <a:lnTo>
                    <a:pt x="2120670" y="3455028"/>
                  </a:lnTo>
                  <a:lnTo>
                    <a:pt x="2092152" y="3573504"/>
                  </a:lnTo>
                  <a:lnTo>
                    <a:pt x="2063815" y="3689229"/>
                  </a:lnTo>
                  <a:lnTo>
                    <a:pt x="2035671" y="3801868"/>
                  </a:lnTo>
                  <a:lnTo>
                    <a:pt x="2007721" y="3911127"/>
                  </a:lnTo>
                  <a:lnTo>
                    <a:pt x="1979961" y="4016761"/>
                  </a:lnTo>
                  <a:lnTo>
                    <a:pt x="1952374" y="4118570"/>
                  </a:lnTo>
                  <a:lnTo>
                    <a:pt x="1924936" y="4216400"/>
                  </a:lnTo>
                  <a:lnTo>
                    <a:pt x="1897610" y="4310145"/>
                  </a:lnTo>
                  <a:lnTo>
                    <a:pt x="1870349" y="4399743"/>
                  </a:lnTo>
                  <a:lnTo>
                    <a:pt x="1843094" y="4485174"/>
                  </a:lnTo>
                  <a:lnTo>
                    <a:pt x="1815772" y="4566456"/>
                  </a:lnTo>
                  <a:lnTo>
                    <a:pt x="1788295" y="4643645"/>
                  </a:lnTo>
                  <a:lnTo>
                    <a:pt x="1768425" y="4696563"/>
                  </a:lnTo>
                  <a:lnTo>
                    <a:pt x="1725951" y="4801341"/>
                  </a:lnTo>
                  <a:lnTo>
                    <a:pt x="1682295" y="4896998"/>
                  </a:lnTo>
                  <a:lnTo>
                    <a:pt x="1636958" y="4983865"/>
                  </a:lnTo>
                  <a:lnTo>
                    <a:pt x="1589373" y="5062567"/>
                  </a:lnTo>
                  <a:lnTo>
                    <a:pt x="1538948" y="5133859"/>
                  </a:lnTo>
                  <a:lnTo>
                    <a:pt x="1485103" y="5198513"/>
                  </a:lnTo>
                  <a:lnTo>
                    <a:pt x="1427306" y="5257254"/>
                  </a:lnTo>
                  <a:lnTo>
                    <a:pt x="1365128" y="5310720"/>
                  </a:lnTo>
                  <a:lnTo>
                    <a:pt x="1298310" y="5359440"/>
                  </a:lnTo>
                  <a:lnTo>
                    <a:pt x="1226843" y="5403816"/>
                  </a:lnTo>
                  <a:lnTo>
                    <a:pt x="1151073" y="5444124"/>
                  </a:lnTo>
                  <a:lnTo>
                    <a:pt x="1071800" y="5480514"/>
                  </a:lnTo>
                  <a:lnTo>
                    <a:pt x="990366" y="5513028"/>
                  </a:lnTo>
                  <a:lnTo>
                    <a:pt x="908692" y="5541619"/>
                  </a:lnTo>
                  <a:lnTo>
                    <a:pt x="829221" y="5566207"/>
                  </a:lnTo>
                  <a:lnTo>
                    <a:pt x="754745" y="5586722"/>
                  </a:lnTo>
                  <a:lnTo>
                    <a:pt x="688093" y="5603179"/>
                  </a:lnTo>
                  <a:lnTo>
                    <a:pt x="631731" y="5615726"/>
                  </a:lnTo>
                  <a:lnTo>
                    <a:pt x="587345" y="5624679"/>
                  </a:lnTo>
                  <a:lnTo>
                    <a:pt x="555509" y="5630520"/>
                  </a:lnTo>
                  <a:lnTo>
                    <a:pt x="535534" y="5633865"/>
                  </a:lnTo>
                  <a:lnTo>
                    <a:pt x="525487" y="5635405"/>
                  </a:lnTo>
                  <a:lnTo>
                    <a:pt x="522335" y="5635850"/>
                  </a:lnTo>
                  <a:lnTo>
                    <a:pt x="522133" y="5635876"/>
                  </a:lnTo>
                  <a:lnTo>
                    <a:pt x="0" y="5635876"/>
                  </a:lnTo>
                  <a:close/>
                </a:path>
              </a:pathLst>
            </a:custGeom>
            <a:solidFill>
              <a:srgbClr val="69D6E2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2094" name="pl2094"/>
            <p:cNvSpPr/>
            <p:nvPr/>
          </p:nvSpPr>
          <p:spPr>
            <a:xfrm>
              <a:off x="386606" y="496590"/>
              <a:ext cx="8554953" cy="5635876"/>
            </a:xfrm>
            <a:custGeom>
              <a:avLst/>
              <a:pathLst>
                <a:path w="8554953" h="5635876">
                  <a:moveTo>
                    <a:pt x="0" y="5635876"/>
                  </a:moveTo>
                  <a:lnTo>
                    <a:pt x="522133" y="5635876"/>
                  </a:lnTo>
                  <a:lnTo>
                    <a:pt x="522936" y="5635768"/>
                  </a:lnTo>
                  <a:lnTo>
                    <a:pt x="528237" y="5634997"/>
                  </a:lnTo>
                  <a:lnTo>
                    <a:pt x="541681" y="5632868"/>
                  </a:lnTo>
                  <a:lnTo>
                    <a:pt x="565908" y="5628672"/>
                  </a:lnTo>
                  <a:lnTo>
                    <a:pt x="602404" y="5621739"/>
                  </a:lnTo>
                  <a:lnTo>
                    <a:pt x="651380" y="5611497"/>
                  </a:lnTo>
                  <a:lnTo>
                    <a:pt x="711819" y="5597522"/>
                  </a:lnTo>
                  <a:lnTo>
                    <a:pt x="781700" y="5579563"/>
                  </a:lnTo>
                  <a:lnTo>
                    <a:pt x="858372" y="5557528"/>
                  </a:lnTo>
                  <a:lnTo>
                    <a:pt x="938976" y="5531440"/>
                  </a:lnTo>
                  <a:lnTo>
                    <a:pt x="1020821" y="5501380"/>
                  </a:lnTo>
                  <a:lnTo>
                    <a:pt x="1101644" y="5467422"/>
                  </a:lnTo>
                  <a:lnTo>
                    <a:pt x="1179740" y="5429583"/>
                  </a:lnTo>
                  <a:lnTo>
                    <a:pt x="1253975" y="5387785"/>
                  </a:lnTo>
                  <a:lnTo>
                    <a:pt x="1323730" y="5341831"/>
                  </a:lnTo>
                  <a:lnTo>
                    <a:pt x="1388805" y="5291399"/>
                  </a:lnTo>
                  <a:lnTo>
                    <a:pt x="1449311" y="5236037"/>
                  </a:lnTo>
                  <a:lnTo>
                    <a:pt x="1505580" y="5175175"/>
                  </a:lnTo>
                  <a:lnTo>
                    <a:pt x="1558087" y="5108139"/>
                  </a:lnTo>
                  <a:lnTo>
                    <a:pt x="1607385" y="5034180"/>
                  </a:lnTo>
                  <a:lnTo>
                    <a:pt x="1654065" y="4952522"/>
                  </a:lnTo>
                  <a:lnTo>
                    <a:pt x="1698713" y="4862445"/>
                  </a:lnTo>
                  <a:lnTo>
                    <a:pt x="1741875" y="4763409"/>
                  </a:lnTo>
                  <a:lnTo>
                    <a:pt x="1768425" y="4696563"/>
                  </a:lnTo>
                  <a:lnTo>
                    <a:pt x="1796075" y="4622260"/>
                  </a:lnTo>
                  <a:lnTo>
                    <a:pt x="1823498" y="4543923"/>
                  </a:lnTo>
                  <a:lnTo>
                    <a:pt x="1850793" y="4461474"/>
                  </a:lnTo>
                  <a:lnTo>
                    <a:pt x="1878043" y="4374867"/>
                  </a:lnTo>
                  <a:lnTo>
                    <a:pt x="1905317" y="4284094"/>
                  </a:lnTo>
                  <a:lnTo>
                    <a:pt x="1932670" y="4189187"/>
                  </a:lnTo>
                  <a:lnTo>
                    <a:pt x="1960147" y="4090221"/>
                  </a:lnTo>
                  <a:lnTo>
                    <a:pt x="1987781" y="3987315"/>
                  </a:lnTo>
                  <a:lnTo>
                    <a:pt x="2015593" y="3880635"/>
                  </a:lnTo>
                  <a:lnTo>
                    <a:pt x="2043598" y="3770394"/>
                  </a:lnTo>
                  <a:lnTo>
                    <a:pt x="2071797" y="3656852"/>
                  </a:lnTo>
                  <a:lnTo>
                    <a:pt x="2100186" y="3540314"/>
                  </a:lnTo>
                  <a:lnTo>
                    <a:pt x="2128752" y="3421129"/>
                  </a:lnTo>
                  <a:lnTo>
                    <a:pt x="2157476" y="3299684"/>
                  </a:lnTo>
                  <a:lnTo>
                    <a:pt x="2186332" y="3176401"/>
                  </a:lnTo>
                  <a:lnTo>
                    <a:pt x="2215290" y="3051731"/>
                  </a:lnTo>
                  <a:lnTo>
                    <a:pt x="2244316" y="2926149"/>
                  </a:lnTo>
                  <a:lnTo>
                    <a:pt x="2273374" y="2800141"/>
                  </a:lnTo>
                  <a:lnTo>
                    <a:pt x="2302427" y="2674204"/>
                  </a:lnTo>
                  <a:lnTo>
                    <a:pt x="2331437" y="2548830"/>
                  </a:lnTo>
                  <a:lnTo>
                    <a:pt x="2360370" y="2424505"/>
                  </a:lnTo>
                  <a:lnTo>
                    <a:pt x="2389191" y="2301696"/>
                  </a:lnTo>
                  <a:lnTo>
                    <a:pt x="2417873" y="2180848"/>
                  </a:lnTo>
                  <a:lnTo>
                    <a:pt x="2446391" y="2062372"/>
                  </a:lnTo>
                  <a:lnTo>
                    <a:pt x="2474727" y="1946647"/>
                  </a:lnTo>
                  <a:lnTo>
                    <a:pt x="2502871" y="1834008"/>
                  </a:lnTo>
                  <a:lnTo>
                    <a:pt x="2530821" y="1724748"/>
                  </a:lnTo>
                  <a:lnTo>
                    <a:pt x="2558581" y="1619115"/>
                  </a:lnTo>
                  <a:lnTo>
                    <a:pt x="2586168" y="1517306"/>
                  </a:lnTo>
                  <a:lnTo>
                    <a:pt x="2613606" y="1419476"/>
                  </a:lnTo>
                  <a:lnTo>
                    <a:pt x="2640932" y="1325731"/>
                  </a:lnTo>
                  <a:lnTo>
                    <a:pt x="2668193" y="1236133"/>
                  </a:lnTo>
                  <a:lnTo>
                    <a:pt x="2695448" y="1150702"/>
                  </a:lnTo>
                  <a:lnTo>
                    <a:pt x="2722771" y="1069420"/>
                  </a:lnTo>
                  <a:lnTo>
                    <a:pt x="2750247" y="992231"/>
                  </a:lnTo>
                  <a:lnTo>
                    <a:pt x="2770117" y="939312"/>
                  </a:lnTo>
                  <a:lnTo>
                    <a:pt x="2812591" y="834535"/>
                  </a:lnTo>
                  <a:lnTo>
                    <a:pt x="2856247" y="738878"/>
                  </a:lnTo>
                  <a:lnTo>
                    <a:pt x="2901584" y="652011"/>
                  </a:lnTo>
                  <a:lnTo>
                    <a:pt x="2949169" y="573308"/>
                  </a:lnTo>
                  <a:lnTo>
                    <a:pt x="2999594" y="502017"/>
                  </a:lnTo>
                  <a:lnTo>
                    <a:pt x="3053439" y="437363"/>
                  </a:lnTo>
                  <a:lnTo>
                    <a:pt x="3111236" y="378622"/>
                  </a:lnTo>
                  <a:lnTo>
                    <a:pt x="3173414" y="325155"/>
                  </a:lnTo>
                  <a:lnTo>
                    <a:pt x="3240232" y="276436"/>
                  </a:lnTo>
                  <a:lnTo>
                    <a:pt x="3311699" y="232060"/>
                  </a:lnTo>
                  <a:lnTo>
                    <a:pt x="3387469" y="191752"/>
                  </a:lnTo>
                  <a:lnTo>
                    <a:pt x="3466742" y="155361"/>
                  </a:lnTo>
                  <a:lnTo>
                    <a:pt x="3548176" y="122848"/>
                  </a:lnTo>
                  <a:lnTo>
                    <a:pt x="3629850" y="94256"/>
                  </a:lnTo>
                  <a:lnTo>
                    <a:pt x="3709321" y="69669"/>
                  </a:lnTo>
                  <a:lnTo>
                    <a:pt x="3783798" y="49154"/>
                  </a:lnTo>
                  <a:lnTo>
                    <a:pt x="3850449" y="32696"/>
                  </a:lnTo>
                  <a:lnTo>
                    <a:pt x="3906811" y="20150"/>
                  </a:lnTo>
                  <a:lnTo>
                    <a:pt x="3951197" y="11197"/>
                  </a:lnTo>
                  <a:lnTo>
                    <a:pt x="3983033" y="5356"/>
                  </a:lnTo>
                  <a:lnTo>
                    <a:pt x="4003008" y="2011"/>
                  </a:lnTo>
                  <a:lnTo>
                    <a:pt x="4013055" y="471"/>
                  </a:lnTo>
                  <a:lnTo>
                    <a:pt x="4016207" y="26"/>
                  </a:lnTo>
                  <a:lnTo>
                    <a:pt x="4016409" y="0"/>
                  </a:lnTo>
                  <a:lnTo>
                    <a:pt x="4538543" y="0"/>
                  </a:lnTo>
                  <a:lnTo>
                    <a:pt x="4539763" y="51"/>
                  </a:lnTo>
                  <a:lnTo>
                    <a:pt x="4547749" y="422"/>
                  </a:lnTo>
                  <a:lnTo>
                    <a:pt x="4567740" y="1448"/>
                  </a:lnTo>
                  <a:lnTo>
                    <a:pt x="4603125" y="3462"/>
                  </a:lnTo>
                  <a:lnTo>
                    <a:pt x="4655142" y="6764"/>
                  </a:lnTo>
                  <a:lnTo>
                    <a:pt x="4722807" y="11580"/>
                  </a:lnTo>
                  <a:lnTo>
                    <a:pt x="4803259" y="18043"/>
                  </a:lnTo>
                  <a:lnTo>
                    <a:pt x="4892468" y="26198"/>
                  </a:lnTo>
                  <a:lnTo>
                    <a:pt x="4986082" y="36031"/>
                  </a:lnTo>
                  <a:lnTo>
                    <a:pt x="5080155" y="47501"/>
                  </a:lnTo>
                  <a:lnTo>
                    <a:pt x="5171598" y="60583"/>
                  </a:lnTo>
                  <a:lnTo>
                    <a:pt x="5258332" y="75297"/>
                  </a:lnTo>
                  <a:lnTo>
                    <a:pt x="5339223" y="91721"/>
                  </a:lnTo>
                  <a:lnTo>
                    <a:pt x="5413906" y="110005"/>
                  </a:lnTo>
                  <a:lnTo>
                    <a:pt x="5482571" y="130369"/>
                  </a:lnTo>
                  <a:lnTo>
                    <a:pt x="5545778" y="153096"/>
                  </a:lnTo>
                  <a:lnTo>
                    <a:pt x="5604306" y="178525"/>
                  </a:lnTo>
                  <a:lnTo>
                    <a:pt x="5659037" y="207023"/>
                  </a:lnTo>
                  <a:lnTo>
                    <a:pt x="5710874" y="238947"/>
                  </a:lnTo>
                  <a:lnTo>
                    <a:pt x="5760668" y="274573"/>
                  </a:lnTo>
                  <a:lnTo>
                    <a:pt x="5784835" y="293652"/>
                  </a:lnTo>
                  <a:lnTo>
                    <a:pt x="5828605" y="331105"/>
                  </a:lnTo>
                  <a:lnTo>
                    <a:pt x="5871951" y="371770"/>
                  </a:lnTo>
                  <a:lnTo>
                    <a:pt x="5915211" y="415709"/>
                  </a:lnTo>
                  <a:lnTo>
                    <a:pt x="5958637" y="462908"/>
                  </a:lnTo>
                  <a:lnTo>
                    <a:pt x="6002403" y="513270"/>
                  </a:lnTo>
                  <a:lnTo>
                    <a:pt x="6046614" y="566609"/>
                  </a:lnTo>
                  <a:lnTo>
                    <a:pt x="6091312" y="622646"/>
                  </a:lnTo>
                  <a:lnTo>
                    <a:pt x="6136484" y="681008"/>
                  </a:lnTo>
                  <a:lnTo>
                    <a:pt x="6182066" y="741242"/>
                  </a:lnTo>
                  <a:lnTo>
                    <a:pt x="6227960" y="802822"/>
                  </a:lnTo>
                  <a:lnTo>
                    <a:pt x="6274036" y="865168"/>
                  </a:lnTo>
                  <a:lnTo>
                    <a:pt x="6320150" y="927670"/>
                  </a:lnTo>
                  <a:lnTo>
                    <a:pt x="6366153" y="989712"/>
                  </a:lnTo>
                  <a:lnTo>
                    <a:pt x="6411907" y="1050695"/>
                  </a:lnTo>
                  <a:lnTo>
                    <a:pt x="6457297" y="1110065"/>
                  </a:lnTo>
                  <a:lnTo>
                    <a:pt x="6502238" y="1167327"/>
                  </a:lnTo>
                  <a:lnTo>
                    <a:pt x="6546694" y="1222069"/>
                  </a:lnTo>
                  <a:lnTo>
                    <a:pt x="6590676" y="1273963"/>
                  </a:lnTo>
                  <a:lnTo>
                    <a:pt x="6634256" y="1322777"/>
                  </a:lnTo>
                  <a:lnTo>
                    <a:pt x="6677574" y="1368369"/>
                  </a:lnTo>
                  <a:lnTo>
                    <a:pt x="6720839" y="1410684"/>
                  </a:lnTo>
                  <a:lnTo>
                    <a:pt x="6764347" y="1449747"/>
                  </a:lnTo>
                  <a:lnTo>
                    <a:pt x="6786527" y="1468264"/>
                  </a:lnTo>
                  <a:lnTo>
                    <a:pt x="6835584" y="1505773"/>
                  </a:lnTo>
                  <a:lnTo>
                    <a:pt x="6886308" y="1539508"/>
                  </a:lnTo>
                  <a:lnTo>
                    <a:pt x="6939493" y="1569663"/>
                  </a:lnTo>
                  <a:lnTo>
                    <a:pt x="6996024" y="1596568"/>
                  </a:lnTo>
                  <a:lnTo>
                    <a:pt x="7056804" y="1620591"/>
                  </a:lnTo>
                  <a:lnTo>
                    <a:pt x="7122675" y="1642088"/>
                  </a:lnTo>
                  <a:lnTo>
                    <a:pt x="7194322" y="1661371"/>
                  </a:lnTo>
                  <a:lnTo>
                    <a:pt x="7272141" y="1678695"/>
                  </a:lnTo>
                  <a:lnTo>
                    <a:pt x="7356066" y="1694243"/>
                  </a:lnTo>
                  <a:lnTo>
                    <a:pt x="7445371" y="1708128"/>
                  </a:lnTo>
                  <a:lnTo>
                    <a:pt x="7538463" y="1720399"/>
                  </a:lnTo>
                  <a:lnTo>
                    <a:pt x="7632751" y="1731049"/>
                  </a:lnTo>
                  <a:lnTo>
                    <a:pt x="7724678" y="1740040"/>
                  </a:lnTo>
                  <a:lnTo>
                    <a:pt x="7810016" y="1747342"/>
                  </a:lnTo>
                  <a:lnTo>
                    <a:pt x="7884474" y="1752963"/>
                  </a:lnTo>
                  <a:lnTo>
                    <a:pt x="7944505" y="1756993"/>
                  </a:lnTo>
                  <a:lnTo>
                    <a:pt x="7988126" y="1759613"/>
                  </a:lnTo>
                  <a:lnTo>
                    <a:pt x="8015457" y="1761088"/>
                  </a:lnTo>
                  <a:lnTo>
                    <a:pt x="8028850" y="1761741"/>
                  </a:lnTo>
                  <a:lnTo>
                    <a:pt x="8032666" y="1761911"/>
                  </a:lnTo>
                  <a:lnTo>
                    <a:pt x="8032819" y="1761917"/>
                  </a:lnTo>
                  <a:lnTo>
                    <a:pt x="8554953" y="1761917"/>
                  </a:lnTo>
                  <a:lnTo>
                    <a:pt x="8554953" y="1761917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095" name="pl2095"/>
            <p:cNvSpPr/>
            <p:nvPr/>
          </p:nvSpPr>
          <p:spPr>
            <a:xfrm>
              <a:off x="386606" y="490943"/>
              <a:ext cx="8554953" cy="5635876"/>
            </a:xfrm>
            <a:custGeom>
              <a:avLst/>
              <a:pathLst>
                <a:path w="8554953" h="5635876">
                  <a:moveTo>
                    <a:pt x="8554953" y="1761917"/>
                  </a:moveTo>
                  <a:lnTo>
                    <a:pt x="8032819" y="1761917"/>
                  </a:lnTo>
                  <a:lnTo>
                    <a:pt x="8031599" y="1761865"/>
                  </a:lnTo>
                  <a:lnTo>
                    <a:pt x="8023613" y="1761494"/>
                  </a:lnTo>
                  <a:lnTo>
                    <a:pt x="8003622" y="1760469"/>
                  </a:lnTo>
                  <a:lnTo>
                    <a:pt x="7968237" y="1758454"/>
                  </a:lnTo>
                  <a:lnTo>
                    <a:pt x="7916220" y="1755152"/>
                  </a:lnTo>
                  <a:lnTo>
                    <a:pt x="7848555" y="1750337"/>
                  </a:lnTo>
                  <a:lnTo>
                    <a:pt x="7768103" y="1743874"/>
                  </a:lnTo>
                  <a:lnTo>
                    <a:pt x="7678894" y="1735718"/>
                  </a:lnTo>
                  <a:lnTo>
                    <a:pt x="7585280" y="1725886"/>
                  </a:lnTo>
                  <a:lnTo>
                    <a:pt x="7491207" y="1714415"/>
                  </a:lnTo>
                  <a:lnTo>
                    <a:pt x="7399764" y="1701333"/>
                  </a:lnTo>
                  <a:lnTo>
                    <a:pt x="7313030" y="1686620"/>
                  </a:lnTo>
                  <a:lnTo>
                    <a:pt x="7232139" y="1670196"/>
                  </a:lnTo>
                  <a:lnTo>
                    <a:pt x="7157456" y="1651911"/>
                  </a:lnTo>
                  <a:lnTo>
                    <a:pt x="7088791" y="1631548"/>
                  </a:lnTo>
                  <a:lnTo>
                    <a:pt x="7025584" y="1608820"/>
                  </a:lnTo>
                  <a:lnTo>
                    <a:pt x="6967056" y="1583391"/>
                  </a:lnTo>
                  <a:lnTo>
                    <a:pt x="6912325" y="1554893"/>
                  </a:lnTo>
                  <a:lnTo>
                    <a:pt x="6860488" y="1522969"/>
                  </a:lnTo>
                  <a:lnTo>
                    <a:pt x="6810694" y="1487343"/>
                  </a:lnTo>
                  <a:lnTo>
                    <a:pt x="6786527" y="1468264"/>
                  </a:lnTo>
                  <a:lnTo>
                    <a:pt x="6742756" y="1430811"/>
                  </a:lnTo>
                  <a:lnTo>
                    <a:pt x="6699411" y="1390146"/>
                  </a:lnTo>
                  <a:lnTo>
                    <a:pt x="6656151" y="1346207"/>
                  </a:lnTo>
                  <a:lnTo>
                    <a:pt x="6612725" y="1299008"/>
                  </a:lnTo>
                  <a:lnTo>
                    <a:pt x="6568959" y="1248646"/>
                  </a:lnTo>
                  <a:lnTo>
                    <a:pt x="6524748" y="1195307"/>
                  </a:lnTo>
                  <a:lnTo>
                    <a:pt x="6480050" y="1139271"/>
                  </a:lnTo>
                  <a:lnTo>
                    <a:pt x="6434878" y="1080908"/>
                  </a:lnTo>
                  <a:lnTo>
                    <a:pt x="6389296" y="1020674"/>
                  </a:lnTo>
                  <a:lnTo>
                    <a:pt x="6343402" y="959094"/>
                  </a:lnTo>
                  <a:lnTo>
                    <a:pt x="6297326" y="896748"/>
                  </a:lnTo>
                  <a:lnTo>
                    <a:pt x="6251212" y="834246"/>
                  </a:lnTo>
                  <a:lnTo>
                    <a:pt x="6205209" y="772204"/>
                  </a:lnTo>
                  <a:lnTo>
                    <a:pt x="6159455" y="711221"/>
                  </a:lnTo>
                  <a:lnTo>
                    <a:pt x="6114065" y="651852"/>
                  </a:lnTo>
                  <a:lnTo>
                    <a:pt x="6069123" y="594589"/>
                  </a:lnTo>
                  <a:lnTo>
                    <a:pt x="6024668" y="539847"/>
                  </a:lnTo>
                  <a:lnTo>
                    <a:pt x="5980686" y="487953"/>
                  </a:lnTo>
                  <a:lnTo>
                    <a:pt x="5937106" y="439139"/>
                  </a:lnTo>
                  <a:lnTo>
                    <a:pt x="5893788" y="393547"/>
                  </a:lnTo>
                  <a:lnTo>
                    <a:pt x="5850523" y="351232"/>
                  </a:lnTo>
                  <a:lnTo>
                    <a:pt x="5807015" y="312169"/>
                  </a:lnTo>
                  <a:lnTo>
                    <a:pt x="5784835" y="293652"/>
                  </a:lnTo>
                  <a:lnTo>
                    <a:pt x="5735778" y="256143"/>
                  </a:lnTo>
                  <a:lnTo>
                    <a:pt x="5685054" y="222409"/>
                  </a:lnTo>
                  <a:lnTo>
                    <a:pt x="5631869" y="192253"/>
                  </a:lnTo>
                  <a:lnTo>
                    <a:pt x="5575338" y="165348"/>
                  </a:lnTo>
                  <a:lnTo>
                    <a:pt x="5514558" y="141326"/>
                  </a:lnTo>
                  <a:lnTo>
                    <a:pt x="5448687" y="119829"/>
                  </a:lnTo>
                  <a:lnTo>
                    <a:pt x="5377039" y="100545"/>
                  </a:lnTo>
                  <a:lnTo>
                    <a:pt x="5299221" y="83221"/>
                  </a:lnTo>
                  <a:lnTo>
                    <a:pt x="5215296" y="67674"/>
                  </a:lnTo>
                  <a:lnTo>
                    <a:pt x="5125991" y="53788"/>
                  </a:lnTo>
                  <a:lnTo>
                    <a:pt x="5032899" y="41517"/>
                  </a:lnTo>
                  <a:lnTo>
                    <a:pt x="4938611" y="30868"/>
                  </a:lnTo>
                  <a:lnTo>
                    <a:pt x="4846684" y="21876"/>
                  </a:lnTo>
                  <a:lnTo>
                    <a:pt x="4761346" y="14575"/>
                  </a:lnTo>
                  <a:lnTo>
                    <a:pt x="4686888" y="8953"/>
                  </a:lnTo>
                  <a:lnTo>
                    <a:pt x="4626857" y="4923"/>
                  </a:lnTo>
                  <a:lnTo>
                    <a:pt x="4583236" y="2304"/>
                  </a:lnTo>
                  <a:lnTo>
                    <a:pt x="4555905" y="828"/>
                  </a:lnTo>
                  <a:lnTo>
                    <a:pt x="4542512" y="175"/>
                  </a:lnTo>
                  <a:lnTo>
                    <a:pt x="4538696" y="6"/>
                  </a:lnTo>
                  <a:lnTo>
                    <a:pt x="4538543" y="0"/>
                  </a:lnTo>
                  <a:lnTo>
                    <a:pt x="4016409" y="0"/>
                  </a:lnTo>
                  <a:lnTo>
                    <a:pt x="4015606" y="108"/>
                  </a:lnTo>
                  <a:lnTo>
                    <a:pt x="4010305" y="878"/>
                  </a:lnTo>
                  <a:lnTo>
                    <a:pt x="3996861" y="3007"/>
                  </a:lnTo>
                  <a:lnTo>
                    <a:pt x="3972634" y="7203"/>
                  </a:lnTo>
                  <a:lnTo>
                    <a:pt x="3936138" y="14137"/>
                  </a:lnTo>
                  <a:lnTo>
                    <a:pt x="3887162" y="24379"/>
                  </a:lnTo>
                  <a:lnTo>
                    <a:pt x="3826723" y="38354"/>
                  </a:lnTo>
                  <a:lnTo>
                    <a:pt x="3756842" y="56313"/>
                  </a:lnTo>
                  <a:lnTo>
                    <a:pt x="3680170" y="78348"/>
                  </a:lnTo>
                  <a:lnTo>
                    <a:pt x="3599566" y="104436"/>
                  </a:lnTo>
                  <a:lnTo>
                    <a:pt x="3517721" y="134496"/>
                  </a:lnTo>
                  <a:lnTo>
                    <a:pt x="3436898" y="168454"/>
                  </a:lnTo>
                  <a:lnTo>
                    <a:pt x="3358803" y="206293"/>
                  </a:lnTo>
                  <a:lnTo>
                    <a:pt x="3284567" y="248091"/>
                  </a:lnTo>
                  <a:lnTo>
                    <a:pt x="3214812" y="294044"/>
                  </a:lnTo>
                  <a:lnTo>
                    <a:pt x="3149737" y="344477"/>
                  </a:lnTo>
                  <a:lnTo>
                    <a:pt x="3089231" y="399839"/>
                  </a:lnTo>
                  <a:lnTo>
                    <a:pt x="3032962" y="460701"/>
                  </a:lnTo>
                  <a:lnTo>
                    <a:pt x="2980456" y="527737"/>
                  </a:lnTo>
                  <a:lnTo>
                    <a:pt x="2931157" y="601696"/>
                  </a:lnTo>
                  <a:lnTo>
                    <a:pt x="2884477" y="683353"/>
                  </a:lnTo>
                  <a:lnTo>
                    <a:pt x="2839829" y="773431"/>
                  </a:lnTo>
                  <a:lnTo>
                    <a:pt x="2796667" y="872467"/>
                  </a:lnTo>
                  <a:lnTo>
                    <a:pt x="2770117" y="939312"/>
                  </a:lnTo>
                  <a:lnTo>
                    <a:pt x="2742468" y="1013615"/>
                  </a:lnTo>
                  <a:lnTo>
                    <a:pt x="2715044" y="1091952"/>
                  </a:lnTo>
                  <a:lnTo>
                    <a:pt x="2687749" y="1174402"/>
                  </a:lnTo>
                  <a:lnTo>
                    <a:pt x="2660499" y="1261009"/>
                  </a:lnTo>
                  <a:lnTo>
                    <a:pt x="2633226" y="1351782"/>
                  </a:lnTo>
                  <a:lnTo>
                    <a:pt x="2605872" y="1446689"/>
                  </a:lnTo>
                  <a:lnTo>
                    <a:pt x="2578395" y="1545655"/>
                  </a:lnTo>
                  <a:lnTo>
                    <a:pt x="2550761" y="1648561"/>
                  </a:lnTo>
                  <a:lnTo>
                    <a:pt x="2522949" y="1755241"/>
                  </a:lnTo>
                  <a:lnTo>
                    <a:pt x="2494944" y="1865482"/>
                  </a:lnTo>
                  <a:lnTo>
                    <a:pt x="2466745" y="1979024"/>
                  </a:lnTo>
                  <a:lnTo>
                    <a:pt x="2438356" y="2095561"/>
                  </a:lnTo>
                  <a:lnTo>
                    <a:pt x="2409790" y="2214747"/>
                  </a:lnTo>
                  <a:lnTo>
                    <a:pt x="2381066" y="2336192"/>
                  </a:lnTo>
                  <a:lnTo>
                    <a:pt x="2352210" y="2459475"/>
                  </a:lnTo>
                  <a:lnTo>
                    <a:pt x="2323252" y="2584144"/>
                  </a:lnTo>
                  <a:lnTo>
                    <a:pt x="2294226" y="2709727"/>
                  </a:lnTo>
                  <a:lnTo>
                    <a:pt x="2265168" y="2835735"/>
                  </a:lnTo>
                  <a:lnTo>
                    <a:pt x="2236115" y="2961672"/>
                  </a:lnTo>
                  <a:lnTo>
                    <a:pt x="2207105" y="3087046"/>
                  </a:lnTo>
                  <a:lnTo>
                    <a:pt x="2178173" y="3211371"/>
                  </a:lnTo>
                  <a:lnTo>
                    <a:pt x="2149351" y="3334180"/>
                  </a:lnTo>
                  <a:lnTo>
                    <a:pt x="2120670" y="3455028"/>
                  </a:lnTo>
                  <a:lnTo>
                    <a:pt x="2092152" y="3573504"/>
                  </a:lnTo>
                  <a:lnTo>
                    <a:pt x="2063815" y="3689229"/>
                  </a:lnTo>
                  <a:lnTo>
                    <a:pt x="2035671" y="3801868"/>
                  </a:lnTo>
                  <a:lnTo>
                    <a:pt x="2007721" y="3911127"/>
                  </a:lnTo>
                  <a:lnTo>
                    <a:pt x="1979961" y="4016761"/>
                  </a:lnTo>
                  <a:lnTo>
                    <a:pt x="1952374" y="4118570"/>
                  </a:lnTo>
                  <a:lnTo>
                    <a:pt x="1924936" y="4216400"/>
                  </a:lnTo>
                  <a:lnTo>
                    <a:pt x="1897610" y="4310145"/>
                  </a:lnTo>
                  <a:lnTo>
                    <a:pt x="1870349" y="4399743"/>
                  </a:lnTo>
                  <a:lnTo>
                    <a:pt x="1843094" y="4485174"/>
                  </a:lnTo>
                  <a:lnTo>
                    <a:pt x="1815772" y="4566456"/>
                  </a:lnTo>
                  <a:lnTo>
                    <a:pt x="1788295" y="4643645"/>
                  </a:lnTo>
                  <a:lnTo>
                    <a:pt x="1768425" y="4696563"/>
                  </a:lnTo>
                  <a:lnTo>
                    <a:pt x="1725951" y="4801341"/>
                  </a:lnTo>
                  <a:lnTo>
                    <a:pt x="1682295" y="4896998"/>
                  </a:lnTo>
                  <a:lnTo>
                    <a:pt x="1636958" y="4983865"/>
                  </a:lnTo>
                  <a:lnTo>
                    <a:pt x="1589373" y="5062567"/>
                  </a:lnTo>
                  <a:lnTo>
                    <a:pt x="1538948" y="5133859"/>
                  </a:lnTo>
                  <a:lnTo>
                    <a:pt x="1485103" y="5198513"/>
                  </a:lnTo>
                  <a:lnTo>
                    <a:pt x="1427306" y="5257254"/>
                  </a:lnTo>
                  <a:lnTo>
                    <a:pt x="1365128" y="5310720"/>
                  </a:lnTo>
                  <a:lnTo>
                    <a:pt x="1298310" y="5359440"/>
                  </a:lnTo>
                  <a:lnTo>
                    <a:pt x="1226843" y="5403816"/>
                  </a:lnTo>
                  <a:lnTo>
                    <a:pt x="1151073" y="5444124"/>
                  </a:lnTo>
                  <a:lnTo>
                    <a:pt x="1071800" y="5480514"/>
                  </a:lnTo>
                  <a:lnTo>
                    <a:pt x="990366" y="5513028"/>
                  </a:lnTo>
                  <a:lnTo>
                    <a:pt x="908692" y="5541619"/>
                  </a:lnTo>
                  <a:lnTo>
                    <a:pt x="829221" y="5566207"/>
                  </a:lnTo>
                  <a:lnTo>
                    <a:pt x="754745" y="5586722"/>
                  </a:lnTo>
                  <a:lnTo>
                    <a:pt x="688093" y="5603179"/>
                  </a:lnTo>
                  <a:lnTo>
                    <a:pt x="631731" y="5615726"/>
                  </a:lnTo>
                  <a:lnTo>
                    <a:pt x="587345" y="5624679"/>
                  </a:lnTo>
                  <a:lnTo>
                    <a:pt x="555509" y="5630520"/>
                  </a:lnTo>
                  <a:lnTo>
                    <a:pt x="535534" y="5633865"/>
                  </a:lnTo>
                  <a:lnTo>
                    <a:pt x="525487" y="5635405"/>
                  </a:lnTo>
                  <a:lnTo>
                    <a:pt x="522335" y="5635850"/>
                  </a:lnTo>
                  <a:lnTo>
                    <a:pt x="522133" y="5635876"/>
                  </a:lnTo>
                  <a:lnTo>
                    <a:pt x="0" y="5635876"/>
                  </a:lnTo>
                  <a:lnTo>
                    <a:pt x="0" y="5635876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096" name="pg2096"/>
            <p:cNvSpPr/>
            <p:nvPr/>
          </p:nvSpPr>
          <p:spPr>
            <a:xfrm>
              <a:off x="386606" y="1575200"/>
              <a:ext cx="8554953" cy="4596797"/>
            </a:xfrm>
            <a:custGeom>
              <a:avLst/>
              <a:pathLst>
                <a:path w="8554953" h="4596797">
                  <a:moveTo>
                    <a:pt x="0" y="4596797"/>
                  </a:moveTo>
                  <a:lnTo>
                    <a:pt x="522133" y="4596797"/>
                  </a:lnTo>
                  <a:lnTo>
                    <a:pt x="523332" y="4596735"/>
                  </a:lnTo>
                  <a:lnTo>
                    <a:pt x="531179" y="4596294"/>
                  </a:lnTo>
                  <a:lnTo>
                    <a:pt x="550836" y="4595074"/>
                  </a:lnTo>
                  <a:lnTo>
                    <a:pt x="585661" y="4592678"/>
                  </a:lnTo>
                  <a:lnTo>
                    <a:pt x="636916" y="4588748"/>
                  </a:lnTo>
                  <a:lnTo>
                    <a:pt x="703692" y="4583013"/>
                  </a:lnTo>
                  <a:lnTo>
                    <a:pt x="783229" y="4575311"/>
                  </a:lnTo>
                  <a:lnTo>
                    <a:pt x="871598" y="4565582"/>
                  </a:lnTo>
                  <a:lnTo>
                    <a:pt x="964523" y="4553845"/>
                  </a:lnTo>
                  <a:lnTo>
                    <a:pt x="1058094" y="4540145"/>
                  </a:lnTo>
                  <a:lnTo>
                    <a:pt x="1149223" y="4524514"/>
                  </a:lnTo>
                  <a:lnTo>
                    <a:pt x="1235804" y="4506935"/>
                  </a:lnTo>
                  <a:lnTo>
                    <a:pt x="1316667" y="4487319"/>
                  </a:lnTo>
                  <a:lnTo>
                    <a:pt x="1391400" y="4465493"/>
                  </a:lnTo>
                  <a:lnTo>
                    <a:pt x="1460157" y="4441204"/>
                  </a:lnTo>
                  <a:lnTo>
                    <a:pt x="1523460" y="4414120"/>
                  </a:lnTo>
                  <a:lnTo>
                    <a:pt x="1582058" y="4383843"/>
                  </a:lnTo>
                  <a:lnTo>
                    <a:pt x="1636814" y="4349939"/>
                  </a:lnTo>
                  <a:lnTo>
                    <a:pt x="1688616" y="4311978"/>
                  </a:lnTo>
                  <a:lnTo>
                    <a:pt x="1738308" y="4269615"/>
                  </a:lnTo>
                  <a:lnTo>
                    <a:pt x="1768425" y="4241025"/>
                  </a:lnTo>
                  <a:lnTo>
                    <a:pt x="1809665" y="4198394"/>
                  </a:lnTo>
                  <a:lnTo>
                    <a:pt x="1850509" y="4152316"/>
                  </a:lnTo>
                  <a:lnTo>
                    <a:pt x="1891247" y="4102723"/>
                  </a:lnTo>
                  <a:lnTo>
                    <a:pt x="1932099" y="4049617"/>
                  </a:lnTo>
                  <a:lnTo>
                    <a:pt x="1973223" y="3993077"/>
                  </a:lnTo>
                  <a:lnTo>
                    <a:pt x="2014722" y="3933269"/>
                  </a:lnTo>
                  <a:lnTo>
                    <a:pt x="2056645" y="3870445"/>
                  </a:lnTo>
                  <a:lnTo>
                    <a:pt x="2099000" y="3804947"/>
                  </a:lnTo>
                  <a:lnTo>
                    <a:pt x="2141750" y="3737198"/>
                  </a:lnTo>
                  <a:lnTo>
                    <a:pt x="2184827" y="3667698"/>
                  </a:lnTo>
                  <a:lnTo>
                    <a:pt x="2228134" y="3597006"/>
                  </a:lnTo>
                  <a:lnTo>
                    <a:pt x="2271558" y="3525724"/>
                  </a:lnTo>
                  <a:lnTo>
                    <a:pt x="2314976" y="3454475"/>
                  </a:lnTo>
                  <a:lnTo>
                    <a:pt x="2358264" y="3383881"/>
                  </a:lnTo>
                  <a:lnTo>
                    <a:pt x="2401310" y="3314540"/>
                  </a:lnTo>
                  <a:lnTo>
                    <a:pt x="2444021" y="3247006"/>
                  </a:lnTo>
                  <a:lnTo>
                    <a:pt x="2486332" y="3181770"/>
                  </a:lnTo>
                  <a:lnTo>
                    <a:pt x="2528209" y="3119249"/>
                  </a:lnTo>
                  <a:lnTo>
                    <a:pt x="2569665" y="3059775"/>
                  </a:lnTo>
                  <a:lnTo>
                    <a:pt x="2610755" y="3003591"/>
                  </a:lnTo>
                  <a:lnTo>
                    <a:pt x="2651587" y="2950852"/>
                  </a:lnTo>
                  <a:lnTo>
                    <a:pt x="2692324" y="2901630"/>
                  </a:lnTo>
                  <a:lnTo>
                    <a:pt x="2733195" y="2855919"/>
                  </a:lnTo>
                  <a:lnTo>
                    <a:pt x="2770117" y="2817938"/>
                  </a:lnTo>
                  <a:lnTo>
                    <a:pt x="2818873" y="2772756"/>
                  </a:lnTo>
                  <a:lnTo>
                    <a:pt x="2869271" y="2732092"/>
                  </a:lnTo>
                  <a:lnTo>
                    <a:pt x="2922089" y="2695716"/>
                  </a:lnTo>
                  <a:lnTo>
                    <a:pt x="2978197" y="2663240"/>
                  </a:lnTo>
                  <a:lnTo>
                    <a:pt x="3038482" y="2634223"/>
                  </a:lnTo>
                  <a:lnTo>
                    <a:pt x="3103773" y="2608242"/>
                  </a:lnTo>
                  <a:lnTo>
                    <a:pt x="3174750" y="2584922"/>
                  </a:lnTo>
                  <a:lnTo>
                    <a:pt x="3251815" y="2563959"/>
                  </a:lnTo>
                  <a:lnTo>
                    <a:pt x="3334931" y="2545130"/>
                  </a:lnTo>
                  <a:lnTo>
                    <a:pt x="3423422" y="2528297"/>
                  </a:lnTo>
                  <a:lnTo>
                    <a:pt x="3515778" y="2513397"/>
                  </a:lnTo>
                  <a:lnTo>
                    <a:pt x="3609518" y="2500435"/>
                  </a:lnTo>
                  <a:lnTo>
                    <a:pt x="3701209" y="2489454"/>
                  </a:lnTo>
                  <a:lnTo>
                    <a:pt x="3786733" y="2480495"/>
                  </a:lnTo>
                  <a:lnTo>
                    <a:pt x="3861849" y="2473551"/>
                  </a:lnTo>
                  <a:lnTo>
                    <a:pt x="3922977" y="2468525"/>
                  </a:lnTo>
                  <a:lnTo>
                    <a:pt x="3967996" y="2465214"/>
                  </a:lnTo>
                  <a:lnTo>
                    <a:pt x="3996804" y="2463309"/>
                  </a:lnTo>
                  <a:lnTo>
                    <a:pt x="4011485" y="2462432"/>
                  </a:lnTo>
                  <a:lnTo>
                    <a:pt x="4016116" y="2462181"/>
                  </a:lnTo>
                  <a:lnTo>
                    <a:pt x="4016409" y="2462166"/>
                  </a:lnTo>
                  <a:lnTo>
                    <a:pt x="4538543" y="2462166"/>
                  </a:lnTo>
                  <a:lnTo>
                    <a:pt x="4539720" y="2462096"/>
                  </a:lnTo>
                  <a:lnTo>
                    <a:pt x="4547433" y="2461598"/>
                  </a:lnTo>
                  <a:lnTo>
                    <a:pt x="4566764" y="2460220"/>
                  </a:lnTo>
                  <a:lnTo>
                    <a:pt x="4601040" y="2457511"/>
                  </a:lnTo>
                  <a:lnTo>
                    <a:pt x="4651548" y="2453069"/>
                  </a:lnTo>
                  <a:lnTo>
                    <a:pt x="4717447" y="2446581"/>
                  </a:lnTo>
                  <a:lnTo>
                    <a:pt x="4796080" y="2437860"/>
                  </a:lnTo>
                  <a:lnTo>
                    <a:pt x="4883616" y="2426837"/>
                  </a:lnTo>
                  <a:lnTo>
                    <a:pt x="4975851" y="2413527"/>
                  </a:lnTo>
                  <a:lnTo>
                    <a:pt x="5068916" y="2397983"/>
                  </a:lnTo>
                  <a:lnTo>
                    <a:pt x="5159723" y="2380243"/>
                  </a:lnTo>
                  <a:lnTo>
                    <a:pt x="5246144" y="2360292"/>
                  </a:lnTo>
                  <a:lnTo>
                    <a:pt x="5326970" y="2338034"/>
                  </a:lnTo>
                  <a:lnTo>
                    <a:pt x="5401750" y="2313284"/>
                  </a:lnTo>
                  <a:lnTo>
                    <a:pt x="5470594" y="2285760"/>
                  </a:lnTo>
                  <a:lnTo>
                    <a:pt x="5533992" y="2255096"/>
                  </a:lnTo>
                  <a:lnTo>
                    <a:pt x="5592665" y="2220848"/>
                  </a:lnTo>
                  <a:lnTo>
                    <a:pt x="5647452" y="2182527"/>
                  </a:lnTo>
                  <a:lnTo>
                    <a:pt x="5699225" y="2139644"/>
                  </a:lnTo>
                  <a:lnTo>
                    <a:pt x="5748823" y="2091791"/>
                  </a:lnTo>
                  <a:lnTo>
                    <a:pt x="5784835" y="2052746"/>
                  </a:lnTo>
                  <a:lnTo>
                    <a:pt x="5824112" y="2006126"/>
                  </a:lnTo>
                  <a:lnTo>
                    <a:pt x="5863016" y="1955914"/>
                  </a:lnTo>
                  <a:lnTo>
                    <a:pt x="5901802" y="1902038"/>
                  </a:lnTo>
                  <a:lnTo>
                    <a:pt x="5940667" y="1844491"/>
                  </a:lnTo>
                  <a:lnTo>
                    <a:pt x="5979756" y="1783340"/>
                  </a:lnTo>
                  <a:lnTo>
                    <a:pt x="6019166" y="1718728"/>
                  </a:lnTo>
                  <a:lnTo>
                    <a:pt x="6058954" y="1650884"/>
                  </a:lnTo>
                  <a:lnTo>
                    <a:pt x="6099134" y="1580120"/>
                  </a:lnTo>
                  <a:lnTo>
                    <a:pt x="6139691" y="1506829"/>
                  </a:lnTo>
                  <a:lnTo>
                    <a:pt x="6180573" y="1431477"/>
                  </a:lnTo>
                  <a:lnTo>
                    <a:pt x="6221709" y="1354595"/>
                  </a:lnTo>
                  <a:lnTo>
                    <a:pt x="6263008" y="1276762"/>
                  </a:lnTo>
                  <a:lnTo>
                    <a:pt x="6304364" y="1198589"/>
                  </a:lnTo>
                  <a:lnTo>
                    <a:pt x="6345673" y="1120697"/>
                  </a:lnTo>
                  <a:lnTo>
                    <a:pt x="6386829" y="1043697"/>
                  </a:lnTo>
                  <a:lnTo>
                    <a:pt x="6427739" y="968174"/>
                  </a:lnTo>
                  <a:lnTo>
                    <a:pt x="6468330" y="894662"/>
                  </a:lnTo>
                  <a:lnTo>
                    <a:pt x="6508548" y="823635"/>
                  </a:lnTo>
                  <a:lnTo>
                    <a:pt x="6548373" y="755495"/>
                  </a:lnTo>
                  <a:lnTo>
                    <a:pt x="6587818" y="690560"/>
                  </a:lnTo>
                  <a:lnTo>
                    <a:pt x="6626935" y="629067"/>
                  </a:lnTo>
                  <a:lnTo>
                    <a:pt x="6665816" y="571169"/>
                  </a:lnTo>
                  <a:lnTo>
                    <a:pt x="6704602" y="516938"/>
                  </a:lnTo>
                  <a:lnTo>
                    <a:pt x="6743484" y="466374"/>
                  </a:lnTo>
                  <a:lnTo>
                    <a:pt x="6782712" y="419412"/>
                  </a:lnTo>
                  <a:lnTo>
                    <a:pt x="6786527" y="415067"/>
                  </a:lnTo>
                  <a:lnTo>
                    <a:pt x="6834985" y="363369"/>
                  </a:lnTo>
                  <a:lnTo>
                    <a:pt x="6885061" y="316809"/>
                  </a:lnTo>
                  <a:lnTo>
                    <a:pt x="6937519" y="275129"/>
                  </a:lnTo>
                  <a:lnTo>
                    <a:pt x="6993211" y="237892"/>
                  </a:lnTo>
                  <a:lnTo>
                    <a:pt x="7053009" y="204600"/>
                  </a:lnTo>
                  <a:lnTo>
                    <a:pt x="7117730" y="174773"/>
                  </a:lnTo>
                  <a:lnTo>
                    <a:pt x="7188049" y="147986"/>
                  </a:lnTo>
                  <a:lnTo>
                    <a:pt x="7264374" y="123893"/>
                  </a:lnTo>
                  <a:lnTo>
                    <a:pt x="7346692" y="102235"/>
                  </a:lnTo>
                  <a:lnTo>
                    <a:pt x="7434377" y="82852"/>
                  </a:lnTo>
                  <a:lnTo>
                    <a:pt x="7525998" y="65669"/>
                  </a:lnTo>
                  <a:lnTo>
                    <a:pt x="7619181" y="50688"/>
                  </a:lnTo>
                  <a:lnTo>
                    <a:pt x="7710612" y="37955"/>
                  </a:lnTo>
                  <a:lnTo>
                    <a:pt x="7796282" y="27518"/>
                  </a:lnTo>
                  <a:lnTo>
                    <a:pt x="7872007" y="19376"/>
                  </a:lnTo>
                  <a:lnTo>
                    <a:pt x="7934183" y="13431"/>
                  </a:lnTo>
                  <a:lnTo>
                    <a:pt x="7980561" y="9463"/>
                  </a:lnTo>
                  <a:lnTo>
                    <a:pt x="8010831" y="7134"/>
                  </a:lnTo>
                  <a:lnTo>
                    <a:pt x="8026818" y="6023"/>
                  </a:lnTo>
                  <a:lnTo>
                    <a:pt x="8032323" y="5676"/>
                  </a:lnTo>
                  <a:lnTo>
                    <a:pt x="8032819" y="5647"/>
                  </a:lnTo>
                  <a:lnTo>
                    <a:pt x="8554953" y="5647"/>
                  </a:lnTo>
                  <a:lnTo>
                    <a:pt x="8554953" y="0"/>
                  </a:lnTo>
                  <a:lnTo>
                    <a:pt x="8032819" y="0"/>
                  </a:lnTo>
                  <a:lnTo>
                    <a:pt x="8031641" y="69"/>
                  </a:lnTo>
                  <a:lnTo>
                    <a:pt x="8023929" y="568"/>
                  </a:lnTo>
                  <a:lnTo>
                    <a:pt x="8004598" y="1946"/>
                  </a:lnTo>
                  <a:lnTo>
                    <a:pt x="7970322" y="4654"/>
                  </a:lnTo>
                  <a:lnTo>
                    <a:pt x="7919814" y="9097"/>
                  </a:lnTo>
                  <a:lnTo>
                    <a:pt x="7853915" y="15585"/>
                  </a:lnTo>
                  <a:lnTo>
                    <a:pt x="7775282" y="24305"/>
                  </a:lnTo>
                  <a:lnTo>
                    <a:pt x="7687746" y="35329"/>
                  </a:lnTo>
                  <a:lnTo>
                    <a:pt x="7595510" y="48639"/>
                  </a:lnTo>
                  <a:lnTo>
                    <a:pt x="7502446" y="64183"/>
                  </a:lnTo>
                  <a:lnTo>
                    <a:pt x="7411639" y="81922"/>
                  </a:lnTo>
                  <a:lnTo>
                    <a:pt x="7325218" y="101874"/>
                  </a:lnTo>
                  <a:lnTo>
                    <a:pt x="7244392" y="124131"/>
                  </a:lnTo>
                  <a:lnTo>
                    <a:pt x="7169612" y="148882"/>
                  </a:lnTo>
                  <a:lnTo>
                    <a:pt x="7100768" y="176405"/>
                  </a:lnTo>
                  <a:lnTo>
                    <a:pt x="7037370" y="207070"/>
                  </a:lnTo>
                  <a:lnTo>
                    <a:pt x="6978697" y="241318"/>
                  </a:lnTo>
                  <a:lnTo>
                    <a:pt x="6923910" y="279638"/>
                  </a:lnTo>
                  <a:lnTo>
                    <a:pt x="6872137" y="322521"/>
                  </a:lnTo>
                  <a:lnTo>
                    <a:pt x="6822539" y="370374"/>
                  </a:lnTo>
                  <a:lnTo>
                    <a:pt x="6786527" y="409419"/>
                  </a:lnTo>
                  <a:lnTo>
                    <a:pt x="6747250" y="456040"/>
                  </a:lnTo>
                  <a:lnTo>
                    <a:pt x="6708346" y="506252"/>
                  </a:lnTo>
                  <a:lnTo>
                    <a:pt x="6669560" y="560128"/>
                  </a:lnTo>
                  <a:lnTo>
                    <a:pt x="6630695" y="617674"/>
                  </a:lnTo>
                  <a:lnTo>
                    <a:pt x="6591606" y="678826"/>
                  </a:lnTo>
                  <a:lnTo>
                    <a:pt x="6552196" y="743438"/>
                  </a:lnTo>
                  <a:lnTo>
                    <a:pt x="6512408" y="811281"/>
                  </a:lnTo>
                  <a:lnTo>
                    <a:pt x="6472227" y="882045"/>
                  </a:lnTo>
                  <a:lnTo>
                    <a:pt x="6431671" y="955337"/>
                  </a:lnTo>
                  <a:lnTo>
                    <a:pt x="6390789" y="1030689"/>
                  </a:lnTo>
                  <a:lnTo>
                    <a:pt x="6349652" y="1107571"/>
                  </a:lnTo>
                  <a:lnTo>
                    <a:pt x="6308354" y="1185403"/>
                  </a:lnTo>
                  <a:lnTo>
                    <a:pt x="6266998" y="1263576"/>
                  </a:lnTo>
                  <a:lnTo>
                    <a:pt x="6225689" y="1341469"/>
                  </a:lnTo>
                  <a:lnTo>
                    <a:pt x="6184533" y="1418468"/>
                  </a:lnTo>
                  <a:lnTo>
                    <a:pt x="6143623" y="1493992"/>
                  </a:lnTo>
                  <a:lnTo>
                    <a:pt x="6103032" y="1567504"/>
                  </a:lnTo>
                  <a:lnTo>
                    <a:pt x="6062814" y="1638530"/>
                  </a:lnTo>
                  <a:lnTo>
                    <a:pt x="6022989" y="1706671"/>
                  </a:lnTo>
                  <a:lnTo>
                    <a:pt x="5983543" y="1771605"/>
                  </a:lnTo>
                  <a:lnTo>
                    <a:pt x="5944427" y="1833098"/>
                  </a:lnTo>
                  <a:lnTo>
                    <a:pt x="5905546" y="1890997"/>
                  </a:lnTo>
                  <a:lnTo>
                    <a:pt x="5866760" y="1945228"/>
                  </a:lnTo>
                  <a:lnTo>
                    <a:pt x="5827878" y="1995791"/>
                  </a:lnTo>
                  <a:lnTo>
                    <a:pt x="5788650" y="2042754"/>
                  </a:lnTo>
                  <a:lnTo>
                    <a:pt x="5784835" y="2047099"/>
                  </a:lnTo>
                  <a:lnTo>
                    <a:pt x="5736377" y="2098797"/>
                  </a:lnTo>
                  <a:lnTo>
                    <a:pt x="5686301" y="2145357"/>
                  </a:lnTo>
                  <a:lnTo>
                    <a:pt x="5633843" y="2187037"/>
                  </a:lnTo>
                  <a:lnTo>
                    <a:pt x="5578151" y="2224274"/>
                  </a:lnTo>
                  <a:lnTo>
                    <a:pt x="5518353" y="2257566"/>
                  </a:lnTo>
                  <a:lnTo>
                    <a:pt x="5453632" y="2287392"/>
                  </a:lnTo>
                  <a:lnTo>
                    <a:pt x="5383313" y="2314179"/>
                  </a:lnTo>
                  <a:lnTo>
                    <a:pt x="5306988" y="2338273"/>
                  </a:lnTo>
                  <a:lnTo>
                    <a:pt x="5224670" y="2359930"/>
                  </a:lnTo>
                  <a:lnTo>
                    <a:pt x="5136985" y="2379314"/>
                  </a:lnTo>
                  <a:lnTo>
                    <a:pt x="5045363" y="2396497"/>
                  </a:lnTo>
                  <a:lnTo>
                    <a:pt x="4952181" y="2411478"/>
                  </a:lnTo>
                  <a:lnTo>
                    <a:pt x="4860750" y="2424211"/>
                  </a:lnTo>
                  <a:lnTo>
                    <a:pt x="4775080" y="2434648"/>
                  </a:lnTo>
                  <a:lnTo>
                    <a:pt x="4699355" y="2442790"/>
                  </a:lnTo>
                  <a:lnTo>
                    <a:pt x="4637179" y="2448734"/>
                  </a:lnTo>
                  <a:lnTo>
                    <a:pt x="4590801" y="2452702"/>
                  </a:lnTo>
                  <a:lnTo>
                    <a:pt x="4560531" y="2455032"/>
                  </a:lnTo>
                  <a:lnTo>
                    <a:pt x="4544544" y="2456143"/>
                  </a:lnTo>
                  <a:lnTo>
                    <a:pt x="4539038" y="2456490"/>
                  </a:lnTo>
                  <a:lnTo>
                    <a:pt x="4538543" y="2456519"/>
                  </a:lnTo>
                  <a:lnTo>
                    <a:pt x="4016409" y="2456519"/>
                  </a:lnTo>
                  <a:lnTo>
                    <a:pt x="4015210" y="2456581"/>
                  </a:lnTo>
                  <a:lnTo>
                    <a:pt x="4007363" y="2457022"/>
                  </a:lnTo>
                  <a:lnTo>
                    <a:pt x="3987706" y="2458242"/>
                  </a:lnTo>
                  <a:lnTo>
                    <a:pt x="3952881" y="2460638"/>
                  </a:lnTo>
                  <a:lnTo>
                    <a:pt x="3901626" y="2464568"/>
                  </a:lnTo>
                  <a:lnTo>
                    <a:pt x="3834851" y="2470303"/>
                  </a:lnTo>
                  <a:lnTo>
                    <a:pt x="3755313" y="2478005"/>
                  </a:lnTo>
                  <a:lnTo>
                    <a:pt x="3666944" y="2487734"/>
                  </a:lnTo>
                  <a:lnTo>
                    <a:pt x="3574019" y="2499471"/>
                  </a:lnTo>
                  <a:lnTo>
                    <a:pt x="3480448" y="2513171"/>
                  </a:lnTo>
                  <a:lnTo>
                    <a:pt x="3389320" y="2528801"/>
                  </a:lnTo>
                  <a:lnTo>
                    <a:pt x="3302738" y="2546380"/>
                  </a:lnTo>
                  <a:lnTo>
                    <a:pt x="3221876" y="2565997"/>
                  </a:lnTo>
                  <a:lnTo>
                    <a:pt x="3147142" y="2587822"/>
                  </a:lnTo>
                  <a:lnTo>
                    <a:pt x="3078386" y="2612111"/>
                  </a:lnTo>
                  <a:lnTo>
                    <a:pt x="3015083" y="2639196"/>
                  </a:lnTo>
                  <a:lnTo>
                    <a:pt x="2956484" y="2669472"/>
                  </a:lnTo>
                  <a:lnTo>
                    <a:pt x="2901728" y="2703376"/>
                  </a:lnTo>
                  <a:lnTo>
                    <a:pt x="2849926" y="2741338"/>
                  </a:lnTo>
                  <a:lnTo>
                    <a:pt x="2800234" y="2783701"/>
                  </a:lnTo>
                  <a:lnTo>
                    <a:pt x="2770117" y="2812291"/>
                  </a:lnTo>
                  <a:lnTo>
                    <a:pt x="2728877" y="2854921"/>
                  </a:lnTo>
                  <a:lnTo>
                    <a:pt x="2688033" y="2900999"/>
                  </a:lnTo>
                  <a:lnTo>
                    <a:pt x="2647295" y="2950593"/>
                  </a:lnTo>
                  <a:lnTo>
                    <a:pt x="2606443" y="3003699"/>
                  </a:lnTo>
                  <a:lnTo>
                    <a:pt x="2565319" y="3060238"/>
                  </a:lnTo>
                  <a:lnTo>
                    <a:pt x="2523821" y="3120047"/>
                  </a:lnTo>
                  <a:lnTo>
                    <a:pt x="2481897" y="3182870"/>
                  </a:lnTo>
                  <a:lnTo>
                    <a:pt x="2439542" y="3248369"/>
                  </a:lnTo>
                  <a:lnTo>
                    <a:pt x="2396792" y="3316118"/>
                  </a:lnTo>
                  <a:lnTo>
                    <a:pt x="2353716" y="3385618"/>
                  </a:lnTo>
                  <a:lnTo>
                    <a:pt x="2310408" y="3456310"/>
                  </a:lnTo>
                  <a:lnTo>
                    <a:pt x="2266984" y="3527592"/>
                  </a:lnTo>
                  <a:lnTo>
                    <a:pt x="2223567" y="3598841"/>
                  </a:lnTo>
                  <a:lnTo>
                    <a:pt x="2180278" y="3669435"/>
                  </a:lnTo>
                  <a:lnTo>
                    <a:pt x="2137232" y="3738776"/>
                  </a:lnTo>
                  <a:lnTo>
                    <a:pt x="2094521" y="3806310"/>
                  </a:lnTo>
                  <a:lnTo>
                    <a:pt x="2052211" y="3871545"/>
                  </a:lnTo>
                  <a:lnTo>
                    <a:pt x="2010333" y="3934066"/>
                  </a:lnTo>
                  <a:lnTo>
                    <a:pt x="1968877" y="3993541"/>
                  </a:lnTo>
                  <a:lnTo>
                    <a:pt x="1927787" y="4049725"/>
                  </a:lnTo>
                  <a:lnTo>
                    <a:pt x="1886956" y="4102464"/>
                  </a:lnTo>
                  <a:lnTo>
                    <a:pt x="1846218" y="4151686"/>
                  </a:lnTo>
                  <a:lnTo>
                    <a:pt x="1805347" y="4197396"/>
                  </a:lnTo>
                  <a:lnTo>
                    <a:pt x="1768425" y="4235378"/>
                  </a:lnTo>
                  <a:lnTo>
                    <a:pt x="1719670" y="4280560"/>
                  </a:lnTo>
                  <a:lnTo>
                    <a:pt x="1669271" y="4321224"/>
                  </a:lnTo>
                  <a:lnTo>
                    <a:pt x="1616453" y="4357600"/>
                  </a:lnTo>
                  <a:lnTo>
                    <a:pt x="1560345" y="4390076"/>
                  </a:lnTo>
                  <a:lnTo>
                    <a:pt x="1500060" y="4419093"/>
                  </a:lnTo>
                  <a:lnTo>
                    <a:pt x="1434769" y="4445074"/>
                  </a:lnTo>
                  <a:lnTo>
                    <a:pt x="1363792" y="4468394"/>
                  </a:lnTo>
                  <a:lnTo>
                    <a:pt x="1286727" y="4489357"/>
                  </a:lnTo>
                  <a:lnTo>
                    <a:pt x="1203611" y="4508185"/>
                  </a:lnTo>
                  <a:lnTo>
                    <a:pt x="1115121" y="4525019"/>
                  </a:lnTo>
                  <a:lnTo>
                    <a:pt x="1022765" y="4539919"/>
                  </a:lnTo>
                  <a:lnTo>
                    <a:pt x="929024" y="4552880"/>
                  </a:lnTo>
                  <a:lnTo>
                    <a:pt x="837333" y="4563861"/>
                  </a:lnTo>
                  <a:lnTo>
                    <a:pt x="751810" y="4572821"/>
                  </a:lnTo>
                  <a:lnTo>
                    <a:pt x="676693" y="4579765"/>
                  </a:lnTo>
                  <a:lnTo>
                    <a:pt x="615565" y="4584790"/>
                  </a:lnTo>
                  <a:lnTo>
                    <a:pt x="570546" y="4588101"/>
                  </a:lnTo>
                  <a:lnTo>
                    <a:pt x="541738" y="4590007"/>
                  </a:lnTo>
                  <a:lnTo>
                    <a:pt x="527057" y="4590884"/>
                  </a:lnTo>
                  <a:lnTo>
                    <a:pt x="522426" y="4591135"/>
                  </a:lnTo>
                  <a:lnTo>
                    <a:pt x="522133" y="4591150"/>
                  </a:lnTo>
                  <a:lnTo>
                    <a:pt x="0" y="4591150"/>
                  </a:lnTo>
                  <a:close/>
                </a:path>
              </a:pathLst>
            </a:custGeom>
            <a:solidFill>
              <a:srgbClr val="8DCFF5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2097" name="pl2097"/>
            <p:cNvSpPr/>
            <p:nvPr/>
          </p:nvSpPr>
          <p:spPr>
            <a:xfrm>
              <a:off x="386606" y="1580847"/>
              <a:ext cx="8554953" cy="4591150"/>
            </a:xfrm>
            <a:custGeom>
              <a:avLst/>
              <a:pathLst>
                <a:path w="8554953" h="4591150">
                  <a:moveTo>
                    <a:pt x="0" y="4591150"/>
                  </a:moveTo>
                  <a:lnTo>
                    <a:pt x="522133" y="4591150"/>
                  </a:lnTo>
                  <a:lnTo>
                    <a:pt x="523332" y="4591088"/>
                  </a:lnTo>
                  <a:lnTo>
                    <a:pt x="531179" y="4590647"/>
                  </a:lnTo>
                  <a:lnTo>
                    <a:pt x="550836" y="4589427"/>
                  </a:lnTo>
                  <a:lnTo>
                    <a:pt x="585661" y="4587030"/>
                  </a:lnTo>
                  <a:lnTo>
                    <a:pt x="636916" y="4583101"/>
                  </a:lnTo>
                  <a:lnTo>
                    <a:pt x="703692" y="4577366"/>
                  </a:lnTo>
                  <a:lnTo>
                    <a:pt x="783229" y="4569663"/>
                  </a:lnTo>
                  <a:lnTo>
                    <a:pt x="871598" y="4559935"/>
                  </a:lnTo>
                  <a:lnTo>
                    <a:pt x="964523" y="4548197"/>
                  </a:lnTo>
                  <a:lnTo>
                    <a:pt x="1058094" y="4534497"/>
                  </a:lnTo>
                  <a:lnTo>
                    <a:pt x="1149223" y="4518867"/>
                  </a:lnTo>
                  <a:lnTo>
                    <a:pt x="1235804" y="4501288"/>
                  </a:lnTo>
                  <a:lnTo>
                    <a:pt x="1316667" y="4481672"/>
                  </a:lnTo>
                  <a:lnTo>
                    <a:pt x="1391400" y="4459846"/>
                  </a:lnTo>
                  <a:lnTo>
                    <a:pt x="1460157" y="4435557"/>
                  </a:lnTo>
                  <a:lnTo>
                    <a:pt x="1523460" y="4408472"/>
                  </a:lnTo>
                  <a:lnTo>
                    <a:pt x="1582058" y="4378196"/>
                  </a:lnTo>
                  <a:lnTo>
                    <a:pt x="1636814" y="4344292"/>
                  </a:lnTo>
                  <a:lnTo>
                    <a:pt x="1688616" y="4306331"/>
                  </a:lnTo>
                  <a:lnTo>
                    <a:pt x="1738308" y="4263968"/>
                  </a:lnTo>
                  <a:lnTo>
                    <a:pt x="1768425" y="4235378"/>
                  </a:lnTo>
                  <a:lnTo>
                    <a:pt x="1809665" y="4192747"/>
                  </a:lnTo>
                  <a:lnTo>
                    <a:pt x="1850509" y="4146669"/>
                  </a:lnTo>
                  <a:lnTo>
                    <a:pt x="1891247" y="4097076"/>
                  </a:lnTo>
                  <a:lnTo>
                    <a:pt x="1932099" y="4043970"/>
                  </a:lnTo>
                  <a:lnTo>
                    <a:pt x="1973223" y="3987430"/>
                  </a:lnTo>
                  <a:lnTo>
                    <a:pt x="2014722" y="3927622"/>
                  </a:lnTo>
                  <a:lnTo>
                    <a:pt x="2056645" y="3864798"/>
                  </a:lnTo>
                  <a:lnTo>
                    <a:pt x="2099000" y="3799299"/>
                  </a:lnTo>
                  <a:lnTo>
                    <a:pt x="2141750" y="3731551"/>
                  </a:lnTo>
                  <a:lnTo>
                    <a:pt x="2184827" y="3662051"/>
                  </a:lnTo>
                  <a:lnTo>
                    <a:pt x="2228134" y="3591359"/>
                  </a:lnTo>
                  <a:lnTo>
                    <a:pt x="2271558" y="3520077"/>
                  </a:lnTo>
                  <a:lnTo>
                    <a:pt x="2314976" y="3448828"/>
                  </a:lnTo>
                  <a:lnTo>
                    <a:pt x="2358264" y="3378234"/>
                  </a:lnTo>
                  <a:lnTo>
                    <a:pt x="2401310" y="3308893"/>
                  </a:lnTo>
                  <a:lnTo>
                    <a:pt x="2444021" y="3241359"/>
                  </a:lnTo>
                  <a:lnTo>
                    <a:pt x="2486332" y="3176123"/>
                  </a:lnTo>
                  <a:lnTo>
                    <a:pt x="2528209" y="3113602"/>
                  </a:lnTo>
                  <a:lnTo>
                    <a:pt x="2569665" y="3054128"/>
                  </a:lnTo>
                  <a:lnTo>
                    <a:pt x="2610755" y="2997944"/>
                  </a:lnTo>
                  <a:lnTo>
                    <a:pt x="2651587" y="2945205"/>
                  </a:lnTo>
                  <a:lnTo>
                    <a:pt x="2692324" y="2895983"/>
                  </a:lnTo>
                  <a:lnTo>
                    <a:pt x="2733195" y="2850272"/>
                  </a:lnTo>
                  <a:lnTo>
                    <a:pt x="2770117" y="2812291"/>
                  </a:lnTo>
                  <a:lnTo>
                    <a:pt x="2818873" y="2767109"/>
                  </a:lnTo>
                  <a:lnTo>
                    <a:pt x="2869271" y="2726445"/>
                  </a:lnTo>
                  <a:lnTo>
                    <a:pt x="2922089" y="2690069"/>
                  </a:lnTo>
                  <a:lnTo>
                    <a:pt x="2978197" y="2657592"/>
                  </a:lnTo>
                  <a:lnTo>
                    <a:pt x="3038482" y="2628576"/>
                  </a:lnTo>
                  <a:lnTo>
                    <a:pt x="3103773" y="2602595"/>
                  </a:lnTo>
                  <a:lnTo>
                    <a:pt x="3174750" y="2579274"/>
                  </a:lnTo>
                  <a:lnTo>
                    <a:pt x="3251815" y="2558312"/>
                  </a:lnTo>
                  <a:lnTo>
                    <a:pt x="3334931" y="2539483"/>
                  </a:lnTo>
                  <a:lnTo>
                    <a:pt x="3423422" y="2522649"/>
                  </a:lnTo>
                  <a:lnTo>
                    <a:pt x="3515778" y="2507750"/>
                  </a:lnTo>
                  <a:lnTo>
                    <a:pt x="3609518" y="2494788"/>
                  </a:lnTo>
                  <a:lnTo>
                    <a:pt x="3701209" y="2483807"/>
                  </a:lnTo>
                  <a:lnTo>
                    <a:pt x="3786733" y="2474848"/>
                  </a:lnTo>
                  <a:lnTo>
                    <a:pt x="3861849" y="2467903"/>
                  </a:lnTo>
                  <a:lnTo>
                    <a:pt x="3922977" y="2462878"/>
                  </a:lnTo>
                  <a:lnTo>
                    <a:pt x="3967996" y="2459567"/>
                  </a:lnTo>
                  <a:lnTo>
                    <a:pt x="3996804" y="2457662"/>
                  </a:lnTo>
                  <a:lnTo>
                    <a:pt x="4011485" y="2456785"/>
                  </a:lnTo>
                  <a:lnTo>
                    <a:pt x="4016116" y="2456534"/>
                  </a:lnTo>
                  <a:lnTo>
                    <a:pt x="4016409" y="2456519"/>
                  </a:lnTo>
                  <a:lnTo>
                    <a:pt x="4538543" y="2456519"/>
                  </a:lnTo>
                  <a:lnTo>
                    <a:pt x="4539720" y="2456449"/>
                  </a:lnTo>
                  <a:lnTo>
                    <a:pt x="4547433" y="2455951"/>
                  </a:lnTo>
                  <a:lnTo>
                    <a:pt x="4566764" y="2454573"/>
                  </a:lnTo>
                  <a:lnTo>
                    <a:pt x="4601040" y="2451864"/>
                  </a:lnTo>
                  <a:lnTo>
                    <a:pt x="4651548" y="2447421"/>
                  </a:lnTo>
                  <a:lnTo>
                    <a:pt x="4717447" y="2440934"/>
                  </a:lnTo>
                  <a:lnTo>
                    <a:pt x="4796080" y="2432213"/>
                  </a:lnTo>
                  <a:lnTo>
                    <a:pt x="4883616" y="2421190"/>
                  </a:lnTo>
                  <a:lnTo>
                    <a:pt x="4975851" y="2407880"/>
                  </a:lnTo>
                  <a:lnTo>
                    <a:pt x="5068916" y="2392336"/>
                  </a:lnTo>
                  <a:lnTo>
                    <a:pt x="5159723" y="2374596"/>
                  </a:lnTo>
                  <a:lnTo>
                    <a:pt x="5246144" y="2354645"/>
                  </a:lnTo>
                  <a:lnTo>
                    <a:pt x="5326970" y="2332387"/>
                  </a:lnTo>
                  <a:lnTo>
                    <a:pt x="5401750" y="2307636"/>
                  </a:lnTo>
                  <a:lnTo>
                    <a:pt x="5470594" y="2280113"/>
                  </a:lnTo>
                  <a:lnTo>
                    <a:pt x="5533992" y="2249448"/>
                  </a:lnTo>
                  <a:lnTo>
                    <a:pt x="5592665" y="2215201"/>
                  </a:lnTo>
                  <a:lnTo>
                    <a:pt x="5647452" y="2176880"/>
                  </a:lnTo>
                  <a:lnTo>
                    <a:pt x="5699225" y="2133997"/>
                  </a:lnTo>
                  <a:lnTo>
                    <a:pt x="5748823" y="2086144"/>
                  </a:lnTo>
                  <a:lnTo>
                    <a:pt x="5784835" y="2047099"/>
                  </a:lnTo>
                  <a:lnTo>
                    <a:pt x="5824112" y="2000479"/>
                  </a:lnTo>
                  <a:lnTo>
                    <a:pt x="5863016" y="1950267"/>
                  </a:lnTo>
                  <a:lnTo>
                    <a:pt x="5901802" y="1896391"/>
                  </a:lnTo>
                  <a:lnTo>
                    <a:pt x="5940667" y="1838844"/>
                  </a:lnTo>
                  <a:lnTo>
                    <a:pt x="5979756" y="1777692"/>
                  </a:lnTo>
                  <a:lnTo>
                    <a:pt x="6019166" y="1713081"/>
                  </a:lnTo>
                  <a:lnTo>
                    <a:pt x="6058954" y="1645237"/>
                  </a:lnTo>
                  <a:lnTo>
                    <a:pt x="6099134" y="1574473"/>
                  </a:lnTo>
                  <a:lnTo>
                    <a:pt x="6139691" y="1501182"/>
                  </a:lnTo>
                  <a:lnTo>
                    <a:pt x="6180573" y="1425830"/>
                  </a:lnTo>
                  <a:lnTo>
                    <a:pt x="6221709" y="1348948"/>
                  </a:lnTo>
                  <a:lnTo>
                    <a:pt x="6263008" y="1271115"/>
                  </a:lnTo>
                  <a:lnTo>
                    <a:pt x="6304364" y="1192942"/>
                  </a:lnTo>
                  <a:lnTo>
                    <a:pt x="6345673" y="1115050"/>
                  </a:lnTo>
                  <a:lnTo>
                    <a:pt x="6386829" y="1038050"/>
                  </a:lnTo>
                  <a:lnTo>
                    <a:pt x="6427739" y="962526"/>
                  </a:lnTo>
                  <a:lnTo>
                    <a:pt x="6468330" y="889015"/>
                  </a:lnTo>
                  <a:lnTo>
                    <a:pt x="6508548" y="817988"/>
                  </a:lnTo>
                  <a:lnTo>
                    <a:pt x="6548373" y="749848"/>
                  </a:lnTo>
                  <a:lnTo>
                    <a:pt x="6587818" y="684913"/>
                  </a:lnTo>
                  <a:lnTo>
                    <a:pt x="6626935" y="623420"/>
                  </a:lnTo>
                  <a:lnTo>
                    <a:pt x="6665816" y="565521"/>
                  </a:lnTo>
                  <a:lnTo>
                    <a:pt x="6704602" y="511290"/>
                  </a:lnTo>
                  <a:lnTo>
                    <a:pt x="6743484" y="460727"/>
                  </a:lnTo>
                  <a:lnTo>
                    <a:pt x="6782712" y="413765"/>
                  </a:lnTo>
                  <a:lnTo>
                    <a:pt x="6786527" y="409419"/>
                  </a:lnTo>
                  <a:lnTo>
                    <a:pt x="6834985" y="357721"/>
                  </a:lnTo>
                  <a:lnTo>
                    <a:pt x="6885061" y="311161"/>
                  </a:lnTo>
                  <a:lnTo>
                    <a:pt x="6937519" y="269482"/>
                  </a:lnTo>
                  <a:lnTo>
                    <a:pt x="6993211" y="232244"/>
                  </a:lnTo>
                  <a:lnTo>
                    <a:pt x="7053009" y="198953"/>
                  </a:lnTo>
                  <a:lnTo>
                    <a:pt x="7117730" y="169126"/>
                  </a:lnTo>
                  <a:lnTo>
                    <a:pt x="7188049" y="142339"/>
                  </a:lnTo>
                  <a:lnTo>
                    <a:pt x="7264374" y="118245"/>
                  </a:lnTo>
                  <a:lnTo>
                    <a:pt x="7346692" y="96588"/>
                  </a:lnTo>
                  <a:lnTo>
                    <a:pt x="7434377" y="77205"/>
                  </a:lnTo>
                  <a:lnTo>
                    <a:pt x="7525998" y="60022"/>
                  </a:lnTo>
                  <a:lnTo>
                    <a:pt x="7619181" y="45041"/>
                  </a:lnTo>
                  <a:lnTo>
                    <a:pt x="7710612" y="32308"/>
                  </a:lnTo>
                  <a:lnTo>
                    <a:pt x="7796282" y="21871"/>
                  </a:lnTo>
                  <a:lnTo>
                    <a:pt x="7872007" y="13729"/>
                  </a:lnTo>
                  <a:lnTo>
                    <a:pt x="7934183" y="7784"/>
                  </a:lnTo>
                  <a:lnTo>
                    <a:pt x="7980561" y="3816"/>
                  </a:lnTo>
                  <a:lnTo>
                    <a:pt x="8010831" y="1487"/>
                  </a:lnTo>
                  <a:lnTo>
                    <a:pt x="8026818" y="376"/>
                  </a:lnTo>
                  <a:lnTo>
                    <a:pt x="8032323" y="28"/>
                  </a:lnTo>
                  <a:lnTo>
                    <a:pt x="8032819" y="0"/>
                  </a:lnTo>
                  <a:lnTo>
                    <a:pt x="8554953" y="0"/>
                  </a:lnTo>
                  <a:lnTo>
                    <a:pt x="8554953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098" name="pl2098"/>
            <p:cNvSpPr/>
            <p:nvPr/>
          </p:nvSpPr>
          <p:spPr>
            <a:xfrm>
              <a:off x="386606" y="1575200"/>
              <a:ext cx="8554953" cy="4591150"/>
            </a:xfrm>
            <a:custGeom>
              <a:avLst/>
              <a:pathLst>
                <a:path w="8554953" h="4591150">
                  <a:moveTo>
                    <a:pt x="8554953" y="0"/>
                  </a:moveTo>
                  <a:lnTo>
                    <a:pt x="8032819" y="0"/>
                  </a:lnTo>
                  <a:lnTo>
                    <a:pt x="8031641" y="69"/>
                  </a:lnTo>
                  <a:lnTo>
                    <a:pt x="8023929" y="568"/>
                  </a:lnTo>
                  <a:lnTo>
                    <a:pt x="8004598" y="1946"/>
                  </a:lnTo>
                  <a:lnTo>
                    <a:pt x="7970322" y="4654"/>
                  </a:lnTo>
                  <a:lnTo>
                    <a:pt x="7919814" y="9097"/>
                  </a:lnTo>
                  <a:lnTo>
                    <a:pt x="7853915" y="15585"/>
                  </a:lnTo>
                  <a:lnTo>
                    <a:pt x="7775282" y="24305"/>
                  </a:lnTo>
                  <a:lnTo>
                    <a:pt x="7687746" y="35329"/>
                  </a:lnTo>
                  <a:lnTo>
                    <a:pt x="7595510" y="48639"/>
                  </a:lnTo>
                  <a:lnTo>
                    <a:pt x="7502446" y="64183"/>
                  </a:lnTo>
                  <a:lnTo>
                    <a:pt x="7411639" y="81922"/>
                  </a:lnTo>
                  <a:lnTo>
                    <a:pt x="7325218" y="101874"/>
                  </a:lnTo>
                  <a:lnTo>
                    <a:pt x="7244392" y="124131"/>
                  </a:lnTo>
                  <a:lnTo>
                    <a:pt x="7169612" y="148882"/>
                  </a:lnTo>
                  <a:lnTo>
                    <a:pt x="7100768" y="176405"/>
                  </a:lnTo>
                  <a:lnTo>
                    <a:pt x="7037370" y="207070"/>
                  </a:lnTo>
                  <a:lnTo>
                    <a:pt x="6978697" y="241318"/>
                  </a:lnTo>
                  <a:lnTo>
                    <a:pt x="6923910" y="279638"/>
                  </a:lnTo>
                  <a:lnTo>
                    <a:pt x="6872137" y="322521"/>
                  </a:lnTo>
                  <a:lnTo>
                    <a:pt x="6822539" y="370374"/>
                  </a:lnTo>
                  <a:lnTo>
                    <a:pt x="6786527" y="409419"/>
                  </a:lnTo>
                  <a:lnTo>
                    <a:pt x="6747250" y="456040"/>
                  </a:lnTo>
                  <a:lnTo>
                    <a:pt x="6708346" y="506252"/>
                  </a:lnTo>
                  <a:lnTo>
                    <a:pt x="6669560" y="560128"/>
                  </a:lnTo>
                  <a:lnTo>
                    <a:pt x="6630695" y="617674"/>
                  </a:lnTo>
                  <a:lnTo>
                    <a:pt x="6591606" y="678826"/>
                  </a:lnTo>
                  <a:lnTo>
                    <a:pt x="6552196" y="743438"/>
                  </a:lnTo>
                  <a:lnTo>
                    <a:pt x="6512408" y="811281"/>
                  </a:lnTo>
                  <a:lnTo>
                    <a:pt x="6472227" y="882045"/>
                  </a:lnTo>
                  <a:lnTo>
                    <a:pt x="6431671" y="955337"/>
                  </a:lnTo>
                  <a:lnTo>
                    <a:pt x="6390789" y="1030689"/>
                  </a:lnTo>
                  <a:lnTo>
                    <a:pt x="6349652" y="1107571"/>
                  </a:lnTo>
                  <a:lnTo>
                    <a:pt x="6308354" y="1185403"/>
                  </a:lnTo>
                  <a:lnTo>
                    <a:pt x="6266998" y="1263576"/>
                  </a:lnTo>
                  <a:lnTo>
                    <a:pt x="6225689" y="1341469"/>
                  </a:lnTo>
                  <a:lnTo>
                    <a:pt x="6184533" y="1418468"/>
                  </a:lnTo>
                  <a:lnTo>
                    <a:pt x="6143623" y="1493992"/>
                  </a:lnTo>
                  <a:lnTo>
                    <a:pt x="6103032" y="1567504"/>
                  </a:lnTo>
                  <a:lnTo>
                    <a:pt x="6062814" y="1638530"/>
                  </a:lnTo>
                  <a:lnTo>
                    <a:pt x="6022989" y="1706671"/>
                  </a:lnTo>
                  <a:lnTo>
                    <a:pt x="5983543" y="1771605"/>
                  </a:lnTo>
                  <a:lnTo>
                    <a:pt x="5944427" y="1833098"/>
                  </a:lnTo>
                  <a:lnTo>
                    <a:pt x="5905546" y="1890997"/>
                  </a:lnTo>
                  <a:lnTo>
                    <a:pt x="5866760" y="1945228"/>
                  </a:lnTo>
                  <a:lnTo>
                    <a:pt x="5827878" y="1995791"/>
                  </a:lnTo>
                  <a:lnTo>
                    <a:pt x="5788650" y="2042754"/>
                  </a:lnTo>
                  <a:lnTo>
                    <a:pt x="5784835" y="2047099"/>
                  </a:lnTo>
                  <a:lnTo>
                    <a:pt x="5736377" y="2098797"/>
                  </a:lnTo>
                  <a:lnTo>
                    <a:pt x="5686301" y="2145357"/>
                  </a:lnTo>
                  <a:lnTo>
                    <a:pt x="5633843" y="2187037"/>
                  </a:lnTo>
                  <a:lnTo>
                    <a:pt x="5578151" y="2224274"/>
                  </a:lnTo>
                  <a:lnTo>
                    <a:pt x="5518353" y="2257566"/>
                  </a:lnTo>
                  <a:lnTo>
                    <a:pt x="5453632" y="2287392"/>
                  </a:lnTo>
                  <a:lnTo>
                    <a:pt x="5383313" y="2314179"/>
                  </a:lnTo>
                  <a:lnTo>
                    <a:pt x="5306988" y="2338273"/>
                  </a:lnTo>
                  <a:lnTo>
                    <a:pt x="5224670" y="2359930"/>
                  </a:lnTo>
                  <a:lnTo>
                    <a:pt x="5136985" y="2379314"/>
                  </a:lnTo>
                  <a:lnTo>
                    <a:pt x="5045363" y="2396497"/>
                  </a:lnTo>
                  <a:lnTo>
                    <a:pt x="4952181" y="2411478"/>
                  </a:lnTo>
                  <a:lnTo>
                    <a:pt x="4860750" y="2424211"/>
                  </a:lnTo>
                  <a:lnTo>
                    <a:pt x="4775080" y="2434648"/>
                  </a:lnTo>
                  <a:lnTo>
                    <a:pt x="4699355" y="2442790"/>
                  </a:lnTo>
                  <a:lnTo>
                    <a:pt x="4637179" y="2448734"/>
                  </a:lnTo>
                  <a:lnTo>
                    <a:pt x="4590801" y="2452702"/>
                  </a:lnTo>
                  <a:lnTo>
                    <a:pt x="4560531" y="2455032"/>
                  </a:lnTo>
                  <a:lnTo>
                    <a:pt x="4544544" y="2456143"/>
                  </a:lnTo>
                  <a:lnTo>
                    <a:pt x="4539038" y="2456490"/>
                  </a:lnTo>
                  <a:lnTo>
                    <a:pt x="4538543" y="2456519"/>
                  </a:lnTo>
                  <a:lnTo>
                    <a:pt x="4016409" y="2456519"/>
                  </a:lnTo>
                  <a:lnTo>
                    <a:pt x="4015210" y="2456581"/>
                  </a:lnTo>
                  <a:lnTo>
                    <a:pt x="4007363" y="2457022"/>
                  </a:lnTo>
                  <a:lnTo>
                    <a:pt x="3987706" y="2458242"/>
                  </a:lnTo>
                  <a:lnTo>
                    <a:pt x="3952881" y="2460638"/>
                  </a:lnTo>
                  <a:lnTo>
                    <a:pt x="3901626" y="2464568"/>
                  </a:lnTo>
                  <a:lnTo>
                    <a:pt x="3834851" y="2470303"/>
                  </a:lnTo>
                  <a:lnTo>
                    <a:pt x="3755313" y="2478005"/>
                  </a:lnTo>
                  <a:lnTo>
                    <a:pt x="3666944" y="2487734"/>
                  </a:lnTo>
                  <a:lnTo>
                    <a:pt x="3574019" y="2499471"/>
                  </a:lnTo>
                  <a:lnTo>
                    <a:pt x="3480448" y="2513171"/>
                  </a:lnTo>
                  <a:lnTo>
                    <a:pt x="3389320" y="2528801"/>
                  </a:lnTo>
                  <a:lnTo>
                    <a:pt x="3302738" y="2546380"/>
                  </a:lnTo>
                  <a:lnTo>
                    <a:pt x="3221876" y="2565997"/>
                  </a:lnTo>
                  <a:lnTo>
                    <a:pt x="3147142" y="2587822"/>
                  </a:lnTo>
                  <a:lnTo>
                    <a:pt x="3078386" y="2612111"/>
                  </a:lnTo>
                  <a:lnTo>
                    <a:pt x="3015083" y="2639196"/>
                  </a:lnTo>
                  <a:lnTo>
                    <a:pt x="2956484" y="2669472"/>
                  </a:lnTo>
                  <a:lnTo>
                    <a:pt x="2901728" y="2703376"/>
                  </a:lnTo>
                  <a:lnTo>
                    <a:pt x="2849926" y="2741338"/>
                  </a:lnTo>
                  <a:lnTo>
                    <a:pt x="2800234" y="2783701"/>
                  </a:lnTo>
                  <a:lnTo>
                    <a:pt x="2770117" y="2812291"/>
                  </a:lnTo>
                  <a:lnTo>
                    <a:pt x="2728877" y="2854921"/>
                  </a:lnTo>
                  <a:lnTo>
                    <a:pt x="2688033" y="2900999"/>
                  </a:lnTo>
                  <a:lnTo>
                    <a:pt x="2647295" y="2950593"/>
                  </a:lnTo>
                  <a:lnTo>
                    <a:pt x="2606443" y="3003699"/>
                  </a:lnTo>
                  <a:lnTo>
                    <a:pt x="2565319" y="3060238"/>
                  </a:lnTo>
                  <a:lnTo>
                    <a:pt x="2523821" y="3120047"/>
                  </a:lnTo>
                  <a:lnTo>
                    <a:pt x="2481897" y="3182870"/>
                  </a:lnTo>
                  <a:lnTo>
                    <a:pt x="2439542" y="3248369"/>
                  </a:lnTo>
                  <a:lnTo>
                    <a:pt x="2396792" y="3316118"/>
                  </a:lnTo>
                  <a:lnTo>
                    <a:pt x="2353716" y="3385618"/>
                  </a:lnTo>
                  <a:lnTo>
                    <a:pt x="2310408" y="3456310"/>
                  </a:lnTo>
                  <a:lnTo>
                    <a:pt x="2266984" y="3527592"/>
                  </a:lnTo>
                  <a:lnTo>
                    <a:pt x="2223567" y="3598841"/>
                  </a:lnTo>
                  <a:lnTo>
                    <a:pt x="2180278" y="3669435"/>
                  </a:lnTo>
                  <a:lnTo>
                    <a:pt x="2137232" y="3738776"/>
                  </a:lnTo>
                  <a:lnTo>
                    <a:pt x="2094521" y="3806310"/>
                  </a:lnTo>
                  <a:lnTo>
                    <a:pt x="2052211" y="3871545"/>
                  </a:lnTo>
                  <a:lnTo>
                    <a:pt x="2010333" y="3934066"/>
                  </a:lnTo>
                  <a:lnTo>
                    <a:pt x="1968877" y="3993541"/>
                  </a:lnTo>
                  <a:lnTo>
                    <a:pt x="1927787" y="4049725"/>
                  </a:lnTo>
                  <a:lnTo>
                    <a:pt x="1886956" y="4102464"/>
                  </a:lnTo>
                  <a:lnTo>
                    <a:pt x="1846218" y="4151686"/>
                  </a:lnTo>
                  <a:lnTo>
                    <a:pt x="1805347" y="4197396"/>
                  </a:lnTo>
                  <a:lnTo>
                    <a:pt x="1768425" y="4235378"/>
                  </a:lnTo>
                  <a:lnTo>
                    <a:pt x="1719670" y="4280560"/>
                  </a:lnTo>
                  <a:lnTo>
                    <a:pt x="1669271" y="4321224"/>
                  </a:lnTo>
                  <a:lnTo>
                    <a:pt x="1616453" y="4357600"/>
                  </a:lnTo>
                  <a:lnTo>
                    <a:pt x="1560345" y="4390076"/>
                  </a:lnTo>
                  <a:lnTo>
                    <a:pt x="1500060" y="4419093"/>
                  </a:lnTo>
                  <a:lnTo>
                    <a:pt x="1434769" y="4445074"/>
                  </a:lnTo>
                  <a:lnTo>
                    <a:pt x="1363792" y="4468394"/>
                  </a:lnTo>
                  <a:lnTo>
                    <a:pt x="1286727" y="4489357"/>
                  </a:lnTo>
                  <a:lnTo>
                    <a:pt x="1203611" y="4508185"/>
                  </a:lnTo>
                  <a:lnTo>
                    <a:pt x="1115121" y="4525019"/>
                  </a:lnTo>
                  <a:lnTo>
                    <a:pt x="1022765" y="4539919"/>
                  </a:lnTo>
                  <a:lnTo>
                    <a:pt x="929024" y="4552880"/>
                  </a:lnTo>
                  <a:lnTo>
                    <a:pt x="837333" y="4563861"/>
                  </a:lnTo>
                  <a:lnTo>
                    <a:pt x="751810" y="4572821"/>
                  </a:lnTo>
                  <a:lnTo>
                    <a:pt x="676693" y="4579765"/>
                  </a:lnTo>
                  <a:lnTo>
                    <a:pt x="615565" y="4584790"/>
                  </a:lnTo>
                  <a:lnTo>
                    <a:pt x="570546" y="4588101"/>
                  </a:lnTo>
                  <a:lnTo>
                    <a:pt x="541738" y="4590007"/>
                  </a:lnTo>
                  <a:lnTo>
                    <a:pt x="527057" y="4590884"/>
                  </a:lnTo>
                  <a:lnTo>
                    <a:pt x="522426" y="4591135"/>
                  </a:lnTo>
                  <a:lnTo>
                    <a:pt x="522133" y="4591150"/>
                  </a:lnTo>
                  <a:lnTo>
                    <a:pt x="0" y="4591150"/>
                  </a:lnTo>
                  <a:lnTo>
                    <a:pt x="0" y="459115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099" name="pg2099"/>
            <p:cNvSpPr/>
            <p:nvPr/>
          </p:nvSpPr>
          <p:spPr>
            <a:xfrm>
              <a:off x="386606" y="3788891"/>
              <a:ext cx="8554953" cy="2388753"/>
            </a:xfrm>
            <a:custGeom>
              <a:avLst/>
              <a:pathLst>
                <a:path w="8554953" h="2388753">
                  <a:moveTo>
                    <a:pt x="0" y="2388753"/>
                  </a:moveTo>
                  <a:lnTo>
                    <a:pt x="522133" y="2388753"/>
                  </a:lnTo>
                  <a:lnTo>
                    <a:pt x="523335" y="2388693"/>
                  </a:lnTo>
                  <a:lnTo>
                    <a:pt x="531205" y="2388262"/>
                  </a:lnTo>
                  <a:lnTo>
                    <a:pt x="550916" y="2387071"/>
                  </a:lnTo>
                  <a:lnTo>
                    <a:pt x="585831" y="2384731"/>
                  </a:lnTo>
                  <a:lnTo>
                    <a:pt x="637209" y="2380894"/>
                  </a:lnTo>
                  <a:lnTo>
                    <a:pt x="704128" y="2375295"/>
                  </a:lnTo>
                  <a:lnTo>
                    <a:pt x="783813" y="2367776"/>
                  </a:lnTo>
                  <a:lnTo>
                    <a:pt x="872319" y="2358281"/>
                  </a:lnTo>
                  <a:lnTo>
                    <a:pt x="965356" y="2346827"/>
                  </a:lnTo>
                  <a:lnTo>
                    <a:pt x="1059009" y="2333459"/>
                  </a:lnTo>
                  <a:lnTo>
                    <a:pt x="1150189" y="2318207"/>
                  </a:lnTo>
                  <a:lnTo>
                    <a:pt x="1236796" y="2301055"/>
                  </a:lnTo>
                  <a:lnTo>
                    <a:pt x="1317663" y="2281913"/>
                  </a:lnTo>
                  <a:lnTo>
                    <a:pt x="1392389" y="2260614"/>
                  </a:lnTo>
                  <a:lnTo>
                    <a:pt x="1461131" y="2236907"/>
                  </a:lnTo>
                  <a:lnTo>
                    <a:pt x="1524418" y="2210469"/>
                  </a:lnTo>
                  <a:lnTo>
                    <a:pt x="1583005" y="2180910"/>
                  </a:lnTo>
                  <a:lnTo>
                    <a:pt x="1637757" y="2147806"/>
                  </a:lnTo>
                  <a:lnTo>
                    <a:pt x="1689564" y="2110737"/>
                  </a:lnTo>
                  <a:lnTo>
                    <a:pt x="1739272" y="2069369"/>
                  </a:lnTo>
                  <a:lnTo>
                    <a:pt x="1768425" y="2042393"/>
                  </a:lnTo>
                  <a:lnTo>
                    <a:pt x="1810031" y="2000505"/>
                  </a:lnTo>
                  <a:lnTo>
                    <a:pt x="1851236" y="1955200"/>
                  </a:lnTo>
                  <a:lnTo>
                    <a:pt x="1892338" y="1906410"/>
                  </a:lnTo>
                  <a:lnTo>
                    <a:pt x="1933562" y="1854141"/>
                  </a:lnTo>
                  <a:lnTo>
                    <a:pt x="1975066" y="1798473"/>
                  </a:lnTo>
                  <a:lnTo>
                    <a:pt x="2016955" y="1739576"/>
                  </a:lnTo>
                  <a:lnTo>
                    <a:pt x="2059279" y="1677706"/>
                  </a:lnTo>
                  <a:lnTo>
                    <a:pt x="2102039" y="1613210"/>
                  </a:lnTo>
                  <a:lnTo>
                    <a:pt x="2145199" y="1546517"/>
                  </a:lnTo>
                  <a:lnTo>
                    <a:pt x="2188683" y="1478131"/>
                  </a:lnTo>
                  <a:lnTo>
                    <a:pt x="2232393" y="1408615"/>
                  </a:lnTo>
                  <a:lnTo>
                    <a:pt x="2276210" y="1338575"/>
                  </a:lnTo>
                  <a:lnTo>
                    <a:pt x="2320006" y="1268634"/>
                  </a:lnTo>
                  <a:lnTo>
                    <a:pt x="2363657" y="1199413"/>
                  </a:lnTo>
                  <a:lnTo>
                    <a:pt x="2407049" y="1131504"/>
                  </a:lnTo>
                  <a:lnTo>
                    <a:pt x="2450088" y="1065456"/>
                  </a:lnTo>
                  <a:lnTo>
                    <a:pt x="2492713" y="1001748"/>
                  </a:lnTo>
                  <a:lnTo>
                    <a:pt x="2534896" y="940786"/>
                  </a:lnTo>
                  <a:lnTo>
                    <a:pt x="2576655" y="882888"/>
                  </a:lnTo>
                  <a:lnTo>
                    <a:pt x="2618057" y="828283"/>
                  </a:lnTo>
                  <a:lnTo>
                    <a:pt x="2659222" y="777110"/>
                  </a:lnTo>
                  <a:lnTo>
                    <a:pt x="2700329" y="729427"/>
                  </a:lnTo>
                  <a:lnTo>
                    <a:pt x="2741625" y="685214"/>
                  </a:lnTo>
                  <a:lnTo>
                    <a:pt x="2770117" y="656954"/>
                  </a:lnTo>
                  <a:lnTo>
                    <a:pt x="2818921" y="612926"/>
                  </a:lnTo>
                  <a:lnTo>
                    <a:pt x="2869372" y="573305"/>
                  </a:lnTo>
                  <a:lnTo>
                    <a:pt x="2922250" y="537867"/>
                  </a:lnTo>
                  <a:lnTo>
                    <a:pt x="2978426" y="506230"/>
                  </a:lnTo>
                  <a:lnTo>
                    <a:pt x="3038791" y="477967"/>
                  </a:lnTo>
                  <a:lnTo>
                    <a:pt x="3104176" y="452663"/>
                  </a:lnTo>
                  <a:lnTo>
                    <a:pt x="3175261" y="429953"/>
                  </a:lnTo>
                  <a:lnTo>
                    <a:pt x="3252448" y="409541"/>
                  </a:lnTo>
                  <a:lnTo>
                    <a:pt x="3335694" y="391210"/>
                  </a:lnTo>
                  <a:lnTo>
                    <a:pt x="3424316" y="374823"/>
                  </a:lnTo>
                  <a:lnTo>
                    <a:pt x="3516792" y="360322"/>
                  </a:lnTo>
                  <a:lnTo>
                    <a:pt x="3610622" y="347713"/>
                  </a:lnTo>
                  <a:lnTo>
                    <a:pt x="3702353" y="337036"/>
                  </a:lnTo>
                  <a:lnTo>
                    <a:pt x="3787850" y="328331"/>
                  </a:lnTo>
                  <a:lnTo>
                    <a:pt x="3862862" y="321592"/>
                  </a:lnTo>
                  <a:lnTo>
                    <a:pt x="3923816" y="316722"/>
                  </a:lnTo>
                  <a:lnTo>
                    <a:pt x="3968610" y="313520"/>
                  </a:lnTo>
                  <a:lnTo>
                    <a:pt x="3997179" y="311684"/>
                  </a:lnTo>
                  <a:lnTo>
                    <a:pt x="4011648" y="310844"/>
                  </a:lnTo>
                  <a:lnTo>
                    <a:pt x="4016143" y="310607"/>
                  </a:lnTo>
                  <a:lnTo>
                    <a:pt x="4016409" y="310594"/>
                  </a:lnTo>
                  <a:lnTo>
                    <a:pt x="4538543" y="310594"/>
                  </a:lnTo>
                  <a:lnTo>
                    <a:pt x="4539811" y="310585"/>
                  </a:lnTo>
                  <a:lnTo>
                    <a:pt x="4548102" y="310518"/>
                  </a:lnTo>
                  <a:lnTo>
                    <a:pt x="4568831" y="310333"/>
                  </a:lnTo>
                  <a:lnTo>
                    <a:pt x="4605451" y="309970"/>
                  </a:lnTo>
                  <a:lnTo>
                    <a:pt x="4659141" y="309377"/>
                  </a:lnTo>
                  <a:lnTo>
                    <a:pt x="4728751" y="308512"/>
                  </a:lnTo>
                  <a:lnTo>
                    <a:pt x="4811189" y="307353"/>
                  </a:lnTo>
                  <a:lnTo>
                    <a:pt x="4902204" y="305894"/>
                  </a:lnTo>
                  <a:lnTo>
                    <a:pt x="4997285" y="304137"/>
                  </a:lnTo>
                  <a:lnTo>
                    <a:pt x="5092411" y="302090"/>
                  </a:lnTo>
                  <a:lnTo>
                    <a:pt x="5184500" y="299757"/>
                  </a:lnTo>
                  <a:lnTo>
                    <a:pt x="5271530" y="297132"/>
                  </a:lnTo>
                  <a:lnTo>
                    <a:pt x="5352459" y="294201"/>
                  </a:lnTo>
                  <a:lnTo>
                    <a:pt x="5427014" y="290933"/>
                  </a:lnTo>
                  <a:lnTo>
                    <a:pt x="5495476" y="287287"/>
                  </a:lnTo>
                  <a:lnTo>
                    <a:pt x="5558480" y="283209"/>
                  </a:lnTo>
                  <a:lnTo>
                    <a:pt x="5616865" y="278639"/>
                  </a:lnTo>
                  <a:lnTo>
                    <a:pt x="5671562" y="273508"/>
                  </a:lnTo>
                  <a:lnTo>
                    <a:pt x="5723503" y="267755"/>
                  </a:lnTo>
                  <a:lnTo>
                    <a:pt x="5773546" y="261337"/>
                  </a:lnTo>
                  <a:lnTo>
                    <a:pt x="5784835" y="259769"/>
                  </a:lnTo>
                  <a:lnTo>
                    <a:pt x="5838553" y="251725"/>
                  </a:lnTo>
                  <a:lnTo>
                    <a:pt x="5891754" y="242837"/>
                  </a:lnTo>
                  <a:lnTo>
                    <a:pt x="5945009" y="233093"/>
                  </a:lnTo>
                  <a:lnTo>
                    <a:pt x="5998703" y="222513"/>
                  </a:lnTo>
                  <a:lnTo>
                    <a:pt x="6053055" y="211150"/>
                  </a:lnTo>
                  <a:lnTo>
                    <a:pt x="6108141" y="199096"/>
                  </a:lnTo>
                  <a:lnTo>
                    <a:pt x="6163912" y="186477"/>
                  </a:lnTo>
                  <a:lnTo>
                    <a:pt x="6220217" y="173450"/>
                  </a:lnTo>
                  <a:lnTo>
                    <a:pt x="6276831" y="160197"/>
                  </a:lnTo>
                  <a:lnTo>
                    <a:pt x="6333487" y="146913"/>
                  </a:lnTo>
                  <a:lnTo>
                    <a:pt x="6389915" y="133796"/>
                  </a:lnTo>
                  <a:lnTo>
                    <a:pt x="6445873" y="121031"/>
                  </a:lnTo>
                  <a:lnTo>
                    <a:pt x="6501184" y="108785"/>
                  </a:lnTo>
                  <a:lnTo>
                    <a:pt x="6555763" y="97196"/>
                  </a:lnTo>
                  <a:lnTo>
                    <a:pt x="6609646" y="86363"/>
                  </a:lnTo>
                  <a:lnTo>
                    <a:pt x="6663005" y="76355"/>
                  </a:lnTo>
                  <a:lnTo>
                    <a:pt x="6716171" y="67199"/>
                  </a:lnTo>
                  <a:lnTo>
                    <a:pt x="6769653" y="58894"/>
                  </a:lnTo>
                  <a:lnTo>
                    <a:pt x="6786527" y="56471"/>
                  </a:lnTo>
                  <a:lnTo>
                    <a:pt x="6836240" y="49898"/>
                  </a:lnTo>
                  <a:lnTo>
                    <a:pt x="6887675" y="43995"/>
                  </a:lnTo>
                  <a:lnTo>
                    <a:pt x="6941658" y="38727"/>
                  </a:lnTo>
                  <a:lnTo>
                    <a:pt x="6999114" y="34034"/>
                  </a:lnTo>
                  <a:lnTo>
                    <a:pt x="7060979" y="29849"/>
                  </a:lnTo>
                  <a:lnTo>
                    <a:pt x="7128123" y="26109"/>
                  </a:lnTo>
                  <a:lnTo>
                    <a:pt x="7201240" y="22759"/>
                  </a:lnTo>
                  <a:lnTo>
                    <a:pt x="7280707" y="19753"/>
                  </a:lnTo>
                  <a:lnTo>
                    <a:pt x="7366399" y="17060"/>
                  </a:lnTo>
                  <a:lnTo>
                    <a:pt x="7457468" y="14660"/>
                  </a:lnTo>
                  <a:lnTo>
                    <a:pt x="7552131" y="12548"/>
                  </a:lnTo>
                  <a:lnTo>
                    <a:pt x="7647549" y="10724"/>
                  </a:lnTo>
                  <a:lnTo>
                    <a:pt x="7739888" y="9196"/>
                  </a:lnTo>
                  <a:lnTo>
                    <a:pt x="7824693" y="7968"/>
                  </a:lnTo>
                  <a:lnTo>
                    <a:pt x="7897574" y="7037"/>
                  </a:lnTo>
                  <a:lnTo>
                    <a:pt x="7955098" y="6384"/>
                  </a:lnTo>
                  <a:lnTo>
                    <a:pt x="7995616" y="5973"/>
                  </a:lnTo>
                  <a:lnTo>
                    <a:pt x="8019763" y="5753"/>
                  </a:lnTo>
                  <a:lnTo>
                    <a:pt x="8030494" y="5664"/>
                  </a:lnTo>
                  <a:lnTo>
                    <a:pt x="8032819" y="5647"/>
                  </a:lnTo>
                  <a:lnTo>
                    <a:pt x="8554953" y="5647"/>
                  </a:lnTo>
                  <a:lnTo>
                    <a:pt x="8554953" y="0"/>
                  </a:lnTo>
                  <a:lnTo>
                    <a:pt x="8032819" y="0"/>
                  </a:lnTo>
                  <a:lnTo>
                    <a:pt x="8031551" y="9"/>
                  </a:lnTo>
                  <a:lnTo>
                    <a:pt x="8023260" y="76"/>
                  </a:lnTo>
                  <a:lnTo>
                    <a:pt x="8002531" y="260"/>
                  </a:lnTo>
                  <a:lnTo>
                    <a:pt x="7965911" y="623"/>
                  </a:lnTo>
                  <a:lnTo>
                    <a:pt x="7912221" y="1217"/>
                  </a:lnTo>
                  <a:lnTo>
                    <a:pt x="7842611" y="2082"/>
                  </a:lnTo>
                  <a:lnTo>
                    <a:pt x="7760173" y="3240"/>
                  </a:lnTo>
                  <a:lnTo>
                    <a:pt x="7669158" y="4700"/>
                  </a:lnTo>
                  <a:lnTo>
                    <a:pt x="7574077" y="6456"/>
                  </a:lnTo>
                  <a:lnTo>
                    <a:pt x="7478951" y="8503"/>
                  </a:lnTo>
                  <a:lnTo>
                    <a:pt x="7386862" y="10837"/>
                  </a:lnTo>
                  <a:lnTo>
                    <a:pt x="7299831" y="13461"/>
                  </a:lnTo>
                  <a:lnTo>
                    <a:pt x="7218903" y="16393"/>
                  </a:lnTo>
                  <a:lnTo>
                    <a:pt x="7144347" y="19661"/>
                  </a:lnTo>
                  <a:lnTo>
                    <a:pt x="7075886" y="23307"/>
                  </a:lnTo>
                  <a:lnTo>
                    <a:pt x="7012882" y="27384"/>
                  </a:lnTo>
                  <a:lnTo>
                    <a:pt x="6954497" y="31955"/>
                  </a:lnTo>
                  <a:lnTo>
                    <a:pt x="6899800" y="37085"/>
                  </a:lnTo>
                  <a:lnTo>
                    <a:pt x="6847859" y="42838"/>
                  </a:lnTo>
                  <a:lnTo>
                    <a:pt x="6797816" y="49257"/>
                  </a:lnTo>
                  <a:lnTo>
                    <a:pt x="6786527" y="50824"/>
                  </a:lnTo>
                  <a:lnTo>
                    <a:pt x="6732809" y="58868"/>
                  </a:lnTo>
                  <a:lnTo>
                    <a:pt x="6679608" y="67756"/>
                  </a:lnTo>
                  <a:lnTo>
                    <a:pt x="6626353" y="77500"/>
                  </a:lnTo>
                  <a:lnTo>
                    <a:pt x="6572659" y="88081"/>
                  </a:lnTo>
                  <a:lnTo>
                    <a:pt x="6518307" y="99443"/>
                  </a:lnTo>
                  <a:lnTo>
                    <a:pt x="6463221" y="111497"/>
                  </a:lnTo>
                  <a:lnTo>
                    <a:pt x="6407450" y="124116"/>
                  </a:lnTo>
                  <a:lnTo>
                    <a:pt x="6351145" y="137143"/>
                  </a:lnTo>
                  <a:lnTo>
                    <a:pt x="6294531" y="150396"/>
                  </a:lnTo>
                  <a:lnTo>
                    <a:pt x="6237875" y="163680"/>
                  </a:lnTo>
                  <a:lnTo>
                    <a:pt x="6181447" y="176798"/>
                  </a:lnTo>
                  <a:lnTo>
                    <a:pt x="6125489" y="189562"/>
                  </a:lnTo>
                  <a:lnTo>
                    <a:pt x="6070178" y="201808"/>
                  </a:lnTo>
                  <a:lnTo>
                    <a:pt x="6015599" y="213398"/>
                  </a:lnTo>
                  <a:lnTo>
                    <a:pt x="5961716" y="224230"/>
                  </a:lnTo>
                  <a:lnTo>
                    <a:pt x="5908357" y="234239"/>
                  </a:lnTo>
                  <a:lnTo>
                    <a:pt x="5855191" y="243394"/>
                  </a:lnTo>
                  <a:lnTo>
                    <a:pt x="5801709" y="251699"/>
                  </a:lnTo>
                  <a:lnTo>
                    <a:pt x="5784835" y="254122"/>
                  </a:lnTo>
                  <a:lnTo>
                    <a:pt x="5735122" y="260695"/>
                  </a:lnTo>
                  <a:lnTo>
                    <a:pt x="5683687" y="266598"/>
                  </a:lnTo>
                  <a:lnTo>
                    <a:pt x="5629704" y="271866"/>
                  </a:lnTo>
                  <a:lnTo>
                    <a:pt x="5572248" y="276560"/>
                  </a:lnTo>
                  <a:lnTo>
                    <a:pt x="5510383" y="280744"/>
                  </a:lnTo>
                  <a:lnTo>
                    <a:pt x="5443239" y="284484"/>
                  </a:lnTo>
                  <a:lnTo>
                    <a:pt x="5370122" y="287835"/>
                  </a:lnTo>
                  <a:lnTo>
                    <a:pt x="5290655" y="290841"/>
                  </a:lnTo>
                  <a:lnTo>
                    <a:pt x="5204963" y="293534"/>
                  </a:lnTo>
                  <a:lnTo>
                    <a:pt x="5113894" y="295933"/>
                  </a:lnTo>
                  <a:lnTo>
                    <a:pt x="5019231" y="298046"/>
                  </a:lnTo>
                  <a:lnTo>
                    <a:pt x="4923813" y="299870"/>
                  </a:lnTo>
                  <a:lnTo>
                    <a:pt x="4831474" y="301398"/>
                  </a:lnTo>
                  <a:lnTo>
                    <a:pt x="4746669" y="302625"/>
                  </a:lnTo>
                  <a:lnTo>
                    <a:pt x="4673788" y="303556"/>
                  </a:lnTo>
                  <a:lnTo>
                    <a:pt x="4616264" y="304209"/>
                  </a:lnTo>
                  <a:lnTo>
                    <a:pt x="4575746" y="304621"/>
                  </a:lnTo>
                  <a:lnTo>
                    <a:pt x="4551599" y="304841"/>
                  </a:lnTo>
                  <a:lnTo>
                    <a:pt x="4540868" y="304929"/>
                  </a:lnTo>
                  <a:lnTo>
                    <a:pt x="4538543" y="304947"/>
                  </a:lnTo>
                  <a:lnTo>
                    <a:pt x="4016409" y="304947"/>
                  </a:lnTo>
                  <a:lnTo>
                    <a:pt x="4015207" y="305007"/>
                  </a:lnTo>
                  <a:lnTo>
                    <a:pt x="4007337" y="305438"/>
                  </a:lnTo>
                  <a:lnTo>
                    <a:pt x="3987626" y="306629"/>
                  </a:lnTo>
                  <a:lnTo>
                    <a:pt x="3952711" y="308969"/>
                  </a:lnTo>
                  <a:lnTo>
                    <a:pt x="3901333" y="312806"/>
                  </a:lnTo>
                  <a:lnTo>
                    <a:pt x="3834414" y="318404"/>
                  </a:lnTo>
                  <a:lnTo>
                    <a:pt x="3754729" y="325923"/>
                  </a:lnTo>
                  <a:lnTo>
                    <a:pt x="3666223" y="335418"/>
                  </a:lnTo>
                  <a:lnTo>
                    <a:pt x="3573186" y="346873"/>
                  </a:lnTo>
                  <a:lnTo>
                    <a:pt x="3479533" y="360241"/>
                  </a:lnTo>
                  <a:lnTo>
                    <a:pt x="3388353" y="375492"/>
                  </a:lnTo>
                  <a:lnTo>
                    <a:pt x="3301746" y="392645"/>
                  </a:lnTo>
                  <a:lnTo>
                    <a:pt x="3220879" y="411787"/>
                  </a:lnTo>
                  <a:lnTo>
                    <a:pt x="3146153" y="433086"/>
                  </a:lnTo>
                  <a:lnTo>
                    <a:pt x="3077411" y="456792"/>
                  </a:lnTo>
                  <a:lnTo>
                    <a:pt x="3014124" y="483231"/>
                  </a:lnTo>
                  <a:lnTo>
                    <a:pt x="2955537" y="512790"/>
                  </a:lnTo>
                  <a:lnTo>
                    <a:pt x="2900785" y="545894"/>
                  </a:lnTo>
                  <a:lnTo>
                    <a:pt x="2848978" y="582963"/>
                  </a:lnTo>
                  <a:lnTo>
                    <a:pt x="2799271" y="624330"/>
                  </a:lnTo>
                  <a:lnTo>
                    <a:pt x="2770117" y="651307"/>
                  </a:lnTo>
                  <a:lnTo>
                    <a:pt x="2728511" y="693195"/>
                  </a:lnTo>
                  <a:lnTo>
                    <a:pt x="2687306" y="738500"/>
                  </a:lnTo>
                  <a:lnTo>
                    <a:pt x="2646204" y="787289"/>
                  </a:lnTo>
                  <a:lnTo>
                    <a:pt x="2604981" y="839559"/>
                  </a:lnTo>
                  <a:lnTo>
                    <a:pt x="2563476" y="895227"/>
                  </a:lnTo>
                  <a:lnTo>
                    <a:pt x="2521587" y="954124"/>
                  </a:lnTo>
                  <a:lnTo>
                    <a:pt x="2479263" y="1015993"/>
                  </a:lnTo>
                  <a:lnTo>
                    <a:pt x="2436503" y="1080490"/>
                  </a:lnTo>
                  <a:lnTo>
                    <a:pt x="2393343" y="1147183"/>
                  </a:lnTo>
                  <a:lnTo>
                    <a:pt x="2349859" y="1215569"/>
                  </a:lnTo>
                  <a:lnTo>
                    <a:pt x="2306149" y="1285084"/>
                  </a:lnTo>
                  <a:lnTo>
                    <a:pt x="2262332" y="1355124"/>
                  </a:lnTo>
                  <a:lnTo>
                    <a:pt x="2218536" y="1425065"/>
                  </a:lnTo>
                  <a:lnTo>
                    <a:pt x="2174885" y="1494287"/>
                  </a:lnTo>
                  <a:lnTo>
                    <a:pt x="2131494" y="1562195"/>
                  </a:lnTo>
                  <a:lnTo>
                    <a:pt x="2088454" y="1628244"/>
                  </a:lnTo>
                  <a:lnTo>
                    <a:pt x="2045830" y="1691951"/>
                  </a:lnTo>
                  <a:lnTo>
                    <a:pt x="2003646" y="1752913"/>
                  </a:lnTo>
                  <a:lnTo>
                    <a:pt x="1961887" y="1810811"/>
                  </a:lnTo>
                  <a:lnTo>
                    <a:pt x="1920485" y="1865417"/>
                  </a:lnTo>
                  <a:lnTo>
                    <a:pt x="1879320" y="1916590"/>
                  </a:lnTo>
                  <a:lnTo>
                    <a:pt x="1838213" y="1964273"/>
                  </a:lnTo>
                  <a:lnTo>
                    <a:pt x="1796917" y="2008486"/>
                  </a:lnTo>
                  <a:lnTo>
                    <a:pt x="1768425" y="2036746"/>
                  </a:lnTo>
                  <a:lnTo>
                    <a:pt x="1719621" y="2080774"/>
                  </a:lnTo>
                  <a:lnTo>
                    <a:pt x="1669170" y="2120395"/>
                  </a:lnTo>
                  <a:lnTo>
                    <a:pt x="1616292" y="2155833"/>
                  </a:lnTo>
                  <a:lnTo>
                    <a:pt x="1560116" y="2187469"/>
                  </a:lnTo>
                  <a:lnTo>
                    <a:pt x="1499751" y="2215732"/>
                  </a:lnTo>
                  <a:lnTo>
                    <a:pt x="1434366" y="2241036"/>
                  </a:lnTo>
                  <a:lnTo>
                    <a:pt x="1363281" y="2263746"/>
                  </a:lnTo>
                  <a:lnTo>
                    <a:pt x="1286095" y="2284158"/>
                  </a:lnTo>
                  <a:lnTo>
                    <a:pt x="1202848" y="2302490"/>
                  </a:lnTo>
                  <a:lnTo>
                    <a:pt x="1114226" y="2318877"/>
                  </a:lnTo>
                  <a:lnTo>
                    <a:pt x="1021750" y="2333377"/>
                  </a:lnTo>
                  <a:lnTo>
                    <a:pt x="927920" y="2345987"/>
                  </a:lnTo>
                  <a:lnTo>
                    <a:pt x="836189" y="2356664"/>
                  </a:lnTo>
                  <a:lnTo>
                    <a:pt x="750693" y="2365368"/>
                  </a:lnTo>
                  <a:lnTo>
                    <a:pt x="675680" y="2372108"/>
                  </a:lnTo>
                  <a:lnTo>
                    <a:pt x="614726" y="2376978"/>
                  </a:lnTo>
                  <a:lnTo>
                    <a:pt x="569932" y="2380180"/>
                  </a:lnTo>
                  <a:lnTo>
                    <a:pt x="541364" y="2382016"/>
                  </a:lnTo>
                  <a:lnTo>
                    <a:pt x="526894" y="2382856"/>
                  </a:lnTo>
                  <a:lnTo>
                    <a:pt x="522399" y="2383093"/>
                  </a:lnTo>
                  <a:lnTo>
                    <a:pt x="522133" y="2383106"/>
                  </a:lnTo>
                  <a:lnTo>
                    <a:pt x="0" y="2383106"/>
                  </a:lnTo>
                  <a:close/>
                </a:path>
              </a:pathLst>
            </a:custGeom>
            <a:solidFill>
              <a:srgbClr val="8DCFF5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2100" name="pl2100"/>
            <p:cNvSpPr/>
            <p:nvPr/>
          </p:nvSpPr>
          <p:spPr>
            <a:xfrm>
              <a:off x="386606" y="3794538"/>
              <a:ext cx="8554953" cy="2383106"/>
            </a:xfrm>
            <a:custGeom>
              <a:avLst/>
              <a:pathLst>
                <a:path w="8554953" h="2383106">
                  <a:moveTo>
                    <a:pt x="0" y="2383106"/>
                  </a:moveTo>
                  <a:lnTo>
                    <a:pt x="522133" y="2383106"/>
                  </a:lnTo>
                  <a:lnTo>
                    <a:pt x="523335" y="2383045"/>
                  </a:lnTo>
                  <a:lnTo>
                    <a:pt x="531205" y="2382615"/>
                  </a:lnTo>
                  <a:lnTo>
                    <a:pt x="550916" y="2381424"/>
                  </a:lnTo>
                  <a:lnTo>
                    <a:pt x="585831" y="2379084"/>
                  </a:lnTo>
                  <a:lnTo>
                    <a:pt x="637209" y="2375247"/>
                  </a:lnTo>
                  <a:lnTo>
                    <a:pt x="704128" y="2369648"/>
                  </a:lnTo>
                  <a:lnTo>
                    <a:pt x="783813" y="2362129"/>
                  </a:lnTo>
                  <a:lnTo>
                    <a:pt x="872319" y="2352634"/>
                  </a:lnTo>
                  <a:lnTo>
                    <a:pt x="965356" y="2341180"/>
                  </a:lnTo>
                  <a:lnTo>
                    <a:pt x="1059009" y="2327811"/>
                  </a:lnTo>
                  <a:lnTo>
                    <a:pt x="1150189" y="2312560"/>
                  </a:lnTo>
                  <a:lnTo>
                    <a:pt x="1236796" y="2295408"/>
                  </a:lnTo>
                  <a:lnTo>
                    <a:pt x="1317663" y="2276266"/>
                  </a:lnTo>
                  <a:lnTo>
                    <a:pt x="1392389" y="2254966"/>
                  </a:lnTo>
                  <a:lnTo>
                    <a:pt x="1461131" y="2231260"/>
                  </a:lnTo>
                  <a:lnTo>
                    <a:pt x="1524418" y="2204822"/>
                  </a:lnTo>
                  <a:lnTo>
                    <a:pt x="1583005" y="2175263"/>
                  </a:lnTo>
                  <a:lnTo>
                    <a:pt x="1637757" y="2142159"/>
                  </a:lnTo>
                  <a:lnTo>
                    <a:pt x="1689564" y="2105090"/>
                  </a:lnTo>
                  <a:lnTo>
                    <a:pt x="1739272" y="2063722"/>
                  </a:lnTo>
                  <a:lnTo>
                    <a:pt x="1768425" y="2036746"/>
                  </a:lnTo>
                  <a:lnTo>
                    <a:pt x="1810031" y="1994858"/>
                  </a:lnTo>
                  <a:lnTo>
                    <a:pt x="1851236" y="1949552"/>
                  </a:lnTo>
                  <a:lnTo>
                    <a:pt x="1892338" y="1900763"/>
                  </a:lnTo>
                  <a:lnTo>
                    <a:pt x="1933562" y="1848493"/>
                  </a:lnTo>
                  <a:lnTo>
                    <a:pt x="1975066" y="1792826"/>
                  </a:lnTo>
                  <a:lnTo>
                    <a:pt x="2016955" y="1733929"/>
                  </a:lnTo>
                  <a:lnTo>
                    <a:pt x="2059279" y="1672059"/>
                  </a:lnTo>
                  <a:lnTo>
                    <a:pt x="2102039" y="1607563"/>
                  </a:lnTo>
                  <a:lnTo>
                    <a:pt x="2145199" y="1540869"/>
                  </a:lnTo>
                  <a:lnTo>
                    <a:pt x="2188683" y="1472483"/>
                  </a:lnTo>
                  <a:lnTo>
                    <a:pt x="2232393" y="1402968"/>
                  </a:lnTo>
                  <a:lnTo>
                    <a:pt x="2276210" y="1332928"/>
                  </a:lnTo>
                  <a:lnTo>
                    <a:pt x="2320006" y="1262987"/>
                  </a:lnTo>
                  <a:lnTo>
                    <a:pt x="2363657" y="1193766"/>
                  </a:lnTo>
                  <a:lnTo>
                    <a:pt x="2407049" y="1125857"/>
                  </a:lnTo>
                  <a:lnTo>
                    <a:pt x="2450088" y="1059808"/>
                  </a:lnTo>
                  <a:lnTo>
                    <a:pt x="2492713" y="996101"/>
                  </a:lnTo>
                  <a:lnTo>
                    <a:pt x="2534896" y="935139"/>
                  </a:lnTo>
                  <a:lnTo>
                    <a:pt x="2576655" y="877241"/>
                  </a:lnTo>
                  <a:lnTo>
                    <a:pt x="2618057" y="822635"/>
                  </a:lnTo>
                  <a:lnTo>
                    <a:pt x="2659222" y="771463"/>
                  </a:lnTo>
                  <a:lnTo>
                    <a:pt x="2700329" y="723780"/>
                  </a:lnTo>
                  <a:lnTo>
                    <a:pt x="2741625" y="679567"/>
                  </a:lnTo>
                  <a:lnTo>
                    <a:pt x="2770117" y="651307"/>
                  </a:lnTo>
                  <a:lnTo>
                    <a:pt x="2818921" y="607279"/>
                  </a:lnTo>
                  <a:lnTo>
                    <a:pt x="2869372" y="567658"/>
                  </a:lnTo>
                  <a:lnTo>
                    <a:pt x="2922250" y="532219"/>
                  </a:lnTo>
                  <a:lnTo>
                    <a:pt x="2978426" y="500583"/>
                  </a:lnTo>
                  <a:lnTo>
                    <a:pt x="3038791" y="472320"/>
                  </a:lnTo>
                  <a:lnTo>
                    <a:pt x="3104176" y="447016"/>
                  </a:lnTo>
                  <a:lnTo>
                    <a:pt x="3175261" y="424306"/>
                  </a:lnTo>
                  <a:lnTo>
                    <a:pt x="3252448" y="403894"/>
                  </a:lnTo>
                  <a:lnTo>
                    <a:pt x="3335694" y="385562"/>
                  </a:lnTo>
                  <a:lnTo>
                    <a:pt x="3424316" y="369176"/>
                  </a:lnTo>
                  <a:lnTo>
                    <a:pt x="3516792" y="354675"/>
                  </a:lnTo>
                  <a:lnTo>
                    <a:pt x="3610622" y="342066"/>
                  </a:lnTo>
                  <a:lnTo>
                    <a:pt x="3702353" y="331389"/>
                  </a:lnTo>
                  <a:lnTo>
                    <a:pt x="3787850" y="322684"/>
                  </a:lnTo>
                  <a:lnTo>
                    <a:pt x="3862862" y="315944"/>
                  </a:lnTo>
                  <a:lnTo>
                    <a:pt x="3923816" y="311075"/>
                  </a:lnTo>
                  <a:lnTo>
                    <a:pt x="3968610" y="307873"/>
                  </a:lnTo>
                  <a:lnTo>
                    <a:pt x="3997179" y="306037"/>
                  </a:lnTo>
                  <a:lnTo>
                    <a:pt x="4011648" y="305197"/>
                  </a:lnTo>
                  <a:lnTo>
                    <a:pt x="4016143" y="304960"/>
                  </a:lnTo>
                  <a:lnTo>
                    <a:pt x="4016409" y="304947"/>
                  </a:lnTo>
                  <a:lnTo>
                    <a:pt x="4538543" y="304947"/>
                  </a:lnTo>
                  <a:lnTo>
                    <a:pt x="4539811" y="304937"/>
                  </a:lnTo>
                  <a:lnTo>
                    <a:pt x="4548102" y="304871"/>
                  </a:lnTo>
                  <a:lnTo>
                    <a:pt x="4568831" y="304686"/>
                  </a:lnTo>
                  <a:lnTo>
                    <a:pt x="4605451" y="304323"/>
                  </a:lnTo>
                  <a:lnTo>
                    <a:pt x="4659141" y="303729"/>
                  </a:lnTo>
                  <a:lnTo>
                    <a:pt x="4728751" y="302865"/>
                  </a:lnTo>
                  <a:lnTo>
                    <a:pt x="4811189" y="301706"/>
                  </a:lnTo>
                  <a:lnTo>
                    <a:pt x="4902204" y="300247"/>
                  </a:lnTo>
                  <a:lnTo>
                    <a:pt x="4997285" y="298490"/>
                  </a:lnTo>
                  <a:lnTo>
                    <a:pt x="5092411" y="296443"/>
                  </a:lnTo>
                  <a:lnTo>
                    <a:pt x="5184500" y="294110"/>
                  </a:lnTo>
                  <a:lnTo>
                    <a:pt x="5271530" y="291485"/>
                  </a:lnTo>
                  <a:lnTo>
                    <a:pt x="5352459" y="288553"/>
                  </a:lnTo>
                  <a:lnTo>
                    <a:pt x="5427014" y="285285"/>
                  </a:lnTo>
                  <a:lnTo>
                    <a:pt x="5495476" y="281639"/>
                  </a:lnTo>
                  <a:lnTo>
                    <a:pt x="5558480" y="277562"/>
                  </a:lnTo>
                  <a:lnTo>
                    <a:pt x="5616865" y="272992"/>
                  </a:lnTo>
                  <a:lnTo>
                    <a:pt x="5671562" y="267861"/>
                  </a:lnTo>
                  <a:lnTo>
                    <a:pt x="5723503" y="262108"/>
                  </a:lnTo>
                  <a:lnTo>
                    <a:pt x="5773546" y="255690"/>
                  </a:lnTo>
                  <a:lnTo>
                    <a:pt x="5784835" y="254122"/>
                  </a:lnTo>
                  <a:lnTo>
                    <a:pt x="5838553" y="246078"/>
                  </a:lnTo>
                  <a:lnTo>
                    <a:pt x="5891754" y="237190"/>
                  </a:lnTo>
                  <a:lnTo>
                    <a:pt x="5945009" y="227446"/>
                  </a:lnTo>
                  <a:lnTo>
                    <a:pt x="5998703" y="216866"/>
                  </a:lnTo>
                  <a:lnTo>
                    <a:pt x="6053055" y="205503"/>
                  </a:lnTo>
                  <a:lnTo>
                    <a:pt x="6108141" y="193449"/>
                  </a:lnTo>
                  <a:lnTo>
                    <a:pt x="6163912" y="180830"/>
                  </a:lnTo>
                  <a:lnTo>
                    <a:pt x="6220217" y="167803"/>
                  </a:lnTo>
                  <a:lnTo>
                    <a:pt x="6276831" y="154550"/>
                  </a:lnTo>
                  <a:lnTo>
                    <a:pt x="6333487" y="141266"/>
                  </a:lnTo>
                  <a:lnTo>
                    <a:pt x="6389915" y="128149"/>
                  </a:lnTo>
                  <a:lnTo>
                    <a:pt x="6445873" y="115384"/>
                  </a:lnTo>
                  <a:lnTo>
                    <a:pt x="6501184" y="103138"/>
                  </a:lnTo>
                  <a:lnTo>
                    <a:pt x="6555763" y="91548"/>
                  </a:lnTo>
                  <a:lnTo>
                    <a:pt x="6609646" y="80716"/>
                  </a:lnTo>
                  <a:lnTo>
                    <a:pt x="6663005" y="70707"/>
                  </a:lnTo>
                  <a:lnTo>
                    <a:pt x="6716171" y="61552"/>
                  </a:lnTo>
                  <a:lnTo>
                    <a:pt x="6769653" y="53247"/>
                  </a:lnTo>
                  <a:lnTo>
                    <a:pt x="6786527" y="50824"/>
                  </a:lnTo>
                  <a:lnTo>
                    <a:pt x="6836240" y="44251"/>
                  </a:lnTo>
                  <a:lnTo>
                    <a:pt x="6887675" y="38348"/>
                  </a:lnTo>
                  <a:lnTo>
                    <a:pt x="6941658" y="33080"/>
                  </a:lnTo>
                  <a:lnTo>
                    <a:pt x="6999114" y="28387"/>
                  </a:lnTo>
                  <a:lnTo>
                    <a:pt x="7060979" y="24202"/>
                  </a:lnTo>
                  <a:lnTo>
                    <a:pt x="7128123" y="20462"/>
                  </a:lnTo>
                  <a:lnTo>
                    <a:pt x="7201240" y="17111"/>
                  </a:lnTo>
                  <a:lnTo>
                    <a:pt x="7280707" y="14106"/>
                  </a:lnTo>
                  <a:lnTo>
                    <a:pt x="7366399" y="11413"/>
                  </a:lnTo>
                  <a:lnTo>
                    <a:pt x="7457468" y="9013"/>
                  </a:lnTo>
                  <a:lnTo>
                    <a:pt x="7552131" y="6901"/>
                  </a:lnTo>
                  <a:lnTo>
                    <a:pt x="7647549" y="5077"/>
                  </a:lnTo>
                  <a:lnTo>
                    <a:pt x="7739888" y="3548"/>
                  </a:lnTo>
                  <a:lnTo>
                    <a:pt x="7824693" y="2321"/>
                  </a:lnTo>
                  <a:lnTo>
                    <a:pt x="7897574" y="1390"/>
                  </a:lnTo>
                  <a:lnTo>
                    <a:pt x="7955098" y="737"/>
                  </a:lnTo>
                  <a:lnTo>
                    <a:pt x="7995616" y="326"/>
                  </a:lnTo>
                  <a:lnTo>
                    <a:pt x="8019763" y="105"/>
                  </a:lnTo>
                  <a:lnTo>
                    <a:pt x="8030494" y="17"/>
                  </a:lnTo>
                  <a:lnTo>
                    <a:pt x="8032803" y="0"/>
                  </a:lnTo>
                  <a:lnTo>
                    <a:pt x="8032819" y="0"/>
                  </a:lnTo>
                  <a:lnTo>
                    <a:pt x="8554953" y="0"/>
                  </a:lnTo>
                  <a:lnTo>
                    <a:pt x="8554953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101" name="pl2101"/>
            <p:cNvSpPr/>
            <p:nvPr/>
          </p:nvSpPr>
          <p:spPr>
            <a:xfrm>
              <a:off x="386606" y="3788891"/>
              <a:ext cx="8554953" cy="2383106"/>
            </a:xfrm>
            <a:custGeom>
              <a:avLst/>
              <a:pathLst>
                <a:path w="8554953" h="2383106">
                  <a:moveTo>
                    <a:pt x="8554953" y="0"/>
                  </a:moveTo>
                  <a:lnTo>
                    <a:pt x="8032819" y="0"/>
                  </a:lnTo>
                  <a:lnTo>
                    <a:pt x="8031551" y="9"/>
                  </a:lnTo>
                  <a:lnTo>
                    <a:pt x="8023260" y="76"/>
                  </a:lnTo>
                  <a:lnTo>
                    <a:pt x="8002531" y="260"/>
                  </a:lnTo>
                  <a:lnTo>
                    <a:pt x="7965911" y="623"/>
                  </a:lnTo>
                  <a:lnTo>
                    <a:pt x="7912221" y="1217"/>
                  </a:lnTo>
                  <a:lnTo>
                    <a:pt x="7842611" y="2082"/>
                  </a:lnTo>
                  <a:lnTo>
                    <a:pt x="7760173" y="3240"/>
                  </a:lnTo>
                  <a:lnTo>
                    <a:pt x="7669158" y="4700"/>
                  </a:lnTo>
                  <a:lnTo>
                    <a:pt x="7574077" y="6456"/>
                  </a:lnTo>
                  <a:lnTo>
                    <a:pt x="7478951" y="8503"/>
                  </a:lnTo>
                  <a:lnTo>
                    <a:pt x="7386862" y="10837"/>
                  </a:lnTo>
                  <a:lnTo>
                    <a:pt x="7299831" y="13461"/>
                  </a:lnTo>
                  <a:lnTo>
                    <a:pt x="7218903" y="16393"/>
                  </a:lnTo>
                  <a:lnTo>
                    <a:pt x="7144347" y="19661"/>
                  </a:lnTo>
                  <a:lnTo>
                    <a:pt x="7075886" y="23307"/>
                  </a:lnTo>
                  <a:lnTo>
                    <a:pt x="7012882" y="27384"/>
                  </a:lnTo>
                  <a:lnTo>
                    <a:pt x="6954497" y="31955"/>
                  </a:lnTo>
                  <a:lnTo>
                    <a:pt x="6899800" y="37085"/>
                  </a:lnTo>
                  <a:lnTo>
                    <a:pt x="6847859" y="42838"/>
                  </a:lnTo>
                  <a:lnTo>
                    <a:pt x="6797816" y="49257"/>
                  </a:lnTo>
                  <a:lnTo>
                    <a:pt x="6786527" y="50824"/>
                  </a:lnTo>
                  <a:lnTo>
                    <a:pt x="6732809" y="58868"/>
                  </a:lnTo>
                  <a:lnTo>
                    <a:pt x="6679608" y="67756"/>
                  </a:lnTo>
                  <a:lnTo>
                    <a:pt x="6626353" y="77500"/>
                  </a:lnTo>
                  <a:lnTo>
                    <a:pt x="6572659" y="88081"/>
                  </a:lnTo>
                  <a:lnTo>
                    <a:pt x="6518307" y="99443"/>
                  </a:lnTo>
                  <a:lnTo>
                    <a:pt x="6463221" y="111497"/>
                  </a:lnTo>
                  <a:lnTo>
                    <a:pt x="6407450" y="124116"/>
                  </a:lnTo>
                  <a:lnTo>
                    <a:pt x="6351145" y="137143"/>
                  </a:lnTo>
                  <a:lnTo>
                    <a:pt x="6294531" y="150396"/>
                  </a:lnTo>
                  <a:lnTo>
                    <a:pt x="6237875" y="163680"/>
                  </a:lnTo>
                  <a:lnTo>
                    <a:pt x="6181447" y="176798"/>
                  </a:lnTo>
                  <a:lnTo>
                    <a:pt x="6125489" y="189562"/>
                  </a:lnTo>
                  <a:lnTo>
                    <a:pt x="6070178" y="201808"/>
                  </a:lnTo>
                  <a:lnTo>
                    <a:pt x="6015599" y="213398"/>
                  </a:lnTo>
                  <a:lnTo>
                    <a:pt x="5961716" y="224230"/>
                  </a:lnTo>
                  <a:lnTo>
                    <a:pt x="5908357" y="234239"/>
                  </a:lnTo>
                  <a:lnTo>
                    <a:pt x="5855191" y="243394"/>
                  </a:lnTo>
                  <a:lnTo>
                    <a:pt x="5801709" y="251699"/>
                  </a:lnTo>
                  <a:lnTo>
                    <a:pt x="5784835" y="254122"/>
                  </a:lnTo>
                  <a:lnTo>
                    <a:pt x="5735122" y="260695"/>
                  </a:lnTo>
                  <a:lnTo>
                    <a:pt x="5683687" y="266598"/>
                  </a:lnTo>
                  <a:lnTo>
                    <a:pt x="5629704" y="271866"/>
                  </a:lnTo>
                  <a:lnTo>
                    <a:pt x="5572248" y="276560"/>
                  </a:lnTo>
                  <a:lnTo>
                    <a:pt x="5510383" y="280744"/>
                  </a:lnTo>
                  <a:lnTo>
                    <a:pt x="5443239" y="284484"/>
                  </a:lnTo>
                  <a:lnTo>
                    <a:pt x="5370122" y="287835"/>
                  </a:lnTo>
                  <a:lnTo>
                    <a:pt x="5290655" y="290841"/>
                  </a:lnTo>
                  <a:lnTo>
                    <a:pt x="5204963" y="293534"/>
                  </a:lnTo>
                  <a:lnTo>
                    <a:pt x="5113894" y="295933"/>
                  </a:lnTo>
                  <a:lnTo>
                    <a:pt x="5019231" y="298046"/>
                  </a:lnTo>
                  <a:lnTo>
                    <a:pt x="4923813" y="299870"/>
                  </a:lnTo>
                  <a:lnTo>
                    <a:pt x="4831474" y="301398"/>
                  </a:lnTo>
                  <a:lnTo>
                    <a:pt x="4746669" y="302625"/>
                  </a:lnTo>
                  <a:lnTo>
                    <a:pt x="4673788" y="303556"/>
                  </a:lnTo>
                  <a:lnTo>
                    <a:pt x="4616264" y="304209"/>
                  </a:lnTo>
                  <a:lnTo>
                    <a:pt x="4575746" y="304621"/>
                  </a:lnTo>
                  <a:lnTo>
                    <a:pt x="4551599" y="304841"/>
                  </a:lnTo>
                  <a:lnTo>
                    <a:pt x="4540868" y="304929"/>
                  </a:lnTo>
                  <a:lnTo>
                    <a:pt x="4538559" y="304947"/>
                  </a:lnTo>
                  <a:lnTo>
                    <a:pt x="4538543" y="304947"/>
                  </a:lnTo>
                  <a:lnTo>
                    <a:pt x="4016409" y="304947"/>
                  </a:lnTo>
                  <a:lnTo>
                    <a:pt x="4015207" y="305007"/>
                  </a:lnTo>
                  <a:lnTo>
                    <a:pt x="4007337" y="305438"/>
                  </a:lnTo>
                  <a:lnTo>
                    <a:pt x="3987626" y="306629"/>
                  </a:lnTo>
                  <a:lnTo>
                    <a:pt x="3952711" y="308969"/>
                  </a:lnTo>
                  <a:lnTo>
                    <a:pt x="3901333" y="312806"/>
                  </a:lnTo>
                  <a:lnTo>
                    <a:pt x="3834414" y="318404"/>
                  </a:lnTo>
                  <a:lnTo>
                    <a:pt x="3754729" y="325923"/>
                  </a:lnTo>
                  <a:lnTo>
                    <a:pt x="3666223" y="335418"/>
                  </a:lnTo>
                  <a:lnTo>
                    <a:pt x="3573186" y="346873"/>
                  </a:lnTo>
                  <a:lnTo>
                    <a:pt x="3479533" y="360241"/>
                  </a:lnTo>
                  <a:lnTo>
                    <a:pt x="3388353" y="375492"/>
                  </a:lnTo>
                  <a:lnTo>
                    <a:pt x="3301746" y="392645"/>
                  </a:lnTo>
                  <a:lnTo>
                    <a:pt x="3220879" y="411787"/>
                  </a:lnTo>
                  <a:lnTo>
                    <a:pt x="3146153" y="433086"/>
                  </a:lnTo>
                  <a:lnTo>
                    <a:pt x="3077411" y="456792"/>
                  </a:lnTo>
                  <a:lnTo>
                    <a:pt x="3014124" y="483231"/>
                  </a:lnTo>
                  <a:lnTo>
                    <a:pt x="2955537" y="512790"/>
                  </a:lnTo>
                  <a:lnTo>
                    <a:pt x="2900785" y="545894"/>
                  </a:lnTo>
                  <a:lnTo>
                    <a:pt x="2848978" y="582963"/>
                  </a:lnTo>
                  <a:lnTo>
                    <a:pt x="2799271" y="624330"/>
                  </a:lnTo>
                  <a:lnTo>
                    <a:pt x="2770117" y="651307"/>
                  </a:lnTo>
                  <a:lnTo>
                    <a:pt x="2728511" y="693195"/>
                  </a:lnTo>
                  <a:lnTo>
                    <a:pt x="2687306" y="738500"/>
                  </a:lnTo>
                  <a:lnTo>
                    <a:pt x="2646204" y="787289"/>
                  </a:lnTo>
                  <a:lnTo>
                    <a:pt x="2604981" y="839559"/>
                  </a:lnTo>
                  <a:lnTo>
                    <a:pt x="2563476" y="895227"/>
                  </a:lnTo>
                  <a:lnTo>
                    <a:pt x="2521587" y="954124"/>
                  </a:lnTo>
                  <a:lnTo>
                    <a:pt x="2479263" y="1015993"/>
                  </a:lnTo>
                  <a:lnTo>
                    <a:pt x="2436503" y="1080490"/>
                  </a:lnTo>
                  <a:lnTo>
                    <a:pt x="2393343" y="1147183"/>
                  </a:lnTo>
                  <a:lnTo>
                    <a:pt x="2349859" y="1215569"/>
                  </a:lnTo>
                  <a:lnTo>
                    <a:pt x="2306149" y="1285084"/>
                  </a:lnTo>
                  <a:lnTo>
                    <a:pt x="2262332" y="1355124"/>
                  </a:lnTo>
                  <a:lnTo>
                    <a:pt x="2218536" y="1425065"/>
                  </a:lnTo>
                  <a:lnTo>
                    <a:pt x="2174885" y="1494287"/>
                  </a:lnTo>
                  <a:lnTo>
                    <a:pt x="2131494" y="1562195"/>
                  </a:lnTo>
                  <a:lnTo>
                    <a:pt x="2088454" y="1628244"/>
                  </a:lnTo>
                  <a:lnTo>
                    <a:pt x="2045830" y="1691951"/>
                  </a:lnTo>
                  <a:lnTo>
                    <a:pt x="2003646" y="1752913"/>
                  </a:lnTo>
                  <a:lnTo>
                    <a:pt x="1961887" y="1810811"/>
                  </a:lnTo>
                  <a:lnTo>
                    <a:pt x="1920485" y="1865417"/>
                  </a:lnTo>
                  <a:lnTo>
                    <a:pt x="1879320" y="1916590"/>
                  </a:lnTo>
                  <a:lnTo>
                    <a:pt x="1838213" y="1964273"/>
                  </a:lnTo>
                  <a:lnTo>
                    <a:pt x="1796917" y="2008486"/>
                  </a:lnTo>
                  <a:lnTo>
                    <a:pt x="1768425" y="2036746"/>
                  </a:lnTo>
                  <a:lnTo>
                    <a:pt x="1719621" y="2080774"/>
                  </a:lnTo>
                  <a:lnTo>
                    <a:pt x="1669170" y="2120395"/>
                  </a:lnTo>
                  <a:lnTo>
                    <a:pt x="1616292" y="2155833"/>
                  </a:lnTo>
                  <a:lnTo>
                    <a:pt x="1560116" y="2187469"/>
                  </a:lnTo>
                  <a:lnTo>
                    <a:pt x="1499751" y="2215732"/>
                  </a:lnTo>
                  <a:lnTo>
                    <a:pt x="1434366" y="2241036"/>
                  </a:lnTo>
                  <a:lnTo>
                    <a:pt x="1363281" y="2263746"/>
                  </a:lnTo>
                  <a:lnTo>
                    <a:pt x="1286095" y="2284158"/>
                  </a:lnTo>
                  <a:lnTo>
                    <a:pt x="1202848" y="2302490"/>
                  </a:lnTo>
                  <a:lnTo>
                    <a:pt x="1114226" y="2318877"/>
                  </a:lnTo>
                  <a:lnTo>
                    <a:pt x="1021750" y="2333377"/>
                  </a:lnTo>
                  <a:lnTo>
                    <a:pt x="927920" y="2345987"/>
                  </a:lnTo>
                  <a:lnTo>
                    <a:pt x="836189" y="2356664"/>
                  </a:lnTo>
                  <a:lnTo>
                    <a:pt x="750693" y="2365368"/>
                  </a:lnTo>
                  <a:lnTo>
                    <a:pt x="675680" y="2372108"/>
                  </a:lnTo>
                  <a:lnTo>
                    <a:pt x="614726" y="2376978"/>
                  </a:lnTo>
                  <a:lnTo>
                    <a:pt x="569932" y="2380180"/>
                  </a:lnTo>
                  <a:lnTo>
                    <a:pt x="541364" y="2382016"/>
                  </a:lnTo>
                  <a:lnTo>
                    <a:pt x="526894" y="2382856"/>
                  </a:lnTo>
                  <a:lnTo>
                    <a:pt x="522399" y="2383093"/>
                  </a:lnTo>
                  <a:lnTo>
                    <a:pt x="522133" y="2383106"/>
                  </a:lnTo>
                  <a:lnTo>
                    <a:pt x="0" y="2383106"/>
                  </a:lnTo>
                  <a:lnTo>
                    <a:pt x="0" y="2383106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102" name="pg2102"/>
            <p:cNvSpPr/>
            <p:nvPr/>
          </p:nvSpPr>
          <p:spPr>
            <a:xfrm>
              <a:off x="386606" y="1247664"/>
              <a:ext cx="8554953" cy="4913038"/>
            </a:xfrm>
            <a:custGeom>
              <a:avLst/>
              <a:pathLst>
                <a:path w="8554953" h="4913038">
                  <a:moveTo>
                    <a:pt x="0" y="4913038"/>
                  </a:moveTo>
                  <a:lnTo>
                    <a:pt x="522133" y="4913038"/>
                  </a:lnTo>
                  <a:lnTo>
                    <a:pt x="522989" y="4912938"/>
                  </a:lnTo>
                  <a:lnTo>
                    <a:pt x="528638" y="4912221"/>
                  </a:lnTo>
                  <a:lnTo>
                    <a:pt x="542935" y="4910239"/>
                  </a:lnTo>
                  <a:lnTo>
                    <a:pt x="568638" y="4906334"/>
                  </a:lnTo>
                  <a:lnTo>
                    <a:pt x="607229" y="4899889"/>
                  </a:lnTo>
                  <a:lnTo>
                    <a:pt x="658797" y="4890384"/>
                  </a:lnTo>
                  <a:lnTo>
                    <a:pt x="722111" y="4877445"/>
                  </a:lnTo>
                  <a:lnTo>
                    <a:pt x="794891" y="4860859"/>
                  </a:lnTo>
                  <a:lnTo>
                    <a:pt x="874239" y="4840563"/>
                  </a:lnTo>
                  <a:lnTo>
                    <a:pt x="957110" y="4816592"/>
                  </a:lnTo>
                  <a:lnTo>
                    <a:pt x="1040710" y="4789024"/>
                  </a:lnTo>
                  <a:lnTo>
                    <a:pt x="1122753" y="4757920"/>
                  </a:lnTo>
                  <a:lnTo>
                    <a:pt x="1201577" y="4723275"/>
                  </a:lnTo>
                  <a:lnTo>
                    <a:pt x="1276132" y="4684988"/>
                  </a:lnTo>
                  <a:lnTo>
                    <a:pt x="1345901" y="4642841"/>
                  </a:lnTo>
                  <a:lnTo>
                    <a:pt x="1410788" y="4596495"/>
                  </a:lnTo>
                  <a:lnTo>
                    <a:pt x="1471003" y="4545491"/>
                  </a:lnTo>
                  <a:lnTo>
                    <a:pt x="1526965" y="4489262"/>
                  </a:lnTo>
                  <a:lnTo>
                    <a:pt x="1579220" y="4427150"/>
                  </a:lnTo>
                  <a:lnTo>
                    <a:pt x="1628380" y="4358441"/>
                  </a:lnTo>
                  <a:lnTo>
                    <a:pt x="1675080" y="4282426"/>
                  </a:lnTo>
                  <a:lnTo>
                    <a:pt x="1719929" y="4198493"/>
                  </a:lnTo>
                  <a:lnTo>
                    <a:pt x="1763476" y="4106283"/>
                  </a:lnTo>
                  <a:lnTo>
                    <a:pt x="1768425" y="4095140"/>
                  </a:lnTo>
                  <a:lnTo>
                    <a:pt x="1797892" y="4026044"/>
                  </a:lnTo>
                  <a:lnTo>
                    <a:pt x="1827109" y="3952951"/>
                  </a:lnTo>
                  <a:lnTo>
                    <a:pt x="1856195" y="3875781"/>
                  </a:lnTo>
                  <a:lnTo>
                    <a:pt x="1885245" y="3794492"/>
                  </a:lnTo>
                  <a:lnTo>
                    <a:pt x="1914340" y="3709085"/>
                  </a:lnTo>
                  <a:lnTo>
                    <a:pt x="1943544" y="3619608"/>
                  </a:lnTo>
                  <a:lnTo>
                    <a:pt x="1972904" y="3526156"/>
                  </a:lnTo>
                  <a:lnTo>
                    <a:pt x="2002456" y="3428875"/>
                  </a:lnTo>
                  <a:lnTo>
                    <a:pt x="2032220" y="3327967"/>
                  </a:lnTo>
                  <a:lnTo>
                    <a:pt x="2062204" y="3223682"/>
                  </a:lnTo>
                  <a:lnTo>
                    <a:pt x="2092408" y="3116325"/>
                  </a:lnTo>
                  <a:lnTo>
                    <a:pt x="2122817" y="3006251"/>
                  </a:lnTo>
                  <a:lnTo>
                    <a:pt x="2153411" y="2893859"/>
                  </a:lnTo>
                  <a:lnTo>
                    <a:pt x="2184159" y="2779587"/>
                  </a:lnTo>
                  <a:lnTo>
                    <a:pt x="2215026" y="2663909"/>
                  </a:lnTo>
                  <a:lnTo>
                    <a:pt x="2245970" y="2547323"/>
                  </a:lnTo>
                  <a:lnTo>
                    <a:pt x="2276949" y="2430345"/>
                  </a:lnTo>
                  <a:lnTo>
                    <a:pt x="2307916" y="2313496"/>
                  </a:lnTo>
                  <a:lnTo>
                    <a:pt x="2338828" y="2197296"/>
                  </a:lnTo>
                  <a:lnTo>
                    <a:pt x="2369640" y="2082255"/>
                  </a:lnTo>
                  <a:lnTo>
                    <a:pt x="2400316" y="1968857"/>
                  </a:lnTo>
                  <a:lnTo>
                    <a:pt x="2430822" y="1857561"/>
                  </a:lnTo>
                  <a:lnTo>
                    <a:pt x="2461131" y="1748786"/>
                  </a:lnTo>
                  <a:lnTo>
                    <a:pt x="2491227" y="1642911"/>
                  </a:lnTo>
                  <a:lnTo>
                    <a:pt x="2521102" y="1540265"/>
                  </a:lnTo>
                  <a:lnTo>
                    <a:pt x="2550759" y="1441126"/>
                  </a:lnTo>
                  <a:lnTo>
                    <a:pt x="2580212" y="1345722"/>
                  </a:lnTo>
                  <a:lnTo>
                    <a:pt x="2609490" y="1254224"/>
                  </a:lnTo>
                  <a:lnTo>
                    <a:pt x="2638633" y="1166756"/>
                  </a:lnTo>
                  <a:lnTo>
                    <a:pt x="2667697" y="1083387"/>
                  </a:lnTo>
                  <a:lnTo>
                    <a:pt x="2696753" y="1004142"/>
                  </a:lnTo>
                  <a:lnTo>
                    <a:pt x="2725891" y="929001"/>
                  </a:lnTo>
                  <a:lnTo>
                    <a:pt x="2755216" y="857901"/>
                  </a:lnTo>
                  <a:lnTo>
                    <a:pt x="2770117" y="823545"/>
                  </a:lnTo>
                  <a:lnTo>
                    <a:pt x="2813545" y="730378"/>
                  </a:lnTo>
                  <a:lnTo>
                    <a:pt x="2858218" y="645504"/>
                  </a:lnTo>
                  <a:lnTo>
                    <a:pt x="2904674" y="568606"/>
                  </a:lnTo>
                  <a:lnTo>
                    <a:pt x="2953520" y="499092"/>
                  </a:lnTo>
                  <a:lnTo>
                    <a:pt x="3005387" y="436258"/>
                  </a:lnTo>
                  <a:lnTo>
                    <a:pt x="3060892" y="379386"/>
                  </a:lnTo>
                  <a:lnTo>
                    <a:pt x="3120594" y="327812"/>
                  </a:lnTo>
                  <a:lnTo>
                    <a:pt x="3184928" y="280956"/>
                  </a:lnTo>
                  <a:lnTo>
                    <a:pt x="3254133" y="238345"/>
                  </a:lnTo>
                  <a:lnTo>
                    <a:pt x="3328154" y="199627"/>
                  </a:lnTo>
                  <a:lnTo>
                    <a:pt x="3406529" y="164571"/>
                  </a:lnTo>
                  <a:lnTo>
                    <a:pt x="3488275" y="133061"/>
                  </a:lnTo>
                  <a:lnTo>
                    <a:pt x="3571800" y="105084"/>
                  </a:lnTo>
                  <a:lnTo>
                    <a:pt x="3654890" y="80695"/>
                  </a:lnTo>
                  <a:lnTo>
                    <a:pt x="3734797" y="59973"/>
                  </a:lnTo>
                  <a:lnTo>
                    <a:pt x="3808487" y="42961"/>
                  </a:lnTo>
                  <a:lnTo>
                    <a:pt x="3873022" y="29609"/>
                  </a:lnTo>
                  <a:lnTo>
                    <a:pt x="3926028" y="19725"/>
                  </a:lnTo>
                  <a:lnTo>
                    <a:pt x="3966133" y="12952"/>
                  </a:lnTo>
                  <a:lnTo>
                    <a:pt x="3993270" y="8785"/>
                  </a:lnTo>
                  <a:lnTo>
                    <a:pt x="4008762" y="6616"/>
                  </a:lnTo>
                  <a:lnTo>
                    <a:pt x="4015229" y="5786"/>
                  </a:lnTo>
                  <a:lnTo>
                    <a:pt x="4016409" y="5647"/>
                  </a:lnTo>
                  <a:lnTo>
                    <a:pt x="4538543" y="5647"/>
                  </a:lnTo>
                  <a:lnTo>
                    <a:pt x="4539794" y="5679"/>
                  </a:lnTo>
                  <a:lnTo>
                    <a:pt x="4547976" y="5909"/>
                  </a:lnTo>
                  <a:lnTo>
                    <a:pt x="4568441" y="6547"/>
                  </a:lnTo>
                  <a:lnTo>
                    <a:pt x="4604620" y="7799"/>
                  </a:lnTo>
                  <a:lnTo>
                    <a:pt x="4657714" y="9849"/>
                  </a:lnTo>
                  <a:lnTo>
                    <a:pt x="4726632" y="12837"/>
                  </a:lnTo>
                  <a:lnTo>
                    <a:pt x="4808366" y="16842"/>
                  </a:lnTo>
                  <a:lnTo>
                    <a:pt x="4898744" y="21890"/>
                  </a:lnTo>
                  <a:lnTo>
                    <a:pt x="4993309" y="27970"/>
                  </a:lnTo>
                  <a:lnTo>
                    <a:pt x="5088068" y="35057"/>
                  </a:lnTo>
                  <a:lnTo>
                    <a:pt x="5179933" y="43138"/>
                  </a:lnTo>
                  <a:lnTo>
                    <a:pt x="5266864" y="52226"/>
                  </a:lnTo>
                  <a:lnTo>
                    <a:pt x="5347783" y="62375"/>
                  </a:lnTo>
                  <a:lnTo>
                    <a:pt x="5422386" y="73684"/>
                  </a:lnTo>
                  <a:lnTo>
                    <a:pt x="5490921" y="86292"/>
                  </a:lnTo>
                  <a:lnTo>
                    <a:pt x="5553996" y="100382"/>
                  </a:lnTo>
                  <a:lnTo>
                    <a:pt x="5612429" y="116167"/>
                  </a:lnTo>
                  <a:lnTo>
                    <a:pt x="5667135" y="133875"/>
                  </a:lnTo>
                  <a:lnTo>
                    <a:pt x="5719035" y="153725"/>
                  </a:lnTo>
                  <a:lnTo>
                    <a:pt x="5768986" y="175874"/>
                  </a:lnTo>
                  <a:lnTo>
                    <a:pt x="5784835" y="183533"/>
                  </a:lnTo>
                  <a:lnTo>
                    <a:pt x="5833861" y="209094"/>
                  </a:lnTo>
                  <a:lnTo>
                    <a:pt x="5882408" y="237107"/>
                  </a:lnTo>
                  <a:lnTo>
                    <a:pt x="5930931" y="267614"/>
                  </a:lnTo>
                  <a:lnTo>
                    <a:pt x="5979751" y="300582"/>
                  </a:lnTo>
                  <a:lnTo>
                    <a:pt x="6029070" y="335895"/>
                  </a:lnTo>
                  <a:lnTo>
                    <a:pt x="6078988" y="373353"/>
                  </a:lnTo>
                  <a:lnTo>
                    <a:pt x="6129510" y="412664"/>
                  </a:lnTo>
                  <a:lnTo>
                    <a:pt x="6180563" y="453455"/>
                  </a:lnTo>
                  <a:lnTo>
                    <a:pt x="6232011" y="495283"/>
                  </a:lnTo>
                  <a:lnTo>
                    <a:pt x="6283672" y="537654"/>
                  </a:lnTo>
                  <a:lnTo>
                    <a:pt x="6335342" y="580046"/>
                  </a:lnTo>
                  <a:lnTo>
                    <a:pt x="6386813" y="621935"/>
                  </a:lnTo>
                  <a:lnTo>
                    <a:pt x="6437903" y="662823"/>
                  </a:lnTo>
                  <a:lnTo>
                    <a:pt x="6488470" y="702263"/>
                  </a:lnTo>
                  <a:lnTo>
                    <a:pt x="6538435" y="739877"/>
                  </a:lnTo>
                  <a:lnTo>
                    <a:pt x="6587799" y="775365"/>
                  </a:lnTo>
                  <a:lnTo>
                    <a:pt x="6636652" y="808520"/>
                  </a:lnTo>
                  <a:lnTo>
                    <a:pt x="6685188" y="839220"/>
                  </a:lnTo>
                  <a:lnTo>
                    <a:pt x="6733719" y="867427"/>
                  </a:lnTo>
                  <a:lnTo>
                    <a:pt x="6782688" y="893176"/>
                  </a:lnTo>
                  <a:lnTo>
                    <a:pt x="6786527" y="895076"/>
                  </a:lnTo>
                  <a:lnTo>
                    <a:pt x="6836007" y="917981"/>
                  </a:lnTo>
                  <a:lnTo>
                    <a:pt x="6887190" y="938562"/>
                  </a:lnTo>
                  <a:lnTo>
                    <a:pt x="6940889" y="956940"/>
                  </a:lnTo>
                  <a:lnTo>
                    <a:pt x="6998016" y="973321"/>
                  </a:lnTo>
                  <a:lnTo>
                    <a:pt x="7059495" y="987934"/>
                  </a:lnTo>
                  <a:lnTo>
                    <a:pt x="7126186" y="1001000"/>
                  </a:lnTo>
                  <a:lnTo>
                    <a:pt x="7198779" y="1012711"/>
                  </a:lnTo>
                  <a:lnTo>
                    <a:pt x="7277659" y="1023222"/>
                  </a:lnTo>
                  <a:lnTo>
                    <a:pt x="7362723" y="1032646"/>
                  </a:lnTo>
                  <a:lnTo>
                    <a:pt x="7453167" y="1041048"/>
                  </a:lnTo>
                  <a:lnTo>
                    <a:pt x="7547278" y="1048457"/>
                  </a:lnTo>
                  <a:lnTo>
                    <a:pt x="7642305" y="1054865"/>
                  </a:lnTo>
                  <a:lnTo>
                    <a:pt x="7734514" y="1060249"/>
                  </a:lnTo>
                  <a:lnTo>
                    <a:pt x="7819529" y="1064591"/>
                  </a:lnTo>
                  <a:lnTo>
                    <a:pt x="7892992" y="1067901"/>
                  </a:lnTo>
                  <a:lnTo>
                    <a:pt x="7951424" y="1070242"/>
                  </a:lnTo>
                  <a:lnTo>
                    <a:pt x="7993052" y="1071734"/>
                  </a:lnTo>
                  <a:lnTo>
                    <a:pt x="8018323" y="1072548"/>
                  </a:lnTo>
                  <a:lnTo>
                    <a:pt x="8029975" y="1072887"/>
                  </a:lnTo>
                  <a:lnTo>
                    <a:pt x="8032819" y="1072962"/>
                  </a:lnTo>
                  <a:lnTo>
                    <a:pt x="8554953" y="1072962"/>
                  </a:lnTo>
                  <a:lnTo>
                    <a:pt x="8554953" y="1067315"/>
                  </a:lnTo>
                  <a:lnTo>
                    <a:pt x="8032819" y="1067315"/>
                  </a:lnTo>
                  <a:lnTo>
                    <a:pt x="8031568" y="1067283"/>
                  </a:lnTo>
                  <a:lnTo>
                    <a:pt x="8023386" y="1067052"/>
                  </a:lnTo>
                  <a:lnTo>
                    <a:pt x="8002921" y="1066415"/>
                  </a:lnTo>
                  <a:lnTo>
                    <a:pt x="7966742" y="1065163"/>
                  </a:lnTo>
                  <a:lnTo>
                    <a:pt x="7913648" y="1063112"/>
                  </a:lnTo>
                  <a:lnTo>
                    <a:pt x="7844730" y="1060125"/>
                  </a:lnTo>
                  <a:lnTo>
                    <a:pt x="7762996" y="1056120"/>
                  </a:lnTo>
                  <a:lnTo>
                    <a:pt x="7672618" y="1051071"/>
                  </a:lnTo>
                  <a:lnTo>
                    <a:pt x="7578053" y="1044991"/>
                  </a:lnTo>
                  <a:lnTo>
                    <a:pt x="7483294" y="1037904"/>
                  </a:lnTo>
                  <a:lnTo>
                    <a:pt x="7391429" y="1029824"/>
                  </a:lnTo>
                  <a:lnTo>
                    <a:pt x="7304498" y="1020736"/>
                  </a:lnTo>
                  <a:lnTo>
                    <a:pt x="7223579" y="1010586"/>
                  </a:lnTo>
                  <a:lnTo>
                    <a:pt x="7148976" y="999278"/>
                  </a:lnTo>
                  <a:lnTo>
                    <a:pt x="7080441" y="986669"/>
                  </a:lnTo>
                  <a:lnTo>
                    <a:pt x="7017366" y="972579"/>
                  </a:lnTo>
                  <a:lnTo>
                    <a:pt x="6958933" y="956795"/>
                  </a:lnTo>
                  <a:lnTo>
                    <a:pt x="6904227" y="939086"/>
                  </a:lnTo>
                  <a:lnTo>
                    <a:pt x="6852327" y="919236"/>
                  </a:lnTo>
                  <a:lnTo>
                    <a:pt x="6802376" y="897088"/>
                  </a:lnTo>
                  <a:lnTo>
                    <a:pt x="6786527" y="889429"/>
                  </a:lnTo>
                  <a:lnTo>
                    <a:pt x="6737501" y="863868"/>
                  </a:lnTo>
                  <a:lnTo>
                    <a:pt x="6688954" y="835854"/>
                  </a:lnTo>
                  <a:lnTo>
                    <a:pt x="6640431" y="805347"/>
                  </a:lnTo>
                  <a:lnTo>
                    <a:pt x="6591611" y="772380"/>
                  </a:lnTo>
                  <a:lnTo>
                    <a:pt x="6542292" y="737066"/>
                  </a:lnTo>
                  <a:lnTo>
                    <a:pt x="6492374" y="699609"/>
                  </a:lnTo>
                  <a:lnTo>
                    <a:pt x="6441852" y="660298"/>
                  </a:lnTo>
                  <a:lnTo>
                    <a:pt x="6390799" y="619506"/>
                  </a:lnTo>
                  <a:lnTo>
                    <a:pt x="6339351" y="577678"/>
                  </a:lnTo>
                  <a:lnTo>
                    <a:pt x="6287689" y="535307"/>
                  </a:lnTo>
                  <a:lnTo>
                    <a:pt x="6236020" y="492916"/>
                  </a:lnTo>
                  <a:lnTo>
                    <a:pt x="6184548" y="451027"/>
                  </a:lnTo>
                  <a:lnTo>
                    <a:pt x="6133459" y="410138"/>
                  </a:lnTo>
                  <a:lnTo>
                    <a:pt x="6082892" y="370698"/>
                  </a:lnTo>
                  <a:lnTo>
                    <a:pt x="6032927" y="333085"/>
                  </a:lnTo>
                  <a:lnTo>
                    <a:pt x="5983563" y="297596"/>
                  </a:lnTo>
                  <a:lnTo>
                    <a:pt x="5934710" y="264441"/>
                  </a:lnTo>
                  <a:lnTo>
                    <a:pt x="5886174" y="233741"/>
                  </a:lnTo>
                  <a:lnTo>
                    <a:pt x="5837643" y="205534"/>
                  </a:lnTo>
                  <a:lnTo>
                    <a:pt x="5788674" y="179786"/>
                  </a:lnTo>
                  <a:lnTo>
                    <a:pt x="5784835" y="177885"/>
                  </a:lnTo>
                  <a:lnTo>
                    <a:pt x="5735355" y="154980"/>
                  </a:lnTo>
                  <a:lnTo>
                    <a:pt x="5684172" y="134400"/>
                  </a:lnTo>
                  <a:lnTo>
                    <a:pt x="5630473" y="116022"/>
                  </a:lnTo>
                  <a:lnTo>
                    <a:pt x="5573346" y="99641"/>
                  </a:lnTo>
                  <a:lnTo>
                    <a:pt x="5511867" y="85027"/>
                  </a:lnTo>
                  <a:lnTo>
                    <a:pt x="5445176" y="71962"/>
                  </a:lnTo>
                  <a:lnTo>
                    <a:pt x="5372583" y="60250"/>
                  </a:lnTo>
                  <a:lnTo>
                    <a:pt x="5293703" y="49739"/>
                  </a:lnTo>
                  <a:lnTo>
                    <a:pt x="5208639" y="40316"/>
                  </a:lnTo>
                  <a:lnTo>
                    <a:pt x="5118195" y="31913"/>
                  </a:lnTo>
                  <a:lnTo>
                    <a:pt x="5024084" y="24505"/>
                  </a:lnTo>
                  <a:lnTo>
                    <a:pt x="4929057" y="18096"/>
                  </a:lnTo>
                  <a:lnTo>
                    <a:pt x="4836848" y="12712"/>
                  </a:lnTo>
                  <a:lnTo>
                    <a:pt x="4751833" y="8371"/>
                  </a:lnTo>
                  <a:lnTo>
                    <a:pt x="4678370" y="5060"/>
                  </a:lnTo>
                  <a:lnTo>
                    <a:pt x="4619938" y="2719"/>
                  </a:lnTo>
                  <a:lnTo>
                    <a:pt x="4578310" y="1228"/>
                  </a:lnTo>
                  <a:lnTo>
                    <a:pt x="4553039" y="414"/>
                  </a:lnTo>
                  <a:lnTo>
                    <a:pt x="4541387" y="75"/>
                  </a:lnTo>
                  <a:lnTo>
                    <a:pt x="4538543" y="0"/>
                  </a:lnTo>
                  <a:lnTo>
                    <a:pt x="4016409" y="0"/>
                  </a:lnTo>
                  <a:lnTo>
                    <a:pt x="4015553" y="100"/>
                  </a:lnTo>
                  <a:lnTo>
                    <a:pt x="4009904" y="817"/>
                  </a:lnTo>
                  <a:lnTo>
                    <a:pt x="3995607" y="2799"/>
                  </a:lnTo>
                  <a:lnTo>
                    <a:pt x="3969904" y="6704"/>
                  </a:lnTo>
                  <a:lnTo>
                    <a:pt x="3931313" y="13148"/>
                  </a:lnTo>
                  <a:lnTo>
                    <a:pt x="3879745" y="22654"/>
                  </a:lnTo>
                  <a:lnTo>
                    <a:pt x="3816431" y="35593"/>
                  </a:lnTo>
                  <a:lnTo>
                    <a:pt x="3743651" y="52179"/>
                  </a:lnTo>
                  <a:lnTo>
                    <a:pt x="3664303" y="72475"/>
                  </a:lnTo>
                  <a:lnTo>
                    <a:pt x="3581432" y="96446"/>
                  </a:lnTo>
                  <a:lnTo>
                    <a:pt x="3497832" y="124014"/>
                  </a:lnTo>
                  <a:lnTo>
                    <a:pt x="3415789" y="155118"/>
                  </a:lnTo>
                  <a:lnTo>
                    <a:pt x="3336965" y="189763"/>
                  </a:lnTo>
                  <a:lnTo>
                    <a:pt x="3262410" y="228050"/>
                  </a:lnTo>
                  <a:lnTo>
                    <a:pt x="3192641" y="270197"/>
                  </a:lnTo>
                  <a:lnTo>
                    <a:pt x="3127755" y="316543"/>
                  </a:lnTo>
                  <a:lnTo>
                    <a:pt x="3067539" y="367546"/>
                  </a:lnTo>
                  <a:lnTo>
                    <a:pt x="3011577" y="423776"/>
                  </a:lnTo>
                  <a:lnTo>
                    <a:pt x="2959322" y="485888"/>
                  </a:lnTo>
                  <a:lnTo>
                    <a:pt x="2910162" y="554597"/>
                  </a:lnTo>
                  <a:lnTo>
                    <a:pt x="2863462" y="630612"/>
                  </a:lnTo>
                  <a:lnTo>
                    <a:pt x="2818613" y="714545"/>
                  </a:lnTo>
                  <a:lnTo>
                    <a:pt x="2775066" y="806755"/>
                  </a:lnTo>
                  <a:lnTo>
                    <a:pt x="2770117" y="817898"/>
                  </a:lnTo>
                  <a:lnTo>
                    <a:pt x="2740650" y="886994"/>
                  </a:lnTo>
                  <a:lnTo>
                    <a:pt x="2711433" y="960087"/>
                  </a:lnTo>
                  <a:lnTo>
                    <a:pt x="2682348" y="1037257"/>
                  </a:lnTo>
                  <a:lnTo>
                    <a:pt x="2653297" y="1118546"/>
                  </a:lnTo>
                  <a:lnTo>
                    <a:pt x="2624202" y="1203953"/>
                  </a:lnTo>
                  <a:lnTo>
                    <a:pt x="2594998" y="1293430"/>
                  </a:lnTo>
                  <a:lnTo>
                    <a:pt x="2565638" y="1386882"/>
                  </a:lnTo>
                  <a:lnTo>
                    <a:pt x="2536086" y="1484162"/>
                  </a:lnTo>
                  <a:lnTo>
                    <a:pt x="2506323" y="1585071"/>
                  </a:lnTo>
                  <a:lnTo>
                    <a:pt x="2476338" y="1689356"/>
                  </a:lnTo>
                  <a:lnTo>
                    <a:pt x="2446134" y="1796712"/>
                  </a:lnTo>
                  <a:lnTo>
                    <a:pt x="2415725" y="1906787"/>
                  </a:lnTo>
                  <a:lnTo>
                    <a:pt x="2385131" y="2019179"/>
                  </a:lnTo>
                  <a:lnTo>
                    <a:pt x="2354383" y="2133451"/>
                  </a:lnTo>
                  <a:lnTo>
                    <a:pt x="2323516" y="2249129"/>
                  </a:lnTo>
                  <a:lnTo>
                    <a:pt x="2292572" y="2365715"/>
                  </a:lnTo>
                  <a:lnTo>
                    <a:pt x="2261593" y="2482693"/>
                  </a:lnTo>
                  <a:lnTo>
                    <a:pt x="2230626" y="2599542"/>
                  </a:lnTo>
                  <a:lnTo>
                    <a:pt x="2199715" y="2715742"/>
                  </a:lnTo>
                  <a:lnTo>
                    <a:pt x="2168902" y="2830783"/>
                  </a:lnTo>
                  <a:lnTo>
                    <a:pt x="2138226" y="2944181"/>
                  </a:lnTo>
                  <a:lnTo>
                    <a:pt x="2107721" y="3055477"/>
                  </a:lnTo>
                  <a:lnTo>
                    <a:pt x="2077411" y="3164251"/>
                  </a:lnTo>
                  <a:lnTo>
                    <a:pt x="2047315" y="3270127"/>
                  </a:lnTo>
                  <a:lnTo>
                    <a:pt x="2017440" y="3372773"/>
                  </a:lnTo>
                  <a:lnTo>
                    <a:pt x="1987783" y="3471912"/>
                  </a:lnTo>
                  <a:lnTo>
                    <a:pt x="1958330" y="3567316"/>
                  </a:lnTo>
                  <a:lnTo>
                    <a:pt x="1929052" y="3658813"/>
                  </a:lnTo>
                  <a:lnTo>
                    <a:pt x="1899909" y="3746282"/>
                  </a:lnTo>
                  <a:lnTo>
                    <a:pt x="1870845" y="3829650"/>
                  </a:lnTo>
                  <a:lnTo>
                    <a:pt x="1841789" y="3908895"/>
                  </a:lnTo>
                  <a:lnTo>
                    <a:pt x="1812651" y="3984037"/>
                  </a:lnTo>
                  <a:lnTo>
                    <a:pt x="1783326" y="4055137"/>
                  </a:lnTo>
                  <a:lnTo>
                    <a:pt x="1768425" y="4089493"/>
                  </a:lnTo>
                  <a:lnTo>
                    <a:pt x="1724997" y="4182659"/>
                  </a:lnTo>
                  <a:lnTo>
                    <a:pt x="1680324" y="4267533"/>
                  </a:lnTo>
                  <a:lnTo>
                    <a:pt x="1633868" y="4344432"/>
                  </a:lnTo>
                  <a:lnTo>
                    <a:pt x="1585022" y="4413946"/>
                  </a:lnTo>
                  <a:lnTo>
                    <a:pt x="1533156" y="4476780"/>
                  </a:lnTo>
                  <a:lnTo>
                    <a:pt x="1477650" y="4533652"/>
                  </a:lnTo>
                  <a:lnTo>
                    <a:pt x="1417948" y="4585226"/>
                  </a:lnTo>
                  <a:lnTo>
                    <a:pt x="1353615" y="4632082"/>
                  </a:lnTo>
                  <a:lnTo>
                    <a:pt x="1284409" y="4674693"/>
                  </a:lnTo>
                  <a:lnTo>
                    <a:pt x="1210388" y="4713411"/>
                  </a:lnTo>
                  <a:lnTo>
                    <a:pt x="1132013" y="4748467"/>
                  </a:lnTo>
                  <a:lnTo>
                    <a:pt x="1050267" y="4779977"/>
                  </a:lnTo>
                  <a:lnTo>
                    <a:pt x="966742" y="4807954"/>
                  </a:lnTo>
                  <a:lnTo>
                    <a:pt x="883652" y="4832343"/>
                  </a:lnTo>
                  <a:lnTo>
                    <a:pt x="803745" y="4853065"/>
                  </a:lnTo>
                  <a:lnTo>
                    <a:pt x="730056" y="4870077"/>
                  </a:lnTo>
                  <a:lnTo>
                    <a:pt x="665520" y="4883428"/>
                  </a:lnTo>
                  <a:lnTo>
                    <a:pt x="612514" y="4893313"/>
                  </a:lnTo>
                  <a:lnTo>
                    <a:pt x="572409" y="4900086"/>
                  </a:lnTo>
                  <a:lnTo>
                    <a:pt x="545272" y="4904252"/>
                  </a:lnTo>
                  <a:lnTo>
                    <a:pt x="529780" y="4906422"/>
                  </a:lnTo>
                  <a:lnTo>
                    <a:pt x="523313" y="4907251"/>
                  </a:lnTo>
                  <a:lnTo>
                    <a:pt x="522133" y="4907391"/>
                  </a:lnTo>
                  <a:lnTo>
                    <a:pt x="0" y="4907391"/>
                  </a:lnTo>
                  <a:close/>
                </a:path>
              </a:pathLst>
            </a:custGeom>
            <a:solidFill>
              <a:srgbClr val="8DCFF5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2103" name="pl2103"/>
            <p:cNvSpPr/>
            <p:nvPr/>
          </p:nvSpPr>
          <p:spPr>
            <a:xfrm>
              <a:off x="386606" y="1253311"/>
              <a:ext cx="8554953" cy="4907391"/>
            </a:xfrm>
            <a:custGeom>
              <a:avLst/>
              <a:pathLst>
                <a:path w="8554953" h="4907391">
                  <a:moveTo>
                    <a:pt x="0" y="4907391"/>
                  </a:moveTo>
                  <a:lnTo>
                    <a:pt x="522133" y="4907391"/>
                  </a:lnTo>
                  <a:lnTo>
                    <a:pt x="522989" y="4907291"/>
                  </a:lnTo>
                  <a:lnTo>
                    <a:pt x="528638" y="4906573"/>
                  </a:lnTo>
                  <a:lnTo>
                    <a:pt x="542935" y="4904592"/>
                  </a:lnTo>
                  <a:lnTo>
                    <a:pt x="568638" y="4900687"/>
                  </a:lnTo>
                  <a:lnTo>
                    <a:pt x="607229" y="4894242"/>
                  </a:lnTo>
                  <a:lnTo>
                    <a:pt x="658797" y="4884737"/>
                  </a:lnTo>
                  <a:lnTo>
                    <a:pt x="722111" y="4871797"/>
                  </a:lnTo>
                  <a:lnTo>
                    <a:pt x="794891" y="4855212"/>
                  </a:lnTo>
                  <a:lnTo>
                    <a:pt x="874239" y="4834915"/>
                  </a:lnTo>
                  <a:lnTo>
                    <a:pt x="957110" y="4810944"/>
                  </a:lnTo>
                  <a:lnTo>
                    <a:pt x="1040710" y="4783377"/>
                  </a:lnTo>
                  <a:lnTo>
                    <a:pt x="1122753" y="4752273"/>
                  </a:lnTo>
                  <a:lnTo>
                    <a:pt x="1201577" y="4717628"/>
                  </a:lnTo>
                  <a:lnTo>
                    <a:pt x="1276132" y="4679341"/>
                  </a:lnTo>
                  <a:lnTo>
                    <a:pt x="1345901" y="4637194"/>
                  </a:lnTo>
                  <a:lnTo>
                    <a:pt x="1410788" y="4590848"/>
                  </a:lnTo>
                  <a:lnTo>
                    <a:pt x="1471003" y="4539844"/>
                  </a:lnTo>
                  <a:lnTo>
                    <a:pt x="1526965" y="4483615"/>
                  </a:lnTo>
                  <a:lnTo>
                    <a:pt x="1579220" y="4421503"/>
                  </a:lnTo>
                  <a:lnTo>
                    <a:pt x="1628380" y="4352794"/>
                  </a:lnTo>
                  <a:lnTo>
                    <a:pt x="1675080" y="4276779"/>
                  </a:lnTo>
                  <a:lnTo>
                    <a:pt x="1719929" y="4192846"/>
                  </a:lnTo>
                  <a:lnTo>
                    <a:pt x="1763476" y="4100636"/>
                  </a:lnTo>
                  <a:lnTo>
                    <a:pt x="1768425" y="4089493"/>
                  </a:lnTo>
                  <a:lnTo>
                    <a:pt x="1797892" y="4020397"/>
                  </a:lnTo>
                  <a:lnTo>
                    <a:pt x="1827109" y="3947304"/>
                  </a:lnTo>
                  <a:lnTo>
                    <a:pt x="1856195" y="3870133"/>
                  </a:lnTo>
                  <a:lnTo>
                    <a:pt x="1885245" y="3788844"/>
                  </a:lnTo>
                  <a:lnTo>
                    <a:pt x="1914340" y="3703438"/>
                  </a:lnTo>
                  <a:lnTo>
                    <a:pt x="1943544" y="3613961"/>
                  </a:lnTo>
                  <a:lnTo>
                    <a:pt x="1972904" y="3520509"/>
                  </a:lnTo>
                  <a:lnTo>
                    <a:pt x="2002456" y="3423228"/>
                  </a:lnTo>
                  <a:lnTo>
                    <a:pt x="2032220" y="3322319"/>
                  </a:lnTo>
                  <a:lnTo>
                    <a:pt x="2062204" y="3218035"/>
                  </a:lnTo>
                  <a:lnTo>
                    <a:pt x="2092408" y="3110678"/>
                  </a:lnTo>
                  <a:lnTo>
                    <a:pt x="2122817" y="3000604"/>
                  </a:lnTo>
                  <a:lnTo>
                    <a:pt x="2153411" y="2888211"/>
                  </a:lnTo>
                  <a:lnTo>
                    <a:pt x="2184159" y="2773940"/>
                  </a:lnTo>
                  <a:lnTo>
                    <a:pt x="2215026" y="2658262"/>
                  </a:lnTo>
                  <a:lnTo>
                    <a:pt x="2245970" y="2541676"/>
                  </a:lnTo>
                  <a:lnTo>
                    <a:pt x="2276949" y="2424697"/>
                  </a:lnTo>
                  <a:lnTo>
                    <a:pt x="2307916" y="2307849"/>
                  </a:lnTo>
                  <a:lnTo>
                    <a:pt x="2338828" y="2191649"/>
                  </a:lnTo>
                  <a:lnTo>
                    <a:pt x="2369640" y="2076607"/>
                  </a:lnTo>
                  <a:lnTo>
                    <a:pt x="2400316" y="1963210"/>
                  </a:lnTo>
                  <a:lnTo>
                    <a:pt x="2430822" y="1851914"/>
                  </a:lnTo>
                  <a:lnTo>
                    <a:pt x="2461131" y="1743139"/>
                  </a:lnTo>
                  <a:lnTo>
                    <a:pt x="2491227" y="1637264"/>
                  </a:lnTo>
                  <a:lnTo>
                    <a:pt x="2521102" y="1534618"/>
                  </a:lnTo>
                  <a:lnTo>
                    <a:pt x="2550759" y="1435479"/>
                  </a:lnTo>
                  <a:lnTo>
                    <a:pt x="2580212" y="1340074"/>
                  </a:lnTo>
                  <a:lnTo>
                    <a:pt x="2609490" y="1248577"/>
                  </a:lnTo>
                  <a:lnTo>
                    <a:pt x="2638633" y="1161109"/>
                  </a:lnTo>
                  <a:lnTo>
                    <a:pt x="2667697" y="1077740"/>
                  </a:lnTo>
                  <a:lnTo>
                    <a:pt x="2696753" y="998495"/>
                  </a:lnTo>
                  <a:lnTo>
                    <a:pt x="2725891" y="923353"/>
                  </a:lnTo>
                  <a:lnTo>
                    <a:pt x="2755216" y="852254"/>
                  </a:lnTo>
                  <a:lnTo>
                    <a:pt x="2770117" y="817898"/>
                  </a:lnTo>
                  <a:lnTo>
                    <a:pt x="2813545" y="724731"/>
                  </a:lnTo>
                  <a:lnTo>
                    <a:pt x="2858218" y="639857"/>
                  </a:lnTo>
                  <a:lnTo>
                    <a:pt x="2904674" y="562959"/>
                  </a:lnTo>
                  <a:lnTo>
                    <a:pt x="2953520" y="493445"/>
                  </a:lnTo>
                  <a:lnTo>
                    <a:pt x="3005387" y="430610"/>
                  </a:lnTo>
                  <a:lnTo>
                    <a:pt x="3060892" y="373739"/>
                  </a:lnTo>
                  <a:lnTo>
                    <a:pt x="3120594" y="322165"/>
                  </a:lnTo>
                  <a:lnTo>
                    <a:pt x="3184928" y="275309"/>
                  </a:lnTo>
                  <a:lnTo>
                    <a:pt x="3254133" y="232698"/>
                  </a:lnTo>
                  <a:lnTo>
                    <a:pt x="3328154" y="193980"/>
                  </a:lnTo>
                  <a:lnTo>
                    <a:pt x="3406529" y="158924"/>
                  </a:lnTo>
                  <a:lnTo>
                    <a:pt x="3488275" y="127414"/>
                  </a:lnTo>
                  <a:lnTo>
                    <a:pt x="3571800" y="99437"/>
                  </a:lnTo>
                  <a:lnTo>
                    <a:pt x="3654890" y="75048"/>
                  </a:lnTo>
                  <a:lnTo>
                    <a:pt x="3734797" y="54325"/>
                  </a:lnTo>
                  <a:lnTo>
                    <a:pt x="3808487" y="37314"/>
                  </a:lnTo>
                  <a:lnTo>
                    <a:pt x="3873022" y="23962"/>
                  </a:lnTo>
                  <a:lnTo>
                    <a:pt x="3926028" y="14078"/>
                  </a:lnTo>
                  <a:lnTo>
                    <a:pt x="3966133" y="7305"/>
                  </a:lnTo>
                  <a:lnTo>
                    <a:pt x="3993270" y="3138"/>
                  </a:lnTo>
                  <a:lnTo>
                    <a:pt x="4008762" y="968"/>
                  </a:lnTo>
                  <a:lnTo>
                    <a:pt x="4015229" y="139"/>
                  </a:lnTo>
                  <a:lnTo>
                    <a:pt x="4016408" y="0"/>
                  </a:lnTo>
                  <a:lnTo>
                    <a:pt x="4016409" y="0"/>
                  </a:lnTo>
                  <a:lnTo>
                    <a:pt x="4538543" y="0"/>
                  </a:lnTo>
                  <a:lnTo>
                    <a:pt x="4539794" y="32"/>
                  </a:lnTo>
                  <a:lnTo>
                    <a:pt x="4547976" y="262"/>
                  </a:lnTo>
                  <a:lnTo>
                    <a:pt x="4568441" y="900"/>
                  </a:lnTo>
                  <a:lnTo>
                    <a:pt x="4604620" y="2152"/>
                  </a:lnTo>
                  <a:lnTo>
                    <a:pt x="4657714" y="4202"/>
                  </a:lnTo>
                  <a:lnTo>
                    <a:pt x="4726632" y="7190"/>
                  </a:lnTo>
                  <a:lnTo>
                    <a:pt x="4808366" y="11195"/>
                  </a:lnTo>
                  <a:lnTo>
                    <a:pt x="4898744" y="16243"/>
                  </a:lnTo>
                  <a:lnTo>
                    <a:pt x="4993309" y="22323"/>
                  </a:lnTo>
                  <a:lnTo>
                    <a:pt x="5088068" y="29410"/>
                  </a:lnTo>
                  <a:lnTo>
                    <a:pt x="5179933" y="37491"/>
                  </a:lnTo>
                  <a:lnTo>
                    <a:pt x="5266864" y="46579"/>
                  </a:lnTo>
                  <a:lnTo>
                    <a:pt x="5347783" y="56728"/>
                  </a:lnTo>
                  <a:lnTo>
                    <a:pt x="5422386" y="68037"/>
                  </a:lnTo>
                  <a:lnTo>
                    <a:pt x="5490921" y="80645"/>
                  </a:lnTo>
                  <a:lnTo>
                    <a:pt x="5553996" y="94735"/>
                  </a:lnTo>
                  <a:lnTo>
                    <a:pt x="5612429" y="110520"/>
                  </a:lnTo>
                  <a:lnTo>
                    <a:pt x="5667135" y="128228"/>
                  </a:lnTo>
                  <a:lnTo>
                    <a:pt x="5719035" y="148078"/>
                  </a:lnTo>
                  <a:lnTo>
                    <a:pt x="5768986" y="170227"/>
                  </a:lnTo>
                  <a:lnTo>
                    <a:pt x="5784835" y="177885"/>
                  </a:lnTo>
                  <a:lnTo>
                    <a:pt x="5833861" y="203447"/>
                  </a:lnTo>
                  <a:lnTo>
                    <a:pt x="5882408" y="231460"/>
                  </a:lnTo>
                  <a:lnTo>
                    <a:pt x="5930931" y="261967"/>
                  </a:lnTo>
                  <a:lnTo>
                    <a:pt x="5979751" y="294935"/>
                  </a:lnTo>
                  <a:lnTo>
                    <a:pt x="6029070" y="330248"/>
                  </a:lnTo>
                  <a:lnTo>
                    <a:pt x="6078988" y="367706"/>
                  </a:lnTo>
                  <a:lnTo>
                    <a:pt x="6129510" y="407017"/>
                  </a:lnTo>
                  <a:lnTo>
                    <a:pt x="6180563" y="447808"/>
                  </a:lnTo>
                  <a:lnTo>
                    <a:pt x="6232011" y="489636"/>
                  </a:lnTo>
                  <a:lnTo>
                    <a:pt x="6283672" y="532007"/>
                  </a:lnTo>
                  <a:lnTo>
                    <a:pt x="6335342" y="574399"/>
                  </a:lnTo>
                  <a:lnTo>
                    <a:pt x="6386813" y="616287"/>
                  </a:lnTo>
                  <a:lnTo>
                    <a:pt x="6437903" y="657176"/>
                  </a:lnTo>
                  <a:lnTo>
                    <a:pt x="6488470" y="696616"/>
                  </a:lnTo>
                  <a:lnTo>
                    <a:pt x="6538435" y="734229"/>
                  </a:lnTo>
                  <a:lnTo>
                    <a:pt x="6587799" y="769718"/>
                  </a:lnTo>
                  <a:lnTo>
                    <a:pt x="6636652" y="802873"/>
                  </a:lnTo>
                  <a:lnTo>
                    <a:pt x="6685188" y="833573"/>
                  </a:lnTo>
                  <a:lnTo>
                    <a:pt x="6733719" y="861780"/>
                  </a:lnTo>
                  <a:lnTo>
                    <a:pt x="6782688" y="887529"/>
                  </a:lnTo>
                  <a:lnTo>
                    <a:pt x="6786527" y="889429"/>
                  </a:lnTo>
                  <a:lnTo>
                    <a:pt x="6836007" y="912334"/>
                  </a:lnTo>
                  <a:lnTo>
                    <a:pt x="6887190" y="932914"/>
                  </a:lnTo>
                  <a:lnTo>
                    <a:pt x="6940889" y="951293"/>
                  </a:lnTo>
                  <a:lnTo>
                    <a:pt x="6998016" y="967674"/>
                  </a:lnTo>
                  <a:lnTo>
                    <a:pt x="7059495" y="982287"/>
                  </a:lnTo>
                  <a:lnTo>
                    <a:pt x="7126186" y="995353"/>
                  </a:lnTo>
                  <a:lnTo>
                    <a:pt x="7198779" y="1007064"/>
                  </a:lnTo>
                  <a:lnTo>
                    <a:pt x="7277659" y="1017575"/>
                  </a:lnTo>
                  <a:lnTo>
                    <a:pt x="7362723" y="1026998"/>
                  </a:lnTo>
                  <a:lnTo>
                    <a:pt x="7453167" y="1035401"/>
                  </a:lnTo>
                  <a:lnTo>
                    <a:pt x="7547278" y="1042810"/>
                  </a:lnTo>
                  <a:lnTo>
                    <a:pt x="7642305" y="1049218"/>
                  </a:lnTo>
                  <a:lnTo>
                    <a:pt x="7734514" y="1054602"/>
                  </a:lnTo>
                  <a:lnTo>
                    <a:pt x="7819529" y="1058944"/>
                  </a:lnTo>
                  <a:lnTo>
                    <a:pt x="7892992" y="1062254"/>
                  </a:lnTo>
                  <a:lnTo>
                    <a:pt x="7951424" y="1064595"/>
                  </a:lnTo>
                  <a:lnTo>
                    <a:pt x="7993052" y="1066087"/>
                  </a:lnTo>
                  <a:lnTo>
                    <a:pt x="8018323" y="1066901"/>
                  </a:lnTo>
                  <a:lnTo>
                    <a:pt x="8029975" y="1067240"/>
                  </a:lnTo>
                  <a:lnTo>
                    <a:pt x="8032775" y="1067314"/>
                  </a:lnTo>
                  <a:lnTo>
                    <a:pt x="8032819" y="1067315"/>
                  </a:lnTo>
                  <a:lnTo>
                    <a:pt x="8554953" y="1067315"/>
                  </a:lnTo>
                  <a:lnTo>
                    <a:pt x="8554953" y="1067315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104" name="pl2104"/>
            <p:cNvSpPr/>
            <p:nvPr/>
          </p:nvSpPr>
          <p:spPr>
            <a:xfrm>
              <a:off x="386606" y="1247664"/>
              <a:ext cx="8554953" cy="4907391"/>
            </a:xfrm>
            <a:custGeom>
              <a:avLst/>
              <a:pathLst>
                <a:path w="8554953" h="4907391">
                  <a:moveTo>
                    <a:pt x="8554953" y="1067315"/>
                  </a:moveTo>
                  <a:lnTo>
                    <a:pt x="8032819" y="1067315"/>
                  </a:lnTo>
                  <a:lnTo>
                    <a:pt x="8031568" y="1067283"/>
                  </a:lnTo>
                  <a:lnTo>
                    <a:pt x="8023386" y="1067052"/>
                  </a:lnTo>
                  <a:lnTo>
                    <a:pt x="8002921" y="1066415"/>
                  </a:lnTo>
                  <a:lnTo>
                    <a:pt x="7966742" y="1065163"/>
                  </a:lnTo>
                  <a:lnTo>
                    <a:pt x="7913648" y="1063112"/>
                  </a:lnTo>
                  <a:lnTo>
                    <a:pt x="7844730" y="1060125"/>
                  </a:lnTo>
                  <a:lnTo>
                    <a:pt x="7762996" y="1056120"/>
                  </a:lnTo>
                  <a:lnTo>
                    <a:pt x="7672618" y="1051071"/>
                  </a:lnTo>
                  <a:lnTo>
                    <a:pt x="7578053" y="1044991"/>
                  </a:lnTo>
                  <a:lnTo>
                    <a:pt x="7483294" y="1037904"/>
                  </a:lnTo>
                  <a:lnTo>
                    <a:pt x="7391429" y="1029824"/>
                  </a:lnTo>
                  <a:lnTo>
                    <a:pt x="7304498" y="1020736"/>
                  </a:lnTo>
                  <a:lnTo>
                    <a:pt x="7223579" y="1010586"/>
                  </a:lnTo>
                  <a:lnTo>
                    <a:pt x="7148976" y="999278"/>
                  </a:lnTo>
                  <a:lnTo>
                    <a:pt x="7080441" y="986669"/>
                  </a:lnTo>
                  <a:lnTo>
                    <a:pt x="7017366" y="972579"/>
                  </a:lnTo>
                  <a:lnTo>
                    <a:pt x="6958933" y="956795"/>
                  </a:lnTo>
                  <a:lnTo>
                    <a:pt x="6904227" y="939086"/>
                  </a:lnTo>
                  <a:lnTo>
                    <a:pt x="6852327" y="919236"/>
                  </a:lnTo>
                  <a:lnTo>
                    <a:pt x="6802376" y="897088"/>
                  </a:lnTo>
                  <a:lnTo>
                    <a:pt x="6786527" y="889429"/>
                  </a:lnTo>
                  <a:lnTo>
                    <a:pt x="6737501" y="863868"/>
                  </a:lnTo>
                  <a:lnTo>
                    <a:pt x="6688954" y="835854"/>
                  </a:lnTo>
                  <a:lnTo>
                    <a:pt x="6640431" y="805347"/>
                  </a:lnTo>
                  <a:lnTo>
                    <a:pt x="6591611" y="772380"/>
                  </a:lnTo>
                  <a:lnTo>
                    <a:pt x="6542292" y="737066"/>
                  </a:lnTo>
                  <a:lnTo>
                    <a:pt x="6492374" y="699609"/>
                  </a:lnTo>
                  <a:lnTo>
                    <a:pt x="6441852" y="660298"/>
                  </a:lnTo>
                  <a:lnTo>
                    <a:pt x="6390799" y="619506"/>
                  </a:lnTo>
                  <a:lnTo>
                    <a:pt x="6339351" y="577678"/>
                  </a:lnTo>
                  <a:lnTo>
                    <a:pt x="6287689" y="535307"/>
                  </a:lnTo>
                  <a:lnTo>
                    <a:pt x="6236020" y="492916"/>
                  </a:lnTo>
                  <a:lnTo>
                    <a:pt x="6184548" y="451027"/>
                  </a:lnTo>
                  <a:lnTo>
                    <a:pt x="6133459" y="410138"/>
                  </a:lnTo>
                  <a:lnTo>
                    <a:pt x="6082892" y="370698"/>
                  </a:lnTo>
                  <a:lnTo>
                    <a:pt x="6032927" y="333085"/>
                  </a:lnTo>
                  <a:lnTo>
                    <a:pt x="5983563" y="297596"/>
                  </a:lnTo>
                  <a:lnTo>
                    <a:pt x="5934710" y="264441"/>
                  </a:lnTo>
                  <a:lnTo>
                    <a:pt x="5886174" y="233741"/>
                  </a:lnTo>
                  <a:lnTo>
                    <a:pt x="5837643" y="205534"/>
                  </a:lnTo>
                  <a:lnTo>
                    <a:pt x="5788674" y="179786"/>
                  </a:lnTo>
                  <a:lnTo>
                    <a:pt x="5784835" y="177885"/>
                  </a:lnTo>
                  <a:lnTo>
                    <a:pt x="5735355" y="154980"/>
                  </a:lnTo>
                  <a:lnTo>
                    <a:pt x="5684172" y="134400"/>
                  </a:lnTo>
                  <a:lnTo>
                    <a:pt x="5630473" y="116022"/>
                  </a:lnTo>
                  <a:lnTo>
                    <a:pt x="5573346" y="99641"/>
                  </a:lnTo>
                  <a:lnTo>
                    <a:pt x="5511867" y="85027"/>
                  </a:lnTo>
                  <a:lnTo>
                    <a:pt x="5445176" y="71962"/>
                  </a:lnTo>
                  <a:lnTo>
                    <a:pt x="5372583" y="60250"/>
                  </a:lnTo>
                  <a:lnTo>
                    <a:pt x="5293703" y="49739"/>
                  </a:lnTo>
                  <a:lnTo>
                    <a:pt x="5208639" y="40316"/>
                  </a:lnTo>
                  <a:lnTo>
                    <a:pt x="5118195" y="31913"/>
                  </a:lnTo>
                  <a:lnTo>
                    <a:pt x="5024084" y="24505"/>
                  </a:lnTo>
                  <a:lnTo>
                    <a:pt x="4929057" y="18096"/>
                  </a:lnTo>
                  <a:lnTo>
                    <a:pt x="4836848" y="12712"/>
                  </a:lnTo>
                  <a:lnTo>
                    <a:pt x="4751833" y="8371"/>
                  </a:lnTo>
                  <a:lnTo>
                    <a:pt x="4678370" y="5060"/>
                  </a:lnTo>
                  <a:lnTo>
                    <a:pt x="4619938" y="2719"/>
                  </a:lnTo>
                  <a:lnTo>
                    <a:pt x="4578310" y="1228"/>
                  </a:lnTo>
                  <a:lnTo>
                    <a:pt x="4553039" y="414"/>
                  </a:lnTo>
                  <a:lnTo>
                    <a:pt x="4541387" y="75"/>
                  </a:lnTo>
                  <a:lnTo>
                    <a:pt x="4538587" y="1"/>
                  </a:lnTo>
                  <a:lnTo>
                    <a:pt x="4538543" y="0"/>
                  </a:lnTo>
                  <a:lnTo>
                    <a:pt x="4016409" y="0"/>
                  </a:lnTo>
                  <a:lnTo>
                    <a:pt x="4015553" y="100"/>
                  </a:lnTo>
                  <a:lnTo>
                    <a:pt x="4009904" y="817"/>
                  </a:lnTo>
                  <a:lnTo>
                    <a:pt x="3995607" y="2799"/>
                  </a:lnTo>
                  <a:lnTo>
                    <a:pt x="3969904" y="6704"/>
                  </a:lnTo>
                  <a:lnTo>
                    <a:pt x="3931313" y="13148"/>
                  </a:lnTo>
                  <a:lnTo>
                    <a:pt x="3879745" y="22654"/>
                  </a:lnTo>
                  <a:lnTo>
                    <a:pt x="3816431" y="35593"/>
                  </a:lnTo>
                  <a:lnTo>
                    <a:pt x="3743651" y="52179"/>
                  </a:lnTo>
                  <a:lnTo>
                    <a:pt x="3664303" y="72475"/>
                  </a:lnTo>
                  <a:lnTo>
                    <a:pt x="3581432" y="96446"/>
                  </a:lnTo>
                  <a:lnTo>
                    <a:pt x="3497832" y="124014"/>
                  </a:lnTo>
                  <a:lnTo>
                    <a:pt x="3415789" y="155118"/>
                  </a:lnTo>
                  <a:lnTo>
                    <a:pt x="3336965" y="189763"/>
                  </a:lnTo>
                  <a:lnTo>
                    <a:pt x="3262410" y="228050"/>
                  </a:lnTo>
                  <a:lnTo>
                    <a:pt x="3192641" y="270197"/>
                  </a:lnTo>
                  <a:lnTo>
                    <a:pt x="3127755" y="316543"/>
                  </a:lnTo>
                  <a:lnTo>
                    <a:pt x="3067539" y="367546"/>
                  </a:lnTo>
                  <a:lnTo>
                    <a:pt x="3011577" y="423776"/>
                  </a:lnTo>
                  <a:lnTo>
                    <a:pt x="2959322" y="485888"/>
                  </a:lnTo>
                  <a:lnTo>
                    <a:pt x="2910162" y="554597"/>
                  </a:lnTo>
                  <a:lnTo>
                    <a:pt x="2863462" y="630612"/>
                  </a:lnTo>
                  <a:lnTo>
                    <a:pt x="2818613" y="714545"/>
                  </a:lnTo>
                  <a:lnTo>
                    <a:pt x="2775066" y="806755"/>
                  </a:lnTo>
                  <a:lnTo>
                    <a:pt x="2770117" y="817898"/>
                  </a:lnTo>
                  <a:lnTo>
                    <a:pt x="2740650" y="886994"/>
                  </a:lnTo>
                  <a:lnTo>
                    <a:pt x="2711433" y="960087"/>
                  </a:lnTo>
                  <a:lnTo>
                    <a:pt x="2682348" y="1037257"/>
                  </a:lnTo>
                  <a:lnTo>
                    <a:pt x="2653297" y="1118546"/>
                  </a:lnTo>
                  <a:lnTo>
                    <a:pt x="2624202" y="1203953"/>
                  </a:lnTo>
                  <a:lnTo>
                    <a:pt x="2594998" y="1293430"/>
                  </a:lnTo>
                  <a:lnTo>
                    <a:pt x="2565638" y="1386882"/>
                  </a:lnTo>
                  <a:lnTo>
                    <a:pt x="2536086" y="1484162"/>
                  </a:lnTo>
                  <a:lnTo>
                    <a:pt x="2506323" y="1585071"/>
                  </a:lnTo>
                  <a:lnTo>
                    <a:pt x="2476338" y="1689356"/>
                  </a:lnTo>
                  <a:lnTo>
                    <a:pt x="2446134" y="1796712"/>
                  </a:lnTo>
                  <a:lnTo>
                    <a:pt x="2415725" y="1906787"/>
                  </a:lnTo>
                  <a:lnTo>
                    <a:pt x="2385131" y="2019179"/>
                  </a:lnTo>
                  <a:lnTo>
                    <a:pt x="2354383" y="2133451"/>
                  </a:lnTo>
                  <a:lnTo>
                    <a:pt x="2323516" y="2249129"/>
                  </a:lnTo>
                  <a:lnTo>
                    <a:pt x="2292572" y="2365715"/>
                  </a:lnTo>
                  <a:lnTo>
                    <a:pt x="2261593" y="2482693"/>
                  </a:lnTo>
                  <a:lnTo>
                    <a:pt x="2230626" y="2599542"/>
                  </a:lnTo>
                  <a:lnTo>
                    <a:pt x="2199715" y="2715742"/>
                  </a:lnTo>
                  <a:lnTo>
                    <a:pt x="2168902" y="2830783"/>
                  </a:lnTo>
                  <a:lnTo>
                    <a:pt x="2138226" y="2944181"/>
                  </a:lnTo>
                  <a:lnTo>
                    <a:pt x="2107721" y="3055477"/>
                  </a:lnTo>
                  <a:lnTo>
                    <a:pt x="2077411" y="3164251"/>
                  </a:lnTo>
                  <a:lnTo>
                    <a:pt x="2047315" y="3270127"/>
                  </a:lnTo>
                  <a:lnTo>
                    <a:pt x="2017440" y="3372773"/>
                  </a:lnTo>
                  <a:lnTo>
                    <a:pt x="1987783" y="3471912"/>
                  </a:lnTo>
                  <a:lnTo>
                    <a:pt x="1958330" y="3567316"/>
                  </a:lnTo>
                  <a:lnTo>
                    <a:pt x="1929052" y="3658813"/>
                  </a:lnTo>
                  <a:lnTo>
                    <a:pt x="1899909" y="3746282"/>
                  </a:lnTo>
                  <a:lnTo>
                    <a:pt x="1870845" y="3829650"/>
                  </a:lnTo>
                  <a:lnTo>
                    <a:pt x="1841789" y="3908895"/>
                  </a:lnTo>
                  <a:lnTo>
                    <a:pt x="1812651" y="3984037"/>
                  </a:lnTo>
                  <a:lnTo>
                    <a:pt x="1783326" y="4055137"/>
                  </a:lnTo>
                  <a:lnTo>
                    <a:pt x="1768425" y="4089493"/>
                  </a:lnTo>
                  <a:lnTo>
                    <a:pt x="1724997" y="4182659"/>
                  </a:lnTo>
                  <a:lnTo>
                    <a:pt x="1680324" y="4267533"/>
                  </a:lnTo>
                  <a:lnTo>
                    <a:pt x="1633868" y="4344432"/>
                  </a:lnTo>
                  <a:lnTo>
                    <a:pt x="1585022" y="4413946"/>
                  </a:lnTo>
                  <a:lnTo>
                    <a:pt x="1533156" y="4476780"/>
                  </a:lnTo>
                  <a:lnTo>
                    <a:pt x="1477650" y="4533652"/>
                  </a:lnTo>
                  <a:lnTo>
                    <a:pt x="1417948" y="4585226"/>
                  </a:lnTo>
                  <a:lnTo>
                    <a:pt x="1353615" y="4632082"/>
                  </a:lnTo>
                  <a:lnTo>
                    <a:pt x="1284409" y="4674693"/>
                  </a:lnTo>
                  <a:lnTo>
                    <a:pt x="1210388" y="4713411"/>
                  </a:lnTo>
                  <a:lnTo>
                    <a:pt x="1132013" y="4748467"/>
                  </a:lnTo>
                  <a:lnTo>
                    <a:pt x="1050267" y="4779977"/>
                  </a:lnTo>
                  <a:lnTo>
                    <a:pt x="966742" y="4807954"/>
                  </a:lnTo>
                  <a:lnTo>
                    <a:pt x="883652" y="4832343"/>
                  </a:lnTo>
                  <a:lnTo>
                    <a:pt x="803745" y="4853065"/>
                  </a:lnTo>
                  <a:lnTo>
                    <a:pt x="730056" y="4870077"/>
                  </a:lnTo>
                  <a:lnTo>
                    <a:pt x="665520" y="4883428"/>
                  </a:lnTo>
                  <a:lnTo>
                    <a:pt x="612514" y="4893313"/>
                  </a:lnTo>
                  <a:lnTo>
                    <a:pt x="572409" y="4900086"/>
                  </a:lnTo>
                  <a:lnTo>
                    <a:pt x="545272" y="4904252"/>
                  </a:lnTo>
                  <a:lnTo>
                    <a:pt x="529780" y="4906422"/>
                  </a:lnTo>
                  <a:lnTo>
                    <a:pt x="523313" y="4907251"/>
                  </a:lnTo>
                  <a:lnTo>
                    <a:pt x="522134" y="4907391"/>
                  </a:lnTo>
                  <a:lnTo>
                    <a:pt x="522133" y="4907391"/>
                  </a:lnTo>
                  <a:lnTo>
                    <a:pt x="0" y="4907391"/>
                  </a:lnTo>
                  <a:lnTo>
                    <a:pt x="0" y="4907391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105" name="pg2105"/>
            <p:cNvSpPr/>
            <p:nvPr/>
          </p:nvSpPr>
          <p:spPr>
            <a:xfrm>
              <a:off x="386606" y="3303234"/>
              <a:ext cx="8554953" cy="2863115"/>
            </a:xfrm>
            <a:custGeom>
              <a:avLst/>
              <a:pathLst>
                <a:path w="8554953" h="2863115">
                  <a:moveTo>
                    <a:pt x="0" y="2863115"/>
                  </a:moveTo>
                  <a:lnTo>
                    <a:pt x="522133" y="2863115"/>
                  </a:lnTo>
                  <a:lnTo>
                    <a:pt x="523282" y="2863036"/>
                  </a:lnTo>
                  <a:lnTo>
                    <a:pt x="530809" y="2862471"/>
                  </a:lnTo>
                  <a:lnTo>
                    <a:pt x="549692" y="2860909"/>
                  </a:lnTo>
                  <a:lnTo>
                    <a:pt x="583214" y="2857837"/>
                  </a:lnTo>
                  <a:lnTo>
                    <a:pt x="632689" y="2852796"/>
                  </a:lnTo>
                  <a:lnTo>
                    <a:pt x="697375" y="2845429"/>
                  </a:lnTo>
                  <a:lnTo>
                    <a:pt x="774749" y="2835514"/>
                  </a:lnTo>
                  <a:lnTo>
                    <a:pt x="861117" y="2822967"/>
                  </a:lnTo>
                  <a:lnTo>
                    <a:pt x="952380" y="2807802"/>
                  </a:lnTo>
                  <a:lnTo>
                    <a:pt x="1044722" y="2790077"/>
                  </a:lnTo>
                  <a:lnTo>
                    <a:pt x="1135063" y="2769839"/>
                  </a:lnTo>
                  <a:lnTo>
                    <a:pt x="1221245" y="2747077"/>
                  </a:lnTo>
                  <a:lnTo>
                    <a:pt x="1302007" y="2721692"/>
                  </a:lnTo>
                  <a:lnTo>
                    <a:pt x="1376842" y="2693486"/>
                  </a:lnTo>
                  <a:lnTo>
                    <a:pt x="1445804" y="2662151"/>
                  </a:lnTo>
                  <a:lnTo>
                    <a:pt x="1509336" y="2627282"/>
                  </a:lnTo>
                  <a:lnTo>
                    <a:pt x="1568117" y="2588387"/>
                  </a:lnTo>
                  <a:lnTo>
                    <a:pt x="1622955" y="2544916"/>
                  </a:lnTo>
                  <a:lnTo>
                    <a:pt x="1674702" y="2496308"/>
                  </a:lnTo>
                  <a:lnTo>
                    <a:pt x="1724182" y="2442079"/>
                  </a:lnTo>
                  <a:lnTo>
                    <a:pt x="1768425" y="2386870"/>
                  </a:lnTo>
                  <a:lnTo>
                    <a:pt x="1805532" y="2335763"/>
                  </a:lnTo>
                  <a:lnTo>
                    <a:pt x="1842292" y="2280934"/>
                  </a:lnTo>
                  <a:lnTo>
                    <a:pt x="1878925" y="2222308"/>
                  </a:lnTo>
                  <a:lnTo>
                    <a:pt x="1915603" y="2159870"/>
                  </a:lnTo>
                  <a:lnTo>
                    <a:pt x="1952456" y="2093668"/>
                  </a:lnTo>
                  <a:lnTo>
                    <a:pt x="1989576" y="2023825"/>
                  </a:lnTo>
                  <a:lnTo>
                    <a:pt x="2027021" y="1950540"/>
                  </a:lnTo>
                  <a:lnTo>
                    <a:pt x="2064814" y="1874088"/>
                  </a:lnTo>
                  <a:lnTo>
                    <a:pt x="2102954" y="1794822"/>
                  </a:lnTo>
                  <a:lnTo>
                    <a:pt x="2141409" y="1713165"/>
                  </a:lnTo>
                  <a:lnTo>
                    <a:pt x="2180130" y="1629608"/>
                  </a:lnTo>
                  <a:lnTo>
                    <a:pt x="2219046" y="1544691"/>
                  </a:lnTo>
                  <a:lnTo>
                    <a:pt x="2258078" y="1458996"/>
                  </a:lnTo>
                  <a:lnTo>
                    <a:pt x="2297135" y="1373127"/>
                  </a:lnTo>
                  <a:lnTo>
                    <a:pt x="2336128" y="1287691"/>
                  </a:lnTo>
                  <a:lnTo>
                    <a:pt x="2374970" y="1203286"/>
                  </a:lnTo>
                  <a:lnTo>
                    <a:pt x="2413585" y="1120477"/>
                  </a:lnTo>
                  <a:lnTo>
                    <a:pt x="2451911" y="1039784"/>
                  </a:lnTo>
                  <a:lnTo>
                    <a:pt x="2489905" y="961671"/>
                  </a:lnTo>
                  <a:lnTo>
                    <a:pt x="2527548" y="886532"/>
                  </a:lnTo>
                  <a:lnTo>
                    <a:pt x="2564849" y="814687"/>
                  </a:lnTo>
                  <a:lnTo>
                    <a:pt x="2601846" y="746379"/>
                  </a:lnTo>
                  <a:lnTo>
                    <a:pt x="2638611" y="681773"/>
                  </a:lnTo>
                  <a:lnTo>
                    <a:pt x="2675251" y="620960"/>
                  </a:lnTo>
                  <a:lnTo>
                    <a:pt x="2711915" y="563961"/>
                  </a:lnTo>
                  <a:lnTo>
                    <a:pt x="2748794" y="510733"/>
                  </a:lnTo>
                  <a:lnTo>
                    <a:pt x="2770117" y="481891"/>
                  </a:lnTo>
                  <a:lnTo>
                    <a:pt x="2818161" y="422236"/>
                  </a:lnTo>
                  <a:lnTo>
                    <a:pt x="2867791" y="368460"/>
                  </a:lnTo>
                  <a:lnTo>
                    <a:pt x="2919748" y="320272"/>
                  </a:lnTo>
                  <a:lnTo>
                    <a:pt x="2974864" y="277179"/>
                  </a:lnTo>
                  <a:lnTo>
                    <a:pt x="3033988" y="238618"/>
                  </a:lnTo>
                  <a:lnTo>
                    <a:pt x="3097922" y="204042"/>
                  </a:lnTo>
                  <a:lnTo>
                    <a:pt x="3167331" y="172965"/>
                  </a:lnTo>
                  <a:lnTo>
                    <a:pt x="3242633" y="144988"/>
                  </a:lnTo>
                  <a:lnTo>
                    <a:pt x="3323846" y="119814"/>
                  </a:lnTo>
                  <a:lnTo>
                    <a:pt x="3410408" y="97252"/>
                  </a:lnTo>
                  <a:lnTo>
                    <a:pt x="3500996" y="77209"/>
                  </a:lnTo>
                  <a:lnTo>
                    <a:pt x="3593376" y="59682"/>
                  </a:lnTo>
                  <a:lnTo>
                    <a:pt x="3684401" y="44720"/>
                  </a:lnTo>
                  <a:lnTo>
                    <a:pt x="3770213" y="32379"/>
                  </a:lnTo>
                  <a:lnTo>
                    <a:pt x="3846719" y="22668"/>
                  </a:lnTo>
                  <a:lnTo>
                    <a:pt x="3910288" y="15492"/>
                  </a:lnTo>
                  <a:lnTo>
                    <a:pt x="3958518" y="10619"/>
                  </a:lnTo>
                  <a:lnTo>
                    <a:pt x="3990822" y="7683"/>
                  </a:lnTo>
                  <a:lnTo>
                    <a:pt x="4008675" y="6218"/>
                  </a:lnTo>
                  <a:lnTo>
                    <a:pt x="4015505" y="5709"/>
                  </a:lnTo>
                  <a:lnTo>
                    <a:pt x="4016409" y="5647"/>
                  </a:lnTo>
                  <a:lnTo>
                    <a:pt x="4538543" y="5647"/>
                  </a:lnTo>
                  <a:lnTo>
                    <a:pt x="4539813" y="5648"/>
                  </a:lnTo>
                  <a:lnTo>
                    <a:pt x="4548113" y="5659"/>
                  </a:lnTo>
                  <a:lnTo>
                    <a:pt x="4568865" y="5690"/>
                  </a:lnTo>
                  <a:lnTo>
                    <a:pt x="4605524" y="5751"/>
                  </a:lnTo>
                  <a:lnTo>
                    <a:pt x="4659267" y="5850"/>
                  </a:lnTo>
                  <a:lnTo>
                    <a:pt x="4728936" y="5994"/>
                  </a:lnTo>
                  <a:lnTo>
                    <a:pt x="4811436" y="6187"/>
                  </a:lnTo>
                  <a:lnTo>
                    <a:pt x="4902507" y="6431"/>
                  </a:lnTo>
                  <a:lnTo>
                    <a:pt x="4997633" y="6724"/>
                  </a:lnTo>
                  <a:lnTo>
                    <a:pt x="5092791" y="7065"/>
                  </a:lnTo>
                  <a:lnTo>
                    <a:pt x="5184899" y="7455"/>
                  </a:lnTo>
                  <a:lnTo>
                    <a:pt x="5271938" y="7893"/>
                  </a:lnTo>
                  <a:lnTo>
                    <a:pt x="5352867" y="8382"/>
                  </a:lnTo>
                  <a:lnTo>
                    <a:pt x="5427418" y="8927"/>
                  </a:lnTo>
                  <a:lnTo>
                    <a:pt x="5495873" y="9535"/>
                  </a:lnTo>
                  <a:lnTo>
                    <a:pt x="5558871" y="10215"/>
                  </a:lnTo>
                  <a:lnTo>
                    <a:pt x="5617252" y="10978"/>
                  </a:lnTo>
                  <a:lnTo>
                    <a:pt x="5671948" y="11834"/>
                  </a:lnTo>
                  <a:lnTo>
                    <a:pt x="5723893" y="12794"/>
                  </a:lnTo>
                  <a:lnTo>
                    <a:pt x="5773945" y="13865"/>
                  </a:lnTo>
                  <a:lnTo>
                    <a:pt x="5784835" y="14117"/>
                  </a:lnTo>
                  <a:lnTo>
                    <a:pt x="5839079" y="15472"/>
                  </a:lnTo>
                  <a:lnTo>
                    <a:pt x="5892801" y="16970"/>
                  </a:lnTo>
                  <a:lnTo>
                    <a:pt x="5946588" y="18614"/>
                  </a:lnTo>
                  <a:lnTo>
                    <a:pt x="6000832" y="20399"/>
                  </a:lnTo>
                  <a:lnTo>
                    <a:pt x="6055752" y="22317"/>
                  </a:lnTo>
                  <a:lnTo>
                    <a:pt x="6111420" y="24352"/>
                  </a:lnTo>
                  <a:lnTo>
                    <a:pt x="6167781" y="26481"/>
                  </a:lnTo>
                  <a:lnTo>
                    <a:pt x="6224671" y="28677"/>
                  </a:lnTo>
                  <a:lnTo>
                    <a:pt x="6281857" y="30909"/>
                  </a:lnTo>
                  <a:lnTo>
                    <a:pt x="6339062" y="33144"/>
                  </a:lnTo>
                  <a:lnTo>
                    <a:pt x="6396007" y="35347"/>
                  </a:lnTo>
                  <a:lnTo>
                    <a:pt x="6452450" y="37487"/>
                  </a:lnTo>
                  <a:lnTo>
                    <a:pt x="6508217" y="39535"/>
                  </a:lnTo>
                  <a:lnTo>
                    <a:pt x="6563235" y="41470"/>
                  </a:lnTo>
                  <a:lnTo>
                    <a:pt x="6617560" y="43274"/>
                  </a:lnTo>
                  <a:lnTo>
                    <a:pt x="6671389" y="44937"/>
                  </a:lnTo>
                  <a:lnTo>
                    <a:pt x="6725091" y="46454"/>
                  </a:lnTo>
                  <a:lnTo>
                    <a:pt x="6779223" y="47828"/>
                  </a:lnTo>
                  <a:lnTo>
                    <a:pt x="6786527" y="48000"/>
                  </a:lnTo>
                  <a:lnTo>
                    <a:pt x="6836260" y="49096"/>
                  </a:lnTo>
                  <a:lnTo>
                    <a:pt x="6887717" y="50081"/>
                  </a:lnTo>
                  <a:lnTo>
                    <a:pt x="6941726" y="50959"/>
                  </a:lnTo>
                  <a:lnTo>
                    <a:pt x="6999210" y="51741"/>
                  </a:lnTo>
                  <a:lnTo>
                    <a:pt x="7061109" y="52439"/>
                  </a:lnTo>
                  <a:lnTo>
                    <a:pt x="7128293" y="53062"/>
                  </a:lnTo>
                  <a:lnTo>
                    <a:pt x="7201455" y="53621"/>
                  </a:lnTo>
                  <a:lnTo>
                    <a:pt x="7280974" y="54122"/>
                  </a:lnTo>
                  <a:lnTo>
                    <a:pt x="7366721" y="54571"/>
                  </a:lnTo>
                  <a:lnTo>
                    <a:pt x="7457844" y="54970"/>
                  </a:lnTo>
                  <a:lnTo>
                    <a:pt x="7552556" y="55322"/>
                  </a:lnTo>
                  <a:lnTo>
                    <a:pt x="7648007" y="55626"/>
                  </a:lnTo>
                  <a:lnTo>
                    <a:pt x="7740357" y="55881"/>
                  </a:lnTo>
                  <a:lnTo>
                    <a:pt x="7825142" y="56085"/>
                  </a:lnTo>
                  <a:lnTo>
                    <a:pt x="7897972" y="56240"/>
                  </a:lnTo>
                  <a:lnTo>
                    <a:pt x="7955415" y="56349"/>
                  </a:lnTo>
                  <a:lnTo>
                    <a:pt x="7995836" y="56417"/>
                  </a:lnTo>
                  <a:lnTo>
                    <a:pt x="8019884" y="56454"/>
                  </a:lnTo>
                  <a:lnTo>
                    <a:pt x="8030536" y="56468"/>
                  </a:lnTo>
                  <a:lnTo>
                    <a:pt x="8032819" y="56471"/>
                  </a:lnTo>
                  <a:lnTo>
                    <a:pt x="8554953" y="56471"/>
                  </a:lnTo>
                  <a:lnTo>
                    <a:pt x="8554953" y="50824"/>
                  </a:lnTo>
                  <a:lnTo>
                    <a:pt x="8032819" y="50824"/>
                  </a:lnTo>
                  <a:lnTo>
                    <a:pt x="8031549" y="50822"/>
                  </a:lnTo>
                  <a:lnTo>
                    <a:pt x="8023248" y="50811"/>
                  </a:lnTo>
                  <a:lnTo>
                    <a:pt x="8002497" y="50781"/>
                  </a:lnTo>
                  <a:lnTo>
                    <a:pt x="7965838" y="50720"/>
                  </a:lnTo>
                  <a:lnTo>
                    <a:pt x="7912095" y="50621"/>
                  </a:lnTo>
                  <a:lnTo>
                    <a:pt x="7842426" y="50477"/>
                  </a:lnTo>
                  <a:lnTo>
                    <a:pt x="7759926" y="50283"/>
                  </a:lnTo>
                  <a:lnTo>
                    <a:pt x="7668855" y="50040"/>
                  </a:lnTo>
                  <a:lnTo>
                    <a:pt x="7573729" y="49747"/>
                  </a:lnTo>
                  <a:lnTo>
                    <a:pt x="7478571" y="49405"/>
                  </a:lnTo>
                  <a:lnTo>
                    <a:pt x="7386463" y="49016"/>
                  </a:lnTo>
                  <a:lnTo>
                    <a:pt x="7299424" y="48578"/>
                  </a:lnTo>
                  <a:lnTo>
                    <a:pt x="7218495" y="48089"/>
                  </a:lnTo>
                  <a:lnTo>
                    <a:pt x="7143944" y="47544"/>
                  </a:lnTo>
                  <a:lnTo>
                    <a:pt x="7075489" y="46936"/>
                  </a:lnTo>
                  <a:lnTo>
                    <a:pt x="7012491" y="46255"/>
                  </a:lnTo>
                  <a:lnTo>
                    <a:pt x="6954110" y="45493"/>
                  </a:lnTo>
                  <a:lnTo>
                    <a:pt x="6899414" y="44636"/>
                  </a:lnTo>
                  <a:lnTo>
                    <a:pt x="6847469" y="43676"/>
                  </a:lnTo>
                  <a:lnTo>
                    <a:pt x="6797417" y="42605"/>
                  </a:lnTo>
                  <a:lnTo>
                    <a:pt x="6786527" y="42353"/>
                  </a:lnTo>
                  <a:lnTo>
                    <a:pt x="6732283" y="40999"/>
                  </a:lnTo>
                  <a:lnTo>
                    <a:pt x="6678561" y="39501"/>
                  </a:lnTo>
                  <a:lnTo>
                    <a:pt x="6624774" y="37857"/>
                  </a:lnTo>
                  <a:lnTo>
                    <a:pt x="6570530" y="36072"/>
                  </a:lnTo>
                  <a:lnTo>
                    <a:pt x="6515610" y="34154"/>
                  </a:lnTo>
                  <a:lnTo>
                    <a:pt x="6459942" y="32119"/>
                  </a:lnTo>
                  <a:lnTo>
                    <a:pt x="6403581" y="29990"/>
                  </a:lnTo>
                  <a:lnTo>
                    <a:pt x="6346690" y="27794"/>
                  </a:lnTo>
                  <a:lnTo>
                    <a:pt x="6289505" y="25561"/>
                  </a:lnTo>
                  <a:lnTo>
                    <a:pt x="6232300" y="23327"/>
                  </a:lnTo>
                  <a:lnTo>
                    <a:pt x="6175355" y="21124"/>
                  </a:lnTo>
                  <a:lnTo>
                    <a:pt x="6118912" y="18984"/>
                  </a:lnTo>
                  <a:lnTo>
                    <a:pt x="6063145" y="16935"/>
                  </a:lnTo>
                  <a:lnTo>
                    <a:pt x="6008127" y="15001"/>
                  </a:lnTo>
                  <a:lnTo>
                    <a:pt x="5953802" y="13197"/>
                  </a:lnTo>
                  <a:lnTo>
                    <a:pt x="5899973" y="11534"/>
                  </a:lnTo>
                  <a:lnTo>
                    <a:pt x="5846271" y="10017"/>
                  </a:lnTo>
                  <a:lnTo>
                    <a:pt x="5792139" y="8643"/>
                  </a:lnTo>
                  <a:lnTo>
                    <a:pt x="5784835" y="8470"/>
                  </a:lnTo>
                  <a:lnTo>
                    <a:pt x="5735102" y="7374"/>
                  </a:lnTo>
                  <a:lnTo>
                    <a:pt x="5683645" y="6390"/>
                  </a:lnTo>
                  <a:lnTo>
                    <a:pt x="5629636" y="5512"/>
                  </a:lnTo>
                  <a:lnTo>
                    <a:pt x="5572152" y="4729"/>
                  </a:lnTo>
                  <a:lnTo>
                    <a:pt x="5510253" y="4032"/>
                  </a:lnTo>
                  <a:lnTo>
                    <a:pt x="5443069" y="3408"/>
                  </a:lnTo>
                  <a:lnTo>
                    <a:pt x="5369906" y="2850"/>
                  </a:lnTo>
                  <a:lnTo>
                    <a:pt x="5290388" y="2349"/>
                  </a:lnTo>
                  <a:lnTo>
                    <a:pt x="5204641" y="1900"/>
                  </a:lnTo>
                  <a:lnTo>
                    <a:pt x="5113518" y="1500"/>
                  </a:lnTo>
                  <a:lnTo>
                    <a:pt x="5018806" y="1148"/>
                  </a:lnTo>
                  <a:lnTo>
                    <a:pt x="4923355" y="844"/>
                  </a:lnTo>
                  <a:lnTo>
                    <a:pt x="4831005" y="590"/>
                  </a:lnTo>
                  <a:lnTo>
                    <a:pt x="4746220" y="385"/>
                  </a:lnTo>
                  <a:lnTo>
                    <a:pt x="4673390" y="230"/>
                  </a:lnTo>
                  <a:lnTo>
                    <a:pt x="4615947" y="122"/>
                  </a:lnTo>
                  <a:lnTo>
                    <a:pt x="4575526" y="54"/>
                  </a:lnTo>
                  <a:lnTo>
                    <a:pt x="4551477" y="17"/>
                  </a:lnTo>
                  <a:lnTo>
                    <a:pt x="4540825" y="2"/>
                  </a:lnTo>
                  <a:lnTo>
                    <a:pt x="4538543" y="0"/>
                  </a:lnTo>
                  <a:lnTo>
                    <a:pt x="4016409" y="0"/>
                  </a:lnTo>
                  <a:lnTo>
                    <a:pt x="4015260" y="79"/>
                  </a:lnTo>
                  <a:lnTo>
                    <a:pt x="4007733" y="644"/>
                  </a:lnTo>
                  <a:lnTo>
                    <a:pt x="3988850" y="2206"/>
                  </a:lnTo>
                  <a:lnTo>
                    <a:pt x="3955329" y="5277"/>
                  </a:lnTo>
                  <a:lnTo>
                    <a:pt x="3905853" y="10319"/>
                  </a:lnTo>
                  <a:lnTo>
                    <a:pt x="3841167" y="17686"/>
                  </a:lnTo>
                  <a:lnTo>
                    <a:pt x="3763793" y="27601"/>
                  </a:lnTo>
                  <a:lnTo>
                    <a:pt x="3677425" y="40148"/>
                  </a:lnTo>
                  <a:lnTo>
                    <a:pt x="3586162" y="55313"/>
                  </a:lnTo>
                  <a:lnTo>
                    <a:pt x="3493820" y="73038"/>
                  </a:lnTo>
                  <a:lnTo>
                    <a:pt x="3403479" y="93276"/>
                  </a:lnTo>
                  <a:lnTo>
                    <a:pt x="3317297" y="116038"/>
                  </a:lnTo>
                  <a:lnTo>
                    <a:pt x="3236535" y="141422"/>
                  </a:lnTo>
                  <a:lnTo>
                    <a:pt x="3161700" y="169629"/>
                  </a:lnTo>
                  <a:lnTo>
                    <a:pt x="3092738" y="200964"/>
                  </a:lnTo>
                  <a:lnTo>
                    <a:pt x="3029206" y="235833"/>
                  </a:lnTo>
                  <a:lnTo>
                    <a:pt x="2970425" y="274727"/>
                  </a:lnTo>
                  <a:lnTo>
                    <a:pt x="2915587" y="318199"/>
                  </a:lnTo>
                  <a:lnTo>
                    <a:pt x="2863840" y="366807"/>
                  </a:lnTo>
                  <a:lnTo>
                    <a:pt x="2814360" y="421036"/>
                  </a:lnTo>
                  <a:lnTo>
                    <a:pt x="2770117" y="476244"/>
                  </a:lnTo>
                  <a:lnTo>
                    <a:pt x="2733010" y="527352"/>
                  </a:lnTo>
                  <a:lnTo>
                    <a:pt x="2696250" y="582181"/>
                  </a:lnTo>
                  <a:lnTo>
                    <a:pt x="2659617" y="640806"/>
                  </a:lnTo>
                  <a:lnTo>
                    <a:pt x="2622939" y="703245"/>
                  </a:lnTo>
                  <a:lnTo>
                    <a:pt x="2586086" y="769447"/>
                  </a:lnTo>
                  <a:lnTo>
                    <a:pt x="2548966" y="839289"/>
                  </a:lnTo>
                  <a:lnTo>
                    <a:pt x="2511522" y="912575"/>
                  </a:lnTo>
                  <a:lnTo>
                    <a:pt x="2473728" y="989027"/>
                  </a:lnTo>
                  <a:lnTo>
                    <a:pt x="2435589" y="1068293"/>
                  </a:lnTo>
                  <a:lnTo>
                    <a:pt x="2397133" y="1149950"/>
                  </a:lnTo>
                  <a:lnTo>
                    <a:pt x="2358412" y="1233507"/>
                  </a:lnTo>
                  <a:lnTo>
                    <a:pt x="2319496" y="1318423"/>
                  </a:lnTo>
                  <a:lnTo>
                    <a:pt x="2280465" y="1404118"/>
                  </a:lnTo>
                  <a:lnTo>
                    <a:pt x="2241407" y="1489988"/>
                  </a:lnTo>
                  <a:lnTo>
                    <a:pt x="2202414" y="1575423"/>
                  </a:lnTo>
                  <a:lnTo>
                    <a:pt x="2163572" y="1659829"/>
                  </a:lnTo>
                  <a:lnTo>
                    <a:pt x="2124957" y="1742638"/>
                  </a:lnTo>
                  <a:lnTo>
                    <a:pt x="2086632" y="1823331"/>
                  </a:lnTo>
                  <a:lnTo>
                    <a:pt x="2048638" y="1901444"/>
                  </a:lnTo>
                  <a:lnTo>
                    <a:pt x="2010994" y="1976583"/>
                  </a:lnTo>
                  <a:lnTo>
                    <a:pt x="1973693" y="2048427"/>
                  </a:lnTo>
                  <a:lnTo>
                    <a:pt x="1936696" y="2116736"/>
                  </a:lnTo>
                  <a:lnTo>
                    <a:pt x="1899931" y="2181341"/>
                  </a:lnTo>
                  <a:lnTo>
                    <a:pt x="1863291" y="2242155"/>
                  </a:lnTo>
                  <a:lnTo>
                    <a:pt x="1826627" y="2299154"/>
                  </a:lnTo>
                  <a:lnTo>
                    <a:pt x="1789748" y="2352382"/>
                  </a:lnTo>
                  <a:lnTo>
                    <a:pt x="1768425" y="2381223"/>
                  </a:lnTo>
                  <a:lnTo>
                    <a:pt x="1720381" y="2440878"/>
                  </a:lnTo>
                  <a:lnTo>
                    <a:pt x="1670751" y="2494655"/>
                  </a:lnTo>
                  <a:lnTo>
                    <a:pt x="1618794" y="2542843"/>
                  </a:lnTo>
                  <a:lnTo>
                    <a:pt x="1563678" y="2585936"/>
                  </a:lnTo>
                  <a:lnTo>
                    <a:pt x="1504554" y="2624497"/>
                  </a:lnTo>
                  <a:lnTo>
                    <a:pt x="1440620" y="2659073"/>
                  </a:lnTo>
                  <a:lnTo>
                    <a:pt x="1371211" y="2690150"/>
                  </a:lnTo>
                  <a:lnTo>
                    <a:pt x="1295909" y="2718127"/>
                  </a:lnTo>
                  <a:lnTo>
                    <a:pt x="1214697" y="2743300"/>
                  </a:lnTo>
                  <a:lnTo>
                    <a:pt x="1128134" y="2765863"/>
                  </a:lnTo>
                  <a:lnTo>
                    <a:pt x="1037546" y="2785905"/>
                  </a:lnTo>
                  <a:lnTo>
                    <a:pt x="945166" y="2803432"/>
                  </a:lnTo>
                  <a:lnTo>
                    <a:pt x="854141" y="2818395"/>
                  </a:lnTo>
                  <a:lnTo>
                    <a:pt x="768329" y="2830736"/>
                  </a:lnTo>
                  <a:lnTo>
                    <a:pt x="691823" y="2840447"/>
                  </a:lnTo>
                  <a:lnTo>
                    <a:pt x="628254" y="2847623"/>
                  </a:lnTo>
                  <a:lnTo>
                    <a:pt x="580025" y="2852496"/>
                  </a:lnTo>
                  <a:lnTo>
                    <a:pt x="547720" y="2855431"/>
                  </a:lnTo>
                  <a:lnTo>
                    <a:pt x="529867" y="2856897"/>
                  </a:lnTo>
                  <a:lnTo>
                    <a:pt x="523037" y="2857406"/>
                  </a:lnTo>
                  <a:lnTo>
                    <a:pt x="522133" y="2857468"/>
                  </a:lnTo>
                  <a:lnTo>
                    <a:pt x="0" y="2857468"/>
                  </a:lnTo>
                  <a:close/>
                </a:path>
              </a:pathLst>
            </a:custGeom>
            <a:solidFill>
              <a:srgbClr val="8DCFF5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2106" name="pl2106"/>
            <p:cNvSpPr/>
            <p:nvPr/>
          </p:nvSpPr>
          <p:spPr>
            <a:xfrm>
              <a:off x="386606" y="3308881"/>
              <a:ext cx="8554953" cy="2857468"/>
            </a:xfrm>
            <a:custGeom>
              <a:avLst/>
              <a:pathLst>
                <a:path w="8554953" h="2857468">
                  <a:moveTo>
                    <a:pt x="0" y="2857468"/>
                  </a:moveTo>
                  <a:lnTo>
                    <a:pt x="522133" y="2857468"/>
                  </a:lnTo>
                  <a:lnTo>
                    <a:pt x="523282" y="2857389"/>
                  </a:lnTo>
                  <a:lnTo>
                    <a:pt x="530809" y="2856824"/>
                  </a:lnTo>
                  <a:lnTo>
                    <a:pt x="549692" y="2855261"/>
                  </a:lnTo>
                  <a:lnTo>
                    <a:pt x="583214" y="2852190"/>
                  </a:lnTo>
                  <a:lnTo>
                    <a:pt x="632689" y="2847149"/>
                  </a:lnTo>
                  <a:lnTo>
                    <a:pt x="697375" y="2839781"/>
                  </a:lnTo>
                  <a:lnTo>
                    <a:pt x="774749" y="2829867"/>
                  </a:lnTo>
                  <a:lnTo>
                    <a:pt x="861117" y="2817320"/>
                  </a:lnTo>
                  <a:lnTo>
                    <a:pt x="952380" y="2802155"/>
                  </a:lnTo>
                  <a:lnTo>
                    <a:pt x="1044722" y="2784430"/>
                  </a:lnTo>
                  <a:lnTo>
                    <a:pt x="1135063" y="2764192"/>
                  </a:lnTo>
                  <a:lnTo>
                    <a:pt x="1221245" y="2741430"/>
                  </a:lnTo>
                  <a:lnTo>
                    <a:pt x="1302007" y="2716045"/>
                  </a:lnTo>
                  <a:lnTo>
                    <a:pt x="1376842" y="2687839"/>
                  </a:lnTo>
                  <a:lnTo>
                    <a:pt x="1445804" y="2656504"/>
                  </a:lnTo>
                  <a:lnTo>
                    <a:pt x="1509336" y="2621635"/>
                  </a:lnTo>
                  <a:lnTo>
                    <a:pt x="1568117" y="2582740"/>
                  </a:lnTo>
                  <a:lnTo>
                    <a:pt x="1622955" y="2539269"/>
                  </a:lnTo>
                  <a:lnTo>
                    <a:pt x="1674702" y="2490661"/>
                  </a:lnTo>
                  <a:lnTo>
                    <a:pt x="1724182" y="2436431"/>
                  </a:lnTo>
                  <a:lnTo>
                    <a:pt x="1768425" y="2381223"/>
                  </a:lnTo>
                  <a:lnTo>
                    <a:pt x="1805532" y="2330116"/>
                  </a:lnTo>
                  <a:lnTo>
                    <a:pt x="1842292" y="2275287"/>
                  </a:lnTo>
                  <a:lnTo>
                    <a:pt x="1878925" y="2216661"/>
                  </a:lnTo>
                  <a:lnTo>
                    <a:pt x="1915603" y="2154223"/>
                  </a:lnTo>
                  <a:lnTo>
                    <a:pt x="1952456" y="2088021"/>
                  </a:lnTo>
                  <a:lnTo>
                    <a:pt x="1989576" y="2018178"/>
                  </a:lnTo>
                  <a:lnTo>
                    <a:pt x="2027021" y="1944893"/>
                  </a:lnTo>
                  <a:lnTo>
                    <a:pt x="2064814" y="1868441"/>
                  </a:lnTo>
                  <a:lnTo>
                    <a:pt x="2102954" y="1789174"/>
                  </a:lnTo>
                  <a:lnTo>
                    <a:pt x="2141409" y="1707518"/>
                  </a:lnTo>
                  <a:lnTo>
                    <a:pt x="2180130" y="1623961"/>
                  </a:lnTo>
                  <a:lnTo>
                    <a:pt x="2219046" y="1539044"/>
                  </a:lnTo>
                  <a:lnTo>
                    <a:pt x="2258078" y="1453349"/>
                  </a:lnTo>
                  <a:lnTo>
                    <a:pt x="2297135" y="1367480"/>
                  </a:lnTo>
                  <a:lnTo>
                    <a:pt x="2336128" y="1282044"/>
                  </a:lnTo>
                  <a:lnTo>
                    <a:pt x="2374970" y="1197639"/>
                  </a:lnTo>
                  <a:lnTo>
                    <a:pt x="2413585" y="1114829"/>
                  </a:lnTo>
                  <a:lnTo>
                    <a:pt x="2451911" y="1034137"/>
                  </a:lnTo>
                  <a:lnTo>
                    <a:pt x="2489905" y="956024"/>
                  </a:lnTo>
                  <a:lnTo>
                    <a:pt x="2527548" y="880885"/>
                  </a:lnTo>
                  <a:lnTo>
                    <a:pt x="2564849" y="809040"/>
                  </a:lnTo>
                  <a:lnTo>
                    <a:pt x="2601846" y="740732"/>
                  </a:lnTo>
                  <a:lnTo>
                    <a:pt x="2638611" y="676126"/>
                  </a:lnTo>
                  <a:lnTo>
                    <a:pt x="2675251" y="615313"/>
                  </a:lnTo>
                  <a:lnTo>
                    <a:pt x="2711915" y="558314"/>
                  </a:lnTo>
                  <a:lnTo>
                    <a:pt x="2748794" y="505086"/>
                  </a:lnTo>
                  <a:lnTo>
                    <a:pt x="2770117" y="476244"/>
                  </a:lnTo>
                  <a:lnTo>
                    <a:pt x="2818161" y="416589"/>
                  </a:lnTo>
                  <a:lnTo>
                    <a:pt x="2867791" y="362812"/>
                  </a:lnTo>
                  <a:lnTo>
                    <a:pt x="2919748" y="314625"/>
                  </a:lnTo>
                  <a:lnTo>
                    <a:pt x="2974864" y="271532"/>
                  </a:lnTo>
                  <a:lnTo>
                    <a:pt x="3033988" y="232971"/>
                  </a:lnTo>
                  <a:lnTo>
                    <a:pt x="3097922" y="198395"/>
                  </a:lnTo>
                  <a:lnTo>
                    <a:pt x="3167331" y="167317"/>
                  </a:lnTo>
                  <a:lnTo>
                    <a:pt x="3242633" y="139341"/>
                  </a:lnTo>
                  <a:lnTo>
                    <a:pt x="3323846" y="114167"/>
                  </a:lnTo>
                  <a:lnTo>
                    <a:pt x="3410408" y="91605"/>
                  </a:lnTo>
                  <a:lnTo>
                    <a:pt x="3500996" y="71562"/>
                  </a:lnTo>
                  <a:lnTo>
                    <a:pt x="3593376" y="54035"/>
                  </a:lnTo>
                  <a:lnTo>
                    <a:pt x="3684401" y="39073"/>
                  </a:lnTo>
                  <a:lnTo>
                    <a:pt x="3770213" y="26732"/>
                  </a:lnTo>
                  <a:lnTo>
                    <a:pt x="3846719" y="17021"/>
                  </a:lnTo>
                  <a:lnTo>
                    <a:pt x="3910288" y="9845"/>
                  </a:lnTo>
                  <a:lnTo>
                    <a:pt x="3958518" y="4972"/>
                  </a:lnTo>
                  <a:lnTo>
                    <a:pt x="3990822" y="2036"/>
                  </a:lnTo>
                  <a:lnTo>
                    <a:pt x="4008675" y="570"/>
                  </a:lnTo>
                  <a:lnTo>
                    <a:pt x="4015505" y="61"/>
                  </a:lnTo>
                  <a:lnTo>
                    <a:pt x="4016409" y="0"/>
                  </a:lnTo>
                  <a:lnTo>
                    <a:pt x="4538543" y="0"/>
                  </a:lnTo>
                  <a:lnTo>
                    <a:pt x="4539813" y="1"/>
                  </a:lnTo>
                  <a:lnTo>
                    <a:pt x="4548113" y="12"/>
                  </a:lnTo>
                  <a:lnTo>
                    <a:pt x="4568865" y="43"/>
                  </a:lnTo>
                  <a:lnTo>
                    <a:pt x="4605524" y="104"/>
                  </a:lnTo>
                  <a:lnTo>
                    <a:pt x="4659267" y="203"/>
                  </a:lnTo>
                  <a:lnTo>
                    <a:pt x="4728936" y="347"/>
                  </a:lnTo>
                  <a:lnTo>
                    <a:pt x="4811436" y="540"/>
                  </a:lnTo>
                  <a:lnTo>
                    <a:pt x="4902507" y="784"/>
                  </a:lnTo>
                  <a:lnTo>
                    <a:pt x="4997633" y="1077"/>
                  </a:lnTo>
                  <a:lnTo>
                    <a:pt x="5092791" y="1418"/>
                  </a:lnTo>
                  <a:lnTo>
                    <a:pt x="5184899" y="1808"/>
                  </a:lnTo>
                  <a:lnTo>
                    <a:pt x="5271938" y="2245"/>
                  </a:lnTo>
                  <a:lnTo>
                    <a:pt x="5352867" y="2734"/>
                  </a:lnTo>
                  <a:lnTo>
                    <a:pt x="5427418" y="3280"/>
                  </a:lnTo>
                  <a:lnTo>
                    <a:pt x="5495873" y="3888"/>
                  </a:lnTo>
                  <a:lnTo>
                    <a:pt x="5558871" y="4568"/>
                  </a:lnTo>
                  <a:lnTo>
                    <a:pt x="5617252" y="5331"/>
                  </a:lnTo>
                  <a:lnTo>
                    <a:pt x="5671948" y="6187"/>
                  </a:lnTo>
                  <a:lnTo>
                    <a:pt x="5723893" y="7147"/>
                  </a:lnTo>
                  <a:lnTo>
                    <a:pt x="5773945" y="8218"/>
                  </a:lnTo>
                  <a:lnTo>
                    <a:pt x="5784835" y="8470"/>
                  </a:lnTo>
                  <a:lnTo>
                    <a:pt x="5839079" y="9825"/>
                  </a:lnTo>
                  <a:lnTo>
                    <a:pt x="5892801" y="11323"/>
                  </a:lnTo>
                  <a:lnTo>
                    <a:pt x="5946588" y="12966"/>
                  </a:lnTo>
                  <a:lnTo>
                    <a:pt x="6000832" y="14752"/>
                  </a:lnTo>
                  <a:lnTo>
                    <a:pt x="6055752" y="16670"/>
                  </a:lnTo>
                  <a:lnTo>
                    <a:pt x="6111420" y="18704"/>
                  </a:lnTo>
                  <a:lnTo>
                    <a:pt x="6167781" y="20834"/>
                  </a:lnTo>
                  <a:lnTo>
                    <a:pt x="6224671" y="23030"/>
                  </a:lnTo>
                  <a:lnTo>
                    <a:pt x="6281857" y="25262"/>
                  </a:lnTo>
                  <a:lnTo>
                    <a:pt x="6339062" y="27497"/>
                  </a:lnTo>
                  <a:lnTo>
                    <a:pt x="6396007" y="29700"/>
                  </a:lnTo>
                  <a:lnTo>
                    <a:pt x="6452450" y="31840"/>
                  </a:lnTo>
                  <a:lnTo>
                    <a:pt x="6508217" y="33888"/>
                  </a:lnTo>
                  <a:lnTo>
                    <a:pt x="6563235" y="35823"/>
                  </a:lnTo>
                  <a:lnTo>
                    <a:pt x="6617560" y="37627"/>
                  </a:lnTo>
                  <a:lnTo>
                    <a:pt x="6671389" y="39289"/>
                  </a:lnTo>
                  <a:lnTo>
                    <a:pt x="6725091" y="40807"/>
                  </a:lnTo>
                  <a:lnTo>
                    <a:pt x="6779223" y="42180"/>
                  </a:lnTo>
                  <a:lnTo>
                    <a:pt x="6786527" y="42353"/>
                  </a:lnTo>
                  <a:lnTo>
                    <a:pt x="6836260" y="43449"/>
                  </a:lnTo>
                  <a:lnTo>
                    <a:pt x="6887717" y="44433"/>
                  </a:lnTo>
                  <a:lnTo>
                    <a:pt x="6941726" y="45312"/>
                  </a:lnTo>
                  <a:lnTo>
                    <a:pt x="6999210" y="46094"/>
                  </a:lnTo>
                  <a:lnTo>
                    <a:pt x="7061109" y="46792"/>
                  </a:lnTo>
                  <a:lnTo>
                    <a:pt x="7128293" y="47415"/>
                  </a:lnTo>
                  <a:lnTo>
                    <a:pt x="7201455" y="47974"/>
                  </a:lnTo>
                  <a:lnTo>
                    <a:pt x="7280974" y="48475"/>
                  </a:lnTo>
                  <a:lnTo>
                    <a:pt x="7366721" y="48923"/>
                  </a:lnTo>
                  <a:lnTo>
                    <a:pt x="7457844" y="49323"/>
                  </a:lnTo>
                  <a:lnTo>
                    <a:pt x="7552556" y="49675"/>
                  </a:lnTo>
                  <a:lnTo>
                    <a:pt x="7648007" y="49979"/>
                  </a:lnTo>
                  <a:lnTo>
                    <a:pt x="7740357" y="50234"/>
                  </a:lnTo>
                  <a:lnTo>
                    <a:pt x="7825142" y="50438"/>
                  </a:lnTo>
                  <a:lnTo>
                    <a:pt x="7897972" y="50593"/>
                  </a:lnTo>
                  <a:lnTo>
                    <a:pt x="7955415" y="50702"/>
                  </a:lnTo>
                  <a:lnTo>
                    <a:pt x="7995836" y="50770"/>
                  </a:lnTo>
                  <a:lnTo>
                    <a:pt x="8019884" y="50807"/>
                  </a:lnTo>
                  <a:lnTo>
                    <a:pt x="8030536" y="50821"/>
                  </a:lnTo>
                  <a:lnTo>
                    <a:pt x="8032805" y="50824"/>
                  </a:lnTo>
                  <a:lnTo>
                    <a:pt x="8032819" y="50824"/>
                  </a:lnTo>
                  <a:lnTo>
                    <a:pt x="8554953" y="50824"/>
                  </a:lnTo>
                  <a:lnTo>
                    <a:pt x="8554953" y="50824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107" name="pl2107"/>
            <p:cNvSpPr/>
            <p:nvPr/>
          </p:nvSpPr>
          <p:spPr>
            <a:xfrm>
              <a:off x="386606" y="3303234"/>
              <a:ext cx="8554953" cy="2857468"/>
            </a:xfrm>
            <a:custGeom>
              <a:avLst/>
              <a:pathLst>
                <a:path w="8554953" h="2857468">
                  <a:moveTo>
                    <a:pt x="8554953" y="50824"/>
                  </a:moveTo>
                  <a:lnTo>
                    <a:pt x="8032819" y="50824"/>
                  </a:lnTo>
                  <a:lnTo>
                    <a:pt x="8031549" y="50822"/>
                  </a:lnTo>
                  <a:lnTo>
                    <a:pt x="8023248" y="50811"/>
                  </a:lnTo>
                  <a:lnTo>
                    <a:pt x="8002497" y="50781"/>
                  </a:lnTo>
                  <a:lnTo>
                    <a:pt x="7965838" y="50720"/>
                  </a:lnTo>
                  <a:lnTo>
                    <a:pt x="7912095" y="50621"/>
                  </a:lnTo>
                  <a:lnTo>
                    <a:pt x="7842426" y="50477"/>
                  </a:lnTo>
                  <a:lnTo>
                    <a:pt x="7759926" y="50283"/>
                  </a:lnTo>
                  <a:lnTo>
                    <a:pt x="7668855" y="50040"/>
                  </a:lnTo>
                  <a:lnTo>
                    <a:pt x="7573729" y="49747"/>
                  </a:lnTo>
                  <a:lnTo>
                    <a:pt x="7478571" y="49405"/>
                  </a:lnTo>
                  <a:lnTo>
                    <a:pt x="7386463" y="49016"/>
                  </a:lnTo>
                  <a:lnTo>
                    <a:pt x="7299424" y="48578"/>
                  </a:lnTo>
                  <a:lnTo>
                    <a:pt x="7218495" y="48089"/>
                  </a:lnTo>
                  <a:lnTo>
                    <a:pt x="7143944" y="47544"/>
                  </a:lnTo>
                  <a:lnTo>
                    <a:pt x="7075489" y="46936"/>
                  </a:lnTo>
                  <a:lnTo>
                    <a:pt x="7012491" y="46255"/>
                  </a:lnTo>
                  <a:lnTo>
                    <a:pt x="6954110" y="45493"/>
                  </a:lnTo>
                  <a:lnTo>
                    <a:pt x="6899414" y="44636"/>
                  </a:lnTo>
                  <a:lnTo>
                    <a:pt x="6847469" y="43676"/>
                  </a:lnTo>
                  <a:lnTo>
                    <a:pt x="6797417" y="42605"/>
                  </a:lnTo>
                  <a:lnTo>
                    <a:pt x="6786527" y="42353"/>
                  </a:lnTo>
                  <a:lnTo>
                    <a:pt x="6732283" y="40999"/>
                  </a:lnTo>
                  <a:lnTo>
                    <a:pt x="6678561" y="39501"/>
                  </a:lnTo>
                  <a:lnTo>
                    <a:pt x="6624774" y="37857"/>
                  </a:lnTo>
                  <a:lnTo>
                    <a:pt x="6570530" y="36072"/>
                  </a:lnTo>
                  <a:lnTo>
                    <a:pt x="6515610" y="34154"/>
                  </a:lnTo>
                  <a:lnTo>
                    <a:pt x="6459942" y="32119"/>
                  </a:lnTo>
                  <a:lnTo>
                    <a:pt x="6403581" y="29990"/>
                  </a:lnTo>
                  <a:lnTo>
                    <a:pt x="6346690" y="27794"/>
                  </a:lnTo>
                  <a:lnTo>
                    <a:pt x="6289505" y="25561"/>
                  </a:lnTo>
                  <a:lnTo>
                    <a:pt x="6232300" y="23327"/>
                  </a:lnTo>
                  <a:lnTo>
                    <a:pt x="6175355" y="21124"/>
                  </a:lnTo>
                  <a:lnTo>
                    <a:pt x="6118912" y="18984"/>
                  </a:lnTo>
                  <a:lnTo>
                    <a:pt x="6063145" y="16935"/>
                  </a:lnTo>
                  <a:lnTo>
                    <a:pt x="6008127" y="15001"/>
                  </a:lnTo>
                  <a:lnTo>
                    <a:pt x="5953802" y="13197"/>
                  </a:lnTo>
                  <a:lnTo>
                    <a:pt x="5899973" y="11534"/>
                  </a:lnTo>
                  <a:lnTo>
                    <a:pt x="5846271" y="10017"/>
                  </a:lnTo>
                  <a:lnTo>
                    <a:pt x="5792139" y="8643"/>
                  </a:lnTo>
                  <a:lnTo>
                    <a:pt x="5784835" y="8470"/>
                  </a:lnTo>
                  <a:lnTo>
                    <a:pt x="5735102" y="7374"/>
                  </a:lnTo>
                  <a:lnTo>
                    <a:pt x="5683645" y="6390"/>
                  </a:lnTo>
                  <a:lnTo>
                    <a:pt x="5629636" y="5512"/>
                  </a:lnTo>
                  <a:lnTo>
                    <a:pt x="5572152" y="4729"/>
                  </a:lnTo>
                  <a:lnTo>
                    <a:pt x="5510253" y="4032"/>
                  </a:lnTo>
                  <a:lnTo>
                    <a:pt x="5443069" y="3408"/>
                  </a:lnTo>
                  <a:lnTo>
                    <a:pt x="5369906" y="2850"/>
                  </a:lnTo>
                  <a:lnTo>
                    <a:pt x="5290388" y="2349"/>
                  </a:lnTo>
                  <a:lnTo>
                    <a:pt x="5204641" y="1900"/>
                  </a:lnTo>
                  <a:lnTo>
                    <a:pt x="5113518" y="1500"/>
                  </a:lnTo>
                  <a:lnTo>
                    <a:pt x="5018806" y="1148"/>
                  </a:lnTo>
                  <a:lnTo>
                    <a:pt x="4923355" y="844"/>
                  </a:lnTo>
                  <a:lnTo>
                    <a:pt x="4831005" y="590"/>
                  </a:lnTo>
                  <a:lnTo>
                    <a:pt x="4746220" y="385"/>
                  </a:lnTo>
                  <a:lnTo>
                    <a:pt x="4673390" y="230"/>
                  </a:lnTo>
                  <a:lnTo>
                    <a:pt x="4615947" y="122"/>
                  </a:lnTo>
                  <a:lnTo>
                    <a:pt x="4575526" y="54"/>
                  </a:lnTo>
                  <a:lnTo>
                    <a:pt x="4551477" y="17"/>
                  </a:lnTo>
                  <a:lnTo>
                    <a:pt x="4540825" y="2"/>
                  </a:lnTo>
                  <a:lnTo>
                    <a:pt x="4538557" y="0"/>
                  </a:lnTo>
                  <a:lnTo>
                    <a:pt x="4538543" y="0"/>
                  </a:lnTo>
                  <a:lnTo>
                    <a:pt x="4016409" y="0"/>
                  </a:lnTo>
                  <a:lnTo>
                    <a:pt x="4015260" y="79"/>
                  </a:lnTo>
                  <a:lnTo>
                    <a:pt x="4007733" y="644"/>
                  </a:lnTo>
                  <a:lnTo>
                    <a:pt x="3988850" y="2206"/>
                  </a:lnTo>
                  <a:lnTo>
                    <a:pt x="3955329" y="5277"/>
                  </a:lnTo>
                  <a:lnTo>
                    <a:pt x="3905853" y="10319"/>
                  </a:lnTo>
                  <a:lnTo>
                    <a:pt x="3841167" y="17686"/>
                  </a:lnTo>
                  <a:lnTo>
                    <a:pt x="3763793" y="27601"/>
                  </a:lnTo>
                  <a:lnTo>
                    <a:pt x="3677425" y="40148"/>
                  </a:lnTo>
                  <a:lnTo>
                    <a:pt x="3586162" y="55313"/>
                  </a:lnTo>
                  <a:lnTo>
                    <a:pt x="3493820" y="73038"/>
                  </a:lnTo>
                  <a:lnTo>
                    <a:pt x="3403479" y="93276"/>
                  </a:lnTo>
                  <a:lnTo>
                    <a:pt x="3317297" y="116038"/>
                  </a:lnTo>
                  <a:lnTo>
                    <a:pt x="3236535" y="141422"/>
                  </a:lnTo>
                  <a:lnTo>
                    <a:pt x="3161700" y="169629"/>
                  </a:lnTo>
                  <a:lnTo>
                    <a:pt x="3092738" y="200964"/>
                  </a:lnTo>
                  <a:lnTo>
                    <a:pt x="3029206" y="235833"/>
                  </a:lnTo>
                  <a:lnTo>
                    <a:pt x="2970425" y="274727"/>
                  </a:lnTo>
                  <a:lnTo>
                    <a:pt x="2915587" y="318199"/>
                  </a:lnTo>
                  <a:lnTo>
                    <a:pt x="2863840" y="366807"/>
                  </a:lnTo>
                  <a:lnTo>
                    <a:pt x="2814360" y="421036"/>
                  </a:lnTo>
                  <a:lnTo>
                    <a:pt x="2770117" y="476244"/>
                  </a:lnTo>
                  <a:lnTo>
                    <a:pt x="2733010" y="527352"/>
                  </a:lnTo>
                  <a:lnTo>
                    <a:pt x="2696250" y="582181"/>
                  </a:lnTo>
                  <a:lnTo>
                    <a:pt x="2659617" y="640806"/>
                  </a:lnTo>
                  <a:lnTo>
                    <a:pt x="2622939" y="703245"/>
                  </a:lnTo>
                  <a:lnTo>
                    <a:pt x="2586086" y="769447"/>
                  </a:lnTo>
                  <a:lnTo>
                    <a:pt x="2548966" y="839289"/>
                  </a:lnTo>
                  <a:lnTo>
                    <a:pt x="2511522" y="912575"/>
                  </a:lnTo>
                  <a:lnTo>
                    <a:pt x="2473728" y="989027"/>
                  </a:lnTo>
                  <a:lnTo>
                    <a:pt x="2435589" y="1068293"/>
                  </a:lnTo>
                  <a:lnTo>
                    <a:pt x="2397133" y="1149950"/>
                  </a:lnTo>
                  <a:lnTo>
                    <a:pt x="2358412" y="1233507"/>
                  </a:lnTo>
                  <a:lnTo>
                    <a:pt x="2319496" y="1318423"/>
                  </a:lnTo>
                  <a:lnTo>
                    <a:pt x="2280465" y="1404118"/>
                  </a:lnTo>
                  <a:lnTo>
                    <a:pt x="2241407" y="1489988"/>
                  </a:lnTo>
                  <a:lnTo>
                    <a:pt x="2202414" y="1575423"/>
                  </a:lnTo>
                  <a:lnTo>
                    <a:pt x="2163572" y="1659829"/>
                  </a:lnTo>
                  <a:lnTo>
                    <a:pt x="2124957" y="1742638"/>
                  </a:lnTo>
                  <a:lnTo>
                    <a:pt x="2086632" y="1823331"/>
                  </a:lnTo>
                  <a:lnTo>
                    <a:pt x="2048638" y="1901444"/>
                  </a:lnTo>
                  <a:lnTo>
                    <a:pt x="2010994" y="1976583"/>
                  </a:lnTo>
                  <a:lnTo>
                    <a:pt x="1973693" y="2048427"/>
                  </a:lnTo>
                  <a:lnTo>
                    <a:pt x="1936696" y="2116736"/>
                  </a:lnTo>
                  <a:lnTo>
                    <a:pt x="1899931" y="2181341"/>
                  </a:lnTo>
                  <a:lnTo>
                    <a:pt x="1863291" y="2242155"/>
                  </a:lnTo>
                  <a:lnTo>
                    <a:pt x="1826627" y="2299154"/>
                  </a:lnTo>
                  <a:lnTo>
                    <a:pt x="1789748" y="2352382"/>
                  </a:lnTo>
                  <a:lnTo>
                    <a:pt x="1768425" y="2381223"/>
                  </a:lnTo>
                  <a:lnTo>
                    <a:pt x="1720381" y="2440878"/>
                  </a:lnTo>
                  <a:lnTo>
                    <a:pt x="1670751" y="2494655"/>
                  </a:lnTo>
                  <a:lnTo>
                    <a:pt x="1618794" y="2542843"/>
                  </a:lnTo>
                  <a:lnTo>
                    <a:pt x="1563678" y="2585936"/>
                  </a:lnTo>
                  <a:lnTo>
                    <a:pt x="1504554" y="2624497"/>
                  </a:lnTo>
                  <a:lnTo>
                    <a:pt x="1440620" y="2659073"/>
                  </a:lnTo>
                  <a:lnTo>
                    <a:pt x="1371211" y="2690150"/>
                  </a:lnTo>
                  <a:lnTo>
                    <a:pt x="1295909" y="2718127"/>
                  </a:lnTo>
                  <a:lnTo>
                    <a:pt x="1214697" y="2743300"/>
                  </a:lnTo>
                  <a:lnTo>
                    <a:pt x="1128134" y="2765863"/>
                  </a:lnTo>
                  <a:lnTo>
                    <a:pt x="1037546" y="2785905"/>
                  </a:lnTo>
                  <a:lnTo>
                    <a:pt x="945166" y="2803432"/>
                  </a:lnTo>
                  <a:lnTo>
                    <a:pt x="854141" y="2818395"/>
                  </a:lnTo>
                  <a:lnTo>
                    <a:pt x="768329" y="2830736"/>
                  </a:lnTo>
                  <a:lnTo>
                    <a:pt x="691823" y="2840447"/>
                  </a:lnTo>
                  <a:lnTo>
                    <a:pt x="628254" y="2847623"/>
                  </a:lnTo>
                  <a:lnTo>
                    <a:pt x="580025" y="2852496"/>
                  </a:lnTo>
                  <a:lnTo>
                    <a:pt x="547720" y="2855431"/>
                  </a:lnTo>
                  <a:lnTo>
                    <a:pt x="529867" y="2856897"/>
                  </a:lnTo>
                  <a:lnTo>
                    <a:pt x="523037" y="2857406"/>
                  </a:lnTo>
                  <a:lnTo>
                    <a:pt x="522133" y="2857468"/>
                  </a:lnTo>
                  <a:lnTo>
                    <a:pt x="0" y="2857468"/>
                  </a:lnTo>
                  <a:lnTo>
                    <a:pt x="0" y="2857468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108" name="pg2108"/>
            <p:cNvSpPr/>
            <p:nvPr/>
          </p:nvSpPr>
          <p:spPr>
            <a:xfrm>
              <a:off x="386606" y="496590"/>
              <a:ext cx="8554953" cy="5686701"/>
            </a:xfrm>
            <a:custGeom>
              <a:avLst/>
              <a:pathLst>
                <a:path w="8554953" h="5686701">
                  <a:moveTo>
                    <a:pt x="0" y="5686701"/>
                  </a:moveTo>
                  <a:lnTo>
                    <a:pt x="522133" y="5686701"/>
                  </a:lnTo>
                  <a:lnTo>
                    <a:pt x="522932" y="5686592"/>
                  </a:lnTo>
                  <a:lnTo>
                    <a:pt x="528213" y="5685819"/>
                  </a:lnTo>
                  <a:lnTo>
                    <a:pt x="541604" y="5683682"/>
                  </a:lnTo>
                  <a:lnTo>
                    <a:pt x="565741" y="5679470"/>
                  </a:lnTo>
                  <a:lnTo>
                    <a:pt x="602107" y="5672510"/>
                  </a:lnTo>
                  <a:lnTo>
                    <a:pt x="650922" y="5662227"/>
                  </a:lnTo>
                  <a:lnTo>
                    <a:pt x="711181" y="5648195"/>
                  </a:lnTo>
                  <a:lnTo>
                    <a:pt x="780880" y="5630160"/>
                  </a:lnTo>
                  <a:lnTo>
                    <a:pt x="857382" y="5608028"/>
                  </a:lnTo>
                  <a:lnTo>
                    <a:pt x="937841" y="5581821"/>
                  </a:lnTo>
                  <a:lnTo>
                    <a:pt x="1019571" y="5551620"/>
                  </a:lnTo>
                  <a:lnTo>
                    <a:pt x="1100313" y="5517500"/>
                  </a:lnTo>
                  <a:lnTo>
                    <a:pt x="1178359" y="5479479"/>
                  </a:lnTo>
                  <a:lnTo>
                    <a:pt x="1252570" y="5437481"/>
                  </a:lnTo>
                  <a:lnTo>
                    <a:pt x="1322323" y="5391310"/>
                  </a:lnTo>
                  <a:lnTo>
                    <a:pt x="1387407" y="5340646"/>
                  </a:lnTo>
                  <a:lnTo>
                    <a:pt x="1447931" y="5285038"/>
                  </a:lnTo>
                  <a:lnTo>
                    <a:pt x="1504220" y="5223916"/>
                  </a:lnTo>
                  <a:lnTo>
                    <a:pt x="1556743" y="5156605"/>
                  </a:lnTo>
                  <a:lnTo>
                    <a:pt x="1606052" y="5082357"/>
                  </a:lnTo>
                  <a:lnTo>
                    <a:pt x="1652733" y="5000391"/>
                  </a:lnTo>
                  <a:lnTo>
                    <a:pt x="1697371" y="4909981"/>
                  </a:lnTo>
                  <a:lnTo>
                    <a:pt x="1740512" y="4810577"/>
                  </a:lnTo>
                  <a:lnTo>
                    <a:pt x="1768425" y="4739858"/>
                  </a:lnTo>
                  <a:lnTo>
                    <a:pt x="1795972" y="4665246"/>
                  </a:lnTo>
                  <a:lnTo>
                    <a:pt x="1823294" y="4586598"/>
                  </a:lnTo>
                  <a:lnTo>
                    <a:pt x="1850489" y="4503835"/>
                  </a:lnTo>
                  <a:lnTo>
                    <a:pt x="1877637" y="4416913"/>
                  </a:lnTo>
                  <a:lnTo>
                    <a:pt x="1904808" y="4325823"/>
                  </a:lnTo>
                  <a:lnTo>
                    <a:pt x="1932058" y="4230596"/>
                  </a:lnTo>
                  <a:lnTo>
                    <a:pt x="1959429" y="4131305"/>
                  </a:lnTo>
                  <a:lnTo>
                    <a:pt x="1986955" y="4028069"/>
                  </a:lnTo>
                  <a:lnTo>
                    <a:pt x="2014659" y="3921051"/>
                  </a:lnTo>
                  <a:lnTo>
                    <a:pt x="2042552" y="3810462"/>
                  </a:lnTo>
                  <a:lnTo>
                    <a:pt x="2070639" y="3696560"/>
                  </a:lnTo>
                  <a:lnTo>
                    <a:pt x="2098914" y="3579647"/>
                  </a:lnTo>
                  <a:lnTo>
                    <a:pt x="2127366" y="3460069"/>
                  </a:lnTo>
                  <a:lnTo>
                    <a:pt x="2155976" y="3338210"/>
                  </a:lnTo>
                  <a:lnTo>
                    <a:pt x="2184718" y="3214490"/>
                  </a:lnTo>
                  <a:lnTo>
                    <a:pt x="2213563" y="3089356"/>
                  </a:lnTo>
                  <a:lnTo>
                    <a:pt x="2242478" y="2963280"/>
                  </a:lnTo>
                  <a:lnTo>
                    <a:pt x="2271427" y="2836748"/>
                  </a:lnTo>
                  <a:lnTo>
                    <a:pt x="2300373" y="2710252"/>
                  </a:lnTo>
                  <a:lnTo>
                    <a:pt x="2329280" y="2584286"/>
                  </a:lnTo>
                  <a:lnTo>
                    <a:pt x="2358112" y="2459334"/>
                  </a:lnTo>
                  <a:lnTo>
                    <a:pt x="2386836" y="2335862"/>
                  </a:lnTo>
                  <a:lnTo>
                    <a:pt x="2415423" y="2214317"/>
                  </a:lnTo>
                  <a:lnTo>
                    <a:pt x="2443850" y="2095112"/>
                  </a:lnTo>
                  <a:lnTo>
                    <a:pt x="2472098" y="1978627"/>
                  </a:lnTo>
                  <a:lnTo>
                    <a:pt x="2500156" y="1865200"/>
                  </a:lnTo>
                  <a:lnTo>
                    <a:pt x="2528021" y="1755128"/>
                  </a:lnTo>
                  <a:lnTo>
                    <a:pt x="2555697" y="1648661"/>
                  </a:lnTo>
                  <a:lnTo>
                    <a:pt x="2583198" y="1546003"/>
                  </a:lnTo>
                  <a:lnTo>
                    <a:pt x="2610549" y="1447311"/>
                  </a:lnTo>
                  <a:lnTo>
                    <a:pt x="2637784" y="1352696"/>
                  </a:lnTo>
                  <a:lnTo>
                    <a:pt x="2664948" y="1262226"/>
                  </a:lnTo>
                  <a:lnTo>
                    <a:pt x="2692098" y="1175925"/>
                  </a:lnTo>
                  <a:lnTo>
                    <a:pt x="2719306" y="1093779"/>
                  </a:lnTo>
                  <a:lnTo>
                    <a:pt x="2746655" y="1015737"/>
                  </a:lnTo>
                  <a:lnTo>
                    <a:pt x="2770117" y="952489"/>
                  </a:lnTo>
                  <a:lnTo>
                    <a:pt x="2812532" y="847013"/>
                  </a:lnTo>
                  <a:lnTo>
                    <a:pt x="2856123" y="750704"/>
                  </a:lnTo>
                  <a:lnTo>
                    <a:pt x="2901391" y="663233"/>
                  </a:lnTo>
                  <a:lnTo>
                    <a:pt x="2948897" y="583971"/>
                  </a:lnTo>
                  <a:lnTo>
                    <a:pt x="2999232" y="512164"/>
                  </a:lnTo>
                  <a:lnTo>
                    <a:pt x="3052974" y="447034"/>
                  </a:lnTo>
                  <a:lnTo>
                    <a:pt x="3110653" y="387854"/>
                  </a:lnTo>
                  <a:lnTo>
                    <a:pt x="3172697" y="333982"/>
                  </a:lnTo>
                  <a:lnTo>
                    <a:pt x="3239367" y="284886"/>
                  </a:lnTo>
                  <a:lnTo>
                    <a:pt x="3310674" y="240161"/>
                  </a:lnTo>
                  <a:lnTo>
                    <a:pt x="3386281" y="199528"/>
                  </a:lnTo>
                  <a:lnTo>
                    <a:pt x="3465397" y="162834"/>
                  </a:lnTo>
                  <a:lnTo>
                    <a:pt x="3546694" y="130038"/>
                  </a:lnTo>
                  <a:lnTo>
                    <a:pt x="3628272" y="101182"/>
                  </a:lnTo>
                  <a:lnTo>
                    <a:pt x="3707704" y="76350"/>
                  </a:lnTo>
                  <a:lnTo>
                    <a:pt x="3782215" y="55610"/>
                  </a:lnTo>
                  <a:lnTo>
                    <a:pt x="3848983" y="38952"/>
                  </a:lnTo>
                  <a:lnTo>
                    <a:pt x="3905541" y="26229"/>
                  </a:lnTo>
                  <a:lnTo>
                    <a:pt x="3950186" y="17130"/>
                  </a:lnTo>
                  <a:lnTo>
                    <a:pt x="3982314" y="11173"/>
                  </a:lnTo>
                  <a:lnTo>
                    <a:pt x="4002577" y="7744"/>
                  </a:lnTo>
                  <a:lnTo>
                    <a:pt x="4012868" y="6149"/>
                  </a:lnTo>
                  <a:lnTo>
                    <a:pt x="4016175" y="5678"/>
                  </a:lnTo>
                  <a:lnTo>
                    <a:pt x="4016409" y="5647"/>
                  </a:lnTo>
                  <a:lnTo>
                    <a:pt x="4538543" y="5647"/>
                  </a:lnTo>
                  <a:lnTo>
                    <a:pt x="4539763" y="5699"/>
                  </a:lnTo>
                  <a:lnTo>
                    <a:pt x="4547749" y="6069"/>
                  </a:lnTo>
                  <a:lnTo>
                    <a:pt x="4567740" y="7095"/>
                  </a:lnTo>
                  <a:lnTo>
                    <a:pt x="4603125" y="9110"/>
                  </a:lnTo>
                  <a:lnTo>
                    <a:pt x="4655142" y="12412"/>
                  </a:lnTo>
                  <a:lnTo>
                    <a:pt x="4722807" y="17227"/>
                  </a:lnTo>
                  <a:lnTo>
                    <a:pt x="4803259" y="23690"/>
                  </a:lnTo>
                  <a:lnTo>
                    <a:pt x="4892468" y="31845"/>
                  </a:lnTo>
                  <a:lnTo>
                    <a:pt x="4986082" y="41678"/>
                  </a:lnTo>
                  <a:lnTo>
                    <a:pt x="5080155" y="53148"/>
                  </a:lnTo>
                  <a:lnTo>
                    <a:pt x="5171598" y="66231"/>
                  </a:lnTo>
                  <a:lnTo>
                    <a:pt x="5258332" y="80944"/>
                  </a:lnTo>
                  <a:lnTo>
                    <a:pt x="5339223" y="97368"/>
                  </a:lnTo>
                  <a:lnTo>
                    <a:pt x="5413906" y="115652"/>
                  </a:lnTo>
                  <a:lnTo>
                    <a:pt x="5482571" y="136016"/>
                  </a:lnTo>
                  <a:lnTo>
                    <a:pt x="5545778" y="158744"/>
                  </a:lnTo>
                  <a:lnTo>
                    <a:pt x="5604306" y="184172"/>
                  </a:lnTo>
                  <a:lnTo>
                    <a:pt x="5659037" y="212670"/>
                  </a:lnTo>
                  <a:lnTo>
                    <a:pt x="5710874" y="244595"/>
                  </a:lnTo>
                  <a:lnTo>
                    <a:pt x="5760668" y="280221"/>
                  </a:lnTo>
                  <a:lnTo>
                    <a:pt x="5784835" y="299300"/>
                  </a:lnTo>
                  <a:lnTo>
                    <a:pt x="5828605" y="336752"/>
                  </a:lnTo>
                  <a:lnTo>
                    <a:pt x="5871951" y="377417"/>
                  </a:lnTo>
                  <a:lnTo>
                    <a:pt x="5915211" y="421356"/>
                  </a:lnTo>
                  <a:lnTo>
                    <a:pt x="5958637" y="468555"/>
                  </a:lnTo>
                  <a:lnTo>
                    <a:pt x="6002403" y="518918"/>
                  </a:lnTo>
                  <a:lnTo>
                    <a:pt x="6046614" y="572257"/>
                  </a:lnTo>
                  <a:lnTo>
                    <a:pt x="6091312" y="628293"/>
                  </a:lnTo>
                  <a:lnTo>
                    <a:pt x="6136484" y="686655"/>
                  </a:lnTo>
                  <a:lnTo>
                    <a:pt x="6182066" y="746889"/>
                  </a:lnTo>
                  <a:lnTo>
                    <a:pt x="6227960" y="808469"/>
                  </a:lnTo>
                  <a:lnTo>
                    <a:pt x="6274036" y="870815"/>
                  </a:lnTo>
                  <a:lnTo>
                    <a:pt x="6320150" y="933318"/>
                  </a:lnTo>
                  <a:lnTo>
                    <a:pt x="6366153" y="995359"/>
                  </a:lnTo>
                  <a:lnTo>
                    <a:pt x="6411907" y="1056342"/>
                  </a:lnTo>
                  <a:lnTo>
                    <a:pt x="6457297" y="1115712"/>
                  </a:lnTo>
                  <a:lnTo>
                    <a:pt x="6502238" y="1172974"/>
                  </a:lnTo>
                  <a:lnTo>
                    <a:pt x="6546694" y="1227716"/>
                  </a:lnTo>
                  <a:lnTo>
                    <a:pt x="6590676" y="1279611"/>
                  </a:lnTo>
                  <a:lnTo>
                    <a:pt x="6634256" y="1328425"/>
                  </a:lnTo>
                  <a:lnTo>
                    <a:pt x="6677574" y="1374016"/>
                  </a:lnTo>
                  <a:lnTo>
                    <a:pt x="6720839" y="1416332"/>
                  </a:lnTo>
                  <a:lnTo>
                    <a:pt x="6764347" y="1455395"/>
                  </a:lnTo>
                  <a:lnTo>
                    <a:pt x="6786527" y="1473911"/>
                  </a:lnTo>
                  <a:lnTo>
                    <a:pt x="6835584" y="1511420"/>
                  </a:lnTo>
                  <a:lnTo>
                    <a:pt x="6886308" y="1545155"/>
                  </a:lnTo>
                  <a:lnTo>
                    <a:pt x="6939493" y="1575311"/>
                  </a:lnTo>
                  <a:lnTo>
                    <a:pt x="6996024" y="1602215"/>
                  </a:lnTo>
                  <a:lnTo>
                    <a:pt x="7056804" y="1626238"/>
                  </a:lnTo>
                  <a:lnTo>
                    <a:pt x="7122675" y="1647735"/>
                  </a:lnTo>
                  <a:lnTo>
                    <a:pt x="7194322" y="1667019"/>
                  </a:lnTo>
                  <a:lnTo>
                    <a:pt x="7272141" y="1684342"/>
                  </a:lnTo>
                  <a:lnTo>
                    <a:pt x="7356066" y="1699890"/>
                  </a:lnTo>
                  <a:lnTo>
                    <a:pt x="7445371" y="1713775"/>
                  </a:lnTo>
                  <a:lnTo>
                    <a:pt x="7538463" y="1726046"/>
                  </a:lnTo>
                  <a:lnTo>
                    <a:pt x="7632751" y="1736696"/>
                  </a:lnTo>
                  <a:lnTo>
                    <a:pt x="7724678" y="1745688"/>
                  </a:lnTo>
                  <a:lnTo>
                    <a:pt x="7810016" y="1752989"/>
                  </a:lnTo>
                  <a:lnTo>
                    <a:pt x="7884474" y="1758611"/>
                  </a:lnTo>
                  <a:lnTo>
                    <a:pt x="7944505" y="1762640"/>
                  </a:lnTo>
                  <a:lnTo>
                    <a:pt x="7988126" y="1765260"/>
                  </a:lnTo>
                  <a:lnTo>
                    <a:pt x="8015457" y="1766736"/>
                  </a:lnTo>
                  <a:lnTo>
                    <a:pt x="8028850" y="1767389"/>
                  </a:lnTo>
                  <a:lnTo>
                    <a:pt x="8032666" y="1767558"/>
                  </a:lnTo>
                  <a:lnTo>
                    <a:pt x="8032819" y="1767564"/>
                  </a:lnTo>
                  <a:lnTo>
                    <a:pt x="8554953" y="1767564"/>
                  </a:lnTo>
                  <a:lnTo>
                    <a:pt x="8554953" y="1761917"/>
                  </a:lnTo>
                  <a:lnTo>
                    <a:pt x="8032819" y="1761917"/>
                  </a:lnTo>
                  <a:lnTo>
                    <a:pt x="8031599" y="1761865"/>
                  </a:lnTo>
                  <a:lnTo>
                    <a:pt x="8023613" y="1761494"/>
                  </a:lnTo>
                  <a:lnTo>
                    <a:pt x="8003622" y="1760469"/>
                  </a:lnTo>
                  <a:lnTo>
                    <a:pt x="7968237" y="1758454"/>
                  </a:lnTo>
                  <a:lnTo>
                    <a:pt x="7916220" y="1755152"/>
                  </a:lnTo>
                  <a:lnTo>
                    <a:pt x="7848555" y="1750337"/>
                  </a:lnTo>
                  <a:lnTo>
                    <a:pt x="7768103" y="1743874"/>
                  </a:lnTo>
                  <a:lnTo>
                    <a:pt x="7678894" y="1735718"/>
                  </a:lnTo>
                  <a:lnTo>
                    <a:pt x="7585280" y="1725886"/>
                  </a:lnTo>
                  <a:lnTo>
                    <a:pt x="7491207" y="1714415"/>
                  </a:lnTo>
                  <a:lnTo>
                    <a:pt x="7399764" y="1701333"/>
                  </a:lnTo>
                  <a:lnTo>
                    <a:pt x="7313030" y="1686620"/>
                  </a:lnTo>
                  <a:lnTo>
                    <a:pt x="7232139" y="1670196"/>
                  </a:lnTo>
                  <a:lnTo>
                    <a:pt x="7157456" y="1651911"/>
                  </a:lnTo>
                  <a:lnTo>
                    <a:pt x="7088791" y="1631548"/>
                  </a:lnTo>
                  <a:lnTo>
                    <a:pt x="7025584" y="1608820"/>
                  </a:lnTo>
                  <a:lnTo>
                    <a:pt x="6967056" y="1583391"/>
                  </a:lnTo>
                  <a:lnTo>
                    <a:pt x="6912325" y="1554893"/>
                  </a:lnTo>
                  <a:lnTo>
                    <a:pt x="6860488" y="1522969"/>
                  </a:lnTo>
                  <a:lnTo>
                    <a:pt x="6810694" y="1487343"/>
                  </a:lnTo>
                  <a:lnTo>
                    <a:pt x="6786527" y="1468264"/>
                  </a:lnTo>
                  <a:lnTo>
                    <a:pt x="6742756" y="1430811"/>
                  </a:lnTo>
                  <a:lnTo>
                    <a:pt x="6699411" y="1390146"/>
                  </a:lnTo>
                  <a:lnTo>
                    <a:pt x="6656151" y="1346207"/>
                  </a:lnTo>
                  <a:lnTo>
                    <a:pt x="6612725" y="1299008"/>
                  </a:lnTo>
                  <a:lnTo>
                    <a:pt x="6568959" y="1248646"/>
                  </a:lnTo>
                  <a:lnTo>
                    <a:pt x="6524748" y="1195307"/>
                  </a:lnTo>
                  <a:lnTo>
                    <a:pt x="6480050" y="1139271"/>
                  </a:lnTo>
                  <a:lnTo>
                    <a:pt x="6434878" y="1080908"/>
                  </a:lnTo>
                  <a:lnTo>
                    <a:pt x="6389296" y="1020674"/>
                  </a:lnTo>
                  <a:lnTo>
                    <a:pt x="6343402" y="959094"/>
                  </a:lnTo>
                  <a:lnTo>
                    <a:pt x="6297326" y="896748"/>
                  </a:lnTo>
                  <a:lnTo>
                    <a:pt x="6251212" y="834246"/>
                  </a:lnTo>
                  <a:lnTo>
                    <a:pt x="6205209" y="772204"/>
                  </a:lnTo>
                  <a:lnTo>
                    <a:pt x="6159455" y="711221"/>
                  </a:lnTo>
                  <a:lnTo>
                    <a:pt x="6114065" y="651852"/>
                  </a:lnTo>
                  <a:lnTo>
                    <a:pt x="6069123" y="594589"/>
                  </a:lnTo>
                  <a:lnTo>
                    <a:pt x="6024668" y="539847"/>
                  </a:lnTo>
                  <a:lnTo>
                    <a:pt x="5980686" y="487953"/>
                  </a:lnTo>
                  <a:lnTo>
                    <a:pt x="5937106" y="439139"/>
                  </a:lnTo>
                  <a:lnTo>
                    <a:pt x="5893788" y="393547"/>
                  </a:lnTo>
                  <a:lnTo>
                    <a:pt x="5850523" y="351232"/>
                  </a:lnTo>
                  <a:lnTo>
                    <a:pt x="5807015" y="312169"/>
                  </a:lnTo>
                  <a:lnTo>
                    <a:pt x="5784835" y="293652"/>
                  </a:lnTo>
                  <a:lnTo>
                    <a:pt x="5735778" y="256143"/>
                  </a:lnTo>
                  <a:lnTo>
                    <a:pt x="5685054" y="222409"/>
                  </a:lnTo>
                  <a:lnTo>
                    <a:pt x="5631869" y="192253"/>
                  </a:lnTo>
                  <a:lnTo>
                    <a:pt x="5575338" y="165348"/>
                  </a:lnTo>
                  <a:lnTo>
                    <a:pt x="5514558" y="141326"/>
                  </a:lnTo>
                  <a:lnTo>
                    <a:pt x="5448687" y="119829"/>
                  </a:lnTo>
                  <a:lnTo>
                    <a:pt x="5377039" y="100545"/>
                  </a:lnTo>
                  <a:lnTo>
                    <a:pt x="5299221" y="83221"/>
                  </a:lnTo>
                  <a:lnTo>
                    <a:pt x="5215296" y="67674"/>
                  </a:lnTo>
                  <a:lnTo>
                    <a:pt x="5125991" y="53788"/>
                  </a:lnTo>
                  <a:lnTo>
                    <a:pt x="5032899" y="41517"/>
                  </a:lnTo>
                  <a:lnTo>
                    <a:pt x="4938611" y="30868"/>
                  </a:lnTo>
                  <a:lnTo>
                    <a:pt x="4846684" y="21876"/>
                  </a:lnTo>
                  <a:lnTo>
                    <a:pt x="4761346" y="14575"/>
                  </a:lnTo>
                  <a:lnTo>
                    <a:pt x="4686888" y="8953"/>
                  </a:lnTo>
                  <a:lnTo>
                    <a:pt x="4626857" y="4923"/>
                  </a:lnTo>
                  <a:lnTo>
                    <a:pt x="4583236" y="2304"/>
                  </a:lnTo>
                  <a:lnTo>
                    <a:pt x="4555905" y="828"/>
                  </a:lnTo>
                  <a:lnTo>
                    <a:pt x="4542512" y="175"/>
                  </a:lnTo>
                  <a:lnTo>
                    <a:pt x="4538696" y="6"/>
                  </a:lnTo>
                  <a:lnTo>
                    <a:pt x="4538543" y="0"/>
                  </a:lnTo>
                  <a:lnTo>
                    <a:pt x="4016409" y="0"/>
                  </a:lnTo>
                  <a:lnTo>
                    <a:pt x="4015610" y="108"/>
                  </a:lnTo>
                  <a:lnTo>
                    <a:pt x="4010329" y="882"/>
                  </a:lnTo>
                  <a:lnTo>
                    <a:pt x="3996939" y="3019"/>
                  </a:lnTo>
                  <a:lnTo>
                    <a:pt x="3972802" y="7231"/>
                  </a:lnTo>
                  <a:lnTo>
                    <a:pt x="3936436" y="14191"/>
                  </a:lnTo>
                  <a:lnTo>
                    <a:pt x="3887621" y="24473"/>
                  </a:lnTo>
                  <a:lnTo>
                    <a:pt x="3827361" y="38505"/>
                  </a:lnTo>
                  <a:lnTo>
                    <a:pt x="3757663" y="56540"/>
                  </a:lnTo>
                  <a:lnTo>
                    <a:pt x="3681160" y="78672"/>
                  </a:lnTo>
                  <a:lnTo>
                    <a:pt x="3600702" y="104879"/>
                  </a:lnTo>
                  <a:lnTo>
                    <a:pt x="3518971" y="135081"/>
                  </a:lnTo>
                  <a:lnTo>
                    <a:pt x="3438229" y="169201"/>
                  </a:lnTo>
                  <a:lnTo>
                    <a:pt x="3360183" y="207221"/>
                  </a:lnTo>
                  <a:lnTo>
                    <a:pt x="3285972" y="249220"/>
                  </a:lnTo>
                  <a:lnTo>
                    <a:pt x="3216220" y="295390"/>
                  </a:lnTo>
                  <a:lnTo>
                    <a:pt x="3151135" y="346054"/>
                  </a:lnTo>
                  <a:lnTo>
                    <a:pt x="3090611" y="401662"/>
                  </a:lnTo>
                  <a:lnTo>
                    <a:pt x="3034323" y="462785"/>
                  </a:lnTo>
                  <a:lnTo>
                    <a:pt x="2981799" y="530095"/>
                  </a:lnTo>
                  <a:lnTo>
                    <a:pt x="2932491" y="604344"/>
                  </a:lnTo>
                  <a:lnTo>
                    <a:pt x="2885809" y="686309"/>
                  </a:lnTo>
                  <a:lnTo>
                    <a:pt x="2841171" y="776720"/>
                  </a:lnTo>
                  <a:lnTo>
                    <a:pt x="2798030" y="876124"/>
                  </a:lnTo>
                  <a:lnTo>
                    <a:pt x="2770117" y="946842"/>
                  </a:lnTo>
                  <a:lnTo>
                    <a:pt x="2742570" y="1021454"/>
                  </a:lnTo>
                  <a:lnTo>
                    <a:pt x="2715248" y="1100102"/>
                  </a:lnTo>
                  <a:lnTo>
                    <a:pt x="2688054" y="1182865"/>
                  </a:lnTo>
                  <a:lnTo>
                    <a:pt x="2660905" y="1269787"/>
                  </a:lnTo>
                  <a:lnTo>
                    <a:pt x="2633734" y="1360877"/>
                  </a:lnTo>
                  <a:lnTo>
                    <a:pt x="2606484" y="1456104"/>
                  </a:lnTo>
                  <a:lnTo>
                    <a:pt x="2579113" y="1555395"/>
                  </a:lnTo>
                  <a:lnTo>
                    <a:pt x="2551587" y="1658631"/>
                  </a:lnTo>
                  <a:lnTo>
                    <a:pt x="2523883" y="1765649"/>
                  </a:lnTo>
                  <a:lnTo>
                    <a:pt x="2495990" y="1876238"/>
                  </a:lnTo>
                  <a:lnTo>
                    <a:pt x="2467904" y="1990140"/>
                  </a:lnTo>
                  <a:lnTo>
                    <a:pt x="2439628" y="2107053"/>
                  </a:lnTo>
                  <a:lnTo>
                    <a:pt x="2411176" y="2226631"/>
                  </a:lnTo>
                  <a:lnTo>
                    <a:pt x="2382566" y="2348490"/>
                  </a:lnTo>
                  <a:lnTo>
                    <a:pt x="2353824" y="2472211"/>
                  </a:lnTo>
                  <a:lnTo>
                    <a:pt x="2324979" y="2597344"/>
                  </a:lnTo>
                  <a:lnTo>
                    <a:pt x="2296064" y="2723420"/>
                  </a:lnTo>
                  <a:lnTo>
                    <a:pt x="2267115" y="2849953"/>
                  </a:lnTo>
                  <a:lnTo>
                    <a:pt x="2238169" y="2976448"/>
                  </a:lnTo>
                  <a:lnTo>
                    <a:pt x="2209262" y="3102414"/>
                  </a:lnTo>
                  <a:lnTo>
                    <a:pt x="2180431" y="3227367"/>
                  </a:lnTo>
                  <a:lnTo>
                    <a:pt x="2151706" y="3350838"/>
                  </a:lnTo>
                  <a:lnTo>
                    <a:pt x="2123119" y="3472383"/>
                  </a:lnTo>
                  <a:lnTo>
                    <a:pt x="2094692" y="3591588"/>
                  </a:lnTo>
                  <a:lnTo>
                    <a:pt x="2066444" y="3708073"/>
                  </a:lnTo>
                  <a:lnTo>
                    <a:pt x="2038386" y="3821500"/>
                  </a:lnTo>
                  <a:lnTo>
                    <a:pt x="2010521" y="3931572"/>
                  </a:lnTo>
                  <a:lnTo>
                    <a:pt x="1982846" y="4038039"/>
                  </a:lnTo>
                  <a:lnTo>
                    <a:pt x="1955344" y="4140697"/>
                  </a:lnTo>
                  <a:lnTo>
                    <a:pt x="1927993" y="4239389"/>
                  </a:lnTo>
                  <a:lnTo>
                    <a:pt x="1900759" y="4334004"/>
                  </a:lnTo>
                  <a:lnTo>
                    <a:pt x="1873595" y="4424474"/>
                  </a:lnTo>
                  <a:lnTo>
                    <a:pt x="1846444" y="4510776"/>
                  </a:lnTo>
                  <a:lnTo>
                    <a:pt x="1819236" y="4592922"/>
                  </a:lnTo>
                  <a:lnTo>
                    <a:pt x="1791887" y="4670963"/>
                  </a:lnTo>
                  <a:lnTo>
                    <a:pt x="1768425" y="4734211"/>
                  </a:lnTo>
                  <a:lnTo>
                    <a:pt x="1726011" y="4839688"/>
                  </a:lnTo>
                  <a:lnTo>
                    <a:pt x="1682419" y="4935997"/>
                  </a:lnTo>
                  <a:lnTo>
                    <a:pt x="1637151" y="5023468"/>
                  </a:lnTo>
                  <a:lnTo>
                    <a:pt x="1589645" y="5102729"/>
                  </a:lnTo>
                  <a:lnTo>
                    <a:pt x="1539310" y="5174536"/>
                  </a:lnTo>
                  <a:lnTo>
                    <a:pt x="1485568" y="5239666"/>
                  </a:lnTo>
                  <a:lnTo>
                    <a:pt x="1427889" y="5298846"/>
                  </a:lnTo>
                  <a:lnTo>
                    <a:pt x="1365846" y="5352719"/>
                  </a:lnTo>
                  <a:lnTo>
                    <a:pt x="1299175" y="5401814"/>
                  </a:lnTo>
                  <a:lnTo>
                    <a:pt x="1227868" y="5446539"/>
                  </a:lnTo>
                  <a:lnTo>
                    <a:pt x="1152262" y="5487172"/>
                  </a:lnTo>
                  <a:lnTo>
                    <a:pt x="1073146" y="5523866"/>
                  </a:lnTo>
                  <a:lnTo>
                    <a:pt x="991848" y="5556662"/>
                  </a:lnTo>
                  <a:lnTo>
                    <a:pt x="910270" y="5585518"/>
                  </a:lnTo>
                  <a:lnTo>
                    <a:pt x="830838" y="5610350"/>
                  </a:lnTo>
                  <a:lnTo>
                    <a:pt x="756327" y="5631090"/>
                  </a:lnTo>
                  <a:lnTo>
                    <a:pt x="689559" y="5647749"/>
                  </a:lnTo>
                  <a:lnTo>
                    <a:pt x="633001" y="5660471"/>
                  </a:lnTo>
                  <a:lnTo>
                    <a:pt x="588356" y="5669571"/>
                  </a:lnTo>
                  <a:lnTo>
                    <a:pt x="556228" y="5675527"/>
                  </a:lnTo>
                  <a:lnTo>
                    <a:pt x="535965" y="5678957"/>
                  </a:lnTo>
                  <a:lnTo>
                    <a:pt x="525674" y="5680551"/>
                  </a:lnTo>
                  <a:lnTo>
                    <a:pt x="522367" y="5681022"/>
                  </a:lnTo>
                  <a:lnTo>
                    <a:pt x="522133" y="5681054"/>
                  </a:lnTo>
                  <a:lnTo>
                    <a:pt x="0" y="5681054"/>
                  </a:lnTo>
                  <a:close/>
                </a:path>
              </a:pathLst>
            </a:custGeom>
            <a:solidFill>
              <a:srgbClr val="B8C4FE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2109" name="pl2109"/>
            <p:cNvSpPr/>
            <p:nvPr/>
          </p:nvSpPr>
          <p:spPr>
            <a:xfrm>
              <a:off x="386606" y="502237"/>
              <a:ext cx="8554953" cy="5681054"/>
            </a:xfrm>
            <a:custGeom>
              <a:avLst/>
              <a:pathLst>
                <a:path w="8554953" h="5681054">
                  <a:moveTo>
                    <a:pt x="0" y="5681054"/>
                  </a:moveTo>
                  <a:lnTo>
                    <a:pt x="522133" y="5681054"/>
                  </a:lnTo>
                  <a:lnTo>
                    <a:pt x="522932" y="5680945"/>
                  </a:lnTo>
                  <a:lnTo>
                    <a:pt x="528213" y="5680171"/>
                  </a:lnTo>
                  <a:lnTo>
                    <a:pt x="541604" y="5678034"/>
                  </a:lnTo>
                  <a:lnTo>
                    <a:pt x="565741" y="5673822"/>
                  </a:lnTo>
                  <a:lnTo>
                    <a:pt x="602107" y="5666863"/>
                  </a:lnTo>
                  <a:lnTo>
                    <a:pt x="650922" y="5656580"/>
                  </a:lnTo>
                  <a:lnTo>
                    <a:pt x="711181" y="5642548"/>
                  </a:lnTo>
                  <a:lnTo>
                    <a:pt x="780880" y="5624513"/>
                  </a:lnTo>
                  <a:lnTo>
                    <a:pt x="857382" y="5602381"/>
                  </a:lnTo>
                  <a:lnTo>
                    <a:pt x="937841" y="5576174"/>
                  </a:lnTo>
                  <a:lnTo>
                    <a:pt x="1019571" y="5545972"/>
                  </a:lnTo>
                  <a:lnTo>
                    <a:pt x="1100313" y="5511852"/>
                  </a:lnTo>
                  <a:lnTo>
                    <a:pt x="1178359" y="5473832"/>
                  </a:lnTo>
                  <a:lnTo>
                    <a:pt x="1252570" y="5431833"/>
                  </a:lnTo>
                  <a:lnTo>
                    <a:pt x="1322323" y="5385663"/>
                  </a:lnTo>
                  <a:lnTo>
                    <a:pt x="1387407" y="5334999"/>
                  </a:lnTo>
                  <a:lnTo>
                    <a:pt x="1447931" y="5279391"/>
                  </a:lnTo>
                  <a:lnTo>
                    <a:pt x="1504220" y="5218269"/>
                  </a:lnTo>
                  <a:lnTo>
                    <a:pt x="1556743" y="5150958"/>
                  </a:lnTo>
                  <a:lnTo>
                    <a:pt x="1606052" y="5076709"/>
                  </a:lnTo>
                  <a:lnTo>
                    <a:pt x="1652733" y="4994744"/>
                  </a:lnTo>
                  <a:lnTo>
                    <a:pt x="1697371" y="4904333"/>
                  </a:lnTo>
                  <a:lnTo>
                    <a:pt x="1740512" y="4804930"/>
                  </a:lnTo>
                  <a:lnTo>
                    <a:pt x="1768425" y="4734211"/>
                  </a:lnTo>
                  <a:lnTo>
                    <a:pt x="1795972" y="4659599"/>
                  </a:lnTo>
                  <a:lnTo>
                    <a:pt x="1823294" y="4580951"/>
                  </a:lnTo>
                  <a:lnTo>
                    <a:pt x="1850489" y="4498188"/>
                  </a:lnTo>
                  <a:lnTo>
                    <a:pt x="1877637" y="4411266"/>
                  </a:lnTo>
                  <a:lnTo>
                    <a:pt x="1904808" y="4320176"/>
                  </a:lnTo>
                  <a:lnTo>
                    <a:pt x="1932058" y="4224949"/>
                  </a:lnTo>
                  <a:lnTo>
                    <a:pt x="1959429" y="4125658"/>
                  </a:lnTo>
                  <a:lnTo>
                    <a:pt x="1986955" y="4022422"/>
                  </a:lnTo>
                  <a:lnTo>
                    <a:pt x="2014659" y="3915404"/>
                  </a:lnTo>
                  <a:lnTo>
                    <a:pt x="2042552" y="3804815"/>
                  </a:lnTo>
                  <a:lnTo>
                    <a:pt x="2070639" y="3690913"/>
                  </a:lnTo>
                  <a:lnTo>
                    <a:pt x="2098914" y="3574000"/>
                  </a:lnTo>
                  <a:lnTo>
                    <a:pt x="2127366" y="3454422"/>
                  </a:lnTo>
                  <a:lnTo>
                    <a:pt x="2155976" y="3332563"/>
                  </a:lnTo>
                  <a:lnTo>
                    <a:pt x="2184718" y="3208842"/>
                  </a:lnTo>
                  <a:lnTo>
                    <a:pt x="2213563" y="3083709"/>
                  </a:lnTo>
                  <a:lnTo>
                    <a:pt x="2242478" y="2957633"/>
                  </a:lnTo>
                  <a:lnTo>
                    <a:pt x="2271427" y="2831101"/>
                  </a:lnTo>
                  <a:lnTo>
                    <a:pt x="2300373" y="2704605"/>
                  </a:lnTo>
                  <a:lnTo>
                    <a:pt x="2329280" y="2578639"/>
                  </a:lnTo>
                  <a:lnTo>
                    <a:pt x="2358112" y="2453686"/>
                  </a:lnTo>
                  <a:lnTo>
                    <a:pt x="2386836" y="2330215"/>
                  </a:lnTo>
                  <a:lnTo>
                    <a:pt x="2415423" y="2208670"/>
                  </a:lnTo>
                  <a:lnTo>
                    <a:pt x="2443850" y="2089465"/>
                  </a:lnTo>
                  <a:lnTo>
                    <a:pt x="2472098" y="1972980"/>
                  </a:lnTo>
                  <a:lnTo>
                    <a:pt x="2500156" y="1859553"/>
                  </a:lnTo>
                  <a:lnTo>
                    <a:pt x="2528021" y="1749481"/>
                  </a:lnTo>
                  <a:lnTo>
                    <a:pt x="2555697" y="1643014"/>
                  </a:lnTo>
                  <a:lnTo>
                    <a:pt x="2583198" y="1540356"/>
                  </a:lnTo>
                  <a:lnTo>
                    <a:pt x="2610549" y="1441664"/>
                  </a:lnTo>
                  <a:lnTo>
                    <a:pt x="2637784" y="1347049"/>
                  </a:lnTo>
                  <a:lnTo>
                    <a:pt x="2664948" y="1256579"/>
                  </a:lnTo>
                  <a:lnTo>
                    <a:pt x="2692098" y="1170278"/>
                  </a:lnTo>
                  <a:lnTo>
                    <a:pt x="2719306" y="1088132"/>
                  </a:lnTo>
                  <a:lnTo>
                    <a:pt x="2746655" y="1010090"/>
                  </a:lnTo>
                  <a:lnTo>
                    <a:pt x="2770117" y="946842"/>
                  </a:lnTo>
                  <a:lnTo>
                    <a:pt x="2812532" y="841365"/>
                  </a:lnTo>
                  <a:lnTo>
                    <a:pt x="2856123" y="745057"/>
                  </a:lnTo>
                  <a:lnTo>
                    <a:pt x="2901391" y="657585"/>
                  </a:lnTo>
                  <a:lnTo>
                    <a:pt x="2948897" y="578324"/>
                  </a:lnTo>
                  <a:lnTo>
                    <a:pt x="2999232" y="506517"/>
                  </a:lnTo>
                  <a:lnTo>
                    <a:pt x="3052974" y="441387"/>
                  </a:lnTo>
                  <a:lnTo>
                    <a:pt x="3110653" y="382207"/>
                  </a:lnTo>
                  <a:lnTo>
                    <a:pt x="3172697" y="328334"/>
                  </a:lnTo>
                  <a:lnTo>
                    <a:pt x="3239367" y="279239"/>
                  </a:lnTo>
                  <a:lnTo>
                    <a:pt x="3310674" y="234514"/>
                  </a:lnTo>
                  <a:lnTo>
                    <a:pt x="3386281" y="193881"/>
                  </a:lnTo>
                  <a:lnTo>
                    <a:pt x="3465397" y="157187"/>
                  </a:lnTo>
                  <a:lnTo>
                    <a:pt x="3546694" y="124391"/>
                  </a:lnTo>
                  <a:lnTo>
                    <a:pt x="3628272" y="95535"/>
                  </a:lnTo>
                  <a:lnTo>
                    <a:pt x="3707704" y="70703"/>
                  </a:lnTo>
                  <a:lnTo>
                    <a:pt x="3782215" y="49963"/>
                  </a:lnTo>
                  <a:lnTo>
                    <a:pt x="3848983" y="33304"/>
                  </a:lnTo>
                  <a:lnTo>
                    <a:pt x="3905541" y="20582"/>
                  </a:lnTo>
                  <a:lnTo>
                    <a:pt x="3950186" y="11483"/>
                  </a:lnTo>
                  <a:lnTo>
                    <a:pt x="3982314" y="5526"/>
                  </a:lnTo>
                  <a:lnTo>
                    <a:pt x="4002577" y="2096"/>
                  </a:lnTo>
                  <a:lnTo>
                    <a:pt x="4012868" y="502"/>
                  </a:lnTo>
                  <a:lnTo>
                    <a:pt x="4016175" y="31"/>
                  </a:lnTo>
                  <a:lnTo>
                    <a:pt x="4016409" y="0"/>
                  </a:lnTo>
                  <a:lnTo>
                    <a:pt x="4538543" y="0"/>
                  </a:lnTo>
                  <a:lnTo>
                    <a:pt x="4539763" y="51"/>
                  </a:lnTo>
                  <a:lnTo>
                    <a:pt x="4547749" y="422"/>
                  </a:lnTo>
                  <a:lnTo>
                    <a:pt x="4567740" y="1448"/>
                  </a:lnTo>
                  <a:lnTo>
                    <a:pt x="4603125" y="3462"/>
                  </a:lnTo>
                  <a:lnTo>
                    <a:pt x="4655142" y="6764"/>
                  </a:lnTo>
                  <a:lnTo>
                    <a:pt x="4722807" y="11580"/>
                  </a:lnTo>
                  <a:lnTo>
                    <a:pt x="4803259" y="18043"/>
                  </a:lnTo>
                  <a:lnTo>
                    <a:pt x="4892468" y="26198"/>
                  </a:lnTo>
                  <a:lnTo>
                    <a:pt x="4986082" y="36031"/>
                  </a:lnTo>
                  <a:lnTo>
                    <a:pt x="5080155" y="47501"/>
                  </a:lnTo>
                  <a:lnTo>
                    <a:pt x="5171598" y="60583"/>
                  </a:lnTo>
                  <a:lnTo>
                    <a:pt x="5258332" y="75297"/>
                  </a:lnTo>
                  <a:lnTo>
                    <a:pt x="5339223" y="91721"/>
                  </a:lnTo>
                  <a:lnTo>
                    <a:pt x="5413906" y="110005"/>
                  </a:lnTo>
                  <a:lnTo>
                    <a:pt x="5482571" y="130369"/>
                  </a:lnTo>
                  <a:lnTo>
                    <a:pt x="5545778" y="153096"/>
                  </a:lnTo>
                  <a:lnTo>
                    <a:pt x="5604306" y="178525"/>
                  </a:lnTo>
                  <a:lnTo>
                    <a:pt x="5659037" y="207023"/>
                  </a:lnTo>
                  <a:lnTo>
                    <a:pt x="5710874" y="238947"/>
                  </a:lnTo>
                  <a:lnTo>
                    <a:pt x="5760668" y="274573"/>
                  </a:lnTo>
                  <a:lnTo>
                    <a:pt x="5784835" y="293652"/>
                  </a:lnTo>
                  <a:lnTo>
                    <a:pt x="5828605" y="331105"/>
                  </a:lnTo>
                  <a:lnTo>
                    <a:pt x="5871951" y="371770"/>
                  </a:lnTo>
                  <a:lnTo>
                    <a:pt x="5915211" y="415709"/>
                  </a:lnTo>
                  <a:lnTo>
                    <a:pt x="5958637" y="462908"/>
                  </a:lnTo>
                  <a:lnTo>
                    <a:pt x="6002403" y="513270"/>
                  </a:lnTo>
                  <a:lnTo>
                    <a:pt x="6046614" y="566609"/>
                  </a:lnTo>
                  <a:lnTo>
                    <a:pt x="6091312" y="622646"/>
                  </a:lnTo>
                  <a:lnTo>
                    <a:pt x="6136484" y="681008"/>
                  </a:lnTo>
                  <a:lnTo>
                    <a:pt x="6182066" y="741242"/>
                  </a:lnTo>
                  <a:lnTo>
                    <a:pt x="6227960" y="802822"/>
                  </a:lnTo>
                  <a:lnTo>
                    <a:pt x="6274036" y="865168"/>
                  </a:lnTo>
                  <a:lnTo>
                    <a:pt x="6320150" y="927670"/>
                  </a:lnTo>
                  <a:lnTo>
                    <a:pt x="6366153" y="989712"/>
                  </a:lnTo>
                  <a:lnTo>
                    <a:pt x="6411907" y="1050695"/>
                  </a:lnTo>
                  <a:lnTo>
                    <a:pt x="6457297" y="1110065"/>
                  </a:lnTo>
                  <a:lnTo>
                    <a:pt x="6502238" y="1167327"/>
                  </a:lnTo>
                  <a:lnTo>
                    <a:pt x="6546694" y="1222069"/>
                  </a:lnTo>
                  <a:lnTo>
                    <a:pt x="6590676" y="1273963"/>
                  </a:lnTo>
                  <a:lnTo>
                    <a:pt x="6634256" y="1322777"/>
                  </a:lnTo>
                  <a:lnTo>
                    <a:pt x="6677574" y="1368369"/>
                  </a:lnTo>
                  <a:lnTo>
                    <a:pt x="6720839" y="1410684"/>
                  </a:lnTo>
                  <a:lnTo>
                    <a:pt x="6764347" y="1449747"/>
                  </a:lnTo>
                  <a:lnTo>
                    <a:pt x="6786527" y="1468264"/>
                  </a:lnTo>
                  <a:lnTo>
                    <a:pt x="6835584" y="1505773"/>
                  </a:lnTo>
                  <a:lnTo>
                    <a:pt x="6886308" y="1539508"/>
                  </a:lnTo>
                  <a:lnTo>
                    <a:pt x="6939493" y="1569663"/>
                  </a:lnTo>
                  <a:lnTo>
                    <a:pt x="6996024" y="1596568"/>
                  </a:lnTo>
                  <a:lnTo>
                    <a:pt x="7056804" y="1620591"/>
                  </a:lnTo>
                  <a:lnTo>
                    <a:pt x="7122675" y="1642088"/>
                  </a:lnTo>
                  <a:lnTo>
                    <a:pt x="7194322" y="1661371"/>
                  </a:lnTo>
                  <a:lnTo>
                    <a:pt x="7272141" y="1678695"/>
                  </a:lnTo>
                  <a:lnTo>
                    <a:pt x="7356066" y="1694243"/>
                  </a:lnTo>
                  <a:lnTo>
                    <a:pt x="7445371" y="1708128"/>
                  </a:lnTo>
                  <a:lnTo>
                    <a:pt x="7538463" y="1720399"/>
                  </a:lnTo>
                  <a:lnTo>
                    <a:pt x="7632751" y="1731049"/>
                  </a:lnTo>
                  <a:lnTo>
                    <a:pt x="7724678" y="1740040"/>
                  </a:lnTo>
                  <a:lnTo>
                    <a:pt x="7810016" y="1747342"/>
                  </a:lnTo>
                  <a:lnTo>
                    <a:pt x="7884474" y="1752963"/>
                  </a:lnTo>
                  <a:lnTo>
                    <a:pt x="7944505" y="1756993"/>
                  </a:lnTo>
                  <a:lnTo>
                    <a:pt x="7988126" y="1759613"/>
                  </a:lnTo>
                  <a:lnTo>
                    <a:pt x="8015457" y="1761088"/>
                  </a:lnTo>
                  <a:lnTo>
                    <a:pt x="8028850" y="1761741"/>
                  </a:lnTo>
                  <a:lnTo>
                    <a:pt x="8032666" y="1761911"/>
                  </a:lnTo>
                  <a:lnTo>
                    <a:pt x="8032819" y="1761917"/>
                  </a:lnTo>
                  <a:lnTo>
                    <a:pt x="8554953" y="1761917"/>
                  </a:lnTo>
                  <a:lnTo>
                    <a:pt x="8554953" y="1761917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110" name="pl2110"/>
            <p:cNvSpPr/>
            <p:nvPr/>
          </p:nvSpPr>
          <p:spPr>
            <a:xfrm>
              <a:off x="386606" y="496590"/>
              <a:ext cx="8554953" cy="5681054"/>
            </a:xfrm>
            <a:custGeom>
              <a:avLst/>
              <a:pathLst>
                <a:path w="8554953" h="5681054">
                  <a:moveTo>
                    <a:pt x="8554953" y="1761917"/>
                  </a:moveTo>
                  <a:lnTo>
                    <a:pt x="8032819" y="1761917"/>
                  </a:lnTo>
                  <a:lnTo>
                    <a:pt x="8031599" y="1761865"/>
                  </a:lnTo>
                  <a:lnTo>
                    <a:pt x="8023613" y="1761494"/>
                  </a:lnTo>
                  <a:lnTo>
                    <a:pt x="8003622" y="1760469"/>
                  </a:lnTo>
                  <a:lnTo>
                    <a:pt x="7968237" y="1758454"/>
                  </a:lnTo>
                  <a:lnTo>
                    <a:pt x="7916220" y="1755152"/>
                  </a:lnTo>
                  <a:lnTo>
                    <a:pt x="7848555" y="1750337"/>
                  </a:lnTo>
                  <a:lnTo>
                    <a:pt x="7768103" y="1743874"/>
                  </a:lnTo>
                  <a:lnTo>
                    <a:pt x="7678894" y="1735718"/>
                  </a:lnTo>
                  <a:lnTo>
                    <a:pt x="7585280" y="1725886"/>
                  </a:lnTo>
                  <a:lnTo>
                    <a:pt x="7491207" y="1714415"/>
                  </a:lnTo>
                  <a:lnTo>
                    <a:pt x="7399764" y="1701333"/>
                  </a:lnTo>
                  <a:lnTo>
                    <a:pt x="7313030" y="1686620"/>
                  </a:lnTo>
                  <a:lnTo>
                    <a:pt x="7232139" y="1670196"/>
                  </a:lnTo>
                  <a:lnTo>
                    <a:pt x="7157456" y="1651911"/>
                  </a:lnTo>
                  <a:lnTo>
                    <a:pt x="7088791" y="1631548"/>
                  </a:lnTo>
                  <a:lnTo>
                    <a:pt x="7025584" y="1608820"/>
                  </a:lnTo>
                  <a:lnTo>
                    <a:pt x="6967056" y="1583391"/>
                  </a:lnTo>
                  <a:lnTo>
                    <a:pt x="6912325" y="1554893"/>
                  </a:lnTo>
                  <a:lnTo>
                    <a:pt x="6860488" y="1522969"/>
                  </a:lnTo>
                  <a:lnTo>
                    <a:pt x="6810694" y="1487343"/>
                  </a:lnTo>
                  <a:lnTo>
                    <a:pt x="6786527" y="1468264"/>
                  </a:lnTo>
                  <a:lnTo>
                    <a:pt x="6742756" y="1430811"/>
                  </a:lnTo>
                  <a:lnTo>
                    <a:pt x="6699411" y="1390146"/>
                  </a:lnTo>
                  <a:lnTo>
                    <a:pt x="6656151" y="1346207"/>
                  </a:lnTo>
                  <a:lnTo>
                    <a:pt x="6612725" y="1299008"/>
                  </a:lnTo>
                  <a:lnTo>
                    <a:pt x="6568959" y="1248646"/>
                  </a:lnTo>
                  <a:lnTo>
                    <a:pt x="6524748" y="1195307"/>
                  </a:lnTo>
                  <a:lnTo>
                    <a:pt x="6480050" y="1139271"/>
                  </a:lnTo>
                  <a:lnTo>
                    <a:pt x="6434878" y="1080908"/>
                  </a:lnTo>
                  <a:lnTo>
                    <a:pt x="6389296" y="1020674"/>
                  </a:lnTo>
                  <a:lnTo>
                    <a:pt x="6343402" y="959094"/>
                  </a:lnTo>
                  <a:lnTo>
                    <a:pt x="6297326" y="896748"/>
                  </a:lnTo>
                  <a:lnTo>
                    <a:pt x="6251212" y="834246"/>
                  </a:lnTo>
                  <a:lnTo>
                    <a:pt x="6205209" y="772204"/>
                  </a:lnTo>
                  <a:lnTo>
                    <a:pt x="6159455" y="711221"/>
                  </a:lnTo>
                  <a:lnTo>
                    <a:pt x="6114065" y="651852"/>
                  </a:lnTo>
                  <a:lnTo>
                    <a:pt x="6069123" y="594589"/>
                  </a:lnTo>
                  <a:lnTo>
                    <a:pt x="6024668" y="539847"/>
                  </a:lnTo>
                  <a:lnTo>
                    <a:pt x="5980686" y="487953"/>
                  </a:lnTo>
                  <a:lnTo>
                    <a:pt x="5937106" y="439139"/>
                  </a:lnTo>
                  <a:lnTo>
                    <a:pt x="5893788" y="393547"/>
                  </a:lnTo>
                  <a:lnTo>
                    <a:pt x="5850523" y="351232"/>
                  </a:lnTo>
                  <a:lnTo>
                    <a:pt x="5807015" y="312169"/>
                  </a:lnTo>
                  <a:lnTo>
                    <a:pt x="5784835" y="293652"/>
                  </a:lnTo>
                  <a:lnTo>
                    <a:pt x="5735778" y="256143"/>
                  </a:lnTo>
                  <a:lnTo>
                    <a:pt x="5685054" y="222409"/>
                  </a:lnTo>
                  <a:lnTo>
                    <a:pt x="5631869" y="192253"/>
                  </a:lnTo>
                  <a:lnTo>
                    <a:pt x="5575338" y="165348"/>
                  </a:lnTo>
                  <a:lnTo>
                    <a:pt x="5514558" y="141326"/>
                  </a:lnTo>
                  <a:lnTo>
                    <a:pt x="5448687" y="119829"/>
                  </a:lnTo>
                  <a:lnTo>
                    <a:pt x="5377039" y="100545"/>
                  </a:lnTo>
                  <a:lnTo>
                    <a:pt x="5299221" y="83221"/>
                  </a:lnTo>
                  <a:lnTo>
                    <a:pt x="5215296" y="67674"/>
                  </a:lnTo>
                  <a:lnTo>
                    <a:pt x="5125991" y="53788"/>
                  </a:lnTo>
                  <a:lnTo>
                    <a:pt x="5032899" y="41517"/>
                  </a:lnTo>
                  <a:lnTo>
                    <a:pt x="4938611" y="30868"/>
                  </a:lnTo>
                  <a:lnTo>
                    <a:pt x="4846684" y="21876"/>
                  </a:lnTo>
                  <a:lnTo>
                    <a:pt x="4761346" y="14575"/>
                  </a:lnTo>
                  <a:lnTo>
                    <a:pt x="4686888" y="8953"/>
                  </a:lnTo>
                  <a:lnTo>
                    <a:pt x="4626857" y="4923"/>
                  </a:lnTo>
                  <a:lnTo>
                    <a:pt x="4583236" y="2304"/>
                  </a:lnTo>
                  <a:lnTo>
                    <a:pt x="4555905" y="828"/>
                  </a:lnTo>
                  <a:lnTo>
                    <a:pt x="4542512" y="175"/>
                  </a:lnTo>
                  <a:lnTo>
                    <a:pt x="4538696" y="6"/>
                  </a:lnTo>
                  <a:lnTo>
                    <a:pt x="4538543" y="0"/>
                  </a:lnTo>
                  <a:lnTo>
                    <a:pt x="4016409" y="0"/>
                  </a:lnTo>
                  <a:lnTo>
                    <a:pt x="4015610" y="108"/>
                  </a:lnTo>
                  <a:lnTo>
                    <a:pt x="4010329" y="882"/>
                  </a:lnTo>
                  <a:lnTo>
                    <a:pt x="3996939" y="3019"/>
                  </a:lnTo>
                  <a:lnTo>
                    <a:pt x="3972802" y="7231"/>
                  </a:lnTo>
                  <a:lnTo>
                    <a:pt x="3936436" y="14191"/>
                  </a:lnTo>
                  <a:lnTo>
                    <a:pt x="3887621" y="24473"/>
                  </a:lnTo>
                  <a:lnTo>
                    <a:pt x="3827361" y="38505"/>
                  </a:lnTo>
                  <a:lnTo>
                    <a:pt x="3757663" y="56540"/>
                  </a:lnTo>
                  <a:lnTo>
                    <a:pt x="3681160" y="78672"/>
                  </a:lnTo>
                  <a:lnTo>
                    <a:pt x="3600702" y="104879"/>
                  </a:lnTo>
                  <a:lnTo>
                    <a:pt x="3518971" y="135081"/>
                  </a:lnTo>
                  <a:lnTo>
                    <a:pt x="3438229" y="169201"/>
                  </a:lnTo>
                  <a:lnTo>
                    <a:pt x="3360183" y="207221"/>
                  </a:lnTo>
                  <a:lnTo>
                    <a:pt x="3285972" y="249220"/>
                  </a:lnTo>
                  <a:lnTo>
                    <a:pt x="3216220" y="295390"/>
                  </a:lnTo>
                  <a:lnTo>
                    <a:pt x="3151135" y="346054"/>
                  </a:lnTo>
                  <a:lnTo>
                    <a:pt x="3090611" y="401662"/>
                  </a:lnTo>
                  <a:lnTo>
                    <a:pt x="3034323" y="462785"/>
                  </a:lnTo>
                  <a:lnTo>
                    <a:pt x="2981799" y="530095"/>
                  </a:lnTo>
                  <a:lnTo>
                    <a:pt x="2932491" y="604344"/>
                  </a:lnTo>
                  <a:lnTo>
                    <a:pt x="2885809" y="686309"/>
                  </a:lnTo>
                  <a:lnTo>
                    <a:pt x="2841171" y="776720"/>
                  </a:lnTo>
                  <a:lnTo>
                    <a:pt x="2798030" y="876124"/>
                  </a:lnTo>
                  <a:lnTo>
                    <a:pt x="2770117" y="946842"/>
                  </a:lnTo>
                  <a:lnTo>
                    <a:pt x="2742570" y="1021454"/>
                  </a:lnTo>
                  <a:lnTo>
                    <a:pt x="2715248" y="1100102"/>
                  </a:lnTo>
                  <a:lnTo>
                    <a:pt x="2688054" y="1182865"/>
                  </a:lnTo>
                  <a:lnTo>
                    <a:pt x="2660905" y="1269787"/>
                  </a:lnTo>
                  <a:lnTo>
                    <a:pt x="2633734" y="1360877"/>
                  </a:lnTo>
                  <a:lnTo>
                    <a:pt x="2606484" y="1456104"/>
                  </a:lnTo>
                  <a:lnTo>
                    <a:pt x="2579113" y="1555395"/>
                  </a:lnTo>
                  <a:lnTo>
                    <a:pt x="2551587" y="1658631"/>
                  </a:lnTo>
                  <a:lnTo>
                    <a:pt x="2523883" y="1765649"/>
                  </a:lnTo>
                  <a:lnTo>
                    <a:pt x="2495990" y="1876238"/>
                  </a:lnTo>
                  <a:lnTo>
                    <a:pt x="2467904" y="1990140"/>
                  </a:lnTo>
                  <a:lnTo>
                    <a:pt x="2439628" y="2107053"/>
                  </a:lnTo>
                  <a:lnTo>
                    <a:pt x="2411176" y="2226631"/>
                  </a:lnTo>
                  <a:lnTo>
                    <a:pt x="2382566" y="2348490"/>
                  </a:lnTo>
                  <a:lnTo>
                    <a:pt x="2353824" y="2472211"/>
                  </a:lnTo>
                  <a:lnTo>
                    <a:pt x="2324979" y="2597344"/>
                  </a:lnTo>
                  <a:lnTo>
                    <a:pt x="2296064" y="2723420"/>
                  </a:lnTo>
                  <a:lnTo>
                    <a:pt x="2267115" y="2849953"/>
                  </a:lnTo>
                  <a:lnTo>
                    <a:pt x="2238169" y="2976448"/>
                  </a:lnTo>
                  <a:lnTo>
                    <a:pt x="2209262" y="3102414"/>
                  </a:lnTo>
                  <a:lnTo>
                    <a:pt x="2180431" y="3227367"/>
                  </a:lnTo>
                  <a:lnTo>
                    <a:pt x="2151706" y="3350838"/>
                  </a:lnTo>
                  <a:lnTo>
                    <a:pt x="2123119" y="3472383"/>
                  </a:lnTo>
                  <a:lnTo>
                    <a:pt x="2094692" y="3591588"/>
                  </a:lnTo>
                  <a:lnTo>
                    <a:pt x="2066444" y="3708073"/>
                  </a:lnTo>
                  <a:lnTo>
                    <a:pt x="2038386" y="3821500"/>
                  </a:lnTo>
                  <a:lnTo>
                    <a:pt x="2010521" y="3931572"/>
                  </a:lnTo>
                  <a:lnTo>
                    <a:pt x="1982846" y="4038039"/>
                  </a:lnTo>
                  <a:lnTo>
                    <a:pt x="1955344" y="4140697"/>
                  </a:lnTo>
                  <a:lnTo>
                    <a:pt x="1927993" y="4239389"/>
                  </a:lnTo>
                  <a:lnTo>
                    <a:pt x="1900759" y="4334004"/>
                  </a:lnTo>
                  <a:lnTo>
                    <a:pt x="1873595" y="4424474"/>
                  </a:lnTo>
                  <a:lnTo>
                    <a:pt x="1846444" y="4510776"/>
                  </a:lnTo>
                  <a:lnTo>
                    <a:pt x="1819236" y="4592922"/>
                  </a:lnTo>
                  <a:lnTo>
                    <a:pt x="1791887" y="4670963"/>
                  </a:lnTo>
                  <a:lnTo>
                    <a:pt x="1768425" y="4734211"/>
                  </a:lnTo>
                  <a:lnTo>
                    <a:pt x="1726011" y="4839688"/>
                  </a:lnTo>
                  <a:lnTo>
                    <a:pt x="1682419" y="4935997"/>
                  </a:lnTo>
                  <a:lnTo>
                    <a:pt x="1637151" y="5023468"/>
                  </a:lnTo>
                  <a:lnTo>
                    <a:pt x="1589645" y="5102729"/>
                  </a:lnTo>
                  <a:lnTo>
                    <a:pt x="1539310" y="5174536"/>
                  </a:lnTo>
                  <a:lnTo>
                    <a:pt x="1485568" y="5239666"/>
                  </a:lnTo>
                  <a:lnTo>
                    <a:pt x="1427889" y="5298846"/>
                  </a:lnTo>
                  <a:lnTo>
                    <a:pt x="1365846" y="5352719"/>
                  </a:lnTo>
                  <a:lnTo>
                    <a:pt x="1299175" y="5401814"/>
                  </a:lnTo>
                  <a:lnTo>
                    <a:pt x="1227868" y="5446539"/>
                  </a:lnTo>
                  <a:lnTo>
                    <a:pt x="1152262" y="5487172"/>
                  </a:lnTo>
                  <a:lnTo>
                    <a:pt x="1073146" y="5523866"/>
                  </a:lnTo>
                  <a:lnTo>
                    <a:pt x="991848" y="5556662"/>
                  </a:lnTo>
                  <a:lnTo>
                    <a:pt x="910270" y="5585518"/>
                  </a:lnTo>
                  <a:lnTo>
                    <a:pt x="830838" y="5610350"/>
                  </a:lnTo>
                  <a:lnTo>
                    <a:pt x="756327" y="5631090"/>
                  </a:lnTo>
                  <a:lnTo>
                    <a:pt x="689559" y="5647749"/>
                  </a:lnTo>
                  <a:lnTo>
                    <a:pt x="633001" y="5660471"/>
                  </a:lnTo>
                  <a:lnTo>
                    <a:pt x="588356" y="5669571"/>
                  </a:lnTo>
                  <a:lnTo>
                    <a:pt x="556228" y="5675527"/>
                  </a:lnTo>
                  <a:lnTo>
                    <a:pt x="535965" y="5678957"/>
                  </a:lnTo>
                  <a:lnTo>
                    <a:pt x="525674" y="5680551"/>
                  </a:lnTo>
                  <a:lnTo>
                    <a:pt x="522367" y="5681022"/>
                  </a:lnTo>
                  <a:lnTo>
                    <a:pt x="522133" y="5681054"/>
                  </a:lnTo>
                  <a:lnTo>
                    <a:pt x="0" y="5681054"/>
                  </a:lnTo>
                  <a:lnTo>
                    <a:pt x="0" y="5681054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111" name="pg2111"/>
            <p:cNvSpPr/>
            <p:nvPr/>
          </p:nvSpPr>
          <p:spPr>
            <a:xfrm>
              <a:off x="386606" y="1033071"/>
              <a:ext cx="8554953" cy="5155867"/>
            </a:xfrm>
            <a:custGeom>
              <a:avLst/>
              <a:pathLst>
                <a:path w="8554953" h="5155867">
                  <a:moveTo>
                    <a:pt x="0" y="5155867"/>
                  </a:moveTo>
                  <a:lnTo>
                    <a:pt x="522133" y="5155867"/>
                  </a:lnTo>
                  <a:lnTo>
                    <a:pt x="522971" y="5155763"/>
                  </a:lnTo>
                  <a:lnTo>
                    <a:pt x="528504" y="5155027"/>
                  </a:lnTo>
                  <a:lnTo>
                    <a:pt x="542515" y="5152992"/>
                  </a:lnTo>
                  <a:lnTo>
                    <a:pt x="567726" y="5148983"/>
                  </a:lnTo>
                  <a:lnTo>
                    <a:pt x="605618" y="5142362"/>
                  </a:lnTo>
                  <a:lnTo>
                    <a:pt x="656325" y="5132593"/>
                  </a:lnTo>
                  <a:lnTo>
                    <a:pt x="718687" y="5119283"/>
                  </a:lnTo>
                  <a:lnTo>
                    <a:pt x="790511" y="5102209"/>
                  </a:lnTo>
                  <a:lnTo>
                    <a:pt x="868982" y="5081296"/>
                  </a:lnTo>
                  <a:lnTo>
                    <a:pt x="951115" y="5056577"/>
                  </a:lnTo>
                  <a:lnTo>
                    <a:pt x="1034149" y="5028132"/>
                  </a:lnTo>
                  <a:lnTo>
                    <a:pt x="1115803" y="4996026"/>
                  </a:lnTo>
                  <a:lnTo>
                    <a:pt x="1194400" y="4960261"/>
                  </a:lnTo>
                  <a:lnTo>
                    <a:pt x="1268861" y="4920742"/>
                  </a:lnTo>
                  <a:lnTo>
                    <a:pt x="1338635" y="4877259"/>
                  </a:lnTo>
                  <a:lnTo>
                    <a:pt x="1403589" y="4829477"/>
                  </a:lnTo>
                  <a:lnTo>
                    <a:pt x="1463903" y="4776936"/>
                  </a:lnTo>
                  <a:lnTo>
                    <a:pt x="1519965" y="4719067"/>
                  </a:lnTo>
                  <a:lnTo>
                    <a:pt x="1572299" y="4655204"/>
                  </a:lnTo>
                  <a:lnTo>
                    <a:pt x="1621499" y="4584619"/>
                  </a:lnTo>
                  <a:lnTo>
                    <a:pt x="1668183" y="4506577"/>
                  </a:lnTo>
                  <a:lnTo>
                    <a:pt x="1712956" y="4420427"/>
                  </a:lnTo>
                  <a:lnTo>
                    <a:pt x="1756366" y="4325747"/>
                  </a:lnTo>
                  <a:lnTo>
                    <a:pt x="1768425" y="4297497"/>
                  </a:lnTo>
                  <a:lnTo>
                    <a:pt x="1797249" y="4226617"/>
                  </a:lnTo>
                  <a:lnTo>
                    <a:pt x="1825832" y="4151725"/>
                  </a:lnTo>
                  <a:lnTo>
                    <a:pt x="1854284" y="4072742"/>
                  </a:lnTo>
                  <a:lnTo>
                    <a:pt x="1882697" y="3989626"/>
                  </a:lnTo>
                  <a:lnTo>
                    <a:pt x="1911146" y="3902375"/>
                  </a:lnTo>
                  <a:lnTo>
                    <a:pt x="1939694" y="3811028"/>
                  </a:lnTo>
                  <a:lnTo>
                    <a:pt x="1968387" y="3715675"/>
                  </a:lnTo>
                  <a:lnTo>
                    <a:pt x="1997258" y="3616453"/>
                  </a:lnTo>
                  <a:lnTo>
                    <a:pt x="2026329" y="3513548"/>
                  </a:lnTo>
                  <a:lnTo>
                    <a:pt x="2055612" y="3407199"/>
                  </a:lnTo>
                  <a:lnTo>
                    <a:pt x="2085104" y="3297696"/>
                  </a:lnTo>
                  <a:lnTo>
                    <a:pt x="2114798" y="3185373"/>
                  </a:lnTo>
                  <a:lnTo>
                    <a:pt x="2144674" y="3070613"/>
                  </a:lnTo>
                  <a:lnTo>
                    <a:pt x="2174707" y="2953837"/>
                  </a:lnTo>
                  <a:lnTo>
                    <a:pt x="2204864" y="2835500"/>
                  </a:lnTo>
                  <a:lnTo>
                    <a:pt x="2235109" y="2716085"/>
                  </a:lnTo>
                  <a:lnTo>
                    <a:pt x="2265402" y="2596093"/>
                  </a:lnTo>
                  <a:lnTo>
                    <a:pt x="2295700" y="2476035"/>
                  </a:lnTo>
                  <a:lnTo>
                    <a:pt x="2325961" y="2356425"/>
                  </a:lnTo>
                  <a:lnTo>
                    <a:pt x="2356144" y="2237766"/>
                  </a:lnTo>
                  <a:lnTo>
                    <a:pt x="2386212" y="2120547"/>
                  </a:lnTo>
                  <a:lnTo>
                    <a:pt x="2416131" y="2005230"/>
                  </a:lnTo>
                  <a:lnTo>
                    <a:pt x="2445874" y="1892247"/>
                  </a:lnTo>
                  <a:lnTo>
                    <a:pt x="2475419" y="1781990"/>
                  </a:lnTo>
                  <a:lnTo>
                    <a:pt x="2504755" y="1674806"/>
                  </a:lnTo>
                  <a:lnTo>
                    <a:pt x="2533880" y="1570998"/>
                  </a:lnTo>
                  <a:lnTo>
                    <a:pt x="2562801" y="1470815"/>
                  </a:lnTo>
                  <a:lnTo>
                    <a:pt x="2591536" y="1374459"/>
                  </a:lnTo>
                  <a:lnTo>
                    <a:pt x="2620117" y="1282079"/>
                  </a:lnTo>
                  <a:lnTo>
                    <a:pt x="2648587" y="1193776"/>
                  </a:lnTo>
                  <a:lnTo>
                    <a:pt x="2677002" y="1109602"/>
                  </a:lnTo>
                  <a:lnTo>
                    <a:pt x="2705436" y="1029567"/>
                  </a:lnTo>
                  <a:lnTo>
                    <a:pt x="2733976" y="953636"/>
                  </a:lnTo>
                  <a:lnTo>
                    <a:pt x="2762727" y="881741"/>
                  </a:lnTo>
                  <a:lnTo>
                    <a:pt x="2770117" y="864017"/>
                  </a:lnTo>
                  <a:lnTo>
                    <a:pt x="2813230" y="766909"/>
                  </a:lnTo>
                  <a:lnTo>
                    <a:pt x="2857567" y="678383"/>
                  </a:lnTo>
                  <a:lnTo>
                    <a:pt x="2903653" y="598114"/>
                  </a:lnTo>
                  <a:lnTo>
                    <a:pt x="2952080" y="525499"/>
                  </a:lnTo>
                  <a:lnTo>
                    <a:pt x="3003468" y="459816"/>
                  </a:lnTo>
                  <a:lnTo>
                    <a:pt x="3058422" y="400328"/>
                  </a:lnTo>
                  <a:lnTo>
                    <a:pt x="3117491" y="346347"/>
                  </a:lnTo>
                  <a:lnTo>
                    <a:pt x="3181108" y="297274"/>
                  </a:lnTo>
                  <a:lnTo>
                    <a:pt x="3249520" y="252618"/>
                  </a:lnTo>
                  <a:lnTo>
                    <a:pt x="3322695" y="212008"/>
                  </a:lnTo>
                  <a:lnTo>
                    <a:pt x="3400210" y="175200"/>
                  </a:lnTo>
                  <a:lnTo>
                    <a:pt x="3481146" y="142065"/>
                  </a:lnTo>
                  <a:lnTo>
                    <a:pt x="3563997" y="112583"/>
                  </a:lnTo>
                  <a:lnTo>
                    <a:pt x="3646647" y="86805"/>
                  </a:lnTo>
                  <a:lnTo>
                    <a:pt x="3726449" y="64813"/>
                  </a:lnTo>
                  <a:lnTo>
                    <a:pt x="3800448" y="46658"/>
                  </a:lnTo>
                  <a:lnTo>
                    <a:pt x="3865735" y="32302"/>
                  </a:lnTo>
                  <a:lnTo>
                    <a:pt x="3919897" y="21567"/>
                  </a:lnTo>
                  <a:lnTo>
                    <a:pt x="3961447" y="14108"/>
                  </a:lnTo>
                  <a:lnTo>
                    <a:pt x="3990141" y="9423"/>
                  </a:lnTo>
                  <a:lnTo>
                    <a:pt x="4007085" y="6899"/>
                  </a:lnTo>
                  <a:lnTo>
                    <a:pt x="4014668" y="5865"/>
                  </a:lnTo>
                  <a:lnTo>
                    <a:pt x="4016409" y="5647"/>
                  </a:lnTo>
                  <a:lnTo>
                    <a:pt x="4538543" y="5647"/>
                  </a:lnTo>
                  <a:lnTo>
                    <a:pt x="4539735" y="5711"/>
                  </a:lnTo>
                  <a:lnTo>
                    <a:pt x="4547539" y="6172"/>
                  </a:lnTo>
                  <a:lnTo>
                    <a:pt x="4567091" y="7445"/>
                  </a:lnTo>
                  <a:lnTo>
                    <a:pt x="4601739" y="9948"/>
                  </a:lnTo>
                  <a:lnTo>
                    <a:pt x="4652754" y="14052"/>
                  </a:lnTo>
                  <a:lnTo>
                    <a:pt x="4719248" y="20042"/>
                  </a:lnTo>
                  <a:lnTo>
                    <a:pt x="4798495" y="28089"/>
                  </a:lnTo>
                  <a:lnTo>
                    <a:pt x="4886597" y="38256"/>
                  </a:lnTo>
                  <a:lnTo>
                    <a:pt x="4979301" y="50526"/>
                  </a:lnTo>
                  <a:lnTo>
                    <a:pt x="5072711" y="64849"/>
                  </a:lnTo>
                  <a:lnTo>
                    <a:pt x="5163738" y="81193"/>
                  </a:lnTo>
                  <a:lnTo>
                    <a:pt x="5250269" y="99573"/>
                  </a:lnTo>
                  <a:lnTo>
                    <a:pt x="5331120" y="120082"/>
                  </a:lnTo>
                  <a:lnTo>
                    <a:pt x="5405869" y="142897"/>
                  </a:lnTo>
                  <a:lnTo>
                    <a:pt x="5474654" y="168281"/>
                  </a:lnTo>
                  <a:lnTo>
                    <a:pt x="5537987" y="196579"/>
                  </a:lnTo>
                  <a:lnTo>
                    <a:pt x="5596610" y="228202"/>
                  </a:lnTo>
                  <a:lnTo>
                    <a:pt x="5651375" y="263605"/>
                  </a:lnTo>
                  <a:lnTo>
                    <a:pt x="5703167" y="303238"/>
                  </a:lnTo>
                  <a:lnTo>
                    <a:pt x="5752828" y="347466"/>
                  </a:lnTo>
                  <a:lnTo>
                    <a:pt x="5784835" y="379301"/>
                  </a:lnTo>
                  <a:lnTo>
                    <a:pt x="5825398" y="423306"/>
                  </a:lnTo>
                  <a:lnTo>
                    <a:pt x="5865572" y="470811"/>
                  </a:lnTo>
                  <a:lnTo>
                    <a:pt x="5905637" y="521886"/>
                  </a:lnTo>
                  <a:lnTo>
                    <a:pt x="5945802" y="576532"/>
                  </a:lnTo>
                  <a:lnTo>
                    <a:pt x="5986223" y="634673"/>
                  </a:lnTo>
                  <a:lnTo>
                    <a:pt x="6026999" y="696153"/>
                  </a:lnTo>
                  <a:lnTo>
                    <a:pt x="6068184" y="760725"/>
                  </a:lnTo>
                  <a:lnTo>
                    <a:pt x="6109788" y="828060"/>
                  </a:lnTo>
                  <a:lnTo>
                    <a:pt x="6151780" y="897742"/>
                  </a:lnTo>
                  <a:lnTo>
                    <a:pt x="6194100" y="969283"/>
                  </a:lnTo>
                  <a:lnTo>
                    <a:pt x="6236661" y="1042133"/>
                  </a:lnTo>
                  <a:lnTo>
                    <a:pt x="6279355" y="1115695"/>
                  </a:lnTo>
                  <a:lnTo>
                    <a:pt x="6322067" y="1189350"/>
                  </a:lnTo>
                  <a:lnTo>
                    <a:pt x="6364678" y="1262474"/>
                  </a:lnTo>
                  <a:lnTo>
                    <a:pt x="6407080" y="1334462"/>
                  </a:lnTo>
                  <a:lnTo>
                    <a:pt x="6449177" y="1404748"/>
                  </a:lnTo>
                  <a:lnTo>
                    <a:pt x="6490900" y="1472825"/>
                  </a:lnTo>
                  <a:lnTo>
                    <a:pt x="6532210" y="1538254"/>
                  </a:lnTo>
                  <a:lnTo>
                    <a:pt x="6573104" y="1600679"/>
                  </a:lnTo>
                  <a:lnTo>
                    <a:pt x="6613622" y="1659829"/>
                  </a:lnTo>
                  <a:lnTo>
                    <a:pt x="6653849" y="1715522"/>
                  </a:lnTo>
                  <a:lnTo>
                    <a:pt x="6693924" y="1767658"/>
                  </a:lnTo>
                  <a:lnTo>
                    <a:pt x="6734040" y="1816216"/>
                  </a:lnTo>
                  <a:lnTo>
                    <a:pt x="6774455" y="1861246"/>
                  </a:lnTo>
                  <a:lnTo>
                    <a:pt x="6786527" y="1873919"/>
                  </a:lnTo>
                  <a:lnTo>
                    <a:pt x="6835187" y="1921285"/>
                  </a:lnTo>
                  <a:lnTo>
                    <a:pt x="6885482" y="1963924"/>
                  </a:lnTo>
                  <a:lnTo>
                    <a:pt x="6938184" y="2002075"/>
                  </a:lnTo>
                  <a:lnTo>
                    <a:pt x="6994159" y="2036144"/>
                  </a:lnTo>
                  <a:lnTo>
                    <a:pt x="7054287" y="2066590"/>
                  </a:lnTo>
                  <a:lnTo>
                    <a:pt x="7119395" y="2093856"/>
                  </a:lnTo>
                  <a:lnTo>
                    <a:pt x="7190160" y="2118334"/>
                  </a:lnTo>
                  <a:lnTo>
                    <a:pt x="7266987" y="2140342"/>
                  </a:lnTo>
                  <a:lnTo>
                    <a:pt x="7349847" y="2160113"/>
                  </a:lnTo>
                  <a:lnTo>
                    <a:pt x="7438079" y="2177797"/>
                  </a:lnTo>
                  <a:lnTo>
                    <a:pt x="7530200" y="2193456"/>
                  </a:lnTo>
                  <a:lnTo>
                    <a:pt x="7623763" y="2207089"/>
                  </a:lnTo>
                  <a:lnTo>
                    <a:pt x="7715373" y="2218650"/>
                  </a:lnTo>
                  <a:lnTo>
                    <a:pt x="7800948" y="2228097"/>
                  </a:lnTo>
                  <a:lnTo>
                    <a:pt x="7876264" y="2235435"/>
                  </a:lnTo>
                  <a:lnTo>
                    <a:pt x="7937733" y="2240760"/>
                  </a:lnTo>
                  <a:lnTo>
                    <a:pt x="7983190" y="2244284"/>
                  </a:lnTo>
                  <a:lnTo>
                    <a:pt x="8012468" y="2246324"/>
                  </a:lnTo>
                  <a:lnTo>
                    <a:pt x="8027564" y="2247275"/>
                  </a:lnTo>
                  <a:lnTo>
                    <a:pt x="8032468" y="2247555"/>
                  </a:lnTo>
                  <a:lnTo>
                    <a:pt x="8032819" y="2247574"/>
                  </a:lnTo>
                  <a:lnTo>
                    <a:pt x="8554953" y="2247574"/>
                  </a:lnTo>
                  <a:lnTo>
                    <a:pt x="8554953" y="2241926"/>
                  </a:lnTo>
                  <a:lnTo>
                    <a:pt x="8032819" y="2241926"/>
                  </a:lnTo>
                  <a:lnTo>
                    <a:pt x="8031627" y="2241862"/>
                  </a:lnTo>
                  <a:lnTo>
                    <a:pt x="8023823" y="2241401"/>
                  </a:lnTo>
                  <a:lnTo>
                    <a:pt x="8004271" y="2240128"/>
                  </a:lnTo>
                  <a:lnTo>
                    <a:pt x="7969623" y="2237625"/>
                  </a:lnTo>
                  <a:lnTo>
                    <a:pt x="7918608" y="2233521"/>
                  </a:lnTo>
                  <a:lnTo>
                    <a:pt x="7852114" y="2227531"/>
                  </a:lnTo>
                  <a:lnTo>
                    <a:pt x="7772867" y="2219484"/>
                  </a:lnTo>
                  <a:lnTo>
                    <a:pt x="7684765" y="2209317"/>
                  </a:lnTo>
                  <a:lnTo>
                    <a:pt x="7592061" y="2197047"/>
                  </a:lnTo>
                  <a:lnTo>
                    <a:pt x="7498651" y="2182724"/>
                  </a:lnTo>
                  <a:lnTo>
                    <a:pt x="7407624" y="2166381"/>
                  </a:lnTo>
                  <a:lnTo>
                    <a:pt x="7321093" y="2148000"/>
                  </a:lnTo>
                  <a:lnTo>
                    <a:pt x="7240242" y="2127491"/>
                  </a:lnTo>
                  <a:lnTo>
                    <a:pt x="7165493" y="2104676"/>
                  </a:lnTo>
                  <a:lnTo>
                    <a:pt x="7096708" y="2079292"/>
                  </a:lnTo>
                  <a:lnTo>
                    <a:pt x="7033375" y="2050994"/>
                  </a:lnTo>
                  <a:lnTo>
                    <a:pt x="6974752" y="2019371"/>
                  </a:lnTo>
                  <a:lnTo>
                    <a:pt x="6919987" y="1983968"/>
                  </a:lnTo>
                  <a:lnTo>
                    <a:pt x="6868195" y="1944335"/>
                  </a:lnTo>
                  <a:lnTo>
                    <a:pt x="6818534" y="1900107"/>
                  </a:lnTo>
                  <a:lnTo>
                    <a:pt x="6786527" y="1868272"/>
                  </a:lnTo>
                  <a:lnTo>
                    <a:pt x="6745964" y="1824267"/>
                  </a:lnTo>
                  <a:lnTo>
                    <a:pt x="6705790" y="1776762"/>
                  </a:lnTo>
                  <a:lnTo>
                    <a:pt x="6665725" y="1725687"/>
                  </a:lnTo>
                  <a:lnTo>
                    <a:pt x="6625560" y="1671042"/>
                  </a:lnTo>
                  <a:lnTo>
                    <a:pt x="6585139" y="1612900"/>
                  </a:lnTo>
                  <a:lnTo>
                    <a:pt x="6544363" y="1551420"/>
                  </a:lnTo>
                  <a:lnTo>
                    <a:pt x="6503178" y="1486848"/>
                  </a:lnTo>
                  <a:lnTo>
                    <a:pt x="6461574" y="1419513"/>
                  </a:lnTo>
                  <a:lnTo>
                    <a:pt x="6419582" y="1349831"/>
                  </a:lnTo>
                  <a:lnTo>
                    <a:pt x="6377261" y="1278290"/>
                  </a:lnTo>
                  <a:lnTo>
                    <a:pt x="6334701" y="1205440"/>
                  </a:lnTo>
                  <a:lnTo>
                    <a:pt x="6292007" y="1131878"/>
                  </a:lnTo>
                  <a:lnTo>
                    <a:pt x="6249295" y="1058224"/>
                  </a:lnTo>
                  <a:lnTo>
                    <a:pt x="6206684" y="985100"/>
                  </a:lnTo>
                  <a:lnTo>
                    <a:pt x="6164282" y="913111"/>
                  </a:lnTo>
                  <a:lnTo>
                    <a:pt x="6122185" y="842825"/>
                  </a:lnTo>
                  <a:lnTo>
                    <a:pt x="6080462" y="774748"/>
                  </a:lnTo>
                  <a:lnTo>
                    <a:pt x="6039152" y="709319"/>
                  </a:lnTo>
                  <a:lnTo>
                    <a:pt x="5998258" y="646894"/>
                  </a:lnTo>
                  <a:lnTo>
                    <a:pt x="5957740" y="587744"/>
                  </a:lnTo>
                  <a:lnTo>
                    <a:pt x="5917513" y="532051"/>
                  </a:lnTo>
                  <a:lnTo>
                    <a:pt x="5877438" y="479915"/>
                  </a:lnTo>
                  <a:lnTo>
                    <a:pt x="5837322" y="431358"/>
                  </a:lnTo>
                  <a:lnTo>
                    <a:pt x="5796907" y="386327"/>
                  </a:lnTo>
                  <a:lnTo>
                    <a:pt x="5784835" y="373654"/>
                  </a:lnTo>
                  <a:lnTo>
                    <a:pt x="5736175" y="326288"/>
                  </a:lnTo>
                  <a:lnTo>
                    <a:pt x="5685880" y="283649"/>
                  </a:lnTo>
                  <a:lnTo>
                    <a:pt x="5633178" y="245498"/>
                  </a:lnTo>
                  <a:lnTo>
                    <a:pt x="5577203" y="211429"/>
                  </a:lnTo>
                  <a:lnTo>
                    <a:pt x="5517075" y="180983"/>
                  </a:lnTo>
                  <a:lnTo>
                    <a:pt x="5451967" y="153717"/>
                  </a:lnTo>
                  <a:lnTo>
                    <a:pt x="5381202" y="129239"/>
                  </a:lnTo>
                  <a:lnTo>
                    <a:pt x="5304375" y="107232"/>
                  </a:lnTo>
                  <a:lnTo>
                    <a:pt x="5221515" y="87460"/>
                  </a:lnTo>
                  <a:lnTo>
                    <a:pt x="5133283" y="69776"/>
                  </a:lnTo>
                  <a:lnTo>
                    <a:pt x="5041162" y="54117"/>
                  </a:lnTo>
                  <a:lnTo>
                    <a:pt x="4947599" y="40484"/>
                  </a:lnTo>
                  <a:lnTo>
                    <a:pt x="4855989" y="28923"/>
                  </a:lnTo>
                  <a:lnTo>
                    <a:pt x="4770414" y="19476"/>
                  </a:lnTo>
                  <a:lnTo>
                    <a:pt x="4695098" y="12138"/>
                  </a:lnTo>
                  <a:lnTo>
                    <a:pt x="4633629" y="6813"/>
                  </a:lnTo>
                  <a:lnTo>
                    <a:pt x="4588172" y="3290"/>
                  </a:lnTo>
                  <a:lnTo>
                    <a:pt x="4558894" y="1249"/>
                  </a:lnTo>
                  <a:lnTo>
                    <a:pt x="4543798" y="298"/>
                  </a:lnTo>
                  <a:lnTo>
                    <a:pt x="4538894" y="18"/>
                  </a:lnTo>
                  <a:lnTo>
                    <a:pt x="4538543" y="0"/>
                  </a:lnTo>
                  <a:lnTo>
                    <a:pt x="4016409" y="0"/>
                  </a:lnTo>
                  <a:lnTo>
                    <a:pt x="4015571" y="103"/>
                  </a:lnTo>
                  <a:lnTo>
                    <a:pt x="4010039" y="839"/>
                  </a:lnTo>
                  <a:lnTo>
                    <a:pt x="3996027" y="2874"/>
                  </a:lnTo>
                  <a:lnTo>
                    <a:pt x="3970816" y="6884"/>
                  </a:lnTo>
                  <a:lnTo>
                    <a:pt x="3932924" y="13504"/>
                  </a:lnTo>
                  <a:lnTo>
                    <a:pt x="3882217" y="23274"/>
                  </a:lnTo>
                  <a:lnTo>
                    <a:pt x="3819856" y="36583"/>
                  </a:lnTo>
                  <a:lnTo>
                    <a:pt x="3748032" y="53657"/>
                  </a:lnTo>
                  <a:lnTo>
                    <a:pt x="3669561" y="74570"/>
                  </a:lnTo>
                  <a:lnTo>
                    <a:pt x="3587427" y="99289"/>
                  </a:lnTo>
                  <a:lnTo>
                    <a:pt x="3504394" y="127734"/>
                  </a:lnTo>
                  <a:lnTo>
                    <a:pt x="3422739" y="159840"/>
                  </a:lnTo>
                  <a:lnTo>
                    <a:pt x="3344142" y="195605"/>
                  </a:lnTo>
                  <a:lnTo>
                    <a:pt x="3269681" y="235124"/>
                  </a:lnTo>
                  <a:lnTo>
                    <a:pt x="3199907" y="278607"/>
                  </a:lnTo>
                  <a:lnTo>
                    <a:pt x="3134953" y="326390"/>
                  </a:lnTo>
                  <a:lnTo>
                    <a:pt x="3074640" y="378930"/>
                  </a:lnTo>
                  <a:lnTo>
                    <a:pt x="3018577" y="436799"/>
                  </a:lnTo>
                  <a:lnTo>
                    <a:pt x="2966243" y="500663"/>
                  </a:lnTo>
                  <a:lnTo>
                    <a:pt x="2917044" y="571248"/>
                  </a:lnTo>
                  <a:lnTo>
                    <a:pt x="2870359" y="649289"/>
                  </a:lnTo>
                  <a:lnTo>
                    <a:pt x="2825586" y="735439"/>
                  </a:lnTo>
                  <a:lnTo>
                    <a:pt x="2782176" y="830119"/>
                  </a:lnTo>
                  <a:lnTo>
                    <a:pt x="2770117" y="858370"/>
                  </a:lnTo>
                  <a:lnTo>
                    <a:pt x="2741293" y="929250"/>
                  </a:lnTo>
                  <a:lnTo>
                    <a:pt x="2712710" y="1004141"/>
                  </a:lnTo>
                  <a:lnTo>
                    <a:pt x="2684259" y="1083124"/>
                  </a:lnTo>
                  <a:lnTo>
                    <a:pt x="2655846" y="1166240"/>
                  </a:lnTo>
                  <a:lnTo>
                    <a:pt x="2627396" y="1253492"/>
                  </a:lnTo>
                  <a:lnTo>
                    <a:pt x="2598848" y="1344838"/>
                  </a:lnTo>
                  <a:lnTo>
                    <a:pt x="2570155" y="1440191"/>
                  </a:lnTo>
                  <a:lnTo>
                    <a:pt x="2541284" y="1539414"/>
                  </a:lnTo>
                  <a:lnTo>
                    <a:pt x="2512213" y="1642318"/>
                  </a:lnTo>
                  <a:lnTo>
                    <a:pt x="2482931" y="1748667"/>
                  </a:lnTo>
                  <a:lnTo>
                    <a:pt x="2453438" y="1858170"/>
                  </a:lnTo>
                  <a:lnTo>
                    <a:pt x="2423744" y="1970493"/>
                  </a:lnTo>
                  <a:lnTo>
                    <a:pt x="2393868" y="2085253"/>
                  </a:lnTo>
                  <a:lnTo>
                    <a:pt x="2363835" y="2202029"/>
                  </a:lnTo>
                  <a:lnTo>
                    <a:pt x="2333678" y="2320366"/>
                  </a:lnTo>
                  <a:lnTo>
                    <a:pt x="2303433" y="2439781"/>
                  </a:lnTo>
                  <a:lnTo>
                    <a:pt x="2273140" y="2559773"/>
                  </a:lnTo>
                  <a:lnTo>
                    <a:pt x="2242842" y="2679831"/>
                  </a:lnTo>
                  <a:lnTo>
                    <a:pt x="2212581" y="2799442"/>
                  </a:lnTo>
                  <a:lnTo>
                    <a:pt x="2182398" y="2918101"/>
                  </a:lnTo>
                  <a:lnTo>
                    <a:pt x="2152330" y="3035320"/>
                  </a:lnTo>
                  <a:lnTo>
                    <a:pt x="2122411" y="3150636"/>
                  </a:lnTo>
                  <a:lnTo>
                    <a:pt x="2092669" y="3263619"/>
                  </a:lnTo>
                  <a:lnTo>
                    <a:pt x="2063123" y="3373876"/>
                  </a:lnTo>
                  <a:lnTo>
                    <a:pt x="2033787" y="3481060"/>
                  </a:lnTo>
                  <a:lnTo>
                    <a:pt x="2004662" y="3584869"/>
                  </a:lnTo>
                  <a:lnTo>
                    <a:pt x="1975741" y="3685051"/>
                  </a:lnTo>
                  <a:lnTo>
                    <a:pt x="1947006" y="3781407"/>
                  </a:lnTo>
                  <a:lnTo>
                    <a:pt x="1918425" y="3873787"/>
                  </a:lnTo>
                  <a:lnTo>
                    <a:pt x="1889955" y="3962091"/>
                  </a:lnTo>
                  <a:lnTo>
                    <a:pt x="1861540" y="4046264"/>
                  </a:lnTo>
                  <a:lnTo>
                    <a:pt x="1833106" y="4126300"/>
                  </a:lnTo>
                  <a:lnTo>
                    <a:pt x="1804566" y="4202230"/>
                  </a:lnTo>
                  <a:lnTo>
                    <a:pt x="1775815" y="4274125"/>
                  </a:lnTo>
                  <a:lnTo>
                    <a:pt x="1768425" y="4291850"/>
                  </a:lnTo>
                  <a:lnTo>
                    <a:pt x="1725312" y="4388957"/>
                  </a:lnTo>
                  <a:lnTo>
                    <a:pt x="1680975" y="4477484"/>
                  </a:lnTo>
                  <a:lnTo>
                    <a:pt x="1634890" y="4557752"/>
                  </a:lnTo>
                  <a:lnTo>
                    <a:pt x="1586462" y="4630367"/>
                  </a:lnTo>
                  <a:lnTo>
                    <a:pt x="1535074" y="4696050"/>
                  </a:lnTo>
                  <a:lnTo>
                    <a:pt x="1480120" y="4755539"/>
                  </a:lnTo>
                  <a:lnTo>
                    <a:pt x="1421051" y="4809519"/>
                  </a:lnTo>
                  <a:lnTo>
                    <a:pt x="1357434" y="4858592"/>
                  </a:lnTo>
                  <a:lnTo>
                    <a:pt x="1289022" y="4903248"/>
                  </a:lnTo>
                  <a:lnTo>
                    <a:pt x="1215847" y="4943858"/>
                  </a:lnTo>
                  <a:lnTo>
                    <a:pt x="1138332" y="4980667"/>
                  </a:lnTo>
                  <a:lnTo>
                    <a:pt x="1057396" y="5013801"/>
                  </a:lnTo>
                  <a:lnTo>
                    <a:pt x="974545" y="5043283"/>
                  </a:lnTo>
                  <a:lnTo>
                    <a:pt x="891896" y="5069061"/>
                  </a:lnTo>
                  <a:lnTo>
                    <a:pt x="812093" y="5091054"/>
                  </a:lnTo>
                  <a:lnTo>
                    <a:pt x="738094" y="5109208"/>
                  </a:lnTo>
                  <a:lnTo>
                    <a:pt x="672807" y="5123564"/>
                  </a:lnTo>
                  <a:lnTo>
                    <a:pt x="618646" y="5134299"/>
                  </a:lnTo>
                  <a:lnTo>
                    <a:pt x="577095" y="5141759"/>
                  </a:lnTo>
                  <a:lnTo>
                    <a:pt x="548401" y="5146443"/>
                  </a:lnTo>
                  <a:lnTo>
                    <a:pt x="531457" y="5148967"/>
                  </a:lnTo>
                  <a:lnTo>
                    <a:pt x="523874" y="5150001"/>
                  </a:lnTo>
                  <a:lnTo>
                    <a:pt x="522133" y="5150220"/>
                  </a:lnTo>
                  <a:lnTo>
                    <a:pt x="0" y="5150220"/>
                  </a:lnTo>
                  <a:close/>
                </a:path>
              </a:pathLst>
            </a:custGeom>
            <a:solidFill>
              <a:srgbClr val="B8C4FE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2112" name="pl2112"/>
            <p:cNvSpPr/>
            <p:nvPr/>
          </p:nvSpPr>
          <p:spPr>
            <a:xfrm>
              <a:off x="386606" y="1038718"/>
              <a:ext cx="8554953" cy="5150220"/>
            </a:xfrm>
            <a:custGeom>
              <a:avLst/>
              <a:pathLst>
                <a:path w="8554953" h="5150220">
                  <a:moveTo>
                    <a:pt x="0" y="5150220"/>
                  </a:moveTo>
                  <a:lnTo>
                    <a:pt x="522133" y="5150220"/>
                  </a:lnTo>
                  <a:lnTo>
                    <a:pt x="522971" y="5150116"/>
                  </a:lnTo>
                  <a:lnTo>
                    <a:pt x="528504" y="5149380"/>
                  </a:lnTo>
                  <a:lnTo>
                    <a:pt x="542515" y="5147345"/>
                  </a:lnTo>
                  <a:lnTo>
                    <a:pt x="567726" y="5143336"/>
                  </a:lnTo>
                  <a:lnTo>
                    <a:pt x="605618" y="5136715"/>
                  </a:lnTo>
                  <a:lnTo>
                    <a:pt x="656325" y="5126945"/>
                  </a:lnTo>
                  <a:lnTo>
                    <a:pt x="718687" y="5113636"/>
                  </a:lnTo>
                  <a:lnTo>
                    <a:pt x="790511" y="5096562"/>
                  </a:lnTo>
                  <a:lnTo>
                    <a:pt x="868982" y="5075649"/>
                  </a:lnTo>
                  <a:lnTo>
                    <a:pt x="951115" y="5050930"/>
                  </a:lnTo>
                  <a:lnTo>
                    <a:pt x="1034149" y="5022485"/>
                  </a:lnTo>
                  <a:lnTo>
                    <a:pt x="1115803" y="4990379"/>
                  </a:lnTo>
                  <a:lnTo>
                    <a:pt x="1194400" y="4954614"/>
                  </a:lnTo>
                  <a:lnTo>
                    <a:pt x="1268861" y="4915095"/>
                  </a:lnTo>
                  <a:lnTo>
                    <a:pt x="1338635" y="4871612"/>
                  </a:lnTo>
                  <a:lnTo>
                    <a:pt x="1403589" y="4823829"/>
                  </a:lnTo>
                  <a:lnTo>
                    <a:pt x="1463903" y="4771289"/>
                  </a:lnTo>
                  <a:lnTo>
                    <a:pt x="1519965" y="4713420"/>
                  </a:lnTo>
                  <a:lnTo>
                    <a:pt x="1572299" y="4649556"/>
                  </a:lnTo>
                  <a:lnTo>
                    <a:pt x="1621499" y="4578971"/>
                  </a:lnTo>
                  <a:lnTo>
                    <a:pt x="1668183" y="4500930"/>
                  </a:lnTo>
                  <a:lnTo>
                    <a:pt x="1712956" y="4414780"/>
                  </a:lnTo>
                  <a:lnTo>
                    <a:pt x="1756366" y="4320100"/>
                  </a:lnTo>
                  <a:lnTo>
                    <a:pt x="1768425" y="4291850"/>
                  </a:lnTo>
                  <a:lnTo>
                    <a:pt x="1797249" y="4220969"/>
                  </a:lnTo>
                  <a:lnTo>
                    <a:pt x="1825832" y="4146078"/>
                  </a:lnTo>
                  <a:lnTo>
                    <a:pt x="1854284" y="4067095"/>
                  </a:lnTo>
                  <a:lnTo>
                    <a:pt x="1882697" y="3983979"/>
                  </a:lnTo>
                  <a:lnTo>
                    <a:pt x="1911146" y="3896727"/>
                  </a:lnTo>
                  <a:lnTo>
                    <a:pt x="1939694" y="3805381"/>
                  </a:lnTo>
                  <a:lnTo>
                    <a:pt x="1968387" y="3710028"/>
                  </a:lnTo>
                  <a:lnTo>
                    <a:pt x="1997258" y="3610805"/>
                  </a:lnTo>
                  <a:lnTo>
                    <a:pt x="2026329" y="3507901"/>
                  </a:lnTo>
                  <a:lnTo>
                    <a:pt x="2055612" y="3401552"/>
                  </a:lnTo>
                  <a:lnTo>
                    <a:pt x="2085104" y="3292049"/>
                  </a:lnTo>
                  <a:lnTo>
                    <a:pt x="2114798" y="3179726"/>
                  </a:lnTo>
                  <a:lnTo>
                    <a:pt x="2144674" y="3064966"/>
                  </a:lnTo>
                  <a:lnTo>
                    <a:pt x="2174707" y="2948190"/>
                  </a:lnTo>
                  <a:lnTo>
                    <a:pt x="2204864" y="2829853"/>
                  </a:lnTo>
                  <a:lnTo>
                    <a:pt x="2235109" y="2710438"/>
                  </a:lnTo>
                  <a:lnTo>
                    <a:pt x="2265402" y="2590446"/>
                  </a:lnTo>
                  <a:lnTo>
                    <a:pt x="2295700" y="2470388"/>
                  </a:lnTo>
                  <a:lnTo>
                    <a:pt x="2325961" y="2350777"/>
                  </a:lnTo>
                  <a:lnTo>
                    <a:pt x="2356144" y="2232119"/>
                  </a:lnTo>
                  <a:lnTo>
                    <a:pt x="2386212" y="2114899"/>
                  </a:lnTo>
                  <a:lnTo>
                    <a:pt x="2416131" y="1999583"/>
                  </a:lnTo>
                  <a:lnTo>
                    <a:pt x="2445874" y="1886600"/>
                  </a:lnTo>
                  <a:lnTo>
                    <a:pt x="2475419" y="1776343"/>
                  </a:lnTo>
                  <a:lnTo>
                    <a:pt x="2504755" y="1669159"/>
                  </a:lnTo>
                  <a:lnTo>
                    <a:pt x="2533880" y="1565350"/>
                  </a:lnTo>
                  <a:lnTo>
                    <a:pt x="2562801" y="1465168"/>
                  </a:lnTo>
                  <a:lnTo>
                    <a:pt x="2591536" y="1368812"/>
                  </a:lnTo>
                  <a:lnTo>
                    <a:pt x="2620117" y="1276432"/>
                  </a:lnTo>
                  <a:lnTo>
                    <a:pt x="2648587" y="1188128"/>
                  </a:lnTo>
                  <a:lnTo>
                    <a:pt x="2677002" y="1103955"/>
                  </a:lnTo>
                  <a:lnTo>
                    <a:pt x="2705436" y="1023919"/>
                  </a:lnTo>
                  <a:lnTo>
                    <a:pt x="2733976" y="947989"/>
                  </a:lnTo>
                  <a:lnTo>
                    <a:pt x="2762727" y="876094"/>
                  </a:lnTo>
                  <a:lnTo>
                    <a:pt x="2770117" y="858370"/>
                  </a:lnTo>
                  <a:lnTo>
                    <a:pt x="2813230" y="761262"/>
                  </a:lnTo>
                  <a:lnTo>
                    <a:pt x="2857567" y="672735"/>
                  </a:lnTo>
                  <a:lnTo>
                    <a:pt x="2903653" y="592467"/>
                  </a:lnTo>
                  <a:lnTo>
                    <a:pt x="2952080" y="519852"/>
                  </a:lnTo>
                  <a:lnTo>
                    <a:pt x="3003468" y="454169"/>
                  </a:lnTo>
                  <a:lnTo>
                    <a:pt x="3058422" y="394680"/>
                  </a:lnTo>
                  <a:lnTo>
                    <a:pt x="3117491" y="340700"/>
                  </a:lnTo>
                  <a:lnTo>
                    <a:pt x="3181108" y="291627"/>
                  </a:lnTo>
                  <a:lnTo>
                    <a:pt x="3249520" y="246971"/>
                  </a:lnTo>
                  <a:lnTo>
                    <a:pt x="3322695" y="206361"/>
                  </a:lnTo>
                  <a:lnTo>
                    <a:pt x="3400210" y="169552"/>
                  </a:lnTo>
                  <a:lnTo>
                    <a:pt x="3481146" y="136418"/>
                  </a:lnTo>
                  <a:lnTo>
                    <a:pt x="3563997" y="106936"/>
                  </a:lnTo>
                  <a:lnTo>
                    <a:pt x="3646647" y="81158"/>
                  </a:lnTo>
                  <a:lnTo>
                    <a:pt x="3726449" y="59165"/>
                  </a:lnTo>
                  <a:lnTo>
                    <a:pt x="3800448" y="41011"/>
                  </a:lnTo>
                  <a:lnTo>
                    <a:pt x="3865735" y="26655"/>
                  </a:lnTo>
                  <a:lnTo>
                    <a:pt x="3919897" y="15920"/>
                  </a:lnTo>
                  <a:lnTo>
                    <a:pt x="3961447" y="8460"/>
                  </a:lnTo>
                  <a:lnTo>
                    <a:pt x="3990141" y="3776"/>
                  </a:lnTo>
                  <a:lnTo>
                    <a:pt x="4007085" y="1252"/>
                  </a:lnTo>
                  <a:lnTo>
                    <a:pt x="4014668" y="218"/>
                  </a:lnTo>
                  <a:lnTo>
                    <a:pt x="4016390" y="2"/>
                  </a:lnTo>
                  <a:lnTo>
                    <a:pt x="4016409" y="0"/>
                  </a:lnTo>
                  <a:lnTo>
                    <a:pt x="4538543" y="0"/>
                  </a:lnTo>
                  <a:lnTo>
                    <a:pt x="4539735" y="64"/>
                  </a:lnTo>
                  <a:lnTo>
                    <a:pt x="4547539" y="525"/>
                  </a:lnTo>
                  <a:lnTo>
                    <a:pt x="4567091" y="1798"/>
                  </a:lnTo>
                  <a:lnTo>
                    <a:pt x="4601739" y="4301"/>
                  </a:lnTo>
                  <a:lnTo>
                    <a:pt x="4652754" y="8404"/>
                  </a:lnTo>
                  <a:lnTo>
                    <a:pt x="4719248" y="14395"/>
                  </a:lnTo>
                  <a:lnTo>
                    <a:pt x="4798495" y="22442"/>
                  </a:lnTo>
                  <a:lnTo>
                    <a:pt x="4886597" y="32609"/>
                  </a:lnTo>
                  <a:lnTo>
                    <a:pt x="4979301" y="44879"/>
                  </a:lnTo>
                  <a:lnTo>
                    <a:pt x="5072711" y="59202"/>
                  </a:lnTo>
                  <a:lnTo>
                    <a:pt x="5163738" y="75545"/>
                  </a:lnTo>
                  <a:lnTo>
                    <a:pt x="5250269" y="93926"/>
                  </a:lnTo>
                  <a:lnTo>
                    <a:pt x="5331120" y="114435"/>
                  </a:lnTo>
                  <a:lnTo>
                    <a:pt x="5405869" y="137250"/>
                  </a:lnTo>
                  <a:lnTo>
                    <a:pt x="5474654" y="162634"/>
                  </a:lnTo>
                  <a:lnTo>
                    <a:pt x="5537987" y="190932"/>
                  </a:lnTo>
                  <a:lnTo>
                    <a:pt x="5596610" y="222555"/>
                  </a:lnTo>
                  <a:lnTo>
                    <a:pt x="5651375" y="257958"/>
                  </a:lnTo>
                  <a:lnTo>
                    <a:pt x="5703167" y="297591"/>
                  </a:lnTo>
                  <a:lnTo>
                    <a:pt x="5752828" y="341819"/>
                  </a:lnTo>
                  <a:lnTo>
                    <a:pt x="5784835" y="373654"/>
                  </a:lnTo>
                  <a:lnTo>
                    <a:pt x="5825398" y="417659"/>
                  </a:lnTo>
                  <a:lnTo>
                    <a:pt x="5865572" y="465164"/>
                  </a:lnTo>
                  <a:lnTo>
                    <a:pt x="5905637" y="516239"/>
                  </a:lnTo>
                  <a:lnTo>
                    <a:pt x="5945802" y="570884"/>
                  </a:lnTo>
                  <a:lnTo>
                    <a:pt x="5986223" y="629026"/>
                  </a:lnTo>
                  <a:lnTo>
                    <a:pt x="6026999" y="690506"/>
                  </a:lnTo>
                  <a:lnTo>
                    <a:pt x="6068184" y="755078"/>
                  </a:lnTo>
                  <a:lnTo>
                    <a:pt x="6109788" y="822413"/>
                  </a:lnTo>
                  <a:lnTo>
                    <a:pt x="6151780" y="892095"/>
                  </a:lnTo>
                  <a:lnTo>
                    <a:pt x="6194100" y="963636"/>
                  </a:lnTo>
                  <a:lnTo>
                    <a:pt x="6236661" y="1036485"/>
                  </a:lnTo>
                  <a:lnTo>
                    <a:pt x="6279355" y="1110048"/>
                  </a:lnTo>
                  <a:lnTo>
                    <a:pt x="6322067" y="1183702"/>
                  </a:lnTo>
                  <a:lnTo>
                    <a:pt x="6364678" y="1256826"/>
                  </a:lnTo>
                  <a:lnTo>
                    <a:pt x="6407080" y="1328815"/>
                  </a:lnTo>
                  <a:lnTo>
                    <a:pt x="6449177" y="1399101"/>
                  </a:lnTo>
                  <a:lnTo>
                    <a:pt x="6490900" y="1467178"/>
                  </a:lnTo>
                  <a:lnTo>
                    <a:pt x="6532210" y="1532607"/>
                  </a:lnTo>
                  <a:lnTo>
                    <a:pt x="6573104" y="1595032"/>
                  </a:lnTo>
                  <a:lnTo>
                    <a:pt x="6613622" y="1654182"/>
                  </a:lnTo>
                  <a:lnTo>
                    <a:pt x="6653849" y="1709875"/>
                  </a:lnTo>
                  <a:lnTo>
                    <a:pt x="6693924" y="1762010"/>
                  </a:lnTo>
                  <a:lnTo>
                    <a:pt x="6734040" y="1810568"/>
                  </a:lnTo>
                  <a:lnTo>
                    <a:pt x="6774455" y="1855599"/>
                  </a:lnTo>
                  <a:lnTo>
                    <a:pt x="6786527" y="1868272"/>
                  </a:lnTo>
                  <a:lnTo>
                    <a:pt x="6835187" y="1915638"/>
                  </a:lnTo>
                  <a:lnTo>
                    <a:pt x="6885482" y="1958277"/>
                  </a:lnTo>
                  <a:lnTo>
                    <a:pt x="6938184" y="1996428"/>
                  </a:lnTo>
                  <a:lnTo>
                    <a:pt x="6994159" y="2030497"/>
                  </a:lnTo>
                  <a:lnTo>
                    <a:pt x="7054287" y="2060943"/>
                  </a:lnTo>
                  <a:lnTo>
                    <a:pt x="7119395" y="2088209"/>
                  </a:lnTo>
                  <a:lnTo>
                    <a:pt x="7190160" y="2112687"/>
                  </a:lnTo>
                  <a:lnTo>
                    <a:pt x="7266987" y="2134694"/>
                  </a:lnTo>
                  <a:lnTo>
                    <a:pt x="7349847" y="2154466"/>
                  </a:lnTo>
                  <a:lnTo>
                    <a:pt x="7438079" y="2172150"/>
                  </a:lnTo>
                  <a:lnTo>
                    <a:pt x="7530200" y="2187809"/>
                  </a:lnTo>
                  <a:lnTo>
                    <a:pt x="7623763" y="2201441"/>
                  </a:lnTo>
                  <a:lnTo>
                    <a:pt x="7715373" y="2213003"/>
                  </a:lnTo>
                  <a:lnTo>
                    <a:pt x="7800948" y="2222450"/>
                  </a:lnTo>
                  <a:lnTo>
                    <a:pt x="7876264" y="2229788"/>
                  </a:lnTo>
                  <a:lnTo>
                    <a:pt x="7937733" y="2235113"/>
                  </a:lnTo>
                  <a:lnTo>
                    <a:pt x="7983190" y="2238636"/>
                  </a:lnTo>
                  <a:lnTo>
                    <a:pt x="8012468" y="2240677"/>
                  </a:lnTo>
                  <a:lnTo>
                    <a:pt x="8027564" y="2241627"/>
                  </a:lnTo>
                  <a:lnTo>
                    <a:pt x="8032468" y="2241908"/>
                  </a:lnTo>
                  <a:lnTo>
                    <a:pt x="8032819" y="2241926"/>
                  </a:lnTo>
                  <a:lnTo>
                    <a:pt x="8554953" y="2241926"/>
                  </a:lnTo>
                  <a:lnTo>
                    <a:pt x="8554953" y="2241926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113" name="pl2113"/>
            <p:cNvSpPr/>
            <p:nvPr/>
          </p:nvSpPr>
          <p:spPr>
            <a:xfrm>
              <a:off x="386606" y="1033071"/>
              <a:ext cx="8554953" cy="5150220"/>
            </a:xfrm>
            <a:custGeom>
              <a:avLst/>
              <a:pathLst>
                <a:path w="8554953" h="5150220">
                  <a:moveTo>
                    <a:pt x="8554953" y="2241926"/>
                  </a:moveTo>
                  <a:lnTo>
                    <a:pt x="8032819" y="2241926"/>
                  </a:lnTo>
                  <a:lnTo>
                    <a:pt x="8031627" y="2241862"/>
                  </a:lnTo>
                  <a:lnTo>
                    <a:pt x="8023823" y="2241401"/>
                  </a:lnTo>
                  <a:lnTo>
                    <a:pt x="8004271" y="2240128"/>
                  </a:lnTo>
                  <a:lnTo>
                    <a:pt x="7969623" y="2237625"/>
                  </a:lnTo>
                  <a:lnTo>
                    <a:pt x="7918608" y="2233521"/>
                  </a:lnTo>
                  <a:lnTo>
                    <a:pt x="7852114" y="2227531"/>
                  </a:lnTo>
                  <a:lnTo>
                    <a:pt x="7772867" y="2219484"/>
                  </a:lnTo>
                  <a:lnTo>
                    <a:pt x="7684765" y="2209317"/>
                  </a:lnTo>
                  <a:lnTo>
                    <a:pt x="7592061" y="2197047"/>
                  </a:lnTo>
                  <a:lnTo>
                    <a:pt x="7498651" y="2182724"/>
                  </a:lnTo>
                  <a:lnTo>
                    <a:pt x="7407624" y="2166381"/>
                  </a:lnTo>
                  <a:lnTo>
                    <a:pt x="7321093" y="2148000"/>
                  </a:lnTo>
                  <a:lnTo>
                    <a:pt x="7240242" y="2127491"/>
                  </a:lnTo>
                  <a:lnTo>
                    <a:pt x="7165493" y="2104676"/>
                  </a:lnTo>
                  <a:lnTo>
                    <a:pt x="7096708" y="2079292"/>
                  </a:lnTo>
                  <a:lnTo>
                    <a:pt x="7033375" y="2050994"/>
                  </a:lnTo>
                  <a:lnTo>
                    <a:pt x="6974752" y="2019371"/>
                  </a:lnTo>
                  <a:lnTo>
                    <a:pt x="6919987" y="1983968"/>
                  </a:lnTo>
                  <a:lnTo>
                    <a:pt x="6868195" y="1944335"/>
                  </a:lnTo>
                  <a:lnTo>
                    <a:pt x="6818534" y="1900107"/>
                  </a:lnTo>
                  <a:lnTo>
                    <a:pt x="6786527" y="1868272"/>
                  </a:lnTo>
                  <a:lnTo>
                    <a:pt x="6745964" y="1824267"/>
                  </a:lnTo>
                  <a:lnTo>
                    <a:pt x="6705790" y="1776762"/>
                  </a:lnTo>
                  <a:lnTo>
                    <a:pt x="6665725" y="1725687"/>
                  </a:lnTo>
                  <a:lnTo>
                    <a:pt x="6625560" y="1671042"/>
                  </a:lnTo>
                  <a:lnTo>
                    <a:pt x="6585139" y="1612900"/>
                  </a:lnTo>
                  <a:lnTo>
                    <a:pt x="6544363" y="1551420"/>
                  </a:lnTo>
                  <a:lnTo>
                    <a:pt x="6503178" y="1486848"/>
                  </a:lnTo>
                  <a:lnTo>
                    <a:pt x="6461574" y="1419513"/>
                  </a:lnTo>
                  <a:lnTo>
                    <a:pt x="6419582" y="1349831"/>
                  </a:lnTo>
                  <a:lnTo>
                    <a:pt x="6377261" y="1278290"/>
                  </a:lnTo>
                  <a:lnTo>
                    <a:pt x="6334701" y="1205440"/>
                  </a:lnTo>
                  <a:lnTo>
                    <a:pt x="6292007" y="1131878"/>
                  </a:lnTo>
                  <a:lnTo>
                    <a:pt x="6249295" y="1058224"/>
                  </a:lnTo>
                  <a:lnTo>
                    <a:pt x="6206684" y="985100"/>
                  </a:lnTo>
                  <a:lnTo>
                    <a:pt x="6164282" y="913111"/>
                  </a:lnTo>
                  <a:lnTo>
                    <a:pt x="6122185" y="842825"/>
                  </a:lnTo>
                  <a:lnTo>
                    <a:pt x="6080462" y="774748"/>
                  </a:lnTo>
                  <a:lnTo>
                    <a:pt x="6039152" y="709319"/>
                  </a:lnTo>
                  <a:lnTo>
                    <a:pt x="5998258" y="646894"/>
                  </a:lnTo>
                  <a:lnTo>
                    <a:pt x="5957740" y="587744"/>
                  </a:lnTo>
                  <a:lnTo>
                    <a:pt x="5917513" y="532051"/>
                  </a:lnTo>
                  <a:lnTo>
                    <a:pt x="5877438" y="479915"/>
                  </a:lnTo>
                  <a:lnTo>
                    <a:pt x="5837322" y="431358"/>
                  </a:lnTo>
                  <a:lnTo>
                    <a:pt x="5796907" y="386327"/>
                  </a:lnTo>
                  <a:lnTo>
                    <a:pt x="5784835" y="373654"/>
                  </a:lnTo>
                  <a:lnTo>
                    <a:pt x="5736175" y="326288"/>
                  </a:lnTo>
                  <a:lnTo>
                    <a:pt x="5685880" y="283649"/>
                  </a:lnTo>
                  <a:lnTo>
                    <a:pt x="5633178" y="245498"/>
                  </a:lnTo>
                  <a:lnTo>
                    <a:pt x="5577203" y="211429"/>
                  </a:lnTo>
                  <a:lnTo>
                    <a:pt x="5517075" y="180983"/>
                  </a:lnTo>
                  <a:lnTo>
                    <a:pt x="5451967" y="153717"/>
                  </a:lnTo>
                  <a:lnTo>
                    <a:pt x="5381202" y="129239"/>
                  </a:lnTo>
                  <a:lnTo>
                    <a:pt x="5304375" y="107232"/>
                  </a:lnTo>
                  <a:lnTo>
                    <a:pt x="5221515" y="87460"/>
                  </a:lnTo>
                  <a:lnTo>
                    <a:pt x="5133283" y="69776"/>
                  </a:lnTo>
                  <a:lnTo>
                    <a:pt x="5041162" y="54117"/>
                  </a:lnTo>
                  <a:lnTo>
                    <a:pt x="4947599" y="40484"/>
                  </a:lnTo>
                  <a:lnTo>
                    <a:pt x="4855989" y="28923"/>
                  </a:lnTo>
                  <a:lnTo>
                    <a:pt x="4770414" y="19476"/>
                  </a:lnTo>
                  <a:lnTo>
                    <a:pt x="4695098" y="12138"/>
                  </a:lnTo>
                  <a:lnTo>
                    <a:pt x="4633629" y="6813"/>
                  </a:lnTo>
                  <a:lnTo>
                    <a:pt x="4588172" y="3290"/>
                  </a:lnTo>
                  <a:lnTo>
                    <a:pt x="4558894" y="1249"/>
                  </a:lnTo>
                  <a:lnTo>
                    <a:pt x="4543798" y="298"/>
                  </a:lnTo>
                  <a:lnTo>
                    <a:pt x="4538894" y="18"/>
                  </a:lnTo>
                  <a:lnTo>
                    <a:pt x="4538543" y="0"/>
                  </a:lnTo>
                  <a:lnTo>
                    <a:pt x="4016409" y="0"/>
                  </a:lnTo>
                  <a:lnTo>
                    <a:pt x="4015571" y="103"/>
                  </a:lnTo>
                  <a:lnTo>
                    <a:pt x="4010039" y="839"/>
                  </a:lnTo>
                  <a:lnTo>
                    <a:pt x="3996027" y="2874"/>
                  </a:lnTo>
                  <a:lnTo>
                    <a:pt x="3970816" y="6884"/>
                  </a:lnTo>
                  <a:lnTo>
                    <a:pt x="3932924" y="13504"/>
                  </a:lnTo>
                  <a:lnTo>
                    <a:pt x="3882217" y="23274"/>
                  </a:lnTo>
                  <a:lnTo>
                    <a:pt x="3819856" y="36583"/>
                  </a:lnTo>
                  <a:lnTo>
                    <a:pt x="3748032" y="53657"/>
                  </a:lnTo>
                  <a:lnTo>
                    <a:pt x="3669561" y="74570"/>
                  </a:lnTo>
                  <a:lnTo>
                    <a:pt x="3587427" y="99289"/>
                  </a:lnTo>
                  <a:lnTo>
                    <a:pt x="3504394" y="127734"/>
                  </a:lnTo>
                  <a:lnTo>
                    <a:pt x="3422739" y="159840"/>
                  </a:lnTo>
                  <a:lnTo>
                    <a:pt x="3344142" y="195605"/>
                  </a:lnTo>
                  <a:lnTo>
                    <a:pt x="3269681" y="235124"/>
                  </a:lnTo>
                  <a:lnTo>
                    <a:pt x="3199907" y="278607"/>
                  </a:lnTo>
                  <a:lnTo>
                    <a:pt x="3134953" y="326390"/>
                  </a:lnTo>
                  <a:lnTo>
                    <a:pt x="3074640" y="378930"/>
                  </a:lnTo>
                  <a:lnTo>
                    <a:pt x="3018577" y="436799"/>
                  </a:lnTo>
                  <a:lnTo>
                    <a:pt x="2966243" y="500663"/>
                  </a:lnTo>
                  <a:lnTo>
                    <a:pt x="2917044" y="571248"/>
                  </a:lnTo>
                  <a:lnTo>
                    <a:pt x="2870359" y="649289"/>
                  </a:lnTo>
                  <a:lnTo>
                    <a:pt x="2825586" y="735439"/>
                  </a:lnTo>
                  <a:lnTo>
                    <a:pt x="2782176" y="830119"/>
                  </a:lnTo>
                  <a:lnTo>
                    <a:pt x="2770117" y="858370"/>
                  </a:lnTo>
                  <a:lnTo>
                    <a:pt x="2741293" y="929250"/>
                  </a:lnTo>
                  <a:lnTo>
                    <a:pt x="2712710" y="1004141"/>
                  </a:lnTo>
                  <a:lnTo>
                    <a:pt x="2684259" y="1083124"/>
                  </a:lnTo>
                  <a:lnTo>
                    <a:pt x="2655846" y="1166240"/>
                  </a:lnTo>
                  <a:lnTo>
                    <a:pt x="2627396" y="1253492"/>
                  </a:lnTo>
                  <a:lnTo>
                    <a:pt x="2598848" y="1344838"/>
                  </a:lnTo>
                  <a:lnTo>
                    <a:pt x="2570155" y="1440191"/>
                  </a:lnTo>
                  <a:lnTo>
                    <a:pt x="2541284" y="1539414"/>
                  </a:lnTo>
                  <a:lnTo>
                    <a:pt x="2512213" y="1642318"/>
                  </a:lnTo>
                  <a:lnTo>
                    <a:pt x="2482931" y="1748667"/>
                  </a:lnTo>
                  <a:lnTo>
                    <a:pt x="2453438" y="1858170"/>
                  </a:lnTo>
                  <a:lnTo>
                    <a:pt x="2423744" y="1970493"/>
                  </a:lnTo>
                  <a:lnTo>
                    <a:pt x="2393868" y="2085253"/>
                  </a:lnTo>
                  <a:lnTo>
                    <a:pt x="2363835" y="2202029"/>
                  </a:lnTo>
                  <a:lnTo>
                    <a:pt x="2333678" y="2320366"/>
                  </a:lnTo>
                  <a:lnTo>
                    <a:pt x="2303433" y="2439781"/>
                  </a:lnTo>
                  <a:lnTo>
                    <a:pt x="2273140" y="2559773"/>
                  </a:lnTo>
                  <a:lnTo>
                    <a:pt x="2242842" y="2679831"/>
                  </a:lnTo>
                  <a:lnTo>
                    <a:pt x="2212581" y="2799442"/>
                  </a:lnTo>
                  <a:lnTo>
                    <a:pt x="2182398" y="2918101"/>
                  </a:lnTo>
                  <a:lnTo>
                    <a:pt x="2152330" y="3035320"/>
                  </a:lnTo>
                  <a:lnTo>
                    <a:pt x="2122411" y="3150636"/>
                  </a:lnTo>
                  <a:lnTo>
                    <a:pt x="2092669" y="3263619"/>
                  </a:lnTo>
                  <a:lnTo>
                    <a:pt x="2063123" y="3373876"/>
                  </a:lnTo>
                  <a:lnTo>
                    <a:pt x="2033787" y="3481060"/>
                  </a:lnTo>
                  <a:lnTo>
                    <a:pt x="2004662" y="3584869"/>
                  </a:lnTo>
                  <a:lnTo>
                    <a:pt x="1975741" y="3685051"/>
                  </a:lnTo>
                  <a:lnTo>
                    <a:pt x="1947006" y="3781407"/>
                  </a:lnTo>
                  <a:lnTo>
                    <a:pt x="1918425" y="3873787"/>
                  </a:lnTo>
                  <a:lnTo>
                    <a:pt x="1889955" y="3962091"/>
                  </a:lnTo>
                  <a:lnTo>
                    <a:pt x="1861540" y="4046264"/>
                  </a:lnTo>
                  <a:lnTo>
                    <a:pt x="1833106" y="4126300"/>
                  </a:lnTo>
                  <a:lnTo>
                    <a:pt x="1804566" y="4202230"/>
                  </a:lnTo>
                  <a:lnTo>
                    <a:pt x="1775815" y="4274125"/>
                  </a:lnTo>
                  <a:lnTo>
                    <a:pt x="1768425" y="4291850"/>
                  </a:lnTo>
                  <a:lnTo>
                    <a:pt x="1725312" y="4388957"/>
                  </a:lnTo>
                  <a:lnTo>
                    <a:pt x="1680975" y="4477484"/>
                  </a:lnTo>
                  <a:lnTo>
                    <a:pt x="1634890" y="4557752"/>
                  </a:lnTo>
                  <a:lnTo>
                    <a:pt x="1586462" y="4630367"/>
                  </a:lnTo>
                  <a:lnTo>
                    <a:pt x="1535074" y="4696050"/>
                  </a:lnTo>
                  <a:lnTo>
                    <a:pt x="1480120" y="4755539"/>
                  </a:lnTo>
                  <a:lnTo>
                    <a:pt x="1421051" y="4809519"/>
                  </a:lnTo>
                  <a:lnTo>
                    <a:pt x="1357434" y="4858592"/>
                  </a:lnTo>
                  <a:lnTo>
                    <a:pt x="1289022" y="4903248"/>
                  </a:lnTo>
                  <a:lnTo>
                    <a:pt x="1215847" y="4943858"/>
                  </a:lnTo>
                  <a:lnTo>
                    <a:pt x="1138332" y="4980667"/>
                  </a:lnTo>
                  <a:lnTo>
                    <a:pt x="1057396" y="5013801"/>
                  </a:lnTo>
                  <a:lnTo>
                    <a:pt x="974545" y="5043283"/>
                  </a:lnTo>
                  <a:lnTo>
                    <a:pt x="891896" y="5069061"/>
                  </a:lnTo>
                  <a:lnTo>
                    <a:pt x="812093" y="5091054"/>
                  </a:lnTo>
                  <a:lnTo>
                    <a:pt x="738094" y="5109208"/>
                  </a:lnTo>
                  <a:lnTo>
                    <a:pt x="672807" y="5123564"/>
                  </a:lnTo>
                  <a:lnTo>
                    <a:pt x="618646" y="5134299"/>
                  </a:lnTo>
                  <a:lnTo>
                    <a:pt x="577095" y="5141759"/>
                  </a:lnTo>
                  <a:lnTo>
                    <a:pt x="548401" y="5146443"/>
                  </a:lnTo>
                  <a:lnTo>
                    <a:pt x="531457" y="5148967"/>
                  </a:lnTo>
                  <a:lnTo>
                    <a:pt x="523874" y="5150001"/>
                  </a:lnTo>
                  <a:lnTo>
                    <a:pt x="522152" y="5150217"/>
                  </a:lnTo>
                  <a:lnTo>
                    <a:pt x="522133" y="5150220"/>
                  </a:lnTo>
                  <a:lnTo>
                    <a:pt x="0" y="5150220"/>
                  </a:lnTo>
                  <a:lnTo>
                    <a:pt x="0" y="515022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114" name="pg2114"/>
            <p:cNvSpPr/>
            <p:nvPr/>
          </p:nvSpPr>
          <p:spPr>
            <a:xfrm>
              <a:off x="386606" y="1801086"/>
              <a:ext cx="8554953" cy="4393499"/>
            </a:xfrm>
            <a:custGeom>
              <a:avLst/>
              <a:pathLst>
                <a:path w="8554953" h="4393499">
                  <a:moveTo>
                    <a:pt x="0" y="4393499"/>
                  </a:moveTo>
                  <a:lnTo>
                    <a:pt x="522133" y="4393499"/>
                  </a:lnTo>
                  <a:lnTo>
                    <a:pt x="523028" y="4393404"/>
                  </a:lnTo>
                  <a:lnTo>
                    <a:pt x="528924" y="4392734"/>
                  </a:lnTo>
                  <a:lnTo>
                    <a:pt x="543830" y="4390880"/>
                  </a:lnTo>
                  <a:lnTo>
                    <a:pt x="570583" y="4387228"/>
                  </a:lnTo>
                  <a:lnTo>
                    <a:pt x="610654" y="4381204"/>
                  </a:lnTo>
                  <a:lnTo>
                    <a:pt x="664042" y="4372331"/>
                  </a:lnTo>
                  <a:lnTo>
                    <a:pt x="729355" y="4360271"/>
                  </a:lnTo>
                  <a:lnTo>
                    <a:pt x="804126" y="4344841"/>
                  </a:lnTo>
                  <a:lnTo>
                    <a:pt x="885286" y="4325993"/>
                  </a:lnTo>
                  <a:lnTo>
                    <a:pt x="969666" y="4303769"/>
                  </a:lnTo>
                  <a:lnTo>
                    <a:pt x="1054406" y="4278242"/>
                  </a:lnTo>
                  <a:lnTo>
                    <a:pt x="1137217" y="4249462"/>
                  </a:lnTo>
                  <a:lnTo>
                    <a:pt x="1216473" y="4217410"/>
                  </a:lnTo>
                  <a:lnTo>
                    <a:pt x="1291188" y="4181973"/>
                  </a:lnTo>
                  <a:lnTo>
                    <a:pt x="1360922" y="4142924"/>
                  </a:lnTo>
                  <a:lnTo>
                    <a:pt x="1425652" y="4099920"/>
                  </a:lnTo>
                  <a:lnTo>
                    <a:pt x="1485656" y="4052510"/>
                  </a:lnTo>
                  <a:lnTo>
                    <a:pt x="1541413" y="4000138"/>
                  </a:lnTo>
                  <a:lnTo>
                    <a:pt x="1593517" y="3942172"/>
                  </a:lnTo>
                  <a:lnTo>
                    <a:pt x="1642619" y="3877940"/>
                  </a:lnTo>
                  <a:lnTo>
                    <a:pt x="1689378" y="3806795"/>
                  </a:lnTo>
                  <a:lnTo>
                    <a:pt x="1734418" y="3728219"/>
                  </a:lnTo>
                  <a:lnTo>
                    <a:pt x="1768425" y="3662190"/>
                  </a:lnTo>
                  <a:lnTo>
                    <a:pt x="1799415" y="3597104"/>
                  </a:lnTo>
                  <a:lnTo>
                    <a:pt x="1830135" y="3528058"/>
                  </a:lnTo>
                  <a:lnTo>
                    <a:pt x="1860721" y="3454972"/>
                  </a:lnTo>
                  <a:lnTo>
                    <a:pt x="1891283" y="3377809"/>
                  </a:lnTo>
                  <a:lnTo>
                    <a:pt x="1921911" y="3296578"/>
                  </a:lnTo>
                  <a:lnTo>
                    <a:pt x="1952675" y="3211339"/>
                  </a:lnTo>
                  <a:lnTo>
                    <a:pt x="1983625" y="3122208"/>
                  </a:lnTo>
                  <a:lnTo>
                    <a:pt x="2014796" y="3029356"/>
                  </a:lnTo>
                  <a:lnTo>
                    <a:pt x="2046208" y="2933011"/>
                  </a:lnTo>
                  <a:lnTo>
                    <a:pt x="2077865" y="2833461"/>
                  </a:lnTo>
                  <a:lnTo>
                    <a:pt x="2109757" y="2731048"/>
                  </a:lnTo>
                  <a:lnTo>
                    <a:pt x="2141865" y="2626167"/>
                  </a:lnTo>
                  <a:lnTo>
                    <a:pt x="2174157" y="2519259"/>
                  </a:lnTo>
                  <a:lnTo>
                    <a:pt x="2206594" y="2410805"/>
                  </a:lnTo>
                  <a:lnTo>
                    <a:pt x="2239129" y="2301317"/>
                  </a:lnTo>
                  <a:lnTo>
                    <a:pt x="2271713" y="2191326"/>
                  </a:lnTo>
                  <a:lnTo>
                    <a:pt x="2304293" y="2081376"/>
                  </a:lnTo>
                  <a:lnTo>
                    <a:pt x="2336817" y="1972009"/>
                  </a:lnTo>
                  <a:lnTo>
                    <a:pt x="2369235" y="1863754"/>
                  </a:lnTo>
                  <a:lnTo>
                    <a:pt x="2401502" y="1757121"/>
                  </a:lnTo>
                  <a:lnTo>
                    <a:pt x="2433579" y="1652582"/>
                  </a:lnTo>
                  <a:lnTo>
                    <a:pt x="2465437" y="1550575"/>
                  </a:lnTo>
                  <a:lnTo>
                    <a:pt x="2497057" y="1451485"/>
                  </a:lnTo>
                  <a:lnTo>
                    <a:pt x="2528432" y="1355646"/>
                  </a:lnTo>
                  <a:lnTo>
                    <a:pt x="2559569" y="1263338"/>
                  </a:lnTo>
                  <a:lnTo>
                    <a:pt x="2590489" y="1174781"/>
                  </a:lnTo>
                  <a:lnTo>
                    <a:pt x="2621228" y="1090137"/>
                  </a:lnTo>
                  <a:lnTo>
                    <a:pt x="2651841" y="1009513"/>
                  </a:lnTo>
                  <a:lnTo>
                    <a:pt x="2682401" y="932962"/>
                  </a:lnTo>
                  <a:lnTo>
                    <a:pt x="2712999" y="860485"/>
                  </a:lnTo>
                  <a:lnTo>
                    <a:pt x="2743751" y="792038"/>
                  </a:lnTo>
                  <a:lnTo>
                    <a:pt x="2770117" y="736955"/>
                  </a:lnTo>
                  <a:lnTo>
                    <a:pt x="2814205" y="652459"/>
                  </a:lnTo>
                  <a:lnTo>
                    <a:pt x="2859583" y="575599"/>
                  </a:lnTo>
                  <a:lnTo>
                    <a:pt x="2906816" y="506072"/>
                  </a:lnTo>
                  <a:lnTo>
                    <a:pt x="2956540" y="443319"/>
                  </a:lnTo>
                  <a:lnTo>
                    <a:pt x="3009416" y="386679"/>
                  </a:lnTo>
                  <a:lnTo>
                    <a:pt x="3066086" y="335483"/>
                  </a:lnTo>
                  <a:lnTo>
                    <a:pt x="3127125" y="289116"/>
                  </a:lnTo>
                  <a:lnTo>
                    <a:pt x="3192973" y="247044"/>
                  </a:lnTo>
                  <a:lnTo>
                    <a:pt x="3263849" y="208839"/>
                  </a:lnTo>
                  <a:lnTo>
                    <a:pt x="3339650" y="174184"/>
                  </a:lnTo>
                  <a:lnTo>
                    <a:pt x="3419819" y="142880"/>
                  </a:lnTo>
                  <a:lnTo>
                    <a:pt x="3503233" y="114836"/>
                  </a:lnTo>
                  <a:lnTo>
                    <a:pt x="3588116" y="90051"/>
                  </a:lnTo>
                  <a:lnTo>
                    <a:pt x="3672033" y="68585"/>
                  </a:lnTo>
                  <a:lnTo>
                    <a:pt x="3752027" y="50510"/>
                  </a:lnTo>
                  <a:lnTo>
                    <a:pt x="3824912" y="35851"/>
                  </a:lnTo>
                  <a:lnTo>
                    <a:pt x="3887708" y="24535"/>
                  </a:lnTo>
                  <a:lnTo>
                    <a:pt x="3938155" y="16342"/>
                  </a:lnTo>
                  <a:lnTo>
                    <a:pt x="3975156" y="10902"/>
                  </a:lnTo>
                  <a:lnTo>
                    <a:pt x="3999045" y="7710"/>
                  </a:lnTo>
                  <a:lnTo>
                    <a:pt x="4011617" y="6178"/>
                  </a:lnTo>
                  <a:lnTo>
                    <a:pt x="4015990" y="5690"/>
                  </a:lnTo>
                  <a:lnTo>
                    <a:pt x="4016409" y="5647"/>
                  </a:lnTo>
                  <a:lnTo>
                    <a:pt x="4538543" y="5647"/>
                  </a:lnTo>
                  <a:lnTo>
                    <a:pt x="4539459" y="5737"/>
                  </a:lnTo>
                  <a:lnTo>
                    <a:pt x="4545491" y="6379"/>
                  </a:lnTo>
                  <a:lnTo>
                    <a:pt x="4560731" y="8153"/>
                  </a:lnTo>
                  <a:lnTo>
                    <a:pt x="4588055" y="11648"/>
                  </a:lnTo>
                  <a:lnTo>
                    <a:pt x="4628933" y="17410"/>
                  </a:lnTo>
                  <a:lnTo>
                    <a:pt x="4683306" y="25892"/>
                  </a:lnTo>
                  <a:lnTo>
                    <a:pt x="4749695" y="37410"/>
                  </a:lnTo>
                  <a:lnTo>
                    <a:pt x="4825530" y="52133"/>
                  </a:lnTo>
                  <a:lnTo>
                    <a:pt x="4907649" y="70100"/>
                  </a:lnTo>
                  <a:lnTo>
                    <a:pt x="4992818" y="91267"/>
                  </a:lnTo>
                  <a:lnTo>
                    <a:pt x="5078146" y="115564"/>
                  </a:lnTo>
                  <a:lnTo>
                    <a:pt x="5161344" y="142947"/>
                  </a:lnTo>
                  <a:lnTo>
                    <a:pt x="5240808" y="173442"/>
                  </a:lnTo>
                  <a:lnTo>
                    <a:pt x="5315591" y="207168"/>
                  </a:lnTo>
                  <a:lnTo>
                    <a:pt x="5385292" y="244354"/>
                  </a:lnTo>
                  <a:lnTo>
                    <a:pt x="5449930" y="285339"/>
                  </a:lnTo>
                  <a:lnTo>
                    <a:pt x="5509820" y="330570"/>
                  </a:lnTo>
                  <a:lnTo>
                    <a:pt x="5565471" y="380587"/>
                  </a:lnTo>
                  <a:lnTo>
                    <a:pt x="5617503" y="436004"/>
                  </a:lnTo>
                  <a:lnTo>
                    <a:pt x="5666587" y="497465"/>
                  </a:lnTo>
                  <a:lnTo>
                    <a:pt x="5713394" y="565578"/>
                  </a:lnTo>
                  <a:lnTo>
                    <a:pt x="5758554" y="640804"/>
                  </a:lnTo>
                  <a:lnTo>
                    <a:pt x="5784835" y="688954"/>
                  </a:lnTo>
                  <a:lnTo>
                    <a:pt x="5816768" y="751688"/>
                  </a:lnTo>
                  <a:lnTo>
                    <a:pt x="5848420" y="818355"/>
                  </a:lnTo>
                  <a:lnTo>
                    <a:pt x="5879938" y="889035"/>
                  </a:lnTo>
                  <a:lnTo>
                    <a:pt x="5911439" y="963762"/>
                  </a:lnTo>
                  <a:lnTo>
                    <a:pt x="5943020" y="1042521"/>
                  </a:lnTo>
                  <a:lnTo>
                    <a:pt x="5974755" y="1125243"/>
                  </a:lnTo>
                  <a:lnTo>
                    <a:pt x="6006696" y="1211801"/>
                  </a:lnTo>
                  <a:lnTo>
                    <a:pt x="6038877" y="1302009"/>
                  </a:lnTo>
                  <a:lnTo>
                    <a:pt x="6071317" y="1395617"/>
                  </a:lnTo>
                  <a:lnTo>
                    <a:pt x="6104015" y="1492318"/>
                  </a:lnTo>
                  <a:lnTo>
                    <a:pt x="6136958" y="1591746"/>
                  </a:lnTo>
                  <a:lnTo>
                    <a:pt x="6170120" y="1693480"/>
                  </a:lnTo>
                  <a:lnTo>
                    <a:pt x="6203463" y="1797054"/>
                  </a:lnTo>
                  <a:lnTo>
                    <a:pt x="6236940" y="1901964"/>
                  </a:lnTo>
                  <a:lnTo>
                    <a:pt x="6270501" y="2007675"/>
                  </a:lnTo>
                  <a:lnTo>
                    <a:pt x="6304087" y="2113639"/>
                  </a:lnTo>
                  <a:lnTo>
                    <a:pt x="6337642" y="2219297"/>
                  </a:lnTo>
                  <a:lnTo>
                    <a:pt x="6371109" y="2324101"/>
                  </a:lnTo>
                  <a:lnTo>
                    <a:pt x="6404436" y="2427520"/>
                  </a:lnTo>
                  <a:lnTo>
                    <a:pt x="6437579" y="2529052"/>
                  </a:lnTo>
                  <a:lnTo>
                    <a:pt x="6470499" y="2628235"/>
                  </a:lnTo>
                  <a:lnTo>
                    <a:pt x="6503173" y="2724654"/>
                  </a:lnTo>
                  <a:lnTo>
                    <a:pt x="6535587" y="2817948"/>
                  </a:lnTo>
                  <a:lnTo>
                    <a:pt x="6567745" y="2907815"/>
                  </a:lnTo>
                  <a:lnTo>
                    <a:pt x="6599664" y="2994012"/>
                  </a:lnTo>
                  <a:lnTo>
                    <a:pt x="6631381" y="3076358"/>
                  </a:lnTo>
                  <a:lnTo>
                    <a:pt x="6662951" y="3154732"/>
                  </a:lnTo>
                  <a:lnTo>
                    <a:pt x="6694449" y="3229070"/>
                  </a:lnTo>
                  <a:lnTo>
                    <a:pt x="6725974" y="3299362"/>
                  </a:lnTo>
                  <a:lnTo>
                    <a:pt x="6757646" y="3365647"/>
                  </a:lnTo>
                  <a:lnTo>
                    <a:pt x="6786527" y="3422185"/>
                  </a:lnTo>
                  <a:lnTo>
                    <a:pt x="6830969" y="3501733"/>
                  </a:lnTo>
                  <a:lnTo>
                    <a:pt x="6876726" y="3574033"/>
                  </a:lnTo>
                  <a:lnTo>
                    <a:pt x="6924378" y="3639380"/>
                  </a:lnTo>
                  <a:lnTo>
                    <a:pt x="6974576" y="3698312"/>
                  </a:lnTo>
                  <a:lnTo>
                    <a:pt x="7027997" y="3751461"/>
                  </a:lnTo>
                  <a:lnTo>
                    <a:pt x="7085298" y="3799466"/>
                  </a:lnTo>
                  <a:lnTo>
                    <a:pt x="7147062" y="3842913"/>
                  </a:lnTo>
                  <a:lnTo>
                    <a:pt x="7213730" y="3882309"/>
                  </a:lnTo>
                  <a:lnTo>
                    <a:pt x="7285511" y="3918056"/>
                  </a:lnTo>
                  <a:lnTo>
                    <a:pt x="7362270" y="3950450"/>
                  </a:lnTo>
                  <a:lnTo>
                    <a:pt x="7443399" y="3979674"/>
                  </a:lnTo>
                  <a:lnTo>
                    <a:pt x="7527693" y="4005807"/>
                  </a:lnTo>
                  <a:lnTo>
                    <a:pt x="7613270" y="4028842"/>
                  </a:lnTo>
                  <a:lnTo>
                    <a:pt x="7697577" y="4048719"/>
                  </a:lnTo>
                  <a:lnTo>
                    <a:pt x="7777544" y="4065371"/>
                  </a:lnTo>
                  <a:lnTo>
                    <a:pt x="7849906" y="4078783"/>
                  </a:lnTo>
                  <a:lnTo>
                    <a:pt x="7911678" y="4089041"/>
                  </a:lnTo>
                  <a:lnTo>
                    <a:pt x="7960679" y="4096373"/>
                  </a:lnTo>
                  <a:lnTo>
                    <a:pt x="7995978" y="4101154"/>
                  </a:lnTo>
                  <a:lnTo>
                    <a:pt x="8018138" y="4103881"/>
                  </a:lnTo>
                  <a:lnTo>
                    <a:pt x="8029223" y="4105124"/>
                  </a:lnTo>
                  <a:lnTo>
                    <a:pt x="8032623" y="4105474"/>
                  </a:lnTo>
                  <a:lnTo>
                    <a:pt x="8032819" y="4105493"/>
                  </a:lnTo>
                  <a:lnTo>
                    <a:pt x="8554953" y="4105493"/>
                  </a:lnTo>
                  <a:lnTo>
                    <a:pt x="8554953" y="4099846"/>
                  </a:lnTo>
                  <a:lnTo>
                    <a:pt x="8032819" y="4099846"/>
                  </a:lnTo>
                  <a:lnTo>
                    <a:pt x="8031903" y="4099756"/>
                  </a:lnTo>
                  <a:lnTo>
                    <a:pt x="8025871" y="4099114"/>
                  </a:lnTo>
                  <a:lnTo>
                    <a:pt x="8010631" y="4097339"/>
                  </a:lnTo>
                  <a:lnTo>
                    <a:pt x="7983307" y="4093845"/>
                  </a:lnTo>
                  <a:lnTo>
                    <a:pt x="7942429" y="4088083"/>
                  </a:lnTo>
                  <a:lnTo>
                    <a:pt x="7888056" y="4079601"/>
                  </a:lnTo>
                  <a:lnTo>
                    <a:pt x="7821667" y="4068082"/>
                  </a:lnTo>
                  <a:lnTo>
                    <a:pt x="7745832" y="4053359"/>
                  </a:lnTo>
                  <a:lnTo>
                    <a:pt x="7663713" y="4035392"/>
                  </a:lnTo>
                  <a:lnTo>
                    <a:pt x="7578544" y="4014225"/>
                  </a:lnTo>
                  <a:lnTo>
                    <a:pt x="7493216" y="3989928"/>
                  </a:lnTo>
                  <a:lnTo>
                    <a:pt x="7410018" y="3962545"/>
                  </a:lnTo>
                  <a:lnTo>
                    <a:pt x="7330554" y="3932050"/>
                  </a:lnTo>
                  <a:lnTo>
                    <a:pt x="7255771" y="3898324"/>
                  </a:lnTo>
                  <a:lnTo>
                    <a:pt x="7186070" y="3861138"/>
                  </a:lnTo>
                  <a:lnTo>
                    <a:pt x="7121432" y="3820153"/>
                  </a:lnTo>
                  <a:lnTo>
                    <a:pt x="7061542" y="3774923"/>
                  </a:lnTo>
                  <a:lnTo>
                    <a:pt x="7005891" y="3724905"/>
                  </a:lnTo>
                  <a:lnTo>
                    <a:pt x="6953859" y="3669488"/>
                  </a:lnTo>
                  <a:lnTo>
                    <a:pt x="6904775" y="3608027"/>
                  </a:lnTo>
                  <a:lnTo>
                    <a:pt x="6857968" y="3539914"/>
                  </a:lnTo>
                  <a:lnTo>
                    <a:pt x="6812808" y="3464689"/>
                  </a:lnTo>
                  <a:lnTo>
                    <a:pt x="6786527" y="3416538"/>
                  </a:lnTo>
                  <a:lnTo>
                    <a:pt x="6754594" y="3353804"/>
                  </a:lnTo>
                  <a:lnTo>
                    <a:pt x="6722941" y="3287137"/>
                  </a:lnTo>
                  <a:lnTo>
                    <a:pt x="6691424" y="3216458"/>
                  </a:lnTo>
                  <a:lnTo>
                    <a:pt x="6659923" y="3141731"/>
                  </a:lnTo>
                  <a:lnTo>
                    <a:pt x="6628341" y="3062972"/>
                  </a:lnTo>
                  <a:lnTo>
                    <a:pt x="6596607" y="2980249"/>
                  </a:lnTo>
                  <a:lnTo>
                    <a:pt x="6564666" y="2893691"/>
                  </a:lnTo>
                  <a:lnTo>
                    <a:pt x="6532485" y="2803484"/>
                  </a:lnTo>
                  <a:lnTo>
                    <a:pt x="6500045" y="2709875"/>
                  </a:lnTo>
                  <a:lnTo>
                    <a:pt x="6467347" y="2613174"/>
                  </a:lnTo>
                  <a:lnTo>
                    <a:pt x="6434404" y="2513747"/>
                  </a:lnTo>
                  <a:lnTo>
                    <a:pt x="6401242" y="2412013"/>
                  </a:lnTo>
                  <a:lnTo>
                    <a:pt x="6367899" y="2308439"/>
                  </a:lnTo>
                  <a:lnTo>
                    <a:pt x="6334422" y="2203529"/>
                  </a:lnTo>
                  <a:lnTo>
                    <a:pt x="6300861" y="2097817"/>
                  </a:lnTo>
                  <a:lnTo>
                    <a:pt x="6267275" y="1991854"/>
                  </a:lnTo>
                  <a:lnTo>
                    <a:pt x="6233720" y="1886195"/>
                  </a:lnTo>
                  <a:lnTo>
                    <a:pt x="6200253" y="1781391"/>
                  </a:lnTo>
                  <a:lnTo>
                    <a:pt x="6166926" y="1677972"/>
                  </a:lnTo>
                  <a:lnTo>
                    <a:pt x="6133783" y="1576440"/>
                  </a:lnTo>
                  <a:lnTo>
                    <a:pt x="6100863" y="1477257"/>
                  </a:lnTo>
                  <a:lnTo>
                    <a:pt x="6068189" y="1380838"/>
                  </a:lnTo>
                  <a:lnTo>
                    <a:pt x="6035775" y="1287544"/>
                  </a:lnTo>
                  <a:lnTo>
                    <a:pt x="6003617" y="1197677"/>
                  </a:lnTo>
                  <a:lnTo>
                    <a:pt x="5971698" y="1111480"/>
                  </a:lnTo>
                  <a:lnTo>
                    <a:pt x="5939981" y="1029134"/>
                  </a:lnTo>
                  <a:lnTo>
                    <a:pt x="5908411" y="950760"/>
                  </a:lnTo>
                  <a:lnTo>
                    <a:pt x="5876912" y="876422"/>
                  </a:lnTo>
                  <a:lnTo>
                    <a:pt x="5845388" y="806131"/>
                  </a:lnTo>
                  <a:lnTo>
                    <a:pt x="5813715" y="739846"/>
                  </a:lnTo>
                  <a:lnTo>
                    <a:pt x="5784835" y="683307"/>
                  </a:lnTo>
                  <a:lnTo>
                    <a:pt x="5740393" y="603759"/>
                  </a:lnTo>
                  <a:lnTo>
                    <a:pt x="5694636" y="531459"/>
                  </a:lnTo>
                  <a:lnTo>
                    <a:pt x="5646984" y="466112"/>
                  </a:lnTo>
                  <a:lnTo>
                    <a:pt x="5596786" y="407181"/>
                  </a:lnTo>
                  <a:lnTo>
                    <a:pt x="5543365" y="354032"/>
                  </a:lnTo>
                  <a:lnTo>
                    <a:pt x="5486064" y="306027"/>
                  </a:lnTo>
                  <a:lnTo>
                    <a:pt x="5424300" y="262579"/>
                  </a:lnTo>
                  <a:lnTo>
                    <a:pt x="5357632" y="223183"/>
                  </a:lnTo>
                  <a:lnTo>
                    <a:pt x="5285851" y="187436"/>
                  </a:lnTo>
                  <a:lnTo>
                    <a:pt x="5209092" y="155042"/>
                  </a:lnTo>
                  <a:lnTo>
                    <a:pt x="5127963" y="125818"/>
                  </a:lnTo>
                  <a:lnTo>
                    <a:pt x="5043669" y="99686"/>
                  </a:lnTo>
                  <a:lnTo>
                    <a:pt x="4958092" y="76651"/>
                  </a:lnTo>
                  <a:lnTo>
                    <a:pt x="4873785" y="56774"/>
                  </a:lnTo>
                  <a:lnTo>
                    <a:pt x="4793818" y="40121"/>
                  </a:lnTo>
                  <a:lnTo>
                    <a:pt x="4721456" y="26709"/>
                  </a:lnTo>
                  <a:lnTo>
                    <a:pt x="4659684" y="16451"/>
                  </a:lnTo>
                  <a:lnTo>
                    <a:pt x="4610683" y="9120"/>
                  </a:lnTo>
                  <a:lnTo>
                    <a:pt x="4575384" y="4339"/>
                  </a:lnTo>
                  <a:lnTo>
                    <a:pt x="4553224" y="1612"/>
                  </a:lnTo>
                  <a:lnTo>
                    <a:pt x="4542139" y="368"/>
                  </a:lnTo>
                  <a:lnTo>
                    <a:pt x="4538739" y="18"/>
                  </a:lnTo>
                  <a:lnTo>
                    <a:pt x="4538543" y="0"/>
                  </a:lnTo>
                  <a:lnTo>
                    <a:pt x="4016409" y="0"/>
                  </a:lnTo>
                  <a:lnTo>
                    <a:pt x="4015514" y="94"/>
                  </a:lnTo>
                  <a:lnTo>
                    <a:pt x="4009618" y="765"/>
                  </a:lnTo>
                  <a:lnTo>
                    <a:pt x="3994712" y="2619"/>
                  </a:lnTo>
                  <a:lnTo>
                    <a:pt x="3967960" y="6270"/>
                  </a:lnTo>
                  <a:lnTo>
                    <a:pt x="3927888" y="12294"/>
                  </a:lnTo>
                  <a:lnTo>
                    <a:pt x="3874500" y="21167"/>
                  </a:lnTo>
                  <a:lnTo>
                    <a:pt x="3809187" y="33227"/>
                  </a:lnTo>
                  <a:lnTo>
                    <a:pt x="3734416" y="48657"/>
                  </a:lnTo>
                  <a:lnTo>
                    <a:pt x="3653256" y="67505"/>
                  </a:lnTo>
                  <a:lnTo>
                    <a:pt x="3568877" y="89730"/>
                  </a:lnTo>
                  <a:lnTo>
                    <a:pt x="3484136" y="115256"/>
                  </a:lnTo>
                  <a:lnTo>
                    <a:pt x="3401325" y="144036"/>
                  </a:lnTo>
                  <a:lnTo>
                    <a:pt x="3322070" y="176088"/>
                  </a:lnTo>
                  <a:lnTo>
                    <a:pt x="3247354" y="211525"/>
                  </a:lnTo>
                  <a:lnTo>
                    <a:pt x="3177620" y="250574"/>
                  </a:lnTo>
                  <a:lnTo>
                    <a:pt x="3112891" y="293578"/>
                  </a:lnTo>
                  <a:lnTo>
                    <a:pt x="3052886" y="340988"/>
                  </a:lnTo>
                  <a:lnTo>
                    <a:pt x="2997129" y="393361"/>
                  </a:lnTo>
                  <a:lnTo>
                    <a:pt x="2945025" y="451326"/>
                  </a:lnTo>
                  <a:lnTo>
                    <a:pt x="2895923" y="515558"/>
                  </a:lnTo>
                  <a:lnTo>
                    <a:pt x="2849164" y="586703"/>
                  </a:lnTo>
                  <a:lnTo>
                    <a:pt x="2804124" y="665279"/>
                  </a:lnTo>
                  <a:lnTo>
                    <a:pt x="2770117" y="731308"/>
                  </a:lnTo>
                  <a:lnTo>
                    <a:pt x="2739128" y="796394"/>
                  </a:lnTo>
                  <a:lnTo>
                    <a:pt x="2708407" y="865440"/>
                  </a:lnTo>
                  <a:lnTo>
                    <a:pt x="2677821" y="938526"/>
                  </a:lnTo>
                  <a:lnTo>
                    <a:pt x="2647259" y="1015690"/>
                  </a:lnTo>
                  <a:lnTo>
                    <a:pt x="2616631" y="1096920"/>
                  </a:lnTo>
                  <a:lnTo>
                    <a:pt x="2585868" y="1182159"/>
                  </a:lnTo>
                  <a:lnTo>
                    <a:pt x="2554918" y="1271290"/>
                  </a:lnTo>
                  <a:lnTo>
                    <a:pt x="2523746" y="1364143"/>
                  </a:lnTo>
                  <a:lnTo>
                    <a:pt x="2492334" y="1460487"/>
                  </a:lnTo>
                  <a:lnTo>
                    <a:pt x="2460678" y="1560037"/>
                  </a:lnTo>
                  <a:lnTo>
                    <a:pt x="2428785" y="1662450"/>
                  </a:lnTo>
                  <a:lnTo>
                    <a:pt x="2396677" y="1767331"/>
                  </a:lnTo>
                  <a:lnTo>
                    <a:pt x="2364385" y="1874239"/>
                  </a:lnTo>
                  <a:lnTo>
                    <a:pt x="2331949" y="1982693"/>
                  </a:lnTo>
                  <a:lnTo>
                    <a:pt x="2299413" y="2092182"/>
                  </a:lnTo>
                  <a:lnTo>
                    <a:pt x="2266829" y="2202172"/>
                  </a:lnTo>
                  <a:lnTo>
                    <a:pt x="2234249" y="2312122"/>
                  </a:lnTo>
                  <a:lnTo>
                    <a:pt x="2201725" y="2421489"/>
                  </a:lnTo>
                  <a:lnTo>
                    <a:pt x="2169307" y="2529744"/>
                  </a:lnTo>
                  <a:lnTo>
                    <a:pt x="2137041" y="2636378"/>
                  </a:lnTo>
                  <a:lnTo>
                    <a:pt x="2104963" y="2740916"/>
                  </a:lnTo>
                  <a:lnTo>
                    <a:pt x="2073105" y="2842923"/>
                  </a:lnTo>
                  <a:lnTo>
                    <a:pt x="2041485" y="2942014"/>
                  </a:lnTo>
                  <a:lnTo>
                    <a:pt x="2010110" y="3037852"/>
                  </a:lnTo>
                  <a:lnTo>
                    <a:pt x="1978973" y="3130160"/>
                  </a:lnTo>
                  <a:lnTo>
                    <a:pt x="1948054" y="3218717"/>
                  </a:lnTo>
                  <a:lnTo>
                    <a:pt x="1917314" y="3303361"/>
                  </a:lnTo>
                  <a:lnTo>
                    <a:pt x="1886701" y="3383985"/>
                  </a:lnTo>
                  <a:lnTo>
                    <a:pt x="1856141" y="3460536"/>
                  </a:lnTo>
                  <a:lnTo>
                    <a:pt x="1825543" y="3533014"/>
                  </a:lnTo>
                  <a:lnTo>
                    <a:pt x="1794791" y="3601460"/>
                  </a:lnTo>
                  <a:lnTo>
                    <a:pt x="1768425" y="3656543"/>
                  </a:lnTo>
                  <a:lnTo>
                    <a:pt x="1724337" y="3741039"/>
                  </a:lnTo>
                  <a:lnTo>
                    <a:pt x="1678959" y="3817899"/>
                  </a:lnTo>
                  <a:lnTo>
                    <a:pt x="1631726" y="3887426"/>
                  </a:lnTo>
                  <a:lnTo>
                    <a:pt x="1582002" y="3950179"/>
                  </a:lnTo>
                  <a:lnTo>
                    <a:pt x="1529127" y="4006820"/>
                  </a:lnTo>
                  <a:lnTo>
                    <a:pt x="1472456" y="4058015"/>
                  </a:lnTo>
                  <a:lnTo>
                    <a:pt x="1411417" y="4104382"/>
                  </a:lnTo>
                  <a:lnTo>
                    <a:pt x="1345570" y="4146454"/>
                  </a:lnTo>
                  <a:lnTo>
                    <a:pt x="1274693" y="4184659"/>
                  </a:lnTo>
                  <a:lnTo>
                    <a:pt x="1198892" y="4219314"/>
                  </a:lnTo>
                  <a:lnTo>
                    <a:pt x="1118723" y="4250618"/>
                  </a:lnTo>
                  <a:lnTo>
                    <a:pt x="1035309" y="4278663"/>
                  </a:lnTo>
                  <a:lnTo>
                    <a:pt x="950427" y="4303447"/>
                  </a:lnTo>
                  <a:lnTo>
                    <a:pt x="866509" y="4324913"/>
                  </a:lnTo>
                  <a:lnTo>
                    <a:pt x="786515" y="4342988"/>
                  </a:lnTo>
                  <a:lnTo>
                    <a:pt x="713631" y="4357647"/>
                  </a:lnTo>
                  <a:lnTo>
                    <a:pt x="650835" y="4368963"/>
                  </a:lnTo>
                  <a:lnTo>
                    <a:pt x="600387" y="4377156"/>
                  </a:lnTo>
                  <a:lnTo>
                    <a:pt x="563386" y="4382596"/>
                  </a:lnTo>
                  <a:lnTo>
                    <a:pt x="539498" y="4385788"/>
                  </a:lnTo>
                  <a:lnTo>
                    <a:pt x="526925" y="4387320"/>
                  </a:lnTo>
                  <a:lnTo>
                    <a:pt x="522552" y="4387808"/>
                  </a:lnTo>
                  <a:lnTo>
                    <a:pt x="522133" y="4387851"/>
                  </a:lnTo>
                  <a:lnTo>
                    <a:pt x="0" y="4387851"/>
                  </a:lnTo>
                  <a:close/>
                </a:path>
              </a:pathLst>
            </a:custGeom>
            <a:solidFill>
              <a:srgbClr val="DCB9FA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2115" name="pl2115"/>
            <p:cNvSpPr/>
            <p:nvPr/>
          </p:nvSpPr>
          <p:spPr>
            <a:xfrm>
              <a:off x="386606" y="1806734"/>
              <a:ext cx="8554953" cy="4387851"/>
            </a:xfrm>
            <a:custGeom>
              <a:avLst/>
              <a:pathLst>
                <a:path w="8554953" h="4387851">
                  <a:moveTo>
                    <a:pt x="0" y="4387851"/>
                  </a:moveTo>
                  <a:lnTo>
                    <a:pt x="522133" y="4387851"/>
                  </a:lnTo>
                  <a:lnTo>
                    <a:pt x="523028" y="4387757"/>
                  </a:lnTo>
                  <a:lnTo>
                    <a:pt x="528924" y="4387086"/>
                  </a:lnTo>
                  <a:lnTo>
                    <a:pt x="543830" y="4385232"/>
                  </a:lnTo>
                  <a:lnTo>
                    <a:pt x="570583" y="4381581"/>
                  </a:lnTo>
                  <a:lnTo>
                    <a:pt x="610654" y="4375557"/>
                  </a:lnTo>
                  <a:lnTo>
                    <a:pt x="664042" y="4366684"/>
                  </a:lnTo>
                  <a:lnTo>
                    <a:pt x="729355" y="4354624"/>
                  </a:lnTo>
                  <a:lnTo>
                    <a:pt x="804126" y="4339194"/>
                  </a:lnTo>
                  <a:lnTo>
                    <a:pt x="885286" y="4320346"/>
                  </a:lnTo>
                  <a:lnTo>
                    <a:pt x="969666" y="4298121"/>
                  </a:lnTo>
                  <a:lnTo>
                    <a:pt x="1054406" y="4272595"/>
                  </a:lnTo>
                  <a:lnTo>
                    <a:pt x="1137217" y="4243815"/>
                  </a:lnTo>
                  <a:lnTo>
                    <a:pt x="1216473" y="4211763"/>
                  </a:lnTo>
                  <a:lnTo>
                    <a:pt x="1291188" y="4176326"/>
                  </a:lnTo>
                  <a:lnTo>
                    <a:pt x="1360922" y="4137277"/>
                  </a:lnTo>
                  <a:lnTo>
                    <a:pt x="1425652" y="4094273"/>
                  </a:lnTo>
                  <a:lnTo>
                    <a:pt x="1485656" y="4046863"/>
                  </a:lnTo>
                  <a:lnTo>
                    <a:pt x="1541413" y="3994490"/>
                  </a:lnTo>
                  <a:lnTo>
                    <a:pt x="1593517" y="3936525"/>
                  </a:lnTo>
                  <a:lnTo>
                    <a:pt x="1642619" y="3872293"/>
                  </a:lnTo>
                  <a:lnTo>
                    <a:pt x="1689378" y="3801148"/>
                  </a:lnTo>
                  <a:lnTo>
                    <a:pt x="1734418" y="3722572"/>
                  </a:lnTo>
                  <a:lnTo>
                    <a:pt x="1768425" y="3656543"/>
                  </a:lnTo>
                  <a:lnTo>
                    <a:pt x="1799415" y="3591457"/>
                  </a:lnTo>
                  <a:lnTo>
                    <a:pt x="1830135" y="3522411"/>
                  </a:lnTo>
                  <a:lnTo>
                    <a:pt x="1860721" y="3449325"/>
                  </a:lnTo>
                  <a:lnTo>
                    <a:pt x="1891283" y="3372161"/>
                  </a:lnTo>
                  <a:lnTo>
                    <a:pt x="1921911" y="3290930"/>
                  </a:lnTo>
                  <a:lnTo>
                    <a:pt x="1952675" y="3205692"/>
                  </a:lnTo>
                  <a:lnTo>
                    <a:pt x="1983625" y="3116561"/>
                  </a:lnTo>
                  <a:lnTo>
                    <a:pt x="2014796" y="3023708"/>
                  </a:lnTo>
                  <a:lnTo>
                    <a:pt x="2046208" y="2927364"/>
                  </a:lnTo>
                  <a:lnTo>
                    <a:pt x="2077865" y="2827814"/>
                  </a:lnTo>
                  <a:lnTo>
                    <a:pt x="2109757" y="2725401"/>
                  </a:lnTo>
                  <a:lnTo>
                    <a:pt x="2141865" y="2620520"/>
                  </a:lnTo>
                  <a:lnTo>
                    <a:pt x="2174157" y="2513612"/>
                  </a:lnTo>
                  <a:lnTo>
                    <a:pt x="2206594" y="2405158"/>
                  </a:lnTo>
                  <a:lnTo>
                    <a:pt x="2239129" y="2295669"/>
                  </a:lnTo>
                  <a:lnTo>
                    <a:pt x="2271713" y="2185679"/>
                  </a:lnTo>
                  <a:lnTo>
                    <a:pt x="2304293" y="2075729"/>
                  </a:lnTo>
                  <a:lnTo>
                    <a:pt x="2336817" y="1966361"/>
                  </a:lnTo>
                  <a:lnTo>
                    <a:pt x="2369235" y="1858107"/>
                  </a:lnTo>
                  <a:lnTo>
                    <a:pt x="2401502" y="1751473"/>
                  </a:lnTo>
                  <a:lnTo>
                    <a:pt x="2433579" y="1646935"/>
                  </a:lnTo>
                  <a:lnTo>
                    <a:pt x="2465437" y="1544928"/>
                  </a:lnTo>
                  <a:lnTo>
                    <a:pt x="2497057" y="1445837"/>
                  </a:lnTo>
                  <a:lnTo>
                    <a:pt x="2528432" y="1349999"/>
                  </a:lnTo>
                  <a:lnTo>
                    <a:pt x="2559569" y="1257691"/>
                  </a:lnTo>
                  <a:lnTo>
                    <a:pt x="2590489" y="1169134"/>
                  </a:lnTo>
                  <a:lnTo>
                    <a:pt x="2621228" y="1084490"/>
                  </a:lnTo>
                  <a:lnTo>
                    <a:pt x="2651841" y="1003866"/>
                  </a:lnTo>
                  <a:lnTo>
                    <a:pt x="2682401" y="927314"/>
                  </a:lnTo>
                  <a:lnTo>
                    <a:pt x="2712999" y="854837"/>
                  </a:lnTo>
                  <a:lnTo>
                    <a:pt x="2743751" y="786391"/>
                  </a:lnTo>
                  <a:lnTo>
                    <a:pt x="2770117" y="731308"/>
                  </a:lnTo>
                  <a:lnTo>
                    <a:pt x="2814205" y="646812"/>
                  </a:lnTo>
                  <a:lnTo>
                    <a:pt x="2859583" y="569952"/>
                  </a:lnTo>
                  <a:lnTo>
                    <a:pt x="2906816" y="500425"/>
                  </a:lnTo>
                  <a:lnTo>
                    <a:pt x="2956540" y="437672"/>
                  </a:lnTo>
                  <a:lnTo>
                    <a:pt x="3009416" y="381031"/>
                  </a:lnTo>
                  <a:lnTo>
                    <a:pt x="3066086" y="329836"/>
                  </a:lnTo>
                  <a:lnTo>
                    <a:pt x="3127125" y="283469"/>
                  </a:lnTo>
                  <a:lnTo>
                    <a:pt x="3192973" y="241397"/>
                  </a:lnTo>
                  <a:lnTo>
                    <a:pt x="3263849" y="203192"/>
                  </a:lnTo>
                  <a:lnTo>
                    <a:pt x="3339650" y="168537"/>
                  </a:lnTo>
                  <a:lnTo>
                    <a:pt x="3419819" y="137233"/>
                  </a:lnTo>
                  <a:lnTo>
                    <a:pt x="3503233" y="109188"/>
                  </a:lnTo>
                  <a:lnTo>
                    <a:pt x="3588116" y="84404"/>
                  </a:lnTo>
                  <a:lnTo>
                    <a:pt x="3672033" y="62938"/>
                  </a:lnTo>
                  <a:lnTo>
                    <a:pt x="3752027" y="44862"/>
                  </a:lnTo>
                  <a:lnTo>
                    <a:pt x="3824912" y="30204"/>
                  </a:lnTo>
                  <a:lnTo>
                    <a:pt x="3887708" y="18887"/>
                  </a:lnTo>
                  <a:lnTo>
                    <a:pt x="3938155" y="10695"/>
                  </a:lnTo>
                  <a:lnTo>
                    <a:pt x="3975156" y="5255"/>
                  </a:lnTo>
                  <a:lnTo>
                    <a:pt x="3999045" y="2063"/>
                  </a:lnTo>
                  <a:lnTo>
                    <a:pt x="4011617" y="531"/>
                  </a:lnTo>
                  <a:lnTo>
                    <a:pt x="4015990" y="43"/>
                  </a:lnTo>
                  <a:lnTo>
                    <a:pt x="4016409" y="0"/>
                  </a:lnTo>
                  <a:lnTo>
                    <a:pt x="4538543" y="0"/>
                  </a:lnTo>
                  <a:lnTo>
                    <a:pt x="4539459" y="90"/>
                  </a:lnTo>
                  <a:lnTo>
                    <a:pt x="4545491" y="732"/>
                  </a:lnTo>
                  <a:lnTo>
                    <a:pt x="4560731" y="2506"/>
                  </a:lnTo>
                  <a:lnTo>
                    <a:pt x="4588055" y="6001"/>
                  </a:lnTo>
                  <a:lnTo>
                    <a:pt x="4628933" y="11762"/>
                  </a:lnTo>
                  <a:lnTo>
                    <a:pt x="4683306" y="20244"/>
                  </a:lnTo>
                  <a:lnTo>
                    <a:pt x="4749695" y="31763"/>
                  </a:lnTo>
                  <a:lnTo>
                    <a:pt x="4825530" y="46486"/>
                  </a:lnTo>
                  <a:lnTo>
                    <a:pt x="4907649" y="64453"/>
                  </a:lnTo>
                  <a:lnTo>
                    <a:pt x="4992818" y="85620"/>
                  </a:lnTo>
                  <a:lnTo>
                    <a:pt x="5078146" y="109917"/>
                  </a:lnTo>
                  <a:lnTo>
                    <a:pt x="5161344" y="137300"/>
                  </a:lnTo>
                  <a:lnTo>
                    <a:pt x="5240808" y="167795"/>
                  </a:lnTo>
                  <a:lnTo>
                    <a:pt x="5315591" y="201521"/>
                  </a:lnTo>
                  <a:lnTo>
                    <a:pt x="5385292" y="238707"/>
                  </a:lnTo>
                  <a:lnTo>
                    <a:pt x="5449930" y="279692"/>
                  </a:lnTo>
                  <a:lnTo>
                    <a:pt x="5509820" y="324923"/>
                  </a:lnTo>
                  <a:lnTo>
                    <a:pt x="5565471" y="374940"/>
                  </a:lnTo>
                  <a:lnTo>
                    <a:pt x="5617503" y="430357"/>
                  </a:lnTo>
                  <a:lnTo>
                    <a:pt x="5666587" y="491818"/>
                  </a:lnTo>
                  <a:lnTo>
                    <a:pt x="5713394" y="559931"/>
                  </a:lnTo>
                  <a:lnTo>
                    <a:pt x="5758554" y="635157"/>
                  </a:lnTo>
                  <a:lnTo>
                    <a:pt x="5784835" y="683307"/>
                  </a:lnTo>
                  <a:lnTo>
                    <a:pt x="5816768" y="746041"/>
                  </a:lnTo>
                  <a:lnTo>
                    <a:pt x="5848420" y="812708"/>
                  </a:lnTo>
                  <a:lnTo>
                    <a:pt x="5879938" y="883388"/>
                  </a:lnTo>
                  <a:lnTo>
                    <a:pt x="5911439" y="958114"/>
                  </a:lnTo>
                  <a:lnTo>
                    <a:pt x="5943020" y="1036874"/>
                  </a:lnTo>
                  <a:lnTo>
                    <a:pt x="5974755" y="1119596"/>
                  </a:lnTo>
                  <a:lnTo>
                    <a:pt x="6006696" y="1206154"/>
                  </a:lnTo>
                  <a:lnTo>
                    <a:pt x="6038877" y="1296362"/>
                  </a:lnTo>
                  <a:lnTo>
                    <a:pt x="6071317" y="1389970"/>
                  </a:lnTo>
                  <a:lnTo>
                    <a:pt x="6104015" y="1486671"/>
                  </a:lnTo>
                  <a:lnTo>
                    <a:pt x="6136958" y="1586098"/>
                  </a:lnTo>
                  <a:lnTo>
                    <a:pt x="6170120" y="1687832"/>
                  </a:lnTo>
                  <a:lnTo>
                    <a:pt x="6203463" y="1791407"/>
                  </a:lnTo>
                  <a:lnTo>
                    <a:pt x="6236940" y="1896316"/>
                  </a:lnTo>
                  <a:lnTo>
                    <a:pt x="6270501" y="2002028"/>
                  </a:lnTo>
                  <a:lnTo>
                    <a:pt x="6304087" y="2107991"/>
                  </a:lnTo>
                  <a:lnTo>
                    <a:pt x="6337642" y="2213650"/>
                  </a:lnTo>
                  <a:lnTo>
                    <a:pt x="6371109" y="2318454"/>
                  </a:lnTo>
                  <a:lnTo>
                    <a:pt x="6404436" y="2421873"/>
                  </a:lnTo>
                  <a:lnTo>
                    <a:pt x="6437579" y="2523405"/>
                  </a:lnTo>
                  <a:lnTo>
                    <a:pt x="6470499" y="2622588"/>
                  </a:lnTo>
                  <a:lnTo>
                    <a:pt x="6503173" y="2719007"/>
                  </a:lnTo>
                  <a:lnTo>
                    <a:pt x="6535587" y="2812301"/>
                  </a:lnTo>
                  <a:lnTo>
                    <a:pt x="6567745" y="2902168"/>
                  </a:lnTo>
                  <a:lnTo>
                    <a:pt x="6599664" y="2988365"/>
                  </a:lnTo>
                  <a:lnTo>
                    <a:pt x="6631381" y="3070711"/>
                  </a:lnTo>
                  <a:lnTo>
                    <a:pt x="6662951" y="3149085"/>
                  </a:lnTo>
                  <a:lnTo>
                    <a:pt x="6694449" y="3223423"/>
                  </a:lnTo>
                  <a:lnTo>
                    <a:pt x="6725974" y="3293715"/>
                  </a:lnTo>
                  <a:lnTo>
                    <a:pt x="6757646" y="3359999"/>
                  </a:lnTo>
                  <a:lnTo>
                    <a:pt x="6786527" y="3416538"/>
                  </a:lnTo>
                  <a:lnTo>
                    <a:pt x="6830969" y="3496086"/>
                  </a:lnTo>
                  <a:lnTo>
                    <a:pt x="6876726" y="3568386"/>
                  </a:lnTo>
                  <a:lnTo>
                    <a:pt x="6924378" y="3633733"/>
                  </a:lnTo>
                  <a:lnTo>
                    <a:pt x="6974576" y="3692664"/>
                  </a:lnTo>
                  <a:lnTo>
                    <a:pt x="7027997" y="3745814"/>
                  </a:lnTo>
                  <a:lnTo>
                    <a:pt x="7085298" y="3793818"/>
                  </a:lnTo>
                  <a:lnTo>
                    <a:pt x="7147062" y="3837266"/>
                  </a:lnTo>
                  <a:lnTo>
                    <a:pt x="7213730" y="3876662"/>
                  </a:lnTo>
                  <a:lnTo>
                    <a:pt x="7285511" y="3912409"/>
                  </a:lnTo>
                  <a:lnTo>
                    <a:pt x="7362270" y="3944803"/>
                  </a:lnTo>
                  <a:lnTo>
                    <a:pt x="7443399" y="3974027"/>
                  </a:lnTo>
                  <a:lnTo>
                    <a:pt x="7527693" y="4000160"/>
                  </a:lnTo>
                  <a:lnTo>
                    <a:pt x="7613270" y="4023194"/>
                  </a:lnTo>
                  <a:lnTo>
                    <a:pt x="7697577" y="4043071"/>
                  </a:lnTo>
                  <a:lnTo>
                    <a:pt x="7777544" y="4059724"/>
                  </a:lnTo>
                  <a:lnTo>
                    <a:pt x="7849906" y="4073136"/>
                  </a:lnTo>
                  <a:lnTo>
                    <a:pt x="7911678" y="4083394"/>
                  </a:lnTo>
                  <a:lnTo>
                    <a:pt x="7960679" y="4090726"/>
                  </a:lnTo>
                  <a:lnTo>
                    <a:pt x="7995978" y="4095506"/>
                  </a:lnTo>
                  <a:lnTo>
                    <a:pt x="8018138" y="4098234"/>
                  </a:lnTo>
                  <a:lnTo>
                    <a:pt x="8029223" y="4099477"/>
                  </a:lnTo>
                  <a:lnTo>
                    <a:pt x="8032623" y="4099827"/>
                  </a:lnTo>
                  <a:lnTo>
                    <a:pt x="8032819" y="4099846"/>
                  </a:lnTo>
                  <a:lnTo>
                    <a:pt x="8554953" y="4099846"/>
                  </a:lnTo>
                  <a:lnTo>
                    <a:pt x="8554953" y="4099846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116" name="pl2116"/>
            <p:cNvSpPr/>
            <p:nvPr/>
          </p:nvSpPr>
          <p:spPr>
            <a:xfrm>
              <a:off x="386606" y="1801086"/>
              <a:ext cx="8554953" cy="4387851"/>
            </a:xfrm>
            <a:custGeom>
              <a:avLst/>
              <a:pathLst>
                <a:path w="8554953" h="4387851">
                  <a:moveTo>
                    <a:pt x="8554953" y="4099846"/>
                  </a:moveTo>
                  <a:lnTo>
                    <a:pt x="8032819" y="4099846"/>
                  </a:lnTo>
                  <a:lnTo>
                    <a:pt x="8031903" y="4099756"/>
                  </a:lnTo>
                  <a:lnTo>
                    <a:pt x="8025871" y="4099114"/>
                  </a:lnTo>
                  <a:lnTo>
                    <a:pt x="8010631" y="4097339"/>
                  </a:lnTo>
                  <a:lnTo>
                    <a:pt x="7983307" y="4093845"/>
                  </a:lnTo>
                  <a:lnTo>
                    <a:pt x="7942429" y="4088083"/>
                  </a:lnTo>
                  <a:lnTo>
                    <a:pt x="7888056" y="4079601"/>
                  </a:lnTo>
                  <a:lnTo>
                    <a:pt x="7821667" y="4068082"/>
                  </a:lnTo>
                  <a:lnTo>
                    <a:pt x="7745832" y="4053359"/>
                  </a:lnTo>
                  <a:lnTo>
                    <a:pt x="7663713" y="4035392"/>
                  </a:lnTo>
                  <a:lnTo>
                    <a:pt x="7578544" y="4014225"/>
                  </a:lnTo>
                  <a:lnTo>
                    <a:pt x="7493216" y="3989928"/>
                  </a:lnTo>
                  <a:lnTo>
                    <a:pt x="7410018" y="3962545"/>
                  </a:lnTo>
                  <a:lnTo>
                    <a:pt x="7330554" y="3932050"/>
                  </a:lnTo>
                  <a:lnTo>
                    <a:pt x="7255771" y="3898324"/>
                  </a:lnTo>
                  <a:lnTo>
                    <a:pt x="7186070" y="3861138"/>
                  </a:lnTo>
                  <a:lnTo>
                    <a:pt x="7121432" y="3820153"/>
                  </a:lnTo>
                  <a:lnTo>
                    <a:pt x="7061542" y="3774923"/>
                  </a:lnTo>
                  <a:lnTo>
                    <a:pt x="7005891" y="3724905"/>
                  </a:lnTo>
                  <a:lnTo>
                    <a:pt x="6953859" y="3669488"/>
                  </a:lnTo>
                  <a:lnTo>
                    <a:pt x="6904775" y="3608027"/>
                  </a:lnTo>
                  <a:lnTo>
                    <a:pt x="6857968" y="3539914"/>
                  </a:lnTo>
                  <a:lnTo>
                    <a:pt x="6812808" y="3464689"/>
                  </a:lnTo>
                  <a:lnTo>
                    <a:pt x="6786527" y="3416538"/>
                  </a:lnTo>
                  <a:lnTo>
                    <a:pt x="6754594" y="3353804"/>
                  </a:lnTo>
                  <a:lnTo>
                    <a:pt x="6722941" y="3287137"/>
                  </a:lnTo>
                  <a:lnTo>
                    <a:pt x="6691424" y="3216458"/>
                  </a:lnTo>
                  <a:lnTo>
                    <a:pt x="6659923" y="3141731"/>
                  </a:lnTo>
                  <a:lnTo>
                    <a:pt x="6628341" y="3062972"/>
                  </a:lnTo>
                  <a:lnTo>
                    <a:pt x="6596607" y="2980249"/>
                  </a:lnTo>
                  <a:lnTo>
                    <a:pt x="6564666" y="2893691"/>
                  </a:lnTo>
                  <a:lnTo>
                    <a:pt x="6532485" y="2803484"/>
                  </a:lnTo>
                  <a:lnTo>
                    <a:pt x="6500045" y="2709875"/>
                  </a:lnTo>
                  <a:lnTo>
                    <a:pt x="6467347" y="2613174"/>
                  </a:lnTo>
                  <a:lnTo>
                    <a:pt x="6434404" y="2513747"/>
                  </a:lnTo>
                  <a:lnTo>
                    <a:pt x="6401242" y="2412013"/>
                  </a:lnTo>
                  <a:lnTo>
                    <a:pt x="6367899" y="2308439"/>
                  </a:lnTo>
                  <a:lnTo>
                    <a:pt x="6334422" y="2203529"/>
                  </a:lnTo>
                  <a:lnTo>
                    <a:pt x="6300861" y="2097817"/>
                  </a:lnTo>
                  <a:lnTo>
                    <a:pt x="6267275" y="1991854"/>
                  </a:lnTo>
                  <a:lnTo>
                    <a:pt x="6233720" y="1886195"/>
                  </a:lnTo>
                  <a:lnTo>
                    <a:pt x="6200253" y="1781391"/>
                  </a:lnTo>
                  <a:lnTo>
                    <a:pt x="6166926" y="1677972"/>
                  </a:lnTo>
                  <a:lnTo>
                    <a:pt x="6133783" y="1576440"/>
                  </a:lnTo>
                  <a:lnTo>
                    <a:pt x="6100863" y="1477257"/>
                  </a:lnTo>
                  <a:lnTo>
                    <a:pt x="6068189" y="1380838"/>
                  </a:lnTo>
                  <a:lnTo>
                    <a:pt x="6035775" y="1287544"/>
                  </a:lnTo>
                  <a:lnTo>
                    <a:pt x="6003617" y="1197677"/>
                  </a:lnTo>
                  <a:lnTo>
                    <a:pt x="5971698" y="1111480"/>
                  </a:lnTo>
                  <a:lnTo>
                    <a:pt x="5939981" y="1029134"/>
                  </a:lnTo>
                  <a:lnTo>
                    <a:pt x="5908411" y="950760"/>
                  </a:lnTo>
                  <a:lnTo>
                    <a:pt x="5876912" y="876422"/>
                  </a:lnTo>
                  <a:lnTo>
                    <a:pt x="5845388" y="806131"/>
                  </a:lnTo>
                  <a:lnTo>
                    <a:pt x="5813715" y="739846"/>
                  </a:lnTo>
                  <a:lnTo>
                    <a:pt x="5784835" y="683307"/>
                  </a:lnTo>
                  <a:lnTo>
                    <a:pt x="5740393" y="603759"/>
                  </a:lnTo>
                  <a:lnTo>
                    <a:pt x="5694636" y="531459"/>
                  </a:lnTo>
                  <a:lnTo>
                    <a:pt x="5646984" y="466112"/>
                  </a:lnTo>
                  <a:lnTo>
                    <a:pt x="5596786" y="407181"/>
                  </a:lnTo>
                  <a:lnTo>
                    <a:pt x="5543365" y="354032"/>
                  </a:lnTo>
                  <a:lnTo>
                    <a:pt x="5486064" y="306027"/>
                  </a:lnTo>
                  <a:lnTo>
                    <a:pt x="5424300" y="262579"/>
                  </a:lnTo>
                  <a:lnTo>
                    <a:pt x="5357632" y="223183"/>
                  </a:lnTo>
                  <a:lnTo>
                    <a:pt x="5285851" y="187436"/>
                  </a:lnTo>
                  <a:lnTo>
                    <a:pt x="5209092" y="155042"/>
                  </a:lnTo>
                  <a:lnTo>
                    <a:pt x="5127963" y="125818"/>
                  </a:lnTo>
                  <a:lnTo>
                    <a:pt x="5043669" y="99686"/>
                  </a:lnTo>
                  <a:lnTo>
                    <a:pt x="4958092" y="76651"/>
                  </a:lnTo>
                  <a:lnTo>
                    <a:pt x="4873785" y="56774"/>
                  </a:lnTo>
                  <a:lnTo>
                    <a:pt x="4793818" y="40121"/>
                  </a:lnTo>
                  <a:lnTo>
                    <a:pt x="4721456" y="26709"/>
                  </a:lnTo>
                  <a:lnTo>
                    <a:pt x="4659684" y="16451"/>
                  </a:lnTo>
                  <a:lnTo>
                    <a:pt x="4610683" y="9120"/>
                  </a:lnTo>
                  <a:lnTo>
                    <a:pt x="4575384" y="4339"/>
                  </a:lnTo>
                  <a:lnTo>
                    <a:pt x="4553224" y="1612"/>
                  </a:lnTo>
                  <a:lnTo>
                    <a:pt x="4542139" y="368"/>
                  </a:lnTo>
                  <a:lnTo>
                    <a:pt x="4538739" y="18"/>
                  </a:lnTo>
                  <a:lnTo>
                    <a:pt x="4538543" y="0"/>
                  </a:lnTo>
                  <a:lnTo>
                    <a:pt x="4016409" y="0"/>
                  </a:lnTo>
                  <a:lnTo>
                    <a:pt x="4015514" y="94"/>
                  </a:lnTo>
                  <a:lnTo>
                    <a:pt x="4009618" y="765"/>
                  </a:lnTo>
                  <a:lnTo>
                    <a:pt x="3994712" y="2619"/>
                  </a:lnTo>
                  <a:lnTo>
                    <a:pt x="3967960" y="6270"/>
                  </a:lnTo>
                  <a:lnTo>
                    <a:pt x="3927888" y="12294"/>
                  </a:lnTo>
                  <a:lnTo>
                    <a:pt x="3874500" y="21167"/>
                  </a:lnTo>
                  <a:lnTo>
                    <a:pt x="3809187" y="33227"/>
                  </a:lnTo>
                  <a:lnTo>
                    <a:pt x="3734416" y="48657"/>
                  </a:lnTo>
                  <a:lnTo>
                    <a:pt x="3653256" y="67505"/>
                  </a:lnTo>
                  <a:lnTo>
                    <a:pt x="3568877" y="89730"/>
                  </a:lnTo>
                  <a:lnTo>
                    <a:pt x="3484136" y="115256"/>
                  </a:lnTo>
                  <a:lnTo>
                    <a:pt x="3401325" y="144036"/>
                  </a:lnTo>
                  <a:lnTo>
                    <a:pt x="3322070" y="176088"/>
                  </a:lnTo>
                  <a:lnTo>
                    <a:pt x="3247354" y="211525"/>
                  </a:lnTo>
                  <a:lnTo>
                    <a:pt x="3177620" y="250574"/>
                  </a:lnTo>
                  <a:lnTo>
                    <a:pt x="3112891" y="293578"/>
                  </a:lnTo>
                  <a:lnTo>
                    <a:pt x="3052886" y="340988"/>
                  </a:lnTo>
                  <a:lnTo>
                    <a:pt x="2997129" y="393361"/>
                  </a:lnTo>
                  <a:lnTo>
                    <a:pt x="2945025" y="451326"/>
                  </a:lnTo>
                  <a:lnTo>
                    <a:pt x="2895923" y="515558"/>
                  </a:lnTo>
                  <a:lnTo>
                    <a:pt x="2849164" y="586703"/>
                  </a:lnTo>
                  <a:lnTo>
                    <a:pt x="2804124" y="665279"/>
                  </a:lnTo>
                  <a:lnTo>
                    <a:pt x="2770117" y="731308"/>
                  </a:lnTo>
                  <a:lnTo>
                    <a:pt x="2739128" y="796394"/>
                  </a:lnTo>
                  <a:lnTo>
                    <a:pt x="2708407" y="865440"/>
                  </a:lnTo>
                  <a:lnTo>
                    <a:pt x="2677821" y="938526"/>
                  </a:lnTo>
                  <a:lnTo>
                    <a:pt x="2647259" y="1015690"/>
                  </a:lnTo>
                  <a:lnTo>
                    <a:pt x="2616631" y="1096920"/>
                  </a:lnTo>
                  <a:lnTo>
                    <a:pt x="2585868" y="1182159"/>
                  </a:lnTo>
                  <a:lnTo>
                    <a:pt x="2554918" y="1271290"/>
                  </a:lnTo>
                  <a:lnTo>
                    <a:pt x="2523746" y="1364143"/>
                  </a:lnTo>
                  <a:lnTo>
                    <a:pt x="2492334" y="1460487"/>
                  </a:lnTo>
                  <a:lnTo>
                    <a:pt x="2460678" y="1560037"/>
                  </a:lnTo>
                  <a:lnTo>
                    <a:pt x="2428785" y="1662450"/>
                  </a:lnTo>
                  <a:lnTo>
                    <a:pt x="2396677" y="1767331"/>
                  </a:lnTo>
                  <a:lnTo>
                    <a:pt x="2364385" y="1874239"/>
                  </a:lnTo>
                  <a:lnTo>
                    <a:pt x="2331949" y="1982693"/>
                  </a:lnTo>
                  <a:lnTo>
                    <a:pt x="2299413" y="2092182"/>
                  </a:lnTo>
                  <a:lnTo>
                    <a:pt x="2266829" y="2202172"/>
                  </a:lnTo>
                  <a:lnTo>
                    <a:pt x="2234249" y="2312122"/>
                  </a:lnTo>
                  <a:lnTo>
                    <a:pt x="2201725" y="2421489"/>
                  </a:lnTo>
                  <a:lnTo>
                    <a:pt x="2169307" y="2529744"/>
                  </a:lnTo>
                  <a:lnTo>
                    <a:pt x="2137041" y="2636378"/>
                  </a:lnTo>
                  <a:lnTo>
                    <a:pt x="2104963" y="2740916"/>
                  </a:lnTo>
                  <a:lnTo>
                    <a:pt x="2073105" y="2842923"/>
                  </a:lnTo>
                  <a:lnTo>
                    <a:pt x="2041485" y="2942014"/>
                  </a:lnTo>
                  <a:lnTo>
                    <a:pt x="2010110" y="3037852"/>
                  </a:lnTo>
                  <a:lnTo>
                    <a:pt x="1978973" y="3130160"/>
                  </a:lnTo>
                  <a:lnTo>
                    <a:pt x="1948054" y="3218717"/>
                  </a:lnTo>
                  <a:lnTo>
                    <a:pt x="1917314" y="3303361"/>
                  </a:lnTo>
                  <a:lnTo>
                    <a:pt x="1886701" y="3383985"/>
                  </a:lnTo>
                  <a:lnTo>
                    <a:pt x="1856141" y="3460536"/>
                  </a:lnTo>
                  <a:lnTo>
                    <a:pt x="1825543" y="3533014"/>
                  </a:lnTo>
                  <a:lnTo>
                    <a:pt x="1794791" y="3601460"/>
                  </a:lnTo>
                  <a:lnTo>
                    <a:pt x="1768425" y="3656543"/>
                  </a:lnTo>
                  <a:lnTo>
                    <a:pt x="1724337" y="3741039"/>
                  </a:lnTo>
                  <a:lnTo>
                    <a:pt x="1678959" y="3817899"/>
                  </a:lnTo>
                  <a:lnTo>
                    <a:pt x="1631726" y="3887426"/>
                  </a:lnTo>
                  <a:lnTo>
                    <a:pt x="1582002" y="3950179"/>
                  </a:lnTo>
                  <a:lnTo>
                    <a:pt x="1529127" y="4006820"/>
                  </a:lnTo>
                  <a:lnTo>
                    <a:pt x="1472456" y="4058015"/>
                  </a:lnTo>
                  <a:lnTo>
                    <a:pt x="1411417" y="4104382"/>
                  </a:lnTo>
                  <a:lnTo>
                    <a:pt x="1345570" y="4146454"/>
                  </a:lnTo>
                  <a:lnTo>
                    <a:pt x="1274693" y="4184659"/>
                  </a:lnTo>
                  <a:lnTo>
                    <a:pt x="1198892" y="4219314"/>
                  </a:lnTo>
                  <a:lnTo>
                    <a:pt x="1118723" y="4250618"/>
                  </a:lnTo>
                  <a:lnTo>
                    <a:pt x="1035309" y="4278663"/>
                  </a:lnTo>
                  <a:lnTo>
                    <a:pt x="950427" y="4303447"/>
                  </a:lnTo>
                  <a:lnTo>
                    <a:pt x="866509" y="4324913"/>
                  </a:lnTo>
                  <a:lnTo>
                    <a:pt x="786515" y="4342988"/>
                  </a:lnTo>
                  <a:lnTo>
                    <a:pt x="713631" y="4357647"/>
                  </a:lnTo>
                  <a:lnTo>
                    <a:pt x="650835" y="4368963"/>
                  </a:lnTo>
                  <a:lnTo>
                    <a:pt x="600387" y="4377156"/>
                  </a:lnTo>
                  <a:lnTo>
                    <a:pt x="563386" y="4382596"/>
                  </a:lnTo>
                  <a:lnTo>
                    <a:pt x="539498" y="4385788"/>
                  </a:lnTo>
                  <a:lnTo>
                    <a:pt x="526925" y="4387320"/>
                  </a:lnTo>
                  <a:lnTo>
                    <a:pt x="522552" y="4387808"/>
                  </a:lnTo>
                  <a:lnTo>
                    <a:pt x="522133" y="4387851"/>
                  </a:lnTo>
                  <a:lnTo>
                    <a:pt x="0" y="4387851"/>
                  </a:lnTo>
                  <a:lnTo>
                    <a:pt x="0" y="4387851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117" name="pg2117"/>
            <p:cNvSpPr/>
            <p:nvPr/>
          </p:nvSpPr>
          <p:spPr>
            <a:xfrm>
              <a:off x="386606" y="784596"/>
              <a:ext cx="8554953" cy="5415637"/>
            </a:xfrm>
            <a:custGeom>
              <a:avLst/>
              <a:pathLst>
                <a:path w="8554953" h="5415637">
                  <a:moveTo>
                    <a:pt x="0" y="5415637"/>
                  </a:moveTo>
                  <a:lnTo>
                    <a:pt x="522133" y="5415637"/>
                  </a:lnTo>
                  <a:lnTo>
                    <a:pt x="523230" y="5415544"/>
                  </a:lnTo>
                  <a:lnTo>
                    <a:pt x="530427" y="5414882"/>
                  </a:lnTo>
                  <a:lnTo>
                    <a:pt x="548507" y="5413054"/>
                  </a:lnTo>
                  <a:lnTo>
                    <a:pt x="580674" y="5409458"/>
                  </a:lnTo>
                  <a:lnTo>
                    <a:pt x="628288" y="5403549"/>
                  </a:lnTo>
                  <a:lnTo>
                    <a:pt x="690773" y="5394900"/>
                  </a:lnTo>
                  <a:lnTo>
                    <a:pt x="765844" y="5383239"/>
                  </a:lnTo>
                  <a:lnTo>
                    <a:pt x="850055" y="5368450"/>
                  </a:lnTo>
                  <a:lnTo>
                    <a:pt x="939500" y="5350540"/>
                  </a:lnTo>
                  <a:lnTo>
                    <a:pt x="1030469" y="5329574"/>
                  </a:lnTo>
                  <a:lnTo>
                    <a:pt x="1119902" y="5305615"/>
                  </a:lnTo>
                  <a:lnTo>
                    <a:pt x="1205595" y="5278662"/>
                  </a:lnTo>
                  <a:lnTo>
                    <a:pt x="1286199" y="5248620"/>
                  </a:lnTo>
                  <a:lnTo>
                    <a:pt x="1361106" y="5215280"/>
                  </a:lnTo>
                  <a:lnTo>
                    <a:pt x="1430272" y="5178309"/>
                  </a:lnTo>
                  <a:lnTo>
                    <a:pt x="1494048" y="5137257"/>
                  </a:lnTo>
                  <a:lnTo>
                    <a:pt x="1553041" y="5091569"/>
                  </a:lnTo>
                  <a:lnTo>
                    <a:pt x="1607999" y="5040614"/>
                  </a:lnTo>
                  <a:lnTo>
                    <a:pt x="1659729" y="4983731"/>
                  </a:lnTo>
                  <a:lnTo>
                    <a:pt x="1709035" y="4920313"/>
                  </a:lnTo>
                  <a:lnTo>
                    <a:pt x="1756648" y="4849947"/>
                  </a:lnTo>
                  <a:lnTo>
                    <a:pt x="1768425" y="4831154"/>
                  </a:lnTo>
                  <a:lnTo>
                    <a:pt x="1802575" y="4773623"/>
                  </a:lnTo>
                  <a:lnTo>
                    <a:pt x="1836416" y="4712235"/>
                  </a:lnTo>
                  <a:lnTo>
                    <a:pt x="1870123" y="4646911"/>
                  </a:lnTo>
                  <a:lnTo>
                    <a:pt x="1903837" y="4577625"/>
                  </a:lnTo>
                  <a:lnTo>
                    <a:pt x="1937667" y="4504406"/>
                  </a:lnTo>
                  <a:lnTo>
                    <a:pt x="1971696" y="4427344"/>
                  </a:lnTo>
                  <a:lnTo>
                    <a:pt x="2005981" y="4346597"/>
                  </a:lnTo>
                  <a:lnTo>
                    <a:pt x="2040552" y="4262390"/>
                  </a:lnTo>
                  <a:lnTo>
                    <a:pt x="2075421" y="4175015"/>
                  </a:lnTo>
                  <a:lnTo>
                    <a:pt x="2110578" y="4084832"/>
                  </a:lnTo>
                  <a:lnTo>
                    <a:pt x="2145996" y="3992263"/>
                  </a:lnTo>
                  <a:lnTo>
                    <a:pt x="2181632" y="3897783"/>
                  </a:lnTo>
                  <a:lnTo>
                    <a:pt x="2217431" y="3801913"/>
                  </a:lnTo>
                  <a:lnTo>
                    <a:pt x="2253330" y="3705210"/>
                  </a:lnTo>
                  <a:lnTo>
                    <a:pt x="2289261" y="3608247"/>
                  </a:lnTo>
                  <a:lnTo>
                    <a:pt x="2325152" y="3511609"/>
                  </a:lnTo>
                  <a:lnTo>
                    <a:pt x="2360936" y="3415869"/>
                  </a:lnTo>
                  <a:lnTo>
                    <a:pt x="2396550" y="3321579"/>
                  </a:lnTo>
                  <a:lnTo>
                    <a:pt x="2431940" y="3229256"/>
                  </a:lnTo>
                  <a:lnTo>
                    <a:pt x="2467066" y="3139369"/>
                  </a:lnTo>
                  <a:lnTo>
                    <a:pt x="2501901" y="3052335"/>
                  </a:lnTo>
                  <a:lnTo>
                    <a:pt x="2536440" y="2968504"/>
                  </a:lnTo>
                  <a:lnTo>
                    <a:pt x="2570693" y="2888163"/>
                  </a:lnTo>
                  <a:lnTo>
                    <a:pt x="2604697" y="2811527"/>
                  </a:lnTo>
                  <a:lnTo>
                    <a:pt x="2638509" y="2738748"/>
                  </a:lnTo>
                  <a:lnTo>
                    <a:pt x="2672216" y="2669908"/>
                  </a:lnTo>
                  <a:lnTo>
                    <a:pt x="2705930" y="2605031"/>
                  </a:lnTo>
                  <a:lnTo>
                    <a:pt x="2739797" y="2544082"/>
                  </a:lnTo>
                  <a:lnTo>
                    <a:pt x="2770117" y="2493226"/>
                  </a:lnTo>
                  <a:lnTo>
                    <a:pt x="2817406" y="2421092"/>
                  </a:lnTo>
                  <a:lnTo>
                    <a:pt x="2866221" y="2355955"/>
                  </a:lnTo>
                  <a:lnTo>
                    <a:pt x="2917268" y="2297481"/>
                  </a:lnTo>
                  <a:lnTo>
                    <a:pt x="2971338" y="2245098"/>
                  </a:lnTo>
                  <a:lnTo>
                    <a:pt x="3029242" y="2198148"/>
                  </a:lnTo>
                  <a:lnTo>
                    <a:pt x="3091752" y="2155986"/>
                  </a:lnTo>
                  <a:lnTo>
                    <a:pt x="3159518" y="2118036"/>
                  </a:lnTo>
                  <a:lnTo>
                    <a:pt x="3232967" y="2083819"/>
                  </a:lnTo>
                  <a:lnTo>
                    <a:pt x="3312172" y="2052973"/>
                  </a:lnTo>
                  <a:lnTo>
                    <a:pt x="3396680" y="2025257"/>
                  </a:lnTo>
                  <a:lnTo>
                    <a:pt x="3485346" y="2000548"/>
                  </a:lnTo>
                  <a:lnTo>
                    <a:pt x="3576185" y="1978826"/>
                  </a:lnTo>
                  <a:lnTo>
                    <a:pt x="3666342" y="1960141"/>
                  </a:lnTo>
                  <a:lnTo>
                    <a:pt x="3752238" y="1944563"/>
                  </a:lnTo>
                  <a:lnTo>
                    <a:pt x="3829962" y="1932121"/>
                  </a:lnTo>
                  <a:lnTo>
                    <a:pt x="3895883" y="1922733"/>
                  </a:lnTo>
                  <a:lnTo>
                    <a:pt x="3947363" y="1916171"/>
                  </a:lnTo>
                  <a:lnTo>
                    <a:pt x="3983361" y="1912041"/>
                  </a:lnTo>
                  <a:lnTo>
                    <a:pt x="4004749" y="1909823"/>
                  </a:lnTo>
                  <a:lnTo>
                    <a:pt x="4014290" y="1908926"/>
                  </a:lnTo>
                  <a:lnTo>
                    <a:pt x="4016409" y="1908743"/>
                  </a:lnTo>
                  <a:lnTo>
                    <a:pt x="4538543" y="1908743"/>
                  </a:lnTo>
                  <a:lnTo>
                    <a:pt x="4539755" y="1908688"/>
                  </a:lnTo>
                  <a:lnTo>
                    <a:pt x="4547691" y="1908290"/>
                  </a:lnTo>
                  <a:lnTo>
                    <a:pt x="4567561" y="1907189"/>
                  </a:lnTo>
                  <a:lnTo>
                    <a:pt x="4602745" y="1905027"/>
                  </a:lnTo>
                  <a:lnTo>
                    <a:pt x="4654487" y="1901484"/>
                  </a:lnTo>
                  <a:lnTo>
                    <a:pt x="4721832" y="1896314"/>
                  </a:lnTo>
                  <a:lnTo>
                    <a:pt x="4801955" y="1889375"/>
                  </a:lnTo>
                  <a:lnTo>
                    <a:pt x="4890862" y="1880615"/>
                  </a:lnTo>
                  <a:lnTo>
                    <a:pt x="4984229" y="1870050"/>
                  </a:lnTo>
                  <a:lnTo>
                    <a:pt x="5078123" y="1857724"/>
                  </a:lnTo>
                  <a:lnTo>
                    <a:pt x="5169454" y="1843664"/>
                  </a:lnTo>
                  <a:lnTo>
                    <a:pt x="5256134" y="1827851"/>
                  </a:lnTo>
                  <a:lnTo>
                    <a:pt x="5337016" y="1810202"/>
                  </a:lnTo>
                  <a:lnTo>
                    <a:pt x="5411718" y="1790558"/>
                  </a:lnTo>
                  <a:lnTo>
                    <a:pt x="5480416" y="1768686"/>
                  </a:lnTo>
                  <a:lnTo>
                    <a:pt x="5543658" y="1744282"/>
                  </a:lnTo>
                  <a:lnTo>
                    <a:pt x="5602210" y="1716987"/>
                  </a:lnTo>
                  <a:lnTo>
                    <a:pt x="5656949" y="1686406"/>
                  </a:lnTo>
                  <a:lnTo>
                    <a:pt x="5708773" y="1652155"/>
                  </a:lnTo>
                  <a:lnTo>
                    <a:pt x="5758530" y="1613931"/>
                  </a:lnTo>
                  <a:lnTo>
                    <a:pt x="5784835" y="1591561"/>
                  </a:lnTo>
                  <a:lnTo>
                    <a:pt x="5827615" y="1552066"/>
                  </a:lnTo>
                  <a:lnTo>
                    <a:pt x="5869981" y="1509260"/>
                  </a:lnTo>
                  <a:lnTo>
                    <a:pt x="5912253" y="1463078"/>
                  </a:lnTo>
                  <a:lnTo>
                    <a:pt x="5954670" y="1413529"/>
                  </a:lnTo>
                  <a:lnTo>
                    <a:pt x="5997400" y="1360704"/>
                  </a:lnTo>
                  <a:lnTo>
                    <a:pt x="6040546" y="1304782"/>
                  </a:lnTo>
                  <a:lnTo>
                    <a:pt x="6084156" y="1246032"/>
                  </a:lnTo>
                  <a:lnTo>
                    <a:pt x="6128223" y="1184815"/>
                  </a:lnTo>
                  <a:lnTo>
                    <a:pt x="6172697" y="1121575"/>
                  </a:lnTo>
                  <a:lnTo>
                    <a:pt x="6217490" y="1056832"/>
                  </a:lnTo>
                  <a:lnTo>
                    <a:pt x="6262487" y="991157"/>
                  </a:lnTo>
                  <a:lnTo>
                    <a:pt x="6307556" y="925163"/>
                  </a:lnTo>
                  <a:lnTo>
                    <a:pt x="6352557" y="859470"/>
                  </a:lnTo>
                  <a:lnTo>
                    <a:pt x="6397358" y="794691"/>
                  </a:lnTo>
                  <a:lnTo>
                    <a:pt x="6441843" y="731400"/>
                  </a:lnTo>
                  <a:lnTo>
                    <a:pt x="6485922" y="670117"/>
                  </a:lnTo>
                  <a:lnTo>
                    <a:pt x="6529546" y="611289"/>
                  </a:lnTo>
                  <a:lnTo>
                    <a:pt x="6572705" y="555280"/>
                  </a:lnTo>
                  <a:lnTo>
                    <a:pt x="6615446" y="502361"/>
                  </a:lnTo>
                  <a:lnTo>
                    <a:pt x="6657870" y="452715"/>
                  </a:lnTo>
                  <a:lnTo>
                    <a:pt x="6700143" y="406434"/>
                  </a:lnTo>
                  <a:lnTo>
                    <a:pt x="6742503" y="363529"/>
                  </a:lnTo>
                  <a:lnTo>
                    <a:pt x="6785266" y="323939"/>
                  </a:lnTo>
                  <a:lnTo>
                    <a:pt x="6786527" y="322829"/>
                  </a:lnTo>
                  <a:lnTo>
                    <a:pt x="6835476" y="282399"/>
                  </a:lnTo>
                  <a:lnTo>
                    <a:pt x="6886082" y="246027"/>
                  </a:lnTo>
                  <a:lnTo>
                    <a:pt x="6939135" y="213506"/>
                  </a:lnTo>
                  <a:lnTo>
                    <a:pt x="6995514" y="184484"/>
                  </a:lnTo>
                  <a:lnTo>
                    <a:pt x="7056115" y="158565"/>
                  </a:lnTo>
                  <a:lnTo>
                    <a:pt x="7121778" y="135365"/>
                  </a:lnTo>
                  <a:lnTo>
                    <a:pt x="7193183" y="114550"/>
                  </a:lnTo>
                  <a:lnTo>
                    <a:pt x="7270730" y="95846"/>
                  </a:lnTo>
                  <a:lnTo>
                    <a:pt x="7354364" y="79055"/>
                  </a:lnTo>
                  <a:lnTo>
                    <a:pt x="7443376" y="64054"/>
                  </a:lnTo>
                  <a:lnTo>
                    <a:pt x="7536204" y="50789"/>
                  </a:lnTo>
                  <a:lnTo>
                    <a:pt x="7630298" y="39267"/>
                  </a:lnTo>
                  <a:lnTo>
                    <a:pt x="7722143" y="29526"/>
                  </a:lnTo>
                  <a:lnTo>
                    <a:pt x="7807552" y="21603"/>
                  </a:lnTo>
                  <a:lnTo>
                    <a:pt x="7882252" y="15488"/>
                  </a:lnTo>
                  <a:lnTo>
                    <a:pt x="7942682" y="11090"/>
                  </a:lnTo>
                  <a:lnTo>
                    <a:pt x="7986808" y="8216"/>
                  </a:lnTo>
                  <a:lnTo>
                    <a:pt x="8014670" y="6585"/>
                  </a:lnTo>
                  <a:lnTo>
                    <a:pt x="8028522" y="5852"/>
                  </a:lnTo>
                  <a:lnTo>
                    <a:pt x="8032622" y="5655"/>
                  </a:lnTo>
                  <a:lnTo>
                    <a:pt x="8032819" y="5647"/>
                  </a:lnTo>
                  <a:lnTo>
                    <a:pt x="8554953" y="5647"/>
                  </a:lnTo>
                  <a:lnTo>
                    <a:pt x="8554953" y="0"/>
                  </a:lnTo>
                  <a:lnTo>
                    <a:pt x="8032819" y="0"/>
                  </a:lnTo>
                  <a:lnTo>
                    <a:pt x="8031607" y="55"/>
                  </a:lnTo>
                  <a:lnTo>
                    <a:pt x="8023671" y="453"/>
                  </a:lnTo>
                  <a:lnTo>
                    <a:pt x="8003800" y="1554"/>
                  </a:lnTo>
                  <a:lnTo>
                    <a:pt x="7968617" y="3715"/>
                  </a:lnTo>
                  <a:lnTo>
                    <a:pt x="7916875" y="7259"/>
                  </a:lnTo>
                  <a:lnTo>
                    <a:pt x="7849530" y="12428"/>
                  </a:lnTo>
                  <a:lnTo>
                    <a:pt x="7769407" y="19368"/>
                  </a:lnTo>
                  <a:lnTo>
                    <a:pt x="7680500" y="28128"/>
                  </a:lnTo>
                  <a:lnTo>
                    <a:pt x="7587133" y="38692"/>
                  </a:lnTo>
                  <a:lnTo>
                    <a:pt x="7493239" y="51018"/>
                  </a:lnTo>
                  <a:lnTo>
                    <a:pt x="7401908" y="65079"/>
                  </a:lnTo>
                  <a:lnTo>
                    <a:pt x="7315227" y="80892"/>
                  </a:lnTo>
                  <a:lnTo>
                    <a:pt x="7234346" y="98541"/>
                  </a:lnTo>
                  <a:lnTo>
                    <a:pt x="7159644" y="118185"/>
                  </a:lnTo>
                  <a:lnTo>
                    <a:pt x="7090946" y="140057"/>
                  </a:lnTo>
                  <a:lnTo>
                    <a:pt x="7027704" y="164461"/>
                  </a:lnTo>
                  <a:lnTo>
                    <a:pt x="6969152" y="191756"/>
                  </a:lnTo>
                  <a:lnTo>
                    <a:pt x="6914412" y="222336"/>
                  </a:lnTo>
                  <a:lnTo>
                    <a:pt x="6862588" y="256588"/>
                  </a:lnTo>
                  <a:lnTo>
                    <a:pt x="6812832" y="294811"/>
                  </a:lnTo>
                  <a:lnTo>
                    <a:pt x="6786527" y="317182"/>
                  </a:lnTo>
                  <a:lnTo>
                    <a:pt x="6743747" y="356677"/>
                  </a:lnTo>
                  <a:lnTo>
                    <a:pt x="6701381" y="399483"/>
                  </a:lnTo>
                  <a:lnTo>
                    <a:pt x="6659109" y="445665"/>
                  </a:lnTo>
                  <a:lnTo>
                    <a:pt x="6616692" y="495214"/>
                  </a:lnTo>
                  <a:lnTo>
                    <a:pt x="6573962" y="548039"/>
                  </a:lnTo>
                  <a:lnTo>
                    <a:pt x="6530815" y="603961"/>
                  </a:lnTo>
                  <a:lnTo>
                    <a:pt x="6487206" y="662711"/>
                  </a:lnTo>
                  <a:lnTo>
                    <a:pt x="6443139" y="723928"/>
                  </a:lnTo>
                  <a:lnTo>
                    <a:pt x="6398665" y="787167"/>
                  </a:lnTo>
                  <a:lnTo>
                    <a:pt x="6353872" y="851911"/>
                  </a:lnTo>
                  <a:lnTo>
                    <a:pt x="6308875" y="917586"/>
                  </a:lnTo>
                  <a:lnTo>
                    <a:pt x="6263806" y="983580"/>
                  </a:lnTo>
                  <a:lnTo>
                    <a:pt x="6218805" y="1049273"/>
                  </a:lnTo>
                  <a:lnTo>
                    <a:pt x="6174004" y="1114052"/>
                  </a:lnTo>
                  <a:lnTo>
                    <a:pt x="6129519" y="1177343"/>
                  </a:lnTo>
                  <a:lnTo>
                    <a:pt x="6085439" y="1238626"/>
                  </a:lnTo>
                  <a:lnTo>
                    <a:pt x="6041816" y="1297454"/>
                  </a:lnTo>
                  <a:lnTo>
                    <a:pt x="5998657" y="1353463"/>
                  </a:lnTo>
                  <a:lnTo>
                    <a:pt x="5955916" y="1406382"/>
                  </a:lnTo>
                  <a:lnTo>
                    <a:pt x="5913492" y="1456028"/>
                  </a:lnTo>
                  <a:lnTo>
                    <a:pt x="5871219" y="1502309"/>
                  </a:lnTo>
                  <a:lnTo>
                    <a:pt x="5828859" y="1545214"/>
                  </a:lnTo>
                  <a:lnTo>
                    <a:pt x="5786096" y="1584803"/>
                  </a:lnTo>
                  <a:lnTo>
                    <a:pt x="5784835" y="1585913"/>
                  </a:lnTo>
                  <a:lnTo>
                    <a:pt x="5735886" y="1626344"/>
                  </a:lnTo>
                  <a:lnTo>
                    <a:pt x="5685280" y="1662716"/>
                  </a:lnTo>
                  <a:lnTo>
                    <a:pt x="5632227" y="1695237"/>
                  </a:lnTo>
                  <a:lnTo>
                    <a:pt x="5575848" y="1724259"/>
                  </a:lnTo>
                  <a:lnTo>
                    <a:pt x="5515247" y="1750178"/>
                  </a:lnTo>
                  <a:lnTo>
                    <a:pt x="5449584" y="1773378"/>
                  </a:lnTo>
                  <a:lnTo>
                    <a:pt x="5378179" y="1794193"/>
                  </a:lnTo>
                  <a:lnTo>
                    <a:pt x="5300632" y="1812896"/>
                  </a:lnTo>
                  <a:lnTo>
                    <a:pt x="5216998" y="1829687"/>
                  </a:lnTo>
                  <a:lnTo>
                    <a:pt x="5127986" y="1844689"/>
                  </a:lnTo>
                  <a:lnTo>
                    <a:pt x="5035157" y="1857954"/>
                  </a:lnTo>
                  <a:lnTo>
                    <a:pt x="4941064" y="1869476"/>
                  </a:lnTo>
                  <a:lnTo>
                    <a:pt x="4849219" y="1879217"/>
                  </a:lnTo>
                  <a:lnTo>
                    <a:pt x="4763810" y="1887140"/>
                  </a:lnTo>
                  <a:lnTo>
                    <a:pt x="4689110" y="1893255"/>
                  </a:lnTo>
                  <a:lnTo>
                    <a:pt x="4628680" y="1897653"/>
                  </a:lnTo>
                  <a:lnTo>
                    <a:pt x="4584554" y="1900527"/>
                  </a:lnTo>
                  <a:lnTo>
                    <a:pt x="4556692" y="1902158"/>
                  </a:lnTo>
                  <a:lnTo>
                    <a:pt x="4542840" y="1902890"/>
                  </a:lnTo>
                  <a:lnTo>
                    <a:pt x="4538740" y="1903087"/>
                  </a:lnTo>
                  <a:lnTo>
                    <a:pt x="4538543" y="1903096"/>
                  </a:lnTo>
                  <a:lnTo>
                    <a:pt x="4016409" y="1903096"/>
                  </a:lnTo>
                  <a:lnTo>
                    <a:pt x="4015312" y="1903189"/>
                  </a:lnTo>
                  <a:lnTo>
                    <a:pt x="4008115" y="1903850"/>
                  </a:lnTo>
                  <a:lnTo>
                    <a:pt x="3990035" y="1905679"/>
                  </a:lnTo>
                  <a:lnTo>
                    <a:pt x="3957868" y="1909275"/>
                  </a:lnTo>
                  <a:lnTo>
                    <a:pt x="3910254" y="1915183"/>
                  </a:lnTo>
                  <a:lnTo>
                    <a:pt x="3847769" y="1923832"/>
                  </a:lnTo>
                  <a:lnTo>
                    <a:pt x="3772698" y="1935494"/>
                  </a:lnTo>
                  <a:lnTo>
                    <a:pt x="3688487" y="1950283"/>
                  </a:lnTo>
                  <a:lnTo>
                    <a:pt x="3599042" y="1968193"/>
                  </a:lnTo>
                  <a:lnTo>
                    <a:pt x="3508073" y="1989158"/>
                  </a:lnTo>
                  <a:lnTo>
                    <a:pt x="3418640" y="2013118"/>
                  </a:lnTo>
                  <a:lnTo>
                    <a:pt x="3332948" y="2040071"/>
                  </a:lnTo>
                  <a:lnTo>
                    <a:pt x="3252343" y="2070112"/>
                  </a:lnTo>
                  <a:lnTo>
                    <a:pt x="3177436" y="2103452"/>
                  </a:lnTo>
                  <a:lnTo>
                    <a:pt x="3108271" y="2140424"/>
                  </a:lnTo>
                  <a:lnTo>
                    <a:pt x="3044494" y="2181476"/>
                  </a:lnTo>
                  <a:lnTo>
                    <a:pt x="2985501" y="2227164"/>
                  </a:lnTo>
                  <a:lnTo>
                    <a:pt x="2930543" y="2278119"/>
                  </a:lnTo>
                  <a:lnTo>
                    <a:pt x="2878813" y="2335002"/>
                  </a:lnTo>
                  <a:lnTo>
                    <a:pt x="2829508" y="2398420"/>
                  </a:lnTo>
                  <a:lnTo>
                    <a:pt x="2781894" y="2468785"/>
                  </a:lnTo>
                  <a:lnTo>
                    <a:pt x="2770117" y="2487578"/>
                  </a:lnTo>
                  <a:lnTo>
                    <a:pt x="2735967" y="2545110"/>
                  </a:lnTo>
                  <a:lnTo>
                    <a:pt x="2702126" y="2606498"/>
                  </a:lnTo>
                  <a:lnTo>
                    <a:pt x="2668419" y="2671821"/>
                  </a:lnTo>
                  <a:lnTo>
                    <a:pt x="2634706" y="2741107"/>
                  </a:lnTo>
                  <a:lnTo>
                    <a:pt x="2600875" y="2814327"/>
                  </a:lnTo>
                  <a:lnTo>
                    <a:pt x="2566846" y="2891389"/>
                  </a:lnTo>
                  <a:lnTo>
                    <a:pt x="2532561" y="2972136"/>
                  </a:lnTo>
                  <a:lnTo>
                    <a:pt x="2497990" y="3056343"/>
                  </a:lnTo>
                  <a:lnTo>
                    <a:pt x="2463121" y="3143718"/>
                  </a:lnTo>
                  <a:lnTo>
                    <a:pt x="2427964" y="3233900"/>
                  </a:lnTo>
                  <a:lnTo>
                    <a:pt x="2392546" y="3326470"/>
                  </a:lnTo>
                  <a:lnTo>
                    <a:pt x="2356911" y="3420950"/>
                  </a:lnTo>
                  <a:lnTo>
                    <a:pt x="2321111" y="3516819"/>
                  </a:lnTo>
                  <a:lnTo>
                    <a:pt x="2285212" y="3613523"/>
                  </a:lnTo>
                  <a:lnTo>
                    <a:pt x="2249281" y="3710485"/>
                  </a:lnTo>
                  <a:lnTo>
                    <a:pt x="2213390" y="3807124"/>
                  </a:lnTo>
                  <a:lnTo>
                    <a:pt x="2177606" y="3902864"/>
                  </a:lnTo>
                  <a:lnTo>
                    <a:pt x="2141992" y="3997154"/>
                  </a:lnTo>
                  <a:lnTo>
                    <a:pt x="2106602" y="4089477"/>
                  </a:lnTo>
                  <a:lnTo>
                    <a:pt x="2071477" y="4179363"/>
                  </a:lnTo>
                  <a:lnTo>
                    <a:pt x="2036641" y="4266398"/>
                  </a:lnTo>
                  <a:lnTo>
                    <a:pt x="2002103" y="4350229"/>
                  </a:lnTo>
                  <a:lnTo>
                    <a:pt x="1967849" y="4430570"/>
                  </a:lnTo>
                  <a:lnTo>
                    <a:pt x="1933845" y="4507205"/>
                  </a:lnTo>
                  <a:lnTo>
                    <a:pt x="1900033" y="4579985"/>
                  </a:lnTo>
                  <a:lnTo>
                    <a:pt x="1866326" y="4648825"/>
                  </a:lnTo>
                  <a:lnTo>
                    <a:pt x="1832612" y="4713702"/>
                  </a:lnTo>
                  <a:lnTo>
                    <a:pt x="1798745" y="4774651"/>
                  </a:lnTo>
                  <a:lnTo>
                    <a:pt x="1768425" y="4825507"/>
                  </a:lnTo>
                  <a:lnTo>
                    <a:pt x="1721136" y="4897640"/>
                  </a:lnTo>
                  <a:lnTo>
                    <a:pt x="1672321" y="4962778"/>
                  </a:lnTo>
                  <a:lnTo>
                    <a:pt x="1621274" y="5021251"/>
                  </a:lnTo>
                  <a:lnTo>
                    <a:pt x="1567204" y="5073634"/>
                  </a:lnTo>
                  <a:lnTo>
                    <a:pt x="1509300" y="5120585"/>
                  </a:lnTo>
                  <a:lnTo>
                    <a:pt x="1446790" y="5162747"/>
                  </a:lnTo>
                  <a:lnTo>
                    <a:pt x="1379024" y="5200697"/>
                  </a:lnTo>
                  <a:lnTo>
                    <a:pt x="1305575" y="5234914"/>
                  </a:lnTo>
                  <a:lnTo>
                    <a:pt x="1226370" y="5265760"/>
                  </a:lnTo>
                  <a:lnTo>
                    <a:pt x="1141862" y="5293476"/>
                  </a:lnTo>
                  <a:lnTo>
                    <a:pt x="1053196" y="5318185"/>
                  </a:lnTo>
                  <a:lnTo>
                    <a:pt x="962357" y="5339907"/>
                  </a:lnTo>
                  <a:lnTo>
                    <a:pt x="872200" y="5358592"/>
                  </a:lnTo>
                  <a:lnTo>
                    <a:pt x="786304" y="5374170"/>
                  </a:lnTo>
                  <a:lnTo>
                    <a:pt x="708580" y="5386612"/>
                  </a:lnTo>
                  <a:lnTo>
                    <a:pt x="642659" y="5395999"/>
                  </a:lnTo>
                  <a:lnTo>
                    <a:pt x="591179" y="5402562"/>
                  </a:lnTo>
                  <a:lnTo>
                    <a:pt x="555181" y="5406692"/>
                  </a:lnTo>
                  <a:lnTo>
                    <a:pt x="533793" y="5408909"/>
                  </a:lnTo>
                  <a:lnTo>
                    <a:pt x="524253" y="5409807"/>
                  </a:lnTo>
                  <a:lnTo>
                    <a:pt x="522133" y="5409989"/>
                  </a:lnTo>
                  <a:lnTo>
                    <a:pt x="0" y="5409989"/>
                  </a:lnTo>
                  <a:close/>
                </a:path>
              </a:pathLst>
            </a:custGeom>
            <a:solidFill>
              <a:srgbClr val="F4B1EB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2118" name="pl2118"/>
            <p:cNvSpPr/>
            <p:nvPr/>
          </p:nvSpPr>
          <p:spPr>
            <a:xfrm>
              <a:off x="386606" y="790243"/>
              <a:ext cx="8554953" cy="5409989"/>
            </a:xfrm>
            <a:custGeom>
              <a:avLst/>
              <a:pathLst>
                <a:path w="8554953" h="5409989">
                  <a:moveTo>
                    <a:pt x="0" y="5409989"/>
                  </a:moveTo>
                  <a:lnTo>
                    <a:pt x="522133" y="5409989"/>
                  </a:lnTo>
                  <a:lnTo>
                    <a:pt x="523230" y="5409897"/>
                  </a:lnTo>
                  <a:lnTo>
                    <a:pt x="530427" y="5409235"/>
                  </a:lnTo>
                  <a:lnTo>
                    <a:pt x="548507" y="5407407"/>
                  </a:lnTo>
                  <a:lnTo>
                    <a:pt x="580674" y="5403811"/>
                  </a:lnTo>
                  <a:lnTo>
                    <a:pt x="628288" y="5397902"/>
                  </a:lnTo>
                  <a:lnTo>
                    <a:pt x="690773" y="5389253"/>
                  </a:lnTo>
                  <a:lnTo>
                    <a:pt x="765844" y="5377591"/>
                  </a:lnTo>
                  <a:lnTo>
                    <a:pt x="850055" y="5362802"/>
                  </a:lnTo>
                  <a:lnTo>
                    <a:pt x="939500" y="5344892"/>
                  </a:lnTo>
                  <a:lnTo>
                    <a:pt x="1030469" y="5323927"/>
                  </a:lnTo>
                  <a:lnTo>
                    <a:pt x="1119902" y="5299967"/>
                  </a:lnTo>
                  <a:lnTo>
                    <a:pt x="1205595" y="5273014"/>
                  </a:lnTo>
                  <a:lnTo>
                    <a:pt x="1286199" y="5242973"/>
                  </a:lnTo>
                  <a:lnTo>
                    <a:pt x="1361106" y="5209633"/>
                  </a:lnTo>
                  <a:lnTo>
                    <a:pt x="1430272" y="5172662"/>
                  </a:lnTo>
                  <a:lnTo>
                    <a:pt x="1494048" y="5131609"/>
                  </a:lnTo>
                  <a:lnTo>
                    <a:pt x="1553041" y="5085922"/>
                  </a:lnTo>
                  <a:lnTo>
                    <a:pt x="1607999" y="5034967"/>
                  </a:lnTo>
                  <a:lnTo>
                    <a:pt x="1659729" y="4978084"/>
                  </a:lnTo>
                  <a:lnTo>
                    <a:pt x="1709035" y="4914666"/>
                  </a:lnTo>
                  <a:lnTo>
                    <a:pt x="1756648" y="4844300"/>
                  </a:lnTo>
                  <a:lnTo>
                    <a:pt x="1768425" y="4825507"/>
                  </a:lnTo>
                  <a:lnTo>
                    <a:pt x="1802575" y="4767976"/>
                  </a:lnTo>
                  <a:lnTo>
                    <a:pt x="1836416" y="4706588"/>
                  </a:lnTo>
                  <a:lnTo>
                    <a:pt x="1870123" y="4641264"/>
                  </a:lnTo>
                  <a:lnTo>
                    <a:pt x="1903837" y="4571978"/>
                  </a:lnTo>
                  <a:lnTo>
                    <a:pt x="1937667" y="4498759"/>
                  </a:lnTo>
                  <a:lnTo>
                    <a:pt x="1971696" y="4421697"/>
                  </a:lnTo>
                  <a:lnTo>
                    <a:pt x="2005981" y="4340950"/>
                  </a:lnTo>
                  <a:lnTo>
                    <a:pt x="2040552" y="4256743"/>
                  </a:lnTo>
                  <a:lnTo>
                    <a:pt x="2075421" y="4169368"/>
                  </a:lnTo>
                  <a:lnTo>
                    <a:pt x="2110578" y="4079185"/>
                  </a:lnTo>
                  <a:lnTo>
                    <a:pt x="2145996" y="3986616"/>
                  </a:lnTo>
                  <a:lnTo>
                    <a:pt x="2181632" y="3892136"/>
                  </a:lnTo>
                  <a:lnTo>
                    <a:pt x="2217431" y="3796266"/>
                  </a:lnTo>
                  <a:lnTo>
                    <a:pt x="2253330" y="3699562"/>
                  </a:lnTo>
                  <a:lnTo>
                    <a:pt x="2289261" y="3602600"/>
                  </a:lnTo>
                  <a:lnTo>
                    <a:pt x="2325152" y="3505962"/>
                  </a:lnTo>
                  <a:lnTo>
                    <a:pt x="2360936" y="3410222"/>
                  </a:lnTo>
                  <a:lnTo>
                    <a:pt x="2396550" y="3315932"/>
                  </a:lnTo>
                  <a:lnTo>
                    <a:pt x="2431940" y="3223608"/>
                  </a:lnTo>
                  <a:lnTo>
                    <a:pt x="2467066" y="3133722"/>
                  </a:lnTo>
                  <a:lnTo>
                    <a:pt x="2501901" y="3046688"/>
                  </a:lnTo>
                  <a:lnTo>
                    <a:pt x="2536440" y="2962857"/>
                  </a:lnTo>
                  <a:lnTo>
                    <a:pt x="2570693" y="2882515"/>
                  </a:lnTo>
                  <a:lnTo>
                    <a:pt x="2604697" y="2805880"/>
                  </a:lnTo>
                  <a:lnTo>
                    <a:pt x="2638509" y="2733101"/>
                  </a:lnTo>
                  <a:lnTo>
                    <a:pt x="2672216" y="2664261"/>
                  </a:lnTo>
                  <a:lnTo>
                    <a:pt x="2705930" y="2599383"/>
                  </a:lnTo>
                  <a:lnTo>
                    <a:pt x="2739797" y="2538435"/>
                  </a:lnTo>
                  <a:lnTo>
                    <a:pt x="2770117" y="2487578"/>
                  </a:lnTo>
                  <a:lnTo>
                    <a:pt x="2817406" y="2415445"/>
                  </a:lnTo>
                  <a:lnTo>
                    <a:pt x="2866221" y="2350307"/>
                  </a:lnTo>
                  <a:lnTo>
                    <a:pt x="2917268" y="2291834"/>
                  </a:lnTo>
                  <a:lnTo>
                    <a:pt x="2971338" y="2239451"/>
                  </a:lnTo>
                  <a:lnTo>
                    <a:pt x="3029242" y="2192501"/>
                  </a:lnTo>
                  <a:lnTo>
                    <a:pt x="3091752" y="2150339"/>
                  </a:lnTo>
                  <a:lnTo>
                    <a:pt x="3159518" y="2112389"/>
                  </a:lnTo>
                  <a:lnTo>
                    <a:pt x="3232967" y="2078172"/>
                  </a:lnTo>
                  <a:lnTo>
                    <a:pt x="3312172" y="2047326"/>
                  </a:lnTo>
                  <a:lnTo>
                    <a:pt x="3396680" y="2019610"/>
                  </a:lnTo>
                  <a:lnTo>
                    <a:pt x="3485346" y="1994901"/>
                  </a:lnTo>
                  <a:lnTo>
                    <a:pt x="3576185" y="1973179"/>
                  </a:lnTo>
                  <a:lnTo>
                    <a:pt x="3666342" y="1954494"/>
                  </a:lnTo>
                  <a:lnTo>
                    <a:pt x="3752238" y="1938916"/>
                  </a:lnTo>
                  <a:lnTo>
                    <a:pt x="3829962" y="1926473"/>
                  </a:lnTo>
                  <a:lnTo>
                    <a:pt x="3895883" y="1917086"/>
                  </a:lnTo>
                  <a:lnTo>
                    <a:pt x="3947363" y="1910523"/>
                  </a:lnTo>
                  <a:lnTo>
                    <a:pt x="3983361" y="1906394"/>
                  </a:lnTo>
                  <a:lnTo>
                    <a:pt x="4004749" y="1904176"/>
                  </a:lnTo>
                  <a:lnTo>
                    <a:pt x="4014290" y="1903279"/>
                  </a:lnTo>
                  <a:lnTo>
                    <a:pt x="4016391" y="1903098"/>
                  </a:lnTo>
                  <a:lnTo>
                    <a:pt x="4016409" y="1903096"/>
                  </a:lnTo>
                  <a:lnTo>
                    <a:pt x="4538543" y="1903096"/>
                  </a:lnTo>
                  <a:lnTo>
                    <a:pt x="4539755" y="1903040"/>
                  </a:lnTo>
                  <a:lnTo>
                    <a:pt x="4547691" y="1902642"/>
                  </a:lnTo>
                  <a:lnTo>
                    <a:pt x="4567561" y="1901542"/>
                  </a:lnTo>
                  <a:lnTo>
                    <a:pt x="4602745" y="1899380"/>
                  </a:lnTo>
                  <a:lnTo>
                    <a:pt x="4654487" y="1895837"/>
                  </a:lnTo>
                  <a:lnTo>
                    <a:pt x="4721832" y="1890667"/>
                  </a:lnTo>
                  <a:lnTo>
                    <a:pt x="4801955" y="1883728"/>
                  </a:lnTo>
                  <a:lnTo>
                    <a:pt x="4890862" y="1874967"/>
                  </a:lnTo>
                  <a:lnTo>
                    <a:pt x="4984229" y="1864403"/>
                  </a:lnTo>
                  <a:lnTo>
                    <a:pt x="5078123" y="1852077"/>
                  </a:lnTo>
                  <a:lnTo>
                    <a:pt x="5169454" y="1838017"/>
                  </a:lnTo>
                  <a:lnTo>
                    <a:pt x="5256134" y="1822204"/>
                  </a:lnTo>
                  <a:lnTo>
                    <a:pt x="5337016" y="1804555"/>
                  </a:lnTo>
                  <a:lnTo>
                    <a:pt x="5411718" y="1784911"/>
                  </a:lnTo>
                  <a:lnTo>
                    <a:pt x="5480416" y="1763038"/>
                  </a:lnTo>
                  <a:lnTo>
                    <a:pt x="5543658" y="1738635"/>
                  </a:lnTo>
                  <a:lnTo>
                    <a:pt x="5602210" y="1711340"/>
                  </a:lnTo>
                  <a:lnTo>
                    <a:pt x="5656949" y="1680759"/>
                  </a:lnTo>
                  <a:lnTo>
                    <a:pt x="5708773" y="1646508"/>
                  </a:lnTo>
                  <a:lnTo>
                    <a:pt x="5758530" y="1608284"/>
                  </a:lnTo>
                  <a:lnTo>
                    <a:pt x="5784835" y="1585913"/>
                  </a:lnTo>
                  <a:lnTo>
                    <a:pt x="5827615" y="1546419"/>
                  </a:lnTo>
                  <a:lnTo>
                    <a:pt x="5869981" y="1503613"/>
                  </a:lnTo>
                  <a:lnTo>
                    <a:pt x="5912253" y="1457431"/>
                  </a:lnTo>
                  <a:lnTo>
                    <a:pt x="5954670" y="1407882"/>
                  </a:lnTo>
                  <a:lnTo>
                    <a:pt x="5997400" y="1355057"/>
                  </a:lnTo>
                  <a:lnTo>
                    <a:pt x="6040546" y="1299135"/>
                  </a:lnTo>
                  <a:lnTo>
                    <a:pt x="6084156" y="1240385"/>
                  </a:lnTo>
                  <a:lnTo>
                    <a:pt x="6128223" y="1179168"/>
                  </a:lnTo>
                  <a:lnTo>
                    <a:pt x="6172697" y="1115928"/>
                  </a:lnTo>
                  <a:lnTo>
                    <a:pt x="6217490" y="1051184"/>
                  </a:lnTo>
                  <a:lnTo>
                    <a:pt x="6262487" y="985510"/>
                  </a:lnTo>
                  <a:lnTo>
                    <a:pt x="6307556" y="919516"/>
                  </a:lnTo>
                  <a:lnTo>
                    <a:pt x="6352557" y="853823"/>
                  </a:lnTo>
                  <a:lnTo>
                    <a:pt x="6397358" y="789044"/>
                  </a:lnTo>
                  <a:lnTo>
                    <a:pt x="6441843" y="725753"/>
                  </a:lnTo>
                  <a:lnTo>
                    <a:pt x="6485922" y="664470"/>
                  </a:lnTo>
                  <a:lnTo>
                    <a:pt x="6529546" y="605642"/>
                  </a:lnTo>
                  <a:lnTo>
                    <a:pt x="6572705" y="549633"/>
                  </a:lnTo>
                  <a:lnTo>
                    <a:pt x="6615446" y="496714"/>
                  </a:lnTo>
                  <a:lnTo>
                    <a:pt x="6657870" y="447068"/>
                  </a:lnTo>
                  <a:lnTo>
                    <a:pt x="6700143" y="400787"/>
                  </a:lnTo>
                  <a:lnTo>
                    <a:pt x="6742503" y="357882"/>
                  </a:lnTo>
                  <a:lnTo>
                    <a:pt x="6785266" y="318292"/>
                  </a:lnTo>
                  <a:lnTo>
                    <a:pt x="6786527" y="317182"/>
                  </a:lnTo>
                  <a:lnTo>
                    <a:pt x="6835476" y="276752"/>
                  </a:lnTo>
                  <a:lnTo>
                    <a:pt x="6886082" y="240380"/>
                  </a:lnTo>
                  <a:lnTo>
                    <a:pt x="6939135" y="207859"/>
                  </a:lnTo>
                  <a:lnTo>
                    <a:pt x="6995514" y="178837"/>
                  </a:lnTo>
                  <a:lnTo>
                    <a:pt x="7056115" y="152917"/>
                  </a:lnTo>
                  <a:lnTo>
                    <a:pt x="7121778" y="129718"/>
                  </a:lnTo>
                  <a:lnTo>
                    <a:pt x="7193183" y="108903"/>
                  </a:lnTo>
                  <a:lnTo>
                    <a:pt x="7270730" y="90199"/>
                  </a:lnTo>
                  <a:lnTo>
                    <a:pt x="7354364" y="73408"/>
                  </a:lnTo>
                  <a:lnTo>
                    <a:pt x="7443376" y="58406"/>
                  </a:lnTo>
                  <a:lnTo>
                    <a:pt x="7536204" y="45142"/>
                  </a:lnTo>
                  <a:lnTo>
                    <a:pt x="7630298" y="33620"/>
                  </a:lnTo>
                  <a:lnTo>
                    <a:pt x="7722143" y="23879"/>
                  </a:lnTo>
                  <a:lnTo>
                    <a:pt x="7807552" y="15956"/>
                  </a:lnTo>
                  <a:lnTo>
                    <a:pt x="7882252" y="9841"/>
                  </a:lnTo>
                  <a:lnTo>
                    <a:pt x="7942682" y="5442"/>
                  </a:lnTo>
                  <a:lnTo>
                    <a:pt x="7986808" y="2569"/>
                  </a:lnTo>
                  <a:lnTo>
                    <a:pt x="8014670" y="938"/>
                  </a:lnTo>
                  <a:lnTo>
                    <a:pt x="8028522" y="205"/>
                  </a:lnTo>
                  <a:lnTo>
                    <a:pt x="8032622" y="8"/>
                  </a:lnTo>
                  <a:lnTo>
                    <a:pt x="8032819" y="0"/>
                  </a:lnTo>
                  <a:lnTo>
                    <a:pt x="8554953" y="0"/>
                  </a:lnTo>
                  <a:lnTo>
                    <a:pt x="8554953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119" name="pl2119"/>
            <p:cNvSpPr/>
            <p:nvPr/>
          </p:nvSpPr>
          <p:spPr>
            <a:xfrm>
              <a:off x="386606" y="784596"/>
              <a:ext cx="8554953" cy="5409989"/>
            </a:xfrm>
            <a:custGeom>
              <a:avLst/>
              <a:pathLst>
                <a:path w="8554953" h="5409989">
                  <a:moveTo>
                    <a:pt x="8554953" y="0"/>
                  </a:moveTo>
                  <a:lnTo>
                    <a:pt x="8032819" y="0"/>
                  </a:lnTo>
                  <a:lnTo>
                    <a:pt x="8031607" y="55"/>
                  </a:lnTo>
                  <a:lnTo>
                    <a:pt x="8023671" y="453"/>
                  </a:lnTo>
                  <a:lnTo>
                    <a:pt x="8003800" y="1554"/>
                  </a:lnTo>
                  <a:lnTo>
                    <a:pt x="7968617" y="3715"/>
                  </a:lnTo>
                  <a:lnTo>
                    <a:pt x="7916875" y="7259"/>
                  </a:lnTo>
                  <a:lnTo>
                    <a:pt x="7849530" y="12428"/>
                  </a:lnTo>
                  <a:lnTo>
                    <a:pt x="7769407" y="19368"/>
                  </a:lnTo>
                  <a:lnTo>
                    <a:pt x="7680500" y="28128"/>
                  </a:lnTo>
                  <a:lnTo>
                    <a:pt x="7587133" y="38692"/>
                  </a:lnTo>
                  <a:lnTo>
                    <a:pt x="7493239" y="51018"/>
                  </a:lnTo>
                  <a:lnTo>
                    <a:pt x="7401908" y="65079"/>
                  </a:lnTo>
                  <a:lnTo>
                    <a:pt x="7315227" y="80892"/>
                  </a:lnTo>
                  <a:lnTo>
                    <a:pt x="7234346" y="98541"/>
                  </a:lnTo>
                  <a:lnTo>
                    <a:pt x="7159644" y="118185"/>
                  </a:lnTo>
                  <a:lnTo>
                    <a:pt x="7090946" y="140057"/>
                  </a:lnTo>
                  <a:lnTo>
                    <a:pt x="7027704" y="164461"/>
                  </a:lnTo>
                  <a:lnTo>
                    <a:pt x="6969152" y="191756"/>
                  </a:lnTo>
                  <a:lnTo>
                    <a:pt x="6914412" y="222336"/>
                  </a:lnTo>
                  <a:lnTo>
                    <a:pt x="6862588" y="256588"/>
                  </a:lnTo>
                  <a:lnTo>
                    <a:pt x="6812832" y="294811"/>
                  </a:lnTo>
                  <a:lnTo>
                    <a:pt x="6786527" y="317182"/>
                  </a:lnTo>
                  <a:lnTo>
                    <a:pt x="6743747" y="356677"/>
                  </a:lnTo>
                  <a:lnTo>
                    <a:pt x="6701381" y="399483"/>
                  </a:lnTo>
                  <a:lnTo>
                    <a:pt x="6659109" y="445665"/>
                  </a:lnTo>
                  <a:lnTo>
                    <a:pt x="6616692" y="495214"/>
                  </a:lnTo>
                  <a:lnTo>
                    <a:pt x="6573962" y="548039"/>
                  </a:lnTo>
                  <a:lnTo>
                    <a:pt x="6530815" y="603961"/>
                  </a:lnTo>
                  <a:lnTo>
                    <a:pt x="6487206" y="662711"/>
                  </a:lnTo>
                  <a:lnTo>
                    <a:pt x="6443139" y="723928"/>
                  </a:lnTo>
                  <a:lnTo>
                    <a:pt x="6398665" y="787167"/>
                  </a:lnTo>
                  <a:lnTo>
                    <a:pt x="6353872" y="851911"/>
                  </a:lnTo>
                  <a:lnTo>
                    <a:pt x="6308875" y="917586"/>
                  </a:lnTo>
                  <a:lnTo>
                    <a:pt x="6263806" y="983580"/>
                  </a:lnTo>
                  <a:lnTo>
                    <a:pt x="6218805" y="1049273"/>
                  </a:lnTo>
                  <a:lnTo>
                    <a:pt x="6174004" y="1114052"/>
                  </a:lnTo>
                  <a:lnTo>
                    <a:pt x="6129519" y="1177343"/>
                  </a:lnTo>
                  <a:lnTo>
                    <a:pt x="6085439" y="1238626"/>
                  </a:lnTo>
                  <a:lnTo>
                    <a:pt x="6041816" y="1297454"/>
                  </a:lnTo>
                  <a:lnTo>
                    <a:pt x="5998657" y="1353463"/>
                  </a:lnTo>
                  <a:lnTo>
                    <a:pt x="5955916" y="1406382"/>
                  </a:lnTo>
                  <a:lnTo>
                    <a:pt x="5913492" y="1456028"/>
                  </a:lnTo>
                  <a:lnTo>
                    <a:pt x="5871219" y="1502309"/>
                  </a:lnTo>
                  <a:lnTo>
                    <a:pt x="5828859" y="1545214"/>
                  </a:lnTo>
                  <a:lnTo>
                    <a:pt x="5786096" y="1584803"/>
                  </a:lnTo>
                  <a:lnTo>
                    <a:pt x="5784835" y="1585913"/>
                  </a:lnTo>
                  <a:lnTo>
                    <a:pt x="5735886" y="1626344"/>
                  </a:lnTo>
                  <a:lnTo>
                    <a:pt x="5685280" y="1662716"/>
                  </a:lnTo>
                  <a:lnTo>
                    <a:pt x="5632227" y="1695237"/>
                  </a:lnTo>
                  <a:lnTo>
                    <a:pt x="5575848" y="1724259"/>
                  </a:lnTo>
                  <a:lnTo>
                    <a:pt x="5515247" y="1750178"/>
                  </a:lnTo>
                  <a:lnTo>
                    <a:pt x="5449584" y="1773378"/>
                  </a:lnTo>
                  <a:lnTo>
                    <a:pt x="5378179" y="1794193"/>
                  </a:lnTo>
                  <a:lnTo>
                    <a:pt x="5300632" y="1812896"/>
                  </a:lnTo>
                  <a:lnTo>
                    <a:pt x="5216998" y="1829687"/>
                  </a:lnTo>
                  <a:lnTo>
                    <a:pt x="5127986" y="1844689"/>
                  </a:lnTo>
                  <a:lnTo>
                    <a:pt x="5035157" y="1857954"/>
                  </a:lnTo>
                  <a:lnTo>
                    <a:pt x="4941064" y="1869476"/>
                  </a:lnTo>
                  <a:lnTo>
                    <a:pt x="4849219" y="1879217"/>
                  </a:lnTo>
                  <a:lnTo>
                    <a:pt x="4763810" y="1887140"/>
                  </a:lnTo>
                  <a:lnTo>
                    <a:pt x="4689110" y="1893255"/>
                  </a:lnTo>
                  <a:lnTo>
                    <a:pt x="4628680" y="1897653"/>
                  </a:lnTo>
                  <a:lnTo>
                    <a:pt x="4584554" y="1900527"/>
                  </a:lnTo>
                  <a:lnTo>
                    <a:pt x="4556692" y="1902158"/>
                  </a:lnTo>
                  <a:lnTo>
                    <a:pt x="4542840" y="1902890"/>
                  </a:lnTo>
                  <a:lnTo>
                    <a:pt x="4538740" y="1903087"/>
                  </a:lnTo>
                  <a:lnTo>
                    <a:pt x="4538543" y="1903096"/>
                  </a:lnTo>
                  <a:lnTo>
                    <a:pt x="4016409" y="1903096"/>
                  </a:lnTo>
                  <a:lnTo>
                    <a:pt x="4015312" y="1903189"/>
                  </a:lnTo>
                  <a:lnTo>
                    <a:pt x="4008115" y="1903850"/>
                  </a:lnTo>
                  <a:lnTo>
                    <a:pt x="3990035" y="1905679"/>
                  </a:lnTo>
                  <a:lnTo>
                    <a:pt x="3957868" y="1909275"/>
                  </a:lnTo>
                  <a:lnTo>
                    <a:pt x="3910254" y="1915183"/>
                  </a:lnTo>
                  <a:lnTo>
                    <a:pt x="3847769" y="1923832"/>
                  </a:lnTo>
                  <a:lnTo>
                    <a:pt x="3772698" y="1935494"/>
                  </a:lnTo>
                  <a:lnTo>
                    <a:pt x="3688487" y="1950283"/>
                  </a:lnTo>
                  <a:lnTo>
                    <a:pt x="3599042" y="1968193"/>
                  </a:lnTo>
                  <a:lnTo>
                    <a:pt x="3508073" y="1989158"/>
                  </a:lnTo>
                  <a:lnTo>
                    <a:pt x="3418640" y="2013118"/>
                  </a:lnTo>
                  <a:lnTo>
                    <a:pt x="3332948" y="2040071"/>
                  </a:lnTo>
                  <a:lnTo>
                    <a:pt x="3252343" y="2070112"/>
                  </a:lnTo>
                  <a:lnTo>
                    <a:pt x="3177436" y="2103452"/>
                  </a:lnTo>
                  <a:lnTo>
                    <a:pt x="3108271" y="2140424"/>
                  </a:lnTo>
                  <a:lnTo>
                    <a:pt x="3044494" y="2181476"/>
                  </a:lnTo>
                  <a:lnTo>
                    <a:pt x="2985501" y="2227164"/>
                  </a:lnTo>
                  <a:lnTo>
                    <a:pt x="2930543" y="2278119"/>
                  </a:lnTo>
                  <a:lnTo>
                    <a:pt x="2878813" y="2335002"/>
                  </a:lnTo>
                  <a:lnTo>
                    <a:pt x="2829508" y="2398420"/>
                  </a:lnTo>
                  <a:lnTo>
                    <a:pt x="2781894" y="2468785"/>
                  </a:lnTo>
                  <a:lnTo>
                    <a:pt x="2770117" y="2487578"/>
                  </a:lnTo>
                  <a:lnTo>
                    <a:pt x="2735967" y="2545110"/>
                  </a:lnTo>
                  <a:lnTo>
                    <a:pt x="2702126" y="2606498"/>
                  </a:lnTo>
                  <a:lnTo>
                    <a:pt x="2668419" y="2671821"/>
                  </a:lnTo>
                  <a:lnTo>
                    <a:pt x="2634706" y="2741107"/>
                  </a:lnTo>
                  <a:lnTo>
                    <a:pt x="2600875" y="2814327"/>
                  </a:lnTo>
                  <a:lnTo>
                    <a:pt x="2566846" y="2891389"/>
                  </a:lnTo>
                  <a:lnTo>
                    <a:pt x="2532561" y="2972136"/>
                  </a:lnTo>
                  <a:lnTo>
                    <a:pt x="2497990" y="3056343"/>
                  </a:lnTo>
                  <a:lnTo>
                    <a:pt x="2463121" y="3143718"/>
                  </a:lnTo>
                  <a:lnTo>
                    <a:pt x="2427964" y="3233900"/>
                  </a:lnTo>
                  <a:lnTo>
                    <a:pt x="2392546" y="3326470"/>
                  </a:lnTo>
                  <a:lnTo>
                    <a:pt x="2356911" y="3420950"/>
                  </a:lnTo>
                  <a:lnTo>
                    <a:pt x="2321111" y="3516819"/>
                  </a:lnTo>
                  <a:lnTo>
                    <a:pt x="2285212" y="3613523"/>
                  </a:lnTo>
                  <a:lnTo>
                    <a:pt x="2249281" y="3710485"/>
                  </a:lnTo>
                  <a:lnTo>
                    <a:pt x="2213390" y="3807124"/>
                  </a:lnTo>
                  <a:lnTo>
                    <a:pt x="2177606" y="3902864"/>
                  </a:lnTo>
                  <a:lnTo>
                    <a:pt x="2141992" y="3997154"/>
                  </a:lnTo>
                  <a:lnTo>
                    <a:pt x="2106602" y="4089477"/>
                  </a:lnTo>
                  <a:lnTo>
                    <a:pt x="2071477" y="4179363"/>
                  </a:lnTo>
                  <a:lnTo>
                    <a:pt x="2036641" y="4266398"/>
                  </a:lnTo>
                  <a:lnTo>
                    <a:pt x="2002103" y="4350229"/>
                  </a:lnTo>
                  <a:lnTo>
                    <a:pt x="1967849" y="4430570"/>
                  </a:lnTo>
                  <a:lnTo>
                    <a:pt x="1933845" y="4507205"/>
                  </a:lnTo>
                  <a:lnTo>
                    <a:pt x="1900033" y="4579985"/>
                  </a:lnTo>
                  <a:lnTo>
                    <a:pt x="1866326" y="4648825"/>
                  </a:lnTo>
                  <a:lnTo>
                    <a:pt x="1832612" y="4713702"/>
                  </a:lnTo>
                  <a:lnTo>
                    <a:pt x="1798745" y="4774651"/>
                  </a:lnTo>
                  <a:lnTo>
                    <a:pt x="1768425" y="4825507"/>
                  </a:lnTo>
                  <a:lnTo>
                    <a:pt x="1721136" y="4897640"/>
                  </a:lnTo>
                  <a:lnTo>
                    <a:pt x="1672321" y="4962778"/>
                  </a:lnTo>
                  <a:lnTo>
                    <a:pt x="1621274" y="5021251"/>
                  </a:lnTo>
                  <a:lnTo>
                    <a:pt x="1567204" y="5073634"/>
                  </a:lnTo>
                  <a:lnTo>
                    <a:pt x="1509300" y="5120585"/>
                  </a:lnTo>
                  <a:lnTo>
                    <a:pt x="1446790" y="5162747"/>
                  </a:lnTo>
                  <a:lnTo>
                    <a:pt x="1379024" y="5200697"/>
                  </a:lnTo>
                  <a:lnTo>
                    <a:pt x="1305575" y="5234914"/>
                  </a:lnTo>
                  <a:lnTo>
                    <a:pt x="1226370" y="5265760"/>
                  </a:lnTo>
                  <a:lnTo>
                    <a:pt x="1141862" y="5293476"/>
                  </a:lnTo>
                  <a:lnTo>
                    <a:pt x="1053196" y="5318185"/>
                  </a:lnTo>
                  <a:lnTo>
                    <a:pt x="962357" y="5339907"/>
                  </a:lnTo>
                  <a:lnTo>
                    <a:pt x="872200" y="5358592"/>
                  </a:lnTo>
                  <a:lnTo>
                    <a:pt x="786304" y="5374170"/>
                  </a:lnTo>
                  <a:lnTo>
                    <a:pt x="708580" y="5386612"/>
                  </a:lnTo>
                  <a:lnTo>
                    <a:pt x="642659" y="5395999"/>
                  </a:lnTo>
                  <a:lnTo>
                    <a:pt x="591179" y="5402562"/>
                  </a:lnTo>
                  <a:lnTo>
                    <a:pt x="555181" y="5406692"/>
                  </a:lnTo>
                  <a:lnTo>
                    <a:pt x="533793" y="5408909"/>
                  </a:lnTo>
                  <a:lnTo>
                    <a:pt x="524253" y="5409807"/>
                  </a:lnTo>
                  <a:lnTo>
                    <a:pt x="522151" y="5409988"/>
                  </a:lnTo>
                  <a:lnTo>
                    <a:pt x="522133" y="5409989"/>
                  </a:lnTo>
                  <a:lnTo>
                    <a:pt x="0" y="5409989"/>
                  </a:lnTo>
                  <a:lnTo>
                    <a:pt x="0" y="5409989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120" name="pg2120"/>
            <p:cNvSpPr/>
            <p:nvPr/>
          </p:nvSpPr>
          <p:spPr>
            <a:xfrm>
              <a:off x="386606" y="694241"/>
              <a:ext cx="8554953" cy="5511638"/>
            </a:xfrm>
            <a:custGeom>
              <a:avLst/>
              <a:pathLst>
                <a:path w="8554953" h="5511638">
                  <a:moveTo>
                    <a:pt x="0" y="5511638"/>
                  </a:moveTo>
                  <a:lnTo>
                    <a:pt x="522133" y="5511638"/>
                  </a:lnTo>
                  <a:lnTo>
                    <a:pt x="522945" y="5511532"/>
                  </a:lnTo>
                  <a:lnTo>
                    <a:pt x="528308" y="5510769"/>
                  </a:lnTo>
                  <a:lnTo>
                    <a:pt x="541903" y="5508664"/>
                  </a:lnTo>
                  <a:lnTo>
                    <a:pt x="566393" y="5504515"/>
                  </a:lnTo>
                  <a:lnTo>
                    <a:pt x="603261" y="5497661"/>
                  </a:lnTo>
                  <a:lnTo>
                    <a:pt x="652700" y="5487538"/>
                  </a:lnTo>
                  <a:lnTo>
                    <a:pt x="713655" y="5473731"/>
                  </a:lnTo>
                  <a:lnTo>
                    <a:pt x="784059" y="5455997"/>
                  </a:lnTo>
                  <a:lnTo>
                    <a:pt x="861217" y="5434248"/>
                  </a:lnTo>
                  <a:lnTo>
                    <a:pt x="942237" y="5408510"/>
                  </a:lnTo>
                  <a:lnTo>
                    <a:pt x="1024406" y="5378864"/>
                  </a:lnTo>
                  <a:lnTo>
                    <a:pt x="1105459" y="5345382"/>
                  </a:lnTo>
                  <a:lnTo>
                    <a:pt x="1183695" y="5308077"/>
                  </a:lnTo>
                  <a:lnTo>
                    <a:pt x="1257995" y="5266865"/>
                  </a:lnTo>
                  <a:lnTo>
                    <a:pt x="1327759" y="5221547"/>
                  </a:lnTo>
                  <a:lnTo>
                    <a:pt x="1392804" y="5171795"/>
                  </a:lnTo>
                  <a:lnTo>
                    <a:pt x="1453259" y="5117156"/>
                  </a:lnTo>
                  <a:lnTo>
                    <a:pt x="1509473" y="5057058"/>
                  </a:lnTo>
                  <a:lnTo>
                    <a:pt x="1561931" y="4990829"/>
                  </a:lnTo>
                  <a:lnTo>
                    <a:pt x="1611200" y="4917725"/>
                  </a:lnTo>
                  <a:lnTo>
                    <a:pt x="1657878" y="4836980"/>
                  </a:lnTo>
                  <a:lnTo>
                    <a:pt x="1702556" y="4747890"/>
                  </a:lnTo>
                  <a:lnTo>
                    <a:pt x="1745781" y="4649946"/>
                  </a:lnTo>
                  <a:lnTo>
                    <a:pt x="1768425" y="4593973"/>
                  </a:lnTo>
                  <a:lnTo>
                    <a:pt x="1796375" y="4520568"/>
                  </a:lnTo>
                  <a:lnTo>
                    <a:pt x="1824095" y="4443134"/>
                  </a:lnTo>
                  <a:lnTo>
                    <a:pt x="1851687" y="4361592"/>
                  </a:lnTo>
                  <a:lnTo>
                    <a:pt x="1879234" y="4275899"/>
                  </a:lnTo>
                  <a:lnTo>
                    <a:pt x="1906808" y="4186047"/>
                  </a:lnTo>
                  <a:lnTo>
                    <a:pt x="1934467" y="4092071"/>
                  </a:lnTo>
                  <a:lnTo>
                    <a:pt x="1962255" y="3994049"/>
                  </a:lnTo>
                  <a:lnTo>
                    <a:pt x="1990205" y="3892104"/>
                  </a:lnTo>
                  <a:lnTo>
                    <a:pt x="2018339" y="3786408"/>
                  </a:lnTo>
                  <a:lnTo>
                    <a:pt x="2046669" y="3677180"/>
                  </a:lnTo>
                  <a:lnTo>
                    <a:pt x="2075199" y="3564687"/>
                  </a:lnTo>
                  <a:lnTo>
                    <a:pt x="2103922" y="3449243"/>
                  </a:lnTo>
                  <a:lnTo>
                    <a:pt x="2132823" y="3331205"/>
                  </a:lnTo>
                  <a:lnTo>
                    <a:pt x="2161882" y="3210968"/>
                  </a:lnTo>
                  <a:lnTo>
                    <a:pt x="2191072" y="3088963"/>
                  </a:lnTo>
                  <a:lnTo>
                    <a:pt x="2220360" y="2965650"/>
                  </a:lnTo>
                  <a:lnTo>
                    <a:pt x="2249712" y="2841510"/>
                  </a:lnTo>
                  <a:lnTo>
                    <a:pt x="2279090" y="2717037"/>
                  </a:lnTo>
                  <a:lnTo>
                    <a:pt x="2308454" y="2592731"/>
                  </a:lnTo>
                  <a:lnTo>
                    <a:pt x="2337768" y="2469090"/>
                  </a:lnTo>
                  <a:lnTo>
                    <a:pt x="2366994" y="2346600"/>
                  </a:lnTo>
                  <a:lnTo>
                    <a:pt x="2396099" y="2225727"/>
                  </a:lnTo>
                  <a:lnTo>
                    <a:pt x="2425056" y="2106914"/>
                  </a:lnTo>
                  <a:lnTo>
                    <a:pt x="2453840" y="1990568"/>
                  </a:lnTo>
                  <a:lnTo>
                    <a:pt x="2482434" y="1877060"/>
                  </a:lnTo>
                  <a:lnTo>
                    <a:pt x="2510831" y="1766717"/>
                  </a:lnTo>
                  <a:lnTo>
                    <a:pt x="2539030" y="1659823"/>
                  </a:lnTo>
                  <a:lnTo>
                    <a:pt x="2567039" y="1556613"/>
                  </a:lnTo>
                  <a:lnTo>
                    <a:pt x="2594877" y="1457274"/>
                  </a:lnTo>
                  <a:lnTo>
                    <a:pt x="2622574" y="1361945"/>
                  </a:lnTo>
                  <a:lnTo>
                    <a:pt x="2650171" y="1270720"/>
                  </a:lnTo>
                  <a:lnTo>
                    <a:pt x="2677720" y="1183647"/>
                  </a:lnTo>
                  <a:lnTo>
                    <a:pt x="2705288" y="1100732"/>
                  </a:lnTo>
                  <a:lnTo>
                    <a:pt x="2732955" y="1021943"/>
                  </a:lnTo>
                  <a:lnTo>
                    <a:pt x="2760817" y="947213"/>
                  </a:lnTo>
                  <a:lnTo>
                    <a:pt x="2770117" y="923312"/>
                  </a:lnTo>
                  <a:lnTo>
                    <a:pt x="2812763" y="820559"/>
                  </a:lnTo>
                  <a:lnTo>
                    <a:pt x="2856601" y="726786"/>
                  </a:lnTo>
                  <a:lnTo>
                    <a:pt x="2902140" y="641665"/>
                  </a:lnTo>
                  <a:lnTo>
                    <a:pt x="2949951" y="564576"/>
                  </a:lnTo>
                  <a:lnTo>
                    <a:pt x="3000633" y="494773"/>
                  </a:lnTo>
                  <a:lnTo>
                    <a:pt x="3054775" y="431491"/>
                  </a:lnTo>
                  <a:lnTo>
                    <a:pt x="3112913" y="374016"/>
                  </a:lnTo>
                  <a:lnTo>
                    <a:pt x="3175475" y="321720"/>
                  </a:lnTo>
                  <a:lnTo>
                    <a:pt x="3242721" y="274083"/>
                  </a:lnTo>
                  <a:lnTo>
                    <a:pt x="3314645" y="230712"/>
                  </a:lnTo>
                  <a:lnTo>
                    <a:pt x="3390885" y="191339"/>
                  </a:lnTo>
                  <a:lnTo>
                    <a:pt x="3470607" y="155820"/>
                  </a:lnTo>
                  <a:lnTo>
                    <a:pt x="3552428" y="124120"/>
                  </a:lnTo>
                  <a:lnTo>
                    <a:pt x="3634375" y="96285"/>
                  </a:lnTo>
                  <a:lnTo>
                    <a:pt x="3713950" y="72398"/>
                  </a:lnTo>
                  <a:lnTo>
                    <a:pt x="3788318" y="52523"/>
                  </a:lnTo>
                  <a:lnTo>
                    <a:pt x="3854624" y="36640"/>
                  </a:lnTo>
                  <a:lnTo>
                    <a:pt x="3910414" y="24592"/>
                  </a:lnTo>
                  <a:lnTo>
                    <a:pt x="3954051" y="16054"/>
                  </a:lnTo>
                  <a:lnTo>
                    <a:pt x="3985045" y="10538"/>
                  </a:lnTo>
                  <a:lnTo>
                    <a:pt x="4004196" y="7428"/>
                  </a:lnTo>
                  <a:lnTo>
                    <a:pt x="4013557" y="6036"/>
                  </a:lnTo>
                  <a:lnTo>
                    <a:pt x="4016409" y="5647"/>
                  </a:lnTo>
                  <a:lnTo>
                    <a:pt x="4538543" y="5647"/>
                  </a:lnTo>
                  <a:lnTo>
                    <a:pt x="4539658" y="5735"/>
                  </a:lnTo>
                  <a:lnTo>
                    <a:pt x="4546967" y="6366"/>
                  </a:lnTo>
                  <a:lnTo>
                    <a:pt x="4565321" y="8111"/>
                  </a:lnTo>
                  <a:lnTo>
                    <a:pt x="4597951" y="11543"/>
                  </a:lnTo>
                  <a:lnTo>
                    <a:pt x="4646202" y="17179"/>
                  </a:lnTo>
                  <a:lnTo>
                    <a:pt x="4709442" y="25425"/>
                  </a:lnTo>
                  <a:lnTo>
                    <a:pt x="4785307" y="36535"/>
                  </a:lnTo>
                  <a:lnTo>
                    <a:pt x="4870263" y="50615"/>
                  </a:lnTo>
                  <a:lnTo>
                    <a:pt x="4960340" y="67654"/>
                  </a:lnTo>
                  <a:lnTo>
                    <a:pt x="5051789" y="87590"/>
                  </a:lnTo>
                  <a:lnTo>
                    <a:pt x="5141543" y="110366"/>
                  </a:lnTo>
                  <a:lnTo>
                    <a:pt x="5227412" y="135984"/>
                  </a:lnTo>
                  <a:lnTo>
                    <a:pt x="5308077" y="164544"/>
                  </a:lnTo>
                  <a:lnTo>
                    <a:pt x="5382963" y="196252"/>
                  </a:lnTo>
                  <a:lnTo>
                    <a:pt x="5452061" y="231435"/>
                  </a:lnTo>
                  <a:lnTo>
                    <a:pt x="5515753" y="270531"/>
                  </a:lnTo>
                  <a:lnTo>
                    <a:pt x="5574671" y="314076"/>
                  </a:lnTo>
                  <a:lnTo>
                    <a:pt x="5629584" y="362676"/>
                  </a:lnTo>
                  <a:lnTo>
                    <a:pt x="5681315" y="416962"/>
                  </a:lnTo>
                  <a:lnTo>
                    <a:pt x="5730675" y="477502"/>
                  </a:lnTo>
                  <a:lnTo>
                    <a:pt x="5778398" y="544658"/>
                  </a:lnTo>
                  <a:lnTo>
                    <a:pt x="5784835" y="554363"/>
                  </a:lnTo>
                  <a:lnTo>
                    <a:pt x="5819894" y="609869"/>
                  </a:lnTo>
                  <a:lnTo>
                    <a:pt x="5854632" y="669194"/>
                  </a:lnTo>
                  <a:lnTo>
                    <a:pt x="5889237" y="732417"/>
                  </a:lnTo>
                  <a:lnTo>
                    <a:pt x="5923860" y="799561"/>
                  </a:lnTo>
                  <a:lnTo>
                    <a:pt x="5958617" y="870591"/>
                  </a:lnTo>
                  <a:lnTo>
                    <a:pt x="5993592" y="945406"/>
                  </a:lnTo>
                  <a:lnTo>
                    <a:pt x="6028844" y="1023837"/>
                  </a:lnTo>
                  <a:lnTo>
                    <a:pt x="6064401" y="1105644"/>
                  </a:lnTo>
                  <a:lnTo>
                    <a:pt x="6100272" y="1190515"/>
                  </a:lnTo>
                  <a:lnTo>
                    <a:pt x="6136441" y="1278069"/>
                  </a:lnTo>
                  <a:lnTo>
                    <a:pt x="6172874" y="1367864"/>
                  </a:lnTo>
                  <a:lnTo>
                    <a:pt x="6209522" y="1459402"/>
                  </a:lnTo>
                  <a:lnTo>
                    <a:pt x="6246321" y="1552142"/>
                  </a:lnTo>
                  <a:lnTo>
                    <a:pt x="6283200" y="1645511"/>
                  </a:lnTo>
                  <a:lnTo>
                    <a:pt x="6320085" y="1738920"/>
                  </a:lnTo>
                  <a:lnTo>
                    <a:pt x="6356899" y="1831778"/>
                  </a:lnTo>
                  <a:lnTo>
                    <a:pt x="6393571" y="1923511"/>
                  </a:lnTo>
                  <a:lnTo>
                    <a:pt x="6430036" y="2013570"/>
                  </a:lnTo>
                  <a:lnTo>
                    <a:pt x="6466243" y="2101453"/>
                  </a:lnTo>
                  <a:lnTo>
                    <a:pt x="6502155" y="2186708"/>
                  </a:lnTo>
                  <a:lnTo>
                    <a:pt x="6537755" y="2268946"/>
                  </a:lnTo>
                  <a:lnTo>
                    <a:pt x="6573046" y="2347847"/>
                  </a:lnTo>
                  <a:lnTo>
                    <a:pt x="6608056" y="2423160"/>
                  </a:lnTo>
                  <a:lnTo>
                    <a:pt x="6642838" y="2494707"/>
                  </a:lnTo>
                  <a:lnTo>
                    <a:pt x="6677473" y="2562377"/>
                  </a:lnTo>
                  <a:lnTo>
                    <a:pt x="6712073" y="2626126"/>
                  </a:lnTo>
                  <a:lnTo>
                    <a:pt x="6746783" y="2685972"/>
                  </a:lnTo>
                  <a:lnTo>
                    <a:pt x="6781786" y="2741985"/>
                  </a:lnTo>
                  <a:lnTo>
                    <a:pt x="6786527" y="2749231"/>
                  </a:lnTo>
                  <a:lnTo>
                    <a:pt x="6834076" y="2817299"/>
                  </a:lnTo>
                  <a:lnTo>
                    <a:pt x="6883171" y="2878730"/>
                  </a:lnTo>
                  <a:lnTo>
                    <a:pt x="6934531" y="2933841"/>
                  </a:lnTo>
                  <a:lnTo>
                    <a:pt x="6988959" y="2983182"/>
                  </a:lnTo>
                  <a:lnTo>
                    <a:pt x="7047282" y="3027381"/>
                  </a:lnTo>
                  <a:lnTo>
                    <a:pt x="7110280" y="3067052"/>
                  </a:lnTo>
                  <a:lnTo>
                    <a:pt x="7178609" y="3102742"/>
                  </a:lnTo>
                  <a:lnTo>
                    <a:pt x="7252693" y="3134904"/>
                  </a:lnTo>
                  <a:lnTo>
                    <a:pt x="7332587" y="3163879"/>
                  </a:lnTo>
                  <a:lnTo>
                    <a:pt x="7417803" y="3189892"/>
                  </a:lnTo>
                  <a:lnTo>
                    <a:pt x="7507135" y="3213055"/>
                  </a:lnTo>
                  <a:lnTo>
                    <a:pt x="7598515" y="3233382"/>
                  </a:lnTo>
                  <a:lnTo>
                    <a:pt x="7688989" y="3250822"/>
                  </a:lnTo>
                  <a:lnTo>
                    <a:pt x="7774882" y="3265309"/>
                  </a:lnTo>
                  <a:lnTo>
                    <a:pt x="7852216" y="3276822"/>
                  </a:lnTo>
                  <a:lnTo>
                    <a:pt x="7917356" y="3285449"/>
                  </a:lnTo>
                  <a:lnTo>
                    <a:pt x="7967738" y="3291421"/>
                  </a:lnTo>
                  <a:lnTo>
                    <a:pt x="8002470" y="3295125"/>
                  </a:lnTo>
                  <a:lnTo>
                    <a:pt x="8022626" y="3297068"/>
                  </a:lnTo>
                  <a:lnTo>
                    <a:pt x="8031194" y="3297817"/>
                  </a:lnTo>
                  <a:lnTo>
                    <a:pt x="8032819" y="3297947"/>
                  </a:lnTo>
                  <a:lnTo>
                    <a:pt x="8554953" y="3297947"/>
                  </a:lnTo>
                  <a:lnTo>
                    <a:pt x="8554953" y="3292300"/>
                  </a:lnTo>
                  <a:lnTo>
                    <a:pt x="8032819" y="3292300"/>
                  </a:lnTo>
                  <a:lnTo>
                    <a:pt x="8031704" y="3292212"/>
                  </a:lnTo>
                  <a:lnTo>
                    <a:pt x="8024395" y="3291581"/>
                  </a:lnTo>
                  <a:lnTo>
                    <a:pt x="8006041" y="3289835"/>
                  </a:lnTo>
                  <a:lnTo>
                    <a:pt x="7973411" y="3286404"/>
                  </a:lnTo>
                  <a:lnTo>
                    <a:pt x="7925160" y="3280768"/>
                  </a:lnTo>
                  <a:lnTo>
                    <a:pt x="7861920" y="3272522"/>
                  </a:lnTo>
                  <a:lnTo>
                    <a:pt x="7786055" y="3261412"/>
                  </a:lnTo>
                  <a:lnTo>
                    <a:pt x="7701099" y="3247332"/>
                  </a:lnTo>
                  <a:lnTo>
                    <a:pt x="7611022" y="3230293"/>
                  </a:lnTo>
                  <a:lnTo>
                    <a:pt x="7519573" y="3210357"/>
                  </a:lnTo>
                  <a:lnTo>
                    <a:pt x="7429819" y="3187581"/>
                  </a:lnTo>
                  <a:lnTo>
                    <a:pt x="7343950" y="3161962"/>
                  </a:lnTo>
                  <a:lnTo>
                    <a:pt x="7263285" y="3133403"/>
                  </a:lnTo>
                  <a:lnTo>
                    <a:pt x="7188399" y="3101695"/>
                  </a:lnTo>
                  <a:lnTo>
                    <a:pt x="7119301" y="3066511"/>
                  </a:lnTo>
                  <a:lnTo>
                    <a:pt x="7055609" y="3027416"/>
                  </a:lnTo>
                  <a:lnTo>
                    <a:pt x="6996691" y="2983871"/>
                  </a:lnTo>
                  <a:lnTo>
                    <a:pt x="6941778" y="2935271"/>
                  </a:lnTo>
                  <a:lnTo>
                    <a:pt x="6890047" y="2880985"/>
                  </a:lnTo>
                  <a:lnTo>
                    <a:pt x="6840687" y="2820445"/>
                  </a:lnTo>
                  <a:lnTo>
                    <a:pt x="6792964" y="2753289"/>
                  </a:lnTo>
                  <a:lnTo>
                    <a:pt x="6786527" y="2743583"/>
                  </a:lnTo>
                  <a:lnTo>
                    <a:pt x="6751468" y="2688078"/>
                  </a:lnTo>
                  <a:lnTo>
                    <a:pt x="6716730" y="2628753"/>
                  </a:lnTo>
                  <a:lnTo>
                    <a:pt x="6682125" y="2565530"/>
                  </a:lnTo>
                  <a:lnTo>
                    <a:pt x="6647502" y="2498386"/>
                  </a:lnTo>
                  <a:lnTo>
                    <a:pt x="6612745" y="2427356"/>
                  </a:lnTo>
                  <a:lnTo>
                    <a:pt x="6577770" y="2352541"/>
                  </a:lnTo>
                  <a:lnTo>
                    <a:pt x="6542518" y="2274110"/>
                  </a:lnTo>
                  <a:lnTo>
                    <a:pt x="6506961" y="2192303"/>
                  </a:lnTo>
                  <a:lnTo>
                    <a:pt x="6471090" y="2107432"/>
                  </a:lnTo>
                  <a:lnTo>
                    <a:pt x="6434921" y="2019878"/>
                  </a:lnTo>
                  <a:lnTo>
                    <a:pt x="6398488" y="1930083"/>
                  </a:lnTo>
                  <a:lnTo>
                    <a:pt x="6361840" y="1838544"/>
                  </a:lnTo>
                  <a:lnTo>
                    <a:pt x="6325041" y="1745805"/>
                  </a:lnTo>
                  <a:lnTo>
                    <a:pt x="6288162" y="1652436"/>
                  </a:lnTo>
                  <a:lnTo>
                    <a:pt x="6251277" y="1559027"/>
                  </a:lnTo>
                  <a:lnTo>
                    <a:pt x="6214463" y="1466169"/>
                  </a:lnTo>
                  <a:lnTo>
                    <a:pt x="6177791" y="1374436"/>
                  </a:lnTo>
                  <a:lnTo>
                    <a:pt x="6141326" y="1284377"/>
                  </a:lnTo>
                  <a:lnTo>
                    <a:pt x="6105119" y="1196494"/>
                  </a:lnTo>
                  <a:lnTo>
                    <a:pt x="6069207" y="1111239"/>
                  </a:lnTo>
                  <a:lnTo>
                    <a:pt x="6033607" y="1029001"/>
                  </a:lnTo>
                  <a:lnTo>
                    <a:pt x="5998316" y="950100"/>
                  </a:lnTo>
                  <a:lnTo>
                    <a:pt x="5963306" y="874787"/>
                  </a:lnTo>
                  <a:lnTo>
                    <a:pt x="5928524" y="803240"/>
                  </a:lnTo>
                  <a:lnTo>
                    <a:pt x="5893889" y="735570"/>
                  </a:lnTo>
                  <a:lnTo>
                    <a:pt x="5859289" y="671821"/>
                  </a:lnTo>
                  <a:lnTo>
                    <a:pt x="5824579" y="611975"/>
                  </a:lnTo>
                  <a:lnTo>
                    <a:pt x="5789576" y="555962"/>
                  </a:lnTo>
                  <a:lnTo>
                    <a:pt x="5784835" y="548716"/>
                  </a:lnTo>
                  <a:lnTo>
                    <a:pt x="5737286" y="480648"/>
                  </a:lnTo>
                  <a:lnTo>
                    <a:pt x="5688191" y="419217"/>
                  </a:lnTo>
                  <a:lnTo>
                    <a:pt x="5636831" y="364106"/>
                  </a:lnTo>
                  <a:lnTo>
                    <a:pt x="5582403" y="314765"/>
                  </a:lnTo>
                  <a:lnTo>
                    <a:pt x="5524080" y="270566"/>
                  </a:lnTo>
                  <a:lnTo>
                    <a:pt x="5461082" y="230895"/>
                  </a:lnTo>
                  <a:lnTo>
                    <a:pt x="5392753" y="195205"/>
                  </a:lnTo>
                  <a:lnTo>
                    <a:pt x="5318669" y="163043"/>
                  </a:lnTo>
                  <a:lnTo>
                    <a:pt x="5238775" y="134068"/>
                  </a:lnTo>
                  <a:lnTo>
                    <a:pt x="5153559" y="108054"/>
                  </a:lnTo>
                  <a:lnTo>
                    <a:pt x="5064227" y="84892"/>
                  </a:lnTo>
                  <a:lnTo>
                    <a:pt x="4972847" y="64565"/>
                  </a:lnTo>
                  <a:lnTo>
                    <a:pt x="4882373" y="47125"/>
                  </a:lnTo>
                  <a:lnTo>
                    <a:pt x="4796480" y="32638"/>
                  </a:lnTo>
                  <a:lnTo>
                    <a:pt x="4719146" y="21125"/>
                  </a:lnTo>
                  <a:lnTo>
                    <a:pt x="4654006" y="12498"/>
                  </a:lnTo>
                  <a:lnTo>
                    <a:pt x="4603624" y="6526"/>
                  </a:lnTo>
                  <a:lnTo>
                    <a:pt x="4568892" y="2822"/>
                  </a:lnTo>
                  <a:lnTo>
                    <a:pt x="4548735" y="879"/>
                  </a:lnTo>
                  <a:lnTo>
                    <a:pt x="4540168" y="130"/>
                  </a:lnTo>
                  <a:lnTo>
                    <a:pt x="4538543" y="0"/>
                  </a:lnTo>
                  <a:lnTo>
                    <a:pt x="4016409" y="0"/>
                  </a:lnTo>
                  <a:lnTo>
                    <a:pt x="4015597" y="106"/>
                  </a:lnTo>
                  <a:lnTo>
                    <a:pt x="4010234" y="869"/>
                  </a:lnTo>
                  <a:lnTo>
                    <a:pt x="3996639" y="2974"/>
                  </a:lnTo>
                  <a:lnTo>
                    <a:pt x="3972150" y="7123"/>
                  </a:lnTo>
                  <a:lnTo>
                    <a:pt x="3935281" y="13977"/>
                  </a:lnTo>
                  <a:lnTo>
                    <a:pt x="3885842" y="24100"/>
                  </a:lnTo>
                  <a:lnTo>
                    <a:pt x="3824887" y="37907"/>
                  </a:lnTo>
                  <a:lnTo>
                    <a:pt x="3754483" y="55641"/>
                  </a:lnTo>
                  <a:lnTo>
                    <a:pt x="3677325" y="77390"/>
                  </a:lnTo>
                  <a:lnTo>
                    <a:pt x="3596306" y="103128"/>
                  </a:lnTo>
                  <a:lnTo>
                    <a:pt x="3514136" y="132774"/>
                  </a:lnTo>
                  <a:lnTo>
                    <a:pt x="3433083" y="166256"/>
                  </a:lnTo>
                  <a:lnTo>
                    <a:pt x="3354848" y="203561"/>
                  </a:lnTo>
                  <a:lnTo>
                    <a:pt x="3280547" y="244773"/>
                  </a:lnTo>
                  <a:lnTo>
                    <a:pt x="3210783" y="290091"/>
                  </a:lnTo>
                  <a:lnTo>
                    <a:pt x="3145738" y="339843"/>
                  </a:lnTo>
                  <a:lnTo>
                    <a:pt x="3085283" y="394482"/>
                  </a:lnTo>
                  <a:lnTo>
                    <a:pt x="3029069" y="454580"/>
                  </a:lnTo>
                  <a:lnTo>
                    <a:pt x="2976611" y="520809"/>
                  </a:lnTo>
                  <a:lnTo>
                    <a:pt x="2927342" y="593913"/>
                  </a:lnTo>
                  <a:lnTo>
                    <a:pt x="2880664" y="674658"/>
                  </a:lnTo>
                  <a:lnTo>
                    <a:pt x="2835986" y="763748"/>
                  </a:lnTo>
                  <a:lnTo>
                    <a:pt x="2792762" y="861692"/>
                  </a:lnTo>
                  <a:lnTo>
                    <a:pt x="2770117" y="917665"/>
                  </a:lnTo>
                  <a:lnTo>
                    <a:pt x="2742167" y="991070"/>
                  </a:lnTo>
                  <a:lnTo>
                    <a:pt x="2714447" y="1068504"/>
                  </a:lnTo>
                  <a:lnTo>
                    <a:pt x="2686856" y="1150046"/>
                  </a:lnTo>
                  <a:lnTo>
                    <a:pt x="2659308" y="1235739"/>
                  </a:lnTo>
                  <a:lnTo>
                    <a:pt x="2631734" y="1325591"/>
                  </a:lnTo>
                  <a:lnTo>
                    <a:pt x="2604075" y="1419567"/>
                  </a:lnTo>
                  <a:lnTo>
                    <a:pt x="2576287" y="1517589"/>
                  </a:lnTo>
                  <a:lnTo>
                    <a:pt x="2548338" y="1619534"/>
                  </a:lnTo>
                  <a:lnTo>
                    <a:pt x="2520203" y="1725230"/>
                  </a:lnTo>
                  <a:lnTo>
                    <a:pt x="2491873" y="1834458"/>
                  </a:lnTo>
                  <a:lnTo>
                    <a:pt x="2463343" y="1946951"/>
                  </a:lnTo>
                  <a:lnTo>
                    <a:pt x="2434620" y="2062395"/>
                  </a:lnTo>
                  <a:lnTo>
                    <a:pt x="2405719" y="2180433"/>
                  </a:lnTo>
                  <a:lnTo>
                    <a:pt x="2376660" y="2300670"/>
                  </a:lnTo>
                  <a:lnTo>
                    <a:pt x="2347470" y="2422675"/>
                  </a:lnTo>
                  <a:lnTo>
                    <a:pt x="2318182" y="2545988"/>
                  </a:lnTo>
                  <a:lnTo>
                    <a:pt x="2288830" y="2670128"/>
                  </a:lnTo>
                  <a:lnTo>
                    <a:pt x="2259453" y="2794601"/>
                  </a:lnTo>
                  <a:lnTo>
                    <a:pt x="2230088" y="2918907"/>
                  </a:lnTo>
                  <a:lnTo>
                    <a:pt x="2200775" y="3042548"/>
                  </a:lnTo>
                  <a:lnTo>
                    <a:pt x="2171548" y="3165038"/>
                  </a:lnTo>
                  <a:lnTo>
                    <a:pt x="2142443" y="3285911"/>
                  </a:lnTo>
                  <a:lnTo>
                    <a:pt x="2113486" y="3404724"/>
                  </a:lnTo>
                  <a:lnTo>
                    <a:pt x="2084703" y="3521070"/>
                  </a:lnTo>
                  <a:lnTo>
                    <a:pt x="2056108" y="3634578"/>
                  </a:lnTo>
                  <a:lnTo>
                    <a:pt x="2027711" y="3744921"/>
                  </a:lnTo>
                  <a:lnTo>
                    <a:pt x="1999512" y="3851815"/>
                  </a:lnTo>
                  <a:lnTo>
                    <a:pt x="1971503" y="3955025"/>
                  </a:lnTo>
                  <a:lnTo>
                    <a:pt x="1943665" y="4054364"/>
                  </a:lnTo>
                  <a:lnTo>
                    <a:pt x="1915968" y="4149693"/>
                  </a:lnTo>
                  <a:lnTo>
                    <a:pt x="1888371" y="4240918"/>
                  </a:lnTo>
                  <a:lnTo>
                    <a:pt x="1860822" y="4327991"/>
                  </a:lnTo>
                  <a:lnTo>
                    <a:pt x="1833254" y="4410906"/>
                  </a:lnTo>
                  <a:lnTo>
                    <a:pt x="1805587" y="4489695"/>
                  </a:lnTo>
                  <a:lnTo>
                    <a:pt x="1777725" y="4564425"/>
                  </a:lnTo>
                  <a:lnTo>
                    <a:pt x="1768425" y="4588326"/>
                  </a:lnTo>
                  <a:lnTo>
                    <a:pt x="1725779" y="4691079"/>
                  </a:lnTo>
                  <a:lnTo>
                    <a:pt x="1681941" y="4784852"/>
                  </a:lnTo>
                  <a:lnTo>
                    <a:pt x="1636402" y="4869973"/>
                  </a:lnTo>
                  <a:lnTo>
                    <a:pt x="1588591" y="4947062"/>
                  </a:lnTo>
                  <a:lnTo>
                    <a:pt x="1537909" y="5016865"/>
                  </a:lnTo>
                  <a:lnTo>
                    <a:pt x="1483767" y="5080147"/>
                  </a:lnTo>
                  <a:lnTo>
                    <a:pt x="1425630" y="5137622"/>
                  </a:lnTo>
                  <a:lnTo>
                    <a:pt x="1363067" y="5189918"/>
                  </a:lnTo>
                  <a:lnTo>
                    <a:pt x="1295822" y="5237555"/>
                  </a:lnTo>
                  <a:lnTo>
                    <a:pt x="1223897" y="5280926"/>
                  </a:lnTo>
                  <a:lnTo>
                    <a:pt x="1147658" y="5320299"/>
                  </a:lnTo>
                  <a:lnTo>
                    <a:pt x="1067935" y="5355818"/>
                  </a:lnTo>
                  <a:lnTo>
                    <a:pt x="986114" y="5387518"/>
                  </a:lnTo>
                  <a:lnTo>
                    <a:pt x="904167" y="5415353"/>
                  </a:lnTo>
                  <a:lnTo>
                    <a:pt x="824592" y="5439240"/>
                  </a:lnTo>
                  <a:lnTo>
                    <a:pt x="750224" y="5459115"/>
                  </a:lnTo>
                  <a:lnTo>
                    <a:pt x="683918" y="5474998"/>
                  </a:lnTo>
                  <a:lnTo>
                    <a:pt x="628129" y="5487046"/>
                  </a:lnTo>
                  <a:lnTo>
                    <a:pt x="584491" y="5495584"/>
                  </a:lnTo>
                  <a:lnTo>
                    <a:pt x="553497" y="5501100"/>
                  </a:lnTo>
                  <a:lnTo>
                    <a:pt x="534346" y="5504210"/>
                  </a:lnTo>
                  <a:lnTo>
                    <a:pt x="524986" y="5505602"/>
                  </a:lnTo>
                  <a:lnTo>
                    <a:pt x="522133" y="5505991"/>
                  </a:lnTo>
                  <a:lnTo>
                    <a:pt x="0" y="5505991"/>
                  </a:lnTo>
                  <a:close/>
                </a:path>
              </a:pathLst>
            </a:custGeom>
            <a:solidFill>
              <a:srgbClr val="FFAFD2">
                <a:alpha val="71764"/>
              </a:srgbClr>
            </a:solidFill>
          </p:spPr>
          <p:txBody>
            <a:bodyPr/>
            <a:lstStyle/>
            <a:p/>
          </p:txBody>
        </p:sp>
        <p:sp>
          <p:nvSpPr>
            <p:cNvPr id="2121" name="pl2121"/>
            <p:cNvSpPr/>
            <p:nvPr/>
          </p:nvSpPr>
          <p:spPr>
            <a:xfrm>
              <a:off x="386606" y="699888"/>
              <a:ext cx="8554953" cy="5505991"/>
            </a:xfrm>
            <a:custGeom>
              <a:avLst/>
              <a:pathLst>
                <a:path w="8554953" h="5505991">
                  <a:moveTo>
                    <a:pt x="0" y="5505991"/>
                  </a:moveTo>
                  <a:lnTo>
                    <a:pt x="522133" y="5505991"/>
                  </a:lnTo>
                  <a:lnTo>
                    <a:pt x="522945" y="5505884"/>
                  </a:lnTo>
                  <a:lnTo>
                    <a:pt x="528308" y="5505122"/>
                  </a:lnTo>
                  <a:lnTo>
                    <a:pt x="541903" y="5503017"/>
                  </a:lnTo>
                  <a:lnTo>
                    <a:pt x="566393" y="5498868"/>
                  </a:lnTo>
                  <a:lnTo>
                    <a:pt x="603261" y="5492013"/>
                  </a:lnTo>
                  <a:lnTo>
                    <a:pt x="652700" y="5481890"/>
                  </a:lnTo>
                  <a:lnTo>
                    <a:pt x="713655" y="5468084"/>
                  </a:lnTo>
                  <a:lnTo>
                    <a:pt x="784059" y="5450350"/>
                  </a:lnTo>
                  <a:lnTo>
                    <a:pt x="861217" y="5428601"/>
                  </a:lnTo>
                  <a:lnTo>
                    <a:pt x="942237" y="5402863"/>
                  </a:lnTo>
                  <a:lnTo>
                    <a:pt x="1024406" y="5373217"/>
                  </a:lnTo>
                  <a:lnTo>
                    <a:pt x="1105459" y="5339735"/>
                  </a:lnTo>
                  <a:lnTo>
                    <a:pt x="1183695" y="5302430"/>
                  </a:lnTo>
                  <a:lnTo>
                    <a:pt x="1257995" y="5261218"/>
                  </a:lnTo>
                  <a:lnTo>
                    <a:pt x="1327759" y="5215900"/>
                  </a:lnTo>
                  <a:lnTo>
                    <a:pt x="1392804" y="5166148"/>
                  </a:lnTo>
                  <a:lnTo>
                    <a:pt x="1453259" y="5111508"/>
                  </a:lnTo>
                  <a:lnTo>
                    <a:pt x="1509473" y="5051411"/>
                  </a:lnTo>
                  <a:lnTo>
                    <a:pt x="1561931" y="4985182"/>
                  </a:lnTo>
                  <a:lnTo>
                    <a:pt x="1611200" y="4912078"/>
                  </a:lnTo>
                  <a:lnTo>
                    <a:pt x="1657878" y="4831333"/>
                  </a:lnTo>
                  <a:lnTo>
                    <a:pt x="1702556" y="4742243"/>
                  </a:lnTo>
                  <a:lnTo>
                    <a:pt x="1745781" y="4644299"/>
                  </a:lnTo>
                  <a:lnTo>
                    <a:pt x="1768425" y="4588326"/>
                  </a:lnTo>
                  <a:lnTo>
                    <a:pt x="1796375" y="4514921"/>
                  </a:lnTo>
                  <a:lnTo>
                    <a:pt x="1824095" y="4437487"/>
                  </a:lnTo>
                  <a:lnTo>
                    <a:pt x="1851687" y="4355945"/>
                  </a:lnTo>
                  <a:lnTo>
                    <a:pt x="1879234" y="4270252"/>
                  </a:lnTo>
                  <a:lnTo>
                    <a:pt x="1906808" y="4180400"/>
                  </a:lnTo>
                  <a:lnTo>
                    <a:pt x="1934467" y="4086424"/>
                  </a:lnTo>
                  <a:lnTo>
                    <a:pt x="1962255" y="3988402"/>
                  </a:lnTo>
                  <a:lnTo>
                    <a:pt x="1990205" y="3886457"/>
                  </a:lnTo>
                  <a:lnTo>
                    <a:pt x="2018339" y="3780761"/>
                  </a:lnTo>
                  <a:lnTo>
                    <a:pt x="2046669" y="3671533"/>
                  </a:lnTo>
                  <a:lnTo>
                    <a:pt x="2075199" y="3559040"/>
                  </a:lnTo>
                  <a:lnTo>
                    <a:pt x="2103922" y="3443596"/>
                  </a:lnTo>
                  <a:lnTo>
                    <a:pt x="2132823" y="3325558"/>
                  </a:lnTo>
                  <a:lnTo>
                    <a:pt x="2161882" y="3205320"/>
                  </a:lnTo>
                  <a:lnTo>
                    <a:pt x="2191072" y="3083316"/>
                  </a:lnTo>
                  <a:lnTo>
                    <a:pt x="2220360" y="2960003"/>
                  </a:lnTo>
                  <a:lnTo>
                    <a:pt x="2249712" y="2835863"/>
                  </a:lnTo>
                  <a:lnTo>
                    <a:pt x="2279090" y="2711390"/>
                  </a:lnTo>
                  <a:lnTo>
                    <a:pt x="2308454" y="2587084"/>
                  </a:lnTo>
                  <a:lnTo>
                    <a:pt x="2337768" y="2463443"/>
                  </a:lnTo>
                  <a:lnTo>
                    <a:pt x="2366994" y="2340953"/>
                  </a:lnTo>
                  <a:lnTo>
                    <a:pt x="2396099" y="2220080"/>
                  </a:lnTo>
                  <a:lnTo>
                    <a:pt x="2425056" y="2101267"/>
                  </a:lnTo>
                  <a:lnTo>
                    <a:pt x="2453840" y="1984921"/>
                  </a:lnTo>
                  <a:lnTo>
                    <a:pt x="2482434" y="1871412"/>
                  </a:lnTo>
                  <a:lnTo>
                    <a:pt x="2510831" y="1761070"/>
                  </a:lnTo>
                  <a:lnTo>
                    <a:pt x="2539030" y="1654176"/>
                  </a:lnTo>
                  <a:lnTo>
                    <a:pt x="2567039" y="1550966"/>
                  </a:lnTo>
                  <a:lnTo>
                    <a:pt x="2594877" y="1451627"/>
                  </a:lnTo>
                  <a:lnTo>
                    <a:pt x="2622574" y="1356298"/>
                  </a:lnTo>
                  <a:lnTo>
                    <a:pt x="2650171" y="1265073"/>
                  </a:lnTo>
                  <a:lnTo>
                    <a:pt x="2677720" y="1178000"/>
                  </a:lnTo>
                  <a:lnTo>
                    <a:pt x="2705288" y="1095085"/>
                  </a:lnTo>
                  <a:lnTo>
                    <a:pt x="2732955" y="1016296"/>
                  </a:lnTo>
                  <a:lnTo>
                    <a:pt x="2760817" y="941565"/>
                  </a:lnTo>
                  <a:lnTo>
                    <a:pt x="2770117" y="917665"/>
                  </a:lnTo>
                  <a:lnTo>
                    <a:pt x="2812763" y="814912"/>
                  </a:lnTo>
                  <a:lnTo>
                    <a:pt x="2856601" y="721139"/>
                  </a:lnTo>
                  <a:lnTo>
                    <a:pt x="2902140" y="636018"/>
                  </a:lnTo>
                  <a:lnTo>
                    <a:pt x="2949951" y="558929"/>
                  </a:lnTo>
                  <a:lnTo>
                    <a:pt x="3000633" y="489125"/>
                  </a:lnTo>
                  <a:lnTo>
                    <a:pt x="3054775" y="425844"/>
                  </a:lnTo>
                  <a:lnTo>
                    <a:pt x="3112913" y="368369"/>
                  </a:lnTo>
                  <a:lnTo>
                    <a:pt x="3175475" y="316072"/>
                  </a:lnTo>
                  <a:lnTo>
                    <a:pt x="3242721" y="268436"/>
                  </a:lnTo>
                  <a:lnTo>
                    <a:pt x="3314645" y="225065"/>
                  </a:lnTo>
                  <a:lnTo>
                    <a:pt x="3390885" y="185692"/>
                  </a:lnTo>
                  <a:lnTo>
                    <a:pt x="3470607" y="150173"/>
                  </a:lnTo>
                  <a:lnTo>
                    <a:pt x="3552428" y="118473"/>
                  </a:lnTo>
                  <a:lnTo>
                    <a:pt x="3634375" y="90638"/>
                  </a:lnTo>
                  <a:lnTo>
                    <a:pt x="3713950" y="66751"/>
                  </a:lnTo>
                  <a:lnTo>
                    <a:pt x="3788318" y="46876"/>
                  </a:lnTo>
                  <a:lnTo>
                    <a:pt x="3854624" y="30993"/>
                  </a:lnTo>
                  <a:lnTo>
                    <a:pt x="3910414" y="18944"/>
                  </a:lnTo>
                  <a:lnTo>
                    <a:pt x="3954051" y="10407"/>
                  </a:lnTo>
                  <a:lnTo>
                    <a:pt x="3985045" y="4891"/>
                  </a:lnTo>
                  <a:lnTo>
                    <a:pt x="4004196" y="1780"/>
                  </a:lnTo>
                  <a:lnTo>
                    <a:pt x="4013557" y="389"/>
                  </a:lnTo>
                  <a:lnTo>
                    <a:pt x="4016283" y="16"/>
                  </a:lnTo>
                  <a:lnTo>
                    <a:pt x="4016409" y="0"/>
                  </a:lnTo>
                  <a:lnTo>
                    <a:pt x="4538543" y="0"/>
                  </a:lnTo>
                  <a:lnTo>
                    <a:pt x="4539658" y="88"/>
                  </a:lnTo>
                  <a:lnTo>
                    <a:pt x="4546967" y="719"/>
                  </a:lnTo>
                  <a:lnTo>
                    <a:pt x="4565321" y="2464"/>
                  </a:lnTo>
                  <a:lnTo>
                    <a:pt x="4597951" y="5896"/>
                  </a:lnTo>
                  <a:lnTo>
                    <a:pt x="4646202" y="11532"/>
                  </a:lnTo>
                  <a:lnTo>
                    <a:pt x="4709442" y="19777"/>
                  </a:lnTo>
                  <a:lnTo>
                    <a:pt x="4785307" y="30888"/>
                  </a:lnTo>
                  <a:lnTo>
                    <a:pt x="4870263" y="44968"/>
                  </a:lnTo>
                  <a:lnTo>
                    <a:pt x="4960340" y="62007"/>
                  </a:lnTo>
                  <a:lnTo>
                    <a:pt x="5051789" y="81943"/>
                  </a:lnTo>
                  <a:lnTo>
                    <a:pt x="5141543" y="104718"/>
                  </a:lnTo>
                  <a:lnTo>
                    <a:pt x="5227412" y="130337"/>
                  </a:lnTo>
                  <a:lnTo>
                    <a:pt x="5308077" y="158897"/>
                  </a:lnTo>
                  <a:lnTo>
                    <a:pt x="5382963" y="190605"/>
                  </a:lnTo>
                  <a:lnTo>
                    <a:pt x="5452061" y="225788"/>
                  </a:lnTo>
                  <a:lnTo>
                    <a:pt x="5515753" y="264884"/>
                  </a:lnTo>
                  <a:lnTo>
                    <a:pt x="5574671" y="308428"/>
                  </a:lnTo>
                  <a:lnTo>
                    <a:pt x="5629584" y="357029"/>
                  </a:lnTo>
                  <a:lnTo>
                    <a:pt x="5681315" y="411315"/>
                  </a:lnTo>
                  <a:lnTo>
                    <a:pt x="5730675" y="471855"/>
                  </a:lnTo>
                  <a:lnTo>
                    <a:pt x="5778398" y="539011"/>
                  </a:lnTo>
                  <a:lnTo>
                    <a:pt x="5784835" y="548716"/>
                  </a:lnTo>
                  <a:lnTo>
                    <a:pt x="5819894" y="604222"/>
                  </a:lnTo>
                  <a:lnTo>
                    <a:pt x="5854632" y="663547"/>
                  </a:lnTo>
                  <a:lnTo>
                    <a:pt x="5889237" y="726769"/>
                  </a:lnTo>
                  <a:lnTo>
                    <a:pt x="5923860" y="793913"/>
                  </a:lnTo>
                  <a:lnTo>
                    <a:pt x="5958617" y="864943"/>
                  </a:lnTo>
                  <a:lnTo>
                    <a:pt x="5993592" y="939759"/>
                  </a:lnTo>
                  <a:lnTo>
                    <a:pt x="6028844" y="1018190"/>
                  </a:lnTo>
                  <a:lnTo>
                    <a:pt x="6064401" y="1099997"/>
                  </a:lnTo>
                  <a:lnTo>
                    <a:pt x="6100272" y="1184867"/>
                  </a:lnTo>
                  <a:lnTo>
                    <a:pt x="6136441" y="1272422"/>
                  </a:lnTo>
                  <a:lnTo>
                    <a:pt x="6172874" y="1362217"/>
                  </a:lnTo>
                  <a:lnTo>
                    <a:pt x="6209522" y="1453755"/>
                  </a:lnTo>
                  <a:lnTo>
                    <a:pt x="6246321" y="1546495"/>
                  </a:lnTo>
                  <a:lnTo>
                    <a:pt x="6283200" y="1639864"/>
                  </a:lnTo>
                  <a:lnTo>
                    <a:pt x="6320085" y="1733273"/>
                  </a:lnTo>
                  <a:lnTo>
                    <a:pt x="6356899" y="1826131"/>
                  </a:lnTo>
                  <a:lnTo>
                    <a:pt x="6393571" y="1917864"/>
                  </a:lnTo>
                  <a:lnTo>
                    <a:pt x="6430036" y="2007923"/>
                  </a:lnTo>
                  <a:lnTo>
                    <a:pt x="6466243" y="2095806"/>
                  </a:lnTo>
                  <a:lnTo>
                    <a:pt x="6502155" y="2181061"/>
                  </a:lnTo>
                  <a:lnTo>
                    <a:pt x="6537755" y="2263299"/>
                  </a:lnTo>
                  <a:lnTo>
                    <a:pt x="6573046" y="2342200"/>
                  </a:lnTo>
                  <a:lnTo>
                    <a:pt x="6608056" y="2417513"/>
                  </a:lnTo>
                  <a:lnTo>
                    <a:pt x="6642838" y="2489060"/>
                  </a:lnTo>
                  <a:lnTo>
                    <a:pt x="6677473" y="2556730"/>
                  </a:lnTo>
                  <a:lnTo>
                    <a:pt x="6712073" y="2620479"/>
                  </a:lnTo>
                  <a:lnTo>
                    <a:pt x="6746783" y="2680325"/>
                  </a:lnTo>
                  <a:lnTo>
                    <a:pt x="6781786" y="2736338"/>
                  </a:lnTo>
                  <a:lnTo>
                    <a:pt x="6786527" y="2743583"/>
                  </a:lnTo>
                  <a:lnTo>
                    <a:pt x="6834076" y="2811652"/>
                  </a:lnTo>
                  <a:lnTo>
                    <a:pt x="6883171" y="2873082"/>
                  </a:lnTo>
                  <a:lnTo>
                    <a:pt x="6934531" y="2928194"/>
                  </a:lnTo>
                  <a:lnTo>
                    <a:pt x="6988959" y="2977535"/>
                  </a:lnTo>
                  <a:lnTo>
                    <a:pt x="7047282" y="3021734"/>
                  </a:lnTo>
                  <a:lnTo>
                    <a:pt x="7110280" y="3061405"/>
                  </a:lnTo>
                  <a:lnTo>
                    <a:pt x="7178609" y="3097095"/>
                  </a:lnTo>
                  <a:lnTo>
                    <a:pt x="7252693" y="3129257"/>
                  </a:lnTo>
                  <a:lnTo>
                    <a:pt x="7332587" y="3158232"/>
                  </a:lnTo>
                  <a:lnTo>
                    <a:pt x="7417803" y="3184245"/>
                  </a:lnTo>
                  <a:lnTo>
                    <a:pt x="7507135" y="3207408"/>
                  </a:lnTo>
                  <a:lnTo>
                    <a:pt x="7598515" y="3227734"/>
                  </a:lnTo>
                  <a:lnTo>
                    <a:pt x="7688989" y="3245175"/>
                  </a:lnTo>
                  <a:lnTo>
                    <a:pt x="7774882" y="3259662"/>
                  </a:lnTo>
                  <a:lnTo>
                    <a:pt x="7852216" y="3271175"/>
                  </a:lnTo>
                  <a:lnTo>
                    <a:pt x="7917356" y="3279801"/>
                  </a:lnTo>
                  <a:lnTo>
                    <a:pt x="7967738" y="3285774"/>
                  </a:lnTo>
                  <a:lnTo>
                    <a:pt x="8002470" y="3289478"/>
                  </a:lnTo>
                  <a:lnTo>
                    <a:pt x="8022626" y="3291421"/>
                  </a:lnTo>
                  <a:lnTo>
                    <a:pt x="8031194" y="3292170"/>
                  </a:lnTo>
                  <a:lnTo>
                    <a:pt x="8032816" y="3292300"/>
                  </a:lnTo>
                  <a:lnTo>
                    <a:pt x="8032819" y="3292300"/>
                  </a:lnTo>
                  <a:lnTo>
                    <a:pt x="8554953" y="3292300"/>
                  </a:lnTo>
                  <a:lnTo>
                    <a:pt x="8554953" y="329230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122" name="pl2122"/>
            <p:cNvSpPr/>
            <p:nvPr/>
          </p:nvSpPr>
          <p:spPr>
            <a:xfrm>
              <a:off x="386606" y="694241"/>
              <a:ext cx="8554953" cy="5505991"/>
            </a:xfrm>
            <a:custGeom>
              <a:avLst/>
              <a:pathLst>
                <a:path w="8554953" h="5505991">
                  <a:moveTo>
                    <a:pt x="8554953" y="3292300"/>
                  </a:moveTo>
                  <a:lnTo>
                    <a:pt x="8032819" y="3292300"/>
                  </a:lnTo>
                  <a:lnTo>
                    <a:pt x="8031704" y="3292212"/>
                  </a:lnTo>
                  <a:lnTo>
                    <a:pt x="8024395" y="3291581"/>
                  </a:lnTo>
                  <a:lnTo>
                    <a:pt x="8006041" y="3289835"/>
                  </a:lnTo>
                  <a:lnTo>
                    <a:pt x="7973411" y="3286404"/>
                  </a:lnTo>
                  <a:lnTo>
                    <a:pt x="7925160" y="3280768"/>
                  </a:lnTo>
                  <a:lnTo>
                    <a:pt x="7861920" y="3272522"/>
                  </a:lnTo>
                  <a:lnTo>
                    <a:pt x="7786055" y="3261412"/>
                  </a:lnTo>
                  <a:lnTo>
                    <a:pt x="7701099" y="3247332"/>
                  </a:lnTo>
                  <a:lnTo>
                    <a:pt x="7611022" y="3230293"/>
                  </a:lnTo>
                  <a:lnTo>
                    <a:pt x="7519573" y="3210357"/>
                  </a:lnTo>
                  <a:lnTo>
                    <a:pt x="7429819" y="3187581"/>
                  </a:lnTo>
                  <a:lnTo>
                    <a:pt x="7343950" y="3161962"/>
                  </a:lnTo>
                  <a:lnTo>
                    <a:pt x="7263285" y="3133403"/>
                  </a:lnTo>
                  <a:lnTo>
                    <a:pt x="7188399" y="3101695"/>
                  </a:lnTo>
                  <a:lnTo>
                    <a:pt x="7119301" y="3066511"/>
                  </a:lnTo>
                  <a:lnTo>
                    <a:pt x="7055609" y="3027416"/>
                  </a:lnTo>
                  <a:lnTo>
                    <a:pt x="6996691" y="2983871"/>
                  </a:lnTo>
                  <a:lnTo>
                    <a:pt x="6941778" y="2935271"/>
                  </a:lnTo>
                  <a:lnTo>
                    <a:pt x="6890047" y="2880985"/>
                  </a:lnTo>
                  <a:lnTo>
                    <a:pt x="6840687" y="2820445"/>
                  </a:lnTo>
                  <a:lnTo>
                    <a:pt x="6792964" y="2753289"/>
                  </a:lnTo>
                  <a:lnTo>
                    <a:pt x="6786527" y="2743583"/>
                  </a:lnTo>
                  <a:lnTo>
                    <a:pt x="6751468" y="2688078"/>
                  </a:lnTo>
                  <a:lnTo>
                    <a:pt x="6716730" y="2628753"/>
                  </a:lnTo>
                  <a:lnTo>
                    <a:pt x="6682125" y="2565530"/>
                  </a:lnTo>
                  <a:lnTo>
                    <a:pt x="6647502" y="2498386"/>
                  </a:lnTo>
                  <a:lnTo>
                    <a:pt x="6612745" y="2427356"/>
                  </a:lnTo>
                  <a:lnTo>
                    <a:pt x="6577770" y="2352541"/>
                  </a:lnTo>
                  <a:lnTo>
                    <a:pt x="6542518" y="2274110"/>
                  </a:lnTo>
                  <a:lnTo>
                    <a:pt x="6506961" y="2192303"/>
                  </a:lnTo>
                  <a:lnTo>
                    <a:pt x="6471090" y="2107432"/>
                  </a:lnTo>
                  <a:lnTo>
                    <a:pt x="6434921" y="2019878"/>
                  </a:lnTo>
                  <a:lnTo>
                    <a:pt x="6398488" y="1930083"/>
                  </a:lnTo>
                  <a:lnTo>
                    <a:pt x="6361840" y="1838544"/>
                  </a:lnTo>
                  <a:lnTo>
                    <a:pt x="6325041" y="1745805"/>
                  </a:lnTo>
                  <a:lnTo>
                    <a:pt x="6288162" y="1652436"/>
                  </a:lnTo>
                  <a:lnTo>
                    <a:pt x="6251277" y="1559027"/>
                  </a:lnTo>
                  <a:lnTo>
                    <a:pt x="6214463" y="1466169"/>
                  </a:lnTo>
                  <a:lnTo>
                    <a:pt x="6177791" y="1374436"/>
                  </a:lnTo>
                  <a:lnTo>
                    <a:pt x="6141326" y="1284377"/>
                  </a:lnTo>
                  <a:lnTo>
                    <a:pt x="6105119" y="1196494"/>
                  </a:lnTo>
                  <a:lnTo>
                    <a:pt x="6069207" y="1111239"/>
                  </a:lnTo>
                  <a:lnTo>
                    <a:pt x="6033607" y="1029001"/>
                  </a:lnTo>
                  <a:lnTo>
                    <a:pt x="5998316" y="950100"/>
                  </a:lnTo>
                  <a:lnTo>
                    <a:pt x="5963306" y="874787"/>
                  </a:lnTo>
                  <a:lnTo>
                    <a:pt x="5928524" y="803240"/>
                  </a:lnTo>
                  <a:lnTo>
                    <a:pt x="5893889" y="735570"/>
                  </a:lnTo>
                  <a:lnTo>
                    <a:pt x="5859289" y="671821"/>
                  </a:lnTo>
                  <a:lnTo>
                    <a:pt x="5824579" y="611975"/>
                  </a:lnTo>
                  <a:lnTo>
                    <a:pt x="5789576" y="555962"/>
                  </a:lnTo>
                  <a:lnTo>
                    <a:pt x="5784835" y="548716"/>
                  </a:lnTo>
                  <a:lnTo>
                    <a:pt x="5737286" y="480648"/>
                  </a:lnTo>
                  <a:lnTo>
                    <a:pt x="5688191" y="419217"/>
                  </a:lnTo>
                  <a:lnTo>
                    <a:pt x="5636831" y="364106"/>
                  </a:lnTo>
                  <a:lnTo>
                    <a:pt x="5582403" y="314765"/>
                  </a:lnTo>
                  <a:lnTo>
                    <a:pt x="5524080" y="270566"/>
                  </a:lnTo>
                  <a:lnTo>
                    <a:pt x="5461082" y="230895"/>
                  </a:lnTo>
                  <a:lnTo>
                    <a:pt x="5392753" y="195205"/>
                  </a:lnTo>
                  <a:lnTo>
                    <a:pt x="5318669" y="163043"/>
                  </a:lnTo>
                  <a:lnTo>
                    <a:pt x="5238775" y="134068"/>
                  </a:lnTo>
                  <a:lnTo>
                    <a:pt x="5153559" y="108054"/>
                  </a:lnTo>
                  <a:lnTo>
                    <a:pt x="5064227" y="84892"/>
                  </a:lnTo>
                  <a:lnTo>
                    <a:pt x="4972847" y="64565"/>
                  </a:lnTo>
                  <a:lnTo>
                    <a:pt x="4882373" y="47125"/>
                  </a:lnTo>
                  <a:lnTo>
                    <a:pt x="4796480" y="32638"/>
                  </a:lnTo>
                  <a:lnTo>
                    <a:pt x="4719146" y="21125"/>
                  </a:lnTo>
                  <a:lnTo>
                    <a:pt x="4654006" y="12498"/>
                  </a:lnTo>
                  <a:lnTo>
                    <a:pt x="4603624" y="6526"/>
                  </a:lnTo>
                  <a:lnTo>
                    <a:pt x="4568892" y="2822"/>
                  </a:lnTo>
                  <a:lnTo>
                    <a:pt x="4548735" y="879"/>
                  </a:lnTo>
                  <a:lnTo>
                    <a:pt x="4540168" y="130"/>
                  </a:lnTo>
                  <a:lnTo>
                    <a:pt x="4538546" y="0"/>
                  </a:lnTo>
                  <a:lnTo>
                    <a:pt x="4538543" y="0"/>
                  </a:lnTo>
                  <a:lnTo>
                    <a:pt x="4016409" y="0"/>
                  </a:lnTo>
                  <a:lnTo>
                    <a:pt x="4015597" y="106"/>
                  </a:lnTo>
                  <a:lnTo>
                    <a:pt x="4010234" y="869"/>
                  </a:lnTo>
                  <a:lnTo>
                    <a:pt x="3996639" y="2974"/>
                  </a:lnTo>
                  <a:lnTo>
                    <a:pt x="3972150" y="7123"/>
                  </a:lnTo>
                  <a:lnTo>
                    <a:pt x="3935281" y="13977"/>
                  </a:lnTo>
                  <a:lnTo>
                    <a:pt x="3885842" y="24100"/>
                  </a:lnTo>
                  <a:lnTo>
                    <a:pt x="3824887" y="37907"/>
                  </a:lnTo>
                  <a:lnTo>
                    <a:pt x="3754483" y="55641"/>
                  </a:lnTo>
                  <a:lnTo>
                    <a:pt x="3677325" y="77390"/>
                  </a:lnTo>
                  <a:lnTo>
                    <a:pt x="3596306" y="103128"/>
                  </a:lnTo>
                  <a:lnTo>
                    <a:pt x="3514136" y="132774"/>
                  </a:lnTo>
                  <a:lnTo>
                    <a:pt x="3433083" y="166256"/>
                  </a:lnTo>
                  <a:lnTo>
                    <a:pt x="3354848" y="203561"/>
                  </a:lnTo>
                  <a:lnTo>
                    <a:pt x="3280547" y="244773"/>
                  </a:lnTo>
                  <a:lnTo>
                    <a:pt x="3210783" y="290091"/>
                  </a:lnTo>
                  <a:lnTo>
                    <a:pt x="3145738" y="339843"/>
                  </a:lnTo>
                  <a:lnTo>
                    <a:pt x="3085283" y="394482"/>
                  </a:lnTo>
                  <a:lnTo>
                    <a:pt x="3029069" y="454580"/>
                  </a:lnTo>
                  <a:lnTo>
                    <a:pt x="2976611" y="520809"/>
                  </a:lnTo>
                  <a:lnTo>
                    <a:pt x="2927342" y="593913"/>
                  </a:lnTo>
                  <a:lnTo>
                    <a:pt x="2880664" y="674658"/>
                  </a:lnTo>
                  <a:lnTo>
                    <a:pt x="2835986" y="763748"/>
                  </a:lnTo>
                  <a:lnTo>
                    <a:pt x="2792762" y="861692"/>
                  </a:lnTo>
                  <a:lnTo>
                    <a:pt x="2770117" y="917665"/>
                  </a:lnTo>
                  <a:lnTo>
                    <a:pt x="2742167" y="991070"/>
                  </a:lnTo>
                  <a:lnTo>
                    <a:pt x="2714447" y="1068504"/>
                  </a:lnTo>
                  <a:lnTo>
                    <a:pt x="2686856" y="1150046"/>
                  </a:lnTo>
                  <a:lnTo>
                    <a:pt x="2659308" y="1235739"/>
                  </a:lnTo>
                  <a:lnTo>
                    <a:pt x="2631734" y="1325591"/>
                  </a:lnTo>
                  <a:lnTo>
                    <a:pt x="2604075" y="1419567"/>
                  </a:lnTo>
                  <a:lnTo>
                    <a:pt x="2576287" y="1517589"/>
                  </a:lnTo>
                  <a:lnTo>
                    <a:pt x="2548338" y="1619534"/>
                  </a:lnTo>
                  <a:lnTo>
                    <a:pt x="2520203" y="1725230"/>
                  </a:lnTo>
                  <a:lnTo>
                    <a:pt x="2491873" y="1834458"/>
                  </a:lnTo>
                  <a:lnTo>
                    <a:pt x="2463343" y="1946951"/>
                  </a:lnTo>
                  <a:lnTo>
                    <a:pt x="2434620" y="2062395"/>
                  </a:lnTo>
                  <a:lnTo>
                    <a:pt x="2405719" y="2180433"/>
                  </a:lnTo>
                  <a:lnTo>
                    <a:pt x="2376660" y="2300670"/>
                  </a:lnTo>
                  <a:lnTo>
                    <a:pt x="2347470" y="2422675"/>
                  </a:lnTo>
                  <a:lnTo>
                    <a:pt x="2318182" y="2545988"/>
                  </a:lnTo>
                  <a:lnTo>
                    <a:pt x="2288830" y="2670128"/>
                  </a:lnTo>
                  <a:lnTo>
                    <a:pt x="2259453" y="2794601"/>
                  </a:lnTo>
                  <a:lnTo>
                    <a:pt x="2230088" y="2918907"/>
                  </a:lnTo>
                  <a:lnTo>
                    <a:pt x="2200775" y="3042548"/>
                  </a:lnTo>
                  <a:lnTo>
                    <a:pt x="2171548" y="3165038"/>
                  </a:lnTo>
                  <a:lnTo>
                    <a:pt x="2142443" y="3285911"/>
                  </a:lnTo>
                  <a:lnTo>
                    <a:pt x="2113486" y="3404724"/>
                  </a:lnTo>
                  <a:lnTo>
                    <a:pt x="2084703" y="3521070"/>
                  </a:lnTo>
                  <a:lnTo>
                    <a:pt x="2056108" y="3634578"/>
                  </a:lnTo>
                  <a:lnTo>
                    <a:pt x="2027711" y="3744921"/>
                  </a:lnTo>
                  <a:lnTo>
                    <a:pt x="1999512" y="3851815"/>
                  </a:lnTo>
                  <a:lnTo>
                    <a:pt x="1971503" y="3955025"/>
                  </a:lnTo>
                  <a:lnTo>
                    <a:pt x="1943665" y="4054364"/>
                  </a:lnTo>
                  <a:lnTo>
                    <a:pt x="1915968" y="4149693"/>
                  </a:lnTo>
                  <a:lnTo>
                    <a:pt x="1888371" y="4240918"/>
                  </a:lnTo>
                  <a:lnTo>
                    <a:pt x="1860822" y="4327991"/>
                  </a:lnTo>
                  <a:lnTo>
                    <a:pt x="1833254" y="4410906"/>
                  </a:lnTo>
                  <a:lnTo>
                    <a:pt x="1805587" y="4489695"/>
                  </a:lnTo>
                  <a:lnTo>
                    <a:pt x="1777725" y="4564425"/>
                  </a:lnTo>
                  <a:lnTo>
                    <a:pt x="1768425" y="4588326"/>
                  </a:lnTo>
                  <a:lnTo>
                    <a:pt x="1725779" y="4691079"/>
                  </a:lnTo>
                  <a:lnTo>
                    <a:pt x="1681941" y="4784852"/>
                  </a:lnTo>
                  <a:lnTo>
                    <a:pt x="1636402" y="4869973"/>
                  </a:lnTo>
                  <a:lnTo>
                    <a:pt x="1588591" y="4947062"/>
                  </a:lnTo>
                  <a:lnTo>
                    <a:pt x="1537909" y="5016865"/>
                  </a:lnTo>
                  <a:lnTo>
                    <a:pt x="1483767" y="5080147"/>
                  </a:lnTo>
                  <a:lnTo>
                    <a:pt x="1425630" y="5137622"/>
                  </a:lnTo>
                  <a:lnTo>
                    <a:pt x="1363067" y="5189918"/>
                  </a:lnTo>
                  <a:lnTo>
                    <a:pt x="1295822" y="5237555"/>
                  </a:lnTo>
                  <a:lnTo>
                    <a:pt x="1223897" y="5280926"/>
                  </a:lnTo>
                  <a:lnTo>
                    <a:pt x="1147658" y="5320299"/>
                  </a:lnTo>
                  <a:lnTo>
                    <a:pt x="1067935" y="5355818"/>
                  </a:lnTo>
                  <a:lnTo>
                    <a:pt x="986114" y="5387518"/>
                  </a:lnTo>
                  <a:lnTo>
                    <a:pt x="904167" y="5415353"/>
                  </a:lnTo>
                  <a:lnTo>
                    <a:pt x="824592" y="5439240"/>
                  </a:lnTo>
                  <a:lnTo>
                    <a:pt x="750224" y="5459115"/>
                  </a:lnTo>
                  <a:lnTo>
                    <a:pt x="683918" y="5474998"/>
                  </a:lnTo>
                  <a:lnTo>
                    <a:pt x="628129" y="5487046"/>
                  </a:lnTo>
                  <a:lnTo>
                    <a:pt x="584491" y="5495584"/>
                  </a:lnTo>
                  <a:lnTo>
                    <a:pt x="553497" y="5501100"/>
                  </a:lnTo>
                  <a:lnTo>
                    <a:pt x="534346" y="5504210"/>
                  </a:lnTo>
                  <a:lnTo>
                    <a:pt x="524986" y="5505602"/>
                  </a:lnTo>
                  <a:lnTo>
                    <a:pt x="522259" y="5505975"/>
                  </a:lnTo>
                  <a:lnTo>
                    <a:pt x="522133" y="5505991"/>
                  </a:lnTo>
                  <a:lnTo>
                    <a:pt x="0" y="5505991"/>
                  </a:lnTo>
                  <a:lnTo>
                    <a:pt x="0" y="5505991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123" name="pg2123"/>
            <p:cNvSpPr/>
            <p:nvPr/>
          </p:nvSpPr>
          <p:spPr>
            <a:xfrm>
              <a:off x="386606" y="6200233"/>
              <a:ext cx="522133" cy="5647"/>
            </a:xfrm>
            <a:custGeom>
              <a:avLst/>
              <a:pathLst>
                <a:path w="522133" h="5647">
                  <a:moveTo>
                    <a:pt x="0" y="0"/>
                  </a:moveTo>
                  <a:lnTo>
                    <a:pt x="522133" y="0"/>
                  </a:lnTo>
                  <a:lnTo>
                    <a:pt x="522133" y="5647"/>
                  </a:lnTo>
                  <a:lnTo>
                    <a:pt x="0" y="5647"/>
                  </a:lnTo>
                  <a:close/>
                </a:path>
              </a:pathLst>
            </a:custGeom>
            <a:solidFill>
              <a:srgbClr val="ECECEC">
                <a:alpha val="100000"/>
              </a:srgbClr>
            </a:solidFill>
            <a:ln w="11382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24" name="pg2124"/>
            <p:cNvSpPr/>
            <p:nvPr/>
          </p:nvSpPr>
          <p:spPr>
            <a:xfrm>
              <a:off x="386606" y="6194586"/>
              <a:ext cx="522133" cy="5647"/>
            </a:xfrm>
            <a:custGeom>
              <a:avLst/>
              <a:pathLst>
                <a:path w="522133" h="5647">
                  <a:moveTo>
                    <a:pt x="0" y="0"/>
                  </a:moveTo>
                  <a:lnTo>
                    <a:pt x="522133" y="0"/>
                  </a:lnTo>
                  <a:lnTo>
                    <a:pt x="522133" y="5647"/>
                  </a:lnTo>
                  <a:lnTo>
                    <a:pt x="0" y="5647"/>
                  </a:lnTo>
                  <a:close/>
                </a:path>
              </a:pathLst>
            </a:custGeom>
            <a:solidFill>
              <a:srgbClr val="ECECEC">
                <a:alpha val="100000"/>
              </a:srgbClr>
            </a:solidFill>
            <a:ln w="11382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25" name="pg2125"/>
            <p:cNvSpPr/>
            <p:nvPr/>
          </p:nvSpPr>
          <p:spPr>
            <a:xfrm>
              <a:off x="386606" y="6188938"/>
              <a:ext cx="522133" cy="5647"/>
            </a:xfrm>
            <a:custGeom>
              <a:avLst/>
              <a:pathLst>
                <a:path w="522133" h="5647">
                  <a:moveTo>
                    <a:pt x="0" y="0"/>
                  </a:moveTo>
                  <a:lnTo>
                    <a:pt x="522133" y="0"/>
                  </a:lnTo>
                  <a:lnTo>
                    <a:pt x="522133" y="5647"/>
                  </a:lnTo>
                  <a:lnTo>
                    <a:pt x="0" y="5647"/>
                  </a:lnTo>
                  <a:close/>
                </a:path>
              </a:pathLst>
            </a:custGeom>
            <a:solidFill>
              <a:srgbClr val="ECECEC">
                <a:alpha val="100000"/>
              </a:srgbClr>
            </a:solidFill>
            <a:ln w="11382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26" name="pg2126"/>
            <p:cNvSpPr/>
            <p:nvPr/>
          </p:nvSpPr>
          <p:spPr>
            <a:xfrm>
              <a:off x="386606" y="6177644"/>
              <a:ext cx="522133" cy="11294"/>
            </a:xfrm>
            <a:custGeom>
              <a:avLst/>
              <a:pathLst>
                <a:path w="522133" h="11294">
                  <a:moveTo>
                    <a:pt x="0" y="0"/>
                  </a:moveTo>
                  <a:lnTo>
                    <a:pt x="522133" y="0"/>
                  </a:lnTo>
                  <a:lnTo>
                    <a:pt x="522133" y="11294"/>
                  </a:lnTo>
                  <a:lnTo>
                    <a:pt x="0" y="11294"/>
                  </a:lnTo>
                  <a:close/>
                </a:path>
              </a:pathLst>
            </a:custGeom>
            <a:solidFill>
              <a:srgbClr val="ECECEC">
                <a:alpha val="100000"/>
              </a:srgbClr>
            </a:solidFill>
            <a:ln w="11382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27" name="pg2127"/>
            <p:cNvSpPr/>
            <p:nvPr/>
          </p:nvSpPr>
          <p:spPr>
            <a:xfrm>
              <a:off x="386606" y="6155055"/>
              <a:ext cx="522133" cy="22588"/>
            </a:xfrm>
            <a:custGeom>
              <a:avLst/>
              <a:pathLst>
                <a:path w="522133" h="22588">
                  <a:moveTo>
                    <a:pt x="0" y="0"/>
                  </a:moveTo>
                  <a:lnTo>
                    <a:pt x="522133" y="0"/>
                  </a:lnTo>
                  <a:lnTo>
                    <a:pt x="522133" y="22588"/>
                  </a:lnTo>
                  <a:lnTo>
                    <a:pt x="0" y="22588"/>
                  </a:lnTo>
                  <a:close/>
                </a:path>
              </a:pathLst>
            </a:custGeom>
            <a:solidFill>
              <a:srgbClr val="ECECEC">
                <a:alpha val="100000"/>
              </a:srgbClr>
            </a:solidFill>
            <a:ln w="11382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28" name="pg2128"/>
            <p:cNvSpPr/>
            <p:nvPr/>
          </p:nvSpPr>
          <p:spPr>
            <a:xfrm>
              <a:off x="386606" y="6126820"/>
              <a:ext cx="522133" cy="28235"/>
            </a:xfrm>
            <a:custGeom>
              <a:avLst/>
              <a:pathLst>
                <a:path w="522133" h="28235">
                  <a:moveTo>
                    <a:pt x="0" y="0"/>
                  </a:moveTo>
                  <a:lnTo>
                    <a:pt x="522133" y="0"/>
                  </a:lnTo>
                  <a:lnTo>
                    <a:pt x="522133" y="28235"/>
                  </a:lnTo>
                  <a:lnTo>
                    <a:pt x="0" y="28235"/>
                  </a:lnTo>
                  <a:close/>
                </a:path>
              </a:pathLst>
            </a:custGeom>
            <a:solidFill>
              <a:srgbClr val="ECECEC">
                <a:alpha val="100000"/>
              </a:srgbClr>
            </a:solidFill>
            <a:ln w="11382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29" name="pg2129"/>
            <p:cNvSpPr/>
            <p:nvPr/>
          </p:nvSpPr>
          <p:spPr>
            <a:xfrm>
              <a:off x="386606" y="6075995"/>
              <a:ext cx="522133" cy="50824"/>
            </a:xfrm>
            <a:custGeom>
              <a:avLst/>
              <a:pathLst>
                <a:path w="522133" h="50824">
                  <a:moveTo>
                    <a:pt x="0" y="0"/>
                  </a:moveTo>
                  <a:lnTo>
                    <a:pt x="522133" y="0"/>
                  </a:lnTo>
                  <a:lnTo>
                    <a:pt x="522133" y="50824"/>
                  </a:lnTo>
                  <a:lnTo>
                    <a:pt x="0" y="50824"/>
                  </a:lnTo>
                  <a:close/>
                </a:path>
              </a:pathLst>
            </a:custGeom>
            <a:solidFill>
              <a:srgbClr val="ECECEC">
                <a:alpha val="100000"/>
              </a:srgbClr>
            </a:solidFill>
            <a:ln w="11382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30" name="pg2130"/>
            <p:cNvSpPr/>
            <p:nvPr/>
          </p:nvSpPr>
          <p:spPr>
            <a:xfrm>
              <a:off x="386606" y="6025170"/>
              <a:ext cx="522133" cy="50824"/>
            </a:xfrm>
            <a:custGeom>
              <a:avLst/>
              <a:pathLst>
                <a:path w="522133" h="50824">
                  <a:moveTo>
                    <a:pt x="0" y="0"/>
                  </a:moveTo>
                  <a:lnTo>
                    <a:pt x="522133" y="0"/>
                  </a:lnTo>
                  <a:lnTo>
                    <a:pt x="522133" y="50824"/>
                  </a:lnTo>
                  <a:lnTo>
                    <a:pt x="0" y="50824"/>
                  </a:lnTo>
                  <a:close/>
                </a:path>
              </a:pathLst>
            </a:custGeom>
            <a:solidFill>
              <a:srgbClr val="ECECEC">
                <a:alpha val="100000"/>
              </a:srgbClr>
            </a:solidFill>
            <a:ln w="11382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31" name="pg2131"/>
            <p:cNvSpPr/>
            <p:nvPr/>
          </p:nvSpPr>
          <p:spPr>
            <a:xfrm>
              <a:off x="386606" y="5968699"/>
              <a:ext cx="522133" cy="56471"/>
            </a:xfrm>
            <a:custGeom>
              <a:avLst/>
              <a:pathLst>
                <a:path w="522133" h="56471">
                  <a:moveTo>
                    <a:pt x="0" y="0"/>
                  </a:moveTo>
                  <a:lnTo>
                    <a:pt x="522133" y="0"/>
                  </a:lnTo>
                  <a:lnTo>
                    <a:pt x="522133" y="56471"/>
                  </a:lnTo>
                  <a:lnTo>
                    <a:pt x="0" y="56471"/>
                  </a:lnTo>
                  <a:close/>
                </a:path>
              </a:pathLst>
            </a:custGeom>
            <a:solidFill>
              <a:srgbClr val="ECECEC">
                <a:alpha val="100000"/>
              </a:srgbClr>
            </a:solidFill>
            <a:ln w="11382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32" name="pg2132"/>
            <p:cNvSpPr/>
            <p:nvPr/>
          </p:nvSpPr>
          <p:spPr>
            <a:xfrm>
              <a:off x="386606" y="5906580"/>
              <a:ext cx="522133" cy="62118"/>
            </a:xfrm>
            <a:custGeom>
              <a:avLst/>
              <a:pathLst>
                <a:path w="522133" h="62118">
                  <a:moveTo>
                    <a:pt x="0" y="0"/>
                  </a:moveTo>
                  <a:lnTo>
                    <a:pt x="522133" y="0"/>
                  </a:lnTo>
                  <a:lnTo>
                    <a:pt x="522133" y="62118"/>
                  </a:lnTo>
                  <a:lnTo>
                    <a:pt x="0" y="62118"/>
                  </a:lnTo>
                  <a:close/>
                </a:path>
              </a:pathLst>
            </a:custGeom>
            <a:solidFill>
              <a:srgbClr val="ECECEC">
                <a:alpha val="100000"/>
              </a:srgbClr>
            </a:solidFill>
            <a:ln w="11382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33" name="pg2133"/>
            <p:cNvSpPr/>
            <p:nvPr/>
          </p:nvSpPr>
          <p:spPr>
            <a:xfrm>
              <a:off x="386606" y="5844461"/>
              <a:ext cx="522133" cy="62118"/>
            </a:xfrm>
            <a:custGeom>
              <a:avLst/>
              <a:pathLst>
                <a:path w="522133" h="62118">
                  <a:moveTo>
                    <a:pt x="0" y="0"/>
                  </a:moveTo>
                  <a:lnTo>
                    <a:pt x="522133" y="0"/>
                  </a:lnTo>
                  <a:lnTo>
                    <a:pt x="522133" y="62118"/>
                  </a:lnTo>
                  <a:lnTo>
                    <a:pt x="0" y="62118"/>
                  </a:lnTo>
                  <a:close/>
                </a:path>
              </a:pathLst>
            </a:custGeom>
            <a:solidFill>
              <a:srgbClr val="ECECEC">
                <a:alpha val="100000"/>
              </a:srgbClr>
            </a:solidFill>
            <a:ln w="11382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34" name="pg2134"/>
            <p:cNvSpPr/>
            <p:nvPr/>
          </p:nvSpPr>
          <p:spPr>
            <a:xfrm>
              <a:off x="386606" y="5771048"/>
              <a:ext cx="522133" cy="73413"/>
            </a:xfrm>
            <a:custGeom>
              <a:avLst/>
              <a:pathLst>
                <a:path w="522133" h="73413">
                  <a:moveTo>
                    <a:pt x="0" y="0"/>
                  </a:moveTo>
                  <a:lnTo>
                    <a:pt x="522133" y="0"/>
                  </a:lnTo>
                  <a:lnTo>
                    <a:pt x="522133" y="73413"/>
                  </a:lnTo>
                  <a:lnTo>
                    <a:pt x="0" y="73413"/>
                  </a:lnTo>
                  <a:close/>
                </a:path>
              </a:pathLst>
            </a:custGeom>
            <a:solidFill>
              <a:srgbClr val="ECECEC">
                <a:alpha val="100000"/>
              </a:srgbClr>
            </a:solidFill>
            <a:ln w="11382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35" name="pg2135"/>
            <p:cNvSpPr/>
            <p:nvPr/>
          </p:nvSpPr>
          <p:spPr>
            <a:xfrm>
              <a:off x="386606" y="5697635"/>
              <a:ext cx="522133" cy="73413"/>
            </a:xfrm>
            <a:custGeom>
              <a:avLst/>
              <a:pathLst>
                <a:path w="522133" h="73413">
                  <a:moveTo>
                    <a:pt x="0" y="0"/>
                  </a:moveTo>
                  <a:lnTo>
                    <a:pt x="522133" y="0"/>
                  </a:lnTo>
                  <a:lnTo>
                    <a:pt x="522133" y="73413"/>
                  </a:lnTo>
                  <a:lnTo>
                    <a:pt x="0" y="73413"/>
                  </a:lnTo>
                  <a:close/>
                </a:path>
              </a:pathLst>
            </a:custGeom>
            <a:solidFill>
              <a:srgbClr val="ECECEC">
                <a:alpha val="100000"/>
              </a:srgbClr>
            </a:solidFill>
            <a:ln w="11382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36" name="pg2136"/>
            <p:cNvSpPr/>
            <p:nvPr/>
          </p:nvSpPr>
          <p:spPr>
            <a:xfrm>
              <a:off x="386606" y="5618574"/>
              <a:ext cx="522133" cy="79060"/>
            </a:xfrm>
            <a:custGeom>
              <a:avLst/>
              <a:pathLst>
                <a:path w="522133" h="79060">
                  <a:moveTo>
                    <a:pt x="0" y="0"/>
                  </a:moveTo>
                  <a:lnTo>
                    <a:pt x="522133" y="0"/>
                  </a:lnTo>
                  <a:lnTo>
                    <a:pt x="522133" y="79060"/>
                  </a:lnTo>
                  <a:lnTo>
                    <a:pt x="0" y="79060"/>
                  </a:lnTo>
                  <a:close/>
                </a:path>
              </a:pathLst>
            </a:custGeom>
            <a:solidFill>
              <a:srgbClr val="ECECEC">
                <a:alpha val="100000"/>
              </a:srgbClr>
            </a:solidFill>
            <a:ln w="11382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37" name="pg2137"/>
            <p:cNvSpPr/>
            <p:nvPr/>
          </p:nvSpPr>
          <p:spPr>
            <a:xfrm>
              <a:off x="386606" y="5533867"/>
              <a:ext cx="522133" cy="84707"/>
            </a:xfrm>
            <a:custGeom>
              <a:avLst/>
              <a:pathLst>
                <a:path w="522133" h="84707">
                  <a:moveTo>
                    <a:pt x="0" y="0"/>
                  </a:moveTo>
                  <a:lnTo>
                    <a:pt x="522133" y="0"/>
                  </a:lnTo>
                  <a:lnTo>
                    <a:pt x="522133" y="84707"/>
                  </a:lnTo>
                  <a:lnTo>
                    <a:pt x="0" y="84707"/>
                  </a:lnTo>
                  <a:close/>
                </a:path>
              </a:pathLst>
            </a:custGeom>
            <a:solidFill>
              <a:srgbClr val="ECECEC">
                <a:alpha val="100000"/>
              </a:srgbClr>
            </a:solidFill>
            <a:ln w="11382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38" name="pg2138"/>
            <p:cNvSpPr/>
            <p:nvPr/>
          </p:nvSpPr>
          <p:spPr>
            <a:xfrm>
              <a:off x="386606" y="5432217"/>
              <a:ext cx="522133" cy="101649"/>
            </a:xfrm>
            <a:custGeom>
              <a:avLst/>
              <a:pathLst>
                <a:path w="522133" h="101649">
                  <a:moveTo>
                    <a:pt x="0" y="0"/>
                  </a:moveTo>
                  <a:lnTo>
                    <a:pt x="522133" y="0"/>
                  </a:lnTo>
                  <a:lnTo>
                    <a:pt x="522133" y="101649"/>
                  </a:lnTo>
                  <a:lnTo>
                    <a:pt x="0" y="101649"/>
                  </a:lnTo>
                  <a:close/>
                </a:path>
              </a:pathLst>
            </a:custGeom>
            <a:solidFill>
              <a:srgbClr val="ECECEC">
                <a:alpha val="100000"/>
              </a:srgbClr>
            </a:solidFill>
            <a:ln w="11382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39" name="pg2139"/>
            <p:cNvSpPr/>
            <p:nvPr/>
          </p:nvSpPr>
          <p:spPr>
            <a:xfrm>
              <a:off x="386606" y="5319274"/>
              <a:ext cx="522133" cy="112943"/>
            </a:xfrm>
            <a:custGeom>
              <a:avLst/>
              <a:pathLst>
                <a:path w="522133" h="112943">
                  <a:moveTo>
                    <a:pt x="0" y="0"/>
                  </a:moveTo>
                  <a:lnTo>
                    <a:pt x="522133" y="0"/>
                  </a:lnTo>
                  <a:lnTo>
                    <a:pt x="522133" y="112943"/>
                  </a:lnTo>
                  <a:lnTo>
                    <a:pt x="0" y="112943"/>
                  </a:lnTo>
                  <a:close/>
                </a:path>
              </a:pathLst>
            </a:custGeom>
            <a:solidFill>
              <a:srgbClr val="ECECEC">
                <a:alpha val="100000"/>
              </a:srgbClr>
            </a:solidFill>
            <a:ln w="11382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40" name="pg2140"/>
            <p:cNvSpPr/>
            <p:nvPr/>
          </p:nvSpPr>
          <p:spPr>
            <a:xfrm>
              <a:off x="386606" y="5138565"/>
              <a:ext cx="522133" cy="180709"/>
            </a:xfrm>
            <a:custGeom>
              <a:avLst/>
              <a:pathLst>
                <a:path w="522133" h="180709">
                  <a:moveTo>
                    <a:pt x="0" y="0"/>
                  </a:moveTo>
                  <a:lnTo>
                    <a:pt x="522133" y="0"/>
                  </a:lnTo>
                  <a:lnTo>
                    <a:pt x="522133" y="180709"/>
                  </a:lnTo>
                  <a:lnTo>
                    <a:pt x="0" y="180709"/>
                  </a:lnTo>
                  <a:close/>
                </a:path>
              </a:pathLst>
            </a:custGeom>
            <a:solidFill>
              <a:srgbClr val="ECECEC">
                <a:alpha val="100000"/>
              </a:srgbClr>
            </a:solidFill>
            <a:ln w="11382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41" name="pg2141"/>
            <p:cNvSpPr/>
            <p:nvPr/>
          </p:nvSpPr>
          <p:spPr>
            <a:xfrm>
              <a:off x="386606" y="4912678"/>
              <a:ext cx="522133" cy="225886"/>
            </a:xfrm>
            <a:custGeom>
              <a:avLst/>
              <a:pathLst>
                <a:path w="522133" h="225886">
                  <a:moveTo>
                    <a:pt x="0" y="0"/>
                  </a:moveTo>
                  <a:lnTo>
                    <a:pt x="522133" y="0"/>
                  </a:lnTo>
                  <a:lnTo>
                    <a:pt x="522133" y="225886"/>
                  </a:lnTo>
                  <a:lnTo>
                    <a:pt x="0" y="225886"/>
                  </a:lnTo>
                  <a:close/>
                </a:path>
              </a:pathLst>
            </a:custGeom>
            <a:solidFill>
              <a:srgbClr val="ECECEC">
                <a:alpha val="100000"/>
              </a:srgbClr>
            </a:solidFill>
            <a:ln w="11382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42" name="pg2142"/>
            <p:cNvSpPr/>
            <p:nvPr/>
          </p:nvSpPr>
          <p:spPr>
            <a:xfrm>
              <a:off x="386606" y="4545612"/>
              <a:ext cx="522133" cy="367066"/>
            </a:xfrm>
            <a:custGeom>
              <a:avLst/>
              <a:pathLst>
                <a:path w="522133" h="367066">
                  <a:moveTo>
                    <a:pt x="0" y="0"/>
                  </a:moveTo>
                  <a:lnTo>
                    <a:pt x="522133" y="0"/>
                  </a:lnTo>
                  <a:lnTo>
                    <a:pt x="522133" y="367066"/>
                  </a:lnTo>
                  <a:lnTo>
                    <a:pt x="0" y="367066"/>
                  </a:lnTo>
                  <a:close/>
                </a:path>
              </a:pathLst>
            </a:custGeom>
            <a:solidFill>
              <a:srgbClr val="ECECEC">
                <a:alpha val="100000"/>
              </a:srgbClr>
            </a:solidFill>
            <a:ln w="11382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43" name="pg2143"/>
            <p:cNvSpPr/>
            <p:nvPr/>
          </p:nvSpPr>
          <p:spPr>
            <a:xfrm>
              <a:off x="386606" y="4172898"/>
              <a:ext cx="522133" cy="372713"/>
            </a:xfrm>
            <a:custGeom>
              <a:avLst/>
              <a:pathLst>
                <a:path w="522133" h="372713">
                  <a:moveTo>
                    <a:pt x="0" y="0"/>
                  </a:moveTo>
                  <a:lnTo>
                    <a:pt x="522133" y="0"/>
                  </a:lnTo>
                  <a:lnTo>
                    <a:pt x="522133" y="372713"/>
                  </a:lnTo>
                  <a:lnTo>
                    <a:pt x="0" y="372713"/>
                  </a:lnTo>
                  <a:close/>
                </a:path>
              </a:pathLst>
            </a:custGeom>
            <a:solidFill>
              <a:srgbClr val="ECECEC">
                <a:alpha val="100000"/>
              </a:srgbClr>
            </a:solidFill>
            <a:ln w="11382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44" name="pg2144"/>
            <p:cNvSpPr/>
            <p:nvPr/>
          </p:nvSpPr>
          <p:spPr>
            <a:xfrm>
              <a:off x="386606" y="3331470"/>
              <a:ext cx="522133" cy="841428"/>
            </a:xfrm>
            <a:custGeom>
              <a:avLst/>
              <a:pathLst>
                <a:path w="522133" h="841428">
                  <a:moveTo>
                    <a:pt x="0" y="0"/>
                  </a:moveTo>
                  <a:lnTo>
                    <a:pt x="522133" y="0"/>
                  </a:lnTo>
                  <a:lnTo>
                    <a:pt x="522133" y="841428"/>
                  </a:lnTo>
                  <a:lnTo>
                    <a:pt x="0" y="841428"/>
                  </a:lnTo>
                  <a:close/>
                </a:path>
              </a:pathLst>
            </a:custGeom>
            <a:solidFill>
              <a:srgbClr val="ECECEC">
                <a:alpha val="100000"/>
              </a:srgbClr>
            </a:solidFill>
            <a:ln w="11382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45" name="pg2145"/>
            <p:cNvSpPr/>
            <p:nvPr/>
          </p:nvSpPr>
          <p:spPr>
            <a:xfrm>
              <a:off x="386606" y="440118"/>
              <a:ext cx="522133" cy="2891351"/>
            </a:xfrm>
            <a:custGeom>
              <a:avLst/>
              <a:pathLst>
                <a:path w="522133" h="2891351">
                  <a:moveTo>
                    <a:pt x="0" y="0"/>
                  </a:moveTo>
                  <a:lnTo>
                    <a:pt x="522133" y="0"/>
                  </a:lnTo>
                  <a:lnTo>
                    <a:pt x="522133" y="2891351"/>
                  </a:lnTo>
                  <a:lnTo>
                    <a:pt x="0" y="2891351"/>
                  </a:lnTo>
                  <a:close/>
                </a:path>
              </a:pathLst>
            </a:custGeom>
            <a:solidFill>
              <a:srgbClr val="ECECEC">
                <a:alpha val="100000"/>
              </a:srgbClr>
            </a:solidFill>
            <a:ln w="11382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46" name="pg2146"/>
            <p:cNvSpPr/>
            <p:nvPr/>
          </p:nvSpPr>
          <p:spPr>
            <a:xfrm>
              <a:off x="4403015" y="6200233"/>
              <a:ext cx="522133" cy="5647"/>
            </a:xfrm>
            <a:custGeom>
              <a:avLst/>
              <a:pathLst>
                <a:path w="522133" h="5647">
                  <a:moveTo>
                    <a:pt x="0" y="0"/>
                  </a:moveTo>
                  <a:lnTo>
                    <a:pt x="522133" y="0"/>
                  </a:lnTo>
                  <a:lnTo>
                    <a:pt x="522133" y="5647"/>
                  </a:lnTo>
                  <a:lnTo>
                    <a:pt x="0" y="5647"/>
                  </a:lnTo>
                  <a:close/>
                </a:path>
              </a:pathLst>
            </a:custGeom>
            <a:solidFill>
              <a:srgbClr val="ECECEC">
                <a:alpha val="100000"/>
              </a:srgbClr>
            </a:solidFill>
            <a:ln w="11382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47" name="pg2147"/>
            <p:cNvSpPr/>
            <p:nvPr/>
          </p:nvSpPr>
          <p:spPr>
            <a:xfrm>
              <a:off x="4403015" y="6194586"/>
              <a:ext cx="522133" cy="5647"/>
            </a:xfrm>
            <a:custGeom>
              <a:avLst/>
              <a:pathLst>
                <a:path w="522133" h="5647">
                  <a:moveTo>
                    <a:pt x="0" y="0"/>
                  </a:moveTo>
                  <a:lnTo>
                    <a:pt x="522133" y="0"/>
                  </a:lnTo>
                  <a:lnTo>
                    <a:pt x="522133" y="5647"/>
                  </a:lnTo>
                  <a:lnTo>
                    <a:pt x="0" y="5647"/>
                  </a:lnTo>
                  <a:close/>
                </a:path>
              </a:pathLst>
            </a:custGeom>
            <a:solidFill>
              <a:srgbClr val="ECECEC">
                <a:alpha val="100000"/>
              </a:srgbClr>
            </a:solidFill>
            <a:ln w="11382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48" name="pg2148"/>
            <p:cNvSpPr/>
            <p:nvPr/>
          </p:nvSpPr>
          <p:spPr>
            <a:xfrm>
              <a:off x="4403015" y="6132467"/>
              <a:ext cx="522133" cy="62118"/>
            </a:xfrm>
            <a:custGeom>
              <a:avLst/>
              <a:pathLst>
                <a:path w="522133" h="62118">
                  <a:moveTo>
                    <a:pt x="0" y="0"/>
                  </a:moveTo>
                  <a:lnTo>
                    <a:pt x="522133" y="0"/>
                  </a:lnTo>
                  <a:lnTo>
                    <a:pt x="522133" y="62118"/>
                  </a:lnTo>
                  <a:lnTo>
                    <a:pt x="0" y="62118"/>
                  </a:lnTo>
                  <a:close/>
                </a:path>
              </a:pathLst>
            </a:custGeom>
            <a:solidFill>
              <a:srgbClr val="ECECEC">
                <a:alpha val="100000"/>
              </a:srgbClr>
            </a:solidFill>
            <a:ln w="11382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49" name="pg2149"/>
            <p:cNvSpPr/>
            <p:nvPr/>
          </p:nvSpPr>
          <p:spPr>
            <a:xfrm>
              <a:off x="4403015" y="6064701"/>
              <a:ext cx="522133" cy="67766"/>
            </a:xfrm>
            <a:custGeom>
              <a:avLst/>
              <a:pathLst>
                <a:path w="522133" h="67766">
                  <a:moveTo>
                    <a:pt x="0" y="0"/>
                  </a:moveTo>
                  <a:lnTo>
                    <a:pt x="522133" y="0"/>
                  </a:lnTo>
                  <a:lnTo>
                    <a:pt x="522133" y="67766"/>
                  </a:lnTo>
                  <a:lnTo>
                    <a:pt x="0" y="67766"/>
                  </a:lnTo>
                  <a:close/>
                </a:path>
              </a:pathLst>
            </a:custGeom>
            <a:solidFill>
              <a:srgbClr val="ECECEC">
                <a:alpha val="100000"/>
              </a:srgbClr>
            </a:solidFill>
            <a:ln w="11382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50" name="pg2150"/>
            <p:cNvSpPr/>
            <p:nvPr/>
          </p:nvSpPr>
          <p:spPr>
            <a:xfrm>
              <a:off x="4403015" y="5991287"/>
              <a:ext cx="522133" cy="73413"/>
            </a:xfrm>
            <a:custGeom>
              <a:avLst/>
              <a:pathLst>
                <a:path w="522133" h="73413">
                  <a:moveTo>
                    <a:pt x="0" y="0"/>
                  </a:moveTo>
                  <a:lnTo>
                    <a:pt x="522133" y="0"/>
                  </a:lnTo>
                  <a:lnTo>
                    <a:pt x="522133" y="73413"/>
                  </a:lnTo>
                  <a:lnTo>
                    <a:pt x="0" y="73413"/>
                  </a:lnTo>
                  <a:close/>
                </a:path>
              </a:pathLst>
            </a:custGeom>
            <a:solidFill>
              <a:srgbClr val="ECECEC">
                <a:alpha val="100000"/>
              </a:srgbClr>
            </a:solidFill>
            <a:ln w="11382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51" name="pg2151"/>
            <p:cNvSpPr/>
            <p:nvPr/>
          </p:nvSpPr>
          <p:spPr>
            <a:xfrm>
              <a:off x="4403015" y="5917874"/>
              <a:ext cx="522133" cy="73413"/>
            </a:xfrm>
            <a:custGeom>
              <a:avLst/>
              <a:pathLst>
                <a:path w="522133" h="73413">
                  <a:moveTo>
                    <a:pt x="0" y="0"/>
                  </a:moveTo>
                  <a:lnTo>
                    <a:pt x="522133" y="0"/>
                  </a:lnTo>
                  <a:lnTo>
                    <a:pt x="522133" y="73413"/>
                  </a:lnTo>
                  <a:lnTo>
                    <a:pt x="0" y="73413"/>
                  </a:lnTo>
                  <a:close/>
                </a:path>
              </a:pathLst>
            </a:custGeom>
            <a:solidFill>
              <a:srgbClr val="ECECEC">
                <a:alpha val="100000"/>
              </a:srgbClr>
            </a:solidFill>
            <a:ln w="11382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52" name="pg2152"/>
            <p:cNvSpPr/>
            <p:nvPr/>
          </p:nvSpPr>
          <p:spPr>
            <a:xfrm>
              <a:off x="4403015" y="5827519"/>
              <a:ext cx="522133" cy="90354"/>
            </a:xfrm>
            <a:custGeom>
              <a:avLst/>
              <a:pathLst>
                <a:path w="522133" h="90354">
                  <a:moveTo>
                    <a:pt x="0" y="0"/>
                  </a:moveTo>
                  <a:lnTo>
                    <a:pt x="522133" y="0"/>
                  </a:lnTo>
                  <a:lnTo>
                    <a:pt x="522133" y="90354"/>
                  </a:lnTo>
                  <a:lnTo>
                    <a:pt x="0" y="90354"/>
                  </a:lnTo>
                  <a:close/>
                </a:path>
              </a:pathLst>
            </a:custGeom>
            <a:solidFill>
              <a:srgbClr val="ECECEC">
                <a:alpha val="100000"/>
              </a:srgbClr>
            </a:solidFill>
            <a:ln w="11382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53" name="pg2153"/>
            <p:cNvSpPr/>
            <p:nvPr/>
          </p:nvSpPr>
          <p:spPr>
            <a:xfrm>
              <a:off x="4403015" y="5725870"/>
              <a:ext cx="522133" cy="101649"/>
            </a:xfrm>
            <a:custGeom>
              <a:avLst/>
              <a:pathLst>
                <a:path w="522133" h="101649">
                  <a:moveTo>
                    <a:pt x="0" y="0"/>
                  </a:moveTo>
                  <a:lnTo>
                    <a:pt x="522133" y="0"/>
                  </a:lnTo>
                  <a:lnTo>
                    <a:pt x="522133" y="101649"/>
                  </a:lnTo>
                  <a:lnTo>
                    <a:pt x="0" y="101649"/>
                  </a:lnTo>
                  <a:close/>
                </a:path>
              </a:pathLst>
            </a:custGeom>
            <a:solidFill>
              <a:srgbClr val="ECECEC">
                <a:alpha val="100000"/>
              </a:srgbClr>
            </a:solidFill>
            <a:ln w="11382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54" name="pg2154"/>
            <p:cNvSpPr/>
            <p:nvPr/>
          </p:nvSpPr>
          <p:spPr>
            <a:xfrm>
              <a:off x="4403015" y="5607280"/>
              <a:ext cx="522133" cy="118590"/>
            </a:xfrm>
            <a:custGeom>
              <a:avLst/>
              <a:pathLst>
                <a:path w="522133" h="118590">
                  <a:moveTo>
                    <a:pt x="0" y="0"/>
                  </a:moveTo>
                  <a:lnTo>
                    <a:pt x="522133" y="0"/>
                  </a:lnTo>
                  <a:lnTo>
                    <a:pt x="522133" y="118590"/>
                  </a:lnTo>
                  <a:lnTo>
                    <a:pt x="0" y="118590"/>
                  </a:lnTo>
                  <a:close/>
                </a:path>
              </a:pathLst>
            </a:custGeom>
            <a:solidFill>
              <a:srgbClr val="ECECEC">
                <a:alpha val="100000"/>
              </a:srgbClr>
            </a:solidFill>
            <a:ln w="11382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55" name="pg2155"/>
            <p:cNvSpPr/>
            <p:nvPr/>
          </p:nvSpPr>
          <p:spPr>
            <a:xfrm>
              <a:off x="4403015" y="5477395"/>
              <a:ext cx="522133" cy="129884"/>
            </a:xfrm>
            <a:custGeom>
              <a:avLst/>
              <a:pathLst>
                <a:path w="522133" h="129884">
                  <a:moveTo>
                    <a:pt x="0" y="0"/>
                  </a:moveTo>
                  <a:lnTo>
                    <a:pt x="522133" y="0"/>
                  </a:lnTo>
                  <a:lnTo>
                    <a:pt x="522133" y="129884"/>
                  </a:lnTo>
                  <a:lnTo>
                    <a:pt x="0" y="129884"/>
                  </a:lnTo>
                  <a:close/>
                </a:path>
              </a:pathLst>
            </a:custGeom>
            <a:solidFill>
              <a:srgbClr val="ECECEC">
                <a:alpha val="100000"/>
              </a:srgbClr>
            </a:solidFill>
            <a:ln w="11382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56" name="pg2156"/>
            <p:cNvSpPr/>
            <p:nvPr/>
          </p:nvSpPr>
          <p:spPr>
            <a:xfrm>
              <a:off x="4403015" y="5341863"/>
              <a:ext cx="522133" cy="135532"/>
            </a:xfrm>
            <a:custGeom>
              <a:avLst/>
              <a:pathLst>
                <a:path w="522133" h="135532">
                  <a:moveTo>
                    <a:pt x="0" y="0"/>
                  </a:moveTo>
                  <a:lnTo>
                    <a:pt x="522133" y="0"/>
                  </a:lnTo>
                  <a:lnTo>
                    <a:pt x="522133" y="135532"/>
                  </a:lnTo>
                  <a:lnTo>
                    <a:pt x="0" y="135532"/>
                  </a:lnTo>
                  <a:close/>
                </a:path>
              </a:pathLst>
            </a:custGeom>
            <a:solidFill>
              <a:srgbClr val="ECECEC">
                <a:alpha val="100000"/>
              </a:srgbClr>
            </a:solidFill>
            <a:ln w="11382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57" name="pg2157"/>
            <p:cNvSpPr/>
            <p:nvPr/>
          </p:nvSpPr>
          <p:spPr>
            <a:xfrm>
              <a:off x="4403015" y="5206331"/>
              <a:ext cx="522133" cy="135532"/>
            </a:xfrm>
            <a:custGeom>
              <a:avLst/>
              <a:pathLst>
                <a:path w="522133" h="135532">
                  <a:moveTo>
                    <a:pt x="0" y="0"/>
                  </a:moveTo>
                  <a:lnTo>
                    <a:pt x="522133" y="0"/>
                  </a:lnTo>
                  <a:lnTo>
                    <a:pt x="522133" y="135532"/>
                  </a:lnTo>
                  <a:lnTo>
                    <a:pt x="0" y="135532"/>
                  </a:lnTo>
                  <a:close/>
                </a:path>
              </a:pathLst>
            </a:custGeom>
            <a:solidFill>
              <a:srgbClr val="ECECEC">
                <a:alpha val="100000"/>
              </a:srgbClr>
            </a:solidFill>
            <a:ln w="11382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58" name="pg2158"/>
            <p:cNvSpPr/>
            <p:nvPr/>
          </p:nvSpPr>
          <p:spPr>
            <a:xfrm>
              <a:off x="4403015" y="5070799"/>
              <a:ext cx="522133" cy="135532"/>
            </a:xfrm>
            <a:custGeom>
              <a:avLst/>
              <a:pathLst>
                <a:path w="522133" h="135532">
                  <a:moveTo>
                    <a:pt x="0" y="0"/>
                  </a:moveTo>
                  <a:lnTo>
                    <a:pt x="522133" y="0"/>
                  </a:lnTo>
                  <a:lnTo>
                    <a:pt x="522133" y="135532"/>
                  </a:lnTo>
                  <a:lnTo>
                    <a:pt x="0" y="135532"/>
                  </a:lnTo>
                  <a:close/>
                </a:path>
              </a:pathLst>
            </a:custGeom>
            <a:solidFill>
              <a:srgbClr val="ECECEC">
                <a:alpha val="100000"/>
              </a:srgbClr>
            </a:solidFill>
            <a:ln w="11382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59" name="pg2159"/>
            <p:cNvSpPr/>
            <p:nvPr/>
          </p:nvSpPr>
          <p:spPr>
            <a:xfrm>
              <a:off x="4403015" y="4901383"/>
              <a:ext cx="522133" cy="169415"/>
            </a:xfrm>
            <a:custGeom>
              <a:avLst/>
              <a:pathLst>
                <a:path w="522133" h="169415">
                  <a:moveTo>
                    <a:pt x="0" y="0"/>
                  </a:moveTo>
                  <a:lnTo>
                    <a:pt x="522133" y="0"/>
                  </a:lnTo>
                  <a:lnTo>
                    <a:pt x="522133" y="169415"/>
                  </a:lnTo>
                  <a:lnTo>
                    <a:pt x="0" y="169415"/>
                  </a:lnTo>
                  <a:close/>
                </a:path>
              </a:pathLst>
            </a:custGeom>
            <a:solidFill>
              <a:srgbClr val="ECECEC">
                <a:alpha val="100000"/>
              </a:srgbClr>
            </a:solidFill>
            <a:ln w="11382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60" name="pg2160"/>
            <p:cNvSpPr/>
            <p:nvPr/>
          </p:nvSpPr>
          <p:spPr>
            <a:xfrm>
              <a:off x="4403015" y="4731968"/>
              <a:ext cx="522133" cy="169415"/>
            </a:xfrm>
            <a:custGeom>
              <a:avLst/>
              <a:pathLst>
                <a:path w="522133" h="169415">
                  <a:moveTo>
                    <a:pt x="0" y="0"/>
                  </a:moveTo>
                  <a:lnTo>
                    <a:pt x="522133" y="0"/>
                  </a:lnTo>
                  <a:lnTo>
                    <a:pt x="522133" y="169415"/>
                  </a:lnTo>
                  <a:lnTo>
                    <a:pt x="0" y="169415"/>
                  </a:lnTo>
                  <a:close/>
                </a:path>
              </a:pathLst>
            </a:custGeom>
            <a:solidFill>
              <a:srgbClr val="ECECEC">
                <a:alpha val="100000"/>
              </a:srgbClr>
            </a:solidFill>
            <a:ln w="11382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61" name="pg2161"/>
            <p:cNvSpPr/>
            <p:nvPr/>
          </p:nvSpPr>
          <p:spPr>
            <a:xfrm>
              <a:off x="4403015" y="4556906"/>
              <a:ext cx="522133" cy="175062"/>
            </a:xfrm>
            <a:custGeom>
              <a:avLst/>
              <a:pathLst>
                <a:path w="522133" h="175062">
                  <a:moveTo>
                    <a:pt x="0" y="0"/>
                  </a:moveTo>
                  <a:lnTo>
                    <a:pt x="522133" y="0"/>
                  </a:lnTo>
                  <a:lnTo>
                    <a:pt x="522133" y="175062"/>
                  </a:lnTo>
                  <a:lnTo>
                    <a:pt x="0" y="175062"/>
                  </a:lnTo>
                  <a:close/>
                </a:path>
              </a:pathLst>
            </a:custGeom>
            <a:solidFill>
              <a:srgbClr val="ECECEC">
                <a:alpha val="100000"/>
              </a:srgbClr>
            </a:solidFill>
            <a:ln w="11382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62" name="pg2162"/>
            <p:cNvSpPr/>
            <p:nvPr/>
          </p:nvSpPr>
          <p:spPr>
            <a:xfrm>
              <a:off x="4403015" y="4381844"/>
              <a:ext cx="522133" cy="175062"/>
            </a:xfrm>
            <a:custGeom>
              <a:avLst/>
              <a:pathLst>
                <a:path w="522133" h="175062">
                  <a:moveTo>
                    <a:pt x="0" y="0"/>
                  </a:moveTo>
                  <a:lnTo>
                    <a:pt x="522133" y="0"/>
                  </a:lnTo>
                  <a:lnTo>
                    <a:pt x="522133" y="175062"/>
                  </a:lnTo>
                  <a:lnTo>
                    <a:pt x="0" y="175062"/>
                  </a:lnTo>
                  <a:close/>
                </a:path>
              </a:pathLst>
            </a:custGeom>
            <a:solidFill>
              <a:srgbClr val="ECECEC">
                <a:alpha val="100000"/>
              </a:srgbClr>
            </a:solidFill>
            <a:ln w="11382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63" name="pg2163"/>
            <p:cNvSpPr/>
            <p:nvPr/>
          </p:nvSpPr>
          <p:spPr>
            <a:xfrm>
              <a:off x="4403015" y="4195487"/>
              <a:ext cx="522133" cy="186356"/>
            </a:xfrm>
            <a:custGeom>
              <a:avLst/>
              <a:pathLst>
                <a:path w="522133" h="186356">
                  <a:moveTo>
                    <a:pt x="0" y="0"/>
                  </a:moveTo>
                  <a:lnTo>
                    <a:pt x="522133" y="0"/>
                  </a:lnTo>
                  <a:lnTo>
                    <a:pt x="522133" y="186356"/>
                  </a:lnTo>
                  <a:lnTo>
                    <a:pt x="0" y="186356"/>
                  </a:lnTo>
                  <a:close/>
                </a:path>
              </a:pathLst>
            </a:custGeom>
            <a:solidFill>
              <a:srgbClr val="ECECEC">
                <a:alpha val="100000"/>
              </a:srgbClr>
            </a:solidFill>
            <a:ln w="11382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64" name="pg2164"/>
            <p:cNvSpPr/>
            <p:nvPr/>
          </p:nvSpPr>
          <p:spPr>
            <a:xfrm>
              <a:off x="4403015" y="4009130"/>
              <a:ext cx="522133" cy="186356"/>
            </a:xfrm>
            <a:custGeom>
              <a:avLst/>
              <a:pathLst>
                <a:path w="522133" h="186356">
                  <a:moveTo>
                    <a:pt x="0" y="0"/>
                  </a:moveTo>
                  <a:lnTo>
                    <a:pt x="522133" y="0"/>
                  </a:lnTo>
                  <a:lnTo>
                    <a:pt x="522133" y="186356"/>
                  </a:lnTo>
                  <a:lnTo>
                    <a:pt x="0" y="186356"/>
                  </a:lnTo>
                  <a:close/>
                </a:path>
              </a:pathLst>
            </a:custGeom>
            <a:solidFill>
              <a:srgbClr val="ECECEC">
                <a:alpha val="100000"/>
              </a:srgbClr>
            </a:solidFill>
            <a:ln w="11382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65" name="pg2165"/>
            <p:cNvSpPr/>
            <p:nvPr/>
          </p:nvSpPr>
          <p:spPr>
            <a:xfrm>
              <a:off x="4403015" y="3817127"/>
              <a:ext cx="522133" cy="192003"/>
            </a:xfrm>
            <a:custGeom>
              <a:avLst/>
              <a:pathLst>
                <a:path w="522133" h="192003">
                  <a:moveTo>
                    <a:pt x="0" y="0"/>
                  </a:moveTo>
                  <a:lnTo>
                    <a:pt x="522133" y="0"/>
                  </a:lnTo>
                  <a:lnTo>
                    <a:pt x="522133" y="192003"/>
                  </a:lnTo>
                  <a:lnTo>
                    <a:pt x="0" y="192003"/>
                  </a:lnTo>
                  <a:close/>
                </a:path>
              </a:pathLst>
            </a:custGeom>
            <a:solidFill>
              <a:srgbClr val="ECECEC">
                <a:alpha val="100000"/>
              </a:srgbClr>
            </a:solidFill>
            <a:ln w="11382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66" name="pg2166"/>
            <p:cNvSpPr/>
            <p:nvPr/>
          </p:nvSpPr>
          <p:spPr>
            <a:xfrm>
              <a:off x="4403015" y="3625123"/>
              <a:ext cx="522133" cy="192003"/>
            </a:xfrm>
            <a:custGeom>
              <a:avLst/>
              <a:pathLst>
                <a:path w="522133" h="192003">
                  <a:moveTo>
                    <a:pt x="0" y="0"/>
                  </a:moveTo>
                  <a:lnTo>
                    <a:pt x="522133" y="0"/>
                  </a:lnTo>
                  <a:lnTo>
                    <a:pt x="522133" y="192003"/>
                  </a:lnTo>
                  <a:lnTo>
                    <a:pt x="0" y="192003"/>
                  </a:lnTo>
                  <a:close/>
                </a:path>
              </a:pathLst>
            </a:custGeom>
            <a:solidFill>
              <a:srgbClr val="ECECEC">
                <a:alpha val="100000"/>
              </a:srgbClr>
            </a:solidFill>
            <a:ln w="11382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67" name="pg2167"/>
            <p:cNvSpPr/>
            <p:nvPr/>
          </p:nvSpPr>
          <p:spPr>
            <a:xfrm>
              <a:off x="4403015" y="3427472"/>
              <a:ext cx="522133" cy="197650"/>
            </a:xfrm>
            <a:custGeom>
              <a:avLst/>
              <a:pathLst>
                <a:path w="522133" h="197650">
                  <a:moveTo>
                    <a:pt x="0" y="0"/>
                  </a:moveTo>
                  <a:lnTo>
                    <a:pt x="522133" y="0"/>
                  </a:lnTo>
                  <a:lnTo>
                    <a:pt x="522133" y="197650"/>
                  </a:lnTo>
                  <a:lnTo>
                    <a:pt x="0" y="197650"/>
                  </a:lnTo>
                  <a:close/>
                </a:path>
              </a:pathLst>
            </a:custGeom>
            <a:solidFill>
              <a:srgbClr val="ECECEC">
                <a:alpha val="100000"/>
              </a:srgbClr>
            </a:solidFill>
            <a:ln w="11382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68" name="pg2168"/>
            <p:cNvSpPr/>
            <p:nvPr/>
          </p:nvSpPr>
          <p:spPr>
            <a:xfrm>
              <a:off x="4403015" y="3229821"/>
              <a:ext cx="522133" cy="197650"/>
            </a:xfrm>
            <a:custGeom>
              <a:avLst/>
              <a:pathLst>
                <a:path w="522133" h="197650">
                  <a:moveTo>
                    <a:pt x="0" y="0"/>
                  </a:moveTo>
                  <a:lnTo>
                    <a:pt x="522133" y="0"/>
                  </a:lnTo>
                  <a:lnTo>
                    <a:pt x="522133" y="197650"/>
                  </a:lnTo>
                  <a:lnTo>
                    <a:pt x="0" y="197650"/>
                  </a:lnTo>
                  <a:close/>
                </a:path>
              </a:pathLst>
            </a:custGeom>
            <a:solidFill>
              <a:srgbClr val="ECECEC">
                <a:alpha val="100000"/>
              </a:srgbClr>
            </a:solidFill>
            <a:ln w="11382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69" name="pg2169"/>
            <p:cNvSpPr/>
            <p:nvPr/>
          </p:nvSpPr>
          <p:spPr>
            <a:xfrm>
              <a:off x="4403015" y="3032170"/>
              <a:ext cx="522133" cy="197650"/>
            </a:xfrm>
            <a:custGeom>
              <a:avLst/>
              <a:pathLst>
                <a:path w="522133" h="197650">
                  <a:moveTo>
                    <a:pt x="0" y="0"/>
                  </a:moveTo>
                  <a:lnTo>
                    <a:pt x="522133" y="0"/>
                  </a:lnTo>
                  <a:lnTo>
                    <a:pt x="522133" y="197650"/>
                  </a:lnTo>
                  <a:lnTo>
                    <a:pt x="0" y="197650"/>
                  </a:lnTo>
                  <a:close/>
                </a:path>
              </a:pathLst>
            </a:custGeom>
            <a:solidFill>
              <a:srgbClr val="ECECEC">
                <a:alpha val="100000"/>
              </a:srgbClr>
            </a:solidFill>
            <a:ln w="11382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70" name="pg2170"/>
            <p:cNvSpPr/>
            <p:nvPr/>
          </p:nvSpPr>
          <p:spPr>
            <a:xfrm>
              <a:off x="4403015" y="2817577"/>
              <a:ext cx="522133" cy="214592"/>
            </a:xfrm>
            <a:custGeom>
              <a:avLst/>
              <a:pathLst>
                <a:path w="522133" h="214592">
                  <a:moveTo>
                    <a:pt x="0" y="0"/>
                  </a:moveTo>
                  <a:lnTo>
                    <a:pt x="522133" y="0"/>
                  </a:lnTo>
                  <a:lnTo>
                    <a:pt x="522133" y="214592"/>
                  </a:lnTo>
                  <a:lnTo>
                    <a:pt x="0" y="214592"/>
                  </a:lnTo>
                  <a:close/>
                </a:path>
              </a:pathLst>
            </a:custGeom>
            <a:solidFill>
              <a:srgbClr val="ECECEC">
                <a:alpha val="100000"/>
              </a:srgbClr>
            </a:solidFill>
            <a:ln w="11382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71" name="pg2171"/>
            <p:cNvSpPr/>
            <p:nvPr/>
          </p:nvSpPr>
          <p:spPr>
            <a:xfrm>
              <a:off x="4403015" y="2602985"/>
              <a:ext cx="522133" cy="214592"/>
            </a:xfrm>
            <a:custGeom>
              <a:avLst/>
              <a:pathLst>
                <a:path w="522133" h="214592">
                  <a:moveTo>
                    <a:pt x="0" y="0"/>
                  </a:moveTo>
                  <a:lnTo>
                    <a:pt x="522133" y="0"/>
                  </a:lnTo>
                  <a:lnTo>
                    <a:pt x="522133" y="214592"/>
                  </a:lnTo>
                  <a:lnTo>
                    <a:pt x="0" y="214592"/>
                  </a:lnTo>
                  <a:close/>
                </a:path>
              </a:pathLst>
            </a:custGeom>
            <a:solidFill>
              <a:srgbClr val="ECECEC">
                <a:alpha val="100000"/>
              </a:srgbClr>
            </a:solidFill>
            <a:ln w="11382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72" name="pg2172"/>
            <p:cNvSpPr/>
            <p:nvPr/>
          </p:nvSpPr>
          <p:spPr>
            <a:xfrm>
              <a:off x="4403015" y="2365804"/>
              <a:ext cx="522133" cy="237181"/>
            </a:xfrm>
            <a:custGeom>
              <a:avLst/>
              <a:pathLst>
                <a:path w="522133" h="237181">
                  <a:moveTo>
                    <a:pt x="0" y="0"/>
                  </a:moveTo>
                  <a:lnTo>
                    <a:pt x="522133" y="0"/>
                  </a:lnTo>
                  <a:lnTo>
                    <a:pt x="522133" y="237181"/>
                  </a:lnTo>
                  <a:lnTo>
                    <a:pt x="0" y="237181"/>
                  </a:lnTo>
                  <a:close/>
                </a:path>
              </a:pathLst>
            </a:custGeom>
            <a:solidFill>
              <a:srgbClr val="ECECEC">
                <a:alpha val="100000"/>
              </a:srgbClr>
            </a:solidFill>
            <a:ln w="11382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73" name="pg2173"/>
            <p:cNvSpPr/>
            <p:nvPr/>
          </p:nvSpPr>
          <p:spPr>
            <a:xfrm>
              <a:off x="4403015" y="2089092"/>
              <a:ext cx="522133" cy="276711"/>
            </a:xfrm>
            <a:custGeom>
              <a:avLst/>
              <a:pathLst>
                <a:path w="522133" h="276711">
                  <a:moveTo>
                    <a:pt x="0" y="0"/>
                  </a:moveTo>
                  <a:lnTo>
                    <a:pt x="522133" y="0"/>
                  </a:lnTo>
                  <a:lnTo>
                    <a:pt x="522133" y="276711"/>
                  </a:lnTo>
                  <a:lnTo>
                    <a:pt x="0" y="276711"/>
                  </a:lnTo>
                  <a:close/>
                </a:path>
              </a:pathLst>
            </a:custGeom>
            <a:solidFill>
              <a:srgbClr val="ECECEC">
                <a:alpha val="100000"/>
              </a:srgbClr>
            </a:solidFill>
            <a:ln w="11382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74" name="pg2174"/>
            <p:cNvSpPr/>
            <p:nvPr/>
          </p:nvSpPr>
          <p:spPr>
            <a:xfrm>
              <a:off x="4403015" y="1806734"/>
              <a:ext cx="522133" cy="282358"/>
            </a:xfrm>
            <a:custGeom>
              <a:avLst/>
              <a:pathLst>
                <a:path w="522133" h="282358">
                  <a:moveTo>
                    <a:pt x="0" y="0"/>
                  </a:moveTo>
                  <a:lnTo>
                    <a:pt x="522133" y="0"/>
                  </a:lnTo>
                  <a:lnTo>
                    <a:pt x="522133" y="282358"/>
                  </a:lnTo>
                  <a:lnTo>
                    <a:pt x="0" y="282358"/>
                  </a:lnTo>
                  <a:close/>
                </a:path>
              </a:pathLst>
            </a:custGeom>
            <a:solidFill>
              <a:srgbClr val="ECECEC">
                <a:alpha val="100000"/>
              </a:srgbClr>
            </a:solidFill>
            <a:ln w="11382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75" name="pg2175"/>
            <p:cNvSpPr/>
            <p:nvPr/>
          </p:nvSpPr>
          <p:spPr>
            <a:xfrm>
              <a:off x="4403015" y="1484845"/>
              <a:ext cx="522133" cy="321888"/>
            </a:xfrm>
            <a:custGeom>
              <a:avLst/>
              <a:pathLst>
                <a:path w="522133" h="321888">
                  <a:moveTo>
                    <a:pt x="0" y="0"/>
                  </a:moveTo>
                  <a:lnTo>
                    <a:pt x="522133" y="0"/>
                  </a:lnTo>
                  <a:lnTo>
                    <a:pt x="522133" y="321888"/>
                  </a:lnTo>
                  <a:lnTo>
                    <a:pt x="0" y="321888"/>
                  </a:lnTo>
                  <a:close/>
                </a:path>
              </a:pathLst>
            </a:custGeom>
            <a:solidFill>
              <a:srgbClr val="ECECEC">
                <a:alpha val="100000"/>
              </a:srgbClr>
            </a:solidFill>
            <a:ln w="11382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76" name="pg2176"/>
            <p:cNvSpPr/>
            <p:nvPr/>
          </p:nvSpPr>
          <p:spPr>
            <a:xfrm>
              <a:off x="4403015" y="1151662"/>
              <a:ext cx="522133" cy="333183"/>
            </a:xfrm>
            <a:custGeom>
              <a:avLst/>
              <a:pathLst>
                <a:path w="522133" h="333183">
                  <a:moveTo>
                    <a:pt x="0" y="0"/>
                  </a:moveTo>
                  <a:lnTo>
                    <a:pt x="522133" y="0"/>
                  </a:lnTo>
                  <a:lnTo>
                    <a:pt x="522133" y="333183"/>
                  </a:lnTo>
                  <a:lnTo>
                    <a:pt x="0" y="333183"/>
                  </a:lnTo>
                  <a:close/>
                </a:path>
              </a:pathLst>
            </a:custGeom>
            <a:solidFill>
              <a:srgbClr val="ECECEC">
                <a:alpha val="100000"/>
              </a:srgbClr>
            </a:solidFill>
            <a:ln w="11382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77" name="pg2177"/>
            <p:cNvSpPr/>
            <p:nvPr/>
          </p:nvSpPr>
          <p:spPr>
            <a:xfrm>
              <a:off x="4403015" y="812832"/>
              <a:ext cx="522133" cy="338830"/>
            </a:xfrm>
            <a:custGeom>
              <a:avLst/>
              <a:pathLst>
                <a:path w="522133" h="338830">
                  <a:moveTo>
                    <a:pt x="0" y="0"/>
                  </a:moveTo>
                  <a:lnTo>
                    <a:pt x="522133" y="0"/>
                  </a:lnTo>
                  <a:lnTo>
                    <a:pt x="522133" y="338830"/>
                  </a:lnTo>
                  <a:lnTo>
                    <a:pt x="0" y="338830"/>
                  </a:lnTo>
                  <a:close/>
                </a:path>
              </a:pathLst>
            </a:custGeom>
            <a:solidFill>
              <a:srgbClr val="ECECEC">
                <a:alpha val="100000"/>
              </a:srgbClr>
            </a:solidFill>
            <a:ln w="11382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78" name="pg2178"/>
            <p:cNvSpPr/>
            <p:nvPr/>
          </p:nvSpPr>
          <p:spPr>
            <a:xfrm>
              <a:off x="4403015" y="440118"/>
              <a:ext cx="522133" cy="372713"/>
            </a:xfrm>
            <a:custGeom>
              <a:avLst/>
              <a:pathLst>
                <a:path w="522133" h="372713">
                  <a:moveTo>
                    <a:pt x="0" y="0"/>
                  </a:moveTo>
                  <a:lnTo>
                    <a:pt x="522133" y="0"/>
                  </a:lnTo>
                  <a:lnTo>
                    <a:pt x="522133" y="372713"/>
                  </a:lnTo>
                  <a:lnTo>
                    <a:pt x="0" y="372713"/>
                  </a:lnTo>
                  <a:close/>
                </a:path>
              </a:pathLst>
            </a:custGeom>
            <a:solidFill>
              <a:srgbClr val="ECECEC">
                <a:alpha val="100000"/>
              </a:srgbClr>
            </a:solidFill>
            <a:ln w="11382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79" name="pg2179"/>
            <p:cNvSpPr/>
            <p:nvPr/>
          </p:nvSpPr>
          <p:spPr>
            <a:xfrm>
              <a:off x="8419425" y="5793636"/>
              <a:ext cx="522133" cy="412243"/>
            </a:xfrm>
            <a:custGeom>
              <a:avLst/>
              <a:pathLst>
                <a:path w="522133" h="412243">
                  <a:moveTo>
                    <a:pt x="0" y="0"/>
                  </a:moveTo>
                  <a:lnTo>
                    <a:pt x="522133" y="0"/>
                  </a:lnTo>
                  <a:lnTo>
                    <a:pt x="522133" y="412243"/>
                  </a:lnTo>
                  <a:lnTo>
                    <a:pt x="0" y="412243"/>
                  </a:lnTo>
                  <a:close/>
                </a:path>
              </a:pathLst>
            </a:custGeom>
            <a:solidFill>
              <a:srgbClr val="ECECEC">
                <a:alpha val="100000"/>
              </a:srgbClr>
            </a:solidFill>
            <a:ln w="11382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80" name="pg2180"/>
            <p:cNvSpPr/>
            <p:nvPr/>
          </p:nvSpPr>
          <p:spPr>
            <a:xfrm>
              <a:off x="8419425" y="5285391"/>
              <a:ext cx="522133" cy="508245"/>
            </a:xfrm>
            <a:custGeom>
              <a:avLst/>
              <a:pathLst>
                <a:path w="522133" h="508245">
                  <a:moveTo>
                    <a:pt x="0" y="0"/>
                  </a:moveTo>
                  <a:lnTo>
                    <a:pt x="522133" y="0"/>
                  </a:lnTo>
                  <a:lnTo>
                    <a:pt x="522133" y="508245"/>
                  </a:lnTo>
                  <a:lnTo>
                    <a:pt x="0" y="508245"/>
                  </a:lnTo>
                  <a:close/>
                </a:path>
              </a:pathLst>
            </a:custGeom>
            <a:solidFill>
              <a:srgbClr val="ECECEC">
                <a:alpha val="100000"/>
              </a:srgbClr>
            </a:solidFill>
            <a:ln w="11382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81" name="pg2181"/>
            <p:cNvSpPr/>
            <p:nvPr/>
          </p:nvSpPr>
          <p:spPr>
            <a:xfrm>
              <a:off x="8419425" y="4873148"/>
              <a:ext cx="522133" cy="412243"/>
            </a:xfrm>
            <a:custGeom>
              <a:avLst/>
              <a:pathLst>
                <a:path w="522133" h="412243">
                  <a:moveTo>
                    <a:pt x="0" y="0"/>
                  </a:moveTo>
                  <a:lnTo>
                    <a:pt x="522133" y="0"/>
                  </a:lnTo>
                  <a:lnTo>
                    <a:pt x="522133" y="412243"/>
                  </a:lnTo>
                  <a:lnTo>
                    <a:pt x="0" y="412243"/>
                  </a:lnTo>
                  <a:close/>
                </a:path>
              </a:pathLst>
            </a:custGeom>
            <a:solidFill>
              <a:srgbClr val="ECECEC">
                <a:alpha val="100000"/>
              </a:srgbClr>
            </a:solidFill>
            <a:ln w="11382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82" name="pg2182"/>
            <p:cNvSpPr/>
            <p:nvPr/>
          </p:nvSpPr>
          <p:spPr>
            <a:xfrm>
              <a:off x="8419425" y="4523023"/>
              <a:ext cx="522133" cy="350124"/>
            </a:xfrm>
            <a:custGeom>
              <a:avLst/>
              <a:pathLst>
                <a:path w="522133" h="350124">
                  <a:moveTo>
                    <a:pt x="0" y="0"/>
                  </a:moveTo>
                  <a:lnTo>
                    <a:pt x="522133" y="0"/>
                  </a:lnTo>
                  <a:lnTo>
                    <a:pt x="522133" y="350124"/>
                  </a:lnTo>
                  <a:lnTo>
                    <a:pt x="0" y="350124"/>
                  </a:lnTo>
                  <a:close/>
                </a:path>
              </a:pathLst>
            </a:custGeom>
            <a:solidFill>
              <a:srgbClr val="ECECEC">
                <a:alpha val="100000"/>
              </a:srgbClr>
            </a:solidFill>
            <a:ln w="11382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83" name="pg2183"/>
            <p:cNvSpPr/>
            <p:nvPr/>
          </p:nvSpPr>
          <p:spPr>
            <a:xfrm>
              <a:off x="8419425" y="4206781"/>
              <a:ext cx="522133" cy="316241"/>
            </a:xfrm>
            <a:custGeom>
              <a:avLst/>
              <a:pathLst>
                <a:path w="522133" h="316241">
                  <a:moveTo>
                    <a:pt x="0" y="0"/>
                  </a:moveTo>
                  <a:lnTo>
                    <a:pt x="522133" y="0"/>
                  </a:lnTo>
                  <a:lnTo>
                    <a:pt x="522133" y="316241"/>
                  </a:lnTo>
                  <a:lnTo>
                    <a:pt x="0" y="316241"/>
                  </a:lnTo>
                  <a:close/>
                </a:path>
              </a:pathLst>
            </a:custGeom>
            <a:solidFill>
              <a:srgbClr val="ECECEC">
                <a:alpha val="100000"/>
              </a:srgbClr>
            </a:solidFill>
            <a:ln w="11382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84" name="pg2184"/>
            <p:cNvSpPr/>
            <p:nvPr/>
          </p:nvSpPr>
          <p:spPr>
            <a:xfrm>
              <a:off x="8419425" y="3969600"/>
              <a:ext cx="522133" cy="237181"/>
            </a:xfrm>
            <a:custGeom>
              <a:avLst/>
              <a:pathLst>
                <a:path w="522133" h="237181">
                  <a:moveTo>
                    <a:pt x="0" y="0"/>
                  </a:moveTo>
                  <a:lnTo>
                    <a:pt x="522133" y="0"/>
                  </a:lnTo>
                  <a:lnTo>
                    <a:pt x="522133" y="237181"/>
                  </a:lnTo>
                  <a:lnTo>
                    <a:pt x="0" y="237181"/>
                  </a:lnTo>
                  <a:close/>
                </a:path>
              </a:pathLst>
            </a:custGeom>
            <a:solidFill>
              <a:srgbClr val="ECECEC">
                <a:alpha val="100000"/>
              </a:srgbClr>
            </a:solidFill>
            <a:ln w="11382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85" name="pg2185"/>
            <p:cNvSpPr/>
            <p:nvPr/>
          </p:nvSpPr>
          <p:spPr>
            <a:xfrm>
              <a:off x="8419425" y="3557357"/>
              <a:ext cx="522133" cy="412243"/>
            </a:xfrm>
            <a:custGeom>
              <a:avLst/>
              <a:pathLst>
                <a:path w="522133" h="412243">
                  <a:moveTo>
                    <a:pt x="0" y="0"/>
                  </a:moveTo>
                  <a:lnTo>
                    <a:pt x="522133" y="0"/>
                  </a:lnTo>
                  <a:lnTo>
                    <a:pt x="522133" y="412243"/>
                  </a:lnTo>
                  <a:lnTo>
                    <a:pt x="0" y="412243"/>
                  </a:lnTo>
                  <a:close/>
                </a:path>
              </a:pathLst>
            </a:custGeom>
            <a:solidFill>
              <a:srgbClr val="ECECEC">
                <a:alpha val="100000"/>
              </a:srgbClr>
            </a:solidFill>
            <a:ln w="11382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86" name="pg2186"/>
            <p:cNvSpPr/>
            <p:nvPr/>
          </p:nvSpPr>
          <p:spPr>
            <a:xfrm>
              <a:off x="8419425" y="3258057"/>
              <a:ext cx="522133" cy="299300"/>
            </a:xfrm>
            <a:custGeom>
              <a:avLst/>
              <a:pathLst>
                <a:path w="522133" h="299300">
                  <a:moveTo>
                    <a:pt x="0" y="0"/>
                  </a:moveTo>
                  <a:lnTo>
                    <a:pt x="522133" y="0"/>
                  </a:lnTo>
                  <a:lnTo>
                    <a:pt x="522133" y="299300"/>
                  </a:lnTo>
                  <a:lnTo>
                    <a:pt x="0" y="299300"/>
                  </a:lnTo>
                  <a:close/>
                </a:path>
              </a:pathLst>
            </a:custGeom>
            <a:solidFill>
              <a:srgbClr val="ECECEC">
                <a:alpha val="100000"/>
              </a:srgbClr>
            </a:solidFill>
            <a:ln w="11382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87" name="pg2187"/>
            <p:cNvSpPr/>
            <p:nvPr/>
          </p:nvSpPr>
          <p:spPr>
            <a:xfrm>
              <a:off x="8419425" y="2896638"/>
              <a:ext cx="522133" cy="361418"/>
            </a:xfrm>
            <a:custGeom>
              <a:avLst/>
              <a:pathLst>
                <a:path w="522133" h="361418">
                  <a:moveTo>
                    <a:pt x="0" y="0"/>
                  </a:moveTo>
                  <a:lnTo>
                    <a:pt x="522133" y="0"/>
                  </a:lnTo>
                  <a:lnTo>
                    <a:pt x="522133" y="361418"/>
                  </a:lnTo>
                  <a:lnTo>
                    <a:pt x="0" y="361418"/>
                  </a:lnTo>
                  <a:close/>
                </a:path>
              </a:pathLst>
            </a:custGeom>
            <a:solidFill>
              <a:srgbClr val="ECECEC">
                <a:alpha val="100000"/>
              </a:srgbClr>
            </a:solidFill>
            <a:ln w="11382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88" name="pg2188"/>
            <p:cNvSpPr/>
            <p:nvPr/>
          </p:nvSpPr>
          <p:spPr>
            <a:xfrm>
              <a:off x="8419425" y="2659456"/>
              <a:ext cx="522133" cy="237181"/>
            </a:xfrm>
            <a:custGeom>
              <a:avLst/>
              <a:pathLst>
                <a:path w="522133" h="237181">
                  <a:moveTo>
                    <a:pt x="0" y="0"/>
                  </a:moveTo>
                  <a:lnTo>
                    <a:pt x="522133" y="0"/>
                  </a:lnTo>
                  <a:lnTo>
                    <a:pt x="522133" y="237181"/>
                  </a:lnTo>
                  <a:lnTo>
                    <a:pt x="0" y="237181"/>
                  </a:lnTo>
                  <a:close/>
                </a:path>
              </a:pathLst>
            </a:custGeom>
            <a:solidFill>
              <a:srgbClr val="ECECEC">
                <a:alpha val="100000"/>
              </a:srgbClr>
            </a:solidFill>
            <a:ln w="11382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89" name="pg2189"/>
            <p:cNvSpPr/>
            <p:nvPr/>
          </p:nvSpPr>
          <p:spPr>
            <a:xfrm>
              <a:off x="8419425" y="2478747"/>
              <a:ext cx="522133" cy="180709"/>
            </a:xfrm>
            <a:custGeom>
              <a:avLst/>
              <a:pathLst>
                <a:path w="522133" h="180709">
                  <a:moveTo>
                    <a:pt x="0" y="0"/>
                  </a:moveTo>
                  <a:lnTo>
                    <a:pt x="522133" y="0"/>
                  </a:lnTo>
                  <a:lnTo>
                    <a:pt x="522133" y="180709"/>
                  </a:lnTo>
                  <a:lnTo>
                    <a:pt x="0" y="180709"/>
                  </a:lnTo>
                  <a:close/>
                </a:path>
              </a:pathLst>
            </a:custGeom>
            <a:solidFill>
              <a:srgbClr val="ECECEC">
                <a:alpha val="100000"/>
              </a:srgbClr>
            </a:solidFill>
            <a:ln w="11382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90" name="pg2190"/>
            <p:cNvSpPr/>
            <p:nvPr/>
          </p:nvSpPr>
          <p:spPr>
            <a:xfrm>
              <a:off x="8419425" y="2224624"/>
              <a:ext cx="522133" cy="254122"/>
            </a:xfrm>
            <a:custGeom>
              <a:avLst/>
              <a:pathLst>
                <a:path w="522133" h="254122">
                  <a:moveTo>
                    <a:pt x="0" y="0"/>
                  </a:moveTo>
                  <a:lnTo>
                    <a:pt x="522133" y="0"/>
                  </a:lnTo>
                  <a:lnTo>
                    <a:pt x="522133" y="254122"/>
                  </a:lnTo>
                  <a:lnTo>
                    <a:pt x="0" y="254122"/>
                  </a:lnTo>
                  <a:close/>
                </a:path>
              </a:pathLst>
            </a:custGeom>
            <a:solidFill>
              <a:srgbClr val="ECECEC">
                <a:alpha val="100000"/>
              </a:srgbClr>
            </a:solidFill>
            <a:ln w="11382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91" name="pg2191"/>
            <p:cNvSpPr/>
            <p:nvPr/>
          </p:nvSpPr>
          <p:spPr>
            <a:xfrm>
              <a:off x="8419425" y="1993090"/>
              <a:ext cx="522133" cy="231534"/>
            </a:xfrm>
            <a:custGeom>
              <a:avLst/>
              <a:pathLst>
                <a:path w="522133" h="231534">
                  <a:moveTo>
                    <a:pt x="0" y="0"/>
                  </a:moveTo>
                  <a:lnTo>
                    <a:pt x="522133" y="0"/>
                  </a:lnTo>
                  <a:lnTo>
                    <a:pt x="522133" y="231534"/>
                  </a:lnTo>
                  <a:lnTo>
                    <a:pt x="0" y="231534"/>
                  </a:lnTo>
                  <a:close/>
                </a:path>
              </a:pathLst>
            </a:custGeom>
            <a:solidFill>
              <a:srgbClr val="ECECEC">
                <a:alpha val="100000"/>
              </a:srgbClr>
            </a:solidFill>
            <a:ln w="11382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92" name="pg2192"/>
            <p:cNvSpPr/>
            <p:nvPr/>
          </p:nvSpPr>
          <p:spPr>
            <a:xfrm>
              <a:off x="8419425" y="1863205"/>
              <a:ext cx="522133" cy="129884"/>
            </a:xfrm>
            <a:custGeom>
              <a:avLst/>
              <a:pathLst>
                <a:path w="522133" h="129884">
                  <a:moveTo>
                    <a:pt x="0" y="0"/>
                  </a:moveTo>
                  <a:lnTo>
                    <a:pt x="522133" y="0"/>
                  </a:lnTo>
                  <a:lnTo>
                    <a:pt x="522133" y="129884"/>
                  </a:lnTo>
                  <a:lnTo>
                    <a:pt x="0" y="129884"/>
                  </a:lnTo>
                  <a:close/>
                </a:path>
              </a:pathLst>
            </a:custGeom>
            <a:solidFill>
              <a:srgbClr val="ECECEC">
                <a:alpha val="100000"/>
              </a:srgbClr>
            </a:solidFill>
            <a:ln w="11382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93" name="pg2193"/>
            <p:cNvSpPr/>
            <p:nvPr/>
          </p:nvSpPr>
          <p:spPr>
            <a:xfrm>
              <a:off x="8419425" y="1648613"/>
              <a:ext cx="522133" cy="214592"/>
            </a:xfrm>
            <a:custGeom>
              <a:avLst/>
              <a:pathLst>
                <a:path w="522133" h="214592">
                  <a:moveTo>
                    <a:pt x="0" y="0"/>
                  </a:moveTo>
                  <a:lnTo>
                    <a:pt x="522133" y="0"/>
                  </a:lnTo>
                  <a:lnTo>
                    <a:pt x="522133" y="214592"/>
                  </a:lnTo>
                  <a:lnTo>
                    <a:pt x="0" y="214592"/>
                  </a:lnTo>
                  <a:close/>
                </a:path>
              </a:pathLst>
            </a:custGeom>
            <a:solidFill>
              <a:srgbClr val="ECECEC">
                <a:alpha val="100000"/>
              </a:srgbClr>
            </a:solidFill>
            <a:ln w="11382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94" name="pg2194"/>
            <p:cNvSpPr/>
            <p:nvPr/>
          </p:nvSpPr>
          <p:spPr>
            <a:xfrm>
              <a:off x="8419425" y="1371901"/>
              <a:ext cx="522133" cy="276711"/>
            </a:xfrm>
            <a:custGeom>
              <a:avLst/>
              <a:pathLst>
                <a:path w="522133" h="276711">
                  <a:moveTo>
                    <a:pt x="0" y="0"/>
                  </a:moveTo>
                  <a:lnTo>
                    <a:pt x="522133" y="0"/>
                  </a:lnTo>
                  <a:lnTo>
                    <a:pt x="522133" y="276711"/>
                  </a:lnTo>
                  <a:lnTo>
                    <a:pt x="0" y="276711"/>
                  </a:lnTo>
                  <a:close/>
                </a:path>
              </a:pathLst>
            </a:custGeom>
            <a:solidFill>
              <a:srgbClr val="ECECEC">
                <a:alpha val="100000"/>
              </a:srgbClr>
            </a:solidFill>
            <a:ln w="11382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95" name="pg2195"/>
            <p:cNvSpPr/>
            <p:nvPr/>
          </p:nvSpPr>
          <p:spPr>
            <a:xfrm>
              <a:off x="8419425" y="1247664"/>
              <a:ext cx="522133" cy="124237"/>
            </a:xfrm>
            <a:custGeom>
              <a:avLst/>
              <a:pathLst>
                <a:path w="522133" h="124237">
                  <a:moveTo>
                    <a:pt x="0" y="0"/>
                  </a:moveTo>
                  <a:lnTo>
                    <a:pt x="522133" y="0"/>
                  </a:lnTo>
                  <a:lnTo>
                    <a:pt x="522133" y="124237"/>
                  </a:lnTo>
                  <a:lnTo>
                    <a:pt x="0" y="124237"/>
                  </a:lnTo>
                  <a:close/>
                </a:path>
              </a:pathLst>
            </a:custGeom>
            <a:solidFill>
              <a:srgbClr val="ECECEC">
                <a:alpha val="100000"/>
              </a:srgbClr>
            </a:solidFill>
            <a:ln w="11382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96" name="pg2196"/>
            <p:cNvSpPr/>
            <p:nvPr/>
          </p:nvSpPr>
          <p:spPr>
            <a:xfrm>
              <a:off x="8419425" y="1140367"/>
              <a:ext cx="522133" cy="107296"/>
            </a:xfrm>
            <a:custGeom>
              <a:avLst/>
              <a:pathLst>
                <a:path w="522133" h="107296">
                  <a:moveTo>
                    <a:pt x="0" y="0"/>
                  </a:moveTo>
                  <a:lnTo>
                    <a:pt x="522133" y="0"/>
                  </a:lnTo>
                  <a:lnTo>
                    <a:pt x="522133" y="107296"/>
                  </a:lnTo>
                  <a:lnTo>
                    <a:pt x="0" y="107296"/>
                  </a:lnTo>
                  <a:close/>
                </a:path>
              </a:pathLst>
            </a:custGeom>
            <a:solidFill>
              <a:srgbClr val="ECECEC">
                <a:alpha val="100000"/>
              </a:srgbClr>
            </a:solidFill>
            <a:ln w="11382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97" name="pg2197"/>
            <p:cNvSpPr/>
            <p:nvPr/>
          </p:nvSpPr>
          <p:spPr>
            <a:xfrm>
              <a:off x="8419425" y="993541"/>
              <a:ext cx="522133" cy="146826"/>
            </a:xfrm>
            <a:custGeom>
              <a:avLst/>
              <a:pathLst>
                <a:path w="522133" h="146826">
                  <a:moveTo>
                    <a:pt x="0" y="0"/>
                  </a:moveTo>
                  <a:lnTo>
                    <a:pt x="522133" y="0"/>
                  </a:lnTo>
                  <a:lnTo>
                    <a:pt x="522133" y="146826"/>
                  </a:lnTo>
                  <a:lnTo>
                    <a:pt x="0" y="146826"/>
                  </a:lnTo>
                  <a:close/>
                </a:path>
              </a:pathLst>
            </a:custGeom>
            <a:solidFill>
              <a:srgbClr val="ECECEC">
                <a:alpha val="100000"/>
              </a:srgbClr>
            </a:solidFill>
            <a:ln w="11382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98" name="pg2198"/>
            <p:cNvSpPr/>
            <p:nvPr/>
          </p:nvSpPr>
          <p:spPr>
            <a:xfrm>
              <a:off x="8419425" y="716830"/>
              <a:ext cx="522133" cy="276711"/>
            </a:xfrm>
            <a:custGeom>
              <a:avLst/>
              <a:pathLst>
                <a:path w="522133" h="276711">
                  <a:moveTo>
                    <a:pt x="0" y="0"/>
                  </a:moveTo>
                  <a:lnTo>
                    <a:pt x="522133" y="0"/>
                  </a:lnTo>
                  <a:lnTo>
                    <a:pt x="522133" y="276711"/>
                  </a:lnTo>
                  <a:lnTo>
                    <a:pt x="0" y="276711"/>
                  </a:lnTo>
                  <a:close/>
                </a:path>
              </a:pathLst>
            </a:custGeom>
            <a:solidFill>
              <a:srgbClr val="ECECEC">
                <a:alpha val="100000"/>
              </a:srgbClr>
            </a:solidFill>
            <a:ln w="11382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99" name="pg2199"/>
            <p:cNvSpPr/>
            <p:nvPr/>
          </p:nvSpPr>
          <p:spPr>
            <a:xfrm>
              <a:off x="8419425" y="677299"/>
              <a:ext cx="522133" cy="39530"/>
            </a:xfrm>
            <a:custGeom>
              <a:avLst/>
              <a:pathLst>
                <a:path w="522133" h="39530">
                  <a:moveTo>
                    <a:pt x="0" y="0"/>
                  </a:moveTo>
                  <a:lnTo>
                    <a:pt x="522133" y="0"/>
                  </a:lnTo>
                  <a:lnTo>
                    <a:pt x="522133" y="39530"/>
                  </a:lnTo>
                  <a:lnTo>
                    <a:pt x="0" y="39530"/>
                  </a:lnTo>
                  <a:close/>
                </a:path>
              </a:pathLst>
            </a:custGeom>
            <a:solidFill>
              <a:srgbClr val="ECECEC">
                <a:alpha val="100000"/>
              </a:srgbClr>
            </a:solidFill>
            <a:ln w="11382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00" name="pg2200"/>
            <p:cNvSpPr/>
            <p:nvPr/>
          </p:nvSpPr>
          <p:spPr>
            <a:xfrm>
              <a:off x="8419425" y="637769"/>
              <a:ext cx="522133" cy="39530"/>
            </a:xfrm>
            <a:custGeom>
              <a:avLst/>
              <a:pathLst>
                <a:path w="522133" h="39530">
                  <a:moveTo>
                    <a:pt x="0" y="0"/>
                  </a:moveTo>
                  <a:lnTo>
                    <a:pt x="522133" y="0"/>
                  </a:lnTo>
                  <a:lnTo>
                    <a:pt x="522133" y="39530"/>
                  </a:lnTo>
                  <a:lnTo>
                    <a:pt x="0" y="39530"/>
                  </a:lnTo>
                  <a:close/>
                </a:path>
              </a:pathLst>
            </a:custGeom>
            <a:solidFill>
              <a:srgbClr val="ECECEC">
                <a:alpha val="100000"/>
              </a:srgbClr>
            </a:solidFill>
            <a:ln w="11382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01" name="pg2201"/>
            <p:cNvSpPr/>
            <p:nvPr/>
          </p:nvSpPr>
          <p:spPr>
            <a:xfrm>
              <a:off x="8419425" y="581297"/>
              <a:ext cx="522133" cy="56471"/>
            </a:xfrm>
            <a:custGeom>
              <a:avLst/>
              <a:pathLst>
                <a:path w="522133" h="56471">
                  <a:moveTo>
                    <a:pt x="0" y="0"/>
                  </a:moveTo>
                  <a:lnTo>
                    <a:pt x="522133" y="0"/>
                  </a:lnTo>
                  <a:lnTo>
                    <a:pt x="522133" y="56471"/>
                  </a:lnTo>
                  <a:lnTo>
                    <a:pt x="0" y="56471"/>
                  </a:lnTo>
                  <a:close/>
                </a:path>
              </a:pathLst>
            </a:custGeom>
            <a:solidFill>
              <a:srgbClr val="ECECEC">
                <a:alpha val="100000"/>
              </a:srgbClr>
            </a:solidFill>
            <a:ln w="11382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02" name="pg2202"/>
            <p:cNvSpPr/>
            <p:nvPr/>
          </p:nvSpPr>
          <p:spPr>
            <a:xfrm>
              <a:off x="8419425" y="536120"/>
              <a:ext cx="522133" cy="45177"/>
            </a:xfrm>
            <a:custGeom>
              <a:avLst/>
              <a:pathLst>
                <a:path w="522133" h="45177">
                  <a:moveTo>
                    <a:pt x="0" y="0"/>
                  </a:moveTo>
                  <a:lnTo>
                    <a:pt x="522133" y="0"/>
                  </a:lnTo>
                  <a:lnTo>
                    <a:pt x="522133" y="45177"/>
                  </a:lnTo>
                  <a:lnTo>
                    <a:pt x="0" y="45177"/>
                  </a:lnTo>
                  <a:close/>
                </a:path>
              </a:pathLst>
            </a:custGeom>
            <a:solidFill>
              <a:srgbClr val="ECECEC">
                <a:alpha val="100000"/>
              </a:srgbClr>
            </a:solidFill>
            <a:ln w="11382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03" name="pg2203"/>
            <p:cNvSpPr/>
            <p:nvPr/>
          </p:nvSpPr>
          <p:spPr>
            <a:xfrm>
              <a:off x="8419425" y="474001"/>
              <a:ext cx="522133" cy="62118"/>
            </a:xfrm>
            <a:custGeom>
              <a:avLst/>
              <a:pathLst>
                <a:path w="522133" h="62118">
                  <a:moveTo>
                    <a:pt x="0" y="0"/>
                  </a:moveTo>
                  <a:lnTo>
                    <a:pt x="522133" y="0"/>
                  </a:lnTo>
                  <a:lnTo>
                    <a:pt x="522133" y="62118"/>
                  </a:lnTo>
                  <a:lnTo>
                    <a:pt x="0" y="62118"/>
                  </a:lnTo>
                  <a:close/>
                </a:path>
              </a:pathLst>
            </a:custGeom>
            <a:solidFill>
              <a:srgbClr val="ECECEC">
                <a:alpha val="100000"/>
              </a:srgbClr>
            </a:solidFill>
            <a:ln w="11382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04" name="pg2204"/>
            <p:cNvSpPr/>
            <p:nvPr/>
          </p:nvSpPr>
          <p:spPr>
            <a:xfrm>
              <a:off x="8419425" y="440118"/>
              <a:ext cx="522133" cy="33883"/>
            </a:xfrm>
            <a:custGeom>
              <a:avLst/>
              <a:pathLst>
                <a:path w="522133" h="33883">
                  <a:moveTo>
                    <a:pt x="0" y="0"/>
                  </a:moveTo>
                  <a:lnTo>
                    <a:pt x="522133" y="0"/>
                  </a:lnTo>
                  <a:lnTo>
                    <a:pt x="522133" y="33883"/>
                  </a:lnTo>
                  <a:lnTo>
                    <a:pt x="0" y="33883"/>
                  </a:lnTo>
                  <a:close/>
                </a:path>
              </a:pathLst>
            </a:custGeom>
            <a:solidFill>
              <a:srgbClr val="ECECEC">
                <a:alpha val="100000"/>
              </a:srgbClr>
            </a:solidFill>
            <a:ln w="11382" cap="flat">
              <a:solidFill>
                <a:srgbClr val="7373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05" name="tx2205"/>
            <p:cNvSpPr/>
            <p:nvPr/>
          </p:nvSpPr>
          <p:spPr>
            <a:xfrm>
              <a:off x="181764" y="6117765"/>
              <a:ext cx="931817" cy="1371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3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38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Trogoniformes</a:t>
              </a:r>
            </a:p>
          </p:txBody>
        </p:sp>
        <p:sp>
          <p:nvSpPr>
            <p:cNvPr id="2206" name="tx2206"/>
            <p:cNvSpPr/>
            <p:nvPr/>
          </p:nvSpPr>
          <p:spPr>
            <a:xfrm>
              <a:off x="185822" y="6141195"/>
              <a:ext cx="923700" cy="10805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3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38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Pterocliformes</a:t>
              </a:r>
            </a:p>
          </p:txBody>
        </p:sp>
        <p:sp>
          <p:nvSpPr>
            <p:cNvPr id="2207" name="tx2207"/>
            <p:cNvSpPr/>
            <p:nvPr/>
          </p:nvSpPr>
          <p:spPr>
            <a:xfrm>
              <a:off x="278206" y="6134066"/>
              <a:ext cx="738932" cy="109534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3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38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Otidiformes</a:t>
              </a:r>
            </a:p>
          </p:txBody>
        </p:sp>
        <p:sp>
          <p:nvSpPr>
            <p:cNvPr id="2208" name="tx2208"/>
            <p:cNvSpPr/>
            <p:nvPr/>
          </p:nvSpPr>
          <p:spPr>
            <a:xfrm>
              <a:off x="193832" y="6127077"/>
              <a:ext cx="907680" cy="10805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3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38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Falconiformes</a:t>
              </a:r>
            </a:p>
          </p:txBody>
        </p:sp>
        <p:sp>
          <p:nvSpPr>
            <p:cNvPr id="2209" name="tx2209"/>
            <p:cNvSpPr/>
            <p:nvPr/>
          </p:nvSpPr>
          <p:spPr>
            <a:xfrm>
              <a:off x="81404" y="6079717"/>
              <a:ext cx="1132535" cy="13847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3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38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Caprimulgiformes</a:t>
              </a:r>
            </a:p>
          </p:txBody>
        </p:sp>
        <p:sp>
          <p:nvSpPr>
            <p:cNvPr id="2210" name="tx2210"/>
            <p:cNvSpPr/>
            <p:nvPr/>
          </p:nvSpPr>
          <p:spPr>
            <a:xfrm>
              <a:off x="93332" y="6057481"/>
              <a:ext cx="1108681" cy="135294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3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38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Podicipediformes</a:t>
              </a:r>
            </a:p>
          </p:txBody>
        </p:sp>
        <p:sp>
          <p:nvSpPr>
            <p:cNvPr id="2211" name="tx2211"/>
            <p:cNvSpPr/>
            <p:nvPr/>
          </p:nvSpPr>
          <p:spPr>
            <a:xfrm>
              <a:off x="109529" y="6045193"/>
              <a:ext cx="1076286" cy="10805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3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38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Procellariiformes</a:t>
              </a:r>
            </a:p>
          </p:txBody>
        </p:sp>
        <p:sp>
          <p:nvSpPr>
            <p:cNvPr id="2212" name="tx2212"/>
            <p:cNvSpPr/>
            <p:nvPr/>
          </p:nvSpPr>
          <p:spPr>
            <a:xfrm>
              <a:off x="262150" y="5993028"/>
              <a:ext cx="771044" cy="10939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3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38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Gaviiformes</a:t>
              </a:r>
            </a:p>
          </p:txBody>
        </p:sp>
        <p:sp>
          <p:nvSpPr>
            <p:cNvPr id="2213" name="tx2213"/>
            <p:cNvSpPr/>
            <p:nvPr/>
          </p:nvSpPr>
          <p:spPr>
            <a:xfrm>
              <a:off x="-15143" y="5913478"/>
              <a:ext cx="1325632" cy="135294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3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38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Phoenicopteriformes</a:t>
              </a:r>
            </a:p>
          </p:txBody>
        </p:sp>
        <p:sp>
          <p:nvSpPr>
            <p:cNvPr id="2214" name="tx2214"/>
            <p:cNvSpPr/>
            <p:nvPr/>
          </p:nvSpPr>
          <p:spPr>
            <a:xfrm>
              <a:off x="310353" y="5881425"/>
              <a:ext cx="674637" cy="10805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3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38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Piciformes</a:t>
              </a:r>
            </a:p>
          </p:txBody>
        </p:sp>
        <p:sp>
          <p:nvSpPr>
            <p:cNvPr id="2215" name="tx2215"/>
            <p:cNvSpPr/>
            <p:nvPr/>
          </p:nvSpPr>
          <p:spPr>
            <a:xfrm>
              <a:off x="209924" y="5817966"/>
              <a:ext cx="875497" cy="10939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3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38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Ciconiiformes</a:t>
              </a:r>
            </a:p>
          </p:txBody>
        </p:sp>
        <p:sp>
          <p:nvSpPr>
            <p:cNvPr id="2216" name="tx2216"/>
            <p:cNvSpPr/>
            <p:nvPr/>
          </p:nvSpPr>
          <p:spPr>
            <a:xfrm>
              <a:off x="282229" y="5750199"/>
              <a:ext cx="730886" cy="10939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3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38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Galliformes</a:t>
              </a:r>
            </a:p>
          </p:txBody>
        </p:sp>
        <p:sp>
          <p:nvSpPr>
            <p:cNvPr id="2217" name="tx2217"/>
            <p:cNvSpPr/>
            <p:nvPr/>
          </p:nvSpPr>
          <p:spPr>
            <a:xfrm>
              <a:off x="225980" y="5676786"/>
              <a:ext cx="843385" cy="10939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3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38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Cuculiformes</a:t>
              </a:r>
            </a:p>
          </p:txBody>
        </p:sp>
        <p:sp>
          <p:nvSpPr>
            <p:cNvPr id="2218" name="tx2218"/>
            <p:cNvSpPr/>
            <p:nvPr/>
          </p:nvSpPr>
          <p:spPr>
            <a:xfrm>
              <a:off x="306295" y="5600408"/>
              <a:ext cx="682753" cy="109534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3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38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Suliformes</a:t>
              </a:r>
            </a:p>
          </p:txBody>
        </p:sp>
        <p:sp>
          <p:nvSpPr>
            <p:cNvPr id="2219" name="tx2219"/>
            <p:cNvSpPr/>
            <p:nvPr/>
          </p:nvSpPr>
          <p:spPr>
            <a:xfrm>
              <a:off x="201913" y="5518665"/>
              <a:ext cx="891518" cy="10939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3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38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Coraciiformes</a:t>
              </a:r>
            </a:p>
          </p:txBody>
        </p:sp>
        <p:sp>
          <p:nvSpPr>
            <p:cNvPr id="2220" name="tx2220"/>
            <p:cNvSpPr/>
            <p:nvPr/>
          </p:nvSpPr>
          <p:spPr>
            <a:xfrm>
              <a:off x="262150" y="5396410"/>
              <a:ext cx="771044" cy="13847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3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38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Strigiformes</a:t>
              </a:r>
            </a:p>
          </p:txBody>
        </p:sp>
        <p:sp>
          <p:nvSpPr>
            <p:cNvPr id="2221" name="tx2221"/>
            <p:cNvSpPr/>
            <p:nvPr/>
          </p:nvSpPr>
          <p:spPr>
            <a:xfrm>
              <a:off x="161720" y="5318191"/>
              <a:ext cx="971904" cy="10939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3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38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Columbiformes</a:t>
              </a:r>
            </a:p>
          </p:txBody>
        </p:sp>
        <p:sp>
          <p:nvSpPr>
            <p:cNvPr id="2222" name="tx2222"/>
            <p:cNvSpPr/>
            <p:nvPr/>
          </p:nvSpPr>
          <p:spPr>
            <a:xfrm>
              <a:off x="290275" y="5171364"/>
              <a:ext cx="714795" cy="10939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3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38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Gruiformes</a:t>
              </a:r>
            </a:p>
          </p:txBody>
        </p:sp>
        <p:sp>
          <p:nvSpPr>
            <p:cNvPr id="2223" name="tx2223"/>
            <p:cNvSpPr/>
            <p:nvPr/>
          </p:nvSpPr>
          <p:spPr>
            <a:xfrm>
              <a:off x="149581" y="4969407"/>
              <a:ext cx="996182" cy="10805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3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38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Pelecaniformes</a:t>
              </a:r>
            </a:p>
          </p:txBody>
        </p:sp>
        <p:sp>
          <p:nvSpPr>
            <p:cNvPr id="2224" name="tx2224"/>
            <p:cNvSpPr/>
            <p:nvPr/>
          </p:nvSpPr>
          <p:spPr>
            <a:xfrm>
              <a:off x="173824" y="4645688"/>
              <a:ext cx="947696" cy="135294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3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38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Accipitriformes</a:t>
              </a:r>
            </a:p>
          </p:txBody>
        </p:sp>
        <p:sp>
          <p:nvSpPr>
            <p:cNvPr id="2225" name="tx2225"/>
            <p:cNvSpPr/>
            <p:nvPr/>
          </p:nvSpPr>
          <p:spPr>
            <a:xfrm>
              <a:off x="221957" y="4303041"/>
              <a:ext cx="851430" cy="10805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3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38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Anseriformes</a:t>
              </a:r>
            </a:p>
          </p:txBody>
        </p:sp>
        <p:sp>
          <p:nvSpPr>
            <p:cNvPr id="2226" name="tx2226"/>
            <p:cNvSpPr/>
            <p:nvPr/>
          </p:nvSpPr>
          <p:spPr>
            <a:xfrm>
              <a:off x="133595" y="3694629"/>
              <a:ext cx="1028153" cy="10939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3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38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Charadriiformes</a:t>
              </a:r>
            </a:p>
          </p:txBody>
        </p:sp>
        <p:sp>
          <p:nvSpPr>
            <p:cNvPr id="2227" name="tx2227"/>
            <p:cNvSpPr/>
            <p:nvPr/>
          </p:nvSpPr>
          <p:spPr>
            <a:xfrm>
              <a:off x="185822" y="1829580"/>
              <a:ext cx="923700" cy="10805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3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38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Passeriformes</a:t>
              </a:r>
            </a:p>
          </p:txBody>
        </p:sp>
        <p:sp>
          <p:nvSpPr>
            <p:cNvPr id="2228" name="tx2228"/>
            <p:cNvSpPr/>
            <p:nvPr/>
          </p:nvSpPr>
          <p:spPr>
            <a:xfrm>
              <a:off x="4431110" y="6148677"/>
              <a:ext cx="465943" cy="106217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3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38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Taiwan</a:t>
              </a:r>
            </a:p>
          </p:txBody>
        </p:sp>
        <p:sp>
          <p:nvSpPr>
            <p:cNvPr id="2229" name="tx2229"/>
            <p:cNvSpPr/>
            <p:nvPr/>
          </p:nvSpPr>
          <p:spPr>
            <a:xfrm>
              <a:off x="4302450" y="6113600"/>
              <a:ext cx="723264" cy="135647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3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38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Hong Kong</a:t>
              </a:r>
            </a:p>
          </p:txBody>
        </p:sp>
        <p:sp>
          <p:nvSpPr>
            <p:cNvPr id="2230" name="tx2230"/>
            <p:cNvSpPr/>
            <p:nvPr/>
          </p:nvSpPr>
          <p:spPr>
            <a:xfrm>
              <a:off x="4443108" y="6105830"/>
              <a:ext cx="441947" cy="109534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3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38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Shanxi</a:t>
              </a:r>
            </a:p>
          </p:txBody>
        </p:sp>
        <p:sp>
          <p:nvSpPr>
            <p:cNvPr id="2231" name="tx2231"/>
            <p:cNvSpPr/>
            <p:nvPr/>
          </p:nvSpPr>
          <p:spPr>
            <a:xfrm>
              <a:off x="4314483" y="6011951"/>
              <a:ext cx="699198" cy="13847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3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38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Chongqing</a:t>
              </a:r>
            </a:p>
          </p:txBody>
        </p:sp>
        <p:sp>
          <p:nvSpPr>
            <p:cNvPr id="2232" name="tx2232"/>
            <p:cNvSpPr/>
            <p:nvPr/>
          </p:nvSpPr>
          <p:spPr>
            <a:xfrm>
              <a:off x="4475256" y="5973121"/>
              <a:ext cx="377653" cy="106711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3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38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Hebei</a:t>
              </a:r>
            </a:p>
          </p:txBody>
        </p:sp>
        <p:sp>
          <p:nvSpPr>
            <p:cNvPr id="2233" name="tx2233"/>
            <p:cNvSpPr/>
            <p:nvPr/>
          </p:nvSpPr>
          <p:spPr>
            <a:xfrm>
              <a:off x="4286323" y="5867949"/>
              <a:ext cx="755517" cy="13847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3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38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Guangdong</a:t>
              </a:r>
            </a:p>
          </p:txBody>
        </p:sp>
        <p:sp>
          <p:nvSpPr>
            <p:cNvPr id="2234" name="tx2234"/>
            <p:cNvSpPr/>
            <p:nvPr/>
          </p:nvSpPr>
          <p:spPr>
            <a:xfrm>
              <a:off x="4467245" y="5790370"/>
              <a:ext cx="393673" cy="13416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3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38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Fujian</a:t>
              </a:r>
            </a:p>
          </p:txBody>
        </p:sp>
        <p:sp>
          <p:nvSpPr>
            <p:cNvPr id="2235" name="tx2235"/>
            <p:cNvSpPr/>
            <p:nvPr/>
          </p:nvSpPr>
          <p:spPr>
            <a:xfrm>
              <a:off x="4447131" y="5692886"/>
              <a:ext cx="433902" cy="135647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3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38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Beijing</a:t>
              </a:r>
            </a:p>
          </p:txBody>
        </p:sp>
        <p:sp>
          <p:nvSpPr>
            <p:cNvPr id="2236" name="tx2236"/>
            <p:cNvSpPr/>
            <p:nvPr/>
          </p:nvSpPr>
          <p:spPr>
            <a:xfrm>
              <a:off x="4266315" y="5582766"/>
              <a:ext cx="795534" cy="135647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3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38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Heilongjiang</a:t>
              </a:r>
            </a:p>
          </p:txBody>
        </p:sp>
        <p:sp>
          <p:nvSpPr>
            <p:cNvPr id="2237" name="tx2237"/>
            <p:cNvSpPr/>
            <p:nvPr/>
          </p:nvSpPr>
          <p:spPr>
            <a:xfrm>
              <a:off x="4451189" y="5460010"/>
              <a:ext cx="425786" cy="13416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3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38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Tianjin</a:t>
              </a:r>
            </a:p>
          </p:txBody>
        </p:sp>
        <p:sp>
          <p:nvSpPr>
            <p:cNvPr id="2238" name="tx2238"/>
            <p:cNvSpPr/>
            <p:nvPr/>
          </p:nvSpPr>
          <p:spPr>
            <a:xfrm>
              <a:off x="4358664" y="5322997"/>
              <a:ext cx="610836" cy="13847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3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38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Shanghai</a:t>
              </a:r>
            </a:p>
          </p:txBody>
        </p:sp>
        <p:sp>
          <p:nvSpPr>
            <p:cNvPr id="2239" name="tx2239"/>
            <p:cNvSpPr/>
            <p:nvPr/>
          </p:nvSpPr>
          <p:spPr>
            <a:xfrm>
              <a:off x="4423064" y="5190287"/>
              <a:ext cx="482035" cy="135647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3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38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Ningxia</a:t>
              </a:r>
            </a:p>
          </p:txBody>
        </p:sp>
        <p:sp>
          <p:nvSpPr>
            <p:cNvPr id="2240" name="tx2240"/>
            <p:cNvSpPr/>
            <p:nvPr/>
          </p:nvSpPr>
          <p:spPr>
            <a:xfrm>
              <a:off x="4539586" y="5083974"/>
              <a:ext cx="248992" cy="10642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3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38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Jilin</a:t>
              </a:r>
            </a:p>
          </p:txBody>
        </p:sp>
        <p:sp>
          <p:nvSpPr>
            <p:cNvPr id="2241" name="tx2241"/>
            <p:cNvSpPr/>
            <p:nvPr/>
          </p:nvSpPr>
          <p:spPr>
            <a:xfrm>
              <a:off x="4334527" y="4899459"/>
              <a:ext cx="659110" cy="13847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3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38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Shandong</a:t>
              </a:r>
            </a:p>
          </p:txBody>
        </p:sp>
        <p:sp>
          <p:nvSpPr>
            <p:cNvPr id="2242" name="tx2242"/>
            <p:cNvSpPr/>
            <p:nvPr/>
          </p:nvSpPr>
          <p:spPr>
            <a:xfrm>
              <a:off x="4439121" y="4732867"/>
              <a:ext cx="449923" cy="135647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3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38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Jiangxi</a:t>
              </a:r>
            </a:p>
          </p:txBody>
        </p:sp>
        <p:sp>
          <p:nvSpPr>
            <p:cNvPr id="2243" name="tx2243"/>
            <p:cNvSpPr/>
            <p:nvPr/>
          </p:nvSpPr>
          <p:spPr>
            <a:xfrm>
              <a:off x="4414984" y="4557805"/>
              <a:ext cx="498197" cy="13847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3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38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Qinghai</a:t>
              </a:r>
            </a:p>
          </p:txBody>
        </p:sp>
        <p:sp>
          <p:nvSpPr>
            <p:cNvPr id="2244" name="tx2244"/>
            <p:cNvSpPr/>
            <p:nvPr/>
          </p:nvSpPr>
          <p:spPr>
            <a:xfrm>
              <a:off x="4435062" y="4414996"/>
              <a:ext cx="458039" cy="106217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3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38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Hainan</a:t>
              </a:r>
            </a:p>
          </p:txBody>
        </p:sp>
        <p:sp>
          <p:nvSpPr>
            <p:cNvPr id="2245" name="tx2245"/>
            <p:cNvSpPr/>
            <p:nvPr/>
          </p:nvSpPr>
          <p:spPr>
            <a:xfrm>
              <a:off x="4390811" y="4204856"/>
              <a:ext cx="546541" cy="135647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3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38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Liaoning</a:t>
              </a:r>
            </a:p>
          </p:txBody>
        </p:sp>
        <p:sp>
          <p:nvSpPr>
            <p:cNvPr id="2246" name="tx2246"/>
            <p:cNvSpPr/>
            <p:nvPr/>
          </p:nvSpPr>
          <p:spPr>
            <a:xfrm>
              <a:off x="4394905" y="4044895"/>
              <a:ext cx="538355" cy="109251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3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38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Guizhou</a:t>
              </a:r>
            </a:p>
          </p:txBody>
        </p:sp>
        <p:sp>
          <p:nvSpPr>
            <p:cNvPr id="2247" name="tx2247"/>
            <p:cNvSpPr/>
            <p:nvPr/>
          </p:nvSpPr>
          <p:spPr>
            <a:xfrm>
              <a:off x="4406938" y="3829319"/>
              <a:ext cx="514288" cy="135647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3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38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Xinjiang</a:t>
              </a:r>
            </a:p>
          </p:txBody>
        </p:sp>
        <p:sp>
          <p:nvSpPr>
            <p:cNvPr id="2248" name="tx2248"/>
            <p:cNvSpPr/>
            <p:nvPr/>
          </p:nvSpPr>
          <p:spPr>
            <a:xfrm>
              <a:off x="4402915" y="3663429"/>
              <a:ext cx="522334" cy="109534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3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38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Sichuan</a:t>
              </a:r>
            </a:p>
          </p:txBody>
        </p:sp>
        <p:sp>
          <p:nvSpPr>
            <p:cNvPr id="2249" name="tx2249"/>
            <p:cNvSpPr/>
            <p:nvPr/>
          </p:nvSpPr>
          <p:spPr>
            <a:xfrm>
              <a:off x="4386859" y="3442135"/>
              <a:ext cx="554446" cy="13600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3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38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Zhejiang</a:t>
              </a:r>
            </a:p>
          </p:txBody>
        </p:sp>
        <p:sp>
          <p:nvSpPr>
            <p:cNvPr id="2250" name="tx2250"/>
            <p:cNvSpPr/>
            <p:nvPr/>
          </p:nvSpPr>
          <p:spPr>
            <a:xfrm>
              <a:off x="4185999" y="3244837"/>
              <a:ext cx="956165" cy="135647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3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38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Inner Mongolia</a:t>
              </a:r>
            </a:p>
          </p:txBody>
        </p:sp>
        <p:sp>
          <p:nvSpPr>
            <p:cNvPr id="2251" name="tx2251"/>
            <p:cNvSpPr/>
            <p:nvPr/>
          </p:nvSpPr>
          <p:spPr>
            <a:xfrm>
              <a:off x="4475256" y="3076122"/>
              <a:ext cx="377653" cy="106711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3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38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Hubei</a:t>
              </a:r>
            </a:p>
          </p:txBody>
        </p:sp>
        <p:sp>
          <p:nvSpPr>
            <p:cNvPr id="2252" name="tx2252"/>
            <p:cNvSpPr/>
            <p:nvPr/>
          </p:nvSpPr>
          <p:spPr>
            <a:xfrm>
              <a:off x="4451119" y="2870353"/>
              <a:ext cx="425927" cy="10635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3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38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Henan</a:t>
              </a:r>
            </a:p>
          </p:txBody>
        </p:sp>
        <p:sp>
          <p:nvSpPr>
            <p:cNvPr id="2253" name="tx2253"/>
            <p:cNvSpPr/>
            <p:nvPr/>
          </p:nvSpPr>
          <p:spPr>
            <a:xfrm>
              <a:off x="4394905" y="2623649"/>
              <a:ext cx="538355" cy="13847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3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38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Guangxi</a:t>
              </a:r>
            </a:p>
          </p:txBody>
        </p:sp>
        <p:sp>
          <p:nvSpPr>
            <p:cNvPr id="2254" name="tx2254"/>
            <p:cNvSpPr/>
            <p:nvPr/>
          </p:nvSpPr>
          <p:spPr>
            <a:xfrm>
              <a:off x="4479243" y="2430156"/>
              <a:ext cx="369677" cy="10607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3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38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Anhui</a:t>
              </a:r>
            </a:p>
          </p:txBody>
        </p:sp>
        <p:sp>
          <p:nvSpPr>
            <p:cNvPr id="2255" name="tx2255"/>
            <p:cNvSpPr/>
            <p:nvPr/>
          </p:nvSpPr>
          <p:spPr>
            <a:xfrm>
              <a:off x="4414984" y="2143639"/>
              <a:ext cx="498197" cy="135647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3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38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Jiangsu</a:t>
              </a:r>
            </a:p>
          </p:txBody>
        </p:sp>
        <p:sp>
          <p:nvSpPr>
            <p:cNvPr id="2256" name="tx2256"/>
            <p:cNvSpPr/>
            <p:nvPr/>
          </p:nvSpPr>
          <p:spPr>
            <a:xfrm>
              <a:off x="4451154" y="1890358"/>
              <a:ext cx="425856" cy="10939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3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38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Gansu</a:t>
              </a:r>
            </a:p>
          </p:txBody>
        </p:sp>
        <p:sp>
          <p:nvSpPr>
            <p:cNvPr id="2257" name="tx2257"/>
            <p:cNvSpPr/>
            <p:nvPr/>
          </p:nvSpPr>
          <p:spPr>
            <a:xfrm>
              <a:off x="4402915" y="1588093"/>
              <a:ext cx="522334" cy="109534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3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38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Shaanxi</a:t>
              </a:r>
            </a:p>
          </p:txBody>
        </p:sp>
        <p:sp>
          <p:nvSpPr>
            <p:cNvPr id="2258" name="tx2258"/>
            <p:cNvSpPr/>
            <p:nvPr/>
          </p:nvSpPr>
          <p:spPr>
            <a:xfrm>
              <a:off x="4451119" y="1263874"/>
              <a:ext cx="425927" cy="106217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3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38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Hunan</a:t>
              </a:r>
            </a:p>
          </p:txBody>
        </p:sp>
        <p:sp>
          <p:nvSpPr>
            <p:cNvPr id="2259" name="tx2259"/>
            <p:cNvSpPr/>
            <p:nvPr/>
          </p:nvSpPr>
          <p:spPr>
            <a:xfrm>
              <a:off x="4414913" y="927868"/>
              <a:ext cx="498338" cy="106217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3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38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Yunnan</a:t>
              </a:r>
            </a:p>
          </p:txBody>
        </p:sp>
        <p:sp>
          <p:nvSpPr>
            <p:cNvPr id="2260" name="tx2260"/>
            <p:cNvSpPr/>
            <p:nvPr/>
          </p:nvSpPr>
          <p:spPr>
            <a:xfrm>
              <a:off x="4443108" y="542666"/>
              <a:ext cx="441947" cy="135647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3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38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Xizang</a:t>
              </a:r>
            </a:p>
          </p:txBody>
        </p:sp>
        <p:sp>
          <p:nvSpPr>
            <p:cNvPr id="2261" name="tx2261"/>
            <p:cNvSpPr/>
            <p:nvPr/>
          </p:nvSpPr>
          <p:spPr>
            <a:xfrm>
              <a:off x="8519719" y="5947426"/>
              <a:ext cx="321545" cy="10417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3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38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2025</a:t>
              </a:r>
            </a:p>
          </p:txBody>
        </p:sp>
        <p:sp>
          <p:nvSpPr>
            <p:cNvPr id="2262" name="tx2262"/>
            <p:cNvSpPr/>
            <p:nvPr/>
          </p:nvSpPr>
          <p:spPr>
            <a:xfrm>
              <a:off x="8519719" y="5487181"/>
              <a:ext cx="321545" cy="10417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3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38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2024</a:t>
              </a:r>
            </a:p>
          </p:txBody>
        </p:sp>
        <p:sp>
          <p:nvSpPr>
            <p:cNvPr id="2263" name="tx2263"/>
            <p:cNvSpPr/>
            <p:nvPr/>
          </p:nvSpPr>
          <p:spPr>
            <a:xfrm>
              <a:off x="8519719" y="5026937"/>
              <a:ext cx="321545" cy="10417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3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38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2023</a:t>
              </a:r>
            </a:p>
          </p:txBody>
        </p:sp>
        <p:sp>
          <p:nvSpPr>
            <p:cNvPr id="2264" name="tx2264"/>
            <p:cNvSpPr/>
            <p:nvPr/>
          </p:nvSpPr>
          <p:spPr>
            <a:xfrm>
              <a:off x="8519719" y="4645753"/>
              <a:ext cx="321545" cy="10417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3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38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2022</a:t>
              </a:r>
            </a:p>
          </p:txBody>
        </p:sp>
        <p:sp>
          <p:nvSpPr>
            <p:cNvPr id="2265" name="tx2265"/>
            <p:cNvSpPr/>
            <p:nvPr/>
          </p:nvSpPr>
          <p:spPr>
            <a:xfrm>
              <a:off x="8519719" y="4312570"/>
              <a:ext cx="321545" cy="10417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3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38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2021</a:t>
              </a:r>
            </a:p>
          </p:txBody>
        </p:sp>
        <p:sp>
          <p:nvSpPr>
            <p:cNvPr id="2266" name="tx2266"/>
            <p:cNvSpPr/>
            <p:nvPr/>
          </p:nvSpPr>
          <p:spPr>
            <a:xfrm>
              <a:off x="8519719" y="4035859"/>
              <a:ext cx="321545" cy="10417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3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38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2020</a:t>
              </a:r>
            </a:p>
          </p:txBody>
        </p:sp>
        <p:sp>
          <p:nvSpPr>
            <p:cNvPr id="2267" name="tx2267"/>
            <p:cNvSpPr/>
            <p:nvPr/>
          </p:nvSpPr>
          <p:spPr>
            <a:xfrm>
              <a:off x="8519719" y="3711076"/>
              <a:ext cx="321545" cy="104241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3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38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2019</a:t>
              </a:r>
            </a:p>
          </p:txBody>
        </p:sp>
        <p:sp>
          <p:nvSpPr>
            <p:cNvPr id="2268" name="tx2268"/>
            <p:cNvSpPr/>
            <p:nvPr/>
          </p:nvSpPr>
          <p:spPr>
            <a:xfrm>
              <a:off x="8519719" y="3355233"/>
              <a:ext cx="321545" cy="104311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3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38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2018</a:t>
              </a:r>
            </a:p>
          </p:txBody>
        </p:sp>
        <p:sp>
          <p:nvSpPr>
            <p:cNvPr id="2269" name="tx2269"/>
            <p:cNvSpPr/>
            <p:nvPr/>
          </p:nvSpPr>
          <p:spPr>
            <a:xfrm>
              <a:off x="8519719" y="3025015"/>
              <a:ext cx="321545" cy="10417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3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38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2017</a:t>
              </a:r>
            </a:p>
          </p:txBody>
        </p:sp>
        <p:sp>
          <p:nvSpPr>
            <p:cNvPr id="2270" name="tx2270"/>
            <p:cNvSpPr/>
            <p:nvPr/>
          </p:nvSpPr>
          <p:spPr>
            <a:xfrm>
              <a:off x="8519719" y="2725644"/>
              <a:ext cx="321545" cy="104241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3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38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2016</a:t>
              </a:r>
            </a:p>
          </p:txBody>
        </p:sp>
        <p:sp>
          <p:nvSpPr>
            <p:cNvPr id="2271" name="tx2271"/>
            <p:cNvSpPr/>
            <p:nvPr/>
          </p:nvSpPr>
          <p:spPr>
            <a:xfrm>
              <a:off x="8519719" y="2516769"/>
              <a:ext cx="321545" cy="10417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3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38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2015</a:t>
              </a:r>
            </a:p>
          </p:txBody>
        </p:sp>
        <p:sp>
          <p:nvSpPr>
            <p:cNvPr id="2272" name="tx2272"/>
            <p:cNvSpPr/>
            <p:nvPr/>
          </p:nvSpPr>
          <p:spPr>
            <a:xfrm>
              <a:off x="8519719" y="2299353"/>
              <a:ext cx="321545" cy="10417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3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38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2014</a:t>
              </a:r>
            </a:p>
          </p:txBody>
        </p:sp>
        <p:sp>
          <p:nvSpPr>
            <p:cNvPr id="2273" name="tx2273"/>
            <p:cNvSpPr/>
            <p:nvPr/>
          </p:nvSpPr>
          <p:spPr>
            <a:xfrm>
              <a:off x="8519719" y="2056525"/>
              <a:ext cx="321545" cy="10417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3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38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2013</a:t>
              </a:r>
            </a:p>
          </p:txBody>
        </p:sp>
        <p:sp>
          <p:nvSpPr>
            <p:cNvPr id="2274" name="tx2274"/>
            <p:cNvSpPr/>
            <p:nvPr/>
          </p:nvSpPr>
          <p:spPr>
            <a:xfrm>
              <a:off x="8519719" y="1875816"/>
              <a:ext cx="321545" cy="10417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3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38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2012</a:t>
              </a:r>
            </a:p>
          </p:txBody>
        </p:sp>
        <p:sp>
          <p:nvSpPr>
            <p:cNvPr id="2275" name="tx2275"/>
            <p:cNvSpPr/>
            <p:nvPr/>
          </p:nvSpPr>
          <p:spPr>
            <a:xfrm>
              <a:off x="8519719" y="1703577"/>
              <a:ext cx="321545" cy="10417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3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38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2011</a:t>
              </a:r>
            </a:p>
          </p:txBody>
        </p:sp>
        <p:sp>
          <p:nvSpPr>
            <p:cNvPr id="2276" name="tx2276"/>
            <p:cNvSpPr/>
            <p:nvPr/>
          </p:nvSpPr>
          <p:spPr>
            <a:xfrm>
              <a:off x="8519719" y="1457925"/>
              <a:ext cx="321545" cy="10417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3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38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2010</a:t>
              </a:r>
            </a:p>
          </p:txBody>
        </p:sp>
        <p:sp>
          <p:nvSpPr>
            <p:cNvPr id="2277" name="tx2277"/>
            <p:cNvSpPr/>
            <p:nvPr/>
          </p:nvSpPr>
          <p:spPr>
            <a:xfrm>
              <a:off x="8519719" y="1257380"/>
              <a:ext cx="321545" cy="104241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3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38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2009</a:t>
              </a:r>
            </a:p>
          </p:txBody>
        </p:sp>
        <p:sp>
          <p:nvSpPr>
            <p:cNvPr id="2278" name="tx2278"/>
            <p:cNvSpPr/>
            <p:nvPr/>
          </p:nvSpPr>
          <p:spPr>
            <a:xfrm>
              <a:off x="8519719" y="1141542"/>
              <a:ext cx="321545" cy="104311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3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38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2008</a:t>
              </a:r>
            </a:p>
          </p:txBody>
        </p:sp>
        <p:sp>
          <p:nvSpPr>
            <p:cNvPr id="2279" name="tx2279"/>
            <p:cNvSpPr/>
            <p:nvPr/>
          </p:nvSpPr>
          <p:spPr>
            <a:xfrm>
              <a:off x="8519719" y="1014622"/>
              <a:ext cx="321545" cy="10417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3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38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2007</a:t>
              </a:r>
            </a:p>
          </p:txBody>
        </p:sp>
        <p:sp>
          <p:nvSpPr>
            <p:cNvPr id="2280" name="tx2280"/>
            <p:cNvSpPr/>
            <p:nvPr/>
          </p:nvSpPr>
          <p:spPr>
            <a:xfrm>
              <a:off x="8519719" y="802782"/>
              <a:ext cx="321545" cy="104241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3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38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2006</a:t>
              </a:r>
            </a:p>
          </p:txBody>
        </p:sp>
        <p:sp>
          <p:nvSpPr>
            <p:cNvPr id="2281" name="tx2281"/>
            <p:cNvSpPr/>
            <p:nvPr/>
          </p:nvSpPr>
          <p:spPr>
            <a:xfrm>
              <a:off x="8519719" y="644732"/>
              <a:ext cx="321545" cy="10417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3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38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2005</a:t>
              </a:r>
            </a:p>
          </p:txBody>
        </p:sp>
        <p:sp>
          <p:nvSpPr>
            <p:cNvPr id="2282" name="tx2282"/>
            <p:cNvSpPr/>
            <p:nvPr/>
          </p:nvSpPr>
          <p:spPr>
            <a:xfrm>
              <a:off x="8519719" y="605202"/>
              <a:ext cx="321545" cy="10417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3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38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2004</a:t>
              </a:r>
            </a:p>
          </p:txBody>
        </p:sp>
        <p:sp>
          <p:nvSpPr>
            <p:cNvPr id="2283" name="tx2283"/>
            <p:cNvSpPr/>
            <p:nvPr/>
          </p:nvSpPr>
          <p:spPr>
            <a:xfrm>
              <a:off x="8519719" y="557201"/>
              <a:ext cx="321545" cy="10417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3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38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2003</a:t>
              </a:r>
            </a:p>
          </p:txBody>
        </p:sp>
        <p:sp>
          <p:nvSpPr>
            <p:cNvPr id="2284" name="tx2284"/>
            <p:cNvSpPr/>
            <p:nvPr/>
          </p:nvSpPr>
          <p:spPr>
            <a:xfrm>
              <a:off x="8519719" y="506377"/>
              <a:ext cx="321545" cy="10417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3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38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2002</a:t>
              </a:r>
            </a:p>
          </p:txBody>
        </p:sp>
        <p:sp>
          <p:nvSpPr>
            <p:cNvPr id="2285" name="tx2285"/>
            <p:cNvSpPr/>
            <p:nvPr/>
          </p:nvSpPr>
          <p:spPr>
            <a:xfrm>
              <a:off x="8519719" y="452728"/>
              <a:ext cx="321545" cy="10417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3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38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2001</a:t>
              </a:r>
            </a:p>
          </p:txBody>
        </p:sp>
        <p:sp>
          <p:nvSpPr>
            <p:cNvPr id="2286" name="tx2286"/>
            <p:cNvSpPr/>
            <p:nvPr/>
          </p:nvSpPr>
          <p:spPr>
            <a:xfrm>
              <a:off x="8519719" y="404728"/>
              <a:ext cx="321545" cy="10417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3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38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2000</a:t>
              </a:r>
            </a:p>
          </p:txBody>
        </p:sp>
        <p:sp>
          <p:nvSpPr>
            <p:cNvPr id="2287" name="tx2287"/>
            <p:cNvSpPr/>
            <p:nvPr/>
          </p:nvSpPr>
          <p:spPr>
            <a:xfrm>
              <a:off x="431523" y="6550132"/>
              <a:ext cx="432299" cy="12092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5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50" b="1">
                  <a:solidFill>
                    <a:srgbClr val="303030">
                      <a:alpha val="100000"/>
                    </a:srgbClr>
                  </a:solidFill>
                  <a:latin typeface="Helvetica"/>
                  <a:cs typeface="Helvetica"/>
                </a:rPr>
                <a:t>Order</a:t>
              </a:r>
            </a:p>
          </p:txBody>
        </p:sp>
        <p:sp>
          <p:nvSpPr>
            <p:cNvPr id="2288" name="tx2288"/>
            <p:cNvSpPr/>
            <p:nvPr/>
          </p:nvSpPr>
          <p:spPr>
            <a:xfrm>
              <a:off x="4328793" y="6553155"/>
              <a:ext cx="670579" cy="11789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5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50" b="1">
                  <a:solidFill>
                    <a:srgbClr val="303030">
                      <a:alpha val="100000"/>
                    </a:srgbClr>
                  </a:solidFill>
                  <a:latin typeface="Helvetica"/>
                  <a:cs typeface="Helvetica"/>
                </a:rPr>
                <a:t>Province</a:t>
              </a:r>
            </a:p>
          </p:txBody>
        </p:sp>
        <p:sp>
          <p:nvSpPr>
            <p:cNvPr id="2289" name="tx2289"/>
            <p:cNvSpPr/>
            <p:nvPr/>
          </p:nvSpPr>
          <p:spPr>
            <a:xfrm>
              <a:off x="8508371" y="6554008"/>
              <a:ext cx="344242" cy="117047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5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50" b="1">
                  <a:solidFill>
                    <a:srgbClr val="303030">
                      <a:alpha val="100000"/>
                    </a:srgbClr>
                  </a:solidFill>
                  <a:latin typeface="Helvetica"/>
                  <a:cs typeface="Helvetica"/>
                </a:rPr>
                <a:t>Year</a:t>
              </a:r>
            </a:p>
          </p:txBody>
        </p:sp>
        <p:sp>
          <p:nvSpPr>
            <p:cNvPr id="2290" name="tx2290"/>
            <p:cNvSpPr/>
            <p:nvPr/>
          </p:nvSpPr>
          <p:spPr>
            <a:xfrm rot="-5400000">
              <a:off x="-452596" y="3263817"/>
              <a:ext cx="1420223" cy="118364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5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50" b="1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Number of records</a:t>
              </a:r>
            </a:p>
          </p:txBody>
        </p:sp>
      </p:grpSp>
    </p:spTree>
  </p:cSld>
  <p:clrMapOvr>
    <a:masterClrMapping/>
  </p:clrMapOvr>
</p:sld>
</file>

<file path=ppt/tags/tag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_AMO_UNIQUEIDENTIFIER" val="Empty"/>
</p:tagLst>
</file>

<file path=ppt/theme/theme1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docProps/app.xml><?xml version="1.0" encoding="utf-8"?>
<Properties xmlns="http://schemas.openxmlformats.org/officeDocument/2006/extended-properties" xmlns:vt="http://schemas.openxmlformats.org/officeDocument/2006/docPropsVTypes">
  <TotalTime>0</TotalTime>
  <Words>0</Words>
  <Application>Microsoft Macintosh PowerPoint</Application>
  <PresentationFormat>Présentation à l'écran (4:3)</PresentationFormat>
  <Paragraphs>0</Paragraphs>
  <Slides>0</Slides>
  <Notes>0</Notes>
  <HiddenSlides>0</HiddenSlides>
  <MMClips>0</MMClips>
  <ScaleCrop>false</ScaleCrop>
  <HeadingPairs>
    <vt:vector size="4" baseType="variant">
      <vt:variant>
        <vt:lpstr>Thème</vt:lpstr>
      </vt:variant>
      <vt:variant>
        <vt:i4>1</vt:i4>
      </vt:variant>
      <vt:variant>
        <vt:lpstr>Titres des diapositives</vt:lpstr>
      </vt:variant>
      <vt:variant>
        <vt:i4>0</vt:i4>
      </vt:variant>
    </vt:vector>
  </HeadingPairs>
  <TitlesOfParts>
    <vt:vector size="1" baseType="lpstr">
      <vt:lpstr>Office Theme</vt:lpstr>
    </vt:vector>
  </TitlesOfParts>
  <Manager/>
  <Company/>
  <LinksUpToDate>false</LinksUpToDate>
  <SharedDoc>false</SharedDoc>
  <HyperlinkBase/>
  <HyperlinksChanged>false</HyperlinksChanged>
  <AppVersion>14.0000</AppVersion>
</Properties>
</file>

<file path=docProps/core.xml><?xml version="1.0" encoding="utf-8"?>
<cp:coreProperties xmlns:cp="http://schemas.openxmlformats.org/package/2006/metadata/core-properties" xmlns:dc="http://purl.org/dc/elements/1.1/" xmlns:dcmitype="http://purl.org/dc/dcmitype/" xmlns:dcterms="http://purl.org/dc/terms/" xmlns:xsi="http://www.w3.org/2001/XMLSchema-instance">
  <dc:title/>
  <dc:subject/>
  <dc:creator/>
  <cp:keywords/>
  <dc:description/>
  <cp:lastModifiedBy>dingchenchen</cp:lastModifiedBy>
  <cp:revision>3</cp:revision>
  <dcterms:created xsi:type="dcterms:W3CDTF">2017-02-13T16:18:36Z</dcterms:created>
  <dcterms:modified xsi:type="dcterms:W3CDTF">2026-04-01T18:11:23Z</dcterms:modified>
  <cp:category/>
</cp:coreProperties>
</file>